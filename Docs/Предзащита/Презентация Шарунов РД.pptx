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3" r:id="rId1"/>
    <p:sldMasterId id="2147483674" r:id="rId2"/>
  </p:sldMasterIdLst>
  <p:notesMasterIdLst>
    <p:notesMasterId r:id="rId57"/>
  </p:notesMasterIdLst>
  <p:sldIdLst>
    <p:sldId id="256" r:id="rId3"/>
    <p:sldId id="297" r:id="rId4"/>
    <p:sldId id="298" r:id="rId5"/>
    <p:sldId id="299" r:id="rId6"/>
    <p:sldId id="300" r:id="rId7"/>
    <p:sldId id="301" r:id="rId8"/>
    <p:sldId id="302" r:id="rId9"/>
    <p:sldId id="303" r:id="rId10"/>
    <p:sldId id="304" r:id="rId11"/>
    <p:sldId id="305" r:id="rId12"/>
    <p:sldId id="306" r:id="rId13"/>
    <p:sldId id="307" r:id="rId14"/>
    <p:sldId id="309" r:id="rId15"/>
    <p:sldId id="308" r:id="rId16"/>
    <p:sldId id="257" r:id="rId17"/>
    <p:sldId id="258" r:id="rId18"/>
    <p:sldId id="259" r:id="rId19"/>
    <p:sldId id="260" r:id="rId20"/>
    <p:sldId id="261" r:id="rId21"/>
    <p:sldId id="262" r:id="rId22"/>
    <p:sldId id="263" r:id="rId23"/>
    <p:sldId id="264" r:id="rId24"/>
    <p:sldId id="265" r:id="rId25"/>
    <p:sldId id="266" r:id="rId26"/>
    <p:sldId id="267" r:id="rId27"/>
    <p:sldId id="268" r:id="rId28"/>
    <p:sldId id="269" r:id="rId29"/>
    <p:sldId id="270" r:id="rId30"/>
    <p:sldId id="271" r:id="rId31"/>
    <p:sldId id="272" r:id="rId32"/>
    <p:sldId id="273" r:id="rId33"/>
    <p:sldId id="274" r:id="rId34"/>
    <p:sldId id="275" r:id="rId35"/>
    <p:sldId id="276" r:id="rId36"/>
    <p:sldId id="277" r:id="rId37"/>
    <p:sldId id="278" r:id="rId38"/>
    <p:sldId id="279" r:id="rId39"/>
    <p:sldId id="280" r:id="rId40"/>
    <p:sldId id="281" r:id="rId41"/>
    <p:sldId id="282" r:id="rId42"/>
    <p:sldId id="283" r:id="rId43"/>
    <p:sldId id="284" r:id="rId44"/>
    <p:sldId id="285" r:id="rId45"/>
    <p:sldId id="286" r:id="rId46"/>
    <p:sldId id="287" r:id="rId47"/>
    <p:sldId id="288" r:id="rId48"/>
    <p:sldId id="289" r:id="rId49"/>
    <p:sldId id="290" r:id="rId50"/>
    <p:sldId id="291" r:id="rId51"/>
    <p:sldId id="292" r:id="rId52"/>
    <p:sldId id="293" r:id="rId53"/>
    <p:sldId id="294" r:id="rId54"/>
    <p:sldId id="295" r:id="rId55"/>
    <p:sldId id="296" r:id="rId56"/>
  </p:sldIdLst>
  <p:sldSz cx="9144000" cy="5143500" type="screen16x9"/>
  <p:notesSz cx="6858000" cy="9144000"/>
  <p:embeddedFontLst>
    <p:embeddedFont>
      <p:font typeface="Amatic SC" panose="00000500000000000000" pitchFamily="2" charset="-79"/>
      <p:regular r:id="rId58"/>
      <p:bold r:id="rId59"/>
    </p:embeddedFont>
    <p:embeddedFont>
      <p:font typeface="Bahnschrift Light SemiCondensed" panose="020B0502040204020203" pitchFamily="34" charset="0"/>
      <p:regular r:id="rId60"/>
    </p:embeddedFont>
    <p:embeddedFont>
      <p:font typeface="Bahnschrift SemiBold" panose="020B0502040204020203" pitchFamily="34" charset="0"/>
      <p:bold r:id="rId61"/>
    </p:embeddedFont>
    <p:embeddedFont>
      <p:font typeface="Bahnschrift SemiCondensed" panose="020B0502040204020203" pitchFamily="34" charset="0"/>
      <p:regular r:id="rId62"/>
      <p:bold r:id="rId63"/>
    </p:embeddedFont>
    <p:embeddedFont>
      <p:font typeface="Calibri" panose="020F0502020204030204" pitchFamily="34" charset="0"/>
      <p:regular r:id="rId64"/>
      <p:bold r:id="rId65"/>
      <p:italic r:id="rId66"/>
      <p:boldItalic r:id="rId67"/>
    </p:embeddedFont>
    <p:embeddedFont>
      <p:font typeface="Epilogue" panose="020B0604020202020204" charset="0"/>
      <p:regular r:id="rId68"/>
      <p:bold r:id="rId69"/>
      <p:italic r:id="rId70"/>
      <p:boldItalic r:id="rId71"/>
    </p:embeddedFont>
    <p:embeddedFont>
      <p:font typeface="Franklin Gothic Demi" panose="020B0703020102020204" pitchFamily="34" charset="0"/>
      <p:regular r:id="rId72"/>
      <p:italic r:id="rId73"/>
    </p:embeddedFont>
    <p:embeddedFont>
      <p:font typeface="Lato" panose="020F0502020204030203" pitchFamily="34" charset="0"/>
      <p:regular r:id="rId74"/>
      <p:bold r:id="rId75"/>
      <p:italic r:id="rId76"/>
      <p:boldItalic r:id="rId77"/>
    </p:embeddedFont>
    <p:embeddedFont>
      <p:font typeface="Lato Light" panose="020F0502020204030203" pitchFamily="34" charset="0"/>
      <p:regular r:id="rId78"/>
      <p:italic r:id="rId79"/>
    </p:embeddedFont>
    <p:embeddedFont>
      <p:font typeface="Nunito Light" pitchFamily="2" charset="-52"/>
      <p:regular r:id="rId80"/>
      <p:italic r:id="rId81"/>
    </p:embeddedFont>
    <p:embeddedFont>
      <p:font typeface="Open Sans" panose="020B0606030504020204" pitchFamily="34" charset="0"/>
      <p:regular r:id="rId82"/>
      <p:bold r:id="rId83"/>
      <p:italic r:id="rId84"/>
      <p:boldItalic r:id="rId85"/>
    </p:embeddedFont>
    <p:embeddedFont>
      <p:font typeface="Proxima Nova" panose="020B0604020202020204" charset="0"/>
      <p:regular r:id="rId86"/>
      <p:bold r:id="rId87"/>
      <p:italic r:id="rId88"/>
      <p:boldItalic r:id="rId89"/>
    </p:embeddedFont>
    <p:embeddedFont>
      <p:font typeface="PT Sans" panose="020B0503020203020204" pitchFamily="34" charset="-52"/>
      <p:regular r:id="rId90"/>
      <p:bold r:id="rId91"/>
      <p:italic r:id="rId92"/>
      <p:boldItalic r:id="rId93"/>
    </p:embeddedFont>
    <p:embeddedFont>
      <p:font typeface="Raleway" pitchFamily="2" charset="-52"/>
      <p:regular r:id="rId94"/>
      <p:bold r:id="rId95"/>
      <p:italic r:id="rId96"/>
      <p:boldItalic r:id="rId97"/>
    </p:embeddedFont>
    <p:embeddedFont>
      <p:font typeface="Roboto Medium" panose="02000000000000000000" pitchFamily="2" charset="0"/>
      <p:regular r:id="rId98"/>
      <p:bold r:id="rId99"/>
      <p:italic r:id="rId100"/>
      <p:boldItalic r:id="rId10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Основа" id="{441CD8C2-0008-48F9-84FE-5431B0B73CF8}">
          <p14:sldIdLst>
            <p14:sldId id="256"/>
            <p14:sldId id="297"/>
            <p14:sldId id="298"/>
            <p14:sldId id="299"/>
            <p14:sldId id="300"/>
            <p14:sldId id="301"/>
            <p14:sldId id="302"/>
            <p14:sldId id="303"/>
            <p14:sldId id="304"/>
            <p14:sldId id="305"/>
            <p14:sldId id="306"/>
            <p14:sldId id="307"/>
            <p14:sldId id="309"/>
            <p14:sldId id="308"/>
          </p14:sldIdLst>
        </p14:section>
        <p14:section name="Шаблоны" id="{B529536D-B400-43AE-98A5-47C173DDE3F4}">
          <p14:sldIdLst>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49064342-CC3E-41E9-A069-EDB3E7D4C846}">
  <a:tblStyle styleId="{49064342-CC3E-41E9-A069-EDB3E7D4C846}"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08535B50-5E39-4E54-B0A7-2BF578302548}" styleName="Table_1">
    <a:wholeTbl>
      <a:tcTxStyle>
        <a:font>
          <a:latin typeface="Arial"/>
          <a:ea typeface="Arial"/>
          <a:cs typeface="Arial"/>
        </a:font>
        <a:srgbClr val="000000"/>
      </a:tcTxStyle>
      <a:tcStyle>
        <a:tcBdr>
          <a:left>
            <a:ln w="9525" cap="flat" cmpd="sng">
              <a:solidFill>
                <a:srgbClr val="000000"/>
              </a:solidFill>
              <a:prstDash val="solid"/>
              <a:round/>
              <a:headEnd type="none" w="sm" len="sm"/>
              <a:tailEnd type="none" w="sm" len="sm"/>
            </a:ln>
          </a:left>
          <a:right>
            <a:ln w="9525" cap="flat" cmpd="sng">
              <a:solidFill>
                <a:srgbClr val="000000"/>
              </a:solidFill>
              <a:prstDash val="solid"/>
              <a:round/>
              <a:headEnd type="none" w="sm" len="sm"/>
              <a:tailEnd type="none" w="sm" len="sm"/>
            </a:ln>
          </a:right>
          <a:top>
            <a:ln w="9525" cap="flat" cmpd="sng">
              <a:solidFill>
                <a:srgbClr val="000000"/>
              </a:solidFill>
              <a:prstDash val="solid"/>
              <a:round/>
              <a:headEnd type="none" w="sm" len="sm"/>
              <a:tailEnd type="none" w="sm" len="sm"/>
            </a:ln>
          </a:top>
          <a:bottom>
            <a:ln w="9525" cap="flat" cmpd="sng">
              <a:solidFill>
                <a:srgbClr val="000000"/>
              </a:solidFill>
              <a:prstDash val="solid"/>
              <a:round/>
              <a:headEnd type="none" w="sm" len="sm"/>
              <a:tailEnd type="none" w="sm" len="sm"/>
            </a:ln>
          </a:bottom>
          <a:insideH>
            <a:ln w="9525" cap="flat" cmpd="sng">
              <a:solidFill>
                <a:srgbClr val="000000"/>
              </a:solidFill>
              <a:prstDash val="solid"/>
              <a:round/>
              <a:headEnd type="none" w="sm" len="sm"/>
              <a:tailEnd type="none" w="sm" len="sm"/>
            </a:ln>
          </a:insideH>
          <a:insideV>
            <a:ln w="9525"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66" d="100"/>
          <a:sy n="66" d="100"/>
        </p:scale>
        <p:origin x="-19" y="8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font" Target="fonts/font6.fntdata"/><Relationship Id="rId68" Type="http://schemas.openxmlformats.org/officeDocument/2006/relationships/font" Target="fonts/font11.fntdata"/><Relationship Id="rId84" Type="http://schemas.openxmlformats.org/officeDocument/2006/relationships/font" Target="fonts/font27.fntdata"/><Relationship Id="rId89" Type="http://schemas.openxmlformats.org/officeDocument/2006/relationships/font" Target="fonts/font32.fntdata"/><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font" Target="fonts/font1.fntdata"/><Relationship Id="rId74" Type="http://schemas.openxmlformats.org/officeDocument/2006/relationships/font" Target="fonts/font17.fntdata"/><Relationship Id="rId79" Type="http://schemas.openxmlformats.org/officeDocument/2006/relationships/font" Target="fonts/font22.fntdata"/><Relationship Id="rId102" Type="http://schemas.openxmlformats.org/officeDocument/2006/relationships/presProps" Target="presProps.xml"/><Relationship Id="rId5" Type="http://schemas.openxmlformats.org/officeDocument/2006/relationships/slide" Target="slides/slide3.xml"/><Relationship Id="rId90" Type="http://schemas.openxmlformats.org/officeDocument/2006/relationships/font" Target="fonts/font33.fntdata"/><Relationship Id="rId95" Type="http://schemas.openxmlformats.org/officeDocument/2006/relationships/font" Target="fonts/font38.fntdata"/><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font" Target="fonts/font7.fntdata"/><Relationship Id="rId69" Type="http://schemas.openxmlformats.org/officeDocument/2006/relationships/font" Target="fonts/font12.fntdata"/><Relationship Id="rId80" Type="http://schemas.openxmlformats.org/officeDocument/2006/relationships/font" Target="fonts/font23.fntdata"/><Relationship Id="rId85" Type="http://schemas.openxmlformats.org/officeDocument/2006/relationships/font" Target="fonts/font28.fntdata"/><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font" Target="fonts/font2.fntdata"/><Relationship Id="rId103" Type="http://schemas.openxmlformats.org/officeDocument/2006/relationships/viewProps" Target="viewProps.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font" Target="fonts/font5.fntdata"/><Relationship Id="rId70" Type="http://schemas.openxmlformats.org/officeDocument/2006/relationships/font" Target="fonts/font13.fntdata"/><Relationship Id="rId75" Type="http://schemas.openxmlformats.org/officeDocument/2006/relationships/font" Target="fonts/font18.fntdata"/><Relationship Id="rId83" Type="http://schemas.openxmlformats.org/officeDocument/2006/relationships/font" Target="fonts/font26.fntdata"/><Relationship Id="rId88" Type="http://schemas.openxmlformats.org/officeDocument/2006/relationships/font" Target="fonts/font31.fntdata"/><Relationship Id="rId91" Type="http://schemas.openxmlformats.org/officeDocument/2006/relationships/font" Target="fonts/font34.fntdata"/><Relationship Id="rId96" Type="http://schemas.openxmlformats.org/officeDocument/2006/relationships/font" Target="fonts/font39.fntdata"/><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notesMaster" Target="notesMasters/notesMaster1.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font" Target="fonts/font3.fntdata"/><Relationship Id="rId65" Type="http://schemas.openxmlformats.org/officeDocument/2006/relationships/font" Target="fonts/font8.fntdata"/><Relationship Id="rId73" Type="http://schemas.openxmlformats.org/officeDocument/2006/relationships/font" Target="fonts/font16.fntdata"/><Relationship Id="rId78" Type="http://schemas.openxmlformats.org/officeDocument/2006/relationships/font" Target="fonts/font21.fntdata"/><Relationship Id="rId81" Type="http://schemas.openxmlformats.org/officeDocument/2006/relationships/font" Target="fonts/font24.fntdata"/><Relationship Id="rId86" Type="http://schemas.openxmlformats.org/officeDocument/2006/relationships/font" Target="fonts/font29.fntdata"/><Relationship Id="rId94" Type="http://schemas.openxmlformats.org/officeDocument/2006/relationships/font" Target="fonts/font37.fntdata"/><Relationship Id="rId99" Type="http://schemas.openxmlformats.org/officeDocument/2006/relationships/font" Target="fonts/font42.fntdata"/><Relationship Id="rId101" Type="http://schemas.openxmlformats.org/officeDocument/2006/relationships/font" Target="fonts/font44.fntdata"/><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font" Target="fonts/font19.fntdata"/><Relationship Id="rId97" Type="http://schemas.openxmlformats.org/officeDocument/2006/relationships/font" Target="fonts/font40.fntdata"/><Relationship Id="rId104" Type="http://schemas.openxmlformats.org/officeDocument/2006/relationships/theme" Target="theme/theme1.xml"/><Relationship Id="rId7" Type="http://schemas.openxmlformats.org/officeDocument/2006/relationships/slide" Target="slides/slide5.xml"/><Relationship Id="rId71" Type="http://schemas.openxmlformats.org/officeDocument/2006/relationships/font" Target="fonts/font14.fntdata"/><Relationship Id="rId92" Type="http://schemas.openxmlformats.org/officeDocument/2006/relationships/font" Target="fonts/font35.fntdata"/><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font" Target="fonts/font9.fntdata"/><Relationship Id="rId87" Type="http://schemas.openxmlformats.org/officeDocument/2006/relationships/font" Target="fonts/font30.fntdata"/><Relationship Id="rId61" Type="http://schemas.openxmlformats.org/officeDocument/2006/relationships/font" Target="fonts/font4.fntdata"/><Relationship Id="rId82" Type="http://schemas.openxmlformats.org/officeDocument/2006/relationships/font" Target="fonts/font25.fntdata"/><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font" Target="fonts/font20.fntdata"/><Relationship Id="rId100" Type="http://schemas.openxmlformats.org/officeDocument/2006/relationships/font" Target="fonts/font43.fntdata"/><Relationship Id="rId105" Type="http://schemas.openxmlformats.org/officeDocument/2006/relationships/tableStyles" Target="tableStyles.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font" Target="fonts/font15.fntdata"/><Relationship Id="rId93" Type="http://schemas.openxmlformats.org/officeDocument/2006/relationships/font" Target="fonts/font36.fntdata"/><Relationship Id="rId98" Type="http://schemas.openxmlformats.org/officeDocument/2006/relationships/font" Target="fonts/font41.fntdata"/><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font" Target="fonts/font10.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0"/>
        <p:cNvGrpSpPr/>
        <p:nvPr/>
      </p:nvGrpSpPr>
      <p:grpSpPr>
        <a:xfrm>
          <a:off x="0" y="0"/>
          <a:ext cx="0" cy="0"/>
          <a:chOff x="0" y="0"/>
          <a:chExt cx="0" cy="0"/>
        </a:xfrm>
      </p:grpSpPr>
      <p:sp>
        <p:nvSpPr>
          <p:cNvPr id="751" name="Google Shape;751;g4dfce81f19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2" name="Google Shape;752;g4dfce81f19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p:cNvGrpSpPr/>
        <p:nvPr/>
      </p:nvGrpSpPr>
      <p:grpSpPr>
        <a:xfrm>
          <a:off x="0" y="0"/>
          <a:ext cx="0" cy="0"/>
          <a:chOff x="0" y="0"/>
          <a:chExt cx="0" cy="0"/>
        </a:xfrm>
      </p:grpSpPr>
      <p:sp>
        <p:nvSpPr>
          <p:cNvPr id="946" name="Google Shape;946;gd431007ba2_0_2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388756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5"/>
        <p:cNvGrpSpPr/>
        <p:nvPr/>
      </p:nvGrpSpPr>
      <p:grpSpPr>
        <a:xfrm>
          <a:off x="0" y="0"/>
          <a:ext cx="0" cy="0"/>
          <a:chOff x="0" y="0"/>
          <a:chExt cx="0" cy="0"/>
        </a:xfrm>
      </p:grpSpPr>
      <p:sp>
        <p:nvSpPr>
          <p:cNvPr id="1106" name="Google Shape;1106;g54dda1946d_6_3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7" name="Google Shape;1107;g54dda1946d_6_3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915204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2"/>
        <p:cNvGrpSpPr/>
        <p:nvPr/>
      </p:nvGrpSpPr>
      <p:grpSpPr>
        <a:xfrm>
          <a:off x="0" y="0"/>
          <a:ext cx="0" cy="0"/>
          <a:chOff x="0" y="0"/>
          <a:chExt cx="0" cy="0"/>
        </a:xfrm>
      </p:grpSpPr>
      <p:sp>
        <p:nvSpPr>
          <p:cNvPr id="963" name="Google Shape;963;g54dda1946d_6_3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4" name="Google Shape;964;g54dda1946d_6_3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1333949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9"/>
        <p:cNvGrpSpPr/>
        <p:nvPr/>
      </p:nvGrpSpPr>
      <p:grpSpPr>
        <a:xfrm>
          <a:off x="0" y="0"/>
          <a:ext cx="0" cy="0"/>
          <a:chOff x="0" y="0"/>
          <a:chExt cx="0" cy="0"/>
        </a:xfrm>
      </p:grpSpPr>
      <p:sp>
        <p:nvSpPr>
          <p:cNvPr id="1100" name="Google Shape;1100;g3484897fde9_0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1" name="Google Shape;1101;g3484897fde9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4570005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p:cNvGrpSpPr/>
        <p:nvPr/>
      </p:nvGrpSpPr>
      <p:grpSpPr>
        <a:xfrm>
          <a:off x="0" y="0"/>
          <a:ext cx="0" cy="0"/>
          <a:chOff x="0" y="0"/>
          <a:chExt cx="0" cy="0"/>
        </a:xfrm>
      </p:grpSpPr>
      <p:sp>
        <p:nvSpPr>
          <p:cNvPr id="946" name="Google Shape;946;gd431007ba2_0_2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9113752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6"/>
        <p:cNvGrpSpPr/>
        <p:nvPr/>
      </p:nvGrpSpPr>
      <p:grpSpPr>
        <a:xfrm>
          <a:off x="0" y="0"/>
          <a:ext cx="0" cy="0"/>
          <a:chOff x="0" y="0"/>
          <a:chExt cx="0" cy="0"/>
        </a:xfrm>
      </p:grpSpPr>
      <p:sp>
        <p:nvSpPr>
          <p:cNvPr id="937" name="Google Shape;937;gd431007ba2_0_2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8" name="Google Shape;938;gd431007ba2_0_2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p:cNvGrpSpPr/>
        <p:nvPr/>
      </p:nvGrpSpPr>
      <p:grpSpPr>
        <a:xfrm>
          <a:off x="0" y="0"/>
          <a:ext cx="0" cy="0"/>
          <a:chOff x="0" y="0"/>
          <a:chExt cx="0" cy="0"/>
        </a:xfrm>
      </p:grpSpPr>
      <p:sp>
        <p:nvSpPr>
          <p:cNvPr id="946" name="Google Shape;946;gd431007ba2_0_2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2"/>
        <p:cNvGrpSpPr/>
        <p:nvPr/>
      </p:nvGrpSpPr>
      <p:grpSpPr>
        <a:xfrm>
          <a:off x="0" y="0"/>
          <a:ext cx="0" cy="0"/>
          <a:chOff x="0" y="0"/>
          <a:chExt cx="0" cy="0"/>
        </a:xfrm>
      </p:grpSpPr>
      <p:sp>
        <p:nvSpPr>
          <p:cNvPr id="963" name="Google Shape;963;g54dda1946d_6_3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4" name="Google Shape;964;g54dda1946d_6_3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4"/>
        <p:cNvGrpSpPr/>
        <p:nvPr/>
      </p:nvGrpSpPr>
      <p:grpSpPr>
        <a:xfrm>
          <a:off x="0" y="0"/>
          <a:ext cx="0" cy="0"/>
          <a:chOff x="0" y="0"/>
          <a:chExt cx="0" cy="0"/>
        </a:xfrm>
      </p:grpSpPr>
      <p:sp>
        <p:nvSpPr>
          <p:cNvPr id="1015" name="Google Shape;1015;g54dda1946d_6_30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6" name="Google Shape;1016;g54dda1946d_6_3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9"/>
        <p:cNvGrpSpPr/>
        <p:nvPr/>
      </p:nvGrpSpPr>
      <p:grpSpPr>
        <a:xfrm>
          <a:off x="0" y="0"/>
          <a:ext cx="0" cy="0"/>
          <a:chOff x="0" y="0"/>
          <a:chExt cx="0" cy="0"/>
        </a:xfrm>
      </p:grpSpPr>
      <p:sp>
        <p:nvSpPr>
          <p:cNvPr id="1100" name="Google Shape;1100;g3484897fde9_0_2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1" name="Google Shape;1101;g3484897fde9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5"/>
        <p:cNvGrpSpPr/>
        <p:nvPr/>
      </p:nvGrpSpPr>
      <p:grpSpPr>
        <a:xfrm>
          <a:off x="0" y="0"/>
          <a:ext cx="0" cy="0"/>
          <a:chOff x="0" y="0"/>
          <a:chExt cx="0" cy="0"/>
        </a:xfrm>
      </p:grpSpPr>
      <p:sp>
        <p:nvSpPr>
          <p:cNvPr id="1106" name="Google Shape;1106;g54dda1946d_6_33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7" name="Google Shape;1107;g54dda1946d_6_3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0"/>
        <p:cNvGrpSpPr/>
        <p:nvPr/>
      </p:nvGrpSpPr>
      <p:grpSpPr>
        <a:xfrm>
          <a:off x="0" y="0"/>
          <a:ext cx="0" cy="0"/>
          <a:chOff x="0" y="0"/>
          <a:chExt cx="0" cy="0"/>
        </a:xfrm>
      </p:grpSpPr>
      <p:sp>
        <p:nvSpPr>
          <p:cNvPr id="1131" name="Google Shape;1131;g184d99d1a72_0_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2" name="Google Shape;1132;g184d99d1a72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1"/>
        <p:cNvGrpSpPr/>
        <p:nvPr/>
      </p:nvGrpSpPr>
      <p:grpSpPr>
        <a:xfrm>
          <a:off x="0" y="0"/>
          <a:ext cx="0" cy="0"/>
          <a:chOff x="0" y="0"/>
          <a:chExt cx="0" cy="0"/>
        </a:xfrm>
      </p:grpSpPr>
      <p:sp>
        <p:nvSpPr>
          <p:cNvPr id="1142" name="Google Shape;1142;g184d99d1a72_0_5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43" name="Google Shape;1143;g184d99d1a72_0_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4"/>
        <p:cNvGrpSpPr/>
        <p:nvPr/>
      </p:nvGrpSpPr>
      <p:grpSpPr>
        <a:xfrm>
          <a:off x="0" y="0"/>
          <a:ext cx="0" cy="0"/>
          <a:chOff x="0" y="0"/>
          <a:chExt cx="0" cy="0"/>
        </a:xfrm>
      </p:grpSpPr>
      <p:sp>
        <p:nvSpPr>
          <p:cNvPr id="1155" name="Google Shape;1155;g184d99d1a72_0_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6" name="Google Shape;1156;g184d99d1a72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1"/>
        <p:cNvGrpSpPr/>
        <p:nvPr/>
      </p:nvGrpSpPr>
      <p:grpSpPr>
        <a:xfrm>
          <a:off x="0" y="0"/>
          <a:ext cx="0" cy="0"/>
          <a:chOff x="0" y="0"/>
          <a:chExt cx="0" cy="0"/>
        </a:xfrm>
      </p:grpSpPr>
      <p:sp>
        <p:nvSpPr>
          <p:cNvPr id="1172" name="Google Shape;1172;g54dda1946d_4_273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73" name="Google Shape;1173;g54dda1946d_4_27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0"/>
        <p:cNvGrpSpPr/>
        <p:nvPr/>
      </p:nvGrpSpPr>
      <p:grpSpPr>
        <a:xfrm>
          <a:off x="0" y="0"/>
          <a:ext cx="0" cy="0"/>
          <a:chOff x="0" y="0"/>
          <a:chExt cx="0" cy="0"/>
        </a:xfrm>
      </p:grpSpPr>
      <p:sp>
        <p:nvSpPr>
          <p:cNvPr id="1291" name="Google Shape;1291;g54dda1946d_4_272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2" name="Google Shape;1292;g54dda1946d_4_27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2"/>
        <p:cNvGrpSpPr/>
        <p:nvPr/>
      </p:nvGrpSpPr>
      <p:grpSpPr>
        <a:xfrm>
          <a:off x="0" y="0"/>
          <a:ext cx="0" cy="0"/>
          <a:chOff x="0" y="0"/>
          <a:chExt cx="0" cy="0"/>
        </a:xfrm>
      </p:grpSpPr>
      <p:sp>
        <p:nvSpPr>
          <p:cNvPr id="1303" name="Google Shape;1303;g216241d4a31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4" name="Google Shape;1304;g216241d4a3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1"/>
        <p:cNvGrpSpPr/>
        <p:nvPr/>
      </p:nvGrpSpPr>
      <p:grpSpPr>
        <a:xfrm>
          <a:off x="0" y="0"/>
          <a:ext cx="0" cy="0"/>
          <a:chOff x="0" y="0"/>
          <a:chExt cx="0" cy="0"/>
        </a:xfrm>
      </p:grpSpPr>
      <p:sp>
        <p:nvSpPr>
          <p:cNvPr id="1322" name="Google Shape;1322;g54dda1946d_4_27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23" name="Google Shape;1323;g54dda1946d_4_27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7"/>
        <p:cNvGrpSpPr/>
        <p:nvPr/>
      </p:nvGrpSpPr>
      <p:grpSpPr>
        <a:xfrm>
          <a:off x="0" y="0"/>
          <a:ext cx="0" cy="0"/>
          <a:chOff x="0" y="0"/>
          <a:chExt cx="0" cy="0"/>
        </a:xfrm>
      </p:grpSpPr>
      <p:sp>
        <p:nvSpPr>
          <p:cNvPr id="1328" name="Google Shape;1328;g190cccfa97d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29" name="Google Shape;1329;g190cccfa97d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1"/>
        <p:cNvGrpSpPr/>
        <p:nvPr/>
      </p:nvGrpSpPr>
      <p:grpSpPr>
        <a:xfrm>
          <a:off x="0" y="0"/>
          <a:ext cx="0" cy="0"/>
          <a:chOff x="0" y="0"/>
          <a:chExt cx="0" cy="0"/>
        </a:xfrm>
      </p:grpSpPr>
      <p:sp>
        <p:nvSpPr>
          <p:cNvPr id="1382" name="Google Shape;1382;g54dda1946d_4_272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3" name="Google Shape;1383;g54dda1946d_4_27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7"/>
        <p:cNvGrpSpPr/>
        <p:nvPr/>
      </p:nvGrpSpPr>
      <p:grpSpPr>
        <a:xfrm>
          <a:off x="0" y="0"/>
          <a:ext cx="0" cy="0"/>
          <a:chOff x="0" y="0"/>
          <a:chExt cx="0" cy="0"/>
        </a:xfrm>
      </p:grpSpPr>
      <p:sp>
        <p:nvSpPr>
          <p:cNvPr id="1418" name="Google Shape;1418;g172b1845856_1_19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9" name="Google Shape;1419;g172b1845856_1_19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5"/>
        <p:cNvGrpSpPr/>
        <p:nvPr/>
      </p:nvGrpSpPr>
      <p:grpSpPr>
        <a:xfrm>
          <a:off x="0" y="0"/>
          <a:ext cx="0" cy="0"/>
          <a:chOff x="0" y="0"/>
          <a:chExt cx="0" cy="0"/>
        </a:xfrm>
      </p:grpSpPr>
      <p:sp>
        <p:nvSpPr>
          <p:cNvPr id="1446" name="Google Shape;1446;g216241d4a31_0_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7" name="Google Shape;1447;g216241d4a31_0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5"/>
        <p:cNvGrpSpPr/>
        <p:nvPr/>
      </p:nvGrpSpPr>
      <p:grpSpPr>
        <a:xfrm>
          <a:off x="0" y="0"/>
          <a:ext cx="0" cy="0"/>
          <a:chOff x="0" y="0"/>
          <a:chExt cx="0" cy="0"/>
        </a:xfrm>
      </p:grpSpPr>
      <p:sp>
        <p:nvSpPr>
          <p:cNvPr id="1466" name="Google Shape;1466;g1869d044d76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67" name="Google Shape;1467;g1869d044d76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71"/>
        <p:cNvGrpSpPr/>
        <p:nvPr/>
      </p:nvGrpSpPr>
      <p:grpSpPr>
        <a:xfrm>
          <a:off x="0" y="0"/>
          <a:ext cx="0" cy="0"/>
          <a:chOff x="0" y="0"/>
          <a:chExt cx="0" cy="0"/>
        </a:xfrm>
      </p:grpSpPr>
      <p:sp>
        <p:nvSpPr>
          <p:cNvPr id="1472" name="Google Shape;1472;g16bb02b2657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3" name="Google Shape;1473;g16bb02b2657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5"/>
        <p:cNvGrpSpPr/>
        <p:nvPr/>
      </p:nvGrpSpPr>
      <p:grpSpPr>
        <a:xfrm>
          <a:off x="0" y="0"/>
          <a:ext cx="0" cy="0"/>
          <a:chOff x="0" y="0"/>
          <a:chExt cx="0" cy="0"/>
        </a:xfrm>
      </p:grpSpPr>
      <p:sp>
        <p:nvSpPr>
          <p:cNvPr id="1486" name="Google Shape;1486;g135e18421cc_13_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7" name="Google Shape;1487;g135e18421cc_13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3"/>
        <p:cNvGrpSpPr/>
        <p:nvPr/>
      </p:nvGrpSpPr>
      <p:grpSpPr>
        <a:xfrm>
          <a:off x="0" y="0"/>
          <a:ext cx="0" cy="0"/>
          <a:chOff x="0" y="0"/>
          <a:chExt cx="0" cy="0"/>
        </a:xfrm>
      </p:grpSpPr>
      <p:sp>
        <p:nvSpPr>
          <p:cNvPr id="1634" name="Google Shape;1634;g2935051597d_0_4059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5" name="Google Shape;1635;g2935051597d_0_4059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6"/>
        <p:cNvGrpSpPr/>
        <p:nvPr/>
      </p:nvGrpSpPr>
      <p:grpSpPr>
        <a:xfrm>
          <a:off x="0" y="0"/>
          <a:ext cx="0" cy="0"/>
          <a:chOff x="0" y="0"/>
          <a:chExt cx="0" cy="0"/>
        </a:xfrm>
      </p:grpSpPr>
      <p:sp>
        <p:nvSpPr>
          <p:cNvPr id="1907" name="Google Shape;1907;g2935051597d_0_4060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08" name="Google Shape;1908;g2935051597d_0_406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2"/>
        <p:cNvGrpSpPr/>
        <p:nvPr/>
      </p:nvGrpSpPr>
      <p:grpSpPr>
        <a:xfrm>
          <a:off x="0" y="0"/>
          <a:ext cx="0" cy="0"/>
          <a:chOff x="0" y="0"/>
          <a:chExt cx="0" cy="0"/>
        </a:xfrm>
      </p:grpSpPr>
      <p:sp>
        <p:nvSpPr>
          <p:cNvPr id="1913" name="Google Shape;1913;g2935051597d_0_2067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14" name="Google Shape;1914;g2935051597d_0_206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8"/>
        <p:cNvGrpSpPr/>
        <p:nvPr/>
      </p:nvGrpSpPr>
      <p:grpSpPr>
        <a:xfrm>
          <a:off x="0" y="0"/>
          <a:ext cx="0" cy="0"/>
          <a:chOff x="0" y="0"/>
          <a:chExt cx="0" cy="0"/>
        </a:xfrm>
      </p:grpSpPr>
      <p:sp>
        <p:nvSpPr>
          <p:cNvPr id="1919" name="Google Shape;1919;g2935051597d_0_2067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20" name="Google Shape;1920;g2935051597d_0_206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4"/>
        <p:cNvGrpSpPr/>
        <p:nvPr/>
      </p:nvGrpSpPr>
      <p:grpSpPr>
        <a:xfrm>
          <a:off x="0" y="0"/>
          <a:ext cx="0" cy="0"/>
          <a:chOff x="0" y="0"/>
          <a:chExt cx="0" cy="0"/>
        </a:xfrm>
      </p:grpSpPr>
      <p:sp>
        <p:nvSpPr>
          <p:cNvPr id="1925" name="Google Shape;1925;g2935051597d_0_2068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26" name="Google Shape;1926;g2935051597d_0_206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0"/>
        <p:cNvGrpSpPr/>
        <p:nvPr/>
      </p:nvGrpSpPr>
      <p:grpSpPr>
        <a:xfrm>
          <a:off x="0" y="0"/>
          <a:ext cx="0" cy="0"/>
          <a:chOff x="0" y="0"/>
          <a:chExt cx="0" cy="0"/>
        </a:xfrm>
      </p:grpSpPr>
      <p:sp>
        <p:nvSpPr>
          <p:cNvPr id="1951" name="Google Shape;1951;g2935051597d_0_2070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52" name="Google Shape;1952;g2935051597d_0_207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6"/>
        <p:cNvGrpSpPr/>
        <p:nvPr/>
      </p:nvGrpSpPr>
      <p:grpSpPr>
        <a:xfrm>
          <a:off x="0" y="0"/>
          <a:ext cx="0" cy="0"/>
          <a:chOff x="0" y="0"/>
          <a:chExt cx="0" cy="0"/>
        </a:xfrm>
      </p:grpSpPr>
      <p:sp>
        <p:nvSpPr>
          <p:cNvPr id="1967" name="Google Shape;1967;g2935051597d_0_2072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68" name="Google Shape;1968;g2935051597d_0_207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5"/>
        <p:cNvGrpSpPr/>
        <p:nvPr/>
      </p:nvGrpSpPr>
      <p:grpSpPr>
        <a:xfrm>
          <a:off x="0" y="0"/>
          <a:ext cx="0" cy="0"/>
          <a:chOff x="0" y="0"/>
          <a:chExt cx="0" cy="0"/>
        </a:xfrm>
      </p:grpSpPr>
      <p:sp>
        <p:nvSpPr>
          <p:cNvPr id="2306" name="Google Shape;2306;g2935051597d_0_2105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07" name="Google Shape;2307;g2935051597d_0_210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6"/>
        <p:cNvGrpSpPr/>
        <p:nvPr/>
      </p:nvGrpSpPr>
      <p:grpSpPr>
        <a:xfrm>
          <a:off x="0" y="0"/>
          <a:ext cx="0" cy="0"/>
          <a:chOff x="0" y="0"/>
          <a:chExt cx="0" cy="0"/>
        </a:xfrm>
      </p:grpSpPr>
      <p:sp>
        <p:nvSpPr>
          <p:cNvPr id="4507" name="Google Shape;4507;g2935051597d_0_2325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08" name="Google Shape;4508;g2935051597d_0_232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25"/>
        <p:cNvGrpSpPr/>
        <p:nvPr/>
      </p:nvGrpSpPr>
      <p:grpSpPr>
        <a:xfrm>
          <a:off x="0" y="0"/>
          <a:ext cx="0" cy="0"/>
          <a:chOff x="0" y="0"/>
          <a:chExt cx="0" cy="0"/>
        </a:xfrm>
      </p:grpSpPr>
      <p:sp>
        <p:nvSpPr>
          <p:cNvPr id="4926" name="Google Shape;4926;g2935051597d_0_236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27" name="Google Shape;4927;g2935051597d_0_236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95"/>
        <p:cNvGrpSpPr/>
        <p:nvPr/>
      </p:nvGrpSpPr>
      <p:grpSpPr>
        <a:xfrm>
          <a:off x="0" y="0"/>
          <a:ext cx="0" cy="0"/>
          <a:chOff x="0" y="0"/>
          <a:chExt cx="0" cy="0"/>
        </a:xfrm>
      </p:grpSpPr>
      <p:sp>
        <p:nvSpPr>
          <p:cNvPr id="5096" name="Google Shape;5096;g2935051597d_0_2384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97" name="Google Shape;5097;g2935051597d_0_238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00"/>
        <p:cNvGrpSpPr/>
        <p:nvPr/>
      </p:nvGrpSpPr>
      <p:grpSpPr>
        <a:xfrm>
          <a:off x="0" y="0"/>
          <a:ext cx="0" cy="0"/>
          <a:chOff x="0" y="0"/>
          <a:chExt cx="0" cy="0"/>
        </a:xfrm>
      </p:grpSpPr>
      <p:sp>
        <p:nvSpPr>
          <p:cNvPr id="5501" name="Google Shape;5501;g2935051597d_0_2425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02" name="Google Shape;5502;g2935051597d_0_242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80"/>
        <p:cNvGrpSpPr/>
        <p:nvPr/>
      </p:nvGrpSpPr>
      <p:grpSpPr>
        <a:xfrm>
          <a:off x="0" y="0"/>
          <a:ext cx="0" cy="0"/>
          <a:chOff x="0" y="0"/>
          <a:chExt cx="0" cy="0"/>
        </a:xfrm>
      </p:grpSpPr>
      <p:sp>
        <p:nvSpPr>
          <p:cNvPr id="5881" name="Google Shape;5881;g2935051597d_0_2462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82" name="Google Shape;5882;g2935051597d_0_246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57"/>
        <p:cNvGrpSpPr/>
        <p:nvPr/>
      </p:nvGrpSpPr>
      <p:grpSpPr>
        <a:xfrm>
          <a:off x="0" y="0"/>
          <a:ext cx="0" cy="0"/>
          <a:chOff x="0" y="0"/>
          <a:chExt cx="0" cy="0"/>
        </a:xfrm>
      </p:grpSpPr>
      <p:sp>
        <p:nvSpPr>
          <p:cNvPr id="6658" name="Google Shape;6658;g2935051597d_0_2540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59" name="Google Shape;6659;g2935051597d_0_254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64"/>
        <p:cNvGrpSpPr/>
        <p:nvPr/>
      </p:nvGrpSpPr>
      <p:grpSpPr>
        <a:xfrm>
          <a:off x="0" y="0"/>
          <a:ext cx="0" cy="0"/>
          <a:chOff x="0" y="0"/>
          <a:chExt cx="0" cy="0"/>
        </a:xfrm>
      </p:grpSpPr>
      <p:sp>
        <p:nvSpPr>
          <p:cNvPr id="8065" name="Google Shape;8065;g2935051597d_0_2681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66" name="Google Shape;8066;g2935051597d_0_268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58"/>
        <p:cNvGrpSpPr/>
        <p:nvPr/>
      </p:nvGrpSpPr>
      <p:grpSpPr>
        <a:xfrm>
          <a:off x="0" y="0"/>
          <a:ext cx="0" cy="0"/>
          <a:chOff x="0" y="0"/>
          <a:chExt cx="0" cy="0"/>
        </a:xfrm>
      </p:grpSpPr>
      <p:sp>
        <p:nvSpPr>
          <p:cNvPr id="10459" name="Google Shape;10459;g2935051597d_0_2920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60" name="Google Shape;10460;g2935051597d_0_292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72"/>
        <p:cNvGrpSpPr/>
        <p:nvPr/>
      </p:nvGrpSpPr>
      <p:grpSpPr>
        <a:xfrm>
          <a:off x="0" y="0"/>
          <a:ext cx="0" cy="0"/>
          <a:chOff x="0" y="0"/>
          <a:chExt cx="0" cy="0"/>
        </a:xfrm>
      </p:grpSpPr>
      <p:sp>
        <p:nvSpPr>
          <p:cNvPr id="12473" name="Google Shape;12473;g2935051597d_0_3121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474" name="Google Shape;12474;g2935051597d_0_312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08"/>
        <p:cNvGrpSpPr/>
        <p:nvPr/>
      </p:nvGrpSpPr>
      <p:grpSpPr>
        <a:xfrm>
          <a:off x="0" y="0"/>
          <a:ext cx="0" cy="0"/>
          <a:chOff x="0" y="0"/>
          <a:chExt cx="0" cy="0"/>
        </a:xfrm>
      </p:grpSpPr>
      <p:sp>
        <p:nvSpPr>
          <p:cNvPr id="14109" name="Google Shape;14109;g2935051597d_0_3285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10" name="Google Shape;14110;g2935051597d_0_328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50"/>
        <p:cNvGrpSpPr/>
        <p:nvPr/>
      </p:nvGrpSpPr>
      <p:grpSpPr>
        <a:xfrm>
          <a:off x="0" y="0"/>
          <a:ext cx="0" cy="0"/>
          <a:chOff x="0" y="0"/>
          <a:chExt cx="0" cy="0"/>
        </a:xfrm>
      </p:grpSpPr>
      <p:sp>
        <p:nvSpPr>
          <p:cNvPr id="15151" name="Google Shape;15151;g2935051597d_0_3389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52" name="Google Shape;15152;g2935051597d_0_338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93"/>
        <p:cNvGrpSpPr/>
        <p:nvPr/>
      </p:nvGrpSpPr>
      <p:grpSpPr>
        <a:xfrm>
          <a:off x="0" y="0"/>
          <a:ext cx="0" cy="0"/>
          <a:chOff x="0" y="0"/>
          <a:chExt cx="0" cy="0"/>
        </a:xfrm>
      </p:grpSpPr>
      <p:sp>
        <p:nvSpPr>
          <p:cNvPr id="16694" name="Google Shape;16694;g2935051597d_0_3940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695" name="Google Shape;16695;g2935051597d_0_394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hyperlink" Target="http://bit.ly/2TtBDfr" TargetMode="External"/><Relationship Id="rId2" Type="http://schemas.openxmlformats.org/officeDocument/2006/relationships/hyperlink" Target="https://bit.ly/3A1uf1Q" TargetMode="External"/><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713225" y="1144500"/>
            <a:ext cx="4112100" cy="2378700"/>
          </a:xfrm>
          <a:prstGeom prst="rect">
            <a:avLst/>
          </a:prstGeom>
        </p:spPr>
        <p:txBody>
          <a:bodyPr spcFirstLastPara="1" wrap="square" lIns="91425" tIns="91425" rIns="91425" bIns="91425" anchor="b" anchorCtr="0">
            <a:noAutofit/>
          </a:bodyPr>
          <a:lstStyle>
            <a:lvl1pPr lvl="0">
              <a:spcBef>
                <a:spcPts val="0"/>
              </a:spcBef>
              <a:spcAft>
                <a:spcPts val="0"/>
              </a:spcAft>
              <a:buClr>
                <a:srgbClr val="191919"/>
              </a:buClr>
              <a:buSzPts val="5200"/>
              <a:buNone/>
              <a:defRPr sz="5000">
                <a:latin typeface="Epilogue"/>
                <a:ea typeface="Epilogue"/>
                <a:cs typeface="Epilogue"/>
                <a:sym typeface="Epilogue"/>
              </a:defRPr>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a:endParaRPr/>
          </a:p>
        </p:txBody>
      </p:sp>
      <p:sp>
        <p:nvSpPr>
          <p:cNvPr id="10" name="Google Shape;10;p2"/>
          <p:cNvSpPr txBox="1">
            <a:spLocks noGrp="1"/>
          </p:cNvSpPr>
          <p:nvPr>
            <p:ph type="subTitle" idx="1"/>
          </p:nvPr>
        </p:nvSpPr>
        <p:spPr>
          <a:xfrm>
            <a:off x="713225" y="3523200"/>
            <a:ext cx="4112100" cy="4758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200"/>
              <a:buNone/>
              <a:defRPr sz="1600">
                <a:solidFill>
                  <a:schemeClr val="dk1"/>
                </a:solidFill>
                <a:latin typeface="Lato"/>
                <a:ea typeface="Lato"/>
                <a:cs typeface="Lato"/>
                <a:sym typeface="Lato"/>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a:p>
        </p:txBody>
      </p:sp>
      <p:sp>
        <p:nvSpPr>
          <p:cNvPr id="11" name="Google Shape;11;p2"/>
          <p:cNvSpPr/>
          <p:nvPr/>
        </p:nvSpPr>
        <p:spPr>
          <a:xfrm rot="10800000">
            <a:off x="-1604593" y="-845132"/>
            <a:ext cx="3281418" cy="2132806"/>
          </a:xfrm>
          <a:custGeom>
            <a:avLst/>
            <a:gdLst/>
            <a:ahLst/>
            <a:cxnLst/>
            <a:rect l="l" t="t" r="r" b="b"/>
            <a:pathLst>
              <a:path w="38869" h="30330" extrusionOk="0">
                <a:moveTo>
                  <a:pt x="24297" y="1"/>
                </a:moveTo>
                <a:cubicBezTo>
                  <a:pt x="23576" y="1"/>
                  <a:pt x="22813" y="81"/>
                  <a:pt x="22018" y="271"/>
                </a:cubicBezTo>
                <a:cubicBezTo>
                  <a:pt x="16904" y="1494"/>
                  <a:pt x="14626" y="5778"/>
                  <a:pt x="11611" y="8671"/>
                </a:cubicBezTo>
                <a:cubicBezTo>
                  <a:pt x="10032" y="10186"/>
                  <a:pt x="7766" y="10684"/>
                  <a:pt x="5916" y="11826"/>
                </a:cubicBezTo>
                <a:cubicBezTo>
                  <a:pt x="0" y="15481"/>
                  <a:pt x="539" y="24197"/>
                  <a:pt x="4874" y="27639"/>
                </a:cubicBezTo>
                <a:cubicBezTo>
                  <a:pt x="7150" y="29445"/>
                  <a:pt x="9815" y="30330"/>
                  <a:pt x="12976" y="30330"/>
                </a:cubicBezTo>
                <a:cubicBezTo>
                  <a:pt x="15025" y="30330"/>
                  <a:pt x="17282" y="29958"/>
                  <a:pt x="19778" y="29225"/>
                </a:cubicBezTo>
                <a:cubicBezTo>
                  <a:pt x="26123" y="27360"/>
                  <a:pt x="30656" y="26268"/>
                  <a:pt x="34763" y="20412"/>
                </a:cubicBezTo>
                <a:cubicBezTo>
                  <a:pt x="38869" y="14558"/>
                  <a:pt x="35544" y="6859"/>
                  <a:pt x="30907" y="2368"/>
                </a:cubicBezTo>
                <a:cubicBezTo>
                  <a:pt x="30907" y="2368"/>
                  <a:pt x="28215" y="1"/>
                  <a:pt x="24297" y="1"/>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p:nvPr/>
        </p:nvSpPr>
        <p:spPr>
          <a:xfrm rot="-9899992" flipH="1">
            <a:off x="-1515196" y="4121356"/>
            <a:ext cx="3953580" cy="1921771"/>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4047175" y="2571975"/>
            <a:ext cx="4383600" cy="841800"/>
          </a:xfrm>
          <a:prstGeom prst="rect">
            <a:avLst/>
          </a:prstGeom>
        </p:spPr>
        <p:txBody>
          <a:bodyPr spcFirstLastPara="1" wrap="square" lIns="91425" tIns="91425" rIns="91425" bIns="91425" anchor="t" anchorCtr="0">
            <a:noAutofit/>
          </a:bodyPr>
          <a:lstStyle>
            <a:lvl1pPr lvl="0">
              <a:spcBef>
                <a:spcPts val="0"/>
              </a:spcBef>
              <a:spcAft>
                <a:spcPts val="0"/>
              </a:spcAft>
              <a:buSzPts val="3600"/>
              <a:buNone/>
              <a:defRPr sz="48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title" idx="2" hasCustomPrompt="1"/>
          </p:nvPr>
        </p:nvSpPr>
        <p:spPr>
          <a:xfrm>
            <a:off x="4047175" y="1321975"/>
            <a:ext cx="1235700" cy="841800"/>
          </a:xfrm>
          <a:prstGeom prst="rect">
            <a:avLst/>
          </a:prstGeom>
          <a:noFill/>
        </p:spPr>
        <p:txBody>
          <a:bodyPr spcFirstLastPara="1" wrap="square" lIns="91425" tIns="91425" rIns="91425" bIns="91425" anchor="b" anchorCtr="0">
            <a:noAutofit/>
          </a:bodyPr>
          <a:lstStyle>
            <a:lvl1pPr lvl="0" algn="ctr" rtl="0">
              <a:spcBef>
                <a:spcPts val="0"/>
              </a:spcBef>
              <a:spcAft>
                <a:spcPts val="0"/>
              </a:spcAft>
              <a:buSzPts val="6000"/>
              <a:buNone/>
              <a:defRPr sz="6000"/>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16" name="Google Shape;16;p3"/>
          <p:cNvSpPr>
            <a:spLocks noGrp="1"/>
          </p:cNvSpPr>
          <p:nvPr>
            <p:ph type="pic" idx="3"/>
          </p:nvPr>
        </p:nvSpPr>
        <p:spPr>
          <a:xfrm>
            <a:off x="484625" y="1076550"/>
            <a:ext cx="2990400" cy="2990400"/>
          </a:xfrm>
          <a:prstGeom prst="roundRect">
            <a:avLst>
              <a:gd name="adj" fmla="val 16667"/>
            </a:avLst>
          </a:prstGeom>
          <a:noFill/>
          <a:ln>
            <a:noFill/>
          </a:ln>
        </p:spPr>
      </p:sp>
      <p:sp>
        <p:nvSpPr>
          <p:cNvPr id="17" name="Google Shape;17;p3"/>
          <p:cNvSpPr/>
          <p:nvPr/>
        </p:nvSpPr>
        <p:spPr>
          <a:xfrm rot="-3263452" flipH="1">
            <a:off x="5847147" y="3927927"/>
            <a:ext cx="2997856" cy="2576292"/>
          </a:xfrm>
          <a:custGeom>
            <a:avLst/>
            <a:gdLst/>
            <a:ahLst/>
            <a:cxnLst/>
            <a:rect l="l" t="t" r="r" b="b"/>
            <a:pathLst>
              <a:path w="38869" h="30330" extrusionOk="0">
                <a:moveTo>
                  <a:pt x="24297" y="1"/>
                </a:moveTo>
                <a:cubicBezTo>
                  <a:pt x="23576" y="1"/>
                  <a:pt x="22813" y="81"/>
                  <a:pt x="22018" y="271"/>
                </a:cubicBezTo>
                <a:cubicBezTo>
                  <a:pt x="16904" y="1494"/>
                  <a:pt x="14626" y="5778"/>
                  <a:pt x="11611" y="8671"/>
                </a:cubicBezTo>
                <a:cubicBezTo>
                  <a:pt x="10032" y="10186"/>
                  <a:pt x="7766" y="10684"/>
                  <a:pt x="5916" y="11826"/>
                </a:cubicBezTo>
                <a:cubicBezTo>
                  <a:pt x="0" y="15481"/>
                  <a:pt x="539" y="24197"/>
                  <a:pt x="4874" y="27639"/>
                </a:cubicBezTo>
                <a:cubicBezTo>
                  <a:pt x="7150" y="29445"/>
                  <a:pt x="9815" y="30330"/>
                  <a:pt x="12976" y="30330"/>
                </a:cubicBezTo>
                <a:cubicBezTo>
                  <a:pt x="15025" y="30330"/>
                  <a:pt x="17282" y="29958"/>
                  <a:pt x="19778" y="29225"/>
                </a:cubicBezTo>
                <a:cubicBezTo>
                  <a:pt x="26123" y="27360"/>
                  <a:pt x="30656" y="26268"/>
                  <a:pt x="34763" y="20412"/>
                </a:cubicBezTo>
                <a:cubicBezTo>
                  <a:pt x="38869" y="14558"/>
                  <a:pt x="35544" y="6859"/>
                  <a:pt x="30907" y="2368"/>
                </a:cubicBezTo>
                <a:cubicBezTo>
                  <a:pt x="30907" y="2368"/>
                  <a:pt x="28215" y="1"/>
                  <a:pt x="24297" y="1"/>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3"/>
          <p:cNvSpPr/>
          <p:nvPr/>
        </p:nvSpPr>
        <p:spPr>
          <a:xfrm rot="460623" flipH="1">
            <a:off x="6387251" y="-1517085"/>
            <a:ext cx="4087061" cy="3304707"/>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3"/>
          <p:cNvSpPr/>
          <p:nvPr/>
        </p:nvSpPr>
        <p:spPr>
          <a:xfrm rot="-4592116" flipH="1">
            <a:off x="6189" y="113200"/>
            <a:ext cx="642877" cy="519829"/>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0"/>
        <p:cNvGrpSpPr/>
        <p:nvPr/>
      </p:nvGrpSpPr>
      <p:grpSpPr>
        <a:xfrm>
          <a:off x="0" y="0"/>
          <a:ext cx="0" cy="0"/>
          <a:chOff x="0" y="0"/>
          <a:chExt cx="0" cy="0"/>
        </a:xfrm>
      </p:grpSpPr>
      <p:sp>
        <p:nvSpPr>
          <p:cNvPr id="21" name="Google Shape;21;p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22" name="Google Shape;22;p4"/>
          <p:cNvSpPr txBox="1">
            <a:spLocks noGrp="1"/>
          </p:cNvSpPr>
          <p:nvPr>
            <p:ph type="body" idx="1"/>
          </p:nvPr>
        </p:nvSpPr>
        <p:spPr>
          <a:xfrm>
            <a:off x="720000" y="1215752"/>
            <a:ext cx="7704000" cy="3416400"/>
          </a:xfrm>
          <a:prstGeom prst="rect">
            <a:avLst/>
          </a:prstGeom>
        </p:spPr>
        <p:txBody>
          <a:bodyPr spcFirstLastPara="1" wrap="square" lIns="91425" tIns="91425" rIns="91425" bIns="91425" anchor="t" anchorCtr="0">
            <a:noAutofit/>
          </a:bodyPr>
          <a:lstStyle>
            <a:lvl1pPr marL="457200" lvl="0" indent="-304800" rtl="0">
              <a:lnSpc>
                <a:spcPct val="100000"/>
              </a:lnSpc>
              <a:spcBef>
                <a:spcPts val="0"/>
              </a:spcBef>
              <a:spcAft>
                <a:spcPts val="0"/>
              </a:spcAft>
              <a:buSzPts val="1200"/>
              <a:buFont typeface="Nunito Light"/>
              <a:buChar char="●"/>
              <a:defRPr/>
            </a:lvl1pPr>
            <a:lvl2pPr marL="914400" lvl="1" indent="-304800" rtl="0">
              <a:lnSpc>
                <a:spcPct val="100000"/>
              </a:lnSpc>
              <a:spcBef>
                <a:spcPts val="0"/>
              </a:spcBef>
              <a:spcAft>
                <a:spcPts val="0"/>
              </a:spcAft>
              <a:buSzPts val="1200"/>
              <a:buFont typeface="Nunito Light"/>
              <a:buChar char="○"/>
              <a:defRPr/>
            </a:lvl2pPr>
            <a:lvl3pPr marL="1371600" lvl="2" indent="-304800" rtl="0">
              <a:lnSpc>
                <a:spcPct val="100000"/>
              </a:lnSpc>
              <a:spcBef>
                <a:spcPts val="0"/>
              </a:spcBef>
              <a:spcAft>
                <a:spcPts val="0"/>
              </a:spcAft>
              <a:buSzPts val="1200"/>
              <a:buFont typeface="Nunito Light"/>
              <a:buChar char="■"/>
              <a:defRPr/>
            </a:lvl3pPr>
            <a:lvl4pPr marL="1828800" lvl="3" indent="-304800" rtl="0">
              <a:lnSpc>
                <a:spcPct val="100000"/>
              </a:lnSpc>
              <a:spcBef>
                <a:spcPts val="0"/>
              </a:spcBef>
              <a:spcAft>
                <a:spcPts val="0"/>
              </a:spcAft>
              <a:buSzPts val="1200"/>
              <a:buFont typeface="Nunito Light"/>
              <a:buChar char="●"/>
              <a:defRPr/>
            </a:lvl4pPr>
            <a:lvl5pPr marL="2286000" lvl="4" indent="-304800" rtl="0">
              <a:lnSpc>
                <a:spcPct val="100000"/>
              </a:lnSpc>
              <a:spcBef>
                <a:spcPts val="0"/>
              </a:spcBef>
              <a:spcAft>
                <a:spcPts val="0"/>
              </a:spcAft>
              <a:buSzPts val="1200"/>
              <a:buFont typeface="Nunito Light"/>
              <a:buChar char="○"/>
              <a:defRPr/>
            </a:lvl5pPr>
            <a:lvl6pPr marL="2743200" lvl="5" indent="-304800" rtl="0">
              <a:lnSpc>
                <a:spcPct val="100000"/>
              </a:lnSpc>
              <a:spcBef>
                <a:spcPts val="0"/>
              </a:spcBef>
              <a:spcAft>
                <a:spcPts val="0"/>
              </a:spcAft>
              <a:buSzPts val="1200"/>
              <a:buFont typeface="Nunito Light"/>
              <a:buChar char="■"/>
              <a:defRPr/>
            </a:lvl6pPr>
            <a:lvl7pPr marL="3200400" lvl="6" indent="-304800" rtl="0">
              <a:lnSpc>
                <a:spcPct val="100000"/>
              </a:lnSpc>
              <a:spcBef>
                <a:spcPts val="0"/>
              </a:spcBef>
              <a:spcAft>
                <a:spcPts val="0"/>
              </a:spcAft>
              <a:buSzPts val="1200"/>
              <a:buFont typeface="Nunito Light"/>
              <a:buChar char="●"/>
              <a:defRPr/>
            </a:lvl7pPr>
            <a:lvl8pPr marL="3657600" lvl="7" indent="-304800" rtl="0">
              <a:lnSpc>
                <a:spcPct val="100000"/>
              </a:lnSpc>
              <a:spcBef>
                <a:spcPts val="0"/>
              </a:spcBef>
              <a:spcAft>
                <a:spcPts val="0"/>
              </a:spcAft>
              <a:buSzPts val="1200"/>
              <a:buFont typeface="Nunito Light"/>
              <a:buChar char="○"/>
              <a:defRPr/>
            </a:lvl8pPr>
            <a:lvl9pPr marL="4114800" lvl="8" indent="-304800" rtl="0">
              <a:lnSpc>
                <a:spcPct val="100000"/>
              </a:lnSpc>
              <a:spcBef>
                <a:spcPts val="0"/>
              </a:spcBef>
              <a:spcAft>
                <a:spcPts val="0"/>
              </a:spcAft>
              <a:buSzPts val="1200"/>
              <a:buFont typeface="Nunito Light"/>
              <a:buChar char="■"/>
              <a:defRPr/>
            </a:lvl9pPr>
          </a:lstStyle>
          <a:p>
            <a:endParaRPr/>
          </a:p>
        </p:txBody>
      </p:sp>
      <p:sp>
        <p:nvSpPr>
          <p:cNvPr id="23" name="Google Shape;23;p4"/>
          <p:cNvSpPr/>
          <p:nvPr/>
        </p:nvSpPr>
        <p:spPr>
          <a:xfrm rot="-4014673" flipH="1">
            <a:off x="-1798429" y="-1029372"/>
            <a:ext cx="3158476" cy="2509636"/>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4"/>
          <p:cNvSpPr/>
          <p:nvPr/>
        </p:nvSpPr>
        <p:spPr>
          <a:xfrm flipH="1">
            <a:off x="8355841" y="2667287"/>
            <a:ext cx="734045" cy="45268"/>
          </a:xfrm>
          <a:custGeom>
            <a:avLst/>
            <a:gdLst/>
            <a:ahLst/>
            <a:cxnLst/>
            <a:rect l="l" t="t" r="r" b="b"/>
            <a:pathLst>
              <a:path w="824770" h="50863" extrusionOk="0">
                <a:moveTo>
                  <a:pt x="799338" y="50863"/>
                </a:moveTo>
                <a:lnTo>
                  <a:pt x="25432" y="50863"/>
                </a:lnTo>
                <a:cubicBezTo>
                  <a:pt x="11430" y="50863"/>
                  <a:pt x="0" y="39433"/>
                  <a:pt x="0" y="25432"/>
                </a:cubicBezTo>
                <a:lnTo>
                  <a:pt x="0" y="25432"/>
                </a:lnTo>
                <a:cubicBezTo>
                  <a:pt x="0" y="11430"/>
                  <a:pt x="11430" y="0"/>
                  <a:pt x="25432" y="0"/>
                </a:cubicBezTo>
                <a:lnTo>
                  <a:pt x="799338" y="0"/>
                </a:lnTo>
                <a:cubicBezTo>
                  <a:pt x="813339" y="0"/>
                  <a:pt x="824770" y="11430"/>
                  <a:pt x="824770" y="25432"/>
                </a:cubicBezTo>
                <a:lnTo>
                  <a:pt x="824770" y="25432"/>
                </a:lnTo>
                <a:cubicBezTo>
                  <a:pt x="824770" y="39433"/>
                  <a:pt x="813339" y="50863"/>
                  <a:pt x="799338" y="50863"/>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25" name="Google Shape;25;p4"/>
          <p:cNvGrpSpPr/>
          <p:nvPr/>
        </p:nvGrpSpPr>
        <p:grpSpPr>
          <a:xfrm flipH="1">
            <a:off x="8380540" y="1729933"/>
            <a:ext cx="668783" cy="959747"/>
            <a:chOff x="10519314" y="4728596"/>
            <a:chExt cx="751780" cy="1078731"/>
          </a:xfrm>
        </p:grpSpPr>
        <p:grpSp>
          <p:nvGrpSpPr>
            <p:cNvPr id="26" name="Google Shape;26;p4"/>
            <p:cNvGrpSpPr/>
            <p:nvPr/>
          </p:nvGrpSpPr>
          <p:grpSpPr>
            <a:xfrm>
              <a:off x="10519314" y="4728596"/>
              <a:ext cx="626662" cy="1078731"/>
              <a:chOff x="10519314" y="4728596"/>
              <a:chExt cx="626662" cy="1078731"/>
            </a:xfrm>
          </p:grpSpPr>
          <p:grpSp>
            <p:nvGrpSpPr>
              <p:cNvPr id="27" name="Google Shape;27;p4"/>
              <p:cNvGrpSpPr/>
              <p:nvPr/>
            </p:nvGrpSpPr>
            <p:grpSpPr>
              <a:xfrm>
                <a:off x="10903220" y="4888205"/>
                <a:ext cx="242756" cy="919122"/>
                <a:chOff x="10903220" y="4888205"/>
                <a:chExt cx="242756" cy="919122"/>
              </a:xfrm>
            </p:grpSpPr>
            <p:sp>
              <p:nvSpPr>
                <p:cNvPr id="28" name="Google Shape;28;p4"/>
                <p:cNvSpPr/>
                <p:nvPr/>
              </p:nvSpPr>
              <p:spPr>
                <a:xfrm rot="-447735">
                  <a:off x="10961814" y="4892503"/>
                  <a:ext cx="125567" cy="910526"/>
                </a:xfrm>
                <a:custGeom>
                  <a:avLst/>
                  <a:gdLst/>
                  <a:ahLst/>
                  <a:cxnLst/>
                  <a:rect l="l" t="t" r="r" b="b"/>
                  <a:pathLst>
                    <a:path w="125444" h="909637" extrusionOk="0">
                      <a:moveTo>
                        <a:pt x="0" y="0"/>
                      </a:moveTo>
                      <a:lnTo>
                        <a:pt x="125445" y="0"/>
                      </a:lnTo>
                      <a:lnTo>
                        <a:pt x="125445" y="909637"/>
                      </a:lnTo>
                      <a:lnTo>
                        <a:pt x="0" y="90963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9" name="Google Shape;29;p4"/>
                <p:cNvSpPr/>
                <p:nvPr/>
              </p:nvSpPr>
              <p:spPr>
                <a:xfrm>
                  <a:off x="10952422" y="4933194"/>
                  <a:ext cx="42088" cy="42088"/>
                </a:xfrm>
                <a:custGeom>
                  <a:avLst/>
                  <a:gdLst/>
                  <a:ahLst/>
                  <a:cxnLst/>
                  <a:rect l="l" t="t" r="r" b="b"/>
                  <a:pathLst>
                    <a:path w="42088" h="42088" extrusionOk="0">
                      <a:moveTo>
                        <a:pt x="41904" y="18282"/>
                      </a:moveTo>
                      <a:cubicBezTo>
                        <a:pt x="43428" y="29807"/>
                        <a:pt x="35331" y="40380"/>
                        <a:pt x="23806" y="41904"/>
                      </a:cubicBezTo>
                      <a:cubicBezTo>
                        <a:pt x="12281" y="43428"/>
                        <a:pt x="1709" y="35332"/>
                        <a:pt x="184" y="23806"/>
                      </a:cubicBezTo>
                      <a:cubicBezTo>
                        <a:pt x="-1340" y="12281"/>
                        <a:pt x="6756" y="1708"/>
                        <a:pt x="18282" y="184"/>
                      </a:cubicBezTo>
                      <a:cubicBezTo>
                        <a:pt x="29807" y="-1340"/>
                        <a:pt x="40380" y="6757"/>
                        <a:pt x="41904" y="18282"/>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0" name="Google Shape;30;p4"/>
                <p:cNvSpPr/>
                <p:nvPr/>
              </p:nvSpPr>
              <p:spPr>
                <a:xfrm>
                  <a:off x="10961186" y="5000250"/>
                  <a:ext cx="42087" cy="42087"/>
                </a:xfrm>
                <a:custGeom>
                  <a:avLst/>
                  <a:gdLst/>
                  <a:ahLst/>
                  <a:cxnLst/>
                  <a:rect l="l" t="t" r="r" b="b"/>
                  <a:pathLst>
                    <a:path w="42087" h="42087" extrusionOk="0">
                      <a:moveTo>
                        <a:pt x="41904" y="18282"/>
                      </a:moveTo>
                      <a:cubicBezTo>
                        <a:pt x="43427" y="29807"/>
                        <a:pt x="35331" y="40380"/>
                        <a:pt x="23806" y="41904"/>
                      </a:cubicBezTo>
                      <a:cubicBezTo>
                        <a:pt x="12280" y="43428"/>
                        <a:pt x="1708" y="35332"/>
                        <a:pt x="184" y="23806"/>
                      </a:cubicBezTo>
                      <a:cubicBezTo>
                        <a:pt x="-1340" y="12281"/>
                        <a:pt x="6756" y="1708"/>
                        <a:pt x="18281" y="184"/>
                      </a:cubicBezTo>
                      <a:cubicBezTo>
                        <a:pt x="29807" y="-1340"/>
                        <a:pt x="40380" y="6757"/>
                        <a:pt x="41904" y="18282"/>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31" name="Google Shape;31;p4"/>
                <p:cNvGrpSpPr/>
                <p:nvPr/>
              </p:nvGrpSpPr>
              <p:grpSpPr>
                <a:xfrm>
                  <a:off x="11014221" y="5588618"/>
                  <a:ext cx="100021" cy="114784"/>
                  <a:chOff x="11014221" y="5588618"/>
                  <a:chExt cx="100021" cy="114784"/>
                </a:xfrm>
              </p:grpSpPr>
              <p:sp>
                <p:nvSpPr>
                  <p:cNvPr id="32" name="Google Shape;32;p4"/>
                  <p:cNvSpPr/>
                  <p:nvPr/>
                </p:nvSpPr>
                <p:spPr>
                  <a:xfrm rot="-447735">
                    <a:off x="11014826" y="5594269"/>
                    <a:ext cx="88001" cy="15064"/>
                  </a:xfrm>
                  <a:custGeom>
                    <a:avLst/>
                    <a:gdLst/>
                    <a:ahLst/>
                    <a:cxnLst/>
                    <a:rect l="l" t="t" r="r" b="b"/>
                    <a:pathLst>
                      <a:path w="87915" h="15049" extrusionOk="0">
                        <a:moveTo>
                          <a:pt x="0" y="0"/>
                        </a:moveTo>
                        <a:lnTo>
                          <a:pt x="87916" y="0"/>
                        </a:lnTo>
                        <a:lnTo>
                          <a:pt x="87916" y="15049"/>
                        </a:lnTo>
                        <a:lnTo>
                          <a:pt x="0" y="15049"/>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3" name="Google Shape;33;p4"/>
                  <p:cNvSpPr/>
                  <p:nvPr/>
                </p:nvSpPr>
                <p:spPr>
                  <a:xfrm rot="-447735">
                    <a:off x="11018646" y="5623150"/>
                    <a:ext cx="88001" cy="15064"/>
                  </a:xfrm>
                  <a:custGeom>
                    <a:avLst/>
                    <a:gdLst/>
                    <a:ahLst/>
                    <a:cxnLst/>
                    <a:rect l="l" t="t" r="r" b="b"/>
                    <a:pathLst>
                      <a:path w="87915" h="15049" extrusionOk="0">
                        <a:moveTo>
                          <a:pt x="0" y="0"/>
                        </a:moveTo>
                        <a:lnTo>
                          <a:pt x="87916" y="0"/>
                        </a:lnTo>
                        <a:lnTo>
                          <a:pt x="87916" y="15050"/>
                        </a:lnTo>
                        <a:lnTo>
                          <a:pt x="0" y="1505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4" name="Google Shape;34;p4"/>
                  <p:cNvSpPr/>
                  <p:nvPr/>
                </p:nvSpPr>
                <p:spPr>
                  <a:xfrm rot="-447735">
                    <a:off x="11021820" y="5653805"/>
                    <a:ext cx="88001" cy="15064"/>
                  </a:xfrm>
                  <a:custGeom>
                    <a:avLst/>
                    <a:gdLst/>
                    <a:ahLst/>
                    <a:cxnLst/>
                    <a:rect l="l" t="t" r="r" b="b"/>
                    <a:pathLst>
                      <a:path w="87915" h="15049" extrusionOk="0">
                        <a:moveTo>
                          <a:pt x="0" y="0"/>
                        </a:moveTo>
                        <a:lnTo>
                          <a:pt x="87916" y="0"/>
                        </a:lnTo>
                        <a:lnTo>
                          <a:pt x="87916" y="15050"/>
                        </a:lnTo>
                        <a:lnTo>
                          <a:pt x="0" y="1505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5" name="Google Shape;35;p4"/>
                  <p:cNvSpPr/>
                  <p:nvPr/>
                </p:nvSpPr>
                <p:spPr>
                  <a:xfrm rot="-447735">
                    <a:off x="11025635" y="5682688"/>
                    <a:ext cx="88001" cy="15064"/>
                  </a:xfrm>
                  <a:custGeom>
                    <a:avLst/>
                    <a:gdLst/>
                    <a:ahLst/>
                    <a:cxnLst/>
                    <a:rect l="l" t="t" r="r" b="b"/>
                    <a:pathLst>
                      <a:path w="87915" h="15049" extrusionOk="0">
                        <a:moveTo>
                          <a:pt x="0" y="0"/>
                        </a:moveTo>
                        <a:lnTo>
                          <a:pt x="87915" y="0"/>
                        </a:lnTo>
                        <a:lnTo>
                          <a:pt x="87915" y="15050"/>
                        </a:lnTo>
                        <a:lnTo>
                          <a:pt x="0" y="1505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36" name="Google Shape;36;p4"/>
              <p:cNvGrpSpPr/>
              <p:nvPr/>
            </p:nvGrpSpPr>
            <p:grpSpPr>
              <a:xfrm>
                <a:off x="10718623" y="4728596"/>
                <a:ext cx="229169" cy="1075979"/>
                <a:chOff x="10718623" y="4728596"/>
                <a:chExt cx="229169" cy="1075979"/>
              </a:xfrm>
            </p:grpSpPr>
            <p:sp>
              <p:nvSpPr>
                <p:cNvPr id="37" name="Google Shape;37;p4"/>
                <p:cNvSpPr/>
                <p:nvPr/>
              </p:nvSpPr>
              <p:spPr>
                <a:xfrm rot="-172174">
                  <a:off x="10745259" y="4732329"/>
                  <a:ext cx="175897" cy="1068513"/>
                </a:xfrm>
                <a:custGeom>
                  <a:avLst/>
                  <a:gdLst/>
                  <a:ahLst/>
                  <a:cxnLst/>
                  <a:rect l="l" t="t" r="r" b="b"/>
                  <a:pathLst>
                    <a:path w="176117" h="1069848" extrusionOk="0">
                      <a:moveTo>
                        <a:pt x="0" y="0"/>
                      </a:moveTo>
                      <a:lnTo>
                        <a:pt x="176117" y="0"/>
                      </a:lnTo>
                      <a:lnTo>
                        <a:pt x="176117" y="1069848"/>
                      </a:lnTo>
                      <a:lnTo>
                        <a:pt x="0" y="106984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8" name="Google Shape;38;p4"/>
                <p:cNvSpPr/>
                <p:nvPr/>
              </p:nvSpPr>
              <p:spPr>
                <a:xfrm>
                  <a:off x="10787634" y="5182743"/>
                  <a:ext cx="87629" cy="87630"/>
                </a:xfrm>
                <a:custGeom>
                  <a:avLst/>
                  <a:gdLst/>
                  <a:ahLst/>
                  <a:cxnLst/>
                  <a:rect l="l" t="t" r="r" b="b"/>
                  <a:pathLst>
                    <a:path w="87629" h="87630" extrusionOk="0">
                      <a:moveTo>
                        <a:pt x="87630" y="43815"/>
                      </a:moveTo>
                      <a:cubicBezTo>
                        <a:pt x="87630" y="68013"/>
                        <a:pt x="68014" y="87630"/>
                        <a:pt x="43815" y="87630"/>
                      </a:cubicBezTo>
                      <a:cubicBezTo>
                        <a:pt x="19617" y="87630"/>
                        <a:pt x="1" y="68014"/>
                        <a:pt x="1" y="43815"/>
                      </a:cubicBezTo>
                      <a:cubicBezTo>
                        <a:pt x="1" y="19617"/>
                        <a:pt x="19617" y="0"/>
                        <a:pt x="43815" y="0"/>
                      </a:cubicBezTo>
                      <a:cubicBezTo>
                        <a:pt x="68014" y="0"/>
                        <a:pt x="87630" y="19616"/>
                        <a:pt x="87630" y="43815"/>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39" name="Google Shape;39;p4"/>
                <p:cNvGrpSpPr/>
                <p:nvPr/>
              </p:nvGrpSpPr>
              <p:grpSpPr>
                <a:xfrm>
                  <a:off x="10765015" y="5040134"/>
                  <a:ext cx="116314" cy="49775"/>
                  <a:chOff x="10765015" y="5040134"/>
                  <a:chExt cx="116314" cy="49775"/>
                </a:xfrm>
              </p:grpSpPr>
              <p:sp>
                <p:nvSpPr>
                  <p:cNvPr id="40" name="Google Shape;40;p4"/>
                  <p:cNvSpPr/>
                  <p:nvPr/>
                </p:nvSpPr>
                <p:spPr>
                  <a:xfrm rot="-172174">
                    <a:off x="10765318" y="5042987"/>
                    <a:ext cx="114347" cy="14935"/>
                  </a:xfrm>
                  <a:custGeom>
                    <a:avLst/>
                    <a:gdLst/>
                    <a:ahLst/>
                    <a:cxnLst/>
                    <a:rect l="l" t="t" r="r" b="b"/>
                    <a:pathLst>
                      <a:path w="114490" h="14954" extrusionOk="0">
                        <a:moveTo>
                          <a:pt x="0" y="0"/>
                        </a:moveTo>
                        <a:lnTo>
                          <a:pt x="114490" y="0"/>
                        </a:lnTo>
                        <a:lnTo>
                          <a:pt x="114490" y="14954"/>
                        </a:lnTo>
                        <a:lnTo>
                          <a:pt x="0" y="1495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1" name="Google Shape;41;p4"/>
                  <p:cNvSpPr/>
                  <p:nvPr/>
                </p:nvSpPr>
                <p:spPr>
                  <a:xfrm rot="-172174">
                    <a:off x="10766681" y="5072121"/>
                    <a:ext cx="114347" cy="14935"/>
                  </a:xfrm>
                  <a:custGeom>
                    <a:avLst/>
                    <a:gdLst/>
                    <a:ahLst/>
                    <a:cxnLst/>
                    <a:rect l="l" t="t" r="r" b="b"/>
                    <a:pathLst>
                      <a:path w="114490" h="14954" extrusionOk="0">
                        <a:moveTo>
                          <a:pt x="0" y="0"/>
                        </a:moveTo>
                        <a:lnTo>
                          <a:pt x="114491" y="0"/>
                        </a:lnTo>
                        <a:lnTo>
                          <a:pt x="114491" y="14954"/>
                        </a:lnTo>
                        <a:lnTo>
                          <a:pt x="0" y="1495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42" name="Google Shape;42;p4"/>
                <p:cNvGrpSpPr/>
                <p:nvPr/>
              </p:nvGrpSpPr>
              <p:grpSpPr>
                <a:xfrm>
                  <a:off x="10784825" y="5436314"/>
                  <a:ext cx="116414" cy="49961"/>
                  <a:chOff x="10784825" y="5436314"/>
                  <a:chExt cx="116414" cy="49961"/>
                </a:xfrm>
              </p:grpSpPr>
              <p:sp>
                <p:nvSpPr>
                  <p:cNvPr id="43" name="Google Shape;43;p4"/>
                  <p:cNvSpPr/>
                  <p:nvPr/>
                </p:nvSpPr>
                <p:spPr>
                  <a:xfrm rot="-172174">
                    <a:off x="10785128" y="5439167"/>
                    <a:ext cx="114347" cy="14935"/>
                  </a:xfrm>
                  <a:custGeom>
                    <a:avLst/>
                    <a:gdLst/>
                    <a:ahLst/>
                    <a:cxnLst/>
                    <a:rect l="l" t="t" r="r" b="b"/>
                    <a:pathLst>
                      <a:path w="114490" h="14954" extrusionOk="0">
                        <a:moveTo>
                          <a:pt x="0" y="0"/>
                        </a:moveTo>
                        <a:lnTo>
                          <a:pt x="114491" y="0"/>
                        </a:lnTo>
                        <a:lnTo>
                          <a:pt x="114491" y="14955"/>
                        </a:lnTo>
                        <a:lnTo>
                          <a:pt x="0" y="14955"/>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4" name="Google Shape;44;p4"/>
                  <p:cNvSpPr/>
                  <p:nvPr/>
                </p:nvSpPr>
                <p:spPr>
                  <a:xfrm rot="-172174">
                    <a:off x="10786591" y="5468487"/>
                    <a:ext cx="114347" cy="14935"/>
                  </a:xfrm>
                  <a:custGeom>
                    <a:avLst/>
                    <a:gdLst/>
                    <a:ahLst/>
                    <a:cxnLst/>
                    <a:rect l="l" t="t" r="r" b="b"/>
                    <a:pathLst>
                      <a:path w="114490" h="14954" extrusionOk="0">
                        <a:moveTo>
                          <a:pt x="0" y="0"/>
                        </a:moveTo>
                        <a:lnTo>
                          <a:pt x="114490" y="0"/>
                        </a:lnTo>
                        <a:lnTo>
                          <a:pt x="114490" y="14955"/>
                        </a:lnTo>
                        <a:lnTo>
                          <a:pt x="0" y="14955"/>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45" name="Google Shape;45;p4"/>
              <p:cNvGrpSpPr/>
              <p:nvPr/>
            </p:nvGrpSpPr>
            <p:grpSpPr>
              <a:xfrm>
                <a:off x="10519314" y="4813458"/>
                <a:ext cx="202120" cy="992123"/>
                <a:chOff x="10519314" y="4813458"/>
                <a:chExt cx="202120" cy="992123"/>
              </a:xfrm>
            </p:grpSpPr>
            <p:sp>
              <p:nvSpPr>
                <p:cNvPr id="46" name="Google Shape;46;p4"/>
                <p:cNvSpPr/>
                <p:nvPr/>
              </p:nvSpPr>
              <p:spPr>
                <a:xfrm>
                  <a:off x="10519314" y="4813458"/>
                  <a:ext cx="202120" cy="992123"/>
                </a:xfrm>
                <a:custGeom>
                  <a:avLst/>
                  <a:gdLst/>
                  <a:ahLst/>
                  <a:cxnLst/>
                  <a:rect l="l" t="t" r="r" b="b"/>
                  <a:pathLst>
                    <a:path w="202120" h="992123" extrusionOk="0">
                      <a:moveTo>
                        <a:pt x="0" y="0"/>
                      </a:moveTo>
                      <a:lnTo>
                        <a:pt x="202120" y="0"/>
                      </a:lnTo>
                      <a:lnTo>
                        <a:pt x="202120" y="992124"/>
                      </a:lnTo>
                      <a:lnTo>
                        <a:pt x="0" y="992124"/>
                      </a:lnTo>
                      <a:close/>
                    </a:path>
                  </a:pathLst>
                </a:custGeom>
                <a:solidFill>
                  <a:schemeClr val="accent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7" name="Google Shape;47;p4"/>
                <p:cNvSpPr/>
                <p:nvPr/>
              </p:nvSpPr>
              <p:spPr>
                <a:xfrm>
                  <a:off x="10558843" y="4891468"/>
                  <a:ext cx="123063" cy="123062"/>
                </a:xfrm>
                <a:custGeom>
                  <a:avLst/>
                  <a:gdLst/>
                  <a:ahLst/>
                  <a:cxnLst/>
                  <a:rect l="l" t="t" r="r" b="b"/>
                  <a:pathLst>
                    <a:path w="123063" h="123062" extrusionOk="0">
                      <a:moveTo>
                        <a:pt x="123063" y="61532"/>
                      </a:moveTo>
                      <a:cubicBezTo>
                        <a:pt x="123063" y="95514"/>
                        <a:pt x="95514" y="123063"/>
                        <a:pt x="61531" y="123063"/>
                      </a:cubicBezTo>
                      <a:cubicBezTo>
                        <a:pt x="27548" y="123063"/>
                        <a:pt x="-1" y="95514"/>
                        <a:pt x="-1" y="61532"/>
                      </a:cubicBezTo>
                      <a:cubicBezTo>
                        <a:pt x="-1" y="27549"/>
                        <a:pt x="27548" y="0"/>
                        <a:pt x="61531" y="0"/>
                      </a:cubicBezTo>
                      <a:cubicBezTo>
                        <a:pt x="95514" y="0"/>
                        <a:pt x="123063" y="27549"/>
                        <a:pt x="123063" y="61532"/>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48" name="Google Shape;48;p4"/>
                <p:cNvGrpSpPr/>
                <p:nvPr/>
              </p:nvGrpSpPr>
              <p:grpSpPr>
                <a:xfrm>
                  <a:off x="10556176" y="5465730"/>
                  <a:ext cx="128397" cy="44196"/>
                  <a:chOff x="10556176" y="5465730"/>
                  <a:chExt cx="128397" cy="44196"/>
                </a:xfrm>
              </p:grpSpPr>
              <p:sp>
                <p:nvSpPr>
                  <p:cNvPr id="49" name="Google Shape;49;p4"/>
                  <p:cNvSpPr/>
                  <p:nvPr/>
                </p:nvSpPr>
                <p:spPr>
                  <a:xfrm>
                    <a:off x="10556176" y="5465730"/>
                    <a:ext cx="128397" cy="14954"/>
                  </a:xfrm>
                  <a:custGeom>
                    <a:avLst/>
                    <a:gdLst/>
                    <a:ahLst/>
                    <a:cxnLst/>
                    <a:rect l="l" t="t" r="r" b="b"/>
                    <a:pathLst>
                      <a:path w="128397" h="14954" extrusionOk="0">
                        <a:moveTo>
                          <a:pt x="0" y="0"/>
                        </a:moveTo>
                        <a:lnTo>
                          <a:pt x="128397" y="0"/>
                        </a:lnTo>
                        <a:lnTo>
                          <a:pt x="128397" y="14954"/>
                        </a:lnTo>
                        <a:lnTo>
                          <a:pt x="0" y="1495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0" name="Google Shape;50;p4"/>
                  <p:cNvSpPr/>
                  <p:nvPr/>
                </p:nvSpPr>
                <p:spPr>
                  <a:xfrm>
                    <a:off x="10556176" y="5494972"/>
                    <a:ext cx="128397" cy="14954"/>
                  </a:xfrm>
                  <a:custGeom>
                    <a:avLst/>
                    <a:gdLst/>
                    <a:ahLst/>
                    <a:cxnLst/>
                    <a:rect l="l" t="t" r="r" b="b"/>
                    <a:pathLst>
                      <a:path w="128397" h="14954" extrusionOk="0">
                        <a:moveTo>
                          <a:pt x="0" y="0"/>
                        </a:moveTo>
                        <a:lnTo>
                          <a:pt x="128397" y="0"/>
                        </a:lnTo>
                        <a:lnTo>
                          <a:pt x="128397" y="14955"/>
                        </a:lnTo>
                        <a:lnTo>
                          <a:pt x="0" y="14955"/>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51" name="Google Shape;51;p4"/>
                <p:cNvGrpSpPr/>
                <p:nvPr/>
              </p:nvGrpSpPr>
              <p:grpSpPr>
                <a:xfrm>
                  <a:off x="10556176" y="5689187"/>
                  <a:ext cx="128397" cy="44196"/>
                  <a:chOff x="10556176" y="5689187"/>
                  <a:chExt cx="128397" cy="44196"/>
                </a:xfrm>
              </p:grpSpPr>
              <p:sp>
                <p:nvSpPr>
                  <p:cNvPr id="52" name="Google Shape;52;p4"/>
                  <p:cNvSpPr/>
                  <p:nvPr/>
                </p:nvSpPr>
                <p:spPr>
                  <a:xfrm>
                    <a:off x="10556176" y="5689187"/>
                    <a:ext cx="128397" cy="14954"/>
                  </a:xfrm>
                  <a:custGeom>
                    <a:avLst/>
                    <a:gdLst/>
                    <a:ahLst/>
                    <a:cxnLst/>
                    <a:rect l="l" t="t" r="r" b="b"/>
                    <a:pathLst>
                      <a:path w="128397" h="14954" extrusionOk="0">
                        <a:moveTo>
                          <a:pt x="0" y="0"/>
                        </a:moveTo>
                        <a:lnTo>
                          <a:pt x="128397" y="0"/>
                        </a:lnTo>
                        <a:lnTo>
                          <a:pt x="128397" y="14954"/>
                        </a:lnTo>
                        <a:lnTo>
                          <a:pt x="0" y="1495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3" name="Google Shape;53;p4"/>
                  <p:cNvSpPr/>
                  <p:nvPr/>
                </p:nvSpPr>
                <p:spPr>
                  <a:xfrm>
                    <a:off x="10556176" y="5718429"/>
                    <a:ext cx="128397" cy="14954"/>
                  </a:xfrm>
                  <a:custGeom>
                    <a:avLst/>
                    <a:gdLst/>
                    <a:ahLst/>
                    <a:cxnLst/>
                    <a:rect l="l" t="t" r="r" b="b"/>
                    <a:pathLst>
                      <a:path w="128397" h="14954" extrusionOk="0">
                        <a:moveTo>
                          <a:pt x="0" y="0"/>
                        </a:moveTo>
                        <a:lnTo>
                          <a:pt x="128397" y="0"/>
                        </a:lnTo>
                        <a:lnTo>
                          <a:pt x="128397" y="14954"/>
                        </a:lnTo>
                        <a:lnTo>
                          <a:pt x="0" y="1495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grpSp>
          <p:nvGrpSpPr>
            <p:cNvPr id="54" name="Google Shape;54;p4"/>
            <p:cNvGrpSpPr/>
            <p:nvPr/>
          </p:nvGrpSpPr>
          <p:grpSpPr>
            <a:xfrm>
              <a:off x="11058042" y="5088325"/>
              <a:ext cx="213052" cy="717953"/>
              <a:chOff x="11058042" y="5088325"/>
              <a:chExt cx="213052" cy="717953"/>
            </a:xfrm>
          </p:grpSpPr>
          <p:sp>
            <p:nvSpPr>
              <p:cNvPr id="55" name="Google Shape;55;p4"/>
              <p:cNvSpPr/>
              <p:nvPr/>
            </p:nvSpPr>
            <p:spPr>
              <a:xfrm rot="-631368">
                <a:off x="11122592" y="5089982"/>
                <a:ext cx="83952" cy="714640"/>
              </a:xfrm>
              <a:custGeom>
                <a:avLst/>
                <a:gdLst/>
                <a:ahLst/>
                <a:cxnLst/>
                <a:rect l="l" t="t" r="r" b="b"/>
                <a:pathLst>
                  <a:path w="84010" h="715136" extrusionOk="0">
                    <a:moveTo>
                      <a:pt x="0" y="0"/>
                    </a:moveTo>
                    <a:lnTo>
                      <a:pt x="84010" y="0"/>
                    </a:lnTo>
                    <a:lnTo>
                      <a:pt x="84010" y="715137"/>
                    </a:lnTo>
                    <a:lnTo>
                      <a:pt x="0" y="715137"/>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6" name="Google Shape;56;p4"/>
              <p:cNvSpPr/>
              <p:nvPr/>
            </p:nvSpPr>
            <p:spPr>
              <a:xfrm rot="-631368">
                <a:off x="11154645" y="5271518"/>
                <a:ext cx="25985" cy="411004"/>
              </a:xfrm>
              <a:custGeom>
                <a:avLst/>
                <a:gdLst/>
                <a:ahLst/>
                <a:cxnLst/>
                <a:rect l="l" t="t" r="r" b="b"/>
                <a:pathLst>
                  <a:path w="26003" h="411289" extrusionOk="0">
                    <a:moveTo>
                      <a:pt x="0" y="0"/>
                    </a:moveTo>
                    <a:lnTo>
                      <a:pt x="26003" y="0"/>
                    </a:lnTo>
                    <a:lnTo>
                      <a:pt x="26003" y="411289"/>
                    </a:lnTo>
                    <a:lnTo>
                      <a:pt x="0" y="411289"/>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57" name="Google Shape;57;p4"/>
          <p:cNvGrpSpPr/>
          <p:nvPr/>
        </p:nvGrpSpPr>
        <p:grpSpPr>
          <a:xfrm flipH="1">
            <a:off x="8485925" y="662239"/>
            <a:ext cx="516117" cy="779220"/>
            <a:chOff x="10572463" y="3528536"/>
            <a:chExt cx="580168" cy="875823"/>
          </a:xfrm>
        </p:grpSpPr>
        <p:grpSp>
          <p:nvGrpSpPr>
            <p:cNvPr id="58" name="Google Shape;58;p4"/>
            <p:cNvGrpSpPr/>
            <p:nvPr/>
          </p:nvGrpSpPr>
          <p:grpSpPr>
            <a:xfrm>
              <a:off x="10713815" y="3528536"/>
              <a:ext cx="438816" cy="746664"/>
              <a:chOff x="10713815" y="3528536"/>
              <a:chExt cx="438816" cy="746664"/>
            </a:xfrm>
          </p:grpSpPr>
          <p:sp>
            <p:nvSpPr>
              <p:cNvPr id="59" name="Google Shape;59;p4"/>
              <p:cNvSpPr/>
              <p:nvPr/>
            </p:nvSpPr>
            <p:spPr>
              <a:xfrm>
                <a:off x="10713815" y="3528536"/>
                <a:ext cx="438816" cy="746664"/>
              </a:xfrm>
              <a:custGeom>
                <a:avLst/>
                <a:gdLst/>
                <a:ahLst/>
                <a:cxnLst/>
                <a:rect l="l" t="t" r="r" b="b"/>
                <a:pathLst>
                  <a:path w="438816" h="746664" extrusionOk="0">
                    <a:moveTo>
                      <a:pt x="438721" y="746569"/>
                    </a:moveTo>
                    <a:lnTo>
                      <a:pt x="0" y="746569"/>
                    </a:lnTo>
                    <a:lnTo>
                      <a:pt x="0" y="0"/>
                    </a:lnTo>
                    <a:lnTo>
                      <a:pt x="326231" y="0"/>
                    </a:lnTo>
                    <a:cubicBezTo>
                      <a:pt x="370141" y="43910"/>
                      <a:pt x="394811" y="68580"/>
                      <a:pt x="438816" y="112585"/>
                    </a:cubicBezTo>
                    <a:lnTo>
                      <a:pt x="438816" y="746665"/>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60" name="Google Shape;60;p4"/>
              <p:cNvGrpSpPr/>
              <p:nvPr/>
            </p:nvGrpSpPr>
            <p:grpSpPr>
              <a:xfrm>
                <a:off x="10776489" y="3625310"/>
                <a:ext cx="313848" cy="288226"/>
                <a:chOff x="10776489" y="3625310"/>
                <a:chExt cx="313848" cy="288226"/>
              </a:xfrm>
            </p:grpSpPr>
            <p:sp>
              <p:nvSpPr>
                <p:cNvPr id="61" name="Google Shape;61;p4"/>
                <p:cNvSpPr/>
                <p:nvPr/>
              </p:nvSpPr>
              <p:spPr>
                <a:xfrm>
                  <a:off x="10776489" y="3625310"/>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2" name="Google Shape;62;p4"/>
                <p:cNvSpPr/>
                <p:nvPr/>
              </p:nvSpPr>
              <p:spPr>
                <a:xfrm>
                  <a:off x="10776489" y="3678650"/>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3" name="Google Shape;63;p4"/>
                <p:cNvSpPr/>
                <p:nvPr/>
              </p:nvSpPr>
              <p:spPr>
                <a:xfrm>
                  <a:off x="10776489" y="3731990"/>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4" name="Google Shape;64;p4"/>
                <p:cNvSpPr/>
                <p:nvPr/>
              </p:nvSpPr>
              <p:spPr>
                <a:xfrm>
                  <a:off x="10776489" y="3785425"/>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5" name="Google Shape;65;p4"/>
                <p:cNvSpPr/>
                <p:nvPr/>
              </p:nvSpPr>
              <p:spPr>
                <a:xfrm>
                  <a:off x="10776489" y="3838765"/>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6" name="Google Shape;66;p4"/>
                <p:cNvSpPr/>
                <p:nvPr/>
              </p:nvSpPr>
              <p:spPr>
                <a:xfrm>
                  <a:off x="10776489" y="3892105"/>
                  <a:ext cx="184689" cy="21431"/>
                </a:xfrm>
                <a:custGeom>
                  <a:avLst/>
                  <a:gdLst/>
                  <a:ahLst/>
                  <a:cxnLst/>
                  <a:rect l="l" t="t" r="r" b="b"/>
                  <a:pathLst>
                    <a:path w="184689" h="21431" extrusionOk="0">
                      <a:moveTo>
                        <a:pt x="0" y="0"/>
                      </a:moveTo>
                      <a:lnTo>
                        <a:pt x="184690" y="0"/>
                      </a:lnTo>
                      <a:lnTo>
                        <a:pt x="184690" y="21431"/>
                      </a:lnTo>
                      <a:lnTo>
                        <a:pt x="0" y="21431"/>
                      </a:lnTo>
                      <a:close/>
                    </a:path>
                  </a:pathLst>
                </a:custGeom>
                <a:solidFill>
                  <a:srgbClr val="42444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67" name="Google Shape;67;p4"/>
              <p:cNvGrpSpPr/>
              <p:nvPr/>
            </p:nvGrpSpPr>
            <p:grpSpPr>
              <a:xfrm>
                <a:off x="10776489" y="3999547"/>
                <a:ext cx="313848" cy="181546"/>
                <a:chOff x="10776489" y="3999547"/>
                <a:chExt cx="313848" cy="181546"/>
              </a:xfrm>
            </p:grpSpPr>
            <p:sp>
              <p:nvSpPr>
                <p:cNvPr id="68" name="Google Shape;68;p4"/>
                <p:cNvSpPr/>
                <p:nvPr/>
              </p:nvSpPr>
              <p:spPr>
                <a:xfrm>
                  <a:off x="10776489" y="3999547"/>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9" name="Google Shape;69;p4"/>
                <p:cNvSpPr/>
                <p:nvPr/>
              </p:nvSpPr>
              <p:spPr>
                <a:xfrm>
                  <a:off x="10776489" y="4052887"/>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0" name="Google Shape;70;p4"/>
                <p:cNvSpPr/>
                <p:nvPr/>
              </p:nvSpPr>
              <p:spPr>
                <a:xfrm>
                  <a:off x="10776489" y="4106322"/>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1" name="Google Shape;71;p4"/>
                <p:cNvSpPr/>
                <p:nvPr/>
              </p:nvSpPr>
              <p:spPr>
                <a:xfrm>
                  <a:off x="10776489" y="4159662"/>
                  <a:ext cx="184689" cy="21431"/>
                </a:xfrm>
                <a:custGeom>
                  <a:avLst/>
                  <a:gdLst/>
                  <a:ahLst/>
                  <a:cxnLst/>
                  <a:rect l="l" t="t" r="r" b="b"/>
                  <a:pathLst>
                    <a:path w="184689" h="21431" extrusionOk="0">
                      <a:moveTo>
                        <a:pt x="0" y="0"/>
                      </a:moveTo>
                      <a:lnTo>
                        <a:pt x="184690" y="0"/>
                      </a:lnTo>
                      <a:lnTo>
                        <a:pt x="184690" y="21431"/>
                      </a:lnTo>
                      <a:lnTo>
                        <a:pt x="0" y="21431"/>
                      </a:lnTo>
                      <a:close/>
                    </a:path>
                  </a:pathLst>
                </a:custGeom>
                <a:solidFill>
                  <a:srgbClr val="42444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72" name="Google Shape;72;p4"/>
              <p:cNvSpPr/>
              <p:nvPr/>
            </p:nvSpPr>
            <p:spPr>
              <a:xfrm>
                <a:off x="11039951" y="3528536"/>
                <a:ext cx="112584" cy="112585"/>
              </a:xfrm>
              <a:custGeom>
                <a:avLst/>
                <a:gdLst/>
                <a:ahLst/>
                <a:cxnLst/>
                <a:rect l="l" t="t" r="r" b="b"/>
                <a:pathLst>
                  <a:path w="112584" h="112585" extrusionOk="0">
                    <a:moveTo>
                      <a:pt x="112585" y="112585"/>
                    </a:moveTo>
                    <a:lnTo>
                      <a:pt x="0" y="112585"/>
                    </a:lnTo>
                    <a:lnTo>
                      <a:pt x="0" y="0"/>
                    </a:lnTo>
                    <a:lnTo>
                      <a:pt x="0" y="0"/>
                    </a:lnTo>
                    <a:cubicBezTo>
                      <a:pt x="43910" y="43910"/>
                      <a:pt x="68580" y="68580"/>
                      <a:pt x="112585" y="112585"/>
                    </a:cubicBezTo>
                    <a:lnTo>
                      <a:pt x="112585" y="11258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73" name="Google Shape;73;p4"/>
            <p:cNvGrpSpPr/>
            <p:nvPr/>
          </p:nvGrpSpPr>
          <p:grpSpPr>
            <a:xfrm>
              <a:off x="10572463" y="3657790"/>
              <a:ext cx="438817" cy="746569"/>
              <a:chOff x="10572463" y="3657790"/>
              <a:chExt cx="438817" cy="746569"/>
            </a:xfrm>
          </p:grpSpPr>
          <p:sp>
            <p:nvSpPr>
              <p:cNvPr id="74" name="Google Shape;74;p4"/>
              <p:cNvSpPr/>
              <p:nvPr/>
            </p:nvSpPr>
            <p:spPr>
              <a:xfrm>
                <a:off x="10572463" y="3657790"/>
                <a:ext cx="438817" cy="746569"/>
              </a:xfrm>
              <a:custGeom>
                <a:avLst/>
                <a:gdLst/>
                <a:ahLst/>
                <a:cxnLst/>
                <a:rect l="l" t="t" r="r" b="b"/>
                <a:pathLst>
                  <a:path w="438817" h="746569" extrusionOk="0">
                    <a:moveTo>
                      <a:pt x="438722" y="746570"/>
                    </a:moveTo>
                    <a:lnTo>
                      <a:pt x="0" y="746570"/>
                    </a:lnTo>
                    <a:lnTo>
                      <a:pt x="0" y="0"/>
                    </a:lnTo>
                    <a:lnTo>
                      <a:pt x="326231" y="0"/>
                    </a:lnTo>
                    <a:cubicBezTo>
                      <a:pt x="370141" y="43910"/>
                      <a:pt x="394812" y="68580"/>
                      <a:pt x="438817" y="112586"/>
                    </a:cubicBezTo>
                    <a:lnTo>
                      <a:pt x="438817" y="746570"/>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75" name="Google Shape;75;p4"/>
              <p:cNvGrpSpPr/>
              <p:nvPr/>
            </p:nvGrpSpPr>
            <p:grpSpPr>
              <a:xfrm>
                <a:off x="10635138" y="3754469"/>
                <a:ext cx="313848" cy="288321"/>
                <a:chOff x="10635138" y="3754469"/>
                <a:chExt cx="313848" cy="288321"/>
              </a:xfrm>
            </p:grpSpPr>
            <p:sp>
              <p:nvSpPr>
                <p:cNvPr id="76" name="Google Shape;76;p4"/>
                <p:cNvSpPr/>
                <p:nvPr/>
              </p:nvSpPr>
              <p:spPr>
                <a:xfrm>
                  <a:off x="10635138" y="3754469"/>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7" name="Google Shape;77;p4"/>
                <p:cNvSpPr/>
                <p:nvPr/>
              </p:nvSpPr>
              <p:spPr>
                <a:xfrm>
                  <a:off x="10635138" y="3807904"/>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8" name="Google Shape;78;p4"/>
                <p:cNvSpPr/>
                <p:nvPr/>
              </p:nvSpPr>
              <p:spPr>
                <a:xfrm>
                  <a:off x="10635138" y="3861244"/>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9" name="Google Shape;79;p4"/>
                <p:cNvSpPr/>
                <p:nvPr/>
              </p:nvSpPr>
              <p:spPr>
                <a:xfrm>
                  <a:off x="10635138" y="3914584"/>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0" name="Google Shape;80;p4"/>
                <p:cNvSpPr/>
                <p:nvPr/>
              </p:nvSpPr>
              <p:spPr>
                <a:xfrm>
                  <a:off x="10635138" y="3968019"/>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1" name="Google Shape;81;p4"/>
                <p:cNvSpPr/>
                <p:nvPr/>
              </p:nvSpPr>
              <p:spPr>
                <a:xfrm>
                  <a:off x="10635138" y="4021359"/>
                  <a:ext cx="184689" cy="21431"/>
                </a:xfrm>
                <a:custGeom>
                  <a:avLst/>
                  <a:gdLst/>
                  <a:ahLst/>
                  <a:cxnLst/>
                  <a:rect l="l" t="t" r="r" b="b"/>
                  <a:pathLst>
                    <a:path w="184689" h="21431" extrusionOk="0">
                      <a:moveTo>
                        <a:pt x="0" y="0"/>
                      </a:moveTo>
                      <a:lnTo>
                        <a:pt x="184689" y="0"/>
                      </a:lnTo>
                      <a:lnTo>
                        <a:pt x="184689" y="21431"/>
                      </a:lnTo>
                      <a:lnTo>
                        <a:pt x="-1"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82" name="Google Shape;82;p4"/>
              <p:cNvGrpSpPr/>
              <p:nvPr/>
            </p:nvGrpSpPr>
            <p:grpSpPr>
              <a:xfrm>
                <a:off x="10635138" y="4128801"/>
                <a:ext cx="313848" cy="181547"/>
                <a:chOff x="10635138" y="4128801"/>
                <a:chExt cx="313848" cy="181547"/>
              </a:xfrm>
            </p:grpSpPr>
            <p:sp>
              <p:nvSpPr>
                <p:cNvPr id="83" name="Google Shape;83;p4"/>
                <p:cNvSpPr/>
                <p:nvPr/>
              </p:nvSpPr>
              <p:spPr>
                <a:xfrm>
                  <a:off x="10635138" y="4128801"/>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4" name="Google Shape;84;p4"/>
                <p:cNvSpPr/>
                <p:nvPr/>
              </p:nvSpPr>
              <p:spPr>
                <a:xfrm>
                  <a:off x="10635138" y="4182141"/>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5" name="Google Shape;85;p4"/>
                <p:cNvSpPr/>
                <p:nvPr/>
              </p:nvSpPr>
              <p:spPr>
                <a:xfrm>
                  <a:off x="10635138" y="4235481"/>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86" name="Google Shape;86;p4"/>
                <p:cNvSpPr/>
                <p:nvPr/>
              </p:nvSpPr>
              <p:spPr>
                <a:xfrm>
                  <a:off x="10635138" y="4288917"/>
                  <a:ext cx="184689" cy="21431"/>
                </a:xfrm>
                <a:custGeom>
                  <a:avLst/>
                  <a:gdLst/>
                  <a:ahLst/>
                  <a:cxnLst/>
                  <a:rect l="l" t="t" r="r" b="b"/>
                  <a:pathLst>
                    <a:path w="184689" h="21431" extrusionOk="0">
                      <a:moveTo>
                        <a:pt x="0" y="0"/>
                      </a:moveTo>
                      <a:lnTo>
                        <a:pt x="184689" y="0"/>
                      </a:lnTo>
                      <a:lnTo>
                        <a:pt x="184689" y="21431"/>
                      </a:lnTo>
                      <a:lnTo>
                        <a:pt x="-1"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87" name="Google Shape;87;p4"/>
              <p:cNvSpPr/>
              <p:nvPr/>
            </p:nvSpPr>
            <p:spPr>
              <a:xfrm>
                <a:off x="10898599" y="3657790"/>
                <a:ext cx="112586" cy="112585"/>
              </a:xfrm>
              <a:custGeom>
                <a:avLst/>
                <a:gdLst/>
                <a:ahLst/>
                <a:cxnLst/>
                <a:rect l="l" t="t" r="r" b="b"/>
                <a:pathLst>
                  <a:path w="112586" h="112585" extrusionOk="0">
                    <a:moveTo>
                      <a:pt x="112586" y="112586"/>
                    </a:moveTo>
                    <a:lnTo>
                      <a:pt x="0" y="112586"/>
                    </a:lnTo>
                    <a:lnTo>
                      <a:pt x="0" y="0"/>
                    </a:lnTo>
                    <a:lnTo>
                      <a:pt x="0" y="0"/>
                    </a:lnTo>
                    <a:cubicBezTo>
                      <a:pt x="43910" y="43910"/>
                      <a:pt x="68581" y="68580"/>
                      <a:pt x="112586" y="112586"/>
                    </a:cubicBezTo>
                    <a:lnTo>
                      <a:pt x="112586" y="112586"/>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88" name="Google Shape;88;p4"/>
          <p:cNvGrpSpPr/>
          <p:nvPr/>
        </p:nvGrpSpPr>
        <p:grpSpPr>
          <a:xfrm flipH="1">
            <a:off x="8768853" y="1439765"/>
            <a:ext cx="22030" cy="294484"/>
            <a:chOff x="10809827" y="4402455"/>
            <a:chExt cx="24764" cy="330993"/>
          </a:xfrm>
        </p:grpSpPr>
        <p:sp>
          <p:nvSpPr>
            <p:cNvPr id="89" name="Google Shape;89;p4"/>
            <p:cNvSpPr/>
            <p:nvPr/>
          </p:nvSpPr>
          <p:spPr>
            <a:xfrm>
              <a:off x="10822209" y="4414266"/>
              <a:ext cx="9525" cy="307467"/>
            </a:xfrm>
            <a:custGeom>
              <a:avLst/>
              <a:gdLst/>
              <a:ahLst/>
              <a:cxnLst/>
              <a:rect l="l" t="t" r="r" b="b"/>
              <a:pathLst>
                <a:path w="9525" h="307467" extrusionOk="0">
                  <a:moveTo>
                    <a:pt x="-1" y="307467"/>
                  </a:moveTo>
                  <a:lnTo>
                    <a:pt x="-1" y="0"/>
                  </a:lnTo>
                </a:path>
              </a:pathLst>
            </a:custGeom>
            <a:solidFill>
              <a:schemeClr val="accent4"/>
            </a:solidFill>
            <a:ln w="10950" cap="flat" cmpd="sng">
              <a:solidFill>
                <a:schemeClr val="accent4"/>
              </a:solidFill>
              <a:prstDash val="dashDot"/>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0" name="Google Shape;90;p4"/>
            <p:cNvSpPr/>
            <p:nvPr/>
          </p:nvSpPr>
          <p:spPr>
            <a:xfrm>
              <a:off x="10809827" y="4708683"/>
              <a:ext cx="24764" cy="24765"/>
            </a:xfrm>
            <a:custGeom>
              <a:avLst/>
              <a:gdLst/>
              <a:ahLst/>
              <a:cxnLst/>
              <a:rect l="l" t="t" r="r" b="b"/>
              <a:pathLst>
                <a:path w="24764" h="24765" extrusionOk="0">
                  <a:moveTo>
                    <a:pt x="24765" y="12382"/>
                  </a:moveTo>
                  <a:cubicBezTo>
                    <a:pt x="24765" y="19240"/>
                    <a:pt x="19241" y="24765"/>
                    <a:pt x="12382" y="24765"/>
                  </a:cubicBezTo>
                  <a:cubicBezTo>
                    <a:pt x="5524" y="24765"/>
                    <a:pt x="0" y="19240"/>
                    <a:pt x="0" y="12382"/>
                  </a:cubicBezTo>
                  <a:cubicBezTo>
                    <a:pt x="0" y="5524"/>
                    <a:pt x="5524" y="0"/>
                    <a:pt x="12382" y="0"/>
                  </a:cubicBezTo>
                  <a:cubicBezTo>
                    <a:pt x="19241" y="0"/>
                    <a:pt x="24765" y="5524"/>
                    <a:pt x="24765" y="12382"/>
                  </a:cubicBez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1" name="Google Shape;91;p4"/>
            <p:cNvSpPr/>
            <p:nvPr/>
          </p:nvSpPr>
          <p:spPr>
            <a:xfrm>
              <a:off x="10809827" y="4402455"/>
              <a:ext cx="24764" cy="24764"/>
            </a:xfrm>
            <a:custGeom>
              <a:avLst/>
              <a:gdLst/>
              <a:ahLst/>
              <a:cxnLst/>
              <a:rect l="l" t="t" r="r" b="b"/>
              <a:pathLst>
                <a:path w="24764" h="24764" extrusionOk="0">
                  <a:moveTo>
                    <a:pt x="24765" y="12382"/>
                  </a:moveTo>
                  <a:cubicBezTo>
                    <a:pt x="24765" y="5524"/>
                    <a:pt x="19241" y="0"/>
                    <a:pt x="12382" y="0"/>
                  </a:cubicBezTo>
                  <a:cubicBezTo>
                    <a:pt x="5524" y="0"/>
                    <a:pt x="0" y="5524"/>
                    <a:pt x="0" y="12382"/>
                  </a:cubicBezTo>
                  <a:cubicBezTo>
                    <a:pt x="0" y="19240"/>
                    <a:pt x="5524" y="24765"/>
                    <a:pt x="12382" y="24765"/>
                  </a:cubicBezTo>
                  <a:cubicBezTo>
                    <a:pt x="19241" y="24765"/>
                    <a:pt x="24765" y="19240"/>
                    <a:pt x="24765" y="12382"/>
                  </a:cubicBez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92" name="Google Shape;92;p4"/>
          <p:cNvSpPr/>
          <p:nvPr/>
        </p:nvSpPr>
        <p:spPr>
          <a:xfrm rot="8662747" flipH="1">
            <a:off x="7370974" y="4168319"/>
            <a:ext cx="2746019" cy="1921687"/>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3" name="Google Shape;93;p4"/>
          <p:cNvGrpSpPr/>
          <p:nvPr/>
        </p:nvGrpSpPr>
        <p:grpSpPr>
          <a:xfrm flipH="1">
            <a:off x="122956" y="4228558"/>
            <a:ext cx="829992" cy="750888"/>
            <a:chOff x="8114596" y="445039"/>
            <a:chExt cx="633002" cy="572716"/>
          </a:xfrm>
        </p:grpSpPr>
        <p:grpSp>
          <p:nvGrpSpPr>
            <p:cNvPr id="94" name="Google Shape;94;p4"/>
            <p:cNvGrpSpPr/>
            <p:nvPr/>
          </p:nvGrpSpPr>
          <p:grpSpPr>
            <a:xfrm>
              <a:off x="8114596" y="445039"/>
              <a:ext cx="633002" cy="572716"/>
              <a:chOff x="7189660" y="520827"/>
              <a:chExt cx="598074" cy="541115"/>
            </a:xfrm>
          </p:grpSpPr>
          <p:sp>
            <p:nvSpPr>
              <p:cNvPr id="95" name="Google Shape;95;p4"/>
              <p:cNvSpPr/>
              <p:nvPr/>
            </p:nvSpPr>
            <p:spPr>
              <a:xfrm>
                <a:off x="7189660" y="520827"/>
                <a:ext cx="598074" cy="541115"/>
              </a:xfrm>
              <a:custGeom>
                <a:avLst/>
                <a:gdLst/>
                <a:ahLst/>
                <a:cxnLst/>
                <a:rect l="l" t="t" r="r" b="b"/>
                <a:pathLst>
                  <a:path w="598074" h="541115" extrusionOk="0">
                    <a:moveTo>
                      <a:pt x="557022" y="0"/>
                    </a:moveTo>
                    <a:cubicBezTo>
                      <a:pt x="579695" y="0"/>
                      <a:pt x="598075" y="18380"/>
                      <a:pt x="598075" y="41053"/>
                    </a:cubicBezTo>
                    <a:lnTo>
                      <a:pt x="598075" y="500063"/>
                    </a:lnTo>
                    <a:cubicBezTo>
                      <a:pt x="598075" y="522735"/>
                      <a:pt x="579695" y="541115"/>
                      <a:pt x="557022" y="541115"/>
                    </a:cubicBezTo>
                    <a:lnTo>
                      <a:pt x="41053" y="541115"/>
                    </a:lnTo>
                    <a:cubicBezTo>
                      <a:pt x="18380" y="541115"/>
                      <a:pt x="0" y="522735"/>
                      <a:pt x="0" y="500063"/>
                    </a:cubicBezTo>
                    <a:lnTo>
                      <a:pt x="0" y="41053"/>
                    </a:lnTo>
                    <a:cubicBezTo>
                      <a:pt x="0" y="18380"/>
                      <a:pt x="18380" y="0"/>
                      <a:pt x="41053" y="0"/>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96" name="Google Shape;96;p4"/>
              <p:cNvGrpSpPr/>
              <p:nvPr/>
            </p:nvGrpSpPr>
            <p:grpSpPr>
              <a:xfrm>
                <a:off x="7579137" y="551973"/>
                <a:ext cx="164782" cy="41529"/>
                <a:chOff x="7579137" y="551973"/>
                <a:chExt cx="164782" cy="41529"/>
              </a:xfrm>
            </p:grpSpPr>
            <p:sp>
              <p:nvSpPr>
                <p:cNvPr id="97" name="Google Shape;97;p4"/>
                <p:cNvSpPr/>
                <p:nvPr/>
              </p:nvSpPr>
              <p:spPr>
                <a:xfrm>
                  <a:off x="7702391" y="551973"/>
                  <a:ext cx="41528" cy="41529"/>
                </a:xfrm>
                <a:custGeom>
                  <a:avLst/>
                  <a:gdLst/>
                  <a:ahLst/>
                  <a:cxnLst/>
                  <a:rect l="l" t="t" r="r" b="b"/>
                  <a:pathLst>
                    <a:path w="41528" h="41529" extrusionOk="0">
                      <a:moveTo>
                        <a:pt x="41529" y="20765"/>
                      </a:moveTo>
                      <a:cubicBezTo>
                        <a:pt x="41529" y="32290"/>
                        <a:pt x="32195" y="41529"/>
                        <a:pt x="20764" y="41529"/>
                      </a:cubicBezTo>
                      <a:cubicBezTo>
                        <a:pt x="9334" y="41529"/>
                        <a:pt x="0" y="32195"/>
                        <a:pt x="0" y="20765"/>
                      </a:cubicBezTo>
                      <a:cubicBezTo>
                        <a:pt x="0" y="9335"/>
                        <a:pt x="9334" y="0"/>
                        <a:pt x="20764" y="0"/>
                      </a:cubicBezTo>
                      <a:cubicBezTo>
                        <a:pt x="32195" y="0"/>
                        <a:pt x="41529" y="9335"/>
                        <a:pt x="41529" y="20765"/>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 name="Google Shape;98;p4"/>
                <p:cNvSpPr/>
                <p:nvPr/>
              </p:nvSpPr>
              <p:spPr>
                <a:xfrm>
                  <a:off x="7640764" y="551973"/>
                  <a:ext cx="41528" cy="41529"/>
                </a:xfrm>
                <a:custGeom>
                  <a:avLst/>
                  <a:gdLst/>
                  <a:ahLst/>
                  <a:cxnLst/>
                  <a:rect l="l" t="t" r="r" b="b"/>
                  <a:pathLst>
                    <a:path w="41528" h="41529" extrusionOk="0">
                      <a:moveTo>
                        <a:pt x="41529" y="20765"/>
                      </a:moveTo>
                      <a:cubicBezTo>
                        <a:pt x="41529" y="32290"/>
                        <a:pt x="32195" y="41529"/>
                        <a:pt x="20764" y="41529"/>
                      </a:cubicBezTo>
                      <a:cubicBezTo>
                        <a:pt x="9334" y="41529"/>
                        <a:pt x="0" y="32195"/>
                        <a:pt x="0" y="20765"/>
                      </a:cubicBezTo>
                      <a:cubicBezTo>
                        <a:pt x="0" y="9335"/>
                        <a:pt x="9334" y="0"/>
                        <a:pt x="20764" y="0"/>
                      </a:cubicBezTo>
                      <a:cubicBezTo>
                        <a:pt x="32195" y="0"/>
                        <a:pt x="41529" y="9335"/>
                        <a:pt x="41529" y="20765"/>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9" name="Google Shape;99;p4"/>
                <p:cNvSpPr/>
                <p:nvPr/>
              </p:nvSpPr>
              <p:spPr>
                <a:xfrm>
                  <a:off x="7579137" y="551973"/>
                  <a:ext cx="41528" cy="41529"/>
                </a:xfrm>
                <a:custGeom>
                  <a:avLst/>
                  <a:gdLst/>
                  <a:ahLst/>
                  <a:cxnLst/>
                  <a:rect l="l" t="t" r="r" b="b"/>
                  <a:pathLst>
                    <a:path w="41528" h="41529" extrusionOk="0">
                      <a:moveTo>
                        <a:pt x="41529" y="20765"/>
                      </a:moveTo>
                      <a:cubicBezTo>
                        <a:pt x="41529" y="32290"/>
                        <a:pt x="32195" y="41529"/>
                        <a:pt x="20764" y="41529"/>
                      </a:cubicBezTo>
                      <a:cubicBezTo>
                        <a:pt x="9334" y="41529"/>
                        <a:pt x="0" y="32195"/>
                        <a:pt x="0" y="20765"/>
                      </a:cubicBezTo>
                      <a:cubicBezTo>
                        <a:pt x="0" y="9335"/>
                        <a:pt x="9334" y="0"/>
                        <a:pt x="20764" y="0"/>
                      </a:cubicBezTo>
                      <a:cubicBezTo>
                        <a:pt x="32195" y="0"/>
                        <a:pt x="41529" y="9335"/>
                        <a:pt x="41529" y="2076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00" name="Google Shape;100;p4"/>
            <p:cNvGrpSpPr/>
            <p:nvPr/>
          </p:nvGrpSpPr>
          <p:grpSpPr>
            <a:xfrm>
              <a:off x="8184962" y="619646"/>
              <a:ext cx="498115" cy="257273"/>
              <a:chOff x="7256144" y="685800"/>
              <a:chExt cx="470630" cy="243077"/>
            </a:xfrm>
          </p:grpSpPr>
          <p:sp>
            <p:nvSpPr>
              <p:cNvPr id="101" name="Google Shape;101;p4"/>
              <p:cNvSpPr/>
              <p:nvPr/>
            </p:nvSpPr>
            <p:spPr>
              <a:xfrm>
                <a:off x="7256144" y="694753"/>
                <a:ext cx="218503" cy="218217"/>
              </a:xfrm>
              <a:custGeom>
                <a:avLst/>
                <a:gdLst/>
                <a:ahLst/>
                <a:cxnLst/>
                <a:rect l="l" t="t" r="r" b="b"/>
                <a:pathLst>
                  <a:path w="218503" h="218217" extrusionOk="0">
                    <a:moveTo>
                      <a:pt x="216598" y="129540"/>
                    </a:moveTo>
                    <a:cubicBezTo>
                      <a:pt x="217837" y="122968"/>
                      <a:pt x="218504" y="116110"/>
                      <a:pt x="218504" y="109156"/>
                    </a:cubicBezTo>
                    <a:cubicBezTo>
                      <a:pt x="218504" y="102203"/>
                      <a:pt x="217837" y="95440"/>
                      <a:pt x="216598" y="88773"/>
                    </a:cubicBezTo>
                    <a:lnTo>
                      <a:pt x="181261" y="88773"/>
                    </a:lnTo>
                    <a:cubicBezTo>
                      <a:pt x="179641" y="83058"/>
                      <a:pt x="177451" y="77724"/>
                      <a:pt x="174593" y="72676"/>
                    </a:cubicBezTo>
                    <a:lnTo>
                      <a:pt x="199549" y="47720"/>
                    </a:lnTo>
                    <a:cubicBezTo>
                      <a:pt x="191834" y="36385"/>
                      <a:pt x="182118" y="26670"/>
                      <a:pt x="170783" y="18955"/>
                    </a:cubicBezTo>
                    <a:lnTo>
                      <a:pt x="145732" y="44005"/>
                    </a:lnTo>
                    <a:cubicBezTo>
                      <a:pt x="140684" y="41148"/>
                      <a:pt x="135255" y="38957"/>
                      <a:pt x="129635" y="37338"/>
                    </a:cubicBezTo>
                    <a:lnTo>
                      <a:pt x="129635" y="1905"/>
                    </a:lnTo>
                    <a:cubicBezTo>
                      <a:pt x="123063" y="667"/>
                      <a:pt x="116205" y="0"/>
                      <a:pt x="109252" y="0"/>
                    </a:cubicBezTo>
                    <a:cubicBezTo>
                      <a:pt x="102298" y="0"/>
                      <a:pt x="95536" y="667"/>
                      <a:pt x="88868" y="1905"/>
                    </a:cubicBezTo>
                    <a:lnTo>
                      <a:pt x="88868" y="37338"/>
                    </a:lnTo>
                    <a:cubicBezTo>
                      <a:pt x="83154" y="38957"/>
                      <a:pt x="77819" y="41148"/>
                      <a:pt x="72771" y="44005"/>
                    </a:cubicBezTo>
                    <a:lnTo>
                      <a:pt x="47720" y="18955"/>
                    </a:lnTo>
                    <a:cubicBezTo>
                      <a:pt x="36386" y="26670"/>
                      <a:pt x="26670" y="36481"/>
                      <a:pt x="18955" y="47720"/>
                    </a:cubicBezTo>
                    <a:lnTo>
                      <a:pt x="43910" y="72676"/>
                    </a:lnTo>
                    <a:cubicBezTo>
                      <a:pt x="41053" y="77724"/>
                      <a:pt x="38862" y="83153"/>
                      <a:pt x="37243" y="88773"/>
                    </a:cubicBezTo>
                    <a:lnTo>
                      <a:pt x="1905" y="88773"/>
                    </a:lnTo>
                    <a:cubicBezTo>
                      <a:pt x="667" y="95345"/>
                      <a:pt x="0" y="102203"/>
                      <a:pt x="0" y="109156"/>
                    </a:cubicBezTo>
                    <a:cubicBezTo>
                      <a:pt x="0" y="116110"/>
                      <a:pt x="667" y="122873"/>
                      <a:pt x="1905" y="129540"/>
                    </a:cubicBezTo>
                    <a:lnTo>
                      <a:pt x="37243" y="129540"/>
                    </a:lnTo>
                    <a:cubicBezTo>
                      <a:pt x="38862" y="135255"/>
                      <a:pt x="41053" y="140589"/>
                      <a:pt x="43910" y="145637"/>
                    </a:cubicBezTo>
                    <a:lnTo>
                      <a:pt x="18955" y="170593"/>
                    </a:lnTo>
                    <a:cubicBezTo>
                      <a:pt x="26670" y="181928"/>
                      <a:pt x="36386" y="191643"/>
                      <a:pt x="47720" y="199358"/>
                    </a:cubicBezTo>
                    <a:lnTo>
                      <a:pt x="72771" y="174308"/>
                    </a:lnTo>
                    <a:cubicBezTo>
                      <a:pt x="77819" y="177165"/>
                      <a:pt x="83248" y="179356"/>
                      <a:pt x="88868" y="180975"/>
                    </a:cubicBezTo>
                    <a:lnTo>
                      <a:pt x="88868" y="216313"/>
                    </a:lnTo>
                    <a:cubicBezTo>
                      <a:pt x="95441" y="217551"/>
                      <a:pt x="102298" y="218218"/>
                      <a:pt x="109252" y="218218"/>
                    </a:cubicBezTo>
                    <a:cubicBezTo>
                      <a:pt x="116205" y="218218"/>
                      <a:pt x="122968" y="217551"/>
                      <a:pt x="129635" y="216313"/>
                    </a:cubicBezTo>
                    <a:lnTo>
                      <a:pt x="129635" y="180975"/>
                    </a:lnTo>
                    <a:cubicBezTo>
                      <a:pt x="135350" y="179356"/>
                      <a:pt x="140684" y="177070"/>
                      <a:pt x="145732" y="174308"/>
                    </a:cubicBezTo>
                    <a:lnTo>
                      <a:pt x="170783" y="199358"/>
                    </a:lnTo>
                    <a:cubicBezTo>
                      <a:pt x="182118" y="191643"/>
                      <a:pt x="191834" y="181928"/>
                      <a:pt x="199549" y="170593"/>
                    </a:cubicBezTo>
                    <a:lnTo>
                      <a:pt x="174593" y="145542"/>
                    </a:lnTo>
                    <a:cubicBezTo>
                      <a:pt x="177451" y="140494"/>
                      <a:pt x="179641" y="135064"/>
                      <a:pt x="181261" y="129445"/>
                    </a:cubicBezTo>
                    <a:lnTo>
                      <a:pt x="216598" y="129445"/>
                    </a:lnTo>
                    <a:close/>
                    <a:moveTo>
                      <a:pt x="109252" y="131255"/>
                    </a:moveTo>
                    <a:cubicBezTo>
                      <a:pt x="97060" y="131255"/>
                      <a:pt x="87249" y="121349"/>
                      <a:pt x="87249" y="109252"/>
                    </a:cubicBezTo>
                    <a:cubicBezTo>
                      <a:pt x="87249" y="97155"/>
                      <a:pt x="97155" y="87249"/>
                      <a:pt x="109252" y="87249"/>
                    </a:cubicBezTo>
                    <a:cubicBezTo>
                      <a:pt x="121348" y="87249"/>
                      <a:pt x="131255" y="97155"/>
                      <a:pt x="131255" y="109252"/>
                    </a:cubicBezTo>
                    <a:cubicBezTo>
                      <a:pt x="131255" y="121349"/>
                      <a:pt x="121348" y="131255"/>
                      <a:pt x="109252" y="131255"/>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02" name="Google Shape;102;p4"/>
              <p:cNvGrpSpPr/>
              <p:nvPr/>
            </p:nvGrpSpPr>
            <p:grpSpPr>
              <a:xfrm>
                <a:off x="7512843" y="685800"/>
                <a:ext cx="213931" cy="243077"/>
                <a:chOff x="7512843" y="685800"/>
                <a:chExt cx="213931" cy="243077"/>
              </a:xfrm>
            </p:grpSpPr>
            <p:grpSp>
              <p:nvGrpSpPr>
                <p:cNvPr id="103" name="Google Shape;103;p4"/>
                <p:cNvGrpSpPr/>
                <p:nvPr/>
              </p:nvGrpSpPr>
              <p:grpSpPr>
                <a:xfrm>
                  <a:off x="7512843" y="836580"/>
                  <a:ext cx="213931" cy="92297"/>
                  <a:chOff x="7512843" y="836580"/>
                  <a:chExt cx="213931" cy="92297"/>
                </a:xfrm>
              </p:grpSpPr>
              <p:sp>
                <p:nvSpPr>
                  <p:cNvPr id="104" name="Google Shape;104;p4"/>
                  <p:cNvSpPr/>
                  <p:nvPr/>
                </p:nvSpPr>
                <p:spPr>
                  <a:xfrm>
                    <a:off x="7512843" y="856011"/>
                    <a:ext cx="213931" cy="72866"/>
                  </a:xfrm>
                  <a:custGeom>
                    <a:avLst/>
                    <a:gdLst/>
                    <a:ahLst/>
                    <a:cxnLst/>
                    <a:rect l="l" t="t" r="r" b="b"/>
                    <a:pathLst>
                      <a:path w="213931" h="72866" extrusionOk="0">
                        <a:moveTo>
                          <a:pt x="0" y="0"/>
                        </a:moveTo>
                        <a:lnTo>
                          <a:pt x="0" y="53435"/>
                        </a:lnTo>
                        <a:cubicBezTo>
                          <a:pt x="0" y="64199"/>
                          <a:pt x="47911" y="72866"/>
                          <a:pt x="106966" y="72866"/>
                        </a:cubicBezTo>
                        <a:cubicBezTo>
                          <a:pt x="166021" y="72866"/>
                          <a:pt x="213932" y="64199"/>
                          <a:pt x="213932" y="53435"/>
                        </a:cubicBezTo>
                        <a:lnTo>
                          <a:pt x="213932" y="0"/>
                        </a:lnTo>
                        <a:lnTo>
                          <a:pt x="0" y="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5" name="Google Shape;105;p4"/>
                  <p:cNvSpPr/>
                  <p:nvPr/>
                </p:nvSpPr>
                <p:spPr>
                  <a:xfrm>
                    <a:off x="7512843" y="836580"/>
                    <a:ext cx="213931" cy="38861"/>
                  </a:xfrm>
                  <a:custGeom>
                    <a:avLst/>
                    <a:gdLst/>
                    <a:ahLst/>
                    <a:cxnLst/>
                    <a:rect l="l" t="t" r="r" b="b"/>
                    <a:pathLst>
                      <a:path w="213931" h="38861" extrusionOk="0">
                        <a:moveTo>
                          <a:pt x="213932" y="19431"/>
                        </a:moveTo>
                        <a:cubicBezTo>
                          <a:pt x="213932" y="30162"/>
                          <a:pt x="166042" y="38862"/>
                          <a:pt x="106966" y="38862"/>
                        </a:cubicBezTo>
                        <a:cubicBezTo>
                          <a:pt x="47891" y="38862"/>
                          <a:pt x="1" y="30162"/>
                          <a:pt x="1" y="19431"/>
                        </a:cubicBezTo>
                        <a:cubicBezTo>
                          <a:pt x="1" y="8700"/>
                          <a:pt x="47891" y="0"/>
                          <a:pt x="106966" y="0"/>
                        </a:cubicBezTo>
                        <a:cubicBezTo>
                          <a:pt x="166042" y="0"/>
                          <a:pt x="213932" y="8700"/>
                          <a:pt x="213932" y="19431"/>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06" name="Google Shape;106;p4"/>
                <p:cNvGrpSpPr/>
                <p:nvPr/>
              </p:nvGrpSpPr>
              <p:grpSpPr>
                <a:xfrm>
                  <a:off x="7512843" y="761238"/>
                  <a:ext cx="213931" cy="92296"/>
                  <a:chOff x="7512843" y="761238"/>
                  <a:chExt cx="213931" cy="92296"/>
                </a:xfrm>
              </p:grpSpPr>
              <p:sp>
                <p:nvSpPr>
                  <p:cNvPr id="107" name="Google Shape;107;p4"/>
                  <p:cNvSpPr/>
                  <p:nvPr/>
                </p:nvSpPr>
                <p:spPr>
                  <a:xfrm>
                    <a:off x="7512843" y="780668"/>
                    <a:ext cx="213931" cy="72866"/>
                  </a:xfrm>
                  <a:custGeom>
                    <a:avLst/>
                    <a:gdLst/>
                    <a:ahLst/>
                    <a:cxnLst/>
                    <a:rect l="l" t="t" r="r" b="b"/>
                    <a:pathLst>
                      <a:path w="213931" h="72866" extrusionOk="0">
                        <a:moveTo>
                          <a:pt x="0" y="0"/>
                        </a:moveTo>
                        <a:lnTo>
                          <a:pt x="0" y="53435"/>
                        </a:lnTo>
                        <a:cubicBezTo>
                          <a:pt x="0" y="64199"/>
                          <a:pt x="47911" y="72866"/>
                          <a:pt x="106966" y="72866"/>
                        </a:cubicBezTo>
                        <a:cubicBezTo>
                          <a:pt x="166021" y="72866"/>
                          <a:pt x="213932" y="64199"/>
                          <a:pt x="213932" y="53435"/>
                        </a:cubicBezTo>
                        <a:lnTo>
                          <a:pt x="213932" y="0"/>
                        </a:lnTo>
                        <a:lnTo>
                          <a:pt x="0" y="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8" name="Google Shape;108;p4"/>
                  <p:cNvSpPr/>
                  <p:nvPr/>
                </p:nvSpPr>
                <p:spPr>
                  <a:xfrm>
                    <a:off x="7512843" y="761238"/>
                    <a:ext cx="213931" cy="38861"/>
                  </a:xfrm>
                  <a:custGeom>
                    <a:avLst/>
                    <a:gdLst/>
                    <a:ahLst/>
                    <a:cxnLst/>
                    <a:rect l="l" t="t" r="r" b="b"/>
                    <a:pathLst>
                      <a:path w="213931" h="38861" extrusionOk="0">
                        <a:moveTo>
                          <a:pt x="213932" y="19431"/>
                        </a:moveTo>
                        <a:cubicBezTo>
                          <a:pt x="213932" y="30162"/>
                          <a:pt x="166042" y="38862"/>
                          <a:pt x="106966" y="38862"/>
                        </a:cubicBezTo>
                        <a:cubicBezTo>
                          <a:pt x="47891" y="38862"/>
                          <a:pt x="1" y="30162"/>
                          <a:pt x="1" y="19431"/>
                        </a:cubicBezTo>
                        <a:cubicBezTo>
                          <a:pt x="1" y="8700"/>
                          <a:pt x="47891" y="0"/>
                          <a:pt x="106966" y="0"/>
                        </a:cubicBezTo>
                        <a:cubicBezTo>
                          <a:pt x="166042" y="0"/>
                          <a:pt x="213932" y="8700"/>
                          <a:pt x="213932" y="19431"/>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09" name="Google Shape;109;p4"/>
                <p:cNvGrpSpPr/>
                <p:nvPr/>
              </p:nvGrpSpPr>
              <p:grpSpPr>
                <a:xfrm>
                  <a:off x="7512843" y="685800"/>
                  <a:ext cx="213931" cy="92297"/>
                  <a:chOff x="7512843" y="685800"/>
                  <a:chExt cx="213931" cy="92297"/>
                </a:xfrm>
              </p:grpSpPr>
              <p:sp>
                <p:nvSpPr>
                  <p:cNvPr id="110" name="Google Shape;110;p4"/>
                  <p:cNvSpPr/>
                  <p:nvPr/>
                </p:nvSpPr>
                <p:spPr>
                  <a:xfrm>
                    <a:off x="7512843" y="705231"/>
                    <a:ext cx="213931" cy="72866"/>
                  </a:xfrm>
                  <a:custGeom>
                    <a:avLst/>
                    <a:gdLst/>
                    <a:ahLst/>
                    <a:cxnLst/>
                    <a:rect l="l" t="t" r="r" b="b"/>
                    <a:pathLst>
                      <a:path w="213931" h="72866" extrusionOk="0">
                        <a:moveTo>
                          <a:pt x="0" y="0"/>
                        </a:moveTo>
                        <a:lnTo>
                          <a:pt x="0" y="53435"/>
                        </a:lnTo>
                        <a:cubicBezTo>
                          <a:pt x="0" y="64198"/>
                          <a:pt x="47911" y="72866"/>
                          <a:pt x="106966" y="72866"/>
                        </a:cubicBezTo>
                        <a:cubicBezTo>
                          <a:pt x="166021" y="72866"/>
                          <a:pt x="213932" y="64198"/>
                          <a:pt x="213932" y="53435"/>
                        </a:cubicBezTo>
                        <a:lnTo>
                          <a:pt x="213932" y="0"/>
                        </a:lnTo>
                        <a:lnTo>
                          <a:pt x="0" y="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1" name="Google Shape;111;p4"/>
                  <p:cNvSpPr/>
                  <p:nvPr/>
                </p:nvSpPr>
                <p:spPr>
                  <a:xfrm>
                    <a:off x="7512843" y="685800"/>
                    <a:ext cx="213931" cy="38861"/>
                  </a:xfrm>
                  <a:custGeom>
                    <a:avLst/>
                    <a:gdLst/>
                    <a:ahLst/>
                    <a:cxnLst/>
                    <a:rect l="l" t="t" r="r" b="b"/>
                    <a:pathLst>
                      <a:path w="213931" h="38861" extrusionOk="0">
                        <a:moveTo>
                          <a:pt x="213932" y="19431"/>
                        </a:moveTo>
                        <a:cubicBezTo>
                          <a:pt x="213932" y="30162"/>
                          <a:pt x="166042" y="38862"/>
                          <a:pt x="106966" y="38862"/>
                        </a:cubicBezTo>
                        <a:cubicBezTo>
                          <a:pt x="47891" y="38862"/>
                          <a:pt x="1" y="30162"/>
                          <a:pt x="1" y="19431"/>
                        </a:cubicBezTo>
                        <a:cubicBezTo>
                          <a:pt x="1" y="8700"/>
                          <a:pt x="47891" y="0"/>
                          <a:pt x="106966" y="0"/>
                        </a:cubicBezTo>
                        <a:cubicBezTo>
                          <a:pt x="166042" y="0"/>
                          <a:pt x="213932" y="8700"/>
                          <a:pt x="213932" y="19431"/>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12"/>
        <p:cNvGrpSpPr/>
        <p:nvPr/>
      </p:nvGrpSpPr>
      <p:grpSpPr>
        <a:xfrm>
          <a:off x="0" y="0"/>
          <a:ext cx="0" cy="0"/>
          <a:chOff x="0" y="0"/>
          <a:chExt cx="0" cy="0"/>
        </a:xfrm>
      </p:grpSpPr>
      <p:sp>
        <p:nvSpPr>
          <p:cNvPr id="113" name="Google Shape;113;p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14" name="Google Shape;114;p5"/>
          <p:cNvSpPr txBox="1">
            <a:spLocks noGrp="1"/>
          </p:cNvSpPr>
          <p:nvPr>
            <p:ph type="subTitle" idx="1"/>
          </p:nvPr>
        </p:nvSpPr>
        <p:spPr>
          <a:xfrm>
            <a:off x="4679150" y="2453574"/>
            <a:ext cx="3384300" cy="1131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15" name="Google Shape;115;p5"/>
          <p:cNvSpPr txBox="1">
            <a:spLocks noGrp="1"/>
          </p:cNvSpPr>
          <p:nvPr>
            <p:ph type="subTitle" idx="2"/>
          </p:nvPr>
        </p:nvSpPr>
        <p:spPr>
          <a:xfrm>
            <a:off x="1080525" y="2453574"/>
            <a:ext cx="3384300" cy="1131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16" name="Google Shape;116;p5"/>
          <p:cNvSpPr txBox="1">
            <a:spLocks noGrp="1"/>
          </p:cNvSpPr>
          <p:nvPr>
            <p:ph type="subTitle" idx="3"/>
          </p:nvPr>
        </p:nvSpPr>
        <p:spPr>
          <a:xfrm>
            <a:off x="1080536" y="1817200"/>
            <a:ext cx="3384300" cy="5727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Epilogue"/>
                <a:ea typeface="Epilogue"/>
                <a:cs typeface="Epilogue"/>
                <a:sym typeface="Epilogue"/>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117" name="Google Shape;117;p5"/>
          <p:cNvSpPr txBox="1">
            <a:spLocks noGrp="1"/>
          </p:cNvSpPr>
          <p:nvPr>
            <p:ph type="subTitle" idx="4"/>
          </p:nvPr>
        </p:nvSpPr>
        <p:spPr>
          <a:xfrm>
            <a:off x="4679164" y="1817200"/>
            <a:ext cx="3384300" cy="5727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Epilogue"/>
                <a:ea typeface="Epilogue"/>
                <a:cs typeface="Epilogue"/>
                <a:sym typeface="Epilogue"/>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118" name="Google Shape;118;p5"/>
          <p:cNvSpPr/>
          <p:nvPr/>
        </p:nvSpPr>
        <p:spPr>
          <a:xfrm rot="5551952">
            <a:off x="-721531" y="4084618"/>
            <a:ext cx="2053998" cy="1765206"/>
          </a:xfrm>
          <a:custGeom>
            <a:avLst/>
            <a:gdLst/>
            <a:ahLst/>
            <a:cxnLst/>
            <a:rect l="l" t="t" r="r" b="b"/>
            <a:pathLst>
              <a:path w="38869" h="30330" extrusionOk="0">
                <a:moveTo>
                  <a:pt x="24297" y="1"/>
                </a:moveTo>
                <a:cubicBezTo>
                  <a:pt x="23576" y="1"/>
                  <a:pt x="22813" y="81"/>
                  <a:pt x="22018" y="271"/>
                </a:cubicBezTo>
                <a:cubicBezTo>
                  <a:pt x="16904" y="1494"/>
                  <a:pt x="14626" y="5778"/>
                  <a:pt x="11611" y="8671"/>
                </a:cubicBezTo>
                <a:cubicBezTo>
                  <a:pt x="10032" y="10186"/>
                  <a:pt x="7766" y="10684"/>
                  <a:pt x="5916" y="11826"/>
                </a:cubicBezTo>
                <a:cubicBezTo>
                  <a:pt x="0" y="15481"/>
                  <a:pt x="539" y="24197"/>
                  <a:pt x="4874" y="27639"/>
                </a:cubicBezTo>
                <a:cubicBezTo>
                  <a:pt x="7150" y="29445"/>
                  <a:pt x="9815" y="30330"/>
                  <a:pt x="12976" y="30330"/>
                </a:cubicBezTo>
                <a:cubicBezTo>
                  <a:pt x="15025" y="30330"/>
                  <a:pt x="17282" y="29958"/>
                  <a:pt x="19778" y="29225"/>
                </a:cubicBezTo>
                <a:cubicBezTo>
                  <a:pt x="26123" y="27360"/>
                  <a:pt x="30656" y="26268"/>
                  <a:pt x="34763" y="20412"/>
                </a:cubicBezTo>
                <a:cubicBezTo>
                  <a:pt x="38869" y="14558"/>
                  <a:pt x="35544" y="6859"/>
                  <a:pt x="30907" y="2368"/>
                </a:cubicBezTo>
                <a:cubicBezTo>
                  <a:pt x="30907" y="2368"/>
                  <a:pt x="28215" y="1"/>
                  <a:pt x="24297" y="1"/>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119;p5"/>
          <p:cNvSpPr/>
          <p:nvPr/>
        </p:nvSpPr>
        <p:spPr>
          <a:xfrm rot="-460685">
            <a:off x="-850641" y="-888875"/>
            <a:ext cx="2082611" cy="1683994"/>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5"/>
          <p:cNvSpPr/>
          <p:nvPr/>
        </p:nvSpPr>
        <p:spPr>
          <a:xfrm rot="3259731">
            <a:off x="7063135" y="-804478"/>
            <a:ext cx="3168421" cy="2561976"/>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21"/>
        <p:cNvGrpSpPr/>
        <p:nvPr/>
      </p:nvGrpSpPr>
      <p:grpSpPr>
        <a:xfrm>
          <a:off x="0" y="0"/>
          <a:ext cx="0" cy="0"/>
          <a:chOff x="0" y="0"/>
          <a:chExt cx="0" cy="0"/>
        </a:xfrm>
      </p:grpSpPr>
      <p:sp>
        <p:nvSpPr>
          <p:cNvPr id="122" name="Google Shape;122;p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23" name="Google Shape;123;p6"/>
          <p:cNvSpPr/>
          <p:nvPr/>
        </p:nvSpPr>
        <p:spPr>
          <a:xfrm rot="-9076707">
            <a:off x="85462" y="-755109"/>
            <a:ext cx="1683799" cy="1313891"/>
          </a:xfrm>
          <a:custGeom>
            <a:avLst/>
            <a:gdLst/>
            <a:ahLst/>
            <a:cxnLst/>
            <a:rect l="l" t="t" r="r" b="b"/>
            <a:pathLst>
              <a:path w="38869" h="30330" extrusionOk="0">
                <a:moveTo>
                  <a:pt x="24297" y="1"/>
                </a:moveTo>
                <a:cubicBezTo>
                  <a:pt x="23576" y="1"/>
                  <a:pt x="22813" y="81"/>
                  <a:pt x="22018" y="271"/>
                </a:cubicBezTo>
                <a:cubicBezTo>
                  <a:pt x="16904" y="1494"/>
                  <a:pt x="14626" y="5778"/>
                  <a:pt x="11611" y="8671"/>
                </a:cubicBezTo>
                <a:cubicBezTo>
                  <a:pt x="10032" y="10186"/>
                  <a:pt x="7766" y="10684"/>
                  <a:pt x="5916" y="11826"/>
                </a:cubicBezTo>
                <a:cubicBezTo>
                  <a:pt x="0" y="15481"/>
                  <a:pt x="539" y="24197"/>
                  <a:pt x="4874" y="27639"/>
                </a:cubicBezTo>
                <a:cubicBezTo>
                  <a:pt x="7150" y="29445"/>
                  <a:pt x="9815" y="30330"/>
                  <a:pt x="12976" y="30330"/>
                </a:cubicBezTo>
                <a:cubicBezTo>
                  <a:pt x="15025" y="30330"/>
                  <a:pt x="17282" y="29958"/>
                  <a:pt x="19778" y="29225"/>
                </a:cubicBezTo>
                <a:cubicBezTo>
                  <a:pt x="26123" y="27360"/>
                  <a:pt x="30656" y="26268"/>
                  <a:pt x="34763" y="20412"/>
                </a:cubicBezTo>
                <a:cubicBezTo>
                  <a:pt x="38869" y="14558"/>
                  <a:pt x="35544" y="6859"/>
                  <a:pt x="30907" y="2368"/>
                </a:cubicBezTo>
                <a:cubicBezTo>
                  <a:pt x="30907" y="2368"/>
                  <a:pt x="28215" y="1"/>
                  <a:pt x="24297" y="1"/>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4" name="Google Shape;124;p6"/>
          <p:cNvGrpSpPr/>
          <p:nvPr/>
        </p:nvGrpSpPr>
        <p:grpSpPr>
          <a:xfrm>
            <a:off x="6779278" y="192982"/>
            <a:ext cx="2107998" cy="297419"/>
            <a:chOff x="6108096" y="3265836"/>
            <a:chExt cx="1633727" cy="230504"/>
          </a:xfrm>
        </p:grpSpPr>
        <p:sp>
          <p:nvSpPr>
            <p:cNvPr id="125" name="Google Shape;125;p6"/>
            <p:cNvSpPr/>
            <p:nvPr/>
          </p:nvSpPr>
          <p:spPr>
            <a:xfrm>
              <a:off x="6108096" y="3265836"/>
              <a:ext cx="1633727" cy="230504"/>
            </a:xfrm>
            <a:custGeom>
              <a:avLst/>
              <a:gdLst/>
              <a:ahLst/>
              <a:cxnLst/>
              <a:rect l="l" t="t" r="r" b="b"/>
              <a:pathLst>
                <a:path w="1633727" h="230504" extrusionOk="0">
                  <a:moveTo>
                    <a:pt x="1518476" y="0"/>
                  </a:moveTo>
                  <a:cubicBezTo>
                    <a:pt x="1582128" y="0"/>
                    <a:pt x="1633728" y="51600"/>
                    <a:pt x="1633728" y="115253"/>
                  </a:cubicBezTo>
                  <a:lnTo>
                    <a:pt x="1633728" y="115253"/>
                  </a:lnTo>
                  <a:cubicBezTo>
                    <a:pt x="1633728" y="178905"/>
                    <a:pt x="1582128" y="230505"/>
                    <a:pt x="1518476" y="230505"/>
                  </a:cubicBezTo>
                  <a:lnTo>
                    <a:pt x="115252" y="230505"/>
                  </a:lnTo>
                  <a:cubicBezTo>
                    <a:pt x="51601" y="230505"/>
                    <a:pt x="0" y="178905"/>
                    <a:pt x="0" y="115253"/>
                  </a:cubicBezTo>
                  <a:lnTo>
                    <a:pt x="0" y="115253"/>
                  </a:lnTo>
                  <a:cubicBezTo>
                    <a:pt x="0" y="51600"/>
                    <a:pt x="51601" y="0"/>
                    <a:pt x="115252" y="0"/>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6" name="Google Shape;126;p6"/>
            <p:cNvSpPr/>
            <p:nvPr/>
          </p:nvSpPr>
          <p:spPr>
            <a:xfrm>
              <a:off x="7528381" y="3292292"/>
              <a:ext cx="166485" cy="165854"/>
            </a:xfrm>
            <a:custGeom>
              <a:avLst/>
              <a:gdLst/>
              <a:ahLst/>
              <a:cxnLst/>
              <a:rect l="l" t="t" r="r" b="b"/>
              <a:pathLst>
                <a:path w="166485" h="165854" extrusionOk="0">
                  <a:moveTo>
                    <a:pt x="161532" y="137469"/>
                  </a:moveTo>
                  <a:lnTo>
                    <a:pt x="120003" y="95941"/>
                  </a:lnTo>
                  <a:lnTo>
                    <a:pt x="113336" y="102608"/>
                  </a:lnTo>
                  <a:lnTo>
                    <a:pt x="105811" y="95083"/>
                  </a:lnTo>
                  <a:cubicBezTo>
                    <a:pt x="123622" y="71842"/>
                    <a:pt x="122194" y="38600"/>
                    <a:pt x="100953" y="17359"/>
                  </a:cubicBezTo>
                  <a:cubicBezTo>
                    <a:pt x="77807" y="-5786"/>
                    <a:pt x="40374" y="-5786"/>
                    <a:pt x="17324" y="17359"/>
                  </a:cubicBezTo>
                  <a:cubicBezTo>
                    <a:pt x="-5727" y="40505"/>
                    <a:pt x="-5822" y="77938"/>
                    <a:pt x="17324" y="100989"/>
                  </a:cubicBezTo>
                  <a:cubicBezTo>
                    <a:pt x="38850" y="122515"/>
                    <a:pt x="72568" y="123754"/>
                    <a:pt x="95809" y="105275"/>
                  </a:cubicBezTo>
                  <a:lnTo>
                    <a:pt x="103334" y="112800"/>
                  </a:lnTo>
                  <a:lnTo>
                    <a:pt x="96667" y="119467"/>
                  </a:lnTo>
                  <a:lnTo>
                    <a:pt x="138196" y="160996"/>
                  </a:lnTo>
                  <a:cubicBezTo>
                    <a:pt x="144673" y="167473"/>
                    <a:pt x="155150" y="167473"/>
                    <a:pt x="161627" y="160996"/>
                  </a:cubicBezTo>
                  <a:lnTo>
                    <a:pt x="161627" y="160996"/>
                  </a:lnTo>
                  <a:cubicBezTo>
                    <a:pt x="168104" y="154519"/>
                    <a:pt x="168104" y="144042"/>
                    <a:pt x="161627" y="137565"/>
                  </a:cubicBezTo>
                  <a:close/>
                  <a:moveTo>
                    <a:pt x="59138" y="102513"/>
                  </a:moveTo>
                  <a:cubicBezTo>
                    <a:pt x="54471" y="102513"/>
                    <a:pt x="49899" y="101751"/>
                    <a:pt x="45612" y="100417"/>
                  </a:cubicBezTo>
                  <a:cubicBezTo>
                    <a:pt x="33611" y="96512"/>
                    <a:pt x="23896" y="87463"/>
                    <a:pt x="19133" y="75938"/>
                  </a:cubicBezTo>
                  <a:cubicBezTo>
                    <a:pt x="16942" y="70794"/>
                    <a:pt x="15799" y="65175"/>
                    <a:pt x="15799" y="59269"/>
                  </a:cubicBezTo>
                  <a:cubicBezTo>
                    <a:pt x="15799" y="35361"/>
                    <a:pt x="35231" y="15931"/>
                    <a:pt x="59138" y="15931"/>
                  </a:cubicBezTo>
                  <a:cubicBezTo>
                    <a:pt x="65044" y="15931"/>
                    <a:pt x="70663" y="17074"/>
                    <a:pt x="75807" y="19264"/>
                  </a:cubicBezTo>
                  <a:cubicBezTo>
                    <a:pt x="87332" y="24122"/>
                    <a:pt x="96381" y="33742"/>
                    <a:pt x="100286" y="45744"/>
                  </a:cubicBezTo>
                  <a:cubicBezTo>
                    <a:pt x="101715" y="50030"/>
                    <a:pt x="102382" y="54507"/>
                    <a:pt x="102382" y="59269"/>
                  </a:cubicBezTo>
                  <a:cubicBezTo>
                    <a:pt x="102382" y="83177"/>
                    <a:pt x="83046" y="102513"/>
                    <a:pt x="59138" y="102513"/>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7" name="Google Shape;127;p6"/>
            <p:cNvSpPr/>
            <p:nvPr/>
          </p:nvSpPr>
          <p:spPr>
            <a:xfrm>
              <a:off x="7475124" y="3290220"/>
              <a:ext cx="7620" cy="174307"/>
            </a:xfrm>
            <a:custGeom>
              <a:avLst/>
              <a:gdLst/>
              <a:ahLst/>
              <a:cxnLst/>
              <a:rect l="l" t="t" r="r" b="b"/>
              <a:pathLst>
                <a:path w="7620" h="174307" extrusionOk="0">
                  <a:moveTo>
                    <a:pt x="3810" y="174308"/>
                  </a:moveTo>
                  <a:lnTo>
                    <a:pt x="3810" y="174308"/>
                  </a:lnTo>
                  <a:cubicBezTo>
                    <a:pt x="1714" y="174308"/>
                    <a:pt x="0" y="172593"/>
                    <a:pt x="0" y="170497"/>
                  </a:cubicBezTo>
                  <a:lnTo>
                    <a:pt x="0" y="3810"/>
                  </a:lnTo>
                  <a:cubicBezTo>
                    <a:pt x="0" y="1714"/>
                    <a:pt x="1714" y="0"/>
                    <a:pt x="3810" y="0"/>
                  </a:cubicBezTo>
                  <a:lnTo>
                    <a:pt x="3810" y="0"/>
                  </a:lnTo>
                  <a:cubicBezTo>
                    <a:pt x="5905" y="0"/>
                    <a:pt x="7620" y="1714"/>
                    <a:pt x="7620" y="3810"/>
                  </a:cubicBezTo>
                  <a:lnTo>
                    <a:pt x="7620" y="170497"/>
                  </a:lnTo>
                  <a:cubicBezTo>
                    <a:pt x="7620" y="172593"/>
                    <a:pt x="5905" y="174308"/>
                    <a:pt x="3810" y="174308"/>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28" name="Google Shape;128;p6"/>
          <p:cNvSpPr/>
          <p:nvPr/>
        </p:nvSpPr>
        <p:spPr>
          <a:xfrm rot="532502" flipH="1">
            <a:off x="-514115" y="4385276"/>
            <a:ext cx="1514959" cy="1224991"/>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9" name="Google Shape;129;p6"/>
          <p:cNvGrpSpPr/>
          <p:nvPr/>
        </p:nvGrpSpPr>
        <p:grpSpPr>
          <a:xfrm>
            <a:off x="-148774" y="4544215"/>
            <a:ext cx="784225" cy="584398"/>
            <a:chOff x="1914620" y="1930431"/>
            <a:chExt cx="572929" cy="426911"/>
          </a:xfrm>
        </p:grpSpPr>
        <p:grpSp>
          <p:nvGrpSpPr>
            <p:cNvPr id="130" name="Google Shape;130;p6"/>
            <p:cNvGrpSpPr/>
            <p:nvPr/>
          </p:nvGrpSpPr>
          <p:grpSpPr>
            <a:xfrm>
              <a:off x="1914620" y="1930431"/>
              <a:ext cx="572929" cy="426911"/>
              <a:chOff x="1914620" y="1930431"/>
              <a:chExt cx="572929" cy="426911"/>
            </a:xfrm>
          </p:grpSpPr>
          <p:sp>
            <p:nvSpPr>
              <p:cNvPr id="131" name="Google Shape;131;p6"/>
              <p:cNvSpPr/>
              <p:nvPr/>
            </p:nvSpPr>
            <p:spPr>
              <a:xfrm>
                <a:off x="2042160" y="1930431"/>
                <a:ext cx="445389" cy="299466"/>
              </a:xfrm>
              <a:custGeom>
                <a:avLst/>
                <a:gdLst/>
                <a:ahLst/>
                <a:cxnLst/>
                <a:rect l="l" t="t" r="r" b="b"/>
                <a:pathLst>
                  <a:path w="445389" h="299466" extrusionOk="0">
                    <a:moveTo>
                      <a:pt x="139065" y="7620"/>
                    </a:moveTo>
                    <a:lnTo>
                      <a:pt x="173355" y="41910"/>
                    </a:lnTo>
                    <a:cubicBezTo>
                      <a:pt x="178308" y="46863"/>
                      <a:pt x="185071" y="49721"/>
                      <a:pt x="192119" y="49721"/>
                    </a:cubicBezTo>
                    <a:lnTo>
                      <a:pt x="418910" y="49721"/>
                    </a:lnTo>
                    <a:cubicBezTo>
                      <a:pt x="433578" y="49721"/>
                      <a:pt x="445389" y="61627"/>
                      <a:pt x="445389" y="76200"/>
                    </a:cubicBezTo>
                    <a:lnTo>
                      <a:pt x="445389" y="272987"/>
                    </a:lnTo>
                    <a:cubicBezTo>
                      <a:pt x="445389" y="287655"/>
                      <a:pt x="433483" y="299466"/>
                      <a:pt x="418910" y="299466"/>
                    </a:cubicBezTo>
                    <a:lnTo>
                      <a:pt x="26479" y="299466"/>
                    </a:lnTo>
                    <a:cubicBezTo>
                      <a:pt x="11811" y="299466"/>
                      <a:pt x="0" y="287560"/>
                      <a:pt x="0" y="272987"/>
                    </a:cubicBezTo>
                    <a:lnTo>
                      <a:pt x="0" y="26479"/>
                    </a:lnTo>
                    <a:cubicBezTo>
                      <a:pt x="0" y="11811"/>
                      <a:pt x="11906" y="0"/>
                      <a:pt x="26479" y="0"/>
                    </a:cubicBezTo>
                    <a:lnTo>
                      <a:pt x="120396" y="0"/>
                    </a:lnTo>
                    <a:cubicBezTo>
                      <a:pt x="127444" y="0"/>
                      <a:pt x="134207" y="2762"/>
                      <a:pt x="139160" y="7715"/>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2" name="Google Shape;132;p6"/>
              <p:cNvSpPr/>
              <p:nvPr/>
            </p:nvSpPr>
            <p:spPr>
              <a:xfrm>
                <a:off x="1978342" y="1994058"/>
                <a:ext cx="445389" cy="299465"/>
              </a:xfrm>
              <a:custGeom>
                <a:avLst/>
                <a:gdLst/>
                <a:ahLst/>
                <a:cxnLst/>
                <a:rect l="l" t="t" r="r" b="b"/>
                <a:pathLst>
                  <a:path w="445389" h="299465" extrusionOk="0">
                    <a:moveTo>
                      <a:pt x="139065" y="7715"/>
                    </a:moveTo>
                    <a:lnTo>
                      <a:pt x="173355" y="42005"/>
                    </a:lnTo>
                    <a:cubicBezTo>
                      <a:pt x="178308" y="46958"/>
                      <a:pt x="185071" y="49721"/>
                      <a:pt x="192119" y="49721"/>
                    </a:cubicBezTo>
                    <a:lnTo>
                      <a:pt x="418909" y="49721"/>
                    </a:lnTo>
                    <a:cubicBezTo>
                      <a:pt x="433578" y="49721"/>
                      <a:pt x="445389" y="61627"/>
                      <a:pt x="445389" y="76200"/>
                    </a:cubicBezTo>
                    <a:lnTo>
                      <a:pt x="445389" y="272986"/>
                    </a:lnTo>
                    <a:cubicBezTo>
                      <a:pt x="445389" y="287655"/>
                      <a:pt x="433483" y="299466"/>
                      <a:pt x="418909" y="299466"/>
                    </a:cubicBezTo>
                    <a:lnTo>
                      <a:pt x="26480" y="299466"/>
                    </a:lnTo>
                    <a:cubicBezTo>
                      <a:pt x="11811" y="299466"/>
                      <a:pt x="0" y="287560"/>
                      <a:pt x="0" y="272986"/>
                    </a:cubicBezTo>
                    <a:lnTo>
                      <a:pt x="0" y="26479"/>
                    </a:lnTo>
                    <a:cubicBezTo>
                      <a:pt x="0" y="11811"/>
                      <a:pt x="11906" y="0"/>
                      <a:pt x="26480" y="0"/>
                    </a:cubicBezTo>
                    <a:lnTo>
                      <a:pt x="120396" y="0"/>
                    </a:lnTo>
                    <a:cubicBezTo>
                      <a:pt x="127445" y="0"/>
                      <a:pt x="134207" y="2762"/>
                      <a:pt x="139160" y="7715"/>
                    </a:cubicBez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3" name="Google Shape;133;p6"/>
              <p:cNvSpPr/>
              <p:nvPr/>
            </p:nvSpPr>
            <p:spPr>
              <a:xfrm>
                <a:off x="1914620" y="2057876"/>
                <a:ext cx="445389" cy="299466"/>
              </a:xfrm>
              <a:custGeom>
                <a:avLst/>
                <a:gdLst/>
                <a:ahLst/>
                <a:cxnLst/>
                <a:rect l="l" t="t" r="r" b="b"/>
                <a:pathLst>
                  <a:path w="445389" h="299466" extrusionOk="0">
                    <a:moveTo>
                      <a:pt x="139065" y="7715"/>
                    </a:moveTo>
                    <a:lnTo>
                      <a:pt x="173355" y="42005"/>
                    </a:lnTo>
                    <a:cubicBezTo>
                      <a:pt x="178308" y="46958"/>
                      <a:pt x="185071" y="49721"/>
                      <a:pt x="192119" y="49721"/>
                    </a:cubicBezTo>
                    <a:lnTo>
                      <a:pt x="418909" y="49721"/>
                    </a:lnTo>
                    <a:cubicBezTo>
                      <a:pt x="433578" y="49721"/>
                      <a:pt x="445389" y="61627"/>
                      <a:pt x="445389" y="76200"/>
                    </a:cubicBezTo>
                    <a:lnTo>
                      <a:pt x="445389" y="272987"/>
                    </a:lnTo>
                    <a:cubicBezTo>
                      <a:pt x="445389" y="287655"/>
                      <a:pt x="433483" y="299466"/>
                      <a:pt x="418909" y="299466"/>
                    </a:cubicBezTo>
                    <a:lnTo>
                      <a:pt x="26479" y="299466"/>
                    </a:lnTo>
                    <a:cubicBezTo>
                      <a:pt x="11811" y="299466"/>
                      <a:pt x="0" y="287560"/>
                      <a:pt x="0" y="272987"/>
                    </a:cubicBezTo>
                    <a:lnTo>
                      <a:pt x="0" y="26479"/>
                    </a:lnTo>
                    <a:cubicBezTo>
                      <a:pt x="0" y="11811"/>
                      <a:pt x="11906" y="0"/>
                      <a:pt x="26479" y="0"/>
                    </a:cubicBezTo>
                    <a:lnTo>
                      <a:pt x="120396" y="0"/>
                    </a:lnTo>
                    <a:cubicBezTo>
                      <a:pt x="127444" y="0"/>
                      <a:pt x="134207" y="2762"/>
                      <a:pt x="139160" y="7715"/>
                    </a:cubicBezTo>
                    <a:close/>
                  </a:path>
                </a:pathLst>
              </a:custGeom>
              <a:solidFill>
                <a:schemeClr val="accent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34" name="Google Shape;134;p6"/>
            <p:cNvSpPr/>
            <p:nvPr/>
          </p:nvSpPr>
          <p:spPr>
            <a:xfrm>
              <a:off x="2024157" y="2180272"/>
              <a:ext cx="222980" cy="101917"/>
            </a:xfrm>
            <a:custGeom>
              <a:avLst/>
              <a:gdLst/>
              <a:ahLst/>
              <a:cxnLst/>
              <a:rect l="l" t="t" r="r" b="b"/>
              <a:pathLst>
                <a:path w="222980" h="101917" extrusionOk="0">
                  <a:moveTo>
                    <a:pt x="25051" y="45529"/>
                  </a:moveTo>
                  <a:lnTo>
                    <a:pt x="0" y="45529"/>
                  </a:lnTo>
                  <a:lnTo>
                    <a:pt x="0" y="56388"/>
                  </a:lnTo>
                  <a:lnTo>
                    <a:pt x="25051" y="56388"/>
                  </a:lnTo>
                  <a:lnTo>
                    <a:pt x="25051" y="45529"/>
                  </a:lnTo>
                  <a:close/>
                  <a:moveTo>
                    <a:pt x="115538" y="79153"/>
                  </a:moveTo>
                  <a:lnTo>
                    <a:pt x="184023" y="79153"/>
                  </a:lnTo>
                  <a:lnTo>
                    <a:pt x="184023" y="68294"/>
                  </a:lnTo>
                  <a:lnTo>
                    <a:pt x="115538" y="68294"/>
                  </a:lnTo>
                  <a:lnTo>
                    <a:pt x="115538" y="79153"/>
                  </a:lnTo>
                  <a:close/>
                  <a:moveTo>
                    <a:pt x="32766" y="56388"/>
                  </a:moveTo>
                  <a:lnTo>
                    <a:pt x="129730" y="56388"/>
                  </a:lnTo>
                  <a:lnTo>
                    <a:pt x="129730" y="45529"/>
                  </a:lnTo>
                  <a:lnTo>
                    <a:pt x="32766" y="45529"/>
                  </a:lnTo>
                  <a:lnTo>
                    <a:pt x="32766" y="56388"/>
                  </a:lnTo>
                  <a:close/>
                  <a:moveTo>
                    <a:pt x="184023" y="0"/>
                  </a:moveTo>
                  <a:lnTo>
                    <a:pt x="23908" y="0"/>
                  </a:lnTo>
                  <a:lnTo>
                    <a:pt x="23908" y="10858"/>
                  </a:lnTo>
                  <a:lnTo>
                    <a:pt x="184023" y="10858"/>
                  </a:lnTo>
                  <a:lnTo>
                    <a:pt x="184023" y="0"/>
                  </a:lnTo>
                  <a:close/>
                  <a:moveTo>
                    <a:pt x="47815" y="22765"/>
                  </a:moveTo>
                  <a:lnTo>
                    <a:pt x="0" y="22765"/>
                  </a:lnTo>
                  <a:lnTo>
                    <a:pt x="0" y="33623"/>
                  </a:lnTo>
                  <a:lnTo>
                    <a:pt x="47815" y="33623"/>
                  </a:lnTo>
                  <a:lnTo>
                    <a:pt x="47815" y="22765"/>
                  </a:lnTo>
                  <a:close/>
                  <a:moveTo>
                    <a:pt x="102584" y="68294"/>
                  </a:moveTo>
                  <a:lnTo>
                    <a:pt x="0" y="68294"/>
                  </a:lnTo>
                  <a:lnTo>
                    <a:pt x="0" y="79153"/>
                  </a:lnTo>
                  <a:lnTo>
                    <a:pt x="102584" y="79153"/>
                  </a:lnTo>
                  <a:lnTo>
                    <a:pt x="102584" y="68294"/>
                  </a:lnTo>
                  <a:close/>
                  <a:moveTo>
                    <a:pt x="146875" y="101918"/>
                  </a:moveTo>
                  <a:lnTo>
                    <a:pt x="195644" y="101918"/>
                  </a:lnTo>
                  <a:lnTo>
                    <a:pt x="195644" y="91059"/>
                  </a:lnTo>
                  <a:lnTo>
                    <a:pt x="146875" y="91059"/>
                  </a:lnTo>
                  <a:lnTo>
                    <a:pt x="146875" y="101918"/>
                  </a:lnTo>
                  <a:close/>
                  <a:moveTo>
                    <a:pt x="0" y="101918"/>
                  </a:moveTo>
                  <a:lnTo>
                    <a:pt x="62198" y="101918"/>
                  </a:lnTo>
                  <a:lnTo>
                    <a:pt x="62198" y="91059"/>
                  </a:lnTo>
                  <a:lnTo>
                    <a:pt x="0" y="91059"/>
                  </a:lnTo>
                  <a:lnTo>
                    <a:pt x="0" y="101918"/>
                  </a:lnTo>
                  <a:close/>
                  <a:moveTo>
                    <a:pt x="60769" y="33623"/>
                  </a:moveTo>
                  <a:lnTo>
                    <a:pt x="222980" y="33623"/>
                  </a:lnTo>
                  <a:lnTo>
                    <a:pt x="222980" y="22765"/>
                  </a:lnTo>
                  <a:lnTo>
                    <a:pt x="60769" y="22765"/>
                  </a:lnTo>
                  <a:lnTo>
                    <a:pt x="60769" y="33623"/>
                  </a:lnTo>
                  <a:close/>
                  <a:moveTo>
                    <a:pt x="190500" y="0"/>
                  </a:moveTo>
                  <a:lnTo>
                    <a:pt x="190500" y="10858"/>
                  </a:lnTo>
                  <a:lnTo>
                    <a:pt x="222980" y="10858"/>
                  </a:lnTo>
                  <a:lnTo>
                    <a:pt x="222980" y="0"/>
                  </a:lnTo>
                  <a:lnTo>
                    <a:pt x="190500" y="0"/>
                  </a:lnTo>
                  <a:close/>
                  <a:moveTo>
                    <a:pt x="137350" y="56388"/>
                  </a:moveTo>
                  <a:lnTo>
                    <a:pt x="222980" y="56388"/>
                  </a:lnTo>
                  <a:lnTo>
                    <a:pt x="222980" y="45529"/>
                  </a:lnTo>
                  <a:lnTo>
                    <a:pt x="137350" y="45529"/>
                  </a:lnTo>
                  <a:lnTo>
                    <a:pt x="137350" y="56388"/>
                  </a:lnTo>
                  <a:close/>
                  <a:moveTo>
                    <a:pt x="196882" y="79153"/>
                  </a:moveTo>
                  <a:lnTo>
                    <a:pt x="222885" y="79153"/>
                  </a:lnTo>
                  <a:lnTo>
                    <a:pt x="222885" y="68294"/>
                  </a:lnTo>
                  <a:lnTo>
                    <a:pt x="196882" y="68294"/>
                  </a:lnTo>
                  <a:lnTo>
                    <a:pt x="196882" y="79153"/>
                  </a:lnTo>
                  <a:close/>
                  <a:moveTo>
                    <a:pt x="75057" y="101918"/>
                  </a:moveTo>
                  <a:lnTo>
                    <a:pt x="139065" y="101918"/>
                  </a:lnTo>
                  <a:lnTo>
                    <a:pt x="139065" y="91059"/>
                  </a:lnTo>
                  <a:lnTo>
                    <a:pt x="75057" y="91059"/>
                  </a:lnTo>
                  <a:lnTo>
                    <a:pt x="75057" y="101918"/>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35" name="Google Shape;135;p6"/>
          <p:cNvSpPr/>
          <p:nvPr/>
        </p:nvSpPr>
        <p:spPr>
          <a:xfrm rot="5844200">
            <a:off x="8030548" y="2339312"/>
            <a:ext cx="2404301" cy="1318596"/>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136"/>
        <p:cNvGrpSpPr/>
        <p:nvPr/>
      </p:nvGrpSpPr>
      <p:grpSpPr>
        <a:xfrm>
          <a:off x="0" y="0"/>
          <a:ext cx="0" cy="0"/>
          <a:chOff x="0" y="0"/>
          <a:chExt cx="0" cy="0"/>
        </a:xfrm>
      </p:grpSpPr>
      <p:sp>
        <p:nvSpPr>
          <p:cNvPr id="137" name="Google Shape;137;p7"/>
          <p:cNvSpPr txBox="1">
            <a:spLocks noGrp="1"/>
          </p:cNvSpPr>
          <p:nvPr>
            <p:ph type="title"/>
          </p:nvPr>
        </p:nvSpPr>
        <p:spPr>
          <a:xfrm>
            <a:off x="811975" y="1032900"/>
            <a:ext cx="2804400" cy="10068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38" name="Google Shape;138;p7"/>
          <p:cNvSpPr txBox="1">
            <a:spLocks noGrp="1"/>
          </p:cNvSpPr>
          <p:nvPr>
            <p:ph type="subTitle" idx="1"/>
          </p:nvPr>
        </p:nvSpPr>
        <p:spPr>
          <a:xfrm>
            <a:off x="811975" y="2039700"/>
            <a:ext cx="4294800" cy="2070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Font typeface="Nunito Light"/>
              <a:buChar char="●"/>
              <a:defRPr/>
            </a:lvl1pPr>
            <a:lvl2pPr lvl="1" algn="ctr" rtl="0">
              <a:lnSpc>
                <a:spcPct val="100000"/>
              </a:lnSpc>
              <a:spcBef>
                <a:spcPts val="0"/>
              </a:spcBef>
              <a:spcAft>
                <a:spcPts val="0"/>
              </a:spcAft>
              <a:buClr>
                <a:srgbClr val="E76A28"/>
              </a:buClr>
              <a:buSzPts val="1200"/>
              <a:buFont typeface="Nunito Light"/>
              <a:buChar char="○"/>
              <a:defRPr/>
            </a:lvl2pPr>
            <a:lvl3pPr lvl="2" algn="ctr" rtl="0">
              <a:lnSpc>
                <a:spcPct val="100000"/>
              </a:lnSpc>
              <a:spcBef>
                <a:spcPts val="0"/>
              </a:spcBef>
              <a:spcAft>
                <a:spcPts val="0"/>
              </a:spcAft>
              <a:buClr>
                <a:srgbClr val="E76A28"/>
              </a:buClr>
              <a:buSzPts val="1200"/>
              <a:buFont typeface="Nunito Light"/>
              <a:buChar char="■"/>
              <a:defRPr/>
            </a:lvl3pPr>
            <a:lvl4pPr lvl="3" algn="ctr" rtl="0">
              <a:lnSpc>
                <a:spcPct val="100000"/>
              </a:lnSpc>
              <a:spcBef>
                <a:spcPts val="0"/>
              </a:spcBef>
              <a:spcAft>
                <a:spcPts val="0"/>
              </a:spcAft>
              <a:buClr>
                <a:srgbClr val="E76A28"/>
              </a:buClr>
              <a:buSzPts val="1200"/>
              <a:buFont typeface="Nunito Light"/>
              <a:buChar char="●"/>
              <a:defRPr/>
            </a:lvl4pPr>
            <a:lvl5pPr lvl="4" algn="ctr" rtl="0">
              <a:lnSpc>
                <a:spcPct val="100000"/>
              </a:lnSpc>
              <a:spcBef>
                <a:spcPts val="0"/>
              </a:spcBef>
              <a:spcAft>
                <a:spcPts val="0"/>
              </a:spcAft>
              <a:buClr>
                <a:srgbClr val="E76A28"/>
              </a:buClr>
              <a:buSzPts val="1200"/>
              <a:buFont typeface="Nunito Light"/>
              <a:buChar char="○"/>
              <a:defRPr/>
            </a:lvl5pPr>
            <a:lvl6pPr lvl="5" algn="ctr" rtl="0">
              <a:lnSpc>
                <a:spcPct val="100000"/>
              </a:lnSpc>
              <a:spcBef>
                <a:spcPts val="0"/>
              </a:spcBef>
              <a:spcAft>
                <a:spcPts val="0"/>
              </a:spcAft>
              <a:buClr>
                <a:srgbClr val="999999"/>
              </a:buClr>
              <a:buSzPts val="1200"/>
              <a:buFont typeface="Nunito Light"/>
              <a:buChar char="■"/>
              <a:defRPr/>
            </a:lvl6pPr>
            <a:lvl7pPr lvl="6" algn="ctr" rtl="0">
              <a:lnSpc>
                <a:spcPct val="100000"/>
              </a:lnSpc>
              <a:spcBef>
                <a:spcPts val="0"/>
              </a:spcBef>
              <a:spcAft>
                <a:spcPts val="0"/>
              </a:spcAft>
              <a:buClr>
                <a:srgbClr val="999999"/>
              </a:buClr>
              <a:buSzPts val="1200"/>
              <a:buFont typeface="Nunito Light"/>
              <a:buChar char="●"/>
              <a:defRPr/>
            </a:lvl7pPr>
            <a:lvl8pPr lvl="7" algn="ctr" rtl="0">
              <a:lnSpc>
                <a:spcPct val="100000"/>
              </a:lnSpc>
              <a:spcBef>
                <a:spcPts val="0"/>
              </a:spcBef>
              <a:spcAft>
                <a:spcPts val="0"/>
              </a:spcAft>
              <a:buClr>
                <a:srgbClr val="999999"/>
              </a:buClr>
              <a:buSzPts val="1200"/>
              <a:buFont typeface="Nunito Light"/>
              <a:buChar char="○"/>
              <a:defRPr/>
            </a:lvl8pPr>
            <a:lvl9pPr lvl="8" algn="ctr" rtl="0">
              <a:lnSpc>
                <a:spcPct val="100000"/>
              </a:lnSpc>
              <a:spcBef>
                <a:spcPts val="0"/>
              </a:spcBef>
              <a:spcAft>
                <a:spcPts val="0"/>
              </a:spcAft>
              <a:buClr>
                <a:srgbClr val="999999"/>
              </a:buClr>
              <a:buSzPts val="1200"/>
              <a:buFont typeface="Nunito Light"/>
              <a:buChar char="■"/>
              <a:defRPr/>
            </a:lvl9pPr>
          </a:lstStyle>
          <a:p>
            <a:endParaRPr/>
          </a:p>
        </p:txBody>
      </p:sp>
      <p:sp>
        <p:nvSpPr>
          <p:cNvPr id="139" name="Google Shape;139;p7"/>
          <p:cNvSpPr>
            <a:spLocks noGrp="1"/>
          </p:cNvSpPr>
          <p:nvPr>
            <p:ph type="pic" idx="2"/>
          </p:nvPr>
        </p:nvSpPr>
        <p:spPr>
          <a:xfrm>
            <a:off x="5668975" y="1076550"/>
            <a:ext cx="2990400" cy="2990400"/>
          </a:xfrm>
          <a:prstGeom prst="roundRect">
            <a:avLst>
              <a:gd name="adj" fmla="val 16667"/>
            </a:avLst>
          </a:prstGeom>
          <a:noFill/>
          <a:ln>
            <a:noFill/>
          </a:ln>
        </p:spPr>
      </p:sp>
      <p:sp>
        <p:nvSpPr>
          <p:cNvPr id="140" name="Google Shape;140;p7"/>
          <p:cNvSpPr/>
          <p:nvPr/>
        </p:nvSpPr>
        <p:spPr>
          <a:xfrm rot="-2381697">
            <a:off x="-1265120" y="-661594"/>
            <a:ext cx="3096202" cy="2008988"/>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141;p7"/>
          <p:cNvSpPr/>
          <p:nvPr/>
        </p:nvSpPr>
        <p:spPr>
          <a:xfrm rot="-7296874">
            <a:off x="-735040" y="4231574"/>
            <a:ext cx="2036053" cy="1508864"/>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2" name="Google Shape;142;p7"/>
          <p:cNvGrpSpPr/>
          <p:nvPr/>
        </p:nvGrpSpPr>
        <p:grpSpPr>
          <a:xfrm>
            <a:off x="65066" y="4373044"/>
            <a:ext cx="878158" cy="654532"/>
            <a:chOff x="1114425" y="4361211"/>
            <a:chExt cx="573023" cy="427101"/>
          </a:xfrm>
        </p:grpSpPr>
        <p:grpSp>
          <p:nvGrpSpPr>
            <p:cNvPr id="143" name="Google Shape;143;p7"/>
            <p:cNvGrpSpPr/>
            <p:nvPr/>
          </p:nvGrpSpPr>
          <p:grpSpPr>
            <a:xfrm>
              <a:off x="1114425" y="4361211"/>
              <a:ext cx="573023" cy="427101"/>
              <a:chOff x="1114425" y="4361211"/>
              <a:chExt cx="573023" cy="427101"/>
            </a:xfrm>
          </p:grpSpPr>
          <p:sp>
            <p:nvSpPr>
              <p:cNvPr id="144" name="Google Shape;144;p7"/>
              <p:cNvSpPr/>
              <p:nvPr/>
            </p:nvSpPr>
            <p:spPr>
              <a:xfrm>
                <a:off x="1241964" y="4361211"/>
                <a:ext cx="445484" cy="299466"/>
              </a:xfrm>
              <a:custGeom>
                <a:avLst/>
                <a:gdLst/>
                <a:ahLst/>
                <a:cxnLst/>
                <a:rect l="l" t="t" r="r" b="b"/>
                <a:pathLst>
                  <a:path w="445484" h="299466" extrusionOk="0">
                    <a:moveTo>
                      <a:pt x="139160" y="7715"/>
                    </a:moveTo>
                    <a:lnTo>
                      <a:pt x="173450" y="42005"/>
                    </a:lnTo>
                    <a:cubicBezTo>
                      <a:pt x="178403" y="46958"/>
                      <a:pt x="185166" y="49721"/>
                      <a:pt x="192215" y="49721"/>
                    </a:cubicBezTo>
                    <a:lnTo>
                      <a:pt x="419005" y="49721"/>
                    </a:lnTo>
                    <a:cubicBezTo>
                      <a:pt x="433673" y="49721"/>
                      <a:pt x="445484" y="61627"/>
                      <a:pt x="445484" y="76200"/>
                    </a:cubicBezTo>
                    <a:lnTo>
                      <a:pt x="445484" y="272987"/>
                    </a:lnTo>
                    <a:cubicBezTo>
                      <a:pt x="445484" y="287655"/>
                      <a:pt x="433578" y="299466"/>
                      <a:pt x="419005" y="299466"/>
                    </a:cubicBezTo>
                    <a:lnTo>
                      <a:pt x="26479" y="299466"/>
                    </a:lnTo>
                    <a:cubicBezTo>
                      <a:pt x="11811" y="299466"/>
                      <a:pt x="0" y="287560"/>
                      <a:pt x="0" y="272987"/>
                    </a:cubicBezTo>
                    <a:lnTo>
                      <a:pt x="0" y="26479"/>
                    </a:lnTo>
                    <a:cubicBezTo>
                      <a:pt x="0" y="11811"/>
                      <a:pt x="11906" y="0"/>
                      <a:pt x="26479" y="0"/>
                    </a:cubicBezTo>
                    <a:lnTo>
                      <a:pt x="120396" y="0"/>
                    </a:lnTo>
                    <a:cubicBezTo>
                      <a:pt x="127445" y="0"/>
                      <a:pt x="134207" y="2762"/>
                      <a:pt x="139160" y="7715"/>
                    </a:cubicBezTo>
                    <a:close/>
                  </a:path>
                </a:pathLst>
              </a:custGeom>
              <a:solidFill>
                <a:srgbClr val="35363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5" name="Google Shape;145;p7"/>
              <p:cNvSpPr/>
              <p:nvPr/>
            </p:nvSpPr>
            <p:spPr>
              <a:xfrm>
                <a:off x="1178242" y="4425029"/>
                <a:ext cx="445484" cy="299466"/>
              </a:xfrm>
              <a:custGeom>
                <a:avLst/>
                <a:gdLst/>
                <a:ahLst/>
                <a:cxnLst/>
                <a:rect l="l" t="t" r="r" b="b"/>
                <a:pathLst>
                  <a:path w="445484" h="299466" extrusionOk="0">
                    <a:moveTo>
                      <a:pt x="139160" y="7620"/>
                    </a:moveTo>
                    <a:lnTo>
                      <a:pt x="173450" y="41910"/>
                    </a:lnTo>
                    <a:cubicBezTo>
                      <a:pt x="178403" y="46863"/>
                      <a:pt x="185166" y="49721"/>
                      <a:pt x="192215" y="49721"/>
                    </a:cubicBezTo>
                    <a:lnTo>
                      <a:pt x="419005" y="49721"/>
                    </a:lnTo>
                    <a:cubicBezTo>
                      <a:pt x="433673" y="49721"/>
                      <a:pt x="445484" y="61627"/>
                      <a:pt x="445484" y="76200"/>
                    </a:cubicBezTo>
                    <a:lnTo>
                      <a:pt x="445484" y="272987"/>
                    </a:lnTo>
                    <a:cubicBezTo>
                      <a:pt x="445484" y="287655"/>
                      <a:pt x="433578" y="299466"/>
                      <a:pt x="419005" y="299466"/>
                    </a:cubicBezTo>
                    <a:lnTo>
                      <a:pt x="26479" y="299466"/>
                    </a:lnTo>
                    <a:cubicBezTo>
                      <a:pt x="11811" y="299466"/>
                      <a:pt x="0" y="287560"/>
                      <a:pt x="0" y="272987"/>
                    </a:cubicBezTo>
                    <a:lnTo>
                      <a:pt x="0" y="26479"/>
                    </a:lnTo>
                    <a:cubicBezTo>
                      <a:pt x="0" y="11811"/>
                      <a:pt x="11906" y="0"/>
                      <a:pt x="26479" y="0"/>
                    </a:cubicBezTo>
                    <a:lnTo>
                      <a:pt x="120396" y="0"/>
                    </a:lnTo>
                    <a:cubicBezTo>
                      <a:pt x="127445" y="0"/>
                      <a:pt x="134207" y="2762"/>
                      <a:pt x="139160" y="7715"/>
                    </a:cubicBezTo>
                    <a:close/>
                  </a:path>
                </a:pathLst>
              </a:custGeom>
              <a:solidFill>
                <a:srgbClr val="42444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6" name="Google Shape;146;p7"/>
              <p:cNvSpPr/>
              <p:nvPr/>
            </p:nvSpPr>
            <p:spPr>
              <a:xfrm>
                <a:off x="1114425" y="4488846"/>
                <a:ext cx="445484" cy="299466"/>
              </a:xfrm>
              <a:custGeom>
                <a:avLst/>
                <a:gdLst/>
                <a:ahLst/>
                <a:cxnLst/>
                <a:rect l="l" t="t" r="r" b="b"/>
                <a:pathLst>
                  <a:path w="445484" h="299466" extrusionOk="0">
                    <a:moveTo>
                      <a:pt x="139160" y="7620"/>
                    </a:moveTo>
                    <a:lnTo>
                      <a:pt x="173450" y="41910"/>
                    </a:lnTo>
                    <a:cubicBezTo>
                      <a:pt x="178403" y="46863"/>
                      <a:pt x="185166" y="49721"/>
                      <a:pt x="192215" y="49721"/>
                    </a:cubicBezTo>
                    <a:lnTo>
                      <a:pt x="419005" y="49721"/>
                    </a:lnTo>
                    <a:cubicBezTo>
                      <a:pt x="433673" y="49721"/>
                      <a:pt x="445484" y="61627"/>
                      <a:pt x="445484" y="76200"/>
                    </a:cubicBezTo>
                    <a:lnTo>
                      <a:pt x="445484" y="272987"/>
                    </a:lnTo>
                    <a:cubicBezTo>
                      <a:pt x="445484" y="287655"/>
                      <a:pt x="433578" y="299466"/>
                      <a:pt x="419005" y="299466"/>
                    </a:cubicBezTo>
                    <a:lnTo>
                      <a:pt x="26480" y="299466"/>
                    </a:lnTo>
                    <a:cubicBezTo>
                      <a:pt x="11811" y="299466"/>
                      <a:pt x="0" y="287560"/>
                      <a:pt x="0" y="272987"/>
                    </a:cubicBezTo>
                    <a:lnTo>
                      <a:pt x="0" y="26479"/>
                    </a:lnTo>
                    <a:cubicBezTo>
                      <a:pt x="0" y="11811"/>
                      <a:pt x="11906" y="0"/>
                      <a:pt x="26480" y="0"/>
                    </a:cubicBezTo>
                    <a:lnTo>
                      <a:pt x="120396" y="0"/>
                    </a:lnTo>
                    <a:cubicBezTo>
                      <a:pt x="127445" y="0"/>
                      <a:pt x="134207" y="2762"/>
                      <a:pt x="139160" y="7811"/>
                    </a:cubicBezTo>
                    <a:close/>
                  </a:path>
                </a:pathLst>
              </a:custGeom>
              <a:solidFill>
                <a:srgbClr val="6F708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47" name="Google Shape;147;p7"/>
            <p:cNvSpPr/>
            <p:nvPr/>
          </p:nvSpPr>
          <p:spPr>
            <a:xfrm>
              <a:off x="1303210" y="4628965"/>
              <a:ext cx="68735" cy="82063"/>
            </a:xfrm>
            <a:custGeom>
              <a:avLst/>
              <a:gdLst/>
              <a:ahLst/>
              <a:cxnLst/>
              <a:rect l="l" t="t" r="r" b="b"/>
              <a:pathLst>
                <a:path w="68735" h="82063" extrusionOk="0">
                  <a:moveTo>
                    <a:pt x="0" y="6471"/>
                  </a:moveTo>
                  <a:lnTo>
                    <a:pt x="0" y="75527"/>
                  </a:lnTo>
                  <a:cubicBezTo>
                    <a:pt x="0" y="80575"/>
                    <a:pt x="5524" y="83719"/>
                    <a:pt x="9811" y="81147"/>
                  </a:cubicBezTo>
                  <a:lnTo>
                    <a:pt x="65532" y="48095"/>
                  </a:lnTo>
                  <a:cubicBezTo>
                    <a:pt x="69723" y="45619"/>
                    <a:pt x="69818" y="39618"/>
                    <a:pt x="65723" y="37046"/>
                  </a:cubicBezTo>
                  <a:lnTo>
                    <a:pt x="10001" y="1042"/>
                  </a:lnTo>
                  <a:cubicBezTo>
                    <a:pt x="5715" y="-1721"/>
                    <a:pt x="0" y="1327"/>
                    <a:pt x="0" y="6471"/>
                  </a:cubicBezTo>
                  <a:close/>
                </a:path>
              </a:pathLst>
            </a:custGeom>
            <a:solidFill>
              <a:srgbClr val="FFFFF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148"/>
        <p:cNvGrpSpPr/>
        <p:nvPr/>
      </p:nvGrpSpPr>
      <p:grpSpPr>
        <a:xfrm>
          <a:off x="0" y="0"/>
          <a:ext cx="0" cy="0"/>
          <a:chOff x="0" y="0"/>
          <a:chExt cx="0" cy="0"/>
        </a:xfrm>
      </p:grpSpPr>
      <p:sp>
        <p:nvSpPr>
          <p:cNvPr id="149" name="Google Shape;149;p8"/>
          <p:cNvSpPr txBox="1">
            <a:spLocks noGrp="1"/>
          </p:cNvSpPr>
          <p:nvPr>
            <p:ph type="title"/>
          </p:nvPr>
        </p:nvSpPr>
        <p:spPr>
          <a:xfrm>
            <a:off x="2317950" y="1307100"/>
            <a:ext cx="4508100" cy="2529300"/>
          </a:xfrm>
          <a:prstGeom prst="rect">
            <a:avLst/>
          </a:prstGeom>
        </p:spPr>
        <p:txBody>
          <a:bodyPr spcFirstLastPara="1" wrap="square" lIns="91425" tIns="91425" rIns="91425" bIns="91425" anchor="ctr" anchorCtr="0">
            <a:noAutofit/>
          </a:bodyPr>
          <a:lstStyle>
            <a:lvl1pPr lvl="0" algn="ctr">
              <a:lnSpc>
                <a:spcPct val="80000"/>
              </a:lnSpc>
              <a:spcBef>
                <a:spcPts val="0"/>
              </a:spcBef>
              <a:spcAft>
                <a:spcPts val="0"/>
              </a:spcAft>
              <a:buSzPts val="4800"/>
              <a:buNone/>
              <a:defRPr sz="10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150" name="Google Shape;150;p8"/>
          <p:cNvSpPr/>
          <p:nvPr/>
        </p:nvSpPr>
        <p:spPr>
          <a:xfrm rot="-3263452" flipH="1">
            <a:off x="5847147" y="3927927"/>
            <a:ext cx="2997856" cy="2576292"/>
          </a:xfrm>
          <a:custGeom>
            <a:avLst/>
            <a:gdLst/>
            <a:ahLst/>
            <a:cxnLst/>
            <a:rect l="l" t="t" r="r" b="b"/>
            <a:pathLst>
              <a:path w="38869" h="30330" extrusionOk="0">
                <a:moveTo>
                  <a:pt x="24297" y="1"/>
                </a:moveTo>
                <a:cubicBezTo>
                  <a:pt x="23576" y="1"/>
                  <a:pt x="22813" y="81"/>
                  <a:pt x="22018" y="271"/>
                </a:cubicBezTo>
                <a:cubicBezTo>
                  <a:pt x="16904" y="1494"/>
                  <a:pt x="14626" y="5778"/>
                  <a:pt x="11611" y="8671"/>
                </a:cubicBezTo>
                <a:cubicBezTo>
                  <a:pt x="10032" y="10186"/>
                  <a:pt x="7766" y="10684"/>
                  <a:pt x="5916" y="11826"/>
                </a:cubicBezTo>
                <a:cubicBezTo>
                  <a:pt x="0" y="15481"/>
                  <a:pt x="539" y="24197"/>
                  <a:pt x="4874" y="27639"/>
                </a:cubicBezTo>
                <a:cubicBezTo>
                  <a:pt x="7150" y="29445"/>
                  <a:pt x="9815" y="30330"/>
                  <a:pt x="12976" y="30330"/>
                </a:cubicBezTo>
                <a:cubicBezTo>
                  <a:pt x="15025" y="30330"/>
                  <a:pt x="17282" y="29958"/>
                  <a:pt x="19778" y="29225"/>
                </a:cubicBezTo>
                <a:cubicBezTo>
                  <a:pt x="26123" y="27360"/>
                  <a:pt x="30656" y="26268"/>
                  <a:pt x="34763" y="20412"/>
                </a:cubicBezTo>
                <a:cubicBezTo>
                  <a:pt x="38869" y="14558"/>
                  <a:pt x="35544" y="6859"/>
                  <a:pt x="30907" y="2368"/>
                </a:cubicBezTo>
                <a:cubicBezTo>
                  <a:pt x="30907" y="2368"/>
                  <a:pt x="28215" y="1"/>
                  <a:pt x="24297" y="1"/>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 name="Google Shape;151;p8"/>
          <p:cNvSpPr/>
          <p:nvPr/>
        </p:nvSpPr>
        <p:spPr>
          <a:xfrm rot="460623" flipH="1">
            <a:off x="6387251" y="-1517085"/>
            <a:ext cx="4087061" cy="3304707"/>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152;p8"/>
          <p:cNvSpPr/>
          <p:nvPr/>
        </p:nvSpPr>
        <p:spPr>
          <a:xfrm rot="-4592116" flipH="1">
            <a:off x="6189" y="113200"/>
            <a:ext cx="642877" cy="519829"/>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53"/>
        <p:cNvGrpSpPr/>
        <p:nvPr/>
      </p:nvGrpSpPr>
      <p:grpSpPr>
        <a:xfrm>
          <a:off x="0" y="0"/>
          <a:ext cx="0" cy="0"/>
          <a:chOff x="0" y="0"/>
          <a:chExt cx="0" cy="0"/>
        </a:xfrm>
      </p:grpSpPr>
      <p:sp>
        <p:nvSpPr>
          <p:cNvPr id="154" name="Google Shape;154;p9"/>
          <p:cNvSpPr txBox="1">
            <a:spLocks noGrp="1"/>
          </p:cNvSpPr>
          <p:nvPr>
            <p:ph type="title"/>
          </p:nvPr>
        </p:nvSpPr>
        <p:spPr>
          <a:xfrm>
            <a:off x="2135550" y="1189100"/>
            <a:ext cx="4872900" cy="1964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15000"/>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a:endParaRPr/>
          </a:p>
        </p:txBody>
      </p:sp>
      <p:sp>
        <p:nvSpPr>
          <p:cNvPr id="155" name="Google Shape;155;p9"/>
          <p:cNvSpPr txBox="1">
            <a:spLocks noGrp="1"/>
          </p:cNvSpPr>
          <p:nvPr>
            <p:ph type="subTitle" idx="1"/>
          </p:nvPr>
        </p:nvSpPr>
        <p:spPr>
          <a:xfrm>
            <a:off x="2135550" y="3153500"/>
            <a:ext cx="4872900" cy="671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sz="160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56" name="Google Shape;156;p9"/>
          <p:cNvSpPr/>
          <p:nvPr/>
        </p:nvSpPr>
        <p:spPr>
          <a:xfrm rot="3263452">
            <a:off x="-163955" y="3927927"/>
            <a:ext cx="2997856" cy="2576292"/>
          </a:xfrm>
          <a:custGeom>
            <a:avLst/>
            <a:gdLst/>
            <a:ahLst/>
            <a:cxnLst/>
            <a:rect l="l" t="t" r="r" b="b"/>
            <a:pathLst>
              <a:path w="38869" h="30330" extrusionOk="0">
                <a:moveTo>
                  <a:pt x="24297" y="1"/>
                </a:moveTo>
                <a:cubicBezTo>
                  <a:pt x="23576" y="1"/>
                  <a:pt x="22813" y="81"/>
                  <a:pt x="22018" y="271"/>
                </a:cubicBezTo>
                <a:cubicBezTo>
                  <a:pt x="16904" y="1494"/>
                  <a:pt x="14626" y="5778"/>
                  <a:pt x="11611" y="8671"/>
                </a:cubicBezTo>
                <a:cubicBezTo>
                  <a:pt x="10032" y="10186"/>
                  <a:pt x="7766" y="10684"/>
                  <a:pt x="5916" y="11826"/>
                </a:cubicBezTo>
                <a:cubicBezTo>
                  <a:pt x="0" y="15481"/>
                  <a:pt x="539" y="24197"/>
                  <a:pt x="4874" y="27639"/>
                </a:cubicBezTo>
                <a:cubicBezTo>
                  <a:pt x="7150" y="29445"/>
                  <a:pt x="9815" y="30330"/>
                  <a:pt x="12976" y="30330"/>
                </a:cubicBezTo>
                <a:cubicBezTo>
                  <a:pt x="15025" y="30330"/>
                  <a:pt x="17282" y="29958"/>
                  <a:pt x="19778" y="29225"/>
                </a:cubicBezTo>
                <a:cubicBezTo>
                  <a:pt x="26123" y="27360"/>
                  <a:pt x="30656" y="26268"/>
                  <a:pt x="34763" y="20412"/>
                </a:cubicBezTo>
                <a:cubicBezTo>
                  <a:pt x="38869" y="14558"/>
                  <a:pt x="35544" y="6859"/>
                  <a:pt x="30907" y="2368"/>
                </a:cubicBezTo>
                <a:cubicBezTo>
                  <a:pt x="30907" y="2368"/>
                  <a:pt x="28215" y="1"/>
                  <a:pt x="24297" y="1"/>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 name="Google Shape;157;p9"/>
          <p:cNvSpPr/>
          <p:nvPr/>
        </p:nvSpPr>
        <p:spPr>
          <a:xfrm rot="-460623">
            <a:off x="-1793263" y="-1517085"/>
            <a:ext cx="4087061" cy="3304707"/>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 name="Google Shape;158;p9"/>
          <p:cNvSpPr/>
          <p:nvPr/>
        </p:nvSpPr>
        <p:spPr>
          <a:xfrm rot="4592047">
            <a:off x="7797256" y="593203"/>
            <a:ext cx="1475158" cy="1192809"/>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159"/>
        <p:cNvGrpSpPr/>
        <p:nvPr/>
      </p:nvGrpSpPr>
      <p:grpSpPr>
        <a:xfrm>
          <a:off x="0" y="0"/>
          <a:ext cx="0" cy="0"/>
          <a:chOff x="0" y="0"/>
          <a:chExt cx="0" cy="0"/>
        </a:xfrm>
      </p:grpSpPr>
      <p:sp>
        <p:nvSpPr>
          <p:cNvPr id="160" name="Google Shape;160;p10"/>
          <p:cNvSpPr txBox="1">
            <a:spLocks noGrp="1"/>
          </p:cNvSpPr>
          <p:nvPr>
            <p:ph type="title"/>
          </p:nvPr>
        </p:nvSpPr>
        <p:spPr>
          <a:xfrm>
            <a:off x="720000" y="4014450"/>
            <a:ext cx="7704000" cy="572700"/>
          </a:xfrm>
          <a:prstGeom prst="rect">
            <a:avLst/>
          </a:prstGeom>
          <a:solidFill>
            <a:schemeClr val="accent2"/>
          </a:solidFill>
        </p:spPr>
        <p:txBody>
          <a:bodyPr spcFirstLastPara="1" wrap="square" lIns="91425" tIns="91425" rIns="91425" bIns="91425" anchor="t" anchorCtr="0">
            <a:noAutofit/>
          </a:bodyPr>
          <a:lstStyle>
            <a:lvl1pPr lvl="0" algn="ctr" rtl="0">
              <a:spcBef>
                <a:spcPts val="0"/>
              </a:spcBef>
              <a:spcAft>
                <a:spcPts val="0"/>
              </a:spcAft>
              <a:buSzPts val="3000"/>
              <a:buNone/>
              <a:defRPr>
                <a:solidFill>
                  <a:schemeClr val="lt1"/>
                </a:solidFill>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161"/>
        <p:cNvGrpSpPr/>
        <p:nvPr/>
      </p:nvGrpSpPr>
      <p:grpSpPr>
        <a:xfrm>
          <a:off x="0" y="0"/>
          <a:ext cx="0" cy="0"/>
          <a:chOff x="0" y="0"/>
          <a:chExt cx="0" cy="0"/>
        </a:xfrm>
      </p:grpSpPr>
      <p:sp>
        <p:nvSpPr>
          <p:cNvPr id="162" name="Google Shape;162;p11"/>
          <p:cNvSpPr txBox="1">
            <a:spLocks noGrp="1"/>
          </p:cNvSpPr>
          <p:nvPr>
            <p:ph type="title" hasCustomPrompt="1"/>
          </p:nvPr>
        </p:nvSpPr>
        <p:spPr>
          <a:xfrm>
            <a:off x="713225" y="1477363"/>
            <a:ext cx="6576000" cy="1526700"/>
          </a:xfrm>
          <a:prstGeom prst="rect">
            <a:avLst/>
          </a:prstGeom>
        </p:spPr>
        <p:txBody>
          <a:bodyPr spcFirstLastPara="1" wrap="square" lIns="91425" tIns="91425" rIns="91425" bIns="91425" anchor="b" anchorCtr="0">
            <a:noAutofit/>
          </a:bodyPr>
          <a:lstStyle>
            <a:lvl1pPr lvl="0">
              <a:spcBef>
                <a:spcPts val="0"/>
              </a:spcBef>
              <a:spcAft>
                <a:spcPts val="0"/>
              </a:spcAft>
              <a:buSzPts val="9600"/>
              <a:buNone/>
              <a:defRPr sz="6000"/>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163" name="Google Shape;163;p11"/>
          <p:cNvSpPr txBox="1">
            <a:spLocks noGrp="1"/>
          </p:cNvSpPr>
          <p:nvPr>
            <p:ph type="subTitle" idx="1"/>
          </p:nvPr>
        </p:nvSpPr>
        <p:spPr>
          <a:xfrm>
            <a:off x="713225" y="3169038"/>
            <a:ext cx="6576000" cy="4971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6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sp>
        <p:nvSpPr>
          <p:cNvPr id="164" name="Google Shape;164;p11"/>
          <p:cNvSpPr/>
          <p:nvPr/>
        </p:nvSpPr>
        <p:spPr>
          <a:xfrm rot="-1900174" flipH="1">
            <a:off x="-500059" y="-436065"/>
            <a:ext cx="1729608" cy="1398556"/>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 name="Google Shape;165;p11"/>
          <p:cNvSpPr/>
          <p:nvPr/>
        </p:nvSpPr>
        <p:spPr>
          <a:xfrm rot="-3263452" flipH="1">
            <a:off x="5847147" y="3927927"/>
            <a:ext cx="2997856" cy="2576292"/>
          </a:xfrm>
          <a:custGeom>
            <a:avLst/>
            <a:gdLst/>
            <a:ahLst/>
            <a:cxnLst/>
            <a:rect l="l" t="t" r="r" b="b"/>
            <a:pathLst>
              <a:path w="38869" h="30330" extrusionOk="0">
                <a:moveTo>
                  <a:pt x="24297" y="1"/>
                </a:moveTo>
                <a:cubicBezTo>
                  <a:pt x="23576" y="1"/>
                  <a:pt x="22813" y="81"/>
                  <a:pt x="22018" y="271"/>
                </a:cubicBezTo>
                <a:cubicBezTo>
                  <a:pt x="16904" y="1494"/>
                  <a:pt x="14626" y="5778"/>
                  <a:pt x="11611" y="8671"/>
                </a:cubicBezTo>
                <a:cubicBezTo>
                  <a:pt x="10032" y="10186"/>
                  <a:pt x="7766" y="10684"/>
                  <a:pt x="5916" y="11826"/>
                </a:cubicBezTo>
                <a:cubicBezTo>
                  <a:pt x="0" y="15481"/>
                  <a:pt x="539" y="24197"/>
                  <a:pt x="4874" y="27639"/>
                </a:cubicBezTo>
                <a:cubicBezTo>
                  <a:pt x="7150" y="29445"/>
                  <a:pt x="9815" y="30330"/>
                  <a:pt x="12976" y="30330"/>
                </a:cubicBezTo>
                <a:cubicBezTo>
                  <a:pt x="15025" y="30330"/>
                  <a:pt x="17282" y="29958"/>
                  <a:pt x="19778" y="29225"/>
                </a:cubicBezTo>
                <a:cubicBezTo>
                  <a:pt x="26123" y="27360"/>
                  <a:pt x="30656" y="26268"/>
                  <a:pt x="34763" y="20412"/>
                </a:cubicBezTo>
                <a:cubicBezTo>
                  <a:pt x="38869" y="14558"/>
                  <a:pt x="35544" y="6859"/>
                  <a:pt x="30907" y="2368"/>
                </a:cubicBezTo>
                <a:cubicBezTo>
                  <a:pt x="30907" y="2368"/>
                  <a:pt x="28215" y="1"/>
                  <a:pt x="24297" y="1"/>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166;p11"/>
          <p:cNvSpPr/>
          <p:nvPr/>
        </p:nvSpPr>
        <p:spPr>
          <a:xfrm rot="460623" flipH="1">
            <a:off x="6387251" y="-1517085"/>
            <a:ext cx="4087061" cy="3304707"/>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11"/>
          <p:cNvSpPr/>
          <p:nvPr/>
        </p:nvSpPr>
        <p:spPr>
          <a:xfrm rot="531593" flipH="1">
            <a:off x="-1222788" y="3829381"/>
            <a:ext cx="2902962" cy="2347327"/>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8" name="Google Shape;168;p11"/>
          <p:cNvGrpSpPr/>
          <p:nvPr/>
        </p:nvGrpSpPr>
        <p:grpSpPr>
          <a:xfrm>
            <a:off x="7441503" y="289852"/>
            <a:ext cx="1366913" cy="1382099"/>
            <a:chOff x="6568493" y="8"/>
            <a:chExt cx="1820608" cy="1840590"/>
          </a:xfrm>
        </p:grpSpPr>
        <p:sp>
          <p:nvSpPr>
            <p:cNvPr id="169" name="Google Shape;169;p11"/>
            <p:cNvSpPr/>
            <p:nvPr/>
          </p:nvSpPr>
          <p:spPr>
            <a:xfrm>
              <a:off x="6737915" y="169351"/>
              <a:ext cx="1651185" cy="1671247"/>
            </a:xfrm>
            <a:custGeom>
              <a:avLst/>
              <a:gdLst/>
              <a:ahLst/>
              <a:cxnLst/>
              <a:rect l="l" t="t" r="r" b="b"/>
              <a:pathLst>
                <a:path w="1959864" h="1983676" extrusionOk="0">
                  <a:moveTo>
                    <a:pt x="1868520" y="0"/>
                  </a:moveTo>
                  <a:lnTo>
                    <a:pt x="91345" y="0"/>
                  </a:lnTo>
                  <a:cubicBezTo>
                    <a:pt x="40958" y="0"/>
                    <a:pt x="0" y="40958"/>
                    <a:pt x="0" y="91345"/>
                  </a:cubicBezTo>
                  <a:lnTo>
                    <a:pt x="0" y="1892427"/>
                  </a:lnTo>
                  <a:cubicBezTo>
                    <a:pt x="0" y="1942814"/>
                    <a:pt x="40958" y="1983677"/>
                    <a:pt x="91345" y="1983677"/>
                  </a:cubicBezTo>
                  <a:lnTo>
                    <a:pt x="1868520" y="1983677"/>
                  </a:lnTo>
                  <a:cubicBezTo>
                    <a:pt x="1918906" y="1983677"/>
                    <a:pt x="1959864" y="1942814"/>
                    <a:pt x="1959864" y="1892427"/>
                  </a:cubicBezTo>
                  <a:lnTo>
                    <a:pt x="1959864" y="91345"/>
                  </a:lnTo>
                  <a:cubicBezTo>
                    <a:pt x="1959864" y="40958"/>
                    <a:pt x="1918906" y="0"/>
                    <a:pt x="1868520" y="0"/>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0" name="Google Shape;170;p11"/>
            <p:cNvSpPr/>
            <p:nvPr/>
          </p:nvSpPr>
          <p:spPr>
            <a:xfrm>
              <a:off x="6653203" y="8"/>
              <a:ext cx="1651185" cy="1671247"/>
            </a:xfrm>
            <a:custGeom>
              <a:avLst/>
              <a:gdLst/>
              <a:ahLst/>
              <a:cxnLst/>
              <a:rect l="l" t="t" r="r" b="b"/>
              <a:pathLst>
                <a:path w="1959864" h="1983676" extrusionOk="0">
                  <a:moveTo>
                    <a:pt x="1868519" y="0"/>
                  </a:moveTo>
                  <a:lnTo>
                    <a:pt x="91345" y="0"/>
                  </a:lnTo>
                  <a:cubicBezTo>
                    <a:pt x="40958" y="0"/>
                    <a:pt x="0" y="40958"/>
                    <a:pt x="0" y="91345"/>
                  </a:cubicBezTo>
                  <a:lnTo>
                    <a:pt x="0" y="1892427"/>
                  </a:lnTo>
                  <a:cubicBezTo>
                    <a:pt x="0" y="1942814"/>
                    <a:pt x="40958" y="1983677"/>
                    <a:pt x="91345" y="1983677"/>
                  </a:cubicBezTo>
                  <a:lnTo>
                    <a:pt x="1868519" y="1983677"/>
                  </a:lnTo>
                  <a:cubicBezTo>
                    <a:pt x="1918907" y="1983677"/>
                    <a:pt x="1959865" y="1942814"/>
                    <a:pt x="1959865" y="1892427"/>
                  </a:cubicBezTo>
                  <a:lnTo>
                    <a:pt x="1959865" y="91345"/>
                  </a:lnTo>
                  <a:cubicBezTo>
                    <a:pt x="1959865" y="40958"/>
                    <a:pt x="1918907" y="0"/>
                    <a:pt x="1868519" y="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71" name="Google Shape;171;p11"/>
            <p:cNvGrpSpPr/>
            <p:nvPr/>
          </p:nvGrpSpPr>
          <p:grpSpPr>
            <a:xfrm>
              <a:off x="6568493" y="84720"/>
              <a:ext cx="1649109" cy="1669065"/>
              <a:chOff x="8921020" y="472154"/>
              <a:chExt cx="1959958" cy="1983676"/>
            </a:xfrm>
          </p:grpSpPr>
          <p:sp>
            <p:nvSpPr>
              <p:cNvPr id="172" name="Google Shape;172;p11"/>
              <p:cNvSpPr/>
              <p:nvPr/>
            </p:nvSpPr>
            <p:spPr>
              <a:xfrm>
                <a:off x="8921114" y="472154"/>
                <a:ext cx="1959864" cy="1983676"/>
              </a:xfrm>
              <a:custGeom>
                <a:avLst/>
                <a:gdLst/>
                <a:ahLst/>
                <a:cxnLst/>
                <a:rect l="l" t="t" r="r" b="b"/>
                <a:pathLst>
                  <a:path w="1959864" h="1983676" extrusionOk="0">
                    <a:moveTo>
                      <a:pt x="1959864" y="91345"/>
                    </a:moveTo>
                    <a:lnTo>
                      <a:pt x="1959864" y="1892427"/>
                    </a:lnTo>
                    <a:cubicBezTo>
                      <a:pt x="1959864" y="1942814"/>
                      <a:pt x="1918907" y="1983677"/>
                      <a:pt x="1868520" y="1983677"/>
                    </a:cubicBezTo>
                    <a:lnTo>
                      <a:pt x="91345" y="1983677"/>
                    </a:lnTo>
                    <a:cubicBezTo>
                      <a:pt x="40958" y="1983677"/>
                      <a:pt x="0" y="1942814"/>
                      <a:pt x="0" y="1892427"/>
                    </a:cubicBezTo>
                    <a:lnTo>
                      <a:pt x="0" y="91345"/>
                    </a:lnTo>
                    <a:cubicBezTo>
                      <a:pt x="0" y="40958"/>
                      <a:pt x="40958" y="0"/>
                      <a:pt x="91345" y="0"/>
                    </a:cubicBezTo>
                    <a:lnTo>
                      <a:pt x="1868520" y="0"/>
                    </a:lnTo>
                    <a:cubicBezTo>
                      <a:pt x="1918907" y="0"/>
                      <a:pt x="1959864" y="40958"/>
                      <a:pt x="1959864" y="91345"/>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3" name="Google Shape;173;p11"/>
              <p:cNvSpPr/>
              <p:nvPr/>
            </p:nvSpPr>
            <p:spPr>
              <a:xfrm>
                <a:off x="8921020" y="472154"/>
                <a:ext cx="1959958" cy="172307"/>
              </a:xfrm>
              <a:custGeom>
                <a:avLst/>
                <a:gdLst/>
                <a:ahLst/>
                <a:cxnLst/>
                <a:rect l="l" t="t" r="r" b="b"/>
                <a:pathLst>
                  <a:path w="1959958" h="172307" extrusionOk="0">
                    <a:moveTo>
                      <a:pt x="1959959" y="91345"/>
                    </a:moveTo>
                    <a:lnTo>
                      <a:pt x="1959959" y="172307"/>
                    </a:lnTo>
                    <a:lnTo>
                      <a:pt x="0" y="172307"/>
                    </a:lnTo>
                    <a:lnTo>
                      <a:pt x="0" y="91345"/>
                    </a:lnTo>
                    <a:cubicBezTo>
                      <a:pt x="0" y="40958"/>
                      <a:pt x="40957" y="0"/>
                      <a:pt x="91344" y="0"/>
                    </a:cubicBezTo>
                    <a:lnTo>
                      <a:pt x="1868519" y="0"/>
                    </a:lnTo>
                    <a:cubicBezTo>
                      <a:pt x="1918906" y="0"/>
                      <a:pt x="1959864" y="40958"/>
                      <a:pt x="1959864" y="91345"/>
                    </a:cubicBezTo>
                    <a:close/>
                  </a:path>
                </a:pathLst>
              </a:custGeom>
              <a:solidFill>
                <a:srgbClr val="000000">
                  <a:alpha val="1006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74" name="Google Shape;174;p11"/>
              <p:cNvGrpSpPr/>
              <p:nvPr/>
            </p:nvGrpSpPr>
            <p:grpSpPr>
              <a:xfrm>
                <a:off x="9011888" y="537781"/>
                <a:ext cx="255174" cy="64389"/>
                <a:chOff x="9011888" y="537781"/>
                <a:chExt cx="255174" cy="64389"/>
              </a:xfrm>
            </p:grpSpPr>
            <p:sp>
              <p:nvSpPr>
                <p:cNvPr id="175" name="Google Shape;175;p11"/>
                <p:cNvSpPr/>
                <p:nvPr/>
              </p:nvSpPr>
              <p:spPr>
                <a:xfrm>
                  <a:off x="9202673" y="537781"/>
                  <a:ext cx="64389" cy="64389"/>
                </a:xfrm>
                <a:custGeom>
                  <a:avLst/>
                  <a:gdLst/>
                  <a:ahLst/>
                  <a:cxnLst/>
                  <a:rect l="l" t="t" r="r" b="b"/>
                  <a:pathLst>
                    <a:path w="64389" h="64389" extrusionOk="0">
                      <a:moveTo>
                        <a:pt x="64389" y="32195"/>
                      </a:moveTo>
                      <a:cubicBezTo>
                        <a:pt x="64389" y="50006"/>
                        <a:pt x="50006" y="64389"/>
                        <a:pt x="32195" y="64389"/>
                      </a:cubicBezTo>
                      <a:cubicBezTo>
                        <a:pt x="14383" y="64389"/>
                        <a:pt x="0" y="50006"/>
                        <a:pt x="0" y="32195"/>
                      </a:cubicBezTo>
                      <a:cubicBezTo>
                        <a:pt x="0" y="14383"/>
                        <a:pt x="14383" y="0"/>
                        <a:pt x="32195" y="0"/>
                      </a:cubicBezTo>
                      <a:cubicBezTo>
                        <a:pt x="50006" y="0"/>
                        <a:pt x="64389" y="14383"/>
                        <a:pt x="64389" y="32195"/>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6" name="Google Shape;176;p11"/>
                <p:cNvSpPr/>
                <p:nvPr/>
              </p:nvSpPr>
              <p:spPr>
                <a:xfrm>
                  <a:off x="9107233" y="537781"/>
                  <a:ext cx="64389" cy="64389"/>
                </a:xfrm>
                <a:custGeom>
                  <a:avLst/>
                  <a:gdLst/>
                  <a:ahLst/>
                  <a:cxnLst/>
                  <a:rect l="l" t="t" r="r" b="b"/>
                  <a:pathLst>
                    <a:path w="64389" h="64389" extrusionOk="0">
                      <a:moveTo>
                        <a:pt x="64389" y="32195"/>
                      </a:moveTo>
                      <a:cubicBezTo>
                        <a:pt x="64389" y="50006"/>
                        <a:pt x="50006" y="64389"/>
                        <a:pt x="32195" y="64389"/>
                      </a:cubicBezTo>
                      <a:cubicBezTo>
                        <a:pt x="14383" y="64389"/>
                        <a:pt x="0" y="50006"/>
                        <a:pt x="0" y="32195"/>
                      </a:cubicBezTo>
                      <a:cubicBezTo>
                        <a:pt x="0" y="14383"/>
                        <a:pt x="14383" y="0"/>
                        <a:pt x="32195" y="0"/>
                      </a:cubicBezTo>
                      <a:cubicBezTo>
                        <a:pt x="50006" y="0"/>
                        <a:pt x="64389" y="14383"/>
                        <a:pt x="64389" y="32195"/>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7" name="Google Shape;177;p11"/>
                <p:cNvSpPr/>
                <p:nvPr/>
              </p:nvSpPr>
              <p:spPr>
                <a:xfrm>
                  <a:off x="9011888" y="537781"/>
                  <a:ext cx="64389" cy="64389"/>
                </a:xfrm>
                <a:custGeom>
                  <a:avLst/>
                  <a:gdLst/>
                  <a:ahLst/>
                  <a:cxnLst/>
                  <a:rect l="l" t="t" r="r" b="b"/>
                  <a:pathLst>
                    <a:path w="64389" h="64389" extrusionOk="0">
                      <a:moveTo>
                        <a:pt x="64389" y="32195"/>
                      </a:moveTo>
                      <a:cubicBezTo>
                        <a:pt x="64389" y="50006"/>
                        <a:pt x="50006" y="64389"/>
                        <a:pt x="32195" y="64389"/>
                      </a:cubicBezTo>
                      <a:cubicBezTo>
                        <a:pt x="14383" y="64389"/>
                        <a:pt x="0" y="50006"/>
                        <a:pt x="0" y="32195"/>
                      </a:cubicBezTo>
                      <a:cubicBezTo>
                        <a:pt x="0" y="14383"/>
                        <a:pt x="14383" y="0"/>
                        <a:pt x="32195" y="0"/>
                      </a:cubicBezTo>
                      <a:cubicBezTo>
                        <a:pt x="50006" y="0"/>
                        <a:pt x="64389" y="14383"/>
                        <a:pt x="64389" y="3219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78" name="Google Shape;178;p11"/>
            <p:cNvGrpSpPr/>
            <p:nvPr/>
          </p:nvGrpSpPr>
          <p:grpSpPr>
            <a:xfrm>
              <a:off x="6795939" y="406335"/>
              <a:ext cx="1194216" cy="1228757"/>
              <a:chOff x="9191339" y="854392"/>
              <a:chExt cx="1419320" cy="1460372"/>
            </a:xfrm>
          </p:grpSpPr>
          <p:grpSp>
            <p:nvGrpSpPr>
              <p:cNvPr id="179" name="Google Shape;179;p11"/>
              <p:cNvGrpSpPr/>
              <p:nvPr/>
            </p:nvGrpSpPr>
            <p:grpSpPr>
              <a:xfrm>
                <a:off x="9191339" y="1884045"/>
                <a:ext cx="604932" cy="420243"/>
                <a:chOff x="9191339" y="1884045"/>
                <a:chExt cx="604932" cy="420243"/>
              </a:xfrm>
            </p:grpSpPr>
            <p:sp>
              <p:nvSpPr>
                <p:cNvPr id="180" name="Google Shape;180;p11"/>
                <p:cNvSpPr/>
                <p:nvPr/>
              </p:nvSpPr>
              <p:spPr>
                <a:xfrm>
                  <a:off x="9191339" y="1884045"/>
                  <a:ext cx="237077" cy="52959"/>
                </a:xfrm>
                <a:custGeom>
                  <a:avLst/>
                  <a:gdLst/>
                  <a:ahLst/>
                  <a:cxnLst/>
                  <a:rect l="l" t="t" r="r" b="b"/>
                  <a:pathLst>
                    <a:path w="237077" h="52959" extrusionOk="0">
                      <a:moveTo>
                        <a:pt x="0" y="0"/>
                      </a:moveTo>
                      <a:lnTo>
                        <a:pt x="237077" y="0"/>
                      </a:lnTo>
                      <a:lnTo>
                        <a:pt x="237077"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 name="Google Shape;181;p11"/>
                <p:cNvSpPr/>
                <p:nvPr/>
              </p:nvSpPr>
              <p:spPr>
                <a:xfrm>
                  <a:off x="9449466" y="1884045"/>
                  <a:ext cx="182498" cy="52959"/>
                </a:xfrm>
                <a:custGeom>
                  <a:avLst/>
                  <a:gdLst/>
                  <a:ahLst/>
                  <a:cxnLst/>
                  <a:rect l="l" t="t" r="r" b="b"/>
                  <a:pathLst>
                    <a:path w="182498" h="52959" extrusionOk="0">
                      <a:moveTo>
                        <a:pt x="0" y="0"/>
                      </a:moveTo>
                      <a:lnTo>
                        <a:pt x="182499" y="0"/>
                      </a:lnTo>
                      <a:lnTo>
                        <a:pt x="182499"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 name="Google Shape;182;p11"/>
                <p:cNvSpPr/>
                <p:nvPr/>
              </p:nvSpPr>
              <p:spPr>
                <a:xfrm>
                  <a:off x="9651396" y="1884045"/>
                  <a:ext cx="144875" cy="52959"/>
                </a:xfrm>
                <a:custGeom>
                  <a:avLst/>
                  <a:gdLst/>
                  <a:ahLst/>
                  <a:cxnLst/>
                  <a:rect l="l" t="t" r="r" b="b"/>
                  <a:pathLst>
                    <a:path w="144875" h="52959" extrusionOk="0">
                      <a:moveTo>
                        <a:pt x="0" y="0"/>
                      </a:moveTo>
                      <a:lnTo>
                        <a:pt x="144876" y="0"/>
                      </a:lnTo>
                      <a:lnTo>
                        <a:pt x="144876"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 name="Google Shape;183;p11"/>
                <p:cNvSpPr/>
                <p:nvPr/>
              </p:nvSpPr>
              <p:spPr>
                <a:xfrm>
                  <a:off x="9308306" y="2006536"/>
                  <a:ext cx="487965" cy="52959"/>
                </a:xfrm>
                <a:custGeom>
                  <a:avLst/>
                  <a:gdLst/>
                  <a:ahLst/>
                  <a:cxnLst/>
                  <a:rect l="l" t="t" r="r" b="b"/>
                  <a:pathLst>
                    <a:path w="487965" h="52959" extrusionOk="0">
                      <a:moveTo>
                        <a:pt x="0" y="0"/>
                      </a:moveTo>
                      <a:lnTo>
                        <a:pt x="487966" y="0"/>
                      </a:lnTo>
                      <a:lnTo>
                        <a:pt x="487966"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 name="Google Shape;184;p11"/>
                <p:cNvSpPr/>
                <p:nvPr/>
              </p:nvSpPr>
              <p:spPr>
                <a:xfrm>
                  <a:off x="9191339" y="2006536"/>
                  <a:ext cx="89630" cy="52959"/>
                </a:xfrm>
                <a:custGeom>
                  <a:avLst/>
                  <a:gdLst/>
                  <a:ahLst/>
                  <a:cxnLst/>
                  <a:rect l="l" t="t" r="r" b="b"/>
                  <a:pathLst>
                    <a:path w="89630" h="52959" extrusionOk="0">
                      <a:moveTo>
                        <a:pt x="0" y="0"/>
                      </a:moveTo>
                      <a:lnTo>
                        <a:pt x="89630" y="0"/>
                      </a:lnTo>
                      <a:lnTo>
                        <a:pt x="89630"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 name="Google Shape;185;p11"/>
                <p:cNvSpPr/>
                <p:nvPr/>
              </p:nvSpPr>
              <p:spPr>
                <a:xfrm>
                  <a:off x="9460325" y="2128932"/>
                  <a:ext cx="230790" cy="52959"/>
                </a:xfrm>
                <a:custGeom>
                  <a:avLst/>
                  <a:gdLst/>
                  <a:ahLst/>
                  <a:cxnLst/>
                  <a:rect l="l" t="t" r="r" b="b"/>
                  <a:pathLst>
                    <a:path w="230790" h="52959" extrusionOk="0">
                      <a:moveTo>
                        <a:pt x="0" y="0"/>
                      </a:moveTo>
                      <a:lnTo>
                        <a:pt x="230791" y="0"/>
                      </a:lnTo>
                      <a:lnTo>
                        <a:pt x="230791"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6" name="Google Shape;186;p11"/>
                <p:cNvSpPr/>
                <p:nvPr/>
              </p:nvSpPr>
              <p:spPr>
                <a:xfrm>
                  <a:off x="9713023" y="2128932"/>
                  <a:ext cx="83248" cy="52959"/>
                </a:xfrm>
                <a:custGeom>
                  <a:avLst/>
                  <a:gdLst/>
                  <a:ahLst/>
                  <a:cxnLst/>
                  <a:rect l="l" t="t" r="r" b="b"/>
                  <a:pathLst>
                    <a:path w="83248" h="52959" extrusionOk="0">
                      <a:moveTo>
                        <a:pt x="0" y="0"/>
                      </a:moveTo>
                      <a:lnTo>
                        <a:pt x="83248" y="0"/>
                      </a:lnTo>
                      <a:lnTo>
                        <a:pt x="83248"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7" name="Google Shape;187;p11"/>
                <p:cNvSpPr/>
                <p:nvPr/>
              </p:nvSpPr>
              <p:spPr>
                <a:xfrm>
                  <a:off x="9191339" y="2128932"/>
                  <a:ext cx="247935" cy="52959"/>
                </a:xfrm>
                <a:custGeom>
                  <a:avLst/>
                  <a:gdLst/>
                  <a:ahLst/>
                  <a:cxnLst/>
                  <a:rect l="l" t="t" r="r" b="b"/>
                  <a:pathLst>
                    <a:path w="247935" h="52959" extrusionOk="0">
                      <a:moveTo>
                        <a:pt x="0" y="0"/>
                      </a:moveTo>
                      <a:lnTo>
                        <a:pt x="247936" y="0"/>
                      </a:lnTo>
                      <a:lnTo>
                        <a:pt x="247936"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8" name="Google Shape;188;p11"/>
                <p:cNvSpPr/>
                <p:nvPr/>
              </p:nvSpPr>
              <p:spPr>
                <a:xfrm>
                  <a:off x="9365170" y="2251329"/>
                  <a:ext cx="200977" cy="52959"/>
                </a:xfrm>
                <a:custGeom>
                  <a:avLst/>
                  <a:gdLst/>
                  <a:ahLst/>
                  <a:cxnLst/>
                  <a:rect l="l" t="t" r="r" b="b"/>
                  <a:pathLst>
                    <a:path w="200977" h="52959" extrusionOk="0">
                      <a:moveTo>
                        <a:pt x="0" y="0"/>
                      </a:moveTo>
                      <a:lnTo>
                        <a:pt x="200977" y="0"/>
                      </a:lnTo>
                      <a:lnTo>
                        <a:pt x="200977"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9" name="Google Shape;189;p11"/>
                <p:cNvSpPr/>
                <p:nvPr/>
              </p:nvSpPr>
              <p:spPr>
                <a:xfrm>
                  <a:off x="9191339" y="2251329"/>
                  <a:ext cx="151256" cy="52959"/>
                </a:xfrm>
                <a:custGeom>
                  <a:avLst/>
                  <a:gdLst/>
                  <a:ahLst/>
                  <a:cxnLst/>
                  <a:rect l="l" t="t" r="r" b="b"/>
                  <a:pathLst>
                    <a:path w="151256" h="52959" extrusionOk="0">
                      <a:moveTo>
                        <a:pt x="0" y="0"/>
                      </a:moveTo>
                      <a:lnTo>
                        <a:pt x="151257" y="0"/>
                      </a:lnTo>
                      <a:lnTo>
                        <a:pt x="151257"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90" name="Google Shape;190;p11"/>
              <p:cNvGrpSpPr/>
              <p:nvPr/>
            </p:nvGrpSpPr>
            <p:grpSpPr>
              <a:xfrm>
                <a:off x="10004774" y="854392"/>
                <a:ext cx="604932" cy="420243"/>
                <a:chOff x="10004774" y="854392"/>
                <a:chExt cx="604932" cy="420243"/>
              </a:xfrm>
            </p:grpSpPr>
            <p:sp>
              <p:nvSpPr>
                <p:cNvPr id="191" name="Google Shape;191;p11"/>
                <p:cNvSpPr/>
                <p:nvPr/>
              </p:nvSpPr>
              <p:spPr>
                <a:xfrm>
                  <a:off x="10004774" y="854392"/>
                  <a:ext cx="237077" cy="52959"/>
                </a:xfrm>
                <a:custGeom>
                  <a:avLst/>
                  <a:gdLst/>
                  <a:ahLst/>
                  <a:cxnLst/>
                  <a:rect l="l" t="t" r="r" b="b"/>
                  <a:pathLst>
                    <a:path w="237077" h="52959" extrusionOk="0">
                      <a:moveTo>
                        <a:pt x="0" y="0"/>
                      </a:moveTo>
                      <a:lnTo>
                        <a:pt x="237077" y="0"/>
                      </a:lnTo>
                      <a:lnTo>
                        <a:pt x="237077"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2" name="Google Shape;192;p11"/>
                <p:cNvSpPr/>
                <p:nvPr/>
              </p:nvSpPr>
              <p:spPr>
                <a:xfrm>
                  <a:off x="10262901" y="854392"/>
                  <a:ext cx="182498" cy="52959"/>
                </a:xfrm>
                <a:custGeom>
                  <a:avLst/>
                  <a:gdLst/>
                  <a:ahLst/>
                  <a:cxnLst/>
                  <a:rect l="l" t="t" r="r" b="b"/>
                  <a:pathLst>
                    <a:path w="182498" h="52959" extrusionOk="0">
                      <a:moveTo>
                        <a:pt x="0" y="0"/>
                      </a:moveTo>
                      <a:lnTo>
                        <a:pt x="182498" y="0"/>
                      </a:lnTo>
                      <a:lnTo>
                        <a:pt x="182498"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3" name="Google Shape;193;p11"/>
                <p:cNvSpPr/>
                <p:nvPr/>
              </p:nvSpPr>
              <p:spPr>
                <a:xfrm>
                  <a:off x="10464831" y="854392"/>
                  <a:ext cx="144875" cy="52959"/>
                </a:xfrm>
                <a:custGeom>
                  <a:avLst/>
                  <a:gdLst/>
                  <a:ahLst/>
                  <a:cxnLst/>
                  <a:rect l="l" t="t" r="r" b="b"/>
                  <a:pathLst>
                    <a:path w="144875" h="52959" extrusionOk="0">
                      <a:moveTo>
                        <a:pt x="0" y="0"/>
                      </a:moveTo>
                      <a:lnTo>
                        <a:pt x="144875" y="0"/>
                      </a:lnTo>
                      <a:lnTo>
                        <a:pt x="144875"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4" name="Google Shape;194;p11"/>
                <p:cNvSpPr/>
                <p:nvPr/>
              </p:nvSpPr>
              <p:spPr>
                <a:xfrm>
                  <a:off x="10121741" y="976788"/>
                  <a:ext cx="487965" cy="52959"/>
                </a:xfrm>
                <a:custGeom>
                  <a:avLst/>
                  <a:gdLst/>
                  <a:ahLst/>
                  <a:cxnLst/>
                  <a:rect l="l" t="t" r="r" b="b"/>
                  <a:pathLst>
                    <a:path w="487965" h="52959" extrusionOk="0">
                      <a:moveTo>
                        <a:pt x="0" y="0"/>
                      </a:moveTo>
                      <a:lnTo>
                        <a:pt x="487966" y="0"/>
                      </a:lnTo>
                      <a:lnTo>
                        <a:pt x="487966"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5" name="Google Shape;195;p11"/>
                <p:cNvSpPr/>
                <p:nvPr/>
              </p:nvSpPr>
              <p:spPr>
                <a:xfrm>
                  <a:off x="10004774" y="976788"/>
                  <a:ext cx="89630" cy="52959"/>
                </a:xfrm>
                <a:custGeom>
                  <a:avLst/>
                  <a:gdLst/>
                  <a:ahLst/>
                  <a:cxnLst/>
                  <a:rect l="l" t="t" r="r" b="b"/>
                  <a:pathLst>
                    <a:path w="89630" h="52959" extrusionOk="0">
                      <a:moveTo>
                        <a:pt x="0" y="0"/>
                      </a:moveTo>
                      <a:lnTo>
                        <a:pt x="89630" y="0"/>
                      </a:lnTo>
                      <a:lnTo>
                        <a:pt x="89630"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6" name="Google Shape;196;p11"/>
                <p:cNvSpPr/>
                <p:nvPr/>
              </p:nvSpPr>
              <p:spPr>
                <a:xfrm>
                  <a:off x="10273760" y="1099280"/>
                  <a:ext cx="230790" cy="52959"/>
                </a:xfrm>
                <a:custGeom>
                  <a:avLst/>
                  <a:gdLst/>
                  <a:ahLst/>
                  <a:cxnLst/>
                  <a:rect l="l" t="t" r="r" b="b"/>
                  <a:pathLst>
                    <a:path w="230790" h="52959" extrusionOk="0">
                      <a:moveTo>
                        <a:pt x="0" y="0"/>
                      </a:moveTo>
                      <a:lnTo>
                        <a:pt x="230790" y="0"/>
                      </a:lnTo>
                      <a:lnTo>
                        <a:pt x="230790"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7" name="Google Shape;197;p11"/>
                <p:cNvSpPr/>
                <p:nvPr/>
              </p:nvSpPr>
              <p:spPr>
                <a:xfrm>
                  <a:off x="10526458" y="1099280"/>
                  <a:ext cx="83248" cy="52959"/>
                </a:xfrm>
                <a:custGeom>
                  <a:avLst/>
                  <a:gdLst/>
                  <a:ahLst/>
                  <a:cxnLst/>
                  <a:rect l="l" t="t" r="r" b="b"/>
                  <a:pathLst>
                    <a:path w="83248" h="52959" extrusionOk="0">
                      <a:moveTo>
                        <a:pt x="0" y="0"/>
                      </a:moveTo>
                      <a:lnTo>
                        <a:pt x="83249" y="0"/>
                      </a:lnTo>
                      <a:lnTo>
                        <a:pt x="83249"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8" name="Google Shape;198;p11"/>
                <p:cNvSpPr/>
                <p:nvPr/>
              </p:nvSpPr>
              <p:spPr>
                <a:xfrm>
                  <a:off x="10004774" y="1099280"/>
                  <a:ext cx="247935" cy="52959"/>
                </a:xfrm>
                <a:custGeom>
                  <a:avLst/>
                  <a:gdLst/>
                  <a:ahLst/>
                  <a:cxnLst/>
                  <a:rect l="l" t="t" r="r" b="b"/>
                  <a:pathLst>
                    <a:path w="247935" h="52959" extrusionOk="0">
                      <a:moveTo>
                        <a:pt x="0" y="0"/>
                      </a:moveTo>
                      <a:lnTo>
                        <a:pt x="247936" y="0"/>
                      </a:lnTo>
                      <a:lnTo>
                        <a:pt x="247936"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9" name="Google Shape;199;p11"/>
                <p:cNvSpPr/>
                <p:nvPr/>
              </p:nvSpPr>
              <p:spPr>
                <a:xfrm>
                  <a:off x="10178700" y="1221676"/>
                  <a:ext cx="200977" cy="52959"/>
                </a:xfrm>
                <a:custGeom>
                  <a:avLst/>
                  <a:gdLst/>
                  <a:ahLst/>
                  <a:cxnLst/>
                  <a:rect l="l" t="t" r="r" b="b"/>
                  <a:pathLst>
                    <a:path w="200977" h="52959" extrusionOk="0">
                      <a:moveTo>
                        <a:pt x="0" y="0"/>
                      </a:moveTo>
                      <a:lnTo>
                        <a:pt x="200977" y="0"/>
                      </a:lnTo>
                      <a:lnTo>
                        <a:pt x="200977"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00" name="Google Shape;200;p11"/>
                <p:cNvSpPr/>
                <p:nvPr/>
              </p:nvSpPr>
              <p:spPr>
                <a:xfrm>
                  <a:off x="10004774" y="1221676"/>
                  <a:ext cx="151256" cy="52959"/>
                </a:xfrm>
                <a:custGeom>
                  <a:avLst/>
                  <a:gdLst/>
                  <a:ahLst/>
                  <a:cxnLst/>
                  <a:rect l="l" t="t" r="r" b="b"/>
                  <a:pathLst>
                    <a:path w="151256" h="52959" extrusionOk="0">
                      <a:moveTo>
                        <a:pt x="0" y="0"/>
                      </a:moveTo>
                      <a:lnTo>
                        <a:pt x="151257" y="0"/>
                      </a:lnTo>
                      <a:lnTo>
                        <a:pt x="151257"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201" name="Google Shape;201;p11"/>
              <p:cNvGrpSpPr/>
              <p:nvPr/>
            </p:nvGrpSpPr>
            <p:grpSpPr>
              <a:xfrm>
                <a:off x="10004774" y="1374362"/>
                <a:ext cx="604932" cy="303466"/>
                <a:chOff x="10004774" y="1374362"/>
                <a:chExt cx="604932" cy="303466"/>
              </a:xfrm>
            </p:grpSpPr>
            <p:sp>
              <p:nvSpPr>
                <p:cNvPr id="202" name="Google Shape;202;p11"/>
                <p:cNvSpPr/>
                <p:nvPr/>
              </p:nvSpPr>
              <p:spPr>
                <a:xfrm>
                  <a:off x="10004774" y="1374362"/>
                  <a:ext cx="237077" cy="52959"/>
                </a:xfrm>
                <a:custGeom>
                  <a:avLst/>
                  <a:gdLst/>
                  <a:ahLst/>
                  <a:cxnLst/>
                  <a:rect l="l" t="t" r="r" b="b"/>
                  <a:pathLst>
                    <a:path w="237077" h="52959" extrusionOk="0">
                      <a:moveTo>
                        <a:pt x="0" y="0"/>
                      </a:moveTo>
                      <a:lnTo>
                        <a:pt x="237077" y="0"/>
                      </a:lnTo>
                      <a:lnTo>
                        <a:pt x="237077"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03" name="Google Shape;203;p11"/>
                <p:cNvSpPr/>
                <p:nvPr/>
              </p:nvSpPr>
              <p:spPr>
                <a:xfrm>
                  <a:off x="10262901" y="1374362"/>
                  <a:ext cx="182498" cy="52959"/>
                </a:xfrm>
                <a:custGeom>
                  <a:avLst/>
                  <a:gdLst/>
                  <a:ahLst/>
                  <a:cxnLst/>
                  <a:rect l="l" t="t" r="r" b="b"/>
                  <a:pathLst>
                    <a:path w="182498" h="52959" extrusionOk="0">
                      <a:moveTo>
                        <a:pt x="0" y="0"/>
                      </a:moveTo>
                      <a:lnTo>
                        <a:pt x="182498" y="0"/>
                      </a:lnTo>
                      <a:lnTo>
                        <a:pt x="182498"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04" name="Google Shape;204;p11"/>
                <p:cNvSpPr/>
                <p:nvPr/>
              </p:nvSpPr>
              <p:spPr>
                <a:xfrm>
                  <a:off x="10464831" y="1374362"/>
                  <a:ext cx="144875" cy="52959"/>
                </a:xfrm>
                <a:custGeom>
                  <a:avLst/>
                  <a:gdLst/>
                  <a:ahLst/>
                  <a:cxnLst/>
                  <a:rect l="l" t="t" r="r" b="b"/>
                  <a:pathLst>
                    <a:path w="144875" h="52959" extrusionOk="0">
                      <a:moveTo>
                        <a:pt x="0" y="0"/>
                      </a:moveTo>
                      <a:lnTo>
                        <a:pt x="144875" y="0"/>
                      </a:lnTo>
                      <a:lnTo>
                        <a:pt x="144875"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05" name="Google Shape;205;p11"/>
                <p:cNvSpPr/>
                <p:nvPr/>
              </p:nvSpPr>
              <p:spPr>
                <a:xfrm>
                  <a:off x="10273760" y="1502378"/>
                  <a:ext cx="230790" cy="52959"/>
                </a:xfrm>
                <a:custGeom>
                  <a:avLst/>
                  <a:gdLst/>
                  <a:ahLst/>
                  <a:cxnLst/>
                  <a:rect l="l" t="t" r="r" b="b"/>
                  <a:pathLst>
                    <a:path w="230790" h="52959" extrusionOk="0">
                      <a:moveTo>
                        <a:pt x="0" y="0"/>
                      </a:moveTo>
                      <a:lnTo>
                        <a:pt x="230790" y="0"/>
                      </a:lnTo>
                      <a:lnTo>
                        <a:pt x="230790"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06" name="Google Shape;206;p11"/>
                <p:cNvSpPr/>
                <p:nvPr/>
              </p:nvSpPr>
              <p:spPr>
                <a:xfrm>
                  <a:off x="10526458" y="1502378"/>
                  <a:ext cx="83248" cy="52959"/>
                </a:xfrm>
                <a:custGeom>
                  <a:avLst/>
                  <a:gdLst/>
                  <a:ahLst/>
                  <a:cxnLst/>
                  <a:rect l="l" t="t" r="r" b="b"/>
                  <a:pathLst>
                    <a:path w="83248" h="52959" extrusionOk="0">
                      <a:moveTo>
                        <a:pt x="0" y="0"/>
                      </a:moveTo>
                      <a:lnTo>
                        <a:pt x="83249" y="0"/>
                      </a:lnTo>
                      <a:lnTo>
                        <a:pt x="83249"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07" name="Google Shape;207;p11"/>
                <p:cNvSpPr/>
                <p:nvPr/>
              </p:nvSpPr>
              <p:spPr>
                <a:xfrm>
                  <a:off x="10004774" y="1502378"/>
                  <a:ext cx="247935" cy="52959"/>
                </a:xfrm>
                <a:custGeom>
                  <a:avLst/>
                  <a:gdLst/>
                  <a:ahLst/>
                  <a:cxnLst/>
                  <a:rect l="l" t="t" r="r" b="b"/>
                  <a:pathLst>
                    <a:path w="247935" h="52959" extrusionOk="0">
                      <a:moveTo>
                        <a:pt x="0" y="0"/>
                      </a:moveTo>
                      <a:lnTo>
                        <a:pt x="247936" y="0"/>
                      </a:lnTo>
                      <a:lnTo>
                        <a:pt x="247936"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08" name="Google Shape;208;p11"/>
                <p:cNvSpPr/>
                <p:nvPr/>
              </p:nvSpPr>
              <p:spPr>
                <a:xfrm>
                  <a:off x="10178700" y="1624869"/>
                  <a:ext cx="200977" cy="52959"/>
                </a:xfrm>
                <a:custGeom>
                  <a:avLst/>
                  <a:gdLst/>
                  <a:ahLst/>
                  <a:cxnLst/>
                  <a:rect l="l" t="t" r="r" b="b"/>
                  <a:pathLst>
                    <a:path w="200977" h="52959" extrusionOk="0">
                      <a:moveTo>
                        <a:pt x="0" y="0"/>
                      </a:moveTo>
                      <a:lnTo>
                        <a:pt x="200977" y="0"/>
                      </a:lnTo>
                      <a:lnTo>
                        <a:pt x="200977"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09" name="Google Shape;209;p11"/>
                <p:cNvSpPr/>
                <p:nvPr/>
              </p:nvSpPr>
              <p:spPr>
                <a:xfrm>
                  <a:off x="10004774" y="1624869"/>
                  <a:ext cx="151256" cy="52959"/>
                </a:xfrm>
                <a:custGeom>
                  <a:avLst/>
                  <a:gdLst/>
                  <a:ahLst/>
                  <a:cxnLst/>
                  <a:rect l="l" t="t" r="r" b="b"/>
                  <a:pathLst>
                    <a:path w="151256" h="52959" extrusionOk="0">
                      <a:moveTo>
                        <a:pt x="0" y="0"/>
                      </a:moveTo>
                      <a:lnTo>
                        <a:pt x="151257" y="0"/>
                      </a:lnTo>
                      <a:lnTo>
                        <a:pt x="151257"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210" name="Google Shape;210;p11"/>
              <p:cNvSpPr/>
              <p:nvPr/>
            </p:nvSpPr>
            <p:spPr>
              <a:xfrm>
                <a:off x="10004774" y="1875948"/>
                <a:ext cx="605885" cy="438816"/>
              </a:xfrm>
              <a:custGeom>
                <a:avLst/>
                <a:gdLst/>
                <a:ahLst/>
                <a:cxnLst/>
                <a:rect l="l" t="t" r="r" b="b"/>
                <a:pathLst>
                  <a:path w="605885" h="438816" extrusionOk="0">
                    <a:moveTo>
                      <a:pt x="572167" y="0"/>
                    </a:moveTo>
                    <a:cubicBezTo>
                      <a:pt x="590789" y="0"/>
                      <a:pt x="605885" y="15096"/>
                      <a:pt x="605885" y="33718"/>
                    </a:cubicBezTo>
                    <a:lnTo>
                      <a:pt x="605885" y="405098"/>
                    </a:lnTo>
                    <a:cubicBezTo>
                      <a:pt x="605885" y="423720"/>
                      <a:pt x="590789" y="438817"/>
                      <a:pt x="572167" y="438817"/>
                    </a:cubicBezTo>
                    <a:lnTo>
                      <a:pt x="33718" y="438817"/>
                    </a:lnTo>
                    <a:cubicBezTo>
                      <a:pt x="15096" y="438817"/>
                      <a:pt x="0" y="423720"/>
                      <a:pt x="0" y="405098"/>
                    </a:cubicBezTo>
                    <a:lnTo>
                      <a:pt x="0" y="33718"/>
                    </a:lnTo>
                    <a:cubicBezTo>
                      <a:pt x="0" y="15096"/>
                      <a:pt x="15096" y="0"/>
                      <a:pt x="33718" y="0"/>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1" name="Google Shape;211;p11"/>
              <p:cNvSpPr/>
              <p:nvPr/>
            </p:nvSpPr>
            <p:spPr>
              <a:xfrm>
                <a:off x="9191339" y="860202"/>
                <a:ext cx="605885" cy="815149"/>
              </a:xfrm>
              <a:custGeom>
                <a:avLst/>
                <a:gdLst/>
                <a:ahLst/>
                <a:cxnLst/>
                <a:rect l="l" t="t" r="r" b="b"/>
                <a:pathLst>
                  <a:path w="605885" h="815149" extrusionOk="0">
                    <a:moveTo>
                      <a:pt x="554260" y="0"/>
                    </a:moveTo>
                    <a:cubicBezTo>
                      <a:pt x="582772" y="0"/>
                      <a:pt x="605885" y="23114"/>
                      <a:pt x="605885" y="51625"/>
                    </a:cubicBezTo>
                    <a:lnTo>
                      <a:pt x="605885" y="763524"/>
                    </a:lnTo>
                    <a:cubicBezTo>
                      <a:pt x="605885" y="792036"/>
                      <a:pt x="582771" y="815150"/>
                      <a:pt x="554260" y="815150"/>
                    </a:cubicBezTo>
                    <a:lnTo>
                      <a:pt x="51625" y="815150"/>
                    </a:lnTo>
                    <a:cubicBezTo>
                      <a:pt x="23113" y="815150"/>
                      <a:pt x="0" y="792036"/>
                      <a:pt x="0" y="763524"/>
                    </a:cubicBezTo>
                    <a:lnTo>
                      <a:pt x="0" y="51625"/>
                    </a:lnTo>
                    <a:cubicBezTo>
                      <a:pt x="0" y="23114"/>
                      <a:pt x="23113" y="0"/>
                      <a:pt x="51625" y="0"/>
                    </a:cubicBezTo>
                    <a:close/>
                  </a:path>
                </a:pathLst>
              </a:custGeom>
              <a:solidFill>
                <a:schemeClr val="accent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212" name="Google Shape;212;p11"/>
            <p:cNvGrpSpPr/>
            <p:nvPr/>
          </p:nvGrpSpPr>
          <p:grpSpPr>
            <a:xfrm>
              <a:off x="6717319" y="354723"/>
              <a:ext cx="656533" cy="799751"/>
              <a:chOff x="9097899" y="793051"/>
              <a:chExt cx="780287" cy="950500"/>
            </a:xfrm>
          </p:grpSpPr>
          <p:grpSp>
            <p:nvGrpSpPr>
              <p:cNvPr id="213" name="Google Shape;213;p11"/>
              <p:cNvGrpSpPr/>
              <p:nvPr/>
            </p:nvGrpSpPr>
            <p:grpSpPr>
              <a:xfrm>
                <a:off x="9118758" y="814006"/>
                <a:ext cx="747999" cy="918020"/>
                <a:chOff x="9118758" y="814006"/>
                <a:chExt cx="747999" cy="918020"/>
              </a:xfrm>
            </p:grpSpPr>
            <p:sp>
              <p:nvSpPr>
                <p:cNvPr id="214" name="Google Shape;214;p11"/>
                <p:cNvSpPr/>
                <p:nvPr/>
              </p:nvSpPr>
              <p:spPr>
                <a:xfrm>
                  <a:off x="9131522" y="1722501"/>
                  <a:ext cx="700277" cy="9525"/>
                </a:xfrm>
                <a:custGeom>
                  <a:avLst/>
                  <a:gdLst/>
                  <a:ahLst/>
                  <a:cxnLst/>
                  <a:rect l="l" t="t" r="r" b="b"/>
                  <a:pathLst>
                    <a:path w="700277" h="9525" extrusionOk="0">
                      <a:moveTo>
                        <a:pt x="700278" y="0"/>
                      </a:moveTo>
                      <a:lnTo>
                        <a:pt x="0" y="0"/>
                      </a:lnTo>
                    </a:path>
                  </a:pathLst>
                </a:custGeom>
                <a:solidFill>
                  <a:schemeClr val="dk1"/>
                </a:solidFill>
                <a:ln w="12750" cap="rnd" cmpd="sng">
                  <a:solidFill>
                    <a:schemeClr val="dk1"/>
                  </a:solidFill>
                  <a:prstDash val="dashDot"/>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5" name="Google Shape;215;p11"/>
                <p:cNvSpPr/>
                <p:nvPr/>
              </p:nvSpPr>
              <p:spPr>
                <a:xfrm>
                  <a:off x="9118758" y="826579"/>
                  <a:ext cx="9525" cy="870680"/>
                </a:xfrm>
                <a:custGeom>
                  <a:avLst/>
                  <a:gdLst/>
                  <a:ahLst/>
                  <a:cxnLst/>
                  <a:rect l="l" t="t" r="r" b="b"/>
                  <a:pathLst>
                    <a:path w="9525" h="870680" extrusionOk="0">
                      <a:moveTo>
                        <a:pt x="0" y="870680"/>
                      </a:moveTo>
                      <a:lnTo>
                        <a:pt x="0" y="0"/>
                      </a:lnTo>
                    </a:path>
                  </a:pathLst>
                </a:custGeom>
                <a:solidFill>
                  <a:schemeClr val="dk1"/>
                </a:solidFill>
                <a:ln w="12750" cap="rnd" cmpd="sng">
                  <a:solidFill>
                    <a:schemeClr val="dk1"/>
                  </a:solidFill>
                  <a:prstDash val="dashDot"/>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6" name="Google Shape;216;p11"/>
                <p:cNvSpPr/>
                <p:nvPr/>
              </p:nvSpPr>
              <p:spPr>
                <a:xfrm>
                  <a:off x="9144285" y="814006"/>
                  <a:ext cx="700277" cy="9525"/>
                </a:xfrm>
                <a:custGeom>
                  <a:avLst/>
                  <a:gdLst/>
                  <a:ahLst/>
                  <a:cxnLst/>
                  <a:rect l="l" t="t" r="r" b="b"/>
                  <a:pathLst>
                    <a:path w="700277" h="9525" extrusionOk="0">
                      <a:moveTo>
                        <a:pt x="0" y="0"/>
                      </a:moveTo>
                      <a:lnTo>
                        <a:pt x="700278" y="0"/>
                      </a:lnTo>
                    </a:path>
                  </a:pathLst>
                </a:custGeom>
                <a:solidFill>
                  <a:schemeClr val="dk1"/>
                </a:solidFill>
                <a:ln w="12750" cap="rnd" cmpd="sng">
                  <a:solidFill>
                    <a:schemeClr val="dk1"/>
                  </a:solidFill>
                  <a:prstDash val="dashDot"/>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7" name="Google Shape;217;p11"/>
                <p:cNvSpPr/>
                <p:nvPr/>
              </p:nvSpPr>
              <p:spPr>
                <a:xfrm>
                  <a:off x="9857232" y="839247"/>
                  <a:ext cx="9525" cy="870680"/>
                </a:xfrm>
                <a:custGeom>
                  <a:avLst/>
                  <a:gdLst/>
                  <a:ahLst/>
                  <a:cxnLst/>
                  <a:rect l="l" t="t" r="r" b="b"/>
                  <a:pathLst>
                    <a:path w="9525" h="870680" extrusionOk="0">
                      <a:moveTo>
                        <a:pt x="0" y="0"/>
                      </a:moveTo>
                      <a:lnTo>
                        <a:pt x="0" y="870680"/>
                      </a:lnTo>
                    </a:path>
                  </a:pathLst>
                </a:custGeom>
                <a:solidFill>
                  <a:schemeClr val="dk1"/>
                </a:solidFill>
                <a:ln w="12750" cap="rnd" cmpd="sng">
                  <a:solidFill>
                    <a:schemeClr val="dk1"/>
                  </a:solidFill>
                  <a:prstDash val="dashDot"/>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218" name="Google Shape;218;p11"/>
              <p:cNvGrpSpPr/>
              <p:nvPr/>
            </p:nvGrpSpPr>
            <p:grpSpPr>
              <a:xfrm>
                <a:off x="9097899" y="793051"/>
                <a:ext cx="780287" cy="950500"/>
                <a:chOff x="9097899" y="793051"/>
                <a:chExt cx="780287" cy="950500"/>
              </a:xfrm>
            </p:grpSpPr>
            <p:grpSp>
              <p:nvGrpSpPr>
                <p:cNvPr id="219" name="Google Shape;219;p11"/>
                <p:cNvGrpSpPr/>
                <p:nvPr/>
              </p:nvGrpSpPr>
              <p:grpSpPr>
                <a:xfrm>
                  <a:off x="9097899" y="793051"/>
                  <a:ext cx="780287" cy="41909"/>
                  <a:chOff x="9097899" y="793051"/>
                  <a:chExt cx="780287" cy="41909"/>
                </a:xfrm>
              </p:grpSpPr>
              <p:sp>
                <p:nvSpPr>
                  <p:cNvPr id="220" name="Google Shape;220;p11"/>
                  <p:cNvSpPr/>
                  <p:nvPr/>
                </p:nvSpPr>
                <p:spPr>
                  <a:xfrm>
                    <a:off x="9097899" y="793051"/>
                    <a:ext cx="41909" cy="41909"/>
                  </a:xfrm>
                  <a:custGeom>
                    <a:avLst/>
                    <a:gdLst/>
                    <a:ahLst/>
                    <a:cxnLst/>
                    <a:rect l="l" t="t" r="r" b="b"/>
                    <a:pathLst>
                      <a:path w="41909" h="41909" extrusionOk="0">
                        <a:moveTo>
                          <a:pt x="0" y="0"/>
                        </a:moveTo>
                        <a:lnTo>
                          <a:pt x="41910" y="0"/>
                        </a:lnTo>
                        <a:lnTo>
                          <a:pt x="41910" y="41910"/>
                        </a:lnTo>
                        <a:lnTo>
                          <a:pt x="0" y="4191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1" name="Google Shape;221;p11"/>
                  <p:cNvSpPr/>
                  <p:nvPr/>
                </p:nvSpPr>
                <p:spPr>
                  <a:xfrm>
                    <a:off x="9467088" y="793051"/>
                    <a:ext cx="41909" cy="41909"/>
                  </a:xfrm>
                  <a:custGeom>
                    <a:avLst/>
                    <a:gdLst/>
                    <a:ahLst/>
                    <a:cxnLst/>
                    <a:rect l="l" t="t" r="r" b="b"/>
                    <a:pathLst>
                      <a:path w="41909" h="41909" extrusionOk="0">
                        <a:moveTo>
                          <a:pt x="0" y="0"/>
                        </a:moveTo>
                        <a:lnTo>
                          <a:pt x="41910" y="0"/>
                        </a:lnTo>
                        <a:lnTo>
                          <a:pt x="41910" y="41910"/>
                        </a:lnTo>
                        <a:lnTo>
                          <a:pt x="0" y="4191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2" name="Google Shape;222;p11"/>
                  <p:cNvSpPr/>
                  <p:nvPr/>
                </p:nvSpPr>
                <p:spPr>
                  <a:xfrm>
                    <a:off x="9836277" y="793051"/>
                    <a:ext cx="41909" cy="41909"/>
                  </a:xfrm>
                  <a:custGeom>
                    <a:avLst/>
                    <a:gdLst/>
                    <a:ahLst/>
                    <a:cxnLst/>
                    <a:rect l="l" t="t" r="r" b="b"/>
                    <a:pathLst>
                      <a:path w="41909" h="41909" extrusionOk="0">
                        <a:moveTo>
                          <a:pt x="0" y="0"/>
                        </a:moveTo>
                        <a:lnTo>
                          <a:pt x="41910" y="0"/>
                        </a:lnTo>
                        <a:lnTo>
                          <a:pt x="41910" y="41910"/>
                        </a:lnTo>
                        <a:lnTo>
                          <a:pt x="0" y="4191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223" name="Google Shape;223;p11"/>
                <p:cNvGrpSpPr/>
                <p:nvPr/>
              </p:nvGrpSpPr>
              <p:grpSpPr>
                <a:xfrm>
                  <a:off x="9097899" y="1247298"/>
                  <a:ext cx="780287" cy="41910"/>
                  <a:chOff x="9097899" y="1247298"/>
                  <a:chExt cx="780287" cy="41910"/>
                </a:xfrm>
              </p:grpSpPr>
              <p:sp>
                <p:nvSpPr>
                  <p:cNvPr id="224" name="Google Shape;224;p11"/>
                  <p:cNvSpPr/>
                  <p:nvPr/>
                </p:nvSpPr>
                <p:spPr>
                  <a:xfrm>
                    <a:off x="9097899" y="1247298"/>
                    <a:ext cx="41909" cy="41910"/>
                  </a:xfrm>
                  <a:custGeom>
                    <a:avLst/>
                    <a:gdLst/>
                    <a:ahLst/>
                    <a:cxnLst/>
                    <a:rect l="l" t="t" r="r" b="b"/>
                    <a:pathLst>
                      <a:path w="41909" h="41910" extrusionOk="0">
                        <a:moveTo>
                          <a:pt x="0" y="0"/>
                        </a:moveTo>
                        <a:lnTo>
                          <a:pt x="41910" y="0"/>
                        </a:lnTo>
                        <a:lnTo>
                          <a:pt x="41910" y="41910"/>
                        </a:lnTo>
                        <a:lnTo>
                          <a:pt x="0" y="4191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5" name="Google Shape;225;p11"/>
                  <p:cNvSpPr/>
                  <p:nvPr/>
                </p:nvSpPr>
                <p:spPr>
                  <a:xfrm>
                    <a:off x="9836277" y="1247298"/>
                    <a:ext cx="41909" cy="41910"/>
                  </a:xfrm>
                  <a:custGeom>
                    <a:avLst/>
                    <a:gdLst/>
                    <a:ahLst/>
                    <a:cxnLst/>
                    <a:rect l="l" t="t" r="r" b="b"/>
                    <a:pathLst>
                      <a:path w="41909" h="41910" extrusionOk="0">
                        <a:moveTo>
                          <a:pt x="0" y="0"/>
                        </a:moveTo>
                        <a:lnTo>
                          <a:pt x="41910" y="0"/>
                        </a:lnTo>
                        <a:lnTo>
                          <a:pt x="41910" y="41910"/>
                        </a:lnTo>
                        <a:lnTo>
                          <a:pt x="0" y="4191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226" name="Google Shape;226;p11"/>
                <p:cNvGrpSpPr/>
                <p:nvPr/>
              </p:nvGrpSpPr>
              <p:grpSpPr>
                <a:xfrm>
                  <a:off x="9097899" y="1701641"/>
                  <a:ext cx="780287" cy="41910"/>
                  <a:chOff x="9097899" y="1701641"/>
                  <a:chExt cx="780287" cy="41910"/>
                </a:xfrm>
              </p:grpSpPr>
              <p:sp>
                <p:nvSpPr>
                  <p:cNvPr id="227" name="Google Shape;227;p11"/>
                  <p:cNvSpPr/>
                  <p:nvPr/>
                </p:nvSpPr>
                <p:spPr>
                  <a:xfrm>
                    <a:off x="9097899" y="1701641"/>
                    <a:ext cx="41909" cy="41910"/>
                  </a:xfrm>
                  <a:custGeom>
                    <a:avLst/>
                    <a:gdLst/>
                    <a:ahLst/>
                    <a:cxnLst/>
                    <a:rect l="l" t="t" r="r" b="b"/>
                    <a:pathLst>
                      <a:path w="41909" h="41910" extrusionOk="0">
                        <a:moveTo>
                          <a:pt x="0" y="0"/>
                        </a:moveTo>
                        <a:lnTo>
                          <a:pt x="41910" y="0"/>
                        </a:lnTo>
                        <a:lnTo>
                          <a:pt x="41910" y="41910"/>
                        </a:lnTo>
                        <a:lnTo>
                          <a:pt x="0" y="4191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8" name="Google Shape;228;p11"/>
                  <p:cNvSpPr/>
                  <p:nvPr/>
                </p:nvSpPr>
                <p:spPr>
                  <a:xfrm>
                    <a:off x="9467088" y="1701641"/>
                    <a:ext cx="41909" cy="41910"/>
                  </a:xfrm>
                  <a:custGeom>
                    <a:avLst/>
                    <a:gdLst/>
                    <a:ahLst/>
                    <a:cxnLst/>
                    <a:rect l="l" t="t" r="r" b="b"/>
                    <a:pathLst>
                      <a:path w="41909" h="41910" extrusionOk="0">
                        <a:moveTo>
                          <a:pt x="0" y="0"/>
                        </a:moveTo>
                        <a:lnTo>
                          <a:pt x="41910" y="0"/>
                        </a:lnTo>
                        <a:lnTo>
                          <a:pt x="41910" y="41910"/>
                        </a:lnTo>
                        <a:lnTo>
                          <a:pt x="0" y="4191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9" name="Google Shape;229;p11"/>
                  <p:cNvSpPr/>
                  <p:nvPr/>
                </p:nvSpPr>
                <p:spPr>
                  <a:xfrm>
                    <a:off x="9836277" y="1701641"/>
                    <a:ext cx="41909" cy="41910"/>
                  </a:xfrm>
                  <a:custGeom>
                    <a:avLst/>
                    <a:gdLst/>
                    <a:ahLst/>
                    <a:cxnLst/>
                    <a:rect l="l" t="t" r="r" b="b"/>
                    <a:pathLst>
                      <a:path w="41909" h="41910" extrusionOk="0">
                        <a:moveTo>
                          <a:pt x="0" y="0"/>
                        </a:moveTo>
                        <a:lnTo>
                          <a:pt x="41910" y="0"/>
                        </a:lnTo>
                        <a:lnTo>
                          <a:pt x="41910" y="41910"/>
                        </a:lnTo>
                        <a:lnTo>
                          <a:pt x="0" y="4191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grpSp>
          <p:nvGrpSpPr>
            <p:cNvPr id="230" name="Google Shape;230;p11"/>
            <p:cNvGrpSpPr/>
            <p:nvPr/>
          </p:nvGrpSpPr>
          <p:grpSpPr>
            <a:xfrm>
              <a:off x="7074117" y="956519"/>
              <a:ext cx="215826" cy="125825"/>
              <a:chOff x="9521952" y="1508283"/>
              <a:chExt cx="256508" cy="149542"/>
            </a:xfrm>
          </p:grpSpPr>
          <p:sp>
            <p:nvSpPr>
              <p:cNvPr id="231" name="Google Shape;231;p11"/>
              <p:cNvSpPr/>
              <p:nvPr/>
            </p:nvSpPr>
            <p:spPr>
              <a:xfrm>
                <a:off x="9521952" y="1508283"/>
                <a:ext cx="256508" cy="149542"/>
              </a:xfrm>
              <a:custGeom>
                <a:avLst/>
                <a:gdLst/>
                <a:ahLst/>
                <a:cxnLst/>
                <a:rect l="l" t="t" r="r" b="b"/>
                <a:pathLst>
                  <a:path w="256508" h="149542" extrusionOk="0">
                    <a:moveTo>
                      <a:pt x="218694" y="0"/>
                    </a:moveTo>
                    <a:cubicBezTo>
                      <a:pt x="239578" y="0"/>
                      <a:pt x="256508" y="16930"/>
                      <a:pt x="256508" y="37814"/>
                    </a:cubicBezTo>
                    <a:lnTo>
                      <a:pt x="256508" y="111728"/>
                    </a:lnTo>
                    <a:cubicBezTo>
                      <a:pt x="256508" y="132612"/>
                      <a:pt x="239578" y="149543"/>
                      <a:pt x="218694" y="149543"/>
                    </a:cubicBezTo>
                    <a:lnTo>
                      <a:pt x="37814" y="149543"/>
                    </a:lnTo>
                    <a:cubicBezTo>
                      <a:pt x="16930" y="149543"/>
                      <a:pt x="1" y="132612"/>
                      <a:pt x="1" y="111728"/>
                    </a:cubicBezTo>
                    <a:lnTo>
                      <a:pt x="1" y="37814"/>
                    </a:lnTo>
                    <a:cubicBezTo>
                      <a:pt x="1" y="16930"/>
                      <a:pt x="16930" y="0"/>
                      <a:pt x="37814" y="0"/>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232" name="Google Shape;232;p11"/>
              <p:cNvGrpSpPr/>
              <p:nvPr/>
            </p:nvGrpSpPr>
            <p:grpSpPr>
              <a:xfrm>
                <a:off x="9556578" y="1534618"/>
                <a:ext cx="183763" cy="98921"/>
                <a:chOff x="9556578" y="1534618"/>
                <a:chExt cx="183763" cy="98921"/>
              </a:xfrm>
            </p:grpSpPr>
            <p:grpSp>
              <p:nvGrpSpPr>
                <p:cNvPr id="233" name="Google Shape;233;p11"/>
                <p:cNvGrpSpPr/>
                <p:nvPr/>
              </p:nvGrpSpPr>
              <p:grpSpPr>
                <a:xfrm>
                  <a:off x="9645396" y="1536115"/>
                  <a:ext cx="94945" cy="94946"/>
                  <a:chOff x="9645396" y="1536115"/>
                  <a:chExt cx="94945" cy="94946"/>
                </a:xfrm>
              </p:grpSpPr>
              <p:sp>
                <p:nvSpPr>
                  <p:cNvPr id="234" name="Google Shape;234;p11"/>
                  <p:cNvSpPr/>
                  <p:nvPr/>
                </p:nvSpPr>
                <p:spPr>
                  <a:xfrm>
                    <a:off x="9645396" y="1588389"/>
                    <a:ext cx="42671" cy="42672"/>
                  </a:xfrm>
                  <a:custGeom>
                    <a:avLst/>
                    <a:gdLst/>
                    <a:ahLst/>
                    <a:cxnLst/>
                    <a:rect l="l" t="t" r="r" b="b"/>
                    <a:pathLst>
                      <a:path w="42671" h="42672" extrusionOk="0">
                        <a:moveTo>
                          <a:pt x="16764" y="31147"/>
                        </a:moveTo>
                        <a:lnTo>
                          <a:pt x="42672" y="5144"/>
                        </a:lnTo>
                        <a:lnTo>
                          <a:pt x="37529" y="0"/>
                        </a:lnTo>
                        <a:lnTo>
                          <a:pt x="11525" y="25908"/>
                        </a:lnTo>
                        <a:lnTo>
                          <a:pt x="6382" y="28765"/>
                        </a:lnTo>
                        <a:lnTo>
                          <a:pt x="0" y="38576"/>
                        </a:lnTo>
                        <a:lnTo>
                          <a:pt x="4096" y="42672"/>
                        </a:lnTo>
                        <a:lnTo>
                          <a:pt x="13906" y="36290"/>
                        </a:lnTo>
                        <a:lnTo>
                          <a:pt x="16764" y="31147"/>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5" name="Google Shape;235;p11"/>
                  <p:cNvSpPr/>
                  <p:nvPr/>
                </p:nvSpPr>
                <p:spPr>
                  <a:xfrm>
                    <a:off x="9674923" y="1536115"/>
                    <a:ext cx="65418" cy="65418"/>
                  </a:xfrm>
                  <a:custGeom>
                    <a:avLst/>
                    <a:gdLst/>
                    <a:ahLst/>
                    <a:cxnLst/>
                    <a:rect l="l" t="t" r="r" b="b"/>
                    <a:pathLst>
                      <a:path w="65418" h="65418" extrusionOk="0">
                        <a:moveTo>
                          <a:pt x="36576" y="54845"/>
                        </a:moveTo>
                        <a:lnTo>
                          <a:pt x="63246" y="28175"/>
                        </a:lnTo>
                        <a:cubicBezTo>
                          <a:pt x="64008" y="27413"/>
                          <a:pt x="64484" y="26461"/>
                          <a:pt x="64770" y="25413"/>
                        </a:cubicBezTo>
                        <a:cubicBezTo>
                          <a:pt x="65627" y="21794"/>
                          <a:pt x="66866" y="13602"/>
                          <a:pt x="59341" y="6077"/>
                        </a:cubicBezTo>
                        <a:cubicBezTo>
                          <a:pt x="51816" y="-1447"/>
                          <a:pt x="43625" y="-209"/>
                          <a:pt x="40005" y="648"/>
                        </a:cubicBezTo>
                        <a:cubicBezTo>
                          <a:pt x="38958" y="934"/>
                          <a:pt x="38005" y="1410"/>
                          <a:pt x="37243" y="2172"/>
                        </a:cubicBezTo>
                        <a:lnTo>
                          <a:pt x="10573" y="28842"/>
                        </a:lnTo>
                        <a:cubicBezTo>
                          <a:pt x="14669" y="32938"/>
                          <a:pt x="14669" y="39701"/>
                          <a:pt x="10573" y="43796"/>
                        </a:cubicBezTo>
                        <a:lnTo>
                          <a:pt x="8287" y="46082"/>
                        </a:lnTo>
                        <a:lnTo>
                          <a:pt x="4286" y="42082"/>
                        </a:lnTo>
                        <a:lnTo>
                          <a:pt x="0" y="46368"/>
                        </a:lnTo>
                        <a:lnTo>
                          <a:pt x="19050" y="65418"/>
                        </a:lnTo>
                        <a:lnTo>
                          <a:pt x="23336" y="61132"/>
                        </a:lnTo>
                        <a:lnTo>
                          <a:pt x="19336" y="57131"/>
                        </a:lnTo>
                        <a:lnTo>
                          <a:pt x="21622" y="54845"/>
                        </a:lnTo>
                        <a:cubicBezTo>
                          <a:pt x="25718" y="50750"/>
                          <a:pt x="32481" y="50750"/>
                          <a:pt x="36576" y="54845"/>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236" name="Google Shape;236;p11"/>
                <p:cNvGrpSpPr/>
                <p:nvPr/>
              </p:nvGrpSpPr>
              <p:grpSpPr>
                <a:xfrm>
                  <a:off x="9556578" y="1534618"/>
                  <a:ext cx="98773" cy="98921"/>
                  <a:chOff x="9556578" y="1534618"/>
                  <a:chExt cx="98773" cy="98921"/>
                </a:xfrm>
              </p:grpSpPr>
              <p:sp>
                <p:nvSpPr>
                  <p:cNvPr id="237" name="Google Shape;237;p11"/>
                  <p:cNvSpPr/>
                  <p:nvPr/>
                </p:nvSpPr>
                <p:spPr>
                  <a:xfrm>
                    <a:off x="9556578" y="1534618"/>
                    <a:ext cx="98773" cy="98921"/>
                  </a:xfrm>
                  <a:custGeom>
                    <a:avLst/>
                    <a:gdLst/>
                    <a:ahLst/>
                    <a:cxnLst/>
                    <a:rect l="l" t="t" r="r" b="b"/>
                    <a:pathLst>
                      <a:path w="98773" h="98921" extrusionOk="0">
                        <a:moveTo>
                          <a:pt x="40717" y="72440"/>
                        </a:moveTo>
                        <a:lnTo>
                          <a:pt x="72244" y="40912"/>
                        </a:lnTo>
                        <a:cubicBezTo>
                          <a:pt x="74149" y="39007"/>
                          <a:pt x="76721" y="38054"/>
                          <a:pt x="79388" y="38054"/>
                        </a:cubicBezTo>
                        <a:cubicBezTo>
                          <a:pt x="84341" y="38150"/>
                          <a:pt x="89389" y="36340"/>
                          <a:pt x="93199" y="32530"/>
                        </a:cubicBezTo>
                        <a:cubicBezTo>
                          <a:pt x="98247" y="27482"/>
                          <a:pt x="99866" y="20243"/>
                          <a:pt x="98057" y="13766"/>
                        </a:cubicBezTo>
                        <a:lnTo>
                          <a:pt x="88722" y="23100"/>
                        </a:lnTo>
                        <a:lnTo>
                          <a:pt x="78435" y="20338"/>
                        </a:lnTo>
                        <a:lnTo>
                          <a:pt x="75673" y="10051"/>
                        </a:lnTo>
                        <a:lnTo>
                          <a:pt x="85007" y="716"/>
                        </a:lnTo>
                        <a:cubicBezTo>
                          <a:pt x="78626" y="-1093"/>
                          <a:pt x="71482" y="526"/>
                          <a:pt x="66434" y="5574"/>
                        </a:cubicBezTo>
                        <a:cubicBezTo>
                          <a:pt x="62624" y="9384"/>
                          <a:pt x="60814" y="14432"/>
                          <a:pt x="60909" y="19385"/>
                        </a:cubicBezTo>
                        <a:cubicBezTo>
                          <a:pt x="60909" y="22052"/>
                          <a:pt x="59957" y="24624"/>
                          <a:pt x="58052" y="26529"/>
                        </a:cubicBezTo>
                        <a:lnTo>
                          <a:pt x="26524" y="58057"/>
                        </a:lnTo>
                        <a:cubicBezTo>
                          <a:pt x="24619" y="59962"/>
                          <a:pt x="22047" y="60914"/>
                          <a:pt x="19380" y="60914"/>
                        </a:cubicBezTo>
                        <a:cubicBezTo>
                          <a:pt x="14427" y="60819"/>
                          <a:pt x="9379" y="62629"/>
                          <a:pt x="5569" y="66439"/>
                        </a:cubicBezTo>
                        <a:cubicBezTo>
                          <a:pt x="-2146" y="74154"/>
                          <a:pt x="-1861" y="86918"/>
                          <a:pt x="6522" y="94252"/>
                        </a:cubicBezTo>
                        <a:cubicBezTo>
                          <a:pt x="13761" y="100634"/>
                          <a:pt x="24905" y="100443"/>
                          <a:pt x="32048" y="93871"/>
                        </a:cubicBezTo>
                        <a:cubicBezTo>
                          <a:pt x="36239" y="89966"/>
                          <a:pt x="38240" y="84632"/>
                          <a:pt x="38145" y="79393"/>
                        </a:cubicBezTo>
                        <a:cubicBezTo>
                          <a:pt x="38145" y="76821"/>
                          <a:pt x="39097" y="74249"/>
                          <a:pt x="41002" y="72440"/>
                        </a:cubicBezTo>
                        <a:close/>
                        <a:moveTo>
                          <a:pt x="16618" y="87965"/>
                        </a:moveTo>
                        <a:lnTo>
                          <a:pt x="10713" y="82060"/>
                        </a:lnTo>
                        <a:lnTo>
                          <a:pt x="12903" y="73964"/>
                        </a:lnTo>
                        <a:lnTo>
                          <a:pt x="21000" y="71773"/>
                        </a:lnTo>
                        <a:lnTo>
                          <a:pt x="26905" y="77678"/>
                        </a:lnTo>
                        <a:lnTo>
                          <a:pt x="24714" y="85775"/>
                        </a:lnTo>
                        <a:lnTo>
                          <a:pt x="16618" y="87965"/>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8" name="Google Shape;238;p11"/>
                  <p:cNvSpPr/>
                  <p:nvPr/>
                </p:nvSpPr>
                <p:spPr>
                  <a:xfrm>
                    <a:off x="9597270" y="1577125"/>
                    <a:ext cx="15573" cy="15573"/>
                  </a:xfrm>
                  <a:custGeom>
                    <a:avLst/>
                    <a:gdLst/>
                    <a:ahLst/>
                    <a:cxnLst/>
                    <a:rect l="l" t="t" r="r" b="b"/>
                    <a:pathLst>
                      <a:path w="15573" h="15573" extrusionOk="0">
                        <a:moveTo>
                          <a:pt x="786" y="14883"/>
                        </a:moveTo>
                        <a:lnTo>
                          <a:pt x="786" y="14883"/>
                        </a:lnTo>
                        <a:cubicBezTo>
                          <a:pt x="-262" y="13835"/>
                          <a:pt x="-262" y="12025"/>
                          <a:pt x="786" y="10882"/>
                        </a:cubicBezTo>
                        <a:lnTo>
                          <a:pt x="10882" y="786"/>
                        </a:lnTo>
                        <a:cubicBezTo>
                          <a:pt x="11930" y="-262"/>
                          <a:pt x="13740" y="-262"/>
                          <a:pt x="14788" y="786"/>
                        </a:cubicBezTo>
                        <a:lnTo>
                          <a:pt x="14788" y="786"/>
                        </a:lnTo>
                        <a:cubicBezTo>
                          <a:pt x="15835" y="1834"/>
                          <a:pt x="15835" y="3643"/>
                          <a:pt x="14788" y="4691"/>
                        </a:cubicBezTo>
                        <a:lnTo>
                          <a:pt x="4691" y="14788"/>
                        </a:lnTo>
                        <a:cubicBezTo>
                          <a:pt x="3643" y="15835"/>
                          <a:pt x="1834" y="15835"/>
                          <a:pt x="690" y="14788"/>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rgbClr val="FFFFFF"/>
        </a:solidFill>
        <a:effectLst/>
      </p:bgPr>
    </p:bg>
    <p:spTree>
      <p:nvGrpSpPr>
        <p:cNvPr id="1" name="Shape 239"/>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BLANK_1_1_1_1_1_1">
    <p:spTree>
      <p:nvGrpSpPr>
        <p:cNvPr id="1" name="Shape 240"/>
        <p:cNvGrpSpPr/>
        <p:nvPr/>
      </p:nvGrpSpPr>
      <p:grpSpPr>
        <a:xfrm>
          <a:off x="0" y="0"/>
          <a:ext cx="0" cy="0"/>
          <a:chOff x="0" y="0"/>
          <a:chExt cx="0" cy="0"/>
        </a:xfrm>
      </p:grpSpPr>
      <p:sp>
        <p:nvSpPr>
          <p:cNvPr id="241" name="Google Shape;241;p1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242" name="Google Shape;242;p13"/>
          <p:cNvSpPr txBox="1">
            <a:spLocks noGrp="1"/>
          </p:cNvSpPr>
          <p:nvPr>
            <p:ph type="title" idx="2" hasCustomPrompt="1"/>
          </p:nvPr>
        </p:nvSpPr>
        <p:spPr>
          <a:xfrm>
            <a:off x="1100975" y="1203373"/>
            <a:ext cx="734700" cy="5727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243" name="Google Shape;243;p13"/>
          <p:cNvSpPr txBox="1">
            <a:spLocks noGrp="1"/>
          </p:cNvSpPr>
          <p:nvPr>
            <p:ph type="title" idx="3" hasCustomPrompt="1"/>
          </p:nvPr>
        </p:nvSpPr>
        <p:spPr>
          <a:xfrm>
            <a:off x="1100975" y="2789203"/>
            <a:ext cx="734700" cy="5727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244" name="Google Shape;244;p13"/>
          <p:cNvSpPr txBox="1">
            <a:spLocks noGrp="1"/>
          </p:cNvSpPr>
          <p:nvPr>
            <p:ph type="title" idx="4" hasCustomPrompt="1"/>
          </p:nvPr>
        </p:nvSpPr>
        <p:spPr>
          <a:xfrm>
            <a:off x="3419250" y="1203373"/>
            <a:ext cx="734700" cy="5727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245" name="Google Shape;245;p13"/>
          <p:cNvSpPr txBox="1">
            <a:spLocks noGrp="1"/>
          </p:cNvSpPr>
          <p:nvPr>
            <p:ph type="title" idx="5" hasCustomPrompt="1"/>
          </p:nvPr>
        </p:nvSpPr>
        <p:spPr>
          <a:xfrm>
            <a:off x="3419250" y="2789203"/>
            <a:ext cx="734700" cy="5727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246" name="Google Shape;246;p13"/>
          <p:cNvSpPr txBox="1">
            <a:spLocks noGrp="1"/>
          </p:cNvSpPr>
          <p:nvPr>
            <p:ph type="title" idx="6" hasCustomPrompt="1"/>
          </p:nvPr>
        </p:nvSpPr>
        <p:spPr>
          <a:xfrm>
            <a:off x="5737525" y="1203373"/>
            <a:ext cx="734700" cy="5727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247" name="Google Shape;247;p13"/>
          <p:cNvSpPr txBox="1">
            <a:spLocks noGrp="1"/>
          </p:cNvSpPr>
          <p:nvPr>
            <p:ph type="title" idx="7" hasCustomPrompt="1"/>
          </p:nvPr>
        </p:nvSpPr>
        <p:spPr>
          <a:xfrm>
            <a:off x="5737525" y="2789203"/>
            <a:ext cx="734700" cy="5727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248" name="Google Shape;248;p13"/>
          <p:cNvSpPr txBox="1">
            <a:spLocks noGrp="1"/>
          </p:cNvSpPr>
          <p:nvPr>
            <p:ph type="subTitle" idx="1"/>
          </p:nvPr>
        </p:nvSpPr>
        <p:spPr>
          <a:xfrm>
            <a:off x="1100975" y="1912475"/>
            <a:ext cx="2305500" cy="750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400"/>
              <a:buFont typeface="Raleway"/>
              <a:buNone/>
              <a:defRPr sz="1800" b="1">
                <a:solidFill>
                  <a:schemeClr val="dk1"/>
                </a:solidFill>
                <a:latin typeface="Epilogue"/>
                <a:ea typeface="Epilogue"/>
                <a:cs typeface="Epilogue"/>
                <a:sym typeface="Epilogue"/>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249" name="Google Shape;249;p13"/>
          <p:cNvSpPr txBox="1">
            <a:spLocks noGrp="1"/>
          </p:cNvSpPr>
          <p:nvPr>
            <p:ph type="subTitle" idx="8"/>
          </p:nvPr>
        </p:nvSpPr>
        <p:spPr>
          <a:xfrm>
            <a:off x="3419250" y="1912475"/>
            <a:ext cx="2305500" cy="750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400"/>
              <a:buFont typeface="Raleway"/>
              <a:buNone/>
              <a:defRPr sz="1800" b="1">
                <a:solidFill>
                  <a:schemeClr val="dk1"/>
                </a:solidFill>
                <a:latin typeface="Epilogue"/>
                <a:ea typeface="Epilogue"/>
                <a:cs typeface="Epilogue"/>
                <a:sym typeface="Epilogue"/>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250" name="Google Shape;250;p13"/>
          <p:cNvSpPr txBox="1">
            <a:spLocks noGrp="1"/>
          </p:cNvSpPr>
          <p:nvPr>
            <p:ph type="subTitle" idx="9"/>
          </p:nvPr>
        </p:nvSpPr>
        <p:spPr>
          <a:xfrm>
            <a:off x="5737525" y="1912475"/>
            <a:ext cx="2305500" cy="750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400"/>
              <a:buFont typeface="Raleway"/>
              <a:buNone/>
              <a:defRPr sz="1800" b="1">
                <a:solidFill>
                  <a:schemeClr val="dk1"/>
                </a:solidFill>
                <a:latin typeface="Epilogue"/>
                <a:ea typeface="Epilogue"/>
                <a:cs typeface="Epilogue"/>
                <a:sym typeface="Epilogue"/>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251" name="Google Shape;251;p13"/>
          <p:cNvSpPr txBox="1">
            <a:spLocks noGrp="1"/>
          </p:cNvSpPr>
          <p:nvPr>
            <p:ph type="subTitle" idx="13"/>
          </p:nvPr>
        </p:nvSpPr>
        <p:spPr>
          <a:xfrm>
            <a:off x="1100975" y="3498350"/>
            <a:ext cx="2305500" cy="750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400"/>
              <a:buFont typeface="Raleway"/>
              <a:buNone/>
              <a:defRPr sz="1800" b="1">
                <a:solidFill>
                  <a:schemeClr val="dk1"/>
                </a:solidFill>
                <a:latin typeface="Epilogue"/>
                <a:ea typeface="Epilogue"/>
                <a:cs typeface="Epilogue"/>
                <a:sym typeface="Epilogue"/>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252" name="Google Shape;252;p13"/>
          <p:cNvSpPr txBox="1">
            <a:spLocks noGrp="1"/>
          </p:cNvSpPr>
          <p:nvPr>
            <p:ph type="subTitle" idx="14"/>
          </p:nvPr>
        </p:nvSpPr>
        <p:spPr>
          <a:xfrm>
            <a:off x="3419250" y="3498350"/>
            <a:ext cx="2305500" cy="750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400"/>
              <a:buFont typeface="Raleway"/>
              <a:buNone/>
              <a:defRPr sz="1800" b="1">
                <a:solidFill>
                  <a:schemeClr val="dk1"/>
                </a:solidFill>
                <a:latin typeface="Epilogue"/>
                <a:ea typeface="Epilogue"/>
                <a:cs typeface="Epilogue"/>
                <a:sym typeface="Epilogue"/>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253" name="Google Shape;253;p13"/>
          <p:cNvSpPr txBox="1">
            <a:spLocks noGrp="1"/>
          </p:cNvSpPr>
          <p:nvPr>
            <p:ph type="subTitle" idx="15"/>
          </p:nvPr>
        </p:nvSpPr>
        <p:spPr>
          <a:xfrm>
            <a:off x="5737525" y="3498350"/>
            <a:ext cx="2305500" cy="750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400"/>
              <a:buFont typeface="Raleway"/>
              <a:buNone/>
              <a:defRPr sz="1800" b="1">
                <a:solidFill>
                  <a:schemeClr val="dk1"/>
                </a:solidFill>
                <a:latin typeface="Epilogue"/>
                <a:ea typeface="Epilogue"/>
                <a:cs typeface="Epilogue"/>
                <a:sym typeface="Epilogue"/>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254" name="Google Shape;254;p13"/>
          <p:cNvSpPr/>
          <p:nvPr/>
        </p:nvSpPr>
        <p:spPr>
          <a:xfrm rot="8819869" flipH="1">
            <a:off x="7035528" y="3933627"/>
            <a:ext cx="3158468" cy="2509642"/>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13"/>
          <p:cNvSpPr/>
          <p:nvPr/>
        </p:nvSpPr>
        <p:spPr>
          <a:xfrm rot="-3657034" flipH="1">
            <a:off x="-1336268" y="-858934"/>
            <a:ext cx="2746020" cy="1921695"/>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56" name="Google Shape;256;p13"/>
          <p:cNvGrpSpPr/>
          <p:nvPr/>
        </p:nvGrpSpPr>
        <p:grpSpPr>
          <a:xfrm>
            <a:off x="8114970" y="266839"/>
            <a:ext cx="829992" cy="750888"/>
            <a:chOff x="8114596" y="445039"/>
            <a:chExt cx="633002" cy="572716"/>
          </a:xfrm>
        </p:grpSpPr>
        <p:grpSp>
          <p:nvGrpSpPr>
            <p:cNvPr id="257" name="Google Shape;257;p13"/>
            <p:cNvGrpSpPr/>
            <p:nvPr/>
          </p:nvGrpSpPr>
          <p:grpSpPr>
            <a:xfrm>
              <a:off x="8114596" y="445039"/>
              <a:ext cx="633002" cy="572716"/>
              <a:chOff x="7189660" y="520827"/>
              <a:chExt cx="598074" cy="541115"/>
            </a:xfrm>
          </p:grpSpPr>
          <p:sp>
            <p:nvSpPr>
              <p:cNvPr id="258" name="Google Shape;258;p13"/>
              <p:cNvSpPr/>
              <p:nvPr/>
            </p:nvSpPr>
            <p:spPr>
              <a:xfrm>
                <a:off x="7189660" y="520827"/>
                <a:ext cx="598074" cy="541115"/>
              </a:xfrm>
              <a:custGeom>
                <a:avLst/>
                <a:gdLst/>
                <a:ahLst/>
                <a:cxnLst/>
                <a:rect l="l" t="t" r="r" b="b"/>
                <a:pathLst>
                  <a:path w="598074" h="541115" extrusionOk="0">
                    <a:moveTo>
                      <a:pt x="557022" y="0"/>
                    </a:moveTo>
                    <a:cubicBezTo>
                      <a:pt x="579695" y="0"/>
                      <a:pt x="598075" y="18380"/>
                      <a:pt x="598075" y="41053"/>
                    </a:cubicBezTo>
                    <a:lnTo>
                      <a:pt x="598075" y="500063"/>
                    </a:lnTo>
                    <a:cubicBezTo>
                      <a:pt x="598075" y="522735"/>
                      <a:pt x="579695" y="541115"/>
                      <a:pt x="557022" y="541115"/>
                    </a:cubicBezTo>
                    <a:lnTo>
                      <a:pt x="41053" y="541115"/>
                    </a:lnTo>
                    <a:cubicBezTo>
                      <a:pt x="18380" y="541115"/>
                      <a:pt x="0" y="522735"/>
                      <a:pt x="0" y="500063"/>
                    </a:cubicBezTo>
                    <a:lnTo>
                      <a:pt x="0" y="41053"/>
                    </a:lnTo>
                    <a:cubicBezTo>
                      <a:pt x="0" y="18380"/>
                      <a:pt x="18380" y="0"/>
                      <a:pt x="41053" y="0"/>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259" name="Google Shape;259;p13"/>
              <p:cNvGrpSpPr/>
              <p:nvPr/>
            </p:nvGrpSpPr>
            <p:grpSpPr>
              <a:xfrm>
                <a:off x="7579137" y="551973"/>
                <a:ext cx="164782" cy="41529"/>
                <a:chOff x="7579137" y="551973"/>
                <a:chExt cx="164782" cy="41529"/>
              </a:xfrm>
            </p:grpSpPr>
            <p:sp>
              <p:nvSpPr>
                <p:cNvPr id="260" name="Google Shape;260;p13"/>
                <p:cNvSpPr/>
                <p:nvPr/>
              </p:nvSpPr>
              <p:spPr>
                <a:xfrm>
                  <a:off x="7702391" y="551973"/>
                  <a:ext cx="41528" cy="41529"/>
                </a:xfrm>
                <a:custGeom>
                  <a:avLst/>
                  <a:gdLst/>
                  <a:ahLst/>
                  <a:cxnLst/>
                  <a:rect l="l" t="t" r="r" b="b"/>
                  <a:pathLst>
                    <a:path w="41528" h="41529" extrusionOk="0">
                      <a:moveTo>
                        <a:pt x="41529" y="20765"/>
                      </a:moveTo>
                      <a:cubicBezTo>
                        <a:pt x="41529" y="32290"/>
                        <a:pt x="32195" y="41529"/>
                        <a:pt x="20764" y="41529"/>
                      </a:cubicBezTo>
                      <a:cubicBezTo>
                        <a:pt x="9334" y="41529"/>
                        <a:pt x="0" y="32195"/>
                        <a:pt x="0" y="20765"/>
                      </a:cubicBezTo>
                      <a:cubicBezTo>
                        <a:pt x="0" y="9335"/>
                        <a:pt x="9334" y="0"/>
                        <a:pt x="20764" y="0"/>
                      </a:cubicBezTo>
                      <a:cubicBezTo>
                        <a:pt x="32195" y="0"/>
                        <a:pt x="41529" y="9335"/>
                        <a:pt x="41529" y="20765"/>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61" name="Google Shape;261;p13"/>
                <p:cNvSpPr/>
                <p:nvPr/>
              </p:nvSpPr>
              <p:spPr>
                <a:xfrm>
                  <a:off x="7640764" y="551973"/>
                  <a:ext cx="41528" cy="41529"/>
                </a:xfrm>
                <a:custGeom>
                  <a:avLst/>
                  <a:gdLst/>
                  <a:ahLst/>
                  <a:cxnLst/>
                  <a:rect l="l" t="t" r="r" b="b"/>
                  <a:pathLst>
                    <a:path w="41528" h="41529" extrusionOk="0">
                      <a:moveTo>
                        <a:pt x="41529" y="20765"/>
                      </a:moveTo>
                      <a:cubicBezTo>
                        <a:pt x="41529" y="32290"/>
                        <a:pt x="32195" y="41529"/>
                        <a:pt x="20764" y="41529"/>
                      </a:cubicBezTo>
                      <a:cubicBezTo>
                        <a:pt x="9334" y="41529"/>
                        <a:pt x="0" y="32195"/>
                        <a:pt x="0" y="20765"/>
                      </a:cubicBezTo>
                      <a:cubicBezTo>
                        <a:pt x="0" y="9335"/>
                        <a:pt x="9334" y="0"/>
                        <a:pt x="20764" y="0"/>
                      </a:cubicBezTo>
                      <a:cubicBezTo>
                        <a:pt x="32195" y="0"/>
                        <a:pt x="41529" y="9335"/>
                        <a:pt x="41529" y="20765"/>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62" name="Google Shape;262;p13"/>
                <p:cNvSpPr/>
                <p:nvPr/>
              </p:nvSpPr>
              <p:spPr>
                <a:xfrm>
                  <a:off x="7579137" y="551973"/>
                  <a:ext cx="41528" cy="41529"/>
                </a:xfrm>
                <a:custGeom>
                  <a:avLst/>
                  <a:gdLst/>
                  <a:ahLst/>
                  <a:cxnLst/>
                  <a:rect l="l" t="t" r="r" b="b"/>
                  <a:pathLst>
                    <a:path w="41528" h="41529" extrusionOk="0">
                      <a:moveTo>
                        <a:pt x="41529" y="20765"/>
                      </a:moveTo>
                      <a:cubicBezTo>
                        <a:pt x="41529" y="32290"/>
                        <a:pt x="32195" y="41529"/>
                        <a:pt x="20764" y="41529"/>
                      </a:cubicBezTo>
                      <a:cubicBezTo>
                        <a:pt x="9334" y="41529"/>
                        <a:pt x="0" y="32195"/>
                        <a:pt x="0" y="20765"/>
                      </a:cubicBezTo>
                      <a:cubicBezTo>
                        <a:pt x="0" y="9335"/>
                        <a:pt x="9334" y="0"/>
                        <a:pt x="20764" y="0"/>
                      </a:cubicBezTo>
                      <a:cubicBezTo>
                        <a:pt x="32195" y="0"/>
                        <a:pt x="41529" y="9335"/>
                        <a:pt x="41529" y="2076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263" name="Google Shape;263;p13"/>
            <p:cNvGrpSpPr/>
            <p:nvPr/>
          </p:nvGrpSpPr>
          <p:grpSpPr>
            <a:xfrm>
              <a:off x="8184962" y="619646"/>
              <a:ext cx="498115" cy="257273"/>
              <a:chOff x="7256144" y="685800"/>
              <a:chExt cx="470630" cy="243077"/>
            </a:xfrm>
          </p:grpSpPr>
          <p:sp>
            <p:nvSpPr>
              <p:cNvPr id="264" name="Google Shape;264;p13"/>
              <p:cNvSpPr/>
              <p:nvPr/>
            </p:nvSpPr>
            <p:spPr>
              <a:xfrm>
                <a:off x="7256144" y="694753"/>
                <a:ext cx="218503" cy="218217"/>
              </a:xfrm>
              <a:custGeom>
                <a:avLst/>
                <a:gdLst/>
                <a:ahLst/>
                <a:cxnLst/>
                <a:rect l="l" t="t" r="r" b="b"/>
                <a:pathLst>
                  <a:path w="218503" h="218217" extrusionOk="0">
                    <a:moveTo>
                      <a:pt x="216598" y="129540"/>
                    </a:moveTo>
                    <a:cubicBezTo>
                      <a:pt x="217837" y="122968"/>
                      <a:pt x="218504" y="116110"/>
                      <a:pt x="218504" y="109156"/>
                    </a:cubicBezTo>
                    <a:cubicBezTo>
                      <a:pt x="218504" y="102203"/>
                      <a:pt x="217837" y="95440"/>
                      <a:pt x="216598" y="88773"/>
                    </a:cubicBezTo>
                    <a:lnTo>
                      <a:pt x="181261" y="88773"/>
                    </a:lnTo>
                    <a:cubicBezTo>
                      <a:pt x="179641" y="83058"/>
                      <a:pt x="177451" y="77724"/>
                      <a:pt x="174593" y="72676"/>
                    </a:cubicBezTo>
                    <a:lnTo>
                      <a:pt x="199549" y="47720"/>
                    </a:lnTo>
                    <a:cubicBezTo>
                      <a:pt x="191834" y="36385"/>
                      <a:pt x="182118" y="26670"/>
                      <a:pt x="170783" y="18955"/>
                    </a:cubicBezTo>
                    <a:lnTo>
                      <a:pt x="145732" y="44005"/>
                    </a:lnTo>
                    <a:cubicBezTo>
                      <a:pt x="140684" y="41148"/>
                      <a:pt x="135255" y="38957"/>
                      <a:pt x="129635" y="37338"/>
                    </a:cubicBezTo>
                    <a:lnTo>
                      <a:pt x="129635" y="1905"/>
                    </a:lnTo>
                    <a:cubicBezTo>
                      <a:pt x="123063" y="667"/>
                      <a:pt x="116205" y="0"/>
                      <a:pt x="109252" y="0"/>
                    </a:cubicBezTo>
                    <a:cubicBezTo>
                      <a:pt x="102298" y="0"/>
                      <a:pt x="95536" y="667"/>
                      <a:pt x="88868" y="1905"/>
                    </a:cubicBezTo>
                    <a:lnTo>
                      <a:pt x="88868" y="37338"/>
                    </a:lnTo>
                    <a:cubicBezTo>
                      <a:pt x="83154" y="38957"/>
                      <a:pt x="77819" y="41148"/>
                      <a:pt x="72771" y="44005"/>
                    </a:cubicBezTo>
                    <a:lnTo>
                      <a:pt x="47720" y="18955"/>
                    </a:lnTo>
                    <a:cubicBezTo>
                      <a:pt x="36386" y="26670"/>
                      <a:pt x="26670" y="36481"/>
                      <a:pt x="18955" y="47720"/>
                    </a:cubicBezTo>
                    <a:lnTo>
                      <a:pt x="43910" y="72676"/>
                    </a:lnTo>
                    <a:cubicBezTo>
                      <a:pt x="41053" y="77724"/>
                      <a:pt x="38862" y="83153"/>
                      <a:pt x="37243" y="88773"/>
                    </a:cubicBezTo>
                    <a:lnTo>
                      <a:pt x="1905" y="88773"/>
                    </a:lnTo>
                    <a:cubicBezTo>
                      <a:pt x="667" y="95345"/>
                      <a:pt x="0" y="102203"/>
                      <a:pt x="0" y="109156"/>
                    </a:cubicBezTo>
                    <a:cubicBezTo>
                      <a:pt x="0" y="116110"/>
                      <a:pt x="667" y="122873"/>
                      <a:pt x="1905" y="129540"/>
                    </a:cubicBezTo>
                    <a:lnTo>
                      <a:pt x="37243" y="129540"/>
                    </a:lnTo>
                    <a:cubicBezTo>
                      <a:pt x="38862" y="135255"/>
                      <a:pt x="41053" y="140589"/>
                      <a:pt x="43910" y="145637"/>
                    </a:cubicBezTo>
                    <a:lnTo>
                      <a:pt x="18955" y="170593"/>
                    </a:lnTo>
                    <a:cubicBezTo>
                      <a:pt x="26670" y="181928"/>
                      <a:pt x="36386" y="191643"/>
                      <a:pt x="47720" y="199358"/>
                    </a:cubicBezTo>
                    <a:lnTo>
                      <a:pt x="72771" y="174308"/>
                    </a:lnTo>
                    <a:cubicBezTo>
                      <a:pt x="77819" y="177165"/>
                      <a:pt x="83248" y="179356"/>
                      <a:pt x="88868" y="180975"/>
                    </a:cubicBezTo>
                    <a:lnTo>
                      <a:pt x="88868" y="216313"/>
                    </a:lnTo>
                    <a:cubicBezTo>
                      <a:pt x="95441" y="217551"/>
                      <a:pt x="102298" y="218218"/>
                      <a:pt x="109252" y="218218"/>
                    </a:cubicBezTo>
                    <a:cubicBezTo>
                      <a:pt x="116205" y="218218"/>
                      <a:pt x="122968" y="217551"/>
                      <a:pt x="129635" y="216313"/>
                    </a:cubicBezTo>
                    <a:lnTo>
                      <a:pt x="129635" y="180975"/>
                    </a:lnTo>
                    <a:cubicBezTo>
                      <a:pt x="135350" y="179356"/>
                      <a:pt x="140684" y="177070"/>
                      <a:pt x="145732" y="174308"/>
                    </a:cubicBezTo>
                    <a:lnTo>
                      <a:pt x="170783" y="199358"/>
                    </a:lnTo>
                    <a:cubicBezTo>
                      <a:pt x="182118" y="191643"/>
                      <a:pt x="191834" y="181928"/>
                      <a:pt x="199549" y="170593"/>
                    </a:cubicBezTo>
                    <a:lnTo>
                      <a:pt x="174593" y="145542"/>
                    </a:lnTo>
                    <a:cubicBezTo>
                      <a:pt x="177451" y="140494"/>
                      <a:pt x="179641" y="135064"/>
                      <a:pt x="181261" y="129445"/>
                    </a:cubicBezTo>
                    <a:lnTo>
                      <a:pt x="216598" y="129445"/>
                    </a:lnTo>
                    <a:close/>
                    <a:moveTo>
                      <a:pt x="109252" y="131255"/>
                    </a:moveTo>
                    <a:cubicBezTo>
                      <a:pt x="97060" y="131255"/>
                      <a:pt x="87249" y="121349"/>
                      <a:pt x="87249" y="109252"/>
                    </a:cubicBezTo>
                    <a:cubicBezTo>
                      <a:pt x="87249" y="97155"/>
                      <a:pt x="97155" y="87249"/>
                      <a:pt x="109252" y="87249"/>
                    </a:cubicBezTo>
                    <a:cubicBezTo>
                      <a:pt x="121348" y="87249"/>
                      <a:pt x="131255" y="97155"/>
                      <a:pt x="131255" y="109252"/>
                    </a:cubicBezTo>
                    <a:cubicBezTo>
                      <a:pt x="131255" y="121349"/>
                      <a:pt x="121348" y="131255"/>
                      <a:pt x="109252" y="131255"/>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265" name="Google Shape;265;p13"/>
              <p:cNvGrpSpPr/>
              <p:nvPr/>
            </p:nvGrpSpPr>
            <p:grpSpPr>
              <a:xfrm>
                <a:off x="7512843" y="685800"/>
                <a:ext cx="213931" cy="243077"/>
                <a:chOff x="7512843" y="685800"/>
                <a:chExt cx="213931" cy="243077"/>
              </a:xfrm>
            </p:grpSpPr>
            <p:grpSp>
              <p:nvGrpSpPr>
                <p:cNvPr id="266" name="Google Shape;266;p13"/>
                <p:cNvGrpSpPr/>
                <p:nvPr/>
              </p:nvGrpSpPr>
              <p:grpSpPr>
                <a:xfrm>
                  <a:off x="7512843" y="836580"/>
                  <a:ext cx="213931" cy="92297"/>
                  <a:chOff x="7512843" y="836580"/>
                  <a:chExt cx="213931" cy="92297"/>
                </a:xfrm>
              </p:grpSpPr>
              <p:sp>
                <p:nvSpPr>
                  <p:cNvPr id="267" name="Google Shape;267;p13"/>
                  <p:cNvSpPr/>
                  <p:nvPr/>
                </p:nvSpPr>
                <p:spPr>
                  <a:xfrm>
                    <a:off x="7512843" y="856011"/>
                    <a:ext cx="213931" cy="72866"/>
                  </a:xfrm>
                  <a:custGeom>
                    <a:avLst/>
                    <a:gdLst/>
                    <a:ahLst/>
                    <a:cxnLst/>
                    <a:rect l="l" t="t" r="r" b="b"/>
                    <a:pathLst>
                      <a:path w="213931" h="72866" extrusionOk="0">
                        <a:moveTo>
                          <a:pt x="0" y="0"/>
                        </a:moveTo>
                        <a:lnTo>
                          <a:pt x="0" y="53435"/>
                        </a:lnTo>
                        <a:cubicBezTo>
                          <a:pt x="0" y="64199"/>
                          <a:pt x="47911" y="72866"/>
                          <a:pt x="106966" y="72866"/>
                        </a:cubicBezTo>
                        <a:cubicBezTo>
                          <a:pt x="166021" y="72866"/>
                          <a:pt x="213932" y="64199"/>
                          <a:pt x="213932" y="53435"/>
                        </a:cubicBezTo>
                        <a:lnTo>
                          <a:pt x="213932" y="0"/>
                        </a:lnTo>
                        <a:lnTo>
                          <a:pt x="0" y="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68" name="Google Shape;268;p13"/>
                  <p:cNvSpPr/>
                  <p:nvPr/>
                </p:nvSpPr>
                <p:spPr>
                  <a:xfrm>
                    <a:off x="7512843" y="836580"/>
                    <a:ext cx="213931" cy="38861"/>
                  </a:xfrm>
                  <a:custGeom>
                    <a:avLst/>
                    <a:gdLst/>
                    <a:ahLst/>
                    <a:cxnLst/>
                    <a:rect l="l" t="t" r="r" b="b"/>
                    <a:pathLst>
                      <a:path w="213931" h="38861" extrusionOk="0">
                        <a:moveTo>
                          <a:pt x="213932" y="19431"/>
                        </a:moveTo>
                        <a:cubicBezTo>
                          <a:pt x="213932" y="30162"/>
                          <a:pt x="166042" y="38862"/>
                          <a:pt x="106966" y="38862"/>
                        </a:cubicBezTo>
                        <a:cubicBezTo>
                          <a:pt x="47891" y="38862"/>
                          <a:pt x="1" y="30162"/>
                          <a:pt x="1" y="19431"/>
                        </a:cubicBezTo>
                        <a:cubicBezTo>
                          <a:pt x="1" y="8700"/>
                          <a:pt x="47891" y="0"/>
                          <a:pt x="106966" y="0"/>
                        </a:cubicBezTo>
                        <a:cubicBezTo>
                          <a:pt x="166042" y="0"/>
                          <a:pt x="213932" y="8700"/>
                          <a:pt x="213932" y="19431"/>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269" name="Google Shape;269;p13"/>
                <p:cNvGrpSpPr/>
                <p:nvPr/>
              </p:nvGrpSpPr>
              <p:grpSpPr>
                <a:xfrm>
                  <a:off x="7512843" y="761238"/>
                  <a:ext cx="213931" cy="92296"/>
                  <a:chOff x="7512843" y="761238"/>
                  <a:chExt cx="213931" cy="92296"/>
                </a:xfrm>
              </p:grpSpPr>
              <p:sp>
                <p:nvSpPr>
                  <p:cNvPr id="270" name="Google Shape;270;p13"/>
                  <p:cNvSpPr/>
                  <p:nvPr/>
                </p:nvSpPr>
                <p:spPr>
                  <a:xfrm>
                    <a:off x="7512843" y="780668"/>
                    <a:ext cx="213931" cy="72866"/>
                  </a:xfrm>
                  <a:custGeom>
                    <a:avLst/>
                    <a:gdLst/>
                    <a:ahLst/>
                    <a:cxnLst/>
                    <a:rect l="l" t="t" r="r" b="b"/>
                    <a:pathLst>
                      <a:path w="213931" h="72866" extrusionOk="0">
                        <a:moveTo>
                          <a:pt x="0" y="0"/>
                        </a:moveTo>
                        <a:lnTo>
                          <a:pt x="0" y="53435"/>
                        </a:lnTo>
                        <a:cubicBezTo>
                          <a:pt x="0" y="64199"/>
                          <a:pt x="47911" y="72866"/>
                          <a:pt x="106966" y="72866"/>
                        </a:cubicBezTo>
                        <a:cubicBezTo>
                          <a:pt x="166021" y="72866"/>
                          <a:pt x="213932" y="64199"/>
                          <a:pt x="213932" y="53435"/>
                        </a:cubicBezTo>
                        <a:lnTo>
                          <a:pt x="213932" y="0"/>
                        </a:lnTo>
                        <a:lnTo>
                          <a:pt x="0" y="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71" name="Google Shape;271;p13"/>
                  <p:cNvSpPr/>
                  <p:nvPr/>
                </p:nvSpPr>
                <p:spPr>
                  <a:xfrm>
                    <a:off x="7512843" y="761238"/>
                    <a:ext cx="213931" cy="38861"/>
                  </a:xfrm>
                  <a:custGeom>
                    <a:avLst/>
                    <a:gdLst/>
                    <a:ahLst/>
                    <a:cxnLst/>
                    <a:rect l="l" t="t" r="r" b="b"/>
                    <a:pathLst>
                      <a:path w="213931" h="38861" extrusionOk="0">
                        <a:moveTo>
                          <a:pt x="213932" y="19431"/>
                        </a:moveTo>
                        <a:cubicBezTo>
                          <a:pt x="213932" y="30162"/>
                          <a:pt x="166042" y="38862"/>
                          <a:pt x="106966" y="38862"/>
                        </a:cubicBezTo>
                        <a:cubicBezTo>
                          <a:pt x="47891" y="38862"/>
                          <a:pt x="1" y="30162"/>
                          <a:pt x="1" y="19431"/>
                        </a:cubicBezTo>
                        <a:cubicBezTo>
                          <a:pt x="1" y="8700"/>
                          <a:pt x="47891" y="0"/>
                          <a:pt x="106966" y="0"/>
                        </a:cubicBezTo>
                        <a:cubicBezTo>
                          <a:pt x="166042" y="0"/>
                          <a:pt x="213932" y="8700"/>
                          <a:pt x="213932" y="19431"/>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272" name="Google Shape;272;p13"/>
                <p:cNvGrpSpPr/>
                <p:nvPr/>
              </p:nvGrpSpPr>
              <p:grpSpPr>
                <a:xfrm>
                  <a:off x="7512843" y="685800"/>
                  <a:ext cx="213931" cy="92297"/>
                  <a:chOff x="7512843" y="685800"/>
                  <a:chExt cx="213931" cy="92297"/>
                </a:xfrm>
              </p:grpSpPr>
              <p:sp>
                <p:nvSpPr>
                  <p:cNvPr id="273" name="Google Shape;273;p13"/>
                  <p:cNvSpPr/>
                  <p:nvPr/>
                </p:nvSpPr>
                <p:spPr>
                  <a:xfrm>
                    <a:off x="7512843" y="705231"/>
                    <a:ext cx="213931" cy="72866"/>
                  </a:xfrm>
                  <a:custGeom>
                    <a:avLst/>
                    <a:gdLst/>
                    <a:ahLst/>
                    <a:cxnLst/>
                    <a:rect l="l" t="t" r="r" b="b"/>
                    <a:pathLst>
                      <a:path w="213931" h="72866" extrusionOk="0">
                        <a:moveTo>
                          <a:pt x="0" y="0"/>
                        </a:moveTo>
                        <a:lnTo>
                          <a:pt x="0" y="53435"/>
                        </a:lnTo>
                        <a:cubicBezTo>
                          <a:pt x="0" y="64198"/>
                          <a:pt x="47911" y="72866"/>
                          <a:pt x="106966" y="72866"/>
                        </a:cubicBezTo>
                        <a:cubicBezTo>
                          <a:pt x="166021" y="72866"/>
                          <a:pt x="213932" y="64198"/>
                          <a:pt x="213932" y="53435"/>
                        </a:cubicBezTo>
                        <a:lnTo>
                          <a:pt x="213932" y="0"/>
                        </a:lnTo>
                        <a:lnTo>
                          <a:pt x="0" y="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74" name="Google Shape;274;p13"/>
                  <p:cNvSpPr/>
                  <p:nvPr/>
                </p:nvSpPr>
                <p:spPr>
                  <a:xfrm>
                    <a:off x="7512843" y="685800"/>
                    <a:ext cx="213931" cy="38861"/>
                  </a:xfrm>
                  <a:custGeom>
                    <a:avLst/>
                    <a:gdLst/>
                    <a:ahLst/>
                    <a:cxnLst/>
                    <a:rect l="l" t="t" r="r" b="b"/>
                    <a:pathLst>
                      <a:path w="213931" h="38861" extrusionOk="0">
                        <a:moveTo>
                          <a:pt x="213932" y="19431"/>
                        </a:moveTo>
                        <a:cubicBezTo>
                          <a:pt x="213932" y="30162"/>
                          <a:pt x="166042" y="38862"/>
                          <a:pt x="106966" y="38862"/>
                        </a:cubicBezTo>
                        <a:cubicBezTo>
                          <a:pt x="47891" y="38862"/>
                          <a:pt x="1" y="30162"/>
                          <a:pt x="1" y="19431"/>
                        </a:cubicBezTo>
                        <a:cubicBezTo>
                          <a:pt x="1" y="8700"/>
                          <a:pt x="47891" y="0"/>
                          <a:pt x="106966" y="0"/>
                        </a:cubicBezTo>
                        <a:cubicBezTo>
                          <a:pt x="166042" y="0"/>
                          <a:pt x="213932" y="8700"/>
                          <a:pt x="213932" y="19431"/>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grpSp>
      <p:sp>
        <p:nvSpPr>
          <p:cNvPr id="275" name="Google Shape;275;p13"/>
          <p:cNvSpPr/>
          <p:nvPr/>
        </p:nvSpPr>
        <p:spPr>
          <a:xfrm>
            <a:off x="62832" y="4828541"/>
            <a:ext cx="734045" cy="45268"/>
          </a:xfrm>
          <a:custGeom>
            <a:avLst/>
            <a:gdLst/>
            <a:ahLst/>
            <a:cxnLst/>
            <a:rect l="l" t="t" r="r" b="b"/>
            <a:pathLst>
              <a:path w="824770" h="50863" extrusionOk="0">
                <a:moveTo>
                  <a:pt x="799338" y="50863"/>
                </a:moveTo>
                <a:lnTo>
                  <a:pt x="25432" y="50863"/>
                </a:lnTo>
                <a:cubicBezTo>
                  <a:pt x="11430" y="50863"/>
                  <a:pt x="0" y="39433"/>
                  <a:pt x="0" y="25432"/>
                </a:cubicBezTo>
                <a:lnTo>
                  <a:pt x="0" y="25432"/>
                </a:lnTo>
                <a:cubicBezTo>
                  <a:pt x="0" y="11430"/>
                  <a:pt x="11430" y="0"/>
                  <a:pt x="25432" y="0"/>
                </a:cubicBezTo>
                <a:lnTo>
                  <a:pt x="799338" y="0"/>
                </a:lnTo>
                <a:cubicBezTo>
                  <a:pt x="813339" y="0"/>
                  <a:pt x="824770" y="11430"/>
                  <a:pt x="824770" y="25432"/>
                </a:cubicBezTo>
                <a:lnTo>
                  <a:pt x="824770" y="25432"/>
                </a:lnTo>
                <a:cubicBezTo>
                  <a:pt x="824770" y="39433"/>
                  <a:pt x="813339" y="50863"/>
                  <a:pt x="799338" y="50863"/>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276" name="Google Shape;276;p13"/>
          <p:cNvGrpSpPr/>
          <p:nvPr/>
        </p:nvGrpSpPr>
        <p:grpSpPr>
          <a:xfrm>
            <a:off x="103395" y="3891186"/>
            <a:ext cx="668783" cy="959747"/>
            <a:chOff x="10519314" y="4728596"/>
            <a:chExt cx="751780" cy="1078731"/>
          </a:xfrm>
        </p:grpSpPr>
        <p:grpSp>
          <p:nvGrpSpPr>
            <p:cNvPr id="277" name="Google Shape;277;p13"/>
            <p:cNvGrpSpPr/>
            <p:nvPr/>
          </p:nvGrpSpPr>
          <p:grpSpPr>
            <a:xfrm>
              <a:off x="10519314" y="4728596"/>
              <a:ext cx="626662" cy="1078731"/>
              <a:chOff x="10519314" y="4728596"/>
              <a:chExt cx="626662" cy="1078731"/>
            </a:xfrm>
          </p:grpSpPr>
          <p:grpSp>
            <p:nvGrpSpPr>
              <p:cNvPr id="278" name="Google Shape;278;p13"/>
              <p:cNvGrpSpPr/>
              <p:nvPr/>
            </p:nvGrpSpPr>
            <p:grpSpPr>
              <a:xfrm>
                <a:off x="10903220" y="4888205"/>
                <a:ext cx="242756" cy="919122"/>
                <a:chOff x="10903220" y="4888205"/>
                <a:chExt cx="242756" cy="919122"/>
              </a:xfrm>
            </p:grpSpPr>
            <p:sp>
              <p:nvSpPr>
                <p:cNvPr id="279" name="Google Shape;279;p13"/>
                <p:cNvSpPr/>
                <p:nvPr/>
              </p:nvSpPr>
              <p:spPr>
                <a:xfrm rot="-447735">
                  <a:off x="10961814" y="4892503"/>
                  <a:ext cx="125567" cy="910526"/>
                </a:xfrm>
                <a:custGeom>
                  <a:avLst/>
                  <a:gdLst/>
                  <a:ahLst/>
                  <a:cxnLst/>
                  <a:rect l="l" t="t" r="r" b="b"/>
                  <a:pathLst>
                    <a:path w="125444" h="909637" extrusionOk="0">
                      <a:moveTo>
                        <a:pt x="0" y="0"/>
                      </a:moveTo>
                      <a:lnTo>
                        <a:pt x="125445" y="0"/>
                      </a:lnTo>
                      <a:lnTo>
                        <a:pt x="125445" y="909637"/>
                      </a:lnTo>
                      <a:lnTo>
                        <a:pt x="0" y="90963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80" name="Google Shape;280;p13"/>
                <p:cNvSpPr/>
                <p:nvPr/>
              </p:nvSpPr>
              <p:spPr>
                <a:xfrm>
                  <a:off x="10952422" y="4933194"/>
                  <a:ext cx="42088" cy="42088"/>
                </a:xfrm>
                <a:custGeom>
                  <a:avLst/>
                  <a:gdLst/>
                  <a:ahLst/>
                  <a:cxnLst/>
                  <a:rect l="l" t="t" r="r" b="b"/>
                  <a:pathLst>
                    <a:path w="42088" h="42088" extrusionOk="0">
                      <a:moveTo>
                        <a:pt x="41904" y="18282"/>
                      </a:moveTo>
                      <a:cubicBezTo>
                        <a:pt x="43428" y="29807"/>
                        <a:pt x="35331" y="40380"/>
                        <a:pt x="23806" y="41904"/>
                      </a:cubicBezTo>
                      <a:cubicBezTo>
                        <a:pt x="12281" y="43428"/>
                        <a:pt x="1709" y="35332"/>
                        <a:pt x="184" y="23806"/>
                      </a:cubicBezTo>
                      <a:cubicBezTo>
                        <a:pt x="-1340" y="12281"/>
                        <a:pt x="6756" y="1708"/>
                        <a:pt x="18282" y="184"/>
                      </a:cubicBezTo>
                      <a:cubicBezTo>
                        <a:pt x="29807" y="-1340"/>
                        <a:pt x="40380" y="6757"/>
                        <a:pt x="41904" y="18282"/>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81" name="Google Shape;281;p13"/>
                <p:cNvSpPr/>
                <p:nvPr/>
              </p:nvSpPr>
              <p:spPr>
                <a:xfrm>
                  <a:off x="10961186" y="5000250"/>
                  <a:ext cx="42087" cy="42087"/>
                </a:xfrm>
                <a:custGeom>
                  <a:avLst/>
                  <a:gdLst/>
                  <a:ahLst/>
                  <a:cxnLst/>
                  <a:rect l="l" t="t" r="r" b="b"/>
                  <a:pathLst>
                    <a:path w="42087" h="42087" extrusionOk="0">
                      <a:moveTo>
                        <a:pt x="41904" y="18282"/>
                      </a:moveTo>
                      <a:cubicBezTo>
                        <a:pt x="43427" y="29807"/>
                        <a:pt x="35331" y="40380"/>
                        <a:pt x="23806" y="41904"/>
                      </a:cubicBezTo>
                      <a:cubicBezTo>
                        <a:pt x="12280" y="43428"/>
                        <a:pt x="1708" y="35332"/>
                        <a:pt x="184" y="23806"/>
                      </a:cubicBezTo>
                      <a:cubicBezTo>
                        <a:pt x="-1340" y="12281"/>
                        <a:pt x="6756" y="1708"/>
                        <a:pt x="18281" y="184"/>
                      </a:cubicBezTo>
                      <a:cubicBezTo>
                        <a:pt x="29807" y="-1340"/>
                        <a:pt x="40380" y="6757"/>
                        <a:pt x="41904" y="18282"/>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282" name="Google Shape;282;p13"/>
                <p:cNvGrpSpPr/>
                <p:nvPr/>
              </p:nvGrpSpPr>
              <p:grpSpPr>
                <a:xfrm>
                  <a:off x="11014221" y="5588618"/>
                  <a:ext cx="100021" cy="114784"/>
                  <a:chOff x="11014221" y="5588618"/>
                  <a:chExt cx="100021" cy="114784"/>
                </a:xfrm>
              </p:grpSpPr>
              <p:sp>
                <p:nvSpPr>
                  <p:cNvPr id="283" name="Google Shape;283;p13"/>
                  <p:cNvSpPr/>
                  <p:nvPr/>
                </p:nvSpPr>
                <p:spPr>
                  <a:xfrm rot="-447735">
                    <a:off x="11014826" y="5594269"/>
                    <a:ext cx="88001" cy="15064"/>
                  </a:xfrm>
                  <a:custGeom>
                    <a:avLst/>
                    <a:gdLst/>
                    <a:ahLst/>
                    <a:cxnLst/>
                    <a:rect l="l" t="t" r="r" b="b"/>
                    <a:pathLst>
                      <a:path w="87915" h="15049" extrusionOk="0">
                        <a:moveTo>
                          <a:pt x="0" y="0"/>
                        </a:moveTo>
                        <a:lnTo>
                          <a:pt x="87916" y="0"/>
                        </a:lnTo>
                        <a:lnTo>
                          <a:pt x="87916" y="15049"/>
                        </a:lnTo>
                        <a:lnTo>
                          <a:pt x="0" y="15049"/>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84" name="Google Shape;284;p13"/>
                  <p:cNvSpPr/>
                  <p:nvPr/>
                </p:nvSpPr>
                <p:spPr>
                  <a:xfrm rot="-447735">
                    <a:off x="11018646" y="5623150"/>
                    <a:ext cx="88001" cy="15064"/>
                  </a:xfrm>
                  <a:custGeom>
                    <a:avLst/>
                    <a:gdLst/>
                    <a:ahLst/>
                    <a:cxnLst/>
                    <a:rect l="l" t="t" r="r" b="b"/>
                    <a:pathLst>
                      <a:path w="87915" h="15049" extrusionOk="0">
                        <a:moveTo>
                          <a:pt x="0" y="0"/>
                        </a:moveTo>
                        <a:lnTo>
                          <a:pt x="87916" y="0"/>
                        </a:lnTo>
                        <a:lnTo>
                          <a:pt x="87916" y="15050"/>
                        </a:lnTo>
                        <a:lnTo>
                          <a:pt x="0" y="1505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85" name="Google Shape;285;p13"/>
                  <p:cNvSpPr/>
                  <p:nvPr/>
                </p:nvSpPr>
                <p:spPr>
                  <a:xfrm rot="-447735">
                    <a:off x="11021820" y="5653805"/>
                    <a:ext cx="88001" cy="15064"/>
                  </a:xfrm>
                  <a:custGeom>
                    <a:avLst/>
                    <a:gdLst/>
                    <a:ahLst/>
                    <a:cxnLst/>
                    <a:rect l="l" t="t" r="r" b="b"/>
                    <a:pathLst>
                      <a:path w="87915" h="15049" extrusionOk="0">
                        <a:moveTo>
                          <a:pt x="0" y="0"/>
                        </a:moveTo>
                        <a:lnTo>
                          <a:pt x="87916" y="0"/>
                        </a:lnTo>
                        <a:lnTo>
                          <a:pt x="87916" y="15050"/>
                        </a:lnTo>
                        <a:lnTo>
                          <a:pt x="0" y="1505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86" name="Google Shape;286;p13"/>
                  <p:cNvSpPr/>
                  <p:nvPr/>
                </p:nvSpPr>
                <p:spPr>
                  <a:xfrm rot="-447735">
                    <a:off x="11025635" y="5682688"/>
                    <a:ext cx="88001" cy="15064"/>
                  </a:xfrm>
                  <a:custGeom>
                    <a:avLst/>
                    <a:gdLst/>
                    <a:ahLst/>
                    <a:cxnLst/>
                    <a:rect l="l" t="t" r="r" b="b"/>
                    <a:pathLst>
                      <a:path w="87915" h="15049" extrusionOk="0">
                        <a:moveTo>
                          <a:pt x="0" y="0"/>
                        </a:moveTo>
                        <a:lnTo>
                          <a:pt x="87915" y="0"/>
                        </a:lnTo>
                        <a:lnTo>
                          <a:pt x="87915" y="15050"/>
                        </a:lnTo>
                        <a:lnTo>
                          <a:pt x="0" y="1505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287" name="Google Shape;287;p13"/>
              <p:cNvGrpSpPr/>
              <p:nvPr/>
            </p:nvGrpSpPr>
            <p:grpSpPr>
              <a:xfrm>
                <a:off x="10718623" y="4728596"/>
                <a:ext cx="229169" cy="1075979"/>
                <a:chOff x="10718623" y="4728596"/>
                <a:chExt cx="229169" cy="1075979"/>
              </a:xfrm>
            </p:grpSpPr>
            <p:sp>
              <p:nvSpPr>
                <p:cNvPr id="288" name="Google Shape;288;p13"/>
                <p:cNvSpPr/>
                <p:nvPr/>
              </p:nvSpPr>
              <p:spPr>
                <a:xfrm rot="-172174">
                  <a:off x="10745259" y="4732329"/>
                  <a:ext cx="175897" cy="1068513"/>
                </a:xfrm>
                <a:custGeom>
                  <a:avLst/>
                  <a:gdLst/>
                  <a:ahLst/>
                  <a:cxnLst/>
                  <a:rect l="l" t="t" r="r" b="b"/>
                  <a:pathLst>
                    <a:path w="176117" h="1069848" extrusionOk="0">
                      <a:moveTo>
                        <a:pt x="0" y="0"/>
                      </a:moveTo>
                      <a:lnTo>
                        <a:pt x="176117" y="0"/>
                      </a:lnTo>
                      <a:lnTo>
                        <a:pt x="176117" y="1069848"/>
                      </a:lnTo>
                      <a:lnTo>
                        <a:pt x="0" y="106984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89" name="Google Shape;289;p13"/>
                <p:cNvSpPr/>
                <p:nvPr/>
              </p:nvSpPr>
              <p:spPr>
                <a:xfrm>
                  <a:off x="10787634" y="5182743"/>
                  <a:ext cx="87629" cy="87630"/>
                </a:xfrm>
                <a:custGeom>
                  <a:avLst/>
                  <a:gdLst/>
                  <a:ahLst/>
                  <a:cxnLst/>
                  <a:rect l="l" t="t" r="r" b="b"/>
                  <a:pathLst>
                    <a:path w="87629" h="87630" extrusionOk="0">
                      <a:moveTo>
                        <a:pt x="87630" y="43815"/>
                      </a:moveTo>
                      <a:cubicBezTo>
                        <a:pt x="87630" y="68013"/>
                        <a:pt x="68014" y="87630"/>
                        <a:pt x="43815" y="87630"/>
                      </a:cubicBezTo>
                      <a:cubicBezTo>
                        <a:pt x="19617" y="87630"/>
                        <a:pt x="1" y="68014"/>
                        <a:pt x="1" y="43815"/>
                      </a:cubicBezTo>
                      <a:cubicBezTo>
                        <a:pt x="1" y="19617"/>
                        <a:pt x="19617" y="0"/>
                        <a:pt x="43815" y="0"/>
                      </a:cubicBezTo>
                      <a:cubicBezTo>
                        <a:pt x="68014" y="0"/>
                        <a:pt x="87630" y="19616"/>
                        <a:pt x="87630" y="43815"/>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290" name="Google Shape;290;p13"/>
                <p:cNvGrpSpPr/>
                <p:nvPr/>
              </p:nvGrpSpPr>
              <p:grpSpPr>
                <a:xfrm>
                  <a:off x="10765015" y="5040134"/>
                  <a:ext cx="116314" cy="49775"/>
                  <a:chOff x="10765015" y="5040134"/>
                  <a:chExt cx="116314" cy="49775"/>
                </a:xfrm>
              </p:grpSpPr>
              <p:sp>
                <p:nvSpPr>
                  <p:cNvPr id="291" name="Google Shape;291;p13"/>
                  <p:cNvSpPr/>
                  <p:nvPr/>
                </p:nvSpPr>
                <p:spPr>
                  <a:xfrm rot="-172174">
                    <a:off x="10765318" y="5042987"/>
                    <a:ext cx="114347" cy="14935"/>
                  </a:xfrm>
                  <a:custGeom>
                    <a:avLst/>
                    <a:gdLst/>
                    <a:ahLst/>
                    <a:cxnLst/>
                    <a:rect l="l" t="t" r="r" b="b"/>
                    <a:pathLst>
                      <a:path w="114490" h="14954" extrusionOk="0">
                        <a:moveTo>
                          <a:pt x="0" y="0"/>
                        </a:moveTo>
                        <a:lnTo>
                          <a:pt x="114490" y="0"/>
                        </a:lnTo>
                        <a:lnTo>
                          <a:pt x="114490" y="14954"/>
                        </a:lnTo>
                        <a:lnTo>
                          <a:pt x="0" y="1495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92" name="Google Shape;292;p13"/>
                  <p:cNvSpPr/>
                  <p:nvPr/>
                </p:nvSpPr>
                <p:spPr>
                  <a:xfrm rot="-172174">
                    <a:off x="10766681" y="5072121"/>
                    <a:ext cx="114347" cy="14935"/>
                  </a:xfrm>
                  <a:custGeom>
                    <a:avLst/>
                    <a:gdLst/>
                    <a:ahLst/>
                    <a:cxnLst/>
                    <a:rect l="l" t="t" r="r" b="b"/>
                    <a:pathLst>
                      <a:path w="114490" h="14954" extrusionOk="0">
                        <a:moveTo>
                          <a:pt x="0" y="0"/>
                        </a:moveTo>
                        <a:lnTo>
                          <a:pt x="114491" y="0"/>
                        </a:lnTo>
                        <a:lnTo>
                          <a:pt x="114491" y="14954"/>
                        </a:lnTo>
                        <a:lnTo>
                          <a:pt x="0" y="1495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293" name="Google Shape;293;p13"/>
                <p:cNvGrpSpPr/>
                <p:nvPr/>
              </p:nvGrpSpPr>
              <p:grpSpPr>
                <a:xfrm>
                  <a:off x="10784825" y="5436314"/>
                  <a:ext cx="116414" cy="49961"/>
                  <a:chOff x="10784825" y="5436314"/>
                  <a:chExt cx="116414" cy="49961"/>
                </a:xfrm>
              </p:grpSpPr>
              <p:sp>
                <p:nvSpPr>
                  <p:cNvPr id="294" name="Google Shape;294;p13"/>
                  <p:cNvSpPr/>
                  <p:nvPr/>
                </p:nvSpPr>
                <p:spPr>
                  <a:xfrm rot="-172174">
                    <a:off x="10785128" y="5439167"/>
                    <a:ext cx="114347" cy="14935"/>
                  </a:xfrm>
                  <a:custGeom>
                    <a:avLst/>
                    <a:gdLst/>
                    <a:ahLst/>
                    <a:cxnLst/>
                    <a:rect l="l" t="t" r="r" b="b"/>
                    <a:pathLst>
                      <a:path w="114490" h="14954" extrusionOk="0">
                        <a:moveTo>
                          <a:pt x="0" y="0"/>
                        </a:moveTo>
                        <a:lnTo>
                          <a:pt x="114491" y="0"/>
                        </a:lnTo>
                        <a:lnTo>
                          <a:pt x="114491" y="14955"/>
                        </a:lnTo>
                        <a:lnTo>
                          <a:pt x="0" y="14955"/>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95" name="Google Shape;295;p13"/>
                  <p:cNvSpPr/>
                  <p:nvPr/>
                </p:nvSpPr>
                <p:spPr>
                  <a:xfrm rot="-172174">
                    <a:off x="10786591" y="5468487"/>
                    <a:ext cx="114347" cy="14935"/>
                  </a:xfrm>
                  <a:custGeom>
                    <a:avLst/>
                    <a:gdLst/>
                    <a:ahLst/>
                    <a:cxnLst/>
                    <a:rect l="l" t="t" r="r" b="b"/>
                    <a:pathLst>
                      <a:path w="114490" h="14954" extrusionOk="0">
                        <a:moveTo>
                          <a:pt x="0" y="0"/>
                        </a:moveTo>
                        <a:lnTo>
                          <a:pt x="114490" y="0"/>
                        </a:lnTo>
                        <a:lnTo>
                          <a:pt x="114490" y="14955"/>
                        </a:lnTo>
                        <a:lnTo>
                          <a:pt x="0" y="14955"/>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296" name="Google Shape;296;p13"/>
              <p:cNvGrpSpPr/>
              <p:nvPr/>
            </p:nvGrpSpPr>
            <p:grpSpPr>
              <a:xfrm>
                <a:off x="10519314" y="4813458"/>
                <a:ext cx="202120" cy="992123"/>
                <a:chOff x="10519314" y="4813458"/>
                <a:chExt cx="202120" cy="992123"/>
              </a:xfrm>
            </p:grpSpPr>
            <p:sp>
              <p:nvSpPr>
                <p:cNvPr id="297" name="Google Shape;297;p13"/>
                <p:cNvSpPr/>
                <p:nvPr/>
              </p:nvSpPr>
              <p:spPr>
                <a:xfrm>
                  <a:off x="10519314" y="4813458"/>
                  <a:ext cx="202120" cy="992123"/>
                </a:xfrm>
                <a:custGeom>
                  <a:avLst/>
                  <a:gdLst/>
                  <a:ahLst/>
                  <a:cxnLst/>
                  <a:rect l="l" t="t" r="r" b="b"/>
                  <a:pathLst>
                    <a:path w="202120" h="992123" extrusionOk="0">
                      <a:moveTo>
                        <a:pt x="0" y="0"/>
                      </a:moveTo>
                      <a:lnTo>
                        <a:pt x="202120" y="0"/>
                      </a:lnTo>
                      <a:lnTo>
                        <a:pt x="202120" y="992124"/>
                      </a:lnTo>
                      <a:lnTo>
                        <a:pt x="0" y="992124"/>
                      </a:lnTo>
                      <a:close/>
                    </a:path>
                  </a:pathLst>
                </a:custGeom>
                <a:solidFill>
                  <a:schemeClr val="accent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98" name="Google Shape;298;p13"/>
                <p:cNvSpPr/>
                <p:nvPr/>
              </p:nvSpPr>
              <p:spPr>
                <a:xfrm>
                  <a:off x="10558843" y="4891468"/>
                  <a:ext cx="123063" cy="123062"/>
                </a:xfrm>
                <a:custGeom>
                  <a:avLst/>
                  <a:gdLst/>
                  <a:ahLst/>
                  <a:cxnLst/>
                  <a:rect l="l" t="t" r="r" b="b"/>
                  <a:pathLst>
                    <a:path w="123063" h="123062" extrusionOk="0">
                      <a:moveTo>
                        <a:pt x="123063" y="61532"/>
                      </a:moveTo>
                      <a:cubicBezTo>
                        <a:pt x="123063" y="95514"/>
                        <a:pt x="95514" y="123063"/>
                        <a:pt x="61531" y="123063"/>
                      </a:cubicBezTo>
                      <a:cubicBezTo>
                        <a:pt x="27548" y="123063"/>
                        <a:pt x="-1" y="95514"/>
                        <a:pt x="-1" y="61532"/>
                      </a:cubicBezTo>
                      <a:cubicBezTo>
                        <a:pt x="-1" y="27549"/>
                        <a:pt x="27548" y="0"/>
                        <a:pt x="61531" y="0"/>
                      </a:cubicBezTo>
                      <a:cubicBezTo>
                        <a:pt x="95514" y="0"/>
                        <a:pt x="123063" y="27549"/>
                        <a:pt x="123063" y="61532"/>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299" name="Google Shape;299;p13"/>
                <p:cNvGrpSpPr/>
                <p:nvPr/>
              </p:nvGrpSpPr>
              <p:grpSpPr>
                <a:xfrm>
                  <a:off x="10556176" y="5465730"/>
                  <a:ext cx="128397" cy="44196"/>
                  <a:chOff x="10556176" y="5465730"/>
                  <a:chExt cx="128397" cy="44196"/>
                </a:xfrm>
              </p:grpSpPr>
              <p:sp>
                <p:nvSpPr>
                  <p:cNvPr id="300" name="Google Shape;300;p13"/>
                  <p:cNvSpPr/>
                  <p:nvPr/>
                </p:nvSpPr>
                <p:spPr>
                  <a:xfrm>
                    <a:off x="10556176" y="5465730"/>
                    <a:ext cx="128397" cy="14954"/>
                  </a:xfrm>
                  <a:custGeom>
                    <a:avLst/>
                    <a:gdLst/>
                    <a:ahLst/>
                    <a:cxnLst/>
                    <a:rect l="l" t="t" r="r" b="b"/>
                    <a:pathLst>
                      <a:path w="128397" h="14954" extrusionOk="0">
                        <a:moveTo>
                          <a:pt x="0" y="0"/>
                        </a:moveTo>
                        <a:lnTo>
                          <a:pt x="128397" y="0"/>
                        </a:lnTo>
                        <a:lnTo>
                          <a:pt x="128397" y="14954"/>
                        </a:lnTo>
                        <a:lnTo>
                          <a:pt x="0" y="1495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01" name="Google Shape;301;p13"/>
                  <p:cNvSpPr/>
                  <p:nvPr/>
                </p:nvSpPr>
                <p:spPr>
                  <a:xfrm>
                    <a:off x="10556176" y="5494972"/>
                    <a:ext cx="128397" cy="14954"/>
                  </a:xfrm>
                  <a:custGeom>
                    <a:avLst/>
                    <a:gdLst/>
                    <a:ahLst/>
                    <a:cxnLst/>
                    <a:rect l="l" t="t" r="r" b="b"/>
                    <a:pathLst>
                      <a:path w="128397" h="14954" extrusionOk="0">
                        <a:moveTo>
                          <a:pt x="0" y="0"/>
                        </a:moveTo>
                        <a:lnTo>
                          <a:pt x="128397" y="0"/>
                        </a:lnTo>
                        <a:lnTo>
                          <a:pt x="128397" y="14955"/>
                        </a:lnTo>
                        <a:lnTo>
                          <a:pt x="0" y="14955"/>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302" name="Google Shape;302;p13"/>
                <p:cNvGrpSpPr/>
                <p:nvPr/>
              </p:nvGrpSpPr>
              <p:grpSpPr>
                <a:xfrm>
                  <a:off x="10556176" y="5689187"/>
                  <a:ext cx="128397" cy="44196"/>
                  <a:chOff x="10556176" y="5689187"/>
                  <a:chExt cx="128397" cy="44196"/>
                </a:xfrm>
              </p:grpSpPr>
              <p:sp>
                <p:nvSpPr>
                  <p:cNvPr id="303" name="Google Shape;303;p13"/>
                  <p:cNvSpPr/>
                  <p:nvPr/>
                </p:nvSpPr>
                <p:spPr>
                  <a:xfrm>
                    <a:off x="10556176" y="5689187"/>
                    <a:ext cx="128397" cy="14954"/>
                  </a:xfrm>
                  <a:custGeom>
                    <a:avLst/>
                    <a:gdLst/>
                    <a:ahLst/>
                    <a:cxnLst/>
                    <a:rect l="l" t="t" r="r" b="b"/>
                    <a:pathLst>
                      <a:path w="128397" h="14954" extrusionOk="0">
                        <a:moveTo>
                          <a:pt x="0" y="0"/>
                        </a:moveTo>
                        <a:lnTo>
                          <a:pt x="128397" y="0"/>
                        </a:lnTo>
                        <a:lnTo>
                          <a:pt x="128397" y="14954"/>
                        </a:lnTo>
                        <a:lnTo>
                          <a:pt x="0" y="1495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04" name="Google Shape;304;p13"/>
                  <p:cNvSpPr/>
                  <p:nvPr/>
                </p:nvSpPr>
                <p:spPr>
                  <a:xfrm>
                    <a:off x="10556176" y="5718429"/>
                    <a:ext cx="128397" cy="14954"/>
                  </a:xfrm>
                  <a:custGeom>
                    <a:avLst/>
                    <a:gdLst/>
                    <a:ahLst/>
                    <a:cxnLst/>
                    <a:rect l="l" t="t" r="r" b="b"/>
                    <a:pathLst>
                      <a:path w="128397" h="14954" extrusionOk="0">
                        <a:moveTo>
                          <a:pt x="0" y="0"/>
                        </a:moveTo>
                        <a:lnTo>
                          <a:pt x="128397" y="0"/>
                        </a:lnTo>
                        <a:lnTo>
                          <a:pt x="128397" y="14954"/>
                        </a:lnTo>
                        <a:lnTo>
                          <a:pt x="0" y="1495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grpSp>
          <p:nvGrpSpPr>
            <p:cNvPr id="305" name="Google Shape;305;p13"/>
            <p:cNvGrpSpPr/>
            <p:nvPr/>
          </p:nvGrpSpPr>
          <p:grpSpPr>
            <a:xfrm>
              <a:off x="11058042" y="5088325"/>
              <a:ext cx="213052" cy="717953"/>
              <a:chOff x="11058042" y="5088325"/>
              <a:chExt cx="213052" cy="717953"/>
            </a:xfrm>
          </p:grpSpPr>
          <p:sp>
            <p:nvSpPr>
              <p:cNvPr id="306" name="Google Shape;306;p13"/>
              <p:cNvSpPr/>
              <p:nvPr/>
            </p:nvSpPr>
            <p:spPr>
              <a:xfrm rot="-631368">
                <a:off x="11122592" y="5089982"/>
                <a:ext cx="83952" cy="714640"/>
              </a:xfrm>
              <a:custGeom>
                <a:avLst/>
                <a:gdLst/>
                <a:ahLst/>
                <a:cxnLst/>
                <a:rect l="l" t="t" r="r" b="b"/>
                <a:pathLst>
                  <a:path w="84010" h="715136" extrusionOk="0">
                    <a:moveTo>
                      <a:pt x="0" y="0"/>
                    </a:moveTo>
                    <a:lnTo>
                      <a:pt x="84010" y="0"/>
                    </a:lnTo>
                    <a:lnTo>
                      <a:pt x="84010" y="715137"/>
                    </a:lnTo>
                    <a:lnTo>
                      <a:pt x="0" y="715137"/>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07" name="Google Shape;307;p13"/>
              <p:cNvSpPr/>
              <p:nvPr/>
            </p:nvSpPr>
            <p:spPr>
              <a:xfrm rot="-631368">
                <a:off x="11154645" y="5271518"/>
                <a:ext cx="25985" cy="411004"/>
              </a:xfrm>
              <a:custGeom>
                <a:avLst/>
                <a:gdLst/>
                <a:ahLst/>
                <a:cxnLst/>
                <a:rect l="l" t="t" r="r" b="b"/>
                <a:pathLst>
                  <a:path w="26003" h="411289" extrusionOk="0">
                    <a:moveTo>
                      <a:pt x="0" y="0"/>
                    </a:moveTo>
                    <a:lnTo>
                      <a:pt x="26003" y="0"/>
                    </a:lnTo>
                    <a:lnTo>
                      <a:pt x="26003" y="411289"/>
                    </a:lnTo>
                    <a:lnTo>
                      <a:pt x="0" y="411289"/>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308" name="Google Shape;308;p13"/>
          <p:cNvGrpSpPr/>
          <p:nvPr/>
        </p:nvGrpSpPr>
        <p:grpSpPr>
          <a:xfrm>
            <a:off x="150676" y="2823493"/>
            <a:ext cx="516117" cy="779220"/>
            <a:chOff x="10572463" y="3528536"/>
            <a:chExt cx="580168" cy="875823"/>
          </a:xfrm>
        </p:grpSpPr>
        <p:grpSp>
          <p:nvGrpSpPr>
            <p:cNvPr id="309" name="Google Shape;309;p13"/>
            <p:cNvGrpSpPr/>
            <p:nvPr/>
          </p:nvGrpSpPr>
          <p:grpSpPr>
            <a:xfrm>
              <a:off x="10713815" y="3528536"/>
              <a:ext cx="438816" cy="746664"/>
              <a:chOff x="10713815" y="3528536"/>
              <a:chExt cx="438816" cy="746664"/>
            </a:xfrm>
          </p:grpSpPr>
          <p:sp>
            <p:nvSpPr>
              <p:cNvPr id="310" name="Google Shape;310;p13"/>
              <p:cNvSpPr/>
              <p:nvPr/>
            </p:nvSpPr>
            <p:spPr>
              <a:xfrm>
                <a:off x="10713815" y="3528536"/>
                <a:ext cx="438816" cy="746664"/>
              </a:xfrm>
              <a:custGeom>
                <a:avLst/>
                <a:gdLst/>
                <a:ahLst/>
                <a:cxnLst/>
                <a:rect l="l" t="t" r="r" b="b"/>
                <a:pathLst>
                  <a:path w="438816" h="746664" extrusionOk="0">
                    <a:moveTo>
                      <a:pt x="438721" y="746569"/>
                    </a:moveTo>
                    <a:lnTo>
                      <a:pt x="0" y="746569"/>
                    </a:lnTo>
                    <a:lnTo>
                      <a:pt x="0" y="0"/>
                    </a:lnTo>
                    <a:lnTo>
                      <a:pt x="326231" y="0"/>
                    </a:lnTo>
                    <a:cubicBezTo>
                      <a:pt x="370141" y="43910"/>
                      <a:pt x="394811" y="68580"/>
                      <a:pt x="438816" y="112585"/>
                    </a:cubicBezTo>
                    <a:lnTo>
                      <a:pt x="438816" y="746665"/>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311" name="Google Shape;311;p13"/>
              <p:cNvGrpSpPr/>
              <p:nvPr/>
            </p:nvGrpSpPr>
            <p:grpSpPr>
              <a:xfrm>
                <a:off x="10776489" y="3625310"/>
                <a:ext cx="313848" cy="288226"/>
                <a:chOff x="10776489" y="3625310"/>
                <a:chExt cx="313848" cy="288226"/>
              </a:xfrm>
            </p:grpSpPr>
            <p:sp>
              <p:nvSpPr>
                <p:cNvPr id="312" name="Google Shape;312;p13"/>
                <p:cNvSpPr/>
                <p:nvPr/>
              </p:nvSpPr>
              <p:spPr>
                <a:xfrm>
                  <a:off x="10776489" y="3625310"/>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13" name="Google Shape;313;p13"/>
                <p:cNvSpPr/>
                <p:nvPr/>
              </p:nvSpPr>
              <p:spPr>
                <a:xfrm>
                  <a:off x="10776489" y="3678650"/>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14" name="Google Shape;314;p13"/>
                <p:cNvSpPr/>
                <p:nvPr/>
              </p:nvSpPr>
              <p:spPr>
                <a:xfrm>
                  <a:off x="10776489" y="3731990"/>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15" name="Google Shape;315;p13"/>
                <p:cNvSpPr/>
                <p:nvPr/>
              </p:nvSpPr>
              <p:spPr>
                <a:xfrm>
                  <a:off x="10776489" y="3785425"/>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16" name="Google Shape;316;p13"/>
                <p:cNvSpPr/>
                <p:nvPr/>
              </p:nvSpPr>
              <p:spPr>
                <a:xfrm>
                  <a:off x="10776489" y="3838765"/>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17" name="Google Shape;317;p13"/>
                <p:cNvSpPr/>
                <p:nvPr/>
              </p:nvSpPr>
              <p:spPr>
                <a:xfrm>
                  <a:off x="10776489" y="3892105"/>
                  <a:ext cx="184689" cy="21431"/>
                </a:xfrm>
                <a:custGeom>
                  <a:avLst/>
                  <a:gdLst/>
                  <a:ahLst/>
                  <a:cxnLst/>
                  <a:rect l="l" t="t" r="r" b="b"/>
                  <a:pathLst>
                    <a:path w="184689" h="21431" extrusionOk="0">
                      <a:moveTo>
                        <a:pt x="0" y="0"/>
                      </a:moveTo>
                      <a:lnTo>
                        <a:pt x="184690" y="0"/>
                      </a:lnTo>
                      <a:lnTo>
                        <a:pt x="184690" y="21431"/>
                      </a:lnTo>
                      <a:lnTo>
                        <a:pt x="0" y="21431"/>
                      </a:lnTo>
                      <a:close/>
                    </a:path>
                  </a:pathLst>
                </a:custGeom>
                <a:solidFill>
                  <a:srgbClr val="42444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318" name="Google Shape;318;p13"/>
              <p:cNvGrpSpPr/>
              <p:nvPr/>
            </p:nvGrpSpPr>
            <p:grpSpPr>
              <a:xfrm>
                <a:off x="10776489" y="3999547"/>
                <a:ext cx="313848" cy="181546"/>
                <a:chOff x="10776489" y="3999547"/>
                <a:chExt cx="313848" cy="181546"/>
              </a:xfrm>
            </p:grpSpPr>
            <p:sp>
              <p:nvSpPr>
                <p:cNvPr id="319" name="Google Shape;319;p13"/>
                <p:cNvSpPr/>
                <p:nvPr/>
              </p:nvSpPr>
              <p:spPr>
                <a:xfrm>
                  <a:off x="10776489" y="3999547"/>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20" name="Google Shape;320;p13"/>
                <p:cNvSpPr/>
                <p:nvPr/>
              </p:nvSpPr>
              <p:spPr>
                <a:xfrm>
                  <a:off x="10776489" y="4052887"/>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21" name="Google Shape;321;p13"/>
                <p:cNvSpPr/>
                <p:nvPr/>
              </p:nvSpPr>
              <p:spPr>
                <a:xfrm>
                  <a:off x="10776489" y="4106322"/>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22" name="Google Shape;322;p13"/>
                <p:cNvSpPr/>
                <p:nvPr/>
              </p:nvSpPr>
              <p:spPr>
                <a:xfrm>
                  <a:off x="10776489" y="4159662"/>
                  <a:ext cx="184689" cy="21431"/>
                </a:xfrm>
                <a:custGeom>
                  <a:avLst/>
                  <a:gdLst/>
                  <a:ahLst/>
                  <a:cxnLst/>
                  <a:rect l="l" t="t" r="r" b="b"/>
                  <a:pathLst>
                    <a:path w="184689" h="21431" extrusionOk="0">
                      <a:moveTo>
                        <a:pt x="0" y="0"/>
                      </a:moveTo>
                      <a:lnTo>
                        <a:pt x="184690" y="0"/>
                      </a:lnTo>
                      <a:lnTo>
                        <a:pt x="184690" y="21431"/>
                      </a:lnTo>
                      <a:lnTo>
                        <a:pt x="0" y="21431"/>
                      </a:lnTo>
                      <a:close/>
                    </a:path>
                  </a:pathLst>
                </a:custGeom>
                <a:solidFill>
                  <a:srgbClr val="42444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323" name="Google Shape;323;p13"/>
              <p:cNvSpPr/>
              <p:nvPr/>
            </p:nvSpPr>
            <p:spPr>
              <a:xfrm>
                <a:off x="11039951" y="3528536"/>
                <a:ext cx="112584" cy="112585"/>
              </a:xfrm>
              <a:custGeom>
                <a:avLst/>
                <a:gdLst/>
                <a:ahLst/>
                <a:cxnLst/>
                <a:rect l="l" t="t" r="r" b="b"/>
                <a:pathLst>
                  <a:path w="112584" h="112585" extrusionOk="0">
                    <a:moveTo>
                      <a:pt x="112585" y="112585"/>
                    </a:moveTo>
                    <a:lnTo>
                      <a:pt x="0" y="112585"/>
                    </a:lnTo>
                    <a:lnTo>
                      <a:pt x="0" y="0"/>
                    </a:lnTo>
                    <a:lnTo>
                      <a:pt x="0" y="0"/>
                    </a:lnTo>
                    <a:cubicBezTo>
                      <a:pt x="43910" y="43910"/>
                      <a:pt x="68580" y="68580"/>
                      <a:pt x="112585" y="112585"/>
                    </a:cubicBezTo>
                    <a:lnTo>
                      <a:pt x="112585" y="11258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324" name="Google Shape;324;p13"/>
            <p:cNvGrpSpPr/>
            <p:nvPr/>
          </p:nvGrpSpPr>
          <p:grpSpPr>
            <a:xfrm>
              <a:off x="10572463" y="3657790"/>
              <a:ext cx="438817" cy="746569"/>
              <a:chOff x="10572463" y="3657790"/>
              <a:chExt cx="438817" cy="746569"/>
            </a:xfrm>
          </p:grpSpPr>
          <p:sp>
            <p:nvSpPr>
              <p:cNvPr id="325" name="Google Shape;325;p13"/>
              <p:cNvSpPr/>
              <p:nvPr/>
            </p:nvSpPr>
            <p:spPr>
              <a:xfrm>
                <a:off x="10572463" y="3657790"/>
                <a:ext cx="438817" cy="746569"/>
              </a:xfrm>
              <a:custGeom>
                <a:avLst/>
                <a:gdLst/>
                <a:ahLst/>
                <a:cxnLst/>
                <a:rect l="l" t="t" r="r" b="b"/>
                <a:pathLst>
                  <a:path w="438817" h="746569" extrusionOk="0">
                    <a:moveTo>
                      <a:pt x="438722" y="746570"/>
                    </a:moveTo>
                    <a:lnTo>
                      <a:pt x="0" y="746570"/>
                    </a:lnTo>
                    <a:lnTo>
                      <a:pt x="0" y="0"/>
                    </a:lnTo>
                    <a:lnTo>
                      <a:pt x="326231" y="0"/>
                    </a:lnTo>
                    <a:cubicBezTo>
                      <a:pt x="370141" y="43910"/>
                      <a:pt x="394812" y="68580"/>
                      <a:pt x="438817" y="112586"/>
                    </a:cubicBezTo>
                    <a:lnTo>
                      <a:pt x="438817" y="746570"/>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326" name="Google Shape;326;p13"/>
              <p:cNvGrpSpPr/>
              <p:nvPr/>
            </p:nvGrpSpPr>
            <p:grpSpPr>
              <a:xfrm>
                <a:off x="10635138" y="3754469"/>
                <a:ext cx="313848" cy="288321"/>
                <a:chOff x="10635138" y="3754469"/>
                <a:chExt cx="313848" cy="288321"/>
              </a:xfrm>
            </p:grpSpPr>
            <p:sp>
              <p:nvSpPr>
                <p:cNvPr id="327" name="Google Shape;327;p13"/>
                <p:cNvSpPr/>
                <p:nvPr/>
              </p:nvSpPr>
              <p:spPr>
                <a:xfrm>
                  <a:off x="10635138" y="3754469"/>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28" name="Google Shape;328;p13"/>
                <p:cNvSpPr/>
                <p:nvPr/>
              </p:nvSpPr>
              <p:spPr>
                <a:xfrm>
                  <a:off x="10635138" y="3807904"/>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29" name="Google Shape;329;p13"/>
                <p:cNvSpPr/>
                <p:nvPr/>
              </p:nvSpPr>
              <p:spPr>
                <a:xfrm>
                  <a:off x="10635138" y="3861244"/>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30" name="Google Shape;330;p13"/>
                <p:cNvSpPr/>
                <p:nvPr/>
              </p:nvSpPr>
              <p:spPr>
                <a:xfrm>
                  <a:off x="10635138" y="3914584"/>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31" name="Google Shape;331;p13"/>
                <p:cNvSpPr/>
                <p:nvPr/>
              </p:nvSpPr>
              <p:spPr>
                <a:xfrm>
                  <a:off x="10635138" y="3968019"/>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32" name="Google Shape;332;p13"/>
                <p:cNvSpPr/>
                <p:nvPr/>
              </p:nvSpPr>
              <p:spPr>
                <a:xfrm>
                  <a:off x="10635138" y="4021359"/>
                  <a:ext cx="184689" cy="21431"/>
                </a:xfrm>
                <a:custGeom>
                  <a:avLst/>
                  <a:gdLst/>
                  <a:ahLst/>
                  <a:cxnLst/>
                  <a:rect l="l" t="t" r="r" b="b"/>
                  <a:pathLst>
                    <a:path w="184689" h="21431" extrusionOk="0">
                      <a:moveTo>
                        <a:pt x="0" y="0"/>
                      </a:moveTo>
                      <a:lnTo>
                        <a:pt x="184689" y="0"/>
                      </a:lnTo>
                      <a:lnTo>
                        <a:pt x="184689" y="21431"/>
                      </a:lnTo>
                      <a:lnTo>
                        <a:pt x="-1"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333" name="Google Shape;333;p13"/>
              <p:cNvGrpSpPr/>
              <p:nvPr/>
            </p:nvGrpSpPr>
            <p:grpSpPr>
              <a:xfrm>
                <a:off x="10635138" y="4128801"/>
                <a:ext cx="313848" cy="181547"/>
                <a:chOff x="10635138" y="4128801"/>
                <a:chExt cx="313848" cy="181547"/>
              </a:xfrm>
            </p:grpSpPr>
            <p:sp>
              <p:nvSpPr>
                <p:cNvPr id="334" name="Google Shape;334;p13"/>
                <p:cNvSpPr/>
                <p:nvPr/>
              </p:nvSpPr>
              <p:spPr>
                <a:xfrm>
                  <a:off x="10635138" y="4128801"/>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35" name="Google Shape;335;p13"/>
                <p:cNvSpPr/>
                <p:nvPr/>
              </p:nvSpPr>
              <p:spPr>
                <a:xfrm>
                  <a:off x="10635138" y="4182141"/>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36" name="Google Shape;336;p13"/>
                <p:cNvSpPr/>
                <p:nvPr/>
              </p:nvSpPr>
              <p:spPr>
                <a:xfrm>
                  <a:off x="10635138" y="4235481"/>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37" name="Google Shape;337;p13"/>
                <p:cNvSpPr/>
                <p:nvPr/>
              </p:nvSpPr>
              <p:spPr>
                <a:xfrm>
                  <a:off x="10635138" y="4288917"/>
                  <a:ext cx="184689" cy="21431"/>
                </a:xfrm>
                <a:custGeom>
                  <a:avLst/>
                  <a:gdLst/>
                  <a:ahLst/>
                  <a:cxnLst/>
                  <a:rect l="l" t="t" r="r" b="b"/>
                  <a:pathLst>
                    <a:path w="184689" h="21431" extrusionOk="0">
                      <a:moveTo>
                        <a:pt x="0" y="0"/>
                      </a:moveTo>
                      <a:lnTo>
                        <a:pt x="184689" y="0"/>
                      </a:lnTo>
                      <a:lnTo>
                        <a:pt x="184689" y="21431"/>
                      </a:lnTo>
                      <a:lnTo>
                        <a:pt x="-1"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338" name="Google Shape;338;p13"/>
              <p:cNvSpPr/>
              <p:nvPr/>
            </p:nvSpPr>
            <p:spPr>
              <a:xfrm>
                <a:off x="10898599" y="3657790"/>
                <a:ext cx="112586" cy="112585"/>
              </a:xfrm>
              <a:custGeom>
                <a:avLst/>
                <a:gdLst/>
                <a:ahLst/>
                <a:cxnLst/>
                <a:rect l="l" t="t" r="r" b="b"/>
                <a:pathLst>
                  <a:path w="112586" h="112585" extrusionOk="0">
                    <a:moveTo>
                      <a:pt x="112586" y="112586"/>
                    </a:moveTo>
                    <a:lnTo>
                      <a:pt x="0" y="112586"/>
                    </a:lnTo>
                    <a:lnTo>
                      <a:pt x="0" y="0"/>
                    </a:lnTo>
                    <a:lnTo>
                      <a:pt x="0" y="0"/>
                    </a:lnTo>
                    <a:cubicBezTo>
                      <a:pt x="43910" y="43910"/>
                      <a:pt x="68581" y="68580"/>
                      <a:pt x="112586" y="112586"/>
                    </a:cubicBezTo>
                    <a:lnTo>
                      <a:pt x="112586" y="112586"/>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339" name="Google Shape;339;p13"/>
          <p:cNvGrpSpPr/>
          <p:nvPr/>
        </p:nvGrpSpPr>
        <p:grpSpPr>
          <a:xfrm>
            <a:off x="361835" y="3601018"/>
            <a:ext cx="22030" cy="294484"/>
            <a:chOff x="10809827" y="4402455"/>
            <a:chExt cx="24764" cy="330993"/>
          </a:xfrm>
        </p:grpSpPr>
        <p:sp>
          <p:nvSpPr>
            <p:cNvPr id="340" name="Google Shape;340;p13"/>
            <p:cNvSpPr/>
            <p:nvPr/>
          </p:nvSpPr>
          <p:spPr>
            <a:xfrm>
              <a:off x="10822209" y="4414266"/>
              <a:ext cx="9525" cy="307467"/>
            </a:xfrm>
            <a:custGeom>
              <a:avLst/>
              <a:gdLst/>
              <a:ahLst/>
              <a:cxnLst/>
              <a:rect l="l" t="t" r="r" b="b"/>
              <a:pathLst>
                <a:path w="9525" h="307467" extrusionOk="0">
                  <a:moveTo>
                    <a:pt x="-1" y="307467"/>
                  </a:moveTo>
                  <a:lnTo>
                    <a:pt x="-1" y="0"/>
                  </a:lnTo>
                </a:path>
              </a:pathLst>
            </a:custGeom>
            <a:solidFill>
              <a:schemeClr val="accent4"/>
            </a:solidFill>
            <a:ln w="10950" cap="flat" cmpd="sng">
              <a:solidFill>
                <a:schemeClr val="accent4"/>
              </a:solidFill>
              <a:prstDash val="dashDot"/>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41" name="Google Shape;341;p13"/>
            <p:cNvSpPr/>
            <p:nvPr/>
          </p:nvSpPr>
          <p:spPr>
            <a:xfrm>
              <a:off x="10809827" y="4708683"/>
              <a:ext cx="24764" cy="24765"/>
            </a:xfrm>
            <a:custGeom>
              <a:avLst/>
              <a:gdLst/>
              <a:ahLst/>
              <a:cxnLst/>
              <a:rect l="l" t="t" r="r" b="b"/>
              <a:pathLst>
                <a:path w="24764" h="24765" extrusionOk="0">
                  <a:moveTo>
                    <a:pt x="24765" y="12382"/>
                  </a:moveTo>
                  <a:cubicBezTo>
                    <a:pt x="24765" y="19240"/>
                    <a:pt x="19241" y="24765"/>
                    <a:pt x="12382" y="24765"/>
                  </a:cubicBezTo>
                  <a:cubicBezTo>
                    <a:pt x="5524" y="24765"/>
                    <a:pt x="0" y="19240"/>
                    <a:pt x="0" y="12382"/>
                  </a:cubicBezTo>
                  <a:cubicBezTo>
                    <a:pt x="0" y="5524"/>
                    <a:pt x="5524" y="0"/>
                    <a:pt x="12382" y="0"/>
                  </a:cubicBezTo>
                  <a:cubicBezTo>
                    <a:pt x="19241" y="0"/>
                    <a:pt x="24765" y="5524"/>
                    <a:pt x="24765" y="12382"/>
                  </a:cubicBez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42" name="Google Shape;342;p13"/>
            <p:cNvSpPr/>
            <p:nvPr/>
          </p:nvSpPr>
          <p:spPr>
            <a:xfrm>
              <a:off x="10809827" y="4402455"/>
              <a:ext cx="24764" cy="24764"/>
            </a:xfrm>
            <a:custGeom>
              <a:avLst/>
              <a:gdLst/>
              <a:ahLst/>
              <a:cxnLst/>
              <a:rect l="l" t="t" r="r" b="b"/>
              <a:pathLst>
                <a:path w="24764" h="24764" extrusionOk="0">
                  <a:moveTo>
                    <a:pt x="24765" y="12382"/>
                  </a:moveTo>
                  <a:cubicBezTo>
                    <a:pt x="24765" y="5524"/>
                    <a:pt x="19241" y="0"/>
                    <a:pt x="12382" y="0"/>
                  </a:cubicBezTo>
                  <a:cubicBezTo>
                    <a:pt x="5524" y="0"/>
                    <a:pt x="0" y="5524"/>
                    <a:pt x="0" y="12382"/>
                  </a:cubicBezTo>
                  <a:cubicBezTo>
                    <a:pt x="0" y="19240"/>
                    <a:pt x="5524" y="24765"/>
                    <a:pt x="12382" y="24765"/>
                  </a:cubicBezTo>
                  <a:cubicBezTo>
                    <a:pt x="19241" y="24765"/>
                    <a:pt x="24765" y="19240"/>
                    <a:pt x="24765" y="12382"/>
                  </a:cubicBez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text">
  <p:cSld name="ONE_COLUMN_TEXT_1">
    <p:spTree>
      <p:nvGrpSpPr>
        <p:cNvPr id="1" name="Shape 343"/>
        <p:cNvGrpSpPr/>
        <p:nvPr/>
      </p:nvGrpSpPr>
      <p:grpSpPr>
        <a:xfrm>
          <a:off x="0" y="0"/>
          <a:ext cx="0" cy="0"/>
          <a:chOff x="0" y="0"/>
          <a:chExt cx="0" cy="0"/>
        </a:xfrm>
      </p:grpSpPr>
      <p:sp>
        <p:nvSpPr>
          <p:cNvPr id="344" name="Google Shape;344;p14"/>
          <p:cNvSpPr txBox="1">
            <a:spLocks noGrp="1"/>
          </p:cNvSpPr>
          <p:nvPr>
            <p:ph type="title"/>
          </p:nvPr>
        </p:nvSpPr>
        <p:spPr>
          <a:xfrm>
            <a:off x="811975" y="1032900"/>
            <a:ext cx="2804400" cy="1006800"/>
          </a:xfrm>
          <a:prstGeom prst="rect">
            <a:avLst/>
          </a:prstGeom>
        </p:spPr>
        <p:txBody>
          <a:bodyPr spcFirstLastPara="1" wrap="square" lIns="91425" tIns="91425" rIns="91425" bIns="91425" anchor="b" anchorCtr="0">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345" name="Google Shape;345;p14"/>
          <p:cNvSpPr txBox="1">
            <a:spLocks noGrp="1"/>
          </p:cNvSpPr>
          <p:nvPr>
            <p:ph type="subTitle" idx="1"/>
          </p:nvPr>
        </p:nvSpPr>
        <p:spPr>
          <a:xfrm>
            <a:off x="811975" y="2039700"/>
            <a:ext cx="4294800" cy="20709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200"/>
              <a:buFont typeface="Nunito Light"/>
              <a:buChar char="●"/>
              <a:defRPr/>
            </a:lvl1pPr>
            <a:lvl2pPr lvl="1" algn="ctr">
              <a:lnSpc>
                <a:spcPct val="100000"/>
              </a:lnSpc>
              <a:spcBef>
                <a:spcPts val="0"/>
              </a:spcBef>
              <a:spcAft>
                <a:spcPts val="0"/>
              </a:spcAft>
              <a:buClr>
                <a:srgbClr val="E76A28"/>
              </a:buClr>
              <a:buSzPts val="1200"/>
              <a:buFont typeface="Nunito Light"/>
              <a:buChar char="○"/>
              <a:defRPr/>
            </a:lvl2pPr>
            <a:lvl3pPr lvl="2" algn="ctr">
              <a:lnSpc>
                <a:spcPct val="100000"/>
              </a:lnSpc>
              <a:spcBef>
                <a:spcPts val="0"/>
              </a:spcBef>
              <a:spcAft>
                <a:spcPts val="0"/>
              </a:spcAft>
              <a:buClr>
                <a:srgbClr val="E76A28"/>
              </a:buClr>
              <a:buSzPts val="1200"/>
              <a:buFont typeface="Nunito Light"/>
              <a:buChar char="■"/>
              <a:defRPr/>
            </a:lvl3pPr>
            <a:lvl4pPr lvl="3" algn="ctr">
              <a:lnSpc>
                <a:spcPct val="100000"/>
              </a:lnSpc>
              <a:spcBef>
                <a:spcPts val="0"/>
              </a:spcBef>
              <a:spcAft>
                <a:spcPts val="0"/>
              </a:spcAft>
              <a:buClr>
                <a:srgbClr val="E76A28"/>
              </a:buClr>
              <a:buSzPts val="1200"/>
              <a:buFont typeface="Nunito Light"/>
              <a:buChar char="●"/>
              <a:defRPr/>
            </a:lvl4pPr>
            <a:lvl5pPr lvl="4" algn="ctr">
              <a:lnSpc>
                <a:spcPct val="100000"/>
              </a:lnSpc>
              <a:spcBef>
                <a:spcPts val="0"/>
              </a:spcBef>
              <a:spcAft>
                <a:spcPts val="0"/>
              </a:spcAft>
              <a:buClr>
                <a:srgbClr val="E76A28"/>
              </a:buClr>
              <a:buSzPts val="1200"/>
              <a:buFont typeface="Nunito Light"/>
              <a:buChar char="○"/>
              <a:defRPr/>
            </a:lvl5pPr>
            <a:lvl6pPr lvl="5" algn="ctr">
              <a:lnSpc>
                <a:spcPct val="100000"/>
              </a:lnSpc>
              <a:spcBef>
                <a:spcPts val="0"/>
              </a:spcBef>
              <a:spcAft>
                <a:spcPts val="0"/>
              </a:spcAft>
              <a:buClr>
                <a:srgbClr val="999999"/>
              </a:buClr>
              <a:buSzPts val="1200"/>
              <a:buFont typeface="Nunito Light"/>
              <a:buChar char="■"/>
              <a:defRPr/>
            </a:lvl6pPr>
            <a:lvl7pPr lvl="6" algn="ctr">
              <a:lnSpc>
                <a:spcPct val="100000"/>
              </a:lnSpc>
              <a:spcBef>
                <a:spcPts val="0"/>
              </a:spcBef>
              <a:spcAft>
                <a:spcPts val="0"/>
              </a:spcAft>
              <a:buClr>
                <a:srgbClr val="999999"/>
              </a:buClr>
              <a:buSzPts val="1200"/>
              <a:buFont typeface="Nunito Light"/>
              <a:buChar char="●"/>
              <a:defRPr/>
            </a:lvl7pPr>
            <a:lvl8pPr lvl="7" algn="ctr">
              <a:lnSpc>
                <a:spcPct val="100000"/>
              </a:lnSpc>
              <a:spcBef>
                <a:spcPts val="0"/>
              </a:spcBef>
              <a:spcAft>
                <a:spcPts val="0"/>
              </a:spcAft>
              <a:buClr>
                <a:srgbClr val="999999"/>
              </a:buClr>
              <a:buSzPts val="1200"/>
              <a:buFont typeface="Nunito Light"/>
              <a:buChar char="○"/>
              <a:defRPr/>
            </a:lvl8pPr>
            <a:lvl9pPr lvl="8" algn="ctr">
              <a:lnSpc>
                <a:spcPct val="100000"/>
              </a:lnSpc>
              <a:spcBef>
                <a:spcPts val="0"/>
              </a:spcBef>
              <a:spcAft>
                <a:spcPts val="0"/>
              </a:spcAft>
              <a:buClr>
                <a:srgbClr val="999999"/>
              </a:buClr>
              <a:buSzPts val="1200"/>
              <a:buFont typeface="Nunito Light"/>
              <a:buChar char="■"/>
              <a:defRPr/>
            </a:lvl9pPr>
          </a:lstStyle>
          <a:p>
            <a:endParaRPr/>
          </a:p>
        </p:txBody>
      </p:sp>
      <p:sp>
        <p:nvSpPr>
          <p:cNvPr id="346" name="Google Shape;346;p14"/>
          <p:cNvSpPr>
            <a:spLocks noGrp="1"/>
          </p:cNvSpPr>
          <p:nvPr>
            <p:ph type="pic" idx="2"/>
          </p:nvPr>
        </p:nvSpPr>
        <p:spPr>
          <a:xfrm>
            <a:off x="5668975" y="1076550"/>
            <a:ext cx="2990400" cy="2990400"/>
          </a:xfrm>
          <a:prstGeom prst="roundRect">
            <a:avLst>
              <a:gd name="adj" fmla="val 16667"/>
            </a:avLst>
          </a:prstGeom>
          <a:noFill/>
          <a:ln>
            <a:noFill/>
          </a:ln>
        </p:spPr>
      </p:sp>
      <p:sp>
        <p:nvSpPr>
          <p:cNvPr id="347" name="Google Shape;347;p14"/>
          <p:cNvSpPr/>
          <p:nvPr/>
        </p:nvSpPr>
        <p:spPr>
          <a:xfrm rot="-2381697">
            <a:off x="-1265120" y="-661594"/>
            <a:ext cx="3096202" cy="2008988"/>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 name="Google Shape;348;p14"/>
          <p:cNvSpPr/>
          <p:nvPr/>
        </p:nvSpPr>
        <p:spPr>
          <a:xfrm rot="-7296874">
            <a:off x="-735040" y="4231574"/>
            <a:ext cx="2036053" cy="1508864"/>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49" name="Google Shape;349;p14"/>
          <p:cNvGrpSpPr/>
          <p:nvPr/>
        </p:nvGrpSpPr>
        <p:grpSpPr>
          <a:xfrm>
            <a:off x="65066" y="4373044"/>
            <a:ext cx="878158" cy="654532"/>
            <a:chOff x="1114425" y="4361211"/>
            <a:chExt cx="573023" cy="427101"/>
          </a:xfrm>
        </p:grpSpPr>
        <p:grpSp>
          <p:nvGrpSpPr>
            <p:cNvPr id="350" name="Google Shape;350;p14"/>
            <p:cNvGrpSpPr/>
            <p:nvPr/>
          </p:nvGrpSpPr>
          <p:grpSpPr>
            <a:xfrm>
              <a:off x="1114425" y="4361211"/>
              <a:ext cx="573023" cy="427101"/>
              <a:chOff x="1114425" y="4361211"/>
              <a:chExt cx="573023" cy="427101"/>
            </a:xfrm>
          </p:grpSpPr>
          <p:sp>
            <p:nvSpPr>
              <p:cNvPr id="351" name="Google Shape;351;p14"/>
              <p:cNvSpPr/>
              <p:nvPr/>
            </p:nvSpPr>
            <p:spPr>
              <a:xfrm>
                <a:off x="1241964" y="4361211"/>
                <a:ext cx="445484" cy="299466"/>
              </a:xfrm>
              <a:custGeom>
                <a:avLst/>
                <a:gdLst/>
                <a:ahLst/>
                <a:cxnLst/>
                <a:rect l="l" t="t" r="r" b="b"/>
                <a:pathLst>
                  <a:path w="445484" h="299466" extrusionOk="0">
                    <a:moveTo>
                      <a:pt x="139160" y="7715"/>
                    </a:moveTo>
                    <a:lnTo>
                      <a:pt x="173450" y="42005"/>
                    </a:lnTo>
                    <a:cubicBezTo>
                      <a:pt x="178403" y="46958"/>
                      <a:pt x="185166" y="49721"/>
                      <a:pt x="192215" y="49721"/>
                    </a:cubicBezTo>
                    <a:lnTo>
                      <a:pt x="419005" y="49721"/>
                    </a:lnTo>
                    <a:cubicBezTo>
                      <a:pt x="433673" y="49721"/>
                      <a:pt x="445484" y="61627"/>
                      <a:pt x="445484" y="76200"/>
                    </a:cubicBezTo>
                    <a:lnTo>
                      <a:pt x="445484" y="272987"/>
                    </a:lnTo>
                    <a:cubicBezTo>
                      <a:pt x="445484" y="287655"/>
                      <a:pt x="433578" y="299466"/>
                      <a:pt x="419005" y="299466"/>
                    </a:cubicBezTo>
                    <a:lnTo>
                      <a:pt x="26479" y="299466"/>
                    </a:lnTo>
                    <a:cubicBezTo>
                      <a:pt x="11811" y="299466"/>
                      <a:pt x="0" y="287560"/>
                      <a:pt x="0" y="272987"/>
                    </a:cubicBezTo>
                    <a:lnTo>
                      <a:pt x="0" y="26479"/>
                    </a:lnTo>
                    <a:cubicBezTo>
                      <a:pt x="0" y="11811"/>
                      <a:pt x="11906" y="0"/>
                      <a:pt x="26479" y="0"/>
                    </a:cubicBezTo>
                    <a:lnTo>
                      <a:pt x="120396" y="0"/>
                    </a:lnTo>
                    <a:cubicBezTo>
                      <a:pt x="127445" y="0"/>
                      <a:pt x="134207" y="2762"/>
                      <a:pt x="139160" y="7715"/>
                    </a:cubicBezTo>
                    <a:close/>
                  </a:path>
                </a:pathLst>
              </a:custGeom>
              <a:solidFill>
                <a:srgbClr val="35363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52" name="Google Shape;352;p14"/>
              <p:cNvSpPr/>
              <p:nvPr/>
            </p:nvSpPr>
            <p:spPr>
              <a:xfrm>
                <a:off x="1178242" y="4425029"/>
                <a:ext cx="445484" cy="299466"/>
              </a:xfrm>
              <a:custGeom>
                <a:avLst/>
                <a:gdLst/>
                <a:ahLst/>
                <a:cxnLst/>
                <a:rect l="l" t="t" r="r" b="b"/>
                <a:pathLst>
                  <a:path w="445484" h="299466" extrusionOk="0">
                    <a:moveTo>
                      <a:pt x="139160" y="7620"/>
                    </a:moveTo>
                    <a:lnTo>
                      <a:pt x="173450" y="41910"/>
                    </a:lnTo>
                    <a:cubicBezTo>
                      <a:pt x="178403" y="46863"/>
                      <a:pt x="185166" y="49721"/>
                      <a:pt x="192215" y="49721"/>
                    </a:cubicBezTo>
                    <a:lnTo>
                      <a:pt x="419005" y="49721"/>
                    </a:lnTo>
                    <a:cubicBezTo>
                      <a:pt x="433673" y="49721"/>
                      <a:pt x="445484" y="61627"/>
                      <a:pt x="445484" y="76200"/>
                    </a:cubicBezTo>
                    <a:lnTo>
                      <a:pt x="445484" y="272987"/>
                    </a:lnTo>
                    <a:cubicBezTo>
                      <a:pt x="445484" y="287655"/>
                      <a:pt x="433578" y="299466"/>
                      <a:pt x="419005" y="299466"/>
                    </a:cubicBezTo>
                    <a:lnTo>
                      <a:pt x="26479" y="299466"/>
                    </a:lnTo>
                    <a:cubicBezTo>
                      <a:pt x="11811" y="299466"/>
                      <a:pt x="0" y="287560"/>
                      <a:pt x="0" y="272987"/>
                    </a:cubicBezTo>
                    <a:lnTo>
                      <a:pt x="0" y="26479"/>
                    </a:lnTo>
                    <a:cubicBezTo>
                      <a:pt x="0" y="11811"/>
                      <a:pt x="11906" y="0"/>
                      <a:pt x="26479" y="0"/>
                    </a:cubicBezTo>
                    <a:lnTo>
                      <a:pt x="120396" y="0"/>
                    </a:lnTo>
                    <a:cubicBezTo>
                      <a:pt x="127445" y="0"/>
                      <a:pt x="134207" y="2762"/>
                      <a:pt x="139160" y="7715"/>
                    </a:cubicBezTo>
                    <a:close/>
                  </a:path>
                </a:pathLst>
              </a:custGeom>
              <a:solidFill>
                <a:srgbClr val="42444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53" name="Google Shape;353;p14"/>
              <p:cNvSpPr/>
              <p:nvPr/>
            </p:nvSpPr>
            <p:spPr>
              <a:xfrm>
                <a:off x="1114425" y="4488846"/>
                <a:ext cx="445484" cy="299466"/>
              </a:xfrm>
              <a:custGeom>
                <a:avLst/>
                <a:gdLst/>
                <a:ahLst/>
                <a:cxnLst/>
                <a:rect l="l" t="t" r="r" b="b"/>
                <a:pathLst>
                  <a:path w="445484" h="299466" extrusionOk="0">
                    <a:moveTo>
                      <a:pt x="139160" y="7620"/>
                    </a:moveTo>
                    <a:lnTo>
                      <a:pt x="173450" y="41910"/>
                    </a:lnTo>
                    <a:cubicBezTo>
                      <a:pt x="178403" y="46863"/>
                      <a:pt x="185166" y="49721"/>
                      <a:pt x="192215" y="49721"/>
                    </a:cubicBezTo>
                    <a:lnTo>
                      <a:pt x="419005" y="49721"/>
                    </a:lnTo>
                    <a:cubicBezTo>
                      <a:pt x="433673" y="49721"/>
                      <a:pt x="445484" y="61627"/>
                      <a:pt x="445484" y="76200"/>
                    </a:cubicBezTo>
                    <a:lnTo>
                      <a:pt x="445484" y="272987"/>
                    </a:lnTo>
                    <a:cubicBezTo>
                      <a:pt x="445484" y="287655"/>
                      <a:pt x="433578" y="299466"/>
                      <a:pt x="419005" y="299466"/>
                    </a:cubicBezTo>
                    <a:lnTo>
                      <a:pt x="26480" y="299466"/>
                    </a:lnTo>
                    <a:cubicBezTo>
                      <a:pt x="11811" y="299466"/>
                      <a:pt x="0" y="287560"/>
                      <a:pt x="0" y="272987"/>
                    </a:cubicBezTo>
                    <a:lnTo>
                      <a:pt x="0" y="26479"/>
                    </a:lnTo>
                    <a:cubicBezTo>
                      <a:pt x="0" y="11811"/>
                      <a:pt x="11906" y="0"/>
                      <a:pt x="26480" y="0"/>
                    </a:cubicBezTo>
                    <a:lnTo>
                      <a:pt x="120396" y="0"/>
                    </a:lnTo>
                    <a:cubicBezTo>
                      <a:pt x="127445" y="0"/>
                      <a:pt x="134207" y="2762"/>
                      <a:pt x="139160" y="7811"/>
                    </a:cubicBezTo>
                    <a:close/>
                  </a:path>
                </a:pathLst>
              </a:custGeom>
              <a:solidFill>
                <a:srgbClr val="6F708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354" name="Google Shape;354;p14"/>
            <p:cNvSpPr/>
            <p:nvPr/>
          </p:nvSpPr>
          <p:spPr>
            <a:xfrm>
              <a:off x="1303210" y="4628965"/>
              <a:ext cx="68735" cy="82063"/>
            </a:xfrm>
            <a:custGeom>
              <a:avLst/>
              <a:gdLst/>
              <a:ahLst/>
              <a:cxnLst/>
              <a:rect l="l" t="t" r="r" b="b"/>
              <a:pathLst>
                <a:path w="68735" h="82063" extrusionOk="0">
                  <a:moveTo>
                    <a:pt x="0" y="6471"/>
                  </a:moveTo>
                  <a:lnTo>
                    <a:pt x="0" y="75527"/>
                  </a:lnTo>
                  <a:cubicBezTo>
                    <a:pt x="0" y="80575"/>
                    <a:pt x="5524" y="83719"/>
                    <a:pt x="9811" y="81147"/>
                  </a:cubicBezTo>
                  <a:lnTo>
                    <a:pt x="65532" y="48095"/>
                  </a:lnTo>
                  <a:cubicBezTo>
                    <a:pt x="69723" y="45619"/>
                    <a:pt x="69818" y="39618"/>
                    <a:pt x="65723" y="37046"/>
                  </a:cubicBezTo>
                  <a:lnTo>
                    <a:pt x="10001" y="1042"/>
                  </a:lnTo>
                  <a:cubicBezTo>
                    <a:pt x="5715" y="-1721"/>
                    <a:pt x="0" y="1327"/>
                    <a:pt x="0" y="6471"/>
                  </a:cubicBezTo>
                  <a:close/>
                </a:path>
              </a:pathLst>
            </a:custGeom>
            <a:solidFill>
              <a:srgbClr val="FFFFF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text 1">
  <p:cSld name="ONE_COLUMN_TEXT_1_1">
    <p:spTree>
      <p:nvGrpSpPr>
        <p:cNvPr id="1" name="Shape 355"/>
        <p:cNvGrpSpPr/>
        <p:nvPr/>
      </p:nvGrpSpPr>
      <p:grpSpPr>
        <a:xfrm>
          <a:off x="0" y="0"/>
          <a:ext cx="0" cy="0"/>
          <a:chOff x="0" y="0"/>
          <a:chExt cx="0" cy="0"/>
        </a:xfrm>
      </p:grpSpPr>
      <p:sp>
        <p:nvSpPr>
          <p:cNvPr id="356" name="Google Shape;356;p15"/>
          <p:cNvSpPr txBox="1">
            <a:spLocks noGrp="1"/>
          </p:cNvSpPr>
          <p:nvPr>
            <p:ph type="title"/>
          </p:nvPr>
        </p:nvSpPr>
        <p:spPr>
          <a:xfrm>
            <a:off x="2013850" y="841075"/>
            <a:ext cx="5116200" cy="1390500"/>
          </a:xfrm>
          <a:prstGeom prst="rect">
            <a:avLst/>
          </a:prstGeom>
        </p:spPr>
        <p:txBody>
          <a:bodyPr spcFirstLastPara="1" wrap="square" lIns="91425" tIns="91425" rIns="91425" bIns="91425" anchor="b" anchorCtr="0">
            <a:noAutofit/>
          </a:bodyPr>
          <a:lstStyle>
            <a:lvl1pPr lvl="0">
              <a:spcBef>
                <a:spcPts val="0"/>
              </a:spcBef>
              <a:spcAft>
                <a:spcPts val="0"/>
              </a:spcAft>
              <a:buSzPts val="3000"/>
              <a:buNone/>
              <a:defRPr sz="4000"/>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357" name="Google Shape;357;p15"/>
          <p:cNvSpPr txBox="1">
            <a:spLocks noGrp="1"/>
          </p:cNvSpPr>
          <p:nvPr>
            <p:ph type="subTitle" idx="1"/>
          </p:nvPr>
        </p:nvSpPr>
        <p:spPr>
          <a:xfrm>
            <a:off x="2013850" y="2231525"/>
            <a:ext cx="5116200" cy="20709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200"/>
              <a:buFont typeface="Nunito Light"/>
              <a:buChar char="●"/>
              <a:defRPr/>
            </a:lvl1pPr>
            <a:lvl2pPr lvl="1" algn="ctr">
              <a:lnSpc>
                <a:spcPct val="100000"/>
              </a:lnSpc>
              <a:spcBef>
                <a:spcPts val="0"/>
              </a:spcBef>
              <a:spcAft>
                <a:spcPts val="0"/>
              </a:spcAft>
              <a:buClr>
                <a:srgbClr val="E76A28"/>
              </a:buClr>
              <a:buSzPts val="1200"/>
              <a:buFont typeface="Nunito Light"/>
              <a:buChar char="○"/>
              <a:defRPr/>
            </a:lvl2pPr>
            <a:lvl3pPr lvl="2" algn="ctr">
              <a:lnSpc>
                <a:spcPct val="100000"/>
              </a:lnSpc>
              <a:spcBef>
                <a:spcPts val="0"/>
              </a:spcBef>
              <a:spcAft>
                <a:spcPts val="0"/>
              </a:spcAft>
              <a:buClr>
                <a:srgbClr val="E76A28"/>
              </a:buClr>
              <a:buSzPts val="1200"/>
              <a:buFont typeface="Nunito Light"/>
              <a:buChar char="■"/>
              <a:defRPr/>
            </a:lvl3pPr>
            <a:lvl4pPr lvl="3" algn="ctr">
              <a:lnSpc>
                <a:spcPct val="100000"/>
              </a:lnSpc>
              <a:spcBef>
                <a:spcPts val="0"/>
              </a:spcBef>
              <a:spcAft>
                <a:spcPts val="0"/>
              </a:spcAft>
              <a:buClr>
                <a:srgbClr val="E76A28"/>
              </a:buClr>
              <a:buSzPts val="1200"/>
              <a:buFont typeface="Nunito Light"/>
              <a:buChar char="●"/>
              <a:defRPr/>
            </a:lvl4pPr>
            <a:lvl5pPr lvl="4" algn="ctr">
              <a:lnSpc>
                <a:spcPct val="100000"/>
              </a:lnSpc>
              <a:spcBef>
                <a:spcPts val="0"/>
              </a:spcBef>
              <a:spcAft>
                <a:spcPts val="0"/>
              </a:spcAft>
              <a:buClr>
                <a:srgbClr val="E76A28"/>
              </a:buClr>
              <a:buSzPts val="1200"/>
              <a:buFont typeface="Nunito Light"/>
              <a:buChar char="○"/>
              <a:defRPr/>
            </a:lvl5pPr>
            <a:lvl6pPr lvl="5" algn="ctr">
              <a:lnSpc>
                <a:spcPct val="100000"/>
              </a:lnSpc>
              <a:spcBef>
                <a:spcPts val="0"/>
              </a:spcBef>
              <a:spcAft>
                <a:spcPts val="0"/>
              </a:spcAft>
              <a:buClr>
                <a:srgbClr val="999999"/>
              </a:buClr>
              <a:buSzPts val="1200"/>
              <a:buFont typeface="Nunito Light"/>
              <a:buChar char="■"/>
              <a:defRPr/>
            </a:lvl6pPr>
            <a:lvl7pPr lvl="6" algn="ctr">
              <a:lnSpc>
                <a:spcPct val="100000"/>
              </a:lnSpc>
              <a:spcBef>
                <a:spcPts val="0"/>
              </a:spcBef>
              <a:spcAft>
                <a:spcPts val="0"/>
              </a:spcAft>
              <a:buClr>
                <a:srgbClr val="999999"/>
              </a:buClr>
              <a:buSzPts val="1200"/>
              <a:buFont typeface="Nunito Light"/>
              <a:buChar char="●"/>
              <a:defRPr/>
            </a:lvl7pPr>
            <a:lvl8pPr lvl="7" algn="ctr">
              <a:lnSpc>
                <a:spcPct val="100000"/>
              </a:lnSpc>
              <a:spcBef>
                <a:spcPts val="0"/>
              </a:spcBef>
              <a:spcAft>
                <a:spcPts val="0"/>
              </a:spcAft>
              <a:buClr>
                <a:srgbClr val="999999"/>
              </a:buClr>
              <a:buSzPts val="1200"/>
              <a:buFont typeface="Nunito Light"/>
              <a:buChar char="○"/>
              <a:defRPr/>
            </a:lvl8pPr>
            <a:lvl9pPr lvl="8" algn="ctr">
              <a:lnSpc>
                <a:spcPct val="100000"/>
              </a:lnSpc>
              <a:spcBef>
                <a:spcPts val="0"/>
              </a:spcBef>
              <a:spcAft>
                <a:spcPts val="0"/>
              </a:spcAft>
              <a:buClr>
                <a:srgbClr val="999999"/>
              </a:buClr>
              <a:buSzPts val="1200"/>
              <a:buFont typeface="Nunito Light"/>
              <a:buChar char="■"/>
              <a:defRPr/>
            </a:lvl9pPr>
          </a:lstStyle>
          <a:p>
            <a:endParaRPr/>
          </a:p>
        </p:txBody>
      </p:sp>
      <p:sp>
        <p:nvSpPr>
          <p:cNvPr id="358" name="Google Shape;358;p15"/>
          <p:cNvSpPr/>
          <p:nvPr/>
        </p:nvSpPr>
        <p:spPr>
          <a:xfrm rot="9076707" flipH="1">
            <a:off x="7972821" y="-586852"/>
            <a:ext cx="1683799" cy="1672812"/>
          </a:xfrm>
          <a:custGeom>
            <a:avLst/>
            <a:gdLst/>
            <a:ahLst/>
            <a:cxnLst/>
            <a:rect l="l" t="t" r="r" b="b"/>
            <a:pathLst>
              <a:path w="38869" h="30330" extrusionOk="0">
                <a:moveTo>
                  <a:pt x="24297" y="1"/>
                </a:moveTo>
                <a:cubicBezTo>
                  <a:pt x="23576" y="1"/>
                  <a:pt x="22813" y="81"/>
                  <a:pt x="22018" y="271"/>
                </a:cubicBezTo>
                <a:cubicBezTo>
                  <a:pt x="16904" y="1494"/>
                  <a:pt x="14626" y="5778"/>
                  <a:pt x="11611" y="8671"/>
                </a:cubicBezTo>
                <a:cubicBezTo>
                  <a:pt x="10032" y="10186"/>
                  <a:pt x="7766" y="10684"/>
                  <a:pt x="5916" y="11826"/>
                </a:cubicBezTo>
                <a:cubicBezTo>
                  <a:pt x="0" y="15481"/>
                  <a:pt x="539" y="24197"/>
                  <a:pt x="4874" y="27639"/>
                </a:cubicBezTo>
                <a:cubicBezTo>
                  <a:pt x="7150" y="29445"/>
                  <a:pt x="9815" y="30330"/>
                  <a:pt x="12976" y="30330"/>
                </a:cubicBezTo>
                <a:cubicBezTo>
                  <a:pt x="15025" y="30330"/>
                  <a:pt x="17282" y="29958"/>
                  <a:pt x="19778" y="29225"/>
                </a:cubicBezTo>
                <a:cubicBezTo>
                  <a:pt x="26123" y="27360"/>
                  <a:pt x="30656" y="26268"/>
                  <a:pt x="34763" y="20412"/>
                </a:cubicBezTo>
                <a:cubicBezTo>
                  <a:pt x="38869" y="14558"/>
                  <a:pt x="35544" y="6859"/>
                  <a:pt x="30907" y="2368"/>
                </a:cubicBezTo>
                <a:cubicBezTo>
                  <a:pt x="30907" y="2368"/>
                  <a:pt x="28215" y="1"/>
                  <a:pt x="24297" y="1"/>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59" name="Google Shape;359;p15"/>
          <p:cNvGrpSpPr/>
          <p:nvPr/>
        </p:nvGrpSpPr>
        <p:grpSpPr>
          <a:xfrm flipH="1">
            <a:off x="683048" y="4696520"/>
            <a:ext cx="325927" cy="404808"/>
            <a:chOff x="7385113" y="1535430"/>
            <a:chExt cx="435673" cy="541115"/>
          </a:xfrm>
        </p:grpSpPr>
        <p:sp>
          <p:nvSpPr>
            <p:cNvPr id="360" name="Google Shape;360;p15"/>
            <p:cNvSpPr/>
            <p:nvPr/>
          </p:nvSpPr>
          <p:spPr>
            <a:xfrm>
              <a:off x="7385113" y="1535430"/>
              <a:ext cx="435673" cy="541115"/>
            </a:xfrm>
            <a:custGeom>
              <a:avLst/>
              <a:gdLst/>
              <a:ahLst/>
              <a:cxnLst/>
              <a:rect l="l" t="t" r="r" b="b"/>
              <a:pathLst>
                <a:path w="435673" h="541115" extrusionOk="0">
                  <a:moveTo>
                    <a:pt x="394621" y="0"/>
                  </a:moveTo>
                  <a:cubicBezTo>
                    <a:pt x="417294" y="0"/>
                    <a:pt x="435674" y="18380"/>
                    <a:pt x="435674" y="41053"/>
                  </a:cubicBezTo>
                  <a:lnTo>
                    <a:pt x="435674" y="500062"/>
                  </a:lnTo>
                  <a:cubicBezTo>
                    <a:pt x="435674" y="522735"/>
                    <a:pt x="417294" y="541115"/>
                    <a:pt x="394621" y="541115"/>
                  </a:cubicBezTo>
                  <a:lnTo>
                    <a:pt x="41053" y="541115"/>
                  </a:lnTo>
                  <a:cubicBezTo>
                    <a:pt x="18380" y="541115"/>
                    <a:pt x="0" y="522735"/>
                    <a:pt x="0" y="500062"/>
                  </a:cubicBezTo>
                  <a:lnTo>
                    <a:pt x="0" y="41053"/>
                  </a:lnTo>
                  <a:cubicBezTo>
                    <a:pt x="0" y="18380"/>
                    <a:pt x="18380" y="0"/>
                    <a:pt x="41053" y="0"/>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361" name="Google Shape;361;p15"/>
            <p:cNvGrpSpPr/>
            <p:nvPr/>
          </p:nvGrpSpPr>
          <p:grpSpPr>
            <a:xfrm>
              <a:off x="7612094" y="1566576"/>
              <a:ext cx="164781" cy="41529"/>
              <a:chOff x="7612094" y="1566576"/>
              <a:chExt cx="164781" cy="41529"/>
            </a:xfrm>
          </p:grpSpPr>
          <p:sp>
            <p:nvSpPr>
              <p:cNvPr id="362" name="Google Shape;362;p15"/>
              <p:cNvSpPr/>
              <p:nvPr/>
            </p:nvSpPr>
            <p:spPr>
              <a:xfrm>
                <a:off x="7735347" y="1566576"/>
                <a:ext cx="41528" cy="41529"/>
              </a:xfrm>
              <a:custGeom>
                <a:avLst/>
                <a:gdLst/>
                <a:ahLst/>
                <a:cxnLst/>
                <a:rect l="l" t="t" r="r" b="b"/>
                <a:pathLst>
                  <a:path w="41528" h="41529" extrusionOk="0">
                    <a:moveTo>
                      <a:pt x="41529" y="20765"/>
                    </a:moveTo>
                    <a:cubicBezTo>
                      <a:pt x="41529" y="32290"/>
                      <a:pt x="32195" y="41529"/>
                      <a:pt x="20764" y="41529"/>
                    </a:cubicBezTo>
                    <a:cubicBezTo>
                      <a:pt x="9335" y="41529"/>
                      <a:pt x="0" y="32194"/>
                      <a:pt x="0" y="20765"/>
                    </a:cubicBezTo>
                    <a:cubicBezTo>
                      <a:pt x="0" y="9334"/>
                      <a:pt x="9335" y="0"/>
                      <a:pt x="20764" y="0"/>
                    </a:cubicBezTo>
                    <a:cubicBezTo>
                      <a:pt x="32195" y="0"/>
                      <a:pt x="41529" y="9334"/>
                      <a:pt x="41529" y="20765"/>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63" name="Google Shape;363;p15"/>
              <p:cNvSpPr/>
              <p:nvPr/>
            </p:nvSpPr>
            <p:spPr>
              <a:xfrm>
                <a:off x="7673721" y="1566576"/>
                <a:ext cx="41528" cy="41529"/>
              </a:xfrm>
              <a:custGeom>
                <a:avLst/>
                <a:gdLst/>
                <a:ahLst/>
                <a:cxnLst/>
                <a:rect l="l" t="t" r="r" b="b"/>
                <a:pathLst>
                  <a:path w="41528" h="41529" extrusionOk="0">
                    <a:moveTo>
                      <a:pt x="41529" y="20765"/>
                    </a:moveTo>
                    <a:cubicBezTo>
                      <a:pt x="41529" y="32290"/>
                      <a:pt x="32195" y="41529"/>
                      <a:pt x="20764" y="41529"/>
                    </a:cubicBezTo>
                    <a:cubicBezTo>
                      <a:pt x="9334" y="41529"/>
                      <a:pt x="0" y="32194"/>
                      <a:pt x="0" y="20765"/>
                    </a:cubicBezTo>
                    <a:cubicBezTo>
                      <a:pt x="0" y="9334"/>
                      <a:pt x="9334" y="0"/>
                      <a:pt x="20764" y="0"/>
                    </a:cubicBezTo>
                    <a:cubicBezTo>
                      <a:pt x="32195" y="0"/>
                      <a:pt x="41529" y="9334"/>
                      <a:pt x="41529" y="20765"/>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64" name="Google Shape;364;p15"/>
              <p:cNvSpPr/>
              <p:nvPr/>
            </p:nvSpPr>
            <p:spPr>
              <a:xfrm>
                <a:off x="7612094" y="1566576"/>
                <a:ext cx="41529" cy="41529"/>
              </a:xfrm>
              <a:custGeom>
                <a:avLst/>
                <a:gdLst/>
                <a:ahLst/>
                <a:cxnLst/>
                <a:rect l="l" t="t" r="r" b="b"/>
                <a:pathLst>
                  <a:path w="41529" h="41529" extrusionOk="0">
                    <a:moveTo>
                      <a:pt x="41529" y="20765"/>
                    </a:moveTo>
                    <a:cubicBezTo>
                      <a:pt x="41529" y="32290"/>
                      <a:pt x="32195" y="41529"/>
                      <a:pt x="20764" y="41529"/>
                    </a:cubicBezTo>
                    <a:cubicBezTo>
                      <a:pt x="9335" y="41529"/>
                      <a:pt x="0" y="32194"/>
                      <a:pt x="0" y="20765"/>
                    </a:cubicBezTo>
                    <a:cubicBezTo>
                      <a:pt x="0" y="9334"/>
                      <a:pt x="9335" y="0"/>
                      <a:pt x="20764" y="0"/>
                    </a:cubicBezTo>
                    <a:cubicBezTo>
                      <a:pt x="32195" y="0"/>
                      <a:pt x="41529" y="9334"/>
                      <a:pt x="41529" y="2076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365" name="Google Shape;365;p15"/>
          <p:cNvGrpSpPr/>
          <p:nvPr/>
        </p:nvGrpSpPr>
        <p:grpSpPr>
          <a:xfrm flipH="1">
            <a:off x="713902" y="4774546"/>
            <a:ext cx="268636" cy="280965"/>
            <a:chOff x="7420451" y="1639728"/>
            <a:chExt cx="359091" cy="375571"/>
          </a:xfrm>
        </p:grpSpPr>
        <p:sp>
          <p:nvSpPr>
            <p:cNvPr id="366" name="Google Shape;366;p15"/>
            <p:cNvSpPr/>
            <p:nvPr/>
          </p:nvSpPr>
          <p:spPr>
            <a:xfrm>
              <a:off x="7420451" y="1852041"/>
              <a:ext cx="357473" cy="163258"/>
            </a:xfrm>
            <a:custGeom>
              <a:avLst/>
              <a:gdLst/>
              <a:ahLst/>
              <a:cxnLst/>
              <a:rect l="l" t="t" r="r" b="b"/>
              <a:pathLst>
                <a:path w="357473" h="163258" extrusionOk="0">
                  <a:moveTo>
                    <a:pt x="40196" y="72962"/>
                  </a:moveTo>
                  <a:lnTo>
                    <a:pt x="0" y="72962"/>
                  </a:lnTo>
                  <a:lnTo>
                    <a:pt x="0" y="90297"/>
                  </a:lnTo>
                  <a:lnTo>
                    <a:pt x="40196" y="90297"/>
                  </a:lnTo>
                  <a:lnTo>
                    <a:pt x="40196" y="72962"/>
                  </a:lnTo>
                  <a:close/>
                  <a:moveTo>
                    <a:pt x="185166" y="126778"/>
                  </a:moveTo>
                  <a:lnTo>
                    <a:pt x="294894" y="126778"/>
                  </a:lnTo>
                  <a:lnTo>
                    <a:pt x="294894" y="109347"/>
                  </a:lnTo>
                  <a:lnTo>
                    <a:pt x="185166" y="109347"/>
                  </a:lnTo>
                  <a:lnTo>
                    <a:pt x="185166" y="126778"/>
                  </a:lnTo>
                  <a:close/>
                  <a:moveTo>
                    <a:pt x="294894" y="0"/>
                  </a:moveTo>
                  <a:lnTo>
                    <a:pt x="38291" y="0"/>
                  </a:lnTo>
                  <a:lnTo>
                    <a:pt x="38291" y="17335"/>
                  </a:lnTo>
                  <a:lnTo>
                    <a:pt x="294894" y="17335"/>
                  </a:lnTo>
                  <a:lnTo>
                    <a:pt x="294894" y="0"/>
                  </a:lnTo>
                  <a:close/>
                  <a:moveTo>
                    <a:pt x="0" y="163259"/>
                  </a:moveTo>
                  <a:lnTo>
                    <a:pt x="99632" y="163259"/>
                  </a:lnTo>
                  <a:lnTo>
                    <a:pt x="99632" y="145828"/>
                  </a:lnTo>
                  <a:lnTo>
                    <a:pt x="0" y="145828"/>
                  </a:lnTo>
                  <a:lnTo>
                    <a:pt x="0" y="163259"/>
                  </a:lnTo>
                  <a:close/>
                  <a:moveTo>
                    <a:pt x="76581" y="36481"/>
                  </a:moveTo>
                  <a:lnTo>
                    <a:pt x="0" y="36481"/>
                  </a:lnTo>
                  <a:lnTo>
                    <a:pt x="0" y="53816"/>
                  </a:lnTo>
                  <a:lnTo>
                    <a:pt x="76581" y="53816"/>
                  </a:lnTo>
                  <a:lnTo>
                    <a:pt x="76581" y="36481"/>
                  </a:lnTo>
                  <a:close/>
                  <a:moveTo>
                    <a:pt x="52483" y="90297"/>
                  </a:moveTo>
                  <a:lnTo>
                    <a:pt x="207836" y="90297"/>
                  </a:lnTo>
                  <a:lnTo>
                    <a:pt x="207836" y="72962"/>
                  </a:lnTo>
                  <a:lnTo>
                    <a:pt x="52483" y="72962"/>
                  </a:lnTo>
                  <a:lnTo>
                    <a:pt x="52483" y="90297"/>
                  </a:lnTo>
                  <a:close/>
                  <a:moveTo>
                    <a:pt x="164402" y="109347"/>
                  </a:moveTo>
                  <a:lnTo>
                    <a:pt x="0" y="109347"/>
                  </a:lnTo>
                  <a:lnTo>
                    <a:pt x="0" y="126778"/>
                  </a:lnTo>
                  <a:lnTo>
                    <a:pt x="164402" y="126778"/>
                  </a:lnTo>
                  <a:lnTo>
                    <a:pt x="164402" y="109347"/>
                  </a:lnTo>
                  <a:close/>
                  <a:moveTo>
                    <a:pt x="220218" y="90297"/>
                  </a:moveTo>
                  <a:lnTo>
                    <a:pt x="357378" y="90297"/>
                  </a:lnTo>
                  <a:lnTo>
                    <a:pt x="357378" y="72962"/>
                  </a:lnTo>
                  <a:lnTo>
                    <a:pt x="220218" y="72962"/>
                  </a:lnTo>
                  <a:lnTo>
                    <a:pt x="220218" y="90297"/>
                  </a:lnTo>
                  <a:close/>
                  <a:moveTo>
                    <a:pt x="97441" y="53816"/>
                  </a:moveTo>
                  <a:lnTo>
                    <a:pt x="357474" y="53816"/>
                  </a:lnTo>
                  <a:lnTo>
                    <a:pt x="357474" y="36481"/>
                  </a:lnTo>
                  <a:lnTo>
                    <a:pt x="97441" y="36481"/>
                  </a:lnTo>
                  <a:lnTo>
                    <a:pt x="97441" y="53816"/>
                  </a:lnTo>
                  <a:close/>
                  <a:moveTo>
                    <a:pt x="305371" y="0"/>
                  </a:moveTo>
                  <a:lnTo>
                    <a:pt x="305371" y="17335"/>
                  </a:lnTo>
                  <a:lnTo>
                    <a:pt x="357378" y="17335"/>
                  </a:lnTo>
                  <a:lnTo>
                    <a:pt x="357378" y="0"/>
                  </a:lnTo>
                  <a:lnTo>
                    <a:pt x="305371" y="0"/>
                  </a:lnTo>
                  <a:close/>
                  <a:moveTo>
                    <a:pt x="315659" y="126778"/>
                  </a:moveTo>
                  <a:lnTo>
                    <a:pt x="357378" y="126778"/>
                  </a:lnTo>
                  <a:lnTo>
                    <a:pt x="357378" y="109347"/>
                  </a:lnTo>
                  <a:lnTo>
                    <a:pt x="315659" y="109347"/>
                  </a:lnTo>
                  <a:lnTo>
                    <a:pt x="315659" y="126778"/>
                  </a:lnTo>
                  <a:close/>
                  <a:moveTo>
                    <a:pt x="120396" y="163259"/>
                  </a:moveTo>
                  <a:lnTo>
                    <a:pt x="222981" y="163259"/>
                  </a:lnTo>
                  <a:lnTo>
                    <a:pt x="222981" y="145828"/>
                  </a:lnTo>
                  <a:lnTo>
                    <a:pt x="120396" y="145828"/>
                  </a:lnTo>
                  <a:lnTo>
                    <a:pt x="120396" y="163259"/>
                  </a:lnTo>
                  <a:close/>
                  <a:moveTo>
                    <a:pt x="235363" y="163259"/>
                  </a:moveTo>
                  <a:lnTo>
                    <a:pt x="313563" y="163259"/>
                  </a:lnTo>
                  <a:lnTo>
                    <a:pt x="313563" y="145828"/>
                  </a:lnTo>
                  <a:lnTo>
                    <a:pt x="235363" y="145828"/>
                  </a:lnTo>
                  <a:lnTo>
                    <a:pt x="235363" y="163259"/>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67" name="Google Shape;367;p15"/>
            <p:cNvSpPr/>
            <p:nvPr/>
          </p:nvSpPr>
          <p:spPr>
            <a:xfrm>
              <a:off x="7425594" y="1639728"/>
              <a:ext cx="353948" cy="180117"/>
            </a:xfrm>
            <a:custGeom>
              <a:avLst/>
              <a:gdLst/>
              <a:ahLst/>
              <a:cxnLst/>
              <a:rect l="l" t="t" r="r" b="b"/>
              <a:pathLst>
                <a:path w="353948" h="180117" extrusionOk="0">
                  <a:moveTo>
                    <a:pt x="0" y="0"/>
                  </a:moveTo>
                  <a:lnTo>
                    <a:pt x="353949" y="0"/>
                  </a:lnTo>
                  <a:lnTo>
                    <a:pt x="353949" y="180118"/>
                  </a:lnTo>
                  <a:lnTo>
                    <a:pt x="0" y="180118"/>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368" name="Google Shape;368;p15"/>
          <p:cNvGrpSpPr/>
          <p:nvPr/>
        </p:nvGrpSpPr>
        <p:grpSpPr>
          <a:xfrm flipH="1">
            <a:off x="96200" y="4469347"/>
            <a:ext cx="355444" cy="644072"/>
            <a:chOff x="1945386" y="5582316"/>
            <a:chExt cx="470725" cy="852963"/>
          </a:xfrm>
        </p:grpSpPr>
        <p:grpSp>
          <p:nvGrpSpPr>
            <p:cNvPr id="369" name="Google Shape;369;p15"/>
            <p:cNvGrpSpPr/>
            <p:nvPr/>
          </p:nvGrpSpPr>
          <p:grpSpPr>
            <a:xfrm>
              <a:off x="1945386" y="5582316"/>
              <a:ext cx="470725" cy="852963"/>
              <a:chOff x="1945386" y="5582316"/>
              <a:chExt cx="470725" cy="852963"/>
            </a:xfrm>
          </p:grpSpPr>
          <p:sp>
            <p:nvSpPr>
              <p:cNvPr id="370" name="Google Shape;370;p15"/>
              <p:cNvSpPr/>
              <p:nvPr/>
            </p:nvSpPr>
            <p:spPr>
              <a:xfrm>
                <a:off x="1945386" y="5582316"/>
                <a:ext cx="470725" cy="852963"/>
              </a:xfrm>
              <a:custGeom>
                <a:avLst/>
                <a:gdLst/>
                <a:ahLst/>
                <a:cxnLst/>
                <a:rect l="l" t="t" r="r" b="b"/>
                <a:pathLst>
                  <a:path w="470725" h="852963" extrusionOk="0">
                    <a:moveTo>
                      <a:pt x="435388" y="0"/>
                    </a:moveTo>
                    <a:cubicBezTo>
                      <a:pt x="454904" y="0"/>
                      <a:pt x="470726" y="15821"/>
                      <a:pt x="470726" y="35338"/>
                    </a:cubicBezTo>
                    <a:lnTo>
                      <a:pt x="470726" y="817626"/>
                    </a:lnTo>
                    <a:cubicBezTo>
                      <a:pt x="470726" y="837143"/>
                      <a:pt x="454904" y="852964"/>
                      <a:pt x="435388" y="852964"/>
                    </a:cubicBezTo>
                    <a:lnTo>
                      <a:pt x="35338" y="852964"/>
                    </a:lnTo>
                    <a:cubicBezTo>
                      <a:pt x="15821" y="852964"/>
                      <a:pt x="0" y="837143"/>
                      <a:pt x="0" y="817626"/>
                    </a:cubicBezTo>
                    <a:lnTo>
                      <a:pt x="0" y="35338"/>
                    </a:lnTo>
                    <a:cubicBezTo>
                      <a:pt x="0" y="15822"/>
                      <a:pt x="15821" y="0"/>
                      <a:pt x="35338" y="0"/>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71" name="Google Shape;371;p15"/>
              <p:cNvSpPr/>
              <p:nvPr/>
            </p:nvSpPr>
            <p:spPr>
              <a:xfrm>
                <a:off x="1965864" y="5625846"/>
                <a:ext cx="429577" cy="699420"/>
              </a:xfrm>
              <a:custGeom>
                <a:avLst/>
                <a:gdLst/>
                <a:ahLst/>
                <a:cxnLst/>
                <a:rect l="l" t="t" r="r" b="b"/>
                <a:pathLst>
                  <a:path w="429577" h="699420" extrusionOk="0">
                    <a:moveTo>
                      <a:pt x="0" y="0"/>
                    </a:moveTo>
                    <a:lnTo>
                      <a:pt x="429578" y="0"/>
                    </a:lnTo>
                    <a:lnTo>
                      <a:pt x="429578" y="699421"/>
                    </a:lnTo>
                    <a:lnTo>
                      <a:pt x="0" y="699421"/>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372" name="Google Shape;372;p15"/>
            <p:cNvSpPr/>
            <p:nvPr/>
          </p:nvSpPr>
          <p:spPr>
            <a:xfrm>
              <a:off x="1986438" y="6371462"/>
              <a:ext cx="388334" cy="32194"/>
            </a:xfrm>
            <a:custGeom>
              <a:avLst/>
              <a:gdLst/>
              <a:ahLst/>
              <a:cxnLst/>
              <a:rect l="l" t="t" r="r" b="b"/>
              <a:pathLst>
                <a:path w="388334" h="32194" extrusionOk="0">
                  <a:moveTo>
                    <a:pt x="88011" y="0"/>
                  </a:moveTo>
                  <a:lnTo>
                    <a:pt x="16097" y="0"/>
                  </a:lnTo>
                  <a:cubicBezTo>
                    <a:pt x="7239" y="0"/>
                    <a:pt x="0" y="7239"/>
                    <a:pt x="0" y="16097"/>
                  </a:cubicBezTo>
                  <a:cubicBezTo>
                    <a:pt x="0" y="24955"/>
                    <a:pt x="7239" y="32195"/>
                    <a:pt x="16097" y="32195"/>
                  </a:cubicBezTo>
                  <a:lnTo>
                    <a:pt x="88011" y="32195"/>
                  </a:lnTo>
                  <a:cubicBezTo>
                    <a:pt x="96869" y="32195"/>
                    <a:pt x="104108" y="24955"/>
                    <a:pt x="104108" y="16097"/>
                  </a:cubicBezTo>
                  <a:cubicBezTo>
                    <a:pt x="104108" y="7239"/>
                    <a:pt x="96869" y="0"/>
                    <a:pt x="88011" y="0"/>
                  </a:cubicBezTo>
                  <a:close/>
                  <a:moveTo>
                    <a:pt x="230124" y="0"/>
                  </a:moveTo>
                  <a:lnTo>
                    <a:pt x="158210" y="0"/>
                  </a:lnTo>
                  <a:cubicBezTo>
                    <a:pt x="149352" y="0"/>
                    <a:pt x="142113" y="7239"/>
                    <a:pt x="142113" y="16097"/>
                  </a:cubicBezTo>
                  <a:cubicBezTo>
                    <a:pt x="142113" y="24955"/>
                    <a:pt x="149352" y="32195"/>
                    <a:pt x="158210" y="32195"/>
                  </a:cubicBezTo>
                  <a:lnTo>
                    <a:pt x="230124" y="32195"/>
                  </a:lnTo>
                  <a:cubicBezTo>
                    <a:pt x="238982" y="32195"/>
                    <a:pt x="246221" y="24955"/>
                    <a:pt x="246221" y="16097"/>
                  </a:cubicBezTo>
                  <a:cubicBezTo>
                    <a:pt x="246221" y="7239"/>
                    <a:pt x="238982" y="0"/>
                    <a:pt x="230124" y="0"/>
                  </a:cubicBezTo>
                  <a:close/>
                  <a:moveTo>
                    <a:pt x="372237" y="0"/>
                  </a:moveTo>
                  <a:lnTo>
                    <a:pt x="300323" y="0"/>
                  </a:lnTo>
                  <a:cubicBezTo>
                    <a:pt x="291465" y="0"/>
                    <a:pt x="284226" y="7239"/>
                    <a:pt x="284226" y="16097"/>
                  </a:cubicBezTo>
                  <a:cubicBezTo>
                    <a:pt x="284226" y="24955"/>
                    <a:pt x="291465" y="32195"/>
                    <a:pt x="300323" y="32195"/>
                  </a:cubicBezTo>
                  <a:lnTo>
                    <a:pt x="372237" y="32195"/>
                  </a:lnTo>
                  <a:cubicBezTo>
                    <a:pt x="381095" y="32195"/>
                    <a:pt x="388334" y="24955"/>
                    <a:pt x="388334" y="16097"/>
                  </a:cubicBezTo>
                  <a:cubicBezTo>
                    <a:pt x="388334" y="7239"/>
                    <a:pt x="381095" y="0"/>
                    <a:pt x="372237" y="0"/>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373" name="Google Shape;373;p15"/>
          <p:cNvGrpSpPr/>
          <p:nvPr/>
        </p:nvGrpSpPr>
        <p:grpSpPr>
          <a:xfrm>
            <a:off x="7975988" y="116167"/>
            <a:ext cx="1061979" cy="558999"/>
            <a:chOff x="3859815" y="2867310"/>
            <a:chExt cx="1262157" cy="664368"/>
          </a:xfrm>
        </p:grpSpPr>
        <p:sp>
          <p:nvSpPr>
            <p:cNvPr id="374" name="Google Shape;374;p15"/>
            <p:cNvSpPr/>
            <p:nvPr/>
          </p:nvSpPr>
          <p:spPr>
            <a:xfrm>
              <a:off x="3859815" y="2867310"/>
              <a:ext cx="1262157" cy="664368"/>
            </a:xfrm>
            <a:custGeom>
              <a:avLst/>
              <a:gdLst/>
              <a:ahLst/>
              <a:cxnLst/>
              <a:rect l="l" t="t" r="r" b="b"/>
              <a:pathLst>
                <a:path w="1262157" h="664368" extrusionOk="0">
                  <a:moveTo>
                    <a:pt x="1102233" y="344424"/>
                  </a:moveTo>
                  <a:cubicBezTo>
                    <a:pt x="1090231" y="344424"/>
                    <a:pt x="1078611" y="345757"/>
                    <a:pt x="1067372" y="348234"/>
                  </a:cubicBezTo>
                  <a:cubicBezTo>
                    <a:pt x="1048131" y="223838"/>
                    <a:pt x="945166" y="127159"/>
                    <a:pt x="817816" y="117348"/>
                  </a:cubicBezTo>
                  <a:cubicBezTo>
                    <a:pt x="756856" y="45625"/>
                    <a:pt x="666083" y="0"/>
                    <a:pt x="564547" y="0"/>
                  </a:cubicBezTo>
                  <a:cubicBezTo>
                    <a:pt x="398526" y="0"/>
                    <a:pt x="260890" y="121825"/>
                    <a:pt x="236220" y="280988"/>
                  </a:cubicBezTo>
                  <a:cubicBezTo>
                    <a:pt x="222599" y="277939"/>
                    <a:pt x="208502" y="276320"/>
                    <a:pt x="194024" y="276320"/>
                  </a:cubicBezTo>
                  <a:cubicBezTo>
                    <a:pt x="86868" y="276320"/>
                    <a:pt x="0" y="363188"/>
                    <a:pt x="0" y="470345"/>
                  </a:cubicBezTo>
                  <a:cubicBezTo>
                    <a:pt x="0" y="577501"/>
                    <a:pt x="86868" y="664369"/>
                    <a:pt x="194024" y="664369"/>
                  </a:cubicBezTo>
                  <a:lnTo>
                    <a:pt x="1102138" y="664369"/>
                  </a:lnTo>
                  <a:cubicBezTo>
                    <a:pt x="1190530" y="664369"/>
                    <a:pt x="1262158" y="592741"/>
                    <a:pt x="1262158" y="504349"/>
                  </a:cubicBezTo>
                  <a:cubicBezTo>
                    <a:pt x="1262158" y="415957"/>
                    <a:pt x="1190530" y="344329"/>
                    <a:pt x="1102138" y="344329"/>
                  </a:cubicBezTo>
                  <a:close/>
                </a:path>
              </a:pathLst>
            </a:custGeom>
            <a:solidFill>
              <a:srgbClr val="42444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375" name="Google Shape;375;p15"/>
            <p:cNvGrpSpPr/>
            <p:nvPr/>
          </p:nvGrpSpPr>
          <p:grpSpPr>
            <a:xfrm>
              <a:off x="4275677" y="3065525"/>
              <a:ext cx="334517" cy="380047"/>
              <a:chOff x="4275677" y="3065525"/>
              <a:chExt cx="334517" cy="380047"/>
            </a:xfrm>
          </p:grpSpPr>
          <p:grpSp>
            <p:nvGrpSpPr>
              <p:cNvPr id="376" name="Google Shape;376;p15"/>
              <p:cNvGrpSpPr/>
              <p:nvPr/>
            </p:nvGrpSpPr>
            <p:grpSpPr>
              <a:xfrm>
                <a:off x="4275677" y="3065525"/>
                <a:ext cx="334517" cy="380047"/>
                <a:chOff x="4275677" y="3065525"/>
                <a:chExt cx="334517" cy="380047"/>
              </a:xfrm>
            </p:grpSpPr>
            <p:grpSp>
              <p:nvGrpSpPr>
                <p:cNvPr id="377" name="Google Shape;377;p15"/>
                <p:cNvGrpSpPr/>
                <p:nvPr/>
              </p:nvGrpSpPr>
              <p:grpSpPr>
                <a:xfrm>
                  <a:off x="4275677" y="3301269"/>
                  <a:ext cx="334422" cy="144303"/>
                  <a:chOff x="4275677" y="3301269"/>
                  <a:chExt cx="334422" cy="144303"/>
                </a:xfrm>
              </p:grpSpPr>
              <p:sp>
                <p:nvSpPr>
                  <p:cNvPr id="378" name="Google Shape;378;p15"/>
                  <p:cNvSpPr/>
                  <p:nvPr/>
                </p:nvSpPr>
                <p:spPr>
                  <a:xfrm>
                    <a:off x="4275677" y="3331654"/>
                    <a:ext cx="334422" cy="113918"/>
                  </a:xfrm>
                  <a:custGeom>
                    <a:avLst/>
                    <a:gdLst/>
                    <a:ahLst/>
                    <a:cxnLst/>
                    <a:rect l="l" t="t" r="r" b="b"/>
                    <a:pathLst>
                      <a:path w="334422" h="113918" extrusionOk="0">
                        <a:moveTo>
                          <a:pt x="95" y="0"/>
                        </a:moveTo>
                        <a:lnTo>
                          <a:pt x="95" y="83534"/>
                        </a:lnTo>
                        <a:cubicBezTo>
                          <a:pt x="95" y="100298"/>
                          <a:pt x="74962" y="113919"/>
                          <a:pt x="167259" y="113919"/>
                        </a:cubicBezTo>
                        <a:cubicBezTo>
                          <a:pt x="259556" y="113919"/>
                          <a:pt x="334423" y="100298"/>
                          <a:pt x="334423" y="83534"/>
                        </a:cubicBezTo>
                        <a:lnTo>
                          <a:pt x="334423" y="0"/>
                        </a:lnTo>
                        <a:lnTo>
                          <a:pt x="0" y="0"/>
                        </a:lnTo>
                        <a:close/>
                      </a:path>
                    </a:pathLst>
                  </a:custGeom>
                  <a:solidFill>
                    <a:srgbClr val="CFD3D9"/>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79" name="Google Shape;379;p15"/>
                  <p:cNvSpPr/>
                  <p:nvPr/>
                </p:nvSpPr>
                <p:spPr>
                  <a:xfrm>
                    <a:off x="4275772" y="3301269"/>
                    <a:ext cx="334327" cy="60769"/>
                  </a:xfrm>
                  <a:custGeom>
                    <a:avLst/>
                    <a:gdLst/>
                    <a:ahLst/>
                    <a:cxnLst/>
                    <a:rect l="l" t="t" r="r" b="b"/>
                    <a:pathLst>
                      <a:path w="334327" h="60769" extrusionOk="0">
                        <a:moveTo>
                          <a:pt x="334328" y="30385"/>
                        </a:moveTo>
                        <a:cubicBezTo>
                          <a:pt x="334328" y="47166"/>
                          <a:pt x="259486" y="60770"/>
                          <a:pt x="167164" y="60770"/>
                        </a:cubicBezTo>
                        <a:cubicBezTo>
                          <a:pt x="74842" y="60770"/>
                          <a:pt x="0" y="47166"/>
                          <a:pt x="0" y="30385"/>
                        </a:cubicBezTo>
                        <a:cubicBezTo>
                          <a:pt x="0" y="13604"/>
                          <a:pt x="74842" y="0"/>
                          <a:pt x="167164" y="0"/>
                        </a:cubicBezTo>
                        <a:cubicBezTo>
                          <a:pt x="259486" y="0"/>
                          <a:pt x="334328" y="13604"/>
                          <a:pt x="334328" y="30385"/>
                        </a:cubicBezTo>
                        <a:close/>
                      </a:path>
                    </a:pathLst>
                  </a:custGeom>
                  <a:solidFill>
                    <a:srgbClr val="E6EAF0"/>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380" name="Google Shape;380;p15"/>
                <p:cNvGrpSpPr/>
                <p:nvPr/>
              </p:nvGrpSpPr>
              <p:grpSpPr>
                <a:xfrm>
                  <a:off x="4275677" y="3183350"/>
                  <a:ext cx="334422" cy="144302"/>
                  <a:chOff x="4275677" y="3183350"/>
                  <a:chExt cx="334422" cy="144302"/>
                </a:xfrm>
              </p:grpSpPr>
              <p:sp>
                <p:nvSpPr>
                  <p:cNvPr id="381" name="Google Shape;381;p15"/>
                  <p:cNvSpPr/>
                  <p:nvPr/>
                </p:nvSpPr>
                <p:spPr>
                  <a:xfrm>
                    <a:off x="4275677" y="3213734"/>
                    <a:ext cx="334422" cy="113918"/>
                  </a:xfrm>
                  <a:custGeom>
                    <a:avLst/>
                    <a:gdLst/>
                    <a:ahLst/>
                    <a:cxnLst/>
                    <a:rect l="l" t="t" r="r" b="b"/>
                    <a:pathLst>
                      <a:path w="334422" h="113918" extrusionOk="0">
                        <a:moveTo>
                          <a:pt x="95" y="0"/>
                        </a:moveTo>
                        <a:lnTo>
                          <a:pt x="95" y="83534"/>
                        </a:lnTo>
                        <a:cubicBezTo>
                          <a:pt x="95" y="100298"/>
                          <a:pt x="74962" y="113919"/>
                          <a:pt x="167259" y="113919"/>
                        </a:cubicBezTo>
                        <a:cubicBezTo>
                          <a:pt x="259556" y="113919"/>
                          <a:pt x="334423" y="100298"/>
                          <a:pt x="334423" y="83534"/>
                        </a:cubicBezTo>
                        <a:lnTo>
                          <a:pt x="334423" y="0"/>
                        </a:lnTo>
                        <a:lnTo>
                          <a:pt x="0" y="0"/>
                        </a:lnTo>
                        <a:close/>
                      </a:path>
                    </a:pathLst>
                  </a:custGeom>
                  <a:solidFill>
                    <a:srgbClr val="CFD3D9"/>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82" name="Google Shape;382;p15"/>
                  <p:cNvSpPr/>
                  <p:nvPr/>
                </p:nvSpPr>
                <p:spPr>
                  <a:xfrm>
                    <a:off x="4275772" y="3183350"/>
                    <a:ext cx="334327" cy="60769"/>
                  </a:xfrm>
                  <a:custGeom>
                    <a:avLst/>
                    <a:gdLst/>
                    <a:ahLst/>
                    <a:cxnLst/>
                    <a:rect l="l" t="t" r="r" b="b"/>
                    <a:pathLst>
                      <a:path w="334327" h="60769" extrusionOk="0">
                        <a:moveTo>
                          <a:pt x="334328" y="30385"/>
                        </a:moveTo>
                        <a:cubicBezTo>
                          <a:pt x="334328" y="47166"/>
                          <a:pt x="259486" y="60769"/>
                          <a:pt x="167164" y="60769"/>
                        </a:cubicBezTo>
                        <a:cubicBezTo>
                          <a:pt x="74842" y="60769"/>
                          <a:pt x="0" y="47166"/>
                          <a:pt x="0" y="30385"/>
                        </a:cubicBezTo>
                        <a:cubicBezTo>
                          <a:pt x="0" y="13604"/>
                          <a:pt x="74842" y="0"/>
                          <a:pt x="167164" y="0"/>
                        </a:cubicBezTo>
                        <a:cubicBezTo>
                          <a:pt x="259486" y="0"/>
                          <a:pt x="334328" y="13604"/>
                          <a:pt x="334328" y="30385"/>
                        </a:cubicBezTo>
                        <a:close/>
                      </a:path>
                    </a:pathLst>
                  </a:custGeom>
                  <a:solidFill>
                    <a:srgbClr val="E6EAF0"/>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383" name="Google Shape;383;p15"/>
                <p:cNvGrpSpPr/>
                <p:nvPr/>
              </p:nvGrpSpPr>
              <p:grpSpPr>
                <a:xfrm>
                  <a:off x="4275677" y="3065525"/>
                  <a:ext cx="334517" cy="144303"/>
                  <a:chOff x="4275677" y="3065525"/>
                  <a:chExt cx="334517" cy="144303"/>
                </a:xfrm>
              </p:grpSpPr>
              <p:sp>
                <p:nvSpPr>
                  <p:cNvPr id="384" name="Google Shape;384;p15"/>
                  <p:cNvSpPr/>
                  <p:nvPr/>
                </p:nvSpPr>
                <p:spPr>
                  <a:xfrm>
                    <a:off x="4275677" y="3095910"/>
                    <a:ext cx="334422" cy="113918"/>
                  </a:xfrm>
                  <a:custGeom>
                    <a:avLst/>
                    <a:gdLst/>
                    <a:ahLst/>
                    <a:cxnLst/>
                    <a:rect l="l" t="t" r="r" b="b"/>
                    <a:pathLst>
                      <a:path w="334422" h="113918" extrusionOk="0">
                        <a:moveTo>
                          <a:pt x="95" y="0"/>
                        </a:moveTo>
                        <a:lnTo>
                          <a:pt x="95" y="83534"/>
                        </a:lnTo>
                        <a:cubicBezTo>
                          <a:pt x="95" y="100298"/>
                          <a:pt x="74962" y="113919"/>
                          <a:pt x="167259" y="113919"/>
                        </a:cubicBezTo>
                        <a:cubicBezTo>
                          <a:pt x="259556" y="113919"/>
                          <a:pt x="334423" y="100298"/>
                          <a:pt x="334423" y="83534"/>
                        </a:cubicBezTo>
                        <a:lnTo>
                          <a:pt x="334423" y="0"/>
                        </a:lnTo>
                        <a:lnTo>
                          <a:pt x="0" y="0"/>
                        </a:lnTo>
                        <a:close/>
                      </a:path>
                    </a:pathLst>
                  </a:custGeom>
                  <a:solidFill>
                    <a:srgbClr val="CFD3D9"/>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85" name="Google Shape;385;p15"/>
                  <p:cNvSpPr/>
                  <p:nvPr/>
                </p:nvSpPr>
                <p:spPr>
                  <a:xfrm>
                    <a:off x="4275867" y="3065525"/>
                    <a:ext cx="334327" cy="60769"/>
                  </a:xfrm>
                  <a:custGeom>
                    <a:avLst/>
                    <a:gdLst/>
                    <a:ahLst/>
                    <a:cxnLst/>
                    <a:rect l="l" t="t" r="r" b="b"/>
                    <a:pathLst>
                      <a:path w="334327" h="60769" extrusionOk="0">
                        <a:moveTo>
                          <a:pt x="334328" y="30385"/>
                        </a:moveTo>
                        <a:cubicBezTo>
                          <a:pt x="334328" y="47149"/>
                          <a:pt x="259461" y="60770"/>
                          <a:pt x="167164" y="60770"/>
                        </a:cubicBezTo>
                        <a:cubicBezTo>
                          <a:pt x="74866" y="60770"/>
                          <a:pt x="0" y="47149"/>
                          <a:pt x="0" y="30385"/>
                        </a:cubicBezTo>
                        <a:cubicBezTo>
                          <a:pt x="0" y="13621"/>
                          <a:pt x="74866" y="0"/>
                          <a:pt x="167164" y="0"/>
                        </a:cubicBezTo>
                        <a:cubicBezTo>
                          <a:pt x="259461" y="0"/>
                          <a:pt x="334328" y="13621"/>
                          <a:pt x="334328" y="30385"/>
                        </a:cubicBezTo>
                        <a:close/>
                      </a:path>
                    </a:pathLst>
                  </a:custGeom>
                  <a:solidFill>
                    <a:srgbClr val="E6EAF0"/>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sp>
            <p:nvSpPr>
              <p:cNvPr id="386" name="Google Shape;386;p15"/>
              <p:cNvSpPr/>
              <p:nvPr/>
            </p:nvSpPr>
            <p:spPr>
              <a:xfrm>
                <a:off x="4529994" y="3140487"/>
                <a:ext cx="38100" cy="38100"/>
              </a:xfrm>
              <a:custGeom>
                <a:avLst/>
                <a:gdLst/>
                <a:ahLst/>
                <a:cxnLst/>
                <a:rect l="l" t="t" r="r" b="b"/>
                <a:pathLst>
                  <a:path w="38100" h="38100" extrusionOk="0">
                    <a:moveTo>
                      <a:pt x="38100" y="19050"/>
                    </a:moveTo>
                    <a:cubicBezTo>
                      <a:pt x="38100" y="29623"/>
                      <a:pt x="29528" y="38100"/>
                      <a:pt x="19050" y="38100"/>
                    </a:cubicBezTo>
                    <a:cubicBezTo>
                      <a:pt x="8572" y="38100"/>
                      <a:pt x="0" y="29528"/>
                      <a:pt x="0" y="19050"/>
                    </a:cubicBezTo>
                    <a:cubicBezTo>
                      <a:pt x="0" y="8572"/>
                      <a:pt x="8572" y="0"/>
                      <a:pt x="19050" y="0"/>
                    </a:cubicBezTo>
                    <a:cubicBezTo>
                      <a:pt x="29528" y="0"/>
                      <a:pt x="38100" y="8572"/>
                      <a:pt x="38100" y="19050"/>
                    </a:cubicBezTo>
                    <a:close/>
                  </a:path>
                </a:pathLst>
              </a:custGeom>
              <a:solidFill>
                <a:srgbClr val="55C0ED"/>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87" name="Google Shape;387;p15"/>
              <p:cNvSpPr/>
              <p:nvPr/>
            </p:nvSpPr>
            <p:spPr>
              <a:xfrm>
                <a:off x="4529994" y="3256216"/>
                <a:ext cx="38100" cy="38100"/>
              </a:xfrm>
              <a:custGeom>
                <a:avLst/>
                <a:gdLst/>
                <a:ahLst/>
                <a:cxnLst/>
                <a:rect l="l" t="t" r="r" b="b"/>
                <a:pathLst>
                  <a:path w="38100" h="38100" extrusionOk="0">
                    <a:moveTo>
                      <a:pt x="38100" y="19050"/>
                    </a:moveTo>
                    <a:cubicBezTo>
                      <a:pt x="38100" y="29623"/>
                      <a:pt x="29528" y="38100"/>
                      <a:pt x="19050" y="38100"/>
                    </a:cubicBezTo>
                    <a:cubicBezTo>
                      <a:pt x="8572" y="38100"/>
                      <a:pt x="0" y="29528"/>
                      <a:pt x="0" y="19050"/>
                    </a:cubicBezTo>
                    <a:cubicBezTo>
                      <a:pt x="0" y="8573"/>
                      <a:pt x="8572" y="0"/>
                      <a:pt x="19050" y="0"/>
                    </a:cubicBezTo>
                    <a:cubicBezTo>
                      <a:pt x="29528" y="0"/>
                      <a:pt x="38100" y="8573"/>
                      <a:pt x="38100" y="19050"/>
                    </a:cubicBezTo>
                    <a:close/>
                  </a:path>
                </a:pathLst>
              </a:custGeom>
              <a:solidFill>
                <a:srgbClr val="E6EAF0"/>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88" name="Google Shape;388;p15"/>
              <p:cNvSpPr/>
              <p:nvPr/>
            </p:nvSpPr>
            <p:spPr>
              <a:xfrm>
                <a:off x="4529994" y="3377088"/>
                <a:ext cx="38100" cy="38100"/>
              </a:xfrm>
              <a:custGeom>
                <a:avLst/>
                <a:gdLst/>
                <a:ahLst/>
                <a:cxnLst/>
                <a:rect l="l" t="t" r="r" b="b"/>
                <a:pathLst>
                  <a:path w="38100" h="38100" extrusionOk="0">
                    <a:moveTo>
                      <a:pt x="38100" y="19050"/>
                    </a:moveTo>
                    <a:cubicBezTo>
                      <a:pt x="38100" y="29623"/>
                      <a:pt x="29528" y="38100"/>
                      <a:pt x="19050" y="38100"/>
                    </a:cubicBezTo>
                    <a:cubicBezTo>
                      <a:pt x="8572" y="38100"/>
                      <a:pt x="0" y="29528"/>
                      <a:pt x="0" y="19050"/>
                    </a:cubicBezTo>
                    <a:cubicBezTo>
                      <a:pt x="0" y="8573"/>
                      <a:pt x="8572" y="0"/>
                      <a:pt x="19050" y="0"/>
                    </a:cubicBezTo>
                    <a:cubicBezTo>
                      <a:pt x="29528" y="0"/>
                      <a:pt x="38100" y="8573"/>
                      <a:pt x="38100" y="19050"/>
                    </a:cubicBezTo>
                    <a:close/>
                  </a:path>
                </a:pathLst>
              </a:custGeom>
              <a:solidFill>
                <a:srgbClr val="E6EAF0"/>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389" name="Google Shape;389;p15"/>
          <p:cNvGrpSpPr/>
          <p:nvPr/>
        </p:nvGrpSpPr>
        <p:grpSpPr>
          <a:xfrm rot="5400000" flipH="1">
            <a:off x="557972" y="4696603"/>
            <a:ext cx="16329" cy="218290"/>
            <a:chOff x="10809827" y="4402455"/>
            <a:chExt cx="24764" cy="330993"/>
          </a:xfrm>
        </p:grpSpPr>
        <p:sp>
          <p:nvSpPr>
            <p:cNvPr id="390" name="Google Shape;390;p15"/>
            <p:cNvSpPr/>
            <p:nvPr/>
          </p:nvSpPr>
          <p:spPr>
            <a:xfrm>
              <a:off x="10822209" y="4414266"/>
              <a:ext cx="9525" cy="307467"/>
            </a:xfrm>
            <a:custGeom>
              <a:avLst/>
              <a:gdLst/>
              <a:ahLst/>
              <a:cxnLst/>
              <a:rect l="l" t="t" r="r" b="b"/>
              <a:pathLst>
                <a:path w="9525" h="307467" extrusionOk="0">
                  <a:moveTo>
                    <a:pt x="-1" y="307467"/>
                  </a:moveTo>
                  <a:lnTo>
                    <a:pt x="-1" y="0"/>
                  </a:lnTo>
                </a:path>
              </a:pathLst>
            </a:custGeom>
            <a:solidFill>
              <a:schemeClr val="accent4"/>
            </a:solidFill>
            <a:ln w="10950" cap="flat" cmpd="sng">
              <a:solidFill>
                <a:schemeClr val="accent4"/>
              </a:solidFill>
              <a:prstDash val="dashDot"/>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91" name="Google Shape;391;p15"/>
            <p:cNvSpPr/>
            <p:nvPr/>
          </p:nvSpPr>
          <p:spPr>
            <a:xfrm>
              <a:off x="10809827" y="4708683"/>
              <a:ext cx="24764" cy="24765"/>
            </a:xfrm>
            <a:custGeom>
              <a:avLst/>
              <a:gdLst/>
              <a:ahLst/>
              <a:cxnLst/>
              <a:rect l="l" t="t" r="r" b="b"/>
              <a:pathLst>
                <a:path w="24764" h="24765" extrusionOk="0">
                  <a:moveTo>
                    <a:pt x="24765" y="12382"/>
                  </a:moveTo>
                  <a:cubicBezTo>
                    <a:pt x="24765" y="19240"/>
                    <a:pt x="19241" y="24765"/>
                    <a:pt x="12382" y="24765"/>
                  </a:cubicBezTo>
                  <a:cubicBezTo>
                    <a:pt x="5524" y="24765"/>
                    <a:pt x="0" y="19240"/>
                    <a:pt x="0" y="12382"/>
                  </a:cubicBezTo>
                  <a:cubicBezTo>
                    <a:pt x="0" y="5524"/>
                    <a:pt x="5524" y="0"/>
                    <a:pt x="12382" y="0"/>
                  </a:cubicBezTo>
                  <a:cubicBezTo>
                    <a:pt x="19241" y="0"/>
                    <a:pt x="24765" y="5524"/>
                    <a:pt x="24765" y="12382"/>
                  </a:cubicBez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92" name="Google Shape;392;p15"/>
            <p:cNvSpPr/>
            <p:nvPr/>
          </p:nvSpPr>
          <p:spPr>
            <a:xfrm>
              <a:off x="10809827" y="4402455"/>
              <a:ext cx="24764" cy="24764"/>
            </a:xfrm>
            <a:custGeom>
              <a:avLst/>
              <a:gdLst/>
              <a:ahLst/>
              <a:cxnLst/>
              <a:rect l="l" t="t" r="r" b="b"/>
              <a:pathLst>
                <a:path w="24764" h="24764" extrusionOk="0">
                  <a:moveTo>
                    <a:pt x="24765" y="12382"/>
                  </a:moveTo>
                  <a:cubicBezTo>
                    <a:pt x="24765" y="5524"/>
                    <a:pt x="19241" y="0"/>
                    <a:pt x="12382" y="0"/>
                  </a:cubicBezTo>
                  <a:cubicBezTo>
                    <a:pt x="5524" y="0"/>
                    <a:pt x="0" y="5524"/>
                    <a:pt x="0" y="12382"/>
                  </a:cubicBezTo>
                  <a:cubicBezTo>
                    <a:pt x="0" y="19240"/>
                    <a:pt x="5524" y="24765"/>
                    <a:pt x="12382" y="24765"/>
                  </a:cubicBezTo>
                  <a:cubicBezTo>
                    <a:pt x="19241" y="24765"/>
                    <a:pt x="24765" y="19240"/>
                    <a:pt x="24765" y="12382"/>
                  </a:cubicBez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393" name="Google Shape;393;p15"/>
          <p:cNvSpPr/>
          <p:nvPr/>
        </p:nvSpPr>
        <p:spPr>
          <a:xfrm rot="-532595">
            <a:off x="7984139" y="4422751"/>
            <a:ext cx="1661199" cy="1343241"/>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15"/>
          <p:cNvSpPr/>
          <p:nvPr/>
        </p:nvSpPr>
        <p:spPr>
          <a:xfrm rot="-5145822" flipH="1">
            <a:off x="-1235221" y="72085"/>
            <a:ext cx="2404292" cy="1318592"/>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hree columns">
  <p:cSld name="CUSTOM_6">
    <p:spTree>
      <p:nvGrpSpPr>
        <p:cNvPr id="1" name="Shape 395"/>
        <p:cNvGrpSpPr/>
        <p:nvPr/>
      </p:nvGrpSpPr>
      <p:grpSpPr>
        <a:xfrm>
          <a:off x="0" y="0"/>
          <a:ext cx="0" cy="0"/>
          <a:chOff x="0" y="0"/>
          <a:chExt cx="0" cy="0"/>
        </a:xfrm>
      </p:grpSpPr>
      <p:sp>
        <p:nvSpPr>
          <p:cNvPr id="396" name="Google Shape;396;p1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397" name="Google Shape;397;p16"/>
          <p:cNvSpPr txBox="1">
            <a:spLocks noGrp="1"/>
          </p:cNvSpPr>
          <p:nvPr>
            <p:ph type="subTitle" idx="1"/>
          </p:nvPr>
        </p:nvSpPr>
        <p:spPr>
          <a:xfrm>
            <a:off x="937625" y="2579823"/>
            <a:ext cx="2175300" cy="1501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398" name="Google Shape;398;p16"/>
          <p:cNvSpPr txBox="1">
            <a:spLocks noGrp="1"/>
          </p:cNvSpPr>
          <p:nvPr>
            <p:ph type="subTitle" idx="2"/>
          </p:nvPr>
        </p:nvSpPr>
        <p:spPr>
          <a:xfrm>
            <a:off x="3484347" y="2579823"/>
            <a:ext cx="2175300" cy="1501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399" name="Google Shape;399;p16"/>
          <p:cNvSpPr txBox="1">
            <a:spLocks noGrp="1"/>
          </p:cNvSpPr>
          <p:nvPr>
            <p:ph type="subTitle" idx="3"/>
          </p:nvPr>
        </p:nvSpPr>
        <p:spPr>
          <a:xfrm>
            <a:off x="6031075" y="2579823"/>
            <a:ext cx="2175300" cy="1501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400" name="Google Shape;400;p16"/>
          <p:cNvSpPr txBox="1">
            <a:spLocks noGrp="1"/>
          </p:cNvSpPr>
          <p:nvPr>
            <p:ph type="subTitle" idx="4"/>
          </p:nvPr>
        </p:nvSpPr>
        <p:spPr>
          <a:xfrm>
            <a:off x="937625" y="1775401"/>
            <a:ext cx="2175300" cy="558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401" name="Google Shape;401;p16"/>
          <p:cNvSpPr txBox="1">
            <a:spLocks noGrp="1"/>
          </p:cNvSpPr>
          <p:nvPr>
            <p:ph type="subTitle" idx="5"/>
          </p:nvPr>
        </p:nvSpPr>
        <p:spPr>
          <a:xfrm>
            <a:off x="3484350" y="1775401"/>
            <a:ext cx="2175300" cy="558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402" name="Google Shape;402;p16"/>
          <p:cNvSpPr txBox="1">
            <a:spLocks noGrp="1"/>
          </p:cNvSpPr>
          <p:nvPr>
            <p:ph type="subTitle" idx="6"/>
          </p:nvPr>
        </p:nvSpPr>
        <p:spPr>
          <a:xfrm>
            <a:off x="6031075" y="1775401"/>
            <a:ext cx="2175300" cy="558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403" name="Google Shape;403;p16"/>
          <p:cNvSpPr/>
          <p:nvPr/>
        </p:nvSpPr>
        <p:spPr>
          <a:xfrm rot="8800738" flipH="1">
            <a:off x="7902412" y="4181666"/>
            <a:ext cx="1680262" cy="1358589"/>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 name="Google Shape;404;p16"/>
          <p:cNvSpPr/>
          <p:nvPr/>
        </p:nvSpPr>
        <p:spPr>
          <a:xfrm rot="-8942362" flipH="1">
            <a:off x="-983149" y="4040244"/>
            <a:ext cx="2474148" cy="2000589"/>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 name="Google Shape;405;p16"/>
          <p:cNvSpPr/>
          <p:nvPr/>
        </p:nvSpPr>
        <p:spPr>
          <a:xfrm rot="1554271" flipH="1">
            <a:off x="7563507" y="-664049"/>
            <a:ext cx="2112334" cy="2002574"/>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 name="Google Shape;406;p16"/>
          <p:cNvSpPr/>
          <p:nvPr/>
        </p:nvSpPr>
        <p:spPr>
          <a:xfrm>
            <a:off x="62825" y="1725386"/>
            <a:ext cx="606206" cy="37384"/>
          </a:xfrm>
          <a:custGeom>
            <a:avLst/>
            <a:gdLst/>
            <a:ahLst/>
            <a:cxnLst/>
            <a:rect l="l" t="t" r="r" b="b"/>
            <a:pathLst>
              <a:path w="824770" h="50863" extrusionOk="0">
                <a:moveTo>
                  <a:pt x="799338" y="50863"/>
                </a:moveTo>
                <a:lnTo>
                  <a:pt x="25432" y="50863"/>
                </a:lnTo>
                <a:cubicBezTo>
                  <a:pt x="11430" y="50863"/>
                  <a:pt x="0" y="39433"/>
                  <a:pt x="0" y="25432"/>
                </a:cubicBezTo>
                <a:lnTo>
                  <a:pt x="0" y="25432"/>
                </a:lnTo>
                <a:cubicBezTo>
                  <a:pt x="0" y="11430"/>
                  <a:pt x="11430" y="0"/>
                  <a:pt x="25432" y="0"/>
                </a:cubicBezTo>
                <a:lnTo>
                  <a:pt x="799338" y="0"/>
                </a:lnTo>
                <a:cubicBezTo>
                  <a:pt x="813339" y="0"/>
                  <a:pt x="824770" y="11430"/>
                  <a:pt x="824770" y="25432"/>
                </a:cubicBezTo>
                <a:lnTo>
                  <a:pt x="824770" y="25432"/>
                </a:lnTo>
                <a:cubicBezTo>
                  <a:pt x="824770" y="39433"/>
                  <a:pt x="813339" y="50863"/>
                  <a:pt x="799338" y="50863"/>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407" name="Google Shape;407;p16"/>
          <p:cNvGrpSpPr/>
          <p:nvPr/>
        </p:nvGrpSpPr>
        <p:grpSpPr>
          <a:xfrm>
            <a:off x="96399" y="951293"/>
            <a:ext cx="552408" cy="792759"/>
            <a:chOff x="10519314" y="4728596"/>
            <a:chExt cx="751780" cy="1078731"/>
          </a:xfrm>
        </p:grpSpPr>
        <p:grpSp>
          <p:nvGrpSpPr>
            <p:cNvPr id="408" name="Google Shape;408;p16"/>
            <p:cNvGrpSpPr/>
            <p:nvPr/>
          </p:nvGrpSpPr>
          <p:grpSpPr>
            <a:xfrm>
              <a:off x="10519314" y="4728596"/>
              <a:ext cx="626662" cy="1078731"/>
              <a:chOff x="10519314" y="4728596"/>
              <a:chExt cx="626662" cy="1078731"/>
            </a:xfrm>
          </p:grpSpPr>
          <p:grpSp>
            <p:nvGrpSpPr>
              <p:cNvPr id="409" name="Google Shape;409;p16"/>
              <p:cNvGrpSpPr/>
              <p:nvPr/>
            </p:nvGrpSpPr>
            <p:grpSpPr>
              <a:xfrm>
                <a:off x="10903220" y="4888205"/>
                <a:ext cx="242756" cy="919122"/>
                <a:chOff x="10903220" y="4888205"/>
                <a:chExt cx="242756" cy="919122"/>
              </a:xfrm>
            </p:grpSpPr>
            <p:sp>
              <p:nvSpPr>
                <p:cNvPr id="410" name="Google Shape;410;p16"/>
                <p:cNvSpPr/>
                <p:nvPr/>
              </p:nvSpPr>
              <p:spPr>
                <a:xfrm rot="-447735">
                  <a:off x="10961814" y="4892503"/>
                  <a:ext cx="125567" cy="910526"/>
                </a:xfrm>
                <a:custGeom>
                  <a:avLst/>
                  <a:gdLst/>
                  <a:ahLst/>
                  <a:cxnLst/>
                  <a:rect l="l" t="t" r="r" b="b"/>
                  <a:pathLst>
                    <a:path w="125444" h="909637" extrusionOk="0">
                      <a:moveTo>
                        <a:pt x="0" y="0"/>
                      </a:moveTo>
                      <a:lnTo>
                        <a:pt x="125445" y="0"/>
                      </a:lnTo>
                      <a:lnTo>
                        <a:pt x="125445" y="909637"/>
                      </a:lnTo>
                      <a:lnTo>
                        <a:pt x="0" y="90963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11" name="Google Shape;411;p16"/>
                <p:cNvSpPr/>
                <p:nvPr/>
              </p:nvSpPr>
              <p:spPr>
                <a:xfrm>
                  <a:off x="10952422" y="4933194"/>
                  <a:ext cx="42088" cy="42088"/>
                </a:xfrm>
                <a:custGeom>
                  <a:avLst/>
                  <a:gdLst/>
                  <a:ahLst/>
                  <a:cxnLst/>
                  <a:rect l="l" t="t" r="r" b="b"/>
                  <a:pathLst>
                    <a:path w="42088" h="42088" extrusionOk="0">
                      <a:moveTo>
                        <a:pt x="41904" y="18282"/>
                      </a:moveTo>
                      <a:cubicBezTo>
                        <a:pt x="43428" y="29807"/>
                        <a:pt x="35331" y="40380"/>
                        <a:pt x="23806" y="41904"/>
                      </a:cubicBezTo>
                      <a:cubicBezTo>
                        <a:pt x="12281" y="43428"/>
                        <a:pt x="1709" y="35332"/>
                        <a:pt x="184" y="23806"/>
                      </a:cubicBezTo>
                      <a:cubicBezTo>
                        <a:pt x="-1340" y="12281"/>
                        <a:pt x="6756" y="1708"/>
                        <a:pt x="18282" y="184"/>
                      </a:cubicBezTo>
                      <a:cubicBezTo>
                        <a:pt x="29807" y="-1340"/>
                        <a:pt x="40380" y="6757"/>
                        <a:pt x="41904" y="18282"/>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12" name="Google Shape;412;p16"/>
                <p:cNvSpPr/>
                <p:nvPr/>
              </p:nvSpPr>
              <p:spPr>
                <a:xfrm>
                  <a:off x="10961186" y="5000250"/>
                  <a:ext cx="42087" cy="42087"/>
                </a:xfrm>
                <a:custGeom>
                  <a:avLst/>
                  <a:gdLst/>
                  <a:ahLst/>
                  <a:cxnLst/>
                  <a:rect l="l" t="t" r="r" b="b"/>
                  <a:pathLst>
                    <a:path w="42087" h="42087" extrusionOk="0">
                      <a:moveTo>
                        <a:pt x="41904" y="18282"/>
                      </a:moveTo>
                      <a:cubicBezTo>
                        <a:pt x="43427" y="29807"/>
                        <a:pt x="35331" y="40380"/>
                        <a:pt x="23806" y="41904"/>
                      </a:cubicBezTo>
                      <a:cubicBezTo>
                        <a:pt x="12280" y="43428"/>
                        <a:pt x="1708" y="35332"/>
                        <a:pt x="184" y="23806"/>
                      </a:cubicBezTo>
                      <a:cubicBezTo>
                        <a:pt x="-1340" y="12281"/>
                        <a:pt x="6756" y="1708"/>
                        <a:pt x="18281" y="184"/>
                      </a:cubicBezTo>
                      <a:cubicBezTo>
                        <a:pt x="29807" y="-1340"/>
                        <a:pt x="40380" y="6757"/>
                        <a:pt x="41904" y="18282"/>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413" name="Google Shape;413;p16"/>
                <p:cNvGrpSpPr/>
                <p:nvPr/>
              </p:nvGrpSpPr>
              <p:grpSpPr>
                <a:xfrm>
                  <a:off x="11014221" y="5588618"/>
                  <a:ext cx="100021" cy="114784"/>
                  <a:chOff x="11014221" y="5588618"/>
                  <a:chExt cx="100021" cy="114784"/>
                </a:xfrm>
              </p:grpSpPr>
              <p:sp>
                <p:nvSpPr>
                  <p:cNvPr id="414" name="Google Shape;414;p16"/>
                  <p:cNvSpPr/>
                  <p:nvPr/>
                </p:nvSpPr>
                <p:spPr>
                  <a:xfrm rot="-447735">
                    <a:off x="11014826" y="5594269"/>
                    <a:ext cx="88001" cy="15064"/>
                  </a:xfrm>
                  <a:custGeom>
                    <a:avLst/>
                    <a:gdLst/>
                    <a:ahLst/>
                    <a:cxnLst/>
                    <a:rect l="l" t="t" r="r" b="b"/>
                    <a:pathLst>
                      <a:path w="87915" h="15049" extrusionOk="0">
                        <a:moveTo>
                          <a:pt x="0" y="0"/>
                        </a:moveTo>
                        <a:lnTo>
                          <a:pt x="87916" y="0"/>
                        </a:lnTo>
                        <a:lnTo>
                          <a:pt x="87916" y="15049"/>
                        </a:lnTo>
                        <a:lnTo>
                          <a:pt x="0" y="15049"/>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15" name="Google Shape;415;p16"/>
                  <p:cNvSpPr/>
                  <p:nvPr/>
                </p:nvSpPr>
                <p:spPr>
                  <a:xfrm rot="-447735">
                    <a:off x="11018646" y="5623150"/>
                    <a:ext cx="88001" cy="15064"/>
                  </a:xfrm>
                  <a:custGeom>
                    <a:avLst/>
                    <a:gdLst/>
                    <a:ahLst/>
                    <a:cxnLst/>
                    <a:rect l="l" t="t" r="r" b="b"/>
                    <a:pathLst>
                      <a:path w="87915" h="15049" extrusionOk="0">
                        <a:moveTo>
                          <a:pt x="0" y="0"/>
                        </a:moveTo>
                        <a:lnTo>
                          <a:pt x="87916" y="0"/>
                        </a:lnTo>
                        <a:lnTo>
                          <a:pt x="87916" y="15050"/>
                        </a:lnTo>
                        <a:lnTo>
                          <a:pt x="0" y="1505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16" name="Google Shape;416;p16"/>
                  <p:cNvSpPr/>
                  <p:nvPr/>
                </p:nvSpPr>
                <p:spPr>
                  <a:xfrm rot="-447735">
                    <a:off x="11021820" y="5653805"/>
                    <a:ext cx="88001" cy="15064"/>
                  </a:xfrm>
                  <a:custGeom>
                    <a:avLst/>
                    <a:gdLst/>
                    <a:ahLst/>
                    <a:cxnLst/>
                    <a:rect l="l" t="t" r="r" b="b"/>
                    <a:pathLst>
                      <a:path w="87915" h="15049" extrusionOk="0">
                        <a:moveTo>
                          <a:pt x="0" y="0"/>
                        </a:moveTo>
                        <a:lnTo>
                          <a:pt x="87916" y="0"/>
                        </a:lnTo>
                        <a:lnTo>
                          <a:pt x="87916" y="15050"/>
                        </a:lnTo>
                        <a:lnTo>
                          <a:pt x="0" y="1505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17" name="Google Shape;417;p16"/>
                  <p:cNvSpPr/>
                  <p:nvPr/>
                </p:nvSpPr>
                <p:spPr>
                  <a:xfrm rot="-447735">
                    <a:off x="11025635" y="5682688"/>
                    <a:ext cx="88001" cy="15064"/>
                  </a:xfrm>
                  <a:custGeom>
                    <a:avLst/>
                    <a:gdLst/>
                    <a:ahLst/>
                    <a:cxnLst/>
                    <a:rect l="l" t="t" r="r" b="b"/>
                    <a:pathLst>
                      <a:path w="87915" h="15049" extrusionOk="0">
                        <a:moveTo>
                          <a:pt x="0" y="0"/>
                        </a:moveTo>
                        <a:lnTo>
                          <a:pt x="87915" y="0"/>
                        </a:lnTo>
                        <a:lnTo>
                          <a:pt x="87915" y="15050"/>
                        </a:lnTo>
                        <a:lnTo>
                          <a:pt x="0" y="1505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418" name="Google Shape;418;p16"/>
              <p:cNvGrpSpPr/>
              <p:nvPr/>
            </p:nvGrpSpPr>
            <p:grpSpPr>
              <a:xfrm>
                <a:off x="10718623" y="4728596"/>
                <a:ext cx="229169" cy="1075979"/>
                <a:chOff x="10718623" y="4728596"/>
                <a:chExt cx="229169" cy="1075979"/>
              </a:xfrm>
            </p:grpSpPr>
            <p:sp>
              <p:nvSpPr>
                <p:cNvPr id="419" name="Google Shape;419;p16"/>
                <p:cNvSpPr/>
                <p:nvPr/>
              </p:nvSpPr>
              <p:spPr>
                <a:xfrm rot="-172174">
                  <a:off x="10745259" y="4732329"/>
                  <a:ext cx="175897" cy="1068513"/>
                </a:xfrm>
                <a:custGeom>
                  <a:avLst/>
                  <a:gdLst/>
                  <a:ahLst/>
                  <a:cxnLst/>
                  <a:rect l="l" t="t" r="r" b="b"/>
                  <a:pathLst>
                    <a:path w="176117" h="1069848" extrusionOk="0">
                      <a:moveTo>
                        <a:pt x="0" y="0"/>
                      </a:moveTo>
                      <a:lnTo>
                        <a:pt x="176117" y="0"/>
                      </a:lnTo>
                      <a:lnTo>
                        <a:pt x="176117" y="1069848"/>
                      </a:lnTo>
                      <a:lnTo>
                        <a:pt x="0" y="106984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20" name="Google Shape;420;p16"/>
                <p:cNvSpPr/>
                <p:nvPr/>
              </p:nvSpPr>
              <p:spPr>
                <a:xfrm>
                  <a:off x="10787634" y="5182743"/>
                  <a:ext cx="87629" cy="87630"/>
                </a:xfrm>
                <a:custGeom>
                  <a:avLst/>
                  <a:gdLst/>
                  <a:ahLst/>
                  <a:cxnLst/>
                  <a:rect l="l" t="t" r="r" b="b"/>
                  <a:pathLst>
                    <a:path w="87629" h="87630" extrusionOk="0">
                      <a:moveTo>
                        <a:pt x="87630" y="43815"/>
                      </a:moveTo>
                      <a:cubicBezTo>
                        <a:pt x="87630" y="68013"/>
                        <a:pt x="68014" y="87630"/>
                        <a:pt x="43815" y="87630"/>
                      </a:cubicBezTo>
                      <a:cubicBezTo>
                        <a:pt x="19617" y="87630"/>
                        <a:pt x="1" y="68014"/>
                        <a:pt x="1" y="43815"/>
                      </a:cubicBezTo>
                      <a:cubicBezTo>
                        <a:pt x="1" y="19617"/>
                        <a:pt x="19617" y="0"/>
                        <a:pt x="43815" y="0"/>
                      </a:cubicBezTo>
                      <a:cubicBezTo>
                        <a:pt x="68014" y="0"/>
                        <a:pt x="87630" y="19616"/>
                        <a:pt x="87630" y="43815"/>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421" name="Google Shape;421;p16"/>
                <p:cNvGrpSpPr/>
                <p:nvPr/>
              </p:nvGrpSpPr>
              <p:grpSpPr>
                <a:xfrm>
                  <a:off x="10765015" y="5040134"/>
                  <a:ext cx="116314" cy="49775"/>
                  <a:chOff x="10765015" y="5040134"/>
                  <a:chExt cx="116314" cy="49775"/>
                </a:xfrm>
              </p:grpSpPr>
              <p:sp>
                <p:nvSpPr>
                  <p:cNvPr id="422" name="Google Shape;422;p16"/>
                  <p:cNvSpPr/>
                  <p:nvPr/>
                </p:nvSpPr>
                <p:spPr>
                  <a:xfrm rot="-172174">
                    <a:off x="10765318" y="5042987"/>
                    <a:ext cx="114347" cy="14935"/>
                  </a:xfrm>
                  <a:custGeom>
                    <a:avLst/>
                    <a:gdLst/>
                    <a:ahLst/>
                    <a:cxnLst/>
                    <a:rect l="l" t="t" r="r" b="b"/>
                    <a:pathLst>
                      <a:path w="114490" h="14954" extrusionOk="0">
                        <a:moveTo>
                          <a:pt x="0" y="0"/>
                        </a:moveTo>
                        <a:lnTo>
                          <a:pt x="114490" y="0"/>
                        </a:lnTo>
                        <a:lnTo>
                          <a:pt x="114490" y="14954"/>
                        </a:lnTo>
                        <a:lnTo>
                          <a:pt x="0" y="1495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23" name="Google Shape;423;p16"/>
                  <p:cNvSpPr/>
                  <p:nvPr/>
                </p:nvSpPr>
                <p:spPr>
                  <a:xfrm rot="-172174">
                    <a:off x="10766681" y="5072121"/>
                    <a:ext cx="114347" cy="14935"/>
                  </a:xfrm>
                  <a:custGeom>
                    <a:avLst/>
                    <a:gdLst/>
                    <a:ahLst/>
                    <a:cxnLst/>
                    <a:rect l="l" t="t" r="r" b="b"/>
                    <a:pathLst>
                      <a:path w="114490" h="14954" extrusionOk="0">
                        <a:moveTo>
                          <a:pt x="0" y="0"/>
                        </a:moveTo>
                        <a:lnTo>
                          <a:pt x="114491" y="0"/>
                        </a:lnTo>
                        <a:lnTo>
                          <a:pt x="114491" y="14954"/>
                        </a:lnTo>
                        <a:lnTo>
                          <a:pt x="0" y="1495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424" name="Google Shape;424;p16"/>
                <p:cNvGrpSpPr/>
                <p:nvPr/>
              </p:nvGrpSpPr>
              <p:grpSpPr>
                <a:xfrm>
                  <a:off x="10784825" y="5436314"/>
                  <a:ext cx="116414" cy="49961"/>
                  <a:chOff x="10784825" y="5436314"/>
                  <a:chExt cx="116414" cy="49961"/>
                </a:xfrm>
              </p:grpSpPr>
              <p:sp>
                <p:nvSpPr>
                  <p:cNvPr id="425" name="Google Shape;425;p16"/>
                  <p:cNvSpPr/>
                  <p:nvPr/>
                </p:nvSpPr>
                <p:spPr>
                  <a:xfrm rot="-172174">
                    <a:off x="10785128" y="5439167"/>
                    <a:ext cx="114347" cy="14935"/>
                  </a:xfrm>
                  <a:custGeom>
                    <a:avLst/>
                    <a:gdLst/>
                    <a:ahLst/>
                    <a:cxnLst/>
                    <a:rect l="l" t="t" r="r" b="b"/>
                    <a:pathLst>
                      <a:path w="114490" h="14954" extrusionOk="0">
                        <a:moveTo>
                          <a:pt x="0" y="0"/>
                        </a:moveTo>
                        <a:lnTo>
                          <a:pt x="114491" y="0"/>
                        </a:lnTo>
                        <a:lnTo>
                          <a:pt x="114491" y="14955"/>
                        </a:lnTo>
                        <a:lnTo>
                          <a:pt x="0" y="14955"/>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26" name="Google Shape;426;p16"/>
                  <p:cNvSpPr/>
                  <p:nvPr/>
                </p:nvSpPr>
                <p:spPr>
                  <a:xfrm rot="-172174">
                    <a:off x="10786591" y="5468487"/>
                    <a:ext cx="114347" cy="14935"/>
                  </a:xfrm>
                  <a:custGeom>
                    <a:avLst/>
                    <a:gdLst/>
                    <a:ahLst/>
                    <a:cxnLst/>
                    <a:rect l="l" t="t" r="r" b="b"/>
                    <a:pathLst>
                      <a:path w="114490" h="14954" extrusionOk="0">
                        <a:moveTo>
                          <a:pt x="0" y="0"/>
                        </a:moveTo>
                        <a:lnTo>
                          <a:pt x="114490" y="0"/>
                        </a:lnTo>
                        <a:lnTo>
                          <a:pt x="114490" y="14955"/>
                        </a:lnTo>
                        <a:lnTo>
                          <a:pt x="0" y="14955"/>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427" name="Google Shape;427;p16"/>
              <p:cNvGrpSpPr/>
              <p:nvPr/>
            </p:nvGrpSpPr>
            <p:grpSpPr>
              <a:xfrm>
                <a:off x="10519314" y="4813458"/>
                <a:ext cx="202120" cy="992123"/>
                <a:chOff x="10519314" y="4813458"/>
                <a:chExt cx="202120" cy="992123"/>
              </a:xfrm>
            </p:grpSpPr>
            <p:sp>
              <p:nvSpPr>
                <p:cNvPr id="428" name="Google Shape;428;p16"/>
                <p:cNvSpPr/>
                <p:nvPr/>
              </p:nvSpPr>
              <p:spPr>
                <a:xfrm>
                  <a:off x="10519314" y="4813458"/>
                  <a:ext cx="202120" cy="992123"/>
                </a:xfrm>
                <a:custGeom>
                  <a:avLst/>
                  <a:gdLst/>
                  <a:ahLst/>
                  <a:cxnLst/>
                  <a:rect l="l" t="t" r="r" b="b"/>
                  <a:pathLst>
                    <a:path w="202120" h="992123" extrusionOk="0">
                      <a:moveTo>
                        <a:pt x="0" y="0"/>
                      </a:moveTo>
                      <a:lnTo>
                        <a:pt x="202120" y="0"/>
                      </a:lnTo>
                      <a:lnTo>
                        <a:pt x="202120" y="992124"/>
                      </a:lnTo>
                      <a:lnTo>
                        <a:pt x="0" y="992124"/>
                      </a:lnTo>
                      <a:close/>
                    </a:path>
                  </a:pathLst>
                </a:custGeom>
                <a:solidFill>
                  <a:schemeClr val="accent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29" name="Google Shape;429;p16"/>
                <p:cNvSpPr/>
                <p:nvPr/>
              </p:nvSpPr>
              <p:spPr>
                <a:xfrm>
                  <a:off x="10558843" y="4891468"/>
                  <a:ext cx="123063" cy="123062"/>
                </a:xfrm>
                <a:custGeom>
                  <a:avLst/>
                  <a:gdLst/>
                  <a:ahLst/>
                  <a:cxnLst/>
                  <a:rect l="l" t="t" r="r" b="b"/>
                  <a:pathLst>
                    <a:path w="123063" h="123062" extrusionOk="0">
                      <a:moveTo>
                        <a:pt x="123063" y="61532"/>
                      </a:moveTo>
                      <a:cubicBezTo>
                        <a:pt x="123063" y="95514"/>
                        <a:pt x="95514" y="123063"/>
                        <a:pt x="61531" y="123063"/>
                      </a:cubicBezTo>
                      <a:cubicBezTo>
                        <a:pt x="27548" y="123063"/>
                        <a:pt x="-1" y="95514"/>
                        <a:pt x="-1" y="61532"/>
                      </a:cubicBezTo>
                      <a:cubicBezTo>
                        <a:pt x="-1" y="27549"/>
                        <a:pt x="27548" y="0"/>
                        <a:pt x="61531" y="0"/>
                      </a:cubicBezTo>
                      <a:cubicBezTo>
                        <a:pt x="95514" y="0"/>
                        <a:pt x="123063" y="27549"/>
                        <a:pt x="123063" y="61532"/>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430" name="Google Shape;430;p16"/>
                <p:cNvGrpSpPr/>
                <p:nvPr/>
              </p:nvGrpSpPr>
              <p:grpSpPr>
                <a:xfrm>
                  <a:off x="10556176" y="5465730"/>
                  <a:ext cx="128397" cy="44196"/>
                  <a:chOff x="10556176" y="5465730"/>
                  <a:chExt cx="128397" cy="44196"/>
                </a:xfrm>
              </p:grpSpPr>
              <p:sp>
                <p:nvSpPr>
                  <p:cNvPr id="431" name="Google Shape;431;p16"/>
                  <p:cNvSpPr/>
                  <p:nvPr/>
                </p:nvSpPr>
                <p:spPr>
                  <a:xfrm>
                    <a:off x="10556176" y="5465730"/>
                    <a:ext cx="128397" cy="14954"/>
                  </a:xfrm>
                  <a:custGeom>
                    <a:avLst/>
                    <a:gdLst/>
                    <a:ahLst/>
                    <a:cxnLst/>
                    <a:rect l="l" t="t" r="r" b="b"/>
                    <a:pathLst>
                      <a:path w="128397" h="14954" extrusionOk="0">
                        <a:moveTo>
                          <a:pt x="0" y="0"/>
                        </a:moveTo>
                        <a:lnTo>
                          <a:pt x="128397" y="0"/>
                        </a:lnTo>
                        <a:lnTo>
                          <a:pt x="128397" y="14954"/>
                        </a:lnTo>
                        <a:lnTo>
                          <a:pt x="0" y="1495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32" name="Google Shape;432;p16"/>
                  <p:cNvSpPr/>
                  <p:nvPr/>
                </p:nvSpPr>
                <p:spPr>
                  <a:xfrm>
                    <a:off x="10556176" y="5494972"/>
                    <a:ext cx="128397" cy="14954"/>
                  </a:xfrm>
                  <a:custGeom>
                    <a:avLst/>
                    <a:gdLst/>
                    <a:ahLst/>
                    <a:cxnLst/>
                    <a:rect l="l" t="t" r="r" b="b"/>
                    <a:pathLst>
                      <a:path w="128397" h="14954" extrusionOk="0">
                        <a:moveTo>
                          <a:pt x="0" y="0"/>
                        </a:moveTo>
                        <a:lnTo>
                          <a:pt x="128397" y="0"/>
                        </a:lnTo>
                        <a:lnTo>
                          <a:pt x="128397" y="14955"/>
                        </a:lnTo>
                        <a:lnTo>
                          <a:pt x="0" y="14955"/>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433" name="Google Shape;433;p16"/>
                <p:cNvGrpSpPr/>
                <p:nvPr/>
              </p:nvGrpSpPr>
              <p:grpSpPr>
                <a:xfrm>
                  <a:off x="10556176" y="5689187"/>
                  <a:ext cx="128397" cy="44196"/>
                  <a:chOff x="10556176" y="5689187"/>
                  <a:chExt cx="128397" cy="44196"/>
                </a:xfrm>
              </p:grpSpPr>
              <p:sp>
                <p:nvSpPr>
                  <p:cNvPr id="434" name="Google Shape;434;p16"/>
                  <p:cNvSpPr/>
                  <p:nvPr/>
                </p:nvSpPr>
                <p:spPr>
                  <a:xfrm>
                    <a:off x="10556176" y="5689187"/>
                    <a:ext cx="128397" cy="14954"/>
                  </a:xfrm>
                  <a:custGeom>
                    <a:avLst/>
                    <a:gdLst/>
                    <a:ahLst/>
                    <a:cxnLst/>
                    <a:rect l="l" t="t" r="r" b="b"/>
                    <a:pathLst>
                      <a:path w="128397" h="14954" extrusionOk="0">
                        <a:moveTo>
                          <a:pt x="0" y="0"/>
                        </a:moveTo>
                        <a:lnTo>
                          <a:pt x="128397" y="0"/>
                        </a:lnTo>
                        <a:lnTo>
                          <a:pt x="128397" y="14954"/>
                        </a:lnTo>
                        <a:lnTo>
                          <a:pt x="0" y="1495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35" name="Google Shape;435;p16"/>
                  <p:cNvSpPr/>
                  <p:nvPr/>
                </p:nvSpPr>
                <p:spPr>
                  <a:xfrm>
                    <a:off x="10556176" y="5718429"/>
                    <a:ext cx="128397" cy="14954"/>
                  </a:xfrm>
                  <a:custGeom>
                    <a:avLst/>
                    <a:gdLst/>
                    <a:ahLst/>
                    <a:cxnLst/>
                    <a:rect l="l" t="t" r="r" b="b"/>
                    <a:pathLst>
                      <a:path w="128397" h="14954" extrusionOk="0">
                        <a:moveTo>
                          <a:pt x="0" y="0"/>
                        </a:moveTo>
                        <a:lnTo>
                          <a:pt x="128397" y="0"/>
                        </a:lnTo>
                        <a:lnTo>
                          <a:pt x="128397" y="14954"/>
                        </a:lnTo>
                        <a:lnTo>
                          <a:pt x="0" y="1495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grpSp>
          <p:nvGrpSpPr>
            <p:cNvPr id="436" name="Google Shape;436;p16"/>
            <p:cNvGrpSpPr/>
            <p:nvPr/>
          </p:nvGrpSpPr>
          <p:grpSpPr>
            <a:xfrm>
              <a:off x="11058042" y="5088325"/>
              <a:ext cx="213052" cy="717953"/>
              <a:chOff x="11058042" y="5088325"/>
              <a:chExt cx="213052" cy="717953"/>
            </a:xfrm>
          </p:grpSpPr>
          <p:sp>
            <p:nvSpPr>
              <p:cNvPr id="437" name="Google Shape;437;p16"/>
              <p:cNvSpPr/>
              <p:nvPr/>
            </p:nvSpPr>
            <p:spPr>
              <a:xfrm rot="-631368">
                <a:off x="11122592" y="5089982"/>
                <a:ext cx="83952" cy="714640"/>
              </a:xfrm>
              <a:custGeom>
                <a:avLst/>
                <a:gdLst/>
                <a:ahLst/>
                <a:cxnLst/>
                <a:rect l="l" t="t" r="r" b="b"/>
                <a:pathLst>
                  <a:path w="84010" h="715136" extrusionOk="0">
                    <a:moveTo>
                      <a:pt x="0" y="0"/>
                    </a:moveTo>
                    <a:lnTo>
                      <a:pt x="84010" y="0"/>
                    </a:lnTo>
                    <a:lnTo>
                      <a:pt x="84010" y="715137"/>
                    </a:lnTo>
                    <a:lnTo>
                      <a:pt x="0" y="715137"/>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38" name="Google Shape;438;p16"/>
              <p:cNvSpPr/>
              <p:nvPr/>
            </p:nvSpPr>
            <p:spPr>
              <a:xfrm rot="-631368">
                <a:off x="11154645" y="5271518"/>
                <a:ext cx="25985" cy="411004"/>
              </a:xfrm>
              <a:custGeom>
                <a:avLst/>
                <a:gdLst/>
                <a:ahLst/>
                <a:cxnLst/>
                <a:rect l="l" t="t" r="r" b="b"/>
                <a:pathLst>
                  <a:path w="26003" h="411289" extrusionOk="0">
                    <a:moveTo>
                      <a:pt x="0" y="0"/>
                    </a:moveTo>
                    <a:lnTo>
                      <a:pt x="26003" y="0"/>
                    </a:lnTo>
                    <a:lnTo>
                      <a:pt x="26003" y="411289"/>
                    </a:lnTo>
                    <a:lnTo>
                      <a:pt x="0" y="411289"/>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439" name="Google Shape;439;p16"/>
          <p:cNvGrpSpPr/>
          <p:nvPr/>
        </p:nvGrpSpPr>
        <p:grpSpPr>
          <a:xfrm>
            <a:off x="135453" y="69369"/>
            <a:ext cx="426307" cy="643642"/>
            <a:chOff x="10572463" y="3528536"/>
            <a:chExt cx="580168" cy="875823"/>
          </a:xfrm>
        </p:grpSpPr>
        <p:grpSp>
          <p:nvGrpSpPr>
            <p:cNvPr id="440" name="Google Shape;440;p16"/>
            <p:cNvGrpSpPr/>
            <p:nvPr/>
          </p:nvGrpSpPr>
          <p:grpSpPr>
            <a:xfrm>
              <a:off x="10713815" y="3528536"/>
              <a:ext cx="438816" cy="746664"/>
              <a:chOff x="10713815" y="3528536"/>
              <a:chExt cx="438816" cy="746664"/>
            </a:xfrm>
          </p:grpSpPr>
          <p:sp>
            <p:nvSpPr>
              <p:cNvPr id="441" name="Google Shape;441;p16"/>
              <p:cNvSpPr/>
              <p:nvPr/>
            </p:nvSpPr>
            <p:spPr>
              <a:xfrm>
                <a:off x="10713815" y="3528536"/>
                <a:ext cx="438816" cy="746664"/>
              </a:xfrm>
              <a:custGeom>
                <a:avLst/>
                <a:gdLst/>
                <a:ahLst/>
                <a:cxnLst/>
                <a:rect l="l" t="t" r="r" b="b"/>
                <a:pathLst>
                  <a:path w="438816" h="746664" extrusionOk="0">
                    <a:moveTo>
                      <a:pt x="438721" y="746569"/>
                    </a:moveTo>
                    <a:lnTo>
                      <a:pt x="0" y="746569"/>
                    </a:lnTo>
                    <a:lnTo>
                      <a:pt x="0" y="0"/>
                    </a:lnTo>
                    <a:lnTo>
                      <a:pt x="326231" y="0"/>
                    </a:lnTo>
                    <a:cubicBezTo>
                      <a:pt x="370141" y="43910"/>
                      <a:pt x="394811" y="68580"/>
                      <a:pt x="438816" y="112585"/>
                    </a:cubicBezTo>
                    <a:lnTo>
                      <a:pt x="438816" y="746665"/>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442" name="Google Shape;442;p16"/>
              <p:cNvGrpSpPr/>
              <p:nvPr/>
            </p:nvGrpSpPr>
            <p:grpSpPr>
              <a:xfrm>
                <a:off x="10776489" y="3625310"/>
                <a:ext cx="313848" cy="288226"/>
                <a:chOff x="10776489" y="3625310"/>
                <a:chExt cx="313848" cy="288226"/>
              </a:xfrm>
            </p:grpSpPr>
            <p:sp>
              <p:nvSpPr>
                <p:cNvPr id="443" name="Google Shape;443;p16"/>
                <p:cNvSpPr/>
                <p:nvPr/>
              </p:nvSpPr>
              <p:spPr>
                <a:xfrm>
                  <a:off x="10776489" y="3625310"/>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44" name="Google Shape;444;p16"/>
                <p:cNvSpPr/>
                <p:nvPr/>
              </p:nvSpPr>
              <p:spPr>
                <a:xfrm>
                  <a:off x="10776489" y="3678650"/>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45" name="Google Shape;445;p16"/>
                <p:cNvSpPr/>
                <p:nvPr/>
              </p:nvSpPr>
              <p:spPr>
                <a:xfrm>
                  <a:off x="10776489" y="3731990"/>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46" name="Google Shape;446;p16"/>
                <p:cNvSpPr/>
                <p:nvPr/>
              </p:nvSpPr>
              <p:spPr>
                <a:xfrm>
                  <a:off x="10776489" y="3785425"/>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47" name="Google Shape;447;p16"/>
                <p:cNvSpPr/>
                <p:nvPr/>
              </p:nvSpPr>
              <p:spPr>
                <a:xfrm>
                  <a:off x="10776489" y="3838765"/>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48" name="Google Shape;448;p16"/>
                <p:cNvSpPr/>
                <p:nvPr/>
              </p:nvSpPr>
              <p:spPr>
                <a:xfrm>
                  <a:off x="10776489" y="3892105"/>
                  <a:ext cx="184689" cy="21431"/>
                </a:xfrm>
                <a:custGeom>
                  <a:avLst/>
                  <a:gdLst/>
                  <a:ahLst/>
                  <a:cxnLst/>
                  <a:rect l="l" t="t" r="r" b="b"/>
                  <a:pathLst>
                    <a:path w="184689" h="21431" extrusionOk="0">
                      <a:moveTo>
                        <a:pt x="0" y="0"/>
                      </a:moveTo>
                      <a:lnTo>
                        <a:pt x="184690" y="0"/>
                      </a:lnTo>
                      <a:lnTo>
                        <a:pt x="184690" y="21431"/>
                      </a:lnTo>
                      <a:lnTo>
                        <a:pt x="0" y="21431"/>
                      </a:lnTo>
                      <a:close/>
                    </a:path>
                  </a:pathLst>
                </a:custGeom>
                <a:solidFill>
                  <a:srgbClr val="42444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449" name="Google Shape;449;p16"/>
              <p:cNvGrpSpPr/>
              <p:nvPr/>
            </p:nvGrpSpPr>
            <p:grpSpPr>
              <a:xfrm>
                <a:off x="10776489" y="3999547"/>
                <a:ext cx="313848" cy="181546"/>
                <a:chOff x="10776489" y="3999547"/>
                <a:chExt cx="313848" cy="181546"/>
              </a:xfrm>
            </p:grpSpPr>
            <p:sp>
              <p:nvSpPr>
                <p:cNvPr id="450" name="Google Shape;450;p16"/>
                <p:cNvSpPr/>
                <p:nvPr/>
              </p:nvSpPr>
              <p:spPr>
                <a:xfrm>
                  <a:off x="10776489" y="3999547"/>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51" name="Google Shape;451;p16"/>
                <p:cNvSpPr/>
                <p:nvPr/>
              </p:nvSpPr>
              <p:spPr>
                <a:xfrm>
                  <a:off x="10776489" y="4052887"/>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52" name="Google Shape;452;p16"/>
                <p:cNvSpPr/>
                <p:nvPr/>
              </p:nvSpPr>
              <p:spPr>
                <a:xfrm>
                  <a:off x="10776489" y="4106322"/>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53" name="Google Shape;453;p16"/>
                <p:cNvSpPr/>
                <p:nvPr/>
              </p:nvSpPr>
              <p:spPr>
                <a:xfrm>
                  <a:off x="10776489" y="4159662"/>
                  <a:ext cx="184689" cy="21431"/>
                </a:xfrm>
                <a:custGeom>
                  <a:avLst/>
                  <a:gdLst/>
                  <a:ahLst/>
                  <a:cxnLst/>
                  <a:rect l="l" t="t" r="r" b="b"/>
                  <a:pathLst>
                    <a:path w="184689" h="21431" extrusionOk="0">
                      <a:moveTo>
                        <a:pt x="0" y="0"/>
                      </a:moveTo>
                      <a:lnTo>
                        <a:pt x="184690" y="0"/>
                      </a:lnTo>
                      <a:lnTo>
                        <a:pt x="184690" y="21431"/>
                      </a:lnTo>
                      <a:lnTo>
                        <a:pt x="0" y="21431"/>
                      </a:lnTo>
                      <a:close/>
                    </a:path>
                  </a:pathLst>
                </a:custGeom>
                <a:solidFill>
                  <a:srgbClr val="42444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454" name="Google Shape;454;p16"/>
              <p:cNvSpPr/>
              <p:nvPr/>
            </p:nvSpPr>
            <p:spPr>
              <a:xfrm>
                <a:off x="11039951" y="3528536"/>
                <a:ext cx="112584" cy="112585"/>
              </a:xfrm>
              <a:custGeom>
                <a:avLst/>
                <a:gdLst/>
                <a:ahLst/>
                <a:cxnLst/>
                <a:rect l="l" t="t" r="r" b="b"/>
                <a:pathLst>
                  <a:path w="112584" h="112585" extrusionOk="0">
                    <a:moveTo>
                      <a:pt x="112585" y="112585"/>
                    </a:moveTo>
                    <a:lnTo>
                      <a:pt x="0" y="112585"/>
                    </a:lnTo>
                    <a:lnTo>
                      <a:pt x="0" y="0"/>
                    </a:lnTo>
                    <a:lnTo>
                      <a:pt x="0" y="0"/>
                    </a:lnTo>
                    <a:cubicBezTo>
                      <a:pt x="43910" y="43910"/>
                      <a:pt x="68580" y="68580"/>
                      <a:pt x="112585" y="112585"/>
                    </a:cubicBezTo>
                    <a:lnTo>
                      <a:pt x="112585" y="11258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455" name="Google Shape;455;p16"/>
            <p:cNvGrpSpPr/>
            <p:nvPr/>
          </p:nvGrpSpPr>
          <p:grpSpPr>
            <a:xfrm>
              <a:off x="10572463" y="3657790"/>
              <a:ext cx="438817" cy="746569"/>
              <a:chOff x="10572463" y="3657790"/>
              <a:chExt cx="438817" cy="746569"/>
            </a:xfrm>
          </p:grpSpPr>
          <p:sp>
            <p:nvSpPr>
              <p:cNvPr id="456" name="Google Shape;456;p16"/>
              <p:cNvSpPr/>
              <p:nvPr/>
            </p:nvSpPr>
            <p:spPr>
              <a:xfrm>
                <a:off x="10572463" y="3657790"/>
                <a:ext cx="438817" cy="746569"/>
              </a:xfrm>
              <a:custGeom>
                <a:avLst/>
                <a:gdLst/>
                <a:ahLst/>
                <a:cxnLst/>
                <a:rect l="l" t="t" r="r" b="b"/>
                <a:pathLst>
                  <a:path w="438817" h="746569" extrusionOk="0">
                    <a:moveTo>
                      <a:pt x="438722" y="746570"/>
                    </a:moveTo>
                    <a:lnTo>
                      <a:pt x="0" y="746570"/>
                    </a:lnTo>
                    <a:lnTo>
                      <a:pt x="0" y="0"/>
                    </a:lnTo>
                    <a:lnTo>
                      <a:pt x="326231" y="0"/>
                    </a:lnTo>
                    <a:cubicBezTo>
                      <a:pt x="370141" y="43910"/>
                      <a:pt x="394812" y="68580"/>
                      <a:pt x="438817" y="112586"/>
                    </a:cubicBezTo>
                    <a:lnTo>
                      <a:pt x="438817" y="746570"/>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457" name="Google Shape;457;p16"/>
              <p:cNvGrpSpPr/>
              <p:nvPr/>
            </p:nvGrpSpPr>
            <p:grpSpPr>
              <a:xfrm>
                <a:off x="10635138" y="3754469"/>
                <a:ext cx="313848" cy="288321"/>
                <a:chOff x="10635138" y="3754469"/>
                <a:chExt cx="313848" cy="288321"/>
              </a:xfrm>
            </p:grpSpPr>
            <p:sp>
              <p:nvSpPr>
                <p:cNvPr id="458" name="Google Shape;458;p16"/>
                <p:cNvSpPr/>
                <p:nvPr/>
              </p:nvSpPr>
              <p:spPr>
                <a:xfrm>
                  <a:off x="10635138" y="3754469"/>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59" name="Google Shape;459;p16"/>
                <p:cNvSpPr/>
                <p:nvPr/>
              </p:nvSpPr>
              <p:spPr>
                <a:xfrm>
                  <a:off x="10635138" y="3807904"/>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60" name="Google Shape;460;p16"/>
                <p:cNvSpPr/>
                <p:nvPr/>
              </p:nvSpPr>
              <p:spPr>
                <a:xfrm>
                  <a:off x="10635138" y="3861244"/>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61" name="Google Shape;461;p16"/>
                <p:cNvSpPr/>
                <p:nvPr/>
              </p:nvSpPr>
              <p:spPr>
                <a:xfrm>
                  <a:off x="10635138" y="3914584"/>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62" name="Google Shape;462;p16"/>
                <p:cNvSpPr/>
                <p:nvPr/>
              </p:nvSpPr>
              <p:spPr>
                <a:xfrm>
                  <a:off x="10635138" y="3968019"/>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63" name="Google Shape;463;p16"/>
                <p:cNvSpPr/>
                <p:nvPr/>
              </p:nvSpPr>
              <p:spPr>
                <a:xfrm>
                  <a:off x="10635138" y="4021359"/>
                  <a:ext cx="184689" cy="21431"/>
                </a:xfrm>
                <a:custGeom>
                  <a:avLst/>
                  <a:gdLst/>
                  <a:ahLst/>
                  <a:cxnLst/>
                  <a:rect l="l" t="t" r="r" b="b"/>
                  <a:pathLst>
                    <a:path w="184689" h="21431" extrusionOk="0">
                      <a:moveTo>
                        <a:pt x="0" y="0"/>
                      </a:moveTo>
                      <a:lnTo>
                        <a:pt x="184689" y="0"/>
                      </a:lnTo>
                      <a:lnTo>
                        <a:pt x="184689" y="21431"/>
                      </a:lnTo>
                      <a:lnTo>
                        <a:pt x="-1"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464" name="Google Shape;464;p16"/>
              <p:cNvGrpSpPr/>
              <p:nvPr/>
            </p:nvGrpSpPr>
            <p:grpSpPr>
              <a:xfrm>
                <a:off x="10635138" y="4128801"/>
                <a:ext cx="313848" cy="181547"/>
                <a:chOff x="10635138" y="4128801"/>
                <a:chExt cx="313848" cy="181547"/>
              </a:xfrm>
            </p:grpSpPr>
            <p:sp>
              <p:nvSpPr>
                <p:cNvPr id="465" name="Google Shape;465;p16"/>
                <p:cNvSpPr/>
                <p:nvPr/>
              </p:nvSpPr>
              <p:spPr>
                <a:xfrm>
                  <a:off x="10635138" y="4128801"/>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66" name="Google Shape;466;p16"/>
                <p:cNvSpPr/>
                <p:nvPr/>
              </p:nvSpPr>
              <p:spPr>
                <a:xfrm>
                  <a:off x="10635138" y="4182141"/>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67" name="Google Shape;467;p16"/>
                <p:cNvSpPr/>
                <p:nvPr/>
              </p:nvSpPr>
              <p:spPr>
                <a:xfrm>
                  <a:off x="10635138" y="4235481"/>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68" name="Google Shape;468;p16"/>
                <p:cNvSpPr/>
                <p:nvPr/>
              </p:nvSpPr>
              <p:spPr>
                <a:xfrm>
                  <a:off x="10635138" y="4288917"/>
                  <a:ext cx="184689" cy="21431"/>
                </a:xfrm>
                <a:custGeom>
                  <a:avLst/>
                  <a:gdLst/>
                  <a:ahLst/>
                  <a:cxnLst/>
                  <a:rect l="l" t="t" r="r" b="b"/>
                  <a:pathLst>
                    <a:path w="184689" h="21431" extrusionOk="0">
                      <a:moveTo>
                        <a:pt x="0" y="0"/>
                      </a:moveTo>
                      <a:lnTo>
                        <a:pt x="184689" y="0"/>
                      </a:lnTo>
                      <a:lnTo>
                        <a:pt x="184689" y="21431"/>
                      </a:lnTo>
                      <a:lnTo>
                        <a:pt x="-1"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469" name="Google Shape;469;p16"/>
              <p:cNvSpPr/>
              <p:nvPr/>
            </p:nvSpPr>
            <p:spPr>
              <a:xfrm>
                <a:off x="10898599" y="3657790"/>
                <a:ext cx="112586" cy="112585"/>
              </a:xfrm>
              <a:custGeom>
                <a:avLst/>
                <a:gdLst/>
                <a:ahLst/>
                <a:cxnLst/>
                <a:rect l="l" t="t" r="r" b="b"/>
                <a:pathLst>
                  <a:path w="112586" h="112585" extrusionOk="0">
                    <a:moveTo>
                      <a:pt x="112586" y="112586"/>
                    </a:moveTo>
                    <a:lnTo>
                      <a:pt x="0" y="112586"/>
                    </a:lnTo>
                    <a:lnTo>
                      <a:pt x="0" y="0"/>
                    </a:lnTo>
                    <a:lnTo>
                      <a:pt x="0" y="0"/>
                    </a:lnTo>
                    <a:cubicBezTo>
                      <a:pt x="43910" y="43910"/>
                      <a:pt x="68581" y="68580"/>
                      <a:pt x="112586" y="112586"/>
                    </a:cubicBezTo>
                    <a:lnTo>
                      <a:pt x="112586" y="112586"/>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470" name="Google Shape;470;p16"/>
          <p:cNvGrpSpPr/>
          <p:nvPr/>
        </p:nvGrpSpPr>
        <p:grpSpPr>
          <a:xfrm>
            <a:off x="309868" y="711612"/>
            <a:ext cx="18197" cy="243247"/>
            <a:chOff x="10809827" y="4402455"/>
            <a:chExt cx="24764" cy="330993"/>
          </a:xfrm>
        </p:grpSpPr>
        <p:sp>
          <p:nvSpPr>
            <p:cNvPr id="471" name="Google Shape;471;p16"/>
            <p:cNvSpPr/>
            <p:nvPr/>
          </p:nvSpPr>
          <p:spPr>
            <a:xfrm>
              <a:off x="10822209" y="4414266"/>
              <a:ext cx="9525" cy="307467"/>
            </a:xfrm>
            <a:custGeom>
              <a:avLst/>
              <a:gdLst/>
              <a:ahLst/>
              <a:cxnLst/>
              <a:rect l="l" t="t" r="r" b="b"/>
              <a:pathLst>
                <a:path w="9525" h="307467" extrusionOk="0">
                  <a:moveTo>
                    <a:pt x="-1" y="307467"/>
                  </a:moveTo>
                  <a:lnTo>
                    <a:pt x="-1" y="0"/>
                  </a:lnTo>
                </a:path>
              </a:pathLst>
            </a:custGeom>
            <a:solidFill>
              <a:schemeClr val="accent4"/>
            </a:solidFill>
            <a:ln w="10950" cap="flat" cmpd="sng">
              <a:solidFill>
                <a:schemeClr val="accent4"/>
              </a:solidFill>
              <a:prstDash val="dashDot"/>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72" name="Google Shape;472;p16"/>
            <p:cNvSpPr/>
            <p:nvPr/>
          </p:nvSpPr>
          <p:spPr>
            <a:xfrm>
              <a:off x="10809827" y="4708683"/>
              <a:ext cx="24764" cy="24765"/>
            </a:xfrm>
            <a:custGeom>
              <a:avLst/>
              <a:gdLst/>
              <a:ahLst/>
              <a:cxnLst/>
              <a:rect l="l" t="t" r="r" b="b"/>
              <a:pathLst>
                <a:path w="24764" h="24765" extrusionOk="0">
                  <a:moveTo>
                    <a:pt x="24765" y="12382"/>
                  </a:moveTo>
                  <a:cubicBezTo>
                    <a:pt x="24765" y="19240"/>
                    <a:pt x="19241" y="24765"/>
                    <a:pt x="12382" y="24765"/>
                  </a:cubicBezTo>
                  <a:cubicBezTo>
                    <a:pt x="5524" y="24765"/>
                    <a:pt x="0" y="19240"/>
                    <a:pt x="0" y="12382"/>
                  </a:cubicBezTo>
                  <a:cubicBezTo>
                    <a:pt x="0" y="5524"/>
                    <a:pt x="5524" y="0"/>
                    <a:pt x="12382" y="0"/>
                  </a:cubicBezTo>
                  <a:cubicBezTo>
                    <a:pt x="19241" y="0"/>
                    <a:pt x="24765" y="5524"/>
                    <a:pt x="24765" y="12382"/>
                  </a:cubicBez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73" name="Google Shape;473;p16"/>
            <p:cNvSpPr/>
            <p:nvPr/>
          </p:nvSpPr>
          <p:spPr>
            <a:xfrm>
              <a:off x="10809827" y="4402455"/>
              <a:ext cx="24764" cy="24764"/>
            </a:xfrm>
            <a:custGeom>
              <a:avLst/>
              <a:gdLst/>
              <a:ahLst/>
              <a:cxnLst/>
              <a:rect l="l" t="t" r="r" b="b"/>
              <a:pathLst>
                <a:path w="24764" h="24764" extrusionOk="0">
                  <a:moveTo>
                    <a:pt x="24765" y="12382"/>
                  </a:moveTo>
                  <a:cubicBezTo>
                    <a:pt x="24765" y="5524"/>
                    <a:pt x="19241" y="0"/>
                    <a:pt x="12382" y="0"/>
                  </a:cubicBezTo>
                  <a:cubicBezTo>
                    <a:pt x="5524" y="0"/>
                    <a:pt x="0" y="5524"/>
                    <a:pt x="0" y="12382"/>
                  </a:cubicBezTo>
                  <a:cubicBezTo>
                    <a:pt x="0" y="19240"/>
                    <a:pt x="5524" y="24765"/>
                    <a:pt x="12382" y="24765"/>
                  </a:cubicBezTo>
                  <a:cubicBezTo>
                    <a:pt x="19241" y="24765"/>
                    <a:pt x="24765" y="19240"/>
                    <a:pt x="24765" y="12382"/>
                  </a:cubicBez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474" name="Google Shape;474;p16"/>
          <p:cNvGrpSpPr/>
          <p:nvPr/>
        </p:nvGrpSpPr>
        <p:grpSpPr>
          <a:xfrm>
            <a:off x="8421644" y="1045085"/>
            <a:ext cx="396068" cy="717683"/>
            <a:chOff x="1945386" y="5582316"/>
            <a:chExt cx="470725" cy="852963"/>
          </a:xfrm>
        </p:grpSpPr>
        <p:grpSp>
          <p:nvGrpSpPr>
            <p:cNvPr id="475" name="Google Shape;475;p16"/>
            <p:cNvGrpSpPr/>
            <p:nvPr/>
          </p:nvGrpSpPr>
          <p:grpSpPr>
            <a:xfrm>
              <a:off x="1945386" y="5582316"/>
              <a:ext cx="470725" cy="852963"/>
              <a:chOff x="1945386" y="5582316"/>
              <a:chExt cx="470725" cy="852963"/>
            </a:xfrm>
          </p:grpSpPr>
          <p:sp>
            <p:nvSpPr>
              <p:cNvPr id="476" name="Google Shape;476;p16"/>
              <p:cNvSpPr/>
              <p:nvPr/>
            </p:nvSpPr>
            <p:spPr>
              <a:xfrm>
                <a:off x="1945386" y="5582316"/>
                <a:ext cx="470725" cy="852963"/>
              </a:xfrm>
              <a:custGeom>
                <a:avLst/>
                <a:gdLst/>
                <a:ahLst/>
                <a:cxnLst/>
                <a:rect l="l" t="t" r="r" b="b"/>
                <a:pathLst>
                  <a:path w="470725" h="852963" extrusionOk="0">
                    <a:moveTo>
                      <a:pt x="435388" y="0"/>
                    </a:moveTo>
                    <a:cubicBezTo>
                      <a:pt x="454904" y="0"/>
                      <a:pt x="470726" y="15821"/>
                      <a:pt x="470726" y="35338"/>
                    </a:cubicBezTo>
                    <a:lnTo>
                      <a:pt x="470726" y="817626"/>
                    </a:lnTo>
                    <a:cubicBezTo>
                      <a:pt x="470726" y="837143"/>
                      <a:pt x="454904" y="852964"/>
                      <a:pt x="435388" y="852964"/>
                    </a:cubicBezTo>
                    <a:lnTo>
                      <a:pt x="35338" y="852964"/>
                    </a:lnTo>
                    <a:cubicBezTo>
                      <a:pt x="15821" y="852964"/>
                      <a:pt x="0" y="837143"/>
                      <a:pt x="0" y="817626"/>
                    </a:cubicBezTo>
                    <a:lnTo>
                      <a:pt x="0" y="35338"/>
                    </a:lnTo>
                    <a:cubicBezTo>
                      <a:pt x="0" y="15822"/>
                      <a:pt x="15821" y="0"/>
                      <a:pt x="35338" y="0"/>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77" name="Google Shape;477;p16"/>
              <p:cNvSpPr/>
              <p:nvPr/>
            </p:nvSpPr>
            <p:spPr>
              <a:xfrm>
                <a:off x="1965864" y="5625846"/>
                <a:ext cx="429577" cy="699420"/>
              </a:xfrm>
              <a:custGeom>
                <a:avLst/>
                <a:gdLst/>
                <a:ahLst/>
                <a:cxnLst/>
                <a:rect l="l" t="t" r="r" b="b"/>
                <a:pathLst>
                  <a:path w="429577" h="699420" extrusionOk="0">
                    <a:moveTo>
                      <a:pt x="0" y="0"/>
                    </a:moveTo>
                    <a:lnTo>
                      <a:pt x="429578" y="0"/>
                    </a:lnTo>
                    <a:lnTo>
                      <a:pt x="429578" y="699421"/>
                    </a:lnTo>
                    <a:lnTo>
                      <a:pt x="0" y="699421"/>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478" name="Google Shape;478;p16"/>
            <p:cNvSpPr/>
            <p:nvPr/>
          </p:nvSpPr>
          <p:spPr>
            <a:xfrm>
              <a:off x="1986438" y="6371462"/>
              <a:ext cx="388334" cy="32194"/>
            </a:xfrm>
            <a:custGeom>
              <a:avLst/>
              <a:gdLst/>
              <a:ahLst/>
              <a:cxnLst/>
              <a:rect l="l" t="t" r="r" b="b"/>
              <a:pathLst>
                <a:path w="388334" h="32194" extrusionOk="0">
                  <a:moveTo>
                    <a:pt x="88011" y="0"/>
                  </a:moveTo>
                  <a:lnTo>
                    <a:pt x="16097" y="0"/>
                  </a:lnTo>
                  <a:cubicBezTo>
                    <a:pt x="7239" y="0"/>
                    <a:pt x="0" y="7239"/>
                    <a:pt x="0" y="16097"/>
                  </a:cubicBezTo>
                  <a:cubicBezTo>
                    <a:pt x="0" y="24955"/>
                    <a:pt x="7239" y="32195"/>
                    <a:pt x="16097" y="32195"/>
                  </a:cubicBezTo>
                  <a:lnTo>
                    <a:pt x="88011" y="32195"/>
                  </a:lnTo>
                  <a:cubicBezTo>
                    <a:pt x="96869" y="32195"/>
                    <a:pt x="104108" y="24955"/>
                    <a:pt x="104108" y="16097"/>
                  </a:cubicBezTo>
                  <a:cubicBezTo>
                    <a:pt x="104108" y="7239"/>
                    <a:pt x="96869" y="0"/>
                    <a:pt x="88011" y="0"/>
                  </a:cubicBezTo>
                  <a:close/>
                  <a:moveTo>
                    <a:pt x="230124" y="0"/>
                  </a:moveTo>
                  <a:lnTo>
                    <a:pt x="158210" y="0"/>
                  </a:lnTo>
                  <a:cubicBezTo>
                    <a:pt x="149352" y="0"/>
                    <a:pt x="142113" y="7239"/>
                    <a:pt x="142113" y="16097"/>
                  </a:cubicBezTo>
                  <a:cubicBezTo>
                    <a:pt x="142113" y="24955"/>
                    <a:pt x="149352" y="32195"/>
                    <a:pt x="158210" y="32195"/>
                  </a:cubicBezTo>
                  <a:lnTo>
                    <a:pt x="230124" y="32195"/>
                  </a:lnTo>
                  <a:cubicBezTo>
                    <a:pt x="238982" y="32195"/>
                    <a:pt x="246221" y="24955"/>
                    <a:pt x="246221" y="16097"/>
                  </a:cubicBezTo>
                  <a:cubicBezTo>
                    <a:pt x="246221" y="7239"/>
                    <a:pt x="238982" y="0"/>
                    <a:pt x="230124" y="0"/>
                  </a:cubicBezTo>
                  <a:close/>
                  <a:moveTo>
                    <a:pt x="372237" y="0"/>
                  </a:moveTo>
                  <a:lnTo>
                    <a:pt x="300323" y="0"/>
                  </a:lnTo>
                  <a:cubicBezTo>
                    <a:pt x="291465" y="0"/>
                    <a:pt x="284226" y="7239"/>
                    <a:pt x="284226" y="16097"/>
                  </a:cubicBezTo>
                  <a:cubicBezTo>
                    <a:pt x="284226" y="24955"/>
                    <a:pt x="291465" y="32195"/>
                    <a:pt x="300323" y="32195"/>
                  </a:cubicBezTo>
                  <a:lnTo>
                    <a:pt x="372237" y="32195"/>
                  </a:lnTo>
                  <a:cubicBezTo>
                    <a:pt x="381095" y="32195"/>
                    <a:pt x="388334" y="24955"/>
                    <a:pt x="388334" y="16097"/>
                  </a:cubicBezTo>
                  <a:cubicBezTo>
                    <a:pt x="388334" y="7239"/>
                    <a:pt x="381095" y="0"/>
                    <a:pt x="372237" y="0"/>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479" name="Google Shape;479;p16"/>
          <p:cNvGrpSpPr/>
          <p:nvPr/>
        </p:nvGrpSpPr>
        <p:grpSpPr>
          <a:xfrm>
            <a:off x="8088695" y="57742"/>
            <a:ext cx="1061979" cy="558999"/>
            <a:chOff x="3859815" y="2867310"/>
            <a:chExt cx="1262157" cy="664368"/>
          </a:xfrm>
        </p:grpSpPr>
        <p:sp>
          <p:nvSpPr>
            <p:cNvPr id="480" name="Google Shape;480;p16"/>
            <p:cNvSpPr/>
            <p:nvPr/>
          </p:nvSpPr>
          <p:spPr>
            <a:xfrm>
              <a:off x="3859815" y="2867310"/>
              <a:ext cx="1262157" cy="664368"/>
            </a:xfrm>
            <a:custGeom>
              <a:avLst/>
              <a:gdLst/>
              <a:ahLst/>
              <a:cxnLst/>
              <a:rect l="l" t="t" r="r" b="b"/>
              <a:pathLst>
                <a:path w="1262157" h="664368" extrusionOk="0">
                  <a:moveTo>
                    <a:pt x="1102233" y="344424"/>
                  </a:moveTo>
                  <a:cubicBezTo>
                    <a:pt x="1090231" y="344424"/>
                    <a:pt x="1078611" y="345757"/>
                    <a:pt x="1067372" y="348234"/>
                  </a:cubicBezTo>
                  <a:cubicBezTo>
                    <a:pt x="1048131" y="223838"/>
                    <a:pt x="945166" y="127159"/>
                    <a:pt x="817816" y="117348"/>
                  </a:cubicBezTo>
                  <a:cubicBezTo>
                    <a:pt x="756856" y="45625"/>
                    <a:pt x="666083" y="0"/>
                    <a:pt x="564547" y="0"/>
                  </a:cubicBezTo>
                  <a:cubicBezTo>
                    <a:pt x="398526" y="0"/>
                    <a:pt x="260890" y="121825"/>
                    <a:pt x="236220" y="280988"/>
                  </a:cubicBezTo>
                  <a:cubicBezTo>
                    <a:pt x="222599" y="277939"/>
                    <a:pt x="208502" y="276320"/>
                    <a:pt x="194024" y="276320"/>
                  </a:cubicBezTo>
                  <a:cubicBezTo>
                    <a:pt x="86868" y="276320"/>
                    <a:pt x="0" y="363188"/>
                    <a:pt x="0" y="470345"/>
                  </a:cubicBezTo>
                  <a:cubicBezTo>
                    <a:pt x="0" y="577501"/>
                    <a:pt x="86868" y="664369"/>
                    <a:pt x="194024" y="664369"/>
                  </a:cubicBezTo>
                  <a:lnTo>
                    <a:pt x="1102138" y="664369"/>
                  </a:lnTo>
                  <a:cubicBezTo>
                    <a:pt x="1190530" y="664369"/>
                    <a:pt x="1262158" y="592741"/>
                    <a:pt x="1262158" y="504349"/>
                  </a:cubicBezTo>
                  <a:cubicBezTo>
                    <a:pt x="1262158" y="415957"/>
                    <a:pt x="1190530" y="344329"/>
                    <a:pt x="1102138" y="344329"/>
                  </a:cubicBezTo>
                  <a:close/>
                </a:path>
              </a:pathLst>
            </a:custGeom>
            <a:solidFill>
              <a:srgbClr val="42444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481" name="Google Shape;481;p16"/>
            <p:cNvGrpSpPr/>
            <p:nvPr/>
          </p:nvGrpSpPr>
          <p:grpSpPr>
            <a:xfrm>
              <a:off x="4275677" y="3065525"/>
              <a:ext cx="334517" cy="380047"/>
              <a:chOff x="4275677" y="3065525"/>
              <a:chExt cx="334517" cy="380047"/>
            </a:xfrm>
          </p:grpSpPr>
          <p:grpSp>
            <p:nvGrpSpPr>
              <p:cNvPr id="482" name="Google Shape;482;p16"/>
              <p:cNvGrpSpPr/>
              <p:nvPr/>
            </p:nvGrpSpPr>
            <p:grpSpPr>
              <a:xfrm>
                <a:off x="4275677" y="3065525"/>
                <a:ext cx="334517" cy="380047"/>
                <a:chOff x="4275677" y="3065525"/>
                <a:chExt cx="334517" cy="380047"/>
              </a:xfrm>
            </p:grpSpPr>
            <p:grpSp>
              <p:nvGrpSpPr>
                <p:cNvPr id="483" name="Google Shape;483;p16"/>
                <p:cNvGrpSpPr/>
                <p:nvPr/>
              </p:nvGrpSpPr>
              <p:grpSpPr>
                <a:xfrm>
                  <a:off x="4275677" y="3301269"/>
                  <a:ext cx="334422" cy="144303"/>
                  <a:chOff x="4275677" y="3301269"/>
                  <a:chExt cx="334422" cy="144303"/>
                </a:xfrm>
              </p:grpSpPr>
              <p:sp>
                <p:nvSpPr>
                  <p:cNvPr id="484" name="Google Shape;484;p16"/>
                  <p:cNvSpPr/>
                  <p:nvPr/>
                </p:nvSpPr>
                <p:spPr>
                  <a:xfrm>
                    <a:off x="4275677" y="3331654"/>
                    <a:ext cx="334422" cy="113918"/>
                  </a:xfrm>
                  <a:custGeom>
                    <a:avLst/>
                    <a:gdLst/>
                    <a:ahLst/>
                    <a:cxnLst/>
                    <a:rect l="l" t="t" r="r" b="b"/>
                    <a:pathLst>
                      <a:path w="334422" h="113918" extrusionOk="0">
                        <a:moveTo>
                          <a:pt x="95" y="0"/>
                        </a:moveTo>
                        <a:lnTo>
                          <a:pt x="95" y="83534"/>
                        </a:lnTo>
                        <a:cubicBezTo>
                          <a:pt x="95" y="100298"/>
                          <a:pt x="74962" y="113919"/>
                          <a:pt x="167259" y="113919"/>
                        </a:cubicBezTo>
                        <a:cubicBezTo>
                          <a:pt x="259556" y="113919"/>
                          <a:pt x="334423" y="100298"/>
                          <a:pt x="334423" y="83534"/>
                        </a:cubicBezTo>
                        <a:lnTo>
                          <a:pt x="334423" y="0"/>
                        </a:lnTo>
                        <a:lnTo>
                          <a:pt x="0" y="0"/>
                        </a:lnTo>
                        <a:close/>
                      </a:path>
                    </a:pathLst>
                  </a:custGeom>
                  <a:solidFill>
                    <a:srgbClr val="CFD3D9"/>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85" name="Google Shape;485;p16"/>
                  <p:cNvSpPr/>
                  <p:nvPr/>
                </p:nvSpPr>
                <p:spPr>
                  <a:xfrm>
                    <a:off x="4275772" y="3301269"/>
                    <a:ext cx="334327" cy="60769"/>
                  </a:xfrm>
                  <a:custGeom>
                    <a:avLst/>
                    <a:gdLst/>
                    <a:ahLst/>
                    <a:cxnLst/>
                    <a:rect l="l" t="t" r="r" b="b"/>
                    <a:pathLst>
                      <a:path w="334327" h="60769" extrusionOk="0">
                        <a:moveTo>
                          <a:pt x="334328" y="30385"/>
                        </a:moveTo>
                        <a:cubicBezTo>
                          <a:pt x="334328" y="47166"/>
                          <a:pt x="259486" y="60770"/>
                          <a:pt x="167164" y="60770"/>
                        </a:cubicBezTo>
                        <a:cubicBezTo>
                          <a:pt x="74842" y="60770"/>
                          <a:pt x="0" y="47166"/>
                          <a:pt x="0" y="30385"/>
                        </a:cubicBezTo>
                        <a:cubicBezTo>
                          <a:pt x="0" y="13604"/>
                          <a:pt x="74842" y="0"/>
                          <a:pt x="167164" y="0"/>
                        </a:cubicBezTo>
                        <a:cubicBezTo>
                          <a:pt x="259486" y="0"/>
                          <a:pt x="334328" y="13604"/>
                          <a:pt x="334328" y="30385"/>
                        </a:cubicBezTo>
                        <a:close/>
                      </a:path>
                    </a:pathLst>
                  </a:custGeom>
                  <a:solidFill>
                    <a:srgbClr val="E6EAF0"/>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486" name="Google Shape;486;p16"/>
                <p:cNvGrpSpPr/>
                <p:nvPr/>
              </p:nvGrpSpPr>
              <p:grpSpPr>
                <a:xfrm>
                  <a:off x="4275677" y="3183350"/>
                  <a:ext cx="334422" cy="144302"/>
                  <a:chOff x="4275677" y="3183350"/>
                  <a:chExt cx="334422" cy="144302"/>
                </a:xfrm>
              </p:grpSpPr>
              <p:sp>
                <p:nvSpPr>
                  <p:cNvPr id="487" name="Google Shape;487;p16"/>
                  <p:cNvSpPr/>
                  <p:nvPr/>
                </p:nvSpPr>
                <p:spPr>
                  <a:xfrm>
                    <a:off x="4275677" y="3213734"/>
                    <a:ext cx="334422" cy="113918"/>
                  </a:xfrm>
                  <a:custGeom>
                    <a:avLst/>
                    <a:gdLst/>
                    <a:ahLst/>
                    <a:cxnLst/>
                    <a:rect l="l" t="t" r="r" b="b"/>
                    <a:pathLst>
                      <a:path w="334422" h="113918" extrusionOk="0">
                        <a:moveTo>
                          <a:pt x="95" y="0"/>
                        </a:moveTo>
                        <a:lnTo>
                          <a:pt x="95" y="83534"/>
                        </a:lnTo>
                        <a:cubicBezTo>
                          <a:pt x="95" y="100298"/>
                          <a:pt x="74962" y="113919"/>
                          <a:pt x="167259" y="113919"/>
                        </a:cubicBezTo>
                        <a:cubicBezTo>
                          <a:pt x="259556" y="113919"/>
                          <a:pt x="334423" y="100298"/>
                          <a:pt x="334423" y="83534"/>
                        </a:cubicBezTo>
                        <a:lnTo>
                          <a:pt x="334423" y="0"/>
                        </a:lnTo>
                        <a:lnTo>
                          <a:pt x="0" y="0"/>
                        </a:lnTo>
                        <a:close/>
                      </a:path>
                    </a:pathLst>
                  </a:custGeom>
                  <a:solidFill>
                    <a:srgbClr val="CFD3D9"/>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88" name="Google Shape;488;p16"/>
                  <p:cNvSpPr/>
                  <p:nvPr/>
                </p:nvSpPr>
                <p:spPr>
                  <a:xfrm>
                    <a:off x="4275772" y="3183350"/>
                    <a:ext cx="334327" cy="60769"/>
                  </a:xfrm>
                  <a:custGeom>
                    <a:avLst/>
                    <a:gdLst/>
                    <a:ahLst/>
                    <a:cxnLst/>
                    <a:rect l="l" t="t" r="r" b="b"/>
                    <a:pathLst>
                      <a:path w="334327" h="60769" extrusionOk="0">
                        <a:moveTo>
                          <a:pt x="334328" y="30385"/>
                        </a:moveTo>
                        <a:cubicBezTo>
                          <a:pt x="334328" y="47166"/>
                          <a:pt x="259486" y="60769"/>
                          <a:pt x="167164" y="60769"/>
                        </a:cubicBezTo>
                        <a:cubicBezTo>
                          <a:pt x="74842" y="60769"/>
                          <a:pt x="0" y="47166"/>
                          <a:pt x="0" y="30385"/>
                        </a:cubicBezTo>
                        <a:cubicBezTo>
                          <a:pt x="0" y="13604"/>
                          <a:pt x="74842" y="0"/>
                          <a:pt x="167164" y="0"/>
                        </a:cubicBezTo>
                        <a:cubicBezTo>
                          <a:pt x="259486" y="0"/>
                          <a:pt x="334328" y="13604"/>
                          <a:pt x="334328" y="30385"/>
                        </a:cubicBezTo>
                        <a:close/>
                      </a:path>
                    </a:pathLst>
                  </a:custGeom>
                  <a:solidFill>
                    <a:srgbClr val="E6EAF0"/>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489" name="Google Shape;489;p16"/>
                <p:cNvGrpSpPr/>
                <p:nvPr/>
              </p:nvGrpSpPr>
              <p:grpSpPr>
                <a:xfrm>
                  <a:off x="4275677" y="3065525"/>
                  <a:ext cx="334517" cy="144303"/>
                  <a:chOff x="4275677" y="3065525"/>
                  <a:chExt cx="334517" cy="144303"/>
                </a:xfrm>
              </p:grpSpPr>
              <p:sp>
                <p:nvSpPr>
                  <p:cNvPr id="490" name="Google Shape;490;p16"/>
                  <p:cNvSpPr/>
                  <p:nvPr/>
                </p:nvSpPr>
                <p:spPr>
                  <a:xfrm>
                    <a:off x="4275677" y="3095910"/>
                    <a:ext cx="334422" cy="113918"/>
                  </a:xfrm>
                  <a:custGeom>
                    <a:avLst/>
                    <a:gdLst/>
                    <a:ahLst/>
                    <a:cxnLst/>
                    <a:rect l="l" t="t" r="r" b="b"/>
                    <a:pathLst>
                      <a:path w="334422" h="113918" extrusionOk="0">
                        <a:moveTo>
                          <a:pt x="95" y="0"/>
                        </a:moveTo>
                        <a:lnTo>
                          <a:pt x="95" y="83534"/>
                        </a:lnTo>
                        <a:cubicBezTo>
                          <a:pt x="95" y="100298"/>
                          <a:pt x="74962" y="113919"/>
                          <a:pt x="167259" y="113919"/>
                        </a:cubicBezTo>
                        <a:cubicBezTo>
                          <a:pt x="259556" y="113919"/>
                          <a:pt x="334423" y="100298"/>
                          <a:pt x="334423" y="83534"/>
                        </a:cubicBezTo>
                        <a:lnTo>
                          <a:pt x="334423" y="0"/>
                        </a:lnTo>
                        <a:lnTo>
                          <a:pt x="0" y="0"/>
                        </a:lnTo>
                        <a:close/>
                      </a:path>
                    </a:pathLst>
                  </a:custGeom>
                  <a:solidFill>
                    <a:srgbClr val="CFD3D9"/>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91" name="Google Shape;491;p16"/>
                  <p:cNvSpPr/>
                  <p:nvPr/>
                </p:nvSpPr>
                <p:spPr>
                  <a:xfrm>
                    <a:off x="4275867" y="3065525"/>
                    <a:ext cx="334327" cy="60769"/>
                  </a:xfrm>
                  <a:custGeom>
                    <a:avLst/>
                    <a:gdLst/>
                    <a:ahLst/>
                    <a:cxnLst/>
                    <a:rect l="l" t="t" r="r" b="b"/>
                    <a:pathLst>
                      <a:path w="334327" h="60769" extrusionOk="0">
                        <a:moveTo>
                          <a:pt x="334328" y="30385"/>
                        </a:moveTo>
                        <a:cubicBezTo>
                          <a:pt x="334328" y="47149"/>
                          <a:pt x="259461" y="60770"/>
                          <a:pt x="167164" y="60770"/>
                        </a:cubicBezTo>
                        <a:cubicBezTo>
                          <a:pt x="74866" y="60770"/>
                          <a:pt x="0" y="47149"/>
                          <a:pt x="0" y="30385"/>
                        </a:cubicBezTo>
                        <a:cubicBezTo>
                          <a:pt x="0" y="13621"/>
                          <a:pt x="74866" y="0"/>
                          <a:pt x="167164" y="0"/>
                        </a:cubicBezTo>
                        <a:cubicBezTo>
                          <a:pt x="259461" y="0"/>
                          <a:pt x="334328" y="13621"/>
                          <a:pt x="334328" y="30385"/>
                        </a:cubicBezTo>
                        <a:close/>
                      </a:path>
                    </a:pathLst>
                  </a:custGeom>
                  <a:solidFill>
                    <a:srgbClr val="E6EAF0"/>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sp>
            <p:nvSpPr>
              <p:cNvPr id="492" name="Google Shape;492;p16"/>
              <p:cNvSpPr/>
              <p:nvPr/>
            </p:nvSpPr>
            <p:spPr>
              <a:xfrm>
                <a:off x="4529994" y="3140487"/>
                <a:ext cx="38100" cy="38100"/>
              </a:xfrm>
              <a:custGeom>
                <a:avLst/>
                <a:gdLst/>
                <a:ahLst/>
                <a:cxnLst/>
                <a:rect l="l" t="t" r="r" b="b"/>
                <a:pathLst>
                  <a:path w="38100" h="38100" extrusionOk="0">
                    <a:moveTo>
                      <a:pt x="38100" y="19050"/>
                    </a:moveTo>
                    <a:cubicBezTo>
                      <a:pt x="38100" y="29623"/>
                      <a:pt x="29528" y="38100"/>
                      <a:pt x="19050" y="38100"/>
                    </a:cubicBezTo>
                    <a:cubicBezTo>
                      <a:pt x="8572" y="38100"/>
                      <a:pt x="0" y="29528"/>
                      <a:pt x="0" y="19050"/>
                    </a:cubicBezTo>
                    <a:cubicBezTo>
                      <a:pt x="0" y="8572"/>
                      <a:pt x="8572" y="0"/>
                      <a:pt x="19050" y="0"/>
                    </a:cubicBezTo>
                    <a:cubicBezTo>
                      <a:pt x="29528" y="0"/>
                      <a:pt x="38100" y="8572"/>
                      <a:pt x="38100" y="19050"/>
                    </a:cubicBezTo>
                    <a:close/>
                  </a:path>
                </a:pathLst>
              </a:custGeom>
              <a:solidFill>
                <a:srgbClr val="55C0ED"/>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93" name="Google Shape;493;p16"/>
              <p:cNvSpPr/>
              <p:nvPr/>
            </p:nvSpPr>
            <p:spPr>
              <a:xfrm>
                <a:off x="4529994" y="3256216"/>
                <a:ext cx="38100" cy="38100"/>
              </a:xfrm>
              <a:custGeom>
                <a:avLst/>
                <a:gdLst/>
                <a:ahLst/>
                <a:cxnLst/>
                <a:rect l="l" t="t" r="r" b="b"/>
                <a:pathLst>
                  <a:path w="38100" h="38100" extrusionOk="0">
                    <a:moveTo>
                      <a:pt x="38100" y="19050"/>
                    </a:moveTo>
                    <a:cubicBezTo>
                      <a:pt x="38100" y="29623"/>
                      <a:pt x="29528" y="38100"/>
                      <a:pt x="19050" y="38100"/>
                    </a:cubicBezTo>
                    <a:cubicBezTo>
                      <a:pt x="8572" y="38100"/>
                      <a:pt x="0" y="29528"/>
                      <a:pt x="0" y="19050"/>
                    </a:cubicBezTo>
                    <a:cubicBezTo>
                      <a:pt x="0" y="8573"/>
                      <a:pt x="8572" y="0"/>
                      <a:pt x="19050" y="0"/>
                    </a:cubicBezTo>
                    <a:cubicBezTo>
                      <a:pt x="29528" y="0"/>
                      <a:pt x="38100" y="8573"/>
                      <a:pt x="38100" y="19050"/>
                    </a:cubicBezTo>
                    <a:close/>
                  </a:path>
                </a:pathLst>
              </a:custGeom>
              <a:solidFill>
                <a:srgbClr val="E6EAF0"/>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94" name="Google Shape;494;p16"/>
              <p:cNvSpPr/>
              <p:nvPr/>
            </p:nvSpPr>
            <p:spPr>
              <a:xfrm>
                <a:off x="4529994" y="3377088"/>
                <a:ext cx="38100" cy="38100"/>
              </a:xfrm>
              <a:custGeom>
                <a:avLst/>
                <a:gdLst/>
                <a:ahLst/>
                <a:cxnLst/>
                <a:rect l="l" t="t" r="r" b="b"/>
                <a:pathLst>
                  <a:path w="38100" h="38100" extrusionOk="0">
                    <a:moveTo>
                      <a:pt x="38100" y="19050"/>
                    </a:moveTo>
                    <a:cubicBezTo>
                      <a:pt x="38100" y="29623"/>
                      <a:pt x="29528" y="38100"/>
                      <a:pt x="19050" y="38100"/>
                    </a:cubicBezTo>
                    <a:cubicBezTo>
                      <a:pt x="8572" y="38100"/>
                      <a:pt x="0" y="29528"/>
                      <a:pt x="0" y="19050"/>
                    </a:cubicBezTo>
                    <a:cubicBezTo>
                      <a:pt x="0" y="8573"/>
                      <a:pt x="8572" y="0"/>
                      <a:pt x="19050" y="0"/>
                    </a:cubicBezTo>
                    <a:cubicBezTo>
                      <a:pt x="29528" y="0"/>
                      <a:pt x="38100" y="8573"/>
                      <a:pt x="38100" y="19050"/>
                    </a:cubicBezTo>
                    <a:close/>
                  </a:path>
                </a:pathLst>
              </a:custGeom>
              <a:solidFill>
                <a:srgbClr val="E6EAF0"/>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495" name="Google Shape;495;p16"/>
          <p:cNvGrpSpPr/>
          <p:nvPr/>
        </p:nvGrpSpPr>
        <p:grpSpPr>
          <a:xfrm>
            <a:off x="8582238" y="611818"/>
            <a:ext cx="33124" cy="442802"/>
            <a:chOff x="10809827" y="4402455"/>
            <a:chExt cx="24764" cy="330993"/>
          </a:xfrm>
        </p:grpSpPr>
        <p:sp>
          <p:nvSpPr>
            <p:cNvPr id="496" name="Google Shape;496;p16"/>
            <p:cNvSpPr/>
            <p:nvPr/>
          </p:nvSpPr>
          <p:spPr>
            <a:xfrm>
              <a:off x="10822209" y="4414266"/>
              <a:ext cx="9525" cy="307467"/>
            </a:xfrm>
            <a:custGeom>
              <a:avLst/>
              <a:gdLst/>
              <a:ahLst/>
              <a:cxnLst/>
              <a:rect l="l" t="t" r="r" b="b"/>
              <a:pathLst>
                <a:path w="9525" h="307467" extrusionOk="0">
                  <a:moveTo>
                    <a:pt x="-1" y="307467"/>
                  </a:moveTo>
                  <a:lnTo>
                    <a:pt x="-1" y="0"/>
                  </a:lnTo>
                </a:path>
              </a:pathLst>
            </a:custGeom>
            <a:solidFill>
              <a:schemeClr val="accent4"/>
            </a:solidFill>
            <a:ln w="10950" cap="flat" cmpd="sng">
              <a:solidFill>
                <a:schemeClr val="accent4"/>
              </a:solidFill>
              <a:prstDash val="dashDot"/>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97" name="Google Shape;497;p16"/>
            <p:cNvSpPr/>
            <p:nvPr/>
          </p:nvSpPr>
          <p:spPr>
            <a:xfrm>
              <a:off x="10809827" y="4708683"/>
              <a:ext cx="24764" cy="24765"/>
            </a:xfrm>
            <a:custGeom>
              <a:avLst/>
              <a:gdLst/>
              <a:ahLst/>
              <a:cxnLst/>
              <a:rect l="l" t="t" r="r" b="b"/>
              <a:pathLst>
                <a:path w="24764" h="24765" extrusionOk="0">
                  <a:moveTo>
                    <a:pt x="24765" y="12382"/>
                  </a:moveTo>
                  <a:cubicBezTo>
                    <a:pt x="24765" y="19240"/>
                    <a:pt x="19241" y="24765"/>
                    <a:pt x="12382" y="24765"/>
                  </a:cubicBezTo>
                  <a:cubicBezTo>
                    <a:pt x="5524" y="24765"/>
                    <a:pt x="0" y="19240"/>
                    <a:pt x="0" y="12382"/>
                  </a:cubicBezTo>
                  <a:cubicBezTo>
                    <a:pt x="0" y="5524"/>
                    <a:pt x="5524" y="0"/>
                    <a:pt x="12382" y="0"/>
                  </a:cubicBezTo>
                  <a:cubicBezTo>
                    <a:pt x="19241" y="0"/>
                    <a:pt x="24765" y="5524"/>
                    <a:pt x="24765" y="12382"/>
                  </a:cubicBez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98" name="Google Shape;498;p16"/>
            <p:cNvSpPr/>
            <p:nvPr/>
          </p:nvSpPr>
          <p:spPr>
            <a:xfrm>
              <a:off x="10809827" y="4402455"/>
              <a:ext cx="24764" cy="24764"/>
            </a:xfrm>
            <a:custGeom>
              <a:avLst/>
              <a:gdLst/>
              <a:ahLst/>
              <a:cxnLst/>
              <a:rect l="l" t="t" r="r" b="b"/>
              <a:pathLst>
                <a:path w="24764" h="24764" extrusionOk="0">
                  <a:moveTo>
                    <a:pt x="24765" y="12382"/>
                  </a:moveTo>
                  <a:cubicBezTo>
                    <a:pt x="24765" y="5524"/>
                    <a:pt x="19241" y="0"/>
                    <a:pt x="12382" y="0"/>
                  </a:cubicBezTo>
                  <a:cubicBezTo>
                    <a:pt x="5524" y="0"/>
                    <a:pt x="0" y="5524"/>
                    <a:pt x="0" y="12382"/>
                  </a:cubicBezTo>
                  <a:cubicBezTo>
                    <a:pt x="0" y="19240"/>
                    <a:pt x="5524" y="24765"/>
                    <a:pt x="12382" y="24765"/>
                  </a:cubicBezTo>
                  <a:cubicBezTo>
                    <a:pt x="19241" y="24765"/>
                    <a:pt x="24765" y="19240"/>
                    <a:pt x="24765" y="12382"/>
                  </a:cubicBez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four columns">
  <p:cSld name="CUSTOM_5">
    <p:spTree>
      <p:nvGrpSpPr>
        <p:cNvPr id="1" name="Shape 499"/>
        <p:cNvGrpSpPr/>
        <p:nvPr/>
      </p:nvGrpSpPr>
      <p:grpSpPr>
        <a:xfrm>
          <a:off x="0" y="0"/>
          <a:ext cx="0" cy="0"/>
          <a:chOff x="0" y="0"/>
          <a:chExt cx="0" cy="0"/>
        </a:xfrm>
      </p:grpSpPr>
      <p:sp>
        <p:nvSpPr>
          <p:cNvPr id="500" name="Google Shape;500;p1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501" name="Google Shape;501;p17"/>
          <p:cNvSpPr txBox="1">
            <a:spLocks noGrp="1"/>
          </p:cNvSpPr>
          <p:nvPr>
            <p:ph type="subTitle" idx="1"/>
          </p:nvPr>
        </p:nvSpPr>
        <p:spPr>
          <a:xfrm>
            <a:off x="1253225" y="2053700"/>
            <a:ext cx="2811000" cy="1038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502" name="Google Shape;502;p17"/>
          <p:cNvSpPr txBox="1">
            <a:spLocks noGrp="1"/>
          </p:cNvSpPr>
          <p:nvPr>
            <p:ph type="subTitle" idx="2"/>
          </p:nvPr>
        </p:nvSpPr>
        <p:spPr>
          <a:xfrm>
            <a:off x="5079776" y="2053700"/>
            <a:ext cx="2811000" cy="1038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503" name="Google Shape;503;p17"/>
          <p:cNvSpPr txBox="1">
            <a:spLocks noGrp="1"/>
          </p:cNvSpPr>
          <p:nvPr>
            <p:ph type="subTitle" idx="3"/>
          </p:nvPr>
        </p:nvSpPr>
        <p:spPr>
          <a:xfrm>
            <a:off x="1253225" y="3565300"/>
            <a:ext cx="2811000" cy="1038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504" name="Google Shape;504;p17"/>
          <p:cNvSpPr txBox="1">
            <a:spLocks noGrp="1"/>
          </p:cNvSpPr>
          <p:nvPr>
            <p:ph type="subTitle" idx="4"/>
          </p:nvPr>
        </p:nvSpPr>
        <p:spPr>
          <a:xfrm>
            <a:off x="5079776" y="3565300"/>
            <a:ext cx="2811000" cy="1038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505" name="Google Shape;505;p17"/>
          <p:cNvSpPr txBox="1">
            <a:spLocks noGrp="1"/>
          </p:cNvSpPr>
          <p:nvPr>
            <p:ph type="subTitle" idx="5"/>
          </p:nvPr>
        </p:nvSpPr>
        <p:spPr>
          <a:xfrm>
            <a:off x="1253225" y="1363500"/>
            <a:ext cx="2811000" cy="6978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Epilogue"/>
                <a:ea typeface="Epilogue"/>
                <a:cs typeface="Epilogue"/>
                <a:sym typeface="Epilogue"/>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506" name="Google Shape;506;p17"/>
          <p:cNvSpPr txBox="1">
            <a:spLocks noGrp="1"/>
          </p:cNvSpPr>
          <p:nvPr>
            <p:ph type="subTitle" idx="6"/>
          </p:nvPr>
        </p:nvSpPr>
        <p:spPr>
          <a:xfrm>
            <a:off x="1253225" y="2875125"/>
            <a:ext cx="2811000" cy="6978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Epilogue"/>
                <a:ea typeface="Epilogue"/>
                <a:cs typeface="Epilogue"/>
                <a:sym typeface="Epilogue"/>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507" name="Google Shape;507;p17"/>
          <p:cNvSpPr txBox="1">
            <a:spLocks noGrp="1"/>
          </p:cNvSpPr>
          <p:nvPr>
            <p:ph type="subTitle" idx="7"/>
          </p:nvPr>
        </p:nvSpPr>
        <p:spPr>
          <a:xfrm>
            <a:off x="5079750" y="1363500"/>
            <a:ext cx="2811000" cy="6978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Epilogue"/>
                <a:ea typeface="Epilogue"/>
                <a:cs typeface="Epilogue"/>
                <a:sym typeface="Epilogue"/>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508" name="Google Shape;508;p17"/>
          <p:cNvSpPr txBox="1">
            <a:spLocks noGrp="1"/>
          </p:cNvSpPr>
          <p:nvPr>
            <p:ph type="subTitle" idx="8"/>
          </p:nvPr>
        </p:nvSpPr>
        <p:spPr>
          <a:xfrm>
            <a:off x="5079750" y="2875125"/>
            <a:ext cx="2811000" cy="6978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Epilogue"/>
                <a:ea typeface="Epilogue"/>
                <a:cs typeface="Epilogue"/>
                <a:sym typeface="Epilogue"/>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509" name="Google Shape;509;p17"/>
          <p:cNvSpPr/>
          <p:nvPr/>
        </p:nvSpPr>
        <p:spPr>
          <a:xfrm rot="8819869" flipH="1">
            <a:off x="7035528" y="3933627"/>
            <a:ext cx="3158468" cy="2509642"/>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 name="Google Shape;510;p17"/>
          <p:cNvSpPr/>
          <p:nvPr/>
        </p:nvSpPr>
        <p:spPr>
          <a:xfrm rot="-3657034" flipH="1">
            <a:off x="-1336268" y="-858934"/>
            <a:ext cx="2746020" cy="1921695"/>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1" name="Google Shape;511;p17"/>
          <p:cNvGrpSpPr/>
          <p:nvPr/>
        </p:nvGrpSpPr>
        <p:grpSpPr>
          <a:xfrm>
            <a:off x="65066" y="4373044"/>
            <a:ext cx="878158" cy="654532"/>
            <a:chOff x="1114425" y="4361211"/>
            <a:chExt cx="573023" cy="427101"/>
          </a:xfrm>
        </p:grpSpPr>
        <p:grpSp>
          <p:nvGrpSpPr>
            <p:cNvPr id="512" name="Google Shape;512;p17"/>
            <p:cNvGrpSpPr/>
            <p:nvPr/>
          </p:nvGrpSpPr>
          <p:grpSpPr>
            <a:xfrm>
              <a:off x="1114425" y="4361211"/>
              <a:ext cx="573023" cy="427101"/>
              <a:chOff x="1114425" y="4361211"/>
              <a:chExt cx="573023" cy="427101"/>
            </a:xfrm>
          </p:grpSpPr>
          <p:sp>
            <p:nvSpPr>
              <p:cNvPr id="513" name="Google Shape;513;p17"/>
              <p:cNvSpPr/>
              <p:nvPr/>
            </p:nvSpPr>
            <p:spPr>
              <a:xfrm>
                <a:off x="1241964" y="4361211"/>
                <a:ext cx="445484" cy="299466"/>
              </a:xfrm>
              <a:custGeom>
                <a:avLst/>
                <a:gdLst/>
                <a:ahLst/>
                <a:cxnLst/>
                <a:rect l="l" t="t" r="r" b="b"/>
                <a:pathLst>
                  <a:path w="445484" h="299466" extrusionOk="0">
                    <a:moveTo>
                      <a:pt x="139160" y="7715"/>
                    </a:moveTo>
                    <a:lnTo>
                      <a:pt x="173450" y="42005"/>
                    </a:lnTo>
                    <a:cubicBezTo>
                      <a:pt x="178403" y="46958"/>
                      <a:pt x="185166" y="49721"/>
                      <a:pt x="192215" y="49721"/>
                    </a:cubicBezTo>
                    <a:lnTo>
                      <a:pt x="419005" y="49721"/>
                    </a:lnTo>
                    <a:cubicBezTo>
                      <a:pt x="433673" y="49721"/>
                      <a:pt x="445484" y="61627"/>
                      <a:pt x="445484" y="76200"/>
                    </a:cubicBezTo>
                    <a:lnTo>
                      <a:pt x="445484" y="272987"/>
                    </a:lnTo>
                    <a:cubicBezTo>
                      <a:pt x="445484" y="287655"/>
                      <a:pt x="433578" y="299466"/>
                      <a:pt x="419005" y="299466"/>
                    </a:cubicBezTo>
                    <a:lnTo>
                      <a:pt x="26479" y="299466"/>
                    </a:lnTo>
                    <a:cubicBezTo>
                      <a:pt x="11811" y="299466"/>
                      <a:pt x="0" y="287560"/>
                      <a:pt x="0" y="272987"/>
                    </a:cubicBezTo>
                    <a:lnTo>
                      <a:pt x="0" y="26479"/>
                    </a:lnTo>
                    <a:cubicBezTo>
                      <a:pt x="0" y="11811"/>
                      <a:pt x="11906" y="0"/>
                      <a:pt x="26479" y="0"/>
                    </a:cubicBezTo>
                    <a:lnTo>
                      <a:pt x="120396" y="0"/>
                    </a:lnTo>
                    <a:cubicBezTo>
                      <a:pt x="127445" y="0"/>
                      <a:pt x="134207" y="2762"/>
                      <a:pt x="139160" y="7715"/>
                    </a:cubicBezTo>
                    <a:close/>
                  </a:path>
                </a:pathLst>
              </a:custGeom>
              <a:solidFill>
                <a:srgbClr val="35363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14" name="Google Shape;514;p17"/>
              <p:cNvSpPr/>
              <p:nvPr/>
            </p:nvSpPr>
            <p:spPr>
              <a:xfrm>
                <a:off x="1178242" y="4425029"/>
                <a:ext cx="445484" cy="299466"/>
              </a:xfrm>
              <a:custGeom>
                <a:avLst/>
                <a:gdLst/>
                <a:ahLst/>
                <a:cxnLst/>
                <a:rect l="l" t="t" r="r" b="b"/>
                <a:pathLst>
                  <a:path w="445484" h="299466" extrusionOk="0">
                    <a:moveTo>
                      <a:pt x="139160" y="7620"/>
                    </a:moveTo>
                    <a:lnTo>
                      <a:pt x="173450" y="41910"/>
                    </a:lnTo>
                    <a:cubicBezTo>
                      <a:pt x="178403" y="46863"/>
                      <a:pt x="185166" y="49721"/>
                      <a:pt x="192215" y="49721"/>
                    </a:cubicBezTo>
                    <a:lnTo>
                      <a:pt x="419005" y="49721"/>
                    </a:lnTo>
                    <a:cubicBezTo>
                      <a:pt x="433673" y="49721"/>
                      <a:pt x="445484" y="61627"/>
                      <a:pt x="445484" y="76200"/>
                    </a:cubicBezTo>
                    <a:lnTo>
                      <a:pt x="445484" y="272987"/>
                    </a:lnTo>
                    <a:cubicBezTo>
                      <a:pt x="445484" y="287655"/>
                      <a:pt x="433578" y="299466"/>
                      <a:pt x="419005" y="299466"/>
                    </a:cubicBezTo>
                    <a:lnTo>
                      <a:pt x="26479" y="299466"/>
                    </a:lnTo>
                    <a:cubicBezTo>
                      <a:pt x="11811" y="299466"/>
                      <a:pt x="0" y="287560"/>
                      <a:pt x="0" y="272987"/>
                    </a:cubicBezTo>
                    <a:lnTo>
                      <a:pt x="0" y="26479"/>
                    </a:lnTo>
                    <a:cubicBezTo>
                      <a:pt x="0" y="11811"/>
                      <a:pt x="11906" y="0"/>
                      <a:pt x="26479" y="0"/>
                    </a:cubicBezTo>
                    <a:lnTo>
                      <a:pt x="120396" y="0"/>
                    </a:lnTo>
                    <a:cubicBezTo>
                      <a:pt x="127445" y="0"/>
                      <a:pt x="134207" y="2762"/>
                      <a:pt x="139160" y="7715"/>
                    </a:cubicBezTo>
                    <a:close/>
                  </a:path>
                </a:pathLst>
              </a:custGeom>
              <a:solidFill>
                <a:srgbClr val="42444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15" name="Google Shape;515;p17"/>
              <p:cNvSpPr/>
              <p:nvPr/>
            </p:nvSpPr>
            <p:spPr>
              <a:xfrm>
                <a:off x="1114425" y="4488846"/>
                <a:ext cx="445484" cy="299466"/>
              </a:xfrm>
              <a:custGeom>
                <a:avLst/>
                <a:gdLst/>
                <a:ahLst/>
                <a:cxnLst/>
                <a:rect l="l" t="t" r="r" b="b"/>
                <a:pathLst>
                  <a:path w="445484" h="299466" extrusionOk="0">
                    <a:moveTo>
                      <a:pt x="139160" y="7620"/>
                    </a:moveTo>
                    <a:lnTo>
                      <a:pt x="173450" y="41910"/>
                    </a:lnTo>
                    <a:cubicBezTo>
                      <a:pt x="178403" y="46863"/>
                      <a:pt x="185166" y="49721"/>
                      <a:pt x="192215" y="49721"/>
                    </a:cubicBezTo>
                    <a:lnTo>
                      <a:pt x="419005" y="49721"/>
                    </a:lnTo>
                    <a:cubicBezTo>
                      <a:pt x="433673" y="49721"/>
                      <a:pt x="445484" y="61627"/>
                      <a:pt x="445484" y="76200"/>
                    </a:cubicBezTo>
                    <a:lnTo>
                      <a:pt x="445484" y="272987"/>
                    </a:lnTo>
                    <a:cubicBezTo>
                      <a:pt x="445484" y="287655"/>
                      <a:pt x="433578" y="299466"/>
                      <a:pt x="419005" y="299466"/>
                    </a:cubicBezTo>
                    <a:lnTo>
                      <a:pt x="26480" y="299466"/>
                    </a:lnTo>
                    <a:cubicBezTo>
                      <a:pt x="11811" y="299466"/>
                      <a:pt x="0" y="287560"/>
                      <a:pt x="0" y="272987"/>
                    </a:cubicBezTo>
                    <a:lnTo>
                      <a:pt x="0" y="26479"/>
                    </a:lnTo>
                    <a:cubicBezTo>
                      <a:pt x="0" y="11811"/>
                      <a:pt x="11906" y="0"/>
                      <a:pt x="26480" y="0"/>
                    </a:cubicBezTo>
                    <a:lnTo>
                      <a:pt x="120396" y="0"/>
                    </a:lnTo>
                    <a:cubicBezTo>
                      <a:pt x="127445" y="0"/>
                      <a:pt x="134207" y="2762"/>
                      <a:pt x="139160" y="7811"/>
                    </a:cubicBezTo>
                    <a:close/>
                  </a:path>
                </a:pathLst>
              </a:custGeom>
              <a:solidFill>
                <a:srgbClr val="6F708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516" name="Google Shape;516;p17"/>
            <p:cNvSpPr/>
            <p:nvPr/>
          </p:nvSpPr>
          <p:spPr>
            <a:xfrm>
              <a:off x="1303210" y="4628965"/>
              <a:ext cx="68735" cy="82063"/>
            </a:xfrm>
            <a:custGeom>
              <a:avLst/>
              <a:gdLst/>
              <a:ahLst/>
              <a:cxnLst/>
              <a:rect l="l" t="t" r="r" b="b"/>
              <a:pathLst>
                <a:path w="68735" h="82063" extrusionOk="0">
                  <a:moveTo>
                    <a:pt x="0" y="6471"/>
                  </a:moveTo>
                  <a:lnTo>
                    <a:pt x="0" y="75527"/>
                  </a:lnTo>
                  <a:cubicBezTo>
                    <a:pt x="0" y="80575"/>
                    <a:pt x="5524" y="83719"/>
                    <a:pt x="9811" y="81147"/>
                  </a:cubicBezTo>
                  <a:lnTo>
                    <a:pt x="65532" y="48095"/>
                  </a:lnTo>
                  <a:cubicBezTo>
                    <a:pt x="69723" y="45619"/>
                    <a:pt x="69818" y="39618"/>
                    <a:pt x="65723" y="37046"/>
                  </a:cubicBezTo>
                  <a:lnTo>
                    <a:pt x="10001" y="1042"/>
                  </a:lnTo>
                  <a:cubicBezTo>
                    <a:pt x="5715" y="-1721"/>
                    <a:pt x="0" y="1327"/>
                    <a:pt x="0" y="6471"/>
                  </a:cubicBezTo>
                  <a:close/>
                </a:path>
              </a:pathLst>
            </a:custGeom>
            <a:solidFill>
              <a:srgbClr val="FFFFF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517" name="Google Shape;517;p17"/>
          <p:cNvGrpSpPr/>
          <p:nvPr/>
        </p:nvGrpSpPr>
        <p:grpSpPr>
          <a:xfrm>
            <a:off x="8114970" y="266839"/>
            <a:ext cx="829992" cy="750888"/>
            <a:chOff x="8114596" y="445039"/>
            <a:chExt cx="633002" cy="572716"/>
          </a:xfrm>
        </p:grpSpPr>
        <p:grpSp>
          <p:nvGrpSpPr>
            <p:cNvPr id="518" name="Google Shape;518;p17"/>
            <p:cNvGrpSpPr/>
            <p:nvPr/>
          </p:nvGrpSpPr>
          <p:grpSpPr>
            <a:xfrm>
              <a:off x="8114596" y="445039"/>
              <a:ext cx="633002" cy="572716"/>
              <a:chOff x="7189660" y="520827"/>
              <a:chExt cx="598074" cy="541115"/>
            </a:xfrm>
          </p:grpSpPr>
          <p:sp>
            <p:nvSpPr>
              <p:cNvPr id="519" name="Google Shape;519;p17"/>
              <p:cNvSpPr/>
              <p:nvPr/>
            </p:nvSpPr>
            <p:spPr>
              <a:xfrm>
                <a:off x="7189660" y="520827"/>
                <a:ext cx="598074" cy="541115"/>
              </a:xfrm>
              <a:custGeom>
                <a:avLst/>
                <a:gdLst/>
                <a:ahLst/>
                <a:cxnLst/>
                <a:rect l="l" t="t" r="r" b="b"/>
                <a:pathLst>
                  <a:path w="598074" h="541115" extrusionOk="0">
                    <a:moveTo>
                      <a:pt x="557022" y="0"/>
                    </a:moveTo>
                    <a:cubicBezTo>
                      <a:pt x="579695" y="0"/>
                      <a:pt x="598075" y="18380"/>
                      <a:pt x="598075" y="41053"/>
                    </a:cubicBezTo>
                    <a:lnTo>
                      <a:pt x="598075" y="500063"/>
                    </a:lnTo>
                    <a:cubicBezTo>
                      <a:pt x="598075" y="522735"/>
                      <a:pt x="579695" y="541115"/>
                      <a:pt x="557022" y="541115"/>
                    </a:cubicBezTo>
                    <a:lnTo>
                      <a:pt x="41053" y="541115"/>
                    </a:lnTo>
                    <a:cubicBezTo>
                      <a:pt x="18380" y="541115"/>
                      <a:pt x="0" y="522735"/>
                      <a:pt x="0" y="500063"/>
                    </a:cubicBezTo>
                    <a:lnTo>
                      <a:pt x="0" y="41053"/>
                    </a:lnTo>
                    <a:cubicBezTo>
                      <a:pt x="0" y="18380"/>
                      <a:pt x="18380" y="0"/>
                      <a:pt x="41053" y="0"/>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520" name="Google Shape;520;p17"/>
              <p:cNvGrpSpPr/>
              <p:nvPr/>
            </p:nvGrpSpPr>
            <p:grpSpPr>
              <a:xfrm>
                <a:off x="7579137" y="551973"/>
                <a:ext cx="164782" cy="41529"/>
                <a:chOff x="7579137" y="551973"/>
                <a:chExt cx="164782" cy="41529"/>
              </a:xfrm>
            </p:grpSpPr>
            <p:sp>
              <p:nvSpPr>
                <p:cNvPr id="521" name="Google Shape;521;p17"/>
                <p:cNvSpPr/>
                <p:nvPr/>
              </p:nvSpPr>
              <p:spPr>
                <a:xfrm>
                  <a:off x="7702391" y="551973"/>
                  <a:ext cx="41528" cy="41529"/>
                </a:xfrm>
                <a:custGeom>
                  <a:avLst/>
                  <a:gdLst/>
                  <a:ahLst/>
                  <a:cxnLst/>
                  <a:rect l="l" t="t" r="r" b="b"/>
                  <a:pathLst>
                    <a:path w="41528" h="41529" extrusionOk="0">
                      <a:moveTo>
                        <a:pt x="41529" y="20765"/>
                      </a:moveTo>
                      <a:cubicBezTo>
                        <a:pt x="41529" y="32290"/>
                        <a:pt x="32195" y="41529"/>
                        <a:pt x="20764" y="41529"/>
                      </a:cubicBezTo>
                      <a:cubicBezTo>
                        <a:pt x="9334" y="41529"/>
                        <a:pt x="0" y="32195"/>
                        <a:pt x="0" y="20765"/>
                      </a:cubicBezTo>
                      <a:cubicBezTo>
                        <a:pt x="0" y="9335"/>
                        <a:pt x="9334" y="0"/>
                        <a:pt x="20764" y="0"/>
                      </a:cubicBezTo>
                      <a:cubicBezTo>
                        <a:pt x="32195" y="0"/>
                        <a:pt x="41529" y="9335"/>
                        <a:pt x="41529" y="20765"/>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22" name="Google Shape;522;p17"/>
                <p:cNvSpPr/>
                <p:nvPr/>
              </p:nvSpPr>
              <p:spPr>
                <a:xfrm>
                  <a:off x="7640764" y="551973"/>
                  <a:ext cx="41528" cy="41529"/>
                </a:xfrm>
                <a:custGeom>
                  <a:avLst/>
                  <a:gdLst/>
                  <a:ahLst/>
                  <a:cxnLst/>
                  <a:rect l="l" t="t" r="r" b="b"/>
                  <a:pathLst>
                    <a:path w="41528" h="41529" extrusionOk="0">
                      <a:moveTo>
                        <a:pt x="41529" y="20765"/>
                      </a:moveTo>
                      <a:cubicBezTo>
                        <a:pt x="41529" y="32290"/>
                        <a:pt x="32195" y="41529"/>
                        <a:pt x="20764" y="41529"/>
                      </a:cubicBezTo>
                      <a:cubicBezTo>
                        <a:pt x="9334" y="41529"/>
                        <a:pt x="0" y="32195"/>
                        <a:pt x="0" y="20765"/>
                      </a:cubicBezTo>
                      <a:cubicBezTo>
                        <a:pt x="0" y="9335"/>
                        <a:pt x="9334" y="0"/>
                        <a:pt x="20764" y="0"/>
                      </a:cubicBezTo>
                      <a:cubicBezTo>
                        <a:pt x="32195" y="0"/>
                        <a:pt x="41529" y="9335"/>
                        <a:pt x="41529" y="20765"/>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23" name="Google Shape;523;p17"/>
                <p:cNvSpPr/>
                <p:nvPr/>
              </p:nvSpPr>
              <p:spPr>
                <a:xfrm>
                  <a:off x="7579137" y="551973"/>
                  <a:ext cx="41528" cy="41529"/>
                </a:xfrm>
                <a:custGeom>
                  <a:avLst/>
                  <a:gdLst/>
                  <a:ahLst/>
                  <a:cxnLst/>
                  <a:rect l="l" t="t" r="r" b="b"/>
                  <a:pathLst>
                    <a:path w="41528" h="41529" extrusionOk="0">
                      <a:moveTo>
                        <a:pt x="41529" y="20765"/>
                      </a:moveTo>
                      <a:cubicBezTo>
                        <a:pt x="41529" y="32290"/>
                        <a:pt x="32195" y="41529"/>
                        <a:pt x="20764" y="41529"/>
                      </a:cubicBezTo>
                      <a:cubicBezTo>
                        <a:pt x="9334" y="41529"/>
                        <a:pt x="0" y="32195"/>
                        <a:pt x="0" y="20765"/>
                      </a:cubicBezTo>
                      <a:cubicBezTo>
                        <a:pt x="0" y="9335"/>
                        <a:pt x="9334" y="0"/>
                        <a:pt x="20764" y="0"/>
                      </a:cubicBezTo>
                      <a:cubicBezTo>
                        <a:pt x="32195" y="0"/>
                        <a:pt x="41529" y="9335"/>
                        <a:pt x="41529" y="2076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524" name="Google Shape;524;p17"/>
            <p:cNvGrpSpPr/>
            <p:nvPr/>
          </p:nvGrpSpPr>
          <p:grpSpPr>
            <a:xfrm>
              <a:off x="8184962" y="619646"/>
              <a:ext cx="498115" cy="257273"/>
              <a:chOff x="7256144" y="685800"/>
              <a:chExt cx="470630" cy="243077"/>
            </a:xfrm>
          </p:grpSpPr>
          <p:sp>
            <p:nvSpPr>
              <p:cNvPr id="525" name="Google Shape;525;p17"/>
              <p:cNvSpPr/>
              <p:nvPr/>
            </p:nvSpPr>
            <p:spPr>
              <a:xfrm>
                <a:off x="7256144" y="694753"/>
                <a:ext cx="218503" cy="218217"/>
              </a:xfrm>
              <a:custGeom>
                <a:avLst/>
                <a:gdLst/>
                <a:ahLst/>
                <a:cxnLst/>
                <a:rect l="l" t="t" r="r" b="b"/>
                <a:pathLst>
                  <a:path w="218503" h="218217" extrusionOk="0">
                    <a:moveTo>
                      <a:pt x="216598" y="129540"/>
                    </a:moveTo>
                    <a:cubicBezTo>
                      <a:pt x="217837" y="122968"/>
                      <a:pt x="218504" y="116110"/>
                      <a:pt x="218504" y="109156"/>
                    </a:cubicBezTo>
                    <a:cubicBezTo>
                      <a:pt x="218504" y="102203"/>
                      <a:pt x="217837" y="95440"/>
                      <a:pt x="216598" y="88773"/>
                    </a:cubicBezTo>
                    <a:lnTo>
                      <a:pt x="181261" y="88773"/>
                    </a:lnTo>
                    <a:cubicBezTo>
                      <a:pt x="179641" y="83058"/>
                      <a:pt x="177451" y="77724"/>
                      <a:pt x="174593" y="72676"/>
                    </a:cubicBezTo>
                    <a:lnTo>
                      <a:pt x="199549" y="47720"/>
                    </a:lnTo>
                    <a:cubicBezTo>
                      <a:pt x="191834" y="36385"/>
                      <a:pt x="182118" y="26670"/>
                      <a:pt x="170783" y="18955"/>
                    </a:cubicBezTo>
                    <a:lnTo>
                      <a:pt x="145732" y="44005"/>
                    </a:lnTo>
                    <a:cubicBezTo>
                      <a:pt x="140684" y="41148"/>
                      <a:pt x="135255" y="38957"/>
                      <a:pt x="129635" y="37338"/>
                    </a:cubicBezTo>
                    <a:lnTo>
                      <a:pt x="129635" y="1905"/>
                    </a:lnTo>
                    <a:cubicBezTo>
                      <a:pt x="123063" y="667"/>
                      <a:pt x="116205" y="0"/>
                      <a:pt x="109252" y="0"/>
                    </a:cubicBezTo>
                    <a:cubicBezTo>
                      <a:pt x="102298" y="0"/>
                      <a:pt x="95536" y="667"/>
                      <a:pt x="88868" y="1905"/>
                    </a:cubicBezTo>
                    <a:lnTo>
                      <a:pt x="88868" y="37338"/>
                    </a:lnTo>
                    <a:cubicBezTo>
                      <a:pt x="83154" y="38957"/>
                      <a:pt x="77819" y="41148"/>
                      <a:pt x="72771" y="44005"/>
                    </a:cubicBezTo>
                    <a:lnTo>
                      <a:pt x="47720" y="18955"/>
                    </a:lnTo>
                    <a:cubicBezTo>
                      <a:pt x="36386" y="26670"/>
                      <a:pt x="26670" y="36481"/>
                      <a:pt x="18955" y="47720"/>
                    </a:cubicBezTo>
                    <a:lnTo>
                      <a:pt x="43910" y="72676"/>
                    </a:lnTo>
                    <a:cubicBezTo>
                      <a:pt x="41053" y="77724"/>
                      <a:pt x="38862" y="83153"/>
                      <a:pt x="37243" y="88773"/>
                    </a:cubicBezTo>
                    <a:lnTo>
                      <a:pt x="1905" y="88773"/>
                    </a:lnTo>
                    <a:cubicBezTo>
                      <a:pt x="667" y="95345"/>
                      <a:pt x="0" y="102203"/>
                      <a:pt x="0" y="109156"/>
                    </a:cubicBezTo>
                    <a:cubicBezTo>
                      <a:pt x="0" y="116110"/>
                      <a:pt x="667" y="122873"/>
                      <a:pt x="1905" y="129540"/>
                    </a:cubicBezTo>
                    <a:lnTo>
                      <a:pt x="37243" y="129540"/>
                    </a:lnTo>
                    <a:cubicBezTo>
                      <a:pt x="38862" y="135255"/>
                      <a:pt x="41053" y="140589"/>
                      <a:pt x="43910" y="145637"/>
                    </a:cubicBezTo>
                    <a:lnTo>
                      <a:pt x="18955" y="170593"/>
                    </a:lnTo>
                    <a:cubicBezTo>
                      <a:pt x="26670" y="181928"/>
                      <a:pt x="36386" y="191643"/>
                      <a:pt x="47720" y="199358"/>
                    </a:cubicBezTo>
                    <a:lnTo>
                      <a:pt x="72771" y="174308"/>
                    </a:lnTo>
                    <a:cubicBezTo>
                      <a:pt x="77819" y="177165"/>
                      <a:pt x="83248" y="179356"/>
                      <a:pt x="88868" y="180975"/>
                    </a:cubicBezTo>
                    <a:lnTo>
                      <a:pt x="88868" y="216313"/>
                    </a:lnTo>
                    <a:cubicBezTo>
                      <a:pt x="95441" y="217551"/>
                      <a:pt x="102298" y="218218"/>
                      <a:pt x="109252" y="218218"/>
                    </a:cubicBezTo>
                    <a:cubicBezTo>
                      <a:pt x="116205" y="218218"/>
                      <a:pt x="122968" y="217551"/>
                      <a:pt x="129635" y="216313"/>
                    </a:cubicBezTo>
                    <a:lnTo>
                      <a:pt x="129635" y="180975"/>
                    </a:lnTo>
                    <a:cubicBezTo>
                      <a:pt x="135350" y="179356"/>
                      <a:pt x="140684" y="177070"/>
                      <a:pt x="145732" y="174308"/>
                    </a:cubicBezTo>
                    <a:lnTo>
                      <a:pt x="170783" y="199358"/>
                    </a:lnTo>
                    <a:cubicBezTo>
                      <a:pt x="182118" y="191643"/>
                      <a:pt x="191834" y="181928"/>
                      <a:pt x="199549" y="170593"/>
                    </a:cubicBezTo>
                    <a:lnTo>
                      <a:pt x="174593" y="145542"/>
                    </a:lnTo>
                    <a:cubicBezTo>
                      <a:pt x="177451" y="140494"/>
                      <a:pt x="179641" y="135064"/>
                      <a:pt x="181261" y="129445"/>
                    </a:cubicBezTo>
                    <a:lnTo>
                      <a:pt x="216598" y="129445"/>
                    </a:lnTo>
                    <a:close/>
                    <a:moveTo>
                      <a:pt x="109252" y="131255"/>
                    </a:moveTo>
                    <a:cubicBezTo>
                      <a:pt x="97060" y="131255"/>
                      <a:pt x="87249" y="121349"/>
                      <a:pt x="87249" y="109252"/>
                    </a:cubicBezTo>
                    <a:cubicBezTo>
                      <a:pt x="87249" y="97155"/>
                      <a:pt x="97155" y="87249"/>
                      <a:pt x="109252" y="87249"/>
                    </a:cubicBezTo>
                    <a:cubicBezTo>
                      <a:pt x="121348" y="87249"/>
                      <a:pt x="131255" y="97155"/>
                      <a:pt x="131255" y="109252"/>
                    </a:cubicBezTo>
                    <a:cubicBezTo>
                      <a:pt x="131255" y="121349"/>
                      <a:pt x="121348" y="131255"/>
                      <a:pt x="109252" y="131255"/>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526" name="Google Shape;526;p17"/>
              <p:cNvGrpSpPr/>
              <p:nvPr/>
            </p:nvGrpSpPr>
            <p:grpSpPr>
              <a:xfrm>
                <a:off x="7512843" y="685800"/>
                <a:ext cx="213931" cy="243077"/>
                <a:chOff x="7512843" y="685800"/>
                <a:chExt cx="213931" cy="243077"/>
              </a:xfrm>
            </p:grpSpPr>
            <p:grpSp>
              <p:nvGrpSpPr>
                <p:cNvPr id="527" name="Google Shape;527;p17"/>
                <p:cNvGrpSpPr/>
                <p:nvPr/>
              </p:nvGrpSpPr>
              <p:grpSpPr>
                <a:xfrm>
                  <a:off x="7512843" y="836580"/>
                  <a:ext cx="213931" cy="92297"/>
                  <a:chOff x="7512843" y="836580"/>
                  <a:chExt cx="213931" cy="92297"/>
                </a:xfrm>
              </p:grpSpPr>
              <p:sp>
                <p:nvSpPr>
                  <p:cNvPr id="528" name="Google Shape;528;p17"/>
                  <p:cNvSpPr/>
                  <p:nvPr/>
                </p:nvSpPr>
                <p:spPr>
                  <a:xfrm>
                    <a:off x="7512843" y="856011"/>
                    <a:ext cx="213931" cy="72866"/>
                  </a:xfrm>
                  <a:custGeom>
                    <a:avLst/>
                    <a:gdLst/>
                    <a:ahLst/>
                    <a:cxnLst/>
                    <a:rect l="l" t="t" r="r" b="b"/>
                    <a:pathLst>
                      <a:path w="213931" h="72866" extrusionOk="0">
                        <a:moveTo>
                          <a:pt x="0" y="0"/>
                        </a:moveTo>
                        <a:lnTo>
                          <a:pt x="0" y="53435"/>
                        </a:lnTo>
                        <a:cubicBezTo>
                          <a:pt x="0" y="64199"/>
                          <a:pt x="47911" y="72866"/>
                          <a:pt x="106966" y="72866"/>
                        </a:cubicBezTo>
                        <a:cubicBezTo>
                          <a:pt x="166021" y="72866"/>
                          <a:pt x="213932" y="64199"/>
                          <a:pt x="213932" y="53435"/>
                        </a:cubicBezTo>
                        <a:lnTo>
                          <a:pt x="213932" y="0"/>
                        </a:lnTo>
                        <a:lnTo>
                          <a:pt x="0" y="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29" name="Google Shape;529;p17"/>
                  <p:cNvSpPr/>
                  <p:nvPr/>
                </p:nvSpPr>
                <p:spPr>
                  <a:xfrm>
                    <a:off x="7512843" y="836580"/>
                    <a:ext cx="213931" cy="38861"/>
                  </a:xfrm>
                  <a:custGeom>
                    <a:avLst/>
                    <a:gdLst/>
                    <a:ahLst/>
                    <a:cxnLst/>
                    <a:rect l="l" t="t" r="r" b="b"/>
                    <a:pathLst>
                      <a:path w="213931" h="38861" extrusionOk="0">
                        <a:moveTo>
                          <a:pt x="213932" y="19431"/>
                        </a:moveTo>
                        <a:cubicBezTo>
                          <a:pt x="213932" y="30162"/>
                          <a:pt x="166042" y="38862"/>
                          <a:pt x="106966" y="38862"/>
                        </a:cubicBezTo>
                        <a:cubicBezTo>
                          <a:pt x="47891" y="38862"/>
                          <a:pt x="1" y="30162"/>
                          <a:pt x="1" y="19431"/>
                        </a:cubicBezTo>
                        <a:cubicBezTo>
                          <a:pt x="1" y="8700"/>
                          <a:pt x="47891" y="0"/>
                          <a:pt x="106966" y="0"/>
                        </a:cubicBezTo>
                        <a:cubicBezTo>
                          <a:pt x="166042" y="0"/>
                          <a:pt x="213932" y="8700"/>
                          <a:pt x="213932" y="19431"/>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530" name="Google Shape;530;p17"/>
                <p:cNvGrpSpPr/>
                <p:nvPr/>
              </p:nvGrpSpPr>
              <p:grpSpPr>
                <a:xfrm>
                  <a:off x="7512843" y="761238"/>
                  <a:ext cx="213931" cy="92296"/>
                  <a:chOff x="7512843" y="761238"/>
                  <a:chExt cx="213931" cy="92296"/>
                </a:xfrm>
              </p:grpSpPr>
              <p:sp>
                <p:nvSpPr>
                  <p:cNvPr id="531" name="Google Shape;531;p17"/>
                  <p:cNvSpPr/>
                  <p:nvPr/>
                </p:nvSpPr>
                <p:spPr>
                  <a:xfrm>
                    <a:off x="7512843" y="780668"/>
                    <a:ext cx="213931" cy="72866"/>
                  </a:xfrm>
                  <a:custGeom>
                    <a:avLst/>
                    <a:gdLst/>
                    <a:ahLst/>
                    <a:cxnLst/>
                    <a:rect l="l" t="t" r="r" b="b"/>
                    <a:pathLst>
                      <a:path w="213931" h="72866" extrusionOk="0">
                        <a:moveTo>
                          <a:pt x="0" y="0"/>
                        </a:moveTo>
                        <a:lnTo>
                          <a:pt x="0" y="53435"/>
                        </a:lnTo>
                        <a:cubicBezTo>
                          <a:pt x="0" y="64199"/>
                          <a:pt x="47911" y="72866"/>
                          <a:pt x="106966" y="72866"/>
                        </a:cubicBezTo>
                        <a:cubicBezTo>
                          <a:pt x="166021" y="72866"/>
                          <a:pt x="213932" y="64199"/>
                          <a:pt x="213932" y="53435"/>
                        </a:cubicBezTo>
                        <a:lnTo>
                          <a:pt x="213932" y="0"/>
                        </a:lnTo>
                        <a:lnTo>
                          <a:pt x="0" y="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32" name="Google Shape;532;p17"/>
                  <p:cNvSpPr/>
                  <p:nvPr/>
                </p:nvSpPr>
                <p:spPr>
                  <a:xfrm>
                    <a:off x="7512843" y="761238"/>
                    <a:ext cx="213931" cy="38861"/>
                  </a:xfrm>
                  <a:custGeom>
                    <a:avLst/>
                    <a:gdLst/>
                    <a:ahLst/>
                    <a:cxnLst/>
                    <a:rect l="l" t="t" r="r" b="b"/>
                    <a:pathLst>
                      <a:path w="213931" h="38861" extrusionOk="0">
                        <a:moveTo>
                          <a:pt x="213932" y="19431"/>
                        </a:moveTo>
                        <a:cubicBezTo>
                          <a:pt x="213932" y="30162"/>
                          <a:pt x="166042" y="38862"/>
                          <a:pt x="106966" y="38862"/>
                        </a:cubicBezTo>
                        <a:cubicBezTo>
                          <a:pt x="47891" y="38862"/>
                          <a:pt x="1" y="30162"/>
                          <a:pt x="1" y="19431"/>
                        </a:cubicBezTo>
                        <a:cubicBezTo>
                          <a:pt x="1" y="8700"/>
                          <a:pt x="47891" y="0"/>
                          <a:pt x="106966" y="0"/>
                        </a:cubicBezTo>
                        <a:cubicBezTo>
                          <a:pt x="166042" y="0"/>
                          <a:pt x="213932" y="8700"/>
                          <a:pt x="213932" y="19431"/>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533" name="Google Shape;533;p17"/>
                <p:cNvGrpSpPr/>
                <p:nvPr/>
              </p:nvGrpSpPr>
              <p:grpSpPr>
                <a:xfrm>
                  <a:off x="7512843" y="685800"/>
                  <a:ext cx="213931" cy="92297"/>
                  <a:chOff x="7512843" y="685800"/>
                  <a:chExt cx="213931" cy="92297"/>
                </a:xfrm>
              </p:grpSpPr>
              <p:sp>
                <p:nvSpPr>
                  <p:cNvPr id="534" name="Google Shape;534;p17"/>
                  <p:cNvSpPr/>
                  <p:nvPr/>
                </p:nvSpPr>
                <p:spPr>
                  <a:xfrm>
                    <a:off x="7512843" y="705231"/>
                    <a:ext cx="213931" cy="72866"/>
                  </a:xfrm>
                  <a:custGeom>
                    <a:avLst/>
                    <a:gdLst/>
                    <a:ahLst/>
                    <a:cxnLst/>
                    <a:rect l="l" t="t" r="r" b="b"/>
                    <a:pathLst>
                      <a:path w="213931" h="72866" extrusionOk="0">
                        <a:moveTo>
                          <a:pt x="0" y="0"/>
                        </a:moveTo>
                        <a:lnTo>
                          <a:pt x="0" y="53435"/>
                        </a:lnTo>
                        <a:cubicBezTo>
                          <a:pt x="0" y="64198"/>
                          <a:pt x="47911" y="72866"/>
                          <a:pt x="106966" y="72866"/>
                        </a:cubicBezTo>
                        <a:cubicBezTo>
                          <a:pt x="166021" y="72866"/>
                          <a:pt x="213932" y="64198"/>
                          <a:pt x="213932" y="53435"/>
                        </a:cubicBezTo>
                        <a:lnTo>
                          <a:pt x="213932" y="0"/>
                        </a:lnTo>
                        <a:lnTo>
                          <a:pt x="0" y="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35" name="Google Shape;535;p17"/>
                  <p:cNvSpPr/>
                  <p:nvPr/>
                </p:nvSpPr>
                <p:spPr>
                  <a:xfrm>
                    <a:off x="7512843" y="685800"/>
                    <a:ext cx="213931" cy="38861"/>
                  </a:xfrm>
                  <a:custGeom>
                    <a:avLst/>
                    <a:gdLst/>
                    <a:ahLst/>
                    <a:cxnLst/>
                    <a:rect l="l" t="t" r="r" b="b"/>
                    <a:pathLst>
                      <a:path w="213931" h="38861" extrusionOk="0">
                        <a:moveTo>
                          <a:pt x="213932" y="19431"/>
                        </a:moveTo>
                        <a:cubicBezTo>
                          <a:pt x="213932" y="30162"/>
                          <a:pt x="166042" y="38862"/>
                          <a:pt x="106966" y="38862"/>
                        </a:cubicBezTo>
                        <a:cubicBezTo>
                          <a:pt x="47891" y="38862"/>
                          <a:pt x="1" y="30162"/>
                          <a:pt x="1" y="19431"/>
                        </a:cubicBezTo>
                        <a:cubicBezTo>
                          <a:pt x="1" y="8700"/>
                          <a:pt x="47891" y="0"/>
                          <a:pt x="106966" y="0"/>
                        </a:cubicBezTo>
                        <a:cubicBezTo>
                          <a:pt x="166042" y="0"/>
                          <a:pt x="213932" y="8700"/>
                          <a:pt x="213932" y="19431"/>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gr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six columns">
  <p:cSld name="CUSTOM_7">
    <p:spTree>
      <p:nvGrpSpPr>
        <p:cNvPr id="1" name="Shape 536"/>
        <p:cNvGrpSpPr/>
        <p:nvPr/>
      </p:nvGrpSpPr>
      <p:grpSpPr>
        <a:xfrm>
          <a:off x="0" y="0"/>
          <a:ext cx="0" cy="0"/>
          <a:chOff x="0" y="0"/>
          <a:chExt cx="0" cy="0"/>
        </a:xfrm>
      </p:grpSpPr>
      <p:sp>
        <p:nvSpPr>
          <p:cNvPr id="537" name="Google Shape;537;p1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538" name="Google Shape;538;p18"/>
          <p:cNvSpPr txBox="1">
            <a:spLocks noGrp="1"/>
          </p:cNvSpPr>
          <p:nvPr>
            <p:ph type="subTitle" idx="1"/>
          </p:nvPr>
        </p:nvSpPr>
        <p:spPr>
          <a:xfrm>
            <a:off x="723900" y="1710151"/>
            <a:ext cx="1986000" cy="1105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539" name="Google Shape;539;p18"/>
          <p:cNvSpPr txBox="1">
            <a:spLocks noGrp="1"/>
          </p:cNvSpPr>
          <p:nvPr>
            <p:ph type="subTitle" idx="2"/>
          </p:nvPr>
        </p:nvSpPr>
        <p:spPr>
          <a:xfrm>
            <a:off x="3577144" y="1710161"/>
            <a:ext cx="1986000" cy="1105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540" name="Google Shape;540;p18"/>
          <p:cNvSpPr txBox="1">
            <a:spLocks noGrp="1"/>
          </p:cNvSpPr>
          <p:nvPr>
            <p:ph type="subTitle" idx="3"/>
          </p:nvPr>
        </p:nvSpPr>
        <p:spPr>
          <a:xfrm>
            <a:off x="723900" y="3498800"/>
            <a:ext cx="1986000" cy="1105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541" name="Google Shape;541;p18"/>
          <p:cNvSpPr txBox="1">
            <a:spLocks noGrp="1"/>
          </p:cNvSpPr>
          <p:nvPr>
            <p:ph type="subTitle" idx="4"/>
          </p:nvPr>
        </p:nvSpPr>
        <p:spPr>
          <a:xfrm>
            <a:off x="3577144" y="3498800"/>
            <a:ext cx="1986000" cy="1105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542" name="Google Shape;542;p18"/>
          <p:cNvSpPr txBox="1">
            <a:spLocks noGrp="1"/>
          </p:cNvSpPr>
          <p:nvPr>
            <p:ph type="subTitle" idx="5"/>
          </p:nvPr>
        </p:nvSpPr>
        <p:spPr>
          <a:xfrm>
            <a:off x="6430388" y="1710161"/>
            <a:ext cx="1986000" cy="1105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543" name="Google Shape;543;p18"/>
          <p:cNvSpPr txBox="1">
            <a:spLocks noGrp="1"/>
          </p:cNvSpPr>
          <p:nvPr>
            <p:ph type="subTitle" idx="6"/>
          </p:nvPr>
        </p:nvSpPr>
        <p:spPr>
          <a:xfrm>
            <a:off x="6430388" y="3498800"/>
            <a:ext cx="1986000" cy="1105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544" name="Google Shape;544;p18"/>
          <p:cNvSpPr txBox="1">
            <a:spLocks noGrp="1"/>
          </p:cNvSpPr>
          <p:nvPr>
            <p:ph type="subTitle" idx="7"/>
          </p:nvPr>
        </p:nvSpPr>
        <p:spPr>
          <a:xfrm>
            <a:off x="731700" y="1060275"/>
            <a:ext cx="1978200" cy="6531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Epilogue"/>
                <a:ea typeface="Epilogue"/>
                <a:cs typeface="Epilogue"/>
                <a:sym typeface="Epilogue"/>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545" name="Google Shape;545;p18"/>
          <p:cNvSpPr txBox="1">
            <a:spLocks noGrp="1"/>
          </p:cNvSpPr>
          <p:nvPr>
            <p:ph type="subTitle" idx="8"/>
          </p:nvPr>
        </p:nvSpPr>
        <p:spPr>
          <a:xfrm>
            <a:off x="3582994" y="1060284"/>
            <a:ext cx="1978200" cy="6531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Epilogue"/>
                <a:ea typeface="Epilogue"/>
                <a:cs typeface="Epilogue"/>
                <a:sym typeface="Epilogue"/>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546" name="Google Shape;546;p18"/>
          <p:cNvSpPr txBox="1">
            <a:spLocks noGrp="1"/>
          </p:cNvSpPr>
          <p:nvPr>
            <p:ph type="subTitle" idx="9"/>
          </p:nvPr>
        </p:nvSpPr>
        <p:spPr>
          <a:xfrm>
            <a:off x="6434288" y="1060284"/>
            <a:ext cx="1978200" cy="6531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Epilogue"/>
                <a:ea typeface="Epilogue"/>
                <a:cs typeface="Epilogue"/>
                <a:sym typeface="Epilogue"/>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547" name="Google Shape;547;p18"/>
          <p:cNvSpPr txBox="1">
            <a:spLocks noGrp="1"/>
          </p:cNvSpPr>
          <p:nvPr>
            <p:ph type="subTitle" idx="13"/>
          </p:nvPr>
        </p:nvSpPr>
        <p:spPr>
          <a:xfrm>
            <a:off x="723900" y="2845800"/>
            <a:ext cx="1986000" cy="6531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Epilogue"/>
                <a:ea typeface="Epilogue"/>
                <a:cs typeface="Epilogue"/>
                <a:sym typeface="Epilogue"/>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548" name="Google Shape;548;p18"/>
          <p:cNvSpPr txBox="1">
            <a:spLocks noGrp="1"/>
          </p:cNvSpPr>
          <p:nvPr>
            <p:ph type="subTitle" idx="14"/>
          </p:nvPr>
        </p:nvSpPr>
        <p:spPr>
          <a:xfrm>
            <a:off x="3582995" y="2845800"/>
            <a:ext cx="1978200" cy="6531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Epilogue"/>
                <a:ea typeface="Epilogue"/>
                <a:cs typeface="Epilogue"/>
                <a:sym typeface="Epilogue"/>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549" name="Google Shape;549;p18"/>
          <p:cNvSpPr txBox="1">
            <a:spLocks noGrp="1"/>
          </p:cNvSpPr>
          <p:nvPr>
            <p:ph type="subTitle" idx="15"/>
          </p:nvPr>
        </p:nvSpPr>
        <p:spPr>
          <a:xfrm>
            <a:off x="6434290" y="2845800"/>
            <a:ext cx="1978200" cy="6531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Epilogue"/>
                <a:ea typeface="Epilogue"/>
                <a:cs typeface="Epilogue"/>
                <a:sym typeface="Epilogue"/>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550" name="Google Shape;550;p18"/>
          <p:cNvSpPr/>
          <p:nvPr/>
        </p:nvSpPr>
        <p:spPr>
          <a:xfrm rot="-3263452" flipH="1">
            <a:off x="7372110" y="4038327"/>
            <a:ext cx="2997856" cy="2576292"/>
          </a:xfrm>
          <a:custGeom>
            <a:avLst/>
            <a:gdLst/>
            <a:ahLst/>
            <a:cxnLst/>
            <a:rect l="l" t="t" r="r" b="b"/>
            <a:pathLst>
              <a:path w="38869" h="30330" extrusionOk="0">
                <a:moveTo>
                  <a:pt x="24297" y="1"/>
                </a:moveTo>
                <a:cubicBezTo>
                  <a:pt x="23576" y="1"/>
                  <a:pt x="22813" y="81"/>
                  <a:pt x="22018" y="271"/>
                </a:cubicBezTo>
                <a:cubicBezTo>
                  <a:pt x="16904" y="1494"/>
                  <a:pt x="14626" y="5778"/>
                  <a:pt x="11611" y="8671"/>
                </a:cubicBezTo>
                <a:cubicBezTo>
                  <a:pt x="10032" y="10186"/>
                  <a:pt x="7766" y="10684"/>
                  <a:pt x="5916" y="11826"/>
                </a:cubicBezTo>
                <a:cubicBezTo>
                  <a:pt x="0" y="15481"/>
                  <a:pt x="539" y="24197"/>
                  <a:pt x="4874" y="27639"/>
                </a:cubicBezTo>
                <a:cubicBezTo>
                  <a:pt x="7150" y="29445"/>
                  <a:pt x="9815" y="30330"/>
                  <a:pt x="12976" y="30330"/>
                </a:cubicBezTo>
                <a:cubicBezTo>
                  <a:pt x="15025" y="30330"/>
                  <a:pt x="17282" y="29958"/>
                  <a:pt x="19778" y="29225"/>
                </a:cubicBezTo>
                <a:cubicBezTo>
                  <a:pt x="26123" y="27360"/>
                  <a:pt x="30656" y="26268"/>
                  <a:pt x="34763" y="20412"/>
                </a:cubicBezTo>
                <a:cubicBezTo>
                  <a:pt x="38869" y="14558"/>
                  <a:pt x="35544" y="6859"/>
                  <a:pt x="30907" y="2368"/>
                </a:cubicBezTo>
                <a:cubicBezTo>
                  <a:pt x="30907" y="2368"/>
                  <a:pt x="28215" y="1"/>
                  <a:pt x="24297" y="1"/>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 name="Google Shape;551;p18"/>
          <p:cNvSpPr/>
          <p:nvPr/>
        </p:nvSpPr>
        <p:spPr>
          <a:xfrm rot="531647" flipH="1">
            <a:off x="-1621232" y="4095570"/>
            <a:ext cx="2581069" cy="2087046"/>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 name="Google Shape;552;p18"/>
          <p:cNvSpPr/>
          <p:nvPr/>
        </p:nvSpPr>
        <p:spPr>
          <a:xfrm rot="460658" flipH="1">
            <a:off x="7344116" y="-1448948"/>
            <a:ext cx="3053845" cy="2469331"/>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53" name="Google Shape;553;p18"/>
          <p:cNvGrpSpPr/>
          <p:nvPr/>
        </p:nvGrpSpPr>
        <p:grpSpPr>
          <a:xfrm>
            <a:off x="7931872" y="177093"/>
            <a:ext cx="997823" cy="737095"/>
            <a:chOff x="7931872" y="177093"/>
            <a:chExt cx="997823" cy="737095"/>
          </a:xfrm>
        </p:grpSpPr>
        <p:grpSp>
          <p:nvGrpSpPr>
            <p:cNvPr id="554" name="Google Shape;554;p18"/>
            <p:cNvGrpSpPr/>
            <p:nvPr/>
          </p:nvGrpSpPr>
          <p:grpSpPr>
            <a:xfrm>
              <a:off x="7931872" y="177093"/>
              <a:ext cx="919725" cy="318025"/>
              <a:chOff x="7230903" y="4635722"/>
              <a:chExt cx="652843" cy="225742"/>
            </a:xfrm>
          </p:grpSpPr>
          <p:sp>
            <p:nvSpPr>
              <p:cNvPr id="555" name="Google Shape;555;p18"/>
              <p:cNvSpPr/>
              <p:nvPr/>
            </p:nvSpPr>
            <p:spPr>
              <a:xfrm>
                <a:off x="7230903" y="4635722"/>
                <a:ext cx="652843" cy="225742"/>
              </a:xfrm>
              <a:custGeom>
                <a:avLst/>
                <a:gdLst/>
                <a:ahLst/>
                <a:cxnLst/>
                <a:rect l="l" t="t" r="r" b="b"/>
                <a:pathLst>
                  <a:path w="652843" h="225742" extrusionOk="0">
                    <a:moveTo>
                      <a:pt x="619030" y="0"/>
                    </a:moveTo>
                    <a:cubicBezTo>
                      <a:pt x="637705" y="0"/>
                      <a:pt x="652844" y="15139"/>
                      <a:pt x="652844" y="33814"/>
                    </a:cubicBezTo>
                    <a:lnTo>
                      <a:pt x="652844" y="191929"/>
                    </a:lnTo>
                    <a:cubicBezTo>
                      <a:pt x="652844" y="210603"/>
                      <a:pt x="637704" y="225742"/>
                      <a:pt x="619030" y="225742"/>
                    </a:cubicBezTo>
                    <a:lnTo>
                      <a:pt x="33814" y="225742"/>
                    </a:lnTo>
                    <a:cubicBezTo>
                      <a:pt x="15139" y="225742"/>
                      <a:pt x="0" y="210603"/>
                      <a:pt x="0" y="191929"/>
                    </a:cubicBezTo>
                    <a:lnTo>
                      <a:pt x="0" y="33814"/>
                    </a:lnTo>
                    <a:cubicBezTo>
                      <a:pt x="0" y="15139"/>
                      <a:pt x="15139" y="0"/>
                      <a:pt x="33814" y="0"/>
                    </a:cubicBez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56" name="Google Shape;556;p18"/>
              <p:cNvSpPr/>
              <p:nvPr/>
            </p:nvSpPr>
            <p:spPr>
              <a:xfrm>
                <a:off x="7287577" y="4672107"/>
                <a:ext cx="151161" cy="151161"/>
              </a:xfrm>
              <a:custGeom>
                <a:avLst/>
                <a:gdLst/>
                <a:ahLst/>
                <a:cxnLst/>
                <a:rect l="l" t="t" r="r" b="b"/>
                <a:pathLst>
                  <a:path w="151161" h="151161" extrusionOk="0">
                    <a:moveTo>
                      <a:pt x="0" y="0"/>
                    </a:moveTo>
                    <a:lnTo>
                      <a:pt x="151161" y="0"/>
                    </a:lnTo>
                    <a:lnTo>
                      <a:pt x="151161" y="151162"/>
                    </a:lnTo>
                    <a:lnTo>
                      <a:pt x="0" y="151162"/>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557" name="Google Shape;557;p18"/>
              <p:cNvGrpSpPr/>
              <p:nvPr/>
            </p:nvGrpSpPr>
            <p:grpSpPr>
              <a:xfrm>
                <a:off x="7487126" y="4676394"/>
                <a:ext cx="332041" cy="142684"/>
                <a:chOff x="7487126" y="4676394"/>
                <a:chExt cx="332041" cy="142684"/>
              </a:xfrm>
            </p:grpSpPr>
            <p:sp>
              <p:nvSpPr>
                <p:cNvPr id="558" name="Google Shape;558;p18"/>
                <p:cNvSpPr/>
                <p:nvPr/>
              </p:nvSpPr>
              <p:spPr>
                <a:xfrm>
                  <a:off x="7487126" y="4676394"/>
                  <a:ext cx="332041" cy="20383"/>
                </a:xfrm>
                <a:custGeom>
                  <a:avLst/>
                  <a:gdLst/>
                  <a:ahLst/>
                  <a:cxnLst/>
                  <a:rect l="l" t="t" r="r" b="b"/>
                  <a:pathLst>
                    <a:path w="332041" h="20383" extrusionOk="0">
                      <a:moveTo>
                        <a:pt x="0" y="0"/>
                      </a:moveTo>
                      <a:lnTo>
                        <a:pt x="332041" y="0"/>
                      </a:lnTo>
                      <a:lnTo>
                        <a:pt x="332041" y="20384"/>
                      </a:lnTo>
                      <a:lnTo>
                        <a:pt x="0" y="2038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59" name="Google Shape;559;p18"/>
                <p:cNvSpPr/>
                <p:nvPr/>
              </p:nvSpPr>
              <p:spPr>
                <a:xfrm>
                  <a:off x="7487126" y="4717161"/>
                  <a:ext cx="290322" cy="20383"/>
                </a:xfrm>
                <a:custGeom>
                  <a:avLst/>
                  <a:gdLst/>
                  <a:ahLst/>
                  <a:cxnLst/>
                  <a:rect l="l" t="t" r="r" b="b"/>
                  <a:pathLst>
                    <a:path w="290322" h="20383" extrusionOk="0">
                      <a:moveTo>
                        <a:pt x="0" y="0"/>
                      </a:moveTo>
                      <a:lnTo>
                        <a:pt x="290322" y="0"/>
                      </a:lnTo>
                      <a:lnTo>
                        <a:pt x="290322" y="20384"/>
                      </a:lnTo>
                      <a:lnTo>
                        <a:pt x="0" y="2038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60" name="Google Shape;560;p18"/>
                <p:cNvSpPr/>
                <p:nvPr/>
              </p:nvSpPr>
              <p:spPr>
                <a:xfrm>
                  <a:off x="7487126" y="4757928"/>
                  <a:ext cx="303942" cy="20383"/>
                </a:xfrm>
                <a:custGeom>
                  <a:avLst/>
                  <a:gdLst/>
                  <a:ahLst/>
                  <a:cxnLst/>
                  <a:rect l="l" t="t" r="r" b="b"/>
                  <a:pathLst>
                    <a:path w="303942" h="20383" extrusionOk="0">
                      <a:moveTo>
                        <a:pt x="0" y="0"/>
                      </a:moveTo>
                      <a:lnTo>
                        <a:pt x="303942" y="0"/>
                      </a:lnTo>
                      <a:lnTo>
                        <a:pt x="303942" y="20384"/>
                      </a:lnTo>
                      <a:lnTo>
                        <a:pt x="0" y="2038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61" name="Google Shape;561;p18"/>
                <p:cNvSpPr/>
                <p:nvPr/>
              </p:nvSpPr>
              <p:spPr>
                <a:xfrm>
                  <a:off x="7487126" y="4798695"/>
                  <a:ext cx="171545" cy="20383"/>
                </a:xfrm>
                <a:custGeom>
                  <a:avLst/>
                  <a:gdLst/>
                  <a:ahLst/>
                  <a:cxnLst/>
                  <a:rect l="l" t="t" r="r" b="b"/>
                  <a:pathLst>
                    <a:path w="171545" h="20383" extrusionOk="0">
                      <a:moveTo>
                        <a:pt x="0" y="0"/>
                      </a:moveTo>
                      <a:lnTo>
                        <a:pt x="171545" y="0"/>
                      </a:lnTo>
                      <a:lnTo>
                        <a:pt x="171545" y="20384"/>
                      </a:lnTo>
                      <a:lnTo>
                        <a:pt x="0" y="2038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562" name="Google Shape;562;p18"/>
            <p:cNvGrpSpPr/>
            <p:nvPr/>
          </p:nvGrpSpPr>
          <p:grpSpPr>
            <a:xfrm>
              <a:off x="7931872" y="596163"/>
              <a:ext cx="919725" cy="318025"/>
              <a:chOff x="7230903" y="4933188"/>
              <a:chExt cx="652843" cy="225742"/>
            </a:xfrm>
          </p:grpSpPr>
          <p:grpSp>
            <p:nvGrpSpPr>
              <p:cNvPr id="563" name="Google Shape;563;p18"/>
              <p:cNvGrpSpPr/>
              <p:nvPr/>
            </p:nvGrpSpPr>
            <p:grpSpPr>
              <a:xfrm>
                <a:off x="7230903" y="4933188"/>
                <a:ext cx="652843" cy="225742"/>
                <a:chOff x="7230903" y="4933188"/>
                <a:chExt cx="652843" cy="225742"/>
              </a:xfrm>
            </p:grpSpPr>
            <p:sp>
              <p:nvSpPr>
                <p:cNvPr id="564" name="Google Shape;564;p18"/>
                <p:cNvSpPr/>
                <p:nvPr/>
              </p:nvSpPr>
              <p:spPr>
                <a:xfrm>
                  <a:off x="7230903" y="4933188"/>
                  <a:ext cx="652843" cy="225742"/>
                </a:xfrm>
                <a:custGeom>
                  <a:avLst/>
                  <a:gdLst/>
                  <a:ahLst/>
                  <a:cxnLst/>
                  <a:rect l="l" t="t" r="r" b="b"/>
                  <a:pathLst>
                    <a:path w="652843" h="225742" extrusionOk="0">
                      <a:moveTo>
                        <a:pt x="619030" y="0"/>
                      </a:moveTo>
                      <a:cubicBezTo>
                        <a:pt x="637705" y="0"/>
                        <a:pt x="652844" y="15139"/>
                        <a:pt x="652844" y="33814"/>
                      </a:cubicBezTo>
                      <a:lnTo>
                        <a:pt x="652844" y="191929"/>
                      </a:lnTo>
                      <a:cubicBezTo>
                        <a:pt x="652844" y="210604"/>
                        <a:pt x="637704" y="225742"/>
                        <a:pt x="619030" y="225742"/>
                      </a:cubicBezTo>
                      <a:lnTo>
                        <a:pt x="33814" y="225742"/>
                      </a:lnTo>
                      <a:cubicBezTo>
                        <a:pt x="15139" y="225742"/>
                        <a:pt x="0" y="210604"/>
                        <a:pt x="0" y="191929"/>
                      </a:cubicBezTo>
                      <a:lnTo>
                        <a:pt x="0" y="33814"/>
                      </a:lnTo>
                      <a:cubicBezTo>
                        <a:pt x="0" y="15139"/>
                        <a:pt x="15139" y="0"/>
                        <a:pt x="33814" y="0"/>
                      </a:cubicBez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65" name="Google Shape;565;p18"/>
                <p:cNvSpPr/>
                <p:nvPr/>
              </p:nvSpPr>
              <p:spPr>
                <a:xfrm>
                  <a:off x="7287577" y="4969668"/>
                  <a:ext cx="151161" cy="151161"/>
                </a:xfrm>
                <a:custGeom>
                  <a:avLst/>
                  <a:gdLst/>
                  <a:ahLst/>
                  <a:cxnLst/>
                  <a:rect l="l" t="t" r="r" b="b"/>
                  <a:pathLst>
                    <a:path w="151161" h="151161" extrusionOk="0">
                      <a:moveTo>
                        <a:pt x="75534" y="151162"/>
                      </a:moveTo>
                      <a:lnTo>
                        <a:pt x="75534" y="151162"/>
                      </a:lnTo>
                      <a:cubicBezTo>
                        <a:pt x="33814" y="151162"/>
                        <a:pt x="0" y="117348"/>
                        <a:pt x="0" y="75629"/>
                      </a:cubicBezTo>
                      <a:lnTo>
                        <a:pt x="0" y="75629"/>
                      </a:lnTo>
                      <a:cubicBezTo>
                        <a:pt x="0" y="33909"/>
                        <a:pt x="33814" y="0"/>
                        <a:pt x="75534" y="0"/>
                      </a:cubicBezTo>
                      <a:lnTo>
                        <a:pt x="75534" y="0"/>
                      </a:lnTo>
                      <a:cubicBezTo>
                        <a:pt x="117253" y="0"/>
                        <a:pt x="151162" y="33814"/>
                        <a:pt x="151162" y="75533"/>
                      </a:cubicBezTo>
                      <a:lnTo>
                        <a:pt x="151162" y="75533"/>
                      </a:lnTo>
                      <a:cubicBezTo>
                        <a:pt x="151162" y="117253"/>
                        <a:pt x="117348" y="151162"/>
                        <a:pt x="75534" y="151162"/>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566" name="Google Shape;566;p18"/>
                <p:cNvGrpSpPr/>
                <p:nvPr/>
              </p:nvGrpSpPr>
              <p:grpSpPr>
                <a:xfrm>
                  <a:off x="7487126" y="4973859"/>
                  <a:ext cx="332041" cy="142684"/>
                  <a:chOff x="7487126" y="4973859"/>
                  <a:chExt cx="332041" cy="142684"/>
                </a:xfrm>
              </p:grpSpPr>
              <p:sp>
                <p:nvSpPr>
                  <p:cNvPr id="567" name="Google Shape;567;p18"/>
                  <p:cNvSpPr/>
                  <p:nvPr/>
                </p:nvSpPr>
                <p:spPr>
                  <a:xfrm>
                    <a:off x="7506747" y="4973859"/>
                    <a:ext cx="280034" cy="20383"/>
                  </a:xfrm>
                  <a:custGeom>
                    <a:avLst/>
                    <a:gdLst/>
                    <a:ahLst/>
                    <a:cxnLst/>
                    <a:rect l="l" t="t" r="r" b="b"/>
                    <a:pathLst>
                      <a:path w="280034" h="20383" extrusionOk="0">
                        <a:moveTo>
                          <a:pt x="0" y="0"/>
                        </a:moveTo>
                        <a:lnTo>
                          <a:pt x="280035" y="0"/>
                        </a:lnTo>
                        <a:lnTo>
                          <a:pt x="280035" y="20384"/>
                        </a:lnTo>
                        <a:lnTo>
                          <a:pt x="0" y="2038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68" name="Google Shape;568;p18"/>
                  <p:cNvSpPr/>
                  <p:nvPr/>
                </p:nvSpPr>
                <p:spPr>
                  <a:xfrm>
                    <a:off x="7487126" y="5014626"/>
                    <a:ext cx="205073" cy="20383"/>
                  </a:xfrm>
                  <a:custGeom>
                    <a:avLst/>
                    <a:gdLst/>
                    <a:ahLst/>
                    <a:cxnLst/>
                    <a:rect l="l" t="t" r="r" b="b"/>
                    <a:pathLst>
                      <a:path w="205073" h="20383" extrusionOk="0">
                        <a:moveTo>
                          <a:pt x="0" y="0"/>
                        </a:moveTo>
                        <a:lnTo>
                          <a:pt x="205073" y="0"/>
                        </a:lnTo>
                        <a:lnTo>
                          <a:pt x="205073" y="20384"/>
                        </a:lnTo>
                        <a:lnTo>
                          <a:pt x="0" y="2038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69" name="Google Shape;569;p18"/>
                  <p:cNvSpPr/>
                  <p:nvPr/>
                </p:nvSpPr>
                <p:spPr>
                  <a:xfrm>
                    <a:off x="7487126" y="5055393"/>
                    <a:ext cx="332041" cy="20383"/>
                  </a:xfrm>
                  <a:custGeom>
                    <a:avLst/>
                    <a:gdLst/>
                    <a:ahLst/>
                    <a:cxnLst/>
                    <a:rect l="l" t="t" r="r" b="b"/>
                    <a:pathLst>
                      <a:path w="332041" h="20383" extrusionOk="0">
                        <a:moveTo>
                          <a:pt x="0" y="0"/>
                        </a:moveTo>
                        <a:lnTo>
                          <a:pt x="332041" y="0"/>
                        </a:lnTo>
                        <a:lnTo>
                          <a:pt x="332041" y="20384"/>
                        </a:lnTo>
                        <a:lnTo>
                          <a:pt x="0" y="2038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70" name="Google Shape;570;p18"/>
                  <p:cNvSpPr/>
                  <p:nvPr/>
                </p:nvSpPr>
                <p:spPr>
                  <a:xfrm>
                    <a:off x="7487126" y="5096160"/>
                    <a:ext cx="171545" cy="20383"/>
                  </a:xfrm>
                  <a:custGeom>
                    <a:avLst/>
                    <a:gdLst/>
                    <a:ahLst/>
                    <a:cxnLst/>
                    <a:rect l="l" t="t" r="r" b="b"/>
                    <a:pathLst>
                      <a:path w="171545" h="20383" extrusionOk="0">
                        <a:moveTo>
                          <a:pt x="0" y="0"/>
                        </a:moveTo>
                        <a:lnTo>
                          <a:pt x="171545" y="0"/>
                        </a:lnTo>
                        <a:lnTo>
                          <a:pt x="171545" y="20384"/>
                        </a:lnTo>
                        <a:lnTo>
                          <a:pt x="0" y="2038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sp>
            <p:nvSpPr>
              <p:cNvPr id="571" name="Google Shape;571;p18"/>
              <p:cNvSpPr/>
              <p:nvPr/>
            </p:nvSpPr>
            <p:spPr>
              <a:xfrm>
                <a:off x="7338250" y="5011639"/>
                <a:ext cx="50734" cy="60632"/>
              </a:xfrm>
              <a:custGeom>
                <a:avLst/>
                <a:gdLst/>
                <a:ahLst/>
                <a:cxnLst/>
                <a:rect l="l" t="t" r="r" b="b"/>
                <a:pathLst>
                  <a:path w="50734" h="60632" extrusionOk="0">
                    <a:moveTo>
                      <a:pt x="0" y="4892"/>
                    </a:moveTo>
                    <a:lnTo>
                      <a:pt x="0" y="55851"/>
                    </a:lnTo>
                    <a:cubicBezTo>
                      <a:pt x="0" y="59566"/>
                      <a:pt x="4001" y="61851"/>
                      <a:pt x="7239" y="59947"/>
                    </a:cubicBezTo>
                    <a:lnTo>
                      <a:pt x="48387" y="35563"/>
                    </a:lnTo>
                    <a:cubicBezTo>
                      <a:pt x="51435" y="33753"/>
                      <a:pt x="51531" y="29371"/>
                      <a:pt x="48578" y="27371"/>
                    </a:cubicBezTo>
                    <a:lnTo>
                      <a:pt x="7430" y="796"/>
                    </a:lnTo>
                    <a:cubicBezTo>
                      <a:pt x="4191" y="-1299"/>
                      <a:pt x="0" y="987"/>
                      <a:pt x="0" y="4797"/>
                    </a:cubicBez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572" name="Google Shape;572;p18"/>
            <p:cNvGrpSpPr/>
            <p:nvPr/>
          </p:nvGrpSpPr>
          <p:grpSpPr>
            <a:xfrm>
              <a:off x="8756326" y="539537"/>
              <a:ext cx="173370" cy="112691"/>
              <a:chOff x="7816120" y="4892994"/>
              <a:chExt cx="123062" cy="79991"/>
            </a:xfrm>
          </p:grpSpPr>
          <p:grpSp>
            <p:nvGrpSpPr>
              <p:cNvPr id="573" name="Google Shape;573;p18"/>
              <p:cNvGrpSpPr/>
              <p:nvPr/>
            </p:nvGrpSpPr>
            <p:grpSpPr>
              <a:xfrm>
                <a:off x="7816120" y="4902803"/>
                <a:ext cx="123062" cy="63817"/>
                <a:chOff x="7816120" y="4902803"/>
                <a:chExt cx="123062" cy="63817"/>
              </a:xfrm>
            </p:grpSpPr>
            <p:sp>
              <p:nvSpPr>
                <p:cNvPr id="574" name="Google Shape;574;p18"/>
                <p:cNvSpPr/>
                <p:nvPr/>
              </p:nvSpPr>
              <p:spPr>
                <a:xfrm>
                  <a:off x="7816120" y="4902803"/>
                  <a:ext cx="123062" cy="63817"/>
                </a:xfrm>
                <a:custGeom>
                  <a:avLst/>
                  <a:gdLst/>
                  <a:ahLst/>
                  <a:cxnLst/>
                  <a:rect l="l" t="t" r="r" b="b"/>
                  <a:pathLst>
                    <a:path w="123062" h="63817" extrusionOk="0">
                      <a:moveTo>
                        <a:pt x="61531" y="63817"/>
                      </a:moveTo>
                      <a:cubicBezTo>
                        <a:pt x="86963" y="63817"/>
                        <a:pt x="109442" y="51244"/>
                        <a:pt x="123063" y="31909"/>
                      </a:cubicBezTo>
                      <a:cubicBezTo>
                        <a:pt x="109442" y="12573"/>
                        <a:pt x="86963" y="0"/>
                        <a:pt x="61531" y="0"/>
                      </a:cubicBezTo>
                      <a:cubicBezTo>
                        <a:pt x="36100" y="0"/>
                        <a:pt x="13621" y="12573"/>
                        <a:pt x="0" y="31909"/>
                      </a:cubicBezTo>
                      <a:cubicBezTo>
                        <a:pt x="13621" y="51244"/>
                        <a:pt x="36100" y="63817"/>
                        <a:pt x="61531" y="63817"/>
                      </a:cubicBezTo>
                      <a:close/>
                    </a:path>
                  </a:pathLst>
                </a:custGeom>
                <a:solidFill>
                  <a:schemeClr val="accent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75" name="Google Shape;575;p18"/>
                <p:cNvSpPr/>
                <p:nvPr/>
              </p:nvSpPr>
              <p:spPr>
                <a:xfrm>
                  <a:off x="7858029" y="4915090"/>
                  <a:ext cx="39242" cy="39243"/>
                </a:xfrm>
                <a:custGeom>
                  <a:avLst/>
                  <a:gdLst/>
                  <a:ahLst/>
                  <a:cxnLst/>
                  <a:rect l="l" t="t" r="r" b="b"/>
                  <a:pathLst>
                    <a:path w="39242" h="39243" extrusionOk="0">
                      <a:moveTo>
                        <a:pt x="39243" y="19621"/>
                      </a:moveTo>
                      <a:cubicBezTo>
                        <a:pt x="39243" y="30458"/>
                        <a:pt x="30458" y="39243"/>
                        <a:pt x="19621" y="39243"/>
                      </a:cubicBezTo>
                      <a:cubicBezTo>
                        <a:pt x="8785" y="39243"/>
                        <a:pt x="0" y="30458"/>
                        <a:pt x="0" y="19621"/>
                      </a:cubicBezTo>
                      <a:cubicBezTo>
                        <a:pt x="0" y="8785"/>
                        <a:pt x="8785" y="0"/>
                        <a:pt x="19621" y="0"/>
                      </a:cubicBezTo>
                      <a:cubicBezTo>
                        <a:pt x="30458" y="0"/>
                        <a:pt x="39243" y="8785"/>
                        <a:pt x="39243" y="19621"/>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576" name="Google Shape;576;p18"/>
              <p:cNvSpPr/>
              <p:nvPr/>
            </p:nvSpPr>
            <p:spPr>
              <a:xfrm rot="-2700000">
                <a:off x="7825456" y="4928129"/>
                <a:ext cx="103403" cy="9720"/>
              </a:xfrm>
              <a:custGeom>
                <a:avLst/>
                <a:gdLst/>
                <a:ahLst/>
                <a:cxnLst/>
                <a:rect l="l" t="t" r="r" b="b"/>
                <a:pathLst>
                  <a:path w="103346" h="9715" extrusionOk="0">
                    <a:moveTo>
                      <a:pt x="0" y="0"/>
                    </a:moveTo>
                    <a:lnTo>
                      <a:pt x="103346" y="0"/>
                    </a:lnTo>
                    <a:lnTo>
                      <a:pt x="103346" y="9716"/>
                    </a:lnTo>
                    <a:lnTo>
                      <a:pt x="0" y="9716"/>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Numbers and text">
  <p:cSld name="CUSTOM_8">
    <p:spTree>
      <p:nvGrpSpPr>
        <p:cNvPr id="1" name="Shape 577"/>
        <p:cNvGrpSpPr/>
        <p:nvPr/>
      </p:nvGrpSpPr>
      <p:grpSpPr>
        <a:xfrm>
          <a:off x="0" y="0"/>
          <a:ext cx="0" cy="0"/>
          <a:chOff x="0" y="0"/>
          <a:chExt cx="0" cy="0"/>
        </a:xfrm>
      </p:grpSpPr>
      <p:sp>
        <p:nvSpPr>
          <p:cNvPr id="578" name="Google Shape;578;p19"/>
          <p:cNvSpPr txBox="1">
            <a:spLocks noGrp="1"/>
          </p:cNvSpPr>
          <p:nvPr>
            <p:ph type="title" hasCustomPrompt="1"/>
          </p:nvPr>
        </p:nvSpPr>
        <p:spPr>
          <a:xfrm>
            <a:off x="798388" y="2997571"/>
            <a:ext cx="3492600" cy="768900"/>
          </a:xfrm>
          <a:prstGeom prst="rect">
            <a:avLst/>
          </a:prstGeom>
          <a:noFill/>
        </p:spPr>
        <p:txBody>
          <a:bodyPr spcFirstLastPara="1" wrap="square" lIns="91425" tIns="91425" rIns="91425" bIns="91425" anchor="b" anchorCtr="0">
            <a:noAutofit/>
          </a:bodyPr>
          <a:lstStyle>
            <a:lvl1pPr lvl="0" algn="ctr" rtl="0">
              <a:spcBef>
                <a:spcPts val="0"/>
              </a:spcBef>
              <a:spcAft>
                <a:spcPts val="0"/>
              </a:spcAft>
              <a:buClr>
                <a:schemeClr val="lt1"/>
              </a:buClr>
              <a:buSzPts val="6000"/>
              <a:buNone/>
              <a:defRPr sz="4000"/>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579" name="Google Shape;579;p19"/>
          <p:cNvSpPr txBox="1">
            <a:spLocks noGrp="1"/>
          </p:cNvSpPr>
          <p:nvPr>
            <p:ph type="subTitle" idx="1"/>
          </p:nvPr>
        </p:nvSpPr>
        <p:spPr>
          <a:xfrm>
            <a:off x="798388" y="3772215"/>
            <a:ext cx="3492600" cy="598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1200"/>
              <a:buFont typeface="PT Sans"/>
              <a:buNone/>
              <a:defRPr>
                <a:solidFill>
                  <a:schemeClr val="dk1"/>
                </a:solidFill>
              </a:defRPr>
            </a:lvl1pPr>
            <a:lvl2pPr lvl="1" algn="ctr" rtl="0">
              <a:lnSpc>
                <a:spcPct val="100000"/>
              </a:lnSpc>
              <a:spcBef>
                <a:spcPts val="0"/>
              </a:spcBef>
              <a:spcAft>
                <a:spcPts val="0"/>
              </a:spcAft>
              <a:buClr>
                <a:schemeClr val="dk1"/>
              </a:buClr>
              <a:buSzPts val="1200"/>
              <a:buNone/>
              <a:defRPr>
                <a:solidFill>
                  <a:schemeClr val="dk1"/>
                </a:solidFill>
              </a:defRPr>
            </a:lvl2pPr>
            <a:lvl3pPr lvl="2" algn="ctr" rtl="0">
              <a:lnSpc>
                <a:spcPct val="100000"/>
              </a:lnSpc>
              <a:spcBef>
                <a:spcPts val="0"/>
              </a:spcBef>
              <a:spcAft>
                <a:spcPts val="0"/>
              </a:spcAft>
              <a:buClr>
                <a:schemeClr val="dk1"/>
              </a:buClr>
              <a:buSzPts val="1200"/>
              <a:buNone/>
              <a:defRPr>
                <a:solidFill>
                  <a:schemeClr val="dk1"/>
                </a:solidFill>
              </a:defRPr>
            </a:lvl3pPr>
            <a:lvl4pPr lvl="3" algn="ctr" rtl="0">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4pPr>
            <a:lvl5pPr lvl="4" algn="ctr" rtl="0">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5pPr>
            <a:lvl6pPr lvl="5" algn="ctr" rtl="0">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6pPr>
            <a:lvl7pPr lvl="6" algn="ctr" rtl="0">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7pPr>
            <a:lvl8pPr lvl="7" algn="ctr" rtl="0">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8pPr>
            <a:lvl9pPr lvl="8" algn="ctr" rtl="0">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9pPr>
          </a:lstStyle>
          <a:p>
            <a:endParaRPr/>
          </a:p>
        </p:txBody>
      </p:sp>
      <p:sp>
        <p:nvSpPr>
          <p:cNvPr id="580" name="Google Shape;580;p19"/>
          <p:cNvSpPr txBox="1">
            <a:spLocks noGrp="1"/>
          </p:cNvSpPr>
          <p:nvPr>
            <p:ph type="title" idx="2" hasCustomPrompt="1"/>
          </p:nvPr>
        </p:nvSpPr>
        <p:spPr>
          <a:xfrm>
            <a:off x="2825700" y="1029535"/>
            <a:ext cx="3492600" cy="768900"/>
          </a:xfrm>
          <a:prstGeom prst="rect">
            <a:avLst/>
          </a:prstGeom>
          <a:noFill/>
        </p:spPr>
        <p:txBody>
          <a:bodyPr spcFirstLastPara="1" wrap="square" lIns="91425" tIns="91425" rIns="91425" bIns="91425" anchor="b" anchorCtr="0">
            <a:noAutofit/>
          </a:bodyPr>
          <a:lstStyle>
            <a:lvl1pPr lvl="0" algn="ctr" rtl="0">
              <a:spcBef>
                <a:spcPts val="0"/>
              </a:spcBef>
              <a:spcAft>
                <a:spcPts val="0"/>
              </a:spcAft>
              <a:buClr>
                <a:schemeClr val="lt1"/>
              </a:buClr>
              <a:buSzPts val="6000"/>
              <a:buNone/>
              <a:defRPr sz="4000"/>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581" name="Google Shape;581;p19"/>
          <p:cNvSpPr txBox="1">
            <a:spLocks noGrp="1"/>
          </p:cNvSpPr>
          <p:nvPr>
            <p:ph type="subTitle" idx="3"/>
          </p:nvPr>
        </p:nvSpPr>
        <p:spPr>
          <a:xfrm>
            <a:off x="2825700" y="1804473"/>
            <a:ext cx="3492600" cy="598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1200"/>
              <a:buFont typeface="PT Sans"/>
              <a:buNone/>
              <a:defRPr>
                <a:solidFill>
                  <a:schemeClr val="dk1"/>
                </a:solidFill>
              </a:defRPr>
            </a:lvl1pPr>
            <a:lvl2pPr lvl="1" algn="ctr" rtl="0">
              <a:lnSpc>
                <a:spcPct val="100000"/>
              </a:lnSpc>
              <a:spcBef>
                <a:spcPts val="0"/>
              </a:spcBef>
              <a:spcAft>
                <a:spcPts val="0"/>
              </a:spcAft>
              <a:buClr>
                <a:schemeClr val="dk1"/>
              </a:buClr>
              <a:buSzPts val="1200"/>
              <a:buNone/>
              <a:defRPr>
                <a:solidFill>
                  <a:schemeClr val="dk1"/>
                </a:solidFill>
              </a:defRPr>
            </a:lvl2pPr>
            <a:lvl3pPr lvl="2" algn="ctr" rtl="0">
              <a:lnSpc>
                <a:spcPct val="100000"/>
              </a:lnSpc>
              <a:spcBef>
                <a:spcPts val="0"/>
              </a:spcBef>
              <a:spcAft>
                <a:spcPts val="0"/>
              </a:spcAft>
              <a:buClr>
                <a:schemeClr val="dk1"/>
              </a:buClr>
              <a:buSzPts val="1200"/>
              <a:buNone/>
              <a:defRPr>
                <a:solidFill>
                  <a:schemeClr val="dk1"/>
                </a:solidFill>
              </a:defRPr>
            </a:lvl3pPr>
            <a:lvl4pPr lvl="3" algn="ctr" rtl="0">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4pPr>
            <a:lvl5pPr lvl="4" algn="ctr" rtl="0">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5pPr>
            <a:lvl6pPr lvl="5" algn="ctr" rtl="0">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6pPr>
            <a:lvl7pPr lvl="6" algn="ctr" rtl="0">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7pPr>
            <a:lvl8pPr lvl="7" algn="ctr" rtl="0">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8pPr>
            <a:lvl9pPr lvl="8" algn="ctr" rtl="0">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9pPr>
          </a:lstStyle>
          <a:p>
            <a:endParaRPr/>
          </a:p>
        </p:txBody>
      </p:sp>
      <p:sp>
        <p:nvSpPr>
          <p:cNvPr id="582" name="Google Shape;582;p19"/>
          <p:cNvSpPr txBox="1">
            <a:spLocks noGrp="1"/>
          </p:cNvSpPr>
          <p:nvPr>
            <p:ph type="title" idx="4" hasCustomPrompt="1"/>
          </p:nvPr>
        </p:nvSpPr>
        <p:spPr>
          <a:xfrm>
            <a:off x="4853013" y="2997571"/>
            <a:ext cx="3492600" cy="768900"/>
          </a:xfrm>
          <a:prstGeom prst="rect">
            <a:avLst/>
          </a:prstGeom>
          <a:noFill/>
        </p:spPr>
        <p:txBody>
          <a:bodyPr spcFirstLastPara="1" wrap="square" lIns="91425" tIns="91425" rIns="91425" bIns="91425" anchor="b" anchorCtr="0">
            <a:noAutofit/>
          </a:bodyPr>
          <a:lstStyle>
            <a:lvl1pPr lvl="0" algn="ctr" rtl="0">
              <a:spcBef>
                <a:spcPts val="0"/>
              </a:spcBef>
              <a:spcAft>
                <a:spcPts val="0"/>
              </a:spcAft>
              <a:buClr>
                <a:schemeClr val="lt1"/>
              </a:buClr>
              <a:buSzPts val="6000"/>
              <a:buNone/>
              <a:defRPr sz="4000"/>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583" name="Google Shape;583;p19"/>
          <p:cNvSpPr txBox="1">
            <a:spLocks noGrp="1"/>
          </p:cNvSpPr>
          <p:nvPr>
            <p:ph type="subTitle" idx="5"/>
          </p:nvPr>
        </p:nvSpPr>
        <p:spPr>
          <a:xfrm>
            <a:off x="4853013" y="3772215"/>
            <a:ext cx="3492600" cy="598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1200"/>
              <a:buFont typeface="PT Sans"/>
              <a:buNone/>
              <a:defRPr>
                <a:solidFill>
                  <a:schemeClr val="dk1"/>
                </a:solidFill>
              </a:defRPr>
            </a:lvl1pPr>
            <a:lvl2pPr lvl="1" algn="ctr" rtl="0">
              <a:lnSpc>
                <a:spcPct val="100000"/>
              </a:lnSpc>
              <a:spcBef>
                <a:spcPts val="0"/>
              </a:spcBef>
              <a:spcAft>
                <a:spcPts val="0"/>
              </a:spcAft>
              <a:buClr>
                <a:schemeClr val="dk1"/>
              </a:buClr>
              <a:buSzPts val="1200"/>
              <a:buNone/>
              <a:defRPr>
                <a:solidFill>
                  <a:schemeClr val="dk1"/>
                </a:solidFill>
              </a:defRPr>
            </a:lvl2pPr>
            <a:lvl3pPr lvl="2" algn="ctr" rtl="0">
              <a:lnSpc>
                <a:spcPct val="100000"/>
              </a:lnSpc>
              <a:spcBef>
                <a:spcPts val="0"/>
              </a:spcBef>
              <a:spcAft>
                <a:spcPts val="0"/>
              </a:spcAft>
              <a:buClr>
                <a:schemeClr val="dk1"/>
              </a:buClr>
              <a:buSzPts val="1200"/>
              <a:buNone/>
              <a:defRPr>
                <a:solidFill>
                  <a:schemeClr val="dk1"/>
                </a:solidFill>
              </a:defRPr>
            </a:lvl3pPr>
            <a:lvl4pPr lvl="3" algn="ctr" rtl="0">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4pPr>
            <a:lvl5pPr lvl="4" algn="ctr" rtl="0">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5pPr>
            <a:lvl6pPr lvl="5" algn="ctr" rtl="0">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6pPr>
            <a:lvl7pPr lvl="6" algn="ctr" rtl="0">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7pPr>
            <a:lvl8pPr lvl="7" algn="ctr" rtl="0">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8pPr>
            <a:lvl9pPr lvl="8" algn="ctr" rtl="0">
              <a:lnSpc>
                <a:spcPct val="100000"/>
              </a:lnSpc>
              <a:spcBef>
                <a:spcPts val="0"/>
              </a:spcBef>
              <a:spcAft>
                <a:spcPts val="0"/>
              </a:spcAft>
              <a:buClr>
                <a:schemeClr val="dk1"/>
              </a:buClr>
              <a:buSzPts val="1200"/>
              <a:buFont typeface="PT Sans"/>
              <a:buNone/>
              <a:defRPr>
                <a:solidFill>
                  <a:schemeClr val="dk1"/>
                </a:solidFill>
                <a:latin typeface="PT Sans"/>
                <a:ea typeface="PT Sans"/>
                <a:cs typeface="PT Sans"/>
                <a:sym typeface="PT Sans"/>
              </a:defRPr>
            </a:lvl9pPr>
          </a:lstStyle>
          <a:p>
            <a:endParaRPr/>
          </a:p>
        </p:txBody>
      </p:sp>
      <p:sp>
        <p:nvSpPr>
          <p:cNvPr id="584" name="Google Shape;584;p19"/>
          <p:cNvSpPr/>
          <p:nvPr/>
        </p:nvSpPr>
        <p:spPr>
          <a:xfrm rot="-5710536">
            <a:off x="-1869285" y="3438573"/>
            <a:ext cx="3168438" cy="2307909"/>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 name="Google Shape;585;p19"/>
          <p:cNvSpPr/>
          <p:nvPr/>
        </p:nvSpPr>
        <p:spPr>
          <a:xfrm rot="-294905">
            <a:off x="7350387" y="3903245"/>
            <a:ext cx="3168449" cy="2561999"/>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only 1">
  <p:cSld name="TITLE_ONLY_1">
    <p:spTree>
      <p:nvGrpSpPr>
        <p:cNvPr id="1" name="Shape 586"/>
        <p:cNvGrpSpPr/>
        <p:nvPr/>
      </p:nvGrpSpPr>
      <p:grpSpPr>
        <a:xfrm>
          <a:off x="0" y="0"/>
          <a:ext cx="0" cy="0"/>
          <a:chOff x="0" y="0"/>
          <a:chExt cx="0" cy="0"/>
        </a:xfrm>
      </p:grpSpPr>
      <p:sp>
        <p:nvSpPr>
          <p:cNvPr id="587" name="Google Shape;587;p2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588" name="Google Shape;588;p20"/>
          <p:cNvSpPr/>
          <p:nvPr/>
        </p:nvSpPr>
        <p:spPr>
          <a:xfrm rot="337739" flipH="1">
            <a:off x="8212271" y="3187242"/>
            <a:ext cx="3158465" cy="3518480"/>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89" name="Google Shape;589;p20"/>
          <p:cNvGrpSpPr/>
          <p:nvPr/>
        </p:nvGrpSpPr>
        <p:grpSpPr>
          <a:xfrm>
            <a:off x="90200" y="4214393"/>
            <a:ext cx="516117" cy="779220"/>
            <a:chOff x="10572463" y="3528536"/>
            <a:chExt cx="580168" cy="875823"/>
          </a:xfrm>
        </p:grpSpPr>
        <p:grpSp>
          <p:nvGrpSpPr>
            <p:cNvPr id="590" name="Google Shape;590;p20"/>
            <p:cNvGrpSpPr/>
            <p:nvPr/>
          </p:nvGrpSpPr>
          <p:grpSpPr>
            <a:xfrm>
              <a:off x="10713815" y="3528536"/>
              <a:ext cx="438816" cy="746664"/>
              <a:chOff x="10713815" y="3528536"/>
              <a:chExt cx="438816" cy="746664"/>
            </a:xfrm>
          </p:grpSpPr>
          <p:sp>
            <p:nvSpPr>
              <p:cNvPr id="591" name="Google Shape;591;p20"/>
              <p:cNvSpPr/>
              <p:nvPr/>
            </p:nvSpPr>
            <p:spPr>
              <a:xfrm>
                <a:off x="10713815" y="3528536"/>
                <a:ext cx="438816" cy="746664"/>
              </a:xfrm>
              <a:custGeom>
                <a:avLst/>
                <a:gdLst/>
                <a:ahLst/>
                <a:cxnLst/>
                <a:rect l="l" t="t" r="r" b="b"/>
                <a:pathLst>
                  <a:path w="438816" h="746664" extrusionOk="0">
                    <a:moveTo>
                      <a:pt x="438721" y="746569"/>
                    </a:moveTo>
                    <a:lnTo>
                      <a:pt x="0" y="746569"/>
                    </a:lnTo>
                    <a:lnTo>
                      <a:pt x="0" y="0"/>
                    </a:lnTo>
                    <a:lnTo>
                      <a:pt x="326231" y="0"/>
                    </a:lnTo>
                    <a:cubicBezTo>
                      <a:pt x="370141" y="43910"/>
                      <a:pt x="394811" y="68580"/>
                      <a:pt x="438816" y="112585"/>
                    </a:cubicBezTo>
                    <a:lnTo>
                      <a:pt x="438816" y="746665"/>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592" name="Google Shape;592;p20"/>
              <p:cNvGrpSpPr/>
              <p:nvPr/>
            </p:nvGrpSpPr>
            <p:grpSpPr>
              <a:xfrm>
                <a:off x="10776489" y="3625310"/>
                <a:ext cx="313848" cy="288226"/>
                <a:chOff x="10776489" y="3625310"/>
                <a:chExt cx="313848" cy="288226"/>
              </a:xfrm>
            </p:grpSpPr>
            <p:sp>
              <p:nvSpPr>
                <p:cNvPr id="593" name="Google Shape;593;p20"/>
                <p:cNvSpPr/>
                <p:nvPr/>
              </p:nvSpPr>
              <p:spPr>
                <a:xfrm>
                  <a:off x="10776489" y="3625310"/>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94" name="Google Shape;594;p20"/>
                <p:cNvSpPr/>
                <p:nvPr/>
              </p:nvSpPr>
              <p:spPr>
                <a:xfrm>
                  <a:off x="10776489" y="3678650"/>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95" name="Google Shape;595;p20"/>
                <p:cNvSpPr/>
                <p:nvPr/>
              </p:nvSpPr>
              <p:spPr>
                <a:xfrm>
                  <a:off x="10776489" y="3731990"/>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96" name="Google Shape;596;p20"/>
                <p:cNvSpPr/>
                <p:nvPr/>
              </p:nvSpPr>
              <p:spPr>
                <a:xfrm>
                  <a:off x="10776489" y="3785425"/>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97" name="Google Shape;597;p20"/>
                <p:cNvSpPr/>
                <p:nvPr/>
              </p:nvSpPr>
              <p:spPr>
                <a:xfrm>
                  <a:off x="10776489" y="3838765"/>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98" name="Google Shape;598;p20"/>
                <p:cNvSpPr/>
                <p:nvPr/>
              </p:nvSpPr>
              <p:spPr>
                <a:xfrm>
                  <a:off x="10776489" y="3892105"/>
                  <a:ext cx="184689" cy="21431"/>
                </a:xfrm>
                <a:custGeom>
                  <a:avLst/>
                  <a:gdLst/>
                  <a:ahLst/>
                  <a:cxnLst/>
                  <a:rect l="l" t="t" r="r" b="b"/>
                  <a:pathLst>
                    <a:path w="184689" h="21431" extrusionOk="0">
                      <a:moveTo>
                        <a:pt x="0" y="0"/>
                      </a:moveTo>
                      <a:lnTo>
                        <a:pt x="184690" y="0"/>
                      </a:lnTo>
                      <a:lnTo>
                        <a:pt x="184690" y="21431"/>
                      </a:lnTo>
                      <a:lnTo>
                        <a:pt x="0" y="21431"/>
                      </a:lnTo>
                      <a:close/>
                    </a:path>
                  </a:pathLst>
                </a:custGeom>
                <a:solidFill>
                  <a:srgbClr val="42444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599" name="Google Shape;599;p20"/>
              <p:cNvGrpSpPr/>
              <p:nvPr/>
            </p:nvGrpSpPr>
            <p:grpSpPr>
              <a:xfrm>
                <a:off x="10776489" y="3999547"/>
                <a:ext cx="313848" cy="181546"/>
                <a:chOff x="10776489" y="3999547"/>
                <a:chExt cx="313848" cy="181546"/>
              </a:xfrm>
            </p:grpSpPr>
            <p:sp>
              <p:nvSpPr>
                <p:cNvPr id="600" name="Google Shape;600;p20"/>
                <p:cNvSpPr/>
                <p:nvPr/>
              </p:nvSpPr>
              <p:spPr>
                <a:xfrm>
                  <a:off x="10776489" y="3999547"/>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01" name="Google Shape;601;p20"/>
                <p:cNvSpPr/>
                <p:nvPr/>
              </p:nvSpPr>
              <p:spPr>
                <a:xfrm>
                  <a:off x="10776489" y="4052887"/>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02" name="Google Shape;602;p20"/>
                <p:cNvSpPr/>
                <p:nvPr/>
              </p:nvSpPr>
              <p:spPr>
                <a:xfrm>
                  <a:off x="10776489" y="4106322"/>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03" name="Google Shape;603;p20"/>
                <p:cNvSpPr/>
                <p:nvPr/>
              </p:nvSpPr>
              <p:spPr>
                <a:xfrm>
                  <a:off x="10776489" y="4159662"/>
                  <a:ext cx="184689" cy="21431"/>
                </a:xfrm>
                <a:custGeom>
                  <a:avLst/>
                  <a:gdLst/>
                  <a:ahLst/>
                  <a:cxnLst/>
                  <a:rect l="l" t="t" r="r" b="b"/>
                  <a:pathLst>
                    <a:path w="184689" h="21431" extrusionOk="0">
                      <a:moveTo>
                        <a:pt x="0" y="0"/>
                      </a:moveTo>
                      <a:lnTo>
                        <a:pt x="184690" y="0"/>
                      </a:lnTo>
                      <a:lnTo>
                        <a:pt x="184690" y="21431"/>
                      </a:lnTo>
                      <a:lnTo>
                        <a:pt x="0" y="21431"/>
                      </a:lnTo>
                      <a:close/>
                    </a:path>
                  </a:pathLst>
                </a:custGeom>
                <a:solidFill>
                  <a:srgbClr val="42444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604" name="Google Shape;604;p20"/>
              <p:cNvSpPr/>
              <p:nvPr/>
            </p:nvSpPr>
            <p:spPr>
              <a:xfrm>
                <a:off x="11039951" y="3528536"/>
                <a:ext cx="112584" cy="112585"/>
              </a:xfrm>
              <a:custGeom>
                <a:avLst/>
                <a:gdLst/>
                <a:ahLst/>
                <a:cxnLst/>
                <a:rect l="l" t="t" r="r" b="b"/>
                <a:pathLst>
                  <a:path w="112584" h="112585" extrusionOk="0">
                    <a:moveTo>
                      <a:pt x="112585" y="112585"/>
                    </a:moveTo>
                    <a:lnTo>
                      <a:pt x="0" y="112585"/>
                    </a:lnTo>
                    <a:lnTo>
                      <a:pt x="0" y="0"/>
                    </a:lnTo>
                    <a:lnTo>
                      <a:pt x="0" y="0"/>
                    </a:lnTo>
                    <a:cubicBezTo>
                      <a:pt x="43910" y="43910"/>
                      <a:pt x="68580" y="68580"/>
                      <a:pt x="112585" y="112585"/>
                    </a:cubicBezTo>
                    <a:lnTo>
                      <a:pt x="112585" y="11258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605" name="Google Shape;605;p20"/>
            <p:cNvGrpSpPr/>
            <p:nvPr/>
          </p:nvGrpSpPr>
          <p:grpSpPr>
            <a:xfrm>
              <a:off x="10572463" y="3657790"/>
              <a:ext cx="438817" cy="746569"/>
              <a:chOff x="10572463" y="3657790"/>
              <a:chExt cx="438817" cy="746569"/>
            </a:xfrm>
          </p:grpSpPr>
          <p:sp>
            <p:nvSpPr>
              <p:cNvPr id="606" name="Google Shape;606;p20"/>
              <p:cNvSpPr/>
              <p:nvPr/>
            </p:nvSpPr>
            <p:spPr>
              <a:xfrm>
                <a:off x="10572463" y="3657790"/>
                <a:ext cx="438817" cy="746569"/>
              </a:xfrm>
              <a:custGeom>
                <a:avLst/>
                <a:gdLst/>
                <a:ahLst/>
                <a:cxnLst/>
                <a:rect l="l" t="t" r="r" b="b"/>
                <a:pathLst>
                  <a:path w="438817" h="746569" extrusionOk="0">
                    <a:moveTo>
                      <a:pt x="438722" y="746570"/>
                    </a:moveTo>
                    <a:lnTo>
                      <a:pt x="0" y="746570"/>
                    </a:lnTo>
                    <a:lnTo>
                      <a:pt x="0" y="0"/>
                    </a:lnTo>
                    <a:lnTo>
                      <a:pt x="326231" y="0"/>
                    </a:lnTo>
                    <a:cubicBezTo>
                      <a:pt x="370141" y="43910"/>
                      <a:pt x="394812" y="68580"/>
                      <a:pt x="438817" y="112586"/>
                    </a:cubicBezTo>
                    <a:lnTo>
                      <a:pt x="438817" y="746570"/>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607" name="Google Shape;607;p20"/>
              <p:cNvGrpSpPr/>
              <p:nvPr/>
            </p:nvGrpSpPr>
            <p:grpSpPr>
              <a:xfrm>
                <a:off x="10635138" y="3754469"/>
                <a:ext cx="313848" cy="288321"/>
                <a:chOff x="10635138" y="3754469"/>
                <a:chExt cx="313848" cy="288321"/>
              </a:xfrm>
            </p:grpSpPr>
            <p:sp>
              <p:nvSpPr>
                <p:cNvPr id="608" name="Google Shape;608;p20"/>
                <p:cNvSpPr/>
                <p:nvPr/>
              </p:nvSpPr>
              <p:spPr>
                <a:xfrm>
                  <a:off x="10635138" y="3754469"/>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09" name="Google Shape;609;p20"/>
                <p:cNvSpPr/>
                <p:nvPr/>
              </p:nvSpPr>
              <p:spPr>
                <a:xfrm>
                  <a:off x="10635138" y="3807904"/>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10" name="Google Shape;610;p20"/>
                <p:cNvSpPr/>
                <p:nvPr/>
              </p:nvSpPr>
              <p:spPr>
                <a:xfrm>
                  <a:off x="10635138" y="3861244"/>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11" name="Google Shape;611;p20"/>
                <p:cNvSpPr/>
                <p:nvPr/>
              </p:nvSpPr>
              <p:spPr>
                <a:xfrm>
                  <a:off x="10635138" y="3914584"/>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12" name="Google Shape;612;p20"/>
                <p:cNvSpPr/>
                <p:nvPr/>
              </p:nvSpPr>
              <p:spPr>
                <a:xfrm>
                  <a:off x="10635138" y="3968019"/>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13" name="Google Shape;613;p20"/>
                <p:cNvSpPr/>
                <p:nvPr/>
              </p:nvSpPr>
              <p:spPr>
                <a:xfrm>
                  <a:off x="10635138" y="4021359"/>
                  <a:ext cx="184689" cy="21431"/>
                </a:xfrm>
                <a:custGeom>
                  <a:avLst/>
                  <a:gdLst/>
                  <a:ahLst/>
                  <a:cxnLst/>
                  <a:rect l="l" t="t" r="r" b="b"/>
                  <a:pathLst>
                    <a:path w="184689" h="21431" extrusionOk="0">
                      <a:moveTo>
                        <a:pt x="0" y="0"/>
                      </a:moveTo>
                      <a:lnTo>
                        <a:pt x="184689" y="0"/>
                      </a:lnTo>
                      <a:lnTo>
                        <a:pt x="184689" y="21431"/>
                      </a:lnTo>
                      <a:lnTo>
                        <a:pt x="-1"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614" name="Google Shape;614;p20"/>
              <p:cNvGrpSpPr/>
              <p:nvPr/>
            </p:nvGrpSpPr>
            <p:grpSpPr>
              <a:xfrm>
                <a:off x="10635138" y="4128801"/>
                <a:ext cx="313848" cy="181547"/>
                <a:chOff x="10635138" y="4128801"/>
                <a:chExt cx="313848" cy="181547"/>
              </a:xfrm>
            </p:grpSpPr>
            <p:sp>
              <p:nvSpPr>
                <p:cNvPr id="615" name="Google Shape;615;p20"/>
                <p:cNvSpPr/>
                <p:nvPr/>
              </p:nvSpPr>
              <p:spPr>
                <a:xfrm>
                  <a:off x="10635138" y="4128801"/>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16" name="Google Shape;616;p20"/>
                <p:cNvSpPr/>
                <p:nvPr/>
              </p:nvSpPr>
              <p:spPr>
                <a:xfrm>
                  <a:off x="10635138" y="4182141"/>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17" name="Google Shape;617;p20"/>
                <p:cNvSpPr/>
                <p:nvPr/>
              </p:nvSpPr>
              <p:spPr>
                <a:xfrm>
                  <a:off x="10635138" y="4235481"/>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18" name="Google Shape;618;p20"/>
                <p:cNvSpPr/>
                <p:nvPr/>
              </p:nvSpPr>
              <p:spPr>
                <a:xfrm>
                  <a:off x="10635138" y="4288917"/>
                  <a:ext cx="184689" cy="21431"/>
                </a:xfrm>
                <a:custGeom>
                  <a:avLst/>
                  <a:gdLst/>
                  <a:ahLst/>
                  <a:cxnLst/>
                  <a:rect l="l" t="t" r="r" b="b"/>
                  <a:pathLst>
                    <a:path w="184689" h="21431" extrusionOk="0">
                      <a:moveTo>
                        <a:pt x="0" y="0"/>
                      </a:moveTo>
                      <a:lnTo>
                        <a:pt x="184689" y="0"/>
                      </a:lnTo>
                      <a:lnTo>
                        <a:pt x="184689" y="21431"/>
                      </a:lnTo>
                      <a:lnTo>
                        <a:pt x="-1"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619" name="Google Shape;619;p20"/>
              <p:cNvSpPr/>
              <p:nvPr/>
            </p:nvSpPr>
            <p:spPr>
              <a:xfrm>
                <a:off x="10898599" y="3657790"/>
                <a:ext cx="112586" cy="112585"/>
              </a:xfrm>
              <a:custGeom>
                <a:avLst/>
                <a:gdLst/>
                <a:ahLst/>
                <a:cxnLst/>
                <a:rect l="l" t="t" r="r" b="b"/>
                <a:pathLst>
                  <a:path w="112586" h="112585" extrusionOk="0">
                    <a:moveTo>
                      <a:pt x="112586" y="112586"/>
                    </a:moveTo>
                    <a:lnTo>
                      <a:pt x="0" y="112586"/>
                    </a:lnTo>
                    <a:lnTo>
                      <a:pt x="0" y="0"/>
                    </a:lnTo>
                    <a:lnTo>
                      <a:pt x="0" y="0"/>
                    </a:lnTo>
                    <a:cubicBezTo>
                      <a:pt x="43910" y="43910"/>
                      <a:pt x="68581" y="68580"/>
                      <a:pt x="112586" y="112586"/>
                    </a:cubicBezTo>
                    <a:lnTo>
                      <a:pt x="112586" y="112586"/>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sp>
        <p:nvSpPr>
          <p:cNvPr id="620" name="Google Shape;620;p20"/>
          <p:cNvSpPr/>
          <p:nvPr/>
        </p:nvSpPr>
        <p:spPr>
          <a:xfrm rot="-3657034" flipH="1">
            <a:off x="-1404232" y="-737971"/>
            <a:ext cx="2746020" cy="1627876"/>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1" name="Google Shape;621;p20"/>
          <p:cNvGrpSpPr/>
          <p:nvPr/>
        </p:nvGrpSpPr>
        <p:grpSpPr>
          <a:xfrm>
            <a:off x="8114970" y="266839"/>
            <a:ext cx="829992" cy="750888"/>
            <a:chOff x="8114596" y="445039"/>
            <a:chExt cx="633002" cy="572716"/>
          </a:xfrm>
        </p:grpSpPr>
        <p:grpSp>
          <p:nvGrpSpPr>
            <p:cNvPr id="622" name="Google Shape;622;p20"/>
            <p:cNvGrpSpPr/>
            <p:nvPr/>
          </p:nvGrpSpPr>
          <p:grpSpPr>
            <a:xfrm>
              <a:off x="8114596" y="445039"/>
              <a:ext cx="633002" cy="572716"/>
              <a:chOff x="7189660" y="520827"/>
              <a:chExt cx="598074" cy="541115"/>
            </a:xfrm>
          </p:grpSpPr>
          <p:sp>
            <p:nvSpPr>
              <p:cNvPr id="623" name="Google Shape;623;p20"/>
              <p:cNvSpPr/>
              <p:nvPr/>
            </p:nvSpPr>
            <p:spPr>
              <a:xfrm>
                <a:off x="7189660" y="520827"/>
                <a:ext cx="598074" cy="541115"/>
              </a:xfrm>
              <a:custGeom>
                <a:avLst/>
                <a:gdLst/>
                <a:ahLst/>
                <a:cxnLst/>
                <a:rect l="l" t="t" r="r" b="b"/>
                <a:pathLst>
                  <a:path w="598074" h="541115" extrusionOk="0">
                    <a:moveTo>
                      <a:pt x="557022" y="0"/>
                    </a:moveTo>
                    <a:cubicBezTo>
                      <a:pt x="579695" y="0"/>
                      <a:pt x="598075" y="18380"/>
                      <a:pt x="598075" y="41053"/>
                    </a:cubicBezTo>
                    <a:lnTo>
                      <a:pt x="598075" y="500063"/>
                    </a:lnTo>
                    <a:cubicBezTo>
                      <a:pt x="598075" y="522735"/>
                      <a:pt x="579695" y="541115"/>
                      <a:pt x="557022" y="541115"/>
                    </a:cubicBezTo>
                    <a:lnTo>
                      <a:pt x="41053" y="541115"/>
                    </a:lnTo>
                    <a:cubicBezTo>
                      <a:pt x="18380" y="541115"/>
                      <a:pt x="0" y="522735"/>
                      <a:pt x="0" y="500063"/>
                    </a:cubicBezTo>
                    <a:lnTo>
                      <a:pt x="0" y="41053"/>
                    </a:lnTo>
                    <a:cubicBezTo>
                      <a:pt x="0" y="18380"/>
                      <a:pt x="18380" y="0"/>
                      <a:pt x="41053" y="0"/>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624" name="Google Shape;624;p20"/>
              <p:cNvGrpSpPr/>
              <p:nvPr/>
            </p:nvGrpSpPr>
            <p:grpSpPr>
              <a:xfrm>
                <a:off x="7579137" y="551973"/>
                <a:ext cx="164782" cy="41529"/>
                <a:chOff x="7579137" y="551973"/>
                <a:chExt cx="164782" cy="41529"/>
              </a:xfrm>
            </p:grpSpPr>
            <p:sp>
              <p:nvSpPr>
                <p:cNvPr id="625" name="Google Shape;625;p20"/>
                <p:cNvSpPr/>
                <p:nvPr/>
              </p:nvSpPr>
              <p:spPr>
                <a:xfrm>
                  <a:off x="7702391" y="551973"/>
                  <a:ext cx="41528" cy="41529"/>
                </a:xfrm>
                <a:custGeom>
                  <a:avLst/>
                  <a:gdLst/>
                  <a:ahLst/>
                  <a:cxnLst/>
                  <a:rect l="l" t="t" r="r" b="b"/>
                  <a:pathLst>
                    <a:path w="41528" h="41529" extrusionOk="0">
                      <a:moveTo>
                        <a:pt x="41529" y="20765"/>
                      </a:moveTo>
                      <a:cubicBezTo>
                        <a:pt x="41529" y="32290"/>
                        <a:pt x="32195" y="41529"/>
                        <a:pt x="20764" y="41529"/>
                      </a:cubicBezTo>
                      <a:cubicBezTo>
                        <a:pt x="9334" y="41529"/>
                        <a:pt x="0" y="32195"/>
                        <a:pt x="0" y="20765"/>
                      </a:cubicBezTo>
                      <a:cubicBezTo>
                        <a:pt x="0" y="9335"/>
                        <a:pt x="9334" y="0"/>
                        <a:pt x="20764" y="0"/>
                      </a:cubicBezTo>
                      <a:cubicBezTo>
                        <a:pt x="32195" y="0"/>
                        <a:pt x="41529" y="9335"/>
                        <a:pt x="41529" y="20765"/>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26" name="Google Shape;626;p20"/>
                <p:cNvSpPr/>
                <p:nvPr/>
              </p:nvSpPr>
              <p:spPr>
                <a:xfrm>
                  <a:off x="7640764" y="551973"/>
                  <a:ext cx="41528" cy="41529"/>
                </a:xfrm>
                <a:custGeom>
                  <a:avLst/>
                  <a:gdLst/>
                  <a:ahLst/>
                  <a:cxnLst/>
                  <a:rect l="l" t="t" r="r" b="b"/>
                  <a:pathLst>
                    <a:path w="41528" h="41529" extrusionOk="0">
                      <a:moveTo>
                        <a:pt x="41529" y="20765"/>
                      </a:moveTo>
                      <a:cubicBezTo>
                        <a:pt x="41529" y="32290"/>
                        <a:pt x="32195" y="41529"/>
                        <a:pt x="20764" y="41529"/>
                      </a:cubicBezTo>
                      <a:cubicBezTo>
                        <a:pt x="9334" y="41529"/>
                        <a:pt x="0" y="32195"/>
                        <a:pt x="0" y="20765"/>
                      </a:cubicBezTo>
                      <a:cubicBezTo>
                        <a:pt x="0" y="9335"/>
                        <a:pt x="9334" y="0"/>
                        <a:pt x="20764" y="0"/>
                      </a:cubicBezTo>
                      <a:cubicBezTo>
                        <a:pt x="32195" y="0"/>
                        <a:pt x="41529" y="9335"/>
                        <a:pt x="41529" y="20765"/>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27" name="Google Shape;627;p20"/>
                <p:cNvSpPr/>
                <p:nvPr/>
              </p:nvSpPr>
              <p:spPr>
                <a:xfrm>
                  <a:off x="7579137" y="551973"/>
                  <a:ext cx="41528" cy="41529"/>
                </a:xfrm>
                <a:custGeom>
                  <a:avLst/>
                  <a:gdLst/>
                  <a:ahLst/>
                  <a:cxnLst/>
                  <a:rect l="l" t="t" r="r" b="b"/>
                  <a:pathLst>
                    <a:path w="41528" h="41529" extrusionOk="0">
                      <a:moveTo>
                        <a:pt x="41529" y="20765"/>
                      </a:moveTo>
                      <a:cubicBezTo>
                        <a:pt x="41529" y="32290"/>
                        <a:pt x="32195" y="41529"/>
                        <a:pt x="20764" y="41529"/>
                      </a:cubicBezTo>
                      <a:cubicBezTo>
                        <a:pt x="9334" y="41529"/>
                        <a:pt x="0" y="32195"/>
                        <a:pt x="0" y="20765"/>
                      </a:cubicBezTo>
                      <a:cubicBezTo>
                        <a:pt x="0" y="9335"/>
                        <a:pt x="9334" y="0"/>
                        <a:pt x="20764" y="0"/>
                      </a:cubicBezTo>
                      <a:cubicBezTo>
                        <a:pt x="32195" y="0"/>
                        <a:pt x="41529" y="9335"/>
                        <a:pt x="41529" y="2076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628" name="Google Shape;628;p20"/>
            <p:cNvGrpSpPr/>
            <p:nvPr/>
          </p:nvGrpSpPr>
          <p:grpSpPr>
            <a:xfrm>
              <a:off x="8184962" y="619646"/>
              <a:ext cx="498115" cy="257273"/>
              <a:chOff x="7256144" y="685800"/>
              <a:chExt cx="470630" cy="243077"/>
            </a:xfrm>
          </p:grpSpPr>
          <p:sp>
            <p:nvSpPr>
              <p:cNvPr id="629" name="Google Shape;629;p20"/>
              <p:cNvSpPr/>
              <p:nvPr/>
            </p:nvSpPr>
            <p:spPr>
              <a:xfrm>
                <a:off x="7256144" y="694753"/>
                <a:ext cx="218503" cy="218217"/>
              </a:xfrm>
              <a:custGeom>
                <a:avLst/>
                <a:gdLst/>
                <a:ahLst/>
                <a:cxnLst/>
                <a:rect l="l" t="t" r="r" b="b"/>
                <a:pathLst>
                  <a:path w="218503" h="218217" extrusionOk="0">
                    <a:moveTo>
                      <a:pt x="216598" y="129540"/>
                    </a:moveTo>
                    <a:cubicBezTo>
                      <a:pt x="217837" y="122968"/>
                      <a:pt x="218504" y="116110"/>
                      <a:pt x="218504" y="109156"/>
                    </a:cubicBezTo>
                    <a:cubicBezTo>
                      <a:pt x="218504" y="102203"/>
                      <a:pt x="217837" y="95440"/>
                      <a:pt x="216598" y="88773"/>
                    </a:cubicBezTo>
                    <a:lnTo>
                      <a:pt x="181261" y="88773"/>
                    </a:lnTo>
                    <a:cubicBezTo>
                      <a:pt x="179641" y="83058"/>
                      <a:pt x="177451" y="77724"/>
                      <a:pt x="174593" y="72676"/>
                    </a:cubicBezTo>
                    <a:lnTo>
                      <a:pt x="199549" y="47720"/>
                    </a:lnTo>
                    <a:cubicBezTo>
                      <a:pt x="191834" y="36385"/>
                      <a:pt x="182118" y="26670"/>
                      <a:pt x="170783" y="18955"/>
                    </a:cubicBezTo>
                    <a:lnTo>
                      <a:pt x="145732" y="44005"/>
                    </a:lnTo>
                    <a:cubicBezTo>
                      <a:pt x="140684" y="41148"/>
                      <a:pt x="135255" y="38957"/>
                      <a:pt x="129635" y="37338"/>
                    </a:cubicBezTo>
                    <a:lnTo>
                      <a:pt x="129635" y="1905"/>
                    </a:lnTo>
                    <a:cubicBezTo>
                      <a:pt x="123063" y="667"/>
                      <a:pt x="116205" y="0"/>
                      <a:pt x="109252" y="0"/>
                    </a:cubicBezTo>
                    <a:cubicBezTo>
                      <a:pt x="102298" y="0"/>
                      <a:pt x="95536" y="667"/>
                      <a:pt x="88868" y="1905"/>
                    </a:cubicBezTo>
                    <a:lnTo>
                      <a:pt x="88868" y="37338"/>
                    </a:lnTo>
                    <a:cubicBezTo>
                      <a:pt x="83154" y="38957"/>
                      <a:pt x="77819" y="41148"/>
                      <a:pt x="72771" y="44005"/>
                    </a:cubicBezTo>
                    <a:lnTo>
                      <a:pt x="47720" y="18955"/>
                    </a:lnTo>
                    <a:cubicBezTo>
                      <a:pt x="36386" y="26670"/>
                      <a:pt x="26670" y="36481"/>
                      <a:pt x="18955" y="47720"/>
                    </a:cubicBezTo>
                    <a:lnTo>
                      <a:pt x="43910" y="72676"/>
                    </a:lnTo>
                    <a:cubicBezTo>
                      <a:pt x="41053" y="77724"/>
                      <a:pt x="38862" y="83153"/>
                      <a:pt x="37243" y="88773"/>
                    </a:cubicBezTo>
                    <a:lnTo>
                      <a:pt x="1905" y="88773"/>
                    </a:lnTo>
                    <a:cubicBezTo>
                      <a:pt x="667" y="95345"/>
                      <a:pt x="0" y="102203"/>
                      <a:pt x="0" y="109156"/>
                    </a:cubicBezTo>
                    <a:cubicBezTo>
                      <a:pt x="0" y="116110"/>
                      <a:pt x="667" y="122873"/>
                      <a:pt x="1905" y="129540"/>
                    </a:cubicBezTo>
                    <a:lnTo>
                      <a:pt x="37243" y="129540"/>
                    </a:lnTo>
                    <a:cubicBezTo>
                      <a:pt x="38862" y="135255"/>
                      <a:pt x="41053" y="140589"/>
                      <a:pt x="43910" y="145637"/>
                    </a:cubicBezTo>
                    <a:lnTo>
                      <a:pt x="18955" y="170593"/>
                    </a:lnTo>
                    <a:cubicBezTo>
                      <a:pt x="26670" y="181928"/>
                      <a:pt x="36386" y="191643"/>
                      <a:pt x="47720" y="199358"/>
                    </a:cubicBezTo>
                    <a:lnTo>
                      <a:pt x="72771" y="174308"/>
                    </a:lnTo>
                    <a:cubicBezTo>
                      <a:pt x="77819" y="177165"/>
                      <a:pt x="83248" y="179356"/>
                      <a:pt x="88868" y="180975"/>
                    </a:cubicBezTo>
                    <a:lnTo>
                      <a:pt x="88868" y="216313"/>
                    </a:lnTo>
                    <a:cubicBezTo>
                      <a:pt x="95441" y="217551"/>
                      <a:pt x="102298" y="218218"/>
                      <a:pt x="109252" y="218218"/>
                    </a:cubicBezTo>
                    <a:cubicBezTo>
                      <a:pt x="116205" y="218218"/>
                      <a:pt x="122968" y="217551"/>
                      <a:pt x="129635" y="216313"/>
                    </a:cubicBezTo>
                    <a:lnTo>
                      <a:pt x="129635" y="180975"/>
                    </a:lnTo>
                    <a:cubicBezTo>
                      <a:pt x="135350" y="179356"/>
                      <a:pt x="140684" y="177070"/>
                      <a:pt x="145732" y="174308"/>
                    </a:cubicBezTo>
                    <a:lnTo>
                      <a:pt x="170783" y="199358"/>
                    </a:lnTo>
                    <a:cubicBezTo>
                      <a:pt x="182118" y="191643"/>
                      <a:pt x="191834" y="181928"/>
                      <a:pt x="199549" y="170593"/>
                    </a:cubicBezTo>
                    <a:lnTo>
                      <a:pt x="174593" y="145542"/>
                    </a:lnTo>
                    <a:cubicBezTo>
                      <a:pt x="177451" y="140494"/>
                      <a:pt x="179641" y="135064"/>
                      <a:pt x="181261" y="129445"/>
                    </a:cubicBezTo>
                    <a:lnTo>
                      <a:pt x="216598" y="129445"/>
                    </a:lnTo>
                    <a:close/>
                    <a:moveTo>
                      <a:pt x="109252" y="131255"/>
                    </a:moveTo>
                    <a:cubicBezTo>
                      <a:pt x="97060" y="131255"/>
                      <a:pt x="87249" y="121349"/>
                      <a:pt x="87249" y="109252"/>
                    </a:cubicBezTo>
                    <a:cubicBezTo>
                      <a:pt x="87249" y="97155"/>
                      <a:pt x="97155" y="87249"/>
                      <a:pt x="109252" y="87249"/>
                    </a:cubicBezTo>
                    <a:cubicBezTo>
                      <a:pt x="121348" y="87249"/>
                      <a:pt x="131255" y="97155"/>
                      <a:pt x="131255" y="109252"/>
                    </a:cubicBezTo>
                    <a:cubicBezTo>
                      <a:pt x="131255" y="121349"/>
                      <a:pt x="121348" y="131255"/>
                      <a:pt x="109252" y="131255"/>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630" name="Google Shape;630;p20"/>
              <p:cNvGrpSpPr/>
              <p:nvPr/>
            </p:nvGrpSpPr>
            <p:grpSpPr>
              <a:xfrm>
                <a:off x="7512843" y="685800"/>
                <a:ext cx="213931" cy="243077"/>
                <a:chOff x="7512843" y="685800"/>
                <a:chExt cx="213931" cy="243077"/>
              </a:xfrm>
            </p:grpSpPr>
            <p:grpSp>
              <p:nvGrpSpPr>
                <p:cNvPr id="631" name="Google Shape;631;p20"/>
                <p:cNvGrpSpPr/>
                <p:nvPr/>
              </p:nvGrpSpPr>
              <p:grpSpPr>
                <a:xfrm>
                  <a:off x="7512843" y="836580"/>
                  <a:ext cx="213931" cy="92297"/>
                  <a:chOff x="7512843" y="836580"/>
                  <a:chExt cx="213931" cy="92297"/>
                </a:xfrm>
              </p:grpSpPr>
              <p:sp>
                <p:nvSpPr>
                  <p:cNvPr id="632" name="Google Shape;632;p20"/>
                  <p:cNvSpPr/>
                  <p:nvPr/>
                </p:nvSpPr>
                <p:spPr>
                  <a:xfrm>
                    <a:off x="7512843" y="856011"/>
                    <a:ext cx="213931" cy="72866"/>
                  </a:xfrm>
                  <a:custGeom>
                    <a:avLst/>
                    <a:gdLst/>
                    <a:ahLst/>
                    <a:cxnLst/>
                    <a:rect l="l" t="t" r="r" b="b"/>
                    <a:pathLst>
                      <a:path w="213931" h="72866" extrusionOk="0">
                        <a:moveTo>
                          <a:pt x="0" y="0"/>
                        </a:moveTo>
                        <a:lnTo>
                          <a:pt x="0" y="53435"/>
                        </a:lnTo>
                        <a:cubicBezTo>
                          <a:pt x="0" y="64199"/>
                          <a:pt x="47911" y="72866"/>
                          <a:pt x="106966" y="72866"/>
                        </a:cubicBezTo>
                        <a:cubicBezTo>
                          <a:pt x="166021" y="72866"/>
                          <a:pt x="213932" y="64199"/>
                          <a:pt x="213932" y="53435"/>
                        </a:cubicBezTo>
                        <a:lnTo>
                          <a:pt x="213932" y="0"/>
                        </a:lnTo>
                        <a:lnTo>
                          <a:pt x="0" y="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33" name="Google Shape;633;p20"/>
                  <p:cNvSpPr/>
                  <p:nvPr/>
                </p:nvSpPr>
                <p:spPr>
                  <a:xfrm>
                    <a:off x="7512843" y="836580"/>
                    <a:ext cx="213931" cy="38861"/>
                  </a:xfrm>
                  <a:custGeom>
                    <a:avLst/>
                    <a:gdLst/>
                    <a:ahLst/>
                    <a:cxnLst/>
                    <a:rect l="l" t="t" r="r" b="b"/>
                    <a:pathLst>
                      <a:path w="213931" h="38861" extrusionOk="0">
                        <a:moveTo>
                          <a:pt x="213932" y="19431"/>
                        </a:moveTo>
                        <a:cubicBezTo>
                          <a:pt x="213932" y="30162"/>
                          <a:pt x="166042" y="38862"/>
                          <a:pt x="106966" y="38862"/>
                        </a:cubicBezTo>
                        <a:cubicBezTo>
                          <a:pt x="47891" y="38862"/>
                          <a:pt x="1" y="30162"/>
                          <a:pt x="1" y="19431"/>
                        </a:cubicBezTo>
                        <a:cubicBezTo>
                          <a:pt x="1" y="8700"/>
                          <a:pt x="47891" y="0"/>
                          <a:pt x="106966" y="0"/>
                        </a:cubicBezTo>
                        <a:cubicBezTo>
                          <a:pt x="166042" y="0"/>
                          <a:pt x="213932" y="8700"/>
                          <a:pt x="213932" y="19431"/>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634" name="Google Shape;634;p20"/>
                <p:cNvGrpSpPr/>
                <p:nvPr/>
              </p:nvGrpSpPr>
              <p:grpSpPr>
                <a:xfrm>
                  <a:off x="7512843" y="761238"/>
                  <a:ext cx="213931" cy="92296"/>
                  <a:chOff x="7512843" y="761238"/>
                  <a:chExt cx="213931" cy="92296"/>
                </a:xfrm>
              </p:grpSpPr>
              <p:sp>
                <p:nvSpPr>
                  <p:cNvPr id="635" name="Google Shape;635;p20"/>
                  <p:cNvSpPr/>
                  <p:nvPr/>
                </p:nvSpPr>
                <p:spPr>
                  <a:xfrm>
                    <a:off x="7512843" y="780668"/>
                    <a:ext cx="213931" cy="72866"/>
                  </a:xfrm>
                  <a:custGeom>
                    <a:avLst/>
                    <a:gdLst/>
                    <a:ahLst/>
                    <a:cxnLst/>
                    <a:rect l="l" t="t" r="r" b="b"/>
                    <a:pathLst>
                      <a:path w="213931" h="72866" extrusionOk="0">
                        <a:moveTo>
                          <a:pt x="0" y="0"/>
                        </a:moveTo>
                        <a:lnTo>
                          <a:pt x="0" y="53435"/>
                        </a:lnTo>
                        <a:cubicBezTo>
                          <a:pt x="0" y="64199"/>
                          <a:pt x="47911" y="72866"/>
                          <a:pt x="106966" y="72866"/>
                        </a:cubicBezTo>
                        <a:cubicBezTo>
                          <a:pt x="166021" y="72866"/>
                          <a:pt x="213932" y="64199"/>
                          <a:pt x="213932" y="53435"/>
                        </a:cubicBezTo>
                        <a:lnTo>
                          <a:pt x="213932" y="0"/>
                        </a:lnTo>
                        <a:lnTo>
                          <a:pt x="0" y="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36" name="Google Shape;636;p20"/>
                  <p:cNvSpPr/>
                  <p:nvPr/>
                </p:nvSpPr>
                <p:spPr>
                  <a:xfrm>
                    <a:off x="7512843" y="761238"/>
                    <a:ext cx="213931" cy="38861"/>
                  </a:xfrm>
                  <a:custGeom>
                    <a:avLst/>
                    <a:gdLst/>
                    <a:ahLst/>
                    <a:cxnLst/>
                    <a:rect l="l" t="t" r="r" b="b"/>
                    <a:pathLst>
                      <a:path w="213931" h="38861" extrusionOk="0">
                        <a:moveTo>
                          <a:pt x="213932" y="19431"/>
                        </a:moveTo>
                        <a:cubicBezTo>
                          <a:pt x="213932" y="30162"/>
                          <a:pt x="166042" y="38862"/>
                          <a:pt x="106966" y="38862"/>
                        </a:cubicBezTo>
                        <a:cubicBezTo>
                          <a:pt x="47891" y="38862"/>
                          <a:pt x="1" y="30162"/>
                          <a:pt x="1" y="19431"/>
                        </a:cubicBezTo>
                        <a:cubicBezTo>
                          <a:pt x="1" y="8700"/>
                          <a:pt x="47891" y="0"/>
                          <a:pt x="106966" y="0"/>
                        </a:cubicBezTo>
                        <a:cubicBezTo>
                          <a:pt x="166042" y="0"/>
                          <a:pt x="213932" y="8700"/>
                          <a:pt x="213932" y="19431"/>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637" name="Google Shape;637;p20"/>
                <p:cNvGrpSpPr/>
                <p:nvPr/>
              </p:nvGrpSpPr>
              <p:grpSpPr>
                <a:xfrm>
                  <a:off x="7512843" y="685800"/>
                  <a:ext cx="213931" cy="92297"/>
                  <a:chOff x="7512843" y="685800"/>
                  <a:chExt cx="213931" cy="92297"/>
                </a:xfrm>
              </p:grpSpPr>
              <p:sp>
                <p:nvSpPr>
                  <p:cNvPr id="638" name="Google Shape;638;p20"/>
                  <p:cNvSpPr/>
                  <p:nvPr/>
                </p:nvSpPr>
                <p:spPr>
                  <a:xfrm>
                    <a:off x="7512843" y="705231"/>
                    <a:ext cx="213931" cy="72866"/>
                  </a:xfrm>
                  <a:custGeom>
                    <a:avLst/>
                    <a:gdLst/>
                    <a:ahLst/>
                    <a:cxnLst/>
                    <a:rect l="l" t="t" r="r" b="b"/>
                    <a:pathLst>
                      <a:path w="213931" h="72866" extrusionOk="0">
                        <a:moveTo>
                          <a:pt x="0" y="0"/>
                        </a:moveTo>
                        <a:lnTo>
                          <a:pt x="0" y="53435"/>
                        </a:lnTo>
                        <a:cubicBezTo>
                          <a:pt x="0" y="64198"/>
                          <a:pt x="47911" y="72866"/>
                          <a:pt x="106966" y="72866"/>
                        </a:cubicBezTo>
                        <a:cubicBezTo>
                          <a:pt x="166021" y="72866"/>
                          <a:pt x="213932" y="64198"/>
                          <a:pt x="213932" y="53435"/>
                        </a:cubicBezTo>
                        <a:lnTo>
                          <a:pt x="213932" y="0"/>
                        </a:lnTo>
                        <a:lnTo>
                          <a:pt x="0" y="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39" name="Google Shape;639;p20"/>
                  <p:cNvSpPr/>
                  <p:nvPr/>
                </p:nvSpPr>
                <p:spPr>
                  <a:xfrm>
                    <a:off x="7512843" y="685800"/>
                    <a:ext cx="213931" cy="38861"/>
                  </a:xfrm>
                  <a:custGeom>
                    <a:avLst/>
                    <a:gdLst/>
                    <a:ahLst/>
                    <a:cxnLst/>
                    <a:rect l="l" t="t" r="r" b="b"/>
                    <a:pathLst>
                      <a:path w="213931" h="38861" extrusionOk="0">
                        <a:moveTo>
                          <a:pt x="213932" y="19431"/>
                        </a:moveTo>
                        <a:cubicBezTo>
                          <a:pt x="213932" y="30162"/>
                          <a:pt x="166042" y="38862"/>
                          <a:pt x="106966" y="38862"/>
                        </a:cubicBezTo>
                        <a:cubicBezTo>
                          <a:pt x="47891" y="38862"/>
                          <a:pt x="1" y="30162"/>
                          <a:pt x="1" y="19431"/>
                        </a:cubicBezTo>
                        <a:cubicBezTo>
                          <a:pt x="1" y="8700"/>
                          <a:pt x="47891" y="0"/>
                          <a:pt x="106966" y="0"/>
                        </a:cubicBezTo>
                        <a:cubicBezTo>
                          <a:pt x="166042" y="0"/>
                          <a:pt x="213932" y="8700"/>
                          <a:pt x="213932" y="19431"/>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gr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only 2">
  <p:cSld name="TITLE_ONLY_2">
    <p:spTree>
      <p:nvGrpSpPr>
        <p:cNvPr id="1" name="Shape 640"/>
        <p:cNvGrpSpPr/>
        <p:nvPr/>
      </p:nvGrpSpPr>
      <p:grpSpPr>
        <a:xfrm>
          <a:off x="0" y="0"/>
          <a:ext cx="0" cy="0"/>
          <a:chOff x="0" y="0"/>
          <a:chExt cx="0" cy="0"/>
        </a:xfrm>
      </p:grpSpPr>
      <p:sp>
        <p:nvSpPr>
          <p:cNvPr id="641" name="Google Shape;641;p21"/>
          <p:cNvSpPr/>
          <p:nvPr/>
        </p:nvSpPr>
        <p:spPr>
          <a:xfrm rot="9076707" flipH="1">
            <a:off x="7972821" y="-586852"/>
            <a:ext cx="1683799" cy="1672812"/>
          </a:xfrm>
          <a:custGeom>
            <a:avLst/>
            <a:gdLst/>
            <a:ahLst/>
            <a:cxnLst/>
            <a:rect l="l" t="t" r="r" b="b"/>
            <a:pathLst>
              <a:path w="38869" h="30330" extrusionOk="0">
                <a:moveTo>
                  <a:pt x="24297" y="1"/>
                </a:moveTo>
                <a:cubicBezTo>
                  <a:pt x="23576" y="1"/>
                  <a:pt x="22813" y="81"/>
                  <a:pt x="22018" y="271"/>
                </a:cubicBezTo>
                <a:cubicBezTo>
                  <a:pt x="16904" y="1494"/>
                  <a:pt x="14626" y="5778"/>
                  <a:pt x="11611" y="8671"/>
                </a:cubicBezTo>
                <a:cubicBezTo>
                  <a:pt x="10032" y="10186"/>
                  <a:pt x="7766" y="10684"/>
                  <a:pt x="5916" y="11826"/>
                </a:cubicBezTo>
                <a:cubicBezTo>
                  <a:pt x="0" y="15481"/>
                  <a:pt x="539" y="24197"/>
                  <a:pt x="4874" y="27639"/>
                </a:cubicBezTo>
                <a:cubicBezTo>
                  <a:pt x="7150" y="29445"/>
                  <a:pt x="9815" y="30330"/>
                  <a:pt x="12976" y="30330"/>
                </a:cubicBezTo>
                <a:cubicBezTo>
                  <a:pt x="15025" y="30330"/>
                  <a:pt x="17282" y="29958"/>
                  <a:pt x="19778" y="29225"/>
                </a:cubicBezTo>
                <a:cubicBezTo>
                  <a:pt x="26123" y="27360"/>
                  <a:pt x="30656" y="26268"/>
                  <a:pt x="34763" y="20412"/>
                </a:cubicBezTo>
                <a:cubicBezTo>
                  <a:pt x="38869" y="14558"/>
                  <a:pt x="35544" y="6859"/>
                  <a:pt x="30907" y="2368"/>
                </a:cubicBezTo>
                <a:cubicBezTo>
                  <a:pt x="30907" y="2368"/>
                  <a:pt x="28215" y="1"/>
                  <a:pt x="24297" y="1"/>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 name="Google Shape;642;p2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grpSp>
        <p:nvGrpSpPr>
          <p:cNvPr id="643" name="Google Shape;643;p21"/>
          <p:cNvGrpSpPr/>
          <p:nvPr/>
        </p:nvGrpSpPr>
        <p:grpSpPr>
          <a:xfrm flipH="1">
            <a:off x="683048" y="4696520"/>
            <a:ext cx="325927" cy="404808"/>
            <a:chOff x="7385113" y="1535430"/>
            <a:chExt cx="435673" cy="541115"/>
          </a:xfrm>
        </p:grpSpPr>
        <p:sp>
          <p:nvSpPr>
            <p:cNvPr id="644" name="Google Shape;644;p21"/>
            <p:cNvSpPr/>
            <p:nvPr/>
          </p:nvSpPr>
          <p:spPr>
            <a:xfrm>
              <a:off x="7385113" y="1535430"/>
              <a:ext cx="435673" cy="541115"/>
            </a:xfrm>
            <a:custGeom>
              <a:avLst/>
              <a:gdLst/>
              <a:ahLst/>
              <a:cxnLst/>
              <a:rect l="l" t="t" r="r" b="b"/>
              <a:pathLst>
                <a:path w="435673" h="541115" extrusionOk="0">
                  <a:moveTo>
                    <a:pt x="394621" y="0"/>
                  </a:moveTo>
                  <a:cubicBezTo>
                    <a:pt x="417294" y="0"/>
                    <a:pt x="435674" y="18380"/>
                    <a:pt x="435674" y="41053"/>
                  </a:cubicBezTo>
                  <a:lnTo>
                    <a:pt x="435674" y="500062"/>
                  </a:lnTo>
                  <a:cubicBezTo>
                    <a:pt x="435674" y="522735"/>
                    <a:pt x="417294" y="541115"/>
                    <a:pt x="394621" y="541115"/>
                  </a:cubicBezTo>
                  <a:lnTo>
                    <a:pt x="41053" y="541115"/>
                  </a:lnTo>
                  <a:cubicBezTo>
                    <a:pt x="18380" y="541115"/>
                    <a:pt x="0" y="522735"/>
                    <a:pt x="0" y="500062"/>
                  </a:cubicBezTo>
                  <a:lnTo>
                    <a:pt x="0" y="41053"/>
                  </a:lnTo>
                  <a:cubicBezTo>
                    <a:pt x="0" y="18380"/>
                    <a:pt x="18380" y="0"/>
                    <a:pt x="41053" y="0"/>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645" name="Google Shape;645;p21"/>
            <p:cNvGrpSpPr/>
            <p:nvPr/>
          </p:nvGrpSpPr>
          <p:grpSpPr>
            <a:xfrm>
              <a:off x="7612094" y="1566576"/>
              <a:ext cx="164781" cy="41529"/>
              <a:chOff x="7612094" y="1566576"/>
              <a:chExt cx="164781" cy="41529"/>
            </a:xfrm>
          </p:grpSpPr>
          <p:sp>
            <p:nvSpPr>
              <p:cNvPr id="646" name="Google Shape;646;p21"/>
              <p:cNvSpPr/>
              <p:nvPr/>
            </p:nvSpPr>
            <p:spPr>
              <a:xfrm>
                <a:off x="7735347" y="1566576"/>
                <a:ext cx="41528" cy="41529"/>
              </a:xfrm>
              <a:custGeom>
                <a:avLst/>
                <a:gdLst/>
                <a:ahLst/>
                <a:cxnLst/>
                <a:rect l="l" t="t" r="r" b="b"/>
                <a:pathLst>
                  <a:path w="41528" h="41529" extrusionOk="0">
                    <a:moveTo>
                      <a:pt x="41529" y="20765"/>
                    </a:moveTo>
                    <a:cubicBezTo>
                      <a:pt x="41529" y="32290"/>
                      <a:pt x="32195" y="41529"/>
                      <a:pt x="20764" y="41529"/>
                    </a:cubicBezTo>
                    <a:cubicBezTo>
                      <a:pt x="9335" y="41529"/>
                      <a:pt x="0" y="32194"/>
                      <a:pt x="0" y="20765"/>
                    </a:cubicBezTo>
                    <a:cubicBezTo>
                      <a:pt x="0" y="9334"/>
                      <a:pt x="9335" y="0"/>
                      <a:pt x="20764" y="0"/>
                    </a:cubicBezTo>
                    <a:cubicBezTo>
                      <a:pt x="32195" y="0"/>
                      <a:pt x="41529" y="9334"/>
                      <a:pt x="41529" y="20765"/>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47" name="Google Shape;647;p21"/>
              <p:cNvSpPr/>
              <p:nvPr/>
            </p:nvSpPr>
            <p:spPr>
              <a:xfrm>
                <a:off x="7673721" y="1566576"/>
                <a:ext cx="41528" cy="41529"/>
              </a:xfrm>
              <a:custGeom>
                <a:avLst/>
                <a:gdLst/>
                <a:ahLst/>
                <a:cxnLst/>
                <a:rect l="l" t="t" r="r" b="b"/>
                <a:pathLst>
                  <a:path w="41528" h="41529" extrusionOk="0">
                    <a:moveTo>
                      <a:pt x="41529" y="20765"/>
                    </a:moveTo>
                    <a:cubicBezTo>
                      <a:pt x="41529" y="32290"/>
                      <a:pt x="32195" y="41529"/>
                      <a:pt x="20764" y="41529"/>
                    </a:cubicBezTo>
                    <a:cubicBezTo>
                      <a:pt x="9334" y="41529"/>
                      <a:pt x="0" y="32194"/>
                      <a:pt x="0" y="20765"/>
                    </a:cubicBezTo>
                    <a:cubicBezTo>
                      <a:pt x="0" y="9334"/>
                      <a:pt x="9334" y="0"/>
                      <a:pt x="20764" y="0"/>
                    </a:cubicBezTo>
                    <a:cubicBezTo>
                      <a:pt x="32195" y="0"/>
                      <a:pt x="41529" y="9334"/>
                      <a:pt x="41529" y="20765"/>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48" name="Google Shape;648;p21"/>
              <p:cNvSpPr/>
              <p:nvPr/>
            </p:nvSpPr>
            <p:spPr>
              <a:xfrm>
                <a:off x="7612094" y="1566576"/>
                <a:ext cx="41529" cy="41529"/>
              </a:xfrm>
              <a:custGeom>
                <a:avLst/>
                <a:gdLst/>
                <a:ahLst/>
                <a:cxnLst/>
                <a:rect l="l" t="t" r="r" b="b"/>
                <a:pathLst>
                  <a:path w="41529" h="41529" extrusionOk="0">
                    <a:moveTo>
                      <a:pt x="41529" y="20765"/>
                    </a:moveTo>
                    <a:cubicBezTo>
                      <a:pt x="41529" y="32290"/>
                      <a:pt x="32195" y="41529"/>
                      <a:pt x="20764" y="41529"/>
                    </a:cubicBezTo>
                    <a:cubicBezTo>
                      <a:pt x="9335" y="41529"/>
                      <a:pt x="0" y="32194"/>
                      <a:pt x="0" y="20765"/>
                    </a:cubicBezTo>
                    <a:cubicBezTo>
                      <a:pt x="0" y="9334"/>
                      <a:pt x="9335" y="0"/>
                      <a:pt x="20764" y="0"/>
                    </a:cubicBezTo>
                    <a:cubicBezTo>
                      <a:pt x="32195" y="0"/>
                      <a:pt x="41529" y="9334"/>
                      <a:pt x="41529" y="2076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649" name="Google Shape;649;p21"/>
          <p:cNvGrpSpPr/>
          <p:nvPr/>
        </p:nvGrpSpPr>
        <p:grpSpPr>
          <a:xfrm flipH="1">
            <a:off x="713902" y="4774546"/>
            <a:ext cx="268636" cy="280965"/>
            <a:chOff x="7420451" y="1639728"/>
            <a:chExt cx="359091" cy="375571"/>
          </a:xfrm>
        </p:grpSpPr>
        <p:sp>
          <p:nvSpPr>
            <p:cNvPr id="650" name="Google Shape;650;p21"/>
            <p:cNvSpPr/>
            <p:nvPr/>
          </p:nvSpPr>
          <p:spPr>
            <a:xfrm>
              <a:off x="7420451" y="1852041"/>
              <a:ext cx="357473" cy="163258"/>
            </a:xfrm>
            <a:custGeom>
              <a:avLst/>
              <a:gdLst/>
              <a:ahLst/>
              <a:cxnLst/>
              <a:rect l="l" t="t" r="r" b="b"/>
              <a:pathLst>
                <a:path w="357473" h="163258" extrusionOk="0">
                  <a:moveTo>
                    <a:pt x="40196" y="72962"/>
                  </a:moveTo>
                  <a:lnTo>
                    <a:pt x="0" y="72962"/>
                  </a:lnTo>
                  <a:lnTo>
                    <a:pt x="0" y="90297"/>
                  </a:lnTo>
                  <a:lnTo>
                    <a:pt x="40196" y="90297"/>
                  </a:lnTo>
                  <a:lnTo>
                    <a:pt x="40196" y="72962"/>
                  </a:lnTo>
                  <a:close/>
                  <a:moveTo>
                    <a:pt x="185166" y="126778"/>
                  </a:moveTo>
                  <a:lnTo>
                    <a:pt x="294894" y="126778"/>
                  </a:lnTo>
                  <a:lnTo>
                    <a:pt x="294894" y="109347"/>
                  </a:lnTo>
                  <a:lnTo>
                    <a:pt x="185166" y="109347"/>
                  </a:lnTo>
                  <a:lnTo>
                    <a:pt x="185166" y="126778"/>
                  </a:lnTo>
                  <a:close/>
                  <a:moveTo>
                    <a:pt x="294894" y="0"/>
                  </a:moveTo>
                  <a:lnTo>
                    <a:pt x="38291" y="0"/>
                  </a:lnTo>
                  <a:lnTo>
                    <a:pt x="38291" y="17335"/>
                  </a:lnTo>
                  <a:lnTo>
                    <a:pt x="294894" y="17335"/>
                  </a:lnTo>
                  <a:lnTo>
                    <a:pt x="294894" y="0"/>
                  </a:lnTo>
                  <a:close/>
                  <a:moveTo>
                    <a:pt x="0" y="163259"/>
                  </a:moveTo>
                  <a:lnTo>
                    <a:pt x="99632" y="163259"/>
                  </a:lnTo>
                  <a:lnTo>
                    <a:pt x="99632" y="145828"/>
                  </a:lnTo>
                  <a:lnTo>
                    <a:pt x="0" y="145828"/>
                  </a:lnTo>
                  <a:lnTo>
                    <a:pt x="0" y="163259"/>
                  </a:lnTo>
                  <a:close/>
                  <a:moveTo>
                    <a:pt x="76581" y="36481"/>
                  </a:moveTo>
                  <a:lnTo>
                    <a:pt x="0" y="36481"/>
                  </a:lnTo>
                  <a:lnTo>
                    <a:pt x="0" y="53816"/>
                  </a:lnTo>
                  <a:lnTo>
                    <a:pt x="76581" y="53816"/>
                  </a:lnTo>
                  <a:lnTo>
                    <a:pt x="76581" y="36481"/>
                  </a:lnTo>
                  <a:close/>
                  <a:moveTo>
                    <a:pt x="52483" y="90297"/>
                  </a:moveTo>
                  <a:lnTo>
                    <a:pt x="207836" y="90297"/>
                  </a:lnTo>
                  <a:lnTo>
                    <a:pt x="207836" y="72962"/>
                  </a:lnTo>
                  <a:lnTo>
                    <a:pt x="52483" y="72962"/>
                  </a:lnTo>
                  <a:lnTo>
                    <a:pt x="52483" y="90297"/>
                  </a:lnTo>
                  <a:close/>
                  <a:moveTo>
                    <a:pt x="164402" y="109347"/>
                  </a:moveTo>
                  <a:lnTo>
                    <a:pt x="0" y="109347"/>
                  </a:lnTo>
                  <a:lnTo>
                    <a:pt x="0" y="126778"/>
                  </a:lnTo>
                  <a:lnTo>
                    <a:pt x="164402" y="126778"/>
                  </a:lnTo>
                  <a:lnTo>
                    <a:pt x="164402" y="109347"/>
                  </a:lnTo>
                  <a:close/>
                  <a:moveTo>
                    <a:pt x="220218" y="90297"/>
                  </a:moveTo>
                  <a:lnTo>
                    <a:pt x="357378" y="90297"/>
                  </a:lnTo>
                  <a:lnTo>
                    <a:pt x="357378" y="72962"/>
                  </a:lnTo>
                  <a:lnTo>
                    <a:pt x="220218" y="72962"/>
                  </a:lnTo>
                  <a:lnTo>
                    <a:pt x="220218" y="90297"/>
                  </a:lnTo>
                  <a:close/>
                  <a:moveTo>
                    <a:pt x="97441" y="53816"/>
                  </a:moveTo>
                  <a:lnTo>
                    <a:pt x="357474" y="53816"/>
                  </a:lnTo>
                  <a:lnTo>
                    <a:pt x="357474" y="36481"/>
                  </a:lnTo>
                  <a:lnTo>
                    <a:pt x="97441" y="36481"/>
                  </a:lnTo>
                  <a:lnTo>
                    <a:pt x="97441" y="53816"/>
                  </a:lnTo>
                  <a:close/>
                  <a:moveTo>
                    <a:pt x="305371" y="0"/>
                  </a:moveTo>
                  <a:lnTo>
                    <a:pt x="305371" y="17335"/>
                  </a:lnTo>
                  <a:lnTo>
                    <a:pt x="357378" y="17335"/>
                  </a:lnTo>
                  <a:lnTo>
                    <a:pt x="357378" y="0"/>
                  </a:lnTo>
                  <a:lnTo>
                    <a:pt x="305371" y="0"/>
                  </a:lnTo>
                  <a:close/>
                  <a:moveTo>
                    <a:pt x="315659" y="126778"/>
                  </a:moveTo>
                  <a:lnTo>
                    <a:pt x="357378" y="126778"/>
                  </a:lnTo>
                  <a:lnTo>
                    <a:pt x="357378" y="109347"/>
                  </a:lnTo>
                  <a:lnTo>
                    <a:pt x="315659" y="109347"/>
                  </a:lnTo>
                  <a:lnTo>
                    <a:pt x="315659" y="126778"/>
                  </a:lnTo>
                  <a:close/>
                  <a:moveTo>
                    <a:pt x="120396" y="163259"/>
                  </a:moveTo>
                  <a:lnTo>
                    <a:pt x="222981" y="163259"/>
                  </a:lnTo>
                  <a:lnTo>
                    <a:pt x="222981" y="145828"/>
                  </a:lnTo>
                  <a:lnTo>
                    <a:pt x="120396" y="145828"/>
                  </a:lnTo>
                  <a:lnTo>
                    <a:pt x="120396" y="163259"/>
                  </a:lnTo>
                  <a:close/>
                  <a:moveTo>
                    <a:pt x="235363" y="163259"/>
                  </a:moveTo>
                  <a:lnTo>
                    <a:pt x="313563" y="163259"/>
                  </a:lnTo>
                  <a:lnTo>
                    <a:pt x="313563" y="145828"/>
                  </a:lnTo>
                  <a:lnTo>
                    <a:pt x="235363" y="145828"/>
                  </a:lnTo>
                  <a:lnTo>
                    <a:pt x="235363" y="163259"/>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51" name="Google Shape;651;p21"/>
            <p:cNvSpPr/>
            <p:nvPr/>
          </p:nvSpPr>
          <p:spPr>
            <a:xfrm>
              <a:off x="7425594" y="1639728"/>
              <a:ext cx="353948" cy="180117"/>
            </a:xfrm>
            <a:custGeom>
              <a:avLst/>
              <a:gdLst/>
              <a:ahLst/>
              <a:cxnLst/>
              <a:rect l="l" t="t" r="r" b="b"/>
              <a:pathLst>
                <a:path w="353948" h="180117" extrusionOk="0">
                  <a:moveTo>
                    <a:pt x="0" y="0"/>
                  </a:moveTo>
                  <a:lnTo>
                    <a:pt x="353949" y="0"/>
                  </a:lnTo>
                  <a:lnTo>
                    <a:pt x="353949" y="180118"/>
                  </a:lnTo>
                  <a:lnTo>
                    <a:pt x="0" y="180118"/>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652" name="Google Shape;652;p21"/>
          <p:cNvGrpSpPr/>
          <p:nvPr/>
        </p:nvGrpSpPr>
        <p:grpSpPr>
          <a:xfrm flipH="1">
            <a:off x="96200" y="4469347"/>
            <a:ext cx="355444" cy="644072"/>
            <a:chOff x="1945386" y="5582316"/>
            <a:chExt cx="470725" cy="852963"/>
          </a:xfrm>
        </p:grpSpPr>
        <p:grpSp>
          <p:nvGrpSpPr>
            <p:cNvPr id="653" name="Google Shape;653;p21"/>
            <p:cNvGrpSpPr/>
            <p:nvPr/>
          </p:nvGrpSpPr>
          <p:grpSpPr>
            <a:xfrm>
              <a:off x="1945386" y="5582316"/>
              <a:ext cx="470725" cy="852963"/>
              <a:chOff x="1945386" y="5582316"/>
              <a:chExt cx="470725" cy="852963"/>
            </a:xfrm>
          </p:grpSpPr>
          <p:sp>
            <p:nvSpPr>
              <p:cNvPr id="654" name="Google Shape;654;p21"/>
              <p:cNvSpPr/>
              <p:nvPr/>
            </p:nvSpPr>
            <p:spPr>
              <a:xfrm>
                <a:off x="1945386" y="5582316"/>
                <a:ext cx="470725" cy="852963"/>
              </a:xfrm>
              <a:custGeom>
                <a:avLst/>
                <a:gdLst/>
                <a:ahLst/>
                <a:cxnLst/>
                <a:rect l="l" t="t" r="r" b="b"/>
                <a:pathLst>
                  <a:path w="470725" h="852963" extrusionOk="0">
                    <a:moveTo>
                      <a:pt x="435388" y="0"/>
                    </a:moveTo>
                    <a:cubicBezTo>
                      <a:pt x="454904" y="0"/>
                      <a:pt x="470726" y="15821"/>
                      <a:pt x="470726" y="35338"/>
                    </a:cubicBezTo>
                    <a:lnTo>
                      <a:pt x="470726" y="817626"/>
                    </a:lnTo>
                    <a:cubicBezTo>
                      <a:pt x="470726" y="837143"/>
                      <a:pt x="454904" y="852964"/>
                      <a:pt x="435388" y="852964"/>
                    </a:cubicBezTo>
                    <a:lnTo>
                      <a:pt x="35338" y="852964"/>
                    </a:lnTo>
                    <a:cubicBezTo>
                      <a:pt x="15821" y="852964"/>
                      <a:pt x="0" y="837143"/>
                      <a:pt x="0" y="817626"/>
                    </a:cubicBezTo>
                    <a:lnTo>
                      <a:pt x="0" y="35338"/>
                    </a:lnTo>
                    <a:cubicBezTo>
                      <a:pt x="0" y="15822"/>
                      <a:pt x="15821" y="0"/>
                      <a:pt x="35338" y="0"/>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55" name="Google Shape;655;p21"/>
              <p:cNvSpPr/>
              <p:nvPr/>
            </p:nvSpPr>
            <p:spPr>
              <a:xfrm>
                <a:off x="1965864" y="5625846"/>
                <a:ext cx="429577" cy="699420"/>
              </a:xfrm>
              <a:custGeom>
                <a:avLst/>
                <a:gdLst/>
                <a:ahLst/>
                <a:cxnLst/>
                <a:rect l="l" t="t" r="r" b="b"/>
                <a:pathLst>
                  <a:path w="429577" h="699420" extrusionOk="0">
                    <a:moveTo>
                      <a:pt x="0" y="0"/>
                    </a:moveTo>
                    <a:lnTo>
                      <a:pt x="429578" y="0"/>
                    </a:lnTo>
                    <a:lnTo>
                      <a:pt x="429578" y="699421"/>
                    </a:lnTo>
                    <a:lnTo>
                      <a:pt x="0" y="699421"/>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656" name="Google Shape;656;p21"/>
            <p:cNvSpPr/>
            <p:nvPr/>
          </p:nvSpPr>
          <p:spPr>
            <a:xfrm>
              <a:off x="1986438" y="6371462"/>
              <a:ext cx="388334" cy="32194"/>
            </a:xfrm>
            <a:custGeom>
              <a:avLst/>
              <a:gdLst/>
              <a:ahLst/>
              <a:cxnLst/>
              <a:rect l="l" t="t" r="r" b="b"/>
              <a:pathLst>
                <a:path w="388334" h="32194" extrusionOk="0">
                  <a:moveTo>
                    <a:pt x="88011" y="0"/>
                  </a:moveTo>
                  <a:lnTo>
                    <a:pt x="16097" y="0"/>
                  </a:lnTo>
                  <a:cubicBezTo>
                    <a:pt x="7239" y="0"/>
                    <a:pt x="0" y="7239"/>
                    <a:pt x="0" y="16097"/>
                  </a:cubicBezTo>
                  <a:cubicBezTo>
                    <a:pt x="0" y="24955"/>
                    <a:pt x="7239" y="32195"/>
                    <a:pt x="16097" y="32195"/>
                  </a:cubicBezTo>
                  <a:lnTo>
                    <a:pt x="88011" y="32195"/>
                  </a:lnTo>
                  <a:cubicBezTo>
                    <a:pt x="96869" y="32195"/>
                    <a:pt x="104108" y="24955"/>
                    <a:pt x="104108" y="16097"/>
                  </a:cubicBezTo>
                  <a:cubicBezTo>
                    <a:pt x="104108" y="7239"/>
                    <a:pt x="96869" y="0"/>
                    <a:pt x="88011" y="0"/>
                  </a:cubicBezTo>
                  <a:close/>
                  <a:moveTo>
                    <a:pt x="230124" y="0"/>
                  </a:moveTo>
                  <a:lnTo>
                    <a:pt x="158210" y="0"/>
                  </a:lnTo>
                  <a:cubicBezTo>
                    <a:pt x="149352" y="0"/>
                    <a:pt x="142113" y="7239"/>
                    <a:pt x="142113" y="16097"/>
                  </a:cubicBezTo>
                  <a:cubicBezTo>
                    <a:pt x="142113" y="24955"/>
                    <a:pt x="149352" y="32195"/>
                    <a:pt x="158210" y="32195"/>
                  </a:cubicBezTo>
                  <a:lnTo>
                    <a:pt x="230124" y="32195"/>
                  </a:lnTo>
                  <a:cubicBezTo>
                    <a:pt x="238982" y="32195"/>
                    <a:pt x="246221" y="24955"/>
                    <a:pt x="246221" y="16097"/>
                  </a:cubicBezTo>
                  <a:cubicBezTo>
                    <a:pt x="246221" y="7239"/>
                    <a:pt x="238982" y="0"/>
                    <a:pt x="230124" y="0"/>
                  </a:cubicBezTo>
                  <a:close/>
                  <a:moveTo>
                    <a:pt x="372237" y="0"/>
                  </a:moveTo>
                  <a:lnTo>
                    <a:pt x="300323" y="0"/>
                  </a:lnTo>
                  <a:cubicBezTo>
                    <a:pt x="291465" y="0"/>
                    <a:pt x="284226" y="7239"/>
                    <a:pt x="284226" y="16097"/>
                  </a:cubicBezTo>
                  <a:cubicBezTo>
                    <a:pt x="284226" y="24955"/>
                    <a:pt x="291465" y="32195"/>
                    <a:pt x="300323" y="32195"/>
                  </a:cubicBezTo>
                  <a:lnTo>
                    <a:pt x="372237" y="32195"/>
                  </a:lnTo>
                  <a:cubicBezTo>
                    <a:pt x="381095" y="32195"/>
                    <a:pt x="388334" y="24955"/>
                    <a:pt x="388334" y="16097"/>
                  </a:cubicBezTo>
                  <a:cubicBezTo>
                    <a:pt x="388334" y="7239"/>
                    <a:pt x="381095" y="0"/>
                    <a:pt x="372237" y="0"/>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657" name="Google Shape;657;p21"/>
          <p:cNvGrpSpPr/>
          <p:nvPr/>
        </p:nvGrpSpPr>
        <p:grpSpPr>
          <a:xfrm>
            <a:off x="7975988" y="116167"/>
            <a:ext cx="1061979" cy="558999"/>
            <a:chOff x="3859815" y="2867310"/>
            <a:chExt cx="1262157" cy="664368"/>
          </a:xfrm>
        </p:grpSpPr>
        <p:sp>
          <p:nvSpPr>
            <p:cNvPr id="658" name="Google Shape;658;p21"/>
            <p:cNvSpPr/>
            <p:nvPr/>
          </p:nvSpPr>
          <p:spPr>
            <a:xfrm>
              <a:off x="3859815" y="2867310"/>
              <a:ext cx="1262157" cy="664368"/>
            </a:xfrm>
            <a:custGeom>
              <a:avLst/>
              <a:gdLst/>
              <a:ahLst/>
              <a:cxnLst/>
              <a:rect l="l" t="t" r="r" b="b"/>
              <a:pathLst>
                <a:path w="1262157" h="664368" extrusionOk="0">
                  <a:moveTo>
                    <a:pt x="1102233" y="344424"/>
                  </a:moveTo>
                  <a:cubicBezTo>
                    <a:pt x="1090231" y="344424"/>
                    <a:pt x="1078611" y="345757"/>
                    <a:pt x="1067372" y="348234"/>
                  </a:cubicBezTo>
                  <a:cubicBezTo>
                    <a:pt x="1048131" y="223838"/>
                    <a:pt x="945166" y="127159"/>
                    <a:pt x="817816" y="117348"/>
                  </a:cubicBezTo>
                  <a:cubicBezTo>
                    <a:pt x="756856" y="45625"/>
                    <a:pt x="666083" y="0"/>
                    <a:pt x="564547" y="0"/>
                  </a:cubicBezTo>
                  <a:cubicBezTo>
                    <a:pt x="398526" y="0"/>
                    <a:pt x="260890" y="121825"/>
                    <a:pt x="236220" y="280988"/>
                  </a:cubicBezTo>
                  <a:cubicBezTo>
                    <a:pt x="222599" y="277939"/>
                    <a:pt x="208502" y="276320"/>
                    <a:pt x="194024" y="276320"/>
                  </a:cubicBezTo>
                  <a:cubicBezTo>
                    <a:pt x="86868" y="276320"/>
                    <a:pt x="0" y="363188"/>
                    <a:pt x="0" y="470345"/>
                  </a:cubicBezTo>
                  <a:cubicBezTo>
                    <a:pt x="0" y="577501"/>
                    <a:pt x="86868" y="664369"/>
                    <a:pt x="194024" y="664369"/>
                  </a:cubicBezTo>
                  <a:lnTo>
                    <a:pt x="1102138" y="664369"/>
                  </a:lnTo>
                  <a:cubicBezTo>
                    <a:pt x="1190530" y="664369"/>
                    <a:pt x="1262158" y="592741"/>
                    <a:pt x="1262158" y="504349"/>
                  </a:cubicBezTo>
                  <a:cubicBezTo>
                    <a:pt x="1262158" y="415957"/>
                    <a:pt x="1190530" y="344329"/>
                    <a:pt x="1102138" y="344329"/>
                  </a:cubicBezTo>
                  <a:close/>
                </a:path>
              </a:pathLst>
            </a:custGeom>
            <a:solidFill>
              <a:srgbClr val="42444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659" name="Google Shape;659;p21"/>
            <p:cNvGrpSpPr/>
            <p:nvPr/>
          </p:nvGrpSpPr>
          <p:grpSpPr>
            <a:xfrm>
              <a:off x="4275677" y="3065525"/>
              <a:ext cx="334517" cy="380047"/>
              <a:chOff x="4275677" y="3065525"/>
              <a:chExt cx="334517" cy="380047"/>
            </a:xfrm>
          </p:grpSpPr>
          <p:grpSp>
            <p:nvGrpSpPr>
              <p:cNvPr id="660" name="Google Shape;660;p21"/>
              <p:cNvGrpSpPr/>
              <p:nvPr/>
            </p:nvGrpSpPr>
            <p:grpSpPr>
              <a:xfrm>
                <a:off x="4275677" y="3065525"/>
                <a:ext cx="334517" cy="380047"/>
                <a:chOff x="4275677" y="3065525"/>
                <a:chExt cx="334517" cy="380047"/>
              </a:xfrm>
            </p:grpSpPr>
            <p:grpSp>
              <p:nvGrpSpPr>
                <p:cNvPr id="661" name="Google Shape;661;p21"/>
                <p:cNvGrpSpPr/>
                <p:nvPr/>
              </p:nvGrpSpPr>
              <p:grpSpPr>
                <a:xfrm>
                  <a:off x="4275677" y="3301269"/>
                  <a:ext cx="334422" cy="144303"/>
                  <a:chOff x="4275677" y="3301269"/>
                  <a:chExt cx="334422" cy="144303"/>
                </a:xfrm>
              </p:grpSpPr>
              <p:sp>
                <p:nvSpPr>
                  <p:cNvPr id="662" name="Google Shape;662;p21"/>
                  <p:cNvSpPr/>
                  <p:nvPr/>
                </p:nvSpPr>
                <p:spPr>
                  <a:xfrm>
                    <a:off x="4275677" y="3331654"/>
                    <a:ext cx="334422" cy="113918"/>
                  </a:xfrm>
                  <a:custGeom>
                    <a:avLst/>
                    <a:gdLst/>
                    <a:ahLst/>
                    <a:cxnLst/>
                    <a:rect l="l" t="t" r="r" b="b"/>
                    <a:pathLst>
                      <a:path w="334422" h="113918" extrusionOk="0">
                        <a:moveTo>
                          <a:pt x="95" y="0"/>
                        </a:moveTo>
                        <a:lnTo>
                          <a:pt x="95" y="83534"/>
                        </a:lnTo>
                        <a:cubicBezTo>
                          <a:pt x="95" y="100298"/>
                          <a:pt x="74962" y="113919"/>
                          <a:pt x="167259" y="113919"/>
                        </a:cubicBezTo>
                        <a:cubicBezTo>
                          <a:pt x="259556" y="113919"/>
                          <a:pt x="334423" y="100298"/>
                          <a:pt x="334423" y="83534"/>
                        </a:cubicBezTo>
                        <a:lnTo>
                          <a:pt x="334423" y="0"/>
                        </a:lnTo>
                        <a:lnTo>
                          <a:pt x="0" y="0"/>
                        </a:lnTo>
                        <a:close/>
                      </a:path>
                    </a:pathLst>
                  </a:custGeom>
                  <a:solidFill>
                    <a:srgbClr val="CFD3D9"/>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63" name="Google Shape;663;p21"/>
                  <p:cNvSpPr/>
                  <p:nvPr/>
                </p:nvSpPr>
                <p:spPr>
                  <a:xfrm>
                    <a:off x="4275772" y="3301269"/>
                    <a:ext cx="334327" cy="60769"/>
                  </a:xfrm>
                  <a:custGeom>
                    <a:avLst/>
                    <a:gdLst/>
                    <a:ahLst/>
                    <a:cxnLst/>
                    <a:rect l="l" t="t" r="r" b="b"/>
                    <a:pathLst>
                      <a:path w="334327" h="60769" extrusionOk="0">
                        <a:moveTo>
                          <a:pt x="334328" y="30385"/>
                        </a:moveTo>
                        <a:cubicBezTo>
                          <a:pt x="334328" y="47166"/>
                          <a:pt x="259486" y="60770"/>
                          <a:pt x="167164" y="60770"/>
                        </a:cubicBezTo>
                        <a:cubicBezTo>
                          <a:pt x="74842" y="60770"/>
                          <a:pt x="0" y="47166"/>
                          <a:pt x="0" y="30385"/>
                        </a:cubicBezTo>
                        <a:cubicBezTo>
                          <a:pt x="0" y="13604"/>
                          <a:pt x="74842" y="0"/>
                          <a:pt x="167164" y="0"/>
                        </a:cubicBezTo>
                        <a:cubicBezTo>
                          <a:pt x="259486" y="0"/>
                          <a:pt x="334328" y="13604"/>
                          <a:pt x="334328" y="30385"/>
                        </a:cubicBezTo>
                        <a:close/>
                      </a:path>
                    </a:pathLst>
                  </a:custGeom>
                  <a:solidFill>
                    <a:srgbClr val="E6EAF0"/>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664" name="Google Shape;664;p21"/>
                <p:cNvGrpSpPr/>
                <p:nvPr/>
              </p:nvGrpSpPr>
              <p:grpSpPr>
                <a:xfrm>
                  <a:off x="4275677" y="3183350"/>
                  <a:ext cx="334422" cy="144302"/>
                  <a:chOff x="4275677" y="3183350"/>
                  <a:chExt cx="334422" cy="144302"/>
                </a:xfrm>
              </p:grpSpPr>
              <p:sp>
                <p:nvSpPr>
                  <p:cNvPr id="665" name="Google Shape;665;p21"/>
                  <p:cNvSpPr/>
                  <p:nvPr/>
                </p:nvSpPr>
                <p:spPr>
                  <a:xfrm>
                    <a:off x="4275677" y="3213734"/>
                    <a:ext cx="334422" cy="113918"/>
                  </a:xfrm>
                  <a:custGeom>
                    <a:avLst/>
                    <a:gdLst/>
                    <a:ahLst/>
                    <a:cxnLst/>
                    <a:rect l="l" t="t" r="r" b="b"/>
                    <a:pathLst>
                      <a:path w="334422" h="113918" extrusionOk="0">
                        <a:moveTo>
                          <a:pt x="95" y="0"/>
                        </a:moveTo>
                        <a:lnTo>
                          <a:pt x="95" y="83534"/>
                        </a:lnTo>
                        <a:cubicBezTo>
                          <a:pt x="95" y="100298"/>
                          <a:pt x="74962" y="113919"/>
                          <a:pt x="167259" y="113919"/>
                        </a:cubicBezTo>
                        <a:cubicBezTo>
                          <a:pt x="259556" y="113919"/>
                          <a:pt x="334423" y="100298"/>
                          <a:pt x="334423" y="83534"/>
                        </a:cubicBezTo>
                        <a:lnTo>
                          <a:pt x="334423" y="0"/>
                        </a:lnTo>
                        <a:lnTo>
                          <a:pt x="0" y="0"/>
                        </a:lnTo>
                        <a:close/>
                      </a:path>
                    </a:pathLst>
                  </a:custGeom>
                  <a:solidFill>
                    <a:srgbClr val="CFD3D9"/>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66" name="Google Shape;666;p21"/>
                  <p:cNvSpPr/>
                  <p:nvPr/>
                </p:nvSpPr>
                <p:spPr>
                  <a:xfrm>
                    <a:off x="4275772" y="3183350"/>
                    <a:ext cx="334327" cy="60769"/>
                  </a:xfrm>
                  <a:custGeom>
                    <a:avLst/>
                    <a:gdLst/>
                    <a:ahLst/>
                    <a:cxnLst/>
                    <a:rect l="l" t="t" r="r" b="b"/>
                    <a:pathLst>
                      <a:path w="334327" h="60769" extrusionOk="0">
                        <a:moveTo>
                          <a:pt x="334328" y="30385"/>
                        </a:moveTo>
                        <a:cubicBezTo>
                          <a:pt x="334328" y="47166"/>
                          <a:pt x="259486" y="60769"/>
                          <a:pt x="167164" y="60769"/>
                        </a:cubicBezTo>
                        <a:cubicBezTo>
                          <a:pt x="74842" y="60769"/>
                          <a:pt x="0" y="47166"/>
                          <a:pt x="0" y="30385"/>
                        </a:cubicBezTo>
                        <a:cubicBezTo>
                          <a:pt x="0" y="13604"/>
                          <a:pt x="74842" y="0"/>
                          <a:pt x="167164" y="0"/>
                        </a:cubicBezTo>
                        <a:cubicBezTo>
                          <a:pt x="259486" y="0"/>
                          <a:pt x="334328" y="13604"/>
                          <a:pt x="334328" y="30385"/>
                        </a:cubicBezTo>
                        <a:close/>
                      </a:path>
                    </a:pathLst>
                  </a:custGeom>
                  <a:solidFill>
                    <a:srgbClr val="E6EAF0"/>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667" name="Google Shape;667;p21"/>
                <p:cNvGrpSpPr/>
                <p:nvPr/>
              </p:nvGrpSpPr>
              <p:grpSpPr>
                <a:xfrm>
                  <a:off x="4275677" y="3065525"/>
                  <a:ext cx="334517" cy="144303"/>
                  <a:chOff x="4275677" y="3065525"/>
                  <a:chExt cx="334517" cy="144303"/>
                </a:xfrm>
              </p:grpSpPr>
              <p:sp>
                <p:nvSpPr>
                  <p:cNvPr id="668" name="Google Shape;668;p21"/>
                  <p:cNvSpPr/>
                  <p:nvPr/>
                </p:nvSpPr>
                <p:spPr>
                  <a:xfrm>
                    <a:off x="4275677" y="3095910"/>
                    <a:ext cx="334422" cy="113918"/>
                  </a:xfrm>
                  <a:custGeom>
                    <a:avLst/>
                    <a:gdLst/>
                    <a:ahLst/>
                    <a:cxnLst/>
                    <a:rect l="l" t="t" r="r" b="b"/>
                    <a:pathLst>
                      <a:path w="334422" h="113918" extrusionOk="0">
                        <a:moveTo>
                          <a:pt x="95" y="0"/>
                        </a:moveTo>
                        <a:lnTo>
                          <a:pt x="95" y="83534"/>
                        </a:lnTo>
                        <a:cubicBezTo>
                          <a:pt x="95" y="100298"/>
                          <a:pt x="74962" y="113919"/>
                          <a:pt x="167259" y="113919"/>
                        </a:cubicBezTo>
                        <a:cubicBezTo>
                          <a:pt x="259556" y="113919"/>
                          <a:pt x="334423" y="100298"/>
                          <a:pt x="334423" y="83534"/>
                        </a:cubicBezTo>
                        <a:lnTo>
                          <a:pt x="334423" y="0"/>
                        </a:lnTo>
                        <a:lnTo>
                          <a:pt x="0" y="0"/>
                        </a:lnTo>
                        <a:close/>
                      </a:path>
                    </a:pathLst>
                  </a:custGeom>
                  <a:solidFill>
                    <a:srgbClr val="CFD3D9"/>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69" name="Google Shape;669;p21"/>
                  <p:cNvSpPr/>
                  <p:nvPr/>
                </p:nvSpPr>
                <p:spPr>
                  <a:xfrm>
                    <a:off x="4275867" y="3065525"/>
                    <a:ext cx="334327" cy="60769"/>
                  </a:xfrm>
                  <a:custGeom>
                    <a:avLst/>
                    <a:gdLst/>
                    <a:ahLst/>
                    <a:cxnLst/>
                    <a:rect l="l" t="t" r="r" b="b"/>
                    <a:pathLst>
                      <a:path w="334327" h="60769" extrusionOk="0">
                        <a:moveTo>
                          <a:pt x="334328" y="30385"/>
                        </a:moveTo>
                        <a:cubicBezTo>
                          <a:pt x="334328" y="47149"/>
                          <a:pt x="259461" y="60770"/>
                          <a:pt x="167164" y="60770"/>
                        </a:cubicBezTo>
                        <a:cubicBezTo>
                          <a:pt x="74866" y="60770"/>
                          <a:pt x="0" y="47149"/>
                          <a:pt x="0" y="30385"/>
                        </a:cubicBezTo>
                        <a:cubicBezTo>
                          <a:pt x="0" y="13621"/>
                          <a:pt x="74866" y="0"/>
                          <a:pt x="167164" y="0"/>
                        </a:cubicBezTo>
                        <a:cubicBezTo>
                          <a:pt x="259461" y="0"/>
                          <a:pt x="334328" y="13621"/>
                          <a:pt x="334328" y="30385"/>
                        </a:cubicBezTo>
                        <a:close/>
                      </a:path>
                    </a:pathLst>
                  </a:custGeom>
                  <a:solidFill>
                    <a:srgbClr val="E6EAF0"/>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sp>
            <p:nvSpPr>
              <p:cNvPr id="670" name="Google Shape;670;p21"/>
              <p:cNvSpPr/>
              <p:nvPr/>
            </p:nvSpPr>
            <p:spPr>
              <a:xfrm>
                <a:off x="4529994" y="3140487"/>
                <a:ext cx="38100" cy="38100"/>
              </a:xfrm>
              <a:custGeom>
                <a:avLst/>
                <a:gdLst/>
                <a:ahLst/>
                <a:cxnLst/>
                <a:rect l="l" t="t" r="r" b="b"/>
                <a:pathLst>
                  <a:path w="38100" h="38100" extrusionOk="0">
                    <a:moveTo>
                      <a:pt x="38100" y="19050"/>
                    </a:moveTo>
                    <a:cubicBezTo>
                      <a:pt x="38100" y="29623"/>
                      <a:pt x="29528" y="38100"/>
                      <a:pt x="19050" y="38100"/>
                    </a:cubicBezTo>
                    <a:cubicBezTo>
                      <a:pt x="8572" y="38100"/>
                      <a:pt x="0" y="29528"/>
                      <a:pt x="0" y="19050"/>
                    </a:cubicBezTo>
                    <a:cubicBezTo>
                      <a:pt x="0" y="8572"/>
                      <a:pt x="8572" y="0"/>
                      <a:pt x="19050" y="0"/>
                    </a:cubicBezTo>
                    <a:cubicBezTo>
                      <a:pt x="29528" y="0"/>
                      <a:pt x="38100" y="8572"/>
                      <a:pt x="38100" y="19050"/>
                    </a:cubicBezTo>
                    <a:close/>
                  </a:path>
                </a:pathLst>
              </a:custGeom>
              <a:solidFill>
                <a:srgbClr val="55C0ED"/>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71" name="Google Shape;671;p21"/>
              <p:cNvSpPr/>
              <p:nvPr/>
            </p:nvSpPr>
            <p:spPr>
              <a:xfrm>
                <a:off x="4529994" y="3256216"/>
                <a:ext cx="38100" cy="38100"/>
              </a:xfrm>
              <a:custGeom>
                <a:avLst/>
                <a:gdLst/>
                <a:ahLst/>
                <a:cxnLst/>
                <a:rect l="l" t="t" r="r" b="b"/>
                <a:pathLst>
                  <a:path w="38100" h="38100" extrusionOk="0">
                    <a:moveTo>
                      <a:pt x="38100" y="19050"/>
                    </a:moveTo>
                    <a:cubicBezTo>
                      <a:pt x="38100" y="29623"/>
                      <a:pt x="29528" y="38100"/>
                      <a:pt x="19050" y="38100"/>
                    </a:cubicBezTo>
                    <a:cubicBezTo>
                      <a:pt x="8572" y="38100"/>
                      <a:pt x="0" y="29528"/>
                      <a:pt x="0" y="19050"/>
                    </a:cubicBezTo>
                    <a:cubicBezTo>
                      <a:pt x="0" y="8573"/>
                      <a:pt x="8572" y="0"/>
                      <a:pt x="19050" y="0"/>
                    </a:cubicBezTo>
                    <a:cubicBezTo>
                      <a:pt x="29528" y="0"/>
                      <a:pt x="38100" y="8573"/>
                      <a:pt x="38100" y="19050"/>
                    </a:cubicBezTo>
                    <a:close/>
                  </a:path>
                </a:pathLst>
              </a:custGeom>
              <a:solidFill>
                <a:srgbClr val="E6EAF0"/>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72" name="Google Shape;672;p21"/>
              <p:cNvSpPr/>
              <p:nvPr/>
            </p:nvSpPr>
            <p:spPr>
              <a:xfrm>
                <a:off x="4529994" y="3377088"/>
                <a:ext cx="38100" cy="38100"/>
              </a:xfrm>
              <a:custGeom>
                <a:avLst/>
                <a:gdLst/>
                <a:ahLst/>
                <a:cxnLst/>
                <a:rect l="l" t="t" r="r" b="b"/>
                <a:pathLst>
                  <a:path w="38100" h="38100" extrusionOk="0">
                    <a:moveTo>
                      <a:pt x="38100" y="19050"/>
                    </a:moveTo>
                    <a:cubicBezTo>
                      <a:pt x="38100" y="29623"/>
                      <a:pt x="29528" y="38100"/>
                      <a:pt x="19050" y="38100"/>
                    </a:cubicBezTo>
                    <a:cubicBezTo>
                      <a:pt x="8572" y="38100"/>
                      <a:pt x="0" y="29528"/>
                      <a:pt x="0" y="19050"/>
                    </a:cubicBezTo>
                    <a:cubicBezTo>
                      <a:pt x="0" y="8573"/>
                      <a:pt x="8572" y="0"/>
                      <a:pt x="19050" y="0"/>
                    </a:cubicBezTo>
                    <a:cubicBezTo>
                      <a:pt x="29528" y="0"/>
                      <a:pt x="38100" y="8573"/>
                      <a:pt x="38100" y="19050"/>
                    </a:cubicBezTo>
                    <a:close/>
                  </a:path>
                </a:pathLst>
              </a:custGeom>
              <a:solidFill>
                <a:srgbClr val="E6EAF0"/>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673" name="Google Shape;673;p21"/>
          <p:cNvGrpSpPr/>
          <p:nvPr/>
        </p:nvGrpSpPr>
        <p:grpSpPr>
          <a:xfrm rot="5400000" flipH="1">
            <a:off x="557972" y="4696603"/>
            <a:ext cx="16329" cy="218290"/>
            <a:chOff x="10809827" y="4402455"/>
            <a:chExt cx="24764" cy="330993"/>
          </a:xfrm>
        </p:grpSpPr>
        <p:sp>
          <p:nvSpPr>
            <p:cNvPr id="674" name="Google Shape;674;p21"/>
            <p:cNvSpPr/>
            <p:nvPr/>
          </p:nvSpPr>
          <p:spPr>
            <a:xfrm>
              <a:off x="10822209" y="4414266"/>
              <a:ext cx="9525" cy="307467"/>
            </a:xfrm>
            <a:custGeom>
              <a:avLst/>
              <a:gdLst/>
              <a:ahLst/>
              <a:cxnLst/>
              <a:rect l="l" t="t" r="r" b="b"/>
              <a:pathLst>
                <a:path w="9525" h="307467" extrusionOk="0">
                  <a:moveTo>
                    <a:pt x="-1" y="307467"/>
                  </a:moveTo>
                  <a:lnTo>
                    <a:pt x="-1" y="0"/>
                  </a:lnTo>
                </a:path>
              </a:pathLst>
            </a:custGeom>
            <a:solidFill>
              <a:schemeClr val="accent4"/>
            </a:solidFill>
            <a:ln w="10950" cap="flat" cmpd="sng">
              <a:solidFill>
                <a:schemeClr val="accent4"/>
              </a:solidFill>
              <a:prstDash val="dashDot"/>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75" name="Google Shape;675;p21"/>
            <p:cNvSpPr/>
            <p:nvPr/>
          </p:nvSpPr>
          <p:spPr>
            <a:xfrm>
              <a:off x="10809827" y="4708683"/>
              <a:ext cx="24764" cy="24765"/>
            </a:xfrm>
            <a:custGeom>
              <a:avLst/>
              <a:gdLst/>
              <a:ahLst/>
              <a:cxnLst/>
              <a:rect l="l" t="t" r="r" b="b"/>
              <a:pathLst>
                <a:path w="24764" h="24765" extrusionOk="0">
                  <a:moveTo>
                    <a:pt x="24765" y="12382"/>
                  </a:moveTo>
                  <a:cubicBezTo>
                    <a:pt x="24765" y="19240"/>
                    <a:pt x="19241" y="24765"/>
                    <a:pt x="12382" y="24765"/>
                  </a:cubicBezTo>
                  <a:cubicBezTo>
                    <a:pt x="5524" y="24765"/>
                    <a:pt x="0" y="19240"/>
                    <a:pt x="0" y="12382"/>
                  </a:cubicBezTo>
                  <a:cubicBezTo>
                    <a:pt x="0" y="5524"/>
                    <a:pt x="5524" y="0"/>
                    <a:pt x="12382" y="0"/>
                  </a:cubicBezTo>
                  <a:cubicBezTo>
                    <a:pt x="19241" y="0"/>
                    <a:pt x="24765" y="5524"/>
                    <a:pt x="24765" y="12382"/>
                  </a:cubicBez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76" name="Google Shape;676;p21"/>
            <p:cNvSpPr/>
            <p:nvPr/>
          </p:nvSpPr>
          <p:spPr>
            <a:xfrm>
              <a:off x="10809827" y="4402455"/>
              <a:ext cx="24764" cy="24764"/>
            </a:xfrm>
            <a:custGeom>
              <a:avLst/>
              <a:gdLst/>
              <a:ahLst/>
              <a:cxnLst/>
              <a:rect l="l" t="t" r="r" b="b"/>
              <a:pathLst>
                <a:path w="24764" h="24764" extrusionOk="0">
                  <a:moveTo>
                    <a:pt x="24765" y="12382"/>
                  </a:moveTo>
                  <a:cubicBezTo>
                    <a:pt x="24765" y="5524"/>
                    <a:pt x="19241" y="0"/>
                    <a:pt x="12382" y="0"/>
                  </a:cubicBezTo>
                  <a:cubicBezTo>
                    <a:pt x="5524" y="0"/>
                    <a:pt x="0" y="5524"/>
                    <a:pt x="0" y="12382"/>
                  </a:cubicBezTo>
                  <a:cubicBezTo>
                    <a:pt x="0" y="19240"/>
                    <a:pt x="5524" y="24765"/>
                    <a:pt x="12382" y="24765"/>
                  </a:cubicBezTo>
                  <a:cubicBezTo>
                    <a:pt x="19241" y="24765"/>
                    <a:pt x="24765" y="19240"/>
                    <a:pt x="24765" y="12382"/>
                  </a:cubicBez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677" name="Google Shape;677;p21"/>
          <p:cNvSpPr/>
          <p:nvPr/>
        </p:nvSpPr>
        <p:spPr>
          <a:xfrm rot="-532595">
            <a:off x="7984139" y="4422751"/>
            <a:ext cx="1661199" cy="1343241"/>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 name="Google Shape;678;p21"/>
          <p:cNvSpPr/>
          <p:nvPr/>
        </p:nvSpPr>
        <p:spPr>
          <a:xfrm rot="-5145822" flipH="1">
            <a:off x="-1235221" y="72085"/>
            <a:ext cx="2404292" cy="1318592"/>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hanks">
  <p:cSld name="CUSTOM_3_1">
    <p:spTree>
      <p:nvGrpSpPr>
        <p:cNvPr id="1" name="Shape 679"/>
        <p:cNvGrpSpPr/>
        <p:nvPr/>
      </p:nvGrpSpPr>
      <p:grpSpPr>
        <a:xfrm>
          <a:off x="0" y="0"/>
          <a:ext cx="0" cy="0"/>
          <a:chOff x="0" y="0"/>
          <a:chExt cx="0" cy="0"/>
        </a:xfrm>
      </p:grpSpPr>
      <p:sp>
        <p:nvSpPr>
          <p:cNvPr id="680" name="Google Shape;680;p22"/>
          <p:cNvSpPr txBox="1">
            <a:spLocks noGrp="1"/>
          </p:cNvSpPr>
          <p:nvPr>
            <p:ph type="title"/>
          </p:nvPr>
        </p:nvSpPr>
        <p:spPr>
          <a:xfrm>
            <a:off x="2347938" y="997200"/>
            <a:ext cx="4448100" cy="1058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3000"/>
              <a:buNone/>
              <a:defRPr sz="85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681" name="Google Shape;681;p22"/>
          <p:cNvSpPr txBox="1">
            <a:spLocks noGrp="1"/>
          </p:cNvSpPr>
          <p:nvPr>
            <p:ph type="subTitle" idx="1"/>
          </p:nvPr>
        </p:nvSpPr>
        <p:spPr>
          <a:xfrm>
            <a:off x="2347900" y="1841450"/>
            <a:ext cx="4448100" cy="10587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sz="160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682" name="Google Shape;682;p22"/>
          <p:cNvSpPr txBox="1"/>
          <p:nvPr/>
        </p:nvSpPr>
        <p:spPr>
          <a:xfrm>
            <a:off x="2099100" y="3611950"/>
            <a:ext cx="4945800" cy="556200"/>
          </a:xfrm>
          <a:prstGeom prst="rect">
            <a:avLst/>
          </a:prstGeom>
          <a:noFill/>
          <a:ln>
            <a:noFill/>
          </a:ln>
        </p:spPr>
        <p:txBody>
          <a:bodyPr spcFirstLastPara="1" wrap="square" lIns="91425" tIns="91425" rIns="91425" bIns="91425" anchor="t" anchorCtr="0">
            <a:noAutofit/>
          </a:bodyPr>
          <a:lstStyle/>
          <a:p>
            <a:pPr marL="0" lvl="0" indent="0" algn="ctr" rtl="0">
              <a:spcBef>
                <a:spcPts val="300"/>
              </a:spcBef>
              <a:spcAft>
                <a:spcPts val="0"/>
              </a:spcAft>
              <a:buNone/>
            </a:pPr>
            <a:r>
              <a:rPr lang="en" sz="1200" b="1">
                <a:solidFill>
                  <a:schemeClr val="dk1"/>
                </a:solidFill>
                <a:latin typeface="Open Sans"/>
                <a:ea typeface="Open Sans"/>
                <a:cs typeface="Open Sans"/>
                <a:sym typeface="Open Sans"/>
              </a:rPr>
              <a:t>CREDITS:</a:t>
            </a:r>
            <a:r>
              <a:rPr lang="en" sz="1200">
                <a:solidFill>
                  <a:schemeClr val="dk1"/>
                </a:solidFill>
                <a:latin typeface="Open Sans"/>
                <a:ea typeface="Open Sans"/>
                <a:cs typeface="Open Sans"/>
                <a:sym typeface="Open Sans"/>
              </a:rPr>
              <a:t> This presentation template was created by </a:t>
            </a:r>
            <a:r>
              <a:rPr lang="en" sz="1200" b="1" u="sng">
                <a:solidFill>
                  <a:schemeClr val="hlink"/>
                </a:solidFill>
                <a:latin typeface="Open Sans"/>
                <a:ea typeface="Open Sans"/>
                <a:cs typeface="Open Sans"/>
                <a:sym typeface="Open Sans"/>
                <a:hlinkClick r:id="rId2"/>
              </a:rPr>
              <a:t>Slidesgo</a:t>
            </a:r>
            <a:r>
              <a:rPr lang="en" sz="1200">
                <a:solidFill>
                  <a:schemeClr val="dk1"/>
                </a:solidFill>
                <a:latin typeface="Open Sans"/>
                <a:ea typeface="Open Sans"/>
                <a:cs typeface="Open Sans"/>
                <a:sym typeface="Open Sans"/>
              </a:rPr>
              <a:t>, and includes icons, infographics &amp; images by </a:t>
            </a:r>
            <a:r>
              <a:rPr lang="en" sz="1200" b="1" u="sng">
                <a:solidFill>
                  <a:schemeClr val="dk1"/>
                </a:solidFill>
                <a:latin typeface="Open Sans"/>
                <a:ea typeface="Open Sans"/>
                <a:cs typeface="Open Sans"/>
                <a:sym typeface="Open Sans"/>
                <a:hlinkClick r:id="rId3">
                  <a:extLst>
                    <a:ext uri="{A12FA001-AC4F-418D-AE19-62706E023703}">
                      <ahyp:hlinkClr xmlns:ahyp="http://schemas.microsoft.com/office/drawing/2018/hyperlinkcolor" val="tx"/>
                    </a:ext>
                  </a:extLst>
                </a:hlinkClick>
              </a:rPr>
              <a:t>Freepik</a:t>
            </a:r>
            <a:r>
              <a:rPr lang="en" sz="1200" u="sng">
                <a:solidFill>
                  <a:schemeClr val="dk1"/>
                </a:solidFill>
                <a:latin typeface="Open Sans"/>
                <a:ea typeface="Open Sans"/>
                <a:cs typeface="Open Sans"/>
                <a:sym typeface="Open Sans"/>
              </a:rPr>
              <a:t> </a:t>
            </a:r>
            <a:endParaRPr sz="1200" b="1" u="sng">
              <a:solidFill>
                <a:schemeClr val="dk1"/>
              </a:solidFill>
              <a:latin typeface="Open Sans"/>
              <a:ea typeface="Open Sans"/>
              <a:cs typeface="Open Sans"/>
              <a:sym typeface="Open Sans"/>
            </a:endParaRPr>
          </a:p>
        </p:txBody>
      </p:sp>
      <p:sp>
        <p:nvSpPr>
          <p:cNvPr id="683" name="Google Shape;683;p22"/>
          <p:cNvSpPr/>
          <p:nvPr/>
        </p:nvSpPr>
        <p:spPr>
          <a:xfrm rot="-2493044" flipH="1">
            <a:off x="-1086706" y="-570280"/>
            <a:ext cx="2902912" cy="2347287"/>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 name="Google Shape;684;p22"/>
          <p:cNvSpPr/>
          <p:nvPr/>
        </p:nvSpPr>
        <p:spPr>
          <a:xfrm rot="-5051288" flipH="1">
            <a:off x="7227752" y="3451481"/>
            <a:ext cx="2997828" cy="2576307"/>
          </a:xfrm>
          <a:custGeom>
            <a:avLst/>
            <a:gdLst/>
            <a:ahLst/>
            <a:cxnLst/>
            <a:rect l="l" t="t" r="r" b="b"/>
            <a:pathLst>
              <a:path w="38869" h="30330" extrusionOk="0">
                <a:moveTo>
                  <a:pt x="24297" y="1"/>
                </a:moveTo>
                <a:cubicBezTo>
                  <a:pt x="23576" y="1"/>
                  <a:pt x="22813" y="81"/>
                  <a:pt x="22018" y="271"/>
                </a:cubicBezTo>
                <a:cubicBezTo>
                  <a:pt x="16904" y="1494"/>
                  <a:pt x="14626" y="5778"/>
                  <a:pt x="11611" y="8671"/>
                </a:cubicBezTo>
                <a:cubicBezTo>
                  <a:pt x="10032" y="10186"/>
                  <a:pt x="7766" y="10684"/>
                  <a:pt x="5916" y="11826"/>
                </a:cubicBezTo>
                <a:cubicBezTo>
                  <a:pt x="0" y="15481"/>
                  <a:pt x="539" y="24197"/>
                  <a:pt x="4874" y="27639"/>
                </a:cubicBezTo>
                <a:cubicBezTo>
                  <a:pt x="7150" y="29445"/>
                  <a:pt x="9815" y="30330"/>
                  <a:pt x="12976" y="30330"/>
                </a:cubicBezTo>
                <a:cubicBezTo>
                  <a:pt x="15025" y="30330"/>
                  <a:pt x="17282" y="29958"/>
                  <a:pt x="19778" y="29225"/>
                </a:cubicBezTo>
                <a:cubicBezTo>
                  <a:pt x="26123" y="27360"/>
                  <a:pt x="30656" y="26268"/>
                  <a:pt x="34763" y="20412"/>
                </a:cubicBezTo>
                <a:cubicBezTo>
                  <a:pt x="38869" y="14558"/>
                  <a:pt x="35544" y="6859"/>
                  <a:pt x="30907" y="2368"/>
                </a:cubicBezTo>
                <a:cubicBezTo>
                  <a:pt x="30907" y="2368"/>
                  <a:pt x="28215" y="1"/>
                  <a:pt x="24297" y="1"/>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 name="Google Shape;685;p22"/>
          <p:cNvSpPr/>
          <p:nvPr/>
        </p:nvSpPr>
        <p:spPr>
          <a:xfrm rot="460638" flipH="1">
            <a:off x="178423" y="3742788"/>
            <a:ext cx="1359611" cy="1222555"/>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 name="Google Shape;686;p22"/>
          <p:cNvSpPr/>
          <p:nvPr/>
        </p:nvSpPr>
        <p:spPr>
          <a:xfrm rot="460623" flipH="1">
            <a:off x="6683138" y="-2074210"/>
            <a:ext cx="4087061" cy="3304707"/>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ackground">
  <p:cSld name="CUSTOM_9">
    <p:spTree>
      <p:nvGrpSpPr>
        <p:cNvPr id="1" name="Shape 687"/>
        <p:cNvGrpSpPr/>
        <p:nvPr/>
      </p:nvGrpSpPr>
      <p:grpSpPr>
        <a:xfrm>
          <a:off x="0" y="0"/>
          <a:ext cx="0" cy="0"/>
          <a:chOff x="0" y="0"/>
          <a:chExt cx="0" cy="0"/>
        </a:xfrm>
      </p:grpSpPr>
      <p:sp>
        <p:nvSpPr>
          <p:cNvPr id="688" name="Google Shape;688;p23"/>
          <p:cNvSpPr/>
          <p:nvPr/>
        </p:nvSpPr>
        <p:spPr>
          <a:xfrm rot="-1900174" flipH="1">
            <a:off x="-500059" y="-436065"/>
            <a:ext cx="1729608" cy="1398556"/>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 name="Google Shape;689;p23"/>
          <p:cNvSpPr/>
          <p:nvPr/>
        </p:nvSpPr>
        <p:spPr>
          <a:xfrm rot="-3263452" flipH="1">
            <a:off x="5847147" y="3927927"/>
            <a:ext cx="2997856" cy="2576292"/>
          </a:xfrm>
          <a:custGeom>
            <a:avLst/>
            <a:gdLst/>
            <a:ahLst/>
            <a:cxnLst/>
            <a:rect l="l" t="t" r="r" b="b"/>
            <a:pathLst>
              <a:path w="38869" h="30330" extrusionOk="0">
                <a:moveTo>
                  <a:pt x="24297" y="1"/>
                </a:moveTo>
                <a:cubicBezTo>
                  <a:pt x="23576" y="1"/>
                  <a:pt x="22813" y="81"/>
                  <a:pt x="22018" y="271"/>
                </a:cubicBezTo>
                <a:cubicBezTo>
                  <a:pt x="16904" y="1494"/>
                  <a:pt x="14626" y="5778"/>
                  <a:pt x="11611" y="8671"/>
                </a:cubicBezTo>
                <a:cubicBezTo>
                  <a:pt x="10032" y="10186"/>
                  <a:pt x="7766" y="10684"/>
                  <a:pt x="5916" y="11826"/>
                </a:cubicBezTo>
                <a:cubicBezTo>
                  <a:pt x="0" y="15481"/>
                  <a:pt x="539" y="24197"/>
                  <a:pt x="4874" y="27639"/>
                </a:cubicBezTo>
                <a:cubicBezTo>
                  <a:pt x="7150" y="29445"/>
                  <a:pt x="9815" y="30330"/>
                  <a:pt x="12976" y="30330"/>
                </a:cubicBezTo>
                <a:cubicBezTo>
                  <a:pt x="15025" y="30330"/>
                  <a:pt x="17282" y="29958"/>
                  <a:pt x="19778" y="29225"/>
                </a:cubicBezTo>
                <a:cubicBezTo>
                  <a:pt x="26123" y="27360"/>
                  <a:pt x="30656" y="26268"/>
                  <a:pt x="34763" y="20412"/>
                </a:cubicBezTo>
                <a:cubicBezTo>
                  <a:pt x="38869" y="14558"/>
                  <a:pt x="35544" y="6859"/>
                  <a:pt x="30907" y="2368"/>
                </a:cubicBezTo>
                <a:cubicBezTo>
                  <a:pt x="30907" y="2368"/>
                  <a:pt x="28215" y="1"/>
                  <a:pt x="24297" y="1"/>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 name="Google Shape;690;p23"/>
          <p:cNvSpPr/>
          <p:nvPr/>
        </p:nvSpPr>
        <p:spPr>
          <a:xfrm rot="460623" flipH="1">
            <a:off x="6387251" y="-1517085"/>
            <a:ext cx="4087061" cy="3304707"/>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 name="Google Shape;691;p23"/>
          <p:cNvSpPr/>
          <p:nvPr/>
        </p:nvSpPr>
        <p:spPr>
          <a:xfrm rot="531593" flipH="1">
            <a:off x="-1222788" y="3829381"/>
            <a:ext cx="2902962" cy="2347327"/>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92" name="Google Shape;692;p23"/>
          <p:cNvGrpSpPr/>
          <p:nvPr/>
        </p:nvGrpSpPr>
        <p:grpSpPr>
          <a:xfrm>
            <a:off x="7931872" y="177093"/>
            <a:ext cx="997823" cy="737095"/>
            <a:chOff x="7931872" y="177093"/>
            <a:chExt cx="997823" cy="737095"/>
          </a:xfrm>
        </p:grpSpPr>
        <p:grpSp>
          <p:nvGrpSpPr>
            <p:cNvPr id="693" name="Google Shape;693;p23"/>
            <p:cNvGrpSpPr/>
            <p:nvPr/>
          </p:nvGrpSpPr>
          <p:grpSpPr>
            <a:xfrm>
              <a:off x="7931872" y="177093"/>
              <a:ext cx="919725" cy="318025"/>
              <a:chOff x="7230903" y="4635722"/>
              <a:chExt cx="652843" cy="225742"/>
            </a:xfrm>
          </p:grpSpPr>
          <p:sp>
            <p:nvSpPr>
              <p:cNvPr id="694" name="Google Shape;694;p23"/>
              <p:cNvSpPr/>
              <p:nvPr/>
            </p:nvSpPr>
            <p:spPr>
              <a:xfrm>
                <a:off x="7230903" y="4635722"/>
                <a:ext cx="652843" cy="225742"/>
              </a:xfrm>
              <a:custGeom>
                <a:avLst/>
                <a:gdLst/>
                <a:ahLst/>
                <a:cxnLst/>
                <a:rect l="l" t="t" r="r" b="b"/>
                <a:pathLst>
                  <a:path w="652843" h="225742" extrusionOk="0">
                    <a:moveTo>
                      <a:pt x="619030" y="0"/>
                    </a:moveTo>
                    <a:cubicBezTo>
                      <a:pt x="637705" y="0"/>
                      <a:pt x="652844" y="15139"/>
                      <a:pt x="652844" y="33814"/>
                    </a:cubicBezTo>
                    <a:lnTo>
                      <a:pt x="652844" y="191929"/>
                    </a:lnTo>
                    <a:cubicBezTo>
                      <a:pt x="652844" y="210603"/>
                      <a:pt x="637704" y="225742"/>
                      <a:pt x="619030" y="225742"/>
                    </a:cubicBezTo>
                    <a:lnTo>
                      <a:pt x="33814" y="225742"/>
                    </a:lnTo>
                    <a:cubicBezTo>
                      <a:pt x="15139" y="225742"/>
                      <a:pt x="0" y="210603"/>
                      <a:pt x="0" y="191929"/>
                    </a:cubicBezTo>
                    <a:lnTo>
                      <a:pt x="0" y="33814"/>
                    </a:lnTo>
                    <a:cubicBezTo>
                      <a:pt x="0" y="15139"/>
                      <a:pt x="15139" y="0"/>
                      <a:pt x="33814" y="0"/>
                    </a:cubicBez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95" name="Google Shape;695;p23"/>
              <p:cNvSpPr/>
              <p:nvPr/>
            </p:nvSpPr>
            <p:spPr>
              <a:xfrm>
                <a:off x="7287577" y="4672107"/>
                <a:ext cx="151161" cy="151161"/>
              </a:xfrm>
              <a:custGeom>
                <a:avLst/>
                <a:gdLst/>
                <a:ahLst/>
                <a:cxnLst/>
                <a:rect l="l" t="t" r="r" b="b"/>
                <a:pathLst>
                  <a:path w="151161" h="151161" extrusionOk="0">
                    <a:moveTo>
                      <a:pt x="0" y="0"/>
                    </a:moveTo>
                    <a:lnTo>
                      <a:pt x="151161" y="0"/>
                    </a:lnTo>
                    <a:lnTo>
                      <a:pt x="151161" y="151162"/>
                    </a:lnTo>
                    <a:lnTo>
                      <a:pt x="0" y="151162"/>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696" name="Google Shape;696;p23"/>
              <p:cNvGrpSpPr/>
              <p:nvPr/>
            </p:nvGrpSpPr>
            <p:grpSpPr>
              <a:xfrm>
                <a:off x="7487126" y="4676394"/>
                <a:ext cx="332041" cy="142684"/>
                <a:chOff x="7487126" y="4676394"/>
                <a:chExt cx="332041" cy="142684"/>
              </a:xfrm>
            </p:grpSpPr>
            <p:sp>
              <p:nvSpPr>
                <p:cNvPr id="697" name="Google Shape;697;p23"/>
                <p:cNvSpPr/>
                <p:nvPr/>
              </p:nvSpPr>
              <p:spPr>
                <a:xfrm>
                  <a:off x="7487126" y="4676394"/>
                  <a:ext cx="332041" cy="20383"/>
                </a:xfrm>
                <a:custGeom>
                  <a:avLst/>
                  <a:gdLst/>
                  <a:ahLst/>
                  <a:cxnLst/>
                  <a:rect l="l" t="t" r="r" b="b"/>
                  <a:pathLst>
                    <a:path w="332041" h="20383" extrusionOk="0">
                      <a:moveTo>
                        <a:pt x="0" y="0"/>
                      </a:moveTo>
                      <a:lnTo>
                        <a:pt x="332041" y="0"/>
                      </a:lnTo>
                      <a:lnTo>
                        <a:pt x="332041" y="20384"/>
                      </a:lnTo>
                      <a:lnTo>
                        <a:pt x="0" y="2038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98" name="Google Shape;698;p23"/>
                <p:cNvSpPr/>
                <p:nvPr/>
              </p:nvSpPr>
              <p:spPr>
                <a:xfrm>
                  <a:off x="7487126" y="4717161"/>
                  <a:ext cx="290322" cy="20383"/>
                </a:xfrm>
                <a:custGeom>
                  <a:avLst/>
                  <a:gdLst/>
                  <a:ahLst/>
                  <a:cxnLst/>
                  <a:rect l="l" t="t" r="r" b="b"/>
                  <a:pathLst>
                    <a:path w="290322" h="20383" extrusionOk="0">
                      <a:moveTo>
                        <a:pt x="0" y="0"/>
                      </a:moveTo>
                      <a:lnTo>
                        <a:pt x="290322" y="0"/>
                      </a:lnTo>
                      <a:lnTo>
                        <a:pt x="290322" y="20384"/>
                      </a:lnTo>
                      <a:lnTo>
                        <a:pt x="0" y="2038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99" name="Google Shape;699;p23"/>
                <p:cNvSpPr/>
                <p:nvPr/>
              </p:nvSpPr>
              <p:spPr>
                <a:xfrm>
                  <a:off x="7487126" y="4757928"/>
                  <a:ext cx="303942" cy="20383"/>
                </a:xfrm>
                <a:custGeom>
                  <a:avLst/>
                  <a:gdLst/>
                  <a:ahLst/>
                  <a:cxnLst/>
                  <a:rect l="l" t="t" r="r" b="b"/>
                  <a:pathLst>
                    <a:path w="303942" h="20383" extrusionOk="0">
                      <a:moveTo>
                        <a:pt x="0" y="0"/>
                      </a:moveTo>
                      <a:lnTo>
                        <a:pt x="303942" y="0"/>
                      </a:lnTo>
                      <a:lnTo>
                        <a:pt x="303942" y="20384"/>
                      </a:lnTo>
                      <a:lnTo>
                        <a:pt x="0" y="2038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00" name="Google Shape;700;p23"/>
                <p:cNvSpPr/>
                <p:nvPr/>
              </p:nvSpPr>
              <p:spPr>
                <a:xfrm>
                  <a:off x="7487126" y="4798695"/>
                  <a:ext cx="171545" cy="20383"/>
                </a:xfrm>
                <a:custGeom>
                  <a:avLst/>
                  <a:gdLst/>
                  <a:ahLst/>
                  <a:cxnLst/>
                  <a:rect l="l" t="t" r="r" b="b"/>
                  <a:pathLst>
                    <a:path w="171545" h="20383" extrusionOk="0">
                      <a:moveTo>
                        <a:pt x="0" y="0"/>
                      </a:moveTo>
                      <a:lnTo>
                        <a:pt x="171545" y="0"/>
                      </a:lnTo>
                      <a:lnTo>
                        <a:pt x="171545" y="20384"/>
                      </a:lnTo>
                      <a:lnTo>
                        <a:pt x="0" y="2038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701" name="Google Shape;701;p23"/>
            <p:cNvGrpSpPr/>
            <p:nvPr/>
          </p:nvGrpSpPr>
          <p:grpSpPr>
            <a:xfrm>
              <a:off x="7931872" y="596163"/>
              <a:ext cx="919725" cy="318025"/>
              <a:chOff x="7230903" y="4933188"/>
              <a:chExt cx="652843" cy="225742"/>
            </a:xfrm>
          </p:grpSpPr>
          <p:grpSp>
            <p:nvGrpSpPr>
              <p:cNvPr id="702" name="Google Shape;702;p23"/>
              <p:cNvGrpSpPr/>
              <p:nvPr/>
            </p:nvGrpSpPr>
            <p:grpSpPr>
              <a:xfrm>
                <a:off x="7230903" y="4933188"/>
                <a:ext cx="652843" cy="225742"/>
                <a:chOff x="7230903" y="4933188"/>
                <a:chExt cx="652843" cy="225742"/>
              </a:xfrm>
            </p:grpSpPr>
            <p:sp>
              <p:nvSpPr>
                <p:cNvPr id="703" name="Google Shape;703;p23"/>
                <p:cNvSpPr/>
                <p:nvPr/>
              </p:nvSpPr>
              <p:spPr>
                <a:xfrm>
                  <a:off x="7230903" y="4933188"/>
                  <a:ext cx="652843" cy="225742"/>
                </a:xfrm>
                <a:custGeom>
                  <a:avLst/>
                  <a:gdLst/>
                  <a:ahLst/>
                  <a:cxnLst/>
                  <a:rect l="l" t="t" r="r" b="b"/>
                  <a:pathLst>
                    <a:path w="652843" h="225742" extrusionOk="0">
                      <a:moveTo>
                        <a:pt x="619030" y="0"/>
                      </a:moveTo>
                      <a:cubicBezTo>
                        <a:pt x="637705" y="0"/>
                        <a:pt x="652844" y="15139"/>
                        <a:pt x="652844" y="33814"/>
                      </a:cubicBezTo>
                      <a:lnTo>
                        <a:pt x="652844" y="191929"/>
                      </a:lnTo>
                      <a:cubicBezTo>
                        <a:pt x="652844" y="210604"/>
                        <a:pt x="637704" y="225742"/>
                        <a:pt x="619030" y="225742"/>
                      </a:cubicBezTo>
                      <a:lnTo>
                        <a:pt x="33814" y="225742"/>
                      </a:lnTo>
                      <a:cubicBezTo>
                        <a:pt x="15139" y="225742"/>
                        <a:pt x="0" y="210604"/>
                        <a:pt x="0" y="191929"/>
                      </a:cubicBezTo>
                      <a:lnTo>
                        <a:pt x="0" y="33814"/>
                      </a:lnTo>
                      <a:cubicBezTo>
                        <a:pt x="0" y="15139"/>
                        <a:pt x="15139" y="0"/>
                        <a:pt x="33814" y="0"/>
                      </a:cubicBez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04" name="Google Shape;704;p23"/>
                <p:cNvSpPr/>
                <p:nvPr/>
              </p:nvSpPr>
              <p:spPr>
                <a:xfrm>
                  <a:off x="7287577" y="4969668"/>
                  <a:ext cx="151161" cy="151161"/>
                </a:xfrm>
                <a:custGeom>
                  <a:avLst/>
                  <a:gdLst/>
                  <a:ahLst/>
                  <a:cxnLst/>
                  <a:rect l="l" t="t" r="r" b="b"/>
                  <a:pathLst>
                    <a:path w="151161" h="151161" extrusionOk="0">
                      <a:moveTo>
                        <a:pt x="75534" y="151162"/>
                      </a:moveTo>
                      <a:lnTo>
                        <a:pt x="75534" y="151162"/>
                      </a:lnTo>
                      <a:cubicBezTo>
                        <a:pt x="33814" y="151162"/>
                        <a:pt x="0" y="117348"/>
                        <a:pt x="0" y="75629"/>
                      </a:cubicBezTo>
                      <a:lnTo>
                        <a:pt x="0" y="75629"/>
                      </a:lnTo>
                      <a:cubicBezTo>
                        <a:pt x="0" y="33909"/>
                        <a:pt x="33814" y="0"/>
                        <a:pt x="75534" y="0"/>
                      </a:cubicBezTo>
                      <a:lnTo>
                        <a:pt x="75534" y="0"/>
                      </a:lnTo>
                      <a:cubicBezTo>
                        <a:pt x="117253" y="0"/>
                        <a:pt x="151162" y="33814"/>
                        <a:pt x="151162" y="75533"/>
                      </a:cubicBezTo>
                      <a:lnTo>
                        <a:pt x="151162" y="75533"/>
                      </a:lnTo>
                      <a:cubicBezTo>
                        <a:pt x="151162" y="117253"/>
                        <a:pt x="117348" y="151162"/>
                        <a:pt x="75534" y="151162"/>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705" name="Google Shape;705;p23"/>
                <p:cNvGrpSpPr/>
                <p:nvPr/>
              </p:nvGrpSpPr>
              <p:grpSpPr>
                <a:xfrm>
                  <a:off x="7487126" y="4973859"/>
                  <a:ext cx="332041" cy="142684"/>
                  <a:chOff x="7487126" y="4973859"/>
                  <a:chExt cx="332041" cy="142684"/>
                </a:xfrm>
              </p:grpSpPr>
              <p:sp>
                <p:nvSpPr>
                  <p:cNvPr id="706" name="Google Shape;706;p23"/>
                  <p:cNvSpPr/>
                  <p:nvPr/>
                </p:nvSpPr>
                <p:spPr>
                  <a:xfrm>
                    <a:off x="7506747" y="4973859"/>
                    <a:ext cx="280034" cy="20383"/>
                  </a:xfrm>
                  <a:custGeom>
                    <a:avLst/>
                    <a:gdLst/>
                    <a:ahLst/>
                    <a:cxnLst/>
                    <a:rect l="l" t="t" r="r" b="b"/>
                    <a:pathLst>
                      <a:path w="280034" h="20383" extrusionOk="0">
                        <a:moveTo>
                          <a:pt x="0" y="0"/>
                        </a:moveTo>
                        <a:lnTo>
                          <a:pt x="280035" y="0"/>
                        </a:lnTo>
                        <a:lnTo>
                          <a:pt x="280035" y="20384"/>
                        </a:lnTo>
                        <a:lnTo>
                          <a:pt x="0" y="2038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07" name="Google Shape;707;p23"/>
                  <p:cNvSpPr/>
                  <p:nvPr/>
                </p:nvSpPr>
                <p:spPr>
                  <a:xfrm>
                    <a:off x="7487126" y="5014626"/>
                    <a:ext cx="205073" cy="20383"/>
                  </a:xfrm>
                  <a:custGeom>
                    <a:avLst/>
                    <a:gdLst/>
                    <a:ahLst/>
                    <a:cxnLst/>
                    <a:rect l="l" t="t" r="r" b="b"/>
                    <a:pathLst>
                      <a:path w="205073" h="20383" extrusionOk="0">
                        <a:moveTo>
                          <a:pt x="0" y="0"/>
                        </a:moveTo>
                        <a:lnTo>
                          <a:pt x="205073" y="0"/>
                        </a:lnTo>
                        <a:lnTo>
                          <a:pt x="205073" y="20384"/>
                        </a:lnTo>
                        <a:lnTo>
                          <a:pt x="0" y="2038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08" name="Google Shape;708;p23"/>
                  <p:cNvSpPr/>
                  <p:nvPr/>
                </p:nvSpPr>
                <p:spPr>
                  <a:xfrm>
                    <a:off x="7487126" y="5055393"/>
                    <a:ext cx="332041" cy="20383"/>
                  </a:xfrm>
                  <a:custGeom>
                    <a:avLst/>
                    <a:gdLst/>
                    <a:ahLst/>
                    <a:cxnLst/>
                    <a:rect l="l" t="t" r="r" b="b"/>
                    <a:pathLst>
                      <a:path w="332041" h="20383" extrusionOk="0">
                        <a:moveTo>
                          <a:pt x="0" y="0"/>
                        </a:moveTo>
                        <a:lnTo>
                          <a:pt x="332041" y="0"/>
                        </a:lnTo>
                        <a:lnTo>
                          <a:pt x="332041" y="20384"/>
                        </a:lnTo>
                        <a:lnTo>
                          <a:pt x="0" y="2038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09" name="Google Shape;709;p23"/>
                  <p:cNvSpPr/>
                  <p:nvPr/>
                </p:nvSpPr>
                <p:spPr>
                  <a:xfrm>
                    <a:off x="7487126" y="5096160"/>
                    <a:ext cx="171545" cy="20383"/>
                  </a:xfrm>
                  <a:custGeom>
                    <a:avLst/>
                    <a:gdLst/>
                    <a:ahLst/>
                    <a:cxnLst/>
                    <a:rect l="l" t="t" r="r" b="b"/>
                    <a:pathLst>
                      <a:path w="171545" h="20383" extrusionOk="0">
                        <a:moveTo>
                          <a:pt x="0" y="0"/>
                        </a:moveTo>
                        <a:lnTo>
                          <a:pt x="171545" y="0"/>
                        </a:lnTo>
                        <a:lnTo>
                          <a:pt x="171545" y="20384"/>
                        </a:lnTo>
                        <a:lnTo>
                          <a:pt x="0" y="2038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sp>
            <p:nvSpPr>
              <p:cNvPr id="710" name="Google Shape;710;p23"/>
              <p:cNvSpPr/>
              <p:nvPr/>
            </p:nvSpPr>
            <p:spPr>
              <a:xfrm>
                <a:off x="7338250" y="5011639"/>
                <a:ext cx="50734" cy="60632"/>
              </a:xfrm>
              <a:custGeom>
                <a:avLst/>
                <a:gdLst/>
                <a:ahLst/>
                <a:cxnLst/>
                <a:rect l="l" t="t" r="r" b="b"/>
                <a:pathLst>
                  <a:path w="50734" h="60632" extrusionOk="0">
                    <a:moveTo>
                      <a:pt x="0" y="4892"/>
                    </a:moveTo>
                    <a:lnTo>
                      <a:pt x="0" y="55851"/>
                    </a:lnTo>
                    <a:cubicBezTo>
                      <a:pt x="0" y="59566"/>
                      <a:pt x="4001" y="61851"/>
                      <a:pt x="7239" y="59947"/>
                    </a:cubicBezTo>
                    <a:lnTo>
                      <a:pt x="48387" y="35563"/>
                    </a:lnTo>
                    <a:cubicBezTo>
                      <a:pt x="51435" y="33753"/>
                      <a:pt x="51531" y="29371"/>
                      <a:pt x="48578" y="27371"/>
                    </a:cubicBezTo>
                    <a:lnTo>
                      <a:pt x="7430" y="796"/>
                    </a:lnTo>
                    <a:cubicBezTo>
                      <a:pt x="4191" y="-1299"/>
                      <a:pt x="0" y="987"/>
                      <a:pt x="0" y="4797"/>
                    </a:cubicBez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711" name="Google Shape;711;p23"/>
            <p:cNvGrpSpPr/>
            <p:nvPr/>
          </p:nvGrpSpPr>
          <p:grpSpPr>
            <a:xfrm>
              <a:off x="8756326" y="539537"/>
              <a:ext cx="173370" cy="112691"/>
              <a:chOff x="7816120" y="4892994"/>
              <a:chExt cx="123062" cy="79991"/>
            </a:xfrm>
          </p:grpSpPr>
          <p:grpSp>
            <p:nvGrpSpPr>
              <p:cNvPr id="712" name="Google Shape;712;p23"/>
              <p:cNvGrpSpPr/>
              <p:nvPr/>
            </p:nvGrpSpPr>
            <p:grpSpPr>
              <a:xfrm>
                <a:off x="7816120" y="4902803"/>
                <a:ext cx="123062" cy="63817"/>
                <a:chOff x="7816120" y="4902803"/>
                <a:chExt cx="123062" cy="63817"/>
              </a:xfrm>
            </p:grpSpPr>
            <p:sp>
              <p:nvSpPr>
                <p:cNvPr id="713" name="Google Shape;713;p23"/>
                <p:cNvSpPr/>
                <p:nvPr/>
              </p:nvSpPr>
              <p:spPr>
                <a:xfrm>
                  <a:off x="7816120" y="4902803"/>
                  <a:ext cx="123062" cy="63817"/>
                </a:xfrm>
                <a:custGeom>
                  <a:avLst/>
                  <a:gdLst/>
                  <a:ahLst/>
                  <a:cxnLst/>
                  <a:rect l="l" t="t" r="r" b="b"/>
                  <a:pathLst>
                    <a:path w="123062" h="63817" extrusionOk="0">
                      <a:moveTo>
                        <a:pt x="61531" y="63817"/>
                      </a:moveTo>
                      <a:cubicBezTo>
                        <a:pt x="86963" y="63817"/>
                        <a:pt x="109442" y="51244"/>
                        <a:pt x="123063" y="31909"/>
                      </a:cubicBezTo>
                      <a:cubicBezTo>
                        <a:pt x="109442" y="12573"/>
                        <a:pt x="86963" y="0"/>
                        <a:pt x="61531" y="0"/>
                      </a:cubicBezTo>
                      <a:cubicBezTo>
                        <a:pt x="36100" y="0"/>
                        <a:pt x="13621" y="12573"/>
                        <a:pt x="0" y="31909"/>
                      </a:cubicBezTo>
                      <a:cubicBezTo>
                        <a:pt x="13621" y="51244"/>
                        <a:pt x="36100" y="63817"/>
                        <a:pt x="61531" y="63817"/>
                      </a:cubicBezTo>
                      <a:close/>
                    </a:path>
                  </a:pathLst>
                </a:custGeom>
                <a:solidFill>
                  <a:schemeClr val="accent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14" name="Google Shape;714;p23"/>
                <p:cNvSpPr/>
                <p:nvPr/>
              </p:nvSpPr>
              <p:spPr>
                <a:xfrm>
                  <a:off x="7858029" y="4915090"/>
                  <a:ext cx="39242" cy="39243"/>
                </a:xfrm>
                <a:custGeom>
                  <a:avLst/>
                  <a:gdLst/>
                  <a:ahLst/>
                  <a:cxnLst/>
                  <a:rect l="l" t="t" r="r" b="b"/>
                  <a:pathLst>
                    <a:path w="39242" h="39243" extrusionOk="0">
                      <a:moveTo>
                        <a:pt x="39243" y="19621"/>
                      </a:moveTo>
                      <a:cubicBezTo>
                        <a:pt x="39243" y="30458"/>
                        <a:pt x="30458" y="39243"/>
                        <a:pt x="19621" y="39243"/>
                      </a:cubicBezTo>
                      <a:cubicBezTo>
                        <a:pt x="8785" y="39243"/>
                        <a:pt x="0" y="30458"/>
                        <a:pt x="0" y="19621"/>
                      </a:cubicBezTo>
                      <a:cubicBezTo>
                        <a:pt x="0" y="8785"/>
                        <a:pt x="8785" y="0"/>
                        <a:pt x="19621" y="0"/>
                      </a:cubicBezTo>
                      <a:cubicBezTo>
                        <a:pt x="30458" y="0"/>
                        <a:pt x="39243" y="8785"/>
                        <a:pt x="39243" y="19621"/>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715" name="Google Shape;715;p23"/>
              <p:cNvSpPr/>
              <p:nvPr/>
            </p:nvSpPr>
            <p:spPr>
              <a:xfrm rot="-2700000">
                <a:off x="7825456" y="4928129"/>
                <a:ext cx="103403" cy="9720"/>
              </a:xfrm>
              <a:custGeom>
                <a:avLst/>
                <a:gdLst/>
                <a:ahLst/>
                <a:cxnLst/>
                <a:rect l="l" t="t" r="r" b="b"/>
                <a:pathLst>
                  <a:path w="103346" h="9715" extrusionOk="0">
                    <a:moveTo>
                      <a:pt x="0" y="0"/>
                    </a:moveTo>
                    <a:lnTo>
                      <a:pt x="103346" y="0"/>
                    </a:lnTo>
                    <a:lnTo>
                      <a:pt x="103346" y="9716"/>
                    </a:lnTo>
                    <a:lnTo>
                      <a:pt x="0" y="9716"/>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ackground 1">
  <p:cSld name="CUSTOM_9_1">
    <p:spTree>
      <p:nvGrpSpPr>
        <p:cNvPr id="1" name="Shape 716"/>
        <p:cNvGrpSpPr/>
        <p:nvPr/>
      </p:nvGrpSpPr>
      <p:grpSpPr>
        <a:xfrm>
          <a:off x="0" y="0"/>
          <a:ext cx="0" cy="0"/>
          <a:chOff x="0" y="0"/>
          <a:chExt cx="0" cy="0"/>
        </a:xfrm>
      </p:grpSpPr>
      <p:sp>
        <p:nvSpPr>
          <p:cNvPr id="717" name="Google Shape;717;p24"/>
          <p:cNvSpPr/>
          <p:nvPr/>
        </p:nvSpPr>
        <p:spPr>
          <a:xfrm rot="8819869" flipH="1">
            <a:off x="7035528" y="3933627"/>
            <a:ext cx="3158468" cy="2509642"/>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 name="Google Shape;718;p24"/>
          <p:cNvSpPr/>
          <p:nvPr/>
        </p:nvSpPr>
        <p:spPr>
          <a:xfrm rot="-3657034" flipH="1">
            <a:off x="-1336268" y="-858934"/>
            <a:ext cx="2746020" cy="1921695"/>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19" name="Google Shape;719;p24"/>
          <p:cNvGrpSpPr/>
          <p:nvPr/>
        </p:nvGrpSpPr>
        <p:grpSpPr>
          <a:xfrm>
            <a:off x="65066" y="4373044"/>
            <a:ext cx="878158" cy="654532"/>
            <a:chOff x="1114425" y="4361211"/>
            <a:chExt cx="573023" cy="427101"/>
          </a:xfrm>
        </p:grpSpPr>
        <p:grpSp>
          <p:nvGrpSpPr>
            <p:cNvPr id="720" name="Google Shape;720;p24"/>
            <p:cNvGrpSpPr/>
            <p:nvPr/>
          </p:nvGrpSpPr>
          <p:grpSpPr>
            <a:xfrm>
              <a:off x="1114425" y="4361211"/>
              <a:ext cx="573023" cy="427101"/>
              <a:chOff x="1114425" y="4361211"/>
              <a:chExt cx="573023" cy="427101"/>
            </a:xfrm>
          </p:grpSpPr>
          <p:sp>
            <p:nvSpPr>
              <p:cNvPr id="721" name="Google Shape;721;p24"/>
              <p:cNvSpPr/>
              <p:nvPr/>
            </p:nvSpPr>
            <p:spPr>
              <a:xfrm>
                <a:off x="1241964" y="4361211"/>
                <a:ext cx="445484" cy="299466"/>
              </a:xfrm>
              <a:custGeom>
                <a:avLst/>
                <a:gdLst/>
                <a:ahLst/>
                <a:cxnLst/>
                <a:rect l="l" t="t" r="r" b="b"/>
                <a:pathLst>
                  <a:path w="445484" h="299466" extrusionOk="0">
                    <a:moveTo>
                      <a:pt x="139160" y="7715"/>
                    </a:moveTo>
                    <a:lnTo>
                      <a:pt x="173450" y="42005"/>
                    </a:lnTo>
                    <a:cubicBezTo>
                      <a:pt x="178403" y="46958"/>
                      <a:pt x="185166" y="49721"/>
                      <a:pt x="192215" y="49721"/>
                    </a:cubicBezTo>
                    <a:lnTo>
                      <a:pt x="419005" y="49721"/>
                    </a:lnTo>
                    <a:cubicBezTo>
                      <a:pt x="433673" y="49721"/>
                      <a:pt x="445484" y="61627"/>
                      <a:pt x="445484" y="76200"/>
                    </a:cubicBezTo>
                    <a:lnTo>
                      <a:pt x="445484" y="272987"/>
                    </a:lnTo>
                    <a:cubicBezTo>
                      <a:pt x="445484" y="287655"/>
                      <a:pt x="433578" y="299466"/>
                      <a:pt x="419005" y="299466"/>
                    </a:cubicBezTo>
                    <a:lnTo>
                      <a:pt x="26479" y="299466"/>
                    </a:lnTo>
                    <a:cubicBezTo>
                      <a:pt x="11811" y="299466"/>
                      <a:pt x="0" y="287560"/>
                      <a:pt x="0" y="272987"/>
                    </a:cubicBezTo>
                    <a:lnTo>
                      <a:pt x="0" y="26479"/>
                    </a:lnTo>
                    <a:cubicBezTo>
                      <a:pt x="0" y="11811"/>
                      <a:pt x="11906" y="0"/>
                      <a:pt x="26479" y="0"/>
                    </a:cubicBezTo>
                    <a:lnTo>
                      <a:pt x="120396" y="0"/>
                    </a:lnTo>
                    <a:cubicBezTo>
                      <a:pt x="127445" y="0"/>
                      <a:pt x="134207" y="2762"/>
                      <a:pt x="139160" y="7715"/>
                    </a:cubicBezTo>
                    <a:close/>
                  </a:path>
                </a:pathLst>
              </a:custGeom>
              <a:solidFill>
                <a:srgbClr val="35363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22" name="Google Shape;722;p24"/>
              <p:cNvSpPr/>
              <p:nvPr/>
            </p:nvSpPr>
            <p:spPr>
              <a:xfrm>
                <a:off x="1178242" y="4425029"/>
                <a:ext cx="445484" cy="299466"/>
              </a:xfrm>
              <a:custGeom>
                <a:avLst/>
                <a:gdLst/>
                <a:ahLst/>
                <a:cxnLst/>
                <a:rect l="l" t="t" r="r" b="b"/>
                <a:pathLst>
                  <a:path w="445484" h="299466" extrusionOk="0">
                    <a:moveTo>
                      <a:pt x="139160" y="7620"/>
                    </a:moveTo>
                    <a:lnTo>
                      <a:pt x="173450" y="41910"/>
                    </a:lnTo>
                    <a:cubicBezTo>
                      <a:pt x="178403" y="46863"/>
                      <a:pt x="185166" y="49721"/>
                      <a:pt x="192215" y="49721"/>
                    </a:cubicBezTo>
                    <a:lnTo>
                      <a:pt x="419005" y="49721"/>
                    </a:lnTo>
                    <a:cubicBezTo>
                      <a:pt x="433673" y="49721"/>
                      <a:pt x="445484" y="61627"/>
                      <a:pt x="445484" y="76200"/>
                    </a:cubicBezTo>
                    <a:lnTo>
                      <a:pt x="445484" y="272987"/>
                    </a:lnTo>
                    <a:cubicBezTo>
                      <a:pt x="445484" y="287655"/>
                      <a:pt x="433578" y="299466"/>
                      <a:pt x="419005" y="299466"/>
                    </a:cubicBezTo>
                    <a:lnTo>
                      <a:pt x="26479" y="299466"/>
                    </a:lnTo>
                    <a:cubicBezTo>
                      <a:pt x="11811" y="299466"/>
                      <a:pt x="0" y="287560"/>
                      <a:pt x="0" y="272987"/>
                    </a:cubicBezTo>
                    <a:lnTo>
                      <a:pt x="0" y="26479"/>
                    </a:lnTo>
                    <a:cubicBezTo>
                      <a:pt x="0" y="11811"/>
                      <a:pt x="11906" y="0"/>
                      <a:pt x="26479" y="0"/>
                    </a:cubicBezTo>
                    <a:lnTo>
                      <a:pt x="120396" y="0"/>
                    </a:lnTo>
                    <a:cubicBezTo>
                      <a:pt x="127445" y="0"/>
                      <a:pt x="134207" y="2762"/>
                      <a:pt x="139160" y="7715"/>
                    </a:cubicBezTo>
                    <a:close/>
                  </a:path>
                </a:pathLst>
              </a:custGeom>
              <a:solidFill>
                <a:srgbClr val="42444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23" name="Google Shape;723;p24"/>
              <p:cNvSpPr/>
              <p:nvPr/>
            </p:nvSpPr>
            <p:spPr>
              <a:xfrm>
                <a:off x="1114425" y="4488846"/>
                <a:ext cx="445484" cy="299466"/>
              </a:xfrm>
              <a:custGeom>
                <a:avLst/>
                <a:gdLst/>
                <a:ahLst/>
                <a:cxnLst/>
                <a:rect l="l" t="t" r="r" b="b"/>
                <a:pathLst>
                  <a:path w="445484" h="299466" extrusionOk="0">
                    <a:moveTo>
                      <a:pt x="139160" y="7620"/>
                    </a:moveTo>
                    <a:lnTo>
                      <a:pt x="173450" y="41910"/>
                    </a:lnTo>
                    <a:cubicBezTo>
                      <a:pt x="178403" y="46863"/>
                      <a:pt x="185166" y="49721"/>
                      <a:pt x="192215" y="49721"/>
                    </a:cubicBezTo>
                    <a:lnTo>
                      <a:pt x="419005" y="49721"/>
                    </a:lnTo>
                    <a:cubicBezTo>
                      <a:pt x="433673" y="49721"/>
                      <a:pt x="445484" y="61627"/>
                      <a:pt x="445484" y="76200"/>
                    </a:cubicBezTo>
                    <a:lnTo>
                      <a:pt x="445484" y="272987"/>
                    </a:lnTo>
                    <a:cubicBezTo>
                      <a:pt x="445484" y="287655"/>
                      <a:pt x="433578" y="299466"/>
                      <a:pt x="419005" y="299466"/>
                    </a:cubicBezTo>
                    <a:lnTo>
                      <a:pt x="26480" y="299466"/>
                    </a:lnTo>
                    <a:cubicBezTo>
                      <a:pt x="11811" y="299466"/>
                      <a:pt x="0" y="287560"/>
                      <a:pt x="0" y="272987"/>
                    </a:cubicBezTo>
                    <a:lnTo>
                      <a:pt x="0" y="26479"/>
                    </a:lnTo>
                    <a:cubicBezTo>
                      <a:pt x="0" y="11811"/>
                      <a:pt x="11906" y="0"/>
                      <a:pt x="26480" y="0"/>
                    </a:cubicBezTo>
                    <a:lnTo>
                      <a:pt x="120396" y="0"/>
                    </a:lnTo>
                    <a:cubicBezTo>
                      <a:pt x="127445" y="0"/>
                      <a:pt x="134207" y="2762"/>
                      <a:pt x="139160" y="7811"/>
                    </a:cubicBezTo>
                    <a:close/>
                  </a:path>
                </a:pathLst>
              </a:custGeom>
              <a:solidFill>
                <a:srgbClr val="6F708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724" name="Google Shape;724;p24"/>
            <p:cNvSpPr/>
            <p:nvPr/>
          </p:nvSpPr>
          <p:spPr>
            <a:xfrm>
              <a:off x="1303210" y="4628965"/>
              <a:ext cx="68735" cy="82063"/>
            </a:xfrm>
            <a:custGeom>
              <a:avLst/>
              <a:gdLst/>
              <a:ahLst/>
              <a:cxnLst/>
              <a:rect l="l" t="t" r="r" b="b"/>
              <a:pathLst>
                <a:path w="68735" h="82063" extrusionOk="0">
                  <a:moveTo>
                    <a:pt x="0" y="6471"/>
                  </a:moveTo>
                  <a:lnTo>
                    <a:pt x="0" y="75527"/>
                  </a:lnTo>
                  <a:cubicBezTo>
                    <a:pt x="0" y="80575"/>
                    <a:pt x="5524" y="83719"/>
                    <a:pt x="9811" y="81147"/>
                  </a:cubicBezTo>
                  <a:lnTo>
                    <a:pt x="65532" y="48095"/>
                  </a:lnTo>
                  <a:cubicBezTo>
                    <a:pt x="69723" y="45619"/>
                    <a:pt x="69818" y="39618"/>
                    <a:pt x="65723" y="37046"/>
                  </a:cubicBezTo>
                  <a:lnTo>
                    <a:pt x="10001" y="1042"/>
                  </a:lnTo>
                  <a:cubicBezTo>
                    <a:pt x="5715" y="-1721"/>
                    <a:pt x="0" y="1327"/>
                    <a:pt x="0" y="6471"/>
                  </a:cubicBezTo>
                  <a:close/>
                </a:path>
              </a:pathLst>
            </a:custGeom>
            <a:solidFill>
              <a:srgbClr val="FFFFF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725" name="Google Shape;725;p24"/>
          <p:cNvGrpSpPr/>
          <p:nvPr/>
        </p:nvGrpSpPr>
        <p:grpSpPr>
          <a:xfrm>
            <a:off x="8114970" y="266839"/>
            <a:ext cx="829992" cy="750888"/>
            <a:chOff x="8114596" y="445039"/>
            <a:chExt cx="633002" cy="572716"/>
          </a:xfrm>
        </p:grpSpPr>
        <p:grpSp>
          <p:nvGrpSpPr>
            <p:cNvPr id="726" name="Google Shape;726;p24"/>
            <p:cNvGrpSpPr/>
            <p:nvPr/>
          </p:nvGrpSpPr>
          <p:grpSpPr>
            <a:xfrm>
              <a:off x="8114596" y="445039"/>
              <a:ext cx="633002" cy="572716"/>
              <a:chOff x="7189660" y="520827"/>
              <a:chExt cx="598074" cy="541115"/>
            </a:xfrm>
          </p:grpSpPr>
          <p:sp>
            <p:nvSpPr>
              <p:cNvPr id="727" name="Google Shape;727;p24"/>
              <p:cNvSpPr/>
              <p:nvPr/>
            </p:nvSpPr>
            <p:spPr>
              <a:xfrm>
                <a:off x="7189660" y="520827"/>
                <a:ext cx="598074" cy="541115"/>
              </a:xfrm>
              <a:custGeom>
                <a:avLst/>
                <a:gdLst/>
                <a:ahLst/>
                <a:cxnLst/>
                <a:rect l="l" t="t" r="r" b="b"/>
                <a:pathLst>
                  <a:path w="598074" h="541115" extrusionOk="0">
                    <a:moveTo>
                      <a:pt x="557022" y="0"/>
                    </a:moveTo>
                    <a:cubicBezTo>
                      <a:pt x="579695" y="0"/>
                      <a:pt x="598075" y="18380"/>
                      <a:pt x="598075" y="41053"/>
                    </a:cubicBezTo>
                    <a:lnTo>
                      <a:pt x="598075" y="500063"/>
                    </a:lnTo>
                    <a:cubicBezTo>
                      <a:pt x="598075" y="522735"/>
                      <a:pt x="579695" y="541115"/>
                      <a:pt x="557022" y="541115"/>
                    </a:cubicBezTo>
                    <a:lnTo>
                      <a:pt x="41053" y="541115"/>
                    </a:lnTo>
                    <a:cubicBezTo>
                      <a:pt x="18380" y="541115"/>
                      <a:pt x="0" y="522735"/>
                      <a:pt x="0" y="500063"/>
                    </a:cubicBezTo>
                    <a:lnTo>
                      <a:pt x="0" y="41053"/>
                    </a:lnTo>
                    <a:cubicBezTo>
                      <a:pt x="0" y="18380"/>
                      <a:pt x="18380" y="0"/>
                      <a:pt x="41053" y="0"/>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728" name="Google Shape;728;p24"/>
              <p:cNvGrpSpPr/>
              <p:nvPr/>
            </p:nvGrpSpPr>
            <p:grpSpPr>
              <a:xfrm>
                <a:off x="7579137" y="551973"/>
                <a:ext cx="164782" cy="41529"/>
                <a:chOff x="7579137" y="551973"/>
                <a:chExt cx="164782" cy="41529"/>
              </a:xfrm>
            </p:grpSpPr>
            <p:sp>
              <p:nvSpPr>
                <p:cNvPr id="729" name="Google Shape;729;p24"/>
                <p:cNvSpPr/>
                <p:nvPr/>
              </p:nvSpPr>
              <p:spPr>
                <a:xfrm>
                  <a:off x="7702391" y="551973"/>
                  <a:ext cx="41528" cy="41529"/>
                </a:xfrm>
                <a:custGeom>
                  <a:avLst/>
                  <a:gdLst/>
                  <a:ahLst/>
                  <a:cxnLst/>
                  <a:rect l="l" t="t" r="r" b="b"/>
                  <a:pathLst>
                    <a:path w="41528" h="41529" extrusionOk="0">
                      <a:moveTo>
                        <a:pt x="41529" y="20765"/>
                      </a:moveTo>
                      <a:cubicBezTo>
                        <a:pt x="41529" y="32290"/>
                        <a:pt x="32195" y="41529"/>
                        <a:pt x="20764" y="41529"/>
                      </a:cubicBezTo>
                      <a:cubicBezTo>
                        <a:pt x="9334" y="41529"/>
                        <a:pt x="0" y="32195"/>
                        <a:pt x="0" y="20765"/>
                      </a:cubicBezTo>
                      <a:cubicBezTo>
                        <a:pt x="0" y="9335"/>
                        <a:pt x="9334" y="0"/>
                        <a:pt x="20764" y="0"/>
                      </a:cubicBezTo>
                      <a:cubicBezTo>
                        <a:pt x="32195" y="0"/>
                        <a:pt x="41529" y="9335"/>
                        <a:pt x="41529" y="20765"/>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30" name="Google Shape;730;p24"/>
                <p:cNvSpPr/>
                <p:nvPr/>
              </p:nvSpPr>
              <p:spPr>
                <a:xfrm>
                  <a:off x="7640764" y="551973"/>
                  <a:ext cx="41528" cy="41529"/>
                </a:xfrm>
                <a:custGeom>
                  <a:avLst/>
                  <a:gdLst/>
                  <a:ahLst/>
                  <a:cxnLst/>
                  <a:rect l="l" t="t" r="r" b="b"/>
                  <a:pathLst>
                    <a:path w="41528" h="41529" extrusionOk="0">
                      <a:moveTo>
                        <a:pt x="41529" y="20765"/>
                      </a:moveTo>
                      <a:cubicBezTo>
                        <a:pt x="41529" y="32290"/>
                        <a:pt x="32195" y="41529"/>
                        <a:pt x="20764" y="41529"/>
                      </a:cubicBezTo>
                      <a:cubicBezTo>
                        <a:pt x="9334" y="41529"/>
                        <a:pt x="0" y="32195"/>
                        <a:pt x="0" y="20765"/>
                      </a:cubicBezTo>
                      <a:cubicBezTo>
                        <a:pt x="0" y="9335"/>
                        <a:pt x="9334" y="0"/>
                        <a:pt x="20764" y="0"/>
                      </a:cubicBezTo>
                      <a:cubicBezTo>
                        <a:pt x="32195" y="0"/>
                        <a:pt x="41529" y="9335"/>
                        <a:pt x="41529" y="20765"/>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31" name="Google Shape;731;p24"/>
                <p:cNvSpPr/>
                <p:nvPr/>
              </p:nvSpPr>
              <p:spPr>
                <a:xfrm>
                  <a:off x="7579137" y="551973"/>
                  <a:ext cx="41528" cy="41529"/>
                </a:xfrm>
                <a:custGeom>
                  <a:avLst/>
                  <a:gdLst/>
                  <a:ahLst/>
                  <a:cxnLst/>
                  <a:rect l="l" t="t" r="r" b="b"/>
                  <a:pathLst>
                    <a:path w="41528" h="41529" extrusionOk="0">
                      <a:moveTo>
                        <a:pt x="41529" y="20765"/>
                      </a:moveTo>
                      <a:cubicBezTo>
                        <a:pt x="41529" y="32290"/>
                        <a:pt x="32195" y="41529"/>
                        <a:pt x="20764" y="41529"/>
                      </a:cubicBezTo>
                      <a:cubicBezTo>
                        <a:pt x="9334" y="41529"/>
                        <a:pt x="0" y="32195"/>
                        <a:pt x="0" y="20765"/>
                      </a:cubicBezTo>
                      <a:cubicBezTo>
                        <a:pt x="0" y="9335"/>
                        <a:pt x="9334" y="0"/>
                        <a:pt x="20764" y="0"/>
                      </a:cubicBezTo>
                      <a:cubicBezTo>
                        <a:pt x="32195" y="0"/>
                        <a:pt x="41529" y="9335"/>
                        <a:pt x="41529" y="2076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732" name="Google Shape;732;p24"/>
            <p:cNvGrpSpPr/>
            <p:nvPr/>
          </p:nvGrpSpPr>
          <p:grpSpPr>
            <a:xfrm>
              <a:off x="8184962" y="619646"/>
              <a:ext cx="498115" cy="257273"/>
              <a:chOff x="7256144" y="685800"/>
              <a:chExt cx="470630" cy="243077"/>
            </a:xfrm>
          </p:grpSpPr>
          <p:sp>
            <p:nvSpPr>
              <p:cNvPr id="733" name="Google Shape;733;p24"/>
              <p:cNvSpPr/>
              <p:nvPr/>
            </p:nvSpPr>
            <p:spPr>
              <a:xfrm>
                <a:off x="7256144" y="694753"/>
                <a:ext cx="218503" cy="218217"/>
              </a:xfrm>
              <a:custGeom>
                <a:avLst/>
                <a:gdLst/>
                <a:ahLst/>
                <a:cxnLst/>
                <a:rect l="l" t="t" r="r" b="b"/>
                <a:pathLst>
                  <a:path w="218503" h="218217" extrusionOk="0">
                    <a:moveTo>
                      <a:pt x="216598" y="129540"/>
                    </a:moveTo>
                    <a:cubicBezTo>
                      <a:pt x="217837" y="122968"/>
                      <a:pt x="218504" y="116110"/>
                      <a:pt x="218504" y="109156"/>
                    </a:cubicBezTo>
                    <a:cubicBezTo>
                      <a:pt x="218504" y="102203"/>
                      <a:pt x="217837" y="95440"/>
                      <a:pt x="216598" y="88773"/>
                    </a:cubicBezTo>
                    <a:lnTo>
                      <a:pt x="181261" y="88773"/>
                    </a:lnTo>
                    <a:cubicBezTo>
                      <a:pt x="179641" y="83058"/>
                      <a:pt x="177451" y="77724"/>
                      <a:pt x="174593" y="72676"/>
                    </a:cubicBezTo>
                    <a:lnTo>
                      <a:pt x="199549" y="47720"/>
                    </a:lnTo>
                    <a:cubicBezTo>
                      <a:pt x="191834" y="36385"/>
                      <a:pt x="182118" y="26670"/>
                      <a:pt x="170783" y="18955"/>
                    </a:cubicBezTo>
                    <a:lnTo>
                      <a:pt x="145732" y="44005"/>
                    </a:lnTo>
                    <a:cubicBezTo>
                      <a:pt x="140684" y="41148"/>
                      <a:pt x="135255" y="38957"/>
                      <a:pt x="129635" y="37338"/>
                    </a:cubicBezTo>
                    <a:lnTo>
                      <a:pt x="129635" y="1905"/>
                    </a:lnTo>
                    <a:cubicBezTo>
                      <a:pt x="123063" y="667"/>
                      <a:pt x="116205" y="0"/>
                      <a:pt x="109252" y="0"/>
                    </a:cubicBezTo>
                    <a:cubicBezTo>
                      <a:pt x="102298" y="0"/>
                      <a:pt x="95536" y="667"/>
                      <a:pt x="88868" y="1905"/>
                    </a:cubicBezTo>
                    <a:lnTo>
                      <a:pt x="88868" y="37338"/>
                    </a:lnTo>
                    <a:cubicBezTo>
                      <a:pt x="83154" y="38957"/>
                      <a:pt x="77819" y="41148"/>
                      <a:pt x="72771" y="44005"/>
                    </a:cubicBezTo>
                    <a:lnTo>
                      <a:pt x="47720" y="18955"/>
                    </a:lnTo>
                    <a:cubicBezTo>
                      <a:pt x="36386" y="26670"/>
                      <a:pt x="26670" y="36481"/>
                      <a:pt x="18955" y="47720"/>
                    </a:cubicBezTo>
                    <a:lnTo>
                      <a:pt x="43910" y="72676"/>
                    </a:lnTo>
                    <a:cubicBezTo>
                      <a:pt x="41053" y="77724"/>
                      <a:pt x="38862" y="83153"/>
                      <a:pt x="37243" y="88773"/>
                    </a:cubicBezTo>
                    <a:lnTo>
                      <a:pt x="1905" y="88773"/>
                    </a:lnTo>
                    <a:cubicBezTo>
                      <a:pt x="667" y="95345"/>
                      <a:pt x="0" y="102203"/>
                      <a:pt x="0" y="109156"/>
                    </a:cubicBezTo>
                    <a:cubicBezTo>
                      <a:pt x="0" y="116110"/>
                      <a:pt x="667" y="122873"/>
                      <a:pt x="1905" y="129540"/>
                    </a:cubicBezTo>
                    <a:lnTo>
                      <a:pt x="37243" y="129540"/>
                    </a:lnTo>
                    <a:cubicBezTo>
                      <a:pt x="38862" y="135255"/>
                      <a:pt x="41053" y="140589"/>
                      <a:pt x="43910" y="145637"/>
                    </a:cubicBezTo>
                    <a:lnTo>
                      <a:pt x="18955" y="170593"/>
                    </a:lnTo>
                    <a:cubicBezTo>
                      <a:pt x="26670" y="181928"/>
                      <a:pt x="36386" y="191643"/>
                      <a:pt x="47720" y="199358"/>
                    </a:cubicBezTo>
                    <a:lnTo>
                      <a:pt x="72771" y="174308"/>
                    </a:lnTo>
                    <a:cubicBezTo>
                      <a:pt x="77819" y="177165"/>
                      <a:pt x="83248" y="179356"/>
                      <a:pt x="88868" y="180975"/>
                    </a:cubicBezTo>
                    <a:lnTo>
                      <a:pt x="88868" y="216313"/>
                    </a:lnTo>
                    <a:cubicBezTo>
                      <a:pt x="95441" y="217551"/>
                      <a:pt x="102298" y="218218"/>
                      <a:pt x="109252" y="218218"/>
                    </a:cubicBezTo>
                    <a:cubicBezTo>
                      <a:pt x="116205" y="218218"/>
                      <a:pt x="122968" y="217551"/>
                      <a:pt x="129635" y="216313"/>
                    </a:cubicBezTo>
                    <a:lnTo>
                      <a:pt x="129635" y="180975"/>
                    </a:lnTo>
                    <a:cubicBezTo>
                      <a:pt x="135350" y="179356"/>
                      <a:pt x="140684" y="177070"/>
                      <a:pt x="145732" y="174308"/>
                    </a:cubicBezTo>
                    <a:lnTo>
                      <a:pt x="170783" y="199358"/>
                    </a:lnTo>
                    <a:cubicBezTo>
                      <a:pt x="182118" y="191643"/>
                      <a:pt x="191834" y="181928"/>
                      <a:pt x="199549" y="170593"/>
                    </a:cubicBezTo>
                    <a:lnTo>
                      <a:pt x="174593" y="145542"/>
                    </a:lnTo>
                    <a:cubicBezTo>
                      <a:pt x="177451" y="140494"/>
                      <a:pt x="179641" y="135064"/>
                      <a:pt x="181261" y="129445"/>
                    </a:cubicBezTo>
                    <a:lnTo>
                      <a:pt x="216598" y="129445"/>
                    </a:lnTo>
                    <a:close/>
                    <a:moveTo>
                      <a:pt x="109252" y="131255"/>
                    </a:moveTo>
                    <a:cubicBezTo>
                      <a:pt x="97060" y="131255"/>
                      <a:pt x="87249" y="121349"/>
                      <a:pt x="87249" y="109252"/>
                    </a:cubicBezTo>
                    <a:cubicBezTo>
                      <a:pt x="87249" y="97155"/>
                      <a:pt x="97155" y="87249"/>
                      <a:pt x="109252" y="87249"/>
                    </a:cubicBezTo>
                    <a:cubicBezTo>
                      <a:pt x="121348" y="87249"/>
                      <a:pt x="131255" y="97155"/>
                      <a:pt x="131255" y="109252"/>
                    </a:cubicBezTo>
                    <a:cubicBezTo>
                      <a:pt x="131255" y="121349"/>
                      <a:pt x="121348" y="131255"/>
                      <a:pt x="109252" y="131255"/>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734" name="Google Shape;734;p24"/>
              <p:cNvGrpSpPr/>
              <p:nvPr/>
            </p:nvGrpSpPr>
            <p:grpSpPr>
              <a:xfrm>
                <a:off x="7512843" y="685800"/>
                <a:ext cx="213931" cy="243077"/>
                <a:chOff x="7512843" y="685800"/>
                <a:chExt cx="213931" cy="243077"/>
              </a:xfrm>
            </p:grpSpPr>
            <p:grpSp>
              <p:nvGrpSpPr>
                <p:cNvPr id="735" name="Google Shape;735;p24"/>
                <p:cNvGrpSpPr/>
                <p:nvPr/>
              </p:nvGrpSpPr>
              <p:grpSpPr>
                <a:xfrm>
                  <a:off x="7512843" y="836580"/>
                  <a:ext cx="213931" cy="92297"/>
                  <a:chOff x="7512843" y="836580"/>
                  <a:chExt cx="213931" cy="92297"/>
                </a:xfrm>
              </p:grpSpPr>
              <p:sp>
                <p:nvSpPr>
                  <p:cNvPr id="736" name="Google Shape;736;p24"/>
                  <p:cNvSpPr/>
                  <p:nvPr/>
                </p:nvSpPr>
                <p:spPr>
                  <a:xfrm>
                    <a:off x="7512843" y="856011"/>
                    <a:ext cx="213931" cy="72866"/>
                  </a:xfrm>
                  <a:custGeom>
                    <a:avLst/>
                    <a:gdLst/>
                    <a:ahLst/>
                    <a:cxnLst/>
                    <a:rect l="l" t="t" r="r" b="b"/>
                    <a:pathLst>
                      <a:path w="213931" h="72866" extrusionOk="0">
                        <a:moveTo>
                          <a:pt x="0" y="0"/>
                        </a:moveTo>
                        <a:lnTo>
                          <a:pt x="0" y="53435"/>
                        </a:lnTo>
                        <a:cubicBezTo>
                          <a:pt x="0" y="64199"/>
                          <a:pt x="47911" y="72866"/>
                          <a:pt x="106966" y="72866"/>
                        </a:cubicBezTo>
                        <a:cubicBezTo>
                          <a:pt x="166021" y="72866"/>
                          <a:pt x="213932" y="64199"/>
                          <a:pt x="213932" y="53435"/>
                        </a:cubicBezTo>
                        <a:lnTo>
                          <a:pt x="213932" y="0"/>
                        </a:lnTo>
                        <a:lnTo>
                          <a:pt x="0" y="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37" name="Google Shape;737;p24"/>
                  <p:cNvSpPr/>
                  <p:nvPr/>
                </p:nvSpPr>
                <p:spPr>
                  <a:xfrm>
                    <a:off x="7512843" y="836580"/>
                    <a:ext cx="213931" cy="38861"/>
                  </a:xfrm>
                  <a:custGeom>
                    <a:avLst/>
                    <a:gdLst/>
                    <a:ahLst/>
                    <a:cxnLst/>
                    <a:rect l="l" t="t" r="r" b="b"/>
                    <a:pathLst>
                      <a:path w="213931" h="38861" extrusionOk="0">
                        <a:moveTo>
                          <a:pt x="213932" y="19431"/>
                        </a:moveTo>
                        <a:cubicBezTo>
                          <a:pt x="213932" y="30162"/>
                          <a:pt x="166042" y="38862"/>
                          <a:pt x="106966" y="38862"/>
                        </a:cubicBezTo>
                        <a:cubicBezTo>
                          <a:pt x="47891" y="38862"/>
                          <a:pt x="1" y="30162"/>
                          <a:pt x="1" y="19431"/>
                        </a:cubicBezTo>
                        <a:cubicBezTo>
                          <a:pt x="1" y="8700"/>
                          <a:pt x="47891" y="0"/>
                          <a:pt x="106966" y="0"/>
                        </a:cubicBezTo>
                        <a:cubicBezTo>
                          <a:pt x="166042" y="0"/>
                          <a:pt x="213932" y="8700"/>
                          <a:pt x="213932" y="19431"/>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738" name="Google Shape;738;p24"/>
                <p:cNvGrpSpPr/>
                <p:nvPr/>
              </p:nvGrpSpPr>
              <p:grpSpPr>
                <a:xfrm>
                  <a:off x="7512843" y="761238"/>
                  <a:ext cx="213931" cy="92296"/>
                  <a:chOff x="7512843" y="761238"/>
                  <a:chExt cx="213931" cy="92296"/>
                </a:xfrm>
              </p:grpSpPr>
              <p:sp>
                <p:nvSpPr>
                  <p:cNvPr id="739" name="Google Shape;739;p24"/>
                  <p:cNvSpPr/>
                  <p:nvPr/>
                </p:nvSpPr>
                <p:spPr>
                  <a:xfrm>
                    <a:off x="7512843" y="780668"/>
                    <a:ext cx="213931" cy="72866"/>
                  </a:xfrm>
                  <a:custGeom>
                    <a:avLst/>
                    <a:gdLst/>
                    <a:ahLst/>
                    <a:cxnLst/>
                    <a:rect l="l" t="t" r="r" b="b"/>
                    <a:pathLst>
                      <a:path w="213931" h="72866" extrusionOk="0">
                        <a:moveTo>
                          <a:pt x="0" y="0"/>
                        </a:moveTo>
                        <a:lnTo>
                          <a:pt x="0" y="53435"/>
                        </a:lnTo>
                        <a:cubicBezTo>
                          <a:pt x="0" y="64199"/>
                          <a:pt x="47911" y="72866"/>
                          <a:pt x="106966" y="72866"/>
                        </a:cubicBezTo>
                        <a:cubicBezTo>
                          <a:pt x="166021" y="72866"/>
                          <a:pt x="213932" y="64199"/>
                          <a:pt x="213932" y="53435"/>
                        </a:cubicBezTo>
                        <a:lnTo>
                          <a:pt x="213932" y="0"/>
                        </a:lnTo>
                        <a:lnTo>
                          <a:pt x="0" y="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40" name="Google Shape;740;p24"/>
                  <p:cNvSpPr/>
                  <p:nvPr/>
                </p:nvSpPr>
                <p:spPr>
                  <a:xfrm>
                    <a:off x="7512843" y="761238"/>
                    <a:ext cx="213931" cy="38861"/>
                  </a:xfrm>
                  <a:custGeom>
                    <a:avLst/>
                    <a:gdLst/>
                    <a:ahLst/>
                    <a:cxnLst/>
                    <a:rect l="l" t="t" r="r" b="b"/>
                    <a:pathLst>
                      <a:path w="213931" h="38861" extrusionOk="0">
                        <a:moveTo>
                          <a:pt x="213932" y="19431"/>
                        </a:moveTo>
                        <a:cubicBezTo>
                          <a:pt x="213932" y="30162"/>
                          <a:pt x="166042" y="38862"/>
                          <a:pt x="106966" y="38862"/>
                        </a:cubicBezTo>
                        <a:cubicBezTo>
                          <a:pt x="47891" y="38862"/>
                          <a:pt x="1" y="30162"/>
                          <a:pt x="1" y="19431"/>
                        </a:cubicBezTo>
                        <a:cubicBezTo>
                          <a:pt x="1" y="8700"/>
                          <a:pt x="47891" y="0"/>
                          <a:pt x="106966" y="0"/>
                        </a:cubicBezTo>
                        <a:cubicBezTo>
                          <a:pt x="166042" y="0"/>
                          <a:pt x="213932" y="8700"/>
                          <a:pt x="213932" y="19431"/>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741" name="Google Shape;741;p24"/>
                <p:cNvGrpSpPr/>
                <p:nvPr/>
              </p:nvGrpSpPr>
              <p:grpSpPr>
                <a:xfrm>
                  <a:off x="7512843" y="685800"/>
                  <a:ext cx="213931" cy="92297"/>
                  <a:chOff x="7512843" y="685800"/>
                  <a:chExt cx="213931" cy="92297"/>
                </a:xfrm>
              </p:grpSpPr>
              <p:sp>
                <p:nvSpPr>
                  <p:cNvPr id="742" name="Google Shape;742;p24"/>
                  <p:cNvSpPr/>
                  <p:nvPr/>
                </p:nvSpPr>
                <p:spPr>
                  <a:xfrm>
                    <a:off x="7512843" y="705231"/>
                    <a:ext cx="213931" cy="72866"/>
                  </a:xfrm>
                  <a:custGeom>
                    <a:avLst/>
                    <a:gdLst/>
                    <a:ahLst/>
                    <a:cxnLst/>
                    <a:rect l="l" t="t" r="r" b="b"/>
                    <a:pathLst>
                      <a:path w="213931" h="72866" extrusionOk="0">
                        <a:moveTo>
                          <a:pt x="0" y="0"/>
                        </a:moveTo>
                        <a:lnTo>
                          <a:pt x="0" y="53435"/>
                        </a:lnTo>
                        <a:cubicBezTo>
                          <a:pt x="0" y="64198"/>
                          <a:pt x="47911" y="72866"/>
                          <a:pt x="106966" y="72866"/>
                        </a:cubicBezTo>
                        <a:cubicBezTo>
                          <a:pt x="166021" y="72866"/>
                          <a:pt x="213932" y="64198"/>
                          <a:pt x="213932" y="53435"/>
                        </a:cubicBezTo>
                        <a:lnTo>
                          <a:pt x="213932" y="0"/>
                        </a:lnTo>
                        <a:lnTo>
                          <a:pt x="0" y="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43" name="Google Shape;743;p24"/>
                  <p:cNvSpPr/>
                  <p:nvPr/>
                </p:nvSpPr>
                <p:spPr>
                  <a:xfrm>
                    <a:off x="7512843" y="685800"/>
                    <a:ext cx="213931" cy="38861"/>
                  </a:xfrm>
                  <a:custGeom>
                    <a:avLst/>
                    <a:gdLst/>
                    <a:ahLst/>
                    <a:cxnLst/>
                    <a:rect l="l" t="t" r="r" b="b"/>
                    <a:pathLst>
                      <a:path w="213931" h="38861" extrusionOk="0">
                        <a:moveTo>
                          <a:pt x="213932" y="19431"/>
                        </a:moveTo>
                        <a:cubicBezTo>
                          <a:pt x="213932" y="30162"/>
                          <a:pt x="166042" y="38862"/>
                          <a:pt x="106966" y="38862"/>
                        </a:cubicBezTo>
                        <a:cubicBezTo>
                          <a:pt x="47891" y="38862"/>
                          <a:pt x="1" y="30162"/>
                          <a:pt x="1" y="19431"/>
                        </a:cubicBezTo>
                        <a:cubicBezTo>
                          <a:pt x="1" y="8700"/>
                          <a:pt x="47891" y="0"/>
                          <a:pt x="106966" y="0"/>
                        </a:cubicBezTo>
                        <a:cubicBezTo>
                          <a:pt x="166042" y="0"/>
                          <a:pt x="213932" y="8700"/>
                          <a:pt x="213932" y="19431"/>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gr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747"/>
        <p:cNvGrpSpPr/>
        <p:nvPr/>
      </p:nvGrpSpPr>
      <p:grpSpPr>
        <a:xfrm>
          <a:off x="0" y="0"/>
          <a:ext cx="0" cy="0"/>
          <a:chOff x="0" y="0"/>
          <a:chExt cx="0" cy="0"/>
        </a:xfrm>
      </p:grpSpPr>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only">
  <p:cSld name="CUSTOM">
    <p:spTree>
      <p:nvGrpSpPr>
        <p:cNvPr id="1" name="Shape 748"/>
        <p:cNvGrpSpPr/>
        <p:nvPr/>
      </p:nvGrpSpPr>
      <p:grpSpPr>
        <a:xfrm>
          <a:off x="0" y="0"/>
          <a:ext cx="0" cy="0"/>
          <a:chOff x="0" y="0"/>
          <a:chExt cx="0" cy="0"/>
        </a:xfrm>
      </p:grpSpPr>
      <p:sp>
        <p:nvSpPr>
          <p:cNvPr id="749" name="Google Shape;749;p27"/>
          <p:cNvSpPr txBox="1">
            <a:spLocks noGrp="1"/>
          </p:cNvSpPr>
          <p:nvPr>
            <p:ph type="title"/>
          </p:nvPr>
        </p:nvSpPr>
        <p:spPr>
          <a:xfrm>
            <a:off x="716700" y="510900"/>
            <a:ext cx="7710600" cy="482400"/>
          </a:xfrm>
          <a:prstGeom prst="rect">
            <a:avLst/>
          </a:prstGeom>
        </p:spPr>
        <p:txBody>
          <a:bodyPr spcFirstLastPara="1" wrap="square" lIns="91425" tIns="91425" rIns="91425" bIns="91425" anchor="t" anchorCtr="0">
            <a:noAutofit/>
          </a:bodyPr>
          <a:lstStyle>
            <a:lvl1pPr lvl="0" rtl="0">
              <a:spcBef>
                <a:spcPts val="0"/>
              </a:spcBef>
              <a:spcAft>
                <a:spcPts val="0"/>
              </a:spcAft>
              <a:buSzPts val="2400"/>
              <a:buFont typeface="Arial"/>
              <a:buNone/>
              <a:defRPr>
                <a:solidFill>
                  <a:schemeClr val="lt1"/>
                </a:solidFill>
                <a:latin typeface="Arial"/>
                <a:ea typeface="Arial"/>
                <a:cs typeface="Arial"/>
                <a:sym typeface="Arial"/>
              </a:defRPr>
            </a:lvl1pPr>
            <a:lvl2pPr lvl="1" rtl="0">
              <a:spcBef>
                <a:spcPts val="0"/>
              </a:spcBef>
              <a:spcAft>
                <a:spcPts val="0"/>
              </a:spcAft>
              <a:buSzPts val="2400"/>
              <a:buFont typeface="Arial"/>
              <a:buNone/>
              <a:defRPr>
                <a:latin typeface="Arial"/>
                <a:ea typeface="Arial"/>
                <a:cs typeface="Arial"/>
                <a:sym typeface="Arial"/>
              </a:defRPr>
            </a:lvl2pPr>
            <a:lvl3pPr lvl="2" rtl="0">
              <a:spcBef>
                <a:spcPts val="0"/>
              </a:spcBef>
              <a:spcAft>
                <a:spcPts val="0"/>
              </a:spcAft>
              <a:buSzPts val="2400"/>
              <a:buFont typeface="Arial"/>
              <a:buNone/>
              <a:defRPr>
                <a:latin typeface="Arial"/>
                <a:ea typeface="Arial"/>
                <a:cs typeface="Arial"/>
                <a:sym typeface="Arial"/>
              </a:defRPr>
            </a:lvl3pPr>
            <a:lvl4pPr lvl="3" rtl="0">
              <a:spcBef>
                <a:spcPts val="0"/>
              </a:spcBef>
              <a:spcAft>
                <a:spcPts val="0"/>
              </a:spcAft>
              <a:buSzPts val="2400"/>
              <a:buFont typeface="Arial"/>
              <a:buNone/>
              <a:defRPr>
                <a:latin typeface="Arial"/>
                <a:ea typeface="Arial"/>
                <a:cs typeface="Arial"/>
                <a:sym typeface="Arial"/>
              </a:defRPr>
            </a:lvl4pPr>
            <a:lvl5pPr lvl="4" rtl="0">
              <a:spcBef>
                <a:spcPts val="0"/>
              </a:spcBef>
              <a:spcAft>
                <a:spcPts val="0"/>
              </a:spcAft>
              <a:buSzPts val="2400"/>
              <a:buFont typeface="Arial"/>
              <a:buNone/>
              <a:defRPr>
                <a:latin typeface="Arial"/>
                <a:ea typeface="Arial"/>
                <a:cs typeface="Arial"/>
                <a:sym typeface="Arial"/>
              </a:defRPr>
            </a:lvl5pPr>
            <a:lvl6pPr lvl="5" rtl="0">
              <a:spcBef>
                <a:spcPts val="0"/>
              </a:spcBef>
              <a:spcAft>
                <a:spcPts val="0"/>
              </a:spcAft>
              <a:buSzPts val="2400"/>
              <a:buFont typeface="Arial"/>
              <a:buNone/>
              <a:defRPr>
                <a:latin typeface="Arial"/>
                <a:ea typeface="Arial"/>
                <a:cs typeface="Arial"/>
                <a:sym typeface="Arial"/>
              </a:defRPr>
            </a:lvl6pPr>
            <a:lvl7pPr lvl="6" rtl="0">
              <a:spcBef>
                <a:spcPts val="0"/>
              </a:spcBef>
              <a:spcAft>
                <a:spcPts val="0"/>
              </a:spcAft>
              <a:buSzPts val="2400"/>
              <a:buFont typeface="Arial"/>
              <a:buNone/>
              <a:defRPr>
                <a:latin typeface="Arial"/>
                <a:ea typeface="Arial"/>
                <a:cs typeface="Arial"/>
                <a:sym typeface="Arial"/>
              </a:defRPr>
            </a:lvl7pPr>
            <a:lvl8pPr lvl="7" rtl="0">
              <a:spcBef>
                <a:spcPts val="0"/>
              </a:spcBef>
              <a:spcAft>
                <a:spcPts val="0"/>
              </a:spcAft>
              <a:buSzPts val="2400"/>
              <a:buFont typeface="Arial"/>
              <a:buNone/>
              <a:defRPr>
                <a:latin typeface="Arial"/>
                <a:ea typeface="Arial"/>
                <a:cs typeface="Arial"/>
                <a:sym typeface="Arial"/>
              </a:defRPr>
            </a:lvl8pPr>
            <a:lvl9pPr lvl="8" rtl="0">
              <a:spcBef>
                <a:spcPts val="0"/>
              </a:spcBef>
              <a:spcAft>
                <a:spcPts val="0"/>
              </a:spcAft>
              <a:buSzPts val="2400"/>
              <a:buFont typeface="Arial"/>
              <a:buNone/>
              <a:defRPr>
                <a:latin typeface="Arial"/>
                <a:ea typeface="Arial"/>
                <a:cs typeface="Arial"/>
                <a:sym typeface="Arial"/>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25.xml"/><Relationship Id="rId1" Type="http://schemas.openxmlformats.org/officeDocument/2006/relationships/slideLayout" Target="../slideLayouts/slideLayout2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225" y="445025"/>
            <a:ext cx="7717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3000"/>
              <a:buFont typeface="Epilogue"/>
              <a:buNone/>
              <a:defRPr sz="3000" b="1">
                <a:solidFill>
                  <a:schemeClr val="dk1"/>
                </a:solidFill>
                <a:latin typeface="Epilogue"/>
                <a:ea typeface="Epilogue"/>
                <a:cs typeface="Epilogue"/>
                <a:sym typeface="Epilogue"/>
              </a:defRPr>
            </a:lvl1pPr>
            <a:lvl2pPr lvl="1" rtl="0">
              <a:spcBef>
                <a:spcPts val="0"/>
              </a:spcBef>
              <a:spcAft>
                <a:spcPts val="0"/>
              </a:spcAft>
              <a:buClr>
                <a:schemeClr val="dk1"/>
              </a:buClr>
              <a:buSzPts val="3000"/>
              <a:buFont typeface="Epilogue"/>
              <a:buNone/>
              <a:defRPr sz="3000" b="1">
                <a:solidFill>
                  <a:schemeClr val="dk1"/>
                </a:solidFill>
                <a:latin typeface="Epilogue"/>
                <a:ea typeface="Epilogue"/>
                <a:cs typeface="Epilogue"/>
                <a:sym typeface="Epilogue"/>
              </a:defRPr>
            </a:lvl2pPr>
            <a:lvl3pPr lvl="2" rtl="0">
              <a:spcBef>
                <a:spcPts val="0"/>
              </a:spcBef>
              <a:spcAft>
                <a:spcPts val="0"/>
              </a:spcAft>
              <a:buClr>
                <a:schemeClr val="dk1"/>
              </a:buClr>
              <a:buSzPts val="3000"/>
              <a:buFont typeface="Epilogue"/>
              <a:buNone/>
              <a:defRPr sz="3000" b="1">
                <a:solidFill>
                  <a:schemeClr val="dk1"/>
                </a:solidFill>
                <a:latin typeface="Epilogue"/>
                <a:ea typeface="Epilogue"/>
                <a:cs typeface="Epilogue"/>
                <a:sym typeface="Epilogue"/>
              </a:defRPr>
            </a:lvl3pPr>
            <a:lvl4pPr lvl="3" rtl="0">
              <a:spcBef>
                <a:spcPts val="0"/>
              </a:spcBef>
              <a:spcAft>
                <a:spcPts val="0"/>
              </a:spcAft>
              <a:buClr>
                <a:schemeClr val="dk1"/>
              </a:buClr>
              <a:buSzPts val="3000"/>
              <a:buFont typeface="Epilogue"/>
              <a:buNone/>
              <a:defRPr sz="3000" b="1">
                <a:solidFill>
                  <a:schemeClr val="dk1"/>
                </a:solidFill>
                <a:latin typeface="Epilogue"/>
                <a:ea typeface="Epilogue"/>
                <a:cs typeface="Epilogue"/>
                <a:sym typeface="Epilogue"/>
              </a:defRPr>
            </a:lvl4pPr>
            <a:lvl5pPr lvl="4" rtl="0">
              <a:spcBef>
                <a:spcPts val="0"/>
              </a:spcBef>
              <a:spcAft>
                <a:spcPts val="0"/>
              </a:spcAft>
              <a:buClr>
                <a:schemeClr val="dk1"/>
              </a:buClr>
              <a:buSzPts val="3000"/>
              <a:buFont typeface="Epilogue"/>
              <a:buNone/>
              <a:defRPr sz="3000" b="1">
                <a:solidFill>
                  <a:schemeClr val="dk1"/>
                </a:solidFill>
                <a:latin typeface="Epilogue"/>
                <a:ea typeface="Epilogue"/>
                <a:cs typeface="Epilogue"/>
                <a:sym typeface="Epilogue"/>
              </a:defRPr>
            </a:lvl5pPr>
            <a:lvl6pPr lvl="5" rtl="0">
              <a:spcBef>
                <a:spcPts val="0"/>
              </a:spcBef>
              <a:spcAft>
                <a:spcPts val="0"/>
              </a:spcAft>
              <a:buClr>
                <a:schemeClr val="dk1"/>
              </a:buClr>
              <a:buSzPts val="3000"/>
              <a:buFont typeface="Epilogue"/>
              <a:buNone/>
              <a:defRPr sz="3000" b="1">
                <a:solidFill>
                  <a:schemeClr val="dk1"/>
                </a:solidFill>
                <a:latin typeface="Epilogue"/>
                <a:ea typeface="Epilogue"/>
                <a:cs typeface="Epilogue"/>
                <a:sym typeface="Epilogue"/>
              </a:defRPr>
            </a:lvl6pPr>
            <a:lvl7pPr lvl="6" rtl="0">
              <a:spcBef>
                <a:spcPts val="0"/>
              </a:spcBef>
              <a:spcAft>
                <a:spcPts val="0"/>
              </a:spcAft>
              <a:buClr>
                <a:schemeClr val="dk1"/>
              </a:buClr>
              <a:buSzPts val="3000"/>
              <a:buFont typeface="Epilogue"/>
              <a:buNone/>
              <a:defRPr sz="3000" b="1">
                <a:solidFill>
                  <a:schemeClr val="dk1"/>
                </a:solidFill>
                <a:latin typeface="Epilogue"/>
                <a:ea typeface="Epilogue"/>
                <a:cs typeface="Epilogue"/>
                <a:sym typeface="Epilogue"/>
              </a:defRPr>
            </a:lvl7pPr>
            <a:lvl8pPr lvl="7" rtl="0">
              <a:spcBef>
                <a:spcPts val="0"/>
              </a:spcBef>
              <a:spcAft>
                <a:spcPts val="0"/>
              </a:spcAft>
              <a:buClr>
                <a:schemeClr val="dk1"/>
              </a:buClr>
              <a:buSzPts val="3000"/>
              <a:buFont typeface="Epilogue"/>
              <a:buNone/>
              <a:defRPr sz="3000" b="1">
                <a:solidFill>
                  <a:schemeClr val="dk1"/>
                </a:solidFill>
                <a:latin typeface="Epilogue"/>
                <a:ea typeface="Epilogue"/>
                <a:cs typeface="Epilogue"/>
                <a:sym typeface="Epilogue"/>
              </a:defRPr>
            </a:lvl8pPr>
            <a:lvl9pPr lvl="8" rtl="0">
              <a:spcBef>
                <a:spcPts val="0"/>
              </a:spcBef>
              <a:spcAft>
                <a:spcPts val="0"/>
              </a:spcAft>
              <a:buClr>
                <a:schemeClr val="dk1"/>
              </a:buClr>
              <a:buSzPts val="3000"/>
              <a:buFont typeface="Epilogue"/>
              <a:buNone/>
              <a:defRPr sz="3000" b="1">
                <a:solidFill>
                  <a:schemeClr val="dk1"/>
                </a:solidFill>
                <a:latin typeface="Epilogue"/>
                <a:ea typeface="Epilogue"/>
                <a:cs typeface="Epilogue"/>
                <a:sym typeface="Epilogue"/>
              </a:defRPr>
            </a:lvl9pPr>
          </a:lstStyle>
          <a:p>
            <a:endParaRPr/>
          </a:p>
        </p:txBody>
      </p:sp>
      <p:sp>
        <p:nvSpPr>
          <p:cNvPr id="7" name="Google Shape;7;p1"/>
          <p:cNvSpPr txBox="1">
            <a:spLocks noGrp="1"/>
          </p:cNvSpPr>
          <p:nvPr>
            <p:ph type="body" idx="1"/>
          </p:nvPr>
        </p:nvSpPr>
        <p:spPr>
          <a:xfrm>
            <a:off x="713225" y="1152475"/>
            <a:ext cx="7717500" cy="3416400"/>
          </a:xfrm>
          <a:prstGeom prst="rect">
            <a:avLst/>
          </a:prstGeom>
          <a:noFill/>
          <a:ln>
            <a:noFill/>
          </a:ln>
        </p:spPr>
        <p:txBody>
          <a:bodyPr spcFirstLastPara="1" wrap="square" lIns="91425" tIns="91425" rIns="91425" bIns="91425" anchor="t" anchorCtr="0">
            <a:noAutofit/>
          </a:bodyPr>
          <a:lstStyle>
            <a:lvl1pPr marL="457200" lvl="0" indent="-304800">
              <a:lnSpc>
                <a:spcPct val="100000"/>
              </a:lnSpc>
              <a:spcBef>
                <a:spcPts val="0"/>
              </a:spcBef>
              <a:spcAft>
                <a:spcPts val="0"/>
              </a:spcAft>
              <a:buClr>
                <a:schemeClr val="dk1"/>
              </a:buClr>
              <a:buSzPts val="1200"/>
              <a:buFont typeface="Lato"/>
              <a:buChar char="●"/>
              <a:defRPr sz="1200">
                <a:solidFill>
                  <a:schemeClr val="dk1"/>
                </a:solidFill>
                <a:latin typeface="Lato"/>
                <a:ea typeface="Lato"/>
                <a:cs typeface="Lato"/>
                <a:sym typeface="Lato"/>
              </a:defRPr>
            </a:lvl1pPr>
            <a:lvl2pPr marL="914400" lvl="1" indent="-304800">
              <a:lnSpc>
                <a:spcPct val="100000"/>
              </a:lnSpc>
              <a:spcBef>
                <a:spcPts val="0"/>
              </a:spcBef>
              <a:spcAft>
                <a:spcPts val="0"/>
              </a:spcAft>
              <a:buClr>
                <a:schemeClr val="dk1"/>
              </a:buClr>
              <a:buSzPts val="1200"/>
              <a:buFont typeface="Lato"/>
              <a:buChar char="○"/>
              <a:defRPr sz="1200">
                <a:solidFill>
                  <a:schemeClr val="dk1"/>
                </a:solidFill>
                <a:latin typeface="Lato"/>
                <a:ea typeface="Lato"/>
                <a:cs typeface="Lato"/>
                <a:sym typeface="Lato"/>
              </a:defRPr>
            </a:lvl2pPr>
            <a:lvl3pPr marL="1371600" lvl="2" indent="-304800">
              <a:lnSpc>
                <a:spcPct val="100000"/>
              </a:lnSpc>
              <a:spcBef>
                <a:spcPts val="0"/>
              </a:spcBef>
              <a:spcAft>
                <a:spcPts val="0"/>
              </a:spcAft>
              <a:buClr>
                <a:schemeClr val="dk1"/>
              </a:buClr>
              <a:buSzPts val="1200"/>
              <a:buFont typeface="Lato"/>
              <a:buChar char="■"/>
              <a:defRPr sz="1200">
                <a:solidFill>
                  <a:schemeClr val="dk1"/>
                </a:solidFill>
                <a:latin typeface="Lato"/>
                <a:ea typeface="Lato"/>
                <a:cs typeface="Lato"/>
                <a:sym typeface="Lato"/>
              </a:defRPr>
            </a:lvl3pPr>
            <a:lvl4pPr marL="1828800" lvl="3" indent="-304800">
              <a:lnSpc>
                <a:spcPct val="100000"/>
              </a:lnSpc>
              <a:spcBef>
                <a:spcPts val="0"/>
              </a:spcBef>
              <a:spcAft>
                <a:spcPts val="0"/>
              </a:spcAft>
              <a:buClr>
                <a:schemeClr val="dk1"/>
              </a:buClr>
              <a:buSzPts val="1200"/>
              <a:buFont typeface="Lato"/>
              <a:buChar char="●"/>
              <a:defRPr sz="1200">
                <a:solidFill>
                  <a:schemeClr val="dk1"/>
                </a:solidFill>
                <a:latin typeface="Lato"/>
                <a:ea typeface="Lato"/>
                <a:cs typeface="Lato"/>
                <a:sym typeface="Lato"/>
              </a:defRPr>
            </a:lvl4pPr>
            <a:lvl5pPr marL="2286000" lvl="4" indent="-304800">
              <a:lnSpc>
                <a:spcPct val="100000"/>
              </a:lnSpc>
              <a:spcBef>
                <a:spcPts val="0"/>
              </a:spcBef>
              <a:spcAft>
                <a:spcPts val="0"/>
              </a:spcAft>
              <a:buClr>
                <a:schemeClr val="dk1"/>
              </a:buClr>
              <a:buSzPts val="1200"/>
              <a:buFont typeface="Lato"/>
              <a:buChar char="○"/>
              <a:defRPr sz="1200">
                <a:solidFill>
                  <a:schemeClr val="dk1"/>
                </a:solidFill>
                <a:latin typeface="Lato"/>
                <a:ea typeface="Lato"/>
                <a:cs typeface="Lato"/>
                <a:sym typeface="Lato"/>
              </a:defRPr>
            </a:lvl5pPr>
            <a:lvl6pPr marL="2743200" lvl="5" indent="-304800">
              <a:lnSpc>
                <a:spcPct val="100000"/>
              </a:lnSpc>
              <a:spcBef>
                <a:spcPts val="0"/>
              </a:spcBef>
              <a:spcAft>
                <a:spcPts val="0"/>
              </a:spcAft>
              <a:buClr>
                <a:schemeClr val="dk1"/>
              </a:buClr>
              <a:buSzPts val="1200"/>
              <a:buFont typeface="Lato"/>
              <a:buChar char="■"/>
              <a:defRPr sz="1200">
                <a:solidFill>
                  <a:schemeClr val="dk1"/>
                </a:solidFill>
                <a:latin typeface="Lato"/>
                <a:ea typeface="Lato"/>
                <a:cs typeface="Lato"/>
                <a:sym typeface="Lato"/>
              </a:defRPr>
            </a:lvl6pPr>
            <a:lvl7pPr marL="3200400" lvl="6" indent="-304800">
              <a:lnSpc>
                <a:spcPct val="100000"/>
              </a:lnSpc>
              <a:spcBef>
                <a:spcPts val="0"/>
              </a:spcBef>
              <a:spcAft>
                <a:spcPts val="0"/>
              </a:spcAft>
              <a:buClr>
                <a:schemeClr val="dk1"/>
              </a:buClr>
              <a:buSzPts val="1200"/>
              <a:buFont typeface="Lato"/>
              <a:buChar char="●"/>
              <a:defRPr sz="1200">
                <a:solidFill>
                  <a:schemeClr val="dk1"/>
                </a:solidFill>
                <a:latin typeface="Lato"/>
                <a:ea typeface="Lato"/>
                <a:cs typeface="Lato"/>
                <a:sym typeface="Lato"/>
              </a:defRPr>
            </a:lvl7pPr>
            <a:lvl8pPr marL="3657600" lvl="7" indent="-304800">
              <a:lnSpc>
                <a:spcPct val="100000"/>
              </a:lnSpc>
              <a:spcBef>
                <a:spcPts val="0"/>
              </a:spcBef>
              <a:spcAft>
                <a:spcPts val="0"/>
              </a:spcAft>
              <a:buClr>
                <a:schemeClr val="dk1"/>
              </a:buClr>
              <a:buSzPts val="1200"/>
              <a:buFont typeface="Lato"/>
              <a:buChar char="○"/>
              <a:defRPr sz="1200">
                <a:solidFill>
                  <a:schemeClr val="dk1"/>
                </a:solidFill>
                <a:latin typeface="Lato"/>
                <a:ea typeface="Lato"/>
                <a:cs typeface="Lato"/>
                <a:sym typeface="Lato"/>
              </a:defRPr>
            </a:lvl8pPr>
            <a:lvl9pPr marL="4114800" lvl="8" indent="-304800">
              <a:lnSpc>
                <a:spcPct val="100000"/>
              </a:lnSpc>
              <a:spcBef>
                <a:spcPts val="0"/>
              </a:spcBef>
              <a:spcAft>
                <a:spcPts val="0"/>
              </a:spcAft>
              <a:buClr>
                <a:schemeClr val="dk1"/>
              </a:buClr>
              <a:buSzPts val="1200"/>
              <a:buFont typeface="Lato"/>
              <a:buChar char="■"/>
              <a:defRPr sz="1200">
                <a:solidFill>
                  <a:schemeClr val="dk1"/>
                </a:solidFill>
                <a:latin typeface="Lato"/>
                <a:ea typeface="Lato"/>
                <a:cs typeface="Lato"/>
                <a:sym typeface="Lato"/>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744"/>
        <p:cNvGrpSpPr/>
        <p:nvPr/>
      </p:nvGrpSpPr>
      <p:grpSpPr>
        <a:xfrm>
          <a:off x="0" y="0"/>
          <a:ext cx="0" cy="0"/>
          <a:chOff x="0" y="0"/>
          <a:chExt cx="0" cy="0"/>
        </a:xfrm>
      </p:grpSpPr>
      <p:sp>
        <p:nvSpPr>
          <p:cNvPr id="745" name="Google Shape;745;p25"/>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None/>
              <a:defRPr sz="2400">
                <a:solidFill>
                  <a:srgbClr val="FFFFFF"/>
                </a:solidFill>
              </a:defRPr>
            </a:lvl1pPr>
            <a:lvl2pPr lvl="1" algn="ctr" rtl="0">
              <a:spcBef>
                <a:spcPts val="0"/>
              </a:spcBef>
              <a:spcAft>
                <a:spcPts val="0"/>
              </a:spcAft>
              <a:buClr>
                <a:srgbClr val="FFFFFF"/>
              </a:buClr>
              <a:buSzPts val="2400"/>
              <a:buNone/>
              <a:defRPr sz="2400">
                <a:solidFill>
                  <a:srgbClr val="FFFFFF"/>
                </a:solidFill>
              </a:defRPr>
            </a:lvl2pPr>
            <a:lvl3pPr lvl="2" algn="ctr" rtl="0">
              <a:spcBef>
                <a:spcPts val="0"/>
              </a:spcBef>
              <a:spcAft>
                <a:spcPts val="0"/>
              </a:spcAft>
              <a:buClr>
                <a:srgbClr val="FFFFFF"/>
              </a:buClr>
              <a:buSzPts val="2400"/>
              <a:buNone/>
              <a:defRPr sz="2400">
                <a:solidFill>
                  <a:srgbClr val="FFFFFF"/>
                </a:solidFill>
              </a:defRPr>
            </a:lvl3pPr>
            <a:lvl4pPr lvl="3" algn="ctr" rtl="0">
              <a:spcBef>
                <a:spcPts val="0"/>
              </a:spcBef>
              <a:spcAft>
                <a:spcPts val="0"/>
              </a:spcAft>
              <a:buClr>
                <a:srgbClr val="FFFFFF"/>
              </a:buClr>
              <a:buSzPts val="2400"/>
              <a:buNone/>
              <a:defRPr sz="2400">
                <a:solidFill>
                  <a:srgbClr val="FFFFFF"/>
                </a:solidFill>
              </a:defRPr>
            </a:lvl4pPr>
            <a:lvl5pPr lvl="4" algn="ctr" rtl="0">
              <a:spcBef>
                <a:spcPts val="0"/>
              </a:spcBef>
              <a:spcAft>
                <a:spcPts val="0"/>
              </a:spcAft>
              <a:buClr>
                <a:srgbClr val="FFFFFF"/>
              </a:buClr>
              <a:buSzPts val="2400"/>
              <a:buNone/>
              <a:defRPr sz="2400">
                <a:solidFill>
                  <a:srgbClr val="FFFFFF"/>
                </a:solidFill>
              </a:defRPr>
            </a:lvl5pPr>
            <a:lvl6pPr lvl="5" algn="ctr" rtl="0">
              <a:spcBef>
                <a:spcPts val="0"/>
              </a:spcBef>
              <a:spcAft>
                <a:spcPts val="0"/>
              </a:spcAft>
              <a:buClr>
                <a:srgbClr val="FFFFFF"/>
              </a:buClr>
              <a:buSzPts val="2400"/>
              <a:buNone/>
              <a:defRPr sz="2400">
                <a:solidFill>
                  <a:srgbClr val="FFFFFF"/>
                </a:solidFill>
              </a:defRPr>
            </a:lvl6pPr>
            <a:lvl7pPr lvl="6" algn="ctr" rtl="0">
              <a:spcBef>
                <a:spcPts val="0"/>
              </a:spcBef>
              <a:spcAft>
                <a:spcPts val="0"/>
              </a:spcAft>
              <a:buClr>
                <a:srgbClr val="FFFFFF"/>
              </a:buClr>
              <a:buSzPts val="2400"/>
              <a:buNone/>
              <a:defRPr sz="2400">
                <a:solidFill>
                  <a:srgbClr val="FFFFFF"/>
                </a:solidFill>
              </a:defRPr>
            </a:lvl7pPr>
            <a:lvl8pPr lvl="7" algn="ctr" rtl="0">
              <a:spcBef>
                <a:spcPts val="0"/>
              </a:spcBef>
              <a:spcAft>
                <a:spcPts val="0"/>
              </a:spcAft>
              <a:buClr>
                <a:srgbClr val="FFFFFF"/>
              </a:buClr>
              <a:buSzPts val="2400"/>
              <a:buNone/>
              <a:defRPr sz="2400">
                <a:solidFill>
                  <a:srgbClr val="FFFFFF"/>
                </a:solidFill>
              </a:defRPr>
            </a:lvl8pPr>
            <a:lvl9pPr lvl="8" algn="ctr" rtl="0">
              <a:spcBef>
                <a:spcPts val="0"/>
              </a:spcBef>
              <a:spcAft>
                <a:spcPts val="0"/>
              </a:spcAft>
              <a:buClr>
                <a:srgbClr val="FFFFFF"/>
              </a:buClr>
              <a:buSzPts val="2400"/>
              <a:buNone/>
              <a:defRPr sz="2400">
                <a:solidFill>
                  <a:srgbClr val="FFFFFF"/>
                </a:solidFill>
              </a:defRPr>
            </a:lvl9pPr>
          </a:lstStyle>
          <a:p>
            <a:endParaRPr/>
          </a:p>
        </p:txBody>
      </p:sp>
      <p:sp>
        <p:nvSpPr>
          <p:cNvPr id="746" name="Google Shape;746;p25"/>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71" r:id="rId1"/>
    <p:sldLayoutId id="2147483672" r:id="rId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3.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5.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4.xml"/><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15.xml.rels><?xml version="1.0" encoding="UTF-8" standalone="yes"?>
<Relationships xmlns="http://schemas.openxmlformats.org/package/2006/relationships"><Relationship Id="rId8" Type="http://schemas.openxmlformats.org/officeDocument/2006/relationships/slide" Target="slide41.xml"/><Relationship Id="rId13" Type="http://schemas.openxmlformats.org/officeDocument/2006/relationships/hyperlink" Target="https://www.freepik.com/?utm_source=slidesgo_template&amp;utm_medium=referral-link&amp;utm_campaign=promo-slide&amp;utm_term=slidesgo&amp;utm_content=freepik" TargetMode="External"/><Relationship Id="rId3" Type="http://schemas.openxmlformats.org/officeDocument/2006/relationships/slide" Target="slide39.xml"/><Relationship Id="rId7" Type="http://schemas.openxmlformats.org/officeDocument/2006/relationships/slide" Target="slide47.xml"/><Relationship Id="rId12" Type="http://schemas.openxmlformats.org/officeDocument/2006/relationships/hyperlink" Target="http://bit.ly/33VAFh3" TargetMode="External"/><Relationship Id="rId17" Type="http://schemas.openxmlformats.org/officeDocument/2006/relationships/hyperlink" Target="https://www.videvo.net/?utm_source=slidesgo_template&amp;utm_medium=referral-link&amp;utm_campaign=sg_resources&amp;utm_content=videvo" TargetMode="External"/><Relationship Id="rId2" Type="http://schemas.openxmlformats.org/officeDocument/2006/relationships/notesSlide" Target="../notesSlides/notesSlide7.xml"/><Relationship Id="rId16" Type="http://schemas.openxmlformats.org/officeDocument/2006/relationships/hyperlink" Target="https://wepik.com/?utm_source=slidesgo_template&amp;utm_medium=referral-link&amp;utm_campaign=promo-slide&amp;utm_term=slidesgo&amp;utm_content=wepik" TargetMode="External"/><Relationship Id="rId1" Type="http://schemas.openxmlformats.org/officeDocument/2006/relationships/slideLayout" Target="../slideLayouts/slideLayout5.xml"/><Relationship Id="rId6" Type="http://schemas.openxmlformats.org/officeDocument/2006/relationships/slide" Target="slide34.xml"/><Relationship Id="rId11" Type="http://schemas.openxmlformats.org/officeDocument/2006/relationships/hyperlink" Target="http://bit.ly/30B07Gq" TargetMode="External"/><Relationship Id="rId5" Type="http://schemas.openxmlformats.org/officeDocument/2006/relationships/slide" Target="slide35.xml"/><Relationship Id="rId15" Type="http://schemas.openxmlformats.org/officeDocument/2006/relationships/hyperlink" Target="https://storyset.com/?utm_source=slidesgo_template&amp;utm_medium=referral-link&amp;utm_campaign=promo-slide&amp;utm_term=slidesgo&amp;utm_content=storyset" TargetMode="External"/><Relationship Id="rId10" Type="http://schemas.openxmlformats.org/officeDocument/2006/relationships/hyperlink" Target="https://bit.ly/3A1uf1Q" TargetMode="External"/><Relationship Id="rId4" Type="http://schemas.openxmlformats.org/officeDocument/2006/relationships/slide" Target="slide36.xml"/><Relationship Id="rId9" Type="http://schemas.openxmlformats.org/officeDocument/2006/relationships/hyperlink" Target="https://slidesgo.com/slidesgo-school/presentation-tips/how-to-edit-the-master-slides-in-our-templates?utm_source=slidesgo_template&amp;utm_medium=referral-link&amp;utm_campaign=how-to-edit-the-master-slides-in-our-templates&amp;utm_term=slidesgo-school&amp;utm_content=how-to-edit-the-master-slides-in-our-templates" TargetMode="External"/><Relationship Id="rId14" Type="http://schemas.openxmlformats.org/officeDocument/2006/relationships/hyperlink" Target="https://www.flaticon.com/?utm_source=slidesgo_template&amp;utm_medium=referral-link&amp;utm_campaign=promo-slide&amp;utm_term=slidesgo&amp;utm_content=flaticon" TargetMode="Externa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8.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3"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 Id="rId2" Type="http://schemas.openxmlformats.org/officeDocument/2006/relationships/notesSlide" Target="../notesSlides/notesSlide18.xml"/><Relationship Id="rId1" Type="http://schemas.openxmlformats.org/officeDocument/2006/relationships/slideLayout" Target="../slideLayouts/slideLayout19.xml"/><Relationship Id="rId5" Type="http://schemas.openxmlformats.org/officeDocument/2006/relationships/image" Target="../media/image14.png"/><Relationship Id="rId4" Type="http://schemas.openxmlformats.org/officeDocument/2006/relationships/hyperlink" Target="https://docs.google.com/spreadsheets/d/1zm4f6xmFxQJjBY9nSNcEZn507wdT4umdrz3TkYWJCTw/copy?usp=sharing" TargetMode="Externa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0.xml"/></Relationships>
</file>

<file path=ppt/slides/_rels/slide28.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9.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0.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9.xml"/></Relationships>
</file>

<file path=ppt/slides/_rels/slide33.xml.rels><?xml version="1.0" encoding="UTF-8" standalone="yes"?>
<Relationships xmlns="http://schemas.openxmlformats.org/package/2006/relationships"><Relationship Id="rId3"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 Id="rId2" Type="http://schemas.openxmlformats.org/officeDocument/2006/relationships/notesSlide" Target="../notesSlides/notesSlide25.xml"/><Relationship Id="rId1" Type="http://schemas.openxmlformats.org/officeDocument/2006/relationships/slideLayout" Target="../slideLayouts/slideLayout20.xml"/><Relationship Id="rId5" Type="http://schemas.openxmlformats.org/officeDocument/2006/relationships/image" Target="../media/image16.png"/><Relationship Id="rId4" Type="http://schemas.openxmlformats.org/officeDocument/2006/relationships/hyperlink" Target="https://docs.google.com/spreadsheets/d/1zm4f6xmFxQJjBY9nSNcEZn507wdT4umdrz3TkYWJCTw/copy?usp=sharing" TargetMode="Externa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1.xml"/></Relationships>
</file>

<file path=ppt/slides/_rels/slide35.xml.rels><?xml version="1.0" encoding="UTF-8" standalone="yes"?>
<Relationships xmlns="http://schemas.openxmlformats.org/package/2006/relationships"><Relationship Id="rId3" Type="http://schemas.openxmlformats.org/officeDocument/2006/relationships/hyperlink" Target="https://www.freepik.com/free-vector/creative-cms-concept-illustration-flat-design_11754597.htm/?utm_source=slidesgo_template&amp;utm_medium=referral-link&amp;utm_campaign=sg_resources&amp;utm_content=freepik" TargetMode="External"/><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3" Type="http://schemas.openxmlformats.org/officeDocument/2006/relationships/hyperlink" Target="https://www.freepik.com/free-vector/illustrated-cms-concept-flat-design_11754572.htm/?utm_source=slidesgo_template&amp;utm_medium=referral-link&amp;utm_campaign=sg_resources&amp;utm_content=freepik" TargetMode="External"/><Relationship Id="rId2" Type="http://schemas.openxmlformats.org/officeDocument/2006/relationships/notesSlide" Target="../notesSlides/notesSlide28.xml"/><Relationship Id="rId1" Type="http://schemas.openxmlformats.org/officeDocument/2006/relationships/slideLayout" Target="../slideLayouts/slideLayout3.xml"/><Relationship Id="rId6" Type="http://schemas.openxmlformats.org/officeDocument/2006/relationships/hyperlink" Target="https://www.freepik.com/free-photo/people-working-together-animation-studio_21075153.htm/?utm_source=slidesgo_template&amp;utm_medium=referral-link&amp;utm_campaign=sg_resources&amp;utm_content=freepik" TargetMode="External"/><Relationship Id="rId5" Type="http://schemas.openxmlformats.org/officeDocument/2006/relationships/hyperlink" Target="https://www.freepik.com/free-photo/high-angle-man-working-laptop_40132868.htm/?utm_source=slidesgo_template&amp;utm_medium=referral-link&amp;utm_campaign=sg_resources&amp;utm_content=freepik" TargetMode="External"/><Relationship Id="rId4" Type="http://schemas.openxmlformats.org/officeDocument/2006/relationships/hyperlink" Target="https://www.freepik.com/free-vector/cms-concept-illustration-flat-design_11754592.htm/?utm_source=slidesgo_template&amp;utm_medium=referral-link&amp;utm_campaign=sg_resources&amp;utm_content=freepik"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29.xml"/><Relationship Id="rId1" Type="http://schemas.openxmlformats.org/officeDocument/2006/relationships/slideLayout" Target="../slideLayouts/slideLayout25.xml"/><Relationship Id="rId6" Type="http://schemas.openxmlformats.org/officeDocument/2006/relationships/hyperlink" Target="http://bit.ly/30B07Gq" TargetMode="External"/><Relationship Id="rId5" Type="http://schemas.openxmlformats.org/officeDocument/2006/relationships/hyperlink" Target="http://bit.ly/33VAFh3" TargetMode="External"/><Relationship Id="rId4" Type="http://schemas.openxmlformats.org/officeDocument/2006/relationships/slide" Target="slide34.xml"/></Relationships>
</file>

<file path=ppt/slides/_rels/slide38.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30.xml"/><Relationship Id="rId1" Type="http://schemas.openxmlformats.org/officeDocument/2006/relationships/slideLayout" Target="../slideLayouts/slideLayout25.xml"/><Relationship Id="rId6" Type="http://schemas.openxmlformats.org/officeDocument/2006/relationships/hyperlink" Target="http://bit.ly/30B07Gq" TargetMode="External"/><Relationship Id="rId5" Type="http://schemas.openxmlformats.org/officeDocument/2006/relationships/hyperlink" Target="http://bit.ly/33VAFh3" TargetMode="External"/><Relationship Id="rId4" Type="http://schemas.openxmlformats.org/officeDocument/2006/relationships/slide" Target="slide34.xml"/></Relationships>
</file>

<file path=ppt/slides/_rels/slide39.xml.rels><?xml version="1.0" encoding="UTF-8" standalone="yes"?>
<Relationships xmlns="http://schemas.openxmlformats.org/package/2006/relationships"><Relationship Id="rId3" Type="http://schemas.openxmlformats.org/officeDocument/2006/relationships/hyperlink" Target="https://fonts.google.com/specimen/Epilogue" TargetMode="External"/><Relationship Id="rId2" Type="http://schemas.openxmlformats.org/officeDocument/2006/relationships/notesSlide" Target="../notesSlides/notesSlide31.xml"/><Relationship Id="rId1" Type="http://schemas.openxmlformats.org/officeDocument/2006/relationships/slideLayout" Target="../slideLayouts/slideLayout25.xml"/><Relationship Id="rId4" Type="http://schemas.openxmlformats.org/officeDocument/2006/relationships/hyperlink" Target="https://fonts.google.com/specimen/Lato" TargetMode="External"/></Relationships>
</file>

<file path=ppt/slides/_rels/slide40.xml.rels><?xml version="1.0" encoding="UTF-8" standalone="yes"?>
<Relationships xmlns="http://schemas.openxmlformats.org/package/2006/relationships"><Relationship Id="rId8" Type="http://schemas.openxmlformats.org/officeDocument/2006/relationships/hyperlink" Target="https://storyset.com/rafiki?utm_source=slidesgo_template&amp;utm_medium=referral-link&amp;utm_campaign=slidesgo_final_slides&amp;utm_term=rafiki&amp;utm_content=storyset" TargetMode="External"/><Relationship Id="rId13" Type="http://schemas.openxmlformats.org/officeDocument/2006/relationships/hyperlink" Target="https://storyset.com/cuate?utm_source=slidesgo_template&amp;utm_medium=referral-link&amp;utm_campaign=slidesgo_final_slides&amp;utm_term=cuate&amp;utm_content=storyset" TargetMode="External"/><Relationship Id="rId3" Type="http://schemas.openxmlformats.org/officeDocument/2006/relationships/hyperlink" Target="https://storyset.com/how-it-works?utm_source=slidesgo_template&amp;utm_medium=referral-link&amp;utm_campaign=slidesgo_final_slides&amp;utm_term=how%20it%20works&amp;utm_content=storyset" TargetMode="External"/><Relationship Id="rId7" Type="http://schemas.openxmlformats.org/officeDocument/2006/relationships/hyperlink" Target="https://storyset.com/bro?utm_source=slidesgo_template&amp;utm_medium=referral-link&amp;utm_campaign=slidesgo_final_slides&amp;utm_term=bro&amp;utm_content=storyset" TargetMode="External"/><Relationship Id="rId12" Type="http://schemas.openxmlformats.org/officeDocument/2006/relationships/image" Target="../media/image21.png"/><Relationship Id="rId2" Type="http://schemas.openxmlformats.org/officeDocument/2006/relationships/notesSlide" Target="../notesSlides/notesSlide32.xml"/><Relationship Id="rId1" Type="http://schemas.openxmlformats.org/officeDocument/2006/relationships/slideLayout" Target="../slideLayouts/slideLayout25.xml"/><Relationship Id="rId6" Type="http://schemas.openxmlformats.org/officeDocument/2006/relationships/hyperlink" Target="https://storyset.com/amico?utm_source=slidesgo_template&amp;utm_medium=referral-link&amp;utm_campaign=slidesgo_final_slides&amp;utm_term=amico&amp;utm_content=storyset" TargetMode="External"/><Relationship Id="rId11" Type="http://schemas.openxmlformats.org/officeDocument/2006/relationships/image" Target="../media/image20.png"/><Relationship Id="rId5" Type="http://schemas.openxmlformats.org/officeDocument/2006/relationships/hyperlink" Target="https://storyset.com/pana?utm_source=slidesgo_template&amp;utm_medium=referral-link&amp;utm_campaign=slidesgo_final_slides&amp;utm_term=pana&amp;utm_content=storyset" TargetMode="External"/><Relationship Id="rId10" Type="http://schemas.openxmlformats.org/officeDocument/2006/relationships/image" Target="../media/image19.png"/><Relationship Id="rId4" Type="http://schemas.openxmlformats.org/officeDocument/2006/relationships/image" Target="../media/image17.png"/><Relationship Id="rId9" Type="http://schemas.openxmlformats.org/officeDocument/2006/relationships/image" Target="../media/image18.png"/></Relationships>
</file>

<file path=ppt/slides/_rels/slide41.xml.rels><?xml version="1.0" encoding="UTF-8" standalone="yes"?>
<Relationships xmlns="http://schemas.openxmlformats.org/package/2006/relationships"><Relationship Id="rId3" Type="http://schemas.openxmlformats.org/officeDocument/2006/relationships/hyperlink" Target="https://bit.ly/2ZjL1pd" TargetMode="External"/><Relationship Id="rId2" Type="http://schemas.openxmlformats.org/officeDocument/2006/relationships/notesSlide" Target="../notesSlides/notesSlide33.xml"/><Relationship Id="rId1" Type="http://schemas.openxmlformats.org/officeDocument/2006/relationships/slideLayout" Target="../slideLayouts/slideLayout25.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4.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4.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4.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4.xml"/></Relationships>
</file>

<file path=ppt/slides/_rels/slide47.xml.rels><?xml version="1.0" encoding="UTF-8" standalone="yes"?>
<Relationships xmlns="http://schemas.openxmlformats.org/package/2006/relationships"><Relationship Id="rId3" Type="http://schemas.openxmlformats.org/officeDocument/2006/relationships/hyperlink" Target="https://workspace.google.com/marketplace/app/icons_for_slides_docs/381578326502" TargetMode="External"/><Relationship Id="rId2" Type="http://schemas.openxmlformats.org/officeDocument/2006/relationships/notesSlide" Target="../notesSlides/notesSlide39.xml"/><Relationship Id="rId1" Type="http://schemas.openxmlformats.org/officeDocument/2006/relationships/slideLayout" Target="../slideLayouts/slideLayout25.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4.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4.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4.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4.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5.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5.xml"/></Relationships>
</file>

<file path=ppt/slides/_rels/slide54.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46.xml"/><Relationship Id="rId1" Type="http://schemas.openxmlformats.org/officeDocument/2006/relationships/slideLayout" Target="../slideLayouts/slideLayout24.xml"/><Relationship Id="rId4" Type="http://schemas.openxmlformats.org/officeDocument/2006/relationships/image" Target="../media/image2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753"/>
        <p:cNvGrpSpPr/>
        <p:nvPr/>
      </p:nvGrpSpPr>
      <p:grpSpPr>
        <a:xfrm>
          <a:off x="0" y="0"/>
          <a:ext cx="0" cy="0"/>
          <a:chOff x="0" y="0"/>
          <a:chExt cx="0" cy="0"/>
        </a:xfrm>
      </p:grpSpPr>
      <p:sp>
        <p:nvSpPr>
          <p:cNvPr id="754" name="Google Shape;754;p28"/>
          <p:cNvSpPr/>
          <p:nvPr/>
        </p:nvSpPr>
        <p:spPr>
          <a:xfrm rot="1053742">
            <a:off x="4909608" y="421118"/>
            <a:ext cx="4314987" cy="4418593"/>
          </a:xfrm>
          <a:custGeom>
            <a:avLst/>
            <a:gdLst/>
            <a:ahLst/>
            <a:cxnLst/>
            <a:rect l="l" t="t" r="r" b="b"/>
            <a:pathLst>
              <a:path w="45721" h="44028" extrusionOk="0">
                <a:moveTo>
                  <a:pt x="22493" y="0"/>
                </a:moveTo>
                <a:cubicBezTo>
                  <a:pt x="21088" y="0"/>
                  <a:pt x="19696" y="207"/>
                  <a:pt x="18384" y="686"/>
                </a:cubicBezTo>
                <a:cubicBezTo>
                  <a:pt x="16538" y="1365"/>
                  <a:pt x="14788" y="2674"/>
                  <a:pt x="13800" y="4401"/>
                </a:cubicBezTo>
                <a:cubicBezTo>
                  <a:pt x="12502" y="6663"/>
                  <a:pt x="12633" y="9461"/>
                  <a:pt x="11597" y="11842"/>
                </a:cubicBezTo>
                <a:cubicBezTo>
                  <a:pt x="10764" y="13771"/>
                  <a:pt x="8704" y="14926"/>
                  <a:pt x="7073" y="16116"/>
                </a:cubicBezTo>
                <a:cubicBezTo>
                  <a:pt x="4548" y="17962"/>
                  <a:pt x="2048" y="20141"/>
                  <a:pt x="1179" y="23260"/>
                </a:cubicBezTo>
                <a:cubicBezTo>
                  <a:pt x="0" y="27415"/>
                  <a:pt x="346" y="32368"/>
                  <a:pt x="2715" y="36071"/>
                </a:cubicBezTo>
                <a:cubicBezTo>
                  <a:pt x="4489" y="38834"/>
                  <a:pt x="7513" y="39655"/>
                  <a:pt x="10644" y="39715"/>
                </a:cubicBezTo>
                <a:cubicBezTo>
                  <a:pt x="10740" y="39716"/>
                  <a:pt x="10835" y="39717"/>
                  <a:pt x="10932" y="39717"/>
                </a:cubicBezTo>
                <a:cubicBezTo>
                  <a:pt x="12378" y="39717"/>
                  <a:pt x="13967" y="39555"/>
                  <a:pt x="15526" y="39555"/>
                </a:cubicBezTo>
                <a:cubicBezTo>
                  <a:pt x="17089" y="39555"/>
                  <a:pt x="18623" y="39718"/>
                  <a:pt x="19955" y="40369"/>
                </a:cubicBezTo>
                <a:cubicBezTo>
                  <a:pt x="23538" y="42115"/>
                  <a:pt x="27996" y="44028"/>
                  <a:pt x="32241" y="44028"/>
                </a:cubicBezTo>
                <a:cubicBezTo>
                  <a:pt x="33555" y="44028"/>
                  <a:pt x="34848" y="43845"/>
                  <a:pt x="36088" y="43417"/>
                </a:cubicBezTo>
                <a:cubicBezTo>
                  <a:pt x="41505" y="41548"/>
                  <a:pt x="44149" y="37905"/>
                  <a:pt x="44934" y="33178"/>
                </a:cubicBezTo>
                <a:cubicBezTo>
                  <a:pt x="45720" y="28463"/>
                  <a:pt x="43565" y="24534"/>
                  <a:pt x="42875" y="20796"/>
                </a:cubicBezTo>
                <a:cubicBezTo>
                  <a:pt x="42446" y="18438"/>
                  <a:pt x="42160" y="15819"/>
                  <a:pt x="41422" y="13473"/>
                </a:cubicBezTo>
                <a:cubicBezTo>
                  <a:pt x="41148" y="12580"/>
                  <a:pt x="40779" y="11711"/>
                  <a:pt x="40339" y="10890"/>
                </a:cubicBezTo>
                <a:cubicBezTo>
                  <a:pt x="38076" y="6675"/>
                  <a:pt x="34100" y="3496"/>
                  <a:pt x="29766" y="1615"/>
                </a:cubicBezTo>
                <a:cubicBezTo>
                  <a:pt x="27553" y="661"/>
                  <a:pt x="25002" y="0"/>
                  <a:pt x="22493"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755" name="Google Shape;755;p28"/>
          <p:cNvSpPr txBox="1">
            <a:spLocks noGrp="1"/>
          </p:cNvSpPr>
          <p:nvPr>
            <p:ph type="ctrTitle"/>
          </p:nvPr>
        </p:nvSpPr>
        <p:spPr>
          <a:xfrm>
            <a:off x="713225" y="776830"/>
            <a:ext cx="7449939" cy="1467657"/>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ru-RU" sz="2800" dirty="0">
                <a:latin typeface="Franklin Gothic Demi" panose="020B0703020102020204" pitchFamily="34" charset="0"/>
              </a:rPr>
              <a:t>Выпускная квалификационная работа</a:t>
            </a:r>
            <a:br>
              <a:rPr lang="en-US" sz="2800" dirty="0">
                <a:latin typeface="Franklin Gothic Demi" panose="020B0703020102020204" pitchFamily="34" charset="0"/>
              </a:rPr>
            </a:br>
            <a:r>
              <a:rPr lang="ru-RU" sz="2800" dirty="0">
                <a:latin typeface="Franklin Gothic Demi" panose="020B0703020102020204" pitchFamily="34" charset="0"/>
              </a:rPr>
              <a:t>Тема: «Сервис для организации праздничных пожеланий»</a:t>
            </a:r>
            <a:endParaRPr sz="2800" dirty="0">
              <a:latin typeface="Franklin Gothic Demi" panose="020B0703020102020204" pitchFamily="34" charset="0"/>
            </a:endParaRPr>
          </a:p>
        </p:txBody>
      </p:sp>
      <p:sp>
        <p:nvSpPr>
          <p:cNvPr id="756" name="Google Shape;756;p28"/>
          <p:cNvSpPr txBox="1">
            <a:spLocks noGrp="1"/>
          </p:cNvSpPr>
          <p:nvPr>
            <p:ph type="subTitle" idx="1"/>
          </p:nvPr>
        </p:nvSpPr>
        <p:spPr>
          <a:xfrm>
            <a:off x="713225" y="3523200"/>
            <a:ext cx="4112100" cy="475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a:t>Выполнил: </a:t>
            </a:r>
            <a:r>
              <a:rPr lang="ru-RU" dirty="0" err="1"/>
              <a:t>Шарунов</a:t>
            </a:r>
            <a:r>
              <a:rPr lang="ru-RU" dirty="0"/>
              <a:t> Роман Дмитриевич</a:t>
            </a:r>
          </a:p>
          <a:p>
            <a:pPr marL="0" lvl="0" indent="0" algn="l" rtl="0">
              <a:spcBef>
                <a:spcPts val="0"/>
              </a:spcBef>
              <a:spcAft>
                <a:spcPts val="0"/>
              </a:spcAft>
              <a:buNone/>
            </a:pPr>
            <a:r>
              <a:rPr lang="ru-RU" dirty="0"/>
              <a:t>Группа: ИУК5-41М</a:t>
            </a:r>
          </a:p>
          <a:p>
            <a:pPr marL="0" lvl="0" indent="0" algn="l" rtl="0">
              <a:spcBef>
                <a:spcPts val="0"/>
              </a:spcBef>
              <a:spcAft>
                <a:spcPts val="0"/>
              </a:spcAft>
              <a:buNone/>
            </a:pPr>
            <a:r>
              <a:rPr lang="ru-RU" dirty="0"/>
              <a:t>Научный руководитель: </a:t>
            </a:r>
            <a:r>
              <a:rPr lang="ru-RU" dirty="0" err="1"/>
              <a:t>Трешневская</a:t>
            </a:r>
            <a:r>
              <a:rPr lang="ru-RU" dirty="0"/>
              <a:t> Вероника </a:t>
            </a:r>
            <a:r>
              <a:rPr lang="ru-RU" dirty="0" err="1"/>
              <a:t>Октавиановна</a:t>
            </a:r>
            <a:endParaRPr dirty="0"/>
          </a:p>
        </p:txBody>
      </p:sp>
      <p:grpSp>
        <p:nvGrpSpPr>
          <p:cNvPr id="184" name="Google Shape;1832;p49">
            <a:extLst>
              <a:ext uri="{FF2B5EF4-FFF2-40B4-BE49-F238E27FC236}">
                <a16:creationId xmlns:a16="http://schemas.microsoft.com/office/drawing/2014/main" id="{AE1C3416-1B7E-4F11-B127-AE9A15BF1C2F}"/>
              </a:ext>
            </a:extLst>
          </p:cNvPr>
          <p:cNvGrpSpPr/>
          <p:nvPr/>
        </p:nvGrpSpPr>
        <p:grpSpPr>
          <a:xfrm rot="656610">
            <a:off x="6469997" y="1917218"/>
            <a:ext cx="2076568" cy="352897"/>
            <a:chOff x="5758338" y="1286732"/>
            <a:chExt cx="1216247" cy="206692"/>
          </a:xfrm>
        </p:grpSpPr>
        <p:grpSp>
          <p:nvGrpSpPr>
            <p:cNvPr id="185" name="Google Shape;1833;p49">
              <a:extLst>
                <a:ext uri="{FF2B5EF4-FFF2-40B4-BE49-F238E27FC236}">
                  <a16:creationId xmlns:a16="http://schemas.microsoft.com/office/drawing/2014/main" id="{6D19C80E-D4E1-4F8A-AC7A-806C6FE56359}"/>
                </a:ext>
              </a:extLst>
            </p:cNvPr>
            <p:cNvGrpSpPr/>
            <p:nvPr/>
          </p:nvGrpSpPr>
          <p:grpSpPr>
            <a:xfrm>
              <a:off x="5758338" y="1286732"/>
              <a:ext cx="1216247" cy="206692"/>
              <a:chOff x="5758338" y="1286732"/>
              <a:chExt cx="1216247" cy="206692"/>
            </a:xfrm>
          </p:grpSpPr>
          <p:grpSp>
            <p:nvGrpSpPr>
              <p:cNvPr id="187" name="Google Shape;1834;p49">
                <a:extLst>
                  <a:ext uri="{FF2B5EF4-FFF2-40B4-BE49-F238E27FC236}">
                    <a16:creationId xmlns:a16="http://schemas.microsoft.com/office/drawing/2014/main" id="{2F6B32E0-FDF4-49BE-859E-84242423FDF3}"/>
                  </a:ext>
                </a:extLst>
              </p:cNvPr>
              <p:cNvGrpSpPr/>
              <p:nvPr/>
            </p:nvGrpSpPr>
            <p:grpSpPr>
              <a:xfrm>
                <a:off x="5758338" y="1286732"/>
                <a:ext cx="1216247" cy="206692"/>
                <a:chOff x="5758338" y="1286732"/>
                <a:chExt cx="1216247" cy="206692"/>
              </a:xfrm>
            </p:grpSpPr>
            <p:sp>
              <p:nvSpPr>
                <p:cNvPr id="189" name="Google Shape;1835;p49">
                  <a:extLst>
                    <a:ext uri="{FF2B5EF4-FFF2-40B4-BE49-F238E27FC236}">
                      <a16:creationId xmlns:a16="http://schemas.microsoft.com/office/drawing/2014/main" id="{F91AD6C6-A5E9-4C11-B8C0-8B33B774690B}"/>
                    </a:ext>
                  </a:extLst>
                </p:cNvPr>
                <p:cNvSpPr/>
                <p:nvPr/>
              </p:nvSpPr>
              <p:spPr>
                <a:xfrm>
                  <a:off x="5758338" y="1286732"/>
                  <a:ext cx="1216247" cy="206692"/>
                </a:xfrm>
                <a:custGeom>
                  <a:avLst/>
                  <a:gdLst/>
                  <a:ahLst/>
                  <a:cxnLst/>
                  <a:rect l="l" t="t" r="r" b="b"/>
                  <a:pathLst>
                    <a:path w="1216247" h="206692" extrusionOk="0">
                      <a:moveTo>
                        <a:pt x="1216247" y="44672"/>
                      </a:moveTo>
                      <a:lnTo>
                        <a:pt x="1216247" y="161925"/>
                      </a:lnTo>
                      <a:cubicBezTo>
                        <a:pt x="1216247" y="186595"/>
                        <a:pt x="1196245" y="206693"/>
                        <a:pt x="1171480" y="206693"/>
                      </a:cubicBezTo>
                      <a:lnTo>
                        <a:pt x="44768" y="206693"/>
                      </a:lnTo>
                      <a:cubicBezTo>
                        <a:pt x="32385" y="206693"/>
                        <a:pt x="21146" y="201644"/>
                        <a:pt x="12954" y="193453"/>
                      </a:cubicBezTo>
                      <a:cubicBezTo>
                        <a:pt x="5048" y="185452"/>
                        <a:pt x="0" y="174308"/>
                        <a:pt x="0" y="162020"/>
                      </a:cubicBezTo>
                      <a:lnTo>
                        <a:pt x="0" y="44768"/>
                      </a:lnTo>
                      <a:cubicBezTo>
                        <a:pt x="0" y="20003"/>
                        <a:pt x="20098" y="0"/>
                        <a:pt x="44768" y="0"/>
                      </a:cubicBezTo>
                      <a:lnTo>
                        <a:pt x="1171480" y="0"/>
                      </a:lnTo>
                      <a:cubicBezTo>
                        <a:pt x="1186053" y="0"/>
                        <a:pt x="1199007" y="6953"/>
                        <a:pt x="1207199" y="17812"/>
                      </a:cubicBezTo>
                      <a:cubicBezTo>
                        <a:pt x="1212914" y="25337"/>
                        <a:pt x="1216247" y="34576"/>
                        <a:pt x="1216247" y="44768"/>
                      </a:cubicBez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a:sym typeface="Calibri"/>
                  </a:endParaRPr>
                </a:p>
              </p:txBody>
            </p:sp>
            <p:sp>
              <p:nvSpPr>
                <p:cNvPr id="190" name="Google Shape;1836;p49">
                  <a:extLst>
                    <a:ext uri="{FF2B5EF4-FFF2-40B4-BE49-F238E27FC236}">
                      <a16:creationId xmlns:a16="http://schemas.microsoft.com/office/drawing/2014/main" id="{7282FCCB-A941-4EEE-9352-F502AAD61C45}"/>
                    </a:ext>
                  </a:extLst>
                </p:cNvPr>
                <p:cNvSpPr/>
                <p:nvPr/>
              </p:nvSpPr>
              <p:spPr>
                <a:xfrm>
                  <a:off x="5769673" y="1300352"/>
                  <a:ext cx="1204912" cy="193071"/>
                </a:xfrm>
                <a:custGeom>
                  <a:avLst/>
                  <a:gdLst/>
                  <a:ahLst/>
                  <a:cxnLst/>
                  <a:rect l="l" t="t" r="r" b="b"/>
                  <a:pathLst>
                    <a:path w="1204912" h="193071" extrusionOk="0">
                      <a:moveTo>
                        <a:pt x="1204913" y="31052"/>
                      </a:moveTo>
                      <a:lnTo>
                        <a:pt x="1204913" y="148304"/>
                      </a:lnTo>
                      <a:cubicBezTo>
                        <a:pt x="1204913" y="172974"/>
                        <a:pt x="1184910" y="193072"/>
                        <a:pt x="1160145" y="193072"/>
                      </a:cubicBezTo>
                      <a:lnTo>
                        <a:pt x="33433" y="193072"/>
                      </a:lnTo>
                      <a:cubicBezTo>
                        <a:pt x="21050" y="193072"/>
                        <a:pt x="9811" y="188024"/>
                        <a:pt x="1619" y="179832"/>
                      </a:cubicBezTo>
                      <a:cubicBezTo>
                        <a:pt x="476" y="176403"/>
                        <a:pt x="0" y="172879"/>
                        <a:pt x="0" y="169069"/>
                      </a:cubicBezTo>
                      <a:lnTo>
                        <a:pt x="0" y="37719"/>
                      </a:lnTo>
                      <a:cubicBezTo>
                        <a:pt x="0" y="16955"/>
                        <a:pt x="16954" y="0"/>
                        <a:pt x="37719" y="0"/>
                      </a:cubicBezTo>
                      <a:lnTo>
                        <a:pt x="1178528" y="0"/>
                      </a:lnTo>
                      <a:cubicBezTo>
                        <a:pt x="1184815" y="0"/>
                        <a:pt x="1190625" y="1524"/>
                        <a:pt x="1195769" y="4191"/>
                      </a:cubicBezTo>
                      <a:cubicBezTo>
                        <a:pt x="1201484" y="11716"/>
                        <a:pt x="1204818" y="20955"/>
                        <a:pt x="1204818" y="31147"/>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a:sym typeface="Calibri"/>
                  </a:endParaRPr>
                </a:p>
              </p:txBody>
            </p:sp>
          </p:grpSp>
          <p:sp>
            <p:nvSpPr>
              <p:cNvPr id="188" name="Google Shape;1837;p49">
                <a:extLst>
                  <a:ext uri="{FF2B5EF4-FFF2-40B4-BE49-F238E27FC236}">
                    <a16:creationId xmlns:a16="http://schemas.microsoft.com/office/drawing/2014/main" id="{808C3FBC-E0B8-4899-BA49-A0D57ADDCC36}"/>
                  </a:ext>
                </a:extLst>
              </p:cNvPr>
              <p:cNvSpPr/>
              <p:nvPr/>
            </p:nvSpPr>
            <p:spPr>
              <a:xfrm>
                <a:off x="6791039" y="1309973"/>
                <a:ext cx="159734" cy="159734"/>
              </a:xfrm>
              <a:custGeom>
                <a:avLst/>
                <a:gdLst/>
                <a:ahLst/>
                <a:cxnLst/>
                <a:rect l="l" t="t" r="r" b="b"/>
                <a:pathLst>
                  <a:path w="159734" h="159734" extrusionOk="0">
                    <a:moveTo>
                      <a:pt x="143351" y="0"/>
                    </a:moveTo>
                    <a:cubicBezTo>
                      <a:pt x="152399" y="0"/>
                      <a:pt x="159734" y="7335"/>
                      <a:pt x="159734" y="16383"/>
                    </a:cubicBezTo>
                    <a:lnTo>
                      <a:pt x="159734" y="143351"/>
                    </a:lnTo>
                    <a:cubicBezTo>
                      <a:pt x="159734" y="152399"/>
                      <a:pt x="152399" y="159734"/>
                      <a:pt x="143351" y="159734"/>
                    </a:cubicBezTo>
                    <a:lnTo>
                      <a:pt x="16383" y="159734"/>
                    </a:lnTo>
                    <a:cubicBezTo>
                      <a:pt x="7335" y="159734"/>
                      <a:pt x="0" y="152399"/>
                      <a:pt x="0" y="143351"/>
                    </a:cubicBezTo>
                    <a:lnTo>
                      <a:pt x="0" y="16383"/>
                    </a:lnTo>
                    <a:cubicBezTo>
                      <a:pt x="0" y="7335"/>
                      <a:pt x="7335" y="0"/>
                      <a:pt x="16383" y="0"/>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a:sym typeface="Calibri"/>
                </a:endParaRPr>
              </a:p>
            </p:txBody>
          </p:sp>
        </p:grpSp>
        <p:sp>
          <p:nvSpPr>
            <p:cNvPr id="186" name="Google Shape;1838;p49">
              <a:extLst>
                <a:ext uri="{FF2B5EF4-FFF2-40B4-BE49-F238E27FC236}">
                  <a16:creationId xmlns:a16="http://schemas.microsoft.com/office/drawing/2014/main" id="{32FF6817-8978-4E1A-8A9D-F8FB775BE26B}"/>
                </a:ext>
              </a:extLst>
            </p:cNvPr>
            <p:cNvSpPr/>
            <p:nvPr/>
          </p:nvSpPr>
          <p:spPr>
            <a:xfrm>
              <a:off x="6813613" y="1330452"/>
              <a:ext cx="118109" cy="117729"/>
            </a:xfrm>
            <a:custGeom>
              <a:avLst/>
              <a:gdLst/>
              <a:ahLst/>
              <a:cxnLst/>
              <a:rect l="l" t="t" r="r" b="b"/>
              <a:pathLst>
                <a:path w="118109" h="117729" extrusionOk="0">
                  <a:moveTo>
                    <a:pt x="114681" y="97441"/>
                  </a:moveTo>
                  <a:lnTo>
                    <a:pt x="85249" y="68008"/>
                  </a:lnTo>
                  <a:lnTo>
                    <a:pt x="80486" y="72771"/>
                  </a:lnTo>
                  <a:lnTo>
                    <a:pt x="75152" y="67437"/>
                  </a:lnTo>
                  <a:cubicBezTo>
                    <a:pt x="87820" y="50959"/>
                    <a:pt x="86773" y="27337"/>
                    <a:pt x="71723" y="12287"/>
                  </a:cubicBezTo>
                  <a:cubicBezTo>
                    <a:pt x="55340" y="-4096"/>
                    <a:pt x="28670" y="-4096"/>
                    <a:pt x="12287" y="12287"/>
                  </a:cubicBezTo>
                  <a:cubicBezTo>
                    <a:pt x="-4096" y="28670"/>
                    <a:pt x="-4096" y="55340"/>
                    <a:pt x="12287" y="71723"/>
                  </a:cubicBezTo>
                  <a:cubicBezTo>
                    <a:pt x="27527" y="86963"/>
                    <a:pt x="51530" y="87821"/>
                    <a:pt x="68009" y="74771"/>
                  </a:cubicBezTo>
                  <a:lnTo>
                    <a:pt x="73343" y="80105"/>
                  </a:lnTo>
                  <a:lnTo>
                    <a:pt x="68580" y="84868"/>
                  </a:lnTo>
                  <a:lnTo>
                    <a:pt x="98012" y="114300"/>
                  </a:lnTo>
                  <a:cubicBezTo>
                    <a:pt x="102584" y="118872"/>
                    <a:pt x="110109" y="118872"/>
                    <a:pt x="114681" y="114300"/>
                  </a:cubicBezTo>
                  <a:lnTo>
                    <a:pt x="114681" y="114300"/>
                  </a:lnTo>
                  <a:cubicBezTo>
                    <a:pt x="119253" y="109728"/>
                    <a:pt x="119253" y="102203"/>
                    <a:pt x="114681" y="97631"/>
                  </a:cubicBezTo>
                  <a:close/>
                  <a:moveTo>
                    <a:pt x="41910" y="72581"/>
                  </a:moveTo>
                  <a:cubicBezTo>
                    <a:pt x="38576" y="72581"/>
                    <a:pt x="35338" y="72009"/>
                    <a:pt x="32290" y="71056"/>
                  </a:cubicBezTo>
                  <a:cubicBezTo>
                    <a:pt x="23812" y="68294"/>
                    <a:pt x="16859" y="61913"/>
                    <a:pt x="13526" y="53626"/>
                  </a:cubicBezTo>
                  <a:cubicBezTo>
                    <a:pt x="12002" y="50006"/>
                    <a:pt x="11144" y="46006"/>
                    <a:pt x="11144" y="41815"/>
                  </a:cubicBezTo>
                  <a:cubicBezTo>
                    <a:pt x="11144" y="24860"/>
                    <a:pt x="24955" y="11049"/>
                    <a:pt x="41910" y="11049"/>
                  </a:cubicBezTo>
                  <a:cubicBezTo>
                    <a:pt x="46101" y="11049"/>
                    <a:pt x="50102" y="11906"/>
                    <a:pt x="53721" y="13430"/>
                  </a:cubicBezTo>
                  <a:cubicBezTo>
                    <a:pt x="61912" y="16859"/>
                    <a:pt x="68294" y="23717"/>
                    <a:pt x="71152" y="32290"/>
                  </a:cubicBezTo>
                  <a:cubicBezTo>
                    <a:pt x="72104" y="35338"/>
                    <a:pt x="72676" y="38481"/>
                    <a:pt x="72676" y="41910"/>
                  </a:cubicBezTo>
                  <a:cubicBezTo>
                    <a:pt x="72676" y="58865"/>
                    <a:pt x="58960" y="72676"/>
                    <a:pt x="41910" y="72676"/>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a:sym typeface="Calibri"/>
              </a:endParaRPr>
            </a:p>
          </p:txBody>
        </p:sp>
      </p:grpSp>
      <p:grpSp>
        <p:nvGrpSpPr>
          <p:cNvPr id="201" name="Google Shape;1860;p49">
            <a:extLst>
              <a:ext uri="{FF2B5EF4-FFF2-40B4-BE49-F238E27FC236}">
                <a16:creationId xmlns:a16="http://schemas.microsoft.com/office/drawing/2014/main" id="{0FCD3C68-097F-4C53-A3B7-93AAE75EB422}"/>
              </a:ext>
            </a:extLst>
          </p:cNvPr>
          <p:cNvGrpSpPr/>
          <p:nvPr/>
        </p:nvGrpSpPr>
        <p:grpSpPr>
          <a:xfrm rot="696850">
            <a:off x="6990734" y="3247879"/>
            <a:ext cx="1098594" cy="1068307"/>
            <a:chOff x="8068023" y="1331404"/>
            <a:chExt cx="725519" cy="705517"/>
          </a:xfrm>
        </p:grpSpPr>
        <p:grpSp>
          <p:nvGrpSpPr>
            <p:cNvPr id="202" name="Google Shape;1861;p49">
              <a:extLst>
                <a:ext uri="{FF2B5EF4-FFF2-40B4-BE49-F238E27FC236}">
                  <a16:creationId xmlns:a16="http://schemas.microsoft.com/office/drawing/2014/main" id="{01322935-1958-405E-8B2D-32AFE2C8C193}"/>
                </a:ext>
              </a:extLst>
            </p:cNvPr>
            <p:cNvGrpSpPr/>
            <p:nvPr/>
          </p:nvGrpSpPr>
          <p:grpSpPr>
            <a:xfrm>
              <a:off x="8068023" y="1407699"/>
              <a:ext cx="342614" cy="473297"/>
              <a:chOff x="8675560" y="1407699"/>
              <a:chExt cx="342614" cy="473297"/>
            </a:xfrm>
          </p:grpSpPr>
          <p:sp>
            <p:nvSpPr>
              <p:cNvPr id="233" name="Google Shape;1862;p49">
                <a:extLst>
                  <a:ext uri="{FF2B5EF4-FFF2-40B4-BE49-F238E27FC236}">
                    <a16:creationId xmlns:a16="http://schemas.microsoft.com/office/drawing/2014/main" id="{83D6E43C-4FB7-4C05-AFEE-BB5E83DA8733}"/>
                  </a:ext>
                </a:extLst>
              </p:cNvPr>
              <p:cNvSpPr/>
              <p:nvPr/>
            </p:nvSpPr>
            <p:spPr>
              <a:xfrm>
                <a:off x="8675560" y="1407699"/>
                <a:ext cx="342614" cy="473297"/>
              </a:xfrm>
              <a:custGeom>
                <a:avLst/>
                <a:gdLst/>
                <a:ahLst/>
                <a:cxnLst/>
                <a:rect l="l" t="t" r="r" b="b"/>
                <a:pathLst>
                  <a:path w="342614" h="473297" extrusionOk="0">
                    <a:moveTo>
                      <a:pt x="0" y="0"/>
                    </a:moveTo>
                    <a:lnTo>
                      <a:pt x="342614" y="0"/>
                    </a:lnTo>
                    <a:lnTo>
                      <a:pt x="342614" y="473297"/>
                    </a:lnTo>
                    <a:lnTo>
                      <a:pt x="0" y="473297"/>
                    </a:lnTo>
                    <a:close/>
                  </a:path>
                </a:pathLst>
              </a:custGeom>
              <a:solidFill>
                <a:schemeClr val="accent5"/>
              </a:solidFill>
              <a:ln>
                <a:solidFill>
                  <a:schemeClr val="bg1">
                    <a:lumMod val="50000"/>
                  </a:schemeClr>
                </a:solid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4" name="Google Shape;1863;p49">
                <a:extLst>
                  <a:ext uri="{FF2B5EF4-FFF2-40B4-BE49-F238E27FC236}">
                    <a16:creationId xmlns:a16="http://schemas.microsoft.com/office/drawing/2014/main" id="{9D8581BE-C33C-4AA6-9883-6EB8F00A3137}"/>
                  </a:ext>
                </a:extLst>
              </p:cNvPr>
              <p:cNvSpPr/>
              <p:nvPr/>
            </p:nvSpPr>
            <p:spPr>
              <a:xfrm>
                <a:off x="8675560" y="1407699"/>
                <a:ext cx="89439" cy="89535"/>
              </a:xfrm>
              <a:custGeom>
                <a:avLst/>
                <a:gdLst/>
                <a:ahLst/>
                <a:cxnLst/>
                <a:rect l="l" t="t" r="r" b="b"/>
                <a:pathLst>
                  <a:path w="89439" h="89535" extrusionOk="0">
                    <a:moveTo>
                      <a:pt x="89440" y="0"/>
                    </a:moveTo>
                    <a:lnTo>
                      <a:pt x="0" y="0"/>
                    </a:lnTo>
                    <a:lnTo>
                      <a:pt x="0" y="89535"/>
                    </a:lnTo>
                    <a:lnTo>
                      <a:pt x="89440" y="0"/>
                    </a:lnTo>
                    <a:close/>
                  </a:path>
                </a:pathLst>
              </a:custGeom>
              <a:solidFill>
                <a:schemeClr val="dk1"/>
              </a:solidFill>
              <a:ln>
                <a:solidFill>
                  <a:schemeClr val="bg1">
                    <a:lumMod val="50000"/>
                  </a:schemeClr>
                </a:solid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5" name="Google Shape;1864;p49">
                <a:extLst>
                  <a:ext uri="{FF2B5EF4-FFF2-40B4-BE49-F238E27FC236}">
                    <a16:creationId xmlns:a16="http://schemas.microsoft.com/office/drawing/2014/main" id="{85C7E52F-AE31-4107-A4F3-180D0B6DF20F}"/>
                  </a:ext>
                </a:extLst>
              </p:cNvPr>
              <p:cNvSpPr/>
              <p:nvPr/>
            </p:nvSpPr>
            <p:spPr>
              <a:xfrm>
                <a:off x="8747664" y="1460754"/>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solidFill>
                  <a:schemeClr val="bg1">
                    <a:lumMod val="50000"/>
                  </a:schemeClr>
                </a:solid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6" name="Google Shape;1865;p49">
                <a:extLst>
                  <a:ext uri="{FF2B5EF4-FFF2-40B4-BE49-F238E27FC236}">
                    <a16:creationId xmlns:a16="http://schemas.microsoft.com/office/drawing/2014/main" id="{8647E36B-1887-498A-B24F-807DFC50C71A}"/>
                  </a:ext>
                </a:extLst>
              </p:cNvPr>
              <p:cNvSpPr/>
              <p:nvPr/>
            </p:nvSpPr>
            <p:spPr>
              <a:xfrm>
                <a:off x="8747664" y="1492567"/>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solidFill>
                  <a:schemeClr val="bg1">
                    <a:lumMod val="50000"/>
                  </a:schemeClr>
                </a:solid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7" name="Google Shape;1866;p49">
                <a:extLst>
                  <a:ext uri="{FF2B5EF4-FFF2-40B4-BE49-F238E27FC236}">
                    <a16:creationId xmlns:a16="http://schemas.microsoft.com/office/drawing/2014/main" id="{C1565E93-7D2E-49E5-A51C-0BF6BE58F563}"/>
                  </a:ext>
                </a:extLst>
              </p:cNvPr>
              <p:cNvSpPr/>
              <p:nvPr/>
            </p:nvSpPr>
            <p:spPr>
              <a:xfrm>
                <a:off x="8747664" y="1524381"/>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solidFill>
                  <a:schemeClr val="bg1">
                    <a:lumMod val="50000"/>
                  </a:schemeClr>
                </a:solid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8" name="Google Shape;1867;p49">
                <a:extLst>
                  <a:ext uri="{FF2B5EF4-FFF2-40B4-BE49-F238E27FC236}">
                    <a16:creationId xmlns:a16="http://schemas.microsoft.com/office/drawing/2014/main" id="{32CCF586-CDCD-461C-B071-B0C5EEBB0A08}"/>
                  </a:ext>
                </a:extLst>
              </p:cNvPr>
              <p:cNvSpPr/>
              <p:nvPr/>
            </p:nvSpPr>
            <p:spPr>
              <a:xfrm>
                <a:off x="8747664" y="1556194"/>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solidFill>
                  <a:schemeClr val="bg1">
                    <a:lumMod val="50000"/>
                  </a:schemeClr>
                </a:solid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9" name="Google Shape;1868;p49">
                <a:extLst>
                  <a:ext uri="{FF2B5EF4-FFF2-40B4-BE49-F238E27FC236}">
                    <a16:creationId xmlns:a16="http://schemas.microsoft.com/office/drawing/2014/main" id="{3F40D433-6BCF-410D-B170-A0FA33D5317C}"/>
                  </a:ext>
                </a:extLst>
              </p:cNvPr>
              <p:cNvSpPr/>
              <p:nvPr/>
            </p:nvSpPr>
            <p:spPr>
              <a:xfrm>
                <a:off x="8747664" y="1588103"/>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solidFill>
                  <a:schemeClr val="bg1">
                    <a:lumMod val="50000"/>
                  </a:schemeClr>
                </a:solid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40" name="Google Shape;1869;p49">
                <a:extLst>
                  <a:ext uri="{FF2B5EF4-FFF2-40B4-BE49-F238E27FC236}">
                    <a16:creationId xmlns:a16="http://schemas.microsoft.com/office/drawing/2014/main" id="{8B3D0007-67C2-4403-BEF2-07D0BF71FDDA}"/>
                  </a:ext>
                </a:extLst>
              </p:cNvPr>
              <p:cNvSpPr/>
              <p:nvPr/>
            </p:nvSpPr>
            <p:spPr>
              <a:xfrm>
                <a:off x="8747664" y="1619916"/>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solidFill>
                  <a:schemeClr val="bg1">
                    <a:lumMod val="50000"/>
                  </a:schemeClr>
                </a:solid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41" name="Google Shape;1870;p49">
                <a:extLst>
                  <a:ext uri="{FF2B5EF4-FFF2-40B4-BE49-F238E27FC236}">
                    <a16:creationId xmlns:a16="http://schemas.microsoft.com/office/drawing/2014/main" id="{95E13EDE-2A65-447D-970C-34CDA490FF0F}"/>
                  </a:ext>
                </a:extLst>
              </p:cNvPr>
              <p:cNvSpPr/>
              <p:nvPr/>
            </p:nvSpPr>
            <p:spPr>
              <a:xfrm>
                <a:off x="8747664" y="1651730"/>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solidFill>
                  <a:schemeClr val="bg1">
                    <a:lumMod val="50000"/>
                  </a:schemeClr>
                </a:solid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42" name="Google Shape;1871;p49">
                <a:extLst>
                  <a:ext uri="{FF2B5EF4-FFF2-40B4-BE49-F238E27FC236}">
                    <a16:creationId xmlns:a16="http://schemas.microsoft.com/office/drawing/2014/main" id="{27B8BD89-F7E1-4105-A99F-824503935A82}"/>
                  </a:ext>
                </a:extLst>
              </p:cNvPr>
              <p:cNvSpPr/>
              <p:nvPr/>
            </p:nvSpPr>
            <p:spPr>
              <a:xfrm>
                <a:off x="8747664" y="1683543"/>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solidFill>
                  <a:schemeClr val="bg1">
                    <a:lumMod val="50000"/>
                  </a:schemeClr>
                </a:solid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43" name="Google Shape;1872;p49">
                <a:extLst>
                  <a:ext uri="{FF2B5EF4-FFF2-40B4-BE49-F238E27FC236}">
                    <a16:creationId xmlns:a16="http://schemas.microsoft.com/office/drawing/2014/main" id="{D78D321A-D17C-4C0E-87C0-71C2FEA1008A}"/>
                  </a:ext>
                </a:extLst>
              </p:cNvPr>
              <p:cNvSpPr/>
              <p:nvPr/>
            </p:nvSpPr>
            <p:spPr>
              <a:xfrm>
                <a:off x="8747664" y="1715357"/>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solidFill>
                  <a:schemeClr val="bg1">
                    <a:lumMod val="50000"/>
                  </a:schemeClr>
                </a:solid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44" name="Google Shape;1873;p49">
                <a:extLst>
                  <a:ext uri="{FF2B5EF4-FFF2-40B4-BE49-F238E27FC236}">
                    <a16:creationId xmlns:a16="http://schemas.microsoft.com/office/drawing/2014/main" id="{52E0F392-A83D-4350-98E7-347327FA7A84}"/>
                  </a:ext>
                </a:extLst>
              </p:cNvPr>
              <p:cNvSpPr/>
              <p:nvPr/>
            </p:nvSpPr>
            <p:spPr>
              <a:xfrm>
                <a:off x="8747664" y="1747170"/>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solidFill>
                  <a:schemeClr val="bg1">
                    <a:lumMod val="50000"/>
                  </a:schemeClr>
                </a:solid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45" name="Google Shape;1874;p49">
                <a:extLst>
                  <a:ext uri="{FF2B5EF4-FFF2-40B4-BE49-F238E27FC236}">
                    <a16:creationId xmlns:a16="http://schemas.microsoft.com/office/drawing/2014/main" id="{D50720CD-2C70-48D7-82CC-A6CE5D172E02}"/>
                  </a:ext>
                </a:extLst>
              </p:cNvPr>
              <p:cNvSpPr/>
              <p:nvPr/>
            </p:nvSpPr>
            <p:spPr>
              <a:xfrm>
                <a:off x="8747664" y="1779079"/>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solidFill>
                  <a:schemeClr val="bg1">
                    <a:lumMod val="50000"/>
                  </a:schemeClr>
                </a:solid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46" name="Google Shape;1875;p49">
                <a:extLst>
                  <a:ext uri="{FF2B5EF4-FFF2-40B4-BE49-F238E27FC236}">
                    <a16:creationId xmlns:a16="http://schemas.microsoft.com/office/drawing/2014/main" id="{B7245684-88A7-42AF-B2DE-76A257863BFD}"/>
                  </a:ext>
                </a:extLst>
              </p:cNvPr>
              <p:cNvSpPr/>
              <p:nvPr/>
            </p:nvSpPr>
            <p:spPr>
              <a:xfrm>
                <a:off x="8747664" y="1810893"/>
                <a:ext cx="120015" cy="11048"/>
              </a:xfrm>
              <a:custGeom>
                <a:avLst/>
                <a:gdLst/>
                <a:ahLst/>
                <a:cxnLst/>
                <a:rect l="l" t="t" r="r" b="b"/>
                <a:pathLst>
                  <a:path w="120015" h="11048" extrusionOk="0">
                    <a:moveTo>
                      <a:pt x="0" y="0"/>
                    </a:moveTo>
                    <a:lnTo>
                      <a:pt x="120015" y="0"/>
                    </a:lnTo>
                    <a:lnTo>
                      <a:pt x="120015" y="11049"/>
                    </a:lnTo>
                    <a:lnTo>
                      <a:pt x="0" y="11049"/>
                    </a:lnTo>
                    <a:close/>
                  </a:path>
                </a:pathLst>
              </a:custGeom>
              <a:solidFill>
                <a:schemeClr val="dk1"/>
              </a:solidFill>
              <a:ln>
                <a:solidFill>
                  <a:schemeClr val="bg1">
                    <a:lumMod val="50000"/>
                  </a:schemeClr>
                </a:solid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203" name="Google Shape;1876;p49">
              <a:extLst>
                <a:ext uri="{FF2B5EF4-FFF2-40B4-BE49-F238E27FC236}">
                  <a16:creationId xmlns:a16="http://schemas.microsoft.com/office/drawing/2014/main" id="{02D1CEED-D0CD-42F4-B4C6-21EDA37BBBDF}"/>
                </a:ext>
              </a:extLst>
            </p:cNvPr>
            <p:cNvGrpSpPr/>
            <p:nvPr/>
          </p:nvGrpSpPr>
          <p:grpSpPr>
            <a:xfrm>
              <a:off x="8244998" y="1563624"/>
              <a:ext cx="342614" cy="473297"/>
              <a:chOff x="8852535" y="1563624"/>
              <a:chExt cx="342614" cy="473297"/>
            </a:xfrm>
          </p:grpSpPr>
          <p:sp>
            <p:nvSpPr>
              <p:cNvPr id="219" name="Google Shape;1877;p49">
                <a:extLst>
                  <a:ext uri="{FF2B5EF4-FFF2-40B4-BE49-F238E27FC236}">
                    <a16:creationId xmlns:a16="http://schemas.microsoft.com/office/drawing/2014/main" id="{76C18666-9E69-435F-8118-7667A7DCB103}"/>
                  </a:ext>
                </a:extLst>
              </p:cNvPr>
              <p:cNvSpPr/>
              <p:nvPr/>
            </p:nvSpPr>
            <p:spPr>
              <a:xfrm>
                <a:off x="8852535" y="1563624"/>
                <a:ext cx="342614" cy="473297"/>
              </a:xfrm>
              <a:custGeom>
                <a:avLst/>
                <a:gdLst/>
                <a:ahLst/>
                <a:cxnLst/>
                <a:rect l="l" t="t" r="r" b="b"/>
                <a:pathLst>
                  <a:path w="342614" h="473297" extrusionOk="0">
                    <a:moveTo>
                      <a:pt x="0" y="0"/>
                    </a:moveTo>
                    <a:lnTo>
                      <a:pt x="342614" y="0"/>
                    </a:lnTo>
                    <a:lnTo>
                      <a:pt x="342614" y="473297"/>
                    </a:lnTo>
                    <a:lnTo>
                      <a:pt x="0" y="473297"/>
                    </a:lnTo>
                    <a:close/>
                  </a:path>
                </a:pathLst>
              </a:custGeom>
              <a:solidFill>
                <a:schemeClr val="dk2"/>
              </a:solidFill>
              <a:ln>
                <a:solidFill>
                  <a:schemeClr val="bg1">
                    <a:lumMod val="50000"/>
                  </a:schemeClr>
                </a:solid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0" name="Google Shape;1878;p49">
                <a:extLst>
                  <a:ext uri="{FF2B5EF4-FFF2-40B4-BE49-F238E27FC236}">
                    <a16:creationId xmlns:a16="http://schemas.microsoft.com/office/drawing/2014/main" id="{9CCB0011-20D6-418A-8464-221B92766795}"/>
                  </a:ext>
                </a:extLst>
              </p:cNvPr>
              <p:cNvSpPr/>
              <p:nvPr/>
            </p:nvSpPr>
            <p:spPr>
              <a:xfrm>
                <a:off x="8852535" y="1563624"/>
                <a:ext cx="89439" cy="89439"/>
              </a:xfrm>
              <a:custGeom>
                <a:avLst/>
                <a:gdLst/>
                <a:ahLst/>
                <a:cxnLst/>
                <a:rect l="l" t="t" r="r" b="b"/>
                <a:pathLst>
                  <a:path w="89439" h="89439" extrusionOk="0">
                    <a:moveTo>
                      <a:pt x="89439" y="0"/>
                    </a:moveTo>
                    <a:lnTo>
                      <a:pt x="0" y="0"/>
                    </a:lnTo>
                    <a:lnTo>
                      <a:pt x="0" y="89440"/>
                    </a:lnTo>
                    <a:lnTo>
                      <a:pt x="89439" y="0"/>
                    </a:lnTo>
                    <a:close/>
                  </a:path>
                </a:pathLst>
              </a:custGeom>
              <a:solidFill>
                <a:schemeClr val="dk1"/>
              </a:solidFill>
              <a:ln>
                <a:solidFill>
                  <a:schemeClr val="bg1">
                    <a:lumMod val="50000"/>
                  </a:schemeClr>
                </a:solid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1" name="Google Shape;1879;p49">
                <a:extLst>
                  <a:ext uri="{FF2B5EF4-FFF2-40B4-BE49-F238E27FC236}">
                    <a16:creationId xmlns:a16="http://schemas.microsoft.com/office/drawing/2014/main" id="{2639D651-7BEB-4B08-80F0-D26BF5AAE0F6}"/>
                  </a:ext>
                </a:extLst>
              </p:cNvPr>
              <p:cNvSpPr/>
              <p:nvPr/>
            </p:nvSpPr>
            <p:spPr>
              <a:xfrm>
                <a:off x="8924544" y="1616678"/>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solidFill>
                  <a:schemeClr val="bg1">
                    <a:lumMod val="50000"/>
                  </a:schemeClr>
                </a:solid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2" name="Google Shape;1880;p49">
                <a:extLst>
                  <a:ext uri="{FF2B5EF4-FFF2-40B4-BE49-F238E27FC236}">
                    <a16:creationId xmlns:a16="http://schemas.microsoft.com/office/drawing/2014/main" id="{489F595A-9D4F-4525-8D15-C4210A578C17}"/>
                  </a:ext>
                </a:extLst>
              </p:cNvPr>
              <p:cNvSpPr/>
              <p:nvPr/>
            </p:nvSpPr>
            <p:spPr>
              <a:xfrm>
                <a:off x="8924544" y="1648491"/>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solidFill>
                  <a:schemeClr val="bg1">
                    <a:lumMod val="50000"/>
                  </a:schemeClr>
                </a:solid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3" name="Google Shape;1881;p49">
                <a:extLst>
                  <a:ext uri="{FF2B5EF4-FFF2-40B4-BE49-F238E27FC236}">
                    <a16:creationId xmlns:a16="http://schemas.microsoft.com/office/drawing/2014/main" id="{A0C634A8-75AC-4905-A9F8-AD96A6887F5A}"/>
                  </a:ext>
                </a:extLst>
              </p:cNvPr>
              <p:cNvSpPr/>
              <p:nvPr/>
            </p:nvSpPr>
            <p:spPr>
              <a:xfrm>
                <a:off x="8924544" y="1680305"/>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solidFill>
                  <a:schemeClr val="bg1">
                    <a:lumMod val="50000"/>
                  </a:schemeClr>
                </a:solid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4" name="Google Shape;1882;p49">
                <a:extLst>
                  <a:ext uri="{FF2B5EF4-FFF2-40B4-BE49-F238E27FC236}">
                    <a16:creationId xmlns:a16="http://schemas.microsoft.com/office/drawing/2014/main" id="{8DC6086B-5F81-419F-8072-E99D20FCC1CF}"/>
                  </a:ext>
                </a:extLst>
              </p:cNvPr>
              <p:cNvSpPr/>
              <p:nvPr/>
            </p:nvSpPr>
            <p:spPr>
              <a:xfrm>
                <a:off x="8924544" y="1712118"/>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solidFill>
                  <a:schemeClr val="bg1">
                    <a:lumMod val="50000"/>
                  </a:schemeClr>
                </a:solid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5" name="Google Shape;1883;p49">
                <a:extLst>
                  <a:ext uri="{FF2B5EF4-FFF2-40B4-BE49-F238E27FC236}">
                    <a16:creationId xmlns:a16="http://schemas.microsoft.com/office/drawing/2014/main" id="{E22B98D6-213D-48AC-B9DF-46594775A050}"/>
                  </a:ext>
                </a:extLst>
              </p:cNvPr>
              <p:cNvSpPr/>
              <p:nvPr/>
            </p:nvSpPr>
            <p:spPr>
              <a:xfrm>
                <a:off x="8924544" y="1743932"/>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solidFill>
                  <a:schemeClr val="bg1">
                    <a:lumMod val="50000"/>
                  </a:schemeClr>
                </a:solid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6" name="Google Shape;1884;p49">
                <a:extLst>
                  <a:ext uri="{FF2B5EF4-FFF2-40B4-BE49-F238E27FC236}">
                    <a16:creationId xmlns:a16="http://schemas.microsoft.com/office/drawing/2014/main" id="{CBE134F5-F4A5-4B71-B260-D56BDC9F9F60}"/>
                  </a:ext>
                </a:extLst>
              </p:cNvPr>
              <p:cNvSpPr/>
              <p:nvPr/>
            </p:nvSpPr>
            <p:spPr>
              <a:xfrm>
                <a:off x="8924544" y="1775841"/>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solidFill>
                  <a:schemeClr val="bg1">
                    <a:lumMod val="50000"/>
                  </a:schemeClr>
                </a:solid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7" name="Google Shape;1885;p49">
                <a:extLst>
                  <a:ext uri="{FF2B5EF4-FFF2-40B4-BE49-F238E27FC236}">
                    <a16:creationId xmlns:a16="http://schemas.microsoft.com/office/drawing/2014/main" id="{9EE9162D-82D1-4D46-ABF7-44EE51FC686E}"/>
                  </a:ext>
                </a:extLst>
              </p:cNvPr>
              <p:cNvSpPr/>
              <p:nvPr/>
            </p:nvSpPr>
            <p:spPr>
              <a:xfrm>
                <a:off x="8924544" y="1807654"/>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solidFill>
                  <a:schemeClr val="bg1">
                    <a:lumMod val="50000"/>
                  </a:schemeClr>
                </a:solid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8" name="Google Shape;1886;p49">
                <a:extLst>
                  <a:ext uri="{FF2B5EF4-FFF2-40B4-BE49-F238E27FC236}">
                    <a16:creationId xmlns:a16="http://schemas.microsoft.com/office/drawing/2014/main" id="{35F472D8-E677-451E-9BC8-BED76A9F9207}"/>
                  </a:ext>
                </a:extLst>
              </p:cNvPr>
              <p:cNvSpPr/>
              <p:nvPr/>
            </p:nvSpPr>
            <p:spPr>
              <a:xfrm>
                <a:off x="8924544" y="1839468"/>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solidFill>
                  <a:schemeClr val="bg1">
                    <a:lumMod val="50000"/>
                  </a:schemeClr>
                </a:solid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9" name="Google Shape;1887;p49">
                <a:extLst>
                  <a:ext uri="{FF2B5EF4-FFF2-40B4-BE49-F238E27FC236}">
                    <a16:creationId xmlns:a16="http://schemas.microsoft.com/office/drawing/2014/main" id="{7F7271AF-B2D6-4325-BF05-30814E881D8A}"/>
                  </a:ext>
                </a:extLst>
              </p:cNvPr>
              <p:cNvSpPr/>
              <p:nvPr/>
            </p:nvSpPr>
            <p:spPr>
              <a:xfrm>
                <a:off x="8924544" y="1871281"/>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solidFill>
                  <a:schemeClr val="bg1">
                    <a:lumMod val="50000"/>
                  </a:schemeClr>
                </a:solid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0" name="Google Shape;1888;p49">
                <a:extLst>
                  <a:ext uri="{FF2B5EF4-FFF2-40B4-BE49-F238E27FC236}">
                    <a16:creationId xmlns:a16="http://schemas.microsoft.com/office/drawing/2014/main" id="{A17C54C3-19CC-4D42-A574-010D8609349F}"/>
                  </a:ext>
                </a:extLst>
              </p:cNvPr>
              <p:cNvSpPr/>
              <p:nvPr/>
            </p:nvSpPr>
            <p:spPr>
              <a:xfrm>
                <a:off x="8924544" y="1903095"/>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solidFill>
                  <a:schemeClr val="bg1">
                    <a:lumMod val="50000"/>
                  </a:schemeClr>
                </a:solid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1" name="Google Shape;1889;p49">
                <a:extLst>
                  <a:ext uri="{FF2B5EF4-FFF2-40B4-BE49-F238E27FC236}">
                    <a16:creationId xmlns:a16="http://schemas.microsoft.com/office/drawing/2014/main" id="{D72A7ACA-B73B-44D6-B649-8D8C762ADB95}"/>
                  </a:ext>
                </a:extLst>
              </p:cNvPr>
              <p:cNvSpPr/>
              <p:nvPr/>
            </p:nvSpPr>
            <p:spPr>
              <a:xfrm>
                <a:off x="8924544" y="1934908"/>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solidFill>
                  <a:schemeClr val="bg1">
                    <a:lumMod val="50000"/>
                  </a:schemeClr>
                </a:solid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2" name="Google Shape;1890;p49">
                <a:extLst>
                  <a:ext uri="{FF2B5EF4-FFF2-40B4-BE49-F238E27FC236}">
                    <a16:creationId xmlns:a16="http://schemas.microsoft.com/office/drawing/2014/main" id="{6B031FD5-4EEB-40F4-ACB2-2DECE657A141}"/>
                  </a:ext>
                </a:extLst>
              </p:cNvPr>
              <p:cNvSpPr/>
              <p:nvPr/>
            </p:nvSpPr>
            <p:spPr>
              <a:xfrm>
                <a:off x="8924544" y="1966817"/>
                <a:ext cx="120015" cy="11048"/>
              </a:xfrm>
              <a:custGeom>
                <a:avLst/>
                <a:gdLst/>
                <a:ahLst/>
                <a:cxnLst/>
                <a:rect l="l" t="t" r="r" b="b"/>
                <a:pathLst>
                  <a:path w="120015" h="11048" extrusionOk="0">
                    <a:moveTo>
                      <a:pt x="0" y="0"/>
                    </a:moveTo>
                    <a:lnTo>
                      <a:pt x="120015" y="0"/>
                    </a:lnTo>
                    <a:lnTo>
                      <a:pt x="120015" y="11049"/>
                    </a:lnTo>
                    <a:lnTo>
                      <a:pt x="0" y="11049"/>
                    </a:lnTo>
                    <a:close/>
                  </a:path>
                </a:pathLst>
              </a:custGeom>
              <a:solidFill>
                <a:schemeClr val="dk1"/>
              </a:solidFill>
              <a:ln>
                <a:solidFill>
                  <a:schemeClr val="bg1">
                    <a:lumMod val="50000"/>
                  </a:schemeClr>
                </a:solid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204" name="Google Shape;1891;p49">
              <a:extLst>
                <a:ext uri="{FF2B5EF4-FFF2-40B4-BE49-F238E27FC236}">
                  <a16:creationId xmlns:a16="http://schemas.microsoft.com/office/drawing/2014/main" id="{17D7325C-A161-45A3-876C-AF27FBA2A429}"/>
                </a:ext>
              </a:extLst>
            </p:cNvPr>
            <p:cNvGrpSpPr/>
            <p:nvPr/>
          </p:nvGrpSpPr>
          <p:grpSpPr>
            <a:xfrm>
              <a:off x="8450928" y="1331404"/>
              <a:ext cx="342614" cy="473297"/>
              <a:chOff x="9058465" y="1331404"/>
              <a:chExt cx="342614" cy="473297"/>
            </a:xfrm>
          </p:grpSpPr>
          <p:sp>
            <p:nvSpPr>
              <p:cNvPr id="205" name="Google Shape;1892;p49">
                <a:extLst>
                  <a:ext uri="{FF2B5EF4-FFF2-40B4-BE49-F238E27FC236}">
                    <a16:creationId xmlns:a16="http://schemas.microsoft.com/office/drawing/2014/main" id="{512FF54F-F748-4B96-B8D0-909FCA6E6F26}"/>
                  </a:ext>
                </a:extLst>
              </p:cNvPr>
              <p:cNvSpPr/>
              <p:nvPr/>
            </p:nvSpPr>
            <p:spPr>
              <a:xfrm>
                <a:off x="9058465" y="1331404"/>
                <a:ext cx="342614" cy="473297"/>
              </a:xfrm>
              <a:custGeom>
                <a:avLst/>
                <a:gdLst/>
                <a:ahLst/>
                <a:cxnLst/>
                <a:rect l="l" t="t" r="r" b="b"/>
                <a:pathLst>
                  <a:path w="342614" h="473297" extrusionOk="0">
                    <a:moveTo>
                      <a:pt x="0" y="0"/>
                    </a:moveTo>
                    <a:lnTo>
                      <a:pt x="342614" y="0"/>
                    </a:lnTo>
                    <a:lnTo>
                      <a:pt x="342614" y="473297"/>
                    </a:lnTo>
                    <a:lnTo>
                      <a:pt x="0" y="473297"/>
                    </a:lnTo>
                    <a:close/>
                  </a:path>
                </a:pathLst>
              </a:custGeom>
              <a:solidFill>
                <a:schemeClr val="accent5"/>
              </a:solidFill>
              <a:ln>
                <a:solidFill>
                  <a:schemeClr val="bg1">
                    <a:lumMod val="50000"/>
                  </a:schemeClr>
                </a:solid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06" name="Google Shape;1893;p49">
                <a:extLst>
                  <a:ext uri="{FF2B5EF4-FFF2-40B4-BE49-F238E27FC236}">
                    <a16:creationId xmlns:a16="http://schemas.microsoft.com/office/drawing/2014/main" id="{F36D7206-9F73-485B-8FE8-47802EBBB21D}"/>
                  </a:ext>
                </a:extLst>
              </p:cNvPr>
              <p:cNvSpPr/>
              <p:nvPr/>
            </p:nvSpPr>
            <p:spPr>
              <a:xfrm>
                <a:off x="9058465" y="1331404"/>
                <a:ext cx="89344" cy="89535"/>
              </a:xfrm>
              <a:custGeom>
                <a:avLst/>
                <a:gdLst/>
                <a:ahLst/>
                <a:cxnLst/>
                <a:rect l="l" t="t" r="r" b="b"/>
                <a:pathLst>
                  <a:path w="89344" h="89535" extrusionOk="0">
                    <a:moveTo>
                      <a:pt x="89345" y="0"/>
                    </a:moveTo>
                    <a:lnTo>
                      <a:pt x="0" y="0"/>
                    </a:lnTo>
                    <a:lnTo>
                      <a:pt x="0" y="89535"/>
                    </a:lnTo>
                    <a:lnTo>
                      <a:pt x="89345" y="0"/>
                    </a:lnTo>
                    <a:close/>
                  </a:path>
                </a:pathLst>
              </a:custGeom>
              <a:solidFill>
                <a:schemeClr val="dk1"/>
              </a:solidFill>
              <a:ln>
                <a:solidFill>
                  <a:schemeClr val="bg1">
                    <a:lumMod val="50000"/>
                  </a:schemeClr>
                </a:solid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07" name="Google Shape;1894;p49">
                <a:extLst>
                  <a:ext uri="{FF2B5EF4-FFF2-40B4-BE49-F238E27FC236}">
                    <a16:creationId xmlns:a16="http://schemas.microsoft.com/office/drawing/2014/main" id="{F368F293-D4B1-46AF-B119-91350BC5FE65}"/>
                  </a:ext>
                </a:extLst>
              </p:cNvPr>
              <p:cNvSpPr/>
              <p:nvPr/>
            </p:nvSpPr>
            <p:spPr>
              <a:xfrm>
                <a:off x="9130474" y="1384458"/>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solidFill>
                  <a:schemeClr val="bg1">
                    <a:lumMod val="50000"/>
                  </a:schemeClr>
                </a:solid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08" name="Google Shape;1895;p49">
                <a:extLst>
                  <a:ext uri="{FF2B5EF4-FFF2-40B4-BE49-F238E27FC236}">
                    <a16:creationId xmlns:a16="http://schemas.microsoft.com/office/drawing/2014/main" id="{A48BB861-9685-471B-919F-EA442967B350}"/>
                  </a:ext>
                </a:extLst>
              </p:cNvPr>
              <p:cNvSpPr/>
              <p:nvPr/>
            </p:nvSpPr>
            <p:spPr>
              <a:xfrm>
                <a:off x="9130474" y="1416367"/>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solidFill>
                  <a:schemeClr val="bg1">
                    <a:lumMod val="50000"/>
                  </a:schemeClr>
                </a:solid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09" name="Google Shape;1896;p49">
                <a:extLst>
                  <a:ext uri="{FF2B5EF4-FFF2-40B4-BE49-F238E27FC236}">
                    <a16:creationId xmlns:a16="http://schemas.microsoft.com/office/drawing/2014/main" id="{32CA497D-307D-4756-B5D7-E94D5F6DC678}"/>
                  </a:ext>
                </a:extLst>
              </p:cNvPr>
              <p:cNvSpPr/>
              <p:nvPr/>
            </p:nvSpPr>
            <p:spPr>
              <a:xfrm>
                <a:off x="9130474" y="1448181"/>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solidFill>
                  <a:schemeClr val="bg1">
                    <a:lumMod val="50000"/>
                  </a:schemeClr>
                </a:solid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0" name="Google Shape;1897;p49">
                <a:extLst>
                  <a:ext uri="{FF2B5EF4-FFF2-40B4-BE49-F238E27FC236}">
                    <a16:creationId xmlns:a16="http://schemas.microsoft.com/office/drawing/2014/main" id="{D332022A-1CF8-47D4-8D9A-561FAAEDED77}"/>
                  </a:ext>
                </a:extLst>
              </p:cNvPr>
              <p:cNvSpPr/>
              <p:nvPr/>
            </p:nvSpPr>
            <p:spPr>
              <a:xfrm>
                <a:off x="9130474" y="1479994"/>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solidFill>
                  <a:schemeClr val="bg1">
                    <a:lumMod val="50000"/>
                  </a:schemeClr>
                </a:solid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1" name="Google Shape;1898;p49">
                <a:extLst>
                  <a:ext uri="{FF2B5EF4-FFF2-40B4-BE49-F238E27FC236}">
                    <a16:creationId xmlns:a16="http://schemas.microsoft.com/office/drawing/2014/main" id="{1B5146EE-915D-4266-B764-816CA9CB5130}"/>
                  </a:ext>
                </a:extLst>
              </p:cNvPr>
              <p:cNvSpPr/>
              <p:nvPr/>
            </p:nvSpPr>
            <p:spPr>
              <a:xfrm>
                <a:off x="9130474" y="1511808"/>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solidFill>
                  <a:schemeClr val="bg1">
                    <a:lumMod val="50000"/>
                  </a:schemeClr>
                </a:solid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2" name="Google Shape;1899;p49">
                <a:extLst>
                  <a:ext uri="{FF2B5EF4-FFF2-40B4-BE49-F238E27FC236}">
                    <a16:creationId xmlns:a16="http://schemas.microsoft.com/office/drawing/2014/main" id="{A7F2A6A2-32D0-4B86-A491-4C57C86A7D37}"/>
                  </a:ext>
                </a:extLst>
              </p:cNvPr>
              <p:cNvSpPr/>
              <p:nvPr/>
            </p:nvSpPr>
            <p:spPr>
              <a:xfrm>
                <a:off x="9130474" y="1543621"/>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solidFill>
                  <a:schemeClr val="bg1">
                    <a:lumMod val="50000"/>
                  </a:schemeClr>
                </a:solid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3" name="Google Shape;1900;p49">
                <a:extLst>
                  <a:ext uri="{FF2B5EF4-FFF2-40B4-BE49-F238E27FC236}">
                    <a16:creationId xmlns:a16="http://schemas.microsoft.com/office/drawing/2014/main" id="{51978588-C152-432B-9620-24EF19204918}"/>
                  </a:ext>
                </a:extLst>
              </p:cNvPr>
              <p:cNvSpPr/>
              <p:nvPr/>
            </p:nvSpPr>
            <p:spPr>
              <a:xfrm>
                <a:off x="9130474" y="1575530"/>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solidFill>
                  <a:schemeClr val="bg1">
                    <a:lumMod val="50000"/>
                  </a:schemeClr>
                </a:solid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4" name="Google Shape;1901;p49">
                <a:extLst>
                  <a:ext uri="{FF2B5EF4-FFF2-40B4-BE49-F238E27FC236}">
                    <a16:creationId xmlns:a16="http://schemas.microsoft.com/office/drawing/2014/main" id="{1C1C0C85-7A1B-4D04-ABE3-1149A3727D5B}"/>
                  </a:ext>
                </a:extLst>
              </p:cNvPr>
              <p:cNvSpPr/>
              <p:nvPr/>
            </p:nvSpPr>
            <p:spPr>
              <a:xfrm>
                <a:off x="9130474" y="1607343"/>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solidFill>
                  <a:schemeClr val="bg1">
                    <a:lumMod val="50000"/>
                  </a:schemeClr>
                </a:solid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5" name="Google Shape;1902;p49">
                <a:extLst>
                  <a:ext uri="{FF2B5EF4-FFF2-40B4-BE49-F238E27FC236}">
                    <a16:creationId xmlns:a16="http://schemas.microsoft.com/office/drawing/2014/main" id="{FDC21AEF-0503-4817-ACBF-86848D858AA6}"/>
                  </a:ext>
                </a:extLst>
              </p:cNvPr>
              <p:cNvSpPr/>
              <p:nvPr/>
            </p:nvSpPr>
            <p:spPr>
              <a:xfrm>
                <a:off x="9130474" y="1639157"/>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solidFill>
                  <a:schemeClr val="bg1">
                    <a:lumMod val="50000"/>
                  </a:schemeClr>
                </a:solid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6" name="Google Shape;1903;p49">
                <a:extLst>
                  <a:ext uri="{FF2B5EF4-FFF2-40B4-BE49-F238E27FC236}">
                    <a16:creationId xmlns:a16="http://schemas.microsoft.com/office/drawing/2014/main" id="{68CB7FBA-F1A0-4E23-A0F7-294B55399E49}"/>
                  </a:ext>
                </a:extLst>
              </p:cNvPr>
              <p:cNvSpPr/>
              <p:nvPr/>
            </p:nvSpPr>
            <p:spPr>
              <a:xfrm>
                <a:off x="9130474" y="1670970"/>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solidFill>
                  <a:schemeClr val="bg1">
                    <a:lumMod val="50000"/>
                  </a:schemeClr>
                </a:solid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7" name="Google Shape;1904;p49">
                <a:extLst>
                  <a:ext uri="{FF2B5EF4-FFF2-40B4-BE49-F238E27FC236}">
                    <a16:creationId xmlns:a16="http://schemas.microsoft.com/office/drawing/2014/main" id="{A73C9BF8-8DE1-4078-9C5D-503DFBD40844}"/>
                  </a:ext>
                </a:extLst>
              </p:cNvPr>
              <p:cNvSpPr/>
              <p:nvPr/>
            </p:nvSpPr>
            <p:spPr>
              <a:xfrm>
                <a:off x="9130474" y="1702784"/>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solidFill>
                  <a:schemeClr val="bg1">
                    <a:lumMod val="50000"/>
                  </a:schemeClr>
                </a:solid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8" name="Google Shape;1905;p49">
                <a:extLst>
                  <a:ext uri="{FF2B5EF4-FFF2-40B4-BE49-F238E27FC236}">
                    <a16:creationId xmlns:a16="http://schemas.microsoft.com/office/drawing/2014/main" id="{47BC87CD-0DB5-44DB-90B1-57702A03B2E0}"/>
                  </a:ext>
                </a:extLst>
              </p:cNvPr>
              <p:cNvSpPr/>
              <p:nvPr/>
            </p:nvSpPr>
            <p:spPr>
              <a:xfrm>
                <a:off x="9130474" y="1734597"/>
                <a:ext cx="120015" cy="11049"/>
              </a:xfrm>
              <a:custGeom>
                <a:avLst/>
                <a:gdLst/>
                <a:ahLst/>
                <a:cxnLst/>
                <a:rect l="l" t="t" r="r" b="b"/>
                <a:pathLst>
                  <a:path w="120015" h="11049" extrusionOk="0">
                    <a:moveTo>
                      <a:pt x="0" y="0"/>
                    </a:moveTo>
                    <a:lnTo>
                      <a:pt x="120015" y="0"/>
                    </a:lnTo>
                    <a:lnTo>
                      <a:pt x="120015" y="11049"/>
                    </a:lnTo>
                    <a:lnTo>
                      <a:pt x="0" y="11049"/>
                    </a:lnTo>
                    <a:close/>
                  </a:path>
                </a:pathLst>
              </a:custGeom>
              <a:solidFill>
                <a:schemeClr val="dk1"/>
              </a:solidFill>
              <a:ln>
                <a:solidFill>
                  <a:schemeClr val="bg1">
                    <a:lumMod val="50000"/>
                  </a:schemeClr>
                </a:solid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247" name="Google Shape;7535;p62">
            <a:extLst>
              <a:ext uri="{FF2B5EF4-FFF2-40B4-BE49-F238E27FC236}">
                <a16:creationId xmlns:a16="http://schemas.microsoft.com/office/drawing/2014/main" id="{15E69398-51E4-4950-A14B-6649A2203348}"/>
              </a:ext>
            </a:extLst>
          </p:cNvPr>
          <p:cNvGrpSpPr/>
          <p:nvPr/>
        </p:nvGrpSpPr>
        <p:grpSpPr>
          <a:xfrm rot="21019317">
            <a:off x="5604152" y="2533333"/>
            <a:ext cx="983429" cy="1075431"/>
            <a:chOff x="3508282" y="3810341"/>
            <a:chExt cx="351644" cy="351959"/>
          </a:xfrm>
        </p:grpSpPr>
        <p:sp>
          <p:nvSpPr>
            <p:cNvPr id="248" name="Google Shape;7536;p62">
              <a:extLst>
                <a:ext uri="{FF2B5EF4-FFF2-40B4-BE49-F238E27FC236}">
                  <a16:creationId xmlns:a16="http://schemas.microsoft.com/office/drawing/2014/main" id="{0F11DF6C-0C27-4496-A14A-650C6DFB0109}"/>
                </a:ext>
              </a:extLst>
            </p:cNvPr>
            <p:cNvSpPr/>
            <p:nvPr/>
          </p:nvSpPr>
          <p:spPr>
            <a:xfrm>
              <a:off x="3508282" y="3810341"/>
              <a:ext cx="133180" cy="64232"/>
            </a:xfrm>
            <a:custGeom>
              <a:avLst/>
              <a:gdLst/>
              <a:ahLst/>
              <a:cxnLst/>
              <a:rect l="l" t="t" r="r" b="b"/>
              <a:pathLst>
                <a:path w="8895" h="4290" extrusionOk="0">
                  <a:moveTo>
                    <a:pt x="2503" y="1"/>
                  </a:moveTo>
                  <a:cubicBezTo>
                    <a:pt x="1115" y="1"/>
                    <a:pt x="1" y="1115"/>
                    <a:pt x="1" y="2503"/>
                  </a:cubicBezTo>
                  <a:cubicBezTo>
                    <a:pt x="1" y="3491"/>
                    <a:pt x="800" y="4290"/>
                    <a:pt x="1788" y="4290"/>
                  </a:cubicBezTo>
                  <a:cubicBezTo>
                    <a:pt x="2797" y="4290"/>
                    <a:pt x="7191" y="3491"/>
                    <a:pt x="7191" y="2503"/>
                  </a:cubicBezTo>
                  <a:lnTo>
                    <a:pt x="8600" y="2503"/>
                  </a:lnTo>
                  <a:cubicBezTo>
                    <a:pt x="8600" y="1809"/>
                    <a:pt x="8894" y="1178"/>
                    <a:pt x="8432" y="737"/>
                  </a:cubicBezTo>
                  <a:cubicBezTo>
                    <a:pt x="7990" y="274"/>
                    <a:pt x="3197" y="1"/>
                    <a:pt x="2503" y="1"/>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7537;p62">
              <a:extLst>
                <a:ext uri="{FF2B5EF4-FFF2-40B4-BE49-F238E27FC236}">
                  <a16:creationId xmlns:a16="http://schemas.microsoft.com/office/drawing/2014/main" id="{31922900-4396-4E9B-A9D9-431B214FE023}"/>
                </a:ext>
              </a:extLst>
            </p:cNvPr>
            <p:cNvSpPr/>
            <p:nvPr/>
          </p:nvSpPr>
          <p:spPr>
            <a:xfrm>
              <a:off x="3535053" y="3847802"/>
              <a:ext cx="58872" cy="26771"/>
            </a:xfrm>
            <a:custGeom>
              <a:avLst/>
              <a:gdLst/>
              <a:ahLst/>
              <a:cxnLst/>
              <a:rect l="l" t="t" r="r" b="b"/>
              <a:pathLst>
                <a:path w="3932" h="1788" extrusionOk="0">
                  <a:moveTo>
                    <a:pt x="1808" y="1"/>
                  </a:moveTo>
                  <a:cubicBezTo>
                    <a:pt x="1808" y="989"/>
                    <a:pt x="1009" y="1788"/>
                    <a:pt x="0" y="1788"/>
                  </a:cubicBezTo>
                  <a:lnTo>
                    <a:pt x="3932" y="1788"/>
                  </a:lnTo>
                  <a:lnTo>
                    <a:pt x="3932" y="1"/>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7538;p62">
              <a:extLst>
                <a:ext uri="{FF2B5EF4-FFF2-40B4-BE49-F238E27FC236}">
                  <a16:creationId xmlns:a16="http://schemas.microsoft.com/office/drawing/2014/main" id="{ABF1CC08-A013-4709-B7FE-E3C08FC767DB}"/>
                </a:ext>
              </a:extLst>
            </p:cNvPr>
            <p:cNvSpPr/>
            <p:nvPr/>
          </p:nvSpPr>
          <p:spPr>
            <a:xfrm>
              <a:off x="3545743" y="3810341"/>
              <a:ext cx="239261" cy="351959"/>
            </a:xfrm>
            <a:custGeom>
              <a:avLst/>
              <a:gdLst/>
              <a:ahLst/>
              <a:cxnLst/>
              <a:rect l="l" t="t" r="r" b="b"/>
              <a:pathLst>
                <a:path w="15980" h="23507" extrusionOk="0">
                  <a:moveTo>
                    <a:pt x="1" y="1"/>
                  </a:moveTo>
                  <a:cubicBezTo>
                    <a:pt x="653" y="1"/>
                    <a:pt x="1304" y="253"/>
                    <a:pt x="1767" y="737"/>
                  </a:cubicBezTo>
                  <a:cubicBezTo>
                    <a:pt x="1872" y="821"/>
                    <a:pt x="1956" y="926"/>
                    <a:pt x="2040" y="1031"/>
                  </a:cubicBezTo>
                  <a:cubicBezTo>
                    <a:pt x="2335" y="1451"/>
                    <a:pt x="2503" y="1977"/>
                    <a:pt x="2503" y="2503"/>
                  </a:cubicBezTo>
                  <a:lnTo>
                    <a:pt x="2503" y="21004"/>
                  </a:lnTo>
                  <a:cubicBezTo>
                    <a:pt x="2503" y="22371"/>
                    <a:pt x="3617" y="23506"/>
                    <a:pt x="5005" y="23506"/>
                  </a:cubicBezTo>
                  <a:lnTo>
                    <a:pt x="8747" y="23506"/>
                  </a:lnTo>
                  <a:cubicBezTo>
                    <a:pt x="9209" y="23065"/>
                    <a:pt x="11312" y="23212"/>
                    <a:pt x="11312" y="22539"/>
                  </a:cubicBezTo>
                  <a:lnTo>
                    <a:pt x="15979" y="19217"/>
                  </a:lnTo>
                  <a:lnTo>
                    <a:pt x="15979" y="2503"/>
                  </a:lnTo>
                  <a:cubicBezTo>
                    <a:pt x="15979" y="1115"/>
                    <a:pt x="14865" y="1"/>
                    <a:pt x="13477"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7539;p62">
              <a:extLst>
                <a:ext uri="{FF2B5EF4-FFF2-40B4-BE49-F238E27FC236}">
                  <a16:creationId xmlns:a16="http://schemas.microsoft.com/office/drawing/2014/main" id="{08739958-F731-4425-8A87-23B53F230B43}"/>
                </a:ext>
              </a:extLst>
            </p:cNvPr>
            <p:cNvSpPr/>
            <p:nvPr/>
          </p:nvSpPr>
          <p:spPr>
            <a:xfrm>
              <a:off x="3583205" y="4082317"/>
              <a:ext cx="201799" cy="79983"/>
            </a:xfrm>
            <a:custGeom>
              <a:avLst/>
              <a:gdLst/>
              <a:ahLst/>
              <a:cxnLst/>
              <a:rect l="l" t="t" r="r" b="b"/>
              <a:pathLst>
                <a:path w="13478" h="5342" extrusionOk="0">
                  <a:moveTo>
                    <a:pt x="1" y="1"/>
                  </a:moveTo>
                  <a:lnTo>
                    <a:pt x="1" y="2839"/>
                  </a:lnTo>
                  <a:cubicBezTo>
                    <a:pt x="1" y="4206"/>
                    <a:pt x="1115" y="5341"/>
                    <a:pt x="2503" y="5341"/>
                  </a:cubicBezTo>
                  <a:lnTo>
                    <a:pt x="6245" y="5341"/>
                  </a:lnTo>
                  <a:cubicBezTo>
                    <a:pt x="6707" y="4900"/>
                    <a:pt x="8810" y="5047"/>
                    <a:pt x="8810" y="4374"/>
                  </a:cubicBezTo>
                  <a:lnTo>
                    <a:pt x="13477" y="1052"/>
                  </a:lnTo>
                  <a:lnTo>
                    <a:pt x="13477" y="1"/>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7540;p62">
              <a:extLst>
                <a:ext uri="{FF2B5EF4-FFF2-40B4-BE49-F238E27FC236}">
                  <a16:creationId xmlns:a16="http://schemas.microsoft.com/office/drawing/2014/main" id="{0A226CBB-AF22-4FB1-895A-AA3192C501BE}"/>
                </a:ext>
              </a:extLst>
            </p:cNvPr>
            <p:cNvSpPr/>
            <p:nvPr/>
          </p:nvSpPr>
          <p:spPr>
            <a:xfrm>
              <a:off x="3545429" y="3810341"/>
              <a:ext cx="232328" cy="15437"/>
            </a:xfrm>
            <a:custGeom>
              <a:avLst/>
              <a:gdLst/>
              <a:ahLst/>
              <a:cxnLst/>
              <a:rect l="l" t="t" r="r" b="b"/>
              <a:pathLst>
                <a:path w="15517" h="1031" extrusionOk="0">
                  <a:moveTo>
                    <a:pt x="1" y="1"/>
                  </a:moveTo>
                  <a:cubicBezTo>
                    <a:pt x="674" y="1"/>
                    <a:pt x="1304" y="253"/>
                    <a:pt x="1788" y="737"/>
                  </a:cubicBezTo>
                  <a:cubicBezTo>
                    <a:pt x="1872" y="821"/>
                    <a:pt x="1956" y="926"/>
                    <a:pt x="2040" y="1031"/>
                  </a:cubicBezTo>
                  <a:lnTo>
                    <a:pt x="15517" y="1031"/>
                  </a:lnTo>
                  <a:cubicBezTo>
                    <a:pt x="15054" y="379"/>
                    <a:pt x="14297" y="1"/>
                    <a:pt x="13498"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 name="Google Shape;7541;p62">
              <a:extLst>
                <a:ext uri="{FF2B5EF4-FFF2-40B4-BE49-F238E27FC236}">
                  <a16:creationId xmlns:a16="http://schemas.microsoft.com/office/drawing/2014/main" id="{A9F02CF2-B6EF-4573-86B5-6B16296A0FB6}"/>
                </a:ext>
              </a:extLst>
            </p:cNvPr>
            <p:cNvSpPr/>
            <p:nvPr/>
          </p:nvSpPr>
          <p:spPr>
            <a:xfrm>
              <a:off x="3620666" y="4097753"/>
              <a:ext cx="239261" cy="64546"/>
            </a:xfrm>
            <a:custGeom>
              <a:avLst/>
              <a:gdLst/>
              <a:ahLst/>
              <a:cxnLst/>
              <a:rect l="l" t="t" r="r" b="b"/>
              <a:pathLst>
                <a:path w="15980" h="4311" extrusionOk="0">
                  <a:moveTo>
                    <a:pt x="715" y="0"/>
                  </a:moveTo>
                  <a:cubicBezTo>
                    <a:pt x="1704" y="0"/>
                    <a:pt x="2503" y="820"/>
                    <a:pt x="2503" y="1808"/>
                  </a:cubicBezTo>
                  <a:cubicBezTo>
                    <a:pt x="2503" y="2355"/>
                    <a:pt x="2313" y="2901"/>
                    <a:pt x="1977" y="3343"/>
                  </a:cubicBezTo>
                  <a:cubicBezTo>
                    <a:pt x="1914" y="3406"/>
                    <a:pt x="1851" y="3490"/>
                    <a:pt x="1767" y="3574"/>
                  </a:cubicBezTo>
                  <a:cubicBezTo>
                    <a:pt x="1304" y="4037"/>
                    <a:pt x="673" y="4310"/>
                    <a:pt x="1" y="4310"/>
                  </a:cubicBezTo>
                  <a:lnTo>
                    <a:pt x="13477" y="4310"/>
                  </a:lnTo>
                  <a:cubicBezTo>
                    <a:pt x="14129" y="4310"/>
                    <a:pt x="14760" y="4037"/>
                    <a:pt x="15243" y="3574"/>
                  </a:cubicBezTo>
                  <a:cubicBezTo>
                    <a:pt x="15306" y="3490"/>
                    <a:pt x="15390" y="3406"/>
                    <a:pt x="15454" y="3343"/>
                  </a:cubicBezTo>
                  <a:cubicBezTo>
                    <a:pt x="15790" y="2901"/>
                    <a:pt x="15979" y="2355"/>
                    <a:pt x="15979" y="1808"/>
                  </a:cubicBezTo>
                  <a:cubicBezTo>
                    <a:pt x="15979" y="820"/>
                    <a:pt x="15180" y="21"/>
                    <a:pt x="14192" y="0"/>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 name="Google Shape;7542;p62">
              <a:extLst>
                <a:ext uri="{FF2B5EF4-FFF2-40B4-BE49-F238E27FC236}">
                  <a16:creationId xmlns:a16="http://schemas.microsoft.com/office/drawing/2014/main" id="{BF290920-F349-4851-8729-24AA7A54C087}"/>
                </a:ext>
              </a:extLst>
            </p:cNvPr>
            <p:cNvSpPr/>
            <p:nvPr/>
          </p:nvSpPr>
          <p:spPr>
            <a:xfrm>
              <a:off x="3620666" y="4147791"/>
              <a:ext cx="231385" cy="14508"/>
            </a:xfrm>
            <a:custGeom>
              <a:avLst/>
              <a:gdLst/>
              <a:ahLst/>
              <a:cxnLst/>
              <a:rect l="l" t="t" r="r" b="b"/>
              <a:pathLst>
                <a:path w="15454" h="969" extrusionOk="0">
                  <a:moveTo>
                    <a:pt x="1977" y="1"/>
                  </a:moveTo>
                  <a:cubicBezTo>
                    <a:pt x="1914" y="64"/>
                    <a:pt x="1851" y="148"/>
                    <a:pt x="1767" y="232"/>
                  </a:cubicBezTo>
                  <a:cubicBezTo>
                    <a:pt x="1304" y="695"/>
                    <a:pt x="673" y="968"/>
                    <a:pt x="1" y="968"/>
                  </a:cubicBezTo>
                  <a:lnTo>
                    <a:pt x="13477" y="968"/>
                  </a:lnTo>
                  <a:cubicBezTo>
                    <a:pt x="14129" y="968"/>
                    <a:pt x="14760" y="695"/>
                    <a:pt x="15243" y="232"/>
                  </a:cubicBezTo>
                  <a:cubicBezTo>
                    <a:pt x="15306" y="148"/>
                    <a:pt x="15390" y="64"/>
                    <a:pt x="15454"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7543;p62">
              <a:extLst>
                <a:ext uri="{FF2B5EF4-FFF2-40B4-BE49-F238E27FC236}">
                  <a16:creationId xmlns:a16="http://schemas.microsoft.com/office/drawing/2014/main" id="{758FDBCF-DA30-49AC-9132-F7A371BBD094}"/>
                </a:ext>
              </a:extLst>
            </p:cNvPr>
            <p:cNvSpPr/>
            <p:nvPr/>
          </p:nvSpPr>
          <p:spPr>
            <a:xfrm>
              <a:off x="3604301" y="4097753"/>
              <a:ext cx="53841" cy="27085"/>
            </a:xfrm>
            <a:custGeom>
              <a:avLst/>
              <a:gdLst/>
              <a:ahLst/>
              <a:cxnLst/>
              <a:rect l="l" t="t" r="r" b="b"/>
              <a:pathLst>
                <a:path w="3596" h="1809" extrusionOk="0">
                  <a:moveTo>
                    <a:pt x="1787" y="0"/>
                  </a:moveTo>
                  <a:cubicBezTo>
                    <a:pt x="799" y="0"/>
                    <a:pt x="0" y="820"/>
                    <a:pt x="0" y="1808"/>
                  </a:cubicBezTo>
                  <a:lnTo>
                    <a:pt x="3596" y="1808"/>
                  </a:lnTo>
                  <a:cubicBezTo>
                    <a:pt x="3575" y="820"/>
                    <a:pt x="2776" y="0"/>
                    <a:pt x="1787"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7544;p62">
              <a:extLst>
                <a:ext uri="{FF2B5EF4-FFF2-40B4-BE49-F238E27FC236}">
                  <a16:creationId xmlns:a16="http://schemas.microsoft.com/office/drawing/2014/main" id="{0E6BF499-A538-400E-B7E8-07E8F9F93910}"/>
                </a:ext>
              </a:extLst>
            </p:cNvPr>
            <p:cNvSpPr/>
            <p:nvPr/>
          </p:nvSpPr>
          <p:spPr>
            <a:xfrm>
              <a:off x="3606187" y="3867401"/>
              <a:ext cx="159292" cy="25124"/>
            </a:xfrm>
            <a:custGeom>
              <a:avLst/>
              <a:gdLst/>
              <a:ahLst/>
              <a:cxnLst/>
              <a:rect l="l" t="t" r="r" b="b"/>
              <a:pathLst>
                <a:path w="10639" h="1678" extrusionOk="0">
                  <a:moveTo>
                    <a:pt x="4353" y="0"/>
                  </a:moveTo>
                  <a:cubicBezTo>
                    <a:pt x="3901" y="0"/>
                    <a:pt x="3449" y="195"/>
                    <a:pt x="3133" y="584"/>
                  </a:cubicBezTo>
                  <a:cubicBezTo>
                    <a:pt x="2954" y="836"/>
                    <a:pt x="2681" y="962"/>
                    <a:pt x="2410" y="962"/>
                  </a:cubicBezTo>
                  <a:cubicBezTo>
                    <a:pt x="2140" y="962"/>
                    <a:pt x="1872" y="836"/>
                    <a:pt x="1703" y="584"/>
                  </a:cubicBezTo>
                  <a:cubicBezTo>
                    <a:pt x="1388" y="226"/>
                    <a:pt x="947" y="16"/>
                    <a:pt x="484" y="16"/>
                  </a:cubicBezTo>
                  <a:cubicBezTo>
                    <a:pt x="477" y="16"/>
                    <a:pt x="471" y="16"/>
                    <a:pt x="464" y="16"/>
                  </a:cubicBezTo>
                  <a:cubicBezTo>
                    <a:pt x="1" y="16"/>
                    <a:pt x="7" y="731"/>
                    <a:pt x="484" y="731"/>
                  </a:cubicBezTo>
                  <a:cubicBezTo>
                    <a:pt x="757" y="731"/>
                    <a:pt x="1031" y="878"/>
                    <a:pt x="1199" y="1109"/>
                  </a:cubicBezTo>
                  <a:cubicBezTo>
                    <a:pt x="1514" y="1488"/>
                    <a:pt x="1966" y="1677"/>
                    <a:pt x="2418" y="1677"/>
                  </a:cubicBezTo>
                  <a:cubicBezTo>
                    <a:pt x="2870" y="1677"/>
                    <a:pt x="3322" y="1488"/>
                    <a:pt x="3638" y="1109"/>
                  </a:cubicBezTo>
                  <a:cubicBezTo>
                    <a:pt x="3806" y="857"/>
                    <a:pt x="4079" y="731"/>
                    <a:pt x="4353" y="731"/>
                  </a:cubicBezTo>
                  <a:cubicBezTo>
                    <a:pt x="4626" y="731"/>
                    <a:pt x="4899" y="857"/>
                    <a:pt x="5067" y="1109"/>
                  </a:cubicBezTo>
                  <a:cubicBezTo>
                    <a:pt x="5383" y="1488"/>
                    <a:pt x="5835" y="1677"/>
                    <a:pt x="6287" y="1677"/>
                  </a:cubicBezTo>
                  <a:cubicBezTo>
                    <a:pt x="6739" y="1677"/>
                    <a:pt x="7191" y="1488"/>
                    <a:pt x="7506" y="1109"/>
                  </a:cubicBezTo>
                  <a:cubicBezTo>
                    <a:pt x="7685" y="857"/>
                    <a:pt x="7958" y="731"/>
                    <a:pt x="8229" y="731"/>
                  </a:cubicBezTo>
                  <a:cubicBezTo>
                    <a:pt x="8500" y="731"/>
                    <a:pt x="8768" y="857"/>
                    <a:pt x="8936" y="1109"/>
                  </a:cubicBezTo>
                  <a:cubicBezTo>
                    <a:pt x="9251" y="1467"/>
                    <a:pt x="9693" y="1677"/>
                    <a:pt x="10176" y="1677"/>
                  </a:cubicBezTo>
                  <a:cubicBezTo>
                    <a:pt x="10639" y="1677"/>
                    <a:pt x="10639" y="962"/>
                    <a:pt x="10176" y="962"/>
                  </a:cubicBezTo>
                  <a:cubicBezTo>
                    <a:pt x="9882" y="962"/>
                    <a:pt x="9609" y="815"/>
                    <a:pt x="9461" y="584"/>
                  </a:cubicBezTo>
                  <a:cubicBezTo>
                    <a:pt x="9136" y="195"/>
                    <a:pt x="8678" y="0"/>
                    <a:pt x="8224" y="0"/>
                  </a:cubicBezTo>
                  <a:cubicBezTo>
                    <a:pt x="7769" y="0"/>
                    <a:pt x="7317" y="195"/>
                    <a:pt x="7002" y="584"/>
                  </a:cubicBezTo>
                  <a:cubicBezTo>
                    <a:pt x="6833" y="836"/>
                    <a:pt x="6565" y="962"/>
                    <a:pt x="6295" y="962"/>
                  </a:cubicBezTo>
                  <a:cubicBezTo>
                    <a:pt x="6024" y="962"/>
                    <a:pt x="5751" y="836"/>
                    <a:pt x="5572" y="584"/>
                  </a:cubicBezTo>
                  <a:cubicBezTo>
                    <a:pt x="5257" y="195"/>
                    <a:pt x="4805" y="0"/>
                    <a:pt x="4353"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7545;p62">
              <a:extLst>
                <a:ext uri="{FF2B5EF4-FFF2-40B4-BE49-F238E27FC236}">
                  <a16:creationId xmlns:a16="http://schemas.microsoft.com/office/drawing/2014/main" id="{2996F18B-04CC-433C-B873-503C53BA147E}"/>
                </a:ext>
              </a:extLst>
            </p:cNvPr>
            <p:cNvSpPr/>
            <p:nvPr/>
          </p:nvSpPr>
          <p:spPr>
            <a:xfrm>
              <a:off x="3606187" y="3904159"/>
              <a:ext cx="159292" cy="25184"/>
            </a:xfrm>
            <a:custGeom>
              <a:avLst/>
              <a:gdLst/>
              <a:ahLst/>
              <a:cxnLst/>
              <a:rect l="l" t="t" r="r" b="b"/>
              <a:pathLst>
                <a:path w="10639" h="1682" extrusionOk="0">
                  <a:moveTo>
                    <a:pt x="484" y="0"/>
                  </a:moveTo>
                  <a:cubicBezTo>
                    <a:pt x="1" y="0"/>
                    <a:pt x="1" y="736"/>
                    <a:pt x="484" y="736"/>
                  </a:cubicBezTo>
                  <a:cubicBezTo>
                    <a:pt x="757" y="736"/>
                    <a:pt x="1031" y="883"/>
                    <a:pt x="1199" y="1093"/>
                  </a:cubicBezTo>
                  <a:cubicBezTo>
                    <a:pt x="1514" y="1482"/>
                    <a:pt x="1966" y="1677"/>
                    <a:pt x="2418" y="1677"/>
                  </a:cubicBezTo>
                  <a:cubicBezTo>
                    <a:pt x="2870" y="1677"/>
                    <a:pt x="3322" y="1482"/>
                    <a:pt x="3638" y="1093"/>
                  </a:cubicBezTo>
                  <a:cubicBezTo>
                    <a:pt x="3806" y="852"/>
                    <a:pt x="4079" y="731"/>
                    <a:pt x="4353" y="731"/>
                  </a:cubicBezTo>
                  <a:cubicBezTo>
                    <a:pt x="4626" y="731"/>
                    <a:pt x="4899" y="852"/>
                    <a:pt x="5067" y="1093"/>
                  </a:cubicBezTo>
                  <a:cubicBezTo>
                    <a:pt x="5383" y="1482"/>
                    <a:pt x="5835" y="1677"/>
                    <a:pt x="6287" y="1677"/>
                  </a:cubicBezTo>
                  <a:cubicBezTo>
                    <a:pt x="6739" y="1677"/>
                    <a:pt x="7191" y="1482"/>
                    <a:pt x="7506" y="1093"/>
                  </a:cubicBezTo>
                  <a:cubicBezTo>
                    <a:pt x="7685" y="852"/>
                    <a:pt x="7958" y="731"/>
                    <a:pt x="8229" y="731"/>
                  </a:cubicBezTo>
                  <a:cubicBezTo>
                    <a:pt x="8500" y="731"/>
                    <a:pt x="8768" y="852"/>
                    <a:pt x="8936" y="1093"/>
                  </a:cubicBezTo>
                  <a:cubicBezTo>
                    <a:pt x="9251" y="1472"/>
                    <a:pt x="9693" y="1682"/>
                    <a:pt x="10176" y="1682"/>
                  </a:cubicBezTo>
                  <a:cubicBezTo>
                    <a:pt x="10639" y="1682"/>
                    <a:pt x="10639" y="967"/>
                    <a:pt x="10176" y="967"/>
                  </a:cubicBezTo>
                  <a:cubicBezTo>
                    <a:pt x="9882" y="967"/>
                    <a:pt x="9609" y="820"/>
                    <a:pt x="9461" y="589"/>
                  </a:cubicBezTo>
                  <a:cubicBezTo>
                    <a:pt x="9136" y="200"/>
                    <a:pt x="8678" y="5"/>
                    <a:pt x="8224" y="5"/>
                  </a:cubicBezTo>
                  <a:cubicBezTo>
                    <a:pt x="7769" y="5"/>
                    <a:pt x="7317" y="200"/>
                    <a:pt x="7002" y="589"/>
                  </a:cubicBezTo>
                  <a:cubicBezTo>
                    <a:pt x="6833" y="841"/>
                    <a:pt x="6565" y="967"/>
                    <a:pt x="6295" y="967"/>
                  </a:cubicBezTo>
                  <a:cubicBezTo>
                    <a:pt x="6024" y="967"/>
                    <a:pt x="5751" y="841"/>
                    <a:pt x="5572" y="589"/>
                  </a:cubicBezTo>
                  <a:cubicBezTo>
                    <a:pt x="5257" y="200"/>
                    <a:pt x="4805" y="5"/>
                    <a:pt x="4353" y="5"/>
                  </a:cubicBezTo>
                  <a:cubicBezTo>
                    <a:pt x="3901" y="5"/>
                    <a:pt x="3449" y="200"/>
                    <a:pt x="3133" y="589"/>
                  </a:cubicBezTo>
                  <a:cubicBezTo>
                    <a:pt x="2954" y="841"/>
                    <a:pt x="2681" y="967"/>
                    <a:pt x="2410" y="967"/>
                  </a:cubicBezTo>
                  <a:cubicBezTo>
                    <a:pt x="2140" y="967"/>
                    <a:pt x="1872" y="841"/>
                    <a:pt x="1703" y="589"/>
                  </a:cubicBezTo>
                  <a:cubicBezTo>
                    <a:pt x="1388" y="231"/>
                    <a:pt x="947" y="21"/>
                    <a:pt x="484"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7546;p62">
              <a:extLst>
                <a:ext uri="{FF2B5EF4-FFF2-40B4-BE49-F238E27FC236}">
                  <a16:creationId xmlns:a16="http://schemas.microsoft.com/office/drawing/2014/main" id="{AF80C7E9-18EC-4EE1-9283-444532C66B14}"/>
                </a:ext>
              </a:extLst>
            </p:cNvPr>
            <p:cNvSpPr/>
            <p:nvPr/>
          </p:nvSpPr>
          <p:spPr>
            <a:xfrm>
              <a:off x="3606187" y="3940976"/>
              <a:ext cx="159292" cy="25199"/>
            </a:xfrm>
            <a:custGeom>
              <a:avLst/>
              <a:gdLst/>
              <a:ahLst/>
              <a:cxnLst/>
              <a:rect l="l" t="t" r="r" b="b"/>
              <a:pathLst>
                <a:path w="10639" h="1683" extrusionOk="0">
                  <a:moveTo>
                    <a:pt x="484" y="1"/>
                  </a:moveTo>
                  <a:cubicBezTo>
                    <a:pt x="1" y="1"/>
                    <a:pt x="1" y="737"/>
                    <a:pt x="484" y="737"/>
                  </a:cubicBezTo>
                  <a:cubicBezTo>
                    <a:pt x="757" y="737"/>
                    <a:pt x="1031" y="884"/>
                    <a:pt x="1199" y="1094"/>
                  </a:cubicBezTo>
                  <a:cubicBezTo>
                    <a:pt x="1514" y="1483"/>
                    <a:pt x="1966" y="1678"/>
                    <a:pt x="2418" y="1678"/>
                  </a:cubicBezTo>
                  <a:cubicBezTo>
                    <a:pt x="2870" y="1678"/>
                    <a:pt x="3322" y="1483"/>
                    <a:pt x="3638" y="1094"/>
                  </a:cubicBezTo>
                  <a:cubicBezTo>
                    <a:pt x="3806" y="852"/>
                    <a:pt x="4079" y="732"/>
                    <a:pt x="4353" y="732"/>
                  </a:cubicBezTo>
                  <a:cubicBezTo>
                    <a:pt x="4626" y="732"/>
                    <a:pt x="4899" y="852"/>
                    <a:pt x="5067" y="1094"/>
                  </a:cubicBezTo>
                  <a:cubicBezTo>
                    <a:pt x="5383" y="1483"/>
                    <a:pt x="5835" y="1678"/>
                    <a:pt x="6287" y="1678"/>
                  </a:cubicBezTo>
                  <a:cubicBezTo>
                    <a:pt x="6739" y="1678"/>
                    <a:pt x="7191" y="1483"/>
                    <a:pt x="7506" y="1094"/>
                  </a:cubicBezTo>
                  <a:cubicBezTo>
                    <a:pt x="7685" y="852"/>
                    <a:pt x="7958" y="732"/>
                    <a:pt x="8229" y="732"/>
                  </a:cubicBezTo>
                  <a:cubicBezTo>
                    <a:pt x="8500" y="732"/>
                    <a:pt x="8768" y="852"/>
                    <a:pt x="8936" y="1094"/>
                  </a:cubicBezTo>
                  <a:cubicBezTo>
                    <a:pt x="9251" y="1473"/>
                    <a:pt x="9693" y="1683"/>
                    <a:pt x="10176" y="1683"/>
                  </a:cubicBezTo>
                  <a:cubicBezTo>
                    <a:pt x="10639" y="1683"/>
                    <a:pt x="10639" y="968"/>
                    <a:pt x="10176" y="968"/>
                  </a:cubicBezTo>
                  <a:cubicBezTo>
                    <a:pt x="9882" y="968"/>
                    <a:pt x="9609" y="821"/>
                    <a:pt x="9461" y="590"/>
                  </a:cubicBezTo>
                  <a:cubicBezTo>
                    <a:pt x="9136" y="201"/>
                    <a:pt x="8678" y="6"/>
                    <a:pt x="8224" y="6"/>
                  </a:cubicBezTo>
                  <a:cubicBezTo>
                    <a:pt x="7769" y="6"/>
                    <a:pt x="7317" y="201"/>
                    <a:pt x="7002" y="590"/>
                  </a:cubicBezTo>
                  <a:cubicBezTo>
                    <a:pt x="6833" y="842"/>
                    <a:pt x="6565" y="968"/>
                    <a:pt x="6295" y="968"/>
                  </a:cubicBezTo>
                  <a:cubicBezTo>
                    <a:pt x="6024" y="968"/>
                    <a:pt x="5751" y="842"/>
                    <a:pt x="5572" y="590"/>
                  </a:cubicBezTo>
                  <a:cubicBezTo>
                    <a:pt x="5257" y="201"/>
                    <a:pt x="4805" y="6"/>
                    <a:pt x="4353" y="6"/>
                  </a:cubicBezTo>
                  <a:cubicBezTo>
                    <a:pt x="3901" y="6"/>
                    <a:pt x="3449" y="201"/>
                    <a:pt x="3133" y="590"/>
                  </a:cubicBezTo>
                  <a:cubicBezTo>
                    <a:pt x="2954" y="842"/>
                    <a:pt x="2681" y="968"/>
                    <a:pt x="2410" y="968"/>
                  </a:cubicBezTo>
                  <a:cubicBezTo>
                    <a:pt x="2140" y="968"/>
                    <a:pt x="1872" y="842"/>
                    <a:pt x="1703" y="590"/>
                  </a:cubicBezTo>
                  <a:cubicBezTo>
                    <a:pt x="1388" y="232"/>
                    <a:pt x="947" y="22"/>
                    <a:pt x="484"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 name="Google Shape;7547;p62">
              <a:extLst>
                <a:ext uri="{FF2B5EF4-FFF2-40B4-BE49-F238E27FC236}">
                  <a16:creationId xmlns:a16="http://schemas.microsoft.com/office/drawing/2014/main" id="{8D43330E-68E6-4A79-B042-75EB0F5402DD}"/>
                </a:ext>
              </a:extLst>
            </p:cNvPr>
            <p:cNvSpPr/>
            <p:nvPr/>
          </p:nvSpPr>
          <p:spPr>
            <a:xfrm>
              <a:off x="3711639" y="3882434"/>
              <a:ext cx="147030" cy="147015"/>
            </a:xfrm>
            <a:custGeom>
              <a:avLst/>
              <a:gdLst/>
              <a:ahLst/>
              <a:cxnLst/>
              <a:rect l="l" t="t" r="r" b="b"/>
              <a:pathLst>
                <a:path w="9820" h="9819" extrusionOk="0">
                  <a:moveTo>
                    <a:pt x="9819" y="0"/>
                  </a:moveTo>
                  <a:cubicBezTo>
                    <a:pt x="6665" y="169"/>
                    <a:pt x="3953" y="1220"/>
                    <a:pt x="1977" y="3196"/>
                  </a:cubicBezTo>
                  <a:cubicBezTo>
                    <a:pt x="1" y="5193"/>
                    <a:pt x="421" y="6434"/>
                    <a:pt x="232" y="9587"/>
                  </a:cubicBezTo>
                  <a:cubicBezTo>
                    <a:pt x="3407" y="9398"/>
                    <a:pt x="4647" y="9819"/>
                    <a:pt x="6623" y="7842"/>
                  </a:cubicBezTo>
                  <a:cubicBezTo>
                    <a:pt x="7107" y="7359"/>
                    <a:pt x="7548" y="6812"/>
                    <a:pt x="7927" y="6245"/>
                  </a:cubicBezTo>
                  <a:lnTo>
                    <a:pt x="6203" y="5950"/>
                  </a:lnTo>
                  <a:lnTo>
                    <a:pt x="6224" y="5929"/>
                  </a:lnTo>
                  <a:cubicBezTo>
                    <a:pt x="8326" y="4668"/>
                    <a:pt x="9672" y="2460"/>
                    <a:pt x="9819" y="42"/>
                  </a:cubicBezTo>
                  <a:lnTo>
                    <a:pt x="9819" y="0"/>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7548;p62">
              <a:extLst>
                <a:ext uri="{FF2B5EF4-FFF2-40B4-BE49-F238E27FC236}">
                  <a16:creationId xmlns:a16="http://schemas.microsoft.com/office/drawing/2014/main" id="{DAAB2E81-E862-4CD2-9791-B9D0556AB3B5}"/>
                </a:ext>
              </a:extLst>
            </p:cNvPr>
            <p:cNvSpPr/>
            <p:nvPr/>
          </p:nvSpPr>
          <p:spPr>
            <a:xfrm>
              <a:off x="3682996" y="3930915"/>
              <a:ext cx="127191" cy="127176"/>
            </a:xfrm>
            <a:custGeom>
              <a:avLst/>
              <a:gdLst/>
              <a:ahLst/>
              <a:cxnLst/>
              <a:rect l="l" t="t" r="r" b="b"/>
              <a:pathLst>
                <a:path w="8495" h="8494" extrusionOk="0">
                  <a:moveTo>
                    <a:pt x="8494" y="0"/>
                  </a:moveTo>
                  <a:lnTo>
                    <a:pt x="8494" y="0"/>
                  </a:lnTo>
                  <a:cubicBezTo>
                    <a:pt x="4983" y="2061"/>
                    <a:pt x="2061" y="4983"/>
                    <a:pt x="0" y="8494"/>
                  </a:cubicBezTo>
                  <a:cubicBezTo>
                    <a:pt x="3512" y="6434"/>
                    <a:pt x="6434" y="3511"/>
                    <a:pt x="8494"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48"/>
        <p:cNvGrpSpPr/>
        <p:nvPr/>
      </p:nvGrpSpPr>
      <p:grpSpPr>
        <a:xfrm>
          <a:off x="0" y="0"/>
          <a:ext cx="0" cy="0"/>
          <a:chOff x="0" y="0"/>
          <a:chExt cx="0" cy="0"/>
        </a:xfrm>
      </p:grpSpPr>
      <p:sp>
        <p:nvSpPr>
          <p:cNvPr id="949" name="Google Shape;949;p3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a:latin typeface="Bahnschrift SemiCondensed" panose="020B0502040204020203" pitchFamily="34" charset="0"/>
              </a:rPr>
              <a:t>Проблемы</a:t>
            </a:r>
            <a:endParaRPr dirty="0">
              <a:latin typeface="Bahnschrift SemiCondensed" panose="020B0502040204020203" pitchFamily="34" charset="0"/>
            </a:endParaRPr>
          </a:p>
        </p:txBody>
      </p:sp>
      <p:sp>
        <p:nvSpPr>
          <p:cNvPr id="951" name="Google Shape;951;p30"/>
          <p:cNvSpPr txBox="1">
            <a:spLocks noGrp="1"/>
          </p:cNvSpPr>
          <p:nvPr>
            <p:ph type="title" idx="3"/>
          </p:nvPr>
        </p:nvSpPr>
        <p:spPr>
          <a:xfrm>
            <a:off x="1100975" y="2789203"/>
            <a:ext cx="7347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04</a:t>
            </a:r>
            <a:endParaRPr/>
          </a:p>
        </p:txBody>
      </p:sp>
      <p:sp>
        <p:nvSpPr>
          <p:cNvPr id="952" name="Google Shape;952;p30"/>
          <p:cNvSpPr txBox="1">
            <a:spLocks noGrp="1"/>
          </p:cNvSpPr>
          <p:nvPr>
            <p:ph type="title" idx="4"/>
          </p:nvPr>
        </p:nvSpPr>
        <p:spPr>
          <a:xfrm>
            <a:off x="3419250" y="1203373"/>
            <a:ext cx="7347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02</a:t>
            </a:r>
            <a:endParaRPr/>
          </a:p>
        </p:txBody>
      </p:sp>
      <p:sp>
        <p:nvSpPr>
          <p:cNvPr id="953" name="Google Shape;953;p30"/>
          <p:cNvSpPr txBox="1">
            <a:spLocks noGrp="1"/>
          </p:cNvSpPr>
          <p:nvPr>
            <p:ph type="title" idx="5"/>
          </p:nvPr>
        </p:nvSpPr>
        <p:spPr>
          <a:xfrm>
            <a:off x="3419250" y="2789203"/>
            <a:ext cx="7347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05</a:t>
            </a:r>
            <a:endParaRPr/>
          </a:p>
        </p:txBody>
      </p:sp>
      <p:sp>
        <p:nvSpPr>
          <p:cNvPr id="954" name="Google Shape;954;p30"/>
          <p:cNvSpPr txBox="1">
            <a:spLocks noGrp="1"/>
          </p:cNvSpPr>
          <p:nvPr>
            <p:ph type="title" idx="6"/>
          </p:nvPr>
        </p:nvSpPr>
        <p:spPr>
          <a:xfrm>
            <a:off x="5737525" y="1203373"/>
            <a:ext cx="7347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03</a:t>
            </a:r>
            <a:endParaRPr/>
          </a:p>
        </p:txBody>
      </p:sp>
      <p:sp>
        <p:nvSpPr>
          <p:cNvPr id="956" name="Google Shape;956;p30"/>
          <p:cNvSpPr txBox="1">
            <a:spLocks noGrp="1"/>
          </p:cNvSpPr>
          <p:nvPr>
            <p:ph type="subTitle" idx="1"/>
          </p:nvPr>
        </p:nvSpPr>
        <p:spPr>
          <a:xfrm>
            <a:off x="1100975" y="1912475"/>
            <a:ext cx="2305500" cy="750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a:latin typeface="Bahnschrift SemiBold" panose="020B0502040204020203" pitchFamily="34" charset="0"/>
              </a:rPr>
              <a:t>Фрагментарность</a:t>
            </a:r>
            <a:endParaRPr dirty="0">
              <a:latin typeface="Bahnschrift SemiBold" panose="020B0502040204020203" pitchFamily="34" charset="0"/>
            </a:endParaRPr>
          </a:p>
        </p:txBody>
      </p:sp>
      <p:sp>
        <p:nvSpPr>
          <p:cNvPr id="957" name="Google Shape;957;p30"/>
          <p:cNvSpPr txBox="1">
            <a:spLocks noGrp="1"/>
          </p:cNvSpPr>
          <p:nvPr>
            <p:ph type="subTitle" idx="8"/>
          </p:nvPr>
        </p:nvSpPr>
        <p:spPr>
          <a:xfrm>
            <a:off x="3419250" y="1912475"/>
            <a:ext cx="2305500" cy="750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a:latin typeface="Bahnschrift SemiBold" panose="020B0502040204020203" pitchFamily="34" charset="0"/>
              </a:rPr>
              <a:t>Ограниченность функционала</a:t>
            </a:r>
            <a:endParaRPr dirty="0">
              <a:latin typeface="Bahnschrift SemiBold" panose="020B0502040204020203" pitchFamily="34" charset="0"/>
            </a:endParaRPr>
          </a:p>
        </p:txBody>
      </p:sp>
      <p:sp>
        <p:nvSpPr>
          <p:cNvPr id="950" name="Google Shape;950;p30"/>
          <p:cNvSpPr txBox="1">
            <a:spLocks noGrp="1"/>
          </p:cNvSpPr>
          <p:nvPr>
            <p:ph type="title" idx="2"/>
          </p:nvPr>
        </p:nvSpPr>
        <p:spPr>
          <a:xfrm>
            <a:off x="1100975" y="1203373"/>
            <a:ext cx="7347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01</a:t>
            </a:r>
            <a:endParaRPr/>
          </a:p>
        </p:txBody>
      </p:sp>
      <p:sp>
        <p:nvSpPr>
          <p:cNvPr id="958" name="Google Shape;958;p30"/>
          <p:cNvSpPr txBox="1">
            <a:spLocks noGrp="1"/>
          </p:cNvSpPr>
          <p:nvPr>
            <p:ph type="subTitle" idx="9"/>
          </p:nvPr>
        </p:nvSpPr>
        <p:spPr>
          <a:xfrm>
            <a:off x="5737524" y="1912475"/>
            <a:ext cx="2686475" cy="750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a:latin typeface="Bahnschrift SemiBold" panose="020B0502040204020203" pitchFamily="34" charset="0"/>
              </a:rPr>
              <a:t>Отсутствие конфиденциальности</a:t>
            </a:r>
            <a:endParaRPr dirty="0">
              <a:latin typeface="Bahnschrift SemiBold" panose="020B0502040204020203" pitchFamily="34" charset="0"/>
            </a:endParaRPr>
          </a:p>
        </p:txBody>
      </p:sp>
      <p:sp>
        <p:nvSpPr>
          <p:cNvPr id="959" name="Google Shape;959;p30"/>
          <p:cNvSpPr txBox="1">
            <a:spLocks noGrp="1"/>
          </p:cNvSpPr>
          <p:nvPr>
            <p:ph type="subTitle" idx="13"/>
          </p:nvPr>
        </p:nvSpPr>
        <p:spPr>
          <a:xfrm>
            <a:off x="1100975" y="3498350"/>
            <a:ext cx="2305500" cy="750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a:latin typeface="Bahnschrift SemiBold" panose="020B0502040204020203" pitchFamily="34" charset="0"/>
              </a:rPr>
              <a:t>Сложность коллективного дарения</a:t>
            </a:r>
            <a:endParaRPr dirty="0">
              <a:latin typeface="Bahnschrift SemiBold" panose="020B0502040204020203" pitchFamily="34" charset="0"/>
            </a:endParaRPr>
          </a:p>
        </p:txBody>
      </p:sp>
      <p:sp>
        <p:nvSpPr>
          <p:cNvPr id="960" name="Google Shape;960;p30"/>
          <p:cNvSpPr txBox="1">
            <a:spLocks noGrp="1"/>
          </p:cNvSpPr>
          <p:nvPr>
            <p:ph type="subTitle" idx="14"/>
          </p:nvPr>
        </p:nvSpPr>
        <p:spPr>
          <a:xfrm>
            <a:off x="3419250" y="3498350"/>
            <a:ext cx="2305500" cy="750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a:latin typeface="Bahnschrift SemiBold" panose="020B0502040204020203" pitchFamily="34" charset="0"/>
              </a:rPr>
              <a:t>Пассивность выбора</a:t>
            </a:r>
            <a:endParaRPr dirty="0">
              <a:latin typeface="Bahnschrift SemiBold" panose="020B0502040204020203" pitchFamily="34" charset="0"/>
            </a:endParaRPr>
          </a:p>
        </p:txBody>
      </p:sp>
      <p:grpSp>
        <p:nvGrpSpPr>
          <p:cNvPr id="17" name="Google Shape;1850;p49">
            <a:extLst>
              <a:ext uri="{FF2B5EF4-FFF2-40B4-BE49-F238E27FC236}">
                <a16:creationId xmlns:a16="http://schemas.microsoft.com/office/drawing/2014/main" id="{CEE6B731-6710-4BCD-AD8E-CE7EEBB111F4}"/>
              </a:ext>
            </a:extLst>
          </p:cNvPr>
          <p:cNvGrpSpPr/>
          <p:nvPr/>
        </p:nvGrpSpPr>
        <p:grpSpPr>
          <a:xfrm>
            <a:off x="6726556" y="3545712"/>
            <a:ext cx="1316469" cy="1077672"/>
            <a:chOff x="7502937" y="524288"/>
            <a:chExt cx="654462" cy="535748"/>
          </a:xfrm>
        </p:grpSpPr>
        <p:grpSp>
          <p:nvGrpSpPr>
            <p:cNvPr id="18" name="Google Shape;1851;p49">
              <a:extLst>
                <a:ext uri="{FF2B5EF4-FFF2-40B4-BE49-F238E27FC236}">
                  <a16:creationId xmlns:a16="http://schemas.microsoft.com/office/drawing/2014/main" id="{3898E6C9-3714-4A5B-888E-9C9DADE024E2}"/>
                </a:ext>
              </a:extLst>
            </p:cNvPr>
            <p:cNvGrpSpPr/>
            <p:nvPr/>
          </p:nvGrpSpPr>
          <p:grpSpPr>
            <a:xfrm>
              <a:off x="7502937" y="524288"/>
              <a:ext cx="654462" cy="535748"/>
              <a:chOff x="7502937" y="524288"/>
              <a:chExt cx="654462" cy="535748"/>
            </a:xfrm>
          </p:grpSpPr>
          <p:sp>
            <p:nvSpPr>
              <p:cNvPr id="23" name="Google Shape;1852;p49">
                <a:extLst>
                  <a:ext uri="{FF2B5EF4-FFF2-40B4-BE49-F238E27FC236}">
                    <a16:creationId xmlns:a16="http://schemas.microsoft.com/office/drawing/2014/main" id="{057B3AFD-65CD-4B46-973D-E1F86619B792}"/>
                  </a:ext>
                </a:extLst>
              </p:cNvPr>
              <p:cNvSpPr/>
              <p:nvPr/>
            </p:nvSpPr>
            <p:spPr>
              <a:xfrm rot="-10195540">
                <a:off x="7580346" y="568325"/>
                <a:ext cx="522573" cy="216404"/>
              </a:xfrm>
              <a:custGeom>
                <a:avLst/>
                <a:gdLst/>
                <a:ahLst/>
                <a:cxnLst/>
                <a:rect l="l" t="t" r="r" b="b"/>
                <a:pathLst>
                  <a:path w="522351" h="216312" extrusionOk="0">
                    <a:moveTo>
                      <a:pt x="0" y="0"/>
                    </a:moveTo>
                    <a:lnTo>
                      <a:pt x="522351" y="0"/>
                    </a:lnTo>
                    <a:lnTo>
                      <a:pt x="522351" y="216313"/>
                    </a:lnTo>
                    <a:lnTo>
                      <a:pt x="0" y="216313"/>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4" name="Google Shape;1853;p49">
                <a:extLst>
                  <a:ext uri="{FF2B5EF4-FFF2-40B4-BE49-F238E27FC236}">
                    <a16:creationId xmlns:a16="http://schemas.microsoft.com/office/drawing/2014/main" id="{6DD5452D-3758-4267-8166-8FEB6410C88C}"/>
                  </a:ext>
                </a:extLst>
              </p:cNvPr>
              <p:cNvSpPr/>
              <p:nvPr/>
            </p:nvSpPr>
            <p:spPr>
              <a:xfrm rot="10800000">
                <a:off x="7576185" y="585692"/>
                <a:ext cx="522350" cy="216312"/>
              </a:xfrm>
              <a:custGeom>
                <a:avLst/>
                <a:gdLst/>
                <a:ahLst/>
                <a:cxnLst/>
                <a:rect l="l" t="t" r="r" b="b"/>
                <a:pathLst>
                  <a:path w="522350" h="216312" extrusionOk="0">
                    <a:moveTo>
                      <a:pt x="0" y="0"/>
                    </a:moveTo>
                    <a:lnTo>
                      <a:pt x="522351" y="0"/>
                    </a:lnTo>
                    <a:lnTo>
                      <a:pt x="522351" y="216313"/>
                    </a:lnTo>
                    <a:lnTo>
                      <a:pt x="0" y="216313"/>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5" name="Google Shape;1854;p49">
                <a:extLst>
                  <a:ext uri="{FF2B5EF4-FFF2-40B4-BE49-F238E27FC236}">
                    <a16:creationId xmlns:a16="http://schemas.microsoft.com/office/drawing/2014/main" id="{AC3C7DCB-F03E-4938-9618-42251BEF7F27}"/>
                  </a:ext>
                </a:extLst>
              </p:cNvPr>
              <p:cNvSpPr/>
              <p:nvPr/>
            </p:nvSpPr>
            <p:spPr>
              <a:xfrm rot="10533442">
                <a:off x="7589040" y="638013"/>
                <a:ext cx="488498" cy="185355"/>
              </a:xfrm>
              <a:custGeom>
                <a:avLst/>
                <a:gdLst/>
                <a:ahLst/>
                <a:cxnLst/>
                <a:rect l="l" t="t" r="r" b="b"/>
                <a:pathLst>
                  <a:path w="488251" h="185261" extrusionOk="0">
                    <a:moveTo>
                      <a:pt x="0" y="0"/>
                    </a:moveTo>
                    <a:lnTo>
                      <a:pt x="488251" y="0"/>
                    </a:lnTo>
                    <a:lnTo>
                      <a:pt x="488251" y="185261"/>
                    </a:lnTo>
                    <a:lnTo>
                      <a:pt x="0" y="185261"/>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6" name="Google Shape;1855;p49">
                <a:extLst>
                  <a:ext uri="{FF2B5EF4-FFF2-40B4-BE49-F238E27FC236}">
                    <a16:creationId xmlns:a16="http://schemas.microsoft.com/office/drawing/2014/main" id="{09F69C5A-7A68-4C27-9636-953BFA1DD682}"/>
                  </a:ext>
                </a:extLst>
              </p:cNvPr>
              <p:cNvSpPr/>
              <p:nvPr/>
            </p:nvSpPr>
            <p:spPr>
              <a:xfrm>
                <a:off x="7502937" y="619886"/>
                <a:ext cx="654462" cy="440150"/>
              </a:xfrm>
              <a:custGeom>
                <a:avLst/>
                <a:gdLst/>
                <a:ahLst/>
                <a:cxnLst/>
                <a:rect l="l" t="t" r="r" b="b"/>
                <a:pathLst>
                  <a:path w="654462" h="440150" extrusionOk="0">
                    <a:moveTo>
                      <a:pt x="204502" y="11430"/>
                    </a:moveTo>
                    <a:lnTo>
                      <a:pt x="254794" y="61722"/>
                    </a:lnTo>
                    <a:cubicBezTo>
                      <a:pt x="262128" y="69056"/>
                      <a:pt x="272034" y="73152"/>
                      <a:pt x="282321" y="73152"/>
                    </a:cubicBezTo>
                    <a:lnTo>
                      <a:pt x="615506" y="73152"/>
                    </a:lnTo>
                    <a:cubicBezTo>
                      <a:pt x="637032" y="73152"/>
                      <a:pt x="654463" y="90583"/>
                      <a:pt x="654463" y="112109"/>
                    </a:cubicBezTo>
                    <a:lnTo>
                      <a:pt x="654463" y="401193"/>
                    </a:lnTo>
                    <a:cubicBezTo>
                      <a:pt x="654463" y="422720"/>
                      <a:pt x="637032" y="440150"/>
                      <a:pt x="615506" y="440150"/>
                    </a:cubicBezTo>
                    <a:lnTo>
                      <a:pt x="38957" y="440150"/>
                    </a:lnTo>
                    <a:cubicBezTo>
                      <a:pt x="17431" y="440150"/>
                      <a:pt x="0" y="422720"/>
                      <a:pt x="0" y="401193"/>
                    </a:cubicBezTo>
                    <a:lnTo>
                      <a:pt x="0" y="38957"/>
                    </a:lnTo>
                    <a:cubicBezTo>
                      <a:pt x="0" y="17431"/>
                      <a:pt x="17431" y="0"/>
                      <a:pt x="38957" y="0"/>
                    </a:cubicBezTo>
                    <a:lnTo>
                      <a:pt x="176974" y="0"/>
                    </a:lnTo>
                    <a:cubicBezTo>
                      <a:pt x="187262" y="0"/>
                      <a:pt x="197167" y="4096"/>
                      <a:pt x="204502" y="11430"/>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9" name="Google Shape;1856;p49">
              <a:extLst>
                <a:ext uri="{FF2B5EF4-FFF2-40B4-BE49-F238E27FC236}">
                  <a16:creationId xmlns:a16="http://schemas.microsoft.com/office/drawing/2014/main" id="{A7741F08-A50C-4EA0-A8EB-499568679D60}"/>
                </a:ext>
              </a:extLst>
            </p:cNvPr>
            <p:cNvGrpSpPr/>
            <p:nvPr/>
          </p:nvGrpSpPr>
          <p:grpSpPr>
            <a:xfrm>
              <a:off x="7971282" y="953643"/>
              <a:ext cx="120491" cy="46004"/>
              <a:chOff x="7971282" y="953643"/>
              <a:chExt cx="120491" cy="46004"/>
            </a:xfrm>
          </p:grpSpPr>
          <p:sp>
            <p:nvSpPr>
              <p:cNvPr id="21" name="Google Shape;1857;p49">
                <a:extLst>
                  <a:ext uri="{FF2B5EF4-FFF2-40B4-BE49-F238E27FC236}">
                    <a16:creationId xmlns:a16="http://schemas.microsoft.com/office/drawing/2014/main" id="{0B50E51D-3EF3-422C-9C68-DAD522C958DF}"/>
                  </a:ext>
                </a:extLst>
              </p:cNvPr>
              <p:cNvSpPr/>
              <p:nvPr/>
            </p:nvSpPr>
            <p:spPr>
              <a:xfrm>
                <a:off x="7971282" y="983265"/>
                <a:ext cx="88773" cy="16382"/>
              </a:xfrm>
              <a:custGeom>
                <a:avLst/>
                <a:gdLst/>
                <a:ahLst/>
                <a:cxnLst/>
                <a:rect l="l" t="t" r="r" b="b"/>
                <a:pathLst>
                  <a:path w="88773" h="16382" extrusionOk="0">
                    <a:moveTo>
                      <a:pt x="0" y="0"/>
                    </a:moveTo>
                    <a:lnTo>
                      <a:pt x="88773" y="0"/>
                    </a:lnTo>
                    <a:lnTo>
                      <a:pt x="88773" y="16383"/>
                    </a:lnTo>
                    <a:lnTo>
                      <a:pt x="0" y="16383"/>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 name="Google Shape;1858;p49">
                <a:extLst>
                  <a:ext uri="{FF2B5EF4-FFF2-40B4-BE49-F238E27FC236}">
                    <a16:creationId xmlns:a16="http://schemas.microsoft.com/office/drawing/2014/main" id="{33E7D4A0-279F-4256-AE99-8F64B623FB54}"/>
                  </a:ext>
                </a:extLst>
              </p:cNvPr>
              <p:cNvSpPr/>
              <p:nvPr/>
            </p:nvSpPr>
            <p:spPr>
              <a:xfrm>
                <a:off x="7971282" y="953643"/>
                <a:ext cx="120491" cy="16382"/>
              </a:xfrm>
              <a:custGeom>
                <a:avLst/>
                <a:gdLst/>
                <a:ahLst/>
                <a:cxnLst/>
                <a:rect l="l" t="t" r="r" b="b"/>
                <a:pathLst>
                  <a:path w="120491" h="16382" extrusionOk="0">
                    <a:moveTo>
                      <a:pt x="0" y="0"/>
                    </a:moveTo>
                    <a:lnTo>
                      <a:pt x="120492" y="0"/>
                    </a:lnTo>
                    <a:lnTo>
                      <a:pt x="120492" y="16383"/>
                    </a:lnTo>
                    <a:lnTo>
                      <a:pt x="0" y="16383"/>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20" name="Google Shape;1859;p49">
              <a:extLst>
                <a:ext uri="{FF2B5EF4-FFF2-40B4-BE49-F238E27FC236}">
                  <a16:creationId xmlns:a16="http://schemas.microsoft.com/office/drawing/2014/main" id="{75A55534-8314-4F84-B5B5-A64FABD0D5AC}"/>
                </a:ext>
              </a:extLst>
            </p:cNvPr>
            <p:cNvSpPr/>
            <p:nvPr/>
          </p:nvSpPr>
          <p:spPr>
            <a:xfrm>
              <a:off x="8085677" y="725805"/>
              <a:ext cx="40005" cy="40004"/>
            </a:xfrm>
            <a:custGeom>
              <a:avLst/>
              <a:gdLst/>
              <a:ahLst/>
              <a:cxnLst/>
              <a:rect l="l" t="t" r="r" b="b"/>
              <a:pathLst>
                <a:path w="40005" h="40004" extrusionOk="0">
                  <a:moveTo>
                    <a:pt x="40005" y="20002"/>
                  </a:moveTo>
                  <a:cubicBezTo>
                    <a:pt x="40005" y="31051"/>
                    <a:pt x="31052" y="40005"/>
                    <a:pt x="20002" y="40005"/>
                  </a:cubicBezTo>
                  <a:cubicBezTo>
                    <a:pt x="8954" y="40005"/>
                    <a:pt x="0" y="31051"/>
                    <a:pt x="0" y="20002"/>
                  </a:cubicBezTo>
                  <a:cubicBezTo>
                    <a:pt x="0" y="8953"/>
                    <a:pt x="8954" y="0"/>
                    <a:pt x="20002" y="0"/>
                  </a:cubicBezTo>
                  <a:cubicBezTo>
                    <a:pt x="31052" y="0"/>
                    <a:pt x="40005" y="8953"/>
                    <a:pt x="40005" y="20002"/>
                  </a:cubicBezTo>
                  <a:close/>
                </a:path>
              </a:pathLst>
            </a:custGeom>
            <a:solidFill>
              <a:schemeClr val="accent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Tree>
    <p:extLst>
      <p:ext uri="{BB962C8B-B14F-4D97-AF65-F5344CB8AC3E}">
        <p14:creationId xmlns:p14="http://schemas.microsoft.com/office/powerpoint/2010/main" val="319838027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08"/>
        <p:cNvGrpSpPr/>
        <p:nvPr/>
      </p:nvGrpSpPr>
      <p:grpSpPr>
        <a:xfrm>
          <a:off x="0" y="0"/>
          <a:ext cx="0" cy="0"/>
          <a:chOff x="0" y="0"/>
          <a:chExt cx="0" cy="0"/>
        </a:xfrm>
      </p:grpSpPr>
      <p:sp>
        <p:nvSpPr>
          <p:cNvPr id="1109" name="Google Shape;1109;p34"/>
          <p:cNvSpPr txBox="1">
            <a:spLocks noGrp="1"/>
          </p:cNvSpPr>
          <p:nvPr>
            <p:ph type="subTitle" idx="4"/>
          </p:nvPr>
        </p:nvSpPr>
        <p:spPr>
          <a:xfrm>
            <a:off x="4679164" y="1512815"/>
            <a:ext cx="33843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ru-RU" sz="2400" dirty="0">
                <a:latin typeface="Bahnschrift SemiCondensed" panose="020B0502040204020203" pitchFamily="34" charset="0"/>
              </a:rPr>
              <a:t>Задачи</a:t>
            </a:r>
            <a:endParaRPr sz="2400" dirty="0">
              <a:latin typeface="Bahnschrift SemiCondensed" panose="020B0502040204020203" pitchFamily="34" charset="0"/>
            </a:endParaRPr>
          </a:p>
        </p:txBody>
      </p:sp>
      <p:sp>
        <p:nvSpPr>
          <p:cNvPr id="1110" name="Google Shape;1110;p3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a:latin typeface="Bahnschrift SemiCondensed" panose="020B0502040204020203" pitchFamily="34" charset="0"/>
              </a:rPr>
              <a:t>Цели и задачи</a:t>
            </a:r>
            <a:endParaRPr dirty="0">
              <a:latin typeface="Bahnschrift SemiCondensed" panose="020B0502040204020203" pitchFamily="34" charset="0"/>
            </a:endParaRPr>
          </a:p>
        </p:txBody>
      </p:sp>
      <p:sp>
        <p:nvSpPr>
          <p:cNvPr id="1111" name="Google Shape;1111;p34"/>
          <p:cNvSpPr txBox="1">
            <a:spLocks noGrp="1"/>
          </p:cNvSpPr>
          <p:nvPr>
            <p:ph type="subTitle" idx="1"/>
          </p:nvPr>
        </p:nvSpPr>
        <p:spPr>
          <a:xfrm>
            <a:off x="4467074" y="2149189"/>
            <a:ext cx="4237088" cy="1131600"/>
          </a:xfrm>
          <a:prstGeom prst="rect">
            <a:avLst/>
          </a:prstGeom>
        </p:spPr>
        <p:txBody>
          <a:bodyPr spcFirstLastPara="1" wrap="square" lIns="91425" tIns="91425" rIns="91425" bIns="91425" anchor="t" anchorCtr="0">
            <a:noAutofit/>
          </a:bodyPr>
          <a:lstStyle/>
          <a:p>
            <a:pPr marL="171450" lvl="0" indent="-171450" algn="l" rtl="0">
              <a:lnSpc>
                <a:spcPct val="150000"/>
              </a:lnSpc>
              <a:spcBef>
                <a:spcPts val="0"/>
              </a:spcBef>
              <a:spcAft>
                <a:spcPts val="0"/>
              </a:spcAft>
              <a:buFont typeface="Arial" panose="020B0604020202020204" pitchFamily="34" charset="0"/>
              <a:buChar char="•"/>
            </a:pPr>
            <a:r>
              <a:rPr lang="ru-RU" sz="1800" dirty="0">
                <a:latin typeface="Bahnschrift SemiCondensed" panose="020B0502040204020203" pitchFamily="34" charset="0"/>
              </a:rPr>
              <a:t>Изучить предметную область.</a:t>
            </a:r>
          </a:p>
          <a:p>
            <a:pPr marL="171450" lvl="0" indent="-171450" algn="l" rtl="0">
              <a:lnSpc>
                <a:spcPct val="150000"/>
              </a:lnSpc>
              <a:spcBef>
                <a:spcPts val="0"/>
              </a:spcBef>
              <a:spcAft>
                <a:spcPts val="0"/>
              </a:spcAft>
              <a:buFont typeface="Arial" panose="020B0604020202020204" pitchFamily="34" charset="0"/>
              <a:buChar char="•"/>
            </a:pPr>
            <a:r>
              <a:rPr lang="ru-RU" sz="1800" dirty="0">
                <a:latin typeface="Bahnschrift SemiCondensed" panose="020B0502040204020203" pitchFamily="34" charset="0"/>
              </a:rPr>
              <a:t>Реализовать интеллектуальный модуль рекомендаций</a:t>
            </a:r>
          </a:p>
          <a:p>
            <a:pPr marL="171450" lvl="0" indent="-171450" algn="l" rtl="0">
              <a:lnSpc>
                <a:spcPct val="150000"/>
              </a:lnSpc>
              <a:spcBef>
                <a:spcPts val="0"/>
              </a:spcBef>
              <a:spcAft>
                <a:spcPts val="0"/>
              </a:spcAft>
              <a:buFont typeface="Arial" panose="020B0604020202020204" pitchFamily="34" charset="0"/>
              <a:buChar char="•"/>
            </a:pPr>
            <a:r>
              <a:rPr lang="ru-RU" sz="1800" dirty="0">
                <a:latin typeface="Bahnschrift SemiCondensed" panose="020B0502040204020203" pitchFamily="34" charset="0"/>
              </a:rPr>
              <a:t>Разработать структуру работы системы</a:t>
            </a:r>
          </a:p>
          <a:p>
            <a:pPr marL="171450" lvl="0" indent="-171450" algn="l" rtl="0">
              <a:lnSpc>
                <a:spcPct val="150000"/>
              </a:lnSpc>
              <a:spcBef>
                <a:spcPts val="0"/>
              </a:spcBef>
              <a:spcAft>
                <a:spcPts val="0"/>
              </a:spcAft>
              <a:buFont typeface="Arial" panose="020B0604020202020204" pitchFamily="34" charset="0"/>
              <a:buChar char="•"/>
            </a:pPr>
            <a:r>
              <a:rPr lang="ru-RU" sz="1800" dirty="0">
                <a:latin typeface="Bahnschrift SemiCondensed" panose="020B0502040204020203" pitchFamily="34" charset="0"/>
              </a:rPr>
              <a:t>Разработать графический интерфейс сайта</a:t>
            </a:r>
          </a:p>
        </p:txBody>
      </p:sp>
      <p:sp>
        <p:nvSpPr>
          <p:cNvPr id="1112" name="Google Shape;1112;p34"/>
          <p:cNvSpPr txBox="1">
            <a:spLocks noGrp="1"/>
          </p:cNvSpPr>
          <p:nvPr>
            <p:ph type="subTitle" idx="2"/>
          </p:nvPr>
        </p:nvSpPr>
        <p:spPr>
          <a:xfrm>
            <a:off x="902208" y="2149189"/>
            <a:ext cx="3562617" cy="1131600"/>
          </a:xfrm>
          <a:prstGeom prst="rect">
            <a:avLst/>
          </a:prstGeom>
        </p:spPr>
        <p:txBody>
          <a:bodyPr spcFirstLastPara="1" wrap="square" lIns="91425" tIns="91425" rIns="91425" bIns="91425" anchor="t" anchorCtr="0">
            <a:noAutofit/>
          </a:bodyPr>
          <a:lstStyle/>
          <a:p>
            <a:pPr marL="171450" lvl="0" indent="-171450" algn="l" rtl="0">
              <a:lnSpc>
                <a:spcPct val="150000"/>
              </a:lnSpc>
              <a:spcBef>
                <a:spcPts val="0"/>
              </a:spcBef>
              <a:spcAft>
                <a:spcPts val="0"/>
              </a:spcAft>
              <a:buFont typeface="Arial" panose="020B0604020202020204" pitchFamily="34" charset="0"/>
              <a:buChar char="•"/>
            </a:pPr>
            <a:r>
              <a:rPr lang="ru-RU" sz="1800" dirty="0">
                <a:latin typeface="Bahnschrift SemiCondensed" panose="020B0502040204020203" pitchFamily="34" charset="0"/>
              </a:rPr>
              <a:t>Упрощение координации дарения</a:t>
            </a:r>
          </a:p>
          <a:p>
            <a:pPr marL="171450" lvl="0" indent="-171450" algn="l" rtl="0">
              <a:lnSpc>
                <a:spcPct val="150000"/>
              </a:lnSpc>
              <a:spcBef>
                <a:spcPts val="0"/>
              </a:spcBef>
              <a:spcAft>
                <a:spcPts val="0"/>
              </a:spcAft>
              <a:buFont typeface="Arial" panose="020B0604020202020204" pitchFamily="34" charset="0"/>
              <a:buChar char="•"/>
            </a:pPr>
            <a:r>
              <a:rPr lang="ru-RU" sz="1800" dirty="0">
                <a:latin typeface="Bahnschrift SemiCondensed" panose="020B0502040204020203" pitchFamily="34" charset="0"/>
              </a:rPr>
              <a:t>Исключить риск дублирования подарков</a:t>
            </a:r>
          </a:p>
          <a:p>
            <a:pPr marL="171450" lvl="0" indent="-171450" algn="l" rtl="0">
              <a:lnSpc>
                <a:spcPct val="150000"/>
              </a:lnSpc>
              <a:spcBef>
                <a:spcPts val="0"/>
              </a:spcBef>
              <a:spcAft>
                <a:spcPts val="0"/>
              </a:spcAft>
              <a:buFont typeface="Arial" panose="020B0604020202020204" pitchFamily="34" charset="0"/>
              <a:buChar char="•"/>
            </a:pPr>
            <a:r>
              <a:rPr lang="ru-RU" sz="1800" dirty="0">
                <a:latin typeface="Bahnschrift SemiCondensed" panose="020B0502040204020203" pitchFamily="34" charset="0"/>
              </a:rPr>
              <a:t>Предоставить инструмент для поиска идей для подарка</a:t>
            </a:r>
          </a:p>
        </p:txBody>
      </p:sp>
      <p:sp>
        <p:nvSpPr>
          <p:cNvPr id="1113" name="Google Shape;1113;p34"/>
          <p:cNvSpPr txBox="1">
            <a:spLocks noGrp="1"/>
          </p:cNvSpPr>
          <p:nvPr>
            <p:ph type="subTitle" idx="3"/>
          </p:nvPr>
        </p:nvSpPr>
        <p:spPr>
          <a:xfrm>
            <a:off x="1080536" y="1512815"/>
            <a:ext cx="33843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ru-RU" sz="2400" dirty="0">
                <a:latin typeface="Bahnschrift SemiCondensed" panose="020B0502040204020203" pitchFamily="34" charset="0"/>
              </a:rPr>
              <a:t>Цели</a:t>
            </a:r>
            <a:endParaRPr sz="2400" dirty="0">
              <a:latin typeface="Bahnschrift SemiCondensed" panose="020B0502040204020203" pitchFamily="34" charset="0"/>
            </a:endParaRPr>
          </a:p>
        </p:txBody>
      </p:sp>
      <p:grpSp>
        <p:nvGrpSpPr>
          <p:cNvPr id="1114" name="Google Shape;1114;p34"/>
          <p:cNvGrpSpPr/>
          <p:nvPr/>
        </p:nvGrpSpPr>
        <p:grpSpPr>
          <a:xfrm>
            <a:off x="7658533" y="701383"/>
            <a:ext cx="1187311" cy="624971"/>
            <a:chOff x="3859815" y="2867310"/>
            <a:chExt cx="1262157" cy="664368"/>
          </a:xfrm>
        </p:grpSpPr>
        <p:sp>
          <p:nvSpPr>
            <p:cNvPr id="1115" name="Google Shape;1115;p34"/>
            <p:cNvSpPr/>
            <p:nvPr/>
          </p:nvSpPr>
          <p:spPr>
            <a:xfrm>
              <a:off x="3859815" y="2867310"/>
              <a:ext cx="1262157" cy="664368"/>
            </a:xfrm>
            <a:custGeom>
              <a:avLst/>
              <a:gdLst/>
              <a:ahLst/>
              <a:cxnLst/>
              <a:rect l="l" t="t" r="r" b="b"/>
              <a:pathLst>
                <a:path w="1262157" h="664368" extrusionOk="0">
                  <a:moveTo>
                    <a:pt x="1102233" y="344424"/>
                  </a:moveTo>
                  <a:cubicBezTo>
                    <a:pt x="1090231" y="344424"/>
                    <a:pt x="1078611" y="345757"/>
                    <a:pt x="1067372" y="348234"/>
                  </a:cubicBezTo>
                  <a:cubicBezTo>
                    <a:pt x="1048131" y="223838"/>
                    <a:pt x="945166" y="127159"/>
                    <a:pt x="817816" y="117348"/>
                  </a:cubicBezTo>
                  <a:cubicBezTo>
                    <a:pt x="756856" y="45625"/>
                    <a:pt x="666083" y="0"/>
                    <a:pt x="564547" y="0"/>
                  </a:cubicBezTo>
                  <a:cubicBezTo>
                    <a:pt x="398526" y="0"/>
                    <a:pt x="260890" y="121825"/>
                    <a:pt x="236220" y="280988"/>
                  </a:cubicBezTo>
                  <a:cubicBezTo>
                    <a:pt x="222599" y="277939"/>
                    <a:pt x="208502" y="276320"/>
                    <a:pt x="194024" y="276320"/>
                  </a:cubicBezTo>
                  <a:cubicBezTo>
                    <a:pt x="86868" y="276320"/>
                    <a:pt x="0" y="363188"/>
                    <a:pt x="0" y="470345"/>
                  </a:cubicBezTo>
                  <a:cubicBezTo>
                    <a:pt x="0" y="577501"/>
                    <a:pt x="86868" y="664369"/>
                    <a:pt x="194024" y="664369"/>
                  </a:cubicBezTo>
                  <a:lnTo>
                    <a:pt x="1102138" y="664369"/>
                  </a:lnTo>
                  <a:cubicBezTo>
                    <a:pt x="1190530" y="664369"/>
                    <a:pt x="1262158" y="592741"/>
                    <a:pt x="1262158" y="504349"/>
                  </a:cubicBezTo>
                  <a:cubicBezTo>
                    <a:pt x="1262158" y="415957"/>
                    <a:pt x="1190530" y="344329"/>
                    <a:pt x="1102138" y="344329"/>
                  </a:cubicBezTo>
                  <a:close/>
                </a:path>
              </a:pathLst>
            </a:custGeom>
            <a:solidFill>
              <a:srgbClr val="42444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116" name="Google Shape;1116;p34"/>
            <p:cNvGrpSpPr/>
            <p:nvPr/>
          </p:nvGrpSpPr>
          <p:grpSpPr>
            <a:xfrm>
              <a:off x="4275677" y="3065525"/>
              <a:ext cx="334517" cy="380047"/>
              <a:chOff x="4275677" y="3065525"/>
              <a:chExt cx="334517" cy="380047"/>
            </a:xfrm>
          </p:grpSpPr>
          <p:grpSp>
            <p:nvGrpSpPr>
              <p:cNvPr id="1117" name="Google Shape;1117;p34"/>
              <p:cNvGrpSpPr/>
              <p:nvPr/>
            </p:nvGrpSpPr>
            <p:grpSpPr>
              <a:xfrm>
                <a:off x="4275677" y="3065525"/>
                <a:ext cx="334517" cy="380047"/>
                <a:chOff x="4275677" y="3065525"/>
                <a:chExt cx="334517" cy="380047"/>
              </a:xfrm>
            </p:grpSpPr>
            <p:grpSp>
              <p:nvGrpSpPr>
                <p:cNvPr id="1118" name="Google Shape;1118;p34"/>
                <p:cNvGrpSpPr/>
                <p:nvPr/>
              </p:nvGrpSpPr>
              <p:grpSpPr>
                <a:xfrm>
                  <a:off x="4275677" y="3301269"/>
                  <a:ext cx="334422" cy="144303"/>
                  <a:chOff x="4275677" y="3301269"/>
                  <a:chExt cx="334422" cy="144303"/>
                </a:xfrm>
              </p:grpSpPr>
              <p:sp>
                <p:nvSpPr>
                  <p:cNvPr id="1119" name="Google Shape;1119;p34"/>
                  <p:cNvSpPr/>
                  <p:nvPr/>
                </p:nvSpPr>
                <p:spPr>
                  <a:xfrm>
                    <a:off x="4275677" y="3331654"/>
                    <a:ext cx="334422" cy="113918"/>
                  </a:xfrm>
                  <a:custGeom>
                    <a:avLst/>
                    <a:gdLst/>
                    <a:ahLst/>
                    <a:cxnLst/>
                    <a:rect l="l" t="t" r="r" b="b"/>
                    <a:pathLst>
                      <a:path w="334422" h="113918" extrusionOk="0">
                        <a:moveTo>
                          <a:pt x="95" y="0"/>
                        </a:moveTo>
                        <a:lnTo>
                          <a:pt x="95" y="83534"/>
                        </a:lnTo>
                        <a:cubicBezTo>
                          <a:pt x="95" y="100298"/>
                          <a:pt x="74962" y="113919"/>
                          <a:pt x="167259" y="113919"/>
                        </a:cubicBezTo>
                        <a:cubicBezTo>
                          <a:pt x="259556" y="113919"/>
                          <a:pt x="334423" y="100298"/>
                          <a:pt x="334423" y="83534"/>
                        </a:cubicBezTo>
                        <a:lnTo>
                          <a:pt x="334423" y="0"/>
                        </a:lnTo>
                        <a:lnTo>
                          <a:pt x="0" y="0"/>
                        </a:lnTo>
                        <a:close/>
                      </a:path>
                    </a:pathLst>
                  </a:custGeom>
                  <a:solidFill>
                    <a:srgbClr val="CFD3D9"/>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20" name="Google Shape;1120;p34"/>
                  <p:cNvSpPr/>
                  <p:nvPr/>
                </p:nvSpPr>
                <p:spPr>
                  <a:xfrm>
                    <a:off x="4275772" y="3301269"/>
                    <a:ext cx="334327" cy="60769"/>
                  </a:xfrm>
                  <a:custGeom>
                    <a:avLst/>
                    <a:gdLst/>
                    <a:ahLst/>
                    <a:cxnLst/>
                    <a:rect l="l" t="t" r="r" b="b"/>
                    <a:pathLst>
                      <a:path w="334327" h="60769" extrusionOk="0">
                        <a:moveTo>
                          <a:pt x="334328" y="30385"/>
                        </a:moveTo>
                        <a:cubicBezTo>
                          <a:pt x="334328" y="47166"/>
                          <a:pt x="259486" y="60770"/>
                          <a:pt x="167164" y="60770"/>
                        </a:cubicBezTo>
                        <a:cubicBezTo>
                          <a:pt x="74842" y="60770"/>
                          <a:pt x="0" y="47166"/>
                          <a:pt x="0" y="30385"/>
                        </a:cubicBezTo>
                        <a:cubicBezTo>
                          <a:pt x="0" y="13604"/>
                          <a:pt x="74842" y="0"/>
                          <a:pt x="167164" y="0"/>
                        </a:cubicBezTo>
                        <a:cubicBezTo>
                          <a:pt x="259486" y="0"/>
                          <a:pt x="334328" y="13604"/>
                          <a:pt x="334328" y="30385"/>
                        </a:cubicBezTo>
                        <a:close/>
                      </a:path>
                    </a:pathLst>
                  </a:custGeom>
                  <a:solidFill>
                    <a:srgbClr val="E6EAF0"/>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121" name="Google Shape;1121;p34"/>
                <p:cNvGrpSpPr/>
                <p:nvPr/>
              </p:nvGrpSpPr>
              <p:grpSpPr>
                <a:xfrm>
                  <a:off x="4275677" y="3183350"/>
                  <a:ext cx="334422" cy="144302"/>
                  <a:chOff x="4275677" y="3183350"/>
                  <a:chExt cx="334422" cy="144302"/>
                </a:xfrm>
              </p:grpSpPr>
              <p:sp>
                <p:nvSpPr>
                  <p:cNvPr id="1122" name="Google Shape;1122;p34"/>
                  <p:cNvSpPr/>
                  <p:nvPr/>
                </p:nvSpPr>
                <p:spPr>
                  <a:xfrm>
                    <a:off x="4275677" y="3213734"/>
                    <a:ext cx="334422" cy="113918"/>
                  </a:xfrm>
                  <a:custGeom>
                    <a:avLst/>
                    <a:gdLst/>
                    <a:ahLst/>
                    <a:cxnLst/>
                    <a:rect l="l" t="t" r="r" b="b"/>
                    <a:pathLst>
                      <a:path w="334422" h="113918" extrusionOk="0">
                        <a:moveTo>
                          <a:pt x="95" y="0"/>
                        </a:moveTo>
                        <a:lnTo>
                          <a:pt x="95" y="83534"/>
                        </a:lnTo>
                        <a:cubicBezTo>
                          <a:pt x="95" y="100298"/>
                          <a:pt x="74962" y="113919"/>
                          <a:pt x="167259" y="113919"/>
                        </a:cubicBezTo>
                        <a:cubicBezTo>
                          <a:pt x="259556" y="113919"/>
                          <a:pt x="334423" y="100298"/>
                          <a:pt x="334423" y="83534"/>
                        </a:cubicBezTo>
                        <a:lnTo>
                          <a:pt x="334423" y="0"/>
                        </a:lnTo>
                        <a:lnTo>
                          <a:pt x="0" y="0"/>
                        </a:lnTo>
                        <a:close/>
                      </a:path>
                    </a:pathLst>
                  </a:custGeom>
                  <a:solidFill>
                    <a:srgbClr val="CFD3D9"/>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23" name="Google Shape;1123;p34"/>
                  <p:cNvSpPr/>
                  <p:nvPr/>
                </p:nvSpPr>
                <p:spPr>
                  <a:xfrm>
                    <a:off x="4275772" y="3183350"/>
                    <a:ext cx="334327" cy="60769"/>
                  </a:xfrm>
                  <a:custGeom>
                    <a:avLst/>
                    <a:gdLst/>
                    <a:ahLst/>
                    <a:cxnLst/>
                    <a:rect l="l" t="t" r="r" b="b"/>
                    <a:pathLst>
                      <a:path w="334327" h="60769" extrusionOk="0">
                        <a:moveTo>
                          <a:pt x="334328" y="30385"/>
                        </a:moveTo>
                        <a:cubicBezTo>
                          <a:pt x="334328" y="47166"/>
                          <a:pt x="259486" y="60769"/>
                          <a:pt x="167164" y="60769"/>
                        </a:cubicBezTo>
                        <a:cubicBezTo>
                          <a:pt x="74842" y="60769"/>
                          <a:pt x="0" y="47166"/>
                          <a:pt x="0" y="30385"/>
                        </a:cubicBezTo>
                        <a:cubicBezTo>
                          <a:pt x="0" y="13604"/>
                          <a:pt x="74842" y="0"/>
                          <a:pt x="167164" y="0"/>
                        </a:cubicBezTo>
                        <a:cubicBezTo>
                          <a:pt x="259486" y="0"/>
                          <a:pt x="334328" y="13604"/>
                          <a:pt x="334328" y="30385"/>
                        </a:cubicBezTo>
                        <a:close/>
                      </a:path>
                    </a:pathLst>
                  </a:custGeom>
                  <a:solidFill>
                    <a:srgbClr val="E6EAF0"/>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124" name="Google Shape;1124;p34"/>
                <p:cNvGrpSpPr/>
                <p:nvPr/>
              </p:nvGrpSpPr>
              <p:grpSpPr>
                <a:xfrm>
                  <a:off x="4275677" y="3065525"/>
                  <a:ext cx="334517" cy="144303"/>
                  <a:chOff x="4275677" y="3065525"/>
                  <a:chExt cx="334517" cy="144303"/>
                </a:xfrm>
              </p:grpSpPr>
              <p:sp>
                <p:nvSpPr>
                  <p:cNvPr id="1125" name="Google Shape;1125;p34"/>
                  <p:cNvSpPr/>
                  <p:nvPr/>
                </p:nvSpPr>
                <p:spPr>
                  <a:xfrm>
                    <a:off x="4275677" y="3095910"/>
                    <a:ext cx="334422" cy="113918"/>
                  </a:xfrm>
                  <a:custGeom>
                    <a:avLst/>
                    <a:gdLst/>
                    <a:ahLst/>
                    <a:cxnLst/>
                    <a:rect l="l" t="t" r="r" b="b"/>
                    <a:pathLst>
                      <a:path w="334422" h="113918" extrusionOk="0">
                        <a:moveTo>
                          <a:pt x="95" y="0"/>
                        </a:moveTo>
                        <a:lnTo>
                          <a:pt x="95" y="83534"/>
                        </a:lnTo>
                        <a:cubicBezTo>
                          <a:pt x="95" y="100298"/>
                          <a:pt x="74962" y="113919"/>
                          <a:pt x="167259" y="113919"/>
                        </a:cubicBezTo>
                        <a:cubicBezTo>
                          <a:pt x="259556" y="113919"/>
                          <a:pt x="334423" y="100298"/>
                          <a:pt x="334423" y="83534"/>
                        </a:cubicBezTo>
                        <a:lnTo>
                          <a:pt x="334423" y="0"/>
                        </a:lnTo>
                        <a:lnTo>
                          <a:pt x="0" y="0"/>
                        </a:lnTo>
                        <a:close/>
                      </a:path>
                    </a:pathLst>
                  </a:custGeom>
                  <a:solidFill>
                    <a:srgbClr val="CFD3D9"/>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26" name="Google Shape;1126;p34"/>
                  <p:cNvSpPr/>
                  <p:nvPr/>
                </p:nvSpPr>
                <p:spPr>
                  <a:xfrm>
                    <a:off x="4275867" y="3065525"/>
                    <a:ext cx="334327" cy="60769"/>
                  </a:xfrm>
                  <a:custGeom>
                    <a:avLst/>
                    <a:gdLst/>
                    <a:ahLst/>
                    <a:cxnLst/>
                    <a:rect l="l" t="t" r="r" b="b"/>
                    <a:pathLst>
                      <a:path w="334327" h="60769" extrusionOk="0">
                        <a:moveTo>
                          <a:pt x="334328" y="30385"/>
                        </a:moveTo>
                        <a:cubicBezTo>
                          <a:pt x="334328" y="47149"/>
                          <a:pt x="259461" y="60770"/>
                          <a:pt x="167164" y="60770"/>
                        </a:cubicBezTo>
                        <a:cubicBezTo>
                          <a:pt x="74866" y="60770"/>
                          <a:pt x="0" y="47149"/>
                          <a:pt x="0" y="30385"/>
                        </a:cubicBezTo>
                        <a:cubicBezTo>
                          <a:pt x="0" y="13621"/>
                          <a:pt x="74866" y="0"/>
                          <a:pt x="167164" y="0"/>
                        </a:cubicBezTo>
                        <a:cubicBezTo>
                          <a:pt x="259461" y="0"/>
                          <a:pt x="334328" y="13621"/>
                          <a:pt x="334328" y="30385"/>
                        </a:cubicBezTo>
                        <a:close/>
                      </a:path>
                    </a:pathLst>
                  </a:custGeom>
                  <a:solidFill>
                    <a:srgbClr val="E6EAF0"/>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sp>
            <p:nvSpPr>
              <p:cNvPr id="1127" name="Google Shape;1127;p34"/>
              <p:cNvSpPr/>
              <p:nvPr/>
            </p:nvSpPr>
            <p:spPr>
              <a:xfrm>
                <a:off x="4529994" y="3140487"/>
                <a:ext cx="38100" cy="38100"/>
              </a:xfrm>
              <a:custGeom>
                <a:avLst/>
                <a:gdLst/>
                <a:ahLst/>
                <a:cxnLst/>
                <a:rect l="l" t="t" r="r" b="b"/>
                <a:pathLst>
                  <a:path w="38100" h="38100" extrusionOk="0">
                    <a:moveTo>
                      <a:pt x="38100" y="19050"/>
                    </a:moveTo>
                    <a:cubicBezTo>
                      <a:pt x="38100" y="29623"/>
                      <a:pt x="29528" y="38100"/>
                      <a:pt x="19050" y="38100"/>
                    </a:cubicBezTo>
                    <a:cubicBezTo>
                      <a:pt x="8572" y="38100"/>
                      <a:pt x="0" y="29528"/>
                      <a:pt x="0" y="19050"/>
                    </a:cubicBezTo>
                    <a:cubicBezTo>
                      <a:pt x="0" y="8572"/>
                      <a:pt x="8572" y="0"/>
                      <a:pt x="19050" y="0"/>
                    </a:cubicBezTo>
                    <a:cubicBezTo>
                      <a:pt x="29528" y="0"/>
                      <a:pt x="38100" y="8572"/>
                      <a:pt x="38100" y="19050"/>
                    </a:cubicBezTo>
                    <a:close/>
                  </a:path>
                </a:pathLst>
              </a:custGeom>
              <a:solidFill>
                <a:srgbClr val="55C0ED"/>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28" name="Google Shape;1128;p34"/>
              <p:cNvSpPr/>
              <p:nvPr/>
            </p:nvSpPr>
            <p:spPr>
              <a:xfrm>
                <a:off x="4529994" y="3256216"/>
                <a:ext cx="38100" cy="38100"/>
              </a:xfrm>
              <a:custGeom>
                <a:avLst/>
                <a:gdLst/>
                <a:ahLst/>
                <a:cxnLst/>
                <a:rect l="l" t="t" r="r" b="b"/>
                <a:pathLst>
                  <a:path w="38100" h="38100" extrusionOk="0">
                    <a:moveTo>
                      <a:pt x="38100" y="19050"/>
                    </a:moveTo>
                    <a:cubicBezTo>
                      <a:pt x="38100" y="29623"/>
                      <a:pt x="29528" y="38100"/>
                      <a:pt x="19050" y="38100"/>
                    </a:cubicBezTo>
                    <a:cubicBezTo>
                      <a:pt x="8572" y="38100"/>
                      <a:pt x="0" y="29528"/>
                      <a:pt x="0" y="19050"/>
                    </a:cubicBezTo>
                    <a:cubicBezTo>
                      <a:pt x="0" y="8573"/>
                      <a:pt x="8572" y="0"/>
                      <a:pt x="19050" y="0"/>
                    </a:cubicBezTo>
                    <a:cubicBezTo>
                      <a:pt x="29528" y="0"/>
                      <a:pt x="38100" y="8573"/>
                      <a:pt x="38100" y="19050"/>
                    </a:cubicBezTo>
                    <a:close/>
                  </a:path>
                </a:pathLst>
              </a:custGeom>
              <a:solidFill>
                <a:srgbClr val="E6EAF0"/>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29" name="Google Shape;1129;p34"/>
              <p:cNvSpPr/>
              <p:nvPr/>
            </p:nvSpPr>
            <p:spPr>
              <a:xfrm>
                <a:off x="4529994" y="3377088"/>
                <a:ext cx="38100" cy="38100"/>
              </a:xfrm>
              <a:custGeom>
                <a:avLst/>
                <a:gdLst/>
                <a:ahLst/>
                <a:cxnLst/>
                <a:rect l="l" t="t" r="r" b="b"/>
                <a:pathLst>
                  <a:path w="38100" h="38100" extrusionOk="0">
                    <a:moveTo>
                      <a:pt x="38100" y="19050"/>
                    </a:moveTo>
                    <a:cubicBezTo>
                      <a:pt x="38100" y="29623"/>
                      <a:pt x="29528" y="38100"/>
                      <a:pt x="19050" y="38100"/>
                    </a:cubicBezTo>
                    <a:cubicBezTo>
                      <a:pt x="8572" y="38100"/>
                      <a:pt x="0" y="29528"/>
                      <a:pt x="0" y="19050"/>
                    </a:cubicBezTo>
                    <a:cubicBezTo>
                      <a:pt x="0" y="8573"/>
                      <a:pt x="8572" y="0"/>
                      <a:pt x="19050" y="0"/>
                    </a:cubicBezTo>
                    <a:cubicBezTo>
                      <a:pt x="29528" y="0"/>
                      <a:pt x="38100" y="8573"/>
                      <a:pt x="38100" y="19050"/>
                    </a:cubicBezTo>
                    <a:close/>
                  </a:path>
                </a:pathLst>
              </a:custGeom>
              <a:solidFill>
                <a:srgbClr val="E6EAF0"/>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spTree>
    <p:extLst>
      <p:ext uri="{BB962C8B-B14F-4D97-AF65-F5344CB8AC3E}">
        <p14:creationId xmlns:p14="http://schemas.microsoft.com/office/powerpoint/2010/main" val="5054446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65"/>
        <p:cNvGrpSpPr/>
        <p:nvPr/>
      </p:nvGrpSpPr>
      <p:grpSpPr>
        <a:xfrm>
          <a:off x="0" y="0"/>
          <a:ext cx="0" cy="0"/>
          <a:chOff x="0" y="0"/>
          <a:chExt cx="0" cy="0"/>
        </a:xfrm>
      </p:grpSpPr>
      <p:sp>
        <p:nvSpPr>
          <p:cNvPr id="966" name="Google Shape;966;p31"/>
          <p:cNvSpPr/>
          <p:nvPr/>
        </p:nvSpPr>
        <p:spPr>
          <a:xfrm rot="4500170">
            <a:off x="4600402" y="7400"/>
            <a:ext cx="5575737" cy="4867271"/>
          </a:xfrm>
          <a:custGeom>
            <a:avLst/>
            <a:gdLst/>
            <a:ahLst/>
            <a:cxnLst/>
            <a:rect l="l" t="t" r="r" b="b"/>
            <a:pathLst>
              <a:path w="45721" h="44028" extrusionOk="0">
                <a:moveTo>
                  <a:pt x="22493" y="0"/>
                </a:moveTo>
                <a:cubicBezTo>
                  <a:pt x="21088" y="0"/>
                  <a:pt x="19696" y="207"/>
                  <a:pt x="18384" y="686"/>
                </a:cubicBezTo>
                <a:cubicBezTo>
                  <a:pt x="16538" y="1365"/>
                  <a:pt x="14788" y="2674"/>
                  <a:pt x="13800" y="4401"/>
                </a:cubicBezTo>
                <a:cubicBezTo>
                  <a:pt x="12502" y="6663"/>
                  <a:pt x="12633" y="9461"/>
                  <a:pt x="11597" y="11842"/>
                </a:cubicBezTo>
                <a:cubicBezTo>
                  <a:pt x="10764" y="13771"/>
                  <a:pt x="8704" y="14926"/>
                  <a:pt x="7073" y="16116"/>
                </a:cubicBezTo>
                <a:cubicBezTo>
                  <a:pt x="4548" y="17962"/>
                  <a:pt x="2048" y="20141"/>
                  <a:pt x="1179" y="23260"/>
                </a:cubicBezTo>
                <a:cubicBezTo>
                  <a:pt x="0" y="27415"/>
                  <a:pt x="346" y="32368"/>
                  <a:pt x="2715" y="36071"/>
                </a:cubicBezTo>
                <a:cubicBezTo>
                  <a:pt x="4489" y="38834"/>
                  <a:pt x="7513" y="39655"/>
                  <a:pt x="10644" y="39715"/>
                </a:cubicBezTo>
                <a:cubicBezTo>
                  <a:pt x="10740" y="39716"/>
                  <a:pt x="10835" y="39717"/>
                  <a:pt x="10932" y="39717"/>
                </a:cubicBezTo>
                <a:cubicBezTo>
                  <a:pt x="12378" y="39717"/>
                  <a:pt x="13967" y="39555"/>
                  <a:pt x="15526" y="39555"/>
                </a:cubicBezTo>
                <a:cubicBezTo>
                  <a:pt x="17089" y="39555"/>
                  <a:pt x="18623" y="39718"/>
                  <a:pt x="19955" y="40369"/>
                </a:cubicBezTo>
                <a:cubicBezTo>
                  <a:pt x="23538" y="42115"/>
                  <a:pt x="27996" y="44028"/>
                  <a:pt x="32241" y="44028"/>
                </a:cubicBezTo>
                <a:cubicBezTo>
                  <a:pt x="33555" y="44028"/>
                  <a:pt x="34848" y="43845"/>
                  <a:pt x="36088" y="43417"/>
                </a:cubicBezTo>
                <a:cubicBezTo>
                  <a:pt x="41505" y="41548"/>
                  <a:pt x="44149" y="37905"/>
                  <a:pt x="44934" y="33178"/>
                </a:cubicBezTo>
                <a:cubicBezTo>
                  <a:pt x="45720" y="28463"/>
                  <a:pt x="43565" y="24534"/>
                  <a:pt x="42875" y="20796"/>
                </a:cubicBezTo>
                <a:cubicBezTo>
                  <a:pt x="42446" y="18438"/>
                  <a:pt x="42160" y="15819"/>
                  <a:pt x="41422" y="13473"/>
                </a:cubicBezTo>
                <a:cubicBezTo>
                  <a:pt x="41148" y="12580"/>
                  <a:pt x="40779" y="11711"/>
                  <a:pt x="40339" y="10890"/>
                </a:cubicBezTo>
                <a:cubicBezTo>
                  <a:pt x="38076" y="6675"/>
                  <a:pt x="34100" y="3496"/>
                  <a:pt x="29766" y="1615"/>
                </a:cubicBezTo>
                <a:cubicBezTo>
                  <a:pt x="27553" y="661"/>
                  <a:pt x="25002" y="0"/>
                  <a:pt x="22493"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 name="Google Shape;967;p31"/>
          <p:cNvSpPr txBox="1">
            <a:spLocks noGrp="1"/>
          </p:cNvSpPr>
          <p:nvPr>
            <p:ph type="title"/>
          </p:nvPr>
        </p:nvSpPr>
        <p:spPr>
          <a:xfrm>
            <a:off x="811975" y="386599"/>
            <a:ext cx="2804400" cy="953037"/>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ru-RU" dirty="0">
                <a:latin typeface="Bahnschrift SemiCondensed" panose="020B0502040204020203" pitchFamily="34" charset="0"/>
              </a:rPr>
              <a:t>Аналоги</a:t>
            </a:r>
            <a:endParaRPr dirty="0">
              <a:latin typeface="Bahnschrift SemiCondensed" panose="020B0502040204020203" pitchFamily="34" charset="0"/>
            </a:endParaRPr>
          </a:p>
        </p:txBody>
      </p:sp>
      <p:sp>
        <p:nvSpPr>
          <p:cNvPr id="968" name="Google Shape;968;p31"/>
          <p:cNvSpPr txBox="1">
            <a:spLocks noGrp="1"/>
          </p:cNvSpPr>
          <p:nvPr>
            <p:ph type="subTitle" idx="1"/>
          </p:nvPr>
        </p:nvSpPr>
        <p:spPr>
          <a:xfrm>
            <a:off x="711200" y="1339636"/>
            <a:ext cx="4897120" cy="2770964"/>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sz="1800" dirty="0">
                <a:latin typeface="Bahnschrift SemiCondensed" panose="020B0502040204020203" pitchFamily="34" charset="0"/>
              </a:rPr>
              <a:t>Специализированный веб-сервис (</a:t>
            </a:r>
            <a:r>
              <a:rPr lang="en-US" sz="1800" dirty="0" err="1">
                <a:latin typeface="Bahnschrift SemiCondensed" panose="020B0502040204020203" pitchFamily="34" charset="0"/>
              </a:rPr>
              <a:t>WishList</a:t>
            </a:r>
            <a:r>
              <a:rPr lang="en-US" sz="1800" dirty="0">
                <a:latin typeface="Bahnschrift SemiCondensed" panose="020B0502040204020203" pitchFamily="34" charset="0"/>
              </a:rPr>
              <a:t>)</a:t>
            </a:r>
            <a:endParaRPr lang="ru-RU" sz="1800" dirty="0">
              <a:latin typeface="Bahnschrift SemiCondensed" panose="020B0502040204020203" pitchFamily="34" charset="0"/>
            </a:endParaRPr>
          </a:p>
          <a:p>
            <a:pPr marL="0" lvl="0" indent="0" algn="l" rtl="0">
              <a:spcBef>
                <a:spcPts val="0"/>
              </a:spcBef>
              <a:spcAft>
                <a:spcPts val="0"/>
              </a:spcAft>
              <a:buNone/>
            </a:pPr>
            <a:r>
              <a:rPr lang="ru-RU" sz="1600" dirty="0">
                <a:latin typeface="Bahnschrift Light SemiCondensed" panose="020B0502040204020203" pitchFamily="34" charset="0"/>
              </a:rPr>
              <a:t>        Строгая ссылка на существующий товар</a:t>
            </a:r>
          </a:p>
          <a:p>
            <a:pPr marL="0" lvl="0" indent="0" algn="l" rtl="0">
              <a:spcBef>
                <a:spcPts val="0"/>
              </a:spcBef>
              <a:spcAft>
                <a:spcPts val="0"/>
              </a:spcAft>
              <a:buNone/>
            </a:pPr>
            <a:endParaRPr lang="ru-RU" sz="1800" dirty="0">
              <a:latin typeface="Bahnschrift SemiCondensed" panose="020B0502040204020203" pitchFamily="34" charset="0"/>
            </a:endParaRPr>
          </a:p>
          <a:p>
            <a:pPr marL="0" lvl="0" indent="0" algn="l" rtl="0">
              <a:spcBef>
                <a:spcPts val="0"/>
              </a:spcBef>
              <a:spcAft>
                <a:spcPts val="0"/>
              </a:spcAft>
              <a:buNone/>
            </a:pPr>
            <a:endParaRPr lang="ru-RU" sz="1800" dirty="0">
              <a:latin typeface="Bahnschrift SemiCondensed" panose="020B0502040204020203" pitchFamily="34" charset="0"/>
            </a:endParaRPr>
          </a:p>
          <a:p>
            <a:pPr marL="0" lvl="0" indent="0" algn="l" rtl="0">
              <a:spcBef>
                <a:spcPts val="0"/>
              </a:spcBef>
              <a:spcAft>
                <a:spcPts val="0"/>
              </a:spcAft>
              <a:buNone/>
            </a:pPr>
            <a:r>
              <a:rPr lang="ru-RU" sz="1800" dirty="0" err="1">
                <a:latin typeface="Bahnschrift SemiCondensed" panose="020B0502040204020203" pitchFamily="34" charset="0"/>
              </a:rPr>
              <a:t>Вишлисты</a:t>
            </a:r>
            <a:r>
              <a:rPr lang="ru-RU" sz="1800" dirty="0">
                <a:latin typeface="Bahnschrift SemiCondensed" panose="020B0502040204020203" pitchFamily="34" charset="0"/>
              </a:rPr>
              <a:t> маркетплейсов (</a:t>
            </a:r>
            <a:r>
              <a:rPr lang="ru-RU" sz="1800" dirty="0" err="1">
                <a:latin typeface="Bahnschrift SemiCondensed" panose="020B0502040204020203" pitchFamily="34" charset="0"/>
              </a:rPr>
              <a:t>Яндекс.Маркет</a:t>
            </a:r>
            <a:r>
              <a:rPr lang="ru-RU" sz="1800" dirty="0">
                <a:latin typeface="Bahnschrift SemiCondensed" panose="020B0502040204020203" pitchFamily="34" charset="0"/>
              </a:rPr>
              <a:t>, </a:t>
            </a:r>
            <a:r>
              <a:rPr lang="ru-RU" sz="1800" dirty="0" err="1">
                <a:latin typeface="Bahnschrift SemiCondensed" panose="020B0502040204020203" pitchFamily="34" charset="0"/>
              </a:rPr>
              <a:t>Ozon</a:t>
            </a:r>
            <a:r>
              <a:rPr lang="ru-RU" sz="1800" dirty="0">
                <a:latin typeface="Bahnschrift SemiCondensed" panose="020B0502040204020203" pitchFamily="34" charset="0"/>
              </a:rPr>
              <a:t>)</a:t>
            </a:r>
          </a:p>
          <a:p>
            <a:pPr marL="0" lvl="0" indent="0" algn="l" rtl="0">
              <a:spcBef>
                <a:spcPts val="0"/>
              </a:spcBef>
              <a:spcAft>
                <a:spcPts val="0"/>
              </a:spcAft>
              <a:buNone/>
            </a:pPr>
            <a:r>
              <a:rPr lang="ru-RU" sz="1600" dirty="0">
                <a:latin typeface="Bahnschrift Light SemiCondensed" panose="020B0502040204020203" pitchFamily="34" charset="0"/>
              </a:rPr>
              <a:t>        Привязка к ассортименту площадки</a:t>
            </a:r>
          </a:p>
          <a:p>
            <a:pPr marL="0" lvl="0" indent="0" algn="l" rtl="0">
              <a:spcBef>
                <a:spcPts val="0"/>
              </a:spcBef>
              <a:spcAft>
                <a:spcPts val="0"/>
              </a:spcAft>
              <a:buNone/>
            </a:pPr>
            <a:endParaRPr lang="ru-RU" sz="1800" dirty="0">
              <a:latin typeface="Bahnschrift SemiCondensed" panose="020B0502040204020203" pitchFamily="34" charset="0"/>
            </a:endParaRPr>
          </a:p>
          <a:p>
            <a:pPr marL="0" lvl="0" indent="0" algn="l" rtl="0">
              <a:spcBef>
                <a:spcPts val="0"/>
              </a:spcBef>
              <a:spcAft>
                <a:spcPts val="0"/>
              </a:spcAft>
              <a:buNone/>
            </a:pPr>
            <a:endParaRPr lang="ru-RU" sz="1800" dirty="0">
              <a:latin typeface="Bahnschrift SemiCondensed" panose="020B0502040204020203" pitchFamily="34" charset="0"/>
            </a:endParaRPr>
          </a:p>
          <a:p>
            <a:pPr marL="0" lvl="0" indent="0" algn="l" rtl="0">
              <a:spcBef>
                <a:spcPts val="0"/>
              </a:spcBef>
              <a:spcAft>
                <a:spcPts val="0"/>
              </a:spcAft>
              <a:buNone/>
            </a:pPr>
            <a:r>
              <a:rPr lang="ru-RU" sz="1800" dirty="0">
                <a:latin typeface="Bahnschrift SemiCondensed" panose="020B0502040204020203" pitchFamily="34" charset="0"/>
              </a:rPr>
              <a:t>Социальная сеть (ВКонтакте «Желания»)</a:t>
            </a:r>
          </a:p>
          <a:p>
            <a:pPr marL="0" lvl="0" indent="0" algn="l" rtl="0">
              <a:spcBef>
                <a:spcPts val="0"/>
              </a:spcBef>
              <a:spcAft>
                <a:spcPts val="0"/>
              </a:spcAft>
              <a:buNone/>
            </a:pPr>
            <a:r>
              <a:rPr lang="ru-RU" sz="1600" dirty="0">
                <a:latin typeface="Bahnschrift Light SemiCondensed" panose="020B0502040204020203" pitchFamily="34" charset="0"/>
              </a:rPr>
              <a:t>        Один список в рамках одной экосистемы</a:t>
            </a:r>
            <a:endParaRPr lang="en-US" sz="1600" dirty="0">
              <a:latin typeface="Bahnschrift Light SemiCondensed" panose="020B0502040204020203" pitchFamily="34" charset="0"/>
            </a:endParaRPr>
          </a:p>
        </p:txBody>
      </p:sp>
      <p:pic>
        <p:nvPicPr>
          <p:cNvPr id="5" name="Рисунок 4">
            <a:extLst>
              <a:ext uri="{FF2B5EF4-FFF2-40B4-BE49-F238E27FC236}">
                <a16:creationId xmlns:a16="http://schemas.microsoft.com/office/drawing/2014/main" id="{1D8A7970-DD2B-46AA-8627-A7DD45D7FBA3}"/>
              </a:ext>
            </a:extLst>
          </p:cNvPr>
          <p:cNvPicPr>
            <a:picLocks noChangeAspect="1"/>
          </p:cNvPicPr>
          <p:nvPr/>
        </p:nvPicPr>
        <p:blipFill>
          <a:blip r:embed="rId3"/>
          <a:stretch>
            <a:fillRect/>
          </a:stretch>
        </p:blipFill>
        <p:spPr>
          <a:xfrm>
            <a:off x="5453697" y="1255480"/>
            <a:ext cx="2141055" cy="468844"/>
          </a:xfrm>
          <a:prstGeom prst="rect">
            <a:avLst/>
          </a:prstGeom>
        </p:spPr>
      </p:pic>
      <p:pic>
        <p:nvPicPr>
          <p:cNvPr id="1028" name="Picture 4">
            <a:extLst>
              <a:ext uri="{FF2B5EF4-FFF2-40B4-BE49-F238E27FC236}">
                <a16:creationId xmlns:a16="http://schemas.microsoft.com/office/drawing/2014/main" id="{F10EF51F-80E4-499C-BC22-75A6BB085AD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rot="20624142">
            <a:off x="5824644" y="2459034"/>
            <a:ext cx="715048" cy="715048"/>
          </a:xfrm>
          <a:prstGeom prst="rect">
            <a:avLst/>
          </a:prstGeom>
          <a:noFill/>
          <a:extLst>
            <a:ext uri="{909E8E84-426E-40DD-AFC4-6F175D3DCCD1}">
              <a14:hiddenFill xmlns:a14="http://schemas.microsoft.com/office/drawing/2010/main">
                <a:solidFill>
                  <a:srgbClr val="FFFFFF"/>
                </a:solidFill>
              </a14:hiddenFill>
            </a:ext>
          </a:extLst>
        </p:spPr>
      </p:pic>
      <p:pic>
        <p:nvPicPr>
          <p:cNvPr id="7" name="Рисунок 6">
            <a:extLst>
              <a:ext uri="{FF2B5EF4-FFF2-40B4-BE49-F238E27FC236}">
                <a16:creationId xmlns:a16="http://schemas.microsoft.com/office/drawing/2014/main" id="{35495315-5937-4D75-8FA4-D42D3D1160CC}"/>
              </a:ext>
            </a:extLst>
          </p:cNvPr>
          <p:cNvPicPr>
            <a:picLocks noChangeAspect="1"/>
          </p:cNvPicPr>
          <p:nvPr/>
        </p:nvPicPr>
        <p:blipFill>
          <a:blip r:embed="rId5"/>
          <a:stretch>
            <a:fillRect/>
          </a:stretch>
        </p:blipFill>
        <p:spPr>
          <a:xfrm rot="1296625">
            <a:off x="6223275" y="2288540"/>
            <a:ext cx="1798156" cy="566419"/>
          </a:xfrm>
          <a:prstGeom prst="rect">
            <a:avLst/>
          </a:prstGeom>
        </p:spPr>
      </p:pic>
      <p:pic>
        <p:nvPicPr>
          <p:cNvPr id="8" name="Рисунок 7">
            <a:extLst>
              <a:ext uri="{FF2B5EF4-FFF2-40B4-BE49-F238E27FC236}">
                <a16:creationId xmlns:a16="http://schemas.microsoft.com/office/drawing/2014/main" id="{B4950286-6799-4A47-83AD-CA88668334D8}"/>
              </a:ext>
            </a:extLst>
          </p:cNvPr>
          <p:cNvPicPr>
            <a:picLocks noChangeAspect="1"/>
          </p:cNvPicPr>
          <p:nvPr/>
        </p:nvPicPr>
        <p:blipFill>
          <a:blip r:embed="rId6"/>
          <a:stretch>
            <a:fillRect/>
          </a:stretch>
        </p:blipFill>
        <p:spPr>
          <a:xfrm rot="21294648">
            <a:off x="6346171" y="3528520"/>
            <a:ext cx="899444" cy="899444"/>
          </a:xfrm>
          <a:prstGeom prst="rect">
            <a:avLst/>
          </a:prstGeom>
        </p:spPr>
      </p:pic>
    </p:spTree>
    <p:extLst>
      <p:ext uri="{BB962C8B-B14F-4D97-AF65-F5344CB8AC3E}">
        <p14:creationId xmlns:p14="http://schemas.microsoft.com/office/powerpoint/2010/main" val="21633891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02"/>
        <p:cNvGrpSpPr/>
        <p:nvPr/>
      </p:nvGrpSpPr>
      <p:grpSpPr>
        <a:xfrm>
          <a:off x="0" y="0"/>
          <a:ext cx="0" cy="0"/>
          <a:chOff x="0" y="0"/>
          <a:chExt cx="0" cy="0"/>
        </a:xfrm>
      </p:grpSpPr>
      <p:sp>
        <p:nvSpPr>
          <p:cNvPr id="1103" name="Google Shape;1103;p33"/>
          <p:cNvSpPr txBox="1">
            <a:spLocks noGrp="1"/>
          </p:cNvSpPr>
          <p:nvPr>
            <p:ph type="title"/>
          </p:nvPr>
        </p:nvSpPr>
        <p:spPr>
          <a:xfrm>
            <a:off x="794650" y="352292"/>
            <a:ext cx="5116200" cy="977565"/>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ru-RU" sz="3200" dirty="0">
                <a:latin typeface="Bahnschrift SemiCondensed" panose="020B0502040204020203" pitchFamily="34" charset="0"/>
              </a:rPr>
              <a:t>Структура архитектуры приложения</a:t>
            </a:r>
            <a:endParaRPr lang="en-US" sz="3200" dirty="0">
              <a:latin typeface="Bahnschrift SemiCondensed" panose="020B0502040204020203" pitchFamily="34" charset="0"/>
            </a:endParaRPr>
          </a:p>
        </p:txBody>
      </p:sp>
      <p:grpSp>
        <p:nvGrpSpPr>
          <p:cNvPr id="8" name="Google Shape;5922;p61">
            <a:extLst>
              <a:ext uri="{FF2B5EF4-FFF2-40B4-BE49-F238E27FC236}">
                <a16:creationId xmlns:a16="http://schemas.microsoft.com/office/drawing/2014/main" id="{718614E9-38FE-49AF-9FD8-764D417D00CA}"/>
              </a:ext>
            </a:extLst>
          </p:cNvPr>
          <p:cNvGrpSpPr/>
          <p:nvPr/>
        </p:nvGrpSpPr>
        <p:grpSpPr>
          <a:xfrm>
            <a:off x="2266456" y="1519306"/>
            <a:ext cx="504890" cy="895514"/>
            <a:chOff x="2593102" y="2288778"/>
            <a:chExt cx="204663" cy="363007"/>
          </a:xfrm>
        </p:grpSpPr>
        <p:sp>
          <p:nvSpPr>
            <p:cNvPr id="9" name="Google Shape;5923;p61">
              <a:extLst>
                <a:ext uri="{FF2B5EF4-FFF2-40B4-BE49-F238E27FC236}">
                  <a16:creationId xmlns:a16="http://schemas.microsoft.com/office/drawing/2014/main" id="{9BB2D2BF-3EC7-48E1-AA63-951B68090B00}"/>
                </a:ext>
              </a:extLst>
            </p:cNvPr>
            <p:cNvSpPr/>
            <p:nvPr/>
          </p:nvSpPr>
          <p:spPr>
            <a:xfrm>
              <a:off x="2753837" y="2310636"/>
              <a:ext cx="43928" cy="297431"/>
            </a:xfrm>
            <a:custGeom>
              <a:avLst/>
              <a:gdLst/>
              <a:ahLst/>
              <a:cxnLst/>
              <a:rect l="l" t="t" r="r" b="b"/>
              <a:pathLst>
                <a:path w="1672" h="11321" extrusionOk="0">
                  <a:moveTo>
                    <a:pt x="0" y="0"/>
                  </a:moveTo>
                  <a:lnTo>
                    <a:pt x="0" y="11320"/>
                  </a:lnTo>
                  <a:lnTo>
                    <a:pt x="1672" y="10481"/>
                  </a:lnTo>
                  <a:lnTo>
                    <a:pt x="1672" y="833"/>
                  </a:lnTo>
                  <a:lnTo>
                    <a:pt x="0" y="0"/>
                  </a:ln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5924;p61">
              <a:extLst>
                <a:ext uri="{FF2B5EF4-FFF2-40B4-BE49-F238E27FC236}">
                  <a16:creationId xmlns:a16="http://schemas.microsoft.com/office/drawing/2014/main" id="{5BFC91ED-669C-4B51-948C-A9972687726D}"/>
                </a:ext>
              </a:extLst>
            </p:cNvPr>
            <p:cNvSpPr/>
            <p:nvPr/>
          </p:nvSpPr>
          <p:spPr>
            <a:xfrm>
              <a:off x="2593102" y="2310636"/>
              <a:ext cx="182620" cy="297431"/>
            </a:xfrm>
            <a:custGeom>
              <a:avLst/>
              <a:gdLst/>
              <a:ahLst/>
              <a:cxnLst/>
              <a:rect l="l" t="t" r="r" b="b"/>
              <a:pathLst>
                <a:path w="6951" h="11321" extrusionOk="0">
                  <a:moveTo>
                    <a:pt x="6951" y="0"/>
                  </a:moveTo>
                  <a:lnTo>
                    <a:pt x="1" y="833"/>
                  </a:lnTo>
                  <a:lnTo>
                    <a:pt x="1" y="10481"/>
                  </a:lnTo>
                  <a:lnTo>
                    <a:pt x="6951" y="11320"/>
                  </a:lnTo>
                  <a:lnTo>
                    <a:pt x="6951" y="0"/>
                  </a:lnTo>
                  <a:close/>
                </a:path>
              </a:pathLst>
            </a:custGeom>
            <a:solidFill>
              <a:srgbClr val="BF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5925;p61">
              <a:extLst>
                <a:ext uri="{FF2B5EF4-FFF2-40B4-BE49-F238E27FC236}">
                  <a16:creationId xmlns:a16="http://schemas.microsoft.com/office/drawing/2014/main" id="{043B5CEE-CEC8-4A6B-B3AF-0E8CF270C599}"/>
                </a:ext>
              </a:extLst>
            </p:cNvPr>
            <p:cNvSpPr/>
            <p:nvPr/>
          </p:nvSpPr>
          <p:spPr>
            <a:xfrm>
              <a:off x="2753837" y="2585972"/>
              <a:ext cx="43928" cy="65813"/>
            </a:xfrm>
            <a:custGeom>
              <a:avLst/>
              <a:gdLst/>
              <a:ahLst/>
              <a:cxnLst/>
              <a:rect l="l" t="t" r="r" b="b"/>
              <a:pathLst>
                <a:path w="1672" h="2505" extrusionOk="0">
                  <a:moveTo>
                    <a:pt x="833" y="1"/>
                  </a:moveTo>
                  <a:lnTo>
                    <a:pt x="0" y="2505"/>
                  </a:lnTo>
                  <a:lnTo>
                    <a:pt x="833" y="2505"/>
                  </a:lnTo>
                  <a:cubicBezTo>
                    <a:pt x="1297" y="2505"/>
                    <a:pt x="1665" y="2130"/>
                    <a:pt x="1672" y="1673"/>
                  </a:cubicBezTo>
                  <a:lnTo>
                    <a:pt x="1672" y="1"/>
                  </a:lnTo>
                  <a:close/>
                </a:path>
              </a:pathLst>
            </a:custGeom>
            <a:solidFill>
              <a:srgbClr val="6F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5926;p61">
              <a:extLst>
                <a:ext uri="{FF2B5EF4-FFF2-40B4-BE49-F238E27FC236}">
                  <a16:creationId xmlns:a16="http://schemas.microsoft.com/office/drawing/2014/main" id="{42554CC1-9E28-4A71-84EA-F43DE558E328}"/>
                </a:ext>
              </a:extLst>
            </p:cNvPr>
            <p:cNvSpPr/>
            <p:nvPr/>
          </p:nvSpPr>
          <p:spPr>
            <a:xfrm>
              <a:off x="2753837" y="2288778"/>
              <a:ext cx="43928" cy="43744"/>
            </a:xfrm>
            <a:custGeom>
              <a:avLst/>
              <a:gdLst/>
              <a:ahLst/>
              <a:cxnLst/>
              <a:rect l="l" t="t" r="r" b="b"/>
              <a:pathLst>
                <a:path w="1672" h="1665" extrusionOk="0">
                  <a:moveTo>
                    <a:pt x="0" y="0"/>
                  </a:moveTo>
                  <a:lnTo>
                    <a:pt x="833" y="1665"/>
                  </a:lnTo>
                  <a:lnTo>
                    <a:pt x="1672" y="1665"/>
                  </a:lnTo>
                  <a:lnTo>
                    <a:pt x="1672" y="832"/>
                  </a:lnTo>
                  <a:cubicBezTo>
                    <a:pt x="1665" y="375"/>
                    <a:pt x="1297" y="0"/>
                    <a:pt x="833" y="0"/>
                  </a:cubicBezTo>
                  <a:close/>
                </a:path>
              </a:pathLst>
            </a:custGeom>
            <a:solidFill>
              <a:srgbClr val="6F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5927;p61">
              <a:extLst>
                <a:ext uri="{FF2B5EF4-FFF2-40B4-BE49-F238E27FC236}">
                  <a16:creationId xmlns:a16="http://schemas.microsoft.com/office/drawing/2014/main" id="{E15D4295-59AB-460B-8D64-41D88E902DCF}"/>
                </a:ext>
              </a:extLst>
            </p:cNvPr>
            <p:cNvSpPr/>
            <p:nvPr/>
          </p:nvSpPr>
          <p:spPr>
            <a:xfrm>
              <a:off x="2593102" y="2585972"/>
              <a:ext cx="182620" cy="65813"/>
            </a:xfrm>
            <a:custGeom>
              <a:avLst/>
              <a:gdLst/>
              <a:ahLst/>
              <a:cxnLst/>
              <a:rect l="l" t="t" r="r" b="b"/>
              <a:pathLst>
                <a:path w="6951" h="2505" extrusionOk="0">
                  <a:moveTo>
                    <a:pt x="1" y="1"/>
                  </a:moveTo>
                  <a:lnTo>
                    <a:pt x="1" y="1673"/>
                  </a:lnTo>
                  <a:cubicBezTo>
                    <a:pt x="8" y="2130"/>
                    <a:pt x="375" y="2505"/>
                    <a:pt x="840" y="2505"/>
                  </a:cubicBezTo>
                  <a:lnTo>
                    <a:pt x="6118" y="2505"/>
                  </a:lnTo>
                  <a:cubicBezTo>
                    <a:pt x="6576" y="2505"/>
                    <a:pt x="6951" y="2130"/>
                    <a:pt x="6951" y="1673"/>
                  </a:cubicBezTo>
                  <a:lnTo>
                    <a:pt x="6951" y="1"/>
                  </a:lnTo>
                  <a:close/>
                </a:path>
              </a:pathLst>
            </a:custGeom>
            <a:solidFill>
              <a:srgbClr val="A1B5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5928;p61">
              <a:extLst>
                <a:ext uri="{FF2B5EF4-FFF2-40B4-BE49-F238E27FC236}">
                  <a16:creationId xmlns:a16="http://schemas.microsoft.com/office/drawing/2014/main" id="{CC0CA63F-9833-4842-9CB2-64DEBB6A6D1D}"/>
                </a:ext>
              </a:extLst>
            </p:cNvPr>
            <p:cNvSpPr/>
            <p:nvPr/>
          </p:nvSpPr>
          <p:spPr>
            <a:xfrm>
              <a:off x="2593102" y="2288778"/>
              <a:ext cx="182620" cy="43744"/>
            </a:xfrm>
            <a:custGeom>
              <a:avLst/>
              <a:gdLst/>
              <a:ahLst/>
              <a:cxnLst/>
              <a:rect l="l" t="t" r="r" b="b"/>
              <a:pathLst>
                <a:path w="6951" h="1665" extrusionOk="0">
                  <a:moveTo>
                    <a:pt x="840" y="0"/>
                  </a:moveTo>
                  <a:cubicBezTo>
                    <a:pt x="375" y="0"/>
                    <a:pt x="8" y="375"/>
                    <a:pt x="1" y="832"/>
                  </a:cubicBezTo>
                  <a:lnTo>
                    <a:pt x="1" y="1665"/>
                  </a:lnTo>
                  <a:lnTo>
                    <a:pt x="6951" y="1665"/>
                  </a:lnTo>
                  <a:lnTo>
                    <a:pt x="6951" y="832"/>
                  </a:lnTo>
                  <a:cubicBezTo>
                    <a:pt x="6951" y="375"/>
                    <a:pt x="6576" y="0"/>
                    <a:pt x="6118" y="0"/>
                  </a:cubicBezTo>
                  <a:close/>
                </a:path>
              </a:pathLst>
            </a:custGeom>
            <a:solidFill>
              <a:srgbClr val="A1B5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5929;p61">
              <a:extLst>
                <a:ext uri="{FF2B5EF4-FFF2-40B4-BE49-F238E27FC236}">
                  <a16:creationId xmlns:a16="http://schemas.microsoft.com/office/drawing/2014/main" id="{CE234345-313A-422D-89C9-D8915FFDBED2}"/>
                </a:ext>
              </a:extLst>
            </p:cNvPr>
            <p:cNvSpPr/>
            <p:nvPr/>
          </p:nvSpPr>
          <p:spPr>
            <a:xfrm>
              <a:off x="2688050" y="2305172"/>
              <a:ext cx="36650" cy="10956"/>
            </a:xfrm>
            <a:custGeom>
              <a:avLst/>
              <a:gdLst/>
              <a:ahLst/>
              <a:cxnLst/>
              <a:rect l="l" t="t" r="r" b="b"/>
              <a:pathLst>
                <a:path w="1395" h="417" extrusionOk="0">
                  <a:moveTo>
                    <a:pt x="285" y="0"/>
                  </a:moveTo>
                  <a:cubicBezTo>
                    <a:pt x="0" y="0"/>
                    <a:pt x="0" y="416"/>
                    <a:pt x="285" y="416"/>
                  </a:cubicBezTo>
                  <a:lnTo>
                    <a:pt x="1117" y="416"/>
                  </a:lnTo>
                  <a:cubicBezTo>
                    <a:pt x="1395" y="416"/>
                    <a:pt x="1395" y="0"/>
                    <a:pt x="1117" y="0"/>
                  </a:cubicBezTo>
                  <a:close/>
                </a:path>
              </a:pathLst>
            </a:custGeom>
            <a:solidFill>
              <a:srgbClr val="63636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5930;p61">
              <a:extLst>
                <a:ext uri="{FF2B5EF4-FFF2-40B4-BE49-F238E27FC236}">
                  <a16:creationId xmlns:a16="http://schemas.microsoft.com/office/drawing/2014/main" id="{E152CBC3-E516-4C48-9D0C-CAB2D01A7230}"/>
                </a:ext>
              </a:extLst>
            </p:cNvPr>
            <p:cNvSpPr/>
            <p:nvPr/>
          </p:nvSpPr>
          <p:spPr>
            <a:xfrm>
              <a:off x="2684399" y="2607857"/>
              <a:ext cx="22069" cy="22069"/>
            </a:xfrm>
            <a:custGeom>
              <a:avLst/>
              <a:gdLst/>
              <a:ahLst/>
              <a:cxnLst/>
              <a:rect l="l" t="t" r="r" b="b"/>
              <a:pathLst>
                <a:path w="840" h="840" extrusionOk="0">
                  <a:moveTo>
                    <a:pt x="424" y="0"/>
                  </a:moveTo>
                  <a:cubicBezTo>
                    <a:pt x="188" y="0"/>
                    <a:pt x="1" y="188"/>
                    <a:pt x="1" y="423"/>
                  </a:cubicBezTo>
                  <a:cubicBezTo>
                    <a:pt x="1" y="652"/>
                    <a:pt x="188" y="840"/>
                    <a:pt x="424" y="840"/>
                  </a:cubicBezTo>
                  <a:cubicBezTo>
                    <a:pt x="653" y="840"/>
                    <a:pt x="840" y="652"/>
                    <a:pt x="840" y="423"/>
                  </a:cubicBezTo>
                  <a:cubicBezTo>
                    <a:pt x="840" y="188"/>
                    <a:pt x="653" y="0"/>
                    <a:pt x="4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5931;p61">
              <a:extLst>
                <a:ext uri="{FF2B5EF4-FFF2-40B4-BE49-F238E27FC236}">
                  <a16:creationId xmlns:a16="http://schemas.microsoft.com/office/drawing/2014/main" id="{3BD7B229-2A99-4225-94C6-249DA645CE1E}"/>
                </a:ext>
              </a:extLst>
            </p:cNvPr>
            <p:cNvSpPr/>
            <p:nvPr/>
          </p:nvSpPr>
          <p:spPr>
            <a:xfrm>
              <a:off x="2668004" y="2305172"/>
              <a:ext cx="10956" cy="10956"/>
            </a:xfrm>
            <a:custGeom>
              <a:avLst/>
              <a:gdLst/>
              <a:ahLst/>
              <a:cxnLst/>
              <a:rect l="l" t="t" r="r" b="b"/>
              <a:pathLst>
                <a:path w="417" h="417" extrusionOk="0">
                  <a:moveTo>
                    <a:pt x="208" y="0"/>
                  </a:moveTo>
                  <a:cubicBezTo>
                    <a:pt x="97" y="0"/>
                    <a:pt x="0" y="97"/>
                    <a:pt x="0" y="208"/>
                  </a:cubicBezTo>
                  <a:cubicBezTo>
                    <a:pt x="0" y="326"/>
                    <a:pt x="97" y="416"/>
                    <a:pt x="208" y="416"/>
                  </a:cubicBezTo>
                  <a:cubicBezTo>
                    <a:pt x="326" y="416"/>
                    <a:pt x="417" y="326"/>
                    <a:pt x="417" y="208"/>
                  </a:cubicBezTo>
                  <a:cubicBezTo>
                    <a:pt x="417" y="97"/>
                    <a:pt x="326" y="0"/>
                    <a:pt x="208" y="0"/>
                  </a:cubicBezTo>
                  <a:close/>
                </a:path>
              </a:pathLst>
            </a:custGeom>
            <a:solidFill>
              <a:srgbClr val="63636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 name="Google Shape;8248;p63">
            <a:extLst>
              <a:ext uri="{FF2B5EF4-FFF2-40B4-BE49-F238E27FC236}">
                <a16:creationId xmlns:a16="http://schemas.microsoft.com/office/drawing/2014/main" id="{FA2C7977-C3B7-4276-9F4B-93F504A96BD2}"/>
              </a:ext>
            </a:extLst>
          </p:cNvPr>
          <p:cNvGrpSpPr/>
          <p:nvPr/>
        </p:nvGrpSpPr>
        <p:grpSpPr>
          <a:xfrm>
            <a:off x="2099505" y="3457750"/>
            <a:ext cx="837617" cy="711787"/>
            <a:chOff x="2659157" y="2017412"/>
            <a:chExt cx="319190" cy="271240"/>
          </a:xfrm>
        </p:grpSpPr>
        <p:sp>
          <p:nvSpPr>
            <p:cNvPr id="19" name="Google Shape;8249;p63">
              <a:extLst>
                <a:ext uri="{FF2B5EF4-FFF2-40B4-BE49-F238E27FC236}">
                  <a16:creationId xmlns:a16="http://schemas.microsoft.com/office/drawing/2014/main" id="{68C081BF-F84C-45AA-8E0A-F5EB297BCBB5}"/>
                </a:ext>
              </a:extLst>
            </p:cNvPr>
            <p:cNvSpPr/>
            <p:nvPr/>
          </p:nvSpPr>
          <p:spPr>
            <a:xfrm>
              <a:off x="2808183" y="2086765"/>
              <a:ext cx="164125" cy="149314"/>
            </a:xfrm>
            <a:custGeom>
              <a:avLst/>
              <a:gdLst/>
              <a:ahLst/>
              <a:cxnLst/>
              <a:rect l="l" t="t" r="r" b="b"/>
              <a:pathLst>
                <a:path w="6250" h="5686" extrusionOk="0">
                  <a:moveTo>
                    <a:pt x="3934" y="1"/>
                  </a:moveTo>
                  <a:lnTo>
                    <a:pt x="2728" y="919"/>
                  </a:lnTo>
                  <a:lnTo>
                    <a:pt x="1733" y="584"/>
                  </a:lnTo>
                  <a:lnTo>
                    <a:pt x="0" y="1991"/>
                  </a:lnTo>
                  <a:lnTo>
                    <a:pt x="2670" y="5685"/>
                  </a:lnTo>
                  <a:lnTo>
                    <a:pt x="6250" y="3140"/>
                  </a:lnTo>
                  <a:lnTo>
                    <a:pt x="3934" y="1"/>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8250;p63">
              <a:extLst>
                <a:ext uri="{FF2B5EF4-FFF2-40B4-BE49-F238E27FC236}">
                  <a16:creationId xmlns:a16="http://schemas.microsoft.com/office/drawing/2014/main" id="{7F5CF872-CB12-4989-9A45-C75C2771C459}"/>
                </a:ext>
              </a:extLst>
            </p:cNvPr>
            <p:cNvSpPr/>
            <p:nvPr/>
          </p:nvSpPr>
          <p:spPr>
            <a:xfrm>
              <a:off x="2881816" y="2017412"/>
              <a:ext cx="96532" cy="177334"/>
            </a:xfrm>
            <a:custGeom>
              <a:avLst/>
              <a:gdLst/>
              <a:ahLst/>
              <a:cxnLst/>
              <a:rect l="l" t="t" r="r" b="b"/>
              <a:pathLst>
                <a:path w="3676" h="6753" extrusionOk="0">
                  <a:moveTo>
                    <a:pt x="3675" y="0"/>
                  </a:moveTo>
                  <a:lnTo>
                    <a:pt x="106" y="2536"/>
                  </a:lnTo>
                  <a:cubicBezTo>
                    <a:pt x="10" y="2594"/>
                    <a:pt x="0" y="2718"/>
                    <a:pt x="58" y="2804"/>
                  </a:cubicBezTo>
                  <a:lnTo>
                    <a:pt x="3063" y="6680"/>
                  </a:lnTo>
                  <a:cubicBezTo>
                    <a:pt x="3101" y="6729"/>
                    <a:pt x="3153" y="6753"/>
                    <a:pt x="3208" y="6753"/>
                  </a:cubicBezTo>
                  <a:cubicBezTo>
                    <a:pt x="3250" y="6753"/>
                    <a:pt x="3293" y="6738"/>
                    <a:pt x="3331" y="6709"/>
                  </a:cubicBezTo>
                  <a:lnTo>
                    <a:pt x="3675" y="6441"/>
                  </a:lnTo>
                  <a:lnTo>
                    <a:pt x="3675"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8251;p63">
              <a:extLst>
                <a:ext uri="{FF2B5EF4-FFF2-40B4-BE49-F238E27FC236}">
                  <a16:creationId xmlns:a16="http://schemas.microsoft.com/office/drawing/2014/main" id="{08D03C14-5E09-4347-A880-CB752290E48F}"/>
                </a:ext>
              </a:extLst>
            </p:cNvPr>
            <p:cNvSpPr/>
            <p:nvPr/>
          </p:nvSpPr>
          <p:spPr>
            <a:xfrm>
              <a:off x="2947650" y="2150603"/>
              <a:ext cx="30698" cy="44196"/>
            </a:xfrm>
            <a:custGeom>
              <a:avLst/>
              <a:gdLst/>
              <a:ahLst/>
              <a:cxnLst/>
              <a:rect l="l" t="t" r="r" b="b"/>
              <a:pathLst>
                <a:path w="1169" h="1683" extrusionOk="0">
                  <a:moveTo>
                    <a:pt x="1168" y="0"/>
                  </a:moveTo>
                  <a:lnTo>
                    <a:pt x="1" y="890"/>
                  </a:lnTo>
                  <a:lnTo>
                    <a:pt x="556" y="1608"/>
                  </a:lnTo>
                  <a:cubicBezTo>
                    <a:pt x="595" y="1658"/>
                    <a:pt x="650" y="1683"/>
                    <a:pt x="707" y="1683"/>
                  </a:cubicBezTo>
                  <a:cubicBezTo>
                    <a:pt x="747" y="1683"/>
                    <a:pt x="788" y="1670"/>
                    <a:pt x="824" y="1646"/>
                  </a:cubicBezTo>
                  <a:lnTo>
                    <a:pt x="1168" y="1369"/>
                  </a:lnTo>
                  <a:lnTo>
                    <a:pt x="1168"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8252;p63">
              <a:extLst>
                <a:ext uri="{FF2B5EF4-FFF2-40B4-BE49-F238E27FC236}">
                  <a16:creationId xmlns:a16="http://schemas.microsoft.com/office/drawing/2014/main" id="{FE2178C9-E35C-4948-B07C-AC4CF7FDA177}"/>
                </a:ext>
              </a:extLst>
            </p:cNvPr>
            <p:cNvSpPr/>
            <p:nvPr/>
          </p:nvSpPr>
          <p:spPr>
            <a:xfrm>
              <a:off x="2818976" y="2136029"/>
              <a:ext cx="124682" cy="83034"/>
            </a:xfrm>
            <a:custGeom>
              <a:avLst/>
              <a:gdLst/>
              <a:ahLst/>
              <a:cxnLst/>
              <a:rect l="l" t="t" r="r" b="b"/>
              <a:pathLst>
                <a:path w="4748" h="3162" extrusionOk="0">
                  <a:moveTo>
                    <a:pt x="546" y="0"/>
                  </a:moveTo>
                  <a:lnTo>
                    <a:pt x="1" y="1005"/>
                  </a:lnTo>
                  <a:lnTo>
                    <a:pt x="3829" y="3092"/>
                  </a:lnTo>
                  <a:cubicBezTo>
                    <a:pt x="3916" y="3139"/>
                    <a:pt x="4009" y="3162"/>
                    <a:pt x="4101" y="3162"/>
                  </a:cubicBezTo>
                  <a:cubicBezTo>
                    <a:pt x="4303" y="3162"/>
                    <a:pt x="4499" y="3053"/>
                    <a:pt x="4604" y="2862"/>
                  </a:cubicBezTo>
                  <a:cubicBezTo>
                    <a:pt x="4748" y="2584"/>
                    <a:pt x="4652" y="2240"/>
                    <a:pt x="4374" y="2087"/>
                  </a:cubicBezTo>
                  <a:lnTo>
                    <a:pt x="546"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8253;p63">
              <a:extLst>
                <a:ext uri="{FF2B5EF4-FFF2-40B4-BE49-F238E27FC236}">
                  <a16:creationId xmlns:a16="http://schemas.microsoft.com/office/drawing/2014/main" id="{256C41E6-3421-4241-90E4-16F78AA03CB7}"/>
                </a:ext>
              </a:extLst>
            </p:cNvPr>
            <p:cNvSpPr/>
            <p:nvPr/>
          </p:nvSpPr>
          <p:spPr>
            <a:xfrm>
              <a:off x="2867741" y="2177730"/>
              <a:ext cx="73160" cy="41360"/>
            </a:xfrm>
            <a:custGeom>
              <a:avLst/>
              <a:gdLst/>
              <a:ahLst/>
              <a:cxnLst/>
              <a:rect l="l" t="t" r="r" b="b"/>
              <a:pathLst>
                <a:path w="2786" h="1575" extrusionOk="0">
                  <a:moveTo>
                    <a:pt x="240" y="1"/>
                  </a:moveTo>
                  <a:lnTo>
                    <a:pt x="1" y="432"/>
                  </a:lnTo>
                  <a:lnTo>
                    <a:pt x="1972" y="1504"/>
                  </a:lnTo>
                  <a:cubicBezTo>
                    <a:pt x="2058" y="1552"/>
                    <a:pt x="2152" y="1575"/>
                    <a:pt x="2244" y="1575"/>
                  </a:cubicBezTo>
                  <a:cubicBezTo>
                    <a:pt x="2478" y="1575"/>
                    <a:pt x="2703" y="1428"/>
                    <a:pt x="2785" y="1188"/>
                  </a:cubicBezTo>
                  <a:lnTo>
                    <a:pt x="2785" y="1188"/>
                  </a:lnTo>
                  <a:cubicBezTo>
                    <a:pt x="2729" y="1205"/>
                    <a:pt x="2672" y="1214"/>
                    <a:pt x="2615" y="1214"/>
                  </a:cubicBezTo>
                  <a:cubicBezTo>
                    <a:pt x="2517" y="1214"/>
                    <a:pt x="2421" y="1188"/>
                    <a:pt x="2336" y="1140"/>
                  </a:cubicBezTo>
                  <a:lnTo>
                    <a:pt x="240" y="1"/>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8254;p63">
              <a:extLst>
                <a:ext uri="{FF2B5EF4-FFF2-40B4-BE49-F238E27FC236}">
                  <a16:creationId xmlns:a16="http://schemas.microsoft.com/office/drawing/2014/main" id="{822AD998-751A-4515-B56F-674FB0E1FAAD}"/>
                </a:ext>
              </a:extLst>
            </p:cNvPr>
            <p:cNvSpPr/>
            <p:nvPr/>
          </p:nvSpPr>
          <p:spPr>
            <a:xfrm>
              <a:off x="2795867" y="2157641"/>
              <a:ext cx="124919" cy="82798"/>
            </a:xfrm>
            <a:custGeom>
              <a:avLst/>
              <a:gdLst/>
              <a:ahLst/>
              <a:cxnLst/>
              <a:rect l="l" t="t" r="r" b="b"/>
              <a:pathLst>
                <a:path w="4757" h="3153" extrusionOk="0">
                  <a:moveTo>
                    <a:pt x="546" y="0"/>
                  </a:moveTo>
                  <a:lnTo>
                    <a:pt x="0" y="996"/>
                  </a:lnTo>
                  <a:lnTo>
                    <a:pt x="3829" y="3082"/>
                  </a:lnTo>
                  <a:cubicBezTo>
                    <a:pt x="3916" y="3130"/>
                    <a:pt x="4010" y="3153"/>
                    <a:pt x="4102" y="3153"/>
                  </a:cubicBezTo>
                  <a:cubicBezTo>
                    <a:pt x="4304" y="3153"/>
                    <a:pt x="4499" y="3046"/>
                    <a:pt x="4604" y="2862"/>
                  </a:cubicBezTo>
                  <a:cubicBezTo>
                    <a:pt x="4757" y="2584"/>
                    <a:pt x="4652" y="2240"/>
                    <a:pt x="4374" y="2087"/>
                  </a:cubicBezTo>
                  <a:lnTo>
                    <a:pt x="546"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8255;p63">
              <a:extLst>
                <a:ext uri="{FF2B5EF4-FFF2-40B4-BE49-F238E27FC236}">
                  <a16:creationId xmlns:a16="http://schemas.microsoft.com/office/drawing/2014/main" id="{01F73566-9797-4B60-BF9A-F8715113F93C}"/>
                </a:ext>
              </a:extLst>
            </p:cNvPr>
            <p:cNvSpPr/>
            <p:nvPr/>
          </p:nvSpPr>
          <p:spPr>
            <a:xfrm>
              <a:off x="2852667" y="2204620"/>
              <a:ext cx="65099" cy="35845"/>
            </a:xfrm>
            <a:custGeom>
              <a:avLst/>
              <a:gdLst/>
              <a:ahLst/>
              <a:cxnLst/>
              <a:rect l="l" t="t" r="r" b="b"/>
              <a:pathLst>
                <a:path w="2479" h="1365" extrusionOk="0">
                  <a:moveTo>
                    <a:pt x="220" y="1"/>
                  </a:moveTo>
                  <a:lnTo>
                    <a:pt x="0" y="384"/>
                  </a:lnTo>
                  <a:lnTo>
                    <a:pt x="1666" y="1293"/>
                  </a:lnTo>
                  <a:cubicBezTo>
                    <a:pt x="1752" y="1342"/>
                    <a:pt x="1845" y="1364"/>
                    <a:pt x="1937" y="1364"/>
                  </a:cubicBezTo>
                  <a:cubicBezTo>
                    <a:pt x="2171" y="1364"/>
                    <a:pt x="2397" y="1218"/>
                    <a:pt x="2479" y="977"/>
                  </a:cubicBezTo>
                  <a:lnTo>
                    <a:pt x="2479" y="977"/>
                  </a:lnTo>
                  <a:cubicBezTo>
                    <a:pt x="2405" y="1012"/>
                    <a:pt x="2325" y="1029"/>
                    <a:pt x="2245" y="1029"/>
                  </a:cubicBezTo>
                  <a:cubicBezTo>
                    <a:pt x="2150" y="1029"/>
                    <a:pt x="2055" y="1005"/>
                    <a:pt x="1972" y="958"/>
                  </a:cubicBezTo>
                  <a:lnTo>
                    <a:pt x="220" y="1"/>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8256;p63">
              <a:extLst>
                <a:ext uri="{FF2B5EF4-FFF2-40B4-BE49-F238E27FC236}">
                  <a16:creationId xmlns:a16="http://schemas.microsoft.com/office/drawing/2014/main" id="{059B9E22-2607-4096-BDA3-6BF54E755017}"/>
                </a:ext>
              </a:extLst>
            </p:cNvPr>
            <p:cNvSpPr/>
            <p:nvPr/>
          </p:nvSpPr>
          <p:spPr>
            <a:xfrm>
              <a:off x="2772732" y="2178990"/>
              <a:ext cx="124945" cy="83060"/>
            </a:xfrm>
            <a:custGeom>
              <a:avLst/>
              <a:gdLst/>
              <a:ahLst/>
              <a:cxnLst/>
              <a:rect l="l" t="t" r="r" b="b"/>
              <a:pathLst>
                <a:path w="4758" h="3163" extrusionOk="0">
                  <a:moveTo>
                    <a:pt x="546" y="1"/>
                  </a:moveTo>
                  <a:lnTo>
                    <a:pt x="1" y="1006"/>
                  </a:lnTo>
                  <a:lnTo>
                    <a:pt x="3829" y="3092"/>
                  </a:lnTo>
                  <a:cubicBezTo>
                    <a:pt x="3916" y="3140"/>
                    <a:pt x="4009" y="3163"/>
                    <a:pt x="4101" y="3163"/>
                  </a:cubicBezTo>
                  <a:cubicBezTo>
                    <a:pt x="4303" y="3163"/>
                    <a:pt x="4499" y="3053"/>
                    <a:pt x="4604" y="2862"/>
                  </a:cubicBezTo>
                  <a:cubicBezTo>
                    <a:pt x="4757" y="2585"/>
                    <a:pt x="4652" y="2240"/>
                    <a:pt x="4375" y="2097"/>
                  </a:cubicBezTo>
                  <a:lnTo>
                    <a:pt x="546"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8257;p63">
              <a:extLst>
                <a:ext uri="{FF2B5EF4-FFF2-40B4-BE49-F238E27FC236}">
                  <a16:creationId xmlns:a16="http://schemas.microsoft.com/office/drawing/2014/main" id="{1AB82386-BE2F-405B-9B06-38E430CF00E3}"/>
                </a:ext>
              </a:extLst>
            </p:cNvPr>
            <p:cNvSpPr/>
            <p:nvPr/>
          </p:nvSpPr>
          <p:spPr>
            <a:xfrm>
              <a:off x="2837594" y="2231011"/>
              <a:ext cx="56800" cy="31013"/>
            </a:xfrm>
            <a:custGeom>
              <a:avLst/>
              <a:gdLst/>
              <a:ahLst/>
              <a:cxnLst/>
              <a:rect l="l" t="t" r="r" b="b"/>
              <a:pathLst>
                <a:path w="2163" h="1181" extrusionOk="0">
                  <a:moveTo>
                    <a:pt x="211" y="1"/>
                  </a:moveTo>
                  <a:lnTo>
                    <a:pt x="0" y="365"/>
                  </a:lnTo>
                  <a:lnTo>
                    <a:pt x="1359" y="1111"/>
                  </a:lnTo>
                  <a:cubicBezTo>
                    <a:pt x="1445" y="1158"/>
                    <a:pt x="1539" y="1181"/>
                    <a:pt x="1631" y="1181"/>
                  </a:cubicBezTo>
                  <a:cubicBezTo>
                    <a:pt x="1856" y="1181"/>
                    <a:pt x="2075" y="1048"/>
                    <a:pt x="2163" y="824"/>
                  </a:cubicBezTo>
                  <a:lnTo>
                    <a:pt x="2163" y="824"/>
                  </a:lnTo>
                  <a:cubicBezTo>
                    <a:pt x="2092" y="853"/>
                    <a:pt x="2019" y="868"/>
                    <a:pt x="1946" y="868"/>
                  </a:cubicBezTo>
                  <a:cubicBezTo>
                    <a:pt x="1853" y="868"/>
                    <a:pt x="1761" y="844"/>
                    <a:pt x="1675" y="795"/>
                  </a:cubicBezTo>
                  <a:lnTo>
                    <a:pt x="211" y="1"/>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8258;p63">
              <a:extLst>
                <a:ext uri="{FF2B5EF4-FFF2-40B4-BE49-F238E27FC236}">
                  <a16:creationId xmlns:a16="http://schemas.microsoft.com/office/drawing/2014/main" id="{09500C42-E486-4C4C-8A93-AFDC634D137C}"/>
                </a:ext>
              </a:extLst>
            </p:cNvPr>
            <p:cNvSpPr/>
            <p:nvPr/>
          </p:nvSpPr>
          <p:spPr>
            <a:xfrm>
              <a:off x="2749623" y="2200602"/>
              <a:ext cx="124919" cy="82955"/>
            </a:xfrm>
            <a:custGeom>
              <a:avLst/>
              <a:gdLst/>
              <a:ahLst/>
              <a:cxnLst/>
              <a:rect l="l" t="t" r="r" b="b"/>
              <a:pathLst>
                <a:path w="4757" h="3159" extrusionOk="0">
                  <a:moveTo>
                    <a:pt x="546" y="1"/>
                  </a:moveTo>
                  <a:lnTo>
                    <a:pt x="0" y="996"/>
                  </a:lnTo>
                  <a:lnTo>
                    <a:pt x="3829" y="3092"/>
                  </a:lnTo>
                  <a:cubicBezTo>
                    <a:pt x="3915" y="3137"/>
                    <a:pt x="4008" y="3158"/>
                    <a:pt x="4100" y="3158"/>
                  </a:cubicBezTo>
                  <a:cubicBezTo>
                    <a:pt x="4302" y="3158"/>
                    <a:pt x="4498" y="3053"/>
                    <a:pt x="4604" y="2862"/>
                  </a:cubicBezTo>
                  <a:cubicBezTo>
                    <a:pt x="4757" y="2585"/>
                    <a:pt x="4652" y="2240"/>
                    <a:pt x="4374" y="2087"/>
                  </a:cubicBezTo>
                  <a:lnTo>
                    <a:pt x="546"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8259;p63">
              <a:extLst>
                <a:ext uri="{FF2B5EF4-FFF2-40B4-BE49-F238E27FC236}">
                  <a16:creationId xmlns:a16="http://schemas.microsoft.com/office/drawing/2014/main" id="{1CE90723-4E25-4922-95E2-FF27BE2E6AC4}"/>
                </a:ext>
              </a:extLst>
            </p:cNvPr>
            <p:cNvSpPr/>
            <p:nvPr/>
          </p:nvSpPr>
          <p:spPr>
            <a:xfrm>
              <a:off x="2822495" y="2255906"/>
              <a:ext cx="49054" cy="27494"/>
            </a:xfrm>
            <a:custGeom>
              <a:avLst/>
              <a:gdLst/>
              <a:ahLst/>
              <a:cxnLst/>
              <a:rect l="l" t="t" r="r" b="b"/>
              <a:pathLst>
                <a:path w="1868" h="1047" extrusionOk="0">
                  <a:moveTo>
                    <a:pt x="240" y="0"/>
                  </a:moveTo>
                  <a:lnTo>
                    <a:pt x="1" y="402"/>
                  </a:lnTo>
                  <a:lnTo>
                    <a:pt x="1054" y="976"/>
                  </a:lnTo>
                  <a:cubicBezTo>
                    <a:pt x="1140" y="1024"/>
                    <a:pt x="1234" y="1047"/>
                    <a:pt x="1326" y="1047"/>
                  </a:cubicBezTo>
                  <a:cubicBezTo>
                    <a:pt x="1528" y="1047"/>
                    <a:pt x="1724" y="938"/>
                    <a:pt x="1829" y="747"/>
                  </a:cubicBezTo>
                  <a:cubicBezTo>
                    <a:pt x="1848" y="728"/>
                    <a:pt x="1857" y="699"/>
                    <a:pt x="1867" y="670"/>
                  </a:cubicBezTo>
                  <a:lnTo>
                    <a:pt x="1867" y="670"/>
                  </a:lnTo>
                  <a:cubicBezTo>
                    <a:pt x="1801" y="695"/>
                    <a:pt x="1732" y="707"/>
                    <a:pt x="1663" y="707"/>
                  </a:cubicBezTo>
                  <a:cubicBezTo>
                    <a:pt x="1572" y="707"/>
                    <a:pt x="1480" y="685"/>
                    <a:pt x="1398" y="642"/>
                  </a:cubicBezTo>
                  <a:lnTo>
                    <a:pt x="240" y="0"/>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8260;p63">
              <a:extLst>
                <a:ext uri="{FF2B5EF4-FFF2-40B4-BE49-F238E27FC236}">
                  <a16:creationId xmlns:a16="http://schemas.microsoft.com/office/drawing/2014/main" id="{D7AB42F7-29C5-4E58-9AC0-2409ABC6B420}"/>
                </a:ext>
              </a:extLst>
            </p:cNvPr>
            <p:cNvSpPr/>
            <p:nvPr/>
          </p:nvSpPr>
          <p:spPr>
            <a:xfrm>
              <a:off x="2673968" y="2097059"/>
              <a:ext cx="159109" cy="144036"/>
            </a:xfrm>
            <a:custGeom>
              <a:avLst/>
              <a:gdLst/>
              <a:ahLst/>
              <a:cxnLst/>
              <a:rect l="l" t="t" r="r" b="b"/>
              <a:pathLst>
                <a:path w="6059" h="5485" extrusionOk="0">
                  <a:moveTo>
                    <a:pt x="1896" y="1"/>
                  </a:moveTo>
                  <a:lnTo>
                    <a:pt x="1" y="3418"/>
                  </a:lnTo>
                  <a:lnTo>
                    <a:pt x="3877" y="5485"/>
                  </a:lnTo>
                  <a:lnTo>
                    <a:pt x="6059" y="1484"/>
                  </a:lnTo>
                  <a:lnTo>
                    <a:pt x="4145" y="680"/>
                  </a:lnTo>
                  <a:cubicBezTo>
                    <a:pt x="4106" y="661"/>
                    <a:pt x="4078" y="661"/>
                    <a:pt x="4039" y="661"/>
                  </a:cubicBezTo>
                  <a:lnTo>
                    <a:pt x="3274" y="757"/>
                  </a:lnTo>
                  <a:cubicBezTo>
                    <a:pt x="3226" y="757"/>
                    <a:pt x="3188" y="747"/>
                    <a:pt x="3149" y="728"/>
                  </a:cubicBezTo>
                  <a:lnTo>
                    <a:pt x="1896"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8261;p63">
              <a:extLst>
                <a:ext uri="{FF2B5EF4-FFF2-40B4-BE49-F238E27FC236}">
                  <a16:creationId xmlns:a16="http://schemas.microsoft.com/office/drawing/2014/main" id="{C76AD609-507F-41D2-914D-D6FC41E4970B}"/>
                </a:ext>
              </a:extLst>
            </p:cNvPr>
            <p:cNvSpPr/>
            <p:nvPr/>
          </p:nvSpPr>
          <p:spPr>
            <a:xfrm>
              <a:off x="2659157" y="2039261"/>
              <a:ext cx="98528" cy="170191"/>
            </a:xfrm>
            <a:custGeom>
              <a:avLst/>
              <a:gdLst/>
              <a:ahLst/>
              <a:cxnLst/>
              <a:rect l="l" t="t" r="r" b="b"/>
              <a:pathLst>
                <a:path w="3752" h="6481" extrusionOk="0">
                  <a:moveTo>
                    <a:pt x="0" y="1"/>
                  </a:moveTo>
                  <a:lnTo>
                    <a:pt x="0" y="5810"/>
                  </a:lnTo>
                  <a:lnTo>
                    <a:pt x="1101" y="6451"/>
                  </a:lnTo>
                  <a:cubicBezTo>
                    <a:pt x="1133" y="6471"/>
                    <a:pt x="1170" y="6480"/>
                    <a:pt x="1207" y="6480"/>
                  </a:cubicBezTo>
                  <a:cubicBezTo>
                    <a:pt x="1279" y="6480"/>
                    <a:pt x="1350" y="6444"/>
                    <a:pt x="1388" y="6375"/>
                  </a:cubicBezTo>
                  <a:lnTo>
                    <a:pt x="3694" y="2384"/>
                  </a:lnTo>
                  <a:cubicBezTo>
                    <a:pt x="3752" y="2288"/>
                    <a:pt x="3713" y="2154"/>
                    <a:pt x="3618" y="2097"/>
                  </a:cubicBezTo>
                  <a:lnTo>
                    <a:pt x="0" y="1"/>
                  </a:lnTo>
                  <a:close/>
                </a:path>
              </a:pathLst>
            </a:cu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8262;p63">
              <a:extLst>
                <a:ext uri="{FF2B5EF4-FFF2-40B4-BE49-F238E27FC236}">
                  <a16:creationId xmlns:a16="http://schemas.microsoft.com/office/drawing/2014/main" id="{733AC090-44AC-4874-86F2-A3C0D5F66F5A}"/>
                </a:ext>
              </a:extLst>
            </p:cNvPr>
            <p:cNvSpPr/>
            <p:nvPr/>
          </p:nvSpPr>
          <p:spPr>
            <a:xfrm>
              <a:off x="2659157" y="2039261"/>
              <a:ext cx="75918" cy="159109"/>
            </a:xfrm>
            <a:custGeom>
              <a:avLst/>
              <a:gdLst/>
              <a:ahLst/>
              <a:cxnLst/>
              <a:rect l="l" t="t" r="r" b="b"/>
              <a:pathLst>
                <a:path w="2891" h="6059" extrusionOk="0">
                  <a:moveTo>
                    <a:pt x="0" y="1"/>
                  </a:moveTo>
                  <a:lnTo>
                    <a:pt x="0" y="5810"/>
                  </a:lnTo>
                  <a:lnTo>
                    <a:pt x="431" y="6059"/>
                  </a:lnTo>
                  <a:lnTo>
                    <a:pt x="2890" y="1676"/>
                  </a:lnTo>
                  <a:lnTo>
                    <a:pt x="0" y="1"/>
                  </a:ln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8263;p63">
              <a:extLst>
                <a:ext uri="{FF2B5EF4-FFF2-40B4-BE49-F238E27FC236}">
                  <a16:creationId xmlns:a16="http://schemas.microsoft.com/office/drawing/2014/main" id="{07D08B86-FCC1-4D06-97CE-87F7A584AEF3}"/>
                </a:ext>
              </a:extLst>
            </p:cNvPr>
            <p:cNvSpPr/>
            <p:nvPr/>
          </p:nvSpPr>
          <p:spPr>
            <a:xfrm>
              <a:off x="2659157" y="2159138"/>
              <a:ext cx="47268" cy="50314"/>
            </a:xfrm>
            <a:custGeom>
              <a:avLst/>
              <a:gdLst/>
              <a:ahLst/>
              <a:cxnLst/>
              <a:rect l="l" t="t" r="r" b="b"/>
              <a:pathLst>
                <a:path w="1800" h="1916" extrusionOk="0">
                  <a:moveTo>
                    <a:pt x="0" y="1"/>
                  </a:moveTo>
                  <a:lnTo>
                    <a:pt x="0" y="1245"/>
                  </a:lnTo>
                  <a:lnTo>
                    <a:pt x="1101" y="1886"/>
                  </a:lnTo>
                  <a:cubicBezTo>
                    <a:pt x="1133" y="1906"/>
                    <a:pt x="1170" y="1915"/>
                    <a:pt x="1207" y="1915"/>
                  </a:cubicBezTo>
                  <a:cubicBezTo>
                    <a:pt x="1279" y="1915"/>
                    <a:pt x="1350" y="1879"/>
                    <a:pt x="1388" y="1810"/>
                  </a:cubicBezTo>
                  <a:lnTo>
                    <a:pt x="1799" y="1092"/>
                  </a:lnTo>
                  <a:lnTo>
                    <a:pt x="0" y="1"/>
                  </a:ln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8264;p63">
              <a:extLst>
                <a:ext uri="{FF2B5EF4-FFF2-40B4-BE49-F238E27FC236}">
                  <a16:creationId xmlns:a16="http://schemas.microsoft.com/office/drawing/2014/main" id="{8DBBC461-CCA3-4B64-922E-6C33EE452C6D}"/>
                </a:ext>
              </a:extLst>
            </p:cNvPr>
            <p:cNvSpPr/>
            <p:nvPr/>
          </p:nvSpPr>
          <p:spPr>
            <a:xfrm>
              <a:off x="2659157" y="2159138"/>
              <a:ext cx="24894" cy="39232"/>
            </a:xfrm>
            <a:custGeom>
              <a:avLst/>
              <a:gdLst/>
              <a:ahLst/>
              <a:cxnLst/>
              <a:rect l="l" t="t" r="r" b="b"/>
              <a:pathLst>
                <a:path w="948" h="1494" extrusionOk="0">
                  <a:moveTo>
                    <a:pt x="0" y="1"/>
                  </a:moveTo>
                  <a:lnTo>
                    <a:pt x="0" y="1245"/>
                  </a:lnTo>
                  <a:lnTo>
                    <a:pt x="431" y="1494"/>
                  </a:lnTo>
                  <a:lnTo>
                    <a:pt x="948" y="575"/>
                  </a:lnTo>
                  <a:lnTo>
                    <a:pt x="0" y="1"/>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8265;p63">
              <a:extLst>
                <a:ext uri="{FF2B5EF4-FFF2-40B4-BE49-F238E27FC236}">
                  <a16:creationId xmlns:a16="http://schemas.microsoft.com/office/drawing/2014/main" id="{7A146BFF-4199-4654-9506-E0B262D58B22}"/>
                </a:ext>
              </a:extLst>
            </p:cNvPr>
            <p:cNvSpPr/>
            <p:nvPr/>
          </p:nvSpPr>
          <p:spPr>
            <a:xfrm>
              <a:off x="2706898" y="2179463"/>
              <a:ext cx="67121" cy="53859"/>
            </a:xfrm>
            <a:custGeom>
              <a:avLst/>
              <a:gdLst/>
              <a:ahLst/>
              <a:cxnLst/>
              <a:rect l="l" t="t" r="r" b="b"/>
              <a:pathLst>
                <a:path w="2556" h="2051" extrusionOk="0">
                  <a:moveTo>
                    <a:pt x="1902" y="1"/>
                  </a:moveTo>
                  <a:cubicBezTo>
                    <a:pt x="1788" y="1"/>
                    <a:pt x="1672" y="35"/>
                    <a:pt x="1570" y="107"/>
                  </a:cubicBezTo>
                  <a:lnTo>
                    <a:pt x="316" y="1016"/>
                  </a:lnTo>
                  <a:cubicBezTo>
                    <a:pt x="58" y="1198"/>
                    <a:pt x="1" y="1562"/>
                    <a:pt x="192" y="1811"/>
                  </a:cubicBezTo>
                  <a:cubicBezTo>
                    <a:pt x="302" y="1968"/>
                    <a:pt x="477" y="2051"/>
                    <a:pt x="654" y="2051"/>
                  </a:cubicBezTo>
                  <a:cubicBezTo>
                    <a:pt x="769" y="2051"/>
                    <a:pt x="885" y="2016"/>
                    <a:pt x="986" y="1945"/>
                  </a:cubicBezTo>
                  <a:lnTo>
                    <a:pt x="2240" y="1045"/>
                  </a:lnTo>
                  <a:cubicBezTo>
                    <a:pt x="2508" y="854"/>
                    <a:pt x="2556" y="490"/>
                    <a:pt x="2364" y="232"/>
                  </a:cubicBezTo>
                  <a:cubicBezTo>
                    <a:pt x="2249" y="81"/>
                    <a:pt x="2077" y="1"/>
                    <a:pt x="1902"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8266;p63">
              <a:extLst>
                <a:ext uri="{FF2B5EF4-FFF2-40B4-BE49-F238E27FC236}">
                  <a16:creationId xmlns:a16="http://schemas.microsoft.com/office/drawing/2014/main" id="{4742DCEE-6A10-4EAA-B303-879C4050676D}"/>
                </a:ext>
              </a:extLst>
            </p:cNvPr>
            <p:cNvSpPr/>
            <p:nvPr/>
          </p:nvSpPr>
          <p:spPr>
            <a:xfrm>
              <a:off x="2710154" y="2180513"/>
              <a:ext cx="63864" cy="52914"/>
            </a:xfrm>
            <a:custGeom>
              <a:avLst/>
              <a:gdLst/>
              <a:ahLst/>
              <a:cxnLst/>
              <a:rect l="l" t="t" r="r" b="b"/>
              <a:pathLst>
                <a:path w="2432" h="2015" extrusionOk="0">
                  <a:moveTo>
                    <a:pt x="2001" y="0"/>
                  </a:moveTo>
                  <a:lnTo>
                    <a:pt x="2001" y="0"/>
                  </a:lnTo>
                  <a:cubicBezTo>
                    <a:pt x="2097" y="249"/>
                    <a:pt x="2011" y="527"/>
                    <a:pt x="1800" y="680"/>
                  </a:cubicBezTo>
                  <a:lnTo>
                    <a:pt x="546" y="1589"/>
                  </a:lnTo>
                  <a:cubicBezTo>
                    <a:pt x="445" y="1661"/>
                    <a:pt x="329" y="1699"/>
                    <a:pt x="211" y="1699"/>
                  </a:cubicBezTo>
                  <a:cubicBezTo>
                    <a:pt x="141" y="1699"/>
                    <a:pt x="69" y="1685"/>
                    <a:pt x="1" y="1656"/>
                  </a:cubicBezTo>
                  <a:lnTo>
                    <a:pt x="1" y="1656"/>
                  </a:lnTo>
                  <a:cubicBezTo>
                    <a:pt x="89" y="1883"/>
                    <a:pt x="303" y="2015"/>
                    <a:pt x="525" y="2015"/>
                  </a:cubicBezTo>
                  <a:cubicBezTo>
                    <a:pt x="640" y="2015"/>
                    <a:pt x="758" y="1980"/>
                    <a:pt x="862" y="1905"/>
                  </a:cubicBezTo>
                  <a:lnTo>
                    <a:pt x="2116" y="1005"/>
                  </a:lnTo>
                  <a:cubicBezTo>
                    <a:pt x="2384" y="814"/>
                    <a:pt x="2432" y="440"/>
                    <a:pt x="2240" y="192"/>
                  </a:cubicBezTo>
                  <a:cubicBezTo>
                    <a:pt x="2173" y="106"/>
                    <a:pt x="2097" y="39"/>
                    <a:pt x="2001"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8267;p63">
              <a:extLst>
                <a:ext uri="{FF2B5EF4-FFF2-40B4-BE49-F238E27FC236}">
                  <a16:creationId xmlns:a16="http://schemas.microsoft.com/office/drawing/2014/main" id="{C305D5FE-F11E-460C-9446-5B7E615E01A1}"/>
                </a:ext>
              </a:extLst>
            </p:cNvPr>
            <p:cNvSpPr/>
            <p:nvPr/>
          </p:nvSpPr>
          <p:spPr>
            <a:xfrm>
              <a:off x="2732528" y="2203254"/>
              <a:ext cx="59847" cy="48528"/>
            </a:xfrm>
            <a:custGeom>
              <a:avLst/>
              <a:gdLst/>
              <a:ahLst/>
              <a:cxnLst/>
              <a:rect l="l" t="t" r="r" b="b"/>
              <a:pathLst>
                <a:path w="2279" h="1848" extrusionOk="0">
                  <a:moveTo>
                    <a:pt x="1629" y="1"/>
                  </a:moveTo>
                  <a:cubicBezTo>
                    <a:pt x="1512" y="1"/>
                    <a:pt x="1394" y="37"/>
                    <a:pt x="1293" y="110"/>
                  </a:cubicBezTo>
                  <a:lnTo>
                    <a:pt x="326" y="809"/>
                  </a:lnTo>
                  <a:cubicBezTo>
                    <a:pt x="68" y="1000"/>
                    <a:pt x="1" y="1364"/>
                    <a:pt x="192" y="1623"/>
                  </a:cubicBezTo>
                  <a:cubicBezTo>
                    <a:pt x="306" y="1770"/>
                    <a:pt x="473" y="1847"/>
                    <a:pt x="643" y="1847"/>
                  </a:cubicBezTo>
                  <a:cubicBezTo>
                    <a:pt x="759" y="1847"/>
                    <a:pt x="876" y="1811"/>
                    <a:pt x="977" y="1737"/>
                  </a:cubicBezTo>
                  <a:lnTo>
                    <a:pt x="1963" y="1039"/>
                  </a:lnTo>
                  <a:cubicBezTo>
                    <a:pt x="2221" y="847"/>
                    <a:pt x="2278" y="484"/>
                    <a:pt x="2077" y="225"/>
                  </a:cubicBezTo>
                  <a:cubicBezTo>
                    <a:pt x="1969" y="77"/>
                    <a:pt x="1801" y="1"/>
                    <a:pt x="1629"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8268;p63">
              <a:extLst>
                <a:ext uri="{FF2B5EF4-FFF2-40B4-BE49-F238E27FC236}">
                  <a16:creationId xmlns:a16="http://schemas.microsoft.com/office/drawing/2014/main" id="{F5B82BB9-B6D6-4F97-9B6B-DCAE14E020F0}"/>
                </a:ext>
              </a:extLst>
            </p:cNvPr>
            <p:cNvSpPr/>
            <p:nvPr/>
          </p:nvSpPr>
          <p:spPr>
            <a:xfrm>
              <a:off x="2735810" y="2204384"/>
              <a:ext cx="56564" cy="47399"/>
            </a:xfrm>
            <a:custGeom>
              <a:avLst/>
              <a:gdLst/>
              <a:ahLst/>
              <a:cxnLst/>
              <a:rect l="l" t="t" r="r" b="b"/>
              <a:pathLst>
                <a:path w="2154" h="1805" extrusionOk="0">
                  <a:moveTo>
                    <a:pt x="1713" y="0"/>
                  </a:moveTo>
                  <a:lnTo>
                    <a:pt x="1713" y="0"/>
                  </a:lnTo>
                  <a:cubicBezTo>
                    <a:pt x="1809" y="240"/>
                    <a:pt x="1732" y="517"/>
                    <a:pt x="1522" y="670"/>
                  </a:cubicBezTo>
                  <a:lnTo>
                    <a:pt x="546" y="1379"/>
                  </a:lnTo>
                  <a:cubicBezTo>
                    <a:pt x="444" y="1450"/>
                    <a:pt x="328" y="1488"/>
                    <a:pt x="211" y="1488"/>
                  </a:cubicBezTo>
                  <a:cubicBezTo>
                    <a:pt x="140" y="1488"/>
                    <a:pt x="69" y="1474"/>
                    <a:pt x="0" y="1446"/>
                  </a:cubicBezTo>
                  <a:lnTo>
                    <a:pt x="0" y="1446"/>
                  </a:lnTo>
                  <a:cubicBezTo>
                    <a:pt x="19" y="1493"/>
                    <a:pt x="38" y="1541"/>
                    <a:pt x="67" y="1580"/>
                  </a:cubicBezTo>
                  <a:cubicBezTo>
                    <a:pt x="181" y="1727"/>
                    <a:pt x="348" y="1804"/>
                    <a:pt x="520" y="1804"/>
                  </a:cubicBezTo>
                  <a:cubicBezTo>
                    <a:pt x="637" y="1804"/>
                    <a:pt x="756" y="1768"/>
                    <a:pt x="861" y="1694"/>
                  </a:cubicBezTo>
                  <a:lnTo>
                    <a:pt x="1838" y="996"/>
                  </a:lnTo>
                  <a:cubicBezTo>
                    <a:pt x="2096" y="804"/>
                    <a:pt x="2153" y="441"/>
                    <a:pt x="1952" y="182"/>
                  </a:cubicBezTo>
                  <a:cubicBezTo>
                    <a:pt x="1895" y="106"/>
                    <a:pt x="1809" y="39"/>
                    <a:pt x="1713"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8269;p63">
              <a:extLst>
                <a:ext uri="{FF2B5EF4-FFF2-40B4-BE49-F238E27FC236}">
                  <a16:creationId xmlns:a16="http://schemas.microsoft.com/office/drawing/2014/main" id="{FA278B9C-631A-4854-9873-37EB283907FE}"/>
                </a:ext>
              </a:extLst>
            </p:cNvPr>
            <p:cNvSpPr/>
            <p:nvPr/>
          </p:nvSpPr>
          <p:spPr>
            <a:xfrm>
              <a:off x="2758158" y="2226967"/>
              <a:ext cx="52310" cy="43303"/>
            </a:xfrm>
            <a:custGeom>
              <a:avLst/>
              <a:gdLst/>
              <a:ahLst/>
              <a:cxnLst/>
              <a:rect l="l" t="t" r="r" b="b"/>
              <a:pathLst>
                <a:path w="1992" h="1649" extrusionOk="0">
                  <a:moveTo>
                    <a:pt x="1340" y="1"/>
                  </a:moveTo>
                  <a:cubicBezTo>
                    <a:pt x="1227" y="1"/>
                    <a:pt x="1114" y="35"/>
                    <a:pt x="1015" y="107"/>
                  </a:cubicBezTo>
                  <a:lnTo>
                    <a:pt x="317" y="614"/>
                  </a:lnTo>
                  <a:cubicBezTo>
                    <a:pt x="58" y="796"/>
                    <a:pt x="1" y="1160"/>
                    <a:pt x="183" y="1409"/>
                  </a:cubicBezTo>
                  <a:cubicBezTo>
                    <a:pt x="299" y="1566"/>
                    <a:pt x="475" y="1648"/>
                    <a:pt x="652" y="1648"/>
                  </a:cubicBezTo>
                  <a:cubicBezTo>
                    <a:pt x="766" y="1648"/>
                    <a:pt x="879" y="1614"/>
                    <a:pt x="977" y="1543"/>
                  </a:cubicBezTo>
                  <a:lnTo>
                    <a:pt x="1676" y="1035"/>
                  </a:lnTo>
                  <a:cubicBezTo>
                    <a:pt x="1944" y="844"/>
                    <a:pt x="1991" y="480"/>
                    <a:pt x="1800" y="231"/>
                  </a:cubicBezTo>
                  <a:cubicBezTo>
                    <a:pt x="1684" y="81"/>
                    <a:pt x="1513" y="1"/>
                    <a:pt x="1340"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8270;p63">
              <a:extLst>
                <a:ext uri="{FF2B5EF4-FFF2-40B4-BE49-F238E27FC236}">
                  <a16:creationId xmlns:a16="http://schemas.microsoft.com/office/drawing/2014/main" id="{F814BE82-4508-4571-8245-BB0A08B9ED12}"/>
                </a:ext>
              </a:extLst>
            </p:cNvPr>
            <p:cNvSpPr/>
            <p:nvPr/>
          </p:nvSpPr>
          <p:spPr>
            <a:xfrm>
              <a:off x="2761178" y="2228018"/>
              <a:ext cx="49290" cy="42252"/>
            </a:xfrm>
            <a:custGeom>
              <a:avLst/>
              <a:gdLst/>
              <a:ahLst/>
              <a:cxnLst/>
              <a:rect l="l" t="t" r="r" b="b"/>
              <a:pathLst>
                <a:path w="1877" h="1609" extrusionOk="0">
                  <a:moveTo>
                    <a:pt x="1417" y="0"/>
                  </a:moveTo>
                  <a:cubicBezTo>
                    <a:pt x="1503" y="230"/>
                    <a:pt x="1417" y="498"/>
                    <a:pt x="1216" y="651"/>
                  </a:cubicBezTo>
                  <a:lnTo>
                    <a:pt x="517" y="1148"/>
                  </a:lnTo>
                  <a:cubicBezTo>
                    <a:pt x="419" y="1222"/>
                    <a:pt x="305" y="1261"/>
                    <a:pt x="190" y="1261"/>
                  </a:cubicBezTo>
                  <a:cubicBezTo>
                    <a:pt x="126" y="1261"/>
                    <a:pt x="62" y="1249"/>
                    <a:pt x="1" y="1225"/>
                  </a:cubicBezTo>
                  <a:lnTo>
                    <a:pt x="1" y="1225"/>
                  </a:lnTo>
                  <a:cubicBezTo>
                    <a:pt x="20" y="1273"/>
                    <a:pt x="39" y="1321"/>
                    <a:pt x="68" y="1369"/>
                  </a:cubicBezTo>
                  <a:cubicBezTo>
                    <a:pt x="184" y="1526"/>
                    <a:pt x="360" y="1608"/>
                    <a:pt x="539" y="1608"/>
                  </a:cubicBezTo>
                  <a:cubicBezTo>
                    <a:pt x="654" y="1608"/>
                    <a:pt x="770" y="1574"/>
                    <a:pt x="872" y="1503"/>
                  </a:cubicBezTo>
                  <a:lnTo>
                    <a:pt x="1561" y="995"/>
                  </a:lnTo>
                  <a:cubicBezTo>
                    <a:pt x="1829" y="804"/>
                    <a:pt x="1876" y="440"/>
                    <a:pt x="1685" y="182"/>
                  </a:cubicBezTo>
                  <a:cubicBezTo>
                    <a:pt x="1618" y="96"/>
                    <a:pt x="1522" y="29"/>
                    <a:pt x="1417"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8271;p63">
              <a:extLst>
                <a:ext uri="{FF2B5EF4-FFF2-40B4-BE49-F238E27FC236}">
                  <a16:creationId xmlns:a16="http://schemas.microsoft.com/office/drawing/2014/main" id="{047B924E-F802-46ED-8223-87FD86AAB360}"/>
                </a:ext>
              </a:extLst>
            </p:cNvPr>
            <p:cNvSpPr/>
            <p:nvPr/>
          </p:nvSpPr>
          <p:spPr>
            <a:xfrm>
              <a:off x="2783814" y="2250706"/>
              <a:ext cx="45010" cy="37919"/>
            </a:xfrm>
            <a:custGeom>
              <a:avLst/>
              <a:gdLst/>
              <a:ahLst/>
              <a:cxnLst/>
              <a:rect l="l" t="t" r="r" b="b"/>
              <a:pathLst>
                <a:path w="1714" h="1444" extrusionOk="0">
                  <a:moveTo>
                    <a:pt x="1057" y="0"/>
                  </a:moveTo>
                  <a:cubicBezTo>
                    <a:pt x="942" y="0"/>
                    <a:pt x="826" y="34"/>
                    <a:pt x="727" y="103"/>
                  </a:cubicBezTo>
                  <a:lnTo>
                    <a:pt x="316" y="409"/>
                  </a:lnTo>
                  <a:cubicBezTo>
                    <a:pt x="57" y="600"/>
                    <a:pt x="0" y="954"/>
                    <a:pt x="182" y="1203"/>
                  </a:cubicBezTo>
                  <a:cubicBezTo>
                    <a:pt x="298" y="1360"/>
                    <a:pt x="475" y="1443"/>
                    <a:pt x="651" y="1443"/>
                  </a:cubicBezTo>
                  <a:cubicBezTo>
                    <a:pt x="765" y="1443"/>
                    <a:pt x="879" y="1409"/>
                    <a:pt x="976" y="1337"/>
                  </a:cubicBezTo>
                  <a:lnTo>
                    <a:pt x="1397" y="1031"/>
                  </a:lnTo>
                  <a:cubicBezTo>
                    <a:pt x="1656" y="849"/>
                    <a:pt x="1713" y="485"/>
                    <a:pt x="1512" y="227"/>
                  </a:cubicBezTo>
                  <a:cubicBezTo>
                    <a:pt x="1403" y="77"/>
                    <a:pt x="1231" y="0"/>
                    <a:pt x="1057"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8272;p63">
              <a:extLst>
                <a:ext uri="{FF2B5EF4-FFF2-40B4-BE49-F238E27FC236}">
                  <a16:creationId xmlns:a16="http://schemas.microsoft.com/office/drawing/2014/main" id="{CB324D73-9A2F-4CB9-9F66-ED6A5F0CB173}"/>
                </a:ext>
              </a:extLst>
            </p:cNvPr>
            <p:cNvSpPr/>
            <p:nvPr/>
          </p:nvSpPr>
          <p:spPr>
            <a:xfrm>
              <a:off x="2786807" y="2251888"/>
              <a:ext cx="42016" cy="36764"/>
            </a:xfrm>
            <a:custGeom>
              <a:avLst/>
              <a:gdLst/>
              <a:ahLst/>
              <a:cxnLst/>
              <a:rect l="l" t="t" r="r" b="b"/>
              <a:pathLst>
                <a:path w="1600" h="1400" extrusionOk="0">
                  <a:moveTo>
                    <a:pt x="1149" y="0"/>
                  </a:moveTo>
                  <a:lnTo>
                    <a:pt x="1149" y="0"/>
                  </a:lnTo>
                  <a:cubicBezTo>
                    <a:pt x="1245" y="239"/>
                    <a:pt x="1168" y="517"/>
                    <a:pt x="958" y="661"/>
                  </a:cubicBezTo>
                  <a:lnTo>
                    <a:pt x="537" y="967"/>
                  </a:lnTo>
                  <a:cubicBezTo>
                    <a:pt x="442" y="1038"/>
                    <a:pt x="329" y="1072"/>
                    <a:pt x="213" y="1072"/>
                  </a:cubicBezTo>
                  <a:cubicBezTo>
                    <a:pt x="142" y="1072"/>
                    <a:pt x="70" y="1059"/>
                    <a:pt x="1" y="1034"/>
                  </a:cubicBezTo>
                  <a:lnTo>
                    <a:pt x="1" y="1034"/>
                  </a:lnTo>
                  <a:cubicBezTo>
                    <a:pt x="90" y="1263"/>
                    <a:pt x="311" y="1400"/>
                    <a:pt x="537" y="1400"/>
                  </a:cubicBezTo>
                  <a:cubicBezTo>
                    <a:pt x="650" y="1400"/>
                    <a:pt x="763" y="1366"/>
                    <a:pt x="862" y="1292"/>
                  </a:cubicBezTo>
                  <a:lnTo>
                    <a:pt x="1283" y="986"/>
                  </a:lnTo>
                  <a:cubicBezTo>
                    <a:pt x="1542" y="804"/>
                    <a:pt x="1599" y="431"/>
                    <a:pt x="1398" y="182"/>
                  </a:cubicBezTo>
                  <a:cubicBezTo>
                    <a:pt x="1331" y="96"/>
                    <a:pt x="1255" y="38"/>
                    <a:pt x="1149"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8273;p63">
              <a:extLst>
                <a:ext uri="{FF2B5EF4-FFF2-40B4-BE49-F238E27FC236}">
                  <a16:creationId xmlns:a16="http://schemas.microsoft.com/office/drawing/2014/main" id="{A6E99509-3DDB-4B0B-8DAA-008E2614A4FA}"/>
                </a:ext>
              </a:extLst>
            </p:cNvPr>
            <p:cNvSpPr/>
            <p:nvPr/>
          </p:nvSpPr>
          <p:spPr>
            <a:xfrm>
              <a:off x="2788829" y="2102101"/>
              <a:ext cx="64862" cy="99788"/>
            </a:xfrm>
            <a:custGeom>
              <a:avLst/>
              <a:gdLst/>
              <a:ahLst/>
              <a:cxnLst/>
              <a:rect l="l" t="t" r="r" b="b"/>
              <a:pathLst>
                <a:path w="2470" h="3800" extrusionOk="0">
                  <a:moveTo>
                    <a:pt x="527" y="0"/>
                  </a:moveTo>
                  <a:cubicBezTo>
                    <a:pt x="441" y="0"/>
                    <a:pt x="364" y="58"/>
                    <a:pt x="345" y="144"/>
                  </a:cubicBezTo>
                  <a:lnTo>
                    <a:pt x="0" y="1522"/>
                  </a:lnTo>
                  <a:lnTo>
                    <a:pt x="0" y="3034"/>
                  </a:lnTo>
                  <a:cubicBezTo>
                    <a:pt x="0" y="3455"/>
                    <a:pt x="345" y="3800"/>
                    <a:pt x="766" y="3800"/>
                  </a:cubicBezTo>
                  <a:cubicBezTo>
                    <a:pt x="1178" y="3800"/>
                    <a:pt x="1522" y="3455"/>
                    <a:pt x="1522" y="3034"/>
                  </a:cubicBezTo>
                  <a:lnTo>
                    <a:pt x="1522" y="1895"/>
                  </a:lnTo>
                  <a:lnTo>
                    <a:pt x="2470" y="0"/>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8274;p63">
              <a:extLst>
                <a:ext uri="{FF2B5EF4-FFF2-40B4-BE49-F238E27FC236}">
                  <a16:creationId xmlns:a16="http://schemas.microsoft.com/office/drawing/2014/main" id="{0C82D015-F320-40A7-B158-BDB65F2F2D3B}"/>
                </a:ext>
              </a:extLst>
            </p:cNvPr>
            <p:cNvSpPr/>
            <p:nvPr/>
          </p:nvSpPr>
          <p:spPr>
            <a:xfrm>
              <a:off x="2788829" y="2102101"/>
              <a:ext cx="27415" cy="99788"/>
            </a:xfrm>
            <a:custGeom>
              <a:avLst/>
              <a:gdLst/>
              <a:ahLst/>
              <a:cxnLst/>
              <a:rect l="l" t="t" r="r" b="b"/>
              <a:pathLst>
                <a:path w="1044" h="3800" extrusionOk="0">
                  <a:moveTo>
                    <a:pt x="527" y="0"/>
                  </a:moveTo>
                  <a:cubicBezTo>
                    <a:pt x="441" y="0"/>
                    <a:pt x="364" y="58"/>
                    <a:pt x="335" y="144"/>
                  </a:cubicBezTo>
                  <a:lnTo>
                    <a:pt x="0" y="1512"/>
                  </a:lnTo>
                  <a:lnTo>
                    <a:pt x="0" y="3034"/>
                  </a:lnTo>
                  <a:cubicBezTo>
                    <a:pt x="0" y="3455"/>
                    <a:pt x="335" y="3800"/>
                    <a:pt x="756" y="3800"/>
                  </a:cubicBezTo>
                  <a:cubicBezTo>
                    <a:pt x="852" y="3800"/>
                    <a:pt x="948" y="3781"/>
                    <a:pt x="1044" y="3742"/>
                  </a:cubicBezTo>
                  <a:cubicBezTo>
                    <a:pt x="756" y="3627"/>
                    <a:pt x="565" y="3350"/>
                    <a:pt x="565" y="3034"/>
                  </a:cubicBezTo>
                  <a:lnTo>
                    <a:pt x="565" y="1522"/>
                  </a:lnTo>
                  <a:lnTo>
                    <a:pt x="948" y="0"/>
                  </a:ln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 name="Google Shape;10571;p64">
            <a:extLst>
              <a:ext uri="{FF2B5EF4-FFF2-40B4-BE49-F238E27FC236}">
                <a16:creationId xmlns:a16="http://schemas.microsoft.com/office/drawing/2014/main" id="{72386366-4ADA-4565-A36F-A210129C74A7}"/>
              </a:ext>
            </a:extLst>
          </p:cNvPr>
          <p:cNvGrpSpPr/>
          <p:nvPr/>
        </p:nvGrpSpPr>
        <p:grpSpPr>
          <a:xfrm>
            <a:off x="4484760" y="3337308"/>
            <a:ext cx="641302" cy="850599"/>
            <a:chOff x="861622" y="2881770"/>
            <a:chExt cx="276802" cy="367140"/>
          </a:xfrm>
        </p:grpSpPr>
        <p:sp>
          <p:nvSpPr>
            <p:cNvPr id="46" name="Google Shape;10572;p64">
              <a:extLst>
                <a:ext uri="{FF2B5EF4-FFF2-40B4-BE49-F238E27FC236}">
                  <a16:creationId xmlns:a16="http://schemas.microsoft.com/office/drawing/2014/main" id="{B635A652-34CF-492A-A4FD-D3BD86845F99}"/>
                </a:ext>
              </a:extLst>
            </p:cNvPr>
            <p:cNvSpPr/>
            <p:nvPr/>
          </p:nvSpPr>
          <p:spPr>
            <a:xfrm>
              <a:off x="982518" y="2994575"/>
              <a:ext cx="155905" cy="254335"/>
            </a:xfrm>
            <a:custGeom>
              <a:avLst/>
              <a:gdLst/>
              <a:ahLst/>
              <a:cxnLst/>
              <a:rect l="l" t="t" r="r" b="b"/>
              <a:pathLst>
                <a:path w="5954" h="9713" extrusionOk="0">
                  <a:moveTo>
                    <a:pt x="2395" y="1"/>
                  </a:moveTo>
                  <a:cubicBezTo>
                    <a:pt x="1594" y="1"/>
                    <a:pt x="936" y="649"/>
                    <a:pt x="945" y="1451"/>
                  </a:cubicBezTo>
                  <a:lnTo>
                    <a:pt x="945" y="5963"/>
                  </a:lnTo>
                  <a:cubicBezTo>
                    <a:pt x="945" y="6011"/>
                    <a:pt x="917" y="6059"/>
                    <a:pt x="888" y="6087"/>
                  </a:cubicBezTo>
                  <a:cubicBezTo>
                    <a:pt x="831" y="6144"/>
                    <a:pt x="774" y="6192"/>
                    <a:pt x="726" y="6259"/>
                  </a:cubicBezTo>
                  <a:cubicBezTo>
                    <a:pt x="1" y="7117"/>
                    <a:pt x="68" y="8405"/>
                    <a:pt x="879" y="9188"/>
                  </a:cubicBezTo>
                  <a:cubicBezTo>
                    <a:pt x="1232" y="9522"/>
                    <a:pt x="1689" y="9712"/>
                    <a:pt x="2176" y="9712"/>
                  </a:cubicBezTo>
                  <a:cubicBezTo>
                    <a:pt x="3073" y="9693"/>
                    <a:pt x="3845" y="9073"/>
                    <a:pt x="4055" y="8205"/>
                  </a:cubicBezTo>
                  <a:cubicBezTo>
                    <a:pt x="4065" y="8176"/>
                    <a:pt x="4074" y="8148"/>
                    <a:pt x="4074" y="8110"/>
                  </a:cubicBezTo>
                  <a:cubicBezTo>
                    <a:pt x="4084" y="8081"/>
                    <a:pt x="4093" y="8052"/>
                    <a:pt x="4093" y="8033"/>
                  </a:cubicBezTo>
                  <a:cubicBezTo>
                    <a:pt x="4103" y="7957"/>
                    <a:pt x="4170" y="7900"/>
                    <a:pt x="4237" y="7890"/>
                  </a:cubicBezTo>
                  <a:lnTo>
                    <a:pt x="4322" y="7871"/>
                  </a:lnTo>
                  <a:lnTo>
                    <a:pt x="4351" y="7871"/>
                  </a:lnTo>
                  <a:cubicBezTo>
                    <a:pt x="5267" y="7671"/>
                    <a:pt x="5944" y="6822"/>
                    <a:pt x="5944" y="5801"/>
                  </a:cubicBezTo>
                  <a:cubicBezTo>
                    <a:pt x="5954" y="5209"/>
                    <a:pt x="5715" y="4637"/>
                    <a:pt x="5296" y="4217"/>
                  </a:cubicBezTo>
                  <a:cubicBezTo>
                    <a:pt x="5210" y="4141"/>
                    <a:pt x="5124" y="4074"/>
                    <a:pt x="5038" y="4007"/>
                  </a:cubicBezTo>
                  <a:cubicBezTo>
                    <a:pt x="4962" y="3960"/>
                    <a:pt x="4943" y="3864"/>
                    <a:pt x="4981" y="3788"/>
                  </a:cubicBezTo>
                  <a:cubicBezTo>
                    <a:pt x="5000" y="3750"/>
                    <a:pt x="5019" y="3702"/>
                    <a:pt x="5038" y="3664"/>
                  </a:cubicBezTo>
                  <a:cubicBezTo>
                    <a:pt x="5105" y="3492"/>
                    <a:pt x="5133" y="3301"/>
                    <a:pt x="5133" y="3120"/>
                  </a:cubicBezTo>
                  <a:cubicBezTo>
                    <a:pt x="5143" y="2567"/>
                    <a:pt x="4828" y="2052"/>
                    <a:pt x="4332" y="1804"/>
                  </a:cubicBezTo>
                  <a:cubicBezTo>
                    <a:pt x="4284" y="1775"/>
                    <a:pt x="4227" y="1756"/>
                    <a:pt x="4170" y="1737"/>
                  </a:cubicBezTo>
                  <a:cubicBezTo>
                    <a:pt x="4093" y="1718"/>
                    <a:pt x="4046" y="1642"/>
                    <a:pt x="4055" y="1556"/>
                  </a:cubicBezTo>
                  <a:lnTo>
                    <a:pt x="4055" y="1441"/>
                  </a:lnTo>
                  <a:lnTo>
                    <a:pt x="4055" y="1432"/>
                  </a:lnTo>
                  <a:cubicBezTo>
                    <a:pt x="4055" y="783"/>
                    <a:pt x="3626" y="211"/>
                    <a:pt x="3006" y="29"/>
                  </a:cubicBezTo>
                  <a:cubicBezTo>
                    <a:pt x="2930" y="10"/>
                    <a:pt x="2863" y="1"/>
                    <a:pt x="2787"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10573;p64">
              <a:extLst>
                <a:ext uri="{FF2B5EF4-FFF2-40B4-BE49-F238E27FC236}">
                  <a16:creationId xmlns:a16="http://schemas.microsoft.com/office/drawing/2014/main" id="{E7E5B105-6425-41E8-99CF-0007071955E1}"/>
                </a:ext>
              </a:extLst>
            </p:cNvPr>
            <p:cNvSpPr/>
            <p:nvPr/>
          </p:nvSpPr>
          <p:spPr>
            <a:xfrm>
              <a:off x="982518" y="3149956"/>
              <a:ext cx="42498" cy="87955"/>
            </a:xfrm>
            <a:custGeom>
              <a:avLst/>
              <a:gdLst/>
              <a:ahLst/>
              <a:cxnLst/>
              <a:rect l="l" t="t" r="r" b="b"/>
              <a:pathLst>
                <a:path w="1623" h="3359" extrusionOk="0">
                  <a:moveTo>
                    <a:pt x="945" y="0"/>
                  </a:moveTo>
                  <a:lnTo>
                    <a:pt x="945" y="29"/>
                  </a:lnTo>
                  <a:cubicBezTo>
                    <a:pt x="945" y="77"/>
                    <a:pt x="926" y="125"/>
                    <a:pt x="888" y="153"/>
                  </a:cubicBezTo>
                  <a:cubicBezTo>
                    <a:pt x="1" y="1002"/>
                    <a:pt x="1" y="2405"/>
                    <a:pt x="879" y="3254"/>
                  </a:cubicBezTo>
                  <a:cubicBezTo>
                    <a:pt x="917" y="3292"/>
                    <a:pt x="955" y="3330"/>
                    <a:pt x="1003" y="3359"/>
                  </a:cubicBezTo>
                  <a:cubicBezTo>
                    <a:pt x="1403" y="2910"/>
                    <a:pt x="1623" y="2319"/>
                    <a:pt x="1623" y="1708"/>
                  </a:cubicBezTo>
                  <a:cubicBezTo>
                    <a:pt x="1623" y="1069"/>
                    <a:pt x="1384" y="458"/>
                    <a:pt x="94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10574;p64">
              <a:extLst>
                <a:ext uri="{FF2B5EF4-FFF2-40B4-BE49-F238E27FC236}">
                  <a16:creationId xmlns:a16="http://schemas.microsoft.com/office/drawing/2014/main" id="{99DFAD71-7046-4F3C-9F64-8848EC2B0671}"/>
                </a:ext>
              </a:extLst>
            </p:cNvPr>
            <p:cNvSpPr/>
            <p:nvPr/>
          </p:nvSpPr>
          <p:spPr>
            <a:xfrm>
              <a:off x="1001502" y="3147705"/>
              <a:ext cx="59257" cy="28515"/>
            </a:xfrm>
            <a:custGeom>
              <a:avLst/>
              <a:gdLst/>
              <a:ahLst/>
              <a:cxnLst/>
              <a:rect l="l" t="t" r="r" b="b"/>
              <a:pathLst>
                <a:path w="2263" h="1089" extrusionOk="0">
                  <a:moveTo>
                    <a:pt x="220" y="1"/>
                  </a:moveTo>
                  <a:lnTo>
                    <a:pt x="220" y="115"/>
                  </a:lnTo>
                  <a:cubicBezTo>
                    <a:pt x="220" y="163"/>
                    <a:pt x="201" y="211"/>
                    <a:pt x="163" y="249"/>
                  </a:cubicBezTo>
                  <a:cubicBezTo>
                    <a:pt x="106" y="296"/>
                    <a:pt x="49" y="354"/>
                    <a:pt x="1" y="411"/>
                  </a:cubicBezTo>
                  <a:cubicBezTo>
                    <a:pt x="583" y="439"/>
                    <a:pt x="1432" y="659"/>
                    <a:pt x="1804" y="1021"/>
                  </a:cubicBezTo>
                  <a:cubicBezTo>
                    <a:pt x="1851" y="1068"/>
                    <a:pt x="1904" y="1088"/>
                    <a:pt x="1955" y="1088"/>
                  </a:cubicBezTo>
                  <a:cubicBezTo>
                    <a:pt x="2120" y="1088"/>
                    <a:pt x="2263" y="879"/>
                    <a:pt x="2109" y="726"/>
                  </a:cubicBezTo>
                  <a:cubicBezTo>
                    <a:pt x="1709" y="325"/>
                    <a:pt x="879" y="67"/>
                    <a:pt x="220"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10575;p64">
              <a:extLst>
                <a:ext uri="{FF2B5EF4-FFF2-40B4-BE49-F238E27FC236}">
                  <a16:creationId xmlns:a16="http://schemas.microsoft.com/office/drawing/2014/main" id="{7B20F182-25CF-42D1-962F-31C50BD6A84C}"/>
                </a:ext>
              </a:extLst>
            </p:cNvPr>
            <p:cNvSpPr/>
            <p:nvPr/>
          </p:nvSpPr>
          <p:spPr>
            <a:xfrm>
              <a:off x="1060445" y="3173549"/>
              <a:ext cx="36031" cy="35873"/>
            </a:xfrm>
            <a:custGeom>
              <a:avLst/>
              <a:gdLst/>
              <a:ahLst/>
              <a:cxnLst/>
              <a:rect l="l" t="t" r="r" b="b"/>
              <a:pathLst>
                <a:path w="1376" h="1370" extrusionOk="0">
                  <a:moveTo>
                    <a:pt x="303" y="1"/>
                  </a:moveTo>
                  <a:cubicBezTo>
                    <a:pt x="90" y="1"/>
                    <a:pt x="1" y="331"/>
                    <a:pt x="240" y="416"/>
                  </a:cubicBezTo>
                  <a:cubicBezTo>
                    <a:pt x="621" y="559"/>
                    <a:pt x="984" y="1189"/>
                    <a:pt x="1079" y="1370"/>
                  </a:cubicBezTo>
                  <a:cubicBezTo>
                    <a:pt x="1089" y="1341"/>
                    <a:pt x="1098" y="1303"/>
                    <a:pt x="1098" y="1275"/>
                  </a:cubicBezTo>
                  <a:cubicBezTo>
                    <a:pt x="1108" y="1246"/>
                    <a:pt x="1117" y="1217"/>
                    <a:pt x="1117" y="1189"/>
                  </a:cubicBezTo>
                  <a:cubicBezTo>
                    <a:pt x="1127" y="1122"/>
                    <a:pt x="1194" y="1065"/>
                    <a:pt x="1261" y="1055"/>
                  </a:cubicBezTo>
                  <a:lnTo>
                    <a:pt x="1346" y="1036"/>
                  </a:lnTo>
                  <a:lnTo>
                    <a:pt x="1375" y="1036"/>
                  </a:lnTo>
                  <a:cubicBezTo>
                    <a:pt x="1194" y="731"/>
                    <a:pt x="831" y="187"/>
                    <a:pt x="383" y="15"/>
                  </a:cubicBezTo>
                  <a:cubicBezTo>
                    <a:pt x="355" y="5"/>
                    <a:pt x="328" y="1"/>
                    <a:pt x="303"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10576;p64">
              <a:extLst>
                <a:ext uri="{FF2B5EF4-FFF2-40B4-BE49-F238E27FC236}">
                  <a16:creationId xmlns:a16="http://schemas.microsoft.com/office/drawing/2014/main" id="{9D888C5E-021E-4995-88DB-78FA9F0C6C71}"/>
                </a:ext>
              </a:extLst>
            </p:cNvPr>
            <p:cNvSpPr/>
            <p:nvPr/>
          </p:nvSpPr>
          <p:spPr>
            <a:xfrm>
              <a:off x="1068222" y="3083761"/>
              <a:ext cx="52710" cy="21498"/>
            </a:xfrm>
            <a:custGeom>
              <a:avLst/>
              <a:gdLst/>
              <a:ahLst/>
              <a:cxnLst/>
              <a:rect l="l" t="t" r="r" b="b"/>
              <a:pathLst>
                <a:path w="2013" h="821" extrusionOk="0">
                  <a:moveTo>
                    <a:pt x="200" y="0"/>
                  </a:moveTo>
                  <a:cubicBezTo>
                    <a:pt x="86" y="10"/>
                    <a:pt x="0" y="105"/>
                    <a:pt x="0" y="229"/>
                  </a:cubicBezTo>
                  <a:cubicBezTo>
                    <a:pt x="10" y="344"/>
                    <a:pt x="105" y="430"/>
                    <a:pt x="229" y="430"/>
                  </a:cubicBezTo>
                  <a:cubicBezTo>
                    <a:pt x="267" y="428"/>
                    <a:pt x="305" y="427"/>
                    <a:pt x="343" y="427"/>
                  </a:cubicBezTo>
                  <a:cubicBezTo>
                    <a:pt x="1139" y="427"/>
                    <a:pt x="1966" y="793"/>
                    <a:pt x="1975" y="802"/>
                  </a:cubicBezTo>
                  <a:cubicBezTo>
                    <a:pt x="1984" y="811"/>
                    <a:pt x="1994" y="821"/>
                    <a:pt x="2013" y="821"/>
                  </a:cubicBezTo>
                  <a:cubicBezTo>
                    <a:pt x="1937" y="745"/>
                    <a:pt x="1841" y="678"/>
                    <a:pt x="1755" y="611"/>
                  </a:cubicBezTo>
                  <a:cubicBezTo>
                    <a:pt x="1679" y="563"/>
                    <a:pt x="1660" y="477"/>
                    <a:pt x="1698" y="401"/>
                  </a:cubicBezTo>
                  <a:cubicBezTo>
                    <a:pt x="1717" y="353"/>
                    <a:pt x="1736" y="315"/>
                    <a:pt x="1755" y="268"/>
                  </a:cubicBezTo>
                  <a:cubicBezTo>
                    <a:pt x="1259" y="86"/>
                    <a:pt x="735" y="0"/>
                    <a:pt x="200"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10577;p64">
              <a:extLst>
                <a:ext uri="{FF2B5EF4-FFF2-40B4-BE49-F238E27FC236}">
                  <a16:creationId xmlns:a16="http://schemas.microsoft.com/office/drawing/2014/main" id="{DF7D3971-1398-4246-B753-24710638C74F}"/>
                </a:ext>
              </a:extLst>
            </p:cNvPr>
            <p:cNvSpPr/>
            <p:nvPr/>
          </p:nvSpPr>
          <p:spPr>
            <a:xfrm>
              <a:off x="1057721" y="3032307"/>
              <a:ext cx="37994" cy="38989"/>
            </a:xfrm>
            <a:custGeom>
              <a:avLst/>
              <a:gdLst/>
              <a:ahLst/>
              <a:cxnLst/>
              <a:rect l="l" t="t" r="r" b="b"/>
              <a:pathLst>
                <a:path w="1451" h="1489" extrusionOk="0">
                  <a:moveTo>
                    <a:pt x="1174" y="0"/>
                  </a:moveTo>
                  <a:cubicBezTo>
                    <a:pt x="935" y="48"/>
                    <a:pt x="563" y="153"/>
                    <a:pt x="344" y="353"/>
                  </a:cubicBezTo>
                  <a:cubicBezTo>
                    <a:pt x="124" y="554"/>
                    <a:pt x="0" y="868"/>
                    <a:pt x="0" y="1279"/>
                  </a:cubicBezTo>
                  <a:cubicBezTo>
                    <a:pt x="0" y="1393"/>
                    <a:pt x="96" y="1488"/>
                    <a:pt x="220" y="1488"/>
                  </a:cubicBezTo>
                  <a:cubicBezTo>
                    <a:pt x="334" y="1479"/>
                    <a:pt x="420" y="1383"/>
                    <a:pt x="420" y="1269"/>
                  </a:cubicBezTo>
                  <a:cubicBezTo>
                    <a:pt x="420" y="992"/>
                    <a:pt x="496" y="782"/>
                    <a:pt x="640" y="649"/>
                  </a:cubicBezTo>
                  <a:cubicBezTo>
                    <a:pt x="840" y="468"/>
                    <a:pt x="1384" y="382"/>
                    <a:pt x="1384" y="382"/>
                  </a:cubicBezTo>
                  <a:lnTo>
                    <a:pt x="1450" y="382"/>
                  </a:lnTo>
                  <a:cubicBezTo>
                    <a:pt x="1403" y="353"/>
                    <a:pt x="1346" y="334"/>
                    <a:pt x="1288" y="315"/>
                  </a:cubicBezTo>
                  <a:cubicBezTo>
                    <a:pt x="1212" y="286"/>
                    <a:pt x="1164" y="210"/>
                    <a:pt x="1174" y="134"/>
                  </a:cubicBezTo>
                  <a:lnTo>
                    <a:pt x="1174" y="19"/>
                  </a:lnTo>
                  <a:lnTo>
                    <a:pt x="1174"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10578;p64">
              <a:extLst>
                <a:ext uri="{FF2B5EF4-FFF2-40B4-BE49-F238E27FC236}">
                  <a16:creationId xmlns:a16="http://schemas.microsoft.com/office/drawing/2014/main" id="{4ACF7237-B34E-495E-BF38-65BC2A0984B3}"/>
                </a:ext>
              </a:extLst>
            </p:cNvPr>
            <p:cNvSpPr/>
            <p:nvPr/>
          </p:nvSpPr>
          <p:spPr>
            <a:xfrm>
              <a:off x="1027556" y="3008767"/>
              <a:ext cx="49673" cy="24064"/>
            </a:xfrm>
            <a:custGeom>
              <a:avLst/>
              <a:gdLst/>
              <a:ahLst/>
              <a:cxnLst/>
              <a:rect l="l" t="t" r="r" b="b"/>
              <a:pathLst>
                <a:path w="1897" h="919" extrusionOk="0">
                  <a:moveTo>
                    <a:pt x="639" y="0"/>
                  </a:moveTo>
                  <a:cubicBezTo>
                    <a:pt x="578" y="0"/>
                    <a:pt x="517" y="4"/>
                    <a:pt x="456" y="12"/>
                  </a:cubicBezTo>
                  <a:lnTo>
                    <a:pt x="265" y="31"/>
                  </a:lnTo>
                  <a:cubicBezTo>
                    <a:pt x="1" y="68"/>
                    <a:pt x="41" y="453"/>
                    <a:pt x="288" y="453"/>
                  </a:cubicBezTo>
                  <a:cubicBezTo>
                    <a:pt x="299" y="453"/>
                    <a:pt x="310" y="452"/>
                    <a:pt x="322" y="451"/>
                  </a:cubicBezTo>
                  <a:lnTo>
                    <a:pt x="513" y="432"/>
                  </a:lnTo>
                  <a:cubicBezTo>
                    <a:pt x="557" y="426"/>
                    <a:pt x="601" y="423"/>
                    <a:pt x="645" y="423"/>
                  </a:cubicBezTo>
                  <a:cubicBezTo>
                    <a:pt x="961" y="423"/>
                    <a:pt x="1265" y="573"/>
                    <a:pt x="1458" y="832"/>
                  </a:cubicBezTo>
                  <a:cubicBezTo>
                    <a:pt x="1496" y="890"/>
                    <a:pt x="1563" y="918"/>
                    <a:pt x="1629" y="918"/>
                  </a:cubicBezTo>
                  <a:cubicBezTo>
                    <a:pt x="1801" y="918"/>
                    <a:pt x="1896" y="727"/>
                    <a:pt x="1801" y="584"/>
                  </a:cubicBezTo>
                  <a:cubicBezTo>
                    <a:pt x="1524" y="214"/>
                    <a:pt x="1091" y="0"/>
                    <a:pt x="639"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10579;p64">
              <a:extLst>
                <a:ext uri="{FF2B5EF4-FFF2-40B4-BE49-F238E27FC236}">
                  <a16:creationId xmlns:a16="http://schemas.microsoft.com/office/drawing/2014/main" id="{3C8DBF8F-E869-4E71-B349-8E0FF94CAA5A}"/>
                </a:ext>
              </a:extLst>
            </p:cNvPr>
            <p:cNvSpPr/>
            <p:nvPr/>
          </p:nvSpPr>
          <p:spPr>
            <a:xfrm>
              <a:off x="1008965" y="3173785"/>
              <a:ext cx="62006" cy="44881"/>
            </a:xfrm>
            <a:custGeom>
              <a:avLst/>
              <a:gdLst/>
              <a:ahLst/>
              <a:cxnLst/>
              <a:rect l="l" t="t" r="r" b="b"/>
              <a:pathLst>
                <a:path w="2368" h="1714" extrusionOk="0">
                  <a:moveTo>
                    <a:pt x="294" y="1"/>
                  </a:moveTo>
                  <a:cubicBezTo>
                    <a:pt x="59" y="1"/>
                    <a:pt x="1" y="363"/>
                    <a:pt x="260" y="417"/>
                  </a:cubicBezTo>
                  <a:cubicBezTo>
                    <a:pt x="1748" y="741"/>
                    <a:pt x="1929" y="1533"/>
                    <a:pt x="1929" y="1542"/>
                  </a:cubicBezTo>
                  <a:cubicBezTo>
                    <a:pt x="1948" y="1638"/>
                    <a:pt x="2034" y="1714"/>
                    <a:pt x="2139" y="1714"/>
                  </a:cubicBezTo>
                  <a:lnTo>
                    <a:pt x="2177" y="1714"/>
                  </a:lnTo>
                  <a:cubicBezTo>
                    <a:pt x="2292" y="1685"/>
                    <a:pt x="2368" y="1580"/>
                    <a:pt x="2349" y="1466"/>
                  </a:cubicBezTo>
                  <a:cubicBezTo>
                    <a:pt x="2339" y="1418"/>
                    <a:pt x="2139" y="388"/>
                    <a:pt x="346" y="6"/>
                  </a:cubicBezTo>
                  <a:cubicBezTo>
                    <a:pt x="328" y="3"/>
                    <a:pt x="310" y="1"/>
                    <a:pt x="29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10580;p64">
              <a:extLst>
                <a:ext uri="{FF2B5EF4-FFF2-40B4-BE49-F238E27FC236}">
                  <a16:creationId xmlns:a16="http://schemas.microsoft.com/office/drawing/2014/main" id="{2EA1DADC-A7E5-4B77-97BB-510EDE872E59}"/>
                </a:ext>
              </a:extLst>
            </p:cNvPr>
            <p:cNvSpPr/>
            <p:nvPr/>
          </p:nvSpPr>
          <p:spPr>
            <a:xfrm>
              <a:off x="1096606" y="3110417"/>
              <a:ext cx="32338" cy="40063"/>
            </a:xfrm>
            <a:custGeom>
              <a:avLst/>
              <a:gdLst/>
              <a:ahLst/>
              <a:cxnLst/>
              <a:rect l="l" t="t" r="r" b="b"/>
              <a:pathLst>
                <a:path w="1235" h="1530" extrusionOk="0">
                  <a:moveTo>
                    <a:pt x="301" y="1"/>
                  </a:moveTo>
                  <a:cubicBezTo>
                    <a:pt x="79" y="1"/>
                    <a:pt x="1" y="336"/>
                    <a:pt x="242" y="413"/>
                  </a:cubicBezTo>
                  <a:cubicBezTo>
                    <a:pt x="757" y="576"/>
                    <a:pt x="805" y="1320"/>
                    <a:pt x="805" y="1329"/>
                  </a:cubicBezTo>
                  <a:cubicBezTo>
                    <a:pt x="815" y="1444"/>
                    <a:pt x="900" y="1530"/>
                    <a:pt x="1015" y="1530"/>
                  </a:cubicBezTo>
                  <a:lnTo>
                    <a:pt x="1024" y="1530"/>
                  </a:lnTo>
                  <a:cubicBezTo>
                    <a:pt x="1139" y="1520"/>
                    <a:pt x="1234" y="1425"/>
                    <a:pt x="1225" y="1310"/>
                  </a:cubicBezTo>
                  <a:cubicBezTo>
                    <a:pt x="1225" y="1262"/>
                    <a:pt x="1158" y="261"/>
                    <a:pt x="376" y="13"/>
                  </a:cubicBezTo>
                  <a:cubicBezTo>
                    <a:pt x="349" y="5"/>
                    <a:pt x="324" y="1"/>
                    <a:pt x="301"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10581;p64">
              <a:extLst>
                <a:ext uri="{FF2B5EF4-FFF2-40B4-BE49-F238E27FC236}">
                  <a16:creationId xmlns:a16="http://schemas.microsoft.com/office/drawing/2014/main" id="{EBBF86E5-C0BE-4F62-A0F3-E8E45581C709}"/>
                </a:ext>
              </a:extLst>
            </p:cNvPr>
            <p:cNvSpPr/>
            <p:nvPr/>
          </p:nvSpPr>
          <p:spPr>
            <a:xfrm>
              <a:off x="1029730" y="3086248"/>
              <a:ext cx="28515" cy="52998"/>
            </a:xfrm>
            <a:custGeom>
              <a:avLst/>
              <a:gdLst/>
              <a:ahLst/>
              <a:cxnLst/>
              <a:rect l="l" t="t" r="r" b="b"/>
              <a:pathLst>
                <a:path w="1089" h="2024" extrusionOk="0">
                  <a:moveTo>
                    <a:pt x="864" y="1"/>
                  </a:moveTo>
                  <a:cubicBezTo>
                    <a:pt x="824" y="1"/>
                    <a:pt x="783" y="13"/>
                    <a:pt x="745" y="39"/>
                  </a:cubicBezTo>
                  <a:cubicBezTo>
                    <a:pt x="449" y="220"/>
                    <a:pt x="1" y="688"/>
                    <a:pt x="1" y="1813"/>
                  </a:cubicBezTo>
                  <a:cubicBezTo>
                    <a:pt x="1" y="1928"/>
                    <a:pt x="106" y="2023"/>
                    <a:pt x="220" y="2023"/>
                  </a:cubicBezTo>
                  <a:cubicBezTo>
                    <a:pt x="335" y="2014"/>
                    <a:pt x="430" y="1918"/>
                    <a:pt x="430" y="1804"/>
                  </a:cubicBezTo>
                  <a:cubicBezTo>
                    <a:pt x="430" y="869"/>
                    <a:pt x="774" y="516"/>
                    <a:pt x="974" y="392"/>
                  </a:cubicBezTo>
                  <a:cubicBezTo>
                    <a:pt x="1050" y="344"/>
                    <a:pt x="1088" y="249"/>
                    <a:pt x="1069" y="163"/>
                  </a:cubicBezTo>
                  <a:cubicBezTo>
                    <a:pt x="1043" y="63"/>
                    <a:pt x="956" y="1"/>
                    <a:pt x="86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10582;p64">
              <a:extLst>
                <a:ext uri="{FF2B5EF4-FFF2-40B4-BE49-F238E27FC236}">
                  <a16:creationId xmlns:a16="http://schemas.microsoft.com/office/drawing/2014/main" id="{863B07A7-154A-4FE0-AC8A-743D4541007A}"/>
                </a:ext>
              </a:extLst>
            </p:cNvPr>
            <p:cNvSpPr/>
            <p:nvPr/>
          </p:nvSpPr>
          <p:spPr>
            <a:xfrm>
              <a:off x="937323" y="2881770"/>
              <a:ext cx="112674" cy="117387"/>
            </a:xfrm>
            <a:custGeom>
              <a:avLst/>
              <a:gdLst/>
              <a:ahLst/>
              <a:cxnLst/>
              <a:rect l="l" t="t" r="r" b="b"/>
              <a:pathLst>
                <a:path w="4303" h="4483" extrusionOk="0">
                  <a:moveTo>
                    <a:pt x="2385" y="1"/>
                  </a:moveTo>
                  <a:cubicBezTo>
                    <a:pt x="2006" y="1"/>
                    <a:pt x="1618" y="115"/>
                    <a:pt x="1269" y="369"/>
                  </a:cubicBezTo>
                  <a:cubicBezTo>
                    <a:pt x="0" y="1294"/>
                    <a:pt x="324" y="3259"/>
                    <a:pt x="1813" y="3727"/>
                  </a:cubicBezTo>
                  <a:lnTo>
                    <a:pt x="2204" y="4375"/>
                  </a:lnTo>
                  <a:cubicBezTo>
                    <a:pt x="2247" y="4447"/>
                    <a:pt x="2321" y="4483"/>
                    <a:pt x="2395" y="4483"/>
                  </a:cubicBezTo>
                  <a:cubicBezTo>
                    <a:pt x="2469" y="4483"/>
                    <a:pt x="2543" y="4447"/>
                    <a:pt x="2585" y="4375"/>
                  </a:cubicBezTo>
                  <a:lnTo>
                    <a:pt x="2977" y="3727"/>
                  </a:lnTo>
                  <a:cubicBezTo>
                    <a:pt x="3759" y="3479"/>
                    <a:pt x="4293" y="2744"/>
                    <a:pt x="4303" y="1914"/>
                  </a:cubicBezTo>
                  <a:cubicBezTo>
                    <a:pt x="4303" y="783"/>
                    <a:pt x="3375" y="1"/>
                    <a:pt x="2385"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10583;p64">
              <a:extLst>
                <a:ext uri="{FF2B5EF4-FFF2-40B4-BE49-F238E27FC236}">
                  <a16:creationId xmlns:a16="http://schemas.microsoft.com/office/drawing/2014/main" id="{8829BAF6-312F-47C6-BB67-A0AEFDD50333}"/>
                </a:ext>
              </a:extLst>
            </p:cNvPr>
            <p:cNvSpPr/>
            <p:nvPr/>
          </p:nvSpPr>
          <p:spPr>
            <a:xfrm>
              <a:off x="985032" y="2920628"/>
              <a:ext cx="26499" cy="22755"/>
            </a:xfrm>
            <a:custGeom>
              <a:avLst/>
              <a:gdLst/>
              <a:ahLst/>
              <a:cxnLst/>
              <a:rect l="l" t="t" r="r" b="b"/>
              <a:pathLst>
                <a:path w="1012" h="869" extrusionOk="0">
                  <a:moveTo>
                    <a:pt x="570" y="0"/>
                  </a:moveTo>
                  <a:cubicBezTo>
                    <a:pt x="464" y="0"/>
                    <a:pt x="356" y="39"/>
                    <a:pt x="267" y="125"/>
                  </a:cubicBezTo>
                  <a:cubicBezTo>
                    <a:pt x="0" y="392"/>
                    <a:pt x="191" y="859"/>
                    <a:pt x="573" y="869"/>
                  </a:cubicBezTo>
                  <a:cubicBezTo>
                    <a:pt x="811" y="869"/>
                    <a:pt x="1011" y="669"/>
                    <a:pt x="1011" y="430"/>
                  </a:cubicBezTo>
                  <a:cubicBezTo>
                    <a:pt x="1005" y="171"/>
                    <a:pt x="792" y="0"/>
                    <a:pt x="570"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10584;p64">
              <a:extLst>
                <a:ext uri="{FF2B5EF4-FFF2-40B4-BE49-F238E27FC236}">
                  <a16:creationId xmlns:a16="http://schemas.microsoft.com/office/drawing/2014/main" id="{530326AD-FCD6-4655-8277-0A90F4889089}"/>
                </a:ext>
              </a:extLst>
            </p:cNvPr>
            <p:cNvSpPr/>
            <p:nvPr/>
          </p:nvSpPr>
          <p:spPr>
            <a:xfrm>
              <a:off x="963298" y="2897271"/>
              <a:ext cx="72951" cy="69233"/>
            </a:xfrm>
            <a:custGeom>
              <a:avLst/>
              <a:gdLst/>
              <a:ahLst/>
              <a:cxnLst/>
              <a:rect l="l" t="t" r="r" b="b"/>
              <a:pathLst>
                <a:path w="2786" h="2644" extrusionOk="0">
                  <a:moveTo>
                    <a:pt x="1403" y="752"/>
                  </a:moveTo>
                  <a:cubicBezTo>
                    <a:pt x="1474" y="752"/>
                    <a:pt x="1546" y="764"/>
                    <a:pt x="1613" y="788"/>
                  </a:cubicBezTo>
                  <a:lnTo>
                    <a:pt x="1632" y="797"/>
                  </a:lnTo>
                  <a:cubicBezTo>
                    <a:pt x="1765" y="855"/>
                    <a:pt x="1870" y="960"/>
                    <a:pt x="1927" y="1093"/>
                  </a:cubicBezTo>
                  <a:lnTo>
                    <a:pt x="1937" y="1112"/>
                  </a:lnTo>
                  <a:cubicBezTo>
                    <a:pt x="1985" y="1246"/>
                    <a:pt x="1985" y="1398"/>
                    <a:pt x="1937" y="1532"/>
                  </a:cubicBezTo>
                  <a:lnTo>
                    <a:pt x="1927" y="1551"/>
                  </a:lnTo>
                  <a:cubicBezTo>
                    <a:pt x="1870" y="1685"/>
                    <a:pt x="1765" y="1790"/>
                    <a:pt x="1632" y="1847"/>
                  </a:cubicBezTo>
                  <a:lnTo>
                    <a:pt x="1613" y="1856"/>
                  </a:lnTo>
                  <a:cubicBezTo>
                    <a:pt x="1546" y="1885"/>
                    <a:pt x="1474" y="1899"/>
                    <a:pt x="1403" y="1899"/>
                  </a:cubicBezTo>
                  <a:cubicBezTo>
                    <a:pt x="1331" y="1899"/>
                    <a:pt x="1260" y="1885"/>
                    <a:pt x="1193" y="1856"/>
                  </a:cubicBezTo>
                  <a:lnTo>
                    <a:pt x="1174" y="1847"/>
                  </a:lnTo>
                  <a:cubicBezTo>
                    <a:pt x="1040" y="1790"/>
                    <a:pt x="935" y="1685"/>
                    <a:pt x="878" y="1551"/>
                  </a:cubicBezTo>
                  <a:lnTo>
                    <a:pt x="868" y="1532"/>
                  </a:lnTo>
                  <a:cubicBezTo>
                    <a:pt x="811" y="1398"/>
                    <a:pt x="811" y="1246"/>
                    <a:pt x="868" y="1112"/>
                  </a:cubicBezTo>
                  <a:lnTo>
                    <a:pt x="878" y="1093"/>
                  </a:lnTo>
                  <a:cubicBezTo>
                    <a:pt x="935" y="960"/>
                    <a:pt x="1040" y="855"/>
                    <a:pt x="1174" y="797"/>
                  </a:cubicBezTo>
                  <a:lnTo>
                    <a:pt x="1193" y="788"/>
                  </a:lnTo>
                  <a:cubicBezTo>
                    <a:pt x="1260" y="764"/>
                    <a:pt x="1331" y="752"/>
                    <a:pt x="1403" y="752"/>
                  </a:cubicBezTo>
                  <a:close/>
                  <a:moveTo>
                    <a:pt x="1403" y="1"/>
                  </a:moveTo>
                  <a:cubicBezTo>
                    <a:pt x="1298" y="1"/>
                    <a:pt x="1193" y="72"/>
                    <a:pt x="1193" y="216"/>
                  </a:cubicBezTo>
                  <a:lnTo>
                    <a:pt x="1193" y="349"/>
                  </a:lnTo>
                  <a:cubicBezTo>
                    <a:pt x="1069" y="378"/>
                    <a:pt x="964" y="425"/>
                    <a:pt x="859" y="483"/>
                  </a:cubicBezTo>
                  <a:lnTo>
                    <a:pt x="763" y="387"/>
                  </a:lnTo>
                  <a:cubicBezTo>
                    <a:pt x="717" y="341"/>
                    <a:pt x="666" y="322"/>
                    <a:pt x="617" y="322"/>
                  </a:cubicBezTo>
                  <a:cubicBezTo>
                    <a:pt x="453" y="322"/>
                    <a:pt x="313" y="538"/>
                    <a:pt x="468" y="693"/>
                  </a:cubicBezTo>
                  <a:lnTo>
                    <a:pt x="563" y="788"/>
                  </a:lnTo>
                  <a:cubicBezTo>
                    <a:pt x="496" y="883"/>
                    <a:pt x="449" y="998"/>
                    <a:pt x="430" y="1112"/>
                  </a:cubicBezTo>
                  <a:lnTo>
                    <a:pt x="286" y="1112"/>
                  </a:lnTo>
                  <a:cubicBezTo>
                    <a:pt x="0" y="1112"/>
                    <a:pt x="0" y="1532"/>
                    <a:pt x="286" y="1532"/>
                  </a:cubicBezTo>
                  <a:lnTo>
                    <a:pt x="420" y="1532"/>
                  </a:lnTo>
                  <a:cubicBezTo>
                    <a:pt x="449" y="1656"/>
                    <a:pt x="496" y="1761"/>
                    <a:pt x="563" y="1866"/>
                  </a:cubicBezTo>
                  <a:lnTo>
                    <a:pt x="468" y="1961"/>
                  </a:lnTo>
                  <a:cubicBezTo>
                    <a:pt x="314" y="2108"/>
                    <a:pt x="453" y="2323"/>
                    <a:pt x="617" y="2323"/>
                  </a:cubicBezTo>
                  <a:cubicBezTo>
                    <a:pt x="666" y="2323"/>
                    <a:pt x="717" y="2303"/>
                    <a:pt x="763" y="2257"/>
                  </a:cubicBezTo>
                  <a:lnTo>
                    <a:pt x="859" y="2162"/>
                  </a:lnTo>
                  <a:cubicBezTo>
                    <a:pt x="964" y="2228"/>
                    <a:pt x="1069" y="2276"/>
                    <a:pt x="1183" y="2295"/>
                  </a:cubicBezTo>
                  <a:lnTo>
                    <a:pt x="1183" y="2429"/>
                  </a:lnTo>
                  <a:cubicBezTo>
                    <a:pt x="1183" y="2572"/>
                    <a:pt x="1291" y="2643"/>
                    <a:pt x="1398" y="2643"/>
                  </a:cubicBezTo>
                  <a:cubicBezTo>
                    <a:pt x="1505" y="2643"/>
                    <a:pt x="1613" y="2572"/>
                    <a:pt x="1613" y="2429"/>
                  </a:cubicBezTo>
                  <a:lnTo>
                    <a:pt x="1613" y="2295"/>
                  </a:lnTo>
                  <a:cubicBezTo>
                    <a:pt x="1727" y="2276"/>
                    <a:pt x="1841" y="2228"/>
                    <a:pt x="1937" y="2162"/>
                  </a:cubicBezTo>
                  <a:lnTo>
                    <a:pt x="2032" y="2257"/>
                  </a:lnTo>
                  <a:cubicBezTo>
                    <a:pt x="2079" y="2304"/>
                    <a:pt x="2132" y="2324"/>
                    <a:pt x="2182" y="2324"/>
                  </a:cubicBezTo>
                  <a:cubicBezTo>
                    <a:pt x="2345" y="2324"/>
                    <a:pt x="2484" y="2115"/>
                    <a:pt x="2338" y="1961"/>
                  </a:cubicBezTo>
                  <a:lnTo>
                    <a:pt x="2233" y="1866"/>
                  </a:lnTo>
                  <a:cubicBezTo>
                    <a:pt x="2299" y="1761"/>
                    <a:pt x="2347" y="1656"/>
                    <a:pt x="2376" y="1532"/>
                  </a:cubicBezTo>
                  <a:lnTo>
                    <a:pt x="2509" y="1532"/>
                  </a:lnTo>
                  <a:cubicBezTo>
                    <a:pt x="2786" y="1532"/>
                    <a:pt x="2786" y="1112"/>
                    <a:pt x="2509" y="1112"/>
                  </a:cubicBezTo>
                  <a:lnTo>
                    <a:pt x="2376" y="1112"/>
                  </a:lnTo>
                  <a:cubicBezTo>
                    <a:pt x="2347" y="998"/>
                    <a:pt x="2299" y="883"/>
                    <a:pt x="2242" y="788"/>
                  </a:cubicBezTo>
                  <a:lnTo>
                    <a:pt x="2338" y="693"/>
                  </a:lnTo>
                  <a:cubicBezTo>
                    <a:pt x="2491" y="539"/>
                    <a:pt x="2348" y="330"/>
                    <a:pt x="2183" y="330"/>
                  </a:cubicBezTo>
                  <a:cubicBezTo>
                    <a:pt x="2132" y="330"/>
                    <a:pt x="2079" y="350"/>
                    <a:pt x="2032" y="397"/>
                  </a:cubicBezTo>
                  <a:lnTo>
                    <a:pt x="1937" y="492"/>
                  </a:lnTo>
                  <a:cubicBezTo>
                    <a:pt x="1841" y="425"/>
                    <a:pt x="1727" y="378"/>
                    <a:pt x="1613" y="359"/>
                  </a:cubicBezTo>
                  <a:lnTo>
                    <a:pt x="1613" y="216"/>
                  </a:lnTo>
                  <a:cubicBezTo>
                    <a:pt x="1613" y="72"/>
                    <a:pt x="1508" y="1"/>
                    <a:pt x="1403"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10585;p64">
              <a:extLst>
                <a:ext uri="{FF2B5EF4-FFF2-40B4-BE49-F238E27FC236}">
                  <a16:creationId xmlns:a16="http://schemas.microsoft.com/office/drawing/2014/main" id="{BF4E774B-8ED8-45C4-92D1-A0C797B6B710}"/>
                </a:ext>
              </a:extLst>
            </p:cNvPr>
            <p:cNvSpPr/>
            <p:nvPr/>
          </p:nvSpPr>
          <p:spPr>
            <a:xfrm>
              <a:off x="861622" y="2994837"/>
              <a:ext cx="150171" cy="254073"/>
            </a:xfrm>
            <a:custGeom>
              <a:avLst/>
              <a:gdLst/>
              <a:ahLst/>
              <a:cxnLst/>
              <a:rect l="l" t="t" r="r" b="b"/>
              <a:pathLst>
                <a:path w="5735" h="9703" extrusionOk="0">
                  <a:moveTo>
                    <a:pt x="3168" y="0"/>
                  </a:moveTo>
                  <a:cubicBezTo>
                    <a:pt x="3091" y="10"/>
                    <a:pt x="3025" y="19"/>
                    <a:pt x="2958" y="38"/>
                  </a:cubicBezTo>
                  <a:cubicBezTo>
                    <a:pt x="2328" y="210"/>
                    <a:pt x="1899" y="782"/>
                    <a:pt x="1909" y="1431"/>
                  </a:cubicBezTo>
                  <a:lnTo>
                    <a:pt x="1909" y="1450"/>
                  </a:lnTo>
                  <a:lnTo>
                    <a:pt x="1909" y="1565"/>
                  </a:lnTo>
                  <a:cubicBezTo>
                    <a:pt x="1909" y="1641"/>
                    <a:pt x="1861" y="1717"/>
                    <a:pt x="1784" y="1746"/>
                  </a:cubicBezTo>
                  <a:cubicBezTo>
                    <a:pt x="1727" y="1765"/>
                    <a:pt x="1680" y="1784"/>
                    <a:pt x="1622" y="1813"/>
                  </a:cubicBezTo>
                  <a:cubicBezTo>
                    <a:pt x="1126" y="2061"/>
                    <a:pt x="821" y="2566"/>
                    <a:pt x="821" y="3120"/>
                  </a:cubicBezTo>
                  <a:cubicBezTo>
                    <a:pt x="821" y="3311"/>
                    <a:pt x="859" y="3492"/>
                    <a:pt x="926" y="3664"/>
                  </a:cubicBezTo>
                  <a:cubicBezTo>
                    <a:pt x="945" y="3711"/>
                    <a:pt x="964" y="3759"/>
                    <a:pt x="983" y="3797"/>
                  </a:cubicBezTo>
                  <a:cubicBezTo>
                    <a:pt x="1021" y="3873"/>
                    <a:pt x="993" y="3969"/>
                    <a:pt x="926" y="4017"/>
                  </a:cubicBezTo>
                  <a:cubicBezTo>
                    <a:pt x="830" y="4074"/>
                    <a:pt x="745" y="4150"/>
                    <a:pt x="668" y="4226"/>
                  </a:cubicBezTo>
                  <a:cubicBezTo>
                    <a:pt x="239" y="4637"/>
                    <a:pt x="1" y="5199"/>
                    <a:pt x="1" y="5791"/>
                  </a:cubicBezTo>
                  <a:cubicBezTo>
                    <a:pt x="1" y="6812"/>
                    <a:pt x="687" y="7661"/>
                    <a:pt x="1594" y="7852"/>
                  </a:cubicBezTo>
                  <a:lnTo>
                    <a:pt x="1622" y="7861"/>
                  </a:lnTo>
                  <a:lnTo>
                    <a:pt x="1708" y="7880"/>
                  </a:lnTo>
                  <a:cubicBezTo>
                    <a:pt x="1784" y="7890"/>
                    <a:pt x="1842" y="7947"/>
                    <a:pt x="1851" y="8014"/>
                  </a:cubicBezTo>
                  <a:cubicBezTo>
                    <a:pt x="1861" y="8042"/>
                    <a:pt x="1861" y="8071"/>
                    <a:pt x="1870" y="8100"/>
                  </a:cubicBezTo>
                  <a:cubicBezTo>
                    <a:pt x="1880" y="8128"/>
                    <a:pt x="1889" y="8166"/>
                    <a:pt x="1889" y="8195"/>
                  </a:cubicBezTo>
                  <a:cubicBezTo>
                    <a:pt x="2109" y="9063"/>
                    <a:pt x="2882" y="9683"/>
                    <a:pt x="3778" y="9702"/>
                  </a:cubicBezTo>
                  <a:cubicBezTo>
                    <a:pt x="4255" y="9702"/>
                    <a:pt x="4723" y="9521"/>
                    <a:pt x="5076" y="9187"/>
                  </a:cubicBezTo>
                  <a:cubicBezTo>
                    <a:pt x="5496" y="8777"/>
                    <a:pt x="5734" y="8224"/>
                    <a:pt x="5724" y="7632"/>
                  </a:cubicBezTo>
                  <a:cubicBezTo>
                    <a:pt x="5724" y="7127"/>
                    <a:pt x="5553" y="6630"/>
                    <a:pt x="5219" y="6249"/>
                  </a:cubicBezTo>
                  <a:cubicBezTo>
                    <a:pt x="5171" y="6192"/>
                    <a:pt x="5114" y="6134"/>
                    <a:pt x="5057" y="6077"/>
                  </a:cubicBezTo>
                  <a:cubicBezTo>
                    <a:pt x="5028" y="6049"/>
                    <a:pt x="4999" y="6001"/>
                    <a:pt x="5009" y="5953"/>
                  </a:cubicBezTo>
                  <a:lnTo>
                    <a:pt x="5009" y="1441"/>
                  </a:lnTo>
                  <a:cubicBezTo>
                    <a:pt x="4999" y="649"/>
                    <a:pt x="4351" y="10"/>
                    <a:pt x="355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10586;p64">
              <a:extLst>
                <a:ext uri="{FF2B5EF4-FFF2-40B4-BE49-F238E27FC236}">
                  <a16:creationId xmlns:a16="http://schemas.microsoft.com/office/drawing/2014/main" id="{4B3E70A7-6E4B-4833-8665-1F75286CFD91}"/>
                </a:ext>
              </a:extLst>
            </p:cNvPr>
            <p:cNvSpPr/>
            <p:nvPr/>
          </p:nvSpPr>
          <p:spPr>
            <a:xfrm>
              <a:off x="939287" y="3147705"/>
              <a:ext cx="59257" cy="28515"/>
            </a:xfrm>
            <a:custGeom>
              <a:avLst/>
              <a:gdLst/>
              <a:ahLst/>
              <a:cxnLst/>
              <a:rect l="l" t="t" r="r" b="b"/>
              <a:pathLst>
                <a:path w="2263" h="1089" extrusionOk="0">
                  <a:moveTo>
                    <a:pt x="2043" y="1"/>
                  </a:moveTo>
                  <a:cubicBezTo>
                    <a:pt x="1385" y="67"/>
                    <a:pt x="555" y="325"/>
                    <a:pt x="154" y="726"/>
                  </a:cubicBezTo>
                  <a:cubicBezTo>
                    <a:pt x="1" y="879"/>
                    <a:pt x="138" y="1088"/>
                    <a:pt x="301" y="1088"/>
                  </a:cubicBezTo>
                  <a:cubicBezTo>
                    <a:pt x="350" y="1088"/>
                    <a:pt x="403" y="1068"/>
                    <a:pt x="450" y="1021"/>
                  </a:cubicBezTo>
                  <a:cubicBezTo>
                    <a:pt x="831" y="659"/>
                    <a:pt x="1680" y="439"/>
                    <a:pt x="2262" y="411"/>
                  </a:cubicBezTo>
                  <a:cubicBezTo>
                    <a:pt x="2205" y="354"/>
                    <a:pt x="2157" y="296"/>
                    <a:pt x="2100" y="249"/>
                  </a:cubicBezTo>
                  <a:cubicBezTo>
                    <a:pt x="2062" y="211"/>
                    <a:pt x="2043" y="163"/>
                    <a:pt x="2043" y="115"/>
                  </a:cubicBezTo>
                  <a:lnTo>
                    <a:pt x="2043"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10587;p64">
              <a:extLst>
                <a:ext uri="{FF2B5EF4-FFF2-40B4-BE49-F238E27FC236}">
                  <a16:creationId xmlns:a16="http://schemas.microsoft.com/office/drawing/2014/main" id="{CE214464-A60F-4786-AEC4-50E0AF6A34C5}"/>
                </a:ext>
              </a:extLst>
            </p:cNvPr>
            <p:cNvSpPr/>
            <p:nvPr/>
          </p:nvSpPr>
          <p:spPr>
            <a:xfrm>
              <a:off x="903597" y="3173444"/>
              <a:ext cx="36371" cy="35978"/>
            </a:xfrm>
            <a:custGeom>
              <a:avLst/>
              <a:gdLst/>
              <a:ahLst/>
              <a:cxnLst/>
              <a:rect l="l" t="t" r="r" b="b"/>
              <a:pathLst>
                <a:path w="1389" h="1374" extrusionOk="0">
                  <a:moveTo>
                    <a:pt x="1091" y="0"/>
                  </a:moveTo>
                  <a:cubicBezTo>
                    <a:pt x="1063" y="0"/>
                    <a:pt x="1034" y="6"/>
                    <a:pt x="1002" y="19"/>
                  </a:cubicBezTo>
                  <a:cubicBezTo>
                    <a:pt x="525" y="201"/>
                    <a:pt x="162" y="763"/>
                    <a:pt x="0" y="1031"/>
                  </a:cubicBezTo>
                  <a:lnTo>
                    <a:pt x="29" y="1040"/>
                  </a:lnTo>
                  <a:lnTo>
                    <a:pt x="115" y="1059"/>
                  </a:lnTo>
                  <a:cubicBezTo>
                    <a:pt x="191" y="1069"/>
                    <a:pt x="248" y="1126"/>
                    <a:pt x="258" y="1193"/>
                  </a:cubicBezTo>
                  <a:cubicBezTo>
                    <a:pt x="267" y="1221"/>
                    <a:pt x="267" y="1250"/>
                    <a:pt x="277" y="1279"/>
                  </a:cubicBezTo>
                  <a:cubicBezTo>
                    <a:pt x="286" y="1307"/>
                    <a:pt x="296" y="1345"/>
                    <a:pt x="306" y="1374"/>
                  </a:cubicBezTo>
                  <a:lnTo>
                    <a:pt x="306" y="1364"/>
                  </a:lnTo>
                  <a:cubicBezTo>
                    <a:pt x="306" y="1355"/>
                    <a:pt x="687" y="582"/>
                    <a:pt x="1135" y="420"/>
                  </a:cubicBezTo>
                  <a:cubicBezTo>
                    <a:pt x="1389" y="352"/>
                    <a:pt x="1306" y="0"/>
                    <a:pt x="1091"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10588;p64">
              <a:extLst>
                <a:ext uri="{FF2B5EF4-FFF2-40B4-BE49-F238E27FC236}">
                  <a16:creationId xmlns:a16="http://schemas.microsoft.com/office/drawing/2014/main" id="{E0FB8537-0218-4DD3-9853-ECAF03C6C131}"/>
                </a:ext>
              </a:extLst>
            </p:cNvPr>
            <p:cNvSpPr/>
            <p:nvPr/>
          </p:nvSpPr>
          <p:spPr>
            <a:xfrm>
              <a:off x="878852" y="3083761"/>
              <a:ext cx="52998" cy="21498"/>
            </a:xfrm>
            <a:custGeom>
              <a:avLst/>
              <a:gdLst/>
              <a:ahLst/>
              <a:cxnLst/>
              <a:rect l="l" t="t" r="r" b="b"/>
              <a:pathLst>
                <a:path w="2024" h="821" extrusionOk="0">
                  <a:moveTo>
                    <a:pt x="1813" y="0"/>
                  </a:moveTo>
                  <a:cubicBezTo>
                    <a:pt x="1289" y="0"/>
                    <a:pt x="764" y="86"/>
                    <a:pt x="268" y="268"/>
                  </a:cubicBezTo>
                  <a:cubicBezTo>
                    <a:pt x="287" y="315"/>
                    <a:pt x="306" y="353"/>
                    <a:pt x="325" y="401"/>
                  </a:cubicBezTo>
                  <a:cubicBezTo>
                    <a:pt x="363" y="477"/>
                    <a:pt x="335" y="563"/>
                    <a:pt x="268" y="611"/>
                  </a:cubicBezTo>
                  <a:cubicBezTo>
                    <a:pt x="172" y="678"/>
                    <a:pt x="87" y="745"/>
                    <a:pt x="1" y="821"/>
                  </a:cubicBezTo>
                  <a:cubicBezTo>
                    <a:pt x="20" y="821"/>
                    <a:pt x="39" y="811"/>
                    <a:pt x="48" y="802"/>
                  </a:cubicBezTo>
                  <a:cubicBezTo>
                    <a:pt x="48" y="793"/>
                    <a:pt x="874" y="427"/>
                    <a:pt x="1680" y="427"/>
                  </a:cubicBezTo>
                  <a:cubicBezTo>
                    <a:pt x="1718" y="427"/>
                    <a:pt x="1756" y="428"/>
                    <a:pt x="1794" y="430"/>
                  </a:cubicBezTo>
                  <a:cubicBezTo>
                    <a:pt x="1909" y="430"/>
                    <a:pt x="2014" y="344"/>
                    <a:pt x="2014" y="229"/>
                  </a:cubicBezTo>
                  <a:cubicBezTo>
                    <a:pt x="2023" y="105"/>
                    <a:pt x="1928" y="10"/>
                    <a:pt x="1813"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10589;p64">
              <a:extLst>
                <a:ext uri="{FF2B5EF4-FFF2-40B4-BE49-F238E27FC236}">
                  <a16:creationId xmlns:a16="http://schemas.microsoft.com/office/drawing/2014/main" id="{F9C84FA0-FBFD-4CF7-8BED-2C43E41C7A45}"/>
                </a:ext>
              </a:extLst>
            </p:cNvPr>
            <p:cNvSpPr/>
            <p:nvPr/>
          </p:nvSpPr>
          <p:spPr>
            <a:xfrm>
              <a:off x="904094" y="3032307"/>
              <a:ext cx="38230" cy="38989"/>
            </a:xfrm>
            <a:custGeom>
              <a:avLst/>
              <a:gdLst/>
              <a:ahLst/>
              <a:cxnLst/>
              <a:rect l="l" t="t" r="r" b="b"/>
              <a:pathLst>
                <a:path w="1460" h="1489" extrusionOk="0">
                  <a:moveTo>
                    <a:pt x="287" y="0"/>
                  </a:moveTo>
                  <a:lnTo>
                    <a:pt x="287" y="19"/>
                  </a:lnTo>
                  <a:lnTo>
                    <a:pt x="287" y="134"/>
                  </a:lnTo>
                  <a:cubicBezTo>
                    <a:pt x="287" y="210"/>
                    <a:pt x="239" y="286"/>
                    <a:pt x="162" y="315"/>
                  </a:cubicBezTo>
                  <a:cubicBezTo>
                    <a:pt x="105" y="334"/>
                    <a:pt x="58" y="353"/>
                    <a:pt x="0" y="382"/>
                  </a:cubicBezTo>
                  <a:lnTo>
                    <a:pt x="77" y="382"/>
                  </a:lnTo>
                  <a:cubicBezTo>
                    <a:pt x="77" y="382"/>
                    <a:pt x="611" y="468"/>
                    <a:pt x="821" y="649"/>
                  </a:cubicBezTo>
                  <a:cubicBezTo>
                    <a:pt x="964" y="782"/>
                    <a:pt x="1031" y="992"/>
                    <a:pt x="1031" y="1269"/>
                  </a:cubicBezTo>
                  <a:cubicBezTo>
                    <a:pt x="1031" y="1383"/>
                    <a:pt x="1116" y="1479"/>
                    <a:pt x="1241" y="1488"/>
                  </a:cubicBezTo>
                  <a:cubicBezTo>
                    <a:pt x="1355" y="1488"/>
                    <a:pt x="1460" y="1393"/>
                    <a:pt x="1460" y="1279"/>
                  </a:cubicBezTo>
                  <a:cubicBezTo>
                    <a:pt x="1460" y="868"/>
                    <a:pt x="1326" y="554"/>
                    <a:pt x="1107" y="353"/>
                  </a:cubicBezTo>
                  <a:cubicBezTo>
                    <a:pt x="888" y="153"/>
                    <a:pt x="525" y="48"/>
                    <a:pt x="287"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10590;p64">
              <a:extLst>
                <a:ext uri="{FF2B5EF4-FFF2-40B4-BE49-F238E27FC236}">
                  <a16:creationId xmlns:a16="http://schemas.microsoft.com/office/drawing/2014/main" id="{5E8B75A1-664F-4C56-A50E-24787893C03A}"/>
                </a:ext>
              </a:extLst>
            </p:cNvPr>
            <p:cNvSpPr/>
            <p:nvPr/>
          </p:nvSpPr>
          <p:spPr>
            <a:xfrm>
              <a:off x="922581" y="3008819"/>
              <a:ext cx="49751" cy="24012"/>
            </a:xfrm>
            <a:custGeom>
              <a:avLst/>
              <a:gdLst/>
              <a:ahLst/>
              <a:cxnLst/>
              <a:rect l="l" t="t" r="r" b="b"/>
              <a:pathLst>
                <a:path w="1900" h="917" extrusionOk="0">
                  <a:moveTo>
                    <a:pt x="1274" y="1"/>
                  </a:moveTo>
                  <a:cubicBezTo>
                    <a:pt x="816" y="1"/>
                    <a:pt x="377" y="208"/>
                    <a:pt x="105" y="582"/>
                  </a:cubicBezTo>
                  <a:cubicBezTo>
                    <a:pt x="0" y="725"/>
                    <a:pt x="105" y="916"/>
                    <a:pt x="277" y="916"/>
                  </a:cubicBezTo>
                  <a:cubicBezTo>
                    <a:pt x="334" y="916"/>
                    <a:pt x="401" y="888"/>
                    <a:pt x="439" y="840"/>
                  </a:cubicBezTo>
                  <a:cubicBezTo>
                    <a:pt x="636" y="574"/>
                    <a:pt x="949" y="424"/>
                    <a:pt x="1280" y="424"/>
                  </a:cubicBezTo>
                  <a:cubicBezTo>
                    <a:pt x="1318" y="424"/>
                    <a:pt x="1355" y="426"/>
                    <a:pt x="1393" y="430"/>
                  </a:cubicBezTo>
                  <a:lnTo>
                    <a:pt x="1574" y="458"/>
                  </a:lnTo>
                  <a:cubicBezTo>
                    <a:pt x="1584" y="459"/>
                    <a:pt x="1593" y="460"/>
                    <a:pt x="1602" y="460"/>
                  </a:cubicBezTo>
                  <a:cubicBezTo>
                    <a:pt x="1863" y="460"/>
                    <a:pt x="1899" y="66"/>
                    <a:pt x="1632" y="39"/>
                  </a:cubicBezTo>
                  <a:lnTo>
                    <a:pt x="1441" y="10"/>
                  </a:lnTo>
                  <a:cubicBezTo>
                    <a:pt x="1385" y="4"/>
                    <a:pt x="1329" y="1"/>
                    <a:pt x="127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10591;p64">
              <a:extLst>
                <a:ext uri="{FF2B5EF4-FFF2-40B4-BE49-F238E27FC236}">
                  <a16:creationId xmlns:a16="http://schemas.microsoft.com/office/drawing/2014/main" id="{DF3DE5BF-77BA-444F-8349-2B7D5A201AA0}"/>
                </a:ext>
              </a:extLst>
            </p:cNvPr>
            <p:cNvSpPr/>
            <p:nvPr/>
          </p:nvSpPr>
          <p:spPr>
            <a:xfrm>
              <a:off x="929075" y="3173785"/>
              <a:ext cx="62006" cy="44881"/>
            </a:xfrm>
            <a:custGeom>
              <a:avLst/>
              <a:gdLst/>
              <a:ahLst/>
              <a:cxnLst/>
              <a:rect l="l" t="t" r="r" b="b"/>
              <a:pathLst>
                <a:path w="2368" h="1714" extrusionOk="0">
                  <a:moveTo>
                    <a:pt x="2074" y="1"/>
                  </a:moveTo>
                  <a:cubicBezTo>
                    <a:pt x="2058" y="1"/>
                    <a:pt x="2041" y="3"/>
                    <a:pt x="2023" y="6"/>
                  </a:cubicBezTo>
                  <a:cubicBezTo>
                    <a:pt x="229" y="388"/>
                    <a:pt x="29" y="1418"/>
                    <a:pt x="19" y="1466"/>
                  </a:cubicBezTo>
                  <a:cubicBezTo>
                    <a:pt x="0" y="1580"/>
                    <a:pt x="77" y="1685"/>
                    <a:pt x="191" y="1714"/>
                  </a:cubicBezTo>
                  <a:lnTo>
                    <a:pt x="229" y="1714"/>
                  </a:lnTo>
                  <a:cubicBezTo>
                    <a:pt x="334" y="1714"/>
                    <a:pt x="420" y="1638"/>
                    <a:pt x="439" y="1542"/>
                  </a:cubicBezTo>
                  <a:cubicBezTo>
                    <a:pt x="439" y="1533"/>
                    <a:pt x="620" y="741"/>
                    <a:pt x="2109" y="417"/>
                  </a:cubicBezTo>
                  <a:cubicBezTo>
                    <a:pt x="2367" y="363"/>
                    <a:pt x="2309" y="1"/>
                    <a:pt x="207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10592;p64">
              <a:extLst>
                <a:ext uri="{FF2B5EF4-FFF2-40B4-BE49-F238E27FC236}">
                  <a16:creationId xmlns:a16="http://schemas.microsoft.com/office/drawing/2014/main" id="{B6337FB1-EA5E-4F74-8564-B7A1F0899ED5}"/>
                </a:ext>
              </a:extLst>
            </p:cNvPr>
            <p:cNvSpPr/>
            <p:nvPr/>
          </p:nvSpPr>
          <p:spPr>
            <a:xfrm>
              <a:off x="871127" y="3110417"/>
              <a:ext cx="32077" cy="40063"/>
            </a:xfrm>
            <a:custGeom>
              <a:avLst/>
              <a:gdLst/>
              <a:ahLst/>
              <a:cxnLst/>
              <a:rect l="l" t="t" r="r" b="b"/>
              <a:pathLst>
                <a:path w="1225" h="1530" extrusionOk="0">
                  <a:moveTo>
                    <a:pt x="931" y="1"/>
                  </a:moveTo>
                  <a:cubicBezTo>
                    <a:pt x="908" y="1"/>
                    <a:pt x="884" y="5"/>
                    <a:pt x="859" y="13"/>
                  </a:cubicBezTo>
                  <a:cubicBezTo>
                    <a:pt x="67" y="261"/>
                    <a:pt x="10" y="1262"/>
                    <a:pt x="10" y="1310"/>
                  </a:cubicBezTo>
                  <a:cubicBezTo>
                    <a:pt x="0" y="1425"/>
                    <a:pt x="86" y="1520"/>
                    <a:pt x="210" y="1530"/>
                  </a:cubicBezTo>
                  <a:lnTo>
                    <a:pt x="219" y="1530"/>
                  </a:lnTo>
                  <a:cubicBezTo>
                    <a:pt x="324" y="1530"/>
                    <a:pt x="420" y="1444"/>
                    <a:pt x="429" y="1329"/>
                  </a:cubicBezTo>
                  <a:cubicBezTo>
                    <a:pt x="429" y="1320"/>
                    <a:pt x="477" y="576"/>
                    <a:pt x="983" y="413"/>
                  </a:cubicBezTo>
                  <a:cubicBezTo>
                    <a:pt x="1224" y="336"/>
                    <a:pt x="1146" y="1"/>
                    <a:pt x="931"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10593;p64">
              <a:extLst>
                <a:ext uri="{FF2B5EF4-FFF2-40B4-BE49-F238E27FC236}">
                  <a16:creationId xmlns:a16="http://schemas.microsoft.com/office/drawing/2014/main" id="{492D4283-8BCB-4870-B4D4-43ED5C3A4EDC}"/>
                </a:ext>
              </a:extLst>
            </p:cNvPr>
            <p:cNvSpPr/>
            <p:nvPr/>
          </p:nvSpPr>
          <p:spPr>
            <a:xfrm>
              <a:off x="941800" y="3086248"/>
              <a:ext cx="28254" cy="52998"/>
            </a:xfrm>
            <a:custGeom>
              <a:avLst/>
              <a:gdLst/>
              <a:ahLst/>
              <a:cxnLst/>
              <a:rect l="l" t="t" r="r" b="b"/>
              <a:pathLst>
                <a:path w="1079" h="2024" extrusionOk="0">
                  <a:moveTo>
                    <a:pt x="216" y="1"/>
                  </a:moveTo>
                  <a:cubicBezTo>
                    <a:pt x="124" y="1"/>
                    <a:pt x="40" y="63"/>
                    <a:pt x="20" y="163"/>
                  </a:cubicBezTo>
                  <a:cubicBezTo>
                    <a:pt x="1" y="249"/>
                    <a:pt x="29" y="344"/>
                    <a:pt x="115" y="392"/>
                  </a:cubicBezTo>
                  <a:cubicBezTo>
                    <a:pt x="306" y="516"/>
                    <a:pt x="659" y="869"/>
                    <a:pt x="659" y="1804"/>
                  </a:cubicBezTo>
                  <a:cubicBezTo>
                    <a:pt x="659" y="1918"/>
                    <a:pt x="745" y="2014"/>
                    <a:pt x="859" y="2023"/>
                  </a:cubicBezTo>
                  <a:cubicBezTo>
                    <a:pt x="983" y="2023"/>
                    <a:pt x="1079" y="1928"/>
                    <a:pt x="1079" y="1813"/>
                  </a:cubicBezTo>
                  <a:cubicBezTo>
                    <a:pt x="1079" y="688"/>
                    <a:pt x="630" y="220"/>
                    <a:pt x="335" y="39"/>
                  </a:cubicBezTo>
                  <a:cubicBezTo>
                    <a:pt x="297" y="13"/>
                    <a:pt x="256" y="1"/>
                    <a:pt x="216"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 name="Google Shape;10619;p64">
            <a:extLst>
              <a:ext uri="{FF2B5EF4-FFF2-40B4-BE49-F238E27FC236}">
                <a16:creationId xmlns:a16="http://schemas.microsoft.com/office/drawing/2014/main" id="{498B135A-770A-41D8-8CEF-9F33BBF56CF4}"/>
              </a:ext>
            </a:extLst>
          </p:cNvPr>
          <p:cNvGrpSpPr/>
          <p:nvPr/>
        </p:nvGrpSpPr>
        <p:grpSpPr>
          <a:xfrm>
            <a:off x="4311419" y="1497831"/>
            <a:ext cx="923245" cy="911661"/>
            <a:chOff x="3513796" y="2882084"/>
            <a:chExt cx="371487" cy="366826"/>
          </a:xfrm>
        </p:grpSpPr>
        <p:sp>
          <p:nvSpPr>
            <p:cNvPr id="69" name="Google Shape;10620;p64">
              <a:extLst>
                <a:ext uri="{FF2B5EF4-FFF2-40B4-BE49-F238E27FC236}">
                  <a16:creationId xmlns:a16="http://schemas.microsoft.com/office/drawing/2014/main" id="{03B70720-0D84-4EDA-A81C-549C89F76A46}"/>
                </a:ext>
              </a:extLst>
            </p:cNvPr>
            <p:cNvSpPr/>
            <p:nvPr/>
          </p:nvSpPr>
          <p:spPr>
            <a:xfrm>
              <a:off x="3696384" y="2890725"/>
              <a:ext cx="11024" cy="60409"/>
            </a:xfrm>
            <a:custGeom>
              <a:avLst/>
              <a:gdLst/>
              <a:ahLst/>
              <a:cxnLst/>
              <a:rect l="l" t="t" r="r" b="b"/>
              <a:pathLst>
                <a:path w="421" h="2307" extrusionOk="0">
                  <a:moveTo>
                    <a:pt x="206" y="0"/>
                  </a:moveTo>
                  <a:cubicBezTo>
                    <a:pt x="103" y="0"/>
                    <a:pt x="1" y="70"/>
                    <a:pt x="1" y="208"/>
                  </a:cubicBezTo>
                  <a:lnTo>
                    <a:pt x="1" y="2097"/>
                  </a:lnTo>
                  <a:cubicBezTo>
                    <a:pt x="1" y="2211"/>
                    <a:pt x="96" y="2307"/>
                    <a:pt x="211" y="2307"/>
                  </a:cubicBezTo>
                  <a:cubicBezTo>
                    <a:pt x="325" y="2307"/>
                    <a:pt x="421" y="2211"/>
                    <a:pt x="411" y="2097"/>
                  </a:cubicBezTo>
                  <a:lnTo>
                    <a:pt x="411" y="208"/>
                  </a:lnTo>
                  <a:cubicBezTo>
                    <a:pt x="411" y="70"/>
                    <a:pt x="308" y="0"/>
                    <a:pt x="206"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10621;p64">
              <a:extLst>
                <a:ext uri="{FF2B5EF4-FFF2-40B4-BE49-F238E27FC236}">
                  <a16:creationId xmlns:a16="http://schemas.microsoft.com/office/drawing/2014/main" id="{F77FE8E0-2B9C-4F29-92E4-BD1A455A3727}"/>
                </a:ext>
              </a:extLst>
            </p:cNvPr>
            <p:cNvSpPr/>
            <p:nvPr/>
          </p:nvSpPr>
          <p:spPr>
            <a:xfrm>
              <a:off x="3682899" y="2882084"/>
              <a:ext cx="32993" cy="28332"/>
            </a:xfrm>
            <a:custGeom>
              <a:avLst/>
              <a:gdLst/>
              <a:ahLst/>
              <a:cxnLst/>
              <a:rect l="l" t="t" r="r" b="b"/>
              <a:pathLst>
                <a:path w="1260" h="1082" extrusionOk="0">
                  <a:moveTo>
                    <a:pt x="720" y="1"/>
                  </a:moveTo>
                  <a:cubicBezTo>
                    <a:pt x="589" y="1"/>
                    <a:pt x="455" y="49"/>
                    <a:pt x="344" y="156"/>
                  </a:cubicBezTo>
                  <a:cubicBezTo>
                    <a:pt x="1" y="500"/>
                    <a:pt x="249" y="1082"/>
                    <a:pt x="726" y="1082"/>
                  </a:cubicBezTo>
                  <a:cubicBezTo>
                    <a:pt x="1021" y="1082"/>
                    <a:pt x="1260" y="834"/>
                    <a:pt x="1260" y="538"/>
                  </a:cubicBezTo>
                  <a:cubicBezTo>
                    <a:pt x="1260" y="215"/>
                    <a:pt x="997" y="1"/>
                    <a:pt x="720"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10622;p64">
              <a:extLst>
                <a:ext uri="{FF2B5EF4-FFF2-40B4-BE49-F238E27FC236}">
                  <a16:creationId xmlns:a16="http://schemas.microsoft.com/office/drawing/2014/main" id="{EEB64A9D-9630-4819-A692-B1CB71887D96}"/>
                </a:ext>
              </a:extLst>
            </p:cNvPr>
            <p:cNvSpPr/>
            <p:nvPr/>
          </p:nvSpPr>
          <p:spPr>
            <a:xfrm>
              <a:off x="3754357" y="2890725"/>
              <a:ext cx="10762" cy="60409"/>
            </a:xfrm>
            <a:custGeom>
              <a:avLst/>
              <a:gdLst/>
              <a:ahLst/>
              <a:cxnLst/>
              <a:rect l="l" t="t" r="r" b="b"/>
              <a:pathLst>
                <a:path w="411" h="2307" extrusionOk="0">
                  <a:moveTo>
                    <a:pt x="205" y="0"/>
                  </a:moveTo>
                  <a:cubicBezTo>
                    <a:pt x="103" y="0"/>
                    <a:pt x="0" y="70"/>
                    <a:pt x="0" y="208"/>
                  </a:cubicBezTo>
                  <a:lnTo>
                    <a:pt x="0" y="2097"/>
                  </a:lnTo>
                  <a:cubicBezTo>
                    <a:pt x="0" y="2211"/>
                    <a:pt x="86" y="2307"/>
                    <a:pt x="200" y="2307"/>
                  </a:cubicBezTo>
                  <a:cubicBezTo>
                    <a:pt x="315" y="2307"/>
                    <a:pt x="410" y="2211"/>
                    <a:pt x="410" y="2097"/>
                  </a:cubicBezTo>
                  <a:lnTo>
                    <a:pt x="410" y="208"/>
                  </a:lnTo>
                  <a:cubicBezTo>
                    <a:pt x="410" y="70"/>
                    <a:pt x="308" y="0"/>
                    <a:pt x="205"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10623;p64">
              <a:extLst>
                <a:ext uri="{FF2B5EF4-FFF2-40B4-BE49-F238E27FC236}">
                  <a16:creationId xmlns:a16="http://schemas.microsoft.com/office/drawing/2014/main" id="{2864E1CE-25B3-4C78-8CA2-C7140F98D59A}"/>
                </a:ext>
              </a:extLst>
            </p:cNvPr>
            <p:cNvSpPr/>
            <p:nvPr/>
          </p:nvSpPr>
          <p:spPr>
            <a:xfrm>
              <a:off x="3740610" y="2882084"/>
              <a:ext cx="33255" cy="28332"/>
            </a:xfrm>
            <a:custGeom>
              <a:avLst/>
              <a:gdLst/>
              <a:ahLst/>
              <a:cxnLst/>
              <a:rect l="l" t="t" r="r" b="b"/>
              <a:pathLst>
                <a:path w="1270" h="1082" extrusionOk="0">
                  <a:moveTo>
                    <a:pt x="722" y="1"/>
                  </a:moveTo>
                  <a:cubicBezTo>
                    <a:pt x="590" y="1"/>
                    <a:pt x="454" y="49"/>
                    <a:pt x="344" y="156"/>
                  </a:cubicBezTo>
                  <a:cubicBezTo>
                    <a:pt x="0" y="500"/>
                    <a:pt x="248" y="1082"/>
                    <a:pt x="725" y="1082"/>
                  </a:cubicBezTo>
                  <a:cubicBezTo>
                    <a:pt x="1021" y="1082"/>
                    <a:pt x="1260" y="834"/>
                    <a:pt x="1269" y="538"/>
                  </a:cubicBezTo>
                  <a:cubicBezTo>
                    <a:pt x="1269" y="215"/>
                    <a:pt x="1002" y="1"/>
                    <a:pt x="722"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10624;p64">
              <a:extLst>
                <a:ext uri="{FF2B5EF4-FFF2-40B4-BE49-F238E27FC236}">
                  <a16:creationId xmlns:a16="http://schemas.microsoft.com/office/drawing/2014/main" id="{76A79E1D-93D0-48B8-9030-912F531C2CB3}"/>
                </a:ext>
              </a:extLst>
            </p:cNvPr>
            <p:cNvSpPr/>
            <p:nvPr/>
          </p:nvSpPr>
          <p:spPr>
            <a:xfrm>
              <a:off x="3638698" y="2890725"/>
              <a:ext cx="10762" cy="60409"/>
            </a:xfrm>
            <a:custGeom>
              <a:avLst/>
              <a:gdLst/>
              <a:ahLst/>
              <a:cxnLst/>
              <a:rect l="l" t="t" r="r" b="b"/>
              <a:pathLst>
                <a:path w="411" h="2307" extrusionOk="0">
                  <a:moveTo>
                    <a:pt x="205" y="0"/>
                  </a:moveTo>
                  <a:cubicBezTo>
                    <a:pt x="103" y="0"/>
                    <a:pt x="0" y="70"/>
                    <a:pt x="0" y="208"/>
                  </a:cubicBezTo>
                  <a:lnTo>
                    <a:pt x="0" y="2097"/>
                  </a:lnTo>
                  <a:cubicBezTo>
                    <a:pt x="0" y="2211"/>
                    <a:pt x="96" y="2307"/>
                    <a:pt x="210" y="2307"/>
                  </a:cubicBezTo>
                  <a:cubicBezTo>
                    <a:pt x="324" y="2307"/>
                    <a:pt x="410" y="2211"/>
                    <a:pt x="410" y="2097"/>
                  </a:cubicBezTo>
                  <a:lnTo>
                    <a:pt x="410" y="208"/>
                  </a:lnTo>
                  <a:cubicBezTo>
                    <a:pt x="410" y="70"/>
                    <a:pt x="308" y="0"/>
                    <a:pt x="205"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10625;p64">
              <a:extLst>
                <a:ext uri="{FF2B5EF4-FFF2-40B4-BE49-F238E27FC236}">
                  <a16:creationId xmlns:a16="http://schemas.microsoft.com/office/drawing/2014/main" id="{3AAEAAB1-C74E-4938-8B74-4D13CCA4B378}"/>
                </a:ext>
              </a:extLst>
            </p:cNvPr>
            <p:cNvSpPr/>
            <p:nvPr/>
          </p:nvSpPr>
          <p:spPr>
            <a:xfrm>
              <a:off x="3625187" y="2882084"/>
              <a:ext cx="33019" cy="28332"/>
            </a:xfrm>
            <a:custGeom>
              <a:avLst/>
              <a:gdLst/>
              <a:ahLst/>
              <a:cxnLst/>
              <a:rect l="l" t="t" r="r" b="b"/>
              <a:pathLst>
                <a:path w="1261" h="1082" extrusionOk="0">
                  <a:moveTo>
                    <a:pt x="716" y="1"/>
                  </a:moveTo>
                  <a:cubicBezTo>
                    <a:pt x="585" y="1"/>
                    <a:pt x="452" y="49"/>
                    <a:pt x="344" y="156"/>
                  </a:cubicBezTo>
                  <a:cubicBezTo>
                    <a:pt x="1" y="500"/>
                    <a:pt x="239" y="1082"/>
                    <a:pt x="726" y="1082"/>
                  </a:cubicBezTo>
                  <a:cubicBezTo>
                    <a:pt x="1022" y="1082"/>
                    <a:pt x="1260" y="834"/>
                    <a:pt x="1260" y="538"/>
                  </a:cubicBezTo>
                  <a:cubicBezTo>
                    <a:pt x="1260" y="215"/>
                    <a:pt x="993" y="1"/>
                    <a:pt x="716"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10626;p64">
              <a:extLst>
                <a:ext uri="{FF2B5EF4-FFF2-40B4-BE49-F238E27FC236}">
                  <a16:creationId xmlns:a16="http://schemas.microsoft.com/office/drawing/2014/main" id="{5A550F4B-3564-4FF3-8B67-5F8451FCF4B7}"/>
                </a:ext>
              </a:extLst>
            </p:cNvPr>
            <p:cNvSpPr/>
            <p:nvPr/>
          </p:nvSpPr>
          <p:spPr>
            <a:xfrm>
              <a:off x="3696384" y="3179991"/>
              <a:ext cx="10788" cy="60173"/>
            </a:xfrm>
            <a:custGeom>
              <a:avLst/>
              <a:gdLst/>
              <a:ahLst/>
              <a:cxnLst/>
              <a:rect l="l" t="t" r="r" b="b"/>
              <a:pathLst>
                <a:path w="412" h="2298" extrusionOk="0">
                  <a:moveTo>
                    <a:pt x="206" y="1"/>
                  </a:moveTo>
                  <a:cubicBezTo>
                    <a:pt x="103" y="1"/>
                    <a:pt x="1" y="70"/>
                    <a:pt x="1" y="208"/>
                  </a:cubicBezTo>
                  <a:lnTo>
                    <a:pt x="1" y="2097"/>
                  </a:lnTo>
                  <a:cubicBezTo>
                    <a:pt x="1" y="2202"/>
                    <a:pt x="96" y="2297"/>
                    <a:pt x="211" y="2297"/>
                  </a:cubicBezTo>
                  <a:cubicBezTo>
                    <a:pt x="325" y="2297"/>
                    <a:pt x="411" y="2212"/>
                    <a:pt x="411" y="2097"/>
                  </a:cubicBezTo>
                  <a:lnTo>
                    <a:pt x="411" y="208"/>
                  </a:lnTo>
                  <a:cubicBezTo>
                    <a:pt x="411" y="70"/>
                    <a:pt x="308" y="1"/>
                    <a:pt x="206"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10627;p64">
              <a:extLst>
                <a:ext uri="{FF2B5EF4-FFF2-40B4-BE49-F238E27FC236}">
                  <a16:creationId xmlns:a16="http://schemas.microsoft.com/office/drawing/2014/main" id="{675F0378-9EF7-47A0-BF19-FD75F26B52F9}"/>
                </a:ext>
              </a:extLst>
            </p:cNvPr>
            <p:cNvSpPr/>
            <p:nvPr/>
          </p:nvSpPr>
          <p:spPr>
            <a:xfrm>
              <a:off x="3682899" y="3220656"/>
              <a:ext cx="32993" cy="28254"/>
            </a:xfrm>
            <a:custGeom>
              <a:avLst/>
              <a:gdLst/>
              <a:ahLst/>
              <a:cxnLst/>
              <a:rect l="l" t="t" r="r" b="b"/>
              <a:pathLst>
                <a:path w="1260" h="1079" extrusionOk="0">
                  <a:moveTo>
                    <a:pt x="725" y="1"/>
                  </a:moveTo>
                  <a:cubicBezTo>
                    <a:pt x="592" y="1"/>
                    <a:pt x="456" y="51"/>
                    <a:pt x="344" y="162"/>
                  </a:cubicBezTo>
                  <a:cubicBezTo>
                    <a:pt x="1" y="496"/>
                    <a:pt x="249" y="1078"/>
                    <a:pt x="726" y="1078"/>
                  </a:cubicBezTo>
                  <a:cubicBezTo>
                    <a:pt x="1021" y="1078"/>
                    <a:pt x="1260" y="840"/>
                    <a:pt x="1260" y="544"/>
                  </a:cubicBezTo>
                  <a:cubicBezTo>
                    <a:pt x="1260" y="216"/>
                    <a:pt x="1000" y="1"/>
                    <a:pt x="725"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10628;p64">
              <a:extLst>
                <a:ext uri="{FF2B5EF4-FFF2-40B4-BE49-F238E27FC236}">
                  <a16:creationId xmlns:a16="http://schemas.microsoft.com/office/drawing/2014/main" id="{7B375668-AC7B-4B43-BDA5-33AE7BB7C07B}"/>
                </a:ext>
              </a:extLst>
            </p:cNvPr>
            <p:cNvSpPr/>
            <p:nvPr/>
          </p:nvSpPr>
          <p:spPr>
            <a:xfrm>
              <a:off x="3638698" y="3179991"/>
              <a:ext cx="10762" cy="60173"/>
            </a:xfrm>
            <a:custGeom>
              <a:avLst/>
              <a:gdLst/>
              <a:ahLst/>
              <a:cxnLst/>
              <a:rect l="l" t="t" r="r" b="b"/>
              <a:pathLst>
                <a:path w="411" h="2298" extrusionOk="0">
                  <a:moveTo>
                    <a:pt x="205" y="1"/>
                  </a:moveTo>
                  <a:cubicBezTo>
                    <a:pt x="103" y="1"/>
                    <a:pt x="0" y="70"/>
                    <a:pt x="0" y="208"/>
                  </a:cubicBezTo>
                  <a:lnTo>
                    <a:pt x="0" y="2097"/>
                  </a:lnTo>
                  <a:cubicBezTo>
                    <a:pt x="0" y="2202"/>
                    <a:pt x="96" y="2297"/>
                    <a:pt x="210" y="2297"/>
                  </a:cubicBezTo>
                  <a:cubicBezTo>
                    <a:pt x="315" y="2297"/>
                    <a:pt x="410" y="2212"/>
                    <a:pt x="410" y="2097"/>
                  </a:cubicBezTo>
                  <a:lnTo>
                    <a:pt x="410" y="208"/>
                  </a:lnTo>
                  <a:cubicBezTo>
                    <a:pt x="410" y="70"/>
                    <a:pt x="308" y="1"/>
                    <a:pt x="205"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10629;p64">
              <a:extLst>
                <a:ext uri="{FF2B5EF4-FFF2-40B4-BE49-F238E27FC236}">
                  <a16:creationId xmlns:a16="http://schemas.microsoft.com/office/drawing/2014/main" id="{B0FC0F73-1C88-4800-851F-6CAFF0623B6F}"/>
                </a:ext>
              </a:extLst>
            </p:cNvPr>
            <p:cNvSpPr/>
            <p:nvPr/>
          </p:nvSpPr>
          <p:spPr>
            <a:xfrm>
              <a:off x="3625187" y="3220656"/>
              <a:ext cx="33019" cy="28254"/>
            </a:xfrm>
            <a:custGeom>
              <a:avLst/>
              <a:gdLst/>
              <a:ahLst/>
              <a:cxnLst/>
              <a:rect l="l" t="t" r="r" b="b"/>
              <a:pathLst>
                <a:path w="1261" h="1079" extrusionOk="0">
                  <a:moveTo>
                    <a:pt x="721" y="1"/>
                  </a:moveTo>
                  <a:cubicBezTo>
                    <a:pt x="588" y="1"/>
                    <a:pt x="453" y="51"/>
                    <a:pt x="344" y="162"/>
                  </a:cubicBezTo>
                  <a:cubicBezTo>
                    <a:pt x="1" y="496"/>
                    <a:pt x="239" y="1078"/>
                    <a:pt x="726" y="1078"/>
                  </a:cubicBezTo>
                  <a:cubicBezTo>
                    <a:pt x="1022" y="1078"/>
                    <a:pt x="1260" y="840"/>
                    <a:pt x="1260" y="544"/>
                  </a:cubicBezTo>
                  <a:cubicBezTo>
                    <a:pt x="1260" y="216"/>
                    <a:pt x="995" y="1"/>
                    <a:pt x="721"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10630;p64">
              <a:extLst>
                <a:ext uri="{FF2B5EF4-FFF2-40B4-BE49-F238E27FC236}">
                  <a16:creationId xmlns:a16="http://schemas.microsoft.com/office/drawing/2014/main" id="{F8A9BE0D-EF57-465C-809A-073FA62AA800}"/>
                </a:ext>
              </a:extLst>
            </p:cNvPr>
            <p:cNvSpPr/>
            <p:nvPr/>
          </p:nvSpPr>
          <p:spPr>
            <a:xfrm>
              <a:off x="3754227" y="3179991"/>
              <a:ext cx="10893" cy="60173"/>
            </a:xfrm>
            <a:custGeom>
              <a:avLst/>
              <a:gdLst/>
              <a:ahLst/>
              <a:cxnLst/>
              <a:rect l="l" t="t" r="r" b="b"/>
              <a:pathLst>
                <a:path w="416" h="2298" extrusionOk="0">
                  <a:moveTo>
                    <a:pt x="203" y="1"/>
                  </a:moveTo>
                  <a:cubicBezTo>
                    <a:pt x="100" y="1"/>
                    <a:pt x="0" y="70"/>
                    <a:pt x="5" y="208"/>
                  </a:cubicBezTo>
                  <a:lnTo>
                    <a:pt x="5" y="2097"/>
                  </a:lnTo>
                  <a:cubicBezTo>
                    <a:pt x="5" y="2202"/>
                    <a:pt x="91" y="2297"/>
                    <a:pt x="205" y="2297"/>
                  </a:cubicBezTo>
                  <a:cubicBezTo>
                    <a:pt x="320" y="2297"/>
                    <a:pt x="406" y="2212"/>
                    <a:pt x="415" y="2097"/>
                  </a:cubicBezTo>
                  <a:lnTo>
                    <a:pt x="415" y="208"/>
                  </a:lnTo>
                  <a:cubicBezTo>
                    <a:pt x="411" y="70"/>
                    <a:pt x="306" y="1"/>
                    <a:pt x="203"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10631;p64">
              <a:extLst>
                <a:ext uri="{FF2B5EF4-FFF2-40B4-BE49-F238E27FC236}">
                  <a16:creationId xmlns:a16="http://schemas.microsoft.com/office/drawing/2014/main" id="{0B2F8D6A-99E6-421A-AA52-27F1D01A0B59}"/>
                </a:ext>
              </a:extLst>
            </p:cNvPr>
            <p:cNvSpPr/>
            <p:nvPr/>
          </p:nvSpPr>
          <p:spPr>
            <a:xfrm>
              <a:off x="3740610" y="3220656"/>
              <a:ext cx="33255" cy="28254"/>
            </a:xfrm>
            <a:custGeom>
              <a:avLst/>
              <a:gdLst/>
              <a:ahLst/>
              <a:cxnLst/>
              <a:rect l="l" t="t" r="r" b="b"/>
              <a:pathLst>
                <a:path w="1270" h="1079" extrusionOk="0">
                  <a:moveTo>
                    <a:pt x="727" y="1"/>
                  </a:moveTo>
                  <a:cubicBezTo>
                    <a:pt x="593" y="1"/>
                    <a:pt x="456" y="51"/>
                    <a:pt x="344" y="162"/>
                  </a:cubicBezTo>
                  <a:cubicBezTo>
                    <a:pt x="0" y="496"/>
                    <a:pt x="248" y="1078"/>
                    <a:pt x="725" y="1078"/>
                  </a:cubicBezTo>
                  <a:cubicBezTo>
                    <a:pt x="1021" y="1078"/>
                    <a:pt x="1260" y="840"/>
                    <a:pt x="1269" y="544"/>
                  </a:cubicBezTo>
                  <a:cubicBezTo>
                    <a:pt x="1269" y="216"/>
                    <a:pt x="1004" y="1"/>
                    <a:pt x="727"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10632;p64">
              <a:extLst>
                <a:ext uri="{FF2B5EF4-FFF2-40B4-BE49-F238E27FC236}">
                  <a16:creationId xmlns:a16="http://schemas.microsoft.com/office/drawing/2014/main" id="{2AC6B940-3794-4809-90FB-C9B6BB571080}"/>
                </a:ext>
              </a:extLst>
            </p:cNvPr>
            <p:cNvSpPr/>
            <p:nvPr/>
          </p:nvSpPr>
          <p:spPr>
            <a:xfrm>
              <a:off x="3814557" y="3060273"/>
              <a:ext cx="63708" cy="10762"/>
            </a:xfrm>
            <a:custGeom>
              <a:avLst/>
              <a:gdLst/>
              <a:ahLst/>
              <a:cxnLst/>
              <a:rect l="l" t="t" r="r" b="b"/>
              <a:pathLst>
                <a:path w="2433" h="411" extrusionOk="0">
                  <a:moveTo>
                    <a:pt x="277" y="1"/>
                  </a:moveTo>
                  <a:cubicBezTo>
                    <a:pt x="0" y="1"/>
                    <a:pt x="0" y="411"/>
                    <a:pt x="277" y="411"/>
                  </a:cubicBezTo>
                  <a:lnTo>
                    <a:pt x="2156" y="411"/>
                  </a:lnTo>
                  <a:cubicBezTo>
                    <a:pt x="2433" y="411"/>
                    <a:pt x="2433" y="1"/>
                    <a:pt x="2156"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10633;p64">
              <a:extLst>
                <a:ext uri="{FF2B5EF4-FFF2-40B4-BE49-F238E27FC236}">
                  <a16:creationId xmlns:a16="http://schemas.microsoft.com/office/drawing/2014/main" id="{9168581C-2963-4B48-B93B-30296326100A}"/>
                </a:ext>
              </a:extLst>
            </p:cNvPr>
            <p:cNvSpPr/>
            <p:nvPr/>
          </p:nvSpPr>
          <p:spPr>
            <a:xfrm>
              <a:off x="3852263" y="3051344"/>
              <a:ext cx="33019" cy="28201"/>
            </a:xfrm>
            <a:custGeom>
              <a:avLst/>
              <a:gdLst/>
              <a:ahLst/>
              <a:cxnLst/>
              <a:rect l="l" t="t" r="r" b="b"/>
              <a:pathLst>
                <a:path w="1261" h="1077" extrusionOk="0">
                  <a:moveTo>
                    <a:pt x="716" y="1"/>
                  </a:moveTo>
                  <a:cubicBezTo>
                    <a:pt x="585" y="1"/>
                    <a:pt x="452" y="50"/>
                    <a:pt x="344" y="160"/>
                  </a:cubicBezTo>
                  <a:cubicBezTo>
                    <a:pt x="1" y="504"/>
                    <a:pt x="239" y="1076"/>
                    <a:pt x="726" y="1076"/>
                  </a:cubicBezTo>
                  <a:cubicBezTo>
                    <a:pt x="1022" y="1076"/>
                    <a:pt x="1260" y="838"/>
                    <a:pt x="1260" y="542"/>
                  </a:cubicBezTo>
                  <a:cubicBezTo>
                    <a:pt x="1260" y="219"/>
                    <a:pt x="993" y="1"/>
                    <a:pt x="716"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10634;p64">
              <a:extLst>
                <a:ext uri="{FF2B5EF4-FFF2-40B4-BE49-F238E27FC236}">
                  <a16:creationId xmlns:a16="http://schemas.microsoft.com/office/drawing/2014/main" id="{28F31EEA-EAC3-448C-9975-6A22F2C3FC24}"/>
                </a:ext>
              </a:extLst>
            </p:cNvPr>
            <p:cNvSpPr/>
            <p:nvPr/>
          </p:nvSpPr>
          <p:spPr>
            <a:xfrm>
              <a:off x="3814557" y="3117985"/>
              <a:ext cx="63708" cy="10762"/>
            </a:xfrm>
            <a:custGeom>
              <a:avLst/>
              <a:gdLst/>
              <a:ahLst/>
              <a:cxnLst/>
              <a:rect l="l" t="t" r="r" b="b"/>
              <a:pathLst>
                <a:path w="2433" h="411" extrusionOk="0">
                  <a:moveTo>
                    <a:pt x="277" y="0"/>
                  </a:moveTo>
                  <a:cubicBezTo>
                    <a:pt x="0" y="0"/>
                    <a:pt x="0" y="411"/>
                    <a:pt x="277" y="411"/>
                  </a:cubicBezTo>
                  <a:lnTo>
                    <a:pt x="2156" y="411"/>
                  </a:lnTo>
                  <a:cubicBezTo>
                    <a:pt x="2433" y="411"/>
                    <a:pt x="2433" y="0"/>
                    <a:pt x="2156"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10635;p64">
              <a:extLst>
                <a:ext uri="{FF2B5EF4-FFF2-40B4-BE49-F238E27FC236}">
                  <a16:creationId xmlns:a16="http://schemas.microsoft.com/office/drawing/2014/main" id="{8F07F8AB-3094-41E3-B53F-77C076F62A7A}"/>
                </a:ext>
              </a:extLst>
            </p:cNvPr>
            <p:cNvSpPr/>
            <p:nvPr/>
          </p:nvSpPr>
          <p:spPr>
            <a:xfrm>
              <a:off x="3852263" y="3109056"/>
              <a:ext cx="33019" cy="28437"/>
            </a:xfrm>
            <a:custGeom>
              <a:avLst/>
              <a:gdLst/>
              <a:ahLst/>
              <a:cxnLst/>
              <a:rect l="l" t="t" r="r" b="b"/>
              <a:pathLst>
                <a:path w="1261" h="1086" extrusionOk="0">
                  <a:moveTo>
                    <a:pt x="716" y="0"/>
                  </a:moveTo>
                  <a:cubicBezTo>
                    <a:pt x="585" y="0"/>
                    <a:pt x="452" y="50"/>
                    <a:pt x="344" y="160"/>
                  </a:cubicBezTo>
                  <a:cubicBezTo>
                    <a:pt x="1" y="504"/>
                    <a:pt x="239" y="1086"/>
                    <a:pt x="726" y="1086"/>
                  </a:cubicBezTo>
                  <a:cubicBezTo>
                    <a:pt x="1022" y="1076"/>
                    <a:pt x="1260" y="837"/>
                    <a:pt x="1260" y="542"/>
                  </a:cubicBezTo>
                  <a:cubicBezTo>
                    <a:pt x="1260" y="218"/>
                    <a:pt x="993" y="0"/>
                    <a:pt x="716"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10636;p64">
              <a:extLst>
                <a:ext uri="{FF2B5EF4-FFF2-40B4-BE49-F238E27FC236}">
                  <a16:creationId xmlns:a16="http://schemas.microsoft.com/office/drawing/2014/main" id="{DCCC4731-39B3-4806-9F23-6A0B3D42DC53}"/>
                </a:ext>
              </a:extLst>
            </p:cNvPr>
            <p:cNvSpPr/>
            <p:nvPr/>
          </p:nvSpPr>
          <p:spPr>
            <a:xfrm>
              <a:off x="3814557" y="3002325"/>
              <a:ext cx="63708" cy="10762"/>
            </a:xfrm>
            <a:custGeom>
              <a:avLst/>
              <a:gdLst/>
              <a:ahLst/>
              <a:cxnLst/>
              <a:rect l="l" t="t" r="r" b="b"/>
              <a:pathLst>
                <a:path w="2433" h="411" extrusionOk="0">
                  <a:moveTo>
                    <a:pt x="277" y="0"/>
                  </a:moveTo>
                  <a:cubicBezTo>
                    <a:pt x="0" y="0"/>
                    <a:pt x="0" y="411"/>
                    <a:pt x="277" y="411"/>
                  </a:cubicBezTo>
                  <a:lnTo>
                    <a:pt x="2156" y="411"/>
                  </a:lnTo>
                  <a:cubicBezTo>
                    <a:pt x="2433" y="411"/>
                    <a:pt x="2433" y="0"/>
                    <a:pt x="2156"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10637;p64">
              <a:extLst>
                <a:ext uri="{FF2B5EF4-FFF2-40B4-BE49-F238E27FC236}">
                  <a16:creationId xmlns:a16="http://schemas.microsoft.com/office/drawing/2014/main" id="{B602E99F-9960-423C-9BE4-D6E972D0C66F}"/>
                </a:ext>
              </a:extLst>
            </p:cNvPr>
            <p:cNvSpPr/>
            <p:nvPr/>
          </p:nvSpPr>
          <p:spPr>
            <a:xfrm>
              <a:off x="3852263" y="2993580"/>
              <a:ext cx="33019" cy="28254"/>
            </a:xfrm>
            <a:custGeom>
              <a:avLst/>
              <a:gdLst/>
              <a:ahLst/>
              <a:cxnLst/>
              <a:rect l="l" t="t" r="r" b="b"/>
              <a:pathLst>
                <a:path w="1261" h="1079" extrusionOk="0">
                  <a:moveTo>
                    <a:pt x="720" y="1"/>
                  </a:moveTo>
                  <a:cubicBezTo>
                    <a:pt x="588" y="1"/>
                    <a:pt x="453" y="51"/>
                    <a:pt x="344" y="163"/>
                  </a:cubicBezTo>
                  <a:cubicBezTo>
                    <a:pt x="1" y="497"/>
                    <a:pt x="239" y="1079"/>
                    <a:pt x="726" y="1079"/>
                  </a:cubicBezTo>
                  <a:cubicBezTo>
                    <a:pt x="1022" y="1079"/>
                    <a:pt x="1260" y="840"/>
                    <a:pt x="1260" y="544"/>
                  </a:cubicBezTo>
                  <a:cubicBezTo>
                    <a:pt x="1260" y="216"/>
                    <a:pt x="995" y="1"/>
                    <a:pt x="720"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10638;p64">
              <a:extLst>
                <a:ext uri="{FF2B5EF4-FFF2-40B4-BE49-F238E27FC236}">
                  <a16:creationId xmlns:a16="http://schemas.microsoft.com/office/drawing/2014/main" id="{3D98110D-D0B0-44BC-954C-F83DBF724294}"/>
                </a:ext>
              </a:extLst>
            </p:cNvPr>
            <p:cNvSpPr/>
            <p:nvPr/>
          </p:nvSpPr>
          <p:spPr>
            <a:xfrm>
              <a:off x="3525265" y="3060273"/>
              <a:ext cx="63996" cy="10762"/>
            </a:xfrm>
            <a:custGeom>
              <a:avLst/>
              <a:gdLst/>
              <a:ahLst/>
              <a:cxnLst/>
              <a:rect l="l" t="t" r="r" b="b"/>
              <a:pathLst>
                <a:path w="2444" h="411" extrusionOk="0">
                  <a:moveTo>
                    <a:pt x="2176" y="1"/>
                  </a:moveTo>
                  <a:cubicBezTo>
                    <a:pt x="2173" y="1"/>
                    <a:pt x="2170" y="1"/>
                    <a:pt x="2167" y="1"/>
                  </a:cubicBezTo>
                  <a:lnTo>
                    <a:pt x="278" y="1"/>
                  </a:lnTo>
                  <a:cubicBezTo>
                    <a:pt x="1" y="1"/>
                    <a:pt x="1" y="411"/>
                    <a:pt x="278" y="411"/>
                  </a:cubicBezTo>
                  <a:lnTo>
                    <a:pt x="2167" y="411"/>
                  </a:lnTo>
                  <a:cubicBezTo>
                    <a:pt x="2440" y="401"/>
                    <a:pt x="2443" y="1"/>
                    <a:pt x="2176"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10639;p64">
              <a:extLst>
                <a:ext uri="{FF2B5EF4-FFF2-40B4-BE49-F238E27FC236}">
                  <a16:creationId xmlns:a16="http://schemas.microsoft.com/office/drawing/2014/main" id="{5106498F-8480-4D94-AAAE-F79B5087D9F9}"/>
                </a:ext>
              </a:extLst>
            </p:cNvPr>
            <p:cNvSpPr/>
            <p:nvPr/>
          </p:nvSpPr>
          <p:spPr>
            <a:xfrm>
              <a:off x="3513796" y="3051344"/>
              <a:ext cx="32993" cy="28201"/>
            </a:xfrm>
            <a:custGeom>
              <a:avLst/>
              <a:gdLst/>
              <a:ahLst/>
              <a:cxnLst/>
              <a:rect l="l" t="t" r="r" b="b"/>
              <a:pathLst>
                <a:path w="1260" h="1077" extrusionOk="0">
                  <a:moveTo>
                    <a:pt x="713" y="1"/>
                  </a:moveTo>
                  <a:cubicBezTo>
                    <a:pt x="580" y="1"/>
                    <a:pt x="445" y="50"/>
                    <a:pt x="334" y="160"/>
                  </a:cubicBezTo>
                  <a:cubicBezTo>
                    <a:pt x="0" y="504"/>
                    <a:pt x="239" y="1076"/>
                    <a:pt x="716" y="1076"/>
                  </a:cubicBezTo>
                  <a:cubicBezTo>
                    <a:pt x="1011" y="1076"/>
                    <a:pt x="1259" y="838"/>
                    <a:pt x="1259" y="542"/>
                  </a:cubicBezTo>
                  <a:cubicBezTo>
                    <a:pt x="1259" y="219"/>
                    <a:pt x="992" y="1"/>
                    <a:pt x="713"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10640;p64">
              <a:extLst>
                <a:ext uri="{FF2B5EF4-FFF2-40B4-BE49-F238E27FC236}">
                  <a16:creationId xmlns:a16="http://schemas.microsoft.com/office/drawing/2014/main" id="{BEB3039D-8101-4226-A2CE-489782C55954}"/>
                </a:ext>
              </a:extLst>
            </p:cNvPr>
            <p:cNvSpPr/>
            <p:nvPr/>
          </p:nvSpPr>
          <p:spPr>
            <a:xfrm>
              <a:off x="3525265" y="3002325"/>
              <a:ext cx="63996" cy="10762"/>
            </a:xfrm>
            <a:custGeom>
              <a:avLst/>
              <a:gdLst/>
              <a:ahLst/>
              <a:cxnLst/>
              <a:rect l="l" t="t" r="r" b="b"/>
              <a:pathLst>
                <a:path w="2444" h="411" extrusionOk="0">
                  <a:moveTo>
                    <a:pt x="278" y="0"/>
                  </a:moveTo>
                  <a:cubicBezTo>
                    <a:pt x="1" y="0"/>
                    <a:pt x="1" y="411"/>
                    <a:pt x="278" y="411"/>
                  </a:cubicBezTo>
                  <a:lnTo>
                    <a:pt x="2167" y="411"/>
                  </a:lnTo>
                  <a:cubicBezTo>
                    <a:pt x="2443" y="411"/>
                    <a:pt x="2443" y="0"/>
                    <a:pt x="2167"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10641;p64">
              <a:extLst>
                <a:ext uri="{FF2B5EF4-FFF2-40B4-BE49-F238E27FC236}">
                  <a16:creationId xmlns:a16="http://schemas.microsoft.com/office/drawing/2014/main" id="{1290E56F-4686-4436-9E46-11B32E088F1C}"/>
                </a:ext>
              </a:extLst>
            </p:cNvPr>
            <p:cNvSpPr/>
            <p:nvPr/>
          </p:nvSpPr>
          <p:spPr>
            <a:xfrm>
              <a:off x="3513796" y="2993580"/>
              <a:ext cx="32993" cy="28254"/>
            </a:xfrm>
            <a:custGeom>
              <a:avLst/>
              <a:gdLst/>
              <a:ahLst/>
              <a:cxnLst/>
              <a:rect l="l" t="t" r="r" b="b"/>
              <a:pathLst>
                <a:path w="1260" h="1079" extrusionOk="0">
                  <a:moveTo>
                    <a:pt x="717" y="1"/>
                  </a:moveTo>
                  <a:cubicBezTo>
                    <a:pt x="583" y="1"/>
                    <a:pt x="446" y="51"/>
                    <a:pt x="334" y="163"/>
                  </a:cubicBezTo>
                  <a:cubicBezTo>
                    <a:pt x="0" y="497"/>
                    <a:pt x="239" y="1079"/>
                    <a:pt x="716" y="1079"/>
                  </a:cubicBezTo>
                  <a:cubicBezTo>
                    <a:pt x="1011" y="1079"/>
                    <a:pt x="1259" y="840"/>
                    <a:pt x="1259" y="544"/>
                  </a:cubicBezTo>
                  <a:cubicBezTo>
                    <a:pt x="1259" y="216"/>
                    <a:pt x="995" y="1"/>
                    <a:pt x="717"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10642;p64">
              <a:extLst>
                <a:ext uri="{FF2B5EF4-FFF2-40B4-BE49-F238E27FC236}">
                  <a16:creationId xmlns:a16="http://schemas.microsoft.com/office/drawing/2014/main" id="{28D19899-32F5-4807-8443-CD88A149BF6A}"/>
                </a:ext>
              </a:extLst>
            </p:cNvPr>
            <p:cNvSpPr/>
            <p:nvPr/>
          </p:nvSpPr>
          <p:spPr>
            <a:xfrm>
              <a:off x="3525265" y="3117985"/>
              <a:ext cx="63996" cy="10762"/>
            </a:xfrm>
            <a:custGeom>
              <a:avLst/>
              <a:gdLst/>
              <a:ahLst/>
              <a:cxnLst/>
              <a:rect l="l" t="t" r="r" b="b"/>
              <a:pathLst>
                <a:path w="2444" h="411" extrusionOk="0">
                  <a:moveTo>
                    <a:pt x="278" y="0"/>
                  </a:moveTo>
                  <a:cubicBezTo>
                    <a:pt x="1" y="0"/>
                    <a:pt x="1" y="411"/>
                    <a:pt x="278" y="411"/>
                  </a:cubicBezTo>
                  <a:lnTo>
                    <a:pt x="2167" y="411"/>
                  </a:lnTo>
                  <a:cubicBezTo>
                    <a:pt x="2443" y="411"/>
                    <a:pt x="2443" y="0"/>
                    <a:pt x="2167"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10643;p64">
              <a:extLst>
                <a:ext uri="{FF2B5EF4-FFF2-40B4-BE49-F238E27FC236}">
                  <a16:creationId xmlns:a16="http://schemas.microsoft.com/office/drawing/2014/main" id="{7908B22A-F98C-4F78-821F-96BB9C5F6501}"/>
                </a:ext>
              </a:extLst>
            </p:cNvPr>
            <p:cNvSpPr/>
            <p:nvPr/>
          </p:nvSpPr>
          <p:spPr>
            <a:xfrm>
              <a:off x="3513796" y="3109056"/>
              <a:ext cx="32993" cy="28437"/>
            </a:xfrm>
            <a:custGeom>
              <a:avLst/>
              <a:gdLst/>
              <a:ahLst/>
              <a:cxnLst/>
              <a:rect l="l" t="t" r="r" b="b"/>
              <a:pathLst>
                <a:path w="1260" h="1086" extrusionOk="0">
                  <a:moveTo>
                    <a:pt x="713" y="0"/>
                  </a:moveTo>
                  <a:cubicBezTo>
                    <a:pt x="580" y="0"/>
                    <a:pt x="445" y="50"/>
                    <a:pt x="334" y="160"/>
                  </a:cubicBezTo>
                  <a:cubicBezTo>
                    <a:pt x="0" y="504"/>
                    <a:pt x="239" y="1086"/>
                    <a:pt x="716" y="1086"/>
                  </a:cubicBezTo>
                  <a:cubicBezTo>
                    <a:pt x="1011" y="1076"/>
                    <a:pt x="1259" y="837"/>
                    <a:pt x="1259" y="542"/>
                  </a:cubicBezTo>
                  <a:cubicBezTo>
                    <a:pt x="1259" y="218"/>
                    <a:pt x="992" y="0"/>
                    <a:pt x="713"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10644;p64">
              <a:extLst>
                <a:ext uri="{FF2B5EF4-FFF2-40B4-BE49-F238E27FC236}">
                  <a16:creationId xmlns:a16="http://schemas.microsoft.com/office/drawing/2014/main" id="{E2947BB2-3F07-4D3A-99B2-6ED916DAB0F1}"/>
                </a:ext>
              </a:extLst>
            </p:cNvPr>
            <p:cNvSpPr/>
            <p:nvPr/>
          </p:nvSpPr>
          <p:spPr>
            <a:xfrm>
              <a:off x="3581982" y="2945609"/>
              <a:ext cx="239828" cy="239855"/>
            </a:xfrm>
            <a:custGeom>
              <a:avLst/>
              <a:gdLst/>
              <a:ahLst/>
              <a:cxnLst/>
              <a:rect l="l" t="t" r="r" b="b"/>
              <a:pathLst>
                <a:path w="9159" h="9160" extrusionOk="0">
                  <a:moveTo>
                    <a:pt x="220" y="1"/>
                  </a:moveTo>
                  <a:cubicBezTo>
                    <a:pt x="96" y="1"/>
                    <a:pt x="1" y="96"/>
                    <a:pt x="1" y="220"/>
                  </a:cubicBezTo>
                  <a:lnTo>
                    <a:pt x="1" y="8940"/>
                  </a:lnTo>
                  <a:cubicBezTo>
                    <a:pt x="1" y="9054"/>
                    <a:pt x="96" y="9159"/>
                    <a:pt x="220" y="9159"/>
                  </a:cubicBezTo>
                  <a:lnTo>
                    <a:pt x="8939" y="9159"/>
                  </a:lnTo>
                  <a:cubicBezTo>
                    <a:pt x="9054" y="9159"/>
                    <a:pt x="9159" y="9054"/>
                    <a:pt x="9159" y="8940"/>
                  </a:cubicBezTo>
                  <a:lnTo>
                    <a:pt x="9159" y="220"/>
                  </a:lnTo>
                  <a:cubicBezTo>
                    <a:pt x="9159" y="96"/>
                    <a:pt x="9054" y="1"/>
                    <a:pt x="8939"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10645;p64">
              <a:extLst>
                <a:ext uri="{FF2B5EF4-FFF2-40B4-BE49-F238E27FC236}">
                  <a16:creationId xmlns:a16="http://schemas.microsoft.com/office/drawing/2014/main" id="{AA4A6BD9-3D7D-4E3B-A144-9219CF45421B}"/>
                </a:ext>
              </a:extLst>
            </p:cNvPr>
            <p:cNvSpPr/>
            <p:nvPr/>
          </p:nvSpPr>
          <p:spPr>
            <a:xfrm>
              <a:off x="3599709" y="2963362"/>
              <a:ext cx="204374" cy="204348"/>
            </a:xfrm>
            <a:custGeom>
              <a:avLst/>
              <a:gdLst/>
              <a:ahLst/>
              <a:cxnLst/>
              <a:rect l="l" t="t" r="r" b="b"/>
              <a:pathLst>
                <a:path w="7805" h="7804" extrusionOk="0">
                  <a:moveTo>
                    <a:pt x="220" y="0"/>
                  </a:moveTo>
                  <a:cubicBezTo>
                    <a:pt x="96" y="0"/>
                    <a:pt x="1" y="96"/>
                    <a:pt x="1" y="220"/>
                  </a:cubicBezTo>
                  <a:lnTo>
                    <a:pt x="1" y="7584"/>
                  </a:lnTo>
                  <a:cubicBezTo>
                    <a:pt x="1" y="7708"/>
                    <a:pt x="96" y="7804"/>
                    <a:pt x="220" y="7804"/>
                  </a:cubicBezTo>
                  <a:lnTo>
                    <a:pt x="7585" y="7804"/>
                  </a:lnTo>
                  <a:cubicBezTo>
                    <a:pt x="7709" y="7804"/>
                    <a:pt x="7805" y="7708"/>
                    <a:pt x="7805" y="7584"/>
                  </a:cubicBezTo>
                  <a:lnTo>
                    <a:pt x="7805" y="220"/>
                  </a:lnTo>
                  <a:cubicBezTo>
                    <a:pt x="7805" y="96"/>
                    <a:pt x="7700" y="0"/>
                    <a:pt x="758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10646;p64">
              <a:extLst>
                <a:ext uri="{FF2B5EF4-FFF2-40B4-BE49-F238E27FC236}">
                  <a16:creationId xmlns:a16="http://schemas.microsoft.com/office/drawing/2014/main" id="{522E0EB4-0C45-4E5C-84A8-916C4A8CEAD6}"/>
                </a:ext>
              </a:extLst>
            </p:cNvPr>
            <p:cNvSpPr/>
            <p:nvPr/>
          </p:nvSpPr>
          <p:spPr>
            <a:xfrm>
              <a:off x="3599709" y="2963362"/>
              <a:ext cx="204374" cy="204348"/>
            </a:xfrm>
            <a:custGeom>
              <a:avLst/>
              <a:gdLst/>
              <a:ahLst/>
              <a:cxnLst/>
              <a:rect l="l" t="t" r="r" b="b"/>
              <a:pathLst>
                <a:path w="7805" h="7804" extrusionOk="0">
                  <a:moveTo>
                    <a:pt x="7261" y="0"/>
                  </a:moveTo>
                  <a:lnTo>
                    <a:pt x="7261" y="7260"/>
                  </a:lnTo>
                  <a:lnTo>
                    <a:pt x="1" y="7260"/>
                  </a:lnTo>
                  <a:lnTo>
                    <a:pt x="1" y="7584"/>
                  </a:lnTo>
                  <a:cubicBezTo>
                    <a:pt x="1" y="7708"/>
                    <a:pt x="96" y="7804"/>
                    <a:pt x="220" y="7804"/>
                  </a:cubicBezTo>
                  <a:lnTo>
                    <a:pt x="7585" y="7804"/>
                  </a:lnTo>
                  <a:cubicBezTo>
                    <a:pt x="7709" y="7804"/>
                    <a:pt x="7805" y="7708"/>
                    <a:pt x="7805" y="7584"/>
                  </a:cubicBezTo>
                  <a:lnTo>
                    <a:pt x="7805" y="220"/>
                  </a:lnTo>
                  <a:cubicBezTo>
                    <a:pt x="7805" y="96"/>
                    <a:pt x="7700" y="0"/>
                    <a:pt x="758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 name="Google Shape;10647;p64">
              <a:extLst>
                <a:ext uri="{FF2B5EF4-FFF2-40B4-BE49-F238E27FC236}">
                  <a16:creationId xmlns:a16="http://schemas.microsoft.com/office/drawing/2014/main" id="{52A6B104-4F8F-4C08-BCF9-6A1A89C66BEE}"/>
                </a:ext>
              </a:extLst>
            </p:cNvPr>
            <p:cNvSpPr/>
            <p:nvPr/>
          </p:nvSpPr>
          <p:spPr>
            <a:xfrm>
              <a:off x="3649932" y="3013559"/>
              <a:ext cx="104190" cy="103954"/>
            </a:xfrm>
            <a:custGeom>
              <a:avLst/>
              <a:gdLst/>
              <a:ahLst/>
              <a:cxnLst/>
              <a:rect l="l" t="t" r="r" b="b"/>
              <a:pathLst>
                <a:path w="3979" h="3970" extrusionOk="0">
                  <a:moveTo>
                    <a:pt x="353" y="1"/>
                  </a:moveTo>
                  <a:cubicBezTo>
                    <a:pt x="153" y="1"/>
                    <a:pt x="0" y="153"/>
                    <a:pt x="0" y="344"/>
                  </a:cubicBezTo>
                  <a:lnTo>
                    <a:pt x="0" y="3626"/>
                  </a:lnTo>
                  <a:cubicBezTo>
                    <a:pt x="0" y="3817"/>
                    <a:pt x="153" y="3969"/>
                    <a:pt x="344" y="3969"/>
                  </a:cubicBezTo>
                  <a:lnTo>
                    <a:pt x="3626" y="3969"/>
                  </a:lnTo>
                  <a:cubicBezTo>
                    <a:pt x="3816" y="3969"/>
                    <a:pt x="3979" y="3817"/>
                    <a:pt x="3979" y="3626"/>
                  </a:cubicBezTo>
                  <a:lnTo>
                    <a:pt x="3979" y="344"/>
                  </a:lnTo>
                  <a:cubicBezTo>
                    <a:pt x="3979" y="153"/>
                    <a:pt x="3816" y="1"/>
                    <a:pt x="3626"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10648;p64">
              <a:extLst>
                <a:ext uri="{FF2B5EF4-FFF2-40B4-BE49-F238E27FC236}">
                  <a16:creationId xmlns:a16="http://schemas.microsoft.com/office/drawing/2014/main" id="{8D86CFB6-42C4-4159-806E-453A8F9275C8}"/>
                </a:ext>
              </a:extLst>
            </p:cNvPr>
            <p:cNvSpPr/>
            <p:nvPr/>
          </p:nvSpPr>
          <p:spPr>
            <a:xfrm>
              <a:off x="3665171" y="3028798"/>
              <a:ext cx="73475" cy="73475"/>
            </a:xfrm>
            <a:custGeom>
              <a:avLst/>
              <a:gdLst/>
              <a:ahLst/>
              <a:cxnLst/>
              <a:rect l="l" t="t" r="r" b="b"/>
              <a:pathLst>
                <a:path w="2806" h="2806" extrusionOk="0">
                  <a:moveTo>
                    <a:pt x="220" y="1"/>
                  </a:moveTo>
                  <a:cubicBezTo>
                    <a:pt x="96" y="1"/>
                    <a:pt x="0" y="96"/>
                    <a:pt x="0" y="220"/>
                  </a:cubicBezTo>
                  <a:lnTo>
                    <a:pt x="0" y="2586"/>
                  </a:lnTo>
                  <a:cubicBezTo>
                    <a:pt x="0" y="2700"/>
                    <a:pt x="96" y="2805"/>
                    <a:pt x="220" y="2805"/>
                  </a:cubicBezTo>
                  <a:lnTo>
                    <a:pt x="2586" y="2805"/>
                  </a:lnTo>
                  <a:cubicBezTo>
                    <a:pt x="2710" y="2805"/>
                    <a:pt x="2805" y="2710"/>
                    <a:pt x="2805" y="2586"/>
                  </a:cubicBezTo>
                  <a:lnTo>
                    <a:pt x="2805" y="220"/>
                  </a:lnTo>
                  <a:cubicBezTo>
                    <a:pt x="2805" y="96"/>
                    <a:pt x="2710" y="1"/>
                    <a:pt x="2586"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10649;p64">
              <a:extLst>
                <a:ext uri="{FF2B5EF4-FFF2-40B4-BE49-F238E27FC236}">
                  <a16:creationId xmlns:a16="http://schemas.microsoft.com/office/drawing/2014/main" id="{C3943A4C-447F-46A0-A388-FC731D8E1187}"/>
                </a:ext>
              </a:extLst>
            </p:cNvPr>
            <p:cNvSpPr/>
            <p:nvPr/>
          </p:nvSpPr>
          <p:spPr>
            <a:xfrm>
              <a:off x="3621442" y="2984834"/>
              <a:ext cx="19272" cy="19508"/>
            </a:xfrm>
            <a:custGeom>
              <a:avLst/>
              <a:gdLst/>
              <a:ahLst/>
              <a:cxnLst/>
              <a:rect l="l" t="t" r="r" b="b"/>
              <a:pathLst>
                <a:path w="736" h="745" extrusionOk="0">
                  <a:moveTo>
                    <a:pt x="201" y="1"/>
                  </a:moveTo>
                  <a:cubicBezTo>
                    <a:pt x="87" y="1"/>
                    <a:pt x="1" y="96"/>
                    <a:pt x="1" y="211"/>
                  </a:cubicBezTo>
                  <a:lnTo>
                    <a:pt x="1" y="535"/>
                  </a:lnTo>
                  <a:cubicBezTo>
                    <a:pt x="1" y="649"/>
                    <a:pt x="87" y="745"/>
                    <a:pt x="201" y="745"/>
                  </a:cubicBezTo>
                  <a:lnTo>
                    <a:pt x="535" y="745"/>
                  </a:lnTo>
                  <a:cubicBezTo>
                    <a:pt x="640" y="745"/>
                    <a:pt x="735" y="649"/>
                    <a:pt x="735" y="535"/>
                  </a:cubicBezTo>
                  <a:lnTo>
                    <a:pt x="735" y="211"/>
                  </a:lnTo>
                  <a:cubicBezTo>
                    <a:pt x="735" y="96"/>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 name="Google Shape;10650;p64">
              <a:extLst>
                <a:ext uri="{FF2B5EF4-FFF2-40B4-BE49-F238E27FC236}">
                  <a16:creationId xmlns:a16="http://schemas.microsoft.com/office/drawing/2014/main" id="{8DAAFA6E-0D51-4090-8B26-D0AF99EBDD5C}"/>
                </a:ext>
              </a:extLst>
            </p:cNvPr>
            <p:cNvSpPr/>
            <p:nvPr/>
          </p:nvSpPr>
          <p:spPr>
            <a:xfrm>
              <a:off x="3649670" y="2984834"/>
              <a:ext cx="19508" cy="19508"/>
            </a:xfrm>
            <a:custGeom>
              <a:avLst/>
              <a:gdLst/>
              <a:ahLst/>
              <a:cxnLst/>
              <a:rect l="l" t="t" r="r" b="b"/>
              <a:pathLst>
                <a:path w="745" h="745" extrusionOk="0">
                  <a:moveTo>
                    <a:pt x="201" y="1"/>
                  </a:moveTo>
                  <a:cubicBezTo>
                    <a:pt x="96" y="1"/>
                    <a:pt x="1" y="96"/>
                    <a:pt x="1" y="211"/>
                  </a:cubicBezTo>
                  <a:lnTo>
                    <a:pt x="1" y="535"/>
                  </a:lnTo>
                  <a:cubicBezTo>
                    <a:pt x="1" y="649"/>
                    <a:pt x="96" y="745"/>
                    <a:pt x="201" y="745"/>
                  </a:cubicBezTo>
                  <a:lnTo>
                    <a:pt x="535" y="745"/>
                  </a:lnTo>
                  <a:cubicBezTo>
                    <a:pt x="650" y="745"/>
                    <a:pt x="745" y="649"/>
                    <a:pt x="745" y="535"/>
                  </a:cubicBezTo>
                  <a:lnTo>
                    <a:pt x="745" y="211"/>
                  </a:lnTo>
                  <a:cubicBezTo>
                    <a:pt x="745" y="96"/>
                    <a:pt x="65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 name="Google Shape;10651;p64">
              <a:extLst>
                <a:ext uri="{FF2B5EF4-FFF2-40B4-BE49-F238E27FC236}">
                  <a16:creationId xmlns:a16="http://schemas.microsoft.com/office/drawing/2014/main" id="{9705DCD6-7A1B-44CF-B740-D05671E5F1D1}"/>
                </a:ext>
              </a:extLst>
            </p:cNvPr>
            <p:cNvSpPr/>
            <p:nvPr/>
          </p:nvSpPr>
          <p:spPr>
            <a:xfrm>
              <a:off x="3677897" y="2984834"/>
              <a:ext cx="19508" cy="19508"/>
            </a:xfrm>
            <a:custGeom>
              <a:avLst/>
              <a:gdLst/>
              <a:ahLst/>
              <a:cxnLst/>
              <a:rect l="l" t="t" r="r" b="b"/>
              <a:pathLst>
                <a:path w="745" h="745" extrusionOk="0">
                  <a:moveTo>
                    <a:pt x="211" y="1"/>
                  </a:moveTo>
                  <a:cubicBezTo>
                    <a:pt x="96" y="1"/>
                    <a:pt x="1" y="96"/>
                    <a:pt x="1" y="211"/>
                  </a:cubicBezTo>
                  <a:lnTo>
                    <a:pt x="1" y="535"/>
                  </a:lnTo>
                  <a:cubicBezTo>
                    <a:pt x="1" y="649"/>
                    <a:pt x="96" y="745"/>
                    <a:pt x="211" y="745"/>
                  </a:cubicBezTo>
                  <a:lnTo>
                    <a:pt x="535" y="745"/>
                  </a:lnTo>
                  <a:cubicBezTo>
                    <a:pt x="650" y="745"/>
                    <a:pt x="745" y="649"/>
                    <a:pt x="745" y="535"/>
                  </a:cubicBezTo>
                  <a:lnTo>
                    <a:pt x="745" y="211"/>
                  </a:lnTo>
                  <a:cubicBezTo>
                    <a:pt x="745" y="96"/>
                    <a:pt x="65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10652;p64">
              <a:extLst>
                <a:ext uri="{FF2B5EF4-FFF2-40B4-BE49-F238E27FC236}">
                  <a16:creationId xmlns:a16="http://schemas.microsoft.com/office/drawing/2014/main" id="{34D762C4-8258-4A91-8064-BAEC962534F2}"/>
                </a:ext>
              </a:extLst>
            </p:cNvPr>
            <p:cNvSpPr/>
            <p:nvPr/>
          </p:nvSpPr>
          <p:spPr>
            <a:xfrm>
              <a:off x="3706387" y="2984834"/>
              <a:ext cx="19246" cy="19508"/>
            </a:xfrm>
            <a:custGeom>
              <a:avLst/>
              <a:gdLst/>
              <a:ahLst/>
              <a:cxnLst/>
              <a:rect l="l" t="t" r="r" b="b"/>
              <a:pathLst>
                <a:path w="735" h="745" extrusionOk="0">
                  <a:moveTo>
                    <a:pt x="201" y="1"/>
                  </a:moveTo>
                  <a:cubicBezTo>
                    <a:pt x="86" y="1"/>
                    <a:pt x="0" y="96"/>
                    <a:pt x="0" y="211"/>
                  </a:cubicBezTo>
                  <a:lnTo>
                    <a:pt x="0" y="535"/>
                  </a:lnTo>
                  <a:cubicBezTo>
                    <a:pt x="0" y="649"/>
                    <a:pt x="86" y="745"/>
                    <a:pt x="201" y="745"/>
                  </a:cubicBezTo>
                  <a:lnTo>
                    <a:pt x="535" y="745"/>
                  </a:lnTo>
                  <a:cubicBezTo>
                    <a:pt x="649" y="745"/>
                    <a:pt x="735" y="649"/>
                    <a:pt x="735" y="535"/>
                  </a:cubicBezTo>
                  <a:lnTo>
                    <a:pt x="735" y="211"/>
                  </a:lnTo>
                  <a:cubicBezTo>
                    <a:pt x="735" y="96"/>
                    <a:pt x="649"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653;p64">
              <a:extLst>
                <a:ext uri="{FF2B5EF4-FFF2-40B4-BE49-F238E27FC236}">
                  <a16:creationId xmlns:a16="http://schemas.microsoft.com/office/drawing/2014/main" id="{DC8154B3-2B94-4A22-9214-83AC8C4E5A7C}"/>
                </a:ext>
              </a:extLst>
            </p:cNvPr>
            <p:cNvSpPr/>
            <p:nvPr/>
          </p:nvSpPr>
          <p:spPr>
            <a:xfrm>
              <a:off x="3734614" y="2984834"/>
              <a:ext cx="19508" cy="19508"/>
            </a:xfrm>
            <a:custGeom>
              <a:avLst/>
              <a:gdLst/>
              <a:ahLst/>
              <a:cxnLst/>
              <a:rect l="l" t="t" r="r" b="b"/>
              <a:pathLst>
                <a:path w="745" h="745" extrusionOk="0">
                  <a:moveTo>
                    <a:pt x="210" y="1"/>
                  </a:moveTo>
                  <a:cubicBezTo>
                    <a:pt x="96" y="1"/>
                    <a:pt x="0" y="96"/>
                    <a:pt x="0" y="211"/>
                  </a:cubicBezTo>
                  <a:lnTo>
                    <a:pt x="0" y="535"/>
                  </a:lnTo>
                  <a:cubicBezTo>
                    <a:pt x="0" y="649"/>
                    <a:pt x="96" y="745"/>
                    <a:pt x="210" y="745"/>
                  </a:cubicBezTo>
                  <a:lnTo>
                    <a:pt x="535" y="745"/>
                  </a:lnTo>
                  <a:cubicBezTo>
                    <a:pt x="649" y="745"/>
                    <a:pt x="745" y="649"/>
                    <a:pt x="745" y="535"/>
                  </a:cubicBezTo>
                  <a:lnTo>
                    <a:pt x="745" y="211"/>
                  </a:lnTo>
                  <a:cubicBezTo>
                    <a:pt x="745" y="96"/>
                    <a:pt x="649"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 name="Google Shape;10654;p64">
              <a:extLst>
                <a:ext uri="{FF2B5EF4-FFF2-40B4-BE49-F238E27FC236}">
                  <a16:creationId xmlns:a16="http://schemas.microsoft.com/office/drawing/2014/main" id="{69ABF9E1-DBAF-4657-8A66-B7987FADEF94}"/>
                </a:ext>
              </a:extLst>
            </p:cNvPr>
            <p:cNvSpPr/>
            <p:nvPr/>
          </p:nvSpPr>
          <p:spPr>
            <a:xfrm>
              <a:off x="3763077" y="2984834"/>
              <a:ext cx="19272" cy="19508"/>
            </a:xfrm>
            <a:custGeom>
              <a:avLst/>
              <a:gdLst/>
              <a:ahLst/>
              <a:cxnLst/>
              <a:rect l="l" t="t" r="r" b="b"/>
              <a:pathLst>
                <a:path w="736" h="745" extrusionOk="0">
                  <a:moveTo>
                    <a:pt x="201" y="1"/>
                  </a:moveTo>
                  <a:cubicBezTo>
                    <a:pt x="87" y="1"/>
                    <a:pt x="1" y="96"/>
                    <a:pt x="1" y="211"/>
                  </a:cubicBezTo>
                  <a:lnTo>
                    <a:pt x="1" y="535"/>
                  </a:lnTo>
                  <a:cubicBezTo>
                    <a:pt x="1" y="649"/>
                    <a:pt x="87" y="745"/>
                    <a:pt x="201" y="745"/>
                  </a:cubicBezTo>
                  <a:lnTo>
                    <a:pt x="535" y="745"/>
                  </a:lnTo>
                  <a:cubicBezTo>
                    <a:pt x="640" y="745"/>
                    <a:pt x="736" y="649"/>
                    <a:pt x="736" y="535"/>
                  </a:cubicBezTo>
                  <a:lnTo>
                    <a:pt x="736" y="211"/>
                  </a:lnTo>
                  <a:cubicBezTo>
                    <a:pt x="736" y="96"/>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Google Shape;10655;p64">
              <a:extLst>
                <a:ext uri="{FF2B5EF4-FFF2-40B4-BE49-F238E27FC236}">
                  <a16:creationId xmlns:a16="http://schemas.microsoft.com/office/drawing/2014/main" id="{09F5E65F-6F90-4084-B225-4C14E875DE61}"/>
                </a:ext>
              </a:extLst>
            </p:cNvPr>
            <p:cNvSpPr/>
            <p:nvPr/>
          </p:nvSpPr>
          <p:spPr>
            <a:xfrm>
              <a:off x="3621442" y="3126469"/>
              <a:ext cx="19272" cy="19508"/>
            </a:xfrm>
            <a:custGeom>
              <a:avLst/>
              <a:gdLst/>
              <a:ahLst/>
              <a:cxnLst/>
              <a:rect l="l" t="t" r="r" b="b"/>
              <a:pathLst>
                <a:path w="736" h="745" extrusionOk="0">
                  <a:moveTo>
                    <a:pt x="201" y="1"/>
                  </a:moveTo>
                  <a:cubicBezTo>
                    <a:pt x="87" y="1"/>
                    <a:pt x="1" y="96"/>
                    <a:pt x="1" y="211"/>
                  </a:cubicBezTo>
                  <a:lnTo>
                    <a:pt x="1" y="545"/>
                  </a:lnTo>
                  <a:cubicBezTo>
                    <a:pt x="1" y="649"/>
                    <a:pt x="87" y="745"/>
                    <a:pt x="201" y="745"/>
                  </a:cubicBezTo>
                  <a:lnTo>
                    <a:pt x="535" y="745"/>
                  </a:lnTo>
                  <a:cubicBezTo>
                    <a:pt x="640" y="745"/>
                    <a:pt x="735" y="649"/>
                    <a:pt x="735" y="545"/>
                  </a:cubicBezTo>
                  <a:lnTo>
                    <a:pt x="735" y="211"/>
                  </a:lnTo>
                  <a:cubicBezTo>
                    <a:pt x="735" y="96"/>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10656;p64">
              <a:extLst>
                <a:ext uri="{FF2B5EF4-FFF2-40B4-BE49-F238E27FC236}">
                  <a16:creationId xmlns:a16="http://schemas.microsoft.com/office/drawing/2014/main" id="{B4D891DB-4799-4542-AF58-B45B0A32FA01}"/>
                </a:ext>
              </a:extLst>
            </p:cNvPr>
            <p:cNvSpPr/>
            <p:nvPr/>
          </p:nvSpPr>
          <p:spPr>
            <a:xfrm>
              <a:off x="3649670" y="3126469"/>
              <a:ext cx="19508" cy="19508"/>
            </a:xfrm>
            <a:custGeom>
              <a:avLst/>
              <a:gdLst/>
              <a:ahLst/>
              <a:cxnLst/>
              <a:rect l="l" t="t" r="r" b="b"/>
              <a:pathLst>
                <a:path w="745" h="745" extrusionOk="0">
                  <a:moveTo>
                    <a:pt x="201" y="1"/>
                  </a:moveTo>
                  <a:cubicBezTo>
                    <a:pt x="96" y="1"/>
                    <a:pt x="1" y="96"/>
                    <a:pt x="1" y="211"/>
                  </a:cubicBezTo>
                  <a:lnTo>
                    <a:pt x="1" y="545"/>
                  </a:lnTo>
                  <a:cubicBezTo>
                    <a:pt x="1" y="649"/>
                    <a:pt x="96" y="745"/>
                    <a:pt x="201" y="745"/>
                  </a:cubicBezTo>
                  <a:lnTo>
                    <a:pt x="535" y="745"/>
                  </a:lnTo>
                  <a:cubicBezTo>
                    <a:pt x="650" y="745"/>
                    <a:pt x="745" y="649"/>
                    <a:pt x="745" y="545"/>
                  </a:cubicBezTo>
                  <a:lnTo>
                    <a:pt x="745" y="211"/>
                  </a:lnTo>
                  <a:cubicBezTo>
                    <a:pt x="745" y="96"/>
                    <a:pt x="65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10657;p64">
              <a:extLst>
                <a:ext uri="{FF2B5EF4-FFF2-40B4-BE49-F238E27FC236}">
                  <a16:creationId xmlns:a16="http://schemas.microsoft.com/office/drawing/2014/main" id="{47D1C6A1-9762-4E03-A35C-4F65E62A1EC9}"/>
                </a:ext>
              </a:extLst>
            </p:cNvPr>
            <p:cNvSpPr/>
            <p:nvPr/>
          </p:nvSpPr>
          <p:spPr>
            <a:xfrm>
              <a:off x="3677897" y="3126469"/>
              <a:ext cx="19508" cy="19508"/>
            </a:xfrm>
            <a:custGeom>
              <a:avLst/>
              <a:gdLst/>
              <a:ahLst/>
              <a:cxnLst/>
              <a:rect l="l" t="t" r="r" b="b"/>
              <a:pathLst>
                <a:path w="745" h="745" extrusionOk="0">
                  <a:moveTo>
                    <a:pt x="211" y="1"/>
                  </a:moveTo>
                  <a:cubicBezTo>
                    <a:pt x="96" y="1"/>
                    <a:pt x="1" y="96"/>
                    <a:pt x="1" y="211"/>
                  </a:cubicBezTo>
                  <a:lnTo>
                    <a:pt x="1" y="545"/>
                  </a:lnTo>
                  <a:cubicBezTo>
                    <a:pt x="1" y="649"/>
                    <a:pt x="96" y="745"/>
                    <a:pt x="211" y="745"/>
                  </a:cubicBezTo>
                  <a:lnTo>
                    <a:pt x="535" y="745"/>
                  </a:lnTo>
                  <a:cubicBezTo>
                    <a:pt x="650" y="745"/>
                    <a:pt x="745" y="649"/>
                    <a:pt x="745" y="545"/>
                  </a:cubicBezTo>
                  <a:lnTo>
                    <a:pt x="745" y="211"/>
                  </a:lnTo>
                  <a:cubicBezTo>
                    <a:pt x="745" y="96"/>
                    <a:pt x="65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10658;p64">
              <a:extLst>
                <a:ext uri="{FF2B5EF4-FFF2-40B4-BE49-F238E27FC236}">
                  <a16:creationId xmlns:a16="http://schemas.microsoft.com/office/drawing/2014/main" id="{3AC30622-7F14-4EB3-BB11-C7DC24CF665E}"/>
                </a:ext>
              </a:extLst>
            </p:cNvPr>
            <p:cNvSpPr/>
            <p:nvPr/>
          </p:nvSpPr>
          <p:spPr>
            <a:xfrm>
              <a:off x="3706387" y="3126730"/>
              <a:ext cx="19246" cy="19508"/>
            </a:xfrm>
            <a:custGeom>
              <a:avLst/>
              <a:gdLst/>
              <a:ahLst/>
              <a:cxnLst/>
              <a:rect l="l" t="t" r="r" b="b"/>
              <a:pathLst>
                <a:path w="735" h="745" extrusionOk="0">
                  <a:moveTo>
                    <a:pt x="201" y="0"/>
                  </a:moveTo>
                  <a:cubicBezTo>
                    <a:pt x="86" y="0"/>
                    <a:pt x="0" y="96"/>
                    <a:pt x="0" y="210"/>
                  </a:cubicBezTo>
                  <a:lnTo>
                    <a:pt x="0" y="535"/>
                  </a:lnTo>
                  <a:cubicBezTo>
                    <a:pt x="0" y="649"/>
                    <a:pt x="86" y="744"/>
                    <a:pt x="201" y="744"/>
                  </a:cubicBezTo>
                  <a:lnTo>
                    <a:pt x="535" y="744"/>
                  </a:lnTo>
                  <a:cubicBezTo>
                    <a:pt x="649" y="744"/>
                    <a:pt x="735" y="649"/>
                    <a:pt x="735" y="535"/>
                  </a:cubicBezTo>
                  <a:lnTo>
                    <a:pt x="735" y="210"/>
                  </a:lnTo>
                  <a:cubicBezTo>
                    <a:pt x="735" y="96"/>
                    <a:pt x="649" y="0"/>
                    <a:pt x="53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659;p64">
              <a:extLst>
                <a:ext uri="{FF2B5EF4-FFF2-40B4-BE49-F238E27FC236}">
                  <a16:creationId xmlns:a16="http://schemas.microsoft.com/office/drawing/2014/main" id="{3A464BF5-64C2-445D-B946-F1C284175D7C}"/>
                </a:ext>
              </a:extLst>
            </p:cNvPr>
            <p:cNvSpPr/>
            <p:nvPr/>
          </p:nvSpPr>
          <p:spPr>
            <a:xfrm>
              <a:off x="3734614" y="3126469"/>
              <a:ext cx="19508" cy="19508"/>
            </a:xfrm>
            <a:custGeom>
              <a:avLst/>
              <a:gdLst/>
              <a:ahLst/>
              <a:cxnLst/>
              <a:rect l="l" t="t" r="r" b="b"/>
              <a:pathLst>
                <a:path w="745" h="745" extrusionOk="0">
                  <a:moveTo>
                    <a:pt x="210" y="1"/>
                  </a:moveTo>
                  <a:cubicBezTo>
                    <a:pt x="96" y="1"/>
                    <a:pt x="0" y="96"/>
                    <a:pt x="0" y="201"/>
                  </a:cubicBezTo>
                  <a:lnTo>
                    <a:pt x="0" y="535"/>
                  </a:lnTo>
                  <a:cubicBezTo>
                    <a:pt x="0" y="649"/>
                    <a:pt x="96" y="745"/>
                    <a:pt x="210" y="745"/>
                  </a:cubicBezTo>
                  <a:lnTo>
                    <a:pt x="535" y="745"/>
                  </a:lnTo>
                  <a:cubicBezTo>
                    <a:pt x="649" y="745"/>
                    <a:pt x="745" y="649"/>
                    <a:pt x="745" y="535"/>
                  </a:cubicBezTo>
                  <a:lnTo>
                    <a:pt x="745" y="201"/>
                  </a:lnTo>
                  <a:cubicBezTo>
                    <a:pt x="745" y="96"/>
                    <a:pt x="649"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660;p64">
              <a:extLst>
                <a:ext uri="{FF2B5EF4-FFF2-40B4-BE49-F238E27FC236}">
                  <a16:creationId xmlns:a16="http://schemas.microsoft.com/office/drawing/2014/main" id="{E612B059-41B8-4705-9F0A-FDFF020A3D26}"/>
                </a:ext>
              </a:extLst>
            </p:cNvPr>
            <p:cNvSpPr/>
            <p:nvPr/>
          </p:nvSpPr>
          <p:spPr>
            <a:xfrm>
              <a:off x="3763077" y="3126469"/>
              <a:ext cx="19272" cy="19508"/>
            </a:xfrm>
            <a:custGeom>
              <a:avLst/>
              <a:gdLst/>
              <a:ahLst/>
              <a:cxnLst/>
              <a:rect l="l" t="t" r="r" b="b"/>
              <a:pathLst>
                <a:path w="736" h="745" extrusionOk="0">
                  <a:moveTo>
                    <a:pt x="201" y="1"/>
                  </a:moveTo>
                  <a:cubicBezTo>
                    <a:pt x="87" y="1"/>
                    <a:pt x="1" y="96"/>
                    <a:pt x="1" y="201"/>
                  </a:cubicBezTo>
                  <a:lnTo>
                    <a:pt x="1" y="535"/>
                  </a:lnTo>
                  <a:cubicBezTo>
                    <a:pt x="1" y="649"/>
                    <a:pt x="87" y="745"/>
                    <a:pt x="201" y="745"/>
                  </a:cubicBezTo>
                  <a:lnTo>
                    <a:pt x="535" y="745"/>
                  </a:lnTo>
                  <a:cubicBezTo>
                    <a:pt x="640" y="745"/>
                    <a:pt x="736" y="649"/>
                    <a:pt x="736" y="535"/>
                  </a:cubicBezTo>
                  <a:lnTo>
                    <a:pt x="736" y="201"/>
                  </a:lnTo>
                  <a:cubicBezTo>
                    <a:pt x="736" y="96"/>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0661;p64">
              <a:extLst>
                <a:ext uri="{FF2B5EF4-FFF2-40B4-BE49-F238E27FC236}">
                  <a16:creationId xmlns:a16="http://schemas.microsoft.com/office/drawing/2014/main" id="{9DD4B182-31F5-4F28-95AC-68FC3C6838AC}"/>
                </a:ext>
              </a:extLst>
            </p:cNvPr>
            <p:cNvSpPr/>
            <p:nvPr/>
          </p:nvSpPr>
          <p:spPr>
            <a:xfrm>
              <a:off x="3621442" y="3013323"/>
              <a:ext cx="19272" cy="19508"/>
            </a:xfrm>
            <a:custGeom>
              <a:avLst/>
              <a:gdLst/>
              <a:ahLst/>
              <a:cxnLst/>
              <a:rect l="l" t="t" r="r" b="b"/>
              <a:pathLst>
                <a:path w="736" h="745" extrusionOk="0">
                  <a:moveTo>
                    <a:pt x="201" y="0"/>
                  </a:moveTo>
                  <a:cubicBezTo>
                    <a:pt x="87" y="0"/>
                    <a:pt x="1" y="96"/>
                    <a:pt x="1" y="210"/>
                  </a:cubicBezTo>
                  <a:lnTo>
                    <a:pt x="1" y="534"/>
                  </a:lnTo>
                  <a:cubicBezTo>
                    <a:pt x="1" y="649"/>
                    <a:pt x="87" y="744"/>
                    <a:pt x="201" y="744"/>
                  </a:cubicBezTo>
                  <a:lnTo>
                    <a:pt x="535" y="744"/>
                  </a:lnTo>
                  <a:cubicBezTo>
                    <a:pt x="650" y="744"/>
                    <a:pt x="735" y="649"/>
                    <a:pt x="735" y="534"/>
                  </a:cubicBezTo>
                  <a:lnTo>
                    <a:pt x="735" y="210"/>
                  </a:lnTo>
                  <a:cubicBezTo>
                    <a:pt x="735" y="96"/>
                    <a:pt x="640" y="0"/>
                    <a:pt x="53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0662;p64">
              <a:extLst>
                <a:ext uri="{FF2B5EF4-FFF2-40B4-BE49-F238E27FC236}">
                  <a16:creationId xmlns:a16="http://schemas.microsoft.com/office/drawing/2014/main" id="{2C91753D-7D11-479D-A7E6-F8079F579DA2}"/>
                </a:ext>
              </a:extLst>
            </p:cNvPr>
            <p:cNvSpPr/>
            <p:nvPr/>
          </p:nvSpPr>
          <p:spPr>
            <a:xfrm>
              <a:off x="3621442" y="3041551"/>
              <a:ext cx="19272" cy="19508"/>
            </a:xfrm>
            <a:custGeom>
              <a:avLst/>
              <a:gdLst/>
              <a:ahLst/>
              <a:cxnLst/>
              <a:rect l="l" t="t" r="r" b="b"/>
              <a:pathLst>
                <a:path w="736" h="745" extrusionOk="0">
                  <a:moveTo>
                    <a:pt x="201" y="0"/>
                  </a:moveTo>
                  <a:cubicBezTo>
                    <a:pt x="87" y="0"/>
                    <a:pt x="1" y="96"/>
                    <a:pt x="1" y="210"/>
                  </a:cubicBezTo>
                  <a:lnTo>
                    <a:pt x="1" y="534"/>
                  </a:lnTo>
                  <a:cubicBezTo>
                    <a:pt x="1" y="649"/>
                    <a:pt x="87" y="744"/>
                    <a:pt x="201" y="744"/>
                  </a:cubicBezTo>
                  <a:lnTo>
                    <a:pt x="535" y="744"/>
                  </a:lnTo>
                  <a:cubicBezTo>
                    <a:pt x="640" y="744"/>
                    <a:pt x="735" y="649"/>
                    <a:pt x="735" y="534"/>
                  </a:cubicBezTo>
                  <a:lnTo>
                    <a:pt x="735" y="210"/>
                  </a:lnTo>
                  <a:cubicBezTo>
                    <a:pt x="735" y="96"/>
                    <a:pt x="640" y="0"/>
                    <a:pt x="53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10663;p64">
              <a:extLst>
                <a:ext uri="{FF2B5EF4-FFF2-40B4-BE49-F238E27FC236}">
                  <a16:creationId xmlns:a16="http://schemas.microsoft.com/office/drawing/2014/main" id="{CD18E139-7B2D-4981-A61D-229710D78F02}"/>
                </a:ext>
              </a:extLst>
            </p:cNvPr>
            <p:cNvSpPr/>
            <p:nvPr/>
          </p:nvSpPr>
          <p:spPr>
            <a:xfrm>
              <a:off x="3621442" y="3070014"/>
              <a:ext cx="19272" cy="19272"/>
            </a:xfrm>
            <a:custGeom>
              <a:avLst/>
              <a:gdLst/>
              <a:ahLst/>
              <a:cxnLst/>
              <a:rect l="l" t="t" r="r" b="b"/>
              <a:pathLst>
                <a:path w="736" h="736" extrusionOk="0">
                  <a:moveTo>
                    <a:pt x="201" y="1"/>
                  </a:moveTo>
                  <a:cubicBezTo>
                    <a:pt x="87" y="1"/>
                    <a:pt x="1" y="87"/>
                    <a:pt x="1" y="201"/>
                  </a:cubicBezTo>
                  <a:lnTo>
                    <a:pt x="1" y="535"/>
                  </a:lnTo>
                  <a:cubicBezTo>
                    <a:pt x="1" y="649"/>
                    <a:pt x="87" y="735"/>
                    <a:pt x="201" y="735"/>
                  </a:cubicBezTo>
                  <a:lnTo>
                    <a:pt x="535" y="735"/>
                  </a:lnTo>
                  <a:cubicBezTo>
                    <a:pt x="640" y="735"/>
                    <a:pt x="735" y="649"/>
                    <a:pt x="735" y="535"/>
                  </a:cubicBezTo>
                  <a:lnTo>
                    <a:pt x="735" y="201"/>
                  </a:lnTo>
                  <a:cubicBezTo>
                    <a:pt x="735" y="87"/>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0664;p64">
              <a:extLst>
                <a:ext uri="{FF2B5EF4-FFF2-40B4-BE49-F238E27FC236}">
                  <a16:creationId xmlns:a16="http://schemas.microsoft.com/office/drawing/2014/main" id="{825EEC84-EAB2-41F9-BC67-DA7B5E6D48EA}"/>
                </a:ext>
              </a:extLst>
            </p:cNvPr>
            <p:cNvSpPr/>
            <p:nvPr/>
          </p:nvSpPr>
          <p:spPr>
            <a:xfrm>
              <a:off x="3621442" y="3098241"/>
              <a:ext cx="19272" cy="19508"/>
            </a:xfrm>
            <a:custGeom>
              <a:avLst/>
              <a:gdLst/>
              <a:ahLst/>
              <a:cxnLst/>
              <a:rect l="l" t="t" r="r" b="b"/>
              <a:pathLst>
                <a:path w="736" h="745" extrusionOk="0">
                  <a:moveTo>
                    <a:pt x="201" y="1"/>
                  </a:moveTo>
                  <a:cubicBezTo>
                    <a:pt x="87" y="1"/>
                    <a:pt x="1" y="96"/>
                    <a:pt x="1" y="211"/>
                  </a:cubicBezTo>
                  <a:lnTo>
                    <a:pt x="1" y="545"/>
                  </a:lnTo>
                  <a:cubicBezTo>
                    <a:pt x="1" y="649"/>
                    <a:pt x="87" y="745"/>
                    <a:pt x="201" y="745"/>
                  </a:cubicBezTo>
                  <a:lnTo>
                    <a:pt x="535" y="745"/>
                  </a:lnTo>
                  <a:cubicBezTo>
                    <a:pt x="640" y="745"/>
                    <a:pt x="735" y="649"/>
                    <a:pt x="735" y="545"/>
                  </a:cubicBezTo>
                  <a:lnTo>
                    <a:pt x="735" y="211"/>
                  </a:lnTo>
                  <a:cubicBezTo>
                    <a:pt x="735" y="96"/>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0665;p64">
              <a:extLst>
                <a:ext uri="{FF2B5EF4-FFF2-40B4-BE49-F238E27FC236}">
                  <a16:creationId xmlns:a16="http://schemas.microsoft.com/office/drawing/2014/main" id="{0350C139-B597-4B65-A114-F350AB2CA359}"/>
                </a:ext>
              </a:extLst>
            </p:cNvPr>
            <p:cNvSpPr/>
            <p:nvPr/>
          </p:nvSpPr>
          <p:spPr>
            <a:xfrm>
              <a:off x="3762841" y="3013061"/>
              <a:ext cx="19508" cy="19508"/>
            </a:xfrm>
            <a:custGeom>
              <a:avLst/>
              <a:gdLst/>
              <a:ahLst/>
              <a:cxnLst/>
              <a:rect l="l" t="t" r="r" b="b"/>
              <a:pathLst>
                <a:path w="745" h="745" extrusionOk="0">
                  <a:moveTo>
                    <a:pt x="210" y="1"/>
                  </a:moveTo>
                  <a:cubicBezTo>
                    <a:pt x="96" y="1"/>
                    <a:pt x="10" y="96"/>
                    <a:pt x="10" y="211"/>
                  </a:cubicBezTo>
                  <a:lnTo>
                    <a:pt x="10" y="544"/>
                  </a:lnTo>
                  <a:cubicBezTo>
                    <a:pt x="0" y="649"/>
                    <a:pt x="96" y="745"/>
                    <a:pt x="210" y="745"/>
                  </a:cubicBezTo>
                  <a:lnTo>
                    <a:pt x="544" y="745"/>
                  </a:lnTo>
                  <a:cubicBezTo>
                    <a:pt x="659" y="745"/>
                    <a:pt x="745" y="649"/>
                    <a:pt x="745" y="544"/>
                  </a:cubicBezTo>
                  <a:lnTo>
                    <a:pt x="745" y="211"/>
                  </a:lnTo>
                  <a:cubicBezTo>
                    <a:pt x="745" y="96"/>
                    <a:pt x="649" y="1"/>
                    <a:pt x="544"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10666;p64">
              <a:extLst>
                <a:ext uri="{FF2B5EF4-FFF2-40B4-BE49-F238E27FC236}">
                  <a16:creationId xmlns:a16="http://schemas.microsoft.com/office/drawing/2014/main" id="{94ECB16D-C8E6-446A-9790-17D93A032716}"/>
                </a:ext>
              </a:extLst>
            </p:cNvPr>
            <p:cNvSpPr/>
            <p:nvPr/>
          </p:nvSpPr>
          <p:spPr>
            <a:xfrm>
              <a:off x="3763077" y="3041551"/>
              <a:ext cx="19272" cy="19508"/>
            </a:xfrm>
            <a:custGeom>
              <a:avLst/>
              <a:gdLst/>
              <a:ahLst/>
              <a:cxnLst/>
              <a:rect l="l" t="t" r="r" b="b"/>
              <a:pathLst>
                <a:path w="736" h="745" extrusionOk="0">
                  <a:moveTo>
                    <a:pt x="201" y="0"/>
                  </a:moveTo>
                  <a:cubicBezTo>
                    <a:pt x="87" y="0"/>
                    <a:pt x="1" y="96"/>
                    <a:pt x="1" y="201"/>
                  </a:cubicBezTo>
                  <a:lnTo>
                    <a:pt x="1" y="534"/>
                  </a:lnTo>
                  <a:cubicBezTo>
                    <a:pt x="1" y="649"/>
                    <a:pt x="87" y="744"/>
                    <a:pt x="201" y="744"/>
                  </a:cubicBezTo>
                  <a:lnTo>
                    <a:pt x="535" y="744"/>
                  </a:lnTo>
                  <a:cubicBezTo>
                    <a:pt x="640" y="744"/>
                    <a:pt x="736" y="649"/>
                    <a:pt x="736" y="534"/>
                  </a:cubicBezTo>
                  <a:lnTo>
                    <a:pt x="736" y="201"/>
                  </a:lnTo>
                  <a:cubicBezTo>
                    <a:pt x="736" y="96"/>
                    <a:pt x="640" y="0"/>
                    <a:pt x="53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0667;p64">
              <a:extLst>
                <a:ext uri="{FF2B5EF4-FFF2-40B4-BE49-F238E27FC236}">
                  <a16:creationId xmlns:a16="http://schemas.microsoft.com/office/drawing/2014/main" id="{53D8CDD9-6AD4-4C59-BE13-20EFF10C75D0}"/>
                </a:ext>
              </a:extLst>
            </p:cNvPr>
            <p:cNvSpPr/>
            <p:nvPr/>
          </p:nvSpPr>
          <p:spPr>
            <a:xfrm>
              <a:off x="3763077" y="3069778"/>
              <a:ext cx="19272" cy="19508"/>
            </a:xfrm>
            <a:custGeom>
              <a:avLst/>
              <a:gdLst/>
              <a:ahLst/>
              <a:cxnLst/>
              <a:rect l="l" t="t" r="r" b="b"/>
              <a:pathLst>
                <a:path w="736" h="745" extrusionOk="0">
                  <a:moveTo>
                    <a:pt x="201" y="0"/>
                  </a:moveTo>
                  <a:cubicBezTo>
                    <a:pt x="87" y="0"/>
                    <a:pt x="1" y="96"/>
                    <a:pt x="1" y="210"/>
                  </a:cubicBezTo>
                  <a:lnTo>
                    <a:pt x="1" y="534"/>
                  </a:lnTo>
                  <a:cubicBezTo>
                    <a:pt x="1" y="649"/>
                    <a:pt x="87" y="744"/>
                    <a:pt x="201" y="744"/>
                  </a:cubicBezTo>
                  <a:lnTo>
                    <a:pt x="535" y="744"/>
                  </a:lnTo>
                  <a:cubicBezTo>
                    <a:pt x="640" y="744"/>
                    <a:pt x="736" y="649"/>
                    <a:pt x="736" y="534"/>
                  </a:cubicBezTo>
                  <a:lnTo>
                    <a:pt x="736" y="210"/>
                  </a:lnTo>
                  <a:cubicBezTo>
                    <a:pt x="736" y="96"/>
                    <a:pt x="640" y="0"/>
                    <a:pt x="53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10668;p64">
              <a:extLst>
                <a:ext uri="{FF2B5EF4-FFF2-40B4-BE49-F238E27FC236}">
                  <a16:creationId xmlns:a16="http://schemas.microsoft.com/office/drawing/2014/main" id="{C999BE3C-B144-4798-96B7-5A49F904D4AE}"/>
                </a:ext>
              </a:extLst>
            </p:cNvPr>
            <p:cNvSpPr/>
            <p:nvPr/>
          </p:nvSpPr>
          <p:spPr>
            <a:xfrm>
              <a:off x="3763077" y="3098241"/>
              <a:ext cx="19272" cy="19272"/>
            </a:xfrm>
            <a:custGeom>
              <a:avLst/>
              <a:gdLst/>
              <a:ahLst/>
              <a:cxnLst/>
              <a:rect l="l" t="t" r="r" b="b"/>
              <a:pathLst>
                <a:path w="736" h="736" extrusionOk="0">
                  <a:moveTo>
                    <a:pt x="201" y="1"/>
                  </a:moveTo>
                  <a:cubicBezTo>
                    <a:pt x="87" y="1"/>
                    <a:pt x="1" y="87"/>
                    <a:pt x="1" y="201"/>
                  </a:cubicBezTo>
                  <a:lnTo>
                    <a:pt x="1" y="535"/>
                  </a:lnTo>
                  <a:cubicBezTo>
                    <a:pt x="1" y="649"/>
                    <a:pt x="87" y="735"/>
                    <a:pt x="201" y="735"/>
                  </a:cubicBezTo>
                  <a:lnTo>
                    <a:pt x="535" y="735"/>
                  </a:lnTo>
                  <a:cubicBezTo>
                    <a:pt x="640" y="735"/>
                    <a:pt x="736" y="649"/>
                    <a:pt x="736" y="535"/>
                  </a:cubicBezTo>
                  <a:lnTo>
                    <a:pt x="736" y="201"/>
                  </a:lnTo>
                  <a:cubicBezTo>
                    <a:pt x="736" y="87"/>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 name="Google Shape;12530;p65">
            <a:extLst>
              <a:ext uri="{FF2B5EF4-FFF2-40B4-BE49-F238E27FC236}">
                <a16:creationId xmlns:a16="http://schemas.microsoft.com/office/drawing/2014/main" id="{6820B7CA-DF6A-4A2A-B73E-22FE309D28C5}"/>
              </a:ext>
            </a:extLst>
          </p:cNvPr>
          <p:cNvGrpSpPr/>
          <p:nvPr/>
        </p:nvGrpSpPr>
        <p:grpSpPr>
          <a:xfrm>
            <a:off x="6547989" y="2280955"/>
            <a:ext cx="794787" cy="917806"/>
            <a:chOff x="866528" y="3348348"/>
            <a:chExt cx="317405" cy="366534"/>
          </a:xfrm>
        </p:grpSpPr>
        <p:sp>
          <p:nvSpPr>
            <p:cNvPr id="119" name="Google Shape;12531;p65">
              <a:extLst>
                <a:ext uri="{FF2B5EF4-FFF2-40B4-BE49-F238E27FC236}">
                  <a16:creationId xmlns:a16="http://schemas.microsoft.com/office/drawing/2014/main" id="{B7A77F02-2982-4C70-97B6-19398AD56E18}"/>
                </a:ext>
              </a:extLst>
            </p:cNvPr>
            <p:cNvSpPr/>
            <p:nvPr/>
          </p:nvSpPr>
          <p:spPr>
            <a:xfrm>
              <a:off x="869795" y="3526650"/>
              <a:ext cx="314139" cy="188232"/>
            </a:xfrm>
            <a:custGeom>
              <a:avLst/>
              <a:gdLst/>
              <a:ahLst/>
              <a:cxnLst/>
              <a:rect l="l" t="t" r="r" b="b"/>
              <a:pathLst>
                <a:path w="12021" h="7203" extrusionOk="0">
                  <a:moveTo>
                    <a:pt x="6011" y="0"/>
                  </a:moveTo>
                  <a:cubicBezTo>
                    <a:pt x="5933" y="0"/>
                    <a:pt x="5856" y="19"/>
                    <a:pt x="5789" y="58"/>
                  </a:cubicBezTo>
                  <a:lnTo>
                    <a:pt x="827" y="2924"/>
                  </a:lnTo>
                  <a:lnTo>
                    <a:pt x="308" y="3222"/>
                  </a:lnTo>
                  <a:cubicBezTo>
                    <a:pt x="0" y="3395"/>
                    <a:pt x="0" y="3837"/>
                    <a:pt x="308" y="4010"/>
                  </a:cubicBezTo>
                  <a:lnTo>
                    <a:pt x="5789" y="7145"/>
                  </a:lnTo>
                  <a:cubicBezTo>
                    <a:pt x="5856" y="7183"/>
                    <a:pt x="5933" y="7203"/>
                    <a:pt x="6010" y="7203"/>
                  </a:cubicBezTo>
                  <a:cubicBezTo>
                    <a:pt x="6087" y="7203"/>
                    <a:pt x="6164" y="7183"/>
                    <a:pt x="6231" y="7145"/>
                  </a:cubicBezTo>
                  <a:lnTo>
                    <a:pt x="11712" y="4010"/>
                  </a:lnTo>
                  <a:cubicBezTo>
                    <a:pt x="12020" y="3837"/>
                    <a:pt x="12020" y="3395"/>
                    <a:pt x="11712" y="3222"/>
                  </a:cubicBezTo>
                  <a:lnTo>
                    <a:pt x="11203" y="2924"/>
                  </a:lnTo>
                  <a:lnTo>
                    <a:pt x="6241" y="58"/>
                  </a:lnTo>
                  <a:cubicBezTo>
                    <a:pt x="6169" y="19"/>
                    <a:pt x="6089" y="0"/>
                    <a:pt x="6011"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532;p65">
              <a:extLst>
                <a:ext uri="{FF2B5EF4-FFF2-40B4-BE49-F238E27FC236}">
                  <a16:creationId xmlns:a16="http://schemas.microsoft.com/office/drawing/2014/main" id="{E858AC1C-D34E-4950-B86A-36E42B833A48}"/>
                </a:ext>
              </a:extLst>
            </p:cNvPr>
            <p:cNvSpPr/>
            <p:nvPr/>
          </p:nvSpPr>
          <p:spPr>
            <a:xfrm>
              <a:off x="891145" y="3526650"/>
              <a:ext cx="271177" cy="152300"/>
            </a:xfrm>
            <a:custGeom>
              <a:avLst/>
              <a:gdLst/>
              <a:ahLst/>
              <a:cxnLst/>
              <a:rect l="l" t="t" r="r" b="b"/>
              <a:pathLst>
                <a:path w="10377" h="5828" extrusionOk="0">
                  <a:moveTo>
                    <a:pt x="5193" y="0"/>
                  </a:moveTo>
                  <a:cubicBezTo>
                    <a:pt x="5114" y="0"/>
                    <a:pt x="5034" y="19"/>
                    <a:pt x="4962" y="58"/>
                  </a:cubicBezTo>
                  <a:lnTo>
                    <a:pt x="0" y="2924"/>
                  </a:lnTo>
                  <a:lnTo>
                    <a:pt x="4972" y="5770"/>
                  </a:lnTo>
                  <a:cubicBezTo>
                    <a:pt x="5039" y="5808"/>
                    <a:pt x="5116" y="5828"/>
                    <a:pt x="5193" y="5828"/>
                  </a:cubicBezTo>
                  <a:cubicBezTo>
                    <a:pt x="5270" y="5828"/>
                    <a:pt x="5347" y="5808"/>
                    <a:pt x="5414" y="5770"/>
                  </a:cubicBezTo>
                  <a:lnTo>
                    <a:pt x="10376" y="2924"/>
                  </a:lnTo>
                  <a:lnTo>
                    <a:pt x="5424" y="58"/>
                  </a:lnTo>
                  <a:cubicBezTo>
                    <a:pt x="5352" y="19"/>
                    <a:pt x="5272" y="0"/>
                    <a:pt x="5193"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533;p65">
              <a:extLst>
                <a:ext uri="{FF2B5EF4-FFF2-40B4-BE49-F238E27FC236}">
                  <a16:creationId xmlns:a16="http://schemas.microsoft.com/office/drawing/2014/main" id="{438D7501-0C63-4425-8499-0475558A0F1B}"/>
                </a:ext>
              </a:extLst>
            </p:cNvPr>
            <p:cNvSpPr/>
            <p:nvPr/>
          </p:nvSpPr>
          <p:spPr>
            <a:xfrm>
              <a:off x="869795" y="3466911"/>
              <a:ext cx="314139" cy="188180"/>
            </a:xfrm>
            <a:custGeom>
              <a:avLst/>
              <a:gdLst/>
              <a:ahLst/>
              <a:cxnLst/>
              <a:rect l="l" t="t" r="r" b="b"/>
              <a:pathLst>
                <a:path w="12021" h="7201" extrusionOk="0">
                  <a:moveTo>
                    <a:pt x="6011" y="0"/>
                  </a:moveTo>
                  <a:cubicBezTo>
                    <a:pt x="5933" y="0"/>
                    <a:pt x="5856" y="22"/>
                    <a:pt x="5789" y="65"/>
                  </a:cubicBezTo>
                  <a:lnTo>
                    <a:pt x="827" y="2931"/>
                  </a:lnTo>
                  <a:lnTo>
                    <a:pt x="308" y="3229"/>
                  </a:lnTo>
                  <a:cubicBezTo>
                    <a:pt x="0" y="3402"/>
                    <a:pt x="0" y="3834"/>
                    <a:pt x="308" y="4008"/>
                  </a:cubicBezTo>
                  <a:lnTo>
                    <a:pt x="5789" y="7142"/>
                  </a:lnTo>
                  <a:cubicBezTo>
                    <a:pt x="5856" y="7181"/>
                    <a:pt x="5933" y="7200"/>
                    <a:pt x="6010" y="7200"/>
                  </a:cubicBezTo>
                  <a:cubicBezTo>
                    <a:pt x="6087" y="7200"/>
                    <a:pt x="6164" y="7181"/>
                    <a:pt x="6231" y="7142"/>
                  </a:cubicBezTo>
                  <a:lnTo>
                    <a:pt x="11712" y="4008"/>
                  </a:lnTo>
                  <a:cubicBezTo>
                    <a:pt x="12010" y="3834"/>
                    <a:pt x="12020" y="3402"/>
                    <a:pt x="11712" y="3229"/>
                  </a:cubicBezTo>
                  <a:lnTo>
                    <a:pt x="11203" y="2931"/>
                  </a:lnTo>
                  <a:lnTo>
                    <a:pt x="6241" y="65"/>
                  </a:lnTo>
                  <a:cubicBezTo>
                    <a:pt x="6169" y="22"/>
                    <a:pt x="6089" y="0"/>
                    <a:pt x="6011"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534;p65">
              <a:extLst>
                <a:ext uri="{FF2B5EF4-FFF2-40B4-BE49-F238E27FC236}">
                  <a16:creationId xmlns:a16="http://schemas.microsoft.com/office/drawing/2014/main" id="{25BD0C3B-7BF3-49F7-9B30-5546EEDF87CA}"/>
                </a:ext>
              </a:extLst>
            </p:cNvPr>
            <p:cNvSpPr/>
            <p:nvPr/>
          </p:nvSpPr>
          <p:spPr>
            <a:xfrm>
              <a:off x="891145" y="3466833"/>
              <a:ext cx="271177" cy="152300"/>
            </a:xfrm>
            <a:custGeom>
              <a:avLst/>
              <a:gdLst/>
              <a:ahLst/>
              <a:cxnLst/>
              <a:rect l="l" t="t" r="r" b="b"/>
              <a:pathLst>
                <a:path w="10377" h="5828" extrusionOk="0">
                  <a:moveTo>
                    <a:pt x="5193" y="1"/>
                  </a:moveTo>
                  <a:cubicBezTo>
                    <a:pt x="5114" y="1"/>
                    <a:pt x="5034" y="20"/>
                    <a:pt x="4962" y="58"/>
                  </a:cubicBezTo>
                  <a:lnTo>
                    <a:pt x="0" y="2924"/>
                  </a:lnTo>
                  <a:lnTo>
                    <a:pt x="4972" y="5770"/>
                  </a:lnTo>
                  <a:cubicBezTo>
                    <a:pt x="5039" y="5809"/>
                    <a:pt x="5116" y="5828"/>
                    <a:pt x="5193" y="5828"/>
                  </a:cubicBezTo>
                  <a:cubicBezTo>
                    <a:pt x="5270" y="5828"/>
                    <a:pt x="5347" y="5809"/>
                    <a:pt x="5414" y="5770"/>
                  </a:cubicBezTo>
                  <a:lnTo>
                    <a:pt x="10376" y="2924"/>
                  </a:lnTo>
                  <a:lnTo>
                    <a:pt x="5424" y="58"/>
                  </a:lnTo>
                  <a:cubicBezTo>
                    <a:pt x="5352" y="20"/>
                    <a:pt x="5272" y="1"/>
                    <a:pt x="5193" y="1"/>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535;p65">
              <a:extLst>
                <a:ext uri="{FF2B5EF4-FFF2-40B4-BE49-F238E27FC236}">
                  <a16:creationId xmlns:a16="http://schemas.microsoft.com/office/drawing/2014/main" id="{B1F10E09-02CB-40C4-9C18-DF6E2CAA2A43}"/>
                </a:ext>
              </a:extLst>
            </p:cNvPr>
            <p:cNvSpPr/>
            <p:nvPr/>
          </p:nvSpPr>
          <p:spPr>
            <a:xfrm>
              <a:off x="869795" y="3407094"/>
              <a:ext cx="313877" cy="188180"/>
            </a:xfrm>
            <a:custGeom>
              <a:avLst/>
              <a:gdLst/>
              <a:ahLst/>
              <a:cxnLst/>
              <a:rect l="l" t="t" r="r" b="b"/>
              <a:pathLst>
                <a:path w="12011" h="7201" extrusionOk="0">
                  <a:moveTo>
                    <a:pt x="6010" y="0"/>
                  </a:moveTo>
                  <a:cubicBezTo>
                    <a:pt x="5931" y="0"/>
                    <a:pt x="5851" y="22"/>
                    <a:pt x="5779" y="65"/>
                  </a:cubicBezTo>
                  <a:lnTo>
                    <a:pt x="731" y="2979"/>
                  </a:lnTo>
                  <a:lnTo>
                    <a:pt x="308" y="3229"/>
                  </a:lnTo>
                  <a:cubicBezTo>
                    <a:pt x="0" y="3402"/>
                    <a:pt x="0" y="3835"/>
                    <a:pt x="308" y="4008"/>
                  </a:cubicBezTo>
                  <a:lnTo>
                    <a:pt x="5789" y="7143"/>
                  </a:lnTo>
                  <a:cubicBezTo>
                    <a:pt x="5856" y="7181"/>
                    <a:pt x="5933" y="7200"/>
                    <a:pt x="6010" y="7200"/>
                  </a:cubicBezTo>
                  <a:cubicBezTo>
                    <a:pt x="6087" y="7200"/>
                    <a:pt x="6164" y="7181"/>
                    <a:pt x="6231" y="7143"/>
                  </a:cubicBezTo>
                  <a:lnTo>
                    <a:pt x="11712" y="4008"/>
                  </a:lnTo>
                  <a:cubicBezTo>
                    <a:pt x="12010" y="3835"/>
                    <a:pt x="12010" y="3402"/>
                    <a:pt x="11712" y="3229"/>
                  </a:cubicBezTo>
                  <a:lnTo>
                    <a:pt x="10789" y="2690"/>
                  </a:lnTo>
                  <a:lnTo>
                    <a:pt x="6241" y="65"/>
                  </a:lnTo>
                  <a:cubicBezTo>
                    <a:pt x="6169" y="22"/>
                    <a:pt x="6089" y="0"/>
                    <a:pt x="6010"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536;p65">
              <a:extLst>
                <a:ext uri="{FF2B5EF4-FFF2-40B4-BE49-F238E27FC236}">
                  <a16:creationId xmlns:a16="http://schemas.microsoft.com/office/drawing/2014/main" id="{49EAA815-1841-42AE-AF2F-1ED66291B41E}"/>
                </a:ext>
              </a:extLst>
            </p:cNvPr>
            <p:cNvSpPr/>
            <p:nvPr/>
          </p:nvSpPr>
          <p:spPr>
            <a:xfrm>
              <a:off x="888872" y="3407094"/>
              <a:ext cx="262893" cy="156690"/>
            </a:xfrm>
            <a:custGeom>
              <a:avLst/>
              <a:gdLst/>
              <a:ahLst/>
              <a:cxnLst/>
              <a:rect l="l" t="t" r="r" b="b"/>
              <a:pathLst>
                <a:path w="10060" h="5996" extrusionOk="0">
                  <a:moveTo>
                    <a:pt x="5279" y="0"/>
                  </a:moveTo>
                  <a:cubicBezTo>
                    <a:pt x="5201" y="0"/>
                    <a:pt x="5121" y="22"/>
                    <a:pt x="5049" y="65"/>
                  </a:cubicBezTo>
                  <a:lnTo>
                    <a:pt x="1" y="2979"/>
                  </a:lnTo>
                  <a:lnTo>
                    <a:pt x="5213" y="5960"/>
                  </a:lnTo>
                  <a:cubicBezTo>
                    <a:pt x="5261" y="5984"/>
                    <a:pt x="5314" y="5996"/>
                    <a:pt x="5367" y="5996"/>
                  </a:cubicBezTo>
                  <a:cubicBezTo>
                    <a:pt x="5419" y="5996"/>
                    <a:pt x="5472" y="5984"/>
                    <a:pt x="5520" y="5960"/>
                  </a:cubicBezTo>
                  <a:lnTo>
                    <a:pt x="6347" y="5479"/>
                  </a:lnTo>
                  <a:lnTo>
                    <a:pt x="9626" y="3614"/>
                  </a:lnTo>
                  <a:cubicBezTo>
                    <a:pt x="9896" y="3460"/>
                    <a:pt x="10059" y="3171"/>
                    <a:pt x="10059" y="2873"/>
                  </a:cubicBezTo>
                  <a:lnTo>
                    <a:pt x="10059" y="2690"/>
                  </a:lnTo>
                  <a:lnTo>
                    <a:pt x="5501" y="65"/>
                  </a:lnTo>
                  <a:cubicBezTo>
                    <a:pt x="5434" y="22"/>
                    <a:pt x="5357" y="0"/>
                    <a:pt x="5279"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 name="Google Shape;12537;p65">
              <a:extLst>
                <a:ext uri="{FF2B5EF4-FFF2-40B4-BE49-F238E27FC236}">
                  <a16:creationId xmlns:a16="http://schemas.microsoft.com/office/drawing/2014/main" id="{AB893234-72C1-4403-8EE0-8F58408EC2BD}"/>
                </a:ext>
              </a:extLst>
            </p:cNvPr>
            <p:cNvSpPr/>
            <p:nvPr/>
          </p:nvSpPr>
          <p:spPr>
            <a:xfrm>
              <a:off x="866528" y="3348348"/>
              <a:ext cx="282963" cy="189304"/>
            </a:xfrm>
            <a:custGeom>
              <a:avLst/>
              <a:gdLst/>
              <a:ahLst/>
              <a:cxnLst/>
              <a:rect l="l" t="t" r="r" b="b"/>
              <a:pathLst>
                <a:path w="10828" h="7244" extrusionOk="0">
                  <a:moveTo>
                    <a:pt x="6135" y="1"/>
                  </a:moveTo>
                  <a:cubicBezTo>
                    <a:pt x="6082" y="1"/>
                    <a:pt x="6029" y="15"/>
                    <a:pt x="5981" y="44"/>
                  </a:cubicBezTo>
                  <a:lnTo>
                    <a:pt x="212" y="3371"/>
                  </a:lnTo>
                  <a:cubicBezTo>
                    <a:pt x="0" y="3486"/>
                    <a:pt x="0" y="3785"/>
                    <a:pt x="212" y="3910"/>
                  </a:cubicBezTo>
                  <a:lnTo>
                    <a:pt x="5981" y="7208"/>
                  </a:lnTo>
                  <a:cubicBezTo>
                    <a:pt x="6029" y="7232"/>
                    <a:pt x="6082" y="7244"/>
                    <a:pt x="6135" y="7244"/>
                  </a:cubicBezTo>
                  <a:cubicBezTo>
                    <a:pt x="6188" y="7244"/>
                    <a:pt x="6241" y="7232"/>
                    <a:pt x="6289" y="7208"/>
                  </a:cubicBezTo>
                  <a:lnTo>
                    <a:pt x="7116" y="6727"/>
                  </a:lnTo>
                  <a:lnTo>
                    <a:pt x="10828" y="4602"/>
                  </a:lnTo>
                  <a:lnTo>
                    <a:pt x="10828" y="2659"/>
                  </a:lnTo>
                  <a:lnTo>
                    <a:pt x="7039" y="477"/>
                  </a:lnTo>
                  <a:lnTo>
                    <a:pt x="6289" y="44"/>
                  </a:lnTo>
                  <a:cubicBezTo>
                    <a:pt x="6241" y="15"/>
                    <a:pt x="6188" y="1"/>
                    <a:pt x="6135"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 name="Google Shape;12538;p65">
              <a:extLst>
                <a:ext uri="{FF2B5EF4-FFF2-40B4-BE49-F238E27FC236}">
                  <a16:creationId xmlns:a16="http://schemas.microsoft.com/office/drawing/2014/main" id="{E3541C8F-3D9C-4525-93DD-09C3BF9510A1}"/>
                </a:ext>
              </a:extLst>
            </p:cNvPr>
            <p:cNvSpPr/>
            <p:nvPr/>
          </p:nvSpPr>
          <p:spPr>
            <a:xfrm>
              <a:off x="1102975" y="3417835"/>
              <a:ext cx="46516" cy="50775"/>
            </a:xfrm>
            <a:custGeom>
              <a:avLst/>
              <a:gdLst/>
              <a:ahLst/>
              <a:cxnLst/>
              <a:rect l="l" t="t" r="r" b="b"/>
              <a:pathLst>
                <a:path w="1780" h="1943" extrusionOk="0">
                  <a:moveTo>
                    <a:pt x="1780" y="0"/>
                  </a:moveTo>
                  <a:lnTo>
                    <a:pt x="164" y="789"/>
                  </a:lnTo>
                  <a:cubicBezTo>
                    <a:pt x="1" y="866"/>
                    <a:pt x="1" y="1087"/>
                    <a:pt x="164" y="1174"/>
                  </a:cubicBezTo>
                  <a:lnTo>
                    <a:pt x="1780" y="1943"/>
                  </a:lnTo>
                  <a:lnTo>
                    <a:pt x="1780" y="0"/>
                  </a:ln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0" name="Google Shape;1103;p33">
            <a:extLst>
              <a:ext uri="{FF2B5EF4-FFF2-40B4-BE49-F238E27FC236}">
                <a16:creationId xmlns:a16="http://schemas.microsoft.com/office/drawing/2014/main" id="{9D903E6A-439D-40C6-903B-59B90FB7D453}"/>
              </a:ext>
            </a:extLst>
          </p:cNvPr>
          <p:cNvSpPr txBox="1">
            <a:spLocks/>
          </p:cNvSpPr>
          <p:nvPr/>
        </p:nvSpPr>
        <p:spPr>
          <a:xfrm>
            <a:off x="1823659" y="2252343"/>
            <a:ext cx="1343355" cy="543677"/>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3000"/>
              <a:buFont typeface="Epilogue"/>
              <a:buNone/>
              <a:defRPr sz="4000" b="1" i="0" u="none" strike="noStrike" cap="none">
                <a:solidFill>
                  <a:schemeClr val="dk1"/>
                </a:solidFill>
                <a:latin typeface="Epilogue"/>
                <a:ea typeface="Epilogue"/>
                <a:cs typeface="Epilogue"/>
                <a:sym typeface="Epilogue"/>
              </a:defRPr>
            </a:lvl1pPr>
            <a:lvl2pPr marR="0" lvl="1"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2pPr>
            <a:lvl3pPr marR="0" lvl="2"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3pPr>
            <a:lvl4pPr marR="0" lvl="3"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4pPr>
            <a:lvl5pPr marR="0" lvl="4"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5pPr>
            <a:lvl6pPr marR="0" lvl="5"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6pPr>
            <a:lvl7pPr marR="0" lvl="6"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7pPr>
            <a:lvl8pPr marR="0" lvl="7"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8pPr>
            <a:lvl9pPr marR="0" lvl="8"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9pPr>
          </a:lstStyle>
          <a:p>
            <a:pPr algn="ctr"/>
            <a:r>
              <a:rPr lang="ru-RU" sz="2000" b="0" dirty="0">
                <a:latin typeface="Bahnschrift Light SemiCondensed" panose="020B0502040204020203" pitchFamily="34" charset="0"/>
              </a:rPr>
              <a:t>Клиент</a:t>
            </a:r>
            <a:endParaRPr lang="en-US" sz="2000" b="0" dirty="0">
              <a:latin typeface="Bahnschrift Light SemiCondensed" panose="020B0502040204020203" pitchFamily="34" charset="0"/>
            </a:endParaRPr>
          </a:p>
        </p:txBody>
      </p:sp>
      <p:sp>
        <p:nvSpPr>
          <p:cNvPr id="131" name="Google Shape;1103;p33">
            <a:extLst>
              <a:ext uri="{FF2B5EF4-FFF2-40B4-BE49-F238E27FC236}">
                <a16:creationId xmlns:a16="http://schemas.microsoft.com/office/drawing/2014/main" id="{14A9A2E0-7310-461F-9224-1AA08538346D}"/>
              </a:ext>
            </a:extLst>
          </p:cNvPr>
          <p:cNvSpPr txBox="1">
            <a:spLocks/>
          </p:cNvSpPr>
          <p:nvPr/>
        </p:nvSpPr>
        <p:spPr>
          <a:xfrm>
            <a:off x="1873064" y="4343005"/>
            <a:ext cx="1343355" cy="543677"/>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3000"/>
              <a:buFont typeface="Epilogue"/>
              <a:buNone/>
              <a:defRPr sz="4000" b="1" i="0" u="none" strike="noStrike" cap="none">
                <a:solidFill>
                  <a:schemeClr val="dk1"/>
                </a:solidFill>
                <a:latin typeface="Epilogue"/>
                <a:ea typeface="Epilogue"/>
                <a:cs typeface="Epilogue"/>
                <a:sym typeface="Epilogue"/>
              </a:defRPr>
            </a:lvl1pPr>
            <a:lvl2pPr marR="0" lvl="1"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2pPr>
            <a:lvl3pPr marR="0" lvl="2"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3pPr>
            <a:lvl4pPr marR="0" lvl="3"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4pPr>
            <a:lvl5pPr marR="0" lvl="4"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5pPr>
            <a:lvl6pPr marR="0" lvl="5"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6pPr>
            <a:lvl7pPr marR="0" lvl="6"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7pPr>
            <a:lvl8pPr marR="0" lvl="7"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8pPr>
            <a:lvl9pPr marR="0" lvl="8"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9pPr>
          </a:lstStyle>
          <a:p>
            <a:pPr algn="ctr"/>
            <a:r>
              <a:rPr lang="ru-RU" sz="2000" b="0" dirty="0">
                <a:latin typeface="Bahnschrift Light SemiCondensed" panose="020B0502040204020203" pitchFamily="34" charset="0"/>
              </a:rPr>
              <a:t>Сторонний сервис</a:t>
            </a:r>
            <a:endParaRPr lang="en-US" sz="2000" b="0" dirty="0">
              <a:latin typeface="Bahnschrift Light SemiCondensed" panose="020B0502040204020203" pitchFamily="34" charset="0"/>
            </a:endParaRPr>
          </a:p>
        </p:txBody>
      </p:sp>
      <p:sp>
        <p:nvSpPr>
          <p:cNvPr id="132" name="Google Shape;1103;p33">
            <a:extLst>
              <a:ext uri="{FF2B5EF4-FFF2-40B4-BE49-F238E27FC236}">
                <a16:creationId xmlns:a16="http://schemas.microsoft.com/office/drawing/2014/main" id="{311D23E3-0367-4181-988A-374C30F506D3}"/>
              </a:ext>
            </a:extLst>
          </p:cNvPr>
          <p:cNvSpPr txBox="1">
            <a:spLocks/>
          </p:cNvSpPr>
          <p:nvPr/>
        </p:nvSpPr>
        <p:spPr>
          <a:xfrm>
            <a:off x="4107546" y="2248990"/>
            <a:ext cx="1343355" cy="543677"/>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3000"/>
              <a:buFont typeface="Epilogue"/>
              <a:buNone/>
              <a:defRPr sz="4000" b="1" i="0" u="none" strike="noStrike" cap="none">
                <a:solidFill>
                  <a:schemeClr val="dk1"/>
                </a:solidFill>
                <a:latin typeface="Epilogue"/>
                <a:ea typeface="Epilogue"/>
                <a:cs typeface="Epilogue"/>
                <a:sym typeface="Epilogue"/>
              </a:defRPr>
            </a:lvl1pPr>
            <a:lvl2pPr marR="0" lvl="1"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2pPr>
            <a:lvl3pPr marR="0" lvl="2"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3pPr>
            <a:lvl4pPr marR="0" lvl="3"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4pPr>
            <a:lvl5pPr marR="0" lvl="4"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5pPr>
            <a:lvl6pPr marR="0" lvl="5"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6pPr>
            <a:lvl7pPr marR="0" lvl="6"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7pPr>
            <a:lvl8pPr marR="0" lvl="7"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8pPr>
            <a:lvl9pPr marR="0" lvl="8"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9pPr>
          </a:lstStyle>
          <a:p>
            <a:pPr algn="ctr"/>
            <a:r>
              <a:rPr lang="ru-RU" sz="2000" b="0" dirty="0">
                <a:latin typeface="Bahnschrift Light SemiCondensed" panose="020B0502040204020203" pitchFamily="34" charset="0"/>
              </a:rPr>
              <a:t>Сервер</a:t>
            </a:r>
            <a:endParaRPr lang="en-US" sz="2000" b="0" dirty="0">
              <a:latin typeface="Bahnschrift Light SemiCondensed" panose="020B0502040204020203" pitchFamily="34" charset="0"/>
            </a:endParaRPr>
          </a:p>
        </p:txBody>
      </p:sp>
      <p:sp>
        <p:nvSpPr>
          <p:cNvPr id="133" name="Google Shape;1103;p33">
            <a:extLst>
              <a:ext uri="{FF2B5EF4-FFF2-40B4-BE49-F238E27FC236}">
                <a16:creationId xmlns:a16="http://schemas.microsoft.com/office/drawing/2014/main" id="{6A60A920-51CA-4402-AA3B-A565F4BAA3C3}"/>
              </a:ext>
            </a:extLst>
          </p:cNvPr>
          <p:cNvSpPr txBox="1">
            <a:spLocks/>
          </p:cNvSpPr>
          <p:nvPr/>
        </p:nvSpPr>
        <p:spPr>
          <a:xfrm>
            <a:off x="3725908" y="4343005"/>
            <a:ext cx="2157961" cy="543677"/>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3000"/>
              <a:buFont typeface="Epilogue"/>
              <a:buNone/>
              <a:defRPr sz="4000" b="1" i="0" u="none" strike="noStrike" cap="none">
                <a:solidFill>
                  <a:schemeClr val="dk1"/>
                </a:solidFill>
                <a:latin typeface="Epilogue"/>
                <a:ea typeface="Epilogue"/>
                <a:cs typeface="Epilogue"/>
                <a:sym typeface="Epilogue"/>
              </a:defRPr>
            </a:lvl1pPr>
            <a:lvl2pPr marR="0" lvl="1"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2pPr>
            <a:lvl3pPr marR="0" lvl="2"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3pPr>
            <a:lvl4pPr marR="0" lvl="3"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4pPr>
            <a:lvl5pPr marR="0" lvl="4"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5pPr>
            <a:lvl6pPr marR="0" lvl="5"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6pPr>
            <a:lvl7pPr marR="0" lvl="6"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7pPr>
            <a:lvl8pPr marR="0" lvl="7"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8pPr>
            <a:lvl9pPr marR="0" lvl="8"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9pPr>
          </a:lstStyle>
          <a:p>
            <a:pPr algn="ctr"/>
            <a:r>
              <a:rPr lang="ru-RU" sz="2000" b="0" dirty="0">
                <a:latin typeface="Bahnschrift Light SemiCondensed" panose="020B0502040204020203" pitchFamily="34" charset="0"/>
              </a:rPr>
              <a:t>Интеллектуальный модуль</a:t>
            </a:r>
            <a:endParaRPr lang="en-US" sz="2000" b="0" dirty="0">
              <a:latin typeface="Bahnschrift Light SemiCondensed" panose="020B0502040204020203" pitchFamily="34" charset="0"/>
            </a:endParaRPr>
          </a:p>
        </p:txBody>
      </p:sp>
      <p:sp>
        <p:nvSpPr>
          <p:cNvPr id="155" name="Google Shape;1103;p33">
            <a:extLst>
              <a:ext uri="{FF2B5EF4-FFF2-40B4-BE49-F238E27FC236}">
                <a16:creationId xmlns:a16="http://schemas.microsoft.com/office/drawing/2014/main" id="{D1CDC92C-6040-43F7-8A43-B2718E18F6F9}"/>
              </a:ext>
            </a:extLst>
          </p:cNvPr>
          <p:cNvSpPr txBox="1">
            <a:spLocks/>
          </p:cNvSpPr>
          <p:nvPr/>
        </p:nvSpPr>
        <p:spPr>
          <a:xfrm>
            <a:off x="5889567" y="3032371"/>
            <a:ext cx="2157961" cy="543677"/>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3000"/>
              <a:buFont typeface="Epilogue"/>
              <a:buNone/>
              <a:defRPr sz="4000" b="1" i="0" u="none" strike="noStrike" cap="none">
                <a:solidFill>
                  <a:schemeClr val="dk1"/>
                </a:solidFill>
                <a:latin typeface="Epilogue"/>
                <a:ea typeface="Epilogue"/>
                <a:cs typeface="Epilogue"/>
                <a:sym typeface="Epilogue"/>
              </a:defRPr>
            </a:lvl1pPr>
            <a:lvl2pPr marR="0" lvl="1"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2pPr>
            <a:lvl3pPr marR="0" lvl="2"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3pPr>
            <a:lvl4pPr marR="0" lvl="3"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4pPr>
            <a:lvl5pPr marR="0" lvl="4"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5pPr>
            <a:lvl6pPr marR="0" lvl="5"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6pPr>
            <a:lvl7pPr marR="0" lvl="6"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7pPr>
            <a:lvl8pPr marR="0" lvl="7"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8pPr>
            <a:lvl9pPr marR="0" lvl="8" algn="l" rtl="0">
              <a:lnSpc>
                <a:spcPct val="100000"/>
              </a:lnSpc>
              <a:spcBef>
                <a:spcPts val="0"/>
              </a:spcBef>
              <a:spcAft>
                <a:spcPts val="0"/>
              </a:spcAft>
              <a:buClr>
                <a:schemeClr val="dk1"/>
              </a:buClr>
              <a:buSzPts val="3000"/>
              <a:buFont typeface="Epilogue"/>
              <a:buNone/>
              <a:defRPr sz="3000" b="1" i="0" u="none" strike="noStrike" cap="none">
                <a:solidFill>
                  <a:schemeClr val="dk1"/>
                </a:solidFill>
                <a:latin typeface="Epilogue"/>
                <a:ea typeface="Epilogue"/>
                <a:cs typeface="Epilogue"/>
                <a:sym typeface="Epilogue"/>
              </a:defRPr>
            </a:lvl9pPr>
          </a:lstStyle>
          <a:p>
            <a:pPr algn="ctr"/>
            <a:r>
              <a:rPr lang="ru-RU" sz="2000" b="0" dirty="0">
                <a:latin typeface="Bahnschrift Light SemiCondensed" panose="020B0502040204020203" pitchFamily="34" charset="0"/>
              </a:rPr>
              <a:t>База данных</a:t>
            </a:r>
            <a:endParaRPr lang="en-US" sz="2000" b="0" dirty="0">
              <a:latin typeface="Bahnschrift Light SemiCondensed" panose="020B0502040204020203" pitchFamily="34" charset="0"/>
            </a:endParaRPr>
          </a:p>
        </p:txBody>
      </p:sp>
      <p:grpSp>
        <p:nvGrpSpPr>
          <p:cNvPr id="6" name="Группа 5">
            <a:extLst>
              <a:ext uri="{FF2B5EF4-FFF2-40B4-BE49-F238E27FC236}">
                <a16:creationId xmlns:a16="http://schemas.microsoft.com/office/drawing/2014/main" id="{A4E02B7F-B7AF-4813-AC24-BA19881454B7}"/>
              </a:ext>
            </a:extLst>
          </p:cNvPr>
          <p:cNvGrpSpPr/>
          <p:nvPr/>
        </p:nvGrpSpPr>
        <p:grpSpPr>
          <a:xfrm>
            <a:off x="2221732" y="2796642"/>
            <a:ext cx="575697" cy="597295"/>
            <a:chOff x="1824794" y="2796642"/>
            <a:chExt cx="575697" cy="597295"/>
          </a:xfrm>
        </p:grpSpPr>
        <p:grpSp>
          <p:nvGrpSpPr>
            <p:cNvPr id="156" name="Google Shape;2037;p55">
              <a:extLst>
                <a:ext uri="{FF2B5EF4-FFF2-40B4-BE49-F238E27FC236}">
                  <a16:creationId xmlns:a16="http://schemas.microsoft.com/office/drawing/2014/main" id="{EBFDEA5A-1325-44B2-B5E4-1F1FAA9EF90F}"/>
                </a:ext>
              </a:extLst>
            </p:cNvPr>
            <p:cNvGrpSpPr/>
            <p:nvPr/>
          </p:nvGrpSpPr>
          <p:grpSpPr>
            <a:xfrm rot="16200000">
              <a:off x="1652324" y="2969112"/>
              <a:ext cx="574808" cy="229867"/>
              <a:chOff x="4791775" y="1877500"/>
              <a:chExt cx="66725" cy="36975"/>
            </a:xfrm>
          </p:grpSpPr>
          <p:sp>
            <p:nvSpPr>
              <p:cNvPr id="157" name="Google Shape;2038;p55">
                <a:extLst>
                  <a:ext uri="{FF2B5EF4-FFF2-40B4-BE49-F238E27FC236}">
                    <a16:creationId xmlns:a16="http://schemas.microsoft.com/office/drawing/2014/main" id="{5C4273D5-C9FF-4EAA-86CF-417C905349C1}"/>
                  </a:ext>
                </a:extLst>
              </p:cNvPr>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58" name="Google Shape;2039;p55">
                <a:extLst>
                  <a:ext uri="{FF2B5EF4-FFF2-40B4-BE49-F238E27FC236}">
                    <a16:creationId xmlns:a16="http://schemas.microsoft.com/office/drawing/2014/main" id="{8ABA88B5-DCD1-424D-9950-28F4C8F150D5}"/>
                  </a:ext>
                </a:extLst>
              </p:cNvPr>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grpSp>
          <p:nvGrpSpPr>
            <p:cNvPr id="159" name="Google Shape;2037;p55">
              <a:extLst>
                <a:ext uri="{FF2B5EF4-FFF2-40B4-BE49-F238E27FC236}">
                  <a16:creationId xmlns:a16="http://schemas.microsoft.com/office/drawing/2014/main" id="{B659D3CC-2FA9-4426-99D4-49DF4E825933}"/>
                </a:ext>
              </a:extLst>
            </p:cNvPr>
            <p:cNvGrpSpPr/>
            <p:nvPr/>
          </p:nvGrpSpPr>
          <p:grpSpPr>
            <a:xfrm rot="5400000">
              <a:off x="1998154" y="2991599"/>
              <a:ext cx="574808" cy="229867"/>
              <a:chOff x="4791775" y="1877500"/>
              <a:chExt cx="66725" cy="36975"/>
            </a:xfrm>
          </p:grpSpPr>
          <p:sp>
            <p:nvSpPr>
              <p:cNvPr id="160" name="Google Shape;2038;p55">
                <a:extLst>
                  <a:ext uri="{FF2B5EF4-FFF2-40B4-BE49-F238E27FC236}">
                    <a16:creationId xmlns:a16="http://schemas.microsoft.com/office/drawing/2014/main" id="{1B289615-7718-4448-B059-E9E1ADBEA439}"/>
                  </a:ext>
                </a:extLst>
              </p:cNvPr>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61" name="Google Shape;2039;p55">
                <a:extLst>
                  <a:ext uri="{FF2B5EF4-FFF2-40B4-BE49-F238E27FC236}">
                    <a16:creationId xmlns:a16="http://schemas.microsoft.com/office/drawing/2014/main" id="{BEE89AE2-496F-404E-97C3-FF4371A9D192}"/>
                  </a:ext>
                </a:extLst>
              </p:cNvPr>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grpSp>
      <p:grpSp>
        <p:nvGrpSpPr>
          <p:cNvPr id="176" name="Группа 175">
            <a:extLst>
              <a:ext uri="{FF2B5EF4-FFF2-40B4-BE49-F238E27FC236}">
                <a16:creationId xmlns:a16="http://schemas.microsoft.com/office/drawing/2014/main" id="{8732865E-FE83-45CC-A432-1FE51BE502AE}"/>
              </a:ext>
            </a:extLst>
          </p:cNvPr>
          <p:cNvGrpSpPr/>
          <p:nvPr/>
        </p:nvGrpSpPr>
        <p:grpSpPr>
          <a:xfrm rot="16200000">
            <a:off x="3338593" y="1714135"/>
            <a:ext cx="575697" cy="597295"/>
            <a:chOff x="1824794" y="2796642"/>
            <a:chExt cx="575697" cy="597295"/>
          </a:xfrm>
        </p:grpSpPr>
        <p:grpSp>
          <p:nvGrpSpPr>
            <p:cNvPr id="177" name="Google Shape;2037;p55">
              <a:extLst>
                <a:ext uri="{FF2B5EF4-FFF2-40B4-BE49-F238E27FC236}">
                  <a16:creationId xmlns:a16="http://schemas.microsoft.com/office/drawing/2014/main" id="{D3BE0975-FB3A-4529-B1E6-01B33279F778}"/>
                </a:ext>
              </a:extLst>
            </p:cNvPr>
            <p:cNvGrpSpPr/>
            <p:nvPr/>
          </p:nvGrpSpPr>
          <p:grpSpPr>
            <a:xfrm rot="16200000">
              <a:off x="1652324" y="2969112"/>
              <a:ext cx="574808" cy="229867"/>
              <a:chOff x="4791775" y="1877500"/>
              <a:chExt cx="66725" cy="36975"/>
            </a:xfrm>
          </p:grpSpPr>
          <p:sp>
            <p:nvSpPr>
              <p:cNvPr id="181" name="Google Shape;2038;p55">
                <a:extLst>
                  <a:ext uri="{FF2B5EF4-FFF2-40B4-BE49-F238E27FC236}">
                    <a16:creationId xmlns:a16="http://schemas.microsoft.com/office/drawing/2014/main" id="{CCD13160-4E37-4A84-88AB-F823933D3487}"/>
                  </a:ext>
                </a:extLst>
              </p:cNvPr>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82" name="Google Shape;2039;p55">
                <a:extLst>
                  <a:ext uri="{FF2B5EF4-FFF2-40B4-BE49-F238E27FC236}">
                    <a16:creationId xmlns:a16="http://schemas.microsoft.com/office/drawing/2014/main" id="{EED77C3A-2EE3-4209-A0D7-17A4EBA59BD9}"/>
                  </a:ext>
                </a:extLst>
              </p:cNvPr>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grpSp>
          <p:nvGrpSpPr>
            <p:cNvPr id="178" name="Google Shape;2037;p55">
              <a:extLst>
                <a:ext uri="{FF2B5EF4-FFF2-40B4-BE49-F238E27FC236}">
                  <a16:creationId xmlns:a16="http://schemas.microsoft.com/office/drawing/2014/main" id="{51AF176F-0D3F-4B26-BF7E-E629D4338106}"/>
                </a:ext>
              </a:extLst>
            </p:cNvPr>
            <p:cNvGrpSpPr/>
            <p:nvPr/>
          </p:nvGrpSpPr>
          <p:grpSpPr>
            <a:xfrm rot="5400000">
              <a:off x="1998154" y="2991599"/>
              <a:ext cx="574808" cy="229867"/>
              <a:chOff x="4791775" y="1877500"/>
              <a:chExt cx="66725" cy="36975"/>
            </a:xfrm>
          </p:grpSpPr>
          <p:sp>
            <p:nvSpPr>
              <p:cNvPr id="179" name="Google Shape;2038;p55">
                <a:extLst>
                  <a:ext uri="{FF2B5EF4-FFF2-40B4-BE49-F238E27FC236}">
                    <a16:creationId xmlns:a16="http://schemas.microsoft.com/office/drawing/2014/main" id="{7DA944E4-D8F9-41F6-91B1-A4ACC9210BDA}"/>
                  </a:ext>
                </a:extLst>
              </p:cNvPr>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80" name="Google Shape;2039;p55">
                <a:extLst>
                  <a:ext uri="{FF2B5EF4-FFF2-40B4-BE49-F238E27FC236}">
                    <a16:creationId xmlns:a16="http://schemas.microsoft.com/office/drawing/2014/main" id="{D6F847FE-EC62-4DE9-B96B-BC2CB096EB31}"/>
                  </a:ext>
                </a:extLst>
              </p:cNvPr>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grpSp>
      <p:grpSp>
        <p:nvGrpSpPr>
          <p:cNvPr id="183" name="Группа 182">
            <a:extLst>
              <a:ext uri="{FF2B5EF4-FFF2-40B4-BE49-F238E27FC236}">
                <a16:creationId xmlns:a16="http://schemas.microsoft.com/office/drawing/2014/main" id="{179EA108-FAD9-4CC0-AD97-FE453DF709B2}"/>
              </a:ext>
            </a:extLst>
          </p:cNvPr>
          <p:cNvGrpSpPr/>
          <p:nvPr/>
        </p:nvGrpSpPr>
        <p:grpSpPr>
          <a:xfrm>
            <a:off x="4508825" y="2682702"/>
            <a:ext cx="575697" cy="597295"/>
            <a:chOff x="1824794" y="2796642"/>
            <a:chExt cx="575697" cy="597295"/>
          </a:xfrm>
        </p:grpSpPr>
        <p:grpSp>
          <p:nvGrpSpPr>
            <p:cNvPr id="184" name="Google Shape;2037;p55">
              <a:extLst>
                <a:ext uri="{FF2B5EF4-FFF2-40B4-BE49-F238E27FC236}">
                  <a16:creationId xmlns:a16="http://schemas.microsoft.com/office/drawing/2014/main" id="{C84B73C9-1732-44DE-BD6F-D1CB85804567}"/>
                </a:ext>
              </a:extLst>
            </p:cNvPr>
            <p:cNvGrpSpPr/>
            <p:nvPr/>
          </p:nvGrpSpPr>
          <p:grpSpPr>
            <a:xfrm rot="16200000">
              <a:off x="1652324" y="2969112"/>
              <a:ext cx="574808" cy="229867"/>
              <a:chOff x="4791775" y="1877500"/>
              <a:chExt cx="66725" cy="36975"/>
            </a:xfrm>
          </p:grpSpPr>
          <p:sp>
            <p:nvSpPr>
              <p:cNvPr id="188" name="Google Shape;2038;p55">
                <a:extLst>
                  <a:ext uri="{FF2B5EF4-FFF2-40B4-BE49-F238E27FC236}">
                    <a16:creationId xmlns:a16="http://schemas.microsoft.com/office/drawing/2014/main" id="{D599DDF7-5FA3-4C10-AF95-B77446570A34}"/>
                  </a:ext>
                </a:extLst>
              </p:cNvPr>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89" name="Google Shape;2039;p55">
                <a:extLst>
                  <a:ext uri="{FF2B5EF4-FFF2-40B4-BE49-F238E27FC236}">
                    <a16:creationId xmlns:a16="http://schemas.microsoft.com/office/drawing/2014/main" id="{41934DE9-6684-455D-8C01-86BE4F98FE2B}"/>
                  </a:ext>
                </a:extLst>
              </p:cNvPr>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grpSp>
          <p:nvGrpSpPr>
            <p:cNvPr id="185" name="Google Shape;2037;p55">
              <a:extLst>
                <a:ext uri="{FF2B5EF4-FFF2-40B4-BE49-F238E27FC236}">
                  <a16:creationId xmlns:a16="http://schemas.microsoft.com/office/drawing/2014/main" id="{C3EA8C2B-0057-416B-9D69-159DC1DE8ADE}"/>
                </a:ext>
              </a:extLst>
            </p:cNvPr>
            <p:cNvGrpSpPr/>
            <p:nvPr/>
          </p:nvGrpSpPr>
          <p:grpSpPr>
            <a:xfrm rot="5400000">
              <a:off x="1998154" y="2991599"/>
              <a:ext cx="574808" cy="229867"/>
              <a:chOff x="4791775" y="1877500"/>
              <a:chExt cx="66725" cy="36975"/>
            </a:xfrm>
          </p:grpSpPr>
          <p:sp>
            <p:nvSpPr>
              <p:cNvPr id="186" name="Google Shape;2038;p55">
                <a:extLst>
                  <a:ext uri="{FF2B5EF4-FFF2-40B4-BE49-F238E27FC236}">
                    <a16:creationId xmlns:a16="http://schemas.microsoft.com/office/drawing/2014/main" id="{F5858A9E-DB7C-4014-8953-684AAFA0C71A}"/>
                  </a:ext>
                </a:extLst>
              </p:cNvPr>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87" name="Google Shape;2039;p55">
                <a:extLst>
                  <a:ext uri="{FF2B5EF4-FFF2-40B4-BE49-F238E27FC236}">
                    <a16:creationId xmlns:a16="http://schemas.microsoft.com/office/drawing/2014/main" id="{4F57D5CD-2651-4878-A53C-7036AF037F53}"/>
                  </a:ext>
                </a:extLst>
              </p:cNvPr>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grpSp>
      <p:grpSp>
        <p:nvGrpSpPr>
          <p:cNvPr id="190" name="Группа 189">
            <a:extLst>
              <a:ext uri="{FF2B5EF4-FFF2-40B4-BE49-F238E27FC236}">
                <a16:creationId xmlns:a16="http://schemas.microsoft.com/office/drawing/2014/main" id="{ADD4265E-45AA-48C4-93A7-B8B9AAAFFE96}"/>
              </a:ext>
            </a:extLst>
          </p:cNvPr>
          <p:cNvGrpSpPr/>
          <p:nvPr/>
        </p:nvGrpSpPr>
        <p:grpSpPr>
          <a:xfrm rot="3427059">
            <a:off x="5529717" y="3414656"/>
            <a:ext cx="575697" cy="597295"/>
            <a:chOff x="1824794" y="2796642"/>
            <a:chExt cx="575697" cy="597295"/>
          </a:xfrm>
        </p:grpSpPr>
        <p:grpSp>
          <p:nvGrpSpPr>
            <p:cNvPr id="191" name="Google Shape;2037;p55">
              <a:extLst>
                <a:ext uri="{FF2B5EF4-FFF2-40B4-BE49-F238E27FC236}">
                  <a16:creationId xmlns:a16="http://schemas.microsoft.com/office/drawing/2014/main" id="{0FF88E8D-7FBF-44A1-A993-F6FFA17739D2}"/>
                </a:ext>
              </a:extLst>
            </p:cNvPr>
            <p:cNvGrpSpPr/>
            <p:nvPr/>
          </p:nvGrpSpPr>
          <p:grpSpPr>
            <a:xfrm rot="16200000">
              <a:off x="1652324" y="2969112"/>
              <a:ext cx="574808" cy="229867"/>
              <a:chOff x="4791775" y="1877500"/>
              <a:chExt cx="66725" cy="36975"/>
            </a:xfrm>
          </p:grpSpPr>
          <p:sp>
            <p:nvSpPr>
              <p:cNvPr id="195" name="Google Shape;2038;p55">
                <a:extLst>
                  <a:ext uri="{FF2B5EF4-FFF2-40B4-BE49-F238E27FC236}">
                    <a16:creationId xmlns:a16="http://schemas.microsoft.com/office/drawing/2014/main" id="{8CFE93E8-C247-4C0D-8070-3B1A9E769689}"/>
                  </a:ext>
                </a:extLst>
              </p:cNvPr>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96" name="Google Shape;2039;p55">
                <a:extLst>
                  <a:ext uri="{FF2B5EF4-FFF2-40B4-BE49-F238E27FC236}">
                    <a16:creationId xmlns:a16="http://schemas.microsoft.com/office/drawing/2014/main" id="{E66283D0-3127-4B41-9548-B534C33DCEC4}"/>
                  </a:ext>
                </a:extLst>
              </p:cNvPr>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grpSp>
          <p:nvGrpSpPr>
            <p:cNvPr id="192" name="Google Shape;2037;p55">
              <a:extLst>
                <a:ext uri="{FF2B5EF4-FFF2-40B4-BE49-F238E27FC236}">
                  <a16:creationId xmlns:a16="http://schemas.microsoft.com/office/drawing/2014/main" id="{4D547797-24E7-4EBE-B43E-7B335377AA61}"/>
                </a:ext>
              </a:extLst>
            </p:cNvPr>
            <p:cNvGrpSpPr/>
            <p:nvPr/>
          </p:nvGrpSpPr>
          <p:grpSpPr>
            <a:xfrm rot="5400000">
              <a:off x="1998154" y="2991599"/>
              <a:ext cx="574808" cy="229867"/>
              <a:chOff x="4791775" y="1877500"/>
              <a:chExt cx="66725" cy="36975"/>
            </a:xfrm>
          </p:grpSpPr>
          <p:sp>
            <p:nvSpPr>
              <p:cNvPr id="193" name="Google Shape;2038;p55">
                <a:extLst>
                  <a:ext uri="{FF2B5EF4-FFF2-40B4-BE49-F238E27FC236}">
                    <a16:creationId xmlns:a16="http://schemas.microsoft.com/office/drawing/2014/main" id="{BBEC902A-97F3-47D1-8F3F-876BDEC9DCFB}"/>
                  </a:ext>
                </a:extLst>
              </p:cNvPr>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94" name="Google Shape;2039;p55">
                <a:extLst>
                  <a:ext uri="{FF2B5EF4-FFF2-40B4-BE49-F238E27FC236}">
                    <a16:creationId xmlns:a16="http://schemas.microsoft.com/office/drawing/2014/main" id="{B031F4E6-0264-4D5A-92F8-DF708DDED00E}"/>
                  </a:ext>
                </a:extLst>
              </p:cNvPr>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grpSp>
      <p:grpSp>
        <p:nvGrpSpPr>
          <p:cNvPr id="197" name="Группа 196">
            <a:extLst>
              <a:ext uri="{FF2B5EF4-FFF2-40B4-BE49-F238E27FC236}">
                <a16:creationId xmlns:a16="http://schemas.microsoft.com/office/drawing/2014/main" id="{82ACF947-44C9-4D68-BC05-82D0248F7406}"/>
              </a:ext>
            </a:extLst>
          </p:cNvPr>
          <p:cNvGrpSpPr/>
          <p:nvPr/>
        </p:nvGrpSpPr>
        <p:grpSpPr>
          <a:xfrm rot="7864710">
            <a:off x="5462778" y="1891416"/>
            <a:ext cx="575697" cy="597295"/>
            <a:chOff x="1824794" y="2796642"/>
            <a:chExt cx="575697" cy="597295"/>
          </a:xfrm>
        </p:grpSpPr>
        <p:grpSp>
          <p:nvGrpSpPr>
            <p:cNvPr id="198" name="Google Shape;2037;p55">
              <a:extLst>
                <a:ext uri="{FF2B5EF4-FFF2-40B4-BE49-F238E27FC236}">
                  <a16:creationId xmlns:a16="http://schemas.microsoft.com/office/drawing/2014/main" id="{62498D48-5E52-4F4B-BBFB-EB40EEFE9900}"/>
                </a:ext>
              </a:extLst>
            </p:cNvPr>
            <p:cNvGrpSpPr/>
            <p:nvPr/>
          </p:nvGrpSpPr>
          <p:grpSpPr>
            <a:xfrm rot="16200000">
              <a:off x="1652324" y="2969112"/>
              <a:ext cx="574808" cy="229867"/>
              <a:chOff x="4791775" y="1877500"/>
              <a:chExt cx="66725" cy="36975"/>
            </a:xfrm>
          </p:grpSpPr>
          <p:sp>
            <p:nvSpPr>
              <p:cNvPr id="202" name="Google Shape;2038;p55">
                <a:extLst>
                  <a:ext uri="{FF2B5EF4-FFF2-40B4-BE49-F238E27FC236}">
                    <a16:creationId xmlns:a16="http://schemas.microsoft.com/office/drawing/2014/main" id="{CA255F05-958B-4FCD-B4D8-205117DC6DB1}"/>
                  </a:ext>
                </a:extLst>
              </p:cNvPr>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03" name="Google Shape;2039;p55">
                <a:extLst>
                  <a:ext uri="{FF2B5EF4-FFF2-40B4-BE49-F238E27FC236}">
                    <a16:creationId xmlns:a16="http://schemas.microsoft.com/office/drawing/2014/main" id="{4C38DCB0-B206-40B6-A995-7EFB7CFFAD1D}"/>
                  </a:ext>
                </a:extLst>
              </p:cNvPr>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grpSp>
          <p:nvGrpSpPr>
            <p:cNvPr id="199" name="Google Shape;2037;p55">
              <a:extLst>
                <a:ext uri="{FF2B5EF4-FFF2-40B4-BE49-F238E27FC236}">
                  <a16:creationId xmlns:a16="http://schemas.microsoft.com/office/drawing/2014/main" id="{0F81FE73-AF5B-43C0-8DE8-19016BDE3727}"/>
                </a:ext>
              </a:extLst>
            </p:cNvPr>
            <p:cNvGrpSpPr/>
            <p:nvPr/>
          </p:nvGrpSpPr>
          <p:grpSpPr>
            <a:xfrm rot="5400000">
              <a:off x="1998154" y="2991599"/>
              <a:ext cx="574808" cy="229867"/>
              <a:chOff x="4791775" y="1877500"/>
              <a:chExt cx="66725" cy="36975"/>
            </a:xfrm>
          </p:grpSpPr>
          <p:sp>
            <p:nvSpPr>
              <p:cNvPr id="200" name="Google Shape;2038;p55">
                <a:extLst>
                  <a:ext uri="{FF2B5EF4-FFF2-40B4-BE49-F238E27FC236}">
                    <a16:creationId xmlns:a16="http://schemas.microsoft.com/office/drawing/2014/main" id="{198BE1FA-8031-4126-A493-4AC99DD5ED5A}"/>
                  </a:ext>
                </a:extLst>
              </p:cNvPr>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01" name="Google Shape;2039;p55">
                <a:extLst>
                  <a:ext uri="{FF2B5EF4-FFF2-40B4-BE49-F238E27FC236}">
                    <a16:creationId xmlns:a16="http://schemas.microsoft.com/office/drawing/2014/main" id="{658907F4-2DFF-4A88-BFD4-74C64FECF857}"/>
                  </a:ext>
                </a:extLst>
              </p:cNvPr>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grpSp>
    </p:spTree>
    <p:extLst>
      <p:ext uri="{BB962C8B-B14F-4D97-AF65-F5344CB8AC3E}">
        <p14:creationId xmlns:p14="http://schemas.microsoft.com/office/powerpoint/2010/main" val="19703043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48"/>
        <p:cNvGrpSpPr/>
        <p:nvPr/>
      </p:nvGrpSpPr>
      <p:grpSpPr>
        <a:xfrm>
          <a:off x="0" y="0"/>
          <a:ext cx="0" cy="0"/>
          <a:chOff x="0" y="0"/>
          <a:chExt cx="0" cy="0"/>
        </a:xfrm>
      </p:grpSpPr>
      <p:sp>
        <p:nvSpPr>
          <p:cNvPr id="949" name="Google Shape;949;p3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dirty="0">
                <a:latin typeface="Bahnschrift SemiBold" panose="020B0502040204020203" pitchFamily="34" charset="0"/>
              </a:rPr>
              <a:t>Подготовка данных</a:t>
            </a:r>
            <a:endParaRPr lang="en-US" dirty="0">
              <a:latin typeface="Bahnschrift SemiBold" panose="020B0502040204020203" pitchFamily="34" charset="0"/>
            </a:endParaRPr>
          </a:p>
        </p:txBody>
      </p:sp>
      <p:sp>
        <p:nvSpPr>
          <p:cNvPr id="950" name="Google Shape;950;p30"/>
          <p:cNvSpPr txBox="1">
            <a:spLocks noGrp="1"/>
          </p:cNvSpPr>
          <p:nvPr>
            <p:ph type="title" idx="2"/>
          </p:nvPr>
        </p:nvSpPr>
        <p:spPr>
          <a:xfrm>
            <a:off x="1100975" y="1203373"/>
            <a:ext cx="7347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01</a:t>
            </a:r>
            <a:endParaRPr dirty="0"/>
          </a:p>
        </p:txBody>
      </p:sp>
      <p:sp>
        <p:nvSpPr>
          <p:cNvPr id="951" name="Google Shape;951;p30"/>
          <p:cNvSpPr txBox="1">
            <a:spLocks noGrp="1"/>
          </p:cNvSpPr>
          <p:nvPr>
            <p:ph type="title" idx="3"/>
          </p:nvPr>
        </p:nvSpPr>
        <p:spPr>
          <a:xfrm>
            <a:off x="1100975" y="2789203"/>
            <a:ext cx="7347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04</a:t>
            </a:r>
            <a:endParaRPr/>
          </a:p>
        </p:txBody>
      </p:sp>
      <p:sp>
        <p:nvSpPr>
          <p:cNvPr id="952" name="Google Shape;952;p30"/>
          <p:cNvSpPr txBox="1">
            <a:spLocks noGrp="1"/>
          </p:cNvSpPr>
          <p:nvPr>
            <p:ph type="title" idx="4"/>
          </p:nvPr>
        </p:nvSpPr>
        <p:spPr>
          <a:xfrm>
            <a:off x="3419250" y="1203373"/>
            <a:ext cx="7347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02</a:t>
            </a:r>
            <a:endParaRPr dirty="0"/>
          </a:p>
        </p:txBody>
      </p:sp>
      <p:sp>
        <p:nvSpPr>
          <p:cNvPr id="953" name="Google Shape;953;p30"/>
          <p:cNvSpPr txBox="1">
            <a:spLocks noGrp="1"/>
          </p:cNvSpPr>
          <p:nvPr>
            <p:ph type="title" idx="5"/>
          </p:nvPr>
        </p:nvSpPr>
        <p:spPr>
          <a:xfrm>
            <a:off x="3419250" y="2789203"/>
            <a:ext cx="7347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05</a:t>
            </a:r>
            <a:endParaRPr/>
          </a:p>
        </p:txBody>
      </p:sp>
      <p:sp>
        <p:nvSpPr>
          <p:cNvPr id="954" name="Google Shape;954;p30"/>
          <p:cNvSpPr txBox="1">
            <a:spLocks noGrp="1"/>
          </p:cNvSpPr>
          <p:nvPr>
            <p:ph type="title" idx="6"/>
          </p:nvPr>
        </p:nvSpPr>
        <p:spPr>
          <a:xfrm>
            <a:off x="5737525" y="1203373"/>
            <a:ext cx="7347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03</a:t>
            </a:r>
            <a:endParaRPr/>
          </a:p>
        </p:txBody>
      </p:sp>
      <p:sp>
        <p:nvSpPr>
          <p:cNvPr id="955" name="Google Shape;955;p30"/>
          <p:cNvSpPr txBox="1">
            <a:spLocks noGrp="1"/>
          </p:cNvSpPr>
          <p:nvPr>
            <p:ph type="title" idx="7"/>
          </p:nvPr>
        </p:nvSpPr>
        <p:spPr>
          <a:xfrm>
            <a:off x="5737525" y="2789203"/>
            <a:ext cx="7347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06</a:t>
            </a:r>
            <a:endParaRPr/>
          </a:p>
        </p:txBody>
      </p:sp>
      <p:sp>
        <p:nvSpPr>
          <p:cNvPr id="956" name="Google Shape;956;p30"/>
          <p:cNvSpPr txBox="1">
            <a:spLocks noGrp="1"/>
          </p:cNvSpPr>
          <p:nvPr>
            <p:ph type="subTitle" idx="1"/>
          </p:nvPr>
        </p:nvSpPr>
        <p:spPr>
          <a:xfrm>
            <a:off x="1100975" y="1912475"/>
            <a:ext cx="2305500" cy="750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0" dirty="0">
                <a:latin typeface="Bahnschrift SemiBold" panose="020B0502040204020203" pitchFamily="34" charset="0"/>
              </a:rPr>
              <a:t>Etsy Products Dataset</a:t>
            </a:r>
          </a:p>
        </p:txBody>
      </p:sp>
      <p:sp>
        <p:nvSpPr>
          <p:cNvPr id="957" name="Google Shape;957;p30"/>
          <p:cNvSpPr txBox="1">
            <a:spLocks noGrp="1"/>
          </p:cNvSpPr>
          <p:nvPr>
            <p:ph type="subTitle" idx="8"/>
          </p:nvPr>
        </p:nvSpPr>
        <p:spPr>
          <a:xfrm>
            <a:off x="3419250" y="1912475"/>
            <a:ext cx="2305500" cy="750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b="0" dirty="0">
                <a:latin typeface="Bahnschrift SemiBold" panose="020B0502040204020203" pitchFamily="34" charset="0"/>
              </a:rPr>
              <a:t>Загрузка и фильтрация</a:t>
            </a:r>
            <a:endParaRPr b="0" dirty="0">
              <a:latin typeface="Bahnschrift SemiBold" panose="020B0502040204020203" pitchFamily="34" charset="0"/>
            </a:endParaRPr>
          </a:p>
        </p:txBody>
      </p:sp>
      <p:sp>
        <p:nvSpPr>
          <p:cNvPr id="958" name="Google Shape;958;p30"/>
          <p:cNvSpPr txBox="1">
            <a:spLocks noGrp="1"/>
          </p:cNvSpPr>
          <p:nvPr>
            <p:ph type="subTitle" idx="9"/>
          </p:nvPr>
        </p:nvSpPr>
        <p:spPr>
          <a:xfrm>
            <a:off x="5737525" y="1912475"/>
            <a:ext cx="2305500" cy="750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b="0" dirty="0">
                <a:latin typeface="Bahnschrift SemiBold" panose="020B0502040204020203" pitchFamily="34" charset="0"/>
              </a:rPr>
              <a:t>Очистка текста</a:t>
            </a:r>
            <a:endParaRPr b="0" dirty="0">
              <a:latin typeface="Bahnschrift SemiBold" panose="020B0502040204020203" pitchFamily="34" charset="0"/>
            </a:endParaRPr>
          </a:p>
        </p:txBody>
      </p:sp>
      <p:sp>
        <p:nvSpPr>
          <p:cNvPr id="959" name="Google Shape;959;p30"/>
          <p:cNvSpPr txBox="1">
            <a:spLocks noGrp="1"/>
          </p:cNvSpPr>
          <p:nvPr>
            <p:ph type="subTitle" idx="13"/>
          </p:nvPr>
        </p:nvSpPr>
        <p:spPr>
          <a:xfrm>
            <a:off x="1100975" y="3498350"/>
            <a:ext cx="2305500" cy="750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b="0" dirty="0">
                <a:latin typeface="Bahnschrift SemiBold" panose="020B0502040204020203" pitchFamily="34" charset="0"/>
              </a:rPr>
              <a:t>Нормализация</a:t>
            </a:r>
            <a:endParaRPr b="0" dirty="0">
              <a:latin typeface="Bahnschrift SemiBold" panose="020B0502040204020203" pitchFamily="34" charset="0"/>
            </a:endParaRPr>
          </a:p>
        </p:txBody>
      </p:sp>
      <p:sp>
        <p:nvSpPr>
          <p:cNvPr id="960" name="Google Shape;960;p30"/>
          <p:cNvSpPr txBox="1">
            <a:spLocks noGrp="1"/>
          </p:cNvSpPr>
          <p:nvPr>
            <p:ph type="subTitle" idx="14"/>
          </p:nvPr>
        </p:nvSpPr>
        <p:spPr>
          <a:xfrm>
            <a:off x="3419250" y="3498350"/>
            <a:ext cx="2305500" cy="750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b="0" dirty="0">
                <a:latin typeface="Bahnschrift SemiBold" panose="020B0502040204020203" pitchFamily="34" charset="0"/>
              </a:rPr>
              <a:t>Векторизация</a:t>
            </a:r>
            <a:endParaRPr b="0" dirty="0">
              <a:latin typeface="Bahnschrift SemiBold" panose="020B0502040204020203" pitchFamily="34" charset="0"/>
            </a:endParaRPr>
          </a:p>
        </p:txBody>
      </p:sp>
      <p:sp>
        <p:nvSpPr>
          <p:cNvPr id="961" name="Google Shape;961;p30"/>
          <p:cNvSpPr txBox="1">
            <a:spLocks noGrp="1"/>
          </p:cNvSpPr>
          <p:nvPr>
            <p:ph type="subTitle" idx="15"/>
          </p:nvPr>
        </p:nvSpPr>
        <p:spPr>
          <a:xfrm>
            <a:off x="5737525" y="3498350"/>
            <a:ext cx="2305500" cy="750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ru-RU" b="0" dirty="0">
                <a:latin typeface="Bahnschrift SemiBold" panose="020B0502040204020203" pitchFamily="34" charset="0"/>
              </a:rPr>
              <a:t>Сохранение</a:t>
            </a:r>
            <a:endParaRPr b="0" dirty="0">
              <a:latin typeface="Bahnschrift SemiBold" panose="020B0502040204020203" pitchFamily="34" charset="0"/>
            </a:endParaRPr>
          </a:p>
        </p:txBody>
      </p:sp>
      <p:grpSp>
        <p:nvGrpSpPr>
          <p:cNvPr id="15" name="Google Shape;8926;p63">
            <a:extLst>
              <a:ext uri="{FF2B5EF4-FFF2-40B4-BE49-F238E27FC236}">
                <a16:creationId xmlns:a16="http://schemas.microsoft.com/office/drawing/2014/main" id="{1586BA1D-23C1-4948-9ED4-31540C944073}"/>
              </a:ext>
            </a:extLst>
          </p:cNvPr>
          <p:cNvGrpSpPr/>
          <p:nvPr/>
        </p:nvGrpSpPr>
        <p:grpSpPr>
          <a:xfrm>
            <a:off x="1835675" y="1158139"/>
            <a:ext cx="663685" cy="663167"/>
            <a:chOff x="882590" y="2438360"/>
            <a:chExt cx="337310" cy="337047"/>
          </a:xfrm>
        </p:grpSpPr>
        <p:sp>
          <p:nvSpPr>
            <p:cNvPr id="16" name="Google Shape;8927;p63">
              <a:extLst>
                <a:ext uri="{FF2B5EF4-FFF2-40B4-BE49-F238E27FC236}">
                  <a16:creationId xmlns:a16="http://schemas.microsoft.com/office/drawing/2014/main" id="{EAC9AC94-EFA4-4BD4-943F-1BD204937560}"/>
                </a:ext>
              </a:extLst>
            </p:cNvPr>
            <p:cNvSpPr/>
            <p:nvPr/>
          </p:nvSpPr>
          <p:spPr>
            <a:xfrm>
              <a:off x="992934" y="2438360"/>
              <a:ext cx="114625" cy="337047"/>
            </a:xfrm>
            <a:custGeom>
              <a:avLst/>
              <a:gdLst/>
              <a:ahLst/>
              <a:cxnLst/>
              <a:rect l="l" t="t" r="r" b="b"/>
              <a:pathLst>
                <a:path w="4365" h="12835" extrusionOk="0">
                  <a:moveTo>
                    <a:pt x="0" y="0"/>
                  </a:moveTo>
                  <a:lnTo>
                    <a:pt x="0" y="12834"/>
                  </a:lnTo>
                  <a:lnTo>
                    <a:pt x="4364" y="12834"/>
                  </a:lnTo>
                  <a:lnTo>
                    <a:pt x="4364" y="0"/>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8928;p63">
              <a:extLst>
                <a:ext uri="{FF2B5EF4-FFF2-40B4-BE49-F238E27FC236}">
                  <a16:creationId xmlns:a16="http://schemas.microsoft.com/office/drawing/2014/main" id="{FF870139-1F31-43C4-8F80-BF0B5B31BA10}"/>
                </a:ext>
              </a:extLst>
            </p:cNvPr>
            <p:cNvSpPr/>
            <p:nvPr/>
          </p:nvSpPr>
          <p:spPr>
            <a:xfrm>
              <a:off x="1081640" y="2438360"/>
              <a:ext cx="25919" cy="337047"/>
            </a:xfrm>
            <a:custGeom>
              <a:avLst/>
              <a:gdLst/>
              <a:ahLst/>
              <a:cxnLst/>
              <a:rect l="l" t="t" r="r" b="b"/>
              <a:pathLst>
                <a:path w="987" h="12835" extrusionOk="0">
                  <a:moveTo>
                    <a:pt x="0" y="0"/>
                  </a:moveTo>
                  <a:lnTo>
                    <a:pt x="0" y="12834"/>
                  </a:lnTo>
                  <a:lnTo>
                    <a:pt x="986" y="12834"/>
                  </a:lnTo>
                  <a:lnTo>
                    <a:pt x="986" y="0"/>
                  </a:lnTo>
                  <a:close/>
                </a:path>
              </a:pathLst>
            </a:custGeom>
            <a:solidFill>
              <a:srgbClr val="C5D1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8929;p63">
              <a:extLst>
                <a:ext uri="{FF2B5EF4-FFF2-40B4-BE49-F238E27FC236}">
                  <a16:creationId xmlns:a16="http://schemas.microsoft.com/office/drawing/2014/main" id="{0E062227-10DD-4EE0-9928-E30761FD9F3E}"/>
                </a:ext>
              </a:extLst>
            </p:cNvPr>
            <p:cNvSpPr/>
            <p:nvPr/>
          </p:nvSpPr>
          <p:spPr>
            <a:xfrm>
              <a:off x="882590" y="2438360"/>
              <a:ext cx="112367" cy="337047"/>
            </a:xfrm>
            <a:custGeom>
              <a:avLst/>
              <a:gdLst/>
              <a:ahLst/>
              <a:cxnLst/>
              <a:rect l="l" t="t" r="r" b="b"/>
              <a:pathLst>
                <a:path w="4279" h="12835" extrusionOk="0">
                  <a:moveTo>
                    <a:pt x="986" y="0"/>
                  </a:moveTo>
                  <a:cubicBezTo>
                    <a:pt x="441" y="0"/>
                    <a:pt x="1" y="441"/>
                    <a:pt x="1" y="976"/>
                  </a:cubicBezTo>
                  <a:lnTo>
                    <a:pt x="1" y="11858"/>
                  </a:lnTo>
                  <a:cubicBezTo>
                    <a:pt x="1" y="12394"/>
                    <a:pt x="441" y="12834"/>
                    <a:pt x="986" y="12834"/>
                  </a:cubicBezTo>
                  <a:lnTo>
                    <a:pt x="4279" y="12834"/>
                  </a:lnTo>
                  <a:lnTo>
                    <a:pt x="4279"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8930;p63">
              <a:extLst>
                <a:ext uri="{FF2B5EF4-FFF2-40B4-BE49-F238E27FC236}">
                  <a16:creationId xmlns:a16="http://schemas.microsoft.com/office/drawing/2014/main" id="{E653695D-ECB3-4A9E-82C8-513375DD3780}"/>
                </a:ext>
              </a:extLst>
            </p:cNvPr>
            <p:cNvSpPr/>
            <p:nvPr/>
          </p:nvSpPr>
          <p:spPr>
            <a:xfrm>
              <a:off x="969799" y="2438360"/>
              <a:ext cx="25157" cy="337047"/>
            </a:xfrm>
            <a:custGeom>
              <a:avLst/>
              <a:gdLst/>
              <a:ahLst/>
              <a:cxnLst/>
              <a:rect l="l" t="t" r="r" b="b"/>
              <a:pathLst>
                <a:path w="958" h="12835" extrusionOk="0">
                  <a:moveTo>
                    <a:pt x="1" y="0"/>
                  </a:moveTo>
                  <a:lnTo>
                    <a:pt x="1" y="12834"/>
                  </a:lnTo>
                  <a:lnTo>
                    <a:pt x="958" y="12834"/>
                  </a:lnTo>
                  <a:lnTo>
                    <a:pt x="958" y="0"/>
                  </a:lnTo>
                  <a:close/>
                </a:path>
              </a:pathLst>
            </a:custGeom>
            <a:solidFill>
              <a:srgbClr val="AA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8931;p63">
              <a:extLst>
                <a:ext uri="{FF2B5EF4-FFF2-40B4-BE49-F238E27FC236}">
                  <a16:creationId xmlns:a16="http://schemas.microsoft.com/office/drawing/2014/main" id="{004DA10C-4575-4216-8AAE-64EEE383B5C9}"/>
                </a:ext>
              </a:extLst>
            </p:cNvPr>
            <p:cNvSpPr/>
            <p:nvPr/>
          </p:nvSpPr>
          <p:spPr>
            <a:xfrm>
              <a:off x="1106010" y="2438360"/>
              <a:ext cx="113890" cy="337047"/>
            </a:xfrm>
            <a:custGeom>
              <a:avLst/>
              <a:gdLst/>
              <a:ahLst/>
              <a:cxnLst/>
              <a:rect l="l" t="t" r="r" b="b"/>
              <a:pathLst>
                <a:path w="4337" h="12835" extrusionOk="0">
                  <a:moveTo>
                    <a:pt x="3358" y="0"/>
                  </a:moveTo>
                  <a:cubicBezTo>
                    <a:pt x="3352" y="0"/>
                    <a:pt x="3347" y="0"/>
                    <a:pt x="3341" y="0"/>
                  </a:cubicBezTo>
                  <a:lnTo>
                    <a:pt x="1" y="0"/>
                  </a:lnTo>
                  <a:lnTo>
                    <a:pt x="1" y="12834"/>
                  </a:lnTo>
                  <a:lnTo>
                    <a:pt x="3341" y="12834"/>
                  </a:lnTo>
                  <a:cubicBezTo>
                    <a:pt x="3886" y="12834"/>
                    <a:pt x="4326" y="12403"/>
                    <a:pt x="4336" y="11858"/>
                  </a:cubicBezTo>
                  <a:lnTo>
                    <a:pt x="4336" y="976"/>
                  </a:lnTo>
                  <a:cubicBezTo>
                    <a:pt x="4327" y="437"/>
                    <a:pt x="3896" y="0"/>
                    <a:pt x="3358" y="0"/>
                  </a:cubicBezTo>
                  <a:close/>
                </a:path>
              </a:pathLst>
            </a:custGeom>
            <a:solidFill>
              <a:srgbClr val="DF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8932;p63">
              <a:extLst>
                <a:ext uri="{FF2B5EF4-FFF2-40B4-BE49-F238E27FC236}">
                  <a16:creationId xmlns:a16="http://schemas.microsoft.com/office/drawing/2014/main" id="{D5C047C1-21EB-48B5-8031-281126ABD721}"/>
                </a:ext>
              </a:extLst>
            </p:cNvPr>
            <p:cNvSpPr/>
            <p:nvPr/>
          </p:nvSpPr>
          <p:spPr>
            <a:xfrm>
              <a:off x="1167852" y="2438360"/>
              <a:ext cx="52047" cy="337047"/>
            </a:xfrm>
            <a:custGeom>
              <a:avLst/>
              <a:gdLst/>
              <a:ahLst/>
              <a:cxnLst/>
              <a:rect l="l" t="t" r="r" b="b"/>
              <a:pathLst>
                <a:path w="1982" h="12835" extrusionOk="0">
                  <a:moveTo>
                    <a:pt x="17" y="0"/>
                  </a:moveTo>
                  <a:cubicBezTo>
                    <a:pt x="12" y="0"/>
                    <a:pt x="6" y="0"/>
                    <a:pt x="0" y="0"/>
                  </a:cubicBezTo>
                  <a:lnTo>
                    <a:pt x="35" y="0"/>
                  </a:lnTo>
                  <a:cubicBezTo>
                    <a:pt x="29" y="0"/>
                    <a:pt x="23" y="0"/>
                    <a:pt x="17" y="0"/>
                  </a:cubicBezTo>
                  <a:close/>
                  <a:moveTo>
                    <a:pt x="0" y="12834"/>
                  </a:moveTo>
                  <a:cubicBezTo>
                    <a:pt x="6" y="12834"/>
                    <a:pt x="12" y="12834"/>
                    <a:pt x="17" y="12834"/>
                  </a:cubicBezTo>
                  <a:cubicBezTo>
                    <a:pt x="23" y="12834"/>
                    <a:pt x="29" y="12834"/>
                    <a:pt x="35" y="12834"/>
                  </a:cubicBezTo>
                  <a:close/>
                  <a:moveTo>
                    <a:pt x="1003" y="0"/>
                  </a:moveTo>
                  <a:cubicBezTo>
                    <a:pt x="997" y="0"/>
                    <a:pt x="992" y="0"/>
                    <a:pt x="986" y="0"/>
                  </a:cubicBezTo>
                  <a:lnTo>
                    <a:pt x="35" y="0"/>
                  </a:lnTo>
                  <a:cubicBezTo>
                    <a:pt x="565" y="10"/>
                    <a:pt x="995" y="443"/>
                    <a:pt x="995" y="976"/>
                  </a:cubicBezTo>
                  <a:lnTo>
                    <a:pt x="995" y="11858"/>
                  </a:lnTo>
                  <a:cubicBezTo>
                    <a:pt x="995" y="12392"/>
                    <a:pt x="565" y="12825"/>
                    <a:pt x="35" y="12834"/>
                  </a:cubicBezTo>
                  <a:lnTo>
                    <a:pt x="986" y="12834"/>
                  </a:lnTo>
                  <a:cubicBezTo>
                    <a:pt x="992" y="12834"/>
                    <a:pt x="997" y="12834"/>
                    <a:pt x="1003" y="12834"/>
                  </a:cubicBezTo>
                  <a:cubicBezTo>
                    <a:pt x="1541" y="12834"/>
                    <a:pt x="1972" y="12398"/>
                    <a:pt x="1981" y="11858"/>
                  </a:cubicBezTo>
                  <a:lnTo>
                    <a:pt x="1981" y="976"/>
                  </a:lnTo>
                  <a:cubicBezTo>
                    <a:pt x="1972" y="437"/>
                    <a:pt x="1541" y="0"/>
                    <a:pt x="100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8933;p63">
              <a:extLst>
                <a:ext uri="{FF2B5EF4-FFF2-40B4-BE49-F238E27FC236}">
                  <a16:creationId xmlns:a16="http://schemas.microsoft.com/office/drawing/2014/main" id="{813B7BCF-9916-461F-A0EF-554D52ED2904}"/>
                </a:ext>
              </a:extLst>
            </p:cNvPr>
            <p:cNvSpPr/>
            <p:nvPr/>
          </p:nvSpPr>
          <p:spPr>
            <a:xfrm>
              <a:off x="922058" y="2707525"/>
              <a:ext cx="33193" cy="33193"/>
            </a:xfrm>
            <a:custGeom>
              <a:avLst/>
              <a:gdLst/>
              <a:ahLst/>
              <a:cxnLst/>
              <a:rect l="l" t="t" r="r" b="b"/>
              <a:pathLst>
                <a:path w="1264" h="1264" extrusionOk="0">
                  <a:moveTo>
                    <a:pt x="632" y="0"/>
                  </a:moveTo>
                  <a:cubicBezTo>
                    <a:pt x="278" y="0"/>
                    <a:pt x="0" y="278"/>
                    <a:pt x="0" y="632"/>
                  </a:cubicBezTo>
                  <a:cubicBezTo>
                    <a:pt x="0" y="976"/>
                    <a:pt x="278" y="1263"/>
                    <a:pt x="632" y="1263"/>
                  </a:cubicBezTo>
                  <a:cubicBezTo>
                    <a:pt x="976" y="1263"/>
                    <a:pt x="1264" y="976"/>
                    <a:pt x="1264" y="632"/>
                  </a:cubicBezTo>
                  <a:cubicBezTo>
                    <a:pt x="1264" y="278"/>
                    <a:pt x="976" y="0"/>
                    <a:pt x="63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8934;p63">
              <a:extLst>
                <a:ext uri="{FF2B5EF4-FFF2-40B4-BE49-F238E27FC236}">
                  <a16:creationId xmlns:a16="http://schemas.microsoft.com/office/drawing/2014/main" id="{B2F388DE-DA6F-4F26-A42A-2CECA6FCF471}"/>
                </a:ext>
              </a:extLst>
            </p:cNvPr>
            <p:cNvSpPr/>
            <p:nvPr/>
          </p:nvSpPr>
          <p:spPr>
            <a:xfrm>
              <a:off x="1034635" y="2707525"/>
              <a:ext cx="33219" cy="33193"/>
            </a:xfrm>
            <a:custGeom>
              <a:avLst/>
              <a:gdLst/>
              <a:ahLst/>
              <a:cxnLst/>
              <a:rect l="l" t="t" r="r" b="b"/>
              <a:pathLst>
                <a:path w="1265" h="1264" extrusionOk="0">
                  <a:moveTo>
                    <a:pt x="632" y="0"/>
                  </a:moveTo>
                  <a:cubicBezTo>
                    <a:pt x="278" y="0"/>
                    <a:pt x="1" y="278"/>
                    <a:pt x="1" y="632"/>
                  </a:cubicBezTo>
                  <a:cubicBezTo>
                    <a:pt x="1" y="976"/>
                    <a:pt x="278" y="1263"/>
                    <a:pt x="632" y="1263"/>
                  </a:cubicBezTo>
                  <a:cubicBezTo>
                    <a:pt x="986" y="1263"/>
                    <a:pt x="1264" y="976"/>
                    <a:pt x="1264" y="632"/>
                  </a:cubicBezTo>
                  <a:cubicBezTo>
                    <a:pt x="1264" y="278"/>
                    <a:pt x="986" y="0"/>
                    <a:pt x="63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8935;p63">
              <a:extLst>
                <a:ext uri="{FF2B5EF4-FFF2-40B4-BE49-F238E27FC236}">
                  <a16:creationId xmlns:a16="http://schemas.microsoft.com/office/drawing/2014/main" id="{CAFEB5CB-C4D9-4883-8EDC-11A62DEAC7A5}"/>
                </a:ext>
              </a:extLst>
            </p:cNvPr>
            <p:cNvSpPr/>
            <p:nvPr/>
          </p:nvSpPr>
          <p:spPr>
            <a:xfrm>
              <a:off x="1145715" y="2707525"/>
              <a:ext cx="33455" cy="33193"/>
            </a:xfrm>
            <a:custGeom>
              <a:avLst/>
              <a:gdLst/>
              <a:ahLst/>
              <a:cxnLst/>
              <a:rect l="l" t="t" r="r" b="b"/>
              <a:pathLst>
                <a:path w="1274" h="1264" extrusionOk="0">
                  <a:moveTo>
                    <a:pt x="642" y="0"/>
                  </a:moveTo>
                  <a:cubicBezTo>
                    <a:pt x="288" y="0"/>
                    <a:pt x="1" y="278"/>
                    <a:pt x="1" y="632"/>
                  </a:cubicBezTo>
                  <a:cubicBezTo>
                    <a:pt x="1" y="976"/>
                    <a:pt x="288" y="1263"/>
                    <a:pt x="642" y="1263"/>
                  </a:cubicBezTo>
                  <a:cubicBezTo>
                    <a:pt x="987" y="1263"/>
                    <a:pt x="1274" y="976"/>
                    <a:pt x="1274" y="632"/>
                  </a:cubicBezTo>
                  <a:cubicBezTo>
                    <a:pt x="1274" y="278"/>
                    <a:pt x="987" y="0"/>
                    <a:pt x="64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8936;p63">
              <a:extLst>
                <a:ext uri="{FF2B5EF4-FFF2-40B4-BE49-F238E27FC236}">
                  <a16:creationId xmlns:a16="http://schemas.microsoft.com/office/drawing/2014/main" id="{B11AF51E-B76A-41AA-AA3D-26BEE4403133}"/>
                </a:ext>
              </a:extLst>
            </p:cNvPr>
            <p:cNvSpPr/>
            <p:nvPr/>
          </p:nvSpPr>
          <p:spPr>
            <a:xfrm>
              <a:off x="907484" y="2598441"/>
              <a:ext cx="62341" cy="41990"/>
            </a:xfrm>
            <a:custGeom>
              <a:avLst/>
              <a:gdLst/>
              <a:ahLst/>
              <a:cxnLst/>
              <a:rect l="l" t="t" r="r" b="b"/>
              <a:pathLst>
                <a:path w="2374" h="1599" extrusionOk="0">
                  <a:moveTo>
                    <a:pt x="0" y="1"/>
                  </a:moveTo>
                  <a:lnTo>
                    <a:pt x="0" y="1340"/>
                  </a:lnTo>
                  <a:cubicBezTo>
                    <a:pt x="0" y="1484"/>
                    <a:pt x="115" y="1599"/>
                    <a:pt x="259" y="1599"/>
                  </a:cubicBezTo>
                  <a:lnTo>
                    <a:pt x="2115" y="1599"/>
                  </a:lnTo>
                  <a:cubicBezTo>
                    <a:pt x="2259" y="1599"/>
                    <a:pt x="2374" y="1474"/>
                    <a:pt x="2374" y="1340"/>
                  </a:cubicBezTo>
                  <a:lnTo>
                    <a:pt x="237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8937;p63">
              <a:extLst>
                <a:ext uri="{FF2B5EF4-FFF2-40B4-BE49-F238E27FC236}">
                  <a16:creationId xmlns:a16="http://schemas.microsoft.com/office/drawing/2014/main" id="{90B64EC4-8A28-4CE6-BA50-0413FE857ABD}"/>
                </a:ext>
              </a:extLst>
            </p:cNvPr>
            <p:cNvSpPr/>
            <p:nvPr/>
          </p:nvSpPr>
          <p:spPr>
            <a:xfrm>
              <a:off x="907484" y="2475045"/>
              <a:ext cx="62341" cy="123422"/>
            </a:xfrm>
            <a:custGeom>
              <a:avLst/>
              <a:gdLst/>
              <a:ahLst/>
              <a:cxnLst/>
              <a:rect l="l" t="t" r="r" b="b"/>
              <a:pathLst>
                <a:path w="2374" h="4700" extrusionOk="0">
                  <a:moveTo>
                    <a:pt x="259" y="1"/>
                  </a:moveTo>
                  <a:cubicBezTo>
                    <a:pt x="115" y="1"/>
                    <a:pt x="0" y="115"/>
                    <a:pt x="0" y="259"/>
                  </a:cubicBezTo>
                  <a:lnTo>
                    <a:pt x="0" y="4700"/>
                  </a:lnTo>
                  <a:lnTo>
                    <a:pt x="2374" y="4700"/>
                  </a:lnTo>
                  <a:lnTo>
                    <a:pt x="2374" y="240"/>
                  </a:lnTo>
                  <a:cubicBezTo>
                    <a:pt x="2374" y="106"/>
                    <a:pt x="2268" y="1"/>
                    <a:pt x="213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8938;p63">
              <a:extLst>
                <a:ext uri="{FF2B5EF4-FFF2-40B4-BE49-F238E27FC236}">
                  <a16:creationId xmlns:a16="http://schemas.microsoft.com/office/drawing/2014/main" id="{457D4FC1-AFEB-4543-B1D0-798F650BE30B}"/>
                </a:ext>
              </a:extLst>
            </p:cNvPr>
            <p:cNvSpPr/>
            <p:nvPr/>
          </p:nvSpPr>
          <p:spPr>
            <a:xfrm>
              <a:off x="1020061" y="2475045"/>
              <a:ext cx="62367" cy="123422"/>
            </a:xfrm>
            <a:custGeom>
              <a:avLst/>
              <a:gdLst/>
              <a:ahLst/>
              <a:cxnLst/>
              <a:rect l="l" t="t" r="r" b="b"/>
              <a:pathLst>
                <a:path w="2375" h="4700" extrusionOk="0">
                  <a:moveTo>
                    <a:pt x="259" y="1"/>
                  </a:moveTo>
                  <a:cubicBezTo>
                    <a:pt x="116" y="1"/>
                    <a:pt x="1" y="115"/>
                    <a:pt x="1" y="259"/>
                  </a:cubicBezTo>
                  <a:lnTo>
                    <a:pt x="1" y="4700"/>
                  </a:lnTo>
                  <a:lnTo>
                    <a:pt x="2374" y="4700"/>
                  </a:lnTo>
                  <a:lnTo>
                    <a:pt x="2374" y="259"/>
                  </a:lnTo>
                  <a:cubicBezTo>
                    <a:pt x="2374" y="115"/>
                    <a:pt x="2259" y="1"/>
                    <a:pt x="21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8939;p63">
              <a:extLst>
                <a:ext uri="{FF2B5EF4-FFF2-40B4-BE49-F238E27FC236}">
                  <a16:creationId xmlns:a16="http://schemas.microsoft.com/office/drawing/2014/main" id="{492E25BD-70F5-4F7D-A3FA-4E39F0290808}"/>
                </a:ext>
              </a:extLst>
            </p:cNvPr>
            <p:cNvSpPr/>
            <p:nvPr/>
          </p:nvSpPr>
          <p:spPr>
            <a:xfrm>
              <a:off x="1020061" y="2598441"/>
              <a:ext cx="62367" cy="41990"/>
            </a:xfrm>
            <a:custGeom>
              <a:avLst/>
              <a:gdLst/>
              <a:ahLst/>
              <a:cxnLst/>
              <a:rect l="l" t="t" r="r" b="b"/>
              <a:pathLst>
                <a:path w="2375" h="1599" extrusionOk="0">
                  <a:moveTo>
                    <a:pt x="1" y="1"/>
                  </a:moveTo>
                  <a:lnTo>
                    <a:pt x="1" y="1340"/>
                  </a:lnTo>
                  <a:cubicBezTo>
                    <a:pt x="1" y="1484"/>
                    <a:pt x="116" y="1599"/>
                    <a:pt x="259" y="1599"/>
                  </a:cubicBezTo>
                  <a:lnTo>
                    <a:pt x="2116" y="1599"/>
                  </a:lnTo>
                  <a:cubicBezTo>
                    <a:pt x="2259" y="1599"/>
                    <a:pt x="2374" y="1474"/>
                    <a:pt x="2374" y="1340"/>
                  </a:cubicBezTo>
                  <a:lnTo>
                    <a:pt x="237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8940;p63">
              <a:extLst>
                <a:ext uri="{FF2B5EF4-FFF2-40B4-BE49-F238E27FC236}">
                  <a16:creationId xmlns:a16="http://schemas.microsoft.com/office/drawing/2014/main" id="{57AABE2B-E36D-4C90-94CA-3221F9C8945A}"/>
                </a:ext>
              </a:extLst>
            </p:cNvPr>
            <p:cNvSpPr/>
            <p:nvPr/>
          </p:nvSpPr>
          <p:spPr>
            <a:xfrm>
              <a:off x="1131403" y="2475045"/>
              <a:ext cx="62341" cy="123422"/>
            </a:xfrm>
            <a:custGeom>
              <a:avLst/>
              <a:gdLst/>
              <a:ahLst/>
              <a:cxnLst/>
              <a:rect l="l" t="t" r="r" b="b"/>
              <a:pathLst>
                <a:path w="2374" h="4700" extrusionOk="0">
                  <a:moveTo>
                    <a:pt x="259" y="1"/>
                  </a:moveTo>
                  <a:cubicBezTo>
                    <a:pt x="115" y="1"/>
                    <a:pt x="0" y="115"/>
                    <a:pt x="0" y="259"/>
                  </a:cubicBezTo>
                  <a:lnTo>
                    <a:pt x="0" y="4700"/>
                  </a:lnTo>
                  <a:lnTo>
                    <a:pt x="2374" y="4700"/>
                  </a:lnTo>
                  <a:lnTo>
                    <a:pt x="2374" y="259"/>
                  </a:lnTo>
                  <a:cubicBezTo>
                    <a:pt x="2374" y="115"/>
                    <a:pt x="2259" y="1"/>
                    <a:pt x="211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8941;p63">
              <a:extLst>
                <a:ext uri="{FF2B5EF4-FFF2-40B4-BE49-F238E27FC236}">
                  <a16:creationId xmlns:a16="http://schemas.microsoft.com/office/drawing/2014/main" id="{18B266F6-E932-4D4A-935E-8CE6291D901F}"/>
                </a:ext>
              </a:extLst>
            </p:cNvPr>
            <p:cNvSpPr/>
            <p:nvPr/>
          </p:nvSpPr>
          <p:spPr>
            <a:xfrm>
              <a:off x="1131403" y="2598441"/>
              <a:ext cx="62341" cy="41990"/>
            </a:xfrm>
            <a:custGeom>
              <a:avLst/>
              <a:gdLst/>
              <a:ahLst/>
              <a:cxnLst/>
              <a:rect l="l" t="t" r="r" b="b"/>
              <a:pathLst>
                <a:path w="2374" h="1599" extrusionOk="0">
                  <a:moveTo>
                    <a:pt x="0" y="1"/>
                  </a:moveTo>
                  <a:lnTo>
                    <a:pt x="0" y="1340"/>
                  </a:lnTo>
                  <a:cubicBezTo>
                    <a:pt x="0" y="1484"/>
                    <a:pt x="115" y="1599"/>
                    <a:pt x="259" y="1599"/>
                  </a:cubicBezTo>
                  <a:lnTo>
                    <a:pt x="2115" y="1599"/>
                  </a:lnTo>
                  <a:cubicBezTo>
                    <a:pt x="2259" y="1599"/>
                    <a:pt x="2374" y="1474"/>
                    <a:pt x="2374" y="1340"/>
                  </a:cubicBezTo>
                  <a:lnTo>
                    <a:pt x="237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8942;p63">
              <a:extLst>
                <a:ext uri="{FF2B5EF4-FFF2-40B4-BE49-F238E27FC236}">
                  <a16:creationId xmlns:a16="http://schemas.microsoft.com/office/drawing/2014/main" id="{BEC5F8AF-3446-429F-B104-2473A1817037}"/>
                </a:ext>
              </a:extLst>
            </p:cNvPr>
            <p:cNvSpPr/>
            <p:nvPr/>
          </p:nvSpPr>
          <p:spPr>
            <a:xfrm>
              <a:off x="921560" y="2501437"/>
              <a:ext cx="33954" cy="10084"/>
            </a:xfrm>
            <a:custGeom>
              <a:avLst/>
              <a:gdLst/>
              <a:ahLst/>
              <a:cxnLst/>
              <a:rect l="l" t="t" r="r" b="b"/>
              <a:pathLst>
                <a:path w="1293" h="384" extrusionOk="0">
                  <a:moveTo>
                    <a:pt x="259" y="0"/>
                  </a:moveTo>
                  <a:cubicBezTo>
                    <a:pt x="0" y="0"/>
                    <a:pt x="0" y="383"/>
                    <a:pt x="259" y="383"/>
                  </a:cubicBezTo>
                  <a:lnTo>
                    <a:pt x="1034" y="383"/>
                  </a:lnTo>
                  <a:cubicBezTo>
                    <a:pt x="1292" y="383"/>
                    <a:pt x="1292" y="0"/>
                    <a:pt x="103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8943;p63">
              <a:extLst>
                <a:ext uri="{FF2B5EF4-FFF2-40B4-BE49-F238E27FC236}">
                  <a16:creationId xmlns:a16="http://schemas.microsoft.com/office/drawing/2014/main" id="{C755980B-6453-46C3-9035-BEC441458483}"/>
                </a:ext>
              </a:extLst>
            </p:cNvPr>
            <p:cNvSpPr/>
            <p:nvPr/>
          </p:nvSpPr>
          <p:spPr>
            <a:xfrm>
              <a:off x="921560" y="2531583"/>
              <a:ext cx="33954" cy="10084"/>
            </a:xfrm>
            <a:custGeom>
              <a:avLst/>
              <a:gdLst/>
              <a:ahLst/>
              <a:cxnLst/>
              <a:rect l="l" t="t" r="r" b="b"/>
              <a:pathLst>
                <a:path w="1293" h="384" extrusionOk="0">
                  <a:moveTo>
                    <a:pt x="259" y="1"/>
                  </a:moveTo>
                  <a:cubicBezTo>
                    <a:pt x="0" y="1"/>
                    <a:pt x="0" y="384"/>
                    <a:pt x="259" y="384"/>
                  </a:cubicBezTo>
                  <a:lnTo>
                    <a:pt x="1034" y="384"/>
                  </a:lnTo>
                  <a:cubicBezTo>
                    <a:pt x="1292" y="384"/>
                    <a:pt x="1292" y="1"/>
                    <a:pt x="1034" y="1"/>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8944;p63">
              <a:extLst>
                <a:ext uri="{FF2B5EF4-FFF2-40B4-BE49-F238E27FC236}">
                  <a16:creationId xmlns:a16="http://schemas.microsoft.com/office/drawing/2014/main" id="{61694F01-69FE-4E6C-B057-CB22486F6A27}"/>
                </a:ext>
              </a:extLst>
            </p:cNvPr>
            <p:cNvSpPr/>
            <p:nvPr/>
          </p:nvSpPr>
          <p:spPr>
            <a:xfrm>
              <a:off x="921560" y="2561756"/>
              <a:ext cx="33954" cy="10084"/>
            </a:xfrm>
            <a:custGeom>
              <a:avLst/>
              <a:gdLst/>
              <a:ahLst/>
              <a:cxnLst/>
              <a:rect l="l" t="t" r="r" b="b"/>
              <a:pathLst>
                <a:path w="1293" h="384" extrusionOk="0">
                  <a:moveTo>
                    <a:pt x="259" y="0"/>
                  </a:moveTo>
                  <a:cubicBezTo>
                    <a:pt x="0" y="0"/>
                    <a:pt x="0" y="383"/>
                    <a:pt x="259" y="383"/>
                  </a:cubicBezTo>
                  <a:lnTo>
                    <a:pt x="1034" y="383"/>
                  </a:lnTo>
                  <a:cubicBezTo>
                    <a:pt x="1292" y="383"/>
                    <a:pt x="1292" y="0"/>
                    <a:pt x="103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8945;p63">
              <a:extLst>
                <a:ext uri="{FF2B5EF4-FFF2-40B4-BE49-F238E27FC236}">
                  <a16:creationId xmlns:a16="http://schemas.microsoft.com/office/drawing/2014/main" id="{C56D6D55-266B-4B3B-BFCD-33979E70DD0B}"/>
                </a:ext>
              </a:extLst>
            </p:cNvPr>
            <p:cNvSpPr/>
            <p:nvPr/>
          </p:nvSpPr>
          <p:spPr>
            <a:xfrm>
              <a:off x="1145479" y="2501437"/>
              <a:ext cx="33954" cy="10084"/>
            </a:xfrm>
            <a:custGeom>
              <a:avLst/>
              <a:gdLst/>
              <a:ahLst/>
              <a:cxnLst/>
              <a:rect l="l" t="t" r="r" b="b"/>
              <a:pathLst>
                <a:path w="1293" h="384" extrusionOk="0">
                  <a:moveTo>
                    <a:pt x="1043" y="0"/>
                  </a:moveTo>
                  <a:cubicBezTo>
                    <a:pt x="1040" y="0"/>
                    <a:pt x="1037" y="0"/>
                    <a:pt x="1034" y="0"/>
                  </a:cubicBezTo>
                  <a:lnTo>
                    <a:pt x="259" y="0"/>
                  </a:lnTo>
                  <a:cubicBezTo>
                    <a:pt x="0" y="0"/>
                    <a:pt x="0" y="383"/>
                    <a:pt x="259" y="383"/>
                  </a:cubicBezTo>
                  <a:lnTo>
                    <a:pt x="1034" y="383"/>
                  </a:lnTo>
                  <a:cubicBezTo>
                    <a:pt x="1289" y="383"/>
                    <a:pt x="1292" y="0"/>
                    <a:pt x="1043"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8946;p63">
              <a:extLst>
                <a:ext uri="{FF2B5EF4-FFF2-40B4-BE49-F238E27FC236}">
                  <a16:creationId xmlns:a16="http://schemas.microsoft.com/office/drawing/2014/main" id="{6E2B5110-A1F1-473F-97F7-FEEA453009CB}"/>
                </a:ext>
              </a:extLst>
            </p:cNvPr>
            <p:cNvSpPr/>
            <p:nvPr/>
          </p:nvSpPr>
          <p:spPr>
            <a:xfrm>
              <a:off x="1145479" y="2531583"/>
              <a:ext cx="33954" cy="10084"/>
            </a:xfrm>
            <a:custGeom>
              <a:avLst/>
              <a:gdLst/>
              <a:ahLst/>
              <a:cxnLst/>
              <a:rect l="l" t="t" r="r" b="b"/>
              <a:pathLst>
                <a:path w="1293" h="384" extrusionOk="0">
                  <a:moveTo>
                    <a:pt x="259" y="1"/>
                  </a:moveTo>
                  <a:cubicBezTo>
                    <a:pt x="0" y="1"/>
                    <a:pt x="0" y="384"/>
                    <a:pt x="259" y="384"/>
                  </a:cubicBezTo>
                  <a:lnTo>
                    <a:pt x="1034" y="384"/>
                  </a:lnTo>
                  <a:cubicBezTo>
                    <a:pt x="1292" y="384"/>
                    <a:pt x="1292" y="1"/>
                    <a:pt x="1034" y="1"/>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8947;p63">
              <a:extLst>
                <a:ext uri="{FF2B5EF4-FFF2-40B4-BE49-F238E27FC236}">
                  <a16:creationId xmlns:a16="http://schemas.microsoft.com/office/drawing/2014/main" id="{D3BB4BA9-44BD-463A-899A-A578270464DC}"/>
                </a:ext>
              </a:extLst>
            </p:cNvPr>
            <p:cNvSpPr/>
            <p:nvPr/>
          </p:nvSpPr>
          <p:spPr>
            <a:xfrm>
              <a:off x="1145479" y="2561756"/>
              <a:ext cx="33954" cy="10084"/>
            </a:xfrm>
            <a:custGeom>
              <a:avLst/>
              <a:gdLst/>
              <a:ahLst/>
              <a:cxnLst/>
              <a:rect l="l" t="t" r="r" b="b"/>
              <a:pathLst>
                <a:path w="1293" h="384" extrusionOk="0">
                  <a:moveTo>
                    <a:pt x="259" y="0"/>
                  </a:moveTo>
                  <a:cubicBezTo>
                    <a:pt x="0" y="0"/>
                    <a:pt x="0" y="383"/>
                    <a:pt x="259" y="383"/>
                  </a:cubicBezTo>
                  <a:lnTo>
                    <a:pt x="1034" y="383"/>
                  </a:lnTo>
                  <a:cubicBezTo>
                    <a:pt x="1292" y="383"/>
                    <a:pt x="1292" y="0"/>
                    <a:pt x="103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8948;p63">
              <a:extLst>
                <a:ext uri="{FF2B5EF4-FFF2-40B4-BE49-F238E27FC236}">
                  <a16:creationId xmlns:a16="http://schemas.microsoft.com/office/drawing/2014/main" id="{2A15C792-0632-4419-8666-7C8B9B600508}"/>
                </a:ext>
              </a:extLst>
            </p:cNvPr>
            <p:cNvSpPr/>
            <p:nvPr/>
          </p:nvSpPr>
          <p:spPr>
            <a:xfrm>
              <a:off x="1034399" y="2501437"/>
              <a:ext cx="33692" cy="10084"/>
            </a:xfrm>
            <a:custGeom>
              <a:avLst/>
              <a:gdLst/>
              <a:ahLst/>
              <a:cxnLst/>
              <a:rect l="l" t="t" r="r" b="b"/>
              <a:pathLst>
                <a:path w="1283" h="384" extrusionOk="0">
                  <a:moveTo>
                    <a:pt x="259" y="0"/>
                  </a:moveTo>
                  <a:cubicBezTo>
                    <a:pt x="0" y="0"/>
                    <a:pt x="0" y="383"/>
                    <a:pt x="259" y="383"/>
                  </a:cubicBezTo>
                  <a:lnTo>
                    <a:pt x="1034" y="383"/>
                  </a:lnTo>
                  <a:cubicBezTo>
                    <a:pt x="1283" y="383"/>
                    <a:pt x="1283" y="0"/>
                    <a:pt x="103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8949;p63">
              <a:extLst>
                <a:ext uri="{FF2B5EF4-FFF2-40B4-BE49-F238E27FC236}">
                  <a16:creationId xmlns:a16="http://schemas.microsoft.com/office/drawing/2014/main" id="{3D4385B8-B4B7-4F79-8BA9-0925AB307E86}"/>
                </a:ext>
              </a:extLst>
            </p:cNvPr>
            <p:cNvSpPr/>
            <p:nvPr/>
          </p:nvSpPr>
          <p:spPr>
            <a:xfrm>
              <a:off x="1034399" y="2531583"/>
              <a:ext cx="33692" cy="10084"/>
            </a:xfrm>
            <a:custGeom>
              <a:avLst/>
              <a:gdLst/>
              <a:ahLst/>
              <a:cxnLst/>
              <a:rect l="l" t="t" r="r" b="b"/>
              <a:pathLst>
                <a:path w="1283" h="384" extrusionOk="0">
                  <a:moveTo>
                    <a:pt x="259" y="1"/>
                  </a:moveTo>
                  <a:cubicBezTo>
                    <a:pt x="0" y="1"/>
                    <a:pt x="0" y="384"/>
                    <a:pt x="259" y="384"/>
                  </a:cubicBezTo>
                  <a:lnTo>
                    <a:pt x="1034" y="384"/>
                  </a:lnTo>
                  <a:cubicBezTo>
                    <a:pt x="1283" y="384"/>
                    <a:pt x="1283" y="1"/>
                    <a:pt x="1034" y="1"/>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8950;p63">
              <a:extLst>
                <a:ext uri="{FF2B5EF4-FFF2-40B4-BE49-F238E27FC236}">
                  <a16:creationId xmlns:a16="http://schemas.microsoft.com/office/drawing/2014/main" id="{95F6BD3D-8F0D-4F54-AF33-0110F9E22395}"/>
                </a:ext>
              </a:extLst>
            </p:cNvPr>
            <p:cNvSpPr/>
            <p:nvPr/>
          </p:nvSpPr>
          <p:spPr>
            <a:xfrm>
              <a:off x="1034399" y="2561756"/>
              <a:ext cx="33692" cy="10084"/>
            </a:xfrm>
            <a:custGeom>
              <a:avLst/>
              <a:gdLst/>
              <a:ahLst/>
              <a:cxnLst/>
              <a:rect l="l" t="t" r="r" b="b"/>
              <a:pathLst>
                <a:path w="1283" h="384" extrusionOk="0">
                  <a:moveTo>
                    <a:pt x="259" y="0"/>
                  </a:moveTo>
                  <a:cubicBezTo>
                    <a:pt x="0" y="0"/>
                    <a:pt x="0" y="383"/>
                    <a:pt x="259" y="383"/>
                  </a:cubicBezTo>
                  <a:lnTo>
                    <a:pt x="1034" y="383"/>
                  </a:lnTo>
                  <a:cubicBezTo>
                    <a:pt x="1283" y="383"/>
                    <a:pt x="1283" y="0"/>
                    <a:pt x="103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 name="Google Shape;1983;p55">
            <a:extLst>
              <a:ext uri="{FF2B5EF4-FFF2-40B4-BE49-F238E27FC236}">
                <a16:creationId xmlns:a16="http://schemas.microsoft.com/office/drawing/2014/main" id="{618A379E-D7E8-4F8C-8A0D-B46CD66D60F6}"/>
              </a:ext>
            </a:extLst>
          </p:cNvPr>
          <p:cNvGrpSpPr/>
          <p:nvPr/>
        </p:nvGrpSpPr>
        <p:grpSpPr>
          <a:xfrm>
            <a:off x="4086563" y="1101800"/>
            <a:ext cx="798821" cy="750900"/>
            <a:chOff x="4815575" y="1416800"/>
            <a:chExt cx="73750" cy="71400"/>
          </a:xfrm>
        </p:grpSpPr>
        <p:sp>
          <p:nvSpPr>
            <p:cNvPr id="53" name="Google Shape;1984;p55">
              <a:extLst>
                <a:ext uri="{FF2B5EF4-FFF2-40B4-BE49-F238E27FC236}">
                  <a16:creationId xmlns:a16="http://schemas.microsoft.com/office/drawing/2014/main" id="{E0610919-80D1-4278-9AF6-4C8A3E1F56F0}"/>
                </a:ext>
              </a:extLst>
            </p:cNvPr>
            <p:cNvSpPr/>
            <p:nvPr/>
          </p:nvSpPr>
          <p:spPr>
            <a:xfrm>
              <a:off x="4815575" y="1416800"/>
              <a:ext cx="43100" cy="52150"/>
            </a:xfrm>
            <a:custGeom>
              <a:avLst/>
              <a:gdLst/>
              <a:ahLst/>
              <a:cxnLst/>
              <a:rect l="l" t="t" r="r" b="b"/>
              <a:pathLst>
                <a:path w="1724" h="2086" extrusionOk="0">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1985;p55">
              <a:extLst>
                <a:ext uri="{FF2B5EF4-FFF2-40B4-BE49-F238E27FC236}">
                  <a16:creationId xmlns:a16="http://schemas.microsoft.com/office/drawing/2014/main" id="{7802EEAF-AB60-43C3-A06A-A236B53124D2}"/>
                </a:ext>
              </a:extLst>
            </p:cNvPr>
            <p:cNvSpPr/>
            <p:nvPr/>
          </p:nvSpPr>
          <p:spPr>
            <a:xfrm>
              <a:off x="4861725" y="1421125"/>
              <a:ext cx="27600" cy="51250"/>
            </a:xfrm>
            <a:custGeom>
              <a:avLst/>
              <a:gdLst/>
              <a:ahLst/>
              <a:cxnLst/>
              <a:rect l="l" t="t" r="r" b="b"/>
              <a:pathLst>
                <a:path w="1104" h="2050" extrusionOk="0">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1986;p55">
              <a:extLst>
                <a:ext uri="{FF2B5EF4-FFF2-40B4-BE49-F238E27FC236}">
                  <a16:creationId xmlns:a16="http://schemas.microsoft.com/office/drawing/2014/main" id="{0006A7A4-EACA-428F-9383-EC0F30F2D2A3}"/>
                </a:ext>
              </a:extLst>
            </p:cNvPr>
            <p:cNvSpPr/>
            <p:nvPr/>
          </p:nvSpPr>
          <p:spPr>
            <a:xfrm>
              <a:off x="4829450" y="1467825"/>
              <a:ext cx="49250" cy="20375"/>
            </a:xfrm>
            <a:custGeom>
              <a:avLst/>
              <a:gdLst/>
              <a:ahLst/>
              <a:cxnLst/>
              <a:rect l="l" t="t" r="r" b="b"/>
              <a:pathLst>
                <a:path w="1970" h="815" extrusionOk="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 name="Google Shape;15398;p67">
            <a:extLst>
              <a:ext uri="{FF2B5EF4-FFF2-40B4-BE49-F238E27FC236}">
                <a16:creationId xmlns:a16="http://schemas.microsoft.com/office/drawing/2014/main" id="{9C869867-EA10-453B-9C9A-40D2F8F64531}"/>
              </a:ext>
            </a:extLst>
          </p:cNvPr>
          <p:cNvGrpSpPr/>
          <p:nvPr/>
        </p:nvGrpSpPr>
        <p:grpSpPr>
          <a:xfrm>
            <a:off x="6592901" y="1131296"/>
            <a:ext cx="551653" cy="665246"/>
            <a:chOff x="8050359" y="1520687"/>
            <a:chExt cx="279321" cy="336837"/>
          </a:xfrm>
        </p:grpSpPr>
        <p:sp>
          <p:nvSpPr>
            <p:cNvPr id="57" name="Google Shape;15399;p67">
              <a:extLst>
                <a:ext uri="{FF2B5EF4-FFF2-40B4-BE49-F238E27FC236}">
                  <a16:creationId xmlns:a16="http://schemas.microsoft.com/office/drawing/2014/main" id="{D1098905-06D4-4BD8-A3F8-DE136CC923E5}"/>
                </a:ext>
              </a:extLst>
            </p:cNvPr>
            <p:cNvSpPr/>
            <p:nvPr/>
          </p:nvSpPr>
          <p:spPr>
            <a:xfrm>
              <a:off x="8153305" y="1520687"/>
              <a:ext cx="68500" cy="45064"/>
            </a:xfrm>
            <a:custGeom>
              <a:avLst/>
              <a:gdLst/>
              <a:ahLst/>
              <a:cxnLst/>
              <a:rect l="l" t="t" r="r" b="b"/>
              <a:pathLst>
                <a:path w="2613" h="1719" extrusionOk="0">
                  <a:moveTo>
                    <a:pt x="1242" y="1"/>
                  </a:moveTo>
                  <a:cubicBezTo>
                    <a:pt x="549" y="1"/>
                    <a:pt x="0" y="549"/>
                    <a:pt x="0" y="1242"/>
                  </a:cubicBezTo>
                  <a:lnTo>
                    <a:pt x="0" y="1719"/>
                  </a:lnTo>
                  <a:lnTo>
                    <a:pt x="375" y="1719"/>
                  </a:lnTo>
                  <a:lnTo>
                    <a:pt x="375" y="1242"/>
                  </a:lnTo>
                  <a:cubicBezTo>
                    <a:pt x="375" y="766"/>
                    <a:pt x="765" y="376"/>
                    <a:pt x="1242" y="376"/>
                  </a:cubicBezTo>
                  <a:lnTo>
                    <a:pt x="1371" y="376"/>
                  </a:lnTo>
                  <a:cubicBezTo>
                    <a:pt x="1848" y="376"/>
                    <a:pt x="2238" y="766"/>
                    <a:pt x="2238" y="1242"/>
                  </a:cubicBezTo>
                  <a:lnTo>
                    <a:pt x="2238" y="1719"/>
                  </a:lnTo>
                  <a:lnTo>
                    <a:pt x="2613" y="1719"/>
                  </a:lnTo>
                  <a:lnTo>
                    <a:pt x="2613" y="1242"/>
                  </a:lnTo>
                  <a:cubicBezTo>
                    <a:pt x="2613" y="549"/>
                    <a:pt x="2064" y="1"/>
                    <a:pt x="1371" y="1"/>
                  </a:cubicBezTo>
                  <a:close/>
                </a:path>
              </a:pathLst>
            </a:custGeom>
            <a:solidFill>
              <a:srgbClr val="889A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15400;p67">
              <a:extLst>
                <a:ext uri="{FF2B5EF4-FFF2-40B4-BE49-F238E27FC236}">
                  <a16:creationId xmlns:a16="http://schemas.microsoft.com/office/drawing/2014/main" id="{2F0C426B-3A24-4EB6-A02C-F3ECA2CBE2A4}"/>
                </a:ext>
              </a:extLst>
            </p:cNvPr>
            <p:cNvSpPr/>
            <p:nvPr/>
          </p:nvSpPr>
          <p:spPr>
            <a:xfrm>
              <a:off x="8084045" y="1599411"/>
              <a:ext cx="206653" cy="258113"/>
            </a:xfrm>
            <a:custGeom>
              <a:avLst/>
              <a:gdLst/>
              <a:ahLst/>
              <a:cxnLst/>
              <a:rect l="l" t="t" r="r" b="b"/>
              <a:pathLst>
                <a:path w="7883" h="9846" extrusionOk="0">
                  <a:moveTo>
                    <a:pt x="0" y="1"/>
                  </a:moveTo>
                  <a:lnTo>
                    <a:pt x="491" y="9196"/>
                  </a:lnTo>
                  <a:cubicBezTo>
                    <a:pt x="520" y="9571"/>
                    <a:pt x="823" y="9845"/>
                    <a:pt x="1184" y="9845"/>
                  </a:cubicBezTo>
                  <a:lnTo>
                    <a:pt x="6670" y="9845"/>
                  </a:lnTo>
                  <a:cubicBezTo>
                    <a:pt x="7031" y="9845"/>
                    <a:pt x="7334" y="9571"/>
                    <a:pt x="7363" y="9210"/>
                  </a:cubicBezTo>
                  <a:lnTo>
                    <a:pt x="7882" y="1"/>
                  </a:lnTo>
                  <a:close/>
                </a:path>
              </a:pathLst>
            </a:custGeom>
            <a:solidFill>
              <a:srgbClr val="889A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15401;p67">
              <a:extLst>
                <a:ext uri="{FF2B5EF4-FFF2-40B4-BE49-F238E27FC236}">
                  <a16:creationId xmlns:a16="http://schemas.microsoft.com/office/drawing/2014/main" id="{5DD0BBE3-7224-473F-83C2-6BD38133DA7D}"/>
                </a:ext>
              </a:extLst>
            </p:cNvPr>
            <p:cNvSpPr/>
            <p:nvPr/>
          </p:nvSpPr>
          <p:spPr>
            <a:xfrm>
              <a:off x="8097284" y="1599411"/>
              <a:ext cx="193781" cy="258113"/>
            </a:xfrm>
            <a:custGeom>
              <a:avLst/>
              <a:gdLst/>
              <a:ahLst/>
              <a:cxnLst/>
              <a:rect l="l" t="t" r="r" b="b"/>
              <a:pathLst>
                <a:path w="7392" h="9846" extrusionOk="0">
                  <a:moveTo>
                    <a:pt x="5096" y="1"/>
                  </a:moveTo>
                  <a:lnTo>
                    <a:pt x="4865" y="8575"/>
                  </a:lnTo>
                  <a:cubicBezTo>
                    <a:pt x="4851" y="8950"/>
                    <a:pt x="4548" y="9239"/>
                    <a:pt x="4173" y="9239"/>
                  </a:cubicBezTo>
                  <a:lnTo>
                    <a:pt x="1" y="9239"/>
                  </a:lnTo>
                  <a:cubicBezTo>
                    <a:pt x="44" y="9586"/>
                    <a:pt x="333" y="9845"/>
                    <a:pt x="679" y="9845"/>
                  </a:cubicBezTo>
                  <a:lnTo>
                    <a:pt x="6165" y="9845"/>
                  </a:lnTo>
                  <a:cubicBezTo>
                    <a:pt x="6540" y="9845"/>
                    <a:pt x="6843" y="9571"/>
                    <a:pt x="6858" y="9196"/>
                  </a:cubicBezTo>
                  <a:lnTo>
                    <a:pt x="7392" y="1"/>
                  </a:lnTo>
                  <a:close/>
                </a:path>
              </a:pathLst>
            </a:custGeom>
            <a:solidFill>
              <a:srgbClr val="9FAE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15402;p67">
              <a:extLst>
                <a:ext uri="{FF2B5EF4-FFF2-40B4-BE49-F238E27FC236}">
                  <a16:creationId xmlns:a16="http://schemas.microsoft.com/office/drawing/2014/main" id="{3B886B8A-BEAA-460B-AF36-6BBF34D2D5F5}"/>
                </a:ext>
              </a:extLst>
            </p:cNvPr>
            <p:cNvSpPr/>
            <p:nvPr/>
          </p:nvSpPr>
          <p:spPr>
            <a:xfrm>
              <a:off x="8084045" y="1553613"/>
              <a:ext cx="206260" cy="42809"/>
            </a:xfrm>
            <a:custGeom>
              <a:avLst/>
              <a:gdLst/>
              <a:ahLst/>
              <a:cxnLst/>
              <a:rect l="l" t="t" r="r" b="b"/>
              <a:pathLst>
                <a:path w="7868" h="1633" extrusionOk="0">
                  <a:moveTo>
                    <a:pt x="1588" y="1"/>
                  </a:moveTo>
                  <a:cubicBezTo>
                    <a:pt x="708" y="1"/>
                    <a:pt x="0" y="708"/>
                    <a:pt x="0" y="1574"/>
                  </a:cubicBezTo>
                  <a:lnTo>
                    <a:pt x="0" y="1632"/>
                  </a:lnTo>
                  <a:lnTo>
                    <a:pt x="7868" y="1632"/>
                  </a:lnTo>
                  <a:lnTo>
                    <a:pt x="7868" y="1574"/>
                  </a:lnTo>
                  <a:cubicBezTo>
                    <a:pt x="7868" y="708"/>
                    <a:pt x="7160" y="1"/>
                    <a:pt x="6294"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15403;p67">
              <a:extLst>
                <a:ext uri="{FF2B5EF4-FFF2-40B4-BE49-F238E27FC236}">
                  <a16:creationId xmlns:a16="http://schemas.microsoft.com/office/drawing/2014/main" id="{4C99F3F4-26A5-4900-BF1B-0E861AAD1376}"/>
                </a:ext>
              </a:extLst>
            </p:cNvPr>
            <p:cNvSpPr/>
            <p:nvPr/>
          </p:nvSpPr>
          <p:spPr>
            <a:xfrm>
              <a:off x="8204372" y="1553613"/>
              <a:ext cx="86326" cy="42809"/>
            </a:xfrm>
            <a:custGeom>
              <a:avLst/>
              <a:gdLst/>
              <a:ahLst/>
              <a:cxnLst/>
              <a:rect l="l" t="t" r="r" b="b"/>
              <a:pathLst>
                <a:path w="3293" h="1633" extrusionOk="0">
                  <a:moveTo>
                    <a:pt x="1" y="1"/>
                  </a:moveTo>
                  <a:cubicBezTo>
                    <a:pt x="881" y="1"/>
                    <a:pt x="1603" y="723"/>
                    <a:pt x="1603" y="1603"/>
                  </a:cubicBezTo>
                  <a:lnTo>
                    <a:pt x="1603" y="1632"/>
                  </a:lnTo>
                  <a:lnTo>
                    <a:pt x="3292" y="1632"/>
                  </a:lnTo>
                  <a:lnTo>
                    <a:pt x="3292" y="1603"/>
                  </a:lnTo>
                  <a:cubicBezTo>
                    <a:pt x="3292" y="723"/>
                    <a:pt x="2570" y="1"/>
                    <a:pt x="167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15404;p67">
              <a:extLst>
                <a:ext uri="{FF2B5EF4-FFF2-40B4-BE49-F238E27FC236}">
                  <a16:creationId xmlns:a16="http://schemas.microsoft.com/office/drawing/2014/main" id="{9F01B966-72CC-424A-9208-B5CE80DABCD6}"/>
                </a:ext>
              </a:extLst>
            </p:cNvPr>
            <p:cNvSpPr/>
            <p:nvPr/>
          </p:nvSpPr>
          <p:spPr>
            <a:xfrm>
              <a:off x="8050752" y="1578963"/>
              <a:ext cx="273606" cy="30698"/>
            </a:xfrm>
            <a:custGeom>
              <a:avLst/>
              <a:gdLst/>
              <a:ahLst/>
              <a:cxnLst/>
              <a:rect l="l" t="t" r="r" b="b"/>
              <a:pathLst>
                <a:path w="10437" h="1171" extrusionOk="0">
                  <a:moveTo>
                    <a:pt x="563" y="1"/>
                  </a:moveTo>
                  <a:cubicBezTo>
                    <a:pt x="246" y="1"/>
                    <a:pt x="0" y="261"/>
                    <a:pt x="0" y="578"/>
                  </a:cubicBezTo>
                  <a:lnTo>
                    <a:pt x="0" y="593"/>
                  </a:lnTo>
                  <a:cubicBezTo>
                    <a:pt x="0" y="910"/>
                    <a:pt x="246" y="1170"/>
                    <a:pt x="563" y="1170"/>
                  </a:cubicBezTo>
                  <a:lnTo>
                    <a:pt x="9860" y="1170"/>
                  </a:lnTo>
                  <a:cubicBezTo>
                    <a:pt x="10177" y="1170"/>
                    <a:pt x="10437" y="910"/>
                    <a:pt x="10437" y="593"/>
                  </a:cubicBezTo>
                  <a:lnTo>
                    <a:pt x="10437" y="578"/>
                  </a:lnTo>
                  <a:cubicBezTo>
                    <a:pt x="10437" y="261"/>
                    <a:pt x="10177" y="1"/>
                    <a:pt x="9860" y="1"/>
                  </a:cubicBezTo>
                  <a:close/>
                </a:path>
              </a:pathLst>
            </a:custGeom>
            <a:solidFill>
              <a:srgbClr val="889A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15405;p67">
              <a:extLst>
                <a:ext uri="{FF2B5EF4-FFF2-40B4-BE49-F238E27FC236}">
                  <a16:creationId xmlns:a16="http://schemas.microsoft.com/office/drawing/2014/main" id="{55CBB3A3-8A06-4190-AA99-7B27D14FADCF}"/>
                </a:ext>
              </a:extLst>
            </p:cNvPr>
            <p:cNvSpPr/>
            <p:nvPr/>
          </p:nvSpPr>
          <p:spPr>
            <a:xfrm>
              <a:off x="8050359" y="1578963"/>
              <a:ext cx="279321" cy="30698"/>
            </a:xfrm>
            <a:custGeom>
              <a:avLst/>
              <a:gdLst/>
              <a:ahLst/>
              <a:cxnLst/>
              <a:rect l="l" t="t" r="r" b="b"/>
              <a:pathLst>
                <a:path w="10655" h="1171" extrusionOk="0">
                  <a:moveTo>
                    <a:pt x="8662" y="1"/>
                  </a:moveTo>
                  <a:cubicBezTo>
                    <a:pt x="8662" y="319"/>
                    <a:pt x="8388" y="578"/>
                    <a:pt x="8070" y="578"/>
                  </a:cubicBezTo>
                  <a:lnTo>
                    <a:pt x="1" y="578"/>
                  </a:lnTo>
                  <a:cubicBezTo>
                    <a:pt x="1" y="910"/>
                    <a:pt x="275" y="1170"/>
                    <a:pt x="593" y="1170"/>
                  </a:cubicBezTo>
                  <a:lnTo>
                    <a:pt x="9875" y="1170"/>
                  </a:lnTo>
                  <a:cubicBezTo>
                    <a:pt x="10654" y="1170"/>
                    <a:pt x="10654" y="1"/>
                    <a:pt x="9875" y="1"/>
                  </a:cubicBezTo>
                  <a:close/>
                </a:path>
              </a:pathLst>
            </a:custGeom>
            <a:solidFill>
              <a:srgbClr val="9FAE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15406;p67">
              <a:extLst>
                <a:ext uri="{FF2B5EF4-FFF2-40B4-BE49-F238E27FC236}">
                  <a16:creationId xmlns:a16="http://schemas.microsoft.com/office/drawing/2014/main" id="{00B3D105-AA0B-4FC0-B2D9-B5363BB5FE89}"/>
                </a:ext>
              </a:extLst>
            </p:cNvPr>
            <p:cNvSpPr/>
            <p:nvPr/>
          </p:nvSpPr>
          <p:spPr>
            <a:xfrm>
              <a:off x="8177895" y="1640647"/>
              <a:ext cx="19320" cy="165417"/>
            </a:xfrm>
            <a:custGeom>
              <a:avLst/>
              <a:gdLst/>
              <a:ahLst/>
              <a:cxnLst/>
              <a:rect l="l" t="t" r="r" b="b"/>
              <a:pathLst>
                <a:path w="737" h="6310" extrusionOk="0">
                  <a:moveTo>
                    <a:pt x="361" y="1"/>
                  </a:moveTo>
                  <a:cubicBezTo>
                    <a:pt x="159" y="1"/>
                    <a:pt x="0" y="160"/>
                    <a:pt x="0" y="362"/>
                  </a:cubicBezTo>
                  <a:lnTo>
                    <a:pt x="0" y="5948"/>
                  </a:lnTo>
                  <a:cubicBezTo>
                    <a:pt x="0" y="6150"/>
                    <a:pt x="159" y="6309"/>
                    <a:pt x="361" y="6309"/>
                  </a:cubicBezTo>
                  <a:lnTo>
                    <a:pt x="376" y="6309"/>
                  </a:lnTo>
                  <a:cubicBezTo>
                    <a:pt x="578" y="6309"/>
                    <a:pt x="737" y="6150"/>
                    <a:pt x="737" y="5948"/>
                  </a:cubicBezTo>
                  <a:lnTo>
                    <a:pt x="737" y="362"/>
                  </a:lnTo>
                  <a:cubicBezTo>
                    <a:pt x="737" y="160"/>
                    <a:pt x="578" y="1"/>
                    <a:pt x="376" y="1"/>
                  </a:cubicBezTo>
                  <a:close/>
                </a:path>
              </a:pathLst>
            </a:custGeom>
            <a:solidFill>
              <a:srgbClr val="87A0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15407;p67">
              <a:extLst>
                <a:ext uri="{FF2B5EF4-FFF2-40B4-BE49-F238E27FC236}">
                  <a16:creationId xmlns:a16="http://schemas.microsoft.com/office/drawing/2014/main" id="{35398C76-B9FD-4DA7-89DA-22130226B4F2}"/>
                </a:ext>
              </a:extLst>
            </p:cNvPr>
            <p:cNvSpPr/>
            <p:nvPr/>
          </p:nvSpPr>
          <p:spPr>
            <a:xfrm>
              <a:off x="8231819" y="1640647"/>
              <a:ext cx="23305" cy="165076"/>
            </a:xfrm>
            <a:custGeom>
              <a:avLst/>
              <a:gdLst/>
              <a:ahLst/>
              <a:cxnLst/>
              <a:rect l="l" t="t" r="r" b="b"/>
              <a:pathLst>
                <a:path w="889" h="6297" extrusionOk="0">
                  <a:moveTo>
                    <a:pt x="527" y="1"/>
                  </a:moveTo>
                  <a:cubicBezTo>
                    <a:pt x="325" y="1"/>
                    <a:pt x="166" y="145"/>
                    <a:pt x="166" y="347"/>
                  </a:cubicBezTo>
                  <a:lnTo>
                    <a:pt x="8" y="5919"/>
                  </a:lnTo>
                  <a:cubicBezTo>
                    <a:pt x="0" y="6170"/>
                    <a:pt x="185" y="6297"/>
                    <a:pt x="370" y="6297"/>
                  </a:cubicBezTo>
                  <a:cubicBezTo>
                    <a:pt x="546" y="6297"/>
                    <a:pt x="722" y="6181"/>
                    <a:pt x="729" y="5948"/>
                  </a:cubicBezTo>
                  <a:lnTo>
                    <a:pt x="888" y="362"/>
                  </a:lnTo>
                  <a:cubicBezTo>
                    <a:pt x="888" y="160"/>
                    <a:pt x="729" y="1"/>
                    <a:pt x="527"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15408;p67">
              <a:extLst>
                <a:ext uri="{FF2B5EF4-FFF2-40B4-BE49-F238E27FC236}">
                  <a16:creationId xmlns:a16="http://schemas.microsoft.com/office/drawing/2014/main" id="{FC4D4B13-68A7-4167-91C7-16101E9CF919}"/>
                </a:ext>
              </a:extLst>
            </p:cNvPr>
            <p:cNvSpPr/>
            <p:nvPr/>
          </p:nvSpPr>
          <p:spPr>
            <a:xfrm>
              <a:off x="8119986" y="1640647"/>
              <a:ext cx="23305" cy="165076"/>
            </a:xfrm>
            <a:custGeom>
              <a:avLst/>
              <a:gdLst/>
              <a:ahLst/>
              <a:cxnLst/>
              <a:rect l="l" t="t" r="r" b="b"/>
              <a:pathLst>
                <a:path w="889" h="6297" extrusionOk="0">
                  <a:moveTo>
                    <a:pt x="362" y="1"/>
                  </a:moveTo>
                  <a:cubicBezTo>
                    <a:pt x="160" y="1"/>
                    <a:pt x="1" y="160"/>
                    <a:pt x="1" y="362"/>
                  </a:cubicBezTo>
                  <a:lnTo>
                    <a:pt x="160" y="5948"/>
                  </a:lnTo>
                  <a:cubicBezTo>
                    <a:pt x="167" y="6181"/>
                    <a:pt x="343" y="6297"/>
                    <a:pt x="519" y="6297"/>
                  </a:cubicBezTo>
                  <a:cubicBezTo>
                    <a:pt x="704" y="6297"/>
                    <a:pt x="889" y="6170"/>
                    <a:pt x="881" y="5919"/>
                  </a:cubicBezTo>
                  <a:lnTo>
                    <a:pt x="723" y="347"/>
                  </a:lnTo>
                  <a:cubicBezTo>
                    <a:pt x="723" y="145"/>
                    <a:pt x="564" y="1"/>
                    <a:pt x="362" y="1"/>
                  </a:cubicBezTo>
                  <a:close/>
                </a:path>
              </a:pathLst>
            </a:custGeom>
            <a:solidFill>
              <a:srgbClr val="87A0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15409;p67">
              <a:extLst>
                <a:ext uri="{FF2B5EF4-FFF2-40B4-BE49-F238E27FC236}">
                  <a16:creationId xmlns:a16="http://schemas.microsoft.com/office/drawing/2014/main" id="{39B2CB1B-7398-4EDD-B2AD-06F42A97D8A2}"/>
                </a:ext>
              </a:extLst>
            </p:cNvPr>
            <p:cNvSpPr/>
            <p:nvPr/>
          </p:nvSpPr>
          <p:spPr>
            <a:xfrm>
              <a:off x="8179022" y="1640647"/>
              <a:ext cx="17826" cy="165023"/>
            </a:xfrm>
            <a:custGeom>
              <a:avLst/>
              <a:gdLst/>
              <a:ahLst/>
              <a:cxnLst/>
              <a:rect l="l" t="t" r="r" b="b"/>
              <a:pathLst>
                <a:path w="680" h="6295" extrusionOk="0">
                  <a:moveTo>
                    <a:pt x="318" y="1"/>
                  </a:moveTo>
                  <a:cubicBezTo>
                    <a:pt x="333" y="44"/>
                    <a:pt x="347" y="88"/>
                    <a:pt x="347" y="145"/>
                  </a:cubicBezTo>
                  <a:lnTo>
                    <a:pt x="347" y="5717"/>
                  </a:lnTo>
                  <a:cubicBezTo>
                    <a:pt x="347" y="5905"/>
                    <a:pt x="188" y="6064"/>
                    <a:pt x="1" y="6078"/>
                  </a:cubicBezTo>
                  <a:cubicBezTo>
                    <a:pt x="44" y="6208"/>
                    <a:pt x="174" y="6295"/>
                    <a:pt x="318" y="6295"/>
                  </a:cubicBezTo>
                  <a:cubicBezTo>
                    <a:pt x="520" y="6295"/>
                    <a:pt x="679" y="6136"/>
                    <a:pt x="679" y="5934"/>
                  </a:cubicBezTo>
                  <a:lnTo>
                    <a:pt x="679" y="362"/>
                  </a:lnTo>
                  <a:cubicBezTo>
                    <a:pt x="679" y="160"/>
                    <a:pt x="520" y="1"/>
                    <a:pt x="318"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15410;p67">
              <a:extLst>
                <a:ext uri="{FF2B5EF4-FFF2-40B4-BE49-F238E27FC236}">
                  <a16:creationId xmlns:a16="http://schemas.microsoft.com/office/drawing/2014/main" id="{824882CA-8B94-459B-96EA-1D0136A5D4A5}"/>
                </a:ext>
              </a:extLst>
            </p:cNvPr>
            <p:cNvSpPr/>
            <p:nvPr/>
          </p:nvSpPr>
          <p:spPr>
            <a:xfrm>
              <a:off x="8232763" y="1640647"/>
              <a:ext cx="22361" cy="164919"/>
            </a:xfrm>
            <a:custGeom>
              <a:avLst/>
              <a:gdLst/>
              <a:ahLst/>
              <a:cxnLst/>
              <a:rect l="l" t="t" r="r" b="b"/>
              <a:pathLst>
                <a:path w="853" h="6291" extrusionOk="0">
                  <a:moveTo>
                    <a:pt x="477" y="1"/>
                  </a:moveTo>
                  <a:cubicBezTo>
                    <a:pt x="491" y="44"/>
                    <a:pt x="506" y="102"/>
                    <a:pt x="506" y="145"/>
                  </a:cubicBezTo>
                  <a:lnTo>
                    <a:pt x="347" y="5732"/>
                  </a:lnTo>
                  <a:cubicBezTo>
                    <a:pt x="333" y="5919"/>
                    <a:pt x="188" y="6064"/>
                    <a:pt x="1" y="6078"/>
                  </a:cubicBezTo>
                  <a:cubicBezTo>
                    <a:pt x="61" y="6224"/>
                    <a:pt x="191" y="6291"/>
                    <a:pt x="323" y="6291"/>
                  </a:cubicBezTo>
                  <a:cubicBezTo>
                    <a:pt x="503" y="6291"/>
                    <a:pt x="685" y="6165"/>
                    <a:pt x="693" y="5948"/>
                  </a:cubicBezTo>
                  <a:lnTo>
                    <a:pt x="838" y="362"/>
                  </a:lnTo>
                  <a:cubicBezTo>
                    <a:pt x="852" y="160"/>
                    <a:pt x="693" y="1"/>
                    <a:pt x="491"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15411;p67">
              <a:extLst>
                <a:ext uri="{FF2B5EF4-FFF2-40B4-BE49-F238E27FC236}">
                  <a16:creationId xmlns:a16="http://schemas.microsoft.com/office/drawing/2014/main" id="{9210AA10-1892-4D0B-BDB8-6A648DE6AD3C}"/>
                </a:ext>
              </a:extLst>
            </p:cNvPr>
            <p:cNvSpPr/>
            <p:nvPr/>
          </p:nvSpPr>
          <p:spPr>
            <a:xfrm>
              <a:off x="8124914" y="1640647"/>
              <a:ext cx="18403" cy="164683"/>
            </a:xfrm>
            <a:custGeom>
              <a:avLst/>
              <a:gdLst/>
              <a:ahLst/>
              <a:cxnLst/>
              <a:rect l="l" t="t" r="r" b="b"/>
              <a:pathLst>
                <a:path w="702" h="6282" extrusionOk="0">
                  <a:moveTo>
                    <a:pt x="174" y="1"/>
                  </a:moveTo>
                  <a:cubicBezTo>
                    <a:pt x="188" y="44"/>
                    <a:pt x="188" y="88"/>
                    <a:pt x="203" y="131"/>
                  </a:cubicBezTo>
                  <a:lnTo>
                    <a:pt x="347" y="5703"/>
                  </a:lnTo>
                  <a:cubicBezTo>
                    <a:pt x="347" y="5905"/>
                    <a:pt x="203" y="6064"/>
                    <a:pt x="0" y="6064"/>
                  </a:cubicBezTo>
                  <a:cubicBezTo>
                    <a:pt x="66" y="6214"/>
                    <a:pt x="200" y="6281"/>
                    <a:pt x="332" y="6281"/>
                  </a:cubicBezTo>
                  <a:cubicBezTo>
                    <a:pt x="518" y="6281"/>
                    <a:pt x="702" y="6147"/>
                    <a:pt x="693" y="5919"/>
                  </a:cubicBezTo>
                  <a:lnTo>
                    <a:pt x="535" y="347"/>
                  </a:lnTo>
                  <a:cubicBezTo>
                    <a:pt x="520" y="145"/>
                    <a:pt x="361" y="1"/>
                    <a:pt x="174"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 name="Google Shape;7469;p62">
            <a:extLst>
              <a:ext uri="{FF2B5EF4-FFF2-40B4-BE49-F238E27FC236}">
                <a16:creationId xmlns:a16="http://schemas.microsoft.com/office/drawing/2014/main" id="{83CE5004-470C-4E92-9FD0-07E96A61E0F1}"/>
              </a:ext>
            </a:extLst>
          </p:cNvPr>
          <p:cNvGrpSpPr/>
          <p:nvPr/>
        </p:nvGrpSpPr>
        <p:grpSpPr>
          <a:xfrm>
            <a:off x="1859972" y="2696491"/>
            <a:ext cx="734699" cy="758123"/>
            <a:chOff x="842683" y="2394751"/>
            <a:chExt cx="345640" cy="356660"/>
          </a:xfrm>
        </p:grpSpPr>
        <p:sp>
          <p:nvSpPr>
            <p:cNvPr id="71" name="Google Shape;7470;p62">
              <a:extLst>
                <a:ext uri="{FF2B5EF4-FFF2-40B4-BE49-F238E27FC236}">
                  <a16:creationId xmlns:a16="http://schemas.microsoft.com/office/drawing/2014/main" id="{6CA167A7-5994-4416-806F-2557D1FBFD03}"/>
                </a:ext>
              </a:extLst>
            </p:cNvPr>
            <p:cNvSpPr/>
            <p:nvPr/>
          </p:nvSpPr>
          <p:spPr>
            <a:xfrm>
              <a:off x="1099042" y="2499888"/>
              <a:ext cx="89266" cy="107353"/>
            </a:xfrm>
            <a:custGeom>
              <a:avLst/>
              <a:gdLst/>
              <a:ahLst/>
              <a:cxnLst/>
              <a:rect l="l" t="t" r="r" b="b"/>
              <a:pathLst>
                <a:path w="5962" h="7170" extrusionOk="0">
                  <a:moveTo>
                    <a:pt x="2977" y="0"/>
                  </a:moveTo>
                  <a:cubicBezTo>
                    <a:pt x="2909" y="0"/>
                    <a:pt x="2841" y="42"/>
                    <a:pt x="2809" y="126"/>
                  </a:cubicBezTo>
                  <a:lnTo>
                    <a:pt x="55" y="6896"/>
                  </a:lnTo>
                  <a:cubicBezTo>
                    <a:pt x="1" y="7045"/>
                    <a:pt x="112" y="7151"/>
                    <a:pt x="227" y="7151"/>
                  </a:cubicBezTo>
                  <a:cubicBezTo>
                    <a:pt x="290" y="7151"/>
                    <a:pt x="354" y="7118"/>
                    <a:pt x="391" y="7043"/>
                  </a:cubicBezTo>
                  <a:lnTo>
                    <a:pt x="2977" y="694"/>
                  </a:lnTo>
                  <a:lnTo>
                    <a:pt x="5563" y="7043"/>
                  </a:lnTo>
                  <a:cubicBezTo>
                    <a:pt x="5603" y="7124"/>
                    <a:pt x="5663" y="7166"/>
                    <a:pt x="5742" y="7169"/>
                  </a:cubicBezTo>
                  <a:lnTo>
                    <a:pt x="5742" y="7169"/>
                  </a:lnTo>
                  <a:cubicBezTo>
                    <a:pt x="5882" y="7163"/>
                    <a:pt x="5961" y="7019"/>
                    <a:pt x="5900" y="6896"/>
                  </a:cubicBezTo>
                  <a:lnTo>
                    <a:pt x="3145" y="126"/>
                  </a:lnTo>
                  <a:cubicBezTo>
                    <a:pt x="3114" y="42"/>
                    <a:pt x="3046" y="0"/>
                    <a:pt x="2977" y="0"/>
                  </a:cubicBezTo>
                  <a:close/>
                  <a:moveTo>
                    <a:pt x="5742" y="7169"/>
                  </a:moveTo>
                  <a:lnTo>
                    <a:pt x="5742" y="7169"/>
                  </a:lnTo>
                  <a:cubicBezTo>
                    <a:pt x="5738" y="7170"/>
                    <a:pt x="5735" y="7170"/>
                    <a:pt x="5731" y="7170"/>
                  </a:cubicBezTo>
                  <a:lnTo>
                    <a:pt x="5752" y="7170"/>
                  </a:lnTo>
                  <a:cubicBezTo>
                    <a:pt x="5749" y="7170"/>
                    <a:pt x="5745" y="7170"/>
                    <a:pt x="5742" y="7169"/>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471;p62">
              <a:extLst>
                <a:ext uri="{FF2B5EF4-FFF2-40B4-BE49-F238E27FC236}">
                  <a16:creationId xmlns:a16="http://schemas.microsoft.com/office/drawing/2014/main" id="{C1D1E37A-8DF3-4450-8F4B-F7C39BCA9E87}"/>
                </a:ext>
              </a:extLst>
            </p:cNvPr>
            <p:cNvSpPr/>
            <p:nvPr/>
          </p:nvSpPr>
          <p:spPr>
            <a:xfrm>
              <a:off x="1098908" y="2603138"/>
              <a:ext cx="89416" cy="47852"/>
            </a:xfrm>
            <a:custGeom>
              <a:avLst/>
              <a:gdLst/>
              <a:ahLst/>
              <a:cxnLst/>
              <a:rect l="l" t="t" r="r" b="b"/>
              <a:pathLst>
                <a:path w="5972" h="3196" extrusionOk="0">
                  <a:moveTo>
                    <a:pt x="43" y="0"/>
                  </a:moveTo>
                  <a:cubicBezTo>
                    <a:pt x="22" y="0"/>
                    <a:pt x="1" y="21"/>
                    <a:pt x="1" y="42"/>
                  </a:cubicBezTo>
                  <a:lnTo>
                    <a:pt x="1" y="358"/>
                  </a:lnTo>
                  <a:cubicBezTo>
                    <a:pt x="1" y="1935"/>
                    <a:pt x="1283" y="3196"/>
                    <a:pt x="2860" y="3196"/>
                  </a:cubicBezTo>
                  <a:lnTo>
                    <a:pt x="3133" y="3196"/>
                  </a:lnTo>
                  <a:cubicBezTo>
                    <a:pt x="4689" y="3196"/>
                    <a:pt x="5972" y="1935"/>
                    <a:pt x="5972" y="358"/>
                  </a:cubicBezTo>
                  <a:lnTo>
                    <a:pt x="5972" y="42"/>
                  </a:lnTo>
                  <a:cubicBezTo>
                    <a:pt x="5972" y="21"/>
                    <a:pt x="5951" y="0"/>
                    <a:pt x="5930" y="0"/>
                  </a:cubicBezTo>
                  <a:close/>
                </a:path>
              </a:pathLst>
            </a:custGeom>
            <a:solidFill>
              <a:srgbClr val="A7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472;p62">
              <a:extLst>
                <a:ext uri="{FF2B5EF4-FFF2-40B4-BE49-F238E27FC236}">
                  <a16:creationId xmlns:a16="http://schemas.microsoft.com/office/drawing/2014/main" id="{1C3BBE3E-CC5F-4904-BBAE-32674B7CD6BE}"/>
                </a:ext>
              </a:extLst>
            </p:cNvPr>
            <p:cNvSpPr/>
            <p:nvPr/>
          </p:nvSpPr>
          <p:spPr>
            <a:xfrm>
              <a:off x="1127236" y="2603138"/>
              <a:ext cx="61088" cy="48182"/>
            </a:xfrm>
            <a:custGeom>
              <a:avLst/>
              <a:gdLst/>
              <a:ahLst/>
              <a:cxnLst/>
              <a:rect l="l" t="t" r="r" b="b"/>
              <a:pathLst>
                <a:path w="4080" h="3218" extrusionOk="0">
                  <a:moveTo>
                    <a:pt x="1830" y="0"/>
                  </a:moveTo>
                  <a:cubicBezTo>
                    <a:pt x="1851" y="0"/>
                    <a:pt x="1872" y="21"/>
                    <a:pt x="1872" y="42"/>
                  </a:cubicBezTo>
                  <a:lnTo>
                    <a:pt x="1872" y="358"/>
                  </a:lnTo>
                  <a:cubicBezTo>
                    <a:pt x="1872" y="1556"/>
                    <a:pt x="1115" y="2628"/>
                    <a:pt x="1" y="3049"/>
                  </a:cubicBezTo>
                  <a:cubicBezTo>
                    <a:pt x="295" y="3154"/>
                    <a:pt x="632" y="3217"/>
                    <a:pt x="947" y="3217"/>
                  </a:cubicBezTo>
                  <a:lnTo>
                    <a:pt x="1220" y="3217"/>
                  </a:lnTo>
                  <a:cubicBezTo>
                    <a:pt x="2797" y="3217"/>
                    <a:pt x="4080" y="1935"/>
                    <a:pt x="4080" y="358"/>
                  </a:cubicBezTo>
                  <a:lnTo>
                    <a:pt x="4080" y="42"/>
                  </a:lnTo>
                  <a:cubicBezTo>
                    <a:pt x="4080" y="21"/>
                    <a:pt x="4059" y="0"/>
                    <a:pt x="4038"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73;p62">
              <a:extLst>
                <a:ext uri="{FF2B5EF4-FFF2-40B4-BE49-F238E27FC236}">
                  <a16:creationId xmlns:a16="http://schemas.microsoft.com/office/drawing/2014/main" id="{85700369-F4E0-4285-AC18-F5B813354151}"/>
                </a:ext>
              </a:extLst>
            </p:cNvPr>
            <p:cNvSpPr/>
            <p:nvPr/>
          </p:nvSpPr>
          <p:spPr>
            <a:xfrm>
              <a:off x="842803" y="2499888"/>
              <a:ext cx="89281" cy="107353"/>
            </a:xfrm>
            <a:custGeom>
              <a:avLst/>
              <a:gdLst/>
              <a:ahLst/>
              <a:cxnLst/>
              <a:rect l="l" t="t" r="r" b="b"/>
              <a:pathLst>
                <a:path w="5963" h="7170" extrusionOk="0">
                  <a:moveTo>
                    <a:pt x="2980" y="0"/>
                  </a:moveTo>
                  <a:cubicBezTo>
                    <a:pt x="2909" y="0"/>
                    <a:pt x="2841" y="42"/>
                    <a:pt x="2809" y="126"/>
                  </a:cubicBezTo>
                  <a:lnTo>
                    <a:pt x="55" y="6896"/>
                  </a:lnTo>
                  <a:cubicBezTo>
                    <a:pt x="1" y="7045"/>
                    <a:pt x="112" y="7151"/>
                    <a:pt x="227" y="7151"/>
                  </a:cubicBezTo>
                  <a:cubicBezTo>
                    <a:pt x="290" y="7151"/>
                    <a:pt x="354" y="7118"/>
                    <a:pt x="391" y="7043"/>
                  </a:cubicBezTo>
                  <a:lnTo>
                    <a:pt x="2977" y="694"/>
                  </a:lnTo>
                  <a:lnTo>
                    <a:pt x="5563" y="7043"/>
                  </a:lnTo>
                  <a:cubicBezTo>
                    <a:pt x="5584" y="7128"/>
                    <a:pt x="5669" y="7170"/>
                    <a:pt x="5732" y="7170"/>
                  </a:cubicBezTo>
                  <a:cubicBezTo>
                    <a:pt x="5879" y="7170"/>
                    <a:pt x="5963" y="7022"/>
                    <a:pt x="5921" y="6896"/>
                  </a:cubicBezTo>
                  <a:lnTo>
                    <a:pt x="3167" y="126"/>
                  </a:lnTo>
                  <a:cubicBezTo>
                    <a:pt x="3125" y="42"/>
                    <a:pt x="3051" y="0"/>
                    <a:pt x="298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474;p62">
              <a:extLst>
                <a:ext uri="{FF2B5EF4-FFF2-40B4-BE49-F238E27FC236}">
                  <a16:creationId xmlns:a16="http://schemas.microsoft.com/office/drawing/2014/main" id="{9F898117-CE2C-4980-AEE7-7ADCEC45F67C}"/>
                </a:ext>
              </a:extLst>
            </p:cNvPr>
            <p:cNvSpPr/>
            <p:nvPr/>
          </p:nvSpPr>
          <p:spPr>
            <a:xfrm>
              <a:off x="842683" y="2603138"/>
              <a:ext cx="89715" cy="47867"/>
            </a:xfrm>
            <a:custGeom>
              <a:avLst/>
              <a:gdLst/>
              <a:ahLst/>
              <a:cxnLst/>
              <a:rect l="l" t="t" r="r" b="b"/>
              <a:pathLst>
                <a:path w="5992" h="3197" extrusionOk="0">
                  <a:moveTo>
                    <a:pt x="42" y="0"/>
                  </a:moveTo>
                  <a:cubicBezTo>
                    <a:pt x="21" y="0"/>
                    <a:pt x="0" y="21"/>
                    <a:pt x="0" y="42"/>
                  </a:cubicBezTo>
                  <a:lnTo>
                    <a:pt x="0" y="358"/>
                  </a:lnTo>
                  <a:cubicBezTo>
                    <a:pt x="0" y="1922"/>
                    <a:pt x="1262" y="3196"/>
                    <a:pt x="2821" y="3196"/>
                  </a:cubicBezTo>
                  <a:cubicBezTo>
                    <a:pt x="2834" y="3196"/>
                    <a:pt x="2847" y="3196"/>
                    <a:pt x="2859" y="3196"/>
                  </a:cubicBezTo>
                  <a:lnTo>
                    <a:pt x="3133" y="3196"/>
                  </a:lnTo>
                  <a:cubicBezTo>
                    <a:pt x="4709" y="3196"/>
                    <a:pt x="5992" y="1935"/>
                    <a:pt x="5992" y="358"/>
                  </a:cubicBezTo>
                  <a:lnTo>
                    <a:pt x="5992" y="42"/>
                  </a:lnTo>
                  <a:cubicBezTo>
                    <a:pt x="5992" y="21"/>
                    <a:pt x="5971" y="0"/>
                    <a:pt x="5950" y="0"/>
                  </a:cubicBezTo>
                  <a:close/>
                </a:path>
              </a:pathLst>
            </a:custGeom>
            <a:solidFill>
              <a:srgbClr val="A7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475;p62">
              <a:extLst>
                <a:ext uri="{FF2B5EF4-FFF2-40B4-BE49-F238E27FC236}">
                  <a16:creationId xmlns:a16="http://schemas.microsoft.com/office/drawing/2014/main" id="{30C1698D-DB55-4782-8E12-93393B75A435}"/>
                </a:ext>
              </a:extLst>
            </p:cNvPr>
            <p:cNvSpPr/>
            <p:nvPr/>
          </p:nvSpPr>
          <p:spPr>
            <a:xfrm>
              <a:off x="871011" y="2603138"/>
              <a:ext cx="61073" cy="48182"/>
            </a:xfrm>
            <a:custGeom>
              <a:avLst/>
              <a:gdLst/>
              <a:ahLst/>
              <a:cxnLst/>
              <a:rect l="l" t="t" r="r" b="b"/>
              <a:pathLst>
                <a:path w="4079" h="3218" extrusionOk="0">
                  <a:moveTo>
                    <a:pt x="1829" y="0"/>
                  </a:moveTo>
                  <a:cubicBezTo>
                    <a:pt x="1850" y="0"/>
                    <a:pt x="1871" y="21"/>
                    <a:pt x="1871" y="42"/>
                  </a:cubicBezTo>
                  <a:lnTo>
                    <a:pt x="1871" y="358"/>
                  </a:lnTo>
                  <a:cubicBezTo>
                    <a:pt x="1871" y="1556"/>
                    <a:pt x="1114" y="2628"/>
                    <a:pt x="0" y="3028"/>
                  </a:cubicBezTo>
                  <a:cubicBezTo>
                    <a:pt x="295" y="3154"/>
                    <a:pt x="631" y="3217"/>
                    <a:pt x="967" y="3217"/>
                  </a:cubicBezTo>
                  <a:lnTo>
                    <a:pt x="1220" y="3217"/>
                  </a:lnTo>
                  <a:cubicBezTo>
                    <a:pt x="2796" y="3217"/>
                    <a:pt x="4079" y="1935"/>
                    <a:pt x="4079" y="358"/>
                  </a:cubicBezTo>
                  <a:lnTo>
                    <a:pt x="4079" y="42"/>
                  </a:lnTo>
                  <a:cubicBezTo>
                    <a:pt x="4079" y="21"/>
                    <a:pt x="4058" y="0"/>
                    <a:pt x="4058"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476;p62">
              <a:extLst>
                <a:ext uri="{FF2B5EF4-FFF2-40B4-BE49-F238E27FC236}">
                  <a16:creationId xmlns:a16="http://schemas.microsoft.com/office/drawing/2014/main" id="{D6FFC663-C5BE-4320-BAC2-C03F12D22B27}"/>
                </a:ext>
              </a:extLst>
            </p:cNvPr>
            <p:cNvSpPr/>
            <p:nvPr/>
          </p:nvSpPr>
          <p:spPr>
            <a:xfrm>
              <a:off x="1003533" y="2433470"/>
              <a:ext cx="23941" cy="274506"/>
            </a:xfrm>
            <a:custGeom>
              <a:avLst/>
              <a:gdLst/>
              <a:ahLst/>
              <a:cxnLst/>
              <a:rect l="l" t="t" r="r" b="b"/>
              <a:pathLst>
                <a:path w="1599" h="18334" extrusionOk="0">
                  <a:moveTo>
                    <a:pt x="0" y="0"/>
                  </a:moveTo>
                  <a:lnTo>
                    <a:pt x="0" y="18333"/>
                  </a:lnTo>
                  <a:lnTo>
                    <a:pt x="1598" y="18333"/>
                  </a:lnTo>
                  <a:lnTo>
                    <a:pt x="159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477;p62">
              <a:extLst>
                <a:ext uri="{FF2B5EF4-FFF2-40B4-BE49-F238E27FC236}">
                  <a16:creationId xmlns:a16="http://schemas.microsoft.com/office/drawing/2014/main" id="{0FBD15BD-39A5-459A-9EB8-B9042E57BF84}"/>
                </a:ext>
              </a:extLst>
            </p:cNvPr>
            <p:cNvSpPr/>
            <p:nvPr/>
          </p:nvSpPr>
          <p:spPr>
            <a:xfrm>
              <a:off x="1015496" y="2433470"/>
              <a:ext cx="11978" cy="274506"/>
            </a:xfrm>
            <a:custGeom>
              <a:avLst/>
              <a:gdLst/>
              <a:ahLst/>
              <a:cxnLst/>
              <a:rect l="l" t="t" r="r" b="b"/>
              <a:pathLst>
                <a:path w="800" h="18334" extrusionOk="0">
                  <a:moveTo>
                    <a:pt x="0" y="0"/>
                  </a:moveTo>
                  <a:lnTo>
                    <a:pt x="0" y="18333"/>
                  </a:lnTo>
                  <a:lnTo>
                    <a:pt x="799" y="18333"/>
                  </a:lnTo>
                  <a:lnTo>
                    <a:pt x="799" y="0"/>
                  </a:ln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478;p62">
              <a:extLst>
                <a:ext uri="{FF2B5EF4-FFF2-40B4-BE49-F238E27FC236}">
                  <a16:creationId xmlns:a16="http://schemas.microsoft.com/office/drawing/2014/main" id="{AFD8AE72-1B52-4EDB-B9FB-679DE907C2EB}"/>
                </a:ext>
              </a:extLst>
            </p:cNvPr>
            <p:cNvSpPr/>
            <p:nvPr/>
          </p:nvSpPr>
          <p:spPr>
            <a:xfrm>
              <a:off x="932698" y="2697570"/>
              <a:ext cx="165910" cy="34646"/>
            </a:xfrm>
            <a:custGeom>
              <a:avLst/>
              <a:gdLst/>
              <a:ahLst/>
              <a:cxnLst/>
              <a:rect l="l" t="t" r="r" b="b"/>
              <a:pathLst>
                <a:path w="11081" h="2314" extrusionOk="0">
                  <a:moveTo>
                    <a:pt x="737" y="1"/>
                  </a:moveTo>
                  <a:cubicBezTo>
                    <a:pt x="337" y="1"/>
                    <a:pt x="1" y="337"/>
                    <a:pt x="1" y="736"/>
                  </a:cubicBezTo>
                  <a:lnTo>
                    <a:pt x="1" y="2313"/>
                  </a:lnTo>
                  <a:lnTo>
                    <a:pt x="11081" y="2313"/>
                  </a:lnTo>
                  <a:lnTo>
                    <a:pt x="11081" y="736"/>
                  </a:lnTo>
                  <a:cubicBezTo>
                    <a:pt x="11060" y="316"/>
                    <a:pt x="10723" y="1"/>
                    <a:pt x="1032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7479;p62">
              <a:extLst>
                <a:ext uri="{FF2B5EF4-FFF2-40B4-BE49-F238E27FC236}">
                  <a16:creationId xmlns:a16="http://schemas.microsoft.com/office/drawing/2014/main" id="{290BFD17-625C-4332-B36A-B982DD42AA73}"/>
                </a:ext>
              </a:extLst>
            </p:cNvPr>
            <p:cNvSpPr/>
            <p:nvPr/>
          </p:nvSpPr>
          <p:spPr>
            <a:xfrm>
              <a:off x="993771" y="2394751"/>
              <a:ext cx="43465" cy="43450"/>
            </a:xfrm>
            <a:custGeom>
              <a:avLst/>
              <a:gdLst/>
              <a:ahLst/>
              <a:cxnLst/>
              <a:rect l="l" t="t" r="r" b="b"/>
              <a:pathLst>
                <a:path w="2903" h="2902" extrusionOk="0">
                  <a:moveTo>
                    <a:pt x="1451" y="0"/>
                  </a:moveTo>
                  <a:cubicBezTo>
                    <a:pt x="652" y="0"/>
                    <a:pt x="1" y="652"/>
                    <a:pt x="1" y="1451"/>
                  </a:cubicBezTo>
                  <a:cubicBezTo>
                    <a:pt x="1" y="2250"/>
                    <a:pt x="652" y="2902"/>
                    <a:pt x="1451" y="2902"/>
                  </a:cubicBezTo>
                  <a:cubicBezTo>
                    <a:pt x="2250" y="2902"/>
                    <a:pt x="2902" y="2250"/>
                    <a:pt x="2902" y="1451"/>
                  </a:cubicBezTo>
                  <a:cubicBezTo>
                    <a:pt x="2902" y="652"/>
                    <a:pt x="2250" y="0"/>
                    <a:pt x="145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7480;p62">
              <a:extLst>
                <a:ext uri="{FF2B5EF4-FFF2-40B4-BE49-F238E27FC236}">
                  <a16:creationId xmlns:a16="http://schemas.microsoft.com/office/drawing/2014/main" id="{6EA69F27-A555-49B8-87E3-D39660A2DDEE}"/>
                </a:ext>
              </a:extLst>
            </p:cNvPr>
            <p:cNvSpPr/>
            <p:nvPr/>
          </p:nvSpPr>
          <p:spPr>
            <a:xfrm>
              <a:off x="996286" y="2397266"/>
              <a:ext cx="45037" cy="40950"/>
            </a:xfrm>
            <a:custGeom>
              <a:avLst/>
              <a:gdLst/>
              <a:ahLst/>
              <a:cxnLst/>
              <a:rect l="l" t="t" r="r" b="b"/>
              <a:pathLst>
                <a:path w="3008" h="2735" extrusionOk="0">
                  <a:moveTo>
                    <a:pt x="1935" y="0"/>
                  </a:moveTo>
                  <a:cubicBezTo>
                    <a:pt x="2452" y="1017"/>
                    <a:pt x="1655" y="2105"/>
                    <a:pt x="668" y="2105"/>
                  </a:cubicBezTo>
                  <a:cubicBezTo>
                    <a:pt x="451" y="2105"/>
                    <a:pt x="224" y="2052"/>
                    <a:pt x="1" y="1935"/>
                  </a:cubicBezTo>
                  <a:lnTo>
                    <a:pt x="1" y="1935"/>
                  </a:lnTo>
                  <a:cubicBezTo>
                    <a:pt x="261" y="2455"/>
                    <a:pt x="769" y="2734"/>
                    <a:pt x="1289" y="2734"/>
                  </a:cubicBezTo>
                  <a:cubicBezTo>
                    <a:pt x="1651" y="2734"/>
                    <a:pt x="2020" y="2598"/>
                    <a:pt x="2314" y="2313"/>
                  </a:cubicBezTo>
                  <a:cubicBezTo>
                    <a:pt x="3007" y="1619"/>
                    <a:pt x="2818" y="442"/>
                    <a:pt x="1935" y="0"/>
                  </a:cubicBez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7481;p62">
              <a:extLst>
                <a:ext uri="{FF2B5EF4-FFF2-40B4-BE49-F238E27FC236}">
                  <a16:creationId xmlns:a16="http://schemas.microsoft.com/office/drawing/2014/main" id="{DE6181CF-6855-4129-92C1-10A9AA9CBACB}"/>
                </a:ext>
              </a:extLst>
            </p:cNvPr>
            <p:cNvSpPr/>
            <p:nvPr/>
          </p:nvSpPr>
          <p:spPr>
            <a:xfrm>
              <a:off x="844570" y="2454237"/>
              <a:ext cx="341867" cy="50068"/>
            </a:xfrm>
            <a:custGeom>
              <a:avLst/>
              <a:gdLst/>
              <a:ahLst/>
              <a:cxnLst/>
              <a:rect l="l" t="t" r="r" b="b"/>
              <a:pathLst>
                <a:path w="22833" h="3344" extrusionOk="0">
                  <a:moveTo>
                    <a:pt x="8031" y="1"/>
                  </a:moveTo>
                  <a:cubicBezTo>
                    <a:pt x="7043" y="1"/>
                    <a:pt x="6097" y="400"/>
                    <a:pt x="5403" y="1115"/>
                  </a:cubicBezTo>
                  <a:cubicBezTo>
                    <a:pt x="4920" y="1620"/>
                    <a:pt x="4247" y="1914"/>
                    <a:pt x="3532" y="1914"/>
                  </a:cubicBezTo>
                  <a:lnTo>
                    <a:pt x="294" y="1914"/>
                  </a:lnTo>
                  <a:cubicBezTo>
                    <a:pt x="126" y="1914"/>
                    <a:pt x="0" y="2040"/>
                    <a:pt x="0" y="2208"/>
                  </a:cubicBezTo>
                  <a:lnTo>
                    <a:pt x="0" y="3049"/>
                  </a:lnTo>
                  <a:cubicBezTo>
                    <a:pt x="0" y="3217"/>
                    <a:pt x="126" y="3344"/>
                    <a:pt x="294" y="3344"/>
                  </a:cubicBezTo>
                  <a:lnTo>
                    <a:pt x="3658" y="3344"/>
                  </a:lnTo>
                  <a:cubicBezTo>
                    <a:pt x="4647" y="3344"/>
                    <a:pt x="5593" y="2944"/>
                    <a:pt x="6286" y="2229"/>
                  </a:cubicBezTo>
                  <a:cubicBezTo>
                    <a:pt x="6754" y="1721"/>
                    <a:pt x="7398" y="1429"/>
                    <a:pt x="8086" y="1429"/>
                  </a:cubicBezTo>
                  <a:cubicBezTo>
                    <a:pt x="8110" y="1429"/>
                    <a:pt x="8134" y="1430"/>
                    <a:pt x="8158" y="1430"/>
                  </a:cubicBezTo>
                  <a:lnTo>
                    <a:pt x="14822" y="1430"/>
                  </a:lnTo>
                  <a:cubicBezTo>
                    <a:pt x="15432" y="1430"/>
                    <a:pt x="16000" y="1683"/>
                    <a:pt x="16441" y="2124"/>
                  </a:cubicBezTo>
                  <a:cubicBezTo>
                    <a:pt x="17177" y="2902"/>
                    <a:pt x="18207" y="3344"/>
                    <a:pt x="19300" y="3344"/>
                  </a:cubicBezTo>
                  <a:lnTo>
                    <a:pt x="22559" y="3344"/>
                  </a:lnTo>
                  <a:cubicBezTo>
                    <a:pt x="22706" y="3344"/>
                    <a:pt x="22833" y="3217"/>
                    <a:pt x="22833" y="3049"/>
                  </a:cubicBezTo>
                  <a:lnTo>
                    <a:pt x="22833" y="2208"/>
                  </a:lnTo>
                  <a:cubicBezTo>
                    <a:pt x="22833" y="2040"/>
                    <a:pt x="22706" y="1914"/>
                    <a:pt x="22559" y="1914"/>
                  </a:cubicBezTo>
                  <a:lnTo>
                    <a:pt x="19321" y="1914"/>
                  </a:lnTo>
                  <a:cubicBezTo>
                    <a:pt x="18607" y="1914"/>
                    <a:pt x="17913" y="1620"/>
                    <a:pt x="17450" y="1115"/>
                  </a:cubicBezTo>
                  <a:cubicBezTo>
                    <a:pt x="16757" y="400"/>
                    <a:pt x="15810" y="1"/>
                    <a:pt x="1482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7482;p62">
              <a:extLst>
                <a:ext uri="{FF2B5EF4-FFF2-40B4-BE49-F238E27FC236}">
                  <a16:creationId xmlns:a16="http://schemas.microsoft.com/office/drawing/2014/main" id="{75D70B8A-520D-4349-A660-344121B6B292}"/>
                </a:ext>
              </a:extLst>
            </p:cNvPr>
            <p:cNvSpPr/>
            <p:nvPr/>
          </p:nvSpPr>
          <p:spPr>
            <a:xfrm>
              <a:off x="844570" y="2466499"/>
              <a:ext cx="341867" cy="37821"/>
            </a:xfrm>
            <a:custGeom>
              <a:avLst/>
              <a:gdLst/>
              <a:ahLst/>
              <a:cxnLst/>
              <a:rect l="l" t="t" r="r" b="b"/>
              <a:pathLst>
                <a:path w="22833" h="2526" extrusionOk="0">
                  <a:moveTo>
                    <a:pt x="8086" y="1"/>
                  </a:moveTo>
                  <a:cubicBezTo>
                    <a:pt x="7398" y="1"/>
                    <a:pt x="6754" y="293"/>
                    <a:pt x="6286" y="801"/>
                  </a:cubicBezTo>
                  <a:cubicBezTo>
                    <a:pt x="5593" y="1515"/>
                    <a:pt x="4647" y="1915"/>
                    <a:pt x="3658" y="1915"/>
                  </a:cubicBezTo>
                  <a:lnTo>
                    <a:pt x="294" y="1915"/>
                  </a:lnTo>
                  <a:cubicBezTo>
                    <a:pt x="126" y="1915"/>
                    <a:pt x="21" y="1789"/>
                    <a:pt x="0" y="1642"/>
                  </a:cubicBezTo>
                  <a:lnTo>
                    <a:pt x="0" y="2230"/>
                  </a:lnTo>
                  <a:cubicBezTo>
                    <a:pt x="0" y="2398"/>
                    <a:pt x="126" y="2525"/>
                    <a:pt x="294" y="2525"/>
                  </a:cubicBezTo>
                  <a:lnTo>
                    <a:pt x="3679" y="2525"/>
                  </a:lnTo>
                  <a:cubicBezTo>
                    <a:pt x="3704" y="2525"/>
                    <a:pt x="3729" y="2525"/>
                    <a:pt x="3754" y="2525"/>
                  </a:cubicBezTo>
                  <a:cubicBezTo>
                    <a:pt x="4715" y="2525"/>
                    <a:pt x="5631" y="2128"/>
                    <a:pt x="6307" y="1431"/>
                  </a:cubicBezTo>
                  <a:cubicBezTo>
                    <a:pt x="6791" y="906"/>
                    <a:pt x="7464" y="611"/>
                    <a:pt x="8179" y="611"/>
                  </a:cubicBezTo>
                  <a:lnTo>
                    <a:pt x="14822" y="611"/>
                  </a:lnTo>
                  <a:cubicBezTo>
                    <a:pt x="15432" y="611"/>
                    <a:pt x="16000" y="864"/>
                    <a:pt x="16441" y="1305"/>
                  </a:cubicBezTo>
                  <a:cubicBezTo>
                    <a:pt x="17177" y="2083"/>
                    <a:pt x="18207" y="2525"/>
                    <a:pt x="19300" y="2525"/>
                  </a:cubicBezTo>
                  <a:lnTo>
                    <a:pt x="22559" y="2525"/>
                  </a:lnTo>
                  <a:cubicBezTo>
                    <a:pt x="22706" y="2525"/>
                    <a:pt x="22833" y="2398"/>
                    <a:pt x="22833" y="2251"/>
                  </a:cubicBezTo>
                  <a:lnTo>
                    <a:pt x="22833" y="1642"/>
                  </a:lnTo>
                  <a:cubicBezTo>
                    <a:pt x="22833" y="1789"/>
                    <a:pt x="22706" y="1915"/>
                    <a:pt x="22559" y="1915"/>
                  </a:cubicBezTo>
                  <a:lnTo>
                    <a:pt x="19300" y="1915"/>
                  </a:lnTo>
                  <a:cubicBezTo>
                    <a:pt x="18207" y="1915"/>
                    <a:pt x="17177" y="1473"/>
                    <a:pt x="16441" y="696"/>
                  </a:cubicBezTo>
                  <a:cubicBezTo>
                    <a:pt x="16000" y="254"/>
                    <a:pt x="15432" y="2"/>
                    <a:pt x="14822" y="2"/>
                  </a:cubicBezTo>
                  <a:lnTo>
                    <a:pt x="8158" y="2"/>
                  </a:lnTo>
                  <a:cubicBezTo>
                    <a:pt x="8134" y="1"/>
                    <a:pt x="8110" y="1"/>
                    <a:pt x="8086" y="1"/>
                  </a:cubicBez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7483;p62">
              <a:extLst>
                <a:ext uri="{FF2B5EF4-FFF2-40B4-BE49-F238E27FC236}">
                  <a16:creationId xmlns:a16="http://schemas.microsoft.com/office/drawing/2014/main" id="{C7DBC3F2-4BAE-416C-981F-AD43303160C3}"/>
                </a:ext>
              </a:extLst>
            </p:cNvPr>
            <p:cNvSpPr/>
            <p:nvPr/>
          </p:nvSpPr>
          <p:spPr>
            <a:xfrm>
              <a:off x="932698" y="2697555"/>
              <a:ext cx="165910" cy="34661"/>
            </a:xfrm>
            <a:custGeom>
              <a:avLst/>
              <a:gdLst/>
              <a:ahLst/>
              <a:cxnLst/>
              <a:rect l="l" t="t" r="r" b="b"/>
              <a:pathLst>
                <a:path w="11081" h="2315" extrusionOk="0">
                  <a:moveTo>
                    <a:pt x="10359" y="1"/>
                  </a:moveTo>
                  <a:cubicBezTo>
                    <a:pt x="10347" y="1"/>
                    <a:pt x="10336" y="1"/>
                    <a:pt x="10324" y="2"/>
                  </a:cubicBezTo>
                  <a:lnTo>
                    <a:pt x="8873" y="2"/>
                  </a:lnTo>
                  <a:lnTo>
                    <a:pt x="8873" y="527"/>
                  </a:lnTo>
                  <a:cubicBezTo>
                    <a:pt x="8873" y="969"/>
                    <a:pt x="8495" y="1326"/>
                    <a:pt x="8053" y="1326"/>
                  </a:cubicBezTo>
                  <a:lnTo>
                    <a:pt x="1" y="1326"/>
                  </a:lnTo>
                  <a:lnTo>
                    <a:pt x="1" y="2314"/>
                  </a:lnTo>
                  <a:lnTo>
                    <a:pt x="11081" y="2314"/>
                  </a:lnTo>
                  <a:lnTo>
                    <a:pt x="11081" y="737"/>
                  </a:lnTo>
                  <a:cubicBezTo>
                    <a:pt x="11081" y="349"/>
                    <a:pt x="10763" y="1"/>
                    <a:pt x="10359"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7484;p62">
              <a:extLst>
                <a:ext uri="{FF2B5EF4-FFF2-40B4-BE49-F238E27FC236}">
                  <a16:creationId xmlns:a16="http://schemas.microsoft.com/office/drawing/2014/main" id="{72E6A177-1C67-47C0-8D6E-5CF8D54EA687}"/>
                </a:ext>
              </a:extLst>
            </p:cNvPr>
            <p:cNvSpPr/>
            <p:nvPr/>
          </p:nvSpPr>
          <p:spPr>
            <a:xfrm>
              <a:off x="906885" y="2723068"/>
              <a:ext cx="217221" cy="28343"/>
            </a:xfrm>
            <a:custGeom>
              <a:avLst/>
              <a:gdLst/>
              <a:ahLst/>
              <a:cxnLst/>
              <a:rect l="l" t="t" r="r" b="b"/>
              <a:pathLst>
                <a:path w="14508" h="1893" extrusionOk="0">
                  <a:moveTo>
                    <a:pt x="758" y="1"/>
                  </a:moveTo>
                  <a:cubicBezTo>
                    <a:pt x="337" y="1"/>
                    <a:pt x="1" y="337"/>
                    <a:pt x="22" y="757"/>
                  </a:cubicBezTo>
                  <a:lnTo>
                    <a:pt x="22" y="1893"/>
                  </a:lnTo>
                  <a:lnTo>
                    <a:pt x="14508" y="1893"/>
                  </a:lnTo>
                  <a:lnTo>
                    <a:pt x="14508" y="757"/>
                  </a:lnTo>
                  <a:cubicBezTo>
                    <a:pt x="14508" y="337"/>
                    <a:pt x="14171" y="1"/>
                    <a:pt x="13751"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7485;p62">
              <a:extLst>
                <a:ext uri="{FF2B5EF4-FFF2-40B4-BE49-F238E27FC236}">
                  <a16:creationId xmlns:a16="http://schemas.microsoft.com/office/drawing/2014/main" id="{C60F22D2-2077-487E-B13F-FF6C613CB24D}"/>
                </a:ext>
              </a:extLst>
            </p:cNvPr>
            <p:cNvSpPr/>
            <p:nvPr/>
          </p:nvSpPr>
          <p:spPr>
            <a:xfrm>
              <a:off x="907200" y="2723068"/>
              <a:ext cx="216907" cy="28029"/>
            </a:xfrm>
            <a:custGeom>
              <a:avLst/>
              <a:gdLst/>
              <a:ahLst/>
              <a:cxnLst/>
              <a:rect l="l" t="t" r="r" b="b"/>
              <a:pathLst>
                <a:path w="14487" h="1872" extrusionOk="0">
                  <a:moveTo>
                    <a:pt x="12258" y="1"/>
                  </a:moveTo>
                  <a:lnTo>
                    <a:pt x="12258" y="694"/>
                  </a:lnTo>
                  <a:cubicBezTo>
                    <a:pt x="12237" y="1115"/>
                    <a:pt x="11922" y="1451"/>
                    <a:pt x="11501" y="1451"/>
                  </a:cubicBezTo>
                  <a:lnTo>
                    <a:pt x="1" y="1451"/>
                  </a:lnTo>
                  <a:lnTo>
                    <a:pt x="1" y="1872"/>
                  </a:lnTo>
                  <a:lnTo>
                    <a:pt x="14487" y="1872"/>
                  </a:lnTo>
                  <a:lnTo>
                    <a:pt x="14487" y="1451"/>
                  </a:lnTo>
                  <a:lnTo>
                    <a:pt x="14487" y="736"/>
                  </a:lnTo>
                  <a:cubicBezTo>
                    <a:pt x="14466" y="316"/>
                    <a:pt x="14129" y="1"/>
                    <a:pt x="13730"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 name="Google Shape;7744;p62">
            <a:extLst>
              <a:ext uri="{FF2B5EF4-FFF2-40B4-BE49-F238E27FC236}">
                <a16:creationId xmlns:a16="http://schemas.microsoft.com/office/drawing/2014/main" id="{FE4FAA50-2985-4300-8A97-2E90F31C1C9D}"/>
              </a:ext>
            </a:extLst>
          </p:cNvPr>
          <p:cNvGrpSpPr/>
          <p:nvPr/>
        </p:nvGrpSpPr>
        <p:grpSpPr>
          <a:xfrm>
            <a:off x="4158225" y="2742670"/>
            <a:ext cx="735757" cy="731029"/>
            <a:chOff x="3514900" y="1489020"/>
            <a:chExt cx="354145" cy="351869"/>
          </a:xfrm>
        </p:grpSpPr>
        <p:sp>
          <p:nvSpPr>
            <p:cNvPr id="88" name="Google Shape;7745;p62">
              <a:extLst>
                <a:ext uri="{FF2B5EF4-FFF2-40B4-BE49-F238E27FC236}">
                  <a16:creationId xmlns:a16="http://schemas.microsoft.com/office/drawing/2014/main" id="{AD2F015E-2693-47EF-9DBA-D99C6284E8FD}"/>
                </a:ext>
              </a:extLst>
            </p:cNvPr>
            <p:cNvSpPr/>
            <p:nvPr/>
          </p:nvSpPr>
          <p:spPr>
            <a:xfrm>
              <a:off x="3514900" y="1489020"/>
              <a:ext cx="354145" cy="351869"/>
            </a:xfrm>
            <a:custGeom>
              <a:avLst/>
              <a:gdLst/>
              <a:ahLst/>
              <a:cxnLst/>
              <a:rect l="l" t="t" r="r" b="b"/>
              <a:pathLst>
                <a:path w="23653" h="23501" extrusionOk="0">
                  <a:moveTo>
                    <a:pt x="19698" y="1"/>
                  </a:moveTo>
                  <a:cubicBezTo>
                    <a:pt x="19495" y="1"/>
                    <a:pt x="19290" y="80"/>
                    <a:pt x="19133" y="237"/>
                  </a:cubicBezTo>
                  <a:lnTo>
                    <a:pt x="316" y="19075"/>
                  </a:lnTo>
                  <a:cubicBezTo>
                    <a:pt x="0" y="19369"/>
                    <a:pt x="0" y="19874"/>
                    <a:pt x="316" y="20168"/>
                  </a:cubicBezTo>
                  <a:lnTo>
                    <a:pt x="3406" y="23280"/>
                  </a:lnTo>
                  <a:cubicBezTo>
                    <a:pt x="3564" y="23427"/>
                    <a:pt x="3764" y="23501"/>
                    <a:pt x="3964" y="23501"/>
                  </a:cubicBezTo>
                  <a:cubicBezTo>
                    <a:pt x="4163" y="23501"/>
                    <a:pt x="4363" y="23427"/>
                    <a:pt x="4521" y="23280"/>
                  </a:cubicBezTo>
                  <a:lnTo>
                    <a:pt x="23358" y="4442"/>
                  </a:lnTo>
                  <a:cubicBezTo>
                    <a:pt x="23653" y="4148"/>
                    <a:pt x="23653" y="3643"/>
                    <a:pt x="23358" y="3328"/>
                  </a:cubicBezTo>
                  <a:lnTo>
                    <a:pt x="20247" y="237"/>
                  </a:lnTo>
                  <a:cubicBezTo>
                    <a:pt x="20100" y="80"/>
                    <a:pt x="19900" y="1"/>
                    <a:pt x="1969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7746;p62">
              <a:extLst>
                <a:ext uri="{FF2B5EF4-FFF2-40B4-BE49-F238E27FC236}">
                  <a16:creationId xmlns:a16="http://schemas.microsoft.com/office/drawing/2014/main" id="{594CBA77-87BD-4B1C-9E82-BEB0DC4A1C67}"/>
                </a:ext>
              </a:extLst>
            </p:cNvPr>
            <p:cNvSpPr/>
            <p:nvPr/>
          </p:nvSpPr>
          <p:spPr>
            <a:xfrm>
              <a:off x="3619094" y="1759498"/>
              <a:ext cx="24570" cy="24884"/>
            </a:xfrm>
            <a:custGeom>
              <a:avLst/>
              <a:gdLst/>
              <a:ahLst/>
              <a:cxnLst/>
              <a:rect l="l" t="t" r="r" b="b"/>
              <a:pathLst>
                <a:path w="1641" h="1662" extrusionOk="0">
                  <a:moveTo>
                    <a:pt x="526" y="1"/>
                  </a:moveTo>
                  <a:lnTo>
                    <a:pt x="1" y="548"/>
                  </a:lnTo>
                  <a:lnTo>
                    <a:pt x="1115" y="1662"/>
                  </a:lnTo>
                  <a:lnTo>
                    <a:pt x="1640" y="1136"/>
                  </a:lnTo>
                  <a:lnTo>
                    <a:pt x="526"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7747;p62">
              <a:extLst>
                <a:ext uri="{FF2B5EF4-FFF2-40B4-BE49-F238E27FC236}">
                  <a16:creationId xmlns:a16="http://schemas.microsoft.com/office/drawing/2014/main" id="{714A908E-5B5A-4B9E-84D1-2972EA356D80}"/>
                </a:ext>
              </a:extLst>
            </p:cNvPr>
            <p:cNvSpPr/>
            <p:nvPr/>
          </p:nvSpPr>
          <p:spPr>
            <a:xfrm>
              <a:off x="3623181" y="1722052"/>
              <a:ext cx="41249" cy="41249"/>
            </a:xfrm>
            <a:custGeom>
              <a:avLst/>
              <a:gdLst/>
              <a:ahLst/>
              <a:cxnLst/>
              <a:rect l="l" t="t" r="r" b="b"/>
              <a:pathLst>
                <a:path w="2755" h="2755" extrusionOk="0">
                  <a:moveTo>
                    <a:pt x="526" y="0"/>
                  </a:moveTo>
                  <a:lnTo>
                    <a:pt x="1" y="526"/>
                  </a:lnTo>
                  <a:lnTo>
                    <a:pt x="2229" y="2754"/>
                  </a:lnTo>
                  <a:lnTo>
                    <a:pt x="2755" y="2229"/>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7748;p62">
              <a:extLst>
                <a:ext uri="{FF2B5EF4-FFF2-40B4-BE49-F238E27FC236}">
                  <a16:creationId xmlns:a16="http://schemas.microsoft.com/office/drawing/2014/main" id="{9DA39A57-7AAA-4925-A383-9D36E2FBC24B}"/>
                </a:ext>
              </a:extLst>
            </p:cNvPr>
            <p:cNvSpPr/>
            <p:nvPr/>
          </p:nvSpPr>
          <p:spPr>
            <a:xfrm>
              <a:off x="3560536" y="1784682"/>
              <a:ext cx="41264" cy="41579"/>
            </a:xfrm>
            <a:custGeom>
              <a:avLst/>
              <a:gdLst/>
              <a:ahLst/>
              <a:cxnLst/>
              <a:rect l="l" t="t" r="r" b="b"/>
              <a:pathLst>
                <a:path w="2756" h="2777" extrusionOk="0">
                  <a:moveTo>
                    <a:pt x="527" y="1"/>
                  </a:moveTo>
                  <a:lnTo>
                    <a:pt x="1" y="548"/>
                  </a:lnTo>
                  <a:lnTo>
                    <a:pt x="2230" y="2776"/>
                  </a:lnTo>
                  <a:lnTo>
                    <a:pt x="2755" y="2251"/>
                  </a:lnTo>
                  <a:lnTo>
                    <a:pt x="527"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7749;p62">
              <a:extLst>
                <a:ext uri="{FF2B5EF4-FFF2-40B4-BE49-F238E27FC236}">
                  <a16:creationId xmlns:a16="http://schemas.microsoft.com/office/drawing/2014/main" id="{5FC467A3-A4A9-4A76-9231-B670F6F61D6E}"/>
                </a:ext>
              </a:extLst>
            </p:cNvPr>
            <p:cNvSpPr/>
            <p:nvPr/>
          </p:nvSpPr>
          <p:spPr>
            <a:xfrm>
              <a:off x="3660957" y="1717635"/>
              <a:ext cx="24570" cy="24884"/>
            </a:xfrm>
            <a:custGeom>
              <a:avLst/>
              <a:gdLst/>
              <a:ahLst/>
              <a:cxnLst/>
              <a:rect l="l" t="t" r="r" b="b"/>
              <a:pathLst>
                <a:path w="1641" h="1662" extrusionOk="0">
                  <a:moveTo>
                    <a:pt x="526" y="1"/>
                  </a:moveTo>
                  <a:lnTo>
                    <a:pt x="1" y="547"/>
                  </a:lnTo>
                  <a:lnTo>
                    <a:pt x="1115" y="1662"/>
                  </a:lnTo>
                  <a:lnTo>
                    <a:pt x="1641" y="1136"/>
                  </a:lnTo>
                  <a:lnTo>
                    <a:pt x="526"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7750;p62">
              <a:extLst>
                <a:ext uri="{FF2B5EF4-FFF2-40B4-BE49-F238E27FC236}">
                  <a16:creationId xmlns:a16="http://schemas.microsoft.com/office/drawing/2014/main" id="{4BC5E9FA-F7F3-4A69-9E75-82597A569AB7}"/>
                </a:ext>
              </a:extLst>
            </p:cNvPr>
            <p:cNvSpPr/>
            <p:nvPr/>
          </p:nvSpPr>
          <p:spPr>
            <a:xfrm>
              <a:off x="3681739" y="1696868"/>
              <a:ext cx="24570" cy="24555"/>
            </a:xfrm>
            <a:custGeom>
              <a:avLst/>
              <a:gdLst/>
              <a:ahLst/>
              <a:cxnLst/>
              <a:rect l="l" t="t" r="r" b="b"/>
              <a:pathLst>
                <a:path w="1641" h="1640" extrusionOk="0">
                  <a:moveTo>
                    <a:pt x="526" y="0"/>
                  </a:moveTo>
                  <a:lnTo>
                    <a:pt x="0" y="526"/>
                  </a:lnTo>
                  <a:lnTo>
                    <a:pt x="1115" y="1640"/>
                  </a:lnTo>
                  <a:lnTo>
                    <a:pt x="1640" y="1114"/>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7751;p62">
              <a:extLst>
                <a:ext uri="{FF2B5EF4-FFF2-40B4-BE49-F238E27FC236}">
                  <a16:creationId xmlns:a16="http://schemas.microsoft.com/office/drawing/2014/main" id="{2FFEC61B-5CB4-407A-B4F8-3054B21060B3}"/>
                </a:ext>
              </a:extLst>
            </p:cNvPr>
            <p:cNvSpPr/>
            <p:nvPr/>
          </p:nvSpPr>
          <p:spPr>
            <a:xfrm>
              <a:off x="3686141" y="1659092"/>
              <a:ext cx="41249" cy="41564"/>
            </a:xfrm>
            <a:custGeom>
              <a:avLst/>
              <a:gdLst/>
              <a:ahLst/>
              <a:cxnLst/>
              <a:rect l="l" t="t" r="r" b="b"/>
              <a:pathLst>
                <a:path w="2755" h="2776" extrusionOk="0">
                  <a:moveTo>
                    <a:pt x="526" y="0"/>
                  </a:moveTo>
                  <a:lnTo>
                    <a:pt x="1" y="547"/>
                  </a:lnTo>
                  <a:lnTo>
                    <a:pt x="2229" y="2775"/>
                  </a:lnTo>
                  <a:lnTo>
                    <a:pt x="2755" y="2250"/>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7752;p62">
              <a:extLst>
                <a:ext uri="{FF2B5EF4-FFF2-40B4-BE49-F238E27FC236}">
                  <a16:creationId xmlns:a16="http://schemas.microsoft.com/office/drawing/2014/main" id="{202D48B5-1F4F-41DA-9A04-F705D1BBF875}"/>
                </a:ext>
              </a:extLst>
            </p:cNvPr>
            <p:cNvSpPr/>
            <p:nvPr/>
          </p:nvSpPr>
          <p:spPr>
            <a:xfrm>
              <a:off x="3723602" y="1654990"/>
              <a:ext cx="24884" cy="24570"/>
            </a:xfrm>
            <a:custGeom>
              <a:avLst/>
              <a:gdLst/>
              <a:ahLst/>
              <a:cxnLst/>
              <a:rect l="l" t="t" r="r" b="b"/>
              <a:pathLst>
                <a:path w="1662" h="1641" extrusionOk="0">
                  <a:moveTo>
                    <a:pt x="526" y="1"/>
                  </a:moveTo>
                  <a:lnTo>
                    <a:pt x="1" y="526"/>
                  </a:lnTo>
                  <a:lnTo>
                    <a:pt x="1115" y="1641"/>
                  </a:lnTo>
                  <a:lnTo>
                    <a:pt x="1662" y="1115"/>
                  </a:lnTo>
                  <a:lnTo>
                    <a:pt x="526"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 name="Google Shape;7753;p62">
              <a:extLst>
                <a:ext uri="{FF2B5EF4-FFF2-40B4-BE49-F238E27FC236}">
                  <a16:creationId xmlns:a16="http://schemas.microsoft.com/office/drawing/2014/main" id="{04DDDF5A-564A-48EF-892F-FC0C7FADAD03}"/>
                </a:ext>
              </a:extLst>
            </p:cNvPr>
            <p:cNvSpPr/>
            <p:nvPr/>
          </p:nvSpPr>
          <p:spPr>
            <a:xfrm>
              <a:off x="3744698" y="1633909"/>
              <a:ext cx="24570" cy="24884"/>
            </a:xfrm>
            <a:custGeom>
              <a:avLst/>
              <a:gdLst/>
              <a:ahLst/>
              <a:cxnLst/>
              <a:rect l="l" t="t" r="r" b="b"/>
              <a:pathLst>
                <a:path w="1641" h="1662" extrusionOk="0">
                  <a:moveTo>
                    <a:pt x="526" y="0"/>
                  </a:moveTo>
                  <a:lnTo>
                    <a:pt x="0" y="547"/>
                  </a:lnTo>
                  <a:lnTo>
                    <a:pt x="1115" y="1661"/>
                  </a:lnTo>
                  <a:lnTo>
                    <a:pt x="1640" y="1115"/>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7754;p62">
              <a:extLst>
                <a:ext uri="{FF2B5EF4-FFF2-40B4-BE49-F238E27FC236}">
                  <a16:creationId xmlns:a16="http://schemas.microsoft.com/office/drawing/2014/main" id="{FCD695C0-693C-4713-B263-4BD567B1EF75}"/>
                </a:ext>
              </a:extLst>
            </p:cNvPr>
            <p:cNvSpPr/>
            <p:nvPr/>
          </p:nvSpPr>
          <p:spPr>
            <a:xfrm>
              <a:off x="3748786" y="1596447"/>
              <a:ext cx="41564" cy="41249"/>
            </a:xfrm>
            <a:custGeom>
              <a:avLst/>
              <a:gdLst/>
              <a:ahLst/>
              <a:cxnLst/>
              <a:rect l="l" t="t" r="r" b="b"/>
              <a:pathLst>
                <a:path w="2776" h="2755" extrusionOk="0">
                  <a:moveTo>
                    <a:pt x="526" y="0"/>
                  </a:moveTo>
                  <a:lnTo>
                    <a:pt x="1" y="526"/>
                  </a:lnTo>
                  <a:lnTo>
                    <a:pt x="2229" y="2755"/>
                  </a:lnTo>
                  <a:lnTo>
                    <a:pt x="2776" y="2229"/>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7755;p62">
              <a:extLst>
                <a:ext uri="{FF2B5EF4-FFF2-40B4-BE49-F238E27FC236}">
                  <a16:creationId xmlns:a16="http://schemas.microsoft.com/office/drawing/2014/main" id="{0FA45450-C9EB-463C-9581-D41EC3DF387E}"/>
                </a:ext>
              </a:extLst>
            </p:cNvPr>
            <p:cNvSpPr/>
            <p:nvPr/>
          </p:nvSpPr>
          <p:spPr>
            <a:xfrm>
              <a:off x="3786561" y="1592030"/>
              <a:ext cx="24570" cy="24884"/>
            </a:xfrm>
            <a:custGeom>
              <a:avLst/>
              <a:gdLst/>
              <a:ahLst/>
              <a:cxnLst/>
              <a:rect l="l" t="t" r="r" b="b"/>
              <a:pathLst>
                <a:path w="1641" h="1662" extrusionOk="0">
                  <a:moveTo>
                    <a:pt x="526" y="1"/>
                  </a:moveTo>
                  <a:lnTo>
                    <a:pt x="0" y="548"/>
                  </a:lnTo>
                  <a:lnTo>
                    <a:pt x="1115" y="1662"/>
                  </a:lnTo>
                  <a:lnTo>
                    <a:pt x="1640" y="1136"/>
                  </a:lnTo>
                  <a:lnTo>
                    <a:pt x="526"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 name="Google Shape;7756;p62">
              <a:extLst>
                <a:ext uri="{FF2B5EF4-FFF2-40B4-BE49-F238E27FC236}">
                  <a16:creationId xmlns:a16="http://schemas.microsoft.com/office/drawing/2014/main" id="{42184B95-1A58-4E04-83BF-B0D802CE45E3}"/>
                </a:ext>
              </a:extLst>
            </p:cNvPr>
            <p:cNvSpPr/>
            <p:nvPr/>
          </p:nvSpPr>
          <p:spPr>
            <a:xfrm>
              <a:off x="3807343" y="1571264"/>
              <a:ext cx="24869" cy="24570"/>
            </a:xfrm>
            <a:custGeom>
              <a:avLst/>
              <a:gdLst/>
              <a:ahLst/>
              <a:cxnLst/>
              <a:rect l="l" t="t" r="r" b="b"/>
              <a:pathLst>
                <a:path w="1661" h="1641" extrusionOk="0">
                  <a:moveTo>
                    <a:pt x="526" y="0"/>
                  </a:moveTo>
                  <a:lnTo>
                    <a:pt x="0" y="526"/>
                  </a:lnTo>
                  <a:lnTo>
                    <a:pt x="1114" y="1640"/>
                  </a:lnTo>
                  <a:lnTo>
                    <a:pt x="1661" y="1115"/>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 name="Google Shape;7757;p62">
              <a:extLst>
                <a:ext uri="{FF2B5EF4-FFF2-40B4-BE49-F238E27FC236}">
                  <a16:creationId xmlns:a16="http://schemas.microsoft.com/office/drawing/2014/main" id="{37ED29FD-3060-4641-B52A-BB8947D81C5E}"/>
                </a:ext>
              </a:extLst>
            </p:cNvPr>
            <p:cNvSpPr/>
            <p:nvPr/>
          </p:nvSpPr>
          <p:spPr>
            <a:xfrm>
              <a:off x="3811745" y="1533488"/>
              <a:ext cx="41249" cy="41564"/>
            </a:xfrm>
            <a:custGeom>
              <a:avLst/>
              <a:gdLst/>
              <a:ahLst/>
              <a:cxnLst/>
              <a:rect l="l" t="t" r="r" b="b"/>
              <a:pathLst>
                <a:path w="2755" h="2776" extrusionOk="0">
                  <a:moveTo>
                    <a:pt x="526" y="0"/>
                  </a:moveTo>
                  <a:lnTo>
                    <a:pt x="0" y="526"/>
                  </a:lnTo>
                  <a:lnTo>
                    <a:pt x="2229" y="2776"/>
                  </a:lnTo>
                  <a:lnTo>
                    <a:pt x="2755" y="2229"/>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7758;p62">
              <a:extLst>
                <a:ext uri="{FF2B5EF4-FFF2-40B4-BE49-F238E27FC236}">
                  <a16:creationId xmlns:a16="http://schemas.microsoft.com/office/drawing/2014/main" id="{2A513AC5-11FB-4BC0-8F9A-5207E6DC6BB7}"/>
                </a:ext>
              </a:extLst>
            </p:cNvPr>
            <p:cNvSpPr/>
            <p:nvPr/>
          </p:nvSpPr>
          <p:spPr>
            <a:xfrm>
              <a:off x="3597998" y="1780594"/>
              <a:ext cx="24570" cy="24570"/>
            </a:xfrm>
            <a:custGeom>
              <a:avLst/>
              <a:gdLst/>
              <a:ahLst/>
              <a:cxnLst/>
              <a:rect l="l" t="t" r="r" b="b"/>
              <a:pathLst>
                <a:path w="1641" h="1641" extrusionOk="0">
                  <a:moveTo>
                    <a:pt x="526" y="1"/>
                  </a:moveTo>
                  <a:lnTo>
                    <a:pt x="1" y="526"/>
                  </a:lnTo>
                  <a:lnTo>
                    <a:pt x="1115" y="1640"/>
                  </a:lnTo>
                  <a:lnTo>
                    <a:pt x="1641" y="1115"/>
                  </a:lnTo>
                  <a:lnTo>
                    <a:pt x="526"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7759;p62">
              <a:extLst>
                <a:ext uri="{FF2B5EF4-FFF2-40B4-BE49-F238E27FC236}">
                  <a16:creationId xmlns:a16="http://schemas.microsoft.com/office/drawing/2014/main" id="{2D9A1683-B3A1-4412-906B-ADBD76A2A1E4}"/>
                </a:ext>
              </a:extLst>
            </p:cNvPr>
            <p:cNvSpPr/>
            <p:nvPr/>
          </p:nvSpPr>
          <p:spPr>
            <a:xfrm>
              <a:off x="3623181" y="1625090"/>
              <a:ext cx="108940" cy="108925"/>
            </a:xfrm>
            <a:custGeom>
              <a:avLst/>
              <a:gdLst/>
              <a:ahLst/>
              <a:cxnLst/>
              <a:rect l="l" t="t" r="r" b="b"/>
              <a:pathLst>
                <a:path w="7276" h="7275" extrusionOk="0">
                  <a:moveTo>
                    <a:pt x="3070" y="1"/>
                  </a:moveTo>
                  <a:lnTo>
                    <a:pt x="1" y="3049"/>
                  </a:lnTo>
                  <a:lnTo>
                    <a:pt x="4206" y="7275"/>
                  </a:lnTo>
                  <a:lnTo>
                    <a:pt x="7275" y="4205"/>
                  </a:lnTo>
                  <a:lnTo>
                    <a:pt x="3070" y="1"/>
                  </a:ln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 name="Google Shape;7760;p62">
              <a:extLst>
                <a:ext uri="{FF2B5EF4-FFF2-40B4-BE49-F238E27FC236}">
                  <a16:creationId xmlns:a16="http://schemas.microsoft.com/office/drawing/2014/main" id="{C4A63384-39D1-410F-8D2F-555ED7C0EE20}"/>
                </a:ext>
              </a:extLst>
            </p:cNvPr>
            <p:cNvSpPr/>
            <p:nvPr/>
          </p:nvSpPr>
          <p:spPr>
            <a:xfrm>
              <a:off x="3517416" y="1493826"/>
              <a:ext cx="316698" cy="313225"/>
            </a:xfrm>
            <a:custGeom>
              <a:avLst/>
              <a:gdLst/>
              <a:ahLst/>
              <a:cxnLst/>
              <a:rect l="l" t="t" r="r" b="b"/>
              <a:pathLst>
                <a:path w="21152" h="20920" extrusionOk="0">
                  <a:moveTo>
                    <a:pt x="2387" y="0"/>
                  </a:moveTo>
                  <a:cubicBezTo>
                    <a:pt x="1835" y="0"/>
                    <a:pt x="1283" y="211"/>
                    <a:pt x="863" y="631"/>
                  </a:cubicBezTo>
                  <a:cubicBezTo>
                    <a:pt x="1" y="1472"/>
                    <a:pt x="1" y="2839"/>
                    <a:pt x="863" y="3701"/>
                  </a:cubicBezTo>
                  <a:lnTo>
                    <a:pt x="18082" y="20920"/>
                  </a:lnTo>
                  <a:lnTo>
                    <a:pt x="21151" y="17871"/>
                  </a:lnTo>
                  <a:lnTo>
                    <a:pt x="3911" y="631"/>
                  </a:lnTo>
                  <a:cubicBezTo>
                    <a:pt x="3491" y="211"/>
                    <a:pt x="2939" y="0"/>
                    <a:pt x="2387" y="0"/>
                  </a:cubicBezTo>
                  <a:close/>
                </a:path>
              </a:pathLst>
            </a:custGeom>
            <a:solidFill>
              <a:srgbClr val="6B83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Google Shape;7761;p62">
              <a:extLst>
                <a:ext uri="{FF2B5EF4-FFF2-40B4-BE49-F238E27FC236}">
                  <a16:creationId xmlns:a16="http://schemas.microsoft.com/office/drawing/2014/main" id="{0D1705EE-738C-4701-8FF1-BE61ADAE85B4}"/>
                </a:ext>
              </a:extLst>
            </p:cNvPr>
            <p:cNvSpPr/>
            <p:nvPr/>
          </p:nvSpPr>
          <p:spPr>
            <a:xfrm>
              <a:off x="3788133" y="1761399"/>
              <a:ext cx="73230" cy="72287"/>
            </a:xfrm>
            <a:custGeom>
              <a:avLst/>
              <a:gdLst/>
              <a:ahLst/>
              <a:cxnLst/>
              <a:rect l="l" t="t" r="r" b="b"/>
              <a:pathLst>
                <a:path w="4891" h="4828" extrusionOk="0">
                  <a:moveTo>
                    <a:pt x="3070" y="0"/>
                  </a:moveTo>
                  <a:lnTo>
                    <a:pt x="1" y="3049"/>
                  </a:lnTo>
                  <a:lnTo>
                    <a:pt x="4521" y="4815"/>
                  </a:lnTo>
                  <a:cubicBezTo>
                    <a:pt x="4546" y="4823"/>
                    <a:pt x="4572" y="4827"/>
                    <a:pt x="4597" y="4827"/>
                  </a:cubicBezTo>
                  <a:cubicBezTo>
                    <a:pt x="4756" y="4827"/>
                    <a:pt x="4891" y="4666"/>
                    <a:pt x="4836" y="4520"/>
                  </a:cubicBezTo>
                  <a:lnTo>
                    <a:pt x="3070"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7762;p62">
              <a:extLst>
                <a:ext uri="{FF2B5EF4-FFF2-40B4-BE49-F238E27FC236}">
                  <a16:creationId xmlns:a16="http://schemas.microsoft.com/office/drawing/2014/main" id="{73ADC635-7FC8-4284-A76C-4EF5589A1AEB}"/>
                </a:ext>
              </a:extLst>
            </p:cNvPr>
            <p:cNvSpPr/>
            <p:nvPr/>
          </p:nvSpPr>
          <p:spPr>
            <a:xfrm>
              <a:off x="3822136" y="1761399"/>
              <a:ext cx="39198" cy="72407"/>
            </a:xfrm>
            <a:custGeom>
              <a:avLst/>
              <a:gdLst/>
              <a:ahLst/>
              <a:cxnLst/>
              <a:rect l="l" t="t" r="r" b="b"/>
              <a:pathLst>
                <a:path w="2618" h="4836" extrusionOk="0">
                  <a:moveTo>
                    <a:pt x="799" y="0"/>
                  </a:moveTo>
                  <a:lnTo>
                    <a:pt x="0" y="778"/>
                  </a:lnTo>
                  <a:lnTo>
                    <a:pt x="1451" y="4499"/>
                  </a:lnTo>
                  <a:lnTo>
                    <a:pt x="2250" y="4815"/>
                  </a:lnTo>
                  <a:cubicBezTo>
                    <a:pt x="2282" y="4829"/>
                    <a:pt x="2313" y="4835"/>
                    <a:pt x="2344" y="4835"/>
                  </a:cubicBezTo>
                  <a:cubicBezTo>
                    <a:pt x="2495" y="4835"/>
                    <a:pt x="2618" y="4678"/>
                    <a:pt x="2565" y="4520"/>
                  </a:cubicBezTo>
                  <a:lnTo>
                    <a:pt x="799" y="0"/>
                  </a:lnTo>
                  <a:close/>
                </a:path>
              </a:pathLst>
            </a:custGeom>
            <a:solidFill>
              <a:srgbClr val="9FB3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7763;p62">
              <a:extLst>
                <a:ext uri="{FF2B5EF4-FFF2-40B4-BE49-F238E27FC236}">
                  <a16:creationId xmlns:a16="http://schemas.microsoft.com/office/drawing/2014/main" id="{19B11A8D-D750-4610-9072-5D28ED502ABB}"/>
                </a:ext>
              </a:extLst>
            </p:cNvPr>
            <p:cNvSpPr/>
            <p:nvPr/>
          </p:nvSpPr>
          <p:spPr>
            <a:xfrm>
              <a:off x="3541656" y="1493781"/>
              <a:ext cx="292458" cy="313270"/>
            </a:xfrm>
            <a:custGeom>
              <a:avLst/>
              <a:gdLst/>
              <a:ahLst/>
              <a:cxnLst/>
              <a:rect l="l" t="t" r="r" b="b"/>
              <a:pathLst>
                <a:path w="19533" h="20923" extrusionOk="0">
                  <a:moveTo>
                    <a:pt x="789" y="0"/>
                  </a:moveTo>
                  <a:cubicBezTo>
                    <a:pt x="524" y="0"/>
                    <a:pt x="257" y="49"/>
                    <a:pt x="1" y="151"/>
                  </a:cubicBezTo>
                  <a:cubicBezTo>
                    <a:pt x="295" y="256"/>
                    <a:pt x="547" y="424"/>
                    <a:pt x="778" y="634"/>
                  </a:cubicBezTo>
                  <a:lnTo>
                    <a:pt x="15706" y="15561"/>
                  </a:lnTo>
                  <a:cubicBezTo>
                    <a:pt x="16967" y="16844"/>
                    <a:pt x="16967" y="18904"/>
                    <a:pt x="15706" y="20166"/>
                  </a:cubicBezTo>
                  <a:lnTo>
                    <a:pt x="16463" y="20923"/>
                  </a:lnTo>
                  <a:lnTo>
                    <a:pt x="19532" y="17874"/>
                  </a:lnTo>
                  <a:lnTo>
                    <a:pt x="2292" y="634"/>
                  </a:lnTo>
                  <a:cubicBezTo>
                    <a:pt x="1893" y="220"/>
                    <a:pt x="1348" y="0"/>
                    <a:pt x="789"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7764;p62">
              <a:extLst>
                <a:ext uri="{FF2B5EF4-FFF2-40B4-BE49-F238E27FC236}">
                  <a16:creationId xmlns:a16="http://schemas.microsoft.com/office/drawing/2014/main" id="{67A44FC0-915A-4E4B-8B4B-3C065A61CF1A}"/>
                </a:ext>
              </a:extLst>
            </p:cNvPr>
            <p:cNvSpPr/>
            <p:nvPr/>
          </p:nvSpPr>
          <p:spPr>
            <a:xfrm>
              <a:off x="3834728" y="1807979"/>
              <a:ext cx="26636" cy="25708"/>
            </a:xfrm>
            <a:custGeom>
              <a:avLst/>
              <a:gdLst/>
              <a:ahLst/>
              <a:cxnLst/>
              <a:rect l="l" t="t" r="r" b="b"/>
              <a:pathLst>
                <a:path w="1779" h="1717" extrusionOk="0">
                  <a:moveTo>
                    <a:pt x="1157" y="1"/>
                  </a:moveTo>
                  <a:lnTo>
                    <a:pt x="0" y="1157"/>
                  </a:lnTo>
                  <a:lnTo>
                    <a:pt x="1409" y="1704"/>
                  </a:lnTo>
                  <a:cubicBezTo>
                    <a:pt x="1434" y="1712"/>
                    <a:pt x="1460" y="1716"/>
                    <a:pt x="1485" y="1716"/>
                  </a:cubicBezTo>
                  <a:cubicBezTo>
                    <a:pt x="1644" y="1716"/>
                    <a:pt x="1779" y="1555"/>
                    <a:pt x="1724" y="1409"/>
                  </a:cubicBezTo>
                  <a:lnTo>
                    <a:pt x="1157" y="1"/>
                  </a:lnTo>
                  <a:close/>
                </a:path>
              </a:pathLst>
            </a:custGeom>
            <a:solidFill>
              <a:srgbClr val="29435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7765;p62">
              <a:extLst>
                <a:ext uri="{FF2B5EF4-FFF2-40B4-BE49-F238E27FC236}">
                  <a16:creationId xmlns:a16="http://schemas.microsoft.com/office/drawing/2014/main" id="{20F61A14-E59E-4E1C-BC45-B064196EA8A2}"/>
                </a:ext>
              </a:extLst>
            </p:cNvPr>
            <p:cNvSpPr/>
            <p:nvPr/>
          </p:nvSpPr>
          <p:spPr>
            <a:xfrm>
              <a:off x="3552047" y="1524984"/>
              <a:ext cx="68320" cy="68334"/>
            </a:xfrm>
            <a:custGeom>
              <a:avLst/>
              <a:gdLst/>
              <a:ahLst/>
              <a:cxnLst/>
              <a:rect l="l" t="t" r="r" b="b"/>
              <a:pathLst>
                <a:path w="4563" h="4564" extrusionOk="0">
                  <a:moveTo>
                    <a:pt x="3049" y="1"/>
                  </a:moveTo>
                  <a:lnTo>
                    <a:pt x="0" y="3070"/>
                  </a:lnTo>
                  <a:lnTo>
                    <a:pt x="1493" y="4563"/>
                  </a:lnTo>
                  <a:lnTo>
                    <a:pt x="4563" y="1494"/>
                  </a:lnTo>
                  <a:lnTo>
                    <a:pt x="3049" y="1"/>
                  </a:lnTo>
                  <a:close/>
                </a:path>
              </a:pathLst>
            </a:custGeom>
            <a:solidFill>
              <a:srgbClr val="29435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7766;p62">
              <a:extLst>
                <a:ext uri="{FF2B5EF4-FFF2-40B4-BE49-F238E27FC236}">
                  <a16:creationId xmlns:a16="http://schemas.microsoft.com/office/drawing/2014/main" id="{C4A044C1-A523-41D0-879B-3E295FDA7B20}"/>
                </a:ext>
              </a:extLst>
            </p:cNvPr>
            <p:cNvSpPr/>
            <p:nvPr/>
          </p:nvSpPr>
          <p:spPr>
            <a:xfrm>
              <a:off x="3593281" y="1566218"/>
              <a:ext cx="221623" cy="221952"/>
            </a:xfrm>
            <a:custGeom>
              <a:avLst/>
              <a:gdLst/>
              <a:ahLst/>
              <a:cxnLst/>
              <a:rect l="l" t="t" r="r" b="b"/>
              <a:pathLst>
                <a:path w="14802" h="14824" extrusionOk="0">
                  <a:moveTo>
                    <a:pt x="526" y="1"/>
                  </a:moveTo>
                  <a:lnTo>
                    <a:pt x="1" y="548"/>
                  </a:lnTo>
                  <a:lnTo>
                    <a:pt x="14276" y="14823"/>
                  </a:lnTo>
                  <a:lnTo>
                    <a:pt x="14802" y="14298"/>
                  </a:lnTo>
                  <a:lnTo>
                    <a:pt x="526"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 name="Google Shape;15412;p67">
            <a:extLst>
              <a:ext uri="{FF2B5EF4-FFF2-40B4-BE49-F238E27FC236}">
                <a16:creationId xmlns:a16="http://schemas.microsoft.com/office/drawing/2014/main" id="{EC2BC8BB-512A-43EE-BD26-5CDE6A1EB2D6}"/>
              </a:ext>
            </a:extLst>
          </p:cNvPr>
          <p:cNvGrpSpPr/>
          <p:nvPr/>
        </p:nvGrpSpPr>
        <p:grpSpPr>
          <a:xfrm>
            <a:off x="6406661" y="2777318"/>
            <a:ext cx="737893" cy="686566"/>
            <a:chOff x="6093907" y="2461832"/>
            <a:chExt cx="364441" cy="339091"/>
          </a:xfrm>
        </p:grpSpPr>
        <p:sp>
          <p:nvSpPr>
            <p:cNvPr id="111" name="Google Shape;15413;p67">
              <a:extLst>
                <a:ext uri="{FF2B5EF4-FFF2-40B4-BE49-F238E27FC236}">
                  <a16:creationId xmlns:a16="http://schemas.microsoft.com/office/drawing/2014/main" id="{A401F40E-751D-431C-8E91-08318DF7934E}"/>
                </a:ext>
              </a:extLst>
            </p:cNvPr>
            <p:cNvSpPr/>
            <p:nvPr/>
          </p:nvSpPr>
          <p:spPr>
            <a:xfrm>
              <a:off x="6094668" y="2515573"/>
              <a:ext cx="283070" cy="233890"/>
            </a:xfrm>
            <a:custGeom>
              <a:avLst/>
              <a:gdLst/>
              <a:ahLst/>
              <a:cxnLst/>
              <a:rect l="l" t="t" r="r" b="b"/>
              <a:pathLst>
                <a:path w="10798" h="8922" extrusionOk="0">
                  <a:moveTo>
                    <a:pt x="0" y="1"/>
                  </a:moveTo>
                  <a:lnTo>
                    <a:pt x="0" y="6857"/>
                  </a:lnTo>
                  <a:cubicBezTo>
                    <a:pt x="0" y="7998"/>
                    <a:pt x="2411" y="8922"/>
                    <a:pt x="5399" y="8922"/>
                  </a:cubicBezTo>
                  <a:lnTo>
                    <a:pt x="5875" y="8922"/>
                  </a:lnTo>
                  <a:cubicBezTo>
                    <a:pt x="8633" y="8821"/>
                    <a:pt x="10798" y="7940"/>
                    <a:pt x="10798" y="6872"/>
                  </a:cubicBezTo>
                  <a:lnTo>
                    <a:pt x="10798" y="1"/>
                  </a:lnTo>
                  <a:close/>
                </a:path>
              </a:pathLst>
            </a:custGeom>
            <a:solidFill>
              <a:srgbClr val="D0DAE1"/>
            </a:solidFill>
            <a:ln>
              <a:solidFill>
                <a:schemeClr val="bg1">
                  <a:lumMod val="25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15414;p67">
              <a:extLst>
                <a:ext uri="{FF2B5EF4-FFF2-40B4-BE49-F238E27FC236}">
                  <a16:creationId xmlns:a16="http://schemas.microsoft.com/office/drawing/2014/main" id="{E5F020FE-12FE-4E6E-8D8F-321F3E40354C}"/>
                </a:ext>
              </a:extLst>
            </p:cNvPr>
            <p:cNvSpPr/>
            <p:nvPr/>
          </p:nvSpPr>
          <p:spPr>
            <a:xfrm>
              <a:off x="6234682" y="2576497"/>
              <a:ext cx="143055" cy="172967"/>
            </a:xfrm>
            <a:custGeom>
              <a:avLst/>
              <a:gdLst/>
              <a:ahLst/>
              <a:cxnLst/>
              <a:rect l="l" t="t" r="r" b="b"/>
              <a:pathLst>
                <a:path w="5457" h="6598" extrusionOk="0">
                  <a:moveTo>
                    <a:pt x="3580" y="1"/>
                  </a:moveTo>
                  <a:cubicBezTo>
                    <a:pt x="3248" y="1"/>
                    <a:pt x="2974" y="275"/>
                    <a:pt x="2974" y="621"/>
                  </a:cubicBezTo>
                  <a:lnTo>
                    <a:pt x="2974" y="1127"/>
                  </a:lnTo>
                  <a:cubicBezTo>
                    <a:pt x="2757" y="1228"/>
                    <a:pt x="2555" y="1358"/>
                    <a:pt x="2353" y="1487"/>
                  </a:cubicBezTo>
                  <a:lnTo>
                    <a:pt x="1906" y="1228"/>
                  </a:lnTo>
                  <a:cubicBezTo>
                    <a:pt x="1809" y="1177"/>
                    <a:pt x="1706" y="1153"/>
                    <a:pt x="1605" y="1153"/>
                  </a:cubicBezTo>
                  <a:cubicBezTo>
                    <a:pt x="1391" y="1153"/>
                    <a:pt x="1186" y="1262"/>
                    <a:pt x="1069" y="1459"/>
                  </a:cubicBezTo>
                  <a:lnTo>
                    <a:pt x="159" y="3032"/>
                  </a:lnTo>
                  <a:cubicBezTo>
                    <a:pt x="0" y="3321"/>
                    <a:pt x="101" y="3696"/>
                    <a:pt x="390" y="3869"/>
                  </a:cubicBezTo>
                  <a:lnTo>
                    <a:pt x="852" y="4129"/>
                  </a:lnTo>
                  <a:cubicBezTo>
                    <a:pt x="823" y="4245"/>
                    <a:pt x="823" y="4375"/>
                    <a:pt x="823" y="4490"/>
                  </a:cubicBezTo>
                  <a:cubicBezTo>
                    <a:pt x="823" y="4606"/>
                    <a:pt x="838" y="4735"/>
                    <a:pt x="852" y="4851"/>
                  </a:cubicBezTo>
                  <a:lnTo>
                    <a:pt x="390" y="5111"/>
                  </a:lnTo>
                  <a:cubicBezTo>
                    <a:pt x="101" y="5284"/>
                    <a:pt x="0" y="5659"/>
                    <a:pt x="159" y="5948"/>
                  </a:cubicBezTo>
                  <a:lnTo>
                    <a:pt x="534" y="6598"/>
                  </a:lnTo>
                  <a:cubicBezTo>
                    <a:pt x="3292" y="6497"/>
                    <a:pt x="5457" y="5616"/>
                    <a:pt x="5457" y="4548"/>
                  </a:cubicBezTo>
                  <a:lnTo>
                    <a:pt x="5457" y="15"/>
                  </a:lnTo>
                  <a:lnTo>
                    <a:pt x="5442" y="1"/>
                  </a:lnTo>
                  <a:close/>
                </a:path>
              </a:pathLst>
            </a:custGeom>
            <a:solidFill>
              <a:srgbClr val="5C7285"/>
            </a:solidFill>
            <a:ln>
              <a:solidFill>
                <a:schemeClr val="bg1">
                  <a:lumMod val="25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5415;p67">
              <a:extLst>
                <a:ext uri="{FF2B5EF4-FFF2-40B4-BE49-F238E27FC236}">
                  <a16:creationId xmlns:a16="http://schemas.microsoft.com/office/drawing/2014/main" id="{064CD557-0129-4BFF-B94A-AE35732E76CD}"/>
                </a:ext>
              </a:extLst>
            </p:cNvPr>
            <p:cNvSpPr/>
            <p:nvPr/>
          </p:nvSpPr>
          <p:spPr>
            <a:xfrm>
              <a:off x="6094274" y="2515573"/>
              <a:ext cx="283463" cy="65118"/>
            </a:xfrm>
            <a:custGeom>
              <a:avLst/>
              <a:gdLst/>
              <a:ahLst/>
              <a:cxnLst/>
              <a:rect l="l" t="t" r="r" b="b"/>
              <a:pathLst>
                <a:path w="10813" h="2484" extrusionOk="0">
                  <a:moveTo>
                    <a:pt x="1" y="1"/>
                  </a:moveTo>
                  <a:lnTo>
                    <a:pt x="1" y="982"/>
                  </a:lnTo>
                  <a:cubicBezTo>
                    <a:pt x="419" y="1372"/>
                    <a:pt x="896" y="1675"/>
                    <a:pt x="1444" y="1863"/>
                  </a:cubicBezTo>
                  <a:cubicBezTo>
                    <a:pt x="2513" y="2267"/>
                    <a:pt x="3913" y="2483"/>
                    <a:pt x="5414" y="2483"/>
                  </a:cubicBezTo>
                  <a:cubicBezTo>
                    <a:pt x="6901" y="2483"/>
                    <a:pt x="8316" y="2267"/>
                    <a:pt x="9384" y="1863"/>
                  </a:cubicBezTo>
                  <a:cubicBezTo>
                    <a:pt x="9918" y="1675"/>
                    <a:pt x="10409" y="1372"/>
                    <a:pt x="10813" y="982"/>
                  </a:cubicBezTo>
                  <a:lnTo>
                    <a:pt x="10813" y="1"/>
                  </a:lnTo>
                  <a:close/>
                </a:path>
              </a:pathLst>
            </a:custGeom>
            <a:solidFill>
              <a:srgbClr val="5C7285"/>
            </a:solidFill>
            <a:ln>
              <a:solidFill>
                <a:schemeClr val="bg1">
                  <a:lumMod val="25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5416;p67">
              <a:extLst>
                <a:ext uri="{FF2B5EF4-FFF2-40B4-BE49-F238E27FC236}">
                  <a16:creationId xmlns:a16="http://schemas.microsoft.com/office/drawing/2014/main" id="{4C37FB10-8035-4836-8C35-197F562450AE}"/>
                </a:ext>
              </a:extLst>
            </p:cNvPr>
            <p:cNvSpPr/>
            <p:nvPr/>
          </p:nvSpPr>
          <p:spPr>
            <a:xfrm>
              <a:off x="6094668" y="2612070"/>
              <a:ext cx="283070" cy="137393"/>
            </a:xfrm>
            <a:custGeom>
              <a:avLst/>
              <a:gdLst/>
              <a:ahLst/>
              <a:cxnLst/>
              <a:rect l="l" t="t" r="r" b="b"/>
              <a:pathLst>
                <a:path w="10798" h="5241" extrusionOk="0">
                  <a:moveTo>
                    <a:pt x="0" y="1"/>
                  </a:moveTo>
                  <a:lnTo>
                    <a:pt x="0" y="3176"/>
                  </a:lnTo>
                  <a:cubicBezTo>
                    <a:pt x="0" y="4317"/>
                    <a:pt x="2411" y="5241"/>
                    <a:pt x="5399" y="5241"/>
                  </a:cubicBezTo>
                  <a:lnTo>
                    <a:pt x="5875" y="5241"/>
                  </a:lnTo>
                  <a:cubicBezTo>
                    <a:pt x="8633" y="5140"/>
                    <a:pt x="10798" y="4259"/>
                    <a:pt x="10798" y="3191"/>
                  </a:cubicBezTo>
                  <a:lnTo>
                    <a:pt x="10798" y="1"/>
                  </a:lnTo>
                  <a:cubicBezTo>
                    <a:pt x="10798" y="1127"/>
                    <a:pt x="8402" y="2050"/>
                    <a:pt x="5428" y="2050"/>
                  </a:cubicBezTo>
                  <a:lnTo>
                    <a:pt x="5399" y="2050"/>
                  </a:lnTo>
                  <a:cubicBezTo>
                    <a:pt x="2411" y="2050"/>
                    <a:pt x="0" y="1141"/>
                    <a:pt x="0" y="1"/>
                  </a:cubicBezTo>
                  <a:close/>
                </a:path>
              </a:pathLst>
            </a:custGeom>
            <a:solidFill>
              <a:srgbClr val="F6F7F8"/>
            </a:solidFill>
            <a:ln>
              <a:solidFill>
                <a:schemeClr val="bg1">
                  <a:lumMod val="25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15417;p67">
              <a:extLst>
                <a:ext uri="{FF2B5EF4-FFF2-40B4-BE49-F238E27FC236}">
                  <a16:creationId xmlns:a16="http://schemas.microsoft.com/office/drawing/2014/main" id="{8BE1EA4D-2730-4A34-8758-9C61C697B06A}"/>
                </a:ext>
              </a:extLst>
            </p:cNvPr>
            <p:cNvSpPr/>
            <p:nvPr/>
          </p:nvSpPr>
          <p:spPr>
            <a:xfrm>
              <a:off x="6234682" y="2612070"/>
              <a:ext cx="143055" cy="137393"/>
            </a:xfrm>
            <a:custGeom>
              <a:avLst/>
              <a:gdLst/>
              <a:ahLst/>
              <a:cxnLst/>
              <a:rect l="l" t="t" r="r" b="b"/>
              <a:pathLst>
                <a:path w="5457" h="5241" extrusionOk="0">
                  <a:moveTo>
                    <a:pt x="5457" y="1"/>
                  </a:moveTo>
                  <a:cubicBezTo>
                    <a:pt x="5457" y="1127"/>
                    <a:pt x="3061" y="2050"/>
                    <a:pt x="87" y="2050"/>
                  </a:cubicBezTo>
                  <a:cubicBezTo>
                    <a:pt x="116" y="2238"/>
                    <a:pt x="217" y="2411"/>
                    <a:pt x="390" y="2512"/>
                  </a:cubicBezTo>
                  <a:lnTo>
                    <a:pt x="852" y="2772"/>
                  </a:lnTo>
                  <a:cubicBezTo>
                    <a:pt x="823" y="2888"/>
                    <a:pt x="823" y="3003"/>
                    <a:pt x="823" y="3133"/>
                  </a:cubicBezTo>
                  <a:cubicBezTo>
                    <a:pt x="823" y="3249"/>
                    <a:pt x="838" y="3378"/>
                    <a:pt x="852" y="3494"/>
                  </a:cubicBezTo>
                  <a:lnTo>
                    <a:pt x="390" y="3754"/>
                  </a:lnTo>
                  <a:cubicBezTo>
                    <a:pt x="101" y="3927"/>
                    <a:pt x="0" y="4302"/>
                    <a:pt x="159" y="4591"/>
                  </a:cubicBezTo>
                  <a:lnTo>
                    <a:pt x="534" y="5241"/>
                  </a:lnTo>
                  <a:cubicBezTo>
                    <a:pt x="3292" y="5140"/>
                    <a:pt x="5457" y="4259"/>
                    <a:pt x="5457" y="3191"/>
                  </a:cubicBezTo>
                  <a:lnTo>
                    <a:pt x="5457" y="1"/>
                  </a:lnTo>
                  <a:close/>
                </a:path>
              </a:pathLst>
            </a:custGeom>
            <a:solidFill>
              <a:srgbClr val="C5CCD3"/>
            </a:solidFill>
            <a:ln>
              <a:solidFill>
                <a:schemeClr val="bg1">
                  <a:lumMod val="25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5418;p67">
              <a:extLst>
                <a:ext uri="{FF2B5EF4-FFF2-40B4-BE49-F238E27FC236}">
                  <a16:creationId xmlns:a16="http://schemas.microsoft.com/office/drawing/2014/main" id="{1993BAA1-9D97-4E81-B558-393EAAC532A3}"/>
                </a:ext>
              </a:extLst>
            </p:cNvPr>
            <p:cNvSpPr/>
            <p:nvPr/>
          </p:nvSpPr>
          <p:spPr>
            <a:xfrm>
              <a:off x="6093907" y="2612070"/>
              <a:ext cx="283830" cy="66245"/>
            </a:xfrm>
            <a:custGeom>
              <a:avLst/>
              <a:gdLst/>
              <a:ahLst/>
              <a:cxnLst/>
              <a:rect l="l" t="t" r="r" b="b"/>
              <a:pathLst>
                <a:path w="10827" h="2527" extrusionOk="0">
                  <a:moveTo>
                    <a:pt x="0" y="1"/>
                  </a:moveTo>
                  <a:lnTo>
                    <a:pt x="0" y="1011"/>
                  </a:lnTo>
                  <a:cubicBezTo>
                    <a:pt x="405" y="1415"/>
                    <a:pt x="895" y="1718"/>
                    <a:pt x="1444" y="1892"/>
                  </a:cubicBezTo>
                  <a:cubicBezTo>
                    <a:pt x="2512" y="2296"/>
                    <a:pt x="3912" y="2527"/>
                    <a:pt x="5414" y="2527"/>
                  </a:cubicBezTo>
                  <a:cubicBezTo>
                    <a:pt x="6900" y="2527"/>
                    <a:pt x="8315" y="2296"/>
                    <a:pt x="9383" y="1892"/>
                  </a:cubicBezTo>
                  <a:cubicBezTo>
                    <a:pt x="9917" y="1718"/>
                    <a:pt x="10408" y="1415"/>
                    <a:pt x="10827" y="1011"/>
                  </a:cubicBezTo>
                  <a:lnTo>
                    <a:pt x="10827" y="1"/>
                  </a:lnTo>
                  <a:cubicBezTo>
                    <a:pt x="10827" y="1141"/>
                    <a:pt x="8373" y="2050"/>
                    <a:pt x="5399" y="2050"/>
                  </a:cubicBezTo>
                  <a:cubicBezTo>
                    <a:pt x="2411" y="2050"/>
                    <a:pt x="0" y="1141"/>
                    <a:pt x="0" y="1"/>
                  </a:cubicBezTo>
                  <a:close/>
                </a:path>
              </a:pathLst>
            </a:custGeom>
            <a:solidFill>
              <a:srgbClr val="C5CCD3"/>
            </a:solidFill>
            <a:ln>
              <a:solidFill>
                <a:schemeClr val="bg1">
                  <a:lumMod val="25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15419;p67">
              <a:extLst>
                <a:ext uri="{FF2B5EF4-FFF2-40B4-BE49-F238E27FC236}">
                  <a16:creationId xmlns:a16="http://schemas.microsoft.com/office/drawing/2014/main" id="{6A0D9F34-CAFF-4A24-B171-AC576718A158}"/>
                </a:ext>
              </a:extLst>
            </p:cNvPr>
            <p:cNvSpPr/>
            <p:nvPr/>
          </p:nvSpPr>
          <p:spPr>
            <a:xfrm>
              <a:off x="6094668" y="2461832"/>
              <a:ext cx="283070" cy="107875"/>
            </a:xfrm>
            <a:custGeom>
              <a:avLst/>
              <a:gdLst/>
              <a:ahLst/>
              <a:cxnLst/>
              <a:rect l="l" t="t" r="r" b="b"/>
              <a:pathLst>
                <a:path w="10798" h="4115" extrusionOk="0">
                  <a:moveTo>
                    <a:pt x="5399" y="1"/>
                  </a:moveTo>
                  <a:cubicBezTo>
                    <a:pt x="2411" y="1"/>
                    <a:pt x="0" y="925"/>
                    <a:pt x="0" y="2051"/>
                  </a:cubicBezTo>
                  <a:cubicBezTo>
                    <a:pt x="0" y="3191"/>
                    <a:pt x="2411" y="4115"/>
                    <a:pt x="5399" y="4115"/>
                  </a:cubicBezTo>
                  <a:cubicBezTo>
                    <a:pt x="8373" y="4115"/>
                    <a:pt x="10798" y="3191"/>
                    <a:pt x="10798" y="2051"/>
                  </a:cubicBezTo>
                  <a:cubicBezTo>
                    <a:pt x="10798" y="925"/>
                    <a:pt x="8373" y="1"/>
                    <a:pt x="5399" y="1"/>
                  </a:cubicBezTo>
                  <a:close/>
                </a:path>
              </a:pathLst>
            </a:custGeom>
            <a:solidFill>
              <a:srgbClr val="8094A5"/>
            </a:solidFill>
            <a:ln>
              <a:solidFill>
                <a:schemeClr val="bg1">
                  <a:lumMod val="25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15420;p67">
              <a:extLst>
                <a:ext uri="{FF2B5EF4-FFF2-40B4-BE49-F238E27FC236}">
                  <a16:creationId xmlns:a16="http://schemas.microsoft.com/office/drawing/2014/main" id="{59602ED7-C11E-4F53-95F5-5DAD31BAE7A2}"/>
                </a:ext>
              </a:extLst>
            </p:cNvPr>
            <p:cNvSpPr/>
            <p:nvPr/>
          </p:nvSpPr>
          <p:spPr>
            <a:xfrm>
              <a:off x="6247160" y="2587848"/>
              <a:ext cx="211188" cy="213076"/>
            </a:xfrm>
            <a:custGeom>
              <a:avLst/>
              <a:gdLst/>
              <a:ahLst/>
              <a:cxnLst/>
              <a:rect l="l" t="t" r="r" b="b"/>
              <a:pathLst>
                <a:path w="8056" h="8128" extrusionOk="0">
                  <a:moveTo>
                    <a:pt x="3119" y="1"/>
                  </a:moveTo>
                  <a:cubicBezTo>
                    <a:pt x="3018" y="1"/>
                    <a:pt x="2946" y="87"/>
                    <a:pt x="2946" y="188"/>
                  </a:cubicBezTo>
                  <a:lnTo>
                    <a:pt x="2946" y="997"/>
                  </a:lnTo>
                  <a:cubicBezTo>
                    <a:pt x="2570" y="1127"/>
                    <a:pt x="2224" y="1314"/>
                    <a:pt x="1935" y="1574"/>
                  </a:cubicBezTo>
                  <a:lnTo>
                    <a:pt x="1228" y="1170"/>
                  </a:lnTo>
                  <a:cubicBezTo>
                    <a:pt x="1198" y="1150"/>
                    <a:pt x="1165" y="1141"/>
                    <a:pt x="1132" y="1141"/>
                  </a:cubicBezTo>
                  <a:cubicBezTo>
                    <a:pt x="1069" y="1141"/>
                    <a:pt x="1006" y="1176"/>
                    <a:pt x="968" y="1242"/>
                  </a:cubicBezTo>
                  <a:lnTo>
                    <a:pt x="73" y="2816"/>
                  </a:lnTo>
                  <a:cubicBezTo>
                    <a:pt x="15" y="2902"/>
                    <a:pt x="44" y="3018"/>
                    <a:pt x="145" y="3061"/>
                  </a:cubicBezTo>
                  <a:lnTo>
                    <a:pt x="838" y="3465"/>
                  </a:lnTo>
                  <a:cubicBezTo>
                    <a:pt x="766" y="3855"/>
                    <a:pt x="766" y="4259"/>
                    <a:pt x="838" y="4634"/>
                  </a:cubicBezTo>
                  <a:lnTo>
                    <a:pt x="131" y="5053"/>
                  </a:lnTo>
                  <a:cubicBezTo>
                    <a:pt x="30" y="5096"/>
                    <a:pt x="1" y="5212"/>
                    <a:pt x="58" y="5313"/>
                  </a:cubicBezTo>
                  <a:lnTo>
                    <a:pt x="953" y="6886"/>
                  </a:lnTo>
                  <a:cubicBezTo>
                    <a:pt x="993" y="6946"/>
                    <a:pt x="1061" y="6978"/>
                    <a:pt x="1127" y="6978"/>
                  </a:cubicBezTo>
                  <a:cubicBezTo>
                    <a:pt x="1157" y="6978"/>
                    <a:pt x="1186" y="6972"/>
                    <a:pt x="1213" y="6959"/>
                  </a:cubicBezTo>
                  <a:lnTo>
                    <a:pt x="1921" y="6540"/>
                  </a:lnTo>
                  <a:cubicBezTo>
                    <a:pt x="2209" y="6800"/>
                    <a:pt x="2556" y="7002"/>
                    <a:pt x="2931" y="7132"/>
                  </a:cubicBezTo>
                  <a:lnTo>
                    <a:pt x="2931" y="7940"/>
                  </a:lnTo>
                  <a:cubicBezTo>
                    <a:pt x="2931" y="8041"/>
                    <a:pt x="3003" y="8128"/>
                    <a:pt x="3104" y="8128"/>
                  </a:cubicBezTo>
                  <a:lnTo>
                    <a:pt x="4923" y="8128"/>
                  </a:lnTo>
                  <a:cubicBezTo>
                    <a:pt x="5024" y="8128"/>
                    <a:pt x="5111" y="8041"/>
                    <a:pt x="5111" y="7940"/>
                  </a:cubicBezTo>
                  <a:lnTo>
                    <a:pt x="5111" y="7132"/>
                  </a:lnTo>
                  <a:cubicBezTo>
                    <a:pt x="5472" y="7002"/>
                    <a:pt x="5818" y="6800"/>
                    <a:pt x="6107" y="6540"/>
                  </a:cubicBezTo>
                  <a:lnTo>
                    <a:pt x="6814" y="6959"/>
                  </a:lnTo>
                  <a:cubicBezTo>
                    <a:pt x="6841" y="6972"/>
                    <a:pt x="6871" y="6978"/>
                    <a:pt x="6900" y="6978"/>
                  </a:cubicBezTo>
                  <a:cubicBezTo>
                    <a:pt x="6967" y="6978"/>
                    <a:pt x="7034" y="6946"/>
                    <a:pt x="7074" y="6886"/>
                  </a:cubicBezTo>
                  <a:lnTo>
                    <a:pt x="7969" y="5313"/>
                  </a:lnTo>
                  <a:cubicBezTo>
                    <a:pt x="8027" y="5226"/>
                    <a:pt x="7998" y="5111"/>
                    <a:pt x="7911" y="5053"/>
                  </a:cubicBezTo>
                  <a:lnTo>
                    <a:pt x="7204" y="4649"/>
                  </a:lnTo>
                  <a:cubicBezTo>
                    <a:pt x="7247" y="4461"/>
                    <a:pt x="7276" y="4259"/>
                    <a:pt x="7276" y="4057"/>
                  </a:cubicBezTo>
                  <a:cubicBezTo>
                    <a:pt x="7276" y="3869"/>
                    <a:pt x="7262" y="3667"/>
                    <a:pt x="7233" y="3480"/>
                  </a:cubicBezTo>
                  <a:lnTo>
                    <a:pt x="7926" y="3075"/>
                  </a:lnTo>
                  <a:cubicBezTo>
                    <a:pt x="8027" y="3018"/>
                    <a:pt x="8056" y="2902"/>
                    <a:pt x="7998" y="2816"/>
                  </a:cubicBezTo>
                  <a:lnTo>
                    <a:pt x="7103" y="1242"/>
                  </a:lnTo>
                  <a:cubicBezTo>
                    <a:pt x="7065" y="1176"/>
                    <a:pt x="7002" y="1141"/>
                    <a:pt x="6939" y="1141"/>
                  </a:cubicBezTo>
                  <a:cubicBezTo>
                    <a:pt x="6906" y="1141"/>
                    <a:pt x="6873" y="1150"/>
                    <a:pt x="6843" y="1170"/>
                  </a:cubicBezTo>
                  <a:lnTo>
                    <a:pt x="6136" y="1574"/>
                  </a:lnTo>
                  <a:cubicBezTo>
                    <a:pt x="5847" y="1329"/>
                    <a:pt x="5501" y="1127"/>
                    <a:pt x="5125" y="997"/>
                  </a:cubicBezTo>
                  <a:lnTo>
                    <a:pt x="5125" y="188"/>
                  </a:lnTo>
                  <a:cubicBezTo>
                    <a:pt x="5125" y="87"/>
                    <a:pt x="5053" y="1"/>
                    <a:pt x="4952" y="1"/>
                  </a:cubicBezTo>
                  <a:close/>
                </a:path>
              </a:pathLst>
            </a:custGeom>
            <a:solidFill>
              <a:srgbClr val="B4C3CF"/>
            </a:solidFill>
            <a:ln>
              <a:solidFill>
                <a:schemeClr val="bg1">
                  <a:lumMod val="25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15421;p67">
              <a:extLst>
                <a:ext uri="{FF2B5EF4-FFF2-40B4-BE49-F238E27FC236}">
                  <a16:creationId xmlns:a16="http://schemas.microsoft.com/office/drawing/2014/main" id="{937DD2F2-8F6E-44B4-ADEE-ABD5EEFAE42D}"/>
                </a:ext>
              </a:extLst>
            </p:cNvPr>
            <p:cNvSpPr/>
            <p:nvPr/>
          </p:nvSpPr>
          <p:spPr>
            <a:xfrm>
              <a:off x="6300141" y="2654670"/>
              <a:ext cx="91988" cy="78907"/>
            </a:xfrm>
            <a:custGeom>
              <a:avLst/>
              <a:gdLst/>
              <a:ahLst/>
              <a:cxnLst/>
              <a:rect l="l" t="t" r="r" b="b"/>
              <a:pathLst>
                <a:path w="3509" h="3010" extrusionOk="0">
                  <a:moveTo>
                    <a:pt x="1993" y="1"/>
                  </a:moveTo>
                  <a:cubicBezTo>
                    <a:pt x="1623" y="1"/>
                    <a:pt x="1247" y="137"/>
                    <a:pt x="939" y="440"/>
                  </a:cubicBezTo>
                  <a:cubicBezTo>
                    <a:pt x="1" y="1393"/>
                    <a:pt x="665" y="3009"/>
                    <a:pt x="2007" y="3009"/>
                  </a:cubicBezTo>
                  <a:cubicBezTo>
                    <a:pt x="2844" y="3009"/>
                    <a:pt x="3508" y="2345"/>
                    <a:pt x="3508" y="1508"/>
                  </a:cubicBezTo>
                  <a:cubicBezTo>
                    <a:pt x="3508" y="599"/>
                    <a:pt x="2767" y="1"/>
                    <a:pt x="1993" y="1"/>
                  </a:cubicBezTo>
                  <a:close/>
                </a:path>
              </a:pathLst>
            </a:custGeom>
            <a:solidFill>
              <a:srgbClr val="98A9B6"/>
            </a:solidFill>
            <a:ln>
              <a:solidFill>
                <a:schemeClr val="bg1">
                  <a:lumMod val="25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5422;p67">
              <a:extLst>
                <a:ext uri="{FF2B5EF4-FFF2-40B4-BE49-F238E27FC236}">
                  <a16:creationId xmlns:a16="http://schemas.microsoft.com/office/drawing/2014/main" id="{7C25E24C-D71F-4AC5-A24C-4AB2307DF6B8}"/>
                </a:ext>
              </a:extLst>
            </p:cNvPr>
            <p:cNvSpPr/>
            <p:nvPr/>
          </p:nvSpPr>
          <p:spPr>
            <a:xfrm>
              <a:off x="6324730" y="2666571"/>
              <a:ext cx="55654" cy="55654"/>
            </a:xfrm>
            <a:custGeom>
              <a:avLst/>
              <a:gdLst/>
              <a:ahLst/>
              <a:cxnLst/>
              <a:rect l="l" t="t" r="r" b="b"/>
              <a:pathLst>
                <a:path w="2123" h="2123" extrusionOk="0">
                  <a:moveTo>
                    <a:pt x="1069" y="0"/>
                  </a:moveTo>
                  <a:cubicBezTo>
                    <a:pt x="477" y="0"/>
                    <a:pt x="1" y="477"/>
                    <a:pt x="1" y="1054"/>
                  </a:cubicBezTo>
                  <a:cubicBezTo>
                    <a:pt x="1" y="1646"/>
                    <a:pt x="477" y="2122"/>
                    <a:pt x="1069" y="2122"/>
                  </a:cubicBezTo>
                  <a:cubicBezTo>
                    <a:pt x="1661" y="2122"/>
                    <a:pt x="2123" y="1646"/>
                    <a:pt x="2123" y="1054"/>
                  </a:cubicBezTo>
                  <a:cubicBezTo>
                    <a:pt x="2123" y="477"/>
                    <a:pt x="1661" y="0"/>
                    <a:pt x="1069" y="0"/>
                  </a:cubicBezTo>
                  <a:close/>
                </a:path>
              </a:pathLst>
            </a:custGeom>
            <a:solidFill>
              <a:srgbClr val="7A8FA0"/>
            </a:solidFill>
            <a:ln>
              <a:solidFill>
                <a:schemeClr val="bg1">
                  <a:lumMod val="25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5803719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Заголовок 14">
            <a:extLst>
              <a:ext uri="{FF2B5EF4-FFF2-40B4-BE49-F238E27FC236}">
                <a16:creationId xmlns:a16="http://schemas.microsoft.com/office/drawing/2014/main" id="{B79670A9-CA53-4896-B293-58DE2CEDEA79}"/>
              </a:ext>
            </a:extLst>
          </p:cNvPr>
          <p:cNvSpPr>
            <a:spLocks noGrp="1"/>
          </p:cNvSpPr>
          <p:nvPr>
            <p:ph type="title"/>
          </p:nvPr>
        </p:nvSpPr>
        <p:spPr/>
        <p:txBody>
          <a:bodyPr/>
          <a:lstStyle/>
          <a:p>
            <a:r>
              <a:rPr lang="ru-RU" dirty="0">
                <a:latin typeface="Bahnschrift SemiBold" panose="020B0502040204020203" pitchFamily="34" charset="0"/>
              </a:rPr>
              <a:t>Алгоритм обучения</a:t>
            </a:r>
          </a:p>
        </p:txBody>
      </p:sp>
      <p:sp>
        <p:nvSpPr>
          <p:cNvPr id="16" name="Подзаголовок 15">
            <a:extLst>
              <a:ext uri="{FF2B5EF4-FFF2-40B4-BE49-F238E27FC236}">
                <a16:creationId xmlns:a16="http://schemas.microsoft.com/office/drawing/2014/main" id="{494FB8BD-8BAB-425B-82FA-A0B130BF184D}"/>
              </a:ext>
            </a:extLst>
          </p:cNvPr>
          <p:cNvSpPr>
            <a:spLocks noGrp="1"/>
          </p:cNvSpPr>
          <p:nvPr>
            <p:ph type="subTitle" idx="1"/>
          </p:nvPr>
        </p:nvSpPr>
        <p:spPr/>
        <p:txBody>
          <a:bodyPr/>
          <a:lstStyle/>
          <a:p>
            <a:r>
              <a:rPr lang="ru-RU" sz="1800" dirty="0">
                <a:latin typeface="Bahnschrift SemiBold" panose="020B0502040204020203" pitchFamily="34" charset="0"/>
              </a:rPr>
              <a:t>Синтетические взаимодействия</a:t>
            </a:r>
          </a:p>
        </p:txBody>
      </p:sp>
      <p:sp>
        <p:nvSpPr>
          <p:cNvPr id="17" name="Подзаголовок 16">
            <a:extLst>
              <a:ext uri="{FF2B5EF4-FFF2-40B4-BE49-F238E27FC236}">
                <a16:creationId xmlns:a16="http://schemas.microsoft.com/office/drawing/2014/main" id="{80AF280D-943A-485A-B1D6-8D96BD10E922}"/>
              </a:ext>
            </a:extLst>
          </p:cNvPr>
          <p:cNvSpPr>
            <a:spLocks noGrp="1"/>
          </p:cNvSpPr>
          <p:nvPr>
            <p:ph type="subTitle" idx="2"/>
          </p:nvPr>
        </p:nvSpPr>
        <p:spPr/>
        <p:txBody>
          <a:bodyPr/>
          <a:lstStyle/>
          <a:p>
            <a:r>
              <a:rPr lang="ru-RU" sz="1800" dirty="0">
                <a:latin typeface="Bahnschrift SemiBold" panose="020B0502040204020203" pitchFamily="34" charset="0"/>
              </a:rPr>
              <a:t>Кодирование признаков товаров</a:t>
            </a:r>
          </a:p>
        </p:txBody>
      </p:sp>
      <p:sp>
        <p:nvSpPr>
          <p:cNvPr id="18" name="Подзаголовок 17">
            <a:extLst>
              <a:ext uri="{FF2B5EF4-FFF2-40B4-BE49-F238E27FC236}">
                <a16:creationId xmlns:a16="http://schemas.microsoft.com/office/drawing/2014/main" id="{317B6DDE-1A00-469B-8939-88A865BF047E}"/>
              </a:ext>
            </a:extLst>
          </p:cNvPr>
          <p:cNvSpPr>
            <a:spLocks noGrp="1"/>
          </p:cNvSpPr>
          <p:nvPr>
            <p:ph type="subTitle" idx="3"/>
          </p:nvPr>
        </p:nvSpPr>
        <p:spPr>
          <a:xfrm>
            <a:off x="1253225" y="3769217"/>
            <a:ext cx="2811000" cy="1038600"/>
          </a:xfrm>
        </p:spPr>
        <p:txBody>
          <a:bodyPr/>
          <a:lstStyle/>
          <a:p>
            <a:r>
              <a:rPr lang="ru-RU" sz="1800" dirty="0">
                <a:latin typeface="Bahnschrift SemiBold" panose="020B0502040204020203" pitchFamily="34" charset="0"/>
              </a:rPr>
              <a:t>Обучение модели</a:t>
            </a:r>
          </a:p>
        </p:txBody>
      </p:sp>
      <p:sp>
        <p:nvSpPr>
          <p:cNvPr id="19" name="Подзаголовок 18">
            <a:extLst>
              <a:ext uri="{FF2B5EF4-FFF2-40B4-BE49-F238E27FC236}">
                <a16:creationId xmlns:a16="http://schemas.microsoft.com/office/drawing/2014/main" id="{43833E9F-B2F9-49F3-B893-73001620F412}"/>
              </a:ext>
            </a:extLst>
          </p:cNvPr>
          <p:cNvSpPr>
            <a:spLocks noGrp="1"/>
          </p:cNvSpPr>
          <p:nvPr>
            <p:ph type="subTitle" idx="4"/>
          </p:nvPr>
        </p:nvSpPr>
        <p:spPr>
          <a:xfrm>
            <a:off x="5079776" y="3769217"/>
            <a:ext cx="2811000" cy="1038600"/>
          </a:xfrm>
        </p:spPr>
        <p:txBody>
          <a:bodyPr/>
          <a:lstStyle/>
          <a:p>
            <a:r>
              <a:rPr lang="ru-RU" sz="1800" dirty="0">
                <a:latin typeface="Bahnschrift SemiBold" panose="020B0502040204020203" pitchFamily="34" charset="0"/>
              </a:rPr>
              <a:t>Сохранение базовой модели</a:t>
            </a:r>
          </a:p>
        </p:txBody>
      </p:sp>
      <p:sp>
        <p:nvSpPr>
          <p:cNvPr id="20" name="Подзаголовок 19">
            <a:extLst>
              <a:ext uri="{FF2B5EF4-FFF2-40B4-BE49-F238E27FC236}">
                <a16:creationId xmlns:a16="http://schemas.microsoft.com/office/drawing/2014/main" id="{08D603B9-23A0-4B49-B2F1-45FFB2A5EDF8}"/>
              </a:ext>
            </a:extLst>
          </p:cNvPr>
          <p:cNvSpPr>
            <a:spLocks noGrp="1"/>
          </p:cNvSpPr>
          <p:nvPr>
            <p:ph type="subTitle" idx="5"/>
          </p:nvPr>
        </p:nvSpPr>
        <p:spPr/>
        <p:txBody>
          <a:bodyPr/>
          <a:lstStyle/>
          <a:p>
            <a:r>
              <a:rPr lang="ru-RU" sz="3000" dirty="0"/>
              <a:t>07</a:t>
            </a:r>
          </a:p>
        </p:txBody>
      </p:sp>
      <p:sp>
        <p:nvSpPr>
          <p:cNvPr id="21" name="Подзаголовок 20">
            <a:extLst>
              <a:ext uri="{FF2B5EF4-FFF2-40B4-BE49-F238E27FC236}">
                <a16:creationId xmlns:a16="http://schemas.microsoft.com/office/drawing/2014/main" id="{8F330951-AC62-4854-939D-55302DABF29C}"/>
              </a:ext>
            </a:extLst>
          </p:cNvPr>
          <p:cNvSpPr>
            <a:spLocks noGrp="1"/>
          </p:cNvSpPr>
          <p:nvPr>
            <p:ph type="subTitle" idx="6"/>
          </p:nvPr>
        </p:nvSpPr>
        <p:spPr>
          <a:xfrm>
            <a:off x="1253225" y="3079042"/>
            <a:ext cx="2811000" cy="697800"/>
          </a:xfrm>
        </p:spPr>
        <p:txBody>
          <a:bodyPr/>
          <a:lstStyle/>
          <a:p>
            <a:r>
              <a:rPr lang="ru-RU" sz="3000" dirty="0"/>
              <a:t>09</a:t>
            </a:r>
          </a:p>
        </p:txBody>
      </p:sp>
      <p:sp>
        <p:nvSpPr>
          <p:cNvPr id="22" name="Подзаголовок 21">
            <a:extLst>
              <a:ext uri="{FF2B5EF4-FFF2-40B4-BE49-F238E27FC236}">
                <a16:creationId xmlns:a16="http://schemas.microsoft.com/office/drawing/2014/main" id="{313E3836-2A74-474B-8A30-5F31BDF29944}"/>
              </a:ext>
            </a:extLst>
          </p:cNvPr>
          <p:cNvSpPr>
            <a:spLocks noGrp="1"/>
          </p:cNvSpPr>
          <p:nvPr>
            <p:ph type="subTitle" idx="7"/>
          </p:nvPr>
        </p:nvSpPr>
        <p:spPr/>
        <p:txBody>
          <a:bodyPr/>
          <a:lstStyle/>
          <a:p>
            <a:r>
              <a:rPr lang="ru-RU" sz="3000" dirty="0"/>
              <a:t>08</a:t>
            </a:r>
          </a:p>
        </p:txBody>
      </p:sp>
      <p:sp>
        <p:nvSpPr>
          <p:cNvPr id="23" name="Подзаголовок 22">
            <a:extLst>
              <a:ext uri="{FF2B5EF4-FFF2-40B4-BE49-F238E27FC236}">
                <a16:creationId xmlns:a16="http://schemas.microsoft.com/office/drawing/2014/main" id="{F1C605B7-C335-4BF6-AC6E-FF07F01069FE}"/>
              </a:ext>
            </a:extLst>
          </p:cNvPr>
          <p:cNvSpPr>
            <a:spLocks noGrp="1"/>
          </p:cNvSpPr>
          <p:nvPr>
            <p:ph type="subTitle" idx="8"/>
          </p:nvPr>
        </p:nvSpPr>
        <p:spPr>
          <a:xfrm>
            <a:off x="5079750" y="3079042"/>
            <a:ext cx="2811000" cy="697800"/>
          </a:xfrm>
        </p:spPr>
        <p:txBody>
          <a:bodyPr/>
          <a:lstStyle/>
          <a:p>
            <a:r>
              <a:rPr lang="ru-RU" sz="3000" dirty="0"/>
              <a:t>10</a:t>
            </a:r>
          </a:p>
        </p:txBody>
      </p:sp>
      <p:grpSp>
        <p:nvGrpSpPr>
          <p:cNvPr id="26" name="Google Shape;10000;p63">
            <a:extLst>
              <a:ext uri="{FF2B5EF4-FFF2-40B4-BE49-F238E27FC236}">
                <a16:creationId xmlns:a16="http://schemas.microsoft.com/office/drawing/2014/main" id="{41A60894-0E93-4F49-9E0B-65CD5B4F4DB2}"/>
              </a:ext>
            </a:extLst>
          </p:cNvPr>
          <p:cNvGrpSpPr/>
          <p:nvPr/>
        </p:nvGrpSpPr>
        <p:grpSpPr>
          <a:xfrm>
            <a:off x="2213701" y="1330441"/>
            <a:ext cx="703119" cy="712628"/>
            <a:chOff x="7980773" y="2428802"/>
            <a:chExt cx="353381" cy="358160"/>
          </a:xfrm>
        </p:grpSpPr>
        <p:sp>
          <p:nvSpPr>
            <p:cNvPr id="27" name="Google Shape;10001;p63">
              <a:extLst>
                <a:ext uri="{FF2B5EF4-FFF2-40B4-BE49-F238E27FC236}">
                  <a16:creationId xmlns:a16="http://schemas.microsoft.com/office/drawing/2014/main" id="{5475B54E-481C-4EA3-83B1-066B343D6353}"/>
                </a:ext>
              </a:extLst>
            </p:cNvPr>
            <p:cNvSpPr/>
            <p:nvPr/>
          </p:nvSpPr>
          <p:spPr>
            <a:xfrm>
              <a:off x="8218504" y="2711779"/>
              <a:ext cx="115649" cy="75182"/>
            </a:xfrm>
            <a:custGeom>
              <a:avLst/>
              <a:gdLst/>
              <a:ahLst/>
              <a:cxnLst/>
              <a:rect l="l" t="t" r="r" b="b"/>
              <a:pathLst>
                <a:path w="4404" h="2863" extrusionOk="0">
                  <a:moveTo>
                    <a:pt x="1542" y="1"/>
                  </a:moveTo>
                  <a:lnTo>
                    <a:pt x="1542" y="374"/>
                  </a:lnTo>
                  <a:cubicBezTo>
                    <a:pt x="1542" y="470"/>
                    <a:pt x="1475" y="556"/>
                    <a:pt x="1379" y="585"/>
                  </a:cubicBezTo>
                  <a:lnTo>
                    <a:pt x="479" y="843"/>
                  </a:lnTo>
                  <a:cubicBezTo>
                    <a:pt x="202" y="920"/>
                    <a:pt x="1" y="1178"/>
                    <a:pt x="1" y="1475"/>
                  </a:cubicBezTo>
                  <a:lnTo>
                    <a:pt x="1" y="2642"/>
                  </a:lnTo>
                  <a:cubicBezTo>
                    <a:pt x="1" y="2767"/>
                    <a:pt x="96" y="2862"/>
                    <a:pt x="221" y="2862"/>
                  </a:cubicBezTo>
                  <a:lnTo>
                    <a:pt x="4183" y="2862"/>
                  </a:lnTo>
                  <a:cubicBezTo>
                    <a:pt x="4307" y="2862"/>
                    <a:pt x="4403" y="2767"/>
                    <a:pt x="4403" y="2642"/>
                  </a:cubicBezTo>
                  <a:lnTo>
                    <a:pt x="4403" y="1475"/>
                  </a:lnTo>
                  <a:cubicBezTo>
                    <a:pt x="4403" y="1178"/>
                    <a:pt x="4202" y="920"/>
                    <a:pt x="3915" y="843"/>
                  </a:cubicBezTo>
                  <a:lnTo>
                    <a:pt x="3015" y="585"/>
                  </a:lnTo>
                  <a:cubicBezTo>
                    <a:pt x="2920" y="556"/>
                    <a:pt x="2853" y="470"/>
                    <a:pt x="2862" y="374"/>
                  </a:cubicBezTo>
                  <a:lnTo>
                    <a:pt x="2862" y="1"/>
                  </a:lnTo>
                  <a:close/>
                </a:path>
              </a:pathLst>
            </a:custGeom>
            <a:solidFill>
              <a:srgbClr val="ACBDCA"/>
            </a:solidFill>
            <a:ln>
              <a:solidFill>
                <a:schemeClr val="tx1">
                  <a:lumMod val="60000"/>
                  <a:lumOff val="4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10002;p63">
              <a:extLst>
                <a:ext uri="{FF2B5EF4-FFF2-40B4-BE49-F238E27FC236}">
                  <a16:creationId xmlns:a16="http://schemas.microsoft.com/office/drawing/2014/main" id="{944AA56E-D931-4942-8320-7F15C2A55861}"/>
                </a:ext>
              </a:extLst>
            </p:cNvPr>
            <p:cNvSpPr/>
            <p:nvPr/>
          </p:nvSpPr>
          <p:spPr>
            <a:xfrm>
              <a:off x="8218268" y="2727614"/>
              <a:ext cx="115623" cy="59348"/>
            </a:xfrm>
            <a:custGeom>
              <a:avLst/>
              <a:gdLst/>
              <a:ahLst/>
              <a:cxnLst/>
              <a:rect l="l" t="t" r="r" b="b"/>
              <a:pathLst>
                <a:path w="4403" h="2260" extrusionOk="0">
                  <a:moveTo>
                    <a:pt x="3101" y="1"/>
                  </a:moveTo>
                  <a:cubicBezTo>
                    <a:pt x="2961" y="453"/>
                    <a:pt x="2570" y="680"/>
                    <a:pt x="2180" y="680"/>
                  </a:cubicBezTo>
                  <a:cubicBezTo>
                    <a:pt x="1793" y="680"/>
                    <a:pt x="1406" y="458"/>
                    <a:pt x="1263" y="10"/>
                  </a:cubicBezTo>
                  <a:lnTo>
                    <a:pt x="479" y="230"/>
                  </a:lnTo>
                  <a:cubicBezTo>
                    <a:pt x="201" y="317"/>
                    <a:pt x="0" y="575"/>
                    <a:pt x="0" y="872"/>
                  </a:cubicBezTo>
                  <a:lnTo>
                    <a:pt x="0" y="2039"/>
                  </a:lnTo>
                  <a:cubicBezTo>
                    <a:pt x="0" y="2164"/>
                    <a:pt x="105" y="2259"/>
                    <a:pt x="220" y="2259"/>
                  </a:cubicBezTo>
                  <a:lnTo>
                    <a:pt x="4182" y="2259"/>
                  </a:lnTo>
                  <a:cubicBezTo>
                    <a:pt x="4307" y="2259"/>
                    <a:pt x="4403" y="2164"/>
                    <a:pt x="4403" y="2039"/>
                  </a:cubicBezTo>
                  <a:lnTo>
                    <a:pt x="4403" y="872"/>
                  </a:lnTo>
                  <a:cubicBezTo>
                    <a:pt x="4403" y="575"/>
                    <a:pt x="4211" y="317"/>
                    <a:pt x="3924" y="240"/>
                  </a:cubicBezTo>
                  <a:lnTo>
                    <a:pt x="3101" y="1"/>
                  </a:lnTo>
                  <a:close/>
                </a:path>
              </a:pathLst>
            </a:custGeom>
            <a:solidFill>
              <a:srgbClr val="BCC4CC"/>
            </a:solidFill>
            <a:ln>
              <a:solidFill>
                <a:schemeClr val="tx1">
                  <a:lumMod val="60000"/>
                  <a:lumOff val="4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10003;p63">
              <a:extLst>
                <a:ext uri="{FF2B5EF4-FFF2-40B4-BE49-F238E27FC236}">
                  <a16:creationId xmlns:a16="http://schemas.microsoft.com/office/drawing/2014/main" id="{02AF8833-CBFB-4A9A-9C85-292BA8EF2A7B}"/>
                </a:ext>
              </a:extLst>
            </p:cNvPr>
            <p:cNvSpPr/>
            <p:nvPr/>
          </p:nvSpPr>
          <p:spPr>
            <a:xfrm>
              <a:off x="8235600" y="2630872"/>
              <a:ext cx="29175" cy="63602"/>
            </a:xfrm>
            <a:custGeom>
              <a:avLst/>
              <a:gdLst/>
              <a:ahLst/>
              <a:cxnLst/>
              <a:rect l="l" t="t" r="r" b="b"/>
              <a:pathLst>
                <a:path w="1111" h="2422" extrusionOk="0">
                  <a:moveTo>
                    <a:pt x="670" y="0"/>
                  </a:moveTo>
                  <a:cubicBezTo>
                    <a:pt x="297" y="0"/>
                    <a:pt x="1" y="297"/>
                    <a:pt x="10" y="660"/>
                  </a:cubicBezTo>
                  <a:lnTo>
                    <a:pt x="10" y="814"/>
                  </a:lnTo>
                  <a:cubicBezTo>
                    <a:pt x="10" y="1005"/>
                    <a:pt x="39" y="1196"/>
                    <a:pt x="96" y="1378"/>
                  </a:cubicBezTo>
                  <a:lnTo>
                    <a:pt x="450" y="2421"/>
                  </a:lnTo>
                  <a:lnTo>
                    <a:pt x="1111" y="2421"/>
                  </a:lnTo>
                  <a:lnTo>
                    <a:pt x="1111" y="0"/>
                  </a:lnTo>
                  <a:close/>
                </a:path>
              </a:pathLst>
            </a:custGeom>
            <a:solidFill>
              <a:srgbClr val="657E93"/>
            </a:solidFill>
            <a:ln>
              <a:solidFill>
                <a:schemeClr val="tx1">
                  <a:lumMod val="60000"/>
                  <a:lumOff val="4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10004;p63">
              <a:extLst>
                <a:ext uri="{FF2B5EF4-FFF2-40B4-BE49-F238E27FC236}">
                  <a16:creationId xmlns:a16="http://schemas.microsoft.com/office/drawing/2014/main" id="{AF83FBC0-9C7A-4BED-9549-92A5ACA95888}"/>
                </a:ext>
              </a:extLst>
            </p:cNvPr>
            <p:cNvSpPr/>
            <p:nvPr/>
          </p:nvSpPr>
          <p:spPr>
            <a:xfrm>
              <a:off x="8247417" y="2625095"/>
              <a:ext cx="69379" cy="69379"/>
            </a:xfrm>
            <a:custGeom>
              <a:avLst/>
              <a:gdLst/>
              <a:ahLst/>
              <a:cxnLst/>
              <a:rect l="l" t="t" r="r" b="b"/>
              <a:pathLst>
                <a:path w="2642" h="2642" extrusionOk="0">
                  <a:moveTo>
                    <a:pt x="661" y="0"/>
                  </a:moveTo>
                  <a:cubicBezTo>
                    <a:pt x="287" y="0"/>
                    <a:pt x="0" y="297"/>
                    <a:pt x="0" y="660"/>
                  </a:cubicBezTo>
                  <a:cubicBezTo>
                    <a:pt x="0" y="909"/>
                    <a:pt x="192" y="1101"/>
                    <a:pt x="441" y="1101"/>
                  </a:cubicBezTo>
                  <a:lnTo>
                    <a:pt x="2192" y="2641"/>
                  </a:lnTo>
                  <a:lnTo>
                    <a:pt x="2565" y="1340"/>
                  </a:lnTo>
                  <a:cubicBezTo>
                    <a:pt x="2613" y="1187"/>
                    <a:pt x="2632" y="1024"/>
                    <a:pt x="2642" y="861"/>
                  </a:cubicBezTo>
                  <a:lnTo>
                    <a:pt x="2642" y="440"/>
                  </a:lnTo>
                  <a:cubicBezTo>
                    <a:pt x="2642" y="201"/>
                    <a:pt x="2441" y="0"/>
                    <a:pt x="2202" y="0"/>
                  </a:cubicBezTo>
                  <a:close/>
                </a:path>
              </a:pathLst>
            </a:custGeom>
            <a:solidFill>
              <a:srgbClr val="657E93"/>
            </a:solidFill>
            <a:ln>
              <a:solidFill>
                <a:schemeClr val="tx1">
                  <a:lumMod val="60000"/>
                  <a:lumOff val="4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10005;p63">
              <a:extLst>
                <a:ext uri="{FF2B5EF4-FFF2-40B4-BE49-F238E27FC236}">
                  <a16:creationId xmlns:a16="http://schemas.microsoft.com/office/drawing/2014/main" id="{F8F978B4-26E6-4453-8BDE-B57144857F4B}"/>
                </a:ext>
              </a:extLst>
            </p:cNvPr>
            <p:cNvSpPr/>
            <p:nvPr/>
          </p:nvSpPr>
          <p:spPr>
            <a:xfrm>
              <a:off x="8258971" y="2711779"/>
              <a:ext cx="34453" cy="14049"/>
            </a:xfrm>
            <a:custGeom>
              <a:avLst/>
              <a:gdLst/>
              <a:ahLst/>
              <a:cxnLst/>
              <a:rect l="l" t="t" r="r" b="b"/>
              <a:pathLst>
                <a:path w="1312" h="535" extrusionOk="0">
                  <a:moveTo>
                    <a:pt x="1" y="1"/>
                  </a:moveTo>
                  <a:lnTo>
                    <a:pt x="1" y="412"/>
                  </a:lnTo>
                  <a:cubicBezTo>
                    <a:pt x="211" y="494"/>
                    <a:pt x="434" y="534"/>
                    <a:pt x="656" y="534"/>
                  </a:cubicBezTo>
                  <a:cubicBezTo>
                    <a:pt x="879" y="534"/>
                    <a:pt x="1101" y="494"/>
                    <a:pt x="1312" y="412"/>
                  </a:cubicBezTo>
                  <a:lnTo>
                    <a:pt x="1312" y="1"/>
                  </a:lnTo>
                  <a:close/>
                </a:path>
              </a:pathLst>
            </a:custGeom>
            <a:solidFill>
              <a:srgbClr val="96ABBC"/>
            </a:solidFill>
            <a:ln>
              <a:solidFill>
                <a:schemeClr val="tx1">
                  <a:lumMod val="60000"/>
                  <a:lumOff val="4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10006;p63">
              <a:extLst>
                <a:ext uri="{FF2B5EF4-FFF2-40B4-BE49-F238E27FC236}">
                  <a16:creationId xmlns:a16="http://schemas.microsoft.com/office/drawing/2014/main" id="{FCE25962-8077-46D6-B211-8484B232CD30}"/>
                </a:ext>
              </a:extLst>
            </p:cNvPr>
            <p:cNvSpPr/>
            <p:nvPr/>
          </p:nvSpPr>
          <p:spPr>
            <a:xfrm>
              <a:off x="8241640" y="2654244"/>
              <a:ext cx="69379" cy="63339"/>
            </a:xfrm>
            <a:custGeom>
              <a:avLst/>
              <a:gdLst/>
              <a:ahLst/>
              <a:cxnLst/>
              <a:rect l="l" t="t" r="r" b="b"/>
              <a:pathLst>
                <a:path w="2642" h="2412" extrusionOk="0">
                  <a:moveTo>
                    <a:pt x="842" y="0"/>
                  </a:moveTo>
                  <a:cubicBezTo>
                    <a:pt x="728" y="0"/>
                    <a:pt x="613" y="48"/>
                    <a:pt x="527" y="134"/>
                  </a:cubicBezTo>
                  <a:lnTo>
                    <a:pt x="125" y="527"/>
                  </a:lnTo>
                  <a:cubicBezTo>
                    <a:pt x="39" y="613"/>
                    <a:pt x="0" y="728"/>
                    <a:pt x="0" y="842"/>
                  </a:cubicBezTo>
                  <a:lnTo>
                    <a:pt x="0" y="1101"/>
                  </a:lnTo>
                  <a:cubicBezTo>
                    <a:pt x="0" y="1828"/>
                    <a:pt x="584" y="2412"/>
                    <a:pt x="1311" y="2412"/>
                  </a:cubicBezTo>
                  <a:cubicBezTo>
                    <a:pt x="1317" y="2412"/>
                    <a:pt x="1323" y="2412"/>
                    <a:pt x="1329" y="2412"/>
                  </a:cubicBezTo>
                  <a:cubicBezTo>
                    <a:pt x="2048" y="2412"/>
                    <a:pt x="2642" y="1822"/>
                    <a:pt x="2642" y="1101"/>
                  </a:cubicBezTo>
                  <a:lnTo>
                    <a:pt x="2642" y="814"/>
                  </a:lnTo>
                  <a:cubicBezTo>
                    <a:pt x="2642" y="699"/>
                    <a:pt x="2594" y="584"/>
                    <a:pt x="2508" y="507"/>
                  </a:cubicBezTo>
                  <a:cubicBezTo>
                    <a:pt x="2173" y="172"/>
                    <a:pt x="1551" y="19"/>
                    <a:pt x="842" y="0"/>
                  </a:cubicBezTo>
                  <a:close/>
                </a:path>
              </a:pathLst>
            </a:custGeom>
            <a:solidFill>
              <a:srgbClr val="BECBD5"/>
            </a:solidFill>
            <a:ln>
              <a:solidFill>
                <a:schemeClr val="tx1">
                  <a:lumMod val="60000"/>
                  <a:lumOff val="4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10007;p63">
              <a:extLst>
                <a:ext uri="{FF2B5EF4-FFF2-40B4-BE49-F238E27FC236}">
                  <a16:creationId xmlns:a16="http://schemas.microsoft.com/office/drawing/2014/main" id="{307E6554-2608-4F1D-BC01-E2E2961F264D}"/>
                </a:ext>
              </a:extLst>
            </p:cNvPr>
            <p:cNvSpPr/>
            <p:nvPr/>
          </p:nvSpPr>
          <p:spPr>
            <a:xfrm>
              <a:off x="8241640" y="2654191"/>
              <a:ext cx="69143" cy="62157"/>
            </a:xfrm>
            <a:custGeom>
              <a:avLst/>
              <a:gdLst/>
              <a:ahLst/>
              <a:cxnLst/>
              <a:rect l="l" t="t" r="r" b="b"/>
              <a:pathLst>
                <a:path w="2633" h="2367" extrusionOk="0">
                  <a:moveTo>
                    <a:pt x="813" y="1"/>
                  </a:moveTo>
                  <a:cubicBezTo>
                    <a:pt x="708" y="1"/>
                    <a:pt x="605" y="48"/>
                    <a:pt x="527" y="127"/>
                  </a:cubicBezTo>
                  <a:lnTo>
                    <a:pt x="125" y="529"/>
                  </a:lnTo>
                  <a:cubicBezTo>
                    <a:pt x="39" y="605"/>
                    <a:pt x="0" y="720"/>
                    <a:pt x="0" y="835"/>
                  </a:cubicBezTo>
                  <a:lnTo>
                    <a:pt x="0" y="1093"/>
                  </a:lnTo>
                  <a:cubicBezTo>
                    <a:pt x="0" y="1687"/>
                    <a:pt x="383" y="2203"/>
                    <a:pt x="957" y="2366"/>
                  </a:cubicBezTo>
                  <a:cubicBezTo>
                    <a:pt x="766" y="2127"/>
                    <a:pt x="661" y="1840"/>
                    <a:pt x="661" y="1533"/>
                  </a:cubicBezTo>
                  <a:lnTo>
                    <a:pt x="661" y="892"/>
                  </a:lnTo>
                  <a:cubicBezTo>
                    <a:pt x="651" y="645"/>
                    <a:pt x="852" y="451"/>
                    <a:pt x="1087" y="451"/>
                  </a:cubicBezTo>
                  <a:cubicBezTo>
                    <a:pt x="1098" y="451"/>
                    <a:pt x="1109" y="451"/>
                    <a:pt x="1120" y="452"/>
                  </a:cubicBezTo>
                  <a:cubicBezTo>
                    <a:pt x="1570" y="481"/>
                    <a:pt x="2230" y="557"/>
                    <a:pt x="2632" y="749"/>
                  </a:cubicBezTo>
                  <a:cubicBezTo>
                    <a:pt x="2622" y="653"/>
                    <a:pt x="2575" y="567"/>
                    <a:pt x="2508" y="500"/>
                  </a:cubicBezTo>
                  <a:cubicBezTo>
                    <a:pt x="2173" y="174"/>
                    <a:pt x="1551" y="21"/>
                    <a:pt x="842" y="2"/>
                  </a:cubicBezTo>
                  <a:cubicBezTo>
                    <a:pt x="833" y="1"/>
                    <a:pt x="823" y="1"/>
                    <a:pt x="813" y="1"/>
                  </a:cubicBezTo>
                  <a:close/>
                </a:path>
              </a:pathLst>
            </a:custGeom>
            <a:solidFill>
              <a:srgbClr val="ACBDCA"/>
            </a:solidFill>
            <a:ln>
              <a:solidFill>
                <a:schemeClr val="tx1">
                  <a:lumMod val="60000"/>
                  <a:lumOff val="4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10008;p63">
              <a:extLst>
                <a:ext uri="{FF2B5EF4-FFF2-40B4-BE49-F238E27FC236}">
                  <a16:creationId xmlns:a16="http://schemas.microsoft.com/office/drawing/2014/main" id="{DE322E54-6F03-422A-BEFD-D19572CA9CCE}"/>
                </a:ext>
              </a:extLst>
            </p:cNvPr>
            <p:cNvSpPr/>
            <p:nvPr/>
          </p:nvSpPr>
          <p:spPr>
            <a:xfrm>
              <a:off x="8218504" y="2740692"/>
              <a:ext cx="23161" cy="46270"/>
            </a:xfrm>
            <a:custGeom>
              <a:avLst/>
              <a:gdLst/>
              <a:ahLst/>
              <a:cxnLst/>
              <a:rect l="l" t="t" r="r" b="b"/>
              <a:pathLst>
                <a:path w="882" h="1762" extrusionOk="0">
                  <a:moveTo>
                    <a:pt x="116" y="0"/>
                  </a:moveTo>
                  <a:cubicBezTo>
                    <a:pt x="39" y="106"/>
                    <a:pt x="1" y="240"/>
                    <a:pt x="1" y="374"/>
                  </a:cubicBezTo>
                  <a:lnTo>
                    <a:pt x="1" y="1541"/>
                  </a:lnTo>
                  <a:cubicBezTo>
                    <a:pt x="1" y="1666"/>
                    <a:pt x="96" y="1761"/>
                    <a:pt x="221" y="1761"/>
                  </a:cubicBezTo>
                  <a:lnTo>
                    <a:pt x="881" y="1761"/>
                  </a:lnTo>
                  <a:lnTo>
                    <a:pt x="881" y="1034"/>
                  </a:lnTo>
                  <a:cubicBezTo>
                    <a:pt x="872" y="852"/>
                    <a:pt x="805" y="689"/>
                    <a:pt x="680" y="565"/>
                  </a:cubicBezTo>
                  <a:lnTo>
                    <a:pt x="116" y="0"/>
                  </a:lnTo>
                  <a:close/>
                </a:path>
              </a:pathLst>
            </a:custGeom>
            <a:solidFill>
              <a:srgbClr val="D2DBE3"/>
            </a:solidFill>
            <a:ln>
              <a:solidFill>
                <a:schemeClr val="tx1">
                  <a:lumMod val="60000"/>
                  <a:lumOff val="4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10009;p63">
              <a:extLst>
                <a:ext uri="{FF2B5EF4-FFF2-40B4-BE49-F238E27FC236}">
                  <a16:creationId xmlns:a16="http://schemas.microsoft.com/office/drawing/2014/main" id="{68752B46-5350-4C92-ACDF-88749E431AA0}"/>
                </a:ext>
              </a:extLst>
            </p:cNvPr>
            <p:cNvSpPr/>
            <p:nvPr/>
          </p:nvSpPr>
          <p:spPr>
            <a:xfrm>
              <a:off x="8310756" y="2740692"/>
              <a:ext cx="23135" cy="46270"/>
            </a:xfrm>
            <a:custGeom>
              <a:avLst/>
              <a:gdLst/>
              <a:ahLst/>
              <a:cxnLst/>
              <a:rect l="l" t="t" r="r" b="b"/>
              <a:pathLst>
                <a:path w="881" h="1762" extrusionOk="0">
                  <a:moveTo>
                    <a:pt x="766" y="0"/>
                  </a:moveTo>
                  <a:lnTo>
                    <a:pt x="201" y="565"/>
                  </a:lnTo>
                  <a:cubicBezTo>
                    <a:pt x="77" y="689"/>
                    <a:pt x="0" y="852"/>
                    <a:pt x="0" y="1034"/>
                  </a:cubicBezTo>
                  <a:lnTo>
                    <a:pt x="0" y="1761"/>
                  </a:lnTo>
                  <a:lnTo>
                    <a:pt x="660" y="1761"/>
                  </a:lnTo>
                  <a:cubicBezTo>
                    <a:pt x="785" y="1761"/>
                    <a:pt x="881" y="1666"/>
                    <a:pt x="881" y="1541"/>
                  </a:cubicBezTo>
                  <a:lnTo>
                    <a:pt x="881" y="374"/>
                  </a:lnTo>
                  <a:cubicBezTo>
                    <a:pt x="881" y="240"/>
                    <a:pt x="842" y="106"/>
                    <a:pt x="766" y="0"/>
                  </a:cubicBezTo>
                  <a:close/>
                </a:path>
              </a:pathLst>
            </a:custGeom>
            <a:solidFill>
              <a:srgbClr val="D2DBE3"/>
            </a:solidFill>
            <a:ln>
              <a:solidFill>
                <a:schemeClr val="tx1">
                  <a:lumMod val="60000"/>
                  <a:lumOff val="4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10010;p63">
              <a:extLst>
                <a:ext uri="{FF2B5EF4-FFF2-40B4-BE49-F238E27FC236}">
                  <a16:creationId xmlns:a16="http://schemas.microsoft.com/office/drawing/2014/main" id="{ABF40775-CEBD-4270-8E21-650A74777BC8}"/>
                </a:ext>
              </a:extLst>
            </p:cNvPr>
            <p:cNvSpPr/>
            <p:nvPr/>
          </p:nvSpPr>
          <p:spPr>
            <a:xfrm>
              <a:off x="8009659" y="2607737"/>
              <a:ext cx="46270" cy="40493"/>
            </a:xfrm>
            <a:custGeom>
              <a:avLst/>
              <a:gdLst/>
              <a:ahLst/>
              <a:cxnLst/>
              <a:rect l="l" t="t" r="r" b="b"/>
              <a:pathLst>
                <a:path w="1762" h="1542" extrusionOk="0">
                  <a:moveTo>
                    <a:pt x="881" y="1"/>
                  </a:moveTo>
                  <a:cubicBezTo>
                    <a:pt x="393" y="1"/>
                    <a:pt x="1" y="345"/>
                    <a:pt x="1" y="776"/>
                  </a:cubicBezTo>
                  <a:cubicBezTo>
                    <a:pt x="1" y="1197"/>
                    <a:pt x="393" y="1541"/>
                    <a:pt x="881" y="1541"/>
                  </a:cubicBezTo>
                  <a:cubicBezTo>
                    <a:pt x="1369" y="1541"/>
                    <a:pt x="1762" y="1197"/>
                    <a:pt x="1762" y="776"/>
                  </a:cubicBezTo>
                  <a:cubicBezTo>
                    <a:pt x="1762" y="345"/>
                    <a:pt x="1369" y="1"/>
                    <a:pt x="881" y="1"/>
                  </a:cubicBezTo>
                  <a:close/>
                </a:path>
              </a:pathLst>
            </a:custGeom>
            <a:solidFill>
              <a:srgbClr val="657E93"/>
            </a:solidFill>
            <a:ln>
              <a:solidFill>
                <a:schemeClr val="tx1">
                  <a:lumMod val="60000"/>
                  <a:lumOff val="4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10011;p63">
              <a:extLst>
                <a:ext uri="{FF2B5EF4-FFF2-40B4-BE49-F238E27FC236}">
                  <a16:creationId xmlns:a16="http://schemas.microsoft.com/office/drawing/2014/main" id="{528D97EA-5D93-495A-A23A-E40186AA8A2E}"/>
                </a:ext>
              </a:extLst>
            </p:cNvPr>
            <p:cNvSpPr/>
            <p:nvPr/>
          </p:nvSpPr>
          <p:spPr>
            <a:xfrm>
              <a:off x="8009659" y="2607737"/>
              <a:ext cx="31696" cy="40493"/>
            </a:xfrm>
            <a:custGeom>
              <a:avLst/>
              <a:gdLst/>
              <a:ahLst/>
              <a:cxnLst/>
              <a:rect l="l" t="t" r="r" b="b"/>
              <a:pathLst>
                <a:path w="1207" h="1542" extrusionOk="0">
                  <a:moveTo>
                    <a:pt x="881" y="1"/>
                  </a:moveTo>
                  <a:cubicBezTo>
                    <a:pt x="393" y="1"/>
                    <a:pt x="1" y="345"/>
                    <a:pt x="1" y="766"/>
                  </a:cubicBezTo>
                  <a:cubicBezTo>
                    <a:pt x="1" y="1197"/>
                    <a:pt x="393" y="1541"/>
                    <a:pt x="881" y="1541"/>
                  </a:cubicBezTo>
                  <a:cubicBezTo>
                    <a:pt x="996" y="1541"/>
                    <a:pt x="1101" y="1522"/>
                    <a:pt x="1207" y="1484"/>
                  </a:cubicBezTo>
                  <a:cubicBezTo>
                    <a:pt x="891" y="1388"/>
                    <a:pt x="671" y="1101"/>
                    <a:pt x="661" y="776"/>
                  </a:cubicBezTo>
                  <a:cubicBezTo>
                    <a:pt x="671" y="441"/>
                    <a:pt x="891" y="154"/>
                    <a:pt x="1207" y="58"/>
                  </a:cubicBezTo>
                  <a:cubicBezTo>
                    <a:pt x="1101" y="20"/>
                    <a:pt x="996" y="1"/>
                    <a:pt x="881" y="1"/>
                  </a:cubicBezTo>
                  <a:close/>
                </a:path>
              </a:pathLst>
            </a:custGeom>
            <a:solidFill>
              <a:srgbClr val="657E93"/>
            </a:solidFill>
            <a:ln>
              <a:solidFill>
                <a:schemeClr val="tx1">
                  <a:lumMod val="60000"/>
                  <a:lumOff val="4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10012;p63">
              <a:extLst>
                <a:ext uri="{FF2B5EF4-FFF2-40B4-BE49-F238E27FC236}">
                  <a16:creationId xmlns:a16="http://schemas.microsoft.com/office/drawing/2014/main" id="{77F5FA9B-526F-4395-A4CF-D8AAA7ACF3E9}"/>
                </a:ext>
              </a:extLst>
            </p:cNvPr>
            <p:cNvSpPr/>
            <p:nvPr/>
          </p:nvSpPr>
          <p:spPr>
            <a:xfrm>
              <a:off x="7980773" y="2706002"/>
              <a:ext cx="104068" cy="80960"/>
            </a:xfrm>
            <a:custGeom>
              <a:avLst/>
              <a:gdLst/>
              <a:ahLst/>
              <a:cxnLst/>
              <a:rect l="l" t="t" r="r" b="b"/>
              <a:pathLst>
                <a:path w="3963" h="3083" extrusionOk="0">
                  <a:moveTo>
                    <a:pt x="1321" y="1"/>
                  </a:moveTo>
                  <a:lnTo>
                    <a:pt x="1321" y="661"/>
                  </a:lnTo>
                  <a:cubicBezTo>
                    <a:pt x="1321" y="824"/>
                    <a:pt x="1235" y="977"/>
                    <a:pt x="1082" y="1053"/>
                  </a:cubicBezTo>
                  <a:lnTo>
                    <a:pt x="364" y="1417"/>
                  </a:lnTo>
                  <a:cubicBezTo>
                    <a:pt x="144" y="1522"/>
                    <a:pt x="0" y="1752"/>
                    <a:pt x="0" y="2001"/>
                  </a:cubicBezTo>
                  <a:lnTo>
                    <a:pt x="0" y="2862"/>
                  </a:lnTo>
                  <a:cubicBezTo>
                    <a:pt x="0" y="2987"/>
                    <a:pt x="96" y="3082"/>
                    <a:pt x="220" y="3082"/>
                  </a:cubicBezTo>
                  <a:lnTo>
                    <a:pt x="3742" y="3082"/>
                  </a:lnTo>
                  <a:cubicBezTo>
                    <a:pt x="3867" y="3082"/>
                    <a:pt x="3962" y="2987"/>
                    <a:pt x="3962" y="2862"/>
                  </a:cubicBezTo>
                  <a:lnTo>
                    <a:pt x="3962" y="2001"/>
                  </a:lnTo>
                  <a:cubicBezTo>
                    <a:pt x="3962" y="1752"/>
                    <a:pt x="3819" y="1522"/>
                    <a:pt x="3599" y="1417"/>
                  </a:cubicBezTo>
                  <a:lnTo>
                    <a:pt x="2881" y="1053"/>
                  </a:lnTo>
                  <a:cubicBezTo>
                    <a:pt x="2728" y="977"/>
                    <a:pt x="2642" y="824"/>
                    <a:pt x="2642" y="661"/>
                  </a:cubicBezTo>
                  <a:lnTo>
                    <a:pt x="2642" y="1"/>
                  </a:lnTo>
                  <a:close/>
                </a:path>
              </a:pathLst>
            </a:custGeom>
            <a:solidFill>
              <a:srgbClr val="ACBDCA"/>
            </a:solidFill>
            <a:ln>
              <a:solidFill>
                <a:schemeClr val="tx1">
                  <a:lumMod val="60000"/>
                  <a:lumOff val="4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10013;p63">
              <a:extLst>
                <a:ext uri="{FF2B5EF4-FFF2-40B4-BE49-F238E27FC236}">
                  <a16:creationId xmlns:a16="http://schemas.microsoft.com/office/drawing/2014/main" id="{EA2EF66C-6248-4F63-91EE-90C2551C64B2}"/>
                </a:ext>
              </a:extLst>
            </p:cNvPr>
            <p:cNvSpPr/>
            <p:nvPr/>
          </p:nvSpPr>
          <p:spPr>
            <a:xfrm>
              <a:off x="8015200" y="2706002"/>
              <a:ext cx="35215" cy="23161"/>
            </a:xfrm>
            <a:custGeom>
              <a:avLst/>
              <a:gdLst/>
              <a:ahLst/>
              <a:cxnLst/>
              <a:rect l="l" t="t" r="r" b="b"/>
              <a:pathLst>
                <a:path w="1341" h="882" extrusionOk="0">
                  <a:moveTo>
                    <a:pt x="10" y="1"/>
                  </a:moveTo>
                  <a:lnTo>
                    <a:pt x="10" y="661"/>
                  </a:lnTo>
                  <a:cubicBezTo>
                    <a:pt x="10" y="690"/>
                    <a:pt x="10" y="718"/>
                    <a:pt x="0" y="747"/>
                  </a:cubicBezTo>
                  <a:cubicBezTo>
                    <a:pt x="211" y="833"/>
                    <a:pt x="441" y="881"/>
                    <a:pt x="670" y="881"/>
                  </a:cubicBezTo>
                  <a:cubicBezTo>
                    <a:pt x="900" y="881"/>
                    <a:pt x="1130" y="833"/>
                    <a:pt x="1340" y="747"/>
                  </a:cubicBezTo>
                  <a:cubicBezTo>
                    <a:pt x="1331" y="718"/>
                    <a:pt x="1331" y="690"/>
                    <a:pt x="1331" y="661"/>
                  </a:cubicBezTo>
                  <a:lnTo>
                    <a:pt x="1331" y="1"/>
                  </a:lnTo>
                  <a:close/>
                </a:path>
              </a:pathLst>
            </a:custGeom>
            <a:solidFill>
              <a:srgbClr val="96ABBC"/>
            </a:solidFill>
            <a:ln>
              <a:solidFill>
                <a:schemeClr val="tx1">
                  <a:lumMod val="60000"/>
                  <a:lumOff val="4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10014;p63">
              <a:extLst>
                <a:ext uri="{FF2B5EF4-FFF2-40B4-BE49-F238E27FC236}">
                  <a16:creationId xmlns:a16="http://schemas.microsoft.com/office/drawing/2014/main" id="{2889202E-96A7-4072-9CB2-AF1001736258}"/>
                </a:ext>
              </a:extLst>
            </p:cNvPr>
            <p:cNvSpPr/>
            <p:nvPr/>
          </p:nvSpPr>
          <p:spPr>
            <a:xfrm>
              <a:off x="7980773" y="2736411"/>
              <a:ext cx="104068" cy="50551"/>
            </a:xfrm>
            <a:custGeom>
              <a:avLst/>
              <a:gdLst/>
              <a:ahLst/>
              <a:cxnLst/>
              <a:rect l="l" t="t" r="r" b="b"/>
              <a:pathLst>
                <a:path w="3963" h="1925" extrusionOk="0">
                  <a:moveTo>
                    <a:pt x="871" y="1"/>
                  </a:moveTo>
                  <a:lnTo>
                    <a:pt x="364" y="259"/>
                  </a:lnTo>
                  <a:cubicBezTo>
                    <a:pt x="144" y="364"/>
                    <a:pt x="0" y="594"/>
                    <a:pt x="0" y="843"/>
                  </a:cubicBezTo>
                  <a:lnTo>
                    <a:pt x="0" y="1704"/>
                  </a:lnTo>
                  <a:cubicBezTo>
                    <a:pt x="0" y="1829"/>
                    <a:pt x="96" y="1924"/>
                    <a:pt x="220" y="1924"/>
                  </a:cubicBezTo>
                  <a:lnTo>
                    <a:pt x="3742" y="1924"/>
                  </a:lnTo>
                  <a:cubicBezTo>
                    <a:pt x="3857" y="1924"/>
                    <a:pt x="3962" y="1829"/>
                    <a:pt x="3962" y="1704"/>
                  </a:cubicBezTo>
                  <a:lnTo>
                    <a:pt x="3962" y="843"/>
                  </a:lnTo>
                  <a:cubicBezTo>
                    <a:pt x="3962" y="594"/>
                    <a:pt x="3819" y="364"/>
                    <a:pt x="3599" y="259"/>
                  </a:cubicBezTo>
                  <a:lnTo>
                    <a:pt x="3091" y="1"/>
                  </a:lnTo>
                  <a:cubicBezTo>
                    <a:pt x="2833" y="407"/>
                    <a:pt x="2407" y="611"/>
                    <a:pt x="1981" y="611"/>
                  </a:cubicBezTo>
                  <a:cubicBezTo>
                    <a:pt x="1555" y="611"/>
                    <a:pt x="1130" y="407"/>
                    <a:pt x="871" y="1"/>
                  </a:cubicBezTo>
                  <a:close/>
                </a:path>
              </a:pathLst>
            </a:custGeom>
            <a:solidFill>
              <a:srgbClr val="E3E9ED"/>
            </a:solidFill>
            <a:ln>
              <a:solidFill>
                <a:schemeClr val="tx1">
                  <a:lumMod val="60000"/>
                  <a:lumOff val="4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10015;p63">
              <a:extLst>
                <a:ext uri="{FF2B5EF4-FFF2-40B4-BE49-F238E27FC236}">
                  <a16:creationId xmlns:a16="http://schemas.microsoft.com/office/drawing/2014/main" id="{E4C9FC18-D0CB-47B4-BF8B-B159A64D300D}"/>
                </a:ext>
              </a:extLst>
            </p:cNvPr>
            <p:cNvSpPr/>
            <p:nvPr/>
          </p:nvSpPr>
          <p:spPr>
            <a:xfrm>
              <a:off x="7992327" y="2625095"/>
              <a:ext cx="80960" cy="80933"/>
            </a:xfrm>
            <a:custGeom>
              <a:avLst/>
              <a:gdLst/>
              <a:ahLst/>
              <a:cxnLst/>
              <a:rect l="l" t="t" r="r" b="b"/>
              <a:pathLst>
                <a:path w="3083" h="3082" extrusionOk="0">
                  <a:moveTo>
                    <a:pt x="1541" y="0"/>
                  </a:moveTo>
                  <a:cubicBezTo>
                    <a:pt x="690" y="0"/>
                    <a:pt x="0" y="689"/>
                    <a:pt x="0" y="1541"/>
                  </a:cubicBezTo>
                  <a:cubicBezTo>
                    <a:pt x="0" y="2393"/>
                    <a:pt x="690" y="3082"/>
                    <a:pt x="1541" y="3082"/>
                  </a:cubicBezTo>
                  <a:cubicBezTo>
                    <a:pt x="2393" y="3082"/>
                    <a:pt x="3082" y="2393"/>
                    <a:pt x="3082" y="1541"/>
                  </a:cubicBezTo>
                  <a:cubicBezTo>
                    <a:pt x="3082" y="689"/>
                    <a:pt x="2393" y="0"/>
                    <a:pt x="1541" y="0"/>
                  </a:cubicBezTo>
                  <a:close/>
                </a:path>
              </a:pathLst>
            </a:custGeom>
            <a:solidFill>
              <a:srgbClr val="657E93"/>
            </a:solidFill>
            <a:ln>
              <a:solidFill>
                <a:schemeClr val="tx1">
                  <a:lumMod val="60000"/>
                  <a:lumOff val="4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10016;p63">
              <a:extLst>
                <a:ext uri="{FF2B5EF4-FFF2-40B4-BE49-F238E27FC236}">
                  <a16:creationId xmlns:a16="http://schemas.microsoft.com/office/drawing/2014/main" id="{24D13B4D-6217-4E64-BE70-B42F504AAC16}"/>
                </a:ext>
              </a:extLst>
            </p:cNvPr>
            <p:cNvSpPr/>
            <p:nvPr/>
          </p:nvSpPr>
          <p:spPr>
            <a:xfrm>
              <a:off x="8007164" y="2625095"/>
              <a:ext cx="67620" cy="72898"/>
            </a:xfrm>
            <a:custGeom>
              <a:avLst/>
              <a:gdLst/>
              <a:ahLst/>
              <a:cxnLst/>
              <a:rect l="l" t="t" r="r" b="b"/>
              <a:pathLst>
                <a:path w="2575" h="2776" extrusionOk="0">
                  <a:moveTo>
                    <a:pt x="986" y="0"/>
                  </a:moveTo>
                  <a:cubicBezTo>
                    <a:pt x="249" y="0"/>
                    <a:pt x="0" y="1014"/>
                    <a:pt x="660" y="1340"/>
                  </a:cubicBezTo>
                  <a:cubicBezTo>
                    <a:pt x="680" y="1349"/>
                    <a:pt x="699" y="1359"/>
                    <a:pt x="718" y="1369"/>
                  </a:cubicBezTo>
                  <a:lnTo>
                    <a:pt x="1484" y="2756"/>
                  </a:lnTo>
                  <a:cubicBezTo>
                    <a:pt x="1484" y="2756"/>
                    <a:pt x="1694" y="2766"/>
                    <a:pt x="1895" y="2775"/>
                  </a:cubicBezTo>
                  <a:cubicBezTo>
                    <a:pt x="2345" y="2440"/>
                    <a:pt x="2575" y="1885"/>
                    <a:pt x="2498" y="1330"/>
                  </a:cubicBezTo>
                  <a:cubicBezTo>
                    <a:pt x="2412" y="699"/>
                    <a:pt x="1943" y="182"/>
                    <a:pt x="1321" y="38"/>
                  </a:cubicBezTo>
                  <a:cubicBezTo>
                    <a:pt x="1206" y="19"/>
                    <a:pt x="1091" y="0"/>
                    <a:pt x="986" y="0"/>
                  </a:cubicBezTo>
                  <a:close/>
                </a:path>
              </a:pathLst>
            </a:custGeom>
            <a:solidFill>
              <a:srgbClr val="657E93"/>
            </a:solidFill>
            <a:ln>
              <a:solidFill>
                <a:schemeClr val="tx1">
                  <a:lumMod val="60000"/>
                  <a:lumOff val="4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10017;p63">
              <a:extLst>
                <a:ext uri="{FF2B5EF4-FFF2-40B4-BE49-F238E27FC236}">
                  <a16:creationId xmlns:a16="http://schemas.microsoft.com/office/drawing/2014/main" id="{A9B90E64-18A4-41A8-ADF7-A346EC8128F8}"/>
                </a:ext>
              </a:extLst>
            </p:cNvPr>
            <p:cNvSpPr/>
            <p:nvPr/>
          </p:nvSpPr>
          <p:spPr>
            <a:xfrm>
              <a:off x="7998104" y="2660809"/>
              <a:ext cx="69379" cy="56774"/>
            </a:xfrm>
            <a:custGeom>
              <a:avLst/>
              <a:gdLst/>
              <a:ahLst/>
              <a:cxnLst/>
              <a:rect l="l" t="t" r="r" b="b"/>
              <a:pathLst>
                <a:path w="2642" h="2162" extrusionOk="0">
                  <a:moveTo>
                    <a:pt x="1012" y="0"/>
                  </a:moveTo>
                  <a:cubicBezTo>
                    <a:pt x="929" y="0"/>
                    <a:pt x="854" y="46"/>
                    <a:pt x="824" y="123"/>
                  </a:cubicBezTo>
                  <a:cubicBezTo>
                    <a:pt x="747" y="277"/>
                    <a:pt x="642" y="411"/>
                    <a:pt x="517" y="525"/>
                  </a:cubicBezTo>
                  <a:cubicBezTo>
                    <a:pt x="403" y="621"/>
                    <a:pt x="269" y="717"/>
                    <a:pt x="135" y="784"/>
                  </a:cubicBezTo>
                  <a:cubicBezTo>
                    <a:pt x="48" y="832"/>
                    <a:pt x="1" y="918"/>
                    <a:pt x="10" y="1013"/>
                  </a:cubicBezTo>
                  <a:cubicBezTo>
                    <a:pt x="96" y="1674"/>
                    <a:pt x="651" y="2162"/>
                    <a:pt x="1321" y="2162"/>
                  </a:cubicBezTo>
                  <a:cubicBezTo>
                    <a:pt x="1327" y="2162"/>
                    <a:pt x="1333" y="2162"/>
                    <a:pt x="1339" y="2162"/>
                  </a:cubicBezTo>
                  <a:cubicBezTo>
                    <a:pt x="2020" y="2162"/>
                    <a:pt x="2585" y="1629"/>
                    <a:pt x="2642" y="946"/>
                  </a:cubicBezTo>
                  <a:cubicBezTo>
                    <a:pt x="2642" y="879"/>
                    <a:pt x="2613" y="812"/>
                    <a:pt x="2565" y="774"/>
                  </a:cubicBezTo>
                  <a:cubicBezTo>
                    <a:pt x="2125" y="411"/>
                    <a:pt x="1618" y="143"/>
                    <a:pt x="1072" y="9"/>
                  </a:cubicBezTo>
                  <a:cubicBezTo>
                    <a:pt x="1052" y="3"/>
                    <a:pt x="1032" y="0"/>
                    <a:pt x="1012" y="0"/>
                  </a:cubicBezTo>
                  <a:close/>
                </a:path>
              </a:pathLst>
            </a:custGeom>
            <a:solidFill>
              <a:srgbClr val="BECBD5"/>
            </a:solidFill>
            <a:ln>
              <a:solidFill>
                <a:schemeClr val="tx1">
                  <a:lumMod val="60000"/>
                  <a:lumOff val="4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10018;p63">
              <a:extLst>
                <a:ext uri="{FF2B5EF4-FFF2-40B4-BE49-F238E27FC236}">
                  <a16:creationId xmlns:a16="http://schemas.microsoft.com/office/drawing/2014/main" id="{93AEEC62-009F-448B-A944-89C31E7C8577}"/>
                </a:ext>
              </a:extLst>
            </p:cNvPr>
            <p:cNvSpPr/>
            <p:nvPr/>
          </p:nvSpPr>
          <p:spPr>
            <a:xfrm>
              <a:off x="7998104" y="2660914"/>
              <a:ext cx="69379" cy="56170"/>
            </a:xfrm>
            <a:custGeom>
              <a:avLst/>
              <a:gdLst/>
              <a:ahLst/>
              <a:cxnLst/>
              <a:rect l="l" t="t" r="r" b="b"/>
              <a:pathLst>
                <a:path w="2642" h="2139" extrusionOk="0">
                  <a:moveTo>
                    <a:pt x="1021" y="0"/>
                  </a:moveTo>
                  <a:cubicBezTo>
                    <a:pt x="938" y="0"/>
                    <a:pt x="856" y="47"/>
                    <a:pt x="824" y="129"/>
                  </a:cubicBezTo>
                  <a:cubicBezTo>
                    <a:pt x="766" y="234"/>
                    <a:pt x="699" y="330"/>
                    <a:pt x="623" y="416"/>
                  </a:cubicBezTo>
                  <a:cubicBezTo>
                    <a:pt x="584" y="454"/>
                    <a:pt x="556" y="483"/>
                    <a:pt x="517" y="521"/>
                  </a:cubicBezTo>
                  <a:cubicBezTo>
                    <a:pt x="403" y="627"/>
                    <a:pt x="269" y="713"/>
                    <a:pt x="125" y="780"/>
                  </a:cubicBezTo>
                  <a:cubicBezTo>
                    <a:pt x="48" y="828"/>
                    <a:pt x="1" y="914"/>
                    <a:pt x="10" y="1009"/>
                  </a:cubicBezTo>
                  <a:cubicBezTo>
                    <a:pt x="87" y="1593"/>
                    <a:pt x="537" y="2053"/>
                    <a:pt x="1120" y="2139"/>
                  </a:cubicBezTo>
                  <a:cubicBezTo>
                    <a:pt x="814" y="1957"/>
                    <a:pt x="642" y="1632"/>
                    <a:pt x="661" y="1277"/>
                  </a:cubicBezTo>
                  <a:lnTo>
                    <a:pt x="661" y="971"/>
                  </a:lnTo>
                  <a:cubicBezTo>
                    <a:pt x="709" y="933"/>
                    <a:pt x="757" y="895"/>
                    <a:pt x="805" y="847"/>
                  </a:cubicBezTo>
                  <a:cubicBezTo>
                    <a:pt x="929" y="741"/>
                    <a:pt x="1034" y="617"/>
                    <a:pt x="1120" y="474"/>
                  </a:cubicBezTo>
                  <a:cubicBezTo>
                    <a:pt x="1541" y="607"/>
                    <a:pt x="1934" y="818"/>
                    <a:pt x="2269" y="1105"/>
                  </a:cubicBezTo>
                  <a:cubicBezTo>
                    <a:pt x="2317" y="1134"/>
                    <a:pt x="2412" y="1230"/>
                    <a:pt x="2537" y="1344"/>
                  </a:cubicBezTo>
                  <a:cubicBezTo>
                    <a:pt x="2594" y="1220"/>
                    <a:pt x="2623" y="1086"/>
                    <a:pt x="2632" y="942"/>
                  </a:cubicBezTo>
                  <a:cubicBezTo>
                    <a:pt x="2642" y="875"/>
                    <a:pt x="2613" y="818"/>
                    <a:pt x="2565" y="770"/>
                  </a:cubicBezTo>
                  <a:cubicBezTo>
                    <a:pt x="2125" y="407"/>
                    <a:pt x="1618" y="148"/>
                    <a:pt x="1063" y="5"/>
                  </a:cubicBezTo>
                  <a:cubicBezTo>
                    <a:pt x="1049" y="2"/>
                    <a:pt x="1035" y="0"/>
                    <a:pt x="1021" y="0"/>
                  </a:cubicBezTo>
                  <a:close/>
                </a:path>
              </a:pathLst>
            </a:custGeom>
            <a:solidFill>
              <a:srgbClr val="ACBDCA"/>
            </a:solidFill>
            <a:ln>
              <a:solidFill>
                <a:schemeClr val="tx1">
                  <a:lumMod val="60000"/>
                  <a:lumOff val="4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10019;p63">
              <a:extLst>
                <a:ext uri="{FF2B5EF4-FFF2-40B4-BE49-F238E27FC236}">
                  <a16:creationId xmlns:a16="http://schemas.microsoft.com/office/drawing/2014/main" id="{836782E9-83FB-48AA-9AB9-F3412568CE89}"/>
                </a:ext>
              </a:extLst>
            </p:cNvPr>
            <p:cNvSpPr/>
            <p:nvPr/>
          </p:nvSpPr>
          <p:spPr>
            <a:xfrm>
              <a:off x="7980773" y="2748228"/>
              <a:ext cx="23135" cy="38733"/>
            </a:xfrm>
            <a:custGeom>
              <a:avLst/>
              <a:gdLst/>
              <a:ahLst/>
              <a:cxnLst/>
              <a:rect l="l" t="t" r="r" b="b"/>
              <a:pathLst>
                <a:path w="881" h="1475" extrusionOk="0">
                  <a:moveTo>
                    <a:pt x="134" y="0"/>
                  </a:moveTo>
                  <a:cubicBezTo>
                    <a:pt x="48" y="115"/>
                    <a:pt x="0" y="249"/>
                    <a:pt x="0" y="393"/>
                  </a:cubicBezTo>
                  <a:lnTo>
                    <a:pt x="0" y="1254"/>
                  </a:lnTo>
                  <a:cubicBezTo>
                    <a:pt x="0" y="1379"/>
                    <a:pt x="96" y="1474"/>
                    <a:pt x="220" y="1474"/>
                  </a:cubicBezTo>
                  <a:lnTo>
                    <a:pt x="881" y="1474"/>
                  </a:lnTo>
                  <a:lnTo>
                    <a:pt x="881" y="804"/>
                  </a:lnTo>
                  <a:cubicBezTo>
                    <a:pt x="881" y="670"/>
                    <a:pt x="823" y="546"/>
                    <a:pt x="718" y="469"/>
                  </a:cubicBezTo>
                  <a:lnTo>
                    <a:pt x="134" y="0"/>
                  </a:lnTo>
                  <a:close/>
                </a:path>
              </a:pathLst>
            </a:custGeom>
            <a:solidFill>
              <a:srgbClr val="C5D1DA"/>
            </a:solidFill>
            <a:ln>
              <a:solidFill>
                <a:schemeClr val="tx1">
                  <a:lumMod val="60000"/>
                  <a:lumOff val="4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10020;p63">
              <a:extLst>
                <a:ext uri="{FF2B5EF4-FFF2-40B4-BE49-F238E27FC236}">
                  <a16:creationId xmlns:a16="http://schemas.microsoft.com/office/drawing/2014/main" id="{1E214462-08EE-4B64-9992-C4EC06872633}"/>
                </a:ext>
              </a:extLst>
            </p:cNvPr>
            <p:cNvSpPr/>
            <p:nvPr/>
          </p:nvSpPr>
          <p:spPr>
            <a:xfrm>
              <a:off x="8061680" y="2748228"/>
              <a:ext cx="23161" cy="38733"/>
            </a:xfrm>
            <a:custGeom>
              <a:avLst/>
              <a:gdLst/>
              <a:ahLst/>
              <a:cxnLst/>
              <a:rect l="l" t="t" r="r" b="b"/>
              <a:pathLst>
                <a:path w="882" h="1475" extrusionOk="0">
                  <a:moveTo>
                    <a:pt x="747" y="0"/>
                  </a:moveTo>
                  <a:lnTo>
                    <a:pt x="164" y="469"/>
                  </a:lnTo>
                  <a:cubicBezTo>
                    <a:pt x="58" y="546"/>
                    <a:pt x="1" y="670"/>
                    <a:pt x="1" y="804"/>
                  </a:cubicBezTo>
                  <a:lnTo>
                    <a:pt x="1" y="1474"/>
                  </a:lnTo>
                  <a:lnTo>
                    <a:pt x="661" y="1474"/>
                  </a:lnTo>
                  <a:cubicBezTo>
                    <a:pt x="786" y="1474"/>
                    <a:pt x="881" y="1379"/>
                    <a:pt x="881" y="1254"/>
                  </a:cubicBezTo>
                  <a:lnTo>
                    <a:pt x="881" y="393"/>
                  </a:lnTo>
                  <a:cubicBezTo>
                    <a:pt x="881" y="249"/>
                    <a:pt x="834" y="115"/>
                    <a:pt x="747" y="0"/>
                  </a:cubicBezTo>
                  <a:close/>
                </a:path>
              </a:pathLst>
            </a:custGeom>
            <a:solidFill>
              <a:srgbClr val="C5D1DA"/>
            </a:solidFill>
            <a:ln>
              <a:solidFill>
                <a:schemeClr val="tx1">
                  <a:lumMod val="60000"/>
                  <a:lumOff val="4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10021;p63">
              <a:extLst>
                <a:ext uri="{FF2B5EF4-FFF2-40B4-BE49-F238E27FC236}">
                  <a16:creationId xmlns:a16="http://schemas.microsoft.com/office/drawing/2014/main" id="{C5E752CD-7B8B-446B-9159-E8BA538912AE}"/>
                </a:ext>
              </a:extLst>
            </p:cNvPr>
            <p:cNvSpPr/>
            <p:nvPr/>
          </p:nvSpPr>
          <p:spPr>
            <a:xfrm>
              <a:off x="8101411" y="2428802"/>
              <a:ext cx="103806" cy="103832"/>
            </a:xfrm>
            <a:custGeom>
              <a:avLst/>
              <a:gdLst/>
              <a:ahLst/>
              <a:cxnLst/>
              <a:rect l="l" t="t" r="r" b="b"/>
              <a:pathLst>
                <a:path w="3953" h="3954" extrusionOk="0">
                  <a:moveTo>
                    <a:pt x="1971" y="1"/>
                  </a:moveTo>
                  <a:cubicBezTo>
                    <a:pt x="1110" y="1"/>
                    <a:pt x="469" y="690"/>
                    <a:pt x="412" y="1541"/>
                  </a:cubicBezTo>
                  <a:cubicBezTo>
                    <a:pt x="354" y="2144"/>
                    <a:pt x="230" y="2757"/>
                    <a:pt x="38" y="3341"/>
                  </a:cubicBezTo>
                  <a:cubicBezTo>
                    <a:pt x="0" y="3446"/>
                    <a:pt x="48" y="3570"/>
                    <a:pt x="163" y="3618"/>
                  </a:cubicBezTo>
                  <a:cubicBezTo>
                    <a:pt x="526" y="3781"/>
                    <a:pt x="909" y="3896"/>
                    <a:pt x="1311" y="3953"/>
                  </a:cubicBezTo>
                  <a:lnTo>
                    <a:pt x="2651" y="3953"/>
                  </a:lnTo>
                  <a:cubicBezTo>
                    <a:pt x="3053" y="3896"/>
                    <a:pt x="3436" y="3781"/>
                    <a:pt x="3799" y="3618"/>
                  </a:cubicBezTo>
                  <a:cubicBezTo>
                    <a:pt x="3905" y="3570"/>
                    <a:pt x="3953" y="3446"/>
                    <a:pt x="3914" y="3341"/>
                  </a:cubicBezTo>
                  <a:cubicBezTo>
                    <a:pt x="3723" y="2757"/>
                    <a:pt x="3598" y="2144"/>
                    <a:pt x="3541" y="1541"/>
                  </a:cubicBezTo>
                  <a:cubicBezTo>
                    <a:pt x="3484" y="690"/>
                    <a:pt x="2842" y="1"/>
                    <a:pt x="1971" y="1"/>
                  </a:cubicBezTo>
                  <a:close/>
                </a:path>
              </a:pathLst>
            </a:custGeom>
            <a:solidFill>
              <a:srgbClr val="657E93"/>
            </a:solidFill>
            <a:ln>
              <a:solidFill>
                <a:schemeClr val="tx1">
                  <a:lumMod val="60000"/>
                  <a:lumOff val="4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10022;p63">
              <a:extLst>
                <a:ext uri="{FF2B5EF4-FFF2-40B4-BE49-F238E27FC236}">
                  <a16:creationId xmlns:a16="http://schemas.microsoft.com/office/drawing/2014/main" id="{AE071CC2-8CD9-42EE-A97F-7E3FA1EA24D2}"/>
                </a:ext>
              </a:extLst>
            </p:cNvPr>
            <p:cNvSpPr/>
            <p:nvPr/>
          </p:nvSpPr>
          <p:spPr>
            <a:xfrm>
              <a:off x="8129536" y="2428802"/>
              <a:ext cx="75944" cy="103832"/>
            </a:xfrm>
            <a:custGeom>
              <a:avLst/>
              <a:gdLst/>
              <a:ahLst/>
              <a:cxnLst/>
              <a:rect l="l" t="t" r="r" b="b"/>
              <a:pathLst>
                <a:path w="2892" h="3954" extrusionOk="0">
                  <a:moveTo>
                    <a:pt x="900" y="1"/>
                  </a:moveTo>
                  <a:cubicBezTo>
                    <a:pt x="240" y="1"/>
                    <a:pt x="1" y="900"/>
                    <a:pt x="575" y="1245"/>
                  </a:cubicBezTo>
                  <a:cubicBezTo>
                    <a:pt x="594" y="1254"/>
                    <a:pt x="613" y="1264"/>
                    <a:pt x="633" y="1274"/>
                  </a:cubicBezTo>
                  <a:lnTo>
                    <a:pt x="1130" y="3953"/>
                  </a:lnTo>
                  <a:lnTo>
                    <a:pt x="1580" y="3953"/>
                  </a:lnTo>
                  <a:cubicBezTo>
                    <a:pt x="1972" y="3896"/>
                    <a:pt x="2365" y="3781"/>
                    <a:pt x="2728" y="3618"/>
                  </a:cubicBezTo>
                  <a:cubicBezTo>
                    <a:pt x="2834" y="3570"/>
                    <a:pt x="2891" y="3446"/>
                    <a:pt x="2843" y="3341"/>
                  </a:cubicBezTo>
                  <a:cubicBezTo>
                    <a:pt x="2652" y="2757"/>
                    <a:pt x="2527" y="2144"/>
                    <a:pt x="2480" y="1541"/>
                  </a:cubicBezTo>
                  <a:cubicBezTo>
                    <a:pt x="2413" y="690"/>
                    <a:pt x="1771" y="1"/>
                    <a:pt x="910" y="1"/>
                  </a:cubicBezTo>
                  <a:close/>
                </a:path>
              </a:pathLst>
            </a:custGeom>
            <a:solidFill>
              <a:srgbClr val="657E93"/>
            </a:solidFill>
            <a:ln>
              <a:solidFill>
                <a:schemeClr val="tx1">
                  <a:lumMod val="60000"/>
                  <a:lumOff val="4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10023;p63">
              <a:extLst>
                <a:ext uri="{FF2B5EF4-FFF2-40B4-BE49-F238E27FC236}">
                  <a16:creationId xmlns:a16="http://schemas.microsoft.com/office/drawing/2014/main" id="{5F7E8830-EF4A-4CDF-AA22-5B5706EA1393}"/>
                </a:ext>
              </a:extLst>
            </p:cNvPr>
            <p:cNvSpPr/>
            <p:nvPr/>
          </p:nvSpPr>
          <p:spPr>
            <a:xfrm>
              <a:off x="8100650" y="2507214"/>
              <a:ext cx="104068" cy="80960"/>
            </a:xfrm>
            <a:custGeom>
              <a:avLst/>
              <a:gdLst/>
              <a:ahLst/>
              <a:cxnLst/>
              <a:rect l="l" t="t" r="r" b="b"/>
              <a:pathLst>
                <a:path w="3963" h="3083" extrusionOk="0">
                  <a:moveTo>
                    <a:pt x="1321" y="1"/>
                  </a:moveTo>
                  <a:lnTo>
                    <a:pt x="1321" y="661"/>
                  </a:lnTo>
                  <a:cubicBezTo>
                    <a:pt x="1321" y="824"/>
                    <a:pt x="1235" y="977"/>
                    <a:pt x="1082" y="1053"/>
                  </a:cubicBezTo>
                  <a:lnTo>
                    <a:pt x="364" y="1417"/>
                  </a:lnTo>
                  <a:cubicBezTo>
                    <a:pt x="144" y="1522"/>
                    <a:pt x="0" y="1752"/>
                    <a:pt x="0" y="2001"/>
                  </a:cubicBezTo>
                  <a:lnTo>
                    <a:pt x="0" y="2862"/>
                  </a:lnTo>
                  <a:cubicBezTo>
                    <a:pt x="0" y="2986"/>
                    <a:pt x="106" y="3082"/>
                    <a:pt x="220" y="3082"/>
                  </a:cubicBezTo>
                  <a:lnTo>
                    <a:pt x="3742" y="3082"/>
                  </a:lnTo>
                  <a:cubicBezTo>
                    <a:pt x="3867" y="3082"/>
                    <a:pt x="3962" y="2986"/>
                    <a:pt x="3962" y="2862"/>
                  </a:cubicBezTo>
                  <a:lnTo>
                    <a:pt x="3962" y="2001"/>
                  </a:lnTo>
                  <a:cubicBezTo>
                    <a:pt x="3962" y="1752"/>
                    <a:pt x="3819" y="1522"/>
                    <a:pt x="3599" y="1417"/>
                  </a:cubicBezTo>
                  <a:lnTo>
                    <a:pt x="2881" y="1053"/>
                  </a:lnTo>
                  <a:cubicBezTo>
                    <a:pt x="2728" y="977"/>
                    <a:pt x="2642" y="824"/>
                    <a:pt x="2642" y="661"/>
                  </a:cubicBezTo>
                  <a:lnTo>
                    <a:pt x="2642" y="1"/>
                  </a:lnTo>
                  <a:close/>
                </a:path>
              </a:pathLst>
            </a:custGeom>
            <a:solidFill>
              <a:srgbClr val="ACBDCA"/>
            </a:solidFill>
            <a:ln>
              <a:solidFill>
                <a:schemeClr val="tx1">
                  <a:lumMod val="60000"/>
                  <a:lumOff val="4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10024;p63">
              <a:extLst>
                <a:ext uri="{FF2B5EF4-FFF2-40B4-BE49-F238E27FC236}">
                  <a16:creationId xmlns:a16="http://schemas.microsoft.com/office/drawing/2014/main" id="{18578984-3DDC-468C-844D-66CA32C8E79C}"/>
                </a:ext>
              </a:extLst>
            </p:cNvPr>
            <p:cNvSpPr/>
            <p:nvPr/>
          </p:nvSpPr>
          <p:spPr>
            <a:xfrm>
              <a:off x="8135076" y="2507214"/>
              <a:ext cx="35215" cy="23161"/>
            </a:xfrm>
            <a:custGeom>
              <a:avLst/>
              <a:gdLst/>
              <a:ahLst/>
              <a:cxnLst/>
              <a:rect l="l" t="t" r="r" b="b"/>
              <a:pathLst>
                <a:path w="1341" h="882" extrusionOk="0">
                  <a:moveTo>
                    <a:pt x="10" y="1"/>
                  </a:moveTo>
                  <a:lnTo>
                    <a:pt x="10" y="661"/>
                  </a:lnTo>
                  <a:cubicBezTo>
                    <a:pt x="10" y="690"/>
                    <a:pt x="10" y="718"/>
                    <a:pt x="0" y="747"/>
                  </a:cubicBezTo>
                  <a:cubicBezTo>
                    <a:pt x="211" y="833"/>
                    <a:pt x="441" y="881"/>
                    <a:pt x="670" y="881"/>
                  </a:cubicBezTo>
                  <a:cubicBezTo>
                    <a:pt x="900" y="881"/>
                    <a:pt x="1130" y="833"/>
                    <a:pt x="1340" y="747"/>
                  </a:cubicBezTo>
                  <a:cubicBezTo>
                    <a:pt x="1340" y="718"/>
                    <a:pt x="1331" y="690"/>
                    <a:pt x="1331" y="661"/>
                  </a:cubicBezTo>
                  <a:lnTo>
                    <a:pt x="1331" y="1"/>
                  </a:lnTo>
                  <a:close/>
                </a:path>
              </a:pathLst>
            </a:custGeom>
            <a:solidFill>
              <a:srgbClr val="96ABBC"/>
            </a:solidFill>
            <a:ln>
              <a:solidFill>
                <a:schemeClr val="tx1">
                  <a:lumMod val="60000"/>
                  <a:lumOff val="4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10025;p63">
              <a:extLst>
                <a:ext uri="{FF2B5EF4-FFF2-40B4-BE49-F238E27FC236}">
                  <a16:creationId xmlns:a16="http://schemas.microsoft.com/office/drawing/2014/main" id="{35D0CFC9-D00F-49B1-B260-52210458F265}"/>
                </a:ext>
              </a:extLst>
            </p:cNvPr>
            <p:cNvSpPr/>
            <p:nvPr/>
          </p:nvSpPr>
          <p:spPr>
            <a:xfrm>
              <a:off x="8100650" y="2537623"/>
              <a:ext cx="104068" cy="50551"/>
            </a:xfrm>
            <a:custGeom>
              <a:avLst/>
              <a:gdLst/>
              <a:ahLst/>
              <a:cxnLst/>
              <a:rect l="l" t="t" r="r" b="b"/>
              <a:pathLst>
                <a:path w="3963" h="1925" extrusionOk="0">
                  <a:moveTo>
                    <a:pt x="871" y="1"/>
                  </a:moveTo>
                  <a:lnTo>
                    <a:pt x="364" y="259"/>
                  </a:lnTo>
                  <a:cubicBezTo>
                    <a:pt x="144" y="364"/>
                    <a:pt x="0" y="594"/>
                    <a:pt x="0" y="843"/>
                  </a:cubicBezTo>
                  <a:lnTo>
                    <a:pt x="0" y="1704"/>
                  </a:lnTo>
                  <a:cubicBezTo>
                    <a:pt x="0" y="1828"/>
                    <a:pt x="96" y="1924"/>
                    <a:pt x="220" y="1924"/>
                  </a:cubicBezTo>
                  <a:lnTo>
                    <a:pt x="3742" y="1924"/>
                  </a:lnTo>
                  <a:cubicBezTo>
                    <a:pt x="3867" y="1924"/>
                    <a:pt x="3962" y="1828"/>
                    <a:pt x="3962" y="1704"/>
                  </a:cubicBezTo>
                  <a:lnTo>
                    <a:pt x="3962" y="843"/>
                  </a:lnTo>
                  <a:cubicBezTo>
                    <a:pt x="3962" y="594"/>
                    <a:pt x="3819" y="364"/>
                    <a:pt x="3599" y="259"/>
                  </a:cubicBezTo>
                  <a:lnTo>
                    <a:pt x="3092" y="1"/>
                  </a:lnTo>
                  <a:cubicBezTo>
                    <a:pt x="2833" y="407"/>
                    <a:pt x="2407" y="611"/>
                    <a:pt x="1981" y="611"/>
                  </a:cubicBezTo>
                  <a:cubicBezTo>
                    <a:pt x="1555" y="611"/>
                    <a:pt x="1130" y="407"/>
                    <a:pt x="871" y="1"/>
                  </a:cubicBezTo>
                  <a:close/>
                </a:path>
              </a:pathLst>
            </a:custGeom>
            <a:solidFill>
              <a:srgbClr val="657E93"/>
            </a:solidFill>
            <a:ln>
              <a:solidFill>
                <a:schemeClr val="tx1">
                  <a:lumMod val="60000"/>
                  <a:lumOff val="4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10026;p63">
              <a:extLst>
                <a:ext uri="{FF2B5EF4-FFF2-40B4-BE49-F238E27FC236}">
                  <a16:creationId xmlns:a16="http://schemas.microsoft.com/office/drawing/2014/main" id="{651EC6C2-9431-4130-8216-5922D2175D56}"/>
                </a:ext>
              </a:extLst>
            </p:cNvPr>
            <p:cNvSpPr/>
            <p:nvPr/>
          </p:nvSpPr>
          <p:spPr>
            <a:xfrm>
              <a:off x="8117981" y="2462047"/>
              <a:ext cx="69405" cy="56748"/>
            </a:xfrm>
            <a:custGeom>
              <a:avLst/>
              <a:gdLst/>
              <a:ahLst/>
              <a:cxnLst/>
              <a:rect l="l" t="t" r="r" b="b"/>
              <a:pathLst>
                <a:path w="2643" h="2161" extrusionOk="0">
                  <a:moveTo>
                    <a:pt x="1017" y="0"/>
                  </a:moveTo>
                  <a:cubicBezTo>
                    <a:pt x="932" y="0"/>
                    <a:pt x="855" y="51"/>
                    <a:pt x="824" y="122"/>
                  </a:cubicBezTo>
                  <a:cubicBezTo>
                    <a:pt x="747" y="275"/>
                    <a:pt x="642" y="409"/>
                    <a:pt x="517" y="524"/>
                  </a:cubicBezTo>
                  <a:cubicBezTo>
                    <a:pt x="403" y="630"/>
                    <a:pt x="269" y="716"/>
                    <a:pt x="135" y="783"/>
                  </a:cubicBezTo>
                  <a:cubicBezTo>
                    <a:pt x="48" y="831"/>
                    <a:pt x="1" y="917"/>
                    <a:pt x="10" y="1012"/>
                  </a:cubicBezTo>
                  <a:cubicBezTo>
                    <a:pt x="96" y="1673"/>
                    <a:pt x="661" y="2161"/>
                    <a:pt x="1321" y="2161"/>
                  </a:cubicBezTo>
                  <a:cubicBezTo>
                    <a:pt x="1327" y="2161"/>
                    <a:pt x="1333" y="2161"/>
                    <a:pt x="1340" y="2161"/>
                  </a:cubicBezTo>
                  <a:cubicBezTo>
                    <a:pt x="2020" y="2161"/>
                    <a:pt x="2585" y="1628"/>
                    <a:pt x="2642" y="945"/>
                  </a:cubicBezTo>
                  <a:cubicBezTo>
                    <a:pt x="2642" y="878"/>
                    <a:pt x="2613" y="811"/>
                    <a:pt x="2565" y="773"/>
                  </a:cubicBezTo>
                  <a:cubicBezTo>
                    <a:pt x="2125" y="409"/>
                    <a:pt x="1618" y="151"/>
                    <a:pt x="1073" y="8"/>
                  </a:cubicBezTo>
                  <a:cubicBezTo>
                    <a:pt x="1054" y="2"/>
                    <a:pt x="1035" y="0"/>
                    <a:pt x="1017" y="0"/>
                  </a:cubicBezTo>
                  <a:close/>
                </a:path>
              </a:pathLst>
            </a:custGeom>
            <a:solidFill>
              <a:srgbClr val="BECBD5"/>
            </a:solidFill>
            <a:ln>
              <a:solidFill>
                <a:schemeClr val="tx1">
                  <a:lumMod val="60000"/>
                  <a:lumOff val="4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10027;p63">
              <a:extLst>
                <a:ext uri="{FF2B5EF4-FFF2-40B4-BE49-F238E27FC236}">
                  <a16:creationId xmlns:a16="http://schemas.microsoft.com/office/drawing/2014/main" id="{9460BAC6-0090-462C-AC8C-36DBEAAE6E97}"/>
                </a:ext>
              </a:extLst>
            </p:cNvPr>
            <p:cNvSpPr/>
            <p:nvPr/>
          </p:nvSpPr>
          <p:spPr>
            <a:xfrm>
              <a:off x="8117981" y="2462020"/>
              <a:ext cx="69405" cy="56275"/>
            </a:xfrm>
            <a:custGeom>
              <a:avLst/>
              <a:gdLst/>
              <a:ahLst/>
              <a:cxnLst/>
              <a:rect l="l" t="t" r="r" b="b"/>
              <a:pathLst>
                <a:path w="2643" h="2143" extrusionOk="0">
                  <a:moveTo>
                    <a:pt x="1012" y="0"/>
                  </a:moveTo>
                  <a:cubicBezTo>
                    <a:pt x="929" y="0"/>
                    <a:pt x="855" y="46"/>
                    <a:pt x="824" y="123"/>
                  </a:cubicBezTo>
                  <a:cubicBezTo>
                    <a:pt x="766" y="229"/>
                    <a:pt x="699" y="334"/>
                    <a:pt x="623" y="420"/>
                  </a:cubicBezTo>
                  <a:cubicBezTo>
                    <a:pt x="584" y="449"/>
                    <a:pt x="556" y="487"/>
                    <a:pt x="517" y="516"/>
                  </a:cubicBezTo>
                  <a:cubicBezTo>
                    <a:pt x="403" y="621"/>
                    <a:pt x="269" y="707"/>
                    <a:pt x="135" y="784"/>
                  </a:cubicBezTo>
                  <a:cubicBezTo>
                    <a:pt x="48" y="822"/>
                    <a:pt x="1" y="918"/>
                    <a:pt x="10" y="1013"/>
                  </a:cubicBezTo>
                  <a:cubicBezTo>
                    <a:pt x="87" y="1597"/>
                    <a:pt x="537" y="2057"/>
                    <a:pt x="1120" y="2143"/>
                  </a:cubicBezTo>
                  <a:cubicBezTo>
                    <a:pt x="824" y="1961"/>
                    <a:pt x="642" y="1626"/>
                    <a:pt x="661" y="1281"/>
                  </a:cubicBezTo>
                  <a:lnTo>
                    <a:pt x="661" y="966"/>
                  </a:lnTo>
                  <a:cubicBezTo>
                    <a:pt x="709" y="927"/>
                    <a:pt x="757" y="889"/>
                    <a:pt x="814" y="851"/>
                  </a:cubicBezTo>
                  <a:cubicBezTo>
                    <a:pt x="929" y="736"/>
                    <a:pt x="1034" y="611"/>
                    <a:pt x="1120" y="477"/>
                  </a:cubicBezTo>
                  <a:cubicBezTo>
                    <a:pt x="1541" y="602"/>
                    <a:pt x="1934" y="822"/>
                    <a:pt x="2269" y="1100"/>
                  </a:cubicBezTo>
                  <a:cubicBezTo>
                    <a:pt x="2317" y="1138"/>
                    <a:pt x="2412" y="1233"/>
                    <a:pt x="2537" y="1348"/>
                  </a:cubicBezTo>
                  <a:cubicBezTo>
                    <a:pt x="2594" y="1214"/>
                    <a:pt x="2623" y="1080"/>
                    <a:pt x="2632" y="946"/>
                  </a:cubicBezTo>
                  <a:cubicBezTo>
                    <a:pt x="2642" y="879"/>
                    <a:pt x="2613" y="812"/>
                    <a:pt x="2565" y="774"/>
                  </a:cubicBezTo>
                  <a:cubicBezTo>
                    <a:pt x="2125" y="410"/>
                    <a:pt x="1618" y="142"/>
                    <a:pt x="1073" y="9"/>
                  </a:cubicBezTo>
                  <a:cubicBezTo>
                    <a:pt x="1052" y="3"/>
                    <a:pt x="1032" y="0"/>
                    <a:pt x="1012" y="0"/>
                  </a:cubicBezTo>
                  <a:close/>
                </a:path>
              </a:pathLst>
            </a:custGeom>
            <a:solidFill>
              <a:srgbClr val="ACBDCA"/>
            </a:solidFill>
            <a:ln>
              <a:solidFill>
                <a:schemeClr val="tx1">
                  <a:lumMod val="60000"/>
                  <a:lumOff val="4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10028;p63">
              <a:extLst>
                <a:ext uri="{FF2B5EF4-FFF2-40B4-BE49-F238E27FC236}">
                  <a16:creationId xmlns:a16="http://schemas.microsoft.com/office/drawing/2014/main" id="{2647D3B9-C255-4E9F-ACC1-70C18E90BB55}"/>
                </a:ext>
              </a:extLst>
            </p:cNvPr>
            <p:cNvSpPr/>
            <p:nvPr/>
          </p:nvSpPr>
          <p:spPr>
            <a:xfrm>
              <a:off x="8100650" y="2549440"/>
              <a:ext cx="23135" cy="38733"/>
            </a:xfrm>
            <a:custGeom>
              <a:avLst/>
              <a:gdLst/>
              <a:ahLst/>
              <a:cxnLst/>
              <a:rect l="l" t="t" r="r" b="b"/>
              <a:pathLst>
                <a:path w="881" h="1475" extrusionOk="0">
                  <a:moveTo>
                    <a:pt x="134" y="0"/>
                  </a:moveTo>
                  <a:cubicBezTo>
                    <a:pt x="48" y="115"/>
                    <a:pt x="0" y="249"/>
                    <a:pt x="0" y="393"/>
                  </a:cubicBezTo>
                  <a:lnTo>
                    <a:pt x="0" y="1254"/>
                  </a:lnTo>
                  <a:cubicBezTo>
                    <a:pt x="0" y="1378"/>
                    <a:pt x="96" y="1474"/>
                    <a:pt x="220" y="1474"/>
                  </a:cubicBezTo>
                  <a:lnTo>
                    <a:pt x="881" y="1474"/>
                  </a:lnTo>
                  <a:lnTo>
                    <a:pt x="881" y="804"/>
                  </a:lnTo>
                  <a:cubicBezTo>
                    <a:pt x="881" y="670"/>
                    <a:pt x="823" y="546"/>
                    <a:pt x="718" y="469"/>
                  </a:cubicBezTo>
                  <a:lnTo>
                    <a:pt x="134" y="0"/>
                  </a:lnTo>
                  <a:close/>
                </a:path>
              </a:pathLst>
            </a:custGeom>
            <a:solidFill>
              <a:srgbClr val="657E93"/>
            </a:solidFill>
            <a:ln>
              <a:solidFill>
                <a:schemeClr val="tx1">
                  <a:lumMod val="60000"/>
                  <a:lumOff val="4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10029;p63">
              <a:extLst>
                <a:ext uri="{FF2B5EF4-FFF2-40B4-BE49-F238E27FC236}">
                  <a16:creationId xmlns:a16="http://schemas.microsoft.com/office/drawing/2014/main" id="{F87FA191-4157-4361-B14C-B5B2DAB7EA2E}"/>
                </a:ext>
              </a:extLst>
            </p:cNvPr>
            <p:cNvSpPr/>
            <p:nvPr/>
          </p:nvSpPr>
          <p:spPr>
            <a:xfrm>
              <a:off x="8181557" y="2549440"/>
              <a:ext cx="23161" cy="38733"/>
            </a:xfrm>
            <a:custGeom>
              <a:avLst/>
              <a:gdLst/>
              <a:ahLst/>
              <a:cxnLst/>
              <a:rect l="l" t="t" r="r" b="b"/>
              <a:pathLst>
                <a:path w="882" h="1475" extrusionOk="0">
                  <a:moveTo>
                    <a:pt x="747" y="0"/>
                  </a:moveTo>
                  <a:lnTo>
                    <a:pt x="164" y="469"/>
                  </a:lnTo>
                  <a:cubicBezTo>
                    <a:pt x="58" y="546"/>
                    <a:pt x="1" y="670"/>
                    <a:pt x="1" y="804"/>
                  </a:cubicBezTo>
                  <a:lnTo>
                    <a:pt x="1" y="1474"/>
                  </a:lnTo>
                  <a:lnTo>
                    <a:pt x="661" y="1474"/>
                  </a:lnTo>
                  <a:cubicBezTo>
                    <a:pt x="786" y="1474"/>
                    <a:pt x="881" y="1378"/>
                    <a:pt x="881" y="1254"/>
                  </a:cubicBezTo>
                  <a:lnTo>
                    <a:pt x="881" y="393"/>
                  </a:lnTo>
                  <a:cubicBezTo>
                    <a:pt x="881" y="249"/>
                    <a:pt x="834" y="115"/>
                    <a:pt x="747" y="0"/>
                  </a:cubicBezTo>
                  <a:close/>
                </a:path>
              </a:pathLst>
            </a:custGeom>
            <a:solidFill>
              <a:srgbClr val="657E93"/>
            </a:solidFill>
            <a:ln>
              <a:solidFill>
                <a:schemeClr val="tx1">
                  <a:lumMod val="60000"/>
                  <a:lumOff val="4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10030;p63">
              <a:extLst>
                <a:ext uri="{FF2B5EF4-FFF2-40B4-BE49-F238E27FC236}">
                  <a16:creationId xmlns:a16="http://schemas.microsoft.com/office/drawing/2014/main" id="{5863170E-1FD9-4DD0-A0B4-91C8B2E40041}"/>
                </a:ext>
              </a:extLst>
            </p:cNvPr>
            <p:cNvSpPr/>
            <p:nvPr/>
          </p:nvSpPr>
          <p:spPr>
            <a:xfrm>
              <a:off x="8082136" y="2607869"/>
              <a:ext cx="144351" cy="115728"/>
            </a:xfrm>
            <a:custGeom>
              <a:avLst/>
              <a:gdLst/>
              <a:ahLst/>
              <a:cxnLst/>
              <a:rect l="l" t="t" r="r" b="b"/>
              <a:pathLst>
                <a:path w="5497" h="4407" extrusionOk="0">
                  <a:moveTo>
                    <a:pt x="2744" y="0"/>
                  </a:moveTo>
                  <a:cubicBezTo>
                    <a:pt x="2634" y="0"/>
                    <a:pt x="2524" y="72"/>
                    <a:pt x="2524" y="216"/>
                  </a:cubicBezTo>
                  <a:lnTo>
                    <a:pt x="2524" y="2522"/>
                  </a:lnTo>
                  <a:lnTo>
                    <a:pt x="208" y="3996"/>
                  </a:lnTo>
                  <a:cubicBezTo>
                    <a:pt x="1" y="4131"/>
                    <a:pt x="132" y="4406"/>
                    <a:pt x="325" y="4406"/>
                  </a:cubicBezTo>
                  <a:cubicBezTo>
                    <a:pt x="364" y="4406"/>
                    <a:pt x="405" y="4395"/>
                    <a:pt x="447" y="4369"/>
                  </a:cubicBezTo>
                  <a:lnTo>
                    <a:pt x="2753" y="2905"/>
                  </a:lnTo>
                  <a:lnTo>
                    <a:pt x="5050" y="4369"/>
                  </a:lnTo>
                  <a:cubicBezTo>
                    <a:pt x="5092" y="4395"/>
                    <a:pt x="5133" y="4406"/>
                    <a:pt x="5172" y="4406"/>
                  </a:cubicBezTo>
                  <a:cubicBezTo>
                    <a:pt x="5366" y="4406"/>
                    <a:pt x="5497" y="4131"/>
                    <a:pt x="5289" y="3996"/>
                  </a:cubicBezTo>
                  <a:lnTo>
                    <a:pt x="5280" y="3996"/>
                  </a:lnTo>
                  <a:lnTo>
                    <a:pt x="2964" y="2522"/>
                  </a:lnTo>
                  <a:lnTo>
                    <a:pt x="2964" y="216"/>
                  </a:lnTo>
                  <a:cubicBezTo>
                    <a:pt x="2964" y="72"/>
                    <a:pt x="2854" y="0"/>
                    <a:pt x="2744" y="0"/>
                  </a:cubicBezTo>
                  <a:close/>
                </a:path>
              </a:pathLst>
            </a:custGeom>
            <a:solidFill>
              <a:srgbClr val="E3E9ED"/>
            </a:solidFill>
            <a:ln>
              <a:solidFill>
                <a:schemeClr val="tx1">
                  <a:lumMod val="60000"/>
                  <a:lumOff val="4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 name="Google Shape;10505;p64">
            <a:extLst>
              <a:ext uri="{FF2B5EF4-FFF2-40B4-BE49-F238E27FC236}">
                <a16:creationId xmlns:a16="http://schemas.microsoft.com/office/drawing/2014/main" id="{34540221-266D-4C1D-932C-E83BD3DC8646}"/>
              </a:ext>
            </a:extLst>
          </p:cNvPr>
          <p:cNvGrpSpPr/>
          <p:nvPr/>
        </p:nvGrpSpPr>
        <p:grpSpPr>
          <a:xfrm>
            <a:off x="6119786" y="1334401"/>
            <a:ext cx="776030" cy="697799"/>
            <a:chOff x="2635237" y="2431780"/>
            <a:chExt cx="359232" cy="323018"/>
          </a:xfrm>
        </p:grpSpPr>
        <p:sp>
          <p:nvSpPr>
            <p:cNvPr id="58" name="Google Shape;10506;p64">
              <a:extLst>
                <a:ext uri="{FF2B5EF4-FFF2-40B4-BE49-F238E27FC236}">
                  <a16:creationId xmlns:a16="http://schemas.microsoft.com/office/drawing/2014/main" id="{745DC102-7520-4EA7-BD40-56E8410D6461}"/>
                </a:ext>
              </a:extLst>
            </p:cNvPr>
            <p:cNvSpPr/>
            <p:nvPr/>
          </p:nvSpPr>
          <p:spPr>
            <a:xfrm>
              <a:off x="2769121" y="2696328"/>
              <a:ext cx="44253" cy="40482"/>
            </a:xfrm>
            <a:custGeom>
              <a:avLst/>
              <a:gdLst/>
              <a:ahLst/>
              <a:cxnLst/>
              <a:rect l="l" t="t" r="r" b="b"/>
              <a:pathLst>
                <a:path w="1690" h="1546" extrusionOk="0">
                  <a:moveTo>
                    <a:pt x="344" y="0"/>
                  </a:moveTo>
                  <a:lnTo>
                    <a:pt x="1" y="1546"/>
                  </a:lnTo>
                  <a:lnTo>
                    <a:pt x="1689" y="1546"/>
                  </a:lnTo>
                  <a:lnTo>
                    <a:pt x="1346" y="0"/>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10507;p64">
              <a:extLst>
                <a:ext uri="{FF2B5EF4-FFF2-40B4-BE49-F238E27FC236}">
                  <a16:creationId xmlns:a16="http://schemas.microsoft.com/office/drawing/2014/main" id="{1244C58E-5C06-4D95-AE85-5F69DE381D0A}"/>
                </a:ext>
              </a:extLst>
            </p:cNvPr>
            <p:cNvSpPr/>
            <p:nvPr/>
          </p:nvSpPr>
          <p:spPr>
            <a:xfrm>
              <a:off x="2738903" y="2733039"/>
              <a:ext cx="104688" cy="21760"/>
            </a:xfrm>
            <a:custGeom>
              <a:avLst/>
              <a:gdLst/>
              <a:ahLst/>
              <a:cxnLst/>
              <a:rect l="l" t="t" r="r" b="b"/>
              <a:pathLst>
                <a:path w="3998" h="831" extrusionOk="0">
                  <a:moveTo>
                    <a:pt x="220" y="0"/>
                  </a:moveTo>
                  <a:cubicBezTo>
                    <a:pt x="96" y="0"/>
                    <a:pt x="0" y="96"/>
                    <a:pt x="0" y="220"/>
                  </a:cubicBezTo>
                  <a:lnTo>
                    <a:pt x="0" y="611"/>
                  </a:lnTo>
                  <a:cubicBezTo>
                    <a:pt x="0" y="725"/>
                    <a:pt x="96" y="830"/>
                    <a:pt x="220" y="830"/>
                  </a:cubicBezTo>
                  <a:lnTo>
                    <a:pt x="3778" y="830"/>
                  </a:lnTo>
                  <a:cubicBezTo>
                    <a:pt x="3902" y="830"/>
                    <a:pt x="3997" y="725"/>
                    <a:pt x="3997" y="611"/>
                  </a:cubicBezTo>
                  <a:lnTo>
                    <a:pt x="3997" y="220"/>
                  </a:lnTo>
                  <a:cubicBezTo>
                    <a:pt x="3997" y="96"/>
                    <a:pt x="3902" y="0"/>
                    <a:pt x="3778"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10508;p64">
              <a:extLst>
                <a:ext uri="{FF2B5EF4-FFF2-40B4-BE49-F238E27FC236}">
                  <a16:creationId xmlns:a16="http://schemas.microsoft.com/office/drawing/2014/main" id="{F1393D54-1D7A-48AE-9BFF-43D1C62DCB90}"/>
                </a:ext>
              </a:extLst>
            </p:cNvPr>
            <p:cNvSpPr/>
            <p:nvPr/>
          </p:nvSpPr>
          <p:spPr>
            <a:xfrm>
              <a:off x="2635237" y="2498212"/>
              <a:ext cx="312020" cy="203876"/>
            </a:xfrm>
            <a:custGeom>
              <a:avLst/>
              <a:gdLst/>
              <a:ahLst/>
              <a:cxnLst/>
              <a:rect l="l" t="t" r="r" b="b"/>
              <a:pathLst>
                <a:path w="11916" h="7786" extrusionOk="0">
                  <a:moveTo>
                    <a:pt x="229" y="1"/>
                  </a:moveTo>
                  <a:cubicBezTo>
                    <a:pt x="105" y="1"/>
                    <a:pt x="0" y="96"/>
                    <a:pt x="0" y="220"/>
                  </a:cubicBezTo>
                  <a:lnTo>
                    <a:pt x="0" y="7566"/>
                  </a:lnTo>
                  <a:cubicBezTo>
                    <a:pt x="0" y="7681"/>
                    <a:pt x="105" y="7785"/>
                    <a:pt x="229" y="7785"/>
                  </a:cubicBezTo>
                  <a:lnTo>
                    <a:pt x="11687" y="7785"/>
                  </a:lnTo>
                  <a:cubicBezTo>
                    <a:pt x="11811" y="7785"/>
                    <a:pt x="11916" y="7681"/>
                    <a:pt x="11916" y="7566"/>
                  </a:cubicBezTo>
                  <a:lnTo>
                    <a:pt x="11916" y="220"/>
                  </a:lnTo>
                  <a:cubicBezTo>
                    <a:pt x="11916" y="96"/>
                    <a:pt x="11811" y="1"/>
                    <a:pt x="11687"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10509;p64">
              <a:extLst>
                <a:ext uri="{FF2B5EF4-FFF2-40B4-BE49-F238E27FC236}">
                  <a16:creationId xmlns:a16="http://schemas.microsoft.com/office/drawing/2014/main" id="{58E4B1B2-B96C-49B4-8395-A3DB4005C99D}"/>
                </a:ext>
              </a:extLst>
            </p:cNvPr>
            <p:cNvSpPr/>
            <p:nvPr/>
          </p:nvSpPr>
          <p:spPr>
            <a:xfrm>
              <a:off x="2845555" y="2498212"/>
              <a:ext cx="101703" cy="84211"/>
            </a:xfrm>
            <a:custGeom>
              <a:avLst/>
              <a:gdLst/>
              <a:ahLst/>
              <a:cxnLst/>
              <a:rect l="l" t="t" r="r" b="b"/>
              <a:pathLst>
                <a:path w="3884" h="3216" extrusionOk="0">
                  <a:moveTo>
                    <a:pt x="20" y="1"/>
                  </a:moveTo>
                  <a:lnTo>
                    <a:pt x="20" y="68"/>
                  </a:lnTo>
                  <a:cubicBezTo>
                    <a:pt x="1" y="1794"/>
                    <a:pt x="1394" y="3206"/>
                    <a:pt x="3120" y="3216"/>
                  </a:cubicBezTo>
                  <a:cubicBezTo>
                    <a:pt x="3378" y="3216"/>
                    <a:pt x="3626" y="3178"/>
                    <a:pt x="3884" y="3120"/>
                  </a:cubicBezTo>
                  <a:lnTo>
                    <a:pt x="3884" y="220"/>
                  </a:lnTo>
                  <a:cubicBezTo>
                    <a:pt x="3874" y="96"/>
                    <a:pt x="3779" y="1"/>
                    <a:pt x="365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10510;p64">
              <a:extLst>
                <a:ext uri="{FF2B5EF4-FFF2-40B4-BE49-F238E27FC236}">
                  <a16:creationId xmlns:a16="http://schemas.microsoft.com/office/drawing/2014/main" id="{A499F185-7EA7-4F9E-9833-41ABA38B461A}"/>
                </a:ext>
              </a:extLst>
            </p:cNvPr>
            <p:cNvSpPr/>
            <p:nvPr/>
          </p:nvSpPr>
          <p:spPr>
            <a:xfrm>
              <a:off x="2635472" y="2687582"/>
              <a:ext cx="311523" cy="14506"/>
            </a:xfrm>
            <a:custGeom>
              <a:avLst/>
              <a:gdLst/>
              <a:ahLst/>
              <a:cxnLst/>
              <a:rect l="l" t="t" r="r" b="b"/>
              <a:pathLst>
                <a:path w="11897" h="554" extrusionOk="0">
                  <a:moveTo>
                    <a:pt x="1" y="0"/>
                  </a:moveTo>
                  <a:lnTo>
                    <a:pt x="1" y="334"/>
                  </a:lnTo>
                  <a:cubicBezTo>
                    <a:pt x="1" y="449"/>
                    <a:pt x="96" y="553"/>
                    <a:pt x="220" y="553"/>
                  </a:cubicBezTo>
                  <a:lnTo>
                    <a:pt x="11678" y="553"/>
                  </a:lnTo>
                  <a:cubicBezTo>
                    <a:pt x="11802" y="553"/>
                    <a:pt x="11897" y="449"/>
                    <a:pt x="11897" y="334"/>
                  </a:cubicBezTo>
                  <a:lnTo>
                    <a:pt x="1189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10511;p64">
              <a:extLst>
                <a:ext uri="{FF2B5EF4-FFF2-40B4-BE49-F238E27FC236}">
                  <a16:creationId xmlns:a16="http://schemas.microsoft.com/office/drawing/2014/main" id="{ADCB9662-81A7-41A4-8E50-8D5B7B624D6A}"/>
                </a:ext>
              </a:extLst>
            </p:cNvPr>
            <p:cNvSpPr/>
            <p:nvPr/>
          </p:nvSpPr>
          <p:spPr>
            <a:xfrm>
              <a:off x="2655216" y="2517196"/>
              <a:ext cx="272062" cy="151166"/>
            </a:xfrm>
            <a:custGeom>
              <a:avLst/>
              <a:gdLst/>
              <a:ahLst/>
              <a:cxnLst/>
              <a:rect l="l" t="t" r="r" b="b"/>
              <a:pathLst>
                <a:path w="10390" h="5773" extrusionOk="0">
                  <a:moveTo>
                    <a:pt x="220" y="1"/>
                  </a:moveTo>
                  <a:cubicBezTo>
                    <a:pt x="105" y="1"/>
                    <a:pt x="0" y="106"/>
                    <a:pt x="0" y="220"/>
                  </a:cubicBezTo>
                  <a:lnTo>
                    <a:pt x="0" y="5553"/>
                  </a:lnTo>
                  <a:cubicBezTo>
                    <a:pt x="0" y="5677"/>
                    <a:pt x="105" y="5773"/>
                    <a:pt x="220" y="5773"/>
                  </a:cubicBezTo>
                  <a:lnTo>
                    <a:pt x="10389" y="5773"/>
                  </a:lnTo>
                  <a:lnTo>
                    <a:pt x="10389" y="220"/>
                  </a:lnTo>
                  <a:cubicBezTo>
                    <a:pt x="10389" y="106"/>
                    <a:pt x="10284" y="1"/>
                    <a:pt x="10170"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10512;p64">
              <a:extLst>
                <a:ext uri="{FF2B5EF4-FFF2-40B4-BE49-F238E27FC236}">
                  <a16:creationId xmlns:a16="http://schemas.microsoft.com/office/drawing/2014/main" id="{84C3651D-FF55-4F4E-8631-E493F9CAD4AB}"/>
                </a:ext>
              </a:extLst>
            </p:cNvPr>
            <p:cNvSpPr/>
            <p:nvPr/>
          </p:nvSpPr>
          <p:spPr>
            <a:xfrm>
              <a:off x="2847807" y="2517196"/>
              <a:ext cx="79471" cy="65227"/>
            </a:xfrm>
            <a:custGeom>
              <a:avLst/>
              <a:gdLst/>
              <a:ahLst/>
              <a:cxnLst/>
              <a:rect l="l" t="t" r="r" b="b"/>
              <a:pathLst>
                <a:path w="3035" h="2491" extrusionOk="0">
                  <a:moveTo>
                    <a:pt x="1" y="1"/>
                  </a:moveTo>
                  <a:cubicBezTo>
                    <a:pt x="296" y="1441"/>
                    <a:pt x="1565" y="2481"/>
                    <a:pt x="3034" y="2491"/>
                  </a:cubicBezTo>
                  <a:lnTo>
                    <a:pt x="3034" y="220"/>
                  </a:lnTo>
                  <a:cubicBezTo>
                    <a:pt x="3034" y="106"/>
                    <a:pt x="2929" y="1"/>
                    <a:pt x="2815"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10513;p64">
              <a:extLst>
                <a:ext uri="{FF2B5EF4-FFF2-40B4-BE49-F238E27FC236}">
                  <a16:creationId xmlns:a16="http://schemas.microsoft.com/office/drawing/2014/main" id="{82A2861D-3475-4686-A3D9-08675A40232A}"/>
                </a:ext>
              </a:extLst>
            </p:cNvPr>
            <p:cNvSpPr/>
            <p:nvPr/>
          </p:nvSpPr>
          <p:spPr>
            <a:xfrm>
              <a:off x="2655216" y="2517196"/>
              <a:ext cx="272062" cy="151166"/>
            </a:xfrm>
            <a:custGeom>
              <a:avLst/>
              <a:gdLst/>
              <a:ahLst/>
              <a:cxnLst/>
              <a:rect l="l" t="t" r="r" b="b"/>
              <a:pathLst>
                <a:path w="10390" h="5773" extrusionOk="0">
                  <a:moveTo>
                    <a:pt x="229" y="1"/>
                  </a:moveTo>
                  <a:cubicBezTo>
                    <a:pt x="105" y="1"/>
                    <a:pt x="0" y="106"/>
                    <a:pt x="0" y="220"/>
                  </a:cubicBezTo>
                  <a:lnTo>
                    <a:pt x="0" y="5553"/>
                  </a:lnTo>
                  <a:cubicBezTo>
                    <a:pt x="0" y="5677"/>
                    <a:pt x="105" y="5773"/>
                    <a:pt x="229" y="5773"/>
                  </a:cubicBezTo>
                  <a:lnTo>
                    <a:pt x="10170" y="5773"/>
                  </a:lnTo>
                  <a:cubicBezTo>
                    <a:pt x="10284" y="5773"/>
                    <a:pt x="10389" y="5677"/>
                    <a:pt x="10389" y="5553"/>
                  </a:cubicBezTo>
                  <a:lnTo>
                    <a:pt x="10389" y="5191"/>
                  </a:lnTo>
                  <a:lnTo>
                    <a:pt x="611" y="5191"/>
                  </a:lnTo>
                  <a:lnTo>
                    <a:pt x="611"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10514;p64">
              <a:extLst>
                <a:ext uri="{FF2B5EF4-FFF2-40B4-BE49-F238E27FC236}">
                  <a16:creationId xmlns:a16="http://schemas.microsoft.com/office/drawing/2014/main" id="{01223E21-B931-4CB0-BFFF-46DD56872D75}"/>
                </a:ext>
              </a:extLst>
            </p:cNvPr>
            <p:cNvSpPr/>
            <p:nvPr/>
          </p:nvSpPr>
          <p:spPr>
            <a:xfrm>
              <a:off x="2770378" y="2678836"/>
              <a:ext cx="41739" cy="10762"/>
            </a:xfrm>
            <a:custGeom>
              <a:avLst/>
              <a:gdLst/>
              <a:ahLst/>
              <a:cxnLst/>
              <a:rect l="l" t="t" r="r" b="b"/>
              <a:pathLst>
                <a:path w="1594" h="411" extrusionOk="0">
                  <a:moveTo>
                    <a:pt x="248" y="0"/>
                  </a:moveTo>
                  <a:cubicBezTo>
                    <a:pt x="0" y="19"/>
                    <a:pt x="0" y="391"/>
                    <a:pt x="248" y="410"/>
                  </a:cubicBezTo>
                  <a:lnTo>
                    <a:pt x="1336" y="410"/>
                  </a:lnTo>
                  <a:cubicBezTo>
                    <a:pt x="1593" y="391"/>
                    <a:pt x="1593" y="19"/>
                    <a:pt x="133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10515;p64">
              <a:extLst>
                <a:ext uri="{FF2B5EF4-FFF2-40B4-BE49-F238E27FC236}">
                  <a16:creationId xmlns:a16="http://schemas.microsoft.com/office/drawing/2014/main" id="{D3068A08-78A6-4E06-A82F-F6BA90827219}"/>
                </a:ext>
              </a:extLst>
            </p:cNvPr>
            <p:cNvSpPr/>
            <p:nvPr/>
          </p:nvSpPr>
          <p:spPr>
            <a:xfrm>
              <a:off x="2733404" y="2584910"/>
              <a:ext cx="25504" cy="26002"/>
            </a:xfrm>
            <a:custGeom>
              <a:avLst/>
              <a:gdLst/>
              <a:ahLst/>
              <a:cxnLst/>
              <a:rect l="l" t="t" r="r" b="b"/>
              <a:pathLst>
                <a:path w="974" h="993" extrusionOk="0">
                  <a:moveTo>
                    <a:pt x="220" y="0"/>
                  </a:moveTo>
                  <a:cubicBezTo>
                    <a:pt x="96" y="0"/>
                    <a:pt x="0" y="105"/>
                    <a:pt x="0" y="220"/>
                  </a:cubicBezTo>
                  <a:lnTo>
                    <a:pt x="0" y="773"/>
                  </a:lnTo>
                  <a:cubicBezTo>
                    <a:pt x="0" y="897"/>
                    <a:pt x="96" y="992"/>
                    <a:pt x="220" y="992"/>
                  </a:cubicBezTo>
                  <a:lnTo>
                    <a:pt x="754" y="992"/>
                  </a:lnTo>
                  <a:cubicBezTo>
                    <a:pt x="878" y="992"/>
                    <a:pt x="973" y="897"/>
                    <a:pt x="973" y="773"/>
                  </a:cubicBezTo>
                  <a:lnTo>
                    <a:pt x="973" y="220"/>
                  </a:lnTo>
                  <a:cubicBezTo>
                    <a:pt x="973" y="105"/>
                    <a:pt x="878" y="0"/>
                    <a:pt x="754"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10516;p64">
              <a:extLst>
                <a:ext uri="{FF2B5EF4-FFF2-40B4-BE49-F238E27FC236}">
                  <a16:creationId xmlns:a16="http://schemas.microsoft.com/office/drawing/2014/main" id="{ECE1FE30-B5C2-40BA-A8EF-5FFD183BA866}"/>
                </a:ext>
              </a:extLst>
            </p:cNvPr>
            <p:cNvSpPr/>
            <p:nvPr/>
          </p:nvSpPr>
          <p:spPr>
            <a:xfrm>
              <a:off x="2778364" y="2584910"/>
              <a:ext cx="25766" cy="26002"/>
            </a:xfrm>
            <a:custGeom>
              <a:avLst/>
              <a:gdLst/>
              <a:ahLst/>
              <a:cxnLst/>
              <a:rect l="l" t="t" r="r" b="b"/>
              <a:pathLst>
                <a:path w="984" h="993" extrusionOk="0">
                  <a:moveTo>
                    <a:pt x="229" y="0"/>
                  </a:moveTo>
                  <a:cubicBezTo>
                    <a:pt x="105" y="0"/>
                    <a:pt x="1" y="105"/>
                    <a:pt x="1" y="220"/>
                  </a:cubicBezTo>
                  <a:lnTo>
                    <a:pt x="1" y="773"/>
                  </a:lnTo>
                  <a:cubicBezTo>
                    <a:pt x="1" y="897"/>
                    <a:pt x="105" y="992"/>
                    <a:pt x="229" y="992"/>
                  </a:cubicBezTo>
                  <a:lnTo>
                    <a:pt x="764" y="992"/>
                  </a:lnTo>
                  <a:cubicBezTo>
                    <a:pt x="878" y="992"/>
                    <a:pt x="983" y="897"/>
                    <a:pt x="983" y="773"/>
                  </a:cubicBezTo>
                  <a:lnTo>
                    <a:pt x="983" y="220"/>
                  </a:lnTo>
                  <a:cubicBezTo>
                    <a:pt x="983" y="105"/>
                    <a:pt x="878" y="0"/>
                    <a:pt x="764" y="0"/>
                  </a:cubicBezTo>
                  <a:close/>
                </a:path>
              </a:pathLst>
            </a:custGeom>
            <a:solidFill>
              <a:srgbClr val="BF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10517;p64">
              <a:extLst>
                <a:ext uri="{FF2B5EF4-FFF2-40B4-BE49-F238E27FC236}">
                  <a16:creationId xmlns:a16="http://schemas.microsoft.com/office/drawing/2014/main" id="{33BF196E-0505-4D45-B5DE-0F3AFA02F916}"/>
                </a:ext>
              </a:extLst>
            </p:cNvPr>
            <p:cNvSpPr/>
            <p:nvPr/>
          </p:nvSpPr>
          <p:spPr>
            <a:xfrm>
              <a:off x="2823585" y="2584910"/>
              <a:ext cx="25504" cy="26002"/>
            </a:xfrm>
            <a:custGeom>
              <a:avLst/>
              <a:gdLst/>
              <a:ahLst/>
              <a:cxnLst/>
              <a:rect l="l" t="t" r="r" b="b"/>
              <a:pathLst>
                <a:path w="974" h="993" extrusionOk="0">
                  <a:moveTo>
                    <a:pt x="220" y="0"/>
                  </a:moveTo>
                  <a:cubicBezTo>
                    <a:pt x="96" y="0"/>
                    <a:pt x="0" y="105"/>
                    <a:pt x="0" y="220"/>
                  </a:cubicBezTo>
                  <a:lnTo>
                    <a:pt x="0" y="773"/>
                  </a:lnTo>
                  <a:cubicBezTo>
                    <a:pt x="0" y="897"/>
                    <a:pt x="96" y="992"/>
                    <a:pt x="220" y="992"/>
                  </a:cubicBezTo>
                  <a:lnTo>
                    <a:pt x="754" y="992"/>
                  </a:lnTo>
                  <a:cubicBezTo>
                    <a:pt x="878" y="992"/>
                    <a:pt x="973" y="897"/>
                    <a:pt x="973" y="773"/>
                  </a:cubicBezTo>
                  <a:lnTo>
                    <a:pt x="973" y="220"/>
                  </a:lnTo>
                  <a:cubicBezTo>
                    <a:pt x="973" y="105"/>
                    <a:pt x="878" y="0"/>
                    <a:pt x="754"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10518;p64">
              <a:extLst>
                <a:ext uri="{FF2B5EF4-FFF2-40B4-BE49-F238E27FC236}">
                  <a16:creationId xmlns:a16="http://schemas.microsoft.com/office/drawing/2014/main" id="{506F7000-6A4E-423B-A5D0-5989C41FA1CA}"/>
                </a:ext>
              </a:extLst>
            </p:cNvPr>
            <p:cNvSpPr/>
            <p:nvPr/>
          </p:nvSpPr>
          <p:spPr>
            <a:xfrm>
              <a:off x="2859799" y="2431780"/>
              <a:ext cx="134669" cy="136424"/>
            </a:xfrm>
            <a:custGeom>
              <a:avLst/>
              <a:gdLst/>
              <a:ahLst/>
              <a:cxnLst/>
              <a:rect l="l" t="t" r="r" b="b"/>
              <a:pathLst>
                <a:path w="5143" h="5210" extrusionOk="0">
                  <a:moveTo>
                    <a:pt x="2576" y="0"/>
                  </a:moveTo>
                  <a:cubicBezTo>
                    <a:pt x="1155" y="0"/>
                    <a:pt x="1" y="1164"/>
                    <a:pt x="1" y="2605"/>
                  </a:cubicBezTo>
                  <a:cubicBezTo>
                    <a:pt x="1" y="4045"/>
                    <a:pt x="1155" y="5209"/>
                    <a:pt x="2576" y="5209"/>
                  </a:cubicBezTo>
                  <a:cubicBezTo>
                    <a:pt x="3988" y="5209"/>
                    <a:pt x="5143" y="4045"/>
                    <a:pt x="5143" y="2605"/>
                  </a:cubicBezTo>
                  <a:cubicBezTo>
                    <a:pt x="5143" y="1164"/>
                    <a:pt x="3988" y="0"/>
                    <a:pt x="257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10519;p64">
              <a:extLst>
                <a:ext uri="{FF2B5EF4-FFF2-40B4-BE49-F238E27FC236}">
                  <a16:creationId xmlns:a16="http://schemas.microsoft.com/office/drawing/2014/main" id="{7BA17DC3-15CB-4496-ABD0-D7036C780E60}"/>
                </a:ext>
              </a:extLst>
            </p:cNvPr>
            <p:cNvSpPr/>
            <p:nvPr/>
          </p:nvSpPr>
          <p:spPr>
            <a:xfrm>
              <a:off x="2904026" y="2482920"/>
              <a:ext cx="39984" cy="34302"/>
            </a:xfrm>
            <a:custGeom>
              <a:avLst/>
              <a:gdLst/>
              <a:ahLst/>
              <a:cxnLst/>
              <a:rect l="l" t="t" r="r" b="b"/>
              <a:pathLst>
                <a:path w="1527" h="1310" extrusionOk="0">
                  <a:moveTo>
                    <a:pt x="887" y="413"/>
                  </a:moveTo>
                  <a:cubicBezTo>
                    <a:pt x="1011" y="423"/>
                    <a:pt x="1116" y="528"/>
                    <a:pt x="1116" y="652"/>
                  </a:cubicBezTo>
                  <a:cubicBezTo>
                    <a:pt x="1116" y="800"/>
                    <a:pt x="999" y="896"/>
                    <a:pt x="876" y="896"/>
                  </a:cubicBezTo>
                  <a:cubicBezTo>
                    <a:pt x="817" y="896"/>
                    <a:pt x="756" y="873"/>
                    <a:pt x="706" y="823"/>
                  </a:cubicBezTo>
                  <a:cubicBezTo>
                    <a:pt x="553" y="671"/>
                    <a:pt x="668" y="413"/>
                    <a:pt x="887" y="413"/>
                  </a:cubicBezTo>
                  <a:close/>
                  <a:moveTo>
                    <a:pt x="869" y="1"/>
                  </a:moveTo>
                  <a:cubicBezTo>
                    <a:pt x="708" y="1"/>
                    <a:pt x="544" y="60"/>
                    <a:pt x="410" y="194"/>
                  </a:cubicBezTo>
                  <a:cubicBezTo>
                    <a:pt x="0" y="614"/>
                    <a:pt x="305" y="1310"/>
                    <a:pt x="887" y="1310"/>
                  </a:cubicBezTo>
                  <a:cubicBezTo>
                    <a:pt x="1240" y="1300"/>
                    <a:pt x="1527" y="1014"/>
                    <a:pt x="1527" y="652"/>
                  </a:cubicBezTo>
                  <a:cubicBezTo>
                    <a:pt x="1527" y="259"/>
                    <a:pt x="1205" y="1"/>
                    <a:pt x="86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10520;p64">
              <a:extLst>
                <a:ext uri="{FF2B5EF4-FFF2-40B4-BE49-F238E27FC236}">
                  <a16:creationId xmlns:a16="http://schemas.microsoft.com/office/drawing/2014/main" id="{C3768E19-E137-40C8-B87B-5A4D309D69E1}"/>
                </a:ext>
              </a:extLst>
            </p:cNvPr>
            <p:cNvSpPr/>
            <p:nvPr/>
          </p:nvSpPr>
          <p:spPr>
            <a:xfrm>
              <a:off x="2880433" y="2455190"/>
              <a:ext cx="93638" cy="89841"/>
            </a:xfrm>
            <a:custGeom>
              <a:avLst/>
              <a:gdLst/>
              <a:ahLst/>
              <a:cxnLst/>
              <a:rect l="l" t="t" r="r" b="b"/>
              <a:pathLst>
                <a:path w="3576" h="3431" extrusionOk="0">
                  <a:moveTo>
                    <a:pt x="1785" y="845"/>
                  </a:moveTo>
                  <a:cubicBezTo>
                    <a:pt x="1936" y="845"/>
                    <a:pt x="2089" y="885"/>
                    <a:pt x="2227" y="967"/>
                  </a:cubicBezTo>
                  <a:cubicBezTo>
                    <a:pt x="2418" y="1091"/>
                    <a:pt x="2561" y="1281"/>
                    <a:pt x="2609" y="1510"/>
                  </a:cubicBezTo>
                  <a:cubicBezTo>
                    <a:pt x="2666" y="1730"/>
                    <a:pt x="2628" y="1959"/>
                    <a:pt x="2513" y="2159"/>
                  </a:cubicBezTo>
                  <a:cubicBezTo>
                    <a:pt x="2447" y="2283"/>
                    <a:pt x="2342" y="2378"/>
                    <a:pt x="2227" y="2455"/>
                  </a:cubicBezTo>
                  <a:cubicBezTo>
                    <a:pt x="2089" y="2536"/>
                    <a:pt x="1936" y="2576"/>
                    <a:pt x="1785" y="2576"/>
                  </a:cubicBezTo>
                  <a:cubicBezTo>
                    <a:pt x="1633" y="2576"/>
                    <a:pt x="1483" y="2536"/>
                    <a:pt x="1349" y="2455"/>
                  </a:cubicBezTo>
                  <a:cubicBezTo>
                    <a:pt x="1149" y="2331"/>
                    <a:pt x="1016" y="2140"/>
                    <a:pt x="958" y="1921"/>
                  </a:cubicBezTo>
                  <a:cubicBezTo>
                    <a:pt x="930" y="1787"/>
                    <a:pt x="930" y="1644"/>
                    <a:pt x="958" y="1510"/>
                  </a:cubicBezTo>
                  <a:cubicBezTo>
                    <a:pt x="1016" y="1281"/>
                    <a:pt x="1149" y="1091"/>
                    <a:pt x="1349" y="967"/>
                  </a:cubicBezTo>
                  <a:cubicBezTo>
                    <a:pt x="1483" y="885"/>
                    <a:pt x="1633" y="845"/>
                    <a:pt x="1785" y="845"/>
                  </a:cubicBezTo>
                  <a:close/>
                  <a:moveTo>
                    <a:pt x="1784" y="1"/>
                  </a:moveTo>
                  <a:cubicBezTo>
                    <a:pt x="1686" y="1"/>
                    <a:pt x="1588" y="65"/>
                    <a:pt x="1578" y="194"/>
                  </a:cubicBezTo>
                  <a:lnTo>
                    <a:pt x="1578" y="451"/>
                  </a:lnTo>
                  <a:cubicBezTo>
                    <a:pt x="1388" y="480"/>
                    <a:pt x="1206" y="556"/>
                    <a:pt x="1054" y="671"/>
                  </a:cubicBezTo>
                  <a:lnTo>
                    <a:pt x="872" y="499"/>
                  </a:lnTo>
                  <a:cubicBezTo>
                    <a:pt x="830" y="463"/>
                    <a:pt x="785" y="448"/>
                    <a:pt x="741" y="448"/>
                  </a:cubicBezTo>
                  <a:cubicBezTo>
                    <a:pt x="588" y="448"/>
                    <a:pt x="458" y="637"/>
                    <a:pt x="577" y="785"/>
                  </a:cubicBezTo>
                  <a:lnTo>
                    <a:pt x="758" y="967"/>
                  </a:lnTo>
                  <a:cubicBezTo>
                    <a:pt x="644" y="1129"/>
                    <a:pt x="567" y="1320"/>
                    <a:pt x="539" y="1510"/>
                  </a:cubicBezTo>
                  <a:lnTo>
                    <a:pt x="291" y="1510"/>
                  </a:lnTo>
                  <a:cubicBezTo>
                    <a:pt x="285" y="1510"/>
                    <a:pt x="279" y="1510"/>
                    <a:pt x="273" y="1510"/>
                  </a:cubicBezTo>
                  <a:cubicBezTo>
                    <a:pt x="4" y="1510"/>
                    <a:pt x="1" y="1922"/>
                    <a:pt x="264" y="1922"/>
                  </a:cubicBezTo>
                  <a:cubicBezTo>
                    <a:pt x="273" y="1922"/>
                    <a:pt x="282" y="1921"/>
                    <a:pt x="291" y="1921"/>
                  </a:cubicBezTo>
                  <a:lnTo>
                    <a:pt x="539" y="1921"/>
                  </a:lnTo>
                  <a:cubicBezTo>
                    <a:pt x="567" y="2121"/>
                    <a:pt x="644" y="2302"/>
                    <a:pt x="758" y="2464"/>
                  </a:cubicBezTo>
                  <a:lnTo>
                    <a:pt x="586" y="2646"/>
                  </a:lnTo>
                  <a:cubicBezTo>
                    <a:pt x="407" y="2796"/>
                    <a:pt x="551" y="3016"/>
                    <a:pt x="714" y="3016"/>
                  </a:cubicBezTo>
                  <a:cubicBezTo>
                    <a:pt x="768" y="3016"/>
                    <a:pt x="825" y="2991"/>
                    <a:pt x="872" y="2932"/>
                  </a:cubicBezTo>
                  <a:lnTo>
                    <a:pt x="1054" y="2760"/>
                  </a:lnTo>
                  <a:cubicBezTo>
                    <a:pt x="1206" y="2875"/>
                    <a:pt x="1388" y="2951"/>
                    <a:pt x="1578" y="2979"/>
                  </a:cubicBezTo>
                  <a:lnTo>
                    <a:pt x="1578" y="3237"/>
                  </a:lnTo>
                  <a:cubicBezTo>
                    <a:pt x="1588" y="3366"/>
                    <a:pt x="1686" y="3430"/>
                    <a:pt x="1785" y="3430"/>
                  </a:cubicBezTo>
                  <a:cubicBezTo>
                    <a:pt x="1884" y="3430"/>
                    <a:pt x="1984" y="3366"/>
                    <a:pt x="1998" y="3237"/>
                  </a:cubicBezTo>
                  <a:lnTo>
                    <a:pt x="1998" y="2979"/>
                  </a:lnTo>
                  <a:cubicBezTo>
                    <a:pt x="2189" y="2951"/>
                    <a:pt x="2361" y="2875"/>
                    <a:pt x="2523" y="2760"/>
                  </a:cubicBezTo>
                  <a:lnTo>
                    <a:pt x="2695" y="2932"/>
                  </a:lnTo>
                  <a:cubicBezTo>
                    <a:pt x="2742" y="2991"/>
                    <a:pt x="2799" y="3016"/>
                    <a:pt x="2854" y="3016"/>
                  </a:cubicBezTo>
                  <a:cubicBezTo>
                    <a:pt x="3017" y="3016"/>
                    <a:pt x="3162" y="2796"/>
                    <a:pt x="2990" y="2646"/>
                  </a:cubicBezTo>
                  <a:lnTo>
                    <a:pt x="2809" y="2464"/>
                  </a:lnTo>
                  <a:cubicBezTo>
                    <a:pt x="2924" y="2302"/>
                    <a:pt x="3000" y="2121"/>
                    <a:pt x="3038" y="1921"/>
                  </a:cubicBezTo>
                  <a:lnTo>
                    <a:pt x="3286" y="1921"/>
                  </a:lnTo>
                  <a:cubicBezTo>
                    <a:pt x="3295" y="1921"/>
                    <a:pt x="3304" y="1922"/>
                    <a:pt x="3312" y="1922"/>
                  </a:cubicBezTo>
                  <a:cubicBezTo>
                    <a:pt x="3576" y="1922"/>
                    <a:pt x="3573" y="1510"/>
                    <a:pt x="3304" y="1510"/>
                  </a:cubicBezTo>
                  <a:cubicBezTo>
                    <a:pt x="3298" y="1510"/>
                    <a:pt x="3292" y="1510"/>
                    <a:pt x="3286" y="1510"/>
                  </a:cubicBezTo>
                  <a:lnTo>
                    <a:pt x="3038" y="1510"/>
                  </a:lnTo>
                  <a:cubicBezTo>
                    <a:pt x="3000" y="1310"/>
                    <a:pt x="2924" y="1129"/>
                    <a:pt x="2809" y="967"/>
                  </a:cubicBezTo>
                  <a:lnTo>
                    <a:pt x="2990" y="785"/>
                  </a:lnTo>
                  <a:cubicBezTo>
                    <a:pt x="3115" y="631"/>
                    <a:pt x="2986" y="443"/>
                    <a:pt x="2832" y="443"/>
                  </a:cubicBezTo>
                  <a:cubicBezTo>
                    <a:pt x="2786" y="443"/>
                    <a:pt x="2739" y="460"/>
                    <a:pt x="2695" y="499"/>
                  </a:cubicBezTo>
                  <a:lnTo>
                    <a:pt x="2523" y="671"/>
                  </a:lnTo>
                  <a:cubicBezTo>
                    <a:pt x="2361" y="556"/>
                    <a:pt x="2179" y="480"/>
                    <a:pt x="1989" y="451"/>
                  </a:cubicBezTo>
                  <a:lnTo>
                    <a:pt x="1989" y="194"/>
                  </a:lnTo>
                  <a:cubicBezTo>
                    <a:pt x="1979" y="65"/>
                    <a:pt x="1881" y="1"/>
                    <a:pt x="1784"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 name="Google Shape;12700;p65">
            <a:extLst>
              <a:ext uri="{FF2B5EF4-FFF2-40B4-BE49-F238E27FC236}">
                <a16:creationId xmlns:a16="http://schemas.microsoft.com/office/drawing/2014/main" id="{40D155AC-2C62-4130-B6A2-FA2F1394EF24}"/>
              </a:ext>
            </a:extLst>
          </p:cNvPr>
          <p:cNvGrpSpPr/>
          <p:nvPr/>
        </p:nvGrpSpPr>
        <p:grpSpPr>
          <a:xfrm>
            <a:off x="2126632" y="3146358"/>
            <a:ext cx="720142" cy="568800"/>
            <a:chOff x="3506590" y="3833812"/>
            <a:chExt cx="396796" cy="313407"/>
          </a:xfrm>
        </p:grpSpPr>
        <p:sp>
          <p:nvSpPr>
            <p:cNvPr id="74" name="Google Shape;12701;p65">
              <a:extLst>
                <a:ext uri="{FF2B5EF4-FFF2-40B4-BE49-F238E27FC236}">
                  <a16:creationId xmlns:a16="http://schemas.microsoft.com/office/drawing/2014/main" id="{736699E3-08E3-4DB4-8193-50EC34E0D260}"/>
                </a:ext>
              </a:extLst>
            </p:cNvPr>
            <p:cNvSpPr/>
            <p:nvPr/>
          </p:nvSpPr>
          <p:spPr>
            <a:xfrm>
              <a:off x="3511608" y="3839404"/>
              <a:ext cx="370428" cy="302667"/>
            </a:xfrm>
            <a:custGeom>
              <a:avLst/>
              <a:gdLst/>
              <a:ahLst/>
              <a:cxnLst/>
              <a:rect l="l" t="t" r="r" b="b"/>
              <a:pathLst>
                <a:path w="14175" h="11582" extrusionOk="0">
                  <a:moveTo>
                    <a:pt x="9070" y="0"/>
                  </a:moveTo>
                  <a:cubicBezTo>
                    <a:pt x="8246" y="0"/>
                    <a:pt x="7449" y="615"/>
                    <a:pt x="7405" y="1581"/>
                  </a:cubicBezTo>
                  <a:cubicBezTo>
                    <a:pt x="7357" y="697"/>
                    <a:pt x="6626" y="4"/>
                    <a:pt x="5741" y="4"/>
                  </a:cubicBezTo>
                  <a:cubicBezTo>
                    <a:pt x="5501" y="4"/>
                    <a:pt x="5270" y="52"/>
                    <a:pt x="5049" y="148"/>
                  </a:cubicBezTo>
                  <a:cubicBezTo>
                    <a:pt x="4847" y="254"/>
                    <a:pt x="4655" y="389"/>
                    <a:pt x="4501" y="562"/>
                  </a:cubicBezTo>
                  <a:cubicBezTo>
                    <a:pt x="4364" y="531"/>
                    <a:pt x="4227" y="516"/>
                    <a:pt x="4092" y="516"/>
                  </a:cubicBezTo>
                  <a:cubicBezTo>
                    <a:pt x="3343" y="516"/>
                    <a:pt x="2652" y="973"/>
                    <a:pt x="2376" y="1706"/>
                  </a:cubicBezTo>
                  <a:cubicBezTo>
                    <a:pt x="2356" y="1754"/>
                    <a:pt x="2347" y="1802"/>
                    <a:pt x="2327" y="1850"/>
                  </a:cubicBezTo>
                  <a:cubicBezTo>
                    <a:pt x="2212" y="2264"/>
                    <a:pt x="2241" y="2716"/>
                    <a:pt x="2424" y="3110"/>
                  </a:cubicBezTo>
                  <a:lnTo>
                    <a:pt x="2376" y="3120"/>
                  </a:lnTo>
                  <a:cubicBezTo>
                    <a:pt x="298" y="3851"/>
                    <a:pt x="0" y="6678"/>
                    <a:pt x="1875" y="7822"/>
                  </a:cubicBezTo>
                  <a:cubicBezTo>
                    <a:pt x="1041" y="9049"/>
                    <a:pt x="1918" y="10707"/>
                    <a:pt x="3401" y="10707"/>
                  </a:cubicBezTo>
                  <a:cubicBezTo>
                    <a:pt x="3405" y="10707"/>
                    <a:pt x="3410" y="10707"/>
                    <a:pt x="3414" y="10707"/>
                  </a:cubicBezTo>
                  <a:cubicBezTo>
                    <a:pt x="3683" y="10697"/>
                    <a:pt x="3953" y="10640"/>
                    <a:pt x="4203" y="10515"/>
                  </a:cubicBezTo>
                  <a:cubicBezTo>
                    <a:pt x="4442" y="11163"/>
                    <a:pt x="5059" y="11581"/>
                    <a:pt x="5742" y="11581"/>
                  </a:cubicBezTo>
                  <a:cubicBezTo>
                    <a:pt x="5799" y="11581"/>
                    <a:pt x="5857" y="11578"/>
                    <a:pt x="5914" y="11572"/>
                  </a:cubicBezTo>
                  <a:cubicBezTo>
                    <a:pt x="6655" y="11505"/>
                    <a:pt x="7260" y="10938"/>
                    <a:pt x="7385" y="10207"/>
                  </a:cubicBezTo>
                  <a:cubicBezTo>
                    <a:pt x="7395" y="10159"/>
                    <a:pt x="7405" y="10101"/>
                    <a:pt x="7405" y="10053"/>
                  </a:cubicBezTo>
                  <a:cubicBezTo>
                    <a:pt x="7405" y="10082"/>
                    <a:pt x="7414" y="10120"/>
                    <a:pt x="7414" y="10159"/>
                  </a:cubicBezTo>
                  <a:cubicBezTo>
                    <a:pt x="7539" y="10966"/>
                    <a:pt x="8241" y="11572"/>
                    <a:pt x="9068" y="11572"/>
                  </a:cubicBezTo>
                  <a:cubicBezTo>
                    <a:pt x="9395" y="11572"/>
                    <a:pt x="9732" y="11466"/>
                    <a:pt x="10001" y="11274"/>
                  </a:cubicBezTo>
                  <a:cubicBezTo>
                    <a:pt x="10270" y="11091"/>
                    <a:pt x="10482" y="10832"/>
                    <a:pt x="10607" y="10524"/>
                  </a:cubicBezTo>
                  <a:cubicBezTo>
                    <a:pt x="10847" y="10640"/>
                    <a:pt x="11116" y="10707"/>
                    <a:pt x="11386" y="10707"/>
                  </a:cubicBezTo>
                  <a:cubicBezTo>
                    <a:pt x="11393" y="10707"/>
                    <a:pt x="11399" y="10707"/>
                    <a:pt x="11406" y="10707"/>
                  </a:cubicBezTo>
                  <a:cubicBezTo>
                    <a:pt x="12282" y="10707"/>
                    <a:pt x="13031" y="10094"/>
                    <a:pt x="13213" y="9245"/>
                  </a:cubicBezTo>
                  <a:cubicBezTo>
                    <a:pt x="13222" y="9207"/>
                    <a:pt x="13232" y="9168"/>
                    <a:pt x="13232" y="9130"/>
                  </a:cubicBezTo>
                  <a:cubicBezTo>
                    <a:pt x="13242" y="9062"/>
                    <a:pt x="13242" y="8995"/>
                    <a:pt x="13251" y="8928"/>
                  </a:cubicBezTo>
                  <a:cubicBezTo>
                    <a:pt x="13261" y="8534"/>
                    <a:pt x="13145" y="8149"/>
                    <a:pt x="12924" y="7822"/>
                  </a:cubicBezTo>
                  <a:cubicBezTo>
                    <a:pt x="13040" y="7755"/>
                    <a:pt x="13145" y="7678"/>
                    <a:pt x="13251" y="7582"/>
                  </a:cubicBezTo>
                  <a:cubicBezTo>
                    <a:pt x="13280" y="7562"/>
                    <a:pt x="13309" y="7534"/>
                    <a:pt x="13338" y="7505"/>
                  </a:cubicBezTo>
                  <a:cubicBezTo>
                    <a:pt x="13405" y="7447"/>
                    <a:pt x="13463" y="7389"/>
                    <a:pt x="13520" y="7322"/>
                  </a:cubicBezTo>
                  <a:cubicBezTo>
                    <a:pt x="13944" y="6851"/>
                    <a:pt x="14174" y="6226"/>
                    <a:pt x="14174" y="5591"/>
                  </a:cubicBezTo>
                  <a:cubicBezTo>
                    <a:pt x="14174" y="4466"/>
                    <a:pt x="13453" y="3466"/>
                    <a:pt x="12376" y="3110"/>
                  </a:cubicBezTo>
                  <a:cubicBezTo>
                    <a:pt x="12569" y="2687"/>
                    <a:pt x="12597" y="2216"/>
                    <a:pt x="12453" y="1783"/>
                  </a:cubicBezTo>
                  <a:cubicBezTo>
                    <a:pt x="12443" y="1754"/>
                    <a:pt x="12434" y="1725"/>
                    <a:pt x="12424" y="1706"/>
                  </a:cubicBezTo>
                  <a:cubicBezTo>
                    <a:pt x="12147" y="973"/>
                    <a:pt x="11457" y="516"/>
                    <a:pt x="10708" y="516"/>
                  </a:cubicBezTo>
                  <a:cubicBezTo>
                    <a:pt x="10573" y="516"/>
                    <a:pt x="10436" y="531"/>
                    <a:pt x="10299" y="562"/>
                  </a:cubicBezTo>
                  <a:cubicBezTo>
                    <a:pt x="9955" y="174"/>
                    <a:pt x="9509" y="0"/>
                    <a:pt x="9070" y="0"/>
                  </a:cubicBezTo>
                  <a:close/>
                </a:path>
              </a:pathLst>
            </a:custGeom>
            <a:solidFill>
              <a:srgbClr val="AC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12702;p65">
              <a:extLst>
                <a:ext uri="{FF2B5EF4-FFF2-40B4-BE49-F238E27FC236}">
                  <a16:creationId xmlns:a16="http://schemas.microsoft.com/office/drawing/2014/main" id="{313E63B9-DE6F-41B1-90AF-24D2CD6CF77D}"/>
                </a:ext>
              </a:extLst>
            </p:cNvPr>
            <p:cNvSpPr/>
            <p:nvPr/>
          </p:nvSpPr>
          <p:spPr>
            <a:xfrm>
              <a:off x="3511347" y="3920676"/>
              <a:ext cx="346804" cy="221159"/>
            </a:xfrm>
            <a:custGeom>
              <a:avLst/>
              <a:gdLst/>
              <a:ahLst/>
              <a:cxnLst/>
              <a:rect l="l" t="t" r="r" b="b"/>
              <a:pathLst>
                <a:path w="13271" h="8463" extrusionOk="0">
                  <a:moveTo>
                    <a:pt x="2443" y="0"/>
                  </a:moveTo>
                  <a:cubicBezTo>
                    <a:pt x="328" y="702"/>
                    <a:pt x="1" y="3558"/>
                    <a:pt x="1895" y="4722"/>
                  </a:cubicBezTo>
                  <a:cubicBezTo>
                    <a:pt x="1017" y="6019"/>
                    <a:pt x="2050" y="7594"/>
                    <a:pt x="3404" y="7594"/>
                  </a:cubicBezTo>
                  <a:cubicBezTo>
                    <a:pt x="3665" y="7594"/>
                    <a:pt x="3939" y="7535"/>
                    <a:pt x="4213" y="7405"/>
                  </a:cubicBezTo>
                  <a:cubicBezTo>
                    <a:pt x="4494" y="8114"/>
                    <a:pt x="5121" y="8452"/>
                    <a:pt x="5747" y="8452"/>
                  </a:cubicBezTo>
                  <a:cubicBezTo>
                    <a:pt x="6487" y="8452"/>
                    <a:pt x="7224" y="7978"/>
                    <a:pt x="7386" y="7087"/>
                  </a:cubicBezTo>
                  <a:cubicBezTo>
                    <a:pt x="7395" y="7039"/>
                    <a:pt x="7405" y="6991"/>
                    <a:pt x="7405" y="6943"/>
                  </a:cubicBezTo>
                  <a:lnTo>
                    <a:pt x="7405" y="6933"/>
                  </a:lnTo>
                  <a:cubicBezTo>
                    <a:pt x="7405" y="6962"/>
                    <a:pt x="7415" y="7010"/>
                    <a:pt x="7415" y="7039"/>
                  </a:cubicBezTo>
                  <a:cubicBezTo>
                    <a:pt x="7540" y="7856"/>
                    <a:pt x="8251" y="8462"/>
                    <a:pt x="9078" y="8462"/>
                  </a:cubicBezTo>
                  <a:cubicBezTo>
                    <a:pt x="9415" y="8462"/>
                    <a:pt x="9742" y="8356"/>
                    <a:pt x="10021" y="8164"/>
                  </a:cubicBezTo>
                  <a:cubicBezTo>
                    <a:pt x="10290" y="7972"/>
                    <a:pt x="10501" y="7712"/>
                    <a:pt x="10617" y="7414"/>
                  </a:cubicBezTo>
                  <a:cubicBezTo>
                    <a:pt x="10867" y="7530"/>
                    <a:pt x="11126" y="7587"/>
                    <a:pt x="11405" y="7597"/>
                  </a:cubicBezTo>
                  <a:cubicBezTo>
                    <a:pt x="12280" y="7597"/>
                    <a:pt x="13040" y="6991"/>
                    <a:pt x="13223" y="6135"/>
                  </a:cubicBezTo>
                  <a:cubicBezTo>
                    <a:pt x="13232" y="6097"/>
                    <a:pt x="13242" y="6058"/>
                    <a:pt x="13242" y="6010"/>
                  </a:cubicBezTo>
                  <a:cubicBezTo>
                    <a:pt x="13252" y="5943"/>
                    <a:pt x="13261" y="5885"/>
                    <a:pt x="13261" y="5818"/>
                  </a:cubicBezTo>
                  <a:cubicBezTo>
                    <a:pt x="13271" y="5577"/>
                    <a:pt x="13232" y="5337"/>
                    <a:pt x="13146" y="5106"/>
                  </a:cubicBezTo>
                  <a:cubicBezTo>
                    <a:pt x="12867" y="5827"/>
                    <a:pt x="12175" y="6299"/>
                    <a:pt x="11405" y="6299"/>
                  </a:cubicBezTo>
                  <a:cubicBezTo>
                    <a:pt x="11175" y="6289"/>
                    <a:pt x="10944" y="6241"/>
                    <a:pt x="10732" y="6154"/>
                  </a:cubicBezTo>
                  <a:cubicBezTo>
                    <a:pt x="10716" y="6150"/>
                    <a:pt x="10700" y="6147"/>
                    <a:pt x="10684" y="6147"/>
                  </a:cubicBezTo>
                  <a:cubicBezTo>
                    <a:pt x="10635" y="6147"/>
                    <a:pt x="10591" y="6171"/>
                    <a:pt x="10569" y="6222"/>
                  </a:cubicBezTo>
                  <a:cubicBezTo>
                    <a:pt x="10444" y="6481"/>
                    <a:pt x="10251" y="6703"/>
                    <a:pt x="10021" y="6866"/>
                  </a:cubicBezTo>
                  <a:cubicBezTo>
                    <a:pt x="9742" y="7058"/>
                    <a:pt x="9415" y="7154"/>
                    <a:pt x="9078" y="7154"/>
                  </a:cubicBezTo>
                  <a:cubicBezTo>
                    <a:pt x="8251" y="7154"/>
                    <a:pt x="7559" y="6558"/>
                    <a:pt x="7434" y="5741"/>
                  </a:cubicBezTo>
                  <a:cubicBezTo>
                    <a:pt x="7424" y="5683"/>
                    <a:pt x="7415" y="5616"/>
                    <a:pt x="7415" y="5558"/>
                  </a:cubicBezTo>
                  <a:cubicBezTo>
                    <a:pt x="7415" y="5635"/>
                    <a:pt x="7405" y="5712"/>
                    <a:pt x="7386" y="5789"/>
                  </a:cubicBezTo>
                  <a:cubicBezTo>
                    <a:pt x="7232" y="6679"/>
                    <a:pt x="6489" y="7170"/>
                    <a:pt x="5740" y="7170"/>
                  </a:cubicBezTo>
                  <a:cubicBezTo>
                    <a:pt x="5177" y="7170"/>
                    <a:pt x="4611" y="6893"/>
                    <a:pt x="4289" y="6299"/>
                  </a:cubicBezTo>
                  <a:cubicBezTo>
                    <a:pt x="4238" y="6205"/>
                    <a:pt x="4150" y="6142"/>
                    <a:pt x="4050" y="6142"/>
                  </a:cubicBezTo>
                  <a:cubicBezTo>
                    <a:pt x="4037" y="6142"/>
                    <a:pt x="4024" y="6143"/>
                    <a:pt x="4011" y="6145"/>
                  </a:cubicBezTo>
                  <a:cubicBezTo>
                    <a:pt x="3948" y="6150"/>
                    <a:pt x="3888" y="6152"/>
                    <a:pt x="3832" y="6152"/>
                  </a:cubicBezTo>
                  <a:cubicBezTo>
                    <a:pt x="2760" y="6152"/>
                    <a:pt x="2848" y="5316"/>
                    <a:pt x="2866" y="4924"/>
                  </a:cubicBezTo>
                  <a:cubicBezTo>
                    <a:pt x="2876" y="4799"/>
                    <a:pt x="2818" y="4674"/>
                    <a:pt x="2712" y="4597"/>
                  </a:cubicBezTo>
                  <a:cubicBezTo>
                    <a:pt x="2068" y="4116"/>
                    <a:pt x="1760" y="3356"/>
                    <a:pt x="1760" y="2491"/>
                  </a:cubicBezTo>
                  <a:cubicBezTo>
                    <a:pt x="1760" y="1952"/>
                    <a:pt x="1924" y="1433"/>
                    <a:pt x="2232" y="991"/>
                  </a:cubicBezTo>
                  <a:cubicBezTo>
                    <a:pt x="2366" y="808"/>
                    <a:pt x="2520" y="635"/>
                    <a:pt x="2693" y="471"/>
                  </a:cubicBezTo>
                  <a:cubicBezTo>
                    <a:pt x="2809" y="356"/>
                    <a:pt x="2539" y="164"/>
                    <a:pt x="2453" y="19"/>
                  </a:cubicBezTo>
                  <a:lnTo>
                    <a:pt x="2443"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12703;p65">
              <a:extLst>
                <a:ext uri="{FF2B5EF4-FFF2-40B4-BE49-F238E27FC236}">
                  <a16:creationId xmlns:a16="http://schemas.microsoft.com/office/drawing/2014/main" id="{3ED964B1-F758-44F3-9DD3-9540B3BFE3F6}"/>
                </a:ext>
              </a:extLst>
            </p:cNvPr>
            <p:cNvSpPr/>
            <p:nvPr/>
          </p:nvSpPr>
          <p:spPr>
            <a:xfrm>
              <a:off x="3506590" y="3833812"/>
              <a:ext cx="396796" cy="313407"/>
            </a:xfrm>
            <a:custGeom>
              <a:avLst/>
              <a:gdLst/>
              <a:ahLst/>
              <a:cxnLst/>
              <a:rect l="l" t="t" r="r" b="b"/>
              <a:pathLst>
                <a:path w="15184" h="11993" extrusionOk="0">
                  <a:moveTo>
                    <a:pt x="5938" y="0"/>
                  </a:moveTo>
                  <a:cubicBezTo>
                    <a:pt x="5471" y="0"/>
                    <a:pt x="5001" y="174"/>
                    <a:pt x="4635" y="536"/>
                  </a:cubicBezTo>
                  <a:lnTo>
                    <a:pt x="4625" y="545"/>
                  </a:lnTo>
                  <a:lnTo>
                    <a:pt x="4606" y="545"/>
                  </a:lnTo>
                  <a:cubicBezTo>
                    <a:pt x="4494" y="527"/>
                    <a:pt x="4383" y="518"/>
                    <a:pt x="4274" y="518"/>
                  </a:cubicBezTo>
                  <a:cubicBezTo>
                    <a:pt x="2931" y="518"/>
                    <a:pt x="1909" y="1837"/>
                    <a:pt x="2327" y="3180"/>
                  </a:cubicBezTo>
                  <a:lnTo>
                    <a:pt x="2337" y="3199"/>
                  </a:lnTo>
                  <a:lnTo>
                    <a:pt x="2317" y="3209"/>
                  </a:lnTo>
                  <a:cubicBezTo>
                    <a:pt x="308" y="4074"/>
                    <a:pt x="0" y="6796"/>
                    <a:pt x="1760" y="8094"/>
                  </a:cubicBezTo>
                  <a:lnTo>
                    <a:pt x="1779" y="8103"/>
                  </a:lnTo>
                  <a:lnTo>
                    <a:pt x="1769" y="8132"/>
                  </a:lnTo>
                  <a:cubicBezTo>
                    <a:pt x="1035" y="9560"/>
                    <a:pt x="2134" y="11132"/>
                    <a:pt x="3581" y="11132"/>
                  </a:cubicBezTo>
                  <a:cubicBezTo>
                    <a:pt x="3801" y="11132"/>
                    <a:pt x="4029" y="11096"/>
                    <a:pt x="4260" y="11017"/>
                  </a:cubicBezTo>
                  <a:lnTo>
                    <a:pt x="4279" y="11007"/>
                  </a:lnTo>
                  <a:lnTo>
                    <a:pt x="4298" y="11027"/>
                  </a:lnTo>
                  <a:cubicBezTo>
                    <a:pt x="4414" y="11248"/>
                    <a:pt x="4587" y="11440"/>
                    <a:pt x="4789" y="11594"/>
                  </a:cubicBezTo>
                  <a:cubicBezTo>
                    <a:pt x="4832" y="11628"/>
                    <a:pt x="4877" y="11642"/>
                    <a:pt x="4919" y="11642"/>
                  </a:cubicBezTo>
                  <a:cubicBezTo>
                    <a:pt x="5093" y="11642"/>
                    <a:pt x="5226" y="11399"/>
                    <a:pt x="5048" y="11267"/>
                  </a:cubicBezTo>
                  <a:cubicBezTo>
                    <a:pt x="4837" y="11104"/>
                    <a:pt x="4683" y="10892"/>
                    <a:pt x="4587" y="10652"/>
                  </a:cubicBezTo>
                  <a:cubicBezTo>
                    <a:pt x="4551" y="10566"/>
                    <a:pt x="4468" y="10518"/>
                    <a:pt x="4385" y="10518"/>
                  </a:cubicBezTo>
                  <a:cubicBezTo>
                    <a:pt x="4355" y="10518"/>
                    <a:pt x="4326" y="10524"/>
                    <a:pt x="4298" y="10536"/>
                  </a:cubicBezTo>
                  <a:cubicBezTo>
                    <a:pt x="4062" y="10650"/>
                    <a:pt x="3820" y="10702"/>
                    <a:pt x="3585" y="10702"/>
                  </a:cubicBezTo>
                  <a:cubicBezTo>
                    <a:pt x="2670" y="10702"/>
                    <a:pt x="1862" y="9913"/>
                    <a:pt x="1962" y="8911"/>
                  </a:cubicBezTo>
                  <a:cubicBezTo>
                    <a:pt x="2057" y="8081"/>
                    <a:pt x="2740" y="7459"/>
                    <a:pt x="3568" y="7459"/>
                  </a:cubicBezTo>
                  <a:cubicBezTo>
                    <a:pt x="3574" y="7459"/>
                    <a:pt x="3580" y="7459"/>
                    <a:pt x="3587" y="7459"/>
                  </a:cubicBezTo>
                  <a:cubicBezTo>
                    <a:pt x="3866" y="7459"/>
                    <a:pt x="3866" y="7026"/>
                    <a:pt x="3587" y="7026"/>
                  </a:cubicBezTo>
                  <a:cubicBezTo>
                    <a:pt x="2991" y="7026"/>
                    <a:pt x="2433" y="7286"/>
                    <a:pt x="2048" y="7738"/>
                  </a:cubicBezTo>
                  <a:lnTo>
                    <a:pt x="2029" y="7757"/>
                  </a:lnTo>
                  <a:lnTo>
                    <a:pt x="2010" y="7738"/>
                  </a:lnTo>
                  <a:cubicBezTo>
                    <a:pt x="510" y="6632"/>
                    <a:pt x="779" y="4324"/>
                    <a:pt x="2491" y="3593"/>
                  </a:cubicBezTo>
                  <a:lnTo>
                    <a:pt x="2510" y="3584"/>
                  </a:lnTo>
                  <a:lnTo>
                    <a:pt x="2519" y="3603"/>
                  </a:lnTo>
                  <a:cubicBezTo>
                    <a:pt x="2894" y="4228"/>
                    <a:pt x="3558" y="4603"/>
                    <a:pt x="4289" y="4613"/>
                  </a:cubicBezTo>
                  <a:cubicBezTo>
                    <a:pt x="4568" y="4613"/>
                    <a:pt x="4568" y="4190"/>
                    <a:pt x="4289" y="4190"/>
                  </a:cubicBezTo>
                  <a:cubicBezTo>
                    <a:pt x="4283" y="4190"/>
                    <a:pt x="4277" y="4190"/>
                    <a:pt x="4271" y="4190"/>
                  </a:cubicBezTo>
                  <a:cubicBezTo>
                    <a:pt x="3347" y="4190"/>
                    <a:pt x="2606" y="3434"/>
                    <a:pt x="2635" y="2516"/>
                  </a:cubicBezTo>
                  <a:cubicBezTo>
                    <a:pt x="2662" y="1625"/>
                    <a:pt x="3384" y="935"/>
                    <a:pt x="4255" y="935"/>
                  </a:cubicBezTo>
                  <a:cubicBezTo>
                    <a:pt x="4295" y="935"/>
                    <a:pt x="4335" y="936"/>
                    <a:pt x="4375" y="939"/>
                  </a:cubicBezTo>
                  <a:cubicBezTo>
                    <a:pt x="4914" y="968"/>
                    <a:pt x="5404" y="1257"/>
                    <a:pt x="5673" y="1718"/>
                  </a:cubicBezTo>
                  <a:cubicBezTo>
                    <a:pt x="5720" y="1785"/>
                    <a:pt x="5784" y="1813"/>
                    <a:pt x="5846" y="1813"/>
                  </a:cubicBezTo>
                  <a:cubicBezTo>
                    <a:pt x="5989" y="1813"/>
                    <a:pt x="6126" y="1665"/>
                    <a:pt x="6039" y="1497"/>
                  </a:cubicBezTo>
                  <a:cubicBezTo>
                    <a:pt x="5827" y="1151"/>
                    <a:pt x="5520" y="872"/>
                    <a:pt x="5154" y="699"/>
                  </a:cubicBezTo>
                  <a:lnTo>
                    <a:pt x="5106" y="680"/>
                  </a:lnTo>
                  <a:lnTo>
                    <a:pt x="5154" y="651"/>
                  </a:lnTo>
                  <a:cubicBezTo>
                    <a:pt x="5401" y="493"/>
                    <a:pt x="5668" y="421"/>
                    <a:pt x="5928" y="421"/>
                  </a:cubicBezTo>
                  <a:cubicBezTo>
                    <a:pt x="6680" y="421"/>
                    <a:pt x="7376" y="1022"/>
                    <a:pt x="7376" y="1872"/>
                  </a:cubicBezTo>
                  <a:lnTo>
                    <a:pt x="7376" y="4959"/>
                  </a:lnTo>
                  <a:lnTo>
                    <a:pt x="7347" y="4959"/>
                  </a:lnTo>
                  <a:cubicBezTo>
                    <a:pt x="6924" y="4940"/>
                    <a:pt x="6625" y="4786"/>
                    <a:pt x="6433" y="4459"/>
                  </a:cubicBezTo>
                  <a:cubicBezTo>
                    <a:pt x="6387" y="4387"/>
                    <a:pt x="6323" y="4357"/>
                    <a:pt x="6259" y="4357"/>
                  </a:cubicBezTo>
                  <a:cubicBezTo>
                    <a:pt x="6111" y="4357"/>
                    <a:pt x="5967" y="4519"/>
                    <a:pt x="6068" y="4680"/>
                  </a:cubicBezTo>
                  <a:cubicBezTo>
                    <a:pt x="6347" y="5132"/>
                    <a:pt x="6779" y="5363"/>
                    <a:pt x="7356" y="5382"/>
                  </a:cubicBezTo>
                  <a:lnTo>
                    <a:pt x="7376" y="5382"/>
                  </a:lnTo>
                  <a:lnTo>
                    <a:pt x="7376" y="8603"/>
                  </a:lnTo>
                  <a:lnTo>
                    <a:pt x="7327" y="8555"/>
                  </a:lnTo>
                  <a:cubicBezTo>
                    <a:pt x="7049" y="8286"/>
                    <a:pt x="6683" y="8142"/>
                    <a:pt x="6299" y="8142"/>
                  </a:cubicBezTo>
                  <a:lnTo>
                    <a:pt x="4991" y="8142"/>
                  </a:lnTo>
                  <a:cubicBezTo>
                    <a:pt x="4712" y="8142"/>
                    <a:pt x="4712" y="8565"/>
                    <a:pt x="4991" y="8565"/>
                  </a:cubicBezTo>
                  <a:lnTo>
                    <a:pt x="6299" y="8565"/>
                  </a:lnTo>
                  <a:cubicBezTo>
                    <a:pt x="6895" y="8565"/>
                    <a:pt x="7385" y="9046"/>
                    <a:pt x="7385" y="9642"/>
                  </a:cubicBezTo>
                  <a:lnTo>
                    <a:pt x="7385" y="10113"/>
                  </a:lnTo>
                  <a:cubicBezTo>
                    <a:pt x="7385" y="10927"/>
                    <a:pt x="6717" y="11565"/>
                    <a:pt x="5937" y="11565"/>
                  </a:cubicBezTo>
                  <a:cubicBezTo>
                    <a:pt x="5860" y="11565"/>
                    <a:pt x="5781" y="11559"/>
                    <a:pt x="5702" y="11546"/>
                  </a:cubicBezTo>
                  <a:lnTo>
                    <a:pt x="5664" y="11546"/>
                  </a:lnTo>
                  <a:cubicBezTo>
                    <a:pt x="5404" y="11546"/>
                    <a:pt x="5375" y="11931"/>
                    <a:pt x="5635" y="11969"/>
                  </a:cubicBezTo>
                  <a:cubicBezTo>
                    <a:pt x="5733" y="11985"/>
                    <a:pt x="5831" y="11992"/>
                    <a:pt x="5928" y="11992"/>
                  </a:cubicBezTo>
                  <a:cubicBezTo>
                    <a:pt x="6602" y="11992"/>
                    <a:pt x="7232" y="11623"/>
                    <a:pt x="7568" y="11027"/>
                  </a:cubicBezTo>
                  <a:lnTo>
                    <a:pt x="7587" y="10979"/>
                  </a:lnTo>
                  <a:lnTo>
                    <a:pt x="7616" y="11027"/>
                  </a:lnTo>
                  <a:cubicBezTo>
                    <a:pt x="7951" y="11630"/>
                    <a:pt x="8587" y="11993"/>
                    <a:pt x="9260" y="11993"/>
                  </a:cubicBezTo>
                  <a:cubicBezTo>
                    <a:pt x="9359" y="11993"/>
                    <a:pt x="9459" y="11985"/>
                    <a:pt x="9558" y="11969"/>
                  </a:cubicBezTo>
                  <a:cubicBezTo>
                    <a:pt x="9822" y="11924"/>
                    <a:pt x="9776" y="11552"/>
                    <a:pt x="9535" y="11552"/>
                  </a:cubicBezTo>
                  <a:cubicBezTo>
                    <a:pt x="9521" y="11552"/>
                    <a:pt x="9506" y="11553"/>
                    <a:pt x="9491" y="11555"/>
                  </a:cubicBezTo>
                  <a:cubicBezTo>
                    <a:pt x="9415" y="11567"/>
                    <a:pt x="9339" y="11573"/>
                    <a:pt x="9265" y="11573"/>
                  </a:cubicBezTo>
                  <a:cubicBezTo>
                    <a:pt x="8475" y="11573"/>
                    <a:pt x="7808" y="10940"/>
                    <a:pt x="7808" y="10123"/>
                  </a:cubicBezTo>
                  <a:lnTo>
                    <a:pt x="7808" y="8257"/>
                  </a:lnTo>
                  <a:cubicBezTo>
                    <a:pt x="7808" y="7661"/>
                    <a:pt x="8289" y="7180"/>
                    <a:pt x="8895" y="7180"/>
                  </a:cubicBezTo>
                  <a:lnTo>
                    <a:pt x="10789" y="7180"/>
                  </a:lnTo>
                  <a:cubicBezTo>
                    <a:pt x="11078" y="7180"/>
                    <a:pt x="11078" y="6757"/>
                    <a:pt x="10789" y="6757"/>
                  </a:cubicBezTo>
                  <a:lnTo>
                    <a:pt x="8895" y="6757"/>
                  </a:lnTo>
                  <a:cubicBezTo>
                    <a:pt x="8510" y="6757"/>
                    <a:pt x="8135" y="6901"/>
                    <a:pt x="7856" y="7171"/>
                  </a:cubicBezTo>
                  <a:lnTo>
                    <a:pt x="7808" y="7219"/>
                  </a:lnTo>
                  <a:lnTo>
                    <a:pt x="7808" y="6344"/>
                  </a:lnTo>
                  <a:lnTo>
                    <a:pt x="7837" y="6344"/>
                  </a:lnTo>
                  <a:cubicBezTo>
                    <a:pt x="8731" y="6305"/>
                    <a:pt x="9443" y="5565"/>
                    <a:pt x="9443" y="4670"/>
                  </a:cubicBezTo>
                  <a:cubicBezTo>
                    <a:pt x="9443" y="4531"/>
                    <a:pt x="9335" y="4461"/>
                    <a:pt x="9227" y="4461"/>
                  </a:cubicBezTo>
                  <a:cubicBezTo>
                    <a:pt x="9118" y="4461"/>
                    <a:pt x="9010" y="4531"/>
                    <a:pt x="9010" y="4670"/>
                  </a:cubicBezTo>
                  <a:cubicBezTo>
                    <a:pt x="9010" y="5334"/>
                    <a:pt x="8501" y="5872"/>
                    <a:pt x="7847" y="5920"/>
                  </a:cubicBezTo>
                  <a:lnTo>
                    <a:pt x="7818" y="5920"/>
                  </a:lnTo>
                  <a:lnTo>
                    <a:pt x="7818" y="1882"/>
                  </a:lnTo>
                  <a:cubicBezTo>
                    <a:pt x="7818" y="1031"/>
                    <a:pt x="8513" y="431"/>
                    <a:pt x="9265" y="431"/>
                  </a:cubicBezTo>
                  <a:cubicBezTo>
                    <a:pt x="9525" y="431"/>
                    <a:pt x="9792" y="502"/>
                    <a:pt x="10039" y="661"/>
                  </a:cubicBezTo>
                  <a:lnTo>
                    <a:pt x="10078" y="689"/>
                  </a:lnTo>
                  <a:lnTo>
                    <a:pt x="10039" y="709"/>
                  </a:lnTo>
                  <a:cubicBezTo>
                    <a:pt x="9664" y="882"/>
                    <a:pt x="9356" y="1161"/>
                    <a:pt x="9154" y="1507"/>
                  </a:cubicBezTo>
                  <a:cubicBezTo>
                    <a:pt x="9067" y="1669"/>
                    <a:pt x="9202" y="1821"/>
                    <a:pt x="9343" y="1821"/>
                  </a:cubicBezTo>
                  <a:cubicBezTo>
                    <a:pt x="9403" y="1821"/>
                    <a:pt x="9464" y="1794"/>
                    <a:pt x="9510" y="1728"/>
                  </a:cubicBezTo>
                  <a:cubicBezTo>
                    <a:pt x="9828" y="1201"/>
                    <a:pt x="10366" y="939"/>
                    <a:pt x="10903" y="939"/>
                  </a:cubicBezTo>
                  <a:cubicBezTo>
                    <a:pt x="11455" y="939"/>
                    <a:pt x="12006" y="1216"/>
                    <a:pt x="12318" y="1766"/>
                  </a:cubicBezTo>
                  <a:cubicBezTo>
                    <a:pt x="12934" y="2853"/>
                    <a:pt x="12145" y="4190"/>
                    <a:pt x="10905" y="4190"/>
                  </a:cubicBezTo>
                  <a:cubicBezTo>
                    <a:pt x="10616" y="4190"/>
                    <a:pt x="10616" y="4613"/>
                    <a:pt x="10905" y="4613"/>
                  </a:cubicBezTo>
                  <a:cubicBezTo>
                    <a:pt x="11626" y="4613"/>
                    <a:pt x="12299" y="4228"/>
                    <a:pt x="12664" y="3613"/>
                  </a:cubicBezTo>
                  <a:lnTo>
                    <a:pt x="12684" y="3584"/>
                  </a:lnTo>
                  <a:lnTo>
                    <a:pt x="12703" y="3593"/>
                  </a:lnTo>
                  <a:cubicBezTo>
                    <a:pt x="14414" y="4324"/>
                    <a:pt x="14674" y="6642"/>
                    <a:pt x="13184" y="7738"/>
                  </a:cubicBezTo>
                  <a:lnTo>
                    <a:pt x="13164" y="7757"/>
                  </a:lnTo>
                  <a:lnTo>
                    <a:pt x="13145" y="7738"/>
                  </a:lnTo>
                  <a:cubicBezTo>
                    <a:pt x="12761" y="7286"/>
                    <a:pt x="12193" y="7036"/>
                    <a:pt x="11607" y="7036"/>
                  </a:cubicBezTo>
                  <a:cubicBezTo>
                    <a:pt x="11318" y="7036"/>
                    <a:pt x="11318" y="7459"/>
                    <a:pt x="11607" y="7459"/>
                  </a:cubicBezTo>
                  <a:cubicBezTo>
                    <a:pt x="12376" y="7459"/>
                    <a:pt x="13039" y="8007"/>
                    <a:pt x="13193" y="8757"/>
                  </a:cubicBezTo>
                  <a:cubicBezTo>
                    <a:pt x="13328" y="9363"/>
                    <a:pt x="13087" y="9988"/>
                    <a:pt x="12597" y="10363"/>
                  </a:cubicBezTo>
                  <a:cubicBezTo>
                    <a:pt x="12305" y="10592"/>
                    <a:pt x="11952" y="10709"/>
                    <a:pt x="11596" y="10709"/>
                  </a:cubicBezTo>
                  <a:cubicBezTo>
                    <a:pt x="11354" y="10709"/>
                    <a:pt x="11111" y="10655"/>
                    <a:pt x="10885" y="10546"/>
                  </a:cubicBezTo>
                  <a:cubicBezTo>
                    <a:pt x="10852" y="10529"/>
                    <a:pt x="10818" y="10521"/>
                    <a:pt x="10785" y="10521"/>
                  </a:cubicBezTo>
                  <a:cubicBezTo>
                    <a:pt x="10704" y="10521"/>
                    <a:pt x="10631" y="10569"/>
                    <a:pt x="10597" y="10652"/>
                  </a:cubicBezTo>
                  <a:cubicBezTo>
                    <a:pt x="10501" y="10892"/>
                    <a:pt x="10337" y="11104"/>
                    <a:pt x="10135" y="11267"/>
                  </a:cubicBezTo>
                  <a:cubicBezTo>
                    <a:pt x="9957" y="11406"/>
                    <a:pt x="10091" y="11652"/>
                    <a:pt x="10265" y="11652"/>
                  </a:cubicBezTo>
                  <a:cubicBezTo>
                    <a:pt x="10307" y="11652"/>
                    <a:pt x="10352" y="11637"/>
                    <a:pt x="10395" y="11604"/>
                  </a:cubicBezTo>
                  <a:cubicBezTo>
                    <a:pt x="10597" y="11440"/>
                    <a:pt x="10760" y="11248"/>
                    <a:pt x="10885" y="11027"/>
                  </a:cubicBezTo>
                  <a:lnTo>
                    <a:pt x="10895" y="11007"/>
                  </a:lnTo>
                  <a:lnTo>
                    <a:pt x="10914" y="11017"/>
                  </a:lnTo>
                  <a:cubicBezTo>
                    <a:pt x="11134" y="11093"/>
                    <a:pt x="11363" y="11130"/>
                    <a:pt x="11592" y="11130"/>
                  </a:cubicBezTo>
                  <a:cubicBezTo>
                    <a:pt x="12031" y="11130"/>
                    <a:pt x="12467" y="10991"/>
                    <a:pt x="12828" y="10719"/>
                  </a:cubicBezTo>
                  <a:cubicBezTo>
                    <a:pt x="13376" y="10315"/>
                    <a:pt x="13684" y="9652"/>
                    <a:pt x="13645" y="8969"/>
                  </a:cubicBezTo>
                  <a:cubicBezTo>
                    <a:pt x="13626" y="8671"/>
                    <a:pt x="13549" y="8392"/>
                    <a:pt x="13405" y="8132"/>
                  </a:cubicBezTo>
                  <a:lnTo>
                    <a:pt x="13395" y="8103"/>
                  </a:lnTo>
                  <a:lnTo>
                    <a:pt x="13414" y="8094"/>
                  </a:lnTo>
                  <a:cubicBezTo>
                    <a:pt x="15184" y="6796"/>
                    <a:pt x="14876" y="4074"/>
                    <a:pt x="12866" y="3209"/>
                  </a:cubicBezTo>
                  <a:lnTo>
                    <a:pt x="12876" y="3209"/>
                  </a:lnTo>
                  <a:lnTo>
                    <a:pt x="12857" y="3199"/>
                  </a:lnTo>
                  <a:lnTo>
                    <a:pt x="12857" y="3170"/>
                  </a:lnTo>
                  <a:cubicBezTo>
                    <a:pt x="13276" y="1832"/>
                    <a:pt x="12255" y="511"/>
                    <a:pt x="10908" y="511"/>
                  </a:cubicBezTo>
                  <a:cubicBezTo>
                    <a:pt x="10803" y="511"/>
                    <a:pt x="10696" y="519"/>
                    <a:pt x="10587" y="536"/>
                  </a:cubicBezTo>
                  <a:lnTo>
                    <a:pt x="10568" y="536"/>
                  </a:lnTo>
                  <a:lnTo>
                    <a:pt x="10558" y="526"/>
                  </a:lnTo>
                  <a:cubicBezTo>
                    <a:pt x="10191" y="171"/>
                    <a:pt x="9726" y="1"/>
                    <a:pt x="9266" y="1"/>
                  </a:cubicBezTo>
                  <a:cubicBezTo>
                    <a:pt x="8616" y="1"/>
                    <a:pt x="7974" y="338"/>
                    <a:pt x="7626" y="968"/>
                  </a:cubicBezTo>
                  <a:lnTo>
                    <a:pt x="7597" y="1007"/>
                  </a:lnTo>
                  <a:lnTo>
                    <a:pt x="7577" y="968"/>
                  </a:lnTo>
                  <a:cubicBezTo>
                    <a:pt x="7231" y="336"/>
                    <a:pt x="6587" y="0"/>
                    <a:pt x="5938"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 name="Google Shape;10957;p64">
            <a:extLst>
              <a:ext uri="{FF2B5EF4-FFF2-40B4-BE49-F238E27FC236}">
                <a16:creationId xmlns:a16="http://schemas.microsoft.com/office/drawing/2014/main" id="{2053685C-EE59-4A36-A947-7296D243BB32}"/>
              </a:ext>
            </a:extLst>
          </p:cNvPr>
          <p:cNvGrpSpPr/>
          <p:nvPr/>
        </p:nvGrpSpPr>
        <p:grpSpPr>
          <a:xfrm>
            <a:off x="6119786" y="2983007"/>
            <a:ext cx="760267" cy="693822"/>
            <a:chOff x="3531026" y="1977314"/>
            <a:chExt cx="359232" cy="327836"/>
          </a:xfrm>
        </p:grpSpPr>
        <p:sp>
          <p:nvSpPr>
            <p:cNvPr id="78" name="Google Shape;10958;p64">
              <a:extLst>
                <a:ext uri="{FF2B5EF4-FFF2-40B4-BE49-F238E27FC236}">
                  <a16:creationId xmlns:a16="http://schemas.microsoft.com/office/drawing/2014/main" id="{654CA503-E13D-4714-B1A9-E5100E0FD5EB}"/>
                </a:ext>
              </a:extLst>
            </p:cNvPr>
            <p:cNvSpPr/>
            <p:nvPr/>
          </p:nvSpPr>
          <p:spPr>
            <a:xfrm>
              <a:off x="3668156" y="1977314"/>
              <a:ext cx="96806" cy="92590"/>
            </a:xfrm>
            <a:custGeom>
              <a:avLst/>
              <a:gdLst/>
              <a:ahLst/>
              <a:cxnLst/>
              <a:rect l="l" t="t" r="r" b="b"/>
              <a:pathLst>
                <a:path w="3697" h="3536" extrusionOk="0">
                  <a:moveTo>
                    <a:pt x="1845" y="862"/>
                  </a:moveTo>
                  <a:cubicBezTo>
                    <a:pt x="2066" y="862"/>
                    <a:pt x="2290" y="944"/>
                    <a:pt x="2472" y="1129"/>
                  </a:cubicBezTo>
                  <a:cubicBezTo>
                    <a:pt x="3044" y="1701"/>
                    <a:pt x="2643" y="2674"/>
                    <a:pt x="1832" y="2674"/>
                  </a:cubicBezTo>
                  <a:cubicBezTo>
                    <a:pt x="1336" y="2674"/>
                    <a:pt x="936" y="2264"/>
                    <a:pt x="936" y="1768"/>
                  </a:cubicBezTo>
                  <a:cubicBezTo>
                    <a:pt x="936" y="1225"/>
                    <a:pt x="1382" y="862"/>
                    <a:pt x="1845" y="862"/>
                  </a:cubicBezTo>
                  <a:close/>
                  <a:moveTo>
                    <a:pt x="1832" y="1"/>
                  </a:moveTo>
                  <a:cubicBezTo>
                    <a:pt x="1732" y="1"/>
                    <a:pt x="1632" y="65"/>
                    <a:pt x="1623" y="194"/>
                  </a:cubicBezTo>
                  <a:lnTo>
                    <a:pt x="1623" y="461"/>
                  </a:lnTo>
                  <a:cubicBezTo>
                    <a:pt x="1422" y="499"/>
                    <a:pt x="1231" y="576"/>
                    <a:pt x="1060" y="700"/>
                  </a:cubicBezTo>
                  <a:lnTo>
                    <a:pt x="869" y="509"/>
                  </a:lnTo>
                  <a:cubicBezTo>
                    <a:pt x="826" y="470"/>
                    <a:pt x="779" y="454"/>
                    <a:pt x="733" y="454"/>
                  </a:cubicBezTo>
                  <a:cubicBezTo>
                    <a:pt x="576" y="454"/>
                    <a:pt x="440" y="649"/>
                    <a:pt x="573" y="805"/>
                  </a:cubicBezTo>
                  <a:lnTo>
                    <a:pt x="764" y="995"/>
                  </a:lnTo>
                  <a:cubicBezTo>
                    <a:pt x="640" y="1158"/>
                    <a:pt x="564" y="1358"/>
                    <a:pt x="526" y="1558"/>
                  </a:cubicBezTo>
                  <a:lnTo>
                    <a:pt x="258" y="1558"/>
                  </a:lnTo>
                  <a:cubicBezTo>
                    <a:pt x="1" y="1577"/>
                    <a:pt x="1" y="1949"/>
                    <a:pt x="258" y="1978"/>
                  </a:cubicBezTo>
                  <a:lnTo>
                    <a:pt x="526" y="1978"/>
                  </a:lnTo>
                  <a:cubicBezTo>
                    <a:pt x="564" y="2178"/>
                    <a:pt x="640" y="2369"/>
                    <a:pt x="764" y="2541"/>
                  </a:cubicBezTo>
                  <a:lnTo>
                    <a:pt x="573" y="2732"/>
                  </a:lnTo>
                  <a:cubicBezTo>
                    <a:pt x="407" y="2876"/>
                    <a:pt x="552" y="3097"/>
                    <a:pt x="715" y="3097"/>
                  </a:cubicBezTo>
                  <a:cubicBezTo>
                    <a:pt x="768" y="3097"/>
                    <a:pt x="822" y="3074"/>
                    <a:pt x="869" y="3018"/>
                  </a:cubicBezTo>
                  <a:lnTo>
                    <a:pt x="1060" y="2837"/>
                  </a:lnTo>
                  <a:cubicBezTo>
                    <a:pt x="1231" y="2951"/>
                    <a:pt x="1422" y="3037"/>
                    <a:pt x="1623" y="3075"/>
                  </a:cubicBezTo>
                  <a:lnTo>
                    <a:pt x="1623" y="3342"/>
                  </a:lnTo>
                  <a:cubicBezTo>
                    <a:pt x="1632" y="3471"/>
                    <a:pt x="1732" y="3535"/>
                    <a:pt x="1832" y="3535"/>
                  </a:cubicBezTo>
                  <a:cubicBezTo>
                    <a:pt x="1933" y="3535"/>
                    <a:pt x="2033" y="3471"/>
                    <a:pt x="2042" y="3342"/>
                  </a:cubicBezTo>
                  <a:lnTo>
                    <a:pt x="2042" y="3066"/>
                  </a:lnTo>
                  <a:cubicBezTo>
                    <a:pt x="2243" y="3037"/>
                    <a:pt x="2443" y="2951"/>
                    <a:pt x="2605" y="2827"/>
                  </a:cubicBezTo>
                  <a:lnTo>
                    <a:pt x="2796" y="3018"/>
                  </a:lnTo>
                  <a:cubicBezTo>
                    <a:pt x="2838" y="3054"/>
                    <a:pt x="2884" y="3069"/>
                    <a:pt x="2929" y="3069"/>
                  </a:cubicBezTo>
                  <a:cubicBezTo>
                    <a:pt x="3084" y="3069"/>
                    <a:pt x="3218" y="2880"/>
                    <a:pt x="3092" y="2732"/>
                  </a:cubicBezTo>
                  <a:lnTo>
                    <a:pt x="2901" y="2541"/>
                  </a:lnTo>
                  <a:cubicBezTo>
                    <a:pt x="3025" y="2369"/>
                    <a:pt x="3101" y="2178"/>
                    <a:pt x="3139" y="1968"/>
                  </a:cubicBezTo>
                  <a:lnTo>
                    <a:pt x="3407" y="1968"/>
                  </a:lnTo>
                  <a:cubicBezTo>
                    <a:pt x="3416" y="1969"/>
                    <a:pt x="3424" y="1970"/>
                    <a:pt x="3433" y="1970"/>
                  </a:cubicBezTo>
                  <a:cubicBezTo>
                    <a:pt x="3696" y="1970"/>
                    <a:pt x="3694" y="1558"/>
                    <a:pt x="3424" y="1558"/>
                  </a:cubicBezTo>
                  <a:cubicBezTo>
                    <a:pt x="3419" y="1558"/>
                    <a:pt x="3413" y="1558"/>
                    <a:pt x="3407" y="1558"/>
                  </a:cubicBezTo>
                  <a:lnTo>
                    <a:pt x="3139" y="1558"/>
                  </a:lnTo>
                  <a:cubicBezTo>
                    <a:pt x="3101" y="1358"/>
                    <a:pt x="3025" y="1158"/>
                    <a:pt x="2901" y="995"/>
                  </a:cubicBezTo>
                  <a:lnTo>
                    <a:pt x="3092" y="805"/>
                  </a:lnTo>
                  <a:cubicBezTo>
                    <a:pt x="3218" y="648"/>
                    <a:pt x="3084" y="458"/>
                    <a:pt x="2928" y="458"/>
                  </a:cubicBezTo>
                  <a:cubicBezTo>
                    <a:pt x="2884" y="458"/>
                    <a:pt x="2838" y="473"/>
                    <a:pt x="2796" y="509"/>
                  </a:cubicBezTo>
                  <a:lnTo>
                    <a:pt x="2605" y="700"/>
                  </a:lnTo>
                  <a:cubicBezTo>
                    <a:pt x="2443" y="576"/>
                    <a:pt x="2243" y="499"/>
                    <a:pt x="2042" y="461"/>
                  </a:cubicBezTo>
                  <a:lnTo>
                    <a:pt x="2042" y="194"/>
                  </a:lnTo>
                  <a:cubicBezTo>
                    <a:pt x="2033" y="65"/>
                    <a:pt x="1933" y="1"/>
                    <a:pt x="1832"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10959;p64">
              <a:extLst>
                <a:ext uri="{FF2B5EF4-FFF2-40B4-BE49-F238E27FC236}">
                  <a16:creationId xmlns:a16="http://schemas.microsoft.com/office/drawing/2014/main" id="{BB46D1B2-2C39-4F29-A39B-4AE0A1443013}"/>
                </a:ext>
              </a:extLst>
            </p:cNvPr>
            <p:cNvSpPr/>
            <p:nvPr/>
          </p:nvSpPr>
          <p:spPr>
            <a:xfrm>
              <a:off x="3692901" y="2005960"/>
              <a:ext cx="40744" cy="35140"/>
            </a:xfrm>
            <a:custGeom>
              <a:avLst/>
              <a:gdLst/>
              <a:ahLst/>
              <a:cxnLst/>
              <a:rect l="l" t="t" r="r" b="b"/>
              <a:pathLst>
                <a:path w="1556" h="1342" extrusionOk="0">
                  <a:moveTo>
                    <a:pt x="887" y="417"/>
                  </a:moveTo>
                  <a:cubicBezTo>
                    <a:pt x="1031" y="417"/>
                    <a:pt x="1145" y="531"/>
                    <a:pt x="1145" y="674"/>
                  </a:cubicBezTo>
                  <a:cubicBezTo>
                    <a:pt x="1145" y="824"/>
                    <a:pt x="1016" y="925"/>
                    <a:pt x="882" y="925"/>
                  </a:cubicBezTo>
                  <a:cubicBezTo>
                    <a:pt x="820" y="925"/>
                    <a:pt x="757" y="904"/>
                    <a:pt x="706" y="855"/>
                  </a:cubicBezTo>
                  <a:cubicBezTo>
                    <a:pt x="554" y="693"/>
                    <a:pt x="668" y="417"/>
                    <a:pt x="887" y="417"/>
                  </a:cubicBezTo>
                  <a:close/>
                  <a:moveTo>
                    <a:pt x="886" y="0"/>
                  </a:moveTo>
                  <a:cubicBezTo>
                    <a:pt x="722" y="0"/>
                    <a:pt x="556" y="61"/>
                    <a:pt x="420" y="197"/>
                  </a:cubicBezTo>
                  <a:cubicBezTo>
                    <a:pt x="0" y="617"/>
                    <a:pt x="296" y="1342"/>
                    <a:pt x="887" y="1342"/>
                  </a:cubicBezTo>
                  <a:cubicBezTo>
                    <a:pt x="1260" y="1342"/>
                    <a:pt x="1555" y="1037"/>
                    <a:pt x="1555" y="674"/>
                  </a:cubicBezTo>
                  <a:cubicBezTo>
                    <a:pt x="1555" y="267"/>
                    <a:pt x="1228" y="0"/>
                    <a:pt x="886"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10960;p64">
              <a:extLst>
                <a:ext uri="{FF2B5EF4-FFF2-40B4-BE49-F238E27FC236}">
                  <a16:creationId xmlns:a16="http://schemas.microsoft.com/office/drawing/2014/main" id="{D5D7A430-E39E-4237-9EA2-BBAF9698A1AE}"/>
                </a:ext>
              </a:extLst>
            </p:cNvPr>
            <p:cNvSpPr/>
            <p:nvPr/>
          </p:nvSpPr>
          <p:spPr>
            <a:xfrm>
              <a:off x="3531026" y="2088286"/>
              <a:ext cx="276068" cy="216864"/>
            </a:xfrm>
            <a:custGeom>
              <a:avLst/>
              <a:gdLst/>
              <a:ahLst/>
              <a:cxnLst/>
              <a:rect l="l" t="t" r="r" b="b"/>
              <a:pathLst>
                <a:path w="10543" h="8282" extrusionOk="0">
                  <a:moveTo>
                    <a:pt x="220" y="1"/>
                  </a:moveTo>
                  <a:cubicBezTo>
                    <a:pt x="96" y="1"/>
                    <a:pt x="0" y="96"/>
                    <a:pt x="0" y="220"/>
                  </a:cubicBezTo>
                  <a:lnTo>
                    <a:pt x="0" y="8062"/>
                  </a:lnTo>
                  <a:cubicBezTo>
                    <a:pt x="0" y="8186"/>
                    <a:pt x="96" y="8282"/>
                    <a:pt x="220" y="8282"/>
                  </a:cubicBezTo>
                  <a:lnTo>
                    <a:pt x="10361" y="8282"/>
                  </a:lnTo>
                  <a:cubicBezTo>
                    <a:pt x="10437" y="8282"/>
                    <a:pt x="10504" y="8243"/>
                    <a:pt x="10542" y="8186"/>
                  </a:cubicBezTo>
                  <a:lnTo>
                    <a:pt x="10542" y="1594"/>
                  </a:lnTo>
                  <a:cubicBezTo>
                    <a:pt x="10542" y="1470"/>
                    <a:pt x="10437" y="1375"/>
                    <a:pt x="10313" y="1375"/>
                  </a:cubicBezTo>
                  <a:lnTo>
                    <a:pt x="4265" y="1375"/>
                  </a:lnTo>
                  <a:lnTo>
                    <a:pt x="2948" y="58"/>
                  </a:lnTo>
                  <a:cubicBezTo>
                    <a:pt x="2910" y="20"/>
                    <a:pt x="2853" y="1"/>
                    <a:pt x="2796"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10961;p64">
              <a:extLst>
                <a:ext uri="{FF2B5EF4-FFF2-40B4-BE49-F238E27FC236}">
                  <a16:creationId xmlns:a16="http://schemas.microsoft.com/office/drawing/2014/main" id="{08EF6849-1EF3-415F-BA0B-F3BE02FCEAE2}"/>
                </a:ext>
              </a:extLst>
            </p:cNvPr>
            <p:cNvSpPr/>
            <p:nvPr/>
          </p:nvSpPr>
          <p:spPr>
            <a:xfrm>
              <a:off x="3743360" y="2124264"/>
              <a:ext cx="63472" cy="51742"/>
            </a:xfrm>
            <a:custGeom>
              <a:avLst/>
              <a:gdLst/>
              <a:ahLst/>
              <a:cxnLst/>
              <a:rect l="l" t="t" r="r" b="b"/>
              <a:pathLst>
                <a:path w="2424" h="1976" extrusionOk="0">
                  <a:moveTo>
                    <a:pt x="449" y="1"/>
                  </a:moveTo>
                  <a:lnTo>
                    <a:pt x="86" y="363"/>
                  </a:lnTo>
                  <a:cubicBezTo>
                    <a:pt x="0" y="449"/>
                    <a:pt x="0" y="583"/>
                    <a:pt x="86" y="678"/>
                  </a:cubicBezTo>
                  <a:lnTo>
                    <a:pt x="773" y="1365"/>
                  </a:lnTo>
                  <a:cubicBezTo>
                    <a:pt x="816" y="1403"/>
                    <a:pt x="873" y="1422"/>
                    <a:pt x="930" y="1422"/>
                  </a:cubicBezTo>
                  <a:cubicBezTo>
                    <a:pt x="988" y="1422"/>
                    <a:pt x="1045" y="1403"/>
                    <a:pt x="1088" y="1365"/>
                  </a:cubicBezTo>
                  <a:lnTo>
                    <a:pt x="1536" y="917"/>
                  </a:lnTo>
                  <a:cubicBezTo>
                    <a:pt x="1698" y="1002"/>
                    <a:pt x="1861" y="1069"/>
                    <a:pt x="2042" y="1126"/>
                  </a:cubicBezTo>
                  <a:lnTo>
                    <a:pt x="2042" y="1756"/>
                  </a:lnTo>
                  <a:cubicBezTo>
                    <a:pt x="2042" y="1880"/>
                    <a:pt x="2137" y="1975"/>
                    <a:pt x="2261" y="1975"/>
                  </a:cubicBezTo>
                  <a:lnTo>
                    <a:pt x="2423" y="1975"/>
                  </a:lnTo>
                  <a:lnTo>
                    <a:pt x="2423" y="220"/>
                  </a:lnTo>
                  <a:cubicBezTo>
                    <a:pt x="2423" y="106"/>
                    <a:pt x="2328" y="1"/>
                    <a:pt x="2204"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10962;p64">
              <a:extLst>
                <a:ext uri="{FF2B5EF4-FFF2-40B4-BE49-F238E27FC236}">
                  <a16:creationId xmlns:a16="http://schemas.microsoft.com/office/drawing/2014/main" id="{34370472-C0D9-4256-A469-DEC229C3CA36}"/>
                </a:ext>
              </a:extLst>
            </p:cNvPr>
            <p:cNvSpPr/>
            <p:nvPr/>
          </p:nvSpPr>
          <p:spPr>
            <a:xfrm>
              <a:off x="3531026" y="2193471"/>
              <a:ext cx="276068" cy="111443"/>
            </a:xfrm>
            <a:custGeom>
              <a:avLst/>
              <a:gdLst/>
              <a:ahLst/>
              <a:cxnLst/>
              <a:rect l="l" t="t" r="r" b="b"/>
              <a:pathLst>
                <a:path w="10543" h="4256" extrusionOk="0">
                  <a:moveTo>
                    <a:pt x="0" y="0"/>
                  </a:moveTo>
                  <a:lnTo>
                    <a:pt x="0" y="4036"/>
                  </a:lnTo>
                  <a:cubicBezTo>
                    <a:pt x="0" y="4160"/>
                    <a:pt x="96" y="4255"/>
                    <a:pt x="220" y="4255"/>
                  </a:cubicBezTo>
                  <a:lnTo>
                    <a:pt x="10361" y="4255"/>
                  </a:lnTo>
                  <a:cubicBezTo>
                    <a:pt x="10437" y="4255"/>
                    <a:pt x="10504" y="4217"/>
                    <a:pt x="10542" y="4160"/>
                  </a:cubicBezTo>
                  <a:lnTo>
                    <a:pt x="10542"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10963;p64">
              <a:extLst>
                <a:ext uri="{FF2B5EF4-FFF2-40B4-BE49-F238E27FC236}">
                  <a16:creationId xmlns:a16="http://schemas.microsoft.com/office/drawing/2014/main" id="{6E654D00-39E8-456E-ABE6-2FC897EDDDAE}"/>
                </a:ext>
              </a:extLst>
            </p:cNvPr>
            <p:cNvSpPr/>
            <p:nvPr/>
          </p:nvSpPr>
          <p:spPr>
            <a:xfrm>
              <a:off x="3531785" y="2179462"/>
              <a:ext cx="298535" cy="125688"/>
            </a:xfrm>
            <a:custGeom>
              <a:avLst/>
              <a:gdLst/>
              <a:ahLst/>
              <a:cxnLst/>
              <a:rect l="l" t="t" r="r" b="b"/>
              <a:pathLst>
                <a:path w="11401" h="4800" extrusionOk="0">
                  <a:moveTo>
                    <a:pt x="1068" y="1"/>
                  </a:moveTo>
                  <a:cubicBezTo>
                    <a:pt x="964" y="1"/>
                    <a:pt x="868" y="77"/>
                    <a:pt x="849" y="182"/>
                  </a:cubicBezTo>
                  <a:lnTo>
                    <a:pt x="782" y="535"/>
                  </a:lnTo>
                  <a:lnTo>
                    <a:pt x="134" y="3951"/>
                  </a:lnTo>
                  <a:lnTo>
                    <a:pt x="0" y="4676"/>
                  </a:lnTo>
                  <a:cubicBezTo>
                    <a:pt x="38" y="4752"/>
                    <a:pt x="114" y="4800"/>
                    <a:pt x="191" y="4800"/>
                  </a:cubicBezTo>
                  <a:lnTo>
                    <a:pt x="10332" y="4800"/>
                  </a:lnTo>
                  <a:cubicBezTo>
                    <a:pt x="10437" y="4790"/>
                    <a:pt x="10523" y="4723"/>
                    <a:pt x="10542" y="4618"/>
                  </a:cubicBezTo>
                  <a:lnTo>
                    <a:pt x="10675" y="3951"/>
                  </a:lnTo>
                  <a:lnTo>
                    <a:pt x="11372" y="259"/>
                  </a:lnTo>
                  <a:cubicBezTo>
                    <a:pt x="11400" y="125"/>
                    <a:pt x="11295" y="1"/>
                    <a:pt x="1116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10964;p64">
              <a:extLst>
                <a:ext uri="{FF2B5EF4-FFF2-40B4-BE49-F238E27FC236}">
                  <a16:creationId xmlns:a16="http://schemas.microsoft.com/office/drawing/2014/main" id="{7903F032-CAFB-4CB3-8AE2-36D5217F54B5}"/>
                </a:ext>
              </a:extLst>
            </p:cNvPr>
            <p:cNvSpPr/>
            <p:nvPr/>
          </p:nvSpPr>
          <p:spPr>
            <a:xfrm>
              <a:off x="3531785" y="2282893"/>
              <a:ext cx="279551" cy="22257"/>
            </a:xfrm>
            <a:custGeom>
              <a:avLst/>
              <a:gdLst/>
              <a:ahLst/>
              <a:cxnLst/>
              <a:rect l="l" t="t" r="r" b="b"/>
              <a:pathLst>
                <a:path w="10676" h="850" extrusionOk="0">
                  <a:moveTo>
                    <a:pt x="134" y="1"/>
                  </a:moveTo>
                  <a:lnTo>
                    <a:pt x="29" y="592"/>
                  </a:lnTo>
                  <a:lnTo>
                    <a:pt x="0" y="726"/>
                  </a:lnTo>
                  <a:cubicBezTo>
                    <a:pt x="38" y="802"/>
                    <a:pt x="114" y="850"/>
                    <a:pt x="191" y="850"/>
                  </a:cubicBezTo>
                  <a:lnTo>
                    <a:pt x="10332" y="850"/>
                  </a:lnTo>
                  <a:cubicBezTo>
                    <a:pt x="10437" y="840"/>
                    <a:pt x="10523" y="773"/>
                    <a:pt x="10542" y="668"/>
                  </a:cubicBezTo>
                  <a:lnTo>
                    <a:pt x="10675"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10965;p64">
              <a:extLst>
                <a:ext uri="{FF2B5EF4-FFF2-40B4-BE49-F238E27FC236}">
                  <a16:creationId xmlns:a16="http://schemas.microsoft.com/office/drawing/2014/main" id="{43AC0A4E-FAB3-46CE-AADD-170D6D8EAEF1}"/>
                </a:ext>
              </a:extLst>
            </p:cNvPr>
            <p:cNvSpPr/>
            <p:nvPr/>
          </p:nvSpPr>
          <p:spPr>
            <a:xfrm>
              <a:off x="3740846" y="2015596"/>
              <a:ext cx="149412" cy="149176"/>
            </a:xfrm>
            <a:custGeom>
              <a:avLst/>
              <a:gdLst/>
              <a:ahLst/>
              <a:cxnLst/>
              <a:rect l="l" t="t" r="r" b="b"/>
              <a:pathLst>
                <a:path w="5706" h="5697" extrusionOk="0">
                  <a:moveTo>
                    <a:pt x="2843" y="1622"/>
                  </a:moveTo>
                  <a:cubicBezTo>
                    <a:pt x="3468" y="1622"/>
                    <a:pt x="4065" y="2109"/>
                    <a:pt x="4065" y="2844"/>
                  </a:cubicBezTo>
                  <a:cubicBezTo>
                    <a:pt x="4065" y="3511"/>
                    <a:pt x="3521" y="4055"/>
                    <a:pt x="2853" y="4055"/>
                  </a:cubicBezTo>
                  <a:cubicBezTo>
                    <a:pt x="1766" y="4055"/>
                    <a:pt x="1222" y="2748"/>
                    <a:pt x="1985" y="1985"/>
                  </a:cubicBezTo>
                  <a:cubicBezTo>
                    <a:pt x="2236" y="1734"/>
                    <a:pt x="2543" y="1622"/>
                    <a:pt x="2843" y="1622"/>
                  </a:cubicBezTo>
                  <a:close/>
                  <a:moveTo>
                    <a:pt x="2787" y="1"/>
                  </a:moveTo>
                  <a:cubicBezTo>
                    <a:pt x="2663" y="1"/>
                    <a:pt x="2567" y="96"/>
                    <a:pt x="2567" y="220"/>
                  </a:cubicBezTo>
                  <a:lnTo>
                    <a:pt x="2567" y="764"/>
                  </a:lnTo>
                  <a:cubicBezTo>
                    <a:pt x="2205" y="812"/>
                    <a:pt x="1861" y="955"/>
                    <a:pt x="1565" y="1184"/>
                  </a:cubicBezTo>
                  <a:lnTo>
                    <a:pt x="1174" y="793"/>
                  </a:lnTo>
                  <a:cubicBezTo>
                    <a:pt x="1131" y="750"/>
                    <a:pt x="1077" y="728"/>
                    <a:pt x="1022" y="728"/>
                  </a:cubicBezTo>
                  <a:cubicBezTo>
                    <a:pt x="967" y="728"/>
                    <a:pt x="912" y="750"/>
                    <a:pt x="869" y="793"/>
                  </a:cubicBezTo>
                  <a:lnTo>
                    <a:pt x="783" y="878"/>
                  </a:lnTo>
                  <a:cubicBezTo>
                    <a:pt x="697" y="964"/>
                    <a:pt x="697" y="1098"/>
                    <a:pt x="783" y="1184"/>
                  </a:cubicBezTo>
                  <a:lnTo>
                    <a:pt x="1174" y="1575"/>
                  </a:lnTo>
                  <a:cubicBezTo>
                    <a:pt x="945" y="1871"/>
                    <a:pt x="802" y="2214"/>
                    <a:pt x="755" y="2577"/>
                  </a:cubicBezTo>
                  <a:lnTo>
                    <a:pt x="230" y="2577"/>
                  </a:lnTo>
                  <a:cubicBezTo>
                    <a:pt x="106" y="2577"/>
                    <a:pt x="1" y="2672"/>
                    <a:pt x="1" y="2796"/>
                  </a:cubicBezTo>
                  <a:lnTo>
                    <a:pt x="1" y="2920"/>
                  </a:lnTo>
                  <a:cubicBezTo>
                    <a:pt x="10" y="3035"/>
                    <a:pt x="106" y="3120"/>
                    <a:pt x="230" y="3120"/>
                  </a:cubicBezTo>
                  <a:lnTo>
                    <a:pt x="774" y="3120"/>
                  </a:lnTo>
                  <a:cubicBezTo>
                    <a:pt x="821" y="3483"/>
                    <a:pt x="964" y="3826"/>
                    <a:pt x="1193" y="4122"/>
                  </a:cubicBezTo>
                  <a:lnTo>
                    <a:pt x="802" y="4513"/>
                  </a:lnTo>
                  <a:cubicBezTo>
                    <a:pt x="716" y="4599"/>
                    <a:pt x="716" y="4733"/>
                    <a:pt x="802" y="4818"/>
                  </a:cubicBezTo>
                  <a:lnTo>
                    <a:pt x="888" y="4904"/>
                  </a:lnTo>
                  <a:cubicBezTo>
                    <a:pt x="931" y="4947"/>
                    <a:pt x="986" y="4969"/>
                    <a:pt x="1041" y="4969"/>
                  </a:cubicBezTo>
                  <a:cubicBezTo>
                    <a:pt x="1096" y="4969"/>
                    <a:pt x="1151" y="4947"/>
                    <a:pt x="1193" y="4904"/>
                  </a:cubicBezTo>
                  <a:lnTo>
                    <a:pt x="1585" y="4513"/>
                  </a:lnTo>
                  <a:cubicBezTo>
                    <a:pt x="1880" y="4742"/>
                    <a:pt x="2224" y="4885"/>
                    <a:pt x="2586" y="4933"/>
                  </a:cubicBezTo>
                  <a:lnTo>
                    <a:pt x="2586" y="5477"/>
                  </a:lnTo>
                  <a:cubicBezTo>
                    <a:pt x="2586" y="5601"/>
                    <a:pt x="2682" y="5696"/>
                    <a:pt x="2806" y="5696"/>
                  </a:cubicBezTo>
                  <a:lnTo>
                    <a:pt x="2930" y="5696"/>
                  </a:lnTo>
                  <a:cubicBezTo>
                    <a:pt x="3044" y="5696"/>
                    <a:pt x="3149" y="5601"/>
                    <a:pt x="3149" y="5477"/>
                  </a:cubicBezTo>
                  <a:lnTo>
                    <a:pt x="3149" y="4933"/>
                  </a:lnTo>
                  <a:cubicBezTo>
                    <a:pt x="3512" y="4885"/>
                    <a:pt x="3855" y="4742"/>
                    <a:pt x="4151" y="4513"/>
                  </a:cubicBezTo>
                  <a:lnTo>
                    <a:pt x="4532" y="4904"/>
                  </a:lnTo>
                  <a:cubicBezTo>
                    <a:pt x="4575" y="4947"/>
                    <a:pt x="4633" y="4969"/>
                    <a:pt x="4690" y="4969"/>
                  </a:cubicBezTo>
                  <a:cubicBezTo>
                    <a:pt x="4747" y="4969"/>
                    <a:pt x="4804" y="4947"/>
                    <a:pt x="4847" y="4904"/>
                  </a:cubicBezTo>
                  <a:lnTo>
                    <a:pt x="4933" y="4818"/>
                  </a:lnTo>
                  <a:cubicBezTo>
                    <a:pt x="5019" y="4733"/>
                    <a:pt x="5019" y="4599"/>
                    <a:pt x="4933" y="4513"/>
                  </a:cubicBezTo>
                  <a:lnTo>
                    <a:pt x="4523" y="4113"/>
                  </a:lnTo>
                  <a:cubicBezTo>
                    <a:pt x="4742" y="3826"/>
                    <a:pt x="4885" y="3483"/>
                    <a:pt x="4933" y="3111"/>
                  </a:cubicBezTo>
                  <a:lnTo>
                    <a:pt x="5486" y="3111"/>
                  </a:lnTo>
                  <a:cubicBezTo>
                    <a:pt x="5601" y="3111"/>
                    <a:pt x="5696" y="3015"/>
                    <a:pt x="5706" y="2901"/>
                  </a:cubicBezTo>
                  <a:lnTo>
                    <a:pt x="5706" y="2777"/>
                  </a:lnTo>
                  <a:cubicBezTo>
                    <a:pt x="5706" y="2662"/>
                    <a:pt x="5601" y="2558"/>
                    <a:pt x="5477" y="2558"/>
                  </a:cubicBezTo>
                  <a:lnTo>
                    <a:pt x="4933" y="2558"/>
                  </a:lnTo>
                  <a:cubicBezTo>
                    <a:pt x="4885" y="2195"/>
                    <a:pt x="4742" y="1852"/>
                    <a:pt x="4513" y="1556"/>
                  </a:cubicBezTo>
                  <a:lnTo>
                    <a:pt x="4904" y="1174"/>
                  </a:lnTo>
                  <a:cubicBezTo>
                    <a:pt x="4990" y="1079"/>
                    <a:pt x="4990" y="945"/>
                    <a:pt x="4904" y="859"/>
                  </a:cubicBezTo>
                  <a:lnTo>
                    <a:pt x="4819" y="774"/>
                  </a:lnTo>
                  <a:cubicBezTo>
                    <a:pt x="4776" y="731"/>
                    <a:pt x="4721" y="709"/>
                    <a:pt x="4666" y="709"/>
                  </a:cubicBezTo>
                  <a:cubicBezTo>
                    <a:pt x="4611" y="709"/>
                    <a:pt x="4556" y="731"/>
                    <a:pt x="4513" y="774"/>
                  </a:cubicBezTo>
                  <a:lnTo>
                    <a:pt x="4122" y="1165"/>
                  </a:lnTo>
                  <a:cubicBezTo>
                    <a:pt x="3826" y="936"/>
                    <a:pt x="3483" y="793"/>
                    <a:pt x="3121" y="745"/>
                  </a:cubicBezTo>
                  <a:lnTo>
                    <a:pt x="3121" y="201"/>
                  </a:lnTo>
                  <a:cubicBezTo>
                    <a:pt x="3111" y="87"/>
                    <a:pt x="3016" y="1"/>
                    <a:pt x="2911"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10966;p64">
              <a:extLst>
                <a:ext uri="{FF2B5EF4-FFF2-40B4-BE49-F238E27FC236}">
                  <a16:creationId xmlns:a16="http://schemas.microsoft.com/office/drawing/2014/main" id="{10FB0403-D8AE-41DE-B4C4-FFA78E1F457F}"/>
                </a:ext>
              </a:extLst>
            </p:cNvPr>
            <p:cNvSpPr/>
            <p:nvPr/>
          </p:nvSpPr>
          <p:spPr>
            <a:xfrm>
              <a:off x="3789576" y="2070532"/>
              <a:ext cx="45221" cy="38780"/>
            </a:xfrm>
            <a:custGeom>
              <a:avLst/>
              <a:gdLst/>
              <a:ahLst/>
              <a:cxnLst/>
              <a:rect l="l" t="t" r="r" b="b"/>
              <a:pathLst>
                <a:path w="1727" h="1481" extrusionOk="0">
                  <a:moveTo>
                    <a:pt x="989" y="0"/>
                  </a:moveTo>
                  <a:cubicBezTo>
                    <a:pt x="807" y="0"/>
                    <a:pt x="620" y="69"/>
                    <a:pt x="468" y="221"/>
                  </a:cubicBezTo>
                  <a:cubicBezTo>
                    <a:pt x="0" y="679"/>
                    <a:pt x="334" y="1480"/>
                    <a:pt x="992" y="1480"/>
                  </a:cubicBezTo>
                  <a:cubicBezTo>
                    <a:pt x="1393" y="1480"/>
                    <a:pt x="1727" y="1146"/>
                    <a:pt x="1727" y="736"/>
                  </a:cubicBezTo>
                  <a:cubicBezTo>
                    <a:pt x="1727" y="292"/>
                    <a:pt x="1367" y="0"/>
                    <a:pt x="989"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10967;p64">
              <a:extLst>
                <a:ext uri="{FF2B5EF4-FFF2-40B4-BE49-F238E27FC236}">
                  <a16:creationId xmlns:a16="http://schemas.microsoft.com/office/drawing/2014/main" id="{9253DEDA-3751-490F-AAF5-84AC94055CA8}"/>
                </a:ext>
              </a:extLst>
            </p:cNvPr>
            <p:cNvSpPr/>
            <p:nvPr/>
          </p:nvSpPr>
          <p:spPr>
            <a:xfrm>
              <a:off x="3531026" y="2088286"/>
              <a:ext cx="111679" cy="36004"/>
            </a:xfrm>
            <a:custGeom>
              <a:avLst/>
              <a:gdLst/>
              <a:ahLst/>
              <a:cxnLst/>
              <a:rect l="l" t="t" r="r" b="b"/>
              <a:pathLst>
                <a:path w="4265" h="1375" extrusionOk="0">
                  <a:moveTo>
                    <a:pt x="220" y="1"/>
                  </a:moveTo>
                  <a:cubicBezTo>
                    <a:pt x="96" y="1"/>
                    <a:pt x="0" y="96"/>
                    <a:pt x="0" y="220"/>
                  </a:cubicBezTo>
                  <a:lnTo>
                    <a:pt x="0" y="1375"/>
                  </a:lnTo>
                  <a:lnTo>
                    <a:pt x="4265" y="1375"/>
                  </a:lnTo>
                  <a:lnTo>
                    <a:pt x="2948" y="58"/>
                  </a:lnTo>
                  <a:cubicBezTo>
                    <a:pt x="2910" y="20"/>
                    <a:pt x="2853" y="1"/>
                    <a:pt x="2796"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16735898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Заголовок 14">
            <a:extLst>
              <a:ext uri="{FF2B5EF4-FFF2-40B4-BE49-F238E27FC236}">
                <a16:creationId xmlns:a16="http://schemas.microsoft.com/office/drawing/2014/main" id="{B79670A9-CA53-4896-B293-58DE2CEDEA79}"/>
              </a:ext>
            </a:extLst>
          </p:cNvPr>
          <p:cNvSpPr>
            <a:spLocks noGrp="1"/>
          </p:cNvSpPr>
          <p:nvPr>
            <p:ph type="title"/>
          </p:nvPr>
        </p:nvSpPr>
        <p:spPr/>
        <p:txBody>
          <a:bodyPr/>
          <a:lstStyle/>
          <a:p>
            <a:r>
              <a:rPr lang="ru-RU" dirty="0">
                <a:latin typeface="Bahnschrift SemiBold" panose="020B0502040204020203" pitchFamily="34" charset="0"/>
              </a:rPr>
              <a:t>Рекомендательная система</a:t>
            </a:r>
          </a:p>
        </p:txBody>
      </p:sp>
      <p:sp>
        <p:nvSpPr>
          <p:cNvPr id="16" name="Подзаголовок 15">
            <a:extLst>
              <a:ext uri="{FF2B5EF4-FFF2-40B4-BE49-F238E27FC236}">
                <a16:creationId xmlns:a16="http://schemas.microsoft.com/office/drawing/2014/main" id="{494FB8BD-8BAB-425B-82FA-A0B130BF184D}"/>
              </a:ext>
            </a:extLst>
          </p:cNvPr>
          <p:cNvSpPr>
            <a:spLocks noGrp="1"/>
          </p:cNvSpPr>
          <p:nvPr>
            <p:ph type="subTitle" idx="1"/>
          </p:nvPr>
        </p:nvSpPr>
        <p:spPr>
          <a:xfrm>
            <a:off x="841248" y="2571750"/>
            <a:ext cx="2271677" cy="1501800"/>
          </a:xfrm>
        </p:spPr>
        <p:txBody>
          <a:bodyPr/>
          <a:lstStyle/>
          <a:p>
            <a:r>
              <a:rPr lang="ru-RU" sz="1800" dirty="0">
                <a:latin typeface="Bahnschrift SemiBold" panose="020B0502040204020203" pitchFamily="34" charset="0"/>
              </a:rPr>
              <a:t>Формирование вектора предпочтений</a:t>
            </a:r>
          </a:p>
        </p:txBody>
      </p:sp>
      <p:sp>
        <p:nvSpPr>
          <p:cNvPr id="17" name="Подзаголовок 16">
            <a:extLst>
              <a:ext uri="{FF2B5EF4-FFF2-40B4-BE49-F238E27FC236}">
                <a16:creationId xmlns:a16="http://schemas.microsoft.com/office/drawing/2014/main" id="{80AF280D-943A-485A-B1D6-8D96BD10E922}"/>
              </a:ext>
            </a:extLst>
          </p:cNvPr>
          <p:cNvSpPr>
            <a:spLocks noGrp="1"/>
          </p:cNvSpPr>
          <p:nvPr>
            <p:ph type="subTitle" idx="2"/>
          </p:nvPr>
        </p:nvSpPr>
        <p:spPr>
          <a:xfrm>
            <a:off x="3387970" y="2579823"/>
            <a:ext cx="2271677" cy="1501800"/>
          </a:xfrm>
        </p:spPr>
        <p:txBody>
          <a:bodyPr/>
          <a:lstStyle/>
          <a:p>
            <a:r>
              <a:rPr lang="ru-RU" sz="1800" dirty="0">
                <a:latin typeface="Bahnschrift SemiBold" panose="020B0502040204020203" pitchFamily="34" charset="0"/>
              </a:rPr>
              <a:t>Поиск и</a:t>
            </a:r>
            <a:r>
              <a:rPr lang="en-US" sz="1800" dirty="0">
                <a:latin typeface="Bahnschrift SemiBold" panose="020B0502040204020203" pitchFamily="34" charset="0"/>
              </a:rPr>
              <a:t> </a:t>
            </a:r>
            <a:r>
              <a:rPr lang="ru-RU" sz="1800" dirty="0">
                <a:latin typeface="Bahnschrift SemiBold" panose="020B0502040204020203" pitchFamily="34" charset="0"/>
              </a:rPr>
              <a:t>ранжирование</a:t>
            </a:r>
          </a:p>
        </p:txBody>
      </p:sp>
      <p:sp>
        <p:nvSpPr>
          <p:cNvPr id="18" name="Подзаголовок 17">
            <a:extLst>
              <a:ext uri="{FF2B5EF4-FFF2-40B4-BE49-F238E27FC236}">
                <a16:creationId xmlns:a16="http://schemas.microsoft.com/office/drawing/2014/main" id="{317B6DDE-1A00-469B-8939-88A865BF047E}"/>
              </a:ext>
            </a:extLst>
          </p:cNvPr>
          <p:cNvSpPr>
            <a:spLocks noGrp="1"/>
          </p:cNvSpPr>
          <p:nvPr>
            <p:ph type="subTitle" idx="3"/>
          </p:nvPr>
        </p:nvSpPr>
        <p:spPr/>
        <p:txBody>
          <a:bodyPr/>
          <a:lstStyle/>
          <a:p>
            <a:r>
              <a:rPr lang="ru-RU" sz="1800" dirty="0">
                <a:latin typeface="Bahnschrift SemiBold" panose="020B0502040204020203" pitchFamily="34" charset="0"/>
              </a:rPr>
              <a:t>Выдача результат</a:t>
            </a:r>
          </a:p>
        </p:txBody>
      </p:sp>
      <p:sp>
        <p:nvSpPr>
          <p:cNvPr id="19" name="Подзаголовок 18">
            <a:extLst>
              <a:ext uri="{FF2B5EF4-FFF2-40B4-BE49-F238E27FC236}">
                <a16:creationId xmlns:a16="http://schemas.microsoft.com/office/drawing/2014/main" id="{43833E9F-B2F9-49F3-B893-73001620F412}"/>
              </a:ext>
            </a:extLst>
          </p:cNvPr>
          <p:cNvSpPr>
            <a:spLocks noGrp="1"/>
          </p:cNvSpPr>
          <p:nvPr>
            <p:ph type="subTitle" idx="4"/>
          </p:nvPr>
        </p:nvSpPr>
        <p:spPr/>
        <p:txBody>
          <a:bodyPr/>
          <a:lstStyle/>
          <a:p>
            <a:r>
              <a:rPr lang="ru-RU" sz="3000" dirty="0"/>
              <a:t>0</a:t>
            </a:r>
            <a:r>
              <a:rPr lang="en-US" sz="3000" dirty="0"/>
              <a:t>1</a:t>
            </a:r>
            <a:endParaRPr lang="ru-RU" sz="3000" dirty="0"/>
          </a:p>
        </p:txBody>
      </p:sp>
      <p:sp>
        <p:nvSpPr>
          <p:cNvPr id="20" name="Подзаголовок 19">
            <a:extLst>
              <a:ext uri="{FF2B5EF4-FFF2-40B4-BE49-F238E27FC236}">
                <a16:creationId xmlns:a16="http://schemas.microsoft.com/office/drawing/2014/main" id="{08D603B9-23A0-4B49-B2F1-45FFB2A5EDF8}"/>
              </a:ext>
            </a:extLst>
          </p:cNvPr>
          <p:cNvSpPr>
            <a:spLocks noGrp="1"/>
          </p:cNvSpPr>
          <p:nvPr>
            <p:ph type="subTitle" idx="5"/>
          </p:nvPr>
        </p:nvSpPr>
        <p:spPr/>
        <p:txBody>
          <a:bodyPr/>
          <a:lstStyle/>
          <a:p>
            <a:r>
              <a:rPr lang="ru-RU" sz="3000" dirty="0"/>
              <a:t>0</a:t>
            </a:r>
            <a:r>
              <a:rPr lang="en-US" sz="3000" dirty="0"/>
              <a:t>2</a:t>
            </a:r>
            <a:endParaRPr lang="ru-RU" sz="3000" dirty="0"/>
          </a:p>
        </p:txBody>
      </p:sp>
      <p:sp>
        <p:nvSpPr>
          <p:cNvPr id="21" name="Подзаголовок 20">
            <a:extLst>
              <a:ext uri="{FF2B5EF4-FFF2-40B4-BE49-F238E27FC236}">
                <a16:creationId xmlns:a16="http://schemas.microsoft.com/office/drawing/2014/main" id="{8F330951-AC62-4854-939D-55302DABF29C}"/>
              </a:ext>
            </a:extLst>
          </p:cNvPr>
          <p:cNvSpPr>
            <a:spLocks noGrp="1"/>
          </p:cNvSpPr>
          <p:nvPr>
            <p:ph type="subTitle" idx="6"/>
          </p:nvPr>
        </p:nvSpPr>
        <p:spPr/>
        <p:txBody>
          <a:bodyPr/>
          <a:lstStyle/>
          <a:p>
            <a:r>
              <a:rPr lang="ru-RU" sz="3000" dirty="0"/>
              <a:t>0</a:t>
            </a:r>
            <a:r>
              <a:rPr lang="en-US" sz="3000" dirty="0"/>
              <a:t>3</a:t>
            </a:r>
            <a:endParaRPr lang="ru-RU" sz="3000" dirty="0"/>
          </a:p>
        </p:txBody>
      </p:sp>
      <p:grpSp>
        <p:nvGrpSpPr>
          <p:cNvPr id="88" name="Google Shape;8068;p63">
            <a:extLst>
              <a:ext uri="{FF2B5EF4-FFF2-40B4-BE49-F238E27FC236}">
                <a16:creationId xmlns:a16="http://schemas.microsoft.com/office/drawing/2014/main" id="{51BDD000-D6D1-444F-8519-94640F10E345}"/>
              </a:ext>
            </a:extLst>
          </p:cNvPr>
          <p:cNvGrpSpPr/>
          <p:nvPr/>
        </p:nvGrpSpPr>
        <p:grpSpPr>
          <a:xfrm>
            <a:off x="6942788" y="1601919"/>
            <a:ext cx="618294" cy="872468"/>
            <a:chOff x="908482" y="1502585"/>
            <a:chExt cx="257112" cy="362808"/>
          </a:xfrm>
        </p:grpSpPr>
        <p:sp>
          <p:nvSpPr>
            <p:cNvPr id="89" name="Google Shape;8069;p63">
              <a:extLst>
                <a:ext uri="{FF2B5EF4-FFF2-40B4-BE49-F238E27FC236}">
                  <a16:creationId xmlns:a16="http://schemas.microsoft.com/office/drawing/2014/main" id="{AE570C8A-B15B-4A6F-8FC1-9067E74FB92B}"/>
                </a:ext>
              </a:extLst>
            </p:cNvPr>
            <p:cNvSpPr/>
            <p:nvPr/>
          </p:nvSpPr>
          <p:spPr>
            <a:xfrm>
              <a:off x="908482" y="1526088"/>
              <a:ext cx="257112" cy="339305"/>
            </a:xfrm>
            <a:custGeom>
              <a:avLst/>
              <a:gdLst/>
              <a:ahLst/>
              <a:cxnLst/>
              <a:rect l="l" t="t" r="r" b="b"/>
              <a:pathLst>
                <a:path w="9791" h="12921" extrusionOk="0">
                  <a:moveTo>
                    <a:pt x="670" y="0"/>
                  </a:moveTo>
                  <a:cubicBezTo>
                    <a:pt x="297" y="0"/>
                    <a:pt x="0" y="297"/>
                    <a:pt x="0" y="670"/>
                  </a:cubicBezTo>
                  <a:lnTo>
                    <a:pt x="0" y="12250"/>
                  </a:lnTo>
                  <a:cubicBezTo>
                    <a:pt x="0" y="12623"/>
                    <a:pt x="297" y="12920"/>
                    <a:pt x="670" y="12920"/>
                  </a:cubicBezTo>
                  <a:lnTo>
                    <a:pt x="9131" y="12920"/>
                  </a:lnTo>
                  <a:cubicBezTo>
                    <a:pt x="9494" y="12920"/>
                    <a:pt x="9791" y="12623"/>
                    <a:pt x="9791" y="12250"/>
                  </a:cubicBezTo>
                  <a:lnTo>
                    <a:pt x="9791" y="670"/>
                  </a:lnTo>
                  <a:cubicBezTo>
                    <a:pt x="9791" y="297"/>
                    <a:pt x="9494" y="0"/>
                    <a:pt x="9131" y="0"/>
                  </a:cubicBezTo>
                  <a:lnTo>
                    <a:pt x="5561" y="0"/>
                  </a:lnTo>
                  <a:cubicBezTo>
                    <a:pt x="5551" y="354"/>
                    <a:pt x="5255" y="642"/>
                    <a:pt x="4900" y="642"/>
                  </a:cubicBezTo>
                  <a:cubicBezTo>
                    <a:pt x="4537" y="642"/>
                    <a:pt x="4240" y="354"/>
                    <a:pt x="4231"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8070;p63">
              <a:extLst>
                <a:ext uri="{FF2B5EF4-FFF2-40B4-BE49-F238E27FC236}">
                  <a16:creationId xmlns:a16="http://schemas.microsoft.com/office/drawing/2014/main" id="{C9620C8C-4F79-48D5-8CAB-F0C34CFDD30E}"/>
                </a:ext>
              </a:extLst>
            </p:cNvPr>
            <p:cNvSpPr/>
            <p:nvPr/>
          </p:nvSpPr>
          <p:spPr>
            <a:xfrm>
              <a:off x="920036" y="1526088"/>
              <a:ext cx="234003" cy="315671"/>
            </a:xfrm>
            <a:custGeom>
              <a:avLst/>
              <a:gdLst/>
              <a:ahLst/>
              <a:cxnLst/>
              <a:rect l="l" t="t" r="r" b="b"/>
              <a:pathLst>
                <a:path w="8911" h="12021" extrusionOk="0">
                  <a:moveTo>
                    <a:pt x="2010" y="0"/>
                  </a:moveTo>
                  <a:lnTo>
                    <a:pt x="2010" y="220"/>
                  </a:lnTo>
                  <a:cubicBezTo>
                    <a:pt x="2001" y="345"/>
                    <a:pt x="1905" y="441"/>
                    <a:pt x="1790" y="441"/>
                  </a:cubicBezTo>
                  <a:lnTo>
                    <a:pt x="450" y="441"/>
                  </a:lnTo>
                  <a:cubicBezTo>
                    <a:pt x="202" y="441"/>
                    <a:pt x="1" y="642"/>
                    <a:pt x="1" y="890"/>
                  </a:cubicBezTo>
                  <a:lnTo>
                    <a:pt x="1" y="11580"/>
                  </a:lnTo>
                  <a:cubicBezTo>
                    <a:pt x="1" y="11820"/>
                    <a:pt x="202" y="12021"/>
                    <a:pt x="450" y="12021"/>
                  </a:cubicBezTo>
                  <a:lnTo>
                    <a:pt x="8461" y="12021"/>
                  </a:lnTo>
                  <a:cubicBezTo>
                    <a:pt x="8710" y="12021"/>
                    <a:pt x="8911" y="11820"/>
                    <a:pt x="8911" y="11580"/>
                  </a:cubicBezTo>
                  <a:lnTo>
                    <a:pt x="8911" y="890"/>
                  </a:lnTo>
                  <a:cubicBezTo>
                    <a:pt x="8911" y="642"/>
                    <a:pt x="8710" y="441"/>
                    <a:pt x="8470" y="441"/>
                  </a:cubicBezTo>
                  <a:lnTo>
                    <a:pt x="7131" y="441"/>
                  </a:lnTo>
                  <a:cubicBezTo>
                    <a:pt x="7006" y="441"/>
                    <a:pt x="6910" y="345"/>
                    <a:pt x="6910" y="220"/>
                  </a:cubicBezTo>
                  <a:lnTo>
                    <a:pt x="6910" y="0"/>
                  </a:lnTo>
                  <a:lnTo>
                    <a:pt x="5121" y="0"/>
                  </a:lnTo>
                  <a:cubicBezTo>
                    <a:pt x="5111" y="354"/>
                    <a:pt x="4815" y="642"/>
                    <a:pt x="4460" y="642"/>
                  </a:cubicBezTo>
                  <a:cubicBezTo>
                    <a:pt x="4097" y="642"/>
                    <a:pt x="3800" y="354"/>
                    <a:pt x="3791"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8071;p63">
              <a:extLst>
                <a:ext uri="{FF2B5EF4-FFF2-40B4-BE49-F238E27FC236}">
                  <a16:creationId xmlns:a16="http://schemas.microsoft.com/office/drawing/2014/main" id="{552A9D2C-C32A-475E-B5D0-D1191E618374}"/>
                </a:ext>
              </a:extLst>
            </p:cNvPr>
            <p:cNvSpPr/>
            <p:nvPr/>
          </p:nvSpPr>
          <p:spPr>
            <a:xfrm>
              <a:off x="931853" y="1549459"/>
              <a:ext cx="210631" cy="280746"/>
            </a:xfrm>
            <a:custGeom>
              <a:avLst/>
              <a:gdLst/>
              <a:ahLst/>
              <a:cxnLst/>
              <a:rect l="l" t="t" r="r" b="b"/>
              <a:pathLst>
                <a:path w="8021" h="10691" extrusionOk="0">
                  <a:moveTo>
                    <a:pt x="221" y="0"/>
                  </a:moveTo>
                  <a:cubicBezTo>
                    <a:pt x="96" y="0"/>
                    <a:pt x="0" y="106"/>
                    <a:pt x="0" y="220"/>
                  </a:cubicBezTo>
                  <a:lnTo>
                    <a:pt x="0" y="10470"/>
                  </a:lnTo>
                  <a:cubicBezTo>
                    <a:pt x="0" y="10595"/>
                    <a:pt x="96" y="10690"/>
                    <a:pt x="221" y="10690"/>
                  </a:cubicBezTo>
                  <a:lnTo>
                    <a:pt x="7791" y="10690"/>
                  </a:lnTo>
                  <a:cubicBezTo>
                    <a:pt x="7915" y="10690"/>
                    <a:pt x="8020" y="10595"/>
                    <a:pt x="8020" y="10470"/>
                  </a:cubicBezTo>
                  <a:lnTo>
                    <a:pt x="8020" y="220"/>
                  </a:lnTo>
                  <a:cubicBezTo>
                    <a:pt x="8020" y="106"/>
                    <a:pt x="7915" y="0"/>
                    <a:pt x="779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8072;p63">
              <a:extLst>
                <a:ext uri="{FF2B5EF4-FFF2-40B4-BE49-F238E27FC236}">
                  <a16:creationId xmlns:a16="http://schemas.microsoft.com/office/drawing/2014/main" id="{0A3052EE-06FA-41AE-9F72-71710635ED30}"/>
                </a:ext>
              </a:extLst>
            </p:cNvPr>
            <p:cNvSpPr/>
            <p:nvPr/>
          </p:nvSpPr>
          <p:spPr>
            <a:xfrm>
              <a:off x="984373" y="1502585"/>
              <a:ext cx="105329" cy="52678"/>
            </a:xfrm>
            <a:custGeom>
              <a:avLst/>
              <a:gdLst/>
              <a:ahLst/>
              <a:cxnLst/>
              <a:rect l="l" t="t" r="r" b="b"/>
              <a:pathLst>
                <a:path w="4011" h="2006" extrusionOk="0">
                  <a:moveTo>
                    <a:pt x="2004" y="558"/>
                  </a:moveTo>
                  <a:cubicBezTo>
                    <a:pt x="2178" y="558"/>
                    <a:pt x="2345" y="694"/>
                    <a:pt x="2345" y="895"/>
                  </a:cubicBezTo>
                  <a:cubicBezTo>
                    <a:pt x="2345" y="1087"/>
                    <a:pt x="2192" y="1230"/>
                    <a:pt x="2010" y="1230"/>
                  </a:cubicBezTo>
                  <a:cubicBezTo>
                    <a:pt x="1714" y="1230"/>
                    <a:pt x="1561" y="867"/>
                    <a:pt x="1771" y="656"/>
                  </a:cubicBezTo>
                  <a:cubicBezTo>
                    <a:pt x="1839" y="589"/>
                    <a:pt x="1922" y="558"/>
                    <a:pt x="2004" y="558"/>
                  </a:cubicBezTo>
                  <a:close/>
                  <a:moveTo>
                    <a:pt x="2006" y="0"/>
                  </a:moveTo>
                  <a:cubicBezTo>
                    <a:pt x="1707" y="0"/>
                    <a:pt x="1408" y="149"/>
                    <a:pt x="1235" y="446"/>
                  </a:cubicBezTo>
                  <a:lnTo>
                    <a:pt x="450" y="446"/>
                  </a:lnTo>
                  <a:cubicBezTo>
                    <a:pt x="202" y="446"/>
                    <a:pt x="1" y="646"/>
                    <a:pt x="1" y="895"/>
                  </a:cubicBezTo>
                  <a:lnTo>
                    <a:pt x="1" y="1785"/>
                  </a:lnTo>
                  <a:cubicBezTo>
                    <a:pt x="1" y="1910"/>
                    <a:pt x="106" y="2005"/>
                    <a:pt x="230" y="2005"/>
                  </a:cubicBezTo>
                  <a:lnTo>
                    <a:pt x="3791" y="2005"/>
                  </a:lnTo>
                  <a:cubicBezTo>
                    <a:pt x="3915" y="2005"/>
                    <a:pt x="4011" y="1910"/>
                    <a:pt x="4011" y="1785"/>
                  </a:cubicBezTo>
                  <a:lnTo>
                    <a:pt x="4011" y="895"/>
                  </a:lnTo>
                  <a:cubicBezTo>
                    <a:pt x="4011" y="646"/>
                    <a:pt x="3810" y="446"/>
                    <a:pt x="3570" y="446"/>
                  </a:cubicBezTo>
                  <a:lnTo>
                    <a:pt x="2776" y="446"/>
                  </a:lnTo>
                  <a:cubicBezTo>
                    <a:pt x="2604" y="149"/>
                    <a:pt x="2305" y="0"/>
                    <a:pt x="2006"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8073;p63">
              <a:extLst>
                <a:ext uri="{FF2B5EF4-FFF2-40B4-BE49-F238E27FC236}">
                  <a16:creationId xmlns:a16="http://schemas.microsoft.com/office/drawing/2014/main" id="{022363E3-4F28-4AB4-8DFE-90FF8885E799}"/>
                </a:ext>
              </a:extLst>
            </p:cNvPr>
            <p:cNvSpPr/>
            <p:nvPr/>
          </p:nvSpPr>
          <p:spPr>
            <a:xfrm>
              <a:off x="964022" y="1663559"/>
              <a:ext cx="29175" cy="29175"/>
            </a:xfrm>
            <a:custGeom>
              <a:avLst/>
              <a:gdLst/>
              <a:ahLst/>
              <a:cxnLst/>
              <a:rect l="l" t="t" r="r" b="b"/>
              <a:pathLst>
                <a:path w="1111" h="1111" extrusionOk="0">
                  <a:moveTo>
                    <a:pt x="556" y="0"/>
                  </a:moveTo>
                  <a:cubicBezTo>
                    <a:pt x="249" y="0"/>
                    <a:pt x="0" y="249"/>
                    <a:pt x="0" y="555"/>
                  </a:cubicBezTo>
                  <a:cubicBezTo>
                    <a:pt x="0" y="862"/>
                    <a:pt x="249" y="1110"/>
                    <a:pt x="556" y="1110"/>
                  </a:cubicBezTo>
                  <a:cubicBezTo>
                    <a:pt x="862" y="1110"/>
                    <a:pt x="1111" y="862"/>
                    <a:pt x="1111" y="555"/>
                  </a:cubicBezTo>
                  <a:cubicBezTo>
                    <a:pt x="1111" y="249"/>
                    <a:pt x="862" y="0"/>
                    <a:pt x="556"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8074;p63">
              <a:extLst>
                <a:ext uri="{FF2B5EF4-FFF2-40B4-BE49-F238E27FC236}">
                  <a16:creationId xmlns:a16="http://schemas.microsoft.com/office/drawing/2014/main" id="{952B1D2E-F2DC-435B-819C-A4B1DCFC37A7}"/>
                </a:ext>
              </a:extLst>
            </p:cNvPr>
            <p:cNvSpPr/>
            <p:nvPr/>
          </p:nvSpPr>
          <p:spPr>
            <a:xfrm>
              <a:off x="964022" y="1716079"/>
              <a:ext cx="29175" cy="29437"/>
            </a:xfrm>
            <a:custGeom>
              <a:avLst/>
              <a:gdLst/>
              <a:ahLst/>
              <a:cxnLst/>
              <a:rect l="l" t="t" r="r" b="b"/>
              <a:pathLst>
                <a:path w="1111" h="1121" extrusionOk="0">
                  <a:moveTo>
                    <a:pt x="556" y="0"/>
                  </a:moveTo>
                  <a:cubicBezTo>
                    <a:pt x="249" y="0"/>
                    <a:pt x="0" y="249"/>
                    <a:pt x="0" y="565"/>
                  </a:cubicBezTo>
                  <a:cubicBezTo>
                    <a:pt x="0" y="871"/>
                    <a:pt x="249" y="1120"/>
                    <a:pt x="556" y="1120"/>
                  </a:cubicBezTo>
                  <a:cubicBezTo>
                    <a:pt x="862" y="1120"/>
                    <a:pt x="1111" y="871"/>
                    <a:pt x="1111" y="565"/>
                  </a:cubicBezTo>
                  <a:cubicBezTo>
                    <a:pt x="1111" y="249"/>
                    <a:pt x="862" y="0"/>
                    <a:pt x="556"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8075;p63">
              <a:extLst>
                <a:ext uri="{FF2B5EF4-FFF2-40B4-BE49-F238E27FC236}">
                  <a16:creationId xmlns:a16="http://schemas.microsoft.com/office/drawing/2014/main" id="{DFB630B9-F9E6-4A91-B73E-47369231DB3D}"/>
                </a:ext>
              </a:extLst>
            </p:cNvPr>
            <p:cNvSpPr/>
            <p:nvPr/>
          </p:nvSpPr>
          <p:spPr>
            <a:xfrm>
              <a:off x="964022" y="1768862"/>
              <a:ext cx="29175" cy="29175"/>
            </a:xfrm>
            <a:custGeom>
              <a:avLst/>
              <a:gdLst/>
              <a:ahLst/>
              <a:cxnLst/>
              <a:rect l="l" t="t" r="r" b="b"/>
              <a:pathLst>
                <a:path w="1111" h="1111" extrusionOk="0">
                  <a:moveTo>
                    <a:pt x="556" y="0"/>
                  </a:moveTo>
                  <a:cubicBezTo>
                    <a:pt x="249" y="0"/>
                    <a:pt x="0" y="249"/>
                    <a:pt x="0" y="555"/>
                  </a:cubicBezTo>
                  <a:cubicBezTo>
                    <a:pt x="0" y="861"/>
                    <a:pt x="249" y="1110"/>
                    <a:pt x="556" y="1110"/>
                  </a:cubicBezTo>
                  <a:cubicBezTo>
                    <a:pt x="862" y="1110"/>
                    <a:pt x="1111" y="861"/>
                    <a:pt x="1111" y="555"/>
                  </a:cubicBezTo>
                  <a:cubicBezTo>
                    <a:pt x="1111" y="249"/>
                    <a:pt x="862" y="0"/>
                    <a:pt x="556"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 name="Google Shape;8076;p63">
              <a:extLst>
                <a:ext uri="{FF2B5EF4-FFF2-40B4-BE49-F238E27FC236}">
                  <a16:creationId xmlns:a16="http://schemas.microsoft.com/office/drawing/2014/main" id="{8B0960F9-CC1D-40F5-AFB3-66A3722F4EE4}"/>
                </a:ext>
              </a:extLst>
            </p:cNvPr>
            <p:cNvSpPr/>
            <p:nvPr/>
          </p:nvSpPr>
          <p:spPr>
            <a:xfrm>
              <a:off x="1005985" y="1660539"/>
              <a:ext cx="68145" cy="11843"/>
            </a:xfrm>
            <a:custGeom>
              <a:avLst/>
              <a:gdLst/>
              <a:ahLst/>
              <a:cxnLst/>
              <a:rect l="l" t="t" r="r" b="b"/>
              <a:pathLst>
                <a:path w="2595" h="451" extrusionOk="0">
                  <a:moveTo>
                    <a:pt x="297" y="0"/>
                  </a:moveTo>
                  <a:cubicBezTo>
                    <a:pt x="1" y="0"/>
                    <a:pt x="1" y="450"/>
                    <a:pt x="297" y="450"/>
                  </a:cubicBezTo>
                  <a:lnTo>
                    <a:pt x="2307" y="450"/>
                  </a:lnTo>
                  <a:cubicBezTo>
                    <a:pt x="2594" y="450"/>
                    <a:pt x="2594" y="0"/>
                    <a:pt x="230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8077;p63">
              <a:extLst>
                <a:ext uri="{FF2B5EF4-FFF2-40B4-BE49-F238E27FC236}">
                  <a16:creationId xmlns:a16="http://schemas.microsoft.com/office/drawing/2014/main" id="{C0F2EB3B-0BEA-4DC9-BA62-4D150FC4EBF8}"/>
                </a:ext>
              </a:extLst>
            </p:cNvPr>
            <p:cNvSpPr/>
            <p:nvPr/>
          </p:nvSpPr>
          <p:spPr>
            <a:xfrm>
              <a:off x="1005985" y="1683910"/>
              <a:ext cx="109110" cy="11843"/>
            </a:xfrm>
            <a:custGeom>
              <a:avLst/>
              <a:gdLst/>
              <a:ahLst/>
              <a:cxnLst/>
              <a:rect l="l" t="t" r="r" b="b"/>
              <a:pathLst>
                <a:path w="4155" h="451" extrusionOk="0">
                  <a:moveTo>
                    <a:pt x="297" y="0"/>
                  </a:moveTo>
                  <a:cubicBezTo>
                    <a:pt x="1" y="0"/>
                    <a:pt x="1" y="450"/>
                    <a:pt x="297" y="450"/>
                  </a:cubicBezTo>
                  <a:lnTo>
                    <a:pt x="3858" y="450"/>
                  </a:lnTo>
                  <a:cubicBezTo>
                    <a:pt x="4154" y="450"/>
                    <a:pt x="4154" y="0"/>
                    <a:pt x="3858"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8078;p63">
              <a:extLst>
                <a:ext uri="{FF2B5EF4-FFF2-40B4-BE49-F238E27FC236}">
                  <a16:creationId xmlns:a16="http://schemas.microsoft.com/office/drawing/2014/main" id="{DC3DD3F5-ADF2-43A6-88E1-56669C50E768}"/>
                </a:ext>
              </a:extLst>
            </p:cNvPr>
            <p:cNvSpPr/>
            <p:nvPr/>
          </p:nvSpPr>
          <p:spPr>
            <a:xfrm>
              <a:off x="1005985" y="1713322"/>
              <a:ext cx="68145" cy="11581"/>
            </a:xfrm>
            <a:custGeom>
              <a:avLst/>
              <a:gdLst/>
              <a:ahLst/>
              <a:cxnLst/>
              <a:rect l="l" t="t" r="r" b="b"/>
              <a:pathLst>
                <a:path w="2595" h="441" extrusionOk="0">
                  <a:moveTo>
                    <a:pt x="297" y="0"/>
                  </a:moveTo>
                  <a:cubicBezTo>
                    <a:pt x="1" y="0"/>
                    <a:pt x="1" y="440"/>
                    <a:pt x="297" y="440"/>
                  </a:cubicBezTo>
                  <a:lnTo>
                    <a:pt x="2307" y="440"/>
                  </a:lnTo>
                  <a:cubicBezTo>
                    <a:pt x="2594" y="440"/>
                    <a:pt x="2594" y="0"/>
                    <a:pt x="230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 name="Google Shape;8079;p63">
              <a:extLst>
                <a:ext uri="{FF2B5EF4-FFF2-40B4-BE49-F238E27FC236}">
                  <a16:creationId xmlns:a16="http://schemas.microsoft.com/office/drawing/2014/main" id="{443F7380-BEC5-4860-BC58-9DA4E524051B}"/>
                </a:ext>
              </a:extLst>
            </p:cNvPr>
            <p:cNvSpPr/>
            <p:nvPr/>
          </p:nvSpPr>
          <p:spPr>
            <a:xfrm>
              <a:off x="1005985" y="1736693"/>
              <a:ext cx="109110" cy="11581"/>
            </a:xfrm>
            <a:custGeom>
              <a:avLst/>
              <a:gdLst/>
              <a:ahLst/>
              <a:cxnLst/>
              <a:rect l="l" t="t" r="r" b="b"/>
              <a:pathLst>
                <a:path w="4155" h="441" extrusionOk="0">
                  <a:moveTo>
                    <a:pt x="297" y="0"/>
                  </a:moveTo>
                  <a:cubicBezTo>
                    <a:pt x="1" y="0"/>
                    <a:pt x="1" y="440"/>
                    <a:pt x="297" y="440"/>
                  </a:cubicBezTo>
                  <a:lnTo>
                    <a:pt x="3858" y="440"/>
                  </a:lnTo>
                  <a:cubicBezTo>
                    <a:pt x="4154" y="440"/>
                    <a:pt x="4154" y="0"/>
                    <a:pt x="3858"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 name="Google Shape;8080;p63">
              <a:extLst>
                <a:ext uri="{FF2B5EF4-FFF2-40B4-BE49-F238E27FC236}">
                  <a16:creationId xmlns:a16="http://schemas.microsoft.com/office/drawing/2014/main" id="{F999B8F6-17F6-4151-84DF-5043B69012BC}"/>
                </a:ext>
              </a:extLst>
            </p:cNvPr>
            <p:cNvSpPr/>
            <p:nvPr/>
          </p:nvSpPr>
          <p:spPr>
            <a:xfrm>
              <a:off x="1005985" y="1765842"/>
              <a:ext cx="68145" cy="11843"/>
            </a:xfrm>
            <a:custGeom>
              <a:avLst/>
              <a:gdLst/>
              <a:ahLst/>
              <a:cxnLst/>
              <a:rect l="l" t="t" r="r" b="b"/>
              <a:pathLst>
                <a:path w="2595" h="451" extrusionOk="0">
                  <a:moveTo>
                    <a:pt x="297" y="0"/>
                  </a:moveTo>
                  <a:cubicBezTo>
                    <a:pt x="1" y="0"/>
                    <a:pt x="1" y="450"/>
                    <a:pt x="297" y="450"/>
                  </a:cubicBezTo>
                  <a:lnTo>
                    <a:pt x="2307" y="450"/>
                  </a:lnTo>
                  <a:cubicBezTo>
                    <a:pt x="2594" y="450"/>
                    <a:pt x="2594" y="0"/>
                    <a:pt x="230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8081;p63">
              <a:extLst>
                <a:ext uri="{FF2B5EF4-FFF2-40B4-BE49-F238E27FC236}">
                  <a16:creationId xmlns:a16="http://schemas.microsoft.com/office/drawing/2014/main" id="{1746A376-A122-4C17-9409-4484B9FC0791}"/>
                </a:ext>
              </a:extLst>
            </p:cNvPr>
            <p:cNvSpPr/>
            <p:nvPr/>
          </p:nvSpPr>
          <p:spPr>
            <a:xfrm>
              <a:off x="1005985" y="1789213"/>
              <a:ext cx="109110" cy="11843"/>
            </a:xfrm>
            <a:custGeom>
              <a:avLst/>
              <a:gdLst/>
              <a:ahLst/>
              <a:cxnLst/>
              <a:rect l="l" t="t" r="r" b="b"/>
              <a:pathLst>
                <a:path w="4155" h="451" extrusionOk="0">
                  <a:moveTo>
                    <a:pt x="297" y="0"/>
                  </a:moveTo>
                  <a:cubicBezTo>
                    <a:pt x="1" y="0"/>
                    <a:pt x="1" y="450"/>
                    <a:pt x="297" y="450"/>
                  </a:cubicBezTo>
                  <a:lnTo>
                    <a:pt x="3858" y="450"/>
                  </a:lnTo>
                  <a:cubicBezTo>
                    <a:pt x="4154" y="450"/>
                    <a:pt x="4154" y="0"/>
                    <a:pt x="3858"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8082;p63">
              <a:extLst>
                <a:ext uri="{FF2B5EF4-FFF2-40B4-BE49-F238E27FC236}">
                  <a16:creationId xmlns:a16="http://schemas.microsoft.com/office/drawing/2014/main" id="{F85A9E18-1257-4DFE-BCB5-A40134158299}"/>
                </a:ext>
              </a:extLst>
            </p:cNvPr>
            <p:cNvSpPr/>
            <p:nvPr/>
          </p:nvSpPr>
          <p:spPr>
            <a:xfrm>
              <a:off x="1005985" y="1572831"/>
              <a:ext cx="103333" cy="11843"/>
            </a:xfrm>
            <a:custGeom>
              <a:avLst/>
              <a:gdLst/>
              <a:ahLst/>
              <a:cxnLst/>
              <a:rect l="l" t="t" r="r" b="b"/>
              <a:pathLst>
                <a:path w="3935" h="451" extrusionOk="0">
                  <a:moveTo>
                    <a:pt x="297" y="0"/>
                  </a:moveTo>
                  <a:cubicBezTo>
                    <a:pt x="1" y="0"/>
                    <a:pt x="1" y="450"/>
                    <a:pt x="297" y="450"/>
                  </a:cubicBezTo>
                  <a:lnTo>
                    <a:pt x="3637" y="450"/>
                  </a:lnTo>
                  <a:cubicBezTo>
                    <a:pt x="3934" y="450"/>
                    <a:pt x="3934" y="0"/>
                    <a:pt x="363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 name="Google Shape;8083;p63">
              <a:extLst>
                <a:ext uri="{FF2B5EF4-FFF2-40B4-BE49-F238E27FC236}">
                  <a16:creationId xmlns:a16="http://schemas.microsoft.com/office/drawing/2014/main" id="{3393FF67-2DC7-4437-BA57-6B180A459DD4}"/>
                </a:ext>
              </a:extLst>
            </p:cNvPr>
            <p:cNvSpPr/>
            <p:nvPr/>
          </p:nvSpPr>
          <p:spPr>
            <a:xfrm>
              <a:off x="959243" y="1625613"/>
              <a:ext cx="155853" cy="11581"/>
            </a:xfrm>
            <a:custGeom>
              <a:avLst/>
              <a:gdLst/>
              <a:ahLst/>
              <a:cxnLst/>
              <a:rect l="l" t="t" r="r" b="b"/>
              <a:pathLst>
                <a:path w="5935" h="441" extrusionOk="0">
                  <a:moveTo>
                    <a:pt x="297" y="0"/>
                  </a:moveTo>
                  <a:cubicBezTo>
                    <a:pt x="1" y="0"/>
                    <a:pt x="1" y="440"/>
                    <a:pt x="297" y="440"/>
                  </a:cubicBezTo>
                  <a:lnTo>
                    <a:pt x="5638" y="440"/>
                  </a:lnTo>
                  <a:cubicBezTo>
                    <a:pt x="5934" y="440"/>
                    <a:pt x="5934" y="0"/>
                    <a:pt x="5638"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Google Shape;8084;p63">
              <a:extLst>
                <a:ext uri="{FF2B5EF4-FFF2-40B4-BE49-F238E27FC236}">
                  <a16:creationId xmlns:a16="http://schemas.microsoft.com/office/drawing/2014/main" id="{1F2F3BB5-B4DD-40E7-9DCF-F7C1C8FDD7B9}"/>
                </a:ext>
              </a:extLst>
            </p:cNvPr>
            <p:cNvSpPr/>
            <p:nvPr/>
          </p:nvSpPr>
          <p:spPr>
            <a:xfrm>
              <a:off x="1005985" y="1596202"/>
              <a:ext cx="27179" cy="11843"/>
            </a:xfrm>
            <a:custGeom>
              <a:avLst/>
              <a:gdLst/>
              <a:ahLst/>
              <a:cxnLst/>
              <a:rect l="l" t="t" r="r" b="b"/>
              <a:pathLst>
                <a:path w="1035" h="451" extrusionOk="0">
                  <a:moveTo>
                    <a:pt x="297" y="0"/>
                  </a:moveTo>
                  <a:cubicBezTo>
                    <a:pt x="1" y="0"/>
                    <a:pt x="1" y="450"/>
                    <a:pt x="297" y="450"/>
                  </a:cubicBezTo>
                  <a:lnTo>
                    <a:pt x="738" y="450"/>
                  </a:lnTo>
                  <a:cubicBezTo>
                    <a:pt x="1034" y="450"/>
                    <a:pt x="1034" y="0"/>
                    <a:pt x="738"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8085;p63">
              <a:extLst>
                <a:ext uri="{FF2B5EF4-FFF2-40B4-BE49-F238E27FC236}">
                  <a16:creationId xmlns:a16="http://schemas.microsoft.com/office/drawing/2014/main" id="{DBC8D3EB-6D45-4BFA-B80F-D3C7B17F7B31}"/>
                </a:ext>
              </a:extLst>
            </p:cNvPr>
            <p:cNvSpPr/>
            <p:nvPr/>
          </p:nvSpPr>
          <p:spPr>
            <a:xfrm>
              <a:off x="1040911" y="1596202"/>
              <a:ext cx="38996" cy="11843"/>
            </a:xfrm>
            <a:custGeom>
              <a:avLst/>
              <a:gdLst/>
              <a:ahLst/>
              <a:cxnLst/>
              <a:rect l="l" t="t" r="r" b="b"/>
              <a:pathLst>
                <a:path w="1485" h="451" extrusionOk="0">
                  <a:moveTo>
                    <a:pt x="298" y="0"/>
                  </a:moveTo>
                  <a:cubicBezTo>
                    <a:pt x="1" y="0"/>
                    <a:pt x="1" y="450"/>
                    <a:pt x="298" y="450"/>
                  </a:cubicBezTo>
                  <a:lnTo>
                    <a:pt x="1188" y="450"/>
                  </a:lnTo>
                  <a:cubicBezTo>
                    <a:pt x="1484" y="450"/>
                    <a:pt x="1484" y="0"/>
                    <a:pt x="1188"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8086;p63">
              <a:extLst>
                <a:ext uri="{FF2B5EF4-FFF2-40B4-BE49-F238E27FC236}">
                  <a16:creationId xmlns:a16="http://schemas.microsoft.com/office/drawing/2014/main" id="{8520FB04-0290-4991-86E5-F527E1F864CB}"/>
                </a:ext>
              </a:extLst>
            </p:cNvPr>
            <p:cNvSpPr/>
            <p:nvPr/>
          </p:nvSpPr>
          <p:spPr>
            <a:xfrm>
              <a:off x="961002" y="1572831"/>
              <a:ext cx="35215" cy="35215"/>
            </a:xfrm>
            <a:custGeom>
              <a:avLst/>
              <a:gdLst/>
              <a:ahLst/>
              <a:cxnLst/>
              <a:rect l="l" t="t" r="r" b="b"/>
              <a:pathLst>
                <a:path w="1341" h="1341" extrusionOk="0">
                  <a:moveTo>
                    <a:pt x="230" y="0"/>
                  </a:moveTo>
                  <a:cubicBezTo>
                    <a:pt x="106" y="0"/>
                    <a:pt x="1" y="106"/>
                    <a:pt x="1" y="230"/>
                  </a:cubicBezTo>
                  <a:lnTo>
                    <a:pt x="1" y="1120"/>
                  </a:lnTo>
                  <a:cubicBezTo>
                    <a:pt x="1" y="1235"/>
                    <a:pt x="106" y="1340"/>
                    <a:pt x="230" y="1340"/>
                  </a:cubicBezTo>
                  <a:lnTo>
                    <a:pt x="1120" y="1340"/>
                  </a:lnTo>
                  <a:cubicBezTo>
                    <a:pt x="1235" y="1340"/>
                    <a:pt x="1340" y="1245"/>
                    <a:pt x="1340" y="1120"/>
                  </a:cubicBezTo>
                  <a:lnTo>
                    <a:pt x="1340" y="230"/>
                  </a:lnTo>
                  <a:cubicBezTo>
                    <a:pt x="1340" y="106"/>
                    <a:pt x="1235" y="0"/>
                    <a:pt x="112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8087;p63">
              <a:extLst>
                <a:ext uri="{FF2B5EF4-FFF2-40B4-BE49-F238E27FC236}">
                  <a16:creationId xmlns:a16="http://schemas.microsoft.com/office/drawing/2014/main" id="{2C24C40D-DDC0-4EFE-89BC-CD6C91361EC5}"/>
                </a:ext>
              </a:extLst>
            </p:cNvPr>
            <p:cNvSpPr/>
            <p:nvPr/>
          </p:nvSpPr>
          <p:spPr>
            <a:xfrm>
              <a:off x="984373" y="1543682"/>
              <a:ext cx="105329" cy="11581"/>
            </a:xfrm>
            <a:custGeom>
              <a:avLst/>
              <a:gdLst/>
              <a:ahLst/>
              <a:cxnLst/>
              <a:rect l="l" t="t" r="r" b="b"/>
              <a:pathLst>
                <a:path w="4011" h="441" extrusionOk="0">
                  <a:moveTo>
                    <a:pt x="230" y="0"/>
                  </a:moveTo>
                  <a:cubicBezTo>
                    <a:pt x="106" y="0"/>
                    <a:pt x="1" y="96"/>
                    <a:pt x="1" y="220"/>
                  </a:cubicBezTo>
                  <a:cubicBezTo>
                    <a:pt x="1" y="345"/>
                    <a:pt x="106" y="440"/>
                    <a:pt x="230" y="440"/>
                  </a:cubicBezTo>
                  <a:lnTo>
                    <a:pt x="3791" y="440"/>
                  </a:lnTo>
                  <a:cubicBezTo>
                    <a:pt x="3915" y="440"/>
                    <a:pt x="4011" y="345"/>
                    <a:pt x="4011" y="220"/>
                  </a:cubicBezTo>
                  <a:cubicBezTo>
                    <a:pt x="4011" y="96"/>
                    <a:pt x="3915" y="0"/>
                    <a:pt x="3791"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8088;p63">
              <a:extLst>
                <a:ext uri="{FF2B5EF4-FFF2-40B4-BE49-F238E27FC236}">
                  <a16:creationId xmlns:a16="http://schemas.microsoft.com/office/drawing/2014/main" id="{836AD380-8EB5-492C-A213-CD72408144FF}"/>
                </a:ext>
              </a:extLst>
            </p:cNvPr>
            <p:cNvSpPr/>
            <p:nvPr/>
          </p:nvSpPr>
          <p:spPr>
            <a:xfrm>
              <a:off x="969799" y="1581628"/>
              <a:ext cx="17620" cy="17620"/>
            </a:xfrm>
            <a:custGeom>
              <a:avLst/>
              <a:gdLst/>
              <a:ahLst/>
              <a:cxnLst/>
              <a:rect l="l" t="t" r="r" b="b"/>
              <a:pathLst>
                <a:path w="671" h="671" extrusionOk="0">
                  <a:moveTo>
                    <a:pt x="336" y="0"/>
                  </a:moveTo>
                  <a:cubicBezTo>
                    <a:pt x="154" y="0"/>
                    <a:pt x="1" y="153"/>
                    <a:pt x="1" y="335"/>
                  </a:cubicBezTo>
                  <a:cubicBezTo>
                    <a:pt x="1" y="517"/>
                    <a:pt x="154" y="670"/>
                    <a:pt x="336" y="670"/>
                  </a:cubicBezTo>
                  <a:cubicBezTo>
                    <a:pt x="517" y="670"/>
                    <a:pt x="671" y="517"/>
                    <a:pt x="671" y="335"/>
                  </a:cubicBezTo>
                  <a:cubicBezTo>
                    <a:pt x="671" y="153"/>
                    <a:pt x="517" y="0"/>
                    <a:pt x="33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 name="Google Shape;8327;p63">
            <a:extLst>
              <a:ext uri="{FF2B5EF4-FFF2-40B4-BE49-F238E27FC236}">
                <a16:creationId xmlns:a16="http://schemas.microsoft.com/office/drawing/2014/main" id="{7502C5E4-AD6B-4FB7-B26B-FBAA8447D491}"/>
              </a:ext>
            </a:extLst>
          </p:cNvPr>
          <p:cNvGrpSpPr/>
          <p:nvPr/>
        </p:nvGrpSpPr>
        <p:grpSpPr>
          <a:xfrm>
            <a:off x="4396063" y="1596952"/>
            <a:ext cx="898840" cy="896260"/>
            <a:chOff x="3544540" y="3380963"/>
            <a:chExt cx="320188" cy="319269"/>
          </a:xfrm>
        </p:grpSpPr>
        <p:sp>
          <p:nvSpPr>
            <p:cNvPr id="110" name="Google Shape;8328;p63">
              <a:extLst>
                <a:ext uri="{FF2B5EF4-FFF2-40B4-BE49-F238E27FC236}">
                  <a16:creationId xmlns:a16="http://schemas.microsoft.com/office/drawing/2014/main" id="{6F06DF75-4EF5-45B3-8B1C-67D7B274935F}"/>
                </a:ext>
              </a:extLst>
            </p:cNvPr>
            <p:cNvSpPr/>
            <p:nvPr/>
          </p:nvSpPr>
          <p:spPr>
            <a:xfrm>
              <a:off x="3636528" y="3558218"/>
              <a:ext cx="51023" cy="51049"/>
            </a:xfrm>
            <a:custGeom>
              <a:avLst/>
              <a:gdLst/>
              <a:ahLst/>
              <a:cxnLst/>
              <a:rect l="l" t="t" r="r" b="b"/>
              <a:pathLst>
                <a:path w="1943" h="1944" extrusionOk="0">
                  <a:moveTo>
                    <a:pt x="1196" y="0"/>
                  </a:moveTo>
                  <a:lnTo>
                    <a:pt x="0" y="1197"/>
                  </a:lnTo>
                  <a:cubicBezTo>
                    <a:pt x="86" y="1216"/>
                    <a:pt x="172" y="1254"/>
                    <a:pt x="239" y="1321"/>
                  </a:cubicBezTo>
                  <a:lnTo>
                    <a:pt x="622" y="1704"/>
                  </a:lnTo>
                  <a:cubicBezTo>
                    <a:pt x="689" y="1771"/>
                    <a:pt x="727" y="1857"/>
                    <a:pt x="747" y="1943"/>
                  </a:cubicBezTo>
                  <a:lnTo>
                    <a:pt x="1943" y="747"/>
                  </a:lnTo>
                  <a:cubicBezTo>
                    <a:pt x="1656" y="536"/>
                    <a:pt x="1407" y="287"/>
                    <a:pt x="1196" y="0"/>
                  </a:cubicBezTo>
                  <a:close/>
                </a:path>
              </a:pathLst>
            </a:custGeom>
            <a:solidFill>
              <a:srgbClr val="E2E9ED"/>
            </a:solidFill>
            <a:ln>
              <a:solidFill>
                <a:schemeClr val="tx1">
                  <a:lumMod val="60000"/>
                  <a:lumOff val="4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8329;p63">
              <a:extLst>
                <a:ext uri="{FF2B5EF4-FFF2-40B4-BE49-F238E27FC236}">
                  <a16:creationId xmlns:a16="http://schemas.microsoft.com/office/drawing/2014/main" id="{658C84B2-E6B7-4AE6-8CCC-7AA3A45F06A5}"/>
                </a:ext>
              </a:extLst>
            </p:cNvPr>
            <p:cNvSpPr/>
            <p:nvPr/>
          </p:nvSpPr>
          <p:spPr>
            <a:xfrm>
              <a:off x="3636765" y="3558454"/>
              <a:ext cx="40992" cy="50813"/>
            </a:xfrm>
            <a:custGeom>
              <a:avLst/>
              <a:gdLst/>
              <a:ahLst/>
              <a:cxnLst/>
              <a:rect l="l" t="t" r="r" b="b"/>
              <a:pathLst>
                <a:path w="1561" h="1935" extrusionOk="0">
                  <a:moveTo>
                    <a:pt x="1197" y="1"/>
                  </a:moveTo>
                  <a:lnTo>
                    <a:pt x="1" y="1197"/>
                  </a:lnTo>
                  <a:cubicBezTo>
                    <a:pt x="87" y="1207"/>
                    <a:pt x="173" y="1245"/>
                    <a:pt x="240" y="1312"/>
                  </a:cubicBezTo>
                  <a:lnTo>
                    <a:pt x="623" y="1695"/>
                  </a:lnTo>
                  <a:cubicBezTo>
                    <a:pt x="690" y="1762"/>
                    <a:pt x="728" y="1848"/>
                    <a:pt x="747" y="1934"/>
                  </a:cubicBezTo>
                  <a:lnTo>
                    <a:pt x="1197" y="1484"/>
                  </a:lnTo>
                  <a:lnTo>
                    <a:pt x="1034" y="1312"/>
                  </a:lnTo>
                  <a:lnTo>
                    <a:pt x="1015" y="1312"/>
                  </a:lnTo>
                  <a:cubicBezTo>
                    <a:pt x="910" y="1216"/>
                    <a:pt x="910" y="1063"/>
                    <a:pt x="1015" y="968"/>
                  </a:cubicBezTo>
                  <a:lnTo>
                    <a:pt x="1561" y="412"/>
                  </a:lnTo>
                  <a:cubicBezTo>
                    <a:pt x="1427" y="288"/>
                    <a:pt x="1312" y="145"/>
                    <a:pt x="1197" y="1"/>
                  </a:cubicBezTo>
                  <a:close/>
                </a:path>
              </a:pathLst>
            </a:custGeom>
            <a:solidFill>
              <a:srgbClr val="B4C0CA"/>
            </a:solidFill>
            <a:ln>
              <a:solidFill>
                <a:schemeClr val="tx1">
                  <a:lumMod val="60000"/>
                  <a:lumOff val="4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 name="Google Shape;8330;p63">
              <a:extLst>
                <a:ext uri="{FF2B5EF4-FFF2-40B4-BE49-F238E27FC236}">
                  <a16:creationId xmlns:a16="http://schemas.microsoft.com/office/drawing/2014/main" id="{19F2241D-6FCD-4F02-B341-B5805B3F610B}"/>
                </a:ext>
              </a:extLst>
            </p:cNvPr>
            <p:cNvSpPr/>
            <p:nvPr/>
          </p:nvSpPr>
          <p:spPr>
            <a:xfrm>
              <a:off x="3632248" y="3380963"/>
              <a:ext cx="232480" cy="221897"/>
            </a:xfrm>
            <a:custGeom>
              <a:avLst/>
              <a:gdLst/>
              <a:ahLst/>
              <a:cxnLst/>
              <a:rect l="l" t="t" r="r" b="b"/>
              <a:pathLst>
                <a:path w="8853" h="8450" extrusionOk="0">
                  <a:moveTo>
                    <a:pt x="4639" y="0"/>
                  </a:moveTo>
                  <a:cubicBezTo>
                    <a:pt x="3537" y="0"/>
                    <a:pt x="2454" y="430"/>
                    <a:pt x="1646" y="1238"/>
                  </a:cubicBezTo>
                  <a:cubicBezTo>
                    <a:pt x="0" y="2894"/>
                    <a:pt x="0" y="5564"/>
                    <a:pt x="1646" y="7210"/>
                  </a:cubicBezTo>
                  <a:cubicBezTo>
                    <a:pt x="2452" y="8022"/>
                    <a:pt x="3532" y="8450"/>
                    <a:pt x="4631" y="8450"/>
                  </a:cubicBezTo>
                  <a:cubicBezTo>
                    <a:pt x="5176" y="8450"/>
                    <a:pt x="5726" y="8344"/>
                    <a:pt x="6250" y="8128"/>
                  </a:cubicBezTo>
                  <a:cubicBezTo>
                    <a:pt x="7829" y="7478"/>
                    <a:pt x="8853" y="5937"/>
                    <a:pt x="8853" y="4224"/>
                  </a:cubicBezTo>
                  <a:cubicBezTo>
                    <a:pt x="8853" y="2520"/>
                    <a:pt x="7829" y="980"/>
                    <a:pt x="6250" y="319"/>
                  </a:cubicBezTo>
                  <a:cubicBezTo>
                    <a:pt x="5729" y="104"/>
                    <a:pt x="5182" y="0"/>
                    <a:pt x="4639" y="0"/>
                  </a:cubicBezTo>
                  <a:close/>
                </a:path>
              </a:pathLst>
            </a:custGeom>
            <a:solidFill>
              <a:srgbClr val="E5EBEF"/>
            </a:solidFill>
            <a:ln>
              <a:solidFill>
                <a:schemeClr val="tx1">
                  <a:lumMod val="60000"/>
                  <a:lumOff val="4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8331;p63">
              <a:extLst>
                <a:ext uri="{FF2B5EF4-FFF2-40B4-BE49-F238E27FC236}">
                  <a16:creationId xmlns:a16="http://schemas.microsoft.com/office/drawing/2014/main" id="{AD17F2BC-1B20-4262-AC09-B4B6530D72C5}"/>
                </a:ext>
              </a:extLst>
            </p:cNvPr>
            <p:cNvSpPr/>
            <p:nvPr/>
          </p:nvSpPr>
          <p:spPr>
            <a:xfrm>
              <a:off x="3627731" y="3381094"/>
              <a:ext cx="135738" cy="221792"/>
            </a:xfrm>
            <a:custGeom>
              <a:avLst/>
              <a:gdLst/>
              <a:ahLst/>
              <a:cxnLst/>
              <a:rect l="l" t="t" r="r" b="b"/>
              <a:pathLst>
                <a:path w="5169" h="8446" extrusionOk="0">
                  <a:moveTo>
                    <a:pt x="4787" y="0"/>
                  </a:moveTo>
                  <a:cubicBezTo>
                    <a:pt x="2484" y="0"/>
                    <a:pt x="574" y="1869"/>
                    <a:pt x="574" y="4219"/>
                  </a:cubicBezTo>
                  <a:cubicBezTo>
                    <a:pt x="574" y="6574"/>
                    <a:pt x="2492" y="8445"/>
                    <a:pt x="4802" y="8445"/>
                  </a:cubicBezTo>
                  <a:cubicBezTo>
                    <a:pt x="4923" y="8445"/>
                    <a:pt x="5045" y="8440"/>
                    <a:pt x="5168" y="8430"/>
                  </a:cubicBezTo>
                  <a:cubicBezTo>
                    <a:pt x="4173" y="8344"/>
                    <a:pt x="3244" y="7913"/>
                    <a:pt x="2546" y="7205"/>
                  </a:cubicBezTo>
                  <a:cubicBezTo>
                    <a:pt x="0" y="4669"/>
                    <a:pt x="1589" y="314"/>
                    <a:pt x="5168" y="17"/>
                  </a:cubicBezTo>
                  <a:cubicBezTo>
                    <a:pt x="5040" y="6"/>
                    <a:pt x="4913" y="0"/>
                    <a:pt x="4787" y="0"/>
                  </a:cubicBezTo>
                  <a:close/>
                </a:path>
              </a:pathLst>
            </a:custGeom>
            <a:solidFill>
              <a:srgbClr val="E2E9ED"/>
            </a:solidFill>
            <a:ln>
              <a:solidFill>
                <a:schemeClr val="tx1">
                  <a:lumMod val="60000"/>
                  <a:lumOff val="4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8332;p63">
              <a:extLst>
                <a:ext uri="{FF2B5EF4-FFF2-40B4-BE49-F238E27FC236}">
                  <a16:creationId xmlns:a16="http://schemas.microsoft.com/office/drawing/2014/main" id="{79D8EFC4-E9C3-4DC4-98E4-D5D74E8490ED}"/>
                </a:ext>
              </a:extLst>
            </p:cNvPr>
            <p:cNvSpPr/>
            <p:nvPr/>
          </p:nvSpPr>
          <p:spPr>
            <a:xfrm>
              <a:off x="3664154" y="3402050"/>
              <a:ext cx="188258" cy="179723"/>
            </a:xfrm>
            <a:custGeom>
              <a:avLst/>
              <a:gdLst/>
              <a:ahLst/>
              <a:cxnLst/>
              <a:rect l="l" t="t" r="r" b="b"/>
              <a:pathLst>
                <a:path w="7169" h="6844" extrusionOk="0">
                  <a:moveTo>
                    <a:pt x="3443" y="0"/>
                  </a:moveTo>
                  <a:cubicBezTo>
                    <a:pt x="1686" y="0"/>
                    <a:pt x="1" y="1362"/>
                    <a:pt x="1" y="3421"/>
                  </a:cubicBezTo>
                  <a:cubicBezTo>
                    <a:pt x="1" y="4809"/>
                    <a:pt x="833" y="6053"/>
                    <a:pt x="2106" y="6579"/>
                  </a:cubicBezTo>
                  <a:cubicBezTo>
                    <a:pt x="2532" y="6757"/>
                    <a:pt x="2978" y="6843"/>
                    <a:pt x="3419" y="6843"/>
                  </a:cubicBezTo>
                  <a:cubicBezTo>
                    <a:pt x="4308" y="6843"/>
                    <a:pt x="5180" y="6494"/>
                    <a:pt x="5839" y="5842"/>
                  </a:cubicBezTo>
                  <a:cubicBezTo>
                    <a:pt x="7169" y="4502"/>
                    <a:pt x="7169" y="2339"/>
                    <a:pt x="5839" y="1009"/>
                  </a:cubicBezTo>
                  <a:cubicBezTo>
                    <a:pt x="5142" y="312"/>
                    <a:pt x="4284" y="0"/>
                    <a:pt x="3443" y="0"/>
                  </a:cubicBezTo>
                  <a:close/>
                </a:path>
              </a:pathLst>
            </a:custGeom>
            <a:solidFill>
              <a:srgbClr val="8596A5"/>
            </a:solidFill>
            <a:ln>
              <a:solidFill>
                <a:schemeClr val="tx1">
                  <a:lumMod val="60000"/>
                  <a:lumOff val="4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8333;p63">
              <a:extLst>
                <a:ext uri="{FF2B5EF4-FFF2-40B4-BE49-F238E27FC236}">
                  <a16:creationId xmlns:a16="http://schemas.microsoft.com/office/drawing/2014/main" id="{A7C38652-E7ED-4F0C-B3BF-EF9F4C65F913}"/>
                </a:ext>
              </a:extLst>
            </p:cNvPr>
            <p:cNvSpPr/>
            <p:nvPr/>
          </p:nvSpPr>
          <p:spPr>
            <a:xfrm>
              <a:off x="3656381" y="3402102"/>
              <a:ext cx="107088" cy="179540"/>
            </a:xfrm>
            <a:custGeom>
              <a:avLst/>
              <a:gdLst/>
              <a:ahLst/>
              <a:cxnLst/>
              <a:rect l="l" t="t" r="r" b="b"/>
              <a:pathLst>
                <a:path w="4078" h="6837" extrusionOk="0">
                  <a:moveTo>
                    <a:pt x="3703" y="1"/>
                  </a:moveTo>
                  <a:cubicBezTo>
                    <a:pt x="1844" y="1"/>
                    <a:pt x="287" y="1516"/>
                    <a:pt x="287" y="3419"/>
                  </a:cubicBezTo>
                  <a:cubicBezTo>
                    <a:pt x="287" y="5330"/>
                    <a:pt x="1843" y="6837"/>
                    <a:pt x="3701" y="6837"/>
                  </a:cubicBezTo>
                  <a:cubicBezTo>
                    <a:pt x="3825" y="6837"/>
                    <a:pt x="3951" y="6830"/>
                    <a:pt x="4077" y="6816"/>
                  </a:cubicBezTo>
                  <a:cubicBezTo>
                    <a:pt x="3302" y="6740"/>
                    <a:pt x="2584" y="6395"/>
                    <a:pt x="2029" y="5840"/>
                  </a:cubicBezTo>
                  <a:cubicBezTo>
                    <a:pt x="0" y="3811"/>
                    <a:pt x="1225" y="328"/>
                    <a:pt x="4077" y="21"/>
                  </a:cubicBezTo>
                  <a:cubicBezTo>
                    <a:pt x="3951" y="8"/>
                    <a:pt x="3826" y="1"/>
                    <a:pt x="3703" y="1"/>
                  </a:cubicBezTo>
                  <a:close/>
                </a:path>
              </a:pathLst>
            </a:custGeom>
            <a:solidFill>
              <a:srgbClr val="6A7F91"/>
            </a:solidFill>
            <a:ln>
              <a:solidFill>
                <a:schemeClr val="tx1">
                  <a:lumMod val="60000"/>
                  <a:lumOff val="4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8334;p63">
              <a:extLst>
                <a:ext uri="{FF2B5EF4-FFF2-40B4-BE49-F238E27FC236}">
                  <a16:creationId xmlns:a16="http://schemas.microsoft.com/office/drawing/2014/main" id="{DE0EE034-20C6-477D-9232-44F9EFEFF8DD}"/>
                </a:ext>
              </a:extLst>
            </p:cNvPr>
            <p:cNvSpPr/>
            <p:nvPr/>
          </p:nvSpPr>
          <p:spPr>
            <a:xfrm>
              <a:off x="3729252" y="3437579"/>
              <a:ext cx="49290" cy="49027"/>
            </a:xfrm>
            <a:custGeom>
              <a:avLst/>
              <a:gdLst/>
              <a:ahLst/>
              <a:cxnLst/>
              <a:rect l="l" t="t" r="r" b="b"/>
              <a:pathLst>
                <a:path w="1877" h="1867" extrusionOk="0">
                  <a:moveTo>
                    <a:pt x="938" y="1"/>
                  </a:moveTo>
                  <a:cubicBezTo>
                    <a:pt x="422" y="1"/>
                    <a:pt x="0" y="422"/>
                    <a:pt x="0" y="939"/>
                  </a:cubicBezTo>
                  <a:cubicBezTo>
                    <a:pt x="0" y="1455"/>
                    <a:pt x="422" y="1867"/>
                    <a:pt x="938" y="1867"/>
                  </a:cubicBezTo>
                  <a:cubicBezTo>
                    <a:pt x="1455" y="1867"/>
                    <a:pt x="1876" y="1455"/>
                    <a:pt x="1876" y="939"/>
                  </a:cubicBezTo>
                  <a:cubicBezTo>
                    <a:pt x="1876" y="422"/>
                    <a:pt x="1455" y="1"/>
                    <a:pt x="938" y="1"/>
                  </a:cubicBezTo>
                  <a:close/>
                </a:path>
              </a:pathLst>
            </a:custGeom>
            <a:solidFill>
              <a:srgbClr val="748798"/>
            </a:solidFill>
            <a:ln>
              <a:solidFill>
                <a:schemeClr val="tx1">
                  <a:lumMod val="60000"/>
                  <a:lumOff val="4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8335;p63">
              <a:extLst>
                <a:ext uri="{FF2B5EF4-FFF2-40B4-BE49-F238E27FC236}">
                  <a16:creationId xmlns:a16="http://schemas.microsoft.com/office/drawing/2014/main" id="{E04574F8-9A36-4D7D-B986-36315C30304E}"/>
                </a:ext>
              </a:extLst>
            </p:cNvPr>
            <p:cNvSpPr/>
            <p:nvPr/>
          </p:nvSpPr>
          <p:spPr>
            <a:xfrm>
              <a:off x="3729252" y="3437658"/>
              <a:ext cx="34217" cy="49132"/>
            </a:xfrm>
            <a:custGeom>
              <a:avLst/>
              <a:gdLst/>
              <a:ahLst/>
              <a:cxnLst/>
              <a:rect l="l" t="t" r="r" b="b"/>
              <a:pathLst>
                <a:path w="1303" h="1871" extrusionOk="0">
                  <a:moveTo>
                    <a:pt x="940" y="0"/>
                  </a:moveTo>
                  <a:cubicBezTo>
                    <a:pt x="446" y="0"/>
                    <a:pt x="0" y="397"/>
                    <a:pt x="0" y="936"/>
                  </a:cubicBezTo>
                  <a:cubicBezTo>
                    <a:pt x="0" y="1474"/>
                    <a:pt x="446" y="1871"/>
                    <a:pt x="940" y="1871"/>
                  </a:cubicBezTo>
                  <a:cubicBezTo>
                    <a:pt x="1059" y="1871"/>
                    <a:pt x="1182" y="1847"/>
                    <a:pt x="1302" y="1797"/>
                  </a:cubicBezTo>
                  <a:cubicBezTo>
                    <a:pt x="958" y="1644"/>
                    <a:pt x="737" y="1309"/>
                    <a:pt x="737" y="936"/>
                  </a:cubicBezTo>
                  <a:cubicBezTo>
                    <a:pt x="737" y="562"/>
                    <a:pt x="958" y="218"/>
                    <a:pt x="1302" y="74"/>
                  </a:cubicBezTo>
                  <a:cubicBezTo>
                    <a:pt x="1182" y="24"/>
                    <a:pt x="1059" y="0"/>
                    <a:pt x="940" y="0"/>
                  </a:cubicBezTo>
                  <a:close/>
                </a:path>
              </a:pathLst>
            </a:custGeom>
            <a:solidFill>
              <a:srgbClr val="657A8D"/>
            </a:solidFill>
            <a:ln>
              <a:solidFill>
                <a:schemeClr val="tx1">
                  <a:lumMod val="60000"/>
                  <a:lumOff val="4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8336;p63">
              <a:extLst>
                <a:ext uri="{FF2B5EF4-FFF2-40B4-BE49-F238E27FC236}">
                  <a16:creationId xmlns:a16="http://schemas.microsoft.com/office/drawing/2014/main" id="{C80D9337-DBF1-439E-A50D-9774CF73755A}"/>
                </a:ext>
              </a:extLst>
            </p:cNvPr>
            <p:cNvSpPr/>
            <p:nvPr/>
          </p:nvSpPr>
          <p:spPr>
            <a:xfrm>
              <a:off x="3713680" y="3486581"/>
              <a:ext cx="80434" cy="51548"/>
            </a:xfrm>
            <a:custGeom>
              <a:avLst/>
              <a:gdLst/>
              <a:ahLst/>
              <a:cxnLst/>
              <a:rect l="l" t="t" r="r" b="b"/>
              <a:pathLst>
                <a:path w="3063" h="1963" extrusionOk="0">
                  <a:moveTo>
                    <a:pt x="1005" y="1"/>
                  </a:moveTo>
                  <a:cubicBezTo>
                    <a:pt x="450" y="10"/>
                    <a:pt x="0" y="451"/>
                    <a:pt x="0" y="1006"/>
                  </a:cubicBezTo>
                  <a:lnTo>
                    <a:pt x="0" y="1790"/>
                  </a:lnTo>
                  <a:cubicBezTo>
                    <a:pt x="0" y="1886"/>
                    <a:pt x="77" y="1963"/>
                    <a:pt x="172" y="1963"/>
                  </a:cubicBezTo>
                  <a:lnTo>
                    <a:pt x="2890" y="1963"/>
                  </a:lnTo>
                  <a:cubicBezTo>
                    <a:pt x="2986" y="1963"/>
                    <a:pt x="3063" y="1886"/>
                    <a:pt x="3063" y="1790"/>
                  </a:cubicBezTo>
                  <a:lnTo>
                    <a:pt x="3063" y="1006"/>
                  </a:lnTo>
                  <a:cubicBezTo>
                    <a:pt x="3063" y="451"/>
                    <a:pt x="2613" y="10"/>
                    <a:pt x="2058" y="1"/>
                  </a:cubicBezTo>
                  <a:close/>
                </a:path>
              </a:pathLst>
            </a:custGeom>
            <a:solidFill>
              <a:srgbClr val="657A8D"/>
            </a:solidFill>
            <a:ln>
              <a:solidFill>
                <a:schemeClr val="tx1">
                  <a:lumMod val="60000"/>
                  <a:lumOff val="4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8337;p63">
              <a:extLst>
                <a:ext uri="{FF2B5EF4-FFF2-40B4-BE49-F238E27FC236}">
                  <a16:creationId xmlns:a16="http://schemas.microsoft.com/office/drawing/2014/main" id="{2713756A-2C8A-4A15-925D-BD2A8F63E5A7}"/>
                </a:ext>
              </a:extLst>
            </p:cNvPr>
            <p:cNvSpPr/>
            <p:nvPr/>
          </p:nvSpPr>
          <p:spPr>
            <a:xfrm>
              <a:off x="3713680" y="3486581"/>
              <a:ext cx="45745" cy="51548"/>
            </a:xfrm>
            <a:custGeom>
              <a:avLst/>
              <a:gdLst/>
              <a:ahLst/>
              <a:cxnLst/>
              <a:rect l="l" t="t" r="r" b="b"/>
              <a:pathLst>
                <a:path w="1742" h="1963" extrusionOk="0">
                  <a:moveTo>
                    <a:pt x="1005" y="1"/>
                  </a:moveTo>
                  <a:cubicBezTo>
                    <a:pt x="450" y="10"/>
                    <a:pt x="0" y="451"/>
                    <a:pt x="0" y="1006"/>
                  </a:cubicBezTo>
                  <a:lnTo>
                    <a:pt x="0" y="1790"/>
                  </a:lnTo>
                  <a:cubicBezTo>
                    <a:pt x="0" y="1886"/>
                    <a:pt x="77" y="1963"/>
                    <a:pt x="172" y="1963"/>
                  </a:cubicBezTo>
                  <a:lnTo>
                    <a:pt x="909" y="1963"/>
                  </a:lnTo>
                  <a:cubicBezTo>
                    <a:pt x="814" y="1963"/>
                    <a:pt x="737" y="1886"/>
                    <a:pt x="737" y="1790"/>
                  </a:cubicBezTo>
                  <a:lnTo>
                    <a:pt x="737" y="1006"/>
                  </a:lnTo>
                  <a:cubicBezTo>
                    <a:pt x="737" y="451"/>
                    <a:pt x="1187" y="10"/>
                    <a:pt x="1742" y="1"/>
                  </a:cubicBezTo>
                  <a:close/>
                </a:path>
              </a:pathLst>
            </a:custGeom>
            <a:solidFill>
              <a:srgbClr val="657A8D"/>
            </a:solidFill>
            <a:ln>
              <a:solidFill>
                <a:schemeClr val="tx1">
                  <a:lumMod val="60000"/>
                  <a:lumOff val="4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8338;p63">
              <a:extLst>
                <a:ext uri="{FF2B5EF4-FFF2-40B4-BE49-F238E27FC236}">
                  <a16:creationId xmlns:a16="http://schemas.microsoft.com/office/drawing/2014/main" id="{7C8BA2D8-F2FD-4398-9C4F-045A3D951E85}"/>
                </a:ext>
              </a:extLst>
            </p:cNvPr>
            <p:cNvSpPr/>
            <p:nvPr/>
          </p:nvSpPr>
          <p:spPr>
            <a:xfrm>
              <a:off x="3728990" y="3507274"/>
              <a:ext cx="9847" cy="30856"/>
            </a:xfrm>
            <a:custGeom>
              <a:avLst/>
              <a:gdLst/>
              <a:ahLst/>
              <a:cxnLst/>
              <a:rect l="l" t="t" r="r" b="b"/>
              <a:pathLst>
                <a:path w="375" h="1175" extrusionOk="0">
                  <a:moveTo>
                    <a:pt x="188" y="0"/>
                  </a:moveTo>
                  <a:cubicBezTo>
                    <a:pt x="94" y="0"/>
                    <a:pt x="1" y="60"/>
                    <a:pt x="1" y="179"/>
                  </a:cubicBezTo>
                  <a:lnTo>
                    <a:pt x="1" y="1175"/>
                  </a:lnTo>
                  <a:lnTo>
                    <a:pt x="374" y="1175"/>
                  </a:lnTo>
                  <a:lnTo>
                    <a:pt x="374" y="179"/>
                  </a:lnTo>
                  <a:cubicBezTo>
                    <a:pt x="374" y="60"/>
                    <a:pt x="281" y="0"/>
                    <a:pt x="188" y="0"/>
                  </a:cubicBezTo>
                  <a:close/>
                </a:path>
              </a:pathLst>
            </a:custGeom>
            <a:solidFill>
              <a:srgbClr val="657A8D"/>
            </a:solidFill>
            <a:ln>
              <a:solidFill>
                <a:schemeClr val="tx1">
                  <a:lumMod val="60000"/>
                  <a:lumOff val="4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8339;p63">
              <a:extLst>
                <a:ext uri="{FF2B5EF4-FFF2-40B4-BE49-F238E27FC236}">
                  <a16:creationId xmlns:a16="http://schemas.microsoft.com/office/drawing/2014/main" id="{764AC198-E9E5-4ACE-B9D0-462D5256E722}"/>
                </a:ext>
              </a:extLst>
            </p:cNvPr>
            <p:cNvSpPr/>
            <p:nvPr/>
          </p:nvSpPr>
          <p:spPr>
            <a:xfrm>
              <a:off x="3768958" y="3507274"/>
              <a:ext cx="9821" cy="30856"/>
            </a:xfrm>
            <a:custGeom>
              <a:avLst/>
              <a:gdLst/>
              <a:ahLst/>
              <a:cxnLst/>
              <a:rect l="l" t="t" r="r" b="b"/>
              <a:pathLst>
                <a:path w="374" h="1175" extrusionOk="0">
                  <a:moveTo>
                    <a:pt x="187" y="0"/>
                  </a:moveTo>
                  <a:cubicBezTo>
                    <a:pt x="94" y="0"/>
                    <a:pt x="1" y="60"/>
                    <a:pt x="1" y="179"/>
                  </a:cubicBezTo>
                  <a:lnTo>
                    <a:pt x="1" y="1175"/>
                  </a:lnTo>
                  <a:lnTo>
                    <a:pt x="374" y="1175"/>
                  </a:lnTo>
                  <a:lnTo>
                    <a:pt x="374" y="179"/>
                  </a:lnTo>
                  <a:cubicBezTo>
                    <a:pt x="374" y="60"/>
                    <a:pt x="281" y="0"/>
                    <a:pt x="187" y="0"/>
                  </a:cubicBezTo>
                  <a:close/>
                </a:path>
              </a:pathLst>
            </a:custGeom>
            <a:solidFill>
              <a:srgbClr val="657A8D"/>
            </a:solidFill>
            <a:ln>
              <a:solidFill>
                <a:schemeClr val="tx1">
                  <a:lumMod val="60000"/>
                  <a:lumOff val="4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8340;p63">
              <a:extLst>
                <a:ext uri="{FF2B5EF4-FFF2-40B4-BE49-F238E27FC236}">
                  <a16:creationId xmlns:a16="http://schemas.microsoft.com/office/drawing/2014/main" id="{CB7425A4-5FFA-4F26-84B1-9A8D66C76285}"/>
                </a:ext>
              </a:extLst>
            </p:cNvPr>
            <p:cNvSpPr/>
            <p:nvPr/>
          </p:nvSpPr>
          <p:spPr>
            <a:xfrm>
              <a:off x="3544540" y="3586342"/>
              <a:ext cx="116384" cy="113890"/>
            </a:xfrm>
            <a:custGeom>
              <a:avLst/>
              <a:gdLst/>
              <a:ahLst/>
              <a:cxnLst/>
              <a:rect l="l" t="t" r="r" b="b"/>
              <a:pathLst>
                <a:path w="4432" h="4337" extrusionOk="0">
                  <a:moveTo>
                    <a:pt x="3517" y="0"/>
                  </a:moveTo>
                  <a:cubicBezTo>
                    <a:pt x="3391" y="0"/>
                    <a:pt x="3265" y="48"/>
                    <a:pt x="3168" y="145"/>
                  </a:cubicBezTo>
                  <a:lnTo>
                    <a:pt x="192" y="3121"/>
                  </a:lnTo>
                  <a:cubicBezTo>
                    <a:pt x="0" y="3313"/>
                    <a:pt x="0" y="3619"/>
                    <a:pt x="192" y="3810"/>
                  </a:cubicBezTo>
                  <a:lnTo>
                    <a:pt x="575" y="4193"/>
                  </a:lnTo>
                  <a:cubicBezTo>
                    <a:pt x="670" y="4289"/>
                    <a:pt x="795" y="4337"/>
                    <a:pt x="919" y="4337"/>
                  </a:cubicBezTo>
                  <a:cubicBezTo>
                    <a:pt x="1043" y="4337"/>
                    <a:pt x="1168" y="4289"/>
                    <a:pt x="1264" y="4193"/>
                  </a:cubicBezTo>
                  <a:lnTo>
                    <a:pt x="4240" y="1207"/>
                  </a:lnTo>
                  <a:cubicBezTo>
                    <a:pt x="4431" y="1016"/>
                    <a:pt x="4431" y="709"/>
                    <a:pt x="4240" y="528"/>
                  </a:cubicBezTo>
                  <a:lnTo>
                    <a:pt x="3857" y="135"/>
                  </a:lnTo>
                  <a:cubicBezTo>
                    <a:pt x="3763" y="45"/>
                    <a:pt x="3640" y="0"/>
                    <a:pt x="3517" y="0"/>
                  </a:cubicBezTo>
                  <a:close/>
                </a:path>
              </a:pathLst>
            </a:custGeom>
            <a:solidFill>
              <a:srgbClr val="657A8D"/>
            </a:solidFill>
            <a:ln>
              <a:solidFill>
                <a:schemeClr val="tx1">
                  <a:lumMod val="60000"/>
                  <a:lumOff val="4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8341;p63">
              <a:extLst>
                <a:ext uri="{FF2B5EF4-FFF2-40B4-BE49-F238E27FC236}">
                  <a16:creationId xmlns:a16="http://schemas.microsoft.com/office/drawing/2014/main" id="{034BAC53-1E70-494E-ADA5-6CCE830BEFA1}"/>
                </a:ext>
              </a:extLst>
            </p:cNvPr>
            <p:cNvSpPr/>
            <p:nvPr/>
          </p:nvSpPr>
          <p:spPr>
            <a:xfrm>
              <a:off x="3544540" y="3586369"/>
              <a:ext cx="101810" cy="113863"/>
            </a:xfrm>
            <a:custGeom>
              <a:avLst/>
              <a:gdLst/>
              <a:ahLst/>
              <a:cxnLst/>
              <a:rect l="l" t="t" r="r" b="b"/>
              <a:pathLst>
                <a:path w="3877" h="4336" extrusionOk="0">
                  <a:moveTo>
                    <a:pt x="3513" y="0"/>
                  </a:moveTo>
                  <a:cubicBezTo>
                    <a:pt x="3388" y="0"/>
                    <a:pt x="3264" y="48"/>
                    <a:pt x="3168" y="144"/>
                  </a:cubicBezTo>
                  <a:lnTo>
                    <a:pt x="192" y="3120"/>
                  </a:lnTo>
                  <a:cubicBezTo>
                    <a:pt x="0" y="3312"/>
                    <a:pt x="0" y="3618"/>
                    <a:pt x="192" y="3809"/>
                  </a:cubicBezTo>
                  <a:lnTo>
                    <a:pt x="575" y="4192"/>
                  </a:lnTo>
                  <a:cubicBezTo>
                    <a:pt x="670" y="4288"/>
                    <a:pt x="795" y="4336"/>
                    <a:pt x="919" y="4336"/>
                  </a:cubicBezTo>
                  <a:cubicBezTo>
                    <a:pt x="1043" y="4336"/>
                    <a:pt x="1168" y="4288"/>
                    <a:pt x="1264" y="4192"/>
                  </a:cubicBezTo>
                  <a:lnTo>
                    <a:pt x="1283" y="4163"/>
                  </a:lnTo>
                  <a:lnTo>
                    <a:pt x="919" y="3809"/>
                  </a:lnTo>
                  <a:cubicBezTo>
                    <a:pt x="728" y="3618"/>
                    <a:pt x="728" y="3312"/>
                    <a:pt x="919" y="3120"/>
                  </a:cubicBezTo>
                  <a:lnTo>
                    <a:pt x="3876" y="163"/>
                  </a:lnTo>
                  <a:lnTo>
                    <a:pt x="3857" y="144"/>
                  </a:lnTo>
                  <a:cubicBezTo>
                    <a:pt x="3761" y="48"/>
                    <a:pt x="3637" y="0"/>
                    <a:pt x="3513" y="0"/>
                  </a:cubicBezTo>
                  <a:close/>
                </a:path>
              </a:pathLst>
            </a:custGeom>
            <a:solidFill>
              <a:srgbClr val="657A8D"/>
            </a:solidFill>
            <a:ln>
              <a:solidFill>
                <a:schemeClr val="tx1">
                  <a:lumMod val="60000"/>
                  <a:lumOff val="4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8342;p63">
              <a:extLst>
                <a:ext uri="{FF2B5EF4-FFF2-40B4-BE49-F238E27FC236}">
                  <a16:creationId xmlns:a16="http://schemas.microsoft.com/office/drawing/2014/main" id="{ACDAC01C-72AA-4F2B-8D5C-5ADA63D47E4A}"/>
                </a:ext>
              </a:extLst>
            </p:cNvPr>
            <p:cNvSpPr/>
            <p:nvPr/>
          </p:nvSpPr>
          <p:spPr>
            <a:xfrm>
              <a:off x="3618409" y="3586106"/>
              <a:ext cx="42515" cy="41491"/>
            </a:xfrm>
            <a:custGeom>
              <a:avLst/>
              <a:gdLst/>
              <a:ahLst/>
              <a:cxnLst/>
              <a:rect l="l" t="t" r="r" b="b"/>
              <a:pathLst>
                <a:path w="1619" h="1580" extrusionOk="0">
                  <a:moveTo>
                    <a:pt x="700" y="1"/>
                  </a:moveTo>
                  <a:cubicBezTo>
                    <a:pt x="575" y="1"/>
                    <a:pt x="451" y="49"/>
                    <a:pt x="355" y="144"/>
                  </a:cubicBezTo>
                  <a:lnTo>
                    <a:pt x="1" y="508"/>
                  </a:lnTo>
                  <a:lnTo>
                    <a:pt x="1073" y="1580"/>
                  </a:lnTo>
                  <a:lnTo>
                    <a:pt x="1437" y="1226"/>
                  </a:lnTo>
                  <a:cubicBezTo>
                    <a:pt x="1618" y="1034"/>
                    <a:pt x="1618" y="728"/>
                    <a:pt x="1437" y="537"/>
                  </a:cubicBezTo>
                  <a:lnTo>
                    <a:pt x="1044" y="144"/>
                  </a:lnTo>
                  <a:cubicBezTo>
                    <a:pt x="948" y="49"/>
                    <a:pt x="824" y="1"/>
                    <a:pt x="700" y="1"/>
                  </a:cubicBezTo>
                  <a:close/>
                </a:path>
              </a:pathLst>
            </a:custGeom>
            <a:solidFill>
              <a:srgbClr val="657A8D"/>
            </a:solidFill>
            <a:ln>
              <a:solidFill>
                <a:schemeClr val="tx1">
                  <a:lumMod val="60000"/>
                  <a:lumOff val="4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 name="Google Shape;8343;p63">
              <a:extLst>
                <a:ext uri="{FF2B5EF4-FFF2-40B4-BE49-F238E27FC236}">
                  <a16:creationId xmlns:a16="http://schemas.microsoft.com/office/drawing/2014/main" id="{0C57002F-50C5-4A32-9951-3362A63540CC}"/>
                </a:ext>
              </a:extLst>
            </p:cNvPr>
            <p:cNvSpPr/>
            <p:nvPr/>
          </p:nvSpPr>
          <p:spPr>
            <a:xfrm>
              <a:off x="3618409" y="3586106"/>
              <a:ext cx="27941" cy="22899"/>
            </a:xfrm>
            <a:custGeom>
              <a:avLst/>
              <a:gdLst/>
              <a:ahLst/>
              <a:cxnLst/>
              <a:rect l="l" t="t" r="r" b="b"/>
              <a:pathLst>
                <a:path w="1064" h="872" extrusionOk="0">
                  <a:moveTo>
                    <a:pt x="652" y="1"/>
                  </a:moveTo>
                  <a:lnTo>
                    <a:pt x="604" y="10"/>
                  </a:lnTo>
                  <a:cubicBezTo>
                    <a:pt x="508" y="29"/>
                    <a:pt x="422" y="77"/>
                    <a:pt x="355" y="144"/>
                  </a:cubicBezTo>
                  <a:lnTo>
                    <a:pt x="87" y="412"/>
                  </a:lnTo>
                  <a:lnTo>
                    <a:pt x="1" y="498"/>
                  </a:lnTo>
                  <a:lnTo>
                    <a:pt x="374" y="872"/>
                  </a:lnTo>
                  <a:lnTo>
                    <a:pt x="1063" y="173"/>
                  </a:lnTo>
                  <a:lnTo>
                    <a:pt x="1044" y="144"/>
                  </a:lnTo>
                  <a:lnTo>
                    <a:pt x="1015" y="116"/>
                  </a:lnTo>
                  <a:lnTo>
                    <a:pt x="996" y="106"/>
                  </a:lnTo>
                  <a:cubicBezTo>
                    <a:pt x="910" y="39"/>
                    <a:pt x="805" y="10"/>
                    <a:pt x="700" y="1"/>
                  </a:cubicBezTo>
                  <a:close/>
                </a:path>
              </a:pathLst>
            </a:custGeom>
            <a:solidFill>
              <a:srgbClr val="657A8D"/>
            </a:solidFill>
            <a:ln>
              <a:solidFill>
                <a:schemeClr val="tx1">
                  <a:lumMod val="60000"/>
                  <a:lumOff val="4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 name="Google Shape;9899;p63">
            <a:extLst>
              <a:ext uri="{FF2B5EF4-FFF2-40B4-BE49-F238E27FC236}">
                <a16:creationId xmlns:a16="http://schemas.microsoft.com/office/drawing/2014/main" id="{3270C2A6-D485-4E76-BD85-E8913E595A9F}"/>
              </a:ext>
            </a:extLst>
          </p:cNvPr>
          <p:cNvGrpSpPr/>
          <p:nvPr/>
        </p:nvGrpSpPr>
        <p:grpSpPr>
          <a:xfrm>
            <a:off x="1849595" y="1661258"/>
            <a:ext cx="772632" cy="799136"/>
            <a:chOff x="6230360" y="2432583"/>
            <a:chExt cx="351359" cy="363412"/>
          </a:xfrm>
        </p:grpSpPr>
        <p:sp>
          <p:nvSpPr>
            <p:cNvPr id="127" name="Google Shape;9900;p63">
              <a:extLst>
                <a:ext uri="{FF2B5EF4-FFF2-40B4-BE49-F238E27FC236}">
                  <a16:creationId xmlns:a16="http://schemas.microsoft.com/office/drawing/2014/main" id="{F83958B4-A8A4-40BC-9692-9F68F285F9AE}"/>
                </a:ext>
              </a:extLst>
            </p:cNvPr>
            <p:cNvSpPr/>
            <p:nvPr/>
          </p:nvSpPr>
          <p:spPr>
            <a:xfrm>
              <a:off x="6361791" y="2432583"/>
              <a:ext cx="219928" cy="325230"/>
            </a:xfrm>
            <a:custGeom>
              <a:avLst/>
              <a:gdLst/>
              <a:ahLst/>
              <a:cxnLst/>
              <a:rect l="l" t="t" r="r" b="b"/>
              <a:pathLst>
                <a:path w="8375" h="12385" extrusionOk="0">
                  <a:moveTo>
                    <a:pt x="354" y="0"/>
                  </a:moveTo>
                  <a:cubicBezTo>
                    <a:pt x="287" y="0"/>
                    <a:pt x="0" y="19"/>
                    <a:pt x="0" y="278"/>
                  </a:cubicBezTo>
                  <a:lnTo>
                    <a:pt x="0" y="1531"/>
                  </a:lnTo>
                  <a:lnTo>
                    <a:pt x="3608" y="1531"/>
                  </a:lnTo>
                  <a:lnTo>
                    <a:pt x="6231" y="4154"/>
                  </a:lnTo>
                  <a:lnTo>
                    <a:pt x="6231" y="12384"/>
                  </a:lnTo>
                  <a:lnTo>
                    <a:pt x="8039" y="12384"/>
                  </a:lnTo>
                  <a:cubicBezTo>
                    <a:pt x="8116" y="12384"/>
                    <a:pt x="8374" y="12346"/>
                    <a:pt x="8374" y="12107"/>
                  </a:cubicBezTo>
                  <a:lnTo>
                    <a:pt x="8374" y="12097"/>
                  </a:lnTo>
                  <a:lnTo>
                    <a:pt x="8374" y="2661"/>
                  </a:lnTo>
                  <a:lnTo>
                    <a:pt x="6891" y="1474"/>
                  </a:lnTo>
                  <a:lnTo>
                    <a:pt x="5714" y="0"/>
                  </a:lnTo>
                  <a:close/>
                </a:path>
              </a:pathLst>
            </a:custGeom>
            <a:solidFill>
              <a:srgbClr val="EBEFF2"/>
            </a:solidFill>
            <a:ln>
              <a:solidFill>
                <a:schemeClr val="tx1">
                  <a:lumMod val="40000"/>
                  <a:lumOff val="6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9901;p63">
              <a:extLst>
                <a:ext uri="{FF2B5EF4-FFF2-40B4-BE49-F238E27FC236}">
                  <a16:creationId xmlns:a16="http://schemas.microsoft.com/office/drawing/2014/main" id="{7AC33396-A962-4FA3-BA0B-6480E7F7BF14}"/>
                </a:ext>
              </a:extLst>
            </p:cNvPr>
            <p:cNvSpPr/>
            <p:nvPr/>
          </p:nvSpPr>
          <p:spPr>
            <a:xfrm>
              <a:off x="6361791" y="2432583"/>
              <a:ext cx="9585" cy="40230"/>
            </a:xfrm>
            <a:custGeom>
              <a:avLst/>
              <a:gdLst/>
              <a:ahLst/>
              <a:cxnLst/>
              <a:rect l="l" t="t" r="r" b="b"/>
              <a:pathLst>
                <a:path w="365" h="1532" extrusionOk="0">
                  <a:moveTo>
                    <a:pt x="354" y="0"/>
                  </a:moveTo>
                  <a:cubicBezTo>
                    <a:pt x="287" y="0"/>
                    <a:pt x="0" y="19"/>
                    <a:pt x="0" y="278"/>
                  </a:cubicBezTo>
                  <a:lnTo>
                    <a:pt x="0" y="1531"/>
                  </a:lnTo>
                  <a:lnTo>
                    <a:pt x="364" y="1531"/>
                  </a:lnTo>
                  <a:lnTo>
                    <a:pt x="364" y="0"/>
                  </a:lnTo>
                  <a:close/>
                </a:path>
              </a:pathLst>
            </a:custGeom>
            <a:solidFill>
              <a:srgbClr val="E3E9ED"/>
            </a:solidFill>
            <a:ln>
              <a:solidFill>
                <a:schemeClr val="tx1">
                  <a:lumMod val="40000"/>
                  <a:lumOff val="6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9902;p63">
              <a:extLst>
                <a:ext uri="{FF2B5EF4-FFF2-40B4-BE49-F238E27FC236}">
                  <a16:creationId xmlns:a16="http://schemas.microsoft.com/office/drawing/2014/main" id="{0035E47C-1A53-405B-B0BC-522235E44F91}"/>
                </a:ext>
              </a:extLst>
            </p:cNvPr>
            <p:cNvSpPr/>
            <p:nvPr/>
          </p:nvSpPr>
          <p:spPr>
            <a:xfrm>
              <a:off x="6510817" y="2432583"/>
              <a:ext cx="70403" cy="70377"/>
            </a:xfrm>
            <a:custGeom>
              <a:avLst/>
              <a:gdLst/>
              <a:ahLst/>
              <a:cxnLst/>
              <a:rect l="l" t="t" r="r" b="b"/>
              <a:pathLst>
                <a:path w="2681" h="2680" extrusionOk="0">
                  <a:moveTo>
                    <a:pt x="1" y="0"/>
                  </a:moveTo>
                  <a:lnTo>
                    <a:pt x="1" y="2192"/>
                  </a:lnTo>
                  <a:cubicBezTo>
                    <a:pt x="29" y="2364"/>
                    <a:pt x="135" y="2651"/>
                    <a:pt x="632" y="2680"/>
                  </a:cubicBezTo>
                  <a:lnTo>
                    <a:pt x="2680" y="2680"/>
                  </a:lnTo>
                  <a:lnTo>
                    <a:pt x="1" y="0"/>
                  </a:lnTo>
                  <a:close/>
                </a:path>
              </a:pathLst>
            </a:custGeom>
            <a:solidFill>
              <a:srgbClr val="8192A2"/>
            </a:solidFill>
            <a:ln>
              <a:solidFill>
                <a:schemeClr val="tx1">
                  <a:lumMod val="40000"/>
                  <a:lumOff val="6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 name="Google Shape;9903;p63">
              <a:extLst>
                <a:ext uri="{FF2B5EF4-FFF2-40B4-BE49-F238E27FC236}">
                  <a16:creationId xmlns:a16="http://schemas.microsoft.com/office/drawing/2014/main" id="{665A0708-656A-4130-8DFD-AB51C81180C1}"/>
                </a:ext>
              </a:extLst>
            </p:cNvPr>
            <p:cNvSpPr/>
            <p:nvPr/>
          </p:nvSpPr>
          <p:spPr>
            <a:xfrm>
              <a:off x="6361791" y="2469006"/>
              <a:ext cx="107088" cy="16124"/>
            </a:xfrm>
            <a:custGeom>
              <a:avLst/>
              <a:gdLst/>
              <a:ahLst/>
              <a:cxnLst/>
              <a:rect l="l" t="t" r="r" b="b"/>
              <a:pathLst>
                <a:path w="4078" h="614" extrusionOk="0">
                  <a:moveTo>
                    <a:pt x="0" y="1"/>
                  </a:moveTo>
                  <a:lnTo>
                    <a:pt x="0" y="144"/>
                  </a:lnTo>
                  <a:lnTo>
                    <a:pt x="3608" y="144"/>
                  </a:lnTo>
                  <a:lnTo>
                    <a:pt x="4077" y="613"/>
                  </a:lnTo>
                  <a:lnTo>
                    <a:pt x="4077" y="1"/>
                  </a:lnTo>
                  <a:close/>
                </a:path>
              </a:pathLst>
            </a:custGeom>
            <a:solidFill>
              <a:srgbClr val="E3E9ED"/>
            </a:solidFill>
            <a:ln>
              <a:solidFill>
                <a:schemeClr val="tx1">
                  <a:lumMod val="40000"/>
                  <a:lumOff val="6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 name="Google Shape;9904;p63">
              <a:extLst>
                <a:ext uri="{FF2B5EF4-FFF2-40B4-BE49-F238E27FC236}">
                  <a16:creationId xmlns:a16="http://schemas.microsoft.com/office/drawing/2014/main" id="{874968F8-E199-49D3-B353-78BE411DB49D}"/>
                </a:ext>
              </a:extLst>
            </p:cNvPr>
            <p:cNvSpPr/>
            <p:nvPr/>
          </p:nvSpPr>
          <p:spPr>
            <a:xfrm>
              <a:off x="6465571" y="2469006"/>
              <a:ext cx="73160" cy="288807"/>
            </a:xfrm>
            <a:custGeom>
              <a:avLst/>
              <a:gdLst/>
              <a:ahLst/>
              <a:cxnLst/>
              <a:rect l="l" t="t" r="r" b="b"/>
              <a:pathLst>
                <a:path w="2786" h="10998" extrusionOk="0">
                  <a:moveTo>
                    <a:pt x="125" y="1"/>
                  </a:moveTo>
                  <a:lnTo>
                    <a:pt x="1" y="499"/>
                  </a:lnTo>
                  <a:lnTo>
                    <a:pt x="2279" y="2767"/>
                  </a:lnTo>
                  <a:lnTo>
                    <a:pt x="2279" y="10997"/>
                  </a:lnTo>
                  <a:lnTo>
                    <a:pt x="2786" y="10997"/>
                  </a:lnTo>
                  <a:lnTo>
                    <a:pt x="2786" y="2681"/>
                  </a:lnTo>
                  <a:lnTo>
                    <a:pt x="2786" y="2661"/>
                  </a:lnTo>
                  <a:lnTo>
                    <a:pt x="2767" y="2661"/>
                  </a:lnTo>
                  <a:lnTo>
                    <a:pt x="125" y="1"/>
                  </a:lnTo>
                  <a:close/>
                </a:path>
              </a:pathLst>
            </a:custGeom>
            <a:solidFill>
              <a:srgbClr val="E3E9ED"/>
            </a:solidFill>
            <a:ln>
              <a:solidFill>
                <a:schemeClr val="tx1">
                  <a:lumMod val="40000"/>
                  <a:lumOff val="6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9905;p63">
              <a:extLst>
                <a:ext uri="{FF2B5EF4-FFF2-40B4-BE49-F238E27FC236}">
                  <a16:creationId xmlns:a16="http://schemas.microsoft.com/office/drawing/2014/main" id="{73CF0D73-0FF8-428F-98AC-62F65F91405E}"/>
                </a:ext>
              </a:extLst>
            </p:cNvPr>
            <p:cNvSpPr/>
            <p:nvPr/>
          </p:nvSpPr>
          <p:spPr>
            <a:xfrm>
              <a:off x="6309508" y="2469006"/>
              <a:ext cx="9585" cy="131983"/>
            </a:xfrm>
            <a:custGeom>
              <a:avLst/>
              <a:gdLst/>
              <a:ahLst/>
              <a:cxnLst/>
              <a:rect l="l" t="t" r="r" b="b"/>
              <a:pathLst>
                <a:path w="365" h="5026" extrusionOk="0">
                  <a:moveTo>
                    <a:pt x="345" y="1"/>
                  </a:moveTo>
                  <a:cubicBezTo>
                    <a:pt x="288" y="1"/>
                    <a:pt x="29" y="20"/>
                    <a:pt x="1" y="231"/>
                  </a:cubicBezTo>
                  <a:lnTo>
                    <a:pt x="1" y="5025"/>
                  </a:lnTo>
                  <a:lnTo>
                    <a:pt x="364" y="4977"/>
                  </a:lnTo>
                  <a:lnTo>
                    <a:pt x="364" y="1"/>
                  </a:lnTo>
                  <a:close/>
                </a:path>
              </a:pathLst>
            </a:custGeom>
            <a:solidFill>
              <a:srgbClr val="D7DFE6"/>
            </a:solidFill>
            <a:ln>
              <a:solidFill>
                <a:schemeClr val="tx1">
                  <a:lumMod val="40000"/>
                  <a:lumOff val="6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9906;p63">
              <a:extLst>
                <a:ext uri="{FF2B5EF4-FFF2-40B4-BE49-F238E27FC236}">
                  <a16:creationId xmlns:a16="http://schemas.microsoft.com/office/drawing/2014/main" id="{0154FD89-8093-4735-A0FB-82098E673D17}"/>
                </a:ext>
              </a:extLst>
            </p:cNvPr>
            <p:cNvSpPr/>
            <p:nvPr/>
          </p:nvSpPr>
          <p:spPr>
            <a:xfrm>
              <a:off x="6309770" y="2591692"/>
              <a:ext cx="134477" cy="201283"/>
            </a:xfrm>
            <a:custGeom>
              <a:avLst/>
              <a:gdLst/>
              <a:ahLst/>
              <a:cxnLst/>
              <a:rect l="l" t="t" r="r" b="b"/>
              <a:pathLst>
                <a:path w="5121" h="7665" extrusionOk="0">
                  <a:moveTo>
                    <a:pt x="1228" y="1"/>
                  </a:moveTo>
                  <a:cubicBezTo>
                    <a:pt x="824" y="1"/>
                    <a:pt x="411" y="64"/>
                    <a:pt x="0" y="200"/>
                  </a:cubicBezTo>
                  <a:lnTo>
                    <a:pt x="0" y="353"/>
                  </a:lnTo>
                  <a:lnTo>
                    <a:pt x="393" y="296"/>
                  </a:lnTo>
                  <a:lnTo>
                    <a:pt x="450" y="286"/>
                  </a:lnTo>
                  <a:lnTo>
                    <a:pt x="1292" y="286"/>
                  </a:lnTo>
                  <a:lnTo>
                    <a:pt x="1350" y="296"/>
                  </a:lnTo>
                  <a:lnTo>
                    <a:pt x="1388" y="296"/>
                  </a:lnTo>
                  <a:lnTo>
                    <a:pt x="1436" y="305"/>
                  </a:lnTo>
                  <a:lnTo>
                    <a:pt x="1484" y="315"/>
                  </a:lnTo>
                  <a:lnTo>
                    <a:pt x="1532" y="325"/>
                  </a:lnTo>
                  <a:lnTo>
                    <a:pt x="1570" y="325"/>
                  </a:lnTo>
                  <a:lnTo>
                    <a:pt x="1627" y="334"/>
                  </a:lnTo>
                  <a:lnTo>
                    <a:pt x="1666" y="344"/>
                  </a:lnTo>
                  <a:lnTo>
                    <a:pt x="1713" y="363"/>
                  </a:lnTo>
                  <a:lnTo>
                    <a:pt x="1761" y="372"/>
                  </a:lnTo>
                  <a:lnTo>
                    <a:pt x="1809" y="382"/>
                  </a:lnTo>
                  <a:lnTo>
                    <a:pt x="1847" y="392"/>
                  </a:lnTo>
                  <a:lnTo>
                    <a:pt x="1895" y="401"/>
                  </a:lnTo>
                  <a:lnTo>
                    <a:pt x="1905" y="401"/>
                  </a:lnTo>
                  <a:lnTo>
                    <a:pt x="1934" y="411"/>
                  </a:lnTo>
                  <a:lnTo>
                    <a:pt x="1981" y="430"/>
                  </a:lnTo>
                  <a:lnTo>
                    <a:pt x="1991" y="430"/>
                  </a:lnTo>
                  <a:lnTo>
                    <a:pt x="2020" y="439"/>
                  </a:lnTo>
                  <a:lnTo>
                    <a:pt x="2068" y="459"/>
                  </a:lnTo>
                  <a:lnTo>
                    <a:pt x="2106" y="468"/>
                  </a:lnTo>
                  <a:lnTo>
                    <a:pt x="2154" y="487"/>
                  </a:lnTo>
                  <a:lnTo>
                    <a:pt x="2173" y="497"/>
                  </a:lnTo>
                  <a:lnTo>
                    <a:pt x="2192" y="497"/>
                  </a:lnTo>
                  <a:lnTo>
                    <a:pt x="2249" y="526"/>
                  </a:lnTo>
                  <a:lnTo>
                    <a:pt x="2259" y="526"/>
                  </a:lnTo>
                  <a:lnTo>
                    <a:pt x="2278" y="535"/>
                  </a:lnTo>
                  <a:lnTo>
                    <a:pt x="2335" y="554"/>
                  </a:lnTo>
                  <a:lnTo>
                    <a:pt x="2364" y="564"/>
                  </a:lnTo>
                  <a:lnTo>
                    <a:pt x="2450" y="602"/>
                  </a:lnTo>
                  <a:lnTo>
                    <a:pt x="2460" y="602"/>
                  </a:lnTo>
                  <a:lnTo>
                    <a:pt x="2527" y="640"/>
                  </a:lnTo>
                  <a:lnTo>
                    <a:pt x="2556" y="660"/>
                  </a:lnTo>
                  <a:lnTo>
                    <a:pt x="2613" y="688"/>
                  </a:lnTo>
                  <a:lnTo>
                    <a:pt x="2642" y="707"/>
                  </a:lnTo>
                  <a:lnTo>
                    <a:pt x="2690" y="727"/>
                  </a:lnTo>
                  <a:lnTo>
                    <a:pt x="2709" y="746"/>
                  </a:lnTo>
                  <a:lnTo>
                    <a:pt x="2728" y="755"/>
                  </a:lnTo>
                  <a:lnTo>
                    <a:pt x="2766" y="774"/>
                  </a:lnTo>
                  <a:lnTo>
                    <a:pt x="2795" y="794"/>
                  </a:lnTo>
                  <a:lnTo>
                    <a:pt x="2804" y="794"/>
                  </a:lnTo>
                  <a:lnTo>
                    <a:pt x="2843" y="822"/>
                  </a:lnTo>
                  <a:lnTo>
                    <a:pt x="2881" y="851"/>
                  </a:lnTo>
                  <a:lnTo>
                    <a:pt x="2919" y="880"/>
                  </a:lnTo>
                  <a:lnTo>
                    <a:pt x="2948" y="899"/>
                  </a:lnTo>
                  <a:lnTo>
                    <a:pt x="2996" y="927"/>
                  </a:lnTo>
                  <a:lnTo>
                    <a:pt x="3025" y="947"/>
                  </a:lnTo>
                  <a:lnTo>
                    <a:pt x="3063" y="975"/>
                  </a:lnTo>
                  <a:lnTo>
                    <a:pt x="3092" y="1004"/>
                  </a:lnTo>
                  <a:lnTo>
                    <a:pt x="3139" y="1033"/>
                  </a:lnTo>
                  <a:lnTo>
                    <a:pt x="3168" y="1061"/>
                  </a:lnTo>
                  <a:lnTo>
                    <a:pt x="3206" y="1090"/>
                  </a:lnTo>
                  <a:lnTo>
                    <a:pt x="3235" y="1119"/>
                  </a:lnTo>
                  <a:lnTo>
                    <a:pt x="3273" y="1148"/>
                  </a:lnTo>
                  <a:lnTo>
                    <a:pt x="3302" y="1176"/>
                  </a:lnTo>
                  <a:lnTo>
                    <a:pt x="3340" y="1205"/>
                  </a:lnTo>
                  <a:lnTo>
                    <a:pt x="3369" y="1234"/>
                  </a:lnTo>
                  <a:lnTo>
                    <a:pt x="3407" y="1272"/>
                  </a:lnTo>
                  <a:lnTo>
                    <a:pt x="3436" y="1301"/>
                  </a:lnTo>
                  <a:lnTo>
                    <a:pt x="3474" y="1339"/>
                  </a:lnTo>
                  <a:lnTo>
                    <a:pt x="3493" y="1368"/>
                  </a:lnTo>
                  <a:lnTo>
                    <a:pt x="3541" y="1406"/>
                  </a:lnTo>
                  <a:lnTo>
                    <a:pt x="3560" y="1444"/>
                  </a:lnTo>
                  <a:lnTo>
                    <a:pt x="3580" y="1454"/>
                  </a:lnTo>
                  <a:cubicBezTo>
                    <a:pt x="3809" y="1712"/>
                    <a:pt x="4001" y="1999"/>
                    <a:pt x="4154" y="2306"/>
                  </a:cubicBezTo>
                  <a:lnTo>
                    <a:pt x="4154" y="2325"/>
                  </a:lnTo>
                  <a:lnTo>
                    <a:pt x="4163" y="2344"/>
                  </a:lnTo>
                  <a:lnTo>
                    <a:pt x="4192" y="2401"/>
                  </a:lnTo>
                  <a:cubicBezTo>
                    <a:pt x="4403" y="2861"/>
                    <a:pt x="4508" y="3358"/>
                    <a:pt x="4508" y="3856"/>
                  </a:cubicBezTo>
                  <a:lnTo>
                    <a:pt x="4508" y="3885"/>
                  </a:lnTo>
                  <a:lnTo>
                    <a:pt x="4508" y="4000"/>
                  </a:lnTo>
                  <a:lnTo>
                    <a:pt x="4508" y="4038"/>
                  </a:lnTo>
                  <a:lnTo>
                    <a:pt x="4508" y="4134"/>
                  </a:lnTo>
                  <a:lnTo>
                    <a:pt x="4508" y="4153"/>
                  </a:lnTo>
                  <a:cubicBezTo>
                    <a:pt x="4508" y="4191"/>
                    <a:pt x="4498" y="4229"/>
                    <a:pt x="4498" y="4277"/>
                  </a:cubicBezTo>
                  <a:lnTo>
                    <a:pt x="4498" y="4296"/>
                  </a:lnTo>
                  <a:cubicBezTo>
                    <a:pt x="4498" y="4325"/>
                    <a:pt x="4489" y="4354"/>
                    <a:pt x="4489" y="4392"/>
                  </a:cubicBezTo>
                  <a:lnTo>
                    <a:pt x="4489" y="4421"/>
                  </a:lnTo>
                  <a:cubicBezTo>
                    <a:pt x="4470" y="4497"/>
                    <a:pt x="4460" y="4574"/>
                    <a:pt x="4441" y="4641"/>
                  </a:cubicBezTo>
                  <a:lnTo>
                    <a:pt x="4441" y="4669"/>
                  </a:lnTo>
                  <a:cubicBezTo>
                    <a:pt x="4441" y="4698"/>
                    <a:pt x="4431" y="4736"/>
                    <a:pt x="4422" y="4765"/>
                  </a:cubicBezTo>
                  <a:lnTo>
                    <a:pt x="4422" y="4784"/>
                  </a:lnTo>
                  <a:cubicBezTo>
                    <a:pt x="4412" y="4823"/>
                    <a:pt x="4403" y="4861"/>
                    <a:pt x="4393" y="4899"/>
                  </a:cubicBezTo>
                  <a:lnTo>
                    <a:pt x="4393" y="4909"/>
                  </a:lnTo>
                  <a:cubicBezTo>
                    <a:pt x="4384" y="4937"/>
                    <a:pt x="4374" y="4976"/>
                    <a:pt x="4364" y="5004"/>
                  </a:cubicBezTo>
                  <a:lnTo>
                    <a:pt x="4355" y="5033"/>
                  </a:lnTo>
                  <a:cubicBezTo>
                    <a:pt x="4336" y="5100"/>
                    <a:pt x="4307" y="5177"/>
                    <a:pt x="4278" y="5244"/>
                  </a:cubicBezTo>
                  <a:lnTo>
                    <a:pt x="4269" y="5263"/>
                  </a:lnTo>
                  <a:lnTo>
                    <a:pt x="4230" y="5359"/>
                  </a:lnTo>
                  <a:lnTo>
                    <a:pt x="4221" y="5368"/>
                  </a:lnTo>
                  <a:cubicBezTo>
                    <a:pt x="4202" y="5406"/>
                    <a:pt x="4192" y="5445"/>
                    <a:pt x="4173" y="5473"/>
                  </a:cubicBezTo>
                  <a:cubicBezTo>
                    <a:pt x="4154" y="5512"/>
                    <a:pt x="4144" y="5540"/>
                    <a:pt x="4125" y="5569"/>
                  </a:cubicBezTo>
                  <a:lnTo>
                    <a:pt x="4116" y="5588"/>
                  </a:lnTo>
                  <a:cubicBezTo>
                    <a:pt x="4077" y="5655"/>
                    <a:pt x="4039" y="5722"/>
                    <a:pt x="4001" y="5789"/>
                  </a:cubicBezTo>
                  <a:lnTo>
                    <a:pt x="3991" y="5799"/>
                  </a:lnTo>
                  <a:lnTo>
                    <a:pt x="3934" y="5894"/>
                  </a:lnTo>
                  <a:lnTo>
                    <a:pt x="3934" y="5904"/>
                  </a:lnTo>
                  <a:cubicBezTo>
                    <a:pt x="3886" y="5961"/>
                    <a:pt x="3838" y="6028"/>
                    <a:pt x="3790" y="6095"/>
                  </a:cubicBezTo>
                  <a:lnTo>
                    <a:pt x="3790" y="6105"/>
                  </a:lnTo>
                  <a:cubicBezTo>
                    <a:pt x="3742" y="6162"/>
                    <a:pt x="3685" y="6220"/>
                    <a:pt x="3637" y="6287"/>
                  </a:cubicBezTo>
                  <a:lnTo>
                    <a:pt x="3560" y="6373"/>
                  </a:lnTo>
                  <a:cubicBezTo>
                    <a:pt x="3503" y="6430"/>
                    <a:pt x="3446" y="6488"/>
                    <a:pt x="3388" y="6536"/>
                  </a:cubicBezTo>
                  <a:cubicBezTo>
                    <a:pt x="3245" y="6679"/>
                    <a:pt x="3082" y="6804"/>
                    <a:pt x="2910" y="6909"/>
                  </a:cubicBezTo>
                  <a:cubicBezTo>
                    <a:pt x="2814" y="6976"/>
                    <a:pt x="2709" y="7043"/>
                    <a:pt x="2594" y="7100"/>
                  </a:cubicBezTo>
                  <a:lnTo>
                    <a:pt x="1522" y="7665"/>
                  </a:lnTo>
                  <a:lnTo>
                    <a:pt x="2029" y="7665"/>
                  </a:lnTo>
                  <a:cubicBezTo>
                    <a:pt x="3819" y="7282"/>
                    <a:pt x="5101" y="5722"/>
                    <a:pt x="5120" y="3894"/>
                  </a:cubicBezTo>
                  <a:cubicBezTo>
                    <a:pt x="5120" y="1676"/>
                    <a:pt x="3298" y="1"/>
                    <a:pt x="1228" y="1"/>
                  </a:cubicBezTo>
                  <a:close/>
                </a:path>
              </a:pathLst>
            </a:custGeom>
            <a:solidFill>
              <a:srgbClr val="D7DFE6"/>
            </a:solidFill>
            <a:ln>
              <a:solidFill>
                <a:schemeClr val="tx1">
                  <a:lumMod val="40000"/>
                  <a:lumOff val="6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9907;p63">
              <a:extLst>
                <a:ext uri="{FF2B5EF4-FFF2-40B4-BE49-F238E27FC236}">
                  <a16:creationId xmlns:a16="http://schemas.microsoft.com/office/drawing/2014/main" id="{D07FBFA1-7CB0-432B-A081-2F55A01DFCB2}"/>
                </a:ext>
              </a:extLst>
            </p:cNvPr>
            <p:cNvSpPr/>
            <p:nvPr/>
          </p:nvSpPr>
          <p:spPr>
            <a:xfrm>
              <a:off x="6310768" y="2468507"/>
              <a:ext cx="219691" cy="325230"/>
            </a:xfrm>
            <a:custGeom>
              <a:avLst/>
              <a:gdLst/>
              <a:ahLst/>
              <a:cxnLst/>
              <a:rect l="l" t="t" r="r" b="b"/>
              <a:pathLst>
                <a:path w="8366" h="12385" extrusionOk="0">
                  <a:moveTo>
                    <a:pt x="345" y="1"/>
                  </a:moveTo>
                  <a:cubicBezTo>
                    <a:pt x="278" y="1"/>
                    <a:pt x="10" y="20"/>
                    <a:pt x="1" y="259"/>
                  </a:cubicBezTo>
                  <a:lnTo>
                    <a:pt x="10" y="5025"/>
                  </a:lnTo>
                  <a:lnTo>
                    <a:pt x="403" y="4968"/>
                  </a:lnTo>
                  <a:lnTo>
                    <a:pt x="1398" y="4968"/>
                  </a:lnTo>
                  <a:lnTo>
                    <a:pt x="1446" y="4977"/>
                  </a:lnTo>
                  <a:lnTo>
                    <a:pt x="1494" y="4987"/>
                  </a:lnTo>
                  <a:lnTo>
                    <a:pt x="1541" y="4996"/>
                  </a:lnTo>
                  <a:lnTo>
                    <a:pt x="1580" y="5006"/>
                  </a:lnTo>
                  <a:lnTo>
                    <a:pt x="1637" y="5016"/>
                  </a:lnTo>
                  <a:lnTo>
                    <a:pt x="1675" y="5025"/>
                  </a:lnTo>
                  <a:lnTo>
                    <a:pt x="1723" y="5035"/>
                  </a:lnTo>
                  <a:lnTo>
                    <a:pt x="1771" y="5044"/>
                  </a:lnTo>
                  <a:lnTo>
                    <a:pt x="1819" y="5054"/>
                  </a:lnTo>
                  <a:lnTo>
                    <a:pt x="1857" y="5063"/>
                  </a:lnTo>
                  <a:lnTo>
                    <a:pt x="1905" y="5083"/>
                  </a:lnTo>
                  <a:lnTo>
                    <a:pt x="1915" y="5083"/>
                  </a:lnTo>
                  <a:lnTo>
                    <a:pt x="1943" y="5092"/>
                  </a:lnTo>
                  <a:lnTo>
                    <a:pt x="1991" y="5102"/>
                  </a:lnTo>
                  <a:lnTo>
                    <a:pt x="2001" y="5102"/>
                  </a:lnTo>
                  <a:lnTo>
                    <a:pt x="2030" y="5111"/>
                  </a:lnTo>
                  <a:lnTo>
                    <a:pt x="2077" y="5130"/>
                  </a:lnTo>
                  <a:lnTo>
                    <a:pt x="2116" y="5140"/>
                  </a:lnTo>
                  <a:lnTo>
                    <a:pt x="2164" y="5159"/>
                  </a:lnTo>
                  <a:lnTo>
                    <a:pt x="2183" y="5169"/>
                  </a:lnTo>
                  <a:lnTo>
                    <a:pt x="2202" y="5178"/>
                  </a:lnTo>
                  <a:lnTo>
                    <a:pt x="2259" y="5197"/>
                  </a:lnTo>
                  <a:lnTo>
                    <a:pt x="2269" y="5197"/>
                  </a:lnTo>
                  <a:lnTo>
                    <a:pt x="2288" y="5207"/>
                  </a:lnTo>
                  <a:lnTo>
                    <a:pt x="2345" y="5226"/>
                  </a:lnTo>
                  <a:lnTo>
                    <a:pt x="2374" y="5245"/>
                  </a:lnTo>
                  <a:lnTo>
                    <a:pt x="2460" y="5284"/>
                  </a:lnTo>
                  <a:lnTo>
                    <a:pt x="2470" y="5284"/>
                  </a:lnTo>
                  <a:lnTo>
                    <a:pt x="2537" y="5322"/>
                  </a:lnTo>
                  <a:lnTo>
                    <a:pt x="2565" y="5331"/>
                  </a:lnTo>
                  <a:lnTo>
                    <a:pt x="2623" y="5360"/>
                  </a:lnTo>
                  <a:lnTo>
                    <a:pt x="2652" y="5379"/>
                  </a:lnTo>
                  <a:lnTo>
                    <a:pt x="2699" y="5408"/>
                  </a:lnTo>
                  <a:lnTo>
                    <a:pt x="2719" y="5418"/>
                  </a:lnTo>
                  <a:lnTo>
                    <a:pt x="2738" y="5427"/>
                  </a:lnTo>
                  <a:lnTo>
                    <a:pt x="2776" y="5446"/>
                  </a:lnTo>
                  <a:lnTo>
                    <a:pt x="2805" y="5465"/>
                  </a:lnTo>
                  <a:lnTo>
                    <a:pt x="2814" y="5475"/>
                  </a:lnTo>
                  <a:lnTo>
                    <a:pt x="2853" y="5504"/>
                  </a:lnTo>
                  <a:lnTo>
                    <a:pt x="2891" y="5523"/>
                  </a:lnTo>
                  <a:lnTo>
                    <a:pt x="2929" y="5552"/>
                  </a:lnTo>
                  <a:lnTo>
                    <a:pt x="2958" y="5571"/>
                  </a:lnTo>
                  <a:lnTo>
                    <a:pt x="2996" y="5599"/>
                  </a:lnTo>
                  <a:lnTo>
                    <a:pt x="3034" y="5628"/>
                  </a:lnTo>
                  <a:lnTo>
                    <a:pt x="3073" y="5657"/>
                  </a:lnTo>
                  <a:lnTo>
                    <a:pt x="3101" y="5676"/>
                  </a:lnTo>
                  <a:lnTo>
                    <a:pt x="3149" y="5705"/>
                  </a:lnTo>
                  <a:lnTo>
                    <a:pt x="3178" y="5733"/>
                  </a:lnTo>
                  <a:lnTo>
                    <a:pt x="3216" y="5762"/>
                  </a:lnTo>
                  <a:lnTo>
                    <a:pt x="3245" y="5791"/>
                  </a:lnTo>
                  <a:lnTo>
                    <a:pt x="3283" y="5819"/>
                  </a:lnTo>
                  <a:lnTo>
                    <a:pt x="3312" y="5848"/>
                  </a:lnTo>
                  <a:lnTo>
                    <a:pt x="3350" y="5886"/>
                  </a:lnTo>
                  <a:lnTo>
                    <a:pt x="3379" y="5915"/>
                  </a:lnTo>
                  <a:lnTo>
                    <a:pt x="3417" y="5953"/>
                  </a:lnTo>
                  <a:lnTo>
                    <a:pt x="3446" y="5973"/>
                  </a:lnTo>
                  <a:lnTo>
                    <a:pt x="3484" y="6020"/>
                  </a:lnTo>
                  <a:lnTo>
                    <a:pt x="3503" y="6040"/>
                  </a:lnTo>
                  <a:lnTo>
                    <a:pt x="3551" y="6078"/>
                  </a:lnTo>
                  <a:lnTo>
                    <a:pt x="3570" y="6116"/>
                  </a:lnTo>
                  <a:lnTo>
                    <a:pt x="3589" y="6126"/>
                  </a:lnTo>
                  <a:cubicBezTo>
                    <a:pt x="3819" y="6384"/>
                    <a:pt x="4011" y="6671"/>
                    <a:pt x="4164" y="6987"/>
                  </a:cubicBezTo>
                  <a:lnTo>
                    <a:pt x="4164" y="7006"/>
                  </a:lnTo>
                  <a:lnTo>
                    <a:pt x="4173" y="7016"/>
                  </a:lnTo>
                  <a:lnTo>
                    <a:pt x="4202" y="7073"/>
                  </a:lnTo>
                  <a:cubicBezTo>
                    <a:pt x="4413" y="7533"/>
                    <a:pt x="4518" y="8030"/>
                    <a:pt x="4518" y="8528"/>
                  </a:cubicBezTo>
                  <a:lnTo>
                    <a:pt x="4518" y="8557"/>
                  </a:lnTo>
                  <a:lnTo>
                    <a:pt x="4518" y="8681"/>
                  </a:lnTo>
                  <a:lnTo>
                    <a:pt x="4480" y="8748"/>
                  </a:lnTo>
                  <a:lnTo>
                    <a:pt x="4480" y="8853"/>
                  </a:lnTo>
                  <a:lnTo>
                    <a:pt x="4480" y="8872"/>
                  </a:lnTo>
                  <a:cubicBezTo>
                    <a:pt x="4480" y="8911"/>
                    <a:pt x="4470" y="8949"/>
                    <a:pt x="4470" y="8987"/>
                  </a:cubicBezTo>
                  <a:lnTo>
                    <a:pt x="4470" y="9016"/>
                  </a:lnTo>
                  <a:cubicBezTo>
                    <a:pt x="4470" y="9045"/>
                    <a:pt x="4460" y="9073"/>
                    <a:pt x="4460" y="9112"/>
                  </a:cubicBezTo>
                  <a:lnTo>
                    <a:pt x="4460" y="9140"/>
                  </a:lnTo>
                  <a:cubicBezTo>
                    <a:pt x="4441" y="9207"/>
                    <a:pt x="4432" y="9284"/>
                    <a:pt x="4413" y="9360"/>
                  </a:cubicBezTo>
                  <a:lnTo>
                    <a:pt x="4413" y="9389"/>
                  </a:lnTo>
                  <a:cubicBezTo>
                    <a:pt x="4413" y="9418"/>
                    <a:pt x="4403" y="9447"/>
                    <a:pt x="4393" y="9485"/>
                  </a:cubicBezTo>
                  <a:lnTo>
                    <a:pt x="4393" y="9504"/>
                  </a:lnTo>
                  <a:cubicBezTo>
                    <a:pt x="4384" y="9542"/>
                    <a:pt x="4374" y="9581"/>
                    <a:pt x="4365" y="9609"/>
                  </a:cubicBezTo>
                  <a:lnTo>
                    <a:pt x="4365" y="9628"/>
                  </a:lnTo>
                  <a:cubicBezTo>
                    <a:pt x="4355" y="9657"/>
                    <a:pt x="4346" y="9695"/>
                    <a:pt x="4336" y="9724"/>
                  </a:cubicBezTo>
                  <a:lnTo>
                    <a:pt x="4326" y="9743"/>
                  </a:lnTo>
                  <a:cubicBezTo>
                    <a:pt x="4307" y="9820"/>
                    <a:pt x="4279" y="9896"/>
                    <a:pt x="4250" y="9963"/>
                  </a:cubicBezTo>
                  <a:lnTo>
                    <a:pt x="4240" y="9983"/>
                  </a:lnTo>
                  <a:lnTo>
                    <a:pt x="4202" y="10069"/>
                  </a:lnTo>
                  <a:lnTo>
                    <a:pt x="4192" y="10088"/>
                  </a:lnTo>
                  <a:cubicBezTo>
                    <a:pt x="4173" y="10126"/>
                    <a:pt x="4164" y="10164"/>
                    <a:pt x="4145" y="10193"/>
                  </a:cubicBezTo>
                  <a:cubicBezTo>
                    <a:pt x="4125" y="10222"/>
                    <a:pt x="4116" y="10260"/>
                    <a:pt x="4097" y="10289"/>
                  </a:cubicBezTo>
                  <a:lnTo>
                    <a:pt x="4087" y="10308"/>
                  </a:lnTo>
                  <a:cubicBezTo>
                    <a:pt x="4049" y="10375"/>
                    <a:pt x="4011" y="10442"/>
                    <a:pt x="3972" y="10509"/>
                  </a:cubicBezTo>
                  <a:lnTo>
                    <a:pt x="3963" y="10518"/>
                  </a:lnTo>
                  <a:lnTo>
                    <a:pt x="3905" y="10614"/>
                  </a:lnTo>
                  <a:cubicBezTo>
                    <a:pt x="3857" y="10681"/>
                    <a:pt x="3810" y="10748"/>
                    <a:pt x="3762" y="10815"/>
                  </a:cubicBezTo>
                  <a:cubicBezTo>
                    <a:pt x="3714" y="10882"/>
                    <a:pt x="3656" y="10940"/>
                    <a:pt x="3609" y="11007"/>
                  </a:cubicBezTo>
                  <a:lnTo>
                    <a:pt x="3532" y="11093"/>
                  </a:lnTo>
                  <a:cubicBezTo>
                    <a:pt x="3475" y="11150"/>
                    <a:pt x="3417" y="11208"/>
                    <a:pt x="3360" y="11255"/>
                  </a:cubicBezTo>
                  <a:cubicBezTo>
                    <a:pt x="3216" y="11389"/>
                    <a:pt x="3054" y="11523"/>
                    <a:pt x="2881" y="11629"/>
                  </a:cubicBezTo>
                  <a:cubicBezTo>
                    <a:pt x="2786" y="11696"/>
                    <a:pt x="2680" y="11763"/>
                    <a:pt x="2565" y="11820"/>
                  </a:cubicBezTo>
                  <a:lnTo>
                    <a:pt x="1494" y="12385"/>
                  </a:lnTo>
                  <a:lnTo>
                    <a:pt x="8030" y="12385"/>
                  </a:lnTo>
                  <a:cubicBezTo>
                    <a:pt x="8116" y="12385"/>
                    <a:pt x="8365" y="12346"/>
                    <a:pt x="8365" y="12107"/>
                  </a:cubicBezTo>
                  <a:lnTo>
                    <a:pt x="8365" y="2661"/>
                  </a:lnTo>
                  <a:lnTo>
                    <a:pt x="6968" y="1398"/>
                  </a:lnTo>
                  <a:lnTo>
                    <a:pt x="5705" y="1"/>
                  </a:lnTo>
                  <a:close/>
                </a:path>
              </a:pathLst>
            </a:custGeom>
            <a:solidFill>
              <a:srgbClr val="DEE5EA"/>
            </a:solidFill>
            <a:ln>
              <a:solidFill>
                <a:schemeClr val="tx1">
                  <a:lumMod val="40000"/>
                  <a:lumOff val="6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 name="Google Shape;9908;p63">
              <a:extLst>
                <a:ext uri="{FF2B5EF4-FFF2-40B4-BE49-F238E27FC236}">
                  <a16:creationId xmlns:a16="http://schemas.microsoft.com/office/drawing/2014/main" id="{466E6AEC-3ACA-43B9-8A31-EA64861C56BD}"/>
                </a:ext>
              </a:extLst>
            </p:cNvPr>
            <p:cNvSpPr/>
            <p:nvPr/>
          </p:nvSpPr>
          <p:spPr>
            <a:xfrm>
              <a:off x="6230360" y="2591666"/>
              <a:ext cx="204329" cy="204329"/>
            </a:xfrm>
            <a:custGeom>
              <a:avLst/>
              <a:gdLst/>
              <a:ahLst/>
              <a:cxnLst/>
              <a:rect l="l" t="t" r="r" b="b"/>
              <a:pathLst>
                <a:path w="7781" h="7781" extrusionOk="0">
                  <a:moveTo>
                    <a:pt x="3895" y="0"/>
                  </a:moveTo>
                  <a:cubicBezTo>
                    <a:pt x="1742" y="0"/>
                    <a:pt x="0" y="1742"/>
                    <a:pt x="0" y="3895"/>
                  </a:cubicBezTo>
                  <a:cubicBezTo>
                    <a:pt x="0" y="6039"/>
                    <a:pt x="1742" y="7781"/>
                    <a:pt x="3895" y="7781"/>
                  </a:cubicBezTo>
                  <a:cubicBezTo>
                    <a:pt x="6049" y="7781"/>
                    <a:pt x="7781" y="6039"/>
                    <a:pt x="7781" y="3895"/>
                  </a:cubicBezTo>
                  <a:cubicBezTo>
                    <a:pt x="7781" y="1742"/>
                    <a:pt x="6049" y="0"/>
                    <a:pt x="3895" y="0"/>
                  </a:cubicBezTo>
                  <a:close/>
                </a:path>
              </a:pathLst>
            </a:custGeom>
            <a:solidFill>
              <a:srgbClr val="96ABBC"/>
            </a:solidFill>
            <a:ln>
              <a:solidFill>
                <a:schemeClr val="tx1">
                  <a:lumMod val="40000"/>
                  <a:lumOff val="6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 name="Google Shape;9909;p63">
              <a:extLst>
                <a:ext uri="{FF2B5EF4-FFF2-40B4-BE49-F238E27FC236}">
                  <a16:creationId xmlns:a16="http://schemas.microsoft.com/office/drawing/2014/main" id="{C63E1A57-A2D7-477A-86F4-A6AECECC79C1}"/>
                </a:ext>
              </a:extLst>
            </p:cNvPr>
            <p:cNvSpPr/>
            <p:nvPr/>
          </p:nvSpPr>
          <p:spPr>
            <a:xfrm>
              <a:off x="6234115" y="2591666"/>
              <a:ext cx="104331" cy="204329"/>
            </a:xfrm>
            <a:custGeom>
              <a:avLst/>
              <a:gdLst/>
              <a:ahLst/>
              <a:cxnLst/>
              <a:rect l="l" t="t" r="r" b="b"/>
              <a:pathLst>
                <a:path w="3973" h="7781" extrusionOk="0">
                  <a:moveTo>
                    <a:pt x="3752" y="0"/>
                  </a:moveTo>
                  <a:cubicBezTo>
                    <a:pt x="1656" y="77"/>
                    <a:pt x="1" y="1799"/>
                    <a:pt x="1" y="3895"/>
                  </a:cubicBezTo>
                  <a:cubicBezTo>
                    <a:pt x="1" y="5991"/>
                    <a:pt x="1656" y="7704"/>
                    <a:pt x="3752" y="7781"/>
                  </a:cubicBezTo>
                  <a:cubicBezTo>
                    <a:pt x="3829" y="7781"/>
                    <a:pt x="3896" y="7781"/>
                    <a:pt x="3972" y="7771"/>
                  </a:cubicBezTo>
                  <a:cubicBezTo>
                    <a:pt x="1915" y="7656"/>
                    <a:pt x="307" y="5953"/>
                    <a:pt x="297" y="3895"/>
                  </a:cubicBezTo>
                  <a:cubicBezTo>
                    <a:pt x="297" y="1828"/>
                    <a:pt x="1915" y="125"/>
                    <a:pt x="3972" y="10"/>
                  </a:cubicBezTo>
                  <a:cubicBezTo>
                    <a:pt x="3896" y="10"/>
                    <a:pt x="3829" y="0"/>
                    <a:pt x="3752" y="0"/>
                  </a:cubicBezTo>
                  <a:close/>
                </a:path>
              </a:pathLst>
            </a:custGeom>
            <a:solidFill>
              <a:srgbClr val="869FB2"/>
            </a:solidFill>
            <a:ln>
              <a:solidFill>
                <a:schemeClr val="tx1">
                  <a:lumMod val="40000"/>
                  <a:lumOff val="6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 name="Google Shape;9910;p63">
              <a:extLst>
                <a:ext uri="{FF2B5EF4-FFF2-40B4-BE49-F238E27FC236}">
                  <a16:creationId xmlns:a16="http://schemas.microsoft.com/office/drawing/2014/main" id="{FD58FE95-0EB0-4FF3-9874-DB877E821220}"/>
                </a:ext>
              </a:extLst>
            </p:cNvPr>
            <p:cNvSpPr/>
            <p:nvPr/>
          </p:nvSpPr>
          <p:spPr>
            <a:xfrm>
              <a:off x="6262528" y="2728875"/>
              <a:ext cx="140491" cy="67121"/>
            </a:xfrm>
            <a:custGeom>
              <a:avLst/>
              <a:gdLst/>
              <a:ahLst/>
              <a:cxnLst/>
              <a:rect l="l" t="t" r="r" b="b"/>
              <a:pathLst>
                <a:path w="5350" h="2556" extrusionOk="0">
                  <a:moveTo>
                    <a:pt x="3254" y="1"/>
                  </a:moveTo>
                  <a:lnTo>
                    <a:pt x="2680" y="594"/>
                  </a:lnTo>
                  <a:lnTo>
                    <a:pt x="2077" y="10"/>
                  </a:lnTo>
                  <a:lnTo>
                    <a:pt x="861" y="489"/>
                  </a:lnTo>
                  <a:cubicBezTo>
                    <a:pt x="517" y="623"/>
                    <a:pt x="249" y="891"/>
                    <a:pt x="105" y="1235"/>
                  </a:cubicBezTo>
                  <a:lnTo>
                    <a:pt x="0" y="1494"/>
                  </a:lnTo>
                  <a:lnTo>
                    <a:pt x="211" y="1666"/>
                  </a:lnTo>
                  <a:cubicBezTo>
                    <a:pt x="924" y="2259"/>
                    <a:pt x="1799" y="2556"/>
                    <a:pt x="2675" y="2556"/>
                  </a:cubicBezTo>
                  <a:cubicBezTo>
                    <a:pt x="3551" y="2556"/>
                    <a:pt x="4426" y="2259"/>
                    <a:pt x="5139" y="1666"/>
                  </a:cubicBezTo>
                  <a:lnTo>
                    <a:pt x="5350" y="1494"/>
                  </a:lnTo>
                  <a:lnTo>
                    <a:pt x="5245" y="1245"/>
                  </a:lnTo>
                  <a:cubicBezTo>
                    <a:pt x="5101" y="900"/>
                    <a:pt x="4833" y="632"/>
                    <a:pt x="4489" y="489"/>
                  </a:cubicBezTo>
                  <a:lnTo>
                    <a:pt x="3254" y="1"/>
                  </a:lnTo>
                  <a:close/>
                </a:path>
              </a:pathLst>
            </a:custGeom>
            <a:solidFill>
              <a:srgbClr val="8192A2"/>
            </a:solidFill>
            <a:ln>
              <a:solidFill>
                <a:schemeClr val="tx1">
                  <a:lumMod val="40000"/>
                  <a:lumOff val="6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9911;p63">
              <a:extLst>
                <a:ext uri="{FF2B5EF4-FFF2-40B4-BE49-F238E27FC236}">
                  <a16:creationId xmlns:a16="http://schemas.microsoft.com/office/drawing/2014/main" id="{7BC44ED7-D2D6-4D8A-9A3D-A40D303B07E8}"/>
                </a:ext>
              </a:extLst>
            </p:cNvPr>
            <p:cNvSpPr/>
            <p:nvPr/>
          </p:nvSpPr>
          <p:spPr>
            <a:xfrm>
              <a:off x="6262528" y="2729137"/>
              <a:ext cx="74920" cy="66858"/>
            </a:xfrm>
            <a:custGeom>
              <a:avLst/>
              <a:gdLst/>
              <a:ahLst/>
              <a:cxnLst/>
              <a:rect l="l" t="t" r="r" b="b"/>
              <a:pathLst>
                <a:path w="2853" h="2546" extrusionOk="0">
                  <a:moveTo>
                    <a:pt x="2077" y="0"/>
                  </a:moveTo>
                  <a:lnTo>
                    <a:pt x="852" y="479"/>
                  </a:lnTo>
                  <a:cubicBezTo>
                    <a:pt x="507" y="622"/>
                    <a:pt x="239" y="890"/>
                    <a:pt x="96" y="1225"/>
                  </a:cubicBezTo>
                  <a:lnTo>
                    <a:pt x="0" y="1493"/>
                  </a:lnTo>
                  <a:lnTo>
                    <a:pt x="201" y="1665"/>
                  </a:lnTo>
                  <a:cubicBezTo>
                    <a:pt x="900" y="2230"/>
                    <a:pt x="1771" y="2546"/>
                    <a:pt x="2670" y="2546"/>
                  </a:cubicBezTo>
                  <a:lnTo>
                    <a:pt x="2852" y="2546"/>
                  </a:lnTo>
                  <a:cubicBezTo>
                    <a:pt x="2010" y="2508"/>
                    <a:pt x="1206" y="2201"/>
                    <a:pt x="565" y="1665"/>
                  </a:cubicBezTo>
                  <a:lnTo>
                    <a:pt x="354" y="1493"/>
                  </a:lnTo>
                  <a:lnTo>
                    <a:pt x="459" y="1225"/>
                  </a:lnTo>
                  <a:cubicBezTo>
                    <a:pt x="593" y="890"/>
                    <a:pt x="871" y="622"/>
                    <a:pt x="1216" y="479"/>
                  </a:cubicBezTo>
                  <a:lnTo>
                    <a:pt x="2173" y="105"/>
                  </a:lnTo>
                  <a:lnTo>
                    <a:pt x="2077" y="0"/>
                  </a:lnTo>
                  <a:close/>
                </a:path>
              </a:pathLst>
            </a:custGeom>
            <a:solidFill>
              <a:srgbClr val="657A8D"/>
            </a:solidFill>
            <a:ln>
              <a:solidFill>
                <a:schemeClr val="tx1">
                  <a:lumMod val="40000"/>
                  <a:lumOff val="6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9912;p63">
              <a:extLst>
                <a:ext uri="{FF2B5EF4-FFF2-40B4-BE49-F238E27FC236}">
                  <a16:creationId xmlns:a16="http://schemas.microsoft.com/office/drawing/2014/main" id="{C2C697A8-9C7B-4283-993C-57C1278700EC}"/>
                </a:ext>
              </a:extLst>
            </p:cNvPr>
            <p:cNvSpPr/>
            <p:nvPr/>
          </p:nvSpPr>
          <p:spPr>
            <a:xfrm>
              <a:off x="6283878" y="2609996"/>
              <a:ext cx="98029" cy="64862"/>
            </a:xfrm>
            <a:custGeom>
              <a:avLst/>
              <a:gdLst/>
              <a:ahLst/>
              <a:cxnLst/>
              <a:rect l="l" t="t" r="r" b="b"/>
              <a:pathLst>
                <a:path w="3733" h="2470" extrusionOk="0">
                  <a:moveTo>
                    <a:pt x="3283" y="2135"/>
                  </a:moveTo>
                  <a:lnTo>
                    <a:pt x="3274" y="2145"/>
                  </a:lnTo>
                  <a:lnTo>
                    <a:pt x="3235" y="2164"/>
                  </a:lnTo>
                  <a:lnTo>
                    <a:pt x="3283" y="2135"/>
                  </a:lnTo>
                  <a:close/>
                  <a:moveTo>
                    <a:pt x="1800" y="1"/>
                  </a:moveTo>
                  <a:cubicBezTo>
                    <a:pt x="814" y="1"/>
                    <a:pt x="1" y="757"/>
                    <a:pt x="1" y="1685"/>
                  </a:cubicBezTo>
                  <a:lnTo>
                    <a:pt x="1" y="2470"/>
                  </a:lnTo>
                  <a:cubicBezTo>
                    <a:pt x="1" y="2470"/>
                    <a:pt x="412" y="2432"/>
                    <a:pt x="460" y="2250"/>
                  </a:cubicBezTo>
                  <a:cubicBezTo>
                    <a:pt x="479" y="2231"/>
                    <a:pt x="489" y="2212"/>
                    <a:pt x="498" y="2183"/>
                  </a:cubicBezTo>
                  <a:cubicBezTo>
                    <a:pt x="728" y="2183"/>
                    <a:pt x="1819" y="2173"/>
                    <a:pt x="2431" y="1465"/>
                  </a:cubicBezTo>
                  <a:cubicBezTo>
                    <a:pt x="2575" y="1819"/>
                    <a:pt x="2872" y="2078"/>
                    <a:pt x="3235" y="2173"/>
                  </a:cubicBezTo>
                  <a:cubicBezTo>
                    <a:pt x="3245" y="2202"/>
                    <a:pt x="3254" y="2221"/>
                    <a:pt x="3274" y="2240"/>
                  </a:cubicBezTo>
                  <a:cubicBezTo>
                    <a:pt x="3321" y="2422"/>
                    <a:pt x="3733" y="2460"/>
                    <a:pt x="3733" y="2460"/>
                  </a:cubicBezTo>
                  <a:lnTo>
                    <a:pt x="3733" y="1676"/>
                  </a:lnTo>
                  <a:cubicBezTo>
                    <a:pt x="3733" y="757"/>
                    <a:pt x="2929" y="1"/>
                    <a:pt x="1943" y="1"/>
                  </a:cubicBezTo>
                  <a:close/>
                </a:path>
              </a:pathLst>
            </a:custGeom>
            <a:solidFill>
              <a:srgbClr val="657E93"/>
            </a:solidFill>
            <a:ln>
              <a:solidFill>
                <a:schemeClr val="tx1">
                  <a:lumMod val="40000"/>
                  <a:lumOff val="6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 name="Google Shape;9913;p63">
              <a:extLst>
                <a:ext uri="{FF2B5EF4-FFF2-40B4-BE49-F238E27FC236}">
                  <a16:creationId xmlns:a16="http://schemas.microsoft.com/office/drawing/2014/main" id="{AA8A6CCC-1DFF-4BF5-AE79-8C6EBAB82BD9}"/>
                </a:ext>
              </a:extLst>
            </p:cNvPr>
            <p:cNvSpPr/>
            <p:nvPr/>
          </p:nvSpPr>
          <p:spPr>
            <a:xfrm>
              <a:off x="6283878" y="2610258"/>
              <a:ext cx="53308" cy="64600"/>
            </a:xfrm>
            <a:custGeom>
              <a:avLst/>
              <a:gdLst/>
              <a:ahLst/>
              <a:cxnLst/>
              <a:rect l="l" t="t" r="r" b="b"/>
              <a:pathLst>
                <a:path w="2030" h="2460" extrusionOk="0">
                  <a:moveTo>
                    <a:pt x="1800" y="0"/>
                  </a:moveTo>
                  <a:cubicBezTo>
                    <a:pt x="814" y="0"/>
                    <a:pt x="1" y="756"/>
                    <a:pt x="1" y="1685"/>
                  </a:cubicBezTo>
                  <a:lnTo>
                    <a:pt x="1" y="2460"/>
                  </a:lnTo>
                  <a:cubicBezTo>
                    <a:pt x="106" y="2450"/>
                    <a:pt x="221" y="2422"/>
                    <a:pt x="316" y="2374"/>
                  </a:cubicBezTo>
                  <a:lnTo>
                    <a:pt x="326" y="2106"/>
                  </a:lnTo>
                  <a:lnTo>
                    <a:pt x="326" y="1675"/>
                  </a:lnTo>
                  <a:cubicBezTo>
                    <a:pt x="326" y="776"/>
                    <a:pt x="1082" y="39"/>
                    <a:pt x="2029" y="0"/>
                  </a:cubicBezTo>
                  <a:close/>
                </a:path>
              </a:pathLst>
            </a:custGeom>
            <a:solidFill>
              <a:srgbClr val="657E93"/>
            </a:solidFill>
            <a:ln>
              <a:solidFill>
                <a:schemeClr val="tx1">
                  <a:lumMod val="40000"/>
                  <a:lumOff val="6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9914;p63">
              <a:extLst>
                <a:ext uri="{FF2B5EF4-FFF2-40B4-BE49-F238E27FC236}">
                  <a16:creationId xmlns:a16="http://schemas.microsoft.com/office/drawing/2014/main" id="{492839F7-D6AB-4B48-9F90-509CAD52BA3C}"/>
                </a:ext>
              </a:extLst>
            </p:cNvPr>
            <p:cNvSpPr/>
            <p:nvPr/>
          </p:nvSpPr>
          <p:spPr>
            <a:xfrm>
              <a:off x="6368566" y="2668319"/>
              <a:ext cx="18119" cy="26917"/>
            </a:xfrm>
            <a:custGeom>
              <a:avLst/>
              <a:gdLst/>
              <a:ahLst/>
              <a:cxnLst/>
              <a:rect l="l" t="t" r="r" b="b"/>
              <a:pathLst>
                <a:path w="690" h="1025" extrusionOk="0">
                  <a:moveTo>
                    <a:pt x="221" y="0"/>
                  </a:moveTo>
                  <a:cubicBezTo>
                    <a:pt x="176" y="0"/>
                    <a:pt x="132" y="13"/>
                    <a:pt x="87" y="38"/>
                  </a:cubicBezTo>
                  <a:cubicBezTo>
                    <a:pt x="29" y="77"/>
                    <a:pt x="1" y="144"/>
                    <a:pt x="1" y="211"/>
                  </a:cubicBezTo>
                  <a:lnTo>
                    <a:pt x="1" y="814"/>
                  </a:lnTo>
                  <a:cubicBezTo>
                    <a:pt x="1" y="881"/>
                    <a:pt x="29" y="938"/>
                    <a:pt x="87" y="986"/>
                  </a:cubicBezTo>
                  <a:cubicBezTo>
                    <a:pt x="135" y="1005"/>
                    <a:pt x="173" y="1024"/>
                    <a:pt x="221" y="1024"/>
                  </a:cubicBezTo>
                  <a:cubicBezTo>
                    <a:pt x="250" y="1024"/>
                    <a:pt x="269" y="1015"/>
                    <a:pt x="288" y="1015"/>
                  </a:cubicBezTo>
                  <a:cubicBezTo>
                    <a:pt x="336" y="995"/>
                    <a:pt x="374" y="986"/>
                    <a:pt x="422" y="957"/>
                  </a:cubicBezTo>
                  <a:cubicBezTo>
                    <a:pt x="460" y="919"/>
                    <a:pt x="498" y="890"/>
                    <a:pt x="546" y="861"/>
                  </a:cubicBezTo>
                  <a:cubicBezTo>
                    <a:pt x="632" y="766"/>
                    <a:pt x="690" y="641"/>
                    <a:pt x="690" y="507"/>
                  </a:cubicBezTo>
                  <a:cubicBezTo>
                    <a:pt x="680" y="278"/>
                    <a:pt x="518" y="67"/>
                    <a:pt x="288" y="10"/>
                  </a:cubicBezTo>
                  <a:cubicBezTo>
                    <a:pt x="266" y="3"/>
                    <a:pt x="243" y="0"/>
                    <a:pt x="221" y="0"/>
                  </a:cubicBezTo>
                  <a:close/>
                </a:path>
              </a:pathLst>
            </a:custGeom>
            <a:solidFill>
              <a:srgbClr val="CBD6DE"/>
            </a:solidFill>
            <a:ln>
              <a:solidFill>
                <a:schemeClr val="tx1">
                  <a:lumMod val="40000"/>
                  <a:lumOff val="6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9915;p63">
              <a:extLst>
                <a:ext uri="{FF2B5EF4-FFF2-40B4-BE49-F238E27FC236}">
                  <a16:creationId xmlns:a16="http://schemas.microsoft.com/office/drawing/2014/main" id="{D663946E-5775-4EE7-ABE2-1FA49C1887CD}"/>
                </a:ext>
              </a:extLst>
            </p:cNvPr>
            <p:cNvSpPr/>
            <p:nvPr/>
          </p:nvSpPr>
          <p:spPr>
            <a:xfrm>
              <a:off x="6276079" y="2668319"/>
              <a:ext cx="21402" cy="26917"/>
            </a:xfrm>
            <a:custGeom>
              <a:avLst/>
              <a:gdLst/>
              <a:ahLst/>
              <a:cxnLst/>
              <a:rect l="l" t="t" r="r" b="b"/>
              <a:pathLst>
                <a:path w="815" h="1025" extrusionOk="0">
                  <a:moveTo>
                    <a:pt x="594" y="0"/>
                  </a:moveTo>
                  <a:cubicBezTo>
                    <a:pt x="572" y="0"/>
                    <a:pt x="550" y="3"/>
                    <a:pt x="527" y="10"/>
                  </a:cubicBezTo>
                  <a:cubicBezTo>
                    <a:pt x="1" y="144"/>
                    <a:pt x="1" y="890"/>
                    <a:pt x="527" y="1015"/>
                  </a:cubicBezTo>
                  <a:cubicBezTo>
                    <a:pt x="546" y="1024"/>
                    <a:pt x="566" y="1024"/>
                    <a:pt x="594" y="1024"/>
                  </a:cubicBezTo>
                  <a:cubicBezTo>
                    <a:pt x="642" y="1024"/>
                    <a:pt x="680" y="1015"/>
                    <a:pt x="728" y="986"/>
                  </a:cubicBezTo>
                  <a:cubicBezTo>
                    <a:pt x="786" y="948"/>
                    <a:pt x="814" y="881"/>
                    <a:pt x="814" y="814"/>
                  </a:cubicBezTo>
                  <a:lnTo>
                    <a:pt x="814" y="220"/>
                  </a:lnTo>
                  <a:cubicBezTo>
                    <a:pt x="814" y="144"/>
                    <a:pt x="786" y="77"/>
                    <a:pt x="728" y="38"/>
                  </a:cubicBezTo>
                  <a:cubicBezTo>
                    <a:pt x="684" y="13"/>
                    <a:pt x="639" y="0"/>
                    <a:pt x="594" y="0"/>
                  </a:cubicBezTo>
                  <a:close/>
                </a:path>
              </a:pathLst>
            </a:custGeom>
            <a:solidFill>
              <a:srgbClr val="B9C7D2"/>
            </a:solidFill>
            <a:ln>
              <a:solidFill>
                <a:schemeClr val="tx1">
                  <a:lumMod val="40000"/>
                  <a:lumOff val="6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9916;p63">
              <a:extLst>
                <a:ext uri="{FF2B5EF4-FFF2-40B4-BE49-F238E27FC236}">
                  <a16:creationId xmlns:a16="http://schemas.microsoft.com/office/drawing/2014/main" id="{36419499-E520-4ACF-BDE4-A5510201262F}"/>
                </a:ext>
              </a:extLst>
            </p:cNvPr>
            <p:cNvSpPr/>
            <p:nvPr/>
          </p:nvSpPr>
          <p:spPr>
            <a:xfrm>
              <a:off x="6315048" y="2715613"/>
              <a:ext cx="35950" cy="38917"/>
            </a:xfrm>
            <a:custGeom>
              <a:avLst/>
              <a:gdLst/>
              <a:ahLst/>
              <a:cxnLst/>
              <a:rect l="l" t="t" r="r" b="b"/>
              <a:pathLst>
                <a:path w="1369" h="1482" extrusionOk="0">
                  <a:moveTo>
                    <a:pt x="224" y="0"/>
                  </a:moveTo>
                  <a:cubicBezTo>
                    <a:pt x="176" y="0"/>
                    <a:pt x="128" y="18"/>
                    <a:pt x="86" y="46"/>
                  </a:cubicBezTo>
                  <a:cubicBezTo>
                    <a:pt x="29" y="84"/>
                    <a:pt x="0" y="151"/>
                    <a:pt x="0" y="209"/>
                  </a:cubicBezTo>
                  <a:lnTo>
                    <a:pt x="0" y="841"/>
                  </a:lnTo>
                  <a:cubicBezTo>
                    <a:pt x="0" y="898"/>
                    <a:pt x="19" y="965"/>
                    <a:pt x="67" y="1003"/>
                  </a:cubicBezTo>
                  <a:lnTo>
                    <a:pt x="527" y="1415"/>
                  </a:lnTo>
                  <a:cubicBezTo>
                    <a:pt x="565" y="1453"/>
                    <a:pt x="622" y="1482"/>
                    <a:pt x="680" y="1482"/>
                  </a:cubicBezTo>
                  <a:cubicBezTo>
                    <a:pt x="737" y="1482"/>
                    <a:pt x="795" y="1453"/>
                    <a:pt x="842" y="1415"/>
                  </a:cubicBezTo>
                  <a:lnTo>
                    <a:pt x="1302" y="955"/>
                  </a:lnTo>
                  <a:cubicBezTo>
                    <a:pt x="1350" y="917"/>
                    <a:pt x="1369" y="869"/>
                    <a:pt x="1369" y="812"/>
                  </a:cubicBezTo>
                  <a:lnTo>
                    <a:pt x="1369" y="218"/>
                  </a:lnTo>
                  <a:cubicBezTo>
                    <a:pt x="1369" y="161"/>
                    <a:pt x="1340" y="104"/>
                    <a:pt x="1302" y="65"/>
                  </a:cubicBezTo>
                  <a:cubicBezTo>
                    <a:pt x="1254" y="27"/>
                    <a:pt x="1197" y="8"/>
                    <a:pt x="1139" y="8"/>
                  </a:cubicBezTo>
                  <a:lnTo>
                    <a:pt x="1091" y="8"/>
                  </a:lnTo>
                  <a:cubicBezTo>
                    <a:pt x="1005" y="27"/>
                    <a:pt x="909" y="37"/>
                    <a:pt x="823" y="37"/>
                  </a:cubicBezTo>
                  <a:lnTo>
                    <a:pt x="546" y="37"/>
                  </a:lnTo>
                  <a:cubicBezTo>
                    <a:pt x="460" y="37"/>
                    <a:pt x="364" y="27"/>
                    <a:pt x="278" y="8"/>
                  </a:cubicBezTo>
                  <a:cubicBezTo>
                    <a:pt x="260" y="3"/>
                    <a:pt x="242" y="0"/>
                    <a:pt x="224" y="0"/>
                  </a:cubicBezTo>
                  <a:close/>
                </a:path>
              </a:pathLst>
            </a:custGeom>
            <a:solidFill>
              <a:srgbClr val="CBD6DE"/>
            </a:solidFill>
            <a:ln>
              <a:solidFill>
                <a:schemeClr val="tx1">
                  <a:lumMod val="40000"/>
                  <a:lumOff val="6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9917;p63">
              <a:extLst>
                <a:ext uri="{FF2B5EF4-FFF2-40B4-BE49-F238E27FC236}">
                  <a16:creationId xmlns:a16="http://schemas.microsoft.com/office/drawing/2014/main" id="{67CD2A21-C33B-413A-A6B8-A3956633DF92}"/>
                </a:ext>
              </a:extLst>
            </p:cNvPr>
            <p:cNvSpPr/>
            <p:nvPr/>
          </p:nvSpPr>
          <p:spPr>
            <a:xfrm>
              <a:off x="6315048" y="2715745"/>
              <a:ext cx="21875" cy="38786"/>
            </a:xfrm>
            <a:custGeom>
              <a:avLst/>
              <a:gdLst/>
              <a:ahLst/>
              <a:cxnLst/>
              <a:rect l="l" t="t" r="r" b="b"/>
              <a:pathLst>
                <a:path w="833" h="1477" extrusionOk="0">
                  <a:moveTo>
                    <a:pt x="234" y="0"/>
                  </a:moveTo>
                  <a:cubicBezTo>
                    <a:pt x="179" y="0"/>
                    <a:pt x="126" y="19"/>
                    <a:pt x="86" y="51"/>
                  </a:cubicBezTo>
                  <a:cubicBezTo>
                    <a:pt x="29" y="89"/>
                    <a:pt x="0" y="146"/>
                    <a:pt x="0" y="213"/>
                  </a:cubicBezTo>
                  <a:lnTo>
                    <a:pt x="0" y="836"/>
                  </a:lnTo>
                  <a:cubicBezTo>
                    <a:pt x="0" y="893"/>
                    <a:pt x="19" y="960"/>
                    <a:pt x="67" y="998"/>
                  </a:cubicBezTo>
                  <a:lnTo>
                    <a:pt x="517" y="1410"/>
                  </a:lnTo>
                  <a:cubicBezTo>
                    <a:pt x="565" y="1448"/>
                    <a:pt x="622" y="1477"/>
                    <a:pt x="680" y="1477"/>
                  </a:cubicBezTo>
                  <a:cubicBezTo>
                    <a:pt x="737" y="1477"/>
                    <a:pt x="795" y="1448"/>
                    <a:pt x="833" y="1410"/>
                  </a:cubicBezTo>
                  <a:cubicBezTo>
                    <a:pt x="795" y="1400"/>
                    <a:pt x="756" y="1381"/>
                    <a:pt x="728" y="1343"/>
                  </a:cubicBezTo>
                  <a:lnTo>
                    <a:pt x="268" y="931"/>
                  </a:lnTo>
                  <a:cubicBezTo>
                    <a:pt x="220" y="893"/>
                    <a:pt x="201" y="826"/>
                    <a:pt x="201" y="769"/>
                  </a:cubicBezTo>
                  <a:lnTo>
                    <a:pt x="201" y="146"/>
                  </a:lnTo>
                  <a:cubicBezTo>
                    <a:pt x="201" y="99"/>
                    <a:pt x="220" y="41"/>
                    <a:pt x="268" y="3"/>
                  </a:cubicBezTo>
                  <a:cubicBezTo>
                    <a:pt x="257" y="1"/>
                    <a:pt x="245" y="0"/>
                    <a:pt x="234" y="0"/>
                  </a:cubicBezTo>
                  <a:close/>
                </a:path>
              </a:pathLst>
            </a:custGeom>
            <a:solidFill>
              <a:srgbClr val="B9C7D2"/>
            </a:solidFill>
            <a:ln>
              <a:solidFill>
                <a:schemeClr val="tx1">
                  <a:lumMod val="40000"/>
                  <a:lumOff val="6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9918;p63">
              <a:extLst>
                <a:ext uri="{FF2B5EF4-FFF2-40B4-BE49-F238E27FC236}">
                  <a16:creationId xmlns:a16="http://schemas.microsoft.com/office/drawing/2014/main" id="{B2CB722A-F2BE-4629-8C9B-C165F30892B5}"/>
                </a:ext>
              </a:extLst>
            </p:cNvPr>
            <p:cNvSpPr/>
            <p:nvPr/>
          </p:nvSpPr>
          <p:spPr>
            <a:xfrm>
              <a:off x="6294172" y="2648178"/>
              <a:ext cx="76942" cy="77467"/>
            </a:xfrm>
            <a:custGeom>
              <a:avLst/>
              <a:gdLst/>
              <a:ahLst/>
              <a:cxnLst/>
              <a:rect l="l" t="t" r="r" b="b"/>
              <a:pathLst>
                <a:path w="2930" h="2950" extrusionOk="0">
                  <a:moveTo>
                    <a:pt x="2039" y="0"/>
                  </a:moveTo>
                  <a:cubicBezTo>
                    <a:pt x="2022" y="0"/>
                    <a:pt x="2006" y="7"/>
                    <a:pt x="1992" y="21"/>
                  </a:cubicBezTo>
                  <a:cubicBezTo>
                    <a:pt x="1666" y="241"/>
                    <a:pt x="1312" y="403"/>
                    <a:pt x="929" y="509"/>
                  </a:cubicBezTo>
                  <a:cubicBezTo>
                    <a:pt x="814" y="537"/>
                    <a:pt x="690" y="566"/>
                    <a:pt x="575" y="585"/>
                  </a:cubicBezTo>
                  <a:cubicBezTo>
                    <a:pt x="451" y="604"/>
                    <a:pt x="336" y="624"/>
                    <a:pt x="212" y="624"/>
                  </a:cubicBezTo>
                  <a:cubicBezTo>
                    <a:pt x="97" y="633"/>
                    <a:pt x="1" y="719"/>
                    <a:pt x="1" y="834"/>
                  </a:cubicBezTo>
                  <a:lnTo>
                    <a:pt x="1" y="1705"/>
                  </a:lnTo>
                  <a:cubicBezTo>
                    <a:pt x="1" y="2384"/>
                    <a:pt x="604" y="2949"/>
                    <a:pt x="1331" y="2949"/>
                  </a:cubicBezTo>
                  <a:lnTo>
                    <a:pt x="1609" y="2949"/>
                  </a:lnTo>
                  <a:cubicBezTo>
                    <a:pt x="2336" y="2949"/>
                    <a:pt x="2929" y="2394"/>
                    <a:pt x="2929" y="1705"/>
                  </a:cubicBezTo>
                  <a:lnTo>
                    <a:pt x="2929" y="805"/>
                  </a:lnTo>
                  <a:cubicBezTo>
                    <a:pt x="2929" y="719"/>
                    <a:pt x="2882" y="633"/>
                    <a:pt x="2796" y="604"/>
                  </a:cubicBezTo>
                  <a:cubicBezTo>
                    <a:pt x="2767" y="595"/>
                    <a:pt x="2748" y="585"/>
                    <a:pt x="2719" y="576"/>
                  </a:cubicBezTo>
                  <a:cubicBezTo>
                    <a:pt x="2470" y="480"/>
                    <a:pt x="2250" y="298"/>
                    <a:pt x="2126" y="59"/>
                  </a:cubicBezTo>
                  <a:lnTo>
                    <a:pt x="2106" y="49"/>
                  </a:lnTo>
                  <a:cubicBezTo>
                    <a:pt x="2094" y="19"/>
                    <a:pt x="2067" y="0"/>
                    <a:pt x="2039" y="0"/>
                  </a:cubicBezTo>
                  <a:close/>
                </a:path>
              </a:pathLst>
            </a:custGeom>
            <a:solidFill>
              <a:srgbClr val="CBD6DE"/>
            </a:solidFill>
            <a:ln>
              <a:solidFill>
                <a:schemeClr val="tx1">
                  <a:lumMod val="40000"/>
                  <a:lumOff val="6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9919;p63">
              <a:extLst>
                <a:ext uri="{FF2B5EF4-FFF2-40B4-BE49-F238E27FC236}">
                  <a16:creationId xmlns:a16="http://schemas.microsoft.com/office/drawing/2014/main" id="{264A516A-6033-420D-8B0F-06FB5AE21AE8}"/>
                </a:ext>
              </a:extLst>
            </p:cNvPr>
            <p:cNvSpPr/>
            <p:nvPr/>
          </p:nvSpPr>
          <p:spPr>
            <a:xfrm>
              <a:off x="6294434" y="2648099"/>
              <a:ext cx="56328" cy="77546"/>
            </a:xfrm>
            <a:custGeom>
              <a:avLst/>
              <a:gdLst/>
              <a:ahLst/>
              <a:cxnLst/>
              <a:rect l="l" t="t" r="r" b="b"/>
              <a:pathLst>
                <a:path w="2145" h="2953" extrusionOk="0">
                  <a:moveTo>
                    <a:pt x="2034" y="0"/>
                  </a:moveTo>
                  <a:cubicBezTo>
                    <a:pt x="2019" y="0"/>
                    <a:pt x="2004" y="4"/>
                    <a:pt x="1991" y="14"/>
                  </a:cubicBezTo>
                  <a:cubicBezTo>
                    <a:pt x="1666" y="244"/>
                    <a:pt x="1312" y="406"/>
                    <a:pt x="929" y="512"/>
                  </a:cubicBezTo>
                  <a:cubicBezTo>
                    <a:pt x="814" y="540"/>
                    <a:pt x="690" y="569"/>
                    <a:pt x="565" y="588"/>
                  </a:cubicBezTo>
                  <a:cubicBezTo>
                    <a:pt x="450" y="607"/>
                    <a:pt x="326" y="617"/>
                    <a:pt x="211" y="627"/>
                  </a:cubicBezTo>
                  <a:cubicBezTo>
                    <a:pt x="96" y="636"/>
                    <a:pt x="1" y="722"/>
                    <a:pt x="1" y="837"/>
                  </a:cubicBezTo>
                  <a:lnTo>
                    <a:pt x="1" y="1708"/>
                  </a:lnTo>
                  <a:cubicBezTo>
                    <a:pt x="1" y="2387"/>
                    <a:pt x="603" y="2952"/>
                    <a:pt x="1331" y="2952"/>
                  </a:cubicBezTo>
                  <a:lnTo>
                    <a:pt x="1599" y="2952"/>
                  </a:lnTo>
                  <a:cubicBezTo>
                    <a:pt x="871" y="2952"/>
                    <a:pt x="278" y="2387"/>
                    <a:pt x="278" y="1708"/>
                  </a:cubicBezTo>
                  <a:lnTo>
                    <a:pt x="278" y="837"/>
                  </a:lnTo>
                  <a:cubicBezTo>
                    <a:pt x="278" y="722"/>
                    <a:pt x="374" y="636"/>
                    <a:pt x="489" y="627"/>
                  </a:cubicBezTo>
                  <a:cubicBezTo>
                    <a:pt x="603" y="617"/>
                    <a:pt x="728" y="607"/>
                    <a:pt x="843" y="588"/>
                  </a:cubicBezTo>
                  <a:cubicBezTo>
                    <a:pt x="967" y="569"/>
                    <a:pt x="1082" y="540"/>
                    <a:pt x="1206" y="512"/>
                  </a:cubicBezTo>
                  <a:cubicBezTo>
                    <a:pt x="1532" y="426"/>
                    <a:pt x="1848" y="282"/>
                    <a:pt x="2144" y="100"/>
                  </a:cubicBezTo>
                  <a:lnTo>
                    <a:pt x="2116" y="62"/>
                  </a:lnTo>
                  <a:lnTo>
                    <a:pt x="2106" y="43"/>
                  </a:lnTo>
                  <a:cubicBezTo>
                    <a:pt x="2093" y="17"/>
                    <a:pt x="2063" y="0"/>
                    <a:pt x="2034" y="0"/>
                  </a:cubicBezTo>
                  <a:close/>
                </a:path>
              </a:pathLst>
            </a:custGeom>
            <a:solidFill>
              <a:srgbClr val="B9C7D2"/>
            </a:solidFill>
            <a:ln>
              <a:solidFill>
                <a:schemeClr val="tx1">
                  <a:lumMod val="40000"/>
                  <a:lumOff val="6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9920;p63">
              <a:extLst>
                <a:ext uri="{FF2B5EF4-FFF2-40B4-BE49-F238E27FC236}">
                  <a16:creationId xmlns:a16="http://schemas.microsoft.com/office/drawing/2014/main" id="{098EEB59-51C4-4473-9991-69335583DAEE}"/>
                </a:ext>
              </a:extLst>
            </p:cNvPr>
            <p:cNvSpPr/>
            <p:nvPr/>
          </p:nvSpPr>
          <p:spPr>
            <a:xfrm>
              <a:off x="6459557" y="2469268"/>
              <a:ext cx="69878" cy="70140"/>
            </a:xfrm>
            <a:custGeom>
              <a:avLst/>
              <a:gdLst/>
              <a:ahLst/>
              <a:cxnLst/>
              <a:rect l="l" t="t" r="r" b="b"/>
              <a:pathLst>
                <a:path w="2661" h="2671" extrusionOk="0">
                  <a:moveTo>
                    <a:pt x="0" y="0"/>
                  </a:moveTo>
                  <a:lnTo>
                    <a:pt x="0" y="2163"/>
                  </a:lnTo>
                  <a:cubicBezTo>
                    <a:pt x="10" y="2336"/>
                    <a:pt x="115" y="2671"/>
                    <a:pt x="689" y="2671"/>
                  </a:cubicBezTo>
                  <a:lnTo>
                    <a:pt x="2661" y="2671"/>
                  </a:lnTo>
                  <a:lnTo>
                    <a:pt x="0" y="0"/>
                  </a:lnTo>
                  <a:close/>
                </a:path>
              </a:pathLst>
            </a:custGeom>
            <a:solidFill>
              <a:srgbClr val="96ABBC"/>
            </a:solidFill>
            <a:ln>
              <a:solidFill>
                <a:schemeClr val="tx1">
                  <a:lumMod val="40000"/>
                  <a:lumOff val="60000"/>
                </a:schemeClr>
              </a:solid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15931853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08CCEF63-B1F5-435A-941C-818DD317932E}"/>
              </a:ext>
            </a:extLst>
          </p:cNvPr>
          <p:cNvSpPr>
            <a:spLocks noGrp="1"/>
          </p:cNvSpPr>
          <p:nvPr>
            <p:ph type="title"/>
          </p:nvPr>
        </p:nvSpPr>
        <p:spPr/>
        <p:txBody>
          <a:bodyPr/>
          <a:lstStyle/>
          <a:p>
            <a:r>
              <a:rPr lang="ru-RU" dirty="0">
                <a:latin typeface="Bahnschrift SemiBold" panose="020B0502040204020203" pitchFamily="34" charset="0"/>
              </a:rPr>
              <a:t>Жизненный цикл подарка</a:t>
            </a:r>
          </a:p>
        </p:txBody>
      </p:sp>
      <p:sp>
        <p:nvSpPr>
          <p:cNvPr id="11" name="Подзаголовок 10">
            <a:extLst>
              <a:ext uri="{FF2B5EF4-FFF2-40B4-BE49-F238E27FC236}">
                <a16:creationId xmlns:a16="http://schemas.microsoft.com/office/drawing/2014/main" id="{BB9B851B-F842-4513-91DA-09EBA50836F7}"/>
              </a:ext>
            </a:extLst>
          </p:cNvPr>
          <p:cNvSpPr>
            <a:spLocks noGrp="1"/>
          </p:cNvSpPr>
          <p:nvPr>
            <p:ph type="subTitle" idx="2"/>
          </p:nvPr>
        </p:nvSpPr>
        <p:spPr>
          <a:xfrm>
            <a:off x="730181" y="2282526"/>
            <a:ext cx="3384300" cy="1131600"/>
          </a:xfrm>
        </p:spPr>
        <p:txBody>
          <a:bodyPr/>
          <a:lstStyle/>
          <a:p>
            <a:pPr>
              <a:buFont typeface="Arial" panose="020B0604020202020204" pitchFamily="34" charset="0"/>
              <a:buChar char="•"/>
            </a:pPr>
            <a:r>
              <a:rPr lang="ru-RU" sz="1800" dirty="0">
                <a:latin typeface="Bahnschrift Light SemiCondensed" panose="020B0502040204020203" pitchFamily="34" charset="0"/>
              </a:rPr>
              <a:t>Владелец подарка </a:t>
            </a:r>
          </a:p>
          <a:p>
            <a:pPr>
              <a:buFont typeface="Arial" panose="020B0604020202020204" pitchFamily="34" charset="0"/>
              <a:buChar char="•"/>
            </a:pPr>
            <a:r>
              <a:rPr lang="ru-RU" sz="1800" dirty="0">
                <a:latin typeface="Bahnschrift Light SemiCondensed" panose="020B0502040204020203" pitchFamily="34" charset="0"/>
              </a:rPr>
              <a:t>Инициатор бронирования </a:t>
            </a:r>
          </a:p>
          <a:p>
            <a:pPr>
              <a:buFont typeface="Arial" panose="020B0604020202020204" pitchFamily="34" charset="0"/>
              <a:buChar char="•"/>
            </a:pPr>
            <a:r>
              <a:rPr lang="ru-RU" sz="1800" dirty="0">
                <a:latin typeface="Bahnschrift Light SemiCondensed" panose="020B0502040204020203" pitchFamily="34" charset="0"/>
              </a:rPr>
              <a:t>Участник дарения </a:t>
            </a:r>
          </a:p>
        </p:txBody>
      </p:sp>
      <p:sp>
        <p:nvSpPr>
          <p:cNvPr id="12" name="Подзаголовок 11">
            <a:extLst>
              <a:ext uri="{FF2B5EF4-FFF2-40B4-BE49-F238E27FC236}">
                <a16:creationId xmlns:a16="http://schemas.microsoft.com/office/drawing/2014/main" id="{AC1E9DF6-1859-439A-97B2-63FB00487852}"/>
              </a:ext>
            </a:extLst>
          </p:cNvPr>
          <p:cNvSpPr>
            <a:spLocks noGrp="1"/>
          </p:cNvSpPr>
          <p:nvPr>
            <p:ph type="subTitle" idx="3"/>
          </p:nvPr>
        </p:nvSpPr>
        <p:spPr>
          <a:xfrm>
            <a:off x="730192" y="1646152"/>
            <a:ext cx="3384300" cy="572700"/>
          </a:xfrm>
        </p:spPr>
        <p:txBody>
          <a:bodyPr/>
          <a:lstStyle/>
          <a:p>
            <a:r>
              <a:rPr lang="ru-RU" sz="2800" dirty="0">
                <a:latin typeface="Bahnschrift SemiBold" panose="020B0502040204020203" pitchFamily="34" charset="0"/>
              </a:rPr>
              <a:t>Роли</a:t>
            </a:r>
          </a:p>
        </p:txBody>
      </p:sp>
      <p:sp>
        <p:nvSpPr>
          <p:cNvPr id="14" name="Прямоугольник: скругленные углы 13">
            <a:extLst>
              <a:ext uri="{FF2B5EF4-FFF2-40B4-BE49-F238E27FC236}">
                <a16:creationId xmlns:a16="http://schemas.microsoft.com/office/drawing/2014/main" id="{A926A058-F1C4-4167-8D94-D203D68EB693}"/>
              </a:ext>
            </a:extLst>
          </p:cNvPr>
          <p:cNvSpPr/>
          <p:nvPr/>
        </p:nvSpPr>
        <p:spPr>
          <a:xfrm>
            <a:off x="5853032" y="1314620"/>
            <a:ext cx="1328928" cy="658368"/>
          </a:xfrm>
          <a:prstGeom prst="roundRect">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ru-RU" dirty="0"/>
              <a:t>Свободен</a:t>
            </a:r>
          </a:p>
        </p:txBody>
      </p:sp>
      <p:sp>
        <p:nvSpPr>
          <p:cNvPr id="15" name="Прямоугольник: скругленные углы 14">
            <a:extLst>
              <a:ext uri="{FF2B5EF4-FFF2-40B4-BE49-F238E27FC236}">
                <a16:creationId xmlns:a16="http://schemas.microsoft.com/office/drawing/2014/main" id="{D5EBED4A-8B81-4098-856A-974399DBB2B6}"/>
              </a:ext>
            </a:extLst>
          </p:cNvPr>
          <p:cNvSpPr/>
          <p:nvPr/>
        </p:nvSpPr>
        <p:spPr>
          <a:xfrm>
            <a:off x="4524104" y="2156136"/>
            <a:ext cx="1460136" cy="658368"/>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ru-RU" dirty="0"/>
              <a:t>Забронирован</a:t>
            </a:r>
          </a:p>
        </p:txBody>
      </p:sp>
      <p:sp>
        <p:nvSpPr>
          <p:cNvPr id="16" name="Прямоугольник: скругленные углы 15">
            <a:extLst>
              <a:ext uri="{FF2B5EF4-FFF2-40B4-BE49-F238E27FC236}">
                <a16:creationId xmlns:a16="http://schemas.microsoft.com/office/drawing/2014/main" id="{BAD2C155-4700-4DF1-A40A-06A324AFCAB7}"/>
              </a:ext>
            </a:extLst>
          </p:cNvPr>
          <p:cNvSpPr/>
          <p:nvPr/>
        </p:nvSpPr>
        <p:spPr>
          <a:xfrm>
            <a:off x="7095072" y="2156136"/>
            <a:ext cx="1328928" cy="658368"/>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ru-RU" dirty="0"/>
              <a:t>В процессе сбора</a:t>
            </a:r>
          </a:p>
        </p:txBody>
      </p:sp>
      <p:sp>
        <p:nvSpPr>
          <p:cNvPr id="19" name="Прямоугольник: скругленные углы 18">
            <a:extLst>
              <a:ext uri="{FF2B5EF4-FFF2-40B4-BE49-F238E27FC236}">
                <a16:creationId xmlns:a16="http://schemas.microsoft.com/office/drawing/2014/main" id="{C4B5D69F-80AF-4518-9CB5-974ABF62E424}"/>
              </a:ext>
            </a:extLst>
          </p:cNvPr>
          <p:cNvSpPr/>
          <p:nvPr/>
        </p:nvSpPr>
        <p:spPr>
          <a:xfrm>
            <a:off x="5741043" y="3045643"/>
            <a:ext cx="1556664" cy="658368"/>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ru-RU" dirty="0"/>
              <a:t>Ожидает подтверждения</a:t>
            </a:r>
          </a:p>
        </p:txBody>
      </p:sp>
      <p:sp>
        <p:nvSpPr>
          <p:cNvPr id="20" name="Прямоугольник: скругленные углы 19">
            <a:extLst>
              <a:ext uri="{FF2B5EF4-FFF2-40B4-BE49-F238E27FC236}">
                <a16:creationId xmlns:a16="http://schemas.microsoft.com/office/drawing/2014/main" id="{E8405E9C-84B0-4044-AD4C-C312BBDC3C1B}"/>
              </a:ext>
            </a:extLst>
          </p:cNvPr>
          <p:cNvSpPr/>
          <p:nvPr/>
        </p:nvSpPr>
        <p:spPr>
          <a:xfrm>
            <a:off x="5859128" y="4058970"/>
            <a:ext cx="1328928" cy="658368"/>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ru-RU" dirty="0"/>
              <a:t>Принят</a:t>
            </a:r>
          </a:p>
        </p:txBody>
      </p:sp>
      <p:cxnSp>
        <p:nvCxnSpPr>
          <p:cNvPr id="22" name="Соединитель: уступ 21">
            <a:extLst>
              <a:ext uri="{FF2B5EF4-FFF2-40B4-BE49-F238E27FC236}">
                <a16:creationId xmlns:a16="http://schemas.microsoft.com/office/drawing/2014/main" id="{DB76835E-814F-42E4-A61B-FEB3F25E00C0}"/>
              </a:ext>
            </a:extLst>
          </p:cNvPr>
          <p:cNvCxnSpPr>
            <a:stCxn id="15" idx="2"/>
            <a:endCxn id="19" idx="1"/>
          </p:cNvCxnSpPr>
          <p:nvPr/>
        </p:nvCxnSpPr>
        <p:spPr>
          <a:xfrm rot="16200000" flipH="1">
            <a:off x="5217446" y="2851229"/>
            <a:ext cx="560323" cy="486871"/>
          </a:xfrm>
          <a:prstGeom prst="bentConnector2">
            <a:avLst/>
          </a:prstGeom>
          <a:ln w="38100">
            <a:solidFill>
              <a:schemeClr val="bg2">
                <a:lumMod val="50000"/>
              </a:schemeClr>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3" name="Соединитель: уступ 22">
            <a:extLst>
              <a:ext uri="{FF2B5EF4-FFF2-40B4-BE49-F238E27FC236}">
                <a16:creationId xmlns:a16="http://schemas.microsoft.com/office/drawing/2014/main" id="{6378BF4B-C1B9-4C39-B5CD-ED529530D832}"/>
              </a:ext>
            </a:extLst>
          </p:cNvPr>
          <p:cNvCxnSpPr>
            <a:cxnSpLocks/>
            <a:stCxn id="16" idx="2"/>
            <a:endCxn id="19" idx="3"/>
          </p:cNvCxnSpPr>
          <p:nvPr/>
        </p:nvCxnSpPr>
        <p:spPr>
          <a:xfrm rot="5400000">
            <a:off x="7248461" y="2863751"/>
            <a:ext cx="560323" cy="461829"/>
          </a:xfrm>
          <a:prstGeom prst="bentConnector2">
            <a:avLst/>
          </a:prstGeom>
          <a:ln w="38100">
            <a:solidFill>
              <a:schemeClr val="bg2">
                <a:lumMod val="50000"/>
              </a:schemeClr>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6" name="Соединитель: уступ 25">
            <a:extLst>
              <a:ext uri="{FF2B5EF4-FFF2-40B4-BE49-F238E27FC236}">
                <a16:creationId xmlns:a16="http://schemas.microsoft.com/office/drawing/2014/main" id="{4B546A9F-142A-4172-8481-1A0F59D13E94}"/>
              </a:ext>
            </a:extLst>
          </p:cNvPr>
          <p:cNvCxnSpPr>
            <a:cxnSpLocks/>
            <a:stCxn id="14" idx="1"/>
            <a:endCxn id="15" idx="0"/>
          </p:cNvCxnSpPr>
          <p:nvPr/>
        </p:nvCxnSpPr>
        <p:spPr>
          <a:xfrm rot="10800000" flipV="1">
            <a:off x="5254172" y="1643804"/>
            <a:ext cx="598860" cy="512332"/>
          </a:xfrm>
          <a:prstGeom prst="bentConnector2">
            <a:avLst/>
          </a:prstGeom>
          <a:ln w="38100">
            <a:solidFill>
              <a:schemeClr val="bg2">
                <a:lumMod val="50000"/>
              </a:schemeClr>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9" name="Соединитель: уступ 28">
            <a:extLst>
              <a:ext uri="{FF2B5EF4-FFF2-40B4-BE49-F238E27FC236}">
                <a16:creationId xmlns:a16="http://schemas.microsoft.com/office/drawing/2014/main" id="{432D5B5B-4CB2-4B0D-9DFD-787F48CEC9F0}"/>
              </a:ext>
            </a:extLst>
          </p:cNvPr>
          <p:cNvCxnSpPr>
            <a:cxnSpLocks/>
            <a:stCxn id="14" idx="3"/>
            <a:endCxn id="16" idx="0"/>
          </p:cNvCxnSpPr>
          <p:nvPr/>
        </p:nvCxnSpPr>
        <p:spPr>
          <a:xfrm>
            <a:off x="7181960" y="1643804"/>
            <a:ext cx="577576" cy="512332"/>
          </a:xfrm>
          <a:prstGeom prst="bentConnector2">
            <a:avLst/>
          </a:prstGeom>
          <a:ln w="38100">
            <a:solidFill>
              <a:schemeClr val="bg2">
                <a:lumMod val="50000"/>
              </a:schemeClr>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Соединитель: уступ 37">
            <a:extLst>
              <a:ext uri="{FF2B5EF4-FFF2-40B4-BE49-F238E27FC236}">
                <a16:creationId xmlns:a16="http://schemas.microsoft.com/office/drawing/2014/main" id="{7774E3B0-6CD0-4051-B83A-FA25A8079B5A}"/>
              </a:ext>
            </a:extLst>
          </p:cNvPr>
          <p:cNvCxnSpPr>
            <a:cxnSpLocks/>
            <a:stCxn id="19" idx="2"/>
            <a:endCxn id="20" idx="0"/>
          </p:cNvCxnSpPr>
          <p:nvPr/>
        </p:nvCxnSpPr>
        <p:spPr>
          <a:xfrm rot="16200000" flipH="1">
            <a:off x="6344004" y="3879381"/>
            <a:ext cx="354959" cy="4217"/>
          </a:xfrm>
          <a:prstGeom prst="bentConnector3">
            <a:avLst>
              <a:gd name="adj1" fmla="val 50000"/>
            </a:avLst>
          </a:prstGeom>
          <a:ln w="38100">
            <a:solidFill>
              <a:schemeClr val="accent3">
                <a:lumMod val="75000"/>
              </a:schemeClr>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937857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610FB3A6-7BD5-4FFE-A659-49BBAAD58882}"/>
              </a:ext>
            </a:extLst>
          </p:cNvPr>
          <p:cNvSpPr>
            <a:spLocks noGrp="1"/>
          </p:cNvSpPr>
          <p:nvPr>
            <p:ph type="title"/>
          </p:nvPr>
        </p:nvSpPr>
        <p:spPr/>
        <p:txBody>
          <a:bodyPr/>
          <a:lstStyle/>
          <a:p>
            <a:r>
              <a:rPr lang="ru-RU" dirty="0">
                <a:latin typeface="Bahnschrift SemiBold" panose="020B0502040204020203" pitchFamily="34" charset="0"/>
              </a:rPr>
              <a:t>Концептуальная модель база данных</a:t>
            </a:r>
          </a:p>
        </p:txBody>
      </p:sp>
      <p:pic>
        <p:nvPicPr>
          <p:cNvPr id="10" name="Рисунок 9">
            <a:extLst>
              <a:ext uri="{FF2B5EF4-FFF2-40B4-BE49-F238E27FC236}">
                <a16:creationId xmlns:a16="http://schemas.microsoft.com/office/drawing/2014/main" id="{E889076D-2D74-4957-9252-073C76DBADF6}"/>
              </a:ext>
            </a:extLst>
          </p:cNvPr>
          <p:cNvPicPr>
            <a:picLocks noChangeAspect="1"/>
          </p:cNvPicPr>
          <p:nvPr/>
        </p:nvPicPr>
        <p:blipFill>
          <a:blip r:embed="rId2"/>
          <a:stretch>
            <a:fillRect/>
          </a:stretch>
        </p:blipFill>
        <p:spPr>
          <a:xfrm>
            <a:off x="720000" y="1167656"/>
            <a:ext cx="7724775" cy="3248025"/>
          </a:xfrm>
          <a:prstGeom prst="rect">
            <a:avLst/>
          </a:prstGeom>
        </p:spPr>
      </p:pic>
    </p:spTree>
    <p:extLst>
      <p:ext uri="{BB962C8B-B14F-4D97-AF65-F5344CB8AC3E}">
        <p14:creationId xmlns:p14="http://schemas.microsoft.com/office/powerpoint/2010/main" val="31203504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Заголовок 3">
            <a:extLst>
              <a:ext uri="{FF2B5EF4-FFF2-40B4-BE49-F238E27FC236}">
                <a16:creationId xmlns:a16="http://schemas.microsoft.com/office/drawing/2014/main" id="{D65D3D33-B114-45D8-A72E-3A2D4E3DFD1A}"/>
              </a:ext>
            </a:extLst>
          </p:cNvPr>
          <p:cNvSpPr>
            <a:spLocks noGrp="1"/>
          </p:cNvSpPr>
          <p:nvPr>
            <p:ph type="title"/>
          </p:nvPr>
        </p:nvSpPr>
        <p:spPr/>
        <p:txBody>
          <a:bodyPr/>
          <a:lstStyle/>
          <a:p>
            <a:r>
              <a:rPr lang="ru-RU" dirty="0"/>
              <a:t>Проектирование интерфейса (макет)</a:t>
            </a:r>
          </a:p>
        </p:txBody>
      </p:sp>
      <p:sp>
        <p:nvSpPr>
          <p:cNvPr id="8" name="Подзаголовок 7">
            <a:extLst>
              <a:ext uri="{FF2B5EF4-FFF2-40B4-BE49-F238E27FC236}">
                <a16:creationId xmlns:a16="http://schemas.microsoft.com/office/drawing/2014/main" id="{3523734C-B764-44F5-8A26-7E5740C8AE6D}"/>
              </a:ext>
            </a:extLst>
          </p:cNvPr>
          <p:cNvSpPr>
            <a:spLocks noGrp="1"/>
          </p:cNvSpPr>
          <p:nvPr>
            <p:ph type="subTitle" idx="4"/>
          </p:nvPr>
        </p:nvSpPr>
        <p:spPr>
          <a:xfrm>
            <a:off x="917367" y="4629756"/>
            <a:ext cx="2175300" cy="416806"/>
          </a:xfrm>
        </p:spPr>
        <p:txBody>
          <a:bodyPr/>
          <a:lstStyle/>
          <a:p>
            <a:pPr algn="ctr"/>
            <a:r>
              <a:rPr lang="ru-RU" dirty="0"/>
              <a:t>Главная</a:t>
            </a:r>
          </a:p>
        </p:txBody>
      </p:sp>
      <p:pic>
        <p:nvPicPr>
          <p:cNvPr id="12" name="Рисунок 11">
            <a:extLst>
              <a:ext uri="{FF2B5EF4-FFF2-40B4-BE49-F238E27FC236}">
                <a16:creationId xmlns:a16="http://schemas.microsoft.com/office/drawing/2014/main" id="{2D783DD1-BAFF-402F-AF04-5F7A882AEB1F}"/>
              </a:ext>
            </a:extLst>
          </p:cNvPr>
          <p:cNvPicPr>
            <a:picLocks noChangeAspect="1"/>
          </p:cNvPicPr>
          <p:nvPr/>
        </p:nvPicPr>
        <p:blipFill>
          <a:blip r:embed="rId2"/>
          <a:stretch>
            <a:fillRect/>
          </a:stretch>
        </p:blipFill>
        <p:spPr>
          <a:xfrm>
            <a:off x="6133046" y="1423855"/>
            <a:ext cx="1971358" cy="2770690"/>
          </a:xfrm>
          <a:prstGeom prst="rect">
            <a:avLst/>
          </a:prstGeom>
        </p:spPr>
      </p:pic>
      <p:pic>
        <p:nvPicPr>
          <p:cNvPr id="14" name="Рисунок 13">
            <a:extLst>
              <a:ext uri="{FF2B5EF4-FFF2-40B4-BE49-F238E27FC236}">
                <a16:creationId xmlns:a16="http://schemas.microsoft.com/office/drawing/2014/main" id="{1CA5D550-3402-423E-8A6E-017EE4B51C1D}"/>
              </a:ext>
            </a:extLst>
          </p:cNvPr>
          <p:cNvPicPr>
            <a:picLocks noChangeAspect="1"/>
          </p:cNvPicPr>
          <p:nvPr/>
        </p:nvPicPr>
        <p:blipFill>
          <a:blip r:embed="rId3"/>
          <a:stretch>
            <a:fillRect/>
          </a:stretch>
        </p:blipFill>
        <p:spPr>
          <a:xfrm>
            <a:off x="1189256" y="1063255"/>
            <a:ext cx="1631521" cy="3547137"/>
          </a:xfrm>
          <a:prstGeom prst="rect">
            <a:avLst/>
          </a:prstGeom>
        </p:spPr>
      </p:pic>
      <p:pic>
        <p:nvPicPr>
          <p:cNvPr id="16" name="Рисунок 15">
            <a:extLst>
              <a:ext uri="{FF2B5EF4-FFF2-40B4-BE49-F238E27FC236}">
                <a16:creationId xmlns:a16="http://schemas.microsoft.com/office/drawing/2014/main" id="{CC2A8EC9-C2C8-4384-8384-5BA6E527CBBB}"/>
              </a:ext>
            </a:extLst>
          </p:cNvPr>
          <p:cNvPicPr>
            <a:picLocks noChangeAspect="1"/>
          </p:cNvPicPr>
          <p:nvPr/>
        </p:nvPicPr>
        <p:blipFill>
          <a:blip r:embed="rId4"/>
          <a:stretch>
            <a:fillRect/>
          </a:stretch>
        </p:blipFill>
        <p:spPr>
          <a:xfrm>
            <a:off x="3756238" y="1082619"/>
            <a:ext cx="1631521" cy="3547137"/>
          </a:xfrm>
          <a:prstGeom prst="rect">
            <a:avLst/>
          </a:prstGeom>
        </p:spPr>
      </p:pic>
      <p:sp>
        <p:nvSpPr>
          <p:cNvPr id="17" name="Подзаголовок 7">
            <a:extLst>
              <a:ext uri="{FF2B5EF4-FFF2-40B4-BE49-F238E27FC236}">
                <a16:creationId xmlns:a16="http://schemas.microsoft.com/office/drawing/2014/main" id="{DEF47ADC-9550-4397-A537-30F7C8033828}"/>
              </a:ext>
            </a:extLst>
          </p:cNvPr>
          <p:cNvSpPr txBox="1">
            <a:spLocks/>
          </p:cNvSpPr>
          <p:nvPr/>
        </p:nvSpPr>
        <p:spPr>
          <a:xfrm>
            <a:off x="3484348" y="4629756"/>
            <a:ext cx="2175300" cy="416806"/>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dk1"/>
              </a:buClr>
              <a:buSzPts val="2400"/>
              <a:buFont typeface="Raleway"/>
              <a:buNone/>
              <a:defRPr sz="1800" b="1" i="0" u="none" strike="noStrike" cap="none">
                <a:solidFill>
                  <a:schemeClr val="dk1"/>
                </a:solidFill>
                <a:latin typeface="Raleway"/>
                <a:ea typeface="Raleway"/>
                <a:cs typeface="Raleway"/>
                <a:sym typeface="Raleway"/>
              </a:defRPr>
            </a:lvl1pPr>
            <a:lvl2pPr marL="914400" marR="0" lvl="1" indent="-304800" algn="ctr" rtl="0">
              <a:lnSpc>
                <a:spcPct val="100000"/>
              </a:lnSpc>
              <a:spcBef>
                <a:spcPts val="0"/>
              </a:spcBef>
              <a:spcAft>
                <a:spcPts val="0"/>
              </a:spcAft>
              <a:buClr>
                <a:schemeClr val="dk1"/>
              </a:buClr>
              <a:buSzPts val="2400"/>
              <a:buFont typeface="Raleway"/>
              <a:buNone/>
              <a:defRPr sz="2400" b="1" i="0" u="none" strike="noStrike" cap="none">
                <a:solidFill>
                  <a:schemeClr val="dk1"/>
                </a:solidFill>
                <a:latin typeface="Raleway"/>
                <a:ea typeface="Raleway"/>
                <a:cs typeface="Raleway"/>
                <a:sym typeface="Raleway"/>
              </a:defRPr>
            </a:lvl2pPr>
            <a:lvl3pPr marL="1371600" marR="0" lvl="2" indent="-304800" algn="ctr" rtl="0">
              <a:lnSpc>
                <a:spcPct val="100000"/>
              </a:lnSpc>
              <a:spcBef>
                <a:spcPts val="0"/>
              </a:spcBef>
              <a:spcAft>
                <a:spcPts val="0"/>
              </a:spcAft>
              <a:buClr>
                <a:schemeClr val="dk1"/>
              </a:buClr>
              <a:buSzPts val="2400"/>
              <a:buFont typeface="Raleway"/>
              <a:buNone/>
              <a:defRPr sz="2400" b="1" i="0" u="none" strike="noStrike" cap="none">
                <a:solidFill>
                  <a:schemeClr val="dk1"/>
                </a:solidFill>
                <a:latin typeface="Raleway"/>
                <a:ea typeface="Raleway"/>
                <a:cs typeface="Raleway"/>
                <a:sym typeface="Raleway"/>
              </a:defRPr>
            </a:lvl3pPr>
            <a:lvl4pPr marL="1828800" marR="0" lvl="3" indent="-304800" algn="ctr" rtl="0">
              <a:lnSpc>
                <a:spcPct val="100000"/>
              </a:lnSpc>
              <a:spcBef>
                <a:spcPts val="0"/>
              </a:spcBef>
              <a:spcAft>
                <a:spcPts val="0"/>
              </a:spcAft>
              <a:buClr>
                <a:schemeClr val="dk1"/>
              </a:buClr>
              <a:buSzPts val="2400"/>
              <a:buFont typeface="Raleway"/>
              <a:buNone/>
              <a:defRPr sz="2400" b="1" i="0" u="none" strike="noStrike" cap="none">
                <a:solidFill>
                  <a:schemeClr val="dk1"/>
                </a:solidFill>
                <a:latin typeface="Raleway"/>
                <a:ea typeface="Raleway"/>
                <a:cs typeface="Raleway"/>
                <a:sym typeface="Raleway"/>
              </a:defRPr>
            </a:lvl4pPr>
            <a:lvl5pPr marL="2286000" marR="0" lvl="4" indent="-304800" algn="ctr" rtl="0">
              <a:lnSpc>
                <a:spcPct val="100000"/>
              </a:lnSpc>
              <a:spcBef>
                <a:spcPts val="0"/>
              </a:spcBef>
              <a:spcAft>
                <a:spcPts val="0"/>
              </a:spcAft>
              <a:buClr>
                <a:schemeClr val="dk1"/>
              </a:buClr>
              <a:buSzPts val="2400"/>
              <a:buFont typeface="Raleway"/>
              <a:buNone/>
              <a:defRPr sz="2400" b="1" i="0" u="none" strike="noStrike" cap="none">
                <a:solidFill>
                  <a:schemeClr val="dk1"/>
                </a:solidFill>
                <a:latin typeface="Raleway"/>
                <a:ea typeface="Raleway"/>
                <a:cs typeface="Raleway"/>
                <a:sym typeface="Raleway"/>
              </a:defRPr>
            </a:lvl5pPr>
            <a:lvl6pPr marL="2743200" marR="0" lvl="5" indent="-304800" algn="ctr" rtl="0">
              <a:lnSpc>
                <a:spcPct val="100000"/>
              </a:lnSpc>
              <a:spcBef>
                <a:spcPts val="0"/>
              </a:spcBef>
              <a:spcAft>
                <a:spcPts val="0"/>
              </a:spcAft>
              <a:buClr>
                <a:schemeClr val="dk1"/>
              </a:buClr>
              <a:buSzPts val="2400"/>
              <a:buFont typeface="Raleway"/>
              <a:buNone/>
              <a:defRPr sz="2400" b="1" i="0" u="none" strike="noStrike" cap="none">
                <a:solidFill>
                  <a:schemeClr val="dk1"/>
                </a:solidFill>
                <a:latin typeface="Raleway"/>
                <a:ea typeface="Raleway"/>
                <a:cs typeface="Raleway"/>
                <a:sym typeface="Raleway"/>
              </a:defRPr>
            </a:lvl6pPr>
            <a:lvl7pPr marL="3200400" marR="0" lvl="6" indent="-304800" algn="ctr" rtl="0">
              <a:lnSpc>
                <a:spcPct val="100000"/>
              </a:lnSpc>
              <a:spcBef>
                <a:spcPts val="0"/>
              </a:spcBef>
              <a:spcAft>
                <a:spcPts val="0"/>
              </a:spcAft>
              <a:buClr>
                <a:schemeClr val="dk1"/>
              </a:buClr>
              <a:buSzPts val="2400"/>
              <a:buFont typeface="Raleway"/>
              <a:buNone/>
              <a:defRPr sz="2400" b="1" i="0" u="none" strike="noStrike" cap="none">
                <a:solidFill>
                  <a:schemeClr val="dk1"/>
                </a:solidFill>
                <a:latin typeface="Raleway"/>
                <a:ea typeface="Raleway"/>
                <a:cs typeface="Raleway"/>
                <a:sym typeface="Raleway"/>
              </a:defRPr>
            </a:lvl7pPr>
            <a:lvl8pPr marL="3657600" marR="0" lvl="7" indent="-304800" algn="ctr" rtl="0">
              <a:lnSpc>
                <a:spcPct val="100000"/>
              </a:lnSpc>
              <a:spcBef>
                <a:spcPts val="0"/>
              </a:spcBef>
              <a:spcAft>
                <a:spcPts val="0"/>
              </a:spcAft>
              <a:buClr>
                <a:schemeClr val="dk1"/>
              </a:buClr>
              <a:buSzPts val="2400"/>
              <a:buFont typeface="Raleway"/>
              <a:buNone/>
              <a:defRPr sz="2400" b="1" i="0" u="none" strike="noStrike" cap="none">
                <a:solidFill>
                  <a:schemeClr val="dk1"/>
                </a:solidFill>
                <a:latin typeface="Raleway"/>
                <a:ea typeface="Raleway"/>
                <a:cs typeface="Raleway"/>
                <a:sym typeface="Raleway"/>
              </a:defRPr>
            </a:lvl8pPr>
            <a:lvl9pPr marL="4114800" marR="0" lvl="8" indent="-304800" algn="ctr" rtl="0">
              <a:lnSpc>
                <a:spcPct val="100000"/>
              </a:lnSpc>
              <a:spcBef>
                <a:spcPts val="0"/>
              </a:spcBef>
              <a:spcAft>
                <a:spcPts val="0"/>
              </a:spcAft>
              <a:buClr>
                <a:schemeClr val="dk1"/>
              </a:buClr>
              <a:buSzPts val="2400"/>
              <a:buFont typeface="Raleway"/>
              <a:buNone/>
              <a:defRPr sz="2400" b="1" i="0" u="none" strike="noStrike" cap="none">
                <a:solidFill>
                  <a:schemeClr val="dk1"/>
                </a:solidFill>
                <a:latin typeface="Raleway"/>
                <a:ea typeface="Raleway"/>
                <a:cs typeface="Raleway"/>
                <a:sym typeface="Raleway"/>
              </a:defRPr>
            </a:lvl9pPr>
          </a:lstStyle>
          <a:p>
            <a:pPr algn="ctr"/>
            <a:r>
              <a:rPr lang="ru-RU" dirty="0"/>
              <a:t>Мои списки</a:t>
            </a:r>
          </a:p>
        </p:txBody>
      </p:sp>
      <p:sp>
        <p:nvSpPr>
          <p:cNvPr id="18" name="Подзаголовок 7">
            <a:extLst>
              <a:ext uri="{FF2B5EF4-FFF2-40B4-BE49-F238E27FC236}">
                <a16:creationId xmlns:a16="http://schemas.microsoft.com/office/drawing/2014/main" id="{C6A67791-3161-4CA6-8676-5CA0EFD36DD3}"/>
              </a:ext>
            </a:extLst>
          </p:cNvPr>
          <p:cNvSpPr txBox="1">
            <a:spLocks/>
          </p:cNvSpPr>
          <p:nvPr/>
        </p:nvSpPr>
        <p:spPr>
          <a:xfrm>
            <a:off x="5599853" y="4490072"/>
            <a:ext cx="2824147" cy="416806"/>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dk1"/>
              </a:buClr>
              <a:buSzPts val="2400"/>
              <a:buFont typeface="Raleway"/>
              <a:buNone/>
              <a:defRPr sz="1800" b="1" i="0" u="none" strike="noStrike" cap="none">
                <a:solidFill>
                  <a:schemeClr val="dk1"/>
                </a:solidFill>
                <a:latin typeface="Raleway"/>
                <a:ea typeface="Raleway"/>
                <a:cs typeface="Raleway"/>
                <a:sym typeface="Raleway"/>
              </a:defRPr>
            </a:lvl1pPr>
            <a:lvl2pPr marL="914400" marR="0" lvl="1" indent="-304800" algn="ctr" rtl="0">
              <a:lnSpc>
                <a:spcPct val="100000"/>
              </a:lnSpc>
              <a:spcBef>
                <a:spcPts val="0"/>
              </a:spcBef>
              <a:spcAft>
                <a:spcPts val="0"/>
              </a:spcAft>
              <a:buClr>
                <a:schemeClr val="dk1"/>
              </a:buClr>
              <a:buSzPts val="2400"/>
              <a:buFont typeface="Raleway"/>
              <a:buNone/>
              <a:defRPr sz="2400" b="1" i="0" u="none" strike="noStrike" cap="none">
                <a:solidFill>
                  <a:schemeClr val="dk1"/>
                </a:solidFill>
                <a:latin typeface="Raleway"/>
                <a:ea typeface="Raleway"/>
                <a:cs typeface="Raleway"/>
                <a:sym typeface="Raleway"/>
              </a:defRPr>
            </a:lvl2pPr>
            <a:lvl3pPr marL="1371600" marR="0" lvl="2" indent="-304800" algn="ctr" rtl="0">
              <a:lnSpc>
                <a:spcPct val="100000"/>
              </a:lnSpc>
              <a:spcBef>
                <a:spcPts val="0"/>
              </a:spcBef>
              <a:spcAft>
                <a:spcPts val="0"/>
              </a:spcAft>
              <a:buClr>
                <a:schemeClr val="dk1"/>
              </a:buClr>
              <a:buSzPts val="2400"/>
              <a:buFont typeface="Raleway"/>
              <a:buNone/>
              <a:defRPr sz="2400" b="1" i="0" u="none" strike="noStrike" cap="none">
                <a:solidFill>
                  <a:schemeClr val="dk1"/>
                </a:solidFill>
                <a:latin typeface="Raleway"/>
                <a:ea typeface="Raleway"/>
                <a:cs typeface="Raleway"/>
                <a:sym typeface="Raleway"/>
              </a:defRPr>
            </a:lvl3pPr>
            <a:lvl4pPr marL="1828800" marR="0" lvl="3" indent="-304800" algn="ctr" rtl="0">
              <a:lnSpc>
                <a:spcPct val="100000"/>
              </a:lnSpc>
              <a:spcBef>
                <a:spcPts val="0"/>
              </a:spcBef>
              <a:spcAft>
                <a:spcPts val="0"/>
              </a:spcAft>
              <a:buClr>
                <a:schemeClr val="dk1"/>
              </a:buClr>
              <a:buSzPts val="2400"/>
              <a:buFont typeface="Raleway"/>
              <a:buNone/>
              <a:defRPr sz="2400" b="1" i="0" u="none" strike="noStrike" cap="none">
                <a:solidFill>
                  <a:schemeClr val="dk1"/>
                </a:solidFill>
                <a:latin typeface="Raleway"/>
                <a:ea typeface="Raleway"/>
                <a:cs typeface="Raleway"/>
                <a:sym typeface="Raleway"/>
              </a:defRPr>
            </a:lvl4pPr>
            <a:lvl5pPr marL="2286000" marR="0" lvl="4" indent="-304800" algn="ctr" rtl="0">
              <a:lnSpc>
                <a:spcPct val="100000"/>
              </a:lnSpc>
              <a:spcBef>
                <a:spcPts val="0"/>
              </a:spcBef>
              <a:spcAft>
                <a:spcPts val="0"/>
              </a:spcAft>
              <a:buClr>
                <a:schemeClr val="dk1"/>
              </a:buClr>
              <a:buSzPts val="2400"/>
              <a:buFont typeface="Raleway"/>
              <a:buNone/>
              <a:defRPr sz="2400" b="1" i="0" u="none" strike="noStrike" cap="none">
                <a:solidFill>
                  <a:schemeClr val="dk1"/>
                </a:solidFill>
                <a:latin typeface="Raleway"/>
                <a:ea typeface="Raleway"/>
                <a:cs typeface="Raleway"/>
                <a:sym typeface="Raleway"/>
              </a:defRPr>
            </a:lvl5pPr>
            <a:lvl6pPr marL="2743200" marR="0" lvl="5" indent="-304800" algn="ctr" rtl="0">
              <a:lnSpc>
                <a:spcPct val="100000"/>
              </a:lnSpc>
              <a:spcBef>
                <a:spcPts val="0"/>
              </a:spcBef>
              <a:spcAft>
                <a:spcPts val="0"/>
              </a:spcAft>
              <a:buClr>
                <a:schemeClr val="dk1"/>
              </a:buClr>
              <a:buSzPts val="2400"/>
              <a:buFont typeface="Raleway"/>
              <a:buNone/>
              <a:defRPr sz="2400" b="1" i="0" u="none" strike="noStrike" cap="none">
                <a:solidFill>
                  <a:schemeClr val="dk1"/>
                </a:solidFill>
                <a:latin typeface="Raleway"/>
                <a:ea typeface="Raleway"/>
                <a:cs typeface="Raleway"/>
                <a:sym typeface="Raleway"/>
              </a:defRPr>
            </a:lvl6pPr>
            <a:lvl7pPr marL="3200400" marR="0" lvl="6" indent="-304800" algn="ctr" rtl="0">
              <a:lnSpc>
                <a:spcPct val="100000"/>
              </a:lnSpc>
              <a:spcBef>
                <a:spcPts val="0"/>
              </a:spcBef>
              <a:spcAft>
                <a:spcPts val="0"/>
              </a:spcAft>
              <a:buClr>
                <a:schemeClr val="dk1"/>
              </a:buClr>
              <a:buSzPts val="2400"/>
              <a:buFont typeface="Raleway"/>
              <a:buNone/>
              <a:defRPr sz="2400" b="1" i="0" u="none" strike="noStrike" cap="none">
                <a:solidFill>
                  <a:schemeClr val="dk1"/>
                </a:solidFill>
                <a:latin typeface="Raleway"/>
                <a:ea typeface="Raleway"/>
                <a:cs typeface="Raleway"/>
                <a:sym typeface="Raleway"/>
              </a:defRPr>
            </a:lvl7pPr>
            <a:lvl8pPr marL="3657600" marR="0" lvl="7" indent="-304800" algn="ctr" rtl="0">
              <a:lnSpc>
                <a:spcPct val="100000"/>
              </a:lnSpc>
              <a:spcBef>
                <a:spcPts val="0"/>
              </a:spcBef>
              <a:spcAft>
                <a:spcPts val="0"/>
              </a:spcAft>
              <a:buClr>
                <a:schemeClr val="dk1"/>
              </a:buClr>
              <a:buSzPts val="2400"/>
              <a:buFont typeface="Raleway"/>
              <a:buNone/>
              <a:defRPr sz="2400" b="1" i="0" u="none" strike="noStrike" cap="none">
                <a:solidFill>
                  <a:schemeClr val="dk1"/>
                </a:solidFill>
                <a:latin typeface="Raleway"/>
                <a:ea typeface="Raleway"/>
                <a:cs typeface="Raleway"/>
                <a:sym typeface="Raleway"/>
              </a:defRPr>
            </a:lvl8pPr>
            <a:lvl9pPr marL="4114800" marR="0" lvl="8" indent="-304800" algn="ctr" rtl="0">
              <a:lnSpc>
                <a:spcPct val="100000"/>
              </a:lnSpc>
              <a:spcBef>
                <a:spcPts val="0"/>
              </a:spcBef>
              <a:spcAft>
                <a:spcPts val="0"/>
              </a:spcAft>
              <a:buClr>
                <a:schemeClr val="dk1"/>
              </a:buClr>
              <a:buSzPts val="2400"/>
              <a:buFont typeface="Raleway"/>
              <a:buNone/>
              <a:defRPr sz="2400" b="1" i="0" u="none" strike="noStrike" cap="none">
                <a:solidFill>
                  <a:schemeClr val="dk1"/>
                </a:solidFill>
                <a:latin typeface="Raleway"/>
                <a:ea typeface="Raleway"/>
                <a:cs typeface="Raleway"/>
                <a:sym typeface="Raleway"/>
              </a:defRPr>
            </a:lvl9pPr>
          </a:lstStyle>
          <a:p>
            <a:pPr algn="ctr"/>
            <a:r>
              <a:rPr lang="ru-RU" dirty="0"/>
              <a:t>Создание подарка (модальное окно)</a:t>
            </a:r>
          </a:p>
        </p:txBody>
      </p:sp>
    </p:spTree>
    <p:extLst>
      <p:ext uri="{BB962C8B-B14F-4D97-AF65-F5344CB8AC3E}">
        <p14:creationId xmlns:p14="http://schemas.microsoft.com/office/powerpoint/2010/main" val="120657390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887662F-2A97-4746-A0D7-21745CE9C604}"/>
              </a:ext>
            </a:extLst>
          </p:cNvPr>
          <p:cNvSpPr>
            <a:spLocks noGrp="1"/>
          </p:cNvSpPr>
          <p:nvPr>
            <p:ph type="title"/>
          </p:nvPr>
        </p:nvSpPr>
        <p:spPr/>
        <p:txBody>
          <a:bodyPr/>
          <a:lstStyle/>
          <a:p>
            <a:r>
              <a:rPr lang="ru-RU" dirty="0">
                <a:latin typeface="Bahnschrift SemiBold" panose="020B0502040204020203" pitchFamily="34" charset="0"/>
              </a:rPr>
              <a:t>Проектирование интерфейса</a:t>
            </a:r>
          </a:p>
        </p:txBody>
      </p:sp>
      <p:sp>
        <p:nvSpPr>
          <p:cNvPr id="12" name="Подзаголовок 11">
            <a:extLst>
              <a:ext uri="{FF2B5EF4-FFF2-40B4-BE49-F238E27FC236}">
                <a16:creationId xmlns:a16="http://schemas.microsoft.com/office/drawing/2014/main" id="{25A2B6B1-D16B-42BD-8995-9438FA9BB92D}"/>
              </a:ext>
            </a:extLst>
          </p:cNvPr>
          <p:cNvSpPr>
            <a:spLocks noGrp="1"/>
          </p:cNvSpPr>
          <p:nvPr>
            <p:ph type="subTitle" idx="3"/>
          </p:nvPr>
        </p:nvSpPr>
        <p:spPr>
          <a:xfrm>
            <a:off x="720000" y="4570800"/>
            <a:ext cx="2523441" cy="572700"/>
          </a:xfrm>
        </p:spPr>
        <p:txBody>
          <a:bodyPr/>
          <a:lstStyle/>
          <a:p>
            <a:pPr algn="ctr"/>
            <a:r>
              <a:rPr lang="ru-RU" dirty="0">
                <a:latin typeface="Bahnschrift SemiBold" panose="020B0502040204020203" pitchFamily="34" charset="0"/>
              </a:rPr>
              <a:t>Мои списки</a:t>
            </a:r>
          </a:p>
        </p:txBody>
      </p:sp>
      <p:pic>
        <p:nvPicPr>
          <p:cNvPr id="15" name="Рисунок 14">
            <a:extLst>
              <a:ext uri="{FF2B5EF4-FFF2-40B4-BE49-F238E27FC236}">
                <a16:creationId xmlns:a16="http://schemas.microsoft.com/office/drawing/2014/main" id="{082E3BFA-05D9-4AC8-81BE-64F51227AA67}"/>
              </a:ext>
            </a:extLst>
          </p:cNvPr>
          <p:cNvPicPr>
            <a:picLocks noChangeAspect="1"/>
          </p:cNvPicPr>
          <p:nvPr/>
        </p:nvPicPr>
        <p:blipFill>
          <a:blip r:embed="rId2"/>
          <a:stretch>
            <a:fillRect/>
          </a:stretch>
        </p:blipFill>
        <p:spPr>
          <a:xfrm>
            <a:off x="1310421" y="1164523"/>
            <a:ext cx="1662581" cy="3533952"/>
          </a:xfrm>
          <a:prstGeom prst="rect">
            <a:avLst/>
          </a:prstGeom>
        </p:spPr>
      </p:pic>
      <p:pic>
        <p:nvPicPr>
          <p:cNvPr id="17" name="Рисунок 16">
            <a:extLst>
              <a:ext uri="{FF2B5EF4-FFF2-40B4-BE49-F238E27FC236}">
                <a16:creationId xmlns:a16="http://schemas.microsoft.com/office/drawing/2014/main" id="{4BCE34CB-13AC-4832-ABEE-7B4EE4CF1D3C}"/>
              </a:ext>
            </a:extLst>
          </p:cNvPr>
          <p:cNvPicPr>
            <a:picLocks noChangeAspect="1"/>
          </p:cNvPicPr>
          <p:nvPr/>
        </p:nvPicPr>
        <p:blipFill>
          <a:blip r:embed="rId3"/>
          <a:stretch>
            <a:fillRect/>
          </a:stretch>
        </p:blipFill>
        <p:spPr>
          <a:xfrm>
            <a:off x="3775500" y="1164523"/>
            <a:ext cx="1662580" cy="3533952"/>
          </a:xfrm>
          <a:prstGeom prst="rect">
            <a:avLst/>
          </a:prstGeom>
        </p:spPr>
      </p:pic>
      <p:pic>
        <p:nvPicPr>
          <p:cNvPr id="21" name="Рисунок 20">
            <a:extLst>
              <a:ext uri="{FF2B5EF4-FFF2-40B4-BE49-F238E27FC236}">
                <a16:creationId xmlns:a16="http://schemas.microsoft.com/office/drawing/2014/main" id="{E9E0BC5E-C414-4D44-AD92-993C6E447743}"/>
              </a:ext>
            </a:extLst>
          </p:cNvPr>
          <p:cNvPicPr>
            <a:picLocks noChangeAspect="1"/>
          </p:cNvPicPr>
          <p:nvPr/>
        </p:nvPicPr>
        <p:blipFill rotWithShape="1">
          <a:blip r:embed="rId4"/>
          <a:srcRect t="10759" b="28139"/>
          <a:stretch/>
        </p:blipFill>
        <p:spPr>
          <a:xfrm>
            <a:off x="6240578" y="1446835"/>
            <a:ext cx="2183422" cy="2835797"/>
          </a:xfrm>
          <a:prstGeom prst="rect">
            <a:avLst/>
          </a:prstGeom>
        </p:spPr>
      </p:pic>
      <p:sp>
        <p:nvSpPr>
          <p:cNvPr id="22" name="Подзаголовок 11">
            <a:extLst>
              <a:ext uri="{FF2B5EF4-FFF2-40B4-BE49-F238E27FC236}">
                <a16:creationId xmlns:a16="http://schemas.microsoft.com/office/drawing/2014/main" id="{1D3A7B35-F211-4D9F-A758-30F4E0399AC4}"/>
              </a:ext>
            </a:extLst>
          </p:cNvPr>
          <p:cNvSpPr txBox="1">
            <a:spLocks/>
          </p:cNvSpPr>
          <p:nvPr/>
        </p:nvSpPr>
        <p:spPr>
          <a:xfrm>
            <a:off x="3061463" y="4558923"/>
            <a:ext cx="3021073" cy="5727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dk1"/>
              </a:buClr>
              <a:buSzPts val="2400"/>
              <a:buFont typeface="Raleway"/>
              <a:buNone/>
              <a:defRPr sz="1800" b="1" i="0" u="none" strike="noStrike" cap="none">
                <a:solidFill>
                  <a:schemeClr val="dk1"/>
                </a:solidFill>
                <a:latin typeface="Epilogue"/>
                <a:ea typeface="Epilogue"/>
                <a:cs typeface="Epilogue"/>
                <a:sym typeface="Epilogue"/>
              </a:defRPr>
            </a:lvl1pPr>
            <a:lvl2pPr marL="914400" marR="0" lvl="1" indent="-304800" algn="ctr" rtl="0">
              <a:lnSpc>
                <a:spcPct val="100000"/>
              </a:lnSpc>
              <a:spcBef>
                <a:spcPts val="0"/>
              </a:spcBef>
              <a:spcAft>
                <a:spcPts val="0"/>
              </a:spcAft>
              <a:buClr>
                <a:schemeClr val="dk1"/>
              </a:buClr>
              <a:buSzPts val="2400"/>
              <a:buFont typeface="Raleway"/>
              <a:buNone/>
              <a:defRPr sz="2400" b="1" i="0" u="none" strike="noStrike" cap="none">
                <a:solidFill>
                  <a:schemeClr val="dk1"/>
                </a:solidFill>
                <a:latin typeface="Raleway"/>
                <a:ea typeface="Raleway"/>
                <a:cs typeface="Raleway"/>
                <a:sym typeface="Raleway"/>
              </a:defRPr>
            </a:lvl2pPr>
            <a:lvl3pPr marL="1371600" marR="0" lvl="2" indent="-304800" algn="ctr" rtl="0">
              <a:lnSpc>
                <a:spcPct val="100000"/>
              </a:lnSpc>
              <a:spcBef>
                <a:spcPts val="0"/>
              </a:spcBef>
              <a:spcAft>
                <a:spcPts val="0"/>
              </a:spcAft>
              <a:buClr>
                <a:schemeClr val="dk1"/>
              </a:buClr>
              <a:buSzPts val="2400"/>
              <a:buFont typeface="Raleway"/>
              <a:buNone/>
              <a:defRPr sz="2400" b="1" i="0" u="none" strike="noStrike" cap="none">
                <a:solidFill>
                  <a:schemeClr val="dk1"/>
                </a:solidFill>
                <a:latin typeface="Raleway"/>
                <a:ea typeface="Raleway"/>
                <a:cs typeface="Raleway"/>
                <a:sym typeface="Raleway"/>
              </a:defRPr>
            </a:lvl3pPr>
            <a:lvl4pPr marL="1828800" marR="0" lvl="3" indent="-304800" algn="ctr" rtl="0">
              <a:lnSpc>
                <a:spcPct val="100000"/>
              </a:lnSpc>
              <a:spcBef>
                <a:spcPts val="0"/>
              </a:spcBef>
              <a:spcAft>
                <a:spcPts val="0"/>
              </a:spcAft>
              <a:buClr>
                <a:schemeClr val="dk1"/>
              </a:buClr>
              <a:buSzPts val="2400"/>
              <a:buFont typeface="Raleway"/>
              <a:buNone/>
              <a:defRPr sz="2400" b="1" i="0" u="none" strike="noStrike" cap="none">
                <a:solidFill>
                  <a:schemeClr val="dk1"/>
                </a:solidFill>
                <a:latin typeface="Raleway"/>
                <a:ea typeface="Raleway"/>
                <a:cs typeface="Raleway"/>
                <a:sym typeface="Raleway"/>
              </a:defRPr>
            </a:lvl4pPr>
            <a:lvl5pPr marL="2286000" marR="0" lvl="4" indent="-304800" algn="ctr" rtl="0">
              <a:lnSpc>
                <a:spcPct val="100000"/>
              </a:lnSpc>
              <a:spcBef>
                <a:spcPts val="0"/>
              </a:spcBef>
              <a:spcAft>
                <a:spcPts val="0"/>
              </a:spcAft>
              <a:buClr>
                <a:schemeClr val="dk1"/>
              </a:buClr>
              <a:buSzPts val="2400"/>
              <a:buFont typeface="Raleway"/>
              <a:buNone/>
              <a:defRPr sz="2400" b="1" i="0" u="none" strike="noStrike" cap="none">
                <a:solidFill>
                  <a:schemeClr val="dk1"/>
                </a:solidFill>
                <a:latin typeface="Raleway"/>
                <a:ea typeface="Raleway"/>
                <a:cs typeface="Raleway"/>
                <a:sym typeface="Raleway"/>
              </a:defRPr>
            </a:lvl5pPr>
            <a:lvl6pPr marL="2743200" marR="0" lvl="5" indent="-304800" algn="ctr" rtl="0">
              <a:lnSpc>
                <a:spcPct val="100000"/>
              </a:lnSpc>
              <a:spcBef>
                <a:spcPts val="0"/>
              </a:spcBef>
              <a:spcAft>
                <a:spcPts val="0"/>
              </a:spcAft>
              <a:buClr>
                <a:schemeClr val="dk1"/>
              </a:buClr>
              <a:buSzPts val="2400"/>
              <a:buFont typeface="Raleway"/>
              <a:buNone/>
              <a:defRPr sz="2400" b="1" i="0" u="none" strike="noStrike" cap="none">
                <a:solidFill>
                  <a:schemeClr val="dk1"/>
                </a:solidFill>
                <a:latin typeface="Raleway"/>
                <a:ea typeface="Raleway"/>
                <a:cs typeface="Raleway"/>
                <a:sym typeface="Raleway"/>
              </a:defRPr>
            </a:lvl6pPr>
            <a:lvl7pPr marL="3200400" marR="0" lvl="6" indent="-304800" algn="ctr" rtl="0">
              <a:lnSpc>
                <a:spcPct val="100000"/>
              </a:lnSpc>
              <a:spcBef>
                <a:spcPts val="0"/>
              </a:spcBef>
              <a:spcAft>
                <a:spcPts val="0"/>
              </a:spcAft>
              <a:buClr>
                <a:schemeClr val="dk1"/>
              </a:buClr>
              <a:buSzPts val="2400"/>
              <a:buFont typeface="Raleway"/>
              <a:buNone/>
              <a:defRPr sz="2400" b="1" i="0" u="none" strike="noStrike" cap="none">
                <a:solidFill>
                  <a:schemeClr val="dk1"/>
                </a:solidFill>
                <a:latin typeface="Raleway"/>
                <a:ea typeface="Raleway"/>
                <a:cs typeface="Raleway"/>
                <a:sym typeface="Raleway"/>
              </a:defRPr>
            </a:lvl7pPr>
            <a:lvl8pPr marL="3657600" marR="0" lvl="7" indent="-304800" algn="ctr" rtl="0">
              <a:lnSpc>
                <a:spcPct val="100000"/>
              </a:lnSpc>
              <a:spcBef>
                <a:spcPts val="0"/>
              </a:spcBef>
              <a:spcAft>
                <a:spcPts val="0"/>
              </a:spcAft>
              <a:buClr>
                <a:schemeClr val="dk1"/>
              </a:buClr>
              <a:buSzPts val="2400"/>
              <a:buFont typeface="Raleway"/>
              <a:buNone/>
              <a:defRPr sz="2400" b="1" i="0" u="none" strike="noStrike" cap="none">
                <a:solidFill>
                  <a:schemeClr val="dk1"/>
                </a:solidFill>
                <a:latin typeface="Raleway"/>
                <a:ea typeface="Raleway"/>
                <a:cs typeface="Raleway"/>
                <a:sym typeface="Raleway"/>
              </a:defRPr>
            </a:lvl8pPr>
            <a:lvl9pPr marL="4114800" marR="0" lvl="8" indent="-304800" algn="ctr" rtl="0">
              <a:lnSpc>
                <a:spcPct val="100000"/>
              </a:lnSpc>
              <a:spcBef>
                <a:spcPts val="0"/>
              </a:spcBef>
              <a:spcAft>
                <a:spcPts val="0"/>
              </a:spcAft>
              <a:buClr>
                <a:schemeClr val="dk1"/>
              </a:buClr>
              <a:buSzPts val="2400"/>
              <a:buFont typeface="Raleway"/>
              <a:buNone/>
              <a:defRPr sz="2400" b="1" i="0" u="none" strike="noStrike" cap="none">
                <a:solidFill>
                  <a:schemeClr val="dk1"/>
                </a:solidFill>
                <a:latin typeface="Raleway"/>
                <a:ea typeface="Raleway"/>
                <a:cs typeface="Raleway"/>
                <a:sym typeface="Raleway"/>
              </a:defRPr>
            </a:lvl9pPr>
          </a:lstStyle>
          <a:p>
            <a:pPr algn="ctr"/>
            <a:r>
              <a:rPr lang="ru-RU" dirty="0">
                <a:latin typeface="Bahnschrift SemiBold" panose="020B0502040204020203" pitchFamily="34" charset="0"/>
              </a:rPr>
              <a:t>Бронирование подарка</a:t>
            </a:r>
          </a:p>
        </p:txBody>
      </p:sp>
      <p:sp>
        <p:nvSpPr>
          <p:cNvPr id="23" name="Подзаголовок 11">
            <a:extLst>
              <a:ext uri="{FF2B5EF4-FFF2-40B4-BE49-F238E27FC236}">
                <a16:creationId xmlns:a16="http://schemas.microsoft.com/office/drawing/2014/main" id="{F20BBF02-D383-4B2C-90FB-C42F0C37A6F5}"/>
              </a:ext>
            </a:extLst>
          </p:cNvPr>
          <p:cNvSpPr txBox="1">
            <a:spLocks/>
          </p:cNvSpPr>
          <p:nvPr/>
        </p:nvSpPr>
        <p:spPr>
          <a:xfrm>
            <a:off x="5729154" y="4412125"/>
            <a:ext cx="3021073" cy="5727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dk1"/>
              </a:buClr>
              <a:buSzPts val="2400"/>
              <a:buFont typeface="Raleway"/>
              <a:buNone/>
              <a:defRPr sz="1800" b="1" i="0" u="none" strike="noStrike" cap="none">
                <a:solidFill>
                  <a:schemeClr val="dk1"/>
                </a:solidFill>
                <a:latin typeface="Epilogue"/>
                <a:ea typeface="Epilogue"/>
                <a:cs typeface="Epilogue"/>
                <a:sym typeface="Epilogue"/>
              </a:defRPr>
            </a:lvl1pPr>
            <a:lvl2pPr marL="914400" marR="0" lvl="1" indent="-304800" algn="ctr" rtl="0">
              <a:lnSpc>
                <a:spcPct val="100000"/>
              </a:lnSpc>
              <a:spcBef>
                <a:spcPts val="0"/>
              </a:spcBef>
              <a:spcAft>
                <a:spcPts val="0"/>
              </a:spcAft>
              <a:buClr>
                <a:schemeClr val="dk1"/>
              </a:buClr>
              <a:buSzPts val="2400"/>
              <a:buFont typeface="Raleway"/>
              <a:buNone/>
              <a:defRPr sz="2400" b="1" i="0" u="none" strike="noStrike" cap="none">
                <a:solidFill>
                  <a:schemeClr val="dk1"/>
                </a:solidFill>
                <a:latin typeface="Raleway"/>
                <a:ea typeface="Raleway"/>
                <a:cs typeface="Raleway"/>
                <a:sym typeface="Raleway"/>
              </a:defRPr>
            </a:lvl2pPr>
            <a:lvl3pPr marL="1371600" marR="0" lvl="2" indent="-304800" algn="ctr" rtl="0">
              <a:lnSpc>
                <a:spcPct val="100000"/>
              </a:lnSpc>
              <a:spcBef>
                <a:spcPts val="0"/>
              </a:spcBef>
              <a:spcAft>
                <a:spcPts val="0"/>
              </a:spcAft>
              <a:buClr>
                <a:schemeClr val="dk1"/>
              </a:buClr>
              <a:buSzPts val="2400"/>
              <a:buFont typeface="Raleway"/>
              <a:buNone/>
              <a:defRPr sz="2400" b="1" i="0" u="none" strike="noStrike" cap="none">
                <a:solidFill>
                  <a:schemeClr val="dk1"/>
                </a:solidFill>
                <a:latin typeface="Raleway"/>
                <a:ea typeface="Raleway"/>
                <a:cs typeface="Raleway"/>
                <a:sym typeface="Raleway"/>
              </a:defRPr>
            </a:lvl3pPr>
            <a:lvl4pPr marL="1828800" marR="0" lvl="3" indent="-304800" algn="ctr" rtl="0">
              <a:lnSpc>
                <a:spcPct val="100000"/>
              </a:lnSpc>
              <a:spcBef>
                <a:spcPts val="0"/>
              </a:spcBef>
              <a:spcAft>
                <a:spcPts val="0"/>
              </a:spcAft>
              <a:buClr>
                <a:schemeClr val="dk1"/>
              </a:buClr>
              <a:buSzPts val="2400"/>
              <a:buFont typeface="Raleway"/>
              <a:buNone/>
              <a:defRPr sz="2400" b="1" i="0" u="none" strike="noStrike" cap="none">
                <a:solidFill>
                  <a:schemeClr val="dk1"/>
                </a:solidFill>
                <a:latin typeface="Raleway"/>
                <a:ea typeface="Raleway"/>
                <a:cs typeface="Raleway"/>
                <a:sym typeface="Raleway"/>
              </a:defRPr>
            </a:lvl4pPr>
            <a:lvl5pPr marL="2286000" marR="0" lvl="4" indent="-304800" algn="ctr" rtl="0">
              <a:lnSpc>
                <a:spcPct val="100000"/>
              </a:lnSpc>
              <a:spcBef>
                <a:spcPts val="0"/>
              </a:spcBef>
              <a:spcAft>
                <a:spcPts val="0"/>
              </a:spcAft>
              <a:buClr>
                <a:schemeClr val="dk1"/>
              </a:buClr>
              <a:buSzPts val="2400"/>
              <a:buFont typeface="Raleway"/>
              <a:buNone/>
              <a:defRPr sz="2400" b="1" i="0" u="none" strike="noStrike" cap="none">
                <a:solidFill>
                  <a:schemeClr val="dk1"/>
                </a:solidFill>
                <a:latin typeface="Raleway"/>
                <a:ea typeface="Raleway"/>
                <a:cs typeface="Raleway"/>
                <a:sym typeface="Raleway"/>
              </a:defRPr>
            </a:lvl5pPr>
            <a:lvl6pPr marL="2743200" marR="0" lvl="5" indent="-304800" algn="ctr" rtl="0">
              <a:lnSpc>
                <a:spcPct val="100000"/>
              </a:lnSpc>
              <a:spcBef>
                <a:spcPts val="0"/>
              </a:spcBef>
              <a:spcAft>
                <a:spcPts val="0"/>
              </a:spcAft>
              <a:buClr>
                <a:schemeClr val="dk1"/>
              </a:buClr>
              <a:buSzPts val="2400"/>
              <a:buFont typeface="Raleway"/>
              <a:buNone/>
              <a:defRPr sz="2400" b="1" i="0" u="none" strike="noStrike" cap="none">
                <a:solidFill>
                  <a:schemeClr val="dk1"/>
                </a:solidFill>
                <a:latin typeface="Raleway"/>
                <a:ea typeface="Raleway"/>
                <a:cs typeface="Raleway"/>
                <a:sym typeface="Raleway"/>
              </a:defRPr>
            </a:lvl6pPr>
            <a:lvl7pPr marL="3200400" marR="0" lvl="6" indent="-304800" algn="ctr" rtl="0">
              <a:lnSpc>
                <a:spcPct val="100000"/>
              </a:lnSpc>
              <a:spcBef>
                <a:spcPts val="0"/>
              </a:spcBef>
              <a:spcAft>
                <a:spcPts val="0"/>
              </a:spcAft>
              <a:buClr>
                <a:schemeClr val="dk1"/>
              </a:buClr>
              <a:buSzPts val="2400"/>
              <a:buFont typeface="Raleway"/>
              <a:buNone/>
              <a:defRPr sz="2400" b="1" i="0" u="none" strike="noStrike" cap="none">
                <a:solidFill>
                  <a:schemeClr val="dk1"/>
                </a:solidFill>
                <a:latin typeface="Raleway"/>
                <a:ea typeface="Raleway"/>
                <a:cs typeface="Raleway"/>
                <a:sym typeface="Raleway"/>
              </a:defRPr>
            </a:lvl7pPr>
            <a:lvl8pPr marL="3657600" marR="0" lvl="7" indent="-304800" algn="ctr" rtl="0">
              <a:lnSpc>
                <a:spcPct val="100000"/>
              </a:lnSpc>
              <a:spcBef>
                <a:spcPts val="0"/>
              </a:spcBef>
              <a:spcAft>
                <a:spcPts val="0"/>
              </a:spcAft>
              <a:buClr>
                <a:schemeClr val="dk1"/>
              </a:buClr>
              <a:buSzPts val="2400"/>
              <a:buFont typeface="Raleway"/>
              <a:buNone/>
              <a:defRPr sz="2400" b="1" i="0" u="none" strike="noStrike" cap="none">
                <a:solidFill>
                  <a:schemeClr val="dk1"/>
                </a:solidFill>
                <a:latin typeface="Raleway"/>
                <a:ea typeface="Raleway"/>
                <a:cs typeface="Raleway"/>
                <a:sym typeface="Raleway"/>
              </a:defRPr>
            </a:lvl8pPr>
            <a:lvl9pPr marL="4114800" marR="0" lvl="8" indent="-304800" algn="ctr" rtl="0">
              <a:lnSpc>
                <a:spcPct val="100000"/>
              </a:lnSpc>
              <a:spcBef>
                <a:spcPts val="0"/>
              </a:spcBef>
              <a:spcAft>
                <a:spcPts val="0"/>
              </a:spcAft>
              <a:buClr>
                <a:schemeClr val="dk1"/>
              </a:buClr>
              <a:buSzPts val="2400"/>
              <a:buFont typeface="Raleway"/>
              <a:buNone/>
              <a:defRPr sz="2400" b="1" i="0" u="none" strike="noStrike" cap="none">
                <a:solidFill>
                  <a:schemeClr val="dk1"/>
                </a:solidFill>
                <a:latin typeface="Raleway"/>
                <a:ea typeface="Raleway"/>
                <a:cs typeface="Raleway"/>
                <a:sym typeface="Raleway"/>
              </a:defRPr>
            </a:lvl9pPr>
          </a:lstStyle>
          <a:p>
            <a:pPr algn="ctr"/>
            <a:r>
              <a:rPr lang="ru-RU" dirty="0">
                <a:latin typeface="Bahnschrift SemiBold" panose="020B0502040204020203" pitchFamily="34" charset="0"/>
              </a:rPr>
              <a:t>Окно создания карточки подарка</a:t>
            </a:r>
          </a:p>
        </p:txBody>
      </p:sp>
    </p:spTree>
    <p:extLst>
      <p:ext uri="{BB962C8B-B14F-4D97-AF65-F5344CB8AC3E}">
        <p14:creationId xmlns:p14="http://schemas.microsoft.com/office/powerpoint/2010/main" val="26481046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6C04578B-B045-48B9-AABA-765CC2D2F4D0}"/>
              </a:ext>
            </a:extLst>
          </p:cNvPr>
          <p:cNvSpPr>
            <a:spLocks noGrp="1"/>
          </p:cNvSpPr>
          <p:nvPr>
            <p:ph type="title"/>
          </p:nvPr>
        </p:nvSpPr>
        <p:spPr/>
        <p:txBody>
          <a:bodyPr/>
          <a:lstStyle/>
          <a:p>
            <a:r>
              <a:rPr lang="ru-RU" dirty="0">
                <a:latin typeface="Bahnschrift SemiBold" panose="020B0502040204020203" pitchFamily="34" charset="0"/>
              </a:rPr>
              <a:t>Будущее разработки</a:t>
            </a:r>
          </a:p>
        </p:txBody>
      </p:sp>
      <p:sp>
        <p:nvSpPr>
          <p:cNvPr id="8" name="Подзаголовок 7">
            <a:extLst>
              <a:ext uri="{FF2B5EF4-FFF2-40B4-BE49-F238E27FC236}">
                <a16:creationId xmlns:a16="http://schemas.microsoft.com/office/drawing/2014/main" id="{A5ACC487-609A-4604-B32B-D93D211673C2}"/>
              </a:ext>
            </a:extLst>
          </p:cNvPr>
          <p:cNvSpPr>
            <a:spLocks noGrp="1"/>
          </p:cNvSpPr>
          <p:nvPr>
            <p:ph type="subTitle" idx="1"/>
          </p:nvPr>
        </p:nvSpPr>
        <p:spPr/>
        <p:txBody>
          <a:bodyPr/>
          <a:lstStyle/>
          <a:p>
            <a:r>
              <a:rPr lang="ru-RU" sz="1800" dirty="0">
                <a:latin typeface="Bahnschrift Light SemiCondensed" panose="020B0502040204020203" pitchFamily="34" charset="0"/>
              </a:rPr>
              <a:t>Адаптация под десктоп устройства</a:t>
            </a:r>
          </a:p>
          <a:p>
            <a:r>
              <a:rPr lang="ru-RU" sz="1800" dirty="0">
                <a:latin typeface="Bahnschrift Light SemiCondensed" panose="020B0502040204020203" pitchFamily="34" charset="0"/>
              </a:rPr>
              <a:t>Улучшенная интеграция русского языка</a:t>
            </a:r>
          </a:p>
          <a:p>
            <a:r>
              <a:rPr lang="ru-RU" sz="1800" dirty="0">
                <a:latin typeface="Bahnschrift Light SemiCondensed" panose="020B0502040204020203" pitchFamily="34" charset="0"/>
              </a:rPr>
              <a:t>Улучшение рекомендательной системы</a:t>
            </a:r>
          </a:p>
        </p:txBody>
      </p:sp>
      <p:grpSp>
        <p:nvGrpSpPr>
          <p:cNvPr id="10" name="Google Shape;1722;p49">
            <a:extLst>
              <a:ext uri="{FF2B5EF4-FFF2-40B4-BE49-F238E27FC236}">
                <a16:creationId xmlns:a16="http://schemas.microsoft.com/office/drawing/2014/main" id="{C4253306-7047-46DA-89E3-CB15DC29247E}"/>
              </a:ext>
            </a:extLst>
          </p:cNvPr>
          <p:cNvGrpSpPr/>
          <p:nvPr/>
        </p:nvGrpSpPr>
        <p:grpSpPr>
          <a:xfrm>
            <a:off x="5903088" y="899180"/>
            <a:ext cx="2232167" cy="3345140"/>
            <a:chOff x="3201801" y="1970434"/>
            <a:chExt cx="2073497" cy="2633567"/>
          </a:xfrm>
        </p:grpSpPr>
        <p:sp>
          <p:nvSpPr>
            <p:cNvPr id="11" name="Google Shape;1723;p49">
              <a:extLst>
                <a:ext uri="{FF2B5EF4-FFF2-40B4-BE49-F238E27FC236}">
                  <a16:creationId xmlns:a16="http://schemas.microsoft.com/office/drawing/2014/main" id="{D204833C-7F0C-45DE-A7DB-E03BDD81FCDB}"/>
                </a:ext>
              </a:extLst>
            </p:cNvPr>
            <p:cNvSpPr/>
            <p:nvPr/>
          </p:nvSpPr>
          <p:spPr>
            <a:xfrm>
              <a:off x="3201801" y="3436332"/>
              <a:ext cx="480250" cy="996124"/>
            </a:xfrm>
            <a:custGeom>
              <a:avLst/>
              <a:gdLst/>
              <a:ahLst/>
              <a:cxnLst/>
              <a:rect l="l" t="t" r="r" b="b"/>
              <a:pathLst>
                <a:path w="480250" h="996124" extrusionOk="0">
                  <a:moveTo>
                    <a:pt x="92107" y="0"/>
                  </a:moveTo>
                  <a:lnTo>
                    <a:pt x="480250" y="0"/>
                  </a:lnTo>
                  <a:lnTo>
                    <a:pt x="480250" y="996124"/>
                  </a:lnTo>
                  <a:lnTo>
                    <a:pt x="92107" y="996124"/>
                  </a:lnTo>
                  <a:cubicBezTo>
                    <a:pt x="41243" y="996124"/>
                    <a:pt x="0" y="954881"/>
                    <a:pt x="0" y="904018"/>
                  </a:cubicBezTo>
                  <a:lnTo>
                    <a:pt x="0" y="92107"/>
                  </a:lnTo>
                  <a:cubicBezTo>
                    <a:pt x="0" y="41243"/>
                    <a:pt x="41243" y="0"/>
                    <a:pt x="92107" y="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2" name="Google Shape;1724;p49">
              <a:extLst>
                <a:ext uri="{FF2B5EF4-FFF2-40B4-BE49-F238E27FC236}">
                  <a16:creationId xmlns:a16="http://schemas.microsoft.com/office/drawing/2014/main" id="{0992DFAB-B01F-40FA-849E-62AAAD69B77B}"/>
                </a:ext>
              </a:extLst>
            </p:cNvPr>
            <p:cNvGrpSpPr/>
            <p:nvPr/>
          </p:nvGrpSpPr>
          <p:grpSpPr>
            <a:xfrm>
              <a:off x="3305147" y="3838453"/>
              <a:ext cx="209192" cy="209193"/>
              <a:chOff x="3927347" y="4792003"/>
              <a:chExt cx="209192" cy="209193"/>
            </a:xfrm>
          </p:grpSpPr>
          <p:grpSp>
            <p:nvGrpSpPr>
              <p:cNvPr id="72" name="Google Shape;1725;p49">
                <a:extLst>
                  <a:ext uri="{FF2B5EF4-FFF2-40B4-BE49-F238E27FC236}">
                    <a16:creationId xmlns:a16="http://schemas.microsoft.com/office/drawing/2014/main" id="{223024AE-4B8A-4CE9-9445-4EF81BD75956}"/>
                  </a:ext>
                </a:extLst>
              </p:cNvPr>
              <p:cNvGrpSpPr/>
              <p:nvPr/>
            </p:nvGrpSpPr>
            <p:grpSpPr>
              <a:xfrm>
                <a:off x="3927347" y="4792003"/>
                <a:ext cx="209192" cy="209192"/>
                <a:chOff x="3927347" y="4792003"/>
                <a:chExt cx="209192" cy="209192"/>
              </a:xfrm>
            </p:grpSpPr>
            <p:sp>
              <p:nvSpPr>
                <p:cNvPr id="74" name="Google Shape;1726;p49">
                  <a:extLst>
                    <a:ext uri="{FF2B5EF4-FFF2-40B4-BE49-F238E27FC236}">
                      <a16:creationId xmlns:a16="http://schemas.microsoft.com/office/drawing/2014/main" id="{620D4058-C468-49A2-BE2F-65E8A8F7E20C}"/>
                    </a:ext>
                  </a:extLst>
                </p:cNvPr>
                <p:cNvSpPr/>
                <p:nvPr/>
              </p:nvSpPr>
              <p:spPr>
                <a:xfrm>
                  <a:off x="3927347" y="4792003"/>
                  <a:ext cx="209192" cy="209192"/>
                </a:xfrm>
                <a:custGeom>
                  <a:avLst/>
                  <a:gdLst/>
                  <a:ahLst/>
                  <a:cxnLst/>
                  <a:rect l="l" t="t" r="r" b="b"/>
                  <a:pathLst>
                    <a:path w="209192" h="209192" extrusionOk="0">
                      <a:moveTo>
                        <a:pt x="199263" y="9930"/>
                      </a:moveTo>
                      <a:lnTo>
                        <a:pt x="199263" y="9930"/>
                      </a:lnTo>
                      <a:cubicBezTo>
                        <a:pt x="212503" y="23170"/>
                        <a:pt x="212503" y="44601"/>
                        <a:pt x="199263" y="57841"/>
                      </a:cubicBezTo>
                      <a:lnTo>
                        <a:pt x="47911" y="209193"/>
                      </a:lnTo>
                      <a:lnTo>
                        <a:pt x="0" y="209193"/>
                      </a:lnTo>
                      <a:lnTo>
                        <a:pt x="0" y="161282"/>
                      </a:lnTo>
                      <a:lnTo>
                        <a:pt x="151352" y="9930"/>
                      </a:lnTo>
                      <a:cubicBezTo>
                        <a:pt x="164592" y="-3310"/>
                        <a:pt x="186023" y="-3310"/>
                        <a:pt x="199263" y="9930"/>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5" name="Google Shape;1727;p49">
                  <a:extLst>
                    <a:ext uri="{FF2B5EF4-FFF2-40B4-BE49-F238E27FC236}">
                      <a16:creationId xmlns:a16="http://schemas.microsoft.com/office/drawing/2014/main" id="{135EA1B5-476C-4E99-AAE8-CF86929C42C7}"/>
                    </a:ext>
                  </a:extLst>
                </p:cNvPr>
                <p:cNvSpPr/>
                <p:nvPr/>
              </p:nvSpPr>
              <p:spPr>
                <a:xfrm>
                  <a:off x="3927824" y="4805933"/>
                  <a:ext cx="194881" cy="194881"/>
                </a:xfrm>
                <a:custGeom>
                  <a:avLst/>
                  <a:gdLst/>
                  <a:ahLst/>
                  <a:cxnLst/>
                  <a:rect l="l" t="t" r="r" b="b"/>
                  <a:pathLst>
                    <a:path w="194881" h="194881" extrusionOk="0">
                      <a:moveTo>
                        <a:pt x="146875" y="0"/>
                      </a:moveTo>
                      <a:lnTo>
                        <a:pt x="134207" y="12763"/>
                      </a:lnTo>
                      <a:lnTo>
                        <a:pt x="0" y="146971"/>
                      </a:lnTo>
                      <a:lnTo>
                        <a:pt x="47911" y="194881"/>
                      </a:lnTo>
                      <a:lnTo>
                        <a:pt x="194881" y="47911"/>
                      </a:lnTo>
                      <a:lnTo>
                        <a:pt x="146971"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73" name="Google Shape;1728;p49">
                <a:extLst>
                  <a:ext uri="{FF2B5EF4-FFF2-40B4-BE49-F238E27FC236}">
                    <a16:creationId xmlns:a16="http://schemas.microsoft.com/office/drawing/2014/main" id="{4FB0ADEE-8475-4C64-B997-15FDBA700834}"/>
                  </a:ext>
                </a:extLst>
              </p:cNvPr>
              <p:cNvSpPr/>
              <p:nvPr/>
            </p:nvSpPr>
            <p:spPr>
              <a:xfrm>
                <a:off x="3927347" y="4974050"/>
                <a:ext cx="27146" cy="27146"/>
              </a:xfrm>
              <a:custGeom>
                <a:avLst/>
                <a:gdLst/>
                <a:ahLst/>
                <a:cxnLst/>
                <a:rect l="l" t="t" r="r" b="b"/>
                <a:pathLst>
                  <a:path w="27146" h="27146" extrusionOk="0">
                    <a:moveTo>
                      <a:pt x="0" y="27146"/>
                    </a:moveTo>
                    <a:lnTo>
                      <a:pt x="27146" y="27146"/>
                    </a:lnTo>
                    <a:lnTo>
                      <a:pt x="0" y="0"/>
                    </a:lnTo>
                    <a:lnTo>
                      <a:pt x="0" y="27146"/>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3" name="Google Shape;1729;p49">
              <a:extLst>
                <a:ext uri="{FF2B5EF4-FFF2-40B4-BE49-F238E27FC236}">
                  <a16:creationId xmlns:a16="http://schemas.microsoft.com/office/drawing/2014/main" id="{3272F42F-8FB9-46D4-85AE-2944484DCD49}"/>
                </a:ext>
              </a:extLst>
            </p:cNvPr>
            <p:cNvGrpSpPr/>
            <p:nvPr/>
          </p:nvGrpSpPr>
          <p:grpSpPr>
            <a:xfrm>
              <a:off x="3310386" y="4133276"/>
              <a:ext cx="200596" cy="205739"/>
              <a:chOff x="3932586" y="5086826"/>
              <a:chExt cx="200596" cy="205739"/>
            </a:xfrm>
          </p:grpSpPr>
          <p:sp>
            <p:nvSpPr>
              <p:cNvPr id="64" name="Google Shape;1730;p49">
                <a:extLst>
                  <a:ext uri="{FF2B5EF4-FFF2-40B4-BE49-F238E27FC236}">
                    <a16:creationId xmlns:a16="http://schemas.microsoft.com/office/drawing/2014/main" id="{04590259-78E0-41FD-A005-A0A3BF21E7B7}"/>
                  </a:ext>
                </a:extLst>
              </p:cNvPr>
              <p:cNvSpPr/>
              <p:nvPr/>
            </p:nvSpPr>
            <p:spPr>
              <a:xfrm>
                <a:off x="3938397" y="5133879"/>
                <a:ext cx="188785" cy="158686"/>
              </a:xfrm>
              <a:custGeom>
                <a:avLst/>
                <a:gdLst/>
                <a:ahLst/>
                <a:cxnLst/>
                <a:rect l="l" t="t" r="r" b="b"/>
                <a:pathLst>
                  <a:path w="188785" h="158686" extrusionOk="0">
                    <a:moveTo>
                      <a:pt x="155067" y="158687"/>
                    </a:moveTo>
                    <a:lnTo>
                      <a:pt x="33718" y="158687"/>
                    </a:lnTo>
                    <a:lnTo>
                      <a:pt x="0" y="0"/>
                    </a:lnTo>
                    <a:lnTo>
                      <a:pt x="188786" y="0"/>
                    </a:lnTo>
                    <a:lnTo>
                      <a:pt x="155067" y="15868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65" name="Google Shape;1731;p49">
                <a:extLst>
                  <a:ext uri="{FF2B5EF4-FFF2-40B4-BE49-F238E27FC236}">
                    <a16:creationId xmlns:a16="http://schemas.microsoft.com/office/drawing/2014/main" id="{DD5A6A88-7AC7-417D-B55A-FE91F5596DF5}"/>
                  </a:ext>
                </a:extLst>
              </p:cNvPr>
              <p:cNvGrpSpPr/>
              <p:nvPr/>
            </p:nvGrpSpPr>
            <p:grpSpPr>
              <a:xfrm>
                <a:off x="3932586" y="5086826"/>
                <a:ext cx="200596" cy="49434"/>
                <a:chOff x="3932586" y="5086826"/>
                <a:chExt cx="200596" cy="49434"/>
              </a:xfrm>
            </p:grpSpPr>
            <p:sp>
              <p:nvSpPr>
                <p:cNvPr id="70" name="Google Shape;1732;p49">
                  <a:extLst>
                    <a:ext uri="{FF2B5EF4-FFF2-40B4-BE49-F238E27FC236}">
                      <a16:creationId xmlns:a16="http://schemas.microsoft.com/office/drawing/2014/main" id="{DBE47118-236F-4F28-9B05-99B56F20E3F3}"/>
                    </a:ext>
                  </a:extLst>
                </p:cNvPr>
                <p:cNvSpPr/>
                <p:nvPr/>
              </p:nvSpPr>
              <p:spPr>
                <a:xfrm>
                  <a:off x="3932586" y="5108828"/>
                  <a:ext cx="200596" cy="27432"/>
                </a:xfrm>
                <a:custGeom>
                  <a:avLst/>
                  <a:gdLst/>
                  <a:ahLst/>
                  <a:cxnLst/>
                  <a:rect l="l" t="t" r="r" b="b"/>
                  <a:pathLst>
                    <a:path w="200596" h="27432" extrusionOk="0">
                      <a:moveTo>
                        <a:pt x="16669" y="0"/>
                      </a:moveTo>
                      <a:lnTo>
                        <a:pt x="183832" y="0"/>
                      </a:lnTo>
                      <a:cubicBezTo>
                        <a:pt x="193072" y="0"/>
                        <a:pt x="200596" y="7525"/>
                        <a:pt x="200596" y="16764"/>
                      </a:cubicBezTo>
                      <a:lnTo>
                        <a:pt x="200596" y="27432"/>
                      </a:lnTo>
                      <a:lnTo>
                        <a:pt x="0" y="27432"/>
                      </a:lnTo>
                      <a:lnTo>
                        <a:pt x="0" y="16764"/>
                      </a:lnTo>
                      <a:cubicBezTo>
                        <a:pt x="0" y="7525"/>
                        <a:pt x="7525" y="0"/>
                        <a:pt x="16764" y="0"/>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1" name="Google Shape;1733;p49">
                  <a:extLst>
                    <a:ext uri="{FF2B5EF4-FFF2-40B4-BE49-F238E27FC236}">
                      <a16:creationId xmlns:a16="http://schemas.microsoft.com/office/drawing/2014/main" id="{B6EC06D4-F7C8-4798-8A0B-1FD53877A09E}"/>
                    </a:ext>
                  </a:extLst>
                </p:cNvPr>
                <p:cNvSpPr/>
                <p:nvPr/>
              </p:nvSpPr>
              <p:spPr>
                <a:xfrm>
                  <a:off x="4002976" y="5086826"/>
                  <a:ext cx="59626" cy="26384"/>
                </a:xfrm>
                <a:custGeom>
                  <a:avLst/>
                  <a:gdLst/>
                  <a:ahLst/>
                  <a:cxnLst/>
                  <a:rect l="l" t="t" r="r" b="b"/>
                  <a:pathLst>
                    <a:path w="59626" h="26384" extrusionOk="0">
                      <a:moveTo>
                        <a:pt x="59627" y="26384"/>
                      </a:moveTo>
                      <a:lnTo>
                        <a:pt x="49340" y="26384"/>
                      </a:lnTo>
                      <a:lnTo>
                        <a:pt x="49340" y="14573"/>
                      </a:lnTo>
                      <a:cubicBezTo>
                        <a:pt x="49340" y="12192"/>
                        <a:pt x="47435" y="10287"/>
                        <a:pt x="45053" y="10287"/>
                      </a:cubicBezTo>
                      <a:lnTo>
                        <a:pt x="14573" y="10287"/>
                      </a:lnTo>
                      <a:cubicBezTo>
                        <a:pt x="12192" y="10287"/>
                        <a:pt x="10287" y="12192"/>
                        <a:pt x="10287" y="14573"/>
                      </a:cubicBezTo>
                      <a:lnTo>
                        <a:pt x="10287" y="26384"/>
                      </a:lnTo>
                      <a:lnTo>
                        <a:pt x="0" y="26384"/>
                      </a:lnTo>
                      <a:lnTo>
                        <a:pt x="0" y="14573"/>
                      </a:lnTo>
                      <a:cubicBezTo>
                        <a:pt x="0" y="6572"/>
                        <a:pt x="6572" y="0"/>
                        <a:pt x="14573" y="0"/>
                      </a:cubicBezTo>
                      <a:lnTo>
                        <a:pt x="45053" y="0"/>
                      </a:lnTo>
                      <a:cubicBezTo>
                        <a:pt x="53054" y="0"/>
                        <a:pt x="59627" y="6572"/>
                        <a:pt x="59627" y="14573"/>
                      </a:cubicBezTo>
                      <a:lnTo>
                        <a:pt x="59627" y="2638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66" name="Google Shape;1734;p49">
                <a:extLst>
                  <a:ext uri="{FF2B5EF4-FFF2-40B4-BE49-F238E27FC236}">
                    <a16:creationId xmlns:a16="http://schemas.microsoft.com/office/drawing/2014/main" id="{3914504F-D911-4E04-98F6-D990DB8622D7}"/>
                  </a:ext>
                </a:extLst>
              </p:cNvPr>
              <p:cNvGrpSpPr/>
              <p:nvPr/>
            </p:nvGrpSpPr>
            <p:grpSpPr>
              <a:xfrm>
                <a:off x="3983354" y="5165978"/>
                <a:ext cx="100298" cy="93154"/>
                <a:chOff x="3983354" y="5165978"/>
                <a:chExt cx="100298" cy="93154"/>
              </a:xfrm>
            </p:grpSpPr>
            <p:sp>
              <p:nvSpPr>
                <p:cNvPr id="67" name="Google Shape;1735;p49">
                  <a:extLst>
                    <a:ext uri="{FF2B5EF4-FFF2-40B4-BE49-F238E27FC236}">
                      <a16:creationId xmlns:a16="http://schemas.microsoft.com/office/drawing/2014/main" id="{FDC3918F-5A5D-4148-A177-C911C34F251F}"/>
                    </a:ext>
                  </a:extLst>
                </p:cNvPr>
                <p:cNvSpPr/>
                <p:nvPr/>
              </p:nvSpPr>
              <p:spPr>
                <a:xfrm>
                  <a:off x="4027646" y="5165978"/>
                  <a:ext cx="11810" cy="93154"/>
                </a:xfrm>
                <a:custGeom>
                  <a:avLst/>
                  <a:gdLst/>
                  <a:ahLst/>
                  <a:cxnLst/>
                  <a:rect l="l" t="t" r="r" b="b"/>
                  <a:pathLst>
                    <a:path w="11810" h="93154" extrusionOk="0">
                      <a:moveTo>
                        <a:pt x="5905" y="93155"/>
                      </a:moveTo>
                      <a:lnTo>
                        <a:pt x="5905" y="93155"/>
                      </a:lnTo>
                      <a:cubicBezTo>
                        <a:pt x="2667" y="93155"/>
                        <a:pt x="0" y="90488"/>
                        <a:pt x="0" y="87249"/>
                      </a:cubicBezTo>
                      <a:lnTo>
                        <a:pt x="0" y="5906"/>
                      </a:lnTo>
                      <a:cubicBezTo>
                        <a:pt x="0" y="2667"/>
                        <a:pt x="2667" y="0"/>
                        <a:pt x="5905" y="0"/>
                      </a:cubicBezTo>
                      <a:lnTo>
                        <a:pt x="5905" y="0"/>
                      </a:lnTo>
                      <a:cubicBezTo>
                        <a:pt x="9144" y="0"/>
                        <a:pt x="11811" y="2667"/>
                        <a:pt x="11811" y="5906"/>
                      </a:cubicBezTo>
                      <a:lnTo>
                        <a:pt x="11811" y="87249"/>
                      </a:lnTo>
                      <a:cubicBezTo>
                        <a:pt x="11811" y="90488"/>
                        <a:pt x="9144" y="93155"/>
                        <a:pt x="5905" y="93155"/>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8" name="Google Shape;1736;p49">
                  <a:extLst>
                    <a:ext uri="{FF2B5EF4-FFF2-40B4-BE49-F238E27FC236}">
                      <a16:creationId xmlns:a16="http://schemas.microsoft.com/office/drawing/2014/main" id="{16DB9BCF-FA76-4076-AF88-486CC21DA37F}"/>
                    </a:ext>
                  </a:extLst>
                </p:cNvPr>
                <p:cNvSpPr/>
                <p:nvPr/>
              </p:nvSpPr>
              <p:spPr>
                <a:xfrm>
                  <a:off x="4071842" y="5165978"/>
                  <a:ext cx="11810" cy="93154"/>
                </a:xfrm>
                <a:custGeom>
                  <a:avLst/>
                  <a:gdLst/>
                  <a:ahLst/>
                  <a:cxnLst/>
                  <a:rect l="l" t="t" r="r" b="b"/>
                  <a:pathLst>
                    <a:path w="11810" h="93154" extrusionOk="0">
                      <a:moveTo>
                        <a:pt x="5905" y="93155"/>
                      </a:moveTo>
                      <a:lnTo>
                        <a:pt x="5905" y="93155"/>
                      </a:lnTo>
                      <a:cubicBezTo>
                        <a:pt x="2667" y="93155"/>
                        <a:pt x="0" y="90488"/>
                        <a:pt x="0" y="87249"/>
                      </a:cubicBezTo>
                      <a:lnTo>
                        <a:pt x="0" y="5906"/>
                      </a:lnTo>
                      <a:cubicBezTo>
                        <a:pt x="0" y="2667"/>
                        <a:pt x="2667" y="0"/>
                        <a:pt x="5905" y="0"/>
                      </a:cubicBezTo>
                      <a:lnTo>
                        <a:pt x="5905" y="0"/>
                      </a:lnTo>
                      <a:cubicBezTo>
                        <a:pt x="9144" y="0"/>
                        <a:pt x="11811" y="2667"/>
                        <a:pt x="11811" y="5906"/>
                      </a:cubicBezTo>
                      <a:lnTo>
                        <a:pt x="11811" y="87249"/>
                      </a:lnTo>
                      <a:cubicBezTo>
                        <a:pt x="11811" y="90488"/>
                        <a:pt x="9144" y="93155"/>
                        <a:pt x="5905" y="93155"/>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9" name="Google Shape;1737;p49">
                  <a:extLst>
                    <a:ext uri="{FF2B5EF4-FFF2-40B4-BE49-F238E27FC236}">
                      <a16:creationId xmlns:a16="http://schemas.microsoft.com/office/drawing/2014/main" id="{ABE20791-EC9D-4D39-9D2A-9E39CA2F2A9A}"/>
                    </a:ext>
                  </a:extLst>
                </p:cNvPr>
                <p:cNvSpPr/>
                <p:nvPr/>
              </p:nvSpPr>
              <p:spPr>
                <a:xfrm>
                  <a:off x="3983354" y="5165978"/>
                  <a:ext cx="11811" cy="93154"/>
                </a:xfrm>
                <a:custGeom>
                  <a:avLst/>
                  <a:gdLst/>
                  <a:ahLst/>
                  <a:cxnLst/>
                  <a:rect l="l" t="t" r="r" b="b"/>
                  <a:pathLst>
                    <a:path w="11811" h="93154" extrusionOk="0">
                      <a:moveTo>
                        <a:pt x="5906" y="93155"/>
                      </a:moveTo>
                      <a:lnTo>
                        <a:pt x="5906" y="93155"/>
                      </a:lnTo>
                      <a:cubicBezTo>
                        <a:pt x="2667" y="93155"/>
                        <a:pt x="0" y="90488"/>
                        <a:pt x="0" y="87249"/>
                      </a:cubicBezTo>
                      <a:lnTo>
                        <a:pt x="0" y="5906"/>
                      </a:lnTo>
                      <a:cubicBezTo>
                        <a:pt x="0" y="2667"/>
                        <a:pt x="2667" y="0"/>
                        <a:pt x="5906" y="0"/>
                      </a:cubicBezTo>
                      <a:lnTo>
                        <a:pt x="5906" y="0"/>
                      </a:lnTo>
                      <a:cubicBezTo>
                        <a:pt x="9144" y="0"/>
                        <a:pt x="11811" y="2667"/>
                        <a:pt x="11811" y="5906"/>
                      </a:cubicBezTo>
                      <a:lnTo>
                        <a:pt x="11811" y="87249"/>
                      </a:lnTo>
                      <a:cubicBezTo>
                        <a:pt x="11811" y="90488"/>
                        <a:pt x="9144" y="93155"/>
                        <a:pt x="5906" y="93155"/>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sp>
          <p:nvSpPr>
            <p:cNvPr id="14" name="Google Shape;1738;p49">
              <a:extLst>
                <a:ext uri="{FF2B5EF4-FFF2-40B4-BE49-F238E27FC236}">
                  <a16:creationId xmlns:a16="http://schemas.microsoft.com/office/drawing/2014/main" id="{7D251B20-FF3A-4DF4-AA18-8F1CB9956BF2}"/>
                </a:ext>
              </a:extLst>
            </p:cNvPr>
            <p:cNvSpPr/>
            <p:nvPr/>
          </p:nvSpPr>
          <p:spPr>
            <a:xfrm>
              <a:off x="3302576" y="3531486"/>
              <a:ext cx="221170" cy="221170"/>
            </a:xfrm>
            <a:custGeom>
              <a:avLst/>
              <a:gdLst/>
              <a:ahLst/>
              <a:cxnLst/>
              <a:rect l="l" t="t" r="r" b="b"/>
              <a:pathLst>
                <a:path w="221170" h="221170" extrusionOk="0">
                  <a:moveTo>
                    <a:pt x="219170" y="131445"/>
                  </a:moveTo>
                  <a:cubicBezTo>
                    <a:pt x="220409" y="124682"/>
                    <a:pt x="221171" y="117824"/>
                    <a:pt x="221171" y="110680"/>
                  </a:cubicBezTo>
                  <a:cubicBezTo>
                    <a:pt x="221171" y="103537"/>
                    <a:pt x="220504" y="96679"/>
                    <a:pt x="219170" y="89916"/>
                  </a:cubicBezTo>
                  <a:lnTo>
                    <a:pt x="201168" y="89916"/>
                  </a:lnTo>
                  <a:cubicBezTo>
                    <a:pt x="197548" y="89916"/>
                    <a:pt x="196215" y="85058"/>
                    <a:pt x="199358" y="83248"/>
                  </a:cubicBezTo>
                  <a:lnTo>
                    <a:pt x="214979" y="74200"/>
                  </a:lnTo>
                  <a:cubicBezTo>
                    <a:pt x="210312" y="60865"/>
                    <a:pt x="203263" y="48768"/>
                    <a:pt x="194215" y="38291"/>
                  </a:cubicBezTo>
                  <a:lnTo>
                    <a:pt x="177832" y="47816"/>
                  </a:lnTo>
                  <a:cubicBezTo>
                    <a:pt x="174688" y="49625"/>
                    <a:pt x="171164" y="46101"/>
                    <a:pt x="172974" y="42958"/>
                  </a:cubicBezTo>
                  <a:lnTo>
                    <a:pt x="182404" y="26479"/>
                  </a:lnTo>
                  <a:cubicBezTo>
                    <a:pt x="171926" y="17526"/>
                    <a:pt x="159734" y="10478"/>
                    <a:pt x="146399" y="6001"/>
                  </a:cubicBezTo>
                  <a:lnTo>
                    <a:pt x="138113" y="20574"/>
                  </a:lnTo>
                  <a:cubicBezTo>
                    <a:pt x="136303" y="23717"/>
                    <a:pt x="131445" y="22479"/>
                    <a:pt x="131445" y="18764"/>
                  </a:cubicBezTo>
                  <a:lnTo>
                    <a:pt x="131445" y="2000"/>
                  </a:lnTo>
                  <a:cubicBezTo>
                    <a:pt x="124682" y="762"/>
                    <a:pt x="117824" y="0"/>
                    <a:pt x="110680" y="0"/>
                  </a:cubicBezTo>
                  <a:cubicBezTo>
                    <a:pt x="103537" y="0"/>
                    <a:pt x="96679" y="667"/>
                    <a:pt x="89916" y="2000"/>
                  </a:cubicBezTo>
                  <a:lnTo>
                    <a:pt x="89916" y="20003"/>
                  </a:lnTo>
                  <a:cubicBezTo>
                    <a:pt x="89916" y="23622"/>
                    <a:pt x="85058" y="24955"/>
                    <a:pt x="83248" y="21812"/>
                  </a:cubicBezTo>
                  <a:lnTo>
                    <a:pt x="74200" y="6191"/>
                  </a:lnTo>
                  <a:cubicBezTo>
                    <a:pt x="60865" y="10859"/>
                    <a:pt x="48768" y="17907"/>
                    <a:pt x="38290" y="26956"/>
                  </a:cubicBezTo>
                  <a:lnTo>
                    <a:pt x="47815" y="43339"/>
                  </a:lnTo>
                  <a:cubicBezTo>
                    <a:pt x="49625" y="46482"/>
                    <a:pt x="46101" y="50006"/>
                    <a:pt x="42958" y="48196"/>
                  </a:cubicBezTo>
                  <a:lnTo>
                    <a:pt x="26479" y="38767"/>
                  </a:lnTo>
                  <a:cubicBezTo>
                    <a:pt x="17526" y="49244"/>
                    <a:pt x="10477" y="61436"/>
                    <a:pt x="6001" y="74771"/>
                  </a:cubicBezTo>
                  <a:lnTo>
                    <a:pt x="20574" y="83058"/>
                  </a:lnTo>
                  <a:cubicBezTo>
                    <a:pt x="23717" y="84868"/>
                    <a:pt x="22479" y="89726"/>
                    <a:pt x="18764" y="89726"/>
                  </a:cubicBezTo>
                  <a:lnTo>
                    <a:pt x="2000" y="89726"/>
                  </a:lnTo>
                  <a:cubicBezTo>
                    <a:pt x="762" y="96488"/>
                    <a:pt x="0" y="103346"/>
                    <a:pt x="0" y="110490"/>
                  </a:cubicBezTo>
                  <a:cubicBezTo>
                    <a:pt x="0" y="117634"/>
                    <a:pt x="667" y="124492"/>
                    <a:pt x="2000" y="131254"/>
                  </a:cubicBezTo>
                  <a:lnTo>
                    <a:pt x="20002" y="131254"/>
                  </a:lnTo>
                  <a:cubicBezTo>
                    <a:pt x="23622" y="131254"/>
                    <a:pt x="24955" y="136112"/>
                    <a:pt x="21812" y="137922"/>
                  </a:cubicBezTo>
                  <a:lnTo>
                    <a:pt x="6191" y="146971"/>
                  </a:lnTo>
                  <a:cubicBezTo>
                    <a:pt x="10858" y="160306"/>
                    <a:pt x="17907" y="172403"/>
                    <a:pt x="26956" y="182880"/>
                  </a:cubicBezTo>
                  <a:lnTo>
                    <a:pt x="43339" y="173355"/>
                  </a:lnTo>
                  <a:cubicBezTo>
                    <a:pt x="46482" y="171545"/>
                    <a:pt x="50006" y="175070"/>
                    <a:pt x="48196" y="178213"/>
                  </a:cubicBezTo>
                  <a:lnTo>
                    <a:pt x="38767" y="194691"/>
                  </a:lnTo>
                  <a:cubicBezTo>
                    <a:pt x="49244" y="203645"/>
                    <a:pt x="61436" y="210693"/>
                    <a:pt x="74771" y="215170"/>
                  </a:cubicBezTo>
                  <a:lnTo>
                    <a:pt x="83058" y="200596"/>
                  </a:lnTo>
                  <a:cubicBezTo>
                    <a:pt x="84868" y="197358"/>
                    <a:pt x="89725" y="198692"/>
                    <a:pt x="89725" y="202406"/>
                  </a:cubicBezTo>
                  <a:lnTo>
                    <a:pt x="89725" y="219170"/>
                  </a:lnTo>
                  <a:cubicBezTo>
                    <a:pt x="96488" y="220409"/>
                    <a:pt x="103346" y="221171"/>
                    <a:pt x="110490" y="221171"/>
                  </a:cubicBezTo>
                  <a:cubicBezTo>
                    <a:pt x="117634" y="221171"/>
                    <a:pt x="124492" y="220504"/>
                    <a:pt x="131254" y="219170"/>
                  </a:cubicBezTo>
                  <a:lnTo>
                    <a:pt x="131254" y="201168"/>
                  </a:lnTo>
                  <a:cubicBezTo>
                    <a:pt x="131254" y="197548"/>
                    <a:pt x="136112" y="196215"/>
                    <a:pt x="137922" y="199358"/>
                  </a:cubicBezTo>
                  <a:lnTo>
                    <a:pt x="146971" y="214979"/>
                  </a:lnTo>
                  <a:cubicBezTo>
                    <a:pt x="160306" y="210312"/>
                    <a:pt x="172402" y="203263"/>
                    <a:pt x="182880" y="194215"/>
                  </a:cubicBezTo>
                  <a:lnTo>
                    <a:pt x="173355" y="177832"/>
                  </a:lnTo>
                  <a:cubicBezTo>
                    <a:pt x="171545" y="174688"/>
                    <a:pt x="175069" y="171164"/>
                    <a:pt x="178213" y="172974"/>
                  </a:cubicBezTo>
                  <a:lnTo>
                    <a:pt x="194691" y="182404"/>
                  </a:lnTo>
                  <a:cubicBezTo>
                    <a:pt x="203644" y="171926"/>
                    <a:pt x="210693" y="159734"/>
                    <a:pt x="215170" y="146399"/>
                  </a:cubicBezTo>
                  <a:lnTo>
                    <a:pt x="200596" y="138113"/>
                  </a:lnTo>
                  <a:cubicBezTo>
                    <a:pt x="197453" y="136303"/>
                    <a:pt x="198692" y="131445"/>
                    <a:pt x="202406" y="131445"/>
                  </a:cubicBezTo>
                  <a:lnTo>
                    <a:pt x="219170" y="131445"/>
                  </a:lnTo>
                  <a:close/>
                  <a:moveTo>
                    <a:pt x="113729" y="160115"/>
                  </a:moveTo>
                  <a:cubicBezTo>
                    <a:pt x="83820" y="162020"/>
                    <a:pt x="59150" y="137351"/>
                    <a:pt x="61055" y="107442"/>
                  </a:cubicBezTo>
                  <a:cubicBezTo>
                    <a:pt x="62579" y="82772"/>
                    <a:pt x="82582" y="62770"/>
                    <a:pt x="107251" y="61246"/>
                  </a:cubicBezTo>
                  <a:cubicBezTo>
                    <a:pt x="137160" y="59341"/>
                    <a:pt x="161830" y="84011"/>
                    <a:pt x="159925" y="113919"/>
                  </a:cubicBezTo>
                  <a:cubicBezTo>
                    <a:pt x="158401" y="138589"/>
                    <a:pt x="138398" y="158591"/>
                    <a:pt x="113729" y="160115"/>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 name="Google Shape;1739;p49">
              <a:extLst>
                <a:ext uri="{FF2B5EF4-FFF2-40B4-BE49-F238E27FC236}">
                  <a16:creationId xmlns:a16="http://schemas.microsoft.com/office/drawing/2014/main" id="{F80567DC-94DC-48D1-9600-FD7E7D2D0E33}"/>
                </a:ext>
              </a:extLst>
            </p:cNvPr>
            <p:cNvSpPr/>
            <p:nvPr/>
          </p:nvSpPr>
          <p:spPr>
            <a:xfrm>
              <a:off x="3628902" y="1980721"/>
              <a:ext cx="1636204" cy="2612993"/>
            </a:xfrm>
            <a:custGeom>
              <a:avLst/>
              <a:gdLst/>
              <a:ahLst/>
              <a:cxnLst/>
              <a:rect l="l" t="t" r="r" b="b"/>
              <a:pathLst>
                <a:path w="1636204" h="2612993" extrusionOk="0">
                  <a:moveTo>
                    <a:pt x="1471422" y="0"/>
                  </a:moveTo>
                  <a:cubicBezTo>
                    <a:pt x="1562429" y="0"/>
                    <a:pt x="1636205" y="73776"/>
                    <a:pt x="1636205" y="164782"/>
                  </a:cubicBezTo>
                  <a:lnTo>
                    <a:pt x="1636205" y="2448211"/>
                  </a:lnTo>
                  <a:cubicBezTo>
                    <a:pt x="1636205" y="2539218"/>
                    <a:pt x="1562429" y="2612994"/>
                    <a:pt x="1471422" y="2612994"/>
                  </a:cubicBezTo>
                  <a:lnTo>
                    <a:pt x="164783" y="2612994"/>
                  </a:lnTo>
                  <a:cubicBezTo>
                    <a:pt x="73776" y="2612994"/>
                    <a:pt x="0" y="2539218"/>
                    <a:pt x="0" y="2448211"/>
                  </a:cubicBezTo>
                  <a:lnTo>
                    <a:pt x="0" y="164783"/>
                  </a:lnTo>
                  <a:cubicBezTo>
                    <a:pt x="0" y="73776"/>
                    <a:pt x="73776" y="0"/>
                    <a:pt x="164783" y="0"/>
                  </a:cubicBez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 name="Google Shape;1740;p49">
              <a:extLst>
                <a:ext uri="{FF2B5EF4-FFF2-40B4-BE49-F238E27FC236}">
                  <a16:creationId xmlns:a16="http://schemas.microsoft.com/office/drawing/2014/main" id="{ECB39C56-E904-47B4-8E66-3A969BF9B311}"/>
                </a:ext>
              </a:extLst>
            </p:cNvPr>
            <p:cNvSpPr/>
            <p:nvPr/>
          </p:nvSpPr>
          <p:spPr>
            <a:xfrm>
              <a:off x="3618615" y="1970434"/>
              <a:ext cx="1656683" cy="2633567"/>
            </a:xfrm>
            <a:custGeom>
              <a:avLst/>
              <a:gdLst/>
              <a:ahLst/>
              <a:cxnLst/>
              <a:rect l="l" t="t" r="r" b="b"/>
              <a:pathLst>
                <a:path w="1656683" h="2633567" extrusionOk="0">
                  <a:moveTo>
                    <a:pt x="1481614" y="20574"/>
                  </a:moveTo>
                  <a:cubicBezTo>
                    <a:pt x="1566958" y="20574"/>
                    <a:pt x="1636109" y="89725"/>
                    <a:pt x="1636109" y="175069"/>
                  </a:cubicBezTo>
                  <a:lnTo>
                    <a:pt x="1636109" y="2458498"/>
                  </a:lnTo>
                  <a:cubicBezTo>
                    <a:pt x="1636109" y="2543842"/>
                    <a:pt x="1566958" y="2612993"/>
                    <a:pt x="1481614" y="2612993"/>
                  </a:cubicBezTo>
                  <a:lnTo>
                    <a:pt x="175070" y="2612993"/>
                  </a:lnTo>
                  <a:cubicBezTo>
                    <a:pt x="89725" y="2612993"/>
                    <a:pt x="20574" y="2543842"/>
                    <a:pt x="20574" y="2458498"/>
                  </a:cubicBezTo>
                  <a:lnTo>
                    <a:pt x="20574" y="175069"/>
                  </a:lnTo>
                  <a:cubicBezTo>
                    <a:pt x="20574" y="89725"/>
                    <a:pt x="89725" y="20574"/>
                    <a:pt x="175070" y="20574"/>
                  </a:cubicBezTo>
                  <a:lnTo>
                    <a:pt x="1481614" y="20574"/>
                  </a:lnTo>
                  <a:moveTo>
                    <a:pt x="1481614" y="0"/>
                  </a:moveTo>
                  <a:lnTo>
                    <a:pt x="175070" y="0"/>
                  </a:lnTo>
                  <a:cubicBezTo>
                    <a:pt x="78486" y="0"/>
                    <a:pt x="0" y="78581"/>
                    <a:pt x="0" y="175069"/>
                  </a:cubicBezTo>
                  <a:lnTo>
                    <a:pt x="0" y="2458498"/>
                  </a:lnTo>
                  <a:cubicBezTo>
                    <a:pt x="0" y="2555081"/>
                    <a:pt x="78581" y="2633567"/>
                    <a:pt x="175070" y="2633567"/>
                  </a:cubicBezTo>
                  <a:lnTo>
                    <a:pt x="1481614" y="2633567"/>
                  </a:lnTo>
                  <a:cubicBezTo>
                    <a:pt x="1578197" y="2633567"/>
                    <a:pt x="1656683" y="2554986"/>
                    <a:pt x="1656683" y="2458498"/>
                  </a:cubicBezTo>
                  <a:lnTo>
                    <a:pt x="1656683" y="175069"/>
                  </a:lnTo>
                  <a:cubicBezTo>
                    <a:pt x="1656683" y="78486"/>
                    <a:pt x="1578102" y="0"/>
                    <a:pt x="1481614" y="0"/>
                  </a:cubicBezTo>
                  <a:lnTo>
                    <a:pt x="1481614"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 name="Google Shape;1741;p49">
              <a:extLst>
                <a:ext uri="{FF2B5EF4-FFF2-40B4-BE49-F238E27FC236}">
                  <a16:creationId xmlns:a16="http://schemas.microsoft.com/office/drawing/2014/main" id="{D4F78E23-C97C-4572-B227-7448B95D5B78}"/>
                </a:ext>
              </a:extLst>
            </p:cNvPr>
            <p:cNvSpPr/>
            <p:nvPr/>
          </p:nvSpPr>
          <p:spPr>
            <a:xfrm>
              <a:off x="4006664" y="4069649"/>
              <a:ext cx="1128807" cy="410908"/>
            </a:xfrm>
            <a:custGeom>
              <a:avLst/>
              <a:gdLst/>
              <a:ahLst/>
              <a:cxnLst/>
              <a:rect l="l" t="t" r="r" b="b"/>
              <a:pathLst>
                <a:path w="1128807" h="410908" extrusionOk="0">
                  <a:moveTo>
                    <a:pt x="1128808" y="68580"/>
                  </a:moveTo>
                  <a:lnTo>
                    <a:pt x="1128808" y="410909"/>
                  </a:lnTo>
                  <a:lnTo>
                    <a:pt x="0" y="410909"/>
                  </a:lnTo>
                  <a:lnTo>
                    <a:pt x="0" y="68580"/>
                  </a:lnTo>
                  <a:cubicBezTo>
                    <a:pt x="0" y="30575"/>
                    <a:pt x="30671" y="0"/>
                    <a:pt x="68485" y="0"/>
                  </a:cubicBezTo>
                  <a:lnTo>
                    <a:pt x="1060228" y="0"/>
                  </a:lnTo>
                  <a:cubicBezTo>
                    <a:pt x="1098042" y="0"/>
                    <a:pt x="1128713" y="30671"/>
                    <a:pt x="1128713" y="68580"/>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 name="Google Shape;1742;p49">
              <a:extLst>
                <a:ext uri="{FF2B5EF4-FFF2-40B4-BE49-F238E27FC236}">
                  <a16:creationId xmlns:a16="http://schemas.microsoft.com/office/drawing/2014/main" id="{F6663AB2-F679-4D6B-8F3D-922FB9FA5A1D}"/>
                </a:ext>
              </a:extLst>
            </p:cNvPr>
            <p:cNvSpPr/>
            <p:nvPr/>
          </p:nvSpPr>
          <p:spPr>
            <a:xfrm>
              <a:off x="3953895" y="4016880"/>
              <a:ext cx="1128807" cy="410908"/>
            </a:xfrm>
            <a:custGeom>
              <a:avLst/>
              <a:gdLst/>
              <a:ahLst/>
              <a:cxnLst/>
              <a:rect l="l" t="t" r="r" b="b"/>
              <a:pathLst>
                <a:path w="1128807" h="410908" extrusionOk="0">
                  <a:moveTo>
                    <a:pt x="1128808" y="68580"/>
                  </a:moveTo>
                  <a:lnTo>
                    <a:pt x="1128808" y="410909"/>
                  </a:lnTo>
                  <a:lnTo>
                    <a:pt x="0" y="410909"/>
                  </a:lnTo>
                  <a:lnTo>
                    <a:pt x="0" y="68580"/>
                  </a:lnTo>
                  <a:cubicBezTo>
                    <a:pt x="0" y="30575"/>
                    <a:pt x="30671" y="0"/>
                    <a:pt x="68485" y="0"/>
                  </a:cubicBezTo>
                  <a:lnTo>
                    <a:pt x="1060228" y="0"/>
                  </a:lnTo>
                  <a:cubicBezTo>
                    <a:pt x="1098042" y="0"/>
                    <a:pt x="1128713" y="30671"/>
                    <a:pt x="1128713" y="68580"/>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 name="Google Shape;1743;p49">
              <a:extLst>
                <a:ext uri="{FF2B5EF4-FFF2-40B4-BE49-F238E27FC236}">
                  <a16:creationId xmlns:a16="http://schemas.microsoft.com/office/drawing/2014/main" id="{EE36A2F7-5B16-478A-B73A-6DADA0F66C66}"/>
                </a:ext>
              </a:extLst>
            </p:cNvPr>
            <p:cNvSpPr/>
            <p:nvPr/>
          </p:nvSpPr>
          <p:spPr>
            <a:xfrm>
              <a:off x="3889697" y="3952682"/>
              <a:ext cx="1128807" cy="410908"/>
            </a:xfrm>
            <a:custGeom>
              <a:avLst/>
              <a:gdLst/>
              <a:ahLst/>
              <a:cxnLst/>
              <a:rect l="l" t="t" r="r" b="b"/>
              <a:pathLst>
                <a:path w="1128807" h="410908" extrusionOk="0">
                  <a:moveTo>
                    <a:pt x="1128808" y="68580"/>
                  </a:moveTo>
                  <a:lnTo>
                    <a:pt x="1128808" y="410909"/>
                  </a:lnTo>
                  <a:lnTo>
                    <a:pt x="0" y="410909"/>
                  </a:lnTo>
                  <a:lnTo>
                    <a:pt x="0" y="68580"/>
                  </a:lnTo>
                  <a:cubicBezTo>
                    <a:pt x="0" y="30575"/>
                    <a:pt x="30671" y="0"/>
                    <a:pt x="68485" y="0"/>
                  </a:cubicBezTo>
                  <a:lnTo>
                    <a:pt x="1060228" y="0"/>
                  </a:lnTo>
                  <a:cubicBezTo>
                    <a:pt x="1098042" y="0"/>
                    <a:pt x="1128713" y="30671"/>
                    <a:pt x="1128713" y="6858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0" name="Google Shape;1744;p49">
              <a:extLst>
                <a:ext uri="{FF2B5EF4-FFF2-40B4-BE49-F238E27FC236}">
                  <a16:creationId xmlns:a16="http://schemas.microsoft.com/office/drawing/2014/main" id="{639A1ED0-BBD8-4228-A858-98424DE43E6E}"/>
                </a:ext>
              </a:extLst>
            </p:cNvPr>
            <p:cNvSpPr/>
            <p:nvPr/>
          </p:nvSpPr>
          <p:spPr>
            <a:xfrm>
              <a:off x="3639189" y="4363590"/>
              <a:ext cx="1615630" cy="219836"/>
            </a:xfrm>
            <a:custGeom>
              <a:avLst/>
              <a:gdLst/>
              <a:ahLst/>
              <a:cxnLst/>
              <a:rect l="l" t="t" r="r" b="b"/>
              <a:pathLst>
                <a:path w="1615630" h="219836" extrusionOk="0">
                  <a:moveTo>
                    <a:pt x="1615535" y="0"/>
                  </a:moveTo>
                  <a:lnTo>
                    <a:pt x="1615535" y="65341"/>
                  </a:lnTo>
                  <a:cubicBezTo>
                    <a:pt x="1615535" y="150685"/>
                    <a:pt x="1546384" y="219837"/>
                    <a:pt x="1461040" y="219837"/>
                  </a:cubicBezTo>
                  <a:lnTo>
                    <a:pt x="154496" y="219837"/>
                  </a:lnTo>
                  <a:cubicBezTo>
                    <a:pt x="69151" y="219837"/>
                    <a:pt x="0" y="150685"/>
                    <a:pt x="0" y="65341"/>
                  </a:cubicBezTo>
                  <a:lnTo>
                    <a:pt x="0" y="0"/>
                  </a:lnTo>
                  <a:lnTo>
                    <a:pt x="1615631"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 name="Google Shape;1745;p49">
              <a:extLst>
                <a:ext uri="{FF2B5EF4-FFF2-40B4-BE49-F238E27FC236}">
                  <a16:creationId xmlns:a16="http://schemas.microsoft.com/office/drawing/2014/main" id="{05E1FEAD-28A9-4019-A322-85D9796641C0}"/>
                </a:ext>
              </a:extLst>
            </p:cNvPr>
            <p:cNvSpPr/>
            <p:nvPr/>
          </p:nvSpPr>
          <p:spPr>
            <a:xfrm>
              <a:off x="4042763" y="1991008"/>
              <a:ext cx="808482" cy="105727"/>
            </a:xfrm>
            <a:custGeom>
              <a:avLst/>
              <a:gdLst/>
              <a:ahLst/>
              <a:cxnLst/>
              <a:rect l="l" t="t" r="r" b="b"/>
              <a:pathLst>
                <a:path w="808482" h="105727" extrusionOk="0">
                  <a:moveTo>
                    <a:pt x="808387" y="0"/>
                  </a:moveTo>
                  <a:cubicBezTo>
                    <a:pt x="804672" y="27051"/>
                    <a:pt x="792004" y="51340"/>
                    <a:pt x="773621" y="69818"/>
                  </a:cubicBezTo>
                  <a:cubicBezTo>
                    <a:pt x="751427" y="91916"/>
                    <a:pt x="720852" y="105727"/>
                    <a:pt x="687229" y="105727"/>
                  </a:cubicBezTo>
                  <a:lnTo>
                    <a:pt x="121158" y="105727"/>
                  </a:lnTo>
                  <a:cubicBezTo>
                    <a:pt x="59436" y="105727"/>
                    <a:pt x="8096" y="59436"/>
                    <a:pt x="0" y="0"/>
                  </a:cubicBezTo>
                  <a:lnTo>
                    <a:pt x="808482"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 name="Google Shape;1746;p49">
              <a:extLst>
                <a:ext uri="{FF2B5EF4-FFF2-40B4-BE49-F238E27FC236}">
                  <a16:creationId xmlns:a16="http://schemas.microsoft.com/office/drawing/2014/main" id="{1AD1BAD2-9877-4A9C-90C4-2337FFF4F9C5}"/>
                </a:ext>
              </a:extLst>
            </p:cNvPr>
            <p:cNvSpPr/>
            <p:nvPr/>
          </p:nvSpPr>
          <p:spPr>
            <a:xfrm>
              <a:off x="3813306" y="3525295"/>
              <a:ext cx="198310" cy="24574"/>
            </a:xfrm>
            <a:custGeom>
              <a:avLst/>
              <a:gdLst/>
              <a:ahLst/>
              <a:cxnLst/>
              <a:rect l="l" t="t" r="r" b="b"/>
              <a:pathLst>
                <a:path w="198310" h="24574" extrusionOk="0">
                  <a:moveTo>
                    <a:pt x="0" y="0"/>
                  </a:moveTo>
                  <a:lnTo>
                    <a:pt x="198311" y="0"/>
                  </a:lnTo>
                  <a:lnTo>
                    <a:pt x="198311" y="24574"/>
                  </a:lnTo>
                  <a:lnTo>
                    <a:pt x="0" y="2457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 name="Google Shape;1747;p49">
              <a:extLst>
                <a:ext uri="{FF2B5EF4-FFF2-40B4-BE49-F238E27FC236}">
                  <a16:creationId xmlns:a16="http://schemas.microsoft.com/office/drawing/2014/main" id="{528C46DF-0F03-4E2F-BC7D-0AE45B02BC33}"/>
                </a:ext>
              </a:extLst>
            </p:cNvPr>
            <p:cNvSpPr/>
            <p:nvPr/>
          </p:nvSpPr>
          <p:spPr>
            <a:xfrm>
              <a:off x="4029143" y="3525295"/>
              <a:ext cx="152590" cy="24574"/>
            </a:xfrm>
            <a:custGeom>
              <a:avLst/>
              <a:gdLst/>
              <a:ahLst/>
              <a:cxnLst/>
              <a:rect l="l" t="t" r="r" b="b"/>
              <a:pathLst>
                <a:path w="152590" h="24574" extrusionOk="0">
                  <a:moveTo>
                    <a:pt x="0" y="0"/>
                  </a:moveTo>
                  <a:lnTo>
                    <a:pt x="152591" y="0"/>
                  </a:lnTo>
                  <a:lnTo>
                    <a:pt x="152591" y="24574"/>
                  </a:lnTo>
                  <a:lnTo>
                    <a:pt x="0" y="2457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4" name="Google Shape;1748;p49">
              <a:extLst>
                <a:ext uri="{FF2B5EF4-FFF2-40B4-BE49-F238E27FC236}">
                  <a16:creationId xmlns:a16="http://schemas.microsoft.com/office/drawing/2014/main" id="{52C93F5C-1350-4330-9499-3D4958C11D35}"/>
                </a:ext>
              </a:extLst>
            </p:cNvPr>
            <p:cNvSpPr/>
            <p:nvPr/>
          </p:nvSpPr>
          <p:spPr>
            <a:xfrm>
              <a:off x="4198116" y="3525295"/>
              <a:ext cx="121157" cy="24574"/>
            </a:xfrm>
            <a:custGeom>
              <a:avLst/>
              <a:gdLst/>
              <a:ahLst/>
              <a:cxnLst/>
              <a:rect l="l" t="t" r="r" b="b"/>
              <a:pathLst>
                <a:path w="121157" h="24574" extrusionOk="0">
                  <a:moveTo>
                    <a:pt x="0" y="0"/>
                  </a:moveTo>
                  <a:lnTo>
                    <a:pt x="121158" y="0"/>
                  </a:lnTo>
                  <a:lnTo>
                    <a:pt x="121158" y="24574"/>
                  </a:lnTo>
                  <a:lnTo>
                    <a:pt x="0" y="2457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5" name="Google Shape;1749;p49">
              <a:extLst>
                <a:ext uri="{FF2B5EF4-FFF2-40B4-BE49-F238E27FC236}">
                  <a16:creationId xmlns:a16="http://schemas.microsoft.com/office/drawing/2014/main" id="{E02A2242-1211-499A-8064-8FA14D5B6CBE}"/>
                </a:ext>
              </a:extLst>
            </p:cNvPr>
            <p:cNvSpPr/>
            <p:nvPr/>
          </p:nvSpPr>
          <p:spPr>
            <a:xfrm>
              <a:off x="3911128" y="3582159"/>
              <a:ext cx="408241" cy="24574"/>
            </a:xfrm>
            <a:custGeom>
              <a:avLst/>
              <a:gdLst/>
              <a:ahLst/>
              <a:cxnLst/>
              <a:rect l="l" t="t" r="r" b="b"/>
              <a:pathLst>
                <a:path w="408241" h="24574" extrusionOk="0">
                  <a:moveTo>
                    <a:pt x="0" y="0"/>
                  </a:moveTo>
                  <a:lnTo>
                    <a:pt x="408242" y="0"/>
                  </a:lnTo>
                  <a:lnTo>
                    <a:pt x="408242" y="24574"/>
                  </a:lnTo>
                  <a:lnTo>
                    <a:pt x="0" y="2457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6" name="Google Shape;1750;p49">
              <a:extLst>
                <a:ext uri="{FF2B5EF4-FFF2-40B4-BE49-F238E27FC236}">
                  <a16:creationId xmlns:a16="http://schemas.microsoft.com/office/drawing/2014/main" id="{1A7F5BA7-3A43-4349-8D9C-4AB34EE89172}"/>
                </a:ext>
              </a:extLst>
            </p:cNvPr>
            <p:cNvSpPr/>
            <p:nvPr/>
          </p:nvSpPr>
          <p:spPr>
            <a:xfrm>
              <a:off x="3813306" y="3582159"/>
              <a:ext cx="74961" cy="24574"/>
            </a:xfrm>
            <a:custGeom>
              <a:avLst/>
              <a:gdLst/>
              <a:ahLst/>
              <a:cxnLst/>
              <a:rect l="l" t="t" r="r" b="b"/>
              <a:pathLst>
                <a:path w="74961" h="24574" extrusionOk="0">
                  <a:moveTo>
                    <a:pt x="0" y="0"/>
                  </a:moveTo>
                  <a:lnTo>
                    <a:pt x="74962" y="0"/>
                  </a:lnTo>
                  <a:lnTo>
                    <a:pt x="74962" y="24574"/>
                  </a:lnTo>
                  <a:lnTo>
                    <a:pt x="0" y="2457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7" name="Google Shape;1751;p49">
              <a:extLst>
                <a:ext uri="{FF2B5EF4-FFF2-40B4-BE49-F238E27FC236}">
                  <a16:creationId xmlns:a16="http://schemas.microsoft.com/office/drawing/2014/main" id="{8776F4D5-74DE-4A06-AEA2-84CD0A20969A}"/>
                </a:ext>
              </a:extLst>
            </p:cNvPr>
            <p:cNvSpPr/>
            <p:nvPr/>
          </p:nvSpPr>
          <p:spPr>
            <a:xfrm>
              <a:off x="4038287" y="3638928"/>
              <a:ext cx="193071" cy="24574"/>
            </a:xfrm>
            <a:custGeom>
              <a:avLst/>
              <a:gdLst/>
              <a:ahLst/>
              <a:cxnLst/>
              <a:rect l="l" t="t" r="r" b="b"/>
              <a:pathLst>
                <a:path w="193071" h="24574" extrusionOk="0">
                  <a:moveTo>
                    <a:pt x="0" y="0"/>
                  </a:moveTo>
                  <a:lnTo>
                    <a:pt x="193072" y="0"/>
                  </a:lnTo>
                  <a:lnTo>
                    <a:pt x="193072" y="24574"/>
                  </a:lnTo>
                  <a:lnTo>
                    <a:pt x="0" y="2457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8" name="Google Shape;1752;p49">
              <a:extLst>
                <a:ext uri="{FF2B5EF4-FFF2-40B4-BE49-F238E27FC236}">
                  <a16:creationId xmlns:a16="http://schemas.microsoft.com/office/drawing/2014/main" id="{FCFDA041-08A1-4B6D-B0D9-C08242E6447D}"/>
                </a:ext>
              </a:extLst>
            </p:cNvPr>
            <p:cNvSpPr/>
            <p:nvPr/>
          </p:nvSpPr>
          <p:spPr>
            <a:xfrm>
              <a:off x="4249647" y="3638928"/>
              <a:ext cx="69627" cy="24574"/>
            </a:xfrm>
            <a:custGeom>
              <a:avLst/>
              <a:gdLst/>
              <a:ahLst/>
              <a:cxnLst/>
              <a:rect l="l" t="t" r="r" b="b"/>
              <a:pathLst>
                <a:path w="69627" h="24574" extrusionOk="0">
                  <a:moveTo>
                    <a:pt x="0" y="0"/>
                  </a:moveTo>
                  <a:lnTo>
                    <a:pt x="69628" y="0"/>
                  </a:lnTo>
                  <a:lnTo>
                    <a:pt x="69628" y="24574"/>
                  </a:lnTo>
                  <a:lnTo>
                    <a:pt x="0" y="2457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9" name="Google Shape;1753;p49">
              <a:extLst>
                <a:ext uri="{FF2B5EF4-FFF2-40B4-BE49-F238E27FC236}">
                  <a16:creationId xmlns:a16="http://schemas.microsoft.com/office/drawing/2014/main" id="{F11CA25D-68DF-4616-A769-86450D88F12B}"/>
                </a:ext>
              </a:extLst>
            </p:cNvPr>
            <p:cNvSpPr/>
            <p:nvPr/>
          </p:nvSpPr>
          <p:spPr>
            <a:xfrm>
              <a:off x="3813306" y="3638928"/>
              <a:ext cx="207454" cy="24574"/>
            </a:xfrm>
            <a:custGeom>
              <a:avLst/>
              <a:gdLst/>
              <a:ahLst/>
              <a:cxnLst/>
              <a:rect l="l" t="t" r="r" b="b"/>
              <a:pathLst>
                <a:path w="207454" h="24574" extrusionOk="0">
                  <a:moveTo>
                    <a:pt x="0" y="0"/>
                  </a:moveTo>
                  <a:lnTo>
                    <a:pt x="207454" y="0"/>
                  </a:lnTo>
                  <a:lnTo>
                    <a:pt x="207454" y="24574"/>
                  </a:lnTo>
                  <a:lnTo>
                    <a:pt x="0" y="2457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0" name="Google Shape;1754;p49">
              <a:extLst>
                <a:ext uri="{FF2B5EF4-FFF2-40B4-BE49-F238E27FC236}">
                  <a16:creationId xmlns:a16="http://schemas.microsoft.com/office/drawing/2014/main" id="{83FB7440-D2CE-4D7E-95C5-865EA34E0ACE}"/>
                </a:ext>
              </a:extLst>
            </p:cNvPr>
            <p:cNvSpPr/>
            <p:nvPr/>
          </p:nvSpPr>
          <p:spPr>
            <a:xfrm>
              <a:off x="3958753" y="3695697"/>
              <a:ext cx="168116" cy="24574"/>
            </a:xfrm>
            <a:custGeom>
              <a:avLst/>
              <a:gdLst/>
              <a:ahLst/>
              <a:cxnLst/>
              <a:rect l="l" t="t" r="r" b="b"/>
              <a:pathLst>
                <a:path w="168116" h="24574" extrusionOk="0">
                  <a:moveTo>
                    <a:pt x="0" y="0"/>
                  </a:moveTo>
                  <a:lnTo>
                    <a:pt x="168116" y="0"/>
                  </a:lnTo>
                  <a:lnTo>
                    <a:pt x="168116" y="24574"/>
                  </a:lnTo>
                  <a:lnTo>
                    <a:pt x="0" y="2457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1" name="Google Shape;1755;p49">
              <a:extLst>
                <a:ext uri="{FF2B5EF4-FFF2-40B4-BE49-F238E27FC236}">
                  <a16:creationId xmlns:a16="http://schemas.microsoft.com/office/drawing/2014/main" id="{2BA9B061-0842-415F-9300-1F410787FDDE}"/>
                </a:ext>
              </a:extLst>
            </p:cNvPr>
            <p:cNvSpPr/>
            <p:nvPr/>
          </p:nvSpPr>
          <p:spPr>
            <a:xfrm>
              <a:off x="3813306" y="3695697"/>
              <a:ext cx="126492" cy="24574"/>
            </a:xfrm>
            <a:custGeom>
              <a:avLst/>
              <a:gdLst/>
              <a:ahLst/>
              <a:cxnLst/>
              <a:rect l="l" t="t" r="r" b="b"/>
              <a:pathLst>
                <a:path w="126492" h="24574" extrusionOk="0">
                  <a:moveTo>
                    <a:pt x="0" y="0"/>
                  </a:moveTo>
                  <a:lnTo>
                    <a:pt x="126492" y="0"/>
                  </a:lnTo>
                  <a:lnTo>
                    <a:pt x="126492" y="24574"/>
                  </a:lnTo>
                  <a:lnTo>
                    <a:pt x="0" y="2457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2" name="Google Shape;1756;p49">
              <a:extLst>
                <a:ext uri="{FF2B5EF4-FFF2-40B4-BE49-F238E27FC236}">
                  <a16:creationId xmlns:a16="http://schemas.microsoft.com/office/drawing/2014/main" id="{988F5210-5DC6-4C57-8B20-E8A0894F535C}"/>
                </a:ext>
              </a:extLst>
            </p:cNvPr>
            <p:cNvSpPr/>
            <p:nvPr/>
          </p:nvSpPr>
          <p:spPr>
            <a:xfrm>
              <a:off x="4445862" y="3525295"/>
              <a:ext cx="198310" cy="24574"/>
            </a:xfrm>
            <a:custGeom>
              <a:avLst/>
              <a:gdLst/>
              <a:ahLst/>
              <a:cxnLst/>
              <a:rect l="l" t="t" r="r" b="b"/>
              <a:pathLst>
                <a:path w="198310" h="24574" extrusionOk="0">
                  <a:moveTo>
                    <a:pt x="0" y="0"/>
                  </a:moveTo>
                  <a:lnTo>
                    <a:pt x="198310" y="0"/>
                  </a:lnTo>
                  <a:lnTo>
                    <a:pt x="198310" y="24574"/>
                  </a:lnTo>
                  <a:lnTo>
                    <a:pt x="0" y="2457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3" name="Google Shape;1757;p49">
              <a:extLst>
                <a:ext uri="{FF2B5EF4-FFF2-40B4-BE49-F238E27FC236}">
                  <a16:creationId xmlns:a16="http://schemas.microsoft.com/office/drawing/2014/main" id="{A4005DE8-5EC6-4F57-9FAC-B3887DAED21D}"/>
                </a:ext>
              </a:extLst>
            </p:cNvPr>
            <p:cNvSpPr/>
            <p:nvPr/>
          </p:nvSpPr>
          <p:spPr>
            <a:xfrm>
              <a:off x="4661698" y="3525295"/>
              <a:ext cx="152590" cy="24574"/>
            </a:xfrm>
            <a:custGeom>
              <a:avLst/>
              <a:gdLst/>
              <a:ahLst/>
              <a:cxnLst/>
              <a:rect l="l" t="t" r="r" b="b"/>
              <a:pathLst>
                <a:path w="152590" h="24574" extrusionOk="0">
                  <a:moveTo>
                    <a:pt x="0" y="0"/>
                  </a:moveTo>
                  <a:lnTo>
                    <a:pt x="152590" y="0"/>
                  </a:lnTo>
                  <a:lnTo>
                    <a:pt x="152590" y="24574"/>
                  </a:lnTo>
                  <a:lnTo>
                    <a:pt x="0" y="2457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4" name="Google Shape;1758;p49">
              <a:extLst>
                <a:ext uri="{FF2B5EF4-FFF2-40B4-BE49-F238E27FC236}">
                  <a16:creationId xmlns:a16="http://schemas.microsoft.com/office/drawing/2014/main" id="{D7102275-3485-4C7D-9120-CACAC03ADAD5}"/>
                </a:ext>
              </a:extLst>
            </p:cNvPr>
            <p:cNvSpPr/>
            <p:nvPr/>
          </p:nvSpPr>
          <p:spPr>
            <a:xfrm>
              <a:off x="4830672" y="3525295"/>
              <a:ext cx="121158" cy="24574"/>
            </a:xfrm>
            <a:custGeom>
              <a:avLst/>
              <a:gdLst/>
              <a:ahLst/>
              <a:cxnLst/>
              <a:rect l="l" t="t" r="r" b="b"/>
              <a:pathLst>
                <a:path w="121158" h="24574" extrusionOk="0">
                  <a:moveTo>
                    <a:pt x="0" y="0"/>
                  </a:moveTo>
                  <a:lnTo>
                    <a:pt x="121158" y="0"/>
                  </a:lnTo>
                  <a:lnTo>
                    <a:pt x="121158" y="24574"/>
                  </a:lnTo>
                  <a:lnTo>
                    <a:pt x="0" y="2457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5" name="Google Shape;1759;p49">
              <a:extLst>
                <a:ext uri="{FF2B5EF4-FFF2-40B4-BE49-F238E27FC236}">
                  <a16:creationId xmlns:a16="http://schemas.microsoft.com/office/drawing/2014/main" id="{F01B682F-2A77-4658-989A-6BD2CBC67731}"/>
                </a:ext>
              </a:extLst>
            </p:cNvPr>
            <p:cNvSpPr/>
            <p:nvPr/>
          </p:nvSpPr>
          <p:spPr>
            <a:xfrm>
              <a:off x="4543683" y="3582159"/>
              <a:ext cx="408241" cy="24574"/>
            </a:xfrm>
            <a:custGeom>
              <a:avLst/>
              <a:gdLst/>
              <a:ahLst/>
              <a:cxnLst/>
              <a:rect l="l" t="t" r="r" b="b"/>
              <a:pathLst>
                <a:path w="408241" h="24574" extrusionOk="0">
                  <a:moveTo>
                    <a:pt x="0" y="0"/>
                  </a:moveTo>
                  <a:lnTo>
                    <a:pt x="408241" y="0"/>
                  </a:lnTo>
                  <a:lnTo>
                    <a:pt x="408241" y="24574"/>
                  </a:lnTo>
                  <a:lnTo>
                    <a:pt x="0" y="2457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6" name="Google Shape;1760;p49">
              <a:extLst>
                <a:ext uri="{FF2B5EF4-FFF2-40B4-BE49-F238E27FC236}">
                  <a16:creationId xmlns:a16="http://schemas.microsoft.com/office/drawing/2014/main" id="{6A898595-8A08-4104-B694-815A784BFFBA}"/>
                </a:ext>
              </a:extLst>
            </p:cNvPr>
            <p:cNvSpPr/>
            <p:nvPr/>
          </p:nvSpPr>
          <p:spPr>
            <a:xfrm>
              <a:off x="4445862" y="3582159"/>
              <a:ext cx="74961" cy="24574"/>
            </a:xfrm>
            <a:custGeom>
              <a:avLst/>
              <a:gdLst/>
              <a:ahLst/>
              <a:cxnLst/>
              <a:rect l="l" t="t" r="r" b="b"/>
              <a:pathLst>
                <a:path w="74961" h="24574" extrusionOk="0">
                  <a:moveTo>
                    <a:pt x="0" y="0"/>
                  </a:moveTo>
                  <a:lnTo>
                    <a:pt x="74962" y="0"/>
                  </a:lnTo>
                  <a:lnTo>
                    <a:pt x="74962" y="24574"/>
                  </a:lnTo>
                  <a:lnTo>
                    <a:pt x="0" y="2457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7" name="Google Shape;1761;p49">
              <a:extLst>
                <a:ext uri="{FF2B5EF4-FFF2-40B4-BE49-F238E27FC236}">
                  <a16:creationId xmlns:a16="http://schemas.microsoft.com/office/drawing/2014/main" id="{02A194D9-687E-41B4-97A2-6BE92AAFFBD8}"/>
                </a:ext>
              </a:extLst>
            </p:cNvPr>
            <p:cNvSpPr/>
            <p:nvPr/>
          </p:nvSpPr>
          <p:spPr>
            <a:xfrm>
              <a:off x="4670842" y="3638928"/>
              <a:ext cx="193071" cy="24574"/>
            </a:xfrm>
            <a:custGeom>
              <a:avLst/>
              <a:gdLst/>
              <a:ahLst/>
              <a:cxnLst/>
              <a:rect l="l" t="t" r="r" b="b"/>
              <a:pathLst>
                <a:path w="193071" h="24574" extrusionOk="0">
                  <a:moveTo>
                    <a:pt x="0" y="0"/>
                  </a:moveTo>
                  <a:lnTo>
                    <a:pt x="193072" y="0"/>
                  </a:lnTo>
                  <a:lnTo>
                    <a:pt x="193072" y="24574"/>
                  </a:lnTo>
                  <a:lnTo>
                    <a:pt x="0" y="2457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8" name="Google Shape;1762;p49">
              <a:extLst>
                <a:ext uri="{FF2B5EF4-FFF2-40B4-BE49-F238E27FC236}">
                  <a16:creationId xmlns:a16="http://schemas.microsoft.com/office/drawing/2014/main" id="{018888E3-93E7-4768-849E-5F6FD0D6515C}"/>
                </a:ext>
              </a:extLst>
            </p:cNvPr>
            <p:cNvSpPr/>
            <p:nvPr/>
          </p:nvSpPr>
          <p:spPr>
            <a:xfrm>
              <a:off x="4882202" y="3638928"/>
              <a:ext cx="69627" cy="24574"/>
            </a:xfrm>
            <a:custGeom>
              <a:avLst/>
              <a:gdLst/>
              <a:ahLst/>
              <a:cxnLst/>
              <a:rect l="l" t="t" r="r" b="b"/>
              <a:pathLst>
                <a:path w="69627" h="24574" extrusionOk="0">
                  <a:moveTo>
                    <a:pt x="0" y="0"/>
                  </a:moveTo>
                  <a:lnTo>
                    <a:pt x="69628" y="0"/>
                  </a:lnTo>
                  <a:lnTo>
                    <a:pt x="69628" y="24574"/>
                  </a:lnTo>
                  <a:lnTo>
                    <a:pt x="0" y="2457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9" name="Google Shape;1763;p49">
              <a:extLst>
                <a:ext uri="{FF2B5EF4-FFF2-40B4-BE49-F238E27FC236}">
                  <a16:creationId xmlns:a16="http://schemas.microsoft.com/office/drawing/2014/main" id="{DE5365D8-5E98-4993-9872-C98F80CADF00}"/>
                </a:ext>
              </a:extLst>
            </p:cNvPr>
            <p:cNvSpPr/>
            <p:nvPr/>
          </p:nvSpPr>
          <p:spPr>
            <a:xfrm>
              <a:off x="4445862" y="3638928"/>
              <a:ext cx="207454" cy="24574"/>
            </a:xfrm>
            <a:custGeom>
              <a:avLst/>
              <a:gdLst/>
              <a:ahLst/>
              <a:cxnLst/>
              <a:rect l="l" t="t" r="r" b="b"/>
              <a:pathLst>
                <a:path w="207454" h="24574" extrusionOk="0">
                  <a:moveTo>
                    <a:pt x="0" y="0"/>
                  </a:moveTo>
                  <a:lnTo>
                    <a:pt x="207455" y="0"/>
                  </a:lnTo>
                  <a:lnTo>
                    <a:pt x="207455" y="24574"/>
                  </a:lnTo>
                  <a:lnTo>
                    <a:pt x="0" y="2457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0" name="Google Shape;1764;p49">
              <a:extLst>
                <a:ext uri="{FF2B5EF4-FFF2-40B4-BE49-F238E27FC236}">
                  <a16:creationId xmlns:a16="http://schemas.microsoft.com/office/drawing/2014/main" id="{16940E1F-56F0-4A35-822F-6CBD2F97413F}"/>
                </a:ext>
              </a:extLst>
            </p:cNvPr>
            <p:cNvSpPr/>
            <p:nvPr/>
          </p:nvSpPr>
          <p:spPr>
            <a:xfrm>
              <a:off x="4591308" y="3695697"/>
              <a:ext cx="168116" cy="24574"/>
            </a:xfrm>
            <a:custGeom>
              <a:avLst/>
              <a:gdLst/>
              <a:ahLst/>
              <a:cxnLst/>
              <a:rect l="l" t="t" r="r" b="b"/>
              <a:pathLst>
                <a:path w="168116" h="24574" extrusionOk="0">
                  <a:moveTo>
                    <a:pt x="0" y="0"/>
                  </a:moveTo>
                  <a:lnTo>
                    <a:pt x="168116" y="0"/>
                  </a:lnTo>
                  <a:lnTo>
                    <a:pt x="168116" y="24574"/>
                  </a:lnTo>
                  <a:lnTo>
                    <a:pt x="0" y="2457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1" name="Google Shape;1765;p49">
              <a:extLst>
                <a:ext uri="{FF2B5EF4-FFF2-40B4-BE49-F238E27FC236}">
                  <a16:creationId xmlns:a16="http://schemas.microsoft.com/office/drawing/2014/main" id="{2606A193-B73D-464F-8B89-2C8CD96B90D0}"/>
                </a:ext>
              </a:extLst>
            </p:cNvPr>
            <p:cNvSpPr/>
            <p:nvPr/>
          </p:nvSpPr>
          <p:spPr>
            <a:xfrm>
              <a:off x="4445862" y="3695697"/>
              <a:ext cx="126492" cy="24574"/>
            </a:xfrm>
            <a:custGeom>
              <a:avLst/>
              <a:gdLst/>
              <a:ahLst/>
              <a:cxnLst/>
              <a:rect l="l" t="t" r="r" b="b"/>
              <a:pathLst>
                <a:path w="126492" h="24574" extrusionOk="0">
                  <a:moveTo>
                    <a:pt x="0" y="0"/>
                  </a:moveTo>
                  <a:lnTo>
                    <a:pt x="126492" y="0"/>
                  </a:lnTo>
                  <a:lnTo>
                    <a:pt x="126492" y="24574"/>
                  </a:lnTo>
                  <a:lnTo>
                    <a:pt x="0" y="2457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2" name="Google Shape;1766;p49">
              <a:extLst>
                <a:ext uri="{FF2B5EF4-FFF2-40B4-BE49-F238E27FC236}">
                  <a16:creationId xmlns:a16="http://schemas.microsoft.com/office/drawing/2014/main" id="{ABD60A5E-F8D8-4EB3-B5E2-01F0C3E6B2DB}"/>
                </a:ext>
              </a:extLst>
            </p:cNvPr>
            <p:cNvSpPr/>
            <p:nvPr/>
          </p:nvSpPr>
          <p:spPr>
            <a:xfrm>
              <a:off x="4748471" y="3787994"/>
              <a:ext cx="202977" cy="54673"/>
            </a:xfrm>
            <a:custGeom>
              <a:avLst/>
              <a:gdLst/>
              <a:ahLst/>
              <a:cxnLst/>
              <a:rect l="l" t="t" r="r" b="b"/>
              <a:pathLst>
                <a:path w="202977" h="54673" extrusionOk="0">
                  <a:moveTo>
                    <a:pt x="27337" y="54674"/>
                  </a:moveTo>
                  <a:lnTo>
                    <a:pt x="175641" y="54674"/>
                  </a:lnTo>
                  <a:cubicBezTo>
                    <a:pt x="190690" y="54674"/>
                    <a:pt x="202978" y="42386"/>
                    <a:pt x="202978" y="27337"/>
                  </a:cubicBezTo>
                  <a:lnTo>
                    <a:pt x="202978" y="27337"/>
                  </a:lnTo>
                  <a:cubicBezTo>
                    <a:pt x="202978" y="12287"/>
                    <a:pt x="190690" y="0"/>
                    <a:pt x="175641" y="0"/>
                  </a:cubicBezTo>
                  <a:lnTo>
                    <a:pt x="27337" y="0"/>
                  </a:lnTo>
                  <a:cubicBezTo>
                    <a:pt x="12287" y="0"/>
                    <a:pt x="0" y="12287"/>
                    <a:pt x="0" y="27337"/>
                  </a:cubicBezTo>
                  <a:lnTo>
                    <a:pt x="0" y="27337"/>
                  </a:lnTo>
                  <a:cubicBezTo>
                    <a:pt x="0" y="42386"/>
                    <a:pt x="12287" y="54674"/>
                    <a:pt x="27337" y="54674"/>
                  </a:cubicBezTo>
                  <a:close/>
                </a:path>
              </a:pathLst>
            </a:custGeom>
            <a:solidFill>
              <a:schemeClr val="accent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3" name="Google Shape;1767;p49">
              <a:extLst>
                <a:ext uri="{FF2B5EF4-FFF2-40B4-BE49-F238E27FC236}">
                  <a16:creationId xmlns:a16="http://schemas.microsoft.com/office/drawing/2014/main" id="{4BB7E858-8C2C-4935-94A9-2DE7F610AABC}"/>
                </a:ext>
              </a:extLst>
            </p:cNvPr>
            <p:cNvSpPr/>
            <p:nvPr/>
          </p:nvSpPr>
          <p:spPr>
            <a:xfrm>
              <a:off x="4796858" y="3809712"/>
              <a:ext cx="106203" cy="11239"/>
            </a:xfrm>
            <a:custGeom>
              <a:avLst/>
              <a:gdLst/>
              <a:ahLst/>
              <a:cxnLst/>
              <a:rect l="l" t="t" r="r" b="b"/>
              <a:pathLst>
                <a:path w="106203" h="11239" extrusionOk="0">
                  <a:moveTo>
                    <a:pt x="0" y="0"/>
                  </a:moveTo>
                  <a:lnTo>
                    <a:pt x="106204" y="0"/>
                  </a:lnTo>
                  <a:lnTo>
                    <a:pt x="106204" y="11239"/>
                  </a:lnTo>
                  <a:lnTo>
                    <a:pt x="0" y="11239"/>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4" name="Google Shape;1768;p49">
              <a:extLst>
                <a:ext uri="{FF2B5EF4-FFF2-40B4-BE49-F238E27FC236}">
                  <a16:creationId xmlns:a16="http://schemas.microsoft.com/office/drawing/2014/main" id="{6F9DCAE8-CF88-48D0-B9D3-C712E0DD0FC4}"/>
                </a:ext>
              </a:extLst>
            </p:cNvPr>
            <p:cNvSpPr/>
            <p:nvPr/>
          </p:nvSpPr>
          <p:spPr>
            <a:xfrm>
              <a:off x="4116392" y="3787994"/>
              <a:ext cx="202977" cy="54673"/>
            </a:xfrm>
            <a:custGeom>
              <a:avLst/>
              <a:gdLst/>
              <a:ahLst/>
              <a:cxnLst/>
              <a:rect l="l" t="t" r="r" b="b"/>
              <a:pathLst>
                <a:path w="202977" h="54673" extrusionOk="0">
                  <a:moveTo>
                    <a:pt x="27337" y="54674"/>
                  </a:moveTo>
                  <a:lnTo>
                    <a:pt x="175641" y="54674"/>
                  </a:lnTo>
                  <a:cubicBezTo>
                    <a:pt x="190690" y="54674"/>
                    <a:pt x="202978" y="42386"/>
                    <a:pt x="202978" y="27337"/>
                  </a:cubicBezTo>
                  <a:lnTo>
                    <a:pt x="202978" y="27337"/>
                  </a:lnTo>
                  <a:cubicBezTo>
                    <a:pt x="202978" y="12287"/>
                    <a:pt x="190690" y="0"/>
                    <a:pt x="175641" y="0"/>
                  </a:cubicBezTo>
                  <a:lnTo>
                    <a:pt x="27337" y="0"/>
                  </a:lnTo>
                  <a:cubicBezTo>
                    <a:pt x="12287" y="0"/>
                    <a:pt x="0" y="12287"/>
                    <a:pt x="0" y="27337"/>
                  </a:cubicBezTo>
                  <a:lnTo>
                    <a:pt x="0" y="27337"/>
                  </a:lnTo>
                  <a:cubicBezTo>
                    <a:pt x="0" y="42386"/>
                    <a:pt x="12287" y="54674"/>
                    <a:pt x="27337" y="54674"/>
                  </a:cubicBezTo>
                  <a:close/>
                </a:path>
              </a:pathLst>
            </a:custGeom>
            <a:solidFill>
              <a:schemeClr val="accent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5" name="Google Shape;1769;p49">
              <a:extLst>
                <a:ext uri="{FF2B5EF4-FFF2-40B4-BE49-F238E27FC236}">
                  <a16:creationId xmlns:a16="http://schemas.microsoft.com/office/drawing/2014/main" id="{99DE2A3F-EEB9-48CE-9897-75BA037B1E36}"/>
                </a:ext>
              </a:extLst>
            </p:cNvPr>
            <p:cNvSpPr/>
            <p:nvPr/>
          </p:nvSpPr>
          <p:spPr>
            <a:xfrm>
              <a:off x="4164779" y="3809712"/>
              <a:ext cx="106203" cy="11239"/>
            </a:xfrm>
            <a:custGeom>
              <a:avLst/>
              <a:gdLst/>
              <a:ahLst/>
              <a:cxnLst/>
              <a:rect l="l" t="t" r="r" b="b"/>
              <a:pathLst>
                <a:path w="106203" h="11239" extrusionOk="0">
                  <a:moveTo>
                    <a:pt x="0" y="0"/>
                  </a:moveTo>
                  <a:lnTo>
                    <a:pt x="106204" y="0"/>
                  </a:lnTo>
                  <a:lnTo>
                    <a:pt x="106204" y="11239"/>
                  </a:lnTo>
                  <a:lnTo>
                    <a:pt x="0" y="11239"/>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6" name="Google Shape;1770;p49">
              <a:extLst>
                <a:ext uri="{FF2B5EF4-FFF2-40B4-BE49-F238E27FC236}">
                  <a16:creationId xmlns:a16="http://schemas.microsoft.com/office/drawing/2014/main" id="{91FBB549-3F0E-4AD5-BC88-9DA96BDDD21E}"/>
                </a:ext>
              </a:extLst>
            </p:cNvPr>
            <p:cNvSpPr/>
            <p:nvPr/>
          </p:nvSpPr>
          <p:spPr>
            <a:xfrm>
              <a:off x="4272602" y="2025869"/>
              <a:ext cx="219455" cy="31241"/>
            </a:xfrm>
            <a:custGeom>
              <a:avLst/>
              <a:gdLst/>
              <a:ahLst/>
              <a:cxnLst/>
              <a:rect l="l" t="t" r="r" b="b"/>
              <a:pathLst>
                <a:path w="219455" h="31241" extrusionOk="0">
                  <a:moveTo>
                    <a:pt x="203835" y="31242"/>
                  </a:moveTo>
                  <a:lnTo>
                    <a:pt x="15621" y="31242"/>
                  </a:lnTo>
                  <a:cubicBezTo>
                    <a:pt x="7049" y="31242"/>
                    <a:pt x="0" y="24194"/>
                    <a:pt x="0" y="15621"/>
                  </a:cubicBezTo>
                  <a:lnTo>
                    <a:pt x="0" y="15621"/>
                  </a:lnTo>
                  <a:cubicBezTo>
                    <a:pt x="0" y="7049"/>
                    <a:pt x="7049" y="0"/>
                    <a:pt x="15621" y="0"/>
                  </a:cubicBezTo>
                  <a:lnTo>
                    <a:pt x="203835" y="0"/>
                  </a:lnTo>
                  <a:cubicBezTo>
                    <a:pt x="212408" y="0"/>
                    <a:pt x="219456" y="7049"/>
                    <a:pt x="219456" y="15621"/>
                  </a:cubicBezTo>
                  <a:lnTo>
                    <a:pt x="219456" y="15621"/>
                  </a:lnTo>
                  <a:cubicBezTo>
                    <a:pt x="219456" y="24194"/>
                    <a:pt x="212408" y="31242"/>
                    <a:pt x="203835" y="31242"/>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7" name="Google Shape;1771;p49">
              <a:extLst>
                <a:ext uri="{FF2B5EF4-FFF2-40B4-BE49-F238E27FC236}">
                  <a16:creationId xmlns:a16="http://schemas.microsoft.com/office/drawing/2014/main" id="{9ECF38A0-D4E3-49CE-99EA-D3A724528AEC}"/>
                </a:ext>
              </a:extLst>
            </p:cNvPr>
            <p:cNvSpPr/>
            <p:nvPr/>
          </p:nvSpPr>
          <p:spPr>
            <a:xfrm>
              <a:off x="4538349" y="2025869"/>
              <a:ext cx="73533" cy="31241"/>
            </a:xfrm>
            <a:custGeom>
              <a:avLst/>
              <a:gdLst/>
              <a:ahLst/>
              <a:cxnLst/>
              <a:rect l="l" t="t" r="r" b="b"/>
              <a:pathLst>
                <a:path w="73533" h="31241" extrusionOk="0">
                  <a:moveTo>
                    <a:pt x="57912" y="31242"/>
                  </a:moveTo>
                  <a:lnTo>
                    <a:pt x="15621" y="31242"/>
                  </a:lnTo>
                  <a:cubicBezTo>
                    <a:pt x="7049" y="31242"/>
                    <a:pt x="0" y="24194"/>
                    <a:pt x="0" y="15621"/>
                  </a:cubicBezTo>
                  <a:lnTo>
                    <a:pt x="0" y="15621"/>
                  </a:lnTo>
                  <a:cubicBezTo>
                    <a:pt x="0" y="7049"/>
                    <a:pt x="7049" y="0"/>
                    <a:pt x="15621" y="0"/>
                  </a:cubicBezTo>
                  <a:lnTo>
                    <a:pt x="57912" y="0"/>
                  </a:lnTo>
                  <a:cubicBezTo>
                    <a:pt x="66484" y="0"/>
                    <a:pt x="73533" y="7049"/>
                    <a:pt x="73533" y="15621"/>
                  </a:cubicBezTo>
                  <a:lnTo>
                    <a:pt x="73533" y="15621"/>
                  </a:lnTo>
                  <a:cubicBezTo>
                    <a:pt x="73533" y="24194"/>
                    <a:pt x="66484" y="31242"/>
                    <a:pt x="57912" y="31242"/>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8" name="Google Shape;1772;p49">
              <a:extLst>
                <a:ext uri="{FF2B5EF4-FFF2-40B4-BE49-F238E27FC236}">
                  <a16:creationId xmlns:a16="http://schemas.microsoft.com/office/drawing/2014/main" id="{F8C357EB-50F1-4549-AEF9-BE4291766418}"/>
                </a:ext>
              </a:extLst>
            </p:cNvPr>
            <p:cNvSpPr/>
            <p:nvPr/>
          </p:nvSpPr>
          <p:spPr>
            <a:xfrm>
              <a:off x="4723610" y="2159410"/>
              <a:ext cx="86487" cy="86486"/>
            </a:xfrm>
            <a:custGeom>
              <a:avLst/>
              <a:gdLst/>
              <a:ahLst/>
              <a:cxnLst/>
              <a:rect l="l" t="t" r="r" b="b"/>
              <a:pathLst>
                <a:path w="86487" h="86486" extrusionOk="0">
                  <a:moveTo>
                    <a:pt x="86487" y="43243"/>
                  </a:moveTo>
                  <a:cubicBezTo>
                    <a:pt x="86487" y="67151"/>
                    <a:pt x="67151" y="86487"/>
                    <a:pt x="43244" y="86487"/>
                  </a:cubicBezTo>
                  <a:cubicBezTo>
                    <a:pt x="19336" y="86487"/>
                    <a:pt x="0" y="67151"/>
                    <a:pt x="0" y="43243"/>
                  </a:cubicBezTo>
                  <a:cubicBezTo>
                    <a:pt x="0" y="19336"/>
                    <a:pt x="19336" y="0"/>
                    <a:pt x="43244" y="0"/>
                  </a:cubicBezTo>
                  <a:cubicBezTo>
                    <a:pt x="67151" y="0"/>
                    <a:pt x="86487" y="19336"/>
                    <a:pt x="86487" y="43243"/>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9" name="Google Shape;1773;p49">
              <a:extLst>
                <a:ext uri="{FF2B5EF4-FFF2-40B4-BE49-F238E27FC236}">
                  <a16:creationId xmlns:a16="http://schemas.microsoft.com/office/drawing/2014/main" id="{541C5E95-F06A-443D-9EA2-2151C85487F1}"/>
                </a:ext>
              </a:extLst>
            </p:cNvPr>
            <p:cNvSpPr/>
            <p:nvPr/>
          </p:nvSpPr>
          <p:spPr>
            <a:xfrm>
              <a:off x="4842578" y="2159410"/>
              <a:ext cx="86486" cy="86486"/>
            </a:xfrm>
            <a:custGeom>
              <a:avLst/>
              <a:gdLst/>
              <a:ahLst/>
              <a:cxnLst/>
              <a:rect l="l" t="t" r="r" b="b"/>
              <a:pathLst>
                <a:path w="86486" h="86486" extrusionOk="0">
                  <a:moveTo>
                    <a:pt x="86487" y="43243"/>
                  </a:moveTo>
                  <a:cubicBezTo>
                    <a:pt x="86487" y="67151"/>
                    <a:pt x="67151" y="86487"/>
                    <a:pt x="43243" y="86487"/>
                  </a:cubicBezTo>
                  <a:cubicBezTo>
                    <a:pt x="19336" y="86487"/>
                    <a:pt x="0" y="67151"/>
                    <a:pt x="0" y="43243"/>
                  </a:cubicBezTo>
                  <a:cubicBezTo>
                    <a:pt x="0" y="19336"/>
                    <a:pt x="19336" y="0"/>
                    <a:pt x="43243" y="0"/>
                  </a:cubicBezTo>
                  <a:cubicBezTo>
                    <a:pt x="67151" y="0"/>
                    <a:pt x="86487" y="19336"/>
                    <a:pt x="86487" y="43243"/>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0" name="Google Shape;1774;p49">
              <a:extLst>
                <a:ext uri="{FF2B5EF4-FFF2-40B4-BE49-F238E27FC236}">
                  <a16:creationId xmlns:a16="http://schemas.microsoft.com/office/drawing/2014/main" id="{731C051C-B4E3-4B9B-B0A9-433F1F20CC60}"/>
                </a:ext>
              </a:extLst>
            </p:cNvPr>
            <p:cNvSpPr/>
            <p:nvPr/>
          </p:nvSpPr>
          <p:spPr>
            <a:xfrm>
              <a:off x="4961450" y="2159410"/>
              <a:ext cx="86487" cy="86486"/>
            </a:xfrm>
            <a:custGeom>
              <a:avLst/>
              <a:gdLst/>
              <a:ahLst/>
              <a:cxnLst/>
              <a:rect l="l" t="t" r="r" b="b"/>
              <a:pathLst>
                <a:path w="86487" h="86486" extrusionOk="0">
                  <a:moveTo>
                    <a:pt x="86487" y="43243"/>
                  </a:moveTo>
                  <a:cubicBezTo>
                    <a:pt x="86487" y="67151"/>
                    <a:pt x="67151" y="86487"/>
                    <a:pt x="43244" y="86487"/>
                  </a:cubicBezTo>
                  <a:cubicBezTo>
                    <a:pt x="19336" y="86487"/>
                    <a:pt x="0" y="67151"/>
                    <a:pt x="0" y="43243"/>
                  </a:cubicBezTo>
                  <a:cubicBezTo>
                    <a:pt x="0" y="19336"/>
                    <a:pt x="19336" y="0"/>
                    <a:pt x="43244" y="0"/>
                  </a:cubicBezTo>
                  <a:cubicBezTo>
                    <a:pt x="67151" y="0"/>
                    <a:pt x="86487" y="19336"/>
                    <a:pt x="86487" y="43243"/>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1" name="Google Shape;1775;p49">
              <a:extLst>
                <a:ext uri="{FF2B5EF4-FFF2-40B4-BE49-F238E27FC236}">
                  <a16:creationId xmlns:a16="http://schemas.microsoft.com/office/drawing/2014/main" id="{317F4680-8DDD-4058-A5DA-FA1F315555F8}"/>
                </a:ext>
              </a:extLst>
            </p:cNvPr>
            <p:cNvSpPr/>
            <p:nvPr/>
          </p:nvSpPr>
          <p:spPr>
            <a:xfrm>
              <a:off x="3732820" y="2426872"/>
              <a:ext cx="1416081" cy="268033"/>
            </a:xfrm>
            <a:custGeom>
              <a:avLst/>
              <a:gdLst/>
              <a:ahLst/>
              <a:cxnLst/>
              <a:rect l="l" t="t" r="r" b="b"/>
              <a:pathLst>
                <a:path w="1416081" h="268033" extrusionOk="0">
                  <a:moveTo>
                    <a:pt x="0" y="0"/>
                  </a:moveTo>
                  <a:lnTo>
                    <a:pt x="1416082" y="0"/>
                  </a:lnTo>
                  <a:lnTo>
                    <a:pt x="1416082" y="268034"/>
                  </a:lnTo>
                  <a:lnTo>
                    <a:pt x="0" y="26803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2" name="Google Shape;1776;p49">
              <a:extLst>
                <a:ext uri="{FF2B5EF4-FFF2-40B4-BE49-F238E27FC236}">
                  <a16:creationId xmlns:a16="http://schemas.microsoft.com/office/drawing/2014/main" id="{C41450AB-ED9F-4ACD-B845-90A299152F2F}"/>
                </a:ext>
              </a:extLst>
            </p:cNvPr>
            <p:cNvSpPr/>
            <p:nvPr/>
          </p:nvSpPr>
          <p:spPr>
            <a:xfrm>
              <a:off x="3787303" y="2381819"/>
              <a:ext cx="232219" cy="232219"/>
            </a:xfrm>
            <a:custGeom>
              <a:avLst/>
              <a:gdLst/>
              <a:ahLst/>
              <a:cxnLst/>
              <a:rect l="l" t="t" r="r" b="b"/>
              <a:pathLst>
                <a:path w="232219" h="232219" extrusionOk="0">
                  <a:moveTo>
                    <a:pt x="185547" y="0"/>
                  </a:moveTo>
                  <a:cubicBezTo>
                    <a:pt x="211323" y="0"/>
                    <a:pt x="232219" y="20896"/>
                    <a:pt x="232219" y="46673"/>
                  </a:cubicBezTo>
                  <a:lnTo>
                    <a:pt x="232219" y="185547"/>
                  </a:lnTo>
                  <a:cubicBezTo>
                    <a:pt x="232219" y="211324"/>
                    <a:pt x="211323" y="232219"/>
                    <a:pt x="185547" y="232219"/>
                  </a:cubicBezTo>
                  <a:lnTo>
                    <a:pt x="46672" y="232219"/>
                  </a:lnTo>
                  <a:cubicBezTo>
                    <a:pt x="20896" y="232219"/>
                    <a:pt x="0" y="211323"/>
                    <a:pt x="0" y="185547"/>
                  </a:cubicBezTo>
                  <a:lnTo>
                    <a:pt x="0" y="46673"/>
                  </a:lnTo>
                  <a:cubicBezTo>
                    <a:pt x="0" y="20896"/>
                    <a:pt x="20896" y="0"/>
                    <a:pt x="46672" y="0"/>
                  </a:cubicBezTo>
                  <a:close/>
                </a:path>
              </a:pathLst>
            </a:custGeom>
            <a:solidFill>
              <a:schemeClr val="accent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53" name="Google Shape;1777;p49">
              <a:extLst>
                <a:ext uri="{FF2B5EF4-FFF2-40B4-BE49-F238E27FC236}">
                  <a16:creationId xmlns:a16="http://schemas.microsoft.com/office/drawing/2014/main" id="{E5B3E49B-7EE8-4DF8-8BB8-54D96E9C24C7}"/>
                </a:ext>
              </a:extLst>
            </p:cNvPr>
            <p:cNvGrpSpPr/>
            <p:nvPr/>
          </p:nvGrpSpPr>
          <p:grpSpPr>
            <a:xfrm>
              <a:off x="3889602" y="2786441"/>
              <a:ext cx="1128902" cy="610171"/>
              <a:chOff x="4511802" y="3739991"/>
              <a:chExt cx="1128902" cy="610171"/>
            </a:xfrm>
          </p:grpSpPr>
          <p:sp>
            <p:nvSpPr>
              <p:cNvPr id="57" name="Google Shape;1778;p49">
                <a:extLst>
                  <a:ext uri="{FF2B5EF4-FFF2-40B4-BE49-F238E27FC236}">
                    <a16:creationId xmlns:a16="http://schemas.microsoft.com/office/drawing/2014/main" id="{E4306F71-6EF3-4E6C-8A6D-346CE6F84AB1}"/>
                  </a:ext>
                </a:extLst>
              </p:cNvPr>
              <p:cNvSpPr/>
              <p:nvPr/>
            </p:nvSpPr>
            <p:spPr>
              <a:xfrm>
                <a:off x="4511802" y="3739991"/>
                <a:ext cx="1128902" cy="610171"/>
              </a:xfrm>
              <a:custGeom>
                <a:avLst/>
                <a:gdLst/>
                <a:ahLst/>
                <a:cxnLst/>
                <a:rect l="l" t="t" r="r" b="b"/>
                <a:pathLst>
                  <a:path w="1128902" h="610171" extrusionOk="0">
                    <a:moveTo>
                      <a:pt x="1060323" y="0"/>
                    </a:moveTo>
                    <a:cubicBezTo>
                      <a:pt x="1098199" y="0"/>
                      <a:pt x="1128903" y="30704"/>
                      <a:pt x="1128903" y="68580"/>
                    </a:cubicBezTo>
                    <a:lnTo>
                      <a:pt x="1128903" y="541592"/>
                    </a:lnTo>
                    <a:cubicBezTo>
                      <a:pt x="1128903" y="579467"/>
                      <a:pt x="1098199" y="610172"/>
                      <a:pt x="1060323" y="610172"/>
                    </a:cubicBezTo>
                    <a:lnTo>
                      <a:pt x="68580" y="610172"/>
                    </a:lnTo>
                    <a:cubicBezTo>
                      <a:pt x="30704" y="610172"/>
                      <a:pt x="0" y="579468"/>
                      <a:pt x="0" y="541592"/>
                    </a:cubicBezTo>
                    <a:lnTo>
                      <a:pt x="0" y="68580"/>
                    </a:lnTo>
                    <a:cubicBezTo>
                      <a:pt x="0" y="30704"/>
                      <a:pt x="30704" y="0"/>
                      <a:pt x="68580" y="0"/>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58" name="Google Shape;1779;p49">
                <a:extLst>
                  <a:ext uri="{FF2B5EF4-FFF2-40B4-BE49-F238E27FC236}">
                    <a16:creationId xmlns:a16="http://schemas.microsoft.com/office/drawing/2014/main" id="{41632128-BED7-4740-B293-51BBADF03AB3}"/>
                  </a:ext>
                </a:extLst>
              </p:cNvPr>
              <p:cNvGrpSpPr/>
              <p:nvPr/>
            </p:nvGrpSpPr>
            <p:grpSpPr>
              <a:xfrm>
                <a:off x="4838223" y="4249674"/>
                <a:ext cx="476060" cy="50673"/>
                <a:chOff x="4838223" y="4249674"/>
                <a:chExt cx="476060" cy="50673"/>
              </a:xfrm>
            </p:grpSpPr>
            <p:sp>
              <p:nvSpPr>
                <p:cNvPr id="59" name="Google Shape;1780;p49">
                  <a:extLst>
                    <a:ext uri="{FF2B5EF4-FFF2-40B4-BE49-F238E27FC236}">
                      <a16:creationId xmlns:a16="http://schemas.microsoft.com/office/drawing/2014/main" id="{470796C5-8B71-43DE-83D0-E64711FF5389}"/>
                    </a:ext>
                  </a:extLst>
                </p:cNvPr>
                <p:cNvSpPr/>
                <p:nvPr/>
              </p:nvSpPr>
              <p:spPr>
                <a:xfrm>
                  <a:off x="4838223" y="4249674"/>
                  <a:ext cx="50672" cy="50673"/>
                </a:xfrm>
                <a:custGeom>
                  <a:avLst/>
                  <a:gdLst/>
                  <a:ahLst/>
                  <a:cxnLst/>
                  <a:rect l="l" t="t" r="r" b="b"/>
                  <a:pathLst>
                    <a:path w="50672" h="50673" extrusionOk="0">
                      <a:moveTo>
                        <a:pt x="50673" y="25337"/>
                      </a:moveTo>
                      <a:cubicBezTo>
                        <a:pt x="50673" y="39330"/>
                        <a:pt x="39330" y="50673"/>
                        <a:pt x="25337" y="50673"/>
                      </a:cubicBezTo>
                      <a:cubicBezTo>
                        <a:pt x="11344" y="50673"/>
                        <a:pt x="0" y="39330"/>
                        <a:pt x="0" y="25337"/>
                      </a:cubicBezTo>
                      <a:cubicBezTo>
                        <a:pt x="0" y="11344"/>
                        <a:pt x="11343" y="0"/>
                        <a:pt x="25337" y="0"/>
                      </a:cubicBezTo>
                      <a:cubicBezTo>
                        <a:pt x="39329" y="0"/>
                        <a:pt x="50673" y="11344"/>
                        <a:pt x="50673" y="2533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0" name="Google Shape;1781;p49">
                  <a:extLst>
                    <a:ext uri="{FF2B5EF4-FFF2-40B4-BE49-F238E27FC236}">
                      <a16:creationId xmlns:a16="http://schemas.microsoft.com/office/drawing/2014/main" id="{AC1DD1C3-0B28-448C-963D-74B075B6CE0D}"/>
                    </a:ext>
                  </a:extLst>
                </p:cNvPr>
                <p:cNvSpPr/>
                <p:nvPr/>
              </p:nvSpPr>
              <p:spPr>
                <a:xfrm>
                  <a:off x="4944618" y="4249674"/>
                  <a:ext cx="50672" cy="50673"/>
                </a:xfrm>
                <a:custGeom>
                  <a:avLst/>
                  <a:gdLst/>
                  <a:ahLst/>
                  <a:cxnLst/>
                  <a:rect l="l" t="t" r="r" b="b"/>
                  <a:pathLst>
                    <a:path w="50672" h="50673" extrusionOk="0">
                      <a:moveTo>
                        <a:pt x="50673" y="25337"/>
                      </a:moveTo>
                      <a:cubicBezTo>
                        <a:pt x="50673" y="39330"/>
                        <a:pt x="39330" y="50673"/>
                        <a:pt x="25336" y="50673"/>
                      </a:cubicBezTo>
                      <a:cubicBezTo>
                        <a:pt x="11344" y="50673"/>
                        <a:pt x="0" y="39330"/>
                        <a:pt x="0" y="25337"/>
                      </a:cubicBezTo>
                      <a:cubicBezTo>
                        <a:pt x="0" y="11344"/>
                        <a:pt x="11343" y="0"/>
                        <a:pt x="25336" y="0"/>
                      </a:cubicBezTo>
                      <a:cubicBezTo>
                        <a:pt x="39329" y="0"/>
                        <a:pt x="50673" y="11344"/>
                        <a:pt x="50673" y="2533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1" name="Google Shape;1782;p49">
                  <a:extLst>
                    <a:ext uri="{FF2B5EF4-FFF2-40B4-BE49-F238E27FC236}">
                      <a16:creationId xmlns:a16="http://schemas.microsoft.com/office/drawing/2014/main" id="{B90337B6-A6B4-4806-8955-A0D005485253}"/>
                    </a:ext>
                  </a:extLst>
                </p:cNvPr>
                <p:cNvSpPr/>
                <p:nvPr/>
              </p:nvSpPr>
              <p:spPr>
                <a:xfrm>
                  <a:off x="5050917" y="4249674"/>
                  <a:ext cx="50672" cy="50673"/>
                </a:xfrm>
                <a:custGeom>
                  <a:avLst/>
                  <a:gdLst/>
                  <a:ahLst/>
                  <a:cxnLst/>
                  <a:rect l="l" t="t" r="r" b="b"/>
                  <a:pathLst>
                    <a:path w="50672" h="50673" extrusionOk="0">
                      <a:moveTo>
                        <a:pt x="50673" y="25337"/>
                      </a:moveTo>
                      <a:cubicBezTo>
                        <a:pt x="50673" y="39330"/>
                        <a:pt x="39330" y="50673"/>
                        <a:pt x="25337" y="50673"/>
                      </a:cubicBezTo>
                      <a:cubicBezTo>
                        <a:pt x="11344" y="50673"/>
                        <a:pt x="0" y="39330"/>
                        <a:pt x="0" y="25337"/>
                      </a:cubicBezTo>
                      <a:cubicBezTo>
                        <a:pt x="0" y="11344"/>
                        <a:pt x="11343" y="0"/>
                        <a:pt x="25337" y="0"/>
                      </a:cubicBezTo>
                      <a:cubicBezTo>
                        <a:pt x="39329" y="0"/>
                        <a:pt x="50673" y="11344"/>
                        <a:pt x="50673" y="2533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2" name="Google Shape;1783;p49">
                  <a:extLst>
                    <a:ext uri="{FF2B5EF4-FFF2-40B4-BE49-F238E27FC236}">
                      <a16:creationId xmlns:a16="http://schemas.microsoft.com/office/drawing/2014/main" id="{4996D873-ED6C-4174-8AD1-9A556290F9D7}"/>
                    </a:ext>
                  </a:extLst>
                </p:cNvPr>
                <p:cNvSpPr/>
                <p:nvPr/>
              </p:nvSpPr>
              <p:spPr>
                <a:xfrm>
                  <a:off x="5157311" y="4249674"/>
                  <a:ext cx="50673" cy="50673"/>
                </a:xfrm>
                <a:custGeom>
                  <a:avLst/>
                  <a:gdLst/>
                  <a:ahLst/>
                  <a:cxnLst/>
                  <a:rect l="l" t="t" r="r" b="b"/>
                  <a:pathLst>
                    <a:path w="50673" h="50673" extrusionOk="0">
                      <a:moveTo>
                        <a:pt x="50673" y="25337"/>
                      </a:moveTo>
                      <a:cubicBezTo>
                        <a:pt x="50673" y="39338"/>
                        <a:pt x="39338" y="50673"/>
                        <a:pt x="25337" y="50673"/>
                      </a:cubicBezTo>
                      <a:cubicBezTo>
                        <a:pt x="11335" y="50673"/>
                        <a:pt x="0" y="39338"/>
                        <a:pt x="0" y="25337"/>
                      </a:cubicBezTo>
                      <a:cubicBezTo>
                        <a:pt x="0" y="11335"/>
                        <a:pt x="11335" y="0"/>
                        <a:pt x="25337" y="0"/>
                      </a:cubicBezTo>
                      <a:cubicBezTo>
                        <a:pt x="39338" y="0"/>
                        <a:pt x="50673" y="11335"/>
                        <a:pt x="50673" y="2533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3" name="Google Shape;1784;p49">
                  <a:extLst>
                    <a:ext uri="{FF2B5EF4-FFF2-40B4-BE49-F238E27FC236}">
                      <a16:creationId xmlns:a16="http://schemas.microsoft.com/office/drawing/2014/main" id="{80591C0D-D488-41B0-860F-7A86F0DBB07C}"/>
                    </a:ext>
                  </a:extLst>
                </p:cNvPr>
                <p:cNvSpPr/>
                <p:nvPr/>
              </p:nvSpPr>
              <p:spPr>
                <a:xfrm>
                  <a:off x="5263610" y="4249674"/>
                  <a:ext cx="50673" cy="50673"/>
                </a:xfrm>
                <a:custGeom>
                  <a:avLst/>
                  <a:gdLst/>
                  <a:ahLst/>
                  <a:cxnLst/>
                  <a:rect l="l" t="t" r="r" b="b"/>
                  <a:pathLst>
                    <a:path w="50673" h="50673" extrusionOk="0">
                      <a:moveTo>
                        <a:pt x="50673" y="25337"/>
                      </a:moveTo>
                      <a:cubicBezTo>
                        <a:pt x="50673" y="39338"/>
                        <a:pt x="39338" y="50673"/>
                        <a:pt x="25337" y="50673"/>
                      </a:cubicBezTo>
                      <a:cubicBezTo>
                        <a:pt x="11335" y="50673"/>
                        <a:pt x="0" y="39338"/>
                        <a:pt x="0" y="25337"/>
                      </a:cubicBezTo>
                      <a:cubicBezTo>
                        <a:pt x="0" y="11335"/>
                        <a:pt x="11335" y="0"/>
                        <a:pt x="25337" y="0"/>
                      </a:cubicBezTo>
                      <a:cubicBezTo>
                        <a:pt x="39338" y="0"/>
                        <a:pt x="50673" y="11335"/>
                        <a:pt x="50673" y="2533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54" name="Google Shape;1785;p49">
              <a:extLst>
                <a:ext uri="{FF2B5EF4-FFF2-40B4-BE49-F238E27FC236}">
                  <a16:creationId xmlns:a16="http://schemas.microsoft.com/office/drawing/2014/main" id="{3C19E197-CECE-4A5D-A015-AE855EFE8A53}"/>
                </a:ext>
              </a:extLst>
            </p:cNvPr>
            <p:cNvGrpSpPr/>
            <p:nvPr/>
          </p:nvGrpSpPr>
          <p:grpSpPr>
            <a:xfrm>
              <a:off x="3738654" y="3017809"/>
              <a:ext cx="1430798" cy="123051"/>
              <a:chOff x="4360854" y="3971359"/>
              <a:chExt cx="1430798" cy="123051"/>
            </a:xfrm>
          </p:grpSpPr>
          <p:sp>
            <p:nvSpPr>
              <p:cNvPr id="55" name="Google Shape;1786;p49">
                <a:extLst>
                  <a:ext uri="{FF2B5EF4-FFF2-40B4-BE49-F238E27FC236}">
                    <a16:creationId xmlns:a16="http://schemas.microsoft.com/office/drawing/2014/main" id="{31268611-85CD-47BB-918B-AB2143271EA6}"/>
                  </a:ext>
                </a:extLst>
              </p:cNvPr>
              <p:cNvSpPr/>
              <p:nvPr/>
            </p:nvSpPr>
            <p:spPr>
              <a:xfrm>
                <a:off x="4360854" y="3971359"/>
                <a:ext cx="66651" cy="123051"/>
              </a:xfrm>
              <a:custGeom>
                <a:avLst/>
                <a:gdLst/>
                <a:ahLst/>
                <a:cxnLst/>
                <a:rect l="l" t="t" r="r" b="b"/>
                <a:pathLst>
                  <a:path w="66651" h="123051" extrusionOk="0">
                    <a:moveTo>
                      <a:pt x="1500" y="65145"/>
                    </a:moveTo>
                    <a:lnTo>
                      <a:pt x="57888" y="121533"/>
                    </a:lnTo>
                    <a:cubicBezTo>
                      <a:pt x="61127" y="124772"/>
                      <a:pt x="66651" y="122485"/>
                      <a:pt x="66651" y="117914"/>
                    </a:cubicBezTo>
                    <a:lnTo>
                      <a:pt x="66651" y="5138"/>
                    </a:lnTo>
                    <a:cubicBezTo>
                      <a:pt x="66651" y="566"/>
                      <a:pt x="61127" y="-1720"/>
                      <a:pt x="57888" y="1518"/>
                    </a:cubicBezTo>
                    <a:lnTo>
                      <a:pt x="1500" y="57906"/>
                    </a:lnTo>
                    <a:cubicBezTo>
                      <a:pt x="-500" y="59906"/>
                      <a:pt x="-500" y="63145"/>
                      <a:pt x="1500" y="65240"/>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6" name="Google Shape;1787;p49">
                <a:extLst>
                  <a:ext uri="{FF2B5EF4-FFF2-40B4-BE49-F238E27FC236}">
                    <a16:creationId xmlns:a16="http://schemas.microsoft.com/office/drawing/2014/main" id="{378F5DA8-F670-42D0-B63C-4B6DCB99F82B}"/>
                  </a:ext>
                </a:extLst>
              </p:cNvPr>
              <p:cNvSpPr/>
              <p:nvPr/>
            </p:nvSpPr>
            <p:spPr>
              <a:xfrm>
                <a:off x="5725001" y="3971359"/>
                <a:ext cx="66651" cy="123051"/>
              </a:xfrm>
              <a:custGeom>
                <a:avLst/>
                <a:gdLst/>
                <a:ahLst/>
                <a:cxnLst/>
                <a:rect l="l" t="t" r="r" b="b"/>
                <a:pathLst>
                  <a:path w="66651" h="123051" extrusionOk="0">
                    <a:moveTo>
                      <a:pt x="65151" y="65145"/>
                    </a:moveTo>
                    <a:lnTo>
                      <a:pt x="8763" y="121533"/>
                    </a:lnTo>
                    <a:cubicBezTo>
                      <a:pt x="5525" y="124772"/>
                      <a:pt x="0" y="122485"/>
                      <a:pt x="0" y="117914"/>
                    </a:cubicBezTo>
                    <a:lnTo>
                      <a:pt x="0" y="5138"/>
                    </a:lnTo>
                    <a:cubicBezTo>
                      <a:pt x="0" y="566"/>
                      <a:pt x="5525" y="-1720"/>
                      <a:pt x="8763" y="1518"/>
                    </a:cubicBezTo>
                    <a:lnTo>
                      <a:pt x="65151" y="57906"/>
                    </a:lnTo>
                    <a:cubicBezTo>
                      <a:pt x="67151" y="59906"/>
                      <a:pt x="67151" y="63145"/>
                      <a:pt x="65151" y="65240"/>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spTree>
    <p:extLst>
      <p:ext uri="{BB962C8B-B14F-4D97-AF65-F5344CB8AC3E}">
        <p14:creationId xmlns:p14="http://schemas.microsoft.com/office/powerpoint/2010/main" val="252864519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Прямоугольник 8">
            <a:extLst>
              <a:ext uri="{FF2B5EF4-FFF2-40B4-BE49-F238E27FC236}">
                <a16:creationId xmlns:a16="http://schemas.microsoft.com/office/drawing/2014/main" id="{F595FD5B-2EDB-474D-9C7B-EFBF4E53A493}"/>
              </a:ext>
            </a:extLst>
          </p:cNvPr>
          <p:cNvSpPr/>
          <p:nvPr/>
        </p:nvSpPr>
        <p:spPr>
          <a:xfrm>
            <a:off x="1840375" y="3183038"/>
            <a:ext cx="5544273" cy="1475389"/>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7" name="Заголовок 6">
            <a:extLst>
              <a:ext uri="{FF2B5EF4-FFF2-40B4-BE49-F238E27FC236}">
                <a16:creationId xmlns:a16="http://schemas.microsoft.com/office/drawing/2014/main" id="{A9D94C1D-BB97-4DD1-842D-D9D4118E632E}"/>
              </a:ext>
            </a:extLst>
          </p:cNvPr>
          <p:cNvSpPr>
            <a:spLocks noGrp="1"/>
          </p:cNvSpPr>
          <p:nvPr>
            <p:ph type="title"/>
          </p:nvPr>
        </p:nvSpPr>
        <p:spPr>
          <a:xfrm>
            <a:off x="405113" y="983700"/>
            <a:ext cx="6458673" cy="1058700"/>
          </a:xfrm>
        </p:spPr>
        <p:txBody>
          <a:bodyPr/>
          <a:lstStyle/>
          <a:p>
            <a:r>
              <a:rPr lang="ru-RU" sz="5400" dirty="0">
                <a:latin typeface="Bahnschrift SemiBold" panose="020B0502040204020203" pitchFamily="34" charset="0"/>
              </a:rPr>
              <a:t>Заключение</a:t>
            </a:r>
          </a:p>
        </p:txBody>
      </p:sp>
      <p:sp>
        <p:nvSpPr>
          <p:cNvPr id="8" name="Подзаголовок 7">
            <a:extLst>
              <a:ext uri="{FF2B5EF4-FFF2-40B4-BE49-F238E27FC236}">
                <a16:creationId xmlns:a16="http://schemas.microsoft.com/office/drawing/2014/main" id="{F5A6DA67-ECCC-44F8-AF64-EB2646B8D885}"/>
              </a:ext>
            </a:extLst>
          </p:cNvPr>
          <p:cNvSpPr>
            <a:spLocks noGrp="1"/>
          </p:cNvSpPr>
          <p:nvPr>
            <p:ph type="subTitle" idx="1"/>
          </p:nvPr>
        </p:nvSpPr>
        <p:spPr>
          <a:xfrm>
            <a:off x="1481559" y="1960462"/>
            <a:ext cx="6192456" cy="2079102"/>
          </a:xfrm>
        </p:spPr>
        <p:txBody>
          <a:bodyPr/>
          <a:lstStyle/>
          <a:p>
            <a:pPr algn="l"/>
            <a:r>
              <a:rPr lang="ru-RU" sz="2000" dirty="0">
                <a:effectLst/>
                <a:latin typeface="Bahnschrift Light SemiCondensed" panose="020B0502040204020203" pitchFamily="34" charset="0"/>
                <a:ea typeface="Times New Roman" panose="02020603050405020304" pitchFamily="18" charset="0"/>
              </a:rPr>
              <a:t>В результате была разработана система организации праздничных списков желаемого, обеспечивающая механизм коллективного дарения и интеллектуальную генерацию идей на основе интересов пользователя.</a:t>
            </a:r>
          </a:p>
        </p:txBody>
      </p:sp>
    </p:spTree>
    <p:extLst>
      <p:ext uri="{BB962C8B-B14F-4D97-AF65-F5344CB8AC3E}">
        <p14:creationId xmlns:p14="http://schemas.microsoft.com/office/powerpoint/2010/main" val="29650852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39"/>
        <p:cNvGrpSpPr/>
        <p:nvPr/>
      </p:nvGrpSpPr>
      <p:grpSpPr>
        <a:xfrm>
          <a:off x="0" y="0"/>
          <a:ext cx="0" cy="0"/>
          <a:chOff x="0" y="0"/>
          <a:chExt cx="0" cy="0"/>
        </a:xfrm>
      </p:grpSpPr>
      <p:sp>
        <p:nvSpPr>
          <p:cNvPr id="940" name="Google Shape;940;p2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Contents of this template</a:t>
            </a:r>
            <a:endParaRPr/>
          </a:p>
        </p:txBody>
      </p:sp>
      <p:graphicFrame>
        <p:nvGraphicFramePr>
          <p:cNvPr id="941" name="Google Shape;941;p29"/>
          <p:cNvGraphicFramePr/>
          <p:nvPr/>
        </p:nvGraphicFramePr>
        <p:xfrm>
          <a:off x="720000" y="1614825"/>
          <a:ext cx="7704000" cy="2169150"/>
        </p:xfrm>
        <a:graphic>
          <a:graphicData uri="http://schemas.openxmlformats.org/drawingml/2006/table">
            <a:tbl>
              <a:tblPr>
                <a:noFill/>
                <a:tableStyleId>{49064342-CC3E-41E9-A069-EDB3E7D4C846}</a:tableStyleId>
              </a:tblPr>
              <a:tblGrid>
                <a:gridCol w="2619875">
                  <a:extLst>
                    <a:ext uri="{9D8B030D-6E8A-4147-A177-3AD203B41FA5}">
                      <a16:colId xmlns:a16="http://schemas.microsoft.com/office/drawing/2014/main" val="20000"/>
                    </a:ext>
                  </a:extLst>
                </a:gridCol>
                <a:gridCol w="5084125">
                  <a:extLst>
                    <a:ext uri="{9D8B030D-6E8A-4147-A177-3AD203B41FA5}">
                      <a16:colId xmlns:a16="http://schemas.microsoft.com/office/drawing/2014/main" val="20001"/>
                    </a:ext>
                  </a:extLst>
                </a:gridCol>
              </a:tblGrid>
              <a:tr h="361525">
                <a:tc>
                  <a:txBody>
                    <a:bodyPr/>
                    <a:lstStyle/>
                    <a:p>
                      <a:pPr marL="0" lvl="0" indent="0" algn="l" rtl="0">
                        <a:spcBef>
                          <a:spcPts val="0"/>
                        </a:spcBef>
                        <a:spcAft>
                          <a:spcPts val="0"/>
                        </a:spcAft>
                        <a:buNone/>
                      </a:pPr>
                      <a:r>
                        <a:rPr lang="en" sz="1000" b="1" u="sng">
                          <a:solidFill>
                            <a:schemeClr val="hlink"/>
                          </a:solidFill>
                          <a:latin typeface="Lato"/>
                          <a:ea typeface="Lato"/>
                          <a:cs typeface="Lato"/>
                          <a:sym typeface="Lato"/>
                          <a:hlinkClick r:id="rId3" action="ppaction://hlinksldjump"/>
                        </a:rPr>
                        <a:t>Fonts</a:t>
                      </a:r>
                      <a:endParaRPr sz="1000" b="1" u="sng">
                        <a:solidFill>
                          <a:schemeClr val="dk1"/>
                        </a:solidFill>
                        <a:latin typeface="Lato"/>
                        <a:ea typeface="Lato"/>
                        <a:cs typeface="Lato"/>
                        <a:sym typeface="Lato"/>
                      </a:endParaRPr>
                    </a:p>
                  </a:txBody>
                  <a:tcPr marL="91425" marR="91425" marT="0" marB="0" anchor="ctr">
                    <a:lnL w="19050" cap="flat" cmpd="sng">
                      <a:solidFill>
                        <a:schemeClr val="accent4">
                          <a:alpha val="0"/>
                        </a:schemeClr>
                      </a:solidFill>
                      <a:prstDash val="dashDot"/>
                      <a:round/>
                      <a:headEnd type="none" w="sm" len="sm"/>
                      <a:tailEnd type="none" w="sm" len="sm"/>
                    </a:lnL>
                    <a:lnR w="9525" cap="flat" cmpd="sng">
                      <a:solidFill>
                        <a:schemeClr val="accent4"/>
                      </a:solidFill>
                      <a:prstDash val="dashDot"/>
                      <a:round/>
                      <a:headEnd type="none" w="sm" len="sm"/>
                      <a:tailEnd type="none" w="sm" len="sm"/>
                    </a:lnR>
                    <a:lnT w="19050" cap="flat" cmpd="sng">
                      <a:solidFill>
                        <a:schemeClr val="accent4">
                          <a:alpha val="0"/>
                        </a:schemeClr>
                      </a:solidFill>
                      <a:prstDash val="dashDot"/>
                      <a:round/>
                      <a:headEnd type="none" w="sm" len="sm"/>
                      <a:tailEnd type="none" w="sm" len="sm"/>
                    </a:lnT>
                    <a:lnB w="9525" cap="flat" cmpd="sng">
                      <a:solidFill>
                        <a:schemeClr val="accent4"/>
                      </a:solidFill>
                      <a:prstDash val="dashDot"/>
                      <a:round/>
                      <a:headEnd type="none" w="sm" len="sm"/>
                      <a:tailEnd type="none" w="sm" len="sm"/>
                    </a:lnB>
                    <a:solidFill>
                      <a:schemeClr val="dk2"/>
                    </a:solidFill>
                  </a:tcPr>
                </a:tc>
                <a:tc>
                  <a:txBody>
                    <a:bodyPr/>
                    <a:lstStyle/>
                    <a:p>
                      <a:pPr marL="0" lvl="0" indent="0" algn="l" rtl="0">
                        <a:spcBef>
                          <a:spcPts val="0"/>
                        </a:spcBef>
                        <a:spcAft>
                          <a:spcPts val="1600"/>
                        </a:spcAft>
                        <a:buNone/>
                      </a:pPr>
                      <a:r>
                        <a:rPr lang="en" sz="1000">
                          <a:solidFill>
                            <a:schemeClr val="dk1"/>
                          </a:solidFill>
                          <a:latin typeface="Lato"/>
                          <a:ea typeface="Lato"/>
                          <a:cs typeface="Lato"/>
                          <a:sym typeface="Lato"/>
                        </a:rPr>
                        <a:t>To view this template correctly in PowerPoint, download and install the fonts we used</a:t>
                      </a:r>
                      <a:endParaRPr sz="1000">
                        <a:solidFill>
                          <a:schemeClr val="dk1"/>
                        </a:solidFill>
                        <a:latin typeface="Lato"/>
                        <a:ea typeface="Lato"/>
                        <a:cs typeface="Lato"/>
                        <a:sym typeface="Lato"/>
                      </a:endParaRPr>
                    </a:p>
                  </a:txBody>
                  <a:tcPr marL="91425" marR="91425" marT="0" marB="0" anchor="ctr">
                    <a:lnL w="9525" cap="flat" cmpd="sng">
                      <a:solidFill>
                        <a:schemeClr val="accent4"/>
                      </a:solidFill>
                      <a:prstDash val="dashDot"/>
                      <a:round/>
                      <a:headEnd type="none" w="sm" len="sm"/>
                      <a:tailEnd type="none" w="sm" len="sm"/>
                    </a:lnL>
                    <a:lnR w="19050" cap="flat" cmpd="sng">
                      <a:solidFill>
                        <a:schemeClr val="accent4">
                          <a:alpha val="0"/>
                        </a:schemeClr>
                      </a:solidFill>
                      <a:prstDash val="dashDot"/>
                      <a:round/>
                      <a:headEnd type="none" w="sm" len="sm"/>
                      <a:tailEnd type="none" w="sm" len="sm"/>
                    </a:lnR>
                    <a:lnT w="19050" cap="flat" cmpd="sng">
                      <a:solidFill>
                        <a:schemeClr val="accent4">
                          <a:alpha val="0"/>
                        </a:schemeClr>
                      </a:solidFill>
                      <a:prstDash val="dashDot"/>
                      <a:round/>
                      <a:headEnd type="none" w="sm" len="sm"/>
                      <a:tailEnd type="none" w="sm" len="sm"/>
                    </a:lnT>
                    <a:lnB w="9525" cap="flat" cmpd="sng">
                      <a:solidFill>
                        <a:schemeClr val="accent4"/>
                      </a:solidFill>
                      <a:prstDash val="dashDot"/>
                      <a:round/>
                      <a:headEnd type="none" w="sm" len="sm"/>
                      <a:tailEnd type="none" w="sm" len="sm"/>
                    </a:lnB>
                    <a:solidFill>
                      <a:schemeClr val="dk2"/>
                    </a:solidFill>
                  </a:tcPr>
                </a:tc>
                <a:extLst>
                  <a:ext uri="{0D108BD9-81ED-4DB2-BD59-A6C34878D82A}">
                    <a16:rowId xmlns:a16="http://schemas.microsoft.com/office/drawing/2014/main" val="10000"/>
                  </a:ext>
                </a:extLst>
              </a:tr>
              <a:tr h="361525">
                <a:tc>
                  <a:txBody>
                    <a:bodyPr/>
                    <a:lstStyle/>
                    <a:p>
                      <a:pPr marL="0" lvl="0" indent="0" algn="l" rtl="0">
                        <a:spcBef>
                          <a:spcPts val="0"/>
                        </a:spcBef>
                        <a:spcAft>
                          <a:spcPts val="0"/>
                        </a:spcAft>
                        <a:buNone/>
                      </a:pPr>
                      <a:r>
                        <a:rPr lang="en" sz="1000" b="1" u="sng">
                          <a:solidFill>
                            <a:schemeClr val="hlink"/>
                          </a:solidFill>
                          <a:latin typeface="Lato"/>
                          <a:ea typeface="Lato"/>
                          <a:cs typeface="Lato"/>
                          <a:sym typeface="Lato"/>
                          <a:hlinkClick r:id="rId4" action="ppaction://hlinksldjump"/>
                        </a:rPr>
                        <a:t>Used</a:t>
                      </a:r>
                      <a:r>
                        <a:rPr lang="en" sz="1000" b="1">
                          <a:solidFill>
                            <a:schemeClr val="dk1"/>
                          </a:solidFill>
                          <a:latin typeface="Lato"/>
                          <a:ea typeface="Lato"/>
                          <a:cs typeface="Lato"/>
                          <a:sym typeface="Lato"/>
                        </a:rPr>
                        <a:t> and </a:t>
                      </a:r>
                      <a:r>
                        <a:rPr lang="en" sz="1000" b="1" u="sng">
                          <a:solidFill>
                            <a:schemeClr val="hlink"/>
                          </a:solidFill>
                          <a:latin typeface="Lato"/>
                          <a:ea typeface="Lato"/>
                          <a:cs typeface="Lato"/>
                          <a:sym typeface="Lato"/>
                          <a:hlinkClick r:id="rId5" action="ppaction://hlinksldjump"/>
                        </a:rPr>
                        <a:t>alternative resources</a:t>
                      </a:r>
                      <a:endParaRPr sz="1000" b="1" u="sng">
                        <a:solidFill>
                          <a:schemeClr val="dk1"/>
                        </a:solidFill>
                        <a:latin typeface="Lato"/>
                        <a:ea typeface="Lato"/>
                        <a:cs typeface="Lato"/>
                        <a:sym typeface="Lato"/>
                      </a:endParaRPr>
                    </a:p>
                  </a:txBody>
                  <a:tcPr marL="91425" marR="91425" marT="0" marB="0" anchor="ctr">
                    <a:lnL w="19050" cap="flat" cmpd="sng">
                      <a:solidFill>
                        <a:schemeClr val="accent4">
                          <a:alpha val="0"/>
                        </a:schemeClr>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solidFill>
                      <a:schemeClr val="dk2"/>
                    </a:solidFill>
                  </a:tcPr>
                </a:tc>
                <a:tc>
                  <a:txBody>
                    <a:bodyPr/>
                    <a:lstStyle/>
                    <a:p>
                      <a:pPr marL="0" marR="0" lvl="0" indent="0" algn="l" rtl="0">
                        <a:lnSpc>
                          <a:spcPct val="100000"/>
                        </a:lnSpc>
                        <a:spcBef>
                          <a:spcPts val="0"/>
                        </a:spcBef>
                        <a:spcAft>
                          <a:spcPts val="1600"/>
                        </a:spcAft>
                        <a:buNone/>
                      </a:pPr>
                      <a:r>
                        <a:rPr lang="en" sz="1000">
                          <a:solidFill>
                            <a:schemeClr val="dk1"/>
                          </a:solidFill>
                          <a:latin typeface="Lato"/>
                          <a:ea typeface="Lato"/>
                          <a:cs typeface="Lato"/>
                          <a:sym typeface="Lato"/>
                        </a:rPr>
                        <a:t>An assortment of graphic resources that are suitable for use in this presentation</a:t>
                      </a:r>
                      <a:endParaRPr sz="1000">
                        <a:solidFill>
                          <a:schemeClr val="dk1"/>
                        </a:solidFill>
                        <a:latin typeface="Lato"/>
                        <a:ea typeface="Lato"/>
                        <a:cs typeface="Lato"/>
                        <a:sym typeface="Lato"/>
                      </a:endParaRPr>
                    </a:p>
                  </a:txBody>
                  <a:tcPr marL="91425" marR="91425" marT="0" marB="0" anchor="ctr">
                    <a:lnL w="9525" cap="flat" cmpd="sng">
                      <a:solidFill>
                        <a:schemeClr val="accent4"/>
                      </a:solidFill>
                      <a:prstDash val="dashDot"/>
                      <a:round/>
                      <a:headEnd type="none" w="sm" len="sm"/>
                      <a:tailEnd type="none" w="sm" len="sm"/>
                    </a:lnL>
                    <a:lnR w="19050" cap="flat" cmpd="sng">
                      <a:solidFill>
                        <a:schemeClr val="accent4">
                          <a:alpha val="0"/>
                        </a:schemeClr>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solidFill>
                      <a:schemeClr val="dk2"/>
                    </a:solidFill>
                  </a:tcPr>
                </a:tc>
                <a:extLst>
                  <a:ext uri="{0D108BD9-81ED-4DB2-BD59-A6C34878D82A}">
                    <a16:rowId xmlns:a16="http://schemas.microsoft.com/office/drawing/2014/main" val="10001"/>
                  </a:ext>
                </a:extLst>
              </a:tr>
              <a:tr h="361525">
                <a:tc>
                  <a:txBody>
                    <a:bodyPr/>
                    <a:lstStyle/>
                    <a:p>
                      <a:pPr marL="0" lvl="0" indent="0" algn="l" rtl="0">
                        <a:spcBef>
                          <a:spcPts val="0"/>
                        </a:spcBef>
                        <a:spcAft>
                          <a:spcPts val="0"/>
                        </a:spcAft>
                        <a:buNone/>
                      </a:pPr>
                      <a:r>
                        <a:rPr lang="en" sz="1000" b="1" u="sng">
                          <a:solidFill>
                            <a:schemeClr val="hlink"/>
                          </a:solidFill>
                          <a:latin typeface="Lato"/>
                          <a:ea typeface="Lato"/>
                          <a:cs typeface="Lato"/>
                          <a:sym typeface="Lato"/>
                          <a:hlinkClick r:id="rId6" action="ppaction://hlinksldjump"/>
                        </a:rPr>
                        <a:t>Thanks slide</a:t>
                      </a:r>
                      <a:endParaRPr sz="1000" b="1" u="sng">
                        <a:solidFill>
                          <a:schemeClr val="dk1"/>
                        </a:solidFill>
                        <a:latin typeface="Lato"/>
                        <a:ea typeface="Lato"/>
                        <a:cs typeface="Lato"/>
                        <a:sym typeface="Lato"/>
                      </a:endParaRPr>
                    </a:p>
                  </a:txBody>
                  <a:tcPr marL="91425" marR="91425" marT="0" marB="0" anchor="ctr">
                    <a:lnL w="19050" cap="flat" cmpd="sng">
                      <a:solidFill>
                        <a:schemeClr val="accent4">
                          <a:alpha val="0"/>
                        </a:schemeClr>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solidFill>
                      <a:schemeClr val="dk2"/>
                    </a:solidFill>
                  </a:tcPr>
                </a:tc>
                <a:tc>
                  <a:txBody>
                    <a:bodyPr/>
                    <a:lstStyle/>
                    <a:p>
                      <a:pPr marL="0" lvl="0" indent="0" algn="l" rtl="0">
                        <a:spcBef>
                          <a:spcPts val="0"/>
                        </a:spcBef>
                        <a:spcAft>
                          <a:spcPts val="1600"/>
                        </a:spcAft>
                        <a:buNone/>
                      </a:pPr>
                      <a:r>
                        <a:rPr lang="en" sz="1000">
                          <a:solidFill>
                            <a:schemeClr val="dk1"/>
                          </a:solidFill>
                          <a:latin typeface="Lato"/>
                          <a:ea typeface="Lato"/>
                          <a:cs typeface="Lato"/>
                          <a:sym typeface="Lato"/>
                        </a:rPr>
                        <a:t>You must keep it so that proper credits for our design are given</a:t>
                      </a:r>
                      <a:endParaRPr sz="1000">
                        <a:solidFill>
                          <a:schemeClr val="dk1"/>
                        </a:solidFill>
                        <a:latin typeface="Lato"/>
                        <a:ea typeface="Lato"/>
                        <a:cs typeface="Lato"/>
                        <a:sym typeface="Lato"/>
                      </a:endParaRPr>
                    </a:p>
                  </a:txBody>
                  <a:tcPr marL="91425" marR="91425" marT="0" marB="0" anchor="ctr">
                    <a:lnL w="9525" cap="flat" cmpd="sng">
                      <a:solidFill>
                        <a:schemeClr val="accent4"/>
                      </a:solidFill>
                      <a:prstDash val="dashDot"/>
                      <a:round/>
                      <a:headEnd type="none" w="sm" len="sm"/>
                      <a:tailEnd type="none" w="sm" len="sm"/>
                    </a:lnL>
                    <a:lnR w="19050" cap="flat" cmpd="sng">
                      <a:solidFill>
                        <a:schemeClr val="accent4">
                          <a:alpha val="0"/>
                        </a:schemeClr>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solidFill>
                      <a:schemeClr val="dk2"/>
                    </a:solidFill>
                  </a:tcPr>
                </a:tc>
                <a:extLst>
                  <a:ext uri="{0D108BD9-81ED-4DB2-BD59-A6C34878D82A}">
                    <a16:rowId xmlns:a16="http://schemas.microsoft.com/office/drawing/2014/main" val="10002"/>
                  </a:ext>
                </a:extLst>
              </a:tr>
              <a:tr h="361525">
                <a:tc>
                  <a:txBody>
                    <a:bodyPr/>
                    <a:lstStyle/>
                    <a:p>
                      <a:pPr marL="0" lvl="0" indent="0" algn="l" rtl="0">
                        <a:spcBef>
                          <a:spcPts val="0"/>
                        </a:spcBef>
                        <a:spcAft>
                          <a:spcPts val="0"/>
                        </a:spcAft>
                        <a:buNone/>
                      </a:pPr>
                      <a:r>
                        <a:rPr lang="en" sz="1000" b="1" u="sng">
                          <a:solidFill>
                            <a:schemeClr val="hlink"/>
                          </a:solidFill>
                          <a:latin typeface="Lato"/>
                          <a:ea typeface="Lato"/>
                          <a:cs typeface="Lato"/>
                          <a:sym typeface="Lato"/>
                          <a:hlinkClick r:id="rId3" action="ppaction://hlinksldjump"/>
                        </a:rPr>
                        <a:t>Colors</a:t>
                      </a:r>
                      <a:endParaRPr sz="1000" b="1" u="sng">
                        <a:solidFill>
                          <a:schemeClr val="dk1"/>
                        </a:solidFill>
                        <a:latin typeface="Lato"/>
                        <a:ea typeface="Lato"/>
                        <a:cs typeface="Lato"/>
                        <a:sym typeface="Lato"/>
                      </a:endParaRPr>
                    </a:p>
                  </a:txBody>
                  <a:tcPr marL="91425" marR="91425" marT="0" marB="0" anchor="ctr">
                    <a:lnL w="19050" cap="flat" cmpd="sng">
                      <a:solidFill>
                        <a:schemeClr val="accent4">
                          <a:alpha val="0"/>
                        </a:schemeClr>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solidFill>
                      <a:schemeClr val="dk2"/>
                    </a:solidFill>
                  </a:tcPr>
                </a:tc>
                <a:tc>
                  <a:txBody>
                    <a:bodyPr/>
                    <a:lstStyle/>
                    <a:p>
                      <a:pPr marL="0" lvl="0" indent="0" algn="l" rtl="0">
                        <a:spcBef>
                          <a:spcPts val="0"/>
                        </a:spcBef>
                        <a:spcAft>
                          <a:spcPts val="1600"/>
                        </a:spcAft>
                        <a:buNone/>
                      </a:pPr>
                      <a:r>
                        <a:rPr lang="en" sz="1000">
                          <a:solidFill>
                            <a:schemeClr val="dk1"/>
                          </a:solidFill>
                          <a:latin typeface="Lato"/>
                          <a:ea typeface="Lato"/>
                          <a:cs typeface="Lato"/>
                          <a:sym typeface="Lato"/>
                        </a:rPr>
                        <a:t>All the colors used in this presentation</a:t>
                      </a:r>
                      <a:endParaRPr sz="1000">
                        <a:solidFill>
                          <a:schemeClr val="dk1"/>
                        </a:solidFill>
                        <a:latin typeface="Lato"/>
                        <a:ea typeface="Lato"/>
                        <a:cs typeface="Lato"/>
                        <a:sym typeface="Lato"/>
                      </a:endParaRPr>
                    </a:p>
                  </a:txBody>
                  <a:tcPr marL="91425" marR="91425" marT="0" marB="0" anchor="ctr">
                    <a:lnL w="9525" cap="flat" cmpd="sng">
                      <a:solidFill>
                        <a:schemeClr val="accent4"/>
                      </a:solidFill>
                      <a:prstDash val="dashDot"/>
                      <a:round/>
                      <a:headEnd type="none" w="sm" len="sm"/>
                      <a:tailEnd type="none" w="sm" len="sm"/>
                    </a:lnL>
                    <a:lnR w="19050" cap="flat" cmpd="sng">
                      <a:solidFill>
                        <a:schemeClr val="accent4">
                          <a:alpha val="0"/>
                        </a:schemeClr>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solidFill>
                      <a:schemeClr val="dk2"/>
                    </a:solidFill>
                  </a:tcPr>
                </a:tc>
                <a:extLst>
                  <a:ext uri="{0D108BD9-81ED-4DB2-BD59-A6C34878D82A}">
                    <a16:rowId xmlns:a16="http://schemas.microsoft.com/office/drawing/2014/main" val="10003"/>
                  </a:ext>
                </a:extLst>
              </a:tr>
              <a:tr h="361525">
                <a:tc>
                  <a:txBody>
                    <a:bodyPr/>
                    <a:lstStyle/>
                    <a:p>
                      <a:pPr marL="0" lvl="0" indent="0" algn="l" rtl="0">
                        <a:spcBef>
                          <a:spcPts val="0"/>
                        </a:spcBef>
                        <a:spcAft>
                          <a:spcPts val="0"/>
                        </a:spcAft>
                        <a:buNone/>
                      </a:pPr>
                      <a:r>
                        <a:rPr lang="en" sz="1000" b="1" u="sng">
                          <a:solidFill>
                            <a:schemeClr val="hlink"/>
                          </a:solidFill>
                          <a:latin typeface="Lato"/>
                          <a:ea typeface="Lato"/>
                          <a:cs typeface="Lato"/>
                          <a:sym typeface="Lato"/>
                          <a:hlinkClick r:id="rId7" action="ppaction://hlinksldjump"/>
                        </a:rPr>
                        <a:t>Icons</a:t>
                      </a:r>
                      <a:r>
                        <a:rPr lang="en" sz="1000" b="1">
                          <a:solidFill>
                            <a:schemeClr val="dk1"/>
                          </a:solidFill>
                          <a:latin typeface="Lato"/>
                          <a:ea typeface="Lato"/>
                          <a:cs typeface="Lato"/>
                          <a:sym typeface="Lato"/>
                        </a:rPr>
                        <a:t> and </a:t>
                      </a:r>
                      <a:r>
                        <a:rPr lang="en" sz="1000" b="1" u="sng">
                          <a:solidFill>
                            <a:schemeClr val="hlink"/>
                          </a:solidFill>
                          <a:latin typeface="Lato"/>
                          <a:ea typeface="Lato"/>
                          <a:cs typeface="Lato"/>
                          <a:sym typeface="Lato"/>
                          <a:hlinkClick r:id="rId8" action="ppaction://hlinksldjump"/>
                        </a:rPr>
                        <a:t>infographic resources</a:t>
                      </a:r>
                      <a:endParaRPr sz="1000" b="1" u="sng">
                        <a:solidFill>
                          <a:schemeClr val="dk1"/>
                        </a:solidFill>
                        <a:latin typeface="Lato"/>
                        <a:ea typeface="Lato"/>
                        <a:cs typeface="Lato"/>
                        <a:sym typeface="Lato"/>
                      </a:endParaRPr>
                    </a:p>
                  </a:txBody>
                  <a:tcPr marL="91425" marR="91425" marT="0" marB="0" anchor="ctr">
                    <a:lnL w="19050" cap="flat" cmpd="sng">
                      <a:solidFill>
                        <a:schemeClr val="accent4">
                          <a:alpha val="0"/>
                        </a:schemeClr>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solidFill>
                      <a:schemeClr val="dk2"/>
                    </a:solidFill>
                  </a:tcPr>
                </a:tc>
                <a:tc>
                  <a:txBody>
                    <a:bodyPr/>
                    <a:lstStyle/>
                    <a:p>
                      <a:pPr marL="0" lvl="0" indent="0" algn="l" rtl="0">
                        <a:spcBef>
                          <a:spcPts val="0"/>
                        </a:spcBef>
                        <a:spcAft>
                          <a:spcPts val="0"/>
                        </a:spcAft>
                        <a:buNone/>
                      </a:pPr>
                      <a:r>
                        <a:rPr lang="en" sz="1000">
                          <a:solidFill>
                            <a:schemeClr val="dk1"/>
                          </a:solidFill>
                          <a:latin typeface="Lato"/>
                          <a:ea typeface="Lato"/>
                          <a:cs typeface="Lato"/>
                          <a:sym typeface="Lato"/>
                        </a:rPr>
                        <a:t>These can be used in the template, and their size and color can be edited</a:t>
                      </a:r>
                      <a:endParaRPr sz="1000">
                        <a:solidFill>
                          <a:schemeClr val="dk1"/>
                        </a:solidFill>
                        <a:latin typeface="Lato"/>
                        <a:ea typeface="Lato"/>
                        <a:cs typeface="Lato"/>
                        <a:sym typeface="Lato"/>
                      </a:endParaRPr>
                    </a:p>
                  </a:txBody>
                  <a:tcPr marL="91425" marR="91425" marT="0" marB="0" anchor="ctr">
                    <a:lnL w="9525" cap="flat" cmpd="sng">
                      <a:solidFill>
                        <a:schemeClr val="accent4"/>
                      </a:solidFill>
                      <a:prstDash val="dashDot"/>
                      <a:round/>
                      <a:headEnd type="none" w="sm" len="sm"/>
                      <a:tailEnd type="none" w="sm" len="sm"/>
                    </a:lnL>
                    <a:lnR w="19050" cap="flat" cmpd="sng">
                      <a:solidFill>
                        <a:schemeClr val="accent4">
                          <a:alpha val="0"/>
                        </a:schemeClr>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solidFill>
                      <a:schemeClr val="dk2"/>
                    </a:solidFill>
                  </a:tcPr>
                </a:tc>
                <a:extLst>
                  <a:ext uri="{0D108BD9-81ED-4DB2-BD59-A6C34878D82A}">
                    <a16:rowId xmlns:a16="http://schemas.microsoft.com/office/drawing/2014/main" val="10004"/>
                  </a:ext>
                </a:extLst>
              </a:tr>
              <a:tr h="361525">
                <a:tc>
                  <a:txBody>
                    <a:bodyPr/>
                    <a:lstStyle/>
                    <a:p>
                      <a:pPr marL="0" lvl="0" indent="0" algn="l" rtl="0">
                        <a:spcBef>
                          <a:spcPts val="0"/>
                        </a:spcBef>
                        <a:spcAft>
                          <a:spcPts val="0"/>
                        </a:spcAft>
                        <a:buNone/>
                      </a:pPr>
                      <a:r>
                        <a:rPr lang="en" sz="1000" b="1">
                          <a:solidFill>
                            <a:schemeClr val="dk1"/>
                          </a:solidFill>
                          <a:latin typeface="Lato"/>
                          <a:ea typeface="Lato"/>
                          <a:cs typeface="Lato"/>
                          <a:sym typeface="Lato"/>
                        </a:rPr>
                        <a:t>Editable presentation theme </a:t>
                      </a:r>
                      <a:endParaRPr sz="1000" b="1">
                        <a:solidFill>
                          <a:schemeClr val="dk1"/>
                        </a:solidFill>
                        <a:latin typeface="Lato"/>
                        <a:ea typeface="Lato"/>
                        <a:cs typeface="Lato"/>
                        <a:sym typeface="Lato"/>
                      </a:endParaRPr>
                    </a:p>
                  </a:txBody>
                  <a:tcPr marL="91425" marR="91425" marT="0" marB="0" anchor="ctr">
                    <a:lnL w="19050" cap="flat" cmpd="sng">
                      <a:solidFill>
                        <a:schemeClr val="accent4">
                          <a:alpha val="0"/>
                        </a:schemeClr>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19050" cap="flat" cmpd="sng">
                      <a:solidFill>
                        <a:schemeClr val="accent4">
                          <a:alpha val="0"/>
                        </a:schemeClr>
                      </a:solidFill>
                      <a:prstDash val="dashDot"/>
                      <a:round/>
                      <a:headEnd type="none" w="sm" len="sm"/>
                      <a:tailEnd type="none" w="sm" len="sm"/>
                    </a:lnB>
                    <a:solidFill>
                      <a:schemeClr val="dk2"/>
                    </a:solidFill>
                  </a:tcPr>
                </a:tc>
                <a:tc>
                  <a:txBody>
                    <a:bodyPr/>
                    <a:lstStyle/>
                    <a:p>
                      <a:pPr marL="0" lvl="0" indent="0" algn="l" rtl="0">
                        <a:spcBef>
                          <a:spcPts val="0"/>
                        </a:spcBef>
                        <a:spcAft>
                          <a:spcPts val="1600"/>
                        </a:spcAft>
                        <a:buNone/>
                      </a:pPr>
                      <a:r>
                        <a:rPr lang="en" sz="1000">
                          <a:solidFill>
                            <a:schemeClr val="dk1"/>
                          </a:solidFill>
                          <a:latin typeface="Lato"/>
                          <a:ea typeface="Lato"/>
                          <a:cs typeface="Lato"/>
                          <a:sym typeface="Lato"/>
                        </a:rPr>
                        <a:t>You can edit the master slides easily. For more info, click </a:t>
                      </a:r>
                      <a:r>
                        <a:rPr lang="en" sz="1000" b="1" u="sng">
                          <a:solidFill>
                            <a:schemeClr val="dk1"/>
                          </a:solidFill>
                          <a:latin typeface="Lato"/>
                          <a:ea typeface="Lato"/>
                          <a:cs typeface="Lato"/>
                          <a:sym typeface="Lato"/>
                          <a:hlinkClick r:id="rId9">
                            <a:extLst>
                              <a:ext uri="{A12FA001-AC4F-418D-AE19-62706E023703}">
                                <ahyp:hlinkClr xmlns:ahyp="http://schemas.microsoft.com/office/drawing/2018/hyperlinkcolor" val="tx"/>
                              </a:ext>
                            </a:extLst>
                          </a:hlinkClick>
                        </a:rPr>
                        <a:t>here</a:t>
                      </a:r>
                      <a:endParaRPr sz="1000">
                        <a:solidFill>
                          <a:schemeClr val="dk1"/>
                        </a:solidFill>
                        <a:latin typeface="Lato"/>
                        <a:ea typeface="Lato"/>
                        <a:cs typeface="Lato"/>
                        <a:sym typeface="Lato"/>
                      </a:endParaRPr>
                    </a:p>
                  </a:txBody>
                  <a:tcPr marL="91425" marR="91425" marT="0" marB="0" anchor="ctr">
                    <a:lnL w="9525" cap="flat" cmpd="sng">
                      <a:solidFill>
                        <a:schemeClr val="accent4"/>
                      </a:solidFill>
                      <a:prstDash val="dashDot"/>
                      <a:round/>
                      <a:headEnd type="none" w="sm" len="sm"/>
                      <a:tailEnd type="none" w="sm" len="sm"/>
                    </a:lnL>
                    <a:lnR w="19050" cap="flat" cmpd="sng">
                      <a:solidFill>
                        <a:schemeClr val="accent4">
                          <a:alpha val="0"/>
                        </a:schemeClr>
                      </a:solidFill>
                      <a:prstDash val="dashDot"/>
                      <a:round/>
                      <a:headEnd type="none" w="sm" len="sm"/>
                      <a:tailEnd type="none" w="sm" len="sm"/>
                    </a:lnR>
                    <a:lnT w="9525" cap="flat" cmpd="sng">
                      <a:solidFill>
                        <a:schemeClr val="accent4"/>
                      </a:solidFill>
                      <a:prstDash val="dashDot"/>
                      <a:round/>
                      <a:headEnd type="none" w="sm" len="sm"/>
                      <a:tailEnd type="none" w="sm" len="sm"/>
                    </a:lnT>
                    <a:lnB w="19050" cap="flat" cmpd="sng">
                      <a:solidFill>
                        <a:schemeClr val="accent4">
                          <a:alpha val="0"/>
                        </a:schemeClr>
                      </a:solidFill>
                      <a:prstDash val="dashDot"/>
                      <a:round/>
                      <a:headEnd type="none" w="sm" len="sm"/>
                      <a:tailEnd type="none" w="sm" len="sm"/>
                    </a:lnB>
                    <a:solidFill>
                      <a:schemeClr val="dk2"/>
                    </a:solidFill>
                  </a:tcPr>
                </a:tc>
                <a:extLst>
                  <a:ext uri="{0D108BD9-81ED-4DB2-BD59-A6C34878D82A}">
                    <a16:rowId xmlns:a16="http://schemas.microsoft.com/office/drawing/2014/main" val="10005"/>
                  </a:ext>
                </a:extLst>
              </a:tr>
            </a:tbl>
          </a:graphicData>
        </a:graphic>
      </p:graphicFrame>
      <p:sp>
        <p:nvSpPr>
          <p:cNvPr id="942" name="Google Shape;942;p29"/>
          <p:cNvSpPr txBox="1"/>
          <p:nvPr/>
        </p:nvSpPr>
        <p:spPr>
          <a:xfrm>
            <a:off x="720000" y="1063725"/>
            <a:ext cx="7704000" cy="36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latin typeface="Lato"/>
                <a:ea typeface="Lato"/>
                <a:cs typeface="Lato"/>
                <a:sym typeface="Lato"/>
              </a:rPr>
              <a:t>You can delete this slide when you’re done editing the presentation</a:t>
            </a:r>
            <a:endParaRPr sz="1200">
              <a:solidFill>
                <a:schemeClr val="dk1"/>
              </a:solidFill>
              <a:latin typeface="Lato"/>
              <a:ea typeface="Lato"/>
              <a:cs typeface="Lato"/>
              <a:sym typeface="Lato"/>
            </a:endParaRPr>
          </a:p>
        </p:txBody>
      </p:sp>
      <p:sp>
        <p:nvSpPr>
          <p:cNvPr id="943" name="Google Shape;943;p29"/>
          <p:cNvSpPr txBox="1"/>
          <p:nvPr/>
        </p:nvSpPr>
        <p:spPr>
          <a:xfrm>
            <a:off x="1650113" y="4133675"/>
            <a:ext cx="1713300" cy="461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000" b="1">
                <a:solidFill>
                  <a:schemeClr val="dk1"/>
                </a:solidFill>
                <a:latin typeface="Lato"/>
                <a:ea typeface="Lato"/>
                <a:cs typeface="Lato"/>
                <a:sym typeface="Lato"/>
              </a:rPr>
              <a:t>For more info:</a:t>
            </a:r>
            <a:br>
              <a:rPr lang="en" sz="1000" b="1">
                <a:solidFill>
                  <a:schemeClr val="dk1"/>
                </a:solidFill>
                <a:latin typeface="Lato"/>
                <a:ea typeface="Lato"/>
                <a:cs typeface="Lato"/>
                <a:sym typeface="Lato"/>
              </a:rPr>
            </a:br>
            <a:r>
              <a:rPr lang="en" sz="1000" b="1" u="sng">
                <a:solidFill>
                  <a:schemeClr val="dk1"/>
                </a:solidFill>
                <a:latin typeface="Lato"/>
                <a:ea typeface="Lato"/>
                <a:cs typeface="Lato"/>
                <a:sym typeface="Lato"/>
                <a:hlinkClick r:id="rId10">
                  <a:extLst>
                    <a:ext uri="{A12FA001-AC4F-418D-AE19-62706E023703}">
                      <ahyp:hlinkClr xmlns:ahyp="http://schemas.microsoft.com/office/drawing/2018/hyperlinkcolor" val="tx"/>
                    </a:ext>
                  </a:extLst>
                </a:hlinkClick>
              </a:rPr>
              <a:t>SLIDESGO</a:t>
            </a:r>
            <a:r>
              <a:rPr lang="en" sz="1000" b="1">
                <a:solidFill>
                  <a:schemeClr val="dk1"/>
                </a:solidFill>
                <a:latin typeface="Lato"/>
                <a:ea typeface="Lato"/>
                <a:cs typeface="Lato"/>
                <a:sym typeface="Lato"/>
              </a:rPr>
              <a:t> | </a:t>
            </a:r>
            <a:r>
              <a:rPr lang="en" sz="1000" b="1" u="sng">
                <a:solidFill>
                  <a:schemeClr val="dk1"/>
                </a:solidFill>
                <a:latin typeface="Lato"/>
                <a:ea typeface="Lato"/>
                <a:cs typeface="Lato"/>
                <a:sym typeface="Lato"/>
                <a:hlinkClick r:id="rId11">
                  <a:extLst>
                    <a:ext uri="{A12FA001-AC4F-418D-AE19-62706E023703}">
                      <ahyp:hlinkClr xmlns:ahyp="http://schemas.microsoft.com/office/drawing/2018/hyperlinkcolor" val="tx"/>
                    </a:ext>
                  </a:extLst>
                </a:hlinkClick>
              </a:rPr>
              <a:t>BLOG</a:t>
            </a:r>
            <a:r>
              <a:rPr lang="en" sz="1000" b="1">
                <a:solidFill>
                  <a:schemeClr val="dk1"/>
                </a:solidFill>
                <a:latin typeface="Lato"/>
                <a:ea typeface="Lato"/>
                <a:cs typeface="Lato"/>
                <a:sym typeface="Lato"/>
              </a:rPr>
              <a:t> | </a:t>
            </a:r>
            <a:r>
              <a:rPr lang="en" sz="1000" b="1" u="sng">
                <a:solidFill>
                  <a:schemeClr val="dk1"/>
                </a:solidFill>
                <a:latin typeface="Lato"/>
                <a:ea typeface="Lato"/>
                <a:cs typeface="Lato"/>
                <a:sym typeface="Lato"/>
                <a:hlinkClick r:id="rId12">
                  <a:extLst>
                    <a:ext uri="{A12FA001-AC4F-418D-AE19-62706E023703}">
                      <ahyp:hlinkClr xmlns:ahyp="http://schemas.microsoft.com/office/drawing/2018/hyperlinkcolor" val="tx"/>
                    </a:ext>
                  </a:extLst>
                </a:hlinkClick>
              </a:rPr>
              <a:t>FAQs</a:t>
            </a:r>
            <a:endParaRPr sz="1000" b="1" u="sng">
              <a:solidFill>
                <a:schemeClr val="dk1"/>
              </a:solidFill>
              <a:latin typeface="Lato"/>
              <a:ea typeface="Lato"/>
              <a:cs typeface="Lato"/>
              <a:sym typeface="Lato"/>
            </a:endParaRPr>
          </a:p>
        </p:txBody>
      </p:sp>
      <p:sp>
        <p:nvSpPr>
          <p:cNvPr id="944" name="Google Shape;944;p29"/>
          <p:cNvSpPr txBox="1"/>
          <p:nvPr/>
        </p:nvSpPr>
        <p:spPr>
          <a:xfrm>
            <a:off x="4196575" y="4133675"/>
            <a:ext cx="3594600" cy="461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000" b="1">
                <a:solidFill>
                  <a:schemeClr val="dk1"/>
                </a:solidFill>
                <a:latin typeface="Lato"/>
                <a:ea typeface="Lato"/>
                <a:cs typeface="Lato"/>
                <a:sym typeface="Lato"/>
              </a:rPr>
              <a:t>You can visit our sister projects:</a:t>
            </a:r>
            <a:br>
              <a:rPr lang="en" sz="1000" b="1">
                <a:solidFill>
                  <a:schemeClr val="dk1"/>
                </a:solidFill>
                <a:latin typeface="Lato"/>
                <a:ea typeface="Lato"/>
                <a:cs typeface="Lato"/>
                <a:sym typeface="Lato"/>
              </a:rPr>
            </a:br>
            <a:r>
              <a:rPr lang="en" sz="1000" b="1" u="sng">
                <a:solidFill>
                  <a:schemeClr val="dk1"/>
                </a:solidFill>
                <a:latin typeface="Lato"/>
                <a:ea typeface="Lato"/>
                <a:cs typeface="Lato"/>
                <a:sym typeface="Lato"/>
                <a:hlinkClick r:id="rId13">
                  <a:extLst>
                    <a:ext uri="{A12FA001-AC4F-418D-AE19-62706E023703}">
                      <ahyp:hlinkClr xmlns:ahyp="http://schemas.microsoft.com/office/drawing/2018/hyperlinkcolor" val="tx"/>
                    </a:ext>
                  </a:extLst>
                </a:hlinkClick>
              </a:rPr>
              <a:t>FREEPIK</a:t>
            </a:r>
            <a:r>
              <a:rPr lang="en" sz="1000" b="1">
                <a:solidFill>
                  <a:schemeClr val="dk1"/>
                </a:solidFill>
                <a:latin typeface="Lato"/>
                <a:ea typeface="Lato"/>
                <a:cs typeface="Lato"/>
                <a:sym typeface="Lato"/>
              </a:rPr>
              <a:t> | </a:t>
            </a:r>
            <a:r>
              <a:rPr lang="en" sz="1000" b="1" u="sng">
                <a:solidFill>
                  <a:schemeClr val="dk1"/>
                </a:solidFill>
                <a:latin typeface="Lato"/>
                <a:ea typeface="Lato"/>
                <a:cs typeface="Lato"/>
                <a:sym typeface="Lato"/>
                <a:hlinkClick r:id="rId14">
                  <a:extLst>
                    <a:ext uri="{A12FA001-AC4F-418D-AE19-62706E023703}">
                      <ahyp:hlinkClr xmlns:ahyp="http://schemas.microsoft.com/office/drawing/2018/hyperlinkcolor" val="tx"/>
                    </a:ext>
                  </a:extLst>
                </a:hlinkClick>
              </a:rPr>
              <a:t>FLATICON</a:t>
            </a:r>
            <a:r>
              <a:rPr lang="en" sz="1000" b="1">
                <a:solidFill>
                  <a:schemeClr val="dk1"/>
                </a:solidFill>
                <a:latin typeface="Lato"/>
                <a:ea typeface="Lato"/>
                <a:cs typeface="Lato"/>
                <a:sym typeface="Lato"/>
              </a:rPr>
              <a:t> | </a:t>
            </a:r>
            <a:r>
              <a:rPr lang="en" sz="1000" b="1" u="sng">
                <a:solidFill>
                  <a:schemeClr val="dk1"/>
                </a:solidFill>
                <a:latin typeface="Lato"/>
                <a:ea typeface="Lato"/>
                <a:cs typeface="Lato"/>
                <a:sym typeface="Lato"/>
                <a:hlinkClick r:id="rId15">
                  <a:extLst>
                    <a:ext uri="{A12FA001-AC4F-418D-AE19-62706E023703}">
                      <ahyp:hlinkClr xmlns:ahyp="http://schemas.microsoft.com/office/drawing/2018/hyperlinkcolor" val="tx"/>
                    </a:ext>
                  </a:extLst>
                </a:hlinkClick>
              </a:rPr>
              <a:t>STORYSET</a:t>
            </a:r>
            <a:r>
              <a:rPr lang="en" sz="1000" b="1">
                <a:solidFill>
                  <a:schemeClr val="dk1"/>
                </a:solidFill>
                <a:latin typeface="Lato"/>
                <a:ea typeface="Lato"/>
                <a:cs typeface="Lato"/>
                <a:sym typeface="Lato"/>
              </a:rPr>
              <a:t> | </a:t>
            </a:r>
            <a:r>
              <a:rPr lang="en" sz="1000" b="1" u="sng">
                <a:solidFill>
                  <a:schemeClr val="dk1"/>
                </a:solidFill>
                <a:latin typeface="Lato"/>
                <a:ea typeface="Lato"/>
                <a:cs typeface="Lato"/>
                <a:sym typeface="Lato"/>
                <a:hlinkClick r:id="rId16">
                  <a:extLst>
                    <a:ext uri="{A12FA001-AC4F-418D-AE19-62706E023703}">
                      <ahyp:hlinkClr xmlns:ahyp="http://schemas.microsoft.com/office/drawing/2018/hyperlinkcolor" val="tx"/>
                    </a:ext>
                  </a:extLst>
                </a:hlinkClick>
              </a:rPr>
              <a:t>WEPIK</a:t>
            </a:r>
            <a:r>
              <a:rPr lang="en" sz="1000" b="1">
                <a:solidFill>
                  <a:schemeClr val="dk1"/>
                </a:solidFill>
                <a:latin typeface="Lato"/>
                <a:ea typeface="Lato"/>
                <a:cs typeface="Lato"/>
                <a:sym typeface="Lato"/>
              </a:rPr>
              <a:t> | </a:t>
            </a:r>
            <a:r>
              <a:rPr lang="en" sz="1000" b="1" u="sng">
                <a:solidFill>
                  <a:schemeClr val="dk1"/>
                </a:solidFill>
                <a:latin typeface="Lato"/>
                <a:ea typeface="Lato"/>
                <a:cs typeface="Lato"/>
                <a:sym typeface="Lato"/>
                <a:hlinkClick r:id="rId17">
                  <a:extLst>
                    <a:ext uri="{A12FA001-AC4F-418D-AE19-62706E023703}">
                      <ahyp:hlinkClr xmlns:ahyp="http://schemas.microsoft.com/office/drawing/2018/hyperlinkcolor" val="tx"/>
                    </a:ext>
                  </a:extLst>
                </a:hlinkClick>
              </a:rPr>
              <a:t>VIDEVO</a:t>
            </a:r>
            <a:endParaRPr sz="1000" b="1">
              <a:solidFill>
                <a:schemeClr val="dk1"/>
              </a:solidFill>
              <a:latin typeface="Lato"/>
              <a:ea typeface="Lato"/>
              <a:cs typeface="Lato"/>
              <a:sym typeface="Lato"/>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948"/>
        <p:cNvGrpSpPr/>
        <p:nvPr/>
      </p:nvGrpSpPr>
      <p:grpSpPr>
        <a:xfrm>
          <a:off x="0" y="0"/>
          <a:ext cx="0" cy="0"/>
          <a:chOff x="0" y="0"/>
          <a:chExt cx="0" cy="0"/>
        </a:xfrm>
      </p:grpSpPr>
      <p:sp>
        <p:nvSpPr>
          <p:cNvPr id="949" name="Google Shape;949;p3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Table of contents</a:t>
            </a:r>
            <a:endParaRPr/>
          </a:p>
        </p:txBody>
      </p:sp>
      <p:sp>
        <p:nvSpPr>
          <p:cNvPr id="950" name="Google Shape;950;p30"/>
          <p:cNvSpPr txBox="1">
            <a:spLocks noGrp="1"/>
          </p:cNvSpPr>
          <p:nvPr>
            <p:ph type="title" idx="2"/>
          </p:nvPr>
        </p:nvSpPr>
        <p:spPr>
          <a:xfrm>
            <a:off x="1100975" y="1203373"/>
            <a:ext cx="7347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01</a:t>
            </a:r>
            <a:endParaRPr/>
          </a:p>
        </p:txBody>
      </p:sp>
      <p:sp>
        <p:nvSpPr>
          <p:cNvPr id="951" name="Google Shape;951;p30"/>
          <p:cNvSpPr txBox="1">
            <a:spLocks noGrp="1"/>
          </p:cNvSpPr>
          <p:nvPr>
            <p:ph type="title" idx="3"/>
          </p:nvPr>
        </p:nvSpPr>
        <p:spPr>
          <a:xfrm>
            <a:off x="1100975" y="2789203"/>
            <a:ext cx="7347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04</a:t>
            </a:r>
            <a:endParaRPr/>
          </a:p>
        </p:txBody>
      </p:sp>
      <p:sp>
        <p:nvSpPr>
          <p:cNvPr id="952" name="Google Shape;952;p30"/>
          <p:cNvSpPr txBox="1">
            <a:spLocks noGrp="1"/>
          </p:cNvSpPr>
          <p:nvPr>
            <p:ph type="title" idx="4"/>
          </p:nvPr>
        </p:nvSpPr>
        <p:spPr>
          <a:xfrm>
            <a:off x="3419250" y="1203373"/>
            <a:ext cx="7347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02</a:t>
            </a:r>
            <a:endParaRPr/>
          </a:p>
        </p:txBody>
      </p:sp>
      <p:sp>
        <p:nvSpPr>
          <p:cNvPr id="953" name="Google Shape;953;p30"/>
          <p:cNvSpPr txBox="1">
            <a:spLocks noGrp="1"/>
          </p:cNvSpPr>
          <p:nvPr>
            <p:ph type="title" idx="5"/>
          </p:nvPr>
        </p:nvSpPr>
        <p:spPr>
          <a:xfrm>
            <a:off x="3419250" y="2789203"/>
            <a:ext cx="7347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05</a:t>
            </a:r>
            <a:endParaRPr/>
          </a:p>
        </p:txBody>
      </p:sp>
      <p:sp>
        <p:nvSpPr>
          <p:cNvPr id="954" name="Google Shape;954;p30"/>
          <p:cNvSpPr txBox="1">
            <a:spLocks noGrp="1"/>
          </p:cNvSpPr>
          <p:nvPr>
            <p:ph type="title" idx="6"/>
          </p:nvPr>
        </p:nvSpPr>
        <p:spPr>
          <a:xfrm>
            <a:off x="5737525" y="1203373"/>
            <a:ext cx="7347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03</a:t>
            </a:r>
            <a:endParaRPr/>
          </a:p>
        </p:txBody>
      </p:sp>
      <p:sp>
        <p:nvSpPr>
          <p:cNvPr id="955" name="Google Shape;955;p30"/>
          <p:cNvSpPr txBox="1">
            <a:spLocks noGrp="1"/>
          </p:cNvSpPr>
          <p:nvPr>
            <p:ph type="title" idx="7"/>
          </p:nvPr>
        </p:nvSpPr>
        <p:spPr>
          <a:xfrm>
            <a:off x="5737525" y="2789203"/>
            <a:ext cx="7347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06</a:t>
            </a:r>
            <a:endParaRPr/>
          </a:p>
        </p:txBody>
      </p:sp>
      <p:sp>
        <p:nvSpPr>
          <p:cNvPr id="956" name="Google Shape;956;p30"/>
          <p:cNvSpPr txBox="1">
            <a:spLocks noGrp="1"/>
          </p:cNvSpPr>
          <p:nvPr>
            <p:ph type="subTitle" idx="1"/>
          </p:nvPr>
        </p:nvSpPr>
        <p:spPr>
          <a:xfrm>
            <a:off x="1100975" y="1912475"/>
            <a:ext cx="2305500" cy="750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Introduction</a:t>
            </a:r>
            <a:endParaRPr/>
          </a:p>
        </p:txBody>
      </p:sp>
      <p:sp>
        <p:nvSpPr>
          <p:cNvPr id="957" name="Google Shape;957;p30"/>
          <p:cNvSpPr txBox="1">
            <a:spLocks noGrp="1"/>
          </p:cNvSpPr>
          <p:nvPr>
            <p:ph type="subTitle" idx="8"/>
          </p:nvPr>
        </p:nvSpPr>
        <p:spPr>
          <a:xfrm>
            <a:off x="3419250" y="1912475"/>
            <a:ext cx="2305500" cy="750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Problem &amp; solution</a:t>
            </a:r>
            <a:endParaRPr/>
          </a:p>
        </p:txBody>
      </p:sp>
      <p:sp>
        <p:nvSpPr>
          <p:cNvPr id="958" name="Google Shape;958;p30"/>
          <p:cNvSpPr txBox="1">
            <a:spLocks noGrp="1"/>
          </p:cNvSpPr>
          <p:nvPr>
            <p:ph type="subTitle" idx="9"/>
          </p:nvPr>
        </p:nvSpPr>
        <p:spPr>
          <a:xfrm>
            <a:off x="5737525" y="1912475"/>
            <a:ext cx="2305500" cy="750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Market opportunity</a:t>
            </a:r>
            <a:endParaRPr/>
          </a:p>
        </p:txBody>
      </p:sp>
      <p:sp>
        <p:nvSpPr>
          <p:cNvPr id="959" name="Google Shape;959;p30"/>
          <p:cNvSpPr txBox="1">
            <a:spLocks noGrp="1"/>
          </p:cNvSpPr>
          <p:nvPr>
            <p:ph type="subTitle" idx="13"/>
          </p:nvPr>
        </p:nvSpPr>
        <p:spPr>
          <a:xfrm>
            <a:off x="1100975" y="3498350"/>
            <a:ext cx="2305500" cy="750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Product demo</a:t>
            </a:r>
            <a:endParaRPr/>
          </a:p>
        </p:txBody>
      </p:sp>
      <p:sp>
        <p:nvSpPr>
          <p:cNvPr id="960" name="Google Shape;960;p30"/>
          <p:cNvSpPr txBox="1">
            <a:spLocks noGrp="1"/>
          </p:cNvSpPr>
          <p:nvPr>
            <p:ph type="subTitle" idx="14"/>
          </p:nvPr>
        </p:nvSpPr>
        <p:spPr>
          <a:xfrm>
            <a:off x="3419250" y="3498350"/>
            <a:ext cx="2305500" cy="750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Team &amp; timeline</a:t>
            </a:r>
            <a:endParaRPr/>
          </a:p>
        </p:txBody>
      </p:sp>
      <p:sp>
        <p:nvSpPr>
          <p:cNvPr id="961" name="Google Shape;961;p30"/>
          <p:cNvSpPr txBox="1">
            <a:spLocks noGrp="1"/>
          </p:cNvSpPr>
          <p:nvPr>
            <p:ph type="subTitle" idx="15"/>
          </p:nvPr>
        </p:nvSpPr>
        <p:spPr>
          <a:xfrm>
            <a:off x="5737525" y="3498350"/>
            <a:ext cx="2305500" cy="750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Financial &amp; metrics</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965"/>
        <p:cNvGrpSpPr/>
        <p:nvPr/>
      </p:nvGrpSpPr>
      <p:grpSpPr>
        <a:xfrm>
          <a:off x="0" y="0"/>
          <a:ext cx="0" cy="0"/>
          <a:chOff x="0" y="0"/>
          <a:chExt cx="0" cy="0"/>
        </a:xfrm>
      </p:grpSpPr>
      <p:sp>
        <p:nvSpPr>
          <p:cNvPr id="966" name="Google Shape;966;p31"/>
          <p:cNvSpPr/>
          <p:nvPr/>
        </p:nvSpPr>
        <p:spPr>
          <a:xfrm rot="4500170">
            <a:off x="4600402" y="7400"/>
            <a:ext cx="5575737" cy="4867271"/>
          </a:xfrm>
          <a:custGeom>
            <a:avLst/>
            <a:gdLst/>
            <a:ahLst/>
            <a:cxnLst/>
            <a:rect l="l" t="t" r="r" b="b"/>
            <a:pathLst>
              <a:path w="45721" h="44028" extrusionOk="0">
                <a:moveTo>
                  <a:pt x="22493" y="0"/>
                </a:moveTo>
                <a:cubicBezTo>
                  <a:pt x="21088" y="0"/>
                  <a:pt x="19696" y="207"/>
                  <a:pt x="18384" y="686"/>
                </a:cubicBezTo>
                <a:cubicBezTo>
                  <a:pt x="16538" y="1365"/>
                  <a:pt x="14788" y="2674"/>
                  <a:pt x="13800" y="4401"/>
                </a:cubicBezTo>
                <a:cubicBezTo>
                  <a:pt x="12502" y="6663"/>
                  <a:pt x="12633" y="9461"/>
                  <a:pt x="11597" y="11842"/>
                </a:cubicBezTo>
                <a:cubicBezTo>
                  <a:pt x="10764" y="13771"/>
                  <a:pt x="8704" y="14926"/>
                  <a:pt x="7073" y="16116"/>
                </a:cubicBezTo>
                <a:cubicBezTo>
                  <a:pt x="4548" y="17962"/>
                  <a:pt x="2048" y="20141"/>
                  <a:pt x="1179" y="23260"/>
                </a:cubicBezTo>
                <a:cubicBezTo>
                  <a:pt x="0" y="27415"/>
                  <a:pt x="346" y="32368"/>
                  <a:pt x="2715" y="36071"/>
                </a:cubicBezTo>
                <a:cubicBezTo>
                  <a:pt x="4489" y="38834"/>
                  <a:pt x="7513" y="39655"/>
                  <a:pt x="10644" y="39715"/>
                </a:cubicBezTo>
                <a:cubicBezTo>
                  <a:pt x="10740" y="39716"/>
                  <a:pt x="10835" y="39717"/>
                  <a:pt x="10932" y="39717"/>
                </a:cubicBezTo>
                <a:cubicBezTo>
                  <a:pt x="12378" y="39717"/>
                  <a:pt x="13967" y="39555"/>
                  <a:pt x="15526" y="39555"/>
                </a:cubicBezTo>
                <a:cubicBezTo>
                  <a:pt x="17089" y="39555"/>
                  <a:pt x="18623" y="39718"/>
                  <a:pt x="19955" y="40369"/>
                </a:cubicBezTo>
                <a:cubicBezTo>
                  <a:pt x="23538" y="42115"/>
                  <a:pt x="27996" y="44028"/>
                  <a:pt x="32241" y="44028"/>
                </a:cubicBezTo>
                <a:cubicBezTo>
                  <a:pt x="33555" y="44028"/>
                  <a:pt x="34848" y="43845"/>
                  <a:pt x="36088" y="43417"/>
                </a:cubicBezTo>
                <a:cubicBezTo>
                  <a:pt x="41505" y="41548"/>
                  <a:pt x="44149" y="37905"/>
                  <a:pt x="44934" y="33178"/>
                </a:cubicBezTo>
                <a:cubicBezTo>
                  <a:pt x="45720" y="28463"/>
                  <a:pt x="43565" y="24534"/>
                  <a:pt x="42875" y="20796"/>
                </a:cubicBezTo>
                <a:cubicBezTo>
                  <a:pt x="42446" y="18438"/>
                  <a:pt x="42160" y="15819"/>
                  <a:pt x="41422" y="13473"/>
                </a:cubicBezTo>
                <a:cubicBezTo>
                  <a:pt x="41148" y="12580"/>
                  <a:pt x="40779" y="11711"/>
                  <a:pt x="40339" y="10890"/>
                </a:cubicBezTo>
                <a:cubicBezTo>
                  <a:pt x="38076" y="6675"/>
                  <a:pt x="34100" y="3496"/>
                  <a:pt x="29766" y="1615"/>
                </a:cubicBezTo>
                <a:cubicBezTo>
                  <a:pt x="27553" y="661"/>
                  <a:pt x="25002" y="0"/>
                  <a:pt x="22493"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 name="Google Shape;967;p31"/>
          <p:cNvSpPr txBox="1">
            <a:spLocks noGrp="1"/>
          </p:cNvSpPr>
          <p:nvPr>
            <p:ph type="title"/>
          </p:nvPr>
        </p:nvSpPr>
        <p:spPr>
          <a:xfrm>
            <a:off x="811975" y="1032900"/>
            <a:ext cx="2804400" cy="1006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What is a pitch deck?</a:t>
            </a:r>
            <a:endParaRPr/>
          </a:p>
        </p:txBody>
      </p:sp>
      <p:sp>
        <p:nvSpPr>
          <p:cNvPr id="968" name="Google Shape;968;p31"/>
          <p:cNvSpPr txBox="1">
            <a:spLocks noGrp="1"/>
          </p:cNvSpPr>
          <p:nvPr>
            <p:ph type="subTitle" idx="1"/>
          </p:nvPr>
        </p:nvSpPr>
        <p:spPr>
          <a:xfrm>
            <a:off x="811975" y="2039700"/>
            <a:ext cx="4294800" cy="2070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 pitch deck is a short presentation that entrepreneurs use to describe their business and present it to potential investors. It usually consists of about 10 slides with:</a:t>
            </a:r>
            <a:endParaRPr/>
          </a:p>
          <a:p>
            <a:pPr marL="457200" lvl="0" indent="-304800" algn="l" rtl="0">
              <a:spcBef>
                <a:spcPts val="1000"/>
              </a:spcBef>
              <a:spcAft>
                <a:spcPts val="0"/>
              </a:spcAft>
              <a:buSzPts val="1200"/>
              <a:buChar char="●"/>
            </a:pPr>
            <a:r>
              <a:rPr lang="en"/>
              <a:t>An overview of the company's mission and the product or service offered</a:t>
            </a:r>
            <a:endParaRPr/>
          </a:p>
          <a:p>
            <a:pPr marL="457200" lvl="0" indent="-304800" algn="l" rtl="0">
              <a:spcBef>
                <a:spcPts val="0"/>
              </a:spcBef>
              <a:spcAft>
                <a:spcPts val="0"/>
              </a:spcAft>
              <a:buSzPts val="1200"/>
              <a:buChar char="●"/>
            </a:pPr>
            <a:r>
              <a:rPr lang="en"/>
              <a:t>Market opportunity</a:t>
            </a:r>
            <a:endParaRPr/>
          </a:p>
          <a:p>
            <a:pPr marL="457200" lvl="0" indent="-304800" algn="l" rtl="0">
              <a:spcBef>
                <a:spcPts val="0"/>
              </a:spcBef>
              <a:spcAft>
                <a:spcPts val="0"/>
              </a:spcAft>
              <a:buSzPts val="1200"/>
              <a:buChar char="●"/>
            </a:pPr>
            <a:r>
              <a:rPr lang="en"/>
              <a:t>Team, financials, etc.</a:t>
            </a:r>
            <a:endParaRPr/>
          </a:p>
          <a:p>
            <a:pPr marL="0" lvl="0" indent="0" algn="l" rtl="0">
              <a:spcBef>
                <a:spcPts val="1000"/>
              </a:spcBef>
              <a:spcAft>
                <a:spcPts val="0"/>
              </a:spcAft>
              <a:buNone/>
            </a:pPr>
            <a:r>
              <a:rPr lang="en"/>
              <a:t>The goal is to garner enough interest from investors so that they are motivated to invest in the business</a:t>
            </a:r>
            <a:endParaRPr/>
          </a:p>
        </p:txBody>
      </p:sp>
      <p:pic>
        <p:nvPicPr>
          <p:cNvPr id="969" name="Google Shape;969;p31"/>
          <p:cNvPicPr preferRelativeResize="0">
            <a:picLocks noGrp="1"/>
          </p:cNvPicPr>
          <p:nvPr>
            <p:ph type="pic" idx="2"/>
          </p:nvPr>
        </p:nvPicPr>
        <p:blipFill rotWithShape="1">
          <a:blip r:embed="rId3">
            <a:alphaModFix/>
          </a:blip>
          <a:srcRect l="9433" r="37003" b="10007"/>
          <a:stretch/>
        </p:blipFill>
        <p:spPr>
          <a:xfrm>
            <a:off x="5668975" y="1076550"/>
            <a:ext cx="2990400" cy="2990400"/>
          </a:xfrm>
          <a:prstGeom prst="roundRect">
            <a:avLst>
              <a:gd name="adj" fmla="val 16667"/>
            </a:avLst>
          </a:prstGeom>
        </p:spPr>
      </p:pic>
      <p:grpSp>
        <p:nvGrpSpPr>
          <p:cNvPr id="970" name="Google Shape;970;p31"/>
          <p:cNvGrpSpPr/>
          <p:nvPr/>
        </p:nvGrpSpPr>
        <p:grpSpPr>
          <a:xfrm>
            <a:off x="7875610" y="386631"/>
            <a:ext cx="997823" cy="1575369"/>
            <a:chOff x="7230903" y="4040695"/>
            <a:chExt cx="708279" cy="1118235"/>
          </a:xfrm>
        </p:grpSpPr>
        <p:grpSp>
          <p:nvGrpSpPr>
            <p:cNvPr id="971" name="Google Shape;971;p31"/>
            <p:cNvGrpSpPr/>
            <p:nvPr/>
          </p:nvGrpSpPr>
          <p:grpSpPr>
            <a:xfrm>
              <a:off x="7230903" y="4040695"/>
              <a:ext cx="652843" cy="225742"/>
              <a:chOff x="7230903" y="4040695"/>
              <a:chExt cx="652843" cy="225742"/>
            </a:xfrm>
          </p:grpSpPr>
          <p:sp>
            <p:nvSpPr>
              <p:cNvPr id="972" name="Google Shape;972;p31"/>
              <p:cNvSpPr/>
              <p:nvPr/>
            </p:nvSpPr>
            <p:spPr>
              <a:xfrm>
                <a:off x="7230903" y="4040695"/>
                <a:ext cx="652843" cy="225742"/>
              </a:xfrm>
              <a:custGeom>
                <a:avLst/>
                <a:gdLst/>
                <a:ahLst/>
                <a:cxnLst/>
                <a:rect l="l" t="t" r="r" b="b"/>
                <a:pathLst>
                  <a:path w="652843" h="225742" extrusionOk="0">
                    <a:moveTo>
                      <a:pt x="619030" y="0"/>
                    </a:moveTo>
                    <a:cubicBezTo>
                      <a:pt x="637705" y="0"/>
                      <a:pt x="652844" y="15139"/>
                      <a:pt x="652844" y="33814"/>
                    </a:cubicBezTo>
                    <a:lnTo>
                      <a:pt x="652844" y="191929"/>
                    </a:lnTo>
                    <a:cubicBezTo>
                      <a:pt x="652844" y="210603"/>
                      <a:pt x="637704" y="225742"/>
                      <a:pt x="619030" y="225742"/>
                    </a:cubicBezTo>
                    <a:lnTo>
                      <a:pt x="33814" y="225742"/>
                    </a:lnTo>
                    <a:cubicBezTo>
                      <a:pt x="15139" y="225742"/>
                      <a:pt x="0" y="210603"/>
                      <a:pt x="0" y="191929"/>
                    </a:cubicBezTo>
                    <a:lnTo>
                      <a:pt x="0" y="33814"/>
                    </a:lnTo>
                    <a:cubicBezTo>
                      <a:pt x="0" y="15139"/>
                      <a:pt x="15139" y="0"/>
                      <a:pt x="33814" y="0"/>
                    </a:cubicBez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3" name="Google Shape;973;p31"/>
              <p:cNvSpPr/>
              <p:nvPr/>
            </p:nvSpPr>
            <p:spPr>
              <a:xfrm>
                <a:off x="7287577" y="4077081"/>
                <a:ext cx="151161" cy="151161"/>
              </a:xfrm>
              <a:custGeom>
                <a:avLst/>
                <a:gdLst/>
                <a:ahLst/>
                <a:cxnLst/>
                <a:rect l="l" t="t" r="r" b="b"/>
                <a:pathLst>
                  <a:path w="151161" h="151161" extrusionOk="0">
                    <a:moveTo>
                      <a:pt x="0" y="0"/>
                    </a:moveTo>
                    <a:lnTo>
                      <a:pt x="151161" y="0"/>
                    </a:lnTo>
                    <a:lnTo>
                      <a:pt x="151161" y="151162"/>
                    </a:lnTo>
                    <a:lnTo>
                      <a:pt x="0" y="151162"/>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974" name="Google Shape;974;p31"/>
              <p:cNvGrpSpPr/>
              <p:nvPr/>
            </p:nvGrpSpPr>
            <p:grpSpPr>
              <a:xfrm>
                <a:off x="7487126" y="4081367"/>
                <a:ext cx="332041" cy="142684"/>
                <a:chOff x="7487126" y="4081367"/>
                <a:chExt cx="332041" cy="142684"/>
              </a:xfrm>
            </p:grpSpPr>
            <p:sp>
              <p:nvSpPr>
                <p:cNvPr id="975" name="Google Shape;975;p31"/>
                <p:cNvSpPr/>
                <p:nvPr/>
              </p:nvSpPr>
              <p:spPr>
                <a:xfrm>
                  <a:off x="7487126" y="4081367"/>
                  <a:ext cx="332041" cy="20383"/>
                </a:xfrm>
                <a:custGeom>
                  <a:avLst/>
                  <a:gdLst/>
                  <a:ahLst/>
                  <a:cxnLst/>
                  <a:rect l="l" t="t" r="r" b="b"/>
                  <a:pathLst>
                    <a:path w="332041" h="20383" extrusionOk="0">
                      <a:moveTo>
                        <a:pt x="0" y="0"/>
                      </a:moveTo>
                      <a:lnTo>
                        <a:pt x="332041" y="0"/>
                      </a:lnTo>
                      <a:lnTo>
                        <a:pt x="332041" y="20384"/>
                      </a:lnTo>
                      <a:lnTo>
                        <a:pt x="0" y="2038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6" name="Google Shape;976;p31"/>
                <p:cNvSpPr/>
                <p:nvPr/>
              </p:nvSpPr>
              <p:spPr>
                <a:xfrm>
                  <a:off x="7487126" y="4122134"/>
                  <a:ext cx="280320" cy="20383"/>
                </a:xfrm>
                <a:custGeom>
                  <a:avLst/>
                  <a:gdLst/>
                  <a:ahLst/>
                  <a:cxnLst/>
                  <a:rect l="l" t="t" r="r" b="b"/>
                  <a:pathLst>
                    <a:path w="280320" h="20383" extrusionOk="0">
                      <a:moveTo>
                        <a:pt x="0" y="0"/>
                      </a:moveTo>
                      <a:lnTo>
                        <a:pt x="280321" y="0"/>
                      </a:lnTo>
                      <a:lnTo>
                        <a:pt x="280321" y="20384"/>
                      </a:lnTo>
                      <a:lnTo>
                        <a:pt x="0" y="2038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7" name="Google Shape;977;p31"/>
                <p:cNvSpPr/>
                <p:nvPr/>
              </p:nvSpPr>
              <p:spPr>
                <a:xfrm>
                  <a:off x="7487126" y="4162901"/>
                  <a:ext cx="332041" cy="20383"/>
                </a:xfrm>
                <a:custGeom>
                  <a:avLst/>
                  <a:gdLst/>
                  <a:ahLst/>
                  <a:cxnLst/>
                  <a:rect l="l" t="t" r="r" b="b"/>
                  <a:pathLst>
                    <a:path w="332041" h="20383" extrusionOk="0">
                      <a:moveTo>
                        <a:pt x="0" y="0"/>
                      </a:moveTo>
                      <a:lnTo>
                        <a:pt x="332041" y="0"/>
                      </a:lnTo>
                      <a:lnTo>
                        <a:pt x="332041" y="20384"/>
                      </a:lnTo>
                      <a:lnTo>
                        <a:pt x="0" y="2038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8" name="Google Shape;978;p31"/>
                <p:cNvSpPr/>
                <p:nvPr/>
              </p:nvSpPr>
              <p:spPr>
                <a:xfrm>
                  <a:off x="7487126" y="4203668"/>
                  <a:ext cx="171545" cy="20383"/>
                </a:xfrm>
                <a:custGeom>
                  <a:avLst/>
                  <a:gdLst/>
                  <a:ahLst/>
                  <a:cxnLst/>
                  <a:rect l="l" t="t" r="r" b="b"/>
                  <a:pathLst>
                    <a:path w="171545" h="20383" extrusionOk="0">
                      <a:moveTo>
                        <a:pt x="0" y="0"/>
                      </a:moveTo>
                      <a:lnTo>
                        <a:pt x="171545" y="0"/>
                      </a:lnTo>
                      <a:lnTo>
                        <a:pt x="171545" y="20384"/>
                      </a:lnTo>
                      <a:lnTo>
                        <a:pt x="0" y="2038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979" name="Google Shape;979;p31"/>
            <p:cNvGrpSpPr/>
            <p:nvPr/>
          </p:nvGrpSpPr>
          <p:grpSpPr>
            <a:xfrm>
              <a:off x="7230903" y="4338161"/>
              <a:ext cx="652843" cy="225742"/>
              <a:chOff x="7230903" y="4338161"/>
              <a:chExt cx="652843" cy="225742"/>
            </a:xfrm>
          </p:grpSpPr>
          <p:sp>
            <p:nvSpPr>
              <p:cNvPr id="980" name="Google Shape;980;p31"/>
              <p:cNvSpPr/>
              <p:nvPr/>
            </p:nvSpPr>
            <p:spPr>
              <a:xfrm>
                <a:off x="7230903" y="4338161"/>
                <a:ext cx="652843" cy="225742"/>
              </a:xfrm>
              <a:custGeom>
                <a:avLst/>
                <a:gdLst/>
                <a:ahLst/>
                <a:cxnLst/>
                <a:rect l="l" t="t" r="r" b="b"/>
                <a:pathLst>
                  <a:path w="652843" h="225742" extrusionOk="0">
                    <a:moveTo>
                      <a:pt x="619030" y="0"/>
                    </a:moveTo>
                    <a:cubicBezTo>
                      <a:pt x="637705" y="0"/>
                      <a:pt x="652844" y="15139"/>
                      <a:pt x="652844" y="33814"/>
                    </a:cubicBezTo>
                    <a:lnTo>
                      <a:pt x="652844" y="191929"/>
                    </a:lnTo>
                    <a:cubicBezTo>
                      <a:pt x="652844" y="210604"/>
                      <a:pt x="637704" y="225742"/>
                      <a:pt x="619030" y="225742"/>
                    </a:cubicBezTo>
                    <a:lnTo>
                      <a:pt x="33814" y="225742"/>
                    </a:lnTo>
                    <a:cubicBezTo>
                      <a:pt x="15139" y="225742"/>
                      <a:pt x="0" y="210604"/>
                      <a:pt x="0" y="191929"/>
                    </a:cubicBezTo>
                    <a:lnTo>
                      <a:pt x="0" y="33814"/>
                    </a:lnTo>
                    <a:cubicBezTo>
                      <a:pt x="0" y="15139"/>
                      <a:pt x="15139" y="0"/>
                      <a:pt x="33814" y="0"/>
                    </a:cubicBez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1" name="Google Shape;981;p31"/>
              <p:cNvSpPr/>
              <p:nvPr/>
            </p:nvSpPr>
            <p:spPr>
              <a:xfrm>
                <a:off x="7287577" y="4374737"/>
                <a:ext cx="151161" cy="151066"/>
              </a:xfrm>
              <a:custGeom>
                <a:avLst/>
                <a:gdLst/>
                <a:ahLst/>
                <a:cxnLst/>
                <a:rect l="l" t="t" r="r" b="b"/>
                <a:pathLst>
                  <a:path w="151161" h="151066" extrusionOk="0">
                    <a:moveTo>
                      <a:pt x="75534" y="151066"/>
                    </a:moveTo>
                    <a:lnTo>
                      <a:pt x="75534" y="151066"/>
                    </a:lnTo>
                    <a:cubicBezTo>
                      <a:pt x="33814" y="151066"/>
                      <a:pt x="0" y="117253"/>
                      <a:pt x="0" y="75533"/>
                    </a:cubicBezTo>
                    <a:lnTo>
                      <a:pt x="0" y="75533"/>
                    </a:lnTo>
                    <a:cubicBezTo>
                      <a:pt x="0" y="33814"/>
                      <a:pt x="33814" y="0"/>
                      <a:pt x="75534" y="0"/>
                    </a:cubicBezTo>
                    <a:lnTo>
                      <a:pt x="75534" y="0"/>
                    </a:lnTo>
                    <a:cubicBezTo>
                      <a:pt x="117253" y="0"/>
                      <a:pt x="151162" y="33814"/>
                      <a:pt x="151162" y="75533"/>
                    </a:cubicBezTo>
                    <a:lnTo>
                      <a:pt x="151162" y="75533"/>
                    </a:lnTo>
                    <a:cubicBezTo>
                      <a:pt x="151162" y="117253"/>
                      <a:pt x="117348" y="151066"/>
                      <a:pt x="75534" y="151066"/>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982" name="Google Shape;982;p31"/>
              <p:cNvGrpSpPr/>
              <p:nvPr/>
            </p:nvGrpSpPr>
            <p:grpSpPr>
              <a:xfrm>
                <a:off x="7487126" y="4378833"/>
                <a:ext cx="332041" cy="142684"/>
                <a:chOff x="7487126" y="4378833"/>
                <a:chExt cx="332041" cy="142684"/>
              </a:xfrm>
            </p:grpSpPr>
            <p:sp>
              <p:nvSpPr>
                <p:cNvPr id="983" name="Google Shape;983;p31"/>
                <p:cNvSpPr/>
                <p:nvPr/>
              </p:nvSpPr>
              <p:spPr>
                <a:xfrm>
                  <a:off x="7525512" y="4378833"/>
                  <a:ext cx="293655" cy="20383"/>
                </a:xfrm>
                <a:custGeom>
                  <a:avLst/>
                  <a:gdLst/>
                  <a:ahLst/>
                  <a:cxnLst/>
                  <a:rect l="l" t="t" r="r" b="b"/>
                  <a:pathLst>
                    <a:path w="293655" h="20383" extrusionOk="0">
                      <a:moveTo>
                        <a:pt x="0" y="0"/>
                      </a:moveTo>
                      <a:lnTo>
                        <a:pt x="293656" y="0"/>
                      </a:lnTo>
                      <a:lnTo>
                        <a:pt x="293656" y="20384"/>
                      </a:lnTo>
                      <a:lnTo>
                        <a:pt x="0" y="2038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4" name="Google Shape;984;p31"/>
                <p:cNvSpPr/>
                <p:nvPr/>
              </p:nvSpPr>
              <p:spPr>
                <a:xfrm>
                  <a:off x="7487126" y="4419600"/>
                  <a:ext cx="332041" cy="20383"/>
                </a:xfrm>
                <a:custGeom>
                  <a:avLst/>
                  <a:gdLst/>
                  <a:ahLst/>
                  <a:cxnLst/>
                  <a:rect l="l" t="t" r="r" b="b"/>
                  <a:pathLst>
                    <a:path w="332041" h="20383" extrusionOk="0">
                      <a:moveTo>
                        <a:pt x="0" y="0"/>
                      </a:moveTo>
                      <a:lnTo>
                        <a:pt x="332041" y="0"/>
                      </a:lnTo>
                      <a:lnTo>
                        <a:pt x="332041" y="20384"/>
                      </a:lnTo>
                      <a:lnTo>
                        <a:pt x="0" y="2038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5" name="Google Shape;985;p31"/>
                <p:cNvSpPr/>
                <p:nvPr/>
              </p:nvSpPr>
              <p:spPr>
                <a:xfrm>
                  <a:off x="7563802" y="4460367"/>
                  <a:ext cx="255365" cy="20383"/>
                </a:xfrm>
                <a:custGeom>
                  <a:avLst/>
                  <a:gdLst/>
                  <a:ahLst/>
                  <a:cxnLst/>
                  <a:rect l="l" t="t" r="r" b="b"/>
                  <a:pathLst>
                    <a:path w="255365" h="20383" extrusionOk="0">
                      <a:moveTo>
                        <a:pt x="0" y="0"/>
                      </a:moveTo>
                      <a:lnTo>
                        <a:pt x="255365" y="0"/>
                      </a:lnTo>
                      <a:lnTo>
                        <a:pt x="255365" y="20384"/>
                      </a:lnTo>
                      <a:lnTo>
                        <a:pt x="0" y="2038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6" name="Google Shape;986;p31"/>
                <p:cNvSpPr/>
                <p:nvPr/>
              </p:nvSpPr>
              <p:spPr>
                <a:xfrm>
                  <a:off x="7487126" y="4501134"/>
                  <a:ext cx="171545" cy="20383"/>
                </a:xfrm>
                <a:custGeom>
                  <a:avLst/>
                  <a:gdLst/>
                  <a:ahLst/>
                  <a:cxnLst/>
                  <a:rect l="l" t="t" r="r" b="b"/>
                  <a:pathLst>
                    <a:path w="171545" h="20383" extrusionOk="0">
                      <a:moveTo>
                        <a:pt x="0" y="0"/>
                      </a:moveTo>
                      <a:lnTo>
                        <a:pt x="171545" y="0"/>
                      </a:lnTo>
                      <a:lnTo>
                        <a:pt x="171545" y="20384"/>
                      </a:lnTo>
                      <a:lnTo>
                        <a:pt x="0" y="2038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sp>
          <p:nvSpPr>
            <p:cNvPr id="987" name="Google Shape;987;p31"/>
            <p:cNvSpPr/>
            <p:nvPr/>
          </p:nvSpPr>
          <p:spPr>
            <a:xfrm>
              <a:off x="7338250" y="4420804"/>
              <a:ext cx="50734" cy="60632"/>
            </a:xfrm>
            <a:custGeom>
              <a:avLst/>
              <a:gdLst/>
              <a:ahLst/>
              <a:cxnLst/>
              <a:rect l="l" t="t" r="r" b="b"/>
              <a:pathLst>
                <a:path w="50734" h="60632" extrusionOk="0">
                  <a:moveTo>
                    <a:pt x="0" y="4892"/>
                  </a:moveTo>
                  <a:lnTo>
                    <a:pt x="0" y="55851"/>
                  </a:lnTo>
                  <a:cubicBezTo>
                    <a:pt x="0" y="59566"/>
                    <a:pt x="4001" y="61851"/>
                    <a:pt x="7239" y="59947"/>
                  </a:cubicBezTo>
                  <a:lnTo>
                    <a:pt x="48387" y="35562"/>
                  </a:lnTo>
                  <a:cubicBezTo>
                    <a:pt x="51435" y="33753"/>
                    <a:pt x="51531" y="29371"/>
                    <a:pt x="48578" y="27371"/>
                  </a:cubicBezTo>
                  <a:lnTo>
                    <a:pt x="7430" y="796"/>
                  </a:lnTo>
                  <a:cubicBezTo>
                    <a:pt x="4191" y="-1299"/>
                    <a:pt x="0" y="987"/>
                    <a:pt x="0" y="4797"/>
                  </a:cubicBez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988" name="Google Shape;988;p31"/>
            <p:cNvGrpSpPr/>
            <p:nvPr/>
          </p:nvGrpSpPr>
          <p:grpSpPr>
            <a:xfrm>
              <a:off x="7230903" y="4635722"/>
              <a:ext cx="652843" cy="225742"/>
              <a:chOff x="7230903" y="4635722"/>
              <a:chExt cx="652843" cy="225742"/>
            </a:xfrm>
          </p:grpSpPr>
          <p:sp>
            <p:nvSpPr>
              <p:cNvPr id="989" name="Google Shape;989;p31"/>
              <p:cNvSpPr/>
              <p:nvPr/>
            </p:nvSpPr>
            <p:spPr>
              <a:xfrm>
                <a:off x="7230903" y="4635722"/>
                <a:ext cx="652843" cy="225742"/>
              </a:xfrm>
              <a:custGeom>
                <a:avLst/>
                <a:gdLst/>
                <a:ahLst/>
                <a:cxnLst/>
                <a:rect l="l" t="t" r="r" b="b"/>
                <a:pathLst>
                  <a:path w="652843" h="225742" extrusionOk="0">
                    <a:moveTo>
                      <a:pt x="619030" y="0"/>
                    </a:moveTo>
                    <a:cubicBezTo>
                      <a:pt x="637705" y="0"/>
                      <a:pt x="652844" y="15139"/>
                      <a:pt x="652844" y="33814"/>
                    </a:cubicBezTo>
                    <a:lnTo>
                      <a:pt x="652844" y="191929"/>
                    </a:lnTo>
                    <a:cubicBezTo>
                      <a:pt x="652844" y="210603"/>
                      <a:pt x="637704" y="225742"/>
                      <a:pt x="619030" y="225742"/>
                    </a:cubicBezTo>
                    <a:lnTo>
                      <a:pt x="33814" y="225742"/>
                    </a:lnTo>
                    <a:cubicBezTo>
                      <a:pt x="15139" y="225742"/>
                      <a:pt x="0" y="210603"/>
                      <a:pt x="0" y="191929"/>
                    </a:cubicBezTo>
                    <a:lnTo>
                      <a:pt x="0" y="33814"/>
                    </a:lnTo>
                    <a:cubicBezTo>
                      <a:pt x="0" y="15139"/>
                      <a:pt x="15139" y="0"/>
                      <a:pt x="33814" y="0"/>
                    </a:cubicBez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90" name="Google Shape;990;p31"/>
              <p:cNvSpPr/>
              <p:nvPr/>
            </p:nvSpPr>
            <p:spPr>
              <a:xfrm>
                <a:off x="7287577" y="4672107"/>
                <a:ext cx="151161" cy="151161"/>
              </a:xfrm>
              <a:custGeom>
                <a:avLst/>
                <a:gdLst/>
                <a:ahLst/>
                <a:cxnLst/>
                <a:rect l="l" t="t" r="r" b="b"/>
                <a:pathLst>
                  <a:path w="151161" h="151161" extrusionOk="0">
                    <a:moveTo>
                      <a:pt x="0" y="0"/>
                    </a:moveTo>
                    <a:lnTo>
                      <a:pt x="151161" y="0"/>
                    </a:lnTo>
                    <a:lnTo>
                      <a:pt x="151161" y="151162"/>
                    </a:lnTo>
                    <a:lnTo>
                      <a:pt x="0" y="151162"/>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991" name="Google Shape;991;p31"/>
              <p:cNvGrpSpPr/>
              <p:nvPr/>
            </p:nvGrpSpPr>
            <p:grpSpPr>
              <a:xfrm>
                <a:off x="7487126" y="4676394"/>
                <a:ext cx="332041" cy="142684"/>
                <a:chOff x="7487126" y="4676394"/>
                <a:chExt cx="332041" cy="142684"/>
              </a:xfrm>
            </p:grpSpPr>
            <p:sp>
              <p:nvSpPr>
                <p:cNvPr id="992" name="Google Shape;992;p31"/>
                <p:cNvSpPr/>
                <p:nvPr/>
              </p:nvSpPr>
              <p:spPr>
                <a:xfrm>
                  <a:off x="7487126" y="4676394"/>
                  <a:ext cx="332041" cy="20383"/>
                </a:xfrm>
                <a:custGeom>
                  <a:avLst/>
                  <a:gdLst/>
                  <a:ahLst/>
                  <a:cxnLst/>
                  <a:rect l="l" t="t" r="r" b="b"/>
                  <a:pathLst>
                    <a:path w="332041" h="20383" extrusionOk="0">
                      <a:moveTo>
                        <a:pt x="0" y="0"/>
                      </a:moveTo>
                      <a:lnTo>
                        <a:pt x="332041" y="0"/>
                      </a:lnTo>
                      <a:lnTo>
                        <a:pt x="332041" y="20384"/>
                      </a:lnTo>
                      <a:lnTo>
                        <a:pt x="0" y="2038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93" name="Google Shape;993;p31"/>
                <p:cNvSpPr/>
                <p:nvPr/>
              </p:nvSpPr>
              <p:spPr>
                <a:xfrm>
                  <a:off x="7487126" y="4717161"/>
                  <a:ext cx="290322" cy="20383"/>
                </a:xfrm>
                <a:custGeom>
                  <a:avLst/>
                  <a:gdLst/>
                  <a:ahLst/>
                  <a:cxnLst/>
                  <a:rect l="l" t="t" r="r" b="b"/>
                  <a:pathLst>
                    <a:path w="290322" h="20383" extrusionOk="0">
                      <a:moveTo>
                        <a:pt x="0" y="0"/>
                      </a:moveTo>
                      <a:lnTo>
                        <a:pt x="290322" y="0"/>
                      </a:lnTo>
                      <a:lnTo>
                        <a:pt x="290322" y="20384"/>
                      </a:lnTo>
                      <a:lnTo>
                        <a:pt x="0" y="2038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94" name="Google Shape;994;p31"/>
                <p:cNvSpPr/>
                <p:nvPr/>
              </p:nvSpPr>
              <p:spPr>
                <a:xfrm>
                  <a:off x="7487126" y="4757928"/>
                  <a:ext cx="303942" cy="20383"/>
                </a:xfrm>
                <a:custGeom>
                  <a:avLst/>
                  <a:gdLst/>
                  <a:ahLst/>
                  <a:cxnLst/>
                  <a:rect l="l" t="t" r="r" b="b"/>
                  <a:pathLst>
                    <a:path w="303942" h="20383" extrusionOk="0">
                      <a:moveTo>
                        <a:pt x="0" y="0"/>
                      </a:moveTo>
                      <a:lnTo>
                        <a:pt x="303942" y="0"/>
                      </a:lnTo>
                      <a:lnTo>
                        <a:pt x="303942" y="20384"/>
                      </a:lnTo>
                      <a:lnTo>
                        <a:pt x="0" y="2038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95" name="Google Shape;995;p31"/>
                <p:cNvSpPr/>
                <p:nvPr/>
              </p:nvSpPr>
              <p:spPr>
                <a:xfrm>
                  <a:off x="7487126" y="4798695"/>
                  <a:ext cx="171545" cy="20383"/>
                </a:xfrm>
                <a:custGeom>
                  <a:avLst/>
                  <a:gdLst/>
                  <a:ahLst/>
                  <a:cxnLst/>
                  <a:rect l="l" t="t" r="r" b="b"/>
                  <a:pathLst>
                    <a:path w="171545" h="20383" extrusionOk="0">
                      <a:moveTo>
                        <a:pt x="0" y="0"/>
                      </a:moveTo>
                      <a:lnTo>
                        <a:pt x="171545" y="0"/>
                      </a:lnTo>
                      <a:lnTo>
                        <a:pt x="171545" y="20384"/>
                      </a:lnTo>
                      <a:lnTo>
                        <a:pt x="0" y="2038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996" name="Google Shape;996;p31"/>
            <p:cNvGrpSpPr/>
            <p:nvPr/>
          </p:nvGrpSpPr>
          <p:grpSpPr>
            <a:xfrm>
              <a:off x="7230903" y="4933188"/>
              <a:ext cx="652843" cy="225742"/>
              <a:chOff x="7230903" y="4933188"/>
              <a:chExt cx="652843" cy="225742"/>
            </a:xfrm>
          </p:grpSpPr>
          <p:grpSp>
            <p:nvGrpSpPr>
              <p:cNvPr id="997" name="Google Shape;997;p31"/>
              <p:cNvGrpSpPr/>
              <p:nvPr/>
            </p:nvGrpSpPr>
            <p:grpSpPr>
              <a:xfrm>
                <a:off x="7230903" y="4933188"/>
                <a:ext cx="652843" cy="225742"/>
                <a:chOff x="7230903" y="4933188"/>
                <a:chExt cx="652843" cy="225742"/>
              </a:xfrm>
            </p:grpSpPr>
            <p:sp>
              <p:nvSpPr>
                <p:cNvPr id="998" name="Google Shape;998;p31"/>
                <p:cNvSpPr/>
                <p:nvPr/>
              </p:nvSpPr>
              <p:spPr>
                <a:xfrm>
                  <a:off x="7230903" y="4933188"/>
                  <a:ext cx="652843" cy="225742"/>
                </a:xfrm>
                <a:custGeom>
                  <a:avLst/>
                  <a:gdLst/>
                  <a:ahLst/>
                  <a:cxnLst/>
                  <a:rect l="l" t="t" r="r" b="b"/>
                  <a:pathLst>
                    <a:path w="652843" h="225742" extrusionOk="0">
                      <a:moveTo>
                        <a:pt x="619030" y="0"/>
                      </a:moveTo>
                      <a:cubicBezTo>
                        <a:pt x="637705" y="0"/>
                        <a:pt x="652844" y="15139"/>
                        <a:pt x="652844" y="33814"/>
                      </a:cubicBezTo>
                      <a:lnTo>
                        <a:pt x="652844" y="191929"/>
                      </a:lnTo>
                      <a:cubicBezTo>
                        <a:pt x="652844" y="210604"/>
                        <a:pt x="637704" y="225742"/>
                        <a:pt x="619030" y="225742"/>
                      </a:cubicBezTo>
                      <a:lnTo>
                        <a:pt x="33814" y="225742"/>
                      </a:lnTo>
                      <a:cubicBezTo>
                        <a:pt x="15139" y="225742"/>
                        <a:pt x="0" y="210604"/>
                        <a:pt x="0" y="191929"/>
                      </a:cubicBezTo>
                      <a:lnTo>
                        <a:pt x="0" y="33814"/>
                      </a:lnTo>
                      <a:cubicBezTo>
                        <a:pt x="0" y="15139"/>
                        <a:pt x="15139" y="0"/>
                        <a:pt x="33814" y="0"/>
                      </a:cubicBez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99" name="Google Shape;999;p31"/>
                <p:cNvSpPr/>
                <p:nvPr/>
              </p:nvSpPr>
              <p:spPr>
                <a:xfrm>
                  <a:off x="7287577" y="4969668"/>
                  <a:ext cx="151161" cy="151161"/>
                </a:xfrm>
                <a:custGeom>
                  <a:avLst/>
                  <a:gdLst/>
                  <a:ahLst/>
                  <a:cxnLst/>
                  <a:rect l="l" t="t" r="r" b="b"/>
                  <a:pathLst>
                    <a:path w="151161" h="151161" extrusionOk="0">
                      <a:moveTo>
                        <a:pt x="75534" y="151162"/>
                      </a:moveTo>
                      <a:lnTo>
                        <a:pt x="75534" y="151162"/>
                      </a:lnTo>
                      <a:cubicBezTo>
                        <a:pt x="33814" y="151162"/>
                        <a:pt x="0" y="117348"/>
                        <a:pt x="0" y="75629"/>
                      </a:cubicBezTo>
                      <a:lnTo>
                        <a:pt x="0" y="75629"/>
                      </a:lnTo>
                      <a:cubicBezTo>
                        <a:pt x="0" y="33909"/>
                        <a:pt x="33814" y="0"/>
                        <a:pt x="75534" y="0"/>
                      </a:cubicBezTo>
                      <a:lnTo>
                        <a:pt x="75534" y="0"/>
                      </a:lnTo>
                      <a:cubicBezTo>
                        <a:pt x="117253" y="0"/>
                        <a:pt x="151162" y="33814"/>
                        <a:pt x="151162" y="75533"/>
                      </a:cubicBezTo>
                      <a:lnTo>
                        <a:pt x="151162" y="75533"/>
                      </a:lnTo>
                      <a:cubicBezTo>
                        <a:pt x="151162" y="117253"/>
                        <a:pt x="117348" y="151162"/>
                        <a:pt x="75534" y="151162"/>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000" name="Google Shape;1000;p31"/>
                <p:cNvGrpSpPr/>
                <p:nvPr/>
              </p:nvGrpSpPr>
              <p:grpSpPr>
                <a:xfrm>
                  <a:off x="7487126" y="4973859"/>
                  <a:ext cx="332041" cy="142684"/>
                  <a:chOff x="7487126" y="4973859"/>
                  <a:chExt cx="332041" cy="142684"/>
                </a:xfrm>
              </p:grpSpPr>
              <p:sp>
                <p:nvSpPr>
                  <p:cNvPr id="1001" name="Google Shape;1001;p31"/>
                  <p:cNvSpPr/>
                  <p:nvPr/>
                </p:nvSpPr>
                <p:spPr>
                  <a:xfrm>
                    <a:off x="7506747" y="4973859"/>
                    <a:ext cx="280034" cy="20383"/>
                  </a:xfrm>
                  <a:custGeom>
                    <a:avLst/>
                    <a:gdLst/>
                    <a:ahLst/>
                    <a:cxnLst/>
                    <a:rect l="l" t="t" r="r" b="b"/>
                    <a:pathLst>
                      <a:path w="280034" h="20383" extrusionOk="0">
                        <a:moveTo>
                          <a:pt x="0" y="0"/>
                        </a:moveTo>
                        <a:lnTo>
                          <a:pt x="280035" y="0"/>
                        </a:lnTo>
                        <a:lnTo>
                          <a:pt x="280035" y="20384"/>
                        </a:lnTo>
                        <a:lnTo>
                          <a:pt x="0" y="2038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02" name="Google Shape;1002;p31"/>
                  <p:cNvSpPr/>
                  <p:nvPr/>
                </p:nvSpPr>
                <p:spPr>
                  <a:xfrm>
                    <a:off x="7487126" y="5014626"/>
                    <a:ext cx="205073" cy="20383"/>
                  </a:xfrm>
                  <a:custGeom>
                    <a:avLst/>
                    <a:gdLst/>
                    <a:ahLst/>
                    <a:cxnLst/>
                    <a:rect l="l" t="t" r="r" b="b"/>
                    <a:pathLst>
                      <a:path w="205073" h="20383" extrusionOk="0">
                        <a:moveTo>
                          <a:pt x="0" y="0"/>
                        </a:moveTo>
                        <a:lnTo>
                          <a:pt x="205073" y="0"/>
                        </a:lnTo>
                        <a:lnTo>
                          <a:pt x="205073" y="20384"/>
                        </a:lnTo>
                        <a:lnTo>
                          <a:pt x="0" y="2038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03" name="Google Shape;1003;p31"/>
                  <p:cNvSpPr/>
                  <p:nvPr/>
                </p:nvSpPr>
                <p:spPr>
                  <a:xfrm>
                    <a:off x="7487126" y="5055393"/>
                    <a:ext cx="332041" cy="20383"/>
                  </a:xfrm>
                  <a:custGeom>
                    <a:avLst/>
                    <a:gdLst/>
                    <a:ahLst/>
                    <a:cxnLst/>
                    <a:rect l="l" t="t" r="r" b="b"/>
                    <a:pathLst>
                      <a:path w="332041" h="20383" extrusionOk="0">
                        <a:moveTo>
                          <a:pt x="0" y="0"/>
                        </a:moveTo>
                        <a:lnTo>
                          <a:pt x="332041" y="0"/>
                        </a:lnTo>
                        <a:lnTo>
                          <a:pt x="332041" y="20384"/>
                        </a:lnTo>
                        <a:lnTo>
                          <a:pt x="0" y="2038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04" name="Google Shape;1004;p31"/>
                  <p:cNvSpPr/>
                  <p:nvPr/>
                </p:nvSpPr>
                <p:spPr>
                  <a:xfrm>
                    <a:off x="7487126" y="5096160"/>
                    <a:ext cx="171545" cy="20383"/>
                  </a:xfrm>
                  <a:custGeom>
                    <a:avLst/>
                    <a:gdLst/>
                    <a:ahLst/>
                    <a:cxnLst/>
                    <a:rect l="l" t="t" r="r" b="b"/>
                    <a:pathLst>
                      <a:path w="171545" h="20383" extrusionOk="0">
                        <a:moveTo>
                          <a:pt x="0" y="0"/>
                        </a:moveTo>
                        <a:lnTo>
                          <a:pt x="171545" y="0"/>
                        </a:lnTo>
                        <a:lnTo>
                          <a:pt x="171545" y="20384"/>
                        </a:lnTo>
                        <a:lnTo>
                          <a:pt x="0" y="2038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sp>
            <p:nvSpPr>
              <p:cNvPr id="1005" name="Google Shape;1005;p31"/>
              <p:cNvSpPr/>
              <p:nvPr/>
            </p:nvSpPr>
            <p:spPr>
              <a:xfrm>
                <a:off x="7338250" y="5011639"/>
                <a:ext cx="50734" cy="60632"/>
              </a:xfrm>
              <a:custGeom>
                <a:avLst/>
                <a:gdLst/>
                <a:ahLst/>
                <a:cxnLst/>
                <a:rect l="l" t="t" r="r" b="b"/>
                <a:pathLst>
                  <a:path w="50734" h="60632" extrusionOk="0">
                    <a:moveTo>
                      <a:pt x="0" y="4892"/>
                    </a:moveTo>
                    <a:lnTo>
                      <a:pt x="0" y="55851"/>
                    </a:lnTo>
                    <a:cubicBezTo>
                      <a:pt x="0" y="59566"/>
                      <a:pt x="4001" y="61851"/>
                      <a:pt x="7239" y="59947"/>
                    </a:cubicBezTo>
                    <a:lnTo>
                      <a:pt x="48387" y="35563"/>
                    </a:lnTo>
                    <a:cubicBezTo>
                      <a:pt x="51435" y="33753"/>
                      <a:pt x="51531" y="29371"/>
                      <a:pt x="48578" y="27371"/>
                    </a:cubicBezTo>
                    <a:lnTo>
                      <a:pt x="7430" y="796"/>
                    </a:lnTo>
                    <a:cubicBezTo>
                      <a:pt x="4191" y="-1299"/>
                      <a:pt x="0" y="987"/>
                      <a:pt x="0" y="4797"/>
                    </a:cubicBez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006" name="Google Shape;1006;p31"/>
            <p:cNvGrpSpPr/>
            <p:nvPr/>
          </p:nvGrpSpPr>
          <p:grpSpPr>
            <a:xfrm>
              <a:off x="7816120" y="4307395"/>
              <a:ext cx="123062" cy="63817"/>
              <a:chOff x="7816120" y="4307395"/>
              <a:chExt cx="123062" cy="63817"/>
            </a:xfrm>
          </p:grpSpPr>
          <p:sp>
            <p:nvSpPr>
              <p:cNvPr id="1007" name="Google Shape;1007;p31"/>
              <p:cNvSpPr/>
              <p:nvPr/>
            </p:nvSpPr>
            <p:spPr>
              <a:xfrm>
                <a:off x="7816120" y="4307395"/>
                <a:ext cx="123062" cy="63817"/>
              </a:xfrm>
              <a:custGeom>
                <a:avLst/>
                <a:gdLst/>
                <a:ahLst/>
                <a:cxnLst/>
                <a:rect l="l" t="t" r="r" b="b"/>
                <a:pathLst>
                  <a:path w="123062" h="63817" extrusionOk="0">
                    <a:moveTo>
                      <a:pt x="61531" y="63818"/>
                    </a:moveTo>
                    <a:cubicBezTo>
                      <a:pt x="86963" y="63818"/>
                      <a:pt x="109442" y="51245"/>
                      <a:pt x="123063" y="31909"/>
                    </a:cubicBezTo>
                    <a:cubicBezTo>
                      <a:pt x="109442" y="12573"/>
                      <a:pt x="86963" y="0"/>
                      <a:pt x="61531" y="0"/>
                    </a:cubicBezTo>
                    <a:cubicBezTo>
                      <a:pt x="36100" y="0"/>
                      <a:pt x="13621" y="12573"/>
                      <a:pt x="0" y="31909"/>
                    </a:cubicBezTo>
                    <a:cubicBezTo>
                      <a:pt x="13621" y="51245"/>
                      <a:pt x="36100" y="63818"/>
                      <a:pt x="61531" y="63818"/>
                    </a:cubicBezTo>
                    <a:close/>
                  </a:path>
                </a:pathLst>
              </a:custGeom>
              <a:solidFill>
                <a:schemeClr val="accent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08" name="Google Shape;1008;p31"/>
              <p:cNvSpPr/>
              <p:nvPr/>
            </p:nvSpPr>
            <p:spPr>
              <a:xfrm>
                <a:off x="7858029" y="4319682"/>
                <a:ext cx="39242" cy="39243"/>
              </a:xfrm>
              <a:custGeom>
                <a:avLst/>
                <a:gdLst/>
                <a:ahLst/>
                <a:cxnLst/>
                <a:rect l="l" t="t" r="r" b="b"/>
                <a:pathLst>
                  <a:path w="39242" h="39243" extrusionOk="0">
                    <a:moveTo>
                      <a:pt x="39243" y="19622"/>
                    </a:moveTo>
                    <a:cubicBezTo>
                      <a:pt x="39243" y="30458"/>
                      <a:pt x="30458" y="39243"/>
                      <a:pt x="19621" y="39243"/>
                    </a:cubicBezTo>
                    <a:cubicBezTo>
                      <a:pt x="8785" y="39243"/>
                      <a:pt x="0" y="30458"/>
                      <a:pt x="0" y="19622"/>
                    </a:cubicBezTo>
                    <a:cubicBezTo>
                      <a:pt x="0" y="8785"/>
                      <a:pt x="8785" y="0"/>
                      <a:pt x="19621" y="0"/>
                    </a:cubicBezTo>
                    <a:cubicBezTo>
                      <a:pt x="30458" y="0"/>
                      <a:pt x="39243" y="8785"/>
                      <a:pt x="39243" y="19622"/>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009" name="Google Shape;1009;p31"/>
            <p:cNvGrpSpPr/>
            <p:nvPr/>
          </p:nvGrpSpPr>
          <p:grpSpPr>
            <a:xfrm>
              <a:off x="7816120" y="4892994"/>
              <a:ext cx="123062" cy="79991"/>
              <a:chOff x="7816120" y="4892994"/>
              <a:chExt cx="123062" cy="79991"/>
            </a:xfrm>
          </p:grpSpPr>
          <p:grpSp>
            <p:nvGrpSpPr>
              <p:cNvPr id="1010" name="Google Shape;1010;p31"/>
              <p:cNvGrpSpPr/>
              <p:nvPr/>
            </p:nvGrpSpPr>
            <p:grpSpPr>
              <a:xfrm>
                <a:off x="7816120" y="4902803"/>
                <a:ext cx="123062" cy="63817"/>
                <a:chOff x="7816120" y="4902803"/>
                <a:chExt cx="123062" cy="63817"/>
              </a:xfrm>
            </p:grpSpPr>
            <p:sp>
              <p:nvSpPr>
                <p:cNvPr id="1011" name="Google Shape;1011;p31"/>
                <p:cNvSpPr/>
                <p:nvPr/>
              </p:nvSpPr>
              <p:spPr>
                <a:xfrm>
                  <a:off x="7816120" y="4902803"/>
                  <a:ext cx="123062" cy="63817"/>
                </a:xfrm>
                <a:custGeom>
                  <a:avLst/>
                  <a:gdLst/>
                  <a:ahLst/>
                  <a:cxnLst/>
                  <a:rect l="l" t="t" r="r" b="b"/>
                  <a:pathLst>
                    <a:path w="123062" h="63817" extrusionOk="0">
                      <a:moveTo>
                        <a:pt x="61531" y="63817"/>
                      </a:moveTo>
                      <a:cubicBezTo>
                        <a:pt x="86963" y="63817"/>
                        <a:pt x="109442" y="51244"/>
                        <a:pt x="123063" y="31909"/>
                      </a:cubicBezTo>
                      <a:cubicBezTo>
                        <a:pt x="109442" y="12573"/>
                        <a:pt x="86963" y="0"/>
                        <a:pt x="61531" y="0"/>
                      </a:cubicBezTo>
                      <a:cubicBezTo>
                        <a:pt x="36100" y="0"/>
                        <a:pt x="13621" y="12573"/>
                        <a:pt x="0" y="31909"/>
                      </a:cubicBezTo>
                      <a:cubicBezTo>
                        <a:pt x="13621" y="51244"/>
                        <a:pt x="36100" y="63817"/>
                        <a:pt x="61531" y="63817"/>
                      </a:cubicBezTo>
                      <a:close/>
                    </a:path>
                  </a:pathLst>
                </a:custGeom>
                <a:solidFill>
                  <a:schemeClr val="accent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2" name="Google Shape;1012;p31"/>
                <p:cNvSpPr/>
                <p:nvPr/>
              </p:nvSpPr>
              <p:spPr>
                <a:xfrm>
                  <a:off x="7858029" y="4915090"/>
                  <a:ext cx="39242" cy="39243"/>
                </a:xfrm>
                <a:custGeom>
                  <a:avLst/>
                  <a:gdLst/>
                  <a:ahLst/>
                  <a:cxnLst/>
                  <a:rect l="l" t="t" r="r" b="b"/>
                  <a:pathLst>
                    <a:path w="39242" h="39243" extrusionOk="0">
                      <a:moveTo>
                        <a:pt x="39243" y="19621"/>
                      </a:moveTo>
                      <a:cubicBezTo>
                        <a:pt x="39243" y="30458"/>
                        <a:pt x="30458" y="39243"/>
                        <a:pt x="19621" y="39243"/>
                      </a:cubicBezTo>
                      <a:cubicBezTo>
                        <a:pt x="8785" y="39243"/>
                        <a:pt x="0" y="30458"/>
                        <a:pt x="0" y="19621"/>
                      </a:cubicBezTo>
                      <a:cubicBezTo>
                        <a:pt x="0" y="8785"/>
                        <a:pt x="8785" y="0"/>
                        <a:pt x="19621" y="0"/>
                      </a:cubicBezTo>
                      <a:cubicBezTo>
                        <a:pt x="30458" y="0"/>
                        <a:pt x="39243" y="8785"/>
                        <a:pt x="39243" y="19621"/>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013" name="Google Shape;1013;p31"/>
              <p:cNvSpPr/>
              <p:nvPr/>
            </p:nvSpPr>
            <p:spPr>
              <a:xfrm rot="-2700000">
                <a:off x="7825456" y="4928129"/>
                <a:ext cx="103403" cy="9720"/>
              </a:xfrm>
              <a:custGeom>
                <a:avLst/>
                <a:gdLst/>
                <a:ahLst/>
                <a:cxnLst/>
                <a:rect l="l" t="t" r="r" b="b"/>
                <a:pathLst>
                  <a:path w="103346" h="9715" extrusionOk="0">
                    <a:moveTo>
                      <a:pt x="0" y="0"/>
                    </a:moveTo>
                    <a:lnTo>
                      <a:pt x="103346" y="0"/>
                    </a:lnTo>
                    <a:lnTo>
                      <a:pt x="103346" y="9716"/>
                    </a:lnTo>
                    <a:lnTo>
                      <a:pt x="0" y="9716"/>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017"/>
        <p:cNvGrpSpPr/>
        <p:nvPr/>
      </p:nvGrpSpPr>
      <p:grpSpPr>
        <a:xfrm>
          <a:off x="0" y="0"/>
          <a:ext cx="0" cy="0"/>
          <a:chOff x="0" y="0"/>
          <a:chExt cx="0" cy="0"/>
        </a:xfrm>
      </p:grpSpPr>
      <p:sp>
        <p:nvSpPr>
          <p:cNvPr id="1018" name="Google Shape;1018;p32"/>
          <p:cNvSpPr/>
          <p:nvPr/>
        </p:nvSpPr>
        <p:spPr>
          <a:xfrm rot="-7219687" flipH="1">
            <a:off x="-1095655" y="408466"/>
            <a:ext cx="5219277" cy="4707906"/>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 name="Google Shape;1019;p32"/>
          <p:cNvSpPr txBox="1">
            <a:spLocks noGrp="1"/>
          </p:cNvSpPr>
          <p:nvPr>
            <p:ph type="title"/>
          </p:nvPr>
        </p:nvSpPr>
        <p:spPr>
          <a:xfrm>
            <a:off x="4047175" y="2571975"/>
            <a:ext cx="4383600" cy="841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Introduction</a:t>
            </a:r>
            <a:endParaRPr/>
          </a:p>
        </p:txBody>
      </p:sp>
      <p:sp>
        <p:nvSpPr>
          <p:cNvPr id="1020" name="Google Shape;1020;p32"/>
          <p:cNvSpPr txBox="1">
            <a:spLocks noGrp="1"/>
          </p:cNvSpPr>
          <p:nvPr>
            <p:ph type="title" idx="2"/>
          </p:nvPr>
        </p:nvSpPr>
        <p:spPr>
          <a:xfrm>
            <a:off x="4047175" y="1321975"/>
            <a:ext cx="1235700" cy="841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01</a:t>
            </a:r>
            <a:endParaRPr/>
          </a:p>
        </p:txBody>
      </p:sp>
      <p:pic>
        <p:nvPicPr>
          <p:cNvPr id="1021" name="Google Shape;1021;p32"/>
          <p:cNvPicPr preferRelativeResize="0">
            <a:picLocks noGrp="1"/>
          </p:cNvPicPr>
          <p:nvPr>
            <p:ph type="pic" idx="3"/>
          </p:nvPr>
        </p:nvPicPr>
        <p:blipFill rotWithShape="1">
          <a:blip r:embed="rId3">
            <a:alphaModFix/>
          </a:blip>
          <a:srcRect l="9184" r="24069"/>
          <a:stretch/>
        </p:blipFill>
        <p:spPr>
          <a:xfrm>
            <a:off x="484625" y="1076550"/>
            <a:ext cx="2990400" cy="2990400"/>
          </a:xfrm>
          <a:prstGeom prst="roundRect">
            <a:avLst>
              <a:gd name="adj" fmla="val 16667"/>
            </a:avLst>
          </a:prstGeom>
        </p:spPr>
      </p:pic>
      <p:grpSp>
        <p:nvGrpSpPr>
          <p:cNvPr id="1022" name="Google Shape;1022;p32"/>
          <p:cNvGrpSpPr/>
          <p:nvPr/>
        </p:nvGrpSpPr>
        <p:grpSpPr>
          <a:xfrm>
            <a:off x="7441503" y="289852"/>
            <a:ext cx="1366913" cy="1382099"/>
            <a:chOff x="6568493" y="8"/>
            <a:chExt cx="1820608" cy="1840590"/>
          </a:xfrm>
        </p:grpSpPr>
        <p:sp>
          <p:nvSpPr>
            <p:cNvPr id="1023" name="Google Shape;1023;p32"/>
            <p:cNvSpPr/>
            <p:nvPr/>
          </p:nvSpPr>
          <p:spPr>
            <a:xfrm>
              <a:off x="6737915" y="169351"/>
              <a:ext cx="1651185" cy="1671247"/>
            </a:xfrm>
            <a:custGeom>
              <a:avLst/>
              <a:gdLst/>
              <a:ahLst/>
              <a:cxnLst/>
              <a:rect l="l" t="t" r="r" b="b"/>
              <a:pathLst>
                <a:path w="1959864" h="1983676" extrusionOk="0">
                  <a:moveTo>
                    <a:pt x="1868520" y="0"/>
                  </a:moveTo>
                  <a:lnTo>
                    <a:pt x="91345" y="0"/>
                  </a:lnTo>
                  <a:cubicBezTo>
                    <a:pt x="40958" y="0"/>
                    <a:pt x="0" y="40958"/>
                    <a:pt x="0" y="91345"/>
                  </a:cubicBezTo>
                  <a:lnTo>
                    <a:pt x="0" y="1892427"/>
                  </a:lnTo>
                  <a:cubicBezTo>
                    <a:pt x="0" y="1942814"/>
                    <a:pt x="40958" y="1983677"/>
                    <a:pt x="91345" y="1983677"/>
                  </a:cubicBezTo>
                  <a:lnTo>
                    <a:pt x="1868520" y="1983677"/>
                  </a:lnTo>
                  <a:cubicBezTo>
                    <a:pt x="1918906" y="1983677"/>
                    <a:pt x="1959864" y="1942814"/>
                    <a:pt x="1959864" y="1892427"/>
                  </a:cubicBezTo>
                  <a:lnTo>
                    <a:pt x="1959864" y="91345"/>
                  </a:lnTo>
                  <a:cubicBezTo>
                    <a:pt x="1959864" y="40958"/>
                    <a:pt x="1918906" y="0"/>
                    <a:pt x="1868520" y="0"/>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4" name="Google Shape;1024;p32"/>
            <p:cNvSpPr/>
            <p:nvPr/>
          </p:nvSpPr>
          <p:spPr>
            <a:xfrm>
              <a:off x="6653203" y="8"/>
              <a:ext cx="1651185" cy="1671247"/>
            </a:xfrm>
            <a:custGeom>
              <a:avLst/>
              <a:gdLst/>
              <a:ahLst/>
              <a:cxnLst/>
              <a:rect l="l" t="t" r="r" b="b"/>
              <a:pathLst>
                <a:path w="1959864" h="1983676" extrusionOk="0">
                  <a:moveTo>
                    <a:pt x="1868519" y="0"/>
                  </a:moveTo>
                  <a:lnTo>
                    <a:pt x="91345" y="0"/>
                  </a:lnTo>
                  <a:cubicBezTo>
                    <a:pt x="40958" y="0"/>
                    <a:pt x="0" y="40958"/>
                    <a:pt x="0" y="91345"/>
                  </a:cubicBezTo>
                  <a:lnTo>
                    <a:pt x="0" y="1892427"/>
                  </a:lnTo>
                  <a:cubicBezTo>
                    <a:pt x="0" y="1942814"/>
                    <a:pt x="40958" y="1983677"/>
                    <a:pt x="91345" y="1983677"/>
                  </a:cubicBezTo>
                  <a:lnTo>
                    <a:pt x="1868519" y="1983677"/>
                  </a:lnTo>
                  <a:cubicBezTo>
                    <a:pt x="1918907" y="1983677"/>
                    <a:pt x="1959865" y="1942814"/>
                    <a:pt x="1959865" y="1892427"/>
                  </a:cubicBezTo>
                  <a:lnTo>
                    <a:pt x="1959865" y="91345"/>
                  </a:lnTo>
                  <a:cubicBezTo>
                    <a:pt x="1959865" y="40958"/>
                    <a:pt x="1918907" y="0"/>
                    <a:pt x="1868519" y="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025" name="Google Shape;1025;p32"/>
            <p:cNvGrpSpPr/>
            <p:nvPr/>
          </p:nvGrpSpPr>
          <p:grpSpPr>
            <a:xfrm>
              <a:off x="6568493" y="84720"/>
              <a:ext cx="1649109" cy="1669065"/>
              <a:chOff x="8921020" y="472154"/>
              <a:chExt cx="1959958" cy="1983676"/>
            </a:xfrm>
          </p:grpSpPr>
          <p:sp>
            <p:nvSpPr>
              <p:cNvPr id="1026" name="Google Shape;1026;p32"/>
              <p:cNvSpPr/>
              <p:nvPr/>
            </p:nvSpPr>
            <p:spPr>
              <a:xfrm>
                <a:off x="8921114" y="472154"/>
                <a:ext cx="1959864" cy="1983676"/>
              </a:xfrm>
              <a:custGeom>
                <a:avLst/>
                <a:gdLst/>
                <a:ahLst/>
                <a:cxnLst/>
                <a:rect l="l" t="t" r="r" b="b"/>
                <a:pathLst>
                  <a:path w="1959864" h="1983676" extrusionOk="0">
                    <a:moveTo>
                      <a:pt x="1959864" y="91345"/>
                    </a:moveTo>
                    <a:lnTo>
                      <a:pt x="1959864" y="1892427"/>
                    </a:lnTo>
                    <a:cubicBezTo>
                      <a:pt x="1959864" y="1942814"/>
                      <a:pt x="1918907" y="1983677"/>
                      <a:pt x="1868520" y="1983677"/>
                    </a:cubicBezTo>
                    <a:lnTo>
                      <a:pt x="91345" y="1983677"/>
                    </a:lnTo>
                    <a:cubicBezTo>
                      <a:pt x="40958" y="1983677"/>
                      <a:pt x="0" y="1942814"/>
                      <a:pt x="0" y="1892427"/>
                    </a:cubicBezTo>
                    <a:lnTo>
                      <a:pt x="0" y="91345"/>
                    </a:lnTo>
                    <a:cubicBezTo>
                      <a:pt x="0" y="40958"/>
                      <a:pt x="40958" y="0"/>
                      <a:pt x="91345" y="0"/>
                    </a:cubicBezTo>
                    <a:lnTo>
                      <a:pt x="1868520" y="0"/>
                    </a:lnTo>
                    <a:cubicBezTo>
                      <a:pt x="1918907" y="0"/>
                      <a:pt x="1959864" y="40958"/>
                      <a:pt x="1959864" y="91345"/>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7" name="Google Shape;1027;p32"/>
              <p:cNvSpPr/>
              <p:nvPr/>
            </p:nvSpPr>
            <p:spPr>
              <a:xfrm>
                <a:off x="8921020" y="472154"/>
                <a:ext cx="1959958" cy="172307"/>
              </a:xfrm>
              <a:custGeom>
                <a:avLst/>
                <a:gdLst/>
                <a:ahLst/>
                <a:cxnLst/>
                <a:rect l="l" t="t" r="r" b="b"/>
                <a:pathLst>
                  <a:path w="1959958" h="172307" extrusionOk="0">
                    <a:moveTo>
                      <a:pt x="1959959" y="91345"/>
                    </a:moveTo>
                    <a:lnTo>
                      <a:pt x="1959959" y="172307"/>
                    </a:lnTo>
                    <a:lnTo>
                      <a:pt x="0" y="172307"/>
                    </a:lnTo>
                    <a:lnTo>
                      <a:pt x="0" y="91345"/>
                    </a:lnTo>
                    <a:cubicBezTo>
                      <a:pt x="0" y="40958"/>
                      <a:pt x="40957" y="0"/>
                      <a:pt x="91344" y="0"/>
                    </a:cubicBezTo>
                    <a:lnTo>
                      <a:pt x="1868519" y="0"/>
                    </a:lnTo>
                    <a:cubicBezTo>
                      <a:pt x="1918906" y="0"/>
                      <a:pt x="1959864" y="40958"/>
                      <a:pt x="1959864" y="91345"/>
                    </a:cubicBezTo>
                    <a:close/>
                  </a:path>
                </a:pathLst>
              </a:custGeom>
              <a:solidFill>
                <a:srgbClr val="000000">
                  <a:alpha val="1006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028" name="Google Shape;1028;p32"/>
              <p:cNvGrpSpPr/>
              <p:nvPr/>
            </p:nvGrpSpPr>
            <p:grpSpPr>
              <a:xfrm>
                <a:off x="9011888" y="537781"/>
                <a:ext cx="255174" cy="64389"/>
                <a:chOff x="9011888" y="537781"/>
                <a:chExt cx="255174" cy="64389"/>
              </a:xfrm>
            </p:grpSpPr>
            <p:sp>
              <p:nvSpPr>
                <p:cNvPr id="1029" name="Google Shape;1029;p32"/>
                <p:cNvSpPr/>
                <p:nvPr/>
              </p:nvSpPr>
              <p:spPr>
                <a:xfrm>
                  <a:off x="9202673" y="537781"/>
                  <a:ext cx="64389" cy="64389"/>
                </a:xfrm>
                <a:custGeom>
                  <a:avLst/>
                  <a:gdLst/>
                  <a:ahLst/>
                  <a:cxnLst/>
                  <a:rect l="l" t="t" r="r" b="b"/>
                  <a:pathLst>
                    <a:path w="64389" h="64389" extrusionOk="0">
                      <a:moveTo>
                        <a:pt x="64389" y="32195"/>
                      </a:moveTo>
                      <a:cubicBezTo>
                        <a:pt x="64389" y="50006"/>
                        <a:pt x="50006" y="64389"/>
                        <a:pt x="32195" y="64389"/>
                      </a:cubicBezTo>
                      <a:cubicBezTo>
                        <a:pt x="14383" y="64389"/>
                        <a:pt x="0" y="50006"/>
                        <a:pt x="0" y="32195"/>
                      </a:cubicBezTo>
                      <a:cubicBezTo>
                        <a:pt x="0" y="14383"/>
                        <a:pt x="14383" y="0"/>
                        <a:pt x="32195" y="0"/>
                      </a:cubicBezTo>
                      <a:cubicBezTo>
                        <a:pt x="50006" y="0"/>
                        <a:pt x="64389" y="14383"/>
                        <a:pt x="64389" y="32195"/>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0" name="Google Shape;1030;p32"/>
                <p:cNvSpPr/>
                <p:nvPr/>
              </p:nvSpPr>
              <p:spPr>
                <a:xfrm>
                  <a:off x="9107233" y="537781"/>
                  <a:ext cx="64389" cy="64389"/>
                </a:xfrm>
                <a:custGeom>
                  <a:avLst/>
                  <a:gdLst/>
                  <a:ahLst/>
                  <a:cxnLst/>
                  <a:rect l="l" t="t" r="r" b="b"/>
                  <a:pathLst>
                    <a:path w="64389" h="64389" extrusionOk="0">
                      <a:moveTo>
                        <a:pt x="64389" y="32195"/>
                      </a:moveTo>
                      <a:cubicBezTo>
                        <a:pt x="64389" y="50006"/>
                        <a:pt x="50006" y="64389"/>
                        <a:pt x="32195" y="64389"/>
                      </a:cubicBezTo>
                      <a:cubicBezTo>
                        <a:pt x="14383" y="64389"/>
                        <a:pt x="0" y="50006"/>
                        <a:pt x="0" y="32195"/>
                      </a:cubicBezTo>
                      <a:cubicBezTo>
                        <a:pt x="0" y="14383"/>
                        <a:pt x="14383" y="0"/>
                        <a:pt x="32195" y="0"/>
                      </a:cubicBezTo>
                      <a:cubicBezTo>
                        <a:pt x="50006" y="0"/>
                        <a:pt x="64389" y="14383"/>
                        <a:pt x="64389" y="32195"/>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1" name="Google Shape;1031;p32"/>
                <p:cNvSpPr/>
                <p:nvPr/>
              </p:nvSpPr>
              <p:spPr>
                <a:xfrm>
                  <a:off x="9011888" y="537781"/>
                  <a:ext cx="64389" cy="64389"/>
                </a:xfrm>
                <a:custGeom>
                  <a:avLst/>
                  <a:gdLst/>
                  <a:ahLst/>
                  <a:cxnLst/>
                  <a:rect l="l" t="t" r="r" b="b"/>
                  <a:pathLst>
                    <a:path w="64389" h="64389" extrusionOk="0">
                      <a:moveTo>
                        <a:pt x="64389" y="32195"/>
                      </a:moveTo>
                      <a:cubicBezTo>
                        <a:pt x="64389" y="50006"/>
                        <a:pt x="50006" y="64389"/>
                        <a:pt x="32195" y="64389"/>
                      </a:cubicBezTo>
                      <a:cubicBezTo>
                        <a:pt x="14383" y="64389"/>
                        <a:pt x="0" y="50006"/>
                        <a:pt x="0" y="32195"/>
                      </a:cubicBezTo>
                      <a:cubicBezTo>
                        <a:pt x="0" y="14383"/>
                        <a:pt x="14383" y="0"/>
                        <a:pt x="32195" y="0"/>
                      </a:cubicBezTo>
                      <a:cubicBezTo>
                        <a:pt x="50006" y="0"/>
                        <a:pt x="64389" y="14383"/>
                        <a:pt x="64389" y="3219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032" name="Google Shape;1032;p32"/>
            <p:cNvGrpSpPr/>
            <p:nvPr/>
          </p:nvGrpSpPr>
          <p:grpSpPr>
            <a:xfrm>
              <a:off x="6795939" y="406335"/>
              <a:ext cx="1194216" cy="1228757"/>
              <a:chOff x="9191339" y="854392"/>
              <a:chExt cx="1419320" cy="1460372"/>
            </a:xfrm>
          </p:grpSpPr>
          <p:grpSp>
            <p:nvGrpSpPr>
              <p:cNvPr id="1033" name="Google Shape;1033;p32"/>
              <p:cNvGrpSpPr/>
              <p:nvPr/>
            </p:nvGrpSpPr>
            <p:grpSpPr>
              <a:xfrm>
                <a:off x="9191339" y="1884045"/>
                <a:ext cx="604932" cy="420243"/>
                <a:chOff x="9191339" y="1884045"/>
                <a:chExt cx="604932" cy="420243"/>
              </a:xfrm>
            </p:grpSpPr>
            <p:sp>
              <p:nvSpPr>
                <p:cNvPr id="1034" name="Google Shape;1034;p32"/>
                <p:cNvSpPr/>
                <p:nvPr/>
              </p:nvSpPr>
              <p:spPr>
                <a:xfrm>
                  <a:off x="9191339" y="1884045"/>
                  <a:ext cx="237077" cy="52959"/>
                </a:xfrm>
                <a:custGeom>
                  <a:avLst/>
                  <a:gdLst/>
                  <a:ahLst/>
                  <a:cxnLst/>
                  <a:rect l="l" t="t" r="r" b="b"/>
                  <a:pathLst>
                    <a:path w="237077" h="52959" extrusionOk="0">
                      <a:moveTo>
                        <a:pt x="0" y="0"/>
                      </a:moveTo>
                      <a:lnTo>
                        <a:pt x="237077" y="0"/>
                      </a:lnTo>
                      <a:lnTo>
                        <a:pt x="237077"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5" name="Google Shape;1035;p32"/>
                <p:cNvSpPr/>
                <p:nvPr/>
              </p:nvSpPr>
              <p:spPr>
                <a:xfrm>
                  <a:off x="9449466" y="1884045"/>
                  <a:ext cx="182498" cy="52959"/>
                </a:xfrm>
                <a:custGeom>
                  <a:avLst/>
                  <a:gdLst/>
                  <a:ahLst/>
                  <a:cxnLst/>
                  <a:rect l="l" t="t" r="r" b="b"/>
                  <a:pathLst>
                    <a:path w="182498" h="52959" extrusionOk="0">
                      <a:moveTo>
                        <a:pt x="0" y="0"/>
                      </a:moveTo>
                      <a:lnTo>
                        <a:pt x="182499" y="0"/>
                      </a:lnTo>
                      <a:lnTo>
                        <a:pt x="182499"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6" name="Google Shape;1036;p32"/>
                <p:cNvSpPr/>
                <p:nvPr/>
              </p:nvSpPr>
              <p:spPr>
                <a:xfrm>
                  <a:off x="9651396" y="1884045"/>
                  <a:ext cx="144875" cy="52959"/>
                </a:xfrm>
                <a:custGeom>
                  <a:avLst/>
                  <a:gdLst/>
                  <a:ahLst/>
                  <a:cxnLst/>
                  <a:rect l="l" t="t" r="r" b="b"/>
                  <a:pathLst>
                    <a:path w="144875" h="52959" extrusionOk="0">
                      <a:moveTo>
                        <a:pt x="0" y="0"/>
                      </a:moveTo>
                      <a:lnTo>
                        <a:pt x="144876" y="0"/>
                      </a:lnTo>
                      <a:lnTo>
                        <a:pt x="144876"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7" name="Google Shape;1037;p32"/>
                <p:cNvSpPr/>
                <p:nvPr/>
              </p:nvSpPr>
              <p:spPr>
                <a:xfrm>
                  <a:off x="9308306" y="2006536"/>
                  <a:ext cx="487965" cy="52959"/>
                </a:xfrm>
                <a:custGeom>
                  <a:avLst/>
                  <a:gdLst/>
                  <a:ahLst/>
                  <a:cxnLst/>
                  <a:rect l="l" t="t" r="r" b="b"/>
                  <a:pathLst>
                    <a:path w="487965" h="52959" extrusionOk="0">
                      <a:moveTo>
                        <a:pt x="0" y="0"/>
                      </a:moveTo>
                      <a:lnTo>
                        <a:pt x="487966" y="0"/>
                      </a:lnTo>
                      <a:lnTo>
                        <a:pt x="487966"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8" name="Google Shape;1038;p32"/>
                <p:cNvSpPr/>
                <p:nvPr/>
              </p:nvSpPr>
              <p:spPr>
                <a:xfrm>
                  <a:off x="9191339" y="2006536"/>
                  <a:ext cx="89630" cy="52959"/>
                </a:xfrm>
                <a:custGeom>
                  <a:avLst/>
                  <a:gdLst/>
                  <a:ahLst/>
                  <a:cxnLst/>
                  <a:rect l="l" t="t" r="r" b="b"/>
                  <a:pathLst>
                    <a:path w="89630" h="52959" extrusionOk="0">
                      <a:moveTo>
                        <a:pt x="0" y="0"/>
                      </a:moveTo>
                      <a:lnTo>
                        <a:pt x="89630" y="0"/>
                      </a:lnTo>
                      <a:lnTo>
                        <a:pt x="89630"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9" name="Google Shape;1039;p32"/>
                <p:cNvSpPr/>
                <p:nvPr/>
              </p:nvSpPr>
              <p:spPr>
                <a:xfrm>
                  <a:off x="9460325" y="2128932"/>
                  <a:ext cx="230790" cy="52959"/>
                </a:xfrm>
                <a:custGeom>
                  <a:avLst/>
                  <a:gdLst/>
                  <a:ahLst/>
                  <a:cxnLst/>
                  <a:rect l="l" t="t" r="r" b="b"/>
                  <a:pathLst>
                    <a:path w="230790" h="52959" extrusionOk="0">
                      <a:moveTo>
                        <a:pt x="0" y="0"/>
                      </a:moveTo>
                      <a:lnTo>
                        <a:pt x="230791" y="0"/>
                      </a:lnTo>
                      <a:lnTo>
                        <a:pt x="230791"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0" name="Google Shape;1040;p32"/>
                <p:cNvSpPr/>
                <p:nvPr/>
              </p:nvSpPr>
              <p:spPr>
                <a:xfrm>
                  <a:off x="9713023" y="2128932"/>
                  <a:ext cx="83248" cy="52959"/>
                </a:xfrm>
                <a:custGeom>
                  <a:avLst/>
                  <a:gdLst/>
                  <a:ahLst/>
                  <a:cxnLst/>
                  <a:rect l="l" t="t" r="r" b="b"/>
                  <a:pathLst>
                    <a:path w="83248" h="52959" extrusionOk="0">
                      <a:moveTo>
                        <a:pt x="0" y="0"/>
                      </a:moveTo>
                      <a:lnTo>
                        <a:pt x="83248" y="0"/>
                      </a:lnTo>
                      <a:lnTo>
                        <a:pt x="83248"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1" name="Google Shape;1041;p32"/>
                <p:cNvSpPr/>
                <p:nvPr/>
              </p:nvSpPr>
              <p:spPr>
                <a:xfrm>
                  <a:off x="9191339" y="2128932"/>
                  <a:ext cx="247935" cy="52959"/>
                </a:xfrm>
                <a:custGeom>
                  <a:avLst/>
                  <a:gdLst/>
                  <a:ahLst/>
                  <a:cxnLst/>
                  <a:rect l="l" t="t" r="r" b="b"/>
                  <a:pathLst>
                    <a:path w="247935" h="52959" extrusionOk="0">
                      <a:moveTo>
                        <a:pt x="0" y="0"/>
                      </a:moveTo>
                      <a:lnTo>
                        <a:pt x="247936" y="0"/>
                      </a:lnTo>
                      <a:lnTo>
                        <a:pt x="247936"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2" name="Google Shape;1042;p32"/>
                <p:cNvSpPr/>
                <p:nvPr/>
              </p:nvSpPr>
              <p:spPr>
                <a:xfrm>
                  <a:off x="9365170" y="2251329"/>
                  <a:ext cx="200977" cy="52959"/>
                </a:xfrm>
                <a:custGeom>
                  <a:avLst/>
                  <a:gdLst/>
                  <a:ahLst/>
                  <a:cxnLst/>
                  <a:rect l="l" t="t" r="r" b="b"/>
                  <a:pathLst>
                    <a:path w="200977" h="52959" extrusionOk="0">
                      <a:moveTo>
                        <a:pt x="0" y="0"/>
                      </a:moveTo>
                      <a:lnTo>
                        <a:pt x="200977" y="0"/>
                      </a:lnTo>
                      <a:lnTo>
                        <a:pt x="200977"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3" name="Google Shape;1043;p32"/>
                <p:cNvSpPr/>
                <p:nvPr/>
              </p:nvSpPr>
              <p:spPr>
                <a:xfrm>
                  <a:off x="9191339" y="2251329"/>
                  <a:ext cx="151256" cy="52959"/>
                </a:xfrm>
                <a:custGeom>
                  <a:avLst/>
                  <a:gdLst/>
                  <a:ahLst/>
                  <a:cxnLst/>
                  <a:rect l="l" t="t" r="r" b="b"/>
                  <a:pathLst>
                    <a:path w="151256" h="52959" extrusionOk="0">
                      <a:moveTo>
                        <a:pt x="0" y="0"/>
                      </a:moveTo>
                      <a:lnTo>
                        <a:pt x="151257" y="0"/>
                      </a:lnTo>
                      <a:lnTo>
                        <a:pt x="151257"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044" name="Google Shape;1044;p32"/>
              <p:cNvGrpSpPr/>
              <p:nvPr/>
            </p:nvGrpSpPr>
            <p:grpSpPr>
              <a:xfrm>
                <a:off x="10004774" y="854392"/>
                <a:ext cx="604932" cy="420243"/>
                <a:chOff x="10004774" y="854392"/>
                <a:chExt cx="604932" cy="420243"/>
              </a:xfrm>
            </p:grpSpPr>
            <p:sp>
              <p:nvSpPr>
                <p:cNvPr id="1045" name="Google Shape;1045;p32"/>
                <p:cNvSpPr/>
                <p:nvPr/>
              </p:nvSpPr>
              <p:spPr>
                <a:xfrm>
                  <a:off x="10004774" y="854392"/>
                  <a:ext cx="237077" cy="52959"/>
                </a:xfrm>
                <a:custGeom>
                  <a:avLst/>
                  <a:gdLst/>
                  <a:ahLst/>
                  <a:cxnLst/>
                  <a:rect l="l" t="t" r="r" b="b"/>
                  <a:pathLst>
                    <a:path w="237077" h="52959" extrusionOk="0">
                      <a:moveTo>
                        <a:pt x="0" y="0"/>
                      </a:moveTo>
                      <a:lnTo>
                        <a:pt x="237077" y="0"/>
                      </a:lnTo>
                      <a:lnTo>
                        <a:pt x="237077"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6" name="Google Shape;1046;p32"/>
                <p:cNvSpPr/>
                <p:nvPr/>
              </p:nvSpPr>
              <p:spPr>
                <a:xfrm>
                  <a:off x="10262901" y="854392"/>
                  <a:ext cx="182498" cy="52959"/>
                </a:xfrm>
                <a:custGeom>
                  <a:avLst/>
                  <a:gdLst/>
                  <a:ahLst/>
                  <a:cxnLst/>
                  <a:rect l="l" t="t" r="r" b="b"/>
                  <a:pathLst>
                    <a:path w="182498" h="52959" extrusionOk="0">
                      <a:moveTo>
                        <a:pt x="0" y="0"/>
                      </a:moveTo>
                      <a:lnTo>
                        <a:pt x="182498" y="0"/>
                      </a:lnTo>
                      <a:lnTo>
                        <a:pt x="182498"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7" name="Google Shape;1047;p32"/>
                <p:cNvSpPr/>
                <p:nvPr/>
              </p:nvSpPr>
              <p:spPr>
                <a:xfrm>
                  <a:off x="10464831" y="854392"/>
                  <a:ext cx="144875" cy="52959"/>
                </a:xfrm>
                <a:custGeom>
                  <a:avLst/>
                  <a:gdLst/>
                  <a:ahLst/>
                  <a:cxnLst/>
                  <a:rect l="l" t="t" r="r" b="b"/>
                  <a:pathLst>
                    <a:path w="144875" h="52959" extrusionOk="0">
                      <a:moveTo>
                        <a:pt x="0" y="0"/>
                      </a:moveTo>
                      <a:lnTo>
                        <a:pt x="144875" y="0"/>
                      </a:lnTo>
                      <a:lnTo>
                        <a:pt x="144875"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8" name="Google Shape;1048;p32"/>
                <p:cNvSpPr/>
                <p:nvPr/>
              </p:nvSpPr>
              <p:spPr>
                <a:xfrm>
                  <a:off x="10121741" y="976788"/>
                  <a:ext cx="487965" cy="52959"/>
                </a:xfrm>
                <a:custGeom>
                  <a:avLst/>
                  <a:gdLst/>
                  <a:ahLst/>
                  <a:cxnLst/>
                  <a:rect l="l" t="t" r="r" b="b"/>
                  <a:pathLst>
                    <a:path w="487965" h="52959" extrusionOk="0">
                      <a:moveTo>
                        <a:pt x="0" y="0"/>
                      </a:moveTo>
                      <a:lnTo>
                        <a:pt x="487966" y="0"/>
                      </a:lnTo>
                      <a:lnTo>
                        <a:pt x="487966"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9" name="Google Shape;1049;p32"/>
                <p:cNvSpPr/>
                <p:nvPr/>
              </p:nvSpPr>
              <p:spPr>
                <a:xfrm>
                  <a:off x="10004774" y="976788"/>
                  <a:ext cx="89630" cy="52959"/>
                </a:xfrm>
                <a:custGeom>
                  <a:avLst/>
                  <a:gdLst/>
                  <a:ahLst/>
                  <a:cxnLst/>
                  <a:rect l="l" t="t" r="r" b="b"/>
                  <a:pathLst>
                    <a:path w="89630" h="52959" extrusionOk="0">
                      <a:moveTo>
                        <a:pt x="0" y="0"/>
                      </a:moveTo>
                      <a:lnTo>
                        <a:pt x="89630" y="0"/>
                      </a:lnTo>
                      <a:lnTo>
                        <a:pt x="89630"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50" name="Google Shape;1050;p32"/>
                <p:cNvSpPr/>
                <p:nvPr/>
              </p:nvSpPr>
              <p:spPr>
                <a:xfrm>
                  <a:off x="10273760" y="1099280"/>
                  <a:ext cx="230790" cy="52959"/>
                </a:xfrm>
                <a:custGeom>
                  <a:avLst/>
                  <a:gdLst/>
                  <a:ahLst/>
                  <a:cxnLst/>
                  <a:rect l="l" t="t" r="r" b="b"/>
                  <a:pathLst>
                    <a:path w="230790" h="52959" extrusionOk="0">
                      <a:moveTo>
                        <a:pt x="0" y="0"/>
                      </a:moveTo>
                      <a:lnTo>
                        <a:pt x="230790" y="0"/>
                      </a:lnTo>
                      <a:lnTo>
                        <a:pt x="230790"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51" name="Google Shape;1051;p32"/>
                <p:cNvSpPr/>
                <p:nvPr/>
              </p:nvSpPr>
              <p:spPr>
                <a:xfrm>
                  <a:off x="10526458" y="1099280"/>
                  <a:ext cx="83248" cy="52959"/>
                </a:xfrm>
                <a:custGeom>
                  <a:avLst/>
                  <a:gdLst/>
                  <a:ahLst/>
                  <a:cxnLst/>
                  <a:rect l="l" t="t" r="r" b="b"/>
                  <a:pathLst>
                    <a:path w="83248" h="52959" extrusionOk="0">
                      <a:moveTo>
                        <a:pt x="0" y="0"/>
                      </a:moveTo>
                      <a:lnTo>
                        <a:pt x="83249" y="0"/>
                      </a:lnTo>
                      <a:lnTo>
                        <a:pt x="83249"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52" name="Google Shape;1052;p32"/>
                <p:cNvSpPr/>
                <p:nvPr/>
              </p:nvSpPr>
              <p:spPr>
                <a:xfrm>
                  <a:off x="10004774" y="1099280"/>
                  <a:ext cx="247935" cy="52959"/>
                </a:xfrm>
                <a:custGeom>
                  <a:avLst/>
                  <a:gdLst/>
                  <a:ahLst/>
                  <a:cxnLst/>
                  <a:rect l="l" t="t" r="r" b="b"/>
                  <a:pathLst>
                    <a:path w="247935" h="52959" extrusionOk="0">
                      <a:moveTo>
                        <a:pt x="0" y="0"/>
                      </a:moveTo>
                      <a:lnTo>
                        <a:pt x="247936" y="0"/>
                      </a:lnTo>
                      <a:lnTo>
                        <a:pt x="247936"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53" name="Google Shape;1053;p32"/>
                <p:cNvSpPr/>
                <p:nvPr/>
              </p:nvSpPr>
              <p:spPr>
                <a:xfrm>
                  <a:off x="10178700" y="1221676"/>
                  <a:ext cx="200977" cy="52959"/>
                </a:xfrm>
                <a:custGeom>
                  <a:avLst/>
                  <a:gdLst/>
                  <a:ahLst/>
                  <a:cxnLst/>
                  <a:rect l="l" t="t" r="r" b="b"/>
                  <a:pathLst>
                    <a:path w="200977" h="52959" extrusionOk="0">
                      <a:moveTo>
                        <a:pt x="0" y="0"/>
                      </a:moveTo>
                      <a:lnTo>
                        <a:pt x="200977" y="0"/>
                      </a:lnTo>
                      <a:lnTo>
                        <a:pt x="200977"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54" name="Google Shape;1054;p32"/>
                <p:cNvSpPr/>
                <p:nvPr/>
              </p:nvSpPr>
              <p:spPr>
                <a:xfrm>
                  <a:off x="10004774" y="1221676"/>
                  <a:ext cx="151256" cy="52959"/>
                </a:xfrm>
                <a:custGeom>
                  <a:avLst/>
                  <a:gdLst/>
                  <a:ahLst/>
                  <a:cxnLst/>
                  <a:rect l="l" t="t" r="r" b="b"/>
                  <a:pathLst>
                    <a:path w="151256" h="52959" extrusionOk="0">
                      <a:moveTo>
                        <a:pt x="0" y="0"/>
                      </a:moveTo>
                      <a:lnTo>
                        <a:pt x="151257" y="0"/>
                      </a:lnTo>
                      <a:lnTo>
                        <a:pt x="151257"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055" name="Google Shape;1055;p32"/>
              <p:cNvGrpSpPr/>
              <p:nvPr/>
            </p:nvGrpSpPr>
            <p:grpSpPr>
              <a:xfrm>
                <a:off x="10004774" y="1374362"/>
                <a:ext cx="604932" cy="303466"/>
                <a:chOff x="10004774" y="1374362"/>
                <a:chExt cx="604932" cy="303466"/>
              </a:xfrm>
            </p:grpSpPr>
            <p:sp>
              <p:nvSpPr>
                <p:cNvPr id="1056" name="Google Shape;1056;p32"/>
                <p:cNvSpPr/>
                <p:nvPr/>
              </p:nvSpPr>
              <p:spPr>
                <a:xfrm>
                  <a:off x="10004774" y="1374362"/>
                  <a:ext cx="237077" cy="52959"/>
                </a:xfrm>
                <a:custGeom>
                  <a:avLst/>
                  <a:gdLst/>
                  <a:ahLst/>
                  <a:cxnLst/>
                  <a:rect l="l" t="t" r="r" b="b"/>
                  <a:pathLst>
                    <a:path w="237077" h="52959" extrusionOk="0">
                      <a:moveTo>
                        <a:pt x="0" y="0"/>
                      </a:moveTo>
                      <a:lnTo>
                        <a:pt x="237077" y="0"/>
                      </a:lnTo>
                      <a:lnTo>
                        <a:pt x="237077"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57" name="Google Shape;1057;p32"/>
                <p:cNvSpPr/>
                <p:nvPr/>
              </p:nvSpPr>
              <p:spPr>
                <a:xfrm>
                  <a:off x="10262901" y="1374362"/>
                  <a:ext cx="182498" cy="52959"/>
                </a:xfrm>
                <a:custGeom>
                  <a:avLst/>
                  <a:gdLst/>
                  <a:ahLst/>
                  <a:cxnLst/>
                  <a:rect l="l" t="t" r="r" b="b"/>
                  <a:pathLst>
                    <a:path w="182498" h="52959" extrusionOk="0">
                      <a:moveTo>
                        <a:pt x="0" y="0"/>
                      </a:moveTo>
                      <a:lnTo>
                        <a:pt x="182498" y="0"/>
                      </a:lnTo>
                      <a:lnTo>
                        <a:pt x="182498"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58" name="Google Shape;1058;p32"/>
                <p:cNvSpPr/>
                <p:nvPr/>
              </p:nvSpPr>
              <p:spPr>
                <a:xfrm>
                  <a:off x="10464831" y="1374362"/>
                  <a:ext cx="144875" cy="52959"/>
                </a:xfrm>
                <a:custGeom>
                  <a:avLst/>
                  <a:gdLst/>
                  <a:ahLst/>
                  <a:cxnLst/>
                  <a:rect l="l" t="t" r="r" b="b"/>
                  <a:pathLst>
                    <a:path w="144875" h="52959" extrusionOk="0">
                      <a:moveTo>
                        <a:pt x="0" y="0"/>
                      </a:moveTo>
                      <a:lnTo>
                        <a:pt x="144875" y="0"/>
                      </a:lnTo>
                      <a:lnTo>
                        <a:pt x="144875"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59" name="Google Shape;1059;p32"/>
                <p:cNvSpPr/>
                <p:nvPr/>
              </p:nvSpPr>
              <p:spPr>
                <a:xfrm>
                  <a:off x="10273760" y="1502378"/>
                  <a:ext cx="230790" cy="52959"/>
                </a:xfrm>
                <a:custGeom>
                  <a:avLst/>
                  <a:gdLst/>
                  <a:ahLst/>
                  <a:cxnLst/>
                  <a:rect l="l" t="t" r="r" b="b"/>
                  <a:pathLst>
                    <a:path w="230790" h="52959" extrusionOk="0">
                      <a:moveTo>
                        <a:pt x="0" y="0"/>
                      </a:moveTo>
                      <a:lnTo>
                        <a:pt x="230790" y="0"/>
                      </a:lnTo>
                      <a:lnTo>
                        <a:pt x="230790"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60" name="Google Shape;1060;p32"/>
                <p:cNvSpPr/>
                <p:nvPr/>
              </p:nvSpPr>
              <p:spPr>
                <a:xfrm>
                  <a:off x="10526458" y="1502378"/>
                  <a:ext cx="83248" cy="52959"/>
                </a:xfrm>
                <a:custGeom>
                  <a:avLst/>
                  <a:gdLst/>
                  <a:ahLst/>
                  <a:cxnLst/>
                  <a:rect l="l" t="t" r="r" b="b"/>
                  <a:pathLst>
                    <a:path w="83248" h="52959" extrusionOk="0">
                      <a:moveTo>
                        <a:pt x="0" y="0"/>
                      </a:moveTo>
                      <a:lnTo>
                        <a:pt x="83249" y="0"/>
                      </a:lnTo>
                      <a:lnTo>
                        <a:pt x="83249"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61" name="Google Shape;1061;p32"/>
                <p:cNvSpPr/>
                <p:nvPr/>
              </p:nvSpPr>
              <p:spPr>
                <a:xfrm>
                  <a:off x="10004774" y="1502378"/>
                  <a:ext cx="247935" cy="52959"/>
                </a:xfrm>
                <a:custGeom>
                  <a:avLst/>
                  <a:gdLst/>
                  <a:ahLst/>
                  <a:cxnLst/>
                  <a:rect l="l" t="t" r="r" b="b"/>
                  <a:pathLst>
                    <a:path w="247935" h="52959" extrusionOk="0">
                      <a:moveTo>
                        <a:pt x="0" y="0"/>
                      </a:moveTo>
                      <a:lnTo>
                        <a:pt x="247936" y="0"/>
                      </a:lnTo>
                      <a:lnTo>
                        <a:pt x="247936"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62" name="Google Shape;1062;p32"/>
                <p:cNvSpPr/>
                <p:nvPr/>
              </p:nvSpPr>
              <p:spPr>
                <a:xfrm>
                  <a:off x="10178700" y="1624869"/>
                  <a:ext cx="200977" cy="52959"/>
                </a:xfrm>
                <a:custGeom>
                  <a:avLst/>
                  <a:gdLst/>
                  <a:ahLst/>
                  <a:cxnLst/>
                  <a:rect l="l" t="t" r="r" b="b"/>
                  <a:pathLst>
                    <a:path w="200977" h="52959" extrusionOk="0">
                      <a:moveTo>
                        <a:pt x="0" y="0"/>
                      </a:moveTo>
                      <a:lnTo>
                        <a:pt x="200977" y="0"/>
                      </a:lnTo>
                      <a:lnTo>
                        <a:pt x="200977"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63" name="Google Shape;1063;p32"/>
                <p:cNvSpPr/>
                <p:nvPr/>
              </p:nvSpPr>
              <p:spPr>
                <a:xfrm>
                  <a:off x="10004774" y="1624869"/>
                  <a:ext cx="151256" cy="52959"/>
                </a:xfrm>
                <a:custGeom>
                  <a:avLst/>
                  <a:gdLst/>
                  <a:ahLst/>
                  <a:cxnLst/>
                  <a:rect l="l" t="t" r="r" b="b"/>
                  <a:pathLst>
                    <a:path w="151256" h="52959" extrusionOk="0">
                      <a:moveTo>
                        <a:pt x="0" y="0"/>
                      </a:moveTo>
                      <a:lnTo>
                        <a:pt x="151257" y="0"/>
                      </a:lnTo>
                      <a:lnTo>
                        <a:pt x="151257"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064" name="Google Shape;1064;p32"/>
              <p:cNvSpPr/>
              <p:nvPr/>
            </p:nvSpPr>
            <p:spPr>
              <a:xfrm>
                <a:off x="10004774" y="1875948"/>
                <a:ext cx="605885" cy="438816"/>
              </a:xfrm>
              <a:custGeom>
                <a:avLst/>
                <a:gdLst/>
                <a:ahLst/>
                <a:cxnLst/>
                <a:rect l="l" t="t" r="r" b="b"/>
                <a:pathLst>
                  <a:path w="605885" h="438816" extrusionOk="0">
                    <a:moveTo>
                      <a:pt x="572167" y="0"/>
                    </a:moveTo>
                    <a:cubicBezTo>
                      <a:pt x="590789" y="0"/>
                      <a:pt x="605885" y="15096"/>
                      <a:pt x="605885" y="33718"/>
                    </a:cubicBezTo>
                    <a:lnTo>
                      <a:pt x="605885" y="405098"/>
                    </a:lnTo>
                    <a:cubicBezTo>
                      <a:pt x="605885" y="423720"/>
                      <a:pt x="590789" y="438817"/>
                      <a:pt x="572167" y="438817"/>
                    </a:cubicBezTo>
                    <a:lnTo>
                      <a:pt x="33718" y="438817"/>
                    </a:lnTo>
                    <a:cubicBezTo>
                      <a:pt x="15096" y="438817"/>
                      <a:pt x="0" y="423720"/>
                      <a:pt x="0" y="405098"/>
                    </a:cubicBezTo>
                    <a:lnTo>
                      <a:pt x="0" y="33718"/>
                    </a:lnTo>
                    <a:cubicBezTo>
                      <a:pt x="0" y="15096"/>
                      <a:pt x="15096" y="0"/>
                      <a:pt x="33718" y="0"/>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65" name="Google Shape;1065;p32"/>
              <p:cNvSpPr/>
              <p:nvPr/>
            </p:nvSpPr>
            <p:spPr>
              <a:xfrm>
                <a:off x="9191339" y="860202"/>
                <a:ext cx="605885" cy="815149"/>
              </a:xfrm>
              <a:custGeom>
                <a:avLst/>
                <a:gdLst/>
                <a:ahLst/>
                <a:cxnLst/>
                <a:rect l="l" t="t" r="r" b="b"/>
                <a:pathLst>
                  <a:path w="605885" h="815149" extrusionOk="0">
                    <a:moveTo>
                      <a:pt x="554260" y="0"/>
                    </a:moveTo>
                    <a:cubicBezTo>
                      <a:pt x="582772" y="0"/>
                      <a:pt x="605885" y="23114"/>
                      <a:pt x="605885" y="51625"/>
                    </a:cubicBezTo>
                    <a:lnTo>
                      <a:pt x="605885" y="763524"/>
                    </a:lnTo>
                    <a:cubicBezTo>
                      <a:pt x="605885" y="792036"/>
                      <a:pt x="582771" y="815150"/>
                      <a:pt x="554260" y="815150"/>
                    </a:cubicBezTo>
                    <a:lnTo>
                      <a:pt x="51625" y="815150"/>
                    </a:lnTo>
                    <a:cubicBezTo>
                      <a:pt x="23113" y="815150"/>
                      <a:pt x="0" y="792036"/>
                      <a:pt x="0" y="763524"/>
                    </a:cubicBezTo>
                    <a:lnTo>
                      <a:pt x="0" y="51625"/>
                    </a:lnTo>
                    <a:cubicBezTo>
                      <a:pt x="0" y="23114"/>
                      <a:pt x="23113" y="0"/>
                      <a:pt x="51625" y="0"/>
                    </a:cubicBezTo>
                    <a:close/>
                  </a:path>
                </a:pathLst>
              </a:custGeom>
              <a:solidFill>
                <a:schemeClr val="accent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066" name="Google Shape;1066;p32"/>
            <p:cNvGrpSpPr/>
            <p:nvPr/>
          </p:nvGrpSpPr>
          <p:grpSpPr>
            <a:xfrm>
              <a:off x="6717319" y="354723"/>
              <a:ext cx="656533" cy="799751"/>
              <a:chOff x="9097899" y="793051"/>
              <a:chExt cx="780287" cy="950500"/>
            </a:xfrm>
          </p:grpSpPr>
          <p:grpSp>
            <p:nvGrpSpPr>
              <p:cNvPr id="1067" name="Google Shape;1067;p32"/>
              <p:cNvGrpSpPr/>
              <p:nvPr/>
            </p:nvGrpSpPr>
            <p:grpSpPr>
              <a:xfrm>
                <a:off x="9118758" y="814006"/>
                <a:ext cx="747999" cy="918020"/>
                <a:chOff x="9118758" y="814006"/>
                <a:chExt cx="747999" cy="918020"/>
              </a:xfrm>
            </p:grpSpPr>
            <p:sp>
              <p:nvSpPr>
                <p:cNvPr id="1068" name="Google Shape;1068;p32"/>
                <p:cNvSpPr/>
                <p:nvPr/>
              </p:nvSpPr>
              <p:spPr>
                <a:xfrm>
                  <a:off x="9131522" y="1722501"/>
                  <a:ext cx="700277" cy="9525"/>
                </a:xfrm>
                <a:custGeom>
                  <a:avLst/>
                  <a:gdLst/>
                  <a:ahLst/>
                  <a:cxnLst/>
                  <a:rect l="l" t="t" r="r" b="b"/>
                  <a:pathLst>
                    <a:path w="700277" h="9525" extrusionOk="0">
                      <a:moveTo>
                        <a:pt x="700278" y="0"/>
                      </a:moveTo>
                      <a:lnTo>
                        <a:pt x="0" y="0"/>
                      </a:lnTo>
                    </a:path>
                  </a:pathLst>
                </a:custGeom>
                <a:solidFill>
                  <a:schemeClr val="dk1"/>
                </a:solidFill>
                <a:ln w="12750" cap="rnd" cmpd="sng">
                  <a:solidFill>
                    <a:schemeClr val="dk1"/>
                  </a:solidFill>
                  <a:prstDash val="dashDot"/>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69" name="Google Shape;1069;p32"/>
                <p:cNvSpPr/>
                <p:nvPr/>
              </p:nvSpPr>
              <p:spPr>
                <a:xfrm>
                  <a:off x="9118758" y="826579"/>
                  <a:ext cx="9525" cy="870680"/>
                </a:xfrm>
                <a:custGeom>
                  <a:avLst/>
                  <a:gdLst/>
                  <a:ahLst/>
                  <a:cxnLst/>
                  <a:rect l="l" t="t" r="r" b="b"/>
                  <a:pathLst>
                    <a:path w="9525" h="870680" extrusionOk="0">
                      <a:moveTo>
                        <a:pt x="0" y="870680"/>
                      </a:moveTo>
                      <a:lnTo>
                        <a:pt x="0" y="0"/>
                      </a:lnTo>
                    </a:path>
                  </a:pathLst>
                </a:custGeom>
                <a:solidFill>
                  <a:schemeClr val="dk1"/>
                </a:solidFill>
                <a:ln w="12750" cap="rnd" cmpd="sng">
                  <a:solidFill>
                    <a:schemeClr val="dk1"/>
                  </a:solidFill>
                  <a:prstDash val="dashDot"/>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70" name="Google Shape;1070;p32"/>
                <p:cNvSpPr/>
                <p:nvPr/>
              </p:nvSpPr>
              <p:spPr>
                <a:xfrm>
                  <a:off x="9144285" y="814006"/>
                  <a:ext cx="700277" cy="9525"/>
                </a:xfrm>
                <a:custGeom>
                  <a:avLst/>
                  <a:gdLst/>
                  <a:ahLst/>
                  <a:cxnLst/>
                  <a:rect l="l" t="t" r="r" b="b"/>
                  <a:pathLst>
                    <a:path w="700277" h="9525" extrusionOk="0">
                      <a:moveTo>
                        <a:pt x="0" y="0"/>
                      </a:moveTo>
                      <a:lnTo>
                        <a:pt x="700278" y="0"/>
                      </a:lnTo>
                    </a:path>
                  </a:pathLst>
                </a:custGeom>
                <a:solidFill>
                  <a:schemeClr val="dk1"/>
                </a:solidFill>
                <a:ln w="12750" cap="rnd" cmpd="sng">
                  <a:solidFill>
                    <a:schemeClr val="dk1"/>
                  </a:solidFill>
                  <a:prstDash val="dashDot"/>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71" name="Google Shape;1071;p32"/>
                <p:cNvSpPr/>
                <p:nvPr/>
              </p:nvSpPr>
              <p:spPr>
                <a:xfrm>
                  <a:off x="9857232" y="839247"/>
                  <a:ext cx="9525" cy="870680"/>
                </a:xfrm>
                <a:custGeom>
                  <a:avLst/>
                  <a:gdLst/>
                  <a:ahLst/>
                  <a:cxnLst/>
                  <a:rect l="l" t="t" r="r" b="b"/>
                  <a:pathLst>
                    <a:path w="9525" h="870680" extrusionOk="0">
                      <a:moveTo>
                        <a:pt x="0" y="0"/>
                      </a:moveTo>
                      <a:lnTo>
                        <a:pt x="0" y="870680"/>
                      </a:lnTo>
                    </a:path>
                  </a:pathLst>
                </a:custGeom>
                <a:solidFill>
                  <a:schemeClr val="dk1"/>
                </a:solidFill>
                <a:ln w="12750" cap="rnd" cmpd="sng">
                  <a:solidFill>
                    <a:schemeClr val="dk1"/>
                  </a:solidFill>
                  <a:prstDash val="dashDot"/>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072" name="Google Shape;1072;p32"/>
              <p:cNvGrpSpPr/>
              <p:nvPr/>
            </p:nvGrpSpPr>
            <p:grpSpPr>
              <a:xfrm>
                <a:off x="9097899" y="793051"/>
                <a:ext cx="780287" cy="950500"/>
                <a:chOff x="9097899" y="793051"/>
                <a:chExt cx="780287" cy="950500"/>
              </a:xfrm>
            </p:grpSpPr>
            <p:grpSp>
              <p:nvGrpSpPr>
                <p:cNvPr id="1073" name="Google Shape;1073;p32"/>
                <p:cNvGrpSpPr/>
                <p:nvPr/>
              </p:nvGrpSpPr>
              <p:grpSpPr>
                <a:xfrm>
                  <a:off x="9097899" y="793051"/>
                  <a:ext cx="780287" cy="41909"/>
                  <a:chOff x="9097899" y="793051"/>
                  <a:chExt cx="780287" cy="41909"/>
                </a:xfrm>
              </p:grpSpPr>
              <p:sp>
                <p:nvSpPr>
                  <p:cNvPr id="1074" name="Google Shape;1074;p32"/>
                  <p:cNvSpPr/>
                  <p:nvPr/>
                </p:nvSpPr>
                <p:spPr>
                  <a:xfrm>
                    <a:off x="9097899" y="793051"/>
                    <a:ext cx="41909" cy="41909"/>
                  </a:xfrm>
                  <a:custGeom>
                    <a:avLst/>
                    <a:gdLst/>
                    <a:ahLst/>
                    <a:cxnLst/>
                    <a:rect l="l" t="t" r="r" b="b"/>
                    <a:pathLst>
                      <a:path w="41909" h="41909" extrusionOk="0">
                        <a:moveTo>
                          <a:pt x="0" y="0"/>
                        </a:moveTo>
                        <a:lnTo>
                          <a:pt x="41910" y="0"/>
                        </a:lnTo>
                        <a:lnTo>
                          <a:pt x="41910" y="41910"/>
                        </a:lnTo>
                        <a:lnTo>
                          <a:pt x="0" y="4191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75" name="Google Shape;1075;p32"/>
                  <p:cNvSpPr/>
                  <p:nvPr/>
                </p:nvSpPr>
                <p:spPr>
                  <a:xfrm>
                    <a:off x="9467088" y="793051"/>
                    <a:ext cx="41909" cy="41909"/>
                  </a:xfrm>
                  <a:custGeom>
                    <a:avLst/>
                    <a:gdLst/>
                    <a:ahLst/>
                    <a:cxnLst/>
                    <a:rect l="l" t="t" r="r" b="b"/>
                    <a:pathLst>
                      <a:path w="41909" h="41909" extrusionOk="0">
                        <a:moveTo>
                          <a:pt x="0" y="0"/>
                        </a:moveTo>
                        <a:lnTo>
                          <a:pt x="41910" y="0"/>
                        </a:lnTo>
                        <a:lnTo>
                          <a:pt x="41910" y="41910"/>
                        </a:lnTo>
                        <a:lnTo>
                          <a:pt x="0" y="4191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76" name="Google Shape;1076;p32"/>
                  <p:cNvSpPr/>
                  <p:nvPr/>
                </p:nvSpPr>
                <p:spPr>
                  <a:xfrm>
                    <a:off x="9836277" y="793051"/>
                    <a:ext cx="41909" cy="41909"/>
                  </a:xfrm>
                  <a:custGeom>
                    <a:avLst/>
                    <a:gdLst/>
                    <a:ahLst/>
                    <a:cxnLst/>
                    <a:rect l="l" t="t" r="r" b="b"/>
                    <a:pathLst>
                      <a:path w="41909" h="41909" extrusionOk="0">
                        <a:moveTo>
                          <a:pt x="0" y="0"/>
                        </a:moveTo>
                        <a:lnTo>
                          <a:pt x="41910" y="0"/>
                        </a:lnTo>
                        <a:lnTo>
                          <a:pt x="41910" y="41910"/>
                        </a:lnTo>
                        <a:lnTo>
                          <a:pt x="0" y="4191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077" name="Google Shape;1077;p32"/>
                <p:cNvGrpSpPr/>
                <p:nvPr/>
              </p:nvGrpSpPr>
              <p:grpSpPr>
                <a:xfrm>
                  <a:off x="9097899" y="1247298"/>
                  <a:ext cx="780287" cy="41910"/>
                  <a:chOff x="9097899" y="1247298"/>
                  <a:chExt cx="780287" cy="41910"/>
                </a:xfrm>
              </p:grpSpPr>
              <p:sp>
                <p:nvSpPr>
                  <p:cNvPr id="1078" name="Google Shape;1078;p32"/>
                  <p:cNvSpPr/>
                  <p:nvPr/>
                </p:nvSpPr>
                <p:spPr>
                  <a:xfrm>
                    <a:off x="9097899" y="1247298"/>
                    <a:ext cx="41909" cy="41910"/>
                  </a:xfrm>
                  <a:custGeom>
                    <a:avLst/>
                    <a:gdLst/>
                    <a:ahLst/>
                    <a:cxnLst/>
                    <a:rect l="l" t="t" r="r" b="b"/>
                    <a:pathLst>
                      <a:path w="41909" h="41910" extrusionOk="0">
                        <a:moveTo>
                          <a:pt x="0" y="0"/>
                        </a:moveTo>
                        <a:lnTo>
                          <a:pt x="41910" y="0"/>
                        </a:lnTo>
                        <a:lnTo>
                          <a:pt x="41910" y="41910"/>
                        </a:lnTo>
                        <a:lnTo>
                          <a:pt x="0" y="4191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79" name="Google Shape;1079;p32"/>
                  <p:cNvSpPr/>
                  <p:nvPr/>
                </p:nvSpPr>
                <p:spPr>
                  <a:xfrm>
                    <a:off x="9836277" y="1247298"/>
                    <a:ext cx="41909" cy="41910"/>
                  </a:xfrm>
                  <a:custGeom>
                    <a:avLst/>
                    <a:gdLst/>
                    <a:ahLst/>
                    <a:cxnLst/>
                    <a:rect l="l" t="t" r="r" b="b"/>
                    <a:pathLst>
                      <a:path w="41909" h="41910" extrusionOk="0">
                        <a:moveTo>
                          <a:pt x="0" y="0"/>
                        </a:moveTo>
                        <a:lnTo>
                          <a:pt x="41910" y="0"/>
                        </a:lnTo>
                        <a:lnTo>
                          <a:pt x="41910" y="41910"/>
                        </a:lnTo>
                        <a:lnTo>
                          <a:pt x="0" y="4191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080" name="Google Shape;1080;p32"/>
                <p:cNvGrpSpPr/>
                <p:nvPr/>
              </p:nvGrpSpPr>
              <p:grpSpPr>
                <a:xfrm>
                  <a:off x="9097899" y="1701641"/>
                  <a:ext cx="780287" cy="41910"/>
                  <a:chOff x="9097899" y="1701641"/>
                  <a:chExt cx="780287" cy="41910"/>
                </a:xfrm>
              </p:grpSpPr>
              <p:sp>
                <p:nvSpPr>
                  <p:cNvPr id="1081" name="Google Shape;1081;p32"/>
                  <p:cNvSpPr/>
                  <p:nvPr/>
                </p:nvSpPr>
                <p:spPr>
                  <a:xfrm>
                    <a:off x="9097899" y="1701641"/>
                    <a:ext cx="41909" cy="41910"/>
                  </a:xfrm>
                  <a:custGeom>
                    <a:avLst/>
                    <a:gdLst/>
                    <a:ahLst/>
                    <a:cxnLst/>
                    <a:rect l="l" t="t" r="r" b="b"/>
                    <a:pathLst>
                      <a:path w="41909" h="41910" extrusionOk="0">
                        <a:moveTo>
                          <a:pt x="0" y="0"/>
                        </a:moveTo>
                        <a:lnTo>
                          <a:pt x="41910" y="0"/>
                        </a:lnTo>
                        <a:lnTo>
                          <a:pt x="41910" y="41910"/>
                        </a:lnTo>
                        <a:lnTo>
                          <a:pt x="0" y="4191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82" name="Google Shape;1082;p32"/>
                  <p:cNvSpPr/>
                  <p:nvPr/>
                </p:nvSpPr>
                <p:spPr>
                  <a:xfrm>
                    <a:off x="9467088" y="1701641"/>
                    <a:ext cx="41909" cy="41910"/>
                  </a:xfrm>
                  <a:custGeom>
                    <a:avLst/>
                    <a:gdLst/>
                    <a:ahLst/>
                    <a:cxnLst/>
                    <a:rect l="l" t="t" r="r" b="b"/>
                    <a:pathLst>
                      <a:path w="41909" h="41910" extrusionOk="0">
                        <a:moveTo>
                          <a:pt x="0" y="0"/>
                        </a:moveTo>
                        <a:lnTo>
                          <a:pt x="41910" y="0"/>
                        </a:lnTo>
                        <a:lnTo>
                          <a:pt x="41910" y="41910"/>
                        </a:lnTo>
                        <a:lnTo>
                          <a:pt x="0" y="4191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83" name="Google Shape;1083;p32"/>
                  <p:cNvSpPr/>
                  <p:nvPr/>
                </p:nvSpPr>
                <p:spPr>
                  <a:xfrm>
                    <a:off x="9836277" y="1701641"/>
                    <a:ext cx="41909" cy="41910"/>
                  </a:xfrm>
                  <a:custGeom>
                    <a:avLst/>
                    <a:gdLst/>
                    <a:ahLst/>
                    <a:cxnLst/>
                    <a:rect l="l" t="t" r="r" b="b"/>
                    <a:pathLst>
                      <a:path w="41909" h="41910" extrusionOk="0">
                        <a:moveTo>
                          <a:pt x="0" y="0"/>
                        </a:moveTo>
                        <a:lnTo>
                          <a:pt x="41910" y="0"/>
                        </a:lnTo>
                        <a:lnTo>
                          <a:pt x="41910" y="41910"/>
                        </a:lnTo>
                        <a:lnTo>
                          <a:pt x="0" y="4191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grpSp>
          <p:nvGrpSpPr>
            <p:cNvPr id="1084" name="Google Shape;1084;p32"/>
            <p:cNvGrpSpPr/>
            <p:nvPr/>
          </p:nvGrpSpPr>
          <p:grpSpPr>
            <a:xfrm>
              <a:off x="7074117" y="956519"/>
              <a:ext cx="215826" cy="125825"/>
              <a:chOff x="9521952" y="1508283"/>
              <a:chExt cx="256508" cy="149542"/>
            </a:xfrm>
          </p:grpSpPr>
          <p:sp>
            <p:nvSpPr>
              <p:cNvPr id="1085" name="Google Shape;1085;p32"/>
              <p:cNvSpPr/>
              <p:nvPr/>
            </p:nvSpPr>
            <p:spPr>
              <a:xfrm>
                <a:off x="9521952" y="1508283"/>
                <a:ext cx="256508" cy="149542"/>
              </a:xfrm>
              <a:custGeom>
                <a:avLst/>
                <a:gdLst/>
                <a:ahLst/>
                <a:cxnLst/>
                <a:rect l="l" t="t" r="r" b="b"/>
                <a:pathLst>
                  <a:path w="256508" h="149542" extrusionOk="0">
                    <a:moveTo>
                      <a:pt x="218694" y="0"/>
                    </a:moveTo>
                    <a:cubicBezTo>
                      <a:pt x="239578" y="0"/>
                      <a:pt x="256508" y="16930"/>
                      <a:pt x="256508" y="37814"/>
                    </a:cubicBezTo>
                    <a:lnTo>
                      <a:pt x="256508" y="111728"/>
                    </a:lnTo>
                    <a:cubicBezTo>
                      <a:pt x="256508" y="132612"/>
                      <a:pt x="239578" y="149543"/>
                      <a:pt x="218694" y="149543"/>
                    </a:cubicBezTo>
                    <a:lnTo>
                      <a:pt x="37814" y="149543"/>
                    </a:lnTo>
                    <a:cubicBezTo>
                      <a:pt x="16930" y="149543"/>
                      <a:pt x="1" y="132612"/>
                      <a:pt x="1" y="111728"/>
                    </a:cubicBezTo>
                    <a:lnTo>
                      <a:pt x="1" y="37814"/>
                    </a:lnTo>
                    <a:cubicBezTo>
                      <a:pt x="1" y="16930"/>
                      <a:pt x="16930" y="0"/>
                      <a:pt x="37814" y="0"/>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086" name="Google Shape;1086;p32"/>
              <p:cNvGrpSpPr/>
              <p:nvPr/>
            </p:nvGrpSpPr>
            <p:grpSpPr>
              <a:xfrm>
                <a:off x="9556578" y="1534618"/>
                <a:ext cx="183763" cy="98921"/>
                <a:chOff x="9556578" y="1534618"/>
                <a:chExt cx="183763" cy="98921"/>
              </a:xfrm>
            </p:grpSpPr>
            <p:grpSp>
              <p:nvGrpSpPr>
                <p:cNvPr id="1087" name="Google Shape;1087;p32"/>
                <p:cNvGrpSpPr/>
                <p:nvPr/>
              </p:nvGrpSpPr>
              <p:grpSpPr>
                <a:xfrm>
                  <a:off x="9645396" y="1536115"/>
                  <a:ext cx="94945" cy="94946"/>
                  <a:chOff x="9645396" y="1536115"/>
                  <a:chExt cx="94945" cy="94946"/>
                </a:xfrm>
              </p:grpSpPr>
              <p:sp>
                <p:nvSpPr>
                  <p:cNvPr id="1088" name="Google Shape;1088;p32"/>
                  <p:cNvSpPr/>
                  <p:nvPr/>
                </p:nvSpPr>
                <p:spPr>
                  <a:xfrm>
                    <a:off x="9645396" y="1588389"/>
                    <a:ext cx="42671" cy="42672"/>
                  </a:xfrm>
                  <a:custGeom>
                    <a:avLst/>
                    <a:gdLst/>
                    <a:ahLst/>
                    <a:cxnLst/>
                    <a:rect l="l" t="t" r="r" b="b"/>
                    <a:pathLst>
                      <a:path w="42671" h="42672" extrusionOk="0">
                        <a:moveTo>
                          <a:pt x="16764" y="31147"/>
                        </a:moveTo>
                        <a:lnTo>
                          <a:pt x="42672" y="5144"/>
                        </a:lnTo>
                        <a:lnTo>
                          <a:pt x="37529" y="0"/>
                        </a:lnTo>
                        <a:lnTo>
                          <a:pt x="11525" y="25908"/>
                        </a:lnTo>
                        <a:lnTo>
                          <a:pt x="6382" y="28765"/>
                        </a:lnTo>
                        <a:lnTo>
                          <a:pt x="0" y="38576"/>
                        </a:lnTo>
                        <a:lnTo>
                          <a:pt x="4096" y="42672"/>
                        </a:lnTo>
                        <a:lnTo>
                          <a:pt x="13906" y="36290"/>
                        </a:lnTo>
                        <a:lnTo>
                          <a:pt x="16764" y="31147"/>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89" name="Google Shape;1089;p32"/>
                  <p:cNvSpPr/>
                  <p:nvPr/>
                </p:nvSpPr>
                <p:spPr>
                  <a:xfrm>
                    <a:off x="9674923" y="1536115"/>
                    <a:ext cx="65418" cy="65418"/>
                  </a:xfrm>
                  <a:custGeom>
                    <a:avLst/>
                    <a:gdLst/>
                    <a:ahLst/>
                    <a:cxnLst/>
                    <a:rect l="l" t="t" r="r" b="b"/>
                    <a:pathLst>
                      <a:path w="65418" h="65418" extrusionOk="0">
                        <a:moveTo>
                          <a:pt x="36576" y="54845"/>
                        </a:moveTo>
                        <a:lnTo>
                          <a:pt x="63246" y="28175"/>
                        </a:lnTo>
                        <a:cubicBezTo>
                          <a:pt x="64008" y="27413"/>
                          <a:pt x="64484" y="26461"/>
                          <a:pt x="64770" y="25413"/>
                        </a:cubicBezTo>
                        <a:cubicBezTo>
                          <a:pt x="65627" y="21794"/>
                          <a:pt x="66866" y="13602"/>
                          <a:pt x="59341" y="6077"/>
                        </a:cubicBezTo>
                        <a:cubicBezTo>
                          <a:pt x="51816" y="-1447"/>
                          <a:pt x="43625" y="-209"/>
                          <a:pt x="40005" y="648"/>
                        </a:cubicBezTo>
                        <a:cubicBezTo>
                          <a:pt x="38958" y="934"/>
                          <a:pt x="38005" y="1410"/>
                          <a:pt x="37243" y="2172"/>
                        </a:cubicBezTo>
                        <a:lnTo>
                          <a:pt x="10573" y="28842"/>
                        </a:lnTo>
                        <a:cubicBezTo>
                          <a:pt x="14669" y="32938"/>
                          <a:pt x="14669" y="39701"/>
                          <a:pt x="10573" y="43796"/>
                        </a:cubicBezTo>
                        <a:lnTo>
                          <a:pt x="8287" y="46082"/>
                        </a:lnTo>
                        <a:lnTo>
                          <a:pt x="4286" y="42082"/>
                        </a:lnTo>
                        <a:lnTo>
                          <a:pt x="0" y="46368"/>
                        </a:lnTo>
                        <a:lnTo>
                          <a:pt x="19050" y="65418"/>
                        </a:lnTo>
                        <a:lnTo>
                          <a:pt x="23336" y="61132"/>
                        </a:lnTo>
                        <a:lnTo>
                          <a:pt x="19336" y="57131"/>
                        </a:lnTo>
                        <a:lnTo>
                          <a:pt x="21622" y="54845"/>
                        </a:lnTo>
                        <a:cubicBezTo>
                          <a:pt x="25718" y="50750"/>
                          <a:pt x="32481" y="50750"/>
                          <a:pt x="36576" y="54845"/>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090" name="Google Shape;1090;p32"/>
                <p:cNvGrpSpPr/>
                <p:nvPr/>
              </p:nvGrpSpPr>
              <p:grpSpPr>
                <a:xfrm>
                  <a:off x="9556578" y="1534618"/>
                  <a:ext cx="98773" cy="98921"/>
                  <a:chOff x="9556578" y="1534618"/>
                  <a:chExt cx="98773" cy="98921"/>
                </a:xfrm>
              </p:grpSpPr>
              <p:sp>
                <p:nvSpPr>
                  <p:cNvPr id="1091" name="Google Shape;1091;p32"/>
                  <p:cNvSpPr/>
                  <p:nvPr/>
                </p:nvSpPr>
                <p:spPr>
                  <a:xfrm>
                    <a:off x="9556578" y="1534618"/>
                    <a:ext cx="98773" cy="98921"/>
                  </a:xfrm>
                  <a:custGeom>
                    <a:avLst/>
                    <a:gdLst/>
                    <a:ahLst/>
                    <a:cxnLst/>
                    <a:rect l="l" t="t" r="r" b="b"/>
                    <a:pathLst>
                      <a:path w="98773" h="98921" extrusionOk="0">
                        <a:moveTo>
                          <a:pt x="40717" y="72440"/>
                        </a:moveTo>
                        <a:lnTo>
                          <a:pt x="72244" y="40912"/>
                        </a:lnTo>
                        <a:cubicBezTo>
                          <a:pt x="74149" y="39007"/>
                          <a:pt x="76721" y="38054"/>
                          <a:pt x="79388" y="38054"/>
                        </a:cubicBezTo>
                        <a:cubicBezTo>
                          <a:pt x="84341" y="38150"/>
                          <a:pt x="89389" y="36340"/>
                          <a:pt x="93199" y="32530"/>
                        </a:cubicBezTo>
                        <a:cubicBezTo>
                          <a:pt x="98247" y="27482"/>
                          <a:pt x="99866" y="20243"/>
                          <a:pt x="98057" y="13766"/>
                        </a:cubicBezTo>
                        <a:lnTo>
                          <a:pt x="88722" y="23100"/>
                        </a:lnTo>
                        <a:lnTo>
                          <a:pt x="78435" y="20338"/>
                        </a:lnTo>
                        <a:lnTo>
                          <a:pt x="75673" y="10051"/>
                        </a:lnTo>
                        <a:lnTo>
                          <a:pt x="85007" y="716"/>
                        </a:lnTo>
                        <a:cubicBezTo>
                          <a:pt x="78626" y="-1093"/>
                          <a:pt x="71482" y="526"/>
                          <a:pt x="66434" y="5574"/>
                        </a:cubicBezTo>
                        <a:cubicBezTo>
                          <a:pt x="62624" y="9384"/>
                          <a:pt x="60814" y="14432"/>
                          <a:pt x="60909" y="19385"/>
                        </a:cubicBezTo>
                        <a:cubicBezTo>
                          <a:pt x="60909" y="22052"/>
                          <a:pt x="59957" y="24624"/>
                          <a:pt x="58052" y="26529"/>
                        </a:cubicBezTo>
                        <a:lnTo>
                          <a:pt x="26524" y="58057"/>
                        </a:lnTo>
                        <a:cubicBezTo>
                          <a:pt x="24619" y="59962"/>
                          <a:pt x="22047" y="60914"/>
                          <a:pt x="19380" y="60914"/>
                        </a:cubicBezTo>
                        <a:cubicBezTo>
                          <a:pt x="14427" y="60819"/>
                          <a:pt x="9379" y="62629"/>
                          <a:pt x="5569" y="66439"/>
                        </a:cubicBezTo>
                        <a:cubicBezTo>
                          <a:pt x="-2146" y="74154"/>
                          <a:pt x="-1861" y="86918"/>
                          <a:pt x="6522" y="94252"/>
                        </a:cubicBezTo>
                        <a:cubicBezTo>
                          <a:pt x="13761" y="100634"/>
                          <a:pt x="24905" y="100443"/>
                          <a:pt x="32048" y="93871"/>
                        </a:cubicBezTo>
                        <a:cubicBezTo>
                          <a:pt x="36239" y="89966"/>
                          <a:pt x="38240" y="84632"/>
                          <a:pt x="38145" y="79393"/>
                        </a:cubicBezTo>
                        <a:cubicBezTo>
                          <a:pt x="38145" y="76821"/>
                          <a:pt x="39097" y="74249"/>
                          <a:pt x="41002" y="72440"/>
                        </a:cubicBezTo>
                        <a:close/>
                        <a:moveTo>
                          <a:pt x="16618" y="87965"/>
                        </a:moveTo>
                        <a:lnTo>
                          <a:pt x="10713" y="82060"/>
                        </a:lnTo>
                        <a:lnTo>
                          <a:pt x="12903" y="73964"/>
                        </a:lnTo>
                        <a:lnTo>
                          <a:pt x="21000" y="71773"/>
                        </a:lnTo>
                        <a:lnTo>
                          <a:pt x="26905" y="77678"/>
                        </a:lnTo>
                        <a:lnTo>
                          <a:pt x="24714" y="85775"/>
                        </a:lnTo>
                        <a:lnTo>
                          <a:pt x="16618" y="87965"/>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92" name="Google Shape;1092;p32"/>
                  <p:cNvSpPr/>
                  <p:nvPr/>
                </p:nvSpPr>
                <p:spPr>
                  <a:xfrm>
                    <a:off x="9597270" y="1577125"/>
                    <a:ext cx="15573" cy="15573"/>
                  </a:xfrm>
                  <a:custGeom>
                    <a:avLst/>
                    <a:gdLst/>
                    <a:ahLst/>
                    <a:cxnLst/>
                    <a:rect l="l" t="t" r="r" b="b"/>
                    <a:pathLst>
                      <a:path w="15573" h="15573" extrusionOk="0">
                        <a:moveTo>
                          <a:pt x="786" y="14883"/>
                        </a:moveTo>
                        <a:lnTo>
                          <a:pt x="786" y="14883"/>
                        </a:lnTo>
                        <a:cubicBezTo>
                          <a:pt x="-262" y="13835"/>
                          <a:pt x="-262" y="12025"/>
                          <a:pt x="786" y="10882"/>
                        </a:cubicBezTo>
                        <a:lnTo>
                          <a:pt x="10882" y="786"/>
                        </a:lnTo>
                        <a:cubicBezTo>
                          <a:pt x="11930" y="-262"/>
                          <a:pt x="13740" y="-262"/>
                          <a:pt x="14788" y="786"/>
                        </a:cubicBezTo>
                        <a:lnTo>
                          <a:pt x="14788" y="786"/>
                        </a:lnTo>
                        <a:cubicBezTo>
                          <a:pt x="15835" y="1834"/>
                          <a:pt x="15835" y="3643"/>
                          <a:pt x="14788" y="4691"/>
                        </a:cubicBezTo>
                        <a:lnTo>
                          <a:pt x="4691" y="14788"/>
                        </a:lnTo>
                        <a:cubicBezTo>
                          <a:pt x="3643" y="15835"/>
                          <a:pt x="1834" y="15835"/>
                          <a:pt x="690" y="14788"/>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grpSp>
      <p:grpSp>
        <p:nvGrpSpPr>
          <p:cNvPr id="1093" name="Google Shape;1093;p32"/>
          <p:cNvGrpSpPr/>
          <p:nvPr/>
        </p:nvGrpSpPr>
        <p:grpSpPr>
          <a:xfrm>
            <a:off x="254436" y="3695349"/>
            <a:ext cx="917374" cy="683570"/>
            <a:chOff x="1914620" y="1930431"/>
            <a:chExt cx="572929" cy="426911"/>
          </a:xfrm>
        </p:grpSpPr>
        <p:grpSp>
          <p:nvGrpSpPr>
            <p:cNvPr id="1094" name="Google Shape;1094;p32"/>
            <p:cNvGrpSpPr/>
            <p:nvPr/>
          </p:nvGrpSpPr>
          <p:grpSpPr>
            <a:xfrm>
              <a:off x="1914620" y="1930431"/>
              <a:ext cx="572929" cy="426911"/>
              <a:chOff x="1914620" y="1930431"/>
              <a:chExt cx="572929" cy="426911"/>
            </a:xfrm>
          </p:grpSpPr>
          <p:sp>
            <p:nvSpPr>
              <p:cNvPr id="1095" name="Google Shape;1095;p32"/>
              <p:cNvSpPr/>
              <p:nvPr/>
            </p:nvSpPr>
            <p:spPr>
              <a:xfrm>
                <a:off x="2042160" y="1930431"/>
                <a:ext cx="445389" cy="299466"/>
              </a:xfrm>
              <a:custGeom>
                <a:avLst/>
                <a:gdLst/>
                <a:ahLst/>
                <a:cxnLst/>
                <a:rect l="l" t="t" r="r" b="b"/>
                <a:pathLst>
                  <a:path w="445389" h="299466" extrusionOk="0">
                    <a:moveTo>
                      <a:pt x="139065" y="7620"/>
                    </a:moveTo>
                    <a:lnTo>
                      <a:pt x="173355" y="41910"/>
                    </a:lnTo>
                    <a:cubicBezTo>
                      <a:pt x="178308" y="46863"/>
                      <a:pt x="185071" y="49721"/>
                      <a:pt x="192119" y="49721"/>
                    </a:cubicBezTo>
                    <a:lnTo>
                      <a:pt x="418910" y="49721"/>
                    </a:lnTo>
                    <a:cubicBezTo>
                      <a:pt x="433578" y="49721"/>
                      <a:pt x="445389" y="61627"/>
                      <a:pt x="445389" y="76200"/>
                    </a:cubicBezTo>
                    <a:lnTo>
                      <a:pt x="445389" y="272987"/>
                    </a:lnTo>
                    <a:cubicBezTo>
                      <a:pt x="445389" y="287655"/>
                      <a:pt x="433483" y="299466"/>
                      <a:pt x="418910" y="299466"/>
                    </a:cubicBezTo>
                    <a:lnTo>
                      <a:pt x="26479" y="299466"/>
                    </a:lnTo>
                    <a:cubicBezTo>
                      <a:pt x="11811" y="299466"/>
                      <a:pt x="0" y="287560"/>
                      <a:pt x="0" y="272987"/>
                    </a:cubicBezTo>
                    <a:lnTo>
                      <a:pt x="0" y="26479"/>
                    </a:lnTo>
                    <a:cubicBezTo>
                      <a:pt x="0" y="11811"/>
                      <a:pt x="11906" y="0"/>
                      <a:pt x="26479" y="0"/>
                    </a:cubicBezTo>
                    <a:lnTo>
                      <a:pt x="120396" y="0"/>
                    </a:lnTo>
                    <a:cubicBezTo>
                      <a:pt x="127444" y="0"/>
                      <a:pt x="134207" y="2762"/>
                      <a:pt x="139160" y="7715"/>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96" name="Google Shape;1096;p32"/>
              <p:cNvSpPr/>
              <p:nvPr/>
            </p:nvSpPr>
            <p:spPr>
              <a:xfrm>
                <a:off x="1978342" y="1994058"/>
                <a:ext cx="445389" cy="299465"/>
              </a:xfrm>
              <a:custGeom>
                <a:avLst/>
                <a:gdLst/>
                <a:ahLst/>
                <a:cxnLst/>
                <a:rect l="l" t="t" r="r" b="b"/>
                <a:pathLst>
                  <a:path w="445389" h="299465" extrusionOk="0">
                    <a:moveTo>
                      <a:pt x="139065" y="7715"/>
                    </a:moveTo>
                    <a:lnTo>
                      <a:pt x="173355" y="42005"/>
                    </a:lnTo>
                    <a:cubicBezTo>
                      <a:pt x="178308" y="46958"/>
                      <a:pt x="185071" y="49721"/>
                      <a:pt x="192119" y="49721"/>
                    </a:cubicBezTo>
                    <a:lnTo>
                      <a:pt x="418909" y="49721"/>
                    </a:lnTo>
                    <a:cubicBezTo>
                      <a:pt x="433578" y="49721"/>
                      <a:pt x="445389" y="61627"/>
                      <a:pt x="445389" y="76200"/>
                    </a:cubicBezTo>
                    <a:lnTo>
                      <a:pt x="445389" y="272986"/>
                    </a:lnTo>
                    <a:cubicBezTo>
                      <a:pt x="445389" y="287655"/>
                      <a:pt x="433483" y="299466"/>
                      <a:pt x="418909" y="299466"/>
                    </a:cubicBezTo>
                    <a:lnTo>
                      <a:pt x="26480" y="299466"/>
                    </a:lnTo>
                    <a:cubicBezTo>
                      <a:pt x="11811" y="299466"/>
                      <a:pt x="0" y="287560"/>
                      <a:pt x="0" y="272986"/>
                    </a:cubicBezTo>
                    <a:lnTo>
                      <a:pt x="0" y="26479"/>
                    </a:lnTo>
                    <a:cubicBezTo>
                      <a:pt x="0" y="11811"/>
                      <a:pt x="11906" y="0"/>
                      <a:pt x="26480" y="0"/>
                    </a:cubicBezTo>
                    <a:lnTo>
                      <a:pt x="120396" y="0"/>
                    </a:lnTo>
                    <a:cubicBezTo>
                      <a:pt x="127445" y="0"/>
                      <a:pt x="134207" y="2762"/>
                      <a:pt x="139160" y="7715"/>
                    </a:cubicBez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97" name="Google Shape;1097;p32"/>
              <p:cNvSpPr/>
              <p:nvPr/>
            </p:nvSpPr>
            <p:spPr>
              <a:xfrm>
                <a:off x="1914620" y="2057876"/>
                <a:ext cx="445389" cy="299466"/>
              </a:xfrm>
              <a:custGeom>
                <a:avLst/>
                <a:gdLst/>
                <a:ahLst/>
                <a:cxnLst/>
                <a:rect l="l" t="t" r="r" b="b"/>
                <a:pathLst>
                  <a:path w="445389" h="299466" extrusionOk="0">
                    <a:moveTo>
                      <a:pt x="139065" y="7715"/>
                    </a:moveTo>
                    <a:lnTo>
                      <a:pt x="173355" y="42005"/>
                    </a:lnTo>
                    <a:cubicBezTo>
                      <a:pt x="178308" y="46958"/>
                      <a:pt x="185071" y="49721"/>
                      <a:pt x="192119" y="49721"/>
                    </a:cubicBezTo>
                    <a:lnTo>
                      <a:pt x="418909" y="49721"/>
                    </a:lnTo>
                    <a:cubicBezTo>
                      <a:pt x="433578" y="49721"/>
                      <a:pt x="445389" y="61627"/>
                      <a:pt x="445389" y="76200"/>
                    </a:cubicBezTo>
                    <a:lnTo>
                      <a:pt x="445389" y="272987"/>
                    </a:lnTo>
                    <a:cubicBezTo>
                      <a:pt x="445389" y="287655"/>
                      <a:pt x="433483" y="299466"/>
                      <a:pt x="418909" y="299466"/>
                    </a:cubicBezTo>
                    <a:lnTo>
                      <a:pt x="26479" y="299466"/>
                    </a:lnTo>
                    <a:cubicBezTo>
                      <a:pt x="11811" y="299466"/>
                      <a:pt x="0" y="287560"/>
                      <a:pt x="0" y="272987"/>
                    </a:cubicBezTo>
                    <a:lnTo>
                      <a:pt x="0" y="26479"/>
                    </a:lnTo>
                    <a:cubicBezTo>
                      <a:pt x="0" y="11811"/>
                      <a:pt x="11906" y="0"/>
                      <a:pt x="26479" y="0"/>
                    </a:cubicBezTo>
                    <a:lnTo>
                      <a:pt x="120396" y="0"/>
                    </a:lnTo>
                    <a:cubicBezTo>
                      <a:pt x="127444" y="0"/>
                      <a:pt x="134207" y="2762"/>
                      <a:pt x="139160" y="7715"/>
                    </a:cubicBezTo>
                    <a:close/>
                  </a:path>
                </a:pathLst>
              </a:custGeom>
              <a:solidFill>
                <a:schemeClr val="accent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098" name="Google Shape;1098;p32"/>
            <p:cNvSpPr/>
            <p:nvPr/>
          </p:nvSpPr>
          <p:spPr>
            <a:xfrm>
              <a:off x="2024157" y="2180272"/>
              <a:ext cx="222980" cy="101917"/>
            </a:xfrm>
            <a:custGeom>
              <a:avLst/>
              <a:gdLst/>
              <a:ahLst/>
              <a:cxnLst/>
              <a:rect l="l" t="t" r="r" b="b"/>
              <a:pathLst>
                <a:path w="222980" h="101917" extrusionOk="0">
                  <a:moveTo>
                    <a:pt x="25051" y="45529"/>
                  </a:moveTo>
                  <a:lnTo>
                    <a:pt x="0" y="45529"/>
                  </a:lnTo>
                  <a:lnTo>
                    <a:pt x="0" y="56388"/>
                  </a:lnTo>
                  <a:lnTo>
                    <a:pt x="25051" y="56388"/>
                  </a:lnTo>
                  <a:lnTo>
                    <a:pt x="25051" y="45529"/>
                  </a:lnTo>
                  <a:close/>
                  <a:moveTo>
                    <a:pt x="115538" y="79153"/>
                  </a:moveTo>
                  <a:lnTo>
                    <a:pt x="184023" y="79153"/>
                  </a:lnTo>
                  <a:lnTo>
                    <a:pt x="184023" y="68294"/>
                  </a:lnTo>
                  <a:lnTo>
                    <a:pt x="115538" y="68294"/>
                  </a:lnTo>
                  <a:lnTo>
                    <a:pt x="115538" y="79153"/>
                  </a:lnTo>
                  <a:close/>
                  <a:moveTo>
                    <a:pt x="32766" y="56388"/>
                  </a:moveTo>
                  <a:lnTo>
                    <a:pt x="129730" y="56388"/>
                  </a:lnTo>
                  <a:lnTo>
                    <a:pt x="129730" y="45529"/>
                  </a:lnTo>
                  <a:lnTo>
                    <a:pt x="32766" y="45529"/>
                  </a:lnTo>
                  <a:lnTo>
                    <a:pt x="32766" y="56388"/>
                  </a:lnTo>
                  <a:close/>
                  <a:moveTo>
                    <a:pt x="184023" y="0"/>
                  </a:moveTo>
                  <a:lnTo>
                    <a:pt x="23908" y="0"/>
                  </a:lnTo>
                  <a:lnTo>
                    <a:pt x="23908" y="10858"/>
                  </a:lnTo>
                  <a:lnTo>
                    <a:pt x="184023" y="10858"/>
                  </a:lnTo>
                  <a:lnTo>
                    <a:pt x="184023" y="0"/>
                  </a:lnTo>
                  <a:close/>
                  <a:moveTo>
                    <a:pt x="47815" y="22765"/>
                  </a:moveTo>
                  <a:lnTo>
                    <a:pt x="0" y="22765"/>
                  </a:lnTo>
                  <a:lnTo>
                    <a:pt x="0" y="33623"/>
                  </a:lnTo>
                  <a:lnTo>
                    <a:pt x="47815" y="33623"/>
                  </a:lnTo>
                  <a:lnTo>
                    <a:pt x="47815" y="22765"/>
                  </a:lnTo>
                  <a:close/>
                  <a:moveTo>
                    <a:pt x="102584" y="68294"/>
                  </a:moveTo>
                  <a:lnTo>
                    <a:pt x="0" y="68294"/>
                  </a:lnTo>
                  <a:lnTo>
                    <a:pt x="0" y="79153"/>
                  </a:lnTo>
                  <a:lnTo>
                    <a:pt x="102584" y="79153"/>
                  </a:lnTo>
                  <a:lnTo>
                    <a:pt x="102584" y="68294"/>
                  </a:lnTo>
                  <a:close/>
                  <a:moveTo>
                    <a:pt x="146875" y="101918"/>
                  </a:moveTo>
                  <a:lnTo>
                    <a:pt x="195644" y="101918"/>
                  </a:lnTo>
                  <a:lnTo>
                    <a:pt x="195644" y="91059"/>
                  </a:lnTo>
                  <a:lnTo>
                    <a:pt x="146875" y="91059"/>
                  </a:lnTo>
                  <a:lnTo>
                    <a:pt x="146875" y="101918"/>
                  </a:lnTo>
                  <a:close/>
                  <a:moveTo>
                    <a:pt x="0" y="101918"/>
                  </a:moveTo>
                  <a:lnTo>
                    <a:pt x="62198" y="101918"/>
                  </a:lnTo>
                  <a:lnTo>
                    <a:pt x="62198" y="91059"/>
                  </a:lnTo>
                  <a:lnTo>
                    <a:pt x="0" y="91059"/>
                  </a:lnTo>
                  <a:lnTo>
                    <a:pt x="0" y="101918"/>
                  </a:lnTo>
                  <a:close/>
                  <a:moveTo>
                    <a:pt x="60769" y="33623"/>
                  </a:moveTo>
                  <a:lnTo>
                    <a:pt x="222980" y="33623"/>
                  </a:lnTo>
                  <a:lnTo>
                    <a:pt x="222980" y="22765"/>
                  </a:lnTo>
                  <a:lnTo>
                    <a:pt x="60769" y="22765"/>
                  </a:lnTo>
                  <a:lnTo>
                    <a:pt x="60769" y="33623"/>
                  </a:lnTo>
                  <a:close/>
                  <a:moveTo>
                    <a:pt x="190500" y="0"/>
                  </a:moveTo>
                  <a:lnTo>
                    <a:pt x="190500" y="10858"/>
                  </a:lnTo>
                  <a:lnTo>
                    <a:pt x="222980" y="10858"/>
                  </a:lnTo>
                  <a:lnTo>
                    <a:pt x="222980" y="0"/>
                  </a:lnTo>
                  <a:lnTo>
                    <a:pt x="190500" y="0"/>
                  </a:lnTo>
                  <a:close/>
                  <a:moveTo>
                    <a:pt x="137350" y="56388"/>
                  </a:moveTo>
                  <a:lnTo>
                    <a:pt x="222980" y="56388"/>
                  </a:lnTo>
                  <a:lnTo>
                    <a:pt x="222980" y="45529"/>
                  </a:lnTo>
                  <a:lnTo>
                    <a:pt x="137350" y="45529"/>
                  </a:lnTo>
                  <a:lnTo>
                    <a:pt x="137350" y="56388"/>
                  </a:lnTo>
                  <a:close/>
                  <a:moveTo>
                    <a:pt x="196882" y="79153"/>
                  </a:moveTo>
                  <a:lnTo>
                    <a:pt x="222885" y="79153"/>
                  </a:lnTo>
                  <a:lnTo>
                    <a:pt x="222885" y="68294"/>
                  </a:lnTo>
                  <a:lnTo>
                    <a:pt x="196882" y="68294"/>
                  </a:lnTo>
                  <a:lnTo>
                    <a:pt x="196882" y="79153"/>
                  </a:lnTo>
                  <a:close/>
                  <a:moveTo>
                    <a:pt x="75057" y="101918"/>
                  </a:moveTo>
                  <a:lnTo>
                    <a:pt x="139065" y="101918"/>
                  </a:lnTo>
                  <a:lnTo>
                    <a:pt x="139065" y="91059"/>
                  </a:lnTo>
                  <a:lnTo>
                    <a:pt x="75057" y="91059"/>
                  </a:lnTo>
                  <a:lnTo>
                    <a:pt x="75057" y="101918"/>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02"/>
        <p:cNvGrpSpPr/>
        <p:nvPr/>
      </p:nvGrpSpPr>
      <p:grpSpPr>
        <a:xfrm>
          <a:off x="0" y="0"/>
          <a:ext cx="0" cy="0"/>
          <a:chOff x="0" y="0"/>
          <a:chExt cx="0" cy="0"/>
        </a:xfrm>
      </p:grpSpPr>
      <p:sp>
        <p:nvSpPr>
          <p:cNvPr id="1103" name="Google Shape;1103;p33"/>
          <p:cNvSpPr txBox="1">
            <a:spLocks noGrp="1"/>
          </p:cNvSpPr>
          <p:nvPr>
            <p:ph type="title"/>
          </p:nvPr>
        </p:nvSpPr>
        <p:spPr>
          <a:xfrm>
            <a:off x="2013850" y="841075"/>
            <a:ext cx="5116200" cy="1390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Let’s have </a:t>
            </a:r>
            <a:endParaRPr/>
          </a:p>
          <a:p>
            <a:pPr marL="0" lvl="0" indent="0" algn="l" rtl="0">
              <a:spcBef>
                <a:spcPts val="0"/>
              </a:spcBef>
              <a:spcAft>
                <a:spcPts val="0"/>
              </a:spcAft>
              <a:buNone/>
            </a:pPr>
            <a:r>
              <a:rPr lang="en"/>
              <a:t>a look</a:t>
            </a:r>
            <a:endParaRPr/>
          </a:p>
        </p:txBody>
      </p:sp>
      <p:sp>
        <p:nvSpPr>
          <p:cNvPr id="1104" name="Google Shape;1104;p33"/>
          <p:cNvSpPr txBox="1">
            <a:spLocks noGrp="1"/>
          </p:cNvSpPr>
          <p:nvPr>
            <p:ph type="subTitle" idx="1"/>
          </p:nvPr>
        </p:nvSpPr>
        <p:spPr>
          <a:xfrm>
            <a:off x="2013850" y="2231525"/>
            <a:ext cx="5116200" cy="2070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Mercury is the closest planet to the Sun and the smallest one in the entire Solar System. This planet’s name has nothing to do with the liquid metal, since Mercury was named after the Roman messenger god. Despite being closer to the Sun than Venus, its temperatures aren't as terribly hot as that planet’s. Its surface is quite similar to that of Earth’s Moon, which means there are a lot of craters and plains. Speaking of craters, many of them were named after artists or authors who made significant contributions to their respective fields. Mercury takes a little more than 58 days to complete its rotation, so try to imagine how long days must be there! </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08"/>
        <p:cNvGrpSpPr/>
        <p:nvPr/>
      </p:nvGrpSpPr>
      <p:grpSpPr>
        <a:xfrm>
          <a:off x="0" y="0"/>
          <a:ext cx="0" cy="0"/>
          <a:chOff x="0" y="0"/>
          <a:chExt cx="0" cy="0"/>
        </a:xfrm>
      </p:grpSpPr>
      <p:sp>
        <p:nvSpPr>
          <p:cNvPr id="1109" name="Google Shape;1109;p34"/>
          <p:cNvSpPr txBox="1">
            <a:spLocks noGrp="1"/>
          </p:cNvSpPr>
          <p:nvPr>
            <p:ph type="subTitle" idx="4"/>
          </p:nvPr>
        </p:nvSpPr>
        <p:spPr>
          <a:xfrm>
            <a:off x="4679164" y="1817200"/>
            <a:ext cx="33843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Our idea</a:t>
            </a:r>
            <a:endParaRPr/>
          </a:p>
        </p:txBody>
      </p:sp>
      <p:sp>
        <p:nvSpPr>
          <p:cNvPr id="1110" name="Google Shape;1110;p3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Introduction</a:t>
            </a:r>
            <a:endParaRPr/>
          </a:p>
        </p:txBody>
      </p:sp>
      <p:sp>
        <p:nvSpPr>
          <p:cNvPr id="1111" name="Google Shape;1111;p34"/>
          <p:cNvSpPr txBox="1">
            <a:spLocks noGrp="1"/>
          </p:cNvSpPr>
          <p:nvPr>
            <p:ph type="subTitle" idx="1"/>
          </p:nvPr>
        </p:nvSpPr>
        <p:spPr>
          <a:xfrm>
            <a:off x="4679150" y="2453574"/>
            <a:ext cx="3384300" cy="1131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The “our idea” part of a pitch deck should include an explanation of your product/service, how it works, and what the customer value is. You should also explain the market opportunity for your product/service</a:t>
            </a:r>
            <a:endParaRPr/>
          </a:p>
        </p:txBody>
      </p:sp>
      <p:sp>
        <p:nvSpPr>
          <p:cNvPr id="1112" name="Google Shape;1112;p34"/>
          <p:cNvSpPr txBox="1">
            <a:spLocks noGrp="1"/>
          </p:cNvSpPr>
          <p:nvPr>
            <p:ph type="subTitle" idx="2"/>
          </p:nvPr>
        </p:nvSpPr>
        <p:spPr>
          <a:xfrm>
            <a:off x="1080525" y="2453574"/>
            <a:ext cx="3384300" cy="1131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The introduction of your company in the pitch deck should include a brief overview of who you are and what you do. It should also include a brief description of why your product or service is unique and the value it provides to customers</a:t>
            </a:r>
            <a:endParaRPr/>
          </a:p>
        </p:txBody>
      </p:sp>
      <p:sp>
        <p:nvSpPr>
          <p:cNvPr id="1113" name="Google Shape;1113;p34"/>
          <p:cNvSpPr txBox="1">
            <a:spLocks noGrp="1"/>
          </p:cNvSpPr>
          <p:nvPr>
            <p:ph type="subTitle" idx="3"/>
          </p:nvPr>
        </p:nvSpPr>
        <p:spPr>
          <a:xfrm>
            <a:off x="1080536" y="1817200"/>
            <a:ext cx="33843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Our company</a:t>
            </a:r>
            <a:endParaRPr/>
          </a:p>
        </p:txBody>
      </p:sp>
      <p:grpSp>
        <p:nvGrpSpPr>
          <p:cNvPr id="1114" name="Google Shape;1114;p34"/>
          <p:cNvGrpSpPr/>
          <p:nvPr/>
        </p:nvGrpSpPr>
        <p:grpSpPr>
          <a:xfrm>
            <a:off x="7658533" y="701383"/>
            <a:ext cx="1187311" cy="624971"/>
            <a:chOff x="3859815" y="2867310"/>
            <a:chExt cx="1262157" cy="664368"/>
          </a:xfrm>
        </p:grpSpPr>
        <p:sp>
          <p:nvSpPr>
            <p:cNvPr id="1115" name="Google Shape;1115;p34"/>
            <p:cNvSpPr/>
            <p:nvPr/>
          </p:nvSpPr>
          <p:spPr>
            <a:xfrm>
              <a:off x="3859815" y="2867310"/>
              <a:ext cx="1262157" cy="664368"/>
            </a:xfrm>
            <a:custGeom>
              <a:avLst/>
              <a:gdLst/>
              <a:ahLst/>
              <a:cxnLst/>
              <a:rect l="l" t="t" r="r" b="b"/>
              <a:pathLst>
                <a:path w="1262157" h="664368" extrusionOk="0">
                  <a:moveTo>
                    <a:pt x="1102233" y="344424"/>
                  </a:moveTo>
                  <a:cubicBezTo>
                    <a:pt x="1090231" y="344424"/>
                    <a:pt x="1078611" y="345757"/>
                    <a:pt x="1067372" y="348234"/>
                  </a:cubicBezTo>
                  <a:cubicBezTo>
                    <a:pt x="1048131" y="223838"/>
                    <a:pt x="945166" y="127159"/>
                    <a:pt x="817816" y="117348"/>
                  </a:cubicBezTo>
                  <a:cubicBezTo>
                    <a:pt x="756856" y="45625"/>
                    <a:pt x="666083" y="0"/>
                    <a:pt x="564547" y="0"/>
                  </a:cubicBezTo>
                  <a:cubicBezTo>
                    <a:pt x="398526" y="0"/>
                    <a:pt x="260890" y="121825"/>
                    <a:pt x="236220" y="280988"/>
                  </a:cubicBezTo>
                  <a:cubicBezTo>
                    <a:pt x="222599" y="277939"/>
                    <a:pt x="208502" y="276320"/>
                    <a:pt x="194024" y="276320"/>
                  </a:cubicBezTo>
                  <a:cubicBezTo>
                    <a:pt x="86868" y="276320"/>
                    <a:pt x="0" y="363188"/>
                    <a:pt x="0" y="470345"/>
                  </a:cubicBezTo>
                  <a:cubicBezTo>
                    <a:pt x="0" y="577501"/>
                    <a:pt x="86868" y="664369"/>
                    <a:pt x="194024" y="664369"/>
                  </a:cubicBezTo>
                  <a:lnTo>
                    <a:pt x="1102138" y="664369"/>
                  </a:lnTo>
                  <a:cubicBezTo>
                    <a:pt x="1190530" y="664369"/>
                    <a:pt x="1262158" y="592741"/>
                    <a:pt x="1262158" y="504349"/>
                  </a:cubicBezTo>
                  <a:cubicBezTo>
                    <a:pt x="1262158" y="415957"/>
                    <a:pt x="1190530" y="344329"/>
                    <a:pt x="1102138" y="344329"/>
                  </a:cubicBezTo>
                  <a:close/>
                </a:path>
              </a:pathLst>
            </a:custGeom>
            <a:solidFill>
              <a:srgbClr val="42444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116" name="Google Shape;1116;p34"/>
            <p:cNvGrpSpPr/>
            <p:nvPr/>
          </p:nvGrpSpPr>
          <p:grpSpPr>
            <a:xfrm>
              <a:off x="4275677" y="3065525"/>
              <a:ext cx="334517" cy="380047"/>
              <a:chOff x="4275677" y="3065525"/>
              <a:chExt cx="334517" cy="380047"/>
            </a:xfrm>
          </p:grpSpPr>
          <p:grpSp>
            <p:nvGrpSpPr>
              <p:cNvPr id="1117" name="Google Shape;1117;p34"/>
              <p:cNvGrpSpPr/>
              <p:nvPr/>
            </p:nvGrpSpPr>
            <p:grpSpPr>
              <a:xfrm>
                <a:off x="4275677" y="3065525"/>
                <a:ext cx="334517" cy="380047"/>
                <a:chOff x="4275677" y="3065525"/>
                <a:chExt cx="334517" cy="380047"/>
              </a:xfrm>
            </p:grpSpPr>
            <p:grpSp>
              <p:nvGrpSpPr>
                <p:cNvPr id="1118" name="Google Shape;1118;p34"/>
                <p:cNvGrpSpPr/>
                <p:nvPr/>
              </p:nvGrpSpPr>
              <p:grpSpPr>
                <a:xfrm>
                  <a:off x="4275677" y="3301269"/>
                  <a:ext cx="334422" cy="144303"/>
                  <a:chOff x="4275677" y="3301269"/>
                  <a:chExt cx="334422" cy="144303"/>
                </a:xfrm>
              </p:grpSpPr>
              <p:sp>
                <p:nvSpPr>
                  <p:cNvPr id="1119" name="Google Shape;1119;p34"/>
                  <p:cNvSpPr/>
                  <p:nvPr/>
                </p:nvSpPr>
                <p:spPr>
                  <a:xfrm>
                    <a:off x="4275677" y="3331654"/>
                    <a:ext cx="334422" cy="113918"/>
                  </a:xfrm>
                  <a:custGeom>
                    <a:avLst/>
                    <a:gdLst/>
                    <a:ahLst/>
                    <a:cxnLst/>
                    <a:rect l="l" t="t" r="r" b="b"/>
                    <a:pathLst>
                      <a:path w="334422" h="113918" extrusionOk="0">
                        <a:moveTo>
                          <a:pt x="95" y="0"/>
                        </a:moveTo>
                        <a:lnTo>
                          <a:pt x="95" y="83534"/>
                        </a:lnTo>
                        <a:cubicBezTo>
                          <a:pt x="95" y="100298"/>
                          <a:pt x="74962" y="113919"/>
                          <a:pt x="167259" y="113919"/>
                        </a:cubicBezTo>
                        <a:cubicBezTo>
                          <a:pt x="259556" y="113919"/>
                          <a:pt x="334423" y="100298"/>
                          <a:pt x="334423" y="83534"/>
                        </a:cubicBezTo>
                        <a:lnTo>
                          <a:pt x="334423" y="0"/>
                        </a:lnTo>
                        <a:lnTo>
                          <a:pt x="0" y="0"/>
                        </a:lnTo>
                        <a:close/>
                      </a:path>
                    </a:pathLst>
                  </a:custGeom>
                  <a:solidFill>
                    <a:srgbClr val="CFD3D9"/>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20" name="Google Shape;1120;p34"/>
                  <p:cNvSpPr/>
                  <p:nvPr/>
                </p:nvSpPr>
                <p:spPr>
                  <a:xfrm>
                    <a:off x="4275772" y="3301269"/>
                    <a:ext cx="334327" cy="60769"/>
                  </a:xfrm>
                  <a:custGeom>
                    <a:avLst/>
                    <a:gdLst/>
                    <a:ahLst/>
                    <a:cxnLst/>
                    <a:rect l="l" t="t" r="r" b="b"/>
                    <a:pathLst>
                      <a:path w="334327" h="60769" extrusionOk="0">
                        <a:moveTo>
                          <a:pt x="334328" y="30385"/>
                        </a:moveTo>
                        <a:cubicBezTo>
                          <a:pt x="334328" y="47166"/>
                          <a:pt x="259486" y="60770"/>
                          <a:pt x="167164" y="60770"/>
                        </a:cubicBezTo>
                        <a:cubicBezTo>
                          <a:pt x="74842" y="60770"/>
                          <a:pt x="0" y="47166"/>
                          <a:pt x="0" y="30385"/>
                        </a:cubicBezTo>
                        <a:cubicBezTo>
                          <a:pt x="0" y="13604"/>
                          <a:pt x="74842" y="0"/>
                          <a:pt x="167164" y="0"/>
                        </a:cubicBezTo>
                        <a:cubicBezTo>
                          <a:pt x="259486" y="0"/>
                          <a:pt x="334328" y="13604"/>
                          <a:pt x="334328" y="30385"/>
                        </a:cubicBezTo>
                        <a:close/>
                      </a:path>
                    </a:pathLst>
                  </a:custGeom>
                  <a:solidFill>
                    <a:srgbClr val="E6EAF0"/>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121" name="Google Shape;1121;p34"/>
                <p:cNvGrpSpPr/>
                <p:nvPr/>
              </p:nvGrpSpPr>
              <p:grpSpPr>
                <a:xfrm>
                  <a:off x="4275677" y="3183350"/>
                  <a:ext cx="334422" cy="144302"/>
                  <a:chOff x="4275677" y="3183350"/>
                  <a:chExt cx="334422" cy="144302"/>
                </a:xfrm>
              </p:grpSpPr>
              <p:sp>
                <p:nvSpPr>
                  <p:cNvPr id="1122" name="Google Shape;1122;p34"/>
                  <p:cNvSpPr/>
                  <p:nvPr/>
                </p:nvSpPr>
                <p:spPr>
                  <a:xfrm>
                    <a:off x="4275677" y="3213734"/>
                    <a:ext cx="334422" cy="113918"/>
                  </a:xfrm>
                  <a:custGeom>
                    <a:avLst/>
                    <a:gdLst/>
                    <a:ahLst/>
                    <a:cxnLst/>
                    <a:rect l="l" t="t" r="r" b="b"/>
                    <a:pathLst>
                      <a:path w="334422" h="113918" extrusionOk="0">
                        <a:moveTo>
                          <a:pt x="95" y="0"/>
                        </a:moveTo>
                        <a:lnTo>
                          <a:pt x="95" y="83534"/>
                        </a:lnTo>
                        <a:cubicBezTo>
                          <a:pt x="95" y="100298"/>
                          <a:pt x="74962" y="113919"/>
                          <a:pt x="167259" y="113919"/>
                        </a:cubicBezTo>
                        <a:cubicBezTo>
                          <a:pt x="259556" y="113919"/>
                          <a:pt x="334423" y="100298"/>
                          <a:pt x="334423" y="83534"/>
                        </a:cubicBezTo>
                        <a:lnTo>
                          <a:pt x="334423" y="0"/>
                        </a:lnTo>
                        <a:lnTo>
                          <a:pt x="0" y="0"/>
                        </a:lnTo>
                        <a:close/>
                      </a:path>
                    </a:pathLst>
                  </a:custGeom>
                  <a:solidFill>
                    <a:srgbClr val="CFD3D9"/>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23" name="Google Shape;1123;p34"/>
                  <p:cNvSpPr/>
                  <p:nvPr/>
                </p:nvSpPr>
                <p:spPr>
                  <a:xfrm>
                    <a:off x="4275772" y="3183350"/>
                    <a:ext cx="334327" cy="60769"/>
                  </a:xfrm>
                  <a:custGeom>
                    <a:avLst/>
                    <a:gdLst/>
                    <a:ahLst/>
                    <a:cxnLst/>
                    <a:rect l="l" t="t" r="r" b="b"/>
                    <a:pathLst>
                      <a:path w="334327" h="60769" extrusionOk="0">
                        <a:moveTo>
                          <a:pt x="334328" y="30385"/>
                        </a:moveTo>
                        <a:cubicBezTo>
                          <a:pt x="334328" y="47166"/>
                          <a:pt x="259486" y="60769"/>
                          <a:pt x="167164" y="60769"/>
                        </a:cubicBezTo>
                        <a:cubicBezTo>
                          <a:pt x="74842" y="60769"/>
                          <a:pt x="0" y="47166"/>
                          <a:pt x="0" y="30385"/>
                        </a:cubicBezTo>
                        <a:cubicBezTo>
                          <a:pt x="0" y="13604"/>
                          <a:pt x="74842" y="0"/>
                          <a:pt x="167164" y="0"/>
                        </a:cubicBezTo>
                        <a:cubicBezTo>
                          <a:pt x="259486" y="0"/>
                          <a:pt x="334328" y="13604"/>
                          <a:pt x="334328" y="30385"/>
                        </a:cubicBezTo>
                        <a:close/>
                      </a:path>
                    </a:pathLst>
                  </a:custGeom>
                  <a:solidFill>
                    <a:srgbClr val="E6EAF0"/>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124" name="Google Shape;1124;p34"/>
                <p:cNvGrpSpPr/>
                <p:nvPr/>
              </p:nvGrpSpPr>
              <p:grpSpPr>
                <a:xfrm>
                  <a:off x="4275677" y="3065525"/>
                  <a:ext cx="334517" cy="144303"/>
                  <a:chOff x="4275677" y="3065525"/>
                  <a:chExt cx="334517" cy="144303"/>
                </a:xfrm>
              </p:grpSpPr>
              <p:sp>
                <p:nvSpPr>
                  <p:cNvPr id="1125" name="Google Shape;1125;p34"/>
                  <p:cNvSpPr/>
                  <p:nvPr/>
                </p:nvSpPr>
                <p:spPr>
                  <a:xfrm>
                    <a:off x="4275677" y="3095910"/>
                    <a:ext cx="334422" cy="113918"/>
                  </a:xfrm>
                  <a:custGeom>
                    <a:avLst/>
                    <a:gdLst/>
                    <a:ahLst/>
                    <a:cxnLst/>
                    <a:rect l="l" t="t" r="r" b="b"/>
                    <a:pathLst>
                      <a:path w="334422" h="113918" extrusionOk="0">
                        <a:moveTo>
                          <a:pt x="95" y="0"/>
                        </a:moveTo>
                        <a:lnTo>
                          <a:pt x="95" y="83534"/>
                        </a:lnTo>
                        <a:cubicBezTo>
                          <a:pt x="95" y="100298"/>
                          <a:pt x="74962" y="113919"/>
                          <a:pt x="167259" y="113919"/>
                        </a:cubicBezTo>
                        <a:cubicBezTo>
                          <a:pt x="259556" y="113919"/>
                          <a:pt x="334423" y="100298"/>
                          <a:pt x="334423" y="83534"/>
                        </a:cubicBezTo>
                        <a:lnTo>
                          <a:pt x="334423" y="0"/>
                        </a:lnTo>
                        <a:lnTo>
                          <a:pt x="0" y="0"/>
                        </a:lnTo>
                        <a:close/>
                      </a:path>
                    </a:pathLst>
                  </a:custGeom>
                  <a:solidFill>
                    <a:srgbClr val="CFD3D9"/>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26" name="Google Shape;1126;p34"/>
                  <p:cNvSpPr/>
                  <p:nvPr/>
                </p:nvSpPr>
                <p:spPr>
                  <a:xfrm>
                    <a:off x="4275867" y="3065525"/>
                    <a:ext cx="334327" cy="60769"/>
                  </a:xfrm>
                  <a:custGeom>
                    <a:avLst/>
                    <a:gdLst/>
                    <a:ahLst/>
                    <a:cxnLst/>
                    <a:rect l="l" t="t" r="r" b="b"/>
                    <a:pathLst>
                      <a:path w="334327" h="60769" extrusionOk="0">
                        <a:moveTo>
                          <a:pt x="334328" y="30385"/>
                        </a:moveTo>
                        <a:cubicBezTo>
                          <a:pt x="334328" y="47149"/>
                          <a:pt x="259461" y="60770"/>
                          <a:pt x="167164" y="60770"/>
                        </a:cubicBezTo>
                        <a:cubicBezTo>
                          <a:pt x="74866" y="60770"/>
                          <a:pt x="0" y="47149"/>
                          <a:pt x="0" y="30385"/>
                        </a:cubicBezTo>
                        <a:cubicBezTo>
                          <a:pt x="0" y="13621"/>
                          <a:pt x="74866" y="0"/>
                          <a:pt x="167164" y="0"/>
                        </a:cubicBezTo>
                        <a:cubicBezTo>
                          <a:pt x="259461" y="0"/>
                          <a:pt x="334328" y="13621"/>
                          <a:pt x="334328" y="30385"/>
                        </a:cubicBezTo>
                        <a:close/>
                      </a:path>
                    </a:pathLst>
                  </a:custGeom>
                  <a:solidFill>
                    <a:srgbClr val="E6EAF0"/>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sp>
            <p:nvSpPr>
              <p:cNvPr id="1127" name="Google Shape;1127;p34"/>
              <p:cNvSpPr/>
              <p:nvPr/>
            </p:nvSpPr>
            <p:spPr>
              <a:xfrm>
                <a:off x="4529994" y="3140487"/>
                <a:ext cx="38100" cy="38100"/>
              </a:xfrm>
              <a:custGeom>
                <a:avLst/>
                <a:gdLst/>
                <a:ahLst/>
                <a:cxnLst/>
                <a:rect l="l" t="t" r="r" b="b"/>
                <a:pathLst>
                  <a:path w="38100" h="38100" extrusionOk="0">
                    <a:moveTo>
                      <a:pt x="38100" y="19050"/>
                    </a:moveTo>
                    <a:cubicBezTo>
                      <a:pt x="38100" y="29623"/>
                      <a:pt x="29528" y="38100"/>
                      <a:pt x="19050" y="38100"/>
                    </a:cubicBezTo>
                    <a:cubicBezTo>
                      <a:pt x="8572" y="38100"/>
                      <a:pt x="0" y="29528"/>
                      <a:pt x="0" y="19050"/>
                    </a:cubicBezTo>
                    <a:cubicBezTo>
                      <a:pt x="0" y="8572"/>
                      <a:pt x="8572" y="0"/>
                      <a:pt x="19050" y="0"/>
                    </a:cubicBezTo>
                    <a:cubicBezTo>
                      <a:pt x="29528" y="0"/>
                      <a:pt x="38100" y="8572"/>
                      <a:pt x="38100" y="19050"/>
                    </a:cubicBezTo>
                    <a:close/>
                  </a:path>
                </a:pathLst>
              </a:custGeom>
              <a:solidFill>
                <a:srgbClr val="55C0ED"/>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28" name="Google Shape;1128;p34"/>
              <p:cNvSpPr/>
              <p:nvPr/>
            </p:nvSpPr>
            <p:spPr>
              <a:xfrm>
                <a:off x="4529994" y="3256216"/>
                <a:ext cx="38100" cy="38100"/>
              </a:xfrm>
              <a:custGeom>
                <a:avLst/>
                <a:gdLst/>
                <a:ahLst/>
                <a:cxnLst/>
                <a:rect l="l" t="t" r="r" b="b"/>
                <a:pathLst>
                  <a:path w="38100" h="38100" extrusionOk="0">
                    <a:moveTo>
                      <a:pt x="38100" y="19050"/>
                    </a:moveTo>
                    <a:cubicBezTo>
                      <a:pt x="38100" y="29623"/>
                      <a:pt x="29528" y="38100"/>
                      <a:pt x="19050" y="38100"/>
                    </a:cubicBezTo>
                    <a:cubicBezTo>
                      <a:pt x="8572" y="38100"/>
                      <a:pt x="0" y="29528"/>
                      <a:pt x="0" y="19050"/>
                    </a:cubicBezTo>
                    <a:cubicBezTo>
                      <a:pt x="0" y="8573"/>
                      <a:pt x="8572" y="0"/>
                      <a:pt x="19050" y="0"/>
                    </a:cubicBezTo>
                    <a:cubicBezTo>
                      <a:pt x="29528" y="0"/>
                      <a:pt x="38100" y="8573"/>
                      <a:pt x="38100" y="19050"/>
                    </a:cubicBezTo>
                    <a:close/>
                  </a:path>
                </a:pathLst>
              </a:custGeom>
              <a:solidFill>
                <a:srgbClr val="E6EAF0"/>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29" name="Google Shape;1129;p34"/>
              <p:cNvSpPr/>
              <p:nvPr/>
            </p:nvSpPr>
            <p:spPr>
              <a:xfrm>
                <a:off x="4529994" y="3377088"/>
                <a:ext cx="38100" cy="38100"/>
              </a:xfrm>
              <a:custGeom>
                <a:avLst/>
                <a:gdLst/>
                <a:ahLst/>
                <a:cxnLst/>
                <a:rect l="l" t="t" r="r" b="b"/>
                <a:pathLst>
                  <a:path w="38100" h="38100" extrusionOk="0">
                    <a:moveTo>
                      <a:pt x="38100" y="19050"/>
                    </a:moveTo>
                    <a:cubicBezTo>
                      <a:pt x="38100" y="29623"/>
                      <a:pt x="29528" y="38100"/>
                      <a:pt x="19050" y="38100"/>
                    </a:cubicBezTo>
                    <a:cubicBezTo>
                      <a:pt x="8572" y="38100"/>
                      <a:pt x="0" y="29528"/>
                      <a:pt x="0" y="19050"/>
                    </a:cubicBezTo>
                    <a:cubicBezTo>
                      <a:pt x="0" y="8573"/>
                      <a:pt x="8572" y="0"/>
                      <a:pt x="19050" y="0"/>
                    </a:cubicBezTo>
                    <a:cubicBezTo>
                      <a:pt x="29528" y="0"/>
                      <a:pt x="38100" y="8573"/>
                      <a:pt x="38100" y="19050"/>
                    </a:cubicBezTo>
                    <a:close/>
                  </a:path>
                </a:pathLst>
              </a:custGeom>
              <a:solidFill>
                <a:srgbClr val="E6EAF0"/>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33"/>
        <p:cNvGrpSpPr/>
        <p:nvPr/>
      </p:nvGrpSpPr>
      <p:grpSpPr>
        <a:xfrm>
          <a:off x="0" y="0"/>
          <a:ext cx="0" cy="0"/>
          <a:chOff x="0" y="0"/>
          <a:chExt cx="0" cy="0"/>
        </a:xfrm>
      </p:grpSpPr>
      <p:sp>
        <p:nvSpPr>
          <p:cNvPr id="1134" name="Google Shape;1134;p3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Main ideas of a pitch deck</a:t>
            </a:r>
            <a:endParaRPr/>
          </a:p>
        </p:txBody>
      </p:sp>
      <p:sp>
        <p:nvSpPr>
          <p:cNvPr id="1135" name="Google Shape;1135;p35"/>
          <p:cNvSpPr txBox="1">
            <a:spLocks noGrp="1"/>
          </p:cNvSpPr>
          <p:nvPr>
            <p:ph type="subTitle" idx="4"/>
          </p:nvPr>
        </p:nvSpPr>
        <p:spPr>
          <a:xfrm>
            <a:off x="937625" y="1775401"/>
            <a:ext cx="2175300" cy="558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Presentation</a:t>
            </a:r>
            <a:endParaRPr/>
          </a:p>
        </p:txBody>
      </p:sp>
      <p:sp>
        <p:nvSpPr>
          <p:cNvPr id="1136" name="Google Shape;1136;p35"/>
          <p:cNvSpPr txBox="1">
            <a:spLocks noGrp="1"/>
          </p:cNvSpPr>
          <p:nvPr>
            <p:ph type="subTitle" idx="5"/>
          </p:nvPr>
        </p:nvSpPr>
        <p:spPr>
          <a:xfrm>
            <a:off x="3484350" y="1775401"/>
            <a:ext cx="2175300" cy="558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Investors</a:t>
            </a:r>
            <a:endParaRPr/>
          </a:p>
        </p:txBody>
      </p:sp>
      <p:sp>
        <p:nvSpPr>
          <p:cNvPr id="1137" name="Google Shape;1137;p35"/>
          <p:cNvSpPr txBox="1">
            <a:spLocks noGrp="1"/>
          </p:cNvSpPr>
          <p:nvPr>
            <p:ph type="subTitle" idx="1"/>
          </p:nvPr>
        </p:nvSpPr>
        <p:spPr>
          <a:xfrm>
            <a:off x="937625" y="2579823"/>
            <a:ext cx="2175300" cy="1501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 great presentation for a pitch deck should be concise, clear and easy to understand. Visual elements such as charts, graphs, images, and videos can help to make the presentation engaging</a:t>
            </a:r>
            <a:endParaRPr/>
          </a:p>
        </p:txBody>
      </p:sp>
      <p:sp>
        <p:nvSpPr>
          <p:cNvPr id="1138" name="Google Shape;1138;p35"/>
          <p:cNvSpPr txBox="1">
            <a:spLocks noGrp="1"/>
          </p:cNvSpPr>
          <p:nvPr>
            <p:ph type="subTitle" idx="2"/>
          </p:nvPr>
        </p:nvSpPr>
        <p:spPr>
          <a:xfrm>
            <a:off x="3484347" y="2579823"/>
            <a:ext cx="2175300" cy="1501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When it comes to picking investors for a pitch deck, it's important to research potential investors and understand their preferences, goals</a:t>
            </a:r>
            <a:endParaRPr/>
          </a:p>
          <a:p>
            <a:pPr marL="0" lvl="0" indent="0" algn="l" rtl="0">
              <a:spcBef>
                <a:spcPts val="0"/>
              </a:spcBef>
              <a:spcAft>
                <a:spcPts val="0"/>
              </a:spcAft>
              <a:buNone/>
            </a:pPr>
            <a:r>
              <a:rPr lang="en"/>
              <a:t>and interests</a:t>
            </a:r>
            <a:endParaRPr/>
          </a:p>
        </p:txBody>
      </p:sp>
      <p:sp>
        <p:nvSpPr>
          <p:cNvPr id="1139" name="Google Shape;1139;p35"/>
          <p:cNvSpPr txBox="1">
            <a:spLocks noGrp="1"/>
          </p:cNvSpPr>
          <p:nvPr>
            <p:ph type="subTitle" idx="3"/>
          </p:nvPr>
        </p:nvSpPr>
        <p:spPr>
          <a:xfrm>
            <a:off x="6031075" y="2579823"/>
            <a:ext cx="2175300" cy="1501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The value of a product is determined by how much customers are willing to pay for it. It's a combination of factors, including the quality of the product, its features, and how well it meets customer needs</a:t>
            </a:r>
            <a:endParaRPr/>
          </a:p>
        </p:txBody>
      </p:sp>
      <p:sp>
        <p:nvSpPr>
          <p:cNvPr id="1140" name="Google Shape;1140;p35"/>
          <p:cNvSpPr txBox="1">
            <a:spLocks noGrp="1"/>
          </p:cNvSpPr>
          <p:nvPr>
            <p:ph type="subTitle" idx="6"/>
          </p:nvPr>
        </p:nvSpPr>
        <p:spPr>
          <a:xfrm>
            <a:off x="6031075" y="1775401"/>
            <a:ext cx="2175300" cy="558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Value</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44"/>
        <p:cNvGrpSpPr/>
        <p:nvPr/>
      </p:nvGrpSpPr>
      <p:grpSpPr>
        <a:xfrm>
          <a:off x="0" y="0"/>
          <a:ext cx="0" cy="0"/>
          <a:chOff x="0" y="0"/>
          <a:chExt cx="0" cy="0"/>
        </a:xfrm>
      </p:grpSpPr>
      <p:sp>
        <p:nvSpPr>
          <p:cNvPr id="1145" name="Google Shape;1145;p36"/>
          <p:cNvSpPr txBox="1">
            <a:spLocks noGrp="1"/>
          </p:cNvSpPr>
          <p:nvPr>
            <p:ph type="subTitle" idx="6"/>
          </p:nvPr>
        </p:nvSpPr>
        <p:spPr>
          <a:xfrm>
            <a:off x="1253225" y="2875125"/>
            <a:ext cx="2811000" cy="697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Stay ahead of trends</a:t>
            </a:r>
            <a:endParaRPr/>
          </a:p>
        </p:txBody>
      </p:sp>
      <p:sp>
        <p:nvSpPr>
          <p:cNvPr id="1146" name="Google Shape;1146;p3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Key ideas in market opportunity</a:t>
            </a:r>
            <a:endParaRPr/>
          </a:p>
        </p:txBody>
      </p:sp>
      <p:sp>
        <p:nvSpPr>
          <p:cNvPr id="1147" name="Google Shape;1147;p36"/>
          <p:cNvSpPr txBox="1">
            <a:spLocks noGrp="1"/>
          </p:cNvSpPr>
          <p:nvPr>
            <p:ph type="subTitle" idx="1"/>
          </p:nvPr>
        </p:nvSpPr>
        <p:spPr>
          <a:xfrm>
            <a:off x="1253225" y="2053700"/>
            <a:ext cx="2811000" cy="1038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Analyze existing customer needs and identify gaps in the market to find new opportunities</a:t>
            </a:r>
            <a:endParaRPr/>
          </a:p>
        </p:txBody>
      </p:sp>
      <p:sp>
        <p:nvSpPr>
          <p:cNvPr id="1148" name="Google Shape;1148;p36"/>
          <p:cNvSpPr txBox="1">
            <a:spLocks noGrp="1"/>
          </p:cNvSpPr>
          <p:nvPr>
            <p:ph type="subTitle" idx="2"/>
          </p:nvPr>
        </p:nvSpPr>
        <p:spPr>
          <a:xfrm>
            <a:off x="5079776" y="2053700"/>
            <a:ext cx="2811000" cy="1038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Utilize technology and customer feedback to come up with novel solutions that meet your customer’s demands or needs</a:t>
            </a:r>
            <a:endParaRPr/>
          </a:p>
        </p:txBody>
      </p:sp>
      <p:sp>
        <p:nvSpPr>
          <p:cNvPr id="1149" name="Google Shape;1149;p36"/>
          <p:cNvSpPr txBox="1">
            <a:spLocks noGrp="1"/>
          </p:cNvSpPr>
          <p:nvPr>
            <p:ph type="subTitle" idx="3"/>
          </p:nvPr>
        </p:nvSpPr>
        <p:spPr>
          <a:xfrm>
            <a:off x="1253225" y="3565300"/>
            <a:ext cx="2811000" cy="1038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Monitor changes in the marketplace, such as shifts in consumer behavior or emerging technologies, to stay competitive and capitalize on new opportunities and trends</a:t>
            </a:r>
            <a:endParaRPr/>
          </a:p>
        </p:txBody>
      </p:sp>
      <p:sp>
        <p:nvSpPr>
          <p:cNvPr id="1150" name="Google Shape;1150;p36"/>
          <p:cNvSpPr txBox="1">
            <a:spLocks noGrp="1"/>
          </p:cNvSpPr>
          <p:nvPr>
            <p:ph type="subTitle" idx="4"/>
          </p:nvPr>
        </p:nvSpPr>
        <p:spPr>
          <a:xfrm>
            <a:off x="5079776" y="3565300"/>
            <a:ext cx="2811000" cy="1038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Identify times of year when demand for certain products may spike, such as holidays or special occasions, and use these times to target customers or maximize sales</a:t>
            </a:r>
            <a:endParaRPr/>
          </a:p>
        </p:txBody>
      </p:sp>
      <p:sp>
        <p:nvSpPr>
          <p:cNvPr id="1151" name="Google Shape;1151;p36"/>
          <p:cNvSpPr txBox="1">
            <a:spLocks noGrp="1"/>
          </p:cNvSpPr>
          <p:nvPr>
            <p:ph type="subTitle" idx="5"/>
          </p:nvPr>
        </p:nvSpPr>
        <p:spPr>
          <a:xfrm>
            <a:off x="1253225" y="1363500"/>
            <a:ext cx="2811000" cy="697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Research new markets</a:t>
            </a:r>
            <a:endParaRPr/>
          </a:p>
        </p:txBody>
      </p:sp>
      <p:sp>
        <p:nvSpPr>
          <p:cNvPr id="1152" name="Google Shape;1152;p36"/>
          <p:cNvSpPr txBox="1">
            <a:spLocks noGrp="1"/>
          </p:cNvSpPr>
          <p:nvPr>
            <p:ph type="subTitle" idx="7"/>
          </p:nvPr>
        </p:nvSpPr>
        <p:spPr>
          <a:xfrm>
            <a:off x="5079750" y="1363500"/>
            <a:ext cx="2811000" cy="697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Innovative solutions</a:t>
            </a:r>
            <a:endParaRPr/>
          </a:p>
        </p:txBody>
      </p:sp>
      <p:sp>
        <p:nvSpPr>
          <p:cNvPr id="1153" name="Google Shape;1153;p36"/>
          <p:cNvSpPr txBox="1">
            <a:spLocks noGrp="1"/>
          </p:cNvSpPr>
          <p:nvPr>
            <p:ph type="subTitle" idx="8"/>
          </p:nvPr>
        </p:nvSpPr>
        <p:spPr>
          <a:xfrm>
            <a:off x="5079750" y="2875125"/>
            <a:ext cx="2811000" cy="697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Seasonal spikes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57"/>
        <p:cNvGrpSpPr/>
        <p:nvPr/>
      </p:nvGrpSpPr>
      <p:grpSpPr>
        <a:xfrm>
          <a:off x="0" y="0"/>
          <a:ext cx="0" cy="0"/>
          <a:chOff x="0" y="0"/>
          <a:chExt cx="0" cy="0"/>
        </a:xfrm>
      </p:grpSpPr>
      <p:sp>
        <p:nvSpPr>
          <p:cNvPr id="1158" name="Google Shape;1158;p3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Six recommendations</a:t>
            </a:r>
            <a:endParaRPr/>
          </a:p>
        </p:txBody>
      </p:sp>
      <p:sp>
        <p:nvSpPr>
          <p:cNvPr id="1159" name="Google Shape;1159;p37"/>
          <p:cNvSpPr txBox="1">
            <a:spLocks noGrp="1"/>
          </p:cNvSpPr>
          <p:nvPr>
            <p:ph type="subTitle" idx="1"/>
          </p:nvPr>
        </p:nvSpPr>
        <p:spPr>
          <a:xfrm>
            <a:off x="723900" y="1710151"/>
            <a:ext cx="1986000" cy="110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Structure your pitch deck clearly and make sure all the important points are easy to understand</a:t>
            </a:r>
            <a:endParaRPr/>
          </a:p>
        </p:txBody>
      </p:sp>
      <p:sp>
        <p:nvSpPr>
          <p:cNvPr id="1160" name="Google Shape;1160;p37"/>
          <p:cNvSpPr txBox="1">
            <a:spLocks noGrp="1"/>
          </p:cNvSpPr>
          <p:nvPr>
            <p:ph type="subTitle" idx="2"/>
          </p:nvPr>
        </p:nvSpPr>
        <p:spPr>
          <a:xfrm>
            <a:off x="3577144" y="1710161"/>
            <a:ext cx="1986000" cy="110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Incorporate visuals or graphics to illustrate your message and keep the audience engaged</a:t>
            </a:r>
            <a:endParaRPr/>
          </a:p>
        </p:txBody>
      </p:sp>
      <p:sp>
        <p:nvSpPr>
          <p:cNvPr id="1161" name="Google Shape;1161;p37"/>
          <p:cNvSpPr txBox="1">
            <a:spLocks noGrp="1"/>
          </p:cNvSpPr>
          <p:nvPr>
            <p:ph type="subTitle" idx="3"/>
          </p:nvPr>
        </p:nvSpPr>
        <p:spPr>
          <a:xfrm>
            <a:off x="723900" y="3498800"/>
            <a:ext cx="1986000" cy="110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Include impactful stories, statistics, or facts that will help your audience remember your</a:t>
            </a:r>
            <a:endParaRPr/>
          </a:p>
          <a:p>
            <a:pPr marL="0" lvl="0" indent="0" algn="l" rtl="0">
              <a:spcBef>
                <a:spcPts val="0"/>
              </a:spcBef>
              <a:spcAft>
                <a:spcPts val="0"/>
              </a:spcAft>
              <a:buNone/>
            </a:pPr>
            <a:r>
              <a:rPr lang="en"/>
              <a:t>message afterwards</a:t>
            </a:r>
            <a:endParaRPr/>
          </a:p>
        </p:txBody>
      </p:sp>
      <p:sp>
        <p:nvSpPr>
          <p:cNvPr id="1162" name="Google Shape;1162;p37"/>
          <p:cNvSpPr txBox="1">
            <a:spLocks noGrp="1"/>
          </p:cNvSpPr>
          <p:nvPr>
            <p:ph type="subTitle" idx="4"/>
          </p:nvPr>
        </p:nvSpPr>
        <p:spPr>
          <a:xfrm>
            <a:off x="3577144" y="3498800"/>
            <a:ext cx="1986000" cy="110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Practice presenting your deck beforehand with friends or colleagues for feedback, then use this input to refine it further</a:t>
            </a:r>
            <a:endParaRPr/>
          </a:p>
        </p:txBody>
      </p:sp>
      <p:sp>
        <p:nvSpPr>
          <p:cNvPr id="1163" name="Google Shape;1163;p37"/>
          <p:cNvSpPr txBox="1">
            <a:spLocks noGrp="1"/>
          </p:cNvSpPr>
          <p:nvPr>
            <p:ph type="subTitle" idx="7"/>
          </p:nvPr>
        </p:nvSpPr>
        <p:spPr>
          <a:xfrm>
            <a:off x="731700" y="1060275"/>
            <a:ext cx="1978200" cy="653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Keep it simple</a:t>
            </a:r>
            <a:endParaRPr/>
          </a:p>
        </p:txBody>
      </p:sp>
      <p:sp>
        <p:nvSpPr>
          <p:cNvPr id="1164" name="Google Shape;1164;p37"/>
          <p:cNvSpPr txBox="1">
            <a:spLocks noGrp="1"/>
          </p:cNvSpPr>
          <p:nvPr>
            <p:ph type="subTitle" idx="8"/>
          </p:nvPr>
        </p:nvSpPr>
        <p:spPr>
          <a:xfrm>
            <a:off x="3582994" y="1060284"/>
            <a:ext cx="1978200" cy="653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Use visuals</a:t>
            </a:r>
            <a:endParaRPr/>
          </a:p>
        </p:txBody>
      </p:sp>
      <p:sp>
        <p:nvSpPr>
          <p:cNvPr id="1165" name="Google Shape;1165;p37"/>
          <p:cNvSpPr txBox="1">
            <a:spLocks noGrp="1"/>
          </p:cNvSpPr>
          <p:nvPr>
            <p:ph type="subTitle" idx="9"/>
          </p:nvPr>
        </p:nvSpPr>
        <p:spPr>
          <a:xfrm>
            <a:off x="6434288" y="1060284"/>
            <a:ext cx="1978200" cy="653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Keep it short </a:t>
            </a:r>
            <a:endParaRPr/>
          </a:p>
        </p:txBody>
      </p:sp>
      <p:sp>
        <p:nvSpPr>
          <p:cNvPr id="1166" name="Google Shape;1166;p37"/>
          <p:cNvSpPr txBox="1">
            <a:spLocks noGrp="1"/>
          </p:cNvSpPr>
          <p:nvPr>
            <p:ph type="subTitle" idx="5"/>
          </p:nvPr>
        </p:nvSpPr>
        <p:spPr>
          <a:xfrm>
            <a:off x="6430388" y="1710161"/>
            <a:ext cx="1986000" cy="110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 good pitch deck should be concise and clear; avoid trying to cram in too much information</a:t>
            </a:r>
            <a:endParaRPr/>
          </a:p>
        </p:txBody>
      </p:sp>
      <p:sp>
        <p:nvSpPr>
          <p:cNvPr id="1167" name="Google Shape;1167;p37"/>
          <p:cNvSpPr txBox="1">
            <a:spLocks noGrp="1"/>
          </p:cNvSpPr>
          <p:nvPr>
            <p:ph type="subTitle" idx="6"/>
          </p:nvPr>
        </p:nvSpPr>
        <p:spPr>
          <a:xfrm>
            <a:off x="6430388" y="3498800"/>
            <a:ext cx="1986000" cy="110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 pitch deck is an overview of your business; focus on key points that get the most important ideas across</a:t>
            </a:r>
            <a:endParaRPr/>
          </a:p>
        </p:txBody>
      </p:sp>
      <p:sp>
        <p:nvSpPr>
          <p:cNvPr id="1168" name="Google Shape;1168;p37"/>
          <p:cNvSpPr txBox="1">
            <a:spLocks noGrp="1"/>
          </p:cNvSpPr>
          <p:nvPr>
            <p:ph type="subTitle" idx="13"/>
          </p:nvPr>
        </p:nvSpPr>
        <p:spPr>
          <a:xfrm>
            <a:off x="723900" y="2845800"/>
            <a:ext cx="1986000" cy="653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Make it memorable </a:t>
            </a:r>
            <a:endParaRPr/>
          </a:p>
        </p:txBody>
      </p:sp>
      <p:sp>
        <p:nvSpPr>
          <p:cNvPr id="1169" name="Google Shape;1169;p37"/>
          <p:cNvSpPr txBox="1">
            <a:spLocks noGrp="1"/>
          </p:cNvSpPr>
          <p:nvPr>
            <p:ph type="subTitle" idx="14"/>
          </p:nvPr>
        </p:nvSpPr>
        <p:spPr>
          <a:xfrm>
            <a:off x="3582995" y="2845800"/>
            <a:ext cx="1978200" cy="653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Test &amp; iterate </a:t>
            </a:r>
            <a:endParaRPr/>
          </a:p>
        </p:txBody>
      </p:sp>
      <p:sp>
        <p:nvSpPr>
          <p:cNvPr id="1170" name="Google Shape;1170;p37"/>
          <p:cNvSpPr txBox="1">
            <a:spLocks noGrp="1"/>
          </p:cNvSpPr>
          <p:nvPr>
            <p:ph type="subTitle" idx="15"/>
          </p:nvPr>
        </p:nvSpPr>
        <p:spPr>
          <a:xfrm>
            <a:off x="6434290" y="2845800"/>
            <a:ext cx="1978200" cy="653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Main points</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4"/>
        <p:cNvGrpSpPr/>
        <p:nvPr/>
      </p:nvGrpSpPr>
      <p:grpSpPr>
        <a:xfrm>
          <a:off x="0" y="0"/>
          <a:ext cx="0" cy="0"/>
          <a:chOff x="0" y="0"/>
          <a:chExt cx="0" cy="0"/>
        </a:xfrm>
      </p:grpSpPr>
      <p:sp>
        <p:nvSpPr>
          <p:cNvPr id="1175" name="Google Shape;1175;p38"/>
          <p:cNvSpPr/>
          <p:nvPr/>
        </p:nvSpPr>
        <p:spPr>
          <a:xfrm>
            <a:off x="582618" y="637413"/>
            <a:ext cx="363300" cy="363300"/>
          </a:xfrm>
          <a:prstGeom prst="ellipse">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176" name="Google Shape;1176;p38"/>
          <p:cNvSpPr/>
          <p:nvPr/>
        </p:nvSpPr>
        <p:spPr>
          <a:xfrm>
            <a:off x="8212043" y="637413"/>
            <a:ext cx="363300" cy="363300"/>
          </a:xfrm>
          <a:prstGeom prst="ellipse">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ato"/>
              <a:ea typeface="Lato"/>
              <a:cs typeface="Lato"/>
              <a:sym typeface="Lato"/>
            </a:endParaRPr>
          </a:p>
        </p:txBody>
      </p:sp>
      <p:sp>
        <p:nvSpPr>
          <p:cNvPr id="1177" name="Google Shape;1177;p38"/>
          <p:cNvSpPr txBox="1">
            <a:spLocks noGrp="1"/>
          </p:cNvSpPr>
          <p:nvPr>
            <p:ph type="subTitle" idx="1"/>
          </p:nvPr>
        </p:nvSpPr>
        <p:spPr>
          <a:xfrm>
            <a:off x="798388" y="3772215"/>
            <a:ext cx="3492600" cy="598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Estimated delivery time per unit</a:t>
            </a:r>
            <a:endParaRPr/>
          </a:p>
        </p:txBody>
      </p:sp>
      <p:sp>
        <p:nvSpPr>
          <p:cNvPr id="1178" name="Google Shape;1178;p38"/>
          <p:cNvSpPr txBox="1">
            <a:spLocks noGrp="1"/>
          </p:cNvSpPr>
          <p:nvPr>
            <p:ph type="title"/>
          </p:nvPr>
        </p:nvSpPr>
        <p:spPr>
          <a:xfrm>
            <a:off x="798388" y="2997571"/>
            <a:ext cx="3492600" cy="7689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9h 55m 23s</a:t>
            </a:r>
            <a:endParaRPr/>
          </a:p>
        </p:txBody>
      </p:sp>
      <p:sp>
        <p:nvSpPr>
          <p:cNvPr id="1179" name="Google Shape;1179;p38"/>
          <p:cNvSpPr txBox="1">
            <a:spLocks noGrp="1"/>
          </p:cNvSpPr>
          <p:nvPr>
            <p:ph type="title" idx="2"/>
          </p:nvPr>
        </p:nvSpPr>
        <p:spPr>
          <a:xfrm>
            <a:off x="2825700" y="1029535"/>
            <a:ext cx="3492600" cy="7689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333,000</a:t>
            </a:r>
            <a:endParaRPr/>
          </a:p>
        </p:txBody>
      </p:sp>
      <p:sp>
        <p:nvSpPr>
          <p:cNvPr id="1180" name="Google Shape;1180;p38"/>
          <p:cNvSpPr txBox="1">
            <a:spLocks noGrp="1"/>
          </p:cNvSpPr>
          <p:nvPr>
            <p:ph type="subTitle" idx="3"/>
          </p:nvPr>
        </p:nvSpPr>
        <p:spPr>
          <a:xfrm>
            <a:off x="2825700" y="1804473"/>
            <a:ext cx="3492600" cy="598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Users bought our product</a:t>
            </a:r>
            <a:endParaRPr/>
          </a:p>
        </p:txBody>
      </p:sp>
      <p:sp>
        <p:nvSpPr>
          <p:cNvPr id="1181" name="Google Shape;1181;p38"/>
          <p:cNvSpPr txBox="1">
            <a:spLocks noGrp="1"/>
          </p:cNvSpPr>
          <p:nvPr>
            <p:ph type="title" idx="4"/>
          </p:nvPr>
        </p:nvSpPr>
        <p:spPr>
          <a:xfrm>
            <a:off x="4853013" y="2997571"/>
            <a:ext cx="3492600" cy="7689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386,000 km</a:t>
            </a:r>
            <a:endParaRPr/>
          </a:p>
        </p:txBody>
      </p:sp>
      <p:sp>
        <p:nvSpPr>
          <p:cNvPr id="1182" name="Google Shape;1182;p38"/>
          <p:cNvSpPr txBox="1">
            <a:spLocks noGrp="1"/>
          </p:cNvSpPr>
          <p:nvPr>
            <p:ph type="subTitle" idx="5"/>
          </p:nvPr>
        </p:nvSpPr>
        <p:spPr>
          <a:xfrm>
            <a:off x="4853013" y="3772215"/>
            <a:ext cx="3492600" cy="598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Avg. distance travelled by logistics team</a:t>
            </a:r>
            <a:endParaRPr/>
          </a:p>
        </p:txBody>
      </p:sp>
      <p:sp>
        <p:nvSpPr>
          <p:cNvPr id="1183" name="Google Shape;1183;p38"/>
          <p:cNvSpPr/>
          <p:nvPr/>
        </p:nvSpPr>
        <p:spPr>
          <a:xfrm>
            <a:off x="713225" y="2195511"/>
            <a:ext cx="606206" cy="37384"/>
          </a:xfrm>
          <a:custGeom>
            <a:avLst/>
            <a:gdLst/>
            <a:ahLst/>
            <a:cxnLst/>
            <a:rect l="l" t="t" r="r" b="b"/>
            <a:pathLst>
              <a:path w="824770" h="50863" extrusionOk="0">
                <a:moveTo>
                  <a:pt x="799338" y="50863"/>
                </a:moveTo>
                <a:lnTo>
                  <a:pt x="25432" y="50863"/>
                </a:lnTo>
                <a:cubicBezTo>
                  <a:pt x="11430" y="50863"/>
                  <a:pt x="0" y="39433"/>
                  <a:pt x="0" y="25432"/>
                </a:cubicBezTo>
                <a:lnTo>
                  <a:pt x="0" y="25432"/>
                </a:lnTo>
                <a:cubicBezTo>
                  <a:pt x="0" y="11430"/>
                  <a:pt x="11430" y="0"/>
                  <a:pt x="25432" y="0"/>
                </a:cubicBezTo>
                <a:lnTo>
                  <a:pt x="799338" y="0"/>
                </a:lnTo>
                <a:cubicBezTo>
                  <a:pt x="813339" y="0"/>
                  <a:pt x="824770" y="11430"/>
                  <a:pt x="824770" y="25432"/>
                </a:cubicBezTo>
                <a:lnTo>
                  <a:pt x="824770" y="25432"/>
                </a:lnTo>
                <a:cubicBezTo>
                  <a:pt x="824770" y="39433"/>
                  <a:pt x="813339" y="50863"/>
                  <a:pt x="799338" y="50863"/>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184" name="Google Shape;1184;p38"/>
          <p:cNvGrpSpPr/>
          <p:nvPr/>
        </p:nvGrpSpPr>
        <p:grpSpPr>
          <a:xfrm>
            <a:off x="541705" y="1421418"/>
            <a:ext cx="552408" cy="792759"/>
            <a:chOff x="10519314" y="4728596"/>
            <a:chExt cx="751780" cy="1078731"/>
          </a:xfrm>
        </p:grpSpPr>
        <p:grpSp>
          <p:nvGrpSpPr>
            <p:cNvPr id="1185" name="Google Shape;1185;p38"/>
            <p:cNvGrpSpPr/>
            <p:nvPr/>
          </p:nvGrpSpPr>
          <p:grpSpPr>
            <a:xfrm>
              <a:off x="10519314" y="4728596"/>
              <a:ext cx="626662" cy="1078731"/>
              <a:chOff x="10519314" y="4728596"/>
              <a:chExt cx="626662" cy="1078731"/>
            </a:xfrm>
          </p:grpSpPr>
          <p:grpSp>
            <p:nvGrpSpPr>
              <p:cNvPr id="1186" name="Google Shape;1186;p38"/>
              <p:cNvGrpSpPr/>
              <p:nvPr/>
            </p:nvGrpSpPr>
            <p:grpSpPr>
              <a:xfrm>
                <a:off x="10903220" y="4888205"/>
                <a:ext cx="242756" cy="919122"/>
                <a:chOff x="10903220" y="4888205"/>
                <a:chExt cx="242756" cy="919122"/>
              </a:xfrm>
            </p:grpSpPr>
            <p:sp>
              <p:nvSpPr>
                <p:cNvPr id="1187" name="Google Shape;1187;p38"/>
                <p:cNvSpPr/>
                <p:nvPr/>
              </p:nvSpPr>
              <p:spPr>
                <a:xfrm rot="-447735">
                  <a:off x="10961814" y="4892503"/>
                  <a:ext cx="125567" cy="910526"/>
                </a:xfrm>
                <a:custGeom>
                  <a:avLst/>
                  <a:gdLst/>
                  <a:ahLst/>
                  <a:cxnLst/>
                  <a:rect l="l" t="t" r="r" b="b"/>
                  <a:pathLst>
                    <a:path w="125444" h="909637" extrusionOk="0">
                      <a:moveTo>
                        <a:pt x="0" y="0"/>
                      </a:moveTo>
                      <a:lnTo>
                        <a:pt x="125445" y="0"/>
                      </a:lnTo>
                      <a:lnTo>
                        <a:pt x="125445" y="909637"/>
                      </a:lnTo>
                      <a:lnTo>
                        <a:pt x="0" y="90963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88" name="Google Shape;1188;p38"/>
                <p:cNvSpPr/>
                <p:nvPr/>
              </p:nvSpPr>
              <p:spPr>
                <a:xfrm>
                  <a:off x="10952422" y="4933194"/>
                  <a:ext cx="42088" cy="42088"/>
                </a:xfrm>
                <a:custGeom>
                  <a:avLst/>
                  <a:gdLst/>
                  <a:ahLst/>
                  <a:cxnLst/>
                  <a:rect l="l" t="t" r="r" b="b"/>
                  <a:pathLst>
                    <a:path w="42088" h="42088" extrusionOk="0">
                      <a:moveTo>
                        <a:pt x="41904" y="18282"/>
                      </a:moveTo>
                      <a:cubicBezTo>
                        <a:pt x="43428" y="29807"/>
                        <a:pt x="35331" y="40380"/>
                        <a:pt x="23806" y="41904"/>
                      </a:cubicBezTo>
                      <a:cubicBezTo>
                        <a:pt x="12281" y="43428"/>
                        <a:pt x="1709" y="35332"/>
                        <a:pt x="184" y="23806"/>
                      </a:cubicBezTo>
                      <a:cubicBezTo>
                        <a:pt x="-1340" y="12281"/>
                        <a:pt x="6756" y="1708"/>
                        <a:pt x="18282" y="184"/>
                      </a:cubicBezTo>
                      <a:cubicBezTo>
                        <a:pt x="29807" y="-1340"/>
                        <a:pt x="40380" y="6757"/>
                        <a:pt x="41904" y="18282"/>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89" name="Google Shape;1189;p38"/>
                <p:cNvSpPr/>
                <p:nvPr/>
              </p:nvSpPr>
              <p:spPr>
                <a:xfrm>
                  <a:off x="10961186" y="5000250"/>
                  <a:ext cx="42087" cy="42087"/>
                </a:xfrm>
                <a:custGeom>
                  <a:avLst/>
                  <a:gdLst/>
                  <a:ahLst/>
                  <a:cxnLst/>
                  <a:rect l="l" t="t" r="r" b="b"/>
                  <a:pathLst>
                    <a:path w="42087" h="42087" extrusionOk="0">
                      <a:moveTo>
                        <a:pt x="41904" y="18282"/>
                      </a:moveTo>
                      <a:cubicBezTo>
                        <a:pt x="43427" y="29807"/>
                        <a:pt x="35331" y="40380"/>
                        <a:pt x="23806" y="41904"/>
                      </a:cubicBezTo>
                      <a:cubicBezTo>
                        <a:pt x="12280" y="43428"/>
                        <a:pt x="1708" y="35332"/>
                        <a:pt x="184" y="23806"/>
                      </a:cubicBezTo>
                      <a:cubicBezTo>
                        <a:pt x="-1340" y="12281"/>
                        <a:pt x="6756" y="1708"/>
                        <a:pt x="18281" y="184"/>
                      </a:cubicBezTo>
                      <a:cubicBezTo>
                        <a:pt x="29807" y="-1340"/>
                        <a:pt x="40380" y="6757"/>
                        <a:pt x="41904" y="18282"/>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190" name="Google Shape;1190;p38"/>
                <p:cNvGrpSpPr/>
                <p:nvPr/>
              </p:nvGrpSpPr>
              <p:grpSpPr>
                <a:xfrm>
                  <a:off x="11014221" y="5588618"/>
                  <a:ext cx="100021" cy="114784"/>
                  <a:chOff x="11014221" y="5588618"/>
                  <a:chExt cx="100021" cy="114784"/>
                </a:xfrm>
              </p:grpSpPr>
              <p:sp>
                <p:nvSpPr>
                  <p:cNvPr id="1191" name="Google Shape;1191;p38"/>
                  <p:cNvSpPr/>
                  <p:nvPr/>
                </p:nvSpPr>
                <p:spPr>
                  <a:xfrm rot="-447735">
                    <a:off x="11014826" y="5594269"/>
                    <a:ext cx="88001" cy="15064"/>
                  </a:xfrm>
                  <a:custGeom>
                    <a:avLst/>
                    <a:gdLst/>
                    <a:ahLst/>
                    <a:cxnLst/>
                    <a:rect l="l" t="t" r="r" b="b"/>
                    <a:pathLst>
                      <a:path w="87915" h="15049" extrusionOk="0">
                        <a:moveTo>
                          <a:pt x="0" y="0"/>
                        </a:moveTo>
                        <a:lnTo>
                          <a:pt x="87916" y="0"/>
                        </a:lnTo>
                        <a:lnTo>
                          <a:pt x="87916" y="15049"/>
                        </a:lnTo>
                        <a:lnTo>
                          <a:pt x="0" y="15049"/>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92" name="Google Shape;1192;p38"/>
                  <p:cNvSpPr/>
                  <p:nvPr/>
                </p:nvSpPr>
                <p:spPr>
                  <a:xfrm rot="-447735">
                    <a:off x="11018646" y="5623150"/>
                    <a:ext cx="88001" cy="15064"/>
                  </a:xfrm>
                  <a:custGeom>
                    <a:avLst/>
                    <a:gdLst/>
                    <a:ahLst/>
                    <a:cxnLst/>
                    <a:rect l="l" t="t" r="r" b="b"/>
                    <a:pathLst>
                      <a:path w="87915" h="15049" extrusionOk="0">
                        <a:moveTo>
                          <a:pt x="0" y="0"/>
                        </a:moveTo>
                        <a:lnTo>
                          <a:pt x="87916" y="0"/>
                        </a:lnTo>
                        <a:lnTo>
                          <a:pt x="87916" y="15050"/>
                        </a:lnTo>
                        <a:lnTo>
                          <a:pt x="0" y="1505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93" name="Google Shape;1193;p38"/>
                  <p:cNvSpPr/>
                  <p:nvPr/>
                </p:nvSpPr>
                <p:spPr>
                  <a:xfrm rot="-447735">
                    <a:off x="11021820" y="5653805"/>
                    <a:ext cx="88001" cy="15064"/>
                  </a:xfrm>
                  <a:custGeom>
                    <a:avLst/>
                    <a:gdLst/>
                    <a:ahLst/>
                    <a:cxnLst/>
                    <a:rect l="l" t="t" r="r" b="b"/>
                    <a:pathLst>
                      <a:path w="87915" h="15049" extrusionOk="0">
                        <a:moveTo>
                          <a:pt x="0" y="0"/>
                        </a:moveTo>
                        <a:lnTo>
                          <a:pt x="87916" y="0"/>
                        </a:lnTo>
                        <a:lnTo>
                          <a:pt x="87916" y="15050"/>
                        </a:lnTo>
                        <a:lnTo>
                          <a:pt x="0" y="1505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94" name="Google Shape;1194;p38"/>
                  <p:cNvSpPr/>
                  <p:nvPr/>
                </p:nvSpPr>
                <p:spPr>
                  <a:xfrm rot="-447735">
                    <a:off x="11025635" y="5682688"/>
                    <a:ext cx="88001" cy="15064"/>
                  </a:xfrm>
                  <a:custGeom>
                    <a:avLst/>
                    <a:gdLst/>
                    <a:ahLst/>
                    <a:cxnLst/>
                    <a:rect l="l" t="t" r="r" b="b"/>
                    <a:pathLst>
                      <a:path w="87915" h="15049" extrusionOk="0">
                        <a:moveTo>
                          <a:pt x="0" y="0"/>
                        </a:moveTo>
                        <a:lnTo>
                          <a:pt x="87915" y="0"/>
                        </a:lnTo>
                        <a:lnTo>
                          <a:pt x="87915" y="15050"/>
                        </a:lnTo>
                        <a:lnTo>
                          <a:pt x="0" y="1505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195" name="Google Shape;1195;p38"/>
              <p:cNvGrpSpPr/>
              <p:nvPr/>
            </p:nvGrpSpPr>
            <p:grpSpPr>
              <a:xfrm>
                <a:off x="10718623" y="4728596"/>
                <a:ext cx="229169" cy="1075979"/>
                <a:chOff x="10718623" y="4728596"/>
                <a:chExt cx="229169" cy="1075979"/>
              </a:xfrm>
            </p:grpSpPr>
            <p:sp>
              <p:nvSpPr>
                <p:cNvPr id="1196" name="Google Shape;1196;p38"/>
                <p:cNvSpPr/>
                <p:nvPr/>
              </p:nvSpPr>
              <p:spPr>
                <a:xfrm rot="-172174">
                  <a:off x="10745259" y="4732329"/>
                  <a:ext cx="175897" cy="1068513"/>
                </a:xfrm>
                <a:custGeom>
                  <a:avLst/>
                  <a:gdLst/>
                  <a:ahLst/>
                  <a:cxnLst/>
                  <a:rect l="l" t="t" r="r" b="b"/>
                  <a:pathLst>
                    <a:path w="176117" h="1069848" extrusionOk="0">
                      <a:moveTo>
                        <a:pt x="0" y="0"/>
                      </a:moveTo>
                      <a:lnTo>
                        <a:pt x="176117" y="0"/>
                      </a:lnTo>
                      <a:lnTo>
                        <a:pt x="176117" y="1069848"/>
                      </a:lnTo>
                      <a:lnTo>
                        <a:pt x="0" y="106984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97" name="Google Shape;1197;p38"/>
                <p:cNvSpPr/>
                <p:nvPr/>
              </p:nvSpPr>
              <p:spPr>
                <a:xfrm>
                  <a:off x="10787634" y="5182743"/>
                  <a:ext cx="87629" cy="87630"/>
                </a:xfrm>
                <a:custGeom>
                  <a:avLst/>
                  <a:gdLst/>
                  <a:ahLst/>
                  <a:cxnLst/>
                  <a:rect l="l" t="t" r="r" b="b"/>
                  <a:pathLst>
                    <a:path w="87629" h="87630" extrusionOk="0">
                      <a:moveTo>
                        <a:pt x="87630" y="43815"/>
                      </a:moveTo>
                      <a:cubicBezTo>
                        <a:pt x="87630" y="68013"/>
                        <a:pt x="68014" y="87630"/>
                        <a:pt x="43815" y="87630"/>
                      </a:cubicBezTo>
                      <a:cubicBezTo>
                        <a:pt x="19617" y="87630"/>
                        <a:pt x="1" y="68014"/>
                        <a:pt x="1" y="43815"/>
                      </a:cubicBezTo>
                      <a:cubicBezTo>
                        <a:pt x="1" y="19617"/>
                        <a:pt x="19617" y="0"/>
                        <a:pt x="43815" y="0"/>
                      </a:cubicBezTo>
                      <a:cubicBezTo>
                        <a:pt x="68014" y="0"/>
                        <a:pt x="87630" y="19616"/>
                        <a:pt x="87630" y="43815"/>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198" name="Google Shape;1198;p38"/>
                <p:cNvGrpSpPr/>
                <p:nvPr/>
              </p:nvGrpSpPr>
              <p:grpSpPr>
                <a:xfrm>
                  <a:off x="10765015" y="5040134"/>
                  <a:ext cx="116314" cy="49775"/>
                  <a:chOff x="10765015" y="5040134"/>
                  <a:chExt cx="116314" cy="49775"/>
                </a:xfrm>
              </p:grpSpPr>
              <p:sp>
                <p:nvSpPr>
                  <p:cNvPr id="1199" name="Google Shape;1199;p38"/>
                  <p:cNvSpPr/>
                  <p:nvPr/>
                </p:nvSpPr>
                <p:spPr>
                  <a:xfrm rot="-172174">
                    <a:off x="10765318" y="5042987"/>
                    <a:ext cx="114347" cy="14935"/>
                  </a:xfrm>
                  <a:custGeom>
                    <a:avLst/>
                    <a:gdLst/>
                    <a:ahLst/>
                    <a:cxnLst/>
                    <a:rect l="l" t="t" r="r" b="b"/>
                    <a:pathLst>
                      <a:path w="114490" h="14954" extrusionOk="0">
                        <a:moveTo>
                          <a:pt x="0" y="0"/>
                        </a:moveTo>
                        <a:lnTo>
                          <a:pt x="114490" y="0"/>
                        </a:lnTo>
                        <a:lnTo>
                          <a:pt x="114490" y="14954"/>
                        </a:lnTo>
                        <a:lnTo>
                          <a:pt x="0" y="1495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00" name="Google Shape;1200;p38"/>
                  <p:cNvSpPr/>
                  <p:nvPr/>
                </p:nvSpPr>
                <p:spPr>
                  <a:xfrm rot="-172174">
                    <a:off x="10766681" y="5072121"/>
                    <a:ext cx="114347" cy="14935"/>
                  </a:xfrm>
                  <a:custGeom>
                    <a:avLst/>
                    <a:gdLst/>
                    <a:ahLst/>
                    <a:cxnLst/>
                    <a:rect l="l" t="t" r="r" b="b"/>
                    <a:pathLst>
                      <a:path w="114490" h="14954" extrusionOk="0">
                        <a:moveTo>
                          <a:pt x="0" y="0"/>
                        </a:moveTo>
                        <a:lnTo>
                          <a:pt x="114491" y="0"/>
                        </a:lnTo>
                        <a:lnTo>
                          <a:pt x="114491" y="14954"/>
                        </a:lnTo>
                        <a:lnTo>
                          <a:pt x="0" y="1495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201" name="Google Shape;1201;p38"/>
                <p:cNvGrpSpPr/>
                <p:nvPr/>
              </p:nvGrpSpPr>
              <p:grpSpPr>
                <a:xfrm>
                  <a:off x="10784825" y="5436314"/>
                  <a:ext cx="116414" cy="49961"/>
                  <a:chOff x="10784825" y="5436314"/>
                  <a:chExt cx="116414" cy="49961"/>
                </a:xfrm>
              </p:grpSpPr>
              <p:sp>
                <p:nvSpPr>
                  <p:cNvPr id="1202" name="Google Shape;1202;p38"/>
                  <p:cNvSpPr/>
                  <p:nvPr/>
                </p:nvSpPr>
                <p:spPr>
                  <a:xfrm rot="-172174">
                    <a:off x="10785128" y="5439167"/>
                    <a:ext cx="114347" cy="14935"/>
                  </a:xfrm>
                  <a:custGeom>
                    <a:avLst/>
                    <a:gdLst/>
                    <a:ahLst/>
                    <a:cxnLst/>
                    <a:rect l="l" t="t" r="r" b="b"/>
                    <a:pathLst>
                      <a:path w="114490" h="14954" extrusionOk="0">
                        <a:moveTo>
                          <a:pt x="0" y="0"/>
                        </a:moveTo>
                        <a:lnTo>
                          <a:pt x="114491" y="0"/>
                        </a:lnTo>
                        <a:lnTo>
                          <a:pt x="114491" y="14955"/>
                        </a:lnTo>
                        <a:lnTo>
                          <a:pt x="0" y="14955"/>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03" name="Google Shape;1203;p38"/>
                  <p:cNvSpPr/>
                  <p:nvPr/>
                </p:nvSpPr>
                <p:spPr>
                  <a:xfrm rot="-172174">
                    <a:off x="10786591" y="5468487"/>
                    <a:ext cx="114347" cy="14935"/>
                  </a:xfrm>
                  <a:custGeom>
                    <a:avLst/>
                    <a:gdLst/>
                    <a:ahLst/>
                    <a:cxnLst/>
                    <a:rect l="l" t="t" r="r" b="b"/>
                    <a:pathLst>
                      <a:path w="114490" h="14954" extrusionOk="0">
                        <a:moveTo>
                          <a:pt x="0" y="0"/>
                        </a:moveTo>
                        <a:lnTo>
                          <a:pt x="114490" y="0"/>
                        </a:lnTo>
                        <a:lnTo>
                          <a:pt x="114490" y="14955"/>
                        </a:lnTo>
                        <a:lnTo>
                          <a:pt x="0" y="14955"/>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204" name="Google Shape;1204;p38"/>
              <p:cNvGrpSpPr/>
              <p:nvPr/>
            </p:nvGrpSpPr>
            <p:grpSpPr>
              <a:xfrm>
                <a:off x="10519314" y="4813458"/>
                <a:ext cx="202120" cy="992123"/>
                <a:chOff x="10519314" y="4813458"/>
                <a:chExt cx="202120" cy="992123"/>
              </a:xfrm>
            </p:grpSpPr>
            <p:sp>
              <p:nvSpPr>
                <p:cNvPr id="1205" name="Google Shape;1205;p38"/>
                <p:cNvSpPr/>
                <p:nvPr/>
              </p:nvSpPr>
              <p:spPr>
                <a:xfrm>
                  <a:off x="10519314" y="4813458"/>
                  <a:ext cx="202120" cy="992123"/>
                </a:xfrm>
                <a:custGeom>
                  <a:avLst/>
                  <a:gdLst/>
                  <a:ahLst/>
                  <a:cxnLst/>
                  <a:rect l="l" t="t" r="r" b="b"/>
                  <a:pathLst>
                    <a:path w="202120" h="992123" extrusionOk="0">
                      <a:moveTo>
                        <a:pt x="0" y="0"/>
                      </a:moveTo>
                      <a:lnTo>
                        <a:pt x="202120" y="0"/>
                      </a:lnTo>
                      <a:lnTo>
                        <a:pt x="202120" y="992124"/>
                      </a:lnTo>
                      <a:lnTo>
                        <a:pt x="0" y="992124"/>
                      </a:lnTo>
                      <a:close/>
                    </a:path>
                  </a:pathLst>
                </a:custGeom>
                <a:solidFill>
                  <a:schemeClr val="accent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06" name="Google Shape;1206;p38"/>
                <p:cNvSpPr/>
                <p:nvPr/>
              </p:nvSpPr>
              <p:spPr>
                <a:xfrm>
                  <a:off x="10558843" y="4891468"/>
                  <a:ext cx="123063" cy="123062"/>
                </a:xfrm>
                <a:custGeom>
                  <a:avLst/>
                  <a:gdLst/>
                  <a:ahLst/>
                  <a:cxnLst/>
                  <a:rect l="l" t="t" r="r" b="b"/>
                  <a:pathLst>
                    <a:path w="123063" h="123062" extrusionOk="0">
                      <a:moveTo>
                        <a:pt x="123063" y="61532"/>
                      </a:moveTo>
                      <a:cubicBezTo>
                        <a:pt x="123063" y="95514"/>
                        <a:pt x="95514" y="123063"/>
                        <a:pt x="61531" y="123063"/>
                      </a:cubicBezTo>
                      <a:cubicBezTo>
                        <a:pt x="27548" y="123063"/>
                        <a:pt x="-1" y="95514"/>
                        <a:pt x="-1" y="61532"/>
                      </a:cubicBezTo>
                      <a:cubicBezTo>
                        <a:pt x="-1" y="27549"/>
                        <a:pt x="27548" y="0"/>
                        <a:pt x="61531" y="0"/>
                      </a:cubicBezTo>
                      <a:cubicBezTo>
                        <a:pt x="95514" y="0"/>
                        <a:pt x="123063" y="27549"/>
                        <a:pt x="123063" y="61532"/>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207" name="Google Shape;1207;p38"/>
                <p:cNvGrpSpPr/>
                <p:nvPr/>
              </p:nvGrpSpPr>
              <p:grpSpPr>
                <a:xfrm>
                  <a:off x="10556176" y="5465730"/>
                  <a:ext cx="128397" cy="44196"/>
                  <a:chOff x="10556176" y="5465730"/>
                  <a:chExt cx="128397" cy="44196"/>
                </a:xfrm>
              </p:grpSpPr>
              <p:sp>
                <p:nvSpPr>
                  <p:cNvPr id="1208" name="Google Shape;1208;p38"/>
                  <p:cNvSpPr/>
                  <p:nvPr/>
                </p:nvSpPr>
                <p:spPr>
                  <a:xfrm>
                    <a:off x="10556176" y="5465730"/>
                    <a:ext cx="128397" cy="14954"/>
                  </a:xfrm>
                  <a:custGeom>
                    <a:avLst/>
                    <a:gdLst/>
                    <a:ahLst/>
                    <a:cxnLst/>
                    <a:rect l="l" t="t" r="r" b="b"/>
                    <a:pathLst>
                      <a:path w="128397" h="14954" extrusionOk="0">
                        <a:moveTo>
                          <a:pt x="0" y="0"/>
                        </a:moveTo>
                        <a:lnTo>
                          <a:pt x="128397" y="0"/>
                        </a:lnTo>
                        <a:lnTo>
                          <a:pt x="128397" y="14954"/>
                        </a:lnTo>
                        <a:lnTo>
                          <a:pt x="0" y="1495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09" name="Google Shape;1209;p38"/>
                  <p:cNvSpPr/>
                  <p:nvPr/>
                </p:nvSpPr>
                <p:spPr>
                  <a:xfrm>
                    <a:off x="10556176" y="5494972"/>
                    <a:ext cx="128397" cy="14954"/>
                  </a:xfrm>
                  <a:custGeom>
                    <a:avLst/>
                    <a:gdLst/>
                    <a:ahLst/>
                    <a:cxnLst/>
                    <a:rect l="l" t="t" r="r" b="b"/>
                    <a:pathLst>
                      <a:path w="128397" h="14954" extrusionOk="0">
                        <a:moveTo>
                          <a:pt x="0" y="0"/>
                        </a:moveTo>
                        <a:lnTo>
                          <a:pt x="128397" y="0"/>
                        </a:lnTo>
                        <a:lnTo>
                          <a:pt x="128397" y="14955"/>
                        </a:lnTo>
                        <a:lnTo>
                          <a:pt x="0" y="14955"/>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210" name="Google Shape;1210;p38"/>
                <p:cNvGrpSpPr/>
                <p:nvPr/>
              </p:nvGrpSpPr>
              <p:grpSpPr>
                <a:xfrm>
                  <a:off x="10556176" y="5689187"/>
                  <a:ext cx="128397" cy="44196"/>
                  <a:chOff x="10556176" y="5689187"/>
                  <a:chExt cx="128397" cy="44196"/>
                </a:xfrm>
              </p:grpSpPr>
              <p:sp>
                <p:nvSpPr>
                  <p:cNvPr id="1211" name="Google Shape;1211;p38"/>
                  <p:cNvSpPr/>
                  <p:nvPr/>
                </p:nvSpPr>
                <p:spPr>
                  <a:xfrm>
                    <a:off x="10556176" y="5689187"/>
                    <a:ext cx="128397" cy="14954"/>
                  </a:xfrm>
                  <a:custGeom>
                    <a:avLst/>
                    <a:gdLst/>
                    <a:ahLst/>
                    <a:cxnLst/>
                    <a:rect l="l" t="t" r="r" b="b"/>
                    <a:pathLst>
                      <a:path w="128397" h="14954" extrusionOk="0">
                        <a:moveTo>
                          <a:pt x="0" y="0"/>
                        </a:moveTo>
                        <a:lnTo>
                          <a:pt x="128397" y="0"/>
                        </a:lnTo>
                        <a:lnTo>
                          <a:pt x="128397" y="14954"/>
                        </a:lnTo>
                        <a:lnTo>
                          <a:pt x="0" y="1495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12" name="Google Shape;1212;p38"/>
                  <p:cNvSpPr/>
                  <p:nvPr/>
                </p:nvSpPr>
                <p:spPr>
                  <a:xfrm>
                    <a:off x="10556176" y="5718429"/>
                    <a:ext cx="128397" cy="14954"/>
                  </a:xfrm>
                  <a:custGeom>
                    <a:avLst/>
                    <a:gdLst/>
                    <a:ahLst/>
                    <a:cxnLst/>
                    <a:rect l="l" t="t" r="r" b="b"/>
                    <a:pathLst>
                      <a:path w="128397" h="14954" extrusionOk="0">
                        <a:moveTo>
                          <a:pt x="0" y="0"/>
                        </a:moveTo>
                        <a:lnTo>
                          <a:pt x="128397" y="0"/>
                        </a:lnTo>
                        <a:lnTo>
                          <a:pt x="128397" y="14954"/>
                        </a:lnTo>
                        <a:lnTo>
                          <a:pt x="0" y="1495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grpSp>
          <p:nvGrpSpPr>
            <p:cNvPr id="1213" name="Google Shape;1213;p38"/>
            <p:cNvGrpSpPr/>
            <p:nvPr/>
          </p:nvGrpSpPr>
          <p:grpSpPr>
            <a:xfrm>
              <a:off x="11058042" y="5088325"/>
              <a:ext cx="213052" cy="717953"/>
              <a:chOff x="11058042" y="5088325"/>
              <a:chExt cx="213052" cy="717953"/>
            </a:xfrm>
          </p:grpSpPr>
          <p:sp>
            <p:nvSpPr>
              <p:cNvPr id="1214" name="Google Shape;1214;p38"/>
              <p:cNvSpPr/>
              <p:nvPr/>
            </p:nvSpPr>
            <p:spPr>
              <a:xfrm rot="-631368">
                <a:off x="11122592" y="5089982"/>
                <a:ext cx="83952" cy="714640"/>
              </a:xfrm>
              <a:custGeom>
                <a:avLst/>
                <a:gdLst/>
                <a:ahLst/>
                <a:cxnLst/>
                <a:rect l="l" t="t" r="r" b="b"/>
                <a:pathLst>
                  <a:path w="84010" h="715136" extrusionOk="0">
                    <a:moveTo>
                      <a:pt x="0" y="0"/>
                    </a:moveTo>
                    <a:lnTo>
                      <a:pt x="84010" y="0"/>
                    </a:lnTo>
                    <a:lnTo>
                      <a:pt x="84010" y="715137"/>
                    </a:lnTo>
                    <a:lnTo>
                      <a:pt x="0" y="715137"/>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15" name="Google Shape;1215;p38"/>
              <p:cNvSpPr/>
              <p:nvPr/>
            </p:nvSpPr>
            <p:spPr>
              <a:xfrm rot="-631368">
                <a:off x="11154645" y="5271518"/>
                <a:ext cx="25985" cy="411004"/>
              </a:xfrm>
              <a:custGeom>
                <a:avLst/>
                <a:gdLst/>
                <a:ahLst/>
                <a:cxnLst/>
                <a:rect l="l" t="t" r="r" b="b"/>
                <a:pathLst>
                  <a:path w="26003" h="411289" extrusionOk="0">
                    <a:moveTo>
                      <a:pt x="0" y="0"/>
                    </a:moveTo>
                    <a:lnTo>
                      <a:pt x="26003" y="0"/>
                    </a:lnTo>
                    <a:lnTo>
                      <a:pt x="26003" y="411289"/>
                    </a:lnTo>
                    <a:lnTo>
                      <a:pt x="0" y="411289"/>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216" name="Google Shape;1216;p38"/>
          <p:cNvGrpSpPr/>
          <p:nvPr/>
        </p:nvGrpSpPr>
        <p:grpSpPr>
          <a:xfrm>
            <a:off x="580759" y="539494"/>
            <a:ext cx="426307" cy="643642"/>
            <a:chOff x="10572463" y="3528536"/>
            <a:chExt cx="580168" cy="875823"/>
          </a:xfrm>
        </p:grpSpPr>
        <p:grpSp>
          <p:nvGrpSpPr>
            <p:cNvPr id="1217" name="Google Shape;1217;p38"/>
            <p:cNvGrpSpPr/>
            <p:nvPr/>
          </p:nvGrpSpPr>
          <p:grpSpPr>
            <a:xfrm>
              <a:off x="10713815" y="3528536"/>
              <a:ext cx="438816" cy="746664"/>
              <a:chOff x="10713815" y="3528536"/>
              <a:chExt cx="438816" cy="746664"/>
            </a:xfrm>
          </p:grpSpPr>
          <p:sp>
            <p:nvSpPr>
              <p:cNvPr id="1218" name="Google Shape;1218;p38"/>
              <p:cNvSpPr/>
              <p:nvPr/>
            </p:nvSpPr>
            <p:spPr>
              <a:xfrm>
                <a:off x="10713815" y="3528536"/>
                <a:ext cx="438816" cy="746664"/>
              </a:xfrm>
              <a:custGeom>
                <a:avLst/>
                <a:gdLst/>
                <a:ahLst/>
                <a:cxnLst/>
                <a:rect l="l" t="t" r="r" b="b"/>
                <a:pathLst>
                  <a:path w="438816" h="746664" extrusionOk="0">
                    <a:moveTo>
                      <a:pt x="438721" y="746569"/>
                    </a:moveTo>
                    <a:lnTo>
                      <a:pt x="0" y="746569"/>
                    </a:lnTo>
                    <a:lnTo>
                      <a:pt x="0" y="0"/>
                    </a:lnTo>
                    <a:lnTo>
                      <a:pt x="326231" y="0"/>
                    </a:lnTo>
                    <a:cubicBezTo>
                      <a:pt x="370141" y="43910"/>
                      <a:pt x="394811" y="68580"/>
                      <a:pt x="438816" y="112585"/>
                    </a:cubicBezTo>
                    <a:lnTo>
                      <a:pt x="438816" y="746665"/>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219" name="Google Shape;1219;p38"/>
              <p:cNvGrpSpPr/>
              <p:nvPr/>
            </p:nvGrpSpPr>
            <p:grpSpPr>
              <a:xfrm>
                <a:off x="10776489" y="3625310"/>
                <a:ext cx="313848" cy="288226"/>
                <a:chOff x="10776489" y="3625310"/>
                <a:chExt cx="313848" cy="288226"/>
              </a:xfrm>
            </p:grpSpPr>
            <p:sp>
              <p:nvSpPr>
                <p:cNvPr id="1220" name="Google Shape;1220;p38"/>
                <p:cNvSpPr/>
                <p:nvPr/>
              </p:nvSpPr>
              <p:spPr>
                <a:xfrm>
                  <a:off x="10776489" y="3625310"/>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21" name="Google Shape;1221;p38"/>
                <p:cNvSpPr/>
                <p:nvPr/>
              </p:nvSpPr>
              <p:spPr>
                <a:xfrm>
                  <a:off x="10776489" y="3678650"/>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22" name="Google Shape;1222;p38"/>
                <p:cNvSpPr/>
                <p:nvPr/>
              </p:nvSpPr>
              <p:spPr>
                <a:xfrm>
                  <a:off x="10776489" y="3731990"/>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23" name="Google Shape;1223;p38"/>
                <p:cNvSpPr/>
                <p:nvPr/>
              </p:nvSpPr>
              <p:spPr>
                <a:xfrm>
                  <a:off x="10776489" y="3785425"/>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24" name="Google Shape;1224;p38"/>
                <p:cNvSpPr/>
                <p:nvPr/>
              </p:nvSpPr>
              <p:spPr>
                <a:xfrm>
                  <a:off x="10776489" y="3838765"/>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25" name="Google Shape;1225;p38"/>
                <p:cNvSpPr/>
                <p:nvPr/>
              </p:nvSpPr>
              <p:spPr>
                <a:xfrm>
                  <a:off x="10776489" y="3892105"/>
                  <a:ext cx="184689" cy="21431"/>
                </a:xfrm>
                <a:custGeom>
                  <a:avLst/>
                  <a:gdLst/>
                  <a:ahLst/>
                  <a:cxnLst/>
                  <a:rect l="l" t="t" r="r" b="b"/>
                  <a:pathLst>
                    <a:path w="184689" h="21431" extrusionOk="0">
                      <a:moveTo>
                        <a:pt x="0" y="0"/>
                      </a:moveTo>
                      <a:lnTo>
                        <a:pt x="184690" y="0"/>
                      </a:lnTo>
                      <a:lnTo>
                        <a:pt x="184690" y="21431"/>
                      </a:lnTo>
                      <a:lnTo>
                        <a:pt x="0" y="21431"/>
                      </a:lnTo>
                      <a:close/>
                    </a:path>
                  </a:pathLst>
                </a:custGeom>
                <a:solidFill>
                  <a:srgbClr val="42444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226" name="Google Shape;1226;p38"/>
              <p:cNvGrpSpPr/>
              <p:nvPr/>
            </p:nvGrpSpPr>
            <p:grpSpPr>
              <a:xfrm>
                <a:off x="10776489" y="3999547"/>
                <a:ext cx="313848" cy="181546"/>
                <a:chOff x="10776489" y="3999547"/>
                <a:chExt cx="313848" cy="181546"/>
              </a:xfrm>
            </p:grpSpPr>
            <p:sp>
              <p:nvSpPr>
                <p:cNvPr id="1227" name="Google Shape;1227;p38"/>
                <p:cNvSpPr/>
                <p:nvPr/>
              </p:nvSpPr>
              <p:spPr>
                <a:xfrm>
                  <a:off x="10776489" y="3999547"/>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28" name="Google Shape;1228;p38"/>
                <p:cNvSpPr/>
                <p:nvPr/>
              </p:nvSpPr>
              <p:spPr>
                <a:xfrm>
                  <a:off x="10776489" y="4052887"/>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29" name="Google Shape;1229;p38"/>
                <p:cNvSpPr/>
                <p:nvPr/>
              </p:nvSpPr>
              <p:spPr>
                <a:xfrm>
                  <a:off x="10776489" y="4106322"/>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30" name="Google Shape;1230;p38"/>
                <p:cNvSpPr/>
                <p:nvPr/>
              </p:nvSpPr>
              <p:spPr>
                <a:xfrm>
                  <a:off x="10776489" y="4159662"/>
                  <a:ext cx="184689" cy="21431"/>
                </a:xfrm>
                <a:custGeom>
                  <a:avLst/>
                  <a:gdLst/>
                  <a:ahLst/>
                  <a:cxnLst/>
                  <a:rect l="l" t="t" r="r" b="b"/>
                  <a:pathLst>
                    <a:path w="184689" h="21431" extrusionOk="0">
                      <a:moveTo>
                        <a:pt x="0" y="0"/>
                      </a:moveTo>
                      <a:lnTo>
                        <a:pt x="184690" y="0"/>
                      </a:lnTo>
                      <a:lnTo>
                        <a:pt x="184690" y="21431"/>
                      </a:lnTo>
                      <a:lnTo>
                        <a:pt x="0" y="21431"/>
                      </a:lnTo>
                      <a:close/>
                    </a:path>
                  </a:pathLst>
                </a:custGeom>
                <a:solidFill>
                  <a:srgbClr val="42444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231" name="Google Shape;1231;p38"/>
              <p:cNvSpPr/>
              <p:nvPr/>
            </p:nvSpPr>
            <p:spPr>
              <a:xfrm>
                <a:off x="11039951" y="3528536"/>
                <a:ext cx="112584" cy="112585"/>
              </a:xfrm>
              <a:custGeom>
                <a:avLst/>
                <a:gdLst/>
                <a:ahLst/>
                <a:cxnLst/>
                <a:rect l="l" t="t" r="r" b="b"/>
                <a:pathLst>
                  <a:path w="112584" h="112585" extrusionOk="0">
                    <a:moveTo>
                      <a:pt x="112585" y="112585"/>
                    </a:moveTo>
                    <a:lnTo>
                      <a:pt x="0" y="112585"/>
                    </a:lnTo>
                    <a:lnTo>
                      <a:pt x="0" y="0"/>
                    </a:lnTo>
                    <a:lnTo>
                      <a:pt x="0" y="0"/>
                    </a:lnTo>
                    <a:cubicBezTo>
                      <a:pt x="43910" y="43910"/>
                      <a:pt x="68580" y="68580"/>
                      <a:pt x="112585" y="112585"/>
                    </a:cubicBezTo>
                    <a:lnTo>
                      <a:pt x="112585" y="11258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232" name="Google Shape;1232;p38"/>
            <p:cNvGrpSpPr/>
            <p:nvPr/>
          </p:nvGrpSpPr>
          <p:grpSpPr>
            <a:xfrm>
              <a:off x="10572463" y="3657790"/>
              <a:ext cx="438817" cy="746569"/>
              <a:chOff x="10572463" y="3657790"/>
              <a:chExt cx="438817" cy="746569"/>
            </a:xfrm>
          </p:grpSpPr>
          <p:sp>
            <p:nvSpPr>
              <p:cNvPr id="1233" name="Google Shape;1233;p38"/>
              <p:cNvSpPr/>
              <p:nvPr/>
            </p:nvSpPr>
            <p:spPr>
              <a:xfrm>
                <a:off x="10572463" y="3657790"/>
                <a:ext cx="438817" cy="746569"/>
              </a:xfrm>
              <a:custGeom>
                <a:avLst/>
                <a:gdLst/>
                <a:ahLst/>
                <a:cxnLst/>
                <a:rect l="l" t="t" r="r" b="b"/>
                <a:pathLst>
                  <a:path w="438817" h="746569" extrusionOk="0">
                    <a:moveTo>
                      <a:pt x="438722" y="746570"/>
                    </a:moveTo>
                    <a:lnTo>
                      <a:pt x="0" y="746570"/>
                    </a:lnTo>
                    <a:lnTo>
                      <a:pt x="0" y="0"/>
                    </a:lnTo>
                    <a:lnTo>
                      <a:pt x="326231" y="0"/>
                    </a:lnTo>
                    <a:cubicBezTo>
                      <a:pt x="370141" y="43910"/>
                      <a:pt x="394812" y="68580"/>
                      <a:pt x="438817" y="112586"/>
                    </a:cubicBezTo>
                    <a:lnTo>
                      <a:pt x="438817" y="746570"/>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234" name="Google Shape;1234;p38"/>
              <p:cNvGrpSpPr/>
              <p:nvPr/>
            </p:nvGrpSpPr>
            <p:grpSpPr>
              <a:xfrm>
                <a:off x="10635138" y="3754469"/>
                <a:ext cx="313848" cy="288321"/>
                <a:chOff x="10635138" y="3754469"/>
                <a:chExt cx="313848" cy="288321"/>
              </a:xfrm>
            </p:grpSpPr>
            <p:sp>
              <p:nvSpPr>
                <p:cNvPr id="1235" name="Google Shape;1235;p38"/>
                <p:cNvSpPr/>
                <p:nvPr/>
              </p:nvSpPr>
              <p:spPr>
                <a:xfrm>
                  <a:off x="10635138" y="3754469"/>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36" name="Google Shape;1236;p38"/>
                <p:cNvSpPr/>
                <p:nvPr/>
              </p:nvSpPr>
              <p:spPr>
                <a:xfrm>
                  <a:off x="10635138" y="3807904"/>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37" name="Google Shape;1237;p38"/>
                <p:cNvSpPr/>
                <p:nvPr/>
              </p:nvSpPr>
              <p:spPr>
                <a:xfrm>
                  <a:off x="10635138" y="3861244"/>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38" name="Google Shape;1238;p38"/>
                <p:cNvSpPr/>
                <p:nvPr/>
              </p:nvSpPr>
              <p:spPr>
                <a:xfrm>
                  <a:off x="10635138" y="3914584"/>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39" name="Google Shape;1239;p38"/>
                <p:cNvSpPr/>
                <p:nvPr/>
              </p:nvSpPr>
              <p:spPr>
                <a:xfrm>
                  <a:off x="10635138" y="3968019"/>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40" name="Google Shape;1240;p38"/>
                <p:cNvSpPr/>
                <p:nvPr/>
              </p:nvSpPr>
              <p:spPr>
                <a:xfrm>
                  <a:off x="10635138" y="4021359"/>
                  <a:ext cx="184689" cy="21431"/>
                </a:xfrm>
                <a:custGeom>
                  <a:avLst/>
                  <a:gdLst/>
                  <a:ahLst/>
                  <a:cxnLst/>
                  <a:rect l="l" t="t" r="r" b="b"/>
                  <a:pathLst>
                    <a:path w="184689" h="21431" extrusionOk="0">
                      <a:moveTo>
                        <a:pt x="0" y="0"/>
                      </a:moveTo>
                      <a:lnTo>
                        <a:pt x="184689" y="0"/>
                      </a:lnTo>
                      <a:lnTo>
                        <a:pt x="184689" y="21431"/>
                      </a:lnTo>
                      <a:lnTo>
                        <a:pt x="-1"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241" name="Google Shape;1241;p38"/>
              <p:cNvGrpSpPr/>
              <p:nvPr/>
            </p:nvGrpSpPr>
            <p:grpSpPr>
              <a:xfrm>
                <a:off x="10635138" y="4128801"/>
                <a:ext cx="313848" cy="181547"/>
                <a:chOff x="10635138" y="4128801"/>
                <a:chExt cx="313848" cy="181547"/>
              </a:xfrm>
            </p:grpSpPr>
            <p:sp>
              <p:nvSpPr>
                <p:cNvPr id="1242" name="Google Shape;1242;p38"/>
                <p:cNvSpPr/>
                <p:nvPr/>
              </p:nvSpPr>
              <p:spPr>
                <a:xfrm>
                  <a:off x="10635138" y="4128801"/>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43" name="Google Shape;1243;p38"/>
                <p:cNvSpPr/>
                <p:nvPr/>
              </p:nvSpPr>
              <p:spPr>
                <a:xfrm>
                  <a:off x="10635138" y="4182141"/>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44" name="Google Shape;1244;p38"/>
                <p:cNvSpPr/>
                <p:nvPr/>
              </p:nvSpPr>
              <p:spPr>
                <a:xfrm>
                  <a:off x="10635138" y="4235481"/>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45" name="Google Shape;1245;p38"/>
                <p:cNvSpPr/>
                <p:nvPr/>
              </p:nvSpPr>
              <p:spPr>
                <a:xfrm>
                  <a:off x="10635138" y="4288917"/>
                  <a:ext cx="184689" cy="21431"/>
                </a:xfrm>
                <a:custGeom>
                  <a:avLst/>
                  <a:gdLst/>
                  <a:ahLst/>
                  <a:cxnLst/>
                  <a:rect l="l" t="t" r="r" b="b"/>
                  <a:pathLst>
                    <a:path w="184689" h="21431" extrusionOk="0">
                      <a:moveTo>
                        <a:pt x="0" y="0"/>
                      </a:moveTo>
                      <a:lnTo>
                        <a:pt x="184689" y="0"/>
                      </a:lnTo>
                      <a:lnTo>
                        <a:pt x="184689" y="21431"/>
                      </a:lnTo>
                      <a:lnTo>
                        <a:pt x="-1"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246" name="Google Shape;1246;p38"/>
              <p:cNvSpPr/>
              <p:nvPr/>
            </p:nvSpPr>
            <p:spPr>
              <a:xfrm>
                <a:off x="10898599" y="3657790"/>
                <a:ext cx="112586" cy="112585"/>
              </a:xfrm>
              <a:custGeom>
                <a:avLst/>
                <a:gdLst/>
                <a:ahLst/>
                <a:cxnLst/>
                <a:rect l="l" t="t" r="r" b="b"/>
                <a:pathLst>
                  <a:path w="112586" h="112585" extrusionOk="0">
                    <a:moveTo>
                      <a:pt x="112586" y="112586"/>
                    </a:moveTo>
                    <a:lnTo>
                      <a:pt x="0" y="112586"/>
                    </a:lnTo>
                    <a:lnTo>
                      <a:pt x="0" y="0"/>
                    </a:lnTo>
                    <a:lnTo>
                      <a:pt x="0" y="0"/>
                    </a:lnTo>
                    <a:cubicBezTo>
                      <a:pt x="43910" y="43910"/>
                      <a:pt x="68581" y="68580"/>
                      <a:pt x="112586" y="112586"/>
                    </a:cubicBezTo>
                    <a:lnTo>
                      <a:pt x="112586" y="112586"/>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247" name="Google Shape;1247;p38"/>
          <p:cNvGrpSpPr/>
          <p:nvPr/>
        </p:nvGrpSpPr>
        <p:grpSpPr>
          <a:xfrm>
            <a:off x="755174" y="1181737"/>
            <a:ext cx="18197" cy="243247"/>
            <a:chOff x="10809827" y="4402455"/>
            <a:chExt cx="24764" cy="330993"/>
          </a:xfrm>
        </p:grpSpPr>
        <p:sp>
          <p:nvSpPr>
            <p:cNvPr id="1248" name="Google Shape;1248;p38"/>
            <p:cNvSpPr/>
            <p:nvPr/>
          </p:nvSpPr>
          <p:spPr>
            <a:xfrm>
              <a:off x="10822209" y="4414266"/>
              <a:ext cx="9525" cy="307467"/>
            </a:xfrm>
            <a:custGeom>
              <a:avLst/>
              <a:gdLst/>
              <a:ahLst/>
              <a:cxnLst/>
              <a:rect l="l" t="t" r="r" b="b"/>
              <a:pathLst>
                <a:path w="9525" h="307467" extrusionOk="0">
                  <a:moveTo>
                    <a:pt x="-1" y="307467"/>
                  </a:moveTo>
                  <a:lnTo>
                    <a:pt x="-1" y="0"/>
                  </a:lnTo>
                </a:path>
              </a:pathLst>
            </a:custGeom>
            <a:solidFill>
              <a:schemeClr val="accent4"/>
            </a:solidFill>
            <a:ln w="10950" cap="flat" cmpd="sng">
              <a:solidFill>
                <a:schemeClr val="accent4"/>
              </a:solidFill>
              <a:prstDash val="dashDot"/>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49" name="Google Shape;1249;p38"/>
            <p:cNvSpPr/>
            <p:nvPr/>
          </p:nvSpPr>
          <p:spPr>
            <a:xfrm>
              <a:off x="10809827" y="4708683"/>
              <a:ext cx="24764" cy="24765"/>
            </a:xfrm>
            <a:custGeom>
              <a:avLst/>
              <a:gdLst/>
              <a:ahLst/>
              <a:cxnLst/>
              <a:rect l="l" t="t" r="r" b="b"/>
              <a:pathLst>
                <a:path w="24764" h="24765" extrusionOk="0">
                  <a:moveTo>
                    <a:pt x="24765" y="12382"/>
                  </a:moveTo>
                  <a:cubicBezTo>
                    <a:pt x="24765" y="19240"/>
                    <a:pt x="19241" y="24765"/>
                    <a:pt x="12382" y="24765"/>
                  </a:cubicBezTo>
                  <a:cubicBezTo>
                    <a:pt x="5524" y="24765"/>
                    <a:pt x="0" y="19240"/>
                    <a:pt x="0" y="12382"/>
                  </a:cubicBezTo>
                  <a:cubicBezTo>
                    <a:pt x="0" y="5524"/>
                    <a:pt x="5524" y="0"/>
                    <a:pt x="12382" y="0"/>
                  </a:cubicBezTo>
                  <a:cubicBezTo>
                    <a:pt x="19241" y="0"/>
                    <a:pt x="24765" y="5524"/>
                    <a:pt x="24765" y="12382"/>
                  </a:cubicBez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50" name="Google Shape;1250;p38"/>
            <p:cNvSpPr/>
            <p:nvPr/>
          </p:nvSpPr>
          <p:spPr>
            <a:xfrm>
              <a:off x="10809827" y="4402455"/>
              <a:ext cx="24764" cy="24764"/>
            </a:xfrm>
            <a:custGeom>
              <a:avLst/>
              <a:gdLst/>
              <a:ahLst/>
              <a:cxnLst/>
              <a:rect l="l" t="t" r="r" b="b"/>
              <a:pathLst>
                <a:path w="24764" h="24764" extrusionOk="0">
                  <a:moveTo>
                    <a:pt x="24765" y="12382"/>
                  </a:moveTo>
                  <a:cubicBezTo>
                    <a:pt x="24765" y="5524"/>
                    <a:pt x="19241" y="0"/>
                    <a:pt x="12382" y="0"/>
                  </a:cubicBezTo>
                  <a:cubicBezTo>
                    <a:pt x="5524" y="0"/>
                    <a:pt x="0" y="5524"/>
                    <a:pt x="0" y="12382"/>
                  </a:cubicBezTo>
                  <a:cubicBezTo>
                    <a:pt x="0" y="19240"/>
                    <a:pt x="5524" y="24765"/>
                    <a:pt x="12382" y="24765"/>
                  </a:cubicBezTo>
                  <a:cubicBezTo>
                    <a:pt x="19241" y="24765"/>
                    <a:pt x="24765" y="19240"/>
                    <a:pt x="24765" y="12382"/>
                  </a:cubicBez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251" name="Google Shape;1251;p38"/>
          <p:cNvGrpSpPr/>
          <p:nvPr/>
        </p:nvGrpSpPr>
        <p:grpSpPr>
          <a:xfrm>
            <a:off x="7595314" y="1536380"/>
            <a:ext cx="363177" cy="451073"/>
            <a:chOff x="7385113" y="1535430"/>
            <a:chExt cx="435673" cy="541115"/>
          </a:xfrm>
        </p:grpSpPr>
        <p:sp>
          <p:nvSpPr>
            <p:cNvPr id="1252" name="Google Shape;1252;p38"/>
            <p:cNvSpPr/>
            <p:nvPr/>
          </p:nvSpPr>
          <p:spPr>
            <a:xfrm>
              <a:off x="7385113" y="1535430"/>
              <a:ext cx="435673" cy="541115"/>
            </a:xfrm>
            <a:custGeom>
              <a:avLst/>
              <a:gdLst/>
              <a:ahLst/>
              <a:cxnLst/>
              <a:rect l="l" t="t" r="r" b="b"/>
              <a:pathLst>
                <a:path w="435673" h="541115" extrusionOk="0">
                  <a:moveTo>
                    <a:pt x="394621" y="0"/>
                  </a:moveTo>
                  <a:cubicBezTo>
                    <a:pt x="417294" y="0"/>
                    <a:pt x="435674" y="18380"/>
                    <a:pt x="435674" y="41053"/>
                  </a:cubicBezTo>
                  <a:lnTo>
                    <a:pt x="435674" y="500062"/>
                  </a:lnTo>
                  <a:cubicBezTo>
                    <a:pt x="435674" y="522735"/>
                    <a:pt x="417294" y="541115"/>
                    <a:pt x="394621" y="541115"/>
                  </a:cubicBezTo>
                  <a:lnTo>
                    <a:pt x="41053" y="541115"/>
                  </a:lnTo>
                  <a:cubicBezTo>
                    <a:pt x="18380" y="541115"/>
                    <a:pt x="0" y="522735"/>
                    <a:pt x="0" y="500062"/>
                  </a:cubicBezTo>
                  <a:lnTo>
                    <a:pt x="0" y="41053"/>
                  </a:lnTo>
                  <a:cubicBezTo>
                    <a:pt x="0" y="18380"/>
                    <a:pt x="18380" y="0"/>
                    <a:pt x="41053" y="0"/>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253" name="Google Shape;1253;p38"/>
            <p:cNvGrpSpPr/>
            <p:nvPr/>
          </p:nvGrpSpPr>
          <p:grpSpPr>
            <a:xfrm>
              <a:off x="7612094" y="1566576"/>
              <a:ext cx="164781" cy="41529"/>
              <a:chOff x="7612094" y="1566576"/>
              <a:chExt cx="164781" cy="41529"/>
            </a:xfrm>
          </p:grpSpPr>
          <p:sp>
            <p:nvSpPr>
              <p:cNvPr id="1254" name="Google Shape;1254;p38"/>
              <p:cNvSpPr/>
              <p:nvPr/>
            </p:nvSpPr>
            <p:spPr>
              <a:xfrm>
                <a:off x="7735347" y="1566576"/>
                <a:ext cx="41528" cy="41529"/>
              </a:xfrm>
              <a:custGeom>
                <a:avLst/>
                <a:gdLst/>
                <a:ahLst/>
                <a:cxnLst/>
                <a:rect l="l" t="t" r="r" b="b"/>
                <a:pathLst>
                  <a:path w="41528" h="41529" extrusionOk="0">
                    <a:moveTo>
                      <a:pt x="41529" y="20765"/>
                    </a:moveTo>
                    <a:cubicBezTo>
                      <a:pt x="41529" y="32290"/>
                      <a:pt x="32195" y="41529"/>
                      <a:pt x="20764" y="41529"/>
                    </a:cubicBezTo>
                    <a:cubicBezTo>
                      <a:pt x="9335" y="41529"/>
                      <a:pt x="0" y="32194"/>
                      <a:pt x="0" y="20765"/>
                    </a:cubicBezTo>
                    <a:cubicBezTo>
                      <a:pt x="0" y="9334"/>
                      <a:pt x="9335" y="0"/>
                      <a:pt x="20764" y="0"/>
                    </a:cubicBezTo>
                    <a:cubicBezTo>
                      <a:pt x="32195" y="0"/>
                      <a:pt x="41529" y="9334"/>
                      <a:pt x="41529" y="20765"/>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55" name="Google Shape;1255;p38"/>
              <p:cNvSpPr/>
              <p:nvPr/>
            </p:nvSpPr>
            <p:spPr>
              <a:xfrm>
                <a:off x="7673721" y="1566576"/>
                <a:ext cx="41528" cy="41529"/>
              </a:xfrm>
              <a:custGeom>
                <a:avLst/>
                <a:gdLst/>
                <a:ahLst/>
                <a:cxnLst/>
                <a:rect l="l" t="t" r="r" b="b"/>
                <a:pathLst>
                  <a:path w="41528" h="41529" extrusionOk="0">
                    <a:moveTo>
                      <a:pt x="41529" y="20765"/>
                    </a:moveTo>
                    <a:cubicBezTo>
                      <a:pt x="41529" y="32290"/>
                      <a:pt x="32195" y="41529"/>
                      <a:pt x="20764" y="41529"/>
                    </a:cubicBezTo>
                    <a:cubicBezTo>
                      <a:pt x="9334" y="41529"/>
                      <a:pt x="0" y="32194"/>
                      <a:pt x="0" y="20765"/>
                    </a:cubicBezTo>
                    <a:cubicBezTo>
                      <a:pt x="0" y="9334"/>
                      <a:pt x="9334" y="0"/>
                      <a:pt x="20764" y="0"/>
                    </a:cubicBezTo>
                    <a:cubicBezTo>
                      <a:pt x="32195" y="0"/>
                      <a:pt x="41529" y="9334"/>
                      <a:pt x="41529" y="20765"/>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56" name="Google Shape;1256;p38"/>
              <p:cNvSpPr/>
              <p:nvPr/>
            </p:nvSpPr>
            <p:spPr>
              <a:xfrm>
                <a:off x="7612094" y="1566576"/>
                <a:ext cx="41529" cy="41529"/>
              </a:xfrm>
              <a:custGeom>
                <a:avLst/>
                <a:gdLst/>
                <a:ahLst/>
                <a:cxnLst/>
                <a:rect l="l" t="t" r="r" b="b"/>
                <a:pathLst>
                  <a:path w="41529" h="41529" extrusionOk="0">
                    <a:moveTo>
                      <a:pt x="41529" y="20765"/>
                    </a:moveTo>
                    <a:cubicBezTo>
                      <a:pt x="41529" y="32290"/>
                      <a:pt x="32195" y="41529"/>
                      <a:pt x="20764" y="41529"/>
                    </a:cubicBezTo>
                    <a:cubicBezTo>
                      <a:pt x="9335" y="41529"/>
                      <a:pt x="0" y="32194"/>
                      <a:pt x="0" y="20765"/>
                    </a:cubicBezTo>
                    <a:cubicBezTo>
                      <a:pt x="0" y="9334"/>
                      <a:pt x="9335" y="0"/>
                      <a:pt x="20764" y="0"/>
                    </a:cubicBezTo>
                    <a:cubicBezTo>
                      <a:pt x="32195" y="0"/>
                      <a:pt x="41529" y="9334"/>
                      <a:pt x="41529" y="2076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257" name="Google Shape;1257;p38"/>
          <p:cNvGrpSpPr/>
          <p:nvPr/>
        </p:nvGrpSpPr>
        <p:grpSpPr>
          <a:xfrm>
            <a:off x="7624772" y="1623323"/>
            <a:ext cx="299338" cy="313076"/>
            <a:chOff x="7420451" y="1639728"/>
            <a:chExt cx="359091" cy="375571"/>
          </a:xfrm>
        </p:grpSpPr>
        <p:sp>
          <p:nvSpPr>
            <p:cNvPr id="1258" name="Google Shape;1258;p38"/>
            <p:cNvSpPr/>
            <p:nvPr/>
          </p:nvSpPr>
          <p:spPr>
            <a:xfrm>
              <a:off x="7420451" y="1852041"/>
              <a:ext cx="357473" cy="163258"/>
            </a:xfrm>
            <a:custGeom>
              <a:avLst/>
              <a:gdLst/>
              <a:ahLst/>
              <a:cxnLst/>
              <a:rect l="l" t="t" r="r" b="b"/>
              <a:pathLst>
                <a:path w="357473" h="163258" extrusionOk="0">
                  <a:moveTo>
                    <a:pt x="40196" y="72962"/>
                  </a:moveTo>
                  <a:lnTo>
                    <a:pt x="0" y="72962"/>
                  </a:lnTo>
                  <a:lnTo>
                    <a:pt x="0" y="90297"/>
                  </a:lnTo>
                  <a:lnTo>
                    <a:pt x="40196" y="90297"/>
                  </a:lnTo>
                  <a:lnTo>
                    <a:pt x="40196" y="72962"/>
                  </a:lnTo>
                  <a:close/>
                  <a:moveTo>
                    <a:pt x="185166" y="126778"/>
                  </a:moveTo>
                  <a:lnTo>
                    <a:pt x="294894" y="126778"/>
                  </a:lnTo>
                  <a:lnTo>
                    <a:pt x="294894" y="109347"/>
                  </a:lnTo>
                  <a:lnTo>
                    <a:pt x="185166" y="109347"/>
                  </a:lnTo>
                  <a:lnTo>
                    <a:pt x="185166" y="126778"/>
                  </a:lnTo>
                  <a:close/>
                  <a:moveTo>
                    <a:pt x="294894" y="0"/>
                  </a:moveTo>
                  <a:lnTo>
                    <a:pt x="38291" y="0"/>
                  </a:lnTo>
                  <a:lnTo>
                    <a:pt x="38291" y="17335"/>
                  </a:lnTo>
                  <a:lnTo>
                    <a:pt x="294894" y="17335"/>
                  </a:lnTo>
                  <a:lnTo>
                    <a:pt x="294894" y="0"/>
                  </a:lnTo>
                  <a:close/>
                  <a:moveTo>
                    <a:pt x="0" y="163259"/>
                  </a:moveTo>
                  <a:lnTo>
                    <a:pt x="99632" y="163259"/>
                  </a:lnTo>
                  <a:lnTo>
                    <a:pt x="99632" y="145828"/>
                  </a:lnTo>
                  <a:lnTo>
                    <a:pt x="0" y="145828"/>
                  </a:lnTo>
                  <a:lnTo>
                    <a:pt x="0" y="163259"/>
                  </a:lnTo>
                  <a:close/>
                  <a:moveTo>
                    <a:pt x="76581" y="36481"/>
                  </a:moveTo>
                  <a:lnTo>
                    <a:pt x="0" y="36481"/>
                  </a:lnTo>
                  <a:lnTo>
                    <a:pt x="0" y="53816"/>
                  </a:lnTo>
                  <a:lnTo>
                    <a:pt x="76581" y="53816"/>
                  </a:lnTo>
                  <a:lnTo>
                    <a:pt x="76581" y="36481"/>
                  </a:lnTo>
                  <a:close/>
                  <a:moveTo>
                    <a:pt x="52483" y="90297"/>
                  </a:moveTo>
                  <a:lnTo>
                    <a:pt x="207836" y="90297"/>
                  </a:lnTo>
                  <a:lnTo>
                    <a:pt x="207836" y="72962"/>
                  </a:lnTo>
                  <a:lnTo>
                    <a:pt x="52483" y="72962"/>
                  </a:lnTo>
                  <a:lnTo>
                    <a:pt x="52483" y="90297"/>
                  </a:lnTo>
                  <a:close/>
                  <a:moveTo>
                    <a:pt x="164402" y="109347"/>
                  </a:moveTo>
                  <a:lnTo>
                    <a:pt x="0" y="109347"/>
                  </a:lnTo>
                  <a:lnTo>
                    <a:pt x="0" y="126778"/>
                  </a:lnTo>
                  <a:lnTo>
                    <a:pt x="164402" y="126778"/>
                  </a:lnTo>
                  <a:lnTo>
                    <a:pt x="164402" y="109347"/>
                  </a:lnTo>
                  <a:close/>
                  <a:moveTo>
                    <a:pt x="220218" y="90297"/>
                  </a:moveTo>
                  <a:lnTo>
                    <a:pt x="357378" y="90297"/>
                  </a:lnTo>
                  <a:lnTo>
                    <a:pt x="357378" y="72962"/>
                  </a:lnTo>
                  <a:lnTo>
                    <a:pt x="220218" y="72962"/>
                  </a:lnTo>
                  <a:lnTo>
                    <a:pt x="220218" y="90297"/>
                  </a:lnTo>
                  <a:close/>
                  <a:moveTo>
                    <a:pt x="97441" y="53816"/>
                  </a:moveTo>
                  <a:lnTo>
                    <a:pt x="357474" y="53816"/>
                  </a:lnTo>
                  <a:lnTo>
                    <a:pt x="357474" y="36481"/>
                  </a:lnTo>
                  <a:lnTo>
                    <a:pt x="97441" y="36481"/>
                  </a:lnTo>
                  <a:lnTo>
                    <a:pt x="97441" y="53816"/>
                  </a:lnTo>
                  <a:close/>
                  <a:moveTo>
                    <a:pt x="305371" y="0"/>
                  </a:moveTo>
                  <a:lnTo>
                    <a:pt x="305371" y="17335"/>
                  </a:lnTo>
                  <a:lnTo>
                    <a:pt x="357378" y="17335"/>
                  </a:lnTo>
                  <a:lnTo>
                    <a:pt x="357378" y="0"/>
                  </a:lnTo>
                  <a:lnTo>
                    <a:pt x="305371" y="0"/>
                  </a:lnTo>
                  <a:close/>
                  <a:moveTo>
                    <a:pt x="315659" y="126778"/>
                  </a:moveTo>
                  <a:lnTo>
                    <a:pt x="357378" y="126778"/>
                  </a:lnTo>
                  <a:lnTo>
                    <a:pt x="357378" y="109347"/>
                  </a:lnTo>
                  <a:lnTo>
                    <a:pt x="315659" y="109347"/>
                  </a:lnTo>
                  <a:lnTo>
                    <a:pt x="315659" y="126778"/>
                  </a:lnTo>
                  <a:close/>
                  <a:moveTo>
                    <a:pt x="120396" y="163259"/>
                  </a:moveTo>
                  <a:lnTo>
                    <a:pt x="222981" y="163259"/>
                  </a:lnTo>
                  <a:lnTo>
                    <a:pt x="222981" y="145828"/>
                  </a:lnTo>
                  <a:lnTo>
                    <a:pt x="120396" y="145828"/>
                  </a:lnTo>
                  <a:lnTo>
                    <a:pt x="120396" y="163259"/>
                  </a:lnTo>
                  <a:close/>
                  <a:moveTo>
                    <a:pt x="235363" y="163259"/>
                  </a:moveTo>
                  <a:lnTo>
                    <a:pt x="313563" y="163259"/>
                  </a:lnTo>
                  <a:lnTo>
                    <a:pt x="313563" y="145828"/>
                  </a:lnTo>
                  <a:lnTo>
                    <a:pt x="235363" y="145828"/>
                  </a:lnTo>
                  <a:lnTo>
                    <a:pt x="235363" y="163259"/>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59" name="Google Shape;1259;p38"/>
            <p:cNvSpPr/>
            <p:nvPr/>
          </p:nvSpPr>
          <p:spPr>
            <a:xfrm>
              <a:off x="7425594" y="1639728"/>
              <a:ext cx="353948" cy="180117"/>
            </a:xfrm>
            <a:custGeom>
              <a:avLst/>
              <a:gdLst/>
              <a:ahLst/>
              <a:cxnLst/>
              <a:rect l="l" t="t" r="r" b="b"/>
              <a:pathLst>
                <a:path w="353948" h="180117" extrusionOk="0">
                  <a:moveTo>
                    <a:pt x="0" y="0"/>
                  </a:moveTo>
                  <a:lnTo>
                    <a:pt x="353949" y="0"/>
                  </a:lnTo>
                  <a:lnTo>
                    <a:pt x="353949" y="180118"/>
                  </a:lnTo>
                  <a:lnTo>
                    <a:pt x="0" y="180118"/>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260" name="Google Shape;1260;p38"/>
          <p:cNvGrpSpPr/>
          <p:nvPr/>
        </p:nvGrpSpPr>
        <p:grpSpPr>
          <a:xfrm>
            <a:off x="8216550" y="1526835"/>
            <a:ext cx="396068" cy="717683"/>
            <a:chOff x="1945386" y="5582316"/>
            <a:chExt cx="470725" cy="852963"/>
          </a:xfrm>
        </p:grpSpPr>
        <p:grpSp>
          <p:nvGrpSpPr>
            <p:cNvPr id="1261" name="Google Shape;1261;p38"/>
            <p:cNvGrpSpPr/>
            <p:nvPr/>
          </p:nvGrpSpPr>
          <p:grpSpPr>
            <a:xfrm>
              <a:off x="1945386" y="5582316"/>
              <a:ext cx="470725" cy="852963"/>
              <a:chOff x="1945386" y="5582316"/>
              <a:chExt cx="470725" cy="852963"/>
            </a:xfrm>
          </p:grpSpPr>
          <p:sp>
            <p:nvSpPr>
              <p:cNvPr id="1262" name="Google Shape;1262;p38"/>
              <p:cNvSpPr/>
              <p:nvPr/>
            </p:nvSpPr>
            <p:spPr>
              <a:xfrm>
                <a:off x="1945386" y="5582316"/>
                <a:ext cx="470725" cy="852963"/>
              </a:xfrm>
              <a:custGeom>
                <a:avLst/>
                <a:gdLst/>
                <a:ahLst/>
                <a:cxnLst/>
                <a:rect l="l" t="t" r="r" b="b"/>
                <a:pathLst>
                  <a:path w="470725" h="852963" extrusionOk="0">
                    <a:moveTo>
                      <a:pt x="435388" y="0"/>
                    </a:moveTo>
                    <a:cubicBezTo>
                      <a:pt x="454904" y="0"/>
                      <a:pt x="470726" y="15821"/>
                      <a:pt x="470726" y="35338"/>
                    </a:cubicBezTo>
                    <a:lnTo>
                      <a:pt x="470726" y="817626"/>
                    </a:lnTo>
                    <a:cubicBezTo>
                      <a:pt x="470726" y="837143"/>
                      <a:pt x="454904" y="852964"/>
                      <a:pt x="435388" y="852964"/>
                    </a:cubicBezTo>
                    <a:lnTo>
                      <a:pt x="35338" y="852964"/>
                    </a:lnTo>
                    <a:cubicBezTo>
                      <a:pt x="15821" y="852964"/>
                      <a:pt x="0" y="837143"/>
                      <a:pt x="0" y="817626"/>
                    </a:cubicBezTo>
                    <a:lnTo>
                      <a:pt x="0" y="35338"/>
                    </a:lnTo>
                    <a:cubicBezTo>
                      <a:pt x="0" y="15822"/>
                      <a:pt x="15821" y="0"/>
                      <a:pt x="35338" y="0"/>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63" name="Google Shape;1263;p38"/>
              <p:cNvSpPr/>
              <p:nvPr/>
            </p:nvSpPr>
            <p:spPr>
              <a:xfrm>
                <a:off x="1965864" y="5625846"/>
                <a:ext cx="429577" cy="699420"/>
              </a:xfrm>
              <a:custGeom>
                <a:avLst/>
                <a:gdLst/>
                <a:ahLst/>
                <a:cxnLst/>
                <a:rect l="l" t="t" r="r" b="b"/>
                <a:pathLst>
                  <a:path w="429577" h="699420" extrusionOk="0">
                    <a:moveTo>
                      <a:pt x="0" y="0"/>
                    </a:moveTo>
                    <a:lnTo>
                      <a:pt x="429578" y="0"/>
                    </a:lnTo>
                    <a:lnTo>
                      <a:pt x="429578" y="699421"/>
                    </a:lnTo>
                    <a:lnTo>
                      <a:pt x="0" y="699421"/>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264" name="Google Shape;1264;p38"/>
            <p:cNvSpPr/>
            <p:nvPr/>
          </p:nvSpPr>
          <p:spPr>
            <a:xfrm>
              <a:off x="1986438" y="6371462"/>
              <a:ext cx="388334" cy="32194"/>
            </a:xfrm>
            <a:custGeom>
              <a:avLst/>
              <a:gdLst/>
              <a:ahLst/>
              <a:cxnLst/>
              <a:rect l="l" t="t" r="r" b="b"/>
              <a:pathLst>
                <a:path w="388334" h="32194" extrusionOk="0">
                  <a:moveTo>
                    <a:pt x="88011" y="0"/>
                  </a:moveTo>
                  <a:lnTo>
                    <a:pt x="16097" y="0"/>
                  </a:lnTo>
                  <a:cubicBezTo>
                    <a:pt x="7239" y="0"/>
                    <a:pt x="0" y="7239"/>
                    <a:pt x="0" y="16097"/>
                  </a:cubicBezTo>
                  <a:cubicBezTo>
                    <a:pt x="0" y="24955"/>
                    <a:pt x="7239" y="32195"/>
                    <a:pt x="16097" y="32195"/>
                  </a:cubicBezTo>
                  <a:lnTo>
                    <a:pt x="88011" y="32195"/>
                  </a:lnTo>
                  <a:cubicBezTo>
                    <a:pt x="96869" y="32195"/>
                    <a:pt x="104108" y="24955"/>
                    <a:pt x="104108" y="16097"/>
                  </a:cubicBezTo>
                  <a:cubicBezTo>
                    <a:pt x="104108" y="7239"/>
                    <a:pt x="96869" y="0"/>
                    <a:pt x="88011" y="0"/>
                  </a:cubicBezTo>
                  <a:close/>
                  <a:moveTo>
                    <a:pt x="230124" y="0"/>
                  </a:moveTo>
                  <a:lnTo>
                    <a:pt x="158210" y="0"/>
                  </a:lnTo>
                  <a:cubicBezTo>
                    <a:pt x="149352" y="0"/>
                    <a:pt x="142113" y="7239"/>
                    <a:pt x="142113" y="16097"/>
                  </a:cubicBezTo>
                  <a:cubicBezTo>
                    <a:pt x="142113" y="24955"/>
                    <a:pt x="149352" y="32195"/>
                    <a:pt x="158210" y="32195"/>
                  </a:cubicBezTo>
                  <a:lnTo>
                    <a:pt x="230124" y="32195"/>
                  </a:lnTo>
                  <a:cubicBezTo>
                    <a:pt x="238982" y="32195"/>
                    <a:pt x="246221" y="24955"/>
                    <a:pt x="246221" y="16097"/>
                  </a:cubicBezTo>
                  <a:cubicBezTo>
                    <a:pt x="246221" y="7239"/>
                    <a:pt x="238982" y="0"/>
                    <a:pt x="230124" y="0"/>
                  </a:cubicBezTo>
                  <a:close/>
                  <a:moveTo>
                    <a:pt x="372237" y="0"/>
                  </a:moveTo>
                  <a:lnTo>
                    <a:pt x="300323" y="0"/>
                  </a:lnTo>
                  <a:cubicBezTo>
                    <a:pt x="291465" y="0"/>
                    <a:pt x="284226" y="7239"/>
                    <a:pt x="284226" y="16097"/>
                  </a:cubicBezTo>
                  <a:cubicBezTo>
                    <a:pt x="284226" y="24955"/>
                    <a:pt x="291465" y="32195"/>
                    <a:pt x="300323" y="32195"/>
                  </a:cubicBezTo>
                  <a:lnTo>
                    <a:pt x="372237" y="32195"/>
                  </a:lnTo>
                  <a:cubicBezTo>
                    <a:pt x="381095" y="32195"/>
                    <a:pt x="388334" y="24955"/>
                    <a:pt x="388334" y="16097"/>
                  </a:cubicBezTo>
                  <a:cubicBezTo>
                    <a:pt x="388334" y="7239"/>
                    <a:pt x="381095" y="0"/>
                    <a:pt x="372237" y="0"/>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265" name="Google Shape;1265;p38"/>
          <p:cNvGrpSpPr/>
          <p:nvPr/>
        </p:nvGrpSpPr>
        <p:grpSpPr>
          <a:xfrm>
            <a:off x="7883601" y="539492"/>
            <a:ext cx="1061979" cy="558999"/>
            <a:chOff x="3859815" y="2867310"/>
            <a:chExt cx="1262157" cy="664368"/>
          </a:xfrm>
        </p:grpSpPr>
        <p:sp>
          <p:nvSpPr>
            <p:cNvPr id="1266" name="Google Shape;1266;p38"/>
            <p:cNvSpPr/>
            <p:nvPr/>
          </p:nvSpPr>
          <p:spPr>
            <a:xfrm>
              <a:off x="3859815" y="2867310"/>
              <a:ext cx="1262157" cy="664368"/>
            </a:xfrm>
            <a:custGeom>
              <a:avLst/>
              <a:gdLst/>
              <a:ahLst/>
              <a:cxnLst/>
              <a:rect l="l" t="t" r="r" b="b"/>
              <a:pathLst>
                <a:path w="1262157" h="664368" extrusionOk="0">
                  <a:moveTo>
                    <a:pt x="1102233" y="344424"/>
                  </a:moveTo>
                  <a:cubicBezTo>
                    <a:pt x="1090231" y="344424"/>
                    <a:pt x="1078611" y="345757"/>
                    <a:pt x="1067372" y="348234"/>
                  </a:cubicBezTo>
                  <a:cubicBezTo>
                    <a:pt x="1048131" y="223838"/>
                    <a:pt x="945166" y="127159"/>
                    <a:pt x="817816" y="117348"/>
                  </a:cubicBezTo>
                  <a:cubicBezTo>
                    <a:pt x="756856" y="45625"/>
                    <a:pt x="666083" y="0"/>
                    <a:pt x="564547" y="0"/>
                  </a:cubicBezTo>
                  <a:cubicBezTo>
                    <a:pt x="398526" y="0"/>
                    <a:pt x="260890" y="121825"/>
                    <a:pt x="236220" y="280988"/>
                  </a:cubicBezTo>
                  <a:cubicBezTo>
                    <a:pt x="222599" y="277939"/>
                    <a:pt x="208502" y="276320"/>
                    <a:pt x="194024" y="276320"/>
                  </a:cubicBezTo>
                  <a:cubicBezTo>
                    <a:pt x="86868" y="276320"/>
                    <a:pt x="0" y="363188"/>
                    <a:pt x="0" y="470345"/>
                  </a:cubicBezTo>
                  <a:cubicBezTo>
                    <a:pt x="0" y="577501"/>
                    <a:pt x="86868" y="664369"/>
                    <a:pt x="194024" y="664369"/>
                  </a:cubicBezTo>
                  <a:lnTo>
                    <a:pt x="1102138" y="664369"/>
                  </a:lnTo>
                  <a:cubicBezTo>
                    <a:pt x="1190530" y="664369"/>
                    <a:pt x="1262158" y="592741"/>
                    <a:pt x="1262158" y="504349"/>
                  </a:cubicBezTo>
                  <a:cubicBezTo>
                    <a:pt x="1262158" y="415957"/>
                    <a:pt x="1190530" y="344329"/>
                    <a:pt x="1102138" y="344329"/>
                  </a:cubicBezTo>
                  <a:close/>
                </a:path>
              </a:pathLst>
            </a:custGeom>
            <a:solidFill>
              <a:srgbClr val="42444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267" name="Google Shape;1267;p38"/>
            <p:cNvGrpSpPr/>
            <p:nvPr/>
          </p:nvGrpSpPr>
          <p:grpSpPr>
            <a:xfrm>
              <a:off x="4275677" y="3065525"/>
              <a:ext cx="334517" cy="380047"/>
              <a:chOff x="4275677" y="3065525"/>
              <a:chExt cx="334517" cy="380047"/>
            </a:xfrm>
          </p:grpSpPr>
          <p:grpSp>
            <p:nvGrpSpPr>
              <p:cNvPr id="1268" name="Google Shape;1268;p38"/>
              <p:cNvGrpSpPr/>
              <p:nvPr/>
            </p:nvGrpSpPr>
            <p:grpSpPr>
              <a:xfrm>
                <a:off x="4275677" y="3065525"/>
                <a:ext cx="334517" cy="380047"/>
                <a:chOff x="4275677" y="3065525"/>
                <a:chExt cx="334517" cy="380047"/>
              </a:xfrm>
            </p:grpSpPr>
            <p:grpSp>
              <p:nvGrpSpPr>
                <p:cNvPr id="1269" name="Google Shape;1269;p38"/>
                <p:cNvGrpSpPr/>
                <p:nvPr/>
              </p:nvGrpSpPr>
              <p:grpSpPr>
                <a:xfrm>
                  <a:off x="4275677" y="3301269"/>
                  <a:ext cx="334422" cy="144303"/>
                  <a:chOff x="4275677" y="3301269"/>
                  <a:chExt cx="334422" cy="144303"/>
                </a:xfrm>
              </p:grpSpPr>
              <p:sp>
                <p:nvSpPr>
                  <p:cNvPr id="1270" name="Google Shape;1270;p38"/>
                  <p:cNvSpPr/>
                  <p:nvPr/>
                </p:nvSpPr>
                <p:spPr>
                  <a:xfrm>
                    <a:off x="4275677" y="3331654"/>
                    <a:ext cx="334422" cy="113918"/>
                  </a:xfrm>
                  <a:custGeom>
                    <a:avLst/>
                    <a:gdLst/>
                    <a:ahLst/>
                    <a:cxnLst/>
                    <a:rect l="l" t="t" r="r" b="b"/>
                    <a:pathLst>
                      <a:path w="334422" h="113918" extrusionOk="0">
                        <a:moveTo>
                          <a:pt x="95" y="0"/>
                        </a:moveTo>
                        <a:lnTo>
                          <a:pt x="95" y="83534"/>
                        </a:lnTo>
                        <a:cubicBezTo>
                          <a:pt x="95" y="100298"/>
                          <a:pt x="74962" y="113919"/>
                          <a:pt x="167259" y="113919"/>
                        </a:cubicBezTo>
                        <a:cubicBezTo>
                          <a:pt x="259556" y="113919"/>
                          <a:pt x="334423" y="100298"/>
                          <a:pt x="334423" y="83534"/>
                        </a:cubicBezTo>
                        <a:lnTo>
                          <a:pt x="334423" y="0"/>
                        </a:lnTo>
                        <a:lnTo>
                          <a:pt x="0" y="0"/>
                        </a:lnTo>
                        <a:close/>
                      </a:path>
                    </a:pathLst>
                  </a:custGeom>
                  <a:solidFill>
                    <a:srgbClr val="CFD3D9"/>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71" name="Google Shape;1271;p38"/>
                  <p:cNvSpPr/>
                  <p:nvPr/>
                </p:nvSpPr>
                <p:spPr>
                  <a:xfrm>
                    <a:off x="4275772" y="3301269"/>
                    <a:ext cx="334327" cy="60769"/>
                  </a:xfrm>
                  <a:custGeom>
                    <a:avLst/>
                    <a:gdLst/>
                    <a:ahLst/>
                    <a:cxnLst/>
                    <a:rect l="l" t="t" r="r" b="b"/>
                    <a:pathLst>
                      <a:path w="334327" h="60769" extrusionOk="0">
                        <a:moveTo>
                          <a:pt x="334328" y="30385"/>
                        </a:moveTo>
                        <a:cubicBezTo>
                          <a:pt x="334328" y="47166"/>
                          <a:pt x="259486" y="60770"/>
                          <a:pt x="167164" y="60770"/>
                        </a:cubicBezTo>
                        <a:cubicBezTo>
                          <a:pt x="74842" y="60770"/>
                          <a:pt x="0" y="47166"/>
                          <a:pt x="0" y="30385"/>
                        </a:cubicBezTo>
                        <a:cubicBezTo>
                          <a:pt x="0" y="13604"/>
                          <a:pt x="74842" y="0"/>
                          <a:pt x="167164" y="0"/>
                        </a:cubicBezTo>
                        <a:cubicBezTo>
                          <a:pt x="259486" y="0"/>
                          <a:pt x="334328" y="13604"/>
                          <a:pt x="334328" y="30385"/>
                        </a:cubicBezTo>
                        <a:close/>
                      </a:path>
                    </a:pathLst>
                  </a:custGeom>
                  <a:solidFill>
                    <a:srgbClr val="E6EAF0"/>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272" name="Google Shape;1272;p38"/>
                <p:cNvGrpSpPr/>
                <p:nvPr/>
              </p:nvGrpSpPr>
              <p:grpSpPr>
                <a:xfrm>
                  <a:off x="4275677" y="3183350"/>
                  <a:ext cx="334422" cy="144302"/>
                  <a:chOff x="4275677" y="3183350"/>
                  <a:chExt cx="334422" cy="144302"/>
                </a:xfrm>
              </p:grpSpPr>
              <p:sp>
                <p:nvSpPr>
                  <p:cNvPr id="1273" name="Google Shape;1273;p38"/>
                  <p:cNvSpPr/>
                  <p:nvPr/>
                </p:nvSpPr>
                <p:spPr>
                  <a:xfrm>
                    <a:off x="4275677" y="3213734"/>
                    <a:ext cx="334422" cy="113918"/>
                  </a:xfrm>
                  <a:custGeom>
                    <a:avLst/>
                    <a:gdLst/>
                    <a:ahLst/>
                    <a:cxnLst/>
                    <a:rect l="l" t="t" r="r" b="b"/>
                    <a:pathLst>
                      <a:path w="334422" h="113918" extrusionOk="0">
                        <a:moveTo>
                          <a:pt x="95" y="0"/>
                        </a:moveTo>
                        <a:lnTo>
                          <a:pt x="95" y="83534"/>
                        </a:lnTo>
                        <a:cubicBezTo>
                          <a:pt x="95" y="100298"/>
                          <a:pt x="74962" y="113919"/>
                          <a:pt x="167259" y="113919"/>
                        </a:cubicBezTo>
                        <a:cubicBezTo>
                          <a:pt x="259556" y="113919"/>
                          <a:pt x="334423" y="100298"/>
                          <a:pt x="334423" y="83534"/>
                        </a:cubicBezTo>
                        <a:lnTo>
                          <a:pt x="334423" y="0"/>
                        </a:lnTo>
                        <a:lnTo>
                          <a:pt x="0" y="0"/>
                        </a:lnTo>
                        <a:close/>
                      </a:path>
                    </a:pathLst>
                  </a:custGeom>
                  <a:solidFill>
                    <a:srgbClr val="CFD3D9"/>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74" name="Google Shape;1274;p38"/>
                  <p:cNvSpPr/>
                  <p:nvPr/>
                </p:nvSpPr>
                <p:spPr>
                  <a:xfrm>
                    <a:off x="4275772" y="3183350"/>
                    <a:ext cx="334327" cy="60769"/>
                  </a:xfrm>
                  <a:custGeom>
                    <a:avLst/>
                    <a:gdLst/>
                    <a:ahLst/>
                    <a:cxnLst/>
                    <a:rect l="l" t="t" r="r" b="b"/>
                    <a:pathLst>
                      <a:path w="334327" h="60769" extrusionOk="0">
                        <a:moveTo>
                          <a:pt x="334328" y="30385"/>
                        </a:moveTo>
                        <a:cubicBezTo>
                          <a:pt x="334328" y="47166"/>
                          <a:pt x="259486" y="60769"/>
                          <a:pt x="167164" y="60769"/>
                        </a:cubicBezTo>
                        <a:cubicBezTo>
                          <a:pt x="74842" y="60769"/>
                          <a:pt x="0" y="47166"/>
                          <a:pt x="0" y="30385"/>
                        </a:cubicBezTo>
                        <a:cubicBezTo>
                          <a:pt x="0" y="13604"/>
                          <a:pt x="74842" y="0"/>
                          <a:pt x="167164" y="0"/>
                        </a:cubicBezTo>
                        <a:cubicBezTo>
                          <a:pt x="259486" y="0"/>
                          <a:pt x="334328" y="13604"/>
                          <a:pt x="334328" y="30385"/>
                        </a:cubicBezTo>
                        <a:close/>
                      </a:path>
                    </a:pathLst>
                  </a:custGeom>
                  <a:solidFill>
                    <a:srgbClr val="E6EAF0"/>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275" name="Google Shape;1275;p38"/>
                <p:cNvGrpSpPr/>
                <p:nvPr/>
              </p:nvGrpSpPr>
              <p:grpSpPr>
                <a:xfrm>
                  <a:off x="4275677" y="3065525"/>
                  <a:ext cx="334517" cy="144303"/>
                  <a:chOff x="4275677" y="3065525"/>
                  <a:chExt cx="334517" cy="144303"/>
                </a:xfrm>
              </p:grpSpPr>
              <p:sp>
                <p:nvSpPr>
                  <p:cNvPr id="1276" name="Google Shape;1276;p38"/>
                  <p:cNvSpPr/>
                  <p:nvPr/>
                </p:nvSpPr>
                <p:spPr>
                  <a:xfrm>
                    <a:off x="4275677" y="3095910"/>
                    <a:ext cx="334422" cy="113918"/>
                  </a:xfrm>
                  <a:custGeom>
                    <a:avLst/>
                    <a:gdLst/>
                    <a:ahLst/>
                    <a:cxnLst/>
                    <a:rect l="l" t="t" r="r" b="b"/>
                    <a:pathLst>
                      <a:path w="334422" h="113918" extrusionOk="0">
                        <a:moveTo>
                          <a:pt x="95" y="0"/>
                        </a:moveTo>
                        <a:lnTo>
                          <a:pt x="95" y="83534"/>
                        </a:lnTo>
                        <a:cubicBezTo>
                          <a:pt x="95" y="100298"/>
                          <a:pt x="74962" y="113919"/>
                          <a:pt x="167259" y="113919"/>
                        </a:cubicBezTo>
                        <a:cubicBezTo>
                          <a:pt x="259556" y="113919"/>
                          <a:pt x="334423" y="100298"/>
                          <a:pt x="334423" y="83534"/>
                        </a:cubicBezTo>
                        <a:lnTo>
                          <a:pt x="334423" y="0"/>
                        </a:lnTo>
                        <a:lnTo>
                          <a:pt x="0" y="0"/>
                        </a:lnTo>
                        <a:close/>
                      </a:path>
                    </a:pathLst>
                  </a:custGeom>
                  <a:solidFill>
                    <a:srgbClr val="CFD3D9"/>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77" name="Google Shape;1277;p38"/>
                  <p:cNvSpPr/>
                  <p:nvPr/>
                </p:nvSpPr>
                <p:spPr>
                  <a:xfrm>
                    <a:off x="4275867" y="3065525"/>
                    <a:ext cx="334327" cy="60769"/>
                  </a:xfrm>
                  <a:custGeom>
                    <a:avLst/>
                    <a:gdLst/>
                    <a:ahLst/>
                    <a:cxnLst/>
                    <a:rect l="l" t="t" r="r" b="b"/>
                    <a:pathLst>
                      <a:path w="334327" h="60769" extrusionOk="0">
                        <a:moveTo>
                          <a:pt x="334328" y="30385"/>
                        </a:moveTo>
                        <a:cubicBezTo>
                          <a:pt x="334328" y="47149"/>
                          <a:pt x="259461" y="60770"/>
                          <a:pt x="167164" y="60770"/>
                        </a:cubicBezTo>
                        <a:cubicBezTo>
                          <a:pt x="74866" y="60770"/>
                          <a:pt x="0" y="47149"/>
                          <a:pt x="0" y="30385"/>
                        </a:cubicBezTo>
                        <a:cubicBezTo>
                          <a:pt x="0" y="13621"/>
                          <a:pt x="74866" y="0"/>
                          <a:pt x="167164" y="0"/>
                        </a:cubicBezTo>
                        <a:cubicBezTo>
                          <a:pt x="259461" y="0"/>
                          <a:pt x="334328" y="13621"/>
                          <a:pt x="334328" y="30385"/>
                        </a:cubicBezTo>
                        <a:close/>
                      </a:path>
                    </a:pathLst>
                  </a:custGeom>
                  <a:solidFill>
                    <a:srgbClr val="E6EAF0"/>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sp>
            <p:nvSpPr>
              <p:cNvPr id="1278" name="Google Shape;1278;p38"/>
              <p:cNvSpPr/>
              <p:nvPr/>
            </p:nvSpPr>
            <p:spPr>
              <a:xfrm>
                <a:off x="4529994" y="3140487"/>
                <a:ext cx="38100" cy="38100"/>
              </a:xfrm>
              <a:custGeom>
                <a:avLst/>
                <a:gdLst/>
                <a:ahLst/>
                <a:cxnLst/>
                <a:rect l="l" t="t" r="r" b="b"/>
                <a:pathLst>
                  <a:path w="38100" h="38100" extrusionOk="0">
                    <a:moveTo>
                      <a:pt x="38100" y="19050"/>
                    </a:moveTo>
                    <a:cubicBezTo>
                      <a:pt x="38100" y="29623"/>
                      <a:pt x="29528" y="38100"/>
                      <a:pt x="19050" y="38100"/>
                    </a:cubicBezTo>
                    <a:cubicBezTo>
                      <a:pt x="8572" y="38100"/>
                      <a:pt x="0" y="29528"/>
                      <a:pt x="0" y="19050"/>
                    </a:cubicBezTo>
                    <a:cubicBezTo>
                      <a:pt x="0" y="8572"/>
                      <a:pt x="8572" y="0"/>
                      <a:pt x="19050" y="0"/>
                    </a:cubicBezTo>
                    <a:cubicBezTo>
                      <a:pt x="29528" y="0"/>
                      <a:pt x="38100" y="8572"/>
                      <a:pt x="38100" y="19050"/>
                    </a:cubicBezTo>
                    <a:close/>
                  </a:path>
                </a:pathLst>
              </a:custGeom>
              <a:solidFill>
                <a:srgbClr val="55C0ED"/>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79" name="Google Shape;1279;p38"/>
              <p:cNvSpPr/>
              <p:nvPr/>
            </p:nvSpPr>
            <p:spPr>
              <a:xfrm>
                <a:off x="4529994" y="3256216"/>
                <a:ext cx="38100" cy="38100"/>
              </a:xfrm>
              <a:custGeom>
                <a:avLst/>
                <a:gdLst/>
                <a:ahLst/>
                <a:cxnLst/>
                <a:rect l="l" t="t" r="r" b="b"/>
                <a:pathLst>
                  <a:path w="38100" h="38100" extrusionOk="0">
                    <a:moveTo>
                      <a:pt x="38100" y="19050"/>
                    </a:moveTo>
                    <a:cubicBezTo>
                      <a:pt x="38100" y="29623"/>
                      <a:pt x="29528" y="38100"/>
                      <a:pt x="19050" y="38100"/>
                    </a:cubicBezTo>
                    <a:cubicBezTo>
                      <a:pt x="8572" y="38100"/>
                      <a:pt x="0" y="29528"/>
                      <a:pt x="0" y="19050"/>
                    </a:cubicBezTo>
                    <a:cubicBezTo>
                      <a:pt x="0" y="8573"/>
                      <a:pt x="8572" y="0"/>
                      <a:pt x="19050" y="0"/>
                    </a:cubicBezTo>
                    <a:cubicBezTo>
                      <a:pt x="29528" y="0"/>
                      <a:pt x="38100" y="8573"/>
                      <a:pt x="38100" y="19050"/>
                    </a:cubicBezTo>
                    <a:close/>
                  </a:path>
                </a:pathLst>
              </a:custGeom>
              <a:solidFill>
                <a:srgbClr val="E6EAF0"/>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80" name="Google Shape;1280;p38"/>
              <p:cNvSpPr/>
              <p:nvPr/>
            </p:nvSpPr>
            <p:spPr>
              <a:xfrm>
                <a:off x="4529994" y="3377088"/>
                <a:ext cx="38100" cy="38100"/>
              </a:xfrm>
              <a:custGeom>
                <a:avLst/>
                <a:gdLst/>
                <a:ahLst/>
                <a:cxnLst/>
                <a:rect l="l" t="t" r="r" b="b"/>
                <a:pathLst>
                  <a:path w="38100" h="38100" extrusionOk="0">
                    <a:moveTo>
                      <a:pt x="38100" y="19050"/>
                    </a:moveTo>
                    <a:cubicBezTo>
                      <a:pt x="38100" y="29623"/>
                      <a:pt x="29528" y="38100"/>
                      <a:pt x="19050" y="38100"/>
                    </a:cubicBezTo>
                    <a:cubicBezTo>
                      <a:pt x="8572" y="38100"/>
                      <a:pt x="0" y="29528"/>
                      <a:pt x="0" y="19050"/>
                    </a:cubicBezTo>
                    <a:cubicBezTo>
                      <a:pt x="0" y="8573"/>
                      <a:pt x="8572" y="0"/>
                      <a:pt x="19050" y="0"/>
                    </a:cubicBezTo>
                    <a:cubicBezTo>
                      <a:pt x="29528" y="0"/>
                      <a:pt x="38100" y="8573"/>
                      <a:pt x="38100" y="19050"/>
                    </a:cubicBezTo>
                    <a:close/>
                  </a:path>
                </a:pathLst>
              </a:custGeom>
              <a:solidFill>
                <a:srgbClr val="E6EAF0"/>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281" name="Google Shape;1281;p38"/>
          <p:cNvGrpSpPr/>
          <p:nvPr/>
        </p:nvGrpSpPr>
        <p:grpSpPr>
          <a:xfrm>
            <a:off x="8377144" y="1093568"/>
            <a:ext cx="33124" cy="442802"/>
            <a:chOff x="10809827" y="4402455"/>
            <a:chExt cx="24764" cy="330993"/>
          </a:xfrm>
        </p:grpSpPr>
        <p:sp>
          <p:nvSpPr>
            <p:cNvPr id="1282" name="Google Shape;1282;p38"/>
            <p:cNvSpPr/>
            <p:nvPr/>
          </p:nvSpPr>
          <p:spPr>
            <a:xfrm>
              <a:off x="10822209" y="4414266"/>
              <a:ext cx="9525" cy="307467"/>
            </a:xfrm>
            <a:custGeom>
              <a:avLst/>
              <a:gdLst/>
              <a:ahLst/>
              <a:cxnLst/>
              <a:rect l="l" t="t" r="r" b="b"/>
              <a:pathLst>
                <a:path w="9525" h="307467" extrusionOk="0">
                  <a:moveTo>
                    <a:pt x="-1" y="307467"/>
                  </a:moveTo>
                  <a:lnTo>
                    <a:pt x="-1" y="0"/>
                  </a:lnTo>
                </a:path>
              </a:pathLst>
            </a:custGeom>
            <a:solidFill>
              <a:schemeClr val="accent4"/>
            </a:solidFill>
            <a:ln w="10950" cap="flat" cmpd="sng">
              <a:solidFill>
                <a:schemeClr val="accent4"/>
              </a:solidFill>
              <a:prstDash val="dashDot"/>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83" name="Google Shape;1283;p38"/>
            <p:cNvSpPr/>
            <p:nvPr/>
          </p:nvSpPr>
          <p:spPr>
            <a:xfrm>
              <a:off x="10809827" y="4708683"/>
              <a:ext cx="24764" cy="24765"/>
            </a:xfrm>
            <a:custGeom>
              <a:avLst/>
              <a:gdLst/>
              <a:ahLst/>
              <a:cxnLst/>
              <a:rect l="l" t="t" r="r" b="b"/>
              <a:pathLst>
                <a:path w="24764" h="24765" extrusionOk="0">
                  <a:moveTo>
                    <a:pt x="24765" y="12382"/>
                  </a:moveTo>
                  <a:cubicBezTo>
                    <a:pt x="24765" y="19240"/>
                    <a:pt x="19241" y="24765"/>
                    <a:pt x="12382" y="24765"/>
                  </a:cubicBezTo>
                  <a:cubicBezTo>
                    <a:pt x="5524" y="24765"/>
                    <a:pt x="0" y="19240"/>
                    <a:pt x="0" y="12382"/>
                  </a:cubicBezTo>
                  <a:cubicBezTo>
                    <a:pt x="0" y="5524"/>
                    <a:pt x="5524" y="0"/>
                    <a:pt x="12382" y="0"/>
                  </a:cubicBezTo>
                  <a:cubicBezTo>
                    <a:pt x="19241" y="0"/>
                    <a:pt x="24765" y="5524"/>
                    <a:pt x="24765" y="12382"/>
                  </a:cubicBez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84" name="Google Shape;1284;p38"/>
            <p:cNvSpPr/>
            <p:nvPr/>
          </p:nvSpPr>
          <p:spPr>
            <a:xfrm>
              <a:off x="10809827" y="4402455"/>
              <a:ext cx="24764" cy="24764"/>
            </a:xfrm>
            <a:custGeom>
              <a:avLst/>
              <a:gdLst/>
              <a:ahLst/>
              <a:cxnLst/>
              <a:rect l="l" t="t" r="r" b="b"/>
              <a:pathLst>
                <a:path w="24764" h="24764" extrusionOk="0">
                  <a:moveTo>
                    <a:pt x="24765" y="12382"/>
                  </a:moveTo>
                  <a:cubicBezTo>
                    <a:pt x="24765" y="5524"/>
                    <a:pt x="19241" y="0"/>
                    <a:pt x="12382" y="0"/>
                  </a:cubicBezTo>
                  <a:cubicBezTo>
                    <a:pt x="5524" y="0"/>
                    <a:pt x="0" y="5524"/>
                    <a:pt x="0" y="12382"/>
                  </a:cubicBezTo>
                  <a:cubicBezTo>
                    <a:pt x="0" y="19240"/>
                    <a:pt x="5524" y="24765"/>
                    <a:pt x="12382" y="24765"/>
                  </a:cubicBezTo>
                  <a:cubicBezTo>
                    <a:pt x="19241" y="24765"/>
                    <a:pt x="24765" y="19240"/>
                    <a:pt x="24765" y="12382"/>
                  </a:cubicBez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285" name="Google Shape;1285;p38"/>
          <p:cNvGrpSpPr/>
          <p:nvPr/>
        </p:nvGrpSpPr>
        <p:grpSpPr>
          <a:xfrm rot="-5400000">
            <a:off x="8079918" y="1536387"/>
            <a:ext cx="18197" cy="243247"/>
            <a:chOff x="10809827" y="4402455"/>
            <a:chExt cx="24764" cy="330993"/>
          </a:xfrm>
        </p:grpSpPr>
        <p:sp>
          <p:nvSpPr>
            <p:cNvPr id="1286" name="Google Shape;1286;p38"/>
            <p:cNvSpPr/>
            <p:nvPr/>
          </p:nvSpPr>
          <p:spPr>
            <a:xfrm>
              <a:off x="10822209" y="4414266"/>
              <a:ext cx="9525" cy="307467"/>
            </a:xfrm>
            <a:custGeom>
              <a:avLst/>
              <a:gdLst/>
              <a:ahLst/>
              <a:cxnLst/>
              <a:rect l="l" t="t" r="r" b="b"/>
              <a:pathLst>
                <a:path w="9525" h="307467" extrusionOk="0">
                  <a:moveTo>
                    <a:pt x="-1" y="307467"/>
                  </a:moveTo>
                  <a:lnTo>
                    <a:pt x="-1" y="0"/>
                  </a:lnTo>
                </a:path>
              </a:pathLst>
            </a:custGeom>
            <a:solidFill>
              <a:schemeClr val="accent4"/>
            </a:solidFill>
            <a:ln w="10950" cap="flat" cmpd="sng">
              <a:solidFill>
                <a:schemeClr val="accent4"/>
              </a:solidFill>
              <a:prstDash val="dashDot"/>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87" name="Google Shape;1287;p38"/>
            <p:cNvSpPr/>
            <p:nvPr/>
          </p:nvSpPr>
          <p:spPr>
            <a:xfrm>
              <a:off x="10809827" y="4708683"/>
              <a:ext cx="24764" cy="24765"/>
            </a:xfrm>
            <a:custGeom>
              <a:avLst/>
              <a:gdLst/>
              <a:ahLst/>
              <a:cxnLst/>
              <a:rect l="l" t="t" r="r" b="b"/>
              <a:pathLst>
                <a:path w="24764" h="24765" extrusionOk="0">
                  <a:moveTo>
                    <a:pt x="24765" y="12382"/>
                  </a:moveTo>
                  <a:cubicBezTo>
                    <a:pt x="24765" y="19240"/>
                    <a:pt x="19241" y="24765"/>
                    <a:pt x="12382" y="24765"/>
                  </a:cubicBezTo>
                  <a:cubicBezTo>
                    <a:pt x="5524" y="24765"/>
                    <a:pt x="0" y="19240"/>
                    <a:pt x="0" y="12382"/>
                  </a:cubicBezTo>
                  <a:cubicBezTo>
                    <a:pt x="0" y="5524"/>
                    <a:pt x="5524" y="0"/>
                    <a:pt x="12382" y="0"/>
                  </a:cubicBezTo>
                  <a:cubicBezTo>
                    <a:pt x="19241" y="0"/>
                    <a:pt x="24765" y="5524"/>
                    <a:pt x="24765" y="12382"/>
                  </a:cubicBez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88" name="Google Shape;1288;p38"/>
            <p:cNvSpPr/>
            <p:nvPr/>
          </p:nvSpPr>
          <p:spPr>
            <a:xfrm>
              <a:off x="10809827" y="4402455"/>
              <a:ext cx="24764" cy="24764"/>
            </a:xfrm>
            <a:custGeom>
              <a:avLst/>
              <a:gdLst/>
              <a:ahLst/>
              <a:cxnLst/>
              <a:rect l="l" t="t" r="r" b="b"/>
              <a:pathLst>
                <a:path w="24764" h="24764" extrusionOk="0">
                  <a:moveTo>
                    <a:pt x="24765" y="12382"/>
                  </a:moveTo>
                  <a:cubicBezTo>
                    <a:pt x="24765" y="5524"/>
                    <a:pt x="19241" y="0"/>
                    <a:pt x="12382" y="0"/>
                  </a:cubicBezTo>
                  <a:cubicBezTo>
                    <a:pt x="5524" y="0"/>
                    <a:pt x="0" y="5524"/>
                    <a:pt x="0" y="12382"/>
                  </a:cubicBezTo>
                  <a:cubicBezTo>
                    <a:pt x="0" y="19240"/>
                    <a:pt x="5524" y="24765"/>
                    <a:pt x="12382" y="24765"/>
                  </a:cubicBezTo>
                  <a:cubicBezTo>
                    <a:pt x="19241" y="24765"/>
                    <a:pt x="24765" y="19240"/>
                    <a:pt x="24765" y="12382"/>
                  </a:cubicBez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cxnSp>
        <p:nvCxnSpPr>
          <p:cNvPr id="1289" name="Google Shape;1289;p38"/>
          <p:cNvCxnSpPr>
            <a:stCxn id="1175" idx="0"/>
            <a:endCxn id="1176" idx="0"/>
          </p:cNvCxnSpPr>
          <p:nvPr/>
        </p:nvCxnSpPr>
        <p:spPr>
          <a:xfrm rot="-5400000" flipH="1">
            <a:off x="4578618" y="-3176937"/>
            <a:ext cx="600" cy="7629300"/>
          </a:xfrm>
          <a:prstGeom prst="bentConnector3">
            <a:avLst>
              <a:gd name="adj1" fmla="val -73522917"/>
            </a:avLst>
          </a:prstGeom>
          <a:noFill/>
          <a:ln w="19050" cap="flat" cmpd="sng">
            <a:solidFill>
              <a:schemeClr val="accent4"/>
            </a:solidFill>
            <a:prstDash val="dashDot"/>
            <a:round/>
            <a:headEnd type="oval" w="med" len="med"/>
            <a:tailEnd type="oval" w="med" len="med"/>
          </a:ln>
        </p:spPr>
      </p:cxn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293"/>
        <p:cNvGrpSpPr/>
        <p:nvPr/>
      </p:nvGrpSpPr>
      <p:grpSpPr>
        <a:xfrm>
          <a:off x="0" y="0"/>
          <a:ext cx="0" cy="0"/>
          <a:chOff x="0" y="0"/>
          <a:chExt cx="0" cy="0"/>
        </a:xfrm>
      </p:grpSpPr>
      <p:sp>
        <p:nvSpPr>
          <p:cNvPr id="1294" name="Google Shape;1294;p39"/>
          <p:cNvSpPr txBox="1">
            <a:spLocks noGrp="1"/>
          </p:cNvSpPr>
          <p:nvPr>
            <p:ph type="title"/>
          </p:nvPr>
        </p:nvSpPr>
        <p:spPr>
          <a:xfrm>
            <a:off x="713225" y="1477363"/>
            <a:ext cx="6576000" cy="1526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4,498,300,000</a:t>
            </a:r>
            <a:endParaRPr/>
          </a:p>
        </p:txBody>
      </p:sp>
      <p:sp>
        <p:nvSpPr>
          <p:cNvPr id="1295" name="Google Shape;1295;p39"/>
          <p:cNvSpPr txBox="1">
            <a:spLocks noGrp="1"/>
          </p:cNvSpPr>
          <p:nvPr>
            <p:ph type="subTitle" idx="1"/>
          </p:nvPr>
        </p:nvSpPr>
        <p:spPr>
          <a:xfrm>
            <a:off x="713225" y="3169038"/>
            <a:ext cx="6576000" cy="497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Number of users analyzed in our market research</a:t>
            </a:r>
            <a:endParaRPr/>
          </a:p>
        </p:txBody>
      </p:sp>
      <p:grpSp>
        <p:nvGrpSpPr>
          <p:cNvPr id="1296" name="Google Shape;1296;p39"/>
          <p:cNvGrpSpPr/>
          <p:nvPr/>
        </p:nvGrpSpPr>
        <p:grpSpPr>
          <a:xfrm>
            <a:off x="254436" y="628824"/>
            <a:ext cx="917374" cy="683570"/>
            <a:chOff x="1914620" y="1930431"/>
            <a:chExt cx="572929" cy="426911"/>
          </a:xfrm>
        </p:grpSpPr>
        <p:grpSp>
          <p:nvGrpSpPr>
            <p:cNvPr id="1297" name="Google Shape;1297;p39"/>
            <p:cNvGrpSpPr/>
            <p:nvPr/>
          </p:nvGrpSpPr>
          <p:grpSpPr>
            <a:xfrm>
              <a:off x="1914620" y="1930431"/>
              <a:ext cx="572929" cy="426911"/>
              <a:chOff x="1914620" y="1930431"/>
              <a:chExt cx="572929" cy="426911"/>
            </a:xfrm>
          </p:grpSpPr>
          <p:sp>
            <p:nvSpPr>
              <p:cNvPr id="1298" name="Google Shape;1298;p39"/>
              <p:cNvSpPr/>
              <p:nvPr/>
            </p:nvSpPr>
            <p:spPr>
              <a:xfrm>
                <a:off x="2042160" y="1930431"/>
                <a:ext cx="445389" cy="299466"/>
              </a:xfrm>
              <a:custGeom>
                <a:avLst/>
                <a:gdLst/>
                <a:ahLst/>
                <a:cxnLst/>
                <a:rect l="l" t="t" r="r" b="b"/>
                <a:pathLst>
                  <a:path w="445389" h="299466" extrusionOk="0">
                    <a:moveTo>
                      <a:pt x="139065" y="7620"/>
                    </a:moveTo>
                    <a:lnTo>
                      <a:pt x="173355" y="41910"/>
                    </a:lnTo>
                    <a:cubicBezTo>
                      <a:pt x="178308" y="46863"/>
                      <a:pt x="185071" y="49721"/>
                      <a:pt x="192119" y="49721"/>
                    </a:cubicBezTo>
                    <a:lnTo>
                      <a:pt x="418910" y="49721"/>
                    </a:lnTo>
                    <a:cubicBezTo>
                      <a:pt x="433578" y="49721"/>
                      <a:pt x="445389" y="61627"/>
                      <a:pt x="445389" y="76200"/>
                    </a:cubicBezTo>
                    <a:lnTo>
                      <a:pt x="445389" y="272987"/>
                    </a:lnTo>
                    <a:cubicBezTo>
                      <a:pt x="445389" y="287655"/>
                      <a:pt x="433483" y="299466"/>
                      <a:pt x="418910" y="299466"/>
                    </a:cubicBezTo>
                    <a:lnTo>
                      <a:pt x="26479" y="299466"/>
                    </a:lnTo>
                    <a:cubicBezTo>
                      <a:pt x="11811" y="299466"/>
                      <a:pt x="0" y="287560"/>
                      <a:pt x="0" y="272987"/>
                    </a:cubicBezTo>
                    <a:lnTo>
                      <a:pt x="0" y="26479"/>
                    </a:lnTo>
                    <a:cubicBezTo>
                      <a:pt x="0" y="11811"/>
                      <a:pt x="11906" y="0"/>
                      <a:pt x="26479" y="0"/>
                    </a:cubicBezTo>
                    <a:lnTo>
                      <a:pt x="120396" y="0"/>
                    </a:lnTo>
                    <a:cubicBezTo>
                      <a:pt x="127444" y="0"/>
                      <a:pt x="134207" y="2762"/>
                      <a:pt x="139160" y="7715"/>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99" name="Google Shape;1299;p39"/>
              <p:cNvSpPr/>
              <p:nvPr/>
            </p:nvSpPr>
            <p:spPr>
              <a:xfrm>
                <a:off x="1978342" y="1994058"/>
                <a:ext cx="445389" cy="299465"/>
              </a:xfrm>
              <a:custGeom>
                <a:avLst/>
                <a:gdLst/>
                <a:ahLst/>
                <a:cxnLst/>
                <a:rect l="l" t="t" r="r" b="b"/>
                <a:pathLst>
                  <a:path w="445389" h="299465" extrusionOk="0">
                    <a:moveTo>
                      <a:pt x="139065" y="7715"/>
                    </a:moveTo>
                    <a:lnTo>
                      <a:pt x="173355" y="42005"/>
                    </a:lnTo>
                    <a:cubicBezTo>
                      <a:pt x="178308" y="46958"/>
                      <a:pt x="185071" y="49721"/>
                      <a:pt x="192119" y="49721"/>
                    </a:cubicBezTo>
                    <a:lnTo>
                      <a:pt x="418909" y="49721"/>
                    </a:lnTo>
                    <a:cubicBezTo>
                      <a:pt x="433578" y="49721"/>
                      <a:pt x="445389" y="61627"/>
                      <a:pt x="445389" y="76200"/>
                    </a:cubicBezTo>
                    <a:lnTo>
                      <a:pt x="445389" y="272986"/>
                    </a:lnTo>
                    <a:cubicBezTo>
                      <a:pt x="445389" y="287655"/>
                      <a:pt x="433483" y="299466"/>
                      <a:pt x="418909" y="299466"/>
                    </a:cubicBezTo>
                    <a:lnTo>
                      <a:pt x="26480" y="299466"/>
                    </a:lnTo>
                    <a:cubicBezTo>
                      <a:pt x="11811" y="299466"/>
                      <a:pt x="0" y="287560"/>
                      <a:pt x="0" y="272986"/>
                    </a:cubicBezTo>
                    <a:lnTo>
                      <a:pt x="0" y="26479"/>
                    </a:lnTo>
                    <a:cubicBezTo>
                      <a:pt x="0" y="11811"/>
                      <a:pt x="11906" y="0"/>
                      <a:pt x="26480" y="0"/>
                    </a:cubicBezTo>
                    <a:lnTo>
                      <a:pt x="120396" y="0"/>
                    </a:lnTo>
                    <a:cubicBezTo>
                      <a:pt x="127445" y="0"/>
                      <a:pt x="134207" y="2762"/>
                      <a:pt x="139160" y="7715"/>
                    </a:cubicBez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00" name="Google Shape;1300;p39"/>
              <p:cNvSpPr/>
              <p:nvPr/>
            </p:nvSpPr>
            <p:spPr>
              <a:xfrm>
                <a:off x="1914620" y="2057876"/>
                <a:ext cx="445389" cy="299466"/>
              </a:xfrm>
              <a:custGeom>
                <a:avLst/>
                <a:gdLst/>
                <a:ahLst/>
                <a:cxnLst/>
                <a:rect l="l" t="t" r="r" b="b"/>
                <a:pathLst>
                  <a:path w="445389" h="299466" extrusionOk="0">
                    <a:moveTo>
                      <a:pt x="139065" y="7715"/>
                    </a:moveTo>
                    <a:lnTo>
                      <a:pt x="173355" y="42005"/>
                    </a:lnTo>
                    <a:cubicBezTo>
                      <a:pt x="178308" y="46958"/>
                      <a:pt x="185071" y="49721"/>
                      <a:pt x="192119" y="49721"/>
                    </a:cubicBezTo>
                    <a:lnTo>
                      <a:pt x="418909" y="49721"/>
                    </a:lnTo>
                    <a:cubicBezTo>
                      <a:pt x="433578" y="49721"/>
                      <a:pt x="445389" y="61627"/>
                      <a:pt x="445389" y="76200"/>
                    </a:cubicBezTo>
                    <a:lnTo>
                      <a:pt x="445389" y="272987"/>
                    </a:lnTo>
                    <a:cubicBezTo>
                      <a:pt x="445389" y="287655"/>
                      <a:pt x="433483" y="299466"/>
                      <a:pt x="418909" y="299466"/>
                    </a:cubicBezTo>
                    <a:lnTo>
                      <a:pt x="26479" y="299466"/>
                    </a:lnTo>
                    <a:cubicBezTo>
                      <a:pt x="11811" y="299466"/>
                      <a:pt x="0" y="287560"/>
                      <a:pt x="0" y="272987"/>
                    </a:cubicBezTo>
                    <a:lnTo>
                      <a:pt x="0" y="26479"/>
                    </a:lnTo>
                    <a:cubicBezTo>
                      <a:pt x="0" y="11811"/>
                      <a:pt x="11906" y="0"/>
                      <a:pt x="26479" y="0"/>
                    </a:cubicBezTo>
                    <a:lnTo>
                      <a:pt x="120396" y="0"/>
                    </a:lnTo>
                    <a:cubicBezTo>
                      <a:pt x="127444" y="0"/>
                      <a:pt x="134207" y="2762"/>
                      <a:pt x="139160" y="7715"/>
                    </a:cubicBezTo>
                    <a:close/>
                  </a:path>
                </a:pathLst>
              </a:custGeom>
              <a:solidFill>
                <a:schemeClr val="accent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301" name="Google Shape;1301;p39"/>
            <p:cNvSpPr/>
            <p:nvPr/>
          </p:nvSpPr>
          <p:spPr>
            <a:xfrm>
              <a:off x="2024157" y="2180272"/>
              <a:ext cx="222980" cy="101917"/>
            </a:xfrm>
            <a:custGeom>
              <a:avLst/>
              <a:gdLst/>
              <a:ahLst/>
              <a:cxnLst/>
              <a:rect l="l" t="t" r="r" b="b"/>
              <a:pathLst>
                <a:path w="222980" h="101917" extrusionOk="0">
                  <a:moveTo>
                    <a:pt x="25051" y="45529"/>
                  </a:moveTo>
                  <a:lnTo>
                    <a:pt x="0" y="45529"/>
                  </a:lnTo>
                  <a:lnTo>
                    <a:pt x="0" y="56388"/>
                  </a:lnTo>
                  <a:lnTo>
                    <a:pt x="25051" y="56388"/>
                  </a:lnTo>
                  <a:lnTo>
                    <a:pt x="25051" y="45529"/>
                  </a:lnTo>
                  <a:close/>
                  <a:moveTo>
                    <a:pt x="115538" y="79153"/>
                  </a:moveTo>
                  <a:lnTo>
                    <a:pt x="184023" y="79153"/>
                  </a:lnTo>
                  <a:lnTo>
                    <a:pt x="184023" y="68294"/>
                  </a:lnTo>
                  <a:lnTo>
                    <a:pt x="115538" y="68294"/>
                  </a:lnTo>
                  <a:lnTo>
                    <a:pt x="115538" y="79153"/>
                  </a:lnTo>
                  <a:close/>
                  <a:moveTo>
                    <a:pt x="32766" y="56388"/>
                  </a:moveTo>
                  <a:lnTo>
                    <a:pt x="129730" y="56388"/>
                  </a:lnTo>
                  <a:lnTo>
                    <a:pt x="129730" y="45529"/>
                  </a:lnTo>
                  <a:lnTo>
                    <a:pt x="32766" y="45529"/>
                  </a:lnTo>
                  <a:lnTo>
                    <a:pt x="32766" y="56388"/>
                  </a:lnTo>
                  <a:close/>
                  <a:moveTo>
                    <a:pt x="184023" y="0"/>
                  </a:moveTo>
                  <a:lnTo>
                    <a:pt x="23908" y="0"/>
                  </a:lnTo>
                  <a:lnTo>
                    <a:pt x="23908" y="10858"/>
                  </a:lnTo>
                  <a:lnTo>
                    <a:pt x="184023" y="10858"/>
                  </a:lnTo>
                  <a:lnTo>
                    <a:pt x="184023" y="0"/>
                  </a:lnTo>
                  <a:close/>
                  <a:moveTo>
                    <a:pt x="47815" y="22765"/>
                  </a:moveTo>
                  <a:lnTo>
                    <a:pt x="0" y="22765"/>
                  </a:lnTo>
                  <a:lnTo>
                    <a:pt x="0" y="33623"/>
                  </a:lnTo>
                  <a:lnTo>
                    <a:pt x="47815" y="33623"/>
                  </a:lnTo>
                  <a:lnTo>
                    <a:pt x="47815" y="22765"/>
                  </a:lnTo>
                  <a:close/>
                  <a:moveTo>
                    <a:pt x="102584" y="68294"/>
                  </a:moveTo>
                  <a:lnTo>
                    <a:pt x="0" y="68294"/>
                  </a:lnTo>
                  <a:lnTo>
                    <a:pt x="0" y="79153"/>
                  </a:lnTo>
                  <a:lnTo>
                    <a:pt x="102584" y="79153"/>
                  </a:lnTo>
                  <a:lnTo>
                    <a:pt x="102584" y="68294"/>
                  </a:lnTo>
                  <a:close/>
                  <a:moveTo>
                    <a:pt x="146875" y="101918"/>
                  </a:moveTo>
                  <a:lnTo>
                    <a:pt x="195644" y="101918"/>
                  </a:lnTo>
                  <a:lnTo>
                    <a:pt x="195644" y="91059"/>
                  </a:lnTo>
                  <a:lnTo>
                    <a:pt x="146875" y="91059"/>
                  </a:lnTo>
                  <a:lnTo>
                    <a:pt x="146875" y="101918"/>
                  </a:lnTo>
                  <a:close/>
                  <a:moveTo>
                    <a:pt x="0" y="101918"/>
                  </a:moveTo>
                  <a:lnTo>
                    <a:pt x="62198" y="101918"/>
                  </a:lnTo>
                  <a:lnTo>
                    <a:pt x="62198" y="91059"/>
                  </a:lnTo>
                  <a:lnTo>
                    <a:pt x="0" y="91059"/>
                  </a:lnTo>
                  <a:lnTo>
                    <a:pt x="0" y="101918"/>
                  </a:lnTo>
                  <a:close/>
                  <a:moveTo>
                    <a:pt x="60769" y="33623"/>
                  </a:moveTo>
                  <a:lnTo>
                    <a:pt x="222980" y="33623"/>
                  </a:lnTo>
                  <a:lnTo>
                    <a:pt x="222980" y="22765"/>
                  </a:lnTo>
                  <a:lnTo>
                    <a:pt x="60769" y="22765"/>
                  </a:lnTo>
                  <a:lnTo>
                    <a:pt x="60769" y="33623"/>
                  </a:lnTo>
                  <a:close/>
                  <a:moveTo>
                    <a:pt x="190500" y="0"/>
                  </a:moveTo>
                  <a:lnTo>
                    <a:pt x="190500" y="10858"/>
                  </a:lnTo>
                  <a:lnTo>
                    <a:pt x="222980" y="10858"/>
                  </a:lnTo>
                  <a:lnTo>
                    <a:pt x="222980" y="0"/>
                  </a:lnTo>
                  <a:lnTo>
                    <a:pt x="190500" y="0"/>
                  </a:lnTo>
                  <a:close/>
                  <a:moveTo>
                    <a:pt x="137350" y="56388"/>
                  </a:moveTo>
                  <a:lnTo>
                    <a:pt x="222980" y="56388"/>
                  </a:lnTo>
                  <a:lnTo>
                    <a:pt x="222980" y="45529"/>
                  </a:lnTo>
                  <a:lnTo>
                    <a:pt x="137350" y="45529"/>
                  </a:lnTo>
                  <a:lnTo>
                    <a:pt x="137350" y="56388"/>
                  </a:lnTo>
                  <a:close/>
                  <a:moveTo>
                    <a:pt x="196882" y="79153"/>
                  </a:moveTo>
                  <a:lnTo>
                    <a:pt x="222885" y="79153"/>
                  </a:lnTo>
                  <a:lnTo>
                    <a:pt x="222885" y="68294"/>
                  </a:lnTo>
                  <a:lnTo>
                    <a:pt x="196882" y="68294"/>
                  </a:lnTo>
                  <a:lnTo>
                    <a:pt x="196882" y="79153"/>
                  </a:lnTo>
                  <a:close/>
                  <a:moveTo>
                    <a:pt x="75057" y="101918"/>
                  </a:moveTo>
                  <a:lnTo>
                    <a:pt x="139065" y="101918"/>
                  </a:lnTo>
                  <a:lnTo>
                    <a:pt x="139065" y="91059"/>
                  </a:lnTo>
                  <a:lnTo>
                    <a:pt x="75057" y="91059"/>
                  </a:lnTo>
                  <a:lnTo>
                    <a:pt x="75057" y="101918"/>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305"/>
        <p:cNvGrpSpPr/>
        <p:nvPr/>
      </p:nvGrpSpPr>
      <p:grpSpPr>
        <a:xfrm>
          <a:off x="0" y="0"/>
          <a:ext cx="0" cy="0"/>
          <a:chOff x="0" y="0"/>
          <a:chExt cx="0" cy="0"/>
        </a:xfrm>
      </p:grpSpPr>
      <p:sp>
        <p:nvSpPr>
          <p:cNvPr id="1306" name="Google Shape;1306;p4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Revenue by quarter</a:t>
            </a:r>
            <a:endParaRPr/>
          </a:p>
        </p:txBody>
      </p:sp>
      <p:sp>
        <p:nvSpPr>
          <p:cNvPr id="1307" name="Google Shape;1307;p40"/>
          <p:cNvSpPr txBox="1">
            <a:spLocks noGrp="1"/>
          </p:cNvSpPr>
          <p:nvPr>
            <p:ph type="title" idx="4294967295"/>
          </p:nvPr>
        </p:nvSpPr>
        <p:spPr>
          <a:xfrm>
            <a:off x="6570563" y="3610636"/>
            <a:ext cx="1673100" cy="358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t>Q4</a:t>
            </a:r>
            <a:endParaRPr sz="2400"/>
          </a:p>
        </p:txBody>
      </p:sp>
      <p:sp>
        <p:nvSpPr>
          <p:cNvPr id="1308" name="Google Shape;1308;p40"/>
          <p:cNvSpPr txBox="1">
            <a:spLocks noGrp="1"/>
          </p:cNvSpPr>
          <p:nvPr>
            <p:ph type="subTitle" idx="4294967295"/>
          </p:nvPr>
        </p:nvSpPr>
        <p:spPr>
          <a:xfrm>
            <a:off x="6570563" y="3911600"/>
            <a:ext cx="1673100" cy="3588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a:t>October - December</a:t>
            </a:r>
            <a:endParaRPr/>
          </a:p>
        </p:txBody>
      </p:sp>
      <p:sp>
        <p:nvSpPr>
          <p:cNvPr id="1309" name="Google Shape;1309;p40"/>
          <p:cNvSpPr txBox="1">
            <a:spLocks noGrp="1"/>
          </p:cNvSpPr>
          <p:nvPr>
            <p:ph type="title" idx="4294967295"/>
          </p:nvPr>
        </p:nvSpPr>
        <p:spPr>
          <a:xfrm>
            <a:off x="6570563" y="2856307"/>
            <a:ext cx="1673100" cy="358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t>Q3</a:t>
            </a:r>
            <a:endParaRPr sz="2400"/>
          </a:p>
        </p:txBody>
      </p:sp>
      <p:sp>
        <p:nvSpPr>
          <p:cNvPr id="1310" name="Google Shape;1310;p40"/>
          <p:cNvSpPr txBox="1">
            <a:spLocks noGrp="1"/>
          </p:cNvSpPr>
          <p:nvPr>
            <p:ph type="subTitle" idx="4294967295"/>
          </p:nvPr>
        </p:nvSpPr>
        <p:spPr>
          <a:xfrm>
            <a:off x="6570563" y="3157271"/>
            <a:ext cx="1673100" cy="3588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a:t>July - September</a:t>
            </a:r>
            <a:endParaRPr/>
          </a:p>
        </p:txBody>
      </p:sp>
      <p:sp>
        <p:nvSpPr>
          <p:cNvPr id="1311" name="Google Shape;1311;p40"/>
          <p:cNvSpPr txBox="1">
            <a:spLocks noGrp="1"/>
          </p:cNvSpPr>
          <p:nvPr>
            <p:ph type="title" idx="4294967295"/>
          </p:nvPr>
        </p:nvSpPr>
        <p:spPr>
          <a:xfrm>
            <a:off x="6570563" y="2101979"/>
            <a:ext cx="1673100" cy="358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t>Q2</a:t>
            </a:r>
            <a:endParaRPr sz="2400"/>
          </a:p>
        </p:txBody>
      </p:sp>
      <p:sp>
        <p:nvSpPr>
          <p:cNvPr id="1312" name="Google Shape;1312;p40"/>
          <p:cNvSpPr txBox="1">
            <a:spLocks noGrp="1"/>
          </p:cNvSpPr>
          <p:nvPr>
            <p:ph type="subTitle" idx="4294967295"/>
          </p:nvPr>
        </p:nvSpPr>
        <p:spPr>
          <a:xfrm>
            <a:off x="6570563" y="2402943"/>
            <a:ext cx="1673100" cy="3588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a:t>April - June</a:t>
            </a:r>
            <a:endParaRPr/>
          </a:p>
        </p:txBody>
      </p:sp>
      <p:sp>
        <p:nvSpPr>
          <p:cNvPr id="1313" name="Google Shape;1313;p40"/>
          <p:cNvSpPr txBox="1">
            <a:spLocks noGrp="1"/>
          </p:cNvSpPr>
          <p:nvPr>
            <p:ph type="title" idx="4294967295"/>
          </p:nvPr>
        </p:nvSpPr>
        <p:spPr>
          <a:xfrm>
            <a:off x="6570563" y="1347650"/>
            <a:ext cx="1673100" cy="358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t>Q1</a:t>
            </a:r>
            <a:endParaRPr sz="2400"/>
          </a:p>
        </p:txBody>
      </p:sp>
      <p:sp>
        <p:nvSpPr>
          <p:cNvPr id="1314" name="Google Shape;1314;p40"/>
          <p:cNvSpPr txBox="1">
            <a:spLocks noGrp="1"/>
          </p:cNvSpPr>
          <p:nvPr>
            <p:ph type="subTitle" idx="4294967295"/>
          </p:nvPr>
        </p:nvSpPr>
        <p:spPr>
          <a:xfrm>
            <a:off x="6570563" y="1648614"/>
            <a:ext cx="1673100" cy="3588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a:t>January - March</a:t>
            </a:r>
            <a:endParaRPr/>
          </a:p>
        </p:txBody>
      </p:sp>
      <p:sp>
        <p:nvSpPr>
          <p:cNvPr id="1315" name="Google Shape;1315;p40"/>
          <p:cNvSpPr/>
          <p:nvPr/>
        </p:nvSpPr>
        <p:spPr>
          <a:xfrm>
            <a:off x="6346063" y="1312325"/>
            <a:ext cx="183300" cy="1833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 name="Google Shape;1316;p40"/>
          <p:cNvSpPr/>
          <p:nvPr/>
        </p:nvSpPr>
        <p:spPr>
          <a:xfrm>
            <a:off x="6346063" y="2067250"/>
            <a:ext cx="183300" cy="183300"/>
          </a:xfrm>
          <a:prstGeom prst="rect">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 name="Google Shape;1317;p40"/>
          <p:cNvSpPr/>
          <p:nvPr/>
        </p:nvSpPr>
        <p:spPr>
          <a:xfrm>
            <a:off x="6346063" y="2822175"/>
            <a:ext cx="183300" cy="1833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 name="Google Shape;1318;p40"/>
          <p:cNvSpPr/>
          <p:nvPr/>
        </p:nvSpPr>
        <p:spPr>
          <a:xfrm>
            <a:off x="6346063" y="3577100"/>
            <a:ext cx="183300" cy="183300"/>
          </a:xfrm>
          <a:prstGeom prst="rect">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 name="Google Shape;1319;p40"/>
          <p:cNvSpPr txBox="1"/>
          <p:nvPr/>
        </p:nvSpPr>
        <p:spPr>
          <a:xfrm>
            <a:off x="981900" y="4435100"/>
            <a:ext cx="7180200" cy="214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latin typeface="Open Sans"/>
                <a:ea typeface="Open Sans"/>
                <a:cs typeface="Open Sans"/>
                <a:sym typeface="Open Sans"/>
              </a:rPr>
              <a:t>Follow the link in the graph to modify its data and then paste the new one here. </a:t>
            </a:r>
            <a:r>
              <a:rPr lang="en" sz="1000" b="1" u="sng">
                <a:solidFill>
                  <a:schemeClr val="dk1"/>
                </a:solidFill>
                <a:latin typeface="Open Sans"/>
                <a:ea typeface="Open Sans"/>
                <a:cs typeface="Open Sans"/>
                <a:sym typeface="Open Sans"/>
                <a:hlinkClick r:id="rId3">
                  <a:extLst>
                    <a:ext uri="{A12FA001-AC4F-418D-AE19-62706E023703}">
                      <ahyp:hlinkClr xmlns:ahyp="http://schemas.microsoft.com/office/drawing/2018/hyperlinkcolor" val="tx"/>
                    </a:ext>
                  </a:extLst>
                </a:hlinkClick>
              </a:rPr>
              <a:t>For more info, click here</a:t>
            </a:r>
            <a:endParaRPr sz="1000" b="1">
              <a:solidFill>
                <a:schemeClr val="dk1"/>
              </a:solidFill>
              <a:latin typeface="Open Sans"/>
              <a:ea typeface="Open Sans"/>
              <a:cs typeface="Open Sans"/>
              <a:sym typeface="Open Sans"/>
            </a:endParaRPr>
          </a:p>
        </p:txBody>
      </p:sp>
      <p:pic>
        <p:nvPicPr>
          <p:cNvPr id="1320" name="Google Shape;1320;p40" title="Chart">
            <a:hlinkClick r:id="rId4"/>
          </p:cNvPr>
          <p:cNvPicPr preferRelativeResize="0"/>
          <p:nvPr/>
        </p:nvPicPr>
        <p:blipFill>
          <a:blip r:embed="rId5">
            <a:alphaModFix/>
          </a:blip>
          <a:stretch>
            <a:fillRect/>
          </a:stretch>
        </p:blipFill>
        <p:spPr>
          <a:xfrm>
            <a:off x="720000" y="1180958"/>
            <a:ext cx="5033856" cy="3112575"/>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324"/>
        <p:cNvGrpSpPr/>
        <p:nvPr/>
      </p:nvGrpSpPr>
      <p:grpSpPr>
        <a:xfrm>
          <a:off x="0" y="0"/>
          <a:ext cx="0" cy="0"/>
          <a:chOff x="0" y="0"/>
          <a:chExt cx="0" cy="0"/>
        </a:xfrm>
      </p:grpSpPr>
      <p:sp>
        <p:nvSpPr>
          <p:cNvPr id="1325" name="Google Shape;1325;p4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Competition comparison</a:t>
            </a:r>
            <a:endParaRPr/>
          </a:p>
        </p:txBody>
      </p:sp>
      <p:graphicFrame>
        <p:nvGraphicFramePr>
          <p:cNvPr id="1326" name="Google Shape;1326;p41"/>
          <p:cNvGraphicFramePr/>
          <p:nvPr/>
        </p:nvGraphicFramePr>
        <p:xfrm>
          <a:off x="719963" y="1177334"/>
          <a:ext cx="7703825" cy="3290075"/>
        </p:xfrm>
        <a:graphic>
          <a:graphicData uri="http://schemas.openxmlformats.org/drawingml/2006/table">
            <a:tbl>
              <a:tblPr>
                <a:noFill/>
                <a:tableStyleId>{08535B50-5E39-4E54-B0A7-2BF578302548}</a:tableStyleId>
              </a:tblPr>
              <a:tblGrid>
                <a:gridCol w="953550">
                  <a:extLst>
                    <a:ext uri="{9D8B030D-6E8A-4147-A177-3AD203B41FA5}">
                      <a16:colId xmlns:a16="http://schemas.microsoft.com/office/drawing/2014/main" val="20000"/>
                    </a:ext>
                  </a:extLst>
                </a:gridCol>
                <a:gridCol w="1140150">
                  <a:extLst>
                    <a:ext uri="{9D8B030D-6E8A-4147-A177-3AD203B41FA5}">
                      <a16:colId xmlns:a16="http://schemas.microsoft.com/office/drawing/2014/main" val="20001"/>
                    </a:ext>
                  </a:extLst>
                </a:gridCol>
                <a:gridCol w="1122025">
                  <a:extLst>
                    <a:ext uri="{9D8B030D-6E8A-4147-A177-3AD203B41FA5}">
                      <a16:colId xmlns:a16="http://schemas.microsoft.com/office/drawing/2014/main" val="20002"/>
                    </a:ext>
                  </a:extLst>
                </a:gridCol>
                <a:gridCol w="1122025">
                  <a:extLst>
                    <a:ext uri="{9D8B030D-6E8A-4147-A177-3AD203B41FA5}">
                      <a16:colId xmlns:a16="http://schemas.microsoft.com/office/drawing/2014/main" val="20003"/>
                    </a:ext>
                  </a:extLst>
                </a:gridCol>
                <a:gridCol w="1122025">
                  <a:extLst>
                    <a:ext uri="{9D8B030D-6E8A-4147-A177-3AD203B41FA5}">
                      <a16:colId xmlns:a16="http://schemas.microsoft.com/office/drawing/2014/main" val="20004"/>
                    </a:ext>
                  </a:extLst>
                </a:gridCol>
                <a:gridCol w="1122025">
                  <a:extLst>
                    <a:ext uri="{9D8B030D-6E8A-4147-A177-3AD203B41FA5}">
                      <a16:colId xmlns:a16="http://schemas.microsoft.com/office/drawing/2014/main" val="20005"/>
                    </a:ext>
                  </a:extLst>
                </a:gridCol>
                <a:gridCol w="1122025">
                  <a:extLst>
                    <a:ext uri="{9D8B030D-6E8A-4147-A177-3AD203B41FA5}">
                      <a16:colId xmlns:a16="http://schemas.microsoft.com/office/drawing/2014/main" val="20006"/>
                    </a:ext>
                  </a:extLst>
                </a:gridCol>
              </a:tblGrid>
              <a:tr h="533125">
                <a:tc>
                  <a:txBody>
                    <a:bodyPr/>
                    <a:lstStyle/>
                    <a:p>
                      <a:pPr marL="0" lvl="0" indent="0" algn="l" rtl="0">
                        <a:spcBef>
                          <a:spcPts val="0"/>
                        </a:spcBef>
                        <a:spcAft>
                          <a:spcPts val="0"/>
                        </a:spcAft>
                        <a:buNone/>
                      </a:pPr>
                      <a:endParaRPr sz="1800" b="1">
                        <a:solidFill>
                          <a:schemeClr val="dk1"/>
                        </a:solidFill>
                        <a:latin typeface="Epilogue"/>
                        <a:ea typeface="Epilogue"/>
                        <a:cs typeface="Epilogue"/>
                        <a:sym typeface="Epilogue"/>
                      </a:endParaRPr>
                    </a:p>
                  </a:txBody>
                  <a:tcPr marL="45700" marR="45700" marT="45700" marB="45700" anchor="ctr">
                    <a:lnL w="9525" cap="flat" cmpd="sng">
                      <a:solidFill>
                        <a:schemeClr val="accent4">
                          <a:alpha val="0"/>
                        </a:schemeClr>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alpha val="0"/>
                        </a:schemeClr>
                      </a:solidFill>
                      <a:prstDash val="dashDot"/>
                      <a:round/>
                      <a:headEnd type="none" w="sm" len="sm"/>
                      <a:tailEnd type="none" w="sm" len="sm"/>
                    </a:lnT>
                    <a:lnB w="9525" cap="flat" cmpd="sng">
                      <a:solidFill>
                        <a:schemeClr val="accent4"/>
                      </a:solidFill>
                      <a:prstDash val="dashDot"/>
                      <a:round/>
                      <a:headEnd type="none" w="sm" len="sm"/>
                      <a:tailEnd type="none" w="sm" len="sm"/>
                    </a:lnB>
                  </a:tcPr>
                </a:tc>
                <a:tc>
                  <a:txBody>
                    <a:bodyPr/>
                    <a:lstStyle/>
                    <a:p>
                      <a:pPr marL="0" lvl="0" indent="0" algn="ctr" rtl="0">
                        <a:spcBef>
                          <a:spcPts val="0"/>
                        </a:spcBef>
                        <a:spcAft>
                          <a:spcPts val="0"/>
                        </a:spcAft>
                        <a:buNone/>
                      </a:pPr>
                      <a:r>
                        <a:rPr lang="en" sz="1200" b="1">
                          <a:solidFill>
                            <a:schemeClr val="dk1"/>
                          </a:solidFill>
                          <a:latin typeface="Epilogue"/>
                          <a:ea typeface="Epilogue"/>
                          <a:cs typeface="Epilogue"/>
                          <a:sym typeface="Epilogue"/>
                        </a:rPr>
                        <a:t>Features</a:t>
                      </a:r>
                      <a:endParaRPr sz="1200" b="1">
                        <a:solidFill>
                          <a:schemeClr val="dk1"/>
                        </a:solidFill>
                        <a:latin typeface="Epilogue"/>
                        <a:ea typeface="Epilogue"/>
                        <a:cs typeface="Epilogue"/>
                        <a:sym typeface="Epilogue"/>
                      </a:endParaRPr>
                    </a:p>
                  </a:txBody>
                  <a:tcPr marL="45700" marR="45700" marT="45700" marB="4570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solidFill>
                      <a:schemeClr val="dk2"/>
                    </a:solidFill>
                  </a:tcPr>
                </a:tc>
                <a:tc>
                  <a:txBody>
                    <a:bodyPr/>
                    <a:lstStyle/>
                    <a:p>
                      <a:pPr marL="0" lvl="0" indent="0" algn="ctr" rtl="0">
                        <a:spcBef>
                          <a:spcPts val="0"/>
                        </a:spcBef>
                        <a:spcAft>
                          <a:spcPts val="0"/>
                        </a:spcAft>
                        <a:buNone/>
                      </a:pPr>
                      <a:r>
                        <a:rPr lang="en" sz="1200" b="1">
                          <a:solidFill>
                            <a:schemeClr val="dk1"/>
                          </a:solidFill>
                          <a:latin typeface="Epilogue"/>
                          <a:ea typeface="Epilogue"/>
                          <a:cs typeface="Epilogue"/>
                          <a:sym typeface="Epilogue"/>
                        </a:rPr>
                        <a:t>Value</a:t>
                      </a:r>
                      <a:endParaRPr sz="1200" b="1">
                        <a:solidFill>
                          <a:schemeClr val="dk1"/>
                        </a:solidFill>
                        <a:latin typeface="Epilogue"/>
                        <a:ea typeface="Epilogue"/>
                        <a:cs typeface="Epilogue"/>
                        <a:sym typeface="Epilogue"/>
                      </a:endParaRPr>
                    </a:p>
                  </a:txBody>
                  <a:tcPr marL="45700" marR="45700" marT="45700" marB="4570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solidFill>
                      <a:schemeClr val="dk2"/>
                    </a:solidFill>
                  </a:tcPr>
                </a:tc>
                <a:tc>
                  <a:txBody>
                    <a:bodyPr/>
                    <a:lstStyle/>
                    <a:p>
                      <a:pPr marL="0" lvl="0" indent="0" algn="ctr" rtl="0">
                        <a:spcBef>
                          <a:spcPts val="0"/>
                        </a:spcBef>
                        <a:spcAft>
                          <a:spcPts val="0"/>
                        </a:spcAft>
                        <a:buClr>
                          <a:srgbClr val="000000"/>
                        </a:buClr>
                        <a:buSzPts val="1100"/>
                        <a:buFont typeface="Arial"/>
                        <a:buNone/>
                      </a:pPr>
                      <a:r>
                        <a:rPr lang="en" sz="1200" b="1">
                          <a:solidFill>
                            <a:schemeClr val="dk1"/>
                          </a:solidFill>
                          <a:latin typeface="Epilogue"/>
                          <a:ea typeface="Epilogue"/>
                          <a:cs typeface="Epilogue"/>
                          <a:sym typeface="Epilogue"/>
                        </a:rPr>
                        <a:t>Pricing</a:t>
                      </a:r>
                      <a:endParaRPr sz="1200" b="1">
                        <a:solidFill>
                          <a:schemeClr val="dk1"/>
                        </a:solidFill>
                        <a:latin typeface="Epilogue"/>
                        <a:ea typeface="Epilogue"/>
                        <a:cs typeface="Epilogue"/>
                        <a:sym typeface="Epilogue"/>
                      </a:endParaRPr>
                    </a:p>
                  </a:txBody>
                  <a:tcPr marL="45700" marR="45700" marT="45700" marB="4570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solidFill>
                      <a:schemeClr val="dk2"/>
                    </a:solidFill>
                  </a:tcPr>
                </a:tc>
                <a:tc>
                  <a:txBody>
                    <a:bodyPr/>
                    <a:lstStyle/>
                    <a:p>
                      <a:pPr marL="0" lvl="0" indent="0" algn="ctr" rtl="0">
                        <a:spcBef>
                          <a:spcPts val="0"/>
                        </a:spcBef>
                        <a:spcAft>
                          <a:spcPts val="0"/>
                        </a:spcAft>
                        <a:buNone/>
                      </a:pPr>
                      <a:r>
                        <a:rPr lang="en" sz="1200" b="1">
                          <a:solidFill>
                            <a:schemeClr val="dk1"/>
                          </a:solidFill>
                          <a:latin typeface="Epilogue"/>
                          <a:ea typeface="Epilogue"/>
                          <a:cs typeface="Epilogue"/>
                          <a:sym typeface="Epilogue"/>
                        </a:rPr>
                        <a:t>Trial</a:t>
                      </a:r>
                      <a:endParaRPr sz="1200" b="1">
                        <a:solidFill>
                          <a:schemeClr val="dk1"/>
                        </a:solidFill>
                        <a:latin typeface="Epilogue"/>
                        <a:ea typeface="Epilogue"/>
                        <a:cs typeface="Epilogue"/>
                        <a:sym typeface="Epilogue"/>
                      </a:endParaRPr>
                    </a:p>
                  </a:txBody>
                  <a:tcPr marL="45700" marR="45700" marT="45700" marB="4570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solidFill>
                      <a:schemeClr val="dk2"/>
                    </a:solidFill>
                  </a:tcPr>
                </a:tc>
                <a:tc>
                  <a:txBody>
                    <a:bodyPr/>
                    <a:lstStyle/>
                    <a:p>
                      <a:pPr marL="0" lvl="0" indent="0" algn="ctr" rtl="0">
                        <a:spcBef>
                          <a:spcPts val="0"/>
                        </a:spcBef>
                        <a:spcAft>
                          <a:spcPts val="0"/>
                        </a:spcAft>
                        <a:buNone/>
                      </a:pPr>
                      <a:r>
                        <a:rPr lang="en" sz="1200" b="1">
                          <a:solidFill>
                            <a:schemeClr val="dk1"/>
                          </a:solidFill>
                          <a:latin typeface="Epilogue"/>
                          <a:ea typeface="Epilogue"/>
                          <a:cs typeface="Epilogue"/>
                          <a:sym typeface="Epilogue"/>
                        </a:rPr>
                        <a:t>Competence</a:t>
                      </a:r>
                      <a:endParaRPr sz="1200" b="1">
                        <a:solidFill>
                          <a:schemeClr val="dk1"/>
                        </a:solidFill>
                        <a:latin typeface="Epilogue"/>
                        <a:ea typeface="Epilogue"/>
                        <a:cs typeface="Epilogue"/>
                        <a:sym typeface="Epilogue"/>
                      </a:endParaRPr>
                    </a:p>
                  </a:txBody>
                  <a:tcPr marL="45700" marR="45700" marT="45700" marB="4570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solidFill>
                      <a:schemeClr val="dk2"/>
                    </a:solidFill>
                  </a:tcPr>
                </a:tc>
                <a:tc>
                  <a:txBody>
                    <a:bodyPr/>
                    <a:lstStyle/>
                    <a:p>
                      <a:pPr marL="0" lvl="0" indent="0" algn="ctr" rtl="0">
                        <a:spcBef>
                          <a:spcPts val="0"/>
                        </a:spcBef>
                        <a:spcAft>
                          <a:spcPts val="0"/>
                        </a:spcAft>
                        <a:buNone/>
                      </a:pPr>
                      <a:r>
                        <a:rPr lang="en" sz="1200" b="1">
                          <a:solidFill>
                            <a:schemeClr val="dk1"/>
                          </a:solidFill>
                          <a:latin typeface="Epilogue"/>
                          <a:ea typeface="Epilogue"/>
                          <a:cs typeface="Epilogue"/>
                          <a:sym typeface="Epilogue"/>
                        </a:rPr>
                        <a:t>Share</a:t>
                      </a:r>
                      <a:endParaRPr sz="1200" b="1">
                        <a:solidFill>
                          <a:schemeClr val="dk1"/>
                        </a:solidFill>
                        <a:latin typeface="Epilogue"/>
                        <a:ea typeface="Epilogue"/>
                        <a:cs typeface="Epilogue"/>
                        <a:sym typeface="Epilogue"/>
                      </a:endParaRPr>
                    </a:p>
                  </a:txBody>
                  <a:tcPr marL="45700" marR="45700" marT="45700" marB="4570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solidFill>
                      <a:schemeClr val="dk2"/>
                    </a:solidFill>
                  </a:tcPr>
                </a:tc>
                <a:extLst>
                  <a:ext uri="{0D108BD9-81ED-4DB2-BD59-A6C34878D82A}">
                    <a16:rowId xmlns:a16="http://schemas.microsoft.com/office/drawing/2014/main" val="10000"/>
                  </a:ext>
                </a:extLst>
              </a:tr>
              <a:tr h="393850">
                <a:tc>
                  <a:txBody>
                    <a:bodyPr/>
                    <a:lstStyle/>
                    <a:p>
                      <a:pPr marL="0" lvl="0" indent="0" algn="l" rtl="0">
                        <a:spcBef>
                          <a:spcPts val="0"/>
                        </a:spcBef>
                        <a:spcAft>
                          <a:spcPts val="0"/>
                        </a:spcAft>
                        <a:buNone/>
                      </a:pPr>
                      <a:r>
                        <a:rPr lang="en" sz="1100" b="1">
                          <a:solidFill>
                            <a:schemeClr val="dk1"/>
                          </a:solidFill>
                          <a:latin typeface="Epilogue"/>
                          <a:ea typeface="Epilogue"/>
                          <a:cs typeface="Epilogue"/>
                          <a:sym typeface="Epilogue"/>
                        </a:rPr>
                        <a:t>Company A</a:t>
                      </a:r>
                      <a:endParaRPr sz="1100" b="1">
                        <a:solidFill>
                          <a:schemeClr val="dk1"/>
                        </a:solidFill>
                        <a:latin typeface="Epilogue"/>
                        <a:ea typeface="Epilogue"/>
                        <a:cs typeface="Epilogue"/>
                        <a:sym typeface="Epilogue"/>
                      </a:endParaRPr>
                    </a:p>
                  </a:txBody>
                  <a:tcPr marL="45700" marR="45700" marT="45700" marB="4570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Lato"/>
                          <a:ea typeface="Lato"/>
                          <a:cs typeface="Lato"/>
                          <a:sym typeface="Lato"/>
                        </a:rPr>
                        <a:t>Fuel economy</a:t>
                      </a:r>
                      <a:endParaRPr sz="1100">
                        <a:solidFill>
                          <a:schemeClr val="dk1"/>
                        </a:solidFill>
                        <a:latin typeface="Lato"/>
                        <a:ea typeface="Lato"/>
                        <a:cs typeface="Lato"/>
                        <a:sym typeface="Lato"/>
                      </a:endParaRPr>
                    </a:p>
                  </a:txBody>
                  <a:tcPr marL="45700" marR="45700" marT="45700" marB="4570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Lato"/>
                          <a:ea typeface="Lato"/>
                          <a:cs typeface="Lato"/>
                          <a:sym typeface="Lato"/>
                        </a:rPr>
                        <a:t>Special offers</a:t>
                      </a:r>
                      <a:endParaRPr sz="1100">
                        <a:solidFill>
                          <a:schemeClr val="dk1"/>
                        </a:solidFill>
                        <a:latin typeface="Lato"/>
                        <a:ea typeface="Lato"/>
                        <a:cs typeface="Lato"/>
                        <a:sym typeface="Lato"/>
                      </a:endParaRPr>
                    </a:p>
                  </a:txBody>
                  <a:tcPr marL="45700" marR="45700" marT="45700" marB="4570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Lato"/>
                          <a:ea typeface="Lato"/>
                          <a:cs typeface="Lato"/>
                          <a:sym typeface="Lato"/>
                        </a:rPr>
                        <a:t>$23,000</a:t>
                      </a:r>
                      <a:endParaRPr sz="1100">
                        <a:solidFill>
                          <a:schemeClr val="dk1"/>
                        </a:solidFill>
                        <a:latin typeface="Lato"/>
                        <a:ea typeface="Lato"/>
                        <a:cs typeface="Lato"/>
                        <a:sym typeface="Lato"/>
                      </a:endParaRPr>
                    </a:p>
                  </a:txBody>
                  <a:tcPr marL="45700" marR="45700" marT="45700" marB="4570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Lato"/>
                          <a:ea typeface="Lato"/>
                          <a:cs typeface="Lato"/>
                          <a:sym typeface="Lato"/>
                        </a:rPr>
                        <a:t>No</a:t>
                      </a:r>
                      <a:endParaRPr sz="1100">
                        <a:solidFill>
                          <a:schemeClr val="dk1"/>
                        </a:solidFill>
                        <a:latin typeface="Lato"/>
                        <a:ea typeface="Lato"/>
                        <a:cs typeface="Lato"/>
                        <a:sym typeface="Lato"/>
                      </a:endParaRPr>
                    </a:p>
                  </a:txBody>
                  <a:tcPr marL="45700" marR="45700" marT="45700" marB="4570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Lato"/>
                          <a:ea typeface="Lato"/>
                          <a:cs typeface="Lato"/>
                          <a:sym typeface="Lato"/>
                        </a:rPr>
                        <a:t>Low</a:t>
                      </a:r>
                      <a:endParaRPr sz="1100">
                        <a:solidFill>
                          <a:schemeClr val="dk1"/>
                        </a:solidFill>
                        <a:latin typeface="Lato"/>
                        <a:ea typeface="Lato"/>
                        <a:cs typeface="Lato"/>
                        <a:sym typeface="Lato"/>
                      </a:endParaRPr>
                    </a:p>
                  </a:txBody>
                  <a:tcPr marL="45700" marR="45700" marT="45700" marB="4570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Lato"/>
                          <a:ea typeface="Lato"/>
                          <a:cs typeface="Lato"/>
                          <a:sym typeface="Lato"/>
                        </a:rPr>
                        <a:t>8%</a:t>
                      </a:r>
                      <a:endParaRPr sz="1100">
                        <a:solidFill>
                          <a:schemeClr val="dk1"/>
                        </a:solidFill>
                        <a:latin typeface="Lato"/>
                        <a:ea typeface="Lato"/>
                        <a:cs typeface="Lato"/>
                        <a:sym typeface="Lato"/>
                      </a:endParaRPr>
                    </a:p>
                  </a:txBody>
                  <a:tcPr marL="45700" marR="45700" marT="45700" marB="4570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extLst>
                  <a:ext uri="{0D108BD9-81ED-4DB2-BD59-A6C34878D82A}">
                    <a16:rowId xmlns:a16="http://schemas.microsoft.com/office/drawing/2014/main" val="10001"/>
                  </a:ext>
                </a:extLst>
              </a:tr>
              <a:tr h="393850">
                <a:tc>
                  <a:txBody>
                    <a:bodyPr/>
                    <a:lstStyle/>
                    <a:p>
                      <a:pPr marL="0" lvl="0" indent="0" algn="l" rtl="0">
                        <a:spcBef>
                          <a:spcPts val="0"/>
                        </a:spcBef>
                        <a:spcAft>
                          <a:spcPts val="0"/>
                        </a:spcAft>
                        <a:buNone/>
                      </a:pPr>
                      <a:r>
                        <a:rPr lang="en" sz="1100" b="1">
                          <a:solidFill>
                            <a:schemeClr val="dk1"/>
                          </a:solidFill>
                          <a:latin typeface="Epilogue"/>
                          <a:ea typeface="Epilogue"/>
                          <a:cs typeface="Epilogue"/>
                          <a:sym typeface="Epilogue"/>
                        </a:rPr>
                        <a:t>Company B</a:t>
                      </a:r>
                      <a:endParaRPr sz="1100" b="1">
                        <a:solidFill>
                          <a:schemeClr val="dk1"/>
                        </a:solidFill>
                        <a:latin typeface="Epilogue"/>
                        <a:ea typeface="Epilogue"/>
                        <a:cs typeface="Epilogue"/>
                        <a:sym typeface="Epilogue"/>
                      </a:endParaRPr>
                    </a:p>
                  </a:txBody>
                  <a:tcPr marL="45700" marR="45700" marT="45700" marB="4570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solidFill>
                      <a:schemeClr val="dk2"/>
                    </a:solidFill>
                  </a:tcPr>
                </a:tc>
                <a:tc>
                  <a:txBody>
                    <a:bodyPr/>
                    <a:lstStyle/>
                    <a:p>
                      <a:pPr marL="0" lvl="0" indent="0" algn="ctr" rtl="0">
                        <a:spcBef>
                          <a:spcPts val="0"/>
                        </a:spcBef>
                        <a:spcAft>
                          <a:spcPts val="0"/>
                        </a:spcAft>
                        <a:buNone/>
                      </a:pPr>
                      <a:r>
                        <a:rPr lang="en" sz="1100">
                          <a:solidFill>
                            <a:schemeClr val="dk1"/>
                          </a:solidFill>
                          <a:latin typeface="Lato"/>
                          <a:ea typeface="Lato"/>
                          <a:cs typeface="Lato"/>
                          <a:sym typeface="Lato"/>
                        </a:rPr>
                        <a:t>Design</a:t>
                      </a:r>
                      <a:endParaRPr sz="1100">
                        <a:solidFill>
                          <a:schemeClr val="dk1"/>
                        </a:solidFill>
                        <a:latin typeface="Lato"/>
                        <a:ea typeface="Lato"/>
                        <a:cs typeface="Lato"/>
                        <a:sym typeface="Lato"/>
                      </a:endParaRPr>
                    </a:p>
                  </a:txBody>
                  <a:tcPr marL="45700" marR="45700" marT="45700" marB="4570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solidFill>
                      <a:schemeClr val="dk2"/>
                    </a:solidFill>
                  </a:tcPr>
                </a:tc>
                <a:tc>
                  <a:txBody>
                    <a:bodyPr/>
                    <a:lstStyle/>
                    <a:p>
                      <a:pPr marL="0" lvl="0" indent="0" algn="ctr" rtl="0">
                        <a:spcBef>
                          <a:spcPts val="0"/>
                        </a:spcBef>
                        <a:spcAft>
                          <a:spcPts val="0"/>
                        </a:spcAft>
                        <a:buNone/>
                      </a:pPr>
                      <a:r>
                        <a:rPr lang="en" sz="1100">
                          <a:solidFill>
                            <a:schemeClr val="dk1"/>
                          </a:solidFill>
                          <a:latin typeface="Lato"/>
                          <a:ea typeface="Lato"/>
                          <a:cs typeface="Lato"/>
                          <a:sym typeface="Lato"/>
                        </a:rPr>
                        <a:t>Reliability</a:t>
                      </a:r>
                      <a:endParaRPr sz="1100">
                        <a:solidFill>
                          <a:schemeClr val="dk1"/>
                        </a:solidFill>
                        <a:latin typeface="Lato"/>
                        <a:ea typeface="Lato"/>
                        <a:cs typeface="Lato"/>
                        <a:sym typeface="Lato"/>
                      </a:endParaRPr>
                    </a:p>
                  </a:txBody>
                  <a:tcPr marL="45700" marR="45700" marT="45700" marB="4570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solidFill>
                      <a:schemeClr val="dk2"/>
                    </a:solidFill>
                  </a:tcPr>
                </a:tc>
                <a:tc>
                  <a:txBody>
                    <a:bodyPr/>
                    <a:lstStyle/>
                    <a:p>
                      <a:pPr marL="0" lvl="0" indent="0" algn="ctr" rtl="0">
                        <a:spcBef>
                          <a:spcPts val="0"/>
                        </a:spcBef>
                        <a:spcAft>
                          <a:spcPts val="0"/>
                        </a:spcAft>
                        <a:buNone/>
                      </a:pPr>
                      <a:r>
                        <a:rPr lang="en" sz="1100">
                          <a:solidFill>
                            <a:schemeClr val="dk1"/>
                          </a:solidFill>
                          <a:latin typeface="Lato"/>
                          <a:ea typeface="Lato"/>
                          <a:cs typeface="Lato"/>
                          <a:sym typeface="Lato"/>
                        </a:rPr>
                        <a:t>$27,000</a:t>
                      </a:r>
                      <a:endParaRPr sz="1100">
                        <a:solidFill>
                          <a:schemeClr val="dk1"/>
                        </a:solidFill>
                        <a:latin typeface="Lato"/>
                        <a:ea typeface="Lato"/>
                        <a:cs typeface="Lato"/>
                        <a:sym typeface="Lato"/>
                      </a:endParaRPr>
                    </a:p>
                  </a:txBody>
                  <a:tcPr marL="45700" marR="45700" marT="45700" marB="4570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solidFill>
                      <a:schemeClr val="dk2"/>
                    </a:solidFill>
                  </a:tcPr>
                </a:tc>
                <a:tc>
                  <a:txBody>
                    <a:bodyPr/>
                    <a:lstStyle/>
                    <a:p>
                      <a:pPr marL="0" lvl="0" indent="0" algn="ctr" rtl="0">
                        <a:spcBef>
                          <a:spcPts val="0"/>
                        </a:spcBef>
                        <a:spcAft>
                          <a:spcPts val="0"/>
                        </a:spcAft>
                        <a:buNone/>
                      </a:pPr>
                      <a:r>
                        <a:rPr lang="en" sz="1100">
                          <a:solidFill>
                            <a:schemeClr val="dk1"/>
                          </a:solidFill>
                          <a:latin typeface="Lato"/>
                          <a:ea typeface="Lato"/>
                          <a:cs typeface="Lato"/>
                          <a:sym typeface="Lato"/>
                        </a:rPr>
                        <a:t>No</a:t>
                      </a:r>
                      <a:endParaRPr sz="1100">
                        <a:solidFill>
                          <a:schemeClr val="dk1"/>
                        </a:solidFill>
                        <a:latin typeface="Lato"/>
                        <a:ea typeface="Lato"/>
                        <a:cs typeface="Lato"/>
                        <a:sym typeface="Lato"/>
                      </a:endParaRPr>
                    </a:p>
                  </a:txBody>
                  <a:tcPr marL="45700" marR="45700" marT="45700" marB="4570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solidFill>
                      <a:schemeClr val="dk2"/>
                    </a:solidFill>
                  </a:tcPr>
                </a:tc>
                <a:tc>
                  <a:txBody>
                    <a:bodyPr/>
                    <a:lstStyle/>
                    <a:p>
                      <a:pPr marL="0" lvl="0" indent="0" algn="ctr" rtl="0">
                        <a:spcBef>
                          <a:spcPts val="0"/>
                        </a:spcBef>
                        <a:spcAft>
                          <a:spcPts val="0"/>
                        </a:spcAft>
                        <a:buNone/>
                      </a:pPr>
                      <a:r>
                        <a:rPr lang="en" sz="1100">
                          <a:solidFill>
                            <a:schemeClr val="dk1"/>
                          </a:solidFill>
                          <a:latin typeface="Lato"/>
                          <a:ea typeface="Lato"/>
                          <a:cs typeface="Lato"/>
                          <a:sym typeface="Lato"/>
                        </a:rPr>
                        <a:t>Low</a:t>
                      </a:r>
                      <a:endParaRPr sz="1100">
                        <a:solidFill>
                          <a:schemeClr val="dk1"/>
                        </a:solidFill>
                        <a:latin typeface="Lato"/>
                        <a:ea typeface="Lato"/>
                        <a:cs typeface="Lato"/>
                        <a:sym typeface="Lato"/>
                      </a:endParaRPr>
                    </a:p>
                  </a:txBody>
                  <a:tcPr marL="45700" marR="45700" marT="45700" marB="4570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solidFill>
                      <a:schemeClr val="dk2"/>
                    </a:solidFill>
                  </a:tcPr>
                </a:tc>
                <a:tc>
                  <a:txBody>
                    <a:bodyPr/>
                    <a:lstStyle/>
                    <a:p>
                      <a:pPr marL="0" lvl="0" indent="0" algn="ctr" rtl="0">
                        <a:spcBef>
                          <a:spcPts val="0"/>
                        </a:spcBef>
                        <a:spcAft>
                          <a:spcPts val="0"/>
                        </a:spcAft>
                        <a:buNone/>
                      </a:pPr>
                      <a:r>
                        <a:rPr lang="en" sz="1100">
                          <a:solidFill>
                            <a:schemeClr val="dk1"/>
                          </a:solidFill>
                          <a:latin typeface="Lato"/>
                          <a:ea typeface="Lato"/>
                          <a:cs typeface="Lato"/>
                          <a:sym typeface="Lato"/>
                        </a:rPr>
                        <a:t>5%</a:t>
                      </a:r>
                      <a:endParaRPr sz="1100">
                        <a:solidFill>
                          <a:schemeClr val="dk1"/>
                        </a:solidFill>
                        <a:latin typeface="Lato"/>
                        <a:ea typeface="Lato"/>
                        <a:cs typeface="Lato"/>
                        <a:sym typeface="Lato"/>
                      </a:endParaRPr>
                    </a:p>
                  </a:txBody>
                  <a:tcPr marL="45700" marR="45700" marT="45700" marB="4570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solidFill>
                      <a:schemeClr val="dk2"/>
                    </a:solidFill>
                  </a:tcPr>
                </a:tc>
                <a:extLst>
                  <a:ext uri="{0D108BD9-81ED-4DB2-BD59-A6C34878D82A}">
                    <a16:rowId xmlns:a16="http://schemas.microsoft.com/office/drawing/2014/main" val="10002"/>
                  </a:ext>
                </a:extLst>
              </a:tr>
              <a:tr h="393850">
                <a:tc>
                  <a:txBody>
                    <a:bodyPr/>
                    <a:lstStyle/>
                    <a:p>
                      <a:pPr marL="0" lvl="0" indent="0" algn="l" rtl="0">
                        <a:spcBef>
                          <a:spcPts val="0"/>
                        </a:spcBef>
                        <a:spcAft>
                          <a:spcPts val="0"/>
                        </a:spcAft>
                        <a:buNone/>
                      </a:pPr>
                      <a:r>
                        <a:rPr lang="en" sz="1100" b="1">
                          <a:solidFill>
                            <a:schemeClr val="dk1"/>
                          </a:solidFill>
                          <a:latin typeface="Epilogue"/>
                          <a:ea typeface="Epilogue"/>
                          <a:cs typeface="Epilogue"/>
                          <a:sym typeface="Epilogue"/>
                        </a:rPr>
                        <a:t>Company C</a:t>
                      </a:r>
                      <a:endParaRPr sz="1100" b="1">
                        <a:solidFill>
                          <a:schemeClr val="dk1"/>
                        </a:solidFill>
                        <a:latin typeface="Epilogue"/>
                        <a:ea typeface="Epilogue"/>
                        <a:cs typeface="Epilogue"/>
                        <a:sym typeface="Epilogue"/>
                      </a:endParaRPr>
                    </a:p>
                  </a:txBody>
                  <a:tcPr marL="45700" marR="45700" marT="45700" marB="4570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Lato"/>
                          <a:ea typeface="Lato"/>
                          <a:cs typeface="Lato"/>
                          <a:sym typeface="Lato"/>
                        </a:rPr>
                        <a:t>Performance</a:t>
                      </a:r>
                      <a:endParaRPr sz="1100">
                        <a:solidFill>
                          <a:schemeClr val="dk1"/>
                        </a:solidFill>
                        <a:latin typeface="Lato"/>
                        <a:ea typeface="Lato"/>
                        <a:cs typeface="Lato"/>
                        <a:sym typeface="Lato"/>
                      </a:endParaRPr>
                    </a:p>
                  </a:txBody>
                  <a:tcPr marL="45700" marR="45700" marT="45700" marB="4570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Lato"/>
                          <a:ea typeface="Lato"/>
                          <a:cs typeface="Lato"/>
                          <a:sym typeface="Lato"/>
                        </a:rPr>
                        <a:t>Repairs</a:t>
                      </a:r>
                      <a:endParaRPr sz="1100">
                        <a:solidFill>
                          <a:schemeClr val="dk1"/>
                        </a:solidFill>
                        <a:latin typeface="Lato"/>
                        <a:ea typeface="Lato"/>
                        <a:cs typeface="Lato"/>
                        <a:sym typeface="Lato"/>
                      </a:endParaRPr>
                    </a:p>
                  </a:txBody>
                  <a:tcPr marL="45700" marR="45700" marT="45700" marB="4570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Lato"/>
                          <a:ea typeface="Lato"/>
                          <a:cs typeface="Lato"/>
                          <a:sym typeface="Lato"/>
                        </a:rPr>
                        <a:t>$30,000</a:t>
                      </a:r>
                      <a:endParaRPr sz="1100">
                        <a:solidFill>
                          <a:schemeClr val="dk1"/>
                        </a:solidFill>
                        <a:latin typeface="Lato"/>
                        <a:ea typeface="Lato"/>
                        <a:cs typeface="Lato"/>
                        <a:sym typeface="Lato"/>
                      </a:endParaRPr>
                    </a:p>
                  </a:txBody>
                  <a:tcPr marL="45700" marR="45700" marT="45700" marB="4570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Lato"/>
                          <a:ea typeface="Lato"/>
                          <a:cs typeface="Lato"/>
                          <a:sym typeface="Lato"/>
                        </a:rPr>
                        <a:t>Yes</a:t>
                      </a:r>
                      <a:endParaRPr sz="1100">
                        <a:solidFill>
                          <a:schemeClr val="dk1"/>
                        </a:solidFill>
                        <a:latin typeface="Lato"/>
                        <a:ea typeface="Lato"/>
                        <a:cs typeface="Lato"/>
                        <a:sym typeface="Lato"/>
                      </a:endParaRPr>
                    </a:p>
                  </a:txBody>
                  <a:tcPr marL="45700" marR="45700" marT="45700" marB="4570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Lato"/>
                          <a:ea typeface="Lato"/>
                          <a:cs typeface="Lato"/>
                          <a:sym typeface="Lato"/>
                        </a:rPr>
                        <a:t>High</a:t>
                      </a:r>
                      <a:endParaRPr sz="1100">
                        <a:solidFill>
                          <a:schemeClr val="dk1"/>
                        </a:solidFill>
                        <a:latin typeface="Lato"/>
                        <a:ea typeface="Lato"/>
                        <a:cs typeface="Lato"/>
                        <a:sym typeface="Lato"/>
                      </a:endParaRPr>
                    </a:p>
                  </a:txBody>
                  <a:tcPr marL="45700" marR="45700" marT="45700" marB="4570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Lato"/>
                          <a:ea typeface="Lato"/>
                          <a:cs typeface="Lato"/>
                          <a:sym typeface="Lato"/>
                        </a:rPr>
                        <a:t>20%</a:t>
                      </a:r>
                      <a:endParaRPr sz="1100">
                        <a:solidFill>
                          <a:schemeClr val="dk1"/>
                        </a:solidFill>
                        <a:latin typeface="Lato"/>
                        <a:ea typeface="Lato"/>
                        <a:cs typeface="Lato"/>
                        <a:sym typeface="Lato"/>
                      </a:endParaRPr>
                    </a:p>
                  </a:txBody>
                  <a:tcPr marL="45700" marR="45700" marT="45700" marB="4570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extLst>
                  <a:ext uri="{0D108BD9-81ED-4DB2-BD59-A6C34878D82A}">
                    <a16:rowId xmlns:a16="http://schemas.microsoft.com/office/drawing/2014/main" val="10003"/>
                  </a:ext>
                </a:extLst>
              </a:tr>
              <a:tr h="393850">
                <a:tc>
                  <a:txBody>
                    <a:bodyPr/>
                    <a:lstStyle/>
                    <a:p>
                      <a:pPr marL="0" lvl="0" indent="0" algn="l" rtl="0">
                        <a:spcBef>
                          <a:spcPts val="0"/>
                        </a:spcBef>
                        <a:spcAft>
                          <a:spcPts val="0"/>
                        </a:spcAft>
                        <a:buNone/>
                      </a:pPr>
                      <a:r>
                        <a:rPr lang="en" sz="1100" b="1">
                          <a:solidFill>
                            <a:schemeClr val="dk1"/>
                          </a:solidFill>
                          <a:latin typeface="Epilogue"/>
                          <a:ea typeface="Epilogue"/>
                          <a:cs typeface="Epilogue"/>
                          <a:sym typeface="Epilogue"/>
                        </a:rPr>
                        <a:t>Company D</a:t>
                      </a:r>
                      <a:endParaRPr sz="1100" b="1">
                        <a:solidFill>
                          <a:schemeClr val="dk1"/>
                        </a:solidFill>
                        <a:latin typeface="Epilogue"/>
                        <a:ea typeface="Epilogue"/>
                        <a:cs typeface="Epilogue"/>
                        <a:sym typeface="Epilogue"/>
                      </a:endParaRPr>
                    </a:p>
                  </a:txBody>
                  <a:tcPr marL="45700" marR="45700" marT="45700" marB="4570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solidFill>
                      <a:schemeClr val="dk2"/>
                    </a:solidFill>
                  </a:tcPr>
                </a:tc>
                <a:tc>
                  <a:txBody>
                    <a:bodyPr/>
                    <a:lstStyle/>
                    <a:p>
                      <a:pPr marL="0" lvl="0" indent="0" algn="ctr" rtl="0">
                        <a:spcBef>
                          <a:spcPts val="0"/>
                        </a:spcBef>
                        <a:spcAft>
                          <a:spcPts val="0"/>
                        </a:spcAft>
                        <a:buNone/>
                      </a:pPr>
                      <a:r>
                        <a:rPr lang="en" sz="1100">
                          <a:solidFill>
                            <a:schemeClr val="dk1"/>
                          </a:solidFill>
                          <a:latin typeface="Lato"/>
                          <a:ea typeface="Lato"/>
                          <a:cs typeface="Lato"/>
                          <a:sym typeface="Lato"/>
                        </a:rPr>
                        <a:t>Safety features</a:t>
                      </a:r>
                      <a:endParaRPr sz="1100">
                        <a:solidFill>
                          <a:schemeClr val="dk1"/>
                        </a:solidFill>
                        <a:latin typeface="Lato"/>
                        <a:ea typeface="Lato"/>
                        <a:cs typeface="Lato"/>
                        <a:sym typeface="Lato"/>
                      </a:endParaRPr>
                    </a:p>
                  </a:txBody>
                  <a:tcPr marL="45700" marR="45700" marT="45700" marB="4570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solidFill>
                      <a:schemeClr val="dk2"/>
                    </a:solidFill>
                  </a:tcPr>
                </a:tc>
                <a:tc>
                  <a:txBody>
                    <a:bodyPr/>
                    <a:lstStyle/>
                    <a:p>
                      <a:pPr marL="0" lvl="0" indent="0" algn="ctr" rtl="0">
                        <a:spcBef>
                          <a:spcPts val="0"/>
                        </a:spcBef>
                        <a:spcAft>
                          <a:spcPts val="0"/>
                        </a:spcAft>
                        <a:buNone/>
                      </a:pPr>
                      <a:r>
                        <a:rPr lang="en" sz="1100">
                          <a:solidFill>
                            <a:schemeClr val="dk1"/>
                          </a:solidFill>
                          <a:latin typeface="Lato"/>
                          <a:ea typeface="Lato"/>
                          <a:cs typeface="Lato"/>
                          <a:sym typeface="Lato"/>
                        </a:rPr>
                        <a:t>Marketing</a:t>
                      </a:r>
                      <a:endParaRPr sz="1100">
                        <a:solidFill>
                          <a:schemeClr val="dk1"/>
                        </a:solidFill>
                        <a:latin typeface="Lato"/>
                        <a:ea typeface="Lato"/>
                        <a:cs typeface="Lato"/>
                        <a:sym typeface="Lato"/>
                      </a:endParaRPr>
                    </a:p>
                  </a:txBody>
                  <a:tcPr marL="45700" marR="45700" marT="45700" marB="4570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solidFill>
                      <a:schemeClr val="dk2"/>
                    </a:solidFill>
                  </a:tcPr>
                </a:tc>
                <a:tc>
                  <a:txBody>
                    <a:bodyPr/>
                    <a:lstStyle/>
                    <a:p>
                      <a:pPr marL="0" lvl="0" indent="0" algn="ctr" rtl="0">
                        <a:spcBef>
                          <a:spcPts val="0"/>
                        </a:spcBef>
                        <a:spcAft>
                          <a:spcPts val="0"/>
                        </a:spcAft>
                        <a:buNone/>
                      </a:pPr>
                      <a:r>
                        <a:rPr lang="en" sz="1100">
                          <a:solidFill>
                            <a:schemeClr val="dk1"/>
                          </a:solidFill>
                          <a:latin typeface="Lato"/>
                          <a:ea typeface="Lato"/>
                          <a:cs typeface="Lato"/>
                          <a:sym typeface="Lato"/>
                        </a:rPr>
                        <a:t>$24,000</a:t>
                      </a:r>
                      <a:endParaRPr sz="1100">
                        <a:solidFill>
                          <a:schemeClr val="dk1"/>
                        </a:solidFill>
                        <a:latin typeface="Lato"/>
                        <a:ea typeface="Lato"/>
                        <a:cs typeface="Lato"/>
                        <a:sym typeface="Lato"/>
                      </a:endParaRPr>
                    </a:p>
                  </a:txBody>
                  <a:tcPr marL="45700" marR="45700" marT="45700" marB="4570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solidFill>
                      <a:schemeClr val="dk2"/>
                    </a:solidFill>
                  </a:tcPr>
                </a:tc>
                <a:tc>
                  <a:txBody>
                    <a:bodyPr/>
                    <a:lstStyle/>
                    <a:p>
                      <a:pPr marL="0" lvl="0" indent="0" algn="ctr" rtl="0">
                        <a:spcBef>
                          <a:spcPts val="0"/>
                        </a:spcBef>
                        <a:spcAft>
                          <a:spcPts val="0"/>
                        </a:spcAft>
                        <a:buNone/>
                      </a:pPr>
                      <a:r>
                        <a:rPr lang="en" sz="1100">
                          <a:solidFill>
                            <a:schemeClr val="dk1"/>
                          </a:solidFill>
                          <a:latin typeface="Lato"/>
                          <a:ea typeface="Lato"/>
                          <a:cs typeface="Lato"/>
                          <a:sym typeface="Lato"/>
                        </a:rPr>
                        <a:t>No</a:t>
                      </a:r>
                      <a:endParaRPr sz="1100">
                        <a:solidFill>
                          <a:schemeClr val="dk1"/>
                        </a:solidFill>
                        <a:latin typeface="Lato"/>
                        <a:ea typeface="Lato"/>
                        <a:cs typeface="Lato"/>
                        <a:sym typeface="Lato"/>
                      </a:endParaRPr>
                    </a:p>
                  </a:txBody>
                  <a:tcPr marL="45700" marR="45700" marT="45700" marB="4570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solidFill>
                      <a:schemeClr val="dk2"/>
                    </a:solidFill>
                  </a:tcPr>
                </a:tc>
                <a:tc>
                  <a:txBody>
                    <a:bodyPr/>
                    <a:lstStyle/>
                    <a:p>
                      <a:pPr marL="0" lvl="0" indent="0" algn="ctr" rtl="0">
                        <a:spcBef>
                          <a:spcPts val="0"/>
                        </a:spcBef>
                        <a:spcAft>
                          <a:spcPts val="0"/>
                        </a:spcAft>
                        <a:buNone/>
                      </a:pPr>
                      <a:r>
                        <a:rPr lang="en" sz="1100">
                          <a:solidFill>
                            <a:schemeClr val="dk1"/>
                          </a:solidFill>
                          <a:latin typeface="Lato"/>
                          <a:ea typeface="Lato"/>
                          <a:cs typeface="Lato"/>
                          <a:sym typeface="Lato"/>
                        </a:rPr>
                        <a:t>High</a:t>
                      </a:r>
                      <a:endParaRPr sz="1100">
                        <a:solidFill>
                          <a:schemeClr val="dk1"/>
                        </a:solidFill>
                        <a:latin typeface="Lato"/>
                        <a:ea typeface="Lato"/>
                        <a:cs typeface="Lato"/>
                        <a:sym typeface="Lato"/>
                      </a:endParaRPr>
                    </a:p>
                  </a:txBody>
                  <a:tcPr marL="45700" marR="45700" marT="45700" marB="4570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solidFill>
                      <a:schemeClr val="dk2"/>
                    </a:solidFill>
                  </a:tcPr>
                </a:tc>
                <a:tc>
                  <a:txBody>
                    <a:bodyPr/>
                    <a:lstStyle/>
                    <a:p>
                      <a:pPr marL="0" lvl="0" indent="0" algn="ctr" rtl="0">
                        <a:spcBef>
                          <a:spcPts val="0"/>
                        </a:spcBef>
                        <a:spcAft>
                          <a:spcPts val="0"/>
                        </a:spcAft>
                        <a:buNone/>
                      </a:pPr>
                      <a:r>
                        <a:rPr lang="en" sz="1100">
                          <a:solidFill>
                            <a:schemeClr val="dk1"/>
                          </a:solidFill>
                          <a:latin typeface="Lato"/>
                          <a:ea typeface="Lato"/>
                          <a:cs typeface="Lato"/>
                          <a:sym typeface="Lato"/>
                        </a:rPr>
                        <a:t>22%</a:t>
                      </a:r>
                      <a:endParaRPr sz="1100">
                        <a:solidFill>
                          <a:schemeClr val="dk1"/>
                        </a:solidFill>
                        <a:latin typeface="Lato"/>
                        <a:ea typeface="Lato"/>
                        <a:cs typeface="Lato"/>
                        <a:sym typeface="Lato"/>
                      </a:endParaRPr>
                    </a:p>
                  </a:txBody>
                  <a:tcPr marL="45700" marR="45700" marT="45700" marB="4570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solidFill>
                      <a:schemeClr val="dk2"/>
                    </a:solidFill>
                  </a:tcPr>
                </a:tc>
                <a:extLst>
                  <a:ext uri="{0D108BD9-81ED-4DB2-BD59-A6C34878D82A}">
                    <a16:rowId xmlns:a16="http://schemas.microsoft.com/office/drawing/2014/main" val="10004"/>
                  </a:ext>
                </a:extLst>
              </a:tr>
              <a:tr h="393850">
                <a:tc>
                  <a:txBody>
                    <a:bodyPr/>
                    <a:lstStyle/>
                    <a:p>
                      <a:pPr marL="0" lvl="0" indent="0" algn="l" rtl="0">
                        <a:spcBef>
                          <a:spcPts val="0"/>
                        </a:spcBef>
                        <a:spcAft>
                          <a:spcPts val="0"/>
                        </a:spcAft>
                        <a:buNone/>
                      </a:pPr>
                      <a:r>
                        <a:rPr lang="en" sz="1100" b="1">
                          <a:solidFill>
                            <a:schemeClr val="dk1"/>
                          </a:solidFill>
                          <a:latin typeface="Epilogue"/>
                          <a:ea typeface="Epilogue"/>
                          <a:cs typeface="Epilogue"/>
                          <a:sym typeface="Epilogue"/>
                        </a:rPr>
                        <a:t>Company E</a:t>
                      </a:r>
                      <a:endParaRPr sz="1100" b="1">
                        <a:solidFill>
                          <a:schemeClr val="dk1"/>
                        </a:solidFill>
                        <a:latin typeface="Epilogue"/>
                        <a:ea typeface="Epilogue"/>
                        <a:cs typeface="Epilogue"/>
                        <a:sym typeface="Epilogue"/>
                      </a:endParaRPr>
                    </a:p>
                  </a:txBody>
                  <a:tcPr marL="45700" marR="45700" marT="45700" marB="4570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Lato"/>
                          <a:ea typeface="Lato"/>
                          <a:cs typeface="Lato"/>
                          <a:sym typeface="Lato"/>
                        </a:rPr>
                        <a:t>Technology</a:t>
                      </a:r>
                      <a:endParaRPr sz="1100">
                        <a:solidFill>
                          <a:schemeClr val="dk1"/>
                        </a:solidFill>
                        <a:latin typeface="Lato"/>
                        <a:ea typeface="Lato"/>
                        <a:cs typeface="Lato"/>
                        <a:sym typeface="Lato"/>
                      </a:endParaRPr>
                    </a:p>
                  </a:txBody>
                  <a:tcPr marL="45700" marR="45700" marT="45700" marB="4570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Lato"/>
                          <a:ea typeface="Lato"/>
                          <a:cs typeface="Lato"/>
                          <a:sym typeface="Lato"/>
                        </a:rPr>
                        <a:t>Customers</a:t>
                      </a:r>
                      <a:endParaRPr sz="1100">
                        <a:solidFill>
                          <a:schemeClr val="dk1"/>
                        </a:solidFill>
                        <a:latin typeface="Lato"/>
                        <a:ea typeface="Lato"/>
                        <a:cs typeface="Lato"/>
                        <a:sym typeface="Lato"/>
                      </a:endParaRPr>
                    </a:p>
                  </a:txBody>
                  <a:tcPr marL="45700" marR="45700" marT="45700" marB="4570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Lato"/>
                          <a:ea typeface="Lato"/>
                          <a:cs typeface="Lato"/>
                          <a:sym typeface="Lato"/>
                        </a:rPr>
                        <a:t>$32,000</a:t>
                      </a:r>
                      <a:endParaRPr sz="1100">
                        <a:solidFill>
                          <a:schemeClr val="dk1"/>
                        </a:solidFill>
                        <a:latin typeface="Lato"/>
                        <a:ea typeface="Lato"/>
                        <a:cs typeface="Lato"/>
                        <a:sym typeface="Lato"/>
                      </a:endParaRPr>
                    </a:p>
                  </a:txBody>
                  <a:tcPr marL="45700" marR="45700" marT="45700" marB="4570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Lato"/>
                          <a:ea typeface="Lato"/>
                          <a:cs typeface="Lato"/>
                          <a:sym typeface="Lato"/>
                        </a:rPr>
                        <a:t>Yes</a:t>
                      </a:r>
                      <a:endParaRPr sz="1100">
                        <a:solidFill>
                          <a:schemeClr val="dk1"/>
                        </a:solidFill>
                        <a:latin typeface="Lato"/>
                        <a:ea typeface="Lato"/>
                        <a:cs typeface="Lato"/>
                        <a:sym typeface="Lato"/>
                      </a:endParaRPr>
                    </a:p>
                  </a:txBody>
                  <a:tcPr marL="45700" marR="45700" marT="45700" marB="4570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Lato"/>
                          <a:ea typeface="Lato"/>
                          <a:cs typeface="Lato"/>
                          <a:sym typeface="Lato"/>
                        </a:rPr>
                        <a:t>Low</a:t>
                      </a:r>
                      <a:endParaRPr sz="1100">
                        <a:solidFill>
                          <a:schemeClr val="dk1"/>
                        </a:solidFill>
                        <a:latin typeface="Lato"/>
                        <a:ea typeface="Lato"/>
                        <a:cs typeface="Lato"/>
                        <a:sym typeface="Lato"/>
                      </a:endParaRPr>
                    </a:p>
                  </a:txBody>
                  <a:tcPr marL="45700" marR="45700" marT="45700" marB="4570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Lato"/>
                          <a:ea typeface="Lato"/>
                          <a:cs typeface="Lato"/>
                          <a:sym typeface="Lato"/>
                        </a:rPr>
                        <a:t>10%</a:t>
                      </a:r>
                      <a:endParaRPr sz="1100">
                        <a:solidFill>
                          <a:schemeClr val="dk1"/>
                        </a:solidFill>
                        <a:latin typeface="Lato"/>
                        <a:ea typeface="Lato"/>
                        <a:cs typeface="Lato"/>
                        <a:sym typeface="Lato"/>
                      </a:endParaRPr>
                    </a:p>
                  </a:txBody>
                  <a:tcPr marL="45700" marR="45700" marT="45700" marB="4570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extLst>
                  <a:ext uri="{0D108BD9-81ED-4DB2-BD59-A6C34878D82A}">
                    <a16:rowId xmlns:a16="http://schemas.microsoft.com/office/drawing/2014/main" val="10005"/>
                  </a:ext>
                </a:extLst>
              </a:tr>
              <a:tr h="393850">
                <a:tc>
                  <a:txBody>
                    <a:bodyPr/>
                    <a:lstStyle/>
                    <a:p>
                      <a:pPr marL="0" lvl="0" indent="0" algn="l" rtl="0">
                        <a:spcBef>
                          <a:spcPts val="0"/>
                        </a:spcBef>
                        <a:spcAft>
                          <a:spcPts val="0"/>
                        </a:spcAft>
                        <a:buNone/>
                      </a:pPr>
                      <a:r>
                        <a:rPr lang="en" sz="1100" b="1">
                          <a:solidFill>
                            <a:schemeClr val="dk1"/>
                          </a:solidFill>
                          <a:latin typeface="Epilogue"/>
                          <a:ea typeface="Epilogue"/>
                          <a:cs typeface="Epilogue"/>
                          <a:sym typeface="Epilogue"/>
                        </a:rPr>
                        <a:t>Company F</a:t>
                      </a:r>
                      <a:endParaRPr sz="1100" b="1">
                        <a:solidFill>
                          <a:schemeClr val="dk1"/>
                        </a:solidFill>
                        <a:latin typeface="Epilogue"/>
                        <a:ea typeface="Epilogue"/>
                        <a:cs typeface="Epilogue"/>
                        <a:sym typeface="Epilogue"/>
                      </a:endParaRPr>
                    </a:p>
                  </a:txBody>
                  <a:tcPr marL="45700" marR="45700" marT="45700" marB="4570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solidFill>
                      <a:schemeClr val="dk2"/>
                    </a:solidFill>
                  </a:tcPr>
                </a:tc>
                <a:tc>
                  <a:txBody>
                    <a:bodyPr/>
                    <a:lstStyle/>
                    <a:p>
                      <a:pPr marL="0" lvl="0" indent="0" algn="ctr" rtl="0">
                        <a:spcBef>
                          <a:spcPts val="0"/>
                        </a:spcBef>
                        <a:spcAft>
                          <a:spcPts val="0"/>
                        </a:spcAft>
                        <a:buNone/>
                      </a:pPr>
                      <a:r>
                        <a:rPr lang="en" sz="1100">
                          <a:solidFill>
                            <a:schemeClr val="dk1"/>
                          </a:solidFill>
                          <a:latin typeface="Lato"/>
                          <a:ea typeface="Lato"/>
                          <a:cs typeface="Lato"/>
                          <a:sym typeface="Lato"/>
                        </a:rPr>
                        <a:t>Comfort</a:t>
                      </a:r>
                      <a:endParaRPr sz="1100">
                        <a:solidFill>
                          <a:schemeClr val="dk1"/>
                        </a:solidFill>
                        <a:latin typeface="Lato"/>
                        <a:ea typeface="Lato"/>
                        <a:cs typeface="Lato"/>
                        <a:sym typeface="Lato"/>
                      </a:endParaRPr>
                    </a:p>
                  </a:txBody>
                  <a:tcPr marL="45700" marR="45700" marT="45700" marB="4570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solidFill>
                      <a:schemeClr val="dk2"/>
                    </a:solidFill>
                  </a:tcPr>
                </a:tc>
                <a:tc>
                  <a:txBody>
                    <a:bodyPr/>
                    <a:lstStyle/>
                    <a:p>
                      <a:pPr marL="0" lvl="0" indent="0" algn="ctr" rtl="0">
                        <a:spcBef>
                          <a:spcPts val="0"/>
                        </a:spcBef>
                        <a:spcAft>
                          <a:spcPts val="0"/>
                        </a:spcAft>
                        <a:buNone/>
                      </a:pPr>
                      <a:r>
                        <a:rPr lang="en" sz="1100">
                          <a:solidFill>
                            <a:schemeClr val="dk1"/>
                          </a:solidFill>
                          <a:latin typeface="Lato"/>
                          <a:ea typeface="Lato"/>
                          <a:cs typeface="Lato"/>
                          <a:sym typeface="Lato"/>
                        </a:rPr>
                        <a:t>Best prices</a:t>
                      </a:r>
                      <a:endParaRPr sz="1100">
                        <a:solidFill>
                          <a:schemeClr val="dk1"/>
                        </a:solidFill>
                        <a:latin typeface="Lato"/>
                        <a:ea typeface="Lato"/>
                        <a:cs typeface="Lato"/>
                        <a:sym typeface="Lato"/>
                      </a:endParaRPr>
                    </a:p>
                  </a:txBody>
                  <a:tcPr marL="45700" marR="45700" marT="45700" marB="4570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solidFill>
                      <a:schemeClr val="dk2"/>
                    </a:solidFill>
                  </a:tcPr>
                </a:tc>
                <a:tc>
                  <a:txBody>
                    <a:bodyPr/>
                    <a:lstStyle/>
                    <a:p>
                      <a:pPr marL="0" lvl="0" indent="0" algn="ctr" rtl="0">
                        <a:spcBef>
                          <a:spcPts val="0"/>
                        </a:spcBef>
                        <a:spcAft>
                          <a:spcPts val="0"/>
                        </a:spcAft>
                        <a:buNone/>
                      </a:pPr>
                      <a:r>
                        <a:rPr lang="en" sz="1100">
                          <a:solidFill>
                            <a:schemeClr val="dk1"/>
                          </a:solidFill>
                          <a:latin typeface="Lato"/>
                          <a:ea typeface="Lato"/>
                          <a:cs typeface="Lato"/>
                          <a:sym typeface="Lato"/>
                        </a:rPr>
                        <a:t>$15,000</a:t>
                      </a:r>
                      <a:endParaRPr sz="1100">
                        <a:solidFill>
                          <a:schemeClr val="dk1"/>
                        </a:solidFill>
                        <a:latin typeface="Lato"/>
                        <a:ea typeface="Lato"/>
                        <a:cs typeface="Lato"/>
                        <a:sym typeface="Lato"/>
                      </a:endParaRPr>
                    </a:p>
                  </a:txBody>
                  <a:tcPr marL="45700" marR="45700" marT="45700" marB="4570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solidFill>
                      <a:schemeClr val="dk2"/>
                    </a:solidFill>
                  </a:tcPr>
                </a:tc>
                <a:tc>
                  <a:txBody>
                    <a:bodyPr/>
                    <a:lstStyle/>
                    <a:p>
                      <a:pPr marL="0" lvl="0" indent="0" algn="ctr" rtl="0">
                        <a:spcBef>
                          <a:spcPts val="0"/>
                        </a:spcBef>
                        <a:spcAft>
                          <a:spcPts val="0"/>
                        </a:spcAft>
                        <a:buNone/>
                      </a:pPr>
                      <a:r>
                        <a:rPr lang="en" sz="1100">
                          <a:solidFill>
                            <a:schemeClr val="dk1"/>
                          </a:solidFill>
                          <a:latin typeface="Lato"/>
                          <a:ea typeface="Lato"/>
                          <a:cs typeface="Lato"/>
                          <a:sym typeface="Lato"/>
                        </a:rPr>
                        <a:t>Yes</a:t>
                      </a:r>
                      <a:endParaRPr sz="1100">
                        <a:solidFill>
                          <a:schemeClr val="dk1"/>
                        </a:solidFill>
                        <a:latin typeface="Lato"/>
                        <a:ea typeface="Lato"/>
                        <a:cs typeface="Lato"/>
                        <a:sym typeface="Lato"/>
                      </a:endParaRPr>
                    </a:p>
                  </a:txBody>
                  <a:tcPr marL="45700" marR="45700" marT="45700" marB="4570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solidFill>
                      <a:schemeClr val="dk2"/>
                    </a:solidFill>
                  </a:tcPr>
                </a:tc>
                <a:tc>
                  <a:txBody>
                    <a:bodyPr/>
                    <a:lstStyle/>
                    <a:p>
                      <a:pPr marL="0" lvl="0" indent="0" algn="ctr" rtl="0">
                        <a:spcBef>
                          <a:spcPts val="0"/>
                        </a:spcBef>
                        <a:spcAft>
                          <a:spcPts val="0"/>
                        </a:spcAft>
                        <a:buNone/>
                      </a:pPr>
                      <a:r>
                        <a:rPr lang="en" sz="1100">
                          <a:solidFill>
                            <a:schemeClr val="dk1"/>
                          </a:solidFill>
                          <a:latin typeface="Lato"/>
                          <a:ea typeface="Lato"/>
                          <a:cs typeface="Lato"/>
                          <a:sym typeface="Lato"/>
                        </a:rPr>
                        <a:t>High</a:t>
                      </a:r>
                      <a:endParaRPr sz="1100">
                        <a:solidFill>
                          <a:schemeClr val="dk1"/>
                        </a:solidFill>
                        <a:latin typeface="Lato"/>
                        <a:ea typeface="Lato"/>
                        <a:cs typeface="Lato"/>
                        <a:sym typeface="Lato"/>
                      </a:endParaRPr>
                    </a:p>
                  </a:txBody>
                  <a:tcPr marL="45700" marR="45700" marT="45700" marB="4570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solidFill>
                      <a:schemeClr val="dk2"/>
                    </a:solidFill>
                  </a:tcPr>
                </a:tc>
                <a:tc>
                  <a:txBody>
                    <a:bodyPr/>
                    <a:lstStyle/>
                    <a:p>
                      <a:pPr marL="0" lvl="0" indent="0" algn="ctr" rtl="0">
                        <a:spcBef>
                          <a:spcPts val="0"/>
                        </a:spcBef>
                        <a:spcAft>
                          <a:spcPts val="0"/>
                        </a:spcAft>
                        <a:buNone/>
                      </a:pPr>
                      <a:r>
                        <a:rPr lang="en" sz="1100">
                          <a:solidFill>
                            <a:schemeClr val="dk1"/>
                          </a:solidFill>
                          <a:latin typeface="Lato"/>
                          <a:ea typeface="Lato"/>
                          <a:cs typeface="Lato"/>
                          <a:sym typeface="Lato"/>
                        </a:rPr>
                        <a:t>30%</a:t>
                      </a:r>
                      <a:endParaRPr sz="1100">
                        <a:solidFill>
                          <a:schemeClr val="dk1"/>
                        </a:solidFill>
                        <a:latin typeface="Lato"/>
                        <a:ea typeface="Lato"/>
                        <a:cs typeface="Lato"/>
                        <a:sym typeface="Lato"/>
                      </a:endParaRPr>
                    </a:p>
                  </a:txBody>
                  <a:tcPr marL="45700" marR="45700" marT="45700" marB="4570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solidFill>
                      <a:schemeClr val="dk2"/>
                    </a:solidFill>
                  </a:tcPr>
                </a:tc>
                <a:extLst>
                  <a:ext uri="{0D108BD9-81ED-4DB2-BD59-A6C34878D82A}">
                    <a16:rowId xmlns:a16="http://schemas.microsoft.com/office/drawing/2014/main" val="10006"/>
                  </a:ext>
                </a:extLst>
              </a:tr>
              <a:tr h="393850">
                <a:tc>
                  <a:txBody>
                    <a:bodyPr/>
                    <a:lstStyle/>
                    <a:p>
                      <a:pPr marL="0" lvl="0" indent="0" algn="l" rtl="0">
                        <a:spcBef>
                          <a:spcPts val="0"/>
                        </a:spcBef>
                        <a:spcAft>
                          <a:spcPts val="0"/>
                        </a:spcAft>
                        <a:buNone/>
                      </a:pPr>
                      <a:r>
                        <a:rPr lang="en" sz="1100" b="1">
                          <a:solidFill>
                            <a:schemeClr val="dk1"/>
                          </a:solidFill>
                          <a:latin typeface="Epilogue"/>
                          <a:ea typeface="Epilogue"/>
                          <a:cs typeface="Epilogue"/>
                          <a:sym typeface="Epilogue"/>
                        </a:rPr>
                        <a:t>Company G</a:t>
                      </a:r>
                      <a:endParaRPr sz="1100" b="1">
                        <a:solidFill>
                          <a:schemeClr val="dk1"/>
                        </a:solidFill>
                        <a:latin typeface="Epilogue"/>
                        <a:ea typeface="Epilogue"/>
                        <a:cs typeface="Epilogue"/>
                        <a:sym typeface="Epilogue"/>
                      </a:endParaRPr>
                    </a:p>
                  </a:txBody>
                  <a:tcPr marL="45700" marR="45700" marT="45700" marB="4570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Lato"/>
                          <a:ea typeface="Lato"/>
                          <a:cs typeface="Lato"/>
                          <a:sym typeface="Lato"/>
                        </a:rPr>
                        <a:t>Customization</a:t>
                      </a:r>
                      <a:endParaRPr sz="1100">
                        <a:solidFill>
                          <a:schemeClr val="dk1"/>
                        </a:solidFill>
                        <a:latin typeface="Lato"/>
                        <a:ea typeface="Lato"/>
                        <a:cs typeface="Lato"/>
                        <a:sym typeface="Lato"/>
                      </a:endParaRPr>
                    </a:p>
                  </a:txBody>
                  <a:tcPr marL="45700" marR="45700" marT="45700" marB="4570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Lato"/>
                          <a:ea typeface="Lato"/>
                          <a:cs typeface="Lato"/>
                          <a:sym typeface="Lato"/>
                        </a:rPr>
                        <a:t>Brand name</a:t>
                      </a:r>
                      <a:endParaRPr sz="1100">
                        <a:solidFill>
                          <a:schemeClr val="dk1"/>
                        </a:solidFill>
                        <a:latin typeface="Lato"/>
                        <a:ea typeface="Lato"/>
                        <a:cs typeface="Lato"/>
                        <a:sym typeface="Lato"/>
                      </a:endParaRPr>
                    </a:p>
                  </a:txBody>
                  <a:tcPr marL="45700" marR="45700" marT="45700" marB="4570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Lato"/>
                          <a:ea typeface="Lato"/>
                          <a:cs typeface="Lato"/>
                          <a:sym typeface="Lato"/>
                        </a:rPr>
                        <a:t>$45,000</a:t>
                      </a:r>
                      <a:endParaRPr sz="1100">
                        <a:solidFill>
                          <a:schemeClr val="dk1"/>
                        </a:solidFill>
                        <a:latin typeface="Lato"/>
                        <a:ea typeface="Lato"/>
                        <a:cs typeface="Lato"/>
                        <a:sym typeface="Lato"/>
                      </a:endParaRPr>
                    </a:p>
                  </a:txBody>
                  <a:tcPr marL="45700" marR="45700" marT="45700" marB="4570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Lato"/>
                          <a:ea typeface="Lato"/>
                          <a:cs typeface="Lato"/>
                          <a:sym typeface="Lato"/>
                        </a:rPr>
                        <a:t>No</a:t>
                      </a:r>
                      <a:endParaRPr sz="1100">
                        <a:solidFill>
                          <a:schemeClr val="dk1"/>
                        </a:solidFill>
                        <a:latin typeface="Lato"/>
                        <a:ea typeface="Lato"/>
                        <a:cs typeface="Lato"/>
                        <a:sym typeface="Lato"/>
                      </a:endParaRPr>
                    </a:p>
                  </a:txBody>
                  <a:tcPr marL="45700" marR="45700" marT="45700" marB="4570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Lato"/>
                          <a:ea typeface="Lato"/>
                          <a:cs typeface="Lato"/>
                          <a:sym typeface="Lato"/>
                        </a:rPr>
                        <a:t>Low</a:t>
                      </a:r>
                      <a:endParaRPr sz="1100">
                        <a:solidFill>
                          <a:schemeClr val="dk1"/>
                        </a:solidFill>
                        <a:latin typeface="Lato"/>
                        <a:ea typeface="Lato"/>
                        <a:cs typeface="Lato"/>
                        <a:sym typeface="Lato"/>
                      </a:endParaRPr>
                    </a:p>
                  </a:txBody>
                  <a:tcPr marL="45700" marR="45700" marT="45700" marB="4570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tc>
                  <a:txBody>
                    <a:bodyPr/>
                    <a:lstStyle/>
                    <a:p>
                      <a:pPr marL="0" lvl="0" indent="0" algn="ctr" rtl="0">
                        <a:spcBef>
                          <a:spcPts val="0"/>
                        </a:spcBef>
                        <a:spcAft>
                          <a:spcPts val="0"/>
                        </a:spcAft>
                        <a:buNone/>
                      </a:pPr>
                      <a:r>
                        <a:rPr lang="en" sz="1100">
                          <a:solidFill>
                            <a:schemeClr val="dk1"/>
                          </a:solidFill>
                          <a:latin typeface="Lato"/>
                          <a:ea typeface="Lato"/>
                          <a:cs typeface="Lato"/>
                          <a:sym typeface="Lato"/>
                        </a:rPr>
                        <a:t>5%</a:t>
                      </a:r>
                      <a:endParaRPr sz="1100">
                        <a:solidFill>
                          <a:schemeClr val="dk1"/>
                        </a:solidFill>
                        <a:latin typeface="Lato"/>
                        <a:ea typeface="Lato"/>
                        <a:cs typeface="Lato"/>
                        <a:sym typeface="Lato"/>
                      </a:endParaRPr>
                    </a:p>
                  </a:txBody>
                  <a:tcPr marL="45700" marR="45700" marT="45700" marB="4570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extLst>
                  <a:ext uri="{0D108BD9-81ED-4DB2-BD59-A6C34878D82A}">
                    <a16:rowId xmlns:a16="http://schemas.microsoft.com/office/drawing/2014/main" val="10007"/>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330"/>
        <p:cNvGrpSpPr/>
        <p:nvPr/>
      </p:nvGrpSpPr>
      <p:grpSpPr>
        <a:xfrm>
          <a:off x="0" y="0"/>
          <a:ext cx="0" cy="0"/>
          <a:chOff x="0" y="0"/>
          <a:chExt cx="0" cy="0"/>
        </a:xfrm>
      </p:grpSpPr>
      <p:sp>
        <p:nvSpPr>
          <p:cNvPr id="1331" name="Google Shape;1331;p4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Product infographic</a:t>
            </a:r>
            <a:endParaRPr/>
          </a:p>
        </p:txBody>
      </p:sp>
      <p:sp>
        <p:nvSpPr>
          <p:cNvPr id="1332" name="Google Shape;1332;p42"/>
          <p:cNvSpPr txBox="1"/>
          <p:nvPr/>
        </p:nvSpPr>
        <p:spPr>
          <a:xfrm>
            <a:off x="723900" y="1286544"/>
            <a:ext cx="1757100" cy="6174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1800" b="1">
                <a:solidFill>
                  <a:schemeClr val="dk1"/>
                </a:solidFill>
                <a:latin typeface="Epilogue"/>
                <a:ea typeface="Epilogue"/>
                <a:cs typeface="Epilogue"/>
                <a:sym typeface="Epilogue"/>
              </a:rPr>
              <a:t>Visuals</a:t>
            </a:r>
            <a:endParaRPr sz="1800" b="1">
              <a:solidFill>
                <a:schemeClr val="dk1"/>
              </a:solidFill>
              <a:latin typeface="Epilogue"/>
              <a:ea typeface="Epilogue"/>
              <a:cs typeface="Epilogue"/>
              <a:sym typeface="Epilogue"/>
            </a:endParaRPr>
          </a:p>
        </p:txBody>
      </p:sp>
      <p:sp>
        <p:nvSpPr>
          <p:cNvPr id="1333" name="Google Shape;1333;p42"/>
          <p:cNvSpPr txBox="1"/>
          <p:nvPr/>
        </p:nvSpPr>
        <p:spPr>
          <a:xfrm>
            <a:off x="723900" y="2427996"/>
            <a:ext cx="1757100" cy="6174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1800" b="1">
                <a:solidFill>
                  <a:schemeClr val="dk1"/>
                </a:solidFill>
                <a:latin typeface="Epilogue"/>
                <a:ea typeface="Epilogue"/>
                <a:cs typeface="Epilogue"/>
                <a:sym typeface="Epilogue"/>
              </a:rPr>
              <a:t>Price</a:t>
            </a:r>
            <a:endParaRPr sz="1800" b="1">
              <a:solidFill>
                <a:schemeClr val="dk1"/>
              </a:solidFill>
              <a:latin typeface="Epilogue"/>
              <a:ea typeface="Epilogue"/>
              <a:cs typeface="Epilogue"/>
              <a:sym typeface="Epilogue"/>
            </a:endParaRPr>
          </a:p>
        </p:txBody>
      </p:sp>
      <p:sp>
        <p:nvSpPr>
          <p:cNvPr id="1334" name="Google Shape;1334;p42"/>
          <p:cNvSpPr txBox="1"/>
          <p:nvPr/>
        </p:nvSpPr>
        <p:spPr>
          <a:xfrm>
            <a:off x="723900" y="3569521"/>
            <a:ext cx="1757100" cy="6174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1800" b="1">
                <a:solidFill>
                  <a:schemeClr val="dk1"/>
                </a:solidFill>
                <a:latin typeface="Epilogue"/>
                <a:ea typeface="Epilogue"/>
                <a:cs typeface="Epilogue"/>
                <a:sym typeface="Epilogue"/>
              </a:rPr>
              <a:t>Availability</a:t>
            </a:r>
            <a:endParaRPr sz="1800" b="1">
              <a:solidFill>
                <a:schemeClr val="dk1"/>
              </a:solidFill>
              <a:latin typeface="Epilogue"/>
              <a:ea typeface="Epilogue"/>
              <a:cs typeface="Epilogue"/>
              <a:sym typeface="Epilogue"/>
            </a:endParaRPr>
          </a:p>
        </p:txBody>
      </p:sp>
      <p:sp>
        <p:nvSpPr>
          <p:cNvPr id="1335" name="Google Shape;1335;p42"/>
          <p:cNvSpPr txBox="1"/>
          <p:nvPr/>
        </p:nvSpPr>
        <p:spPr>
          <a:xfrm>
            <a:off x="6619450" y="1286544"/>
            <a:ext cx="1757100" cy="617400"/>
          </a:xfrm>
          <a:prstGeom prst="rect">
            <a:avLst/>
          </a:prstGeom>
          <a:noFill/>
          <a:ln>
            <a:noFill/>
          </a:ln>
        </p:spPr>
        <p:txBody>
          <a:bodyPr spcFirstLastPara="1" wrap="square" lIns="91425" tIns="91425" rIns="91425" bIns="91425" anchor="b" anchorCtr="0">
            <a:noAutofit/>
          </a:bodyPr>
          <a:lstStyle/>
          <a:p>
            <a:pPr marL="0" lvl="0" indent="0" algn="r" rtl="0">
              <a:spcBef>
                <a:spcPts val="0"/>
              </a:spcBef>
              <a:spcAft>
                <a:spcPts val="0"/>
              </a:spcAft>
              <a:buNone/>
            </a:pPr>
            <a:r>
              <a:rPr lang="en" sz="1800" b="1">
                <a:solidFill>
                  <a:schemeClr val="dk1"/>
                </a:solidFill>
                <a:latin typeface="Epilogue"/>
                <a:ea typeface="Epilogue"/>
                <a:cs typeface="Epilogue"/>
                <a:sym typeface="Epilogue"/>
              </a:rPr>
              <a:t>Features</a:t>
            </a:r>
            <a:endParaRPr sz="1800" b="1">
              <a:solidFill>
                <a:schemeClr val="dk1"/>
              </a:solidFill>
              <a:latin typeface="Epilogue"/>
              <a:ea typeface="Epilogue"/>
              <a:cs typeface="Epilogue"/>
              <a:sym typeface="Epilogue"/>
            </a:endParaRPr>
          </a:p>
        </p:txBody>
      </p:sp>
      <p:sp>
        <p:nvSpPr>
          <p:cNvPr id="1336" name="Google Shape;1336;p42"/>
          <p:cNvSpPr txBox="1"/>
          <p:nvPr/>
        </p:nvSpPr>
        <p:spPr>
          <a:xfrm>
            <a:off x="6619450" y="2427996"/>
            <a:ext cx="1757100" cy="617400"/>
          </a:xfrm>
          <a:prstGeom prst="rect">
            <a:avLst/>
          </a:prstGeom>
          <a:noFill/>
          <a:ln>
            <a:noFill/>
          </a:ln>
        </p:spPr>
        <p:txBody>
          <a:bodyPr spcFirstLastPara="1" wrap="square" lIns="91425" tIns="91425" rIns="91425" bIns="91425" anchor="b" anchorCtr="0">
            <a:noAutofit/>
          </a:bodyPr>
          <a:lstStyle/>
          <a:p>
            <a:pPr marL="0" lvl="0" indent="0" algn="r" rtl="0">
              <a:spcBef>
                <a:spcPts val="0"/>
              </a:spcBef>
              <a:spcAft>
                <a:spcPts val="0"/>
              </a:spcAft>
              <a:buNone/>
            </a:pPr>
            <a:r>
              <a:rPr lang="en" sz="1800" b="1">
                <a:solidFill>
                  <a:schemeClr val="dk1"/>
                </a:solidFill>
                <a:latin typeface="Epilogue"/>
                <a:ea typeface="Epilogue"/>
                <a:cs typeface="Epilogue"/>
                <a:sym typeface="Epilogue"/>
              </a:rPr>
              <a:t>Users</a:t>
            </a:r>
            <a:endParaRPr sz="1800" b="1">
              <a:solidFill>
                <a:schemeClr val="dk1"/>
              </a:solidFill>
              <a:latin typeface="Epilogue"/>
              <a:ea typeface="Epilogue"/>
              <a:cs typeface="Epilogue"/>
              <a:sym typeface="Epilogue"/>
            </a:endParaRPr>
          </a:p>
        </p:txBody>
      </p:sp>
      <p:sp>
        <p:nvSpPr>
          <p:cNvPr id="1337" name="Google Shape;1337;p42"/>
          <p:cNvSpPr txBox="1"/>
          <p:nvPr/>
        </p:nvSpPr>
        <p:spPr>
          <a:xfrm>
            <a:off x="6619450" y="3569521"/>
            <a:ext cx="1757100" cy="617400"/>
          </a:xfrm>
          <a:prstGeom prst="rect">
            <a:avLst/>
          </a:prstGeom>
          <a:noFill/>
          <a:ln>
            <a:noFill/>
          </a:ln>
        </p:spPr>
        <p:txBody>
          <a:bodyPr spcFirstLastPara="1" wrap="square" lIns="91425" tIns="91425" rIns="91425" bIns="91425" anchor="b" anchorCtr="0">
            <a:noAutofit/>
          </a:bodyPr>
          <a:lstStyle/>
          <a:p>
            <a:pPr marL="0" lvl="0" indent="0" algn="r" rtl="0">
              <a:spcBef>
                <a:spcPts val="0"/>
              </a:spcBef>
              <a:spcAft>
                <a:spcPts val="0"/>
              </a:spcAft>
              <a:buNone/>
            </a:pPr>
            <a:r>
              <a:rPr lang="en" sz="1800" b="1">
                <a:solidFill>
                  <a:schemeClr val="dk1"/>
                </a:solidFill>
                <a:latin typeface="Epilogue"/>
                <a:ea typeface="Epilogue"/>
                <a:cs typeface="Epilogue"/>
                <a:sym typeface="Epilogue"/>
              </a:rPr>
              <a:t>Updates</a:t>
            </a:r>
            <a:endParaRPr sz="1800" b="1">
              <a:solidFill>
                <a:schemeClr val="dk1"/>
              </a:solidFill>
              <a:latin typeface="Epilogue"/>
              <a:ea typeface="Epilogue"/>
              <a:cs typeface="Epilogue"/>
              <a:sym typeface="Epilogue"/>
            </a:endParaRPr>
          </a:p>
        </p:txBody>
      </p:sp>
      <p:sp>
        <p:nvSpPr>
          <p:cNvPr id="1338" name="Google Shape;1338;p42"/>
          <p:cNvSpPr/>
          <p:nvPr/>
        </p:nvSpPr>
        <p:spPr>
          <a:xfrm>
            <a:off x="3088263" y="1484157"/>
            <a:ext cx="471300" cy="4713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 name="Google Shape;1339;p42"/>
          <p:cNvSpPr/>
          <p:nvPr/>
        </p:nvSpPr>
        <p:spPr>
          <a:xfrm>
            <a:off x="3088263" y="2625682"/>
            <a:ext cx="471300" cy="4713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 name="Google Shape;1340;p42"/>
          <p:cNvSpPr/>
          <p:nvPr/>
        </p:nvSpPr>
        <p:spPr>
          <a:xfrm>
            <a:off x="3088263" y="3767207"/>
            <a:ext cx="471300" cy="4713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 name="Google Shape;1341;p42"/>
          <p:cNvSpPr/>
          <p:nvPr/>
        </p:nvSpPr>
        <p:spPr>
          <a:xfrm>
            <a:off x="5584438" y="1484157"/>
            <a:ext cx="471300" cy="4713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 name="Google Shape;1342;p42"/>
          <p:cNvSpPr/>
          <p:nvPr/>
        </p:nvSpPr>
        <p:spPr>
          <a:xfrm>
            <a:off x="5584438" y="2625682"/>
            <a:ext cx="471300" cy="4713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 name="Google Shape;1343;p42"/>
          <p:cNvSpPr/>
          <p:nvPr/>
        </p:nvSpPr>
        <p:spPr>
          <a:xfrm>
            <a:off x="5584438" y="3767207"/>
            <a:ext cx="471300" cy="4713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 name="Google Shape;1344;p42"/>
          <p:cNvSpPr txBox="1"/>
          <p:nvPr/>
        </p:nvSpPr>
        <p:spPr>
          <a:xfrm>
            <a:off x="723900" y="1813085"/>
            <a:ext cx="1757100" cy="419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latin typeface="Lato"/>
                <a:ea typeface="Lato"/>
                <a:cs typeface="Lato"/>
                <a:sym typeface="Lato"/>
              </a:rPr>
              <a:t>Showcase the design of your product</a:t>
            </a:r>
            <a:endParaRPr sz="1200">
              <a:solidFill>
                <a:schemeClr val="dk1"/>
              </a:solidFill>
              <a:latin typeface="Lato"/>
              <a:ea typeface="Lato"/>
              <a:cs typeface="Lato"/>
              <a:sym typeface="Lato"/>
            </a:endParaRPr>
          </a:p>
        </p:txBody>
      </p:sp>
      <p:sp>
        <p:nvSpPr>
          <p:cNvPr id="1345" name="Google Shape;1345;p42"/>
          <p:cNvSpPr txBox="1"/>
          <p:nvPr/>
        </p:nvSpPr>
        <p:spPr>
          <a:xfrm>
            <a:off x="723900" y="2954606"/>
            <a:ext cx="1757100" cy="419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latin typeface="Lato"/>
                <a:ea typeface="Lato"/>
                <a:cs typeface="Lato"/>
                <a:sym typeface="Lato"/>
              </a:rPr>
              <a:t>Share the cost and price with investors</a:t>
            </a:r>
            <a:endParaRPr sz="1200">
              <a:solidFill>
                <a:schemeClr val="dk1"/>
              </a:solidFill>
              <a:latin typeface="Lato"/>
              <a:ea typeface="Lato"/>
              <a:cs typeface="Lato"/>
              <a:sym typeface="Lato"/>
            </a:endParaRPr>
          </a:p>
        </p:txBody>
      </p:sp>
      <p:sp>
        <p:nvSpPr>
          <p:cNvPr id="1346" name="Google Shape;1346;p42"/>
          <p:cNvSpPr txBox="1"/>
          <p:nvPr/>
        </p:nvSpPr>
        <p:spPr>
          <a:xfrm>
            <a:off x="723900" y="4096131"/>
            <a:ext cx="1757100" cy="419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latin typeface="Lato"/>
                <a:ea typeface="Lato"/>
                <a:cs typeface="Lato"/>
                <a:sym typeface="Lato"/>
              </a:rPr>
              <a:t>When is the product expected to be ready?</a:t>
            </a:r>
            <a:endParaRPr sz="1200">
              <a:solidFill>
                <a:schemeClr val="dk1"/>
              </a:solidFill>
              <a:latin typeface="Lato"/>
              <a:ea typeface="Lato"/>
              <a:cs typeface="Lato"/>
              <a:sym typeface="Lato"/>
            </a:endParaRPr>
          </a:p>
        </p:txBody>
      </p:sp>
      <p:sp>
        <p:nvSpPr>
          <p:cNvPr id="1347" name="Google Shape;1347;p42"/>
          <p:cNvSpPr txBox="1"/>
          <p:nvPr/>
        </p:nvSpPr>
        <p:spPr>
          <a:xfrm>
            <a:off x="6619450" y="1813085"/>
            <a:ext cx="1757100" cy="4197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1200">
                <a:solidFill>
                  <a:schemeClr val="dk1"/>
                </a:solidFill>
                <a:latin typeface="Lato"/>
                <a:ea typeface="Lato"/>
                <a:cs typeface="Lato"/>
                <a:sym typeface="Lato"/>
              </a:rPr>
              <a:t>What makes your product unique?</a:t>
            </a:r>
            <a:endParaRPr sz="1200">
              <a:solidFill>
                <a:schemeClr val="dk1"/>
              </a:solidFill>
              <a:latin typeface="Lato"/>
              <a:ea typeface="Lato"/>
              <a:cs typeface="Lato"/>
              <a:sym typeface="Lato"/>
            </a:endParaRPr>
          </a:p>
        </p:txBody>
      </p:sp>
      <p:sp>
        <p:nvSpPr>
          <p:cNvPr id="1348" name="Google Shape;1348;p42"/>
          <p:cNvSpPr txBox="1"/>
          <p:nvPr/>
        </p:nvSpPr>
        <p:spPr>
          <a:xfrm>
            <a:off x="6619450" y="2954606"/>
            <a:ext cx="1757100" cy="4197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1200">
                <a:solidFill>
                  <a:schemeClr val="dk1"/>
                </a:solidFill>
                <a:latin typeface="Lato"/>
                <a:ea typeface="Lato"/>
                <a:cs typeface="Lato"/>
                <a:sym typeface="Lato"/>
              </a:rPr>
              <a:t>Speak about the target audience</a:t>
            </a:r>
            <a:endParaRPr sz="1200">
              <a:solidFill>
                <a:schemeClr val="dk1"/>
              </a:solidFill>
              <a:latin typeface="Lato"/>
              <a:ea typeface="Lato"/>
              <a:cs typeface="Lato"/>
              <a:sym typeface="Lato"/>
            </a:endParaRPr>
          </a:p>
        </p:txBody>
      </p:sp>
      <p:sp>
        <p:nvSpPr>
          <p:cNvPr id="1349" name="Google Shape;1349;p42"/>
          <p:cNvSpPr txBox="1"/>
          <p:nvPr/>
        </p:nvSpPr>
        <p:spPr>
          <a:xfrm>
            <a:off x="6619450" y="4096131"/>
            <a:ext cx="1757100" cy="4197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1200">
                <a:solidFill>
                  <a:schemeClr val="dk1"/>
                </a:solidFill>
                <a:latin typeface="Lato"/>
                <a:ea typeface="Lato"/>
                <a:cs typeface="Lato"/>
                <a:sym typeface="Lato"/>
              </a:rPr>
              <a:t>Do you plan on updating it?</a:t>
            </a:r>
            <a:endParaRPr sz="1200">
              <a:solidFill>
                <a:schemeClr val="dk1"/>
              </a:solidFill>
              <a:latin typeface="Lato"/>
              <a:ea typeface="Lato"/>
              <a:cs typeface="Lato"/>
              <a:sym typeface="Lato"/>
            </a:endParaRPr>
          </a:p>
        </p:txBody>
      </p:sp>
      <p:grpSp>
        <p:nvGrpSpPr>
          <p:cNvPr id="1350" name="Google Shape;1350;p42"/>
          <p:cNvGrpSpPr/>
          <p:nvPr/>
        </p:nvGrpSpPr>
        <p:grpSpPr>
          <a:xfrm>
            <a:off x="3146528" y="1550189"/>
            <a:ext cx="354778" cy="339271"/>
            <a:chOff x="5045500" y="842250"/>
            <a:chExt cx="503875" cy="481850"/>
          </a:xfrm>
        </p:grpSpPr>
        <p:sp>
          <p:nvSpPr>
            <p:cNvPr id="1351" name="Google Shape;1351;p42"/>
            <p:cNvSpPr/>
            <p:nvPr/>
          </p:nvSpPr>
          <p:spPr>
            <a:xfrm>
              <a:off x="5045500" y="842250"/>
              <a:ext cx="503875" cy="481850"/>
            </a:xfrm>
            <a:custGeom>
              <a:avLst/>
              <a:gdLst/>
              <a:ahLst/>
              <a:cxnLst/>
              <a:rect l="l" t="t" r="r" b="b"/>
              <a:pathLst>
                <a:path w="20155" h="19274" extrusionOk="0">
                  <a:moveTo>
                    <a:pt x="12103" y="1130"/>
                  </a:moveTo>
                  <a:cubicBezTo>
                    <a:pt x="13694" y="1130"/>
                    <a:pt x="15284" y="1735"/>
                    <a:pt x="16496" y="2945"/>
                  </a:cubicBezTo>
                  <a:cubicBezTo>
                    <a:pt x="18917" y="5366"/>
                    <a:pt x="18917" y="9305"/>
                    <a:pt x="16496" y="11729"/>
                  </a:cubicBezTo>
                  <a:cubicBezTo>
                    <a:pt x="15286" y="12940"/>
                    <a:pt x="13695" y="13545"/>
                    <a:pt x="12104" y="13545"/>
                  </a:cubicBezTo>
                  <a:cubicBezTo>
                    <a:pt x="10514" y="13545"/>
                    <a:pt x="8923" y="12940"/>
                    <a:pt x="7712" y="11729"/>
                  </a:cubicBezTo>
                  <a:cubicBezTo>
                    <a:pt x="5288" y="9305"/>
                    <a:pt x="5288" y="5369"/>
                    <a:pt x="7712" y="2945"/>
                  </a:cubicBezTo>
                  <a:cubicBezTo>
                    <a:pt x="8923" y="1735"/>
                    <a:pt x="10513" y="1130"/>
                    <a:pt x="12103" y="1130"/>
                  </a:cubicBezTo>
                  <a:close/>
                  <a:moveTo>
                    <a:pt x="4918" y="13726"/>
                  </a:moveTo>
                  <a:lnTo>
                    <a:pt x="5716" y="14524"/>
                  </a:lnTo>
                  <a:lnTo>
                    <a:pt x="4918" y="15322"/>
                  </a:lnTo>
                  <a:lnTo>
                    <a:pt x="4120" y="14524"/>
                  </a:lnTo>
                  <a:lnTo>
                    <a:pt x="4918" y="13726"/>
                  </a:lnTo>
                  <a:close/>
                  <a:moveTo>
                    <a:pt x="12106" y="1"/>
                  </a:moveTo>
                  <a:cubicBezTo>
                    <a:pt x="10226" y="1"/>
                    <a:pt x="8345" y="717"/>
                    <a:pt x="6914" y="2147"/>
                  </a:cubicBezTo>
                  <a:cubicBezTo>
                    <a:pt x="4725" y="4333"/>
                    <a:pt x="4240" y="7516"/>
                    <a:pt x="5315" y="10133"/>
                  </a:cubicBezTo>
                  <a:lnTo>
                    <a:pt x="4518" y="10931"/>
                  </a:lnTo>
                  <a:cubicBezTo>
                    <a:pt x="4009" y="11434"/>
                    <a:pt x="3876" y="12208"/>
                    <a:pt x="4192" y="12852"/>
                  </a:cubicBezTo>
                  <a:lnTo>
                    <a:pt x="663" y="16382"/>
                  </a:lnTo>
                  <a:cubicBezTo>
                    <a:pt x="1" y="17044"/>
                    <a:pt x="1" y="18116"/>
                    <a:pt x="663" y="18778"/>
                  </a:cubicBezTo>
                  <a:cubicBezTo>
                    <a:pt x="994" y="19108"/>
                    <a:pt x="1428" y="19273"/>
                    <a:pt x="1862" y="19273"/>
                  </a:cubicBezTo>
                  <a:cubicBezTo>
                    <a:pt x="2295" y="19273"/>
                    <a:pt x="2729" y="19108"/>
                    <a:pt x="3060" y="18778"/>
                  </a:cubicBezTo>
                  <a:lnTo>
                    <a:pt x="6586" y="15249"/>
                  </a:lnTo>
                  <a:cubicBezTo>
                    <a:pt x="6820" y="15363"/>
                    <a:pt x="7071" y="15418"/>
                    <a:pt x="7320" y="15418"/>
                  </a:cubicBezTo>
                  <a:cubicBezTo>
                    <a:pt x="7757" y="15418"/>
                    <a:pt x="8188" y="15247"/>
                    <a:pt x="8510" y="14921"/>
                  </a:cubicBezTo>
                  <a:lnTo>
                    <a:pt x="9308" y="14126"/>
                  </a:lnTo>
                  <a:cubicBezTo>
                    <a:pt x="10192" y="14489"/>
                    <a:pt x="11145" y="14675"/>
                    <a:pt x="12104" y="14675"/>
                  </a:cubicBezTo>
                  <a:cubicBezTo>
                    <a:pt x="13962" y="14675"/>
                    <a:pt x="15843" y="13979"/>
                    <a:pt x="17294" y="12527"/>
                  </a:cubicBezTo>
                  <a:cubicBezTo>
                    <a:pt x="20155" y="9666"/>
                    <a:pt x="20155" y="5008"/>
                    <a:pt x="17294" y="2147"/>
                  </a:cubicBezTo>
                  <a:cubicBezTo>
                    <a:pt x="15864" y="716"/>
                    <a:pt x="13985" y="1"/>
                    <a:pt x="1210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52" name="Google Shape;1352;p42"/>
            <p:cNvSpPr/>
            <p:nvPr/>
          </p:nvSpPr>
          <p:spPr>
            <a:xfrm>
              <a:off x="5221050" y="898625"/>
              <a:ext cx="254100" cy="254100"/>
            </a:xfrm>
            <a:custGeom>
              <a:avLst/>
              <a:gdLst/>
              <a:ahLst/>
              <a:cxnLst/>
              <a:rect l="l" t="t" r="r" b="b"/>
              <a:pathLst>
                <a:path w="10164" h="10164" extrusionOk="0">
                  <a:moveTo>
                    <a:pt x="5081" y="1"/>
                  </a:moveTo>
                  <a:cubicBezTo>
                    <a:pt x="2274" y="1"/>
                    <a:pt x="1" y="2274"/>
                    <a:pt x="1" y="5081"/>
                  </a:cubicBezTo>
                  <a:cubicBezTo>
                    <a:pt x="1" y="7887"/>
                    <a:pt x="2274" y="10164"/>
                    <a:pt x="5081" y="10164"/>
                  </a:cubicBezTo>
                  <a:cubicBezTo>
                    <a:pt x="7887" y="10164"/>
                    <a:pt x="10164" y="7887"/>
                    <a:pt x="10164" y="5081"/>
                  </a:cubicBezTo>
                  <a:cubicBezTo>
                    <a:pt x="10164" y="2274"/>
                    <a:pt x="7887" y="1"/>
                    <a:pt x="508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353" name="Google Shape;1353;p42"/>
          <p:cNvGrpSpPr/>
          <p:nvPr/>
        </p:nvGrpSpPr>
        <p:grpSpPr>
          <a:xfrm>
            <a:off x="3155438" y="2717933"/>
            <a:ext cx="336965" cy="286833"/>
            <a:chOff x="5645200" y="879425"/>
            <a:chExt cx="478575" cy="407375"/>
          </a:xfrm>
        </p:grpSpPr>
        <p:sp>
          <p:nvSpPr>
            <p:cNvPr id="1354" name="Google Shape;1354;p42"/>
            <p:cNvSpPr/>
            <p:nvPr/>
          </p:nvSpPr>
          <p:spPr>
            <a:xfrm>
              <a:off x="6004200" y="1075025"/>
              <a:ext cx="86075" cy="93450"/>
            </a:xfrm>
            <a:custGeom>
              <a:avLst/>
              <a:gdLst/>
              <a:ahLst/>
              <a:cxnLst/>
              <a:rect l="l" t="t" r="r" b="b"/>
              <a:pathLst>
                <a:path w="3443" h="3738" extrusionOk="0">
                  <a:moveTo>
                    <a:pt x="1" y="0"/>
                  </a:moveTo>
                  <a:lnTo>
                    <a:pt x="1" y="3737"/>
                  </a:lnTo>
                  <a:lnTo>
                    <a:pt x="1907" y="3737"/>
                  </a:lnTo>
                  <a:cubicBezTo>
                    <a:pt x="2157" y="3737"/>
                    <a:pt x="2377" y="3574"/>
                    <a:pt x="2449" y="3334"/>
                  </a:cubicBezTo>
                  <a:lnTo>
                    <a:pt x="344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55" name="Google Shape;1355;p42"/>
            <p:cNvSpPr/>
            <p:nvPr/>
          </p:nvSpPr>
          <p:spPr>
            <a:xfrm>
              <a:off x="5880900" y="953275"/>
              <a:ext cx="95100" cy="93525"/>
            </a:xfrm>
            <a:custGeom>
              <a:avLst/>
              <a:gdLst/>
              <a:ahLst/>
              <a:cxnLst/>
              <a:rect l="l" t="t" r="r" b="b"/>
              <a:pathLst>
                <a:path w="3804" h="3741" extrusionOk="0">
                  <a:moveTo>
                    <a:pt x="0" y="1"/>
                  </a:moveTo>
                  <a:lnTo>
                    <a:pt x="0" y="3741"/>
                  </a:lnTo>
                  <a:lnTo>
                    <a:pt x="3804" y="3741"/>
                  </a:lnTo>
                  <a:lnTo>
                    <a:pt x="3804"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56" name="Google Shape;1356;p42"/>
            <p:cNvSpPr/>
            <p:nvPr/>
          </p:nvSpPr>
          <p:spPr>
            <a:xfrm>
              <a:off x="6004200" y="953275"/>
              <a:ext cx="119575" cy="93525"/>
            </a:xfrm>
            <a:custGeom>
              <a:avLst/>
              <a:gdLst/>
              <a:ahLst/>
              <a:cxnLst/>
              <a:rect l="l" t="t" r="r" b="b"/>
              <a:pathLst>
                <a:path w="4783" h="3741" extrusionOk="0">
                  <a:moveTo>
                    <a:pt x="1" y="1"/>
                  </a:moveTo>
                  <a:lnTo>
                    <a:pt x="1" y="3741"/>
                  </a:lnTo>
                  <a:lnTo>
                    <a:pt x="3777" y="3741"/>
                  </a:lnTo>
                  <a:lnTo>
                    <a:pt x="4674" y="727"/>
                  </a:lnTo>
                  <a:cubicBezTo>
                    <a:pt x="4783" y="365"/>
                    <a:pt x="4512" y="1"/>
                    <a:pt x="413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57" name="Google Shape;1357;p42"/>
            <p:cNvSpPr/>
            <p:nvPr/>
          </p:nvSpPr>
          <p:spPr>
            <a:xfrm>
              <a:off x="5880900" y="1075025"/>
              <a:ext cx="95100" cy="93450"/>
            </a:xfrm>
            <a:custGeom>
              <a:avLst/>
              <a:gdLst/>
              <a:ahLst/>
              <a:cxnLst/>
              <a:rect l="l" t="t" r="r" b="b"/>
              <a:pathLst>
                <a:path w="3804" h="3738" extrusionOk="0">
                  <a:moveTo>
                    <a:pt x="0" y="0"/>
                  </a:moveTo>
                  <a:lnTo>
                    <a:pt x="0" y="3737"/>
                  </a:lnTo>
                  <a:lnTo>
                    <a:pt x="3804" y="3737"/>
                  </a:lnTo>
                  <a:lnTo>
                    <a:pt x="3804"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58" name="Google Shape;1358;p42"/>
            <p:cNvSpPr/>
            <p:nvPr/>
          </p:nvSpPr>
          <p:spPr>
            <a:xfrm>
              <a:off x="5645200" y="879425"/>
              <a:ext cx="207500" cy="167375"/>
            </a:xfrm>
            <a:custGeom>
              <a:avLst/>
              <a:gdLst/>
              <a:ahLst/>
              <a:cxnLst/>
              <a:rect l="l" t="t" r="r" b="b"/>
              <a:pathLst>
                <a:path w="8300" h="6695" extrusionOk="0">
                  <a:moveTo>
                    <a:pt x="563" y="1"/>
                  </a:moveTo>
                  <a:cubicBezTo>
                    <a:pt x="253" y="1"/>
                    <a:pt x="0" y="254"/>
                    <a:pt x="0" y="564"/>
                  </a:cubicBezTo>
                  <a:cubicBezTo>
                    <a:pt x="0" y="877"/>
                    <a:pt x="253" y="1130"/>
                    <a:pt x="563" y="1130"/>
                  </a:cubicBezTo>
                  <a:lnTo>
                    <a:pt x="2403" y="1130"/>
                  </a:lnTo>
                  <a:lnTo>
                    <a:pt x="3159" y="3672"/>
                  </a:lnTo>
                  <a:cubicBezTo>
                    <a:pt x="3162" y="3678"/>
                    <a:pt x="3162" y="3687"/>
                    <a:pt x="3165" y="3696"/>
                  </a:cubicBezTo>
                  <a:lnTo>
                    <a:pt x="4059" y="6695"/>
                  </a:lnTo>
                  <a:lnTo>
                    <a:pt x="8299" y="6695"/>
                  </a:lnTo>
                  <a:lnTo>
                    <a:pt x="8299" y="2955"/>
                  </a:lnTo>
                  <a:lnTo>
                    <a:pt x="4123" y="2955"/>
                  </a:lnTo>
                  <a:lnTo>
                    <a:pt x="3364" y="404"/>
                  </a:lnTo>
                  <a:cubicBezTo>
                    <a:pt x="3295" y="163"/>
                    <a:pt x="3072" y="1"/>
                    <a:pt x="282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59" name="Google Shape;1359;p42"/>
            <p:cNvSpPr/>
            <p:nvPr/>
          </p:nvSpPr>
          <p:spPr>
            <a:xfrm>
              <a:off x="5722500" y="1075025"/>
              <a:ext cx="370875" cy="211775"/>
            </a:xfrm>
            <a:custGeom>
              <a:avLst/>
              <a:gdLst/>
              <a:ahLst/>
              <a:cxnLst/>
              <a:rect l="l" t="t" r="r" b="b"/>
              <a:pathLst>
                <a:path w="14835" h="8471" extrusionOk="0">
                  <a:moveTo>
                    <a:pt x="1305" y="0"/>
                  </a:moveTo>
                  <a:lnTo>
                    <a:pt x="2082" y="2614"/>
                  </a:lnTo>
                  <a:cubicBezTo>
                    <a:pt x="901" y="2701"/>
                    <a:pt x="1" y="3704"/>
                    <a:pt x="40" y="4887"/>
                  </a:cubicBezTo>
                  <a:cubicBezTo>
                    <a:pt x="82" y="6071"/>
                    <a:pt x="1049" y="7010"/>
                    <a:pt x="2232" y="7019"/>
                  </a:cubicBezTo>
                  <a:lnTo>
                    <a:pt x="2795" y="7019"/>
                  </a:lnTo>
                  <a:cubicBezTo>
                    <a:pt x="3045" y="7878"/>
                    <a:pt x="3834" y="8471"/>
                    <a:pt x="4731" y="8471"/>
                  </a:cubicBezTo>
                  <a:cubicBezTo>
                    <a:pt x="5629" y="8471"/>
                    <a:pt x="6418" y="7878"/>
                    <a:pt x="6671" y="7019"/>
                  </a:cubicBezTo>
                  <a:lnTo>
                    <a:pt x="9667" y="7019"/>
                  </a:lnTo>
                  <a:cubicBezTo>
                    <a:pt x="9917" y="7878"/>
                    <a:pt x="10709" y="8471"/>
                    <a:pt x="11606" y="8471"/>
                  </a:cubicBezTo>
                  <a:cubicBezTo>
                    <a:pt x="12500" y="8471"/>
                    <a:pt x="13292" y="7878"/>
                    <a:pt x="13542" y="7019"/>
                  </a:cubicBezTo>
                  <a:lnTo>
                    <a:pt x="14271" y="7019"/>
                  </a:lnTo>
                  <a:cubicBezTo>
                    <a:pt x="14581" y="7019"/>
                    <a:pt x="14834" y="6766"/>
                    <a:pt x="14834" y="6453"/>
                  </a:cubicBezTo>
                  <a:cubicBezTo>
                    <a:pt x="14834" y="6140"/>
                    <a:pt x="14581" y="5890"/>
                    <a:pt x="14271" y="5890"/>
                  </a:cubicBezTo>
                  <a:lnTo>
                    <a:pt x="13542" y="5890"/>
                  </a:lnTo>
                  <a:cubicBezTo>
                    <a:pt x="13292" y="5029"/>
                    <a:pt x="12500" y="4436"/>
                    <a:pt x="11606" y="4436"/>
                  </a:cubicBezTo>
                  <a:cubicBezTo>
                    <a:pt x="10709" y="4436"/>
                    <a:pt x="9917" y="5029"/>
                    <a:pt x="9667" y="5890"/>
                  </a:cubicBezTo>
                  <a:lnTo>
                    <a:pt x="6671" y="5890"/>
                  </a:lnTo>
                  <a:cubicBezTo>
                    <a:pt x="6418" y="5029"/>
                    <a:pt x="5629" y="4436"/>
                    <a:pt x="4731" y="4436"/>
                  </a:cubicBezTo>
                  <a:cubicBezTo>
                    <a:pt x="3834" y="4436"/>
                    <a:pt x="3045" y="5029"/>
                    <a:pt x="2792" y="5890"/>
                  </a:cubicBezTo>
                  <a:lnTo>
                    <a:pt x="2232" y="5890"/>
                  </a:lnTo>
                  <a:cubicBezTo>
                    <a:pt x="1639" y="5890"/>
                    <a:pt x="1157" y="5408"/>
                    <a:pt x="1157" y="4815"/>
                  </a:cubicBezTo>
                  <a:cubicBezTo>
                    <a:pt x="1157" y="4219"/>
                    <a:pt x="1639" y="3737"/>
                    <a:pt x="2232" y="3737"/>
                  </a:cubicBezTo>
                  <a:lnTo>
                    <a:pt x="5207" y="3737"/>
                  </a:lnTo>
                  <a:lnTo>
                    <a:pt x="5207"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360" name="Google Shape;1360;p42"/>
          <p:cNvGrpSpPr/>
          <p:nvPr/>
        </p:nvGrpSpPr>
        <p:grpSpPr>
          <a:xfrm>
            <a:off x="3155452" y="3833212"/>
            <a:ext cx="339253" cy="339253"/>
            <a:chOff x="1492675" y="4992125"/>
            <a:chExt cx="481825" cy="481825"/>
          </a:xfrm>
        </p:grpSpPr>
        <p:sp>
          <p:nvSpPr>
            <p:cNvPr id="1361" name="Google Shape;1361;p42"/>
            <p:cNvSpPr/>
            <p:nvPr/>
          </p:nvSpPr>
          <p:spPr>
            <a:xfrm>
              <a:off x="1492675" y="4992125"/>
              <a:ext cx="481825" cy="481825"/>
            </a:xfrm>
            <a:custGeom>
              <a:avLst/>
              <a:gdLst/>
              <a:ahLst/>
              <a:cxnLst/>
              <a:rect l="l" t="t" r="r" b="b"/>
              <a:pathLst>
                <a:path w="19273" h="19273" extrusionOk="0">
                  <a:moveTo>
                    <a:pt x="12728" y="5990"/>
                  </a:moveTo>
                  <a:cubicBezTo>
                    <a:pt x="13161" y="5990"/>
                    <a:pt x="13595" y="6156"/>
                    <a:pt x="13925" y="6487"/>
                  </a:cubicBezTo>
                  <a:cubicBezTo>
                    <a:pt x="14587" y="7149"/>
                    <a:pt x="14587" y="8221"/>
                    <a:pt x="13928" y="8884"/>
                  </a:cubicBezTo>
                  <a:lnTo>
                    <a:pt x="10028" y="12780"/>
                  </a:lnTo>
                  <a:cubicBezTo>
                    <a:pt x="9709" y="13100"/>
                    <a:pt x="9278" y="13280"/>
                    <a:pt x="8830" y="13280"/>
                  </a:cubicBezTo>
                  <a:lnTo>
                    <a:pt x="8815" y="13280"/>
                  </a:lnTo>
                  <a:cubicBezTo>
                    <a:pt x="8811" y="13280"/>
                    <a:pt x="8807" y="13280"/>
                    <a:pt x="8804" y="13280"/>
                  </a:cubicBezTo>
                  <a:cubicBezTo>
                    <a:pt x="8362" y="13280"/>
                    <a:pt x="7936" y="13103"/>
                    <a:pt x="7622" y="12789"/>
                  </a:cubicBezTo>
                  <a:lnTo>
                    <a:pt x="5346" y="10528"/>
                  </a:lnTo>
                  <a:cubicBezTo>
                    <a:pt x="4632" y="9877"/>
                    <a:pt x="4605" y="8760"/>
                    <a:pt x="5288" y="8077"/>
                  </a:cubicBezTo>
                  <a:cubicBezTo>
                    <a:pt x="5620" y="7745"/>
                    <a:pt x="6053" y="7581"/>
                    <a:pt x="6485" y="7581"/>
                  </a:cubicBezTo>
                  <a:cubicBezTo>
                    <a:pt x="6944" y="7581"/>
                    <a:pt x="7402" y="7766"/>
                    <a:pt x="7737" y="8134"/>
                  </a:cubicBezTo>
                  <a:lnTo>
                    <a:pt x="8812" y="9206"/>
                  </a:lnTo>
                  <a:lnTo>
                    <a:pt x="11531" y="6487"/>
                  </a:lnTo>
                  <a:cubicBezTo>
                    <a:pt x="11861" y="6156"/>
                    <a:pt x="12294" y="5990"/>
                    <a:pt x="12728" y="5990"/>
                  </a:cubicBezTo>
                  <a:close/>
                  <a:moveTo>
                    <a:pt x="9637" y="1"/>
                  </a:moveTo>
                  <a:cubicBezTo>
                    <a:pt x="7095" y="1"/>
                    <a:pt x="4686" y="1012"/>
                    <a:pt x="2849" y="2849"/>
                  </a:cubicBezTo>
                  <a:cubicBezTo>
                    <a:pt x="1013" y="4686"/>
                    <a:pt x="1" y="7098"/>
                    <a:pt x="1" y="9637"/>
                  </a:cubicBezTo>
                  <a:cubicBezTo>
                    <a:pt x="1" y="12175"/>
                    <a:pt x="1013" y="14587"/>
                    <a:pt x="2849" y="16424"/>
                  </a:cubicBezTo>
                  <a:cubicBezTo>
                    <a:pt x="4686" y="18261"/>
                    <a:pt x="7095" y="19273"/>
                    <a:pt x="9637" y="19273"/>
                  </a:cubicBezTo>
                  <a:cubicBezTo>
                    <a:pt x="12175" y="19273"/>
                    <a:pt x="14584" y="18261"/>
                    <a:pt x="16421" y="16424"/>
                  </a:cubicBezTo>
                  <a:cubicBezTo>
                    <a:pt x="18258" y="14587"/>
                    <a:pt x="19273" y="12175"/>
                    <a:pt x="19273" y="9637"/>
                  </a:cubicBezTo>
                  <a:cubicBezTo>
                    <a:pt x="19273" y="7098"/>
                    <a:pt x="18258" y="4686"/>
                    <a:pt x="16421" y="2849"/>
                  </a:cubicBezTo>
                  <a:cubicBezTo>
                    <a:pt x="14584" y="1012"/>
                    <a:pt x="12175" y="1"/>
                    <a:pt x="963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62" name="Google Shape;1362;p42"/>
            <p:cNvSpPr/>
            <p:nvPr/>
          </p:nvSpPr>
          <p:spPr>
            <a:xfrm>
              <a:off x="1639625" y="5170175"/>
              <a:ext cx="190100" cy="125750"/>
            </a:xfrm>
            <a:custGeom>
              <a:avLst/>
              <a:gdLst/>
              <a:ahLst/>
              <a:cxnLst/>
              <a:rect l="l" t="t" r="r" b="b"/>
              <a:pathLst>
                <a:path w="7604" h="5030" extrusionOk="0">
                  <a:moveTo>
                    <a:pt x="6852" y="0"/>
                  </a:moveTo>
                  <a:cubicBezTo>
                    <a:pt x="6851" y="0"/>
                    <a:pt x="6850" y="0"/>
                    <a:pt x="6848" y="0"/>
                  </a:cubicBezTo>
                  <a:cubicBezTo>
                    <a:pt x="6698" y="0"/>
                    <a:pt x="6556" y="57"/>
                    <a:pt x="6451" y="163"/>
                  </a:cubicBezTo>
                  <a:lnTo>
                    <a:pt x="3334" y="3279"/>
                  </a:lnTo>
                  <a:cubicBezTo>
                    <a:pt x="3224" y="3391"/>
                    <a:pt x="3080" y="3447"/>
                    <a:pt x="2935" y="3447"/>
                  </a:cubicBezTo>
                  <a:cubicBezTo>
                    <a:pt x="2791" y="3447"/>
                    <a:pt x="2646" y="3391"/>
                    <a:pt x="2536" y="3279"/>
                  </a:cubicBezTo>
                  <a:cubicBezTo>
                    <a:pt x="2533" y="3279"/>
                    <a:pt x="2533" y="3279"/>
                    <a:pt x="2530" y="3276"/>
                  </a:cubicBezTo>
                  <a:cubicBezTo>
                    <a:pt x="2521" y="3267"/>
                    <a:pt x="2509" y="3255"/>
                    <a:pt x="2497" y="3246"/>
                  </a:cubicBezTo>
                  <a:lnTo>
                    <a:pt x="1061" y="1810"/>
                  </a:lnTo>
                  <a:cubicBezTo>
                    <a:pt x="948" y="1678"/>
                    <a:pt x="789" y="1611"/>
                    <a:pt x="629" y="1611"/>
                  </a:cubicBezTo>
                  <a:cubicBezTo>
                    <a:pt x="486" y="1611"/>
                    <a:pt x="342" y="1666"/>
                    <a:pt x="233" y="1777"/>
                  </a:cubicBezTo>
                  <a:cubicBezTo>
                    <a:pt x="1" y="2009"/>
                    <a:pt x="16" y="2391"/>
                    <a:pt x="266" y="2605"/>
                  </a:cubicBezTo>
                  <a:lnTo>
                    <a:pt x="2542" y="4869"/>
                  </a:lnTo>
                  <a:cubicBezTo>
                    <a:pt x="2645" y="4972"/>
                    <a:pt x="2782" y="5029"/>
                    <a:pt x="2926" y="5029"/>
                  </a:cubicBezTo>
                  <a:cubicBezTo>
                    <a:pt x="2929" y="5029"/>
                    <a:pt x="2933" y="5029"/>
                    <a:pt x="2937" y="5029"/>
                  </a:cubicBezTo>
                  <a:lnTo>
                    <a:pt x="2943" y="5029"/>
                  </a:lnTo>
                  <a:cubicBezTo>
                    <a:pt x="3096" y="5029"/>
                    <a:pt x="3241" y="4969"/>
                    <a:pt x="3352" y="4860"/>
                  </a:cubicBezTo>
                  <a:lnTo>
                    <a:pt x="7249" y="964"/>
                  </a:lnTo>
                  <a:cubicBezTo>
                    <a:pt x="7603" y="606"/>
                    <a:pt x="7352" y="0"/>
                    <a:pt x="685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363" name="Google Shape;1363;p42"/>
          <p:cNvGrpSpPr/>
          <p:nvPr/>
        </p:nvGrpSpPr>
        <p:grpSpPr>
          <a:xfrm>
            <a:off x="5650474" y="1550196"/>
            <a:ext cx="339253" cy="339253"/>
            <a:chOff x="1492675" y="2027925"/>
            <a:chExt cx="481825" cy="481825"/>
          </a:xfrm>
        </p:grpSpPr>
        <p:sp>
          <p:nvSpPr>
            <p:cNvPr id="1364" name="Google Shape;1364;p42"/>
            <p:cNvSpPr/>
            <p:nvPr/>
          </p:nvSpPr>
          <p:spPr>
            <a:xfrm>
              <a:off x="1719425" y="2170050"/>
              <a:ext cx="28250" cy="28250"/>
            </a:xfrm>
            <a:custGeom>
              <a:avLst/>
              <a:gdLst/>
              <a:ahLst/>
              <a:cxnLst/>
              <a:rect l="l" t="t" r="r" b="b"/>
              <a:pathLst>
                <a:path w="1130" h="1130"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65" name="Google Shape;1365;p42"/>
            <p:cNvSpPr/>
            <p:nvPr/>
          </p:nvSpPr>
          <p:spPr>
            <a:xfrm>
              <a:off x="1832350" y="2254750"/>
              <a:ext cx="28250" cy="28250"/>
            </a:xfrm>
            <a:custGeom>
              <a:avLst/>
              <a:gdLst/>
              <a:ahLst/>
              <a:cxnLst/>
              <a:rect l="l" t="t" r="r" b="b"/>
              <a:pathLst>
                <a:path w="1130" h="1130" extrusionOk="0">
                  <a:moveTo>
                    <a:pt x="567" y="0"/>
                  </a:moveTo>
                  <a:cubicBezTo>
                    <a:pt x="253" y="0"/>
                    <a:pt x="0" y="250"/>
                    <a:pt x="0" y="564"/>
                  </a:cubicBezTo>
                  <a:cubicBezTo>
                    <a:pt x="0" y="877"/>
                    <a:pt x="253" y="1130"/>
                    <a:pt x="567" y="1130"/>
                  </a:cubicBezTo>
                  <a:cubicBezTo>
                    <a:pt x="877" y="1130"/>
                    <a:pt x="1130" y="877"/>
                    <a:pt x="1130" y="564"/>
                  </a:cubicBezTo>
                  <a:cubicBezTo>
                    <a:pt x="1130" y="250"/>
                    <a:pt x="877" y="0"/>
                    <a:pt x="56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66" name="Google Shape;1366;p42"/>
            <p:cNvSpPr/>
            <p:nvPr/>
          </p:nvSpPr>
          <p:spPr>
            <a:xfrm>
              <a:off x="1606500" y="2254750"/>
              <a:ext cx="28250" cy="28250"/>
            </a:xfrm>
            <a:custGeom>
              <a:avLst/>
              <a:gdLst/>
              <a:ahLst/>
              <a:cxnLst/>
              <a:rect l="l" t="t" r="r" b="b"/>
              <a:pathLst>
                <a:path w="1130" h="1130" extrusionOk="0">
                  <a:moveTo>
                    <a:pt x="567" y="0"/>
                  </a:moveTo>
                  <a:cubicBezTo>
                    <a:pt x="254" y="0"/>
                    <a:pt x="1" y="250"/>
                    <a:pt x="1" y="564"/>
                  </a:cubicBezTo>
                  <a:cubicBezTo>
                    <a:pt x="1" y="877"/>
                    <a:pt x="254" y="1130"/>
                    <a:pt x="567" y="1130"/>
                  </a:cubicBezTo>
                  <a:cubicBezTo>
                    <a:pt x="877" y="1130"/>
                    <a:pt x="1130" y="877"/>
                    <a:pt x="1130" y="564"/>
                  </a:cubicBezTo>
                  <a:cubicBezTo>
                    <a:pt x="1130" y="250"/>
                    <a:pt x="877" y="0"/>
                    <a:pt x="56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67" name="Google Shape;1367;p42"/>
            <p:cNvSpPr/>
            <p:nvPr/>
          </p:nvSpPr>
          <p:spPr>
            <a:xfrm>
              <a:off x="1492675" y="2425025"/>
              <a:ext cx="481825" cy="84725"/>
            </a:xfrm>
            <a:custGeom>
              <a:avLst/>
              <a:gdLst/>
              <a:ahLst/>
              <a:cxnLst/>
              <a:rect l="l" t="t" r="r" b="b"/>
              <a:pathLst>
                <a:path w="19273" h="3389" extrusionOk="0">
                  <a:moveTo>
                    <a:pt x="1" y="1"/>
                  </a:moveTo>
                  <a:lnTo>
                    <a:pt x="1" y="1696"/>
                  </a:lnTo>
                  <a:cubicBezTo>
                    <a:pt x="1" y="2630"/>
                    <a:pt x="757" y="3389"/>
                    <a:pt x="1693" y="3389"/>
                  </a:cubicBezTo>
                  <a:lnTo>
                    <a:pt x="17577" y="3389"/>
                  </a:lnTo>
                  <a:cubicBezTo>
                    <a:pt x="18514" y="3389"/>
                    <a:pt x="19270" y="2630"/>
                    <a:pt x="19273" y="1696"/>
                  </a:cubicBezTo>
                  <a:lnTo>
                    <a:pt x="1927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68" name="Google Shape;1368;p42"/>
            <p:cNvSpPr/>
            <p:nvPr/>
          </p:nvSpPr>
          <p:spPr>
            <a:xfrm>
              <a:off x="1492675" y="2027925"/>
              <a:ext cx="481825" cy="368000"/>
            </a:xfrm>
            <a:custGeom>
              <a:avLst/>
              <a:gdLst/>
              <a:ahLst/>
              <a:cxnLst/>
              <a:rect l="l" t="t" r="r" b="b"/>
              <a:pathLst>
                <a:path w="19273" h="14720" extrusionOk="0">
                  <a:moveTo>
                    <a:pt x="5120" y="2259"/>
                  </a:moveTo>
                  <a:cubicBezTo>
                    <a:pt x="5430" y="2259"/>
                    <a:pt x="5683" y="2512"/>
                    <a:pt x="5683" y="2825"/>
                  </a:cubicBezTo>
                  <a:lnTo>
                    <a:pt x="5683" y="8047"/>
                  </a:lnTo>
                  <a:cubicBezTo>
                    <a:pt x="6360" y="8281"/>
                    <a:pt x="6812" y="8920"/>
                    <a:pt x="6812" y="9637"/>
                  </a:cubicBezTo>
                  <a:cubicBezTo>
                    <a:pt x="6812" y="10353"/>
                    <a:pt x="6360" y="10992"/>
                    <a:pt x="5683" y="11226"/>
                  </a:cubicBezTo>
                  <a:lnTo>
                    <a:pt x="5683" y="13024"/>
                  </a:lnTo>
                  <a:cubicBezTo>
                    <a:pt x="5683" y="13337"/>
                    <a:pt x="5430" y="13587"/>
                    <a:pt x="5120" y="13587"/>
                  </a:cubicBezTo>
                  <a:cubicBezTo>
                    <a:pt x="4807" y="13587"/>
                    <a:pt x="4554" y="13337"/>
                    <a:pt x="4554" y="13024"/>
                  </a:cubicBezTo>
                  <a:lnTo>
                    <a:pt x="4554" y="11226"/>
                  </a:lnTo>
                  <a:cubicBezTo>
                    <a:pt x="3876" y="10992"/>
                    <a:pt x="3425" y="10353"/>
                    <a:pt x="3425" y="9637"/>
                  </a:cubicBezTo>
                  <a:cubicBezTo>
                    <a:pt x="3425" y="8920"/>
                    <a:pt x="3876" y="8281"/>
                    <a:pt x="4554" y="8047"/>
                  </a:cubicBezTo>
                  <a:lnTo>
                    <a:pt x="4554" y="2825"/>
                  </a:lnTo>
                  <a:cubicBezTo>
                    <a:pt x="4554" y="2512"/>
                    <a:pt x="4807" y="2259"/>
                    <a:pt x="5120" y="2259"/>
                  </a:cubicBezTo>
                  <a:close/>
                  <a:moveTo>
                    <a:pt x="9637" y="2259"/>
                  </a:moveTo>
                  <a:cubicBezTo>
                    <a:pt x="9947" y="2259"/>
                    <a:pt x="10200" y="2512"/>
                    <a:pt x="10200" y="2825"/>
                  </a:cubicBezTo>
                  <a:lnTo>
                    <a:pt x="10200" y="4659"/>
                  </a:lnTo>
                  <a:cubicBezTo>
                    <a:pt x="10877" y="4894"/>
                    <a:pt x="11329" y="5532"/>
                    <a:pt x="11329" y="6249"/>
                  </a:cubicBezTo>
                  <a:cubicBezTo>
                    <a:pt x="11329" y="6966"/>
                    <a:pt x="10877" y="7604"/>
                    <a:pt x="10200" y="7839"/>
                  </a:cubicBezTo>
                  <a:lnTo>
                    <a:pt x="10200" y="13024"/>
                  </a:lnTo>
                  <a:cubicBezTo>
                    <a:pt x="10200" y="13337"/>
                    <a:pt x="9947" y="13587"/>
                    <a:pt x="9637" y="13587"/>
                  </a:cubicBezTo>
                  <a:cubicBezTo>
                    <a:pt x="9324" y="13587"/>
                    <a:pt x="9071" y="13337"/>
                    <a:pt x="9071" y="13024"/>
                  </a:cubicBezTo>
                  <a:lnTo>
                    <a:pt x="9071" y="7839"/>
                  </a:lnTo>
                  <a:cubicBezTo>
                    <a:pt x="8393" y="7604"/>
                    <a:pt x="7941" y="6966"/>
                    <a:pt x="7941" y="6249"/>
                  </a:cubicBezTo>
                  <a:cubicBezTo>
                    <a:pt x="7941" y="5532"/>
                    <a:pt x="8393" y="4894"/>
                    <a:pt x="9071" y="4659"/>
                  </a:cubicBezTo>
                  <a:lnTo>
                    <a:pt x="9071" y="2825"/>
                  </a:lnTo>
                  <a:cubicBezTo>
                    <a:pt x="9071" y="2512"/>
                    <a:pt x="9324" y="2259"/>
                    <a:pt x="9637" y="2259"/>
                  </a:cubicBezTo>
                  <a:close/>
                  <a:moveTo>
                    <a:pt x="14154" y="2259"/>
                  </a:moveTo>
                  <a:cubicBezTo>
                    <a:pt x="14464" y="2259"/>
                    <a:pt x="14717" y="2512"/>
                    <a:pt x="14717" y="2825"/>
                  </a:cubicBezTo>
                  <a:lnTo>
                    <a:pt x="14717" y="8047"/>
                  </a:lnTo>
                  <a:cubicBezTo>
                    <a:pt x="15394" y="8281"/>
                    <a:pt x="15846" y="8920"/>
                    <a:pt x="15846" y="9637"/>
                  </a:cubicBezTo>
                  <a:cubicBezTo>
                    <a:pt x="15846" y="10353"/>
                    <a:pt x="15394" y="10992"/>
                    <a:pt x="14717" y="11226"/>
                  </a:cubicBezTo>
                  <a:lnTo>
                    <a:pt x="14717" y="13024"/>
                  </a:lnTo>
                  <a:cubicBezTo>
                    <a:pt x="14717" y="13337"/>
                    <a:pt x="14464" y="13587"/>
                    <a:pt x="14154" y="13587"/>
                  </a:cubicBezTo>
                  <a:cubicBezTo>
                    <a:pt x="13840" y="13587"/>
                    <a:pt x="13587" y="13337"/>
                    <a:pt x="13587" y="13024"/>
                  </a:cubicBezTo>
                  <a:lnTo>
                    <a:pt x="13587" y="11226"/>
                  </a:lnTo>
                  <a:cubicBezTo>
                    <a:pt x="12910" y="10992"/>
                    <a:pt x="12458" y="10353"/>
                    <a:pt x="12458" y="9637"/>
                  </a:cubicBezTo>
                  <a:cubicBezTo>
                    <a:pt x="12458" y="8920"/>
                    <a:pt x="12910" y="8281"/>
                    <a:pt x="13587" y="8047"/>
                  </a:cubicBezTo>
                  <a:lnTo>
                    <a:pt x="13587" y="2825"/>
                  </a:lnTo>
                  <a:cubicBezTo>
                    <a:pt x="13587" y="2512"/>
                    <a:pt x="13840" y="2259"/>
                    <a:pt x="14154" y="2259"/>
                  </a:cubicBezTo>
                  <a:close/>
                  <a:moveTo>
                    <a:pt x="1693" y="1"/>
                  </a:moveTo>
                  <a:cubicBezTo>
                    <a:pt x="757" y="1"/>
                    <a:pt x="1" y="759"/>
                    <a:pt x="1" y="1696"/>
                  </a:cubicBezTo>
                  <a:lnTo>
                    <a:pt x="1" y="14720"/>
                  </a:lnTo>
                  <a:lnTo>
                    <a:pt x="19273" y="14720"/>
                  </a:lnTo>
                  <a:lnTo>
                    <a:pt x="19273" y="1696"/>
                  </a:lnTo>
                  <a:cubicBezTo>
                    <a:pt x="19270" y="759"/>
                    <a:pt x="18514" y="1"/>
                    <a:pt x="1757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369" name="Google Shape;1369;p42"/>
          <p:cNvGrpSpPr/>
          <p:nvPr/>
        </p:nvGrpSpPr>
        <p:grpSpPr>
          <a:xfrm>
            <a:off x="5740575" y="2691709"/>
            <a:ext cx="159039" cy="339253"/>
            <a:chOff x="4584850" y="4399275"/>
            <a:chExt cx="225875" cy="481825"/>
          </a:xfrm>
        </p:grpSpPr>
        <p:sp>
          <p:nvSpPr>
            <p:cNvPr id="1370" name="Google Shape;1370;p42"/>
            <p:cNvSpPr/>
            <p:nvPr/>
          </p:nvSpPr>
          <p:spPr>
            <a:xfrm>
              <a:off x="4655400" y="4399275"/>
              <a:ext cx="84700" cy="84725"/>
            </a:xfrm>
            <a:custGeom>
              <a:avLst/>
              <a:gdLst/>
              <a:ahLst/>
              <a:cxnLst/>
              <a:rect l="l" t="t" r="r" b="b"/>
              <a:pathLst>
                <a:path w="3388" h="3389" extrusionOk="0">
                  <a:moveTo>
                    <a:pt x="1696" y="1"/>
                  </a:moveTo>
                  <a:cubicBezTo>
                    <a:pt x="759" y="1"/>
                    <a:pt x="0" y="760"/>
                    <a:pt x="0" y="1696"/>
                  </a:cubicBezTo>
                  <a:cubicBezTo>
                    <a:pt x="0" y="2630"/>
                    <a:pt x="759" y="3389"/>
                    <a:pt x="1696" y="3389"/>
                  </a:cubicBezTo>
                  <a:cubicBezTo>
                    <a:pt x="2629" y="3389"/>
                    <a:pt x="3388" y="2630"/>
                    <a:pt x="3388" y="1696"/>
                  </a:cubicBezTo>
                  <a:cubicBezTo>
                    <a:pt x="3388" y="760"/>
                    <a:pt x="2629" y="1"/>
                    <a:pt x="169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71" name="Google Shape;1371;p42"/>
            <p:cNvSpPr/>
            <p:nvPr/>
          </p:nvSpPr>
          <p:spPr>
            <a:xfrm>
              <a:off x="4584850" y="4512200"/>
              <a:ext cx="225875" cy="368900"/>
            </a:xfrm>
            <a:custGeom>
              <a:avLst/>
              <a:gdLst/>
              <a:ahLst/>
              <a:cxnLst/>
              <a:rect l="l" t="t" r="r" b="b"/>
              <a:pathLst>
                <a:path w="9035" h="14756" extrusionOk="0">
                  <a:moveTo>
                    <a:pt x="2259" y="1"/>
                  </a:moveTo>
                  <a:cubicBezTo>
                    <a:pt x="1013" y="1"/>
                    <a:pt x="1" y="1052"/>
                    <a:pt x="1" y="2298"/>
                  </a:cubicBezTo>
                  <a:lnTo>
                    <a:pt x="1" y="5686"/>
                  </a:lnTo>
                  <a:cubicBezTo>
                    <a:pt x="1" y="6280"/>
                    <a:pt x="414" y="6792"/>
                    <a:pt x="1106" y="6792"/>
                  </a:cubicBezTo>
                  <a:cubicBezTo>
                    <a:pt x="1284" y="6792"/>
                    <a:pt x="1480" y="6758"/>
                    <a:pt x="1693" y="6683"/>
                  </a:cubicBezTo>
                  <a:lnTo>
                    <a:pt x="1693" y="13627"/>
                  </a:lnTo>
                  <a:cubicBezTo>
                    <a:pt x="1693" y="14250"/>
                    <a:pt x="2199" y="14756"/>
                    <a:pt x="2822" y="14756"/>
                  </a:cubicBezTo>
                  <a:cubicBezTo>
                    <a:pt x="3446" y="14756"/>
                    <a:pt x="3952" y="14250"/>
                    <a:pt x="3952" y="13627"/>
                  </a:cubicBezTo>
                  <a:lnTo>
                    <a:pt x="3952" y="9637"/>
                  </a:lnTo>
                  <a:cubicBezTo>
                    <a:pt x="3952" y="9324"/>
                    <a:pt x="4204" y="9074"/>
                    <a:pt x="4518" y="9074"/>
                  </a:cubicBezTo>
                  <a:cubicBezTo>
                    <a:pt x="4828" y="9074"/>
                    <a:pt x="5081" y="9324"/>
                    <a:pt x="5081" y="9637"/>
                  </a:cubicBezTo>
                  <a:lnTo>
                    <a:pt x="5081" y="13627"/>
                  </a:lnTo>
                  <a:cubicBezTo>
                    <a:pt x="5081" y="14250"/>
                    <a:pt x="5587" y="14756"/>
                    <a:pt x="6210" y="14756"/>
                  </a:cubicBezTo>
                  <a:cubicBezTo>
                    <a:pt x="6833" y="14756"/>
                    <a:pt x="7339" y="14250"/>
                    <a:pt x="7339" y="13627"/>
                  </a:cubicBezTo>
                  <a:lnTo>
                    <a:pt x="7339" y="6683"/>
                  </a:lnTo>
                  <a:cubicBezTo>
                    <a:pt x="7552" y="6758"/>
                    <a:pt x="7749" y="6792"/>
                    <a:pt x="7927" y="6792"/>
                  </a:cubicBezTo>
                  <a:cubicBezTo>
                    <a:pt x="8619" y="6792"/>
                    <a:pt x="9035" y="6280"/>
                    <a:pt x="9035" y="5686"/>
                  </a:cubicBezTo>
                  <a:lnTo>
                    <a:pt x="9035" y="2298"/>
                  </a:lnTo>
                  <a:cubicBezTo>
                    <a:pt x="9035" y="1052"/>
                    <a:pt x="8020" y="1"/>
                    <a:pt x="6776"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grpSp>
        <p:nvGrpSpPr>
          <p:cNvPr id="1372" name="Google Shape;1372;p42"/>
          <p:cNvGrpSpPr/>
          <p:nvPr/>
        </p:nvGrpSpPr>
        <p:grpSpPr>
          <a:xfrm>
            <a:off x="5649251" y="3833252"/>
            <a:ext cx="340573" cy="339271"/>
            <a:chOff x="2085450" y="842250"/>
            <a:chExt cx="483700" cy="481850"/>
          </a:xfrm>
        </p:grpSpPr>
        <p:sp>
          <p:nvSpPr>
            <p:cNvPr id="1373" name="Google Shape;1373;p42"/>
            <p:cNvSpPr/>
            <p:nvPr/>
          </p:nvSpPr>
          <p:spPr>
            <a:xfrm>
              <a:off x="2085525" y="926925"/>
              <a:ext cx="483625" cy="397175"/>
            </a:xfrm>
            <a:custGeom>
              <a:avLst/>
              <a:gdLst/>
              <a:ahLst/>
              <a:cxnLst/>
              <a:rect l="l" t="t" r="r" b="b"/>
              <a:pathLst>
                <a:path w="19345" h="15887" extrusionOk="0">
                  <a:moveTo>
                    <a:pt x="1693" y="1"/>
                  </a:moveTo>
                  <a:cubicBezTo>
                    <a:pt x="756" y="1"/>
                    <a:pt x="0" y="760"/>
                    <a:pt x="0" y="1696"/>
                  </a:cubicBezTo>
                  <a:cubicBezTo>
                    <a:pt x="0" y="2630"/>
                    <a:pt x="756" y="3389"/>
                    <a:pt x="1693" y="3389"/>
                  </a:cubicBezTo>
                  <a:lnTo>
                    <a:pt x="3990" y="3389"/>
                  </a:lnTo>
                  <a:cubicBezTo>
                    <a:pt x="4924" y="3389"/>
                    <a:pt x="5683" y="4147"/>
                    <a:pt x="5683" y="5084"/>
                  </a:cubicBezTo>
                  <a:lnTo>
                    <a:pt x="5683" y="8547"/>
                  </a:lnTo>
                  <a:cubicBezTo>
                    <a:pt x="5683" y="11347"/>
                    <a:pt x="7962" y="13627"/>
                    <a:pt x="10766" y="13627"/>
                  </a:cubicBezTo>
                  <a:lnTo>
                    <a:pt x="13626" y="13627"/>
                  </a:lnTo>
                  <a:lnTo>
                    <a:pt x="13626" y="15322"/>
                  </a:lnTo>
                  <a:cubicBezTo>
                    <a:pt x="13626" y="15656"/>
                    <a:pt x="13901" y="15887"/>
                    <a:pt x="14194" y="15887"/>
                  </a:cubicBezTo>
                  <a:cubicBezTo>
                    <a:pt x="14308" y="15887"/>
                    <a:pt x="14425" y="15852"/>
                    <a:pt x="14530" y="15774"/>
                  </a:cubicBezTo>
                  <a:lnTo>
                    <a:pt x="19046" y="12386"/>
                  </a:lnTo>
                  <a:cubicBezTo>
                    <a:pt x="19345" y="12160"/>
                    <a:pt x="19345" y="11706"/>
                    <a:pt x="19046" y="11483"/>
                  </a:cubicBezTo>
                  <a:lnTo>
                    <a:pt x="14530" y="8095"/>
                  </a:lnTo>
                  <a:cubicBezTo>
                    <a:pt x="14424" y="8016"/>
                    <a:pt x="14307" y="7981"/>
                    <a:pt x="14192" y="7981"/>
                  </a:cubicBezTo>
                  <a:cubicBezTo>
                    <a:pt x="13899" y="7981"/>
                    <a:pt x="13626" y="8212"/>
                    <a:pt x="13626" y="8547"/>
                  </a:cubicBezTo>
                  <a:lnTo>
                    <a:pt x="13626" y="10239"/>
                  </a:lnTo>
                  <a:lnTo>
                    <a:pt x="10766" y="10239"/>
                  </a:lnTo>
                  <a:cubicBezTo>
                    <a:pt x="9829" y="10239"/>
                    <a:pt x="9070" y="9480"/>
                    <a:pt x="9070" y="8547"/>
                  </a:cubicBezTo>
                  <a:lnTo>
                    <a:pt x="9070" y="5084"/>
                  </a:lnTo>
                  <a:cubicBezTo>
                    <a:pt x="9070" y="2280"/>
                    <a:pt x="6791" y="1"/>
                    <a:pt x="399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74" name="Google Shape;1374;p42"/>
            <p:cNvSpPr/>
            <p:nvPr/>
          </p:nvSpPr>
          <p:spPr>
            <a:xfrm>
              <a:off x="2085450" y="1151875"/>
              <a:ext cx="143650" cy="87575"/>
            </a:xfrm>
            <a:custGeom>
              <a:avLst/>
              <a:gdLst/>
              <a:ahLst/>
              <a:cxnLst/>
              <a:rect l="l" t="t" r="r" b="b"/>
              <a:pathLst>
                <a:path w="5746" h="3503" extrusionOk="0">
                  <a:moveTo>
                    <a:pt x="4577" y="1"/>
                  </a:moveTo>
                  <a:cubicBezTo>
                    <a:pt x="4391" y="73"/>
                    <a:pt x="4192" y="112"/>
                    <a:pt x="3990" y="115"/>
                  </a:cubicBezTo>
                  <a:lnTo>
                    <a:pt x="1693" y="115"/>
                  </a:lnTo>
                  <a:cubicBezTo>
                    <a:pt x="759" y="115"/>
                    <a:pt x="0" y="871"/>
                    <a:pt x="0" y="1807"/>
                  </a:cubicBezTo>
                  <a:cubicBezTo>
                    <a:pt x="0" y="2744"/>
                    <a:pt x="759" y="3503"/>
                    <a:pt x="1693" y="3503"/>
                  </a:cubicBezTo>
                  <a:lnTo>
                    <a:pt x="1696" y="3500"/>
                  </a:lnTo>
                  <a:lnTo>
                    <a:pt x="3993" y="3500"/>
                  </a:lnTo>
                  <a:cubicBezTo>
                    <a:pt x="4589" y="3500"/>
                    <a:pt x="5183" y="3391"/>
                    <a:pt x="5746" y="3186"/>
                  </a:cubicBezTo>
                  <a:cubicBezTo>
                    <a:pt x="5065" y="2253"/>
                    <a:pt x="4662" y="1151"/>
                    <a:pt x="4577"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375" name="Google Shape;1375;p42"/>
            <p:cNvSpPr/>
            <p:nvPr/>
          </p:nvSpPr>
          <p:spPr>
            <a:xfrm>
              <a:off x="2274775" y="842250"/>
              <a:ext cx="294375" cy="197650"/>
            </a:xfrm>
            <a:custGeom>
              <a:avLst/>
              <a:gdLst/>
              <a:ahLst/>
              <a:cxnLst/>
              <a:rect l="l" t="t" r="r" b="b"/>
              <a:pathLst>
                <a:path w="11775" h="7906" extrusionOk="0">
                  <a:moveTo>
                    <a:pt x="6622" y="0"/>
                  </a:moveTo>
                  <a:cubicBezTo>
                    <a:pt x="6329" y="0"/>
                    <a:pt x="6056" y="231"/>
                    <a:pt x="6056" y="566"/>
                  </a:cubicBezTo>
                  <a:lnTo>
                    <a:pt x="6056" y="2259"/>
                  </a:lnTo>
                  <a:lnTo>
                    <a:pt x="3196" y="2259"/>
                  </a:lnTo>
                  <a:cubicBezTo>
                    <a:pt x="2030" y="2265"/>
                    <a:pt x="904" y="2668"/>
                    <a:pt x="1" y="3406"/>
                  </a:cubicBezTo>
                  <a:cubicBezTo>
                    <a:pt x="940" y="4068"/>
                    <a:pt x="1675" y="4978"/>
                    <a:pt x="2130" y="6032"/>
                  </a:cubicBezTo>
                  <a:cubicBezTo>
                    <a:pt x="2431" y="5785"/>
                    <a:pt x="2804" y="5649"/>
                    <a:pt x="3196" y="5646"/>
                  </a:cubicBezTo>
                  <a:lnTo>
                    <a:pt x="6056" y="5646"/>
                  </a:lnTo>
                  <a:lnTo>
                    <a:pt x="6056" y="7342"/>
                  </a:lnTo>
                  <a:cubicBezTo>
                    <a:pt x="6056" y="7679"/>
                    <a:pt x="6334" y="7906"/>
                    <a:pt x="6625" y="7906"/>
                  </a:cubicBezTo>
                  <a:cubicBezTo>
                    <a:pt x="6740" y="7906"/>
                    <a:pt x="6857" y="7871"/>
                    <a:pt x="6960" y="7793"/>
                  </a:cubicBezTo>
                  <a:lnTo>
                    <a:pt x="11476" y="4406"/>
                  </a:lnTo>
                  <a:cubicBezTo>
                    <a:pt x="11775" y="4180"/>
                    <a:pt x="11775" y="3725"/>
                    <a:pt x="11476" y="3502"/>
                  </a:cubicBezTo>
                  <a:lnTo>
                    <a:pt x="6960" y="115"/>
                  </a:lnTo>
                  <a:cubicBezTo>
                    <a:pt x="6854" y="36"/>
                    <a:pt x="6737" y="0"/>
                    <a:pt x="66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1376" name="Google Shape;1376;p42"/>
          <p:cNvSpPr/>
          <p:nvPr/>
        </p:nvSpPr>
        <p:spPr>
          <a:xfrm>
            <a:off x="3868216" y="1511468"/>
            <a:ext cx="1407579" cy="2685758"/>
          </a:xfrm>
          <a:custGeom>
            <a:avLst/>
            <a:gdLst/>
            <a:ahLst/>
            <a:cxnLst/>
            <a:rect l="l" t="t" r="r" b="b"/>
            <a:pathLst>
              <a:path w="84552" h="161331" extrusionOk="0">
                <a:moveTo>
                  <a:pt x="1" y="1"/>
                </a:moveTo>
                <a:lnTo>
                  <a:pt x="1" y="161331"/>
                </a:lnTo>
                <a:lnTo>
                  <a:pt x="84551" y="161331"/>
                </a:lnTo>
                <a:lnTo>
                  <a:pt x="84551" y="1"/>
                </a:lnTo>
                <a:close/>
              </a:path>
            </a:pathLst>
          </a:custGeom>
          <a:solidFill>
            <a:srgbClr val="9090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77" name="Google Shape;1377;p42"/>
          <p:cNvGrpSpPr/>
          <p:nvPr/>
        </p:nvGrpSpPr>
        <p:grpSpPr>
          <a:xfrm>
            <a:off x="3796102" y="1357102"/>
            <a:ext cx="1551654" cy="3149588"/>
            <a:chOff x="5186401" y="494525"/>
            <a:chExt cx="1834973" cy="3724678"/>
          </a:xfrm>
        </p:grpSpPr>
        <p:sp>
          <p:nvSpPr>
            <p:cNvPr id="1378" name="Google Shape;1378;p42"/>
            <p:cNvSpPr/>
            <p:nvPr/>
          </p:nvSpPr>
          <p:spPr>
            <a:xfrm>
              <a:off x="5186401" y="494525"/>
              <a:ext cx="1834973" cy="3724678"/>
            </a:xfrm>
            <a:custGeom>
              <a:avLst/>
              <a:gdLst/>
              <a:ahLst/>
              <a:cxnLst/>
              <a:rect l="l" t="t" r="r" b="b"/>
              <a:pathLst>
                <a:path w="93205" h="189190" extrusionOk="0">
                  <a:moveTo>
                    <a:pt x="2870" y="0"/>
                  </a:moveTo>
                  <a:cubicBezTo>
                    <a:pt x="1280" y="0"/>
                    <a:pt x="0" y="1280"/>
                    <a:pt x="0" y="2914"/>
                  </a:cubicBezTo>
                  <a:lnTo>
                    <a:pt x="0" y="186320"/>
                  </a:lnTo>
                  <a:cubicBezTo>
                    <a:pt x="0" y="187909"/>
                    <a:pt x="1280" y="189190"/>
                    <a:pt x="2870" y="189190"/>
                  </a:cubicBezTo>
                  <a:lnTo>
                    <a:pt x="90334" y="189190"/>
                  </a:lnTo>
                  <a:cubicBezTo>
                    <a:pt x="91924" y="189190"/>
                    <a:pt x="93204" y="187909"/>
                    <a:pt x="93204" y="186320"/>
                  </a:cubicBezTo>
                  <a:lnTo>
                    <a:pt x="93204" y="2914"/>
                  </a:lnTo>
                  <a:cubicBezTo>
                    <a:pt x="93204" y="1280"/>
                    <a:pt x="91924" y="0"/>
                    <a:pt x="9033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 name="Google Shape;1379;p42"/>
            <p:cNvSpPr/>
            <p:nvPr/>
          </p:nvSpPr>
          <p:spPr>
            <a:xfrm>
              <a:off x="5890455" y="3969678"/>
              <a:ext cx="458108" cy="154724"/>
            </a:xfrm>
            <a:custGeom>
              <a:avLst/>
              <a:gdLst/>
              <a:ahLst/>
              <a:cxnLst/>
              <a:rect l="l" t="t" r="r" b="b"/>
              <a:pathLst>
                <a:path w="23269" h="7859" extrusionOk="0">
                  <a:moveTo>
                    <a:pt x="796" y="0"/>
                  </a:moveTo>
                  <a:cubicBezTo>
                    <a:pt x="354" y="0"/>
                    <a:pt x="1" y="353"/>
                    <a:pt x="1" y="751"/>
                  </a:cubicBezTo>
                  <a:lnTo>
                    <a:pt x="1" y="7064"/>
                  </a:lnTo>
                  <a:cubicBezTo>
                    <a:pt x="1" y="7506"/>
                    <a:pt x="354" y="7859"/>
                    <a:pt x="796" y="7859"/>
                  </a:cubicBezTo>
                  <a:lnTo>
                    <a:pt x="22474" y="7859"/>
                  </a:lnTo>
                  <a:cubicBezTo>
                    <a:pt x="22916" y="7859"/>
                    <a:pt x="23269" y="7506"/>
                    <a:pt x="23269" y="7064"/>
                  </a:cubicBezTo>
                  <a:lnTo>
                    <a:pt x="23269" y="751"/>
                  </a:lnTo>
                  <a:cubicBezTo>
                    <a:pt x="23269" y="353"/>
                    <a:pt x="22916" y="0"/>
                    <a:pt x="2247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1380" name="Google Shape;1380;p42"/>
          <p:cNvPicPr preferRelativeResize="0"/>
          <p:nvPr/>
        </p:nvPicPr>
        <p:blipFill rotWithShape="1">
          <a:blip r:embed="rId3">
            <a:alphaModFix/>
          </a:blip>
          <a:srcRect l="66075" r="4445"/>
          <a:stretch/>
        </p:blipFill>
        <p:spPr>
          <a:xfrm>
            <a:off x="3868224" y="1511471"/>
            <a:ext cx="1407612" cy="2685913"/>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384"/>
        <p:cNvGrpSpPr/>
        <p:nvPr/>
      </p:nvGrpSpPr>
      <p:grpSpPr>
        <a:xfrm>
          <a:off x="0" y="0"/>
          <a:ext cx="0" cy="0"/>
          <a:chOff x="0" y="0"/>
          <a:chExt cx="0" cy="0"/>
        </a:xfrm>
      </p:grpSpPr>
      <p:sp>
        <p:nvSpPr>
          <p:cNvPr id="1385" name="Google Shape;1385;p4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Timeline of your presentation</a:t>
            </a:r>
            <a:endParaRPr/>
          </a:p>
        </p:txBody>
      </p:sp>
      <p:sp>
        <p:nvSpPr>
          <p:cNvPr id="1386" name="Google Shape;1386;p43"/>
          <p:cNvSpPr/>
          <p:nvPr/>
        </p:nvSpPr>
        <p:spPr>
          <a:xfrm>
            <a:off x="1531125" y="1361700"/>
            <a:ext cx="176400" cy="176400"/>
          </a:xfrm>
          <a:prstGeom prst="ellipse">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 name="Google Shape;1387;p43"/>
          <p:cNvSpPr/>
          <p:nvPr/>
        </p:nvSpPr>
        <p:spPr>
          <a:xfrm>
            <a:off x="3495025" y="1361700"/>
            <a:ext cx="176400" cy="176400"/>
          </a:xfrm>
          <a:prstGeom prst="ellipse">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 name="Google Shape;1388;p43"/>
          <p:cNvSpPr/>
          <p:nvPr/>
        </p:nvSpPr>
        <p:spPr>
          <a:xfrm>
            <a:off x="5458925" y="1361700"/>
            <a:ext cx="176400" cy="176400"/>
          </a:xfrm>
          <a:prstGeom prst="ellipse">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 name="Google Shape;1389;p43"/>
          <p:cNvSpPr/>
          <p:nvPr/>
        </p:nvSpPr>
        <p:spPr>
          <a:xfrm>
            <a:off x="7422825" y="1361700"/>
            <a:ext cx="176400" cy="176400"/>
          </a:xfrm>
          <a:prstGeom prst="ellipse">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 name="Google Shape;1390;p43"/>
          <p:cNvSpPr txBox="1"/>
          <p:nvPr/>
        </p:nvSpPr>
        <p:spPr>
          <a:xfrm flipH="1">
            <a:off x="696625" y="1862575"/>
            <a:ext cx="1828800" cy="802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chemeClr val="dk1"/>
                </a:solidFill>
                <a:latin typeface="Lato"/>
                <a:ea typeface="Lato"/>
                <a:cs typeface="Lato"/>
                <a:sym typeface="Lato"/>
              </a:rPr>
              <a:t>Provide a brief </a:t>
            </a:r>
            <a:r>
              <a:rPr lang="en" sz="1200" b="1">
                <a:solidFill>
                  <a:schemeClr val="dk1"/>
                </a:solidFill>
                <a:latin typeface="Lato"/>
                <a:ea typeface="Lato"/>
                <a:cs typeface="Lato"/>
                <a:sym typeface="Lato"/>
              </a:rPr>
              <a:t>overview </a:t>
            </a:r>
            <a:r>
              <a:rPr lang="en" sz="1200">
                <a:solidFill>
                  <a:schemeClr val="dk1"/>
                </a:solidFill>
                <a:latin typeface="Lato"/>
                <a:ea typeface="Lato"/>
                <a:cs typeface="Lato"/>
                <a:sym typeface="Lato"/>
              </a:rPr>
              <a:t>of the pitch deck's content</a:t>
            </a:r>
            <a:endParaRPr sz="1200">
              <a:solidFill>
                <a:schemeClr val="dk1"/>
              </a:solidFill>
              <a:latin typeface="Lato"/>
              <a:ea typeface="Lato"/>
              <a:cs typeface="Lato"/>
              <a:sym typeface="Lato"/>
            </a:endParaRPr>
          </a:p>
        </p:txBody>
      </p:sp>
      <p:sp>
        <p:nvSpPr>
          <p:cNvPr id="1391" name="Google Shape;1391;p43"/>
          <p:cNvSpPr txBox="1"/>
          <p:nvPr/>
        </p:nvSpPr>
        <p:spPr>
          <a:xfrm flipH="1">
            <a:off x="2660525" y="1862575"/>
            <a:ext cx="1828800" cy="802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chemeClr val="dk1"/>
                </a:solidFill>
                <a:latin typeface="Lato"/>
                <a:ea typeface="Lato"/>
                <a:cs typeface="Lato"/>
                <a:sym typeface="Lato"/>
              </a:rPr>
              <a:t>Engage the audience with a compelling </a:t>
            </a:r>
            <a:r>
              <a:rPr lang="en" sz="1200" b="1">
                <a:solidFill>
                  <a:schemeClr val="dk1"/>
                </a:solidFill>
                <a:latin typeface="Lato"/>
                <a:ea typeface="Lato"/>
                <a:cs typeface="Lato"/>
                <a:sym typeface="Lato"/>
              </a:rPr>
              <a:t>introduction</a:t>
            </a:r>
            <a:endParaRPr sz="1200" b="1">
              <a:solidFill>
                <a:schemeClr val="dk1"/>
              </a:solidFill>
              <a:latin typeface="Lato"/>
              <a:ea typeface="Lato"/>
              <a:cs typeface="Lato"/>
              <a:sym typeface="Lato"/>
            </a:endParaRPr>
          </a:p>
        </p:txBody>
      </p:sp>
      <p:sp>
        <p:nvSpPr>
          <p:cNvPr id="1392" name="Google Shape;1392;p43"/>
          <p:cNvSpPr txBox="1"/>
          <p:nvPr/>
        </p:nvSpPr>
        <p:spPr>
          <a:xfrm flipH="1">
            <a:off x="4624425" y="1862575"/>
            <a:ext cx="1828800" cy="802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chemeClr val="dk1"/>
                </a:solidFill>
                <a:latin typeface="Lato"/>
                <a:ea typeface="Lato"/>
                <a:cs typeface="Lato"/>
                <a:sym typeface="Lato"/>
              </a:rPr>
              <a:t>Identify the customer's pain points</a:t>
            </a:r>
            <a:endParaRPr sz="1200">
              <a:solidFill>
                <a:schemeClr val="dk1"/>
              </a:solidFill>
              <a:latin typeface="Lato"/>
              <a:ea typeface="Lato"/>
              <a:cs typeface="Lato"/>
              <a:sym typeface="Lato"/>
            </a:endParaRPr>
          </a:p>
          <a:p>
            <a:pPr marL="0" lvl="0" indent="0" algn="ctr" rtl="0">
              <a:spcBef>
                <a:spcPts val="0"/>
              </a:spcBef>
              <a:spcAft>
                <a:spcPts val="0"/>
              </a:spcAft>
              <a:buNone/>
            </a:pPr>
            <a:r>
              <a:rPr lang="en" sz="1200">
                <a:solidFill>
                  <a:schemeClr val="dk1"/>
                </a:solidFill>
                <a:latin typeface="Lato"/>
                <a:ea typeface="Lato"/>
                <a:cs typeface="Lato"/>
                <a:sym typeface="Lato"/>
              </a:rPr>
              <a:t>and</a:t>
            </a:r>
            <a:r>
              <a:rPr lang="en" sz="1200" b="1">
                <a:solidFill>
                  <a:schemeClr val="dk1"/>
                </a:solidFill>
                <a:latin typeface="Lato"/>
                <a:ea typeface="Lato"/>
                <a:cs typeface="Lato"/>
                <a:sym typeface="Lato"/>
              </a:rPr>
              <a:t> challenges</a:t>
            </a:r>
            <a:endParaRPr sz="1200">
              <a:solidFill>
                <a:schemeClr val="dk1"/>
              </a:solidFill>
              <a:latin typeface="Lato"/>
              <a:ea typeface="Lato"/>
              <a:cs typeface="Lato"/>
              <a:sym typeface="Lato"/>
            </a:endParaRPr>
          </a:p>
        </p:txBody>
      </p:sp>
      <p:sp>
        <p:nvSpPr>
          <p:cNvPr id="1393" name="Google Shape;1393;p43"/>
          <p:cNvSpPr txBox="1"/>
          <p:nvPr/>
        </p:nvSpPr>
        <p:spPr>
          <a:xfrm flipH="1">
            <a:off x="6588325" y="1862575"/>
            <a:ext cx="1828800" cy="802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chemeClr val="dk1"/>
                </a:solidFill>
                <a:latin typeface="Lato"/>
                <a:ea typeface="Lato"/>
                <a:cs typeface="Lato"/>
                <a:sym typeface="Lato"/>
              </a:rPr>
              <a:t>Describe how your product or service can </a:t>
            </a:r>
            <a:r>
              <a:rPr lang="en" sz="1200" b="1">
                <a:solidFill>
                  <a:schemeClr val="dk1"/>
                </a:solidFill>
                <a:latin typeface="Lato"/>
                <a:ea typeface="Lato"/>
                <a:cs typeface="Lato"/>
                <a:sym typeface="Lato"/>
              </a:rPr>
              <a:t>solve the problem</a:t>
            </a:r>
            <a:endParaRPr sz="1200" b="1">
              <a:solidFill>
                <a:schemeClr val="dk1"/>
              </a:solidFill>
              <a:latin typeface="Lato"/>
              <a:ea typeface="Lato"/>
              <a:cs typeface="Lato"/>
              <a:sym typeface="Lato"/>
            </a:endParaRPr>
          </a:p>
        </p:txBody>
      </p:sp>
      <p:cxnSp>
        <p:nvCxnSpPr>
          <p:cNvPr id="1394" name="Google Shape;1394;p43"/>
          <p:cNvCxnSpPr>
            <a:stCxn id="1386" idx="6"/>
            <a:endCxn id="1387" idx="2"/>
          </p:cNvCxnSpPr>
          <p:nvPr/>
        </p:nvCxnSpPr>
        <p:spPr>
          <a:xfrm>
            <a:off x="1707525" y="1449900"/>
            <a:ext cx="1787400" cy="0"/>
          </a:xfrm>
          <a:prstGeom prst="straightConnector1">
            <a:avLst/>
          </a:prstGeom>
          <a:noFill/>
          <a:ln w="9525" cap="flat" cmpd="sng">
            <a:solidFill>
              <a:schemeClr val="accent4"/>
            </a:solidFill>
            <a:prstDash val="dashDot"/>
            <a:round/>
            <a:headEnd type="none" w="med" len="med"/>
            <a:tailEnd type="none" w="med" len="med"/>
          </a:ln>
        </p:spPr>
      </p:cxnSp>
      <p:cxnSp>
        <p:nvCxnSpPr>
          <p:cNvPr id="1395" name="Google Shape;1395;p43"/>
          <p:cNvCxnSpPr>
            <a:stCxn id="1387" idx="6"/>
            <a:endCxn id="1388" idx="2"/>
          </p:cNvCxnSpPr>
          <p:nvPr/>
        </p:nvCxnSpPr>
        <p:spPr>
          <a:xfrm>
            <a:off x="3671425" y="1449900"/>
            <a:ext cx="1787400" cy="0"/>
          </a:xfrm>
          <a:prstGeom prst="straightConnector1">
            <a:avLst/>
          </a:prstGeom>
          <a:noFill/>
          <a:ln w="9525" cap="flat" cmpd="sng">
            <a:solidFill>
              <a:schemeClr val="accent4"/>
            </a:solidFill>
            <a:prstDash val="dashDot"/>
            <a:round/>
            <a:headEnd type="none" w="med" len="med"/>
            <a:tailEnd type="none" w="med" len="med"/>
          </a:ln>
        </p:spPr>
      </p:cxnSp>
      <p:cxnSp>
        <p:nvCxnSpPr>
          <p:cNvPr id="1396" name="Google Shape;1396;p43"/>
          <p:cNvCxnSpPr>
            <a:stCxn id="1388" idx="6"/>
            <a:endCxn id="1389" idx="2"/>
          </p:cNvCxnSpPr>
          <p:nvPr/>
        </p:nvCxnSpPr>
        <p:spPr>
          <a:xfrm>
            <a:off x="5635325" y="1449900"/>
            <a:ext cx="1787400" cy="0"/>
          </a:xfrm>
          <a:prstGeom prst="straightConnector1">
            <a:avLst/>
          </a:prstGeom>
          <a:noFill/>
          <a:ln w="9525" cap="flat" cmpd="sng">
            <a:solidFill>
              <a:schemeClr val="accent4"/>
            </a:solidFill>
            <a:prstDash val="dashDot"/>
            <a:round/>
            <a:headEnd type="none" w="med" len="med"/>
            <a:tailEnd type="none" w="med" len="med"/>
          </a:ln>
        </p:spPr>
      </p:cxnSp>
      <p:cxnSp>
        <p:nvCxnSpPr>
          <p:cNvPr id="1397" name="Google Shape;1397;p43"/>
          <p:cNvCxnSpPr>
            <a:stCxn id="1386" idx="4"/>
            <a:endCxn id="1390" idx="0"/>
          </p:cNvCxnSpPr>
          <p:nvPr/>
        </p:nvCxnSpPr>
        <p:spPr>
          <a:xfrm flipH="1">
            <a:off x="1610925" y="1538100"/>
            <a:ext cx="8400" cy="324600"/>
          </a:xfrm>
          <a:prstGeom prst="straightConnector1">
            <a:avLst/>
          </a:prstGeom>
          <a:noFill/>
          <a:ln w="9525" cap="flat" cmpd="sng">
            <a:solidFill>
              <a:schemeClr val="accent4"/>
            </a:solidFill>
            <a:prstDash val="dashDot"/>
            <a:round/>
            <a:headEnd type="none" w="med" len="med"/>
            <a:tailEnd type="none" w="med" len="med"/>
          </a:ln>
        </p:spPr>
      </p:cxnSp>
      <p:cxnSp>
        <p:nvCxnSpPr>
          <p:cNvPr id="1398" name="Google Shape;1398;p43"/>
          <p:cNvCxnSpPr>
            <a:stCxn id="1387" idx="4"/>
            <a:endCxn id="1391" idx="0"/>
          </p:cNvCxnSpPr>
          <p:nvPr/>
        </p:nvCxnSpPr>
        <p:spPr>
          <a:xfrm flipH="1">
            <a:off x="3574825" y="1538100"/>
            <a:ext cx="8400" cy="324600"/>
          </a:xfrm>
          <a:prstGeom prst="straightConnector1">
            <a:avLst/>
          </a:prstGeom>
          <a:noFill/>
          <a:ln w="9525" cap="flat" cmpd="sng">
            <a:solidFill>
              <a:schemeClr val="accent4"/>
            </a:solidFill>
            <a:prstDash val="dashDot"/>
            <a:round/>
            <a:headEnd type="none" w="med" len="med"/>
            <a:tailEnd type="none" w="med" len="med"/>
          </a:ln>
        </p:spPr>
      </p:cxnSp>
      <p:cxnSp>
        <p:nvCxnSpPr>
          <p:cNvPr id="1399" name="Google Shape;1399;p43"/>
          <p:cNvCxnSpPr>
            <a:stCxn id="1388" idx="4"/>
            <a:endCxn id="1392" idx="0"/>
          </p:cNvCxnSpPr>
          <p:nvPr/>
        </p:nvCxnSpPr>
        <p:spPr>
          <a:xfrm flipH="1">
            <a:off x="5538725" y="1538100"/>
            <a:ext cx="8400" cy="324600"/>
          </a:xfrm>
          <a:prstGeom prst="straightConnector1">
            <a:avLst/>
          </a:prstGeom>
          <a:noFill/>
          <a:ln w="9525" cap="flat" cmpd="sng">
            <a:solidFill>
              <a:schemeClr val="accent4"/>
            </a:solidFill>
            <a:prstDash val="dashDot"/>
            <a:round/>
            <a:headEnd type="none" w="med" len="med"/>
            <a:tailEnd type="none" w="med" len="med"/>
          </a:ln>
        </p:spPr>
      </p:cxnSp>
      <p:cxnSp>
        <p:nvCxnSpPr>
          <p:cNvPr id="1400" name="Google Shape;1400;p43"/>
          <p:cNvCxnSpPr>
            <a:stCxn id="1389" idx="4"/>
            <a:endCxn id="1393" idx="0"/>
          </p:cNvCxnSpPr>
          <p:nvPr/>
        </p:nvCxnSpPr>
        <p:spPr>
          <a:xfrm flipH="1">
            <a:off x="7502625" y="1538100"/>
            <a:ext cx="8400" cy="324600"/>
          </a:xfrm>
          <a:prstGeom prst="straightConnector1">
            <a:avLst/>
          </a:prstGeom>
          <a:noFill/>
          <a:ln w="9525" cap="flat" cmpd="sng">
            <a:solidFill>
              <a:schemeClr val="accent4"/>
            </a:solidFill>
            <a:prstDash val="dashDot"/>
            <a:round/>
            <a:headEnd type="none" w="med" len="med"/>
            <a:tailEnd type="none" w="med" len="med"/>
          </a:ln>
        </p:spPr>
      </p:cxnSp>
      <p:sp>
        <p:nvSpPr>
          <p:cNvPr id="1401" name="Google Shape;1401;p43"/>
          <p:cNvSpPr/>
          <p:nvPr/>
        </p:nvSpPr>
        <p:spPr>
          <a:xfrm>
            <a:off x="1531125" y="3196150"/>
            <a:ext cx="176400" cy="176400"/>
          </a:xfrm>
          <a:prstGeom prst="ellipse">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 name="Google Shape;1402;p43"/>
          <p:cNvSpPr/>
          <p:nvPr/>
        </p:nvSpPr>
        <p:spPr>
          <a:xfrm>
            <a:off x="3495025" y="3196150"/>
            <a:ext cx="176400" cy="176400"/>
          </a:xfrm>
          <a:prstGeom prst="ellipse">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 name="Google Shape;1403;p43"/>
          <p:cNvSpPr/>
          <p:nvPr/>
        </p:nvSpPr>
        <p:spPr>
          <a:xfrm>
            <a:off x="5458925" y="3196150"/>
            <a:ext cx="176400" cy="176400"/>
          </a:xfrm>
          <a:prstGeom prst="ellipse">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 name="Google Shape;1404;p43"/>
          <p:cNvSpPr/>
          <p:nvPr/>
        </p:nvSpPr>
        <p:spPr>
          <a:xfrm>
            <a:off x="7422825" y="3196150"/>
            <a:ext cx="176400" cy="176400"/>
          </a:xfrm>
          <a:prstGeom prst="ellipse">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 name="Google Shape;1405;p43"/>
          <p:cNvSpPr txBox="1"/>
          <p:nvPr/>
        </p:nvSpPr>
        <p:spPr>
          <a:xfrm flipH="1">
            <a:off x="696625" y="3697025"/>
            <a:ext cx="1828800" cy="802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chemeClr val="dk1"/>
                </a:solidFill>
                <a:latin typeface="Lato"/>
                <a:ea typeface="Lato"/>
                <a:cs typeface="Lato"/>
                <a:sym typeface="Lato"/>
              </a:rPr>
              <a:t>Highlight the unique value proposition and </a:t>
            </a:r>
            <a:r>
              <a:rPr lang="en" sz="1200" b="1">
                <a:solidFill>
                  <a:schemeClr val="dk1"/>
                </a:solidFill>
                <a:latin typeface="Lato"/>
                <a:ea typeface="Lato"/>
                <a:cs typeface="Lato"/>
                <a:sym typeface="Lato"/>
              </a:rPr>
              <a:t>benefits </a:t>
            </a:r>
            <a:r>
              <a:rPr lang="en" sz="1200">
                <a:solidFill>
                  <a:schemeClr val="dk1"/>
                </a:solidFill>
                <a:latin typeface="Lato"/>
                <a:ea typeface="Lato"/>
                <a:cs typeface="Lato"/>
                <a:sym typeface="Lato"/>
              </a:rPr>
              <a:t>of your solution</a:t>
            </a:r>
            <a:endParaRPr sz="1200">
              <a:solidFill>
                <a:schemeClr val="dk1"/>
              </a:solidFill>
              <a:latin typeface="Lato"/>
              <a:ea typeface="Lato"/>
              <a:cs typeface="Lato"/>
              <a:sym typeface="Lato"/>
            </a:endParaRPr>
          </a:p>
        </p:txBody>
      </p:sp>
      <p:sp>
        <p:nvSpPr>
          <p:cNvPr id="1406" name="Google Shape;1406;p43"/>
          <p:cNvSpPr txBox="1"/>
          <p:nvPr/>
        </p:nvSpPr>
        <p:spPr>
          <a:xfrm flipH="1">
            <a:off x="2660525" y="3697025"/>
            <a:ext cx="1828800" cy="802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b="1">
                <a:solidFill>
                  <a:schemeClr val="dk1"/>
                </a:solidFill>
                <a:latin typeface="Lato"/>
                <a:ea typeface="Lato"/>
                <a:cs typeface="Lato"/>
                <a:sym typeface="Lato"/>
              </a:rPr>
              <a:t>Analyze </a:t>
            </a:r>
            <a:r>
              <a:rPr lang="en" sz="1200">
                <a:solidFill>
                  <a:schemeClr val="dk1"/>
                </a:solidFill>
                <a:latin typeface="Lato"/>
                <a:ea typeface="Lato"/>
                <a:cs typeface="Lato"/>
                <a:sym typeface="Lato"/>
              </a:rPr>
              <a:t>the target market size, growth potential, and competition briefly</a:t>
            </a:r>
            <a:endParaRPr sz="1200">
              <a:solidFill>
                <a:schemeClr val="dk1"/>
              </a:solidFill>
              <a:latin typeface="Lato"/>
              <a:ea typeface="Lato"/>
              <a:cs typeface="Lato"/>
              <a:sym typeface="Lato"/>
            </a:endParaRPr>
          </a:p>
        </p:txBody>
      </p:sp>
      <p:sp>
        <p:nvSpPr>
          <p:cNvPr id="1407" name="Google Shape;1407;p43"/>
          <p:cNvSpPr txBox="1"/>
          <p:nvPr/>
        </p:nvSpPr>
        <p:spPr>
          <a:xfrm flipH="1">
            <a:off x="4624425" y="3697025"/>
            <a:ext cx="1828800" cy="802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chemeClr val="dk1"/>
                </a:solidFill>
                <a:latin typeface="Lato"/>
                <a:ea typeface="Lato"/>
                <a:cs typeface="Lato"/>
                <a:sym typeface="Lato"/>
              </a:rPr>
              <a:t>Explain your financial needs and briefly outline your </a:t>
            </a:r>
            <a:r>
              <a:rPr lang="en" sz="1200" b="1">
                <a:solidFill>
                  <a:schemeClr val="dk1"/>
                </a:solidFill>
                <a:latin typeface="Lato"/>
                <a:ea typeface="Lato"/>
                <a:cs typeface="Lato"/>
                <a:sym typeface="Lato"/>
              </a:rPr>
              <a:t>allocation</a:t>
            </a:r>
            <a:endParaRPr sz="1200" b="1">
              <a:solidFill>
                <a:schemeClr val="dk1"/>
              </a:solidFill>
              <a:latin typeface="Lato"/>
              <a:ea typeface="Lato"/>
              <a:cs typeface="Lato"/>
              <a:sym typeface="Lato"/>
            </a:endParaRPr>
          </a:p>
        </p:txBody>
      </p:sp>
      <p:sp>
        <p:nvSpPr>
          <p:cNvPr id="1408" name="Google Shape;1408;p43"/>
          <p:cNvSpPr txBox="1"/>
          <p:nvPr/>
        </p:nvSpPr>
        <p:spPr>
          <a:xfrm flipH="1">
            <a:off x="6588325" y="3697025"/>
            <a:ext cx="1828800" cy="802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chemeClr val="dk1"/>
                </a:solidFill>
                <a:latin typeface="Lato"/>
                <a:ea typeface="Lato"/>
                <a:cs typeface="Lato"/>
                <a:sym typeface="Lato"/>
              </a:rPr>
              <a:t>End with a clear and concise </a:t>
            </a:r>
            <a:r>
              <a:rPr lang="en" sz="1200" b="1">
                <a:solidFill>
                  <a:schemeClr val="dk1"/>
                </a:solidFill>
                <a:latin typeface="Lato"/>
                <a:ea typeface="Lato"/>
                <a:cs typeface="Lato"/>
                <a:sym typeface="Lato"/>
              </a:rPr>
              <a:t>call to action</a:t>
            </a:r>
            <a:endParaRPr sz="1200" b="1">
              <a:solidFill>
                <a:schemeClr val="dk1"/>
              </a:solidFill>
              <a:latin typeface="Lato"/>
              <a:ea typeface="Lato"/>
              <a:cs typeface="Lato"/>
              <a:sym typeface="Lato"/>
            </a:endParaRPr>
          </a:p>
        </p:txBody>
      </p:sp>
      <p:cxnSp>
        <p:nvCxnSpPr>
          <p:cNvPr id="1409" name="Google Shape;1409;p43"/>
          <p:cNvCxnSpPr>
            <a:stCxn id="1401" idx="6"/>
            <a:endCxn id="1402" idx="2"/>
          </p:cNvCxnSpPr>
          <p:nvPr/>
        </p:nvCxnSpPr>
        <p:spPr>
          <a:xfrm>
            <a:off x="1707525" y="3284350"/>
            <a:ext cx="1787400" cy="0"/>
          </a:xfrm>
          <a:prstGeom prst="straightConnector1">
            <a:avLst/>
          </a:prstGeom>
          <a:noFill/>
          <a:ln w="9525" cap="flat" cmpd="sng">
            <a:solidFill>
              <a:schemeClr val="accent4"/>
            </a:solidFill>
            <a:prstDash val="dashDot"/>
            <a:round/>
            <a:headEnd type="none" w="med" len="med"/>
            <a:tailEnd type="none" w="med" len="med"/>
          </a:ln>
        </p:spPr>
      </p:cxnSp>
      <p:cxnSp>
        <p:nvCxnSpPr>
          <p:cNvPr id="1410" name="Google Shape;1410;p43"/>
          <p:cNvCxnSpPr>
            <a:stCxn id="1402" idx="6"/>
            <a:endCxn id="1403" idx="2"/>
          </p:cNvCxnSpPr>
          <p:nvPr/>
        </p:nvCxnSpPr>
        <p:spPr>
          <a:xfrm>
            <a:off x="3671425" y="3284350"/>
            <a:ext cx="1787400" cy="0"/>
          </a:xfrm>
          <a:prstGeom prst="straightConnector1">
            <a:avLst/>
          </a:prstGeom>
          <a:noFill/>
          <a:ln w="9525" cap="flat" cmpd="sng">
            <a:solidFill>
              <a:schemeClr val="accent4"/>
            </a:solidFill>
            <a:prstDash val="dashDot"/>
            <a:round/>
            <a:headEnd type="none" w="med" len="med"/>
            <a:tailEnd type="none" w="med" len="med"/>
          </a:ln>
        </p:spPr>
      </p:cxnSp>
      <p:cxnSp>
        <p:nvCxnSpPr>
          <p:cNvPr id="1411" name="Google Shape;1411;p43"/>
          <p:cNvCxnSpPr>
            <a:stCxn id="1403" idx="6"/>
            <a:endCxn id="1404" idx="2"/>
          </p:cNvCxnSpPr>
          <p:nvPr/>
        </p:nvCxnSpPr>
        <p:spPr>
          <a:xfrm>
            <a:off x="5635325" y="3284350"/>
            <a:ext cx="1787400" cy="0"/>
          </a:xfrm>
          <a:prstGeom prst="straightConnector1">
            <a:avLst/>
          </a:prstGeom>
          <a:noFill/>
          <a:ln w="9525" cap="flat" cmpd="sng">
            <a:solidFill>
              <a:schemeClr val="accent4"/>
            </a:solidFill>
            <a:prstDash val="dashDot"/>
            <a:round/>
            <a:headEnd type="none" w="med" len="med"/>
            <a:tailEnd type="none" w="med" len="med"/>
          </a:ln>
        </p:spPr>
      </p:cxnSp>
      <p:cxnSp>
        <p:nvCxnSpPr>
          <p:cNvPr id="1412" name="Google Shape;1412;p43"/>
          <p:cNvCxnSpPr>
            <a:stCxn id="1401" idx="4"/>
            <a:endCxn id="1405" idx="0"/>
          </p:cNvCxnSpPr>
          <p:nvPr/>
        </p:nvCxnSpPr>
        <p:spPr>
          <a:xfrm flipH="1">
            <a:off x="1610925" y="3372550"/>
            <a:ext cx="8400" cy="324600"/>
          </a:xfrm>
          <a:prstGeom prst="straightConnector1">
            <a:avLst/>
          </a:prstGeom>
          <a:noFill/>
          <a:ln w="9525" cap="flat" cmpd="sng">
            <a:solidFill>
              <a:schemeClr val="accent4"/>
            </a:solidFill>
            <a:prstDash val="dashDot"/>
            <a:round/>
            <a:headEnd type="none" w="med" len="med"/>
            <a:tailEnd type="none" w="med" len="med"/>
          </a:ln>
        </p:spPr>
      </p:cxnSp>
      <p:cxnSp>
        <p:nvCxnSpPr>
          <p:cNvPr id="1413" name="Google Shape;1413;p43"/>
          <p:cNvCxnSpPr>
            <a:stCxn id="1402" idx="4"/>
            <a:endCxn id="1406" idx="0"/>
          </p:cNvCxnSpPr>
          <p:nvPr/>
        </p:nvCxnSpPr>
        <p:spPr>
          <a:xfrm flipH="1">
            <a:off x="3574825" y="3372550"/>
            <a:ext cx="8400" cy="324600"/>
          </a:xfrm>
          <a:prstGeom prst="straightConnector1">
            <a:avLst/>
          </a:prstGeom>
          <a:noFill/>
          <a:ln w="9525" cap="flat" cmpd="sng">
            <a:solidFill>
              <a:schemeClr val="accent4"/>
            </a:solidFill>
            <a:prstDash val="dashDot"/>
            <a:round/>
            <a:headEnd type="none" w="med" len="med"/>
            <a:tailEnd type="none" w="med" len="med"/>
          </a:ln>
        </p:spPr>
      </p:cxnSp>
      <p:cxnSp>
        <p:nvCxnSpPr>
          <p:cNvPr id="1414" name="Google Shape;1414;p43"/>
          <p:cNvCxnSpPr>
            <a:stCxn id="1403" idx="4"/>
            <a:endCxn id="1407" idx="0"/>
          </p:cNvCxnSpPr>
          <p:nvPr/>
        </p:nvCxnSpPr>
        <p:spPr>
          <a:xfrm flipH="1">
            <a:off x="5538725" y="3372550"/>
            <a:ext cx="8400" cy="324600"/>
          </a:xfrm>
          <a:prstGeom prst="straightConnector1">
            <a:avLst/>
          </a:prstGeom>
          <a:noFill/>
          <a:ln w="9525" cap="flat" cmpd="sng">
            <a:solidFill>
              <a:schemeClr val="accent4"/>
            </a:solidFill>
            <a:prstDash val="dashDot"/>
            <a:round/>
            <a:headEnd type="none" w="med" len="med"/>
            <a:tailEnd type="none" w="med" len="med"/>
          </a:ln>
        </p:spPr>
      </p:cxnSp>
      <p:cxnSp>
        <p:nvCxnSpPr>
          <p:cNvPr id="1415" name="Google Shape;1415;p43"/>
          <p:cNvCxnSpPr>
            <a:stCxn id="1404" idx="4"/>
            <a:endCxn id="1408" idx="0"/>
          </p:cNvCxnSpPr>
          <p:nvPr/>
        </p:nvCxnSpPr>
        <p:spPr>
          <a:xfrm flipH="1">
            <a:off x="7502625" y="3372550"/>
            <a:ext cx="8400" cy="324600"/>
          </a:xfrm>
          <a:prstGeom prst="straightConnector1">
            <a:avLst/>
          </a:prstGeom>
          <a:noFill/>
          <a:ln w="9525" cap="flat" cmpd="sng">
            <a:solidFill>
              <a:schemeClr val="accent4"/>
            </a:solidFill>
            <a:prstDash val="dashDot"/>
            <a:round/>
            <a:headEnd type="none" w="med" len="med"/>
            <a:tailEnd type="none" w="med" len="med"/>
          </a:ln>
        </p:spPr>
      </p:cxnSp>
      <p:cxnSp>
        <p:nvCxnSpPr>
          <p:cNvPr id="1416" name="Google Shape;1416;p43"/>
          <p:cNvCxnSpPr>
            <a:stCxn id="1389" idx="6"/>
            <a:endCxn id="1401" idx="2"/>
          </p:cNvCxnSpPr>
          <p:nvPr/>
        </p:nvCxnSpPr>
        <p:spPr>
          <a:xfrm flipH="1">
            <a:off x="1531125" y="1449900"/>
            <a:ext cx="6068100" cy="1834500"/>
          </a:xfrm>
          <a:prstGeom prst="bentConnector5">
            <a:avLst>
              <a:gd name="adj1" fmla="val -14010"/>
              <a:gd name="adj2" fmla="val 72114"/>
              <a:gd name="adj3" fmla="val 103924"/>
            </a:avLst>
          </a:prstGeom>
          <a:noFill/>
          <a:ln w="9525" cap="flat" cmpd="sng">
            <a:solidFill>
              <a:schemeClr val="accent4"/>
            </a:solidFill>
            <a:prstDash val="dashDot"/>
            <a:round/>
            <a:headEnd type="none" w="med" len="med"/>
            <a:tailEnd type="none" w="med" len="med"/>
          </a:ln>
        </p:spPr>
      </p:cxn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420"/>
        <p:cNvGrpSpPr/>
        <p:nvPr/>
      </p:nvGrpSpPr>
      <p:grpSpPr>
        <a:xfrm>
          <a:off x="0" y="0"/>
          <a:ext cx="0" cy="0"/>
          <a:chOff x="0" y="0"/>
          <a:chExt cx="0" cy="0"/>
        </a:xfrm>
      </p:grpSpPr>
      <p:sp>
        <p:nvSpPr>
          <p:cNvPr id="1421" name="Google Shape;1421;p4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Organizational chart</a:t>
            </a:r>
            <a:endParaRPr/>
          </a:p>
        </p:txBody>
      </p:sp>
      <p:cxnSp>
        <p:nvCxnSpPr>
          <p:cNvPr id="1422" name="Google Shape;1422;p44"/>
          <p:cNvCxnSpPr>
            <a:stCxn id="1423" idx="2"/>
            <a:endCxn id="1424" idx="0"/>
          </p:cNvCxnSpPr>
          <p:nvPr/>
        </p:nvCxnSpPr>
        <p:spPr>
          <a:xfrm rot="-5400000" flipH="1">
            <a:off x="5100697" y="1094450"/>
            <a:ext cx="489600" cy="1546200"/>
          </a:xfrm>
          <a:prstGeom prst="bentConnector3">
            <a:avLst>
              <a:gd name="adj1" fmla="val 49997"/>
            </a:avLst>
          </a:prstGeom>
          <a:noFill/>
          <a:ln w="9525" cap="flat" cmpd="sng">
            <a:solidFill>
              <a:schemeClr val="accent4"/>
            </a:solidFill>
            <a:prstDash val="dashDot"/>
            <a:miter lim="8000"/>
            <a:headEnd type="none" w="sm" len="sm"/>
            <a:tailEnd type="none" w="sm" len="sm"/>
          </a:ln>
        </p:spPr>
      </p:cxnSp>
      <p:cxnSp>
        <p:nvCxnSpPr>
          <p:cNvPr id="1425" name="Google Shape;1425;p44"/>
          <p:cNvCxnSpPr>
            <a:stCxn id="1426" idx="0"/>
            <a:endCxn id="1423" idx="2"/>
          </p:cNvCxnSpPr>
          <p:nvPr/>
        </p:nvCxnSpPr>
        <p:spPr>
          <a:xfrm rot="-5400000">
            <a:off x="3554608" y="1094416"/>
            <a:ext cx="489600" cy="1546200"/>
          </a:xfrm>
          <a:prstGeom prst="bentConnector3">
            <a:avLst>
              <a:gd name="adj1" fmla="val 49997"/>
            </a:avLst>
          </a:prstGeom>
          <a:noFill/>
          <a:ln w="9525" cap="flat" cmpd="sng">
            <a:solidFill>
              <a:schemeClr val="accent4"/>
            </a:solidFill>
            <a:prstDash val="dashDot"/>
            <a:miter lim="8000"/>
            <a:headEnd type="none" w="sm" len="sm"/>
            <a:tailEnd type="none" w="sm" len="sm"/>
          </a:ln>
        </p:spPr>
      </p:cxnSp>
      <p:cxnSp>
        <p:nvCxnSpPr>
          <p:cNvPr id="1427" name="Google Shape;1427;p44"/>
          <p:cNvCxnSpPr>
            <a:stCxn id="1426" idx="2"/>
            <a:endCxn id="1428" idx="0"/>
          </p:cNvCxnSpPr>
          <p:nvPr/>
        </p:nvCxnSpPr>
        <p:spPr>
          <a:xfrm rot="-5400000" flipH="1">
            <a:off x="3131308" y="2378116"/>
            <a:ext cx="528000" cy="738000"/>
          </a:xfrm>
          <a:prstGeom prst="bentConnector3">
            <a:avLst>
              <a:gd name="adj1" fmla="val 50003"/>
            </a:avLst>
          </a:prstGeom>
          <a:noFill/>
          <a:ln w="9525" cap="flat" cmpd="sng">
            <a:solidFill>
              <a:schemeClr val="accent4"/>
            </a:solidFill>
            <a:prstDash val="dashDot"/>
            <a:miter lim="8000"/>
            <a:headEnd type="none" w="sm" len="sm"/>
            <a:tailEnd type="none" w="sm" len="sm"/>
          </a:ln>
        </p:spPr>
      </p:cxnSp>
      <p:cxnSp>
        <p:nvCxnSpPr>
          <p:cNvPr id="1429" name="Google Shape;1429;p44"/>
          <p:cNvCxnSpPr>
            <a:stCxn id="1430" idx="0"/>
            <a:endCxn id="1426" idx="2"/>
          </p:cNvCxnSpPr>
          <p:nvPr/>
        </p:nvCxnSpPr>
        <p:spPr>
          <a:xfrm rot="-5400000">
            <a:off x="2393179" y="2378000"/>
            <a:ext cx="528000" cy="738300"/>
          </a:xfrm>
          <a:prstGeom prst="bentConnector3">
            <a:avLst>
              <a:gd name="adj1" fmla="val 50003"/>
            </a:avLst>
          </a:prstGeom>
          <a:noFill/>
          <a:ln w="9525" cap="flat" cmpd="sng">
            <a:solidFill>
              <a:schemeClr val="accent4"/>
            </a:solidFill>
            <a:prstDash val="dashDot"/>
            <a:miter lim="8000"/>
            <a:headEnd type="none" w="sm" len="sm"/>
            <a:tailEnd type="none" w="sm" len="sm"/>
          </a:ln>
        </p:spPr>
      </p:cxnSp>
      <p:cxnSp>
        <p:nvCxnSpPr>
          <p:cNvPr id="1431" name="Google Shape;1431;p44"/>
          <p:cNvCxnSpPr>
            <a:stCxn id="1424" idx="2"/>
            <a:endCxn id="1432" idx="0"/>
          </p:cNvCxnSpPr>
          <p:nvPr/>
        </p:nvCxnSpPr>
        <p:spPr>
          <a:xfrm rot="-5400000" flipH="1">
            <a:off x="6223482" y="2378116"/>
            <a:ext cx="528000" cy="738000"/>
          </a:xfrm>
          <a:prstGeom prst="bentConnector3">
            <a:avLst>
              <a:gd name="adj1" fmla="val 50003"/>
            </a:avLst>
          </a:prstGeom>
          <a:noFill/>
          <a:ln w="9525" cap="flat" cmpd="sng">
            <a:solidFill>
              <a:schemeClr val="accent4"/>
            </a:solidFill>
            <a:prstDash val="dashDot"/>
            <a:miter lim="8000"/>
            <a:headEnd type="none" w="sm" len="sm"/>
            <a:tailEnd type="none" w="sm" len="sm"/>
          </a:ln>
        </p:spPr>
      </p:cxnSp>
      <p:cxnSp>
        <p:nvCxnSpPr>
          <p:cNvPr id="1433" name="Google Shape;1433;p44"/>
          <p:cNvCxnSpPr>
            <a:stCxn id="1434" idx="0"/>
            <a:endCxn id="1424" idx="2"/>
          </p:cNvCxnSpPr>
          <p:nvPr/>
        </p:nvCxnSpPr>
        <p:spPr>
          <a:xfrm rot="-5400000">
            <a:off x="5485352" y="2378000"/>
            <a:ext cx="528000" cy="738300"/>
          </a:xfrm>
          <a:prstGeom prst="bentConnector3">
            <a:avLst>
              <a:gd name="adj1" fmla="val 50003"/>
            </a:avLst>
          </a:prstGeom>
          <a:noFill/>
          <a:ln w="9525" cap="flat" cmpd="sng">
            <a:solidFill>
              <a:schemeClr val="accent4"/>
            </a:solidFill>
            <a:prstDash val="dashDot"/>
            <a:miter lim="8000"/>
            <a:headEnd type="none" w="sm" len="sm"/>
            <a:tailEnd type="none" w="sm" len="sm"/>
          </a:ln>
        </p:spPr>
      </p:cxnSp>
      <p:cxnSp>
        <p:nvCxnSpPr>
          <p:cNvPr id="1435" name="Google Shape;1435;p44"/>
          <p:cNvCxnSpPr>
            <a:stCxn id="1436" idx="0"/>
            <a:endCxn id="1430" idx="2"/>
          </p:cNvCxnSpPr>
          <p:nvPr/>
        </p:nvCxnSpPr>
        <p:spPr>
          <a:xfrm rot="-5400000">
            <a:off x="1688600" y="3310583"/>
            <a:ext cx="528000" cy="670800"/>
          </a:xfrm>
          <a:prstGeom prst="bentConnector3">
            <a:avLst>
              <a:gd name="adj1" fmla="val 50003"/>
            </a:avLst>
          </a:prstGeom>
          <a:noFill/>
          <a:ln w="9525" cap="flat" cmpd="sng">
            <a:solidFill>
              <a:schemeClr val="accent4"/>
            </a:solidFill>
            <a:prstDash val="dashDot"/>
            <a:miter lim="8000"/>
            <a:headEnd type="none" w="sm" len="sm"/>
            <a:tailEnd type="none" w="sm" len="sm"/>
          </a:ln>
        </p:spPr>
      </p:cxnSp>
      <p:cxnSp>
        <p:nvCxnSpPr>
          <p:cNvPr id="1437" name="Google Shape;1437;p44"/>
          <p:cNvCxnSpPr>
            <a:stCxn id="1438" idx="0"/>
            <a:endCxn id="1430" idx="2"/>
          </p:cNvCxnSpPr>
          <p:nvPr/>
        </p:nvCxnSpPr>
        <p:spPr>
          <a:xfrm rot="5400000" flipH="1">
            <a:off x="2426844" y="3243233"/>
            <a:ext cx="528000" cy="805500"/>
          </a:xfrm>
          <a:prstGeom prst="bentConnector3">
            <a:avLst>
              <a:gd name="adj1" fmla="val 50003"/>
            </a:avLst>
          </a:prstGeom>
          <a:noFill/>
          <a:ln w="9525" cap="flat" cmpd="sng">
            <a:solidFill>
              <a:schemeClr val="accent4"/>
            </a:solidFill>
            <a:prstDash val="dashDot"/>
            <a:miter lim="8000"/>
            <a:headEnd type="none" w="sm" len="sm"/>
            <a:tailEnd type="none" w="sm" len="sm"/>
          </a:ln>
        </p:spPr>
      </p:cxnSp>
      <p:cxnSp>
        <p:nvCxnSpPr>
          <p:cNvPr id="1439" name="Google Shape;1439;p44"/>
          <p:cNvCxnSpPr>
            <a:stCxn id="1440" idx="0"/>
            <a:endCxn id="1434" idx="2"/>
          </p:cNvCxnSpPr>
          <p:nvPr/>
        </p:nvCxnSpPr>
        <p:spPr>
          <a:xfrm rot="-5400000">
            <a:off x="4713388" y="3243233"/>
            <a:ext cx="528000" cy="805500"/>
          </a:xfrm>
          <a:prstGeom prst="bentConnector3">
            <a:avLst>
              <a:gd name="adj1" fmla="val 50003"/>
            </a:avLst>
          </a:prstGeom>
          <a:noFill/>
          <a:ln w="9525" cap="flat" cmpd="sng">
            <a:solidFill>
              <a:schemeClr val="accent4"/>
            </a:solidFill>
            <a:prstDash val="dashDot"/>
            <a:miter lim="8000"/>
            <a:headEnd type="none" w="sm" len="sm"/>
            <a:tailEnd type="none" w="sm" len="sm"/>
          </a:ln>
        </p:spPr>
      </p:cxnSp>
      <p:cxnSp>
        <p:nvCxnSpPr>
          <p:cNvPr id="1441" name="Google Shape;1441;p44"/>
          <p:cNvCxnSpPr>
            <a:stCxn id="1442" idx="0"/>
            <a:endCxn id="1434" idx="2"/>
          </p:cNvCxnSpPr>
          <p:nvPr/>
        </p:nvCxnSpPr>
        <p:spPr>
          <a:xfrm rot="5400000" flipH="1">
            <a:off x="5451631" y="3310583"/>
            <a:ext cx="528000" cy="670800"/>
          </a:xfrm>
          <a:prstGeom prst="bentConnector3">
            <a:avLst>
              <a:gd name="adj1" fmla="val 50003"/>
            </a:avLst>
          </a:prstGeom>
          <a:noFill/>
          <a:ln w="9525" cap="flat" cmpd="sng">
            <a:solidFill>
              <a:schemeClr val="accent4"/>
            </a:solidFill>
            <a:prstDash val="dashDot"/>
            <a:miter lim="8000"/>
            <a:headEnd type="none" w="sm" len="sm"/>
            <a:tailEnd type="none" w="sm" len="sm"/>
          </a:ln>
        </p:spPr>
      </p:cxnSp>
      <p:cxnSp>
        <p:nvCxnSpPr>
          <p:cNvPr id="1443" name="Google Shape;1443;p44"/>
          <p:cNvCxnSpPr>
            <a:stCxn id="1444" idx="0"/>
            <a:endCxn id="1434" idx="2"/>
          </p:cNvCxnSpPr>
          <p:nvPr/>
        </p:nvCxnSpPr>
        <p:spPr>
          <a:xfrm rot="5400000" flipH="1">
            <a:off x="6189875" y="2572433"/>
            <a:ext cx="528000" cy="2147100"/>
          </a:xfrm>
          <a:prstGeom prst="bentConnector3">
            <a:avLst>
              <a:gd name="adj1" fmla="val 50003"/>
            </a:avLst>
          </a:prstGeom>
          <a:noFill/>
          <a:ln w="9525" cap="flat" cmpd="sng">
            <a:solidFill>
              <a:schemeClr val="accent4"/>
            </a:solidFill>
            <a:prstDash val="dashDot"/>
            <a:miter lim="8000"/>
            <a:headEnd type="none" w="sm" len="sm"/>
            <a:tailEnd type="none" w="sm" len="sm"/>
          </a:ln>
        </p:spPr>
      </p:cxnSp>
      <p:sp>
        <p:nvSpPr>
          <p:cNvPr id="1423" name="Google Shape;1423;p44"/>
          <p:cNvSpPr txBox="1"/>
          <p:nvPr/>
        </p:nvSpPr>
        <p:spPr>
          <a:xfrm>
            <a:off x="3899647" y="1251950"/>
            <a:ext cx="1345500" cy="3708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100" b="1">
                <a:solidFill>
                  <a:srgbClr val="191919"/>
                </a:solidFill>
                <a:latin typeface="Lato"/>
                <a:ea typeface="Lato"/>
                <a:cs typeface="Lato"/>
                <a:sym typeface="Lato"/>
              </a:rPr>
              <a:t>Jane Doe</a:t>
            </a:r>
            <a:endParaRPr sz="1100" b="1">
              <a:solidFill>
                <a:srgbClr val="191919"/>
              </a:solidFill>
              <a:latin typeface="Lato"/>
              <a:ea typeface="Lato"/>
              <a:cs typeface="Lato"/>
              <a:sym typeface="Lato"/>
            </a:endParaRPr>
          </a:p>
          <a:p>
            <a:pPr marL="0" lvl="0" indent="0" algn="ctr" rtl="0">
              <a:spcBef>
                <a:spcPts val="0"/>
              </a:spcBef>
              <a:spcAft>
                <a:spcPts val="0"/>
              </a:spcAft>
              <a:buNone/>
            </a:pPr>
            <a:r>
              <a:rPr lang="en" sz="1100">
                <a:solidFill>
                  <a:srgbClr val="191919"/>
                </a:solidFill>
                <a:latin typeface="Lato"/>
                <a:ea typeface="Lato"/>
                <a:cs typeface="Lato"/>
                <a:sym typeface="Lato"/>
              </a:rPr>
              <a:t>CEO</a:t>
            </a:r>
            <a:endParaRPr sz="1100">
              <a:solidFill>
                <a:srgbClr val="191919"/>
              </a:solidFill>
              <a:latin typeface="Lato"/>
              <a:ea typeface="Lato"/>
              <a:cs typeface="Lato"/>
              <a:sym typeface="Lato"/>
            </a:endParaRPr>
          </a:p>
        </p:txBody>
      </p:sp>
      <p:sp>
        <p:nvSpPr>
          <p:cNvPr id="1426" name="Google Shape;1426;p44"/>
          <p:cNvSpPr txBox="1"/>
          <p:nvPr/>
        </p:nvSpPr>
        <p:spPr>
          <a:xfrm>
            <a:off x="2354608" y="2112316"/>
            <a:ext cx="1343400" cy="3708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100" b="1">
                <a:solidFill>
                  <a:srgbClr val="191919"/>
                </a:solidFill>
                <a:latin typeface="Lato"/>
                <a:ea typeface="Lato"/>
                <a:cs typeface="Lato"/>
                <a:sym typeface="Lato"/>
              </a:rPr>
              <a:t>John Smith</a:t>
            </a:r>
            <a:endParaRPr sz="1100" b="1">
              <a:solidFill>
                <a:srgbClr val="191919"/>
              </a:solidFill>
              <a:latin typeface="Lato"/>
              <a:ea typeface="Lato"/>
              <a:cs typeface="Lato"/>
              <a:sym typeface="Lato"/>
            </a:endParaRPr>
          </a:p>
          <a:p>
            <a:pPr marL="0" lvl="0" indent="0" algn="ctr" rtl="0">
              <a:spcBef>
                <a:spcPts val="0"/>
              </a:spcBef>
              <a:spcAft>
                <a:spcPts val="0"/>
              </a:spcAft>
              <a:buNone/>
            </a:pPr>
            <a:r>
              <a:rPr lang="en" sz="1100">
                <a:solidFill>
                  <a:srgbClr val="191919"/>
                </a:solidFill>
                <a:latin typeface="Lato"/>
                <a:ea typeface="Lato"/>
                <a:cs typeface="Lato"/>
                <a:sym typeface="Lato"/>
              </a:rPr>
              <a:t>Department Head</a:t>
            </a:r>
            <a:endParaRPr sz="1100">
              <a:solidFill>
                <a:srgbClr val="191919"/>
              </a:solidFill>
              <a:latin typeface="Lato"/>
              <a:ea typeface="Lato"/>
              <a:cs typeface="Lato"/>
              <a:sym typeface="Lato"/>
            </a:endParaRPr>
          </a:p>
        </p:txBody>
      </p:sp>
      <p:sp>
        <p:nvSpPr>
          <p:cNvPr id="1424" name="Google Shape;1424;p44"/>
          <p:cNvSpPr txBox="1"/>
          <p:nvPr/>
        </p:nvSpPr>
        <p:spPr>
          <a:xfrm>
            <a:off x="5446782" y="2112316"/>
            <a:ext cx="1343400" cy="3708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100" b="1">
                <a:solidFill>
                  <a:srgbClr val="191919"/>
                </a:solidFill>
                <a:latin typeface="Lato"/>
                <a:ea typeface="Lato"/>
                <a:cs typeface="Lato"/>
                <a:sym typeface="Lato"/>
              </a:rPr>
              <a:t>Maya Willson</a:t>
            </a:r>
            <a:endParaRPr sz="1100" b="1">
              <a:solidFill>
                <a:srgbClr val="191919"/>
              </a:solidFill>
              <a:latin typeface="Lato"/>
              <a:ea typeface="Lato"/>
              <a:cs typeface="Lato"/>
              <a:sym typeface="Lato"/>
            </a:endParaRPr>
          </a:p>
          <a:p>
            <a:pPr marL="0" lvl="0" indent="0" algn="ctr" rtl="0">
              <a:spcBef>
                <a:spcPts val="0"/>
              </a:spcBef>
              <a:spcAft>
                <a:spcPts val="0"/>
              </a:spcAft>
              <a:buNone/>
            </a:pPr>
            <a:r>
              <a:rPr lang="en" sz="1100">
                <a:solidFill>
                  <a:srgbClr val="191919"/>
                </a:solidFill>
                <a:latin typeface="Lato"/>
                <a:ea typeface="Lato"/>
                <a:cs typeface="Lato"/>
                <a:sym typeface="Lato"/>
              </a:rPr>
              <a:t>Department Head</a:t>
            </a:r>
            <a:endParaRPr sz="1100">
              <a:solidFill>
                <a:srgbClr val="191919"/>
              </a:solidFill>
              <a:latin typeface="Lato"/>
              <a:ea typeface="Lato"/>
              <a:cs typeface="Lato"/>
              <a:sym typeface="Lato"/>
            </a:endParaRPr>
          </a:p>
        </p:txBody>
      </p:sp>
      <p:sp>
        <p:nvSpPr>
          <p:cNvPr id="1432" name="Google Shape;1432;p44"/>
          <p:cNvSpPr txBox="1"/>
          <p:nvPr/>
        </p:nvSpPr>
        <p:spPr>
          <a:xfrm>
            <a:off x="6268296" y="3011150"/>
            <a:ext cx="1176600" cy="3708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100" b="1">
                <a:solidFill>
                  <a:srgbClr val="191919"/>
                </a:solidFill>
                <a:latin typeface="Lato"/>
                <a:ea typeface="Lato"/>
                <a:cs typeface="Lato"/>
                <a:sym typeface="Lato"/>
              </a:rPr>
              <a:t>Steven Ander</a:t>
            </a:r>
            <a:endParaRPr sz="1100" b="1">
              <a:solidFill>
                <a:srgbClr val="191919"/>
              </a:solidFill>
              <a:latin typeface="Lato"/>
              <a:ea typeface="Lato"/>
              <a:cs typeface="Lato"/>
              <a:sym typeface="Lato"/>
            </a:endParaRPr>
          </a:p>
          <a:p>
            <a:pPr marL="0" lvl="0" indent="0" algn="ctr" rtl="0">
              <a:spcBef>
                <a:spcPts val="0"/>
              </a:spcBef>
              <a:spcAft>
                <a:spcPts val="0"/>
              </a:spcAft>
              <a:buNone/>
            </a:pPr>
            <a:r>
              <a:rPr lang="en" sz="1100">
                <a:solidFill>
                  <a:srgbClr val="191919"/>
                </a:solidFill>
                <a:latin typeface="Lato"/>
                <a:ea typeface="Lato"/>
                <a:cs typeface="Lato"/>
                <a:sym typeface="Lato"/>
              </a:rPr>
              <a:t>Manager</a:t>
            </a:r>
            <a:endParaRPr sz="1100" b="1">
              <a:solidFill>
                <a:srgbClr val="191919"/>
              </a:solidFill>
              <a:latin typeface="Lato"/>
              <a:ea typeface="Lato"/>
              <a:cs typeface="Lato"/>
              <a:sym typeface="Lato"/>
            </a:endParaRPr>
          </a:p>
        </p:txBody>
      </p:sp>
      <p:sp>
        <p:nvSpPr>
          <p:cNvPr id="1434" name="Google Shape;1434;p44"/>
          <p:cNvSpPr txBox="1"/>
          <p:nvPr/>
        </p:nvSpPr>
        <p:spPr>
          <a:xfrm>
            <a:off x="4791902" y="3011150"/>
            <a:ext cx="1176600" cy="3708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100" b="1">
                <a:solidFill>
                  <a:srgbClr val="191919"/>
                </a:solidFill>
                <a:latin typeface="Lato"/>
                <a:ea typeface="Lato"/>
                <a:cs typeface="Lato"/>
                <a:sym typeface="Lato"/>
              </a:rPr>
              <a:t>Sarah Williams</a:t>
            </a:r>
            <a:endParaRPr sz="1100" b="1">
              <a:solidFill>
                <a:srgbClr val="191919"/>
              </a:solidFill>
              <a:latin typeface="Lato"/>
              <a:ea typeface="Lato"/>
              <a:cs typeface="Lato"/>
              <a:sym typeface="Lato"/>
            </a:endParaRPr>
          </a:p>
          <a:p>
            <a:pPr marL="0" lvl="0" indent="0" algn="ctr" rtl="0">
              <a:spcBef>
                <a:spcPts val="0"/>
              </a:spcBef>
              <a:spcAft>
                <a:spcPts val="0"/>
              </a:spcAft>
              <a:buNone/>
            </a:pPr>
            <a:r>
              <a:rPr lang="en" sz="1100">
                <a:solidFill>
                  <a:srgbClr val="191919"/>
                </a:solidFill>
                <a:latin typeface="Lato"/>
                <a:ea typeface="Lato"/>
                <a:cs typeface="Lato"/>
                <a:sym typeface="Lato"/>
              </a:rPr>
              <a:t>Manager</a:t>
            </a:r>
            <a:endParaRPr sz="1100" b="1">
              <a:solidFill>
                <a:srgbClr val="191919"/>
              </a:solidFill>
              <a:latin typeface="Lato"/>
              <a:ea typeface="Lato"/>
              <a:cs typeface="Lato"/>
              <a:sym typeface="Lato"/>
            </a:endParaRPr>
          </a:p>
        </p:txBody>
      </p:sp>
      <p:sp>
        <p:nvSpPr>
          <p:cNvPr id="1428" name="Google Shape;1428;p44"/>
          <p:cNvSpPr txBox="1"/>
          <p:nvPr/>
        </p:nvSpPr>
        <p:spPr>
          <a:xfrm>
            <a:off x="3176123" y="3011150"/>
            <a:ext cx="1176600" cy="3708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100" b="1">
                <a:solidFill>
                  <a:srgbClr val="191919"/>
                </a:solidFill>
                <a:latin typeface="Lato"/>
                <a:ea typeface="Lato"/>
                <a:cs typeface="Lato"/>
                <a:sym typeface="Lato"/>
              </a:rPr>
              <a:t>Richard Taylor</a:t>
            </a:r>
            <a:endParaRPr sz="1100" b="1">
              <a:solidFill>
                <a:srgbClr val="191919"/>
              </a:solidFill>
              <a:latin typeface="Lato"/>
              <a:ea typeface="Lato"/>
              <a:cs typeface="Lato"/>
              <a:sym typeface="Lato"/>
            </a:endParaRPr>
          </a:p>
          <a:p>
            <a:pPr marL="0" lvl="0" indent="0" algn="ctr" rtl="0">
              <a:spcBef>
                <a:spcPts val="0"/>
              </a:spcBef>
              <a:spcAft>
                <a:spcPts val="0"/>
              </a:spcAft>
              <a:buNone/>
            </a:pPr>
            <a:r>
              <a:rPr lang="en" sz="1100">
                <a:solidFill>
                  <a:srgbClr val="191919"/>
                </a:solidFill>
                <a:latin typeface="Lato"/>
                <a:ea typeface="Lato"/>
                <a:cs typeface="Lato"/>
                <a:sym typeface="Lato"/>
              </a:rPr>
              <a:t>Manager</a:t>
            </a:r>
            <a:endParaRPr sz="1100" b="1">
              <a:solidFill>
                <a:srgbClr val="191919"/>
              </a:solidFill>
              <a:latin typeface="Lato"/>
              <a:ea typeface="Lato"/>
              <a:cs typeface="Lato"/>
              <a:sym typeface="Lato"/>
            </a:endParaRPr>
          </a:p>
        </p:txBody>
      </p:sp>
      <p:sp>
        <p:nvSpPr>
          <p:cNvPr id="1430" name="Google Shape;1430;p44"/>
          <p:cNvSpPr txBox="1"/>
          <p:nvPr/>
        </p:nvSpPr>
        <p:spPr>
          <a:xfrm>
            <a:off x="1699729" y="3011150"/>
            <a:ext cx="1176600" cy="3708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100" b="1">
                <a:solidFill>
                  <a:srgbClr val="191919"/>
                </a:solidFill>
                <a:latin typeface="Lato"/>
                <a:ea typeface="Lato"/>
                <a:cs typeface="Lato"/>
                <a:sym typeface="Lato"/>
              </a:rPr>
              <a:t>Emma Miller</a:t>
            </a:r>
            <a:endParaRPr sz="1100" b="1">
              <a:solidFill>
                <a:srgbClr val="191919"/>
              </a:solidFill>
              <a:latin typeface="Lato"/>
              <a:ea typeface="Lato"/>
              <a:cs typeface="Lato"/>
              <a:sym typeface="Lato"/>
            </a:endParaRPr>
          </a:p>
          <a:p>
            <a:pPr marL="0" lvl="0" indent="0" algn="ctr" rtl="0">
              <a:spcBef>
                <a:spcPts val="0"/>
              </a:spcBef>
              <a:spcAft>
                <a:spcPts val="0"/>
              </a:spcAft>
              <a:buNone/>
            </a:pPr>
            <a:r>
              <a:rPr lang="en" sz="1100">
                <a:solidFill>
                  <a:srgbClr val="191919"/>
                </a:solidFill>
                <a:latin typeface="Lato"/>
                <a:ea typeface="Lato"/>
                <a:cs typeface="Lato"/>
                <a:sym typeface="Lato"/>
              </a:rPr>
              <a:t>Manager</a:t>
            </a:r>
            <a:endParaRPr sz="1100">
              <a:solidFill>
                <a:srgbClr val="191919"/>
              </a:solidFill>
              <a:latin typeface="Lato"/>
              <a:ea typeface="Lato"/>
              <a:cs typeface="Lato"/>
              <a:sym typeface="Lato"/>
            </a:endParaRPr>
          </a:p>
        </p:txBody>
      </p:sp>
      <p:sp>
        <p:nvSpPr>
          <p:cNvPr id="1442" name="Google Shape;1442;p44"/>
          <p:cNvSpPr txBox="1"/>
          <p:nvPr/>
        </p:nvSpPr>
        <p:spPr>
          <a:xfrm>
            <a:off x="5462731" y="3909983"/>
            <a:ext cx="1176600" cy="3708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100" b="1">
                <a:solidFill>
                  <a:srgbClr val="191919"/>
                </a:solidFill>
                <a:latin typeface="Lato"/>
                <a:ea typeface="Lato"/>
                <a:cs typeface="Lato"/>
                <a:sym typeface="Lato"/>
              </a:rPr>
              <a:t>William Young</a:t>
            </a:r>
            <a:endParaRPr sz="1100" b="1">
              <a:solidFill>
                <a:srgbClr val="191919"/>
              </a:solidFill>
              <a:latin typeface="Lato"/>
              <a:ea typeface="Lato"/>
              <a:cs typeface="Lato"/>
              <a:sym typeface="Lato"/>
            </a:endParaRPr>
          </a:p>
          <a:p>
            <a:pPr marL="0" lvl="0" indent="0" algn="ctr" rtl="0">
              <a:spcBef>
                <a:spcPts val="0"/>
              </a:spcBef>
              <a:spcAft>
                <a:spcPts val="0"/>
              </a:spcAft>
              <a:buNone/>
            </a:pPr>
            <a:r>
              <a:rPr lang="en" sz="1100">
                <a:solidFill>
                  <a:srgbClr val="191919"/>
                </a:solidFill>
                <a:latin typeface="Lato"/>
                <a:ea typeface="Lato"/>
                <a:cs typeface="Lato"/>
                <a:sym typeface="Lato"/>
              </a:rPr>
              <a:t>Employee</a:t>
            </a:r>
            <a:endParaRPr sz="1100" b="1">
              <a:solidFill>
                <a:srgbClr val="191919"/>
              </a:solidFill>
              <a:latin typeface="Lato"/>
              <a:ea typeface="Lato"/>
              <a:cs typeface="Lato"/>
              <a:sym typeface="Lato"/>
            </a:endParaRPr>
          </a:p>
        </p:txBody>
      </p:sp>
      <p:sp>
        <p:nvSpPr>
          <p:cNvPr id="1440" name="Google Shape;1440;p44"/>
          <p:cNvSpPr txBox="1"/>
          <p:nvPr/>
        </p:nvSpPr>
        <p:spPr>
          <a:xfrm>
            <a:off x="3986338" y="3909983"/>
            <a:ext cx="1176600" cy="3708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100" b="1">
                <a:solidFill>
                  <a:srgbClr val="191919"/>
                </a:solidFill>
                <a:latin typeface="Lato"/>
                <a:ea typeface="Lato"/>
                <a:cs typeface="Lato"/>
                <a:sym typeface="Lato"/>
              </a:rPr>
              <a:t>James Scott</a:t>
            </a:r>
            <a:endParaRPr sz="1100" b="1">
              <a:solidFill>
                <a:srgbClr val="191919"/>
              </a:solidFill>
              <a:latin typeface="Lato"/>
              <a:ea typeface="Lato"/>
              <a:cs typeface="Lato"/>
              <a:sym typeface="Lato"/>
            </a:endParaRPr>
          </a:p>
          <a:p>
            <a:pPr marL="0" lvl="0" indent="0" algn="ctr" rtl="0">
              <a:spcBef>
                <a:spcPts val="0"/>
              </a:spcBef>
              <a:spcAft>
                <a:spcPts val="0"/>
              </a:spcAft>
              <a:buNone/>
            </a:pPr>
            <a:r>
              <a:rPr lang="en" sz="1100">
                <a:solidFill>
                  <a:srgbClr val="191919"/>
                </a:solidFill>
                <a:latin typeface="Lato"/>
                <a:ea typeface="Lato"/>
                <a:cs typeface="Lato"/>
                <a:sym typeface="Lato"/>
              </a:rPr>
              <a:t>Employee</a:t>
            </a:r>
            <a:endParaRPr sz="1100" b="1">
              <a:solidFill>
                <a:srgbClr val="191919"/>
              </a:solidFill>
              <a:latin typeface="Lato"/>
              <a:ea typeface="Lato"/>
              <a:cs typeface="Lato"/>
              <a:sym typeface="Lato"/>
            </a:endParaRPr>
          </a:p>
        </p:txBody>
      </p:sp>
      <p:sp>
        <p:nvSpPr>
          <p:cNvPr id="1438" name="Google Shape;1438;p44"/>
          <p:cNvSpPr txBox="1"/>
          <p:nvPr/>
        </p:nvSpPr>
        <p:spPr>
          <a:xfrm>
            <a:off x="2505294" y="3909983"/>
            <a:ext cx="1176600" cy="3708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100" b="1">
                <a:solidFill>
                  <a:srgbClr val="191919"/>
                </a:solidFill>
                <a:latin typeface="Lato"/>
                <a:ea typeface="Lato"/>
                <a:cs typeface="Lato"/>
                <a:sym typeface="Lato"/>
              </a:rPr>
              <a:t>Michelle García</a:t>
            </a:r>
            <a:endParaRPr sz="1100" b="1">
              <a:solidFill>
                <a:srgbClr val="191919"/>
              </a:solidFill>
              <a:latin typeface="Lato"/>
              <a:ea typeface="Lato"/>
              <a:cs typeface="Lato"/>
              <a:sym typeface="Lato"/>
            </a:endParaRPr>
          </a:p>
          <a:p>
            <a:pPr marL="0" lvl="0" indent="0" algn="ctr" rtl="0">
              <a:spcBef>
                <a:spcPts val="0"/>
              </a:spcBef>
              <a:spcAft>
                <a:spcPts val="0"/>
              </a:spcAft>
              <a:buNone/>
            </a:pPr>
            <a:r>
              <a:rPr lang="en" sz="1100">
                <a:solidFill>
                  <a:srgbClr val="191919"/>
                </a:solidFill>
                <a:latin typeface="Lato"/>
                <a:ea typeface="Lato"/>
                <a:cs typeface="Lato"/>
                <a:sym typeface="Lato"/>
              </a:rPr>
              <a:t>Employee</a:t>
            </a:r>
            <a:endParaRPr sz="1100" b="1">
              <a:solidFill>
                <a:srgbClr val="191919"/>
              </a:solidFill>
              <a:latin typeface="Lato"/>
              <a:ea typeface="Lato"/>
              <a:cs typeface="Lato"/>
              <a:sym typeface="Lato"/>
            </a:endParaRPr>
          </a:p>
        </p:txBody>
      </p:sp>
      <p:sp>
        <p:nvSpPr>
          <p:cNvPr id="1436" name="Google Shape;1436;p44"/>
          <p:cNvSpPr txBox="1"/>
          <p:nvPr/>
        </p:nvSpPr>
        <p:spPr>
          <a:xfrm>
            <a:off x="1028900" y="3909983"/>
            <a:ext cx="1176600" cy="3708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100" b="1">
                <a:solidFill>
                  <a:srgbClr val="191919"/>
                </a:solidFill>
                <a:latin typeface="Lato"/>
                <a:ea typeface="Lato"/>
                <a:cs typeface="Lato"/>
                <a:sym typeface="Lato"/>
              </a:rPr>
              <a:t>Brian Clark</a:t>
            </a:r>
            <a:endParaRPr sz="1100" b="1">
              <a:solidFill>
                <a:srgbClr val="191919"/>
              </a:solidFill>
              <a:latin typeface="Lato"/>
              <a:ea typeface="Lato"/>
              <a:cs typeface="Lato"/>
              <a:sym typeface="Lato"/>
            </a:endParaRPr>
          </a:p>
          <a:p>
            <a:pPr marL="0" lvl="0" indent="0" algn="ctr" rtl="0">
              <a:spcBef>
                <a:spcPts val="0"/>
              </a:spcBef>
              <a:spcAft>
                <a:spcPts val="0"/>
              </a:spcAft>
              <a:buNone/>
            </a:pPr>
            <a:r>
              <a:rPr lang="en" sz="1100">
                <a:solidFill>
                  <a:srgbClr val="191919"/>
                </a:solidFill>
                <a:latin typeface="Lato"/>
                <a:ea typeface="Lato"/>
                <a:cs typeface="Lato"/>
                <a:sym typeface="Lato"/>
              </a:rPr>
              <a:t>Employee</a:t>
            </a:r>
            <a:endParaRPr sz="1100">
              <a:solidFill>
                <a:srgbClr val="191919"/>
              </a:solidFill>
              <a:latin typeface="Lato"/>
              <a:ea typeface="Lato"/>
              <a:cs typeface="Lato"/>
              <a:sym typeface="Lato"/>
            </a:endParaRPr>
          </a:p>
        </p:txBody>
      </p:sp>
      <p:sp>
        <p:nvSpPr>
          <p:cNvPr id="1444" name="Google Shape;1444;p44"/>
          <p:cNvSpPr txBox="1"/>
          <p:nvPr/>
        </p:nvSpPr>
        <p:spPr>
          <a:xfrm>
            <a:off x="6939125" y="3909983"/>
            <a:ext cx="1176600" cy="3708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100" b="1">
                <a:solidFill>
                  <a:srgbClr val="191919"/>
                </a:solidFill>
                <a:latin typeface="Lato"/>
                <a:ea typeface="Lato"/>
                <a:cs typeface="Lato"/>
                <a:sym typeface="Lato"/>
              </a:rPr>
              <a:t>Alan Turner</a:t>
            </a:r>
            <a:endParaRPr sz="1100" b="1">
              <a:solidFill>
                <a:srgbClr val="191919"/>
              </a:solidFill>
              <a:latin typeface="Lato"/>
              <a:ea typeface="Lato"/>
              <a:cs typeface="Lato"/>
              <a:sym typeface="Lato"/>
            </a:endParaRPr>
          </a:p>
          <a:p>
            <a:pPr marL="0" lvl="0" indent="0" algn="ctr" rtl="0">
              <a:spcBef>
                <a:spcPts val="0"/>
              </a:spcBef>
              <a:spcAft>
                <a:spcPts val="0"/>
              </a:spcAft>
              <a:buNone/>
            </a:pPr>
            <a:r>
              <a:rPr lang="en" sz="1100">
                <a:solidFill>
                  <a:srgbClr val="191919"/>
                </a:solidFill>
                <a:latin typeface="Lato"/>
                <a:ea typeface="Lato"/>
                <a:cs typeface="Lato"/>
                <a:sym typeface="Lato"/>
              </a:rPr>
              <a:t>Employee</a:t>
            </a:r>
            <a:endParaRPr sz="1100" b="1">
              <a:solidFill>
                <a:srgbClr val="191919"/>
              </a:solidFill>
              <a:latin typeface="Lato"/>
              <a:ea typeface="Lato"/>
              <a:cs typeface="Lato"/>
              <a:sym typeface="Lato"/>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448"/>
        <p:cNvGrpSpPr/>
        <p:nvPr/>
      </p:nvGrpSpPr>
      <p:grpSpPr>
        <a:xfrm>
          <a:off x="0" y="0"/>
          <a:ext cx="0" cy="0"/>
          <a:chOff x="0" y="0"/>
          <a:chExt cx="0" cy="0"/>
        </a:xfrm>
      </p:grpSpPr>
      <p:sp>
        <p:nvSpPr>
          <p:cNvPr id="1449" name="Google Shape;1449;p4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Market size overview</a:t>
            </a:r>
            <a:endParaRPr/>
          </a:p>
        </p:txBody>
      </p:sp>
      <p:sp>
        <p:nvSpPr>
          <p:cNvPr id="1450" name="Google Shape;1450;p45"/>
          <p:cNvSpPr/>
          <p:nvPr/>
        </p:nvSpPr>
        <p:spPr>
          <a:xfrm>
            <a:off x="867850" y="1354675"/>
            <a:ext cx="3249300" cy="3249300"/>
          </a:xfrm>
          <a:prstGeom prst="ellipse">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 name="Google Shape;1451;p45"/>
          <p:cNvSpPr/>
          <p:nvPr/>
        </p:nvSpPr>
        <p:spPr>
          <a:xfrm>
            <a:off x="1144900" y="1908750"/>
            <a:ext cx="2695200" cy="2695200"/>
          </a:xfrm>
          <a:prstGeom prst="ellipse">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 name="Google Shape;1452;p45"/>
          <p:cNvSpPr/>
          <p:nvPr/>
        </p:nvSpPr>
        <p:spPr>
          <a:xfrm>
            <a:off x="1677550" y="2974125"/>
            <a:ext cx="1629900" cy="16299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 name="Google Shape;1453;p45"/>
          <p:cNvSpPr txBox="1"/>
          <p:nvPr/>
        </p:nvSpPr>
        <p:spPr>
          <a:xfrm>
            <a:off x="1820375" y="1345750"/>
            <a:ext cx="1269900" cy="554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b="1">
                <a:solidFill>
                  <a:schemeClr val="dk1"/>
                </a:solidFill>
                <a:latin typeface="Epilogue"/>
                <a:ea typeface="Epilogue"/>
                <a:cs typeface="Epilogue"/>
                <a:sym typeface="Epilogue"/>
              </a:rPr>
              <a:t>$100M</a:t>
            </a:r>
            <a:endParaRPr sz="2400" b="1">
              <a:solidFill>
                <a:schemeClr val="dk1"/>
              </a:solidFill>
              <a:latin typeface="Epilogue"/>
              <a:ea typeface="Epilogue"/>
              <a:cs typeface="Epilogue"/>
              <a:sym typeface="Epilogue"/>
            </a:endParaRPr>
          </a:p>
        </p:txBody>
      </p:sp>
      <p:sp>
        <p:nvSpPr>
          <p:cNvPr id="1454" name="Google Shape;1454;p45"/>
          <p:cNvSpPr txBox="1"/>
          <p:nvPr/>
        </p:nvSpPr>
        <p:spPr>
          <a:xfrm>
            <a:off x="1820375" y="2227875"/>
            <a:ext cx="1269900" cy="554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b="1">
                <a:solidFill>
                  <a:schemeClr val="dk1"/>
                </a:solidFill>
                <a:latin typeface="Epilogue"/>
                <a:ea typeface="Epilogue"/>
                <a:cs typeface="Epilogue"/>
                <a:sym typeface="Epilogue"/>
              </a:rPr>
              <a:t>$20M</a:t>
            </a:r>
            <a:endParaRPr sz="2400" b="1">
              <a:solidFill>
                <a:schemeClr val="dk1"/>
              </a:solidFill>
              <a:latin typeface="Epilogue"/>
              <a:ea typeface="Epilogue"/>
              <a:cs typeface="Epilogue"/>
              <a:sym typeface="Epilogue"/>
            </a:endParaRPr>
          </a:p>
        </p:txBody>
      </p:sp>
      <p:sp>
        <p:nvSpPr>
          <p:cNvPr id="1455" name="Google Shape;1455;p45"/>
          <p:cNvSpPr txBox="1"/>
          <p:nvPr/>
        </p:nvSpPr>
        <p:spPr>
          <a:xfrm>
            <a:off x="1820375" y="3617875"/>
            <a:ext cx="1269900" cy="554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b="1">
                <a:solidFill>
                  <a:schemeClr val="dk1"/>
                </a:solidFill>
                <a:latin typeface="Epilogue"/>
                <a:ea typeface="Epilogue"/>
                <a:cs typeface="Epilogue"/>
                <a:sym typeface="Epilogue"/>
              </a:rPr>
              <a:t>$5M</a:t>
            </a:r>
            <a:endParaRPr sz="2400" b="1">
              <a:solidFill>
                <a:schemeClr val="dk1"/>
              </a:solidFill>
              <a:latin typeface="Epilogue"/>
              <a:ea typeface="Epilogue"/>
              <a:cs typeface="Epilogue"/>
              <a:sym typeface="Epilogue"/>
            </a:endParaRPr>
          </a:p>
        </p:txBody>
      </p:sp>
      <p:sp>
        <p:nvSpPr>
          <p:cNvPr id="1456" name="Google Shape;1456;p45"/>
          <p:cNvSpPr/>
          <p:nvPr/>
        </p:nvSpPr>
        <p:spPr>
          <a:xfrm>
            <a:off x="4385775" y="1198717"/>
            <a:ext cx="288900" cy="288900"/>
          </a:xfrm>
          <a:prstGeom prst="ellipse">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 name="Google Shape;1457;p45"/>
          <p:cNvSpPr txBox="1"/>
          <p:nvPr/>
        </p:nvSpPr>
        <p:spPr>
          <a:xfrm>
            <a:off x="4840100" y="1116192"/>
            <a:ext cx="3584100" cy="4245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1800" b="1">
                <a:solidFill>
                  <a:schemeClr val="dk1"/>
                </a:solidFill>
                <a:latin typeface="Epilogue"/>
                <a:ea typeface="Epilogue"/>
                <a:cs typeface="Epilogue"/>
                <a:sym typeface="Epilogue"/>
              </a:rPr>
              <a:t>Outer circle</a:t>
            </a:r>
            <a:endParaRPr sz="1800" b="1">
              <a:solidFill>
                <a:schemeClr val="dk1"/>
              </a:solidFill>
              <a:latin typeface="Epilogue"/>
              <a:ea typeface="Epilogue"/>
              <a:cs typeface="Epilogue"/>
              <a:sym typeface="Epilogue"/>
            </a:endParaRPr>
          </a:p>
        </p:txBody>
      </p:sp>
      <p:sp>
        <p:nvSpPr>
          <p:cNvPr id="1458" name="Google Shape;1458;p45"/>
          <p:cNvSpPr txBox="1"/>
          <p:nvPr/>
        </p:nvSpPr>
        <p:spPr>
          <a:xfrm>
            <a:off x="4840100" y="1411445"/>
            <a:ext cx="3584100" cy="84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latin typeface="Lato"/>
                <a:ea typeface="Lato"/>
                <a:cs typeface="Lato"/>
                <a:sym typeface="Lato"/>
              </a:rPr>
              <a:t>Include the total size of the market, which represents the entire potential customer base for the product or service</a:t>
            </a:r>
            <a:endParaRPr sz="1200">
              <a:solidFill>
                <a:schemeClr val="dk1"/>
              </a:solidFill>
              <a:latin typeface="Lato"/>
              <a:ea typeface="Lato"/>
              <a:cs typeface="Lato"/>
              <a:sym typeface="Lato"/>
            </a:endParaRPr>
          </a:p>
        </p:txBody>
      </p:sp>
      <p:sp>
        <p:nvSpPr>
          <p:cNvPr id="1459" name="Google Shape;1459;p45"/>
          <p:cNvSpPr txBox="1"/>
          <p:nvPr/>
        </p:nvSpPr>
        <p:spPr>
          <a:xfrm>
            <a:off x="4840100" y="2295409"/>
            <a:ext cx="3584100" cy="4245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1800" b="1">
                <a:solidFill>
                  <a:schemeClr val="dk1"/>
                </a:solidFill>
                <a:latin typeface="Epilogue"/>
                <a:ea typeface="Epilogue"/>
                <a:cs typeface="Epilogue"/>
                <a:sym typeface="Epilogue"/>
              </a:rPr>
              <a:t>Middle circle</a:t>
            </a:r>
            <a:endParaRPr sz="1800" b="1">
              <a:solidFill>
                <a:schemeClr val="dk1"/>
              </a:solidFill>
              <a:latin typeface="Epilogue"/>
              <a:ea typeface="Epilogue"/>
              <a:cs typeface="Epilogue"/>
              <a:sym typeface="Epilogue"/>
            </a:endParaRPr>
          </a:p>
        </p:txBody>
      </p:sp>
      <p:sp>
        <p:nvSpPr>
          <p:cNvPr id="1460" name="Google Shape;1460;p45"/>
          <p:cNvSpPr txBox="1"/>
          <p:nvPr/>
        </p:nvSpPr>
        <p:spPr>
          <a:xfrm>
            <a:off x="4840100" y="2590639"/>
            <a:ext cx="3584100" cy="84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latin typeface="Lato"/>
                <a:ea typeface="Lato"/>
                <a:cs typeface="Lato"/>
                <a:sym typeface="Lato"/>
              </a:rPr>
              <a:t>Identify the target market for the product or service, which may be a subset of the total market. This could be based on factors such as demographics, geography, or specific needs</a:t>
            </a:r>
            <a:endParaRPr sz="1200">
              <a:solidFill>
                <a:schemeClr val="dk1"/>
              </a:solidFill>
              <a:latin typeface="Lato"/>
              <a:ea typeface="Lato"/>
              <a:cs typeface="Lato"/>
              <a:sym typeface="Lato"/>
            </a:endParaRPr>
          </a:p>
        </p:txBody>
      </p:sp>
      <p:sp>
        <p:nvSpPr>
          <p:cNvPr id="1461" name="Google Shape;1461;p45"/>
          <p:cNvSpPr txBox="1"/>
          <p:nvPr/>
        </p:nvSpPr>
        <p:spPr>
          <a:xfrm>
            <a:off x="4840100" y="3474627"/>
            <a:ext cx="3584100" cy="4245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1800" b="1">
                <a:solidFill>
                  <a:schemeClr val="dk1"/>
                </a:solidFill>
                <a:latin typeface="Epilogue"/>
                <a:ea typeface="Epilogue"/>
                <a:cs typeface="Epilogue"/>
                <a:sym typeface="Epilogue"/>
              </a:rPr>
              <a:t>Inner circle</a:t>
            </a:r>
            <a:endParaRPr sz="1800" b="1">
              <a:solidFill>
                <a:schemeClr val="dk1"/>
              </a:solidFill>
              <a:latin typeface="Epilogue"/>
              <a:ea typeface="Epilogue"/>
              <a:cs typeface="Epilogue"/>
              <a:sym typeface="Epilogue"/>
            </a:endParaRPr>
          </a:p>
        </p:txBody>
      </p:sp>
      <p:sp>
        <p:nvSpPr>
          <p:cNvPr id="1462" name="Google Shape;1462;p45"/>
          <p:cNvSpPr txBox="1"/>
          <p:nvPr/>
        </p:nvSpPr>
        <p:spPr>
          <a:xfrm>
            <a:off x="4840100" y="3769867"/>
            <a:ext cx="3584100" cy="84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chemeClr val="dk1"/>
                </a:solidFill>
                <a:latin typeface="Lato"/>
                <a:ea typeface="Lato"/>
                <a:cs typeface="Lato"/>
                <a:sym typeface="Lato"/>
              </a:rPr>
              <a:t>Indicate the current market size, which represents the portion of the target market that the company has successfully captured</a:t>
            </a:r>
            <a:endParaRPr sz="1200">
              <a:solidFill>
                <a:schemeClr val="dk1"/>
              </a:solidFill>
              <a:latin typeface="Lato"/>
              <a:ea typeface="Lato"/>
              <a:cs typeface="Lato"/>
              <a:sym typeface="Lato"/>
            </a:endParaRPr>
          </a:p>
        </p:txBody>
      </p:sp>
      <p:sp>
        <p:nvSpPr>
          <p:cNvPr id="1463" name="Google Shape;1463;p45"/>
          <p:cNvSpPr/>
          <p:nvPr/>
        </p:nvSpPr>
        <p:spPr>
          <a:xfrm>
            <a:off x="4385775" y="2374542"/>
            <a:ext cx="288900" cy="288900"/>
          </a:xfrm>
          <a:prstGeom prst="ellipse">
            <a:avLst/>
          </a:pr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 name="Google Shape;1464;p45"/>
          <p:cNvSpPr/>
          <p:nvPr/>
        </p:nvSpPr>
        <p:spPr>
          <a:xfrm>
            <a:off x="4385775" y="3550367"/>
            <a:ext cx="288900" cy="2889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468"/>
        <p:cNvGrpSpPr/>
        <p:nvPr/>
      </p:nvGrpSpPr>
      <p:grpSpPr>
        <a:xfrm>
          <a:off x="0" y="0"/>
          <a:ext cx="0" cy="0"/>
          <a:chOff x="0" y="0"/>
          <a:chExt cx="0" cy="0"/>
        </a:xfrm>
      </p:grpSpPr>
      <p:sp>
        <p:nvSpPr>
          <p:cNvPr id="1469" name="Google Shape;1469;p4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Roadmap infographic</a:t>
            </a:r>
            <a:endParaRPr/>
          </a:p>
        </p:txBody>
      </p:sp>
      <p:graphicFrame>
        <p:nvGraphicFramePr>
          <p:cNvPr id="1470" name="Google Shape;1470;p46"/>
          <p:cNvGraphicFramePr/>
          <p:nvPr/>
        </p:nvGraphicFramePr>
        <p:xfrm>
          <a:off x="726875" y="1224388"/>
          <a:ext cx="7704050" cy="3342250"/>
        </p:xfrm>
        <a:graphic>
          <a:graphicData uri="http://schemas.openxmlformats.org/drawingml/2006/table">
            <a:tbl>
              <a:tblPr>
                <a:noFill/>
                <a:tableStyleId>{08535B50-5E39-4E54-B0A7-2BF578302548}</a:tableStyleId>
              </a:tblPr>
              <a:tblGrid>
                <a:gridCol w="1361775">
                  <a:extLst>
                    <a:ext uri="{9D8B030D-6E8A-4147-A177-3AD203B41FA5}">
                      <a16:colId xmlns:a16="http://schemas.microsoft.com/office/drawing/2014/main" val="20000"/>
                    </a:ext>
                  </a:extLst>
                </a:gridCol>
                <a:gridCol w="2208575">
                  <a:extLst>
                    <a:ext uri="{9D8B030D-6E8A-4147-A177-3AD203B41FA5}">
                      <a16:colId xmlns:a16="http://schemas.microsoft.com/office/drawing/2014/main" val="20001"/>
                    </a:ext>
                  </a:extLst>
                </a:gridCol>
                <a:gridCol w="344475">
                  <a:extLst>
                    <a:ext uri="{9D8B030D-6E8A-4147-A177-3AD203B41FA5}">
                      <a16:colId xmlns:a16="http://schemas.microsoft.com/office/drawing/2014/main" val="20002"/>
                    </a:ext>
                  </a:extLst>
                </a:gridCol>
                <a:gridCol w="344475">
                  <a:extLst>
                    <a:ext uri="{9D8B030D-6E8A-4147-A177-3AD203B41FA5}">
                      <a16:colId xmlns:a16="http://schemas.microsoft.com/office/drawing/2014/main" val="20003"/>
                    </a:ext>
                  </a:extLst>
                </a:gridCol>
                <a:gridCol w="344475">
                  <a:extLst>
                    <a:ext uri="{9D8B030D-6E8A-4147-A177-3AD203B41FA5}">
                      <a16:colId xmlns:a16="http://schemas.microsoft.com/office/drawing/2014/main" val="20004"/>
                    </a:ext>
                  </a:extLst>
                </a:gridCol>
                <a:gridCol w="344475">
                  <a:extLst>
                    <a:ext uri="{9D8B030D-6E8A-4147-A177-3AD203B41FA5}">
                      <a16:colId xmlns:a16="http://schemas.microsoft.com/office/drawing/2014/main" val="20005"/>
                    </a:ext>
                  </a:extLst>
                </a:gridCol>
                <a:gridCol w="344475">
                  <a:extLst>
                    <a:ext uri="{9D8B030D-6E8A-4147-A177-3AD203B41FA5}">
                      <a16:colId xmlns:a16="http://schemas.microsoft.com/office/drawing/2014/main" val="20006"/>
                    </a:ext>
                  </a:extLst>
                </a:gridCol>
                <a:gridCol w="344475">
                  <a:extLst>
                    <a:ext uri="{9D8B030D-6E8A-4147-A177-3AD203B41FA5}">
                      <a16:colId xmlns:a16="http://schemas.microsoft.com/office/drawing/2014/main" val="20007"/>
                    </a:ext>
                  </a:extLst>
                </a:gridCol>
                <a:gridCol w="344475">
                  <a:extLst>
                    <a:ext uri="{9D8B030D-6E8A-4147-A177-3AD203B41FA5}">
                      <a16:colId xmlns:a16="http://schemas.microsoft.com/office/drawing/2014/main" val="20008"/>
                    </a:ext>
                  </a:extLst>
                </a:gridCol>
                <a:gridCol w="344475">
                  <a:extLst>
                    <a:ext uri="{9D8B030D-6E8A-4147-A177-3AD203B41FA5}">
                      <a16:colId xmlns:a16="http://schemas.microsoft.com/office/drawing/2014/main" val="20009"/>
                    </a:ext>
                  </a:extLst>
                </a:gridCol>
                <a:gridCol w="344475">
                  <a:extLst>
                    <a:ext uri="{9D8B030D-6E8A-4147-A177-3AD203B41FA5}">
                      <a16:colId xmlns:a16="http://schemas.microsoft.com/office/drawing/2014/main" val="20010"/>
                    </a:ext>
                  </a:extLst>
                </a:gridCol>
                <a:gridCol w="344475">
                  <a:extLst>
                    <a:ext uri="{9D8B030D-6E8A-4147-A177-3AD203B41FA5}">
                      <a16:colId xmlns:a16="http://schemas.microsoft.com/office/drawing/2014/main" val="20011"/>
                    </a:ext>
                  </a:extLst>
                </a:gridCol>
                <a:gridCol w="344475">
                  <a:extLst>
                    <a:ext uri="{9D8B030D-6E8A-4147-A177-3AD203B41FA5}">
                      <a16:colId xmlns:a16="http://schemas.microsoft.com/office/drawing/2014/main" val="20012"/>
                    </a:ext>
                  </a:extLst>
                </a:gridCol>
                <a:gridCol w="344475">
                  <a:extLst>
                    <a:ext uri="{9D8B030D-6E8A-4147-A177-3AD203B41FA5}">
                      <a16:colId xmlns:a16="http://schemas.microsoft.com/office/drawing/2014/main" val="20013"/>
                    </a:ext>
                  </a:extLst>
                </a:gridCol>
              </a:tblGrid>
              <a:tr h="441850">
                <a:tc>
                  <a:txBody>
                    <a:bodyPr/>
                    <a:lstStyle/>
                    <a:p>
                      <a:pPr marL="0" lvl="0" indent="0" algn="ctr" rtl="0">
                        <a:spcBef>
                          <a:spcPts val="0"/>
                        </a:spcBef>
                        <a:spcAft>
                          <a:spcPts val="0"/>
                        </a:spcAft>
                        <a:buNone/>
                      </a:pPr>
                      <a:r>
                        <a:rPr lang="en" sz="1200" b="1">
                          <a:solidFill>
                            <a:schemeClr val="dk1"/>
                          </a:solidFill>
                          <a:latin typeface="Epilogue"/>
                          <a:ea typeface="Epilogue"/>
                          <a:cs typeface="Epilogue"/>
                          <a:sym typeface="Epilogue"/>
                        </a:rPr>
                        <a:t>Initiative</a:t>
                      </a:r>
                      <a:endParaRPr sz="1800" b="1">
                        <a:solidFill>
                          <a:schemeClr val="dk1"/>
                        </a:solidFill>
                        <a:latin typeface="Epilogue"/>
                        <a:ea typeface="Epilogue"/>
                        <a:cs typeface="Epilogue"/>
                        <a:sym typeface="Epilogue"/>
                      </a:endParaRPr>
                    </a:p>
                  </a:txBody>
                  <a:tcPr marL="91425" marR="91425" marT="68575" marB="68575" anchor="ctr">
                    <a:lnL w="9525" cap="flat" cmpd="sng">
                      <a:solidFill>
                        <a:srgbClr val="595959">
                          <a:alpha val="0"/>
                        </a:srgbClr>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alpha val="0"/>
                        </a:srgbClr>
                      </a:solidFill>
                      <a:prstDash val="dashDot"/>
                      <a:round/>
                      <a:headEnd type="none" w="sm" len="sm"/>
                      <a:tailEnd type="none" w="sm" len="sm"/>
                    </a:lnT>
                    <a:lnB w="9525" cap="flat" cmpd="sng">
                      <a:solidFill>
                        <a:srgbClr val="595959"/>
                      </a:solidFill>
                      <a:prstDash val="dashDot"/>
                      <a:round/>
                      <a:headEnd type="none" w="sm" len="sm"/>
                      <a:tailEnd type="none" w="sm" len="sm"/>
                    </a:lnB>
                    <a:solidFill>
                      <a:schemeClr val="dk2"/>
                    </a:solidFill>
                  </a:tcPr>
                </a:tc>
                <a:tc>
                  <a:txBody>
                    <a:bodyPr/>
                    <a:lstStyle/>
                    <a:p>
                      <a:pPr marL="0" lvl="0" indent="0" algn="ctr" rtl="0">
                        <a:spcBef>
                          <a:spcPts val="0"/>
                        </a:spcBef>
                        <a:spcAft>
                          <a:spcPts val="0"/>
                        </a:spcAft>
                        <a:buNone/>
                      </a:pPr>
                      <a:r>
                        <a:rPr lang="en" sz="1200" b="1">
                          <a:solidFill>
                            <a:schemeClr val="dk1"/>
                          </a:solidFill>
                          <a:latin typeface="Epilogue"/>
                          <a:ea typeface="Epilogue"/>
                          <a:cs typeface="Epilogue"/>
                          <a:sym typeface="Epilogue"/>
                        </a:rPr>
                        <a:t>Objective</a:t>
                      </a:r>
                      <a:endParaRPr sz="1200" b="1">
                        <a:solidFill>
                          <a:schemeClr val="dk1"/>
                        </a:solidFill>
                        <a:latin typeface="Epilogue"/>
                        <a:ea typeface="Epilogue"/>
                        <a:cs typeface="Epilogue"/>
                        <a:sym typeface="Epilogue"/>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alpha val="0"/>
                        </a:srgbClr>
                      </a:solidFill>
                      <a:prstDash val="dashDot"/>
                      <a:round/>
                      <a:headEnd type="none" w="sm" len="sm"/>
                      <a:tailEnd type="none" w="sm" len="sm"/>
                    </a:lnT>
                    <a:lnB w="9525" cap="flat" cmpd="sng">
                      <a:solidFill>
                        <a:srgbClr val="595959"/>
                      </a:solidFill>
                      <a:prstDash val="dashDot"/>
                      <a:round/>
                      <a:headEnd type="none" w="sm" len="sm"/>
                      <a:tailEnd type="none" w="sm" len="sm"/>
                    </a:lnB>
                    <a:solidFill>
                      <a:schemeClr val="dk2"/>
                    </a:solidFill>
                  </a:tcPr>
                </a:tc>
                <a:tc>
                  <a:txBody>
                    <a:bodyPr/>
                    <a:lstStyle/>
                    <a:p>
                      <a:pPr marL="0" lvl="0" indent="0" algn="ctr" rtl="0">
                        <a:spcBef>
                          <a:spcPts val="0"/>
                        </a:spcBef>
                        <a:spcAft>
                          <a:spcPts val="0"/>
                        </a:spcAft>
                        <a:buNone/>
                      </a:pPr>
                      <a:r>
                        <a:rPr lang="en" sz="1200" b="1">
                          <a:solidFill>
                            <a:schemeClr val="dk1"/>
                          </a:solidFill>
                          <a:latin typeface="Epilogue"/>
                          <a:ea typeface="Epilogue"/>
                          <a:cs typeface="Epilogue"/>
                          <a:sym typeface="Epilogue"/>
                        </a:rPr>
                        <a:t>Jan</a:t>
                      </a:r>
                      <a:endParaRPr sz="1200" b="1">
                        <a:solidFill>
                          <a:schemeClr val="dk1"/>
                        </a:solidFill>
                        <a:latin typeface="Epilogue"/>
                        <a:ea typeface="Epilogue"/>
                        <a:cs typeface="Epilogue"/>
                        <a:sym typeface="Epilogue"/>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alpha val="0"/>
                        </a:srgbClr>
                      </a:solidFill>
                      <a:prstDash val="dashDot"/>
                      <a:round/>
                      <a:headEnd type="none" w="sm" len="sm"/>
                      <a:tailEnd type="none" w="sm" len="sm"/>
                    </a:lnT>
                    <a:lnB w="9525" cap="flat" cmpd="sng">
                      <a:solidFill>
                        <a:srgbClr val="595959"/>
                      </a:solidFill>
                      <a:prstDash val="dashDot"/>
                      <a:round/>
                      <a:headEnd type="none" w="sm" len="sm"/>
                      <a:tailEnd type="none" w="sm" len="sm"/>
                    </a:lnB>
                    <a:solidFill>
                      <a:schemeClr val="dk2"/>
                    </a:solidFill>
                  </a:tcPr>
                </a:tc>
                <a:tc>
                  <a:txBody>
                    <a:bodyPr/>
                    <a:lstStyle/>
                    <a:p>
                      <a:pPr marL="0" lvl="0" indent="0" algn="ctr" rtl="0">
                        <a:spcBef>
                          <a:spcPts val="0"/>
                        </a:spcBef>
                        <a:spcAft>
                          <a:spcPts val="0"/>
                        </a:spcAft>
                        <a:buNone/>
                      </a:pPr>
                      <a:r>
                        <a:rPr lang="en" sz="1200" b="1">
                          <a:solidFill>
                            <a:schemeClr val="dk1"/>
                          </a:solidFill>
                          <a:latin typeface="Epilogue"/>
                          <a:ea typeface="Epilogue"/>
                          <a:cs typeface="Epilogue"/>
                          <a:sym typeface="Epilogue"/>
                        </a:rPr>
                        <a:t>Feb</a:t>
                      </a:r>
                      <a:endParaRPr sz="1200" b="1">
                        <a:solidFill>
                          <a:schemeClr val="dk1"/>
                        </a:solidFill>
                        <a:latin typeface="Epilogue"/>
                        <a:ea typeface="Epilogue"/>
                        <a:cs typeface="Epilogue"/>
                        <a:sym typeface="Epilogue"/>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alpha val="0"/>
                        </a:srgbClr>
                      </a:solidFill>
                      <a:prstDash val="dashDot"/>
                      <a:round/>
                      <a:headEnd type="none" w="sm" len="sm"/>
                      <a:tailEnd type="none" w="sm" len="sm"/>
                    </a:lnT>
                    <a:lnB w="9525" cap="flat" cmpd="sng">
                      <a:solidFill>
                        <a:srgbClr val="595959"/>
                      </a:solidFill>
                      <a:prstDash val="dashDot"/>
                      <a:round/>
                      <a:headEnd type="none" w="sm" len="sm"/>
                      <a:tailEnd type="none" w="sm" len="sm"/>
                    </a:lnB>
                    <a:solidFill>
                      <a:schemeClr val="dk2"/>
                    </a:solidFill>
                  </a:tcPr>
                </a:tc>
                <a:tc>
                  <a:txBody>
                    <a:bodyPr/>
                    <a:lstStyle/>
                    <a:p>
                      <a:pPr marL="0" lvl="0" indent="0" algn="ctr" rtl="0">
                        <a:spcBef>
                          <a:spcPts val="0"/>
                        </a:spcBef>
                        <a:spcAft>
                          <a:spcPts val="0"/>
                        </a:spcAft>
                        <a:buNone/>
                      </a:pPr>
                      <a:r>
                        <a:rPr lang="en" sz="1200" b="1">
                          <a:solidFill>
                            <a:schemeClr val="dk1"/>
                          </a:solidFill>
                          <a:latin typeface="Epilogue"/>
                          <a:ea typeface="Epilogue"/>
                          <a:cs typeface="Epilogue"/>
                          <a:sym typeface="Epilogue"/>
                        </a:rPr>
                        <a:t>Mar</a:t>
                      </a:r>
                      <a:endParaRPr sz="1200" b="1">
                        <a:solidFill>
                          <a:schemeClr val="dk1"/>
                        </a:solidFill>
                        <a:latin typeface="Epilogue"/>
                        <a:ea typeface="Epilogue"/>
                        <a:cs typeface="Epilogue"/>
                        <a:sym typeface="Epilogue"/>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alpha val="0"/>
                        </a:srgbClr>
                      </a:solidFill>
                      <a:prstDash val="dashDot"/>
                      <a:round/>
                      <a:headEnd type="none" w="sm" len="sm"/>
                      <a:tailEnd type="none" w="sm" len="sm"/>
                    </a:lnT>
                    <a:lnB w="9525" cap="flat" cmpd="sng">
                      <a:solidFill>
                        <a:srgbClr val="595959"/>
                      </a:solidFill>
                      <a:prstDash val="dashDot"/>
                      <a:round/>
                      <a:headEnd type="none" w="sm" len="sm"/>
                      <a:tailEnd type="none" w="sm" len="sm"/>
                    </a:lnB>
                    <a:solidFill>
                      <a:schemeClr val="dk2"/>
                    </a:solidFill>
                  </a:tcPr>
                </a:tc>
                <a:tc>
                  <a:txBody>
                    <a:bodyPr/>
                    <a:lstStyle/>
                    <a:p>
                      <a:pPr marL="0" lvl="0" indent="0" algn="ctr" rtl="0">
                        <a:spcBef>
                          <a:spcPts val="0"/>
                        </a:spcBef>
                        <a:spcAft>
                          <a:spcPts val="0"/>
                        </a:spcAft>
                        <a:buClr>
                          <a:srgbClr val="000000"/>
                        </a:buClr>
                        <a:buSzPts val="1100"/>
                        <a:buFont typeface="Arial"/>
                        <a:buNone/>
                      </a:pPr>
                      <a:r>
                        <a:rPr lang="en" sz="1200" b="1">
                          <a:solidFill>
                            <a:schemeClr val="dk1"/>
                          </a:solidFill>
                          <a:latin typeface="Epilogue"/>
                          <a:ea typeface="Epilogue"/>
                          <a:cs typeface="Epilogue"/>
                          <a:sym typeface="Epilogue"/>
                        </a:rPr>
                        <a:t>Apr</a:t>
                      </a:r>
                      <a:endParaRPr sz="1200" b="1">
                        <a:solidFill>
                          <a:schemeClr val="dk1"/>
                        </a:solidFill>
                        <a:latin typeface="Epilogue"/>
                        <a:ea typeface="Epilogue"/>
                        <a:cs typeface="Epilogue"/>
                        <a:sym typeface="Epilogue"/>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alpha val="0"/>
                        </a:srgbClr>
                      </a:solidFill>
                      <a:prstDash val="dashDot"/>
                      <a:round/>
                      <a:headEnd type="none" w="sm" len="sm"/>
                      <a:tailEnd type="none" w="sm" len="sm"/>
                    </a:lnT>
                    <a:lnB w="9525" cap="flat" cmpd="sng">
                      <a:solidFill>
                        <a:srgbClr val="595959"/>
                      </a:solidFill>
                      <a:prstDash val="dashDot"/>
                      <a:round/>
                      <a:headEnd type="none" w="sm" len="sm"/>
                      <a:tailEnd type="none" w="sm" len="sm"/>
                    </a:lnB>
                    <a:solidFill>
                      <a:schemeClr val="dk2"/>
                    </a:solidFill>
                  </a:tcPr>
                </a:tc>
                <a:tc>
                  <a:txBody>
                    <a:bodyPr/>
                    <a:lstStyle/>
                    <a:p>
                      <a:pPr marL="0" lvl="0" indent="0" algn="ctr" rtl="0">
                        <a:spcBef>
                          <a:spcPts val="0"/>
                        </a:spcBef>
                        <a:spcAft>
                          <a:spcPts val="0"/>
                        </a:spcAft>
                        <a:buNone/>
                      </a:pPr>
                      <a:r>
                        <a:rPr lang="en" sz="1200" b="1">
                          <a:solidFill>
                            <a:schemeClr val="dk1"/>
                          </a:solidFill>
                          <a:latin typeface="Epilogue"/>
                          <a:ea typeface="Epilogue"/>
                          <a:cs typeface="Epilogue"/>
                          <a:sym typeface="Epilogue"/>
                        </a:rPr>
                        <a:t>May</a:t>
                      </a:r>
                      <a:endParaRPr sz="1200" b="1">
                        <a:solidFill>
                          <a:schemeClr val="dk1"/>
                        </a:solidFill>
                        <a:latin typeface="Epilogue"/>
                        <a:ea typeface="Epilogue"/>
                        <a:cs typeface="Epilogue"/>
                        <a:sym typeface="Epilogue"/>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alpha val="0"/>
                        </a:srgbClr>
                      </a:solidFill>
                      <a:prstDash val="dashDot"/>
                      <a:round/>
                      <a:headEnd type="none" w="sm" len="sm"/>
                      <a:tailEnd type="none" w="sm" len="sm"/>
                    </a:lnT>
                    <a:lnB w="9525" cap="flat" cmpd="sng">
                      <a:solidFill>
                        <a:srgbClr val="595959"/>
                      </a:solidFill>
                      <a:prstDash val="dashDot"/>
                      <a:round/>
                      <a:headEnd type="none" w="sm" len="sm"/>
                      <a:tailEnd type="none" w="sm" len="sm"/>
                    </a:lnB>
                    <a:solidFill>
                      <a:schemeClr val="dk2"/>
                    </a:solidFill>
                  </a:tcPr>
                </a:tc>
                <a:tc>
                  <a:txBody>
                    <a:bodyPr/>
                    <a:lstStyle/>
                    <a:p>
                      <a:pPr marL="0" lvl="0" indent="0" algn="ctr" rtl="0">
                        <a:spcBef>
                          <a:spcPts val="0"/>
                        </a:spcBef>
                        <a:spcAft>
                          <a:spcPts val="0"/>
                        </a:spcAft>
                        <a:buNone/>
                      </a:pPr>
                      <a:r>
                        <a:rPr lang="en" sz="1200" b="1">
                          <a:solidFill>
                            <a:schemeClr val="dk1"/>
                          </a:solidFill>
                          <a:latin typeface="Epilogue"/>
                          <a:ea typeface="Epilogue"/>
                          <a:cs typeface="Epilogue"/>
                          <a:sym typeface="Epilogue"/>
                        </a:rPr>
                        <a:t>Jun</a:t>
                      </a:r>
                      <a:endParaRPr sz="1200" b="1">
                        <a:solidFill>
                          <a:schemeClr val="dk1"/>
                        </a:solidFill>
                        <a:latin typeface="Epilogue"/>
                        <a:ea typeface="Epilogue"/>
                        <a:cs typeface="Epilogue"/>
                        <a:sym typeface="Epilogue"/>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alpha val="0"/>
                        </a:srgbClr>
                      </a:solidFill>
                      <a:prstDash val="dashDot"/>
                      <a:round/>
                      <a:headEnd type="none" w="sm" len="sm"/>
                      <a:tailEnd type="none" w="sm" len="sm"/>
                    </a:lnT>
                    <a:lnB w="9525" cap="flat" cmpd="sng">
                      <a:solidFill>
                        <a:srgbClr val="595959"/>
                      </a:solidFill>
                      <a:prstDash val="dashDot"/>
                      <a:round/>
                      <a:headEnd type="none" w="sm" len="sm"/>
                      <a:tailEnd type="none" w="sm" len="sm"/>
                    </a:lnB>
                    <a:solidFill>
                      <a:schemeClr val="dk2"/>
                    </a:solidFill>
                  </a:tcPr>
                </a:tc>
                <a:tc>
                  <a:txBody>
                    <a:bodyPr/>
                    <a:lstStyle/>
                    <a:p>
                      <a:pPr marL="0" lvl="0" indent="0" algn="ctr" rtl="0">
                        <a:spcBef>
                          <a:spcPts val="0"/>
                        </a:spcBef>
                        <a:spcAft>
                          <a:spcPts val="0"/>
                        </a:spcAft>
                        <a:buNone/>
                      </a:pPr>
                      <a:r>
                        <a:rPr lang="en" sz="1200" b="1">
                          <a:solidFill>
                            <a:schemeClr val="dk1"/>
                          </a:solidFill>
                          <a:latin typeface="Epilogue"/>
                          <a:ea typeface="Epilogue"/>
                          <a:cs typeface="Epilogue"/>
                          <a:sym typeface="Epilogue"/>
                        </a:rPr>
                        <a:t>Jul</a:t>
                      </a:r>
                      <a:endParaRPr sz="1200" b="1">
                        <a:solidFill>
                          <a:schemeClr val="dk1"/>
                        </a:solidFill>
                        <a:latin typeface="Epilogue"/>
                        <a:ea typeface="Epilogue"/>
                        <a:cs typeface="Epilogue"/>
                        <a:sym typeface="Epilogue"/>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alpha val="0"/>
                        </a:srgbClr>
                      </a:solidFill>
                      <a:prstDash val="dashDot"/>
                      <a:round/>
                      <a:headEnd type="none" w="sm" len="sm"/>
                      <a:tailEnd type="none" w="sm" len="sm"/>
                    </a:lnT>
                    <a:lnB w="9525" cap="flat" cmpd="sng">
                      <a:solidFill>
                        <a:srgbClr val="595959"/>
                      </a:solidFill>
                      <a:prstDash val="dashDot"/>
                      <a:round/>
                      <a:headEnd type="none" w="sm" len="sm"/>
                      <a:tailEnd type="none" w="sm" len="sm"/>
                    </a:lnB>
                    <a:solidFill>
                      <a:schemeClr val="dk2"/>
                    </a:solidFill>
                  </a:tcPr>
                </a:tc>
                <a:tc>
                  <a:txBody>
                    <a:bodyPr/>
                    <a:lstStyle/>
                    <a:p>
                      <a:pPr marL="0" lvl="0" indent="0" algn="ctr" rtl="0">
                        <a:spcBef>
                          <a:spcPts val="0"/>
                        </a:spcBef>
                        <a:spcAft>
                          <a:spcPts val="0"/>
                        </a:spcAft>
                        <a:buNone/>
                      </a:pPr>
                      <a:r>
                        <a:rPr lang="en" sz="1200" b="1">
                          <a:solidFill>
                            <a:schemeClr val="dk1"/>
                          </a:solidFill>
                          <a:latin typeface="Epilogue"/>
                          <a:ea typeface="Epilogue"/>
                          <a:cs typeface="Epilogue"/>
                          <a:sym typeface="Epilogue"/>
                        </a:rPr>
                        <a:t>Aug</a:t>
                      </a:r>
                      <a:endParaRPr sz="1200" b="1">
                        <a:solidFill>
                          <a:schemeClr val="dk1"/>
                        </a:solidFill>
                        <a:latin typeface="Epilogue"/>
                        <a:ea typeface="Epilogue"/>
                        <a:cs typeface="Epilogue"/>
                        <a:sym typeface="Epilogue"/>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alpha val="0"/>
                        </a:srgbClr>
                      </a:solidFill>
                      <a:prstDash val="dashDot"/>
                      <a:round/>
                      <a:headEnd type="none" w="sm" len="sm"/>
                      <a:tailEnd type="none" w="sm" len="sm"/>
                    </a:lnT>
                    <a:lnB w="9525" cap="flat" cmpd="sng">
                      <a:solidFill>
                        <a:srgbClr val="595959"/>
                      </a:solidFill>
                      <a:prstDash val="dashDot"/>
                      <a:round/>
                      <a:headEnd type="none" w="sm" len="sm"/>
                      <a:tailEnd type="none" w="sm" len="sm"/>
                    </a:lnB>
                    <a:solidFill>
                      <a:schemeClr val="dk2"/>
                    </a:solidFill>
                  </a:tcPr>
                </a:tc>
                <a:tc>
                  <a:txBody>
                    <a:bodyPr/>
                    <a:lstStyle/>
                    <a:p>
                      <a:pPr marL="0" lvl="0" indent="0" algn="ctr" rtl="0">
                        <a:spcBef>
                          <a:spcPts val="0"/>
                        </a:spcBef>
                        <a:spcAft>
                          <a:spcPts val="0"/>
                        </a:spcAft>
                        <a:buNone/>
                      </a:pPr>
                      <a:r>
                        <a:rPr lang="en" sz="1200" b="1">
                          <a:solidFill>
                            <a:schemeClr val="dk1"/>
                          </a:solidFill>
                          <a:latin typeface="Epilogue"/>
                          <a:ea typeface="Epilogue"/>
                          <a:cs typeface="Epilogue"/>
                          <a:sym typeface="Epilogue"/>
                        </a:rPr>
                        <a:t>Sep</a:t>
                      </a:r>
                      <a:endParaRPr sz="1200" b="1">
                        <a:solidFill>
                          <a:schemeClr val="dk1"/>
                        </a:solidFill>
                        <a:latin typeface="Epilogue"/>
                        <a:ea typeface="Epilogue"/>
                        <a:cs typeface="Epilogue"/>
                        <a:sym typeface="Epilogue"/>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alpha val="0"/>
                        </a:srgbClr>
                      </a:solidFill>
                      <a:prstDash val="dashDot"/>
                      <a:round/>
                      <a:headEnd type="none" w="sm" len="sm"/>
                      <a:tailEnd type="none" w="sm" len="sm"/>
                    </a:lnT>
                    <a:lnB w="9525" cap="flat" cmpd="sng">
                      <a:solidFill>
                        <a:srgbClr val="595959"/>
                      </a:solidFill>
                      <a:prstDash val="dashDot"/>
                      <a:round/>
                      <a:headEnd type="none" w="sm" len="sm"/>
                      <a:tailEnd type="none" w="sm" len="sm"/>
                    </a:lnB>
                    <a:solidFill>
                      <a:schemeClr val="dk2"/>
                    </a:solidFill>
                  </a:tcPr>
                </a:tc>
                <a:tc>
                  <a:txBody>
                    <a:bodyPr/>
                    <a:lstStyle/>
                    <a:p>
                      <a:pPr marL="0" lvl="0" indent="0" algn="ctr" rtl="0">
                        <a:spcBef>
                          <a:spcPts val="0"/>
                        </a:spcBef>
                        <a:spcAft>
                          <a:spcPts val="0"/>
                        </a:spcAft>
                        <a:buNone/>
                      </a:pPr>
                      <a:r>
                        <a:rPr lang="en" sz="1200" b="1">
                          <a:solidFill>
                            <a:schemeClr val="dk1"/>
                          </a:solidFill>
                          <a:latin typeface="Epilogue"/>
                          <a:ea typeface="Epilogue"/>
                          <a:cs typeface="Epilogue"/>
                          <a:sym typeface="Epilogue"/>
                        </a:rPr>
                        <a:t>Oct</a:t>
                      </a:r>
                      <a:endParaRPr sz="1200" b="1">
                        <a:solidFill>
                          <a:schemeClr val="dk1"/>
                        </a:solidFill>
                        <a:latin typeface="Epilogue"/>
                        <a:ea typeface="Epilogue"/>
                        <a:cs typeface="Epilogue"/>
                        <a:sym typeface="Epilogue"/>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alpha val="0"/>
                        </a:srgbClr>
                      </a:solidFill>
                      <a:prstDash val="dashDot"/>
                      <a:round/>
                      <a:headEnd type="none" w="sm" len="sm"/>
                      <a:tailEnd type="none" w="sm" len="sm"/>
                    </a:lnT>
                    <a:lnB w="9525" cap="flat" cmpd="sng">
                      <a:solidFill>
                        <a:srgbClr val="595959"/>
                      </a:solidFill>
                      <a:prstDash val="dashDot"/>
                      <a:round/>
                      <a:headEnd type="none" w="sm" len="sm"/>
                      <a:tailEnd type="none" w="sm" len="sm"/>
                    </a:lnB>
                    <a:solidFill>
                      <a:schemeClr val="dk2"/>
                    </a:solidFill>
                  </a:tcPr>
                </a:tc>
                <a:tc>
                  <a:txBody>
                    <a:bodyPr/>
                    <a:lstStyle/>
                    <a:p>
                      <a:pPr marL="0" lvl="0" indent="0" algn="ctr" rtl="0">
                        <a:spcBef>
                          <a:spcPts val="0"/>
                        </a:spcBef>
                        <a:spcAft>
                          <a:spcPts val="0"/>
                        </a:spcAft>
                        <a:buNone/>
                      </a:pPr>
                      <a:r>
                        <a:rPr lang="en" sz="1200" b="1">
                          <a:solidFill>
                            <a:schemeClr val="dk1"/>
                          </a:solidFill>
                          <a:latin typeface="Epilogue"/>
                          <a:ea typeface="Epilogue"/>
                          <a:cs typeface="Epilogue"/>
                          <a:sym typeface="Epilogue"/>
                        </a:rPr>
                        <a:t>Nov</a:t>
                      </a:r>
                      <a:endParaRPr sz="1200" b="1">
                        <a:solidFill>
                          <a:schemeClr val="dk1"/>
                        </a:solidFill>
                        <a:latin typeface="Epilogue"/>
                        <a:ea typeface="Epilogue"/>
                        <a:cs typeface="Epilogue"/>
                        <a:sym typeface="Epilogue"/>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alpha val="0"/>
                        </a:srgbClr>
                      </a:solidFill>
                      <a:prstDash val="dashDot"/>
                      <a:round/>
                      <a:headEnd type="none" w="sm" len="sm"/>
                      <a:tailEnd type="none" w="sm" len="sm"/>
                    </a:lnT>
                    <a:lnB w="9525" cap="flat" cmpd="sng">
                      <a:solidFill>
                        <a:srgbClr val="595959"/>
                      </a:solidFill>
                      <a:prstDash val="dashDot"/>
                      <a:round/>
                      <a:headEnd type="none" w="sm" len="sm"/>
                      <a:tailEnd type="none" w="sm" len="sm"/>
                    </a:lnB>
                    <a:solidFill>
                      <a:schemeClr val="dk2"/>
                    </a:solidFill>
                  </a:tcPr>
                </a:tc>
                <a:tc>
                  <a:txBody>
                    <a:bodyPr/>
                    <a:lstStyle/>
                    <a:p>
                      <a:pPr marL="0" lvl="0" indent="0" algn="ctr" rtl="0">
                        <a:spcBef>
                          <a:spcPts val="0"/>
                        </a:spcBef>
                        <a:spcAft>
                          <a:spcPts val="0"/>
                        </a:spcAft>
                        <a:buClr>
                          <a:srgbClr val="000000"/>
                        </a:buClr>
                        <a:buSzPts val="1100"/>
                        <a:buFont typeface="Arial"/>
                        <a:buNone/>
                      </a:pPr>
                      <a:r>
                        <a:rPr lang="en" sz="1200" b="1">
                          <a:solidFill>
                            <a:schemeClr val="dk1"/>
                          </a:solidFill>
                          <a:latin typeface="Epilogue"/>
                          <a:ea typeface="Epilogue"/>
                          <a:cs typeface="Epilogue"/>
                          <a:sym typeface="Epilogue"/>
                        </a:rPr>
                        <a:t>Dec</a:t>
                      </a:r>
                      <a:endParaRPr sz="1200" b="1">
                        <a:solidFill>
                          <a:schemeClr val="dk1"/>
                        </a:solidFill>
                        <a:latin typeface="Epilogue"/>
                        <a:ea typeface="Epilogue"/>
                        <a:cs typeface="Epilogue"/>
                        <a:sym typeface="Epilogue"/>
                      </a:endParaRPr>
                    </a:p>
                  </a:txBody>
                  <a:tcPr marL="0" marR="0" marT="0" marB="0" anchor="ctr">
                    <a:lnL w="9525" cap="flat" cmpd="sng">
                      <a:solidFill>
                        <a:srgbClr val="595959"/>
                      </a:solidFill>
                      <a:prstDash val="dashDot"/>
                      <a:round/>
                      <a:headEnd type="none" w="sm" len="sm"/>
                      <a:tailEnd type="none" w="sm" len="sm"/>
                    </a:lnL>
                    <a:lnR w="9525" cap="flat" cmpd="sng">
                      <a:solidFill>
                        <a:srgbClr val="595959">
                          <a:alpha val="0"/>
                        </a:srgbClr>
                      </a:solidFill>
                      <a:prstDash val="dashDot"/>
                      <a:round/>
                      <a:headEnd type="none" w="sm" len="sm"/>
                      <a:tailEnd type="none" w="sm" len="sm"/>
                    </a:lnR>
                    <a:lnT w="9525" cap="flat" cmpd="sng">
                      <a:solidFill>
                        <a:srgbClr val="595959">
                          <a:alpha val="0"/>
                        </a:srgbClr>
                      </a:solidFill>
                      <a:prstDash val="dashDot"/>
                      <a:round/>
                      <a:headEnd type="none" w="sm" len="sm"/>
                      <a:tailEnd type="none" w="sm" len="sm"/>
                    </a:lnT>
                    <a:lnB w="9525" cap="flat" cmpd="sng">
                      <a:solidFill>
                        <a:srgbClr val="595959"/>
                      </a:solidFill>
                      <a:prstDash val="dashDot"/>
                      <a:round/>
                      <a:headEnd type="none" w="sm" len="sm"/>
                      <a:tailEnd type="none" w="sm" len="sm"/>
                    </a:lnB>
                    <a:solidFill>
                      <a:schemeClr val="dk2"/>
                    </a:solidFill>
                  </a:tcPr>
                </a:tc>
                <a:extLst>
                  <a:ext uri="{0D108BD9-81ED-4DB2-BD59-A6C34878D82A}">
                    <a16:rowId xmlns:a16="http://schemas.microsoft.com/office/drawing/2014/main" val="10000"/>
                  </a:ext>
                </a:extLst>
              </a:tr>
              <a:tr h="450800">
                <a:tc>
                  <a:txBody>
                    <a:bodyPr/>
                    <a:lstStyle/>
                    <a:p>
                      <a:pPr marL="0" lvl="0" indent="0" algn="l" rtl="0">
                        <a:spcBef>
                          <a:spcPts val="0"/>
                        </a:spcBef>
                        <a:spcAft>
                          <a:spcPts val="0"/>
                        </a:spcAft>
                        <a:buNone/>
                      </a:pPr>
                      <a:r>
                        <a:rPr lang="en" sz="1000">
                          <a:solidFill>
                            <a:schemeClr val="dk1"/>
                          </a:solidFill>
                          <a:latin typeface="Lato"/>
                          <a:ea typeface="Lato"/>
                          <a:cs typeface="Lato"/>
                          <a:sym typeface="Lato"/>
                        </a:rPr>
                        <a:t>Understanding</a:t>
                      </a:r>
                      <a:endParaRPr sz="1000">
                        <a:solidFill>
                          <a:schemeClr val="dk1"/>
                        </a:solidFill>
                        <a:latin typeface="Lato"/>
                        <a:ea typeface="Lato"/>
                        <a:cs typeface="Lato"/>
                        <a:sym typeface="Lato"/>
                      </a:endParaRPr>
                    </a:p>
                  </a:txBody>
                  <a:tcPr marL="45700" marR="45700" marT="45700" marB="45700" anchor="ctr">
                    <a:lnL w="9525" cap="flat" cmpd="sng">
                      <a:solidFill>
                        <a:srgbClr val="595959">
                          <a:alpha val="0"/>
                        </a:srgbClr>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tcPr>
                </a:tc>
                <a:tc>
                  <a:txBody>
                    <a:bodyPr/>
                    <a:lstStyle/>
                    <a:p>
                      <a:pPr marL="0" lvl="0" indent="0" algn="l" rtl="0">
                        <a:spcBef>
                          <a:spcPts val="0"/>
                        </a:spcBef>
                        <a:spcAft>
                          <a:spcPts val="0"/>
                        </a:spcAft>
                        <a:buNone/>
                      </a:pPr>
                      <a:r>
                        <a:rPr lang="en" sz="1000">
                          <a:solidFill>
                            <a:schemeClr val="dk1"/>
                          </a:solidFill>
                          <a:latin typeface="Lato"/>
                          <a:ea typeface="Lato"/>
                          <a:cs typeface="Lato"/>
                          <a:sym typeface="Lato"/>
                        </a:rPr>
                        <a:t>Analyze and understand the needs of your target audience</a:t>
                      </a:r>
                      <a:endParaRPr sz="1000">
                        <a:solidFill>
                          <a:schemeClr val="dk1"/>
                        </a:solidFill>
                        <a:latin typeface="Lato"/>
                        <a:ea typeface="Lato"/>
                        <a:cs typeface="Lato"/>
                        <a:sym typeface="Lato"/>
                      </a:endParaRPr>
                    </a:p>
                  </a:txBody>
                  <a:tcPr marL="45700" marR="45700" marT="45700" marB="4570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solidFill>
                      <a:schemeClr val="accent1"/>
                    </a:solidFill>
                  </a:tcPr>
                </a:tc>
                <a:tc>
                  <a:txBody>
                    <a:bodyPr/>
                    <a:lstStyle/>
                    <a:p>
                      <a:pPr marL="0" lvl="0" indent="0" algn="l"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solidFill>
                      <a:schemeClr val="accent1"/>
                    </a:solidFill>
                  </a:tcPr>
                </a:tc>
                <a:tc>
                  <a:txBody>
                    <a:bodyPr/>
                    <a:lstStyle/>
                    <a:p>
                      <a:pPr marL="0" lvl="0" indent="0" algn="l"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alpha val="0"/>
                        </a:srgbClr>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tcPr>
                </a:tc>
                <a:extLst>
                  <a:ext uri="{0D108BD9-81ED-4DB2-BD59-A6C34878D82A}">
                    <a16:rowId xmlns:a16="http://schemas.microsoft.com/office/drawing/2014/main" val="10001"/>
                  </a:ext>
                </a:extLst>
              </a:tr>
              <a:tr h="450800">
                <a:tc>
                  <a:txBody>
                    <a:bodyPr/>
                    <a:lstStyle/>
                    <a:p>
                      <a:pPr marL="0" lvl="0" indent="0" algn="l" rtl="0">
                        <a:spcBef>
                          <a:spcPts val="0"/>
                        </a:spcBef>
                        <a:spcAft>
                          <a:spcPts val="0"/>
                        </a:spcAft>
                        <a:buNone/>
                      </a:pPr>
                      <a:r>
                        <a:rPr lang="en" sz="1000">
                          <a:solidFill>
                            <a:schemeClr val="dk1"/>
                          </a:solidFill>
                          <a:latin typeface="Lato"/>
                          <a:ea typeface="Lato"/>
                          <a:cs typeface="Lato"/>
                          <a:sym typeface="Lato"/>
                        </a:rPr>
                        <a:t>Conduct research</a:t>
                      </a:r>
                      <a:endParaRPr sz="1000">
                        <a:solidFill>
                          <a:schemeClr val="dk1"/>
                        </a:solidFill>
                        <a:latin typeface="Lato"/>
                        <a:ea typeface="Lato"/>
                        <a:cs typeface="Lato"/>
                        <a:sym typeface="Lato"/>
                      </a:endParaRPr>
                    </a:p>
                  </a:txBody>
                  <a:tcPr marL="45700" marR="45700" marT="45700" marB="45700" anchor="ctr">
                    <a:lnL w="9525" cap="flat" cmpd="sng">
                      <a:solidFill>
                        <a:srgbClr val="595959">
                          <a:alpha val="0"/>
                        </a:srgbClr>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tcPr>
                </a:tc>
                <a:tc>
                  <a:txBody>
                    <a:bodyPr/>
                    <a:lstStyle/>
                    <a:p>
                      <a:pPr marL="0" lvl="0" indent="0" algn="l" rtl="0">
                        <a:spcBef>
                          <a:spcPts val="0"/>
                        </a:spcBef>
                        <a:spcAft>
                          <a:spcPts val="0"/>
                        </a:spcAft>
                        <a:buNone/>
                      </a:pPr>
                      <a:r>
                        <a:rPr lang="en" sz="1000">
                          <a:solidFill>
                            <a:schemeClr val="dk1"/>
                          </a:solidFill>
                          <a:latin typeface="Lato"/>
                          <a:ea typeface="Lato"/>
                          <a:cs typeface="Lato"/>
                          <a:sym typeface="Lato"/>
                        </a:rPr>
                        <a:t>Research existing products in the industry and analyze how successful they are</a:t>
                      </a:r>
                      <a:endParaRPr sz="1000">
                        <a:solidFill>
                          <a:schemeClr val="dk1"/>
                        </a:solidFill>
                        <a:latin typeface="Lato"/>
                        <a:ea typeface="Lato"/>
                        <a:cs typeface="Lato"/>
                        <a:sym typeface="Lato"/>
                      </a:endParaRPr>
                    </a:p>
                  </a:txBody>
                  <a:tcPr marL="45700" marR="45700" marT="45700" marB="4570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solidFill>
                      <a:schemeClr val="accent1"/>
                    </a:solidFill>
                  </a:tcPr>
                </a:tc>
                <a:tc>
                  <a:txBody>
                    <a:bodyPr/>
                    <a:lstStyle/>
                    <a:p>
                      <a:pPr marL="0" lvl="0" indent="0" algn="l"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solidFill>
                      <a:schemeClr val="accent1"/>
                    </a:solidFill>
                  </a:tcPr>
                </a:tc>
                <a:tc>
                  <a:txBody>
                    <a:bodyPr/>
                    <a:lstStyle/>
                    <a:p>
                      <a:pPr marL="0" lvl="0" indent="0" algn="l"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solidFill>
                      <a:schemeClr val="accent1"/>
                    </a:solidFill>
                  </a:tcPr>
                </a:tc>
                <a:tc>
                  <a:txBody>
                    <a:bodyPr/>
                    <a:lstStyle/>
                    <a:p>
                      <a:pPr marL="0" lvl="0" indent="0" algn="l"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alpha val="0"/>
                        </a:srgbClr>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tcPr>
                </a:tc>
                <a:extLst>
                  <a:ext uri="{0D108BD9-81ED-4DB2-BD59-A6C34878D82A}">
                    <a16:rowId xmlns:a16="http://schemas.microsoft.com/office/drawing/2014/main" val="10002"/>
                  </a:ext>
                </a:extLst>
              </a:tr>
              <a:tr h="450800">
                <a:tc>
                  <a:txBody>
                    <a:bodyPr/>
                    <a:lstStyle/>
                    <a:p>
                      <a:pPr marL="0" lvl="0" indent="0" algn="l" rtl="0">
                        <a:spcBef>
                          <a:spcPts val="0"/>
                        </a:spcBef>
                        <a:spcAft>
                          <a:spcPts val="0"/>
                        </a:spcAft>
                        <a:buNone/>
                      </a:pPr>
                      <a:r>
                        <a:rPr lang="en" sz="1000">
                          <a:solidFill>
                            <a:schemeClr val="dk1"/>
                          </a:solidFill>
                          <a:latin typeface="Lato"/>
                          <a:ea typeface="Lato"/>
                          <a:cs typeface="Lato"/>
                          <a:sym typeface="Lato"/>
                        </a:rPr>
                        <a:t>Brainstorm ideas</a:t>
                      </a:r>
                      <a:endParaRPr sz="1000">
                        <a:solidFill>
                          <a:schemeClr val="dk1"/>
                        </a:solidFill>
                        <a:latin typeface="Lato"/>
                        <a:ea typeface="Lato"/>
                        <a:cs typeface="Lato"/>
                        <a:sym typeface="Lato"/>
                      </a:endParaRPr>
                    </a:p>
                  </a:txBody>
                  <a:tcPr marL="45700" marR="45700" marT="45700" marB="45700" anchor="ctr">
                    <a:lnL w="9525" cap="flat" cmpd="sng">
                      <a:solidFill>
                        <a:srgbClr val="595959">
                          <a:alpha val="0"/>
                        </a:srgbClr>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tcPr>
                </a:tc>
                <a:tc>
                  <a:txBody>
                    <a:bodyPr/>
                    <a:lstStyle/>
                    <a:p>
                      <a:pPr marL="0" lvl="0" indent="0" algn="l" rtl="0">
                        <a:spcBef>
                          <a:spcPts val="0"/>
                        </a:spcBef>
                        <a:spcAft>
                          <a:spcPts val="0"/>
                        </a:spcAft>
                        <a:buNone/>
                      </a:pPr>
                      <a:r>
                        <a:rPr lang="en" sz="1000">
                          <a:solidFill>
                            <a:schemeClr val="dk1"/>
                          </a:solidFill>
                          <a:latin typeface="Lato"/>
                          <a:ea typeface="Lato"/>
                          <a:cs typeface="Lato"/>
                          <a:sym typeface="Lato"/>
                        </a:rPr>
                        <a:t>Generate ideas based on user feedback and research findings</a:t>
                      </a:r>
                      <a:endParaRPr sz="1000">
                        <a:solidFill>
                          <a:schemeClr val="dk1"/>
                        </a:solidFill>
                        <a:latin typeface="Lato"/>
                        <a:ea typeface="Lato"/>
                        <a:cs typeface="Lato"/>
                        <a:sym typeface="Lato"/>
                      </a:endParaRPr>
                    </a:p>
                  </a:txBody>
                  <a:tcPr marL="45700" marR="45700" marT="45700" marB="4570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solidFill>
                      <a:schemeClr val="accent1"/>
                    </a:solidFill>
                  </a:tcPr>
                </a:tc>
                <a:tc>
                  <a:txBody>
                    <a:bodyPr/>
                    <a:lstStyle/>
                    <a:p>
                      <a:pPr marL="0" lvl="0" indent="0" algn="l"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solidFill>
                      <a:schemeClr val="accent1"/>
                    </a:solidFill>
                  </a:tcPr>
                </a:tc>
                <a:tc>
                  <a:txBody>
                    <a:bodyPr/>
                    <a:lstStyle/>
                    <a:p>
                      <a:pPr marL="0" lvl="0" indent="0" algn="l"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solidFill>
                      <a:schemeClr val="accent1"/>
                    </a:solidFill>
                  </a:tcPr>
                </a:tc>
                <a:tc>
                  <a:txBody>
                    <a:bodyPr/>
                    <a:lstStyle/>
                    <a:p>
                      <a:pPr marL="0" lvl="0" indent="0" algn="ctr"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solidFill>
                      <a:schemeClr val="accent1"/>
                    </a:solidFill>
                  </a:tcPr>
                </a:tc>
                <a:tc>
                  <a:txBody>
                    <a:bodyPr/>
                    <a:lstStyle/>
                    <a:p>
                      <a:pPr marL="0" lvl="0" indent="0" algn="l"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tcPr>
                </a:tc>
                <a:tc>
                  <a:txBody>
                    <a:bodyPr/>
                    <a:lstStyle/>
                    <a:p>
                      <a:pPr marL="0" lvl="0" indent="0" algn="l"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alpha val="0"/>
                        </a:srgbClr>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tcPr>
                </a:tc>
                <a:extLst>
                  <a:ext uri="{0D108BD9-81ED-4DB2-BD59-A6C34878D82A}">
                    <a16:rowId xmlns:a16="http://schemas.microsoft.com/office/drawing/2014/main" val="10003"/>
                  </a:ext>
                </a:extLst>
              </a:tr>
              <a:tr h="450800">
                <a:tc>
                  <a:txBody>
                    <a:bodyPr/>
                    <a:lstStyle/>
                    <a:p>
                      <a:pPr marL="0" lvl="0" indent="0" algn="l" rtl="0">
                        <a:spcBef>
                          <a:spcPts val="0"/>
                        </a:spcBef>
                        <a:spcAft>
                          <a:spcPts val="0"/>
                        </a:spcAft>
                        <a:buNone/>
                      </a:pPr>
                      <a:r>
                        <a:rPr lang="en" sz="1000">
                          <a:solidFill>
                            <a:schemeClr val="dk1"/>
                          </a:solidFill>
                          <a:latin typeface="Lato"/>
                          <a:ea typeface="Lato"/>
                          <a:cs typeface="Lato"/>
                          <a:sym typeface="Lato"/>
                        </a:rPr>
                        <a:t>Develop a prototype</a:t>
                      </a:r>
                      <a:endParaRPr sz="1000">
                        <a:solidFill>
                          <a:schemeClr val="dk1"/>
                        </a:solidFill>
                        <a:latin typeface="Lato"/>
                        <a:ea typeface="Lato"/>
                        <a:cs typeface="Lato"/>
                        <a:sym typeface="Lato"/>
                      </a:endParaRPr>
                    </a:p>
                  </a:txBody>
                  <a:tcPr marL="45700" marR="45700" marT="45700" marB="45700" anchor="ctr">
                    <a:lnL w="9525" cap="flat" cmpd="sng">
                      <a:solidFill>
                        <a:srgbClr val="595959">
                          <a:alpha val="0"/>
                        </a:srgbClr>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tcPr>
                </a:tc>
                <a:tc>
                  <a:txBody>
                    <a:bodyPr/>
                    <a:lstStyle/>
                    <a:p>
                      <a:pPr marL="0" lvl="0" indent="0" algn="l" rtl="0">
                        <a:spcBef>
                          <a:spcPts val="0"/>
                        </a:spcBef>
                        <a:spcAft>
                          <a:spcPts val="0"/>
                        </a:spcAft>
                        <a:buNone/>
                      </a:pPr>
                      <a:r>
                        <a:rPr lang="en" sz="1000">
                          <a:solidFill>
                            <a:schemeClr val="dk1"/>
                          </a:solidFill>
                          <a:latin typeface="Lato"/>
                          <a:ea typeface="Lato"/>
                          <a:cs typeface="Lato"/>
                          <a:sym typeface="Lato"/>
                        </a:rPr>
                        <a:t>Create a basic version of the product to show investors</a:t>
                      </a:r>
                      <a:endParaRPr sz="1000">
                        <a:solidFill>
                          <a:schemeClr val="dk1"/>
                        </a:solidFill>
                        <a:latin typeface="Lato"/>
                        <a:ea typeface="Lato"/>
                        <a:cs typeface="Lato"/>
                        <a:sym typeface="Lato"/>
                      </a:endParaRPr>
                    </a:p>
                  </a:txBody>
                  <a:tcPr marL="45700" marR="45700" marT="45700" marB="4570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solidFill>
                      <a:schemeClr val="accent1"/>
                    </a:solidFill>
                  </a:tcPr>
                </a:tc>
                <a:tc>
                  <a:txBody>
                    <a:bodyPr/>
                    <a:lstStyle/>
                    <a:p>
                      <a:pPr marL="0" lvl="0" indent="0" algn="ctr"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solidFill>
                      <a:schemeClr val="accent1"/>
                    </a:solidFill>
                  </a:tcPr>
                </a:tc>
                <a:tc>
                  <a:txBody>
                    <a:bodyPr/>
                    <a:lstStyle/>
                    <a:p>
                      <a:pPr marL="0" lvl="0" indent="0" algn="ctr"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solidFill>
                      <a:schemeClr val="accent1"/>
                    </a:solidFill>
                  </a:tcPr>
                </a:tc>
                <a:tc>
                  <a:txBody>
                    <a:bodyPr/>
                    <a:lstStyle/>
                    <a:p>
                      <a:pPr marL="0" lvl="0" indent="0" algn="ctr"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solidFill>
                      <a:schemeClr val="accent1"/>
                    </a:solidFill>
                  </a:tcPr>
                </a:tc>
                <a:tc>
                  <a:txBody>
                    <a:bodyPr/>
                    <a:lstStyle/>
                    <a:p>
                      <a:pPr marL="0" lvl="0" indent="0" algn="ctr"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solidFill>
                      <a:schemeClr val="accent1"/>
                    </a:solidFill>
                  </a:tcPr>
                </a:tc>
                <a:tc>
                  <a:txBody>
                    <a:bodyPr/>
                    <a:lstStyle/>
                    <a:p>
                      <a:pPr marL="0" lvl="0" indent="0" algn="ctr"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alpha val="0"/>
                        </a:srgbClr>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tcPr>
                </a:tc>
                <a:extLst>
                  <a:ext uri="{0D108BD9-81ED-4DB2-BD59-A6C34878D82A}">
                    <a16:rowId xmlns:a16="http://schemas.microsoft.com/office/drawing/2014/main" val="10004"/>
                  </a:ext>
                </a:extLst>
              </a:tr>
              <a:tr h="450800">
                <a:tc>
                  <a:txBody>
                    <a:bodyPr/>
                    <a:lstStyle/>
                    <a:p>
                      <a:pPr marL="0" lvl="0" indent="0" algn="l" rtl="0">
                        <a:spcBef>
                          <a:spcPts val="0"/>
                        </a:spcBef>
                        <a:spcAft>
                          <a:spcPts val="0"/>
                        </a:spcAft>
                        <a:buNone/>
                      </a:pPr>
                      <a:r>
                        <a:rPr lang="en" sz="1000">
                          <a:solidFill>
                            <a:schemeClr val="dk1"/>
                          </a:solidFill>
                          <a:latin typeface="Lato"/>
                          <a:ea typeface="Lato"/>
                          <a:cs typeface="Lato"/>
                          <a:sym typeface="Lato"/>
                        </a:rPr>
                        <a:t>Test for usability</a:t>
                      </a:r>
                      <a:endParaRPr sz="1000">
                        <a:solidFill>
                          <a:schemeClr val="dk1"/>
                        </a:solidFill>
                        <a:latin typeface="Lato"/>
                        <a:ea typeface="Lato"/>
                        <a:cs typeface="Lato"/>
                        <a:sym typeface="Lato"/>
                      </a:endParaRPr>
                    </a:p>
                  </a:txBody>
                  <a:tcPr marL="45700" marR="45700" marT="45700" marB="45700" anchor="ctr">
                    <a:lnL w="9525" cap="flat" cmpd="sng">
                      <a:solidFill>
                        <a:srgbClr val="595959">
                          <a:alpha val="0"/>
                        </a:srgbClr>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tcPr>
                </a:tc>
                <a:tc>
                  <a:txBody>
                    <a:bodyPr/>
                    <a:lstStyle/>
                    <a:p>
                      <a:pPr marL="0" lvl="0" indent="0" algn="l" rtl="0">
                        <a:spcBef>
                          <a:spcPts val="0"/>
                        </a:spcBef>
                        <a:spcAft>
                          <a:spcPts val="0"/>
                        </a:spcAft>
                        <a:buNone/>
                      </a:pPr>
                      <a:r>
                        <a:rPr lang="en" sz="1000">
                          <a:solidFill>
                            <a:schemeClr val="dk1"/>
                          </a:solidFill>
                          <a:latin typeface="Lato"/>
                          <a:ea typeface="Lato"/>
                          <a:cs typeface="Lato"/>
                          <a:sym typeface="Lato"/>
                        </a:rPr>
                        <a:t>Put the prototype through rigorous testing processes to ensure that it meets user requirements </a:t>
                      </a:r>
                      <a:endParaRPr sz="1000">
                        <a:solidFill>
                          <a:schemeClr val="dk1"/>
                        </a:solidFill>
                        <a:latin typeface="Lato"/>
                        <a:ea typeface="Lato"/>
                        <a:cs typeface="Lato"/>
                        <a:sym typeface="Lato"/>
                      </a:endParaRPr>
                    </a:p>
                  </a:txBody>
                  <a:tcPr marL="45700" marR="45700" marT="45700" marB="4570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solidFill>
                      <a:schemeClr val="accent1"/>
                    </a:solidFill>
                  </a:tcPr>
                </a:tc>
                <a:tc>
                  <a:txBody>
                    <a:bodyPr/>
                    <a:lstStyle/>
                    <a:p>
                      <a:pPr marL="0" lvl="0" indent="0" algn="ctr"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alpha val="0"/>
                        </a:srgbClr>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solidFill>
                      <a:prstDash val="dashDot"/>
                      <a:round/>
                      <a:headEnd type="none" w="sm" len="sm"/>
                      <a:tailEnd type="none" w="sm" len="sm"/>
                    </a:lnB>
                  </a:tcPr>
                </a:tc>
                <a:extLst>
                  <a:ext uri="{0D108BD9-81ED-4DB2-BD59-A6C34878D82A}">
                    <a16:rowId xmlns:a16="http://schemas.microsoft.com/office/drawing/2014/main" val="10005"/>
                  </a:ext>
                </a:extLst>
              </a:tr>
              <a:tr h="450800">
                <a:tc>
                  <a:txBody>
                    <a:bodyPr/>
                    <a:lstStyle/>
                    <a:p>
                      <a:pPr marL="0" lvl="0" indent="0" algn="l" rtl="0">
                        <a:spcBef>
                          <a:spcPts val="0"/>
                        </a:spcBef>
                        <a:spcAft>
                          <a:spcPts val="0"/>
                        </a:spcAft>
                        <a:buNone/>
                      </a:pPr>
                      <a:r>
                        <a:rPr lang="en" sz="1000">
                          <a:solidFill>
                            <a:schemeClr val="dk1"/>
                          </a:solidFill>
                          <a:latin typeface="Lato"/>
                          <a:ea typeface="Lato"/>
                          <a:cs typeface="Lato"/>
                          <a:sym typeface="Lato"/>
                        </a:rPr>
                        <a:t>Analyze feedback</a:t>
                      </a:r>
                      <a:endParaRPr sz="1000">
                        <a:solidFill>
                          <a:schemeClr val="dk1"/>
                        </a:solidFill>
                        <a:latin typeface="Lato"/>
                        <a:ea typeface="Lato"/>
                        <a:cs typeface="Lato"/>
                        <a:sym typeface="Lato"/>
                      </a:endParaRPr>
                    </a:p>
                  </a:txBody>
                  <a:tcPr marL="45700" marR="45700" marT="45700" marB="45700" anchor="ctr">
                    <a:lnL w="9525" cap="flat" cmpd="sng">
                      <a:solidFill>
                        <a:srgbClr val="595959">
                          <a:alpha val="0"/>
                        </a:srgbClr>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alpha val="0"/>
                        </a:srgbClr>
                      </a:solidFill>
                      <a:prstDash val="dashDot"/>
                      <a:round/>
                      <a:headEnd type="none" w="sm" len="sm"/>
                      <a:tailEnd type="none" w="sm" len="sm"/>
                    </a:lnB>
                  </a:tcPr>
                </a:tc>
                <a:tc>
                  <a:txBody>
                    <a:bodyPr/>
                    <a:lstStyle/>
                    <a:p>
                      <a:pPr marL="0" lvl="0" indent="0" algn="l" rtl="0">
                        <a:spcBef>
                          <a:spcPts val="0"/>
                        </a:spcBef>
                        <a:spcAft>
                          <a:spcPts val="0"/>
                        </a:spcAft>
                        <a:buNone/>
                      </a:pPr>
                      <a:r>
                        <a:rPr lang="en" sz="1000">
                          <a:solidFill>
                            <a:schemeClr val="dk1"/>
                          </a:solidFill>
                          <a:latin typeface="Lato"/>
                          <a:ea typeface="Lato"/>
                          <a:cs typeface="Lato"/>
                          <a:sym typeface="Lato"/>
                        </a:rPr>
                        <a:t>Understand the opinion of the users who tried your product</a:t>
                      </a:r>
                      <a:endParaRPr sz="1000">
                        <a:solidFill>
                          <a:schemeClr val="dk1"/>
                        </a:solidFill>
                        <a:latin typeface="Lato"/>
                        <a:ea typeface="Lato"/>
                        <a:cs typeface="Lato"/>
                        <a:sym typeface="Lato"/>
                      </a:endParaRPr>
                    </a:p>
                  </a:txBody>
                  <a:tcPr marL="45700" marR="45700" marT="45700" marB="4570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alpha val="0"/>
                        </a:srgbClr>
                      </a:solidFill>
                      <a:prstDash val="dashDot"/>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alpha val="0"/>
                        </a:srgbClr>
                      </a:solidFill>
                      <a:prstDash val="dashDot"/>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alpha val="0"/>
                        </a:srgbClr>
                      </a:solidFill>
                      <a:prstDash val="dashDot"/>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alpha val="0"/>
                        </a:srgbClr>
                      </a:solidFill>
                      <a:prstDash val="dashDot"/>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alpha val="0"/>
                        </a:srgbClr>
                      </a:solidFill>
                      <a:prstDash val="dashDot"/>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alpha val="0"/>
                        </a:srgbClr>
                      </a:solidFill>
                      <a:prstDash val="dashDot"/>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alpha val="0"/>
                        </a:srgbClr>
                      </a:solidFill>
                      <a:prstDash val="dashDot"/>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alpha val="0"/>
                        </a:srgbClr>
                      </a:solidFill>
                      <a:prstDash val="dashDot"/>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alpha val="0"/>
                        </a:srgbClr>
                      </a:solidFill>
                      <a:prstDash val="dashDot"/>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alpha val="0"/>
                        </a:srgbClr>
                      </a:solidFill>
                      <a:prstDash val="dashDot"/>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alpha val="0"/>
                        </a:srgbClr>
                      </a:solidFill>
                      <a:prstDash val="dashDot"/>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alpha val="0"/>
                        </a:srgbClr>
                      </a:solidFill>
                      <a:prstDash val="dashDot"/>
                      <a:round/>
                      <a:headEnd type="none" w="sm" len="sm"/>
                      <a:tailEnd type="none" w="sm" len="sm"/>
                    </a:lnB>
                  </a:tcPr>
                </a:tc>
                <a:tc>
                  <a:txBody>
                    <a:bodyPr/>
                    <a:lstStyle/>
                    <a:p>
                      <a:pPr marL="0" lvl="0" indent="0" algn="ctr" rtl="0">
                        <a:spcBef>
                          <a:spcPts val="0"/>
                        </a:spcBef>
                        <a:spcAft>
                          <a:spcPts val="0"/>
                        </a:spcAft>
                        <a:buNone/>
                      </a:pPr>
                      <a:endParaRPr sz="1000">
                        <a:solidFill>
                          <a:schemeClr val="dk1"/>
                        </a:solidFill>
                        <a:latin typeface="Lato"/>
                        <a:ea typeface="Lato"/>
                        <a:cs typeface="Lato"/>
                        <a:sym typeface="Lato"/>
                      </a:endParaRPr>
                    </a:p>
                  </a:txBody>
                  <a:tcPr marL="0" marR="0" marT="0" marB="0" anchor="ctr">
                    <a:lnL w="9525" cap="flat" cmpd="sng">
                      <a:solidFill>
                        <a:srgbClr val="595959"/>
                      </a:solidFill>
                      <a:prstDash val="dashDot"/>
                      <a:round/>
                      <a:headEnd type="none" w="sm" len="sm"/>
                      <a:tailEnd type="none" w="sm" len="sm"/>
                    </a:lnL>
                    <a:lnR w="9525" cap="flat" cmpd="sng">
                      <a:solidFill>
                        <a:srgbClr val="595959">
                          <a:alpha val="0"/>
                        </a:srgbClr>
                      </a:solidFill>
                      <a:prstDash val="dashDot"/>
                      <a:round/>
                      <a:headEnd type="none" w="sm" len="sm"/>
                      <a:tailEnd type="none" w="sm" len="sm"/>
                    </a:lnR>
                    <a:lnT w="9525" cap="flat" cmpd="sng">
                      <a:solidFill>
                        <a:srgbClr val="595959"/>
                      </a:solidFill>
                      <a:prstDash val="dashDot"/>
                      <a:round/>
                      <a:headEnd type="none" w="sm" len="sm"/>
                      <a:tailEnd type="none" w="sm" len="sm"/>
                    </a:lnT>
                    <a:lnB w="9525" cap="flat" cmpd="sng">
                      <a:solidFill>
                        <a:srgbClr val="595959">
                          <a:alpha val="0"/>
                        </a:srgbClr>
                      </a:solidFill>
                      <a:prstDash val="dashDot"/>
                      <a:round/>
                      <a:headEnd type="none" w="sm" len="sm"/>
                      <a:tailEnd type="none" w="sm" len="sm"/>
                    </a:lnB>
                    <a:solidFill>
                      <a:schemeClr val="accent1"/>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474"/>
        <p:cNvGrpSpPr/>
        <p:nvPr/>
      </p:nvGrpSpPr>
      <p:grpSpPr>
        <a:xfrm>
          <a:off x="0" y="0"/>
          <a:ext cx="0" cy="0"/>
          <a:chOff x="0" y="0"/>
          <a:chExt cx="0" cy="0"/>
        </a:xfrm>
      </p:grpSpPr>
      <p:sp>
        <p:nvSpPr>
          <p:cNvPr id="1475" name="Google Shape;1475;p4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KPI dashboard</a:t>
            </a:r>
            <a:endParaRPr/>
          </a:p>
        </p:txBody>
      </p:sp>
      <p:graphicFrame>
        <p:nvGraphicFramePr>
          <p:cNvPr id="1476" name="Google Shape;1476;p47"/>
          <p:cNvGraphicFramePr/>
          <p:nvPr/>
        </p:nvGraphicFramePr>
        <p:xfrm>
          <a:off x="720000" y="1186325"/>
          <a:ext cx="3439600" cy="3417725"/>
        </p:xfrm>
        <a:graphic>
          <a:graphicData uri="http://schemas.openxmlformats.org/drawingml/2006/table">
            <a:tbl>
              <a:tblPr>
                <a:noFill/>
                <a:tableStyleId>{49064342-CC3E-41E9-A069-EDB3E7D4C846}</a:tableStyleId>
              </a:tblPr>
              <a:tblGrid>
                <a:gridCol w="961450">
                  <a:extLst>
                    <a:ext uri="{9D8B030D-6E8A-4147-A177-3AD203B41FA5}">
                      <a16:colId xmlns:a16="http://schemas.microsoft.com/office/drawing/2014/main" val="20000"/>
                    </a:ext>
                  </a:extLst>
                </a:gridCol>
                <a:gridCol w="826050">
                  <a:extLst>
                    <a:ext uri="{9D8B030D-6E8A-4147-A177-3AD203B41FA5}">
                      <a16:colId xmlns:a16="http://schemas.microsoft.com/office/drawing/2014/main" val="20001"/>
                    </a:ext>
                  </a:extLst>
                </a:gridCol>
                <a:gridCol w="874150">
                  <a:extLst>
                    <a:ext uri="{9D8B030D-6E8A-4147-A177-3AD203B41FA5}">
                      <a16:colId xmlns:a16="http://schemas.microsoft.com/office/drawing/2014/main" val="20002"/>
                    </a:ext>
                  </a:extLst>
                </a:gridCol>
                <a:gridCol w="777950">
                  <a:extLst>
                    <a:ext uri="{9D8B030D-6E8A-4147-A177-3AD203B41FA5}">
                      <a16:colId xmlns:a16="http://schemas.microsoft.com/office/drawing/2014/main" val="20003"/>
                    </a:ext>
                  </a:extLst>
                </a:gridCol>
              </a:tblGrid>
              <a:tr h="381725">
                <a:tc>
                  <a:txBody>
                    <a:bodyPr/>
                    <a:lstStyle/>
                    <a:p>
                      <a:pPr marL="0" lvl="0" indent="0" algn="l" rtl="0">
                        <a:spcBef>
                          <a:spcPts val="0"/>
                        </a:spcBef>
                        <a:spcAft>
                          <a:spcPts val="0"/>
                        </a:spcAft>
                        <a:buNone/>
                      </a:pPr>
                      <a:r>
                        <a:rPr lang="en" sz="1200" b="1">
                          <a:solidFill>
                            <a:schemeClr val="dk1"/>
                          </a:solidFill>
                          <a:latin typeface="Epilogue"/>
                          <a:ea typeface="Epilogue"/>
                          <a:cs typeface="Epilogue"/>
                          <a:sym typeface="Epilogue"/>
                        </a:rPr>
                        <a:t>Product</a:t>
                      </a:r>
                      <a:endParaRPr sz="1200" b="1">
                        <a:solidFill>
                          <a:schemeClr val="dk1"/>
                        </a:solidFill>
                        <a:latin typeface="Epilogue"/>
                        <a:ea typeface="Epilogue"/>
                        <a:cs typeface="Epilogue"/>
                        <a:sym typeface="Epilogue"/>
                      </a:endParaRPr>
                    </a:p>
                  </a:txBody>
                  <a:tcPr marL="91425" marR="91425" marT="45700" marB="45700">
                    <a:lnL w="9525" cap="flat" cmpd="sng">
                      <a:solidFill>
                        <a:schemeClr val="accent4">
                          <a:alpha val="0"/>
                        </a:schemeClr>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alpha val="0"/>
                        </a:schemeClr>
                      </a:solidFill>
                      <a:prstDash val="dashDot"/>
                      <a:round/>
                      <a:headEnd type="none" w="sm" len="sm"/>
                      <a:tailEnd type="none" w="sm" len="sm"/>
                    </a:lnT>
                    <a:lnB w="9525" cap="flat" cmpd="sng">
                      <a:solidFill>
                        <a:schemeClr val="accent4"/>
                      </a:solidFill>
                      <a:prstDash val="dashDot"/>
                      <a:round/>
                      <a:headEnd type="none" w="sm" len="sm"/>
                      <a:tailEnd type="none" w="sm" len="sm"/>
                    </a:lnB>
                    <a:solidFill>
                      <a:schemeClr val="accent5"/>
                    </a:solidFill>
                  </a:tcPr>
                </a:tc>
                <a:tc>
                  <a:txBody>
                    <a:bodyPr/>
                    <a:lstStyle/>
                    <a:p>
                      <a:pPr marL="0" lvl="0" indent="0" algn="l" rtl="0">
                        <a:spcBef>
                          <a:spcPts val="0"/>
                        </a:spcBef>
                        <a:spcAft>
                          <a:spcPts val="0"/>
                        </a:spcAft>
                        <a:buNone/>
                      </a:pPr>
                      <a:r>
                        <a:rPr lang="en" sz="1200" b="1">
                          <a:solidFill>
                            <a:schemeClr val="dk1"/>
                          </a:solidFill>
                          <a:latin typeface="Epilogue"/>
                          <a:ea typeface="Epilogue"/>
                          <a:cs typeface="Epilogue"/>
                          <a:sym typeface="Epilogue"/>
                        </a:rPr>
                        <a:t>Units</a:t>
                      </a:r>
                      <a:endParaRPr sz="1200" b="1">
                        <a:solidFill>
                          <a:schemeClr val="dk1"/>
                        </a:solidFill>
                        <a:latin typeface="Epilogue"/>
                        <a:ea typeface="Epilogue"/>
                        <a:cs typeface="Epilogue"/>
                        <a:sym typeface="Epilogue"/>
                      </a:endParaRPr>
                    </a:p>
                  </a:txBody>
                  <a:tcPr marL="91425" marR="91425" marT="45700" marB="45700">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alpha val="0"/>
                        </a:schemeClr>
                      </a:solidFill>
                      <a:prstDash val="dashDot"/>
                      <a:round/>
                      <a:headEnd type="none" w="sm" len="sm"/>
                      <a:tailEnd type="none" w="sm" len="sm"/>
                    </a:lnT>
                    <a:lnB w="9525" cap="flat" cmpd="sng">
                      <a:solidFill>
                        <a:schemeClr val="accent4"/>
                      </a:solidFill>
                      <a:prstDash val="dashDot"/>
                      <a:round/>
                      <a:headEnd type="none" w="sm" len="sm"/>
                      <a:tailEnd type="none" w="sm" len="sm"/>
                    </a:lnB>
                    <a:solidFill>
                      <a:schemeClr val="accent5"/>
                    </a:solidFill>
                  </a:tcPr>
                </a:tc>
                <a:tc>
                  <a:txBody>
                    <a:bodyPr/>
                    <a:lstStyle/>
                    <a:p>
                      <a:pPr marL="0" lvl="0" indent="0" algn="l" rtl="0">
                        <a:spcBef>
                          <a:spcPts val="0"/>
                        </a:spcBef>
                        <a:spcAft>
                          <a:spcPts val="0"/>
                        </a:spcAft>
                        <a:buNone/>
                      </a:pPr>
                      <a:r>
                        <a:rPr lang="en" sz="1200" b="1">
                          <a:solidFill>
                            <a:schemeClr val="dk1"/>
                          </a:solidFill>
                          <a:latin typeface="Epilogue"/>
                          <a:ea typeface="Epilogue"/>
                          <a:cs typeface="Epilogue"/>
                          <a:sym typeface="Epilogue"/>
                        </a:rPr>
                        <a:t>Revenue</a:t>
                      </a:r>
                      <a:endParaRPr sz="1200" b="1">
                        <a:solidFill>
                          <a:schemeClr val="dk1"/>
                        </a:solidFill>
                        <a:latin typeface="Epilogue"/>
                        <a:ea typeface="Epilogue"/>
                        <a:cs typeface="Epilogue"/>
                        <a:sym typeface="Epilogue"/>
                      </a:endParaRPr>
                    </a:p>
                  </a:txBody>
                  <a:tcPr marL="91425" marR="91425" marT="45700" marB="45700">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alpha val="0"/>
                        </a:schemeClr>
                      </a:solidFill>
                      <a:prstDash val="dashDot"/>
                      <a:round/>
                      <a:headEnd type="none" w="sm" len="sm"/>
                      <a:tailEnd type="none" w="sm" len="sm"/>
                    </a:lnT>
                    <a:lnB w="9525" cap="flat" cmpd="sng">
                      <a:solidFill>
                        <a:schemeClr val="accent4"/>
                      </a:solidFill>
                      <a:prstDash val="dashDot"/>
                      <a:round/>
                      <a:headEnd type="none" w="sm" len="sm"/>
                      <a:tailEnd type="none" w="sm" len="sm"/>
                    </a:lnB>
                    <a:solidFill>
                      <a:schemeClr val="accent5"/>
                    </a:solidFill>
                  </a:tcPr>
                </a:tc>
                <a:tc>
                  <a:txBody>
                    <a:bodyPr/>
                    <a:lstStyle/>
                    <a:p>
                      <a:pPr marL="0" lvl="0" indent="0" algn="l" rtl="0">
                        <a:spcBef>
                          <a:spcPts val="0"/>
                        </a:spcBef>
                        <a:spcAft>
                          <a:spcPts val="0"/>
                        </a:spcAft>
                        <a:buNone/>
                      </a:pPr>
                      <a:r>
                        <a:rPr lang="en" sz="1200" b="1">
                          <a:solidFill>
                            <a:schemeClr val="dk1"/>
                          </a:solidFill>
                          <a:latin typeface="Epilogue"/>
                          <a:ea typeface="Epilogue"/>
                          <a:cs typeface="Epilogue"/>
                          <a:sym typeface="Epilogue"/>
                        </a:rPr>
                        <a:t>Return</a:t>
                      </a:r>
                      <a:endParaRPr b="1">
                        <a:solidFill>
                          <a:schemeClr val="dk1"/>
                        </a:solidFill>
                        <a:latin typeface="Epilogue"/>
                        <a:ea typeface="Epilogue"/>
                        <a:cs typeface="Epilogue"/>
                        <a:sym typeface="Epilogue"/>
                      </a:endParaRPr>
                    </a:p>
                  </a:txBody>
                  <a:tcPr marL="91425" marR="91425" marT="45700" marB="45700">
                    <a:lnL w="9525" cap="flat" cmpd="sng">
                      <a:solidFill>
                        <a:schemeClr val="accent4"/>
                      </a:solidFill>
                      <a:prstDash val="dashDot"/>
                      <a:round/>
                      <a:headEnd type="none" w="sm" len="sm"/>
                      <a:tailEnd type="none" w="sm" len="sm"/>
                    </a:lnL>
                    <a:lnR w="9525" cap="flat" cmpd="sng">
                      <a:solidFill>
                        <a:schemeClr val="accent4">
                          <a:alpha val="0"/>
                        </a:schemeClr>
                      </a:solidFill>
                      <a:prstDash val="dashDot"/>
                      <a:round/>
                      <a:headEnd type="none" w="sm" len="sm"/>
                      <a:tailEnd type="none" w="sm" len="sm"/>
                    </a:lnR>
                    <a:lnT w="9525" cap="flat" cmpd="sng">
                      <a:solidFill>
                        <a:schemeClr val="accent4">
                          <a:alpha val="0"/>
                        </a:schemeClr>
                      </a:solidFill>
                      <a:prstDash val="dashDot"/>
                      <a:round/>
                      <a:headEnd type="none" w="sm" len="sm"/>
                      <a:tailEnd type="none" w="sm" len="sm"/>
                    </a:lnT>
                    <a:lnB w="9525" cap="flat" cmpd="sng">
                      <a:solidFill>
                        <a:schemeClr val="accent4"/>
                      </a:solidFill>
                      <a:prstDash val="dashDot"/>
                      <a:round/>
                      <a:headEnd type="none" w="sm" len="sm"/>
                      <a:tailEnd type="none" w="sm" len="sm"/>
                    </a:lnB>
                    <a:solidFill>
                      <a:schemeClr val="accent5"/>
                    </a:solidFill>
                  </a:tcPr>
                </a:tc>
                <a:extLst>
                  <a:ext uri="{0D108BD9-81ED-4DB2-BD59-A6C34878D82A}">
                    <a16:rowId xmlns:a16="http://schemas.microsoft.com/office/drawing/2014/main" val="10000"/>
                  </a:ext>
                </a:extLst>
              </a:tr>
              <a:tr h="379500">
                <a:tc>
                  <a:txBody>
                    <a:bodyPr/>
                    <a:lstStyle/>
                    <a:p>
                      <a:pPr marL="0" lvl="0" indent="0" algn="l" rtl="0">
                        <a:spcBef>
                          <a:spcPts val="0"/>
                        </a:spcBef>
                        <a:spcAft>
                          <a:spcPts val="0"/>
                        </a:spcAft>
                        <a:buNone/>
                      </a:pPr>
                      <a:r>
                        <a:rPr lang="en" sz="1000" b="1">
                          <a:solidFill>
                            <a:schemeClr val="dk1"/>
                          </a:solidFill>
                          <a:latin typeface="Epilogue"/>
                          <a:ea typeface="Epilogue"/>
                          <a:cs typeface="Epilogue"/>
                          <a:sym typeface="Epilogue"/>
                        </a:rPr>
                        <a:t>Item 1</a:t>
                      </a:r>
                      <a:endParaRPr sz="1000" b="1">
                        <a:solidFill>
                          <a:schemeClr val="dk1"/>
                        </a:solidFill>
                        <a:latin typeface="Epilogue"/>
                        <a:ea typeface="Epilogue"/>
                        <a:cs typeface="Epilogue"/>
                        <a:sym typeface="Epilogue"/>
                      </a:endParaRPr>
                    </a:p>
                  </a:txBody>
                  <a:tcPr marL="91425" marR="91425" marT="0" marB="0" anchor="ctr">
                    <a:lnL w="9525" cap="flat" cmpd="sng">
                      <a:solidFill>
                        <a:schemeClr val="accent4">
                          <a:alpha val="0"/>
                        </a:schemeClr>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tc>
                  <a:txBody>
                    <a:bodyPr/>
                    <a:lstStyle/>
                    <a:p>
                      <a:pPr marL="0" lvl="0" indent="0" algn="l" rtl="0">
                        <a:spcBef>
                          <a:spcPts val="0"/>
                        </a:spcBef>
                        <a:spcAft>
                          <a:spcPts val="0"/>
                        </a:spcAft>
                        <a:buNone/>
                      </a:pPr>
                      <a:r>
                        <a:rPr lang="en" sz="1000">
                          <a:solidFill>
                            <a:schemeClr val="dk1"/>
                          </a:solidFill>
                          <a:latin typeface="Lato"/>
                          <a:ea typeface="Lato"/>
                          <a:cs typeface="Lato"/>
                          <a:sym typeface="Lato"/>
                        </a:rPr>
                        <a:t>500</a:t>
                      </a:r>
                      <a:endParaRPr sz="1000">
                        <a:solidFill>
                          <a:schemeClr val="dk1"/>
                        </a:solidFill>
                        <a:latin typeface="Lato"/>
                        <a:ea typeface="Lato"/>
                        <a:cs typeface="Lato"/>
                        <a:sym typeface="Lato"/>
                      </a:endParaRPr>
                    </a:p>
                  </a:txBody>
                  <a:tcPr marL="91425" marR="91425" marT="0" marB="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tc>
                  <a:txBody>
                    <a:bodyPr/>
                    <a:lstStyle/>
                    <a:p>
                      <a:pPr marL="0" lvl="0" indent="0" algn="l" rtl="0">
                        <a:spcBef>
                          <a:spcPts val="0"/>
                        </a:spcBef>
                        <a:spcAft>
                          <a:spcPts val="0"/>
                        </a:spcAft>
                        <a:buNone/>
                      </a:pPr>
                      <a:r>
                        <a:rPr lang="en" sz="1000">
                          <a:solidFill>
                            <a:schemeClr val="dk1"/>
                          </a:solidFill>
                          <a:latin typeface="Lato"/>
                          <a:ea typeface="Lato"/>
                          <a:cs typeface="Lato"/>
                          <a:sym typeface="Lato"/>
                        </a:rPr>
                        <a:t>2,000,000</a:t>
                      </a:r>
                      <a:endParaRPr sz="1000">
                        <a:solidFill>
                          <a:schemeClr val="dk1"/>
                        </a:solidFill>
                        <a:latin typeface="Lato"/>
                        <a:ea typeface="Lato"/>
                        <a:cs typeface="Lato"/>
                        <a:sym typeface="Lato"/>
                      </a:endParaRPr>
                    </a:p>
                  </a:txBody>
                  <a:tcPr marL="91425" marR="91425" marT="0" marB="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tc>
                  <a:txBody>
                    <a:bodyPr/>
                    <a:lstStyle/>
                    <a:p>
                      <a:pPr marL="0" lvl="0" indent="0" algn="l" rtl="0">
                        <a:spcBef>
                          <a:spcPts val="0"/>
                        </a:spcBef>
                        <a:spcAft>
                          <a:spcPts val="0"/>
                        </a:spcAft>
                        <a:buNone/>
                      </a:pPr>
                      <a:r>
                        <a:rPr lang="en" sz="1000">
                          <a:solidFill>
                            <a:schemeClr val="dk1"/>
                          </a:solidFill>
                          <a:latin typeface="Lato"/>
                          <a:ea typeface="Lato"/>
                          <a:cs typeface="Lato"/>
                          <a:sym typeface="Lato"/>
                        </a:rPr>
                        <a:t>40</a:t>
                      </a:r>
                      <a:endParaRPr sz="1000">
                        <a:solidFill>
                          <a:schemeClr val="dk1"/>
                        </a:solidFill>
                        <a:latin typeface="Lato"/>
                        <a:ea typeface="Lato"/>
                        <a:cs typeface="Lato"/>
                        <a:sym typeface="Lato"/>
                      </a:endParaRPr>
                    </a:p>
                  </a:txBody>
                  <a:tcPr marL="91425" marR="91425" marT="0" marB="0" anchor="ctr">
                    <a:lnL w="9525" cap="flat" cmpd="sng">
                      <a:solidFill>
                        <a:schemeClr val="accent4"/>
                      </a:solidFill>
                      <a:prstDash val="dashDot"/>
                      <a:round/>
                      <a:headEnd type="none" w="sm" len="sm"/>
                      <a:tailEnd type="none" w="sm" len="sm"/>
                    </a:lnL>
                    <a:lnR w="9525" cap="flat" cmpd="sng">
                      <a:solidFill>
                        <a:schemeClr val="accent4">
                          <a:alpha val="0"/>
                        </a:schemeClr>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extLst>
                  <a:ext uri="{0D108BD9-81ED-4DB2-BD59-A6C34878D82A}">
                    <a16:rowId xmlns:a16="http://schemas.microsoft.com/office/drawing/2014/main" val="10001"/>
                  </a:ext>
                </a:extLst>
              </a:tr>
              <a:tr h="379500">
                <a:tc>
                  <a:txBody>
                    <a:bodyPr/>
                    <a:lstStyle/>
                    <a:p>
                      <a:pPr marL="0" lvl="0" indent="0" algn="l" rtl="0">
                        <a:spcBef>
                          <a:spcPts val="0"/>
                        </a:spcBef>
                        <a:spcAft>
                          <a:spcPts val="0"/>
                        </a:spcAft>
                        <a:buNone/>
                      </a:pPr>
                      <a:r>
                        <a:rPr lang="en" sz="1000" b="1">
                          <a:solidFill>
                            <a:schemeClr val="dk1"/>
                          </a:solidFill>
                          <a:latin typeface="Epilogue"/>
                          <a:ea typeface="Epilogue"/>
                          <a:cs typeface="Epilogue"/>
                          <a:sym typeface="Epilogue"/>
                        </a:rPr>
                        <a:t>Item 2</a:t>
                      </a:r>
                      <a:endParaRPr sz="1000" b="1">
                        <a:solidFill>
                          <a:schemeClr val="dk1"/>
                        </a:solidFill>
                        <a:latin typeface="Epilogue"/>
                        <a:ea typeface="Epilogue"/>
                        <a:cs typeface="Epilogue"/>
                        <a:sym typeface="Epilogue"/>
                      </a:endParaRPr>
                    </a:p>
                  </a:txBody>
                  <a:tcPr marL="91425" marR="91425" marT="0" marB="0" anchor="ctr">
                    <a:lnL w="9525" cap="flat" cmpd="sng">
                      <a:solidFill>
                        <a:schemeClr val="accent4">
                          <a:alpha val="0"/>
                        </a:schemeClr>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tc>
                  <a:txBody>
                    <a:bodyPr/>
                    <a:lstStyle/>
                    <a:p>
                      <a:pPr marL="0" lvl="0" indent="0" algn="l" rtl="0">
                        <a:spcBef>
                          <a:spcPts val="0"/>
                        </a:spcBef>
                        <a:spcAft>
                          <a:spcPts val="0"/>
                        </a:spcAft>
                        <a:buNone/>
                      </a:pPr>
                      <a:r>
                        <a:rPr lang="en" sz="1000">
                          <a:solidFill>
                            <a:schemeClr val="dk1"/>
                          </a:solidFill>
                          <a:latin typeface="Lato"/>
                          <a:ea typeface="Lato"/>
                          <a:cs typeface="Lato"/>
                          <a:sym typeface="Lato"/>
                        </a:rPr>
                        <a:t>1,000</a:t>
                      </a:r>
                      <a:endParaRPr sz="1000">
                        <a:solidFill>
                          <a:schemeClr val="dk1"/>
                        </a:solidFill>
                        <a:latin typeface="Lato"/>
                        <a:ea typeface="Lato"/>
                        <a:cs typeface="Lato"/>
                        <a:sym typeface="Lato"/>
                      </a:endParaRPr>
                    </a:p>
                  </a:txBody>
                  <a:tcPr marL="91425" marR="91425" marT="0" marB="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tc>
                  <a:txBody>
                    <a:bodyPr/>
                    <a:lstStyle/>
                    <a:p>
                      <a:pPr marL="0" lvl="0" indent="0" algn="l" rtl="0">
                        <a:spcBef>
                          <a:spcPts val="0"/>
                        </a:spcBef>
                        <a:spcAft>
                          <a:spcPts val="0"/>
                        </a:spcAft>
                        <a:buNone/>
                      </a:pPr>
                      <a:r>
                        <a:rPr lang="en" sz="1000">
                          <a:solidFill>
                            <a:schemeClr val="dk1"/>
                          </a:solidFill>
                          <a:latin typeface="Lato"/>
                          <a:ea typeface="Lato"/>
                          <a:cs typeface="Lato"/>
                          <a:sym typeface="Lato"/>
                        </a:rPr>
                        <a:t>50,750</a:t>
                      </a:r>
                      <a:endParaRPr sz="1000">
                        <a:solidFill>
                          <a:schemeClr val="dk1"/>
                        </a:solidFill>
                        <a:latin typeface="Lato"/>
                        <a:ea typeface="Lato"/>
                        <a:cs typeface="Lato"/>
                        <a:sym typeface="Lato"/>
                      </a:endParaRPr>
                    </a:p>
                  </a:txBody>
                  <a:tcPr marL="91425" marR="91425" marT="0" marB="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tc>
                  <a:txBody>
                    <a:bodyPr/>
                    <a:lstStyle/>
                    <a:p>
                      <a:pPr marL="0" lvl="0" indent="0" algn="l" rtl="0">
                        <a:spcBef>
                          <a:spcPts val="0"/>
                        </a:spcBef>
                        <a:spcAft>
                          <a:spcPts val="0"/>
                        </a:spcAft>
                        <a:buNone/>
                      </a:pPr>
                      <a:r>
                        <a:rPr lang="en" sz="1000">
                          <a:solidFill>
                            <a:schemeClr val="dk1"/>
                          </a:solidFill>
                          <a:latin typeface="Lato"/>
                          <a:ea typeface="Lato"/>
                          <a:cs typeface="Lato"/>
                          <a:sym typeface="Lato"/>
                        </a:rPr>
                        <a:t>10</a:t>
                      </a:r>
                      <a:endParaRPr sz="1000">
                        <a:solidFill>
                          <a:schemeClr val="dk1"/>
                        </a:solidFill>
                        <a:latin typeface="Lato"/>
                        <a:ea typeface="Lato"/>
                        <a:cs typeface="Lato"/>
                        <a:sym typeface="Lato"/>
                      </a:endParaRPr>
                    </a:p>
                  </a:txBody>
                  <a:tcPr marL="91425" marR="91425" marT="0" marB="0" anchor="ctr">
                    <a:lnL w="9525" cap="flat" cmpd="sng">
                      <a:solidFill>
                        <a:schemeClr val="accent4"/>
                      </a:solidFill>
                      <a:prstDash val="dashDot"/>
                      <a:round/>
                      <a:headEnd type="none" w="sm" len="sm"/>
                      <a:tailEnd type="none" w="sm" len="sm"/>
                    </a:lnL>
                    <a:lnR w="9525" cap="flat" cmpd="sng">
                      <a:solidFill>
                        <a:schemeClr val="accent4">
                          <a:alpha val="0"/>
                        </a:schemeClr>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extLst>
                  <a:ext uri="{0D108BD9-81ED-4DB2-BD59-A6C34878D82A}">
                    <a16:rowId xmlns:a16="http://schemas.microsoft.com/office/drawing/2014/main" val="10002"/>
                  </a:ext>
                </a:extLst>
              </a:tr>
              <a:tr h="379500">
                <a:tc>
                  <a:txBody>
                    <a:bodyPr/>
                    <a:lstStyle/>
                    <a:p>
                      <a:pPr marL="0" lvl="0" indent="0" algn="l" rtl="0">
                        <a:spcBef>
                          <a:spcPts val="0"/>
                        </a:spcBef>
                        <a:spcAft>
                          <a:spcPts val="0"/>
                        </a:spcAft>
                        <a:buNone/>
                      </a:pPr>
                      <a:r>
                        <a:rPr lang="en" sz="1000" b="1">
                          <a:solidFill>
                            <a:schemeClr val="dk1"/>
                          </a:solidFill>
                          <a:latin typeface="Epilogue"/>
                          <a:ea typeface="Epilogue"/>
                          <a:cs typeface="Epilogue"/>
                          <a:sym typeface="Epilogue"/>
                        </a:rPr>
                        <a:t>Item 3</a:t>
                      </a:r>
                      <a:endParaRPr sz="1000" b="1">
                        <a:solidFill>
                          <a:schemeClr val="dk1"/>
                        </a:solidFill>
                        <a:latin typeface="Epilogue"/>
                        <a:ea typeface="Epilogue"/>
                        <a:cs typeface="Epilogue"/>
                        <a:sym typeface="Epilogue"/>
                      </a:endParaRPr>
                    </a:p>
                  </a:txBody>
                  <a:tcPr marL="91425" marR="91425" marT="0" marB="0" anchor="ctr">
                    <a:lnL w="9525" cap="flat" cmpd="sng">
                      <a:solidFill>
                        <a:schemeClr val="accent4">
                          <a:alpha val="0"/>
                        </a:schemeClr>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tc>
                  <a:txBody>
                    <a:bodyPr/>
                    <a:lstStyle/>
                    <a:p>
                      <a:pPr marL="0" lvl="0" indent="0" algn="l" rtl="0">
                        <a:spcBef>
                          <a:spcPts val="0"/>
                        </a:spcBef>
                        <a:spcAft>
                          <a:spcPts val="0"/>
                        </a:spcAft>
                        <a:buNone/>
                      </a:pPr>
                      <a:r>
                        <a:rPr lang="en" sz="1000">
                          <a:solidFill>
                            <a:schemeClr val="dk1"/>
                          </a:solidFill>
                          <a:latin typeface="Lato"/>
                          <a:ea typeface="Lato"/>
                          <a:cs typeface="Lato"/>
                          <a:sym typeface="Lato"/>
                        </a:rPr>
                        <a:t>250</a:t>
                      </a:r>
                      <a:endParaRPr sz="1000">
                        <a:solidFill>
                          <a:schemeClr val="dk1"/>
                        </a:solidFill>
                        <a:latin typeface="Lato"/>
                        <a:ea typeface="Lato"/>
                        <a:cs typeface="Lato"/>
                        <a:sym typeface="Lato"/>
                      </a:endParaRPr>
                    </a:p>
                  </a:txBody>
                  <a:tcPr marL="91425" marR="91425" marT="0" marB="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tc>
                  <a:txBody>
                    <a:bodyPr/>
                    <a:lstStyle/>
                    <a:p>
                      <a:pPr marL="0" lvl="0" indent="0" algn="l" rtl="0">
                        <a:spcBef>
                          <a:spcPts val="0"/>
                        </a:spcBef>
                        <a:spcAft>
                          <a:spcPts val="0"/>
                        </a:spcAft>
                        <a:buNone/>
                      </a:pPr>
                      <a:r>
                        <a:rPr lang="en" sz="1000">
                          <a:solidFill>
                            <a:schemeClr val="dk1"/>
                          </a:solidFill>
                          <a:latin typeface="Lato"/>
                          <a:ea typeface="Lato"/>
                          <a:cs typeface="Lato"/>
                          <a:sym typeface="Lato"/>
                        </a:rPr>
                        <a:t>1,500,000</a:t>
                      </a:r>
                      <a:endParaRPr sz="1000">
                        <a:solidFill>
                          <a:schemeClr val="dk1"/>
                        </a:solidFill>
                        <a:latin typeface="Lato"/>
                        <a:ea typeface="Lato"/>
                        <a:cs typeface="Lato"/>
                        <a:sym typeface="Lato"/>
                      </a:endParaRPr>
                    </a:p>
                  </a:txBody>
                  <a:tcPr marL="91425" marR="91425" marT="0" marB="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tc>
                  <a:txBody>
                    <a:bodyPr/>
                    <a:lstStyle/>
                    <a:p>
                      <a:pPr marL="0" lvl="0" indent="0" algn="l" rtl="0">
                        <a:spcBef>
                          <a:spcPts val="0"/>
                        </a:spcBef>
                        <a:spcAft>
                          <a:spcPts val="0"/>
                        </a:spcAft>
                        <a:buNone/>
                      </a:pPr>
                      <a:r>
                        <a:rPr lang="en" sz="1000">
                          <a:solidFill>
                            <a:schemeClr val="dk1"/>
                          </a:solidFill>
                          <a:latin typeface="Lato"/>
                          <a:ea typeface="Lato"/>
                          <a:cs typeface="Lato"/>
                          <a:sym typeface="Lato"/>
                        </a:rPr>
                        <a:t>300</a:t>
                      </a:r>
                      <a:endParaRPr sz="1000">
                        <a:solidFill>
                          <a:schemeClr val="dk1"/>
                        </a:solidFill>
                        <a:latin typeface="Lato"/>
                        <a:ea typeface="Lato"/>
                        <a:cs typeface="Lato"/>
                        <a:sym typeface="Lato"/>
                      </a:endParaRPr>
                    </a:p>
                  </a:txBody>
                  <a:tcPr marL="91425" marR="91425" marT="0" marB="0" anchor="ctr">
                    <a:lnL w="9525" cap="flat" cmpd="sng">
                      <a:solidFill>
                        <a:schemeClr val="accent4"/>
                      </a:solidFill>
                      <a:prstDash val="dashDot"/>
                      <a:round/>
                      <a:headEnd type="none" w="sm" len="sm"/>
                      <a:tailEnd type="none" w="sm" len="sm"/>
                    </a:lnL>
                    <a:lnR w="9525" cap="flat" cmpd="sng">
                      <a:solidFill>
                        <a:schemeClr val="accent4">
                          <a:alpha val="0"/>
                        </a:schemeClr>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extLst>
                  <a:ext uri="{0D108BD9-81ED-4DB2-BD59-A6C34878D82A}">
                    <a16:rowId xmlns:a16="http://schemas.microsoft.com/office/drawing/2014/main" val="10003"/>
                  </a:ext>
                </a:extLst>
              </a:tr>
              <a:tr h="379500">
                <a:tc>
                  <a:txBody>
                    <a:bodyPr/>
                    <a:lstStyle/>
                    <a:p>
                      <a:pPr marL="0" lvl="0" indent="0" algn="l" rtl="0">
                        <a:spcBef>
                          <a:spcPts val="0"/>
                        </a:spcBef>
                        <a:spcAft>
                          <a:spcPts val="0"/>
                        </a:spcAft>
                        <a:buNone/>
                      </a:pPr>
                      <a:r>
                        <a:rPr lang="en" sz="1000" b="1">
                          <a:solidFill>
                            <a:schemeClr val="dk1"/>
                          </a:solidFill>
                          <a:latin typeface="Epilogue"/>
                          <a:ea typeface="Epilogue"/>
                          <a:cs typeface="Epilogue"/>
                          <a:sym typeface="Epilogue"/>
                        </a:rPr>
                        <a:t>Item 4</a:t>
                      </a:r>
                      <a:endParaRPr sz="1000" b="1">
                        <a:solidFill>
                          <a:schemeClr val="dk1"/>
                        </a:solidFill>
                        <a:latin typeface="Epilogue"/>
                        <a:ea typeface="Epilogue"/>
                        <a:cs typeface="Epilogue"/>
                        <a:sym typeface="Epilogue"/>
                      </a:endParaRPr>
                    </a:p>
                  </a:txBody>
                  <a:tcPr marL="91425" marR="91425" marT="0" marB="0" anchor="ctr">
                    <a:lnL w="9525" cap="flat" cmpd="sng">
                      <a:solidFill>
                        <a:schemeClr val="accent4">
                          <a:alpha val="0"/>
                        </a:schemeClr>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tc>
                  <a:txBody>
                    <a:bodyPr/>
                    <a:lstStyle/>
                    <a:p>
                      <a:pPr marL="0" lvl="0" indent="0" algn="l" rtl="0">
                        <a:spcBef>
                          <a:spcPts val="0"/>
                        </a:spcBef>
                        <a:spcAft>
                          <a:spcPts val="0"/>
                        </a:spcAft>
                        <a:buNone/>
                      </a:pPr>
                      <a:r>
                        <a:rPr lang="en" sz="1000">
                          <a:solidFill>
                            <a:schemeClr val="dk1"/>
                          </a:solidFill>
                          <a:latin typeface="Lato"/>
                          <a:ea typeface="Lato"/>
                          <a:cs typeface="Lato"/>
                          <a:sym typeface="Lato"/>
                        </a:rPr>
                        <a:t>500</a:t>
                      </a:r>
                      <a:endParaRPr sz="1000">
                        <a:solidFill>
                          <a:schemeClr val="dk1"/>
                        </a:solidFill>
                        <a:latin typeface="Lato"/>
                        <a:ea typeface="Lato"/>
                        <a:cs typeface="Lato"/>
                        <a:sym typeface="Lato"/>
                      </a:endParaRPr>
                    </a:p>
                  </a:txBody>
                  <a:tcPr marL="91425" marR="91425" marT="0" marB="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tc>
                  <a:txBody>
                    <a:bodyPr/>
                    <a:lstStyle/>
                    <a:p>
                      <a:pPr marL="0" lvl="0" indent="0" algn="l" rtl="0">
                        <a:spcBef>
                          <a:spcPts val="0"/>
                        </a:spcBef>
                        <a:spcAft>
                          <a:spcPts val="0"/>
                        </a:spcAft>
                        <a:buNone/>
                      </a:pPr>
                      <a:r>
                        <a:rPr lang="en" sz="1000">
                          <a:solidFill>
                            <a:schemeClr val="dk1"/>
                          </a:solidFill>
                          <a:latin typeface="Lato"/>
                          <a:ea typeface="Lato"/>
                          <a:cs typeface="Lato"/>
                          <a:sym typeface="Lato"/>
                        </a:rPr>
                        <a:t>2,000,000</a:t>
                      </a:r>
                      <a:endParaRPr sz="1000">
                        <a:solidFill>
                          <a:schemeClr val="dk1"/>
                        </a:solidFill>
                        <a:latin typeface="Lato"/>
                        <a:ea typeface="Lato"/>
                        <a:cs typeface="Lato"/>
                        <a:sym typeface="Lato"/>
                      </a:endParaRPr>
                    </a:p>
                  </a:txBody>
                  <a:tcPr marL="91425" marR="91425" marT="0" marB="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tc>
                  <a:txBody>
                    <a:bodyPr/>
                    <a:lstStyle/>
                    <a:p>
                      <a:pPr marL="0" lvl="0" indent="0" algn="l" rtl="0">
                        <a:spcBef>
                          <a:spcPts val="0"/>
                        </a:spcBef>
                        <a:spcAft>
                          <a:spcPts val="0"/>
                        </a:spcAft>
                        <a:buNone/>
                      </a:pPr>
                      <a:r>
                        <a:rPr lang="en" sz="1000">
                          <a:solidFill>
                            <a:schemeClr val="dk1"/>
                          </a:solidFill>
                          <a:latin typeface="Lato"/>
                          <a:ea typeface="Lato"/>
                          <a:cs typeface="Lato"/>
                          <a:sym typeface="Lato"/>
                        </a:rPr>
                        <a:t>40</a:t>
                      </a:r>
                      <a:endParaRPr sz="1000">
                        <a:solidFill>
                          <a:schemeClr val="dk1"/>
                        </a:solidFill>
                        <a:latin typeface="Lato"/>
                        <a:ea typeface="Lato"/>
                        <a:cs typeface="Lato"/>
                        <a:sym typeface="Lato"/>
                      </a:endParaRPr>
                    </a:p>
                  </a:txBody>
                  <a:tcPr marL="91425" marR="91425" marT="0" marB="0" anchor="ctr">
                    <a:lnL w="9525" cap="flat" cmpd="sng">
                      <a:solidFill>
                        <a:schemeClr val="accent4"/>
                      </a:solidFill>
                      <a:prstDash val="dashDot"/>
                      <a:round/>
                      <a:headEnd type="none" w="sm" len="sm"/>
                      <a:tailEnd type="none" w="sm" len="sm"/>
                    </a:lnL>
                    <a:lnR w="9525" cap="flat" cmpd="sng">
                      <a:solidFill>
                        <a:schemeClr val="accent4">
                          <a:alpha val="0"/>
                        </a:schemeClr>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extLst>
                  <a:ext uri="{0D108BD9-81ED-4DB2-BD59-A6C34878D82A}">
                    <a16:rowId xmlns:a16="http://schemas.microsoft.com/office/drawing/2014/main" val="10004"/>
                  </a:ext>
                </a:extLst>
              </a:tr>
              <a:tr h="379500">
                <a:tc>
                  <a:txBody>
                    <a:bodyPr/>
                    <a:lstStyle/>
                    <a:p>
                      <a:pPr marL="0" lvl="0" indent="0" algn="l" rtl="0">
                        <a:spcBef>
                          <a:spcPts val="0"/>
                        </a:spcBef>
                        <a:spcAft>
                          <a:spcPts val="0"/>
                        </a:spcAft>
                        <a:buNone/>
                      </a:pPr>
                      <a:r>
                        <a:rPr lang="en" sz="1000" b="1">
                          <a:solidFill>
                            <a:schemeClr val="dk1"/>
                          </a:solidFill>
                          <a:latin typeface="Epilogue"/>
                          <a:ea typeface="Epilogue"/>
                          <a:cs typeface="Epilogue"/>
                          <a:sym typeface="Epilogue"/>
                        </a:rPr>
                        <a:t>Item 5</a:t>
                      </a:r>
                      <a:endParaRPr sz="1000" b="1">
                        <a:solidFill>
                          <a:schemeClr val="dk1"/>
                        </a:solidFill>
                        <a:latin typeface="Epilogue"/>
                        <a:ea typeface="Epilogue"/>
                        <a:cs typeface="Epilogue"/>
                        <a:sym typeface="Epilogue"/>
                      </a:endParaRPr>
                    </a:p>
                  </a:txBody>
                  <a:tcPr marL="91425" marR="91425" marT="0" marB="0" anchor="ctr">
                    <a:lnL w="9525" cap="flat" cmpd="sng">
                      <a:solidFill>
                        <a:schemeClr val="accent4">
                          <a:alpha val="0"/>
                        </a:schemeClr>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tc>
                  <a:txBody>
                    <a:bodyPr/>
                    <a:lstStyle/>
                    <a:p>
                      <a:pPr marL="0" lvl="0" indent="0" algn="l" rtl="0">
                        <a:spcBef>
                          <a:spcPts val="0"/>
                        </a:spcBef>
                        <a:spcAft>
                          <a:spcPts val="0"/>
                        </a:spcAft>
                        <a:buNone/>
                      </a:pPr>
                      <a:r>
                        <a:rPr lang="en" sz="1000">
                          <a:solidFill>
                            <a:schemeClr val="dk1"/>
                          </a:solidFill>
                          <a:latin typeface="Lato"/>
                          <a:ea typeface="Lato"/>
                          <a:cs typeface="Lato"/>
                          <a:sym typeface="Lato"/>
                        </a:rPr>
                        <a:t>1,000</a:t>
                      </a:r>
                      <a:endParaRPr sz="1000">
                        <a:solidFill>
                          <a:schemeClr val="dk1"/>
                        </a:solidFill>
                        <a:latin typeface="Lato"/>
                        <a:ea typeface="Lato"/>
                        <a:cs typeface="Lato"/>
                        <a:sym typeface="Lato"/>
                      </a:endParaRPr>
                    </a:p>
                  </a:txBody>
                  <a:tcPr marL="91425" marR="91425" marT="0" marB="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tc>
                  <a:txBody>
                    <a:bodyPr/>
                    <a:lstStyle/>
                    <a:p>
                      <a:pPr marL="0" lvl="0" indent="0" algn="l" rtl="0">
                        <a:spcBef>
                          <a:spcPts val="0"/>
                        </a:spcBef>
                        <a:spcAft>
                          <a:spcPts val="0"/>
                        </a:spcAft>
                        <a:buNone/>
                      </a:pPr>
                      <a:r>
                        <a:rPr lang="en" sz="1000">
                          <a:solidFill>
                            <a:schemeClr val="dk1"/>
                          </a:solidFill>
                          <a:latin typeface="Lato"/>
                          <a:ea typeface="Lato"/>
                          <a:cs typeface="Lato"/>
                          <a:sym typeface="Lato"/>
                        </a:rPr>
                        <a:t>50,750</a:t>
                      </a:r>
                      <a:endParaRPr sz="1000">
                        <a:solidFill>
                          <a:schemeClr val="dk1"/>
                        </a:solidFill>
                        <a:latin typeface="Lato"/>
                        <a:ea typeface="Lato"/>
                        <a:cs typeface="Lato"/>
                        <a:sym typeface="Lato"/>
                      </a:endParaRPr>
                    </a:p>
                  </a:txBody>
                  <a:tcPr marL="91425" marR="91425" marT="0" marB="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tc>
                  <a:txBody>
                    <a:bodyPr/>
                    <a:lstStyle/>
                    <a:p>
                      <a:pPr marL="0" lvl="0" indent="0" algn="l" rtl="0">
                        <a:spcBef>
                          <a:spcPts val="0"/>
                        </a:spcBef>
                        <a:spcAft>
                          <a:spcPts val="0"/>
                        </a:spcAft>
                        <a:buNone/>
                      </a:pPr>
                      <a:r>
                        <a:rPr lang="en" sz="1000">
                          <a:solidFill>
                            <a:schemeClr val="dk1"/>
                          </a:solidFill>
                          <a:latin typeface="Lato"/>
                          <a:ea typeface="Lato"/>
                          <a:cs typeface="Lato"/>
                          <a:sym typeface="Lato"/>
                        </a:rPr>
                        <a:t>10</a:t>
                      </a:r>
                      <a:endParaRPr sz="1000">
                        <a:solidFill>
                          <a:schemeClr val="dk1"/>
                        </a:solidFill>
                        <a:latin typeface="Lato"/>
                        <a:ea typeface="Lato"/>
                        <a:cs typeface="Lato"/>
                        <a:sym typeface="Lato"/>
                      </a:endParaRPr>
                    </a:p>
                  </a:txBody>
                  <a:tcPr marL="91425" marR="91425" marT="0" marB="0" anchor="ctr">
                    <a:lnL w="9525" cap="flat" cmpd="sng">
                      <a:solidFill>
                        <a:schemeClr val="accent4"/>
                      </a:solidFill>
                      <a:prstDash val="dashDot"/>
                      <a:round/>
                      <a:headEnd type="none" w="sm" len="sm"/>
                      <a:tailEnd type="none" w="sm" len="sm"/>
                    </a:lnL>
                    <a:lnR w="9525" cap="flat" cmpd="sng">
                      <a:solidFill>
                        <a:schemeClr val="accent4">
                          <a:alpha val="0"/>
                        </a:schemeClr>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extLst>
                  <a:ext uri="{0D108BD9-81ED-4DB2-BD59-A6C34878D82A}">
                    <a16:rowId xmlns:a16="http://schemas.microsoft.com/office/drawing/2014/main" val="10005"/>
                  </a:ext>
                </a:extLst>
              </a:tr>
              <a:tr h="379500">
                <a:tc>
                  <a:txBody>
                    <a:bodyPr/>
                    <a:lstStyle/>
                    <a:p>
                      <a:pPr marL="0" lvl="0" indent="0" algn="l" rtl="0">
                        <a:spcBef>
                          <a:spcPts val="0"/>
                        </a:spcBef>
                        <a:spcAft>
                          <a:spcPts val="0"/>
                        </a:spcAft>
                        <a:buNone/>
                      </a:pPr>
                      <a:r>
                        <a:rPr lang="en" sz="1000" b="1">
                          <a:solidFill>
                            <a:schemeClr val="dk1"/>
                          </a:solidFill>
                          <a:latin typeface="Epilogue"/>
                          <a:ea typeface="Epilogue"/>
                          <a:cs typeface="Epilogue"/>
                          <a:sym typeface="Epilogue"/>
                        </a:rPr>
                        <a:t>Item 6</a:t>
                      </a:r>
                      <a:endParaRPr sz="1000" b="1">
                        <a:solidFill>
                          <a:schemeClr val="dk1"/>
                        </a:solidFill>
                        <a:latin typeface="Epilogue"/>
                        <a:ea typeface="Epilogue"/>
                        <a:cs typeface="Epilogue"/>
                        <a:sym typeface="Epilogue"/>
                      </a:endParaRPr>
                    </a:p>
                  </a:txBody>
                  <a:tcPr marL="91425" marR="91425" marT="0" marB="0" anchor="ctr">
                    <a:lnL w="9525" cap="flat" cmpd="sng">
                      <a:solidFill>
                        <a:schemeClr val="accent4">
                          <a:alpha val="0"/>
                        </a:schemeClr>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tc>
                  <a:txBody>
                    <a:bodyPr/>
                    <a:lstStyle/>
                    <a:p>
                      <a:pPr marL="0" lvl="0" indent="0" algn="l" rtl="0">
                        <a:spcBef>
                          <a:spcPts val="0"/>
                        </a:spcBef>
                        <a:spcAft>
                          <a:spcPts val="0"/>
                        </a:spcAft>
                        <a:buNone/>
                      </a:pPr>
                      <a:r>
                        <a:rPr lang="en" sz="1000">
                          <a:solidFill>
                            <a:schemeClr val="dk1"/>
                          </a:solidFill>
                          <a:latin typeface="Lato"/>
                          <a:ea typeface="Lato"/>
                          <a:cs typeface="Lato"/>
                          <a:sym typeface="Lato"/>
                        </a:rPr>
                        <a:t>250</a:t>
                      </a:r>
                      <a:endParaRPr sz="1000">
                        <a:solidFill>
                          <a:schemeClr val="dk1"/>
                        </a:solidFill>
                        <a:latin typeface="Lato"/>
                        <a:ea typeface="Lato"/>
                        <a:cs typeface="Lato"/>
                        <a:sym typeface="Lato"/>
                      </a:endParaRPr>
                    </a:p>
                  </a:txBody>
                  <a:tcPr marL="91425" marR="91425" marT="0" marB="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tc>
                  <a:txBody>
                    <a:bodyPr/>
                    <a:lstStyle/>
                    <a:p>
                      <a:pPr marL="0" lvl="0" indent="0" algn="l" rtl="0">
                        <a:spcBef>
                          <a:spcPts val="0"/>
                        </a:spcBef>
                        <a:spcAft>
                          <a:spcPts val="0"/>
                        </a:spcAft>
                        <a:buNone/>
                      </a:pPr>
                      <a:r>
                        <a:rPr lang="en" sz="1000">
                          <a:solidFill>
                            <a:schemeClr val="dk1"/>
                          </a:solidFill>
                          <a:latin typeface="Lato"/>
                          <a:ea typeface="Lato"/>
                          <a:cs typeface="Lato"/>
                          <a:sym typeface="Lato"/>
                        </a:rPr>
                        <a:t>1,500,000</a:t>
                      </a:r>
                      <a:endParaRPr sz="1000">
                        <a:solidFill>
                          <a:schemeClr val="dk1"/>
                        </a:solidFill>
                        <a:latin typeface="Lato"/>
                        <a:ea typeface="Lato"/>
                        <a:cs typeface="Lato"/>
                        <a:sym typeface="Lato"/>
                      </a:endParaRPr>
                    </a:p>
                  </a:txBody>
                  <a:tcPr marL="91425" marR="91425" marT="0" marB="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tc>
                  <a:txBody>
                    <a:bodyPr/>
                    <a:lstStyle/>
                    <a:p>
                      <a:pPr marL="0" lvl="0" indent="0" algn="l" rtl="0">
                        <a:spcBef>
                          <a:spcPts val="0"/>
                        </a:spcBef>
                        <a:spcAft>
                          <a:spcPts val="0"/>
                        </a:spcAft>
                        <a:buNone/>
                      </a:pPr>
                      <a:r>
                        <a:rPr lang="en" sz="1000">
                          <a:solidFill>
                            <a:schemeClr val="dk1"/>
                          </a:solidFill>
                          <a:latin typeface="Lato"/>
                          <a:ea typeface="Lato"/>
                          <a:cs typeface="Lato"/>
                          <a:sym typeface="Lato"/>
                        </a:rPr>
                        <a:t>300</a:t>
                      </a:r>
                      <a:endParaRPr sz="1000">
                        <a:solidFill>
                          <a:schemeClr val="dk1"/>
                        </a:solidFill>
                        <a:latin typeface="Lato"/>
                        <a:ea typeface="Lato"/>
                        <a:cs typeface="Lato"/>
                        <a:sym typeface="Lato"/>
                      </a:endParaRPr>
                    </a:p>
                  </a:txBody>
                  <a:tcPr marL="91425" marR="91425" marT="0" marB="0" anchor="ctr">
                    <a:lnL w="9525" cap="flat" cmpd="sng">
                      <a:solidFill>
                        <a:schemeClr val="accent4"/>
                      </a:solidFill>
                      <a:prstDash val="dashDot"/>
                      <a:round/>
                      <a:headEnd type="none" w="sm" len="sm"/>
                      <a:tailEnd type="none" w="sm" len="sm"/>
                    </a:lnL>
                    <a:lnR w="9525" cap="flat" cmpd="sng">
                      <a:solidFill>
                        <a:schemeClr val="accent4">
                          <a:alpha val="0"/>
                        </a:schemeClr>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extLst>
                  <a:ext uri="{0D108BD9-81ED-4DB2-BD59-A6C34878D82A}">
                    <a16:rowId xmlns:a16="http://schemas.microsoft.com/office/drawing/2014/main" val="10006"/>
                  </a:ext>
                </a:extLst>
              </a:tr>
              <a:tr h="379500">
                <a:tc>
                  <a:txBody>
                    <a:bodyPr/>
                    <a:lstStyle/>
                    <a:p>
                      <a:pPr marL="0" lvl="0" indent="0" algn="l" rtl="0">
                        <a:spcBef>
                          <a:spcPts val="0"/>
                        </a:spcBef>
                        <a:spcAft>
                          <a:spcPts val="0"/>
                        </a:spcAft>
                        <a:buNone/>
                      </a:pPr>
                      <a:r>
                        <a:rPr lang="en" sz="1000" b="1">
                          <a:solidFill>
                            <a:schemeClr val="dk1"/>
                          </a:solidFill>
                          <a:latin typeface="Epilogue"/>
                          <a:ea typeface="Epilogue"/>
                          <a:cs typeface="Epilogue"/>
                          <a:sym typeface="Epilogue"/>
                        </a:rPr>
                        <a:t>Item 7</a:t>
                      </a:r>
                      <a:endParaRPr sz="1000" b="1">
                        <a:solidFill>
                          <a:schemeClr val="dk1"/>
                        </a:solidFill>
                        <a:latin typeface="Epilogue"/>
                        <a:ea typeface="Epilogue"/>
                        <a:cs typeface="Epilogue"/>
                        <a:sym typeface="Epilogue"/>
                      </a:endParaRPr>
                    </a:p>
                  </a:txBody>
                  <a:tcPr marL="91425" marR="91425" marT="0" marB="0" anchor="ctr">
                    <a:lnL w="9525" cap="flat" cmpd="sng">
                      <a:solidFill>
                        <a:schemeClr val="accent4">
                          <a:alpha val="0"/>
                        </a:schemeClr>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tc>
                  <a:txBody>
                    <a:bodyPr/>
                    <a:lstStyle/>
                    <a:p>
                      <a:pPr marL="0" lvl="0" indent="0" algn="l" rtl="0">
                        <a:spcBef>
                          <a:spcPts val="0"/>
                        </a:spcBef>
                        <a:spcAft>
                          <a:spcPts val="0"/>
                        </a:spcAft>
                        <a:buNone/>
                      </a:pPr>
                      <a:r>
                        <a:rPr lang="en" sz="1000">
                          <a:solidFill>
                            <a:schemeClr val="dk1"/>
                          </a:solidFill>
                          <a:latin typeface="Lato"/>
                          <a:ea typeface="Lato"/>
                          <a:cs typeface="Lato"/>
                          <a:sym typeface="Lato"/>
                        </a:rPr>
                        <a:t>500</a:t>
                      </a:r>
                      <a:endParaRPr sz="1000">
                        <a:solidFill>
                          <a:schemeClr val="dk1"/>
                        </a:solidFill>
                        <a:latin typeface="Lato"/>
                        <a:ea typeface="Lato"/>
                        <a:cs typeface="Lato"/>
                        <a:sym typeface="Lato"/>
                      </a:endParaRPr>
                    </a:p>
                  </a:txBody>
                  <a:tcPr marL="91425" marR="91425" marT="0" marB="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tc>
                  <a:txBody>
                    <a:bodyPr/>
                    <a:lstStyle/>
                    <a:p>
                      <a:pPr marL="0" lvl="0" indent="0" algn="l" rtl="0">
                        <a:spcBef>
                          <a:spcPts val="0"/>
                        </a:spcBef>
                        <a:spcAft>
                          <a:spcPts val="0"/>
                        </a:spcAft>
                        <a:buNone/>
                      </a:pPr>
                      <a:r>
                        <a:rPr lang="en" sz="1000">
                          <a:solidFill>
                            <a:schemeClr val="dk1"/>
                          </a:solidFill>
                          <a:latin typeface="Lato"/>
                          <a:ea typeface="Lato"/>
                          <a:cs typeface="Lato"/>
                          <a:sym typeface="Lato"/>
                        </a:rPr>
                        <a:t>2,000,000</a:t>
                      </a:r>
                      <a:endParaRPr sz="1000">
                        <a:solidFill>
                          <a:schemeClr val="dk1"/>
                        </a:solidFill>
                        <a:latin typeface="Lato"/>
                        <a:ea typeface="Lato"/>
                        <a:cs typeface="Lato"/>
                        <a:sym typeface="Lato"/>
                      </a:endParaRPr>
                    </a:p>
                  </a:txBody>
                  <a:tcPr marL="91425" marR="91425" marT="0" marB="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tc>
                  <a:txBody>
                    <a:bodyPr/>
                    <a:lstStyle/>
                    <a:p>
                      <a:pPr marL="0" lvl="0" indent="0" algn="l" rtl="0">
                        <a:spcBef>
                          <a:spcPts val="0"/>
                        </a:spcBef>
                        <a:spcAft>
                          <a:spcPts val="0"/>
                        </a:spcAft>
                        <a:buNone/>
                      </a:pPr>
                      <a:r>
                        <a:rPr lang="en" sz="1000">
                          <a:solidFill>
                            <a:schemeClr val="dk1"/>
                          </a:solidFill>
                          <a:latin typeface="Lato"/>
                          <a:ea typeface="Lato"/>
                          <a:cs typeface="Lato"/>
                          <a:sym typeface="Lato"/>
                        </a:rPr>
                        <a:t>40</a:t>
                      </a:r>
                      <a:endParaRPr sz="1000">
                        <a:solidFill>
                          <a:schemeClr val="dk1"/>
                        </a:solidFill>
                        <a:latin typeface="Lato"/>
                        <a:ea typeface="Lato"/>
                        <a:cs typeface="Lato"/>
                        <a:sym typeface="Lato"/>
                      </a:endParaRPr>
                    </a:p>
                  </a:txBody>
                  <a:tcPr marL="91425" marR="91425" marT="0" marB="0" anchor="ctr">
                    <a:lnL w="9525" cap="flat" cmpd="sng">
                      <a:solidFill>
                        <a:schemeClr val="accent4"/>
                      </a:solidFill>
                      <a:prstDash val="dashDot"/>
                      <a:round/>
                      <a:headEnd type="none" w="sm" len="sm"/>
                      <a:tailEnd type="none" w="sm" len="sm"/>
                    </a:lnL>
                    <a:lnR w="9525" cap="flat" cmpd="sng">
                      <a:solidFill>
                        <a:schemeClr val="accent4">
                          <a:alpha val="0"/>
                        </a:schemeClr>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solidFill>
                      <a:prstDash val="dashDot"/>
                      <a:round/>
                      <a:headEnd type="none" w="sm" len="sm"/>
                      <a:tailEnd type="none" w="sm" len="sm"/>
                    </a:lnB>
                  </a:tcPr>
                </a:tc>
                <a:extLst>
                  <a:ext uri="{0D108BD9-81ED-4DB2-BD59-A6C34878D82A}">
                    <a16:rowId xmlns:a16="http://schemas.microsoft.com/office/drawing/2014/main" val="10007"/>
                  </a:ext>
                </a:extLst>
              </a:tr>
              <a:tr h="379500">
                <a:tc>
                  <a:txBody>
                    <a:bodyPr/>
                    <a:lstStyle/>
                    <a:p>
                      <a:pPr marL="0" lvl="0" indent="0" algn="l" rtl="0">
                        <a:spcBef>
                          <a:spcPts val="0"/>
                        </a:spcBef>
                        <a:spcAft>
                          <a:spcPts val="0"/>
                        </a:spcAft>
                        <a:buNone/>
                      </a:pPr>
                      <a:r>
                        <a:rPr lang="en" sz="1000" b="1">
                          <a:solidFill>
                            <a:schemeClr val="dk1"/>
                          </a:solidFill>
                          <a:latin typeface="Epilogue"/>
                          <a:ea typeface="Epilogue"/>
                          <a:cs typeface="Epilogue"/>
                          <a:sym typeface="Epilogue"/>
                        </a:rPr>
                        <a:t>Item 8</a:t>
                      </a:r>
                      <a:endParaRPr sz="1000" b="1">
                        <a:solidFill>
                          <a:schemeClr val="dk1"/>
                        </a:solidFill>
                        <a:latin typeface="Epilogue"/>
                        <a:ea typeface="Epilogue"/>
                        <a:cs typeface="Epilogue"/>
                        <a:sym typeface="Epilogue"/>
                      </a:endParaRPr>
                    </a:p>
                  </a:txBody>
                  <a:tcPr marL="91425" marR="91425" marT="0" marB="0" anchor="ctr">
                    <a:lnL w="9525" cap="flat" cmpd="sng">
                      <a:solidFill>
                        <a:schemeClr val="accent4">
                          <a:alpha val="0"/>
                        </a:schemeClr>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alpha val="0"/>
                        </a:schemeClr>
                      </a:solidFill>
                      <a:prstDash val="dashDot"/>
                      <a:round/>
                      <a:headEnd type="none" w="sm" len="sm"/>
                      <a:tailEnd type="none" w="sm" len="sm"/>
                    </a:lnB>
                  </a:tcPr>
                </a:tc>
                <a:tc>
                  <a:txBody>
                    <a:bodyPr/>
                    <a:lstStyle/>
                    <a:p>
                      <a:pPr marL="0" lvl="0" indent="0" algn="l" rtl="0">
                        <a:spcBef>
                          <a:spcPts val="0"/>
                        </a:spcBef>
                        <a:spcAft>
                          <a:spcPts val="0"/>
                        </a:spcAft>
                        <a:buNone/>
                      </a:pPr>
                      <a:r>
                        <a:rPr lang="en" sz="1000">
                          <a:solidFill>
                            <a:schemeClr val="dk1"/>
                          </a:solidFill>
                          <a:latin typeface="Lato"/>
                          <a:ea typeface="Lato"/>
                          <a:cs typeface="Lato"/>
                          <a:sym typeface="Lato"/>
                        </a:rPr>
                        <a:t>1,000</a:t>
                      </a:r>
                      <a:endParaRPr sz="1000">
                        <a:solidFill>
                          <a:schemeClr val="dk1"/>
                        </a:solidFill>
                        <a:latin typeface="Lato"/>
                        <a:ea typeface="Lato"/>
                        <a:cs typeface="Lato"/>
                        <a:sym typeface="Lato"/>
                      </a:endParaRPr>
                    </a:p>
                  </a:txBody>
                  <a:tcPr marL="91425" marR="91425" marT="0" marB="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alpha val="0"/>
                        </a:schemeClr>
                      </a:solidFill>
                      <a:prstDash val="dashDot"/>
                      <a:round/>
                      <a:headEnd type="none" w="sm" len="sm"/>
                      <a:tailEnd type="none" w="sm" len="sm"/>
                    </a:lnB>
                  </a:tcPr>
                </a:tc>
                <a:tc>
                  <a:txBody>
                    <a:bodyPr/>
                    <a:lstStyle/>
                    <a:p>
                      <a:pPr marL="0" lvl="0" indent="0" algn="l" rtl="0">
                        <a:spcBef>
                          <a:spcPts val="0"/>
                        </a:spcBef>
                        <a:spcAft>
                          <a:spcPts val="0"/>
                        </a:spcAft>
                        <a:buNone/>
                      </a:pPr>
                      <a:r>
                        <a:rPr lang="en" sz="1000">
                          <a:solidFill>
                            <a:schemeClr val="dk1"/>
                          </a:solidFill>
                          <a:latin typeface="Lato"/>
                          <a:ea typeface="Lato"/>
                          <a:cs typeface="Lato"/>
                          <a:sym typeface="Lato"/>
                        </a:rPr>
                        <a:t>50,750</a:t>
                      </a:r>
                      <a:endParaRPr sz="1000">
                        <a:solidFill>
                          <a:schemeClr val="dk1"/>
                        </a:solidFill>
                        <a:latin typeface="Lato"/>
                        <a:ea typeface="Lato"/>
                        <a:cs typeface="Lato"/>
                        <a:sym typeface="Lato"/>
                      </a:endParaRPr>
                    </a:p>
                  </a:txBody>
                  <a:tcPr marL="91425" marR="91425" marT="0" marB="0" anchor="ctr">
                    <a:lnL w="9525" cap="flat" cmpd="sng">
                      <a:solidFill>
                        <a:schemeClr val="accent4"/>
                      </a:solidFill>
                      <a:prstDash val="dashDot"/>
                      <a:round/>
                      <a:headEnd type="none" w="sm" len="sm"/>
                      <a:tailEnd type="none" w="sm" len="sm"/>
                    </a:lnL>
                    <a:lnR w="9525" cap="flat" cmpd="sng">
                      <a:solidFill>
                        <a:schemeClr val="accent4"/>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alpha val="0"/>
                        </a:schemeClr>
                      </a:solidFill>
                      <a:prstDash val="dashDot"/>
                      <a:round/>
                      <a:headEnd type="none" w="sm" len="sm"/>
                      <a:tailEnd type="none" w="sm" len="sm"/>
                    </a:lnB>
                  </a:tcPr>
                </a:tc>
                <a:tc>
                  <a:txBody>
                    <a:bodyPr/>
                    <a:lstStyle/>
                    <a:p>
                      <a:pPr marL="0" lvl="0" indent="0" algn="l" rtl="0">
                        <a:spcBef>
                          <a:spcPts val="0"/>
                        </a:spcBef>
                        <a:spcAft>
                          <a:spcPts val="0"/>
                        </a:spcAft>
                        <a:buNone/>
                      </a:pPr>
                      <a:r>
                        <a:rPr lang="en" sz="1000">
                          <a:solidFill>
                            <a:schemeClr val="dk1"/>
                          </a:solidFill>
                          <a:latin typeface="Lato"/>
                          <a:ea typeface="Lato"/>
                          <a:cs typeface="Lato"/>
                          <a:sym typeface="Lato"/>
                        </a:rPr>
                        <a:t>10</a:t>
                      </a:r>
                      <a:endParaRPr sz="1000">
                        <a:solidFill>
                          <a:schemeClr val="dk1"/>
                        </a:solidFill>
                        <a:latin typeface="Lato"/>
                        <a:ea typeface="Lato"/>
                        <a:cs typeface="Lato"/>
                        <a:sym typeface="Lato"/>
                      </a:endParaRPr>
                    </a:p>
                  </a:txBody>
                  <a:tcPr marL="91425" marR="91425" marT="0" marB="0" anchor="ctr">
                    <a:lnL w="9525" cap="flat" cmpd="sng">
                      <a:solidFill>
                        <a:schemeClr val="accent4"/>
                      </a:solidFill>
                      <a:prstDash val="dashDot"/>
                      <a:round/>
                      <a:headEnd type="none" w="sm" len="sm"/>
                      <a:tailEnd type="none" w="sm" len="sm"/>
                    </a:lnL>
                    <a:lnR w="9525" cap="flat" cmpd="sng">
                      <a:solidFill>
                        <a:schemeClr val="accent4">
                          <a:alpha val="0"/>
                        </a:schemeClr>
                      </a:solidFill>
                      <a:prstDash val="dashDot"/>
                      <a:round/>
                      <a:headEnd type="none" w="sm" len="sm"/>
                      <a:tailEnd type="none" w="sm" len="sm"/>
                    </a:lnR>
                    <a:lnT w="9525" cap="flat" cmpd="sng">
                      <a:solidFill>
                        <a:schemeClr val="accent4"/>
                      </a:solidFill>
                      <a:prstDash val="dashDot"/>
                      <a:round/>
                      <a:headEnd type="none" w="sm" len="sm"/>
                      <a:tailEnd type="none" w="sm" len="sm"/>
                    </a:lnT>
                    <a:lnB w="9525" cap="flat" cmpd="sng">
                      <a:solidFill>
                        <a:schemeClr val="accent4">
                          <a:alpha val="0"/>
                        </a:schemeClr>
                      </a:solidFill>
                      <a:prstDash val="dashDot"/>
                      <a:round/>
                      <a:headEnd type="none" w="sm" len="sm"/>
                      <a:tailEnd type="none" w="sm" len="sm"/>
                    </a:lnB>
                  </a:tcPr>
                </a:tc>
                <a:extLst>
                  <a:ext uri="{0D108BD9-81ED-4DB2-BD59-A6C34878D82A}">
                    <a16:rowId xmlns:a16="http://schemas.microsoft.com/office/drawing/2014/main" val="10008"/>
                  </a:ext>
                </a:extLst>
              </a:tr>
            </a:tbl>
          </a:graphicData>
        </a:graphic>
      </p:graphicFrame>
      <p:sp>
        <p:nvSpPr>
          <p:cNvPr id="1477" name="Google Shape;1477;p47"/>
          <p:cNvSpPr txBox="1"/>
          <p:nvPr/>
        </p:nvSpPr>
        <p:spPr>
          <a:xfrm>
            <a:off x="4310950" y="1186325"/>
            <a:ext cx="1373100" cy="400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b="1">
                <a:solidFill>
                  <a:schemeClr val="dk1"/>
                </a:solidFill>
                <a:latin typeface="Epilogue"/>
                <a:ea typeface="Epilogue"/>
                <a:cs typeface="Epilogue"/>
                <a:sym typeface="Epilogue"/>
              </a:rPr>
              <a:t>$4,000,000</a:t>
            </a:r>
            <a:endParaRPr sz="1700" b="1">
              <a:solidFill>
                <a:schemeClr val="dk1"/>
              </a:solidFill>
              <a:latin typeface="Epilogue"/>
              <a:ea typeface="Epilogue"/>
              <a:cs typeface="Epilogue"/>
              <a:sym typeface="Epilogue"/>
            </a:endParaRPr>
          </a:p>
        </p:txBody>
      </p:sp>
      <p:sp>
        <p:nvSpPr>
          <p:cNvPr id="1478" name="Google Shape;1478;p47"/>
          <p:cNvSpPr txBox="1"/>
          <p:nvPr/>
        </p:nvSpPr>
        <p:spPr>
          <a:xfrm>
            <a:off x="5684150" y="1186325"/>
            <a:ext cx="1373100" cy="400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b="1">
                <a:solidFill>
                  <a:schemeClr val="dk1"/>
                </a:solidFill>
                <a:latin typeface="Epilogue"/>
                <a:ea typeface="Epilogue"/>
                <a:cs typeface="Epilogue"/>
                <a:sym typeface="Epilogue"/>
              </a:rPr>
              <a:t>$100,000</a:t>
            </a:r>
            <a:endParaRPr sz="1700" b="1">
              <a:solidFill>
                <a:schemeClr val="dk1"/>
              </a:solidFill>
              <a:latin typeface="Epilogue"/>
              <a:ea typeface="Epilogue"/>
              <a:cs typeface="Epilogue"/>
              <a:sym typeface="Epilogue"/>
            </a:endParaRPr>
          </a:p>
        </p:txBody>
      </p:sp>
      <p:sp>
        <p:nvSpPr>
          <p:cNvPr id="1479" name="Google Shape;1479;p47"/>
          <p:cNvSpPr txBox="1"/>
          <p:nvPr/>
        </p:nvSpPr>
        <p:spPr>
          <a:xfrm>
            <a:off x="7057350" y="1186325"/>
            <a:ext cx="1373100" cy="400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b="1">
                <a:solidFill>
                  <a:schemeClr val="dk1"/>
                </a:solidFill>
                <a:latin typeface="Epilogue"/>
                <a:ea typeface="Epilogue"/>
                <a:cs typeface="Epilogue"/>
                <a:sym typeface="Epilogue"/>
              </a:rPr>
              <a:t>$5,000</a:t>
            </a:r>
            <a:endParaRPr sz="1700" b="1">
              <a:solidFill>
                <a:schemeClr val="dk1"/>
              </a:solidFill>
              <a:latin typeface="Epilogue"/>
              <a:ea typeface="Epilogue"/>
              <a:cs typeface="Epilogue"/>
              <a:sym typeface="Epilogue"/>
            </a:endParaRPr>
          </a:p>
        </p:txBody>
      </p:sp>
      <p:sp>
        <p:nvSpPr>
          <p:cNvPr id="1480" name="Google Shape;1480;p47"/>
          <p:cNvSpPr txBox="1"/>
          <p:nvPr/>
        </p:nvSpPr>
        <p:spPr>
          <a:xfrm>
            <a:off x="4310950" y="1586525"/>
            <a:ext cx="1373100" cy="27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solidFill>
                  <a:schemeClr val="dk1"/>
                </a:solidFill>
                <a:latin typeface="Lato"/>
                <a:ea typeface="Lato"/>
                <a:cs typeface="Lato"/>
                <a:sym typeface="Lato"/>
              </a:rPr>
              <a:t>Revenue</a:t>
            </a:r>
            <a:endParaRPr sz="1200">
              <a:solidFill>
                <a:schemeClr val="dk1"/>
              </a:solidFill>
              <a:latin typeface="Lato"/>
              <a:ea typeface="Lato"/>
              <a:cs typeface="Lato"/>
              <a:sym typeface="Lato"/>
            </a:endParaRPr>
          </a:p>
        </p:txBody>
      </p:sp>
      <p:sp>
        <p:nvSpPr>
          <p:cNvPr id="1481" name="Google Shape;1481;p47"/>
          <p:cNvSpPr txBox="1"/>
          <p:nvPr/>
        </p:nvSpPr>
        <p:spPr>
          <a:xfrm>
            <a:off x="5684150" y="1586525"/>
            <a:ext cx="1373100" cy="27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solidFill>
                  <a:schemeClr val="dk1"/>
                </a:solidFill>
                <a:latin typeface="Lato"/>
                <a:ea typeface="Lato"/>
                <a:cs typeface="Lato"/>
                <a:sym typeface="Lato"/>
              </a:rPr>
              <a:t>General costs</a:t>
            </a:r>
            <a:endParaRPr sz="1200">
              <a:solidFill>
                <a:schemeClr val="dk1"/>
              </a:solidFill>
              <a:latin typeface="Lato"/>
              <a:ea typeface="Lato"/>
              <a:cs typeface="Lato"/>
              <a:sym typeface="Lato"/>
            </a:endParaRPr>
          </a:p>
        </p:txBody>
      </p:sp>
      <p:sp>
        <p:nvSpPr>
          <p:cNvPr id="1482" name="Google Shape;1482;p47"/>
          <p:cNvSpPr txBox="1"/>
          <p:nvPr/>
        </p:nvSpPr>
        <p:spPr>
          <a:xfrm>
            <a:off x="7057350" y="1586525"/>
            <a:ext cx="1373100" cy="273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solidFill>
                  <a:schemeClr val="dk1"/>
                </a:solidFill>
                <a:latin typeface="Lato"/>
                <a:ea typeface="Lato"/>
                <a:cs typeface="Lato"/>
                <a:sym typeface="Lato"/>
              </a:rPr>
              <a:t>Profit</a:t>
            </a:r>
            <a:endParaRPr sz="1200">
              <a:solidFill>
                <a:schemeClr val="dk1"/>
              </a:solidFill>
              <a:latin typeface="Lato"/>
              <a:ea typeface="Lato"/>
              <a:cs typeface="Lato"/>
              <a:sym typeface="Lato"/>
            </a:endParaRPr>
          </a:p>
        </p:txBody>
      </p:sp>
      <p:sp>
        <p:nvSpPr>
          <p:cNvPr id="1483" name="Google Shape;1483;p47"/>
          <p:cNvSpPr txBox="1"/>
          <p:nvPr/>
        </p:nvSpPr>
        <p:spPr>
          <a:xfrm>
            <a:off x="4555475" y="4356799"/>
            <a:ext cx="3696000" cy="247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latin typeface="Lato"/>
                <a:ea typeface="Lato"/>
                <a:cs typeface="Lato"/>
                <a:sym typeface="Lato"/>
              </a:rPr>
              <a:t>Follow the link in the graph to modify its data and then paste the new one here. </a:t>
            </a:r>
            <a:r>
              <a:rPr lang="en" sz="1000" b="1" u="sng">
                <a:solidFill>
                  <a:schemeClr val="dk1"/>
                </a:solidFill>
                <a:latin typeface="Lato"/>
                <a:ea typeface="Lato"/>
                <a:cs typeface="Lato"/>
                <a:sym typeface="Lato"/>
                <a:hlinkClick r:id="rId3">
                  <a:extLst>
                    <a:ext uri="{A12FA001-AC4F-418D-AE19-62706E023703}">
                      <ahyp:hlinkClr xmlns:ahyp="http://schemas.microsoft.com/office/drawing/2018/hyperlinkcolor" val="tx"/>
                    </a:ext>
                  </a:extLst>
                </a:hlinkClick>
              </a:rPr>
              <a:t>For more info, click here</a:t>
            </a:r>
            <a:endParaRPr sz="1000" b="1" u="sng">
              <a:solidFill>
                <a:schemeClr val="dk1"/>
              </a:solidFill>
              <a:latin typeface="Lato"/>
              <a:ea typeface="Lato"/>
              <a:cs typeface="Lato"/>
              <a:sym typeface="Lato"/>
            </a:endParaRPr>
          </a:p>
        </p:txBody>
      </p:sp>
      <p:pic>
        <p:nvPicPr>
          <p:cNvPr id="1484" name="Google Shape;1484;p47" title="Chart">
            <a:hlinkClick r:id="rId4"/>
          </p:cNvPr>
          <p:cNvPicPr preferRelativeResize="0"/>
          <p:nvPr/>
        </p:nvPicPr>
        <p:blipFill>
          <a:blip r:embed="rId5">
            <a:alphaModFix/>
          </a:blip>
          <a:stretch>
            <a:fillRect/>
          </a:stretch>
        </p:blipFill>
        <p:spPr>
          <a:xfrm>
            <a:off x="4482696" y="1956061"/>
            <a:ext cx="3880041" cy="2399175"/>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488"/>
        <p:cNvGrpSpPr/>
        <p:nvPr/>
      </p:nvGrpSpPr>
      <p:grpSpPr>
        <a:xfrm>
          <a:off x="0" y="0"/>
          <a:ext cx="0" cy="0"/>
          <a:chOff x="0" y="0"/>
          <a:chExt cx="0" cy="0"/>
        </a:xfrm>
      </p:grpSpPr>
      <p:sp>
        <p:nvSpPr>
          <p:cNvPr id="1489" name="Google Shape;1489;p48"/>
          <p:cNvSpPr txBox="1">
            <a:spLocks noGrp="1"/>
          </p:cNvSpPr>
          <p:nvPr>
            <p:ph type="title"/>
          </p:nvPr>
        </p:nvSpPr>
        <p:spPr>
          <a:xfrm>
            <a:off x="2347938" y="997200"/>
            <a:ext cx="4448100" cy="1058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Thanks!</a:t>
            </a:r>
            <a:endParaRPr/>
          </a:p>
        </p:txBody>
      </p:sp>
      <p:sp>
        <p:nvSpPr>
          <p:cNvPr id="1490" name="Google Shape;1490;p48"/>
          <p:cNvSpPr txBox="1">
            <a:spLocks noGrp="1"/>
          </p:cNvSpPr>
          <p:nvPr>
            <p:ph type="subTitle" idx="1"/>
          </p:nvPr>
        </p:nvSpPr>
        <p:spPr>
          <a:xfrm>
            <a:off x="2347900" y="1841450"/>
            <a:ext cx="4448100" cy="1058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b="1"/>
              <a:t>Do you have any questions?</a:t>
            </a:r>
            <a:endParaRPr b="1"/>
          </a:p>
          <a:p>
            <a:pPr marL="0" lvl="0" indent="0" algn="ctr" rtl="0">
              <a:spcBef>
                <a:spcPts val="0"/>
              </a:spcBef>
              <a:spcAft>
                <a:spcPts val="0"/>
              </a:spcAft>
              <a:buNone/>
            </a:pPr>
            <a:r>
              <a:rPr lang="en"/>
              <a:t>youremail@freepik.com</a:t>
            </a:r>
            <a:endParaRPr/>
          </a:p>
          <a:p>
            <a:pPr marL="0" lvl="0" indent="0" algn="ctr" rtl="0">
              <a:spcBef>
                <a:spcPts val="0"/>
              </a:spcBef>
              <a:spcAft>
                <a:spcPts val="0"/>
              </a:spcAft>
              <a:buNone/>
            </a:pPr>
            <a:r>
              <a:rPr lang="en"/>
              <a:t>+34 654 321 432</a:t>
            </a:r>
            <a:endParaRPr/>
          </a:p>
          <a:p>
            <a:pPr marL="0" lvl="0" indent="0" algn="ctr" rtl="0">
              <a:spcBef>
                <a:spcPts val="0"/>
              </a:spcBef>
              <a:spcAft>
                <a:spcPts val="0"/>
              </a:spcAft>
              <a:buNone/>
            </a:pPr>
            <a:r>
              <a:rPr lang="en"/>
              <a:t>yourwebsite.com</a:t>
            </a:r>
            <a:endParaRPr/>
          </a:p>
        </p:txBody>
      </p:sp>
      <p:sp>
        <p:nvSpPr>
          <p:cNvPr id="1491" name="Google Shape;1491;p48"/>
          <p:cNvSpPr txBox="1"/>
          <p:nvPr/>
        </p:nvSpPr>
        <p:spPr>
          <a:xfrm>
            <a:off x="2496150" y="4125850"/>
            <a:ext cx="4151700" cy="260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200">
                <a:solidFill>
                  <a:schemeClr val="dk1"/>
                </a:solidFill>
                <a:latin typeface="Open Sans"/>
                <a:ea typeface="Open Sans"/>
                <a:cs typeface="Open Sans"/>
                <a:sym typeface="Open Sans"/>
              </a:rPr>
              <a:t>Please keep this slide for attribution</a:t>
            </a:r>
            <a:endParaRPr sz="1200">
              <a:solidFill>
                <a:schemeClr val="dk1"/>
              </a:solidFill>
              <a:latin typeface="Open Sans"/>
              <a:ea typeface="Open Sans"/>
              <a:cs typeface="Open Sans"/>
              <a:sym typeface="Open Sans"/>
            </a:endParaRPr>
          </a:p>
        </p:txBody>
      </p:sp>
      <p:grpSp>
        <p:nvGrpSpPr>
          <p:cNvPr id="1492" name="Google Shape;1492;p48"/>
          <p:cNvGrpSpPr/>
          <p:nvPr/>
        </p:nvGrpSpPr>
        <p:grpSpPr>
          <a:xfrm>
            <a:off x="5298511" y="3061398"/>
            <a:ext cx="369882" cy="364325"/>
            <a:chOff x="1190200" y="238125"/>
            <a:chExt cx="5306767" cy="5212083"/>
          </a:xfrm>
        </p:grpSpPr>
        <p:grpSp>
          <p:nvGrpSpPr>
            <p:cNvPr id="1493" name="Google Shape;1493;p48"/>
            <p:cNvGrpSpPr/>
            <p:nvPr/>
          </p:nvGrpSpPr>
          <p:grpSpPr>
            <a:xfrm>
              <a:off x="1190200" y="238125"/>
              <a:ext cx="5212075" cy="5212075"/>
              <a:chOff x="1190200" y="238125"/>
              <a:chExt cx="5212075" cy="5212075"/>
            </a:xfrm>
          </p:grpSpPr>
          <p:sp>
            <p:nvSpPr>
              <p:cNvPr id="1494" name="Google Shape;1494;p48"/>
              <p:cNvSpPr/>
              <p:nvPr/>
            </p:nvSpPr>
            <p:spPr>
              <a:xfrm>
                <a:off x="1190200" y="238125"/>
                <a:ext cx="5212075" cy="5212075"/>
              </a:xfrm>
              <a:custGeom>
                <a:avLst/>
                <a:gdLst/>
                <a:ahLst/>
                <a:cxnLst/>
                <a:rect l="l" t="t" r="r" b="b"/>
                <a:pathLst>
                  <a:path w="208483" h="208483" extrusionOk="0">
                    <a:moveTo>
                      <a:pt x="104241" y="0"/>
                    </a:moveTo>
                    <a:cubicBezTo>
                      <a:pt x="46667" y="0"/>
                      <a:pt x="0" y="46667"/>
                      <a:pt x="0" y="104241"/>
                    </a:cubicBezTo>
                    <a:cubicBezTo>
                      <a:pt x="0" y="161816"/>
                      <a:pt x="46667" y="208483"/>
                      <a:pt x="104241" y="208483"/>
                    </a:cubicBezTo>
                    <a:cubicBezTo>
                      <a:pt x="161816" y="208483"/>
                      <a:pt x="208482" y="161816"/>
                      <a:pt x="208482" y="104241"/>
                    </a:cubicBezTo>
                    <a:cubicBezTo>
                      <a:pt x="208482" y="46667"/>
                      <a:pt x="161816" y="0"/>
                      <a:pt x="10424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 name="Google Shape;1495;p48"/>
              <p:cNvSpPr/>
              <p:nvPr/>
            </p:nvSpPr>
            <p:spPr>
              <a:xfrm>
                <a:off x="2368338" y="1220419"/>
                <a:ext cx="2856522" cy="3247339"/>
              </a:xfrm>
              <a:custGeom>
                <a:avLst/>
                <a:gdLst/>
                <a:ahLst/>
                <a:cxnLst/>
                <a:rect l="l" t="t" r="r" b="b"/>
                <a:pathLst>
                  <a:path w="130928" h="148841" extrusionOk="0">
                    <a:moveTo>
                      <a:pt x="70184" y="0"/>
                    </a:moveTo>
                    <a:cubicBezTo>
                      <a:pt x="67749" y="0"/>
                      <a:pt x="65781" y="1968"/>
                      <a:pt x="65781" y="4370"/>
                    </a:cubicBezTo>
                    <a:lnTo>
                      <a:pt x="65781" y="100105"/>
                    </a:lnTo>
                    <a:cubicBezTo>
                      <a:pt x="65781" y="106844"/>
                      <a:pt x="61744" y="112915"/>
                      <a:pt x="55507" y="115483"/>
                    </a:cubicBezTo>
                    <a:cubicBezTo>
                      <a:pt x="53445" y="116348"/>
                      <a:pt x="51279" y="116767"/>
                      <a:pt x="49132" y="116767"/>
                    </a:cubicBezTo>
                    <a:cubicBezTo>
                      <a:pt x="44819" y="116767"/>
                      <a:pt x="40578" y="115076"/>
                      <a:pt x="37394" y="111914"/>
                    </a:cubicBezTo>
                    <a:cubicBezTo>
                      <a:pt x="32624" y="107177"/>
                      <a:pt x="31156" y="100039"/>
                      <a:pt x="33691" y="93801"/>
                    </a:cubicBezTo>
                    <a:cubicBezTo>
                      <a:pt x="36260" y="87563"/>
                      <a:pt x="42297" y="83493"/>
                      <a:pt x="49035" y="83460"/>
                    </a:cubicBezTo>
                    <a:cubicBezTo>
                      <a:pt x="51437" y="83460"/>
                      <a:pt x="53405" y="81492"/>
                      <a:pt x="53405" y="79090"/>
                    </a:cubicBezTo>
                    <a:lnTo>
                      <a:pt x="53405" y="55740"/>
                    </a:lnTo>
                    <a:cubicBezTo>
                      <a:pt x="53405" y="53305"/>
                      <a:pt x="51437" y="51370"/>
                      <a:pt x="49035" y="51370"/>
                    </a:cubicBezTo>
                    <a:cubicBezTo>
                      <a:pt x="21983" y="51370"/>
                      <a:pt x="0" y="73253"/>
                      <a:pt x="0" y="100105"/>
                    </a:cubicBezTo>
                    <a:cubicBezTo>
                      <a:pt x="0" y="126991"/>
                      <a:pt x="21949" y="148840"/>
                      <a:pt x="49002" y="148840"/>
                    </a:cubicBezTo>
                    <a:cubicBezTo>
                      <a:pt x="76021" y="148840"/>
                      <a:pt x="98037" y="126991"/>
                      <a:pt x="98037" y="100105"/>
                    </a:cubicBezTo>
                    <a:lnTo>
                      <a:pt x="98037" y="57742"/>
                    </a:lnTo>
                    <a:cubicBezTo>
                      <a:pt x="106751" y="62347"/>
                      <a:pt x="116484" y="64780"/>
                      <a:pt x="126356" y="64780"/>
                    </a:cubicBezTo>
                    <a:cubicBezTo>
                      <a:pt x="126423" y="64780"/>
                      <a:pt x="126490" y="64780"/>
                      <a:pt x="126557" y="64780"/>
                    </a:cubicBezTo>
                    <a:cubicBezTo>
                      <a:pt x="128959" y="64780"/>
                      <a:pt x="130927" y="62812"/>
                      <a:pt x="130927" y="60410"/>
                    </a:cubicBezTo>
                    <a:lnTo>
                      <a:pt x="130927" y="37094"/>
                    </a:lnTo>
                    <a:cubicBezTo>
                      <a:pt x="130927" y="34658"/>
                      <a:pt x="128959" y="32724"/>
                      <a:pt x="126557" y="32724"/>
                    </a:cubicBezTo>
                    <a:cubicBezTo>
                      <a:pt x="110813" y="32724"/>
                      <a:pt x="98037" y="19981"/>
                      <a:pt x="98037" y="4370"/>
                    </a:cubicBezTo>
                    <a:cubicBezTo>
                      <a:pt x="98037" y="1968"/>
                      <a:pt x="96069" y="0"/>
                      <a:pt x="9366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96" name="Google Shape;1496;p48"/>
            <p:cNvSpPr/>
            <p:nvPr/>
          </p:nvSpPr>
          <p:spPr>
            <a:xfrm>
              <a:off x="3459822" y="238126"/>
              <a:ext cx="3037144" cy="5212082"/>
            </a:xfrm>
            <a:custGeom>
              <a:avLst/>
              <a:gdLst/>
              <a:ahLst/>
              <a:cxnLst/>
              <a:rect l="l" t="t" r="r" b="b"/>
              <a:pathLst>
                <a:path w="7926" h="13602" extrusionOk="0">
                  <a:moveTo>
                    <a:pt x="881" y="0"/>
                  </a:moveTo>
                  <a:cubicBezTo>
                    <a:pt x="593" y="0"/>
                    <a:pt x="290" y="15"/>
                    <a:pt x="1" y="58"/>
                  </a:cubicBezTo>
                  <a:cubicBezTo>
                    <a:pt x="3379" y="505"/>
                    <a:pt x="5919" y="3378"/>
                    <a:pt x="5919" y="6799"/>
                  </a:cubicBezTo>
                  <a:cubicBezTo>
                    <a:pt x="5919" y="10220"/>
                    <a:pt x="3379" y="13093"/>
                    <a:pt x="1" y="13541"/>
                  </a:cubicBezTo>
                  <a:cubicBezTo>
                    <a:pt x="306" y="13581"/>
                    <a:pt x="610" y="13601"/>
                    <a:pt x="909" y="13601"/>
                  </a:cubicBezTo>
                  <a:cubicBezTo>
                    <a:pt x="4431" y="13601"/>
                    <a:pt x="7440" y="10865"/>
                    <a:pt x="7666" y="7247"/>
                  </a:cubicBezTo>
                  <a:cubicBezTo>
                    <a:pt x="7926" y="3320"/>
                    <a:pt x="4822" y="0"/>
                    <a:pt x="881" y="0"/>
                  </a:cubicBezTo>
                  <a:close/>
                </a:path>
              </a:pathLst>
            </a:custGeom>
            <a:solidFill>
              <a:srgbClr val="000000">
                <a:alpha val="150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7" name="Google Shape;1497;p48"/>
          <p:cNvGrpSpPr/>
          <p:nvPr/>
        </p:nvGrpSpPr>
        <p:grpSpPr>
          <a:xfrm>
            <a:off x="4386849" y="3065432"/>
            <a:ext cx="363314" cy="356576"/>
            <a:chOff x="3763184" y="3817357"/>
            <a:chExt cx="363314" cy="356576"/>
          </a:xfrm>
        </p:grpSpPr>
        <p:sp>
          <p:nvSpPr>
            <p:cNvPr id="1498" name="Google Shape;1498;p48"/>
            <p:cNvSpPr/>
            <p:nvPr/>
          </p:nvSpPr>
          <p:spPr>
            <a:xfrm>
              <a:off x="3763184" y="3817357"/>
              <a:ext cx="356865" cy="356498"/>
            </a:xfrm>
            <a:custGeom>
              <a:avLst/>
              <a:gdLst/>
              <a:ahLst/>
              <a:cxnLst/>
              <a:rect l="l" t="t" r="r" b="b"/>
              <a:pathLst>
                <a:path w="13613" h="13599" extrusionOk="0">
                  <a:moveTo>
                    <a:pt x="6814" y="0"/>
                  </a:moveTo>
                  <a:cubicBezTo>
                    <a:pt x="3046" y="0"/>
                    <a:pt x="0" y="3046"/>
                    <a:pt x="0" y="6799"/>
                  </a:cubicBezTo>
                  <a:cubicBezTo>
                    <a:pt x="0" y="10552"/>
                    <a:pt x="3046" y="13598"/>
                    <a:pt x="6814" y="13598"/>
                  </a:cubicBezTo>
                  <a:cubicBezTo>
                    <a:pt x="10567" y="13598"/>
                    <a:pt x="13613" y="10552"/>
                    <a:pt x="13613" y="6799"/>
                  </a:cubicBezTo>
                  <a:cubicBezTo>
                    <a:pt x="13613" y="3046"/>
                    <a:pt x="10567" y="0"/>
                    <a:pt x="681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48"/>
            <p:cNvSpPr/>
            <p:nvPr/>
          </p:nvSpPr>
          <p:spPr>
            <a:xfrm>
              <a:off x="3918324" y="3817357"/>
              <a:ext cx="208173" cy="356576"/>
            </a:xfrm>
            <a:custGeom>
              <a:avLst/>
              <a:gdLst/>
              <a:ahLst/>
              <a:cxnLst/>
              <a:rect l="l" t="t" r="r" b="b"/>
              <a:pathLst>
                <a:path w="7941" h="13602" extrusionOk="0">
                  <a:moveTo>
                    <a:pt x="896" y="0"/>
                  </a:moveTo>
                  <a:cubicBezTo>
                    <a:pt x="593" y="0"/>
                    <a:pt x="304" y="15"/>
                    <a:pt x="1" y="58"/>
                  </a:cubicBezTo>
                  <a:cubicBezTo>
                    <a:pt x="3393" y="505"/>
                    <a:pt x="5919" y="3378"/>
                    <a:pt x="5919" y="6799"/>
                  </a:cubicBezTo>
                  <a:cubicBezTo>
                    <a:pt x="5919" y="10220"/>
                    <a:pt x="3393" y="13093"/>
                    <a:pt x="1" y="13541"/>
                  </a:cubicBezTo>
                  <a:cubicBezTo>
                    <a:pt x="306" y="13581"/>
                    <a:pt x="610" y="13601"/>
                    <a:pt x="909" y="13601"/>
                  </a:cubicBezTo>
                  <a:cubicBezTo>
                    <a:pt x="4431" y="13601"/>
                    <a:pt x="7441" y="10865"/>
                    <a:pt x="7681" y="7247"/>
                  </a:cubicBezTo>
                  <a:cubicBezTo>
                    <a:pt x="7940" y="3320"/>
                    <a:pt x="4822" y="0"/>
                    <a:pt x="896" y="0"/>
                  </a:cubicBezTo>
                  <a:close/>
                </a:path>
              </a:pathLst>
            </a:custGeom>
            <a:solidFill>
              <a:srgbClr val="000000">
                <a:alpha val="150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 name="Google Shape;1500;p48"/>
            <p:cNvSpPr/>
            <p:nvPr/>
          </p:nvSpPr>
          <p:spPr>
            <a:xfrm>
              <a:off x="3848330" y="3964188"/>
              <a:ext cx="39375" cy="116945"/>
            </a:xfrm>
            <a:custGeom>
              <a:avLst/>
              <a:gdLst/>
              <a:ahLst/>
              <a:cxnLst/>
              <a:rect l="l" t="t" r="r" b="b"/>
              <a:pathLst>
                <a:path w="1502" h="4461" extrusionOk="0">
                  <a:moveTo>
                    <a:pt x="58" y="0"/>
                  </a:moveTo>
                  <a:cubicBezTo>
                    <a:pt x="29" y="0"/>
                    <a:pt x="0" y="29"/>
                    <a:pt x="0" y="58"/>
                  </a:cubicBezTo>
                  <a:lnTo>
                    <a:pt x="0" y="4403"/>
                  </a:lnTo>
                  <a:cubicBezTo>
                    <a:pt x="0" y="4432"/>
                    <a:pt x="29" y="4461"/>
                    <a:pt x="58" y="4461"/>
                  </a:cubicBezTo>
                  <a:lnTo>
                    <a:pt x="1444" y="4461"/>
                  </a:lnTo>
                  <a:cubicBezTo>
                    <a:pt x="1473" y="4461"/>
                    <a:pt x="1502" y="4446"/>
                    <a:pt x="1502" y="4403"/>
                  </a:cubicBezTo>
                  <a:lnTo>
                    <a:pt x="1502" y="58"/>
                  </a:lnTo>
                  <a:cubicBezTo>
                    <a:pt x="1502" y="29"/>
                    <a:pt x="1473" y="0"/>
                    <a:pt x="144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 name="Google Shape;1501;p48"/>
            <p:cNvSpPr/>
            <p:nvPr/>
          </p:nvSpPr>
          <p:spPr>
            <a:xfrm>
              <a:off x="3832418" y="3894403"/>
              <a:ext cx="55287" cy="47475"/>
            </a:xfrm>
            <a:custGeom>
              <a:avLst/>
              <a:gdLst/>
              <a:ahLst/>
              <a:cxnLst/>
              <a:rect l="l" t="t" r="r" b="b"/>
              <a:pathLst>
                <a:path w="2109" h="1811" extrusionOk="0">
                  <a:moveTo>
                    <a:pt x="1208" y="0"/>
                  </a:moveTo>
                  <a:cubicBezTo>
                    <a:pt x="987" y="0"/>
                    <a:pt x="761" y="83"/>
                    <a:pt x="578" y="266"/>
                  </a:cubicBezTo>
                  <a:cubicBezTo>
                    <a:pt x="1" y="829"/>
                    <a:pt x="405" y="1810"/>
                    <a:pt x="1214" y="1810"/>
                  </a:cubicBezTo>
                  <a:cubicBezTo>
                    <a:pt x="1704" y="1810"/>
                    <a:pt x="2109" y="1406"/>
                    <a:pt x="2109" y="901"/>
                  </a:cubicBezTo>
                  <a:cubicBezTo>
                    <a:pt x="2109" y="355"/>
                    <a:pt x="1668" y="0"/>
                    <a:pt x="120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 name="Google Shape;1502;p48"/>
            <p:cNvSpPr/>
            <p:nvPr/>
          </p:nvSpPr>
          <p:spPr>
            <a:xfrm>
              <a:off x="3925901" y="3964161"/>
              <a:ext cx="124914" cy="117365"/>
            </a:xfrm>
            <a:custGeom>
              <a:avLst/>
              <a:gdLst/>
              <a:ahLst/>
              <a:cxnLst/>
              <a:rect l="l" t="t" r="r" b="b"/>
              <a:pathLst>
                <a:path w="4765" h="4477" extrusionOk="0">
                  <a:moveTo>
                    <a:pt x="2716" y="1"/>
                  </a:moveTo>
                  <a:cubicBezTo>
                    <a:pt x="2701" y="1"/>
                    <a:pt x="2686" y="1"/>
                    <a:pt x="2671" y="1"/>
                  </a:cubicBezTo>
                  <a:cubicBezTo>
                    <a:pt x="2180" y="1"/>
                    <a:pt x="1718" y="145"/>
                    <a:pt x="1314" y="434"/>
                  </a:cubicBezTo>
                  <a:cubicBezTo>
                    <a:pt x="1304" y="441"/>
                    <a:pt x="1294" y="444"/>
                    <a:pt x="1284" y="444"/>
                  </a:cubicBezTo>
                  <a:cubicBezTo>
                    <a:pt x="1248" y="444"/>
                    <a:pt x="1213" y="410"/>
                    <a:pt x="1213" y="376"/>
                  </a:cubicBezTo>
                  <a:lnTo>
                    <a:pt x="1213" y="59"/>
                  </a:lnTo>
                  <a:cubicBezTo>
                    <a:pt x="1213" y="30"/>
                    <a:pt x="1170" y="1"/>
                    <a:pt x="1141" y="1"/>
                  </a:cubicBezTo>
                  <a:lnTo>
                    <a:pt x="58" y="1"/>
                  </a:lnTo>
                  <a:cubicBezTo>
                    <a:pt x="29" y="1"/>
                    <a:pt x="1" y="30"/>
                    <a:pt x="1" y="59"/>
                  </a:cubicBezTo>
                  <a:lnTo>
                    <a:pt x="1" y="4389"/>
                  </a:lnTo>
                  <a:cubicBezTo>
                    <a:pt x="1" y="4433"/>
                    <a:pt x="29" y="4462"/>
                    <a:pt x="58" y="4462"/>
                  </a:cubicBezTo>
                  <a:lnTo>
                    <a:pt x="1430" y="4462"/>
                  </a:lnTo>
                  <a:cubicBezTo>
                    <a:pt x="1473" y="4462"/>
                    <a:pt x="1502" y="4433"/>
                    <a:pt x="1502" y="4389"/>
                  </a:cubicBezTo>
                  <a:lnTo>
                    <a:pt x="1502" y="2859"/>
                  </a:lnTo>
                  <a:cubicBezTo>
                    <a:pt x="1502" y="2354"/>
                    <a:pt x="1617" y="1502"/>
                    <a:pt x="2382" y="1502"/>
                  </a:cubicBezTo>
                  <a:cubicBezTo>
                    <a:pt x="3133" y="1502"/>
                    <a:pt x="3249" y="2354"/>
                    <a:pt x="3249" y="2859"/>
                  </a:cubicBezTo>
                  <a:lnTo>
                    <a:pt x="3249" y="4404"/>
                  </a:lnTo>
                  <a:cubicBezTo>
                    <a:pt x="3249" y="4433"/>
                    <a:pt x="3277" y="4462"/>
                    <a:pt x="3321" y="4462"/>
                  </a:cubicBezTo>
                  <a:lnTo>
                    <a:pt x="3321" y="4476"/>
                  </a:lnTo>
                  <a:lnTo>
                    <a:pt x="4692" y="4476"/>
                  </a:lnTo>
                  <a:cubicBezTo>
                    <a:pt x="4721" y="4476"/>
                    <a:pt x="4750" y="4433"/>
                    <a:pt x="4750" y="4404"/>
                  </a:cubicBezTo>
                  <a:lnTo>
                    <a:pt x="4750" y="2383"/>
                  </a:lnTo>
                  <a:cubicBezTo>
                    <a:pt x="4764" y="1806"/>
                    <a:pt x="4591" y="1243"/>
                    <a:pt x="4259" y="766"/>
                  </a:cubicBezTo>
                  <a:cubicBezTo>
                    <a:pt x="3893" y="287"/>
                    <a:pt x="3320" y="1"/>
                    <a:pt x="27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3" name="Google Shape;1503;p48"/>
          <p:cNvGrpSpPr/>
          <p:nvPr/>
        </p:nvGrpSpPr>
        <p:grpSpPr>
          <a:xfrm>
            <a:off x="4842864" y="3065432"/>
            <a:ext cx="362947" cy="356576"/>
            <a:chOff x="4211985" y="3817357"/>
            <a:chExt cx="362947" cy="356576"/>
          </a:xfrm>
        </p:grpSpPr>
        <p:sp>
          <p:nvSpPr>
            <p:cNvPr id="1504" name="Google Shape;1504;p48"/>
            <p:cNvSpPr/>
            <p:nvPr/>
          </p:nvSpPr>
          <p:spPr>
            <a:xfrm>
              <a:off x="4211985" y="3817357"/>
              <a:ext cx="356498" cy="356498"/>
            </a:xfrm>
            <a:custGeom>
              <a:avLst/>
              <a:gdLst/>
              <a:ahLst/>
              <a:cxnLst/>
              <a:rect l="l" t="t" r="r" b="b"/>
              <a:pathLst>
                <a:path w="13599" h="13599" extrusionOk="0">
                  <a:moveTo>
                    <a:pt x="6800" y="0"/>
                  </a:moveTo>
                  <a:cubicBezTo>
                    <a:pt x="3047" y="0"/>
                    <a:pt x="1" y="3046"/>
                    <a:pt x="1" y="6799"/>
                  </a:cubicBezTo>
                  <a:cubicBezTo>
                    <a:pt x="1" y="10552"/>
                    <a:pt x="3047" y="13598"/>
                    <a:pt x="6800" y="13598"/>
                  </a:cubicBezTo>
                  <a:cubicBezTo>
                    <a:pt x="10553" y="13598"/>
                    <a:pt x="13599" y="10552"/>
                    <a:pt x="13599" y="6799"/>
                  </a:cubicBezTo>
                  <a:cubicBezTo>
                    <a:pt x="13599" y="3046"/>
                    <a:pt x="10553" y="0"/>
                    <a:pt x="680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 name="Google Shape;1505;p48"/>
            <p:cNvSpPr/>
            <p:nvPr/>
          </p:nvSpPr>
          <p:spPr>
            <a:xfrm>
              <a:off x="4366758" y="3817357"/>
              <a:ext cx="208173" cy="356576"/>
            </a:xfrm>
            <a:custGeom>
              <a:avLst/>
              <a:gdLst/>
              <a:ahLst/>
              <a:cxnLst/>
              <a:rect l="l" t="t" r="r" b="b"/>
              <a:pathLst>
                <a:path w="7941" h="13602" extrusionOk="0">
                  <a:moveTo>
                    <a:pt x="896" y="0"/>
                  </a:moveTo>
                  <a:cubicBezTo>
                    <a:pt x="593" y="0"/>
                    <a:pt x="304" y="15"/>
                    <a:pt x="1" y="58"/>
                  </a:cubicBezTo>
                  <a:cubicBezTo>
                    <a:pt x="3393" y="505"/>
                    <a:pt x="5919" y="3378"/>
                    <a:pt x="5919" y="6799"/>
                  </a:cubicBezTo>
                  <a:cubicBezTo>
                    <a:pt x="5919" y="10220"/>
                    <a:pt x="3393" y="13093"/>
                    <a:pt x="1" y="13541"/>
                  </a:cubicBezTo>
                  <a:cubicBezTo>
                    <a:pt x="306" y="13581"/>
                    <a:pt x="610" y="13601"/>
                    <a:pt x="909" y="13601"/>
                  </a:cubicBezTo>
                  <a:cubicBezTo>
                    <a:pt x="4431" y="13601"/>
                    <a:pt x="7441" y="10865"/>
                    <a:pt x="7681" y="7247"/>
                  </a:cubicBezTo>
                  <a:cubicBezTo>
                    <a:pt x="7940" y="3320"/>
                    <a:pt x="4822" y="0"/>
                    <a:pt x="896" y="0"/>
                  </a:cubicBezTo>
                  <a:close/>
                </a:path>
              </a:pathLst>
            </a:custGeom>
            <a:solidFill>
              <a:srgbClr val="000000">
                <a:alpha val="150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 name="Google Shape;1506;p48"/>
            <p:cNvSpPr/>
            <p:nvPr/>
          </p:nvSpPr>
          <p:spPr>
            <a:xfrm>
              <a:off x="4288061" y="3909555"/>
              <a:ext cx="227756" cy="187463"/>
            </a:xfrm>
            <a:custGeom>
              <a:avLst/>
              <a:gdLst/>
              <a:ahLst/>
              <a:cxnLst/>
              <a:rect l="l" t="t" r="r" b="b"/>
              <a:pathLst>
                <a:path w="8688" h="7151" extrusionOk="0">
                  <a:moveTo>
                    <a:pt x="5678" y="0"/>
                  </a:moveTo>
                  <a:cubicBezTo>
                    <a:pt x="4639" y="0"/>
                    <a:pt x="3643" y="810"/>
                    <a:pt x="3652" y="2026"/>
                  </a:cubicBezTo>
                  <a:lnTo>
                    <a:pt x="3652" y="2070"/>
                  </a:lnTo>
                  <a:lnTo>
                    <a:pt x="3551" y="2070"/>
                  </a:lnTo>
                  <a:cubicBezTo>
                    <a:pt x="3219" y="2012"/>
                    <a:pt x="2887" y="1940"/>
                    <a:pt x="2570" y="1839"/>
                  </a:cubicBezTo>
                  <a:cubicBezTo>
                    <a:pt x="1819" y="1579"/>
                    <a:pt x="1155" y="1160"/>
                    <a:pt x="592" y="612"/>
                  </a:cubicBezTo>
                  <a:lnTo>
                    <a:pt x="390" y="410"/>
                  </a:lnTo>
                  <a:cubicBezTo>
                    <a:pt x="375" y="395"/>
                    <a:pt x="358" y="388"/>
                    <a:pt x="342" y="388"/>
                  </a:cubicBezTo>
                  <a:cubicBezTo>
                    <a:pt x="312" y="388"/>
                    <a:pt x="284" y="410"/>
                    <a:pt x="275" y="438"/>
                  </a:cubicBezTo>
                  <a:lnTo>
                    <a:pt x="202" y="727"/>
                  </a:lnTo>
                  <a:cubicBezTo>
                    <a:pt x="0" y="1492"/>
                    <a:pt x="318" y="2301"/>
                    <a:pt x="982" y="2734"/>
                  </a:cubicBezTo>
                  <a:cubicBezTo>
                    <a:pt x="852" y="2734"/>
                    <a:pt x="708" y="2719"/>
                    <a:pt x="578" y="2690"/>
                  </a:cubicBezTo>
                  <a:lnTo>
                    <a:pt x="332" y="2633"/>
                  </a:lnTo>
                  <a:cubicBezTo>
                    <a:pt x="327" y="2631"/>
                    <a:pt x="321" y="2630"/>
                    <a:pt x="315" y="2630"/>
                  </a:cubicBezTo>
                  <a:cubicBezTo>
                    <a:pt x="278" y="2630"/>
                    <a:pt x="246" y="2667"/>
                    <a:pt x="246" y="2705"/>
                  </a:cubicBezTo>
                  <a:lnTo>
                    <a:pt x="289" y="2950"/>
                  </a:lnTo>
                  <a:cubicBezTo>
                    <a:pt x="390" y="3513"/>
                    <a:pt x="751" y="3990"/>
                    <a:pt x="1256" y="4221"/>
                  </a:cubicBezTo>
                  <a:cubicBezTo>
                    <a:pt x="1314" y="4249"/>
                    <a:pt x="1299" y="4336"/>
                    <a:pt x="1242" y="4350"/>
                  </a:cubicBezTo>
                  <a:lnTo>
                    <a:pt x="967" y="4350"/>
                  </a:lnTo>
                  <a:cubicBezTo>
                    <a:pt x="910" y="4365"/>
                    <a:pt x="881" y="4408"/>
                    <a:pt x="910" y="4452"/>
                  </a:cubicBezTo>
                  <a:lnTo>
                    <a:pt x="1040" y="4697"/>
                  </a:lnTo>
                  <a:cubicBezTo>
                    <a:pt x="1314" y="5173"/>
                    <a:pt x="1790" y="5491"/>
                    <a:pt x="2324" y="5563"/>
                  </a:cubicBezTo>
                  <a:cubicBezTo>
                    <a:pt x="2382" y="5577"/>
                    <a:pt x="2397" y="5650"/>
                    <a:pt x="2353" y="5693"/>
                  </a:cubicBezTo>
                  <a:cubicBezTo>
                    <a:pt x="1891" y="6025"/>
                    <a:pt x="1357" y="6256"/>
                    <a:pt x="794" y="6357"/>
                  </a:cubicBezTo>
                  <a:lnTo>
                    <a:pt x="188" y="6458"/>
                  </a:lnTo>
                  <a:cubicBezTo>
                    <a:pt x="116" y="6472"/>
                    <a:pt x="116" y="6559"/>
                    <a:pt x="174" y="6588"/>
                  </a:cubicBezTo>
                  <a:lnTo>
                    <a:pt x="751" y="6804"/>
                  </a:lnTo>
                  <a:cubicBezTo>
                    <a:pt x="1328" y="7035"/>
                    <a:pt x="1949" y="7151"/>
                    <a:pt x="2570" y="7151"/>
                  </a:cubicBezTo>
                  <a:cubicBezTo>
                    <a:pt x="5385" y="7136"/>
                    <a:pt x="7680" y="4870"/>
                    <a:pt x="7694" y="2055"/>
                  </a:cubicBezTo>
                  <a:lnTo>
                    <a:pt x="7694" y="2026"/>
                  </a:lnTo>
                  <a:lnTo>
                    <a:pt x="7694" y="1983"/>
                  </a:lnTo>
                  <a:lnTo>
                    <a:pt x="7694" y="1969"/>
                  </a:lnTo>
                  <a:cubicBezTo>
                    <a:pt x="7896" y="1839"/>
                    <a:pt x="8070" y="1680"/>
                    <a:pt x="8243" y="1507"/>
                  </a:cubicBezTo>
                  <a:lnTo>
                    <a:pt x="8647" y="1088"/>
                  </a:lnTo>
                  <a:cubicBezTo>
                    <a:pt x="8687" y="1048"/>
                    <a:pt x="8653" y="971"/>
                    <a:pt x="8591" y="971"/>
                  </a:cubicBezTo>
                  <a:cubicBezTo>
                    <a:pt x="8586" y="971"/>
                    <a:pt x="8580" y="971"/>
                    <a:pt x="8575" y="973"/>
                  </a:cubicBezTo>
                  <a:lnTo>
                    <a:pt x="8012" y="1117"/>
                  </a:lnTo>
                  <a:lnTo>
                    <a:pt x="7824" y="1146"/>
                  </a:lnTo>
                  <a:cubicBezTo>
                    <a:pt x="7820" y="1147"/>
                    <a:pt x="7816" y="1147"/>
                    <a:pt x="7812" y="1147"/>
                  </a:cubicBezTo>
                  <a:cubicBezTo>
                    <a:pt x="7761" y="1147"/>
                    <a:pt x="7728" y="1070"/>
                    <a:pt x="7781" y="1030"/>
                  </a:cubicBezTo>
                  <a:cubicBezTo>
                    <a:pt x="7839" y="973"/>
                    <a:pt x="7896" y="915"/>
                    <a:pt x="7954" y="857"/>
                  </a:cubicBezTo>
                  <a:lnTo>
                    <a:pt x="8402" y="366"/>
                  </a:lnTo>
                  <a:cubicBezTo>
                    <a:pt x="8439" y="329"/>
                    <a:pt x="8401" y="259"/>
                    <a:pt x="8353" y="259"/>
                  </a:cubicBezTo>
                  <a:cubicBezTo>
                    <a:pt x="8346" y="259"/>
                    <a:pt x="8338" y="261"/>
                    <a:pt x="8330" y="265"/>
                  </a:cubicBezTo>
                  <a:lnTo>
                    <a:pt x="7709" y="467"/>
                  </a:lnTo>
                  <a:cubicBezTo>
                    <a:pt x="7521" y="525"/>
                    <a:pt x="7334" y="583"/>
                    <a:pt x="7131" y="612"/>
                  </a:cubicBezTo>
                  <a:cubicBezTo>
                    <a:pt x="7117" y="612"/>
                    <a:pt x="7088" y="597"/>
                    <a:pt x="7074" y="583"/>
                  </a:cubicBezTo>
                  <a:cubicBezTo>
                    <a:pt x="6667" y="180"/>
                    <a:pt x="6168" y="0"/>
                    <a:pt x="5678" y="0"/>
                  </a:cubicBezTo>
                  <a:close/>
                </a:path>
              </a:pathLst>
            </a:custGeom>
            <a:solidFill>
              <a:srgbClr val="FD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7" name="Google Shape;1507;p48"/>
          <p:cNvGrpSpPr/>
          <p:nvPr/>
        </p:nvGrpSpPr>
        <p:grpSpPr>
          <a:xfrm>
            <a:off x="3931228" y="3065432"/>
            <a:ext cx="362920" cy="356865"/>
            <a:chOff x="3314750" y="3817357"/>
            <a:chExt cx="362920" cy="356865"/>
          </a:xfrm>
        </p:grpSpPr>
        <p:grpSp>
          <p:nvGrpSpPr>
            <p:cNvPr id="1508" name="Google Shape;1508;p48"/>
            <p:cNvGrpSpPr/>
            <p:nvPr/>
          </p:nvGrpSpPr>
          <p:grpSpPr>
            <a:xfrm>
              <a:off x="3314750" y="3817357"/>
              <a:ext cx="362920" cy="356865"/>
              <a:chOff x="3314750" y="3817357"/>
              <a:chExt cx="362920" cy="356865"/>
            </a:xfrm>
          </p:grpSpPr>
          <p:sp>
            <p:nvSpPr>
              <p:cNvPr id="1509" name="Google Shape;1509;p48"/>
              <p:cNvSpPr/>
              <p:nvPr/>
            </p:nvSpPr>
            <p:spPr>
              <a:xfrm>
                <a:off x="3314750" y="3817357"/>
                <a:ext cx="356865" cy="356498"/>
              </a:xfrm>
              <a:custGeom>
                <a:avLst/>
                <a:gdLst/>
                <a:ahLst/>
                <a:cxnLst/>
                <a:rect l="l" t="t" r="r" b="b"/>
                <a:pathLst>
                  <a:path w="13613" h="13599" extrusionOk="0">
                    <a:moveTo>
                      <a:pt x="6814" y="0"/>
                    </a:moveTo>
                    <a:cubicBezTo>
                      <a:pt x="3046" y="0"/>
                      <a:pt x="0" y="3046"/>
                      <a:pt x="0" y="6799"/>
                    </a:cubicBezTo>
                    <a:cubicBezTo>
                      <a:pt x="0" y="10552"/>
                      <a:pt x="3046" y="13598"/>
                      <a:pt x="6814" y="13598"/>
                    </a:cubicBezTo>
                    <a:cubicBezTo>
                      <a:pt x="10567" y="13598"/>
                      <a:pt x="13613" y="10552"/>
                      <a:pt x="13613" y="6799"/>
                    </a:cubicBezTo>
                    <a:cubicBezTo>
                      <a:pt x="13613" y="3046"/>
                      <a:pt x="10567" y="0"/>
                      <a:pt x="681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48"/>
              <p:cNvSpPr/>
              <p:nvPr/>
            </p:nvSpPr>
            <p:spPr>
              <a:xfrm>
                <a:off x="3469891" y="3817357"/>
                <a:ext cx="207780" cy="356865"/>
              </a:xfrm>
              <a:custGeom>
                <a:avLst/>
                <a:gdLst/>
                <a:ahLst/>
                <a:cxnLst/>
                <a:rect l="l" t="t" r="r" b="b"/>
                <a:pathLst>
                  <a:path w="7926" h="13613" extrusionOk="0">
                    <a:moveTo>
                      <a:pt x="881" y="0"/>
                    </a:moveTo>
                    <a:cubicBezTo>
                      <a:pt x="884" y="0"/>
                      <a:pt x="886" y="0"/>
                      <a:pt x="888" y="0"/>
                    </a:cubicBezTo>
                    <a:lnTo>
                      <a:pt x="888" y="0"/>
                    </a:lnTo>
                    <a:cubicBezTo>
                      <a:pt x="891" y="0"/>
                      <a:pt x="893" y="0"/>
                      <a:pt x="896" y="0"/>
                    </a:cubicBezTo>
                    <a:close/>
                    <a:moveTo>
                      <a:pt x="888" y="0"/>
                    </a:moveTo>
                    <a:lnTo>
                      <a:pt x="888" y="0"/>
                    </a:lnTo>
                    <a:cubicBezTo>
                      <a:pt x="588" y="0"/>
                      <a:pt x="301" y="15"/>
                      <a:pt x="1" y="58"/>
                    </a:cubicBezTo>
                    <a:cubicBezTo>
                      <a:pt x="3393" y="491"/>
                      <a:pt x="5934" y="3378"/>
                      <a:pt x="5934" y="6799"/>
                    </a:cubicBezTo>
                    <a:cubicBezTo>
                      <a:pt x="5934" y="10220"/>
                      <a:pt x="3393" y="13107"/>
                      <a:pt x="1" y="13555"/>
                    </a:cubicBezTo>
                    <a:cubicBezTo>
                      <a:pt x="299" y="13594"/>
                      <a:pt x="595" y="13612"/>
                      <a:pt x="887" y="13612"/>
                    </a:cubicBezTo>
                    <a:cubicBezTo>
                      <a:pt x="4418" y="13612"/>
                      <a:pt x="7441" y="10873"/>
                      <a:pt x="7680" y="7247"/>
                    </a:cubicBezTo>
                    <a:cubicBezTo>
                      <a:pt x="7926" y="3323"/>
                      <a:pt x="4826" y="4"/>
                      <a:pt x="888" y="0"/>
                    </a:cubicBezTo>
                    <a:close/>
                  </a:path>
                </a:pathLst>
              </a:custGeom>
              <a:solidFill>
                <a:srgbClr val="000000">
                  <a:alpha val="150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1" name="Google Shape;1511;p48"/>
            <p:cNvGrpSpPr/>
            <p:nvPr/>
          </p:nvGrpSpPr>
          <p:grpSpPr>
            <a:xfrm>
              <a:off x="3394986" y="3894612"/>
              <a:ext cx="202339" cy="202323"/>
              <a:chOff x="935197" y="1793977"/>
              <a:chExt cx="256451" cy="256430"/>
            </a:xfrm>
          </p:grpSpPr>
          <p:sp>
            <p:nvSpPr>
              <p:cNvPr id="1512" name="Google Shape;1512;p48"/>
              <p:cNvSpPr/>
              <p:nvPr/>
            </p:nvSpPr>
            <p:spPr>
              <a:xfrm>
                <a:off x="935197" y="1793977"/>
                <a:ext cx="256451" cy="256430"/>
              </a:xfrm>
              <a:custGeom>
                <a:avLst/>
                <a:gdLst/>
                <a:ahLst/>
                <a:cxnLst/>
                <a:rect l="l" t="t" r="r" b="b"/>
                <a:pathLst>
                  <a:path w="12288" h="12287" extrusionOk="0">
                    <a:moveTo>
                      <a:pt x="10053" y="1117"/>
                    </a:moveTo>
                    <a:cubicBezTo>
                      <a:pt x="10669" y="1117"/>
                      <a:pt x="11171" y="1617"/>
                      <a:pt x="11171" y="2233"/>
                    </a:cubicBezTo>
                    <a:cubicBezTo>
                      <a:pt x="11170" y="2850"/>
                      <a:pt x="10669" y="3351"/>
                      <a:pt x="10053" y="3351"/>
                    </a:cubicBezTo>
                    <a:cubicBezTo>
                      <a:pt x="9438" y="3351"/>
                      <a:pt x="8937" y="2850"/>
                      <a:pt x="8937" y="2233"/>
                    </a:cubicBezTo>
                    <a:cubicBezTo>
                      <a:pt x="8937" y="1617"/>
                      <a:pt x="9438" y="1117"/>
                      <a:pt x="10053" y="1117"/>
                    </a:cubicBezTo>
                    <a:close/>
                    <a:moveTo>
                      <a:pt x="6144" y="2233"/>
                    </a:moveTo>
                    <a:cubicBezTo>
                      <a:pt x="8300" y="2233"/>
                      <a:pt x="10053" y="3988"/>
                      <a:pt x="10053" y="6144"/>
                    </a:cubicBezTo>
                    <a:cubicBezTo>
                      <a:pt x="10053" y="8299"/>
                      <a:pt x="8300" y="10054"/>
                      <a:pt x="6144" y="10054"/>
                    </a:cubicBezTo>
                    <a:cubicBezTo>
                      <a:pt x="3989" y="10054"/>
                      <a:pt x="2234" y="8299"/>
                      <a:pt x="2234" y="6144"/>
                    </a:cubicBezTo>
                    <a:cubicBezTo>
                      <a:pt x="2234" y="3988"/>
                      <a:pt x="3987" y="2233"/>
                      <a:pt x="6144" y="2233"/>
                    </a:cubicBezTo>
                    <a:close/>
                    <a:moveTo>
                      <a:pt x="1675" y="1"/>
                    </a:moveTo>
                    <a:cubicBezTo>
                      <a:pt x="752" y="1"/>
                      <a:pt x="0" y="751"/>
                      <a:pt x="0" y="1676"/>
                    </a:cubicBezTo>
                    <a:lnTo>
                      <a:pt x="0" y="10611"/>
                    </a:lnTo>
                    <a:cubicBezTo>
                      <a:pt x="0" y="11536"/>
                      <a:pt x="752" y="12286"/>
                      <a:pt x="1675" y="12286"/>
                    </a:cubicBezTo>
                    <a:lnTo>
                      <a:pt x="10612" y="12286"/>
                    </a:lnTo>
                    <a:cubicBezTo>
                      <a:pt x="11536" y="12286"/>
                      <a:pt x="12288" y="11536"/>
                      <a:pt x="12288" y="10611"/>
                    </a:cubicBezTo>
                    <a:lnTo>
                      <a:pt x="12288" y="1676"/>
                    </a:lnTo>
                    <a:cubicBezTo>
                      <a:pt x="12288" y="752"/>
                      <a:pt x="11536" y="1"/>
                      <a:pt x="1061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 name="Google Shape;1513;p48"/>
              <p:cNvSpPr/>
              <p:nvPr/>
            </p:nvSpPr>
            <p:spPr>
              <a:xfrm>
                <a:off x="1005109" y="1863910"/>
                <a:ext cx="116622" cy="116559"/>
              </a:xfrm>
              <a:custGeom>
                <a:avLst/>
                <a:gdLst/>
                <a:ahLst/>
                <a:cxnLst/>
                <a:rect l="l" t="t" r="r" b="b"/>
                <a:pathLst>
                  <a:path w="5588" h="5585" extrusionOk="0">
                    <a:moveTo>
                      <a:pt x="2794" y="0"/>
                    </a:moveTo>
                    <a:cubicBezTo>
                      <a:pt x="1255" y="0"/>
                      <a:pt x="1" y="1252"/>
                      <a:pt x="1" y="2793"/>
                    </a:cubicBezTo>
                    <a:cubicBezTo>
                      <a:pt x="1" y="4332"/>
                      <a:pt x="1255" y="5585"/>
                      <a:pt x="2794" y="5585"/>
                    </a:cubicBezTo>
                    <a:cubicBezTo>
                      <a:pt x="4333" y="5585"/>
                      <a:pt x="5587" y="4332"/>
                      <a:pt x="5587" y="2793"/>
                    </a:cubicBezTo>
                    <a:cubicBezTo>
                      <a:pt x="5587" y="1252"/>
                      <a:pt x="4333" y="0"/>
                      <a:pt x="279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514" name="Google Shape;1514;p48"/>
          <p:cNvGrpSpPr/>
          <p:nvPr/>
        </p:nvGrpSpPr>
        <p:grpSpPr>
          <a:xfrm>
            <a:off x="3475607" y="3065432"/>
            <a:ext cx="362920" cy="356865"/>
            <a:chOff x="2866317" y="3817357"/>
            <a:chExt cx="362920" cy="356865"/>
          </a:xfrm>
        </p:grpSpPr>
        <p:sp>
          <p:nvSpPr>
            <p:cNvPr id="1515" name="Google Shape;1515;p48"/>
            <p:cNvSpPr/>
            <p:nvPr/>
          </p:nvSpPr>
          <p:spPr>
            <a:xfrm>
              <a:off x="2866317" y="3817357"/>
              <a:ext cx="356865" cy="356498"/>
            </a:xfrm>
            <a:custGeom>
              <a:avLst/>
              <a:gdLst/>
              <a:ahLst/>
              <a:cxnLst/>
              <a:rect l="l" t="t" r="r" b="b"/>
              <a:pathLst>
                <a:path w="13613" h="13599" extrusionOk="0">
                  <a:moveTo>
                    <a:pt x="6799" y="0"/>
                  </a:moveTo>
                  <a:cubicBezTo>
                    <a:pt x="3046" y="0"/>
                    <a:pt x="0" y="3046"/>
                    <a:pt x="0" y="6799"/>
                  </a:cubicBezTo>
                  <a:cubicBezTo>
                    <a:pt x="0" y="10552"/>
                    <a:pt x="3046" y="13598"/>
                    <a:pt x="6799" y="13598"/>
                  </a:cubicBezTo>
                  <a:cubicBezTo>
                    <a:pt x="10567" y="13598"/>
                    <a:pt x="13613" y="10552"/>
                    <a:pt x="13613" y="6799"/>
                  </a:cubicBezTo>
                  <a:cubicBezTo>
                    <a:pt x="13613" y="3046"/>
                    <a:pt x="10567" y="0"/>
                    <a:pt x="679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 name="Google Shape;1516;p48"/>
            <p:cNvSpPr/>
            <p:nvPr/>
          </p:nvSpPr>
          <p:spPr>
            <a:xfrm>
              <a:off x="3021457" y="3817357"/>
              <a:ext cx="207780" cy="356576"/>
            </a:xfrm>
            <a:custGeom>
              <a:avLst/>
              <a:gdLst/>
              <a:ahLst/>
              <a:cxnLst/>
              <a:rect l="l" t="t" r="r" b="b"/>
              <a:pathLst>
                <a:path w="7926" h="13602" extrusionOk="0">
                  <a:moveTo>
                    <a:pt x="881" y="0"/>
                  </a:moveTo>
                  <a:cubicBezTo>
                    <a:pt x="593" y="0"/>
                    <a:pt x="290" y="15"/>
                    <a:pt x="1" y="58"/>
                  </a:cubicBezTo>
                  <a:cubicBezTo>
                    <a:pt x="3379" y="505"/>
                    <a:pt x="5919" y="3378"/>
                    <a:pt x="5919" y="6799"/>
                  </a:cubicBezTo>
                  <a:cubicBezTo>
                    <a:pt x="5919" y="10220"/>
                    <a:pt x="3379" y="13093"/>
                    <a:pt x="1" y="13541"/>
                  </a:cubicBezTo>
                  <a:cubicBezTo>
                    <a:pt x="306" y="13581"/>
                    <a:pt x="610" y="13601"/>
                    <a:pt x="909" y="13601"/>
                  </a:cubicBezTo>
                  <a:cubicBezTo>
                    <a:pt x="4431" y="13601"/>
                    <a:pt x="7440" y="10865"/>
                    <a:pt x="7666" y="7247"/>
                  </a:cubicBezTo>
                  <a:cubicBezTo>
                    <a:pt x="7926" y="3320"/>
                    <a:pt x="4822" y="0"/>
                    <a:pt x="881" y="0"/>
                  </a:cubicBezTo>
                  <a:close/>
                </a:path>
              </a:pathLst>
            </a:custGeom>
            <a:solidFill>
              <a:srgbClr val="000000">
                <a:alpha val="1509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 name="Google Shape;1517;p48"/>
            <p:cNvSpPr/>
            <p:nvPr/>
          </p:nvSpPr>
          <p:spPr>
            <a:xfrm>
              <a:off x="2928367" y="3894561"/>
              <a:ext cx="194175" cy="279662"/>
            </a:xfrm>
            <a:custGeom>
              <a:avLst/>
              <a:gdLst/>
              <a:ahLst/>
              <a:cxnLst/>
              <a:rect l="l" t="t" r="r" b="b"/>
              <a:pathLst>
                <a:path w="7407" h="10668" extrusionOk="0">
                  <a:moveTo>
                    <a:pt x="6208" y="0"/>
                  </a:moveTo>
                  <a:cubicBezTo>
                    <a:pt x="4086" y="14"/>
                    <a:pt x="2079" y="1732"/>
                    <a:pt x="2079" y="3854"/>
                  </a:cubicBezTo>
                  <a:lnTo>
                    <a:pt x="2079" y="4114"/>
                  </a:lnTo>
                  <a:cubicBezTo>
                    <a:pt x="2079" y="4129"/>
                    <a:pt x="2051" y="4157"/>
                    <a:pt x="2036" y="4157"/>
                  </a:cubicBezTo>
                  <a:lnTo>
                    <a:pt x="174" y="4157"/>
                  </a:lnTo>
                  <a:cubicBezTo>
                    <a:pt x="73" y="4157"/>
                    <a:pt x="1" y="4230"/>
                    <a:pt x="1" y="4331"/>
                  </a:cubicBezTo>
                  <a:lnTo>
                    <a:pt x="1" y="6048"/>
                  </a:lnTo>
                  <a:cubicBezTo>
                    <a:pt x="1" y="6149"/>
                    <a:pt x="73" y="6236"/>
                    <a:pt x="174" y="6236"/>
                  </a:cubicBezTo>
                  <a:lnTo>
                    <a:pt x="2036" y="6236"/>
                  </a:lnTo>
                  <a:cubicBezTo>
                    <a:pt x="2051" y="6236"/>
                    <a:pt x="2079" y="6251"/>
                    <a:pt x="2079" y="6279"/>
                  </a:cubicBezTo>
                  <a:lnTo>
                    <a:pt x="2079" y="10220"/>
                  </a:lnTo>
                  <a:cubicBezTo>
                    <a:pt x="2079" y="10235"/>
                    <a:pt x="2079" y="10249"/>
                    <a:pt x="2108" y="10264"/>
                  </a:cubicBezTo>
                  <a:cubicBezTo>
                    <a:pt x="2743" y="10495"/>
                    <a:pt x="3422" y="10624"/>
                    <a:pt x="4100" y="10668"/>
                  </a:cubicBezTo>
                  <a:cubicBezTo>
                    <a:pt x="4129" y="10668"/>
                    <a:pt x="4144" y="10639"/>
                    <a:pt x="4144" y="10624"/>
                  </a:cubicBezTo>
                  <a:lnTo>
                    <a:pt x="4144" y="6279"/>
                  </a:lnTo>
                  <a:cubicBezTo>
                    <a:pt x="4144" y="6251"/>
                    <a:pt x="4158" y="6236"/>
                    <a:pt x="4187" y="6236"/>
                  </a:cubicBezTo>
                  <a:lnTo>
                    <a:pt x="7218" y="6236"/>
                  </a:lnTo>
                  <a:cubicBezTo>
                    <a:pt x="7319" y="6236"/>
                    <a:pt x="7406" y="6149"/>
                    <a:pt x="7406" y="6048"/>
                  </a:cubicBezTo>
                  <a:lnTo>
                    <a:pt x="7406" y="4331"/>
                  </a:lnTo>
                  <a:cubicBezTo>
                    <a:pt x="7406" y="4230"/>
                    <a:pt x="7319" y="4143"/>
                    <a:pt x="7218" y="4143"/>
                  </a:cubicBezTo>
                  <a:lnTo>
                    <a:pt x="4187" y="4143"/>
                  </a:lnTo>
                  <a:cubicBezTo>
                    <a:pt x="4158" y="4143"/>
                    <a:pt x="4144" y="4129"/>
                    <a:pt x="4144" y="4100"/>
                  </a:cubicBezTo>
                  <a:lnTo>
                    <a:pt x="4144" y="3854"/>
                  </a:lnTo>
                  <a:cubicBezTo>
                    <a:pt x="4144" y="2714"/>
                    <a:pt x="5068" y="2079"/>
                    <a:pt x="6208" y="2079"/>
                  </a:cubicBezTo>
                  <a:lnTo>
                    <a:pt x="7218" y="2079"/>
                  </a:lnTo>
                  <a:cubicBezTo>
                    <a:pt x="7319" y="2079"/>
                    <a:pt x="7406" y="1992"/>
                    <a:pt x="7406" y="1891"/>
                  </a:cubicBezTo>
                  <a:lnTo>
                    <a:pt x="7406" y="173"/>
                  </a:lnTo>
                  <a:cubicBezTo>
                    <a:pt x="7406" y="72"/>
                    <a:pt x="7319" y="0"/>
                    <a:pt x="7218" y="0"/>
                  </a:cubicBezTo>
                  <a:close/>
                </a:path>
              </a:pathLst>
            </a:custGeom>
            <a:solidFill>
              <a:srgbClr val="FD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8" name="Google Shape;1518;p48"/>
          <p:cNvGrpSpPr/>
          <p:nvPr/>
        </p:nvGrpSpPr>
        <p:grpSpPr>
          <a:xfrm>
            <a:off x="8425930" y="3262140"/>
            <a:ext cx="27232" cy="532378"/>
            <a:chOff x="3534917" y="4467129"/>
            <a:chExt cx="24765" cy="484156"/>
          </a:xfrm>
        </p:grpSpPr>
        <p:sp>
          <p:nvSpPr>
            <p:cNvPr id="1519" name="Google Shape;1519;p48"/>
            <p:cNvSpPr/>
            <p:nvPr/>
          </p:nvSpPr>
          <p:spPr>
            <a:xfrm>
              <a:off x="3547300" y="4478845"/>
              <a:ext cx="9525" cy="460724"/>
            </a:xfrm>
            <a:custGeom>
              <a:avLst/>
              <a:gdLst/>
              <a:ahLst/>
              <a:cxnLst/>
              <a:rect l="l" t="t" r="r" b="b"/>
              <a:pathLst>
                <a:path w="9525" h="460724" extrusionOk="0">
                  <a:moveTo>
                    <a:pt x="0" y="460724"/>
                  </a:moveTo>
                  <a:lnTo>
                    <a:pt x="0" y="0"/>
                  </a:lnTo>
                </a:path>
              </a:pathLst>
            </a:custGeom>
            <a:noFill/>
            <a:ln w="10950" cap="flat" cmpd="sng">
              <a:solidFill>
                <a:schemeClr val="accent4"/>
              </a:solidFill>
              <a:prstDash val="dashDot"/>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20" name="Google Shape;1520;p48"/>
            <p:cNvSpPr/>
            <p:nvPr/>
          </p:nvSpPr>
          <p:spPr>
            <a:xfrm>
              <a:off x="3534917" y="4926520"/>
              <a:ext cx="24765" cy="24765"/>
            </a:xfrm>
            <a:custGeom>
              <a:avLst/>
              <a:gdLst/>
              <a:ahLst/>
              <a:cxnLst/>
              <a:rect l="l" t="t" r="r" b="b"/>
              <a:pathLst>
                <a:path w="24765" h="24765" extrusionOk="0">
                  <a:moveTo>
                    <a:pt x="24765" y="12382"/>
                  </a:moveTo>
                  <a:cubicBezTo>
                    <a:pt x="24765" y="19240"/>
                    <a:pt x="19241" y="24765"/>
                    <a:pt x="12383" y="24765"/>
                  </a:cubicBezTo>
                  <a:cubicBezTo>
                    <a:pt x="5525" y="24765"/>
                    <a:pt x="0" y="19240"/>
                    <a:pt x="0" y="12382"/>
                  </a:cubicBezTo>
                  <a:cubicBezTo>
                    <a:pt x="0" y="5524"/>
                    <a:pt x="5525" y="0"/>
                    <a:pt x="12383" y="0"/>
                  </a:cubicBezTo>
                  <a:cubicBezTo>
                    <a:pt x="19241" y="0"/>
                    <a:pt x="24765" y="5524"/>
                    <a:pt x="24765" y="12382"/>
                  </a:cubicBezTo>
                  <a:close/>
                </a:path>
              </a:pathLst>
            </a:custGeom>
            <a:solidFill>
              <a:srgbClr val="6F7082"/>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21" name="Google Shape;1521;p48"/>
            <p:cNvSpPr/>
            <p:nvPr/>
          </p:nvSpPr>
          <p:spPr>
            <a:xfrm>
              <a:off x="3534917" y="4467129"/>
              <a:ext cx="24765" cy="24765"/>
            </a:xfrm>
            <a:custGeom>
              <a:avLst/>
              <a:gdLst/>
              <a:ahLst/>
              <a:cxnLst/>
              <a:rect l="l" t="t" r="r" b="b"/>
              <a:pathLst>
                <a:path w="24765" h="24765" extrusionOk="0">
                  <a:moveTo>
                    <a:pt x="24765" y="12383"/>
                  </a:moveTo>
                  <a:cubicBezTo>
                    <a:pt x="24765" y="5525"/>
                    <a:pt x="19241" y="0"/>
                    <a:pt x="12383" y="0"/>
                  </a:cubicBezTo>
                  <a:cubicBezTo>
                    <a:pt x="5525" y="0"/>
                    <a:pt x="0" y="5525"/>
                    <a:pt x="0" y="12383"/>
                  </a:cubicBezTo>
                  <a:cubicBezTo>
                    <a:pt x="0" y="19241"/>
                    <a:pt x="5525" y="24765"/>
                    <a:pt x="12383" y="24765"/>
                  </a:cubicBezTo>
                  <a:cubicBezTo>
                    <a:pt x="19241" y="24765"/>
                    <a:pt x="24765" y="19241"/>
                    <a:pt x="24765" y="12383"/>
                  </a:cubicBezTo>
                  <a:close/>
                </a:path>
              </a:pathLst>
            </a:custGeom>
            <a:solidFill>
              <a:srgbClr val="6F7082"/>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522" name="Google Shape;1522;p48"/>
          <p:cNvGrpSpPr/>
          <p:nvPr/>
        </p:nvGrpSpPr>
        <p:grpSpPr>
          <a:xfrm>
            <a:off x="8191599" y="2664093"/>
            <a:ext cx="479083" cy="595031"/>
            <a:chOff x="5580610" y="1953710"/>
            <a:chExt cx="392498" cy="487491"/>
          </a:xfrm>
        </p:grpSpPr>
        <p:grpSp>
          <p:nvGrpSpPr>
            <p:cNvPr id="1523" name="Google Shape;1523;p48"/>
            <p:cNvGrpSpPr/>
            <p:nvPr/>
          </p:nvGrpSpPr>
          <p:grpSpPr>
            <a:xfrm>
              <a:off x="5580610" y="1953710"/>
              <a:ext cx="392498" cy="487491"/>
              <a:chOff x="7385113" y="1535430"/>
              <a:chExt cx="435673" cy="541115"/>
            </a:xfrm>
          </p:grpSpPr>
          <p:sp>
            <p:nvSpPr>
              <p:cNvPr id="1524" name="Google Shape;1524;p48"/>
              <p:cNvSpPr/>
              <p:nvPr/>
            </p:nvSpPr>
            <p:spPr>
              <a:xfrm>
                <a:off x="7385113" y="1535430"/>
                <a:ext cx="435673" cy="541115"/>
              </a:xfrm>
              <a:custGeom>
                <a:avLst/>
                <a:gdLst/>
                <a:ahLst/>
                <a:cxnLst/>
                <a:rect l="l" t="t" r="r" b="b"/>
                <a:pathLst>
                  <a:path w="435673" h="541115" extrusionOk="0">
                    <a:moveTo>
                      <a:pt x="394621" y="0"/>
                    </a:moveTo>
                    <a:cubicBezTo>
                      <a:pt x="417294" y="0"/>
                      <a:pt x="435674" y="18380"/>
                      <a:pt x="435674" y="41053"/>
                    </a:cubicBezTo>
                    <a:lnTo>
                      <a:pt x="435674" y="500062"/>
                    </a:lnTo>
                    <a:cubicBezTo>
                      <a:pt x="435674" y="522735"/>
                      <a:pt x="417294" y="541115"/>
                      <a:pt x="394621" y="541115"/>
                    </a:cubicBezTo>
                    <a:lnTo>
                      <a:pt x="41053" y="541115"/>
                    </a:lnTo>
                    <a:cubicBezTo>
                      <a:pt x="18380" y="541115"/>
                      <a:pt x="0" y="522735"/>
                      <a:pt x="0" y="500062"/>
                    </a:cubicBezTo>
                    <a:lnTo>
                      <a:pt x="0" y="41053"/>
                    </a:lnTo>
                    <a:cubicBezTo>
                      <a:pt x="0" y="18380"/>
                      <a:pt x="18380" y="0"/>
                      <a:pt x="41053" y="0"/>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525" name="Google Shape;1525;p48"/>
              <p:cNvGrpSpPr/>
              <p:nvPr/>
            </p:nvGrpSpPr>
            <p:grpSpPr>
              <a:xfrm>
                <a:off x="7612094" y="1566576"/>
                <a:ext cx="164781" cy="41529"/>
                <a:chOff x="7612094" y="1566576"/>
                <a:chExt cx="164781" cy="41529"/>
              </a:xfrm>
            </p:grpSpPr>
            <p:sp>
              <p:nvSpPr>
                <p:cNvPr id="1526" name="Google Shape;1526;p48"/>
                <p:cNvSpPr/>
                <p:nvPr/>
              </p:nvSpPr>
              <p:spPr>
                <a:xfrm>
                  <a:off x="7735347" y="1566576"/>
                  <a:ext cx="41528" cy="41529"/>
                </a:xfrm>
                <a:custGeom>
                  <a:avLst/>
                  <a:gdLst/>
                  <a:ahLst/>
                  <a:cxnLst/>
                  <a:rect l="l" t="t" r="r" b="b"/>
                  <a:pathLst>
                    <a:path w="41528" h="41529" extrusionOk="0">
                      <a:moveTo>
                        <a:pt x="41529" y="20765"/>
                      </a:moveTo>
                      <a:cubicBezTo>
                        <a:pt x="41529" y="32290"/>
                        <a:pt x="32195" y="41529"/>
                        <a:pt x="20764" y="41529"/>
                      </a:cubicBezTo>
                      <a:cubicBezTo>
                        <a:pt x="9335" y="41529"/>
                        <a:pt x="0" y="32194"/>
                        <a:pt x="0" y="20765"/>
                      </a:cubicBezTo>
                      <a:cubicBezTo>
                        <a:pt x="0" y="9334"/>
                        <a:pt x="9335" y="0"/>
                        <a:pt x="20764" y="0"/>
                      </a:cubicBezTo>
                      <a:cubicBezTo>
                        <a:pt x="32195" y="0"/>
                        <a:pt x="41529" y="9334"/>
                        <a:pt x="41529" y="20765"/>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27" name="Google Shape;1527;p48"/>
                <p:cNvSpPr/>
                <p:nvPr/>
              </p:nvSpPr>
              <p:spPr>
                <a:xfrm>
                  <a:off x="7673721" y="1566576"/>
                  <a:ext cx="41528" cy="41529"/>
                </a:xfrm>
                <a:custGeom>
                  <a:avLst/>
                  <a:gdLst/>
                  <a:ahLst/>
                  <a:cxnLst/>
                  <a:rect l="l" t="t" r="r" b="b"/>
                  <a:pathLst>
                    <a:path w="41528" h="41529" extrusionOk="0">
                      <a:moveTo>
                        <a:pt x="41529" y="20765"/>
                      </a:moveTo>
                      <a:cubicBezTo>
                        <a:pt x="41529" y="32290"/>
                        <a:pt x="32195" y="41529"/>
                        <a:pt x="20764" y="41529"/>
                      </a:cubicBezTo>
                      <a:cubicBezTo>
                        <a:pt x="9334" y="41529"/>
                        <a:pt x="0" y="32194"/>
                        <a:pt x="0" y="20765"/>
                      </a:cubicBezTo>
                      <a:cubicBezTo>
                        <a:pt x="0" y="9334"/>
                        <a:pt x="9334" y="0"/>
                        <a:pt x="20764" y="0"/>
                      </a:cubicBezTo>
                      <a:cubicBezTo>
                        <a:pt x="32195" y="0"/>
                        <a:pt x="41529" y="9334"/>
                        <a:pt x="41529" y="20765"/>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28" name="Google Shape;1528;p48"/>
                <p:cNvSpPr/>
                <p:nvPr/>
              </p:nvSpPr>
              <p:spPr>
                <a:xfrm>
                  <a:off x="7612094" y="1566576"/>
                  <a:ext cx="41529" cy="41529"/>
                </a:xfrm>
                <a:custGeom>
                  <a:avLst/>
                  <a:gdLst/>
                  <a:ahLst/>
                  <a:cxnLst/>
                  <a:rect l="l" t="t" r="r" b="b"/>
                  <a:pathLst>
                    <a:path w="41529" h="41529" extrusionOk="0">
                      <a:moveTo>
                        <a:pt x="41529" y="20765"/>
                      </a:moveTo>
                      <a:cubicBezTo>
                        <a:pt x="41529" y="32290"/>
                        <a:pt x="32195" y="41529"/>
                        <a:pt x="20764" y="41529"/>
                      </a:cubicBezTo>
                      <a:cubicBezTo>
                        <a:pt x="9335" y="41529"/>
                        <a:pt x="0" y="32194"/>
                        <a:pt x="0" y="20765"/>
                      </a:cubicBezTo>
                      <a:cubicBezTo>
                        <a:pt x="0" y="9334"/>
                        <a:pt x="9335" y="0"/>
                        <a:pt x="20764" y="0"/>
                      </a:cubicBezTo>
                      <a:cubicBezTo>
                        <a:pt x="32195" y="0"/>
                        <a:pt x="41529" y="9334"/>
                        <a:pt x="41529" y="2076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529" name="Google Shape;1529;p48"/>
            <p:cNvGrpSpPr/>
            <p:nvPr/>
          </p:nvGrpSpPr>
          <p:grpSpPr>
            <a:xfrm>
              <a:off x="5612446" y="2047672"/>
              <a:ext cx="323505" cy="338352"/>
              <a:chOff x="7420451" y="1639728"/>
              <a:chExt cx="359091" cy="375571"/>
            </a:xfrm>
          </p:grpSpPr>
          <p:sp>
            <p:nvSpPr>
              <p:cNvPr id="1530" name="Google Shape;1530;p48"/>
              <p:cNvSpPr/>
              <p:nvPr/>
            </p:nvSpPr>
            <p:spPr>
              <a:xfrm>
                <a:off x="7420451" y="1852041"/>
                <a:ext cx="357473" cy="163258"/>
              </a:xfrm>
              <a:custGeom>
                <a:avLst/>
                <a:gdLst/>
                <a:ahLst/>
                <a:cxnLst/>
                <a:rect l="l" t="t" r="r" b="b"/>
                <a:pathLst>
                  <a:path w="357473" h="163258" extrusionOk="0">
                    <a:moveTo>
                      <a:pt x="40196" y="72962"/>
                    </a:moveTo>
                    <a:lnTo>
                      <a:pt x="0" y="72962"/>
                    </a:lnTo>
                    <a:lnTo>
                      <a:pt x="0" y="90297"/>
                    </a:lnTo>
                    <a:lnTo>
                      <a:pt x="40196" y="90297"/>
                    </a:lnTo>
                    <a:lnTo>
                      <a:pt x="40196" y="72962"/>
                    </a:lnTo>
                    <a:close/>
                    <a:moveTo>
                      <a:pt x="185166" y="126778"/>
                    </a:moveTo>
                    <a:lnTo>
                      <a:pt x="294894" y="126778"/>
                    </a:lnTo>
                    <a:lnTo>
                      <a:pt x="294894" y="109347"/>
                    </a:lnTo>
                    <a:lnTo>
                      <a:pt x="185166" y="109347"/>
                    </a:lnTo>
                    <a:lnTo>
                      <a:pt x="185166" y="126778"/>
                    </a:lnTo>
                    <a:close/>
                    <a:moveTo>
                      <a:pt x="294894" y="0"/>
                    </a:moveTo>
                    <a:lnTo>
                      <a:pt x="38291" y="0"/>
                    </a:lnTo>
                    <a:lnTo>
                      <a:pt x="38291" y="17335"/>
                    </a:lnTo>
                    <a:lnTo>
                      <a:pt x="294894" y="17335"/>
                    </a:lnTo>
                    <a:lnTo>
                      <a:pt x="294894" y="0"/>
                    </a:lnTo>
                    <a:close/>
                    <a:moveTo>
                      <a:pt x="0" y="163259"/>
                    </a:moveTo>
                    <a:lnTo>
                      <a:pt x="99632" y="163259"/>
                    </a:lnTo>
                    <a:lnTo>
                      <a:pt x="99632" y="145828"/>
                    </a:lnTo>
                    <a:lnTo>
                      <a:pt x="0" y="145828"/>
                    </a:lnTo>
                    <a:lnTo>
                      <a:pt x="0" y="163259"/>
                    </a:lnTo>
                    <a:close/>
                    <a:moveTo>
                      <a:pt x="76581" y="36481"/>
                    </a:moveTo>
                    <a:lnTo>
                      <a:pt x="0" y="36481"/>
                    </a:lnTo>
                    <a:lnTo>
                      <a:pt x="0" y="53816"/>
                    </a:lnTo>
                    <a:lnTo>
                      <a:pt x="76581" y="53816"/>
                    </a:lnTo>
                    <a:lnTo>
                      <a:pt x="76581" y="36481"/>
                    </a:lnTo>
                    <a:close/>
                    <a:moveTo>
                      <a:pt x="52483" y="90297"/>
                    </a:moveTo>
                    <a:lnTo>
                      <a:pt x="207836" y="90297"/>
                    </a:lnTo>
                    <a:lnTo>
                      <a:pt x="207836" y="72962"/>
                    </a:lnTo>
                    <a:lnTo>
                      <a:pt x="52483" y="72962"/>
                    </a:lnTo>
                    <a:lnTo>
                      <a:pt x="52483" y="90297"/>
                    </a:lnTo>
                    <a:close/>
                    <a:moveTo>
                      <a:pt x="164402" y="109347"/>
                    </a:moveTo>
                    <a:lnTo>
                      <a:pt x="0" y="109347"/>
                    </a:lnTo>
                    <a:lnTo>
                      <a:pt x="0" y="126778"/>
                    </a:lnTo>
                    <a:lnTo>
                      <a:pt x="164402" y="126778"/>
                    </a:lnTo>
                    <a:lnTo>
                      <a:pt x="164402" y="109347"/>
                    </a:lnTo>
                    <a:close/>
                    <a:moveTo>
                      <a:pt x="220218" y="90297"/>
                    </a:moveTo>
                    <a:lnTo>
                      <a:pt x="357378" y="90297"/>
                    </a:lnTo>
                    <a:lnTo>
                      <a:pt x="357378" y="72962"/>
                    </a:lnTo>
                    <a:lnTo>
                      <a:pt x="220218" y="72962"/>
                    </a:lnTo>
                    <a:lnTo>
                      <a:pt x="220218" y="90297"/>
                    </a:lnTo>
                    <a:close/>
                    <a:moveTo>
                      <a:pt x="97441" y="53816"/>
                    </a:moveTo>
                    <a:lnTo>
                      <a:pt x="357474" y="53816"/>
                    </a:lnTo>
                    <a:lnTo>
                      <a:pt x="357474" y="36481"/>
                    </a:lnTo>
                    <a:lnTo>
                      <a:pt x="97441" y="36481"/>
                    </a:lnTo>
                    <a:lnTo>
                      <a:pt x="97441" y="53816"/>
                    </a:lnTo>
                    <a:close/>
                    <a:moveTo>
                      <a:pt x="305371" y="0"/>
                    </a:moveTo>
                    <a:lnTo>
                      <a:pt x="305371" y="17335"/>
                    </a:lnTo>
                    <a:lnTo>
                      <a:pt x="357378" y="17335"/>
                    </a:lnTo>
                    <a:lnTo>
                      <a:pt x="357378" y="0"/>
                    </a:lnTo>
                    <a:lnTo>
                      <a:pt x="305371" y="0"/>
                    </a:lnTo>
                    <a:close/>
                    <a:moveTo>
                      <a:pt x="315659" y="126778"/>
                    </a:moveTo>
                    <a:lnTo>
                      <a:pt x="357378" y="126778"/>
                    </a:lnTo>
                    <a:lnTo>
                      <a:pt x="357378" y="109347"/>
                    </a:lnTo>
                    <a:lnTo>
                      <a:pt x="315659" y="109347"/>
                    </a:lnTo>
                    <a:lnTo>
                      <a:pt x="315659" y="126778"/>
                    </a:lnTo>
                    <a:close/>
                    <a:moveTo>
                      <a:pt x="120396" y="163259"/>
                    </a:moveTo>
                    <a:lnTo>
                      <a:pt x="222981" y="163259"/>
                    </a:lnTo>
                    <a:lnTo>
                      <a:pt x="222981" y="145828"/>
                    </a:lnTo>
                    <a:lnTo>
                      <a:pt x="120396" y="145828"/>
                    </a:lnTo>
                    <a:lnTo>
                      <a:pt x="120396" y="163259"/>
                    </a:lnTo>
                    <a:close/>
                    <a:moveTo>
                      <a:pt x="235363" y="163259"/>
                    </a:moveTo>
                    <a:lnTo>
                      <a:pt x="313563" y="163259"/>
                    </a:lnTo>
                    <a:lnTo>
                      <a:pt x="313563" y="145828"/>
                    </a:lnTo>
                    <a:lnTo>
                      <a:pt x="235363" y="145828"/>
                    </a:lnTo>
                    <a:lnTo>
                      <a:pt x="235363" y="163259"/>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31" name="Google Shape;1531;p48"/>
              <p:cNvSpPr/>
              <p:nvPr/>
            </p:nvSpPr>
            <p:spPr>
              <a:xfrm>
                <a:off x="7425594" y="1639728"/>
                <a:ext cx="353948" cy="180117"/>
              </a:xfrm>
              <a:custGeom>
                <a:avLst/>
                <a:gdLst/>
                <a:ahLst/>
                <a:cxnLst/>
                <a:rect l="l" t="t" r="r" b="b"/>
                <a:pathLst>
                  <a:path w="353948" h="180117" extrusionOk="0">
                    <a:moveTo>
                      <a:pt x="0" y="0"/>
                    </a:moveTo>
                    <a:lnTo>
                      <a:pt x="353949" y="0"/>
                    </a:lnTo>
                    <a:lnTo>
                      <a:pt x="353949" y="180118"/>
                    </a:lnTo>
                    <a:lnTo>
                      <a:pt x="0" y="180118"/>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532" name="Google Shape;1532;p48"/>
          <p:cNvGrpSpPr/>
          <p:nvPr/>
        </p:nvGrpSpPr>
        <p:grpSpPr>
          <a:xfrm>
            <a:off x="136103" y="321913"/>
            <a:ext cx="1153901" cy="1166750"/>
            <a:chOff x="6568493" y="8"/>
            <a:chExt cx="1820608" cy="1840590"/>
          </a:xfrm>
        </p:grpSpPr>
        <p:sp>
          <p:nvSpPr>
            <p:cNvPr id="1533" name="Google Shape;1533;p48"/>
            <p:cNvSpPr/>
            <p:nvPr/>
          </p:nvSpPr>
          <p:spPr>
            <a:xfrm>
              <a:off x="6737915" y="169351"/>
              <a:ext cx="1651185" cy="1671247"/>
            </a:xfrm>
            <a:custGeom>
              <a:avLst/>
              <a:gdLst/>
              <a:ahLst/>
              <a:cxnLst/>
              <a:rect l="l" t="t" r="r" b="b"/>
              <a:pathLst>
                <a:path w="1959864" h="1983676" extrusionOk="0">
                  <a:moveTo>
                    <a:pt x="1868520" y="0"/>
                  </a:moveTo>
                  <a:lnTo>
                    <a:pt x="91345" y="0"/>
                  </a:lnTo>
                  <a:cubicBezTo>
                    <a:pt x="40958" y="0"/>
                    <a:pt x="0" y="40958"/>
                    <a:pt x="0" y="91345"/>
                  </a:cubicBezTo>
                  <a:lnTo>
                    <a:pt x="0" y="1892427"/>
                  </a:lnTo>
                  <a:cubicBezTo>
                    <a:pt x="0" y="1942814"/>
                    <a:pt x="40958" y="1983677"/>
                    <a:pt x="91345" y="1983677"/>
                  </a:cubicBezTo>
                  <a:lnTo>
                    <a:pt x="1868520" y="1983677"/>
                  </a:lnTo>
                  <a:cubicBezTo>
                    <a:pt x="1918906" y="1983677"/>
                    <a:pt x="1959864" y="1942814"/>
                    <a:pt x="1959864" y="1892427"/>
                  </a:cubicBezTo>
                  <a:lnTo>
                    <a:pt x="1959864" y="91345"/>
                  </a:lnTo>
                  <a:cubicBezTo>
                    <a:pt x="1959864" y="40958"/>
                    <a:pt x="1918906" y="0"/>
                    <a:pt x="1868520" y="0"/>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34" name="Google Shape;1534;p48"/>
            <p:cNvSpPr/>
            <p:nvPr/>
          </p:nvSpPr>
          <p:spPr>
            <a:xfrm>
              <a:off x="6653203" y="8"/>
              <a:ext cx="1651185" cy="1671247"/>
            </a:xfrm>
            <a:custGeom>
              <a:avLst/>
              <a:gdLst/>
              <a:ahLst/>
              <a:cxnLst/>
              <a:rect l="l" t="t" r="r" b="b"/>
              <a:pathLst>
                <a:path w="1959864" h="1983676" extrusionOk="0">
                  <a:moveTo>
                    <a:pt x="1868519" y="0"/>
                  </a:moveTo>
                  <a:lnTo>
                    <a:pt x="91345" y="0"/>
                  </a:lnTo>
                  <a:cubicBezTo>
                    <a:pt x="40958" y="0"/>
                    <a:pt x="0" y="40958"/>
                    <a:pt x="0" y="91345"/>
                  </a:cubicBezTo>
                  <a:lnTo>
                    <a:pt x="0" y="1892427"/>
                  </a:lnTo>
                  <a:cubicBezTo>
                    <a:pt x="0" y="1942814"/>
                    <a:pt x="40958" y="1983677"/>
                    <a:pt x="91345" y="1983677"/>
                  </a:cubicBezTo>
                  <a:lnTo>
                    <a:pt x="1868519" y="1983677"/>
                  </a:lnTo>
                  <a:cubicBezTo>
                    <a:pt x="1918907" y="1983677"/>
                    <a:pt x="1959865" y="1942814"/>
                    <a:pt x="1959865" y="1892427"/>
                  </a:cubicBezTo>
                  <a:lnTo>
                    <a:pt x="1959865" y="91345"/>
                  </a:lnTo>
                  <a:cubicBezTo>
                    <a:pt x="1959865" y="40958"/>
                    <a:pt x="1918907" y="0"/>
                    <a:pt x="1868519" y="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535" name="Google Shape;1535;p48"/>
            <p:cNvGrpSpPr/>
            <p:nvPr/>
          </p:nvGrpSpPr>
          <p:grpSpPr>
            <a:xfrm>
              <a:off x="6568493" y="84720"/>
              <a:ext cx="1649109" cy="1669065"/>
              <a:chOff x="8921020" y="472154"/>
              <a:chExt cx="1959958" cy="1983676"/>
            </a:xfrm>
          </p:grpSpPr>
          <p:sp>
            <p:nvSpPr>
              <p:cNvPr id="1536" name="Google Shape;1536;p48"/>
              <p:cNvSpPr/>
              <p:nvPr/>
            </p:nvSpPr>
            <p:spPr>
              <a:xfrm>
                <a:off x="8921114" y="472154"/>
                <a:ext cx="1959864" cy="1983676"/>
              </a:xfrm>
              <a:custGeom>
                <a:avLst/>
                <a:gdLst/>
                <a:ahLst/>
                <a:cxnLst/>
                <a:rect l="l" t="t" r="r" b="b"/>
                <a:pathLst>
                  <a:path w="1959864" h="1983676" extrusionOk="0">
                    <a:moveTo>
                      <a:pt x="1959864" y="91345"/>
                    </a:moveTo>
                    <a:lnTo>
                      <a:pt x="1959864" y="1892427"/>
                    </a:lnTo>
                    <a:cubicBezTo>
                      <a:pt x="1959864" y="1942814"/>
                      <a:pt x="1918907" y="1983677"/>
                      <a:pt x="1868520" y="1983677"/>
                    </a:cubicBezTo>
                    <a:lnTo>
                      <a:pt x="91345" y="1983677"/>
                    </a:lnTo>
                    <a:cubicBezTo>
                      <a:pt x="40958" y="1983677"/>
                      <a:pt x="0" y="1942814"/>
                      <a:pt x="0" y="1892427"/>
                    </a:cubicBezTo>
                    <a:lnTo>
                      <a:pt x="0" y="91345"/>
                    </a:lnTo>
                    <a:cubicBezTo>
                      <a:pt x="0" y="40958"/>
                      <a:pt x="40958" y="0"/>
                      <a:pt x="91345" y="0"/>
                    </a:cubicBezTo>
                    <a:lnTo>
                      <a:pt x="1868520" y="0"/>
                    </a:lnTo>
                    <a:cubicBezTo>
                      <a:pt x="1918907" y="0"/>
                      <a:pt x="1959864" y="40958"/>
                      <a:pt x="1959864" y="91345"/>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37" name="Google Shape;1537;p48"/>
              <p:cNvSpPr/>
              <p:nvPr/>
            </p:nvSpPr>
            <p:spPr>
              <a:xfrm>
                <a:off x="8921020" y="472154"/>
                <a:ext cx="1959958" cy="172307"/>
              </a:xfrm>
              <a:custGeom>
                <a:avLst/>
                <a:gdLst/>
                <a:ahLst/>
                <a:cxnLst/>
                <a:rect l="l" t="t" r="r" b="b"/>
                <a:pathLst>
                  <a:path w="1959958" h="172307" extrusionOk="0">
                    <a:moveTo>
                      <a:pt x="1959959" y="91345"/>
                    </a:moveTo>
                    <a:lnTo>
                      <a:pt x="1959959" y="172307"/>
                    </a:lnTo>
                    <a:lnTo>
                      <a:pt x="0" y="172307"/>
                    </a:lnTo>
                    <a:lnTo>
                      <a:pt x="0" y="91345"/>
                    </a:lnTo>
                    <a:cubicBezTo>
                      <a:pt x="0" y="40958"/>
                      <a:pt x="40957" y="0"/>
                      <a:pt x="91344" y="0"/>
                    </a:cubicBezTo>
                    <a:lnTo>
                      <a:pt x="1868519" y="0"/>
                    </a:lnTo>
                    <a:cubicBezTo>
                      <a:pt x="1918906" y="0"/>
                      <a:pt x="1959864" y="40958"/>
                      <a:pt x="1959864" y="91345"/>
                    </a:cubicBezTo>
                    <a:close/>
                  </a:path>
                </a:pathLst>
              </a:custGeom>
              <a:solidFill>
                <a:srgbClr val="000000">
                  <a:alpha val="10060"/>
                </a:srgbClr>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538" name="Google Shape;1538;p48"/>
              <p:cNvGrpSpPr/>
              <p:nvPr/>
            </p:nvGrpSpPr>
            <p:grpSpPr>
              <a:xfrm>
                <a:off x="9011888" y="537781"/>
                <a:ext cx="255174" cy="64389"/>
                <a:chOff x="9011888" y="537781"/>
                <a:chExt cx="255174" cy="64389"/>
              </a:xfrm>
            </p:grpSpPr>
            <p:sp>
              <p:nvSpPr>
                <p:cNvPr id="1539" name="Google Shape;1539;p48"/>
                <p:cNvSpPr/>
                <p:nvPr/>
              </p:nvSpPr>
              <p:spPr>
                <a:xfrm>
                  <a:off x="9202673" y="537781"/>
                  <a:ext cx="64389" cy="64389"/>
                </a:xfrm>
                <a:custGeom>
                  <a:avLst/>
                  <a:gdLst/>
                  <a:ahLst/>
                  <a:cxnLst/>
                  <a:rect l="l" t="t" r="r" b="b"/>
                  <a:pathLst>
                    <a:path w="64389" h="64389" extrusionOk="0">
                      <a:moveTo>
                        <a:pt x="64389" y="32195"/>
                      </a:moveTo>
                      <a:cubicBezTo>
                        <a:pt x="64389" y="50006"/>
                        <a:pt x="50006" y="64389"/>
                        <a:pt x="32195" y="64389"/>
                      </a:cubicBezTo>
                      <a:cubicBezTo>
                        <a:pt x="14383" y="64389"/>
                        <a:pt x="0" y="50006"/>
                        <a:pt x="0" y="32195"/>
                      </a:cubicBezTo>
                      <a:cubicBezTo>
                        <a:pt x="0" y="14383"/>
                        <a:pt x="14383" y="0"/>
                        <a:pt x="32195" y="0"/>
                      </a:cubicBezTo>
                      <a:cubicBezTo>
                        <a:pt x="50006" y="0"/>
                        <a:pt x="64389" y="14383"/>
                        <a:pt x="64389" y="32195"/>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40" name="Google Shape;1540;p48"/>
                <p:cNvSpPr/>
                <p:nvPr/>
              </p:nvSpPr>
              <p:spPr>
                <a:xfrm>
                  <a:off x="9107233" y="537781"/>
                  <a:ext cx="64389" cy="64389"/>
                </a:xfrm>
                <a:custGeom>
                  <a:avLst/>
                  <a:gdLst/>
                  <a:ahLst/>
                  <a:cxnLst/>
                  <a:rect l="l" t="t" r="r" b="b"/>
                  <a:pathLst>
                    <a:path w="64389" h="64389" extrusionOk="0">
                      <a:moveTo>
                        <a:pt x="64389" y="32195"/>
                      </a:moveTo>
                      <a:cubicBezTo>
                        <a:pt x="64389" y="50006"/>
                        <a:pt x="50006" y="64389"/>
                        <a:pt x="32195" y="64389"/>
                      </a:cubicBezTo>
                      <a:cubicBezTo>
                        <a:pt x="14383" y="64389"/>
                        <a:pt x="0" y="50006"/>
                        <a:pt x="0" y="32195"/>
                      </a:cubicBezTo>
                      <a:cubicBezTo>
                        <a:pt x="0" y="14383"/>
                        <a:pt x="14383" y="0"/>
                        <a:pt x="32195" y="0"/>
                      </a:cubicBezTo>
                      <a:cubicBezTo>
                        <a:pt x="50006" y="0"/>
                        <a:pt x="64389" y="14383"/>
                        <a:pt x="64389" y="32195"/>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41" name="Google Shape;1541;p48"/>
                <p:cNvSpPr/>
                <p:nvPr/>
              </p:nvSpPr>
              <p:spPr>
                <a:xfrm>
                  <a:off x="9011888" y="537781"/>
                  <a:ext cx="64389" cy="64389"/>
                </a:xfrm>
                <a:custGeom>
                  <a:avLst/>
                  <a:gdLst/>
                  <a:ahLst/>
                  <a:cxnLst/>
                  <a:rect l="l" t="t" r="r" b="b"/>
                  <a:pathLst>
                    <a:path w="64389" h="64389" extrusionOk="0">
                      <a:moveTo>
                        <a:pt x="64389" y="32195"/>
                      </a:moveTo>
                      <a:cubicBezTo>
                        <a:pt x="64389" y="50006"/>
                        <a:pt x="50006" y="64389"/>
                        <a:pt x="32195" y="64389"/>
                      </a:cubicBezTo>
                      <a:cubicBezTo>
                        <a:pt x="14383" y="64389"/>
                        <a:pt x="0" y="50006"/>
                        <a:pt x="0" y="32195"/>
                      </a:cubicBezTo>
                      <a:cubicBezTo>
                        <a:pt x="0" y="14383"/>
                        <a:pt x="14383" y="0"/>
                        <a:pt x="32195" y="0"/>
                      </a:cubicBezTo>
                      <a:cubicBezTo>
                        <a:pt x="50006" y="0"/>
                        <a:pt x="64389" y="14383"/>
                        <a:pt x="64389" y="3219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542" name="Google Shape;1542;p48"/>
            <p:cNvGrpSpPr/>
            <p:nvPr/>
          </p:nvGrpSpPr>
          <p:grpSpPr>
            <a:xfrm>
              <a:off x="6795939" y="406335"/>
              <a:ext cx="1194216" cy="1228757"/>
              <a:chOff x="9191339" y="854392"/>
              <a:chExt cx="1419320" cy="1460372"/>
            </a:xfrm>
          </p:grpSpPr>
          <p:grpSp>
            <p:nvGrpSpPr>
              <p:cNvPr id="1543" name="Google Shape;1543;p48"/>
              <p:cNvGrpSpPr/>
              <p:nvPr/>
            </p:nvGrpSpPr>
            <p:grpSpPr>
              <a:xfrm>
                <a:off x="9191339" y="1884045"/>
                <a:ext cx="604932" cy="420243"/>
                <a:chOff x="9191339" y="1884045"/>
                <a:chExt cx="604932" cy="420243"/>
              </a:xfrm>
            </p:grpSpPr>
            <p:sp>
              <p:nvSpPr>
                <p:cNvPr id="1544" name="Google Shape;1544;p48"/>
                <p:cNvSpPr/>
                <p:nvPr/>
              </p:nvSpPr>
              <p:spPr>
                <a:xfrm>
                  <a:off x="9191339" y="1884045"/>
                  <a:ext cx="237077" cy="52959"/>
                </a:xfrm>
                <a:custGeom>
                  <a:avLst/>
                  <a:gdLst/>
                  <a:ahLst/>
                  <a:cxnLst/>
                  <a:rect l="l" t="t" r="r" b="b"/>
                  <a:pathLst>
                    <a:path w="237077" h="52959" extrusionOk="0">
                      <a:moveTo>
                        <a:pt x="0" y="0"/>
                      </a:moveTo>
                      <a:lnTo>
                        <a:pt x="237077" y="0"/>
                      </a:lnTo>
                      <a:lnTo>
                        <a:pt x="237077"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45" name="Google Shape;1545;p48"/>
                <p:cNvSpPr/>
                <p:nvPr/>
              </p:nvSpPr>
              <p:spPr>
                <a:xfrm>
                  <a:off x="9449466" y="1884045"/>
                  <a:ext cx="182498" cy="52959"/>
                </a:xfrm>
                <a:custGeom>
                  <a:avLst/>
                  <a:gdLst/>
                  <a:ahLst/>
                  <a:cxnLst/>
                  <a:rect l="l" t="t" r="r" b="b"/>
                  <a:pathLst>
                    <a:path w="182498" h="52959" extrusionOk="0">
                      <a:moveTo>
                        <a:pt x="0" y="0"/>
                      </a:moveTo>
                      <a:lnTo>
                        <a:pt x="182499" y="0"/>
                      </a:lnTo>
                      <a:lnTo>
                        <a:pt x="182499"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46" name="Google Shape;1546;p48"/>
                <p:cNvSpPr/>
                <p:nvPr/>
              </p:nvSpPr>
              <p:spPr>
                <a:xfrm>
                  <a:off x="9651396" y="1884045"/>
                  <a:ext cx="144875" cy="52959"/>
                </a:xfrm>
                <a:custGeom>
                  <a:avLst/>
                  <a:gdLst/>
                  <a:ahLst/>
                  <a:cxnLst/>
                  <a:rect l="l" t="t" r="r" b="b"/>
                  <a:pathLst>
                    <a:path w="144875" h="52959" extrusionOk="0">
                      <a:moveTo>
                        <a:pt x="0" y="0"/>
                      </a:moveTo>
                      <a:lnTo>
                        <a:pt x="144876" y="0"/>
                      </a:lnTo>
                      <a:lnTo>
                        <a:pt x="144876"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47" name="Google Shape;1547;p48"/>
                <p:cNvSpPr/>
                <p:nvPr/>
              </p:nvSpPr>
              <p:spPr>
                <a:xfrm>
                  <a:off x="9308306" y="2006536"/>
                  <a:ext cx="487965" cy="52959"/>
                </a:xfrm>
                <a:custGeom>
                  <a:avLst/>
                  <a:gdLst/>
                  <a:ahLst/>
                  <a:cxnLst/>
                  <a:rect l="l" t="t" r="r" b="b"/>
                  <a:pathLst>
                    <a:path w="487965" h="52959" extrusionOk="0">
                      <a:moveTo>
                        <a:pt x="0" y="0"/>
                      </a:moveTo>
                      <a:lnTo>
                        <a:pt x="487966" y="0"/>
                      </a:lnTo>
                      <a:lnTo>
                        <a:pt x="487966"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48" name="Google Shape;1548;p48"/>
                <p:cNvSpPr/>
                <p:nvPr/>
              </p:nvSpPr>
              <p:spPr>
                <a:xfrm>
                  <a:off x="9191339" y="2006536"/>
                  <a:ext cx="89630" cy="52959"/>
                </a:xfrm>
                <a:custGeom>
                  <a:avLst/>
                  <a:gdLst/>
                  <a:ahLst/>
                  <a:cxnLst/>
                  <a:rect l="l" t="t" r="r" b="b"/>
                  <a:pathLst>
                    <a:path w="89630" h="52959" extrusionOk="0">
                      <a:moveTo>
                        <a:pt x="0" y="0"/>
                      </a:moveTo>
                      <a:lnTo>
                        <a:pt x="89630" y="0"/>
                      </a:lnTo>
                      <a:lnTo>
                        <a:pt x="89630"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49" name="Google Shape;1549;p48"/>
                <p:cNvSpPr/>
                <p:nvPr/>
              </p:nvSpPr>
              <p:spPr>
                <a:xfrm>
                  <a:off x="9460325" y="2128932"/>
                  <a:ext cx="230790" cy="52959"/>
                </a:xfrm>
                <a:custGeom>
                  <a:avLst/>
                  <a:gdLst/>
                  <a:ahLst/>
                  <a:cxnLst/>
                  <a:rect l="l" t="t" r="r" b="b"/>
                  <a:pathLst>
                    <a:path w="230790" h="52959" extrusionOk="0">
                      <a:moveTo>
                        <a:pt x="0" y="0"/>
                      </a:moveTo>
                      <a:lnTo>
                        <a:pt x="230791" y="0"/>
                      </a:lnTo>
                      <a:lnTo>
                        <a:pt x="230791"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50" name="Google Shape;1550;p48"/>
                <p:cNvSpPr/>
                <p:nvPr/>
              </p:nvSpPr>
              <p:spPr>
                <a:xfrm>
                  <a:off x="9713023" y="2128932"/>
                  <a:ext cx="83248" cy="52959"/>
                </a:xfrm>
                <a:custGeom>
                  <a:avLst/>
                  <a:gdLst/>
                  <a:ahLst/>
                  <a:cxnLst/>
                  <a:rect l="l" t="t" r="r" b="b"/>
                  <a:pathLst>
                    <a:path w="83248" h="52959" extrusionOk="0">
                      <a:moveTo>
                        <a:pt x="0" y="0"/>
                      </a:moveTo>
                      <a:lnTo>
                        <a:pt x="83248" y="0"/>
                      </a:lnTo>
                      <a:lnTo>
                        <a:pt x="83248"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51" name="Google Shape;1551;p48"/>
                <p:cNvSpPr/>
                <p:nvPr/>
              </p:nvSpPr>
              <p:spPr>
                <a:xfrm>
                  <a:off x="9191339" y="2128932"/>
                  <a:ext cx="247935" cy="52959"/>
                </a:xfrm>
                <a:custGeom>
                  <a:avLst/>
                  <a:gdLst/>
                  <a:ahLst/>
                  <a:cxnLst/>
                  <a:rect l="l" t="t" r="r" b="b"/>
                  <a:pathLst>
                    <a:path w="247935" h="52959" extrusionOk="0">
                      <a:moveTo>
                        <a:pt x="0" y="0"/>
                      </a:moveTo>
                      <a:lnTo>
                        <a:pt x="247936" y="0"/>
                      </a:lnTo>
                      <a:lnTo>
                        <a:pt x="247936"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52" name="Google Shape;1552;p48"/>
                <p:cNvSpPr/>
                <p:nvPr/>
              </p:nvSpPr>
              <p:spPr>
                <a:xfrm>
                  <a:off x="9365170" y="2251329"/>
                  <a:ext cx="200977" cy="52959"/>
                </a:xfrm>
                <a:custGeom>
                  <a:avLst/>
                  <a:gdLst/>
                  <a:ahLst/>
                  <a:cxnLst/>
                  <a:rect l="l" t="t" r="r" b="b"/>
                  <a:pathLst>
                    <a:path w="200977" h="52959" extrusionOk="0">
                      <a:moveTo>
                        <a:pt x="0" y="0"/>
                      </a:moveTo>
                      <a:lnTo>
                        <a:pt x="200977" y="0"/>
                      </a:lnTo>
                      <a:lnTo>
                        <a:pt x="200977"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53" name="Google Shape;1553;p48"/>
                <p:cNvSpPr/>
                <p:nvPr/>
              </p:nvSpPr>
              <p:spPr>
                <a:xfrm>
                  <a:off x="9191339" y="2251329"/>
                  <a:ext cx="151256" cy="52959"/>
                </a:xfrm>
                <a:custGeom>
                  <a:avLst/>
                  <a:gdLst/>
                  <a:ahLst/>
                  <a:cxnLst/>
                  <a:rect l="l" t="t" r="r" b="b"/>
                  <a:pathLst>
                    <a:path w="151256" h="52959" extrusionOk="0">
                      <a:moveTo>
                        <a:pt x="0" y="0"/>
                      </a:moveTo>
                      <a:lnTo>
                        <a:pt x="151257" y="0"/>
                      </a:lnTo>
                      <a:lnTo>
                        <a:pt x="151257"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554" name="Google Shape;1554;p48"/>
              <p:cNvGrpSpPr/>
              <p:nvPr/>
            </p:nvGrpSpPr>
            <p:grpSpPr>
              <a:xfrm>
                <a:off x="10004774" y="854392"/>
                <a:ext cx="604932" cy="420243"/>
                <a:chOff x="10004774" y="854392"/>
                <a:chExt cx="604932" cy="420243"/>
              </a:xfrm>
            </p:grpSpPr>
            <p:sp>
              <p:nvSpPr>
                <p:cNvPr id="1555" name="Google Shape;1555;p48"/>
                <p:cNvSpPr/>
                <p:nvPr/>
              </p:nvSpPr>
              <p:spPr>
                <a:xfrm>
                  <a:off x="10004774" y="854392"/>
                  <a:ext cx="237077" cy="52959"/>
                </a:xfrm>
                <a:custGeom>
                  <a:avLst/>
                  <a:gdLst/>
                  <a:ahLst/>
                  <a:cxnLst/>
                  <a:rect l="l" t="t" r="r" b="b"/>
                  <a:pathLst>
                    <a:path w="237077" h="52959" extrusionOk="0">
                      <a:moveTo>
                        <a:pt x="0" y="0"/>
                      </a:moveTo>
                      <a:lnTo>
                        <a:pt x="237077" y="0"/>
                      </a:lnTo>
                      <a:lnTo>
                        <a:pt x="237077"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56" name="Google Shape;1556;p48"/>
                <p:cNvSpPr/>
                <p:nvPr/>
              </p:nvSpPr>
              <p:spPr>
                <a:xfrm>
                  <a:off x="10262901" y="854392"/>
                  <a:ext cx="182498" cy="52959"/>
                </a:xfrm>
                <a:custGeom>
                  <a:avLst/>
                  <a:gdLst/>
                  <a:ahLst/>
                  <a:cxnLst/>
                  <a:rect l="l" t="t" r="r" b="b"/>
                  <a:pathLst>
                    <a:path w="182498" h="52959" extrusionOk="0">
                      <a:moveTo>
                        <a:pt x="0" y="0"/>
                      </a:moveTo>
                      <a:lnTo>
                        <a:pt x="182498" y="0"/>
                      </a:lnTo>
                      <a:lnTo>
                        <a:pt x="182498"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57" name="Google Shape;1557;p48"/>
                <p:cNvSpPr/>
                <p:nvPr/>
              </p:nvSpPr>
              <p:spPr>
                <a:xfrm>
                  <a:off x="10464831" y="854392"/>
                  <a:ext cx="144875" cy="52959"/>
                </a:xfrm>
                <a:custGeom>
                  <a:avLst/>
                  <a:gdLst/>
                  <a:ahLst/>
                  <a:cxnLst/>
                  <a:rect l="l" t="t" r="r" b="b"/>
                  <a:pathLst>
                    <a:path w="144875" h="52959" extrusionOk="0">
                      <a:moveTo>
                        <a:pt x="0" y="0"/>
                      </a:moveTo>
                      <a:lnTo>
                        <a:pt x="144875" y="0"/>
                      </a:lnTo>
                      <a:lnTo>
                        <a:pt x="144875"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58" name="Google Shape;1558;p48"/>
                <p:cNvSpPr/>
                <p:nvPr/>
              </p:nvSpPr>
              <p:spPr>
                <a:xfrm>
                  <a:off x="10121741" y="976788"/>
                  <a:ext cx="487965" cy="52959"/>
                </a:xfrm>
                <a:custGeom>
                  <a:avLst/>
                  <a:gdLst/>
                  <a:ahLst/>
                  <a:cxnLst/>
                  <a:rect l="l" t="t" r="r" b="b"/>
                  <a:pathLst>
                    <a:path w="487965" h="52959" extrusionOk="0">
                      <a:moveTo>
                        <a:pt x="0" y="0"/>
                      </a:moveTo>
                      <a:lnTo>
                        <a:pt x="487966" y="0"/>
                      </a:lnTo>
                      <a:lnTo>
                        <a:pt x="487966"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59" name="Google Shape;1559;p48"/>
                <p:cNvSpPr/>
                <p:nvPr/>
              </p:nvSpPr>
              <p:spPr>
                <a:xfrm>
                  <a:off x="10004774" y="976788"/>
                  <a:ext cx="89630" cy="52959"/>
                </a:xfrm>
                <a:custGeom>
                  <a:avLst/>
                  <a:gdLst/>
                  <a:ahLst/>
                  <a:cxnLst/>
                  <a:rect l="l" t="t" r="r" b="b"/>
                  <a:pathLst>
                    <a:path w="89630" h="52959" extrusionOk="0">
                      <a:moveTo>
                        <a:pt x="0" y="0"/>
                      </a:moveTo>
                      <a:lnTo>
                        <a:pt x="89630" y="0"/>
                      </a:lnTo>
                      <a:lnTo>
                        <a:pt x="89630"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60" name="Google Shape;1560;p48"/>
                <p:cNvSpPr/>
                <p:nvPr/>
              </p:nvSpPr>
              <p:spPr>
                <a:xfrm>
                  <a:off x="10273760" y="1099280"/>
                  <a:ext cx="230790" cy="52959"/>
                </a:xfrm>
                <a:custGeom>
                  <a:avLst/>
                  <a:gdLst/>
                  <a:ahLst/>
                  <a:cxnLst/>
                  <a:rect l="l" t="t" r="r" b="b"/>
                  <a:pathLst>
                    <a:path w="230790" h="52959" extrusionOk="0">
                      <a:moveTo>
                        <a:pt x="0" y="0"/>
                      </a:moveTo>
                      <a:lnTo>
                        <a:pt x="230790" y="0"/>
                      </a:lnTo>
                      <a:lnTo>
                        <a:pt x="230790"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61" name="Google Shape;1561;p48"/>
                <p:cNvSpPr/>
                <p:nvPr/>
              </p:nvSpPr>
              <p:spPr>
                <a:xfrm>
                  <a:off x="10526458" y="1099280"/>
                  <a:ext cx="83248" cy="52959"/>
                </a:xfrm>
                <a:custGeom>
                  <a:avLst/>
                  <a:gdLst/>
                  <a:ahLst/>
                  <a:cxnLst/>
                  <a:rect l="l" t="t" r="r" b="b"/>
                  <a:pathLst>
                    <a:path w="83248" h="52959" extrusionOk="0">
                      <a:moveTo>
                        <a:pt x="0" y="0"/>
                      </a:moveTo>
                      <a:lnTo>
                        <a:pt x="83249" y="0"/>
                      </a:lnTo>
                      <a:lnTo>
                        <a:pt x="83249"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62" name="Google Shape;1562;p48"/>
                <p:cNvSpPr/>
                <p:nvPr/>
              </p:nvSpPr>
              <p:spPr>
                <a:xfrm>
                  <a:off x="10004774" y="1099280"/>
                  <a:ext cx="247935" cy="52959"/>
                </a:xfrm>
                <a:custGeom>
                  <a:avLst/>
                  <a:gdLst/>
                  <a:ahLst/>
                  <a:cxnLst/>
                  <a:rect l="l" t="t" r="r" b="b"/>
                  <a:pathLst>
                    <a:path w="247935" h="52959" extrusionOk="0">
                      <a:moveTo>
                        <a:pt x="0" y="0"/>
                      </a:moveTo>
                      <a:lnTo>
                        <a:pt x="247936" y="0"/>
                      </a:lnTo>
                      <a:lnTo>
                        <a:pt x="247936"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63" name="Google Shape;1563;p48"/>
                <p:cNvSpPr/>
                <p:nvPr/>
              </p:nvSpPr>
              <p:spPr>
                <a:xfrm>
                  <a:off x="10178700" y="1221676"/>
                  <a:ext cx="200977" cy="52959"/>
                </a:xfrm>
                <a:custGeom>
                  <a:avLst/>
                  <a:gdLst/>
                  <a:ahLst/>
                  <a:cxnLst/>
                  <a:rect l="l" t="t" r="r" b="b"/>
                  <a:pathLst>
                    <a:path w="200977" h="52959" extrusionOk="0">
                      <a:moveTo>
                        <a:pt x="0" y="0"/>
                      </a:moveTo>
                      <a:lnTo>
                        <a:pt x="200977" y="0"/>
                      </a:lnTo>
                      <a:lnTo>
                        <a:pt x="200977"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64" name="Google Shape;1564;p48"/>
                <p:cNvSpPr/>
                <p:nvPr/>
              </p:nvSpPr>
              <p:spPr>
                <a:xfrm>
                  <a:off x="10004774" y="1221676"/>
                  <a:ext cx="151256" cy="52959"/>
                </a:xfrm>
                <a:custGeom>
                  <a:avLst/>
                  <a:gdLst/>
                  <a:ahLst/>
                  <a:cxnLst/>
                  <a:rect l="l" t="t" r="r" b="b"/>
                  <a:pathLst>
                    <a:path w="151256" h="52959" extrusionOk="0">
                      <a:moveTo>
                        <a:pt x="0" y="0"/>
                      </a:moveTo>
                      <a:lnTo>
                        <a:pt x="151257" y="0"/>
                      </a:lnTo>
                      <a:lnTo>
                        <a:pt x="151257"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565" name="Google Shape;1565;p48"/>
              <p:cNvGrpSpPr/>
              <p:nvPr/>
            </p:nvGrpSpPr>
            <p:grpSpPr>
              <a:xfrm>
                <a:off x="10004774" y="1374362"/>
                <a:ext cx="604932" cy="303466"/>
                <a:chOff x="10004774" y="1374362"/>
                <a:chExt cx="604932" cy="303466"/>
              </a:xfrm>
            </p:grpSpPr>
            <p:sp>
              <p:nvSpPr>
                <p:cNvPr id="1566" name="Google Shape;1566;p48"/>
                <p:cNvSpPr/>
                <p:nvPr/>
              </p:nvSpPr>
              <p:spPr>
                <a:xfrm>
                  <a:off x="10004774" y="1374362"/>
                  <a:ext cx="237077" cy="52959"/>
                </a:xfrm>
                <a:custGeom>
                  <a:avLst/>
                  <a:gdLst/>
                  <a:ahLst/>
                  <a:cxnLst/>
                  <a:rect l="l" t="t" r="r" b="b"/>
                  <a:pathLst>
                    <a:path w="237077" h="52959" extrusionOk="0">
                      <a:moveTo>
                        <a:pt x="0" y="0"/>
                      </a:moveTo>
                      <a:lnTo>
                        <a:pt x="237077" y="0"/>
                      </a:lnTo>
                      <a:lnTo>
                        <a:pt x="237077"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67" name="Google Shape;1567;p48"/>
                <p:cNvSpPr/>
                <p:nvPr/>
              </p:nvSpPr>
              <p:spPr>
                <a:xfrm>
                  <a:off x="10262901" y="1374362"/>
                  <a:ext cx="182498" cy="52959"/>
                </a:xfrm>
                <a:custGeom>
                  <a:avLst/>
                  <a:gdLst/>
                  <a:ahLst/>
                  <a:cxnLst/>
                  <a:rect l="l" t="t" r="r" b="b"/>
                  <a:pathLst>
                    <a:path w="182498" h="52959" extrusionOk="0">
                      <a:moveTo>
                        <a:pt x="0" y="0"/>
                      </a:moveTo>
                      <a:lnTo>
                        <a:pt x="182498" y="0"/>
                      </a:lnTo>
                      <a:lnTo>
                        <a:pt x="182498"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68" name="Google Shape;1568;p48"/>
                <p:cNvSpPr/>
                <p:nvPr/>
              </p:nvSpPr>
              <p:spPr>
                <a:xfrm>
                  <a:off x="10464831" y="1374362"/>
                  <a:ext cx="144875" cy="52959"/>
                </a:xfrm>
                <a:custGeom>
                  <a:avLst/>
                  <a:gdLst/>
                  <a:ahLst/>
                  <a:cxnLst/>
                  <a:rect l="l" t="t" r="r" b="b"/>
                  <a:pathLst>
                    <a:path w="144875" h="52959" extrusionOk="0">
                      <a:moveTo>
                        <a:pt x="0" y="0"/>
                      </a:moveTo>
                      <a:lnTo>
                        <a:pt x="144875" y="0"/>
                      </a:lnTo>
                      <a:lnTo>
                        <a:pt x="144875"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69" name="Google Shape;1569;p48"/>
                <p:cNvSpPr/>
                <p:nvPr/>
              </p:nvSpPr>
              <p:spPr>
                <a:xfrm>
                  <a:off x="10273760" y="1502378"/>
                  <a:ext cx="230790" cy="52959"/>
                </a:xfrm>
                <a:custGeom>
                  <a:avLst/>
                  <a:gdLst/>
                  <a:ahLst/>
                  <a:cxnLst/>
                  <a:rect l="l" t="t" r="r" b="b"/>
                  <a:pathLst>
                    <a:path w="230790" h="52959" extrusionOk="0">
                      <a:moveTo>
                        <a:pt x="0" y="0"/>
                      </a:moveTo>
                      <a:lnTo>
                        <a:pt x="230790" y="0"/>
                      </a:lnTo>
                      <a:lnTo>
                        <a:pt x="230790"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70" name="Google Shape;1570;p48"/>
                <p:cNvSpPr/>
                <p:nvPr/>
              </p:nvSpPr>
              <p:spPr>
                <a:xfrm>
                  <a:off x="10526458" y="1502378"/>
                  <a:ext cx="83248" cy="52959"/>
                </a:xfrm>
                <a:custGeom>
                  <a:avLst/>
                  <a:gdLst/>
                  <a:ahLst/>
                  <a:cxnLst/>
                  <a:rect l="l" t="t" r="r" b="b"/>
                  <a:pathLst>
                    <a:path w="83248" h="52959" extrusionOk="0">
                      <a:moveTo>
                        <a:pt x="0" y="0"/>
                      </a:moveTo>
                      <a:lnTo>
                        <a:pt x="83249" y="0"/>
                      </a:lnTo>
                      <a:lnTo>
                        <a:pt x="83249"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71" name="Google Shape;1571;p48"/>
                <p:cNvSpPr/>
                <p:nvPr/>
              </p:nvSpPr>
              <p:spPr>
                <a:xfrm>
                  <a:off x="10004774" y="1502378"/>
                  <a:ext cx="247935" cy="52959"/>
                </a:xfrm>
                <a:custGeom>
                  <a:avLst/>
                  <a:gdLst/>
                  <a:ahLst/>
                  <a:cxnLst/>
                  <a:rect l="l" t="t" r="r" b="b"/>
                  <a:pathLst>
                    <a:path w="247935" h="52959" extrusionOk="0">
                      <a:moveTo>
                        <a:pt x="0" y="0"/>
                      </a:moveTo>
                      <a:lnTo>
                        <a:pt x="247936" y="0"/>
                      </a:lnTo>
                      <a:lnTo>
                        <a:pt x="247936"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72" name="Google Shape;1572;p48"/>
                <p:cNvSpPr/>
                <p:nvPr/>
              </p:nvSpPr>
              <p:spPr>
                <a:xfrm>
                  <a:off x="10178700" y="1624869"/>
                  <a:ext cx="200977" cy="52959"/>
                </a:xfrm>
                <a:custGeom>
                  <a:avLst/>
                  <a:gdLst/>
                  <a:ahLst/>
                  <a:cxnLst/>
                  <a:rect l="l" t="t" r="r" b="b"/>
                  <a:pathLst>
                    <a:path w="200977" h="52959" extrusionOk="0">
                      <a:moveTo>
                        <a:pt x="0" y="0"/>
                      </a:moveTo>
                      <a:lnTo>
                        <a:pt x="200977" y="0"/>
                      </a:lnTo>
                      <a:lnTo>
                        <a:pt x="200977"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73" name="Google Shape;1573;p48"/>
                <p:cNvSpPr/>
                <p:nvPr/>
              </p:nvSpPr>
              <p:spPr>
                <a:xfrm>
                  <a:off x="10004774" y="1624869"/>
                  <a:ext cx="151256" cy="52959"/>
                </a:xfrm>
                <a:custGeom>
                  <a:avLst/>
                  <a:gdLst/>
                  <a:ahLst/>
                  <a:cxnLst/>
                  <a:rect l="l" t="t" r="r" b="b"/>
                  <a:pathLst>
                    <a:path w="151256" h="52959" extrusionOk="0">
                      <a:moveTo>
                        <a:pt x="0" y="0"/>
                      </a:moveTo>
                      <a:lnTo>
                        <a:pt x="151257" y="0"/>
                      </a:lnTo>
                      <a:lnTo>
                        <a:pt x="151257" y="52959"/>
                      </a:lnTo>
                      <a:lnTo>
                        <a:pt x="0" y="52959"/>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574" name="Google Shape;1574;p48"/>
              <p:cNvSpPr/>
              <p:nvPr/>
            </p:nvSpPr>
            <p:spPr>
              <a:xfrm>
                <a:off x="10004774" y="1875948"/>
                <a:ext cx="605885" cy="438816"/>
              </a:xfrm>
              <a:custGeom>
                <a:avLst/>
                <a:gdLst/>
                <a:ahLst/>
                <a:cxnLst/>
                <a:rect l="l" t="t" r="r" b="b"/>
                <a:pathLst>
                  <a:path w="605885" h="438816" extrusionOk="0">
                    <a:moveTo>
                      <a:pt x="572167" y="0"/>
                    </a:moveTo>
                    <a:cubicBezTo>
                      <a:pt x="590789" y="0"/>
                      <a:pt x="605885" y="15096"/>
                      <a:pt x="605885" y="33718"/>
                    </a:cubicBezTo>
                    <a:lnTo>
                      <a:pt x="605885" y="405098"/>
                    </a:lnTo>
                    <a:cubicBezTo>
                      <a:pt x="605885" y="423720"/>
                      <a:pt x="590789" y="438817"/>
                      <a:pt x="572167" y="438817"/>
                    </a:cubicBezTo>
                    <a:lnTo>
                      <a:pt x="33718" y="438817"/>
                    </a:lnTo>
                    <a:cubicBezTo>
                      <a:pt x="15096" y="438817"/>
                      <a:pt x="0" y="423720"/>
                      <a:pt x="0" y="405098"/>
                    </a:cubicBezTo>
                    <a:lnTo>
                      <a:pt x="0" y="33718"/>
                    </a:lnTo>
                    <a:cubicBezTo>
                      <a:pt x="0" y="15096"/>
                      <a:pt x="15096" y="0"/>
                      <a:pt x="33718" y="0"/>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75" name="Google Shape;1575;p48"/>
              <p:cNvSpPr/>
              <p:nvPr/>
            </p:nvSpPr>
            <p:spPr>
              <a:xfrm>
                <a:off x="9191339" y="860202"/>
                <a:ext cx="605885" cy="815149"/>
              </a:xfrm>
              <a:custGeom>
                <a:avLst/>
                <a:gdLst/>
                <a:ahLst/>
                <a:cxnLst/>
                <a:rect l="l" t="t" r="r" b="b"/>
                <a:pathLst>
                  <a:path w="605885" h="815149" extrusionOk="0">
                    <a:moveTo>
                      <a:pt x="554260" y="0"/>
                    </a:moveTo>
                    <a:cubicBezTo>
                      <a:pt x="582772" y="0"/>
                      <a:pt x="605885" y="23114"/>
                      <a:pt x="605885" y="51625"/>
                    </a:cubicBezTo>
                    <a:lnTo>
                      <a:pt x="605885" y="763524"/>
                    </a:lnTo>
                    <a:cubicBezTo>
                      <a:pt x="605885" y="792036"/>
                      <a:pt x="582771" y="815150"/>
                      <a:pt x="554260" y="815150"/>
                    </a:cubicBezTo>
                    <a:lnTo>
                      <a:pt x="51625" y="815150"/>
                    </a:lnTo>
                    <a:cubicBezTo>
                      <a:pt x="23113" y="815150"/>
                      <a:pt x="0" y="792036"/>
                      <a:pt x="0" y="763524"/>
                    </a:cubicBezTo>
                    <a:lnTo>
                      <a:pt x="0" y="51625"/>
                    </a:lnTo>
                    <a:cubicBezTo>
                      <a:pt x="0" y="23114"/>
                      <a:pt x="23113" y="0"/>
                      <a:pt x="51625" y="0"/>
                    </a:cubicBezTo>
                    <a:close/>
                  </a:path>
                </a:pathLst>
              </a:custGeom>
              <a:solidFill>
                <a:schemeClr val="accent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576" name="Google Shape;1576;p48"/>
            <p:cNvGrpSpPr/>
            <p:nvPr/>
          </p:nvGrpSpPr>
          <p:grpSpPr>
            <a:xfrm>
              <a:off x="6717319" y="354723"/>
              <a:ext cx="656533" cy="799751"/>
              <a:chOff x="9097899" y="793051"/>
              <a:chExt cx="780287" cy="950500"/>
            </a:xfrm>
          </p:grpSpPr>
          <p:grpSp>
            <p:nvGrpSpPr>
              <p:cNvPr id="1577" name="Google Shape;1577;p48"/>
              <p:cNvGrpSpPr/>
              <p:nvPr/>
            </p:nvGrpSpPr>
            <p:grpSpPr>
              <a:xfrm>
                <a:off x="9118758" y="814006"/>
                <a:ext cx="747999" cy="918020"/>
                <a:chOff x="9118758" y="814006"/>
                <a:chExt cx="747999" cy="918020"/>
              </a:xfrm>
            </p:grpSpPr>
            <p:sp>
              <p:nvSpPr>
                <p:cNvPr id="1578" name="Google Shape;1578;p48"/>
                <p:cNvSpPr/>
                <p:nvPr/>
              </p:nvSpPr>
              <p:spPr>
                <a:xfrm>
                  <a:off x="9131522" y="1722501"/>
                  <a:ext cx="700277" cy="9525"/>
                </a:xfrm>
                <a:custGeom>
                  <a:avLst/>
                  <a:gdLst/>
                  <a:ahLst/>
                  <a:cxnLst/>
                  <a:rect l="l" t="t" r="r" b="b"/>
                  <a:pathLst>
                    <a:path w="700277" h="9525" extrusionOk="0">
                      <a:moveTo>
                        <a:pt x="700278" y="0"/>
                      </a:moveTo>
                      <a:lnTo>
                        <a:pt x="0" y="0"/>
                      </a:lnTo>
                    </a:path>
                  </a:pathLst>
                </a:custGeom>
                <a:solidFill>
                  <a:schemeClr val="dk1"/>
                </a:solidFill>
                <a:ln w="12750" cap="rnd" cmpd="sng">
                  <a:solidFill>
                    <a:schemeClr val="dk1"/>
                  </a:solidFill>
                  <a:prstDash val="dashDot"/>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79" name="Google Shape;1579;p48"/>
                <p:cNvSpPr/>
                <p:nvPr/>
              </p:nvSpPr>
              <p:spPr>
                <a:xfrm>
                  <a:off x="9118758" y="826579"/>
                  <a:ext cx="9525" cy="870680"/>
                </a:xfrm>
                <a:custGeom>
                  <a:avLst/>
                  <a:gdLst/>
                  <a:ahLst/>
                  <a:cxnLst/>
                  <a:rect l="l" t="t" r="r" b="b"/>
                  <a:pathLst>
                    <a:path w="9525" h="870680" extrusionOk="0">
                      <a:moveTo>
                        <a:pt x="0" y="870680"/>
                      </a:moveTo>
                      <a:lnTo>
                        <a:pt x="0" y="0"/>
                      </a:lnTo>
                    </a:path>
                  </a:pathLst>
                </a:custGeom>
                <a:solidFill>
                  <a:schemeClr val="dk1"/>
                </a:solidFill>
                <a:ln w="12750" cap="rnd" cmpd="sng">
                  <a:solidFill>
                    <a:schemeClr val="dk1"/>
                  </a:solidFill>
                  <a:prstDash val="dashDot"/>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80" name="Google Shape;1580;p48"/>
                <p:cNvSpPr/>
                <p:nvPr/>
              </p:nvSpPr>
              <p:spPr>
                <a:xfrm>
                  <a:off x="9144285" y="814006"/>
                  <a:ext cx="700277" cy="9525"/>
                </a:xfrm>
                <a:custGeom>
                  <a:avLst/>
                  <a:gdLst/>
                  <a:ahLst/>
                  <a:cxnLst/>
                  <a:rect l="l" t="t" r="r" b="b"/>
                  <a:pathLst>
                    <a:path w="700277" h="9525" extrusionOk="0">
                      <a:moveTo>
                        <a:pt x="0" y="0"/>
                      </a:moveTo>
                      <a:lnTo>
                        <a:pt x="700278" y="0"/>
                      </a:lnTo>
                    </a:path>
                  </a:pathLst>
                </a:custGeom>
                <a:solidFill>
                  <a:schemeClr val="dk1"/>
                </a:solidFill>
                <a:ln w="12750" cap="rnd" cmpd="sng">
                  <a:solidFill>
                    <a:schemeClr val="dk1"/>
                  </a:solidFill>
                  <a:prstDash val="dashDot"/>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81" name="Google Shape;1581;p48"/>
                <p:cNvSpPr/>
                <p:nvPr/>
              </p:nvSpPr>
              <p:spPr>
                <a:xfrm>
                  <a:off x="9857232" y="839247"/>
                  <a:ext cx="9525" cy="870680"/>
                </a:xfrm>
                <a:custGeom>
                  <a:avLst/>
                  <a:gdLst/>
                  <a:ahLst/>
                  <a:cxnLst/>
                  <a:rect l="l" t="t" r="r" b="b"/>
                  <a:pathLst>
                    <a:path w="9525" h="870680" extrusionOk="0">
                      <a:moveTo>
                        <a:pt x="0" y="0"/>
                      </a:moveTo>
                      <a:lnTo>
                        <a:pt x="0" y="870680"/>
                      </a:lnTo>
                    </a:path>
                  </a:pathLst>
                </a:custGeom>
                <a:solidFill>
                  <a:schemeClr val="dk1"/>
                </a:solidFill>
                <a:ln w="12750" cap="rnd" cmpd="sng">
                  <a:solidFill>
                    <a:schemeClr val="dk1"/>
                  </a:solidFill>
                  <a:prstDash val="dashDot"/>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582" name="Google Shape;1582;p48"/>
              <p:cNvGrpSpPr/>
              <p:nvPr/>
            </p:nvGrpSpPr>
            <p:grpSpPr>
              <a:xfrm>
                <a:off x="9097899" y="793051"/>
                <a:ext cx="780287" cy="950500"/>
                <a:chOff x="9097899" y="793051"/>
                <a:chExt cx="780287" cy="950500"/>
              </a:xfrm>
            </p:grpSpPr>
            <p:grpSp>
              <p:nvGrpSpPr>
                <p:cNvPr id="1583" name="Google Shape;1583;p48"/>
                <p:cNvGrpSpPr/>
                <p:nvPr/>
              </p:nvGrpSpPr>
              <p:grpSpPr>
                <a:xfrm>
                  <a:off x="9097899" y="793051"/>
                  <a:ext cx="780287" cy="41909"/>
                  <a:chOff x="9097899" y="793051"/>
                  <a:chExt cx="780287" cy="41909"/>
                </a:xfrm>
              </p:grpSpPr>
              <p:sp>
                <p:nvSpPr>
                  <p:cNvPr id="1584" name="Google Shape;1584;p48"/>
                  <p:cNvSpPr/>
                  <p:nvPr/>
                </p:nvSpPr>
                <p:spPr>
                  <a:xfrm>
                    <a:off x="9097899" y="793051"/>
                    <a:ext cx="41909" cy="41909"/>
                  </a:xfrm>
                  <a:custGeom>
                    <a:avLst/>
                    <a:gdLst/>
                    <a:ahLst/>
                    <a:cxnLst/>
                    <a:rect l="l" t="t" r="r" b="b"/>
                    <a:pathLst>
                      <a:path w="41909" h="41909" extrusionOk="0">
                        <a:moveTo>
                          <a:pt x="0" y="0"/>
                        </a:moveTo>
                        <a:lnTo>
                          <a:pt x="41910" y="0"/>
                        </a:lnTo>
                        <a:lnTo>
                          <a:pt x="41910" y="41910"/>
                        </a:lnTo>
                        <a:lnTo>
                          <a:pt x="0" y="4191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85" name="Google Shape;1585;p48"/>
                  <p:cNvSpPr/>
                  <p:nvPr/>
                </p:nvSpPr>
                <p:spPr>
                  <a:xfrm>
                    <a:off x="9467088" y="793051"/>
                    <a:ext cx="41909" cy="41909"/>
                  </a:xfrm>
                  <a:custGeom>
                    <a:avLst/>
                    <a:gdLst/>
                    <a:ahLst/>
                    <a:cxnLst/>
                    <a:rect l="l" t="t" r="r" b="b"/>
                    <a:pathLst>
                      <a:path w="41909" h="41909" extrusionOk="0">
                        <a:moveTo>
                          <a:pt x="0" y="0"/>
                        </a:moveTo>
                        <a:lnTo>
                          <a:pt x="41910" y="0"/>
                        </a:lnTo>
                        <a:lnTo>
                          <a:pt x="41910" y="41910"/>
                        </a:lnTo>
                        <a:lnTo>
                          <a:pt x="0" y="4191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86" name="Google Shape;1586;p48"/>
                  <p:cNvSpPr/>
                  <p:nvPr/>
                </p:nvSpPr>
                <p:spPr>
                  <a:xfrm>
                    <a:off x="9836277" y="793051"/>
                    <a:ext cx="41909" cy="41909"/>
                  </a:xfrm>
                  <a:custGeom>
                    <a:avLst/>
                    <a:gdLst/>
                    <a:ahLst/>
                    <a:cxnLst/>
                    <a:rect l="l" t="t" r="r" b="b"/>
                    <a:pathLst>
                      <a:path w="41909" h="41909" extrusionOk="0">
                        <a:moveTo>
                          <a:pt x="0" y="0"/>
                        </a:moveTo>
                        <a:lnTo>
                          <a:pt x="41910" y="0"/>
                        </a:lnTo>
                        <a:lnTo>
                          <a:pt x="41910" y="41910"/>
                        </a:lnTo>
                        <a:lnTo>
                          <a:pt x="0" y="4191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587" name="Google Shape;1587;p48"/>
                <p:cNvGrpSpPr/>
                <p:nvPr/>
              </p:nvGrpSpPr>
              <p:grpSpPr>
                <a:xfrm>
                  <a:off x="9097899" y="1247298"/>
                  <a:ext cx="780287" cy="41910"/>
                  <a:chOff x="9097899" y="1247298"/>
                  <a:chExt cx="780287" cy="41910"/>
                </a:xfrm>
              </p:grpSpPr>
              <p:sp>
                <p:nvSpPr>
                  <p:cNvPr id="1588" name="Google Shape;1588;p48"/>
                  <p:cNvSpPr/>
                  <p:nvPr/>
                </p:nvSpPr>
                <p:spPr>
                  <a:xfrm>
                    <a:off x="9097899" y="1247298"/>
                    <a:ext cx="41909" cy="41910"/>
                  </a:xfrm>
                  <a:custGeom>
                    <a:avLst/>
                    <a:gdLst/>
                    <a:ahLst/>
                    <a:cxnLst/>
                    <a:rect l="l" t="t" r="r" b="b"/>
                    <a:pathLst>
                      <a:path w="41909" h="41910" extrusionOk="0">
                        <a:moveTo>
                          <a:pt x="0" y="0"/>
                        </a:moveTo>
                        <a:lnTo>
                          <a:pt x="41910" y="0"/>
                        </a:lnTo>
                        <a:lnTo>
                          <a:pt x="41910" y="41910"/>
                        </a:lnTo>
                        <a:lnTo>
                          <a:pt x="0" y="4191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89" name="Google Shape;1589;p48"/>
                  <p:cNvSpPr/>
                  <p:nvPr/>
                </p:nvSpPr>
                <p:spPr>
                  <a:xfrm>
                    <a:off x="9836277" y="1247298"/>
                    <a:ext cx="41909" cy="41910"/>
                  </a:xfrm>
                  <a:custGeom>
                    <a:avLst/>
                    <a:gdLst/>
                    <a:ahLst/>
                    <a:cxnLst/>
                    <a:rect l="l" t="t" r="r" b="b"/>
                    <a:pathLst>
                      <a:path w="41909" h="41910" extrusionOk="0">
                        <a:moveTo>
                          <a:pt x="0" y="0"/>
                        </a:moveTo>
                        <a:lnTo>
                          <a:pt x="41910" y="0"/>
                        </a:lnTo>
                        <a:lnTo>
                          <a:pt x="41910" y="41910"/>
                        </a:lnTo>
                        <a:lnTo>
                          <a:pt x="0" y="4191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590" name="Google Shape;1590;p48"/>
                <p:cNvGrpSpPr/>
                <p:nvPr/>
              </p:nvGrpSpPr>
              <p:grpSpPr>
                <a:xfrm>
                  <a:off x="9097899" y="1701641"/>
                  <a:ext cx="780287" cy="41910"/>
                  <a:chOff x="9097899" y="1701641"/>
                  <a:chExt cx="780287" cy="41910"/>
                </a:xfrm>
              </p:grpSpPr>
              <p:sp>
                <p:nvSpPr>
                  <p:cNvPr id="1591" name="Google Shape;1591;p48"/>
                  <p:cNvSpPr/>
                  <p:nvPr/>
                </p:nvSpPr>
                <p:spPr>
                  <a:xfrm>
                    <a:off x="9097899" y="1701641"/>
                    <a:ext cx="41909" cy="41910"/>
                  </a:xfrm>
                  <a:custGeom>
                    <a:avLst/>
                    <a:gdLst/>
                    <a:ahLst/>
                    <a:cxnLst/>
                    <a:rect l="l" t="t" r="r" b="b"/>
                    <a:pathLst>
                      <a:path w="41909" h="41910" extrusionOk="0">
                        <a:moveTo>
                          <a:pt x="0" y="0"/>
                        </a:moveTo>
                        <a:lnTo>
                          <a:pt x="41910" y="0"/>
                        </a:lnTo>
                        <a:lnTo>
                          <a:pt x="41910" y="41910"/>
                        </a:lnTo>
                        <a:lnTo>
                          <a:pt x="0" y="4191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92" name="Google Shape;1592;p48"/>
                  <p:cNvSpPr/>
                  <p:nvPr/>
                </p:nvSpPr>
                <p:spPr>
                  <a:xfrm>
                    <a:off x="9467088" y="1701641"/>
                    <a:ext cx="41909" cy="41910"/>
                  </a:xfrm>
                  <a:custGeom>
                    <a:avLst/>
                    <a:gdLst/>
                    <a:ahLst/>
                    <a:cxnLst/>
                    <a:rect l="l" t="t" r="r" b="b"/>
                    <a:pathLst>
                      <a:path w="41909" h="41910" extrusionOk="0">
                        <a:moveTo>
                          <a:pt x="0" y="0"/>
                        </a:moveTo>
                        <a:lnTo>
                          <a:pt x="41910" y="0"/>
                        </a:lnTo>
                        <a:lnTo>
                          <a:pt x="41910" y="41910"/>
                        </a:lnTo>
                        <a:lnTo>
                          <a:pt x="0" y="4191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93" name="Google Shape;1593;p48"/>
                  <p:cNvSpPr/>
                  <p:nvPr/>
                </p:nvSpPr>
                <p:spPr>
                  <a:xfrm>
                    <a:off x="9836277" y="1701641"/>
                    <a:ext cx="41909" cy="41910"/>
                  </a:xfrm>
                  <a:custGeom>
                    <a:avLst/>
                    <a:gdLst/>
                    <a:ahLst/>
                    <a:cxnLst/>
                    <a:rect l="l" t="t" r="r" b="b"/>
                    <a:pathLst>
                      <a:path w="41909" h="41910" extrusionOk="0">
                        <a:moveTo>
                          <a:pt x="0" y="0"/>
                        </a:moveTo>
                        <a:lnTo>
                          <a:pt x="41910" y="0"/>
                        </a:lnTo>
                        <a:lnTo>
                          <a:pt x="41910" y="41910"/>
                        </a:lnTo>
                        <a:lnTo>
                          <a:pt x="0" y="4191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grpSp>
          <p:nvGrpSpPr>
            <p:cNvPr id="1594" name="Google Shape;1594;p48"/>
            <p:cNvGrpSpPr/>
            <p:nvPr/>
          </p:nvGrpSpPr>
          <p:grpSpPr>
            <a:xfrm>
              <a:off x="7074117" y="956519"/>
              <a:ext cx="215826" cy="125825"/>
              <a:chOff x="9521952" y="1508283"/>
              <a:chExt cx="256508" cy="149542"/>
            </a:xfrm>
          </p:grpSpPr>
          <p:sp>
            <p:nvSpPr>
              <p:cNvPr id="1595" name="Google Shape;1595;p48"/>
              <p:cNvSpPr/>
              <p:nvPr/>
            </p:nvSpPr>
            <p:spPr>
              <a:xfrm>
                <a:off x="9521952" y="1508283"/>
                <a:ext cx="256508" cy="149542"/>
              </a:xfrm>
              <a:custGeom>
                <a:avLst/>
                <a:gdLst/>
                <a:ahLst/>
                <a:cxnLst/>
                <a:rect l="l" t="t" r="r" b="b"/>
                <a:pathLst>
                  <a:path w="256508" h="149542" extrusionOk="0">
                    <a:moveTo>
                      <a:pt x="218694" y="0"/>
                    </a:moveTo>
                    <a:cubicBezTo>
                      <a:pt x="239578" y="0"/>
                      <a:pt x="256508" y="16930"/>
                      <a:pt x="256508" y="37814"/>
                    </a:cubicBezTo>
                    <a:lnTo>
                      <a:pt x="256508" y="111728"/>
                    </a:lnTo>
                    <a:cubicBezTo>
                      <a:pt x="256508" y="132612"/>
                      <a:pt x="239578" y="149543"/>
                      <a:pt x="218694" y="149543"/>
                    </a:cubicBezTo>
                    <a:lnTo>
                      <a:pt x="37814" y="149543"/>
                    </a:lnTo>
                    <a:cubicBezTo>
                      <a:pt x="16930" y="149543"/>
                      <a:pt x="1" y="132612"/>
                      <a:pt x="1" y="111728"/>
                    </a:cubicBezTo>
                    <a:lnTo>
                      <a:pt x="1" y="37814"/>
                    </a:lnTo>
                    <a:cubicBezTo>
                      <a:pt x="1" y="16930"/>
                      <a:pt x="16930" y="0"/>
                      <a:pt x="37814" y="0"/>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596" name="Google Shape;1596;p48"/>
              <p:cNvGrpSpPr/>
              <p:nvPr/>
            </p:nvGrpSpPr>
            <p:grpSpPr>
              <a:xfrm>
                <a:off x="9556578" y="1534618"/>
                <a:ext cx="183763" cy="98921"/>
                <a:chOff x="9556578" y="1534618"/>
                <a:chExt cx="183763" cy="98921"/>
              </a:xfrm>
            </p:grpSpPr>
            <p:grpSp>
              <p:nvGrpSpPr>
                <p:cNvPr id="1597" name="Google Shape;1597;p48"/>
                <p:cNvGrpSpPr/>
                <p:nvPr/>
              </p:nvGrpSpPr>
              <p:grpSpPr>
                <a:xfrm>
                  <a:off x="9645396" y="1536115"/>
                  <a:ext cx="94945" cy="94946"/>
                  <a:chOff x="9645396" y="1536115"/>
                  <a:chExt cx="94945" cy="94946"/>
                </a:xfrm>
              </p:grpSpPr>
              <p:sp>
                <p:nvSpPr>
                  <p:cNvPr id="1598" name="Google Shape;1598;p48"/>
                  <p:cNvSpPr/>
                  <p:nvPr/>
                </p:nvSpPr>
                <p:spPr>
                  <a:xfrm>
                    <a:off x="9645396" y="1588389"/>
                    <a:ext cx="42671" cy="42672"/>
                  </a:xfrm>
                  <a:custGeom>
                    <a:avLst/>
                    <a:gdLst/>
                    <a:ahLst/>
                    <a:cxnLst/>
                    <a:rect l="l" t="t" r="r" b="b"/>
                    <a:pathLst>
                      <a:path w="42671" h="42672" extrusionOk="0">
                        <a:moveTo>
                          <a:pt x="16764" y="31147"/>
                        </a:moveTo>
                        <a:lnTo>
                          <a:pt x="42672" y="5144"/>
                        </a:lnTo>
                        <a:lnTo>
                          <a:pt x="37529" y="0"/>
                        </a:lnTo>
                        <a:lnTo>
                          <a:pt x="11525" y="25908"/>
                        </a:lnTo>
                        <a:lnTo>
                          <a:pt x="6382" y="28765"/>
                        </a:lnTo>
                        <a:lnTo>
                          <a:pt x="0" y="38576"/>
                        </a:lnTo>
                        <a:lnTo>
                          <a:pt x="4096" y="42672"/>
                        </a:lnTo>
                        <a:lnTo>
                          <a:pt x="13906" y="36290"/>
                        </a:lnTo>
                        <a:lnTo>
                          <a:pt x="16764" y="31147"/>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99" name="Google Shape;1599;p48"/>
                  <p:cNvSpPr/>
                  <p:nvPr/>
                </p:nvSpPr>
                <p:spPr>
                  <a:xfrm>
                    <a:off x="9674923" y="1536115"/>
                    <a:ext cx="65418" cy="65418"/>
                  </a:xfrm>
                  <a:custGeom>
                    <a:avLst/>
                    <a:gdLst/>
                    <a:ahLst/>
                    <a:cxnLst/>
                    <a:rect l="l" t="t" r="r" b="b"/>
                    <a:pathLst>
                      <a:path w="65418" h="65418" extrusionOk="0">
                        <a:moveTo>
                          <a:pt x="36576" y="54845"/>
                        </a:moveTo>
                        <a:lnTo>
                          <a:pt x="63246" y="28175"/>
                        </a:lnTo>
                        <a:cubicBezTo>
                          <a:pt x="64008" y="27413"/>
                          <a:pt x="64484" y="26461"/>
                          <a:pt x="64770" y="25413"/>
                        </a:cubicBezTo>
                        <a:cubicBezTo>
                          <a:pt x="65627" y="21794"/>
                          <a:pt x="66866" y="13602"/>
                          <a:pt x="59341" y="6077"/>
                        </a:cubicBezTo>
                        <a:cubicBezTo>
                          <a:pt x="51816" y="-1447"/>
                          <a:pt x="43625" y="-209"/>
                          <a:pt x="40005" y="648"/>
                        </a:cubicBezTo>
                        <a:cubicBezTo>
                          <a:pt x="38958" y="934"/>
                          <a:pt x="38005" y="1410"/>
                          <a:pt x="37243" y="2172"/>
                        </a:cubicBezTo>
                        <a:lnTo>
                          <a:pt x="10573" y="28842"/>
                        </a:lnTo>
                        <a:cubicBezTo>
                          <a:pt x="14669" y="32938"/>
                          <a:pt x="14669" y="39701"/>
                          <a:pt x="10573" y="43796"/>
                        </a:cubicBezTo>
                        <a:lnTo>
                          <a:pt x="8287" y="46082"/>
                        </a:lnTo>
                        <a:lnTo>
                          <a:pt x="4286" y="42082"/>
                        </a:lnTo>
                        <a:lnTo>
                          <a:pt x="0" y="46368"/>
                        </a:lnTo>
                        <a:lnTo>
                          <a:pt x="19050" y="65418"/>
                        </a:lnTo>
                        <a:lnTo>
                          <a:pt x="23336" y="61132"/>
                        </a:lnTo>
                        <a:lnTo>
                          <a:pt x="19336" y="57131"/>
                        </a:lnTo>
                        <a:lnTo>
                          <a:pt x="21622" y="54845"/>
                        </a:lnTo>
                        <a:cubicBezTo>
                          <a:pt x="25718" y="50750"/>
                          <a:pt x="32481" y="50750"/>
                          <a:pt x="36576" y="54845"/>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600" name="Google Shape;1600;p48"/>
                <p:cNvGrpSpPr/>
                <p:nvPr/>
              </p:nvGrpSpPr>
              <p:grpSpPr>
                <a:xfrm>
                  <a:off x="9556578" y="1534618"/>
                  <a:ext cx="98773" cy="98921"/>
                  <a:chOff x="9556578" y="1534618"/>
                  <a:chExt cx="98773" cy="98921"/>
                </a:xfrm>
              </p:grpSpPr>
              <p:sp>
                <p:nvSpPr>
                  <p:cNvPr id="1601" name="Google Shape;1601;p48"/>
                  <p:cNvSpPr/>
                  <p:nvPr/>
                </p:nvSpPr>
                <p:spPr>
                  <a:xfrm>
                    <a:off x="9556578" y="1534618"/>
                    <a:ext cx="98773" cy="98921"/>
                  </a:xfrm>
                  <a:custGeom>
                    <a:avLst/>
                    <a:gdLst/>
                    <a:ahLst/>
                    <a:cxnLst/>
                    <a:rect l="l" t="t" r="r" b="b"/>
                    <a:pathLst>
                      <a:path w="98773" h="98921" extrusionOk="0">
                        <a:moveTo>
                          <a:pt x="40717" y="72440"/>
                        </a:moveTo>
                        <a:lnTo>
                          <a:pt x="72244" y="40912"/>
                        </a:lnTo>
                        <a:cubicBezTo>
                          <a:pt x="74149" y="39007"/>
                          <a:pt x="76721" y="38054"/>
                          <a:pt x="79388" y="38054"/>
                        </a:cubicBezTo>
                        <a:cubicBezTo>
                          <a:pt x="84341" y="38150"/>
                          <a:pt x="89389" y="36340"/>
                          <a:pt x="93199" y="32530"/>
                        </a:cubicBezTo>
                        <a:cubicBezTo>
                          <a:pt x="98247" y="27482"/>
                          <a:pt x="99866" y="20243"/>
                          <a:pt x="98057" y="13766"/>
                        </a:cubicBezTo>
                        <a:lnTo>
                          <a:pt x="88722" y="23100"/>
                        </a:lnTo>
                        <a:lnTo>
                          <a:pt x="78435" y="20338"/>
                        </a:lnTo>
                        <a:lnTo>
                          <a:pt x="75673" y="10051"/>
                        </a:lnTo>
                        <a:lnTo>
                          <a:pt x="85007" y="716"/>
                        </a:lnTo>
                        <a:cubicBezTo>
                          <a:pt x="78626" y="-1093"/>
                          <a:pt x="71482" y="526"/>
                          <a:pt x="66434" y="5574"/>
                        </a:cubicBezTo>
                        <a:cubicBezTo>
                          <a:pt x="62624" y="9384"/>
                          <a:pt x="60814" y="14432"/>
                          <a:pt x="60909" y="19385"/>
                        </a:cubicBezTo>
                        <a:cubicBezTo>
                          <a:pt x="60909" y="22052"/>
                          <a:pt x="59957" y="24624"/>
                          <a:pt x="58052" y="26529"/>
                        </a:cubicBezTo>
                        <a:lnTo>
                          <a:pt x="26524" y="58057"/>
                        </a:lnTo>
                        <a:cubicBezTo>
                          <a:pt x="24619" y="59962"/>
                          <a:pt x="22047" y="60914"/>
                          <a:pt x="19380" y="60914"/>
                        </a:cubicBezTo>
                        <a:cubicBezTo>
                          <a:pt x="14427" y="60819"/>
                          <a:pt x="9379" y="62629"/>
                          <a:pt x="5569" y="66439"/>
                        </a:cubicBezTo>
                        <a:cubicBezTo>
                          <a:pt x="-2146" y="74154"/>
                          <a:pt x="-1861" y="86918"/>
                          <a:pt x="6522" y="94252"/>
                        </a:cubicBezTo>
                        <a:cubicBezTo>
                          <a:pt x="13761" y="100634"/>
                          <a:pt x="24905" y="100443"/>
                          <a:pt x="32048" y="93871"/>
                        </a:cubicBezTo>
                        <a:cubicBezTo>
                          <a:pt x="36239" y="89966"/>
                          <a:pt x="38240" y="84632"/>
                          <a:pt x="38145" y="79393"/>
                        </a:cubicBezTo>
                        <a:cubicBezTo>
                          <a:pt x="38145" y="76821"/>
                          <a:pt x="39097" y="74249"/>
                          <a:pt x="41002" y="72440"/>
                        </a:cubicBezTo>
                        <a:close/>
                        <a:moveTo>
                          <a:pt x="16618" y="87965"/>
                        </a:moveTo>
                        <a:lnTo>
                          <a:pt x="10713" y="82060"/>
                        </a:lnTo>
                        <a:lnTo>
                          <a:pt x="12903" y="73964"/>
                        </a:lnTo>
                        <a:lnTo>
                          <a:pt x="21000" y="71773"/>
                        </a:lnTo>
                        <a:lnTo>
                          <a:pt x="26905" y="77678"/>
                        </a:lnTo>
                        <a:lnTo>
                          <a:pt x="24714" y="85775"/>
                        </a:lnTo>
                        <a:lnTo>
                          <a:pt x="16618" y="87965"/>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02" name="Google Shape;1602;p48"/>
                  <p:cNvSpPr/>
                  <p:nvPr/>
                </p:nvSpPr>
                <p:spPr>
                  <a:xfrm>
                    <a:off x="9597270" y="1577125"/>
                    <a:ext cx="15573" cy="15573"/>
                  </a:xfrm>
                  <a:custGeom>
                    <a:avLst/>
                    <a:gdLst/>
                    <a:ahLst/>
                    <a:cxnLst/>
                    <a:rect l="l" t="t" r="r" b="b"/>
                    <a:pathLst>
                      <a:path w="15573" h="15573" extrusionOk="0">
                        <a:moveTo>
                          <a:pt x="786" y="14883"/>
                        </a:moveTo>
                        <a:lnTo>
                          <a:pt x="786" y="14883"/>
                        </a:lnTo>
                        <a:cubicBezTo>
                          <a:pt x="-262" y="13835"/>
                          <a:pt x="-262" y="12025"/>
                          <a:pt x="786" y="10882"/>
                        </a:cubicBezTo>
                        <a:lnTo>
                          <a:pt x="10882" y="786"/>
                        </a:lnTo>
                        <a:cubicBezTo>
                          <a:pt x="11930" y="-262"/>
                          <a:pt x="13740" y="-262"/>
                          <a:pt x="14788" y="786"/>
                        </a:cubicBezTo>
                        <a:lnTo>
                          <a:pt x="14788" y="786"/>
                        </a:lnTo>
                        <a:cubicBezTo>
                          <a:pt x="15835" y="1834"/>
                          <a:pt x="15835" y="3643"/>
                          <a:pt x="14788" y="4691"/>
                        </a:cubicBezTo>
                        <a:lnTo>
                          <a:pt x="4691" y="14788"/>
                        </a:lnTo>
                        <a:cubicBezTo>
                          <a:pt x="3643" y="15835"/>
                          <a:pt x="1834" y="15835"/>
                          <a:pt x="690" y="14788"/>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grpSp>
      <p:grpSp>
        <p:nvGrpSpPr>
          <p:cNvPr id="1603" name="Google Shape;1603;p48"/>
          <p:cNvGrpSpPr/>
          <p:nvPr/>
        </p:nvGrpSpPr>
        <p:grpSpPr>
          <a:xfrm>
            <a:off x="8107967" y="3797550"/>
            <a:ext cx="645598" cy="1166771"/>
            <a:chOff x="8107967" y="3797550"/>
            <a:chExt cx="645598" cy="1166771"/>
          </a:xfrm>
        </p:grpSpPr>
        <p:grpSp>
          <p:nvGrpSpPr>
            <p:cNvPr id="1604" name="Google Shape;1604;p48"/>
            <p:cNvGrpSpPr/>
            <p:nvPr/>
          </p:nvGrpSpPr>
          <p:grpSpPr>
            <a:xfrm>
              <a:off x="8107967" y="3797550"/>
              <a:ext cx="645598" cy="1166771"/>
              <a:chOff x="1024660" y="3708890"/>
              <a:chExt cx="489423" cy="884520"/>
            </a:xfrm>
          </p:grpSpPr>
          <p:grpSp>
            <p:nvGrpSpPr>
              <p:cNvPr id="1605" name="Google Shape;1605;p48"/>
              <p:cNvGrpSpPr/>
              <p:nvPr/>
            </p:nvGrpSpPr>
            <p:grpSpPr>
              <a:xfrm>
                <a:off x="1024660" y="3708890"/>
                <a:ext cx="489423" cy="884520"/>
                <a:chOff x="2124551" y="4954047"/>
                <a:chExt cx="587120" cy="1061085"/>
              </a:xfrm>
            </p:grpSpPr>
            <p:sp>
              <p:nvSpPr>
                <p:cNvPr id="1606" name="Google Shape;1606;p48"/>
                <p:cNvSpPr/>
                <p:nvPr/>
              </p:nvSpPr>
              <p:spPr>
                <a:xfrm>
                  <a:off x="2124551" y="4954047"/>
                  <a:ext cx="587120" cy="1061085"/>
                </a:xfrm>
                <a:custGeom>
                  <a:avLst/>
                  <a:gdLst/>
                  <a:ahLst/>
                  <a:cxnLst/>
                  <a:rect l="l" t="t" r="r" b="b"/>
                  <a:pathLst>
                    <a:path w="587120" h="1061085" extrusionOk="0">
                      <a:moveTo>
                        <a:pt x="91440" y="0"/>
                      </a:moveTo>
                      <a:lnTo>
                        <a:pt x="495681" y="0"/>
                      </a:lnTo>
                      <a:cubicBezTo>
                        <a:pt x="546163" y="0"/>
                        <a:pt x="587121" y="40958"/>
                        <a:pt x="587121" y="91440"/>
                      </a:cubicBezTo>
                      <a:lnTo>
                        <a:pt x="587121" y="969645"/>
                      </a:lnTo>
                      <a:cubicBezTo>
                        <a:pt x="587121" y="1020128"/>
                        <a:pt x="546163" y="1061085"/>
                        <a:pt x="495681" y="1061085"/>
                      </a:cubicBezTo>
                      <a:lnTo>
                        <a:pt x="91440" y="1061085"/>
                      </a:lnTo>
                      <a:cubicBezTo>
                        <a:pt x="40958" y="1061085"/>
                        <a:pt x="0" y="1020128"/>
                        <a:pt x="0" y="969645"/>
                      </a:cubicBezTo>
                      <a:lnTo>
                        <a:pt x="0" y="91440"/>
                      </a:lnTo>
                      <a:cubicBezTo>
                        <a:pt x="0" y="40958"/>
                        <a:pt x="40958" y="0"/>
                        <a:pt x="91440" y="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07" name="Google Shape;1607;p48"/>
                <p:cNvSpPr/>
                <p:nvPr/>
              </p:nvSpPr>
              <p:spPr>
                <a:xfrm>
                  <a:off x="2339530" y="4987099"/>
                  <a:ext cx="157162" cy="25527"/>
                </a:xfrm>
                <a:custGeom>
                  <a:avLst/>
                  <a:gdLst/>
                  <a:ahLst/>
                  <a:cxnLst/>
                  <a:rect l="l" t="t" r="r" b="b"/>
                  <a:pathLst>
                    <a:path w="157162" h="25527" extrusionOk="0">
                      <a:moveTo>
                        <a:pt x="144399" y="25527"/>
                      </a:moveTo>
                      <a:lnTo>
                        <a:pt x="12764" y="25527"/>
                      </a:lnTo>
                      <a:cubicBezTo>
                        <a:pt x="5715" y="25527"/>
                        <a:pt x="0" y="19812"/>
                        <a:pt x="0" y="12764"/>
                      </a:cubicBezTo>
                      <a:lnTo>
                        <a:pt x="0" y="12764"/>
                      </a:lnTo>
                      <a:cubicBezTo>
                        <a:pt x="0" y="5715"/>
                        <a:pt x="5715" y="0"/>
                        <a:pt x="12764" y="0"/>
                      </a:cubicBezTo>
                      <a:lnTo>
                        <a:pt x="144399" y="0"/>
                      </a:lnTo>
                      <a:cubicBezTo>
                        <a:pt x="151448" y="0"/>
                        <a:pt x="157163" y="5715"/>
                        <a:pt x="157163" y="12764"/>
                      </a:cubicBezTo>
                      <a:lnTo>
                        <a:pt x="157163" y="12764"/>
                      </a:lnTo>
                      <a:cubicBezTo>
                        <a:pt x="157163" y="19812"/>
                        <a:pt x="151448" y="25527"/>
                        <a:pt x="144399" y="25527"/>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608" name="Google Shape;1608;p48"/>
              <p:cNvSpPr/>
              <p:nvPr/>
            </p:nvSpPr>
            <p:spPr>
              <a:xfrm>
                <a:off x="1059199" y="3818860"/>
                <a:ext cx="419712" cy="647607"/>
              </a:xfrm>
              <a:custGeom>
                <a:avLst/>
                <a:gdLst/>
                <a:ahLst/>
                <a:cxnLst/>
                <a:rect l="l" t="t" r="r" b="b"/>
                <a:pathLst>
                  <a:path w="504158" h="777906" extrusionOk="0">
                    <a:moveTo>
                      <a:pt x="0" y="0"/>
                    </a:moveTo>
                    <a:lnTo>
                      <a:pt x="504158" y="0"/>
                    </a:lnTo>
                    <a:lnTo>
                      <a:pt x="504158" y="777907"/>
                    </a:lnTo>
                    <a:lnTo>
                      <a:pt x="0" y="777907"/>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609" name="Google Shape;1609;p48"/>
              <p:cNvGrpSpPr/>
              <p:nvPr/>
            </p:nvGrpSpPr>
            <p:grpSpPr>
              <a:xfrm>
                <a:off x="1108189" y="4182116"/>
                <a:ext cx="322524" cy="131011"/>
                <a:chOff x="2224754" y="5521737"/>
                <a:chExt cx="386905" cy="157163"/>
              </a:xfrm>
            </p:grpSpPr>
            <p:grpSp>
              <p:nvGrpSpPr>
                <p:cNvPr id="1610" name="Google Shape;1610;p48"/>
                <p:cNvGrpSpPr/>
                <p:nvPr/>
              </p:nvGrpSpPr>
              <p:grpSpPr>
                <a:xfrm>
                  <a:off x="2224754" y="5521737"/>
                  <a:ext cx="386905" cy="157163"/>
                  <a:chOff x="2224754" y="5521737"/>
                  <a:chExt cx="386905" cy="157163"/>
                </a:xfrm>
              </p:grpSpPr>
              <p:grpSp>
                <p:nvGrpSpPr>
                  <p:cNvPr id="1611" name="Google Shape;1611;p48"/>
                  <p:cNvGrpSpPr/>
                  <p:nvPr/>
                </p:nvGrpSpPr>
                <p:grpSpPr>
                  <a:xfrm>
                    <a:off x="2224754" y="5521737"/>
                    <a:ext cx="386905" cy="65532"/>
                    <a:chOff x="2224754" y="5521737"/>
                    <a:chExt cx="386905" cy="65532"/>
                  </a:xfrm>
                </p:grpSpPr>
                <p:sp>
                  <p:nvSpPr>
                    <p:cNvPr id="1612" name="Google Shape;1612;p48"/>
                    <p:cNvSpPr/>
                    <p:nvPr/>
                  </p:nvSpPr>
                  <p:spPr>
                    <a:xfrm>
                      <a:off x="2224754" y="5521737"/>
                      <a:ext cx="386905" cy="65532"/>
                    </a:xfrm>
                    <a:custGeom>
                      <a:avLst/>
                      <a:gdLst/>
                      <a:ahLst/>
                      <a:cxnLst/>
                      <a:rect l="l" t="t" r="r" b="b"/>
                      <a:pathLst>
                        <a:path w="386905" h="65532" extrusionOk="0">
                          <a:moveTo>
                            <a:pt x="386810" y="15049"/>
                          </a:moveTo>
                          <a:lnTo>
                            <a:pt x="386810" y="50482"/>
                          </a:lnTo>
                          <a:cubicBezTo>
                            <a:pt x="386810" y="58769"/>
                            <a:pt x="380143" y="65532"/>
                            <a:pt x="371856" y="65532"/>
                          </a:cubicBezTo>
                          <a:lnTo>
                            <a:pt x="14954" y="65532"/>
                          </a:lnTo>
                          <a:cubicBezTo>
                            <a:pt x="14288" y="65532"/>
                            <a:pt x="13525" y="65532"/>
                            <a:pt x="12859" y="65341"/>
                          </a:cubicBezTo>
                          <a:cubicBezTo>
                            <a:pt x="5524" y="64294"/>
                            <a:pt x="0" y="58102"/>
                            <a:pt x="0" y="50482"/>
                          </a:cubicBezTo>
                          <a:lnTo>
                            <a:pt x="0" y="15049"/>
                          </a:lnTo>
                          <a:cubicBezTo>
                            <a:pt x="0" y="6762"/>
                            <a:pt x="6667" y="0"/>
                            <a:pt x="15049" y="0"/>
                          </a:cubicBezTo>
                          <a:lnTo>
                            <a:pt x="371951" y="0"/>
                          </a:lnTo>
                          <a:cubicBezTo>
                            <a:pt x="379476" y="0"/>
                            <a:pt x="385667" y="5619"/>
                            <a:pt x="386715" y="12859"/>
                          </a:cubicBezTo>
                          <a:cubicBezTo>
                            <a:pt x="386810" y="13525"/>
                            <a:pt x="386905" y="14288"/>
                            <a:pt x="386905" y="15049"/>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13" name="Google Shape;1613;p48"/>
                    <p:cNvSpPr/>
                    <p:nvPr/>
                  </p:nvSpPr>
                  <p:spPr>
                    <a:xfrm>
                      <a:off x="2237422" y="5534405"/>
                      <a:ext cx="374141" cy="52864"/>
                    </a:xfrm>
                    <a:custGeom>
                      <a:avLst/>
                      <a:gdLst/>
                      <a:ahLst/>
                      <a:cxnLst/>
                      <a:rect l="l" t="t" r="r" b="b"/>
                      <a:pathLst>
                        <a:path w="374141" h="52864" extrusionOk="0">
                          <a:moveTo>
                            <a:pt x="374142" y="2381"/>
                          </a:moveTo>
                          <a:lnTo>
                            <a:pt x="374142" y="37815"/>
                          </a:lnTo>
                          <a:cubicBezTo>
                            <a:pt x="374142" y="46101"/>
                            <a:pt x="367475" y="52864"/>
                            <a:pt x="359188" y="52864"/>
                          </a:cubicBezTo>
                          <a:lnTo>
                            <a:pt x="2286" y="52864"/>
                          </a:lnTo>
                          <a:cubicBezTo>
                            <a:pt x="1619" y="52864"/>
                            <a:pt x="857" y="52864"/>
                            <a:pt x="191" y="52674"/>
                          </a:cubicBezTo>
                          <a:cubicBezTo>
                            <a:pt x="95" y="52007"/>
                            <a:pt x="0" y="51245"/>
                            <a:pt x="0" y="50578"/>
                          </a:cubicBezTo>
                          <a:lnTo>
                            <a:pt x="0" y="15050"/>
                          </a:lnTo>
                          <a:cubicBezTo>
                            <a:pt x="0" y="6763"/>
                            <a:pt x="6668" y="0"/>
                            <a:pt x="14954" y="0"/>
                          </a:cubicBezTo>
                          <a:lnTo>
                            <a:pt x="371856" y="0"/>
                          </a:lnTo>
                          <a:cubicBezTo>
                            <a:pt x="372523" y="0"/>
                            <a:pt x="373285" y="0"/>
                            <a:pt x="373952" y="191"/>
                          </a:cubicBezTo>
                          <a:cubicBezTo>
                            <a:pt x="374047" y="858"/>
                            <a:pt x="374142" y="1620"/>
                            <a:pt x="374142" y="2381"/>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614" name="Google Shape;1614;p48"/>
                  <p:cNvGrpSpPr/>
                  <p:nvPr/>
                </p:nvGrpSpPr>
                <p:grpSpPr>
                  <a:xfrm>
                    <a:off x="2224754" y="5613368"/>
                    <a:ext cx="386905" cy="65532"/>
                    <a:chOff x="2224754" y="5613368"/>
                    <a:chExt cx="386905" cy="65532"/>
                  </a:xfrm>
                </p:grpSpPr>
                <p:sp>
                  <p:nvSpPr>
                    <p:cNvPr id="1615" name="Google Shape;1615;p48"/>
                    <p:cNvSpPr/>
                    <p:nvPr/>
                  </p:nvSpPr>
                  <p:spPr>
                    <a:xfrm>
                      <a:off x="2224754" y="5613368"/>
                      <a:ext cx="386905" cy="65532"/>
                    </a:xfrm>
                    <a:custGeom>
                      <a:avLst/>
                      <a:gdLst/>
                      <a:ahLst/>
                      <a:cxnLst/>
                      <a:rect l="l" t="t" r="r" b="b"/>
                      <a:pathLst>
                        <a:path w="386905" h="65532" extrusionOk="0">
                          <a:moveTo>
                            <a:pt x="386810" y="15049"/>
                          </a:moveTo>
                          <a:lnTo>
                            <a:pt x="386810" y="50482"/>
                          </a:lnTo>
                          <a:cubicBezTo>
                            <a:pt x="386810" y="58769"/>
                            <a:pt x="380143" y="65532"/>
                            <a:pt x="371856" y="65532"/>
                          </a:cubicBezTo>
                          <a:lnTo>
                            <a:pt x="14954" y="65532"/>
                          </a:lnTo>
                          <a:cubicBezTo>
                            <a:pt x="14288" y="65532"/>
                            <a:pt x="13525" y="65532"/>
                            <a:pt x="12859" y="65341"/>
                          </a:cubicBezTo>
                          <a:cubicBezTo>
                            <a:pt x="5524" y="64294"/>
                            <a:pt x="0" y="58102"/>
                            <a:pt x="0" y="50482"/>
                          </a:cubicBezTo>
                          <a:lnTo>
                            <a:pt x="0" y="15049"/>
                          </a:lnTo>
                          <a:cubicBezTo>
                            <a:pt x="0" y="6762"/>
                            <a:pt x="6667" y="0"/>
                            <a:pt x="15049" y="0"/>
                          </a:cubicBezTo>
                          <a:lnTo>
                            <a:pt x="371951" y="0"/>
                          </a:lnTo>
                          <a:cubicBezTo>
                            <a:pt x="379476" y="0"/>
                            <a:pt x="385667" y="5619"/>
                            <a:pt x="386715" y="12859"/>
                          </a:cubicBezTo>
                          <a:cubicBezTo>
                            <a:pt x="386810" y="13525"/>
                            <a:pt x="386905" y="14288"/>
                            <a:pt x="386905" y="15049"/>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16" name="Google Shape;1616;p48"/>
                    <p:cNvSpPr/>
                    <p:nvPr/>
                  </p:nvSpPr>
                  <p:spPr>
                    <a:xfrm>
                      <a:off x="2237422" y="5626036"/>
                      <a:ext cx="374141" cy="52864"/>
                    </a:xfrm>
                    <a:custGeom>
                      <a:avLst/>
                      <a:gdLst/>
                      <a:ahLst/>
                      <a:cxnLst/>
                      <a:rect l="l" t="t" r="r" b="b"/>
                      <a:pathLst>
                        <a:path w="374141" h="52864" extrusionOk="0">
                          <a:moveTo>
                            <a:pt x="374142" y="2381"/>
                          </a:moveTo>
                          <a:lnTo>
                            <a:pt x="374142" y="37815"/>
                          </a:lnTo>
                          <a:cubicBezTo>
                            <a:pt x="374142" y="46101"/>
                            <a:pt x="367475" y="52864"/>
                            <a:pt x="359188" y="52864"/>
                          </a:cubicBezTo>
                          <a:lnTo>
                            <a:pt x="2286" y="52864"/>
                          </a:lnTo>
                          <a:cubicBezTo>
                            <a:pt x="1619" y="52864"/>
                            <a:pt x="857" y="52864"/>
                            <a:pt x="191" y="52674"/>
                          </a:cubicBezTo>
                          <a:cubicBezTo>
                            <a:pt x="95" y="52007"/>
                            <a:pt x="0" y="51245"/>
                            <a:pt x="0" y="50578"/>
                          </a:cubicBezTo>
                          <a:lnTo>
                            <a:pt x="0" y="15050"/>
                          </a:lnTo>
                          <a:cubicBezTo>
                            <a:pt x="0" y="6763"/>
                            <a:pt x="6668" y="0"/>
                            <a:pt x="14954" y="0"/>
                          </a:cubicBezTo>
                          <a:lnTo>
                            <a:pt x="371856" y="0"/>
                          </a:lnTo>
                          <a:cubicBezTo>
                            <a:pt x="372523" y="0"/>
                            <a:pt x="373285" y="0"/>
                            <a:pt x="373952" y="191"/>
                          </a:cubicBezTo>
                          <a:cubicBezTo>
                            <a:pt x="374047" y="858"/>
                            <a:pt x="374142" y="1620"/>
                            <a:pt x="374142" y="2381"/>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617" name="Google Shape;1617;p48"/>
                <p:cNvGrpSpPr/>
                <p:nvPr/>
              </p:nvGrpSpPr>
              <p:grpSpPr>
                <a:xfrm>
                  <a:off x="2336863" y="5554217"/>
                  <a:ext cx="177355" cy="15050"/>
                  <a:chOff x="2336863" y="5554217"/>
                  <a:chExt cx="177355" cy="15050"/>
                </a:xfrm>
              </p:grpSpPr>
              <p:sp>
                <p:nvSpPr>
                  <p:cNvPr id="1618" name="Google Shape;1618;p48"/>
                  <p:cNvSpPr/>
                  <p:nvPr/>
                </p:nvSpPr>
                <p:spPr>
                  <a:xfrm>
                    <a:off x="2336863" y="5554218"/>
                    <a:ext cx="15049" cy="15049"/>
                  </a:xfrm>
                  <a:custGeom>
                    <a:avLst/>
                    <a:gdLst/>
                    <a:ahLst/>
                    <a:cxnLst/>
                    <a:rect l="l" t="t" r="r" b="b"/>
                    <a:pathLst>
                      <a:path w="15049" h="15049" extrusionOk="0">
                        <a:moveTo>
                          <a:pt x="15049" y="7524"/>
                        </a:moveTo>
                        <a:cubicBezTo>
                          <a:pt x="15049" y="11680"/>
                          <a:pt x="11681" y="15049"/>
                          <a:pt x="7525" y="15049"/>
                        </a:cubicBezTo>
                        <a:cubicBezTo>
                          <a:pt x="3369" y="15049"/>
                          <a:pt x="0" y="11680"/>
                          <a:pt x="0" y="7524"/>
                        </a:cubicBezTo>
                        <a:cubicBezTo>
                          <a:pt x="0" y="3369"/>
                          <a:pt x="3369" y="0"/>
                          <a:pt x="7525" y="0"/>
                        </a:cubicBezTo>
                        <a:cubicBezTo>
                          <a:pt x="11681" y="0"/>
                          <a:pt x="15049" y="3369"/>
                          <a:pt x="15049" y="7524"/>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19" name="Google Shape;1619;p48"/>
                  <p:cNvSpPr/>
                  <p:nvPr/>
                </p:nvSpPr>
                <p:spPr>
                  <a:xfrm>
                    <a:off x="2377440" y="5554217"/>
                    <a:ext cx="15049" cy="15049"/>
                  </a:xfrm>
                  <a:custGeom>
                    <a:avLst/>
                    <a:gdLst/>
                    <a:ahLst/>
                    <a:cxnLst/>
                    <a:rect l="l" t="t" r="r" b="b"/>
                    <a:pathLst>
                      <a:path w="15049" h="15049" extrusionOk="0">
                        <a:moveTo>
                          <a:pt x="15049" y="7525"/>
                        </a:moveTo>
                        <a:cubicBezTo>
                          <a:pt x="15049" y="11716"/>
                          <a:pt x="11716" y="15050"/>
                          <a:pt x="7525" y="15050"/>
                        </a:cubicBezTo>
                        <a:cubicBezTo>
                          <a:pt x="3334" y="15050"/>
                          <a:pt x="0" y="11716"/>
                          <a:pt x="0" y="7525"/>
                        </a:cubicBezTo>
                        <a:cubicBezTo>
                          <a:pt x="0" y="3334"/>
                          <a:pt x="3334" y="0"/>
                          <a:pt x="7525" y="0"/>
                        </a:cubicBezTo>
                        <a:cubicBezTo>
                          <a:pt x="11716" y="0"/>
                          <a:pt x="15049" y="3334"/>
                          <a:pt x="15049" y="7525"/>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20" name="Google Shape;1620;p48"/>
                  <p:cNvSpPr/>
                  <p:nvPr/>
                </p:nvSpPr>
                <p:spPr>
                  <a:xfrm>
                    <a:off x="2418016" y="5554217"/>
                    <a:ext cx="15049" cy="15049"/>
                  </a:xfrm>
                  <a:custGeom>
                    <a:avLst/>
                    <a:gdLst/>
                    <a:ahLst/>
                    <a:cxnLst/>
                    <a:rect l="l" t="t" r="r" b="b"/>
                    <a:pathLst>
                      <a:path w="15049" h="15049" extrusionOk="0">
                        <a:moveTo>
                          <a:pt x="15050" y="7525"/>
                        </a:moveTo>
                        <a:cubicBezTo>
                          <a:pt x="15050" y="11716"/>
                          <a:pt x="11716" y="15050"/>
                          <a:pt x="7525" y="15050"/>
                        </a:cubicBezTo>
                        <a:cubicBezTo>
                          <a:pt x="3334" y="15050"/>
                          <a:pt x="0" y="11716"/>
                          <a:pt x="0" y="7525"/>
                        </a:cubicBezTo>
                        <a:cubicBezTo>
                          <a:pt x="0" y="3334"/>
                          <a:pt x="3334" y="0"/>
                          <a:pt x="7525" y="0"/>
                        </a:cubicBezTo>
                        <a:cubicBezTo>
                          <a:pt x="11716" y="0"/>
                          <a:pt x="15050" y="3334"/>
                          <a:pt x="15050" y="7525"/>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21" name="Google Shape;1621;p48"/>
                  <p:cNvSpPr/>
                  <p:nvPr/>
                </p:nvSpPr>
                <p:spPr>
                  <a:xfrm>
                    <a:off x="2458593" y="5554218"/>
                    <a:ext cx="15049" cy="15049"/>
                  </a:xfrm>
                  <a:custGeom>
                    <a:avLst/>
                    <a:gdLst/>
                    <a:ahLst/>
                    <a:cxnLst/>
                    <a:rect l="l" t="t" r="r" b="b"/>
                    <a:pathLst>
                      <a:path w="15049" h="15049" extrusionOk="0">
                        <a:moveTo>
                          <a:pt x="15049" y="7524"/>
                        </a:moveTo>
                        <a:cubicBezTo>
                          <a:pt x="15049" y="11680"/>
                          <a:pt x="11680" y="15049"/>
                          <a:pt x="7525" y="15049"/>
                        </a:cubicBezTo>
                        <a:cubicBezTo>
                          <a:pt x="3369" y="15049"/>
                          <a:pt x="0" y="11680"/>
                          <a:pt x="0" y="7524"/>
                        </a:cubicBezTo>
                        <a:cubicBezTo>
                          <a:pt x="0" y="3369"/>
                          <a:pt x="3369" y="0"/>
                          <a:pt x="7525" y="0"/>
                        </a:cubicBezTo>
                        <a:cubicBezTo>
                          <a:pt x="11681" y="0"/>
                          <a:pt x="15049" y="3369"/>
                          <a:pt x="15049" y="7524"/>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22" name="Google Shape;1622;p48"/>
                  <p:cNvSpPr/>
                  <p:nvPr/>
                </p:nvSpPr>
                <p:spPr>
                  <a:xfrm>
                    <a:off x="2499169" y="5554217"/>
                    <a:ext cx="15049" cy="15049"/>
                  </a:xfrm>
                  <a:custGeom>
                    <a:avLst/>
                    <a:gdLst/>
                    <a:ahLst/>
                    <a:cxnLst/>
                    <a:rect l="l" t="t" r="r" b="b"/>
                    <a:pathLst>
                      <a:path w="15049" h="15049" extrusionOk="0">
                        <a:moveTo>
                          <a:pt x="15050" y="7525"/>
                        </a:moveTo>
                        <a:cubicBezTo>
                          <a:pt x="15050" y="11716"/>
                          <a:pt x="11716" y="15050"/>
                          <a:pt x="7525" y="15050"/>
                        </a:cubicBezTo>
                        <a:cubicBezTo>
                          <a:pt x="3334" y="15050"/>
                          <a:pt x="0" y="11716"/>
                          <a:pt x="0" y="7525"/>
                        </a:cubicBezTo>
                        <a:cubicBezTo>
                          <a:pt x="0" y="3334"/>
                          <a:pt x="3334" y="0"/>
                          <a:pt x="7525" y="0"/>
                        </a:cubicBezTo>
                        <a:cubicBezTo>
                          <a:pt x="11716" y="0"/>
                          <a:pt x="15050" y="3334"/>
                          <a:pt x="15050" y="7525"/>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623" name="Google Shape;1623;p48"/>
                <p:cNvGrpSpPr/>
                <p:nvPr/>
              </p:nvGrpSpPr>
              <p:grpSpPr>
                <a:xfrm>
                  <a:off x="2336863" y="5641848"/>
                  <a:ext cx="177355" cy="15049"/>
                  <a:chOff x="2336863" y="5641848"/>
                  <a:chExt cx="177355" cy="15049"/>
                </a:xfrm>
              </p:grpSpPr>
              <p:sp>
                <p:nvSpPr>
                  <p:cNvPr id="1624" name="Google Shape;1624;p48"/>
                  <p:cNvSpPr/>
                  <p:nvPr/>
                </p:nvSpPr>
                <p:spPr>
                  <a:xfrm>
                    <a:off x="2336863" y="5641848"/>
                    <a:ext cx="15049" cy="15049"/>
                  </a:xfrm>
                  <a:custGeom>
                    <a:avLst/>
                    <a:gdLst/>
                    <a:ahLst/>
                    <a:cxnLst/>
                    <a:rect l="l" t="t" r="r" b="b"/>
                    <a:pathLst>
                      <a:path w="15049" h="15049" extrusionOk="0">
                        <a:moveTo>
                          <a:pt x="15050" y="7525"/>
                        </a:moveTo>
                        <a:cubicBezTo>
                          <a:pt x="15050" y="11716"/>
                          <a:pt x="11716" y="15050"/>
                          <a:pt x="7525" y="15050"/>
                        </a:cubicBezTo>
                        <a:cubicBezTo>
                          <a:pt x="3334" y="15050"/>
                          <a:pt x="0" y="11716"/>
                          <a:pt x="0" y="7525"/>
                        </a:cubicBezTo>
                        <a:cubicBezTo>
                          <a:pt x="0" y="3334"/>
                          <a:pt x="3334" y="0"/>
                          <a:pt x="7525" y="0"/>
                        </a:cubicBezTo>
                        <a:cubicBezTo>
                          <a:pt x="11716" y="0"/>
                          <a:pt x="15050" y="3334"/>
                          <a:pt x="15050" y="7525"/>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25" name="Google Shape;1625;p48"/>
                  <p:cNvSpPr/>
                  <p:nvPr/>
                </p:nvSpPr>
                <p:spPr>
                  <a:xfrm>
                    <a:off x="2377440" y="5641848"/>
                    <a:ext cx="15049" cy="15049"/>
                  </a:xfrm>
                  <a:custGeom>
                    <a:avLst/>
                    <a:gdLst/>
                    <a:ahLst/>
                    <a:cxnLst/>
                    <a:rect l="l" t="t" r="r" b="b"/>
                    <a:pathLst>
                      <a:path w="15049" h="15049" extrusionOk="0">
                        <a:moveTo>
                          <a:pt x="15049" y="7525"/>
                        </a:moveTo>
                        <a:cubicBezTo>
                          <a:pt x="15049" y="11716"/>
                          <a:pt x="11716" y="15050"/>
                          <a:pt x="7525" y="15050"/>
                        </a:cubicBezTo>
                        <a:cubicBezTo>
                          <a:pt x="3334" y="15050"/>
                          <a:pt x="0" y="11716"/>
                          <a:pt x="0" y="7525"/>
                        </a:cubicBezTo>
                        <a:cubicBezTo>
                          <a:pt x="0" y="3334"/>
                          <a:pt x="3334" y="0"/>
                          <a:pt x="7525" y="0"/>
                        </a:cubicBezTo>
                        <a:cubicBezTo>
                          <a:pt x="11716" y="0"/>
                          <a:pt x="15049" y="3334"/>
                          <a:pt x="15049" y="7525"/>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26" name="Google Shape;1626;p48"/>
                  <p:cNvSpPr/>
                  <p:nvPr/>
                </p:nvSpPr>
                <p:spPr>
                  <a:xfrm>
                    <a:off x="2418016" y="5641848"/>
                    <a:ext cx="15049" cy="15049"/>
                  </a:xfrm>
                  <a:custGeom>
                    <a:avLst/>
                    <a:gdLst/>
                    <a:ahLst/>
                    <a:cxnLst/>
                    <a:rect l="l" t="t" r="r" b="b"/>
                    <a:pathLst>
                      <a:path w="15049" h="15049" extrusionOk="0">
                        <a:moveTo>
                          <a:pt x="15050" y="7525"/>
                        </a:moveTo>
                        <a:cubicBezTo>
                          <a:pt x="15050" y="11716"/>
                          <a:pt x="11716" y="15050"/>
                          <a:pt x="7525" y="15050"/>
                        </a:cubicBezTo>
                        <a:cubicBezTo>
                          <a:pt x="3334" y="15050"/>
                          <a:pt x="0" y="11716"/>
                          <a:pt x="0" y="7525"/>
                        </a:cubicBezTo>
                        <a:cubicBezTo>
                          <a:pt x="0" y="3334"/>
                          <a:pt x="3334" y="0"/>
                          <a:pt x="7525" y="0"/>
                        </a:cubicBezTo>
                        <a:cubicBezTo>
                          <a:pt x="11716" y="0"/>
                          <a:pt x="15050" y="3334"/>
                          <a:pt x="15050" y="7525"/>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27" name="Google Shape;1627;p48"/>
                  <p:cNvSpPr/>
                  <p:nvPr/>
                </p:nvSpPr>
                <p:spPr>
                  <a:xfrm>
                    <a:off x="2458592" y="5641848"/>
                    <a:ext cx="15049" cy="15049"/>
                  </a:xfrm>
                  <a:custGeom>
                    <a:avLst/>
                    <a:gdLst/>
                    <a:ahLst/>
                    <a:cxnLst/>
                    <a:rect l="l" t="t" r="r" b="b"/>
                    <a:pathLst>
                      <a:path w="15049" h="15049" extrusionOk="0">
                        <a:moveTo>
                          <a:pt x="15050" y="7525"/>
                        </a:moveTo>
                        <a:cubicBezTo>
                          <a:pt x="15050" y="11716"/>
                          <a:pt x="11716" y="15050"/>
                          <a:pt x="7525" y="15050"/>
                        </a:cubicBezTo>
                        <a:cubicBezTo>
                          <a:pt x="3334" y="15050"/>
                          <a:pt x="0" y="11716"/>
                          <a:pt x="0" y="7525"/>
                        </a:cubicBezTo>
                        <a:cubicBezTo>
                          <a:pt x="0" y="3334"/>
                          <a:pt x="3334" y="0"/>
                          <a:pt x="7525" y="0"/>
                        </a:cubicBezTo>
                        <a:cubicBezTo>
                          <a:pt x="11716" y="0"/>
                          <a:pt x="15050" y="3334"/>
                          <a:pt x="15050" y="7525"/>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28" name="Google Shape;1628;p48"/>
                  <p:cNvSpPr/>
                  <p:nvPr/>
                </p:nvSpPr>
                <p:spPr>
                  <a:xfrm>
                    <a:off x="2499169" y="5641848"/>
                    <a:ext cx="15049" cy="15049"/>
                  </a:xfrm>
                  <a:custGeom>
                    <a:avLst/>
                    <a:gdLst/>
                    <a:ahLst/>
                    <a:cxnLst/>
                    <a:rect l="l" t="t" r="r" b="b"/>
                    <a:pathLst>
                      <a:path w="15049" h="15049" extrusionOk="0">
                        <a:moveTo>
                          <a:pt x="15050" y="7525"/>
                        </a:moveTo>
                        <a:cubicBezTo>
                          <a:pt x="15050" y="11716"/>
                          <a:pt x="11716" y="15050"/>
                          <a:pt x="7525" y="15050"/>
                        </a:cubicBezTo>
                        <a:cubicBezTo>
                          <a:pt x="3334" y="15050"/>
                          <a:pt x="0" y="11716"/>
                          <a:pt x="0" y="7525"/>
                        </a:cubicBezTo>
                        <a:cubicBezTo>
                          <a:pt x="0" y="3334"/>
                          <a:pt x="3334" y="0"/>
                          <a:pt x="7525" y="0"/>
                        </a:cubicBezTo>
                        <a:cubicBezTo>
                          <a:pt x="11716" y="0"/>
                          <a:pt x="15050" y="3334"/>
                          <a:pt x="15050" y="7525"/>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629" name="Google Shape;1629;p48"/>
              <p:cNvGrpSpPr/>
              <p:nvPr/>
            </p:nvGrpSpPr>
            <p:grpSpPr>
              <a:xfrm>
                <a:off x="1161625" y="3903897"/>
                <a:ext cx="215413" cy="215333"/>
                <a:chOff x="2288857" y="5187981"/>
                <a:chExt cx="258413" cy="258317"/>
              </a:xfrm>
            </p:grpSpPr>
            <p:sp>
              <p:nvSpPr>
                <p:cNvPr id="1630" name="Google Shape;1630;p48"/>
                <p:cNvSpPr/>
                <p:nvPr/>
              </p:nvSpPr>
              <p:spPr>
                <a:xfrm>
                  <a:off x="2288857" y="5187981"/>
                  <a:ext cx="258413" cy="258317"/>
                </a:xfrm>
                <a:custGeom>
                  <a:avLst/>
                  <a:gdLst/>
                  <a:ahLst/>
                  <a:cxnLst/>
                  <a:rect l="l" t="t" r="r" b="b"/>
                  <a:pathLst>
                    <a:path w="258413" h="258317" extrusionOk="0">
                      <a:moveTo>
                        <a:pt x="258413" y="129159"/>
                      </a:moveTo>
                      <a:cubicBezTo>
                        <a:pt x="258413" y="159544"/>
                        <a:pt x="247936" y="187452"/>
                        <a:pt x="230410" y="209454"/>
                      </a:cubicBezTo>
                      <a:cubicBezTo>
                        <a:pt x="206692" y="239268"/>
                        <a:pt x="170212" y="258318"/>
                        <a:pt x="129159" y="258318"/>
                      </a:cubicBezTo>
                      <a:cubicBezTo>
                        <a:pt x="88106" y="258318"/>
                        <a:pt x="51625" y="239268"/>
                        <a:pt x="28004" y="209454"/>
                      </a:cubicBezTo>
                      <a:cubicBezTo>
                        <a:pt x="27337" y="208597"/>
                        <a:pt x="26670" y="207740"/>
                        <a:pt x="26003" y="206788"/>
                      </a:cubicBezTo>
                      <a:cubicBezTo>
                        <a:pt x="9716" y="185166"/>
                        <a:pt x="0" y="158305"/>
                        <a:pt x="0" y="129159"/>
                      </a:cubicBezTo>
                      <a:cubicBezTo>
                        <a:pt x="0" y="57817"/>
                        <a:pt x="57817" y="0"/>
                        <a:pt x="129159" y="0"/>
                      </a:cubicBezTo>
                      <a:cubicBezTo>
                        <a:pt x="176784" y="0"/>
                        <a:pt x="218313" y="25717"/>
                        <a:pt x="240697" y="64008"/>
                      </a:cubicBezTo>
                      <a:cubicBezTo>
                        <a:pt x="251936" y="83153"/>
                        <a:pt x="258318" y="105442"/>
                        <a:pt x="258318" y="129159"/>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31" name="Google Shape;1631;p48"/>
                <p:cNvSpPr/>
                <p:nvPr/>
              </p:nvSpPr>
              <p:spPr>
                <a:xfrm>
                  <a:off x="2316956" y="5234082"/>
                  <a:ext cx="202501" cy="212216"/>
                </a:xfrm>
                <a:custGeom>
                  <a:avLst/>
                  <a:gdLst/>
                  <a:ahLst/>
                  <a:cxnLst/>
                  <a:rect l="l" t="t" r="r" b="b"/>
                  <a:pathLst>
                    <a:path w="202501" h="212216" extrusionOk="0">
                      <a:moveTo>
                        <a:pt x="202406" y="163353"/>
                      </a:moveTo>
                      <a:cubicBezTo>
                        <a:pt x="178689" y="193167"/>
                        <a:pt x="142208" y="212217"/>
                        <a:pt x="101155" y="212217"/>
                      </a:cubicBezTo>
                      <a:cubicBezTo>
                        <a:pt x="60103" y="212217"/>
                        <a:pt x="23622" y="193167"/>
                        <a:pt x="0" y="163353"/>
                      </a:cubicBezTo>
                      <a:cubicBezTo>
                        <a:pt x="9525" y="122682"/>
                        <a:pt x="42958" y="91249"/>
                        <a:pt x="84677" y="84582"/>
                      </a:cubicBezTo>
                      <a:cubicBezTo>
                        <a:pt x="68675" y="78010"/>
                        <a:pt x="57341" y="62293"/>
                        <a:pt x="57341" y="43910"/>
                      </a:cubicBezTo>
                      <a:cubicBezTo>
                        <a:pt x="57341" y="19717"/>
                        <a:pt x="76962" y="0"/>
                        <a:pt x="101251" y="0"/>
                      </a:cubicBezTo>
                      <a:cubicBezTo>
                        <a:pt x="125539" y="0"/>
                        <a:pt x="145161" y="19717"/>
                        <a:pt x="145161" y="43910"/>
                      </a:cubicBezTo>
                      <a:cubicBezTo>
                        <a:pt x="145161" y="62293"/>
                        <a:pt x="133826" y="78010"/>
                        <a:pt x="117824" y="84582"/>
                      </a:cubicBezTo>
                      <a:cubicBezTo>
                        <a:pt x="159544" y="91249"/>
                        <a:pt x="192976" y="122682"/>
                        <a:pt x="202501" y="163353"/>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sp>
          <p:nvSpPr>
            <p:cNvPr id="1632" name="Google Shape;1632;p48"/>
            <p:cNvSpPr/>
            <p:nvPr/>
          </p:nvSpPr>
          <p:spPr>
            <a:xfrm>
              <a:off x="8344358" y="4860794"/>
              <a:ext cx="172878" cy="28080"/>
            </a:xfrm>
            <a:custGeom>
              <a:avLst/>
              <a:gdLst/>
              <a:ahLst/>
              <a:cxnLst/>
              <a:rect l="l" t="t" r="r" b="b"/>
              <a:pathLst>
                <a:path w="157162" h="25527" extrusionOk="0">
                  <a:moveTo>
                    <a:pt x="144399" y="25527"/>
                  </a:moveTo>
                  <a:lnTo>
                    <a:pt x="12764" y="25527"/>
                  </a:lnTo>
                  <a:cubicBezTo>
                    <a:pt x="5715" y="25527"/>
                    <a:pt x="0" y="19812"/>
                    <a:pt x="0" y="12764"/>
                  </a:cubicBezTo>
                  <a:lnTo>
                    <a:pt x="0" y="12764"/>
                  </a:lnTo>
                  <a:cubicBezTo>
                    <a:pt x="0" y="5715"/>
                    <a:pt x="5715" y="0"/>
                    <a:pt x="12764" y="0"/>
                  </a:cubicBezTo>
                  <a:lnTo>
                    <a:pt x="144399" y="0"/>
                  </a:lnTo>
                  <a:cubicBezTo>
                    <a:pt x="151448" y="0"/>
                    <a:pt x="157163" y="5715"/>
                    <a:pt x="157163" y="12764"/>
                  </a:cubicBezTo>
                  <a:lnTo>
                    <a:pt x="157163" y="12764"/>
                  </a:lnTo>
                  <a:cubicBezTo>
                    <a:pt x="157163" y="19812"/>
                    <a:pt x="151448" y="25527"/>
                    <a:pt x="144399" y="25527"/>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636"/>
        <p:cNvGrpSpPr/>
        <p:nvPr/>
      </p:nvGrpSpPr>
      <p:grpSpPr>
        <a:xfrm>
          <a:off x="0" y="0"/>
          <a:ext cx="0" cy="0"/>
          <a:chOff x="0" y="0"/>
          <a:chExt cx="0" cy="0"/>
        </a:xfrm>
      </p:grpSpPr>
      <p:sp>
        <p:nvSpPr>
          <p:cNvPr id="1637" name="Google Shape;1637;p4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Alternative resources</a:t>
            </a:r>
            <a:endParaRPr/>
          </a:p>
        </p:txBody>
      </p:sp>
      <p:sp>
        <p:nvSpPr>
          <p:cNvPr id="1638" name="Google Shape;1638;p49"/>
          <p:cNvSpPr txBox="1"/>
          <p:nvPr/>
        </p:nvSpPr>
        <p:spPr>
          <a:xfrm>
            <a:off x="713225" y="1123550"/>
            <a:ext cx="7704000" cy="615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chemeClr val="dk1"/>
                </a:solidFill>
                <a:latin typeface="Lato"/>
                <a:ea typeface="Lato"/>
                <a:cs typeface="Lato"/>
                <a:sym typeface="Lato"/>
              </a:rPr>
              <a:t>Here’s an assortment of alternative resources whose style fits that of this template:</a:t>
            </a:r>
            <a:endParaRPr>
              <a:solidFill>
                <a:schemeClr val="dk1"/>
              </a:solidFill>
              <a:latin typeface="Lato"/>
              <a:ea typeface="Lato"/>
              <a:cs typeface="Lato"/>
              <a:sym typeface="Lato"/>
            </a:endParaRPr>
          </a:p>
          <a:p>
            <a:pPr marL="457200" lvl="0" indent="-317500" algn="l" rtl="0">
              <a:spcBef>
                <a:spcPts val="0"/>
              </a:spcBef>
              <a:spcAft>
                <a:spcPts val="0"/>
              </a:spcAft>
              <a:buClr>
                <a:schemeClr val="dk1"/>
              </a:buClr>
              <a:buSzPts val="1400"/>
              <a:buFont typeface="Lato"/>
              <a:buChar char="●"/>
            </a:pPr>
            <a:r>
              <a:rPr lang="en" u="sng">
                <a:solidFill>
                  <a:schemeClr val="hlink"/>
                </a:solidFill>
                <a:latin typeface="Lato"/>
                <a:ea typeface="Lato"/>
                <a:cs typeface="Lato"/>
                <a:sym typeface="Lato"/>
                <a:hlinkClick r:id="rId3"/>
              </a:rPr>
              <a:t>Creative cms concept illustration in flat design</a:t>
            </a:r>
            <a:endParaRPr>
              <a:solidFill>
                <a:schemeClr val="dk1"/>
              </a:solidFill>
              <a:latin typeface="Lato"/>
              <a:ea typeface="Lato"/>
              <a:cs typeface="Lato"/>
              <a:sym typeface="Lato"/>
            </a:endParaRPr>
          </a:p>
        </p:txBody>
      </p:sp>
      <p:grpSp>
        <p:nvGrpSpPr>
          <p:cNvPr id="1639" name="Google Shape;1639;p49"/>
          <p:cNvGrpSpPr/>
          <p:nvPr/>
        </p:nvGrpSpPr>
        <p:grpSpPr>
          <a:xfrm>
            <a:off x="720006" y="3007580"/>
            <a:ext cx="1097451" cy="1596410"/>
            <a:chOff x="6833656" y="90230"/>
            <a:chExt cx="1097451" cy="1596410"/>
          </a:xfrm>
        </p:grpSpPr>
        <p:sp>
          <p:nvSpPr>
            <p:cNvPr id="1640" name="Google Shape;1640;p49"/>
            <p:cNvSpPr/>
            <p:nvPr/>
          </p:nvSpPr>
          <p:spPr>
            <a:xfrm>
              <a:off x="6833656" y="90230"/>
              <a:ext cx="1097451" cy="1594476"/>
            </a:xfrm>
            <a:custGeom>
              <a:avLst/>
              <a:gdLst/>
              <a:ahLst/>
              <a:cxnLst/>
              <a:rect l="l" t="t" r="r" b="b"/>
              <a:pathLst>
                <a:path w="1318259" h="1915286" extrusionOk="0">
                  <a:moveTo>
                    <a:pt x="1266444" y="0"/>
                  </a:moveTo>
                  <a:cubicBezTo>
                    <a:pt x="1295061" y="0"/>
                    <a:pt x="1318260" y="23199"/>
                    <a:pt x="1318260" y="51816"/>
                  </a:cubicBezTo>
                  <a:lnTo>
                    <a:pt x="1318260" y="1863471"/>
                  </a:lnTo>
                  <a:cubicBezTo>
                    <a:pt x="1318260" y="1892089"/>
                    <a:pt x="1295061" y="1915287"/>
                    <a:pt x="1266444" y="1915287"/>
                  </a:cubicBezTo>
                  <a:lnTo>
                    <a:pt x="51816" y="1915287"/>
                  </a:lnTo>
                  <a:cubicBezTo>
                    <a:pt x="23198" y="1915287"/>
                    <a:pt x="0" y="1892089"/>
                    <a:pt x="0" y="1863471"/>
                  </a:cubicBezTo>
                  <a:lnTo>
                    <a:pt x="0" y="51816"/>
                  </a:lnTo>
                  <a:cubicBezTo>
                    <a:pt x="0" y="23199"/>
                    <a:pt x="23198" y="0"/>
                    <a:pt x="51816" y="0"/>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41" name="Google Shape;1641;p49"/>
            <p:cNvSpPr/>
            <p:nvPr/>
          </p:nvSpPr>
          <p:spPr>
            <a:xfrm>
              <a:off x="6833656" y="90230"/>
              <a:ext cx="1097451" cy="78344"/>
            </a:xfrm>
            <a:custGeom>
              <a:avLst/>
              <a:gdLst/>
              <a:ahLst/>
              <a:cxnLst/>
              <a:rect l="l" t="t" r="r" b="b"/>
              <a:pathLst>
                <a:path w="1318259" h="94107" extrusionOk="0">
                  <a:moveTo>
                    <a:pt x="1318260" y="51816"/>
                  </a:moveTo>
                  <a:lnTo>
                    <a:pt x="1318260" y="94107"/>
                  </a:lnTo>
                  <a:lnTo>
                    <a:pt x="0" y="94107"/>
                  </a:lnTo>
                  <a:lnTo>
                    <a:pt x="0" y="51816"/>
                  </a:lnTo>
                  <a:cubicBezTo>
                    <a:pt x="0" y="23241"/>
                    <a:pt x="23241" y="0"/>
                    <a:pt x="51816" y="0"/>
                  </a:cubicBezTo>
                  <a:lnTo>
                    <a:pt x="1266444" y="0"/>
                  </a:lnTo>
                  <a:cubicBezTo>
                    <a:pt x="1295019" y="0"/>
                    <a:pt x="1318260" y="23241"/>
                    <a:pt x="1318260" y="51816"/>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42" name="Google Shape;1642;p49"/>
            <p:cNvSpPr/>
            <p:nvPr/>
          </p:nvSpPr>
          <p:spPr>
            <a:xfrm>
              <a:off x="6833656" y="1615433"/>
              <a:ext cx="1097451" cy="71207"/>
            </a:xfrm>
            <a:custGeom>
              <a:avLst/>
              <a:gdLst/>
              <a:ahLst/>
              <a:cxnLst/>
              <a:rect l="l" t="t" r="r" b="b"/>
              <a:pathLst>
                <a:path w="1318259" h="85534" extrusionOk="0">
                  <a:moveTo>
                    <a:pt x="1318260" y="0"/>
                  </a:moveTo>
                  <a:lnTo>
                    <a:pt x="1318260" y="33718"/>
                  </a:lnTo>
                  <a:cubicBezTo>
                    <a:pt x="1318260" y="62293"/>
                    <a:pt x="1295019" y="85534"/>
                    <a:pt x="1266444" y="85534"/>
                  </a:cubicBezTo>
                  <a:lnTo>
                    <a:pt x="51816" y="85534"/>
                  </a:lnTo>
                  <a:cubicBezTo>
                    <a:pt x="23241" y="85534"/>
                    <a:pt x="0" y="62293"/>
                    <a:pt x="0" y="33718"/>
                  </a:cubicBezTo>
                  <a:lnTo>
                    <a:pt x="0" y="0"/>
                  </a:lnTo>
                  <a:lnTo>
                    <a:pt x="1318260" y="0"/>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643" name="Google Shape;1643;p49"/>
            <p:cNvGrpSpPr/>
            <p:nvPr/>
          </p:nvGrpSpPr>
          <p:grpSpPr>
            <a:xfrm>
              <a:off x="7772486" y="119529"/>
              <a:ext cx="117273" cy="26042"/>
              <a:chOff x="7106888" y="4136136"/>
              <a:chExt cx="140683" cy="31241"/>
            </a:xfrm>
          </p:grpSpPr>
          <p:sp>
            <p:nvSpPr>
              <p:cNvPr id="1644" name="Google Shape;1644;p49"/>
              <p:cNvSpPr/>
              <p:nvPr/>
            </p:nvSpPr>
            <p:spPr>
              <a:xfrm>
                <a:off x="7216330" y="4136136"/>
                <a:ext cx="31241" cy="31241"/>
              </a:xfrm>
              <a:custGeom>
                <a:avLst/>
                <a:gdLst/>
                <a:ahLst/>
                <a:cxnLst/>
                <a:rect l="l" t="t" r="r" b="b"/>
                <a:pathLst>
                  <a:path w="31241" h="31241" extrusionOk="0">
                    <a:moveTo>
                      <a:pt x="31242" y="15621"/>
                    </a:moveTo>
                    <a:cubicBezTo>
                      <a:pt x="31242" y="24248"/>
                      <a:pt x="24248" y="31242"/>
                      <a:pt x="15621" y="31242"/>
                    </a:cubicBezTo>
                    <a:cubicBezTo>
                      <a:pt x="6994" y="31242"/>
                      <a:pt x="0" y="24248"/>
                      <a:pt x="0" y="15621"/>
                    </a:cubicBezTo>
                    <a:cubicBezTo>
                      <a:pt x="0" y="6994"/>
                      <a:pt x="6994" y="0"/>
                      <a:pt x="15621" y="0"/>
                    </a:cubicBezTo>
                    <a:cubicBezTo>
                      <a:pt x="24248" y="0"/>
                      <a:pt x="31242" y="6994"/>
                      <a:pt x="31242" y="15621"/>
                    </a:cubicBezTo>
                    <a:close/>
                  </a:path>
                </a:pathLst>
              </a:custGeom>
              <a:solidFill>
                <a:srgbClr val="34909D"/>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45" name="Google Shape;1645;p49"/>
              <p:cNvSpPr/>
              <p:nvPr/>
            </p:nvSpPr>
            <p:spPr>
              <a:xfrm>
                <a:off x="7161561" y="4136136"/>
                <a:ext cx="31241" cy="31241"/>
              </a:xfrm>
              <a:custGeom>
                <a:avLst/>
                <a:gdLst/>
                <a:ahLst/>
                <a:cxnLst/>
                <a:rect l="l" t="t" r="r" b="b"/>
                <a:pathLst>
                  <a:path w="31241" h="31241" extrusionOk="0">
                    <a:moveTo>
                      <a:pt x="31242" y="15621"/>
                    </a:moveTo>
                    <a:cubicBezTo>
                      <a:pt x="31242" y="24248"/>
                      <a:pt x="24248" y="31242"/>
                      <a:pt x="15621" y="31242"/>
                    </a:cubicBezTo>
                    <a:cubicBezTo>
                      <a:pt x="6994" y="31242"/>
                      <a:pt x="0" y="24248"/>
                      <a:pt x="0" y="15621"/>
                    </a:cubicBezTo>
                    <a:cubicBezTo>
                      <a:pt x="0" y="6994"/>
                      <a:pt x="6994" y="0"/>
                      <a:pt x="15621" y="0"/>
                    </a:cubicBezTo>
                    <a:cubicBezTo>
                      <a:pt x="24248" y="0"/>
                      <a:pt x="31242" y="6994"/>
                      <a:pt x="31242" y="15621"/>
                    </a:cubicBezTo>
                    <a:close/>
                  </a:path>
                </a:pathLst>
              </a:custGeom>
              <a:solidFill>
                <a:srgbClr val="E76700"/>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46" name="Google Shape;1646;p49"/>
              <p:cNvSpPr/>
              <p:nvPr/>
            </p:nvSpPr>
            <p:spPr>
              <a:xfrm>
                <a:off x="7106888" y="4136136"/>
                <a:ext cx="31241" cy="31241"/>
              </a:xfrm>
              <a:custGeom>
                <a:avLst/>
                <a:gdLst/>
                <a:ahLst/>
                <a:cxnLst/>
                <a:rect l="l" t="t" r="r" b="b"/>
                <a:pathLst>
                  <a:path w="31241" h="31241" extrusionOk="0">
                    <a:moveTo>
                      <a:pt x="31242" y="15621"/>
                    </a:moveTo>
                    <a:cubicBezTo>
                      <a:pt x="31242" y="24248"/>
                      <a:pt x="24248" y="31242"/>
                      <a:pt x="15621" y="31242"/>
                    </a:cubicBezTo>
                    <a:cubicBezTo>
                      <a:pt x="6993" y="31242"/>
                      <a:pt x="-1" y="24248"/>
                      <a:pt x="-1" y="15621"/>
                    </a:cubicBezTo>
                    <a:cubicBezTo>
                      <a:pt x="-1" y="6994"/>
                      <a:pt x="6993" y="0"/>
                      <a:pt x="15621" y="0"/>
                    </a:cubicBezTo>
                    <a:cubicBezTo>
                      <a:pt x="24248" y="0"/>
                      <a:pt x="31242" y="6994"/>
                      <a:pt x="31242" y="15621"/>
                    </a:cubicBezTo>
                    <a:close/>
                  </a:path>
                </a:pathLst>
              </a:custGeom>
              <a:solidFill>
                <a:srgbClr val="BA003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647" name="Google Shape;1647;p49"/>
            <p:cNvSpPr/>
            <p:nvPr/>
          </p:nvSpPr>
          <p:spPr>
            <a:xfrm>
              <a:off x="6850409" y="184796"/>
              <a:ext cx="1063988" cy="425975"/>
            </a:xfrm>
            <a:custGeom>
              <a:avLst/>
              <a:gdLst/>
              <a:ahLst/>
              <a:cxnLst/>
              <a:rect l="l" t="t" r="r" b="b"/>
              <a:pathLst>
                <a:path w="1278064" h="511682" extrusionOk="0">
                  <a:moveTo>
                    <a:pt x="0" y="0"/>
                  </a:moveTo>
                  <a:lnTo>
                    <a:pt x="1278064" y="0"/>
                  </a:lnTo>
                  <a:lnTo>
                    <a:pt x="1278064" y="511683"/>
                  </a:lnTo>
                  <a:lnTo>
                    <a:pt x="0" y="511683"/>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48" name="Google Shape;1648;p49"/>
            <p:cNvSpPr/>
            <p:nvPr/>
          </p:nvSpPr>
          <p:spPr>
            <a:xfrm>
              <a:off x="6881058" y="655402"/>
              <a:ext cx="293077" cy="254459"/>
            </a:xfrm>
            <a:custGeom>
              <a:avLst/>
              <a:gdLst/>
              <a:ahLst/>
              <a:cxnLst/>
              <a:rect l="l" t="t" r="r" b="b"/>
              <a:pathLst>
                <a:path w="352044" h="305657" extrusionOk="0">
                  <a:moveTo>
                    <a:pt x="0" y="0"/>
                  </a:moveTo>
                  <a:lnTo>
                    <a:pt x="352044" y="0"/>
                  </a:lnTo>
                  <a:lnTo>
                    <a:pt x="352044" y="305657"/>
                  </a:lnTo>
                  <a:lnTo>
                    <a:pt x="0" y="305657"/>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49" name="Google Shape;1649;p49"/>
            <p:cNvSpPr/>
            <p:nvPr/>
          </p:nvSpPr>
          <p:spPr>
            <a:xfrm>
              <a:off x="7202709" y="655402"/>
              <a:ext cx="686145" cy="19347"/>
            </a:xfrm>
            <a:custGeom>
              <a:avLst/>
              <a:gdLst/>
              <a:ahLst/>
              <a:cxnLst/>
              <a:rect l="l" t="t" r="r" b="b"/>
              <a:pathLst>
                <a:path w="824198" h="23240" extrusionOk="0">
                  <a:moveTo>
                    <a:pt x="0" y="0"/>
                  </a:moveTo>
                  <a:lnTo>
                    <a:pt x="824199" y="0"/>
                  </a:lnTo>
                  <a:lnTo>
                    <a:pt x="824199" y="23241"/>
                  </a:lnTo>
                  <a:lnTo>
                    <a:pt x="0" y="23241"/>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50" name="Google Shape;1650;p49"/>
            <p:cNvSpPr/>
            <p:nvPr/>
          </p:nvSpPr>
          <p:spPr>
            <a:xfrm>
              <a:off x="7202709" y="702725"/>
              <a:ext cx="686145" cy="19347"/>
            </a:xfrm>
            <a:custGeom>
              <a:avLst/>
              <a:gdLst/>
              <a:ahLst/>
              <a:cxnLst/>
              <a:rect l="l" t="t" r="r" b="b"/>
              <a:pathLst>
                <a:path w="824198" h="23240" extrusionOk="0">
                  <a:moveTo>
                    <a:pt x="0" y="0"/>
                  </a:moveTo>
                  <a:lnTo>
                    <a:pt x="824199" y="0"/>
                  </a:lnTo>
                  <a:lnTo>
                    <a:pt x="824199" y="23241"/>
                  </a:lnTo>
                  <a:lnTo>
                    <a:pt x="0" y="23241"/>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51" name="Google Shape;1651;p49"/>
            <p:cNvSpPr/>
            <p:nvPr/>
          </p:nvSpPr>
          <p:spPr>
            <a:xfrm>
              <a:off x="7202709" y="749968"/>
              <a:ext cx="686145" cy="19347"/>
            </a:xfrm>
            <a:custGeom>
              <a:avLst/>
              <a:gdLst/>
              <a:ahLst/>
              <a:cxnLst/>
              <a:rect l="l" t="t" r="r" b="b"/>
              <a:pathLst>
                <a:path w="824198" h="23240" extrusionOk="0">
                  <a:moveTo>
                    <a:pt x="0" y="0"/>
                  </a:moveTo>
                  <a:lnTo>
                    <a:pt x="824199" y="0"/>
                  </a:lnTo>
                  <a:lnTo>
                    <a:pt x="824199" y="23241"/>
                  </a:lnTo>
                  <a:lnTo>
                    <a:pt x="0" y="23241"/>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52" name="Google Shape;1652;p49"/>
            <p:cNvSpPr/>
            <p:nvPr/>
          </p:nvSpPr>
          <p:spPr>
            <a:xfrm>
              <a:off x="7202709" y="797291"/>
              <a:ext cx="686145" cy="19347"/>
            </a:xfrm>
            <a:custGeom>
              <a:avLst/>
              <a:gdLst/>
              <a:ahLst/>
              <a:cxnLst/>
              <a:rect l="l" t="t" r="r" b="b"/>
              <a:pathLst>
                <a:path w="824198" h="23240" extrusionOk="0">
                  <a:moveTo>
                    <a:pt x="0" y="0"/>
                  </a:moveTo>
                  <a:lnTo>
                    <a:pt x="824199" y="0"/>
                  </a:lnTo>
                  <a:lnTo>
                    <a:pt x="824199" y="23241"/>
                  </a:lnTo>
                  <a:lnTo>
                    <a:pt x="0" y="23241"/>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653" name="Google Shape;1653;p49"/>
            <p:cNvGrpSpPr/>
            <p:nvPr/>
          </p:nvGrpSpPr>
          <p:grpSpPr>
            <a:xfrm>
              <a:off x="7689354" y="867322"/>
              <a:ext cx="200407" cy="42875"/>
              <a:chOff x="7007161" y="5033200"/>
              <a:chExt cx="240411" cy="51434"/>
            </a:xfrm>
          </p:grpSpPr>
          <p:sp>
            <p:nvSpPr>
              <p:cNvPr id="1654" name="Google Shape;1654;p49"/>
              <p:cNvSpPr/>
              <p:nvPr/>
            </p:nvSpPr>
            <p:spPr>
              <a:xfrm>
                <a:off x="7007161" y="5033200"/>
                <a:ext cx="240411" cy="51434"/>
              </a:xfrm>
              <a:custGeom>
                <a:avLst/>
                <a:gdLst/>
                <a:ahLst/>
                <a:cxnLst/>
                <a:rect l="l" t="t" r="r" b="b"/>
                <a:pathLst>
                  <a:path w="240411" h="51434" extrusionOk="0">
                    <a:moveTo>
                      <a:pt x="214694" y="51435"/>
                    </a:moveTo>
                    <a:lnTo>
                      <a:pt x="25718" y="51435"/>
                    </a:lnTo>
                    <a:cubicBezTo>
                      <a:pt x="11525" y="51435"/>
                      <a:pt x="0" y="39814"/>
                      <a:pt x="0" y="25717"/>
                    </a:cubicBezTo>
                    <a:lnTo>
                      <a:pt x="0" y="25717"/>
                    </a:lnTo>
                    <a:cubicBezTo>
                      <a:pt x="0" y="11525"/>
                      <a:pt x="11621" y="0"/>
                      <a:pt x="25718" y="0"/>
                    </a:cubicBezTo>
                    <a:lnTo>
                      <a:pt x="214694" y="0"/>
                    </a:lnTo>
                    <a:cubicBezTo>
                      <a:pt x="228886" y="0"/>
                      <a:pt x="240411" y="11621"/>
                      <a:pt x="240411" y="25717"/>
                    </a:cubicBezTo>
                    <a:lnTo>
                      <a:pt x="240411" y="25717"/>
                    </a:lnTo>
                    <a:cubicBezTo>
                      <a:pt x="240411" y="39909"/>
                      <a:pt x="228791" y="51435"/>
                      <a:pt x="214694" y="51435"/>
                    </a:cubicBezTo>
                    <a:close/>
                  </a:path>
                </a:pathLst>
              </a:custGeom>
              <a:solidFill>
                <a:schemeClr val="accent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55" name="Google Shape;1655;p49"/>
              <p:cNvSpPr/>
              <p:nvPr/>
            </p:nvSpPr>
            <p:spPr>
              <a:xfrm>
                <a:off x="7073264" y="5047202"/>
                <a:ext cx="108204" cy="23240"/>
              </a:xfrm>
              <a:custGeom>
                <a:avLst/>
                <a:gdLst/>
                <a:ahLst/>
                <a:cxnLst/>
                <a:rect l="l" t="t" r="r" b="b"/>
                <a:pathLst>
                  <a:path w="108204" h="23240" extrusionOk="0">
                    <a:moveTo>
                      <a:pt x="96584" y="23241"/>
                    </a:moveTo>
                    <a:lnTo>
                      <a:pt x="11621" y="23241"/>
                    </a:lnTo>
                    <a:cubicBezTo>
                      <a:pt x="5239" y="23241"/>
                      <a:pt x="0" y="18002"/>
                      <a:pt x="0" y="11620"/>
                    </a:cubicBezTo>
                    <a:lnTo>
                      <a:pt x="0" y="11620"/>
                    </a:lnTo>
                    <a:cubicBezTo>
                      <a:pt x="0" y="5239"/>
                      <a:pt x="5239" y="0"/>
                      <a:pt x="11621" y="0"/>
                    </a:cubicBezTo>
                    <a:lnTo>
                      <a:pt x="96584" y="0"/>
                    </a:lnTo>
                    <a:cubicBezTo>
                      <a:pt x="102965" y="0"/>
                      <a:pt x="108204" y="5239"/>
                      <a:pt x="108204" y="11620"/>
                    </a:cubicBezTo>
                    <a:lnTo>
                      <a:pt x="108204" y="11620"/>
                    </a:lnTo>
                    <a:cubicBezTo>
                      <a:pt x="108204" y="18002"/>
                      <a:pt x="102965" y="23241"/>
                      <a:pt x="96584" y="23241"/>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656" name="Google Shape;1656;p49"/>
            <p:cNvGrpSpPr/>
            <p:nvPr/>
          </p:nvGrpSpPr>
          <p:grpSpPr>
            <a:xfrm>
              <a:off x="6881058" y="997221"/>
              <a:ext cx="1008703" cy="174283"/>
              <a:chOff x="6037516" y="5189029"/>
              <a:chExt cx="1210056" cy="209073"/>
            </a:xfrm>
          </p:grpSpPr>
          <p:grpSp>
            <p:nvGrpSpPr>
              <p:cNvPr id="1657" name="Google Shape;1657;p49"/>
              <p:cNvGrpSpPr/>
              <p:nvPr/>
            </p:nvGrpSpPr>
            <p:grpSpPr>
              <a:xfrm>
                <a:off x="6037516" y="5189029"/>
                <a:ext cx="129730" cy="209073"/>
                <a:chOff x="6037516" y="5189029"/>
                <a:chExt cx="129730" cy="209073"/>
              </a:xfrm>
            </p:grpSpPr>
            <p:sp>
              <p:nvSpPr>
                <p:cNvPr id="1658" name="Google Shape;1658;p49"/>
                <p:cNvSpPr/>
                <p:nvPr/>
              </p:nvSpPr>
              <p:spPr>
                <a:xfrm>
                  <a:off x="6037516" y="5189029"/>
                  <a:ext cx="129730" cy="129730"/>
                </a:xfrm>
                <a:custGeom>
                  <a:avLst/>
                  <a:gdLst/>
                  <a:ahLst/>
                  <a:cxnLst/>
                  <a:rect l="l" t="t" r="r" b="b"/>
                  <a:pathLst>
                    <a:path w="129730" h="129730" extrusionOk="0">
                      <a:moveTo>
                        <a:pt x="0" y="0"/>
                      </a:moveTo>
                      <a:lnTo>
                        <a:pt x="129730" y="0"/>
                      </a:lnTo>
                      <a:lnTo>
                        <a:pt x="129730" y="129730"/>
                      </a:lnTo>
                      <a:lnTo>
                        <a:pt x="0" y="12973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59" name="Google Shape;1659;p49"/>
                <p:cNvSpPr/>
                <p:nvPr/>
              </p:nvSpPr>
              <p:spPr>
                <a:xfrm>
                  <a:off x="6037516" y="5331904"/>
                  <a:ext cx="129730" cy="13334"/>
                </a:xfrm>
                <a:custGeom>
                  <a:avLst/>
                  <a:gdLst/>
                  <a:ahLst/>
                  <a:cxnLst/>
                  <a:rect l="l" t="t" r="r" b="b"/>
                  <a:pathLst>
                    <a:path w="129730" h="13334" extrusionOk="0">
                      <a:moveTo>
                        <a:pt x="0" y="0"/>
                      </a:moveTo>
                      <a:lnTo>
                        <a:pt x="129730" y="0"/>
                      </a:lnTo>
                      <a:lnTo>
                        <a:pt x="129730" y="13335"/>
                      </a:lnTo>
                      <a:lnTo>
                        <a:pt x="0" y="13335"/>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60" name="Google Shape;1660;p49"/>
                <p:cNvSpPr/>
                <p:nvPr/>
              </p:nvSpPr>
              <p:spPr>
                <a:xfrm>
                  <a:off x="6037516" y="5358384"/>
                  <a:ext cx="129730" cy="13334"/>
                </a:xfrm>
                <a:custGeom>
                  <a:avLst/>
                  <a:gdLst/>
                  <a:ahLst/>
                  <a:cxnLst/>
                  <a:rect l="l" t="t" r="r" b="b"/>
                  <a:pathLst>
                    <a:path w="129730" h="13334" extrusionOk="0">
                      <a:moveTo>
                        <a:pt x="0" y="0"/>
                      </a:moveTo>
                      <a:lnTo>
                        <a:pt x="129730" y="0"/>
                      </a:lnTo>
                      <a:lnTo>
                        <a:pt x="129730" y="13335"/>
                      </a:lnTo>
                      <a:lnTo>
                        <a:pt x="0" y="13335"/>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61" name="Google Shape;1661;p49"/>
                <p:cNvSpPr/>
                <p:nvPr/>
              </p:nvSpPr>
              <p:spPr>
                <a:xfrm>
                  <a:off x="6037516" y="5384768"/>
                  <a:ext cx="86105" cy="13334"/>
                </a:xfrm>
                <a:custGeom>
                  <a:avLst/>
                  <a:gdLst/>
                  <a:ahLst/>
                  <a:cxnLst/>
                  <a:rect l="l" t="t" r="r" b="b"/>
                  <a:pathLst>
                    <a:path w="86105" h="13334" extrusionOk="0">
                      <a:moveTo>
                        <a:pt x="0" y="0"/>
                      </a:moveTo>
                      <a:lnTo>
                        <a:pt x="86106" y="0"/>
                      </a:lnTo>
                      <a:lnTo>
                        <a:pt x="86106" y="13335"/>
                      </a:lnTo>
                      <a:lnTo>
                        <a:pt x="0" y="13335"/>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662" name="Google Shape;1662;p49"/>
              <p:cNvGrpSpPr/>
              <p:nvPr/>
            </p:nvGrpSpPr>
            <p:grpSpPr>
              <a:xfrm>
                <a:off x="6217539" y="5189029"/>
                <a:ext cx="129730" cy="209073"/>
                <a:chOff x="6217539" y="5189029"/>
                <a:chExt cx="129730" cy="209073"/>
              </a:xfrm>
            </p:grpSpPr>
            <p:sp>
              <p:nvSpPr>
                <p:cNvPr id="1663" name="Google Shape;1663;p49"/>
                <p:cNvSpPr/>
                <p:nvPr/>
              </p:nvSpPr>
              <p:spPr>
                <a:xfrm>
                  <a:off x="6217539" y="5189029"/>
                  <a:ext cx="129730" cy="129730"/>
                </a:xfrm>
                <a:custGeom>
                  <a:avLst/>
                  <a:gdLst/>
                  <a:ahLst/>
                  <a:cxnLst/>
                  <a:rect l="l" t="t" r="r" b="b"/>
                  <a:pathLst>
                    <a:path w="129730" h="129730" extrusionOk="0">
                      <a:moveTo>
                        <a:pt x="0" y="0"/>
                      </a:moveTo>
                      <a:lnTo>
                        <a:pt x="129731" y="0"/>
                      </a:lnTo>
                      <a:lnTo>
                        <a:pt x="129731" y="129730"/>
                      </a:lnTo>
                      <a:lnTo>
                        <a:pt x="0" y="12973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64" name="Google Shape;1664;p49"/>
                <p:cNvSpPr/>
                <p:nvPr/>
              </p:nvSpPr>
              <p:spPr>
                <a:xfrm>
                  <a:off x="6217539" y="5331904"/>
                  <a:ext cx="129730" cy="13334"/>
                </a:xfrm>
                <a:custGeom>
                  <a:avLst/>
                  <a:gdLst/>
                  <a:ahLst/>
                  <a:cxnLst/>
                  <a:rect l="l" t="t" r="r" b="b"/>
                  <a:pathLst>
                    <a:path w="129730" h="13334" extrusionOk="0">
                      <a:moveTo>
                        <a:pt x="0" y="0"/>
                      </a:moveTo>
                      <a:lnTo>
                        <a:pt x="129731" y="0"/>
                      </a:lnTo>
                      <a:lnTo>
                        <a:pt x="129731" y="13335"/>
                      </a:lnTo>
                      <a:lnTo>
                        <a:pt x="0" y="13335"/>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65" name="Google Shape;1665;p49"/>
                <p:cNvSpPr/>
                <p:nvPr/>
              </p:nvSpPr>
              <p:spPr>
                <a:xfrm>
                  <a:off x="6217539" y="5358384"/>
                  <a:ext cx="129730" cy="13334"/>
                </a:xfrm>
                <a:custGeom>
                  <a:avLst/>
                  <a:gdLst/>
                  <a:ahLst/>
                  <a:cxnLst/>
                  <a:rect l="l" t="t" r="r" b="b"/>
                  <a:pathLst>
                    <a:path w="129730" h="13334" extrusionOk="0">
                      <a:moveTo>
                        <a:pt x="0" y="0"/>
                      </a:moveTo>
                      <a:lnTo>
                        <a:pt x="129731" y="0"/>
                      </a:lnTo>
                      <a:lnTo>
                        <a:pt x="129731" y="13335"/>
                      </a:lnTo>
                      <a:lnTo>
                        <a:pt x="0" y="13335"/>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66" name="Google Shape;1666;p49"/>
                <p:cNvSpPr/>
                <p:nvPr/>
              </p:nvSpPr>
              <p:spPr>
                <a:xfrm>
                  <a:off x="6217539" y="5384768"/>
                  <a:ext cx="86105" cy="13334"/>
                </a:xfrm>
                <a:custGeom>
                  <a:avLst/>
                  <a:gdLst/>
                  <a:ahLst/>
                  <a:cxnLst/>
                  <a:rect l="l" t="t" r="r" b="b"/>
                  <a:pathLst>
                    <a:path w="86105" h="13334" extrusionOk="0">
                      <a:moveTo>
                        <a:pt x="0" y="0"/>
                      </a:moveTo>
                      <a:lnTo>
                        <a:pt x="86106" y="0"/>
                      </a:lnTo>
                      <a:lnTo>
                        <a:pt x="86106" y="13335"/>
                      </a:lnTo>
                      <a:lnTo>
                        <a:pt x="0" y="13335"/>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667" name="Google Shape;1667;p49"/>
              <p:cNvGrpSpPr/>
              <p:nvPr/>
            </p:nvGrpSpPr>
            <p:grpSpPr>
              <a:xfrm>
                <a:off x="6397656" y="5189029"/>
                <a:ext cx="129730" cy="209073"/>
                <a:chOff x="6397656" y="5189029"/>
                <a:chExt cx="129730" cy="209073"/>
              </a:xfrm>
            </p:grpSpPr>
            <p:sp>
              <p:nvSpPr>
                <p:cNvPr id="1668" name="Google Shape;1668;p49"/>
                <p:cNvSpPr/>
                <p:nvPr/>
              </p:nvSpPr>
              <p:spPr>
                <a:xfrm>
                  <a:off x="6397656" y="5189029"/>
                  <a:ext cx="129730" cy="129730"/>
                </a:xfrm>
                <a:custGeom>
                  <a:avLst/>
                  <a:gdLst/>
                  <a:ahLst/>
                  <a:cxnLst/>
                  <a:rect l="l" t="t" r="r" b="b"/>
                  <a:pathLst>
                    <a:path w="129730" h="129730" extrusionOk="0">
                      <a:moveTo>
                        <a:pt x="0" y="0"/>
                      </a:moveTo>
                      <a:lnTo>
                        <a:pt x="129730" y="0"/>
                      </a:lnTo>
                      <a:lnTo>
                        <a:pt x="129730" y="129730"/>
                      </a:lnTo>
                      <a:lnTo>
                        <a:pt x="0" y="12973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69" name="Google Shape;1669;p49"/>
                <p:cNvSpPr/>
                <p:nvPr/>
              </p:nvSpPr>
              <p:spPr>
                <a:xfrm>
                  <a:off x="6397656" y="5331904"/>
                  <a:ext cx="129730" cy="13334"/>
                </a:xfrm>
                <a:custGeom>
                  <a:avLst/>
                  <a:gdLst/>
                  <a:ahLst/>
                  <a:cxnLst/>
                  <a:rect l="l" t="t" r="r" b="b"/>
                  <a:pathLst>
                    <a:path w="129730" h="13334" extrusionOk="0">
                      <a:moveTo>
                        <a:pt x="0" y="0"/>
                      </a:moveTo>
                      <a:lnTo>
                        <a:pt x="129730" y="0"/>
                      </a:lnTo>
                      <a:lnTo>
                        <a:pt x="129730" y="13335"/>
                      </a:lnTo>
                      <a:lnTo>
                        <a:pt x="0" y="13335"/>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70" name="Google Shape;1670;p49"/>
                <p:cNvSpPr/>
                <p:nvPr/>
              </p:nvSpPr>
              <p:spPr>
                <a:xfrm>
                  <a:off x="6397656" y="5358384"/>
                  <a:ext cx="129730" cy="13334"/>
                </a:xfrm>
                <a:custGeom>
                  <a:avLst/>
                  <a:gdLst/>
                  <a:ahLst/>
                  <a:cxnLst/>
                  <a:rect l="l" t="t" r="r" b="b"/>
                  <a:pathLst>
                    <a:path w="129730" h="13334" extrusionOk="0">
                      <a:moveTo>
                        <a:pt x="0" y="0"/>
                      </a:moveTo>
                      <a:lnTo>
                        <a:pt x="129730" y="0"/>
                      </a:lnTo>
                      <a:lnTo>
                        <a:pt x="129730" y="13335"/>
                      </a:lnTo>
                      <a:lnTo>
                        <a:pt x="0" y="13335"/>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71" name="Google Shape;1671;p49"/>
                <p:cNvSpPr/>
                <p:nvPr/>
              </p:nvSpPr>
              <p:spPr>
                <a:xfrm>
                  <a:off x="6397656" y="5384768"/>
                  <a:ext cx="86105" cy="13334"/>
                </a:xfrm>
                <a:custGeom>
                  <a:avLst/>
                  <a:gdLst/>
                  <a:ahLst/>
                  <a:cxnLst/>
                  <a:rect l="l" t="t" r="r" b="b"/>
                  <a:pathLst>
                    <a:path w="86105" h="13334" extrusionOk="0">
                      <a:moveTo>
                        <a:pt x="0" y="0"/>
                      </a:moveTo>
                      <a:lnTo>
                        <a:pt x="86106" y="0"/>
                      </a:lnTo>
                      <a:lnTo>
                        <a:pt x="86106" y="13335"/>
                      </a:lnTo>
                      <a:lnTo>
                        <a:pt x="0" y="13335"/>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672" name="Google Shape;1672;p49"/>
              <p:cNvGrpSpPr/>
              <p:nvPr/>
            </p:nvGrpSpPr>
            <p:grpSpPr>
              <a:xfrm>
                <a:off x="6577679" y="5189029"/>
                <a:ext cx="129730" cy="209073"/>
                <a:chOff x="6577679" y="5189029"/>
                <a:chExt cx="129730" cy="209073"/>
              </a:xfrm>
            </p:grpSpPr>
            <p:sp>
              <p:nvSpPr>
                <p:cNvPr id="1673" name="Google Shape;1673;p49"/>
                <p:cNvSpPr/>
                <p:nvPr/>
              </p:nvSpPr>
              <p:spPr>
                <a:xfrm>
                  <a:off x="6577679" y="5189029"/>
                  <a:ext cx="129730" cy="129730"/>
                </a:xfrm>
                <a:custGeom>
                  <a:avLst/>
                  <a:gdLst/>
                  <a:ahLst/>
                  <a:cxnLst/>
                  <a:rect l="l" t="t" r="r" b="b"/>
                  <a:pathLst>
                    <a:path w="129730" h="129730" extrusionOk="0">
                      <a:moveTo>
                        <a:pt x="0" y="0"/>
                      </a:moveTo>
                      <a:lnTo>
                        <a:pt x="129731" y="0"/>
                      </a:lnTo>
                      <a:lnTo>
                        <a:pt x="129731" y="129730"/>
                      </a:lnTo>
                      <a:lnTo>
                        <a:pt x="0" y="12973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74" name="Google Shape;1674;p49"/>
                <p:cNvSpPr/>
                <p:nvPr/>
              </p:nvSpPr>
              <p:spPr>
                <a:xfrm>
                  <a:off x="6577679" y="5331904"/>
                  <a:ext cx="129730" cy="13334"/>
                </a:xfrm>
                <a:custGeom>
                  <a:avLst/>
                  <a:gdLst/>
                  <a:ahLst/>
                  <a:cxnLst/>
                  <a:rect l="l" t="t" r="r" b="b"/>
                  <a:pathLst>
                    <a:path w="129730" h="13334" extrusionOk="0">
                      <a:moveTo>
                        <a:pt x="0" y="0"/>
                      </a:moveTo>
                      <a:lnTo>
                        <a:pt x="129731" y="0"/>
                      </a:lnTo>
                      <a:lnTo>
                        <a:pt x="129731" y="13335"/>
                      </a:lnTo>
                      <a:lnTo>
                        <a:pt x="0" y="13335"/>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75" name="Google Shape;1675;p49"/>
                <p:cNvSpPr/>
                <p:nvPr/>
              </p:nvSpPr>
              <p:spPr>
                <a:xfrm>
                  <a:off x="6577679" y="5358384"/>
                  <a:ext cx="129730" cy="13334"/>
                </a:xfrm>
                <a:custGeom>
                  <a:avLst/>
                  <a:gdLst/>
                  <a:ahLst/>
                  <a:cxnLst/>
                  <a:rect l="l" t="t" r="r" b="b"/>
                  <a:pathLst>
                    <a:path w="129730" h="13334" extrusionOk="0">
                      <a:moveTo>
                        <a:pt x="0" y="0"/>
                      </a:moveTo>
                      <a:lnTo>
                        <a:pt x="129731" y="0"/>
                      </a:lnTo>
                      <a:lnTo>
                        <a:pt x="129731" y="13335"/>
                      </a:lnTo>
                      <a:lnTo>
                        <a:pt x="0" y="13335"/>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76" name="Google Shape;1676;p49"/>
                <p:cNvSpPr/>
                <p:nvPr/>
              </p:nvSpPr>
              <p:spPr>
                <a:xfrm>
                  <a:off x="6577679" y="5384768"/>
                  <a:ext cx="86105" cy="13334"/>
                </a:xfrm>
                <a:custGeom>
                  <a:avLst/>
                  <a:gdLst/>
                  <a:ahLst/>
                  <a:cxnLst/>
                  <a:rect l="l" t="t" r="r" b="b"/>
                  <a:pathLst>
                    <a:path w="86105" h="13334" extrusionOk="0">
                      <a:moveTo>
                        <a:pt x="0" y="0"/>
                      </a:moveTo>
                      <a:lnTo>
                        <a:pt x="86106" y="0"/>
                      </a:lnTo>
                      <a:lnTo>
                        <a:pt x="86106" y="13335"/>
                      </a:lnTo>
                      <a:lnTo>
                        <a:pt x="0" y="13335"/>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677" name="Google Shape;1677;p49"/>
              <p:cNvGrpSpPr/>
              <p:nvPr/>
            </p:nvGrpSpPr>
            <p:grpSpPr>
              <a:xfrm>
                <a:off x="6757701" y="5189029"/>
                <a:ext cx="129730" cy="209073"/>
                <a:chOff x="6757701" y="5189029"/>
                <a:chExt cx="129730" cy="209073"/>
              </a:xfrm>
            </p:grpSpPr>
            <p:sp>
              <p:nvSpPr>
                <p:cNvPr id="1678" name="Google Shape;1678;p49"/>
                <p:cNvSpPr/>
                <p:nvPr/>
              </p:nvSpPr>
              <p:spPr>
                <a:xfrm>
                  <a:off x="6757701" y="5189029"/>
                  <a:ext cx="129730" cy="129730"/>
                </a:xfrm>
                <a:custGeom>
                  <a:avLst/>
                  <a:gdLst/>
                  <a:ahLst/>
                  <a:cxnLst/>
                  <a:rect l="l" t="t" r="r" b="b"/>
                  <a:pathLst>
                    <a:path w="129730" h="129730" extrusionOk="0">
                      <a:moveTo>
                        <a:pt x="0" y="0"/>
                      </a:moveTo>
                      <a:lnTo>
                        <a:pt x="129730" y="0"/>
                      </a:lnTo>
                      <a:lnTo>
                        <a:pt x="129730" y="129730"/>
                      </a:lnTo>
                      <a:lnTo>
                        <a:pt x="0" y="12973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79" name="Google Shape;1679;p49"/>
                <p:cNvSpPr/>
                <p:nvPr/>
              </p:nvSpPr>
              <p:spPr>
                <a:xfrm>
                  <a:off x="6757701" y="5331904"/>
                  <a:ext cx="129730" cy="13334"/>
                </a:xfrm>
                <a:custGeom>
                  <a:avLst/>
                  <a:gdLst/>
                  <a:ahLst/>
                  <a:cxnLst/>
                  <a:rect l="l" t="t" r="r" b="b"/>
                  <a:pathLst>
                    <a:path w="129730" h="13334" extrusionOk="0">
                      <a:moveTo>
                        <a:pt x="0" y="0"/>
                      </a:moveTo>
                      <a:lnTo>
                        <a:pt x="129730" y="0"/>
                      </a:lnTo>
                      <a:lnTo>
                        <a:pt x="129730" y="13335"/>
                      </a:lnTo>
                      <a:lnTo>
                        <a:pt x="0" y="13335"/>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80" name="Google Shape;1680;p49"/>
                <p:cNvSpPr/>
                <p:nvPr/>
              </p:nvSpPr>
              <p:spPr>
                <a:xfrm>
                  <a:off x="6757701" y="5358384"/>
                  <a:ext cx="129730" cy="13334"/>
                </a:xfrm>
                <a:custGeom>
                  <a:avLst/>
                  <a:gdLst/>
                  <a:ahLst/>
                  <a:cxnLst/>
                  <a:rect l="l" t="t" r="r" b="b"/>
                  <a:pathLst>
                    <a:path w="129730" h="13334" extrusionOk="0">
                      <a:moveTo>
                        <a:pt x="0" y="0"/>
                      </a:moveTo>
                      <a:lnTo>
                        <a:pt x="129730" y="0"/>
                      </a:lnTo>
                      <a:lnTo>
                        <a:pt x="129730" y="13335"/>
                      </a:lnTo>
                      <a:lnTo>
                        <a:pt x="0" y="13335"/>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81" name="Google Shape;1681;p49"/>
                <p:cNvSpPr/>
                <p:nvPr/>
              </p:nvSpPr>
              <p:spPr>
                <a:xfrm>
                  <a:off x="6757701" y="5384768"/>
                  <a:ext cx="86105" cy="13334"/>
                </a:xfrm>
                <a:custGeom>
                  <a:avLst/>
                  <a:gdLst/>
                  <a:ahLst/>
                  <a:cxnLst/>
                  <a:rect l="l" t="t" r="r" b="b"/>
                  <a:pathLst>
                    <a:path w="86105" h="13334" extrusionOk="0">
                      <a:moveTo>
                        <a:pt x="0" y="0"/>
                      </a:moveTo>
                      <a:lnTo>
                        <a:pt x="86106" y="0"/>
                      </a:lnTo>
                      <a:lnTo>
                        <a:pt x="86106" y="13335"/>
                      </a:lnTo>
                      <a:lnTo>
                        <a:pt x="0" y="13335"/>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682" name="Google Shape;1682;p49"/>
              <p:cNvGrpSpPr/>
              <p:nvPr/>
            </p:nvGrpSpPr>
            <p:grpSpPr>
              <a:xfrm>
                <a:off x="6937819" y="5189029"/>
                <a:ext cx="129730" cy="209073"/>
                <a:chOff x="6937819" y="5189029"/>
                <a:chExt cx="129730" cy="209073"/>
              </a:xfrm>
            </p:grpSpPr>
            <p:sp>
              <p:nvSpPr>
                <p:cNvPr id="1683" name="Google Shape;1683;p49"/>
                <p:cNvSpPr/>
                <p:nvPr/>
              </p:nvSpPr>
              <p:spPr>
                <a:xfrm>
                  <a:off x="6937819" y="5189029"/>
                  <a:ext cx="129730" cy="129730"/>
                </a:xfrm>
                <a:custGeom>
                  <a:avLst/>
                  <a:gdLst/>
                  <a:ahLst/>
                  <a:cxnLst/>
                  <a:rect l="l" t="t" r="r" b="b"/>
                  <a:pathLst>
                    <a:path w="129730" h="129730" extrusionOk="0">
                      <a:moveTo>
                        <a:pt x="0" y="0"/>
                      </a:moveTo>
                      <a:lnTo>
                        <a:pt x="129731" y="0"/>
                      </a:lnTo>
                      <a:lnTo>
                        <a:pt x="129731" y="129730"/>
                      </a:lnTo>
                      <a:lnTo>
                        <a:pt x="0" y="12973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84" name="Google Shape;1684;p49"/>
                <p:cNvSpPr/>
                <p:nvPr/>
              </p:nvSpPr>
              <p:spPr>
                <a:xfrm>
                  <a:off x="6937819" y="5331904"/>
                  <a:ext cx="129730" cy="13334"/>
                </a:xfrm>
                <a:custGeom>
                  <a:avLst/>
                  <a:gdLst/>
                  <a:ahLst/>
                  <a:cxnLst/>
                  <a:rect l="l" t="t" r="r" b="b"/>
                  <a:pathLst>
                    <a:path w="129730" h="13334" extrusionOk="0">
                      <a:moveTo>
                        <a:pt x="0" y="0"/>
                      </a:moveTo>
                      <a:lnTo>
                        <a:pt x="129731" y="0"/>
                      </a:lnTo>
                      <a:lnTo>
                        <a:pt x="129731" y="13335"/>
                      </a:lnTo>
                      <a:lnTo>
                        <a:pt x="0" y="13335"/>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85" name="Google Shape;1685;p49"/>
                <p:cNvSpPr/>
                <p:nvPr/>
              </p:nvSpPr>
              <p:spPr>
                <a:xfrm>
                  <a:off x="6937819" y="5358384"/>
                  <a:ext cx="129730" cy="13334"/>
                </a:xfrm>
                <a:custGeom>
                  <a:avLst/>
                  <a:gdLst/>
                  <a:ahLst/>
                  <a:cxnLst/>
                  <a:rect l="l" t="t" r="r" b="b"/>
                  <a:pathLst>
                    <a:path w="129730" h="13334" extrusionOk="0">
                      <a:moveTo>
                        <a:pt x="0" y="0"/>
                      </a:moveTo>
                      <a:lnTo>
                        <a:pt x="129731" y="0"/>
                      </a:lnTo>
                      <a:lnTo>
                        <a:pt x="129731" y="13335"/>
                      </a:lnTo>
                      <a:lnTo>
                        <a:pt x="0" y="13335"/>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86" name="Google Shape;1686;p49"/>
                <p:cNvSpPr/>
                <p:nvPr/>
              </p:nvSpPr>
              <p:spPr>
                <a:xfrm>
                  <a:off x="6937819" y="5384768"/>
                  <a:ext cx="86105" cy="13334"/>
                </a:xfrm>
                <a:custGeom>
                  <a:avLst/>
                  <a:gdLst/>
                  <a:ahLst/>
                  <a:cxnLst/>
                  <a:rect l="l" t="t" r="r" b="b"/>
                  <a:pathLst>
                    <a:path w="86105" h="13334" extrusionOk="0">
                      <a:moveTo>
                        <a:pt x="0" y="0"/>
                      </a:moveTo>
                      <a:lnTo>
                        <a:pt x="86106" y="0"/>
                      </a:lnTo>
                      <a:lnTo>
                        <a:pt x="86106" y="13335"/>
                      </a:lnTo>
                      <a:lnTo>
                        <a:pt x="0" y="13335"/>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687" name="Google Shape;1687;p49"/>
              <p:cNvGrpSpPr/>
              <p:nvPr/>
            </p:nvGrpSpPr>
            <p:grpSpPr>
              <a:xfrm>
                <a:off x="7117842" y="5189029"/>
                <a:ext cx="129730" cy="209073"/>
                <a:chOff x="7117842" y="5189029"/>
                <a:chExt cx="129730" cy="209073"/>
              </a:xfrm>
            </p:grpSpPr>
            <p:sp>
              <p:nvSpPr>
                <p:cNvPr id="1688" name="Google Shape;1688;p49"/>
                <p:cNvSpPr/>
                <p:nvPr/>
              </p:nvSpPr>
              <p:spPr>
                <a:xfrm>
                  <a:off x="7117842" y="5189029"/>
                  <a:ext cx="129730" cy="129730"/>
                </a:xfrm>
                <a:custGeom>
                  <a:avLst/>
                  <a:gdLst/>
                  <a:ahLst/>
                  <a:cxnLst/>
                  <a:rect l="l" t="t" r="r" b="b"/>
                  <a:pathLst>
                    <a:path w="129730" h="129730" extrusionOk="0">
                      <a:moveTo>
                        <a:pt x="0" y="0"/>
                      </a:moveTo>
                      <a:lnTo>
                        <a:pt x="129731" y="0"/>
                      </a:lnTo>
                      <a:lnTo>
                        <a:pt x="129731" y="129730"/>
                      </a:lnTo>
                      <a:lnTo>
                        <a:pt x="0" y="12973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89" name="Google Shape;1689;p49"/>
                <p:cNvSpPr/>
                <p:nvPr/>
              </p:nvSpPr>
              <p:spPr>
                <a:xfrm>
                  <a:off x="7117842" y="5331904"/>
                  <a:ext cx="129730" cy="13334"/>
                </a:xfrm>
                <a:custGeom>
                  <a:avLst/>
                  <a:gdLst/>
                  <a:ahLst/>
                  <a:cxnLst/>
                  <a:rect l="l" t="t" r="r" b="b"/>
                  <a:pathLst>
                    <a:path w="129730" h="13334" extrusionOk="0">
                      <a:moveTo>
                        <a:pt x="0" y="0"/>
                      </a:moveTo>
                      <a:lnTo>
                        <a:pt x="129731" y="0"/>
                      </a:lnTo>
                      <a:lnTo>
                        <a:pt x="129731" y="13335"/>
                      </a:lnTo>
                      <a:lnTo>
                        <a:pt x="0" y="13335"/>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90" name="Google Shape;1690;p49"/>
                <p:cNvSpPr/>
                <p:nvPr/>
              </p:nvSpPr>
              <p:spPr>
                <a:xfrm>
                  <a:off x="7117842" y="5358384"/>
                  <a:ext cx="129730" cy="13334"/>
                </a:xfrm>
                <a:custGeom>
                  <a:avLst/>
                  <a:gdLst/>
                  <a:ahLst/>
                  <a:cxnLst/>
                  <a:rect l="l" t="t" r="r" b="b"/>
                  <a:pathLst>
                    <a:path w="129730" h="13334" extrusionOk="0">
                      <a:moveTo>
                        <a:pt x="0" y="0"/>
                      </a:moveTo>
                      <a:lnTo>
                        <a:pt x="129731" y="0"/>
                      </a:lnTo>
                      <a:lnTo>
                        <a:pt x="129731" y="13335"/>
                      </a:lnTo>
                      <a:lnTo>
                        <a:pt x="0" y="13335"/>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91" name="Google Shape;1691;p49"/>
                <p:cNvSpPr/>
                <p:nvPr/>
              </p:nvSpPr>
              <p:spPr>
                <a:xfrm>
                  <a:off x="7117842" y="5384768"/>
                  <a:ext cx="86105" cy="13334"/>
                </a:xfrm>
                <a:custGeom>
                  <a:avLst/>
                  <a:gdLst/>
                  <a:ahLst/>
                  <a:cxnLst/>
                  <a:rect l="l" t="t" r="r" b="b"/>
                  <a:pathLst>
                    <a:path w="86105" h="13334" extrusionOk="0">
                      <a:moveTo>
                        <a:pt x="0" y="0"/>
                      </a:moveTo>
                      <a:lnTo>
                        <a:pt x="86106" y="0"/>
                      </a:lnTo>
                      <a:lnTo>
                        <a:pt x="86106" y="13335"/>
                      </a:lnTo>
                      <a:lnTo>
                        <a:pt x="0" y="13335"/>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692" name="Google Shape;1692;p49"/>
            <p:cNvGrpSpPr/>
            <p:nvPr/>
          </p:nvGrpSpPr>
          <p:grpSpPr>
            <a:xfrm>
              <a:off x="6881058" y="362653"/>
              <a:ext cx="1008703" cy="82735"/>
              <a:chOff x="6037516" y="4427791"/>
              <a:chExt cx="1210056" cy="99250"/>
            </a:xfrm>
          </p:grpSpPr>
          <p:sp>
            <p:nvSpPr>
              <p:cNvPr id="1693" name="Google Shape;1693;p49"/>
              <p:cNvSpPr/>
              <p:nvPr/>
            </p:nvSpPr>
            <p:spPr>
              <a:xfrm>
                <a:off x="6037516" y="4427791"/>
                <a:ext cx="49625" cy="99250"/>
              </a:xfrm>
              <a:custGeom>
                <a:avLst/>
                <a:gdLst/>
                <a:ahLst/>
                <a:cxnLst/>
                <a:rect l="l" t="t" r="r" b="b"/>
                <a:pathLst>
                  <a:path w="49625" h="99250" extrusionOk="0">
                    <a:moveTo>
                      <a:pt x="0" y="49625"/>
                    </a:moveTo>
                    <a:lnTo>
                      <a:pt x="49625" y="99251"/>
                    </a:lnTo>
                    <a:lnTo>
                      <a:pt x="49625" y="0"/>
                    </a:lnTo>
                    <a:lnTo>
                      <a:pt x="0" y="49625"/>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94" name="Google Shape;1694;p49"/>
              <p:cNvSpPr/>
              <p:nvPr/>
            </p:nvSpPr>
            <p:spPr>
              <a:xfrm>
                <a:off x="7197947" y="4427791"/>
                <a:ext cx="49625" cy="99250"/>
              </a:xfrm>
              <a:custGeom>
                <a:avLst/>
                <a:gdLst/>
                <a:ahLst/>
                <a:cxnLst/>
                <a:rect l="l" t="t" r="r" b="b"/>
                <a:pathLst>
                  <a:path w="49625" h="99250" extrusionOk="0">
                    <a:moveTo>
                      <a:pt x="0" y="0"/>
                    </a:moveTo>
                    <a:lnTo>
                      <a:pt x="0" y="99251"/>
                    </a:lnTo>
                    <a:lnTo>
                      <a:pt x="49625" y="49625"/>
                    </a:lnTo>
                    <a:lnTo>
                      <a:pt x="0" y="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695" name="Google Shape;1695;p49"/>
            <p:cNvGrpSpPr/>
            <p:nvPr/>
          </p:nvGrpSpPr>
          <p:grpSpPr>
            <a:xfrm>
              <a:off x="7310455" y="587674"/>
              <a:ext cx="145302" cy="15086"/>
              <a:chOff x="6552628" y="4697730"/>
              <a:chExt cx="174307" cy="18097"/>
            </a:xfrm>
          </p:grpSpPr>
          <p:sp>
            <p:nvSpPr>
              <p:cNvPr id="1696" name="Google Shape;1696;p49"/>
              <p:cNvSpPr/>
              <p:nvPr/>
            </p:nvSpPr>
            <p:spPr>
              <a:xfrm>
                <a:off x="6552628" y="4697730"/>
                <a:ext cx="18097" cy="18097"/>
              </a:xfrm>
              <a:custGeom>
                <a:avLst/>
                <a:gdLst/>
                <a:ahLst/>
                <a:cxnLst/>
                <a:rect l="l" t="t" r="r" b="b"/>
                <a:pathLst>
                  <a:path w="18097" h="18097" extrusionOk="0">
                    <a:moveTo>
                      <a:pt x="18098" y="9049"/>
                    </a:moveTo>
                    <a:cubicBezTo>
                      <a:pt x="18098" y="14002"/>
                      <a:pt x="14097" y="18097"/>
                      <a:pt x="9049" y="18097"/>
                    </a:cubicBezTo>
                    <a:cubicBezTo>
                      <a:pt x="4000" y="18097"/>
                      <a:pt x="0" y="14097"/>
                      <a:pt x="0" y="9049"/>
                    </a:cubicBezTo>
                    <a:cubicBezTo>
                      <a:pt x="0" y="4000"/>
                      <a:pt x="4000" y="0"/>
                      <a:pt x="9049" y="0"/>
                    </a:cubicBezTo>
                    <a:cubicBezTo>
                      <a:pt x="14097" y="0"/>
                      <a:pt x="18098" y="4000"/>
                      <a:pt x="18098" y="9049"/>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97" name="Google Shape;1697;p49"/>
              <p:cNvSpPr/>
              <p:nvPr/>
            </p:nvSpPr>
            <p:spPr>
              <a:xfrm>
                <a:off x="6591681" y="4697730"/>
                <a:ext cx="18097" cy="18097"/>
              </a:xfrm>
              <a:custGeom>
                <a:avLst/>
                <a:gdLst/>
                <a:ahLst/>
                <a:cxnLst/>
                <a:rect l="l" t="t" r="r" b="b"/>
                <a:pathLst>
                  <a:path w="18097" h="18097" extrusionOk="0">
                    <a:moveTo>
                      <a:pt x="18098" y="9049"/>
                    </a:moveTo>
                    <a:cubicBezTo>
                      <a:pt x="18098" y="14046"/>
                      <a:pt x="14046" y="18098"/>
                      <a:pt x="9049" y="18098"/>
                    </a:cubicBezTo>
                    <a:cubicBezTo>
                      <a:pt x="4051" y="18098"/>
                      <a:pt x="0" y="14046"/>
                      <a:pt x="0" y="9049"/>
                    </a:cubicBezTo>
                    <a:cubicBezTo>
                      <a:pt x="0" y="4051"/>
                      <a:pt x="4051" y="0"/>
                      <a:pt x="9049" y="0"/>
                    </a:cubicBezTo>
                    <a:cubicBezTo>
                      <a:pt x="14046" y="0"/>
                      <a:pt x="18098" y="4051"/>
                      <a:pt x="18098" y="9049"/>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98" name="Google Shape;1698;p49"/>
              <p:cNvSpPr/>
              <p:nvPr/>
            </p:nvSpPr>
            <p:spPr>
              <a:xfrm>
                <a:off x="6630733" y="4697730"/>
                <a:ext cx="18097" cy="18097"/>
              </a:xfrm>
              <a:custGeom>
                <a:avLst/>
                <a:gdLst/>
                <a:ahLst/>
                <a:cxnLst/>
                <a:rect l="l" t="t" r="r" b="b"/>
                <a:pathLst>
                  <a:path w="18097" h="18097" extrusionOk="0">
                    <a:moveTo>
                      <a:pt x="18097" y="9049"/>
                    </a:moveTo>
                    <a:cubicBezTo>
                      <a:pt x="18097" y="14002"/>
                      <a:pt x="14097" y="18097"/>
                      <a:pt x="9049" y="18097"/>
                    </a:cubicBezTo>
                    <a:cubicBezTo>
                      <a:pt x="4000" y="18097"/>
                      <a:pt x="0" y="14097"/>
                      <a:pt x="0" y="9049"/>
                    </a:cubicBezTo>
                    <a:cubicBezTo>
                      <a:pt x="0" y="4000"/>
                      <a:pt x="4000" y="0"/>
                      <a:pt x="9049" y="0"/>
                    </a:cubicBezTo>
                    <a:cubicBezTo>
                      <a:pt x="14097" y="0"/>
                      <a:pt x="18097" y="4000"/>
                      <a:pt x="18097" y="9049"/>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99" name="Google Shape;1699;p49"/>
              <p:cNvSpPr/>
              <p:nvPr/>
            </p:nvSpPr>
            <p:spPr>
              <a:xfrm>
                <a:off x="6669881" y="4697730"/>
                <a:ext cx="18097" cy="18097"/>
              </a:xfrm>
              <a:custGeom>
                <a:avLst/>
                <a:gdLst/>
                <a:ahLst/>
                <a:cxnLst/>
                <a:rect l="l" t="t" r="r" b="b"/>
                <a:pathLst>
                  <a:path w="18097" h="18097" extrusionOk="0">
                    <a:moveTo>
                      <a:pt x="18098" y="9049"/>
                    </a:moveTo>
                    <a:cubicBezTo>
                      <a:pt x="18098" y="14046"/>
                      <a:pt x="14046" y="18098"/>
                      <a:pt x="9049" y="18098"/>
                    </a:cubicBezTo>
                    <a:cubicBezTo>
                      <a:pt x="4051" y="18098"/>
                      <a:pt x="0" y="14046"/>
                      <a:pt x="0" y="9049"/>
                    </a:cubicBezTo>
                    <a:cubicBezTo>
                      <a:pt x="0" y="4051"/>
                      <a:pt x="4051" y="0"/>
                      <a:pt x="9049" y="0"/>
                    </a:cubicBezTo>
                    <a:cubicBezTo>
                      <a:pt x="14046" y="0"/>
                      <a:pt x="18098" y="4051"/>
                      <a:pt x="18098" y="9049"/>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00" name="Google Shape;1700;p49"/>
              <p:cNvSpPr/>
              <p:nvPr/>
            </p:nvSpPr>
            <p:spPr>
              <a:xfrm>
                <a:off x="6708838" y="4697730"/>
                <a:ext cx="18097" cy="18097"/>
              </a:xfrm>
              <a:custGeom>
                <a:avLst/>
                <a:gdLst/>
                <a:ahLst/>
                <a:cxnLst/>
                <a:rect l="l" t="t" r="r" b="b"/>
                <a:pathLst>
                  <a:path w="18097" h="18097" extrusionOk="0">
                    <a:moveTo>
                      <a:pt x="18097" y="9049"/>
                    </a:moveTo>
                    <a:cubicBezTo>
                      <a:pt x="18097" y="14002"/>
                      <a:pt x="14097" y="18097"/>
                      <a:pt x="9048" y="18097"/>
                    </a:cubicBezTo>
                    <a:cubicBezTo>
                      <a:pt x="4000" y="18097"/>
                      <a:pt x="0" y="14097"/>
                      <a:pt x="0" y="9049"/>
                    </a:cubicBezTo>
                    <a:cubicBezTo>
                      <a:pt x="0" y="4000"/>
                      <a:pt x="4000" y="0"/>
                      <a:pt x="9048" y="0"/>
                    </a:cubicBezTo>
                    <a:cubicBezTo>
                      <a:pt x="14097" y="0"/>
                      <a:pt x="18097" y="4000"/>
                      <a:pt x="18097" y="9049"/>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701" name="Google Shape;1701;p49"/>
            <p:cNvSpPr/>
            <p:nvPr/>
          </p:nvSpPr>
          <p:spPr>
            <a:xfrm>
              <a:off x="6881058" y="1223512"/>
              <a:ext cx="1007371" cy="7930"/>
            </a:xfrm>
            <a:custGeom>
              <a:avLst/>
              <a:gdLst/>
              <a:ahLst/>
              <a:cxnLst/>
              <a:rect l="l" t="t" r="r" b="b"/>
              <a:pathLst>
                <a:path w="1210055" h="9525" extrusionOk="0">
                  <a:moveTo>
                    <a:pt x="0" y="0"/>
                  </a:moveTo>
                  <a:lnTo>
                    <a:pt x="1210056" y="0"/>
                  </a:lnTo>
                </a:path>
              </a:pathLst>
            </a:custGeom>
            <a:solidFill>
              <a:schemeClr val="lt1"/>
            </a:solidFill>
            <a:ln w="17525" cap="flat" cmpd="sng">
              <a:solidFill>
                <a:srgbClr val="FFFFFF"/>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02" name="Google Shape;1702;p49"/>
            <p:cNvSpPr/>
            <p:nvPr/>
          </p:nvSpPr>
          <p:spPr>
            <a:xfrm>
              <a:off x="6881058" y="953709"/>
              <a:ext cx="1007371" cy="7930"/>
            </a:xfrm>
            <a:custGeom>
              <a:avLst/>
              <a:gdLst/>
              <a:ahLst/>
              <a:cxnLst/>
              <a:rect l="l" t="t" r="r" b="b"/>
              <a:pathLst>
                <a:path w="1210055" h="9525" extrusionOk="0">
                  <a:moveTo>
                    <a:pt x="0" y="0"/>
                  </a:moveTo>
                  <a:lnTo>
                    <a:pt x="1210056" y="0"/>
                  </a:lnTo>
                </a:path>
              </a:pathLst>
            </a:custGeom>
            <a:solidFill>
              <a:schemeClr val="lt1"/>
            </a:solidFill>
            <a:ln w="17525" cap="flat" cmpd="sng">
              <a:solidFill>
                <a:srgbClr val="FFFFFF"/>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703" name="Google Shape;1703;p49"/>
            <p:cNvGrpSpPr/>
            <p:nvPr/>
          </p:nvGrpSpPr>
          <p:grpSpPr>
            <a:xfrm>
              <a:off x="6881058" y="1279728"/>
              <a:ext cx="1008703" cy="108778"/>
              <a:chOff x="6037516" y="5527929"/>
              <a:chExt cx="1210056" cy="130492"/>
            </a:xfrm>
          </p:grpSpPr>
          <p:sp>
            <p:nvSpPr>
              <p:cNvPr id="1704" name="Google Shape;1704;p49"/>
              <p:cNvSpPr/>
              <p:nvPr/>
            </p:nvSpPr>
            <p:spPr>
              <a:xfrm>
                <a:off x="6037516" y="5527929"/>
                <a:ext cx="554259" cy="130492"/>
              </a:xfrm>
              <a:custGeom>
                <a:avLst/>
                <a:gdLst/>
                <a:ahLst/>
                <a:cxnLst/>
                <a:rect l="l" t="t" r="r" b="b"/>
                <a:pathLst>
                  <a:path w="554259" h="130492" extrusionOk="0">
                    <a:moveTo>
                      <a:pt x="0" y="0"/>
                    </a:moveTo>
                    <a:lnTo>
                      <a:pt x="554260" y="0"/>
                    </a:lnTo>
                    <a:lnTo>
                      <a:pt x="554260" y="130492"/>
                    </a:lnTo>
                    <a:lnTo>
                      <a:pt x="0" y="130492"/>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05" name="Google Shape;1705;p49"/>
              <p:cNvSpPr/>
              <p:nvPr/>
            </p:nvSpPr>
            <p:spPr>
              <a:xfrm>
                <a:off x="6678930" y="5527929"/>
                <a:ext cx="568642" cy="130492"/>
              </a:xfrm>
              <a:custGeom>
                <a:avLst/>
                <a:gdLst/>
                <a:ahLst/>
                <a:cxnLst/>
                <a:rect l="l" t="t" r="r" b="b"/>
                <a:pathLst>
                  <a:path w="568642" h="130492" extrusionOk="0">
                    <a:moveTo>
                      <a:pt x="0" y="0"/>
                    </a:moveTo>
                    <a:lnTo>
                      <a:pt x="568643" y="0"/>
                    </a:lnTo>
                    <a:lnTo>
                      <a:pt x="568643" y="130492"/>
                    </a:lnTo>
                    <a:lnTo>
                      <a:pt x="0" y="130492"/>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706" name="Google Shape;1706;p49"/>
            <p:cNvGrpSpPr/>
            <p:nvPr/>
          </p:nvGrpSpPr>
          <p:grpSpPr>
            <a:xfrm>
              <a:off x="6881058" y="1416455"/>
              <a:ext cx="1008703" cy="108778"/>
              <a:chOff x="6037516" y="5691949"/>
              <a:chExt cx="1210056" cy="130492"/>
            </a:xfrm>
          </p:grpSpPr>
          <p:sp>
            <p:nvSpPr>
              <p:cNvPr id="1707" name="Google Shape;1707;p49"/>
              <p:cNvSpPr/>
              <p:nvPr/>
            </p:nvSpPr>
            <p:spPr>
              <a:xfrm>
                <a:off x="6037516" y="5691949"/>
                <a:ext cx="554259" cy="130492"/>
              </a:xfrm>
              <a:custGeom>
                <a:avLst/>
                <a:gdLst/>
                <a:ahLst/>
                <a:cxnLst/>
                <a:rect l="l" t="t" r="r" b="b"/>
                <a:pathLst>
                  <a:path w="554259" h="130492" extrusionOk="0">
                    <a:moveTo>
                      <a:pt x="0" y="0"/>
                    </a:moveTo>
                    <a:lnTo>
                      <a:pt x="554260" y="0"/>
                    </a:lnTo>
                    <a:lnTo>
                      <a:pt x="554260" y="130493"/>
                    </a:lnTo>
                    <a:lnTo>
                      <a:pt x="0" y="130493"/>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08" name="Google Shape;1708;p49"/>
              <p:cNvSpPr/>
              <p:nvPr/>
            </p:nvSpPr>
            <p:spPr>
              <a:xfrm>
                <a:off x="6678930" y="5691949"/>
                <a:ext cx="568642" cy="130492"/>
              </a:xfrm>
              <a:custGeom>
                <a:avLst/>
                <a:gdLst/>
                <a:ahLst/>
                <a:cxnLst/>
                <a:rect l="l" t="t" r="r" b="b"/>
                <a:pathLst>
                  <a:path w="568642" h="130492" extrusionOk="0">
                    <a:moveTo>
                      <a:pt x="0" y="0"/>
                    </a:moveTo>
                    <a:lnTo>
                      <a:pt x="568643" y="0"/>
                    </a:lnTo>
                    <a:lnTo>
                      <a:pt x="568643" y="130493"/>
                    </a:lnTo>
                    <a:lnTo>
                      <a:pt x="0" y="130493"/>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709" name="Google Shape;1709;p49"/>
          <p:cNvGrpSpPr/>
          <p:nvPr/>
        </p:nvGrpSpPr>
        <p:grpSpPr>
          <a:xfrm>
            <a:off x="3850155" y="3557777"/>
            <a:ext cx="1274019" cy="400438"/>
            <a:chOff x="3513442" y="3605564"/>
            <a:chExt cx="1274019" cy="400438"/>
          </a:xfrm>
        </p:grpSpPr>
        <p:sp>
          <p:nvSpPr>
            <p:cNvPr id="1710" name="Google Shape;1710;p49"/>
            <p:cNvSpPr/>
            <p:nvPr/>
          </p:nvSpPr>
          <p:spPr>
            <a:xfrm>
              <a:off x="3513442" y="3605564"/>
              <a:ext cx="1274019" cy="400438"/>
            </a:xfrm>
            <a:custGeom>
              <a:avLst/>
              <a:gdLst/>
              <a:ahLst/>
              <a:cxnLst/>
              <a:rect l="l" t="t" r="r" b="b"/>
              <a:pathLst>
                <a:path w="1512189" h="475297" extrusionOk="0">
                  <a:moveTo>
                    <a:pt x="1274540" y="475297"/>
                  </a:moveTo>
                  <a:lnTo>
                    <a:pt x="237649" y="475297"/>
                  </a:lnTo>
                  <a:cubicBezTo>
                    <a:pt x="106966" y="475297"/>
                    <a:pt x="0" y="368332"/>
                    <a:pt x="0" y="237648"/>
                  </a:cubicBezTo>
                  <a:lnTo>
                    <a:pt x="0" y="237648"/>
                  </a:lnTo>
                  <a:cubicBezTo>
                    <a:pt x="0" y="106966"/>
                    <a:pt x="106966" y="0"/>
                    <a:pt x="237649" y="0"/>
                  </a:cubicBezTo>
                  <a:lnTo>
                    <a:pt x="1274540" y="0"/>
                  </a:lnTo>
                  <a:cubicBezTo>
                    <a:pt x="1405224" y="0"/>
                    <a:pt x="1512189" y="106966"/>
                    <a:pt x="1512189" y="237648"/>
                  </a:cubicBezTo>
                  <a:lnTo>
                    <a:pt x="1512189" y="237648"/>
                  </a:lnTo>
                  <a:cubicBezTo>
                    <a:pt x="1512189" y="368332"/>
                    <a:pt x="1405224" y="475297"/>
                    <a:pt x="1274540" y="475297"/>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711" name="Google Shape;1711;p49"/>
            <p:cNvGrpSpPr/>
            <p:nvPr/>
          </p:nvGrpSpPr>
          <p:grpSpPr>
            <a:xfrm>
              <a:off x="3682097" y="3678217"/>
              <a:ext cx="845361" cy="231656"/>
              <a:chOff x="5146631" y="6094907"/>
              <a:chExt cx="1004708" cy="275322"/>
            </a:xfrm>
          </p:grpSpPr>
          <p:grpSp>
            <p:nvGrpSpPr>
              <p:cNvPr id="1712" name="Google Shape;1712;p49"/>
              <p:cNvGrpSpPr/>
              <p:nvPr/>
            </p:nvGrpSpPr>
            <p:grpSpPr>
              <a:xfrm>
                <a:off x="5146631" y="6094907"/>
                <a:ext cx="606553" cy="275322"/>
                <a:chOff x="5146631" y="6094907"/>
                <a:chExt cx="606553" cy="275322"/>
              </a:xfrm>
            </p:grpSpPr>
            <p:grpSp>
              <p:nvGrpSpPr>
                <p:cNvPr id="1713" name="Google Shape;1713;p49"/>
                <p:cNvGrpSpPr/>
                <p:nvPr/>
              </p:nvGrpSpPr>
              <p:grpSpPr>
                <a:xfrm>
                  <a:off x="5489162" y="6099249"/>
                  <a:ext cx="264022" cy="264022"/>
                  <a:chOff x="5489162" y="6099249"/>
                  <a:chExt cx="264022" cy="264022"/>
                </a:xfrm>
              </p:grpSpPr>
              <p:sp>
                <p:nvSpPr>
                  <p:cNvPr id="1714" name="Google Shape;1714;p49"/>
                  <p:cNvSpPr/>
                  <p:nvPr/>
                </p:nvSpPr>
                <p:spPr>
                  <a:xfrm>
                    <a:off x="5489162" y="6244495"/>
                    <a:ext cx="118776" cy="118776"/>
                  </a:xfrm>
                  <a:custGeom>
                    <a:avLst/>
                    <a:gdLst/>
                    <a:ahLst/>
                    <a:cxnLst/>
                    <a:rect l="l" t="t" r="r" b="b"/>
                    <a:pathLst>
                      <a:path w="118776" h="118776" extrusionOk="0">
                        <a:moveTo>
                          <a:pt x="46482" y="86677"/>
                        </a:moveTo>
                        <a:lnTo>
                          <a:pt x="118777" y="14478"/>
                        </a:lnTo>
                        <a:lnTo>
                          <a:pt x="104299" y="0"/>
                        </a:lnTo>
                        <a:lnTo>
                          <a:pt x="32099" y="72199"/>
                        </a:lnTo>
                        <a:lnTo>
                          <a:pt x="17621" y="80296"/>
                        </a:lnTo>
                        <a:lnTo>
                          <a:pt x="0" y="107537"/>
                        </a:lnTo>
                        <a:lnTo>
                          <a:pt x="11239" y="118776"/>
                        </a:lnTo>
                        <a:lnTo>
                          <a:pt x="38481" y="101155"/>
                        </a:lnTo>
                        <a:lnTo>
                          <a:pt x="46482" y="86677"/>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15" name="Google Shape;1715;p49"/>
                  <p:cNvSpPr/>
                  <p:nvPr/>
                </p:nvSpPr>
                <p:spPr>
                  <a:xfrm>
                    <a:off x="5571077" y="6099249"/>
                    <a:ext cx="182107" cy="182107"/>
                  </a:xfrm>
                  <a:custGeom>
                    <a:avLst/>
                    <a:gdLst/>
                    <a:ahLst/>
                    <a:cxnLst/>
                    <a:rect l="l" t="t" r="r" b="b"/>
                    <a:pathLst>
                      <a:path w="182107" h="182107" extrusionOk="0">
                        <a:moveTo>
                          <a:pt x="101822" y="152484"/>
                        </a:moveTo>
                        <a:lnTo>
                          <a:pt x="176022" y="78285"/>
                        </a:lnTo>
                        <a:cubicBezTo>
                          <a:pt x="178117" y="76189"/>
                          <a:pt x="179641" y="73522"/>
                          <a:pt x="180308" y="70665"/>
                        </a:cubicBezTo>
                        <a:cubicBezTo>
                          <a:pt x="182689" y="60664"/>
                          <a:pt x="186118" y="37803"/>
                          <a:pt x="165259" y="16848"/>
                        </a:cubicBezTo>
                        <a:cubicBezTo>
                          <a:pt x="144399" y="-4011"/>
                          <a:pt x="121444" y="-582"/>
                          <a:pt x="111442" y="1799"/>
                        </a:cubicBezTo>
                        <a:cubicBezTo>
                          <a:pt x="108585" y="2465"/>
                          <a:pt x="105918" y="3990"/>
                          <a:pt x="103822" y="6085"/>
                        </a:cubicBezTo>
                        <a:lnTo>
                          <a:pt x="29623" y="80285"/>
                        </a:lnTo>
                        <a:cubicBezTo>
                          <a:pt x="41148" y="91810"/>
                          <a:pt x="41148" y="110479"/>
                          <a:pt x="29623" y="122005"/>
                        </a:cubicBezTo>
                        <a:lnTo>
                          <a:pt x="23241" y="128386"/>
                        </a:lnTo>
                        <a:lnTo>
                          <a:pt x="12001" y="117147"/>
                        </a:lnTo>
                        <a:lnTo>
                          <a:pt x="0" y="129148"/>
                        </a:lnTo>
                        <a:lnTo>
                          <a:pt x="52959" y="182107"/>
                        </a:lnTo>
                        <a:lnTo>
                          <a:pt x="64960" y="170106"/>
                        </a:lnTo>
                        <a:lnTo>
                          <a:pt x="53721" y="158866"/>
                        </a:lnTo>
                        <a:lnTo>
                          <a:pt x="60103" y="152484"/>
                        </a:lnTo>
                        <a:cubicBezTo>
                          <a:pt x="71628" y="140959"/>
                          <a:pt x="90297" y="140959"/>
                          <a:pt x="101822" y="152484"/>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716" name="Google Shape;1716;p49"/>
                <p:cNvGrpSpPr/>
                <p:nvPr/>
              </p:nvGrpSpPr>
              <p:grpSpPr>
                <a:xfrm>
                  <a:off x="5146631" y="6094907"/>
                  <a:ext cx="275536" cy="275322"/>
                  <a:chOff x="5146631" y="6094907"/>
                  <a:chExt cx="275536" cy="275322"/>
                </a:xfrm>
              </p:grpSpPr>
              <p:sp>
                <p:nvSpPr>
                  <p:cNvPr id="1717" name="Google Shape;1717;p49"/>
                  <p:cNvSpPr/>
                  <p:nvPr/>
                </p:nvSpPr>
                <p:spPr>
                  <a:xfrm>
                    <a:off x="5146631" y="6094907"/>
                    <a:ext cx="275536" cy="275322"/>
                  </a:xfrm>
                  <a:custGeom>
                    <a:avLst/>
                    <a:gdLst/>
                    <a:ahLst/>
                    <a:cxnLst/>
                    <a:rect l="l" t="t" r="r" b="b"/>
                    <a:pathLst>
                      <a:path w="275536" h="275322" extrusionOk="0">
                        <a:moveTo>
                          <a:pt x="113835" y="201498"/>
                        </a:moveTo>
                        <a:lnTo>
                          <a:pt x="201560" y="113773"/>
                        </a:lnTo>
                        <a:cubicBezTo>
                          <a:pt x="206799" y="108534"/>
                          <a:pt x="214038" y="105772"/>
                          <a:pt x="221563" y="105962"/>
                        </a:cubicBezTo>
                        <a:cubicBezTo>
                          <a:pt x="235469" y="106248"/>
                          <a:pt x="249471" y="101105"/>
                          <a:pt x="260044" y="90437"/>
                        </a:cubicBezTo>
                        <a:cubicBezTo>
                          <a:pt x="274141" y="76340"/>
                          <a:pt x="278617" y="56147"/>
                          <a:pt x="273474" y="38240"/>
                        </a:cubicBezTo>
                        <a:lnTo>
                          <a:pt x="247375" y="64338"/>
                        </a:lnTo>
                        <a:lnTo>
                          <a:pt x="218610" y="56623"/>
                        </a:lnTo>
                        <a:lnTo>
                          <a:pt x="210895" y="27857"/>
                        </a:lnTo>
                        <a:lnTo>
                          <a:pt x="236803" y="1950"/>
                        </a:lnTo>
                        <a:cubicBezTo>
                          <a:pt x="218991" y="-3004"/>
                          <a:pt x="199084" y="1473"/>
                          <a:pt x="185082" y="15475"/>
                        </a:cubicBezTo>
                        <a:cubicBezTo>
                          <a:pt x="174509" y="26048"/>
                          <a:pt x="169271" y="40050"/>
                          <a:pt x="169556" y="53956"/>
                        </a:cubicBezTo>
                        <a:cubicBezTo>
                          <a:pt x="169747" y="61386"/>
                          <a:pt x="166984" y="68625"/>
                          <a:pt x="161746" y="73959"/>
                        </a:cubicBezTo>
                        <a:lnTo>
                          <a:pt x="74021" y="161683"/>
                        </a:lnTo>
                        <a:cubicBezTo>
                          <a:pt x="68782" y="166922"/>
                          <a:pt x="61543" y="169685"/>
                          <a:pt x="54018" y="169494"/>
                        </a:cubicBezTo>
                        <a:cubicBezTo>
                          <a:pt x="40112" y="169209"/>
                          <a:pt x="26110" y="174352"/>
                          <a:pt x="15537" y="185020"/>
                        </a:cubicBezTo>
                        <a:cubicBezTo>
                          <a:pt x="-5989" y="206546"/>
                          <a:pt x="-5132" y="241884"/>
                          <a:pt x="18014" y="262267"/>
                        </a:cubicBezTo>
                        <a:cubicBezTo>
                          <a:pt x="38207" y="280079"/>
                          <a:pt x="69258" y="279603"/>
                          <a:pt x="88975" y="261220"/>
                        </a:cubicBezTo>
                        <a:cubicBezTo>
                          <a:pt x="100691" y="250361"/>
                          <a:pt x="106310" y="235502"/>
                          <a:pt x="105834" y="220834"/>
                        </a:cubicBezTo>
                        <a:cubicBezTo>
                          <a:pt x="105644" y="213595"/>
                          <a:pt x="108501" y="206546"/>
                          <a:pt x="113645" y="201403"/>
                        </a:cubicBezTo>
                        <a:close/>
                        <a:moveTo>
                          <a:pt x="46779" y="244837"/>
                        </a:moveTo>
                        <a:lnTo>
                          <a:pt x="30301" y="228358"/>
                        </a:lnTo>
                        <a:lnTo>
                          <a:pt x="36302" y="205880"/>
                        </a:lnTo>
                        <a:lnTo>
                          <a:pt x="58781" y="199879"/>
                        </a:lnTo>
                        <a:lnTo>
                          <a:pt x="75259" y="216357"/>
                        </a:lnTo>
                        <a:lnTo>
                          <a:pt x="69258" y="238836"/>
                        </a:lnTo>
                        <a:lnTo>
                          <a:pt x="46779" y="24483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18" name="Google Shape;1718;p49"/>
                  <p:cNvSpPr/>
                  <p:nvPr/>
                </p:nvSpPr>
                <p:spPr>
                  <a:xfrm>
                    <a:off x="5260276" y="6213157"/>
                    <a:ext cx="43719" cy="43719"/>
                  </a:xfrm>
                  <a:custGeom>
                    <a:avLst/>
                    <a:gdLst/>
                    <a:ahLst/>
                    <a:cxnLst/>
                    <a:rect l="l" t="t" r="r" b="b"/>
                    <a:pathLst>
                      <a:path w="43719" h="43719" extrusionOk="0">
                        <a:moveTo>
                          <a:pt x="2286" y="41434"/>
                        </a:moveTo>
                        <a:lnTo>
                          <a:pt x="2286" y="41434"/>
                        </a:lnTo>
                        <a:cubicBezTo>
                          <a:pt x="-762" y="38386"/>
                          <a:pt x="-762" y="33433"/>
                          <a:pt x="2286" y="30385"/>
                        </a:cubicBezTo>
                        <a:lnTo>
                          <a:pt x="30385" y="2286"/>
                        </a:lnTo>
                        <a:cubicBezTo>
                          <a:pt x="33433" y="-762"/>
                          <a:pt x="38386" y="-762"/>
                          <a:pt x="41434" y="2286"/>
                        </a:cubicBezTo>
                        <a:lnTo>
                          <a:pt x="41434" y="2286"/>
                        </a:lnTo>
                        <a:cubicBezTo>
                          <a:pt x="44482" y="5334"/>
                          <a:pt x="44482" y="10287"/>
                          <a:pt x="41434" y="13335"/>
                        </a:cubicBezTo>
                        <a:lnTo>
                          <a:pt x="13335" y="41434"/>
                        </a:lnTo>
                        <a:cubicBezTo>
                          <a:pt x="10287" y="44482"/>
                          <a:pt x="5334" y="44482"/>
                          <a:pt x="2286" y="41434"/>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719" name="Google Shape;1719;p49"/>
              <p:cNvGrpSpPr/>
              <p:nvPr/>
            </p:nvGrpSpPr>
            <p:grpSpPr>
              <a:xfrm>
                <a:off x="5861113" y="6111239"/>
                <a:ext cx="290226" cy="238506"/>
                <a:chOff x="5861113" y="6111239"/>
                <a:chExt cx="290226" cy="238506"/>
              </a:xfrm>
            </p:grpSpPr>
            <p:sp>
              <p:nvSpPr>
                <p:cNvPr id="1720" name="Google Shape;1720;p49"/>
                <p:cNvSpPr/>
                <p:nvPr/>
              </p:nvSpPr>
              <p:spPr>
                <a:xfrm>
                  <a:off x="5861113" y="6111239"/>
                  <a:ext cx="197929" cy="198025"/>
                </a:xfrm>
                <a:custGeom>
                  <a:avLst/>
                  <a:gdLst/>
                  <a:ahLst/>
                  <a:cxnLst/>
                  <a:rect l="l" t="t" r="r" b="b"/>
                  <a:pathLst>
                    <a:path w="197929" h="198025" extrusionOk="0">
                      <a:moveTo>
                        <a:pt x="196215" y="117443"/>
                      </a:moveTo>
                      <a:cubicBezTo>
                        <a:pt x="197358" y="111443"/>
                        <a:pt x="197929" y="105346"/>
                        <a:pt x="197929" y="98965"/>
                      </a:cubicBezTo>
                      <a:cubicBezTo>
                        <a:pt x="197929" y="92583"/>
                        <a:pt x="197358" y="86487"/>
                        <a:pt x="196215" y="80486"/>
                      </a:cubicBezTo>
                      <a:lnTo>
                        <a:pt x="164116" y="80486"/>
                      </a:lnTo>
                      <a:cubicBezTo>
                        <a:pt x="162687" y="75343"/>
                        <a:pt x="160592" y="70485"/>
                        <a:pt x="158115" y="65913"/>
                      </a:cubicBezTo>
                      <a:lnTo>
                        <a:pt x="180785" y="43244"/>
                      </a:lnTo>
                      <a:cubicBezTo>
                        <a:pt x="173832" y="32957"/>
                        <a:pt x="164973" y="24099"/>
                        <a:pt x="154686" y="17145"/>
                      </a:cubicBezTo>
                      <a:lnTo>
                        <a:pt x="132017" y="39815"/>
                      </a:lnTo>
                      <a:cubicBezTo>
                        <a:pt x="127445" y="37243"/>
                        <a:pt x="122587" y="35243"/>
                        <a:pt x="117443" y="33814"/>
                      </a:cubicBezTo>
                      <a:lnTo>
                        <a:pt x="117443" y="1715"/>
                      </a:lnTo>
                      <a:cubicBezTo>
                        <a:pt x="111443" y="571"/>
                        <a:pt x="105346" y="0"/>
                        <a:pt x="98965" y="0"/>
                      </a:cubicBezTo>
                      <a:cubicBezTo>
                        <a:pt x="92583" y="0"/>
                        <a:pt x="86487" y="571"/>
                        <a:pt x="80486" y="1715"/>
                      </a:cubicBezTo>
                      <a:lnTo>
                        <a:pt x="80486" y="33814"/>
                      </a:lnTo>
                      <a:cubicBezTo>
                        <a:pt x="75343" y="35243"/>
                        <a:pt x="70485" y="37338"/>
                        <a:pt x="65913" y="39815"/>
                      </a:cubicBezTo>
                      <a:lnTo>
                        <a:pt x="43244" y="17145"/>
                      </a:lnTo>
                      <a:cubicBezTo>
                        <a:pt x="32956" y="24099"/>
                        <a:pt x="24098" y="33052"/>
                        <a:pt x="17145" y="43244"/>
                      </a:cubicBezTo>
                      <a:lnTo>
                        <a:pt x="39814" y="65913"/>
                      </a:lnTo>
                      <a:cubicBezTo>
                        <a:pt x="37243" y="70485"/>
                        <a:pt x="35243" y="75343"/>
                        <a:pt x="33814" y="80486"/>
                      </a:cubicBezTo>
                      <a:lnTo>
                        <a:pt x="1714" y="80486"/>
                      </a:lnTo>
                      <a:cubicBezTo>
                        <a:pt x="571" y="86487"/>
                        <a:pt x="0" y="92679"/>
                        <a:pt x="0" y="98965"/>
                      </a:cubicBezTo>
                      <a:cubicBezTo>
                        <a:pt x="0" y="105252"/>
                        <a:pt x="571" y="111443"/>
                        <a:pt x="1714" y="117443"/>
                      </a:cubicBezTo>
                      <a:lnTo>
                        <a:pt x="33814" y="117443"/>
                      </a:lnTo>
                      <a:cubicBezTo>
                        <a:pt x="35243" y="122587"/>
                        <a:pt x="37338" y="127445"/>
                        <a:pt x="39814" y="132017"/>
                      </a:cubicBezTo>
                      <a:lnTo>
                        <a:pt x="17145" y="154686"/>
                      </a:lnTo>
                      <a:cubicBezTo>
                        <a:pt x="24098" y="164973"/>
                        <a:pt x="32956" y="173831"/>
                        <a:pt x="43244" y="180785"/>
                      </a:cubicBezTo>
                      <a:lnTo>
                        <a:pt x="65913" y="158115"/>
                      </a:lnTo>
                      <a:cubicBezTo>
                        <a:pt x="70485" y="160687"/>
                        <a:pt x="75343" y="162687"/>
                        <a:pt x="80486" y="164211"/>
                      </a:cubicBezTo>
                      <a:lnTo>
                        <a:pt x="80486" y="196311"/>
                      </a:lnTo>
                      <a:cubicBezTo>
                        <a:pt x="86487" y="197454"/>
                        <a:pt x="92678" y="198025"/>
                        <a:pt x="98965" y="198025"/>
                      </a:cubicBezTo>
                      <a:cubicBezTo>
                        <a:pt x="105251" y="198025"/>
                        <a:pt x="111443" y="197454"/>
                        <a:pt x="117443" y="196311"/>
                      </a:cubicBezTo>
                      <a:lnTo>
                        <a:pt x="117443" y="164211"/>
                      </a:lnTo>
                      <a:cubicBezTo>
                        <a:pt x="122587" y="162783"/>
                        <a:pt x="127445" y="160687"/>
                        <a:pt x="132017" y="158115"/>
                      </a:cubicBezTo>
                      <a:lnTo>
                        <a:pt x="154686" y="180785"/>
                      </a:lnTo>
                      <a:cubicBezTo>
                        <a:pt x="164973" y="173831"/>
                        <a:pt x="173832" y="164973"/>
                        <a:pt x="180785" y="154686"/>
                      </a:cubicBezTo>
                      <a:lnTo>
                        <a:pt x="158115" y="132017"/>
                      </a:lnTo>
                      <a:cubicBezTo>
                        <a:pt x="160687" y="127445"/>
                        <a:pt x="162687" y="122587"/>
                        <a:pt x="164116" y="117443"/>
                      </a:cubicBezTo>
                      <a:lnTo>
                        <a:pt x="196215" y="117443"/>
                      </a:lnTo>
                      <a:close/>
                      <a:moveTo>
                        <a:pt x="98870" y="118968"/>
                      </a:moveTo>
                      <a:cubicBezTo>
                        <a:pt x="87821" y="118968"/>
                        <a:pt x="78867" y="110014"/>
                        <a:pt x="78867" y="98965"/>
                      </a:cubicBezTo>
                      <a:cubicBezTo>
                        <a:pt x="78867" y="87916"/>
                        <a:pt x="87821" y="78963"/>
                        <a:pt x="98870" y="78963"/>
                      </a:cubicBezTo>
                      <a:cubicBezTo>
                        <a:pt x="109919" y="78963"/>
                        <a:pt x="118872" y="87916"/>
                        <a:pt x="118872" y="98965"/>
                      </a:cubicBezTo>
                      <a:cubicBezTo>
                        <a:pt x="118872" y="110014"/>
                        <a:pt x="109919" y="118968"/>
                        <a:pt x="98870" y="118968"/>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21" name="Google Shape;1721;p49"/>
                <p:cNvSpPr/>
                <p:nvPr/>
              </p:nvSpPr>
              <p:spPr>
                <a:xfrm>
                  <a:off x="6030848" y="6229159"/>
                  <a:ext cx="120491" cy="120586"/>
                </a:xfrm>
                <a:custGeom>
                  <a:avLst/>
                  <a:gdLst/>
                  <a:ahLst/>
                  <a:cxnLst/>
                  <a:rect l="l" t="t" r="r" b="b"/>
                  <a:pathLst>
                    <a:path w="120491" h="120586" extrusionOk="0">
                      <a:moveTo>
                        <a:pt x="119444" y="71533"/>
                      </a:moveTo>
                      <a:cubicBezTo>
                        <a:pt x="120111" y="67913"/>
                        <a:pt x="120491" y="64198"/>
                        <a:pt x="120491" y="60293"/>
                      </a:cubicBezTo>
                      <a:cubicBezTo>
                        <a:pt x="120491" y="56388"/>
                        <a:pt x="120111" y="52674"/>
                        <a:pt x="119444" y="49054"/>
                      </a:cubicBezTo>
                      <a:lnTo>
                        <a:pt x="99918" y="49054"/>
                      </a:lnTo>
                      <a:cubicBezTo>
                        <a:pt x="99060" y="45911"/>
                        <a:pt x="97822" y="42958"/>
                        <a:pt x="96203" y="40196"/>
                      </a:cubicBezTo>
                      <a:lnTo>
                        <a:pt x="110014" y="26384"/>
                      </a:lnTo>
                      <a:cubicBezTo>
                        <a:pt x="105728" y="20193"/>
                        <a:pt x="100394" y="14764"/>
                        <a:pt x="94107" y="10478"/>
                      </a:cubicBezTo>
                      <a:lnTo>
                        <a:pt x="80296" y="24289"/>
                      </a:lnTo>
                      <a:cubicBezTo>
                        <a:pt x="77534" y="22765"/>
                        <a:pt x="74581" y="21527"/>
                        <a:pt x="71438" y="20574"/>
                      </a:cubicBezTo>
                      <a:lnTo>
                        <a:pt x="71438" y="1048"/>
                      </a:lnTo>
                      <a:cubicBezTo>
                        <a:pt x="67819" y="381"/>
                        <a:pt x="64104" y="0"/>
                        <a:pt x="60198" y="0"/>
                      </a:cubicBezTo>
                      <a:cubicBezTo>
                        <a:pt x="56293" y="0"/>
                        <a:pt x="52578" y="381"/>
                        <a:pt x="48959" y="1048"/>
                      </a:cubicBezTo>
                      <a:lnTo>
                        <a:pt x="48959" y="20574"/>
                      </a:lnTo>
                      <a:cubicBezTo>
                        <a:pt x="45815" y="21431"/>
                        <a:pt x="42863" y="22670"/>
                        <a:pt x="40100" y="24289"/>
                      </a:cubicBezTo>
                      <a:lnTo>
                        <a:pt x="26289" y="10478"/>
                      </a:lnTo>
                      <a:cubicBezTo>
                        <a:pt x="20098" y="14764"/>
                        <a:pt x="14669" y="20098"/>
                        <a:pt x="10478" y="26384"/>
                      </a:cubicBezTo>
                      <a:lnTo>
                        <a:pt x="24289" y="40196"/>
                      </a:lnTo>
                      <a:cubicBezTo>
                        <a:pt x="22765" y="42958"/>
                        <a:pt x="21527" y="45911"/>
                        <a:pt x="20574" y="49054"/>
                      </a:cubicBezTo>
                      <a:lnTo>
                        <a:pt x="1048" y="49054"/>
                      </a:lnTo>
                      <a:cubicBezTo>
                        <a:pt x="381" y="52674"/>
                        <a:pt x="0" y="56483"/>
                        <a:pt x="0" y="60293"/>
                      </a:cubicBezTo>
                      <a:cubicBezTo>
                        <a:pt x="0" y="64104"/>
                        <a:pt x="381" y="67913"/>
                        <a:pt x="1048" y="71533"/>
                      </a:cubicBezTo>
                      <a:lnTo>
                        <a:pt x="20574" y="71533"/>
                      </a:lnTo>
                      <a:cubicBezTo>
                        <a:pt x="21431" y="74676"/>
                        <a:pt x="22670" y="77629"/>
                        <a:pt x="24289" y="80391"/>
                      </a:cubicBezTo>
                      <a:lnTo>
                        <a:pt x="10478" y="94202"/>
                      </a:lnTo>
                      <a:cubicBezTo>
                        <a:pt x="14669" y="100394"/>
                        <a:pt x="20098" y="105823"/>
                        <a:pt x="26289" y="110109"/>
                      </a:cubicBezTo>
                      <a:lnTo>
                        <a:pt x="40100" y="96298"/>
                      </a:lnTo>
                      <a:cubicBezTo>
                        <a:pt x="42863" y="97822"/>
                        <a:pt x="45815" y="99060"/>
                        <a:pt x="48959" y="100013"/>
                      </a:cubicBezTo>
                      <a:lnTo>
                        <a:pt x="48959" y="119539"/>
                      </a:lnTo>
                      <a:cubicBezTo>
                        <a:pt x="52578" y="120205"/>
                        <a:pt x="56388" y="120587"/>
                        <a:pt x="60198" y="120587"/>
                      </a:cubicBezTo>
                      <a:cubicBezTo>
                        <a:pt x="64008" y="120587"/>
                        <a:pt x="67819" y="120205"/>
                        <a:pt x="71438" y="119539"/>
                      </a:cubicBezTo>
                      <a:lnTo>
                        <a:pt x="71438" y="100013"/>
                      </a:lnTo>
                      <a:cubicBezTo>
                        <a:pt x="74581" y="99156"/>
                        <a:pt x="77534" y="97917"/>
                        <a:pt x="80296" y="96298"/>
                      </a:cubicBezTo>
                      <a:lnTo>
                        <a:pt x="94107" y="110109"/>
                      </a:lnTo>
                      <a:cubicBezTo>
                        <a:pt x="100299" y="105823"/>
                        <a:pt x="105728" y="100489"/>
                        <a:pt x="110014" y="94202"/>
                      </a:cubicBezTo>
                      <a:lnTo>
                        <a:pt x="96203" y="80391"/>
                      </a:lnTo>
                      <a:cubicBezTo>
                        <a:pt x="97727" y="77629"/>
                        <a:pt x="98965" y="74676"/>
                        <a:pt x="99918" y="71533"/>
                      </a:cubicBezTo>
                      <a:lnTo>
                        <a:pt x="119444" y="71533"/>
                      </a:lnTo>
                      <a:close/>
                      <a:moveTo>
                        <a:pt x="60293" y="72486"/>
                      </a:moveTo>
                      <a:cubicBezTo>
                        <a:pt x="53626" y="72486"/>
                        <a:pt x="48196" y="67056"/>
                        <a:pt x="48196" y="60389"/>
                      </a:cubicBezTo>
                      <a:cubicBezTo>
                        <a:pt x="48196" y="53721"/>
                        <a:pt x="53626" y="48292"/>
                        <a:pt x="60293" y="48292"/>
                      </a:cubicBezTo>
                      <a:cubicBezTo>
                        <a:pt x="66961" y="48292"/>
                        <a:pt x="72390" y="53721"/>
                        <a:pt x="72390" y="60389"/>
                      </a:cubicBezTo>
                      <a:cubicBezTo>
                        <a:pt x="72390" y="67056"/>
                        <a:pt x="66961" y="72486"/>
                        <a:pt x="60293" y="72486"/>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grpSp>
        <p:nvGrpSpPr>
          <p:cNvPr id="1722" name="Google Shape;1722;p49"/>
          <p:cNvGrpSpPr/>
          <p:nvPr/>
        </p:nvGrpSpPr>
        <p:grpSpPr>
          <a:xfrm>
            <a:off x="7156808" y="2985836"/>
            <a:ext cx="1273957" cy="1618064"/>
            <a:chOff x="3201801" y="1970434"/>
            <a:chExt cx="2073497" cy="2633567"/>
          </a:xfrm>
        </p:grpSpPr>
        <p:sp>
          <p:nvSpPr>
            <p:cNvPr id="1723" name="Google Shape;1723;p49"/>
            <p:cNvSpPr/>
            <p:nvPr/>
          </p:nvSpPr>
          <p:spPr>
            <a:xfrm>
              <a:off x="3201801" y="3436332"/>
              <a:ext cx="480250" cy="996124"/>
            </a:xfrm>
            <a:custGeom>
              <a:avLst/>
              <a:gdLst/>
              <a:ahLst/>
              <a:cxnLst/>
              <a:rect l="l" t="t" r="r" b="b"/>
              <a:pathLst>
                <a:path w="480250" h="996124" extrusionOk="0">
                  <a:moveTo>
                    <a:pt x="92107" y="0"/>
                  </a:moveTo>
                  <a:lnTo>
                    <a:pt x="480250" y="0"/>
                  </a:lnTo>
                  <a:lnTo>
                    <a:pt x="480250" y="996124"/>
                  </a:lnTo>
                  <a:lnTo>
                    <a:pt x="92107" y="996124"/>
                  </a:lnTo>
                  <a:cubicBezTo>
                    <a:pt x="41243" y="996124"/>
                    <a:pt x="0" y="954881"/>
                    <a:pt x="0" y="904018"/>
                  </a:cubicBezTo>
                  <a:lnTo>
                    <a:pt x="0" y="92107"/>
                  </a:lnTo>
                  <a:cubicBezTo>
                    <a:pt x="0" y="41243"/>
                    <a:pt x="41243" y="0"/>
                    <a:pt x="92107" y="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724" name="Google Shape;1724;p49"/>
            <p:cNvGrpSpPr/>
            <p:nvPr/>
          </p:nvGrpSpPr>
          <p:grpSpPr>
            <a:xfrm>
              <a:off x="3305147" y="3838453"/>
              <a:ext cx="209192" cy="209193"/>
              <a:chOff x="3927347" y="4792003"/>
              <a:chExt cx="209192" cy="209193"/>
            </a:xfrm>
          </p:grpSpPr>
          <p:grpSp>
            <p:nvGrpSpPr>
              <p:cNvPr id="1725" name="Google Shape;1725;p49"/>
              <p:cNvGrpSpPr/>
              <p:nvPr/>
            </p:nvGrpSpPr>
            <p:grpSpPr>
              <a:xfrm>
                <a:off x="3927347" y="4792003"/>
                <a:ext cx="209192" cy="209192"/>
                <a:chOff x="3927347" y="4792003"/>
                <a:chExt cx="209192" cy="209192"/>
              </a:xfrm>
            </p:grpSpPr>
            <p:sp>
              <p:nvSpPr>
                <p:cNvPr id="1726" name="Google Shape;1726;p49"/>
                <p:cNvSpPr/>
                <p:nvPr/>
              </p:nvSpPr>
              <p:spPr>
                <a:xfrm>
                  <a:off x="3927347" y="4792003"/>
                  <a:ext cx="209192" cy="209192"/>
                </a:xfrm>
                <a:custGeom>
                  <a:avLst/>
                  <a:gdLst/>
                  <a:ahLst/>
                  <a:cxnLst/>
                  <a:rect l="l" t="t" r="r" b="b"/>
                  <a:pathLst>
                    <a:path w="209192" h="209192" extrusionOk="0">
                      <a:moveTo>
                        <a:pt x="199263" y="9930"/>
                      </a:moveTo>
                      <a:lnTo>
                        <a:pt x="199263" y="9930"/>
                      </a:lnTo>
                      <a:cubicBezTo>
                        <a:pt x="212503" y="23170"/>
                        <a:pt x="212503" y="44601"/>
                        <a:pt x="199263" y="57841"/>
                      </a:cubicBezTo>
                      <a:lnTo>
                        <a:pt x="47911" y="209193"/>
                      </a:lnTo>
                      <a:lnTo>
                        <a:pt x="0" y="209193"/>
                      </a:lnTo>
                      <a:lnTo>
                        <a:pt x="0" y="161282"/>
                      </a:lnTo>
                      <a:lnTo>
                        <a:pt x="151352" y="9930"/>
                      </a:lnTo>
                      <a:cubicBezTo>
                        <a:pt x="164592" y="-3310"/>
                        <a:pt x="186023" y="-3310"/>
                        <a:pt x="199263" y="9930"/>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27" name="Google Shape;1727;p49"/>
                <p:cNvSpPr/>
                <p:nvPr/>
              </p:nvSpPr>
              <p:spPr>
                <a:xfrm>
                  <a:off x="3927824" y="4805933"/>
                  <a:ext cx="194881" cy="194881"/>
                </a:xfrm>
                <a:custGeom>
                  <a:avLst/>
                  <a:gdLst/>
                  <a:ahLst/>
                  <a:cxnLst/>
                  <a:rect l="l" t="t" r="r" b="b"/>
                  <a:pathLst>
                    <a:path w="194881" h="194881" extrusionOk="0">
                      <a:moveTo>
                        <a:pt x="146875" y="0"/>
                      </a:moveTo>
                      <a:lnTo>
                        <a:pt x="134207" y="12763"/>
                      </a:lnTo>
                      <a:lnTo>
                        <a:pt x="0" y="146971"/>
                      </a:lnTo>
                      <a:lnTo>
                        <a:pt x="47911" y="194881"/>
                      </a:lnTo>
                      <a:lnTo>
                        <a:pt x="194881" y="47911"/>
                      </a:lnTo>
                      <a:lnTo>
                        <a:pt x="146971"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728" name="Google Shape;1728;p49"/>
              <p:cNvSpPr/>
              <p:nvPr/>
            </p:nvSpPr>
            <p:spPr>
              <a:xfrm>
                <a:off x="3927347" y="4974050"/>
                <a:ext cx="27146" cy="27146"/>
              </a:xfrm>
              <a:custGeom>
                <a:avLst/>
                <a:gdLst/>
                <a:ahLst/>
                <a:cxnLst/>
                <a:rect l="l" t="t" r="r" b="b"/>
                <a:pathLst>
                  <a:path w="27146" h="27146" extrusionOk="0">
                    <a:moveTo>
                      <a:pt x="0" y="27146"/>
                    </a:moveTo>
                    <a:lnTo>
                      <a:pt x="27146" y="27146"/>
                    </a:lnTo>
                    <a:lnTo>
                      <a:pt x="0" y="0"/>
                    </a:lnTo>
                    <a:lnTo>
                      <a:pt x="0" y="27146"/>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729" name="Google Shape;1729;p49"/>
            <p:cNvGrpSpPr/>
            <p:nvPr/>
          </p:nvGrpSpPr>
          <p:grpSpPr>
            <a:xfrm>
              <a:off x="3310386" y="4133276"/>
              <a:ext cx="200596" cy="205739"/>
              <a:chOff x="3932586" y="5086826"/>
              <a:chExt cx="200596" cy="205739"/>
            </a:xfrm>
          </p:grpSpPr>
          <p:sp>
            <p:nvSpPr>
              <p:cNvPr id="1730" name="Google Shape;1730;p49"/>
              <p:cNvSpPr/>
              <p:nvPr/>
            </p:nvSpPr>
            <p:spPr>
              <a:xfrm>
                <a:off x="3938397" y="5133879"/>
                <a:ext cx="188785" cy="158686"/>
              </a:xfrm>
              <a:custGeom>
                <a:avLst/>
                <a:gdLst/>
                <a:ahLst/>
                <a:cxnLst/>
                <a:rect l="l" t="t" r="r" b="b"/>
                <a:pathLst>
                  <a:path w="188785" h="158686" extrusionOk="0">
                    <a:moveTo>
                      <a:pt x="155067" y="158687"/>
                    </a:moveTo>
                    <a:lnTo>
                      <a:pt x="33718" y="158687"/>
                    </a:lnTo>
                    <a:lnTo>
                      <a:pt x="0" y="0"/>
                    </a:lnTo>
                    <a:lnTo>
                      <a:pt x="188786" y="0"/>
                    </a:lnTo>
                    <a:lnTo>
                      <a:pt x="155067" y="15868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731" name="Google Shape;1731;p49"/>
              <p:cNvGrpSpPr/>
              <p:nvPr/>
            </p:nvGrpSpPr>
            <p:grpSpPr>
              <a:xfrm>
                <a:off x="3932586" y="5086826"/>
                <a:ext cx="200596" cy="49434"/>
                <a:chOff x="3932586" y="5086826"/>
                <a:chExt cx="200596" cy="49434"/>
              </a:xfrm>
            </p:grpSpPr>
            <p:sp>
              <p:nvSpPr>
                <p:cNvPr id="1732" name="Google Shape;1732;p49"/>
                <p:cNvSpPr/>
                <p:nvPr/>
              </p:nvSpPr>
              <p:spPr>
                <a:xfrm>
                  <a:off x="3932586" y="5108828"/>
                  <a:ext cx="200596" cy="27432"/>
                </a:xfrm>
                <a:custGeom>
                  <a:avLst/>
                  <a:gdLst/>
                  <a:ahLst/>
                  <a:cxnLst/>
                  <a:rect l="l" t="t" r="r" b="b"/>
                  <a:pathLst>
                    <a:path w="200596" h="27432" extrusionOk="0">
                      <a:moveTo>
                        <a:pt x="16669" y="0"/>
                      </a:moveTo>
                      <a:lnTo>
                        <a:pt x="183832" y="0"/>
                      </a:lnTo>
                      <a:cubicBezTo>
                        <a:pt x="193072" y="0"/>
                        <a:pt x="200596" y="7525"/>
                        <a:pt x="200596" y="16764"/>
                      </a:cubicBezTo>
                      <a:lnTo>
                        <a:pt x="200596" y="27432"/>
                      </a:lnTo>
                      <a:lnTo>
                        <a:pt x="0" y="27432"/>
                      </a:lnTo>
                      <a:lnTo>
                        <a:pt x="0" y="16764"/>
                      </a:lnTo>
                      <a:cubicBezTo>
                        <a:pt x="0" y="7525"/>
                        <a:pt x="7525" y="0"/>
                        <a:pt x="16764" y="0"/>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33" name="Google Shape;1733;p49"/>
                <p:cNvSpPr/>
                <p:nvPr/>
              </p:nvSpPr>
              <p:spPr>
                <a:xfrm>
                  <a:off x="4002976" y="5086826"/>
                  <a:ext cx="59626" cy="26384"/>
                </a:xfrm>
                <a:custGeom>
                  <a:avLst/>
                  <a:gdLst/>
                  <a:ahLst/>
                  <a:cxnLst/>
                  <a:rect l="l" t="t" r="r" b="b"/>
                  <a:pathLst>
                    <a:path w="59626" h="26384" extrusionOk="0">
                      <a:moveTo>
                        <a:pt x="59627" y="26384"/>
                      </a:moveTo>
                      <a:lnTo>
                        <a:pt x="49340" y="26384"/>
                      </a:lnTo>
                      <a:lnTo>
                        <a:pt x="49340" y="14573"/>
                      </a:lnTo>
                      <a:cubicBezTo>
                        <a:pt x="49340" y="12192"/>
                        <a:pt x="47435" y="10287"/>
                        <a:pt x="45053" y="10287"/>
                      </a:cubicBezTo>
                      <a:lnTo>
                        <a:pt x="14573" y="10287"/>
                      </a:lnTo>
                      <a:cubicBezTo>
                        <a:pt x="12192" y="10287"/>
                        <a:pt x="10287" y="12192"/>
                        <a:pt x="10287" y="14573"/>
                      </a:cubicBezTo>
                      <a:lnTo>
                        <a:pt x="10287" y="26384"/>
                      </a:lnTo>
                      <a:lnTo>
                        <a:pt x="0" y="26384"/>
                      </a:lnTo>
                      <a:lnTo>
                        <a:pt x="0" y="14573"/>
                      </a:lnTo>
                      <a:cubicBezTo>
                        <a:pt x="0" y="6572"/>
                        <a:pt x="6572" y="0"/>
                        <a:pt x="14573" y="0"/>
                      </a:cubicBezTo>
                      <a:lnTo>
                        <a:pt x="45053" y="0"/>
                      </a:lnTo>
                      <a:cubicBezTo>
                        <a:pt x="53054" y="0"/>
                        <a:pt x="59627" y="6572"/>
                        <a:pt x="59627" y="14573"/>
                      </a:cubicBezTo>
                      <a:lnTo>
                        <a:pt x="59627" y="2638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734" name="Google Shape;1734;p49"/>
              <p:cNvGrpSpPr/>
              <p:nvPr/>
            </p:nvGrpSpPr>
            <p:grpSpPr>
              <a:xfrm>
                <a:off x="3983354" y="5165978"/>
                <a:ext cx="100298" cy="93154"/>
                <a:chOff x="3983354" y="5165978"/>
                <a:chExt cx="100298" cy="93154"/>
              </a:xfrm>
            </p:grpSpPr>
            <p:sp>
              <p:nvSpPr>
                <p:cNvPr id="1735" name="Google Shape;1735;p49"/>
                <p:cNvSpPr/>
                <p:nvPr/>
              </p:nvSpPr>
              <p:spPr>
                <a:xfrm>
                  <a:off x="4027646" y="5165978"/>
                  <a:ext cx="11810" cy="93154"/>
                </a:xfrm>
                <a:custGeom>
                  <a:avLst/>
                  <a:gdLst/>
                  <a:ahLst/>
                  <a:cxnLst/>
                  <a:rect l="l" t="t" r="r" b="b"/>
                  <a:pathLst>
                    <a:path w="11810" h="93154" extrusionOk="0">
                      <a:moveTo>
                        <a:pt x="5905" y="93155"/>
                      </a:moveTo>
                      <a:lnTo>
                        <a:pt x="5905" y="93155"/>
                      </a:lnTo>
                      <a:cubicBezTo>
                        <a:pt x="2667" y="93155"/>
                        <a:pt x="0" y="90488"/>
                        <a:pt x="0" y="87249"/>
                      </a:cubicBezTo>
                      <a:lnTo>
                        <a:pt x="0" y="5906"/>
                      </a:lnTo>
                      <a:cubicBezTo>
                        <a:pt x="0" y="2667"/>
                        <a:pt x="2667" y="0"/>
                        <a:pt x="5905" y="0"/>
                      </a:cubicBezTo>
                      <a:lnTo>
                        <a:pt x="5905" y="0"/>
                      </a:lnTo>
                      <a:cubicBezTo>
                        <a:pt x="9144" y="0"/>
                        <a:pt x="11811" y="2667"/>
                        <a:pt x="11811" y="5906"/>
                      </a:cubicBezTo>
                      <a:lnTo>
                        <a:pt x="11811" y="87249"/>
                      </a:lnTo>
                      <a:cubicBezTo>
                        <a:pt x="11811" y="90488"/>
                        <a:pt x="9144" y="93155"/>
                        <a:pt x="5905" y="93155"/>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36" name="Google Shape;1736;p49"/>
                <p:cNvSpPr/>
                <p:nvPr/>
              </p:nvSpPr>
              <p:spPr>
                <a:xfrm>
                  <a:off x="4071842" y="5165978"/>
                  <a:ext cx="11810" cy="93154"/>
                </a:xfrm>
                <a:custGeom>
                  <a:avLst/>
                  <a:gdLst/>
                  <a:ahLst/>
                  <a:cxnLst/>
                  <a:rect l="l" t="t" r="r" b="b"/>
                  <a:pathLst>
                    <a:path w="11810" h="93154" extrusionOk="0">
                      <a:moveTo>
                        <a:pt x="5905" y="93155"/>
                      </a:moveTo>
                      <a:lnTo>
                        <a:pt x="5905" y="93155"/>
                      </a:lnTo>
                      <a:cubicBezTo>
                        <a:pt x="2667" y="93155"/>
                        <a:pt x="0" y="90488"/>
                        <a:pt x="0" y="87249"/>
                      </a:cubicBezTo>
                      <a:lnTo>
                        <a:pt x="0" y="5906"/>
                      </a:lnTo>
                      <a:cubicBezTo>
                        <a:pt x="0" y="2667"/>
                        <a:pt x="2667" y="0"/>
                        <a:pt x="5905" y="0"/>
                      </a:cubicBezTo>
                      <a:lnTo>
                        <a:pt x="5905" y="0"/>
                      </a:lnTo>
                      <a:cubicBezTo>
                        <a:pt x="9144" y="0"/>
                        <a:pt x="11811" y="2667"/>
                        <a:pt x="11811" y="5906"/>
                      </a:cubicBezTo>
                      <a:lnTo>
                        <a:pt x="11811" y="87249"/>
                      </a:lnTo>
                      <a:cubicBezTo>
                        <a:pt x="11811" y="90488"/>
                        <a:pt x="9144" y="93155"/>
                        <a:pt x="5905" y="93155"/>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37" name="Google Shape;1737;p49"/>
                <p:cNvSpPr/>
                <p:nvPr/>
              </p:nvSpPr>
              <p:spPr>
                <a:xfrm>
                  <a:off x="3983354" y="5165978"/>
                  <a:ext cx="11811" cy="93154"/>
                </a:xfrm>
                <a:custGeom>
                  <a:avLst/>
                  <a:gdLst/>
                  <a:ahLst/>
                  <a:cxnLst/>
                  <a:rect l="l" t="t" r="r" b="b"/>
                  <a:pathLst>
                    <a:path w="11811" h="93154" extrusionOk="0">
                      <a:moveTo>
                        <a:pt x="5906" y="93155"/>
                      </a:moveTo>
                      <a:lnTo>
                        <a:pt x="5906" y="93155"/>
                      </a:lnTo>
                      <a:cubicBezTo>
                        <a:pt x="2667" y="93155"/>
                        <a:pt x="0" y="90488"/>
                        <a:pt x="0" y="87249"/>
                      </a:cubicBezTo>
                      <a:lnTo>
                        <a:pt x="0" y="5906"/>
                      </a:lnTo>
                      <a:cubicBezTo>
                        <a:pt x="0" y="2667"/>
                        <a:pt x="2667" y="0"/>
                        <a:pt x="5906" y="0"/>
                      </a:cubicBezTo>
                      <a:lnTo>
                        <a:pt x="5906" y="0"/>
                      </a:lnTo>
                      <a:cubicBezTo>
                        <a:pt x="9144" y="0"/>
                        <a:pt x="11811" y="2667"/>
                        <a:pt x="11811" y="5906"/>
                      </a:cubicBezTo>
                      <a:lnTo>
                        <a:pt x="11811" y="87249"/>
                      </a:lnTo>
                      <a:cubicBezTo>
                        <a:pt x="11811" y="90488"/>
                        <a:pt x="9144" y="93155"/>
                        <a:pt x="5906" y="93155"/>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sp>
          <p:nvSpPr>
            <p:cNvPr id="1738" name="Google Shape;1738;p49"/>
            <p:cNvSpPr/>
            <p:nvPr/>
          </p:nvSpPr>
          <p:spPr>
            <a:xfrm>
              <a:off x="3302576" y="3531486"/>
              <a:ext cx="221170" cy="221170"/>
            </a:xfrm>
            <a:custGeom>
              <a:avLst/>
              <a:gdLst/>
              <a:ahLst/>
              <a:cxnLst/>
              <a:rect l="l" t="t" r="r" b="b"/>
              <a:pathLst>
                <a:path w="221170" h="221170" extrusionOk="0">
                  <a:moveTo>
                    <a:pt x="219170" y="131445"/>
                  </a:moveTo>
                  <a:cubicBezTo>
                    <a:pt x="220409" y="124682"/>
                    <a:pt x="221171" y="117824"/>
                    <a:pt x="221171" y="110680"/>
                  </a:cubicBezTo>
                  <a:cubicBezTo>
                    <a:pt x="221171" y="103537"/>
                    <a:pt x="220504" y="96679"/>
                    <a:pt x="219170" y="89916"/>
                  </a:cubicBezTo>
                  <a:lnTo>
                    <a:pt x="201168" y="89916"/>
                  </a:lnTo>
                  <a:cubicBezTo>
                    <a:pt x="197548" y="89916"/>
                    <a:pt x="196215" y="85058"/>
                    <a:pt x="199358" y="83248"/>
                  </a:cubicBezTo>
                  <a:lnTo>
                    <a:pt x="214979" y="74200"/>
                  </a:lnTo>
                  <a:cubicBezTo>
                    <a:pt x="210312" y="60865"/>
                    <a:pt x="203263" y="48768"/>
                    <a:pt x="194215" y="38291"/>
                  </a:cubicBezTo>
                  <a:lnTo>
                    <a:pt x="177832" y="47816"/>
                  </a:lnTo>
                  <a:cubicBezTo>
                    <a:pt x="174688" y="49625"/>
                    <a:pt x="171164" y="46101"/>
                    <a:pt x="172974" y="42958"/>
                  </a:cubicBezTo>
                  <a:lnTo>
                    <a:pt x="182404" y="26479"/>
                  </a:lnTo>
                  <a:cubicBezTo>
                    <a:pt x="171926" y="17526"/>
                    <a:pt x="159734" y="10478"/>
                    <a:pt x="146399" y="6001"/>
                  </a:cubicBezTo>
                  <a:lnTo>
                    <a:pt x="138113" y="20574"/>
                  </a:lnTo>
                  <a:cubicBezTo>
                    <a:pt x="136303" y="23717"/>
                    <a:pt x="131445" y="22479"/>
                    <a:pt x="131445" y="18764"/>
                  </a:cubicBezTo>
                  <a:lnTo>
                    <a:pt x="131445" y="2000"/>
                  </a:lnTo>
                  <a:cubicBezTo>
                    <a:pt x="124682" y="762"/>
                    <a:pt x="117824" y="0"/>
                    <a:pt x="110680" y="0"/>
                  </a:cubicBezTo>
                  <a:cubicBezTo>
                    <a:pt x="103537" y="0"/>
                    <a:pt x="96679" y="667"/>
                    <a:pt x="89916" y="2000"/>
                  </a:cubicBezTo>
                  <a:lnTo>
                    <a:pt x="89916" y="20003"/>
                  </a:lnTo>
                  <a:cubicBezTo>
                    <a:pt x="89916" y="23622"/>
                    <a:pt x="85058" y="24955"/>
                    <a:pt x="83248" y="21812"/>
                  </a:cubicBezTo>
                  <a:lnTo>
                    <a:pt x="74200" y="6191"/>
                  </a:lnTo>
                  <a:cubicBezTo>
                    <a:pt x="60865" y="10859"/>
                    <a:pt x="48768" y="17907"/>
                    <a:pt x="38290" y="26956"/>
                  </a:cubicBezTo>
                  <a:lnTo>
                    <a:pt x="47815" y="43339"/>
                  </a:lnTo>
                  <a:cubicBezTo>
                    <a:pt x="49625" y="46482"/>
                    <a:pt x="46101" y="50006"/>
                    <a:pt x="42958" y="48196"/>
                  </a:cubicBezTo>
                  <a:lnTo>
                    <a:pt x="26479" y="38767"/>
                  </a:lnTo>
                  <a:cubicBezTo>
                    <a:pt x="17526" y="49244"/>
                    <a:pt x="10477" y="61436"/>
                    <a:pt x="6001" y="74771"/>
                  </a:cubicBezTo>
                  <a:lnTo>
                    <a:pt x="20574" y="83058"/>
                  </a:lnTo>
                  <a:cubicBezTo>
                    <a:pt x="23717" y="84868"/>
                    <a:pt x="22479" y="89726"/>
                    <a:pt x="18764" y="89726"/>
                  </a:cubicBezTo>
                  <a:lnTo>
                    <a:pt x="2000" y="89726"/>
                  </a:lnTo>
                  <a:cubicBezTo>
                    <a:pt x="762" y="96488"/>
                    <a:pt x="0" y="103346"/>
                    <a:pt x="0" y="110490"/>
                  </a:cubicBezTo>
                  <a:cubicBezTo>
                    <a:pt x="0" y="117634"/>
                    <a:pt x="667" y="124492"/>
                    <a:pt x="2000" y="131254"/>
                  </a:cubicBezTo>
                  <a:lnTo>
                    <a:pt x="20002" y="131254"/>
                  </a:lnTo>
                  <a:cubicBezTo>
                    <a:pt x="23622" y="131254"/>
                    <a:pt x="24955" y="136112"/>
                    <a:pt x="21812" y="137922"/>
                  </a:cubicBezTo>
                  <a:lnTo>
                    <a:pt x="6191" y="146971"/>
                  </a:lnTo>
                  <a:cubicBezTo>
                    <a:pt x="10858" y="160306"/>
                    <a:pt x="17907" y="172403"/>
                    <a:pt x="26956" y="182880"/>
                  </a:cubicBezTo>
                  <a:lnTo>
                    <a:pt x="43339" y="173355"/>
                  </a:lnTo>
                  <a:cubicBezTo>
                    <a:pt x="46482" y="171545"/>
                    <a:pt x="50006" y="175070"/>
                    <a:pt x="48196" y="178213"/>
                  </a:cubicBezTo>
                  <a:lnTo>
                    <a:pt x="38767" y="194691"/>
                  </a:lnTo>
                  <a:cubicBezTo>
                    <a:pt x="49244" y="203645"/>
                    <a:pt x="61436" y="210693"/>
                    <a:pt x="74771" y="215170"/>
                  </a:cubicBezTo>
                  <a:lnTo>
                    <a:pt x="83058" y="200596"/>
                  </a:lnTo>
                  <a:cubicBezTo>
                    <a:pt x="84868" y="197358"/>
                    <a:pt x="89725" y="198692"/>
                    <a:pt x="89725" y="202406"/>
                  </a:cubicBezTo>
                  <a:lnTo>
                    <a:pt x="89725" y="219170"/>
                  </a:lnTo>
                  <a:cubicBezTo>
                    <a:pt x="96488" y="220409"/>
                    <a:pt x="103346" y="221171"/>
                    <a:pt x="110490" y="221171"/>
                  </a:cubicBezTo>
                  <a:cubicBezTo>
                    <a:pt x="117634" y="221171"/>
                    <a:pt x="124492" y="220504"/>
                    <a:pt x="131254" y="219170"/>
                  </a:cubicBezTo>
                  <a:lnTo>
                    <a:pt x="131254" y="201168"/>
                  </a:lnTo>
                  <a:cubicBezTo>
                    <a:pt x="131254" y="197548"/>
                    <a:pt x="136112" y="196215"/>
                    <a:pt x="137922" y="199358"/>
                  </a:cubicBezTo>
                  <a:lnTo>
                    <a:pt x="146971" y="214979"/>
                  </a:lnTo>
                  <a:cubicBezTo>
                    <a:pt x="160306" y="210312"/>
                    <a:pt x="172402" y="203263"/>
                    <a:pt x="182880" y="194215"/>
                  </a:cubicBezTo>
                  <a:lnTo>
                    <a:pt x="173355" y="177832"/>
                  </a:lnTo>
                  <a:cubicBezTo>
                    <a:pt x="171545" y="174688"/>
                    <a:pt x="175069" y="171164"/>
                    <a:pt x="178213" y="172974"/>
                  </a:cubicBezTo>
                  <a:lnTo>
                    <a:pt x="194691" y="182404"/>
                  </a:lnTo>
                  <a:cubicBezTo>
                    <a:pt x="203644" y="171926"/>
                    <a:pt x="210693" y="159734"/>
                    <a:pt x="215170" y="146399"/>
                  </a:cubicBezTo>
                  <a:lnTo>
                    <a:pt x="200596" y="138113"/>
                  </a:lnTo>
                  <a:cubicBezTo>
                    <a:pt x="197453" y="136303"/>
                    <a:pt x="198692" y="131445"/>
                    <a:pt x="202406" y="131445"/>
                  </a:cubicBezTo>
                  <a:lnTo>
                    <a:pt x="219170" y="131445"/>
                  </a:lnTo>
                  <a:close/>
                  <a:moveTo>
                    <a:pt x="113729" y="160115"/>
                  </a:moveTo>
                  <a:cubicBezTo>
                    <a:pt x="83820" y="162020"/>
                    <a:pt x="59150" y="137351"/>
                    <a:pt x="61055" y="107442"/>
                  </a:cubicBezTo>
                  <a:cubicBezTo>
                    <a:pt x="62579" y="82772"/>
                    <a:pt x="82582" y="62770"/>
                    <a:pt x="107251" y="61246"/>
                  </a:cubicBezTo>
                  <a:cubicBezTo>
                    <a:pt x="137160" y="59341"/>
                    <a:pt x="161830" y="84011"/>
                    <a:pt x="159925" y="113919"/>
                  </a:cubicBezTo>
                  <a:cubicBezTo>
                    <a:pt x="158401" y="138589"/>
                    <a:pt x="138398" y="158591"/>
                    <a:pt x="113729" y="160115"/>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39" name="Google Shape;1739;p49"/>
            <p:cNvSpPr/>
            <p:nvPr/>
          </p:nvSpPr>
          <p:spPr>
            <a:xfrm>
              <a:off x="3628902" y="1980721"/>
              <a:ext cx="1636204" cy="2612993"/>
            </a:xfrm>
            <a:custGeom>
              <a:avLst/>
              <a:gdLst/>
              <a:ahLst/>
              <a:cxnLst/>
              <a:rect l="l" t="t" r="r" b="b"/>
              <a:pathLst>
                <a:path w="1636204" h="2612993" extrusionOk="0">
                  <a:moveTo>
                    <a:pt x="1471422" y="0"/>
                  </a:moveTo>
                  <a:cubicBezTo>
                    <a:pt x="1562429" y="0"/>
                    <a:pt x="1636205" y="73776"/>
                    <a:pt x="1636205" y="164782"/>
                  </a:cubicBezTo>
                  <a:lnTo>
                    <a:pt x="1636205" y="2448211"/>
                  </a:lnTo>
                  <a:cubicBezTo>
                    <a:pt x="1636205" y="2539218"/>
                    <a:pt x="1562429" y="2612994"/>
                    <a:pt x="1471422" y="2612994"/>
                  </a:cubicBezTo>
                  <a:lnTo>
                    <a:pt x="164783" y="2612994"/>
                  </a:lnTo>
                  <a:cubicBezTo>
                    <a:pt x="73776" y="2612994"/>
                    <a:pt x="0" y="2539218"/>
                    <a:pt x="0" y="2448211"/>
                  </a:cubicBezTo>
                  <a:lnTo>
                    <a:pt x="0" y="164783"/>
                  </a:lnTo>
                  <a:cubicBezTo>
                    <a:pt x="0" y="73776"/>
                    <a:pt x="73776" y="0"/>
                    <a:pt x="164783" y="0"/>
                  </a:cubicBez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40" name="Google Shape;1740;p49"/>
            <p:cNvSpPr/>
            <p:nvPr/>
          </p:nvSpPr>
          <p:spPr>
            <a:xfrm>
              <a:off x="3618615" y="1970434"/>
              <a:ext cx="1656683" cy="2633567"/>
            </a:xfrm>
            <a:custGeom>
              <a:avLst/>
              <a:gdLst/>
              <a:ahLst/>
              <a:cxnLst/>
              <a:rect l="l" t="t" r="r" b="b"/>
              <a:pathLst>
                <a:path w="1656683" h="2633567" extrusionOk="0">
                  <a:moveTo>
                    <a:pt x="1481614" y="20574"/>
                  </a:moveTo>
                  <a:cubicBezTo>
                    <a:pt x="1566958" y="20574"/>
                    <a:pt x="1636109" y="89725"/>
                    <a:pt x="1636109" y="175069"/>
                  </a:cubicBezTo>
                  <a:lnTo>
                    <a:pt x="1636109" y="2458498"/>
                  </a:lnTo>
                  <a:cubicBezTo>
                    <a:pt x="1636109" y="2543842"/>
                    <a:pt x="1566958" y="2612993"/>
                    <a:pt x="1481614" y="2612993"/>
                  </a:cubicBezTo>
                  <a:lnTo>
                    <a:pt x="175070" y="2612993"/>
                  </a:lnTo>
                  <a:cubicBezTo>
                    <a:pt x="89725" y="2612993"/>
                    <a:pt x="20574" y="2543842"/>
                    <a:pt x="20574" y="2458498"/>
                  </a:cubicBezTo>
                  <a:lnTo>
                    <a:pt x="20574" y="175069"/>
                  </a:lnTo>
                  <a:cubicBezTo>
                    <a:pt x="20574" y="89725"/>
                    <a:pt x="89725" y="20574"/>
                    <a:pt x="175070" y="20574"/>
                  </a:cubicBezTo>
                  <a:lnTo>
                    <a:pt x="1481614" y="20574"/>
                  </a:lnTo>
                  <a:moveTo>
                    <a:pt x="1481614" y="0"/>
                  </a:moveTo>
                  <a:lnTo>
                    <a:pt x="175070" y="0"/>
                  </a:lnTo>
                  <a:cubicBezTo>
                    <a:pt x="78486" y="0"/>
                    <a:pt x="0" y="78581"/>
                    <a:pt x="0" y="175069"/>
                  </a:cubicBezTo>
                  <a:lnTo>
                    <a:pt x="0" y="2458498"/>
                  </a:lnTo>
                  <a:cubicBezTo>
                    <a:pt x="0" y="2555081"/>
                    <a:pt x="78581" y="2633567"/>
                    <a:pt x="175070" y="2633567"/>
                  </a:cubicBezTo>
                  <a:lnTo>
                    <a:pt x="1481614" y="2633567"/>
                  </a:lnTo>
                  <a:cubicBezTo>
                    <a:pt x="1578197" y="2633567"/>
                    <a:pt x="1656683" y="2554986"/>
                    <a:pt x="1656683" y="2458498"/>
                  </a:cubicBezTo>
                  <a:lnTo>
                    <a:pt x="1656683" y="175069"/>
                  </a:lnTo>
                  <a:cubicBezTo>
                    <a:pt x="1656683" y="78486"/>
                    <a:pt x="1578102" y="0"/>
                    <a:pt x="1481614" y="0"/>
                  </a:cubicBezTo>
                  <a:lnTo>
                    <a:pt x="1481614"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41" name="Google Shape;1741;p49"/>
            <p:cNvSpPr/>
            <p:nvPr/>
          </p:nvSpPr>
          <p:spPr>
            <a:xfrm>
              <a:off x="4006664" y="4069649"/>
              <a:ext cx="1128807" cy="410908"/>
            </a:xfrm>
            <a:custGeom>
              <a:avLst/>
              <a:gdLst/>
              <a:ahLst/>
              <a:cxnLst/>
              <a:rect l="l" t="t" r="r" b="b"/>
              <a:pathLst>
                <a:path w="1128807" h="410908" extrusionOk="0">
                  <a:moveTo>
                    <a:pt x="1128808" y="68580"/>
                  </a:moveTo>
                  <a:lnTo>
                    <a:pt x="1128808" y="410909"/>
                  </a:lnTo>
                  <a:lnTo>
                    <a:pt x="0" y="410909"/>
                  </a:lnTo>
                  <a:lnTo>
                    <a:pt x="0" y="68580"/>
                  </a:lnTo>
                  <a:cubicBezTo>
                    <a:pt x="0" y="30575"/>
                    <a:pt x="30671" y="0"/>
                    <a:pt x="68485" y="0"/>
                  </a:cubicBezTo>
                  <a:lnTo>
                    <a:pt x="1060228" y="0"/>
                  </a:lnTo>
                  <a:cubicBezTo>
                    <a:pt x="1098042" y="0"/>
                    <a:pt x="1128713" y="30671"/>
                    <a:pt x="1128713" y="68580"/>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42" name="Google Shape;1742;p49"/>
            <p:cNvSpPr/>
            <p:nvPr/>
          </p:nvSpPr>
          <p:spPr>
            <a:xfrm>
              <a:off x="3953895" y="4016880"/>
              <a:ext cx="1128807" cy="410908"/>
            </a:xfrm>
            <a:custGeom>
              <a:avLst/>
              <a:gdLst/>
              <a:ahLst/>
              <a:cxnLst/>
              <a:rect l="l" t="t" r="r" b="b"/>
              <a:pathLst>
                <a:path w="1128807" h="410908" extrusionOk="0">
                  <a:moveTo>
                    <a:pt x="1128808" y="68580"/>
                  </a:moveTo>
                  <a:lnTo>
                    <a:pt x="1128808" y="410909"/>
                  </a:lnTo>
                  <a:lnTo>
                    <a:pt x="0" y="410909"/>
                  </a:lnTo>
                  <a:lnTo>
                    <a:pt x="0" y="68580"/>
                  </a:lnTo>
                  <a:cubicBezTo>
                    <a:pt x="0" y="30575"/>
                    <a:pt x="30671" y="0"/>
                    <a:pt x="68485" y="0"/>
                  </a:cubicBezTo>
                  <a:lnTo>
                    <a:pt x="1060228" y="0"/>
                  </a:lnTo>
                  <a:cubicBezTo>
                    <a:pt x="1098042" y="0"/>
                    <a:pt x="1128713" y="30671"/>
                    <a:pt x="1128713" y="68580"/>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43" name="Google Shape;1743;p49"/>
            <p:cNvSpPr/>
            <p:nvPr/>
          </p:nvSpPr>
          <p:spPr>
            <a:xfrm>
              <a:off x="3889697" y="3952682"/>
              <a:ext cx="1128807" cy="410908"/>
            </a:xfrm>
            <a:custGeom>
              <a:avLst/>
              <a:gdLst/>
              <a:ahLst/>
              <a:cxnLst/>
              <a:rect l="l" t="t" r="r" b="b"/>
              <a:pathLst>
                <a:path w="1128807" h="410908" extrusionOk="0">
                  <a:moveTo>
                    <a:pt x="1128808" y="68580"/>
                  </a:moveTo>
                  <a:lnTo>
                    <a:pt x="1128808" y="410909"/>
                  </a:lnTo>
                  <a:lnTo>
                    <a:pt x="0" y="410909"/>
                  </a:lnTo>
                  <a:lnTo>
                    <a:pt x="0" y="68580"/>
                  </a:lnTo>
                  <a:cubicBezTo>
                    <a:pt x="0" y="30575"/>
                    <a:pt x="30671" y="0"/>
                    <a:pt x="68485" y="0"/>
                  </a:cubicBezTo>
                  <a:lnTo>
                    <a:pt x="1060228" y="0"/>
                  </a:lnTo>
                  <a:cubicBezTo>
                    <a:pt x="1098042" y="0"/>
                    <a:pt x="1128713" y="30671"/>
                    <a:pt x="1128713" y="6858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44" name="Google Shape;1744;p49"/>
            <p:cNvSpPr/>
            <p:nvPr/>
          </p:nvSpPr>
          <p:spPr>
            <a:xfrm>
              <a:off x="3639189" y="4363590"/>
              <a:ext cx="1615630" cy="219836"/>
            </a:xfrm>
            <a:custGeom>
              <a:avLst/>
              <a:gdLst/>
              <a:ahLst/>
              <a:cxnLst/>
              <a:rect l="l" t="t" r="r" b="b"/>
              <a:pathLst>
                <a:path w="1615630" h="219836" extrusionOk="0">
                  <a:moveTo>
                    <a:pt x="1615535" y="0"/>
                  </a:moveTo>
                  <a:lnTo>
                    <a:pt x="1615535" y="65341"/>
                  </a:lnTo>
                  <a:cubicBezTo>
                    <a:pt x="1615535" y="150685"/>
                    <a:pt x="1546384" y="219837"/>
                    <a:pt x="1461040" y="219837"/>
                  </a:cubicBezTo>
                  <a:lnTo>
                    <a:pt x="154496" y="219837"/>
                  </a:lnTo>
                  <a:cubicBezTo>
                    <a:pt x="69151" y="219837"/>
                    <a:pt x="0" y="150685"/>
                    <a:pt x="0" y="65341"/>
                  </a:cubicBezTo>
                  <a:lnTo>
                    <a:pt x="0" y="0"/>
                  </a:lnTo>
                  <a:lnTo>
                    <a:pt x="1615631"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45" name="Google Shape;1745;p49"/>
            <p:cNvSpPr/>
            <p:nvPr/>
          </p:nvSpPr>
          <p:spPr>
            <a:xfrm>
              <a:off x="4042763" y="1991008"/>
              <a:ext cx="808482" cy="105727"/>
            </a:xfrm>
            <a:custGeom>
              <a:avLst/>
              <a:gdLst/>
              <a:ahLst/>
              <a:cxnLst/>
              <a:rect l="l" t="t" r="r" b="b"/>
              <a:pathLst>
                <a:path w="808482" h="105727" extrusionOk="0">
                  <a:moveTo>
                    <a:pt x="808387" y="0"/>
                  </a:moveTo>
                  <a:cubicBezTo>
                    <a:pt x="804672" y="27051"/>
                    <a:pt x="792004" y="51340"/>
                    <a:pt x="773621" y="69818"/>
                  </a:cubicBezTo>
                  <a:cubicBezTo>
                    <a:pt x="751427" y="91916"/>
                    <a:pt x="720852" y="105727"/>
                    <a:pt x="687229" y="105727"/>
                  </a:cubicBezTo>
                  <a:lnTo>
                    <a:pt x="121158" y="105727"/>
                  </a:lnTo>
                  <a:cubicBezTo>
                    <a:pt x="59436" y="105727"/>
                    <a:pt x="8096" y="59436"/>
                    <a:pt x="0" y="0"/>
                  </a:cubicBezTo>
                  <a:lnTo>
                    <a:pt x="808482"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46" name="Google Shape;1746;p49"/>
            <p:cNvSpPr/>
            <p:nvPr/>
          </p:nvSpPr>
          <p:spPr>
            <a:xfrm>
              <a:off x="3813306" y="3525295"/>
              <a:ext cx="198310" cy="24574"/>
            </a:xfrm>
            <a:custGeom>
              <a:avLst/>
              <a:gdLst/>
              <a:ahLst/>
              <a:cxnLst/>
              <a:rect l="l" t="t" r="r" b="b"/>
              <a:pathLst>
                <a:path w="198310" h="24574" extrusionOk="0">
                  <a:moveTo>
                    <a:pt x="0" y="0"/>
                  </a:moveTo>
                  <a:lnTo>
                    <a:pt x="198311" y="0"/>
                  </a:lnTo>
                  <a:lnTo>
                    <a:pt x="198311" y="24574"/>
                  </a:lnTo>
                  <a:lnTo>
                    <a:pt x="0" y="2457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47" name="Google Shape;1747;p49"/>
            <p:cNvSpPr/>
            <p:nvPr/>
          </p:nvSpPr>
          <p:spPr>
            <a:xfrm>
              <a:off x="4029143" y="3525295"/>
              <a:ext cx="152590" cy="24574"/>
            </a:xfrm>
            <a:custGeom>
              <a:avLst/>
              <a:gdLst/>
              <a:ahLst/>
              <a:cxnLst/>
              <a:rect l="l" t="t" r="r" b="b"/>
              <a:pathLst>
                <a:path w="152590" h="24574" extrusionOk="0">
                  <a:moveTo>
                    <a:pt x="0" y="0"/>
                  </a:moveTo>
                  <a:lnTo>
                    <a:pt x="152591" y="0"/>
                  </a:lnTo>
                  <a:lnTo>
                    <a:pt x="152591" y="24574"/>
                  </a:lnTo>
                  <a:lnTo>
                    <a:pt x="0" y="2457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48" name="Google Shape;1748;p49"/>
            <p:cNvSpPr/>
            <p:nvPr/>
          </p:nvSpPr>
          <p:spPr>
            <a:xfrm>
              <a:off x="4198116" y="3525295"/>
              <a:ext cx="121157" cy="24574"/>
            </a:xfrm>
            <a:custGeom>
              <a:avLst/>
              <a:gdLst/>
              <a:ahLst/>
              <a:cxnLst/>
              <a:rect l="l" t="t" r="r" b="b"/>
              <a:pathLst>
                <a:path w="121157" h="24574" extrusionOk="0">
                  <a:moveTo>
                    <a:pt x="0" y="0"/>
                  </a:moveTo>
                  <a:lnTo>
                    <a:pt x="121158" y="0"/>
                  </a:lnTo>
                  <a:lnTo>
                    <a:pt x="121158" y="24574"/>
                  </a:lnTo>
                  <a:lnTo>
                    <a:pt x="0" y="2457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49" name="Google Shape;1749;p49"/>
            <p:cNvSpPr/>
            <p:nvPr/>
          </p:nvSpPr>
          <p:spPr>
            <a:xfrm>
              <a:off x="3911128" y="3582159"/>
              <a:ext cx="408241" cy="24574"/>
            </a:xfrm>
            <a:custGeom>
              <a:avLst/>
              <a:gdLst/>
              <a:ahLst/>
              <a:cxnLst/>
              <a:rect l="l" t="t" r="r" b="b"/>
              <a:pathLst>
                <a:path w="408241" h="24574" extrusionOk="0">
                  <a:moveTo>
                    <a:pt x="0" y="0"/>
                  </a:moveTo>
                  <a:lnTo>
                    <a:pt x="408242" y="0"/>
                  </a:lnTo>
                  <a:lnTo>
                    <a:pt x="408242" y="24574"/>
                  </a:lnTo>
                  <a:lnTo>
                    <a:pt x="0" y="2457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50" name="Google Shape;1750;p49"/>
            <p:cNvSpPr/>
            <p:nvPr/>
          </p:nvSpPr>
          <p:spPr>
            <a:xfrm>
              <a:off x="3813306" y="3582159"/>
              <a:ext cx="74961" cy="24574"/>
            </a:xfrm>
            <a:custGeom>
              <a:avLst/>
              <a:gdLst/>
              <a:ahLst/>
              <a:cxnLst/>
              <a:rect l="l" t="t" r="r" b="b"/>
              <a:pathLst>
                <a:path w="74961" h="24574" extrusionOk="0">
                  <a:moveTo>
                    <a:pt x="0" y="0"/>
                  </a:moveTo>
                  <a:lnTo>
                    <a:pt x="74962" y="0"/>
                  </a:lnTo>
                  <a:lnTo>
                    <a:pt x="74962" y="24574"/>
                  </a:lnTo>
                  <a:lnTo>
                    <a:pt x="0" y="2457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51" name="Google Shape;1751;p49"/>
            <p:cNvSpPr/>
            <p:nvPr/>
          </p:nvSpPr>
          <p:spPr>
            <a:xfrm>
              <a:off x="4038287" y="3638928"/>
              <a:ext cx="193071" cy="24574"/>
            </a:xfrm>
            <a:custGeom>
              <a:avLst/>
              <a:gdLst/>
              <a:ahLst/>
              <a:cxnLst/>
              <a:rect l="l" t="t" r="r" b="b"/>
              <a:pathLst>
                <a:path w="193071" h="24574" extrusionOk="0">
                  <a:moveTo>
                    <a:pt x="0" y="0"/>
                  </a:moveTo>
                  <a:lnTo>
                    <a:pt x="193072" y="0"/>
                  </a:lnTo>
                  <a:lnTo>
                    <a:pt x="193072" y="24574"/>
                  </a:lnTo>
                  <a:lnTo>
                    <a:pt x="0" y="2457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52" name="Google Shape;1752;p49"/>
            <p:cNvSpPr/>
            <p:nvPr/>
          </p:nvSpPr>
          <p:spPr>
            <a:xfrm>
              <a:off x="4249647" y="3638928"/>
              <a:ext cx="69627" cy="24574"/>
            </a:xfrm>
            <a:custGeom>
              <a:avLst/>
              <a:gdLst/>
              <a:ahLst/>
              <a:cxnLst/>
              <a:rect l="l" t="t" r="r" b="b"/>
              <a:pathLst>
                <a:path w="69627" h="24574" extrusionOk="0">
                  <a:moveTo>
                    <a:pt x="0" y="0"/>
                  </a:moveTo>
                  <a:lnTo>
                    <a:pt x="69628" y="0"/>
                  </a:lnTo>
                  <a:lnTo>
                    <a:pt x="69628" y="24574"/>
                  </a:lnTo>
                  <a:lnTo>
                    <a:pt x="0" y="2457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53" name="Google Shape;1753;p49"/>
            <p:cNvSpPr/>
            <p:nvPr/>
          </p:nvSpPr>
          <p:spPr>
            <a:xfrm>
              <a:off x="3813306" y="3638928"/>
              <a:ext cx="207454" cy="24574"/>
            </a:xfrm>
            <a:custGeom>
              <a:avLst/>
              <a:gdLst/>
              <a:ahLst/>
              <a:cxnLst/>
              <a:rect l="l" t="t" r="r" b="b"/>
              <a:pathLst>
                <a:path w="207454" h="24574" extrusionOk="0">
                  <a:moveTo>
                    <a:pt x="0" y="0"/>
                  </a:moveTo>
                  <a:lnTo>
                    <a:pt x="207454" y="0"/>
                  </a:lnTo>
                  <a:lnTo>
                    <a:pt x="207454" y="24574"/>
                  </a:lnTo>
                  <a:lnTo>
                    <a:pt x="0" y="2457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54" name="Google Shape;1754;p49"/>
            <p:cNvSpPr/>
            <p:nvPr/>
          </p:nvSpPr>
          <p:spPr>
            <a:xfrm>
              <a:off x="3958753" y="3695697"/>
              <a:ext cx="168116" cy="24574"/>
            </a:xfrm>
            <a:custGeom>
              <a:avLst/>
              <a:gdLst/>
              <a:ahLst/>
              <a:cxnLst/>
              <a:rect l="l" t="t" r="r" b="b"/>
              <a:pathLst>
                <a:path w="168116" h="24574" extrusionOk="0">
                  <a:moveTo>
                    <a:pt x="0" y="0"/>
                  </a:moveTo>
                  <a:lnTo>
                    <a:pt x="168116" y="0"/>
                  </a:lnTo>
                  <a:lnTo>
                    <a:pt x="168116" y="24574"/>
                  </a:lnTo>
                  <a:lnTo>
                    <a:pt x="0" y="2457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55" name="Google Shape;1755;p49"/>
            <p:cNvSpPr/>
            <p:nvPr/>
          </p:nvSpPr>
          <p:spPr>
            <a:xfrm>
              <a:off x="3813306" y="3695697"/>
              <a:ext cx="126492" cy="24574"/>
            </a:xfrm>
            <a:custGeom>
              <a:avLst/>
              <a:gdLst/>
              <a:ahLst/>
              <a:cxnLst/>
              <a:rect l="l" t="t" r="r" b="b"/>
              <a:pathLst>
                <a:path w="126492" h="24574" extrusionOk="0">
                  <a:moveTo>
                    <a:pt x="0" y="0"/>
                  </a:moveTo>
                  <a:lnTo>
                    <a:pt x="126492" y="0"/>
                  </a:lnTo>
                  <a:lnTo>
                    <a:pt x="126492" y="24574"/>
                  </a:lnTo>
                  <a:lnTo>
                    <a:pt x="0" y="2457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56" name="Google Shape;1756;p49"/>
            <p:cNvSpPr/>
            <p:nvPr/>
          </p:nvSpPr>
          <p:spPr>
            <a:xfrm>
              <a:off x="4445862" y="3525295"/>
              <a:ext cx="198310" cy="24574"/>
            </a:xfrm>
            <a:custGeom>
              <a:avLst/>
              <a:gdLst/>
              <a:ahLst/>
              <a:cxnLst/>
              <a:rect l="l" t="t" r="r" b="b"/>
              <a:pathLst>
                <a:path w="198310" h="24574" extrusionOk="0">
                  <a:moveTo>
                    <a:pt x="0" y="0"/>
                  </a:moveTo>
                  <a:lnTo>
                    <a:pt x="198310" y="0"/>
                  </a:lnTo>
                  <a:lnTo>
                    <a:pt x="198310" y="24574"/>
                  </a:lnTo>
                  <a:lnTo>
                    <a:pt x="0" y="2457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57" name="Google Shape;1757;p49"/>
            <p:cNvSpPr/>
            <p:nvPr/>
          </p:nvSpPr>
          <p:spPr>
            <a:xfrm>
              <a:off x="4661698" y="3525295"/>
              <a:ext cx="152590" cy="24574"/>
            </a:xfrm>
            <a:custGeom>
              <a:avLst/>
              <a:gdLst/>
              <a:ahLst/>
              <a:cxnLst/>
              <a:rect l="l" t="t" r="r" b="b"/>
              <a:pathLst>
                <a:path w="152590" h="24574" extrusionOk="0">
                  <a:moveTo>
                    <a:pt x="0" y="0"/>
                  </a:moveTo>
                  <a:lnTo>
                    <a:pt x="152590" y="0"/>
                  </a:lnTo>
                  <a:lnTo>
                    <a:pt x="152590" y="24574"/>
                  </a:lnTo>
                  <a:lnTo>
                    <a:pt x="0" y="2457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58" name="Google Shape;1758;p49"/>
            <p:cNvSpPr/>
            <p:nvPr/>
          </p:nvSpPr>
          <p:spPr>
            <a:xfrm>
              <a:off x="4830672" y="3525295"/>
              <a:ext cx="121158" cy="24574"/>
            </a:xfrm>
            <a:custGeom>
              <a:avLst/>
              <a:gdLst/>
              <a:ahLst/>
              <a:cxnLst/>
              <a:rect l="l" t="t" r="r" b="b"/>
              <a:pathLst>
                <a:path w="121158" h="24574" extrusionOk="0">
                  <a:moveTo>
                    <a:pt x="0" y="0"/>
                  </a:moveTo>
                  <a:lnTo>
                    <a:pt x="121158" y="0"/>
                  </a:lnTo>
                  <a:lnTo>
                    <a:pt x="121158" y="24574"/>
                  </a:lnTo>
                  <a:lnTo>
                    <a:pt x="0" y="2457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59" name="Google Shape;1759;p49"/>
            <p:cNvSpPr/>
            <p:nvPr/>
          </p:nvSpPr>
          <p:spPr>
            <a:xfrm>
              <a:off x="4543683" y="3582159"/>
              <a:ext cx="408241" cy="24574"/>
            </a:xfrm>
            <a:custGeom>
              <a:avLst/>
              <a:gdLst/>
              <a:ahLst/>
              <a:cxnLst/>
              <a:rect l="l" t="t" r="r" b="b"/>
              <a:pathLst>
                <a:path w="408241" h="24574" extrusionOk="0">
                  <a:moveTo>
                    <a:pt x="0" y="0"/>
                  </a:moveTo>
                  <a:lnTo>
                    <a:pt x="408241" y="0"/>
                  </a:lnTo>
                  <a:lnTo>
                    <a:pt x="408241" y="24574"/>
                  </a:lnTo>
                  <a:lnTo>
                    <a:pt x="0" y="2457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60" name="Google Shape;1760;p49"/>
            <p:cNvSpPr/>
            <p:nvPr/>
          </p:nvSpPr>
          <p:spPr>
            <a:xfrm>
              <a:off x="4445862" y="3582159"/>
              <a:ext cx="74961" cy="24574"/>
            </a:xfrm>
            <a:custGeom>
              <a:avLst/>
              <a:gdLst/>
              <a:ahLst/>
              <a:cxnLst/>
              <a:rect l="l" t="t" r="r" b="b"/>
              <a:pathLst>
                <a:path w="74961" h="24574" extrusionOk="0">
                  <a:moveTo>
                    <a:pt x="0" y="0"/>
                  </a:moveTo>
                  <a:lnTo>
                    <a:pt x="74962" y="0"/>
                  </a:lnTo>
                  <a:lnTo>
                    <a:pt x="74962" y="24574"/>
                  </a:lnTo>
                  <a:lnTo>
                    <a:pt x="0" y="2457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61" name="Google Shape;1761;p49"/>
            <p:cNvSpPr/>
            <p:nvPr/>
          </p:nvSpPr>
          <p:spPr>
            <a:xfrm>
              <a:off x="4670842" y="3638928"/>
              <a:ext cx="193071" cy="24574"/>
            </a:xfrm>
            <a:custGeom>
              <a:avLst/>
              <a:gdLst/>
              <a:ahLst/>
              <a:cxnLst/>
              <a:rect l="l" t="t" r="r" b="b"/>
              <a:pathLst>
                <a:path w="193071" h="24574" extrusionOk="0">
                  <a:moveTo>
                    <a:pt x="0" y="0"/>
                  </a:moveTo>
                  <a:lnTo>
                    <a:pt x="193072" y="0"/>
                  </a:lnTo>
                  <a:lnTo>
                    <a:pt x="193072" y="24574"/>
                  </a:lnTo>
                  <a:lnTo>
                    <a:pt x="0" y="2457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62" name="Google Shape;1762;p49"/>
            <p:cNvSpPr/>
            <p:nvPr/>
          </p:nvSpPr>
          <p:spPr>
            <a:xfrm>
              <a:off x="4882202" y="3638928"/>
              <a:ext cx="69627" cy="24574"/>
            </a:xfrm>
            <a:custGeom>
              <a:avLst/>
              <a:gdLst/>
              <a:ahLst/>
              <a:cxnLst/>
              <a:rect l="l" t="t" r="r" b="b"/>
              <a:pathLst>
                <a:path w="69627" h="24574" extrusionOk="0">
                  <a:moveTo>
                    <a:pt x="0" y="0"/>
                  </a:moveTo>
                  <a:lnTo>
                    <a:pt x="69628" y="0"/>
                  </a:lnTo>
                  <a:lnTo>
                    <a:pt x="69628" y="24574"/>
                  </a:lnTo>
                  <a:lnTo>
                    <a:pt x="0" y="2457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63" name="Google Shape;1763;p49"/>
            <p:cNvSpPr/>
            <p:nvPr/>
          </p:nvSpPr>
          <p:spPr>
            <a:xfrm>
              <a:off x="4445862" y="3638928"/>
              <a:ext cx="207454" cy="24574"/>
            </a:xfrm>
            <a:custGeom>
              <a:avLst/>
              <a:gdLst/>
              <a:ahLst/>
              <a:cxnLst/>
              <a:rect l="l" t="t" r="r" b="b"/>
              <a:pathLst>
                <a:path w="207454" h="24574" extrusionOk="0">
                  <a:moveTo>
                    <a:pt x="0" y="0"/>
                  </a:moveTo>
                  <a:lnTo>
                    <a:pt x="207455" y="0"/>
                  </a:lnTo>
                  <a:lnTo>
                    <a:pt x="207455" y="24574"/>
                  </a:lnTo>
                  <a:lnTo>
                    <a:pt x="0" y="2457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64" name="Google Shape;1764;p49"/>
            <p:cNvSpPr/>
            <p:nvPr/>
          </p:nvSpPr>
          <p:spPr>
            <a:xfrm>
              <a:off x="4591308" y="3695697"/>
              <a:ext cx="168116" cy="24574"/>
            </a:xfrm>
            <a:custGeom>
              <a:avLst/>
              <a:gdLst/>
              <a:ahLst/>
              <a:cxnLst/>
              <a:rect l="l" t="t" r="r" b="b"/>
              <a:pathLst>
                <a:path w="168116" h="24574" extrusionOk="0">
                  <a:moveTo>
                    <a:pt x="0" y="0"/>
                  </a:moveTo>
                  <a:lnTo>
                    <a:pt x="168116" y="0"/>
                  </a:lnTo>
                  <a:lnTo>
                    <a:pt x="168116" y="24574"/>
                  </a:lnTo>
                  <a:lnTo>
                    <a:pt x="0" y="2457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65" name="Google Shape;1765;p49"/>
            <p:cNvSpPr/>
            <p:nvPr/>
          </p:nvSpPr>
          <p:spPr>
            <a:xfrm>
              <a:off x="4445862" y="3695697"/>
              <a:ext cx="126492" cy="24574"/>
            </a:xfrm>
            <a:custGeom>
              <a:avLst/>
              <a:gdLst/>
              <a:ahLst/>
              <a:cxnLst/>
              <a:rect l="l" t="t" r="r" b="b"/>
              <a:pathLst>
                <a:path w="126492" h="24574" extrusionOk="0">
                  <a:moveTo>
                    <a:pt x="0" y="0"/>
                  </a:moveTo>
                  <a:lnTo>
                    <a:pt x="126492" y="0"/>
                  </a:lnTo>
                  <a:lnTo>
                    <a:pt x="126492" y="24574"/>
                  </a:lnTo>
                  <a:lnTo>
                    <a:pt x="0" y="2457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66" name="Google Shape;1766;p49"/>
            <p:cNvSpPr/>
            <p:nvPr/>
          </p:nvSpPr>
          <p:spPr>
            <a:xfrm>
              <a:off x="4748471" y="3787994"/>
              <a:ext cx="202977" cy="54673"/>
            </a:xfrm>
            <a:custGeom>
              <a:avLst/>
              <a:gdLst/>
              <a:ahLst/>
              <a:cxnLst/>
              <a:rect l="l" t="t" r="r" b="b"/>
              <a:pathLst>
                <a:path w="202977" h="54673" extrusionOk="0">
                  <a:moveTo>
                    <a:pt x="27337" y="54674"/>
                  </a:moveTo>
                  <a:lnTo>
                    <a:pt x="175641" y="54674"/>
                  </a:lnTo>
                  <a:cubicBezTo>
                    <a:pt x="190690" y="54674"/>
                    <a:pt x="202978" y="42386"/>
                    <a:pt x="202978" y="27337"/>
                  </a:cubicBezTo>
                  <a:lnTo>
                    <a:pt x="202978" y="27337"/>
                  </a:lnTo>
                  <a:cubicBezTo>
                    <a:pt x="202978" y="12287"/>
                    <a:pt x="190690" y="0"/>
                    <a:pt x="175641" y="0"/>
                  </a:cubicBezTo>
                  <a:lnTo>
                    <a:pt x="27337" y="0"/>
                  </a:lnTo>
                  <a:cubicBezTo>
                    <a:pt x="12287" y="0"/>
                    <a:pt x="0" y="12287"/>
                    <a:pt x="0" y="27337"/>
                  </a:cubicBezTo>
                  <a:lnTo>
                    <a:pt x="0" y="27337"/>
                  </a:lnTo>
                  <a:cubicBezTo>
                    <a:pt x="0" y="42386"/>
                    <a:pt x="12287" y="54674"/>
                    <a:pt x="27337" y="54674"/>
                  </a:cubicBezTo>
                  <a:close/>
                </a:path>
              </a:pathLst>
            </a:custGeom>
            <a:solidFill>
              <a:schemeClr val="accent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67" name="Google Shape;1767;p49"/>
            <p:cNvSpPr/>
            <p:nvPr/>
          </p:nvSpPr>
          <p:spPr>
            <a:xfrm>
              <a:off x="4796858" y="3809712"/>
              <a:ext cx="106203" cy="11239"/>
            </a:xfrm>
            <a:custGeom>
              <a:avLst/>
              <a:gdLst/>
              <a:ahLst/>
              <a:cxnLst/>
              <a:rect l="l" t="t" r="r" b="b"/>
              <a:pathLst>
                <a:path w="106203" h="11239" extrusionOk="0">
                  <a:moveTo>
                    <a:pt x="0" y="0"/>
                  </a:moveTo>
                  <a:lnTo>
                    <a:pt x="106204" y="0"/>
                  </a:lnTo>
                  <a:lnTo>
                    <a:pt x="106204" y="11239"/>
                  </a:lnTo>
                  <a:lnTo>
                    <a:pt x="0" y="11239"/>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68" name="Google Shape;1768;p49"/>
            <p:cNvSpPr/>
            <p:nvPr/>
          </p:nvSpPr>
          <p:spPr>
            <a:xfrm>
              <a:off x="4116392" y="3787994"/>
              <a:ext cx="202977" cy="54673"/>
            </a:xfrm>
            <a:custGeom>
              <a:avLst/>
              <a:gdLst/>
              <a:ahLst/>
              <a:cxnLst/>
              <a:rect l="l" t="t" r="r" b="b"/>
              <a:pathLst>
                <a:path w="202977" h="54673" extrusionOk="0">
                  <a:moveTo>
                    <a:pt x="27337" y="54674"/>
                  </a:moveTo>
                  <a:lnTo>
                    <a:pt x="175641" y="54674"/>
                  </a:lnTo>
                  <a:cubicBezTo>
                    <a:pt x="190690" y="54674"/>
                    <a:pt x="202978" y="42386"/>
                    <a:pt x="202978" y="27337"/>
                  </a:cubicBezTo>
                  <a:lnTo>
                    <a:pt x="202978" y="27337"/>
                  </a:lnTo>
                  <a:cubicBezTo>
                    <a:pt x="202978" y="12287"/>
                    <a:pt x="190690" y="0"/>
                    <a:pt x="175641" y="0"/>
                  </a:cubicBezTo>
                  <a:lnTo>
                    <a:pt x="27337" y="0"/>
                  </a:lnTo>
                  <a:cubicBezTo>
                    <a:pt x="12287" y="0"/>
                    <a:pt x="0" y="12287"/>
                    <a:pt x="0" y="27337"/>
                  </a:cubicBezTo>
                  <a:lnTo>
                    <a:pt x="0" y="27337"/>
                  </a:lnTo>
                  <a:cubicBezTo>
                    <a:pt x="0" y="42386"/>
                    <a:pt x="12287" y="54674"/>
                    <a:pt x="27337" y="54674"/>
                  </a:cubicBezTo>
                  <a:close/>
                </a:path>
              </a:pathLst>
            </a:custGeom>
            <a:solidFill>
              <a:schemeClr val="accent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69" name="Google Shape;1769;p49"/>
            <p:cNvSpPr/>
            <p:nvPr/>
          </p:nvSpPr>
          <p:spPr>
            <a:xfrm>
              <a:off x="4164779" y="3809712"/>
              <a:ext cx="106203" cy="11239"/>
            </a:xfrm>
            <a:custGeom>
              <a:avLst/>
              <a:gdLst/>
              <a:ahLst/>
              <a:cxnLst/>
              <a:rect l="l" t="t" r="r" b="b"/>
              <a:pathLst>
                <a:path w="106203" h="11239" extrusionOk="0">
                  <a:moveTo>
                    <a:pt x="0" y="0"/>
                  </a:moveTo>
                  <a:lnTo>
                    <a:pt x="106204" y="0"/>
                  </a:lnTo>
                  <a:lnTo>
                    <a:pt x="106204" y="11239"/>
                  </a:lnTo>
                  <a:lnTo>
                    <a:pt x="0" y="11239"/>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70" name="Google Shape;1770;p49"/>
            <p:cNvSpPr/>
            <p:nvPr/>
          </p:nvSpPr>
          <p:spPr>
            <a:xfrm>
              <a:off x="4272602" y="2025869"/>
              <a:ext cx="219455" cy="31241"/>
            </a:xfrm>
            <a:custGeom>
              <a:avLst/>
              <a:gdLst/>
              <a:ahLst/>
              <a:cxnLst/>
              <a:rect l="l" t="t" r="r" b="b"/>
              <a:pathLst>
                <a:path w="219455" h="31241" extrusionOk="0">
                  <a:moveTo>
                    <a:pt x="203835" y="31242"/>
                  </a:moveTo>
                  <a:lnTo>
                    <a:pt x="15621" y="31242"/>
                  </a:lnTo>
                  <a:cubicBezTo>
                    <a:pt x="7049" y="31242"/>
                    <a:pt x="0" y="24194"/>
                    <a:pt x="0" y="15621"/>
                  </a:cubicBezTo>
                  <a:lnTo>
                    <a:pt x="0" y="15621"/>
                  </a:lnTo>
                  <a:cubicBezTo>
                    <a:pt x="0" y="7049"/>
                    <a:pt x="7049" y="0"/>
                    <a:pt x="15621" y="0"/>
                  </a:cubicBezTo>
                  <a:lnTo>
                    <a:pt x="203835" y="0"/>
                  </a:lnTo>
                  <a:cubicBezTo>
                    <a:pt x="212408" y="0"/>
                    <a:pt x="219456" y="7049"/>
                    <a:pt x="219456" y="15621"/>
                  </a:cubicBezTo>
                  <a:lnTo>
                    <a:pt x="219456" y="15621"/>
                  </a:lnTo>
                  <a:cubicBezTo>
                    <a:pt x="219456" y="24194"/>
                    <a:pt x="212408" y="31242"/>
                    <a:pt x="203835" y="31242"/>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71" name="Google Shape;1771;p49"/>
            <p:cNvSpPr/>
            <p:nvPr/>
          </p:nvSpPr>
          <p:spPr>
            <a:xfrm>
              <a:off x="4538349" y="2025869"/>
              <a:ext cx="73533" cy="31241"/>
            </a:xfrm>
            <a:custGeom>
              <a:avLst/>
              <a:gdLst/>
              <a:ahLst/>
              <a:cxnLst/>
              <a:rect l="l" t="t" r="r" b="b"/>
              <a:pathLst>
                <a:path w="73533" h="31241" extrusionOk="0">
                  <a:moveTo>
                    <a:pt x="57912" y="31242"/>
                  </a:moveTo>
                  <a:lnTo>
                    <a:pt x="15621" y="31242"/>
                  </a:lnTo>
                  <a:cubicBezTo>
                    <a:pt x="7049" y="31242"/>
                    <a:pt x="0" y="24194"/>
                    <a:pt x="0" y="15621"/>
                  </a:cubicBezTo>
                  <a:lnTo>
                    <a:pt x="0" y="15621"/>
                  </a:lnTo>
                  <a:cubicBezTo>
                    <a:pt x="0" y="7049"/>
                    <a:pt x="7049" y="0"/>
                    <a:pt x="15621" y="0"/>
                  </a:cubicBezTo>
                  <a:lnTo>
                    <a:pt x="57912" y="0"/>
                  </a:lnTo>
                  <a:cubicBezTo>
                    <a:pt x="66484" y="0"/>
                    <a:pt x="73533" y="7049"/>
                    <a:pt x="73533" y="15621"/>
                  </a:cubicBezTo>
                  <a:lnTo>
                    <a:pt x="73533" y="15621"/>
                  </a:lnTo>
                  <a:cubicBezTo>
                    <a:pt x="73533" y="24194"/>
                    <a:pt x="66484" y="31242"/>
                    <a:pt x="57912" y="31242"/>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72" name="Google Shape;1772;p49"/>
            <p:cNvSpPr/>
            <p:nvPr/>
          </p:nvSpPr>
          <p:spPr>
            <a:xfrm>
              <a:off x="4723610" y="2159410"/>
              <a:ext cx="86487" cy="86486"/>
            </a:xfrm>
            <a:custGeom>
              <a:avLst/>
              <a:gdLst/>
              <a:ahLst/>
              <a:cxnLst/>
              <a:rect l="l" t="t" r="r" b="b"/>
              <a:pathLst>
                <a:path w="86487" h="86486" extrusionOk="0">
                  <a:moveTo>
                    <a:pt x="86487" y="43243"/>
                  </a:moveTo>
                  <a:cubicBezTo>
                    <a:pt x="86487" y="67151"/>
                    <a:pt x="67151" y="86487"/>
                    <a:pt x="43244" y="86487"/>
                  </a:cubicBezTo>
                  <a:cubicBezTo>
                    <a:pt x="19336" y="86487"/>
                    <a:pt x="0" y="67151"/>
                    <a:pt x="0" y="43243"/>
                  </a:cubicBezTo>
                  <a:cubicBezTo>
                    <a:pt x="0" y="19336"/>
                    <a:pt x="19336" y="0"/>
                    <a:pt x="43244" y="0"/>
                  </a:cubicBezTo>
                  <a:cubicBezTo>
                    <a:pt x="67151" y="0"/>
                    <a:pt x="86487" y="19336"/>
                    <a:pt x="86487" y="43243"/>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73" name="Google Shape;1773;p49"/>
            <p:cNvSpPr/>
            <p:nvPr/>
          </p:nvSpPr>
          <p:spPr>
            <a:xfrm>
              <a:off x="4842578" y="2159410"/>
              <a:ext cx="86486" cy="86486"/>
            </a:xfrm>
            <a:custGeom>
              <a:avLst/>
              <a:gdLst/>
              <a:ahLst/>
              <a:cxnLst/>
              <a:rect l="l" t="t" r="r" b="b"/>
              <a:pathLst>
                <a:path w="86486" h="86486" extrusionOk="0">
                  <a:moveTo>
                    <a:pt x="86487" y="43243"/>
                  </a:moveTo>
                  <a:cubicBezTo>
                    <a:pt x="86487" y="67151"/>
                    <a:pt x="67151" y="86487"/>
                    <a:pt x="43243" y="86487"/>
                  </a:cubicBezTo>
                  <a:cubicBezTo>
                    <a:pt x="19336" y="86487"/>
                    <a:pt x="0" y="67151"/>
                    <a:pt x="0" y="43243"/>
                  </a:cubicBezTo>
                  <a:cubicBezTo>
                    <a:pt x="0" y="19336"/>
                    <a:pt x="19336" y="0"/>
                    <a:pt x="43243" y="0"/>
                  </a:cubicBezTo>
                  <a:cubicBezTo>
                    <a:pt x="67151" y="0"/>
                    <a:pt x="86487" y="19336"/>
                    <a:pt x="86487" y="43243"/>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74" name="Google Shape;1774;p49"/>
            <p:cNvSpPr/>
            <p:nvPr/>
          </p:nvSpPr>
          <p:spPr>
            <a:xfrm>
              <a:off x="4961450" y="2159410"/>
              <a:ext cx="86487" cy="86486"/>
            </a:xfrm>
            <a:custGeom>
              <a:avLst/>
              <a:gdLst/>
              <a:ahLst/>
              <a:cxnLst/>
              <a:rect l="l" t="t" r="r" b="b"/>
              <a:pathLst>
                <a:path w="86487" h="86486" extrusionOk="0">
                  <a:moveTo>
                    <a:pt x="86487" y="43243"/>
                  </a:moveTo>
                  <a:cubicBezTo>
                    <a:pt x="86487" y="67151"/>
                    <a:pt x="67151" y="86487"/>
                    <a:pt x="43244" y="86487"/>
                  </a:cubicBezTo>
                  <a:cubicBezTo>
                    <a:pt x="19336" y="86487"/>
                    <a:pt x="0" y="67151"/>
                    <a:pt x="0" y="43243"/>
                  </a:cubicBezTo>
                  <a:cubicBezTo>
                    <a:pt x="0" y="19336"/>
                    <a:pt x="19336" y="0"/>
                    <a:pt x="43244" y="0"/>
                  </a:cubicBezTo>
                  <a:cubicBezTo>
                    <a:pt x="67151" y="0"/>
                    <a:pt x="86487" y="19336"/>
                    <a:pt x="86487" y="43243"/>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75" name="Google Shape;1775;p49"/>
            <p:cNvSpPr/>
            <p:nvPr/>
          </p:nvSpPr>
          <p:spPr>
            <a:xfrm>
              <a:off x="3732820" y="2426872"/>
              <a:ext cx="1416081" cy="268033"/>
            </a:xfrm>
            <a:custGeom>
              <a:avLst/>
              <a:gdLst/>
              <a:ahLst/>
              <a:cxnLst/>
              <a:rect l="l" t="t" r="r" b="b"/>
              <a:pathLst>
                <a:path w="1416081" h="268033" extrusionOk="0">
                  <a:moveTo>
                    <a:pt x="0" y="0"/>
                  </a:moveTo>
                  <a:lnTo>
                    <a:pt x="1416082" y="0"/>
                  </a:lnTo>
                  <a:lnTo>
                    <a:pt x="1416082" y="268034"/>
                  </a:lnTo>
                  <a:lnTo>
                    <a:pt x="0" y="26803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76" name="Google Shape;1776;p49"/>
            <p:cNvSpPr/>
            <p:nvPr/>
          </p:nvSpPr>
          <p:spPr>
            <a:xfrm>
              <a:off x="3787303" y="2381819"/>
              <a:ext cx="232219" cy="232219"/>
            </a:xfrm>
            <a:custGeom>
              <a:avLst/>
              <a:gdLst/>
              <a:ahLst/>
              <a:cxnLst/>
              <a:rect l="l" t="t" r="r" b="b"/>
              <a:pathLst>
                <a:path w="232219" h="232219" extrusionOk="0">
                  <a:moveTo>
                    <a:pt x="185547" y="0"/>
                  </a:moveTo>
                  <a:cubicBezTo>
                    <a:pt x="211323" y="0"/>
                    <a:pt x="232219" y="20896"/>
                    <a:pt x="232219" y="46673"/>
                  </a:cubicBezTo>
                  <a:lnTo>
                    <a:pt x="232219" y="185547"/>
                  </a:lnTo>
                  <a:cubicBezTo>
                    <a:pt x="232219" y="211324"/>
                    <a:pt x="211323" y="232219"/>
                    <a:pt x="185547" y="232219"/>
                  </a:cubicBezTo>
                  <a:lnTo>
                    <a:pt x="46672" y="232219"/>
                  </a:lnTo>
                  <a:cubicBezTo>
                    <a:pt x="20896" y="232219"/>
                    <a:pt x="0" y="211323"/>
                    <a:pt x="0" y="185547"/>
                  </a:cubicBezTo>
                  <a:lnTo>
                    <a:pt x="0" y="46673"/>
                  </a:lnTo>
                  <a:cubicBezTo>
                    <a:pt x="0" y="20896"/>
                    <a:pt x="20896" y="0"/>
                    <a:pt x="46672" y="0"/>
                  </a:cubicBezTo>
                  <a:close/>
                </a:path>
              </a:pathLst>
            </a:custGeom>
            <a:solidFill>
              <a:schemeClr val="accent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777" name="Google Shape;1777;p49"/>
            <p:cNvGrpSpPr/>
            <p:nvPr/>
          </p:nvGrpSpPr>
          <p:grpSpPr>
            <a:xfrm>
              <a:off x="3889602" y="2786441"/>
              <a:ext cx="1128902" cy="610171"/>
              <a:chOff x="4511802" y="3739991"/>
              <a:chExt cx="1128902" cy="610171"/>
            </a:xfrm>
          </p:grpSpPr>
          <p:sp>
            <p:nvSpPr>
              <p:cNvPr id="1778" name="Google Shape;1778;p49"/>
              <p:cNvSpPr/>
              <p:nvPr/>
            </p:nvSpPr>
            <p:spPr>
              <a:xfrm>
                <a:off x="4511802" y="3739991"/>
                <a:ext cx="1128902" cy="610171"/>
              </a:xfrm>
              <a:custGeom>
                <a:avLst/>
                <a:gdLst/>
                <a:ahLst/>
                <a:cxnLst/>
                <a:rect l="l" t="t" r="r" b="b"/>
                <a:pathLst>
                  <a:path w="1128902" h="610171" extrusionOk="0">
                    <a:moveTo>
                      <a:pt x="1060323" y="0"/>
                    </a:moveTo>
                    <a:cubicBezTo>
                      <a:pt x="1098199" y="0"/>
                      <a:pt x="1128903" y="30704"/>
                      <a:pt x="1128903" y="68580"/>
                    </a:cubicBezTo>
                    <a:lnTo>
                      <a:pt x="1128903" y="541592"/>
                    </a:lnTo>
                    <a:cubicBezTo>
                      <a:pt x="1128903" y="579467"/>
                      <a:pt x="1098199" y="610172"/>
                      <a:pt x="1060323" y="610172"/>
                    </a:cubicBezTo>
                    <a:lnTo>
                      <a:pt x="68580" y="610172"/>
                    </a:lnTo>
                    <a:cubicBezTo>
                      <a:pt x="30704" y="610172"/>
                      <a:pt x="0" y="579468"/>
                      <a:pt x="0" y="541592"/>
                    </a:cubicBezTo>
                    <a:lnTo>
                      <a:pt x="0" y="68580"/>
                    </a:lnTo>
                    <a:cubicBezTo>
                      <a:pt x="0" y="30704"/>
                      <a:pt x="30704" y="0"/>
                      <a:pt x="68580" y="0"/>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779" name="Google Shape;1779;p49"/>
              <p:cNvGrpSpPr/>
              <p:nvPr/>
            </p:nvGrpSpPr>
            <p:grpSpPr>
              <a:xfrm>
                <a:off x="4838223" y="4249674"/>
                <a:ext cx="476060" cy="50673"/>
                <a:chOff x="4838223" y="4249674"/>
                <a:chExt cx="476060" cy="50673"/>
              </a:xfrm>
            </p:grpSpPr>
            <p:sp>
              <p:nvSpPr>
                <p:cNvPr id="1780" name="Google Shape;1780;p49"/>
                <p:cNvSpPr/>
                <p:nvPr/>
              </p:nvSpPr>
              <p:spPr>
                <a:xfrm>
                  <a:off x="4838223" y="4249674"/>
                  <a:ext cx="50672" cy="50673"/>
                </a:xfrm>
                <a:custGeom>
                  <a:avLst/>
                  <a:gdLst/>
                  <a:ahLst/>
                  <a:cxnLst/>
                  <a:rect l="l" t="t" r="r" b="b"/>
                  <a:pathLst>
                    <a:path w="50672" h="50673" extrusionOk="0">
                      <a:moveTo>
                        <a:pt x="50673" y="25337"/>
                      </a:moveTo>
                      <a:cubicBezTo>
                        <a:pt x="50673" y="39330"/>
                        <a:pt x="39330" y="50673"/>
                        <a:pt x="25337" y="50673"/>
                      </a:cubicBezTo>
                      <a:cubicBezTo>
                        <a:pt x="11344" y="50673"/>
                        <a:pt x="0" y="39330"/>
                        <a:pt x="0" y="25337"/>
                      </a:cubicBezTo>
                      <a:cubicBezTo>
                        <a:pt x="0" y="11344"/>
                        <a:pt x="11343" y="0"/>
                        <a:pt x="25337" y="0"/>
                      </a:cubicBezTo>
                      <a:cubicBezTo>
                        <a:pt x="39329" y="0"/>
                        <a:pt x="50673" y="11344"/>
                        <a:pt x="50673" y="2533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81" name="Google Shape;1781;p49"/>
                <p:cNvSpPr/>
                <p:nvPr/>
              </p:nvSpPr>
              <p:spPr>
                <a:xfrm>
                  <a:off x="4944618" y="4249674"/>
                  <a:ext cx="50672" cy="50673"/>
                </a:xfrm>
                <a:custGeom>
                  <a:avLst/>
                  <a:gdLst/>
                  <a:ahLst/>
                  <a:cxnLst/>
                  <a:rect l="l" t="t" r="r" b="b"/>
                  <a:pathLst>
                    <a:path w="50672" h="50673" extrusionOk="0">
                      <a:moveTo>
                        <a:pt x="50673" y="25337"/>
                      </a:moveTo>
                      <a:cubicBezTo>
                        <a:pt x="50673" y="39330"/>
                        <a:pt x="39330" y="50673"/>
                        <a:pt x="25336" y="50673"/>
                      </a:cubicBezTo>
                      <a:cubicBezTo>
                        <a:pt x="11344" y="50673"/>
                        <a:pt x="0" y="39330"/>
                        <a:pt x="0" y="25337"/>
                      </a:cubicBezTo>
                      <a:cubicBezTo>
                        <a:pt x="0" y="11344"/>
                        <a:pt x="11343" y="0"/>
                        <a:pt x="25336" y="0"/>
                      </a:cubicBezTo>
                      <a:cubicBezTo>
                        <a:pt x="39329" y="0"/>
                        <a:pt x="50673" y="11344"/>
                        <a:pt x="50673" y="2533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82" name="Google Shape;1782;p49"/>
                <p:cNvSpPr/>
                <p:nvPr/>
              </p:nvSpPr>
              <p:spPr>
                <a:xfrm>
                  <a:off x="5050917" y="4249674"/>
                  <a:ext cx="50672" cy="50673"/>
                </a:xfrm>
                <a:custGeom>
                  <a:avLst/>
                  <a:gdLst/>
                  <a:ahLst/>
                  <a:cxnLst/>
                  <a:rect l="l" t="t" r="r" b="b"/>
                  <a:pathLst>
                    <a:path w="50672" h="50673" extrusionOk="0">
                      <a:moveTo>
                        <a:pt x="50673" y="25337"/>
                      </a:moveTo>
                      <a:cubicBezTo>
                        <a:pt x="50673" y="39330"/>
                        <a:pt x="39330" y="50673"/>
                        <a:pt x="25337" y="50673"/>
                      </a:cubicBezTo>
                      <a:cubicBezTo>
                        <a:pt x="11344" y="50673"/>
                        <a:pt x="0" y="39330"/>
                        <a:pt x="0" y="25337"/>
                      </a:cubicBezTo>
                      <a:cubicBezTo>
                        <a:pt x="0" y="11344"/>
                        <a:pt x="11343" y="0"/>
                        <a:pt x="25337" y="0"/>
                      </a:cubicBezTo>
                      <a:cubicBezTo>
                        <a:pt x="39329" y="0"/>
                        <a:pt x="50673" y="11344"/>
                        <a:pt x="50673" y="2533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83" name="Google Shape;1783;p49"/>
                <p:cNvSpPr/>
                <p:nvPr/>
              </p:nvSpPr>
              <p:spPr>
                <a:xfrm>
                  <a:off x="5157311" y="4249674"/>
                  <a:ext cx="50673" cy="50673"/>
                </a:xfrm>
                <a:custGeom>
                  <a:avLst/>
                  <a:gdLst/>
                  <a:ahLst/>
                  <a:cxnLst/>
                  <a:rect l="l" t="t" r="r" b="b"/>
                  <a:pathLst>
                    <a:path w="50673" h="50673" extrusionOk="0">
                      <a:moveTo>
                        <a:pt x="50673" y="25337"/>
                      </a:moveTo>
                      <a:cubicBezTo>
                        <a:pt x="50673" y="39338"/>
                        <a:pt x="39338" y="50673"/>
                        <a:pt x="25337" y="50673"/>
                      </a:cubicBezTo>
                      <a:cubicBezTo>
                        <a:pt x="11335" y="50673"/>
                        <a:pt x="0" y="39338"/>
                        <a:pt x="0" y="25337"/>
                      </a:cubicBezTo>
                      <a:cubicBezTo>
                        <a:pt x="0" y="11335"/>
                        <a:pt x="11335" y="0"/>
                        <a:pt x="25337" y="0"/>
                      </a:cubicBezTo>
                      <a:cubicBezTo>
                        <a:pt x="39338" y="0"/>
                        <a:pt x="50673" y="11335"/>
                        <a:pt x="50673" y="2533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84" name="Google Shape;1784;p49"/>
                <p:cNvSpPr/>
                <p:nvPr/>
              </p:nvSpPr>
              <p:spPr>
                <a:xfrm>
                  <a:off x="5263610" y="4249674"/>
                  <a:ext cx="50673" cy="50673"/>
                </a:xfrm>
                <a:custGeom>
                  <a:avLst/>
                  <a:gdLst/>
                  <a:ahLst/>
                  <a:cxnLst/>
                  <a:rect l="l" t="t" r="r" b="b"/>
                  <a:pathLst>
                    <a:path w="50673" h="50673" extrusionOk="0">
                      <a:moveTo>
                        <a:pt x="50673" y="25337"/>
                      </a:moveTo>
                      <a:cubicBezTo>
                        <a:pt x="50673" y="39338"/>
                        <a:pt x="39338" y="50673"/>
                        <a:pt x="25337" y="50673"/>
                      </a:cubicBezTo>
                      <a:cubicBezTo>
                        <a:pt x="11335" y="50673"/>
                        <a:pt x="0" y="39338"/>
                        <a:pt x="0" y="25337"/>
                      </a:cubicBezTo>
                      <a:cubicBezTo>
                        <a:pt x="0" y="11335"/>
                        <a:pt x="11335" y="0"/>
                        <a:pt x="25337" y="0"/>
                      </a:cubicBezTo>
                      <a:cubicBezTo>
                        <a:pt x="39338" y="0"/>
                        <a:pt x="50673" y="11335"/>
                        <a:pt x="50673" y="25337"/>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785" name="Google Shape;1785;p49"/>
            <p:cNvGrpSpPr/>
            <p:nvPr/>
          </p:nvGrpSpPr>
          <p:grpSpPr>
            <a:xfrm>
              <a:off x="3738654" y="3017809"/>
              <a:ext cx="1430798" cy="123051"/>
              <a:chOff x="4360854" y="3971359"/>
              <a:chExt cx="1430798" cy="123051"/>
            </a:xfrm>
          </p:grpSpPr>
          <p:sp>
            <p:nvSpPr>
              <p:cNvPr id="1786" name="Google Shape;1786;p49"/>
              <p:cNvSpPr/>
              <p:nvPr/>
            </p:nvSpPr>
            <p:spPr>
              <a:xfrm>
                <a:off x="4360854" y="3971359"/>
                <a:ext cx="66651" cy="123051"/>
              </a:xfrm>
              <a:custGeom>
                <a:avLst/>
                <a:gdLst/>
                <a:ahLst/>
                <a:cxnLst/>
                <a:rect l="l" t="t" r="r" b="b"/>
                <a:pathLst>
                  <a:path w="66651" h="123051" extrusionOk="0">
                    <a:moveTo>
                      <a:pt x="1500" y="65145"/>
                    </a:moveTo>
                    <a:lnTo>
                      <a:pt x="57888" y="121533"/>
                    </a:lnTo>
                    <a:cubicBezTo>
                      <a:pt x="61127" y="124772"/>
                      <a:pt x="66651" y="122485"/>
                      <a:pt x="66651" y="117914"/>
                    </a:cubicBezTo>
                    <a:lnTo>
                      <a:pt x="66651" y="5138"/>
                    </a:lnTo>
                    <a:cubicBezTo>
                      <a:pt x="66651" y="566"/>
                      <a:pt x="61127" y="-1720"/>
                      <a:pt x="57888" y="1518"/>
                    </a:cubicBezTo>
                    <a:lnTo>
                      <a:pt x="1500" y="57906"/>
                    </a:lnTo>
                    <a:cubicBezTo>
                      <a:pt x="-500" y="59906"/>
                      <a:pt x="-500" y="63145"/>
                      <a:pt x="1500" y="65240"/>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87" name="Google Shape;1787;p49"/>
              <p:cNvSpPr/>
              <p:nvPr/>
            </p:nvSpPr>
            <p:spPr>
              <a:xfrm>
                <a:off x="5725001" y="3971359"/>
                <a:ext cx="66651" cy="123051"/>
              </a:xfrm>
              <a:custGeom>
                <a:avLst/>
                <a:gdLst/>
                <a:ahLst/>
                <a:cxnLst/>
                <a:rect l="l" t="t" r="r" b="b"/>
                <a:pathLst>
                  <a:path w="66651" h="123051" extrusionOk="0">
                    <a:moveTo>
                      <a:pt x="65151" y="65145"/>
                    </a:moveTo>
                    <a:lnTo>
                      <a:pt x="8763" y="121533"/>
                    </a:lnTo>
                    <a:cubicBezTo>
                      <a:pt x="5525" y="124772"/>
                      <a:pt x="0" y="122485"/>
                      <a:pt x="0" y="117914"/>
                    </a:cubicBezTo>
                    <a:lnTo>
                      <a:pt x="0" y="5138"/>
                    </a:lnTo>
                    <a:cubicBezTo>
                      <a:pt x="0" y="566"/>
                      <a:pt x="5525" y="-1720"/>
                      <a:pt x="8763" y="1518"/>
                    </a:cubicBezTo>
                    <a:lnTo>
                      <a:pt x="65151" y="57906"/>
                    </a:lnTo>
                    <a:cubicBezTo>
                      <a:pt x="67151" y="59906"/>
                      <a:pt x="67151" y="63145"/>
                      <a:pt x="65151" y="65240"/>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788" name="Google Shape;1788;p49"/>
          <p:cNvGrpSpPr/>
          <p:nvPr/>
        </p:nvGrpSpPr>
        <p:grpSpPr>
          <a:xfrm>
            <a:off x="2472301" y="3586302"/>
            <a:ext cx="780835" cy="462544"/>
            <a:chOff x="4309776" y="600731"/>
            <a:chExt cx="780835" cy="462544"/>
          </a:xfrm>
        </p:grpSpPr>
        <p:sp>
          <p:nvSpPr>
            <p:cNvPr id="1789" name="Google Shape;1789;p49"/>
            <p:cNvSpPr/>
            <p:nvPr/>
          </p:nvSpPr>
          <p:spPr>
            <a:xfrm>
              <a:off x="4309776" y="730567"/>
              <a:ext cx="631507" cy="332708"/>
            </a:xfrm>
            <a:custGeom>
              <a:avLst/>
              <a:gdLst/>
              <a:ahLst/>
              <a:cxnLst/>
              <a:rect l="l" t="t" r="r" b="b"/>
              <a:pathLst>
                <a:path w="631507" h="332708" extrusionOk="0">
                  <a:moveTo>
                    <a:pt x="631508" y="44577"/>
                  </a:moveTo>
                  <a:lnTo>
                    <a:pt x="631508" y="288131"/>
                  </a:lnTo>
                  <a:cubicBezTo>
                    <a:pt x="631508" y="312706"/>
                    <a:pt x="611505" y="332708"/>
                    <a:pt x="587026" y="332708"/>
                  </a:cubicBezTo>
                  <a:lnTo>
                    <a:pt x="44482" y="332708"/>
                  </a:lnTo>
                  <a:cubicBezTo>
                    <a:pt x="19907" y="332708"/>
                    <a:pt x="0" y="312706"/>
                    <a:pt x="0" y="288131"/>
                  </a:cubicBezTo>
                  <a:lnTo>
                    <a:pt x="0" y="44577"/>
                  </a:lnTo>
                  <a:cubicBezTo>
                    <a:pt x="0" y="20002"/>
                    <a:pt x="19812" y="0"/>
                    <a:pt x="44482" y="0"/>
                  </a:cubicBezTo>
                  <a:lnTo>
                    <a:pt x="587026" y="0"/>
                  </a:lnTo>
                  <a:cubicBezTo>
                    <a:pt x="611505" y="0"/>
                    <a:pt x="631508" y="20002"/>
                    <a:pt x="631508" y="44577"/>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90" name="Google Shape;1790;p49"/>
            <p:cNvSpPr/>
            <p:nvPr/>
          </p:nvSpPr>
          <p:spPr>
            <a:xfrm>
              <a:off x="4834985" y="730567"/>
              <a:ext cx="106394" cy="133731"/>
            </a:xfrm>
            <a:custGeom>
              <a:avLst/>
              <a:gdLst/>
              <a:ahLst/>
              <a:cxnLst/>
              <a:rect l="l" t="t" r="r" b="b"/>
              <a:pathLst>
                <a:path w="106394" h="133731" extrusionOk="0">
                  <a:moveTo>
                    <a:pt x="106299" y="44577"/>
                  </a:moveTo>
                  <a:lnTo>
                    <a:pt x="106299" y="133636"/>
                  </a:lnTo>
                  <a:cubicBezTo>
                    <a:pt x="104870" y="133731"/>
                    <a:pt x="103346" y="133731"/>
                    <a:pt x="101917" y="133731"/>
                  </a:cubicBezTo>
                  <a:cubicBezTo>
                    <a:pt x="45625" y="133731"/>
                    <a:pt x="0" y="88011"/>
                    <a:pt x="0" y="31718"/>
                  </a:cubicBezTo>
                  <a:cubicBezTo>
                    <a:pt x="0" y="20574"/>
                    <a:pt x="1714" y="10001"/>
                    <a:pt x="5048" y="0"/>
                  </a:cubicBezTo>
                  <a:lnTo>
                    <a:pt x="61913" y="0"/>
                  </a:lnTo>
                  <a:cubicBezTo>
                    <a:pt x="86392" y="0"/>
                    <a:pt x="106394" y="20002"/>
                    <a:pt x="106394" y="44577"/>
                  </a:cubicBez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791" name="Google Shape;1791;p49"/>
            <p:cNvGrpSpPr/>
            <p:nvPr/>
          </p:nvGrpSpPr>
          <p:grpSpPr>
            <a:xfrm>
              <a:off x="4801916" y="600731"/>
              <a:ext cx="288695" cy="288695"/>
              <a:chOff x="4801916" y="600731"/>
              <a:chExt cx="288695" cy="288695"/>
            </a:xfrm>
          </p:grpSpPr>
          <p:sp>
            <p:nvSpPr>
              <p:cNvPr id="1792" name="Google Shape;1792;p49"/>
              <p:cNvSpPr/>
              <p:nvPr/>
            </p:nvSpPr>
            <p:spPr>
              <a:xfrm rot="-2700000">
                <a:off x="4844194" y="643009"/>
                <a:ext cx="204138" cy="204138"/>
              </a:xfrm>
              <a:custGeom>
                <a:avLst/>
                <a:gdLst/>
                <a:ahLst/>
                <a:cxnLst/>
                <a:rect l="l" t="t" r="r" b="b"/>
                <a:pathLst>
                  <a:path w="204025" h="204025" extrusionOk="0">
                    <a:moveTo>
                      <a:pt x="204026" y="102013"/>
                    </a:moveTo>
                    <a:cubicBezTo>
                      <a:pt x="204026" y="158353"/>
                      <a:pt x="158353" y="204026"/>
                      <a:pt x="102013" y="204026"/>
                    </a:cubicBezTo>
                    <a:cubicBezTo>
                      <a:pt x="45673" y="204026"/>
                      <a:pt x="0" y="158353"/>
                      <a:pt x="0" y="102013"/>
                    </a:cubicBezTo>
                    <a:cubicBezTo>
                      <a:pt x="0" y="45673"/>
                      <a:pt x="45673" y="0"/>
                      <a:pt x="102013" y="0"/>
                    </a:cubicBezTo>
                    <a:cubicBezTo>
                      <a:pt x="158353" y="0"/>
                      <a:pt x="204026" y="45673"/>
                      <a:pt x="204026" y="102013"/>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93" name="Google Shape;1793;p49"/>
              <p:cNvSpPr/>
              <p:nvPr/>
            </p:nvSpPr>
            <p:spPr>
              <a:xfrm>
                <a:off x="4888801" y="703802"/>
                <a:ext cx="114585" cy="88106"/>
              </a:xfrm>
              <a:custGeom>
                <a:avLst/>
                <a:gdLst/>
                <a:ahLst/>
                <a:cxnLst/>
                <a:rect l="l" t="t" r="r" b="b"/>
                <a:pathLst>
                  <a:path w="114585" h="88106" extrusionOk="0">
                    <a:moveTo>
                      <a:pt x="0" y="61722"/>
                    </a:moveTo>
                    <a:lnTo>
                      <a:pt x="26479" y="88106"/>
                    </a:lnTo>
                    <a:lnTo>
                      <a:pt x="114586" y="0"/>
                    </a:lnTo>
                  </a:path>
                </a:pathLst>
              </a:custGeom>
              <a:noFill/>
              <a:ln w="20550" cap="flat" cmpd="sng">
                <a:solidFill>
                  <a:schemeClr val="l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794" name="Google Shape;1794;p49"/>
            <p:cNvGrpSpPr/>
            <p:nvPr/>
          </p:nvGrpSpPr>
          <p:grpSpPr>
            <a:xfrm>
              <a:off x="4423219" y="820197"/>
              <a:ext cx="400335" cy="153543"/>
              <a:chOff x="4423219" y="820197"/>
              <a:chExt cx="400335" cy="153543"/>
            </a:xfrm>
          </p:grpSpPr>
          <p:grpSp>
            <p:nvGrpSpPr>
              <p:cNvPr id="1795" name="Google Shape;1795;p49"/>
              <p:cNvGrpSpPr/>
              <p:nvPr/>
            </p:nvGrpSpPr>
            <p:grpSpPr>
              <a:xfrm>
                <a:off x="4511040" y="820197"/>
                <a:ext cx="224599" cy="153543"/>
                <a:chOff x="4511040" y="820197"/>
                <a:chExt cx="224599" cy="153543"/>
              </a:xfrm>
            </p:grpSpPr>
            <p:sp>
              <p:nvSpPr>
                <p:cNvPr id="1796" name="Google Shape;1796;p49"/>
                <p:cNvSpPr/>
                <p:nvPr/>
              </p:nvSpPr>
              <p:spPr>
                <a:xfrm>
                  <a:off x="4511040" y="820197"/>
                  <a:ext cx="224599" cy="153543"/>
                </a:xfrm>
                <a:custGeom>
                  <a:avLst/>
                  <a:gdLst/>
                  <a:ahLst/>
                  <a:cxnLst/>
                  <a:rect l="l" t="t" r="r" b="b"/>
                  <a:pathLst>
                    <a:path w="224599" h="153543" extrusionOk="0">
                      <a:moveTo>
                        <a:pt x="208121" y="0"/>
                      </a:moveTo>
                      <a:cubicBezTo>
                        <a:pt x="217222" y="0"/>
                        <a:pt x="224599" y="7378"/>
                        <a:pt x="224599" y="16478"/>
                      </a:cubicBezTo>
                      <a:lnTo>
                        <a:pt x="224599" y="137065"/>
                      </a:lnTo>
                      <a:cubicBezTo>
                        <a:pt x="224599" y="146165"/>
                        <a:pt x="217222" y="153543"/>
                        <a:pt x="208121" y="153543"/>
                      </a:cubicBezTo>
                      <a:lnTo>
                        <a:pt x="16478" y="153543"/>
                      </a:lnTo>
                      <a:cubicBezTo>
                        <a:pt x="7378" y="153543"/>
                        <a:pt x="0" y="146165"/>
                        <a:pt x="0" y="137065"/>
                      </a:cubicBezTo>
                      <a:lnTo>
                        <a:pt x="0" y="16478"/>
                      </a:lnTo>
                      <a:cubicBezTo>
                        <a:pt x="0" y="7378"/>
                        <a:pt x="7378" y="0"/>
                        <a:pt x="16478" y="0"/>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797" name="Google Shape;1797;p49"/>
                <p:cNvGrpSpPr/>
                <p:nvPr/>
              </p:nvGrpSpPr>
              <p:grpSpPr>
                <a:xfrm>
                  <a:off x="4524184" y="832485"/>
                  <a:ext cx="198405" cy="131635"/>
                  <a:chOff x="4524184" y="832485"/>
                  <a:chExt cx="198405" cy="131635"/>
                </a:xfrm>
              </p:grpSpPr>
              <p:sp>
                <p:nvSpPr>
                  <p:cNvPr id="1798" name="Google Shape;1798;p49"/>
                  <p:cNvSpPr/>
                  <p:nvPr/>
                </p:nvSpPr>
                <p:spPr>
                  <a:xfrm>
                    <a:off x="4524184" y="832485"/>
                    <a:ext cx="198405" cy="131635"/>
                  </a:xfrm>
                  <a:custGeom>
                    <a:avLst/>
                    <a:gdLst/>
                    <a:ahLst/>
                    <a:cxnLst/>
                    <a:rect l="l" t="t" r="r" b="b"/>
                    <a:pathLst>
                      <a:path w="198405" h="131635" extrusionOk="0">
                        <a:moveTo>
                          <a:pt x="0" y="131636"/>
                        </a:moveTo>
                        <a:lnTo>
                          <a:pt x="198406" y="0"/>
                        </a:lnTo>
                      </a:path>
                    </a:pathLst>
                  </a:custGeom>
                  <a:noFill/>
                  <a:ln w="9525" cap="rnd"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99" name="Google Shape;1799;p49"/>
                  <p:cNvSpPr/>
                  <p:nvPr/>
                </p:nvSpPr>
                <p:spPr>
                  <a:xfrm>
                    <a:off x="4524184" y="832485"/>
                    <a:ext cx="198405" cy="131635"/>
                  </a:xfrm>
                  <a:custGeom>
                    <a:avLst/>
                    <a:gdLst/>
                    <a:ahLst/>
                    <a:cxnLst/>
                    <a:rect l="l" t="t" r="r" b="b"/>
                    <a:pathLst>
                      <a:path w="198405" h="131635" extrusionOk="0">
                        <a:moveTo>
                          <a:pt x="198406" y="131636"/>
                        </a:moveTo>
                        <a:lnTo>
                          <a:pt x="0" y="0"/>
                        </a:lnTo>
                      </a:path>
                    </a:pathLst>
                  </a:custGeom>
                  <a:noFill/>
                  <a:ln w="9525" cap="rnd"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800" name="Google Shape;1800;p49"/>
              <p:cNvGrpSpPr/>
              <p:nvPr/>
            </p:nvGrpSpPr>
            <p:grpSpPr>
              <a:xfrm>
                <a:off x="4423219" y="867251"/>
                <a:ext cx="400335" cy="52101"/>
                <a:chOff x="4423219" y="867251"/>
                <a:chExt cx="400335" cy="52101"/>
              </a:xfrm>
            </p:grpSpPr>
            <p:sp>
              <p:nvSpPr>
                <p:cNvPr id="1801" name="Google Shape;1801;p49"/>
                <p:cNvSpPr/>
                <p:nvPr/>
              </p:nvSpPr>
              <p:spPr>
                <a:xfrm>
                  <a:off x="4798313" y="867251"/>
                  <a:ext cx="25241" cy="50482"/>
                </a:xfrm>
                <a:custGeom>
                  <a:avLst/>
                  <a:gdLst/>
                  <a:ahLst/>
                  <a:cxnLst/>
                  <a:rect l="l" t="t" r="r" b="b"/>
                  <a:pathLst>
                    <a:path w="25241" h="50482" extrusionOk="0">
                      <a:moveTo>
                        <a:pt x="0" y="0"/>
                      </a:moveTo>
                      <a:lnTo>
                        <a:pt x="25241" y="25241"/>
                      </a:lnTo>
                      <a:lnTo>
                        <a:pt x="0" y="50482"/>
                      </a:lnTo>
                    </a:path>
                  </a:pathLst>
                </a:custGeom>
                <a:solidFill>
                  <a:schemeClr val="lt1"/>
                </a:solidFill>
                <a:ln w="20550" cap="rnd"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2" name="Google Shape;1802;p49"/>
                <p:cNvSpPr/>
                <p:nvPr/>
              </p:nvSpPr>
              <p:spPr>
                <a:xfrm>
                  <a:off x="4423219" y="868965"/>
                  <a:ext cx="25241" cy="50387"/>
                </a:xfrm>
                <a:custGeom>
                  <a:avLst/>
                  <a:gdLst/>
                  <a:ahLst/>
                  <a:cxnLst/>
                  <a:rect l="l" t="t" r="r" b="b"/>
                  <a:pathLst>
                    <a:path w="25241" h="50387" extrusionOk="0">
                      <a:moveTo>
                        <a:pt x="25241" y="50387"/>
                      </a:moveTo>
                      <a:lnTo>
                        <a:pt x="0" y="25146"/>
                      </a:lnTo>
                      <a:lnTo>
                        <a:pt x="25241" y="0"/>
                      </a:lnTo>
                    </a:path>
                  </a:pathLst>
                </a:custGeom>
                <a:solidFill>
                  <a:schemeClr val="lt1"/>
                </a:solidFill>
                <a:ln w="20550" cap="rnd"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grpSp>
        <p:nvGrpSpPr>
          <p:cNvPr id="1803" name="Google Shape;1803;p49"/>
          <p:cNvGrpSpPr/>
          <p:nvPr/>
        </p:nvGrpSpPr>
        <p:grpSpPr>
          <a:xfrm>
            <a:off x="2551842" y="4243025"/>
            <a:ext cx="453104" cy="310991"/>
            <a:chOff x="8968549" y="2613850"/>
            <a:chExt cx="453104" cy="310991"/>
          </a:xfrm>
        </p:grpSpPr>
        <p:sp>
          <p:nvSpPr>
            <p:cNvPr id="1804" name="Google Shape;1804;p49"/>
            <p:cNvSpPr/>
            <p:nvPr/>
          </p:nvSpPr>
          <p:spPr>
            <a:xfrm>
              <a:off x="8976836" y="2622804"/>
              <a:ext cx="444817" cy="302037"/>
            </a:xfrm>
            <a:custGeom>
              <a:avLst/>
              <a:gdLst/>
              <a:ahLst/>
              <a:cxnLst/>
              <a:rect l="l" t="t" r="r" b="b"/>
              <a:pathLst>
                <a:path w="444817" h="302037" extrusionOk="0">
                  <a:moveTo>
                    <a:pt x="423481" y="0"/>
                  </a:moveTo>
                  <a:cubicBezTo>
                    <a:pt x="435265" y="0"/>
                    <a:pt x="444817" y="9552"/>
                    <a:pt x="444817" y="21336"/>
                  </a:cubicBezTo>
                  <a:lnTo>
                    <a:pt x="444817" y="280702"/>
                  </a:lnTo>
                  <a:cubicBezTo>
                    <a:pt x="444817" y="292485"/>
                    <a:pt x="435265" y="302038"/>
                    <a:pt x="423481" y="302038"/>
                  </a:cubicBezTo>
                  <a:lnTo>
                    <a:pt x="21336" y="302038"/>
                  </a:lnTo>
                  <a:cubicBezTo>
                    <a:pt x="9552" y="302038"/>
                    <a:pt x="0" y="292485"/>
                    <a:pt x="0" y="280702"/>
                  </a:cubicBezTo>
                  <a:lnTo>
                    <a:pt x="0" y="21336"/>
                  </a:lnTo>
                  <a:cubicBezTo>
                    <a:pt x="0" y="9552"/>
                    <a:pt x="9552" y="0"/>
                    <a:pt x="21336" y="0"/>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5" name="Google Shape;1805;p49"/>
            <p:cNvSpPr/>
            <p:nvPr/>
          </p:nvSpPr>
          <p:spPr>
            <a:xfrm>
              <a:off x="8968549" y="2613850"/>
              <a:ext cx="444817" cy="302037"/>
            </a:xfrm>
            <a:custGeom>
              <a:avLst/>
              <a:gdLst/>
              <a:ahLst/>
              <a:cxnLst/>
              <a:rect l="l" t="t" r="r" b="b"/>
              <a:pathLst>
                <a:path w="444817" h="302037" extrusionOk="0">
                  <a:moveTo>
                    <a:pt x="423481" y="0"/>
                  </a:moveTo>
                  <a:cubicBezTo>
                    <a:pt x="435265" y="0"/>
                    <a:pt x="444817" y="9552"/>
                    <a:pt x="444817" y="21336"/>
                  </a:cubicBezTo>
                  <a:lnTo>
                    <a:pt x="444817" y="280702"/>
                  </a:lnTo>
                  <a:cubicBezTo>
                    <a:pt x="444817" y="292485"/>
                    <a:pt x="435265" y="302038"/>
                    <a:pt x="423481" y="302038"/>
                  </a:cubicBezTo>
                  <a:lnTo>
                    <a:pt x="21336" y="302038"/>
                  </a:lnTo>
                  <a:cubicBezTo>
                    <a:pt x="9552" y="302038"/>
                    <a:pt x="0" y="292485"/>
                    <a:pt x="0" y="280702"/>
                  </a:cubicBezTo>
                  <a:lnTo>
                    <a:pt x="0" y="21336"/>
                  </a:lnTo>
                  <a:cubicBezTo>
                    <a:pt x="0" y="9552"/>
                    <a:pt x="9552" y="0"/>
                    <a:pt x="21336" y="0"/>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6" name="Google Shape;1806;p49"/>
            <p:cNvSpPr/>
            <p:nvPr/>
          </p:nvSpPr>
          <p:spPr>
            <a:xfrm>
              <a:off x="9048940" y="2682525"/>
              <a:ext cx="101441" cy="185546"/>
            </a:xfrm>
            <a:custGeom>
              <a:avLst/>
              <a:gdLst/>
              <a:ahLst/>
              <a:cxnLst/>
              <a:rect l="l" t="t" r="r" b="b"/>
              <a:pathLst>
                <a:path w="101441" h="185546" extrusionOk="0">
                  <a:moveTo>
                    <a:pt x="88678" y="0"/>
                  </a:moveTo>
                  <a:cubicBezTo>
                    <a:pt x="95727" y="0"/>
                    <a:pt x="101442" y="5715"/>
                    <a:pt x="101442" y="12764"/>
                  </a:cubicBezTo>
                  <a:lnTo>
                    <a:pt x="101442" y="172784"/>
                  </a:lnTo>
                  <a:cubicBezTo>
                    <a:pt x="101442" y="179833"/>
                    <a:pt x="95727" y="185547"/>
                    <a:pt x="88678" y="185547"/>
                  </a:cubicBezTo>
                  <a:lnTo>
                    <a:pt x="12764" y="185547"/>
                  </a:lnTo>
                  <a:cubicBezTo>
                    <a:pt x="5715" y="185547"/>
                    <a:pt x="0" y="179833"/>
                    <a:pt x="0" y="172784"/>
                  </a:cubicBezTo>
                  <a:lnTo>
                    <a:pt x="0" y="12764"/>
                  </a:lnTo>
                  <a:cubicBezTo>
                    <a:pt x="0" y="5714"/>
                    <a:pt x="5714" y="0"/>
                    <a:pt x="12764" y="0"/>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807" name="Google Shape;1807;p49"/>
            <p:cNvGrpSpPr/>
            <p:nvPr/>
          </p:nvGrpSpPr>
          <p:grpSpPr>
            <a:xfrm>
              <a:off x="9195244" y="2694622"/>
              <a:ext cx="127158" cy="157924"/>
              <a:chOff x="9195244" y="2694622"/>
              <a:chExt cx="127158" cy="157924"/>
            </a:xfrm>
          </p:grpSpPr>
          <p:sp>
            <p:nvSpPr>
              <p:cNvPr id="1808" name="Google Shape;1808;p49"/>
              <p:cNvSpPr/>
              <p:nvPr/>
            </p:nvSpPr>
            <p:spPr>
              <a:xfrm>
                <a:off x="9195244" y="2694622"/>
                <a:ext cx="127158" cy="18764"/>
              </a:xfrm>
              <a:custGeom>
                <a:avLst/>
                <a:gdLst/>
                <a:ahLst/>
                <a:cxnLst/>
                <a:rect l="l" t="t" r="r" b="b"/>
                <a:pathLst>
                  <a:path w="127158" h="18764" extrusionOk="0">
                    <a:moveTo>
                      <a:pt x="0" y="0"/>
                    </a:moveTo>
                    <a:lnTo>
                      <a:pt x="127159" y="0"/>
                    </a:lnTo>
                    <a:lnTo>
                      <a:pt x="127159" y="18764"/>
                    </a:lnTo>
                    <a:lnTo>
                      <a:pt x="0" y="1876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9" name="Google Shape;1809;p49"/>
              <p:cNvSpPr/>
              <p:nvPr/>
            </p:nvSpPr>
            <p:spPr>
              <a:xfrm>
                <a:off x="9195244" y="2741009"/>
                <a:ext cx="127158" cy="18764"/>
              </a:xfrm>
              <a:custGeom>
                <a:avLst/>
                <a:gdLst/>
                <a:ahLst/>
                <a:cxnLst/>
                <a:rect l="l" t="t" r="r" b="b"/>
                <a:pathLst>
                  <a:path w="127158" h="18764" extrusionOk="0">
                    <a:moveTo>
                      <a:pt x="0" y="0"/>
                    </a:moveTo>
                    <a:lnTo>
                      <a:pt x="127159" y="0"/>
                    </a:lnTo>
                    <a:lnTo>
                      <a:pt x="127159" y="18764"/>
                    </a:lnTo>
                    <a:lnTo>
                      <a:pt x="0" y="1876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0" name="Google Shape;1810;p49"/>
              <p:cNvSpPr/>
              <p:nvPr/>
            </p:nvSpPr>
            <p:spPr>
              <a:xfrm>
                <a:off x="9195244" y="2787396"/>
                <a:ext cx="127158" cy="18764"/>
              </a:xfrm>
              <a:custGeom>
                <a:avLst/>
                <a:gdLst/>
                <a:ahLst/>
                <a:cxnLst/>
                <a:rect l="l" t="t" r="r" b="b"/>
                <a:pathLst>
                  <a:path w="127158" h="18764" extrusionOk="0">
                    <a:moveTo>
                      <a:pt x="0" y="0"/>
                    </a:moveTo>
                    <a:lnTo>
                      <a:pt x="127159" y="0"/>
                    </a:lnTo>
                    <a:lnTo>
                      <a:pt x="127159" y="18764"/>
                    </a:lnTo>
                    <a:lnTo>
                      <a:pt x="0" y="1876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1" name="Google Shape;1811;p49"/>
              <p:cNvSpPr/>
              <p:nvPr/>
            </p:nvSpPr>
            <p:spPr>
              <a:xfrm>
                <a:off x="9195244" y="2833782"/>
                <a:ext cx="127158" cy="18764"/>
              </a:xfrm>
              <a:custGeom>
                <a:avLst/>
                <a:gdLst/>
                <a:ahLst/>
                <a:cxnLst/>
                <a:rect l="l" t="t" r="r" b="b"/>
                <a:pathLst>
                  <a:path w="127158" h="18764" extrusionOk="0">
                    <a:moveTo>
                      <a:pt x="0" y="0"/>
                    </a:moveTo>
                    <a:lnTo>
                      <a:pt x="127159" y="0"/>
                    </a:lnTo>
                    <a:lnTo>
                      <a:pt x="127159" y="18764"/>
                    </a:lnTo>
                    <a:lnTo>
                      <a:pt x="0" y="18764"/>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812" name="Google Shape;1812;p49"/>
          <p:cNvGrpSpPr/>
          <p:nvPr/>
        </p:nvGrpSpPr>
        <p:grpSpPr>
          <a:xfrm>
            <a:off x="2506524" y="2957880"/>
            <a:ext cx="712374" cy="434244"/>
            <a:chOff x="2771775" y="636555"/>
            <a:chExt cx="712374" cy="434244"/>
          </a:xfrm>
        </p:grpSpPr>
        <p:sp>
          <p:nvSpPr>
            <p:cNvPr id="1813" name="Google Shape;1813;p49"/>
            <p:cNvSpPr/>
            <p:nvPr/>
          </p:nvSpPr>
          <p:spPr>
            <a:xfrm>
              <a:off x="2771775" y="646842"/>
              <a:ext cx="712374" cy="423957"/>
            </a:xfrm>
            <a:custGeom>
              <a:avLst/>
              <a:gdLst/>
              <a:ahLst/>
              <a:cxnLst/>
              <a:rect l="l" t="t" r="r" b="b"/>
              <a:pathLst>
                <a:path w="712374" h="423957" extrusionOk="0">
                  <a:moveTo>
                    <a:pt x="661797" y="0"/>
                  </a:moveTo>
                  <a:cubicBezTo>
                    <a:pt x="689730" y="0"/>
                    <a:pt x="712375" y="22644"/>
                    <a:pt x="712375" y="50578"/>
                  </a:cubicBezTo>
                  <a:lnTo>
                    <a:pt x="712375" y="373380"/>
                  </a:lnTo>
                  <a:cubicBezTo>
                    <a:pt x="712375" y="401313"/>
                    <a:pt x="689730" y="423958"/>
                    <a:pt x="661797" y="423958"/>
                  </a:cubicBezTo>
                  <a:lnTo>
                    <a:pt x="50578" y="423958"/>
                  </a:lnTo>
                  <a:cubicBezTo>
                    <a:pt x="22644" y="423958"/>
                    <a:pt x="0" y="401313"/>
                    <a:pt x="0" y="373380"/>
                  </a:cubicBezTo>
                  <a:lnTo>
                    <a:pt x="0" y="50578"/>
                  </a:lnTo>
                  <a:cubicBezTo>
                    <a:pt x="0" y="22644"/>
                    <a:pt x="22644" y="0"/>
                    <a:pt x="50578" y="0"/>
                  </a:cubicBezTo>
                  <a:close/>
                </a:path>
              </a:pathLst>
            </a:custGeom>
            <a:solidFill>
              <a:srgbClr val="E6EAF0"/>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4" name="Google Shape;1814;p49"/>
            <p:cNvSpPr/>
            <p:nvPr/>
          </p:nvSpPr>
          <p:spPr>
            <a:xfrm>
              <a:off x="2771775" y="636555"/>
              <a:ext cx="712374" cy="423957"/>
            </a:xfrm>
            <a:custGeom>
              <a:avLst/>
              <a:gdLst/>
              <a:ahLst/>
              <a:cxnLst/>
              <a:rect l="l" t="t" r="r" b="b"/>
              <a:pathLst>
                <a:path w="712374" h="423957" extrusionOk="0">
                  <a:moveTo>
                    <a:pt x="661797" y="0"/>
                  </a:moveTo>
                  <a:cubicBezTo>
                    <a:pt x="689730" y="0"/>
                    <a:pt x="712375" y="22644"/>
                    <a:pt x="712375" y="50578"/>
                  </a:cubicBezTo>
                  <a:lnTo>
                    <a:pt x="712375" y="373380"/>
                  </a:lnTo>
                  <a:cubicBezTo>
                    <a:pt x="712375" y="401313"/>
                    <a:pt x="689730" y="423958"/>
                    <a:pt x="661797" y="423958"/>
                  </a:cubicBezTo>
                  <a:lnTo>
                    <a:pt x="50578" y="423958"/>
                  </a:lnTo>
                  <a:cubicBezTo>
                    <a:pt x="22644" y="423958"/>
                    <a:pt x="0" y="401313"/>
                    <a:pt x="0" y="373380"/>
                  </a:cubicBezTo>
                  <a:lnTo>
                    <a:pt x="0" y="50578"/>
                  </a:lnTo>
                  <a:cubicBezTo>
                    <a:pt x="0" y="22644"/>
                    <a:pt x="22644" y="0"/>
                    <a:pt x="50578" y="0"/>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815" name="Google Shape;1815;p49"/>
            <p:cNvGrpSpPr/>
            <p:nvPr/>
          </p:nvGrpSpPr>
          <p:grpSpPr>
            <a:xfrm>
              <a:off x="2853880" y="721233"/>
              <a:ext cx="548163" cy="254697"/>
              <a:chOff x="2853880" y="721233"/>
              <a:chExt cx="548163" cy="254697"/>
            </a:xfrm>
          </p:grpSpPr>
          <p:grpSp>
            <p:nvGrpSpPr>
              <p:cNvPr id="1816" name="Google Shape;1816;p49"/>
              <p:cNvGrpSpPr/>
              <p:nvPr/>
            </p:nvGrpSpPr>
            <p:grpSpPr>
              <a:xfrm>
                <a:off x="2853880" y="721233"/>
                <a:ext cx="102108" cy="254697"/>
                <a:chOff x="2853880" y="721233"/>
                <a:chExt cx="102108" cy="254697"/>
              </a:xfrm>
            </p:grpSpPr>
            <p:sp>
              <p:nvSpPr>
                <p:cNvPr id="1817" name="Google Shape;1817;p49"/>
                <p:cNvSpPr/>
                <p:nvPr/>
              </p:nvSpPr>
              <p:spPr>
                <a:xfrm>
                  <a:off x="2853880" y="730281"/>
                  <a:ext cx="102108" cy="245649"/>
                </a:xfrm>
                <a:custGeom>
                  <a:avLst/>
                  <a:gdLst/>
                  <a:ahLst/>
                  <a:cxnLst/>
                  <a:rect l="l" t="t" r="r" b="b"/>
                  <a:pathLst>
                    <a:path w="102108" h="245649" extrusionOk="0">
                      <a:moveTo>
                        <a:pt x="88583" y="0"/>
                      </a:moveTo>
                      <a:cubicBezTo>
                        <a:pt x="96052" y="0"/>
                        <a:pt x="102108" y="6056"/>
                        <a:pt x="102108" y="13526"/>
                      </a:cubicBezTo>
                      <a:lnTo>
                        <a:pt x="102108" y="232124"/>
                      </a:lnTo>
                      <a:cubicBezTo>
                        <a:pt x="102108" y="239594"/>
                        <a:pt x="96052" y="245650"/>
                        <a:pt x="88583" y="245650"/>
                      </a:cubicBezTo>
                      <a:lnTo>
                        <a:pt x="13526" y="245650"/>
                      </a:lnTo>
                      <a:cubicBezTo>
                        <a:pt x="6056" y="245650"/>
                        <a:pt x="0" y="239594"/>
                        <a:pt x="0" y="232124"/>
                      </a:cubicBezTo>
                      <a:lnTo>
                        <a:pt x="0" y="13526"/>
                      </a:lnTo>
                      <a:cubicBezTo>
                        <a:pt x="0" y="6056"/>
                        <a:pt x="6056" y="0"/>
                        <a:pt x="13526" y="0"/>
                      </a:cubicBezTo>
                      <a:close/>
                    </a:path>
                  </a:pathLst>
                </a:custGeom>
                <a:solidFill>
                  <a:srgbClr val="D2D6D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8" name="Google Shape;1818;p49"/>
                <p:cNvSpPr/>
                <p:nvPr/>
              </p:nvSpPr>
              <p:spPr>
                <a:xfrm>
                  <a:off x="2853880" y="721233"/>
                  <a:ext cx="102108" cy="245649"/>
                </a:xfrm>
                <a:custGeom>
                  <a:avLst/>
                  <a:gdLst/>
                  <a:ahLst/>
                  <a:cxnLst/>
                  <a:rect l="l" t="t" r="r" b="b"/>
                  <a:pathLst>
                    <a:path w="102108" h="245649" extrusionOk="0">
                      <a:moveTo>
                        <a:pt x="88583" y="0"/>
                      </a:moveTo>
                      <a:cubicBezTo>
                        <a:pt x="96052" y="0"/>
                        <a:pt x="102108" y="6056"/>
                        <a:pt x="102108" y="13525"/>
                      </a:cubicBezTo>
                      <a:lnTo>
                        <a:pt x="102108" y="232124"/>
                      </a:lnTo>
                      <a:cubicBezTo>
                        <a:pt x="102108" y="239594"/>
                        <a:pt x="96052" y="245650"/>
                        <a:pt x="88583" y="245650"/>
                      </a:cubicBezTo>
                      <a:lnTo>
                        <a:pt x="13526" y="245650"/>
                      </a:lnTo>
                      <a:cubicBezTo>
                        <a:pt x="6056" y="245650"/>
                        <a:pt x="0" y="239594"/>
                        <a:pt x="0" y="232124"/>
                      </a:cubicBezTo>
                      <a:lnTo>
                        <a:pt x="0" y="13525"/>
                      </a:lnTo>
                      <a:cubicBezTo>
                        <a:pt x="0" y="6056"/>
                        <a:pt x="6056" y="0"/>
                        <a:pt x="13526" y="0"/>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9" name="Google Shape;1819;p49"/>
                <p:cNvSpPr/>
                <p:nvPr/>
              </p:nvSpPr>
              <p:spPr>
                <a:xfrm>
                  <a:off x="2864358" y="734853"/>
                  <a:ext cx="81248" cy="188309"/>
                </a:xfrm>
                <a:custGeom>
                  <a:avLst/>
                  <a:gdLst/>
                  <a:ahLst/>
                  <a:cxnLst/>
                  <a:rect l="l" t="t" r="r" b="b"/>
                  <a:pathLst>
                    <a:path w="81248" h="188309" extrusionOk="0">
                      <a:moveTo>
                        <a:pt x="0" y="0"/>
                      </a:moveTo>
                      <a:lnTo>
                        <a:pt x="81248" y="0"/>
                      </a:lnTo>
                      <a:lnTo>
                        <a:pt x="81248" y="188309"/>
                      </a:lnTo>
                      <a:lnTo>
                        <a:pt x="0" y="188309"/>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820" name="Google Shape;1820;p49"/>
              <p:cNvGrpSpPr/>
              <p:nvPr/>
            </p:nvGrpSpPr>
            <p:grpSpPr>
              <a:xfrm>
                <a:off x="3002565" y="721233"/>
                <a:ext cx="102108" cy="254697"/>
                <a:chOff x="3002565" y="721233"/>
                <a:chExt cx="102108" cy="254697"/>
              </a:xfrm>
            </p:grpSpPr>
            <p:sp>
              <p:nvSpPr>
                <p:cNvPr id="1821" name="Google Shape;1821;p49"/>
                <p:cNvSpPr/>
                <p:nvPr/>
              </p:nvSpPr>
              <p:spPr>
                <a:xfrm>
                  <a:off x="3002565" y="730281"/>
                  <a:ext cx="102108" cy="245649"/>
                </a:xfrm>
                <a:custGeom>
                  <a:avLst/>
                  <a:gdLst/>
                  <a:ahLst/>
                  <a:cxnLst/>
                  <a:rect l="l" t="t" r="r" b="b"/>
                  <a:pathLst>
                    <a:path w="102108" h="245649" extrusionOk="0">
                      <a:moveTo>
                        <a:pt x="88582" y="0"/>
                      </a:moveTo>
                      <a:cubicBezTo>
                        <a:pt x="96052" y="0"/>
                        <a:pt x="102108" y="6056"/>
                        <a:pt x="102108" y="13526"/>
                      </a:cubicBezTo>
                      <a:lnTo>
                        <a:pt x="102108" y="232124"/>
                      </a:lnTo>
                      <a:cubicBezTo>
                        <a:pt x="102108" y="239594"/>
                        <a:pt x="96052" y="245650"/>
                        <a:pt x="88582" y="245650"/>
                      </a:cubicBezTo>
                      <a:lnTo>
                        <a:pt x="13525" y="245650"/>
                      </a:lnTo>
                      <a:cubicBezTo>
                        <a:pt x="6056" y="245650"/>
                        <a:pt x="0" y="239594"/>
                        <a:pt x="0" y="232124"/>
                      </a:cubicBezTo>
                      <a:lnTo>
                        <a:pt x="0" y="13526"/>
                      </a:lnTo>
                      <a:cubicBezTo>
                        <a:pt x="0" y="6056"/>
                        <a:pt x="6056" y="0"/>
                        <a:pt x="13525" y="0"/>
                      </a:cubicBezTo>
                      <a:close/>
                    </a:path>
                  </a:pathLst>
                </a:custGeom>
                <a:solidFill>
                  <a:srgbClr val="D2D6D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2" name="Google Shape;1822;p49"/>
                <p:cNvSpPr/>
                <p:nvPr/>
              </p:nvSpPr>
              <p:spPr>
                <a:xfrm>
                  <a:off x="3002565" y="721233"/>
                  <a:ext cx="102108" cy="245649"/>
                </a:xfrm>
                <a:custGeom>
                  <a:avLst/>
                  <a:gdLst/>
                  <a:ahLst/>
                  <a:cxnLst/>
                  <a:rect l="l" t="t" r="r" b="b"/>
                  <a:pathLst>
                    <a:path w="102108" h="245649" extrusionOk="0">
                      <a:moveTo>
                        <a:pt x="88582" y="0"/>
                      </a:moveTo>
                      <a:cubicBezTo>
                        <a:pt x="96052" y="0"/>
                        <a:pt x="102108" y="6056"/>
                        <a:pt x="102108" y="13525"/>
                      </a:cubicBezTo>
                      <a:lnTo>
                        <a:pt x="102108" y="232124"/>
                      </a:lnTo>
                      <a:cubicBezTo>
                        <a:pt x="102108" y="239594"/>
                        <a:pt x="96052" y="245650"/>
                        <a:pt x="88582" y="245650"/>
                      </a:cubicBezTo>
                      <a:lnTo>
                        <a:pt x="13525" y="245650"/>
                      </a:lnTo>
                      <a:cubicBezTo>
                        <a:pt x="6056" y="245650"/>
                        <a:pt x="0" y="239594"/>
                        <a:pt x="0" y="232124"/>
                      </a:cubicBezTo>
                      <a:lnTo>
                        <a:pt x="0" y="13525"/>
                      </a:lnTo>
                      <a:cubicBezTo>
                        <a:pt x="0" y="6056"/>
                        <a:pt x="6056" y="0"/>
                        <a:pt x="13525" y="0"/>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3" name="Google Shape;1823;p49"/>
                <p:cNvSpPr/>
                <p:nvPr/>
              </p:nvSpPr>
              <p:spPr>
                <a:xfrm>
                  <a:off x="3013043" y="734853"/>
                  <a:ext cx="81248" cy="188309"/>
                </a:xfrm>
                <a:custGeom>
                  <a:avLst/>
                  <a:gdLst/>
                  <a:ahLst/>
                  <a:cxnLst/>
                  <a:rect l="l" t="t" r="r" b="b"/>
                  <a:pathLst>
                    <a:path w="81248" h="188309" extrusionOk="0">
                      <a:moveTo>
                        <a:pt x="0" y="0"/>
                      </a:moveTo>
                      <a:lnTo>
                        <a:pt x="81248" y="0"/>
                      </a:lnTo>
                      <a:lnTo>
                        <a:pt x="81248" y="188309"/>
                      </a:lnTo>
                      <a:lnTo>
                        <a:pt x="0" y="188309"/>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824" name="Google Shape;1824;p49"/>
              <p:cNvGrpSpPr/>
              <p:nvPr/>
            </p:nvGrpSpPr>
            <p:grpSpPr>
              <a:xfrm>
                <a:off x="3151251" y="721233"/>
                <a:ext cx="102107" cy="254697"/>
                <a:chOff x="3151251" y="721233"/>
                <a:chExt cx="102107" cy="254697"/>
              </a:xfrm>
            </p:grpSpPr>
            <p:sp>
              <p:nvSpPr>
                <p:cNvPr id="1825" name="Google Shape;1825;p49"/>
                <p:cNvSpPr/>
                <p:nvPr/>
              </p:nvSpPr>
              <p:spPr>
                <a:xfrm>
                  <a:off x="3151251" y="730281"/>
                  <a:ext cx="102107" cy="245649"/>
                </a:xfrm>
                <a:custGeom>
                  <a:avLst/>
                  <a:gdLst/>
                  <a:ahLst/>
                  <a:cxnLst/>
                  <a:rect l="l" t="t" r="r" b="b"/>
                  <a:pathLst>
                    <a:path w="102107" h="245649" extrusionOk="0">
                      <a:moveTo>
                        <a:pt x="88582" y="0"/>
                      </a:moveTo>
                      <a:cubicBezTo>
                        <a:pt x="96052" y="0"/>
                        <a:pt x="102108" y="6056"/>
                        <a:pt x="102108" y="13526"/>
                      </a:cubicBezTo>
                      <a:lnTo>
                        <a:pt x="102108" y="232124"/>
                      </a:lnTo>
                      <a:cubicBezTo>
                        <a:pt x="102108" y="239594"/>
                        <a:pt x="96052" y="245650"/>
                        <a:pt x="88582" y="245650"/>
                      </a:cubicBezTo>
                      <a:lnTo>
                        <a:pt x="13525" y="245650"/>
                      </a:lnTo>
                      <a:cubicBezTo>
                        <a:pt x="6056" y="245650"/>
                        <a:pt x="0" y="239594"/>
                        <a:pt x="0" y="232124"/>
                      </a:cubicBezTo>
                      <a:lnTo>
                        <a:pt x="0" y="13526"/>
                      </a:lnTo>
                      <a:cubicBezTo>
                        <a:pt x="0" y="6056"/>
                        <a:pt x="6056" y="0"/>
                        <a:pt x="13525" y="0"/>
                      </a:cubicBezTo>
                      <a:close/>
                    </a:path>
                  </a:pathLst>
                </a:custGeom>
                <a:solidFill>
                  <a:srgbClr val="D2D6D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6" name="Google Shape;1826;p49"/>
                <p:cNvSpPr/>
                <p:nvPr/>
              </p:nvSpPr>
              <p:spPr>
                <a:xfrm>
                  <a:off x="3151251" y="721233"/>
                  <a:ext cx="102107" cy="245649"/>
                </a:xfrm>
                <a:custGeom>
                  <a:avLst/>
                  <a:gdLst/>
                  <a:ahLst/>
                  <a:cxnLst/>
                  <a:rect l="l" t="t" r="r" b="b"/>
                  <a:pathLst>
                    <a:path w="102107" h="245649" extrusionOk="0">
                      <a:moveTo>
                        <a:pt x="88582" y="0"/>
                      </a:moveTo>
                      <a:cubicBezTo>
                        <a:pt x="96052" y="0"/>
                        <a:pt x="102108" y="6056"/>
                        <a:pt x="102108" y="13525"/>
                      </a:cubicBezTo>
                      <a:lnTo>
                        <a:pt x="102108" y="232124"/>
                      </a:lnTo>
                      <a:cubicBezTo>
                        <a:pt x="102108" y="239594"/>
                        <a:pt x="96052" y="245650"/>
                        <a:pt x="88582" y="245650"/>
                      </a:cubicBezTo>
                      <a:lnTo>
                        <a:pt x="13525" y="245650"/>
                      </a:lnTo>
                      <a:cubicBezTo>
                        <a:pt x="6056" y="245650"/>
                        <a:pt x="0" y="239594"/>
                        <a:pt x="0" y="232124"/>
                      </a:cubicBezTo>
                      <a:lnTo>
                        <a:pt x="0" y="13525"/>
                      </a:lnTo>
                      <a:cubicBezTo>
                        <a:pt x="0" y="6056"/>
                        <a:pt x="6056" y="0"/>
                        <a:pt x="13525" y="0"/>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7" name="Google Shape;1827;p49"/>
                <p:cNvSpPr/>
                <p:nvPr/>
              </p:nvSpPr>
              <p:spPr>
                <a:xfrm>
                  <a:off x="3161728" y="734853"/>
                  <a:ext cx="81248" cy="188309"/>
                </a:xfrm>
                <a:custGeom>
                  <a:avLst/>
                  <a:gdLst/>
                  <a:ahLst/>
                  <a:cxnLst/>
                  <a:rect l="l" t="t" r="r" b="b"/>
                  <a:pathLst>
                    <a:path w="81248" h="188309" extrusionOk="0">
                      <a:moveTo>
                        <a:pt x="0" y="0"/>
                      </a:moveTo>
                      <a:lnTo>
                        <a:pt x="81248" y="0"/>
                      </a:lnTo>
                      <a:lnTo>
                        <a:pt x="81248" y="188309"/>
                      </a:lnTo>
                      <a:lnTo>
                        <a:pt x="0" y="188309"/>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828" name="Google Shape;1828;p49"/>
              <p:cNvGrpSpPr/>
              <p:nvPr/>
            </p:nvGrpSpPr>
            <p:grpSpPr>
              <a:xfrm>
                <a:off x="3299936" y="721233"/>
                <a:ext cx="102107" cy="254697"/>
                <a:chOff x="3299936" y="721233"/>
                <a:chExt cx="102107" cy="254697"/>
              </a:xfrm>
            </p:grpSpPr>
            <p:sp>
              <p:nvSpPr>
                <p:cNvPr id="1829" name="Google Shape;1829;p49"/>
                <p:cNvSpPr/>
                <p:nvPr/>
              </p:nvSpPr>
              <p:spPr>
                <a:xfrm>
                  <a:off x="3299936" y="730281"/>
                  <a:ext cx="102107" cy="245649"/>
                </a:xfrm>
                <a:custGeom>
                  <a:avLst/>
                  <a:gdLst/>
                  <a:ahLst/>
                  <a:cxnLst/>
                  <a:rect l="l" t="t" r="r" b="b"/>
                  <a:pathLst>
                    <a:path w="102107" h="245649" extrusionOk="0">
                      <a:moveTo>
                        <a:pt x="88583" y="0"/>
                      </a:moveTo>
                      <a:cubicBezTo>
                        <a:pt x="96052" y="0"/>
                        <a:pt x="102108" y="6056"/>
                        <a:pt x="102108" y="13526"/>
                      </a:cubicBezTo>
                      <a:lnTo>
                        <a:pt x="102108" y="232124"/>
                      </a:lnTo>
                      <a:cubicBezTo>
                        <a:pt x="102108" y="239594"/>
                        <a:pt x="96052" y="245650"/>
                        <a:pt x="88583" y="245650"/>
                      </a:cubicBezTo>
                      <a:lnTo>
                        <a:pt x="13525" y="245650"/>
                      </a:lnTo>
                      <a:cubicBezTo>
                        <a:pt x="6056" y="245650"/>
                        <a:pt x="0" y="239594"/>
                        <a:pt x="0" y="232124"/>
                      </a:cubicBezTo>
                      <a:lnTo>
                        <a:pt x="0" y="13526"/>
                      </a:lnTo>
                      <a:cubicBezTo>
                        <a:pt x="0" y="6056"/>
                        <a:pt x="6056" y="0"/>
                        <a:pt x="13525" y="0"/>
                      </a:cubicBezTo>
                      <a:close/>
                    </a:path>
                  </a:pathLst>
                </a:custGeom>
                <a:solidFill>
                  <a:srgbClr val="D2D6DB"/>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0" name="Google Shape;1830;p49"/>
                <p:cNvSpPr/>
                <p:nvPr/>
              </p:nvSpPr>
              <p:spPr>
                <a:xfrm>
                  <a:off x="3299936" y="721233"/>
                  <a:ext cx="102107" cy="245649"/>
                </a:xfrm>
                <a:custGeom>
                  <a:avLst/>
                  <a:gdLst/>
                  <a:ahLst/>
                  <a:cxnLst/>
                  <a:rect l="l" t="t" r="r" b="b"/>
                  <a:pathLst>
                    <a:path w="102107" h="245649" extrusionOk="0">
                      <a:moveTo>
                        <a:pt x="88583" y="0"/>
                      </a:moveTo>
                      <a:cubicBezTo>
                        <a:pt x="96052" y="0"/>
                        <a:pt x="102108" y="6056"/>
                        <a:pt x="102108" y="13525"/>
                      </a:cubicBezTo>
                      <a:lnTo>
                        <a:pt x="102108" y="232124"/>
                      </a:lnTo>
                      <a:cubicBezTo>
                        <a:pt x="102108" y="239594"/>
                        <a:pt x="96052" y="245650"/>
                        <a:pt x="88583" y="245650"/>
                      </a:cubicBezTo>
                      <a:lnTo>
                        <a:pt x="13525" y="245650"/>
                      </a:lnTo>
                      <a:cubicBezTo>
                        <a:pt x="6056" y="245650"/>
                        <a:pt x="0" y="239594"/>
                        <a:pt x="0" y="232124"/>
                      </a:cubicBezTo>
                      <a:lnTo>
                        <a:pt x="0" y="13525"/>
                      </a:lnTo>
                      <a:cubicBezTo>
                        <a:pt x="0" y="6056"/>
                        <a:pt x="6056" y="0"/>
                        <a:pt x="13525" y="0"/>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1" name="Google Shape;1831;p49"/>
                <p:cNvSpPr/>
                <p:nvPr/>
              </p:nvSpPr>
              <p:spPr>
                <a:xfrm>
                  <a:off x="3310413" y="734853"/>
                  <a:ext cx="81248" cy="188309"/>
                </a:xfrm>
                <a:custGeom>
                  <a:avLst/>
                  <a:gdLst/>
                  <a:ahLst/>
                  <a:cxnLst/>
                  <a:rect l="l" t="t" r="r" b="b"/>
                  <a:pathLst>
                    <a:path w="81248" h="188309" extrusionOk="0">
                      <a:moveTo>
                        <a:pt x="0" y="0"/>
                      </a:moveTo>
                      <a:lnTo>
                        <a:pt x="81248" y="0"/>
                      </a:lnTo>
                      <a:lnTo>
                        <a:pt x="81248" y="188309"/>
                      </a:lnTo>
                      <a:lnTo>
                        <a:pt x="0" y="188309"/>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grpSp>
        <p:nvGrpSpPr>
          <p:cNvPr id="1832" name="Google Shape;1832;p49"/>
          <p:cNvGrpSpPr/>
          <p:nvPr/>
        </p:nvGrpSpPr>
        <p:grpSpPr>
          <a:xfrm>
            <a:off x="3879041" y="2957880"/>
            <a:ext cx="1216247" cy="206692"/>
            <a:chOff x="5758338" y="1286732"/>
            <a:chExt cx="1216247" cy="206692"/>
          </a:xfrm>
        </p:grpSpPr>
        <p:grpSp>
          <p:nvGrpSpPr>
            <p:cNvPr id="1833" name="Google Shape;1833;p49"/>
            <p:cNvGrpSpPr/>
            <p:nvPr/>
          </p:nvGrpSpPr>
          <p:grpSpPr>
            <a:xfrm>
              <a:off x="5758338" y="1286732"/>
              <a:ext cx="1216247" cy="206692"/>
              <a:chOff x="5758338" y="1286732"/>
              <a:chExt cx="1216247" cy="206692"/>
            </a:xfrm>
          </p:grpSpPr>
          <p:grpSp>
            <p:nvGrpSpPr>
              <p:cNvPr id="1834" name="Google Shape;1834;p49"/>
              <p:cNvGrpSpPr/>
              <p:nvPr/>
            </p:nvGrpSpPr>
            <p:grpSpPr>
              <a:xfrm>
                <a:off x="5758338" y="1286732"/>
                <a:ext cx="1216247" cy="206692"/>
                <a:chOff x="5758338" y="1286732"/>
                <a:chExt cx="1216247" cy="206692"/>
              </a:xfrm>
            </p:grpSpPr>
            <p:sp>
              <p:nvSpPr>
                <p:cNvPr id="1835" name="Google Shape;1835;p49"/>
                <p:cNvSpPr/>
                <p:nvPr/>
              </p:nvSpPr>
              <p:spPr>
                <a:xfrm>
                  <a:off x="5758338" y="1286732"/>
                  <a:ext cx="1216247" cy="206692"/>
                </a:xfrm>
                <a:custGeom>
                  <a:avLst/>
                  <a:gdLst/>
                  <a:ahLst/>
                  <a:cxnLst/>
                  <a:rect l="l" t="t" r="r" b="b"/>
                  <a:pathLst>
                    <a:path w="1216247" h="206692" extrusionOk="0">
                      <a:moveTo>
                        <a:pt x="1216247" y="44672"/>
                      </a:moveTo>
                      <a:lnTo>
                        <a:pt x="1216247" y="161925"/>
                      </a:lnTo>
                      <a:cubicBezTo>
                        <a:pt x="1216247" y="186595"/>
                        <a:pt x="1196245" y="206693"/>
                        <a:pt x="1171480" y="206693"/>
                      </a:cubicBezTo>
                      <a:lnTo>
                        <a:pt x="44768" y="206693"/>
                      </a:lnTo>
                      <a:cubicBezTo>
                        <a:pt x="32385" y="206693"/>
                        <a:pt x="21146" y="201644"/>
                        <a:pt x="12954" y="193453"/>
                      </a:cubicBezTo>
                      <a:cubicBezTo>
                        <a:pt x="5048" y="185452"/>
                        <a:pt x="0" y="174308"/>
                        <a:pt x="0" y="162020"/>
                      </a:cubicBezTo>
                      <a:lnTo>
                        <a:pt x="0" y="44768"/>
                      </a:lnTo>
                      <a:cubicBezTo>
                        <a:pt x="0" y="20003"/>
                        <a:pt x="20098" y="0"/>
                        <a:pt x="44768" y="0"/>
                      </a:cubicBezTo>
                      <a:lnTo>
                        <a:pt x="1171480" y="0"/>
                      </a:lnTo>
                      <a:cubicBezTo>
                        <a:pt x="1186053" y="0"/>
                        <a:pt x="1199007" y="6953"/>
                        <a:pt x="1207199" y="17812"/>
                      </a:cubicBezTo>
                      <a:cubicBezTo>
                        <a:pt x="1212914" y="25337"/>
                        <a:pt x="1216247" y="34576"/>
                        <a:pt x="1216247" y="44768"/>
                      </a:cubicBez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6" name="Google Shape;1836;p49"/>
                <p:cNvSpPr/>
                <p:nvPr/>
              </p:nvSpPr>
              <p:spPr>
                <a:xfrm>
                  <a:off x="5769673" y="1300352"/>
                  <a:ext cx="1204912" cy="193071"/>
                </a:xfrm>
                <a:custGeom>
                  <a:avLst/>
                  <a:gdLst/>
                  <a:ahLst/>
                  <a:cxnLst/>
                  <a:rect l="l" t="t" r="r" b="b"/>
                  <a:pathLst>
                    <a:path w="1204912" h="193071" extrusionOk="0">
                      <a:moveTo>
                        <a:pt x="1204913" y="31052"/>
                      </a:moveTo>
                      <a:lnTo>
                        <a:pt x="1204913" y="148304"/>
                      </a:lnTo>
                      <a:cubicBezTo>
                        <a:pt x="1204913" y="172974"/>
                        <a:pt x="1184910" y="193072"/>
                        <a:pt x="1160145" y="193072"/>
                      </a:cubicBezTo>
                      <a:lnTo>
                        <a:pt x="33433" y="193072"/>
                      </a:lnTo>
                      <a:cubicBezTo>
                        <a:pt x="21050" y="193072"/>
                        <a:pt x="9811" y="188024"/>
                        <a:pt x="1619" y="179832"/>
                      </a:cubicBezTo>
                      <a:cubicBezTo>
                        <a:pt x="476" y="176403"/>
                        <a:pt x="0" y="172879"/>
                        <a:pt x="0" y="169069"/>
                      </a:cubicBezTo>
                      <a:lnTo>
                        <a:pt x="0" y="37719"/>
                      </a:lnTo>
                      <a:cubicBezTo>
                        <a:pt x="0" y="16955"/>
                        <a:pt x="16954" y="0"/>
                        <a:pt x="37719" y="0"/>
                      </a:cubicBezTo>
                      <a:lnTo>
                        <a:pt x="1178528" y="0"/>
                      </a:lnTo>
                      <a:cubicBezTo>
                        <a:pt x="1184815" y="0"/>
                        <a:pt x="1190625" y="1524"/>
                        <a:pt x="1195769" y="4191"/>
                      </a:cubicBezTo>
                      <a:cubicBezTo>
                        <a:pt x="1201484" y="11716"/>
                        <a:pt x="1204818" y="20955"/>
                        <a:pt x="1204818" y="31147"/>
                      </a:cubicBez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837" name="Google Shape;1837;p49"/>
              <p:cNvSpPr/>
              <p:nvPr/>
            </p:nvSpPr>
            <p:spPr>
              <a:xfrm>
                <a:off x="6791039" y="1309973"/>
                <a:ext cx="159734" cy="159734"/>
              </a:xfrm>
              <a:custGeom>
                <a:avLst/>
                <a:gdLst/>
                <a:ahLst/>
                <a:cxnLst/>
                <a:rect l="l" t="t" r="r" b="b"/>
                <a:pathLst>
                  <a:path w="159734" h="159734" extrusionOk="0">
                    <a:moveTo>
                      <a:pt x="143351" y="0"/>
                    </a:moveTo>
                    <a:cubicBezTo>
                      <a:pt x="152399" y="0"/>
                      <a:pt x="159734" y="7335"/>
                      <a:pt x="159734" y="16383"/>
                    </a:cubicBezTo>
                    <a:lnTo>
                      <a:pt x="159734" y="143351"/>
                    </a:lnTo>
                    <a:cubicBezTo>
                      <a:pt x="159734" y="152399"/>
                      <a:pt x="152399" y="159734"/>
                      <a:pt x="143351" y="159734"/>
                    </a:cubicBezTo>
                    <a:lnTo>
                      <a:pt x="16383" y="159734"/>
                    </a:lnTo>
                    <a:cubicBezTo>
                      <a:pt x="7335" y="159734"/>
                      <a:pt x="0" y="152399"/>
                      <a:pt x="0" y="143351"/>
                    </a:cubicBezTo>
                    <a:lnTo>
                      <a:pt x="0" y="16383"/>
                    </a:lnTo>
                    <a:cubicBezTo>
                      <a:pt x="0" y="7335"/>
                      <a:pt x="7335" y="0"/>
                      <a:pt x="16383" y="0"/>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838" name="Google Shape;1838;p49"/>
            <p:cNvSpPr/>
            <p:nvPr/>
          </p:nvSpPr>
          <p:spPr>
            <a:xfrm>
              <a:off x="6813613" y="1330452"/>
              <a:ext cx="118109" cy="117729"/>
            </a:xfrm>
            <a:custGeom>
              <a:avLst/>
              <a:gdLst/>
              <a:ahLst/>
              <a:cxnLst/>
              <a:rect l="l" t="t" r="r" b="b"/>
              <a:pathLst>
                <a:path w="118109" h="117729" extrusionOk="0">
                  <a:moveTo>
                    <a:pt x="114681" y="97441"/>
                  </a:moveTo>
                  <a:lnTo>
                    <a:pt x="85249" y="68008"/>
                  </a:lnTo>
                  <a:lnTo>
                    <a:pt x="80486" y="72771"/>
                  </a:lnTo>
                  <a:lnTo>
                    <a:pt x="75152" y="67437"/>
                  </a:lnTo>
                  <a:cubicBezTo>
                    <a:pt x="87820" y="50959"/>
                    <a:pt x="86773" y="27337"/>
                    <a:pt x="71723" y="12287"/>
                  </a:cubicBezTo>
                  <a:cubicBezTo>
                    <a:pt x="55340" y="-4096"/>
                    <a:pt x="28670" y="-4096"/>
                    <a:pt x="12287" y="12287"/>
                  </a:cubicBezTo>
                  <a:cubicBezTo>
                    <a:pt x="-4096" y="28670"/>
                    <a:pt x="-4096" y="55340"/>
                    <a:pt x="12287" y="71723"/>
                  </a:cubicBezTo>
                  <a:cubicBezTo>
                    <a:pt x="27527" y="86963"/>
                    <a:pt x="51530" y="87821"/>
                    <a:pt x="68009" y="74771"/>
                  </a:cubicBezTo>
                  <a:lnTo>
                    <a:pt x="73343" y="80105"/>
                  </a:lnTo>
                  <a:lnTo>
                    <a:pt x="68580" y="84868"/>
                  </a:lnTo>
                  <a:lnTo>
                    <a:pt x="98012" y="114300"/>
                  </a:lnTo>
                  <a:cubicBezTo>
                    <a:pt x="102584" y="118872"/>
                    <a:pt x="110109" y="118872"/>
                    <a:pt x="114681" y="114300"/>
                  </a:cubicBezTo>
                  <a:lnTo>
                    <a:pt x="114681" y="114300"/>
                  </a:lnTo>
                  <a:cubicBezTo>
                    <a:pt x="119253" y="109728"/>
                    <a:pt x="119253" y="102203"/>
                    <a:pt x="114681" y="97631"/>
                  </a:cubicBezTo>
                  <a:close/>
                  <a:moveTo>
                    <a:pt x="41910" y="72581"/>
                  </a:moveTo>
                  <a:cubicBezTo>
                    <a:pt x="38576" y="72581"/>
                    <a:pt x="35338" y="72009"/>
                    <a:pt x="32290" y="71056"/>
                  </a:cubicBezTo>
                  <a:cubicBezTo>
                    <a:pt x="23812" y="68294"/>
                    <a:pt x="16859" y="61913"/>
                    <a:pt x="13526" y="53626"/>
                  </a:cubicBezTo>
                  <a:cubicBezTo>
                    <a:pt x="12002" y="50006"/>
                    <a:pt x="11144" y="46006"/>
                    <a:pt x="11144" y="41815"/>
                  </a:cubicBezTo>
                  <a:cubicBezTo>
                    <a:pt x="11144" y="24860"/>
                    <a:pt x="24955" y="11049"/>
                    <a:pt x="41910" y="11049"/>
                  </a:cubicBezTo>
                  <a:cubicBezTo>
                    <a:pt x="46101" y="11049"/>
                    <a:pt x="50102" y="11906"/>
                    <a:pt x="53721" y="13430"/>
                  </a:cubicBezTo>
                  <a:cubicBezTo>
                    <a:pt x="61912" y="16859"/>
                    <a:pt x="68294" y="23717"/>
                    <a:pt x="71152" y="32290"/>
                  </a:cubicBezTo>
                  <a:cubicBezTo>
                    <a:pt x="72104" y="35338"/>
                    <a:pt x="72676" y="38481"/>
                    <a:pt x="72676" y="41910"/>
                  </a:cubicBezTo>
                  <a:cubicBezTo>
                    <a:pt x="72676" y="58865"/>
                    <a:pt x="58960" y="72676"/>
                    <a:pt x="41910" y="72676"/>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839" name="Google Shape;1839;p49"/>
          <p:cNvGrpSpPr/>
          <p:nvPr/>
        </p:nvGrpSpPr>
        <p:grpSpPr>
          <a:xfrm>
            <a:off x="4224322" y="4351419"/>
            <a:ext cx="525685" cy="202597"/>
            <a:chOff x="8773953" y="3584733"/>
            <a:chExt cx="525685" cy="202597"/>
          </a:xfrm>
        </p:grpSpPr>
        <p:sp>
          <p:nvSpPr>
            <p:cNvPr id="1840" name="Google Shape;1840;p49"/>
            <p:cNvSpPr/>
            <p:nvPr/>
          </p:nvSpPr>
          <p:spPr>
            <a:xfrm>
              <a:off x="8773953" y="3584733"/>
              <a:ext cx="205930" cy="25527"/>
            </a:xfrm>
            <a:custGeom>
              <a:avLst/>
              <a:gdLst/>
              <a:ahLst/>
              <a:cxnLst/>
              <a:rect l="l" t="t" r="r" b="b"/>
              <a:pathLst>
                <a:path w="205930" h="25527" extrusionOk="0">
                  <a:moveTo>
                    <a:pt x="0" y="0"/>
                  </a:moveTo>
                  <a:lnTo>
                    <a:pt x="205931" y="0"/>
                  </a:lnTo>
                  <a:lnTo>
                    <a:pt x="205931" y="25527"/>
                  </a:lnTo>
                  <a:lnTo>
                    <a:pt x="0" y="2552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1" name="Google Shape;1841;p49"/>
            <p:cNvSpPr/>
            <p:nvPr/>
          </p:nvSpPr>
          <p:spPr>
            <a:xfrm>
              <a:off x="8998172" y="3584733"/>
              <a:ext cx="158591" cy="25527"/>
            </a:xfrm>
            <a:custGeom>
              <a:avLst/>
              <a:gdLst/>
              <a:ahLst/>
              <a:cxnLst/>
              <a:rect l="l" t="t" r="r" b="b"/>
              <a:pathLst>
                <a:path w="158591" h="25527" extrusionOk="0">
                  <a:moveTo>
                    <a:pt x="0" y="0"/>
                  </a:moveTo>
                  <a:lnTo>
                    <a:pt x="158592" y="0"/>
                  </a:lnTo>
                  <a:lnTo>
                    <a:pt x="158592" y="25527"/>
                  </a:lnTo>
                  <a:lnTo>
                    <a:pt x="0" y="2552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2" name="Google Shape;1842;p49"/>
            <p:cNvSpPr/>
            <p:nvPr/>
          </p:nvSpPr>
          <p:spPr>
            <a:xfrm>
              <a:off x="9173718" y="3584733"/>
              <a:ext cx="125920" cy="25527"/>
            </a:xfrm>
            <a:custGeom>
              <a:avLst/>
              <a:gdLst/>
              <a:ahLst/>
              <a:cxnLst/>
              <a:rect l="l" t="t" r="r" b="b"/>
              <a:pathLst>
                <a:path w="125920" h="25527" extrusionOk="0">
                  <a:moveTo>
                    <a:pt x="0" y="0"/>
                  </a:moveTo>
                  <a:lnTo>
                    <a:pt x="125920" y="0"/>
                  </a:lnTo>
                  <a:lnTo>
                    <a:pt x="125920" y="25527"/>
                  </a:lnTo>
                  <a:lnTo>
                    <a:pt x="0" y="2552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3" name="Google Shape;1843;p49"/>
            <p:cNvSpPr/>
            <p:nvPr/>
          </p:nvSpPr>
          <p:spPr>
            <a:xfrm>
              <a:off x="8875585" y="3643788"/>
              <a:ext cx="424052" cy="25527"/>
            </a:xfrm>
            <a:custGeom>
              <a:avLst/>
              <a:gdLst/>
              <a:ahLst/>
              <a:cxnLst/>
              <a:rect l="l" t="t" r="r" b="b"/>
              <a:pathLst>
                <a:path w="424052" h="25527" extrusionOk="0">
                  <a:moveTo>
                    <a:pt x="0" y="0"/>
                  </a:moveTo>
                  <a:lnTo>
                    <a:pt x="424053" y="0"/>
                  </a:lnTo>
                  <a:lnTo>
                    <a:pt x="424053" y="25527"/>
                  </a:lnTo>
                  <a:lnTo>
                    <a:pt x="0" y="2552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4" name="Google Shape;1844;p49"/>
            <p:cNvSpPr/>
            <p:nvPr/>
          </p:nvSpPr>
          <p:spPr>
            <a:xfrm>
              <a:off x="8773953" y="3643788"/>
              <a:ext cx="77914" cy="25527"/>
            </a:xfrm>
            <a:custGeom>
              <a:avLst/>
              <a:gdLst/>
              <a:ahLst/>
              <a:cxnLst/>
              <a:rect l="l" t="t" r="r" b="b"/>
              <a:pathLst>
                <a:path w="77914" h="25527" extrusionOk="0">
                  <a:moveTo>
                    <a:pt x="0" y="0"/>
                  </a:moveTo>
                  <a:lnTo>
                    <a:pt x="77915" y="0"/>
                  </a:lnTo>
                  <a:lnTo>
                    <a:pt x="77915" y="25527"/>
                  </a:lnTo>
                  <a:lnTo>
                    <a:pt x="0" y="2552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5" name="Google Shape;1845;p49"/>
            <p:cNvSpPr/>
            <p:nvPr/>
          </p:nvSpPr>
          <p:spPr>
            <a:xfrm>
              <a:off x="9007697" y="3702748"/>
              <a:ext cx="200596" cy="25527"/>
            </a:xfrm>
            <a:custGeom>
              <a:avLst/>
              <a:gdLst/>
              <a:ahLst/>
              <a:cxnLst/>
              <a:rect l="l" t="t" r="r" b="b"/>
              <a:pathLst>
                <a:path w="200596" h="25527" extrusionOk="0">
                  <a:moveTo>
                    <a:pt x="0" y="0"/>
                  </a:moveTo>
                  <a:lnTo>
                    <a:pt x="200597" y="0"/>
                  </a:lnTo>
                  <a:lnTo>
                    <a:pt x="200597" y="25527"/>
                  </a:lnTo>
                  <a:lnTo>
                    <a:pt x="0" y="2552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6" name="Google Shape;1846;p49"/>
            <p:cNvSpPr/>
            <p:nvPr/>
          </p:nvSpPr>
          <p:spPr>
            <a:xfrm>
              <a:off x="9227248" y="3702748"/>
              <a:ext cx="72390" cy="25527"/>
            </a:xfrm>
            <a:custGeom>
              <a:avLst/>
              <a:gdLst/>
              <a:ahLst/>
              <a:cxnLst/>
              <a:rect l="l" t="t" r="r" b="b"/>
              <a:pathLst>
                <a:path w="72390" h="25527" extrusionOk="0">
                  <a:moveTo>
                    <a:pt x="0" y="0"/>
                  </a:moveTo>
                  <a:lnTo>
                    <a:pt x="72390" y="0"/>
                  </a:lnTo>
                  <a:lnTo>
                    <a:pt x="72390" y="25527"/>
                  </a:lnTo>
                  <a:lnTo>
                    <a:pt x="0" y="2552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7" name="Google Shape;1847;p49"/>
            <p:cNvSpPr/>
            <p:nvPr/>
          </p:nvSpPr>
          <p:spPr>
            <a:xfrm>
              <a:off x="8773953" y="3702748"/>
              <a:ext cx="215455" cy="25527"/>
            </a:xfrm>
            <a:custGeom>
              <a:avLst/>
              <a:gdLst/>
              <a:ahLst/>
              <a:cxnLst/>
              <a:rect l="l" t="t" r="r" b="b"/>
              <a:pathLst>
                <a:path w="215455" h="25527" extrusionOk="0">
                  <a:moveTo>
                    <a:pt x="0" y="0"/>
                  </a:moveTo>
                  <a:lnTo>
                    <a:pt x="215456" y="0"/>
                  </a:lnTo>
                  <a:lnTo>
                    <a:pt x="215456" y="25527"/>
                  </a:lnTo>
                  <a:lnTo>
                    <a:pt x="0" y="2552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8" name="Google Shape;1848;p49"/>
            <p:cNvSpPr/>
            <p:nvPr/>
          </p:nvSpPr>
          <p:spPr>
            <a:xfrm>
              <a:off x="8925020" y="3761803"/>
              <a:ext cx="174688" cy="25527"/>
            </a:xfrm>
            <a:custGeom>
              <a:avLst/>
              <a:gdLst/>
              <a:ahLst/>
              <a:cxnLst/>
              <a:rect l="l" t="t" r="r" b="b"/>
              <a:pathLst>
                <a:path w="174688" h="25527" extrusionOk="0">
                  <a:moveTo>
                    <a:pt x="0" y="0"/>
                  </a:moveTo>
                  <a:lnTo>
                    <a:pt x="174689" y="0"/>
                  </a:lnTo>
                  <a:lnTo>
                    <a:pt x="174689" y="25527"/>
                  </a:lnTo>
                  <a:lnTo>
                    <a:pt x="0" y="2552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9" name="Google Shape;1849;p49"/>
            <p:cNvSpPr/>
            <p:nvPr/>
          </p:nvSpPr>
          <p:spPr>
            <a:xfrm>
              <a:off x="8773953" y="3761803"/>
              <a:ext cx="131444" cy="25527"/>
            </a:xfrm>
            <a:custGeom>
              <a:avLst/>
              <a:gdLst/>
              <a:ahLst/>
              <a:cxnLst/>
              <a:rect l="l" t="t" r="r" b="b"/>
              <a:pathLst>
                <a:path w="131444" h="25527" extrusionOk="0">
                  <a:moveTo>
                    <a:pt x="0" y="0"/>
                  </a:moveTo>
                  <a:lnTo>
                    <a:pt x="131445" y="0"/>
                  </a:lnTo>
                  <a:lnTo>
                    <a:pt x="131445" y="25527"/>
                  </a:lnTo>
                  <a:lnTo>
                    <a:pt x="0" y="2552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850" name="Google Shape;1850;p49"/>
          <p:cNvGrpSpPr/>
          <p:nvPr/>
        </p:nvGrpSpPr>
        <p:grpSpPr>
          <a:xfrm>
            <a:off x="5813238" y="2957880"/>
            <a:ext cx="654462" cy="535748"/>
            <a:chOff x="7502937" y="524288"/>
            <a:chExt cx="654462" cy="535748"/>
          </a:xfrm>
        </p:grpSpPr>
        <p:grpSp>
          <p:nvGrpSpPr>
            <p:cNvPr id="1851" name="Google Shape;1851;p49"/>
            <p:cNvGrpSpPr/>
            <p:nvPr/>
          </p:nvGrpSpPr>
          <p:grpSpPr>
            <a:xfrm>
              <a:off x="7502937" y="524288"/>
              <a:ext cx="654462" cy="535748"/>
              <a:chOff x="7502937" y="524288"/>
              <a:chExt cx="654462" cy="535748"/>
            </a:xfrm>
          </p:grpSpPr>
          <p:sp>
            <p:nvSpPr>
              <p:cNvPr id="1852" name="Google Shape;1852;p49"/>
              <p:cNvSpPr/>
              <p:nvPr/>
            </p:nvSpPr>
            <p:spPr>
              <a:xfrm rot="-10195540">
                <a:off x="7580346" y="568325"/>
                <a:ext cx="522573" cy="216404"/>
              </a:xfrm>
              <a:custGeom>
                <a:avLst/>
                <a:gdLst/>
                <a:ahLst/>
                <a:cxnLst/>
                <a:rect l="l" t="t" r="r" b="b"/>
                <a:pathLst>
                  <a:path w="522351" h="216312" extrusionOk="0">
                    <a:moveTo>
                      <a:pt x="0" y="0"/>
                    </a:moveTo>
                    <a:lnTo>
                      <a:pt x="522351" y="0"/>
                    </a:lnTo>
                    <a:lnTo>
                      <a:pt x="522351" y="216313"/>
                    </a:lnTo>
                    <a:lnTo>
                      <a:pt x="0" y="216313"/>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3" name="Google Shape;1853;p49"/>
              <p:cNvSpPr/>
              <p:nvPr/>
            </p:nvSpPr>
            <p:spPr>
              <a:xfrm rot="10800000">
                <a:off x="7576185" y="585692"/>
                <a:ext cx="522350" cy="216312"/>
              </a:xfrm>
              <a:custGeom>
                <a:avLst/>
                <a:gdLst/>
                <a:ahLst/>
                <a:cxnLst/>
                <a:rect l="l" t="t" r="r" b="b"/>
                <a:pathLst>
                  <a:path w="522350" h="216312" extrusionOk="0">
                    <a:moveTo>
                      <a:pt x="0" y="0"/>
                    </a:moveTo>
                    <a:lnTo>
                      <a:pt x="522351" y="0"/>
                    </a:lnTo>
                    <a:lnTo>
                      <a:pt x="522351" y="216313"/>
                    </a:lnTo>
                    <a:lnTo>
                      <a:pt x="0" y="216313"/>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4" name="Google Shape;1854;p49"/>
              <p:cNvSpPr/>
              <p:nvPr/>
            </p:nvSpPr>
            <p:spPr>
              <a:xfrm rot="10533442">
                <a:off x="7589040" y="638013"/>
                <a:ext cx="488498" cy="185355"/>
              </a:xfrm>
              <a:custGeom>
                <a:avLst/>
                <a:gdLst/>
                <a:ahLst/>
                <a:cxnLst/>
                <a:rect l="l" t="t" r="r" b="b"/>
                <a:pathLst>
                  <a:path w="488251" h="185261" extrusionOk="0">
                    <a:moveTo>
                      <a:pt x="0" y="0"/>
                    </a:moveTo>
                    <a:lnTo>
                      <a:pt x="488251" y="0"/>
                    </a:lnTo>
                    <a:lnTo>
                      <a:pt x="488251" y="185261"/>
                    </a:lnTo>
                    <a:lnTo>
                      <a:pt x="0" y="185261"/>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5" name="Google Shape;1855;p49"/>
              <p:cNvSpPr/>
              <p:nvPr/>
            </p:nvSpPr>
            <p:spPr>
              <a:xfrm>
                <a:off x="7502937" y="619886"/>
                <a:ext cx="654462" cy="440150"/>
              </a:xfrm>
              <a:custGeom>
                <a:avLst/>
                <a:gdLst/>
                <a:ahLst/>
                <a:cxnLst/>
                <a:rect l="l" t="t" r="r" b="b"/>
                <a:pathLst>
                  <a:path w="654462" h="440150" extrusionOk="0">
                    <a:moveTo>
                      <a:pt x="204502" y="11430"/>
                    </a:moveTo>
                    <a:lnTo>
                      <a:pt x="254794" y="61722"/>
                    </a:lnTo>
                    <a:cubicBezTo>
                      <a:pt x="262128" y="69056"/>
                      <a:pt x="272034" y="73152"/>
                      <a:pt x="282321" y="73152"/>
                    </a:cubicBezTo>
                    <a:lnTo>
                      <a:pt x="615506" y="73152"/>
                    </a:lnTo>
                    <a:cubicBezTo>
                      <a:pt x="637032" y="73152"/>
                      <a:pt x="654463" y="90583"/>
                      <a:pt x="654463" y="112109"/>
                    </a:cubicBezTo>
                    <a:lnTo>
                      <a:pt x="654463" y="401193"/>
                    </a:lnTo>
                    <a:cubicBezTo>
                      <a:pt x="654463" y="422720"/>
                      <a:pt x="637032" y="440150"/>
                      <a:pt x="615506" y="440150"/>
                    </a:cubicBezTo>
                    <a:lnTo>
                      <a:pt x="38957" y="440150"/>
                    </a:lnTo>
                    <a:cubicBezTo>
                      <a:pt x="17431" y="440150"/>
                      <a:pt x="0" y="422720"/>
                      <a:pt x="0" y="401193"/>
                    </a:cubicBezTo>
                    <a:lnTo>
                      <a:pt x="0" y="38957"/>
                    </a:lnTo>
                    <a:cubicBezTo>
                      <a:pt x="0" y="17431"/>
                      <a:pt x="17431" y="0"/>
                      <a:pt x="38957" y="0"/>
                    </a:cubicBezTo>
                    <a:lnTo>
                      <a:pt x="176974" y="0"/>
                    </a:lnTo>
                    <a:cubicBezTo>
                      <a:pt x="187262" y="0"/>
                      <a:pt x="197167" y="4096"/>
                      <a:pt x="204502" y="11430"/>
                    </a:cubicBez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856" name="Google Shape;1856;p49"/>
            <p:cNvGrpSpPr/>
            <p:nvPr/>
          </p:nvGrpSpPr>
          <p:grpSpPr>
            <a:xfrm>
              <a:off x="7971282" y="953643"/>
              <a:ext cx="120491" cy="46004"/>
              <a:chOff x="7971282" y="953643"/>
              <a:chExt cx="120491" cy="46004"/>
            </a:xfrm>
          </p:grpSpPr>
          <p:sp>
            <p:nvSpPr>
              <p:cNvPr id="1857" name="Google Shape;1857;p49"/>
              <p:cNvSpPr/>
              <p:nvPr/>
            </p:nvSpPr>
            <p:spPr>
              <a:xfrm>
                <a:off x="7971282" y="983265"/>
                <a:ext cx="88773" cy="16382"/>
              </a:xfrm>
              <a:custGeom>
                <a:avLst/>
                <a:gdLst/>
                <a:ahLst/>
                <a:cxnLst/>
                <a:rect l="l" t="t" r="r" b="b"/>
                <a:pathLst>
                  <a:path w="88773" h="16382" extrusionOk="0">
                    <a:moveTo>
                      <a:pt x="0" y="0"/>
                    </a:moveTo>
                    <a:lnTo>
                      <a:pt x="88773" y="0"/>
                    </a:lnTo>
                    <a:lnTo>
                      <a:pt x="88773" y="16383"/>
                    </a:lnTo>
                    <a:lnTo>
                      <a:pt x="0" y="16383"/>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8" name="Google Shape;1858;p49"/>
              <p:cNvSpPr/>
              <p:nvPr/>
            </p:nvSpPr>
            <p:spPr>
              <a:xfrm>
                <a:off x="7971282" y="953643"/>
                <a:ext cx="120491" cy="16382"/>
              </a:xfrm>
              <a:custGeom>
                <a:avLst/>
                <a:gdLst/>
                <a:ahLst/>
                <a:cxnLst/>
                <a:rect l="l" t="t" r="r" b="b"/>
                <a:pathLst>
                  <a:path w="120491" h="16382" extrusionOk="0">
                    <a:moveTo>
                      <a:pt x="0" y="0"/>
                    </a:moveTo>
                    <a:lnTo>
                      <a:pt x="120492" y="0"/>
                    </a:lnTo>
                    <a:lnTo>
                      <a:pt x="120492" y="16383"/>
                    </a:lnTo>
                    <a:lnTo>
                      <a:pt x="0" y="16383"/>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859" name="Google Shape;1859;p49"/>
            <p:cNvSpPr/>
            <p:nvPr/>
          </p:nvSpPr>
          <p:spPr>
            <a:xfrm>
              <a:off x="8085677" y="725805"/>
              <a:ext cx="40005" cy="40004"/>
            </a:xfrm>
            <a:custGeom>
              <a:avLst/>
              <a:gdLst/>
              <a:ahLst/>
              <a:cxnLst/>
              <a:rect l="l" t="t" r="r" b="b"/>
              <a:pathLst>
                <a:path w="40005" h="40004" extrusionOk="0">
                  <a:moveTo>
                    <a:pt x="40005" y="20002"/>
                  </a:moveTo>
                  <a:cubicBezTo>
                    <a:pt x="40005" y="31051"/>
                    <a:pt x="31052" y="40005"/>
                    <a:pt x="20002" y="40005"/>
                  </a:cubicBezTo>
                  <a:cubicBezTo>
                    <a:pt x="8954" y="40005"/>
                    <a:pt x="0" y="31051"/>
                    <a:pt x="0" y="20002"/>
                  </a:cubicBezTo>
                  <a:cubicBezTo>
                    <a:pt x="0" y="8953"/>
                    <a:pt x="8954" y="0"/>
                    <a:pt x="20002" y="0"/>
                  </a:cubicBezTo>
                  <a:cubicBezTo>
                    <a:pt x="31052" y="0"/>
                    <a:pt x="40005" y="8953"/>
                    <a:pt x="40005" y="20002"/>
                  </a:cubicBezTo>
                  <a:close/>
                </a:path>
              </a:pathLst>
            </a:custGeom>
            <a:solidFill>
              <a:schemeClr val="accent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860" name="Google Shape;1860;p49"/>
          <p:cNvGrpSpPr/>
          <p:nvPr/>
        </p:nvGrpSpPr>
        <p:grpSpPr>
          <a:xfrm>
            <a:off x="5777710" y="3848499"/>
            <a:ext cx="725519" cy="705517"/>
            <a:chOff x="8068023" y="1331404"/>
            <a:chExt cx="725519" cy="705517"/>
          </a:xfrm>
        </p:grpSpPr>
        <p:grpSp>
          <p:nvGrpSpPr>
            <p:cNvPr id="1861" name="Google Shape;1861;p49"/>
            <p:cNvGrpSpPr/>
            <p:nvPr/>
          </p:nvGrpSpPr>
          <p:grpSpPr>
            <a:xfrm>
              <a:off x="8068023" y="1407699"/>
              <a:ext cx="342614" cy="473297"/>
              <a:chOff x="8675560" y="1407699"/>
              <a:chExt cx="342614" cy="473297"/>
            </a:xfrm>
          </p:grpSpPr>
          <p:sp>
            <p:nvSpPr>
              <p:cNvPr id="1862" name="Google Shape;1862;p49"/>
              <p:cNvSpPr/>
              <p:nvPr/>
            </p:nvSpPr>
            <p:spPr>
              <a:xfrm>
                <a:off x="8675560" y="1407699"/>
                <a:ext cx="342614" cy="473297"/>
              </a:xfrm>
              <a:custGeom>
                <a:avLst/>
                <a:gdLst/>
                <a:ahLst/>
                <a:cxnLst/>
                <a:rect l="l" t="t" r="r" b="b"/>
                <a:pathLst>
                  <a:path w="342614" h="473297" extrusionOk="0">
                    <a:moveTo>
                      <a:pt x="0" y="0"/>
                    </a:moveTo>
                    <a:lnTo>
                      <a:pt x="342614" y="0"/>
                    </a:lnTo>
                    <a:lnTo>
                      <a:pt x="342614" y="473297"/>
                    </a:lnTo>
                    <a:lnTo>
                      <a:pt x="0" y="473297"/>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63" name="Google Shape;1863;p49"/>
              <p:cNvSpPr/>
              <p:nvPr/>
            </p:nvSpPr>
            <p:spPr>
              <a:xfrm>
                <a:off x="8675560" y="1407699"/>
                <a:ext cx="89439" cy="89535"/>
              </a:xfrm>
              <a:custGeom>
                <a:avLst/>
                <a:gdLst/>
                <a:ahLst/>
                <a:cxnLst/>
                <a:rect l="l" t="t" r="r" b="b"/>
                <a:pathLst>
                  <a:path w="89439" h="89535" extrusionOk="0">
                    <a:moveTo>
                      <a:pt x="89440" y="0"/>
                    </a:moveTo>
                    <a:lnTo>
                      <a:pt x="0" y="0"/>
                    </a:lnTo>
                    <a:lnTo>
                      <a:pt x="0" y="89535"/>
                    </a:lnTo>
                    <a:lnTo>
                      <a:pt x="89440"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64" name="Google Shape;1864;p49"/>
              <p:cNvSpPr/>
              <p:nvPr/>
            </p:nvSpPr>
            <p:spPr>
              <a:xfrm>
                <a:off x="8747664" y="1460754"/>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65" name="Google Shape;1865;p49"/>
              <p:cNvSpPr/>
              <p:nvPr/>
            </p:nvSpPr>
            <p:spPr>
              <a:xfrm>
                <a:off x="8747664" y="1492567"/>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66" name="Google Shape;1866;p49"/>
              <p:cNvSpPr/>
              <p:nvPr/>
            </p:nvSpPr>
            <p:spPr>
              <a:xfrm>
                <a:off x="8747664" y="1524381"/>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67" name="Google Shape;1867;p49"/>
              <p:cNvSpPr/>
              <p:nvPr/>
            </p:nvSpPr>
            <p:spPr>
              <a:xfrm>
                <a:off x="8747664" y="1556194"/>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68" name="Google Shape;1868;p49"/>
              <p:cNvSpPr/>
              <p:nvPr/>
            </p:nvSpPr>
            <p:spPr>
              <a:xfrm>
                <a:off x="8747664" y="1588103"/>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69" name="Google Shape;1869;p49"/>
              <p:cNvSpPr/>
              <p:nvPr/>
            </p:nvSpPr>
            <p:spPr>
              <a:xfrm>
                <a:off x="8747664" y="1619916"/>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70" name="Google Shape;1870;p49"/>
              <p:cNvSpPr/>
              <p:nvPr/>
            </p:nvSpPr>
            <p:spPr>
              <a:xfrm>
                <a:off x="8747664" y="1651730"/>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71" name="Google Shape;1871;p49"/>
              <p:cNvSpPr/>
              <p:nvPr/>
            </p:nvSpPr>
            <p:spPr>
              <a:xfrm>
                <a:off x="8747664" y="1683543"/>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72" name="Google Shape;1872;p49"/>
              <p:cNvSpPr/>
              <p:nvPr/>
            </p:nvSpPr>
            <p:spPr>
              <a:xfrm>
                <a:off x="8747664" y="1715357"/>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73" name="Google Shape;1873;p49"/>
              <p:cNvSpPr/>
              <p:nvPr/>
            </p:nvSpPr>
            <p:spPr>
              <a:xfrm>
                <a:off x="8747664" y="1747170"/>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74" name="Google Shape;1874;p49"/>
              <p:cNvSpPr/>
              <p:nvPr/>
            </p:nvSpPr>
            <p:spPr>
              <a:xfrm>
                <a:off x="8747664" y="1779079"/>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75" name="Google Shape;1875;p49"/>
              <p:cNvSpPr/>
              <p:nvPr/>
            </p:nvSpPr>
            <p:spPr>
              <a:xfrm>
                <a:off x="8747664" y="1810893"/>
                <a:ext cx="120015" cy="11048"/>
              </a:xfrm>
              <a:custGeom>
                <a:avLst/>
                <a:gdLst/>
                <a:ahLst/>
                <a:cxnLst/>
                <a:rect l="l" t="t" r="r" b="b"/>
                <a:pathLst>
                  <a:path w="120015" h="11048" extrusionOk="0">
                    <a:moveTo>
                      <a:pt x="0" y="0"/>
                    </a:moveTo>
                    <a:lnTo>
                      <a:pt x="120015" y="0"/>
                    </a:lnTo>
                    <a:lnTo>
                      <a:pt x="120015" y="11049"/>
                    </a:lnTo>
                    <a:lnTo>
                      <a:pt x="0" y="1104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876" name="Google Shape;1876;p49"/>
            <p:cNvGrpSpPr/>
            <p:nvPr/>
          </p:nvGrpSpPr>
          <p:grpSpPr>
            <a:xfrm>
              <a:off x="8244998" y="1563624"/>
              <a:ext cx="342614" cy="473297"/>
              <a:chOff x="8852535" y="1563624"/>
              <a:chExt cx="342614" cy="473297"/>
            </a:xfrm>
          </p:grpSpPr>
          <p:sp>
            <p:nvSpPr>
              <p:cNvPr id="1877" name="Google Shape;1877;p49"/>
              <p:cNvSpPr/>
              <p:nvPr/>
            </p:nvSpPr>
            <p:spPr>
              <a:xfrm>
                <a:off x="8852535" y="1563624"/>
                <a:ext cx="342614" cy="473297"/>
              </a:xfrm>
              <a:custGeom>
                <a:avLst/>
                <a:gdLst/>
                <a:ahLst/>
                <a:cxnLst/>
                <a:rect l="l" t="t" r="r" b="b"/>
                <a:pathLst>
                  <a:path w="342614" h="473297" extrusionOk="0">
                    <a:moveTo>
                      <a:pt x="0" y="0"/>
                    </a:moveTo>
                    <a:lnTo>
                      <a:pt x="342614" y="0"/>
                    </a:lnTo>
                    <a:lnTo>
                      <a:pt x="342614" y="473297"/>
                    </a:lnTo>
                    <a:lnTo>
                      <a:pt x="0" y="473297"/>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78" name="Google Shape;1878;p49"/>
              <p:cNvSpPr/>
              <p:nvPr/>
            </p:nvSpPr>
            <p:spPr>
              <a:xfrm>
                <a:off x="8852535" y="1563624"/>
                <a:ext cx="89439" cy="89439"/>
              </a:xfrm>
              <a:custGeom>
                <a:avLst/>
                <a:gdLst/>
                <a:ahLst/>
                <a:cxnLst/>
                <a:rect l="l" t="t" r="r" b="b"/>
                <a:pathLst>
                  <a:path w="89439" h="89439" extrusionOk="0">
                    <a:moveTo>
                      <a:pt x="89439" y="0"/>
                    </a:moveTo>
                    <a:lnTo>
                      <a:pt x="0" y="0"/>
                    </a:lnTo>
                    <a:lnTo>
                      <a:pt x="0" y="89440"/>
                    </a:lnTo>
                    <a:lnTo>
                      <a:pt x="89439"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79" name="Google Shape;1879;p49"/>
              <p:cNvSpPr/>
              <p:nvPr/>
            </p:nvSpPr>
            <p:spPr>
              <a:xfrm>
                <a:off x="8924544" y="1616678"/>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80" name="Google Shape;1880;p49"/>
              <p:cNvSpPr/>
              <p:nvPr/>
            </p:nvSpPr>
            <p:spPr>
              <a:xfrm>
                <a:off x="8924544" y="1648491"/>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81" name="Google Shape;1881;p49"/>
              <p:cNvSpPr/>
              <p:nvPr/>
            </p:nvSpPr>
            <p:spPr>
              <a:xfrm>
                <a:off x="8924544" y="1680305"/>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82" name="Google Shape;1882;p49"/>
              <p:cNvSpPr/>
              <p:nvPr/>
            </p:nvSpPr>
            <p:spPr>
              <a:xfrm>
                <a:off x="8924544" y="1712118"/>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83" name="Google Shape;1883;p49"/>
              <p:cNvSpPr/>
              <p:nvPr/>
            </p:nvSpPr>
            <p:spPr>
              <a:xfrm>
                <a:off x="8924544" y="1743932"/>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84" name="Google Shape;1884;p49"/>
              <p:cNvSpPr/>
              <p:nvPr/>
            </p:nvSpPr>
            <p:spPr>
              <a:xfrm>
                <a:off x="8924544" y="1775841"/>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85" name="Google Shape;1885;p49"/>
              <p:cNvSpPr/>
              <p:nvPr/>
            </p:nvSpPr>
            <p:spPr>
              <a:xfrm>
                <a:off x="8924544" y="1807654"/>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86" name="Google Shape;1886;p49"/>
              <p:cNvSpPr/>
              <p:nvPr/>
            </p:nvSpPr>
            <p:spPr>
              <a:xfrm>
                <a:off x="8924544" y="1839468"/>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87" name="Google Shape;1887;p49"/>
              <p:cNvSpPr/>
              <p:nvPr/>
            </p:nvSpPr>
            <p:spPr>
              <a:xfrm>
                <a:off x="8924544" y="1871281"/>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88" name="Google Shape;1888;p49"/>
              <p:cNvSpPr/>
              <p:nvPr/>
            </p:nvSpPr>
            <p:spPr>
              <a:xfrm>
                <a:off x="8924544" y="1903095"/>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89" name="Google Shape;1889;p49"/>
              <p:cNvSpPr/>
              <p:nvPr/>
            </p:nvSpPr>
            <p:spPr>
              <a:xfrm>
                <a:off x="8924544" y="1934908"/>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90" name="Google Shape;1890;p49"/>
              <p:cNvSpPr/>
              <p:nvPr/>
            </p:nvSpPr>
            <p:spPr>
              <a:xfrm>
                <a:off x="8924544" y="1966817"/>
                <a:ext cx="120015" cy="11048"/>
              </a:xfrm>
              <a:custGeom>
                <a:avLst/>
                <a:gdLst/>
                <a:ahLst/>
                <a:cxnLst/>
                <a:rect l="l" t="t" r="r" b="b"/>
                <a:pathLst>
                  <a:path w="120015" h="11048" extrusionOk="0">
                    <a:moveTo>
                      <a:pt x="0" y="0"/>
                    </a:moveTo>
                    <a:lnTo>
                      <a:pt x="120015" y="0"/>
                    </a:lnTo>
                    <a:lnTo>
                      <a:pt x="120015" y="11049"/>
                    </a:lnTo>
                    <a:lnTo>
                      <a:pt x="0" y="1104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891" name="Google Shape;1891;p49"/>
            <p:cNvGrpSpPr/>
            <p:nvPr/>
          </p:nvGrpSpPr>
          <p:grpSpPr>
            <a:xfrm>
              <a:off x="8450928" y="1331404"/>
              <a:ext cx="342614" cy="473297"/>
              <a:chOff x="9058465" y="1331404"/>
              <a:chExt cx="342614" cy="473297"/>
            </a:xfrm>
          </p:grpSpPr>
          <p:sp>
            <p:nvSpPr>
              <p:cNvPr id="1892" name="Google Shape;1892;p49"/>
              <p:cNvSpPr/>
              <p:nvPr/>
            </p:nvSpPr>
            <p:spPr>
              <a:xfrm>
                <a:off x="9058465" y="1331404"/>
                <a:ext cx="342614" cy="473297"/>
              </a:xfrm>
              <a:custGeom>
                <a:avLst/>
                <a:gdLst/>
                <a:ahLst/>
                <a:cxnLst/>
                <a:rect l="l" t="t" r="r" b="b"/>
                <a:pathLst>
                  <a:path w="342614" h="473297" extrusionOk="0">
                    <a:moveTo>
                      <a:pt x="0" y="0"/>
                    </a:moveTo>
                    <a:lnTo>
                      <a:pt x="342614" y="0"/>
                    </a:lnTo>
                    <a:lnTo>
                      <a:pt x="342614" y="473297"/>
                    </a:lnTo>
                    <a:lnTo>
                      <a:pt x="0" y="473297"/>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93" name="Google Shape;1893;p49"/>
              <p:cNvSpPr/>
              <p:nvPr/>
            </p:nvSpPr>
            <p:spPr>
              <a:xfrm>
                <a:off x="9058465" y="1331404"/>
                <a:ext cx="89344" cy="89535"/>
              </a:xfrm>
              <a:custGeom>
                <a:avLst/>
                <a:gdLst/>
                <a:ahLst/>
                <a:cxnLst/>
                <a:rect l="l" t="t" r="r" b="b"/>
                <a:pathLst>
                  <a:path w="89344" h="89535" extrusionOk="0">
                    <a:moveTo>
                      <a:pt x="89345" y="0"/>
                    </a:moveTo>
                    <a:lnTo>
                      <a:pt x="0" y="0"/>
                    </a:lnTo>
                    <a:lnTo>
                      <a:pt x="0" y="89535"/>
                    </a:lnTo>
                    <a:lnTo>
                      <a:pt x="89345" y="0"/>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94" name="Google Shape;1894;p49"/>
              <p:cNvSpPr/>
              <p:nvPr/>
            </p:nvSpPr>
            <p:spPr>
              <a:xfrm>
                <a:off x="9130474" y="1384458"/>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95" name="Google Shape;1895;p49"/>
              <p:cNvSpPr/>
              <p:nvPr/>
            </p:nvSpPr>
            <p:spPr>
              <a:xfrm>
                <a:off x="9130474" y="1416367"/>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96" name="Google Shape;1896;p49"/>
              <p:cNvSpPr/>
              <p:nvPr/>
            </p:nvSpPr>
            <p:spPr>
              <a:xfrm>
                <a:off x="9130474" y="1448181"/>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97" name="Google Shape;1897;p49"/>
              <p:cNvSpPr/>
              <p:nvPr/>
            </p:nvSpPr>
            <p:spPr>
              <a:xfrm>
                <a:off x="9130474" y="1479994"/>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98" name="Google Shape;1898;p49"/>
              <p:cNvSpPr/>
              <p:nvPr/>
            </p:nvSpPr>
            <p:spPr>
              <a:xfrm>
                <a:off x="9130474" y="1511808"/>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99" name="Google Shape;1899;p49"/>
              <p:cNvSpPr/>
              <p:nvPr/>
            </p:nvSpPr>
            <p:spPr>
              <a:xfrm>
                <a:off x="9130474" y="1543621"/>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00" name="Google Shape;1900;p49"/>
              <p:cNvSpPr/>
              <p:nvPr/>
            </p:nvSpPr>
            <p:spPr>
              <a:xfrm>
                <a:off x="9130474" y="1575530"/>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01" name="Google Shape;1901;p49"/>
              <p:cNvSpPr/>
              <p:nvPr/>
            </p:nvSpPr>
            <p:spPr>
              <a:xfrm>
                <a:off x="9130474" y="1607343"/>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02" name="Google Shape;1902;p49"/>
              <p:cNvSpPr/>
              <p:nvPr/>
            </p:nvSpPr>
            <p:spPr>
              <a:xfrm>
                <a:off x="9130474" y="1639157"/>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03" name="Google Shape;1903;p49"/>
              <p:cNvSpPr/>
              <p:nvPr/>
            </p:nvSpPr>
            <p:spPr>
              <a:xfrm>
                <a:off x="9130474" y="1670970"/>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04" name="Google Shape;1904;p49"/>
              <p:cNvSpPr/>
              <p:nvPr/>
            </p:nvSpPr>
            <p:spPr>
              <a:xfrm>
                <a:off x="9130474" y="1702784"/>
                <a:ext cx="198501" cy="11048"/>
              </a:xfrm>
              <a:custGeom>
                <a:avLst/>
                <a:gdLst/>
                <a:ahLst/>
                <a:cxnLst/>
                <a:rect l="l" t="t" r="r" b="b"/>
                <a:pathLst>
                  <a:path w="198501" h="11048" extrusionOk="0">
                    <a:moveTo>
                      <a:pt x="0" y="0"/>
                    </a:moveTo>
                    <a:lnTo>
                      <a:pt x="198501" y="0"/>
                    </a:lnTo>
                    <a:lnTo>
                      <a:pt x="198501" y="11049"/>
                    </a:lnTo>
                    <a:lnTo>
                      <a:pt x="0" y="1104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05" name="Google Shape;1905;p49"/>
              <p:cNvSpPr/>
              <p:nvPr/>
            </p:nvSpPr>
            <p:spPr>
              <a:xfrm>
                <a:off x="9130474" y="1734597"/>
                <a:ext cx="120015" cy="11049"/>
              </a:xfrm>
              <a:custGeom>
                <a:avLst/>
                <a:gdLst/>
                <a:ahLst/>
                <a:cxnLst/>
                <a:rect l="l" t="t" r="r" b="b"/>
                <a:pathLst>
                  <a:path w="120015" h="11049" extrusionOk="0">
                    <a:moveTo>
                      <a:pt x="0" y="0"/>
                    </a:moveTo>
                    <a:lnTo>
                      <a:pt x="120015" y="0"/>
                    </a:lnTo>
                    <a:lnTo>
                      <a:pt x="120015" y="11049"/>
                    </a:lnTo>
                    <a:lnTo>
                      <a:pt x="0" y="11049"/>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909"/>
        <p:cNvGrpSpPr/>
        <p:nvPr/>
      </p:nvGrpSpPr>
      <p:grpSpPr>
        <a:xfrm>
          <a:off x="0" y="0"/>
          <a:ext cx="0" cy="0"/>
          <a:chOff x="0" y="0"/>
          <a:chExt cx="0" cy="0"/>
        </a:xfrm>
      </p:grpSpPr>
      <p:sp>
        <p:nvSpPr>
          <p:cNvPr id="1910" name="Google Shape;1910;p5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Resources</a:t>
            </a:r>
            <a:endParaRPr/>
          </a:p>
        </p:txBody>
      </p:sp>
      <p:sp>
        <p:nvSpPr>
          <p:cNvPr id="1911" name="Google Shape;1911;p50"/>
          <p:cNvSpPr txBox="1">
            <a:spLocks noGrp="1"/>
          </p:cNvSpPr>
          <p:nvPr>
            <p:ph type="body" idx="1"/>
          </p:nvPr>
        </p:nvSpPr>
        <p:spPr>
          <a:xfrm>
            <a:off x="720000" y="1215752"/>
            <a:ext cx="7704000" cy="341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Did you like the resources in this template? Get them on these websites:</a:t>
            </a:r>
            <a:endParaRPr/>
          </a:p>
          <a:p>
            <a:pPr marL="0" lvl="0" indent="0" algn="l" rtl="0">
              <a:spcBef>
                <a:spcPts val="1000"/>
              </a:spcBef>
              <a:spcAft>
                <a:spcPts val="0"/>
              </a:spcAft>
              <a:buNone/>
            </a:pPr>
            <a:r>
              <a:rPr lang="en"/>
              <a:t>Vectors:</a:t>
            </a:r>
            <a:endParaRPr/>
          </a:p>
          <a:p>
            <a:pPr marL="457200" lvl="0" indent="-304800" algn="l" rtl="0">
              <a:spcBef>
                <a:spcPts val="0"/>
              </a:spcBef>
              <a:spcAft>
                <a:spcPts val="0"/>
              </a:spcAft>
              <a:buClr>
                <a:schemeClr val="dk1"/>
              </a:buClr>
              <a:buSzPts val="1200"/>
              <a:buFont typeface="Lato"/>
              <a:buChar char="●"/>
            </a:pPr>
            <a:r>
              <a:rPr lang="en" u="sng">
                <a:solidFill>
                  <a:schemeClr val="hlink"/>
                </a:solidFill>
                <a:hlinkClick r:id="rId3"/>
              </a:rPr>
              <a:t>Illustrated cms concept in flat design</a:t>
            </a:r>
            <a:endParaRPr/>
          </a:p>
          <a:p>
            <a:pPr marL="457200" lvl="0" indent="-304800" algn="l" rtl="0">
              <a:spcBef>
                <a:spcPts val="0"/>
              </a:spcBef>
              <a:spcAft>
                <a:spcPts val="0"/>
              </a:spcAft>
              <a:buClr>
                <a:schemeClr val="dk1"/>
              </a:buClr>
              <a:buSzPts val="1200"/>
              <a:buFont typeface="Lato"/>
              <a:buChar char="●"/>
            </a:pPr>
            <a:r>
              <a:rPr lang="en" u="sng">
                <a:solidFill>
                  <a:schemeClr val="hlink"/>
                </a:solidFill>
                <a:hlinkClick r:id="rId4"/>
              </a:rPr>
              <a:t>Cms concept illustration in flat design</a:t>
            </a:r>
            <a:endParaRPr/>
          </a:p>
          <a:p>
            <a:pPr marL="0" lvl="0" indent="0" algn="l" rtl="0">
              <a:spcBef>
                <a:spcPts val="1000"/>
              </a:spcBef>
              <a:spcAft>
                <a:spcPts val="0"/>
              </a:spcAft>
              <a:buNone/>
            </a:pPr>
            <a:r>
              <a:rPr lang="en"/>
              <a:t>Photos:</a:t>
            </a:r>
            <a:endParaRPr/>
          </a:p>
          <a:p>
            <a:pPr marL="457200" lvl="0" indent="-304800" algn="l" rtl="0">
              <a:spcBef>
                <a:spcPts val="0"/>
              </a:spcBef>
              <a:spcAft>
                <a:spcPts val="0"/>
              </a:spcAft>
              <a:buSzPts val="1200"/>
              <a:buFont typeface="Lato Light"/>
              <a:buChar char="●"/>
            </a:pPr>
            <a:r>
              <a:rPr lang="en" u="sng">
                <a:solidFill>
                  <a:schemeClr val="hlink"/>
                </a:solidFill>
                <a:hlinkClick r:id="rId5"/>
              </a:rPr>
              <a:t>High angle man working on laptop</a:t>
            </a:r>
            <a:endParaRPr/>
          </a:p>
          <a:p>
            <a:pPr marL="457200" lvl="0" indent="-304800" algn="l" rtl="0">
              <a:spcBef>
                <a:spcPts val="0"/>
              </a:spcBef>
              <a:spcAft>
                <a:spcPts val="0"/>
              </a:spcAft>
              <a:buSzPts val="1200"/>
              <a:buFont typeface="Lato Light"/>
              <a:buChar char="●"/>
            </a:pPr>
            <a:r>
              <a:rPr lang="en" u="sng">
                <a:solidFill>
                  <a:schemeClr val="hlink"/>
                </a:solidFill>
                <a:hlinkClick r:id="rId6"/>
              </a:rPr>
              <a:t>People working together in an animation studio</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915"/>
        <p:cNvGrpSpPr/>
        <p:nvPr/>
      </p:nvGrpSpPr>
      <p:grpSpPr>
        <a:xfrm>
          <a:off x="0" y="0"/>
          <a:ext cx="0" cy="0"/>
          <a:chOff x="0" y="0"/>
          <a:chExt cx="0" cy="0"/>
        </a:xfrm>
      </p:grpSpPr>
      <p:sp>
        <p:nvSpPr>
          <p:cNvPr id="1916" name="Google Shape;1916;p51"/>
          <p:cNvSpPr txBox="1">
            <a:spLocks noGrp="1"/>
          </p:cNvSpPr>
          <p:nvPr>
            <p:ph type="title"/>
          </p:nvPr>
        </p:nvSpPr>
        <p:spPr>
          <a:xfrm>
            <a:off x="716700"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Instructions for use</a:t>
            </a:r>
            <a:endParaRPr/>
          </a:p>
        </p:txBody>
      </p:sp>
      <p:sp>
        <p:nvSpPr>
          <p:cNvPr id="1917" name="Google Shape;1917;p51"/>
          <p:cNvSpPr txBox="1"/>
          <p:nvPr/>
        </p:nvSpPr>
        <p:spPr>
          <a:xfrm>
            <a:off x="716700" y="1188000"/>
            <a:ext cx="7710600" cy="3444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100">
                <a:solidFill>
                  <a:schemeClr val="lt1"/>
                </a:solidFill>
              </a:rPr>
              <a:t>If you have a free account, in order to use this template, you must credit </a:t>
            </a:r>
            <a:r>
              <a:rPr lang="en" sz="1100" b="1" u="sng">
                <a:solidFill>
                  <a:schemeClr val="hlink"/>
                </a:solidFill>
                <a:hlinkClick r:id="rId3"/>
              </a:rPr>
              <a:t>Slidesgo</a:t>
            </a:r>
            <a:r>
              <a:rPr lang="en" sz="1100" b="1">
                <a:solidFill>
                  <a:schemeClr val="hlink"/>
                </a:solidFill>
              </a:rPr>
              <a:t> </a:t>
            </a:r>
            <a:r>
              <a:rPr lang="en" sz="1100">
                <a:solidFill>
                  <a:schemeClr val="lt1"/>
                </a:solidFill>
              </a:rPr>
              <a:t>by keeping the </a:t>
            </a:r>
            <a:r>
              <a:rPr lang="en" sz="1100" b="1" u="sng">
                <a:solidFill>
                  <a:schemeClr val="hlink"/>
                </a:solidFill>
                <a:hlinkClick r:id="rId4" action="ppaction://hlinksldjump"/>
              </a:rPr>
              <a:t>Thanks</a:t>
            </a:r>
            <a:r>
              <a:rPr lang="en" sz="1100">
                <a:solidFill>
                  <a:schemeClr val="lt1"/>
                </a:solidFill>
              </a:rPr>
              <a:t> slide. Please refer to the next slide to read the instructions for premium users.</a:t>
            </a:r>
            <a:endParaRPr sz="1100">
              <a:solidFill>
                <a:schemeClr val="lt1"/>
              </a:solidFill>
            </a:endParaRPr>
          </a:p>
          <a:p>
            <a:pPr marL="0" lvl="0" indent="0" algn="l" rtl="0">
              <a:spcBef>
                <a:spcPts val="1000"/>
              </a:spcBef>
              <a:spcAft>
                <a:spcPts val="0"/>
              </a:spcAft>
              <a:buClr>
                <a:schemeClr val="dk1"/>
              </a:buClr>
              <a:buSzPts val="1100"/>
              <a:buFont typeface="Arial"/>
              <a:buNone/>
            </a:pPr>
            <a:r>
              <a:rPr lang="en" sz="1100" b="1">
                <a:solidFill>
                  <a:schemeClr val="hlink"/>
                </a:solidFill>
              </a:rPr>
              <a:t>As a Free user, you are allowed to:</a:t>
            </a:r>
            <a:endParaRPr sz="1100" b="1">
              <a:solidFill>
                <a:schemeClr val="hlink"/>
              </a:solidFill>
            </a:endParaRPr>
          </a:p>
          <a:p>
            <a:pPr marL="457200" lvl="0" indent="-298450" algn="l" rtl="0">
              <a:spcBef>
                <a:spcPts val="400"/>
              </a:spcBef>
              <a:spcAft>
                <a:spcPts val="0"/>
              </a:spcAft>
              <a:buClr>
                <a:schemeClr val="lt1"/>
              </a:buClr>
              <a:buSzPts val="1100"/>
              <a:buChar char="●"/>
            </a:pPr>
            <a:r>
              <a:rPr lang="en" sz="1100">
                <a:solidFill>
                  <a:schemeClr val="lt1"/>
                </a:solidFill>
              </a:rPr>
              <a:t>Modify this template.</a:t>
            </a:r>
            <a:endParaRPr sz="1100">
              <a:solidFill>
                <a:schemeClr val="lt1"/>
              </a:solidFill>
            </a:endParaRPr>
          </a:p>
          <a:p>
            <a:pPr marL="457200" lvl="0" indent="-298450" algn="l" rtl="0">
              <a:spcBef>
                <a:spcPts val="0"/>
              </a:spcBef>
              <a:spcAft>
                <a:spcPts val="0"/>
              </a:spcAft>
              <a:buClr>
                <a:schemeClr val="lt1"/>
              </a:buClr>
              <a:buSzPts val="1100"/>
              <a:buChar char="●"/>
            </a:pPr>
            <a:r>
              <a:rPr lang="en" sz="1100">
                <a:solidFill>
                  <a:schemeClr val="lt1"/>
                </a:solidFill>
              </a:rPr>
              <a:t>Use it for both personal and commercial projects.</a:t>
            </a:r>
            <a:endParaRPr sz="1100">
              <a:solidFill>
                <a:schemeClr val="lt1"/>
              </a:solidFill>
            </a:endParaRPr>
          </a:p>
          <a:p>
            <a:pPr marL="0" lvl="0" indent="0" algn="l" rtl="0">
              <a:spcBef>
                <a:spcPts val="1400"/>
              </a:spcBef>
              <a:spcAft>
                <a:spcPts val="0"/>
              </a:spcAft>
              <a:buClr>
                <a:schemeClr val="dk1"/>
              </a:buClr>
              <a:buSzPts val="1100"/>
              <a:buFont typeface="Arial"/>
              <a:buNone/>
            </a:pPr>
            <a:r>
              <a:rPr lang="en" sz="1100" b="1">
                <a:solidFill>
                  <a:schemeClr val="hlink"/>
                </a:solidFill>
              </a:rPr>
              <a:t>You are not allowed to:</a:t>
            </a:r>
            <a:endParaRPr sz="1100" b="1">
              <a:solidFill>
                <a:schemeClr val="hlink"/>
              </a:solidFill>
            </a:endParaRPr>
          </a:p>
          <a:p>
            <a:pPr marL="457200" lvl="0" indent="-298450" algn="l" rtl="0">
              <a:spcBef>
                <a:spcPts val="0"/>
              </a:spcBef>
              <a:spcAft>
                <a:spcPts val="0"/>
              </a:spcAft>
              <a:buClr>
                <a:schemeClr val="lt1"/>
              </a:buClr>
              <a:buSzPts val="1100"/>
              <a:buChar char="●"/>
            </a:pPr>
            <a:r>
              <a:rPr lang="en" sz="1100">
                <a:solidFill>
                  <a:schemeClr val="lt1"/>
                </a:solidFill>
              </a:rPr>
              <a:t>Sublicense, sell or rent any of Slidesgo Content (or a modified version of Slidesgo Content).</a:t>
            </a:r>
            <a:endParaRPr sz="1100">
              <a:solidFill>
                <a:schemeClr val="lt1"/>
              </a:solidFill>
            </a:endParaRPr>
          </a:p>
          <a:p>
            <a:pPr marL="457200" lvl="0" indent="-298450" algn="l" rtl="0">
              <a:spcBef>
                <a:spcPts val="0"/>
              </a:spcBef>
              <a:spcAft>
                <a:spcPts val="0"/>
              </a:spcAft>
              <a:buClr>
                <a:schemeClr val="lt1"/>
              </a:buClr>
              <a:buSzPts val="1100"/>
              <a:buChar char="●"/>
            </a:pPr>
            <a:r>
              <a:rPr lang="en" sz="1100">
                <a:solidFill>
                  <a:schemeClr val="lt1"/>
                </a:solidFill>
              </a:rPr>
              <a:t>Distribute Slidesgo Content unless it has been expressly authorized by Slidesgo.</a:t>
            </a:r>
            <a:endParaRPr sz="1100">
              <a:solidFill>
                <a:schemeClr val="lt1"/>
              </a:solidFill>
            </a:endParaRPr>
          </a:p>
          <a:p>
            <a:pPr marL="457200" lvl="0" indent="-298450" algn="l" rtl="0">
              <a:spcBef>
                <a:spcPts val="0"/>
              </a:spcBef>
              <a:spcAft>
                <a:spcPts val="0"/>
              </a:spcAft>
              <a:buClr>
                <a:schemeClr val="lt1"/>
              </a:buClr>
              <a:buSzPts val="1100"/>
              <a:buChar char="●"/>
            </a:pPr>
            <a:r>
              <a:rPr lang="en" sz="1100">
                <a:solidFill>
                  <a:schemeClr val="lt1"/>
                </a:solidFill>
              </a:rPr>
              <a:t>Include Slidesgo Content in an online or offline database or file.</a:t>
            </a:r>
            <a:endParaRPr sz="1100">
              <a:solidFill>
                <a:schemeClr val="lt1"/>
              </a:solidFill>
            </a:endParaRPr>
          </a:p>
          <a:p>
            <a:pPr marL="457200" lvl="0" indent="-298450" algn="l" rtl="0">
              <a:spcBef>
                <a:spcPts val="0"/>
              </a:spcBef>
              <a:spcAft>
                <a:spcPts val="0"/>
              </a:spcAft>
              <a:buClr>
                <a:schemeClr val="lt1"/>
              </a:buClr>
              <a:buSzPts val="1100"/>
              <a:buChar char="●"/>
            </a:pPr>
            <a:r>
              <a:rPr lang="en" sz="1100">
                <a:solidFill>
                  <a:schemeClr val="lt1"/>
                </a:solidFill>
              </a:rPr>
              <a:t>Offer Slidesgo templates (or modified versions of Slidesgo templates) for download.</a:t>
            </a:r>
            <a:endParaRPr sz="1100">
              <a:solidFill>
                <a:schemeClr val="lt1"/>
              </a:solidFill>
            </a:endParaRPr>
          </a:p>
          <a:p>
            <a:pPr marL="457200" lvl="0" indent="-298450" algn="l" rtl="0">
              <a:spcBef>
                <a:spcPts val="0"/>
              </a:spcBef>
              <a:spcAft>
                <a:spcPts val="0"/>
              </a:spcAft>
              <a:buClr>
                <a:schemeClr val="lt1"/>
              </a:buClr>
              <a:buSzPts val="1100"/>
              <a:buChar char="●"/>
            </a:pPr>
            <a:r>
              <a:rPr lang="en" sz="1100">
                <a:solidFill>
                  <a:schemeClr val="lt1"/>
                </a:solidFill>
              </a:rPr>
              <a:t>Acquire the copyright of Slidesgo Content.</a:t>
            </a:r>
            <a:endParaRPr sz="1100">
              <a:solidFill>
                <a:schemeClr val="lt1"/>
              </a:solidFill>
            </a:endParaRPr>
          </a:p>
          <a:p>
            <a:pPr marL="0" lvl="0" indent="0" algn="l" rtl="0">
              <a:spcBef>
                <a:spcPts val="0"/>
              </a:spcBef>
              <a:spcAft>
                <a:spcPts val="0"/>
              </a:spcAft>
              <a:buNone/>
            </a:pPr>
            <a:endParaRPr sz="1100">
              <a:solidFill>
                <a:schemeClr val="lt1"/>
              </a:solidFill>
            </a:endParaRPr>
          </a:p>
          <a:p>
            <a:pPr marL="0" lvl="0" indent="0" algn="l" rtl="0">
              <a:spcBef>
                <a:spcPts val="0"/>
              </a:spcBef>
              <a:spcAft>
                <a:spcPts val="0"/>
              </a:spcAft>
              <a:buNone/>
            </a:pPr>
            <a:endParaRPr sz="1100">
              <a:solidFill>
                <a:schemeClr val="lt1"/>
              </a:solidFill>
            </a:endParaRPr>
          </a:p>
          <a:p>
            <a:pPr marL="0" lvl="0" indent="0" algn="l" rtl="0">
              <a:spcBef>
                <a:spcPts val="0"/>
              </a:spcBef>
              <a:spcAft>
                <a:spcPts val="0"/>
              </a:spcAft>
              <a:buClr>
                <a:schemeClr val="dk1"/>
              </a:buClr>
              <a:buSzPts val="1100"/>
              <a:buFont typeface="Arial"/>
              <a:buNone/>
            </a:pPr>
            <a:endParaRPr sz="1100">
              <a:solidFill>
                <a:schemeClr val="lt1"/>
              </a:solidFill>
            </a:endParaRPr>
          </a:p>
          <a:p>
            <a:pPr marL="0" lvl="0" indent="0" algn="l" rtl="0">
              <a:spcBef>
                <a:spcPts val="0"/>
              </a:spcBef>
              <a:spcAft>
                <a:spcPts val="0"/>
              </a:spcAft>
              <a:buClr>
                <a:schemeClr val="dk1"/>
              </a:buClr>
              <a:buSzPts val="1100"/>
              <a:buFont typeface="Arial"/>
              <a:buNone/>
            </a:pPr>
            <a:endParaRPr sz="1100">
              <a:solidFill>
                <a:schemeClr val="lt1"/>
              </a:solidFill>
            </a:endParaRPr>
          </a:p>
          <a:p>
            <a:pPr marL="0" lvl="0" indent="0" algn="ctr" rtl="0">
              <a:spcBef>
                <a:spcPts val="0"/>
              </a:spcBef>
              <a:spcAft>
                <a:spcPts val="0"/>
              </a:spcAft>
              <a:buClr>
                <a:srgbClr val="0E2A47"/>
              </a:buClr>
              <a:buSzPts val="1100"/>
              <a:buFont typeface="Arial"/>
              <a:buNone/>
            </a:pPr>
            <a:r>
              <a:rPr lang="en" sz="1100">
                <a:solidFill>
                  <a:schemeClr val="lt1"/>
                </a:solidFill>
              </a:rPr>
              <a:t>For more information about editing slides, please read our FAQs or visit our blog:</a:t>
            </a:r>
            <a:endParaRPr sz="1100">
              <a:solidFill>
                <a:schemeClr val="lt1"/>
              </a:solidFill>
            </a:endParaRPr>
          </a:p>
          <a:p>
            <a:pPr marL="0" lvl="0" indent="0" algn="ctr" rtl="0">
              <a:spcBef>
                <a:spcPts val="0"/>
              </a:spcBef>
              <a:spcAft>
                <a:spcPts val="0"/>
              </a:spcAft>
              <a:buClr>
                <a:srgbClr val="0E2A47"/>
              </a:buClr>
              <a:buSzPts val="1100"/>
              <a:buFont typeface="Arial"/>
              <a:buNone/>
            </a:pPr>
            <a:r>
              <a:rPr lang="en" sz="1100" b="1" u="sng">
                <a:solidFill>
                  <a:schemeClr val="hlink"/>
                </a:solidFill>
                <a:hlinkClick r:id="rId5"/>
              </a:rPr>
              <a:t>https://slidesgo.com/faqs</a:t>
            </a:r>
            <a:r>
              <a:rPr lang="en" sz="1100">
                <a:solidFill>
                  <a:schemeClr val="lt1"/>
                </a:solidFill>
              </a:rPr>
              <a:t> and </a:t>
            </a:r>
            <a:r>
              <a:rPr lang="en" sz="1100" b="1" u="sng">
                <a:solidFill>
                  <a:schemeClr val="hlink"/>
                </a:solidFill>
                <a:hlinkClick r:id="rId6"/>
              </a:rPr>
              <a:t>https://slidesgo.com/slidesgo-school</a:t>
            </a:r>
            <a:endParaRPr sz="1100">
              <a:solidFill>
                <a:srgbClr val="FFFFFF"/>
              </a:solidFil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921"/>
        <p:cNvGrpSpPr/>
        <p:nvPr/>
      </p:nvGrpSpPr>
      <p:grpSpPr>
        <a:xfrm>
          <a:off x="0" y="0"/>
          <a:ext cx="0" cy="0"/>
          <a:chOff x="0" y="0"/>
          <a:chExt cx="0" cy="0"/>
        </a:xfrm>
      </p:grpSpPr>
      <p:sp>
        <p:nvSpPr>
          <p:cNvPr id="1922" name="Google Shape;1922;p52"/>
          <p:cNvSpPr txBox="1"/>
          <p:nvPr/>
        </p:nvSpPr>
        <p:spPr>
          <a:xfrm>
            <a:off x="716775" y="1188000"/>
            <a:ext cx="7710600" cy="3444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rgbClr val="0E2A47"/>
              </a:buClr>
              <a:buSzPts val="1100"/>
              <a:buFont typeface="Arial"/>
              <a:buNone/>
            </a:pPr>
            <a:r>
              <a:rPr lang="en" sz="1100">
                <a:solidFill>
                  <a:schemeClr val="lt1"/>
                </a:solidFill>
              </a:rPr>
              <a:t>As a Premium user, you can use this template without attributing </a:t>
            </a:r>
            <a:r>
              <a:rPr lang="en" sz="1100" b="1" u="sng">
                <a:solidFill>
                  <a:schemeClr val="hlink"/>
                </a:solidFill>
                <a:hlinkClick r:id="rId3"/>
              </a:rPr>
              <a:t>Slidesgo</a:t>
            </a:r>
            <a:r>
              <a:rPr lang="en" sz="1100" b="1">
                <a:solidFill>
                  <a:schemeClr val="hlink"/>
                </a:solidFill>
              </a:rPr>
              <a:t> </a:t>
            </a:r>
            <a:r>
              <a:rPr lang="en" sz="1100">
                <a:solidFill>
                  <a:schemeClr val="lt1"/>
                </a:solidFill>
              </a:rPr>
              <a:t>or keeping the "</a:t>
            </a:r>
            <a:r>
              <a:rPr lang="en" sz="1100" b="1" u="sng">
                <a:solidFill>
                  <a:schemeClr val="hlink"/>
                </a:solidFill>
                <a:hlinkClick r:id="rId4" action="ppaction://hlinksldjump"/>
              </a:rPr>
              <a:t>Thanks</a:t>
            </a:r>
            <a:r>
              <a:rPr lang="en" sz="1100">
                <a:solidFill>
                  <a:schemeClr val="lt1"/>
                </a:solidFill>
              </a:rPr>
              <a:t>" slide.</a:t>
            </a:r>
            <a:endParaRPr sz="1100">
              <a:solidFill>
                <a:schemeClr val="lt1"/>
              </a:solidFill>
            </a:endParaRPr>
          </a:p>
          <a:p>
            <a:pPr marL="0" lvl="0" indent="0" algn="l" rtl="0">
              <a:spcBef>
                <a:spcPts val="1000"/>
              </a:spcBef>
              <a:spcAft>
                <a:spcPts val="0"/>
              </a:spcAft>
              <a:buClr>
                <a:schemeClr val="dk1"/>
              </a:buClr>
              <a:buSzPts val="1100"/>
              <a:buFont typeface="Arial"/>
              <a:buNone/>
            </a:pPr>
            <a:r>
              <a:rPr lang="en" sz="1100" b="1">
                <a:solidFill>
                  <a:schemeClr val="hlink"/>
                </a:solidFill>
              </a:rPr>
              <a:t>You are allowed to:</a:t>
            </a:r>
            <a:endParaRPr sz="1100" b="1">
              <a:solidFill>
                <a:schemeClr val="hlink"/>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Modify this template.</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Use it for both personal and commercial purposes.</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Hide or delete the “Thanks” slide and the mention to Slidesgo in the credits.</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Share this template in an editable format with people who are not part of your team.</a:t>
            </a:r>
            <a:endParaRPr sz="1100">
              <a:solidFill>
                <a:schemeClr val="lt1"/>
              </a:solidFill>
            </a:endParaRPr>
          </a:p>
          <a:p>
            <a:pPr marL="0" lvl="0" indent="0" algn="l" rtl="0">
              <a:spcBef>
                <a:spcPts val="1000"/>
              </a:spcBef>
              <a:spcAft>
                <a:spcPts val="0"/>
              </a:spcAft>
              <a:buClr>
                <a:schemeClr val="dk1"/>
              </a:buClr>
              <a:buSzPts val="1100"/>
              <a:buFont typeface="Arial"/>
              <a:buNone/>
            </a:pPr>
            <a:r>
              <a:rPr lang="en" sz="1100" b="1">
                <a:solidFill>
                  <a:schemeClr val="hlink"/>
                </a:solidFill>
              </a:rPr>
              <a:t>You are not allowed to:</a:t>
            </a:r>
            <a:endParaRPr sz="1100" b="1">
              <a:solidFill>
                <a:schemeClr val="hlink"/>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Sublicense, sell or rent this Slidesgo Template (or a modified version of this Slidesgo Template).</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Distribute this Slidesgo Template (or a modified version of this Slidesgo Template) or include it in a database or in any other product or service that offers downloadable images, icons or presentations that may be subject to distribution or resale.</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Use any of the elements that are part of this Slidesgo Template in an isolated and separated way from this Template.</a:t>
            </a:r>
            <a:endParaRPr sz="1100">
              <a:solidFill>
                <a:schemeClr val="lt1"/>
              </a:solidFill>
            </a:endParaRPr>
          </a:p>
          <a:p>
            <a:pPr marL="457200" lvl="0" indent="-298450" algn="l" rtl="0">
              <a:spcBef>
                <a:spcPts val="0"/>
              </a:spcBef>
              <a:spcAft>
                <a:spcPts val="0"/>
              </a:spcAft>
              <a:buClr>
                <a:schemeClr val="lt1"/>
              </a:buClr>
              <a:buSzPts val="1100"/>
              <a:buFont typeface="Arial"/>
              <a:buChar char="●"/>
            </a:pPr>
            <a:r>
              <a:rPr lang="en" sz="1100">
                <a:solidFill>
                  <a:schemeClr val="lt1"/>
                </a:solidFill>
              </a:rPr>
              <a:t>Register any of the elements that are part of this template as a trademark or logo, or register it as a work in an intellectual property registry or similar.</a:t>
            </a:r>
            <a:endParaRPr sz="1100">
              <a:solidFill>
                <a:schemeClr val="lt1"/>
              </a:solidFill>
            </a:endParaRPr>
          </a:p>
          <a:p>
            <a:pPr marL="0" lvl="0" indent="0" algn="l" rtl="0">
              <a:spcBef>
                <a:spcPts val="0"/>
              </a:spcBef>
              <a:spcAft>
                <a:spcPts val="0"/>
              </a:spcAft>
              <a:buClr>
                <a:schemeClr val="dk1"/>
              </a:buClr>
              <a:buSzPts val="1100"/>
              <a:buFont typeface="Arial"/>
              <a:buNone/>
            </a:pPr>
            <a:endParaRPr sz="1100">
              <a:solidFill>
                <a:schemeClr val="lt1"/>
              </a:solidFill>
            </a:endParaRPr>
          </a:p>
          <a:p>
            <a:pPr marL="0" lvl="0" indent="0" algn="ctr" rtl="0">
              <a:spcBef>
                <a:spcPts val="0"/>
              </a:spcBef>
              <a:spcAft>
                <a:spcPts val="0"/>
              </a:spcAft>
              <a:buClr>
                <a:schemeClr val="dk1"/>
              </a:buClr>
              <a:buSzPts val="1100"/>
              <a:buFont typeface="Arial"/>
              <a:buNone/>
            </a:pPr>
            <a:r>
              <a:rPr lang="en" sz="1100">
                <a:solidFill>
                  <a:schemeClr val="lt1"/>
                </a:solidFill>
              </a:rPr>
              <a:t>For more information about editing slides, please read our FAQs or visit our blog:</a:t>
            </a:r>
            <a:endParaRPr sz="1100">
              <a:solidFill>
                <a:schemeClr val="lt1"/>
              </a:solidFill>
            </a:endParaRPr>
          </a:p>
          <a:p>
            <a:pPr marL="0" lvl="0" indent="0" algn="ctr" rtl="0">
              <a:spcBef>
                <a:spcPts val="0"/>
              </a:spcBef>
              <a:spcAft>
                <a:spcPts val="0"/>
              </a:spcAft>
              <a:buClr>
                <a:schemeClr val="dk1"/>
              </a:buClr>
              <a:buSzPts val="1100"/>
              <a:buFont typeface="Arial"/>
              <a:buNone/>
            </a:pPr>
            <a:r>
              <a:rPr lang="en" sz="1100" b="1" u="sng">
                <a:solidFill>
                  <a:schemeClr val="hlink"/>
                </a:solidFill>
                <a:hlinkClick r:id="rId5"/>
              </a:rPr>
              <a:t>https://slidesgo.com/faqs</a:t>
            </a:r>
            <a:r>
              <a:rPr lang="en" sz="1100">
                <a:solidFill>
                  <a:schemeClr val="lt1"/>
                </a:solidFill>
              </a:rPr>
              <a:t> and </a:t>
            </a:r>
            <a:r>
              <a:rPr lang="en" sz="1100" b="1" u="sng">
                <a:solidFill>
                  <a:schemeClr val="hlink"/>
                </a:solidFill>
                <a:hlinkClick r:id="rId6"/>
              </a:rPr>
              <a:t>https://slidesgo.com/slidesgo-school</a:t>
            </a:r>
            <a:endParaRPr sz="1000">
              <a:solidFill>
                <a:schemeClr val="lt1"/>
              </a:solidFill>
            </a:endParaRPr>
          </a:p>
        </p:txBody>
      </p:sp>
      <p:sp>
        <p:nvSpPr>
          <p:cNvPr id="1923" name="Google Shape;1923;p52"/>
          <p:cNvSpPr txBox="1">
            <a:spLocks noGrp="1"/>
          </p:cNvSpPr>
          <p:nvPr>
            <p:ph type="title"/>
          </p:nvPr>
        </p:nvSpPr>
        <p:spPr>
          <a:xfrm>
            <a:off x="716700"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Instructions for use (premium users)</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927"/>
        <p:cNvGrpSpPr/>
        <p:nvPr/>
      </p:nvGrpSpPr>
      <p:grpSpPr>
        <a:xfrm>
          <a:off x="0" y="0"/>
          <a:ext cx="0" cy="0"/>
          <a:chOff x="0" y="0"/>
          <a:chExt cx="0" cy="0"/>
        </a:xfrm>
      </p:grpSpPr>
      <p:sp>
        <p:nvSpPr>
          <p:cNvPr id="1928" name="Google Shape;1928;p53"/>
          <p:cNvSpPr txBox="1"/>
          <p:nvPr/>
        </p:nvSpPr>
        <p:spPr>
          <a:xfrm>
            <a:off x="716700" y="1188000"/>
            <a:ext cx="7710600" cy="1373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100">
                <a:solidFill>
                  <a:srgbClr val="FFFFFF"/>
                </a:solidFill>
              </a:rPr>
              <a:t>This presentation has been made using the following fonts:</a:t>
            </a:r>
            <a:endParaRPr sz="1100">
              <a:solidFill>
                <a:srgbClr val="FFFFFF"/>
              </a:solidFill>
            </a:endParaRPr>
          </a:p>
          <a:p>
            <a:pPr marL="0" lvl="0" indent="0" algn="ctr" rtl="0">
              <a:spcBef>
                <a:spcPts val="1000"/>
              </a:spcBef>
              <a:spcAft>
                <a:spcPts val="0"/>
              </a:spcAft>
              <a:buClr>
                <a:schemeClr val="dk1"/>
              </a:buClr>
              <a:buSzPts val="1100"/>
              <a:buFont typeface="Arial"/>
              <a:buNone/>
            </a:pPr>
            <a:r>
              <a:rPr lang="en" sz="1100" b="1">
                <a:solidFill>
                  <a:srgbClr val="FFFFFF"/>
                </a:solidFill>
              </a:rPr>
              <a:t>Epilogue</a:t>
            </a:r>
            <a:endParaRPr sz="1100" b="1">
              <a:solidFill>
                <a:srgbClr val="FFFFFF"/>
              </a:solidFill>
            </a:endParaRPr>
          </a:p>
          <a:p>
            <a:pPr marL="0" lvl="0" indent="0" algn="ctr" rtl="0">
              <a:spcBef>
                <a:spcPts val="0"/>
              </a:spcBef>
              <a:spcAft>
                <a:spcPts val="0"/>
              </a:spcAft>
              <a:buClr>
                <a:schemeClr val="dk1"/>
              </a:buClr>
              <a:buSzPts val="1100"/>
              <a:buFont typeface="Arial"/>
              <a:buNone/>
            </a:pPr>
            <a:r>
              <a:rPr lang="en" sz="1100" u="sng">
                <a:solidFill>
                  <a:srgbClr val="FFFFFF"/>
                </a:solidFill>
                <a:hlinkClick r:id="rId3">
                  <a:extLst>
                    <a:ext uri="{A12FA001-AC4F-418D-AE19-62706E023703}">
                      <ahyp:hlinkClr xmlns:ahyp="http://schemas.microsoft.com/office/drawing/2018/hyperlinkcolor" val="tx"/>
                    </a:ext>
                  </a:extLst>
                </a:hlinkClick>
              </a:rPr>
              <a:t>https://fonts.google.com/specimen/Epilogue</a:t>
            </a:r>
            <a:endParaRPr sz="1100">
              <a:solidFill>
                <a:srgbClr val="FFFFFF"/>
              </a:solidFill>
            </a:endParaRPr>
          </a:p>
          <a:p>
            <a:pPr marL="0" lvl="0" indent="0" algn="ctr" rtl="0">
              <a:spcBef>
                <a:spcPts val="0"/>
              </a:spcBef>
              <a:spcAft>
                <a:spcPts val="0"/>
              </a:spcAft>
              <a:buClr>
                <a:schemeClr val="dk1"/>
              </a:buClr>
              <a:buSzPts val="1100"/>
              <a:buFont typeface="Arial"/>
              <a:buNone/>
            </a:pPr>
            <a:endParaRPr sz="1100">
              <a:solidFill>
                <a:srgbClr val="FFFFFF"/>
              </a:solidFill>
            </a:endParaRPr>
          </a:p>
          <a:p>
            <a:pPr marL="0" lvl="0" indent="0" algn="ctr" rtl="0">
              <a:spcBef>
                <a:spcPts val="0"/>
              </a:spcBef>
              <a:spcAft>
                <a:spcPts val="0"/>
              </a:spcAft>
              <a:buClr>
                <a:schemeClr val="dk1"/>
              </a:buClr>
              <a:buSzPts val="1100"/>
              <a:buFont typeface="Arial"/>
              <a:buNone/>
            </a:pPr>
            <a:r>
              <a:rPr lang="en" sz="1100" b="1">
                <a:solidFill>
                  <a:srgbClr val="FFFFFF"/>
                </a:solidFill>
              </a:rPr>
              <a:t>Lato</a:t>
            </a:r>
            <a:endParaRPr sz="1100" b="1">
              <a:solidFill>
                <a:srgbClr val="FFFFFF"/>
              </a:solidFill>
            </a:endParaRPr>
          </a:p>
          <a:p>
            <a:pPr marL="0" lvl="0" indent="0" algn="ctr" rtl="0">
              <a:spcBef>
                <a:spcPts val="0"/>
              </a:spcBef>
              <a:spcAft>
                <a:spcPts val="0"/>
              </a:spcAft>
              <a:buClr>
                <a:schemeClr val="dk1"/>
              </a:buClr>
              <a:buSzPts val="1100"/>
              <a:buFont typeface="Arial"/>
              <a:buNone/>
            </a:pPr>
            <a:r>
              <a:rPr lang="en" sz="1100" u="sng">
                <a:solidFill>
                  <a:srgbClr val="FFFFFF"/>
                </a:solidFill>
                <a:hlinkClick r:id="rId4">
                  <a:extLst>
                    <a:ext uri="{A12FA001-AC4F-418D-AE19-62706E023703}">
                      <ahyp:hlinkClr xmlns:ahyp="http://schemas.microsoft.com/office/drawing/2018/hyperlinkcolor" val="tx"/>
                    </a:ext>
                  </a:extLst>
                </a:hlinkClick>
              </a:rPr>
              <a:t>https://fonts.google.com/specimen/Lato</a:t>
            </a:r>
            <a:endParaRPr sz="1100">
              <a:solidFill>
                <a:srgbClr val="FFFFFF"/>
              </a:solidFill>
            </a:endParaRPr>
          </a:p>
        </p:txBody>
      </p:sp>
      <p:sp>
        <p:nvSpPr>
          <p:cNvPr id="1929" name="Google Shape;1929;p53"/>
          <p:cNvSpPr txBox="1">
            <a:spLocks noGrp="1"/>
          </p:cNvSpPr>
          <p:nvPr>
            <p:ph type="title"/>
          </p:nvPr>
        </p:nvSpPr>
        <p:spPr>
          <a:xfrm>
            <a:off x="716700"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Fonts &amp; colors used</a:t>
            </a:r>
            <a:endParaRPr/>
          </a:p>
        </p:txBody>
      </p:sp>
      <p:sp>
        <p:nvSpPr>
          <p:cNvPr id="1930" name="Google Shape;1930;p53"/>
          <p:cNvSpPr/>
          <p:nvPr/>
        </p:nvSpPr>
        <p:spPr>
          <a:xfrm>
            <a:off x="2052650" y="2947175"/>
            <a:ext cx="791400" cy="754200"/>
          </a:xfrm>
          <a:prstGeom prst="roundRect">
            <a:avLst>
              <a:gd name="adj" fmla="val 16667"/>
            </a:avLst>
          </a:prstGeom>
          <a:solidFill>
            <a:srgbClr val="35363B"/>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1" name="Google Shape;1931;p53"/>
          <p:cNvSpPr/>
          <p:nvPr/>
        </p:nvSpPr>
        <p:spPr>
          <a:xfrm>
            <a:off x="3114470" y="2947175"/>
            <a:ext cx="791400" cy="754200"/>
          </a:xfrm>
          <a:prstGeom prst="roundRect">
            <a:avLst>
              <a:gd name="adj" fmla="val 16667"/>
            </a:avLst>
          </a:prstGeom>
          <a:solidFill>
            <a:srgbClr val="F3F3F3"/>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2" name="Google Shape;1932;p53"/>
          <p:cNvSpPr/>
          <p:nvPr/>
        </p:nvSpPr>
        <p:spPr>
          <a:xfrm>
            <a:off x="4176289" y="2947175"/>
            <a:ext cx="791400" cy="754200"/>
          </a:xfrm>
          <a:prstGeom prst="roundRect">
            <a:avLst>
              <a:gd name="adj" fmla="val 16667"/>
            </a:avLst>
          </a:prstGeom>
          <a:solidFill>
            <a:srgbClr val="D9DDE3"/>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3" name="Google Shape;1933;p53"/>
          <p:cNvSpPr txBox="1"/>
          <p:nvPr/>
        </p:nvSpPr>
        <p:spPr>
          <a:xfrm>
            <a:off x="2052650"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#35363b</a:t>
            </a:r>
            <a:endParaRPr sz="1000">
              <a:solidFill>
                <a:srgbClr val="FFFFFF"/>
              </a:solidFill>
            </a:endParaRPr>
          </a:p>
        </p:txBody>
      </p:sp>
      <p:sp>
        <p:nvSpPr>
          <p:cNvPr id="1934" name="Google Shape;1934;p53"/>
          <p:cNvSpPr txBox="1"/>
          <p:nvPr/>
        </p:nvSpPr>
        <p:spPr>
          <a:xfrm>
            <a:off x="3114475"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t>#f3f3f3</a:t>
            </a:r>
            <a:endParaRPr sz="1000"/>
          </a:p>
        </p:txBody>
      </p:sp>
      <p:sp>
        <p:nvSpPr>
          <p:cNvPr id="1935" name="Google Shape;1935;p53"/>
          <p:cNvSpPr txBox="1"/>
          <p:nvPr/>
        </p:nvSpPr>
        <p:spPr>
          <a:xfrm>
            <a:off x="4176300"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t>#d9dde3</a:t>
            </a:r>
            <a:endParaRPr sz="1000"/>
          </a:p>
        </p:txBody>
      </p:sp>
      <p:sp>
        <p:nvSpPr>
          <p:cNvPr id="1936" name="Google Shape;1936;p53"/>
          <p:cNvSpPr/>
          <p:nvPr/>
        </p:nvSpPr>
        <p:spPr>
          <a:xfrm>
            <a:off x="5238125" y="2947175"/>
            <a:ext cx="791400" cy="754200"/>
          </a:xfrm>
          <a:prstGeom prst="roundRect">
            <a:avLst>
              <a:gd name="adj" fmla="val 16667"/>
            </a:avLst>
          </a:prstGeom>
          <a:solidFill>
            <a:srgbClr val="BA0034"/>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7" name="Google Shape;1937;p53"/>
          <p:cNvSpPr txBox="1"/>
          <p:nvPr/>
        </p:nvSpPr>
        <p:spPr>
          <a:xfrm>
            <a:off x="5238125"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#ba0034</a:t>
            </a:r>
            <a:endParaRPr sz="1000">
              <a:solidFill>
                <a:srgbClr val="FFFFFF"/>
              </a:solidFill>
            </a:endParaRPr>
          </a:p>
        </p:txBody>
      </p:sp>
      <p:sp>
        <p:nvSpPr>
          <p:cNvPr id="1938" name="Google Shape;1938;p53"/>
          <p:cNvSpPr/>
          <p:nvPr/>
        </p:nvSpPr>
        <p:spPr>
          <a:xfrm>
            <a:off x="2052650" y="3878275"/>
            <a:ext cx="791400" cy="754200"/>
          </a:xfrm>
          <a:prstGeom prst="roundRect">
            <a:avLst>
              <a:gd name="adj" fmla="val 16667"/>
            </a:avLst>
          </a:prstGeom>
          <a:solidFill>
            <a:srgbClr val="34909D"/>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9" name="Google Shape;1939;p53"/>
          <p:cNvSpPr/>
          <p:nvPr/>
        </p:nvSpPr>
        <p:spPr>
          <a:xfrm>
            <a:off x="3114470" y="3878275"/>
            <a:ext cx="791400" cy="754200"/>
          </a:xfrm>
          <a:prstGeom prst="roundRect">
            <a:avLst>
              <a:gd name="adj" fmla="val 16667"/>
            </a:avLst>
          </a:prstGeom>
          <a:solidFill>
            <a:srgbClr val="55C0ED"/>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0" name="Google Shape;1940;p53"/>
          <p:cNvSpPr/>
          <p:nvPr/>
        </p:nvSpPr>
        <p:spPr>
          <a:xfrm>
            <a:off x="4176289" y="3878275"/>
            <a:ext cx="791400" cy="754200"/>
          </a:xfrm>
          <a:prstGeom prst="roundRect">
            <a:avLst>
              <a:gd name="adj" fmla="val 16667"/>
            </a:avLst>
          </a:prstGeom>
          <a:solidFill>
            <a:srgbClr val="6F7082"/>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1" name="Google Shape;1941;p53"/>
          <p:cNvSpPr txBox="1"/>
          <p:nvPr/>
        </p:nvSpPr>
        <p:spPr>
          <a:xfrm>
            <a:off x="2052650" y="40353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#34909d</a:t>
            </a:r>
            <a:endParaRPr sz="1000">
              <a:solidFill>
                <a:srgbClr val="FFFFFF"/>
              </a:solidFill>
            </a:endParaRPr>
          </a:p>
        </p:txBody>
      </p:sp>
      <p:sp>
        <p:nvSpPr>
          <p:cNvPr id="1942" name="Google Shape;1942;p53"/>
          <p:cNvSpPr txBox="1"/>
          <p:nvPr/>
        </p:nvSpPr>
        <p:spPr>
          <a:xfrm>
            <a:off x="3114475" y="40353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t>#55c0ed</a:t>
            </a:r>
            <a:endParaRPr sz="1000"/>
          </a:p>
        </p:txBody>
      </p:sp>
      <p:sp>
        <p:nvSpPr>
          <p:cNvPr id="1943" name="Google Shape;1943;p53"/>
          <p:cNvSpPr txBox="1"/>
          <p:nvPr/>
        </p:nvSpPr>
        <p:spPr>
          <a:xfrm>
            <a:off x="4176300" y="40353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#6f7082</a:t>
            </a:r>
            <a:endParaRPr sz="1000">
              <a:solidFill>
                <a:srgbClr val="FFFFFF"/>
              </a:solidFill>
            </a:endParaRPr>
          </a:p>
        </p:txBody>
      </p:sp>
      <p:sp>
        <p:nvSpPr>
          <p:cNvPr id="1944" name="Google Shape;1944;p53"/>
          <p:cNvSpPr/>
          <p:nvPr/>
        </p:nvSpPr>
        <p:spPr>
          <a:xfrm>
            <a:off x="5238125" y="3878275"/>
            <a:ext cx="791400" cy="754200"/>
          </a:xfrm>
          <a:prstGeom prst="roundRect">
            <a:avLst>
              <a:gd name="adj" fmla="val 16667"/>
            </a:avLst>
          </a:prstGeom>
          <a:solidFill>
            <a:srgbClr val="CED0D6"/>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5" name="Google Shape;1945;p53"/>
          <p:cNvSpPr txBox="1"/>
          <p:nvPr/>
        </p:nvSpPr>
        <p:spPr>
          <a:xfrm>
            <a:off x="5238125" y="40353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t>#ced0d6</a:t>
            </a:r>
            <a:endParaRPr sz="1000"/>
          </a:p>
        </p:txBody>
      </p:sp>
      <p:sp>
        <p:nvSpPr>
          <p:cNvPr id="1946" name="Google Shape;1946;p53"/>
          <p:cNvSpPr/>
          <p:nvPr/>
        </p:nvSpPr>
        <p:spPr>
          <a:xfrm>
            <a:off x="6299950" y="2947175"/>
            <a:ext cx="791400" cy="754200"/>
          </a:xfrm>
          <a:prstGeom prst="roundRect">
            <a:avLst>
              <a:gd name="adj" fmla="val 16667"/>
            </a:avLst>
          </a:prstGeom>
          <a:solidFill>
            <a:srgbClr val="F8B85E"/>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7" name="Google Shape;1947;p53"/>
          <p:cNvSpPr txBox="1"/>
          <p:nvPr/>
        </p:nvSpPr>
        <p:spPr>
          <a:xfrm>
            <a:off x="6299950" y="31042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t>#f8b85e</a:t>
            </a:r>
            <a:endParaRPr sz="1000"/>
          </a:p>
        </p:txBody>
      </p:sp>
      <p:sp>
        <p:nvSpPr>
          <p:cNvPr id="1948" name="Google Shape;1948;p53"/>
          <p:cNvSpPr/>
          <p:nvPr/>
        </p:nvSpPr>
        <p:spPr>
          <a:xfrm>
            <a:off x="6299950" y="3878275"/>
            <a:ext cx="791400" cy="754200"/>
          </a:xfrm>
          <a:prstGeom prst="roundRect">
            <a:avLst>
              <a:gd name="adj" fmla="val 16667"/>
            </a:avLst>
          </a:prstGeom>
          <a:solidFill>
            <a:srgbClr val="42444F"/>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9" name="Google Shape;1949;p53"/>
          <p:cNvSpPr txBox="1"/>
          <p:nvPr/>
        </p:nvSpPr>
        <p:spPr>
          <a:xfrm>
            <a:off x="6299950" y="4035325"/>
            <a:ext cx="791400" cy="4401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rgbClr val="FFFFFF"/>
                </a:solidFill>
              </a:rPr>
              <a:t>#42444f</a:t>
            </a:r>
            <a:endParaRPr sz="1000">
              <a:solidFill>
                <a:srgbClr val="FFFFFF"/>
              </a:solidFil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953"/>
        <p:cNvGrpSpPr/>
        <p:nvPr/>
      </p:nvGrpSpPr>
      <p:grpSpPr>
        <a:xfrm>
          <a:off x="0" y="0"/>
          <a:ext cx="0" cy="0"/>
          <a:chOff x="0" y="0"/>
          <a:chExt cx="0" cy="0"/>
        </a:xfrm>
      </p:grpSpPr>
      <p:sp>
        <p:nvSpPr>
          <p:cNvPr id="1954" name="Google Shape;1954;p54"/>
          <p:cNvSpPr txBox="1"/>
          <p:nvPr/>
        </p:nvSpPr>
        <p:spPr>
          <a:xfrm>
            <a:off x="1472200" y="1188000"/>
            <a:ext cx="6199500" cy="8526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sz="1100">
                <a:solidFill>
                  <a:schemeClr val="lt1"/>
                </a:solidFill>
              </a:rPr>
              <a:t>Create your Story with our illustrated concepts. Choose the style you like the most, edit its colors, pick the background and layers you want to show and bring them to life with the animator panel! It will boost your presentation. Check out </a:t>
            </a:r>
            <a:r>
              <a:rPr lang="en" sz="1100" b="1">
                <a:solidFill>
                  <a:schemeClr val="hlink"/>
                </a:solidFill>
              </a:rPr>
              <a:t>h</a:t>
            </a:r>
            <a:r>
              <a:rPr lang="en" sz="1100" b="1">
                <a:solidFill>
                  <a:schemeClr val="hlink"/>
                </a:solidFill>
                <a:uFill>
                  <a:noFill/>
                </a:uFill>
                <a:hlinkClick r:id="rId3"/>
              </a:rPr>
              <a:t>ow it works</a:t>
            </a:r>
            <a:r>
              <a:rPr lang="en" sz="1100">
                <a:solidFill>
                  <a:schemeClr val="lt1"/>
                </a:solidFill>
                <a:uFill>
                  <a:noFill/>
                </a:uFill>
                <a:hlinkClick r:id="rId3">
                  <a:extLst>
                    <a:ext uri="{A12FA001-AC4F-418D-AE19-62706E023703}">
                      <ahyp:hlinkClr xmlns:ahyp="http://schemas.microsoft.com/office/drawing/2018/hyperlinkcolor" val="tx"/>
                    </a:ext>
                  </a:extLst>
                </a:hlinkClick>
              </a:rPr>
              <a:t>.</a:t>
            </a:r>
            <a:endParaRPr sz="1100">
              <a:solidFill>
                <a:srgbClr val="869FB2"/>
              </a:solidFill>
            </a:endParaRPr>
          </a:p>
        </p:txBody>
      </p:sp>
      <p:sp>
        <p:nvSpPr>
          <p:cNvPr id="1955" name="Google Shape;1955;p54"/>
          <p:cNvSpPr txBox="1">
            <a:spLocks noGrp="1"/>
          </p:cNvSpPr>
          <p:nvPr>
            <p:ph type="title"/>
          </p:nvPr>
        </p:nvSpPr>
        <p:spPr>
          <a:xfrm>
            <a:off x="716700"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lt1"/>
                </a:solidFill>
              </a:rPr>
              <a:t>Storyset</a:t>
            </a:r>
            <a:endParaRPr/>
          </a:p>
        </p:txBody>
      </p:sp>
      <p:pic>
        <p:nvPicPr>
          <p:cNvPr id="1956" name="Google Shape;1956;p54"/>
          <p:cNvPicPr preferRelativeResize="0"/>
          <p:nvPr/>
        </p:nvPicPr>
        <p:blipFill rotWithShape="1">
          <a:blip r:embed="rId4">
            <a:alphaModFix/>
          </a:blip>
          <a:srcRect t="16547" b="16541"/>
          <a:stretch/>
        </p:blipFill>
        <p:spPr>
          <a:xfrm>
            <a:off x="723400" y="2607125"/>
            <a:ext cx="1522615" cy="1018800"/>
          </a:xfrm>
          <a:prstGeom prst="rect">
            <a:avLst/>
          </a:prstGeom>
          <a:noFill/>
          <a:ln>
            <a:noFill/>
          </a:ln>
        </p:spPr>
      </p:pic>
      <p:sp>
        <p:nvSpPr>
          <p:cNvPr id="1957" name="Google Shape;1957;p54">
            <a:hlinkClick r:id="rId5"/>
          </p:cNvPr>
          <p:cNvSpPr txBox="1"/>
          <p:nvPr/>
        </p:nvSpPr>
        <p:spPr>
          <a:xfrm>
            <a:off x="881858"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rgbClr val="869FB2"/>
                </a:solidFill>
                <a:uFill>
                  <a:noFill/>
                </a:uFill>
                <a:hlinkClick r:id="rId5">
                  <a:extLst>
                    <a:ext uri="{A12FA001-AC4F-418D-AE19-62706E023703}">
                      <ahyp:hlinkClr xmlns:ahyp="http://schemas.microsoft.com/office/drawing/2018/hyperlinkcolor" val="tx"/>
                    </a:ext>
                  </a:extLst>
                </a:hlinkClick>
              </a:rPr>
              <a:t>Pana</a:t>
            </a:r>
            <a:endParaRPr b="1">
              <a:solidFill>
                <a:srgbClr val="869FB2"/>
              </a:solidFill>
            </a:endParaRPr>
          </a:p>
        </p:txBody>
      </p:sp>
      <p:sp>
        <p:nvSpPr>
          <p:cNvPr id="1958" name="Google Shape;1958;p54">
            <a:hlinkClick r:id="rId6"/>
          </p:cNvPr>
          <p:cNvSpPr txBox="1"/>
          <p:nvPr/>
        </p:nvSpPr>
        <p:spPr>
          <a:xfrm>
            <a:off x="2402972"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rgbClr val="869FB2"/>
                </a:solidFill>
                <a:uFill>
                  <a:noFill/>
                </a:uFill>
                <a:hlinkClick r:id="rId6">
                  <a:extLst>
                    <a:ext uri="{A12FA001-AC4F-418D-AE19-62706E023703}">
                      <ahyp:hlinkClr xmlns:ahyp="http://schemas.microsoft.com/office/drawing/2018/hyperlinkcolor" val="tx"/>
                    </a:ext>
                  </a:extLst>
                </a:hlinkClick>
              </a:rPr>
              <a:t>Amico</a:t>
            </a:r>
            <a:endParaRPr b="1">
              <a:solidFill>
                <a:srgbClr val="869FB2"/>
              </a:solidFill>
            </a:endParaRPr>
          </a:p>
        </p:txBody>
      </p:sp>
      <p:sp>
        <p:nvSpPr>
          <p:cNvPr id="1959" name="Google Shape;1959;p54">
            <a:hlinkClick r:id="rId7"/>
          </p:cNvPr>
          <p:cNvSpPr txBox="1"/>
          <p:nvPr/>
        </p:nvSpPr>
        <p:spPr>
          <a:xfrm>
            <a:off x="3924087"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rgbClr val="869FB2"/>
                </a:solidFill>
                <a:uFill>
                  <a:noFill/>
                </a:uFill>
                <a:hlinkClick r:id="rId7">
                  <a:extLst>
                    <a:ext uri="{A12FA001-AC4F-418D-AE19-62706E023703}">
                      <ahyp:hlinkClr xmlns:ahyp="http://schemas.microsoft.com/office/drawing/2018/hyperlinkcolor" val="tx"/>
                    </a:ext>
                  </a:extLst>
                </a:hlinkClick>
              </a:rPr>
              <a:t>Bro</a:t>
            </a:r>
            <a:endParaRPr b="1">
              <a:solidFill>
                <a:srgbClr val="869FB2"/>
              </a:solidFill>
            </a:endParaRPr>
          </a:p>
        </p:txBody>
      </p:sp>
      <p:sp>
        <p:nvSpPr>
          <p:cNvPr id="1960" name="Google Shape;1960;p54">
            <a:hlinkClick r:id="rId8"/>
          </p:cNvPr>
          <p:cNvSpPr txBox="1"/>
          <p:nvPr/>
        </p:nvSpPr>
        <p:spPr>
          <a:xfrm>
            <a:off x="5445202"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rgbClr val="869FB2"/>
                </a:solidFill>
                <a:uFill>
                  <a:noFill/>
                </a:uFill>
                <a:hlinkClick r:id="rId8">
                  <a:extLst>
                    <a:ext uri="{A12FA001-AC4F-418D-AE19-62706E023703}">
                      <ahyp:hlinkClr xmlns:ahyp="http://schemas.microsoft.com/office/drawing/2018/hyperlinkcolor" val="tx"/>
                    </a:ext>
                  </a:extLst>
                </a:hlinkClick>
              </a:rPr>
              <a:t>Rafiki</a:t>
            </a:r>
            <a:endParaRPr b="1">
              <a:solidFill>
                <a:srgbClr val="869FB2"/>
              </a:solidFill>
            </a:endParaRPr>
          </a:p>
        </p:txBody>
      </p:sp>
      <p:pic>
        <p:nvPicPr>
          <p:cNvPr id="1961" name="Google Shape;1961;p54"/>
          <p:cNvPicPr preferRelativeResize="0"/>
          <p:nvPr/>
        </p:nvPicPr>
        <p:blipFill rotWithShape="1">
          <a:blip r:embed="rId9">
            <a:alphaModFix/>
          </a:blip>
          <a:srcRect/>
          <a:stretch/>
        </p:blipFill>
        <p:spPr>
          <a:xfrm>
            <a:off x="2376355" y="2481308"/>
            <a:ext cx="1270420" cy="1270435"/>
          </a:xfrm>
          <a:prstGeom prst="rect">
            <a:avLst/>
          </a:prstGeom>
          <a:noFill/>
          <a:ln>
            <a:noFill/>
          </a:ln>
        </p:spPr>
      </p:pic>
      <p:pic>
        <p:nvPicPr>
          <p:cNvPr id="1962" name="Google Shape;1962;p54"/>
          <p:cNvPicPr preferRelativeResize="0"/>
          <p:nvPr/>
        </p:nvPicPr>
        <p:blipFill rotWithShape="1">
          <a:blip r:embed="rId10">
            <a:alphaModFix/>
          </a:blip>
          <a:srcRect t="6378" b="6378"/>
          <a:stretch/>
        </p:blipFill>
        <p:spPr>
          <a:xfrm>
            <a:off x="3816030" y="2517800"/>
            <a:ext cx="1372495" cy="1197450"/>
          </a:xfrm>
          <a:prstGeom prst="rect">
            <a:avLst/>
          </a:prstGeom>
          <a:noFill/>
          <a:ln>
            <a:noFill/>
          </a:ln>
        </p:spPr>
      </p:pic>
      <p:pic>
        <p:nvPicPr>
          <p:cNvPr id="1963" name="Google Shape;1963;p54"/>
          <p:cNvPicPr preferRelativeResize="0"/>
          <p:nvPr/>
        </p:nvPicPr>
        <p:blipFill rotWithShape="1">
          <a:blip r:embed="rId11">
            <a:alphaModFix/>
          </a:blip>
          <a:srcRect t="9257" b="9257"/>
          <a:stretch/>
        </p:blipFill>
        <p:spPr>
          <a:xfrm>
            <a:off x="5306751" y="2557330"/>
            <a:ext cx="1372475" cy="1118390"/>
          </a:xfrm>
          <a:prstGeom prst="rect">
            <a:avLst/>
          </a:prstGeom>
          <a:noFill/>
          <a:ln>
            <a:noFill/>
          </a:ln>
        </p:spPr>
      </p:pic>
      <p:pic>
        <p:nvPicPr>
          <p:cNvPr id="1964" name="Google Shape;1964;p54"/>
          <p:cNvPicPr preferRelativeResize="0"/>
          <p:nvPr/>
        </p:nvPicPr>
        <p:blipFill rotWithShape="1">
          <a:blip r:embed="rId12">
            <a:alphaModFix/>
          </a:blip>
          <a:srcRect t="14837" b="14844"/>
          <a:stretch/>
        </p:blipFill>
        <p:spPr>
          <a:xfrm>
            <a:off x="6717734" y="2517795"/>
            <a:ext cx="1702865" cy="1197460"/>
          </a:xfrm>
          <a:prstGeom prst="rect">
            <a:avLst/>
          </a:prstGeom>
          <a:noFill/>
          <a:ln>
            <a:noFill/>
          </a:ln>
        </p:spPr>
      </p:pic>
      <p:sp>
        <p:nvSpPr>
          <p:cNvPr id="1965" name="Google Shape;1965;p54">
            <a:hlinkClick r:id="rId13"/>
          </p:cNvPr>
          <p:cNvSpPr txBox="1"/>
          <p:nvPr/>
        </p:nvSpPr>
        <p:spPr>
          <a:xfrm>
            <a:off x="6966317" y="3943733"/>
            <a:ext cx="1205700" cy="301500"/>
          </a:xfrm>
          <a:prstGeom prst="rect">
            <a:avLst/>
          </a:prstGeom>
          <a:no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b="1">
                <a:solidFill>
                  <a:srgbClr val="869FB2"/>
                </a:solidFill>
                <a:uFill>
                  <a:noFill/>
                </a:uFill>
                <a:hlinkClick r:id="rId13">
                  <a:extLst>
                    <a:ext uri="{A12FA001-AC4F-418D-AE19-62706E023703}">
                      <ahyp:hlinkClr xmlns:ahyp="http://schemas.microsoft.com/office/drawing/2018/hyperlinkcolor" val="tx"/>
                    </a:ext>
                  </a:extLst>
                </a:hlinkClick>
              </a:rPr>
              <a:t>Cuate</a:t>
            </a:r>
            <a:endParaRPr b="1">
              <a:solidFill>
                <a:srgbClr val="869FB2"/>
              </a:solidFil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969"/>
        <p:cNvGrpSpPr/>
        <p:nvPr/>
      </p:nvGrpSpPr>
      <p:grpSpPr>
        <a:xfrm>
          <a:off x="0" y="0"/>
          <a:ext cx="0" cy="0"/>
          <a:chOff x="0" y="0"/>
          <a:chExt cx="0" cy="0"/>
        </a:xfrm>
      </p:grpSpPr>
      <p:sp>
        <p:nvSpPr>
          <p:cNvPr id="1970" name="Google Shape;1970;p55"/>
          <p:cNvSpPr txBox="1"/>
          <p:nvPr/>
        </p:nvSpPr>
        <p:spPr>
          <a:xfrm>
            <a:off x="716700" y="1188004"/>
            <a:ext cx="7710600" cy="8952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Clr>
                <a:schemeClr val="dk1"/>
              </a:buClr>
              <a:buSzPts val="1100"/>
              <a:buFont typeface="Arial"/>
              <a:buNone/>
            </a:pPr>
            <a:r>
              <a:rPr lang="en" sz="1100">
                <a:solidFill>
                  <a:schemeClr val="lt1"/>
                </a:solidFill>
              </a:rPr>
              <a:t>You can easily </a:t>
            </a:r>
            <a:r>
              <a:rPr lang="en" sz="1100" b="1">
                <a:solidFill>
                  <a:schemeClr val="hlink"/>
                </a:solidFill>
              </a:rPr>
              <a:t>resize </a:t>
            </a:r>
            <a:r>
              <a:rPr lang="en" sz="1100">
                <a:solidFill>
                  <a:schemeClr val="lt1"/>
                </a:solidFill>
              </a:rPr>
              <a:t>these resources without losing quality. To </a:t>
            </a:r>
            <a:r>
              <a:rPr lang="en" sz="1100" b="1">
                <a:solidFill>
                  <a:schemeClr val="hlink"/>
                </a:solidFill>
              </a:rPr>
              <a:t>change the color</a:t>
            </a:r>
            <a:r>
              <a:rPr lang="en" sz="1100">
                <a:solidFill>
                  <a:schemeClr val="lt1"/>
                </a:solidFill>
              </a:rPr>
              <a:t>, just ungroup the resource and click on the object you want to change. Then, click on the paint bucket and select the color you want. Group the resource again when you’re done. You can also look for more </a:t>
            </a:r>
            <a:r>
              <a:rPr lang="en" sz="1100" b="1">
                <a:solidFill>
                  <a:schemeClr val="hlink"/>
                </a:solidFill>
                <a:uFill>
                  <a:noFill/>
                </a:uFill>
                <a:hlinkClick r:id="rId3"/>
              </a:rPr>
              <a:t>infographics</a:t>
            </a:r>
            <a:r>
              <a:rPr lang="en" sz="1100" b="1">
                <a:solidFill>
                  <a:schemeClr val="hlink"/>
                </a:solidFill>
              </a:rPr>
              <a:t> </a:t>
            </a:r>
            <a:r>
              <a:rPr lang="en" sz="1100">
                <a:solidFill>
                  <a:schemeClr val="lt1"/>
                </a:solidFill>
              </a:rPr>
              <a:t>on Slidesgo.</a:t>
            </a:r>
            <a:endParaRPr sz="1100">
              <a:solidFill>
                <a:srgbClr val="FFFFFF"/>
              </a:solidFill>
            </a:endParaRPr>
          </a:p>
        </p:txBody>
      </p:sp>
      <p:sp>
        <p:nvSpPr>
          <p:cNvPr id="1971" name="Google Shape;1971;p55"/>
          <p:cNvSpPr txBox="1">
            <a:spLocks noGrp="1"/>
          </p:cNvSpPr>
          <p:nvPr>
            <p:ph type="title"/>
          </p:nvPr>
        </p:nvSpPr>
        <p:spPr>
          <a:xfrm>
            <a:off x="716700"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Use our editable graphic resources...</a:t>
            </a:r>
            <a:endParaRPr/>
          </a:p>
        </p:txBody>
      </p:sp>
      <p:grpSp>
        <p:nvGrpSpPr>
          <p:cNvPr id="1972" name="Google Shape;1972;p55"/>
          <p:cNvGrpSpPr/>
          <p:nvPr/>
        </p:nvGrpSpPr>
        <p:grpSpPr>
          <a:xfrm>
            <a:off x="5048544" y="3019584"/>
            <a:ext cx="442841" cy="514271"/>
            <a:chOff x="4727025" y="1332775"/>
            <a:chExt cx="59900" cy="69625"/>
          </a:xfrm>
        </p:grpSpPr>
        <p:sp>
          <p:nvSpPr>
            <p:cNvPr id="1973" name="Google Shape;1973;p55"/>
            <p:cNvSpPr/>
            <p:nvPr/>
          </p:nvSpPr>
          <p:spPr>
            <a:xfrm>
              <a:off x="4727025" y="1332775"/>
              <a:ext cx="36450" cy="33200"/>
            </a:xfrm>
            <a:custGeom>
              <a:avLst/>
              <a:gdLst/>
              <a:ahLst/>
              <a:cxnLst/>
              <a:rect l="l" t="t" r="r" b="b"/>
              <a:pathLst>
                <a:path w="1458" h="1328" extrusionOk="0">
                  <a:moveTo>
                    <a:pt x="1047" y="1"/>
                  </a:moveTo>
                  <a:lnTo>
                    <a:pt x="1047" y="188"/>
                  </a:lnTo>
                  <a:cubicBezTo>
                    <a:pt x="484" y="289"/>
                    <a:pt x="51" y="758"/>
                    <a:pt x="1" y="1328"/>
                  </a:cubicBezTo>
                  <a:lnTo>
                    <a:pt x="477" y="1328"/>
                  </a:lnTo>
                  <a:cubicBezTo>
                    <a:pt x="527" y="1018"/>
                    <a:pt x="751" y="765"/>
                    <a:pt x="1047" y="679"/>
                  </a:cubicBezTo>
                  <a:lnTo>
                    <a:pt x="1047" y="845"/>
                  </a:lnTo>
                  <a:lnTo>
                    <a:pt x="1458" y="433"/>
                  </a:lnTo>
                  <a:lnTo>
                    <a:pt x="104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 name="Google Shape;1974;p55"/>
            <p:cNvSpPr/>
            <p:nvPr/>
          </p:nvSpPr>
          <p:spPr>
            <a:xfrm>
              <a:off x="4750475" y="1369025"/>
              <a:ext cx="36450" cy="33375"/>
            </a:xfrm>
            <a:custGeom>
              <a:avLst/>
              <a:gdLst/>
              <a:ahLst/>
              <a:cxnLst/>
              <a:rect l="l" t="t" r="r" b="b"/>
              <a:pathLst>
                <a:path w="1458" h="1335" extrusionOk="0">
                  <a:moveTo>
                    <a:pt x="974" y="0"/>
                  </a:moveTo>
                  <a:cubicBezTo>
                    <a:pt x="931" y="311"/>
                    <a:pt x="707" y="570"/>
                    <a:pt x="404" y="657"/>
                  </a:cubicBezTo>
                  <a:lnTo>
                    <a:pt x="404" y="491"/>
                  </a:lnTo>
                  <a:lnTo>
                    <a:pt x="0" y="902"/>
                  </a:lnTo>
                  <a:lnTo>
                    <a:pt x="404" y="1335"/>
                  </a:lnTo>
                  <a:lnTo>
                    <a:pt x="404" y="1140"/>
                  </a:lnTo>
                  <a:cubicBezTo>
                    <a:pt x="967" y="1039"/>
                    <a:pt x="1400" y="577"/>
                    <a:pt x="145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75" name="Google Shape;1975;p55"/>
          <p:cNvGrpSpPr/>
          <p:nvPr/>
        </p:nvGrpSpPr>
        <p:grpSpPr>
          <a:xfrm>
            <a:off x="5723860" y="2267072"/>
            <a:ext cx="500909" cy="500899"/>
            <a:chOff x="4820425" y="1329900"/>
            <a:chExt cx="70175" cy="70350"/>
          </a:xfrm>
        </p:grpSpPr>
        <p:sp>
          <p:nvSpPr>
            <p:cNvPr id="1976" name="Google Shape;1976;p55"/>
            <p:cNvSpPr/>
            <p:nvPr/>
          </p:nvSpPr>
          <p:spPr>
            <a:xfrm>
              <a:off x="4862975" y="1335475"/>
              <a:ext cx="27625" cy="34650"/>
            </a:xfrm>
            <a:custGeom>
              <a:avLst/>
              <a:gdLst/>
              <a:ahLst/>
              <a:cxnLst/>
              <a:rect l="l" t="t" r="r" b="b"/>
              <a:pathLst>
                <a:path w="1105" h="1386" extrusionOk="0">
                  <a:moveTo>
                    <a:pt x="1" y="1"/>
                  </a:moveTo>
                  <a:lnTo>
                    <a:pt x="1" y="491"/>
                  </a:lnTo>
                  <a:cubicBezTo>
                    <a:pt x="217" y="585"/>
                    <a:pt x="376" y="765"/>
                    <a:pt x="441" y="989"/>
                  </a:cubicBezTo>
                  <a:lnTo>
                    <a:pt x="275" y="989"/>
                  </a:lnTo>
                  <a:lnTo>
                    <a:pt x="679" y="1386"/>
                  </a:lnTo>
                  <a:lnTo>
                    <a:pt x="1104" y="989"/>
                  </a:lnTo>
                  <a:lnTo>
                    <a:pt x="917" y="989"/>
                  </a:lnTo>
                  <a:cubicBezTo>
                    <a:pt x="830" y="513"/>
                    <a:pt x="470" y="123"/>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7" name="Google Shape;1977;p55"/>
            <p:cNvSpPr/>
            <p:nvPr/>
          </p:nvSpPr>
          <p:spPr>
            <a:xfrm>
              <a:off x="4820425" y="1360000"/>
              <a:ext cx="27625" cy="34650"/>
            </a:xfrm>
            <a:custGeom>
              <a:avLst/>
              <a:gdLst/>
              <a:ahLst/>
              <a:cxnLst/>
              <a:rect l="l" t="t" r="r" b="b"/>
              <a:pathLst>
                <a:path w="1105" h="1386" extrusionOk="0">
                  <a:moveTo>
                    <a:pt x="426" y="1"/>
                  </a:moveTo>
                  <a:lnTo>
                    <a:pt x="1" y="397"/>
                  </a:lnTo>
                  <a:lnTo>
                    <a:pt x="188" y="397"/>
                  </a:lnTo>
                  <a:cubicBezTo>
                    <a:pt x="275" y="873"/>
                    <a:pt x="628" y="1263"/>
                    <a:pt x="1097" y="1386"/>
                  </a:cubicBezTo>
                  <a:lnTo>
                    <a:pt x="1104" y="895"/>
                  </a:lnTo>
                  <a:cubicBezTo>
                    <a:pt x="888" y="801"/>
                    <a:pt x="729" y="621"/>
                    <a:pt x="664" y="397"/>
                  </a:cubicBezTo>
                  <a:lnTo>
                    <a:pt x="830" y="397"/>
                  </a:lnTo>
                  <a:lnTo>
                    <a:pt x="426"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8" name="Google Shape;1978;p55"/>
            <p:cNvSpPr/>
            <p:nvPr/>
          </p:nvSpPr>
          <p:spPr>
            <a:xfrm>
              <a:off x="4850375" y="1372800"/>
              <a:ext cx="34625" cy="27450"/>
            </a:xfrm>
            <a:custGeom>
              <a:avLst/>
              <a:gdLst/>
              <a:ahLst/>
              <a:cxnLst/>
              <a:rect l="l" t="t" r="r" b="b"/>
              <a:pathLst>
                <a:path w="1385" h="1098" extrusionOk="0">
                  <a:moveTo>
                    <a:pt x="894" y="1"/>
                  </a:moveTo>
                  <a:cubicBezTo>
                    <a:pt x="801" y="210"/>
                    <a:pt x="620" y="369"/>
                    <a:pt x="397" y="434"/>
                  </a:cubicBezTo>
                  <a:lnTo>
                    <a:pt x="397" y="275"/>
                  </a:lnTo>
                  <a:lnTo>
                    <a:pt x="0" y="672"/>
                  </a:lnTo>
                  <a:lnTo>
                    <a:pt x="397" y="1097"/>
                  </a:lnTo>
                  <a:lnTo>
                    <a:pt x="397" y="910"/>
                  </a:lnTo>
                  <a:cubicBezTo>
                    <a:pt x="873" y="823"/>
                    <a:pt x="1262" y="470"/>
                    <a:pt x="1385"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9" name="Google Shape;1979;p55"/>
            <p:cNvSpPr/>
            <p:nvPr/>
          </p:nvSpPr>
          <p:spPr>
            <a:xfrm>
              <a:off x="4825850" y="1329900"/>
              <a:ext cx="34625" cy="27975"/>
            </a:xfrm>
            <a:custGeom>
              <a:avLst/>
              <a:gdLst/>
              <a:ahLst/>
              <a:cxnLst/>
              <a:rect l="l" t="t" r="r" b="b"/>
              <a:pathLst>
                <a:path w="1385" h="1119" extrusionOk="0">
                  <a:moveTo>
                    <a:pt x="988" y="0"/>
                  </a:moveTo>
                  <a:lnTo>
                    <a:pt x="988" y="188"/>
                  </a:lnTo>
                  <a:cubicBezTo>
                    <a:pt x="505" y="274"/>
                    <a:pt x="123" y="635"/>
                    <a:pt x="0" y="1118"/>
                  </a:cubicBezTo>
                  <a:lnTo>
                    <a:pt x="491" y="1118"/>
                  </a:lnTo>
                  <a:cubicBezTo>
                    <a:pt x="584" y="895"/>
                    <a:pt x="765" y="729"/>
                    <a:pt x="995" y="664"/>
                  </a:cubicBezTo>
                  <a:lnTo>
                    <a:pt x="995" y="830"/>
                  </a:lnTo>
                  <a:lnTo>
                    <a:pt x="1385" y="426"/>
                  </a:lnTo>
                  <a:lnTo>
                    <a:pt x="98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80" name="Google Shape;1980;p55"/>
          <p:cNvGrpSpPr/>
          <p:nvPr/>
        </p:nvGrpSpPr>
        <p:grpSpPr>
          <a:xfrm>
            <a:off x="6376484" y="2278862"/>
            <a:ext cx="538135" cy="493119"/>
            <a:chOff x="4903200" y="1331525"/>
            <a:chExt cx="73575" cy="67425"/>
          </a:xfrm>
        </p:grpSpPr>
        <p:sp>
          <p:nvSpPr>
            <p:cNvPr id="1981" name="Google Shape;1981;p55"/>
            <p:cNvSpPr/>
            <p:nvPr/>
          </p:nvSpPr>
          <p:spPr>
            <a:xfrm>
              <a:off x="4903200" y="1331525"/>
              <a:ext cx="73575" cy="67425"/>
            </a:xfrm>
            <a:custGeom>
              <a:avLst/>
              <a:gdLst/>
              <a:ahLst/>
              <a:cxnLst/>
              <a:rect l="l" t="t" r="r" b="b"/>
              <a:pathLst>
                <a:path w="2943" h="2697" extrusionOk="0">
                  <a:moveTo>
                    <a:pt x="1652" y="0"/>
                  </a:moveTo>
                  <a:lnTo>
                    <a:pt x="1652" y="173"/>
                  </a:lnTo>
                  <a:cubicBezTo>
                    <a:pt x="534" y="195"/>
                    <a:pt x="0" y="1551"/>
                    <a:pt x="794" y="2330"/>
                  </a:cubicBezTo>
                  <a:cubicBezTo>
                    <a:pt x="1051" y="2583"/>
                    <a:pt x="1366" y="2696"/>
                    <a:pt x="1674" y="2696"/>
                  </a:cubicBezTo>
                  <a:cubicBezTo>
                    <a:pt x="2323" y="2696"/>
                    <a:pt x="2943" y="2194"/>
                    <a:pt x="2943" y="1435"/>
                  </a:cubicBezTo>
                  <a:lnTo>
                    <a:pt x="2503" y="1435"/>
                  </a:lnTo>
                  <a:cubicBezTo>
                    <a:pt x="2503" y="1928"/>
                    <a:pt x="2093" y="2259"/>
                    <a:pt x="1668" y="2259"/>
                  </a:cubicBezTo>
                  <a:cubicBezTo>
                    <a:pt x="1470" y="2259"/>
                    <a:pt x="1269" y="2187"/>
                    <a:pt x="1104" y="2027"/>
                  </a:cubicBezTo>
                  <a:cubicBezTo>
                    <a:pt x="577" y="1515"/>
                    <a:pt x="923" y="628"/>
                    <a:pt x="1652" y="613"/>
                  </a:cubicBezTo>
                  <a:lnTo>
                    <a:pt x="1652" y="765"/>
                  </a:lnTo>
                  <a:lnTo>
                    <a:pt x="2020" y="390"/>
                  </a:lnTo>
                  <a:lnTo>
                    <a:pt x="1652" y="0"/>
                  </a:lnTo>
                  <a:close/>
                </a:path>
              </a:pathLst>
            </a:custGeom>
            <a:solidFill>
              <a:srgbClr val="A5B7C6"/>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982" name="Google Shape;1982;p55"/>
            <p:cNvSpPr/>
            <p:nvPr/>
          </p:nvSpPr>
          <p:spPr>
            <a:xfrm>
              <a:off x="4930250" y="1353150"/>
              <a:ext cx="29775" cy="32475"/>
            </a:xfrm>
            <a:custGeom>
              <a:avLst/>
              <a:gdLst/>
              <a:ahLst/>
              <a:cxnLst/>
              <a:rect l="l" t="t" r="r" b="b"/>
              <a:pathLst>
                <a:path w="1191" h="1299" extrusionOk="0">
                  <a:moveTo>
                    <a:pt x="592" y="1"/>
                  </a:moveTo>
                  <a:cubicBezTo>
                    <a:pt x="274" y="1"/>
                    <a:pt x="15" y="246"/>
                    <a:pt x="0" y="570"/>
                  </a:cubicBezTo>
                  <a:lnTo>
                    <a:pt x="447" y="570"/>
                  </a:lnTo>
                  <a:cubicBezTo>
                    <a:pt x="447" y="479"/>
                    <a:pt x="519" y="416"/>
                    <a:pt x="597" y="416"/>
                  </a:cubicBezTo>
                  <a:cubicBezTo>
                    <a:pt x="624" y="416"/>
                    <a:pt x="652" y="424"/>
                    <a:pt x="678" y="441"/>
                  </a:cubicBezTo>
                  <a:cubicBezTo>
                    <a:pt x="779" y="506"/>
                    <a:pt x="765" y="657"/>
                    <a:pt x="656" y="707"/>
                  </a:cubicBezTo>
                  <a:lnTo>
                    <a:pt x="656" y="534"/>
                  </a:lnTo>
                  <a:lnTo>
                    <a:pt x="289" y="902"/>
                  </a:lnTo>
                  <a:lnTo>
                    <a:pt x="656" y="1299"/>
                  </a:lnTo>
                  <a:lnTo>
                    <a:pt x="656" y="1155"/>
                  </a:lnTo>
                  <a:cubicBezTo>
                    <a:pt x="959" y="1126"/>
                    <a:pt x="1190" y="873"/>
                    <a:pt x="1190" y="570"/>
                  </a:cubicBezTo>
                  <a:cubicBezTo>
                    <a:pt x="1176" y="246"/>
                    <a:pt x="916" y="1"/>
                    <a:pt x="59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83" name="Google Shape;1983;p55"/>
          <p:cNvGrpSpPr/>
          <p:nvPr/>
        </p:nvGrpSpPr>
        <p:grpSpPr>
          <a:xfrm>
            <a:off x="5636435" y="3020840"/>
            <a:ext cx="544563" cy="511895"/>
            <a:chOff x="4815575" y="1416800"/>
            <a:chExt cx="73750" cy="71400"/>
          </a:xfrm>
        </p:grpSpPr>
        <p:sp>
          <p:nvSpPr>
            <p:cNvPr id="1984" name="Google Shape;1984;p55"/>
            <p:cNvSpPr/>
            <p:nvPr/>
          </p:nvSpPr>
          <p:spPr>
            <a:xfrm>
              <a:off x="4815575" y="1416800"/>
              <a:ext cx="43100" cy="52150"/>
            </a:xfrm>
            <a:custGeom>
              <a:avLst/>
              <a:gdLst/>
              <a:ahLst/>
              <a:cxnLst/>
              <a:rect l="l" t="t" r="r" b="b"/>
              <a:pathLst>
                <a:path w="1724" h="2086" extrusionOk="0">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5" name="Google Shape;1985;p55"/>
            <p:cNvSpPr/>
            <p:nvPr/>
          </p:nvSpPr>
          <p:spPr>
            <a:xfrm>
              <a:off x="4861725" y="1421125"/>
              <a:ext cx="27600" cy="51250"/>
            </a:xfrm>
            <a:custGeom>
              <a:avLst/>
              <a:gdLst/>
              <a:ahLst/>
              <a:cxnLst/>
              <a:rect l="l" t="t" r="r" b="b"/>
              <a:pathLst>
                <a:path w="1104" h="2050" extrusionOk="0">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6" name="Google Shape;1986;p55"/>
            <p:cNvSpPr/>
            <p:nvPr/>
          </p:nvSpPr>
          <p:spPr>
            <a:xfrm>
              <a:off x="4829450" y="1467825"/>
              <a:ext cx="49250" cy="20375"/>
            </a:xfrm>
            <a:custGeom>
              <a:avLst/>
              <a:gdLst/>
              <a:ahLst/>
              <a:cxnLst/>
              <a:rect l="l" t="t" r="r" b="b"/>
              <a:pathLst>
                <a:path w="1970" h="815" extrusionOk="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87" name="Google Shape;1987;p55"/>
          <p:cNvGrpSpPr/>
          <p:nvPr/>
        </p:nvGrpSpPr>
        <p:grpSpPr>
          <a:xfrm>
            <a:off x="6333060" y="3020546"/>
            <a:ext cx="602914" cy="512477"/>
            <a:chOff x="4902475" y="1418875"/>
            <a:chExt cx="74500" cy="63775"/>
          </a:xfrm>
        </p:grpSpPr>
        <p:sp>
          <p:nvSpPr>
            <p:cNvPr id="1988" name="Google Shape;1988;p55"/>
            <p:cNvSpPr/>
            <p:nvPr/>
          </p:nvSpPr>
          <p:spPr>
            <a:xfrm>
              <a:off x="4902475" y="1418875"/>
              <a:ext cx="74500" cy="63775"/>
            </a:xfrm>
            <a:custGeom>
              <a:avLst/>
              <a:gdLst/>
              <a:ahLst/>
              <a:cxnLst/>
              <a:rect l="l" t="t" r="r" b="b"/>
              <a:pathLst>
                <a:path w="2980" h="2551" extrusionOk="0">
                  <a:moveTo>
                    <a:pt x="1703" y="444"/>
                  </a:moveTo>
                  <a:cubicBezTo>
                    <a:pt x="2164" y="444"/>
                    <a:pt x="2539" y="819"/>
                    <a:pt x="2539" y="1281"/>
                  </a:cubicBezTo>
                  <a:cubicBezTo>
                    <a:pt x="2539" y="1784"/>
                    <a:pt x="2126" y="2118"/>
                    <a:pt x="1695" y="2118"/>
                  </a:cubicBezTo>
                  <a:cubicBezTo>
                    <a:pt x="1490" y="2118"/>
                    <a:pt x="1281" y="2042"/>
                    <a:pt x="1111" y="1872"/>
                  </a:cubicBezTo>
                  <a:cubicBezTo>
                    <a:pt x="585" y="1346"/>
                    <a:pt x="960" y="444"/>
                    <a:pt x="1703" y="444"/>
                  </a:cubicBezTo>
                  <a:close/>
                  <a:moveTo>
                    <a:pt x="1697" y="0"/>
                  </a:moveTo>
                  <a:cubicBezTo>
                    <a:pt x="1383" y="0"/>
                    <a:pt x="1063" y="118"/>
                    <a:pt x="801" y="379"/>
                  </a:cubicBezTo>
                  <a:cubicBezTo>
                    <a:pt x="0" y="1180"/>
                    <a:pt x="570" y="2550"/>
                    <a:pt x="1703" y="2550"/>
                  </a:cubicBezTo>
                  <a:cubicBezTo>
                    <a:pt x="2409" y="2550"/>
                    <a:pt x="2979" y="1980"/>
                    <a:pt x="2979" y="1281"/>
                  </a:cubicBezTo>
                  <a:cubicBezTo>
                    <a:pt x="2979" y="510"/>
                    <a:pt x="2353" y="0"/>
                    <a:pt x="1697"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9" name="Google Shape;1989;p55"/>
            <p:cNvSpPr/>
            <p:nvPr/>
          </p:nvSpPr>
          <p:spPr>
            <a:xfrm>
              <a:off x="4916811" y="1418975"/>
              <a:ext cx="59725" cy="63675"/>
            </a:xfrm>
            <a:custGeom>
              <a:avLst/>
              <a:gdLst/>
              <a:ahLst/>
              <a:cxnLst/>
              <a:rect l="l" t="t" r="r" b="b"/>
              <a:pathLst>
                <a:path w="2389" h="2547" extrusionOk="0">
                  <a:moveTo>
                    <a:pt x="1148" y="0"/>
                  </a:moveTo>
                  <a:cubicBezTo>
                    <a:pt x="765" y="0"/>
                    <a:pt x="397" y="173"/>
                    <a:pt x="159" y="476"/>
                  </a:cubicBezTo>
                  <a:lnTo>
                    <a:pt x="1" y="354"/>
                  </a:lnTo>
                  <a:lnTo>
                    <a:pt x="116" y="967"/>
                  </a:lnTo>
                  <a:lnTo>
                    <a:pt x="700" y="909"/>
                  </a:lnTo>
                  <a:lnTo>
                    <a:pt x="498" y="750"/>
                  </a:lnTo>
                  <a:cubicBezTo>
                    <a:pt x="669" y="541"/>
                    <a:pt x="910" y="441"/>
                    <a:pt x="1149" y="441"/>
                  </a:cubicBezTo>
                  <a:cubicBezTo>
                    <a:pt x="1454" y="441"/>
                    <a:pt x="1755" y="605"/>
                    <a:pt x="1905" y="916"/>
                  </a:cubicBezTo>
                  <a:cubicBezTo>
                    <a:pt x="2165" y="1472"/>
                    <a:pt x="1768" y="2106"/>
                    <a:pt x="1148" y="2106"/>
                  </a:cubicBezTo>
                  <a:lnTo>
                    <a:pt x="1148" y="2546"/>
                  </a:lnTo>
                  <a:cubicBezTo>
                    <a:pt x="1840" y="2532"/>
                    <a:pt x="2388" y="1962"/>
                    <a:pt x="2388" y="1277"/>
                  </a:cubicBezTo>
                  <a:cubicBezTo>
                    <a:pt x="2388" y="584"/>
                    <a:pt x="1840" y="22"/>
                    <a:pt x="1148"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90" name="Google Shape;1990;p55"/>
          <p:cNvGrpSpPr/>
          <p:nvPr/>
        </p:nvGrpSpPr>
        <p:grpSpPr>
          <a:xfrm>
            <a:off x="5748932" y="3759785"/>
            <a:ext cx="515391" cy="525699"/>
            <a:chOff x="4818100" y="1507675"/>
            <a:chExt cx="71225" cy="71625"/>
          </a:xfrm>
        </p:grpSpPr>
        <p:sp>
          <p:nvSpPr>
            <p:cNvPr id="1991" name="Google Shape;1991;p55"/>
            <p:cNvSpPr/>
            <p:nvPr/>
          </p:nvSpPr>
          <p:spPr>
            <a:xfrm>
              <a:off x="4818100" y="1507675"/>
              <a:ext cx="46000" cy="56300"/>
            </a:xfrm>
            <a:custGeom>
              <a:avLst/>
              <a:gdLst/>
              <a:ahLst/>
              <a:cxnLst/>
              <a:rect l="l" t="t" r="r" b="b"/>
              <a:pathLst>
                <a:path w="1840" h="2252" extrusionOk="0">
                  <a:moveTo>
                    <a:pt x="1457" y="1"/>
                  </a:moveTo>
                  <a:lnTo>
                    <a:pt x="1457" y="159"/>
                  </a:lnTo>
                  <a:cubicBezTo>
                    <a:pt x="606" y="188"/>
                    <a:pt x="0" y="989"/>
                    <a:pt x="195" y="1818"/>
                  </a:cubicBezTo>
                  <a:cubicBezTo>
                    <a:pt x="188" y="1818"/>
                    <a:pt x="188" y="1825"/>
                    <a:pt x="188" y="1833"/>
                  </a:cubicBezTo>
                  <a:lnTo>
                    <a:pt x="195" y="1869"/>
                  </a:lnTo>
                  <a:cubicBezTo>
                    <a:pt x="195" y="1876"/>
                    <a:pt x="202" y="1883"/>
                    <a:pt x="202" y="1898"/>
                  </a:cubicBezTo>
                  <a:cubicBezTo>
                    <a:pt x="202" y="1905"/>
                    <a:pt x="209" y="1912"/>
                    <a:pt x="209" y="1919"/>
                  </a:cubicBezTo>
                  <a:cubicBezTo>
                    <a:pt x="209" y="1934"/>
                    <a:pt x="216" y="1948"/>
                    <a:pt x="224" y="1955"/>
                  </a:cubicBezTo>
                  <a:lnTo>
                    <a:pt x="231" y="1977"/>
                  </a:lnTo>
                  <a:cubicBezTo>
                    <a:pt x="245" y="2013"/>
                    <a:pt x="260" y="2056"/>
                    <a:pt x="274" y="2092"/>
                  </a:cubicBezTo>
                  <a:lnTo>
                    <a:pt x="281" y="2100"/>
                  </a:lnTo>
                  <a:cubicBezTo>
                    <a:pt x="289" y="2114"/>
                    <a:pt x="296" y="2128"/>
                    <a:pt x="303" y="2143"/>
                  </a:cubicBezTo>
                  <a:lnTo>
                    <a:pt x="317" y="2157"/>
                  </a:lnTo>
                  <a:cubicBezTo>
                    <a:pt x="317" y="2172"/>
                    <a:pt x="325" y="2186"/>
                    <a:pt x="332" y="2201"/>
                  </a:cubicBezTo>
                  <a:lnTo>
                    <a:pt x="346" y="2215"/>
                  </a:lnTo>
                  <a:cubicBezTo>
                    <a:pt x="353" y="2229"/>
                    <a:pt x="361" y="2237"/>
                    <a:pt x="368" y="2251"/>
                  </a:cubicBezTo>
                  <a:lnTo>
                    <a:pt x="743" y="1970"/>
                  </a:lnTo>
                  <a:lnTo>
                    <a:pt x="721" y="1934"/>
                  </a:lnTo>
                  <a:lnTo>
                    <a:pt x="700" y="1898"/>
                  </a:lnTo>
                  <a:lnTo>
                    <a:pt x="692" y="1883"/>
                  </a:lnTo>
                  <a:cubicBezTo>
                    <a:pt x="685" y="1862"/>
                    <a:pt x="678" y="1847"/>
                    <a:pt x="671" y="1825"/>
                  </a:cubicBezTo>
                  <a:cubicBezTo>
                    <a:pt x="671" y="1818"/>
                    <a:pt x="664" y="1811"/>
                    <a:pt x="664" y="1804"/>
                  </a:cubicBezTo>
                  <a:cubicBezTo>
                    <a:pt x="664" y="1797"/>
                    <a:pt x="656" y="1782"/>
                    <a:pt x="649" y="1775"/>
                  </a:cubicBezTo>
                  <a:lnTo>
                    <a:pt x="642" y="1732"/>
                  </a:lnTo>
                  <a:lnTo>
                    <a:pt x="635" y="1703"/>
                  </a:lnTo>
                  <a:lnTo>
                    <a:pt x="628" y="1667"/>
                  </a:lnTo>
                  <a:lnTo>
                    <a:pt x="628" y="1645"/>
                  </a:lnTo>
                  <a:cubicBezTo>
                    <a:pt x="628" y="1638"/>
                    <a:pt x="620" y="1609"/>
                    <a:pt x="620" y="1587"/>
                  </a:cubicBezTo>
                  <a:lnTo>
                    <a:pt x="620" y="1573"/>
                  </a:lnTo>
                  <a:lnTo>
                    <a:pt x="620" y="1508"/>
                  </a:lnTo>
                  <a:cubicBezTo>
                    <a:pt x="620" y="1039"/>
                    <a:pt x="988" y="650"/>
                    <a:pt x="1457" y="628"/>
                  </a:cubicBezTo>
                  <a:lnTo>
                    <a:pt x="1457" y="809"/>
                  </a:lnTo>
                  <a:lnTo>
                    <a:pt x="1839" y="419"/>
                  </a:lnTo>
                  <a:lnTo>
                    <a:pt x="145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2" name="Google Shape;1992;p55"/>
            <p:cNvSpPr/>
            <p:nvPr/>
          </p:nvSpPr>
          <p:spPr>
            <a:xfrm>
              <a:off x="4869825" y="1519575"/>
              <a:ext cx="19500" cy="23825"/>
            </a:xfrm>
            <a:custGeom>
              <a:avLst/>
              <a:gdLst/>
              <a:ahLst/>
              <a:cxnLst/>
              <a:rect l="l" t="t" r="r" b="b"/>
              <a:pathLst>
                <a:path w="780" h="953" extrusionOk="0">
                  <a:moveTo>
                    <a:pt x="304" y="1"/>
                  </a:moveTo>
                  <a:lnTo>
                    <a:pt x="1" y="354"/>
                  </a:lnTo>
                  <a:cubicBezTo>
                    <a:pt x="181" y="506"/>
                    <a:pt x="289" y="722"/>
                    <a:pt x="311" y="953"/>
                  </a:cubicBezTo>
                  <a:lnTo>
                    <a:pt x="780" y="953"/>
                  </a:lnTo>
                  <a:cubicBezTo>
                    <a:pt x="751" y="585"/>
                    <a:pt x="585" y="239"/>
                    <a:pt x="30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3" name="Google Shape;1993;p55"/>
            <p:cNvSpPr/>
            <p:nvPr/>
          </p:nvSpPr>
          <p:spPr>
            <a:xfrm>
              <a:off x="4857575" y="1547700"/>
              <a:ext cx="31575" cy="31600"/>
            </a:xfrm>
            <a:custGeom>
              <a:avLst/>
              <a:gdLst/>
              <a:ahLst/>
              <a:cxnLst/>
              <a:rect l="l" t="t" r="r" b="b"/>
              <a:pathLst>
                <a:path w="1263" h="1264" extrusionOk="0">
                  <a:moveTo>
                    <a:pt x="801" y="1"/>
                  </a:moveTo>
                  <a:cubicBezTo>
                    <a:pt x="758" y="419"/>
                    <a:pt x="426" y="751"/>
                    <a:pt x="1" y="794"/>
                  </a:cubicBezTo>
                  <a:lnTo>
                    <a:pt x="1" y="1263"/>
                  </a:lnTo>
                  <a:cubicBezTo>
                    <a:pt x="679" y="1213"/>
                    <a:pt x="1219" y="679"/>
                    <a:pt x="12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4" name="Google Shape;1994;p55"/>
            <p:cNvSpPr/>
            <p:nvPr/>
          </p:nvSpPr>
          <p:spPr>
            <a:xfrm>
              <a:off x="4829800" y="1560150"/>
              <a:ext cx="23650" cy="18950"/>
            </a:xfrm>
            <a:custGeom>
              <a:avLst/>
              <a:gdLst/>
              <a:ahLst/>
              <a:cxnLst/>
              <a:rect l="l" t="t" r="r" b="b"/>
              <a:pathLst>
                <a:path w="946" h="758" extrusionOk="0">
                  <a:moveTo>
                    <a:pt x="376" y="1"/>
                  </a:moveTo>
                  <a:lnTo>
                    <a:pt x="1" y="282"/>
                  </a:lnTo>
                  <a:cubicBezTo>
                    <a:pt x="239" y="563"/>
                    <a:pt x="578" y="736"/>
                    <a:pt x="946" y="758"/>
                  </a:cubicBezTo>
                  <a:lnTo>
                    <a:pt x="946" y="289"/>
                  </a:lnTo>
                  <a:cubicBezTo>
                    <a:pt x="722" y="267"/>
                    <a:pt x="520" y="166"/>
                    <a:pt x="37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95" name="Google Shape;1995;p55"/>
          <p:cNvGrpSpPr/>
          <p:nvPr/>
        </p:nvGrpSpPr>
        <p:grpSpPr>
          <a:xfrm>
            <a:off x="5087034" y="3781317"/>
            <a:ext cx="522956" cy="489869"/>
            <a:chOff x="4721450" y="1509475"/>
            <a:chExt cx="79350" cy="74325"/>
          </a:xfrm>
        </p:grpSpPr>
        <p:sp>
          <p:nvSpPr>
            <p:cNvPr id="1996" name="Google Shape;1996;p55"/>
            <p:cNvSpPr/>
            <p:nvPr/>
          </p:nvSpPr>
          <p:spPr>
            <a:xfrm>
              <a:off x="4729025" y="1509475"/>
              <a:ext cx="27050" cy="26725"/>
            </a:xfrm>
            <a:custGeom>
              <a:avLst/>
              <a:gdLst/>
              <a:ahLst/>
              <a:cxnLst/>
              <a:rect l="l" t="t" r="r" b="b"/>
              <a:pathLst>
                <a:path w="1082" h="1069" extrusionOk="0">
                  <a:moveTo>
                    <a:pt x="440" y="1"/>
                  </a:moveTo>
                  <a:lnTo>
                    <a:pt x="570" y="224"/>
                  </a:lnTo>
                  <a:cubicBezTo>
                    <a:pt x="296" y="405"/>
                    <a:pt x="94" y="672"/>
                    <a:pt x="0" y="989"/>
                  </a:cubicBezTo>
                  <a:lnTo>
                    <a:pt x="188" y="809"/>
                  </a:lnTo>
                  <a:lnTo>
                    <a:pt x="462" y="1068"/>
                  </a:lnTo>
                  <a:cubicBezTo>
                    <a:pt x="527" y="888"/>
                    <a:pt x="649" y="737"/>
                    <a:pt x="808" y="628"/>
                  </a:cubicBezTo>
                  <a:lnTo>
                    <a:pt x="923" y="823"/>
                  </a:lnTo>
                  <a:lnTo>
                    <a:pt x="1082" y="188"/>
                  </a:lnTo>
                  <a:lnTo>
                    <a:pt x="440"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7" name="Google Shape;1997;p55"/>
            <p:cNvSpPr/>
            <p:nvPr/>
          </p:nvSpPr>
          <p:spPr>
            <a:xfrm>
              <a:off x="4721450" y="1533275"/>
              <a:ext cx="32300" cy="42600"/>
            </a:xfrm>
            <a:custGeom>
              <a:avLst/>
              <a:gdLst/>
              <a:ahLst/>
              <a:cxnLst/>
              <a:rect l="l" t="t" r="r" b="b"/>
              <a:pathLst>
                <a:path w="1292" h="1704" extrusionOk="0">
                  <a:moveTo>
                    <a:pt x="491" y="1"/>
                  </a:moveTo>
                  <a:lnTo>
                    <a:pt x="0" y="455"/>
                  </a:lnTo>
                  <a:lnTo>
                    <a:pt x="238" y="455"/>
                  </a:lnTo>
                  <a:cubicBezTo>
                    <a:pt x="253" y="1025"/>
                    <a:pt x="635" y="1530"/>
                    <a:pt x="1183" y="1703"/>
                  </a:cubicBezTo>
                  <a:lnTo>
                    <a:pt x="1024" y="1530"/>
                  </a:lnTo>
                  <a:lnTo>
                    <a:pt x="1291" y="1256"/>
                  </a:lnTo>
                  <a:cubicBezTo>
                    <a:pt x="952" y="1133"/>
                    <a:pt x="721" y="816"/>
                    <a:pt x="707" y="455"/>
                  </a:cubicBezTo>
                  <a:lnTo>
                    <a:pt x="945" y="455"/>
                  </a:lnTo>
                  <a:lnTo>
                    <a:pt x="4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8" name="Google Shape;1998;p55"/>
            <p:cNvSpPr/>
            <p:nvPr/>
          </p:nvSpPr>
          <p:spPr>
            <a:xfrm>
              <a:off x="4750650" y="1551675"/>
              <a:ext cx="42950" cy="32125"/>
            </a:xfrm>
            <a:custGeom>
              <a:avLst/>
              <a:gdLst/>
              <a:ahLst/>
              <a:cxnLst/>
              <a:rect l="l" t="t" r="r" b="b"/>
              <a:pathLst>
                <a:path w="1718" h="1285" extrusionOk="0">
                  <a:moveTo>
                    <a:pt x="1256" y="1"/>
                  </a:moveTo>
                  <a:cubicBezTo>
                    <a:pt x="1126" y="332"/>
                    <a:pt x="808" y="556"/>
                    <a:pt x="448" y="570"/>
                  </a:cubicBezTo>
                  <a:lnTo>
                    <a:pt x="448" y="340"/>
                  </a:lnTo>
                  <a:lnTo>
                    <a:pt x="1" y="794"/>
                  </a:lnTo>
                  <a:lnTo>
                    <a:pt x="448" y="1284"/>
                  </a:lnTo>
                  <a:lnTo>
                    <a:pt x="448" y="1032"/>
                  </a:lnTo>
                  <a:cubicBezTo>
                    <a:pt x="1039" y="1025"/>
                    <a:pt x="1551" y="635"/>
                    <a:pt x="1717" y="73"/>
                  </a:cubicBezTo>
                  <a:lnTo>
                    <a:pt x="1717" y="73"/>
                  </a:lnTo>
                  <a:lnTo>
                    <a:pt x="1515" y="260"/>
                  </a:lnTo>
                  <a:lnTo>
                    <a:pt x="125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9" name="Google Shape;1999;p55"/>
            <p:cNvSpPr/>
            <p:nvPr/>
          </p:nvSpPr>
          <p:spPr>
            <a:xfrm>
              <a:off x="4761300" y="1510025"/>
              <a:ext cx="39500" cy="44375"/>
            </a:xfrm>
            <a:custGeom>
              <a:avLst/>
              <a:gdLst/>
              <a:ahLst/>
              <a:cxnLst/>
              <a:rect l="l" t="t" r="r" b="b"/>
              <a:pathLst>
                <a:path w="1580" h="1775" extrusionOk="0">
                  <a:moveTo>
                    <a:pt x="13" y="0"/>
                  </a:moveTo>
                  <a:cubicBezTo>
                    <a:pt x="9" y="0"/>
                    <a:pt x="5" y="0"/>
                    <a:pt x="0" y="0"/>
                  </a:cubicBezTo>
                  <a:lnTo>
                    <a:pt x="0" y="462"/>
                  </a:lnTo>
                  <a:cubicBezTo>
                    <a:pt x="476" y="462"/>
                    <a:pt x="873" y="844"/>
                    <a:pt x="880" y="1328"/>
                  </a:cubicBezTo>
                  <a:lnTo>
                    <a:pt x="635" y="1328"/>
                  </a:lnTo>
                  <a:lnTo>
                    <a:pt x="1089" y="1775"/>
                  </a:lnTo>
                  <a:lnTo>
                    <a:pt x="1580" y="1328"/>
                  </a:lnTo>
                  <a:lnTo>
                    <a:pt x="1349" y="1328"/>
                  </a:lnTo>
                  <a:cubicBezTo>
                    <a:pt x="1335" y="589"/>
                    <a:pt x="743" y="0"/>
                    <a:pt x="13"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00" name="Google Shape;2000;p55"/>
          <p:cNvGrpSpPr/>
          <p:nvPr/>
        </p:nvGrpSpPr>
        <p:grpSpPr>
          <a:xfrm>
            <a:off x="6410277" y="3761069"/>
            <a:ext cx="525704" cy="535436"/>
            <a:chOff x="4906800" y="1507500"/>
            <a:chExt cx="70350" cy="71075"/>
          </a:xfrm>
        </p:grpSpPr>
        <p:sp>
          <p:nvSpPr>
            <p:cNvPr id="2001" name="Google Shape;2001;p55"/>
            <p:cNvSpPr/>
            <p:nvPr/>
          </p:nvSpPr>
          <p:spPr>
            <a:xfrm>
              <a:off x="4916000" y="1507500"/>
              <a:ext cx="30850" cy="24000"/>
            </a:xfrm>
            <a:custGeom>
              <a:avLst/>
              <a:gdLst/>
              <a:ahLst/>
              <a:cxnLst/>
              <a:rect l="l" t="t" r="r" b="b"/>
              <a:pathLst>
                <a:path w="1234" h="960" extrusionOk="0">
                  <a:moveTo>
                    <a:pt x="837" y="1"/>
                  </a:moveTo>
                  <a:lnTo>
                    <a:pt x="837" y="202"/>
                  </a:lnTo>
                  <a:cubicBezTo>
                    <a:pt x="484" y="282"/>
                    <a:pt x="181" y="498"/>
                    <a:pt x="0" y="808"/>
                  </a:cubicBezTo>
                  <a:lnTo>
                    <a:pt x="455" y="960"/>
                  </a:lnTo>
                  <a:cubicBezTo>
                    <a:pt x="556" y="837"/>
                    <a:pt x="686" y="736"/>
                    <a:pt x="837" y="686"/>
                  </a:cubicBezTo>
                  <a:lnTo>
                    <a:pt x="837" y="823"/>
                  </a:lnTo>
                  <a:lnTo>
                    <a:pt x="1234" y="426"/>
                  </a:lnTo>
                  <a:lnTo>
                    <a:pt x="837"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2" name="Google Shape;2002;p55"/>
            <p:cNvSpPr/>
            <p:nvPr/>
          </p:nvSpPr>
          <p:spPr>
            <a:xfrm>
              <a:off x="4906800" y="1533825"/>
              <a:ext cx="19675" cy="32475"/>
            </a:xfrm>
            <a:custGeom>
              <a:avLst/>
              <a:gdLst/>
              <a:ahLst/>
              <a:cxnLst/>
              <a:rect l="l" t="t" r="r" b="b"/>
              <a:pathLst>
                <a:path w="787" h="1299" extrusionOk="0">
                  <a:moveTo>
                    <a:pt x="527" y="1"/>
                  </a:moveTo>
                  <a:lnTo>
                    <a:pt x="1" y="246"/>
                  </a:lnTo>
                  <a:lnTo>
                    <a:pt x="181" y="303"/>
                  </a:lnTo>
                  <a:cubicBezTo>
                    <a:pt x="181" y="347"/>
                    <a:pt x="174" y="390"/>
                    <a:pt x="174" y="433"/>
                  </a:cubicBezTo>
                  <a:cubicBezTo>
                    <a:pt x="174" y="751"/>
                    <a:pt x="289" y="1061"/>
                    <a:pt x="498" y="1299"/>
                  </a:cubicBezTo>
                  <a:lnTo>
                    <a:pt x="787" y="909"/>
                  </a:lnTo>
                  <a:cubicBezTo>
                    <a:pt x="693" y="772"/>
                    <a:pt x="650" y="614"/>
                    <a:pt x="642" y="455"/>
                  </a:cubicBezTo>
                  <a:lnTo>
                    <a:pt x="642" y="455"/>
                  </a:lnTo>
                  <a:lnTo>
                    <a:pt x="787" y="498"/>
                  </a:lnTo>
                  <a:lnTo>
                    <a:pt x="527"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3" name="Google Shape;2003;p55"/>
            <p:cNvSpPr/>
            <p:nvPr/>
          </p:nvSpPr>
          <p:spPr>
            <a:xfrm>
              <a:off x="4926625" y="1561950"/>
              <a:ext cx="30675" cy="16625"/>
            </a:xfrm>
            <a:custGeom>
              <a:avLst/>
              <a:gdLst/>
              <a:ahLst/>
              <a:cxnLst/>
              <a:rect l="l" t="t" r="r" b="b"/>
              <a:pathLst>
                <a:path w="1227" h="665" extrusionOk="0">
                  <a:moveTo>
                    <a:pt x="556" y="1"/>
                  </a:moveTo>
                  <a:lnTo>
                    <a:pt x="1" y="87"/>
                  </a:lnTo>
                  <a:lnTo>
                    <a:pt x="66" y="664"/>
                  </a:lnTo>
                  <a:lnTo>
                    <a:pt x="181" y="513"/>
                  </a:lnTo>
                  <a:cubicBezTo>
                    <a:pt x="347" y="585"/>
                    <a:pt x="526" y="621"/>
                    <a:pt x="704" y="621"/>
                  </a:cubicBezTo>
                  <a:cubicBezTo>
                    <a:pt x="883" y="621"/>
                    <a:pt x="1061" y="585"/>
                    <a:pt x="1227" y="513"/>
                  </a:cubicBezTo>
                  <a:lnTo>
                    <a:pt x="946" y="123"/>
                  </a:lnTo>
                  <a:cubicBezTo>
                    <a:pt x="866" y="149"/>
                    <a:pt x="785" y="161"/>
                    <a:pt x="704" y="161"/>
                  </a:cubicBezTo>
                  <a:cubicBezTo>
                    <a:pt x="623" y="161"/>
                    <a:pt x="542" y="149"/>
                    <a:pt x="462" y="123"/>
                  </a:cubicBezTo>
                  <a:lnTo>
                    <a:pt x="55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4" name="Google Shape;2004;p55"/>
            <p:cNvSpPr/>
            <p:nvPr/>
          </p:nvSpPr>
          <p:spPr>
            <a:xfrm>
              <a:off x="4957475" y="1541400"/>
              <a:ext cx="19675" cy="27800"/>
            </a:xfrm>
            <a:custGeom>
              <a:avLst/>
              <a:gdLst/>
              <a:ahLst/>
              <a:cxnLst/>
              <a:rect l="l" t="t" r="r" b="b"/>
              <a:pathLst>
                <a:path w="787" h="1112" extrusionOk="0">
                  <a:moveTo>
                    <a:pt x="779" y="0"/>
                  </a:moveTo>
                  <a:lnTo>
                    <a:pt x="318" y="145"/>
                  </a:lnTo>
                  <a:cubicBezTo>
                    <a:pt x="318" y="303"/>
                    <a:pt x="274" y="455"/>
                    <a:pt x="188" y="592"/>
                  </a:cubicBezTo>
                  <a:lnTo>
                    <a:pt x="80" y="448"/>
                  </a:lnTo>
                  <a:lnTo>
                    <a:pt x="0" y="1003"/>
                  </a:lnTo>
                  <a:lnTo>
                    <a:pt x="570" y="1111"/>
                  </a:lnTo>
                  <a:lnTo>
                    <a:pt x="469" y="981"/>
                  </a:lnTo>
                  <a:cubicBezTo>
                    <a:pt x="671" y="743"/>
                    <a:pt x="786" y="440"/>
                    <a:pt x="786" y="130"/>
                  </a:cubicBezTo>
                  <a:cubicBezTo>
                    <a:pt x="786" y="87"/>
                    <a:pt x="786" y="44"/>
                    <a:pt x="7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5" name="Google Shape;2005;p55"/>
            <p:cNvSpPr/>
            <p:nvPr/>
          </p:nvSpPr>
          <p:spPr>
            <a:xfrm>
              <a:off x="4951325" y="1512550"/>
              <a:ext cx="24925" cy="26350"/>
            </a:xfrm>
            <a:custGeom>
              <a:avLst/>
              <a:gdLst/>
              <a:ahLst/>
              <a:cxnLst/>
              <a:rect l="l" t="t" r="r" b="b"/>
              <a:pathLst>
                <a:path w="997" h="1054" extrusionOk="0">
                  <a:moveTo>
                    <a:pt x="1" y="0"/>
                  </a:moveTo>
                  <a:lnTo>
                    <a:pt x="1" y="476"/>
                  </a:lnTo>
                  <a:cubicBezTo>
                    <a:pt x="145" y="534"/>
                    <a:pt x="282" y="628"/>
                    <a:pt x="376" y="751"/>
                  </a:cubicBezTo>
                  <a:lnTo>
                    <a:pt x="210" y="801"/>
                  </a:lnTo>
                  <a:lnTo>
                    <a:pt x="715" y="1053"/>
                  </a:lnTo>
                  <a:lnTo>
                    <a:pt x="996" y="549"/>
                  </a:lnTo>
                  <a:lnTo>
                    <a:pt x="996" y="549"/>
                  </a:lnTo>
                  <a:lnTo>
                    <a:pt x="838" y="599"/>
                  </a:lnTo>
                  <a:cubicBezTo>
                    <a:pt x="650" y="296"/>
                    <a:pt x="347" y="73"/>
                    <a:pt x="1"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06" name="Google Shape;2006;p55"/>
          <p:cNvGrpSpPr/>
          <p:nvPr/>
        </p:nvGrpSpPr>
        <p:grpSpPr>
          <a:xfrm>
            <a:off x="4443099" y="2267050"/>
            <a:ext cx="508054" cy="508095"/>
            <a:chOff x="3736598" y="2170606"/>
            <a:chExt cx="404889" cy="404889"/>
          </a:xfrm>
        </p:grpSpPr>
        <p:sp>
          <p:nvSpPr>
            <p:cNvPr id="2007" name="Google Shape;2007;p55"/>
            <p:cNvSpPr/>
            <p:nvPr/>
          </p:nvSpPr>
          <p:spPr>
            <a:xfrm>
              <a:off x="3950281" y="2170846"/>
              <a:ext cx="191206" cy="231947"/>
            </a:xfrm>
            <a:custGeom>
              <a:avLst/>
              <a:gdLst/>
              <a:ahLst/>
              <a:cxnLst/>
              <a:rect l="l" t="t" r="r" b="b"/>
              <a:pathLst>
                <a:path w="8781" h="10652" extrusionOk="0">
                  <a:moveTo>
                    <a:pt x="23" y="1"/>
                  </a:moveTo>
                  <a:lnTo>
                    <a:pt x="1435" y="2583"/>
                  </a:lnTo>
                  <a:lnTo>
                    <a:pt x="0" y="5246"/>
                  </a:lnTo>
                  <a:cubicBezTo>
                    <a:pt x="1997" y="5498"/>
                    <a:pt x="3512" y="7186"/>
                    <a:pt x="3547" y="9217"/>
                  </a:cubicBezTo>
                  <a:lnTo>
                    <a:pt x="6187" y="10652"/>
                  </a:lnTo>
                  <a:lnTo>
                    <a:pt x="8780" y="9217"/>
                  </a:lnTo>
                  <a:cubicBezTo>
                    <a:pt x="8746" y="4305"/>
                    <a:pt x="4913" y="276"/>
                    <a:pt x="23"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 name="Google Shape;2008;p55"/>
            <p:cNvSpPr/>
            <p:nvPr/>
          </p:nvSpPr>
          <p:spPr>
            <a:xfrm>
              <a:off x="3737099" y="2170606"/>
              <a:ext cx="231947" cy="191446"/>
            </a:xfrm>
            <a:custGeom>
              <a:avLst/>
              <a:gdLst/>
              <a:ahLst/>
              <a:cxnLst/>
              <a:rect l="l" t="t" r="r" b="b"/>
              <a:pathLst>
                <a:path w="10652" h="8792" extrusionOk="0">
                  <a:moveTo>
                    <a:pt x="9216" y="0"/>
                  </a:moveTo>
                  <a:cubicBezTo>
                    <a:pt x="4304" y="35"/>
                    <a:pt x="276" y="3868"/>
                    <a:pt x="0" y="8769"/>
                  </a:cubicBezTo>
                  <a:lnTo>
                    <a:pt x="2583" y="7346"/>
                  </a:lnTo>
                  <a:lnTo>
                    <a:pt x="5245" y="8792"/>
                  </a:lnTo>
                  <a:cubicBezTo>
                    <a:pt x="5498" y="6783"/>
                    <a:pt x="7185" y="5268"/>
                    <a:pt x="9216" y="5234"/>
                  </a:cubicBezTo>
                  <a:lnTo>
                    <a:pt x="10651" y="2594"/>
                  </a:lnTo>
                  <a:lnTo>
                    <a:pt x="9216"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9" name="Google Shape;2009;p55"/>
            <p:cNvSpPr/>
            <p:nvPr/>
          </p:nvSpPr>
          <p:spPr>
            <a:xfrm>
              <a:off x="3909539" y="2384027"/>
              <a:ext cx="231686" cy="191468"/>
            </a:xfrm>
            <a:custGeom>
              <a:avLst/>
              <a:gdLst/>
              <a:ahLst/>
              <a:cxnLst/>
              <a:rect l="l" t="t" r="r" b="b"/>
              <a:pathLst>
                <a:path w="10640" h="8793" extrusionOk="0">
                  <a:moveTo>
                    <a:pt x="5395" y="1"/>
                  </a:moveTo>
                  <a:cubicBezTo>
                    <a:pt x="5142" y="1998"/>
                    <a:pt x="3455" y="3513"/>
                    <a:pt x="1435" y="3559"/>
                  </a:cubicBezTo>
                  <a:lnTo>
                    <a:pt x="0" y="6187"/>
                  </a:lnTo>
                  <a:lnTo>
                    <a:pt x="1424" y="8792"/>
                  </a:lnTo>
                  <a:cubicBezTo>
                    <a:pt x="6324" y="8758"/>
                    <a:pt x="10364" y="4913"/>
                    <a:pt x="10640" y="24"/>
                  </a:cubicBezTo>
                  <a:lnTo>
                    <a:pt x="10640" y="24"/>
                  </a:lnTo>
                  <a:lnTo>
                    <a:pt x="8058" y="1436"/>
                  </a:lnTo>
                  <a:lnTo>
                    <a:pt x="5395"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0" name="Google Shape;2010;p55"/>
            <p:cNvSpPr/>
            <p:nvPr/>
          </p:nvSpPr>
          <p:spPr>
            <a:xfrm>
              <a:off x="3736598" y="2343307"/>
              <a:ext cx="191707" cy="231686"/>
            </a:xfrm>
            <a:custGeom>
              <a:avLst/>
              <a:gdLst/>
              <a:ahLst/>
              <a:cxnLst/>
              <a:rect l="l" t="t" r="r" b="b"/>
              <a:pathLst>
                <a:path w="8804" h="10640" extrusionOk="0">
                  <a:moveTo>
                    <a:pt x="2606" y="0"/>
                  </a:moveTo>
                  <a:lnTo>
                    <a:pt x="0" y="1435"/>
                  </a:lnTo>
                  <a:cubicBezTo>
                    <a:pt x="46" y="6335"/>
                    <a:pt x="3880" y="10364"/>
                    <a:pt x="8769" y="10639"/>
                  </a:cubicBezTo>
                  <a:lnTo>
                    <a:pt x="7357" y="8057"/>
                  </a:lnTo>
                  <a:lnTo>
                    <a:pt x="8803" y="5394"/>
                  </a:lnTo>
                  <a:cubicBezTo>
                    <a:pt x="6795" y="5142"/>
                    <a:pt x="5280" y="3455"/>
                    <a:pt x="5245" y="1435"/>
                  </a:cubicBezTo>
                  <a:lnTo>
                    <a:pt x="260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11" name="Google Shape;2011;p55"/>
          <p:cNvGrpSpPr/>
          <p:nvPr/>
        </p:nvGrpSpPr>
        <p:grpSpPr>
          <a:xfrm>
            <a:off x="3731139" y="2267145"/>
            <a:ext cx="575790" cy="507904"/>
            <a:chOff x="3161917" y="2170682"/>
            <a:chExt cx="458870" cy="404737"/>
          </a:xfrm>
        </p:grpSpPr>
        <p:sp>
          <p:nvSpPr>
            <p:cNvPr id="2012" name="Google Shape;2012;p55"/>
            <p:cNvSpPr/>
            <p:nvPr/>
          </p:nvSpPr>
          <p:spPr>
            <a:xfrm>
              <a:off x="3161917" y="2170682"/>
              <a:ext cx="277174" cy="291676"/>
            </a:xfrm>
            <a:custGeom>
              <a:avLst/>
              <a:gdLst/>
              <a:ahLst/>
              <a:cxnLst/>
              <a:rect l="l" t="t" r="r" b="b"/>
              <a:pathLst>
                <a:path w="12729" h="13395" extrusionOk="0">
                  <a:moveTo>
                    <a:pt x="11294" y="0"/>
                  </a:moveTo>
                  <a:cubicBezTo>
                    <a:pt x="4442" y="46"/>
                    <a:pt x="0" y="7242"/>
                    <a:pt x="3019" y="13394"/>
                  </a:cubicBezTo>
                  <a:lnTo>
                    <a:pt x="4522" y="10915"/>
                  </a:lnTo>
                  <a:lnTo>
                    <a:pt x="7598" y="10835"/>
                  </a:lnTo>
                  <a:cubicBezTo>
                    <a:pt x="6531" y="8195"/>
                    <a:pt x="8436" y="5291"/>
                    <a:pt x="11294" y="5234"/>
                  </a:cubicBezTo>
                  <a:lnTo>
                    <a:pt x="12729" y="2606"/>
                  </a:lnTo>
                  <a:lnTo>
                    <a:pt x="11294" y="0"/>
                  </a:lnTo>
                  <a:close/>
                </a:path>
              </a:pathLst>
            </a:custGeom>
            <a:solidFill>
              <a:srgbClr val="374957"/>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013" name="Google Shape;2013;p55"/>
            <p:cNvSpPr/>
            <p:nvPr/>
          </p:nvSpPr>
          <p:spPr>
            <a:xfrm>
              <a:off x="3420326" y="2170922"/>
              <a:ext cx="200461" cy="302934"/>
            </a:xfrm>
            <a:custGeom>
              <a:avLst/>
              <a:gdLst/>
              <a:ahLst/>
              <a:cxnLst/>
              <a:rect l="l" t="t" r="r" b="b"/>
              <a:pathLst>
                <a:path w="9206" h="13912" extrusionOk="0">
                  <a:moveTo>
                    <a:pt x="24" y="1"/>
                  </a:moveTo>
                  <a:lnTo>
                    <a:pt x="1447" y="2583"/>
                  </a:lnTo>
                  <a:lnTo>
                    <a:pt x="1" y="5246"/>
                  </a:lnTo>
                  <a:cubicBezTo>
                    <a:pt x="2893" y="5602"/>
                    <a:pt x="4488" y="8815"/>
                    <a:pt x="3008" y="11329"/>
                  </a:cubicBezTo>
                  <a:lnTo>
                    <a:pt x="4557" y="13854"/>
                  </a:lnTo>
                  <a:lnTo>
                    <a:pt x="7564" y="13911"/>
                  </a:lnTo>
                  <a:cubicBezTo>
                    <a:pt x="9171" y="11122"/>
                    <a:pt x="9206" y="7691"/>
                    <a:pt x="7679" y="4856"/>
                  </a:cubicBezTo>
                  <a:cubicBezTo>
                    <a:pt x="6141" y="2021"/>
                    <a:pt x="3237" y="184"/>
                    <a:pt x="24"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4" name="Google Shape;2014;p55"/>
            <p:cNvSpPr/>
            <p:nvPr/>
          </p:nvSpPr>
          <p:spPr>
            <a:xfrm>
              <a:off x="3233645" y="2417594"/>
              <a:ext cx="344393" cy="157825"/>
            </a:xfrm>
            <a:custGeom>
              <a:avLst/>
              <a:gdLst/>
              <a:ahLst/>
              <a:cxnLst/>
              <a:rect l="l" t="t" r="r" b="b"/>
              <a:pathLst>
                <a:path w="15816" h="7248" extrusionOk="0">
                  <a:moveTo>
                    <a:pt x="4557" y="1"/>
                  </a:moveTo>
                  <a:lnTo>
                    <a:pt x="1515" y="81"/>
                  </a:lnTo>
                  <a:lnTo>
                    <a:pt x="0" y="2583"/>
                  </a:lnTo>
                  <a:cubicBezTo>
                    <a:pt x="1607" y="5372"/>
                    <a:pt x="4545" y="7140"/>
                    <a:pt x="7770" y="7243"/>
                  </a:cubicBezTo>
                  <a:cubicBezTo>
                    <a:pt x="7870" y="7246"/>
                    <a:pt x="7970" y="7248"/>
                    <a:pt x="8070" y="7248"/>
                  </a:cubicBezTo>
                  <a:cubicBezTo>
                    <a:pt x="11183" y="7248"/>
                    <a:pt x="14092" y="5691"/>
                    <a:pt x="15816" y="3088"/>
                  </a:cubicBezTo>
                  <a:lnTo>
                    <a:pt x="12832" y="3019"/>
                  </a:lnTo>
                  <a:lnTo>
                    <a:pt x="11260" y="471"/>
                  </a:lnTo>
                  <a:cubicBezTo>
                    <a:pt x="10437" y="1506"/>
                    <a:pt x="9252" y="2011"/>
                    <a:pt x="8072" y="2011"/>
                  </a:cubicBezTo>
                  <a:cubicBezTo>
                    <a:pt x="6699" y="2011"/>
                    <a:pt x="5334" y="1328"/>
                    <a:pt x="455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15" name="Google Shape;2015;p55"/>
          <p:cNvGrpSpPr/>
          <p:nvPr/>
        </p:nvGrpSpPr>
        <p:grpSpPr>
          <a:xfrm>
            <a:off x="3758669" y="3027517"/>
            <a:ext cx="520730" cy="498567"/>
            <a:chOff x="3179914" y="2889488"/>
            <a:chExt cx="422876" cy="404911"/>
          </a:xfrm>
        </p:grpSpPr>
        <p:sp>
          <p:nvSpPr>
            <p:cNvPr id="2016" name="Google Shape;2016;p55"/>
            <p:cNvSpPr/>
            <p:nvPr/>
          </p:nvSpPr>
          <p:spPr>
            <a:xfrm>
              <a:off x="3402328" y="2889749"/>
              <a:ext cx="163726" cy="157477"/>
            </a:xfrm>
            <a:custGeom>
              <a:avLst/>
              <a:gdLst/>
              <a:ahLst/>
              <a:cxnLst/>
              <a:rect l="l" t="t" r="r" b="b"/>
              <a:pathLst>
                <a:path w="7519" h="7232" extrusionOk="0">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7" name="Google Shape;2017;p55"/>
            <p:cNvSpPr/>
            <p:nvPr/>
          </p:nvSpPr>
          <p:spPr>
            <a:xfrm>
              <a:off x="3467807" y="3000956"/>
              <a:ext cx="134983" cy="191707"/>
            </a:xfrm>
            <a:custGeom>
              <a:avLst/>
              <a:gdLst/>
              <a:ahLst/>
              <a:cxnLst/>
              <a:rect l="l" t="t" r="r" b="b"/>
              <a:pathLst>
                <a:path w="6199" h="8804" extrusionOk="0">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8" name="Google Shape;2018;p55"/>
            <p:cNvSpPr/>
            <p:nvPr/>
          </p:nvSpPr>
          <p:spPr>
            <a:xfrm>
              <a:off x="3222637" y="2889488"/>
              <a:ext cx="198457" cy="149224"/>
            </a:xfrm>
            <a:custGeom>
              <a:avLst/>
              <a:gdLst/>
              <a:ahLst/>
              <a:cxnLst/>
              <a:rect l="l" t="t" r="r" b="b"/>
              <a:pathLst>
                <a:path w="9114" h="6853" extrusionOk="0">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9" name="Google Shape;2019;p55"/>
            <p:cNvSpPr/>
            <p:nvPr/>
          </p:nvSpPr>
          <p:spPr>
            <a:xfrm>
              <a:off x="3179914" y="2991462"/>
              <a:ext cx="133960" cy="190205"/>
            </a:xfrm>
            <a:custGeom>
              <a:avLst/>
              <a:gdLst/>
              <a:ahLst/>
              <a:cxnLst/>
              <a:rect l="l" t="t" r="r" b="b"/>
              <a:pathLst>
                <a:path w="6152" h="8735" extrusionOk="0">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0" name="Google Shape;2020;p55"/>
            <p:cNvSpPr/>
            <p:nvPr/>
          </p:nvSpPr>
          <p:spPr>
            <a:xfrm>
              <a:off x="3215887" y="3136661"/>
              <a:ext cx="162725" cy="157477"/>
            </a:xfrm>
            <a:custGeom>
              <a:avLst/>
              <a:gdLst/>
              <a:ahLst/>
              <a:cxnLst/>
              <a:rect l="l" t="t" r="r" b="b"/>
              <a:pathLst>
                <a:path w="7473" h="7232" extrusionOk="0">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1" name="Google Shape;2021;p55"/>
            <p:cNvSpPr/>
            <p:nvPr/>
          </p:nvSpPr>
          <p:spPr>
            <a:xfrm>
              <a:off x="3359605" y="3146677"/>
              <a:ext cx="200439" cy="147722"/>
            </a:xfrm>
            <a:custGeom>
              <a:avLst/>
              <a:gdLst/>
              <a:ahLst/>
              <a:cxnLst/>
              <a:rect l="l" t="t" r="r" b="b"/>
              <a:pathLst>
                <a:path w="9205" h="6784" extrusionOk="0">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22" name="Google Shape;2022;p55"/>
          <p:cNvGrpSpPr/>
          <p:nvPr/>
        </p:nvGrpSpPr>
        <p:grpSpPr>
          <a:xfrm>
            <a:off x="4387349" y="3027477"/>
            <a:ext cx="516145" cy="498648"/>
            <a:chOff x="3729467" y="2889422"/>
            <a:chExt cx="419153" cy="404977"/>
          </a:xfrm>
        </p:grpSpPr>
        <p:sp>
          <p:nvSpPr>
            <p:cNvPr id="2023" name="Google Shape;2023;p55"/>
            <p:cNvSpPr/>
            <p:nvPr/>
          </p:nvSpPr>
          <p:spPr>
            <a:xfrm>
              <a:off x="4014137" y="2974913"/>
              <a:ext cx="134482" cy="178707"/>
            </a:xfrm>
            <a:custGeom>
              <a:avLst/>
              <a:gdLst/>
              <a:ahLst/>
              <a:cxnLst/>
              <a:rect l="l" t="t" r="r" b="b"/>
              <a:pathLst>
                <a:path w="6176" h="8207" extrusionOk="0">
                  <a:moveTo>
                    <a:pt x="4121" y="0"/>
                  </a:moveTo>
                  <a:lnTo>
                    <a:pt x="2973" y="2732"/>
                  </a:lnTo>
                  <a:lnTo>
                    <a:pt x="0" y="3260"/>
                  </a:lnTo>
                  <a:cubicBezTo>
                    <a:pt x="391" y="3891"/>
                    <a:pt x="586" y="4625"/>
                    <a:pt x="586" y="5372"/>
                  </a:cubicBezTo>
                  <a:cubicBezTo>
                    <a:pt x="586" y="5658"/>
                    <a:pt x="563" y="5945"/>
                    <a:pt x="494" y="6232"/>
                  </a:cubicBezTo>
                  <a:lnTo>
                    <a:pt x="2743" y="8206"/>
                  </a:lnTo>
                  <a:lnTo>
                    <a:pt x="5613" y="7392"/>
                  </a:lnTo>
                  <a:cubicBezTo>
                    <a:pt x="6175" y="4832"/>
                    <a:pt x="5636" y="2146"/>
                    <a:pt x="412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4" name="Google Shape;2024;p55"/>
            <p:cNvSpPr/>
            <p:nvPr/>
          </p:nvSpPr>
          <p:spPr>
            <a:xfrm>
              <a:off x="3741225" y="3095375"/>
              <a:ext cx="148963" cy="173460"/>
            </a:xfrm>
            <a:custGeom>
              <a:avLst/>
              <a:gdLst/>
              <a:ahLst/>
              <a:cxnLst/>
              <a:rect l="l" t="t" r="r" b="b"/>
              <a:pathLst>
                <a:path w="6841" h="7966" extrusionOk="0">
                  <a:moveTo>
                    <a:pt x="2215" y="0"/>
                  </a:moveTo>
                  <a:lnTo>
                    <a:pt x="0" y="1963"/>
                  </a:lnTo>
                  <a:cubicBezTo>
                    <a:pt x="597" y="4511"/>
                    <a:pt x="2250" y="6691"/>
                    <a:pt x="4534" y="7965"/>
                  </a:cubicBezTo>
                  <a:lnTo>
                    <a:pt x="4373" y="5027"/>
                  </a:lnTo>
                  <a:lnTo>
                    <a:pt x="6841" y="3248"/>
                  </a:lnTo>
                  <a:cubicBezTo>
                    <a:pt x="5980" y="2686"/>
                    <a:pt x="5360" y="1814"/>
                    <a:pt x="5108" y="804"/>
                  </a:cubicBezTo>
                  <a:lnTo>
                    <a:pt x="221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5" name="Google Shape;2025;p55"/>
            <p:cNvSpPr/>
            <p:nvPr/>
          </p:nvSpPr>
          <p:spPr>
            <a:xfrm>
              <a:off x="3949660" y="2889684"/>
              <a:ext cx="146219" cy="145980"/>
            </a:xfrm>
            <a:custGeom>
              <a:avLst/>
              <a:gdLst/>
              <a:ahLst/>
              <a:cxnLst/>
              <a:rect l="l" t="t" r="r" b="b"/>
              <a:pathLst>
                <a:path w="6715" h="6704" extrusionOk="0">
                  <a:moveTo>
                    <a:pt x="12" y="0"/>
                  </a:moveTo>
                  <a:lnTo>
                    <a:pt x="1435" y="2583"/>
                  </a:lnTo>
                  <a:lnTo>
                    <a:pt x="0" y="5257"/>
                  </a:lnTo>
                  <a:cubicBezTo>
                    <a:pt x="1022" y="5383"/>
                    <a:pt x="1963" y="5900"/>
                    <a:pt x="2629" y="6703"/>
                  </a:cubicBezTo>
                  <a:lnTo>
                    <a:pt x="5567" y="6187"/>
                  </a:lnTo>
                  <a:lnTo>
                    <a:pt x="6714" y="3432"/>
                  </a:lnTo>
                  <a:cubicBezTo>
                    <a:pt x="5062" y="1401"/>
                    <a:pt x="2629" y="150"/>
                    <a:pt x="1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6" name="Google Shape;2026;p55"/>
            <p:cNvSpPr/>
            <p:nvPr/>
          </p:nvSpPr>
          <p:spPr>
            <a:xfrm>
              <a:off x="3847947" y="3172089"/>
              <a:ext cx="167210" cy="122310"/>
            </a:xfrm>
            <a:custGeom>
              <a:avLst/>
              <a:gdLst/>
              <a:ahLst/>
              <a:cxnLst/>
              <a:rect l="l" t="t" r="r" b="b"/>
              <a:pathLst>
                <a:path w="7679" h="5617" extrusionOk="0">
                  <a:moveTo>
                    <a:pt x="2433" y="1"/>
                  </a:moveTo>
                  <a:lnTo>
                    <a:pt x="0" y="1757"/>
                  </a:lnTo>
                  <a:lnTo>
                    <a:pt x="149" y="4718"/>
                  </a:lnTo>
                  <a:cubicBezTo>
                    <a:pt x="1415" y="5317"/>
                    <a:pt x="2781" y="5616"/>
                    <a:pt x="4148" y="5616"/>
                  </a:cubicBezTo>
                  <a:cubicBezTo>
                    <a:pt x="5347" y="5616"/>
                    <a:pt x="6546" y="5386"/>
                    <a:pt x="7678" y="4924"/>
                  </a:cubicBezTo>
                  <a:lnTo>
                    <a:pt x="5280" y="3203"/>
                  </a:lnTo>
                  <a:lnTo>
                    <a:pt x="5417" y="173"/>
                  </a:lnTo>
                  <a:lnTo>
                    <a:pt x="5417" y="173"/>
                  </a:lnTo>
                  <a:cubicBezTo>
                    <a:pt x="5016" y="311"/>
                    <a:pt x="4591" y="379"/>
                    <a:pt x="4155" y="379"/>
                  </a:cubicBezTo>
                  <a:cubicBezTo>
                    <a:pt x="3558" y="379"/>
                    <a:pt x="2973" y="253"/>
                    <a:pt x="2433"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7" name="Google Shape;2027;p55"/>
            <p:cNvSpPr/>
            <p:nvPr/>
          </p:nvSpPr>
          <p:spPr>
            <a:xfrm>
              <a:off x="3974658" y="3122616"/>
              <a:ext cx="158457" cy="151206"/>
            </a:xfrm>
            <a:custGeom>
              <a:avLst/>
              <a:gdLst/>
              <a:ahLst/>
              <a:cxnLst/>
              <a:rect l="l" t="t" r="r" b="b"/>
              <a:pathLst>
                <a:path w="7277" h="6944" extrusionOk="0">
                  <a:moveTo>
                    <a:pt x="2158" y="0"/>
                  </a:moveTo>
                  <a:cubicBezTo>
                    <a:pt x="1790" y="964"/>
                    <a:pt x="1079" y="1768"/>
                    <a:pt x="149" y="2227"/>
                  </a:cubicBezTo>
                  <a:lnTo>
                    <a:pt x="0" y="5222"/>
                  </a:lnTo>
                  <a:lnTo>
                    <a:pt x="2422" y="6944"/>
                  </a:lnTo>
                  <a:cubicBezTo>
                    <a:pt x="4775" y="5785"/>
                    <a:pt x="6542" y="3696"/>
                    <a:pt x="7277" y="1171"/>
                  </a:cubicBezTo>
                  <a:lnTo>
                    <a:pt x="7277" y="1171"/>
                  </a:lnTo>
                  <a:lnTo>
                    <a:pt x="4430" y="1986"/>
                  </a:lnTo>
                  <a:lnTo>
                    <a:pt x="2158"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8" name="Google Shape;2028;p55"/>
            <p:cNvSpPr/>
            <p:nvPr/>
          </p:nvSpPr>
          <p:spPr>
            <a:xfrm>
              <a:off x="3729467" y="2966660"/>
              <a:ext cx="138990" cy="158718"/>
            </a:xfrm>
            <a:custGeom>
              <a:avLst/>
              <a:gdLst/>
              <a:ahLst/>
              <a:cxnLst/>
              <a:rect l="l" t="t" r="r" b="b"/>
              <a:pathLst>
                <a:path w="6383" h="7289" extrusionOk="0">
                  <a:moveTo>
                    <a:pt x="2296" y="0"/>
                  </a:moveTo>
                  <a:cubicBezTo>
                    <a:pt x="678" y="2055"/>
                    <a:pt x="1" y="4706"/>
                    <a:pt x="425" y="7288"/>
                  </a:cubicBezTo>
                  <a:lnTo>
                    <a:pt x="2618" y="5337"/>
                  </a:lnTo>
                  <a:lnTo>
                    <a:pt x="5556" y="6152"/>
                  </a:lnTo>
                  <a:cubicBezTo>
                    <a:pt x="5544" y="6026"/>
                    <a:pt x="5533" y="5888"/>
                    <a:pt x="5533" y="5751"/>
                  </a:cubicBezTo>
                  <a:cubicBezTo>
                    <a:pt x="5533" y="4855"/>
                    <a:pt x="5831" y="3983"/>
                    <a:pt x="6382" y="3271"/>
                  </a:cubicBezTo>
                  <a:lnTo>
                    <a:pt x="5211" y="505"/>
                  </a:lnTo>
                  <a:lnTo>
                    <a:pt x="229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9" name="Google Shape;2029;p55"/>
            <p:cNvSpPr/>
            <p:nvPr/>
          </p:nvSpPr>
          <p:spPr>
            <a:xfrm>
              <a:off x="3787716" y="2889422"/>
              <a:ext cx="180449" cy="139229"/>
            </a:xfrm>
            <a:custGeom>
              <a:avLst/>
              <a:gdLst/>
              <a:ahLst/>
              <a:cxnLst/>
              <a:rect l="l" t="t" r="r" b="b"/>
              <a:pathLst>
                <a:path w="8287" h="6394" extrusionOk="0">
                  <a:moveTo>
                    <a:pt x="6863" y="1"/>
                  </a:moveTo>
                  <a:cubicBezTo>
                    <a:pt x="4235" y="12"/>
                    <a:pt x="1756" y="1137"/>
                    <a:pt x="0" y="3088"/>
                  </a:cubicBezTo>
                  <a:lnTo>
                    <a:pt x="2904" y="3593"/>
                  </a:lnTo>
                  <a:lnTo>
                    <a:pt x="4086" y="6394"/>
                  </a:lnTo>
                  <a:cubicBezTo>
                    <a:pt x="4820" y="5671"/>
                    <a:pt x="5819" y="5258"/>
                    <a:pt x="6852" y="5235"/>
                  </a:cubicBezTo>
                  <a:lnTo>
                    <a:pt x="8287" y="2606"/>
                  </a:lnTo>
                  <a:lnTo>
                    <a:pt x="6863"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30" name="Google Shape;2030;p55"/>
          <p:cNvSpPr/>
          <p:nvPr/>
        </p:nvSpPr>
        <p:spPr>
          <a:xfrm>
            <a:off x="7405574" y="2274472"/>
            <a:ext cx="185410" cy="94006"/>
          </a:xfrm>
          <a:custGeom>
            <a:avLst/>
            <a:gdLst/>
            <a:ahLst/>
            <a:cxnLst/>
            <a:rect l="l" t="t" r="r" b="b"/>
            <a:pathLst>
              <a:path w="3045" h="1544" extrusionOk="0">
                <a:moveTo>
                  <a:pt x="1645" y="0"/>
                </a:moveTo>
                <a:lnTo>
                  <a:pt x="2143" y="505"/>
                </a:lnTo>
                <a:lnTo>
                  <a:pt x="0" y="505"/>
                </a:lnTo>
                <a:lnTo>
                  <a:pt x="0" y="1046"/>
                </a:lnTo>
                <a:lnTo>
                  <a:pt x="2143" y="1046"/>
                </a:lnTo>
                <a:lnTo>
                  <a:pt x="1645" y="1544"/>
                </a:lnTo>
                <a:lnTo>
                  <a:pt x="2272" y="1544"/>
                </a:lnTo>
                <a:lnTo>
                  <a:pt x="3044" y="772"/>
                </a:lnTo>
                <a:lnTo>
                  <a:pt x="227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1" name="Google Shape;2031;p55"/>
          <p:cNvSpPr/>
          <p:nvPr/>
        </p:nvSpPr>
        <p:spPr>
          <a:xfrm>
            <a:off x="7105028" y="2256875"/>
            <a:ext cx="171771" cy="129198"/>
          </a:xfrm>
          <a:custGeom>
            <a:avLst/>
            <a:gdLst/>
            <a:ahLst/>
            <a:cxnLst/>
            <a:rect l="l" t="t" r="r" b="b"/>
            <a:pathLst>
              <a:path w="2821" h="2122" extrusionOk="0">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2" name="Google Shape;2032;p55"/>
          <p:cNvSpPr/>
          <p:nvPr/>
        </p:nvSpPr>
        <p:spPr>
          <a:xfrm>
            <a:off x="7727317" y="2263329"/>
            <a:ext cx="167813" cy="116777"/>
          </a:xfrm>
          <a:custGeom>
            <a:avLst/>
            <a:gdLst/>
            <a:ahLst/>
            <a:cxnLst/>
            <a:rect l="l" t="t" r="r" b="b"/>
            <a:pathLst>
              <a:path w="2756" h="1918" extrusionOk="0">
                <a:moveTo>
                  <a:pt x="1757" y="0"/>
                </a:moveTo>
                <a:cubicBezTo>
                  <a:pt x="1693" y="0"/>
                  <a:pt x="1630" y="25"/>
                  <a:pt x="1580" y="75"/>
                </a:cubicBezTo>
                <a:cubicBezTo>
                  <a:pt x="1479" y="176"/>
                  <a:pt x="1479" y="335"/>
                  <a:pt x="1580" y="436"/>
                </a:cubicBezTo>
                <a:lnTo>
                  <a:pt x="1768" y="623"/>
                </a:lnTo>
                <a:cubicBezTo>
                  <a:pt x="1797" y="652"/>
                  <a:pt x="1775" y="702"/>
                  <a:pt x="1739" y="702"/>
                </a:cubicBezTo>
                <a:lnTo>
                  <a:pt x="253" y="702"/>
                </a:lnTo>
                <a:cubicBezTo>
                  <a:pt x="116" y="702"/>
                  <a:pt x="1" y="818"/>
                  <a:pt x="1" y="962"/>
                </a:cubicBezTo>
                <a:cubicBezTo>
                  <a:pt x="1" y="1099"/>
                  <a:pt x="116" y="1215"/>
                  <a:pt x="253" y="1215"/>
                </a:cubicBezTo>
                <a:lnTo>
                  <a:pt x="1739" y="1215"/>
                </a:lnTo>
                <a:cubicBezTo>
                  <a:pt x="1775" y="1215"/>
                  <a:pt x="1797" y="1265"/>
                  <a:pt x="1768" y="1294"/>
                </a:cubicBezTo>
                <a:lnTo>
                  <a:pt x="1580" y="1481"/>
                </a:lnTo>
                <a:cubicBezTo>
                  <a:pt x="1479" y="1582"/>
                  <a:pt x="1479" y="1741"/>
                  <a:pt x="1580" y="1842"/>
                </a:cubicBezTo>
                <a:cubicBezTo>
                  <a:pt x="1631" y="1892"/>
                  <a:pt x="1696" y="1918"/>
                  <a:pt x="1760" y="1918"/>
                </a:cubicBezTo>
                <a:cubicBezTo>
                  <a:pt x="1825" y="1918"/>
                  <a:pt x="1890" y="1892"/>
                  <a:pt x="1941" y="1842"/>
                </a:cubicBezTo>
                <a:lnTo>
                  <a:pt x="2676" y="1106"/>
                </a:lnTo>
                <a:cubicBezTo>
                  <a:pt x="2756" y="1027"/>
                  <a:pt x="2756" y="897"/>
                  <a:pt x="2676" y="811"/>
                </a:cubicBezTo>
                <a:lnTo>
                  <a:pt x="1941" y="82"/>
                </a:lnTo>
                <a:cubicBezTo>
                  <a:pt x="1889" y="27"/>
                  <a:pt x="1823" y="0"/>
                  <a:pt x="175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3" name="Google Shape;2033;p55"/>
          <p:cNvSpPr/>
          <p:nvPr/>
        </p:nvSpPr>
        <p:spPr>
          <a:xfrm>
            <a:off x="8022022" y="2256875"/>
            <a:ext cx="163855" cy="129198"/>
          </a:xfrm>
          <a:custGeom>
            <a:avLst/>
            <a:gdLst/>
            <a:ahLst/>
            <a:cxnLst/>
            <a:rect l="l" t="t" r="r" b="b"/>
            <a:pathLst>
              <a:path w="2691" h="2122" extrusionOk="0">
                <a:moveTo>
                  <a:pt x="1630" y="1"/>
                </a:moveTo>
                <a:lnTo>
                  <a:pt x="1630" y="722"/>
                </a:lnTo>
                <a:lnTo>
                  <a:pt x="1630" y="808"/>
                </a:lnTo>
                <a:lnTo>
                  <a:pt x="0" y="808"/>
                </a:lnTo>
                <a:lnTo>
                  <a:pt x="0" y="1321"/>
                </a:lnTo>
                <a:lnTo>
                  <a:pt x="1630" y="1321"/>
                </a:lnTo>
                <a:lnTo>
                  <a:pt x="1630" y="1407"/>
                </a:lnTo>
                <a:lnTo>
                  <a:pt x="1630" y="2121"/>
                </a:lnTo>
                <a:lnTo>
                  <a:pt x="2691" y="1061"/>
                </a:lnTo>
                <a:lnTo>
                  <a:pt x="163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34" name="Google Shape;2034;p55"/>
          <p:cNvGrpSpPr/>
          <p:nvPr/>
        </p:nvGrpSpPr>
        <p:grpSpPr>
          <a:xfrm>
            <a:off x="7107677" y="2474362"/>
            <a:ext cx="166473" cy="141497"/>
            <a:chOff x="4660325" y="1866850"/>
            <a:chExt cx="68350" cy="58100"/>
          </a:xfrm>
        </p:grpSpPr>
        <p:sp>
          <p:nvSpPr>
            <p:cNvPr id="2035" name="Google Shape;2035;p55"/>
            <p:cNvSpPr/>
            <p:nvPr/>
          </p:nvSpPr>
          <p:spPr>
            <a:xfrm>
              <a:off x="4660325" y="1866850"/>
              <a:ext cx="37700" cy="58100"/>
            </a:xfrm>
            <a:custGeom>
              <a:avLst/>
              <a:gdLst/>
              <a:ahLst/>
              <a:cxnLst/>
              <a:rect l="l" t="t" r="r" b="b"/>
              <a:pathLst>
                <a:path w="1508" h="2324" extrusionOk="0">
                  <a:moveTo>
                    <a:pt x="346" y="1"/>
                  </a:moveTo>
                  <a:lnTo>
                    <a:pt x="0" y="354"/>
                  </a:lnTo>
                  <a:lnTo>
                    <a:pt x="815" y="1162"/>
                  </a:lnTo>
                  <a:lnTo>
                    <a:pt x="0" y="1977"/>
                  </a:lnTo>
                  <a:lnTo>
                    <a:pt x="346" y="2323"/>
                  </a:lnTo>
                  <a:lnTo>
                    <a:pt x="1508" y="1162"/>
                  </a:lnTo>
                  <a:lnTo>
                    <a:pt x="34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6" name="Google Shape;2036;p55"/>
            <p:cNvSpPr/>
            <p:nvPr/>
          </p:nvSpPr>
          <p:spPr>
            <a:xfrm>
              <a:off x="4690975" y="1866850"/>
              <a:ext cx="37700" cy="58100"/>
            </a:xfrm>
            <a:custGeom>
              <a:avLst/>
              <a:gdLst/>
              <a:ahLst/>
              <a:cxnLst/>
              <a:rect l="l" t="t" r="r" b="b"/>
              <a:pathLst>
                <a:path w="1508" h="2324" extrusionOk="0">
                  <a:moveTo>
                    <a:pt x="346" y="1"/>
                  </a:moveTo>
                  <a:lnTo>
                    <a:pt x="0" y="354"/>
                  </a:lnTo>
                  <a:lnTo>
                    <a:pt x="808" y="1162"/>
                  </a:lnTo>
                  <a:lnTo>
                    <a:pt x="0" y="1977"/>
                  </a:lnTo>
                  <a:lnTo>
                    <a:pt x="346" y="2323"/>
                  </a:lnTo>
                  <a:lnTo>
                    <a:pt x="1508" y="1162"/>
                  </a:lnTo>
                  <a:lnTo>
                    <a:pt x="34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37" name="Google Shape;2037;p55"/>
          <p:cNvGrpSpPr/>
          <p:nvPr/>
        </p:nvGrpSpPr>
        <p:grpSpPr>
          <a:xfrm>
            <a:off x="7417022" y="2500086"/>
            <a:ext cx="162515" cy="90049"/>
            <a:chOff x="4791775" y="1877500"/>
            <a:chExt cx="66725" cy="36975"/>
          </a:xfrm>
        </p:grpSpPr>
        <p:sp>
          <p:nvSpPr>
            <p:cNvPr id="2038" name="Google Shape;2038;p55"/>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9" name="Google Shape;2039;p55"/>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40" name="Google Shape;2040;p55"/>
          <p:cNvGrpSpPr/>
          <p:nvPr/>
        </p:nvGrpSpPr>
        <p:grpSpPr>
          <a:xfrm>
            <a:off x="7738734" y="2500086"/>
            <a:ext cx="144979" cy="90049"/>
            <a:chOff x="4923925" y="1877500"/>
            <a:chExt cx="59525" cy="36975"/>
          </a:xfrm>
        </p:grpSpPr>
        <p:sp>
          <p:nvSpPr>
            <p:cNvPr id="2041" name="Google Shape;2041;p55"/>
            <p:cNvSpPr/>
            <p:nvPr/>
          </p:nvSpPr>
          <p:spPr>
            <a:xfrm>
              <a:off x="4923925" y="1877500"/>
              <a:ext cx="28875" cy="36975"/>
            </a:xfrm>
            <a:custGeom>
              <a:avLst/>
              <a:gdLst/>
              <a:ahLst/>
              <a:cxnLst/>
              <a:rect l="l" t="t" r="r" b="b"/>
              <a:pathLst>
                <a:path w="1155" h="1479" extrusionOk="0">
                  <a:moveTo>
                    <a:pt x="332" y="0"/>
                  </a:moveTo>
                  <a:cubicBezTo>
                    <a:pt x="116" y="0"/>
                    <a:pt x="1" y="260"/>
                    <a:pt x="159" y="419"/>
                  </a:cubicBezTo>
                  <a:lnTo>
                    <a:pt x="433" y="700"/>
                  </a:lnTo>
                  <a:cubicBezTo>
                    <a:pt x="455" y="722"/>
                    <a:pt x="455" y="758"/>
                    <a:pt x="433" y="779"/>
                  </a:cubicBezTo>
                  <a:lnTo>
                    <a:pt x="159" y="1053"/>
                  </a:lnTo>
                  <a:cubicBezTo>
                    <a:pt x="1" y="1212"/>
                    <a:pt x="116" y="1479"/>
                    <a:pt x="332" y="1479"/>
                  </a:cubicBezTo>
                  <a:cubicBezTo>
                    <a:pt x="397" y="1479"/>
                    <a:pt x="462" y="1450"/>
                    <a:pt x="506" y="1407"/>
                  </a:cubicBezTo>
                  <a:lnTo>
                    <a:pt x="1133" y="779"/>
                  </a:lnTo>
                  <a:cubicBezTo>
                    <a:pt x="1155" y="758"/>
                    <a:pt x="1155" y="722"/>
                    <a:pt x="1133" y="700"/>
                  </a:cubicBezTo>
                  <a:lnTo>
                    <a:pt x="506" y="73"/>
                  </a:lnTo>
                  <a:cubicBezTo>
                    <a:pt x="462" y="22"/>
                    <a:pt x="397" y="0"/>
                    <a:pt x="33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2" name="Google Shape;2042;p55"/>
            <p:cNvSpPr/>
            <p:nvPr/>
          </p:nvSpPr>
          <p:spPr>
            <a:xfrm>
              <a:off x="4954575" y="1877500"/>
              <a:ext cx="28875" cy="36975"/>
            </a:xfrm>
            <a:custGeom>
              <a:avLst/>
              <a:gdLst/>
              <a:ahLst/>
              <a:cxnLst/>
              <a:rect l="l" t="t" r="r" b="b"/>
              <a:pathLst>
                <a:path w="1155" h="1479" extrusionOk="0">
                  <a:moveTo>
                    <a:pt x="333" y="0"/>
                  </a:moveTo>
                  <a:cubicBezTo>
                    <a:pt x="116" y="0"/>
                    <a:pt x="1" y="260"/>
                    <a:pt x="159" y="419"/>
                  </a:cubicBezTo>
                  <a:lnTo>
                    <a:pt x="434" y="700"/>
                  </a:lnTo>
                  <a:cubicBezTo>
                    <a:pt x="455" y="722"/>
                    <a:pt x="455" y="758"/>
                    <a:pt x="434" y="779"/>
                  </a:cubicBezTo>
                  <a:lnTo>
                    <a:pt x="159" y="1053"/>
                  </a:lnTo>
                  <a:cubicBezTo>
                    <a:pt x="1" y="1212"/>
                    <a:pt x="116" y="1479"/>
                    <a:pt x="333" y="1479"/>
                  </a:cubicBezTo>
                  <a:cubicBezTo>
                    <a:pt x="397" y="1479"/>
                    <a:pt x="462" y="1450"/>
                    <a:pt x="506" y="1407"/>
                  </a:cubicBezTo>
                  <a:lnTo>
                    <a:pt x="1133" y="779"/>
                  </a:lnTo>
                  <a:cubicBezTo>
                    <a:pt x="1155" y="758"/>
                    <a:pt x="1155" y="722"/>
                    <a:pt x="1133" y="700"/>
                  </a:cubicBezTo>
                  <a:lnTo>
                    <a:pt x="506" y="73"/>
                  </a:lnTo>
                  <a:cubicBezTo>
                    <a:pt x="462" y="22"/>
                    <a:pt x="397" y="0"/>
                    <a:pt x="33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43" name="Google Shape;2043;p55"/>
          <p:cNvGrpSpPr/>
          <p:nvPr/>
        </p:nvGrpSpPr>
        <p:grpSpPr>
          <a:xfrm>
            <a:off x="8033226" y="2482277"/>
            <a:ext cx="141447" cy="125667"/>
            <a:chOff x="5058450" y="1870100"/>
            <a:chExt cx="58075" cy="51600"/>
          </a:xfrm>
        </p:grpSpPr>
        <p:sp>
          <p:nvSpPr>
            <p:cNvPr id="2044" name="Google Shape;2044;p55"/>
            <p:cNvSpPr/>
            <p:nvPr/>
          </p:nvSpPr>
          <p:spPr>
            <a:xfrm>
              <a:off x="5058450"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5" name="Google Shape;2045;p55"/>
            <p:cNvSpPr/>
            <p:nvPr/>
          </p:nvSpPr>
          <p:spPr>
            <a:xfrm>
              <a:off x="5090725"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46" name="Google Shape;2046;p55"/>
          <p:cNvGrpSpPr/>
          <p:nvPr/>
        </p:nvGrpSpPr>
        <p:grpSpPr>
          <a:xfrm>
            <a:off x="7447741" y="2904685"/>
            <a:ext cx="101077" cy="107645"/>
            <a:chOff x="4811425" y="2065025"/>
            <a:chExt cx="41500" cy="44200"/>
          </a:xfrm>
        </p:grpSpPr>
        <p:sp>
          <p:nvSpPr>
            <p:cNvPr id="2047" name="Google Shape;2047;p55"/>
            <p:cNvSpPr/>
            <p:nvPr/>
          </p:nvSpPr>
          <p:spPr>
            <a:xfrm>
              <a:off x="4825300" y="2065025"/>
              <a:ext cx="27625" cy="44200"/>
            </a:xfrm>
            <a:custGeom>
              <a:avLst/>
              <a:gdLst/>
              <a:ahLst/>
              <a:cxnLst/>
              <a:rect l="l" t="t" r="r" b="b"/>
              <a:pathLst>
                <a:path w="1105" h="1768" extrusionOk="0">
                  <a:moveTo>
                    <a:pt x="217" y="0"/>
                  </a:moveTo>
                  <a:lnTo>
                    <a:pt x="1" y="224"/>
                  </a:lnTo>
                  <a:lnTo>
                    <a:pt x="657" y="880"/>
                  </a:lnTo>
                  <a:lnTo>
                    <a:pt x="1" y="1544"/>
                  </a:lnTo>
                  <a:lnTo>
                    <a:pt x="217" y="1767"/>
                  </a:lnTo>
                  <a:lnTo>
                    <a:pt x="1104" y="880"/>
                  </a:lnTo>
                  <a:lnTo>
                    <a:pt x="21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8" name="Google Shape;2048;p55"/>
            <p:cNvSpPr/>
            <p:nvPr/>
          </p:nvSpPr>
          <p:spPr>
            <a:xfrm>
              <a:off x="4811425" y="2072950"/>
              <a:ext cx="19850" cy="28350"/>
            </a:xfrm>
            <a:custGeom>
              <a:avLst/>
              <a:gdLst/>
              <a:ahLst/>
              <a:cxnLst/>
              <a:rect l="l" t="t" r="r" b="b"/>
              <a:pathLst>
                <a:path w="794" h="1134" extrusionOk="0">
                  <a:moveTo>
                    <a:pt x="224" y="1"/>
                  </a:moveTo>
                  <a:lnTo>
                    <a:pt x="0" y="224"/>
                  </a:lnTo>
                  <a:lnTo>
                    <a:pt x="346" y="563"/>
                  </a:lnTo>
                  <a:lnTo>
                    <a:pt x="0" y="909"/>
                  </a:lnTo>
                  <a:lnTo>
                    <a:pt x="224" y="1133"/>
                  </a:lnTo>
                  <a:lnTo>
                    <a:pt x="794" y="563"/>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49" name="Google Shape;2049;p55"/>
          <p:cNvGrpSpPr/>
          <p:nvPr/>
        </p:nvGrpSpPr>
        <p:grpSpPr>
          <a:xfrm>
            <a:off x="7740178" y="2904898"/>
            <a:ext cx="120867" cy="107218"/>
            <a:chOff x="4929875" y="2065025"/>
            <a:chExt cx="49625" cy="44025"/>
          </a:xfrm>
        </p:grpSpPr>
        <p:sp>
          <p:nvSpPr>
            <p:cNvPr id="2050" name="Google Shape;2050;p55"/>
            <p:cNvSpPr/>
            <p:nvPr/>
          </p:nvSpPr>
          <p:spPr>
            <a:xfrm>
              <a:off x="4950075" y="2065025"/>
              <a:ext cx="29425" cy="44025"/>
            </a:xfrm>
            <a:custGeom>
              <a:avLst/>
              <a:gdLst/>
              <a:ahLst/>
              <a:cxnLst/>
              <a:rect l="l" t="t" r="r" b="b"/>
              <a:pathLst>
                <a:path w="1177" h="1761" extrusionOk="0">
                  <a:moveTo>
                    <a:pt x="1" y="0"/>
                  </a:moveTo>
                  <a:lnTo>
                    <a:pt x="729" y="88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1" name="Google Shape;2051;p55"/>
            <p:cNvSpPr/>
            <p:nvPr/>
          </p:nvSpPr>
          <p:spPr>
            <a:xfrm>
              <a:off x="4929875" y="2065025"/>
              <a:ext cx="29425" cy="44025"/>
            </a:xfrm>
            <a:custGeom>
              <a:avLst/>
              <a:gdLst/>
              <a:ahLst/>
              <a:cxnLst/>
              <a:rect l="l" t="t" r="r" b="b"/>
              <a:pathLst>
                <a:path w="1177" h="1761" extrusionOk="0">
                  <a:moveTo>
                    <a:pt x="1" y="0"/>
                  </a:moveTo>
                  <a:lnTo>
                    <a:pt x="736" y="880"/>
                  </a:lnTo>
                  <a:lnTo>
                    <a:pt x="1" y="176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52" name="Google Shape;2052;p55"/>
          <p:cNvGrpSpPr/>
          <p:nvPr/>
        </p:nvGrpSpPr>
        <p:grpSpPr>
          <a:xfrm>
            <a:off x="8068847" y="2907912"/>
            <a:ext cx="70206" cy="101191"/>
            <a:chOff x="5083925" y="2066350"/>
            <a:chExt cx="28825" cy="41550"/>
          </a:xfrm>
        </p:grpSpPr>
        <p:sp>
          <p:nvSpPr>
            <p:cNvPr id="2053" name="Google Shape;2053;p55"/>
            <p:cNvSpPr/>
            <p:nvPr/>
          </p:nvSpPr>
          <p:spPr>
            <a:xfrm>
              <a:off x="5084050" y="2066350"/>
              <a:ext cx="28700" cy="41550"/>
            </a:xfrm>
            <a:custGeom>
              <a:avLst/>
              <a:gdLst/>
              <a:ahLst/>
              <a:cxnLst/>
              <a:rect l="l" t="t" r="r" b="b"/>
              <a:pathLst>
                <a:path w="1148" h="1662" extrusionOk="0">
                  <a:moveTo>
                    <a:pt x="52" y="1"/>
                  </a:moveTo>
                  <a:cubicBezTo>
                    <a:pt x="27" y="1"/>
                    <a:pt x="0" y="24"/>
                    <a:pt x="0" y="56"/>
                  </a:cubicBezTo>
                  <a:lnTo>
                    <a:pt x="0" y="200"/>
                  </a:lnTo>
                  <a:cubicBezTo>
                    <a:pt x="0" y="243"/>
                    <a:pt x="22" y="279"/>
                    <a:pt x="51" y="308"/>
                  </a:cubicBezTo>
                  <a:lnTo>
                    <a:pt x="700" y="791"/>
                  </a:lnTo>
                  <a:cubicBezTo>
                    <a:pt x="729" y="813"/>
                    <a:pt x="729" y="849"/>
                    <a:pt x="700" y="871"/>
                  </a:cubicBezTo>
                  <a:lnTo>
                    <a:pt x="51" y="1354"/>
                  </a:lnTo>
                  <a:cubicBezTo>
                    <a:pt x="22" y="1383"/>
                    <a:pt x="0" y="1419"/>
                    <a:pt x="0" y="1462"/>
                  </a:cubicBezTo>
                  <a:lnTo>
                    <a:pt x="0" y="1613"/>
                  </a:lnTo>
                  <a:cubicBezTo>
                    <a:pt x="0" y="1639"/>
                    <a:pt x="26" y="1661"/>
                    <a:pt x="51" y="1661"/>
                  </a:cubicBezTo>
                  <a:cubicBezTo>
                    <a:pt x="61" y="1661"/>
                    <a:pt x="71" y="1658"/>
                    <a:pt x="80" y="1649"/>
                  </a:cubicBezTo>
                  <a:lnTo>
                    <a:pt x="1111" y="878"/>
                  </a:lnTo>
                  <a:cubicBezTo>
                    <a:pt x="1147" y="856"/>
                    <a:pt x="1147" y="806"/>
                    <a:pt x="1111" y="784"/>
                  </a:cubicBezTo>
                  <a:lnTo>
                    <a:pt x="80" y="12"/>
                  </a:lnTo>
                  <a:cubicBezTo>
                    <a:pt x="72" y="4"/>
                    <a:pt x="62" y="1"/>
                    <a:pt x="5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 name="Google Shape;2054;p55"/>
            <p:cNvSpPr/>
            <p:nvPr/>
          </p:nvSpPr>
          <p:spPr>
            <a:xfrm>
              <a:off x="5083925" y="2081325"/>
              <a:ext cx="8800" cy="11600"/>
            </a:xfrm>
            <a:custGeom>
              <a:avLst/>
              <a:gdLst/>
              <a:ahLst/>
              <a:cxnLst/>
              <a:rect l="l" t="t" r="r" b="b"/>
              <a:pathLst>
                <a:path w="352" h="464" extrusionOk="0">
                  <a:moveTo>
                    <a:pt x="53" y="0"/>
                  </a:moveTo>
                  <a:cubicBezTo>
                    <a:pt x="25" y="0"/>
                    <a:pt x="0" y="24"/>
                    <a:pt x="5" y="55"/>
                  </a:cubicBezTo>
                  <a:lnTo>
                    <a:pt x="5" y="416"/>
                  </a:lnTo>
                  <a:cubicBezTo>
                    <a:pt x="5" y="442"/>
                    <a:pt x="31" y="464"/>
                    <a:pt x="56" y="464"/>
                  </a:cubicBezTo>
                  <a:cubicBezTo>
                    <a:pt x="66" y="464"/>
                    <a:pt x="76" y="460"/>
                    <a:pt x="85" y="452"/>
                  </a:cubicBezTo>
                  <a:lnTo>
                    <a:pt x="323" y="279"/>
                  </a:lnTo>
                  <a:cubicBezTo>
                    <a:pt x="352" y="257"/>
                    <a:pt x="352" y="207"/>
                    <a:pt x="323" y="185"/>
                  </a:cubicBezTo>
                  <a:lnTo>
                    <a:pt x="85" y="12"/>
                  </a:lnTo>
                  <a:cubicBezTo>
                    <a:pt x="75" y="4"/>
                    <a:pt x="63" y="0"/>
                    <a:pt x="5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55" name="Google Shape;2055;p55"/>
          <p:cNvGrpSpPr/>
          <p:nvPr/>
        </p:nvGrpSpPr>
        <p:grpSpPr>
          <a:xfrm>
            <a:off x="7100401" y="2923559"/>
            <a:ext cx="181026" cy="69896"/>
            <a:chOff x="4659775" y="2072775"/>
            <a:chExt cx="74325" cy="28700"/>
          </a:xfrm>
        </p:grpSpPr>
        <p:sp>
          <p:nvSpPr>
            <p:cNvPr id="2056" name="Google Shape;2056;p55"/>
            <p:cNvSpPr/>
            <p:nvPr/>
          </p:nvSpPr>
          <p:spPr>
            <a:xfrm>
              <a:off x="4659775" y="2072775"/>
              <a:ext cx="38075" cy="28700"/>
            </a:xfrm>
            <a:custGeom>
              <a:avLst/>
              <a:gdLst/>
              <a:ahLst/>
              <a:cxnLst/>
              <a:rect l="l" t="t" r="r" b="b"/>
              <a:pathLst>
                <a:path w="1523" h="1148" extrusionOk="0">
                  <a:moveTo>
                    <a:pt x="1" y="0"/>
                  </a:moveTo>
                  <a:lnTo>
                    <a:pt x="578" y="570"/>
                  </a:lnTo>
                  <a:lnTo>
                    <a:pt x="1" y="1147"/>
                  </a:lnTo>
                  <a:lnTo>
                    <a:pt x="945" y="1147"/>
                  </a:lnTo>
                  <a:lnTo>
                    <a:pt x="1522" y="570"/>
                  </a:lnTo>
                  <a:lnTo>
                    <a:pt x="94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 name="Google Shape;2057;p55"/>
            <p:cNvSpPr/>
            <p:nvPr/>
          </p:nvSpPr>
          <p:spPr>
            <a:xfrm>
              <a:off x="4691875" y="2072775"/>
              <a:ext cx="24550" cy="28700"/>
            </a:xfrm>
            <a:custGeom>
              <a:avLst/>
              <a:gdLst/>
              <a:ahLst/>
              <a:cxnLst/>
              <a:rect l="l" t="t" r="r" b="b"/>
              <a:pathLst>
                <a:path w="982" h="1148" extrusionOk="0">
                  <a:moveTo>
                    <a:pt x="0" y="0"/>
                  </a:moveTo>
                  <a:lnTo>
                    <a:pt x="570" y="570"/>
                  </a:lnTo>
                  <a:lnTo>
                    <a:pt x="0" y="1147"/>
                  </a:lnTo>
                  <a:lnTo>
                    <a:pt x="411" y="1147"/>
                  </a:lnTo>
                  <a:lnTo>
                    <a:pt x="981" y="570"/>
                  </a:lnTo>
                  <a:lnTo>
                    <a:pt x="41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8" name="Google Shape;2058;p55"/>
            <p:cNvSpPr/>
            <p:nvPr/>
          </p:nvSpPr>
          <p:spPr>
            <a:xfrm>
              <a:off x="4709350" y="2072775"/>
              <a:ext cx="24750" cy="28700"/>
            </a:xfrm>
            <a:custGeom>
              <a:avLst/>
              <a:gdLst/>
              <a:ahLst/>
              <a:cxnLst/>
              <a:rect l="l" t="t" r="r" b="b"/>
              <a:pathLst>
                <a:path w="990" h="1148" extrusionOk="0">
                  <a:moveTo>
                    <a:pt x="1" y="0"/>
                  </a:moveTo>
                  <a:lnTo>
                    <a:pt x="578" y="570"/>
                  </a:lnTo>
                  <a:lnTo>
                    <a:pt x="1" y="1147"/>
                  </a:lnTo>
                  <a:lnTo>
                    <a:pt x="412" y="1147"/>
                  </a:lnTo>
                  <a:lnTo>
                    <a:pt x="989" y="570"/>
                  </a:lnTo>
                  <a:lnTo>
                    <a:pt x="41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59" name="Google Shape;2059;p55"/>
          <p:cNvGrpSpPr/>
          <p:nvPr/>
        </p:nvGrpSpPr>
        <p:grpSpPr>
          <a:xfrm>
            <a:off x="8020257" y="2714124"/>
            <a:ext cx="167387" cy="89197"/>
            <a:chOff x="4662475" y="1976500"/>
            <a:chExt cx="68725" cy="36625"/>
          </a:xfrm>
        </p:grpSpPr>
        <p:sp>
          <p:nvSpPr>
            <p:cNvPr id="2060" name="Google Shape;2060;p55"/>
            <p:cNvSpPr/>
            <p:nvPr/>
          </p:nvSpPr>
          <p:spPr>
            <a:xfrm>
              <a:off x="4690800" y="1976500"/>
              <a:ext cx="40400" cy="36625"/>
            </a:xfrm>
            <a:custGeom>
              <a:avLst/>
              <a:gdLst/>
              <a:ahLst/>
              <a:cxnLst/>
              <a:rect l="l" t="t" r="r" b="b"/>
              <a:pathLst>
                <a:path w="1616" h="1465" extrusionOk="0">
                  <a:moveTo>
                    <a:pt x="887" y="0"/>
                  </a:moveTo>
                  <a:lnTo>
                    <a:pt x="692" y="188"/>
                  </a:lnTo>
                  <a:lnTo>
                    <a:pt x="1104" y="599"/>
                  </a:lnTo>
                  <a:lnTo>
                    <a:pt x="0" y="599"/>
                  </a:lnTo>
                  <a:lnTo>
                    <a:pt x="0" y="866"/>
                  </a:lnTo>
                  <a:lnTo>
                    <a:pt x="1104" y="866"/>
                  </a:lnTo>
                  <a:lnTo>
                    <a:pt x="692" y="1269"/>
                  </a:lnTo>
                  <a:lnTo>
                    <a:pt x="887" y="1464"/>
                  </a:lnTo>
                  <a:lnTo>
                    <a:pt x="1616" y="729"/>
                  </a:lnTo>
                  <a:lnTo>
                    <a:pt x="88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1" name="Google Shape;2061;p55"/>
            <p:cNvSpPr/>
            <p:nvPr/>
          </p:nvSpPr>
          <p:spPr>
            <a:xfrm>
              <a:off x="4674375" y="1991450"/>
              <a:ext cx="10675" cy="6700"/>
            </a:xfrm>
            <a:custGeom>
              <a:avLst/>
              <a:gdLst/>
              <a:ahLst/>
              <a:cxnLst/>
              <a:rect l="l" t="t" r="r" b="b"/>
              <a:pathLst>
                <a:path w="427" h="268" extrusionOk="0">
                  <a:moveTo>
                    <a:pt x="1" y="1"/>
                  </a:moveTo>
                  <a:lnTo>
                    <a:pt x="1" y="268"/>
                  </a:lnTo>
                  <a:lnTo>
                    <a:pt x="426" y="268"/>
                  </a:lnTo>
                  <a:lnTo>
                    <a:pt x="42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2" name="Google Shape;2062;p55"/>
            <p:cNvSpPr/>
            <p:nvPr/>
          </p:nvSpPr>
          <p:spPr>
            <a:xfrm>
              <a:off x="4662475" y="1991450"/>
              <a:ext cx="5625" cy="6700"/>
            </a:xfrm>
            <a:custGeom>
              <a:avLst/>
              <a:gdLst/>
              <a:ahLst/>
              <a:cxnLst/>
              <a:rect l="l" t="t" r="r" b="b"/>
              <a:pathLst>
                <a:path w="225" h="268" extrusionOk="0">
                  <a:moveTo>
                    <a:pt x="1" y="1"/>
                  </a:moveTo>
                  <a:lnTo>
                    <a:pt x="1" y="268"/>
                  </a:lnTo>
                  <a:lnTo>
                    <a:pt x="224" y="268"/>
                  </a:lnTo>
                  <a:lnTo>
                    <a:pt x="22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63" name="Google Shape;2063;p55"/>
          <p:cNvGrpSpPr/>
          <p:nvPr/>
        </p:nvGrpSpPr>
        <p:grpSpPr>
          <a:xfrm>
            <a:off x="7717162" y="2717564"/>
            <a:ext cx="166899" cy="82317"/>
            <a:chOff x="4920150" y="1977875"/>
            <a:chExt cx="68525" cy="33800"/>
          </a:xfrm>
        </p:grpSpPr>
        <p:sp>
          <p:nvSpPr>
            <p:cNvPr id="2064" name="Google Shape;2064;p55"/>
            <p:cNvSpPr/>
            <p:nvPr/>
          </p:nvSpPr>
          <p:spPr>
            <a:xfrm>
              <a:off x="4949175" y="1977875"/>
              <a:ext cx="39500" cy="33800"/>
            </a:xfrm>
            <a:custGeom>
              <a:avLst/>
              <a:gdLst/>
              <a:ahLst/>
              <a:cxnLst/>
              <a:rect l="l" t="t" r="r" b="b"/>
              <a:pathLst>
                <a:path w="1580" h="1352" extrusionOk="0">
                  <a:moveTo>
                    <a:pt x="891" y="1"/>
                  </a:moveTo>
                  <a:cubicBezTo>
                    <a:pt x="859" y="1"/>
                    <a:pt x="828" y="12"/>
                    <a:pt x="801" y="32"/>
                  </a:cubicBezTo>
                  <a:cubicBezTo>
                    <a:pt x="743" y="89"/>
                    <a:pt x="743" y="176"/>
                    <a:pt x="801" y="226"/>
                  </a:cubicBezTo>
                  <a:lnTo>
                    <a:pt x="1039" y="472"/>
                  </a:lnTo>
                  <a:cubicBezTo>
                    <a:pt x="1068" y="493"/>
                    <a:pt x="1046" y="544"/>
                    <a:pt x="1010" y="544"/>
                  </a:cubicBezTo>
                  <a:lnTo>
                    <a:pt x="152" y="544"/>
                  </a:lnTo>
                  <a:cubicBezTo>
                    <a:pt x="147" y="543"/>
                    <a:pt x="143" y="543"/>
                    <a:pt x="139" y="543"/>
                  </a:cubicBezTo>
                  <a:cubicBezTo>
                    <a:pt x="66" y="543"/>
                    <a:pt x="14" y="598"/>
                    <a:pt x="8" y="666"/>
                  </a:cubicBezTo>
                  <a:cubicBezTo>
                    <a:pt x="0" y="746"/>
                    <a:pt x="65" y="811"/>
                    <a:pt x="145" y="811"/>
                  </a:cubicBezTo>
                  <a:lnTo>
                    <a:pt x="1010" y="811"/>
                  </a:lnTo>
                  <a:cubicBezTo>
                    <a:pt x="1046" y="811"/>
                    <a:pt x="1068" y="854"/>
                    <a:pt x="1039" y="883"/>
                  </a:cubicBezTo>
                  <a:lnTo>
                    <a:pt x="808" y="1113"/>
                  </a:lnTo>
                  <a:cubicBezTo>
                    <a:pt x="758" y="1164"/>
                    <a:pt x="751" y="1251"/>
                    <a:pt x="794" y="1308"/>
                  </a:cubicBezTo>
                  <a:cubicBezTo>
                    <a:pt x="823" y="1337"/>
                    <a:pt x="859" y="1351"/>
                    <a:pt x="895" y="1351"/>
                  </a:cubicBezTo>
                  <a:cubicBezTo>
                    <a:pt x="931" y="1351"/>
                    <a:pt x="967" y="1337"/>
                    <a:pt x="996" y="1308"/>
                  </a:cubicBezTo>
                  <a:lnTo>
                    <a:pt x="1522" y="774"/>
                  </a:lnTo>
                  <a:cubicBezTo>
                    <a:pt x="1580" y="717"/>
                    <a:pt x="1573" y="630"/>
                    <a:pt x="1522" y="573"/>
                  </a:cubicBezTo>
                  <a:lnTo>
                    <a:pt x="996" y="46"/>
                  </a:lnTo>
                  <a:cubicBezTo>
                    <a:pt x="965" y="15"/>
                    <a:pt x="928" y="1"/>
                    <a:pt x="8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 name="Google Shape;2065;p55"/>
            <p:cNvSpPr/>
            <p:nvPr/>
          </p:nvSpPr>
          <p:spPr>
            <a:xfrm>
              <a:off x="4931875" y="1991450"/>
              <a:ext cx="12825" cy="6700"/>
            </a:xfrm>
            <a:custGeom>
              <a:avLst/>
              <a:gdLst/>
              <a:ahLst/>
              <a:cxnLst/>
              <a:rect l="l" t="t" r="r" b="b"/>
              <a:pathLst>
                <a:path w="513" h="268" extrusionOk="0">
                  <a:moveTo>
                    <a:pt x="180" y="1"/>
                  </a:moveTo>
                  <a:cubicBezTo>
                    <a:pt x="0" y="1"/>
                    <a:pt x="0" y="268"/>
                    <a:pt x="180" y="268"/>
                  </a:cubicBezTo>
                  <a:lnTo>
                    <a:pt x="332" y="268"/>
                  </a:lnTo>
                  <a:cubicBezTo>
                    <a:pt x="512" y="268"/>
                    <a:pt x="512" y="1"/>
                    <a:pt x="33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6" name="Google Shape;2066;p55"/>
            <p:cNvSpPr/>
            <p:nvPr/>
          </p:nvSpPr>
          <p:spPr>
            <a:xfrm>
              <a:off x="4920150" y="1991450"/>
              <a:ext cx="9225" cy="6700"/>
            </a:xfrm>
            <a:custGeom>
              <a:avLst/>
              <a:gdLst/>
              <a:ahLst/>
              <a:cxnLst/>
              <a:rect l="l" t="t" r="r" b="b"/>
              <a:pathLst>
                <a:path w="369" h="268" extrusionOk="0">
                  <a:moveTo>
                    <a:pt x="181" y="1"/>
                  </a:moveTo>
                  <a:cubicBezTo>
                    <a:pt x="0" y="1"/>
                    <a:pt x="0" y="268"/>
                    <a:pt x="181" y="268"/>
                  </a:cubicBezTo>
                  <a:lnTo>
                    <a:pt x="195" y="268"/>
                  </a:lnTo>
                  <a:cubicBezTo>
                    <a:pt x="368" y="268"/>
                    <a:pt x="368" y="1"/>
                    <a:pt x="19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67" name="Google Shape;2067;p55"/>
          <p:cNvGrpSpPr/>
          <p:nvPr/>
        </p:nvGrpSpPr>
        <p:grpSpPr>
          <a:xfrm>
            <a:off x="7128319" y="3121482"/>
            <a:ext cx="125190" cy="127858"/>
            <a:chOff x="4676550" y="2160575"/>
            <a:chExt cx="51400" cy="52500"/>
          </a:xfrm>
        </p:grpSpPr>
        <p:sp>
          <p:nvSpPr>
            <p:cNvPr id="2068" name="Google Shape;2068;p55"/>
            <p:cNvSpPr/>
            <p:nvPr/>
          </p:nvSpPr>
          <p:spPr>
            <a:xfrm>
              <a:off x="4676550" y="2160575"/>
              <a:ext cx="27775" cy="52500"/>
            </a:xfrm>
            <a:custGeom>
              <a:avLst/>
              <a:gdLst/>
              <a:ahLst/>
              <a:cxnLst/>
              <a:rect l="l" t="t" r="r" b="b"/>
              <a:pathLst>
                <a:path w="1111" h="2100" extrusionOk="0">
                  <a:moveTo>
                    <a:pt x="0" y="1"/>
                  </a:moveTo>
                  <a:lnTo>
                    <a:pt x="823"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9" name="Google Shape;2069;p55"/>
            <p:cNvSpPr/>
            <p:nvPr/>
          </p:nvSpPr>
          <p:spPr>
            <a:xfrm>
              <a:off x="4688275" y="2160575"/>
              <a:ext cx="27975" cy="52500"/>
            </a:xfrm>
            <a:custGeom>
              <a:avLst/>
              <a:gdLst/>
              <a:ahLst/>
              <a:cxnLst/>
              <a:rect l="l" t="t" r="r" b="b"/>
              <a:pathLst>
                <a:path w="1119" h="2100" extrusionOk="0">
                  <a:moveTo>
                    <a:pt x="0" y="1"/>
                  </a:moveTo>
                  <a:lnTo>
                    <a:pt x="822" y="1047"/>
                  </a:lnTo>
                  <a:lnTo>
                    <a:pt x="0" y="2100"/>
                  </a:lnTo>
                  <a:lnTo>
                    <a:pt x="296" y="2100"/>
                  </a:lnTo>
                  <a:lnTo>
                    <a:pt x="1118" y="1047"/>
                  </a:lnTo>
                  <a:lnTo>
                    <a:pt x="29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0" name="Google Shape;2070;p55"/>
            <p:cNvSpPr/>
            <p:nvPr/>
          </p:nvSpPr>
          <p:spPr>
            <a:xfrm>
              <a:off x="4700175" y="2160575"/>
              <a:ext cx="27775" cy="52500"/>
            </a:xfrm>
            <a:custGeom>
              <a:avLst/>
              <a:gdLst/>
              <a:ahLst/>
              <a:cxnLst/>
              <a:rect l="l" t="t" r="r" b="b"/>
              <a:pathLst>
                <a:path w="1111" h="2100" extrusionOk="0">
                  <a:moveTo>
                    <a:pt x="0" y="1"/>
                  </a:moveTo>
                  <a:lnTo>
                    <a:pt x="822"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71" name="Google Shape;2071;p55"/>
          <p:cNvGrpSpPr/>
          <p:nvPr/>
        </p:nvGrpSpPr>
        <p:grpSpPr>
          <a:xfrm>
            <a:off x="7425577" y="3128514"/>
            <a:ext cx="145405" cy="113794"/>
            <a:chOff x="4768325" y="2163475"/>
            <a:chExt cx="59700" cy="46725"/>
          </a:xfrm>
        </p:grpSpPr>
        <p:sp>
          <p:nvSpPr>
            <p:cNvPr id="2072" name="Google Shape;2072;p55"/>
            <p:cNvSpPr/>
            <p:nvPr/>
          </p:nvSpPr>
          <p:spPr>
            <a:xfrm>
              <a:off x="4768325" y="2163475"/>
              <a:ext cx="35375" cy="46725"/>
            </a:xfrm>
            <a:custGeom>
              <a:avLst/>
              <a:gdLst/>
              <a:ahLst/>
              <a:cxnLst/>
              <a:rect l="l" t="t" r="r" b="b"/>
              <a:pathLst>
                <a:path w="1415" h="1869" extrusionOk="0">
                  <a:moveTo>
                    <a:pt x="0" y="0"/>
                  </a:moveTo>
                  <a:lnTo>
                    <a:pt x="895" y="931"/>
                  </a:lnTo>
                  <a:lnTo>
                    <a:pt x="0" y="1868"/>
                  </a:lnTo>
                  <a:lnTo>
                    <a:pt x="520" y="1868"/>
                  </a:lnTo>
                  <a:lnTo>
                    <a:pt x="1414" y="931"/>
                  </a:lnTo>
                  <a:lnTo>
                    <a:pt x="52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3" name="Google Shape;2073;p55"/>
            <p:cNvSpPr/>
            <p:nvPr/>
          </p:nvSpPr>
          <p:spPr>
            <a:xfrm>
              <a:off x="4792475" y="2163475"/>
              <a:ext cx="35550" cy="46725"/>
            </a:xfrm>
            <a:custGeom>
              <a:avLst/>
              <a:gdLst/>
              <a:ahLst/>
              <a:cxnLst/>
              <a:rect l="l" t="t" r="r" b="b"/>
              <a:pathLst>
                <a:path w="1422" h="1869" extrusionOk="0">
                  <a:moveTo>
                    <a:pt x="1" y="0"/>
                  </a:moveTo>
                  <a:lnTo>
                    <a:pt x="895" y="931"/>
                  </a:lnTo>
                  <a:lnTo>
                    <a:pt x="1" y="1868"/>
                  </a:lnTo>
                  <a:lnTo>
                    <a:pt x="527" y="1868"/>
                  </a:lnTo>
                  <a:lnTo>
                    <a:pt x="1422" y="931"/>
                  </a:lnTo>
                  <a:lnTo>
                    <a:pt x="527"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74" name="Google Shape;2074;p55"/>
          <p:cNvSpPr/>
          <p:nvPr/>
        </p:nvSpPr>
        <p:spPr>
          <a:xfrm>
            <a:off x="7757532" y="3120021"/>
            <a:ext cx="86159" cy="130781"/>
          </a:xfrm>
          <a:custGeom>
            <a:avLst/>
            <a:gdLst/>
            <a:ahLst/>
            <a:cxnLst/>
            <a:rect l="l" t="t" r="r" b="b"/>
            <a:pathLst>
              <a:path w="1415" h="2148" extrusionOk="0">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 name="Google Shape;2075;p55"/>
          <p:cNvSpPr/>
          <p:nvPr/>
        </p:nvSpPr>
        <p:spPr>
          <a:xfrm>
            <a:off x="8029908" y="4127106"/>
            <a:ext cx="148084" cy="162989"/>
          </a:xfrm>
          <a:custGeom>
            <a:avLst/>
            <a:gdLst/>
            <a:ahLst/>
            <a:cxnLst/>
            <a:rect l="l" t="t" r="r" b="b"/>
            <a:pathLst>
              <a:path w="2432" h="2677" extrusionOk="0">
                <a:moveTo>
                  <a:pt x="801" y="1"/>
                </a:moveTo>
                <a:lnTo>
                  <a:pt x="1205" y="751"/>
                </a:lnTo>
                <a:lnTo>
                  <a:pt x="1" y="751"/>
                </a:lnTo>
                <a:lnTo>
                  <a:pt x="1" y="1927"/>
                </a:lnTo>
                <a:lnTo>
                  <a:pt x="1205" y="1927"/>
                </a:lnTo>
                <a:lnTo>
                  <a:pt x="801" y="2677"/>
                </a:lnTo>
                <a:lnTo>
                  <a:pt x="2431" y="1335"/>
                </a:lnTo>
                <a:lnTo>
                  <a:pt x="801"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6" name="Google Shape;2076;p55"/>
          <p:cNvSpPr/>
          <p:nvPr/>
        </p:nvSpPr>
        <p:spPr>
          <a:xfrm>
            <a:off x="7131363" y="3355327"/>
            <a:ext cx="119101" cy="163415"/>
          </a:xfrm>
          <a:custGeom>
            <a:avLst/>
            <a:gdLst/>
            <a:ahLst/>
            <a:cxnLst/>
            <a:rect l="l" t="t" r="r" b="b"/>
            <a:pathLst>
              <a:path w="1956" h="2684" extrusionOk="0">
                <a:moveTo>
                  <a:pt x="1" y="0"/>
                </a:moveTo>
                <a:lnTo>
                  <a:pt x="787" y="1342"/>
                </a:lnTo>
                <a:lnTo>
                  <a:pt x="1" y="2683"/>
                </a:lnTo>
                <a:lnTo>
                  <a:pt x="1955" y="1342"/>
                </a:lnTo>
                <a:lnTo>
                  <a:pt x="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7" name="Google Shape;2077;p55"/>
          <p:cNvSpPr/>
          <p:nvPr/>
        </p:nvSpPr>
        <p:spPr>
          <a:xfrm>
            <a:off x="7099335" y="4142936"/>
            <a:ext cx="183157" cy="131329"/>
          </a:xfrm>
          <a:custGeom>
            <a:avLst/>
            <a:gdLst/>
            <a:ahLst/>
            <a:cxnLst/>
            <a:rect l="l" t="t" r="r" b="b"/>
            <a:pathLst>
              <a:path w="3008" h="2157" extrusionOk="0">
                <a:moveTo>
                  <a:pt x="0" y="0"/>
                </a:moveTo>
                <a:lnTo>
                  <a:pt x="729" y="1075"/>
                </a:lnTo>
                <a:lnTo>
                  <a:pt x="0" y="2157"/>
                </a:lnTo>
                <a:lnTo>
                  <a:pt x="0" y="2157"/>
                </a:lnTo>
                <a:lnTo>
                  <a:pt x="3008" y="1075"/>
                </a:lnTo>
                <a:lnTo>
                  <a:pt x="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 name="Google Shape;2078;p55"/>
          <p:cNvSpPr/>
          <p:nvPr/>
        </p:nvSpPr>
        <p:spPr>
          <a:xfrm>
            <a:off x="7116658" y="3624580"/>
            <a:ext cx="148511" cy="112515"/>
          </a:xfrm>
          <a:custGeom>
            <a:avLst/>
            <a:gdLst/>
            <a:ahLst/>
            <a:cxnLst/>
            <a:rect l="l" t="t" r="r" b="b"/>
            <a:pathLst>
              <a:path w="2439" h="1848" extrusionOk="0">
                <a:moveTo>
                  <a:pt x="1580" y="1"/>
                </a:moveTo>
                <a:lnTo>
                  <a:pt x="1371" y="203"/>
                </a:lnTo>
                <a:lnTo>
                  <a:pt x="1919" y="780"/>
                </a:lnTo>
                <a:lnTo>
                  <a:pt x="1" y="780"/>
                </a:lnTo>
                <a:lnTo>
                  <a:pt x="1" y="1068"/>
                </a:lnTo>
                <a:lnTo>
                  <a:pt x="1919" y="1068"/>
                </a:lnTo>
                <a:lnTo>
                  <a:pt x="1371" y="1645"/>
                </a:lnTo>
                <a:lnTo>
                  <a:pt x="1580" y="1847"/>
                </a:lnTo>
                <a:lnTo>
                  <a:pt x="2439" y="924"/>
                </a:lnTo>
                <a:lnTo>
                  <a:pt x="1580"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9" name="Google Shape;2079;p55"/>
          <p:cNvSpPr/>
          <p:nvPr/>
        </p:nvSpPr>
        <p:spPr>
          <a:xfrm>
            <a:off x="7750408" y="3606497"/>
            <a:ext cx="100408" cy="148681"/>
          </a:xfrm>
          <a:custGeom>
            <a:avLst/>
            <a:gdLst/>
            <a:ahLst/>
            <a:cxnLst/>
            <a:rect l="l" t="t" r="r" b="b"/>
            <a:pathLst>
              <a:path w="1649" h="2442" extrusionOk="0">
                <a:moveTo>
                  <a:pt x="501" y="1"/>
                </a:moveTo>
                <a:cubicBezTo>
                  <a:pt x="238" y="1"/>
                  <a:pt x="1" y="336"/>
                  <a:pt x="250" y="590"/>
                </a:cubicBezTo>
                <a:lnTo>
                  <a:pt x="841" y="1232"/>
                </a:lnTo>
                <a:lnTo>
                  <a:pt x="250" y="1874"/>
                </a:lnTo>
                <a:cubicBezTo>
                  <a:pt x="36" y="2126"/>
                  <a:pt x="260" y="2441"/>
                  <a:pt x="516" y="2441"/>
                </a:cubicBezTo>
                <a:cubicBezTo>
                  <a:pt x="596" y="2441"/>
                  <a:pt x="680" y="2410"/>
                  <a:pt x="754" y="2336"/>
                </a:cubicBezTo>
                <a:lnTo>
                  <a:pt x="1555" y="1463"/>
                </a:lnTo>
                <a:cubicBezTo>
                  <a:pt x="1613" y="1405"/>
                  <a:pt x="1641" y="1326"/>
                  <a:pt x="1649" y="1246"/>
                </a:cubicBezTo>
                <a:cubicBezTo>
                  <a:pt x="1649" y="1239"/>
                  <a:pt x="1649" y="1239"/>
                  <a:pt x="1649" y="1232"/>
                </a:cubicBezTo>
                <a:cubicBezTo>
                  <a:pt x="1649" y="1225"/>
                  <a:pt x="1649" y="1225"/>
                  <a:pt x="1649" y="1218"/>
                </a:cubicBezTo>
                <a:cubicBezTo>
                  <a:pt x="1641" y="1138"/>
                  <a:pt x="1613" y="1059"/>
                  <a:pt x="1555" y="1001"/>
                </a:cubicBezTo>
                <a:lnTo>
                  <a:pt x="754" y="129"/>
                </a:lnTo>
                <a:cubicBezTo>
                  <a:pt x="679" y="38"/>
                  <a:pt x="588" y="1"/>
                  <a:pt x="50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80" name="Google Shape;2080;p55"/>
          <p:cNvGrpSpPr/>
          <p:nvPr/>
        </p:nvGrpSpPr>
        <p:grpSpPr>
          <a:xfrm>
            <a:off x="7441895" y="3383608"/>
            <a:ext cx="112768" cy="106853"/>
            <a:chOff x="4768575" y="2253950"/>
            <a:chExt cx="46300" cy="43875"/>
          </a:xfrm>
        </p:grpSpPr>
        <p:sp>
          <p:nvSpPr>
            <p:cNvPr id="2081" name="Google Shape;2081;p55"/>
            <p:cNvSpPr/>
            <p:nvPr/>
          </p:nvSpPr>
          <p:spPr>
            <a:xfrm>
              <a:off x="4785700" y="2253950"/>
              <a:ext cx="29175" cy="43875"/>
            </a:xfrm>
            <a:custGeom>
              <a:avLst/>
              <a:gdLst/>
              <a:ahLst/>
              <a:cxnLst/>
              <a:rect l="l" t="t" r="r" b="b"/>
              <a:pathLst>
                <a:path w="1167" h="1755" extrusionOk="0">
                  <a:moveTo>
                    <a:pt x="262" y="1"/>
                  </a:moveTo>
                  <a:cubicBezTo>
                    <a:pt x="150" y="1"/>
                    <a:pt x="49" y="149"/>
                    <a:pt x="164" y="247"/>
                  </a:cubicBezTo>
                  <a:lnTo>
                    <a:pt x="770" y="853"/>
                  </a:lnTo>
                  <a:lnTo>
                    <a:pt x="106" y="1517"/>
                  </a:lnTo>
                  <a:cubicBezTo>
                    <a:pt x="1" y="1616"/>
                    <a:pt x="95" y="1754"/>
                    <a:pt x="204" y="1754"/>
                  </a:cubicBezTo>
                  <a:cubicBezTo>
                    <a:pt x="236" y="1754"/>
                    <a:pt x="271" y="1742"/>
                    <a:pt x="301" y="1711"/>
                  </a:cubicBezTo>
                  <a:lnTo>
                    <a:pt x="1166" y="853"/>
                  </a:lnTo>
                  <a:lnTo>
                    <a:pt x="366" y="52"/>
                  </a:lnTo>
                  <a:cubicBezTo>
                    <a:pt x="334" y="16"/>
                    <a:pt x="297" y="1"/>
                    <a:pt x="26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2" name="Google Shape;2082;p55"/>
            <p:cNvSpPr/>
            <p:nvPr/>
          </p:nvSpPr>
          <p:spPr>
            <a:xfrm>
              <a:off x="4768575" y="2253950"/>
              <a:ext cx="29175" cy="43875"/>
            </a:xfrm>
            <a:custGeom>
              <a:avLst/>
              <a:gdLst/>
              <a:ahLst/>
              <a:cxnLst/>
              <a:rect l="l" t="t" r="r" b="b"/>
              <a:pathLst>
                <a:path w="1167" h="1755" extrusionOk="0">
                  <a:moveTo>
                    <a:pt x="261" y="1"/>
                  </a:moveTo>
                  <a:cubicBezTo>
                    <a:pt x="150" y="1"/>
                    <a:pt x="50" y="149"/>
                    <a:pt x="171" y="247"/>
                  </a:cubicBezTo>
                  <a:lnTo>
                    <a:pt x="769" y="853"/>
                  </a:lnTo>
                  <a:lnTo>
                    <a:pt x="106" y="1517"/>
                  </a:lnTo>
                  <a:cubicBezTo>
                    <a:pt x="1" y="1616"/>
                    <a:pt x="95" y="1754"/>
                    <a:pt x="203" y="1754"/>
                  </a:cubicBezTo>
                  <a:cubicBezTo>
                    <a:pt x="236" y="1754"/>
                    <a:pt x="270" y="1742"/>
                    <a:pt x="301" y="1711"/>
                  </a:cubicBezTo>
                  <a:lnTo>
                    <a:pt x="1166" y="853"/>
                  </a:lnTo>
                  <a:lnTo>
                    <a:pt x="365" y="52"/>
                  </a:lnTo>
                  <a:cubicBezTo>
                    <a:pt x="334" y="16"/>
                    <a:pt x="297" y="1"/>
                    <a:pt x="2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83" name="Google Shape;2083;p55"/>
          <p:cNvGrpSpPr/>
          <p:nvPr/>
        </p:nvGrpSpPr>
        <p:grpSpPr>
          <a:xfrm>
            <a:off x="7741518" y="3872634"/>
            <a:ext cx="118187" cy="146246"/>
            <a:chOff x="4960900" y="2433225"/>
            <a:chExt cx="48525" cy="60050"/>
          </a:xfrm>
        </p:grpSpPr>
        <p:sp>
          <p:nvSpPr>
            <p:cNvPr id="2084" name="Google Shape;2084;p55"/>
            <p:cNvSpPr/>
            <p:nvPr/>
          </p:nvSpPr>
          <p:spPr>
            <a:xfrm>
              <a:off x="4974225" y="2433225"/>
              <a:ext cx="35200" cy="60050"/>
            </a:xfrm>
            <a:custGeom>
              <a:avLst/>
              <a:gdLst/>
              <a:ahLst/>
              <a:cxnLst/>
              <a:rect l="l" t="t" r="r" b="b"/>
              <a:pathLst>
                <a:path w="1408" h="2402" extrusionOk="0">
                  <a:moveTo>
                    <a:pt x="102" y="0"/>
                  </a:moveTo>
                  <a:lnTo>
                    <a:pt x="95" y="7"/>
                  </a:lnTo>
                  <a:lnTo>
                    <a:pt x="1112" y="1154"/>
                  </a:lnTo>
                  <a:lnTo>
                    <a:pt x="1" y="2402"/>
                  </a:lnTo>
                  <a:lnTo>
                    <a:pt x="297" y="2402"/>
                  </a:lnTo>
                  <a:lnTo>
                    <a:pt x="1407" y="1154"/>
                  </a:lnTo>
                  <a:lnTo>
                    <a:pt x="3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5" name="Google Shape;2085;p55"/>
            <p:cNvSpPr/>
            <p:nvPr/>
          </p:nvSpPr>
          <p:spPr>
            <a:xfrm>
              <a:off x="4960900" y="2433225"/>
              <a:ext cx="35175" cy="60050"/>
            </a:xfrm>
            <a:custGeom>
              <a:avLst/>
              <a:gdLst/>
              <a:ahLst/>
              <a:cxnLst/>
              <a:rect l="l" t="t" r="r" b="b"/>
              <a:pathLst>
                <a:path w="1407" h="2402" extrusionOk="0">
                  <a:moveTo>
                    <a:pt x="108" y="0"/>
                  </a:moveTo>
                  <a:lnTo>
                    <a:pt x="94" y="7"/>
                  </a:lnTo>
                  <a:lnTo>
                    <a:pt x="1111" y="1154"/>
                  </a:lnTo>
                  <a:lnTo>
                    <a:pt x="0" y="2402"/>
                  </a:lnTo>
                  <a:lnTo>
                    <a:pt x="296" y="2402"/>
                  </a:lnTo>
                  <a:lnTo>
                    <a:pt x="1407" y="1154"/>
                  </a:lnTo>
                  <a:lnTo>
                    <a:pt x="390"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86" name="Google Shape;2086;p55"/>
          <p:cNvGrpSpPr/>
          <p:nvPr/>
        </p:nvGrpSpPr>
        <p:grpSpPr>
          <a:xfrm>
            <a:off x="7430083" y="4136695"/>
            <a:ext cx="136394" cy="143810"/>
            <a:chOff x="4854075" y="2527625"/>
            <a:chExt cx="56000" cy="59050"/>
          </a:xfrm>
        </p:grpSpPr>
        <p:sp>
          <p:nvSpPr>
            <p:cNvPr id="2087" name="Google Shape;2087;p55"/>
            <p:cNvSpPr/>
            <p:nvPr/>
          </p:nvSpPr>
          <p:spPr>
            <a:xfrm>
              <a:off x="4872325" y="2527625"/>
              <a:ext cx="37750" cy="59050"/>
            </a:xfrm>
            <a:custGeom>
              <a:avLst/>
              <a:gdLst/>
              <a:ahLst/>
              <a:cxnLst/>
              <a:rect l="l" t="t" r="r" b="b"/>
              <a:pathLst>
                <a:path w="1510" h="2362" extrusionOk="0">
                  <a:moveTo>
                    <a:pt x="305" y="1"/>
                  </a:moveTo>
                  <a:cubicBezTo>
                    <a:pt x="141" y="1"/>
                    <a:pt x="1" y="210"/>
                    <a:pt x="146" y="371"/>
                  </a:cubicBezTo>
                  <a:lnTo>
                    <a:pt x="961" y="1179"/>
                  </a:lnTo>
                  <a:lnTo>
                    <a:pt x="146" y="1994"/>
                  </a:lnTo>
                  <a:cubicBezTo>
                    <a:pt x="0" y="2151"/>
                    <a:pt x="143" y="2361"/>
                    <a:pt x="308" y="2361"/>
                  </a:cubicBezTo>
                  <a:cubicBezTo>
                    <a:pt x="355" y="2361"/>
                    <a:pt x="404" y="2344"/>
                    <a:pt x="449" y="2304"/>
                  </a:cubicBezTo>
                  <a:lnTo>
                    <a:pt x="1423" y="1338"/>
                  </a:lnTo>
                  <a:cubicBezTo>
                    <a:pt x="1509" y="1244"/>
                    <a:pt x="1509" y="1107"/>
                    <a:pt x="1423" y="1013"/>
                  </a:cubicBezTo>
                  <a:lnTo>
                    <a:pt x="1423" y="1020"/>
                  </a:lnTo>
                  <a:lnTo>
                    <a:pt x="449" y="61"/>
                  </a:lnTo>
                  <a:cubicBezTo>
                    <a:pt x="403" y="19"/>
                    <a:pt x="353" y="1"/>
                    <a:pt x="30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8" name="Google Shape;2088;p55"/>
            <p:cNvSpPr/>
            <p:nvPr/>
          </p:nvSpPr>
          <p:spPr>
            <a:xfrm>
              <a:off x="4854075" y="2539100"/>
              <a:ext cx="26075" cy="35875"/>
            </a:xfrm>
            <a:custGeom>
              <a:avLst/>
              <a:gdLst/>
              <a:ahLst/>
              <a:cxnLst/>
              <a:rect l="l" t="t" r="r" b="b"/>
              <a:pathLst>
                <a:path w="1043" h="1435" extrusionOk="0">
                  <a:moveTo>
                    <a:pt x="326" y="1"/>
                  </a:moveTo>
                  <a:cubicBezTo>
                    <a:pt x="152" y="1"/>
                    <a:pt x="1" y="234"/>
                    <a:pt x="177" y="388"/>
                  </a:cubicBezTo>
                  <a:lnTo>
                    <a:pt x="516" y="720"/>
                  </a:lnTo>
                  <a:lnTo>
                    <a:pt x="177" y="1059"/>
                  </a:lnTo>
                  <a:cubicBezTo>
                    <a:pt x="21" y="1215"/>
                    <a:pt x="165" y="1435"/>
                    <a:pt x="336" y="1435"/>
                  </a:cubicBezTo>
                  <a:cubicBezTo>
                    <a:pt x="386" y="1435"/>
                    <a:pt x="439" y="1415"/>
                    <a:pt x="487" y="1369"/>
                  </a:cubicBezTo>
                  <a:lnTo>
                    <a:pt x="977" y="886"/>
                  </a:lnTo>
                  <a:cubicBezTo>
                    <a:pt x="1020" y="843"/>
                    <a:pt x="1042" y="785"/>
                    <a:pt x="1042" y="720"/>
                  </a:cubicBezTo>
                  <a:cubicBezTo>
                    <a:pt x="1042" y="662"/>
                    <a:pt x="1013" y="605"/>
                    <a:pt x="977" y="561"/>
                  </a:cubicBezTo>
                  <a:lnTo>
                    <a:pt x="487" y="78"/>
                  </a:lnTo>
                  <a:cubicBezTo>
                    <a:pt x="437" y="23"/>
                    <a:pt x="380" y="1"/>
                    <a:pt x="32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89" name="Google Shape;2089;p55"/>
          <p:cNvSpPr/>
          <p:nvPr/>
        </p:nvSpPr>
        <p:spPr>
          <a:xfrm>
            <a:off x="7445335" y="3879423"/>
            <a:ext cx="105888" cy="132668"/>
          </a:xfrm>
          <a:custGeom>
            <a:avLst/>
            <a:gdLst/>
            <a:ahLst/>
            <a:cxnLst/>
            <a:rect l="l" t="t" r="r" b="b"/>
            <a:pathLst>
              <a:path w="1739" h="2179" extrusionOk="0">
                <a:moveTo>
                  <a:pt x="1" y="1"/>
                </a:moveTo>
                <a:lnTo>
                  <a:pt x="1" y="2179"/>
                </a:lnTo>
                <a:lnTo>
                  <a:pt x="758" y="2179"/>
                </a:lnTo>
                <a:lnTo>
                  <a:pt x="1739" y="1090"/>
                </a:lnTo>
                <a:lnTo>
                  <a:pt x="75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 name="Google Shape;2090;p55"/>
          <p:cNvSpPr/>
          <p:nvPr/>
        </p:nvSpPr>
        <p:spPr>
          <a:xfrm>
            <a:off x="8024001" y="3119077"/>
            <a:ext cx="159897" cy="132668"/>
          </a:xfrm>
          <a:custGeom>
            <a:avLst/>
            <a:gdLst/>
            <a:ahLst/>
            <a:cxnLst/>
            <a:rect l="l" t="t" r="r" b="b"/>
            <a:pathLst>
              <a:path w="2626" h="2179" extrusionOk="0">
                <a:moveTo>
                  <a:pt x="0" y="1"/>
                </a:moveTo>
                <a:lnTo>
                  <a:pt x="887" y="1090"/>
                </a:lnTo>
                <a:lnTo>
                  <a:pt x="0" y="2179"/>
                </a:lnTo>
                <a:lnTo>
                  <a:pt x="1644" y="2179"/>
                </a:lnTo>
                <a:lnTo>
                  <a:pt x="2625" y="1090"/>
                </a:lnTo>
                <a:lnTo>
                  <a:pt x="164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 name="Google Shape;2091;p55"/>
          <p:cNvSpPr/>
          <p:nvPr/>
        </p:nvSpPr>
        <p:spPr>
          <a:xfrm>
            <a:off x="7123265" y="3879423"/>
            <a:ext cx="135298" cy="132668"/>
          </a:xfrm>
          <a:custGeom>
            <a:avLst/>
            <a:gdLst/>
            <a:ahLst/>
            <a:cxnLst/>
            <a:rect l="l" t="t" r="r" b="b"/>
            <a:pathLst>
              <a:path w="2222" h="2179" extrusionOk="0">
                <a:moveTo>
                  <a:pt x="477" y="1"/>
                </a:moveTo>
                <a:lnTo>
                  <a:pt x="895" y="513"/>
                </a:lnTo>
                <a:lnTo>
                  <a:pt x="1" y="513"/>
                </a:lnTo>
                <a:lnTo>
                  <a:pt x="1" y="1659"/>
                </a:lnTo>
                <a:lnTo>
                  <a:pt x="895" y="1659"/>
                </a:lnTo>
                <a:lnTo>
                  <a:pt x="477" y="2179"/>
                </a:lnTo>
                <a:lnTo>
                  <a:pt x="1234" y="2179"/>
                </a:lnTo>
                <a:lnTo>
                  <a:pt x="2222" y="1090"/>
                </a:lnTo>
                <a:lnTo>
                  <a:pt x="1234"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92" name="Google Shape;2092;p55"/>
          <p:cNvGrpSpPr/>
          <p:nvPr/>
        </p:nvGrpSpPr>
        <p:grpSpPr>
          <a:xfrm>
            <a:off x="8054294" y="3600439"/>
            <a:ext cx="99312" cy="160797"/>
            <a:chOff x="5059700" y="2334775"/>
            <a:chExt cx="40775" cy="66025"/>
          </a:xfrm>
        </p:grpSpPr>
        <p:sp>
          <p:nvSpPr>
            <p:cNvPr id="2093" name="Google Shape;2093;p55"/>
            <p:cNvSpPr/>
            <p:nvPr/>
          </p:nvSpPr>
          <p:spPr>
            <a:xfrm>
              <a:off x="5059700" y="2334775"/>
              <a:ext cx="12475" cy="10525"/>
            </a:xfrm>
            <a:custGeom>
              <a:avLst/>
              <a:gdLst/>
              <a:ahLst/>
              <a:cxnLst/>
              <a:rect l="l" t="t" r="r" b="b"/>
              <a:pathLst>
                <a:path w="499" h="421" extrusionOk="0">
                  <a:moveTo>
                    <a:pt x="282" y="0"/>
                  </a:moveTo>
                  <a:cubicBezTo>
                    <a:pt x="94" y="0"/>
                    <a:pt x="1" y="224"/>
                    <a:pt x="138" y="361"/>
                  </a:cubicBezTo>
                  <a:cubicBezTo>
                    <a:pt x="179" y="402"/>
                    <a:pt x="230" y="421"/>
                    <a:pt x="281" y="421"/>
                  </a:cubicBezTo>
                  <a:cubicBezTo>
                    <a:pt x="388" y="421"/>
                    <a:pt x="491" y="337"/>
                    <a:pt x="491" y="209"/>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4" name="Google Shape;2094;p55"/>
            <p:cNvSpPr/>
            <p:nvPr/>
          </p:nvSpPr>
          <p:spPr>
            <a:xfrm>
              <a:off x="5059700" y="2348650"/>
              <a:ext cx="12475" cy="10550"/>
            </a:xfrm>
            <a:custGeom>
              <a:avLst/>
              <a:gdLst/>
              <a:ahLst/>
              <a:cxnLst/>
              <a:rect l="l" t="t" r="r" b="b"/>
              <a:pathLst>
                <a:path w="499" h="422" extrusionOk="0">
                  <a:moveTo>
                    <a:pt x="282" y="1"/>
                  </a:moveTo>
                  <a:cubicBezTo>
                    <a:pt x="94" y="1"/>
                    <a:pt x="1" y="224"/>
                    <a:pt x="138" y="361"/>
                  </a:cubicBezTo>
                  <a:cubicBezTo>
                    <a:pt x="179" y="403"/>
                    <a:pt x="230" y="421"/>
                    <a:pt x="281" y="421"/>
                  </a:cubicBezTo>
                  <a:cubicBezTo>
                    <a:pt x="388" y="421"/>
                    <a:pt x="491" y="337"/>
                    <a:pt x="491" y="210"/>
                  </a:cubicBezTo>
                  <a:cubicBezTo>
                    <a:pt x="498"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5" name="Google Shape;2095;p55"/>
            <p:cNvSpPr/>
            <p:nvPr/>
          </p:nvSpPr>
          <p:spPr>
            <a:xfrm>
              <a:off x="5059700" y="2362525"/>
              <a:ext cx="12475" cy="10550"/>
            </a:xfrm>
            <a:custGeom>
              <a:avLst/>
              <a:gdLst/>
              <a:ahLst/>
              <a:cxnLst/>
              <a:rect l="l" t="t" r="r" b="b"/>
              <a:pathLst>
                <a:path w="499" h="422" extrusionOk="0">
                  <a:moveTo>
                    <a:pt x="282" y="1"/>
                  </a:moveTo>
                  <a:cubicBezTo>
                    <a:pt x="94" y="1"/>
                    <a:pt x="1" y="224"/>
                    <a:pt x="138" y="361"/>
                  </a:cubicBezTo>
                  <a:cubicBezTo>
                    <a:pt x="179" y="403"/>
                    <a:pt x="230" y="422"/>
                    <a:pt x="281" y="422"/>
                  </a:cubicBezTo>
                  <a:cubicBezTo>
                    <a:pt x="388" y="422"/>
                    <a:pt x="491" y="338"/>
                    <a:pt x="491" y="210"/>
                  </a:cubicBezTo>
                  <a:cubicBezTo>
                    <a:pt x="498"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 name="Google Shape;2096;p55"/>
            <p:cNvSpPr/>
            <p:nvPr/>
          </p:nvSpPr>
          <p:spPr>
            <a:xfrm>
              <a:off x="5059700" y="2376400"/>
              <a:ext cx="12475" cy="10500"/>
            </a:xfrm>
            <a:custGeom>
              <a:avLst/>
              <a:gdLst/>
              <a:ahLst/>
              <a:cxnLst/>
              <a:rect l="l" t="t" r="r" b="b"/>
              <a:pathLst>
                <a:path w="499" h="420" extrusionOk="0">
                  <a:moveTo>
                    <a:pt x="294" y="1"/>
                  </a:moveTo>
                  <a:cubicBezTo>
                    <a:pt x="290" y="1"/>
                    <a:pt x="286" y="1"/>
                    <a:pt x="282" y="1"/>
                  </a:cubicBezTo>
                  <a:cubicBezTo>
                    <a:pt x="94" y="1"/>
                    <a:pt x="1" y="225"/>
                    <a:pt x="138" y="355"/>
                  </a:cubicBezTo>
                  <a:cubicBezTo>
                    <a:pt x="180" y="400"/>
                    <a:pt x="233" y="420"/>
                    <a:pt x="285" y="420"/>
                  </a:cubicBezTo>
                  <a:cubicBezTo>
                    <a:pt x="390" y="420"/>
                    <a:pt x="491" y="336"/>
                    <a:pt x="491" y="210"/>
                  </a:cubicBezTo>
                  <a:cubicBezTo>
                    <a:pt x="498" y="99"/>
                    <a:pt x="404" y="1"/>
                    <a:pt x="2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 name="Google Shape;2097;p55"/>
            <p:cNvSpPr/>
            <p:nvPr/>
          </p:nvSpPr>
          <p:spPr>
            <a:xfrm>
              <a:off x="5059700" y="2390125"/>
              <a:ext cx="12475" cy="10675"/>
            </a:xfrm>
            <a:custGeom>
              <a:avLst/>
              <a:gdLst/>
              <a:ahLst/>
              <a:cxnLst/>
              <a:rect l="l" t="t" r="r" b="b"/>
              <a:pathLst>
                <a:path w="499" h="427" extrusionOk="0">
                  <a:moveTo>
                    <a:pt x="282" y="0"/>
                  </a:moveTo>
                  <a:cubicBezTo>
                    <a:pt x="94" y="0"/>
                    <a:pt x="1" y="231"/>
                    <a:pt x="138" y="361"/>
                  </a:cubicBezTo>
                  <a:cubicBezTo>
                    <a:pt x="180" y="406"/>
                    <a:pt x="233" y="426"/>
                    <a:pt x="285" y="426"/>
                  </a:cubicBezTo>
                  <a:cubicBezTo>
                    <a:pt x="390" y="426"/>
                    <a:pt x="491" y="343"/>
                    <a:pt x="491" y="217"/>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8" name="Google Shape;2098;p55"/>
            <p:cNvSpPr/>
            <p:nvPr/>
          </p:nvSpPr>
          <p:spPr>
            <a:xfrm>
              <a:off x="5073950" y="2348650"/>
              <a:ext cx="12275" cy="10550"/>
            </a:xfrm>
            <a:custGeom>
              <a:avLst/>
              <a:gdLst/>
              <a:ahLst/>
              <a:cxnLst/>
              <a:rect l="l" t="t" r="r" b="b"/>
              <a:pathLst>
                <a:path w="491" h="422" extrusionOk="0">
                  <a:moveTo>
                    <a:pt x="282" y="1"/>
                  </a:moveTo>
                  <a:cubicBezTo>
                    <a:pt x="94" y="1"/>
                    <a:pt x="0" y="224"/>
                    <a:pt x="130" y="361"/>
                  </a:cubicBezTo>
                  <a:cubicBezTo>
                    <a:pt x="174" y="403"/>
                    <a:pt x="227" y="421"/>
                    <a:pt x="278" y="421"/>
                  </a:cubicBezTo>
                  <a:cubicBezTo>
                    <a:pt x="387" y="421"/>
                    <a:pt x="491" y="337"/>
                    <a:pt x="491" y="210"/>
                  </a:cubicBezTo>
                  <a:cubicBezTo>
                    <a:pt x="491" y="94"/>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9" name="Google Shape;2099;p55"/>
            <p:cNvSpPr/>
            <p:nvPr/>
          </p:nvSpPr>
          <p:spPr>
            <a:xfrm>
              <a:off x="5073950" y="2362525"/>
              <a:ext cx="12275" cy="10550"/>
            </a:xfrm>
            <a:custGeom>
              <a:avLst/>
              <a:gdLst/>
              <a:ahLst/>
              <a:cxnLst/>
              <a:rect l="l" t="t" r="r" b="b"/>
              <a:pathLst>
                <a:path w="491" h="422" extrusionOk="0">
                  <a:moveTo>
                    <a:pt x="282" y="1"/>
                  </a:moveTo>
                  <a:cubicBezTo>
                    <a:pt x="94" y="1"/>
                    <a:pt x="0" y="224"/>
                    <a:pt x="130" y="361"/>
                  </a:cubicBezTo>
                  <a:cubicBezTo>
                    <a:pt x="174" y="403"/>
                    <a:pt x="227" y="422"/>
                    <a:pt x="278" y="422"/>
                  </a:cubicBezTo>
                  <a:cubicBezTo>
                    <a:pt x="387" y="422"/>
                    <a:pt x="491" y="338"/>
                    <a:pt x="491" y="210"/>
                  </a:cubicBezTo>
                  <a:cubicBezTo>
                    <a:pt x="491" y="95"/>
                    <a:pt x="397" y="1"/>
                    <a:pt x="28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0" name="Google Shape;2100;p55"/>
            <p:cNvSpPr/>
            <p:nvPr/>
          </p:nvSpPr>
          <p:spPr>
            <a:xfrm>
              <a:off x="5074000" y="2376400"/>
              <a:ext cx="12225" cy="10500"/>
            </a:xfrm>
            <a:custGeom>
              <a:avLst/>
              <a:gdLst/>
              <a:ahLst/>
              <a:cxnLst/>
              <a:rect l="l" t="t" r="r" b="b"/>
              <a:pathLst>
                <a:path w="489" h="420" extrusionOk="0">
                  <a:moveTo>
                    <a:pt x="291" y="1"/>
                  </a:moveTo>
                  <a:cubicBezTo>
                    <a:pt x="287" y="1"/>
                    <a:pt x="284" y="1"/>
                    <a:pt x="280" y="1"/>
                  </a:cubicBezTo>
                  <a:cubicBezTo>
                    <a:pt x="277" y="1"/>
                    <a:pt x="274" y="1"/>
                    <a:pt x="271" y="1"/>
                  </a:cubicBezTo>
                  <a:cubicBezTo>
                    <a:pt x="89" y="1"/>
                    <a:pt x="0" y="227"/>
                    <a:pt x="128" y="355"/>
                  </a:cubicBezTo>
                  <a:cubicBezTo>
                    <a:pt x="173" y="400"/>
                    <a:pt x="228" y="420"/>
                    <a:pt x="281" y="420"/>
                  </a:cubicBezTo>
                  <a:cubicBezTo>
                    <a:pt x="388" y="420"/>
                    <a:pt x="489" y="336"/>
                    <a:pt x="489" y="210"/>
                  </a:cubicBezTo>
                  <a:cubicBezTo>
                    <a:pt x="489" y="99"/>
                    <a:pt x="401" y="1"/>
                    <a:pt x="29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1" name="Google Shape;2101;p55"/>
            <p:cNvSpPr/>
            <p:nvPr/>
          </p:nvSpPr>
          <p:spPr>
            <a:xfrm>
              <a:off x="5088000" y="2362525"/>
              <a:ext cx="12475" cy="10550"/>
            </a:xfrm>
            <a:custGeom>
              <a:avLst/>
              <a:gdLst/>
              <a:ahLst/>
              <a:cxnLst/>
              <a:rect l="l" t="t" r="r" b="b"/>
              <a:pathLst>
                <a:path w="499" h="422" extrusionOk="0">
                  <a:moveTo>
                    <a:pt x="289" y="1"/>
                  </a:moveTo>
                  <a:cubicBezTo>
                    <a:pt x="102" y="1"/>
                    <a:pt x="1" y="224"/>
                    <a:pt x="138" y="361"/>
                  </a:cubicBezTo>
                  <a:cubicBezTo>
                    <a:pt x="180" y="403"/>
                    <a:pt x="231" y="422"/>
                    <a:pt x="283" y="422"/>
                  </a:cubicBezTo>
                  <a:cubicBezTo>
                    <a:pt x="392" y="422"/>
                    <a:pt x="499" y="338"/>
                    <a:pt x="499" y="210"/>
                  </a:cubicBezTo>
                  <a:cubicBezTo>
                    <a:pt x="499" y="95"/>
                    <a:pt x="405" y="1"/>
                    <a:pt x="28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02" name="Google Shape;2102;p55"/>
          <p:cNvGrpSpPr/>
          <p:nvPr/>
        </p:nvGrpSpPr>
        <p:grpSpPr>
          <a:xfrm>
            <a:off x="8011458" y="3865571"/>
            <a:ext cx="184984" cy="160371"/>
            <a:chOff x="5037700" y="2430325"/>
            <a:chExt cx="75950" cy="65850"/>
          </a:xfrm>
        </p:grpSpPr>
        <p:sp>
          <p:nvSpPr>
            <p:cNvPr id="2103" name="Google Shape;2103;p55"/>
            <p:cNvSpPr/>
            <p:nvPr/>
          </p:nvSpPr>
          <p:spPr>
            <a:xfrm>
              <a:off x="5059700" y="2430325"/>
              <a:ext cx="53950" cy="65850"/>
            </a:xfrm>
            <a:custGeom>
              <a:avLst/>
              <a:gdLst/>
              <a:ahLst/>
              <a:cxnLst/>
              <a:rect l="l" t="t" r="r" b="b"/>
              <a:pathLst>
                <a:path w="2158" h="2634" extrusionOk="0">
                  <a:moveTo>
                    <a:pt x="1" y="1"/>
                  </a:moveTo>
                  <a:lnTo>
                    <a:pt x="866" y="1321"/>
                  </a:lnTo>
                  <a:lnTo>
                    <a:pt x="1" y="2633"/>
                  </a:lnTo>
                  <a:lnTo>
                    <a:pt x="1292" y="2633"/>
                  </a:lnTo>
                  <a:lnTo>
                    <a:pt x="2157" y="1321"/>
                  </a:lnTo>
                  <a:lnTo>
                    <a:pt x="1292"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4" name="Google Shape;2104;p55"/>
            <p:cNvSpPr/>
            <p:nvPr/>
          </p:nvSpPr>
          <p:spPr>
            <a:xfrm>
              <a:off x="5037700" y="2430325"/>
              <a:ext cx="34100" cy="65850"/>
            </a:xfrm>
            <a:custGeom>
              <a:avLst/>
              <a:gdLst/>
              <a:ahLst/>
              <a:cxnLst/>
              <a:rect l="l" t="t" r="r" b="b"/>
              <a:pathLst>
                <a:path w="1364" h="2634" extrusionOk="0">
                  <a:moveTo>
                    <a:pt x="1" y="1"/>
                  </a:moveTo>
                  <a:lnTo>
                    <a:pt x="866" y="1321"/>
                  </a:lnTo>
                  <a:lnTo>
                    <a:pt x="1" y="2633"/>
                  </a:lnTo>
                  <a:lnTo>
                    <a:pt x="498" y="2633"/>
                  </a:lnTo>
                  <a:lnTo>
                    <a:pt x="1364" y="1321"/>
                  </a:lnTo>
                  <a:lnTo>
                    <a:pt x="49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05" name="Google Shape;2105;p55"/>
          <p:cNvGrpSpPr/>
          <p:nvPr/>
        </p:nvGrpSpPr>
        <p:grpSpPr>
          <a:xfrm>
            <a:off x="7430964" y="3632023"/>
            <a:ext cx="173014" cy="97629"/>
            <a:chOff x="4756975" y="2341800"/>
            <a:chExt cx="91975" cy="51925"/>
          </a:xfrm>
        </p:grpSpPr>
        <p:sp>
          <p:nvSpPr>
            <p:cNvPr id="2106" name="Google Shape;2106;p55"/>
            <p:cNvSpPr/>
            <p:nvPr/>
          </p:nvSpPr>
          <p:spPr>
            <a:xfrm>
              <a:off x="4756975"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7" name="Google Shape;2107;p55"/>
            <p:cNvSpPr/>
            <p:nvPr/>
          </p:nvSpPr>
          <p:spPr>
            <a:xfrm>
              <a:off x="4777350"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8" name="Google Shape;2108;p55"/>
            <p:cNvSpPr/>
            <p:nvPr/>
          </p:nvSpPr>
          <p:spPr>
            <a:xfrm>
              <a:off x="4797725"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9" name="Google Shape;2109;p55"/>
            <p:cNvSpPr/>
            <p:nvPr/>
          </p:nvSpPr>
          <p:spPr>
            <a:xfrm>
              <a:off x="4818100"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0" name="Google Shape;2110;p55"/>
            <p:cNvSpPr/>
            <p:nvPr/>
          </p:nvSpPr>
          <p:spPr>
            <a:xfrm>
              <a:off x="4768675" y="2352625"/>
              <a:ext cx="8875" cy="9025"/>
            </a:xfrm>
            <a:custGeom>
              <a:avLst/>
              <a:gdLst/>
              <a:ahLst/>
              <a:cxnLst/>
              <a:rect l="l" t="t" r="r" b="b"/>
              <a:pathLst>
                <a:path w="355" h="361" extrusionOk="0">
                  <a:moveTo>
                    <a:pt x="174" y="0"/>
                  </a:moveTo>
                  <a:cubicBezTo>
                    <a:pt x="80" y="0"/>
                    <a:pt x="1" y="87"/>
                    <a:pt x="1" y="181"/>
                  </a:cubicBezTo>
                  <a:cubicBezTo>
                    <a:pt x="1" y="281"/>
                    <a:pt x="80" y="361"/>
                    <a:pt x="174" y="361"/>
                  </a:cubicBezTo>
                  <a:cubicBezTo>
                    <a:pt x="275" y="361"/>
                    <a:pt x="354" y="281"/>
                    <a:pt x="354" y="181"/>
                  </a:cubicBezTo>
                  <a:cubicBezTo>
                    <a:pt x="354" y="87"/>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1" name="Google Shape;2111;p55"/>
            <p:cNvSpPr/>
            <p:nvPr/>
          </p:nvSpPr>
          <p:spPr>
            <a:xfrm>
              <a:off x="4787425" y="2352625"/>
              <a:ext cx="10500" cy="9125"/>
            </a:xfrm>
            <a:custGeom>
              <a:avLst/>
              <a:gdLst/>
              <a:ahLst/>
              <a:cxnLst/>
              <a:rect l="l" t="t" r="r" b="b"/>
              <a:pathLst>
                <a:path w="420" h="365" extrusionOk="0">
                  <a:moveTo>
                    <a:pt x="239" y="0"/>
                  </a:moveTo>
                  <a:cubicBezTo>
                    <a:pt x="80" y="0"/>
                    <a:pt x="1" y="195"/>
                    <a:pt x="116" y="310"/>
                  </a:cubicBezTo>
                  <a:cubicBezTo>
                    <a:pt x="152" y="348"/>
                    <a:pt x="196" y="365"/>
                    <a:pt x="240" y="365"/>
                  </a:cubicBezTo>
                  <a:cubicBezTo>
                    <a:pt x="331" y="365"/>
                    <a:pt x="419" y="292"/>
                    <a:pt x="419" y="181"/>
                  </a:cubicBezTo>
                  <a:cubicBezTo>
                    <a:pt x="419" y="87"/>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2" name="Google Shape;2112;p55"/>
            <p:cNvSpPr/>
            <p:nvPr/>
          </p:nvSpPr>
          <p:spPr>
            <a:xfrm>
              <a:off x="4809250"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3" name="Google Shape;2113;p55"/>
            <p:cNvSpPr/>
            <p:nvPr/>
          </p:nvSpPr>
          <p:spPr>
            <a:xfrm>
              <a:off x="4829625"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4" name="Google Shape;2114;p55"/>
            <p:cNvSpPr/>
            <p:nvPr/>
          </p:nvSpPr>
          <p:spPr>
            <a:xfrm>
              <a:off x="4777350" y="2363250"/>
              <a:ext cx="10650" cy="9025"/>
            </a:xfrm>
            <a:custGeom>
              <a:avLst/>
              <a:gdLst/>
              <a:ahLst/>
              <a:cxnLst/>
              <a:rect l="l" t="t" r="r" b="b"/>
              <a:pathLst>
                <a:path w="426" h="361" extrusionOk="0">
                  <a:moveTo>
                    <a:pt x="245" y="1"/>
                  </a:moveTo>
                  <a:cubicBezTo>
                    <a:pt x="79" y="1"/>
                    <a:pt x="0" y="195"/>
                    <a:pt x="115" y="311"/>
                  </a:cubicBezTo>
                  <a:cubicBezTo>
                    <a:pt x="152" y="345"/>
                    <a:pt x="197" y="361"/>
                    <a:pt x="241" y="361"/>
                  </a:cubicBezTo>
                  <a:cubicBezTo>
                    <a:pt x="335" y="361"/>
                    <a:pt x="426" y="289"/>
                    <a:pt x="426" y="181"/>
                  </a:cubicBezTo>
                  <a:cubicBezTo>
                    <a:pt x="426" y="80"/>
                    <a:pt x="339" y="1"/>
                    <a:pt x="24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5" name="Google Shape;2115;p55"/>
            <p:cNvSpPr/>
            <p:nvPr/>
          </p:nvSpPr>
          <p:spPr>
            <a:xfrm>
              <a:off x="4797725"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6" name="Google Shape;2116;p55"/>
            <p:cNvSpPr/>
            <p:nvPr/>
          </p:nvSpPr>
          <p:spPr>
            <a:xfrm>
              <a:off x="4818100"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7" name="Google Shape;2117;p55"/>
            <p:cNvSpPr/>
            <p:nvPr/>
          </p:nvSpPr>
          <p:spPr>
            <a:xfrm>
              <a:off x="4838475" y="2363250"/>
              <a:ext cx="10475" cy="9025"/>
            </a:xfrm>
            <a:custGeom>
              <a:avLst/>
              <a:gdLst/>
              <a:ahLst/>
              <a:cxnLst/>
              <a:rect l="l" t="t" r="r" b="b"/>
              <a:pathLst>
                <a:path w="419" h="361" extrusionOk="0">
                  <a:moveTo>
                    <a:pt x="238" y="1"/>
                  </a:moveTo>
                  <a:cubicBezTo>
                    <a:pt x="79" y="1"/>
                    <a:pt x="0" y="195"/>
                    <a:pt x="108" y="311"/>
                  </a:cubicBezTo>
                  <a:cubicBezTo>
                    <a:pt x="145" y="345"/>
                    <a:pt x="190" y="361"/>
                    <a:pt x="233"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8" name="Google Shape;2118;p55"/>
            <p:cNvSpPr/>
            <p:nvPr/>
          </p:nvSpPr>
          <p:spPr>
            <a:xfrm>
              <a:off x="4768675" y="2374075"/>
              <a:ext cx="8875" cy="9050"/>
            </a:xfrm>
            <a:custGeom>
              <a:avLst/>
              <a:gdLst/>
              <a:ahLst/>
              <a:cxnLst/>
              <a:rect l="l" t="t" r="r" b="b"/>
              <a:pathLst>
                <a:path w="355" h="362" extrusionOk="0">
                  <a:moveTo>
                    <a:pt x="174" y="0"/>
                  </a:moveTo>
                  <a:cubicBezTo>
                    <a:pt x="80" y="0"/>
                    <a:pt x="1" y="80"/>
                    <a:pt x="1" y="181"/>
                  </a:cubicBezTo>
                  <a:cubicBezTo>
                    <a:pt x="1" y="282"/>
                    <a:pt x="80" y="361"/>
                    <a:pt x="174" y="361"/>
                  </a:cubicBezTo>
                  <a:cubicBezTo>
                    <a:pt x="275" y="361"/>
                    <a:pt x="354" y="282"/>
                    <a:pt x="354" y="181"/>
                  </a:cubicBezTo>
                  <a:cubicBezTo>
                    <a:pt x="354" y="80"/>
                    <a:pt x="275" y="0"/>
                    <a:pt x="17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9" name="Google Shape;2119;p55"/>
            <p:cNvSpPr/>
            <p:nvPr/>
          </p:nvSpPr>
          <p:spPr>
            <a:xfrm>
              <a:off x="4787425" y="2374075"/>
              <a:ext cx="10500" cy="9150"/>
            </a:xfrm>
            <a:custGeom>
              <a:avLst/>
              <a:gdLst/>
              <a:ahLst/>
              <a:cxnLst/>
              <a:rect l="l" t="t" r="r" b="b"/>
              <a:pathLst>
                <a:path w="420" h="366" extrusionOk="0">
                  <a:moveTo>
                    <a:pt x="239" y="0"/>
                  </a:moveTo>
                  <a:cubicBezTo>
                    <a:pt x="80" y="0"/>
                    <a:pt x="1" y="195"/>
                    <a:pt x="116" y="311"/>
                  </a:cubicBezTo>
                  <a:cubicBezTo>
                    <a:pt x="152" y="348"/>
                    <a:pt x="196" y="365"/>
                    <a:pt x="240" y="365"/>
                  </a:cubicBezTo>
                  <a:cubicBezTo>
                    <a:pt x="331" y="365"/>
                    <a:pt x="419" y="293"/>
                    <a:pt x="419" y="181"/>
                  </a:cubicBezTo>
                  <a:cubicBezTo>
                    <a:pt x="419" y="80"/>
                    <a:pt x="340" y="0"/>
                    <a:pt x="23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0" name="Google Shape;2120;p55"/>
            <p:cNvSpPr/>
            <p:nvPr/>
          </p:nvSpPr>
          <p:spPr>
            <a:xfrm>
              <a:off x="4809250"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1" name="Google Shape;2121;p55"/>
            <p:cNvSpPr/>
            <p:nvPr/>
          </p:nvSpPr>
          <p:spPr>
            <a:xfrm>
              <a:off x="4829625"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2" name="Google Shape;2122;p55"/>
            <p:cNvSpPr/>
            <p:nvPr/>
          </p:nvSpPr>
          <p:spPr>
            <a:xfrm>
              <a:off x="4756975"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46"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3" name="Google Shape;2123;p55"/>
            <p:cNvSpPr/>
            <p:nvPr/>
          </p:nvSpPr>
          <p:spPr>
            <a:xfrm>
              <a:off x="4777350"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39" y="0"/>
                    <a:pt x="24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4" name="Google Shape;2124;p55"/>
            <p:cNvSpPr/>
            <p:nvPr/>
          </p:nvSpPr>
          <p:spPr>
            <a:xfrm>
              <a:off x="4797725"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5" name="Google Shape;2125;p55"/>
            <p:cNvSpPr/>
            <p:nvPr/>
          </p:nvSpPr>
          <p:spPr>
            <a:xfrm>
              <a:off x="4818100"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26" name="Google Shape;2126;p55"/>
          <p:cNvGrpSpPr/>
          <p:nvPr/>
        </p:nvGrpSpPr>
        <p:grpSpPr>
          <a:xfrm>
            <a:off x="7697901" y="4120720"/>
            <a:ext cx="212497" cy="175761"/>
            <a:chOff x="4943575" y="2516350"/>
            <a:chExt cx="98675" cy="81700"/>
          </a:xfrm>
        </p:grpSpPr>
        <p:sp>
          <p:nvSpPr>
            <p:cNvPr id="2127" name="Google Shape;2127;p55"/>
            <p:cNvSpPr/>
            <p:nvPr/>
          </p:nvSpPr>
          <p:spPr>
            <a:xfrm>
              <a:off x="5036450" y="2554750"/>
              <a:ext cx="5800" cy="4825"/>
            </a:xfrm>
            <a:custGeom>
              <a:avLst/>
              <a:gdLst/>
              <a:ahLst/>
              <a:cxnLst/>
              <a:rect l="l" t="t" r="r" b="b"/>
              <a:pathLst>
                <a:path w="232" h="193" extrusionOk="0">
                  <a:moveTo>
                    <a:pt x="130" y="0"/>
                  </a:moveTo>
                  <a:cubicBezTo>
                    <a:pt x="51" y="0"/>
                    <a:pt x="0" y="101"/>
                    <a:pt x="65" y="166"/>
                  </a:cubicBezTo>
                  <a:cubicBezTo>
                    <a:pt x="83" y="184"/>
                    <a:pt x="106" y="192"/>
                    <a:pt x="129" y="192"/>
                  </a:cubicBezTo>
                  <a:cubicBezTo>
                    <a:pt x="179"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8" name="Google Shape;2128;p55"/>
            <p:cNvSpPr/>
            <p:nvPr/>
          </p:nvSpPr>
          <p:spPr>
            <a:xfrm>
              <a:off x="5028150" y="2547175"/>
              <a:ext cx="5625" cy="4725"/>
            </a:xfrm>
            <a:custGeom>
              <a:avLst/>
              <a:gdLst/>
              <a:ahLst/>
              <a:cxnLst/>
              <a:rect l="l" t="t" r="r" b="b"/>
              <a:pathLst>
                <a:path w="225" h="189" extrusionOk="0">
                  <a:moveTo>
                    <a:pt x="123" y="0"/>
                  </a:moveTo>
                  <a:cubicBezTo>
                    <a:pt x="37" y="0"/>
                    <a:pt x="0" y="101"/>
                    <a:pt x="58"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9" name="Google Shape;2129;p55"/>
            <p:cNvSpPr/>
            <p:nvPr/>
          </p:nvSpPr>
          <p:spPr>
            <a:xfrm>
              <a:off x="5028150" y="2554750"/>
              <a:ext cx="5625" cy="4825"/>
            </a:xfrm>
            <a:custGeom>
              <a:avLst/>
              <a:gdLst/>
              <a:ahLst/>
              <a:cxnLst/>
              <a:rect l="l" t="t" r="r" b="b"/>
              <a:pathLst>
                <a:path w="225" h="193" extrusionOk="0">
                  <a:moveTo>
                    <a:pt x="123" y="0"/>
                  </a:moveTo>
                  <a:cubicBezTo>
                    <a:pt x="44" y="0"/>
                    <a:pt x="0" y="101"/>
                    <a:pt x="58" y="166"/>
                  </a:cubicBezTo>
                  <a:cubicBezTo>
                    <a:pt x="76" y="184"/>
                    <a:pt x="99"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0" name="Google Shape;2130;p55"/>
            <p:cNvSpPr/>
            <p:nvPr/>
          </p:nvSpPr>
          <p:spPr>
            <a:xfrm>
              <a:off x="5028150" y="2562500"/>
              <a:ext cx="5625" cy="4800"/>
            </a:xfrm>
            <a:custGeom>
              <a:avLst/>
              <a:gdLst/>
              <a:ahLst/>
              <a:cxnLst/>
              <a:rect l="l" t="t" r="r" b="b"/>
              <a:pathLst>
                <a:path w="225" h="192" extrusionOk="0">
                  <a:moveTo>
                    <a:pt x="123" y="0"/>
                  </a:moveTo>
                  <a:cubicBezTo>
                    <a:pt x="37" y="0"/>
                    <a:pt x="0" y="101"/>
                    <a:pt x="58" y="166"/>
                  </a:cubicBezTo>
                  <a:cubicBezTo>
                    <a:pt x="77"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1" name="Google Shape;2131;p55"/>
            <p:cNvSpPr/>
            <p:nvPr/>
          </p:nvSpPr>
          <p:spPr>
            <a:xfrm>
              <a:off x="501972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2" name="Google Shape;2132;p55"/>
            <p:cNvSpPr/>
            <p:nvPr/>
          </p:nvSpPr>
          <p:spPr>
            <a:xfrm>
              <a:off x="5019675" y="2547175"/>
              <a:ext cx="5625" cy="4725"/>
            </a:xfrm>
            <a:custGeom>
              <a:avLst/>
              <a:gdLst/>
              <a:ahLst/>
              <a:cxnLst/>
              <a:rect l="l" t="t" r="r" b="b"/>
              <a:pathLst>
                <a:path w="225" h="189" extrusionOk="0">
                  <a:moveTo>
                    <a:pt x="130" y="0"/>
                  </a:moveTo>
                  <a:cubicBezTo>
                    <a:pt x="44" y="0"/>
                    <a:pt x="0" y="101"/>
                    <a:pt x="58" y="159"/>
                  </a:cubicBezTo>
                  <a:cubicBezTo>
                    <a:pt x="79" y="180"/>
                    <a:pt x="103" y="189"/>
                    <a:pt x="126" y="189"/>
                  </a:cubicBezTo>
                  <a:cubicBezTo>
                    <a:pt x="177" y="189"/>
                    <a:pt x="224" y="146"/>
                    <a:pt x="224" y="87"/>
                  </a:cubicBezTo>
                  <a:cubicBezTo>
                    <a:pt x="217"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3" name="Google Shape;2133;p55"/>
            <p:cNvSpPr/>
            <p:nvPr/>
          </p:nvSpPr>
          <p:spPr>
            <a:xfrm>
              <a:off x="5019675" y="2554750"/>
              <a:ext cx="5625" cy="4825"/>
            </a:xfrm>
            <a:custGeom>
              <a:avLst/>
              <a:gdLst/>
              <a:ahLst/>
              <a:cxnLst/>
              <a:rect l="l" t="t" r="r" b="b"/>
              <a:pathLst>
                <a:path w="225" h="193" extrusionOk="0">
                  <a:moveTo>
                    <a:pt x="130" y="0"/>
                  </a:moveTo>
                  <a:cubicBezTo>
                    <a:pt x="44" y="0"/>
                    <a:pt x="0" y="101"/>
                    <a:pt x="58" y="166"/>
                  </a:cubicBezTo>
                  <a:cubicBezTo>
                    <a:pt x="79" y="184"/>
                    <a:pt x="102"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4" name="Google Shape;2134;p55"/>
            <p:cNvSpPr/>
            <p:nvPr/>
          </p:nvSpPr>
          <p:spPr>
            <a:xfrm>
              <a:off x="5019675" y="2562500"/>
              <a:ext cx="5625" cy="4800"/>
            </a:xfrm>
            <a:custGeom>
              <a:avLst/>
              <a:gdLst/>
              <a:ahLst/>
              <a:cxnLst/>
              <a:rect l="l" t="t" r="r" b="b"/>
              <a:pathLst>
                <a:path w="225" h="192" extrusionOk="0">
                  <a:moveTo>
                    <a:pt x="130" y="0"/>
                  </a:moveTo>
                  <a:cubicBezTo>
                    <a:pt x="44" y="0"/>
                    <a:pt x="0" y="101"/>
                    <a:pt x="58" y="166"/>
                  </a:cubicBezTo>
                  <a:cubicBezTo>
                    <a:pt x="77" y="183"/>
                    <a:pt x="100" y="191"/>
                    <a:pt x="122" y="191"/>
                  </a:cubicBezTo>
                  <a:cubicBezTo>
                    <a:pt x="174" y="191"/>
                    <a:pt x="224" y="148"/>
                    <a:pt x="224" y="87"/>
                  </a:cubicBezTo>
                  <a:cubicBezTo>
                    <a:pt x="217"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5" name="Google Shape;2135;p55"/>
            <p:cNvSpPr/>
            <p:nvPr/>
          </p:nvSpPr>
          <p:spPr>
            <a:xfrm>
              <a:off x="5019725" y="2570225"/>
              <a:ext cx="5575" cy="4750"/>
            </a:xfrm>
            <a:custGeom>
              <a:avLst/>
              <a:gdLst/>
              <a:ahLst/>
              <a:cxnLst/>
              <a:rect l="l" t="t" r="r" b="b"/>
              <a:pathLst>
                <a:path w="223" h="190" extrusionOk="0">
                  <a:moveTo>
                    <a:pt x="139" y="1"/>
                  </a:moveTo>
                  <a:cubicBezTo>
                    <a:pt x="136" y="1"/>
                    <a:pt x="132" y="1"/>
                    <a:pt x="128" y="2"/>
                  </a:cubicBezTo>
                  <a:cubicBezTo>
                    <a:pt x="126" y="1"/>
                    <a:pt x="123" y="1"/>
                    <a:pt x="120" y="1"/>
                  </a:cubicBezTo>
                  <a:cubicBezTo>
                    <a:pt x="39" y="1"/>
                    <a:pt x="0" y="104"/>
                    <a:pt x="56" y="160"/>
                  </a:cubicBezTo>
                  <a:cubicBezTo>
                    <a:pt x="77" y="181"/>
                    <a:pt x="101" y="190"/>
                    <a:pt x="124" y="190"/>
                  </a:cubicBezTo>
                  <a:cubicBezTo>
                    <a:pt x="175" y="190"/>
                    <a:pt x="222" y="147"/>
                    <a:pt x="222" y="88"/>
                  </a:cubicBezTo>
                  <a:cubicBezTo>
                    <a:pt x="215" y="41"/>
                    <a:pt x="184"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6" name="Google Shape;2136;p55"/>
            <p:cNvSpPr/>
            <p:nvPr/>
          </p:nvSpPr>
          <p:spPr>
            <a:xfrm>
              <a:off x="501120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7" name="Google Shape;2137;p55"/>
            <p:cNvSpPr/>
            <p:nvPr/>
          </p:nvSpPr>
          <p:spPr>
            <a:xfrm>
              <a:off x="5011250"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8" name="Google Shape;2138;p55"/>
            <p:cNvSpPr/>
            <p:nvPr/>
          </p:nvSpPr>
          <p:spPr>
            <a:xfrm>
              <a:off x="501120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9" name="Google Shape;2139;p55"/>
            <p:cNvSpPr/>
            <p:nvPr/>
          </p:nvSpPr>
          <p:spPr>
            <a:xfrm>
              <a:off x="5011200"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0" name="Google Shape;2140;p55"/>
            <p:cNvSpPr/>
            <p:nvPr/>
          </p:nvSpPr>
          <p:spPr>
            <a:xfrm>
              <a:off x="5011200" y="2562500"/>
              <a:ext cx="5750" cy="4800"/>
            </a:xfrm>
            <a:custGeom>
              <a:avLst/>
              <a:gdLst/>
              <a:ahLst/>
              <a:cxnLst/>
              <a:rect l="l" t="t" r="r" b="b"/>
              <a:pathLst>
                <a:path w="230" h="192" extrusionOk="0">
                  <a:moveTo>
                    <a:pt x="130" y="0"/>
                  </a:moveTo>
                  <a:cubicBezTo>
                    <a:pt x="44" y="0"/>
                    <a:pt x="1" y="101"/>
                    <a:pt x="65" y="166"/>
                  </a:cubicBezTo>
                  <a:cubicBezTo>
                    <a:pt x="82"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1" name="Google Shape;2141;p55"/>
            <p:cNvSpPr/>
            <p:nvPr/>
          </p:nvSpPr>
          <p:spPr>
            <a:xfrm>
              <a:off x="50112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2" name="Google Shape;2142;p55"/>
            <p:cNvSpPr/>
            <p:nvPr/>
          </p:nvSpPr>
          <p:spPr>
            <a:xfrm>
              <a:off x="5011200"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3" name="Google Shape;2143;p55"/>
            <p:cNvSpPr/>
            <p:nvPr/>
          </p:nvSpPr>
          <p:spPr>
            <a:xfrm>
              <a:off x="5002725"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4" name="Google Shape;2144;p55"/>
            <p:cNvSpPr/>
            <p:nvPr/>
          </p:nvSpPr>
          <p:spPr>
            <a:xfrm>
              <a:off x="5002725"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5" name="Google Shape;2145;p55"/>
            <p:cNvSpPr/>
            <p:nvPr/>
          </p:nvSpPr>
          <p:spPr>
            <a:xfrm>
              <a:off x="500277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6" name="Google Shape;2146;p55"/>
            <p:cNvSpPr/>
            <p:nvPr/>
          </p:nvSpPr>
          <p:spPr>
            <a:xfrm>
              <a:off x="5002725"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7" name="Google Shape;2147;p55"/>
            <p:cNvSpPr/>
            <p:nvPr/>
          </p:nvSpPr>
          <p:spPr>
            <a:xfrm>
              <a:off x="5002725"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8" name="Google Shape;2148;p55"/>
            <p:cNvSpPr/>
            <p:nvPr/>
          </p:nvSpPr>
          <p:spPr>
            <a:xfrm>
              <a:off x="5002725"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9" name="Google Shape;2149;p55"/>
            <p:cNvSpPr/>
            <p:nvPr/>
          </p:nvSpPr>
          <p:spPr>
            <a:xfrm>
              <a:off x="50027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0" name="Google Shape;2150;p55"/>
            <p:cNvSpPr/>
            <p:nvPr/>
          </p:nvSpPr>
          <p:spPr>
            <a:xfrm>
              <a:off x="5002725"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1" name="Google Shape;2151;p55"/>
            <p:cNvSpPr/>
            <p:nvPr/>
          </p:nvSpPr>
          <p:spPr>
            <a:xfrm>
              <a:off x="5002725"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2" name="Google Shape;2152;p55"/>
            <p:cNvSpPr/>
            <p:nvPr/>
          </p:nvSpPr>
          <p:spPr>
            <a:xfrm>
              <a:off x="4994250" y="25163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3" name="Google Shape;2153;p55"/>
            <p:cNvSpPr/>
            <p:nvPr/>
          </p:nvSpPr>
          <p:spPr>
            <a:xfrm>
              <a:off x="4994250"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4" name="Google Shape;2154;p55"/>
            <p:cNvSpPr/>
            <p:nvPr/>
          </p:nvSpPr>
          <p:spPr>
            <a:xfrm>
              <a:off x="499425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5" name="Google Shape;2155;p55"/>
            <p:cNvSpPr/>
            <p:nvPr/>
          </p:nvSpPr>
          <p:spPr>
            <a:xfrm>
              <a:off x="499430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6" name="Google Shape;2156;p55"/>
            <p:cNvSpPr/>
            <p:nvPr/>
          </p:nvSpPr>
          <p:spPr>
            <a:xfrm>
              <a:off x="499425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7" name="Google Shape;2157;p55"/>
            <p:cNvSpPr/>
            <p:nvPr/>
          </p:nvSpPr>
          <p:spPr>
            <a:xfrm>
              <a:off x="499425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8" name="Google Shape;2158;p55"/>
            <p:cNvSpPr/>
            <p:nvPr/>
          </p:nvSpPr>
          <p:spPr>
            <a:xfrm>
              <a:off x="4994250"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9" name="Google Shape;2159;p55"/>
            <p:cNvSpPr/>
            <p:nvPr/>
          </p:nvSpPr>
          <p:spPr>
            <a:xfrm>
              <a:off x="499430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0" name="Google Shape;2160;p55"/>
            <p:cNvSpPr/>
            <p:nvPr/>
          </p:nvSpPr>
          <p:spPr>
            <a:xfrm>
              <a:off x="499425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1" name="Google Shape;2161;p55"/>
            <p:cNvSpPr/>
            <p:nvPr/>
          </p:nvSpPr>
          <p:spPr>
            <a:xfrm>
              <a:off x="4994250"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2" name="Google Shape;2162;p55"/>
            <p:cNvSpPr/>
            <p:nvPr/>
          </p:nvSpPr>
          <p:spPr>
            <a:xfrm>
              <a:off x="4994250" y="2593150"/>
              <a:ext cx="5750" cy="4900"/>
            </a:xfrm>
            <a:custGeom>
              <a:avLst/>
              <a:gdLst/>
              <a:ahLst/>
              <a:cxnLst/>
              <a:rect l="l" t="t" r="r" b="b"/>
              <a:pathLst>
                <a:path w="230" h="196" extrusionOk="0">
                  <a:moveTo>
                    <a:pt x="130" y="1"/>
                  </a:moveTo>
                  <a:cubicBezTo>
                    <a:pt x="44" y="1"/>
                    <a:pt x="1" y="109"/>
                    <a:pt x="65" y="166"/>
                  </a:cubicBezTo>
                  <a:cubicBezTo>
                    <a:pt x="84" y="187"/>
                    <a:pt x="107" y="196"/>
                    <a:pt x="130" y="196"/>
                  </a:cubicBezTo>
                  <a:cubicBezTo>
                    <a:pt x="180" y="196"/>
                    <a:pt x="229"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3" name="Google Shape;2163;p55"/>
            <p:cNvSpPr/>
            <p:nvPr/>
          </p:nvSpPr>
          <p:spPr>
            <a:xfrm>
              <a:off x="4985775"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4" name="Google Shape;2164;p55"/>
            <p:cNvSpPr/>
            <p:nvPr/>
          </p:nvSpPr>
          <p:spPr>
            <a:xfrm>
              <a:off x="4985825"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5" name="Google Shape;2165;p55"/>
            <p:cNvSpPr/>
            <p:nvPr/>
          </p:nvSpPr>
          <p:spPr>
            <a:xfrm>
              <a:off x="4985775"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6" name="Google Shape;2166;p55"/>
            <p:cNvSpPr/>
            <p:nvPr/>
          </p:nvSpPr>
          <p:spPr>
            <a:xfrm>
              <a:off x="4985775"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7" name="Google Shape;2167;p55"/>
            <p:cNvSpPr/>
            <p:nvPr/>
          </p:nvSpPr>
          <p:spPr>
            <a:xfrm>
              <a:off x="4985775"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8" name="Google Shape;2168;p55"/>
            <p:cNvSpPr/>
            <p:nvPr/>
          </p:nvSpPr>
          <p:spPr>
            <a:xfrm>
              <a:off x="498582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9" name="Google Shape;2169;p55"/>
            <p:cNvSpPr/>
            <p:nvPr/>
          </p:nvSpPr>
          <p:spPr>
            <a:xfrm>
              <a:off x="4985775"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0" name="Google Shape;2170;p55"/>
            <p:cNvSpPr/>
            <p:nvPr/>
          </p:nvSpPr>
          <p:spPr>
            <a:xfrm>
              <a:off x="4977300"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1" name="Google Shape;2171;p55"/>
            <p:cNvSpPr/>
            <p:nvPr/>
          </p:nvSpPr>
          <p:spPr>
            <a:xfrm>
              <a:off x="497735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2" name="Google Shape;2172;p55"/>
            <p:cNvSpPr/>
            <p:nvPr/>
          </p:nvSpPr>
          <p:spPr>
            <a:xfrm>
              <a:off x="4977300"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3" name="Google Shape;2173;p55"/>
            <p:cNvSpPr/>
            <p:nvPr/>
          </p:nvSpPr>
          <p:spPr>
            <a:xfrm>
              <a:off x="497730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4" name="Google Shape;2174;p55"/>
            <p:cNvSpPr/>
            <p:nvPr/>
          </p:nvSpPr>
          <p:spPr>
            <a:xfrm>
              <a:off x="4977300"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5" name="Google Shape;2175;p55"/>
            <p:cNvSpPr/>
            <p:nvPr/>
          </p:nvSpPr>
          <p:spPr>
            <a:xfrm>
              <a:off x="49773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6" name="Google Shape;2176;p55"/>
            <p:cNvSpPr/>
            <p:nvPr/>
          </p:nvSpPr>
          <p:spPr>
            <a:xfrm>
              <a:off x="497730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7" name="Google Shape;2177;p55"/>
            <p:cNvSpPr/>
            <p:nvPr/>
          </p:nvSpPr>
          <p:spPr>
            <a:xfrm>
              <a:off x="4968825" y="2531675"/>
              <a:ext cx="5750" cy="4900"/>
            </a:xfrm>
            <a:custGeom>
              <a:avLst/>
              <a:gdLst/>
              <a:ahLst/>
              <a:cxnLst/>
              <a:rect l="l" t="t" r="r" b="b"/>
              <a:pathLst>
                <a:path w="230" h="196" extrusionOk="0">
                  <a:moveTo>
                    <a:pt x="130" y="0"/>
                  </a:moveTo>
                  <a:cubicBezTo>
                    <a:pt x="44" y="0"/>
                    <a:pt x="1" y="108"/>
                    <a:pt x="66"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8" name="Google Shape;2178;p55"/>
            <p:cNvSpPr/>
            <p:nvPr/>
          </p:nvSpPr>
          <p:spPr>
            <a:xfrm>
              <a:off x="4968875" y="2539400"/>
              <a:ext cx="5700" cy="4750"/>
            </a:xfrm>
            <a:custGeom>
              <a:avLst/>
              <a:gdLst/>
              <a:ahLst/>
              <a:cxnLst/>
              <a:rect l="l" t="t" r="r" b="b"/>
              <a:pathLst>
                <a:path w="228" h="190" extrusionOk="0">
                  <a:moveTo>
                    <a:pt x="121" y="1"/>
                  </a:moveTo>
                  <a:cubicBezTo>
                    <a:pt x="46" y="1"/>
                    <a:pt x="1" y="104"/>
                    <a:pt x="64" y="160"/>
                  </a:cubicBezTo>
                  <a:cubicBezTo>
                    <a:pt x="82" y="181"/>
                    <a:pt x="106" y="190"/>
                    <a:pt x="129" y="190"/>
                  </a:cubicBezTo>
                  <a:cubicBezTo>
                    <a:pt x="179" y="190"/>
                    <a:pt x="227" y="149"/>
                    <a:pt x="222" y="95"/>
                  </a:cubicBezTo>
                  <a:cubicBezTo>
                    <a:pt x="222" y="37"/>
                    <a:pt x="186" y="1"/>
                    <a:pt x="128"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9" name="Google Shape;2179;p55"/>
            <p:cNvSpPr/>
            <p:nvPr/>
          </p:nvSpPr>
          <p:spPr>
            <a:xfrm>
              <a:off x="4968825" y="2547175"/>
              <a:ext cx="5750" cy="4725"/>
            </a:xfrm>
            <a:custGeom>
              <a:avLst/>
              <a:gdLst/>
              <a:ahLst/>
              <a:cxnLst/>
              <a:rect l="l" t="t" r="r" b="b"/>
              <a:pathLst>
                <a:path w="230" h="189" extrusionOk="0">
                  <a:moveTo>
                    <a:pt x="130" y="0"/>
                  </a:moveTo>
                  <a:cubicBezTo>
                    <a:pt x="44" y="0"/>
                    <a:pt x="1" y="101"/>
                    <a:pt x="66"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0" name="Google Shape;2180;p55"/>
            <p:cNvSpPr/>
            <p:nvPr/>
          </p:nvSpPr>
          <p:spPr>
            <a:xfrm>
              <a:off x="4968825" y="2554750"/>
              <a:ext cx="5800" cy="4825"/>
            </a:xfrm>
            <a:custGeom>
              <a:avLst/>
              <a:gdLst/>
              <a:ahLst/>
              <a:cxnLst/>
              <a:rect l="l" t="t" r="r" b="b"/>
              <a:pathLst>
                <a:path w="232" h="193" extrusionOk="0">
                  <a:moveTo>
                    <a:pt x="130" y="0"/>
                  </a:moveTo>
                  <a:cubicBezTo>
                    <a:pt x="51" y="0"/>
                    <a:pt x="1" y="101"/>
                    <a:pt x="66" y="166"/>
                  </a:cubicBezTo>
                  <a:cubicBezTo>
                    <a:pt x="84" y="184"/>
                    <a:pt x="107" y="192"/>
                    <a:pt x="130" y="192"/>
                  </a:cubicBezTo>
                  <a:cubicBezTo>
                    <a:pt x="180"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1" name="Google Shape;2181;p55"/>
            <p:cNvSpPr/>
            <p:nvPr/>
          </p:nvSpPr>
          <p:spPr>
            <a:xfrm>
              <a:off x="4968825" y="2562500"/>
              <a:ext cx="5750" cy="4800"/>
            </a:xfrm>
            <a:custGeom>
              <a:avLst/>
              <a:gdLst/>
              <a:ahLst/>
              <a:cxnLst/>
              <a:rect l="l" t="t" r="r" b="b"/>
              <a:pathLst>
                <a:path w="230" h="192" extrusionOk="0">
                  <a:moveTo>
                    <a:pt x="130" y="0"/>
                  </a:moveTo>
                  <a:cubicBezTo>
                    <a:pt x="44" y="0"/>
                    <a:pt x="1" y="101"/>
                    <a:pt x="66"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2" name="Google Shape;2182;p55"/>
            <p:cNvSpPr/>
            <p:nvPr/>
          </p:nvSpPr>
          <p:spPr>
            <a:xfrm>
              <a:off x="49688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4"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3" name="Google Shape;2183;p55"/>
            <p:cNvSpPr/>
            <p:nvPr/>
          </p:nvSpPr>
          <p:spPr>
            <a:xfrm>
              <a:off x="4968825" y="2577825"/>
              <a:ext cx="5800" cy="4825"/>
            </a:xfrm>
            <a:custGeom>
              <a:avLst/>
              <a:gdLst/>
              <a:ahLst/>
              <a:cxnLst/>
              <a:rect l="l" t="t" r="r" b="b"/>
              <a:pathLst>
                <a:path w="232" h="193" extrusionOk="0">
                  <a:moveTo>
                    <a:pt x="130" y="1"/>
                  </a:moveTo>
                  <a:cubicBezTo>
                    <a:pt x="51" y="1"/>
                    <a:pt x="1" y="101"/>
                    <a:pt x="66" y="166"/>
                  </a:cubicBezTo>
                  <a:cubicBezTo>
                    <a:pt x="84" y="185"/>
                    <a:pt x="107" y="193"/>
                    <a:pt x="130" y="193"/>
                  </a:cubicBezTo>
                  <a:cubicBezTo>
                    <a:pt x="180" y="193"/>
                    <a:pt x="229" y="154"/>
                    <a:pt x="224" y="94"/>
                  </a:cubicBezTo>
                  <a:cubicBezTo>
                    <a:pt x="231" y="44"/>
                    <a:pt x="188" y="1"/>
                    <a:pt x="1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4" name="Google Shape;2184;p55"/>
            <p:cNvSpPr/>
            <p:nvPr/>
          </p:nvSpPr>
          <p:spPr>
            <a:xfrm>
              <a:off x="4960525" y="2531675"/>
              <a:ext cx="5625" cy="4900"/>
            </a:xfrm>
            <a:custGeom>
              <a:avLst/>
              <a:gdLst/>
              <a:ahLst/>
              <a:cxnLst/>
              <a:rect l="l" t="t" r="r" b="b"/>
              <a:pathLst>
                <a:path w="225" h="196" extrusionOk="0">
                  <a:moveTo>
                    <a:pt x="123" y="0"/>
                  </a:moveTo>
                  <a:cubicBezTo>
                    <a:pt x="37" y="0"/>
                    <a:pt x="1" y="108"/>
                    <a:pt x="59" y="166"/>
                  </a:cubicBezTo>
                  <a:cubicBezTo>
                    <a:pt x="79" y="187"/>
                    <a:pt x="103" y="195"/>
                    <a:pt x="126" y="195"/>
                  </a:cubicBezTo>
                  <a:cubicBezTo>
                    <a:pt x="177" y="195"/>
                    <a:pt x="224" y="153"/>
                    <a:pt x="224" y="94"/>
                  </a:cubicBezTo>
                  <a:cubicBezTo>
                    <a:pt x="217" y="43"/>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5" name="Google Shape;2185;p55"/>
            <p:cNvSpPr/>
            <p:nvPr/>
          </p:nvSpPr>
          <p:spPr>
            <a:xfrm>
              <a:off x="4960575" y="2539400"/>
              <a:ext cx="5575" cy="4750"/>
            </a:xfrm>
            <a:custGeom>
              <a:avLst/>
              <a:gdLst/>
              <a:ahLst/>
              <a:cxnLst/>
              <a:rect l="l" t="t" r="r" b="b"/>
              <a:pathLst>
                <a:path w="223" h="190" extrusionOk="0">
                  <a:moveTo>
                    <a:pt x="114" y="1"/>
                  </a:moveTo>
                  <a:cubicBezTo>
                    <a:pt x="39" y="1"/>
                    <a:pt x="1" y="104"/>
                    <a:pt x="57" y="160"/>
                  </a:cubicBezTo>
                  <a:cubicBezTo>
                    <a:pt x="75" y="181"/>
                    <a:pt x="99" y="190"/>
                    <a:pt x="122" y="190"/>
                  </a:cubicBezTo>
                  <a:cubicBezTo>
                    <a:pt x="172" y="190"/>
                    <a:pt x="222" y="149"/>
                    <a:pt x="222" y="95"/>
                  </a:cubicBezTo>
                  <a:cubicBezTo>
                    <a:pt x="222" y="37"/>
                    <a:pt x="179" y="1"/>
                    <a:pt x="121" y="1"/>
                  </a:cubicBezTo>
                  <a:cubicBezTo>
                    <a:pt x="119" y="1"/>
                    <a:pt x="116" y="1"/>
                    <a:pt x="1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6" name="Google Shape;2186;p55"/>
            <p:cNvSpPr/>
            <p:nvPr/>
          </p:nvSpPr>
          <p:spPr>
            <a:xfrm>
              <a:off x="4960525" y="2547175"/>
              <a:ext cx="5625" cy="4725"/>
            </a:xfrm>
            <a:custGeom>
              <a:avLst/>
              <a:gdLst/>
              <a:ahLst/>
              <a:cxnLst/>
              <a:rect l="l" t="t" r="r" b="b"/>
              <a:pathLst>
                <a:path w="225" h="189" extrusionOk="0">
                  <a:moveTo>
                    <a:pt x="123" y="0"/>
                  </a:moveTo>
                  <a:cubicBezTo>
                    <a:pt x="37" y="0"/>
                    <a:pt x="1" y="101"/>
                    <a:pt x="59"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7" name="Google Shape;2187;p55"/>
            <p:cNvSpPr/>
            <p:nvPr/>
          </p:nvSpPr>
          <p:spPr>
            <a:xfrm>
              <a:off x="4960525" y="2554750"/>
              <a:ext cx="5625" cy="4825"/>
            </a:xfrm>
            <a:custGeom>
              <a:avLst/>
              <a:gdLst/>
              <a:ahLst/>
              <a:cxnLst/>
              <a:rect l="l" t="t" r="r" b="b"/>
              <a:pathLst>
                <a:path w="225" h="193" extrusionOk="0">
                  <a:moveTo>
                    <a:pt x="123" y="0"/>
                  </a:moveTo>
                  <a:cubicBezTo>
                    <a:pt x="44" y="0"/>
                    <a:pt x="1" y="101"/>
                    <a:pt x="59" y="166"/>
                  </a:cubicBezTo>
                  <a:cubicBezTo>
                    <a:pt x="77" y="184"/>
                    <a:pt x="100"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8" name="Google Shape;2188;p55"/>
            <p:cNvSpPr/>
            <p:nvPr/>
          </p:nvSpPr>
          <p:spPr>
            <a:xfrm>
              <a:off x="4960525" y="2562500"/>
              <a:ext cx="5625" cy="4800"/>
            </a:xfrm>
            <a:custGeom>
              <a:avLst/>
              <a:gdLst/>
              <a:ahLst/>
              <a:cxnLst/>
              <a:rect l="l" t="t" r="r" b="b"/>
              <a:pathLst>
                <a:path w="225" h="192" extrusionOk="0">
                  <a:moveTo>
                    <a:pt x="123" y="0"/>
                  </a:moveTo>
                  <a:cubicBezTo>
                    <a:pt x="37" y="0"/>
                    <a:pt x="1" y="101"/>
                    <a:pt x="59" y="166"/>
                  </a:cubicBezTo>
                  <a:cubicBezTo>
                    <a:pt x="78"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9" name="Google Shape;2189;p55"/>
            <p:cNvSpPr/>
            <p:nvPr/>
          </p:nvSpPr>
          <p:spPr>
            <a:xfrm>
              <a:off x="4960575" y="2570225"/>
              <a:ext cx="5575" cy="4750"/>
            </a:xfrm>
            <a:custGeom>
              <a:avLst/>
              <a:gdLst/>
              <a:ahLst/>
              <a:cxnLst/>
              <a:rect l="l" t="t" r="r" b="b"/>
              <a:pathLst>
                <a:path w="223" h="190" extrusionOk="0">
                  <a:moveTo>
                    <a:pt x="134" y="1"/>
                  </a:moveTo>
                  <a:cubicBezTo>
                    <a:pt x="130" y="1"/>
                    <a:pt x="126" y="1"/>
                    <a:pt x="121" y="2"/>
                  </a:cubicBezTo>
                  <a:cubicBezTo>
                    <a:pt x="119" y="1"/>
                    <a:pt x="116" y="1"/>
                    <a:pt x="113" y="1"/>
                  </a:cubicBezTo>
                  <a:cubicBezTo>
                    <a:pt x="33" y="1"/>
                    <a:pt x="1" y="104"/>
                    <a:pt x="57" y="160"/>
                  </a:cubicBezTo>
                  <a:cubicBezTo>
                    <a:pt x="77" y="181"/>
                    <a:pt x="101" y="190"/>
                    <a:pt x="124" y="190"/>
                  </a:cubicBezTo>
                  <a:cubicBezTo>
                    <a:pt x="175" y="190"/>
                    <a:pt x="222" y="147"/>
                    <a:pt x="222" y="88"/>
                  </a:cubicBezTo>
                  <a:cubicBezTo>
                    <a:pt x="216" y="41"/>
                    <a:pt x="184" y="1"/>
                    <a:pt x="13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0" name="Google Shape;2190;p55"/>
            <p:cNvSpPr/>
            <p:nvPr/>
          </p:nvSpPr>
          <p:spPr>
            <a:xfrm>
              <a:off x="4960525" y="2577825"/>
              <a:ext cx="5625" cy="4825"/>
            </a:xfrm>
            <a:custGeom>
              <a:avLst/>
              <a:gdLst/>
              <a:ahLst/>
              <a:cxnLst/>
              <a:rect l="l" t="t" r="r" b="b"/>
              <a:pathLst>
                <a:path w="225" h="193" extrusionOk="0">
                  <a:moveTo>
                    <a:pt x="123" y="1"/>
                  </a:moveTo>
                  <a:cubicBezTo>
                    <a:pt x="44" y="1"/>
                    <a:pt x="1" y="101"/>
                    <a:pt x="59" y="166"/>
                  </a:cubicBezTo>
                  <a:cubicBezTo>
                    <a:pt x="77" y="185"/>
                    <a:pt x="100" y="193"/>
                    <a:pt x="123" y="193"/>
                  </a:cubicBezTo>
                  <a:cubicBezTo>
                    <a:pt x="173" y="193"/>
                    <a:pt x="224" y="154"/>
                    <a:pt x="224" y="94"/>
                  </a:cubicBezTo>
                  <a:cubicBezTo>
                    <a:pt x="224" y="44"/>
                    <a:pt x="181" y="1"/>
                    <a:pt x="1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1" name="Google Shape;2191;p55"/>
            <p:cNvSpPr/>
            <p:nvPr/>
          </p:nvSpPr>
          <p:spPr>
            <a:xfrm>
              <a:off x="4952050" y="2531675"/>
              <a:ext cx="5625" cy="4900"/>
            </a:xfrm>
            <a:custGeom>
              <a:avLst/>
              <a:gdLst/>
              <a:ahLst/>
              <a:cxnLst/>
              <a:rect l="l" t="t" r="r" b="b"/>
              <a:pathLst>
                <a:path w="225" h="196" extrusionOk="0">
                  <a:moveTo>
                    <a:pt x="131" y="0"/>
                  </a:moveTo>
                  <a:cubicBezTo>
                    <a:pt x="44" y="0"/>
                    <a:pt x="1" y="108"/>
                    <a:pt x="59" y="166"/>
                  </a:cubicBezTo>
                  <a:cubicBezTo>
                    <a:pt x="79" y="187"/>
                    <a:pt x="103" y="195"/>
                    <a:pt x="126" y="195"/>
                  </a:cubicBezTo>
                  <a:cubicBezTo>
                    <a:pt x="177" y="195"/>
                    <a:pt x="224" y="153"/>
                    <a:pt x="224" y="94"/>
                  </a:cubicBezTo>
                  <a:cubicBezTo>
                    <a:pt x="217"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2" name="Google Shape;2192;p55"/>
            <p:cNvSpPr/>
            <p:nvPr/>
          </p:nvSpPr>
          <p:spPr>
            <a:xfrm>
              <a:off x="4952100" y="2539400"/>
              <a:ext cx="5575" cy="4750"/>
            </a:xfrm>
            <a:custGeom>
              <a:avLst/>
              <a:gdLst/>
              <a:ahLst/>
              <a:cxnLst/>
              <a:rect l="l" t="t" r="r" b="b"/>
              <a:pathLst>
                <a:path w="223" h="190" extrusionOk="0">
                  <a:moveTo>
                    <a:pt x="120"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3" name="Google Shape;2193;p55"/>
            <p:cNvSpPr/>
            <p:nvPr/>
          </p:nvSpPr>
          <p:spPr>
            <a:xfrm>
              <a:off x="4952050" y="2547175"/>
              <a:ext cx="5625" cy="4725"/>
            </a:xfrm>
            <a:custGeom>
              <a:avLst/>
              <a:gdLst/>
              <a:ahLst/>
              <a:cxnLst/>
              <a:rect l="l" t="t" r="r" b="b"/>
              <a:pathLst>
                <a:path w="225" h="189" extrusionOk="0">
                  <a:moveTo>
                    <a:pt x="131" y="0"/>
                  </a:moveTo>
                  <a:cubicBezTo>
                    <a:pt x="44" y="0"/>
                    <a:pt x="1" y="101"/>
                    <a:pt x="59" y="159"/>
                  </a:cubicBezTo>
                  <a:cubicBezTo>
                    <a:pt x="79" y="180"/>
                    <a:pt x="103" y="189"/>
                    <a:pt x="126" y="189"/>
                  </a:cubicBezTo>
                  <a:cubicBezTo>
                    <a:pt x="177" y="189"/>
                    <a:pt x="224" y="146"/>
                    <a:pt x="224" y="87"/>
                  </a:cubicBezTo>
                  <a:cubicBezTo>
                    <a:pt x="217"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4" name="Google Shape;2194;p55"/>
            <p:cNvSpPr/>
            <p:nvPr/>
          </p:nvSpPr>
          <p:spPr>
            <a:xfrm>
              <a:off x="4952050"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5" name="Google Shape;2195;p55"/>
            <p:cNvSpPr/>
            <p:nvPr/>
          </p:nvSpPr>
          <p:spPr>
            <a:xfrm>
              <a:off x="4952050" y="2562500"/>
              <a:ext cx="5625" cy="4800"/>
            </a:xfrm>
            <a:custGeom>
              <a:avLst/>
              <a:gdLst/>
              <a:ahLst/>
              <a:cxnLst/>
              <a:rect l="l" t="t" r="r" b="b"/>
              <a:pathLst>
                <a:path w="225" h="192" extrusionOk="0">
                  <a:moveTo>
                    <a:pt x="131" y="0"/>
                  </a:moveTo>
                  <a:cubicBezTo>
                    <a:pt x="44" y="0"/>
                    <a:pt x="1" y="101"/>
                    <a:pt x="59" y="166"/>
                  </a:cubicBezTo>
                  <a:cubicBezTo>
                    <a:pt x="78" y="183"/>
                    <a:pt x="100" y="191"/>
                    <a:pt x="122" y="191"/>
                  </a:cubicBezTo>
                  <a:cubicBezTo>
                    <a:pt x="174" y="191"/>
                    <a:pt x="224" y="148"/>
                    <a:pt x="224" y="87"/>
                  </a:cubicBezTo>
                  <a:cubicBezTo>
                    <a:pt x="217"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6" name="Google Shape;2196;p55"/>
            <p:cNvSpPr/>
            <p:nvPr/>
          </p:nvSpPr>
          <p:spPr>
            <a:xfrm>
              <a:off x="4952100" y="2570225"/>
              <a:ext cx="5575" cy="4750"/>
            </a:xfrm>
            <a:custGeom>
              <a:avLst/>
              <a:gdLst/>
              <a:ahLst/>
              <a:cxnLst/>
              <a:rect l="l" t="t" r="r" b="b"/>
              <a:pathLst>
                <a:path w="223" h="190" extrusionOk="0">
                  <a:moveTo>
                    <a:pt x="140" y="1"/>
                  </a:moveTo>
                  <a:cubicBezTo>
                    <a:pt x="136" y="1"/>
                    <a:pt x="132" y="1"/>
                    <a:pt x="129" y="2"/>
                  </a:cubicBezTo>
                  <a:cubicBezTo>
                    <a:pt x="126" y="1"/>
                    <a:pt x="123" y="1"/>
                    <a:pt x="120" y="1"/>
                  </a:cubicBezTo>
                  <a:cubicBezTo>
                    <a:pt x="39" y="1"/>
                    <a:pt x="1" y="104"/>
                    <a:pt x="57" y="160"/>
                  </a:cubicBezTo>
                  <a:cubicBezTo>
                    <a:pt x="77" y="181"/>
                    <a:pt x="101" y="190"/>
                    <a:pt x="124" y="190"/>
                  </a:cubicBezTo>
                  <a:cubicBezTo>
                    <a:pt x="175" y="190"/>
                    <a:pt x="222" y="147"/>
                    <a:pt x="222" y="88"/>
                  </a:cubicBezTo>
                  <a:cubicBezTo>
                    <a:pt x="216" y="41"/>
                    <a:pt x="184"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7" name="Google Shape;2197;p55"/>
            <p:cNvSpPr/>
            <p:nvPr/>
          </p:nvSpPr>
          <p:spPr>
            <a:xfrm>
              <a:off x="4952050"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8" name="Google Shape;2198;p55"/>
            <p:cNvSpPr/>
            <p:nvPr/>
          </p:nvSpPr>
          <p:spPr>
            <a:xfrm>
              <a:off x="4943575" y="2531675"/>
              <a:ext cx="5750" cy="4900"/>
            </a:xfrm>
            <a:custGeom>
              <a:avLst/>
              <a:gdLst/>
              <a:ahLst/>
              <a:cxnLst/>
              <a:rect l="l" t="t" r="r" b="b"/>
              <a:pathLst>
                <a:path w="230" h="196" extrusionOk="0">
                  <a:moveTo>
                    <a:pt x="131" y="0"/>
                  </a:moveTo>
                  <a:cubicBezTo>
                    <a:pt x="44" y="0"/>
                    <a:pt x="1" y="108"/>
                    <a:pt x="66" y="166"/>
                  </a:cubicBezTo>
                  <a:cubicBezTo>
                    <a:pt x="84" y="187"/>
                    <a:pt x="107" y="195"/>
                    <a:pt x="130" y="195"/>
                  </a:cubicBezTo>
                  <a:cubicBezTo>
                    <a:pt x="180" y="195"/>
                    <a:pt x="229" y="153"/>
                    <a:pt x="224" y="94"/>
                  </a:cubicBezTo>
                  <a:cubicBezTo>
                    <a:pt x="224" y="43"/>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9" name="Google Shape;2199;p55"/>
            <p:cNvSpPr/>
            <p:nvPr/>
          </p:nvSpPr>
          <p:spPr>
            <a:xfrm>
              <a:off x="4943625" y="2539400"/>
              <a:ext cx="5575" cy="4750"/>
            </a:xfrm>
            <a:custGeom>
              <a:avLst/>
              <a:gdLst/>
              <a:ahLst/>
              <a:cxnLst/>
              <a:rect l="l" t="t" r="r" b="b"/>
              <a:pathLst>
                <a:path w="223" h="190" extrusionOk="0">
                  <a:moveTo>
                    <a:pt x="121"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0" name="Google Shape;2200;p55"/>
            <p:cNvSpPr/>
            <p:nvPr/>
          </p:nvSpPr>
          <p:spPr>
            <a:xfrm>
              <a:off x="4943575" y="2547175"/>
              <a:ext cx="5750" cy="4725"/>
            </a:xfrm>
            <a:custGeom>
              <a:avLst/>
              <a:gdLst/>
              <a:ahLst/>
              <a:cxnLst/>
              <a:rect l="l" t="t" r="r" b="b"/>
              <a:pathLst>
                <a:path w="230" h="189" extrusionOk="0">
                  <a:moveTo>
                    <a:pt x="131" y="0"/>
                  </a:moveTo>
                  <a:cubicBezTo>
                    <a:pt x="44" y="0"/>
                    <a:pt x="1" y="101"/>
                    <a:pt x="66" y="159"/>
                  </a:cubicBezTo>
                  <a:cubicBezTo>
                    <a:pt x="84" y="180"/>
                    <a:pt x="107" y="189"/>
                    <a:pt x="130" y="189"/>
                  </a:cubicBezTo>
                  <a:cubicBezTo>
                    <a:pt x="180" y="189"/>
                    <a:pt x="229" y="146"/>
                    <a:pt x="224" y="87"/>
                  </a:cubicBezTo>
                  <a:cubicBezTo>
                    <a:pt x="224" y="36"/>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1" name="Google Shape;2201;p55"/>
            <p:cNvSpPr/>
            <p:nvPr/>
          </p:nvSpPr>
          <p:spPr>
            <a:xfrm>
              <a:off x="4943575"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2" name="Google Shape;2202;p55"/>
            <p:cNvSpPr/>
            <p:nvPr/>
          </p:nvSpPr>
          <p:spPr>
            <a:xfrm>
              <a:off x="4943575" y="2562500"/>
              <a:ext cx="5750" cy="4800"/>
            </a:xfrm>
            <a:custGeom>
              <a:avLst/>
              <a:gdLst/>
              <a:ahLst/>
              <a:cxnLst/>
              <a:rect l="l" t="t" r="r" b="b"/>
              <a:pathLst>
                <a:path w="230" h="192" extrusionOk="0">
                  <a:moveTo>
                    <a:pt x="131" y="0"/>
                  </a:moveTo>
                  <a:cubicBezTo>
                    <a:pt x="44" y="0"/>
                    <a:pt x="1" y="101"/>
                    <a:pt x="66" y="166"/>
                  </a:cubicBezTo>
                  <a:cubicBezTo>
                    <a:pt x="83" y="183"/>
                    <a:pt x="104" y="191"/>
                    <a:pt x="126" y="191"/>
                  </a:cubicBezTo>
                  <a:cubicBezTo>
                    <a:pt x="177" y="191"/>
                    <a:pt x="230" y="148"/>
                    <a:pt x="224" y="87"/>
                  </a:cubicBezTo>
                  <a:cubicBezTo>
                    <a:pt x="224" y="37"/>
                    <a:pt x="181" y="0"/>
                    <a:pt x="13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3" name="Google Shape;2203;p55"/>
            <p:cNvSpPr/>
            <p:nvPr/>
          </p:nvSpPr>
          <p:spPr>
            <a:xfrm>
              <a:off x="4943625" y="2570225"/>
              <a:ext cx="5700" cy="4750"/>
            </a:xfrm>
            <a:custGeom>
              <a:avLst/>
              <a:gdLst/>
              <a:ahLst/>
              <a:cxnLst/>
              <a:rect l="l" t="t" r="r" b="b"/>
              <a:pathLst>
                <a:path w="228" h="190" extrusionOk="0">
                  <a:moveTo>
                    <a:pt x="140" y="1"/>
                  </a:moveTo>
                  <a:cubicBezTo>
                    <a:pt x="136" y="1"/>
                    <a:pt x="132" y="1"/>
                    <a:pt x="129" y="2"/>
                  </a:cubicBezTo>
                  <a:cubicBezTo>
                    <a:pt x="126" y="1"/>
                    <a:pt x="123" y="1"/>
                    <a:pt x="121" y="1"/>
                  </a:cubicBezTo>
                  <a:cubicBezTo>
                    <a:pt x="39" y="1"/>
                    <a:pt x="1" y="104"/>
                    <a:pt x="64" y="160"/>
                  </a:cubicBezTo>
                  <a:cubicBezTo>
                    <a:pt x="82" y="181"/>
                    <a:pt x="105" y="190"/>
                    <a:pt x="128" y="190"/>
                  </a:cubicBezTo>
                  <a:cubicBezTo>
                    <a:pt x="178" y="190"/>
                    <a:pt x="227" y="147"/>
                    <a:pt x="222" y="88"/>
                  </a:cubicBezTo>
                  <a:cubicBezTo>
                    <a:pt x="222" y="41"/>
                    <a:pt x="185" y="1"/>
                    <a:pt x="14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4" name="Google Shape;2204;p55"/>
            <p:cNvSpPr/>
            <p:nvPr/>
          </p:nvSpPr>
          <p:spPr>
            <a:xfrm>
              <a:off x="4943575"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05" name="Google Shape;2205;p55"/>
          <p:cNvGrpSpPr/>
          <p:nvPr/>
        </p:nvGrpSpPr>
        <p:grpSpPr>
          <a:xfrm>
            <a:off x="1955962" y="3346963"/>
            <a:ext cx="965351" cy="134611"/>
            <a:chOff x="4411970" y="2962952"/>
            <a:chExt cx="706544" cy="104212"/>
          </a:xfrm>
        </p:grpSpPr>
        <p:sp>
          <p:nvSpPr>
            <p:cNvPr id="2206" name="Google Shape;2206;p55"/>
            <p:cNvSpPr/>
            <p:nvPr/>
          </p:nvSpPr>
          <p:spPr>
            <a:xfrm>
              <a:off x="4583864" y="2962952"/>
              <a:ext cx="534651" cy="104077"/>
            </a:xfrm>
            <a:custGeom>
              <a:avLst/>
              <a:gdLst/>
              <a:ahLst/>
              <a:cxnLst/>
              <a:rect l="l" t="t" r="r" b="b"/>
              <a:pathLst>
                <a:path w="11841" h="2305" extrusionOk="0">
                  <a:moveTo>
                    <a:pt x="1155" y="0"/>
                  </a:moveTo>
                  <a:lnTo>
                    <a:pt x="0" y="2304"/>
                  </a:lnTo>
                  <a:lnTo>
                    <a:pt x="11410" y="2304"/>
                  </a:lnTo>
                  <a:lnTo>
                    <a:pt x="11840" y="1153"/>
                  </a:lnTo>
                  <a:lnTo>
                    <a:pt x="11410" y="0"/>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7" name="Google Shape;2207;p55"/>
            <p:cNvSpPr/>
            <p:nvPr/>
          </p:nvSpPr>
          <p:spPr>
            <a:xfrm>
              <a:off x="4411970" y="2963088"/>
              <a:ext cx="124124" cy="104077"/>
            </a:xfrm>
            <a:custGeom>
              <a:avLst/>
              <a:gdLst/>
              <a:ahLst/>
              <a:cxnLst/>
              <a:rect l="l" t="t" r="r" b="b"/>
              <a:pathLst>
                <a:path w="2749" h="2305" extrusionOk="0">
                  <a:moveTo>
                    <a:pt x="2749" y="0"/>
                  </a:moveTo>
                  <a:lnTo>
                    <a:pt x="177" y="2"/>
                  </a:lnTo>
                  <a:cubicBezTo>
                    <a:pt x="79" y="2"/>
                    <a:pt x="1" y="79"/>
                    <a:pt x="1" y="176"/>
                  </a:cubicBezTo>
                  <a:lnTo>
                    <a:pt x="1" y="2130"/>
                  </a:lnTo>
                  <a:cubicBezTo>
                    <a:pt x="1" y="2226"/>
                    <a:pt x="79" y="2305"/>
                    <a:pt x="177" y="2305"/>
                  </a:cubicBezTo>
                  <a:lnTo>
                    <a:pt x="1522" y="2305"/>
                  </a:lnTo>
                  <a:lnTo>
                    <a:pt x="2749" y="0"/>
                  </a:lnTo>
                  <a:close/>
                </a:path>
              </a:pathLst>
            </a:custGeom>
            <a:solidFill>
              <a:srgbClr val="CC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8" name="Google Shape;2208;p55"/>
            <p:cNvSpPr/>
            <p:nvPr/>
          </p:nvSpPr>
          <p:spPr>
            <a:xfrm>
              <a:off x="4496946" y="2963133"/>
              <a:ext cx="79920" cy="104031"/>
            </a:xfrm>
            <a:custGeom>
              <a:avLst/>
              <a:gdLst/>
              <a:ahLst/>
              <a:cxnLst/>
              <a:rect l="l" t="t" r="r" b="b"/>
              <a:pathLst>
                <a:path w="1770" h="2304" extrusionOk="0">
                  <a:moveTo>
                    <a:pt x="1227" y="1"/>
                  </a:moveTo>
                  <a:lnTo>
                    <a:pt x="0" y="2304"/>
                  </a:lnTo>
                  <a:lnTo>
                    <a:pt x="542" y="2304"/>
                  </a:lnTo>
                  <a:lnTo>
                    <a:pt x="1770" y="1"/>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9" name="Google Shape;2209;p55"/>
            <p:cNvSpPr/>
            <p:nvPr/>
          </p:nvSpPr>
          <p:spPr>
            <a:xfrm>
              <a:off x="4537628" y="2963133"/>
              <a:ext cx="79965" cy="104031"/>
            </a:xfrm>
            <a:custGeom>
              <a:avLst/>
              <a:gdLst/>
              <a:ahLst/>
              <a:cxnLst/>
              <a:rect l="l" t="t" r="r" b="b"/>
              <a:pathLst>
                <a:path w="1771" h="2304" extrusionOk="0">
                  <a:moveTo>
                    <a:pt x="1229" y="1"/>
                  </a:moveTo>
                  <a:lnTo>
                    <a:pt x="1" y="2304"/>
                  </a:lnTo>
                  <a:lnTo>
                    <a:pt x="544" y="2304"/>
                  </a:lnTo>
                  <a:lnTo>
                    <a:pt x="1770"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10" name="Google Shape;2210;p55"/>
          <p:cNvGrpSpPr/>
          <p:nvPr/>
        </p:nvGrpSpPr>
        <p:grpSpPr>
          <a:xfrm>
            <a:off x="1955962" y="2935877"/>
            <a:ext cx="960158" cy="289172"/>
            <a:chOff x="4411970" y="2726085"/>
            <a:chExt cx="643107" cy="193659"/>
          </a:xfrm>
        </p:grpSpPr>
        <p:sp>
          <p:nvSpPr>
            <p:cNvPr id="2211" name="Google Shape;2211;p55"/>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2" name="Google Shape;2212;p55"/>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3" name="Google Shape;2213;p55"/>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14" name="Google Shape;2214;p55"/>
          <p:cNvGrpSpPr/>
          <p:nvPr/>
        </p:nvGrpSpPr>
        <p:grpSpPr>
          <a:xfrm>
            <a:off x="958854" y="3201987"/>
            <a:ext cx="833173" cy="259209"/>
            <a:chOff x="4411970" y="4340222"/>
            <a:chExt cx="779467" cy="242683"/>
          </a:xfrm>
        </p:grpSpPr>
        <p:sp>
          <p:nvSpPr>
            <p:cNvPr id="2215" name="Google Shape;2215;p55"/>
            <p:cNvSpPr/>
            <p:nvPr/>
          </p:nvSpPr>
          <p:spPr>
            <a:xfrm>
              <a:off x="4411970" y="4340222"/>
              <a:ext cx="121370" cy="121370"/>
            </a:xfrm>
            <a:custGeom>
              <a:avLst/>
              <a:gdLst/>
              <a:ahLst/>
              <a:cxnLst/>
              <a:rect l="l" t="t" r="r" b="b"/>
              <a:pathLst>
                <a:path w="2688" h="2688" extrusionOk="0">
                  <a:moveTo>
                    <a:pt x="2688" y="1"/>
                  </a:moveTo>
                  <a:cubicBezTo>
                    <a:pt x="1205" y="1"/>
                    <a:pt x="1" y="1203"/>
                    <a:pt x="1" y="2688"/>
                  </a:cubicBezTo>
                  <a:lnTo>
                    <a:pt x="379" y="2688"/>
                  </a:lnTo>
                  <a:cubicBezTo>
                    <a:pt x="379" y="1411"/>
                    <a:pt x="1413" y="379"/>
                    <a:pt x="2688" y="379"/>
                  </a:cubicBezTo>
                  <a:lnTo>
                    <a:pt x="26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6" name="Google Shape;2216;p55"/>
            <p:cNvSpPr/>
            <p:nvPr/>
          </p:nvSpPr>
          <p:spPr>
            <a:xfrm>
              <a:off x="4457032" y="4385284"/>
              <a:ext cx="152661" cy="152615"/>
            </a:xfrm>
            <a:custGeom>
              <a:avLst/>
              <a:gdLst/>
              <a:ahLst/>
              <a:cxnLst/>
              <a:rect l="l" t="t" r="r" b="b"/>
              <a:pathLst>
                <a:path w="3381" h="3380" extrusionOk="0">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7" name="Google Shape;2217;p55"/>
            <p:cNvSpPr/>
            <p:nvPr/>
          </p:nvSpPr>
          <p:spPr>
            <a:xfrm>
              <a:off x="4533392" y="4383749"/>
              <a:ext cx="658046" cy="199155"/>
            </a:xfrm>
            <a:custGeom>
              <a:avLst/>
              <a:gdLst/>
              <a:ahLst/>
              <a:cxnLst/>
              <a:rect l="l" t="t" r="r" b="b"/>
              <a:pathLst>
                <a:path w="16511" h="4997" extrusionOk="0">
                  <a:moveTo>
                    <a:pt x="4619" y="1"/>
                  </a:moveTo>
                  <a:cubicBezTo>
                    <a:pt x="3342" y="1"/>
                    <a:pt x="2309" y="1035"/>
                    <a:pt x="2309" y="2310"/>
                  </a:cubicBezTo>
                  <a:cubicBezTo>
                    <a:pt x="2309" y="3586"/>
                    <a:pt x="1275" y="4619"/>
                    <a:pt x="0" y="4619"/>
                  </a:cubicBezTo>
                  <a:lnTo>
                    <a:pt x="0" y="4997"/>
                  </a:lnTo>
                  <a:cubicBezTo>
                    <a:pt x="482" y="4997"/>
                    <a:pt x="958" y="4867"/>
                    <a:pt x="1373" y="4619"/>
                  </a:cubicBezTo>
                  <a:lnTo>
                    <a:pt x="14185" y="4619"/>
                  </a:lnTo>
                  <a:cubicBezTo>
                    <a:pt x="15472" y="4619"/>
                    <a:pt x="16510" y="3567"/>
                    <a:pt x="16494" y="2279"/>
                  </a:cubicBezTo>
                  <a:cubicBezTo>
                    <a:pt x="16478" y="1006"/>
                    <a:pt x="15399" y="1"/>
                    <a:pt x="1412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18" name="Google Shape;2218;p55"/>
          <p:cNvGrpSpPr/>
          <p:nvPr/>
        </p:nvGrpSpPr>
        <p:grpSpPr>
          <a:xfrm>
            <a:off x="1955962" y="2597733"/>
            <a:ext cx="965160" cy="216230"/>
            <a:chOff x="4411970" y="2468674"/>
            <a:chExt cx="747317" cy="167425"/>
          </a:xfrm>
        </p:grpSpPr>
        <p:sp>
          <p:nvSpPr>
            <p:cNvPr id="2219" name="Google Shape;2219;p55"/>
            <p:cNvSpPr/>
            <p:nvPr/>
          </p:nvSpPr>
          <p:spPr>
            <a:xfrm>
              <a:off x="4411970" y="2468674"/>
              <a:ext cx="216235" cy="167425"/>
            </a:xfrm>
            <a:custGeom>
              <a:avLst/>
              <a:gdLst/>
              <a:ahLst/>
              <a:cxnLst/>
              <a:rect l="l" t="t" r="r" b="b"/>
              <a:pathLst>
                <a:path w="4789" h="3708" extrusionOk="0">
                  <a:moveTo>
                    <a:pt x="1" y="0"/>
                  </a:moveTo>
                  <a:lnTo>
                    <a:pt x="1" y="3707"/>
                  </a:lnTo>
                  <a:lnTo>
                    <a:pt x="3381" y="3707"/>
                  </a:lnTo>
                  <a:lnTo>
                    <a:pt x="4789" y="1853"/>
                  </a:lnTo>
                  <a:lnTo>
                    <a:pt x="3381"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0" name="Google Shape;2220;p55"/>
            <p:cNvSpPr/>
            <p:nvPr/>
          </p:nvSpPr>
          <p:spPr>
            <a:xfrm>
              <a:off x="4564629" y="2468674"/>
              <a:ext cx="594658" cy="167425"/>
            </a:xfrm>
            <a:custGeom>
              <a:avLst/>
              <a:gdLst/>
              <a:ahLst/>
              <a:cxnLst/>
              <a:rect l="l" t="t" r="r" b="b"/>
              <a:pathLst>
                <a:path w="13170" h="3708" extrusionOk="0">
                  <a:moveTo>
                    <a:pt x="0" y="0"/>
                  </a:moveTo>
                  <a:lnTo>
                    <a:pt x="1408" y="1853"/>
                  </a:lnTo>
                  <a:lnTo>
                    <a:pt x="0" y="3707"/>
                  </a:lnTo>
                  <a:lnTo>
                    <a:pt x="13169" y="3707"/>
                  </a:lnTo>
                  <a:lnTo>
                    <a:pt x="13169"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21" name="Google Shape;2221;p55"/>
          <p:cNvGrpSpPr/>
          <p:nvPr/>
        </p:nvGrpSpPr>
        <p:grpSpPr>
          <a:xfrm>
            <a:off x="954709" y="2502450"/>
            <a:ext cx="810451" cy="319148"/>
            <a:chOff x="4411970" y="3686602"/>
            <a:chExt cx="797845" cy="314215"/>
          </a:xfrm>
        </p:grpSpPr>
        <p:sp>
          <p:nvSpPr>
            <p:cNvPr id="2222" name="Google Shape;2222;p55"/>
            <p:cNvSpPr/>
            <p:nvPr/>
          </p:nvSpPr>
          <p:spPr>
            <a:xfrm>
              <a:off x="4411970" y="3780383"/>
              <a:ext cx="797845" cy="220435"/>
            </a:xfrm>
            <a:custGeom>
              <a:avLst/>
              <a:gdLst/>
              <a:ahLst/>
              <a:cxnLst/>
              <a:rect l="l" t="t" r="r" b="b"/>
              <a:pathLst>
                <a:path w="17670" h="4882" extrusionOk="0">
                  <a:moveTo>
                    <a:pt x="356" y="1"/>
                  </a:moveTo>
                  <a:cubicBezTo>
                    <a:pt x="159" y="1"/>
                    <a:pt x="1" y="161"/>
                    <a:pt x="1" y="356"/>
                  </a:cubicBezTo>
                  <a:lnTo>
                    <a:pt x="1" y="4881"/>
                  </a:lnTo>
                  <a:lnTo>
                    <a:pt x="17316" y="4881"/>
                  </a:lnTo>
                  <a:cubicBezTo>
                    <a:pt x="17511" y="4881"/>
                    <a:pt x="17670" y="4723"/>
                    <a:pt x="17670" y="4528"/>
                  </a:cubicBezTo>
                  <a:lnTo>
                    <a:pt x="17670"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3" name="Google Shape;2223;p55"/>
            <p:cNvSpPr/>
            <p:nvPr/>
          </p:nvSpPr>
          <p:spPr>
            <a:xfrm>
              <a:off x="4411970" y="3940447"/>
              <a:ext cx="60414" cy="60369"/>
            </a:xfrm>
            <a:custGeom>
              <a:avLst/>
              <a:gdLst/>
              <a:ahLst/>
              <a:cxnLst/>
              <a:rect l="l" t="t" r="r" b="b"/>
              <a:pathLst>
                <a:path w="1338" h="1337" extrusionOk="0">
                  <a:moveTo>
                    <a:pt x="1" y="1"/>
                  </a:moveTo>
                  <a:lnTo>
                    <a:pt x="1" y="1336"/>
                  </a:lnTo>
                  <a:lnTo>
                    <a:pt x="1338" y="1336"/>
                  </a:lnTo>
                  <a:lnTo>
                    <a:pt x="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4" name="Google Shape;2224;p55"/>
            <p:cNvSpPr/>
            <p:nvPr/>
          </p:nvSpPr>
          <p:spPr>
            <a:xfrm>
              <a:off x="4411970" y="3686602"/>
              <a:ext cx="228743" cy="228743"/>
            </a:xfrm>
            <a:custGeom>
              <a:avLst/>
              <a:gdLst/>
              <a:ahLst/>
              <a:cxnLst/>
              <a:rect l="l" t="t" r="r" b="b"/>
              <a:pathLst>
                <a:path w="5066" h="5066" extrusionOk="0">
                  <a:moveTo>
                    <a:pt x="2534" y="1"/>
                  </a:moveTo>
                  <a:cubicBezTo>
                    <a:pt x="1134" y="1"/>
                    <a:pt x="1" y="1134"/>
                    <a:pt x="1" y="2534"/>
                  </a:cubicBezTo>
                  <a:cubicBezTo>
                    <a:pt x="1" y="3932"/>
                    <a:pt x="1134" y="5066"/>
                    <a:pt x="2534" y="5066"/>
                  </a:cubicBezTo>
                  <a:cubicBezTo>
                    <a:pt x="3932" y="5066"/>
                    <a:pt x="5066" y="3932"/>
                    <a:pt x="5066" y="2534"/>
                  </a:cubicBezTo>
                  <a:cubicBezTo>
                    <a:pt x="5066" y="1134"/>
                    <a:pt x="3932" y="1"/>
                    <a:pt x="253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5" name="Google Shape;2225;p55"/>
            <p:cNvSpPr/>
            <p:nvPr/>
          </p:nvSpPr>
          <p:spPr>
            <a:xfrm>
              <a:off x="4442628" y="3717261"/>
              <a:ext cx="167425" cy="167425"/>
            </a:xfrm>
            <a:custGeom>
              <a:avLst/>
              <a:gdLst/>
              <a:ahLst/>
              <a:cxnLst/>
              <a:rect l="l" t="t" r="r" b="b"/>
              <a:pathLst>
                <a:path w="3708" h="3708" extrusionOk="0">
                  <a:moveTo>
                    <a:pt x="3708" y="1855"/>
                  </a:moveTo>
                  <a:cubicBezTo>
                    <a:pt x="3708" y="2878"/>
                    <a:pt x="2878" y="3708"/>
                    <a:pt x="1855" y="3708"/>
                  </a:cubicBezTo>
                  <a:cubicBezTo>
                    <a:pt x="832" y="3708"/>
                    <a:pt x="1" y="2878"/>
                    <a:pt x="1" y="1855"/>
                  </a:cubicBezTo>
                  <a:cubicBezTo>
                    <a:pt x="1" y="830"/>
                    <a:pt x="832" y="1"/>
                    <a:pt x="1855" y="1"/>
                  </a:cubicBezTo>
                  <a:cubicBezTo>
                    <a:pt x="2878" y="1"/>
                    <a:pt x="3708" y="830"/>
                    <a:pt x="3708" y="1855"/>
                  </a:cubicBezTo>
                  <a:close/>
                </a:path>
              </a:pathLst>
            </a:custGeom>
            <a:solidFill>
              <a:srgbClr val="222D3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6" name="Google Shape;2226;p55"/>
            <p:cNvSpPr/>
            <p:nvPr/>
          </p:nvSpPr>
          <p:spPr>
            <a:xfrm>
              <a:off x="4455090" y="3729723"/>
              <a:ext cx="142546" cy="142546"/>
            </a:xfrm>
            <a:custGeom>
              <a:avLst/>
              <a:gdLst/>
              <a:ahLst/>
              <a:cxnLst/>
              <a:rect l="l" t="t" r="r" b="b"/>
              <a:pathLst>
                <a:path w="3157" h="3157" extrusionOk="0">
                  <a:moveTo>
                    <a:pt x="1579" y="0"/>
                  </a:moveTo>
                  <a:cubicBezTo>
                    <a:pt x="706" y="0"/>
                    <a:pt x="0" y="706"/>
                    <a:pt x="0" y="1579"/>
                  </a:cubicBezTo>
                  <a:cubicBezTo>
                    <a:pt x="0" y="2450"/>
                    <a:pt x="706" y="3156"/>
                    <a:pt x="1579" y="3156"/>
                  </a:cubicBezTo>
                  <a:cubicBezTo>
                    <a:pt x="2450" y="3156"/>
                    <a:pt x="3156" y="2450"/>
                    <a:pt x="3156" y="1579"/>
                  </a:cubicBezTo>
                  <a:cubicBezTo>
                    <a:pt x="3156" y="706"/>
                    <a:pt x="2450" y="0"/>
                    <a:pt x="157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227" name="Google Shape;2227;p55"/>
          <p:cNvSpPr/>
          <p:nvPr/>
        </p:nvSpPr>
        <p:spPr>
          <a:xfrm>
            <a:off x="947558" y="2911037"/>
            <a:ext cx="822545" cy="195833"/>
          </a:xfrm>
          <a:custGeom>
            <a:avLst/>
            <a:gdLst/>
            <a:ahLst/>
            <a:cxnLst/>
            <a:rect l="l" t="t" r="r" b="b"/>
            <a:pathLst>
              <a:path w="17936" h="4270" extrusionOk="0">
                <a:moveTo>
                  <a:pt x="2303" y="1110"/>
                </a:moveTo>
                <a:cubicBezTo>
                  <a:pt x="2883" y="1110"/>
                  <a:pt x="3355" y="1569"/>
                  <a:pt x="3355" y="2135"/>
                </a:cubicBezTo>
                <a:cubicBezTo>
                  <a:pt x="3353" y="2716"/>
                  <a:pt x="2883" y="3187"/>
                  <a:pt x="2303" y="3187"/>
                </a:cubicBezTo>
                <a:cubicBezTo>
                  <a:pt x="1722" y="3187"/>
                  <a:pt x="1251" y="2716"/>
                  <a:pt x="1251" y="2135"/>
                </a:cubicBezTo>
                <a:cubicBezTo>
                  <a:pt x="1251" y="1569"/>
                  <a:pt x="1722" y="1110"/>
                  <a:pt x="2303" y="1110"/>
                </a:cubicBezTo>
                <a:close/>
                <a:moveTo>
                  <a:pt x="2304" y="0"/>
                </a:moveTo>
                <a:cubicBezTo>
                  <a:pt x="1748" y="0"/>
                  <a:pt x="1201" y="218"/>
                  <a:pt x="793" y="626"/>
                </a:cubicBezTo>
                <a:cubicBezTo>
                  <a:pt x="183" y="1236"/>
                  <a:pt x="0" y="2154"/>
                  <a:pt x="330" y="2951"/>
                </a:cubicBezTo>
                <a:cubicBezTo>
                  <a:pt x="662" y="3749"/>
                  <a:pt x="1438" y="4269"/>
                  <a:pt x="2303" y="4269"/>
                </a:cubicBezTo>
                <a:cubicBezTo>
                  <a:pt x="3481" y="4269"/>
                  <a:pt x="4436" y="3313"/>
                  <a:pt x="4436" y="2135"/>
                </a:cubicBezTo>
                <a:lnTo>
                  <a:pt x="4436" y="3254"/>
                </a:lnTo>
                <a:cubicBezTo>
                  <a:pt x="4436" y="3814"/>
                  <a:pt x="4891" y="4269"/>
                  <a:pt x="5451" y="4269"/>
                </a:cubicBezTo>
                <a:lnTo>
                  <a:pt x="17600" y="4269"/>
                </a:lnTo>
                <a:cubicBezTo>
                  <a:pt x="17785" y="4269"/>
                  <a:pt x="17935" y="4119"/>
                  <a:pt x="17935" y="3936"/>
                </a:cubicBezTo>
                <a:lnTo>
                  <a:pt x="17935" y="333"/>
                </a:lnTo>
                <a:cubicBezTo>
                  <a:pt x="17934" y="149"/>
                  <a:pt x="17785" y="0"/>
                  <a:pt x="17602" y="0"/>
                </a:cubicBezTo>
                <a:lnTo>
                  <a:pt x="5451" y="0"/>
                </a:lnTo>
                <a:cubicBezTo>
                  <a:pt x="4891" y="0"/>
                  <a:pt x="4437" y="453"/>
                  <a:pt x="4437" y="1014"/>
                </a:cubicBezTo>
                <a:lnTo>
                  <a:pt x="4437" y="2133"/>
                </a:lnTo>
                <a:cubicBezTo>
                  <a:pt x="4436" y="1270"/>
                  <a:pt x="3915" y="492"/>
                  <a:pt x="3118" y="162"/>
                </a:cubicBezTo>
                <a:cubicBezTo>
                  <a:pt x="2855" y="53"/>
                  <a:pt x="2578" y="0"/>
                  <a:pt x="230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228" name="Google Shape;2228;p55"/>
          <p:cNvGrpSpPr/>
          <p:nvPr/>
        </p:nvGrpSpPr>
        <p:grpSpPr>
          <a:xfrm>
            <a:off x="954806" y="2256974"/>
            <a:ext cx="1970333" cy="208784"/>
            <a:chOff x="6336019" y="3733725"/>
            <a:chExt cx="2566206" cy="351310"/>
          </a:xfrm>
        </p:grpSpPr>
        <p:sp>
          <p:nvSpPr>
            <p:cNvPr id="2229" name="Google Shape;2229;p55"/>
            <p:cNvSpPr/>
            <p:nvPr/>
          </p:nvSpPr>
          <p:spPr>
            <a:xfrm>
              <a:off x="6336019" y="3733735"/>
              <a:ext cx="1881300" cy="351300"/>
            </a:xfrm>
            <a:prstGeom prst="homePlate">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0" name="Google Shape;2230;p55"/>
            <p:cNvSpPr/>
            <p:nvPr/>
          </p:nvSpPr>
          <p:spPr>
            <a:xfrm>
              <a:off x="80985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1" name="Google Shape;2231;p55"/>
            <p:cNvSpPr/>
            <p:nvPr/>
          </p:nvSpPr>
          <p:spPr>
            <a:xfrm>
              <a:off x="83271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2" name="Google Shape;2232;p55"/>
            <p:cNvSpPr/>
            <p:nvPr/>
          </p:nvSpPr>
          <p:spPr>
            <a:xfrm>
              <a:off x="85557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33" name="Google Shape;2233;p55"/>
          <p:cNvGrpSpPr/>
          <p:nvPr/>
        </p:nvGrpSpPr>
        <p:grpSpPr>
          <a:xfrm>
            <a:off x="1955962" y="3864529"/>
            <a:ext cx="946551" cy="153200"/>
            <a:chOff x="4404545" y="3301592"/>
            <a:chExt cx="782403" cy="129272"/>
          </a:xfrm>
        </p:grpSpPr>
        <p:sp>
          <p:nvSpPr>
            <p:cNvPr id="2234" name="Google Shape;2234;p55"/>
            <p:cNvSpPr/>
            <p:nvPr/>
          </p:nvSpPr>
          <p:spPr>
            <a:xfrm>
              <a:off x="4404545" y="3301592"/>
              <a:ext cx="782403" cy="129272"/>
            </a:xfrm>
            <a:custGeom>
              <a:avLst/>
              <a:gdLst/>
              <a:ahLst/>
              <a:cxnLst/>
              <a:rect l="l" t="t" r="r" b="b"/>
              <a:pathLst>
                <a:path w="17328" h="2863" extrusionOk="0">
                  <a:moveTo>
                    <a:pt x="1432" y="1"/>
                  </a:moveTo>
                  <a:cubicBezTo>
                    <a:pt x="641" y="1"/>
                    <a:pt x="1" y="641"/>
                    <a:pt x="2" y="1431"/>
                  </a:cubicBezTo>
                  <a:cubicBezTo>
                    <a:pt x="1" y="2222"/>
                    <a:pt x="641" y="2861"/>
                    <a:pt x="1432" y="2862"/>
                  </a:cubicBezTo>
                  <a:lnTo>
                    <a:pt x="15897" y="2862"/>
                  </a:lnTo>
                  <a:cubicBezTo>
                    <a:pt x="16687" y="2861"/>
                    <a:pt x="17327" y="2222"/>
                    <a:pt x="17327" y="1431"/>
                  </a:cubicBezTo>
                  <a:cubicBezTo>
                    <a:pt x="17327" y="641"/>
                    <a:pt x="16687" y="1"/>
                    <a:pt x="1589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5" name="Google Shape;2235;p55"/>
            <p:cNvSpPr/>
            <p:nvPr/>
          </p:nvSpPr>
          <p:spPr>
            <a:xfrm>
              <a:off x="4416034" y="3308320"/>
              <a:ext cx="120286" cy="115726"/>
            </a:xfrm>
            <a:custGeom>
              <a:avLst/>
              <a:gdLst/>
              <a:ahLst/>
              <a:cxnLst/>
              <a:rect l="l" t="t" r="r" b="b"/>
              <a:pathLst>
                <a:path w="2664" h="2563" extrusionOk="0">
                  <a:moveTo>
                    <a:pt x="1382" y="1"/>
                  </a:moveTo>
                  <a:cubicBezTo>
                    <a:pt x="864" y="1"/>
                    <a:pt x="398" y="313"/>
                    <a:pt x="199" y="792"/>
                  </a:cubicBezTo>
                  <a:cubicBezTo>
                    <a:pt x="0" y="1270"/>
                    <a:pt x="109" y="1821"/>
                    <a:pt x="476" y="2188"/>
                  </a:cubicBezTo>
                  <a:cubicBezTo>
                    <a:pt x="721" y="2433"/>
                    <a:pt x="1048" y="2563"/>
                    <a:pt x="1381" y="2563"/>
                  </a:cubicBezTo>
                  <a:cubicBezTo>
                    <a:pt x="1547" y="2563"/>
                    <a:pt x="1713" y="2531"/>
                    <a:pt x="1872" y="2465"/>
                  </a:cubicBezTo>
                  <a:cubicBezTo>
                    <a:pt x="2351" y="2268"/>
                    <a:pt x="2663" y="1800"/>
                    <a:pt x="2663" y="1282"/>
                  </a:cubicBezTo>
                  <a:cubicBezTo>
                    <a:pt x="2663" y="574"/>
                    <a:pt x="2090" y="1"/>
                    <a:pt x="138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36" name="Google Shape;2236;p55"/>
          <p:cNvGrpSpPr/>
          <p:nvPr/>
        </p:nvGrpSpPr>
        <p:grpSpPr>
          <a:xfrm>
            <a:off x="1955962" y="3603488"/>
            <a:ext cx="962257" cy="139127"/>
            <a:chOff x="4411970" y="3131459"/>
            <a:chExt cx="710520" cy="117397"/>
          </a:xfrm>
        </p:grpSpPr>
        <p:sp>
          <p:nvSpPr>
            <p:cNvPr id="2237" name="Google Shape;2237;p55"/>
            <p:cNvSpPr/>
            <p:nvPr/>
          </p:nvSpPr>
          <p:spPr>
            <a:xfrm>
              <a:off x="4411970" y="3131459"/>
              <a:ext cx="710520" cy="117397"/>
            </a:xfrm>
            <a:custGeom>
              <a:avLst/>
              <a:gdLst/>
              <a:ahLst/>
              <a:cxnLst/>
              <a:rect l="l" t="t" r="r" b="b"/>
              <a:pathLst>
                <a:path w="15736" h="2600" extrusionOk="0">
                  <a:moveTo>
                    <a:pt x="201" y="1"/>
                  </a:moveTo>
                  <a:cubicBezTo>
                    <a:pt x="90" y="1"/>
                    <a:pt x="1" y="90"/>
                    <a:pt x="1" y="201"/>
                  </a:cubicBezTo>
                  <a:lnTo>
                    <a:pt x="1" y="2400"/>
                  </a:lnTo>
                  <a:cubicBezTo>
                    <a:pt x="1" y="2510"/>
                    <a:pt x="90" y="2600"/>
                    <a:pt x="201" y="2600"/>
                  </a:cubicBezTo>
                  <a:lnTo>
                    <a:pt x="15537" y="2600"/>
                  </a:lnTo>
                  <a:cubicBezTo>
                    <a:pt x="15646" y="2600"/>
                    <a:pt x="15735" y="2510"/>
                    <a:pt x="15735" y="2400"/>
                  </a:cubicBezTo>
                  <a:lnTo>
                    <a:pt x="15735" y="201"/>
                  </a:lnTo>
                  <a:cubicBezTo>
                    <a:pt x="15735" y="90"/>
                    <a:pt x="15646" y="1"/>
                    <a:pt x="1553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8" name="Google Shape;2238;p55"/>
            <p:cNvSpPr/>
            <p:nvPr/>
          </p:nvSpPr>
          <p:spPr>
            <a:xfrm>
              <a:off x="4411970" y="3131459"/>
              <a:ext cx="168012" cy="117397"/>
            </a:xfrm>
            <a:custGeom>
              <a:avLst/>
              <a:gdLst/>
              <a:ahLst/>
              <a:cxnLst/>
              <a:rect l="l" t="t" r="r" b="b"/>
              <a:pathLst>
                <a:path w="3721" h="2600" extrusionOk="0">
                  <a:moveTo>
                    <a:pt x="201" y="1"/>
                  </a:moveTo>
                  <a:cubicBezTo>
                    <a:pt x="90" y="1"/>
                    <a:pt x="1" y="90"/>
                    <a:pt x="1" y="201"/>
                  </a:cubicBezTo>
                  <a:lnTo>
                    <a:pt x="1" y="2400"/>
                  </a:lnTo>
                  <a:cubicBezTo>
                    <a:pt x="1" y="2510"/>
                    <a:pt x="90" y="2600"/>
                    <a:pt x="201" y="2600"/>
                  </a:cubicBezTo>
                  <a:lnTo>
                    <a:pt x="3721" y="2600"/>
                  </a:lnTo>
                  <a:lnTo>
                    <a:pt x="2925" y="1693"/>
                  </a:lnTo>
                  <a:lnTo>
                    <a:pt x="2925"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239" name="Google Shape;2239;p55" descr="Timeline background shape"/>
          <p:cNvSpPr/>
          <p:nvPr/>
        </p:nvSpPr>
        <p:spPr>
          <a:xfrm>
            <a:off x="1955962" y="4139643"/>
            <a:ext cx="960300" cy="153000"/>
          </a:xfrm>
          <a:prstGeom prst="homePlate">
            <a:avLst>
              <a:gd name="adj" fmla="val 5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240" name="Google Shape;2240;p55"/>
          <p:cNvGrpSpPr/>
          <p:nvPr/>
        </p:nvGrpSpPr>
        <p:grpSpPr>
          <a:xfrm>
            <a:off x="956107" y="3538282"/>
            <a:ext cx="823838" cy="458988"/>
            <a:chOff x="4411970" y="1801825"/>
            <a:chExt cx="734586" cy="409262"/>
          </a:xfrm>
        </p:grpSpPr>
        <p:sp>
          <p:nvSpPr>
            <p:cNvPr id="2241" name="Google Shape;2241;p55"/>
            <p:cNvSpPr/>
            <p:nvPr/>
          </p:nvSpPr>
          <p:spPr>
            <a:xfrm>
              <a:off x="4411970" y="1801825"/>
              <a:ext cx="734586" cy="409262"/>
            </a:xfrm>
            <a:custGeom>
              <a:avLst/>
              <a:gdLst/>
              <a:ahLst/>
              <a:cxnLst/>
              <a:rect l="l" t="t" r="r" b="b"/>
              <a:pathLst>
                <a:path w="16269" h="9064" extrusionOk="0">
                  <a:moveTo>
                    <a:pt x="428" y="0"/>
                  </a:moveTo>
                  <a:cubicBezTo>
                    <a:pt x="193" y="0"/>
                    <a:pt x="2" y="191"/>
                    <a:pt x="2" y="428"/>
                  </a:cubicBezTo>
                  <a:lnTo>
                    <a:pt x="2" y="6900"/>
                  </a:lnTo>
                  <a:cubicBezTo>
                    <a:pt x="1" y="7136"/>
                    <a:pt x="193" y="7328"/>
                    <a:pt x="428" y="7328"/>
                  </a:cubicBezTo>
                  <a:lnTo>
                    <a:pt x="12834" y="7328"/>
                  </a:lnTo>
                  <a:lnTo>
                    <a:pt x="13836" y="9064"/>
                  </a:lnTo>
                  <a:lnTo>
                    <a:pt x="14839" y="7328"/>
                  </a:lnTo>
                  <a:lnTo>
                    <a:pt x="15839" y="7328"/>
                  </a:lnTo>
                  <a:cubicBezTo>
                    <a:pt x="16076" y="7328"/>
                    <a:pt x="16269" y="7137"/>
                    <a:pt x="16269" y="6900"/>
                  </a:cubicBezTo>
                  <a:lnTo>
                    <a:pt x="16269" y="428"/>
                  </a:lnTo>
                  <a:cubicBezTo>
                    <a:pt x="16267" y="191"/>
                    <a:pt x="16076" y="0"/>
                    <a:pt x="1583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2" name="Google Shape;2242;p55"/>
            <p:cNvSpPr/>
            <p:nvPr/>
          </p:nvSpPr>
          <p:spPr>
            <a:xfrm>
              <a:off x="4411970" y="1801825"/>
              <a:ext cx="184087" cy="330923"/>
            </a:xfrm>
            <a:custGeom>
              <a:avLst/>
              <a:gdLst/>
              <a:ahLst/>
              <a:cxnLst/>
              <a:rect l="l" t="t" r="r" b="b"/>
              <a:pathLst>
                <a:path w="4077" h="7329" extrusionOk="0">
                  <a:moveTo>
                    <a:pt x="428" y="0"/>
                  </a:moveTo>
                  <a:cubicBezTo>
                    <a:pt x="193" y="0"/>
                    <a:pt x="2" y="191"/>
                    <a:pt x="2" y="428"/>
                  </a:cubicBezTo>
                  <a:lnTo>
                    <a:pt x="2" y="6900"/>
                  </a:lnTo>
                  <a:cubicBezTo>
                    <a:pt x="1" y="7136"/>
                    <a:pt x="193" y="7328"/>
                    <a:pt x="428" y="7328"/>
                  </a:cubicBezTo>
                  <a:lnTo>
                    <a:pt x="4076" y="7328"/>
                  </a:lnTo>
                  <a:lnTo>
                    <a:pt x="407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43" name="Google Shape;2243;p55"/>
          <p:cNvGrpSpPr/>
          <p:nvPr/>
        </p:nvGrpSpPr>
        <p:grpSpPr>
          <a:xfrm>
            <a:off x="956107" y="4086708"/>
            <a:ext cx="856348" cy="212039"/>
            <a:chOff x="4411970" y="2233974"/>
            <a:chExt cx="763574" cy="189068"/>
          </a:xfrm>
        </p:grpSpPr>
        <p:sp>
          <p:nvSpPr>
            <p:cNvPr id="2244" name="Google Shape;2244;p55"/>
            <p:cNvSpPr/>
            <p:nvPr/>
          </p:nvSpPr>
          <p:spPr>
            <a:xfrm>
              <a:off x="4411970" y="2278599"/>
              <a:ext cx="763574" cy="144443"/>
            </a:xfrm>
            <a:custGeom>
              <a:avLst/>
              <a:gdLst/>
              <a:ahLst/>
              <a:cxnLst/>
              <a:rect l="l" t="t" r="r" b="b"/>
              <a:pathLst>
                <a:path w="16911" h="3199" extrusionOk="0">
                  <a:moveTo>
                    <a:pt x="1" y="1"/>
                  </a:moveTo>
                  <a:lnTo>
                    <a:pt x="1" y="3198"/>
                  </a:lnTo>
                  <a:lnTo>
                    <a:pt x="16911" y="3198"/>
                  </a:lnTo>
                  <a:lnTo>
                    <a:pt x="1691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5" name="Google Shape;2245;p55"/>
            <p:cNvSpPr/>
            <p:nvPr/>
          </p:nvSpPr>
          <p:spPr>
            <a:xfrm>
              <a:off x="4411970" y="2233974"/>
              <a:ext cx="262291" cy="144443"/>
            </a:xfrm>
            <a:custGeom>
              <a:avLst/>
              <a:gdLst/>
              <a:ahLst/>
              <a:cxnLst/>
              <a:rect l="l" t="t" r="r" b="b"/>
              <a:pathLst>
                <a:path w="5809" h="3199" extrusionOk="0">
                  <a:moveTo>
                    <a:pt x="1" y="1"/>
                  </a:moveTo>
                  <a:lnTo>
                    <a:pt x="1" y="3198"/>
                  </a:lnTo>
                  <a:lnTo>
                    <a:pt x="5809" y="3198"/>
                  </a:lnTo>
                  <a:lnTo>
                    <a:pt x="419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46" name="Google Shape;2246;p55"/>
          <p:cNvGrpSpPr/>
          <p:nvPr/>
        </p:nvGrpSpPr>
        <p:grpSpPr>
          <a:xfrm>
            <a:off x="3066303" y="2262044"/>
            <a:ext cx="511602" cy="511602"/>
            <a:chOff x="5681300" y="2527788"/>
            <a:chExt cx="805800" cy="805800"/>
          </a:xfrm>
        </p:grpSpPr>
        <p:sp>
          <p:nvSpPr>
            <p:cNvPr id="2247" name="Google Shape;2247;p55"/>
            <p:cNvSpPr/>
            <p:nvPr/>
          </p:nvSpPr>
          <p:spPr>
            <a:xfrm>
              <a:off x="5681300" y="2527788"/>
              <a:ext cx="805800" cy="8058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8" name="Google Shape;2248;p55"/>
            <p:cNvSpPr/>
            <p:nvPr/>
          </p:nvSpPr>
          <p:spPr>
            <a:xfrm>
              <a:off x="5681300" y="2527788"/>
              <a:ext cx="805800" cy="805800"/>
            </a:xfrm>
            <a:prstGeom prst="pie">
              <a:avLst>
                <a:gd name="adj1" fmla="val 0"/>
                <a:gd name="adj2" fmla="val 1620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49" name="Google Shape;2249;p55"/>
          <p:cNvGrpSpPr/>
          <p:nvPr/>
        </p:nvGrpSpPr>
        <p:grpSpPr>
          <a:xfrm>
            <a:off x="3063497" y="3028627"/>
            <a:ext cx="513021" cy="512935"/>
            <a:chOff x="4049800" y="640400"/>
            <a:chExt cx="858900" cy="858900"/>
          </a:xfrm>
        </p:grpSpPr>
        <p:sp>
          <p:nvSpPr>
            <p:cNvPr id="2250" name="Google Shape;2250;p55"/>
            <p:cNvSpPr/>
            <p:nvPr/>
          </p:nvSpPr>
          <p:spPr>
            <a:xfrm>
              <a:off x="4049800" y="640400"/>
              <a:ext cx="858900" cy="858900"/>
            </a:xfrm>
            <a:prstGeom prst="donut">
              <a:avLst>
                <a:gd name="adj" fmla="val 25000"/>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1" name="Google Shape;2251;p55"/>
            <p:cNvSpPr/>
            <p:nvPr/>
          </p:nvSpPr>
          <p:spPr>
            <a:xfrm>
              <a:off x="4049800" y="640400"/>
              <a:ext cx="858900" cy="858900"/>
            </a:xfrm>
            <a:prstGeom prst="blockArc">
              <a:avLst>
                <a:gd name="adj1" fmla="val 7914150"/>
                <a:gd name="adj2" fmla="val 0"/>
                <a:gd name="adj3" fmla="val 25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52" name="Google Shape;2252;p55"/>
          <p:cNvGrpSpPr/>
          <p:nvPr/>
        </p:nvGrpSpPr>
        <p:grpSpPr>
          <a:xfrm>
            <a:off x="2980696" y="3680519"/>
            <a:ext cx="686489" cy="686585"/>
            <a:chOff x="5080188" y="927900"/>
            <a:chExt cx="961200" cy="961200"/>
          </a:xfrm>
        </p:grpSpPr>
        <p:sp>
          <p:nvSpPr>
            <p:cNvPr id="2253" name="Google Shape;2253;p55"/>
            <p:cNvSpPr/>
            <p:nvPr/>
          </p:nvSpPr>
          <p:spPr>
            <a:xfrm>
              <a:off x="5201900" y="1050116"/>
              <a:ext cx="716700" cy="716700"/>
            </a:xfrm>
            <a:prstGeom prst="donut">
              <a:avLst>
                <a:gd name="adj" fmla="val 4716"/>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4" name="Google Shape;2254;p55"/>
            <p:cNvSpPr/>
            <p:nvPr/>
          </p:nvSpPr>
          <p:spPr>
            <a:xfrm>
              <a:off x="5269594" y="1117818"/>
              <a:ext cx="581100" cy="581100"/>
            </a:xfrm>
            <a:prstGeom prst="donut">
              <a:avLst>
                <a:gd name="adj" fmla="val 5814"/>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5" name="Google Shape;2255;p55"/>
            <p:cNvSpPr/>
            <p:nvPr/>
          </p:nvSpPr>
          <p:spPr>
            <a:xfrm>
              <a:off x="5339279" y="1187526"/>
              <a:ext cx="441900" cy="441600"/>
            </a:xfrm>
            <a:prstGeom prst="donut">
              <a:avLst>
                <a:gd name="adj" fmla="val 7648"/>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6" name="Google Shape;2256;p55"/>
            <p:cNvSpPr/>
            <p:nvPr/>
          </p:nvSpPr>
          <p:spPr>
            <a:xfrm>
              <a:off x="5414892" y="1263155"/>
              <a:ext cx="290700" cy="290700"/>
            </a:xfrm>
            <a:prstGeom prst="donut">
              <a:avLst>
                <a:gd name="adj" fmla="val 10182"/>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7" name="Google Shape;2257;p55"/>
            <p:cNvSpPr/>
            <p:nvPr/>
          </p:nvSpPr>
          <p:spPr>
            <a:xfrm rot="-3809958">
              <a:off x="5202435" y="1050148"/>
              <a:ext cx="716705" cy="716705"/>
            </a:xfrm>
            <a:prstGeom prst="blockArc">
              <a:avLst>
                <a:gd name="adj1" fmla="val 5266439"/>
                <a:gd name="adj2" fmla="val 19995741"/>
                <a:gd name="adj3" fmla="val 4692"/>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8" name="Google Shape;2258;p55"/>
            <p:cNvSpPr/>
            <p:nvPr/>
          </p:nvSpPr>
          <p:spPr>
            <a:xfrm rot="-3906059">
              <a:off x="5269616" y="1117617"/>
              <a:ext cx="581445" cy="581445"/>
            </a:xfrm>
            <a:prstGeom prst="blockArc">
              <a:avLst>
                <a:gd name="adj1" fmla="val 3085776"/>
                <a:gd name="adj2" fmla="val 20100839"/>
                <a:gd name="adj3" fmla="val 5564"/>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9" name="Google Shape;2259;p55"/>
            <p:cNvSpPr/>
            <p:nvPr/>
          </p:nvSpPr>
          <p:spPr>
            <a:xfrm rot="-4222340">
              <a:off x="5339825" y="1187386"/>
              <a:ext cx="442087" cy="442087"/>
            </a:xfrm>
            <a:prstGeom prst="blockArc">
              <a:avLst>
                <a:gd name="adj1" fmla="val 8884448"/>
                <a:gd name="adj2" fmla="val 20414899"/>
                <a:gd name="adj3" fmla="val 7688"/>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0" name="Google Shape;2260;p55"/>
            <p:cNvSpPr/>
            <p:nvPr/>
          </p:nvSpPr>
          <p:spPr>
            <a:xfrm rot="-4538880">
              <a:off x="5414922" y="1262925"/>
              <a:ext cx="290465" cy="290465"/>
            </a:xfrm>
            <a:prstGeom prst="blockArc">
              <a:avLst>
                <a:gd name="adj1" fmla="val 6490304"/>
                <a:gd name="adj2" fmla="val 20700625"/>
                <a:gd name="adj3" fmla="val 10156"/>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61" name="Google Shape;2261;p55"/>
          <p:cNvGrpSpPr/>
          <p:nvPr/>
        </p:nvGrpSpPr>
        <p:grpSpPr>
          <a:xfrm>
            <a:off x="3763848" y="3773248"/>
            <a:ext cx="510373" cy="510937"/>
            <a:chOff x="7508249" y="1522825"/>
            <a:chExt cx="1326332" cy="1322987"/>
          </a:xfrm>
        </p:grpSpPr>
        <p:sp>
          <p:nvSpPr>
            <p:cNvPr id="2262" name="Google Shape;2262;p55"/>
            <p:cNvSpPr/>
            <p:nvPr/>
          </p:nvSpPr>
          <p:spPr>
            <a:xfrm>
              <a:off x="8036275" y="1522825"/>
              <a:ext cx="568251" cy="419545"/>
            </a:xfrm>
            <a:custGeom>
              <a:avLst/>
              <a:gdLst/>
              <a:ahLst/>
              <a:cxnLst/>
              <a:rect l="l" t="t" r="r" b="b"/>
              <a:pathLst>
                <a:path w="77683" h="57354" extrusionOk="0">
                  <a:moveTo>
                    <a:pt x="18272" y="0"/>
                  </a:moveTo>
                  <a:cubicBezTo>
                    <a:pt x="17902" y="0"/>
                    <a:pt x="17532" y="2"/>
                    <a:pt x="17161" y="7"/>
                  </a:cubicBezTo>
                  <a:cubicBezTo>
                    <a:pt x="11496" y="71"/>
                    <a:pt x="5756" y="673"/>
                    <a:pt x="1" y="1850"/>
                  </a:cubicBezTo>
                  <a:lnTo>
                    <a:pt x="9295" y="47323"/>
                  </a:lnTo>
                  <a:lnTo>
                    <a:pt x="9299" y="47323"/>
                  </a:lnTo>
                  <a:cubicBezTo>
                    <a:pt x="12272" y="46715"/>
                    <a:pt x="13499" y="46536"/>
                    <a:pt x="16407" y="46536"/>
                  </a:cubicBezTo>
                  <a:cubicBezTo>
                    <a:pt x="16418" y="46536"/>
                    <a:pt x="16429" y="46536"/>
                    <a:pt x="16440" y="46536"/>
                  </a:cubicBezTo>
                  <a:lnTo>
                    <a:pt x="18189" y="46511"/>
                  </a:lnTo>
                  <a:lnTo>
                    <a:pt x="18193" y="46511"/>
                  </a:lnTo>
                  <a:cubicBezTo>
                    <a:pt x="27852" y="46511"/>
                    <a:pt x="36781" y="49623"/>
                    <a:pt x="44036" y="54905"/>
                  </a:cubicBezTo>
                  <a:lnTo>
                    <a:pt x="44057" y="54878"/>
                  </a:lnTo>
                  <a:cubicBezTo>
                    <a:pt x="45130" y="55658"/>
                    <a:pt x="46165" y="56484"/>
                    <a:pt x="47159" y="57353"/>
                  </a:cubicBezTo>
                  <a:lnTo>
                    <a:pt x="77683" y="22389"/>
                  </a:lnTo>
                  <a:cubicBezTo>
                    <a:pt x="73099" y="18379"/>
                    <a:pt x="68099" y="14821"/>
                    <a:pt x="62744" y="11787"/>
                  </a:cubicBezTo>
                  <a:lnTo>
                    <a:pt x="62752" y="11772"/>
                  </a:lnTo>
                  <a:cubicBezTo>
                    <a:pt x="49514" y="4246"/>
                    <a:pt x="34283" y="0"/>
                    <a:pt x="18272"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3" name="Google Shape;2263;p55"/>
            <p:cNvSpPr/>
            <p:nvPr/>
          </p:nvSpPr>
          <p:spPr>
            <a:xfrm>
              <a:off x="8358375" y="1649762"/>
              <a:ext cx="456039" cy="463215"/>
            </a:xfrm>
            <a:custGeom>
              <a:avLst/>
              <a:gdLst/>
              <a:ahLst/>
              <a:cxnLst/>
              <a:rect l="l" t="t" r="r" b="b"/>
              <a:pathLst>
                <a:path w="62343" h="63324" extrusionOk="0">
                  <a:moveTo>
                    <a:pt x="27281" y="1"/>
                  </a:moveTo>
                  <a:lnTo>
                    <a:pt x="0" y="37551"/>
                  </a:lnTo>
                  <a:cubicBezTo>
                    <a:pt x="7426" y="42952"/>
                    <a:pt x="13092" y="50620"/>
                    <a:pt x="15988" y="59535"/>
                  </a:cubicBezTo>
                  <a:lnTo>
                    <a:pt x="16033" y="59519"/>
                  </a:lnTo>
                  <a:cubicBezTo>
                    <a:pt x="16439" y="60766"/>
                    <a:pt x="16790" y="62034"/>
                    <a:pt x="17084" y="63324"/>
                  </a:cubicBezTo>
                  <a:lnTo>
                    <a:pt x="62342" y="52975"/>
                  </a:lnTo>
                  <a:cubicBezTo>
                    <a:pt x="58048" y="34190"/>
                    <a:pt x="47853" y="17453"/>
                    <a:pt x="33650" y="5035"/>
                  </a:cubicBezTo>
                  <a:lnTo>
                    <a:pt x="33624" y="5063"/>
                  </a:lnTo>
                  <a:cubicBezTo>
                    <a:pt x="31588" y="3283"/>
                    <a:pt x="29473" y="1593"/>
                    <a:pt x="2728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4" name="Google Shape;2264;p55"/>
            <p:cNvSpPr/>
            <p:nvPr/>
          </p:nvSpPr>
          <p:spPr>
            <a:xfrm>
              <a:off x="8465584" y="1980292"/>
              <a:ext cx="368998" cy="464042"/>
            </a:xfrm>
            <a:custGeom>
              <a:avLst/>
              <a:gdLst/>
              <a:ahLst/>
              <a:cxnLst/>
              <a:rect l="l" t="t" r="r" b="b"/>
              <a:pathLst>
                <a:path w="50444" h="63437" extrusionOk="0">
                  <a:moveTo>
                    <a:pt x="45483" y="0"/>
                  </a:moveTo>
                  <a:lnTo>
                    <a:pt x="1331" y="14347"/>
                  </a:lnTo>
                  <a:cubicBezTo>
                    <a:pt x="2720" y="18628"/>
                    <a:pt x="3473" y="23193"/>
                    <a:pt x="3473" y="27937"/>
                  </a:cubicBezTo>
                  <a:cubicBezTo>
                    <a:pt x="3473" y="32680"/>
                    <a:pt x="2721" y="37247"/>
                    <a:pt x="1331" y="41526"/>
                  </a:cubicBezTo>
                  <a:lnTo>
                    <a:pt x="1331" y="41531"/>
                  </a:lnTo>
                  <a:lnTo>
                    <a:pt x="1373" y="41544"/>
                  </a:lnTo>
                  <a:cubicBezTo>
                    <a:pt x="968" y="42791"/>
                    <a:pt x="509" y="44013"/>
                    <a:pt x="1" y="45206"/>
                  </a:cubicBezTo>
                  <a:lnTo>
                    <a:pt x="1" y="45210"/>
                  </a:lnTo>
                  <a:lnTo>
                    <a:pt x="42698" y="63436"/>
                  </a:lnTo>
                  <a:cubicBezTo>
                    <a:pt x="46328" y="54928"/>
                    <a:pt x="48703" y="45713"/>
                    <a:pt x="49573" y="36003"/>
                  </a:cubicBezTo>
                  <a:cubicBezTo>
                    <a:pt x="50444" y="26293"/>
                    <a:pt x="49743" y="16805"/>
                    <a:pt x="47685" y="7787"/>
                  </a:cubicBezTo>
                  <a:lnTo>
                    <a:pt x="47630" y="7800"/>
                  </a:lnTo>
                  <a:cubicBezTo>
                    <a:pt x="47029" y="5154"/>
                    <a:pt x="46310" y="2552"/>
                    <a:pt x="4548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5" name="Google Shape;2265;p55"/>
            <p:cNvSpPr/>
            <p:nvPr/>
          </p:nvSpPr>
          <p:spPr>
            <a:xfrm>
              <a:off x="8334786" y="2284073"/>
              <a:ext cx="463522" cy="468043"/>
            </a:xfrm>
            <a:custGeom>
              <a:avLst/>
              <a:gdLst/>
              <a:ahLst/>
              <a:cxnLst/>
              <a:rect l="l" t="t" r="r" b="b"/>
              <a:pathLst>
                <a:path w="63366" h="63984" extrusionOk="0">
                  <a:moveTo>
                    <a:pt x="19213" y="1"/>
                  </a:moveTo>
                  <a:cubicBezTo>
                    <a:pt x="16318" y="8917"/>
                    <a:pt x="10652" y="16583"/>
                    <a:pt x="3228" y="21984"/>
                  </a:cubicBezTo>
                  <a:lnTo>
                    <a:pt x="3243" y="22007"/>
                  </a:lnTo>
                  <a:cubicBezTo>
                    <a:pt x="2194" y="22766"/>
                    <a:pt x="1113" y="23483"/>
                    <a:pt x="0" y="24149"/>
                  </a:cubicBezTo>
                  <a:lnTo>
                    <a:pt x="23817" y="63984"/>
                  </a:lnTo>
                  <a:cubicBezTo>
                    <a:pt x="40003" y="54290"/>
                    <a:pt x="53013" y="39632"/>
                    <a:pt x="60578" y="21909"/>
                  </a:cubicBezTo>
                  <a:lnTo>
                    <a:pt x="60578" y="21907"/>
                  </a:lnTo>
                  <a:lnTo>
                    <a:pt x="60533" y="21888"/>
                  </a:lnTo>
                  <a:cubicBezTo>
                    <a:pt x="61585" y="19427"/>
                    <a:pt x="62530" y="16912"/>
                    <a:pt x="63363" y="14345"/>
                  </a:cubicBezTo>
                  <a:lnTo>
                    <a:pt x="63363" y="14344"/>
                  </a:lnTo>
                  <a:lnTo>
                    <a:pt x="63365" y="14344"/>
                  </a:lnTo>
                  <a:lnTo>
                    <a:pt x="19213"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6" name="Google Shape;2266;p55"/>
            <p:cNvSpPr/>
            <p:nvPr/>
          </p:nvSpPr>
          <p:spPr>
            <a:xfrm>
              <a:off x="8110685" y="2444876"/>
              <a:ext cx="447276" cy="400935"/>
            </a:xfrm>
            <a:custGeom>
              <a:avLst/>
              <a:gdLst/>
              <a:ahLst/>
              <a:cxnLst/>
              <a:rect l="l" t="t" r="r" b="b"/>
              <a:pathLst>
                <a:path w="61145" h="54810" extrusionOk="0">
                  <a:moveTo>
                    <a:pt x="33866" y="0"/>
                  </a:moveTo>
                  <a:cubicBezTo>
                    <a:pt x="26611" y="5284"/>
                    <a:pt x="17677" y="8398"/>
                    <a:pt x="8020" y="8398"/>
                  </a:cubicBezTo>
                  <a:lnTo>
                    <a:pt x="8016" y="8398"/>
                  </a:lnTo>
                  <a:lnTo>
                    <a:pt x="8016" y="8399"/>
                  </a:lnTo>
                  <a:cubicBezTo>
                    <a:pt x="6736" y="8396"/>
                    <a:pt x="5444" y="8338"/>
                    <a:pt x="4145" y="8221"/>
                  </a:cubicBezTo>
                  <a:lnTo>
                    <a:pt x="4142" y="8221"/>
                  </a:lnTo>
                  <a:lnTo>
                    <a:pt x="1" y="54444"/>
                  </a:lnTo>
                  <a:lnTo>
                    <a:pt x="3" y="54444"/>
                  </a:lnTo>
                  <a:cubicBezTo>
                    <a:pt x="2745" y="54689"/>
                    <a:pt x="5470" y="54810"/>
                    <a:pt x="8171" y="54810"/>
                  </a:cubicBezTo>
                  <a:cubicBezTo>
                    <a:pt x="24948" y="54810"/>
                    <a:pt x="40828" y="50164"/>
                    <a:pt x="54456" y="42000"/>
                  </a:cubicBezTo>
                  <a:lnTo>
                    <a:pt x="54445" y="41982"/>
                  </a:lnTo>
                  <a:cubicBezTo>
                    <a:pt x="56748" y="40604"/>
                    <a:pt x="58982" y="39124"/>
                    <a:pt x="61144" y="37550"/>
                  </a:cubicBezTo>
                  <a:lnTo>
                    <a:pt x="33866"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7" name="Google Shape;2267;p55"/>
            <p:cNvSpPr/>
            <p:nvPr/>
          </p:nvSpPr>
          <p:spPr>
            <a:xfrm>
              <a:off x="7734911" y="2426963"/>
              <a:ext cx="434445" cy="418813"/>
            </a:xfrm>
            <a:custGeom>
              <a:avLst/>
              <a:gdLst/>
              <a:ahLst/>
              <a:cxnLst/>
              <a:rect l="l" t="t" r="r" b="b"/>
              <a:pathLst>
                <a:path w="59391" h="57254" extrusionOk="0">
                  <a:moveTo>
                    <a:pt x="30519" y="1"/>
                  </a:moveTo>
                  <a:lnTo>
                    <a:pt x="1" y="34961"/>
                  </a:lnTo>
                  <a:cubicBezTo>
                    <a:pt x="2014" y="36723"/>
                    <a:pt x="4109" y="38397"/>
                    <a:pt x="6278" y="39979"/>
                  </a:cubicBezTo>
                  <a:lnTo>
                    <a:pt x="6266" y="39995"/>
                  </a:lnTo>
                  <a:cubicBezTo>
                    <a:pt x="21176" y="50851"/>
                    <a:pt x="39536" y="57253"/>
                    <a:pt x="59390" y="57253"/>
                  </a:cubicBezTo>
                  <a:lnTo>
                    <a:pt x="59390" y="10847"/>
                  </a:lnTo>
                  <a:cubicBezTo>
                    <a:pt x="58084" y="10847"/>
                    <a:pt x="56791" y="10791"/>
                    <a:pt x="55514" y="10678"/>
                  </a:cubicBezTo>
                  <a:lnTo>
                    <a:pt x="55514" y="10671"/>
                  </a:lnTo>
                  <a:cubicBezTo>
                    <a:pt x="45890" y="9810"/>
                    <a:pt x="37274" y="5908"/>
                    <a:pt x="3051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8" name="Google Shape;2268;p55"/>
            <p:cNvSpPr/>
            <p:nvPr/>
          </p:nvSpPr>
          <p:spPr>
            <a:xfrm>
              <a:off x="7525051" y="2256329"/>
              <a:ext cx="455242" cy="463215"/>
            </a:xfrm>
            <a:custGeom>
              <a:avLst/>
              <a:gdLst/>
              <a:ahLst/>
              <a:cxnLst/>
              <a:rect l="l" t="t" r="r" b="b"/>
              <a:pathLst>
                <a:path w="62234" h="63324" extrusionOk="0">
                  <a:moveTo>
                    <a:pt x="45259" y="0"/>
                  </a:moveTo>
                  <a:lnTo>
                    <a:pt x="0" y="10349"/>
                  </a:lnTo>
                  <a:cubicBezTo>
                    <a:pt x="602" y="12981"/>
                    <a:pt x="1320" y="15573"/>
                    <a:pt x="2148" y="18119"/>
                  </a:cubicBezTo>
                  <a:lnTo>
                    <a:pt x="2101" y="18136"/>
                  </a:lnTo>
                  <a:cubicBezTo>
                    <a:pt x="8054" y="36464"/>
                    <a:pt x="19701" y="52224"/>
                    <a:pt x="34955" y="63323"/>
                  </a:cubicBezTo>
                  <a:lnTo>
                    <a:pt x="62234" y="25777"/>
                  </a:lnTo>
                  <a:cubicBezTo>
                    <a:pt x="61184" y="25014"/>
                    <a:pt x="60169" y="24203"/>
                    <a:pt x="59191" y="23352"/>
                  </a:cubicBezTo>
                  <a:lnTo>
                    <a:pt x="59211" y="23327"/>
                  </a:lnTo>
                  <a:cubicBezTo>
                    <a:pt x="52302" y="17286"/>
                    <a:pt x="47344" y="9145"/>
                    <a:pt x="45259"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9" name="Google Shape;2269;p55"/>
            <p:cNvSpPr/>
            <p:nvPr/>
          </p:nvSpPr>
          <p:spPr>
            <a:xfrm>
              <a:off x="7508249" y="1924972"/>
              <a:ext cx="365633" cy="464042"/>
            </a:xfrm>
            <a:custGeom>
              <a:avLst/>
              <a:gdLst/>
              <a:ahLst/>
              <a:cxnLst/>
              <a:rect l="l" t="t" r="r" b="b"/>
              <a:pathLst>
                <a:path w="49984" h="63437" extrusionOk="0">
                  <a:moveTo>
                    <a:pt x="7285" y="1"/>
                  </a:moveTo>
                  <a:cubicBezTo>
                    <a:pt x="6231" y="2469"/>
                    <a:pt x="5284" y="4998"/>
                    <a:pt x="4449" y="7580"/>
                  </a:cubicBezTo>
                  <a:lnTo>
                    <a:pt x="4399" y="7563"/>
                  </a:lnTo>
                  <a:cubicBezTo>
                    <a:pt x="1543" y="16362"/>
                    <a:pt x="0" y="25750"/>
                    <a:pt x="0" y="35500"/>
                  </a:cubicBezTo>
                  <a:cubicBezTo>
                    <a:pt x="0" y="45248"/>
                    <a:pt x="1544" y="54639"/>
                    <a:pt x="4399" y="63437"/>
                  </a:cubicBezTo>
                  <a:lnTo>
                    <a:pt x="48589" y="49094"/>
                  </a:lnTo>
                  <a:cubicBezTo>
                    <a:pt x="48188" y="47857"/>
                    <a:pt x="47557" y="45303"/>
                    <a:pt x="47557" y="45303"/>
                  </a:cubicBezTo>
                  <a:cubicBezTo>
                    <a:pt x="46556" y="40915"/>
                    <a:pt x="46213" y="36301"/>
                    <a:pt x="46638" y="31576"/>
                  </a:cubicBezTo>
                  <a:cubicBezTo>
                    <a:pt x="47061" y="26851"/>
                    <a:pt x="48217" y="22370"/>
                    <a:pt x="49984" y="18231"/>
                  </a:cubicBezTo>
                  <a:lnTo>
                    <a:pt x="7285"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0" name="Google Shape;2270;p55"/>
            <p:cNvSpPr/>
            <p:nvPr/>
          </p:nvSpPr>
          <p:spPr>
            <a:xfrm>
              <a:off x="7540418" y="1617212"/>
              <a:ext cx="464261" cy="468058"/>
            </a:xfrm>
            <a:custGeom>
              <a:avLst/>
              <a:gdLst/>
              <a:ahLst/>
              <a:cxnLst/>
              <a:rect l="l" t="t" r="r" b="b"/>
              <a:pathLst>
                <a:path w="63467" h="63986" extrusionOk="0">
                  <a:moveTo>
                    <a:pt x="39644" y="0"/>
                  </a:moveTo>
                  <a:cubicBezTo>
                    <a:pt x="37320" y="1393"/>
                    <a:pt x="35061" y="2888"/>
                    <a:pt x="32875" y="4480"/>
                  </a:cubicBezTo>
                  <a:lnTo>
                    <a:pt x="32854" y="4452"/>
                  </a:lnTo>
                  <a:cubicBezTo>
                    <a:pt x="17600" y="15554"/>
                    <a:pt x="5953" y="31315"/>
                    <a:pt x="1" y="49638"/>
                  </a:cubicBezTo>
                  <a:lnTo>
                    <a:pt x="44153" y="63985"/>
                  </a:lnTo>
                  <a:cubicBezTo>
                    <a:pt x="44561" y="62727"/>
                    <a:pt x="45025" y="61492"/>
                    <a:pt x="45542" y="60287"/>
                  </a:cubicBezTo>
                  <a:lnTo>
                    <a:pt x="45586" y="60306"/>
                  </a:lnTo>
                  <a:cubicBezTo>
                    <a:pt x="49265" y="51684"/>
                    <a:pt x="55592" y="44553"/>
                    <a:pt x="63466" y="39836"/>
                  </a:cubicBezTo>
                  <a:lnTo>
                    <a:pt x="39644"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1" name="Google Shape;2271;p55"/>
            <p:cNvSpPr/>
            <p:nvPr/>
          </p:nvSpPr>
          <p:spPr>
            <a:xfrm>
              <a:off x="7780728" y="1524076"/>
              <a:ext cx="374828" cy="400379"/>
            </a:xfrm>
            <a:custGeom>
              <a:avLst/>
              <a:gdLst/>
              <a:ahLst/>
              <a:cxnLst/>
              <a:rect l="l" t="t" r="r" b="b"/>
              <a:pathLst>
                <a:path w="51241" h="54734" extrusionOk="0">
                  <a:moveTo>
                    <a:pt x="49286" y="0"/>
                  </a:moveTo>
                  <a:cubicBezTo>
                    <a:pt x="45747" y="149"/>
                    <a:pt x="42254" y="504"/>
                    <a:pt x="38820" y="1053"/>
                  </a:cubicBezTo>
                  <a:cubicBezTo>
                    <a:pt x="24474" y="3334"/>
                    <a:pt x="11256" y="8993"/>
                    <a:pt x="0" y="17185"/>
                  </a:cubicBezTo>
                  <a:lnTo>
                    <a:pt x="27281" y="54734"/>
                  </a:lnTo>
                  <a:cubicBezTo>
                    <a:pt x="27368" y="54663"/>
                    <a:pt x="27661" y="54495"/>
                    <a:pt x="28118" y="54252"/>
                  </a:cubicBezTo>
                  <a:cubicBezTo>
                    <a:pt x="33472" y="50543"/>
                    <a:pt x="39690" y="47993"/>
                    <a:pt x="46407" y="46962"/>
                  </a:cubicBezTo>
                  <a:cubicBezTo>
                    <a:pt x="47232" y="46770"/>
                    <a:pt x="47997" y="46633"/>
                    <a:pt x="48677" y="46563"/>
                  </a:cubicBezTo>
                  <a:lnTo>
                    <a:pt x="51241" y="46382"/>
                  </a:lnTo>
                  <a:lnTo>
                    <a:pt x="49286"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72" name="Google Shape;2272;p55"/>
          <p:cNvGrpSpPr/>
          <p:nvPr/>
        </p:nvGrpSpPr>
        <p:grpSpPr>
          <a:xfrm>
            <a:off x="4455441" y="3774653"/>
            <a:ext cx="492652" cy="503348"/>
            <a:chOff x="6039282" y="1042577"/>
            <a:chExt cx="734315" cy="731929"/>
          </a:xfrm>
        </p:grpSpPr>
        <p:sp>
          <p:nvSpPr>
            <p:cNvPr id="2273" name="Google Shape;2273;p55"/>
            <p:cNvSpPr/>
            <p:nvPr/>
          </p:nvSpPr>
          <p:spPr>
            <a:xfrm>
              <a:off x="6045348" y="1300071"/>
              <a:ext cx="131951" cy="65352"/>
            </a:xfrm>
            <a:custGeom>
              <a:avLst/>
              <a:gdLst/>
              <a:ahLst/>
              <a:cxnLst/>
              <a:rect l="l" t="t" r="r" b="b"/>
              <a:pathLst>
                <a:path w="1414" h="701" extrusionOk="0">
                  <a:moveTo>
                    <a:pt x="108" y="0"/>
                  </a:moveTo>
                  <a:lnTo>
                    <a:pt x="51" y="224"/>
                  </a:lnTo>
                  <a:cubicBezTo>
                    <a:pt x="29" y="303"/>
                    <a:pt x="7" y="375"/>
                    <a:pt x="0" y="455"/>
                  </a:cubicBezTo>
                  <a:lnTo>
                    <a:pt x="1342" y="700"/>
                  </a:lnTo>
                  <a:cubicBezTo>
                    <a:pt x="1349" y="650"/>
                    <a:pt x="1363" y="599"/>
                    <a:pt x="1378" y="549"/>
                  </a:cubicBezTo>
                  <a:lnTo>
                    <a:pt x="1414" y="397"/>
                  </a:lnTo>
                  <a:lnTo>
                    <a:pt x="108"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4" name="Google Shape;2274;p55"/>
            <p:cNvSpPr/>
            <p:nvPr/>
          </p:nvSpPr>
          <p:spPr>
            <a:xfrm>
              <a:off x="6080342" y="1201250"/>
              <a:ext cx="127938" cy="96863"/>
            </a:xfrm>
            <a:custGeom>
              <a:avLst/>
              <a:gdLst/>
              <a:ahLst/>
              <a:cxnLst/>
              <a:rect l="l" t="t" r="r" b="b"/>
              <a:pathLst>
                <a:path w="1371" h="1039" extrusionOk="0">
                  <a:moveTo>
                    <a:pt x="245" y="0"/>
                  </a:moveTo>
                  <a:cubicBezTo>
                    <a:pt x="159" y="137"/>
                    <a:pt x="72" y="267"/>
                    <a:pt x="0" y="404"/>
                  </a:cubicBezTo>
                  <a:lnTo>
                    <a:pt x="1219" y="1039"/>
                  </a:lnTo>
                  <a:cubicBezTo>
                    <a:pt x="1262" y="945"/>
                    <a:pt x="1320" y="866"/>
                    <a:pt x="1371" y="772"/>
                  </a:cubicBezTo>
                  <a:lnTo>
                    <a:pt x="245"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5" name="Google Shape;2275;p55"/>
            <p:cNvSpPr/>
            <p:nvPr/>
          </p:nvSpPr>
          <p:spPr>
            <a:xfrm>
              <a:off x="6144918" y="1121167"/>
              <a:ext cx="112541" cy="119145"/>
            </a:xfrm>
            <a:custGeom>
              <a:avLst/>
              <a:gdLst/>
              <a:ahLst/>
              <a:cxnLst/>
              <a:rect l="l" t="t" r="r" b="b"/>
              <a:pathLst>
                <a:path w="1206" h="1278" extrusionOk="0">
                  <a:moveTo>
                    <a:pt x="347" y="1"/>
                  </a:moveTo>
                  <a:cubicBezTo>
                    <a:pt x="224" y="95"/>
                    <a:pt x="116" y="210"/>
                    <a:pt x="1" y="318"/>
                  </a:cubicBezTo>
                  <a:lnTo>
                    <a:pt x="974" y="1278"/>
                  </a:lnTo>
                  <a:cubicBezTo>
                    <a:pt x="1046" y="1205"/>
                    <a:pt x="1126" y="1133"/>
                    <a:pt x="1205" y="1068"/>
                  </a:cubicBezTo>
                  <a:lnTo>
                    <a:pt x="347"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6" name="Google Shape;2276;p55"/>
            <p:cNvSpPr/>
            <p:nvPr/>
          </p:nvSpPr>
          <p:spPr>
            <a:xfrm>
              <a:off x="6232449" y="1066723"/>
              <a:ext cx="86879" cy="130518"/>
            </a:xfrm>
            <a:custGeom>
              <a:avLst/>
              <a:gdLst/>
              <a:ahLst/>
              <a:cxnLst/>
              <a:rect l="l" t="t" r="r" b="b"/>
              <a:pathLst>
                <a:path w="931" h="1400" extrusionOk="0">
                  <a:moveTo>
                    <a:pt x="426" y="1"/>
                  </a:moveTo>
                  <a:cubicBezTo>
                    <a:pt x="354" y="22"/>
                    <a:pt x="282" y="58"/>
                    <a:pt x="209" y="94"/>
                  </a:cubicBezTo>
                  <a:lnTo>
                    <a:pt x="0" y="195"/>
                  </a:lnTo>
                  <a:lnTo>
                    <a:pt x="649" y="1400"/>
                  </a:lnTo>
                  <a:lnTo>
                    <a:pt x="786" y="1335"/>
                  </a:lnTo>
                  <a:cubicBezTo>
                    <a:pt x="830" y="1306"/>
                    <a:pt x="880" y="1285"/>
                    <a:pt x="931" y="1270"/>
                  </a:cubicBezTo>
                  <a:lnTo>
                    <a:pt x="426"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7" name="Google Shape;2277;p55"/>
            <p:cNvSpPr/>
            <p:nvPr/>
          </p:nvSpPr>
          <p:spPr>
            <a:xfrm>
              <a:off x="6335379" y="1042577"/>
              <a:ext cx="53284" cy="130518"/>
            </a:xfrm>
            <a:custGeom>
              <a:avLst/>
              <a:gdLst/>
              <a:ahLst/>
              <a:cxnLst/>
              <a:rect l="l" t="t" r="r" b="b"/>
              <a:pathLst>
                <a:path w="571" h="1400" extrusionOk="0">
                  <a:moveTo>
                    <a:pt x="470" y="0"/>
                  </a:moveTo>
                  <a:cubicBezTo>
                    <a:pt x="390" y="0"/>
                    <a:pt x="311" y="7"/>
                    <a:pt x="239" y="22"/>
                  </a:cubicBezTo>
                  <a:lnTo>
                    <a:pt x="1" y="58"/>
                  </a:lnTo>
                  <a:lnTo>
                    <a:pt x="268" y="1399"/>
                  </a:lnTo>
                  <a:lnTo>
                    <a:pt x="419" y="1378"/>
                  </a:lnTo>
                  <a:cubicBezTo>
                    <a:pt x="470" y="1370"/>
                    <a:pt x="520" y="1363"/>
                    <a:pt x="571" y="1363"/>
                  </a:cubicBezTo>
                  <a:lnTo>
                    <a:pt x="47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8" name="Google Shape;2278;p55"/>
            <p:cNvSpPr/>
            <p:nvPr/>
          </p:nvSpPr>
          <p:spPr>
            <a:xfrm>
              <a:off x="6431682" y="1043229"/>
              <a:ext cx="56550" cy="131824"/>
            </a:xfrm>
            <a:custGeom>
              <a:avLst/>
              <a:gdLst/>
              <a:ahLst/>
              <a:cxnLst/>
              <a:rect l="l" t="t" r="r" b="b"/>
              <a:pathLst>
                <a:path w="606" h="1414" extrusionOk="0">
                  <a:moveTo>
                    <a:pt x="144" y="0"/>
                  </a:moveTo>
                  <a:lnTo>
                    <a:pt x="0" y="1356"/>
                  </a:lnTo>
                  <a:cubicBezTo>
                    <a:pt x="101" y="1378"/>
                    <a:pt x="202" y="1385"/>
                    <a:pt x="303" y="1414"/>
                  </a:cubicBezTo>
                  <a:lnTo>
                    <a:pt x="606" y="80"/>
                  </a:lnTo>
                  <a:cubicBezTo>
                    <a:pt x="454" y="36"/>
                    <a:pt x="296" y="22"/>
                    <a:pt x="14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9" name="Google Shape;2279;p55"/>
            <p:cNvSpPr/>
            <p:nvPr/>
          </p:nvSpPr>
          <p:spPr>
            <a:xfrm>
              <a:off x="6500924" y="1070731"/>
              <a:ext cx="89678" cy="130612"/>
            </a:xfrm>
            <a:custGeom>
              <a:avLst/>
              <a:gdLst/>
              <a:ahLst/>
              <a:cxnLst/>
              <a:rect l="l" t="t" r="r" b="b"/>
              <a:pathLst>
                <a:path w="961" h="1401" extrusionOk="0">
                  <a:moveTo>
                    <a:pt x="542" y="1"/>
                  </a:moveTo>
                  <a:lnTo>
                    <a:pt x="1" y="1256"/>
                  </a:lnTo>
                  <a:lnTo>
                    <a:pt x="138" y="1321"/>
                  </a:lnTo>
                  <a:cubicBezTo>
                    <a:pt x="181" y="1343"/>
                    <a:pt x="232" y="1371"/>
                    <a:pt x="275" y="1400"/>
                  </a:cubicBezTo>
                  <a:lnTo>
                    <a:pt x="960" y="210"/>
                  </a:lnTo>
                  <a:cubicBezTo>
                    <a:pt x="895" y="174"/>
                    <a:pt x="823" y="131"/>
                    <a:pt x="751" y="102"/>
                  </a:cubicBezTo>
                  <a:lnTo>
                    <a:pt x="54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0" name="Google Shape;2280;p55"/>
            <p:cNvSpPr/>
            <p:nvPr/>
          </p:nvSpPr>
          <p:spPr>
            <a:xfrm>
              <a:off x="6561580" y="1127973"/>
              <a:ext cx="114501" cy="117746"/>
            </a:xfrm>
            <a:custGeom>
              <a:avLst/>
              <a:gdLst/>
              <a:ahLst/>
              <a:cxnLst/>
              <a:rect l="l" t="t" r="r" b="b"/>
              <a:pathLst>
                <a:path w="1227" h="1263" extrusionOk="0">
                  <a:moveTo>
                    <a:pt x="887" y="0"/>
                  </a:moveTo>
                  <a:lnTo>
                    <a:pt x="0" y="1046"/>
                  </a:lnTo>
                  <a:cubicBezTo>
                    <a:pt x="79" y="1111"/>
                    <a:pt x="152" y="1183"/>
                    <a:pt x="224" y="1262"/>
                  </a:cubicBezTo>
                  <a:lnTo>
                    <a:pt x="1226" y="332"/>
                  </a:lnTo>
                  <a:cubicBezTo>
                    <a:pt x="1118" y="209"/>
                    <a:pt x="1003" y="101"/>
                    <a:pt x="88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1" name="Google Shape;2281;p55"/>
            <p:cNvSpPr/>
            <p:nvPr/>
          </p:nvSpPr>
          <p:spPr>
            <a:xfrm>
              <a:off x="6636887" y="1310792"/>
              <a:ext cx="132697" cy="61996"/>
            </a:xfrm>
            <a:custGeom>
              <a:avLst/>
              <a:gdLst/>
              <a:ahLst/>
              <a:cxnLst/>
              <a:rect l="l" t="t" r="r" b="b"/>
              <a:pathLst>
                <a:path w="1422" h="665" extrusionOk="0">
                  <a:moveTo>
                    <a:pt x="1321" y="1"/>
                  </a:moveTo>
                  <a:lnTo>
                    <a:pt x="1" y="361"/>
                  </a:lnTo>
                  <a:lnTo>
                    <a:pt x="44" y="506"/>
                  </a:lnTo>
                  <a:cubicBezTo>
                    <a:pt x="51" y="556"/>
                    <a:pt x="59" y="614"/>
                    <a:pt x="66" y="664"/>
                  </a:cubicBezTo>
                  <a:lnTo>
                    <a:pt x="1422" y="462"/>
                  </a:lnTo>
                  <a:cubicBezTo>
                    <a:pt x="1407" y="383"/>
                    <a:pt x="1400" y="304"/>
                    <a:pt x="1378" y="232"/>
                  </a:cubicBezTo>
                  <a:lnTo>
                    <a:pt x="132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2" name="Google Shape;2282;p55"/>
            <p:cNvSpPr/>
            <p:nvPr/>
          </p:nvSpPr>
          <p:spPr>
            <a:xfrm>
              <a:off x="6642953" y="1415020"/>
              <a:ext cx="130645" cy="47826"/>
            </a:xfrm>
            <a:custGeom>
              <a:avLst/>
              <a:gdLst/>
              <a:ahLst/>
              <a:cxnLst/>
              <a:rect l="l" t="t" r="r" b="b"/>
              <a:pathLst>
                <a:path w="1400" h="513" extrusionOk="0">
                  <a:moveTo>
                    <a:pt x="30" y="1"/>
                  </a:moveTo>
                  <a:cubicBezTo>
                    <a:pt x="30" y="109"/>
                    <a:pt x="15" y="210"/>
                    <a:pt x="1" y="311"/>
                  </a:cubicBezTo>
                  <a:lnTo>
                    <a:pt x="1357" y="513"/>
                  </a:lnTo>
                  <a:cubicBezTo>
                    <a:pt x="1378" y="354"/>
                    <a:pt x="1393" y="203"/>
                    <a:pt x="1400" y="44"/>
                  </a:cubicBezTo>
                  <a:lnTo>
                    <a:pt x="3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3" name="Google Shape;2283;p55"/>
            <p:cNvSpPr/>
            <p:nvPr/>
          </p:nvSpPr>
          <p:spPr>
            <a:xfrm>
              <a:off x="6622143" y="1485687"/>
              <a:ext cx="131951" cy="81388"/>
            </a:xfrm>
            <a:custGeom>
              <a:avLst/>
              <a:gdLst/>
              <a:ahLst/>
              <a:cxnLst/>
              <a:rect l="l" t="t" r="r" b="b"/>
              <a:pathLst>
                <a:path w="1414" h="873" extrusionOk="0">
                  <a:moveTo>
                    <a:pt x="123" y="0"/>
                  </a:moveTo>
                  <a:lnTo>
                    <a:pt x="65" y="144"/>
                  </a:lnTo>
                  <a:cubicBezTo>
                    <a:pt x="51" y="195"/>
                    <a:pt x="22" y="238"/>
                    <a:pt x="0" y="281"/>
                  </a:cubicBezTo>
                  <a:lnTo>
                    <a:pt x="1234" y="873"/>
                  </a:lnTo>
                  <a:cubicBezTo>
                    <a:pt x="1270" y="801"/>
                    <a:pt x="1306" y="736"/>
                    <a:pt x="1335" y="664"/>
                  </a:cubicBezTo>
                  <a:lnTo>
                    <a:pt x="1414" y="440"/>
                  </a:lnTo>
                  <a:lnTo>
                    <a:pt x="12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4" name="Google Shape;2284;p55"/>
            <p:cNvSpPr/>
            <p:nvPr/>
          </p:nvSpPr>
          <p:spPr>
            <a:xfrm>
              <a:off x="6582390" y="1548895"/>
              <a:ext cx="121219" cy="108983"/>
            </a:xfrm>
            <a:custGeom>
              <a:avLst/>
              <a:gdLst/>
              <a:ahLst/>
              <a:cxnLst/>
              <a:rect l="l" t="t" r="r" b="b"/>
              <a:pathLst>
                <a:path w="1299" h="1169" extrusionOk="0">
                  <a:moveTo>
                    <a:pt x="195" y="0"/>
                  </a:moveTo>
                  <a:lnTo>
                    <a:pt x="102" y="123"/>
                  </a:lnTo>
                  <a:lnTo>
                    <a:pt x="1" y="238"/>
                  </a:lnTo>
                  <a:lnTo>
                    <a:pt x="1003" y="1168"/>
                  </a:lnTo>
                  <a:lnTo>
                    <a:pt x="1155" y="988"/>
                  </a:lnTo>
                  <a:lnTo>
                    <a:pt x="1299" y="801"/>
                  </a:lnTo>
                  <a:lnTo>
                    <a:pt x="19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5" name="Google Shape;2285;p55"/>
            <p:cNvSpPr/>
            <p:nvPr/>
          </p:nvSpPr>
          <p:spPr>
            <a:xfrm>
              <a:off x="6526586" y="1599238"/>
              <a:ext cx="100316" cy="126510"/>
            </a:xfrm>
            <a:custGeom>
              <a:avLst/>
              <a:gdLst/>
              <a:ahLst/>
              <a:cxnLst/>
              <a:rect l="l" t="t" r="r" b="b"/>
              <a:pathLst>
                <a:path w="1075" h="1357" extrusionOk="0">
                  <a:moveTo>
                    <a:pt x="252" y="1"/>
                  </a:moveTo>
                  <a:cubicBezTo>
                    <a:pt x="209" y="37"/>
                    <a:pt x="173" y="66"/>
                    <a:pt x="130" y="95"/>
                  </a:cubicBezTo>
                  <a:lnTo>
                    <a:pt x="0" y="174"/>
                  </a:lnTo>
                  <a:lnTo>
                    <a:pt x="685" y="1357"/>
                  </a:lnTo>
                  <a:lnTo>
                    <a:pt x="880" y="1234"/>
                  </a:lnTo>
                  <a:cubicBezTo>
                    <a:pt x="952" y="1191"/>
                    <a:pt x="1010" y="1141"/>
                    <a:pt x="1075" y="1097"/>
                  </a:cubicBezTo>
                  <a:lnTo>
                    <a:pt x="25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6" name="Google Shape;2286;p55"/>
            <p:cNvSpPr/>
            <p:nvPr/>
          </p:nvSpPr>
          <p:spPr>
            <a:xfrm>
              <a:off x="6459957" y="1632893"/>
              <a:ext cx="70735" cy="132570"/>
            </a:xfrm>
            <a:custGeom>
              <a:avLst/>
              <a:gdLst/>
              <a:ahLst/>
              <a:cxnLst/>
              <a:rect l="l" t="t" r="r" b="b"/>
              <a:pathLst>
                <a:path w="758" h="1422" extrusionOk="0">
                  <a:moveTo>
                    <a:pt x="296" y="1"/>
                  </a:moveTo>
                  <a:cubicBezTo>
                    <a:pt x="195" y="37"/>
                    <a:pt x="101" y="73"/>
                    <a:pt x="0" y="94"/>
                  </a:cubicBezTo>
                  <a:lnTo>
                    <a:pt x="303" y="1421"/>
                  </a:lnTo>
                  <a:cubicBezTo>
                    <a:pt x="454" y="1393"/>
                    <a:pt x="606" y="1342"/>
                    <a:pt x="757" y="1292"/>
                  </a:cubicBezTo>
                  <a:lnTo>
                    <a:pt x="29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7" name="Google Shape;2287;p55"/>
            <p:cNvSpPr/>
            <p:nvPr/>
          </p:nvSpPr>
          <p:spPr>
            <a:xfrm>
              <a:off x="6379145" y="1646318"/>
              <a:ext cx="43859" cy="128188"/>
            </a:xfrm>
            <a:custGeom>
              <a:avLst/>
              <a:gdLst/>
              <a:ahLst/>
              <a:cxnLst/>
              <a:rect l="l" t="t" r="r" b="b"/>
              <a:pathLst>
                <a:path w="470" h="1375" extrusionOk="0">
                  <a:moveTo>
                    <a:pt x="102" y="1"/>
                  </a:moveTo>
                  <a:lnTo>
                    <a:pt x="1" y="1364"/>
                  </a:lnTo>
                  <a:cubicBezTo>
                    <a:pt x="113" y="1369"/>
                    <a:pt x="221" y="1374"/>
                    <a:pt x="331" y="1374"/>
                  </a:cubicBezTo>
                  <a:cubicBezTo>
                    <a:pt x="377" y="1374"/>
                    <a:pt x="423" y="1373"/>
                    <a:pt x="469" y="1371"/>
                  </a:cubicBezTo>
                  <a:lnTo>
                    <a:pt x="412" y="1"/>
                  </a:lnTo>
                  <a:cubicBezTo>
                    <a:pt x="361" y="4"/>
                    <a:pt x="309" y="6"/>
                    <a:pt x="257" y="6"/>
                  </a:cubicBezTo>
                  <a:cubicBezTo>
                    <a:pt x="204" y="6"/>
                    <a:pt x="152" y="4"/>
                    <a:pt x="102"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8" name="Google Shape;2288;p55"/>
            <p:cNvSpPr/>
            <p:nvPr/>
          </p:nvSpPr>
          <p:spPr>
            <a:xfrm>
              <a:off x="6272109" y="1630842"/>
              <a:ext cx="74187" cy="131917"/>
            </a:xfrm>
            <a:custGeom>
              <a:avLst/>
              <a:gdLst/>
              <a:ahLst/>
              <a:cxnLst/>
              <a:rect l="l" t="t" r="r" b="b"/>
              <a:pathLst>
                <a:path w="795" h="1415" extrusionOk="0">
                  <a:moveTo>
                    <a:pt x="506" y="1"/>
                  </a:moveTo>
                  <a:lnTo>
                    <a:pt x="1" y="1270"/>
                  </a:lnTo>
                  <a:cubicBezTo>
                    <a:pt x="145" y="1328"/>
                    <a:pt x="296" y="1379"/>
                    <a:pt x="448" y="1415"/>
                  </a:cubicBezTo>
                  <a:lnTo>
                    <a:pt x="794" y="95"/>
                  </a:lnTo>
                  <a:cubicBezTo>
                    <a:pt x="693" y="66"/>
                    <a:pt x="599" y="37"/>
                    <a:pt x="5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9" name="Google Shape;2289;p55"/>
            <p:cNvSpPr/>
            <p:nvPr/>
          </p:nvSpPr>
          <p:spPr>
            <a:xfrm>
              <a:off x="6177205" y="1595229"/>
              <a:ext cx="103769" cy="125205"/>
            </a:xfrm>
            <a:custGeom>
              <a:avLst/>
              <a:gdLst/>
              <a:ahLst/>
              <a:cxnLst/>
              <a:rect l="l" t="t" r="r" b="b"/>
              <a:pathLst>
                <a:path w="1112" h="1343" extrusionOk="0">
                  <a:moveTo>
                    <a:pt x="859" y="1"/>
                  </a:moveTo>
                  <a:lnTo>
                    <a:pt x="1" y="1068"/>
                  </a:lnTo>
                  <a:cubicBezTo>
                    <a:pt x="123" y="1169"/>
                    <a:pt x="253" y="1256"/>
                    <a:pt x="390" y="1342"/>
                  </a:cubicBezTo>
                  <a:lnTo>
                    <a:pt x="1112" y="174"/>
                  </a:lnTo>
                  <a:cubicBezTo>
                    <a:pt x="1018" y="123"/>
                    <a:pt x="938" y="66"/>
                    <a:pt x="859"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0" name="Google Shape;2290;p55"/>
            <p:cNvSpPr/>
            <p:nvPr/>
          </p:nvSpPr>
          <p:spPr>
            <a:xfrm>
              <a:off x="6103205" y="1542835"/>
              <a:ext cx="123272" cy="106932"/>
            </a:xfrm>
            <a:custGeom>
              <a:avLst/>
              <a:gdLst/>
              <a:ahLst/>
              <a:cxnLst/>
              <a:rect l="l" t="t" r="r" b="b"/>
              <a:pathLst>
                <a:path w="1321" h="1147" extrusionOk="0">
                  <a:moveTo>
                    <a:pt x="1126" y="0"/>
                  </a:moveTo>
                  <a:lnTo>
                    <a:pt x="0" y="772"/>
                  </a:lnTo>
                  <a:lnTo>
                    <a:pt x="137" y="959"/>
                  </a:lnTo>
                  <a:lnTo>
                    <a:pt x="210" y="1053"/>
                  </a:lnTo>
                  <a:lnTo>
                    <a:pt x="289" y="1147"/>
                  </a:lnTo>
                  <a:lnTo>
                    <a:pt x="1320" y="245"/>
                  </a:lnTo>
                  <a:lnTo>
                    <a:pt x="1263" y="188"/>
                  </a:lnTo>
                  <a:lnTo>
                    <a:pt x="1219" y="123"/>
                  </a:lnTo>
                  <a:lnTo>
                    <a:pt x="1126"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1" name="Google Shape;2291;p55"/>
            <p:cNvSpPr/>
            <p:nvPr/>
          </p:nvSpPr>
          <p:spPr>
            <a:xfrm>
              <a:off x="6055426" y="1478881"/>
              <a:ext cx="131951" cy="78777"/>
            </a:xfrm>
            <a:custGeom>
              <a:avLst/>
              <a:gdLst/>
              <a:ahLst/>
              <a:cxnLst/>
              <a:rect l="l" t="t" r="r" b="b"/>
              <a:pathLst>
                <a:path w="1414" h="845" extrusionOk="0">
                  <a:moveTo>
                    <a:pt x="1306" y="1"/>
                  </a:moveTo>
                  <a:lnTo>
                    <a:pt x="0" y="405"/>
                  </a:lnTo>
                  <a:cubicBezTo>
                    <a:pt x="51" y="549"/>
                    <a:pt x="101" y="701"/>
                    <a:pt x="166" y="845"/>
                  </a:cubicBezTo>
                  <a:lnTo>
                    <a:pt x="1414" y="282"/>
                  </a:lnTo>
                  <a:cubicBezTo>
                    <a:pt x="1371" y="196"/>
                    <a:pt x="1342" y="95"/>
                    <a:pt x="13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2" name="Google Shape;2292;p55"/>
            <p:cNvSpPr/>
            <p:nvPr/>
          </p:nvSpPr>
          <p:spPr>
            <a:xfrm>
              <a:off x="6039282" y="1408308"/>
              <a:ext cx="129338" cy="43817"/>
            </a:xfrm>
            <a:custGeom>
              <a:avLst/>
              <a:gdLst/>
              <a:ahLst/>
              <a:cxnLst/>
              <a:rect l="l" t="t" r="r" b="b"/>
              <a:pathLst>
                <a:path w="1386" h="470" extrusionOk="0">
                  <a:moveTo>
                    <a:pt x="0" y="1"/>
                  </a:moveTo>
                  <a:cubicBezTo>
                    <a:pt x="7" y="152"/>
                    <a:pt x="7" y="311"/>
                    <a:pt x="29" y="469"/>
                  </a:cubicBezTo>
                  <a:lnTo>
                    <a:pt x="1385" y="304"/>
                  </a:lnTo>
                  <a:cubicBezTo>
                    <a:pt x="1371" y="203"/>
                    <a:pt x="1378" y="102"/>
                    <a:pt x="1363"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3" name="Google Shape;2293;p55"/>
            <p:cNvSpPr/>
            <p:nvPr/>
          </p:nvSpPr>
          <p:spPr>
            <a:xfrm>
              <a:off x="6608612" y="1210666"/>
              <a:ext cx="128685" cy="93507"/>
            </a:xfrm>
            <a:custGeom>
              <a:avLst/>
              <a:gdLst/>
              <a:ahLst/>
              <a:cxnLst/>
              <a:rect l="l" t="t" r="r" b="b"/>
              <a:pathLst>
                <a:path w="1379" h="1003" extrusionOk="0">
                  <a:moveTo>
                    <a:pt x="1155" y="0"/>
                  </a:moveTo>
                  <a:lnTo>
                    <a:pt x="1" y="736"/>
                  </a:lnTo>
                  <a:lnTo>
                    <a:pt x="80" y="866"/>
                  </a:lnTo>
                  <a:cubicBezTo>
                    <a:pt x="102" y="909"/>
                    <a:pt x="131" y="959"/>
                    <a:pt x="145" y="1003"/>
                  </a:cubicBezTo>
                  <a:lnTo>
                    <a:pt x="1379" y="411"/>
                  </a:lnTo>
                  <a:cubicBezTo>
                    <a:pt x="1342" y="339"/>
                    <a:pt x="1314" y="267"/>
                    <a:pt x="1278" y="202"/>
                  </a:cubicBezTo>
                  <a:lnTo>
                    <a:pt x="115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94" name="Google Shape;2294;p55"/>
          <p:cNvGrpSpPr/>
          <p:nvPr/>
        </p:nvGrpSpPr>
        <p:grpSpPr>
          <a:xfrm>
            <a:off x="5095855" y="2270694"/>
            <a:ext cx="483304" cy="504902"/>
            <a:chOff x="1825800" y="1651625"/>
            <a:chExt cx="568125" cy="591775"/>
          </a:xfrm>
        </p:grpSpPr>
        <p:sp>
          <p:nvSpPr>
            <p:cNvPr id="2295" name="Google Shape;2295;p55"/>
            <p:cNvSpPr/>
            <p:nvPr/>
          </p:nvSpPr>
          <p:spPr>
            <a:xfrm>
              <a:off x="1898925" y="1777225"/>
              <a:ext cx="370875" cy="370500"/>
            </a:xfrm>
            <a:custGeom>
              <a:avLst/>
              <a:gdLst/>
              <a:ahLst/>
              <a:cxnLst/>
              <a:rect l="l" t="t" r="r" b="b"/>
              <a:pathLst>
                <a:path w="14835" h="14820" extrusionOk="0">
                  <a:moveTo>
                    <a:pt x="7417" y="0"/>
                  </a:moveTo>
                  <a:cubicBezTo>
                    <a:pt x="3338" y="0"/>
                    <a:pt x="23" y="3300"/>
                    <a:pt x="9" y="7382"/>
                  </a:cubicBezTo>
                  <a:cubicBezTo>
                    <a:pt x="1" y="9347"/>
                    <a:pt x="774" y="11235"/>
                    <a:pt x="2160" y="12630"/>
                  </a:cubicBezTo>
                  <a:cubicBezTo>
                    <a:pt x="3543" y="14025"/>
                    <a:pt x="5425" y="14811"/>
                    <a:pt x="7391" y="14819"/>
                  </a:cubicBezTo>
                  <a:cubicBezTo>
                    <a:pt x="7399" y="14819"/>
                    <a:pt x="7407" y="14819"/>
                    <a:pt x="7415" y="14819"/>
                  </a:cubicBezTo>
                  <a:cubicBezTo>
                    <a:pt x="9371" y="14819"/>
                    <a:pt x="11248" y="14046"/>
                    <a:pt x="12637" y="12668"/>
                  </a:cubicBezTo>
                  <a:cubicBezTo>
                    <a:pt x="14032" y="11283"/>
                    <a:pt x="14820" y="9402"/>
                    <a:pt x="14826" y="7437"/>
                  </a:cubicBezTo>
                  <a:cubicBezTo>
                    <a:pt x="14834" y="5472"/>
                    <a:pt x="14061" y="3584"/>
                    <a:pt x="12675" y="2189"/>
                  </a:cubicBezTo>
                  <a:cubicBezTo>
                    <a:pt x="11292" y="795"/>
                    <a:pt x="9410" y="8"/>
                    <a:pt x="7444" y="0"/>
                  </a:cubicBezTo>
                  <a:cubicBezTo>
                    <a:pt x="7435" y="0"/>
                    <a:pt x="7426" y="0"/>
                    <a:pt x="741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6" name="Google Shape;2296;p55"/>
            <p:cNvSpPr/>
            <p:nvPr/>
          </p:nvSpPr>
          <p:spPr>
            <a:xfrm>
              <a:off x="2121325" y="1651625"/>
              <a:ext cx="272600" cy="287950"/>
            </a:xfrm>
            <a:custGeom>
              <a:avLst/>
              <a:gdLst/>
              <a:ahLst/>
              <a:cxnLst/>
              <a:rect l="l" t="t" r="r" b="b"/>
              <a:pathLst>
                <a:path w="10904" h="11518" extrusionOk="0">
                  <a:moveTo>
                    <a:pt x="2" y="1"/>
                  </a:moveTo>
                  <a:lnTo>
                    <a:pt x="0" y="11518"/>
                  </a:lnTo>
                  <a:lnTo>
                    <a:pt x="10904" y="11518"/>
                  </a:lnTo>
                  <a:cubicBezTo>
                    <a:pt x="10391" y="5596"/>
                    <a:pt x="5836" y="826"/>
                    <a:pt x="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7" name="Google Shape;2297;p55"/>
            <p:cNvSpPr/>
            <p:nvPr/>
          </p:nvSpPr>
          <p:spPr>
            <a:xfrm>
              <a:off x="1825800" y="1987150"/>
              <a:ext cx="231900" cy="233575"/>
            </a:xfrm>
            <a:custGeom>
              <a:avLst/>
              <a:gdLst/>
              <a:ahLst/>
              <a:cxnLst/>
              <a:rect l="l" t="t" r="r" b="b"/>
              <a:pathLst>
                <a:path w="9276" h="9343" extrusionOk="0">
                  <a:moveTo>
                    <a:pt x="0" y="1"/>
                  </a:moveTo>
                  <a:cubicBezTo>
                    <a:pt x="465" y="4930"/>
                    <a:pt x="4350" y="8842"/>
                    <a:pt x="9275" y="9343"/>
                  </a:cubicBezTo>
                  <a:lnTo>
                    <a:pt x="927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8" name="Google Shape;2298;p55"/>
            <p:cNvSpPr/>
            <p:nvPr/>
          </p:nvSpPr>
          <p:spPr>
            <a:xfrm>
              <a:off x="2121325" y="1987150"/>
              <a:ext cx="244350" cy="256250"/>
            </a:xfrm>
            <a:custGeom>
              <a:avLst/>
              <a:gdLst/>
              <a:ahLst/>
              <a:cxnLst/>
              <a:rect l="l" t="t" r="r" b="b"/>
              <a:pathLst>
                <a:path w="9774" h="10250" extrusionOk="0">
                  <a:moveTo>
                    <a:pt x="0" y="1"/>
                  </a:moveTo>
                  <a:lnTo>
                    <a:pt x="0" y="10249"/>
                  </a:lnTo>
                  <a:cubicBezTo>
                    <a:pt x="5200" y="9514"/>
                    <a:pt x="9280" y="5280"/>
                    <a:pt x="97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9" name="Google Shape;2299;p55"/>
            <p:cNvSpPr/>
            <p:nvPr/>
          </p:nvSpPr>
          <p:spPr>
            <a:xfrm>
              <a:off x="1851375" y="1730300"/>
              <a:ext cx="206325" cy="209275"/>
            </a:xfrm>
            <a:custGeom>
              <a:avLst/>
              <a:gdLst/>
              <a:ahLst/>
              <a:cxnLst/>
              <a:rect l="l" t="t" r="r" b="b"/>
              <a:pathLst>
                <a:path w="8253" h="8371" extrusionOk="0">
                  <a:moveTo>
                    <a:pt x="8252" y="1"/>
                  </a:moveTo>
                  <a:cubicBezTo>
                    <a:pt x="3865" y="441"/>
                    <a:pt x="383" y="3959"/>
                    <a:pt x="1" y="8371"/>
                  </a:cubicBezTo>
                  <a:lnTo>
                    <a:pt x="8252" y="8371"/>
                  </a:lnTo>
                  <a:lnTo>
                    <a:pt x="8252"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0" name="Google Shape;2300;p55"/>
            <p:cNvSpPr/>
            <p:nvPr/>
          </p:nvSpPr>
          <p:spPr>
            <a:xfrm>
              <a:off x="1956875" y="1835225"/>
              <a:ext cx="254975" cy="254475"/>
            </a:xfrm>
            <a:custGeom>
              <a:avLst/>
              <a:gdLst/>
              <a:ahLst/>
              <a:cxnLst/>
              <a:rect l="l" t="t" r="r" b="b"/>
              <a:pathLst>
                <a:path w="10199" h="10179" extrusionOk="0">
                  <a:moveTo>
                    <a:pt x="5097" y="1"/>
                  </a:moveTo>
                  <a:cubicBezTo>
                    <a:pt x="2296" y="1"/>
                    <a:pt x="21" y="2267"/>
                    <a:pt x="10" y="5070"/>
                  </a:cubicBezTo>
                  <a:cubicBezTo>
                    <a:pt x="0" y="7882"/>
                    <a:pt x="2271" y="10169"/>
                    <a:pt x="5081" y="10179"/>
                  </a:cubicBezTo>
                  <a:cubicBezTo>
                    <a:pt x="5088" y="10179"/>
                    <a:pt x="5095" y="10179"/>
                    <a:pt x="5102" y="10179"/>
                  </a:cubicBezTo>
                  <a:cubicBezTo>
                    <a:pt x="7903" y="10179"/>
                    <a:pt x="10178" y="7912"/>
                    <a:pt x="10189" y="5109"/>
                  </a:cubicBezTo>
                  <a:cubicBezTo>
                    <a:pt x="10199" y="2297"/>
                    <a:pt x="7928" y="10"/>
                    <a:pt x="5118" y="1"/>
                  </a:cubicBezTo>
                  <a:cubicBezTo>
                    <a:pt x="5111" y="1"/>
                    <a:pt x="5104" y="1"/>
                    <a:pt x="5097"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01" name="Google Shape;2301;p55"/>
          <p:cNvSpPr/>
          <p:nvPr/>
        </p:nvSpPr>
        <p:spPr>
          <a:xfrm>
            <a:off x="7713443" y="3349866"/>
            <a:ext cx="174337" cy="174337"/>
          </a:xfrm>
          <a:custGeom>
            <a:avLst/>
            <a:gdLst/>
            <a:ahLst/>
            <a:cxnLst/>
            <a:rect l="l" t="t" r="r" b="b"/>
            <a:pathLst>
              <a:path w="208163" h="208163" extrusionOk="0">
                <a:moveTo>
                  <a:pt x="79632" y="48546"/>
                </a:moveTo>
                <a:cubicBezTo>
                  <a:pt x="80399" y="48546"/>
                  <a:pt x="81191" y="48783"/>
                  <a:pt x="81877" y="49126"/>
                </a:cubicBezTo>
                <a:lnTo>
                  <a:pt x="158203" y="101306"/>
                </a:lnTo>
                <a:cubicBezTo>
                  <a:pt x="159036" y="101861"/>
                  <a:pt x="159591" y="102971"/>
                  <a:pt x="159591" y="104081"/>
                </a:cubicBezTo>
                <a:cubicBezTo>
                  <a:pt x="159591" y="105191"/>
                  <a:pt x="159036" y="106302"/>
                  <a:pt x="158203" y="106857"/>
                </a:cubicBezTo>
                <a:lnTo>
                  <a:pt x="81877" y="159036"/>
                </a:lnTo>
                <a:cubicBezTo>
                  <a:pt x="81045" y="159314"/>
                  <a:pt x="80489" y="159591"/>
                  <a:pt x="79934" y="159591"/>
                </a:cubicBezTo>
                <a:cubicBezTo>
                  <a:pt x="79379" y="159591"/>
                  <a:pt x="78547" y="159591"/>
                  <a:pt x="78269" y="159314"/>
                </a:cubicBezTo>
                <a:cubicBezTo>
                  <a:pt x="77159" y="158481"/>
                  <a:pt x="76326" y="157371"/>
                  <a:pt x="76326" y="156260"/>
                </a:cubicBezTo>
                <a:lnTo>
                  <a:pt x="76326" y="52179"/>
                </a:lnTo>
                <a:cubicBezTo>
                  <a:pt x="76326" y="50792"/>
                  <a:pt x="77159" y="49681"/>
                  <a:pt x="78269" y="48849"/>
                </a:cubicBezTo>
                <a:cubicBezTo>
                  <a:pt x="78693" y="48637"/>
                  <a:pt x="79158" y="48546"/>
                  <a:pt x="79632" y="48546"/>
                </a:cubicBezTo>
                <a:close/>
                <a:moveTo>
                  <a:pt x="104081" y="0"/>
                </a:moveTo>
                <a:cubicBezTo>
                  <a:pt x="46628" y="0"/>
                  <a:pt x="0" y="46628"/>
                  <a:pt x="0" y="104081"/>
                </a:cubicBezTo>
                <a:cubicBezTo>
                  <a:pt x="0" y="161534"/>
                  <a:pt x="46628" y="208162"/>
                  <a:pt x="104081" y="208162"/>
                </a:cubicBezTo>
                <a:cubicBezTo>
                  <a:pt x="161534" y="208162"/>
                  <a:pt x="208162" y="161534"/>
                  <a:pt x="208162" y="104081"/>
                </a:cubicBezTo>
                <a:cubicBezTo>
                  <a:pt x="208162" y="46628"/>
                  <a:pt x="161534" y="0"/>
                  <a:pt x="10408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2" name="Google Shape;2302;p55"/>
          <p:cNvSpPr/>
          <p:nvPr/>
        </p:nvSpPr>
        <p:spPr>
          <a:xfrm>
            <a:off x="8029700" y="3378685"/>
            <a:ext cx="148500" cy="116700"/>
          </a:xfrm>
          <a:prstGeom prst="stripedRightArrow">
            <a:avLst>
              <a:gd name="adj1" fmla="val 50000"/>
              <a:gd name="adj2" fmla="val 50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3" name="Google Shape;2303;p55"/>
          <p:cNvSpPr/>
          <p:nvPr/>
        </p:nvSpPr>
        <p:spPr>
          <a:xfrm>
            <a:off x="7131814" y="2699622"/>
            <a:ext cx="118200" cy="118200"/>
          </a:xfrm>
          <a:prstGeom prst="curvedRightArrow">
            <a:avLst>
              <a:gd name="adj1" fmla="val 25000"/>
              <a:gd name="adj2" fmla="val 50000"/>
              <a:gd name="adj3" fmla="val 25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4" name="Google Shape;2304;p55"/>
          <p:cNvSpPr/>
          <p:nvPr/>
        </p:nvSpPr>
        <p:spPr>
          <a:xfrm flipH="1">
            <a:off x="7439179" y="2699622"/>
            <a:ext cx="118200" cy="118200"/>
          </a:xfrm>
          <a:prstGeom prst="curvedRightArrow">
            <a:avLst>
              <a:gd name="adj1" fmla="val 25000"/>
              <a:gd name="adj2" fmla="val 50000"/>
              <a:gd name="adj3" fmla="val 25000"/>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2308"/>
        <p:cNvGrpSpPr/>
        <p:nvPr/>
      </p:nvGrpSpPr>
      <p:grpSpPr>
        <a:xfrm>
          <a:off x="0" y="0"/>
          <a:ext cx="0" cy="0"/>
          <a:chOff x="0" y="0"/>
          <a:chExt cx="0" cy="0"/>
        </a:xfrm>
      </p:grpSpPr>
      <p:grpSp>
        <p:nvGrpSpPr>
          <p:cNvPr id="2309" name="Google Shape;2309;p56"/>
          <p:cNvGrpSpPr/>
          <p:nvPr/>
        </p:nvGrpSpPr>
        <p:grpSpPr>
          <a:xfrm>
            <a:off x="722059" y="974193"/>
            <a:ext cx="2492868" cy="1379876"/>
            <a:chOff x="2654821" y="2311071"/>
            <a:chExt cx="2279715" cy="1262120"/>
          </a:xfrm>
        </p:grpSpPr>
        <p:grpSp>
          <p:nvGrpSpPr>
            <p:cNvPr id="2310" name="Google Shape;2310;p56"/>
            <p:cNvGrpSpPr/>
            <p:nvPr/>
          </p:nvGrpSpPr>
          <p:grpSpPr>
            <a:xfrm>
              <a:off x="4034269" y="2840745"/>
              <a:ext cx="40212" cy="36437"/>
              <a:chOff x="4293400" y="2574725"/>
              <a:chExt cx="84425" cy="80100"/>
            </a:xfrm>
          </p:grpSpPr>
          <p:sp>
            <p:nvSpPr>
              <p:cNvPr id="2311" name="Google Shape;2311;p56"/>
              <p:cNvSpPr/>
              <p:nvPr/>
            </p:nvSpPr>
            <p:spPr>
              <a:xfrm>
                <a:off x="4293400" y="2574725"/>
                <a:ext cx="57150" cy="45250"/>
              </a:xfrm>
              <a:custGeom>
                <a:avLst/>
                <a:gdLst/>
                <a:ahLst/>
                <a:cxnLst/>
                <a:rect l="l" t="t" r="r" b="b"/>
                <a:pathLst>
                  <a:path w="2286" h="1810" extrusionOk="0">
                    <a:moveTo>
                      <a:pt x="2286" y="905"/>
                    </a:moveTo>
                    <a:lnTo>
                      <a:pt x="1857" y="476"/>
                    </a:lnTo>
                    <a:lnTo>
                      <a:pt x="0" y="0"/>
                    </a:lnTo>
                    <a:lnTo>
                      <a:pt x="95" y="834"/>
                    </a:lnTo>
                    <a:lnTo>
                      <a:pt x="952" y="1476"/>
                    </a:lnTo>
                    <a:lnTo>
                      <a:pt x="1952" y="1810"/>
                    </a:lnTo>
                    <a:close/>
                  </a:path>
                </a:pathLst>
              </a:custGeom>
              <a:solidFill>
                <a:srgbClr val="5F7D95"/>
              </a:solidFill>
              <a:ln>
                <a:noFill/>
              </a:ln>
            </p:spPr>
          </p:sp>
          <p:sp>
            <p:nvSpPr>
              <p:cNvPr id="2312" name="Google Shape;2312;p56"/>
              <p:cNvSpPr/>
              <p:nvPr/>
            </p:nvSpPr>
            <p:spPr>
              <a:xfrm>
                <a:off x="4299350" y="2589925"/>
                <a:ext cx="78475" cy="64900"/>
              </a:xfrm>
              <a:custGeom>
                <a:avLst/>
                <a:gdLst/>
                <a:ahLst/>
                <a:cxnLst/>
                <a:rect l="l" t="t" r="r" b="b"/>
                <a:pathLst>
                  <a:path w="3139" h="2596" extrusionOk="0">
                    <a:moveTo>
                      <a:pt x="2009" y="1"/>
                    </a:moveTo>
                    <a:lnTo>
                      <a:pt x="1820" y="252"/>
                    </a:lnTo>
                    <a:lnTo>
                      <a:pt x="1632" y="314"/>
                    </a:lnTo>
                    <a:lnTo>
                      <a:pt x="1590" y="419"/>
                    </a:lnTo>
                    <a:lnTo>
                      <a:pt x="1318" y="398"/>
                    </a:lnTo>
                    <a:lnTo>
                      <a:pt x="1255" y="273"/>
                    </a:lnTo>
                    <a:lnTo>
                      <a:pt x="983" y="63"/>
                    </a:lnTo>
                    <a:lnTo>
                      <a:pt x="837" y="42"/>
                    </a:lnTo>
                    <a:lnTo>
                      <a:pt x="795" y="63"/>
                    </a:lnTo>
                    <a:lnTo>
                      <a:pt x="753" y="252"/>
                    </a:lnTo>
                    <a:lnTo>
                      <a:pt x="900" y="314"/>
                    </a:lnTo>
                    <a:lnTo>
                      <a:pt x="983" y="461"/>
                    </a:lnTo>
                    <a:lnTo>
                      <a:pt x="963" y="670"/>
                    </a:lnTo>
                    <a:lnTo>
                      <a:pt x="753" y="566"/>
                    </a:lnTo>
                    <a:lnTo>
                      <a:pt x="544" y="524"/>
                    </a:lnTo>
                    <a:lnTo>
                      <a:pt x="209" y="356"/>
                    </a:lnTo>
                    <a:lnTo>
                      <a:pt x="0" y="419"/>
                    </a:lnTo>
                    <a:lnTo>
                      <a:pt x="0" y="524"/>
                    </a:lnTo>
                    <a:lnTo>
                      <a:pt x="105" y="628"/>
                    </a:lnTo>
                    <a:lnTo>
                      <a:pt x="314" y="670"/>
                    </a:lnTo>
                    <a:lnTo>
                      <a:pt x="419" y="796"/>
                    </a:lnTo>
                    <a:lnTo>
                      <a:pt x="377" y="921"/>
                    </a:lnTo>
                    <a:lnTo>
                      <a:pt x="377" y="1026"/>
                    </a:lnTo>
                    <a:lnTo>
                      <a:pt x="628" y="1214"/>
                    </a:lnTo>
                    <a:lnTo>
                      <a:pt x="628" y="1340"/>
                    </a:lnTo>
                    <a:lnTo>
                      <a:pt x="544" y="1423"/>
                    </a:lnTo>
                    <a:lnTo>
                      <a:pt x="628" y="1612"/>
                    </a:lnTo>
                    <a:lnTo>
                      <a:pt x="879" y="1737"/>
                    </a:lnTo>
                    <a:lnTo>
                      <a:pt x="1067" y="1737"/>
                    </a:lnTo>
                    <a:lnTo>
                      <a:pt x="1193" y="1863"/>
                    </a:lnTo>
                    <a:lnTo>
                      <a:pt x="1046" y="1884"/>
                    </a:lnTo>
                    <a:lnTo>
                      <a:pt x="1109" y="2051"/>
                    </a:lnTo>
                    <a:lnTo>
                      <a:pt x="1088" y="2093"/>
                    </a:lnTo>
                    <a:lnTo>
                      <a:pt x="1088" y="2239"/>
                    </a:lnTo>
                    <a:lnTo>
                      <a:pt x="1172" y="2260"/>
                    </a:lnTo>
                    <a:lnTo>
                      <a:pt x="1276" y="2198"/>
                    </a:lnTo>
                    <a:lnTo>
                      <a:pt x="1276" y="2156"/>
                    </a:lnTo>
                    <a:lnTo>
                      <a:pt x="1318" y="2093"/>
                    </a:lnTo>
                    <a:lnTo>
                      <a:pt x="1381" y="2072"/>
                    </a:lnTo>
                    <a:lnTo>
                      <a:pt x="1486" y="1946"/>
                    </a:lnTo>
                    <a:lnTo>
                      <a:pt x="1569" y="1926"/>
                    </a:lnTo>
                    <a:lnTo>
                      <a:pt x="1611" y="1821"/>
                    </a:lnTo>
                    <a:lnTo>
                      <a:pt x="1695" y="1821"/>
                    </a:lnTo>
                    <a:lnTo>
                      <a:pt x="1820" y="1737"/>
                    </a:lnTo>
                    <a:lnTo>
                      <a:pt x="1883" y="1737"/>
                    </a:lnTo>
                    <a:lnTo>
                      <a:pt x="1883" y="1758"/>
                    </a:lnTo>
                    <a:lnTo>
                      <a:pt x="1925" y="1758"/>
                    </a:lnTo>
                    <a:lnTo>
                      <a:pt x="1988" y="1863"/>
                    </a:lnTo>
                    <a:lnTo>
                      <a:pt x="2051" y="1946"/>
                    </a:lnTo>
                    <a:lnTo>
                      <a:pt x="2009" y="1988"/>
                    </a:lnTo>
                    <a:lnTo>
                      <a:pt x="2030" y="2051"/>
                    </a:lnTo>
                    <a:lnTo>
                      <a:pt x="2155" y="2135"/>
                    </a:lnTo>
                    <a:lnTo>
                      <a:pt x="1988" y="2260"/>
                    </a:lnTo>
                    <a:lnTo>
                      <a:pt x="2155" y="2470"/>
                    </a:lnTo>
                    <a:lnTo>
                      <a:pt x="2260" y="2511"/>
                    </a:lnTo>
                    <a:lnTo>
                      <a:pt x="2302" y="2574"/>
                    </a:lnTo>
                    <a:lnTo>
                      <a:pt x="2406" y="2595"/>
                    </a:lnTo>
                    <a:lnTo>
                      <a:pt x="2448" y="2574"/>
                    </a:lnTo>
                    <a:lnTo>
                      <a:pt x="2448" y="2365"/>
                    </a:lnTo>
                    <a:lnTo>
                      <a:pt x="2427" y="2302"/>
                    </a:lnTo>
                    <a:lnTo>
                      <a:pt x="2427" y="2198"/>
                    </a:lnTo>
                    <a:lnTo>
                      <a:pt x="2406" y="2072"/>
                    </a:lnTo>
                    <a:lnTo>
                      <a:pt x="2427" y="1967"/>
                    </a:lnTo>
                    <a:lnTo>
                      <a:pt x="2469" y="1946"/>
                    </a:lnTo>
                    <a:lnTo>
                      <a:pt x="2553" y="2030"/>
                    </a:lnTo>
                    <a:lnTo>
                      <a:pt x="2511" y="2135"/>
                    </a:lnTo>
                    <a:lnTo>
                      <a:pt x="2553" y="2198"/>
                    </a:lnTo>
                    <a:lnTo>
                      <a:pt x="2574" y="2135"/>
                    </a:lnTo>
                    <a:lnTo>
                      <a:pt x="2574" y="1946"/>
                    </a:lnTo>
                    <a:lnTo>
                      <a:pt x="2636" y="1884"/>
                    </a:lnTo>
                    <a:lnTo>
                      <a:pt x="2636" y="1779"/>
                    </a:lnTo>
                    <a:lnTo>
                      <a:pt x="2574" y="1737"/>
                    </a:lnTo>
                    <a:lnTo>
                      <a:pt x="2616" y="1633"/>
                    </a:lnTo>
                    <a:lnTo>
                      <a:pt x="2657" y="1549"/>
                    </a:lnTo>
                    <a:lnTo>
                      <a:pt x="2636" y="1444"/>
                    </a:lnTo>
                    <a:lnTo>
                      <a:pt x="2636" y="1298"/>
                    </a:lnTo>
                    <a:lnTo>
                      <a:pt x="2783" y="1151"/>
                    </a:lnTo>
                    <a:lnTo>
                      <a:pt x="2950" y="1130"/>
                    </a:lnTo>
                    <a:lnTo>
                      <a:pt x="3034" y="1089"/>
                    </a:lnTo>
                    <a:lnTo>
                      <a:pt x="3139" y="1089"/>
                    </a:lnTo>
                    <a:lnTo>
                      <a:pt x="3034" y="984"/>
                    </a:lnTo>
                    <a:lnTo>
                      <a:pt x="2888" y="900"/>
                    </a:lnTo>
                    <a:lnTo>
                      <a:pt x="2741" y="921"/>
                    </a:lnTo>
                    <a:lnTo>
                      <a:pt x="2616" y="817"/>
                    </a:lnTo>
                    <a:lnTo>
                      <a:pt x="2574" y="712"/>
                    </a:lnTo>
                    <a:lnTo>
                      <a:pt x="2406" y="586"/>
                    </a:lnTo>
                    <a:lnTo>
                      <a:pt x="2323" y="419"/>
                    </a:lnTo>
                    <a:lnTo>
                      <a:pt x="2323" y="314"/>
                    </a:lnTo>
                    <a:lnTo>
                      <a:pt x="2134" y="84"/>
                    </a:lnTo>
                    <a:lnTo>
                      <a:pt x="20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13" name="Google Shape;2313;p56"/>
            <p:cNvGrpSpPr/>
            <p:nvPr/>
          </p:nvGrpSpPr>
          <p:grpSpPr>
            <a:xfrm>
              <a:off x="3894606" y="2334874"/>
              <a:ext cx="913198" cy="518984"/>
              <a:chOff x="4000175" y="1462675"/>
              <a:chExt cx="1917275" cy="1140875"/>
            </a:xfrm>
          </p:grpSpPr>
          <p:sp>
            <p:nvSpPr>
              <p:cNvPr id="2314" name="Google Shape;2314;p56"/>
              <p:cNvSpPr/>
              <p:nvPr/>
            </p:nvSpPr>
            <p:spPr>
              <a:xfrm>
                <a:off x="4178050" y="2433300"/>
                <a:ext cx="60250" cy="65175"/>
              </a:xfrm>
              <a:custGeom>
                <a:avLst/>
                <a:gdLst/>
                <a:ahLst/>
                <a:cxnLst/>
                <a:rect l="l" t="t" r="r" b="b"/>
                <a:pathLst>
                  <a:path w="2410" h="2607" extrusionOk="0">
                    <a:moveTo>
                      <a:pt x="639" y="2410"/>
                    </a:moveTo>
                    <a:lnTo>
                      <a:pt x="1180" y="2607"/>
                    </a:lnTo>
                    <a:lnTo>
                      <a:pt x="2410" y="2017"/>
                    </a:lnTo>
                    <a:lnTo>
                      <a:pt x="2262" y="0"/>
                    </a:lnTo>
                    <a:lnTo>
                      <a:pt x="541" y="0"/>
                    </a:lnTo>
                    <a:lnTo>
                      <a:pt x="0" y="1771"/>
                    </a:lnTo>
                    <a:close/>
                  </a:path>
                </a:pathLst>
              </a:custGeom>
              <a:solidFill>
                <a:srgbClr val="5F7D95"/>
              </a:solidFill>
              <a:ln>
                <a:noFill/>
              </a:ln>
            </p:spPr>
          </p:sp>
          <p:grpSp>
            <p:nvGrpSpPr>
              <p:cNvPr id="2315" name="Google Shape;2315;p56"/>
              <p:cNvGrpSpPr/>
              <p:nvPr/>
            </p:nvGrpSpPr>
            <p:grpSpPr>
              <a:xfrm>
                <a:off x="4000175" y="1462675"/>
                <a:ext cx="1917275" cy="1140875"/>
                <a:chOff x="4000175" y="1462675"/>
                <a:chExt cx="1917275" cy="1140875"/>
              </a:xfrm>
            </p:grpSpPr>
            <p:sp>
              <p:nvSpPr>
                <p:cNvPr id="2316" name="Google Shape;2316;p56"/>
                <p:cNvSpPr/>
                <p:nvPr/>
              </p:nvSpPr>
              <p:spPr>
                <a:xfrm>
                  <a:off x="4000175" y="2000075"/>
                  <a:ext cx="1545875" cy="510000"/>
                </a:xfrm>
                <a:custGeom>
                  <a:avLst/>
                  <a:gdLst/>
                  <a:ahLst/>
                  <a:cxnLst/>
                  <a:rect l="l" t="t" r="r" b="b"/>
                  <a:pathLst>
                    <a:path w="61835" h="20400" extrusionOk="0">
                      <a:moveTo>
                        <a:pt x="1594" y="319"/>
                      </a:moveTo>
                      <a:lnTo>
                        <a:pt x="106" y="0"/>
                      </a:lnTo>
                      <a:lnTo>
                        <a:pt x="0" y="2444"/>
                      </a:lnTo>
                      <a:lnTo>
                        <a:pt x="1062" y="9031"/>
                      </a:lnTo>
                      <a:lnTo>
                        <a:pt x="3931" y="9775"/>
                      </a:lnTo>
                      <a:lnTo>
                        <a:pt x="2125" y="10200"/>
                      </a:lnTo>
                      <a:lnTo>
                        <a:pt x="531" y="10413"/>
                      </a:lnTo>
                      <a:lnTo>
                        <a:pt x="1487" y="13600"/>
                      </a:lnTo>
                      <a:lnTo>
                        <a:pt x="3931" y="17212"/>
                      </a:lnTo>
                      <a:lnTo>
                        <a:pt x="8393" y="18594"/>
                      </a:lnTo>
                      <a:lnTo>
                        <a:pt x="9987" y="18169"/>
                      </a:lnTo>
                      <a:lnTo>
                        <a:pt x="13281" y="20400"/>
                      </a:lnTo>
                      <a:lnTo>
                        <a:pt x="14343" y="18912"/>
                      </a:lnTo>
                      <a:lnTo>
                        <a:pt x="28793" y="17319"/>
                      </a:lnTo>
                      <a:lnTo>
                        <a:pt x="35699" y="16894"/>
                      </a:lnTo>
                      <a:lnTo>
                        <a:pt x="48342" y="16894"/>
                      </a:lnTo>
                      <a:lnTo>
                        <a:pt x="49617" y="15194"/>
                      </a:lnTo>
                      <a:lnTo>
                        <a:pt x="59285" y="20294"/>
                      </a:lnTo>
                      <a:lnTo>
                        <a:pt x="60135" y="19231"/>
                      </a:lnTo>
                      <a:lnTo>
                        <a:pt x="61835" y="18487"/>
                      </a:lnTo>
                      <a:lnTo>
                        <a:pt x="61092" y="13494"/>
                      </a:lnTo>
                      <a:lnTo>
                        <a:pt x="46323" y="3188"/>
                      </a:lnTo>
                      <a:lnTo>
                        <a:pt x="12962" y="10413"/>
                      </a:lnTo>
                      <a:lnTo>
                        <a:pt x="4569" y="7013"/>
                      </a:lnTo>
                      <a:lnTo>
                        <a:pt x="2444" y="3507"/>
                      </a:lnTo>
                      <a:lnTo>
                        <a:pt x="2019" y="1807"/>
                      </a:lnTo>
                      <a:close/>
                    </a:path>
                  </a:pathLst>
                </a:custGeom>
                <a:solidFill>
                  <a:srgbClr val="5F7D95"/>
                </a:solidFill>
                <a:ln>
                  <a:noFill/>
                </a:ln>
              </p:spPr>
            </p:sp>
            <p:sp>
              <p:nvSpPr>
                <p:cNvPr id="2317" name="Google Shape;2317;p56"/>
                <p:cNvSpPr/>
                <p:nvPr/>
              </p:nvSpPr>
              <p:spPr>
                <a:xfrm>
                  <a:off x="4624175" y="1521775"/>
                  <a:ext cx="58100" cy="73775"/>
                </a:xfrm>
                <a:custGeom>
                  <a:avLst/>
                  <a:gdLst/>
                  <a:ahLst/>
                  <a:cxnLst/>
                  <a:rect l="l" t="t" r="r" b="b"/>
                  <a:pathLst>
                    <a:path w="2324" h="2951" extrusionOk="0">
                      <a:moveTo>
                        <a:pt x="210" y="1"/>
                      </a:moveTo>
                      <a:lnTo>
                        <a:pt x="126" y="84"/>
                      </a:lnTo>
                      <a:lnTo>
                        <a:pt x="147" y="189"/>
                      </a:lnTo>
                      <a:lnTo>
                        <a:pt x="252" y="252"/>
                      </a:lnTo>
                      <a:lnTo>
                        <a:pt x="335" y="356"/>
                      </a:lnTo>
                      <a:lnTo>
                        <a:pt x="273" y="419"/>
                      </a:lnTo>
                      <a:lnTo>
                        <a:pt x="210" y="419"/>
                      </a:lnTo>
                      <a:lnTo>
                        <a:pt x="147" y="335"/>
                      </a:lnTo>
                      <a:lnTo>
                        <a:pt x="63" y="293"/>
                      </a:lnTo>
                      <a:lnTo>
                        <a:pt x="22" y="293"/>
                      </a:lnTo>
                      <a:lnTo>
                        <a:pt x="42" y="356"/>
                      </a:lnTo>
                      <a:lnTo>
                        <a:pt x="22" y="545"/>
                      </a:lnTo>
                      <a:lnTo>
                        <a:pt x="1" y="565"/>
                      </a:lnTo>
                      <a:lnTo>
                        <a:pt x="1" y="712"/>
                      </a:lnTo>
                      <a:lnTo>
                        <a:pt x="42" y="754"/>
                      </a:lnTo>
                      <a:lnTo>
                        <a:pt x="126" y="775"/>
                      </a:lnTo>
                      <a:lnTo>
                        <a:pt x="189" y="858"/>
                      </a:lnTo>
                      <a:lnTo>
                        <a:pt x="147" y="963"/>
                      </a:lnTo>
                      <a:lnTo>
                        <a:pt x="294" y="1256"/>
                      </a:lnTo>
                      <a:lnTo>
                        <a:pt x="356" y="1340"/>
                      </a:lnTo>
                      <a:lnTo>
                        <a:pt x="461" y="1340"/>
                      </a:lnTo>
                      <a:lnTo>
                        <a:pt x="398" y="1402"/>
                      </a:lnTo>
                      <a:lnTo>
                        <a:pt x="294" y="1444"/>
                      </a:lnTo>
                      <a:lnTo>
                        <a:pt x="231" y="1612"/>
                      </a:lnTo>
                      <a:lnTo>
                        <a:pt x="335" y="1821"/>
                      </a:lnTo>
                      <a:lnTo>
                        <a:pt x="398" y="1988"/>
                      </a:lnTo>
                      <a:lnTo>
                        <a:pt x="398" y="2114"/>
                      </a:lnTo>
                      <a:lnTo>
                        <a:pt x="440" y="2177"/>
                      </a:lnTo>
                      <a:lnTo>
                        <a:pt x="461" y="2281"/>
                      </a:lnTo>
                      <a:lnTo>
                        <a:pt x="419" y="2323"/>
                      </a:lnTo>
                      <a:lnTo>
                        <a:pt x="503" y="2511"/>
                      </a:lnTo>
                      <a:lnTo>
                        <a:pt x="545" y="2679"/>
                      </a:lnTo>
                      <a:lnTo>
                        <a:pt x="649" y="2762"/>
                      </a:lnTo>
                      <a:lnTo>
                        <a:pt x="649" y="2867"/>
                      </a:lnTo>
                      <a:lnTo>
                        <a:pt x="733" y="2951"/>
                      </a:lnTo>
                      <a:lnTo>
                        <a:pt x="879" y="2909"/>
                      </a:lnTo>
                      <a:lnTo>
                        <a:pt x="963" y="2742"/>
                      </a:lnTo>
                      <a:lnTo>
                        <a:pt x="1089" y="2553"/>
                      </a:lnTo>
                      <a:lnTo>
                        <a:pt x="1172" y="2511"/>
                      </a:lnTo>
                      <a:lnTo>
                        <a:pt x="1151" y="2428"/>
                      </a:lnTo>
                      <a:lnTo>
                        <a:pt x="1172" y="2323"/>
                      </a:lnTo>
                      <a:lnTo>
                        <a:pt x="1423" y="2135"/>
                      </a:lnTo>
                      <a:lnTo>
                        <a:pt x="1528" y="2114"/>
                      </a:lnTo>
                      <a:lnTo>
                        <a:pt x="1612" y="2177"/>
                      </a:lnTo>
                      <a:lnTo>
                        <a:pt x="1695" y="2177"/>
                      </a:lnTo>
                      <a:lnTo>
                        <a:pt x="1737" y="2072"/>
                      </a:lnTo>
                      <a:lnTo>
                        <a:pt x="1800" y="1988"/>
                      </a:lnTo>
                      <a:lnTo>
                        <a:pt x="1926" y="1926"/>
                      </a:lnTo>
                      <a:lnTo>
                        <a:pt x="2114" y="1779"/>
                      </a:lnTo>
                      <a:lnTo>
                        <a:pt x="2135" y="1674"/>
                      </a:lnTo>
                      <a:lnTo>
                        <a:pt x="2219" y="1612"/>
                      </a:lnTo>
                      <a:lnTo>
                        <a:pt x="2323" y="1382"/>
                      </a:lnTo>
                      <a:lnTo>
                        <a:pt x="2302" y="1256"/>
                      </a:lnTo>
                      <a:lnTo>
                        <a:pt x="2135" y="1068"/>
                      </a:lnTo>
                      <a:lnTo>
                        <a:pt x="2051" y="942"/>
                      </a:lnTo>
                      <a:lnTo>
                        <a:pt x="2051" y="837"/>
                      </a:lnTo>
                      <a:lnTo>
                        <a:pt x="1884" y="712"/>
                      </a:lnTo>
                      <a:lnTo>
                        <a:pt x="1779" y="712"/>
                      </a:lnTo>
                      <a:lnTo>
                        <a:pt x="1716" y="733"/>
                      </a:lnTo>
                      <a:lnTo>
                        <a:pt x="1633" y="670"/>
                      </a:lnTo>
                      <a:lnTo>
                        <a:pt x="1507" y="628"/>
                      </a:lnTo>
                      <a:lnTo>
                        <a:pt x="1382" y="503"/>
                      </a:lnTo>
                      <a:lnTo>
                        <a:pt x="1319" y="461"/>
                      </a:lnTo>
                      <a:lnTo>
                        <a:pt x="1298" y="524"/>
                      </a:lnTo>
                      <a:lnTo>
                        <a:pt x="1214" y="503"/>
                      </a:lnTo>
                      <a:lnTo>
                        <a:pt x="1193" y="419"/>
                      </a:lnTo>
                      <a:lnTo>
                        <a:pt x="1110" y="314"/>
                      </a:lnTo>
                      <a:lnTo>
                        <a:pt x="1047" y="314"/>
                      </a:lnTo>
                      <a:lnTo>
                        <a:pt x="1005" y="419"/>
                      </a:lnTo>
                      <a:lnTo>
                        <a:pt x="963" y="419"/>
                      </a:lnTo>
                      <a:lnTo>
                        <a:pt x="858" y="252"/>
                      </a:lnTo>
                      <a:lnTo>
                        <a:pt x="775" y="210"/>
                      </a:lnTo>
                      <a:lnTo>
                        <a:pt x="775" y="252"/>
                      </a:lnTo>
                      <a:lnTo>
                        <a:pt x="858" y="356"/>
                      </a:lnTo>
                      <a:lnTo>
                        <a:pt x="858" y="440"/>
                      </a:lnTo>
                      <a:lnTo>
                        <a:pt x="775" y="503"/>
                      </a:lnTo>
                      <a:lnTo>
                        <a:pt x="775" y="607"/>
                      </a:lnTo>
                      <a:lnTo>
                        <a:pt x="733" y="607"/>
                      </a:lnTo>
                      <a:lnTo>
                        <a:pt x="670" y="524"/>
                      </a:lnTo>
                      <a:lnTo>
                        <a:pt x="649" y="147"/>
                      </a:lnTo>
                      <a:lnTo>
                        <a:pt x="545" y="105"/>
                      </a:lnTo>
                      <a:lnTo>
                        <a:pt x="440" y="84"/>
                      </a:lnTo>
                      <a:lnTo>
                        <a:pt x="27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8" name="Google Shape;2318;p56"/>
                <p:cNvSpPr/>
                <p:nvPr/>
              </p:nvSpPr>
              <p:spPr>
                <a:xfrm>
                  <a:off x="4499150" y="1462675"/>
                  <a:ext cx="117200" cy="104100"/>
                </a:xfrm>
                <a:custGeom>
                  <a:avLst/>
                  <a:gdLst/>
                  <a:ahLst/>
                  <a:cxnLst/>
                  <a:rect l="l" t="t" r="r" b="b"/>
                  <a:pathLst>
                    <a:path w="4688" h="4164" extrusionOk="0">
                      <a:moveTo>
                        <a:pt x="398" y="0"/>
                      </a:moveTo>
                      <a:lnTo>
                        <a:pt x="357" y="63"/>
                      </a:lnTo>
                      <a:lnTo>
                        <a:pt x="336" y="168"/>
                      </a:lnTo>
                      <a:lnTo>
                        <a:pt x="357" y="251"/>
                      </a:lnTo>
                      <a:lnTo>
                        <a:pt x="357" y="398"/>
                      </a:lnTo>
                      <a:lnTo>
                        <a:pt x="252" y="523"/>
                      </a:lnTo>
                      <a:lnTo>
                        <a:pt x="147" y="712"/>
                      </a:lnTo>
                      <a:lnTo>
                        <a:pt x="22" y="879"/>
                      </a:lnTo>
                      <a:lnTo>
                        <a:pt x="1" y="984"/>
                      </a:lnTo>
                      <a:lnTo>
                        <a:pt x="22" y="1423"/>
                      </a:lnTo>
                      <a:lnTo>
                        <a:pt x="105" y="1507"/>
                      </a:lnTo>
                      <a:lnTo>
                        <a:pt x="210" y="1549"/>
                      </a:lnTo>
                      <a:lnTo>
                        <a:pt x="231" y="1653"/>
                      </a:lnTo>
                      <a:lnTo>
                        <a:pt x="189" y="1967"/>
                      </a:lnTo>
                      <a:lnTo>
                        <a:pt x="126" y="2093"/>
                      </a:lnTo>
                      <a:lnTo>
                        <a:pt x="105" y="2197"/>
                      </a:lnTo>
                      <a:lnTo>
                        <a:pt x="126" y="2281"/>
                      </a:lnTo>
                      <a:lnTo>
                        <a:pt x="189" y="2260"/>
                      </a:lnTo>
                      <a:lnTo>
                        <a:pt x="273" y="2155"/>
                      </a:lnTo>
                      <a:lnTo>
                        <a:pt x="419" y="2093"/>
                      </a:lnTo>
                      <a:lnTo>
                        <a:pt x="482" y="2155"/>
                      </a:lnTo>
                      <a:lnTo>
                        <a:pt x="503" y="2260"/>
                      </a:lnTo>
                      <a:lnTo>
                        <a:pt x="650" y="2385"/>
                      </a:lnTo>
                      <a:lnTo>
                        <a:pt x="754" y="2385"/>
                      </a:lnTo>
                      <a:lnTo>
                        <a:pt x="817" y="2344"/>
                      </a:lnTo>
                      <a:lnTo>
                        <a:pt x="901" y="2365"/>
                      </a:lnTo>
                      <a:cubicBezTo>
                        <a:pt x="859" y="2448"/>
                        <a:pt x="859" y="2511"/>
                        <a:pt x="859" y="2595"/>
                      </a:cubicBezTo>
                      <a:lnTo>
                        <a:pt x="838" y="2595"/>
                      </a:lnTo>
                      <a:lnTo>
                        <a:pt x="733" y="2657"/>
                      </a:lnTo>
                      <a:lnTo>
                        <a:pt x="629" y="2595"/>
                      </a:lnTo>
                      <a:lnTo>
                        <a:pt x="545" y="2595"/>
                      </a:lnTo>
                      <a:lnTo>
                        <a:pt x="440" y="2678"/>
                      </a:lnTo>
                      <a:lnTo>
                        <a:pt x="315" y="2678"/>
                      </a:lnTo>
                      <a:lnTo>
                        <a:pt x="294" y="2699"/>
                      </a:lnTo>
                      <a:lnTo>
                        <a:pt x="336" y="2783"/>
                      </a:lnTo>
                      <a:lnTo>
                        <a:pt x="482" y="2804"/>
                      </a:lnTo>
                      <a:lnTo>
                        <a:pt x="524" y="2909"/>
                      </a:lnTo>
                      <a:lnTo>
                        <a:pt x="650" y="2971"/>
                      </a:lnTo>
                      <a:lnTo>
                        <a:pt x="733" y="3076"/>
                      </a:lnTo>
                      <a:lnTo>
                        <a:pt x="901" y="3118"/>
                      </a:lnTo>
                      <a:lnTo>
                        <a:pt x="1110" y="3118"/>
                      </a:lnTo>
                      <a:lnTo>
                        <a:pt x="1173" y="3139"/>
                      </a:lnTo>
                      <a:lnTo>
                        <a:pt x="1131" y="3181"/>
                      </a:lnTo>
                      <a:lnTo>
                        <a:pt x="963" y="3222"/>
                      </a:lnTo>
                      <a:lnTo>
                        <a:pt x="838" y="3222"/>
                      </a:lnTo>
                      <a:lnTo>
                        <a:pt x="838" y="3285"/>
                      </a:lnTo>
                      <a:lnTo>
                        <a:pt x="942" y="3327"/>
                      </a:lnTo>
                      <a:lnTo>
                        <a:pt x="1068" y="3327"/>
                      </a:lnTo>
                      <a:lnTo>
                        <a:pt x="1173" y="3243"/>
                      </a:lnTo>
                      <a:lnTo>
                        <a:pt x="1319" y="3139"/>
                      </a:lnTo>
                      <a:lnTo>
                        <a:pt x="1382" y="3097"/>
                      </a:lnTo>
                      <a:lnTo>
                        <a:pt x="1445" y="2929"/>
                      </a:lnTo>
                      <a:lnTo>
                        <a:pt x="1528" y="2762"/>
                      </a:lnTo>
                      <a:lnTo>
                        <a:pt x="1486" y="2678"/>
                      </a:lnTo>
                      <a:lnTo>
                        <a:pt x="1256" y="2532"/>
                      </a:lnTo>
                      <a:lnTo>
                        <a:pt x="1152" y="2511"/>
                      </a:lnTo>
                      <a:lnTo>
                        <a:pt x="1152" y="2385"/>
                      </a:lnTo>
                      <a:lnTo>
                        <a:pt x="1256" y="2406"/>
                      </a:lnTo>
                      <a:lnTo>
                        <a:pt x="1382" y="2385"/>
                      </a:lnTo>
                      <a:lnTo>
                        <a:pt x="1570" y="2281"/>
                      </a:lnTo>
                      <a:lnTo>
                        <a:pt x="1654" y="2176"/>
                      </a:lnTo>
                      <a:lnTo>
                        <a:pt x="1654" y="2072"/>
                      </a:lnTo>
                      <a:lnTo>
                        <a:pt x="1779" y="1946"/>
                      </a:lnTo>
                      <a:lnTo>
                        <a:pt x="1968" y="1800"/>
                      </a:lnTo>
                      <a:lnTo>
                        <a:pt x="2114" y="1967"/>
                      </a:lnTo>
                      <a:lnTo>
                        <a:pt x="2010" y="2009"/>
                      </a:lnTo>
                      <a:lnTo>
                        <a:pt x="1968" y="2093"/>
                      </a:lnTo>
                      <a:lnTo>
                        <a:pt x="1968" y="2176"/>
                      </a:lnTo>
                      <a:lnTo>
                        <a:pt x="1800" y="2197"/>
                      </a:lnTo>
                      <a:lnTo>
                        <a:pt x="1696" y="2281"/>
                      </a:lnTo>
                      <a:lnTo>
                        <a:pt x="1654" y="2469"/>
                      </a:lnTo>
                      <a:lnTo>
                        <a:pt x="1654" y="2574"/>
                      </a:lnTo>
                      <a:lnTo>
                        <a:pt x="1758" y="2637"/>
                      </a:lnTo>
                      <a:lnTo>
                        <a:pt x="1821" y="2637"/>
                      </a:lnTo>
                      <a:lnTo>
                        <a:pt x="1884" y="2720"/>
                      </a:lnTo>
                      <a:lnTo>
                        <a:pt x="1758" y="2867"/>
                      </a:lnTo>
                      <a:lnTo>
                        <a:pt x="1717" y="2971"/>
                      </a:lnTo>
                      <a:lnTo>
                        <a:pt x="1779" y="3139"/>
                      </a:lnTo>
                      <a:lnTo>
                        <a:pt x="1758" y="3222"/>
                      </a:lnTo>
                      <a:lnTo>
                        <a:pt x="1570" y="3327"/>
                      </a:lnTo>
                      <a:lnTo>
                        <a:pt x="1549" y="3390"/>
                      </a:lnTo>
                      <a:lnTo>
                        <a:pt x="1675" y="3453"/>
                      </a:lnTo>
                      <a:lnTo>
                        <a:pt x="1738" y="3515"/>
                      </a:lnTo>
                      <a:lnTo>
                        <a:pt x="1779" y="3494"/>
                      </a:lnTo>
                      <a:lnTo>
                        <a:pt x="1758" y="3411"/>
                      </a:lnTo>
                      <a:lnTo>
                        <a:pt x="1779" y="3348"/>
                      </a:lnTo>
                      <a:lnTo>
                        <a:pt x="1884" y="3411"/>
                      </a:lnTo>
                      <a:lnTo>
                        <a:pt x="1989" y="3494"/>
                      </a:lnTo>
                      <a:lnTo>
                        <a:pt x="2093" y="3432"/>
                      </a:lnTo>
                      <a:lnTo>
                        <a:pt x="2177" y="3432"/>
                      </a:lnTo>
                      <a:lnTo>
                        <a:pt x="2240" y="3536"/>
                      </a:lnTo>
                      <a:lnTo>
                        <a:pt x="2323" y="3746"/>
                      </a:lnTo>
                      <a:lnTo>
                        <a:pt x="2407" y="3829"/>
                      </a:lnTo>
                      <a:lnTo>
                        <a:pt x="2533" y="3850"/>
                      </a:lnTo>
                      <a:lnTo>
                        <a:pt x="2658" y="3934"/>
                      </a:lnTo>
                      <a:lnTo>
                        <a:pt x="2763" y="3955"/>
                      </a:lnTo>
                      <a:lnTo>
                        <a:pt x="2909" y="3871"/>
                      </a:lnTo>
                      <a:lnTo>
                        <a:pt x="3056" y="3829"/>
                      </a:lnTo>
                      <a:lnTo>
                        <a:pt x="3139" y="3871"/>
                      </a:lnTo>
                      <a:lnTo>
                        <a:pt x="3286" y="3955"/>
                      </a:lnTo>
                      <a:lnTo>
                        <a:pt x="3579" y="3976"/>
                      </a:lnTo>
                      <a:lnTo>
                        <a:pt x="3683" y="3955"/>
                      </a:lnTo>
                      <a:lnTo>
                        <a:pt x="3767" y="3976"/>
                      </a:lnTo>
                      <a:lnTo>
                        <a:pt x="3872" y="3976"/>
                      </a:lnTo>
                      <a:lnTo>
                        <a:pt x="3955" y="4059"/>
                      </a:lnTo>
                      <a:lnTo>
                        <a:pt x="4060" y="4164"/>
                      </a:lnTo>
                      <a:lnTo>
                        <a:pt x="4165" y="4164"/>
                      </a:lnTo>
                      <a:lnTo>
                        <a:pt x="4269" y="4080"/>
                      </a:lnTo>
                      <a:lnTo>
                        <a:pt x="4395" y="3955"/>
                      </a:lnTo>
                      <a:lnTo>
                        <a:pt x="4541" y="3913"/>
                      </a:lnTo>
                      <a:lnTo>
                        <a:pt x="4688" y="3725"/>
                      </a:lnTo>
                      <a:lnTo>
                        <a:pt x="4688" y="3620"/>
                      </a:lnTo>
                      <a:lnTo>
                        <a:pt x="4541" y="3453"/>
                      </a:lnTo>
                      <a:lnTo>
                        <a:pt x="4479" y="3432"/>
                      </a:lnTo>
                      <a:lnTo>
                        <a:pt x="4332" y="3285"/>
                      </a:lnTo>
                      <a:lnTo>
                        <a:pt x="4186" y="3243"/>
                      </a:lnTo>
                      <a:lnTo>
                        <a:pt x="4060" y="3181"/>
                      </a:lnTo>
                      <a:lnTo>
                        <a:pt x="4018" y="3034"/>
                      </a:lnTo>
                      <a:lnTo>
                        <a:pt x="4102" y="3034"/>
                      </a:lnTo>
                      <a:lnTo>
                        <a:pt x="4186" y="3097"/>
                      </a:lnTo>
                      <a:lnTo>
                        <a:pt x="4290" y="3097"/>
                      </a:lnTo>
                      <a:lnTo>
                        <a:pt x="4290" y="3013"/>
                      </a:lnTo>
                      <a:lnTo>
                        <a:pt x="4165" y="2825"/>
                      </a:lnTo>
                      <a:lnTo>
                        <a:pt x="3976" y="2657"/>
                      </a:lnTo>
                      <a:lnTo>
                        <a:pt x="3976" y="2490"/>
                      </a:lnTo>
                      <a:lnTo>
                        <a:pt x="3955" y="2344"/>
                      </a:lnTo>
                      <a:lnTo>
                        <a:pt x="3851" y="2281"/>
                      </a:lnTo>
                      <a:lnTo>
                        <a:pt x="3851" y="2155"/>
                      </a:lnTo>
                      <a:lnTo>
                        <a:pt x="3788" y="2093"/>
                      </a:lnTo>
                      <a:lnTo>
                        <a:pt x="3746" y="2093"/>
                      </a:lnTo>
                      <a:lnTo>
                        <a:pt x="3370" y="1821"/>
                      </a:lnTo>
                      <a:lnTo>
                        <a:pt x="3160" y="1779"/>
                      </a:lnTo>
                      <a:lnTo>
                        <a:pt x="2972" y="1821"/>
                      </a:lnTo>
                      <a:lnTo>
                        <a:pt x="2951" y="1883"/>
                      </a:lnTo>
                      <a:lnTo>
                        <a:pt x="2972" y="1967"/>
                      </a:lnTo>
                      <a:lnTo>
                        <a:pt x="3139" y="2155"/>
                      </a:lnTo>
                      <a:lnTo>
                        <a:pt x="3139" y="2239"/>
                      </a:lnTo>
                      <a:lnTo>
                        <a:pt x="3077" y="2344"/>
                      </a:lnTo>
                      <a:lnTo>
                        <a:pt x="3077" y="2448"/>
                      </a:lnTo>
                      <a:lnTo>
                        <a:pt x="3056" y="2574"/>
                      </a:lnTo>
                      <a:lnTo>
                        <a:pt x="2972" y="2720"/>
                      </a:lnTo>
                      <a:lnTo>
                        <a:pt x="2930" y="2783"/>
                      </a:lnTo>
                      <a:lnTo>
                        <a:pt x="2909" y="2699"/>
                      </a:lnTo>
                      <a:lnTo>
                        <a:pt x="2951" y="2595"/>
                      </a:lnTo>
                      <a:lnTo>
                        <a:pt x="2972" y="2490"/>
                      </a:lnTo>
                      <a:lnTo>
                        <a:pt x="2930" y="2448"/>
                      </a:lnTo>
                      <a:lnTo>
                        <a:pt x="2972" y="2260"/>
                      </a:lnTo>
                      <a:lnTo>
                        <a:pt x="2930" y="2155"/>
                      </a:lnTo>
                      <a:lnTo>
                        <a:pt x="2742" y="1883"/>
                      </a:lnTo>
                      <a:lnTo>
                        <a:pt x="2595" y="1779"/>
                      </a:lnTo>
                      <a:lnTo>
                        <a:pt x="2386" y="1758"/>
                      </a:lnTo>
                      <a:lnTo>
                        <a:pt x="2323" y="1779"/>
                      </a:lnTo>
                      <a:lnTo>
                        <a:pt x="2282" y="1925"/>
                      </a:lnTo>
                      <a:lnTo>
                        <a:pt x="2240" y="1946"/>
                      </a:lnTo>
                      <a:cubicBezTo>
                        <a:pt x="2198" y="1883"/>
                        <a:pt x="2114" y="1841"/>
                        <a:pt x="2072" y="1821"/>
                      </a:cubicBezTo>
                      <a:lnTo>
                        <a:pt x="2114" y="1779"/>
                      </a:lnTo>
                      <a:lnTo>
                        <a:pt x="2177" y="1674"/>
                      </a:lnTo>
                      <a:lnTo>
                        <a:pt x="2177" y="1549"/>
                      </a:lnTo>
                      <a:lnTo>
                        <a:pt x="1989" y="1444"/>
                      </a:lnTo>
                      <a:lnTo>
                        <a:pt x="1800" y="1297"/>
                      </a:lnTo>
                      <a:lnTo>
                        <a:pt x="1696" y="1109"/>
                      </a:lnTo>
                      <a:lnTo>
                        <a:pt x="1696" y="984"/>
                      </a:lnTo>
                      <a:lnTo>
                        <a:pt x="1758" y="837"/>
                      </a:lnTo>
                      <a:lnTo>
                        <a:pt x="1758" y="733"/>
                      </a:lnTo>
                      <a:lnTo>
                        <a:pt x="1696" y="712"/>
                      </a:lnTo>
                      <a:lnTo>
                        <a:pt x="1403" y="712"/>
                      </a:lnTo>
                      <a:lnTo>
                        <a:pt x="1194" y="628"/>
                      </a:lnTo>
                      <a:lnTo>
                        <a:pt x="1047" y="523"/>
                      </a:lnTo>
                      <a:lnTo>
                        <a:pt x="817" y="251"/>
                      </a:lnTo>
                      <a:lnTo>
                        <a:pt x="650" y="105"/>
                      </a:lnTo>
                      <a:lnTo>
                        <a:pt x="4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9" name="Google Shape;2319;p56"/>
                <p:cNvSpPr/>
                <p:nvPr/>
              </p:nvSpPr>
              <p:spPr>
                <a:xfrm>
                  <a:off x="4241800" y="1706950"/>
                  <a:ext cx="130800" cy="246400"/>
                </a:xfrm>
                <a:custGeom>
                  <a:avLst/>
                  <a:gdLst/>
                  <a:ahLst/>
                  <a:cxnLst/>
                  <a:rect l="l" t="t" r="r" b="b"/>
                  <a:pathLst>
                    <a:path w="5232" h="9856" extrusionOk="0">
                      <a:moveTo>
                        <a:pt x="4750" y="1"/>
                      </a:moveTo>
                      <a:lnTo>
                        <a:pt x="4625" y="63"/>
                      </a:lnTo>
                      <a:lnTo>
                        <a:pt x="4604" y="126"/>
                      </a:lnTo>
                      <a:lnTo>
                        <a:pt x="4520" y="105"/>
                      </a:lnTo>
                      <a:lnTo>
                        <a:pt x="4436" y="42"/>
                      </a:lnTo>
                      <a:lnTo>
                        <a:pt x="4332" y="63"/>
                      </a:lnTo>
                      <a:lnTo>
                        <a:pt x="4206" y="168"/>
                      </a:lnTo>
                      <a:lnTo>
                        <a:pt x="4185" y="273"/>
                      </a:lnTo>
                      <a:lnTo>
                        <a:pt x="4101" y="335"/>
                      </a:lnTo>
                      <a:lnTo>
                        <a:pt x="4018" y="356"/>
                      </a:lnTo>
                      <a:lnTo>
                        <a:pt x="3934" y="440"/>
                      </a:lnTo>
                      <a:lnTo>
                        <a:pt x="3934" y="524"/>
                      </a:lnTo>
                      <a:lnTo>
                        <a:pt x="3871" y="628"/>
                      </a:lnTo>
                      <a:lnTo>
                        <a:pt x="3871" y="670"/>
                      </a:lnTo>
                      <a:lnTo>
                        <a:pt x="3934" y="775"/>
                      </a:lnTo>
                      <a:lnTo>
                        <a:pt x="3934" y="858"/>
                      </a:lnTo>
                      <a:lnTo>
                        <a:pt x="3829" y="858"/>
                      </a:lnTo>
                      <a:lnTo>
                        <a:pt x="3788" y="900"/>
                      </a:lnTo>
                      <a:lnTo>
                        <a:pt x="3788" y="984"/>
                      </a:lnTo>
                      <a:lnTo>
                        <a:pt x="3725" y="1047"/>
                      </a:lnTo>
                      <a:lnTo>
                        <a:pt x="3662" y="1109"/>
                      </a:lnTo>
                      <a:lnTo>
                        <a:pt x="3453" y="1256"/>
                      </a:lnTo>
                      <a:lnTo>
                        <a:pt x="3369" y="1298"/>
                      </a:lnTo>
                      <a:lnTo>
                        <a:pt x="3306" y="1277"/>
                      </a:lnTo>
                      <a:lnTo>
                        <a:pt x="3202" y="1277"/>
                      </a:lnTo>
                      <a:lnTo>
                        <a:pt x="3139" y="1319"/>
                      </a:lnTo>
                      <a:lnTo>
                        <a:pt x="3034" y="1486"/>
                      </a:lnTo>
                      <a:lnTo>
                        <a:pt x="2951" y="1528"/>
                      </a:lnTo>
                      <a:lnTo>
                        <a:pt x="2888" y="1507"/>
                      </a:lnTo>
                      <a:lnTo>
                        <a:pt x="2867" y="1423"/>
                      </a:lnTo>
                      <a:lnTo>
                        <a:pt x="2825" y="1423"/>
                      </a:lnTo>
                      <a:lnTo>
                        <a:pt x="2783" y="1507"/>
                      </a:lnTo>
                      <a:lnTo>
                        <a:pt x="2825" y="1633"/>
                      </a:lnTo>
                      <a:lnTo>
                        <a:pt x="2783" y="1695"/>
                      </a:lnTo>
                      <a:lnTo>
                        <a:pt x="2762" y="1591"/>
                      </a:lnTo>
                      <a:lnTo>
                        <a:pt x="2721" y="1486"/>
                      </a:lnTo>
                      <a:lnTo>
                        <a:pt x="2532" y="1507"/>
                      </a:lnTo>
                      <a:lnTo>
                        <a:pt x="2323" y="1570"/>
                      </a:lnTo>
                      <a:lnTo>
                        <a:pt x="2260" y="1612"/>
                      </a:lnTo>
                      <a:lnTo>
                        <a:pt x="2197" y="1633"/>
                      </a:lnTo>
                      <a:lnTo>
                        <a:pt x="2156" y="1695"/>
                      </a:lnTo>
                      <a:lnTo>
                        <a:pt x="2218" y="1842"/>
                      </a:lnTo>
                      <a:lnTo>
                        <a:pt x="2260" y="1905"/>
                      </a:lnTo>
                      <a:lnTo>
                        <a:pt x="2260" y="1946"/>
                      </a:lnTo>
                      <a:lnTo>
                        <a:pt x="2218" y="1988"/>
                      </a:lnTo>
                      <a:lnTo>
                        <a:pt x="2135" y="2093"/>
                      </a:lnTo>
                      <a:lnTo>
                        <a:pt x="2093" y="2051"/>
                      </a:lnTo>
                      <a:lnTo>
                        <a:pt x="2093" y="2009"/>
                      </a:lnTo>
                      <a:lnTo>
                        <a:pt x="2135" y="1946"/>
                      </a:lnTo>
                      <a:lnTo>
                        <a:pt x="2135" y="1884"/>
                      </a:lnTo>
                      <a:lnTo>
                        <a:pt x="2051" y="1884"/>
                      </a:lnTo>
                      <a:lnTo>
                        <a:pt x="1946" y="2009"/>
                      </a:lnTo>
                      <a:lnTo>
                        <a:pt x="1884" y="2051"/>
                      </a:lnTo>
                      <a:lnTo>
                        <a:pt x="1884" y="2135"/>
                      </a:lnTo>
                      <a:lnTo>
                        <a:pt x="1946" y="2156"/>
                      </a:lnTo>
                      <a:lnTo>
                        <a:pt x="1905" y="2218"/>
                      </a:lnTo>
                      <a:lnTo>
                        <a:pt x="1842" y="2323"/>
                      </a:lnTo>
                      <a:lnTo>
                        <a:pt x="1716" y="2323"/>
                      </a:lnTo>
                      <a:lnTo>
                        <a:pt x="1632" y="2365"/>
                      </a:lnTo>
                      <a:lnTo>
                        <a:pt x="1612" y="2449"/>
                      </a:lnTo>
                      <a:lnTo>
                        <a:pt x="1507" y="2470"/>
                      </a:lnTo>
                      <a:lnTo>
                        <a:pt x="1465" y="2553"/>
                      </a:lnTo>
                      <a:lnTo>
                        <a:pt x="1423" y="2721"/>
                      </a:lnTo>
                      <a:lnTo>
                        <a:pt x="1465" y="2742"/>
                      </a:lnTo>
                      <a:lnTo>
                        <a:pt x="1528" y="2742"/>
                      </a:lnTo>
                      <a:lnTo>
                        <a:pt x="1465" y="2825"/>
                      </a:lnTo>
                      <a:lnTo>
                        <a:pt x="1277" y="2825"/>
                      </a:lnTo>
                      <a:lnTo>
                        <a:pt x="1214" y="2867"/>
                      </a:lnTo>
                      <a:lnTo>
                        <a:pt x="1193" y="3034"/>
                      </a:lnTo>
                      <a:lnTo>
                        <a:pt x="1214" y="3097"/>
                      </a:lnTo>
                      <a:lnTo>
                        <a:pt x="1277" y="3097"/>
                      </a:lnTo>
                      <a:lnTo>
                        <a:pt x="1360" y="3076"/>
                      </a:lnTo>
                      <a:lnTo>
                        <a:pt x="1381" y="3139"/>
                      </a:lnTo>
                      <a:lnTo>
                        <a:pt x="1360" y="3181"/>
                      </a:lnTo>
                      <a:lnTo>
                        <a:pt x="1360" y="3286"/>
                      </a:lnTo>
                      <a:lnTo>
                        <a:pt x="1277" y="3348"/>
                      </a:lnTo>
                      <a:lnTo>
                        <a:pt x="1193" y="3306"/>
                      </a:lnTo>
                      <a:lnTo>
                        <a:pt x="1068" y="3286"/>
                      </a:lnTo>
                      <a:lnTo>
                        <a:pt x="942" y="3348"/>
                      </a:lnTo>
                      <a:lnTo>
                        <a:pt x="900" y="3411"/>
                      </a:lnTo>
                      <a:lnTo>
                        <a:pt x="900" y="3495"/>
                      </a:lnTo>
                      <a:lnTo>
                        <a:pt x="858" y="3599"/>
                      </a:lnTo>
                      <a:lnTo>
                        <a:pt x="754" y="3683"/>
                      </a:lnTo>
                      <a:lnTo>
                        <a:pt x="670" y="3620"/>
                      </a:lnTo>
                      <a:lnTo>
                        <a:pt x="628" y="3558"/>
                      </a:lnTo>
                      <a:lnTo>
                        <a:pt x="586" y="3474"/>
                      </a:lnTo>
                      <a:lnTo>
                        <a:pt x="544" y="3495"/>
                      </a:lnTo>
                      <a:lnTo>
                        <a:pt x="524" y="3662"/>
                      </a:lnTo>
                      <a:lnTo>
                        <a:pt x="544" y="3788"/>
                      </a:lnTo>
                      <a:lnTo>
                        <a:pt x="649" y="3871"/>
                      </a:lnTo>
                      <a:lnTo>
                        <a:pt x="733" y="3830"/>
                      </a:lnTo>
                      <a:lnTo>
                        <a:pt x="754" y="3871"/>
                      </a:lnTo>
                      <a:lnTo>
                        <a:pt x="754" y="3934"/>
                      </a:lnTo>
                      <a:lnTo>
                        <a:pt x="691" y="4081"/>
                      </a:lnTo>
                      <a:lnTo>
                        <a:pt x="733" y="4122"/>
                      </a:lnTo>
                      <a:lnTo>
                        <a:pt x="796" y="4143"/>
                      </a:lnTo>
                      <a:lnTo>
                        <a:pt x="858" y="4081"/>
                      </a:lnTo>
                      <a:lnTo>
                        <a:pt x="900" y="4081"/>
                      </a:lnTo>
                      <a:lnTo>
                        <a:pt x="963" y="4102"/>
                      </a:lnTo>
                      <a:lnTo>
                        <a:pt x="1068" y="4102"/>
                      </a:lnTo>
                      <a:lnTo>
                        <a:pt x="1151" y="4039"/>
                      </a:lnTo>
                      <a:lnTo>
                        <a:pt x="1172" y="4081"/>
                      </a:lnTo>
                      <a:lnTo>
                        <a:pt x="1109" y="4143"/>
                      </a:lnTo>
                      <a:lnTo>
                        <a:pt x="1047" y="4185"/>
                      </a:lnTo>
                      <a:lnTo>
                        <a:pt x="900" y="4185"/>
                      </a:lnTo>
                      <a:lnTo>
                        <a:pt x="858" y="4248"/>
                      </a:lnTo>
                      <a:lnTo>
                        <a:pt x="775" y="4227"/>
                      </a:lnTo>
                      <a:lnTo>
                        <a:pt x="733" y="4311"/>
                      </a:lnTo>
                      <a:lnTo>
                        <a:pt x="754" y="4436"/>
                      </a:lnTo>
                      <a:lnTo>
                        <a:pt x="837" y="4499"/>
                      </a:lnTo>
                      <a:lnTo>
                        <a:pt x="900" y="4520"/>
                      </a:lnTo>
                      <a:lnTo>
                        <a:pt x="984" y="4499"/>
                      </a:lnTo>
                      <a:lnTo>
                        <a:pt x="1005" y="4520"/>
                      </a:lnTo>
                      <a:lnTo>
                        <a:pt x="984" y="4562"/>
                      </a:lnTo>
                      <a:lnTo>
                        <a:pt x="858" y="4625"/>
                      </a:lnTo>
                      <a:lnTo>
                        <a:pt x="733" y="4625"/>
                      </a:lnTo>
                      <a:lnTo>
                        <a:pt x="649" y="4666"/>
                      </a:lnTo>
                      <a:lnTo>
                        <a:pt x="649" y="4729"/>
                      </a:lnTo>
                      <a:lnTo>
                        <a:pt x="691" y="4771"/>
                      </a:lnTo>
                      <a:lnTo>
                        <a:pt x="796" y="4750"/>
                      </a:lnTo>
                      <a:lnTo>
                        <a:pt x="900" y="4750"/>
                      </a:lnTo>
                      <a:lnTo>
                        <a:pt x="900" y="4813"/>
                      </a:lnTo>
                      <a:lnTo>
                        <a:pt x="837" y="4834"/>
                      </a:lnTo>
                      <a:lnTo>
                        <a:pt x="733" y="4855"/>
                      </a:lnTo>
                      <a:lnTo>
                        <a:pt x="733" y="4897"/>
                      </a:lnTo>
                      <a:lnTo>
                        <a:pt x="754" y="4938"/>
                      </a:lnTo>
                      <a:lnTo>
                        <a:pt x="879" y="4959"/>
                      </a:lnTo>
                      <a:lnTo>
                        <a:pt x="984" y="5043"/>
                      </a:lnTo>
                      <a:lnTo>
                        <a:pt x="984" y="5085"/>
                      </a:lnTo>
                      <a:lnTo>
                        <a:pt x="858" y="5085"/>
                      </a:lnTo>
                      <a:lnTo>
                        <a:pt x="754" y="5043"/>
                      </a:lnTo>
                      <a:lnTo>
                        <a:pt x="649" y="5043"/>
                      </a:lnTo>
                      <a:lnTo>
                        <a:pt x="565" y="5085"/>
                      </a:lnTo>
                      <a:lnTo>
                        <a:pt x="544" y="5169"/>
                      </a:lnTo>
                      <a:lnTo>
                        <a:pt x="482" y="5210"/>
                      </a:lnTo>
                      <a:lnTo>
                        <a:pt x="482" y="5273"/>
                      </a:lnTo>
                      <a:lnTo>
                        <a:pt x="544" y="5315"/>
                      </a:lnTo>
                      <a:lnTo>
                        <a:pt x="524" y="5378"/>
                      </a:lnTo>
                      <a:lnTo>
                        <a:pt x="461" y="5399"/>
                      </a:lnTo>
                      <a:lnTo>
                        <a:pt x="419" y="5399"/>
                      </a:lnTo>
                      <a:lnTo>
                        <a:pt x="335" y="5483"/>
                      </a:lnTo>
                      <a:lnTo>
                        <a:pt x="314" y="5566"/>
                      </a:lnTo>
                      <a:lnTo>
                        <a:pt x="335" y="5608"/>
                      </a:lnTo>
                      <a:lnTo>
                        <a:pt x="314" y="5671"/>
                      </a:lnTo>
                      <a:lnTo>
                        <a:pt x="210" y="5692"/>
                      </a:lnTo>
                      <a:lnTo>
                        <a:pt x="210" y="5713"/>
                      </a:lnTo>
                      <a:lnTo>
                        <a:pt x="335" y="5838"/>
                      </a:lnTo>
                      <a:lnTo>
                        <a:pt x="440" y="5901"/>
                      </a:lnTo>
                      <a:lnTo>
                        <a:pt x="482" y="5880"/>
                      </a:lnTo>
                      <a:lnTo>
                        <a:pt x="524" y="5796"/>
                      </a:lnTo>
                      <a:lnTo>
                        <a:pt x="586" y="5734"/>
                      </a:lnTo>
                      <a:lnTo>
                        <a:pt x="754" y="5629"/>
                      </a:lnTo>
                      <a:lnTo>
                        <a:pt x="858" y="5587"/>
                      </a:lnTo>
                      <a:lnTo>
                        <a:pt x="858" y="5629"/>
                      </a:lnTo>
                      <a:lnTo>
                        <a:pt x="837" y="5629"/>
                      </a:lnTo>
                      <a:lnTo>
                        <a:pt x="796" y="5713"/>
                      </a:lnTo>
                      <a:lnTo>
                        <a:pt x="649" y="5817"/>
                      </a:lnTo>
                      <a:lnTo>
                        <a:pt x="586" y="5922"/>
                      </a:lnTo>
                      <a:lnTo>
                        <a:pt x="565" y="6027"/>
                      </a:lnTo>
                      <a:lnTo>
                        <a:pt x="586" y="6131"/>
                      </a:lnTo>
                      <a:lnTo>
                        <a:pt x="565" y="6194"/>
                      </a:lnTo>
                      <a:lnTo>
                        <a:pt x="565" y="6236"/>
                      </a:lnTo>
                      <a:lnTo>
                        <a:pt x="754" y="6236"/>
                      </a:lnTo>
                      <a:lnTo>
                        <a:pt x="837" y="6194"/>
                      </a:lnTo>
                      <a:lnTo>
                        <a:pt x="837" y="6257"/>
                      </a:lnTo>
                      <a:lnTo>
                        <a:pt x="775" y="6299"/>
                      </a:lnTo>
                      <a:lnTo>
                        <a:pt x="586" y="6299"/>
                      </a:lnTo>
                      <a:lnTo>
                        <a:pt x="524" y="6340"/>
                      </a:lnTo>
                      <a:lnTo>
                        <a:pt x="356" y="6445"/>
                      </a:lnTo>
                      <a:lnTo>
                        <a:pt x="356" y="6571"/>
                      </a:lnTo>
                      <a:lnTo>
                        <a:pt x="335" y="6654"/>
                      </a:lnTo>
                      <a:lnTo>
                        <a:pt x="356" y="6759"/>
                      </a:lnTo>
                      <a:lnTo>
                        <a:pt x="461" y="6759"/>
                      </a:lnTo>
                      <a:lnTo>
                        <a:pt x="524" y="6822"/>
                      </a:lnTo>
                      <a:lnTo>
                        <a:pt x="482" y="6863"/>
                      </a:lnTo>
                      <a:lnTo>
                        <a:pt x="377" y="6863"/>
                      </a:lnTo>
                      <a:lnTo>
                        <a:pt x="252" y="6884"/>
                      </a:lnTo>
                      <a:lnTo>
                        <a:pt x="147" y="7052"/>
                      </a:lnTo>
                      <a:lnTo>
                        <a:pt x="147" y="7177"/>
                      </a:lnTo>
                      <a:lnTo>
                        <a:pt x="210" y="7240"/>
                      </a:lnTo>
                      <a:lnTo>
                        <a:pt x="272" y="7198"/>
                      </a:lnTo>
                      <a:lnTo>
                        <a:pt x="440" y="7135"/>
                      </a:lnTo>
                      <a:lnTo>
                        <a:pt x="461" y="7177"/>
                      </a:lnTo>
                      <a:lnTo>
                        <a:pt x="356" y="7261"/>
                      </a:lnTo>
                      <a:lnTo>
                        <a:pt x="335" y="7366"/>
                      </a:lnTo>
                      <a:lnTo>
                        <a:pt x="377" y="7366"/>
                      </a:lnTo>
                      <a:lnTo>
                        <a:pt x="461" y="7282"/>
                      </a:lnTo>
                      <a:lnTo>
                        <a:pt x="544" y="7261"/>
                      </a:lnTo>
                      <a:lnTo>
                        <a:pt x="565" y="7303"/>
                      </a:lnTo>
                      <a:lnTo>
                        <a:pt x="482" y="7387"/>
                      </a:lnTo>
                      <a:lnTo>
                        <a:pt x="461" y="7470"/>
                      </a:lnTo>
                      <a:lnTo>
                        <a:pt x="544" y="7554"/>
                      </a:lnTo>
                      <a:lnTo>
                        <a:pt x="649" y="7554"/>
                      </a:lnTo>
                      <a:lnTo>
                        <a:pt x="565" y="7575"/>
                      </a:lnTo>
                      <a:lnTo>
                        <a:pt x="482" y="7575"/>
                      </a:lnTo>
                      <a:lnTo>
                        <a:pt x="419" y="7659"/>
                      </a:lnTo>
                      <a:lnTo>
                        <a:pt x="419" y="7721"/>
                      </a:lnTo>
                      <a:lnTo>
                        <a:pt x="461" y="7826"/>
                      </a:lnTo>
                      <a:lnTo>
                        <a:pt x="419" y="7889"/>
                      </a:lnTo>
                      <a:lnTo>
                        <a:pt x="356" y="7868"/>
                      </a:lnTo>
                      <a:lnTo>
                        <a:pt x="252" y="7889"/>
                      </a:lnTo>
                      <a:lnTo>
                        <a:pt x="168" y="7826"/>
                      </a:lnTo>
                      <a:lnTo>
                        <a:pt x="105" y="7826"/>
                      </a:lnTo>
                      <a:lnTo>
                        <a:pt x="0" y="7972"/>
                      </a:lnTo>
                      <a:lnTo>
                        <a:pt x="0" y="8077"/>
                      </a:lnTo>
                      <a:lnTo>
                        <a:pt x="168" y="8265"/>
                      </a:lnTo>
                      <a:lnTo>
                        <a:pt x="147" y="8391"/>
                      </a:lnTo>
                      <a:lnTo>
                        <a:pt x="168" y="8496"/>
                      </a:lnTo>
                      <a:lnTo>
                        <a:pt x="335" y="8621"/>
                      </a:lnTo>
                      <a:lnTo>
                        <a:pt x="335" y="8705"/>
                      </a:lnTo>
                      <a:lnTo>
                        <a:pt x="482" y="8830"/>
                      </a:lnTo>
                      <a:lnTo>
                        <a:pt x="586" y="8872"/>
                      </a:lnTo>
                      <a:lnTo>
                        <a:pt x="649" y="8851"/>
                      </a:lnTo>
                      <a:lnTo>
                        <a:pt x="733" y="8830"/>
                      </a:lnTo>
                      <a:lnTo>
                        <a:pt x="837" y="8663"/>
                      </a:lnTo>
                      <a:lnTo>
                        <a:pt x="796" y="8516"/>
                      </a:lnTo>
                      <a:lnTo>
                        <a:pt x="837" y="8412"/>
                      </a:lnTo>
                      <a:lnTo>
                        <a:pt x="900" y="8307"/>
                      </a:lnTo>
                      <a:lnTo>
                        <a:pt x="858" y="8433"/>
                      </a:lnTo>
                      <a:lnTo>
                        <a:pt x="858" y="8516"/>
                      </a:lnTo>
                      <a:lnTo>
                        <a:pt x="900" y="8600"/>
                      </a:lnTo>
                      <a:lnTo>
                        <a:pt x="963" y="8747"/>
                      </a:lnTo>
                      <a:lnTo>
                        <a:pt x="1047" y="8788"/>
                      </a:lnTo>
                      <a:lnTo>
                        <a:pt x="1109" y="8726"/>
                      </a:lnTo>
                      <a:lnTo>
                        <a:pt x="1109" y="8642"/>
                      </a:lnTo>
                      <a:lnTo>
                        <a:pt x="1172" y="8537"/>
                      </a:lnTo>
                      <a:lnTo>
                        <a:pt x="1193" y="8600"/>
                      </a:lnTo>
                      <a:lnTo>
                        <a:pt x="1172" y="8642"/>
                      </a:lnTo>
                      <a:lnTo>
                        <a:pt x="1172" y="8747"/>
                      </a:lnTo>
                      <a:lnTo>
                        <a:pt x="1277" y="8935"/>
                      </a:lnTo>
                      <a:lnTo>
                        <a:pt x="1402" y="9019"/>
                      </a:lnTo>
                      <a:lnTo>
                        <a:pt x="1507" y="9019"/>
                      </a:lnTo>
                      <a:lnTo>
                        <a:pt x="1591" y="8956"/>
                      </a:lnTo>
                      <a:lnTo>
                        <a:pt x="1632" y="8998"/>
                      </a:lnTo>
                      <a:lnTo>
                        <a:pt x="1612" y="9040"/>
                      </a:lnTo>
                      <a:lnTo>
                        <a:pt x="1570" y="9040"/>
                      </a:lnTo>
                      <a:lnTo>
                        <a:pt x="1528" y="9123"/>
                      </a:lnTo>
                      <a:lnTo>
                        <a:pt x="1444" y="9165"/>
                      </a:lnTo>
                      <a:lnTo>
                        <a:pt x="1423" y="9249"/>
                      </a:lnTo>
                      <a:lnTo>
                        <a:pt x="1528" y="9332"/>
                      </a:lnTo>
                      <a:lnTo>
                        <a:pt x="1528" y="9416"/>
                      </a:lnTo>
                      <a:lnTo>
                        <a:pt x="1444" y="9416"/>
                      </a:lnTo>
                      <a:lnTo>
                        <a:pt x="1381" y="9374"/>
                      </a:lnTo>
                      <a:lnTo>
                        <a:pt x="1381" y="9458"/>
                      </a:lnTo>
                      <a:lnTo>
                        <a:pt x="1423" y="9521"/>
                      </a:lnTo>
                      <a:lnTo>
                        <a:pt x="1612" y="9542"/>
                      </a:lnTo>
                      <a:lnTo>
                        <a:pt x="1716" y="9584"/>
                      </a:lnTo>
                      <a:lnTo>
                        <a:pt x="1821" y="9563"/>
                      </a:lnTo>
                      <a:lnTo>
                        <a:pt x="1967" y="9604"/>
                      </a:lnTo>
                      <a:lnTo>
                        <a:pt x="1967" y="9521"/>
                      </a:lnTo>
                      <a:lnTo>
                        <a:pt x="2051" y="9542"/>
                      </a:lnTo>
                      <a:lnTo>
                        <a:pt x="2072" y="9625"/>
                      </a:lnTo>
                      <a:lnTo>
                        <a:pt x="2135" y="9772"/>
                      </a:lnTo>
                      <a:lnTo>
                        <a:pt x="2218" y="9856"/>
                      </a:lnTo>
                      <a:lnTo>
                        <a:pt x="2281" y="9856"/>
                      </a:lnTo>
                      <a:lnTo>
                        <a:pt x="2365" y="9751"/>
                      </a:lnTo>
                      <a:lnTo>
                        <a:pt x="2344" y="9625"/>
                      </a:lnTo>
                      <a:lnTo>
                        <a:pt x="2177" y="9542"/>
                      </a:lnTo>
                      <a:lnTo>
                        <a:pt x="2135" y="9521"/>
                      </a:lnTo>
                      <a:lnTo>
                        <a:pt x="2177" y="9479"/>
                      </a:lnTo>
                      <a:lnTo>
                        <a:pt x="2260" y="9521"/>
                      </a:lnTo>
                      <a:lnTo>
                        <a:pt x="2365" y="9584"/>
                      </a:lnTo>
                      <a:lnTo>
                        <a:pt x="2428" y="9667"/>
                      </a:lnTo>
                      <a:lnTo>
                        <a:pt x="2469" y="9772"/>
                      </a:lnTo>
                      <a:lnTo>
                        <a:pt x="2532" y="9772"/>
                      </a:lnTo>
                      <a:lnTo>
                        <a:pt x="2553" y="9667"/>
                      </a:lnTo>
                      <a:lnTo>
                        <a:pt x="2595" y="9646"/>
                      </a:lnTo>
                      <a:lnTo>
                        <a:pt x="2679" y="9751"/>
                      </a:lnTo>
                      <a:lnTo>
                        <a:pt x="2804" y="9793"/>
                      </a:lnTo>
                      <a:lnTo>
                        <a:pt x="2888" y="9793"/>
                      </a:lnTo>
                      <a:lnTo>
                        <a:pt x="2888" y="9730"/>
                      </a:lnTo>
                      <a:lnTo>
                        <a:pt x="2783" y="9646"/>
                      </a:lnTo>
                      <a:lnTo>
                        <a:pt x="2783" y="9584"/>
                      </a:lnTo>
                      <a:lnTo>
                        <a:pt x="2846" y="9563"/>
                      </a:lnTo>
                      <a:lnTo>
                        <a:pt x="2951" y="9604"/>
                      </a:lnTo>
                      <a:lnTo>
                        <a:pt x="2993" y="9667"/>
                      </a:lnTo>
                      <a:lnTo>
                        <a:pt x="3013" y="9667"/>
                      </a:lnTo>
                      <a:lnTo>
                        <a:pt x="3055" y="9772"/>
                      </a:lnTo>
                      <a:lnTo>
                        <a:pt x="3118" y="9814"/>
                      </a:lnTo>
                      <a:lnTo>
                        <a:pt x="3181" y="9793"/>
                      </a:lnTo>
                      <a:lnTo>
                        <a:pt x="3202" y="9688"/>
                      </a:lnTo>
                      <a:lnTo>
                        <a:pt x="3160" y="9604"/>
                      </a:lnTo>
                      <a:lnTo>
                        <a:pt x="3076" y="9604"/>
                      </a:lnTo>
                      <a:lnTo>
                        <a:pt x="3013" y="9563"/>
                      </a:lnTo>
                      <a:lnTo>
                        <a:pt x="3055" y="9500"/>
                      </a:lnTo>
                      <a:lnTo>
                        <a:pt x="3097" y="9542"/>
                      </a:lnTo>
                      <a:lnTo>
                        <a:pt x="3160" y="9542"/>
                      </a:lnTo>
                      <a:lnTo>
                        <a:pt x="3223" y="9437"/>
                      </a:lnTo>
                      <a:lnTo>
                        <a:pt x="3265" y="9353"/>
                      </a:lnTo>
                      <a:lnTo>
                        <a:pt x="3265" y="9312"/>
                      </a:lnTo>
                      <a:lnTo>
                        <a:pt x="3118" y="9207"/>
                      </a:lnTo>
                      <a:lnTo>
                        <a:pt x="3055" y="9228"/>
                      </a:lnTo>
                      <a:lnTo>
                        <a:pt x="2951" y="9207"/>
                      </a:lnTo>
                      <a:lnTo>
                        <a:pt x="2867" y="9040"/>
                      </a:lnTo>
                      <a:lnTo>
                        <a:pt x="2762" y="9040"/>
                      </a:lnTo>
                      <a:lnTo>
                        <a:pt x="2574" y="8872"/>
                      </a:lnTo>
                      <a:lnTo>
                        <a:pt x="2490" y="8788"/>
                      </a:lnTo>
                      <a:lnTo>
                        <a:pt x="2365" y="8788"/>
                      </a:lnTo>
                      <a:lnTo>
                        <a:pt x="2239" y="8516"/>
                      </a:lnTo>
                      <a:lnTo>
                        <a:pt x="2030" y="8286"/>
                      </a:lnTo>
                      <a:lnTo>
                        <a:pt x="1946" y="8014"/>
                      </a:lnTo>
                      <a:lnTo>
                        <a:pt x="1842" y="7847"/>
                      </a:lnTo>
                      <a:lnTo>
                        <a:pt x="1842" y="7554"/>
                      </a:lnTo>
                      <a:lnTo>
                        <a:pt x="1758" y="7387"/>
                      </a:lnTo>
                      <a:lnTo>
                        <a:pt x="1716" y="7073"/>
                      </a:lnTo>
                      <a:lnTo>
                        <a:pt x="1695" y="7010"/>
                      </a:lnTo>
                      <a:lnTo>
                        <a:pt x="1737" y="6905"/>
                      </a:lnTo>
                      <a:lnTo>
                        <a:pt x="1737" y="6822"/>
                      </a:lnTo>
                      <a:lnTo>
                        <a:pt x="1632" y="6801"/>
                      </a:lnTo>
                      <a:lnTo>
                        <a:pt x="1549" y="6843"/>
                      </a:lnTo>
                      <a:lnTo>
                        <a:pt x="1486" y="6801"/>
                      </a:lnTo>
                      <a:lnTo>
                        <a:pt x="1507" y="6759"/>
                      </a:lnTo>
                      <a:lnTo>
                        <a:pt x="1653" y="6759"/>
                      </a:lnTo>
                      <a:lnTo>
                        <a:pt x="1800" y="6696"/>
                      </a:lnTo>
                      <a:lnTo>
                        <a:pt x="1821" y="6487"/>
                      </a:lnTo>
                      <a:lnTo>
                        <a:pt x="1800" y="6382"/>
                      </a:lnTo>
                      <a:lnTo>
                        <a:pt x="1695" y="6403"/>
                      </a:lnTo>
                      <a:lnTo>
                        <a:pt x="1591" y="6424"/>
                      </a:lnTo>
                      <a:lnTo>
                        <a:pt x="1632" y="6382"/>
                      </a:lnTo>
                      <a:lnTo>
                        <a:pt x="1800" y="6319"/>
                      </a:lnTo>
                      <a:lnTo>
                        <a:pt x="1821" y="6236"/>
                      </a:lnTo>
                      <a:lnTo>
                        <a:pt x="1779" y="6194"/>
                      </a:lnTo>
                      <a:lnTo>
                        <a:pt x="1570" y="6194"/>
                      </a:lnTo>
                      <a:lnTo>
                        <a:pt x="1423" y="6173"/>
                      </a:lnTo>
                      <a:lnTo>
                        <a:pt x="1423" y="6110"/>
                      </a:lnTo>
                      <a:lnTo>
                        <a:pt x="1507" y="6068"/>
                      </a:lnTo>
                      <a:lnTo>
                        <a:pt x="1465" y="6006"/>
                      </a:lnTo>
                      <a:lnTo>
                        <a:pt x="1465" y="5922"/>
                      </a:lnTo>
                      <a:lnTo>
                        <a:pt x="1507" y="5964"/>
                      </a:lnTo>
                      <a:lnTo>
                        <a:pt x="1570" y="6068"/>
                      </a:lnTo>
                      <a:lnTo>
                        <a:pt x="1674" y="6110"/>
                      </a:lnTo>
                      <a:lnTo>
                        <a:pt x="1821" y="6110"/>
                      </a:lnTo>
                      <a:lnTo>
                        <a:pt x="1842" y="6068"/>
                      </a:lnTo>
                      <a:lnTo>
                        <a:pt x="1925" y="6027"/>
                      </a:lnTo>
                      <a:lnTo>
                        <a:pt x="1988" y="5901"/>
                      </a:lnTo>
                      <a:lnTo>
                        <a:pt x="1988" y="5775"/>
                      </a:lnTo>
                      <a:lnTo>
                        <a:pt x="2051" y="5650"/>
                      </a:lnTo>
                      <a:lnTo>
                        <a:pt x="2093" y="5545"/>
                      </a:lnTo>
                      <a:lnTo>
                        <a:pt x="2009" y="5462"/>
                      </a:lnTo>
                      <a:lnTo>
                        <a:pt x="1946" y="5336"/>
                      </a:lnTo>
                      <a:lnTo>
                        <a:pt x="1842" y="5294"/>
                      </a:lnTo>
                      <a:lnTo>
                        <a:pt x="1779" y="5294"/>
                      </a:lnTo>
                      <a:lnTo>
                        <a:pt x="1716" y="5252"/>
                      </a:lnTo>
                      <a:lnTo>
                        <a:pt x="1800" y="5231"/>
                      </a:lnTo>
                      <a:lnTo>
                        <a:pt x="1884" y="5252"/>
                      </a:lnTo>
                      <a:lnTo>
                        <a:pt x="1946" y="5231"/>
                      </a:lnTo>
                      <a:lnTo>
                        <a:pt x="2009" y="5294"/>
                      </a:lnTo>
                      <a:lnTo>
                        <a:pt x="2009" y="5378"/>
                      </a:lnTo>
                      <a:lnTo>
                        <a:pt x="2051" y="5399"/>
                      </a:lnTo>
                      <a:lnTo>
                        <a:pt x="2114" y="5336"/>
                      </a:lnTo>
                      <a:lnTo>
                        <a:pt x="2051" y="5148"/>
                      </a:lnTo>
                      <a:lnTo>
                        <a:pt x="1925" y="4980"/>
                      </a:lnTo>
                      <a:lnTo>
                        <a:pt x="1821" y="4834"/>
                      </a:lnTo>
                      <a:lnTo>
                        <a:pt x="1842" y="4771"/>
                      </a:lnTo>
                      <a:lnTo>
                        <a:pt x="1925" y="4855"/>
                      </a:lnTo>
                      <a:lnTo>
                        <a:pt x="1946" y="4938"/>
                      </a:lnTo>
                      <a:lnTo>
                        <a:pt x="2051" y="4980"/>
                      </a:lnTo>
                      <a:lnTo>
                        <a:pt x="2156" y="5022"/>
                      </a:lnTo>
                      <a:lnTo>
                        <a:pt x="2197" y="4938"/>
                      </a:lnTo>
                      <a:lnTo>
                        <a:pt x="2197" y="4855"/>
                      </a:lnTo>
                      <a:lnTo>
                        <a:pt x="2135" y="4813"/>
                      </a:lnTo>
                      <a:lnTo>
                        <a:pt x="2135" y="4729"/>
                      </a:lnTo>
                      <a:lnTo>
                        <a:pt x="2218" y="4625"/>
                      </a:lnTo>
                      <a:lnTo>
                        <a:pt x="2218" y="4520"/>
                      </a:lnTo>
                      <a:lnTo>
                        <a:pt x="2135" y="4415"/>
                      </a:lnTo>
                      <a:lnTo>
                        <a:pt x="2009" y="4248"/>
                      </a:lnTo>
                      <a:lnTo>
                        <a:pt x="2093" y="4248"/>
                      </a:lnTo>
                      <a:lnTo>
                        <a:pt x="2197" y="4332"/>
                      </a:lnTo>
                      <a:lnTo>
                        <a:pt x="2260" y="4311"/>
                      </a:lnTo>
                      <a:lnTo>
                        <a:pt x="2323" y="4185"/>
                      </a:lnTo>
                      <a:lnTo>
                        <a:pt x="2302" y="4143"/>
                      </a:lnTo>
                      <a:lnTo>
                        <a:pt x="2218" y="4143"/>
                      </a:lnTo>
                      <a:lnTo>
                        <a:pt x="2218" y="3997"/>
                      </a:lnTo>
                      <a:lnTo>
                        <a:pt x="2302" y="3976"/>
                      </a:lnTo>
                      <a:lnTo>
                        <a:pt x="2407" y="4039"/>
                      </a:lnTo>
                      <a:lnTo>
                        <a:pt x="2553" y="4102"/>
                      </a:lnTo>
                      <a:lnTo>
                        <a:pt x="2616" y="4018"/>
                      </a:lnTo>
                      <a:lnTo>
                        <a:pt x="2532" y="3976"/>
                      </a:lnTo>
                      <a:lnTo>
                        <a:pt x="2532" y="3913"/>
                      </a:lnTo>
                      <a:lnTo>
                        <a:pt x="2616" y="3913"/>
                      </a:lnTo>
                      <a:lnTo>
                        <a:pt x="2679" y="3934"/>
                      </a:lnTo>
                      <a:lnTo>
                        <a:pt x="2762" y="3871"/>
                      </a:lnTo>
                      <a:lnTo>
                        <a:pt x="2762" y="3767"/>
                      </a:lnTo>
                      <a:lnTo>
                        <a:pt x="2741" y="3704"/>
                      </a:lnTo>
                      <a:lnTo>
                        <a:pt x="2762" y="3662"/>
                      </a:lnTo>
                      <a:lnTo>
                        <a:pt x="2930" y="3578"/>
                      </a:lnTo>
                      <a:lnTo>
                        <a:pt x="2951" y="3495"/>
                      </a:lnTo>
                      <a:lnTo>
                        <a:pt x="2846" y="3453"/>
                      </a:lnTo>
                      <a:lnTo>
                        <a:pt x="2783" y="3369"/>
                      </a:lnTo>
                      <a:lnTo>
                        <a:pt x="2846" y="3265"/>
                      </a:lnTo>
                      <a:lnTo>
                        <a:pt x="2888" y="3369"/>
                      </a:lnTo>
                      <a:lnTo>
                        <a:pt x="2972" y="3306"/>
                      </a:lnTo>
                      <a:lnTo>
                        <a:pt x="3139" y="3097"/>
                      </a:lnTo>
                      <a:lnTo>
                        <a:pt x="3181" y="2972"/>
                      </a:lnTo>
                      <a:lnTo>
                        <a:pt x="3265" y="2930"/>
                      </a:lnTo>
                      <a:lnTo>
                        <a:pt x="3285" y="2783"/>
                      </a:lnTo>
                      <a:lnTo>
                        <a:pt x="3453" y="2679"/>
                      </a:lnTo>
                      <a:lnTo>
                        <a:pt x="3516" y="2532"/>
                      </a:lnTo>
                      <a:lnTo>
                        <a:pt x="3599" y="2323"/>
                      </a:lnTo>
                      <a:lnTo>
                        <a:pt x="3683" y="2323"/>
                      </a:lnTo>
                      <a:lnTo>
                        <a:pt x="3892" y="2156"/>
                      </a:lnTo>
                      <a:lnTo>
                        <a:pt x="4122" y="1905"/>
                      </a:lnTo>
                      <a:lnTo>
                        <a:pt x="4311" y="1737"/>
                      </a:lnTo>
                      <a:lnTo>
                        <a:pt x="4394" y="1737"/>
                      </a:lnTo>
                      <a:lnTo>
                        <a:pt x="4541" y="1612"/>
                      </a:lnTo>
                      <a:lnTo>
                        <a:pt x="4729" y="1570"/>
                      </a:lnTo>
                      <a:lnTo>
                        <a:pt x="4834" y="1486"/>
                      </a:lnTo>
                      <a:lnTo>
                        <a:pt x="4980" y="1277"/>
                      </a:lnTo>
                      <a:lnTo>
                        <a:pt x="5064" y="1214"/>
                      </a:lnTo>
                      <a:lnTo>
                        <a:pt x="5127" y="1214"/>
                      </a:lnTo>
                      <a:lnTo>
                        <a:pt x="5190" y="1193"/>
                      </a:lnTo>
                      <a:lnTo>
                        <a:pt x="5190" y="1109"/>
                      </a:lnTo>
                      <a:lnTo>
                        <a:pt x="5169" y="1068"/>
                      </a:lnTo>
                      <a:lnTo>
                        <a:pt x="5231" y="963"/>
                      </a:lnTo>
                      <a:lnTo>
                        <a:pt x="5190" y="858"/>
                      </a:lnTo>
                      <a:lnTo>
                        <a:pt x="5190" y="691"/>
                      </a:lnTo>
                      <a:lnTo>
                        <a:pt x="5169" y="670"/>
                      </a:lnTo>
                      <a:lnTo>
                        <a:pt x="5085" y="670"/>
                      </a:lnTo>
                      <a:lnTo>
                        <a:pt x="5085" y="524"/>
                      </a:lnTo>
                      <a:lnTo>
                        <a:pt x="5148" y="377"/>
                      </a:lnTo>
                      <a:lnTo>
                        <a:pt x="5127" y="335"/>
                      </a:lnTo>
                      <a:lnTo>
                        <a:pt x="5022" y="314"/>
                      </a:lnTo>
                      <a:lnTo>
                        <a:pt x="4959" y="252"/>
                      </a:lnTo>
                      <a:lnTo>
                        <a:pt x="4855" y="231"/>
                      </a:lnTo>
                      <a:lnTo>
                        <a:pt x="4813" y="147"/>
                      </a:lnTo>
                      <a:lnTo>
                        <a:pt x="4813" y="42"/>
                      </a:lnTo>
                      <a:lnTo>
                        <a:pt x="47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0" name="Google Shape;2320;p56"/>
                <p:cNvSpPr/>
                <p:nvPr/>
              </p:nvSpPr>
              <p:spPr>
                <a:xfrm>
                  <a:off x="4015475" y="1586100"/>
                  <a:ext cx="1901975" cy="1017450"/>
                </a:xfrm>
                <a:custGeom>
                  <a:avLst/>
                  <a:gdLst/>
                  <a:ahLst/>
                  <a:cxnLst/>
                  <a:rect l="l" t="t" r="r" b="b"/>
                  <a:pathLst>
                    <a:path w="76079" h="40698" extrusionOk="0">
                      <a:moveTo>
                        <a:pt x="27578" y="1"/>
                      </a:moveTo>
                      <a:lnTo>
                        <a:pt x="27431" y="126"/>
                      </a:lnTo>
                      <a:lnTo>
                        <a:pt x="27389" y="231"/>
                      </a:lnTo>
                      <a:lnTo>
                        <a:pt x="27285" y="273"/>
                      </a:lnTo>
                      <a:lnTo>
                        <a:pt x="27368" y="377"/>
                      </a:lnTo>
                      <a:lnTo>
                        <a:pt x="27264" y="482"/>
                      </a:lnTo>
                      <a:lnTo>
                        <a:pt x="27243" y="649"/>
                      </a:lnTo>
                      <a:lnTo>
                        <a:pt x="27285" y="796"/>
                      </a:lnTo>
                      <a:lnTo>
                        <a:pt x="27159" y="921"/>
                      </a:lnTo>
                      <a:lnTo>
                        <a:pt x="27138" y="1444"/>
                      </a:lnTo>
                      <a:lnTo>
                        <a:pt x="27264" y="1570"/>
                      </a:lnTo>
                      <a:lnTo>
                        <a:pt x="27264" y="1695"/>
                      </a:lnTo>
                      <a:lnTo>
                        <a:pt x="27159" y="1695"/>
                      </a:lnTo>
                      <a:lnTo>
                        <a:pt x="27180" y="1842"/>
                      </a:lnTo>
                      <a:lnTo>
                        <a:pt x="27285" y="1967"/>
                      </a:lnTo>
                      <a:lnTo>
                        <a:pt x="27389" y="1967"/>
                      </a:lnTo>
                      <a:lnTo>
                        <a:pt x="27536" y="2156"/>
                      </a:lnTo>
                      <a:lnTo>
                        <a:pt x="27682" y="2177"/>
                      </a:lnTo>
                      <a:lnTo>
                        <a:pt x="27536" y="2281"/>
                      </a:lnTo>
                      <a:lnTo>
                        <a:pt x="27578" y="2407"/>
                      </a:lnTo>
                      <a:lnTo>
                        <a:pt x="27578" y="2491"/>
                      </a:lnTo>
                      <a:lnTo>
                        <a:pt x="27787" y="2511"/>
                      </a:lnTo>
                      <a:lnTo>
                        <a:pt x="27912" y="2470"/>
                      </a:lnTo>
                      <a:lnTo>
                        <a:pt x="28101" y="2532"/>
                      </a:lnTo>
                      <a:lnTo>
                        <a:pt x="28289" y="2532"/>
                      </a:lnTo>
                      <a:lnTo>
                        <a:pt x="28331" y="2616"/>
                      </a:lnTo>
                      <a:lnTo>
                        <a:pt x="28226" y="2700"/>
                      </a:lnTo>
                      <a:lnTo>
                        <a:pt x="28122" y="2679"/>
                      </a:lnTo>
                      <a:lnTo>
                        <a:pt x="28059" y="2700"/>
                      </a:lnTo>
                      <a:lnTo>
                        <a:pt x="27933" y="2616"/>
                      </a:lnTo>
                      <a:lnTo>
                        <a:pt x="27661" y="2721"/>
                      </a:lnTo>
                      <a:lnTo>
                        <a:pt x="27578" y="2679"/>
                      </a:lnTo>
                      <a:lnTo>
                        <a:pt x="27473" y="2721"/>
                      </a:lnTo>
                      <a:lnTo>
                        <a:pt x="27368" y="2700"/>
                      </a:lnTo>
                      <a:lnTo>
                        <a:pt x="27264" y="2700"/>
                      </a:lnTo>
                      <a:lnTo>
                        <a:pt x="27201" y="2783"/>
                      </a:lnTo>
                      <a:lnTo>
                        <a:pt x="26950" y="2783"/>
                      </a:lnTo>
                      <a:lnTo>
                        <a:pt x="26887" y="2888"/>
                      </a:lnTo>
                      <a:lnTo>
                        <a:pt x="26908" y="2930"/>
                      </a:lnTo>
                      <a:lnTo>
                        <a:pt x="27034" y="2951"/>
                      </a:lnTo>
                      <a:lnTo>
                        <a:pt x="27054" y="3055"/>
                      </a:lnTo>
                      <a:lnTo>
                        <a:pt x="27201" y="3035"/>
                      </a:lnTo>
                      <a:lnTo>
                        <a:pt x="27264" y="3097"/>
                      </a:lnTo>
                      <a:lnTo>
                        <a:pt x="27410" y="3014"/>
                      </a:lnTo>
                      <a:lnTo>
                        <a:pt x="27515" y="3160"/>
                      </a:lnTo>
                      <a:lnTo>
                        <a:pt x="27661" y="3265"/>
                      </a:lnTo>
                      <a:lnTo>
                        <a:pt x="27787" y="3516"/>
                      </a:lnTo>
                      <a:lnTo>
                        <a:pt x="27682" y="3746"/>
                      </a:lnTo>
                      <a:lnTo>
                        <a:pt x="27410" y="4018"/>
                      </a:lnTo>
                      <a:lnTo>
                        <a:pt x="27515" y="3746"/>
                      </a:lnTo>
                      <a:lnTo>
                        <a:pt x="27431" y="3662"/>
                      </a:lnTo>
                      <a:lnTo>
                        <a:pt x="27431" y="3495"/>
                      </a:lnTo>
                      <a:lnTo>
                        <a:pt x="27243" y="3453"/>
                      </a:lnTo>
                      <a:lnTo>
                        <a:pt x="27180" y="3432"/>
                      </a:lnTo>
                      <a:lnTo>
                        <a:pt x="27180" y="3348"/>
                      </a:lnTo>
                      <a:lnTo>
                        <a:pt x="27117" y="3327"/>
                      </a:lnTo>
                      <a:lnTo>
                        <a:pt x="27013" y="3411"/>
                      </a:lnTo>
                      <a:lnTo>
                        <a:pt x="26845" y="3411"/>
                      </a:lnTo>
                      <a:lnTo>
                        <a:pt x="26720" y="3537"/>
                      </a:lnTo>
                      <a:lnTo>
                        <a:pt x="26845" y="3599"/>
                      </a:lnTo>
                      <a:lnTo>
                        <a:pt x="26803" y="3662"/>
                      </a:lnTo>
                      <a:lnTo>
                        <a:pt x="26657" y="3662"/>
                      </a:lnTo>
                      <a:lnTo>
                        <a:pt x="26741" y="3767"/>
                      </a:lnTo>
                      <a:lnTo>
                        <a:pt x="26720" y="3851"/>
                      </a:lnTo>
                      <a:lnTo>
                        <a:pt x="26552" y="3976"/>
                      </a:lnTo>
                      <a:lnTo>
                        <a:pt x="26531" y="3851"/>
                      </a:lnTo>
                      <a:lnTo>
                        <a:pt x="26490" y="3851"/>
                      </a:lnTo>
                      <a:lnTo>
                        <a:pt x="26406" y="3913"/>
                      </a:lnTo>
                      <a:lnTo>
                        <a:pt x="26448" y="4039"/>
                      </a:lnTo>
                      <a:lnTo>
                        <a:pt x="26406" y="4164"/>
                      </a:lnTo>
                      <a:lnTo>
                        <a:pt x="26301" y="4164"/>
                      </a:lnTo>
                      <a:lnTo>
                        <a:pt x="26280" y="3976"/>
                      </a:lnTo>
                      <a:lnTo>
                        <a:pt x="26176" y="3871"/>
                      </a:lnTo>
                      <a:lnTo>
                        <a:pt x="26134" y="3934"/>
                      </a:lnTo>
                      <a:lnTo>
                        <a:pt x="26176" y="4039"/>
                      </a:lnTo>
                      <a:lnTo>
                        <a:pt x="26071" y="4227"/>
                      </a:lnTo>
                      <a:lnTo>
                        <a:pt x="26008" y="4374"/>
                      </a:lnTo>
                      <a:lnTo>
                        <a:pt x="25883" y="4290"/>
                      </a:lnTo>
                      <a:lnTo>
                        <a:pt x="25883" y="4227"/>
                      </a:lnTo>
                      <a:lnTo>
                        <a:pt x="26008" y="3955"/>
                      </a:lnTo>
                      <a:lnTo>
                        <a:pt x="25966" y="3851"/>
                      </a:lnTo>
                      <a:lnTo>
                        <a:pt x="25820" y="3830"/>
                      </a:lnTo>
                      <a:lnTo>
                        <a:pt x="25506" y="3934"/>
                      </a:lnTo>
                      <a:lnTo>
                        <a:pt x="25401" y="3871"/>
                      </a:lnTo>
                      <a:lnTo>
                        <a:pt x="25255" y="4018"/>
                      </a:lnTo>
                      <a:lnTo>
                        <a:pt x="25150" y="3976"/>
                      </a:lnTo>
                      <a:lnTo>
                        <a:pt x="25046" y="3934"/>
                      </a:lnTo>
                      <a:lnTo>
                        <a:pt x="24878" y="3955"/>
                      </a:lnTo>
                      <a:lnTo>
                        <a:pt x="25025" y="4081"/>
                      </a:lnTo>
                      <a:lnTo>
                        <a:pt x="24941" y="4164"/>
                      </a:lnTo>
                      <a:lnTo>
                        <a:pt x="24920" y="4143"/>
                      </a:lnTo>
                      <a:lnTo>
                        <a:pt x="24878" y="4081"/>
                      </a:lnTo>
                      <a:lnTo>
                        <a:pt x="24837" y="4060"/>
                      </a:lnTo>
                      <a:lnTo>
                        <a:pt x="24774" y="4164"/>
                      </a:lnTo>
                      <a:lnTo>
                        <a:pt x="24732" y="4227"/>
                      </a:lnTo>
                      <a:lnTo>
                        <a:pt x="24732" y="4478"/>
                      </a:lnTo>
                      <a:lnTo>
                        <a:pt x="24816" y="4562"/>
                      </a:lnTo>
                      <a:lnTo>
                        <a:pt x="24941" y="4436"/>
                      </a:lnTo>
                      <a:lnTo>
                        <a:pt x="25025" y="4478"/>
                      </a:lnTo>
                      <a:lnTo>
                        <a:pt x="25192" y="4353"/>
                      </a:lnTo>
                      <a:lnTo>
                        <a:pt x="25276" y="4374"/>
                      </a:lnTo>
                      <a:lnTo>
                        <a:pt x="25255" y="4478"/>
                      </a:lnTo>
                      <a:lnTo>
                        <a:pt x="24941" y="4604"/>
                      </a:lnTo>
                      <a:lnTo>
                        <a:pt x="24878" y="4750"/>
                      </a:lnTo>
                      <a:lnTo>
                        <a:pt x="24753" y="4813"/>
                      </a:lnTo>
                      <a:lnTo>
                        <a:pt x="24502" y="4855"/>
                      </a:lnTo>
                      <a:lnTo>
                        <a:pt x="24460" y="4918"/>
                      </a:lnTo>
                      <a:lnTo>
                        <a:pt x="24523" y="5001"/>
                      </a:lnTo>
                      <a:lnTo>
                        <a:pt x="24313" y="5064"/>
                      </a:lnTo>
                      <a:lnTo>
                        <a:pt x="24209" y="5001"/>
                      </a:lnTo>
                      <a:lnTo>
                        <a:pt x="24146" y="5022"/>
                      </a:lnTo>
                      <a:lnTo>
                        <a:pt x="24125" y="5127"/>
                      </a:lnTo>
                      <a:lnTo>
                        <a:pt x="24041" y="5169"/>
                      </a:lnTo>
                      <a:lnTo>
                        <a:pt x="23895" y="5211"/>
                      </a:lnTo>
                      <a:lnTo>
                        <a:pt x="23832" y="5294"/>
                      </a:lnTo>
                      <a:lnTo>
                        <a:pt x="23916" y="5399"/>
                      </a:lnTo>
                      <a:lnTo>
                        <a:pt x="23874" y="5399"/>
                      </a:lnTo>
                      <a:lnTo>
                        <a:pt x="23832" y="5504"/>
                      </a:lnTo>
                      <a:lnTo>
                        <a:pt x="23790" y="5524"/>
                      </a:lnTo>
                      <a:lnTo>
                        <a:pt x="23728" y="5441"/>
                      </a:lnTo>
                      <a:lnTo>
                        <a:pt x="23686" y="5441"/>
                      </a:lnTo>
                      <a:lnTo>
                        <a:pt x="23581" y="5608"/>
                      </a:lnTo>
                      <a:lnTo>
                        <a:pt x="23602" y="5650"/>
                      </a:lnTo>
                      <a:lnTo>
                        <a:pt x="23560" y="5713"/>
                      </a:lnTo>
                      <a:lnTo>
                        <a:pt x="23560" y="5817"/>
                      </a:lnTo>
                      <a:lnTo>
                        <a:pt x="23456" y="5943"/>
                      </a:lnTo>
                      <a:lnTo>
                        <a:pt x="23477" y="6048"/>
                      </a:lnTo>
                      <a:lnTo>
                        <a:pt x="23309" y="6110"/>
                      </a:lnTo>
                      <a:lnTo>
                        <a:pt x="23142" y="6110"/>
                      </a:lnTo>
                      <a:lnTo>
                        <a:pt x="23037" y="6173"/>
                      </a:lnTo>
                      <a:lnTo>
                        <a:pt x="23037" y="6278"/>
                      </a:lnTo>
                      <a:lnTo>
                        <a:pt x="23100" y="6278"/>
                      </a:lnTo>
                      <a:lnTo>
                        <a:pt x="23163" y="6215"/>
                      </a:lnTo>
                      <a:lnTo>
                        <a:pt x="23414" y="6257"/>
                      </a:lnTo>
                      <a:lnTo>
                        <a:pt x="23372" y="6340"/>
                      </a:lnTo>
                      <a:lnTo>
                        <a:pt x="23246" y="6320"/>
                      </a:lnTo>
                      <a:lnTo>
                        <a:pt x="23204" y="6361"/>
                      </a:lnTo>
                      <a:lnTo>
                        <a:pt x="23288" y="6445"/>
                      </a:lnTo>
                      <a:lnTo>
                        <a:pt x="23267" y="6675"/>
                      </a:lnTo>
                      <a:lnTo>
                        <a:pt x="23163" y="6759"/>
                      </a:lnTo>
                      <a:lnTo>
                        <a:pt x="23184" y="6843"/>
                      </a:lnTo>
                      <a:lnTo>
                        <a:pt x="23163" y="6947"/>
                      </a:lnTo>
                      <a:lnTo>
                        <a:pt x="23037" y="6759"/>
                      </a:lnTo>
                      <a:lnTo>
                        <a:pt x="22932" y="6780"/>
                      </a:lnTo>
                      <a:lnTo>
                        <a:pt x="22786" y="6633"/>
                      </a:lnTo>
                      <a:lnTo>
                        <a:pt x="22723" y="6592"/>
                      </a:lnTo>
                      <a:lnTo>
                        <a:pt x="22681" y="6654"/>
                      </a:lnTo>
                      <a:lnTo>
                        <a:pt x="22765" y="6738"/>
                      </a:lnTo>
                      <a:lnTo>
                        <a:pt x="22765" y="6843"/>
                      </a:lnTo>
                      <a:lnTo>
                        <a:pt x="22723" y="6905"/>
                      </a:lnTo>
                      <a:lnTo>
                        <a:pt x="22786" y="7010"/>
                      </a:lnTo>
                      <a:lnTo>
                        <a:pt x="22891" y="6968"/>
                      </a:lnTo>
                      <a:lnTo>
                        <a:pt x="23079" y="7010"/>
                      </a:lnTo>
                      <a:lnTo>
                        <a:pt x="23204" y="7052"/>
                      </a:lnTo>
                      <a:lnTo>
                        <a:pt x="23246" y="7156"/>
                      </a:lnTo>
                      <a:lnTo>
                        <a:pt x="23351" y="7219"/>
                      </a:lnTo>
                      <a:lnTo>
                        <a:pt x="23456" y="7198"/>
                      </a:lnTo>
                      <a:lnTo>
                        <a:pt x="23497" y="7177"/>
                      </a:lnTo>
                      <a:lnTo>
                        <a:pt x="23560" y="7261"/>
                      </a:lnTo>
                      <a:lnTo>
                        <a:pt x="23414" y="7303"/>
                      </a:lnTo>
                      <a:lnTo>
                        <a:pt x="23288" y="7303"/>
                      </a:lnTo>
                      <a:lnTo>
                        <a:pt x="23184" y="7198"/>
                      </a:lnTo>
                      <a:lnTo>
                        <a:pt x="23142" y="7219"/>
                      </a:lnTo>
                      <a:lnTo>
                        <a:pt x="23100" y="7303"/>
                      </a:lnTo>
                      <a:lnTo>
                        <a:pt x="23058" y="7366"/>
                      </a:lnTo>
                      <a:lnTo>
                        <a:pt x="23184" y="7512"/>
                      </a:lnTo>
                      <a:lnTo>
                        <a:pt x="23267" y="7470"/>
                      </a:lnTo>
                      <a:lnTo>
                        <a:pt x="23456" y="7470"/>
                      </a:lnTo>
                      <a:lnTo>
                        <a:pt x="23497" y="7617"/>
                      </a:lnTo>
                      <a:lnTo>
                        <a:pt x="23581" y="7680"/>
                      </a:lnTo>
                      <a:lnTo>
                        <a:pt x="23623" y="7596"/>
                      </a:lnTo>
                      <a:lnTo>
                        <a:pt x="23811" y="7596"/>
                      </a:lnTo>
                      <a:lnTo>
                        <a:pt x="23790" y="7701"/>
                      </a:lnTo>
                      <a:lnTo>
                        <a:pt x="23937" y="7805"/>
                      </a:lnTo>
                      <a:lnTo>
                        <a:pt x="24083" y="7805"/>
                      </a:lnTo>
                      <a:lnTo>
                        <a:pt x="24146" y="7952"/>
                      </a:lnTo>
                      <a:lnTo>
                        <a:pt x="24083" y="8161"/>
                      </a:lnTo>
                      <a:lnTo>
                        <a:pt x="23832" y="8307"/>
                      </a:lnTo>
                      <a:lnTo>
                        <a:pt x="23769" y="8433"/>
                      </a:lnTo>
                      <a:lnTo>
                        <a:pt x="23769" y="8517"/>
                      </a:lnTo>
                      <a:lnTo>
                        <a:pt x="23979" y="8726"/>
                      </a:lnTo>
                      <a:lnTo>
                        <a:pt x="24104" y="8768"/>
                      </a:lnTo>
                      <a:lnTo>
                        <a:pt x="23895" y="8768"/>
                      </a:lnTo>
                      <a:lnTo>
                        <a:pt x="23665" y="8579"/>
                      </a:lnTo>
                      <a:lnTo>
                        <a:pt x="23665" y="8454"/>
                      </a:lnTo>
                      <a:lnTo>
                        <a:pt x="23769" y="8224"/>
                      </a:lnTo>
                      <a:lnTo>
                        <a:pt x="23832" y="8161"/>
                      </a:lnTo>
                      <a:lnTo>
                        <a:pt x="23832" y="8098"/>
                      </a:lnTo>
                      <a:lnTo>
                        <a:pt x="23895" y="7952"/>
                      </a:lnTo>
                      <a:lnTo>
                        <a:pt x="23832" y="7910"/>
                      </a:lnTo>
                      <a:lnTo>
                        <a:pt x="23456" y="8098"/>
                      </a:lnTo>
                      <a:lnTo>
                        <a:pt x="23246" y="8161"/>
                      </a:lnTo>
                      <a:lnTo>
                        <a:pt x="23184" y="8307"/>
                      </a:lnTo>
                      <a:lnTo>
                        <a:pt x="23058" y="8349"/>
                      </a:lnTo>
                      <a:lnTo>
                        <a:pt x="22953" y="8307"/>
                      </a:lnTo>
                      <a:lnTo>
                        <a:pt x="22828" y="8328"/>
                      </a:lnTo>
                      <a:lnTo>
                        <a:pt x="22660" y="8454"/>
                      </a:lnTo>
                      <a:lnTo>
                        <a:pt x="22221" y="8621"/>
                      </a:lnTo>
                      <a:lnTo>
                        <a:pt x="21907" y="8684"/>
                      </a:lnTo>
                      <a:lnTo>
                        <a:pt x="21782" y="8684"/>
                      </a:lnTo>
                      <a:lnTo>
                        <a:pt x="21614" y="8851"/>
                      </a:lnTo>
                      <a:lnTo>
                        <a:pt x="21468" y="8851"/>
                      </a:lnTo>
                      <a:lnTo>
                        <a:pt x="21384" y="8935"/>
                      </a:lnTo>
                      <a:lnTo>
                        <a:pt x="21510" y="9040"/>
                      </a:lnTo>
                      <a:lnTo>
                        <a:pt x="21510" y="9165"/>
                      </a:lnTo>
                      <a:lnTo>
                        <a:pt x="21489" y="9291"/>
                      </a:lnTo>
                      <a:lnTo>
                        <a:pt x="21572" y="9374"/>
                      </a:lnTo>
                      <a:lnTo>
                        <a:pt x="21677" y="9374"/>
                      </a:lnTo>
                      <a:lnTo>
                        <a:pt x="21698" y="9458"/>
                      </a:lnTo>
                      <a:lnTo>
                        <a:pt x="21635" y="9521"/>
                      </a:lnTo>
                      <a:lnTo>
                        <a:pt x="21844" y="9667"/>
                      </a:lnTo>
                      <a:lnTo>
                        <a:pt x="22012" y="9918"/>
                      </a:lnTo>
                      <a:lnTo>
                        <a:pt x="22012" y="10128"/>
                      </a:lnTo>
                      <a:lnTo>
                        <a:pt x="22054" y="10232"/>
                      </a:lnTo>
                      <a:lnTo>
                        <a:pt x="22116" y="10232"/>
                      </a:lnTo>
                      <a:lnTo>
                        <a:pt x="22137" y="10400"/>
                      </a:lnTo>
                      <a:lnTo>
                        <a:pt x="22305" y="10504"/>
                      </a:lnTo>
                      <a:lnTo>
                        <a:pt x="22430" y="10462"/>
                      </a:lnTo>
                      <a:lnTo>
                        <a:pt x="22828" y="10504"/>
                      </a:lnTo>
                      <a:lnTo>
                        <a:pt x="22953" y="10421"/>
                      </a:lnTo>
                      <a:lnTo>
                        <a:pt x="22953" y="10504"/>
                      </a:lnTo>
                      <a:lnTo>
                        <a:pt x="22995" y="10609"/>
                      </a:lnTo>
                      <a:lnTo>
                        <a:pt x="22995" y="10755"/>
                      </a:lnTo>
                      <a:lnTo>
                        <a:pt x="23184" y="10839"/>
                      </a:lnTo>
                      <a:lnTo>
                        <a:pt x="23288" y="10986"/>
                      </a:lnTo>
                      <a:lnTo>
                        <a:pt x="23581" y="10986"/>
                      </a:lnTo>
                      <a:lnTo>
                        <a:pt x="23790" y="11132"/>
                      </a:lnTo>
                      <a:lnTo>
                        <a:pt x="23874" y="11132"/>
                      </a:lnTo>
                      <a:lnTo>
                        <a:pt x="23979" y="11258"/>
                      </a:lnTo>
                      <a:lnTo>
                        <a:pt x="24000" y="11550"/>
                      </a:lnTo>
                      <a:lnTo>
                        <a:pt x="24041" y="11676"/>
                      </a:lnTo>
                      <a:lnTo>
                        <a:pt x="24000" y="11864"/>
                      </a:lnTo>
                      <a:lnTo>
                        <a:pt x="24125" y="12011"/>
                      </a:lnTo>
                      <a:lnTo>
                        <a:pt x="24230" y="12094"/>
                      </a:lnTo>
                      <a:lnTo>
                        <a:pt x="24418" y="12346"/>
                      </a:lnTo>
                      <a:lnTo>
                        <a:pt x="24502" y="12618"/>
                      </a:lnTo>
                      <a:lnTo>
                        <a:pt x="24648" y="12743"/>
                      </a:lnTo>
                      <a:lnTo>
                        <a:pt x="24711" y="12869"/>
                      </a:lnTo>
                      <a:lnTo>
                        <a:pt x="24585" y="13141"/>
                      </a:lnTo>
                      <a:lnTo>
                        <a:pt x="24502" y="13162"/>
                      </a:lnTo>
                      <a:lnTo>
                        <a:pt x="24418" y="13141"/>
                      </a:lnTo>
                      <a:lnTo>
                        <a:pt x="24418" y="13141"/>
                      </a:lnTo>
                      <a:lnTo>
                        <a:pt x="24523" y="13287"/>
                      </a:lnTo>
                      <a:lnTo>
                        <a:pt x="24732" y="13329"/>
                      </a:lnTo>
                      <a:lnTo>
                        <a:pt x="24837" y="13392"/>
                      </a:lnTo>
                      <a:lnTo>
                        <a:pt x="25046" y="13643"/>
                      </a:lnTo>
                      <a:lnTo>
                        <a:pt x="25255" y="13706"/>
                      </a:lnTo>
                      <a:lnTo>
                        <a:pt x="25276" y="13685"/>
                      </a:lnTo>
                      <a:lnTo>
                        <a:pt x="25360" y="13706"/>
                      </a:lnTo>
                      <a:lnTo>
                        <a:pt x="25548" y="13559"/>
                      </a:lnTo>
                      <a:lnTo>
                        <a:pt x="25736" y="13517"/>
                      </a:lnTo>
                      <a:lnTo>
                        <a:pt x="25945" y="13685"/>
                      </a:lnTo>
                      <a:lnTo>
                        <a:pt x="26092" y="13747"/>
                      </a:lnTo>
                      <a:lnTo>
                        <a:pt x="26197" y="13747"/>
                      </a:lnTo>
                      <a:lnTo>
                        <a:pt x="26280" y="13894"/>
                      </a:lnTo>
                      <a:lnTo>
                        <a:pt x="26301" y="14124"/>
                      </a:lnTo>
                      <a:lnTo>
                        <a:pt x="26238" y="13915"/>
                      </a:lnTo>
                      <a:lnTo>
                        <a:pt x="26176" y="13810"/>
                      </a:lnTo>
                      <a:lnTo>
                        <a:pt x="25987" y="13810"/>
                      </a:lnTo>
                      <a:lnTo>
                        <a:pt x="25757" y="13643"/>
                      </a:lnTo>
                      <a:lnTo>
                        <a:pt x="25611" y="13643"/>
                      </a:lnTo>
                      <a:lnTo>
                        <a:pt x="25443" y="13810"/>
                      </a:lnTo>
                      <a:lnTo>
                        <a:pt x="25443" y="13978"/>
                      </a:lnTo>
                      <a:lnTo>
                        <a:pt x="25464" y="14061"/>
                      </a:lnTo>
                      <a:lnTo>
                        <a:pt x="25234" y="13810"/>
                      </a:lnTo>
                      <a:lnTo>
                        <a:pt x="24983" y="13810"/>
                      </a:lnTo>
                      <a:lnTo>
                        <a:pt x="24857" y="13706"/>
                      </a:lnTo>
                      <a:lnTo>
                        <a:pt x="24857" y="13580"/>
                      </a:lnTo>
                      <a:lnTo>
                        <a:pt x="24753" y="13434"/>
                      </a:lnTo>
                      <a:lnTo>
                        <a:pt x="24565" y="13371"/>
                      </a:lnTo>
                      <a:lnTo>
                        <a:pt x="24397" y="13371"/>
                      </a:lnTo>
                      <a:lnTo>
                        <a:pt x="24188" y="13245"/>
                      </a:lnTo>
                      <a:lnTo>
                        <a:pt x="24230" y="13182"/>
                      </a:lnTo>
                      <a:lnTo>
                        <a:pt x="24230" y="13057"/>
                      </a:lnTo>
                      <a:lnTo>
                        <a:pt x="24313" y="13015"/>
                      </a:lnTo>
                      <a:lnTo>
                        <a:pt x="24272" y="12910"/>
                      </a:lnTo>
                      <a:lnTo>
                        <a:pt x="24230" y="12638"/>
                      </a:lnTo>
                      <a:lnTo>
                        <a:pt x="24167" y="12429"/>
                      </a:lnTo>
                      <a:lnTo>
                        <a:pt x="24083" y="12387"/>
                      </a:lnTo>
                      <a:lnTo>
                        <a:pt x="24021" y="12555"/>
                      </a:lnTo>
                      <a:lnTo>
                        <a:pt x="23958" y="12597"/>
                      </a:lnTo>
                      <a:lnTo>
                        <a:pt x="23979" y="12743"/>
                      </a:lnTo>
                      <a:lnTo>
                        <a:pt x="23895" y="12827"/>
                      </a:lnTo>
                      <a:lnTo>
                        <a:pt x="23916" y="12910"/>
                      </a:lnTo>
                      <a:lnTo>
                        <a:pt x="23895" y="13036"/>
                      </a:lnTo>
                      <a:lnTo>
                        <a:pt x="23811" y="13036"/>
                      </a:lnTo>
                      <a:lnTo>
                        <a:pt x="23769" y="12659"/>
                      </a:lnTo>
                      <a:lnTo>
                        <a:pt x="23853" y="12555"/>
                      </a:lnTo>
                      <a:lnTo>
                        <a:pt x="23811" y="12429"/>
                      </a:lnTo>
                      <a:lnTo>
                        <a:pt x="23644" y="12283"/>
                      </a:lnTo>
                      <a:lnTo>
                        <a:pt x="23644" y="12094"/>
                      </a:lnTo>
                      <a:lnTo>
                        <a:pt x="23560" y="11969"/>
                      </a:lnTo>
                      <a:lnTo>
                        <a:pt x="23560" y="11802"/>
                      </a:lnTo>
                      <a:lnTo>
                        <a:pt x="23707" y="11697"/>
                      </a:lnTo>
                      <a:lnTo>
                        <a:pt x="23707" y="11613"/>
                      </a:lnTo>
                      <a:lnTo>
                        <a:pt x="23686" y="11509"/>
                      </a:lnTo>
                      <a:lnTo>
                        <a:pt x="23707" y="11299"/>
                      </a:lnTo>
                      <a:lnTo>
                        <a:pt x="23581" y="11278"/>
                      </a:lnTo>
                      <a:lnTo>
                        <a:pt x="23539" y="11299"/>
                      </a:lnTo>
                      <a:lnTo>
                        <a:pt x="23456" y="11216"/>
                      </a:lnTo>
                      <a:lnTo>
                        <a:pt x="23225" y="11383"/>
                      </a:lnTo>
                      <a:lnTo>
                        <a:pt x="22912" y="11425"/>
                      </a:lnTo>
                      <a:lnTo>
                        <a:pt x="22744" y="11425"/>
                      </a:lnTo>
                      <a:lnTo>
                        <a:pt x="22514" y="11195"/>
                      </a:lnTo>
                      <a:lnTo>
                        <a:pt x="22388" y="11111"/>
                      </a:lnTo>
                      <a:lnTo>
                        <a:pt x="22347" y="11006"/>
                      </a:lnTo>
                      <a:lnTo>
                        <a:pt x="22012" y="10965"/>
                      </a:lnTo>
                      <a:lnTo>
                        <a:pt x="21886" y="10860"/>
                      </a:lnTo>
                      <a:lnTo>
                        <a:pt x="21761" y="10693"/>
                      </a:lnTo>
                      <a:lnTo>
                        <a:pt x="21363" y="10693"/>
                      </a:lnTo>
                      <a:lnTo>
                        <a:pt x="21259" y="10651"/>
                      </a:lnTo>
                      <a:lnTo>
                        <a:pt x="21133" y="10734"/>
                      </a:lnTo>
                      <a:lnTo>
                        <a:pt x="20987" y="10944"/>
                      </a:lnTo>
                      <a:lnTo>
                        <a:pt x="20966" y="11069"/>
                      </a:lnTo>
                      <a:lnTo>
                        <a:pt x="20924" y="11111"/>
                      </a:lnTo>
                      <a:lnTo>
                        <a:pt x="20861" y="11090"/>
                      </a:lnTo>
                      <a:lnTo>
                        <a:pt x="20840" y="11174"/>
                      </a:lnTo>
                      <a:lnTo>
                        <a:pt x="20924" y="11258"/>
                      </a:lnTo>
                      <a:lnTo>
                        <a:pt x="21091" y="11132"/>
                      </a:lnTo>
                      <a:lnTo>
                        <a:pt x="21300" y="11174"/>
                      </a:lnTo>
                      <a:lnTo>
                        <a:pt x="21405" y="11383"/>
                      </a:lnTo>
                      <a:lnTo>
                        <a:pt x="21280" y="11613"/>
                      </a:lnTo>
                      <a:lnTo>
                        <a:pt x="21133" y="11655"/>
                      </a:lnTo>
                      <a:lnTo>
                        <a:pt x="20861" y="11550"/>
                      </a:lnTo>
                      <a:lnTo>
                        <a:pt x="20715" y="11362"/>
                      </a:lnTo>
                      <a:lnTo>
                        <a:pt x="20610" y="11362"/>
                      </a:lnTo>
                      <a:lnTo>
                        <a:pt x="20443" y="11467"/>
                      </a:lnTo>
                      <a:lnTo>
                        <a:pt x="20401" y="11550"/>
                      </a:lnTo>
                      <a:lnTo>
                        <a:pt x="20317" y="11571"/>
                      </a:lnTo>
                      <a:lnTo>
                        <a:pt x="20505" y="11822"/>
                      </a:lnTo>
                      <a:lnTo>
                        <a:pt x="20568" y="11822"/>
                      </a:lnTo>
                      <a:lnTo>
                        <a:pt x="20631" y="11969"/>
                      </a:lnTo>
                      <a:lnTo>
                        <a:pt x="20840" y="12136"/>
                      </a:lnTo>
                      <a:lnTo>
                        <a:pt x="21028" y="12136"/>
                      </a:lnTo>
                      <a:lnTo>
                        <a:pt x="21112" y="12220"/>
                      </a:lnTo>
                      <a:lnTo>
                        <a:pt x="21405" y="12241"/>
                      </a:lnTo>
                      <a:lnTo>
                        <a:pt x="21489" y="12178"/>
                      </a:lnTo>
                      <a:lnTo>
                        <a:pt x="21531" y="12178"/>
                      </a:lnTo>
                      <a:lnTo>
                        <a:pt x="21572" y="12283"/>
                      </a:lnTo>
                      <a:lnTo>
                        <a:pt x="21782" y="12283"/>
                      </a:lnTo>
                      <a:lnTo>
                        <a:pt x="21824" y="12429"/>
                      </a:lnTo>
                      <a:lnTo>
                        <a:pt x="21907" y="12450"/>
                      </a:lnTo>
                      <a:lnTo>
                        <a:pt x="21928" y="12555"/>
                      </a:lnTo>
                      <a:lnTo>
                        <a:pt x="22158" y="12597"/>
                      </a:lnTo>
                      <a:lnTo>
                        <a:pt x="22263" y="12513"/>
                      </a:lnTo>
                      <a:lnTo>
                        <a:pt x="22200" y="12618"/>
                      </a:lnTo>
                      <a:lnTo>
                        <a:pt x="21949" y="12659"/>
                      </a:lnTo>
                      <a:lnTo>
                        <a:pt x="21803" y="12576"/>
                      </a:lnTo>
                      <a:lnTo>
                        <a:pt x="21698" y="12555"/>
                      </a:lnTo>
                      <a:lnTo>
                        <a:pt x="21531" y="12366"/>
                      </a:lnTo>
                      <a:lnTo>
                        <a:pt x="21426" y="12346"/>
                      </a:lnTo>
                      <a:lnTo>
                        <a:pt x="21321" y="12408"/>
                      </a:lnTo>
                      <a:lnTo>
                        <a:pt x="21196" y="12408"/>
                      </a:lnTo>
                      <a:lnTo>
                        <a:pt x="21091" y="12534"/>
                      </a:lnTo>
                      <a:lnTo>
                        <a:pt x="21049" y="12429"/>
                      </a:lnTo>
                      <a:lnTo>
                        <a:pt x="20945" y="12346"/>
                      </a:lnTo>
                      <a:lnTo>
                        <a:pt x="20840" y="12408"/>
                      </a:lnTo>
                      <a:lnTo>
                        <a:pt x="20631" y="12408"/>
                      </a:lnTo>
                      <a:lnTo>
                        <a:pt x="20464" y="12304"/>
                      </a:lnTo>
                      <a:lnTo>
                        <a:pt x="20338" y="12325"/>
                      </a:lnTo>
                      <a:lnTo>
                        <a:pt x="20296" y="12220"/>
                      </a:lnTo>
                      <a:lnTo>
                        <a:pt x="20401" y="12136"/>
                      </a:lnTo>
                      <a:lnTo>
                        <a:pt x="20401" y="12053"/>
                      </a:lnTo>
                      <a:lnTo>
                        <a:pt x="20296" y="11990"/>
                      </a:lnTo>
                      <a:lnTo>
                        <a:pt x="20296" y="11885"/>
                      </a:lnTo>
                      <a:lnTo>
                        <a:pt x="20108" y="11718"/>
                      </a:lnTo>
                      <a:lnTo>
                        <a:pt x="20024" y="11592"/>
                      </a:lnTo>
                      <a:lnTo>
                        <a:pt x="20087" y="11425"/>
                      </a:lnTo>
                      <a:lnTo>
                        <a:pt x="19982" y="11278"/>
                      </a:lnTo>
                      <a:lnTo>
                        <a:pt x="19982" y="11006"/>
                      </a:lnTo>
                      <a:lnTo>
                        <a:pt x="19836" y="10881"/>
                      </a:lnTo>
                      <a:lnTo>
                        <a:pt x="19836" y="10693"/>
                      </a:lnTo>
                      <a:lnTo>
                        <a:pt x="19794" y="10651"/>
                      </a:lnTo>
                      <a:lnTo>
                        <a:pt x="19710" y="10630"/>
                      </a:lnTo>
                      <a:lnTo>
                        <a:pt x="19689" y="10462"/>
                      </a:lnTo>
                      <a:lnTo>
                        <a:pt x="19522" y="10337"/>
                      </a:lnTo>
                      <a:lnTo>
                        <a:pt x="19459" y="10379"/>
                      </a:lnTo>
                      <a:lnTo>
                        <a:pt x="19689" y="10860"/>
                      </a:lnTo>
                      <a:lnTo>
                        <a:pt x="19752" y="11174"/>
                      </a:lnTo>
                      <a:lnTo>
                        <a:pt x="19710" y="11425"/>
                      </a:lnTo>
                      <a:lnTo>
                        <a:pt x="19522" y="11676"/>
                      </a:lnTo>
                      <a:lnTo>
                        <a:pt x="19396" y="11802"/>
                      </a:lnTo>
                      <a:lnTo>
                        <a:pt x="19396" y="11885"/>
                      </a:lnTo>
                      <a:lnTo>
                        <a:pt x="19480" y="11948"/>
                      </a:lnTo>
                      <a:lnTo>
                        <a:pt x="19501" y="12136"/>
                      </a:lnTo>
                      <a:lnTo>
                        <a:pt x="19417" y="12346"/>
                      </a:lnTo>
                      <a:lnTo>
                        <a:pt x="19417" y="12471"/>
                      </a:lnTo>
                      <a:lnTo>
                        <a:pt x="19627" y="12618"/>
                      </a:lnTo>
                      <a:lnTo>
                        <a:pt x="19899" y="12848"/>
                      </a:lnTo>
                      <a:lnTo>
                        <a:pt x="19940" y="12994"/>
                      </a:lnTo>
                      <a:lnTo>
                        <a:pt x="20108" y="12994"/>
                      </a:lnTo>
                      <a:lnTo>
                        <a:pt x="20233" y="13141"/>
                      </a:lnTo>
                      <a:lnTo>
                        <a:pt x="20338" y="13371"/>
                      </a:lnTo>
                      <a:lnTo>
                        <a:pt x="20317" y="13727"/>
                      </a:lnTo>
                      <a:lnTo>
                        <a:pt x="20275" y="13894"/>
                      </a:lnTo>
                      <a:lnTo>
                        <a:pt x="20422" y="14103"/>
                      </a:lnTo>
                      <a:lnTo>
                        <a:pt x="20380" y="14354"/>
                      </a:lnTo>
                      <a:lnTo>
                        <a:pt x="20464" y="14501"/>
                      </a:lnTo>
                      <a:lnTo>
                        <a:pt x="20673" y="14731"/>
                      </a:lnTo>
                      <a:lnTo>
                        <a:pt x="20715" y="14856"/>
                      </a:lnTo>
                      <a:lnTo>
                        <a:pt x="20673" y="15024"/>
                      </a:lnTo>
                      <a:lnTo>
                        <a:pt x="20736" y="15087"/>
                      </a:lnTo>
                      <a:lnTo>
                        <a:pt x="20882" y="15149"/>
                      </a:lnTo>
                      <a:lnTo>
                        <a:pt x="21070" y="15045"/>
                      </a:lnTo>
                      <a:lnTo>
                        <a:pt x="21280" y="15087"/>
                      </a:lnTo>
                      <a:lnTo>
                        <a:pt x="21363" y="15045"/>
                      </a:lnTo>
                      <a:lnTo>
                        <a:pt x="21384" y="14877"/>
                      </a:lnTo>
                      <a:lnTo>
                        <a:pt x="21510" y="14752"/>
                      </a:lnTo>
                      <a:lnTo>
                        <a:pt x="21677" y="14815"/>
                      </a:lnTo>
                      <a:lnTo>
                        <a:pt x="21782" y="14773"/>
                      </a:lnTo>
                      <a:lnTo>
                        <a:pt x="21991" y="14919"/>
                      </a:lnTo>
                      <a:lnTo>
                        <a:pt x="22116" y="14856"/>
                      </a:lnTo>
                      <a:lnTo>
                        <a:pt x="22200" y="14982"/>
                      </a:lnTo>
                      <a:lnTo>
                        <a:pt x="22451" y="15087"/>
                      </a:lnTo>
                      <a:lnTo>
                        <a:pt x="22640" y="15087"/>
                      </a:lnTo>
                      <a:lnTo>
                        <a:pt x="22765" y="15275"/>
                      </a:lnTo>
                      <a:lnTo>
                        <a:pt x="22765" y="15379"/>
                      </a:lnTo>
                      <a:lnTo>
                        <a:pt x="22953" y="15484"/>
                      </a:lnTo>
                      <a:lnTo>
                        <a:pt x="23016" y="15589"/>
                      </a:lnTo>
                      <a:lnTo>
                        <a:pt x="23037" y="15610"/>
                      </a:lnTo>
                      <a:lnTo>
                        <a:pt x="23058" y="15693"/>
                      </a:lnTo>
                      <a:lnTo>
                        <a:pt x="23142" y="15777"/>
                      </a:lnTo>
                      <a:lnTo>
                        <a:pt x="23058" y="15861"/>
                      </a:lnTo>
                      <a:lnTo>
                        <a:pt x="22953" y="15882"/>
                      </a:lnTo>
                      <a:lnTo>
                        <a:pt x="22953" y="16070"/>
                      </a:lnTo>
                      <a:lnTo>
                        <a:pt x="23037" y="16216"/>
                      </a:lnTo>
                      <a:lnTo>
                        <a:pt x="23121" y="16279"/>
                      </a:lnTo>
                      <a:lnTo>
                        <a:pt x="23079" y="16384"/>
                      </a:lnTo>
                      <a:lnTo>
                        <a:pt x="23163" y="16488"/>
                      </a:lnTo>
                      <a:lnTo>
                        <a:pt x="23288" y="16488"/>
                      </a:lnTo>
                      <a:lnTo>
                        <a:pt x="23372" y="16593"/>
                      </a:lnTo>
                      <a:lnTo>
                        <a:pt x="23518" y="16593"/>
                      </a:lnTo>
                      <a:lnTo>
                        <a:pt x="23602" y="16426"/>
                      </a:lnTo>
                      <a:lnTo>
                        <a:pt x="23665" y="16509"/>
                      </a:lnTo>
                      <a:lnTo>
                        <a:pt x="23769" y="16488"/>
                      </a:lnTo>
                      <a:lnTo>
                        <a:pt x="23832" y="16509"/>
                      </a:lnTo>
                      <a:lnTo>
                        <a:pt x="23790" y="16530"/>
                      </a:lnTo>
                      <a:lnTo>
                        <a:pt x="23728" y="16593"/>
                      </a:lnTo>
                      <a:lnTo>
                        <a:pt x="23560" y="16614"/>
                      </a:lnTo>
                      <a:lnTo>
                        <a:pt x="23456" y="16635"/>
                      </a:lnTo>
                      <a:lnTo>
                        <a:pt x="23288" y="16656"/>
                      </a:lnTo>
                      <a:lnTo>
                        <a:pt x="23142" y="16551"/>
                      </a:lnTo>
                      <a:lnTo>
                        <a:pt x="22995" y="16551"/>
                      </a:lnTo>
                      <a:lnTo>
                        <a:pt x="22932" y="16426"/>
                      </a:lnTo>
                      <a:lnTo>
                        <a:pt x="22974" y="16384"/>
                      </a:lnTo>
                      <a:lnTo>
                        <a:pt x="22953" y="16237"/>
                      </a:lnTo>
                      <a:lnTo>
                        <a:pt x="22849" y="16112"/>
                      </a:lnTo>
                      <a:lnTo>
                        <a:pt x="22828" y="15986"/>
                      </a:lnTo>
                      <a:lnTo>
                        <a:pt x="22723" y="15923"/>
                      </a:lnTo>
                      <a:lnTo>
                        <a:pt x="22744" y="15798"/>
                      </a:lnTo>
                      <a:lnTo>
                        <a:pt x="22619" y="15610"/>
                      </a:lnTo>
                      <a:lnTo>
                        <a:pt x="22556" y="15610"/>
                      </a:lnTo>
                      <a:lnTo>
                        <a:pt x="22430" y="15526"/>
                      </a:lnTo>
                      <a:lnTo>
                        <a:pt x="22242" y="15421"/>
                      </a:lnTo>
                      <a:lnTo>
                        <a:pt x="22242" y="15254"/>
                      </a:lnTo>
                      <a:lnTo>
                        <a:pt x="22054" y="15066"/>
                      </a:lnTo>
                      <a:lnTo>
                        <a:pt x="21907" y="15066"/>
                      </a:lnTo>
                      <a:lnTo>
                        <a:pt x="21677" y="15317"/>
                      </a:lnTo>
                      <a:lnTo>
                        <a:pt x="21510" y="15338"/>
                      </a:lnTo>
                      <a:lnTo>
                        <a:pt x="21405" y="15463"/>
                      </a:lnTo>
                      <a:lnTo>
                        <a:pt x="21217" y="15589"/>
                      </a:lnTo>
                      <a:lnTo>
                        <a:pt x="21259" y="15944"/>
                      </a:lnTo>
                      <a:lnTo>
                        <a:pt x="21321" y="16049"/>
                      </a:lnTo>
                      <a:lnTo>
                        <a:pt x="21572" y="16175"/>
                      </a:lnTo>
                      <a:lnTo>
                        <a:pt x="21761" y="16593"/>
                      </a:lnTo>
                      <a:lnTo>
                        <a:pt x="21719" y="16698"/>
                      </a:lnTo>
                      <a:lnTo>
                        <a:pt x="21531" y="17012"/>
                      </a:lnTo>
                      <a:lnTo>
                        <a:pt x="21510" y="17179"/>
                      </a:lnTo>
                      <a:lnTo>
                        <a:pt x="21614" y="17367"/>
                      </a:lnTo>
                      <a:lnTo>
                        <a:pt x="21510" y="17639"/>
                      </a:lnTo>
                      <a:lnTo>
                        <a:pt x="21510" y="17744"/>
                      </a:lnTo>
                      <a:lnTo>
                        <a:pt x="21363" y="17890"/>
                      </a:lnTo>
                      <a:lnTo>
                        <a:pt x="21363" y="17974"/>
                      </a:lnTo>
                      <a:lnTo>
                        <a:pt x="21259" y="18016"/>
                      </a:lnTo>
                      <a:lnTo>
                        <a:pt x="21175" y="18120"/>
                      </a:lnTo>
                      <a:lnTo>
                        <a:pt x="21175" y="18267"/>
                      </a:lnTo>
                      <a:lnTo>
                        <a:pt x="21259" y="18330"/>
                      </a:lnTo>
                      <a:lnTo>
                        <a:pt x="21259" y="18434"/>
                      </a:lnTo>
                      <a:lnTo>
                        <a:pt x="21070" y="18539"/>
                      </a:lnTo>
                      <a:lnTo>
                        <a:pt x="20840" y="18497"/>
                      </a:lnTo>
                      <a:lnTo>
                        <a:pt x="20798" y="18434"/>
                      </a:lnTo>
                      <a:lnTo>
                        <a:pt x="20589" y="18434"/>
                      </a:lnTo>
                      <a:lnTo>
                        <a:pt x="20380" y="18476"/>
                      </a:lnTo>
                      <a:lnTo>
                        <a:pt x="20212" y="18413"/>
                      </a:lnTo>
                      <a:lnTo>
                        <a:pt x="19794" y="18330"/>
                      </a:lnTo>
                      <a:lnTo>
                        <a:pt x="19627" y="18183"/>
                      </a:lnTo>
                      <a:lnTo>
                        <a:pt x="19585" y="18079"/>
                      </a:lnTo>
                      <a:lnTo>
                        <a:pt x="19396" y="18100"/>
                      </a:lnTo>
                      <a:lnTo>
                        <a:pt x="19334" y="18204"/>
                      </a:lnTo>
                      <a:lnTo>
                        <a:pt x="19313" y="18162"/>
                      </a:lnTo>
                      <a:lnTo>
                        <a:pt x="19229" y="18120"/>
                      </a:lnTo>
                      <a:lnTo>
                        <a:pt x="19313" y="17974"/>
                      </a:lnTo>
                      <a:lnTo>
                        <a:pt x="19480" y="17953"/>
                      </a:lnTo>
                      <a:lnTo>
                        <a:pt x="19794" y="17890"/>
                      </a:lnTo>
                      <a:lnTo>
                        <a:pt x="19836" y="17807"/>
                      </a:lnTo>
                      <a:lnTo>
                        <a:pt x="20108" y="17974"/>
                      </a:lnTo>
                      <a:lnTo>
                        <a:pt x="20171" y="17974"/>
                      </a:lnTo>
                      <a:lnTo>
                        <a:pt x="20212" y="17890"/>
                      </a:lnTo>
                      <a:lnTo>
                        <a:pt x="20338" y="17890"/>
                      </a:lnTo>
                      <a:lnTo>
                        <a:pt x="20338" y="17974"/>
                      </a:lnTo>
                      <a:lnTo>
                        <a:pt x="20150" y="18079"/>
                      </a:lnTo>
                      <a:lnTo>
                        <a:pt x="20254" y="18183"/>
                      </a:lnTo>
                      <a:lnTo>
                        <a:pt x="20464" y="18162"/>
                      </a:lnTo>
                      <a:lnTo>
                        <a:pt x="20547" y="18058"/>
                      </a:lnTo>
                      <a:lnTo>
                        <a:pt x="20673" y="17995"/>
                      </a:lnTo>
                      <a:lnTo>
                        <a:pt x="20673" y="17911"/>
                      </a:lnTo>
                      <a:lnTo>
                        <a:pt x="20568" y="17786"/>
                      </a:lnTo>
                      <a:lnTo>
                        <a:pt x="20568" y="17702"/>
                      </a:lnTo>
                      <a:lnTo>
                        <a:pt x="20694" y="17786"/>
                      </a:lnTo>
                      <a:lnTo>
                        <a:pt x="20756" y="17702"/>
                      </a:lnTo>
                      <a:lnTo>
                        <a:pt x="20756" y="17472"/>
                      </a:lnTo>
                      <a:lnTo>
                        <a:pt x="20882" y="17388"/>
                      </a:lnTo>
                      <a:lnTo>
                        <a:pt x="20861" y="17325"/>
                      </a:lnTo>
                      <a:lnTo>
                        <a:pt x="20777" y="17346"/>
                      </a:lnTo>
                      <a:lnTo>
                        <a:pt x="20756" y="17284"/>
                      </a:lnTo>
                      <a:lnTo>
                        <a:pt x="20882" y="17242"/>
                      </a:lnTo>
                      <a:lnTo>
                        <a:pt x="20882" y="17012"/>
                      </a:lnTo>
                      <a:lnTo>
                        <a:pt x="20840" y="16928"/>
                      </a:lnTo>
                      <a:lnTo>
                        <a:pt x="20903" y="16823"/>
                      </a:lnTo>
                      <a:lnTo>
                        <a:pt x="20903" y="16760"/>
                      </a:lnTo>
                      <a:lnTo>
                        <a:pt x="21008" y="16698"/>
                      </a:lnTo>
                      <a:lnTo>
                        <a:pt x="20987" y="16509"/>
                      </a:lnTo>
                      <a:lnTo>
                        <a:pt x="20861" y="16384"/>
                      </a:lnTo>
                      <a:lnTo>
                        <a:pt x="20777" y="16175"/>
                      </a:lnTo>
                      <a:lnTo>
                        <a:pt x="20798" y="16007"/>
                      </a:lnTo>
                      <a:lnTo>
                        <a:pt x="20798" y="15882"/>
                      </a:lnTo>
                      <a:lnTo>
                        <a:pt x="20861" y="15903"/>
                      </a:lnTo>
                      <a:lnTo>
                        <a:pt x="20861" y="15819"/>
                      </a:lnTo>
                      <a:lnTo>
                        <a:pt x="20673" y="15651"/>
                      </a:lnTo>
                      <a:lnTo>
                        <a:pt x="20589" y="15610"/>
                      </a:lnTo>
                      <a:lnTo>
                        <a:pt x="20526" y="15505"/>
                      </a:lnTo>
                      <a:lnTo>
                        <a:pt x="20338" y="15463"/>
                      </a:lnTo>
                      <a:lnTo>
                        <a:pt x="20108" y="15170"/>
                      </a:lnTo>
                      <a:lnTo>
                        <a:pt x="20045" y="14940"/>
                      </a:lnTo>
                      <a:lnTo>
                        <a:pt x="20003" y="14877"/>
                      </a:lnTo>
                      <a:lnTo>
                        <a:pt x="20045" y="14794"/>
                      </a:lnTo>
                      <a:lnTo>
                        <a:pt x="19919" y="14710"/>
                      </a:lnTo>
                      <a:lnTo>
                        <a:pt x="19836" y="14563"/>
                      </a:lnTo>
                      <a:lnTo>
                        <a:pt x="19899" y="14417"/>
                      </a:lnTo>
                      <a:lnTo>
                        <a:pt x="19710" y="14145"/>
                      </a:lnTo>
                      <a:lnTo>
                        <a:pt x="19710" y="13978"/>
                      </a:lnTo>
                      <a:lnTo>
                        <a:pt x="19585" y="13831"/>
                      </a:lnTo>
                      <a:lnTo>
                        <a:pt x="19606" y="13768"/>
                      </a:lnTo>
                      <a:lnTo>
                        <a:pt x="19606" y="13685"/>
                      </a:lnTo>
                      <a:lnTo>
                        <a:pt x="19501" y="13580"/>
                      </a:lnTo>
                      <a:lnTo>
                        <a:pt x="19438" y="13224"/>
                      </a:lnTo>
                      <a:lnTo>
                        <a:pt x="19375" y="13078"/>
                      </a:lnTo>
                      <a:lnTo>
                        <a:pt x="19229" y="12973"/>
                      </a:lnTo>
                      <a:lnTo>
                        <a:pt x="19292" y="12910"/>
                      </a:lnTo>
                      <a:lnTo>
                        <a:pt x="19250" y="12848"/>
                      </a:lnTo>
                      <a:lnTo>
                        <a:pt x="19166" y="12869"/>
                      </a:lnTo>
                      <a:lnTo>
                        <a:pt x="19166" y="12848"/>
                      </a:lnTo>
                      <a:lnTo>
                        <a:pt x="19041" y="12806"/>
                      </a:lnTo>
                      <a:lnTo>
                        <a:pt x="18957" y="12638"/>
                      </a:lnTo>
                      <a:lnTo>
                        <a:pt x="18831" y="12534"/>
                      </a:lnTo>
                      <a:lnTo>
                        <a:pt x="18769" y="12408"/>
                      </a:lnTo>
                      <a:lnTo>
                        <a:pt x="18852" y="12387"/>
                      </a:lnTo>
                      <a:lnTo>
                        <a:pt x="18873" y="12283"/>
                      </a:lnTo>
                      <a:lnTo>
                        <a:pt x="18831" y="12178"/>
                      </a:lnTo>
                      <a:lnTo>
                        <a:pt x="18852" y="12094"/>
                      </a:lnTo>
                      <a:lnTo>
                        <a:pt x="18790" y="11990"/>
                      </a:lnTo>
                      <a:lnTo>
                        <a:pt x="18852" y="11676"/>
                      </a:lnTo>
                      <a:lnTo>
                        <a:pt x="18769" y="11488"/>
                      </a:lnTo>
                      <a:lnTo>
                        <a:pt x="18769" y="11278"/>
                      </a:lnTo>
                      <a:lnTo>
                        <a:pt x="18727" y="11195"/>
                      </a:lnTo>
                      <a:lnTo>
                        <a:pt x="18727" y="11069"/>
                      </a:lnTo>
                      <a:lnTo>
                        <a:pt x="18643" y="10944"/>
                      </a:lnTo>
                      <a:lnTo>
                        <a:pt x="18748" y="10881"/>
                      </a:lnTo>
                      <a:lnTo>
                        <a:pt x="18685" y="10776"/>
                      </a:lnTo>
                      <a:lnTo>
                        <a:pt x="18559" y="10755"/>
                      </a:lnTo>
                      <a:lnTo>
                        <a:pt x="18413" y="10755"/>
                      </a:lnTo>
                      <a:lnTo>
                        <a:pt x="18057" y="10630"/>
                      </a:lnTo>
                      <a:lnTo>
                        <a:pt x="17932" y="10630"/>
                      </a:lnTo>
                      <a:lnTo>
                        <a:pt x="17890" y="10672"/>
                      </a:lnTo>
                      <a:lnTo>
                        <a:pt x="17785" y="10630"/>
                      </a:lnTo>
                      <a:lnTo>
                        <a:pt x="17681" y="10630"/>
                      </a:lnTo>
                      <a:lnTo>
                        <a:pt x="17534" y="10714"/>
                      </a:lnTo>
                      <a:lnTo>
                        <a:pt x="17388" y="10714"/>
                      </a:lnTo>
                      <a:lnTo>
                        <a:pt x="17262" y="10755"/>
                      </a:lnTo>
                      <a:lnTo>
                        <a:pt x="17220" y="10714"/>
                      </a:lnTo>
                      <a:lnTo>
                        <a:pt x="17262" y="10651"/>
                      </a:lnTo>
                      <a:lnTo>
                        <a:pt x="17158" y="10609"/>
                      </a:lnTo>
                      <a:lnTo>
                        <a:pt x="17053" y="10630"/>
                      </a:lnTo>
                      <a:lnTo>
                        <a:pt x="17074" y="10860"/>
                      </a:lnTo>
                      <a:lnTo>
                        <a:pt x="17053" y="11069"/>
                      </a:lnTo>
                      <a:lnTo>
                        <a:pt x="17158" y="11195"/>
                      </a:lnTo>
                      <a:lnTo>
                        <a:pt x="17116" y="11258"/>
                      </a:lnTo>
                      <a:lnTo>
                        <a:pt x="17074" y="11467"/>
                      </a:lnTo>
                      <a:lnTo>
                        <a:pt x="17158" y="11550"/>
                      </a:lnTo>
                      <a:lnTo>
                        <a:pt x="17158" y="11676"/>
                      </a:lnTo>
                      <a:lnTo>
                        <a:pt x="17199" y="11760"/>
                      </a:lnTo>
                      <a:lnTo>
                        <a:pt x="17158" y="11822"/>
                      </a:lnTo>
                      <a:lnTo>
                        <a:pt x="17158" y="12011"/>
                      </a:lnTo>
                      <a:lnTo>
                        <a:pt x="17220" y="12136"/>
                      </a:lnTo>
                      <a:lnTo>
                        <a:pt x="17158" y="12304"/>
                      </a:lnTo>
                      <a:lnTo>
                        <a:pt x="17158" y="12408"/>
                      </a:lnTo>
                      <a:lnTo>
                        <a:pt x="17199" y="12534"/>
                      </a:lnTo>
                      <a:lnTo>
                        <a:pt x="17178" y="12618"/>
                      </a:lnTo>
                      <a:lnTo>
                        <a:pt x="17053" y="12701"/>
                      </a:lnTo>
                      <a:lnTo>
                        <a:pt x="16844" y="13015"/>
                      </a:lnTo>
                      <a:lnTo>
                        <a:pt x="16760" y="13057"/>
                      </a:lnTo>
                      <a:lnTo>
                        <a:pt x="16781" y="13162"/>
                      </a:lnTo>
                      <a:lnTo>
                        <a:pt x="16865" y="13266"/>
                      </a:lnTo>
                      <a:lnTo>
                        <a:pt x="16802" y="13371"/>
                      </a:lnTo>
                      <a:lnTo>
                        <a:pt x="16781" y="13559"/>
                      </a:lnTo>
                      <a:lnTo>
                        <a:pt x="16906" y="13685"/>
                      </a:lnTo>
                      <a:lnTo>
                        <a:pt x="16990" y="13643"/>
                      </a:lnTo>
                      <a:lnTo>
                        <a:pt x="17074" y="13706"/>
                      </a:lnTo>
                      <a:lnTo>
                        <a:pt x="17158" y="13915"/>
                      </a:lnTo>
                      <a:lnTo>
                        <a:pt x="17283" y="13915"/>
                      </a:lnTo>
                      <a:lnTo>
                        <a:pt x="17388" y="14019"/>
                      </a:lnTo>
                      <a:lnTo>
                        <a:pt x="17304" y="13999"/>
                      </a:lnTo>
                      <a:lnTo>
                        <a:pt x="17220" y="14103"/>
                      </a:lnTo>
                      <a:lnTo>
                        <a:pt x="17220" y="14271"/>
                      </a:lnTo>
                      <a:lnTo>
                        <a:pt x="17409" y="14396"/>
                      </a:lnTo>
                      <a:lnTo>
                        <a:pt x="17409" y="14522"/>
                      </a:lnTo>
                      <a:lnTo>
                        <a:pt x="17325" y="14605"/>
                      </a:lnTo>
                      <a:lnTo>
                        <a:pt x="17262" y="14543"/>
                      </a:lnTo>
                      <a:lnTo>
                        <a:pt x="17262" y="14626"/>
                      </a:lnTo>
                      <a:lnTo>
                        <a:pt x="17367" y="14898"/>
                      </a:lnTo>
                      <a:lnTo>
                        <a:pt x="17430" y="14961"/>
                      </a:lnTo>
                      <a:lnTo>
                        <a:pt x="17492" y="15149"/>
                      </a:lnTo>
                      <a:lnTo>
                        <a:pt x="17534" y="15066"/>
                      </a:lnTo>
                      <a:lnTo>
                        <a:pt x="17639" y="15149"/>
                      </a:lnTo>
                      <a:lnTo>
                        <a:pt x="17764" y="15149"/>
                      </a:lnTo>
                      <a:lnTo>
                        <a:pt x="17911" y="15233"/>
                      </a:lnTo>
                      <a:lnTo>
                        <a:pt x="18015" y="15066"/>
                      </a:lnTo>
                      <a:lnTo>
                        <a:pt x="18057" y="15128"/>
                      </a:lnTo>
                      <a:lnTo>
                        <a:pt x="18057" y="15338"/>
                      </a:lnTo>
                      <a:lnTo>
                        <a:pt x="18141" y="15442"/>
                      </a:lnTo>
                      <a:lnTo>
                        <a:pt x="18183" y="15463"/>
                      </a:lnTo>
                      <a:lnTo>
                        <a:pt x="18434" y="15756"/>
                      </a:lnTo>
                      <a:lnTo>
                        <a:pt x="18559" y="15777"/>
                      </a:lnTo>
                      <a:lnTo>
                        <a:pt x="18643" y="15735"/>
                      </a:lnTo>
                      <a:lnTo>
                        <a:pt x="18748" y="15735"/>
                      </a:lnTo>
                      <a:lnTo>
                        <a:pt x="18769" y="15777"/>
                      </a:lnTo>
                      <a:lnTo>
                        <a:pt x="18873" y="15777"/>
                      </a:lnTo>
                      <a:lnTo>
                        <a:pt x="18769" y="15861"/>
                      </a:lnTo>
                      <a:lnTo>
                        <a:pt x="18769" y="16175"/>
                      </a:lnTo>
                      <a:lnTo>
                        <a:pt x="18748" y="16258"/>
                      </a:lnTo>
                      <a:lnTo>
                        <a:pt x="18811" y="16384"/>
                      </a:lnTo>
                      <a:lnTo>
                        <a:pt x="18790" y="16426"/>
                      </a:lnTo>
                      <a:lnTo>
                        <a:pt x="18706" y="16426"/>
                      </a:lnTo>
                      <a:lnTo>
                        <a:pt x="18748" y="16593"/>
                      </a:lnTo>
                      <a:lnTo>
                        <a:pt x="18748" y="16677"/>
                      </a:lnTo>
                      <a:lnTo>
                        <a:pt x="18601" y="16635"/>
                      </a:lnTo>
                      <a:lnTo>
                        <a:pt x="18476" y="16384"/>
                      </a:lnTo>
                      <a:lnTo>
                        <a:pt x="18329" y="16258"/>
                      </a:lnTo>
                      <a:lnTo>
                        <a:pt x="18141" y="16216"/>
                      </a:lnTo>
                      <a:lnTo>
                        <a:pt x="18057" y="16070"/>
                      </a:lnTo>
                      <a:lnTo>
                        <a:pt x="17932" y="15965"/>
                      </a:lnTo>
                      <a:lnTo>
                        <a:pt x="17618" y="15944"/>
                      </a:lnTo>
                      <a:lnTo>
                        <a:pt x="17304" y="15756"/>
                      </a:lnTo>
                      <a:lnTo>
                        <a:pt x="17116" y="15735"/>
                      </a:lnTo>
                      <a:lnTo>
                        <a:pt x="17095" y="15631"/>
                      </a:lnTo>
                      <a:lnTo>
                        <a:pt x="17011" y="15631"/>
                      </a:lnTo>
                      <a:lnTo>
                        <a:pt x="16906" y="15547"/>
                      </a:lnTo>
                      <a:lnTo>
                        <a:pt x="16760" y="15589"/>
                      </a:lnTo>
                      <a:lnTo>
                        <a:pt x="16655" y="15693"/>
                      </a:lnTo>
                      <a:lnTo>
                        <a:pt x="16593" y="15568"/>
                      </a:lnTo>
                      <a:lnTo>
                        <a:pt x="16614" y="15526"/>
                      </a:lnTo>
                      <a:lnTo>
                        <a:pt x="16593" y="15442"/>
                      </a:lnTo>
                      <a:lnTo>
                        <a:pt x="16237" y="15317"/>
                      </a:lnTo>
                      <a:lnTo>
                        <a:pt x="16070" y="15212"/>
                      </a:lnTo>
                      <a:lnTo>
                        <a:pt x="15526" y="15170"/>
                      </a:lnTo>
                      <a:lnTo>
                        <a:pt x="15086" y="15233"/>
                      </a:lnTo>
                      <a:lnTo>
                        <a:pt x="14982" y="15191"/>
                      </a:lnTo>
                      <a:lnTo>
                        <a:pt x="14877" y="15233"/>
                      </a:lnTo>
                      <a:lnTo>
                        <a:pt x="14772" y="15170"/>
                      </a:lnTo>
                      <a:lnTo>
                        <a:pt x="14710" y="15212"/>
                      </a:lnTo>
                      <a:lnTo>
                        <a:pt x="14605" y="15170"/>
                      </a:lnTo>
                      <a:lnTo>
                        <a:pt x="14521" y="15233"/>
                      </a:lnTo>
                      <a:lnTo>
                        <a:pt x="14584" y="15359"/>
                      </a:lnTo>
                      <a:lnTo>
                        <a:pt x="14584" y="15463"/>
                      </a:lnTo>
                      <a:lnTo>
                        <a:pt x="14458" y="15505"/>
                      </a:lnTo>
                      <a:lnTo>
                        <a:pt x="14458" y="15568"/>
                      </a:lnTo>
                      <a:lnTo>
                        <a:pt x="14521" y="15693"/>
                      </a:lnTo>
                      <a:lnTo>
                        <a:pt x="14605" y="15756"/>
                      </a:lnTo>
                      <a:lnTo>
                        <a:pt x="14668" y="15965"/>
                      </a:lnTo>
                      <a:lnTo>
                        <a:pt x="14710" y="16070"/>
                      </a:lnTo>
                      <a:lnTo>
                        <a:pt x="14751" y="15965"/>
                      </a:lnTo>
                      <a:lnTo>
                        <a:pt x="14814" y="15965"/>
                      </a:lnTo>
                      <a:lnTo>
                        <a:pt x="14919" y="16133"/>
                      </a:lnTo>
                      <a:lnTo>
                        <a:pt x="14919" y="16237"/>
                      </a:lnTo>
                      <a:lnTo>
                        <a:pt x="15044" y="16279"/>
                      </a:lnTo>
                      <a:lnTo>
                        <a:pt x="15212" y="16447"/>
                      </a:lnTo>
                      <a:lnTo>
                        <a:pt x="15044" y="16426"/>
                      </a:lnTo>
                      <a:lnTo>
                        <a:pt x="15002" y="16384"/>
                      </a:lnTo>
                      <a:lnTo>
                        <a:pt x="14919" y="16384"/>
                      </a:lnTo>
                      <a:lnTo>
                        <a:pt x="14877" y="16551"/>
                      </a:lnTo>
                      <a:lnTo>
                        <a:pt x="14772" y="16635"/>
                      </a:lnTo>
                      <a:lnTo>
                        <a:pt x="14605" y="16551"/>
                      </a:lnTo>
                      <a:lnTo>
                        <a:pt x="14521" y="16614"/>
                      </a:lnTo>
                      <a:lnTo>
                        <a:pt x="14521" y="16656"/>
                      </a:lnTo>
                      <a:lnTo>
                        <a:pt x="14668" y="16823"/>
                      </a:lnTo>
                      <a:lnTo>
                        <a:pt x="14710" y="16865"/>
                      </a:lnTo>
                      <a:lnTo>
                        <a:pt x="14710" y="16949"/>
                      </a:lnTo>
                      <a:lnTo>
                        <a:pt x="14668" y="17032"/>
                      </a:lnTo>
                      <a:lnTo>
                        <a:pt x="14375" y="17032"/>
                      </a:lnTo>
                      <a:lnTo>
                        <a:pt x="14291" y="16949"/>
                      </a:lnTo>
                      <a:lnTo>
                        <a:pt x="14312" y="16865"/>
                      </a:lnTo>
                      <a:lnTo>
                        <a:pt x="14270" y="16760"/>
                      </a:lnTo>
                      <a:lnTo>
                        <a:pt x="14375" y="16698"/>
                      </a:lnTo>
                      <a:lnTo>
                        <a:pt x="14375" y="16635"/>
                      </a:lnTo>
                      <a:lnTo>
                        <a:pt x="14270" y="16530"/>
                      </a:lnTo>
                      <a:lnTo>
                        <a:pt x="14186" y="16509"/>
                      </a:lnTo>
                      <a:lnTo>
                        <a:pt x="14270" y="16405"/>
                      </a:lnTo>
                      <a:lnTo>
                        <a:pt x="14249" y="16384"/>
                      </a:lnTo>
                      <a:lnTo>
                        <a:pt x="14165" y="16426"/>
                      </a:lnTo>
                      <a:lnTo>
                        <a:pt x="14103" y="16426"/>
                      </a:lnTo>
                      <a:lnTo>
                        <a:pt x="13956" y="16593"/>
                      </a:lnTo>
                      <a:lnTo>
                        <a:pt x="13873" y="16614"/>
                      </a:lnTo>
                      <a:lnTo>
                        <a:pt x="13768" y="16719"/>
                      </a:lnTo>
                      <a:lnTo>
                        <a:pt x="13768" y="16760"/>
                      </a:lnTo>
                      <a:lnTo>
                        <a:pt x="13642" y="16760"/>
                      </a:lnTo>
                      <a:lnTo>
                        <a:pt x="13580" y="16844"/>
                      </a:lnTo>
                      <a:lnTo>
                        <a:pt x="13580" y="16928"/>
                      </a:lnTo>
                      <a:lnTo>
                        <a:pt x="13517" y="16970"/>
                      </a:lnTo>
                      <a:lnTo>
                        <a:pt x="13245" y="16970"/>
                      </a:lnTo>
                      <a:lnTo>
                        <a:pt x="13161" y="16949"/>
                      </a:lnTo>
                      <a:lnTo>
                        <a:pt x="13119" y="16970"/>
                      </a:lnTo>
                      <a:lnTo>
                        <a:pt x="13036" y="16970"/>
                      </a:lnTo>
                      <a:lnTo>
                        <a:pt x="12952" y="16928"/>
                      </a:lnTo>
                      <a:lnTo>
                        <a:pt x="12805" y="17032"/>
                      </a:lnTo>
                      <a:lnTo>
                        <a:pt x="12785" y="17074"/>
                      </a:lnTo>
                      <a:lnTo>
                        <a:pt x="12680" y="17116"/>
                      </a:lnTo>
                      <a:lnTo>
                        <a:pt x="12575" y="17221"/>
                      </a:lnTo>
                      <a:lnTo>
                        <a:pt x="12575" y="17263"/>
                      </a:lnTo>
                      <a:lnTo>
                        <a:pt x="12638" y="17325"/>
                      </a:lnTo>
                      <a:lnTo>
                        <a:pt x="12617" y="17388"/>
                      </a:lnTo>
                      <a:lnTo>
                        <a:pt x="12638" y="17472"/>
                      </a:lnTo>
                      <a:lnTo>
                        <a:pt x="12617" y="17535"/>
                      </a:lnTo>
                      <a:lnTo>
                        <a:pt x="12513" y="17451"/>
                      </a:lnTo>
                      <a:lnTo>
                        <a:pt x="12471" y="17367"/>
                      </a:lnTo>
                      <a:lnTo>
                        <a:pt x="12408" y="17367"/>
                      </a:lnTo>
                      <a:lnTo>
                        <a:pt x="12282" y="17493"/>
                      </a:lnTo>
                      <a:lnTo>
                        <a:pt x="12220" y="17639"/>
                      </a:lnTo>
                      <a:lnTo>
                        <a:pt x="12220" y="17493"/>
                      </a:lnTo>
                      <a:lnTo>
                        <a:pt x="12094" y="17451"/>
                      </a:lnTo>
                      <a:lnTo>
                        <a:pt x="12010" y="17493"/>
                      </a:lnTo>
                      <a:lnTo>
                        <a:pt x="11948" y="17493"/>
                      </a:lnTo>
                      <a:lnTo>
                        <a:pt x="11864" y="17535"/>
                      </a:lnTo>
                      <a:lnTo>
                        <a:pt x="11759" y="17493"/>
                      </a:lnTo>
                      <a:lnTo>
                        <a:pt x="11738" y="17388"/>
                      </a:lnTo>
                      <a:lnTo>
                        <a:pt x="11864" y="17284"/>
                      </a:lnTo>
                      <a:lnTo>
                        <a:pt x="11969" y="17284"/>
                      </a:lnTo>
                      <a:lnTo>
                        <a:pt x="12010" y="17221"/>
                      </a:lnTo>
                      <a:lnTo>
                        <a:pt x="11948" y="17074"/>
                      </a:lnTo>
                      <a:lnTo>
                        <a:pt x="11969" y="17032"/>
                      </a:lnTo>
                      <a:lnTo>
                        <a:pt x="12052" y="16970"/>
                      </a:lnTo>
                      <a:lnTo>
                        <a:pt x="11906" y="16844"/>
                      </a:lnTo>
                      <a:lnTo>
                        <a:pt x="11864" y="16865"/>
                      </a:lnTo>
                      <a:lnTo>
                        <a:pt x="11780" y="16844"/>
                      </a:lnTo>
                      <a:lnTo>
                        <a:pt x="11759" y="16802"/>
                      </a:lnTo>
                      <a:lnTo>
                        <a:pt x="11969" y="16698"/>
                      </a:lnTo>
                      <a:lnTo>
                        <a:pt x="12052" y="16698"/>
                      </a:lnTo>
                      <a:lnTo>
                        <a:pt x="12157" y="16635"/>
                      </a:lnTo>
                      <a:lnTo>
                        <a:pt x="12115" y="16593"/>
                      </a:lnTo>
                      <a:lnTo>
                        <a:pt x="11906" y="16614"/>
                      </a:lnTo>
                      <a:lnTo>
                        <a:pt x="11592" y="16740"/>
                      </a:lnTo>
                      <a:lnTo>
                        <a:pt x="11529" y="16823"/>
                      </a:lnTo>
                      <a:lnTo>
                        <a:pt x="11571" y="16886"/>
                      </a:lnTo>
                      <a:lnTo>
                        <a:pt x="11592" y="16970"/>
                      </a:lnTo>
                      <a:lnTo>
                        <a:pt x="11655" y="17053"/>
                      </a:lnTo>
                      <a:lnTo>
                        <a:pt x="11592" y="17137"/>
                      </a:lnTo>
                      <a:lnTo>
                        <a:pt x="11529" y="17158"/>
                      </a:lnTo>
                      <a:lnTo>
                        <a:pt x="11425" y="17053"/>
                      </a:lnTo>
                      <a:lnTo>
                        <a:pt x="11445" y="17012"/>
                      </a:lnTo>
                      <a:lnTo>
                        <a:pt x="11487" y="16991"/>
                      </a:lnTo>
                      <a:lnTo>
                        <a:pt x="11466" y="16907"/>
                      </a:lnTo>
                      <a:lnTo>
                        <a:pt x="11445" y="16907"/>
                      </a:lnTo>
                      <a:lnTo>
                        <a:pt x="11236" y="17116"/>
                      </a:lnTo>
                      <a:lnTo>
                        <a:pt x="11236" y="17158"/>
                      </a:lnTo>
                      <a:lnTo>
                        <a:pt x="11320" y="17242"/>
                      </a:lnTo>
                      <a:lnTo>
                        <a:pt x="11383" y="17263"/>
                      </a:lnTo>
                      <a:lnTo>
                        <a:pt x="11383" y="17346"/>
                      </a:lnTo>
                      <a:lnTo>
                        <a:pt x="11257" y="17472"/>
                      </a:lnTo>
                      <a:lnTo>
                        <a:pt x="11215" y="17430"/>
                      </a:lnTo>
                      <a:lnTo>
                        <a:pt x="11257" y="17346"/>
                      </a:lnTo>
                      <a:lnTo>
                        <a:pt x="11236" y="17263"/>
                      </a:lnTo>
                      <a:lnTo>
                        <a:pt x="11173" y="17263"/>
                      </a:lnTo>
                      <a:lnTo>
                        <a:pt x="11173" y="17200"/>
                      </a:lnTo>
                      <a:lnTo>
                        <a:pt x="10943" y="17263"/>
                      </a:lnTo>
                      <a:lnTo>
                        <a:pt x="10922" y="17346"/>
                      </a:lnTo>
                      <a:lnTo>
                        <a:pt x="10755" y="17430"/>
                      </a:lnTo>
                      <a:lnTo>
                        <a:pt x="10629" y="17409"/>
                      </a:lnTo>
                      <a:lnTo>
                        <a:pt x="10546" y="17430"/>
                      </a:lnTo>
                      <a:lnTo>
                        <a:pt x="10546" y="17472"/>
                      </a:lnTo>
                      <a:lnTo>
                        <a:pt x="10316" y="17765"/>
                      </a:lnTo>
                      <a:lnTo>
                        <a:pt x="10274" y="17786"/>
                      </a:lnTo>
                      <a:lnTo>
                        <a:pt x="10064" y="18058"/>
                      </a:lnTo>
                      <a:lnTo>
                        <a:pt x="9960" y="18100"/>
                      </a:lnTo>
                      <a:lnTo>
                        <a:pt x="9876" y="18037"/>
                      </a:lnTo>
                      <a:lnTo>
                        <a:pt x="9813" y="18037"/>
                      </a:lnTo>
                      <a:lnTo>
                        <a:pt x="9876" y="18141"/>
                      </a:lnTo>
                      <a:lnTo>
                        <a:pt x="10023" y="18246"/>
                      </a:lnTo>
                      <a:lnTo>
                        <a:pt x="10064" y="18309"/>
                      </a:lnTo>
                      <a:lnTo>
                        <a:pt x="10064" y="18309"/>
                      </a:lnTo>
                      <a:lnTo>
                        <a:pt x="9876" y="18246"/>
                      </a:lnTo>
                      <a:lnTo>
                        <a:pt x="9813" y="18288"/>
                      </a:lnTo>
                      <a:lnTo>
                        <a:pt x="9500" y="18309"/>
                      </a:lnTo>
                      <a:lnTo>
                        <a:pt x="9458" y="18372"/>
                      </a:lnTo>
                      <a:lnTo>
                        <a:pt x="9541" y="18476"/>
                      </a:lnTo>
                      <a:lnTo>
                        <a:pt x="9541" y="18581"/>
                      </a:lnTo>
                      <a:lnTo>
                        <a:pt x="9458" y="18706"/>
                      </a:lnTo>
                      <a:lnTo>
                        <a:pt x="9500" y="18895"/>
                      </a:lnTo>
                      <a:lnTo>
                        <a:pt x="9458" y="19020"/>
                      </a:lnTo>
                      <a:lnTo>
                        <a:pt x="9248" y="19104"/>
                      </a:lnTo>
                      <a:lnTo>
                        <a:pt x="9228" y="19146"/>
                      </a:lnTo>
                      <a:lnTo>
                        <a:pt x="9081" y="19146"/>
                      </a:lnTo>
                      <a:lnTo>
                        <a:pt x="9039" y="19229"/>
                      </a:lnTo>
                      <a:lnTo>
                        <a:pt x="8956" y="19104"/>
                      </a:lnTo>
                      <a:lnTo>
                        <a:pt x="8809" y="19208"/>
                      </a:lnTo>
                      <a:lnTo>
                        <a:pt x="8579" y="19208"/>
                      </a:lnTo>
                      <a:lnTo>
                        <a:pt x="8328" y="18916"/>
                      </a:lnTo>
                      <a:lnTo>
                        <a:pt x="8098" y="18706"/>
                      </a:lnTo>
                      <a:lnTo>
                        <a:pt x="8014" y="18644"/>
                      </a:lnTo>
                      <a:lnTo>
                        <a:pt x="8014" y="18476"/>
                      </a:lnTo>
                      <a:lnTo>
                        <a:pt x="8056" y="18413"/>
                      </a:lnTo>
                      <a:lnTo>
                        <a:pt x="8098" y="18455"/>
                      </a:lnTo>
                      <a:lnTo>
                        <a:pt x="8160" y="18372"/>
                      </a:lnTo>
                      <a:lnTo>
                        <a:pt x="8119" y="18309"/>
                      </a:lnTo>
                      <a:lnTo>
                        <a:pt x="8181" y="18267"/>
                      </a:lnTo>
                      <a:lnTo>
                        <a:pt x="8370" y="18267"/>
                      </a:lnTo>
                      <a:lnTo>
                        <a:pt x="8412" y="18183"/>
                      </a:lnTo>
                      <a:lnTo>
                        <a:pt x="8621" y="18183"/>
                      </a:lnTo>
                      <a:lnTo>
                        <a:pt x="8642" y="18100"/>
                      </a:lnTo>
                      <a:lnTo>
                        <a:pt x="8495" y="17890"/>
                      </a:lnTo>
                      <a:lnTo>
                        <a:pt x="8474" y="17807"/>
                      </a:lnTo>
                      <a:lnTo>
                        <a:pt x="8328" y="17786"/>
                      </a:lnTo>
                      <a:lnTo>
                        <a:pt x="8202" y="17660"/>
                      </a:lnTo>
                      <a:lnTo>
                        <a:pt x="8202" y="17556"/>
                      </a:lnTo>
                      <a:lnTo>
                        <a:pt x="8077" y="17451"/>
                      </a:lnTo>
                      <a:lnTo>
                        <a:pt x="7763" y="17430"/>
                      </a:lnTo>
                      <a:lnTo>
                        <a:pt x="7554" y="17451"/>
                      </a:lnTo>
                      <a:lnTo>
                        <a:pt x="7449" y="17493"/>
                      </a:lnTo>
                      <a:lnTo>
                        <a:pt x="7323" y="17493"/>
                      </a:lnTo>
                      <a:lnTo>
                        <a:pt x="7072" y="17346"/>
                      </a:lnTo>
                      <a:lnTo>
                        <a:pt x="6947" y="17346"/>
                      </a:lnTo>
                      <a:lnTo>
                        <a:pt x="6947" y="17388"/>
                      </a:lnTo>
                      <a:lnTo>
                        <a:pt x="7240" y="17639"/>
                      </a:lnTo>
                      <a:lnTo>
                        <a:pt x="7386" y="17744"/>
                      </a:lnTo>
                      <a:lnTo>
                        <a:pt x="7470" y="17974"/>
                      </a:lnTo>
                      <a:lnTo>
                        <a:pt x="7470" y="18100"/>
                      </a:lnTo>
                      <a:lnTo>
                        <a:pt x="7533" y="18183"/>
                      </a:lnTo>
                      <a:lnTo>
                        <a:pt x="7470" y="18225"/>
                      </a:lnTo>
                      <a:lnTo>
                        <a:pt x="7470" y="18330"/>
                      </a:lnTo>
                      <a:lnTo>
                        <a:pt x="7491" y="18413"/>
                      </a:lnTo>
                      <a:lnTo>
                        <a:pt x="7449" y="18434"/>
                      </a:lnTo>
                      <a:lnTo>
                        <a:pt x="7449" y="18706"/>
                      </a:lnTo>
                      <a:lnTo>
                        <a:pt x="7386" y="18853"/>
                      </a:lnTo>
                      <a:lnTo>
                        <a:pt x="7449" y="18999"/>
                      </a:lnTo>
                      <a:lnTo>
                        <a:pt x="7595" y="18999"/>
                      </a:lnTo>
                      <a:lnTo>
                        <a:pt x="7742" y="19062"/>
                      </a:lnTo>
                      <a:lnTo>
                        <a:pt x="7805" y="19167"/>
                      </a:lnTo>
                      <a:lnTo>
                        <a:pt x="7784" y="19229"/>
                      </a:lnTo>
                      <a:lnTo>
                        <a:pt x="7805" y="19313"/>
                      </a:lnTo>
                      <a:lnTo>
                        <a:pt x="7784" y="19355"/>
                      </a:lnTo>
                      <a:lnTo>
                        <a:pt x="7784" y="19418"/>
                      </a:lnTo>
                      <a:lnTo>
                        <a:pt x="7847" y="19460"/>
                      </a:lnTo>
                      <a:lnTo>
                        <a:pt x="7784" y="19543"/>
                      </a:lnTo>
                      <a:lnTo>
                        <a:pt x="7784" y="19794"/>
                      </a:lnTo>
                      <a:lnTo>
                        <a:pt x="7742" y="19857"/>
                      </a:lnTo>
                      <a:lnTo>
                        <a:pt x="7805" y="20004"/>
                      </a:lnTo>
                      <a:lnTo>
                        <a:pt x="7847" y="20213"/>
                      </a:lnTo>
                      <a:lnTo>
                        <a:pt x="7763" y="20171"/>
                      </a:lnTo>
                      <a:lnTo>
                        <a:pt x="7700" y="20045"/>
                      </a:lnTo>
                      <a:lnTo>
                        <a:pt x="7575" y="19941"/>
                      </a:lnTo>
                      <a:lnTo>
                        <a:pt x="7449" y="20066"/>
                      </a:lnTo>
                      <a:lnTo>
                        <a:pt x="7470" y="19941"/>
                      </a:lnTo>
                      <a:lnTo>
                        <a:pt x="7428" y="19857"/>
                      </a:lnTo>
                      <a:lnTo>
                        <a:pt x="7240" y="19836"/>
                      </a:lnTo>
                      <a:lnTo>
                        <a:pt x="7072" y="19857"/>
                      </a:lnTo>
                      <a:lnTo>
                        <a:pt x="6968" y="19773"/>
                      </a:lnTo>
                      <a:lnTo>
                        <a:pt x="6821" y="19753"/>
                      </a:lnTo>
                      <a:lnTo>
                        <a:pt x="6738" y="19794"/>
                      </a:lnTo>
                      <a:lnTo>
                        <a:pt x="6612" y="20087"/>
                      </a:lnTo>
                      <a:lnTo>
                        <a:pt x="6424" y="20255"/>
                      </a:lnTo>
                      <a:lnTo>
                        <a:pt x="6298" y="20276"/>
                      </a:lnTo>
                      <a:lnTo>
                        <a:pt x="6194" y="20380"/>
                      </a:lnTo>
                      <a:lnTo>
                        <a:pt x="6173" y="20527"/>
                      </a:lnTo>
                      <a:lnTo>
                        <a:pt x="6026" y="20694"/>
                      </a:lnTo>
                      <a:lnTo>
                        <a:pt x="5963" y="20757"/>
                      </a:lnTo>
                      <a:lnTo>
                        <a:pt x="5963" y="20841"/>
                      </a:lnTo>
                      <a:lnTo>
                        <a:pt x="6005" y="21029"/>
                      </a:lnTo>
                      <a:lnTo>
                        <a:pt x="6277" y="21301"/>
                      </a:lnTo>
                      <a:lnTo>
                        <a:pt x="6424" y="21531"/>
                      </a:lnTo>
                      <a:lnTo>
                        <a:pt x="6340" y="21636"/>
                      </a:lnTo>
                      <a:lnTo>
                        <a:pt x="6277" y="21636"/>
                      </a:lnTo>
                      <a:lnTo>
                        <a:pt x="6277" y="21761"/>
                      </a:lnTo>
                      <a:lnTo>
                        <a:pt x="6173" y="21845"/>
                      </a:lnTo>
                      <a:lnTo>
                        <a:pt x="6110" y="21949"/>
                      </a:lnTo>
                      <a:lnTo>
                        <a:pt x="5963" y="21782"/>
                      </a:lnTo>
                      <a:lnTo>
                        <a:pt x="5587" y="21615"/>
                      </a:lnTo>
                      <a:lnTo>
                        <a:pt x="5461" y="21615"/>
                      </a:lnTo>
                      <a:lnTo>
                        <a:pt x="5398" y="21531"/>
                      </a:lnTo>
                      <a:lnTo>
                        <a:pt x="5189" y="21531"/>
                      </a:lnTo>
                      <a:lnTo>
                        <a:pt x="5085" y="21447"/>
                      </a:lnTo>
                      <a:lnTo>
                        <a:pt x="5022" y="21322"/>
                      </a:lnTo>
                      <a:lnTo>
                        <a:pt x="4854" y="21301"/>
                      </a:lnTo>
                      <a:lnTo>
                        <a:pt x="4729" y="21217"/>
                      </a:lnTo>
                      <a:lnTo>
                        <a:pt x="4603" y="21217"/>
                      </a:lnTo>
                      <a:lnTo>
                        <a:pt x="4562" y="21301"/>
                      </a:lnTo>
                      <a:lnTo>
                        <a:pt x="4603" y="21364"/>
                      </a:lnTo>
                      <a:lnTo>
                        <a:pt x="4562" y="21426"/>
                      </a:lnTo>
                      <a:lnTo>
                        <a:pt x="4603" y="21468"/>
                      </a:lnTo>
                      <a:lnTo>
                        <a:pt x="4520" y="21552"/>
                      </a:lnTo>
                      <a:lnTo>
                        <a:pt x="4415" y="21552"/>
                      </a:lnTo>
                      <a:lnTo>
                        <a:pt x="4499" y="21719"/>
                      </a:lnTo>
                      <a:lnTo>
                        <a:pt x="4520" y="21845"/>
                      </a:lnTo>
                      <a:lnTo>
                        <a:pt x="4666" y="21929"/>
                      </a:lnTo>
                      <a:lnTo>
                        <a:pt x="4771" y="22054"/>
                      </a:lnTo>
                      <a:lnTo>
                        <a:pt x="4917" y="22138"/>
                      </a:lnTo>
                      <a:lnTo>
                        <a:pt x="5022" y="22075"/>
                      </a:lnTo>
                      <a:lnTo>
                        <a:pt x="5085" y="22075"/>
                      </a:lnTo>
                      <a:lnTo>
                        <a:pt x="5168" y="22033"/>
                      </a:lnTo>
                      <a:lnTo>
                        <a:pt x="5189" y="22096"/>
                      </a:lnTo>
                      <a:lnTo>
                        <a:pt x="5336" y="22159"/>
                      </a:lnTo>
                      <a:lnTo>
                        <a:pt x="5336" y="22201"/>
                      </a:lnTo>
                      <a:lnTo>
                        <a:pt x="5273" y="22263"/>
                      </a:lnTo>
                      <a:lnTo>
                        <a:pt x="5357" y="22347"/>
                      </a:lnTo>
                      <a:lnTo>
                        <a:pt x="5357" y="22514"/>
                      </a:lnTo>
                      <a:lnTo>
                        <a:pt x="5273" y="22556"/>
                      </a:lnTo>
                      <a:lnTo>
                        <a:pt x="5168" y="22556"/>
                      </a:lnTo>
                      <a:lnTo>
                        <a:pt x="5043" y="22682"/>
                      </a:lnTo>
                      <a:lnTo>
                        <a:pt x="4980" y="22682"/>
                      </a:lnTo>
                      <a:lnTo>
                        <a:pt x="4875" y="22577"/>
                      </a:lnTo>
                      <a:lnTo>
                        <a:pt x="4729" y="22577"/>
                      </a:lnTo>
                      <a:lnTo>
                        <a:pt x="4645" y="22514"/>
                      </a:lnTo>
                      <a:lnTo>
                        <a:pt x="4457" y="22514"/>
                      </a:lnTo>
                      <a:lnTo>
                        <a:pt x="4415" y="22473"/>
                      </a:lnTo>
                      <a:lnTo>
                        <a:pt x="4415" y="22347"/>
                      </a:lnTo>
                      <a:lnTo>
                        <a:pt x="4310" y="22284"/>
                      </a:lnTo>
                      <a:lnTo>
                        <a:pt x="4227" y="22180"/>
                      </a:lnTo>
                      <a:lnTo>
                        <a:pt x="4185" y="22180"/>
                      </a:lnTo>
                      <a:lnTo>
                        <a:pt x="4080" y="22263"/>
                      </a:lnTo>
                      <a:lnTo>
                        <a:pt x="3829" y="22180"/>
                      </a:lnTo>
                      <a:lnTo>
                        <a:pt x="3787" y="22075"/>
                      </a:lnTo>
                      <a:lnTo>
                        <a:pt x="3725" y="22033"/>
                      </a:lnTo>
                      <a:lnTo>
                        <a:pt x="3787" y="21949"/>
                      </a:lnTo>
                      <a:lnTo>
                        <a:pt x="3766" y="21824"/>
                      </a:lnTo>
                      <a:lnTo>
                        <a:pt x="3766" y="21719"/>
                      </a:lnTo>
                      <a:lnTo>
                        <a:pt x="3662" y="21636"/>
                      </a:lnTo>
                      <a:lnTo>
                        <a:pt x="3662" y="21531"/>
                      </a:lnTo>
                      <a:lnTo>
                        <a:pt x="3494" y="21385"/>
                      </a:lnTo>
                      <a:lnTo>
                        <a:pt x="3494" y="21238"/>
                      </a:lnTo>
                      <a:lnTo>
                        <a:pt x="3411" y="21217"/>
                      </a:lnTo>
                      <a:lnTo>
                        <a:pt x="3453" y="21113"/>
                      </a:lnTo>
                      <a:lnTo>
                        <a:pt x="3515" y="21092"/>
                      </a:lnTo>
                      <a:lnTo>
                        <a:pt x="3557" y="20903"/>
                      </a:lnTo>
                      <a:lnTo>
                        <a:pt x="3557" y="20799"/>
                      </a:lnTo>
                      <a:lnTo>
                        <a:pt x="3515" y="20778"/>
                      </a:lnTo>
                      <a:lnTo>
                        <a:pt x="3515" y="20694"/>
                      </a:lnTo>
                      <a:lnTo>
                        <a:pt x="3578" y="20610"/>
                      </a:lnTo>
                      <a:lnTo>
                        <a:pt x="3515" y="20589"/>
                      </a:lnTo>
                      <a:lnTo>
                        <a:pt x="3390" y="20401"/>
                      </a:lnTo>
                      <a:lnTo>
                        <a:pt x="3139" y="20297"/>
                      </a:lnTo>
                      <a:lnTo>
                        <a:pt x="3055" y="20359"/>
                      </a:lnTo>
                      <a:lnTo>
                        <a:pt x="2992" y="20297"/>
                      </a:lnTo>
                      <a:lnTo>
                        <a:pt x="2930" y="20297"/>
                      </a:lnTo>
                      <a:lnTo>
                        <a:pt x="2867" y="20338"/>
                      </a:lnTo>
                      <a:lnTo>
                        <a:pt x="2741" y="20297"/>
                      </a:lnTo>
                      <a:lnTo>
                        <a:pt x="2783" y="20255"/>
                      </a:lnTo>
                      <a:lnTo>
                        <a:pt x="2888" y="20234"/>
                      </a:lnTo>
                      <a:lnTo>
                        <a:pt x="2930" y="20150"/>
                      </a:lnTo>
                      <a:lnTo>
                        <a:pt x="2783" y="20108"/>
                      </a:lnTo>
                      <a:lnTo>
                        <a:pt x="2783" y="20087"/>
                      </a:lnTo>
                      <a:lnTo>
                        <a:pt x="2867" y="20066"/>
                      </a:lnTo>
                      <a:lnTo>
                        <a:pt x="2783" y="20004"/>
                      </a:lnTo>
                      <a:lnTo>
                        <a:pt x="2720" y="20066"/>
                      </a:lnTo>
                      <a:lnTo>
                        <a:pt x="2532" y="20108"/>
                      </a:lnTo>
                      <a:lnTo>
                        <a:pt x="2511" y="20087"/>
                      </a:lnTo>
                      <a:lnTo>
                        <a:pt x="2553" y="20004"/>
                      </a:lnTo>
                      <a:lnTo>
                        <a:pt x="2658" y="19962"/>
                      </a:lnTo>
                      <a:lnTo>
                        <a:pt x="2637" y="19941"/>
                      </a:lnTo>
                      <a:lnTo>
                        <a:pt x="2448" y="19899"/>
                      </a:lnTo>
                      <a:lnTo>
                        <a:pt x="2427" y="19836"/>
                      </a:lnTo>
                      <a:lnTo>
                        <a:pt x="2302" y="19753"/>
                      </a:lnTo>
                      <a:lnTo>
                        <a:pt x="2260" y="19585"/>
                      </a:lnTo>
                      <a:lnTo>
                        <a:pt x="2134" y="19522"/>
                      </a:lnTo>
                      <a:lnTo>
                        <a:pt x="2155" y="19481"/>
                      </a:lnTo>
                      <a:lnTo>
                        <a:pt x="2260" y="19481"/>
                      </a:lnTo>
                      <a:lnTo>
                        <a:pt x="2302" y="19522"/>
                      </a:lnTo>
                      <a:lnTo>
                        <a:pt x="2448" y="19543"/>
                      </a:lnTo>
                      <a:lnTo>
                        <a:pt x="2469" y="19648"/>
                      </a:lnTo>
                      <a:lnTo>
                        <a:pt x="2720" y="19857"/>
                      </a:lnTo>
                      <a:lnTo>
                        <a:pt x="2783" y="19857"/>
                      </a:lnTo>
                      <a:lnTo>
                        <a:pt x="2825" y="19794"/>
                      </a:lnTo>
                      <a:lnTo>
                        <a:pt x="2950" y="19878"/>
                      </a:lnTo>
                      <a:lnTo>
                        <a:pt x="3139" y="19878"/>
                      </a:lnTo>
                      <a:lnTo>
                        <a:pt x="3160" y="19836"/>
                      </a:lnTo>
                      <a:lnTo>
                        <a:pt x="3243" y="19899"/>
                      </a:lnTo>
                      <a:lnTo>
                        <a:pt x="3160" y="19962"/>
                      </a:lnTo>
                      <a:lnTo>
                        <a:pt x="3202" y="19983"/>
                      </a:lnTo>
                      <a:lnTo>
                        <a:pt x="3202" y="20045"/>
                      </a:lnTo>
                      <a:lnTo>
                        <a:pt x="3306" y="20045"/>
                      </a:lnTo>
                      <a:lnTo>
                        <a:pt x="3369" y="19983"/>
                      </a:lnTo>
                      <a:lnTo>
                        <a:pt x="3557" y="19983"/>
                      </a:lnTo>
                      <a:lnTo>
                        <a:pt x="3494" y="20004"/>
                      </a:lnTo>
                      <a:lnTo>
                        <a:pt x="3599" y="20004"/>
                      </a:lnTo>
                      <a:lnTo>
                        <a:pt x="3704" y="19983"/>
                      </a:lnTo>
                      <a:lnTo>
                        <a:pt x="3704" y="20066"/>
                      </a:lnTo>
                      <a:lnTo>
                        <a:pt x="3871" y="20192"/>
                      </a:lnTo>
                      <a:lnTo>
                        <a:pt x="3934" y="20150"/>
                      </a:lnTo>
                      <a:lnTo>
                        <a:pt x="4038" y="20171"/>
                      </a:lnTo>
                      <a:lnTo>
                        <a:pt x="4080" y="20213"/>
                      </a:lnTo>
                      <a:lnTo>
                        <a:pt x="4227" y="20213"/>
                      </a:lnTo>
                      <a:lnTo>
                        <a:pt x="4331" y="20255"/>
                      </a:lnTo>
                      <a:lnTo>
                        <a:pt x="4415" y="20192"/>
                      </a:lnTo>
                      <a:lnTo>
                        <a:pt x="4541" y="20297"/>
                      </a:lnTo>
                      <a:lnTo>
                        <a:pt x="4729" y="20359"/>
                      </a:lnTo>
                      <a:lnTo>
                        <a:pt x="5064" y="20380"/>
                      </a:lnTo>
                      <a:lnTo>
                        <a:pt x="5336" y="20359"/>
                      </a:lnTo>
                      <a:lnTo>
                        <a:pt x="5357" y="20297"/>
                      </a:lnTo>
                      <a:lnTo>
                        <a:pt x="5545" y="20297"/>
                      </a:lnTo>
                      <a:lnTo>
                        <a:pt x="5608" y="20255"/>
                      </a:lnTo>
                      <a:lnTo>
                        <a:pt x="5796" y="20213"/>
                      </a:lnTo>
                      <a:lnTo>
                        <a:pt x="5963" y="20150"/>
                      </a:lnTo>
                      <a:lnTo>
                        <a:pt x="6173" y="19857"/>
                      </a:lnTo>
                      <a:lnTo>
                        <a:pt x="6194" y="19773"/>
                      </a:lnTo>
                      <a:lnTo>
                        <a:pt x="6319" y="19627"/>
                      </a:lnTo>
                      <a:lnTo>
                        <a:pt x="6319" y="19543"/>
                      </a:lnTo>
                      <a:lnTo>
                        <a:pt x="6340" y="19460"/>
                      </a:lnTo>
                      <a:lnTo>
                        <a:pt x="6382" y="19313"/>
                      </a:lnTo>
                      <a:lnTo>
                        <a:pt x="6382" y="19167"/>
                      </a:lnTo>
                      <a:lnTo>
                        <a:pt x="6382" y="19041"/>
                      </a:lnTo>
                      <a:lnTo>
                        <a:pt x="6319" y="18999"/>
                      </a:lnTo>
                      <a:lnTo>
                        <a:pt x="6277" y="18999"/>
                      </a:lnTo>
                      <a:lnTo>
                        <a:pt x="6173" y="18832"/>
                      </a:lnTo>
                      <a:lnTo>
                        <a:pt x="6089" y="18790"/>
                      </a:lnTo>
                      <a:lnTo>
                        <a:pt x="6068" y="18644"/>
                      </a:lnTo>
                      <a:lnTo>
                        <a:pt x="5963" y="18392"/>
                      </a:lnTo>
                      <a:lnTo>
                        <a:pt x="5859" y="18372"/>
                      </a:lnTo>
                      <a:lnTo>
                        <a:pt x="5817" y="18413"/>
                      </a:lnTo>
                      <a:lnTo>
                        <a:pt x="5691" y="18372"/>
                      </a:lnTo>
                      <a:lnTo>
                        <a:pt x="5691" y="18288"/>
                      </a:lnTo>
                      <a:lnTo>
                        <a:pt x="5461" y="18120"/>
                      </a:lnTo>
                      <a:lnTo>
                        <a:pt x="5461" y="18016"/>
                      </a:lnTo>
                      <a:lnTo>
                        <a:pt x="5336" y="17890"/>
                      </a:lnTo>
                      <a:lnTo>
                        <a:pt x="5273" y="17890"/>
                      </a:lnTo>
                      <a:lnTo>
                        <a:pt x="5294" y="17953"/>
                      </a:lnTo>
                      <a:lnTo>
                        <a:pt x="5378" y="18079"/>
                      </a:lnTo>
                      <a:lnTo>
                        <a:pt x="5294" y="18100"/>
                      </a:lnTo>
                      <a:lnTo>
                        <a:pt x="5168" y="17974"/>
                      </a:lnTo>
                      <a:lnTo>
                        <a:pt x="5085" y="17974"/>
                      </a:lnTo>
                      <a:lnTo>
                        <a:pt x="4938" y="17807"/>
                      </a:lnTo>
                      <a:lnTo>
                        <a:pt x="4875" y="17807"/>
                      </a:lnTo>
                      <a:lnTo>
                        <a:pt x="4875" y="17869"/>
                      </a:lnTo>
                      <a:lnTo>
                        <a:pt x="4917" y="17911"/>
                      </a:lnTo>
                      <a:lnTo>
                        <a:pt x="4834" y="17890"/>
                      </a:lnTo>
                      <a:lnTo>
                        <a:pt x="4708" y="17681"/>
                      </a:lnTo>
                      <a:lnTo>
                        <a:pt x="4603" y="17660"/>
                      </a:lnTo>
                      <a:lnTo>
                        <a:pt x="4520" y="17556"/>
                      </a:lnTo>
                      <a:lnTo>
                        <a:pt x="4122" y="17284"/>
                      </a:lnTo>
                      <a:lnTo>
                        <a:pt x="3515" y="16970"/>
                      </a:lnTo>
                      <a:lnTo>
                        <a:pt x="3390" y="16928"/>
                      </a:lnTo>
                      <a:lnTo>
                        <a:pt x="3369" y="16970"/>
                      </a:lnTo>
                      <a:lnTo>
                        <a:pt x="3243" y="16907"/>
                      </a:lnTo>
                      <a:lnTo>
                        <a:pt x="3097" y="16865"/>
                      </a:lnTo>
                      <a:lnTo>
                        <a:pt x="3097" y="16928"/>
                      </a:lnTo>
                      <a:lnTo>
                        <a:pt x="3034" y="16970"/>
                      </a:lnTo>
                      <a:lnTo>
                        <a:pt x="2930" y="16928"/>
                      </a:lnTo>
                      <a:lnTo>
                        <a:pt x="2762" y="16928"/>
                      </a:lnTo>
                      <a:lnTo>
                        <a:pt x="2678" y="16823"/>
                      </a:lnTo>
                      <a:lnTo>
                        <a:pt x="2574" y="16760"/>
                      </a:lnTo>
                      <a:lnTo>
                        <a:pt x="2574" y="16802"/>
                      </a:lnTo>
                      <a:lnTo>
                        <a:pt x="2637" y="16865"/>
                      </a:lnTo>
                      <a:lnTo>
                        <a:pt x="2616" y="16928"/>
                      </a:lnTo>
                      <a:lnTo>
                        <a:pt x="2532" y="16865"/>
                      </a:lnTo>
                      <a:lnTo>
                        <a:pt x="2406" y="16907"/>
                      </a:lnTo>
                      <a:lnTo>
                        <a:pt x="2344" y="16949"/>
                      </a:lnTo>
                      <a:lnTo>
                        <a:pt x="2365" y="17032"/>
                      </a:lnTo>
                      <a:lnTo>
                        <a:pt x="2302" y="17158"/>
                      </a:lnTo>
                      <a:lnTo>
                        <a:pt x="2155" y="17158"/>
                      </a:lnTo>
                      <a:lnTo>
                        <a:pt x="2239" y="17053"/>
                      </a:lnTo>
                      <a:lnTo>
                        <a:pt x="2323" y="17012"/>
                      </a:lnTo>
                      <a:lnTo>
                        <a:pt x="2260" y="16949"/>
                      </a:lnTo>
                      <a:lnTo>
                        <a:pt x="2197" y="16949"/>
                      </a:lnTo>
                      <a:lnTo>
                        <a:pt x="2218" y="16907"/>
                      </a:lnTo>
                      <a:lnTo>
                        <a:pt x="2239" y="16844"/>
                      </a:lnTo>
                      <a:lnTo>
                        <a:pt x="2197" y="16823"/>
                      </a:lnTo>
                      <a:lnTo>
                        <a:pt x="2134" y="16886"/>
                      </a:lnTo>
                      <a:lnTo>
                        <a:pt x="2030" y="17012"/>
                      </a:lnTo>
                      <a:lnTo>
                        <a:pt x="2030" y="16928"/>
                      </a:lnTo>
                      <a:lnTo>
                        <a:pt x="2030" y="16886"/>
                      </a:lnTo>
                      <a:lnTo>
                        <a:pt x="2009" y="16844"/>
                      </a:lnTo>
                      <a:lnTo>
                        <a:pt x="1946" y="16928"/>
                      </a:lnTo>
                      <a:lnTo>
                        <a:pt x="1925" y="16928"/>
                      </a:lnTo>
                      <a:lnTo>
                        <a:pt x="1925" y="16844"/>
                      </a:lnTo>
                      <a:lnTo>
                        <a:pt x="1821" y="16823"/>
                      </a:lnTo>
                      <a:lnTo>
                        <a:pt x="1716" y="16907"/>
                      </a:lnTo>
                      <a:lnTo>
                        <a:pt x="1695" y="16802"/>
                      </a:lnTo>
                      <a:lnTo>
                        <a:pt x="1632" y="16760"/>
                      </a:lnTo>
                      <a:lnTo>
                        <a:pt x="1569" y="16844"/>
                      </a:lnTo>
                      <a:lnTo>
                        <a:pt x="1528" y="16740"/>
                      </a:lnTo>
                      <a:lnTo>
                        <a:pt x="1528" y="16614"/>
                      </a:lnTo>
                      <a:lnTo>
                        <a:pt x="1590" y="16530"/>
                      </a:lnTo>
                      <a:lnTo>
                        <a:pt x="1590" y="16614"/>
                      </a:lnTo>
                      <a:lnTo>
                        <a:pt x="1674" y="16698"/>
                      </a:lnTo>
                      <a:lnTo>
                        <a:pt x="1800" y="16656"/>
                      </a:lnTo>
                      <a:lnTo>
                        <a:pt x="1883" y="16719"/>
                      </a:lnTo>
                      <a:lnTo>
                        <a:pt x="1988" y="16635"/>
                      </a:lnTo>
                      <a:lnTo>
                        <a:pt x="1988" y="16593"/>
                      </a:lnTo>
                      <a:lnTo>
                        <a:pt x="1904" y="16530"/>
                      </a:lnTo>
                      <a:lnTo>
                        <a:pt x="1883" y="16509"/>
                      </a:lnTo>
                      <a:lnTo>
                        <a:pt x="1800" y="16488"/>
                      </a:lnTo>
                      <a:lnTo>
                        <a:pt x="1737" y="16530"/>
                      </a:lnTo>
                      <a:lnTo>
                        <a:pt x="1695" y="16488"/>
                      </a:lnTo>
                      <a:lnTo>
                        <a:pt x="1632" y="16405"/>
                      </a:lnTo>
                      <a:lnTo>
                        <a:pt x="1528" y="16342"/>
                      </a:lnTo>
                      <a:lnTo>
                        <a:pt x="1423" y="16342"/>
                      </a:lnTo>
                      <a:lnTo>
                        <a:pt x="1402" y="16384"/>
                      </a:lnTo>
                      <a:lnTo>
                        <a:pt x="1465" y="16426"/>
                      </a:lnTo>
                      <a:lnTo>
                        <a:pt x="1486" y="16426"/>
                      </a:lnTo>
                      <a:lnTo>
                        <a:pt x="1486" y="16488"/>
                      </a:lnTo>
                      <a:lnTo>
                        <a:pt x="1402" y="16509"/>
                      </a:lnTo>
                      <a:lnTo>
                        <a:pt x="1360" y="16509"/>
                      </a:lnTo>
                      <a:lnTo>
                        <a:pt x="1360" y="16551"/>
                      </a:lnTo>
                      <a:lnTo>
                        <a:pt x="1465" y="16635"/>
                      </a:lnTo>
                      <a:lnTo>
                        <a:pt x="1402" y="16656"/>
                      </a:lnTo>
                      <a:lnTo>
                        <a:pt x="1318" y="16656"/>
                      </a:lnTo>
                      <a:lnTo>
                        <a:pt x="1277" y="16740"/>
                      </a:lnTo>
                      <a:lnTo>
                        <a:pt x="1256" y="16886"/>
                      </a:lnTo>
                      <a:lnTo>
                        <a:pt x="1193" y="16802"/>
                      </a:lnTo>
                      <a:lnTo>
                        <a:pt x="1193" y="16698"/>
                      </a:lnTo>
                      <a:lnTo>
                        <a:pt x="1151" y="16635"/>
                      </a:lnTo>
                      <a:lnTo>
                        <a:pt x="1005" y="16614"/>
                      </a:lnTo>
                      <a:lnTo>
                        <a:pt x="1005" y="16740"/>
                      </a:lnTo>
                      <a:lnTo>
                        <a:pt x="942" y="16823"/>
                      </a:lnTo>
                      <a:lnTo>
                        <a:pt x="795" y="16781"/>
                      </a:lnTo>
                      <a:lnTo>
                        <a:pt x="691" y="16781"/>
                      </a:lnTo>
                      <a:lnTo>
                        <a:pt x="691" y="16928"/>
                      </a:lnTo>
                      <a:lnTo>
                        <a:pt x="628" y="17053"/>
                      </a:lnTo>
                      <a:lnTo>
                        <a:pt x="481" y="17095"/>
                      </a:lnTo>
                      <a:lnTo>
                        <a:pt x="335" y="17242"/>
                      </a:lnTo>
                      <a:lnTo>
                        <a:pt x="335" y="17451"/>
                      </a:lnTo>
                      <a:lnTo>
                        <a:pt x="251" y="17451"/>
                      </a:lnTo>
                      <a:lnTo>
                        <a:pt x="105" y="17514"/>
                      </a:lnTo>
                      <a:lnTo>
                        <a:pt x="0" y="17556"/>
                      </a:lnTo>
                      <a:lnTo>
                        <a:pt x="105" y="17576"/>
                      </a:lnTo>
                      <a:lnTo>
                        <a:pt x="63" y="17744"/>
                      </a:lnTo>
                      <a:lnTo>
                        <a:pt x="21" y="17932"/>
                      </a:lnTo>
                      <a:lnTo>
                        <a:pt x="105" y="18037"/>
                      </a:lnTo>
                      <a:lnTo>
                        <a:pt x="209" y="18288"/>
                      </a:lnTo>
                      <a:lnTo>
                        <a:pt x="272" y="18288"/>
                      </a:lnTo>
                      <a:lnTo>
                        <a:pt x="440" y="18372"/>
                      </a:lnTo>
                      <a:lnTo>
                        <a:pt x="523" y="18497"/>
                      </a:lnTo>
                      <a:lnTo>
                        <a:pt x="565" y="18602"/>
                      </a:lnTo>
                      <a:lnTo>
                        <a:pt x="837" y="18769"/>
                      </a:lnTo>
                      <a:lnTo>
                        <a:pt x="900" y="18832"/>
                      </a:lnTo>
                      <a:lnTo>
                        <a:pt x="858" y="19020"/>
                      </a:lnTo>
                      <a:lnTo>
                        <a:pt x="753" y="19208"/>
                      </a:lnTo>
                      <a:lnTo>
                        <a:pt x="649" y="19460"/>
                      </a:lnTo>
                      <a:lnTo>
                        <a:pt x="774" y="19627"/>
                      </a:lnTo>
                      <a:lnTo>
                        <a:pt x="837" y="19773"/>
                      </a:lnTo>
                      <a:lnTo>
                        <a:pt x="1067" y="20234"/>
                      </a:lnTo>
                      <a:lnTo>
                        <a:pt x="1318" y="20820"/>
                      </a:lnTo>
                      <a:lnTo>
                        <a:pt x="1214" y="20861"/>
                      </a:lnTo>
                      <a:lnTo>
                        <a:pt x="1193" y="21217"/>
                      </a:lnTo>
                      <a:lnTo>
                        <a:pt x="1193" y="21322"/>
                      </a:lnTo>
                      <a:lnTo>
                        <a:pt x="1297" y="21343"/>
                      </a:lnTo>
                      <a:lnTo>
                        <a:pt x="1214" y="21447"/>
                      </a:lnTo>
                      <a:lnTo>
                        <a:pt x="1214" y="21636"/>
                      </a:lnTo>
                      <a:lnTo>
                        <a:pt x="1297" y="21740"/>
                      </a:lnTo>
                      <a:lnTo>
                        <a:pt x="1423" y="21761"/>
                      </a:lnTo>
                      <a:lnTo>
                        <a:pt x="1486" y="21866"/>
                      </a:lnTo>
                      <a:lnTo>
                        <a:pt x="1423" y="21929"/>
                      </a:lnTo>
                      <a:lnTo>
                        <a:pt x="1423" y="22138"/>
                      </a:lnTo>
                      <a:lnTo>
                        <a:pt x="1486" y="22263"/>
                      </a:lnTo>
                      <a:lnTo>
                        <a:pt x="1674" y="22389"/>
                      </a:lnTo>
                      <a:lnTo>
                        <a:pt x="1674" y="22577"/>
                      </a:lnTo>
                      <a:lnTo>
                        <a:pt x="1569" y="22745"/>
                      </a:lnTo>
                      <a:lnTo>
                        <a:pt x="1507" y="22912"/>
                      </a:lnTo>
                      <a:lnTo>
                        <a:pt x="1779" y="23289"/>
                      </a:lnTo>
                      <a:lnTo>
                        <a:pt x="1925" y="23330"/>
                      </a:lnTo>
                      <a:lnTo>
                        <a:pt x="2197" y="23623"/>
                      </a:lnTo>
                      <a:lnTo>
                        <a:pt x="2218" y="23812"/>
                      </a:lnTo>
                      <a:lnTo>
                        <a:pt x="2051" y="24230"/>
                      </a:lnTo>
                      <a:lnTo>
                        <a:pt x="1821" y="24628"/>
                      </a:lnTo>
                      <a:lnTo>
                        <a:pt x="1695" y="24900"/>
                      </a:lnTo>
                      <a:lnTo>
                        <a:pt x="1528" y="25151"/>
                      </a:lnTo>
                      <a:lnTo>
                        <a:pt x="1381" y="25402"/>
                      </a:lnTo>
                      <a:lnTo>
                        <a:pt x="1256" y="25486"/>
                      </a:lnTo>
                      <a:lnTo>
                        <a:pt x="984" y="25737"/>
                      </a:lnTo>
                      <a:lnTo>
                        <a:pt x="1005" y="25904"/>
                      </a:lnTo>
                      <a:cubicBezTo>
                        <a:pt x="1005" y="25883"/>
                        <a:pt x="1046" y="25883"/>
                        <a:pt x="1046" y="25883"/>
                      </a:cubicBezTo>
                      <a:cubicBezTo>
                        <a:pt x="1067" y="25883"/>
                        <a:pt x="1193" y="25799"/>
                        <a:pt x="1193" y="25799"/>
                      </a:cubicBezTo>
                      <a:lnTo>
                        <a:pt x="1318" y="25779"/>
                      </a:lnTo>
                      <a:lnTo>
                        <a:pt x="1256" y="25841"/>
                      </a:lnTo>
                      <a:lnTo>
                        <a:pt x="1297" y="25925"/>
                      </a:lnTo>
                      <a:lnTo>
                        <a:pt x="1297" y="26030"/>
                      </a:lnTo>
                      <a:lnTo>
                        <a:pt x="1172" y="25925"/>
                      </a:lnTo>
                      <a:lnTo>
                        <a:pt x="1151" y="26009"/>
                      </a:lnTo>
                      <a:lnTo>
                        <a:pt x="1277" y="26155"/>
                      </a:lnTo>
                      <a:lnTo>
                        <a:pt x="1402" y="26155"/>
                      </a:lnTo>
                      <a:lnTo>
                        <a:pt x="1486" y="26260"/>
                      </a:lnTo>
                      <a:lnTo>
                        <a:pt x="1611" y="26260"/>
                      </a:lnTo>
                      <a:lnTo>
                        <a:pt x="1674" y="26239"/>
                      </a:lnTo>
                      <a:lnTo>
                        <a:pt x="1779" y="26239"/>
                      </a:lnTo>
                      <a:lnTo>
                        <a:pt x="1883" y="26364"/>
                      </a:lnTo>
                      <a:lnTo>
                        <a:pt x="1800" y="26448"/>
                      </a:lnTo>
                      <a:lnTo>
                        <a:pt x="1611" y="26406"/>
                      </a:lnTo>
                      <a:lnTo>
                        <a:pt x="1528" y="26427"/>
                      </a:lnTo>
                      <a:lnTo>
                        <a:pt x="1507" y="26532"/>
                      </a:lnTo>
                      <a:lnTo>
                        <a:pt x="1381" y="26636"/>
                      </a:lnTo>
                      <a:lnTo>
                        <a:pt x="1277" y="26553"/>
                      </a:lnTo>
                      <a:lnTo>
                        <a:pt x="1214" y="26615"/>
                      </a:lnTo>
                      <a:lnTo>
                        <a:pt x="1214" y="26720"/>
                      </a:lnTo>
                      <a:lnTo>
                        <a:pt x="1109" y="26741"/>
                      </a:lnTo>
                      <a:lnTo>
                        <a:pt x="1067" y="26636"/>
                      </a:lnTo>
                      <a:lnTo>
                        <a:pt x="1005" y="26657"/>
                      </a:lnTo>
                      <a:lnTo>
                        <a:pt x="1005" y="26720"/>
                      </a:lnTo>
                      <a:lnTo>
                        <a:pt x="1067" y="26783"/>
                      </a:lnTo>
                      <a:lnTo>
                        <a:pt x="1046" y="26929"/>
                      </a:lnTo>
                      <a:lnTo>
                        <a:pt x="1088" y="26992"/>
                      </a:lnTo>
                      <a:lnTo>
                        <a:pt x="1088" y="27034"/>
                      </a:lnTo>
                      <a:lnTo>
                        <a:pt x="1067" y="27055"/>
                      </a:lnTo>
                      <a:lnTo>
                        <a:pt x="984" y="27159"/>
                      </a:lnTo>
                      <a:lnTo>
                        <a:pt x="942" y="27306"/>
                      </a:lnTo>
                      <a:lnTo>
                        <a:pt x="858" y="27369"/>
                      </a:lnTo>
                      <a:lnTo>
                        <a:pt x="795" y="27808"/>
                      </a:lnTo>
                      <a:lnTo>
                        <a:pt x="1067" y="28289"/>
                      </a:lnTo>
                      <a:lnTo>
                        <a:pt x="1067" y="28394"/>
                      </a:lnTo>
                      <a:lnTo>
                        <a:pt x="984" y="28457"/>
                      </a:lnTo>
                      <a:lnTo>
                        <a:pt x="1005" y="28561"/>
                      </a:lnTo>
                      <a:lnTo>
                        <a:pt x="942" y="28708"/>
                      </a:lnTo>
                      <a:lnTo>
                        <a:pt x="1046" y="28729"/>
                      </a:lnTo>
                      <a:lnTo>
                        <a:pt x="1067" y="28833"/>
                      </a:lnTo>
                      <a:lnTo>
                        <a:pt x="1046" y="28875"/>
                      </a:lnTo>
                      <a:lnTo>
                        <a:pt x="1088" y="28938"/>
                      </a:lnTo>
                      <a:lnTo>
                        <a:pt x="1109" y="29043"/>
                      </a:lnTo>
                      <a:lnTo>
                        <a:pt x="1088" y="29126"/>
                      </a:lnTo>
                      <a:lnTo>
                        <a:pt x="1172" y="29252"/>
                      </a:lnTo>
                      <a:lnTo>
                        <a:pt x="1193" y="29294"/>
                      </a:lnTo>
                      <a:lnTo>
                        <a:pt x="1256" y="29461"/>
                      </a:lnTo>
                      <a:lnTo>
                        <a:pt x="1318" y="29566"/>
                      </a:lnTo>
                      <a:lnTo>
                        <a:pt x="1360" y="29712"/>
                      </a:lnTo>
                      <a:lnTo>
                        <a:pt x="1402" y="29712"/>
                      </a:lnTo>
                      <a:lnTo>
                        <a:pt x="1507" y="29796"/>
                      </a:lnTo>
                      <a:lnTo>
                        <a:pt x="1632" y="29712"/>
                      </a:lnTo>
                      <a:lnTo>
                        <a:pt x="1737" y="29900"/>
                      </a:lnTo>
                      <a:lnTo>
                        <a:pt x="1883" y="29817"/>
                      </a:lnTo>
                      <a:lnTo>
                        <a:pt x="2009" y="29859"/>
                      </a:lnTo>
                      <a:lnTo>
                        <a:pt x="2113" y="30026"/>
                      </a:lnTo>
                      <a:lnTo>
                        <a:pt x="2260" y="29921"/>
                      </a:lnTo>
                      <a:lnTo>
                        <a:pt x="2427" y="29880"/>
                      </a:lnTo>
                      <a:lnTo>
                        <a:pt x="2511" y="29963"/>
                      </a:lnTo>
                      <a:lnTo>
                        <a:pt x="2574" y="29963"/>
                      </a:lnTo>
                      <a:lnTo>
                        <a:pt x="2846" y="30026"/>
                      </a:lnTo>
                      <a:lnTo>
                        <a:pt x="2867" y="30172"/>
                      </a:lnTo>
                      <a:lnTo>
                        <a:pt x="2825" y="30319"/>
                      </a:lnTo>
                      <a:lnTo>
                        <a:pt x="2930" y="30424"/>
                      </a:lnTo>
                      <a:lnTo>
                        <a:pt x="2930" y="30612"/>
                      </a:lnTo>
                      <a:lnTo>
                        <a:pt x="3055" y="30737"/>
                      </a:lnTo>
                      <a:lnTo>
                        <a:pt x="3139" y="30905"/>
                      </a:lnTo>
                      <a:lnTo>
                        <a:pt x="3285" y="31114"/>
                      </a:lnTo>
                      <a:lnTo>
                        <a:pt x="3390" y="31177"/>
                      </a:lnTo>
                      <a:lnTo>
                        <a:pt x="3453" y="31365"/>
                      </a:lnTo>
                      <a:lnTo>
                        <a:pt x="3620" y="31428"/>
                      </a:lnTo>
                      <a:lnTo>
                        <a:pt x="3829" y="31595"/>
                      </a:lnTo>
                      <a:lnTo>
                        <a:pt x="3871" y="31700"/>
                      </a:lnTo>
                      <a:lnTo>
                        <a:pt x="4018" y="31805"/>
                      </a:lnTo>
                      <a:lnTo>
                        <a:pt x="3934" y="31867"/>
                      </a:lnTo>
                      <a:lnTo>
                        <a:pt x="3829" y="32056"/>
                      </a:lnTo>
                      <a:lnTo>
                        <a:pt x="3557" y="32097"/>
                      </a:lnTo>
                      <a:lnTo>
                        <a:pt x="3411" y="31993"/>
                      </a:lnTo>
                      <a:lnTo>
                        <a:pt x="3369" y="32097"/>
                      </a:lnTo>
                      <a:lnTo>
                        <a:pt x="3369" y="32223"/>
                      </a:lnTo>
                      <a:lnTo>
                        <a:pt x="3474" y="32411"/>
                      </a:lnTo>
                      <a:lnTo>
                        <a:pt x="3453" y="32579"/>
                      </a:lnTo>
                      <a:lnTo>
                        <a:pt x="3578" y="32725"/>
                      </a:lnTo>
                      <a:lnTo>
                        <a:pt x="3578" y="32893"/>
                      </a:lnTo>
                      <a:lnTo>
                        <a:pt x="3683" y="32913"/>
                      </a:lnTo>
                      <a:lnTo>
                        <a:pt x="3808" y="32893"/>
                      </a:lnTo>
                      <a:lnTo>
                        <a:pt x="3808" y="32746"/>
                      </a:lnTo>
                      <a:lnTo>
                        <a:pt x="3892" y="32683"/>
                      </a:lnTo>
                      <a:lnTo>
                        <a:pt x="4185" y="32788"/>
                      </a:lnTo>
                      <a:lnTo>
                        <a:pt x="4457" y="32788"/>
                      </a:lnTo>
                      <a:lnTo>
                        <a:pt x="4624" y="32704"/>
                      </a:lnTo>
                      <a:lnTo>
                        <a:pt x="4750" y="32704"/>
                      </a:lnTo>
                      <a:lnTo>
                        <a:pt x="4834" y="32955"/>
                      </a:lnTo>
                      <a:lnTo>
                        <a:pt x="4959" y="33060"/>
                      </a:lnTo>
                      <a:lnTo>
                        <a:pt x="4875" y="33206"/>
                      </a:lnTo>
                      <a:lnTo>
                        <a:pt x="5043" y="33416"/>
                      </a:lnTo>
                      <a:lnTo>
                        <a:pt x="5357" y="33353"/>
                      </a:lnTo>
                      <a:lnTo>
                        <a:pt x="5461" y="33457"/>
                      </a:lnTo>
                      <a:lnTo>
                        <a:pt x="5482" y="33583"/>
                      </a:lnTo>
                      <a:lnTo>
                        <a:pt x="5587" y="33625"/>
                      </a:lnTo>
                      <a:lnTo>
                        <a:pt x="5587" y="33771"/>
                      </a:lnTo>
                      <a:lnTo>
                        <a:pt x="5650" y="33960"/>
                      </a:lnTo>
                      <a:lnTo>
                        <a:pt x="5901" y="34211"/>
                      </a:lnTo>
                      <a:lnTo>
                        <a:pt x="6005" y="34106"/>
                      </a:lnTo>
                      <a:lnTo>
                        <a:pt x="6173" y="34190"/>
                      </a:lnTo>
                      <a:lnTo>
                        <a:pt x="6298" y="34169"/>
                      </a:lnTo>
                      <a:lnTo>
                        <a:pt x="6424" y="34190"/>
                      </a:lnTo>
                      <a:lnTo>
                        <a:pt x="6612" y="34043"/>
                      </a:lnTo>
                      <a:lnTo>
                        <a:pt x="6696" y="34043"/>
                      </a:lnTo>
                      <a:lnTo>
                        <a:pt x="6821" y="34315"/>
                      </a:lnTo>
                      <a:lnTo>
                        <a:pt x="7010" y="34420"/>
                      </a:lnTo>
                      <a:lnTo>
                        <a:pt x="7051" y="34525"/>
                      </a:lnTo>
                      <a:lnTo>
                        <a:pt x="7135" y="34462"/>
                      </a:lnTo>
                      <a:lnTo>
                        <a:pt x="7344" y="34504"/>
                      </a:lnTo>
                      <a:lnTo>
                        <a:pt x="7491" y="34504"/>
                      </a:lnTo>
                      <a:lnTo>
                        <a:pt x="7595" y="34587"/>
                      </a:lnTo>
                      <a:lnTo>
                        <a:pt x="7742" y="34566"/>
                      </a:lnTo>
                      <a:lnTo>
                        <a:pt x="7888" y="34671"/>
                      </a:lnTo>
                      <a:lnTo>
                        <a:pt x="8077" y="34692"/>
                      </a:lnTo>
                      <a:lnTo>
                        <a:pt x="8160" y="34608"/>
                      </a:lnTo>
                      <a:lnTo>
                        <a:pt x="8202" y="34734"/>
                      </a:lnTo>
                      <a:lnTo>
                        <a:pt x="8286" y="34797"/>
                      </a:lnTo>
                      <a:lnTo>
                        <a:pt x="8286" y="34943"/>
                      </a:lnTo>
                      <a:lnTo>
                        <a:pt x="8181" y="35090"/>
                      </a:lnTo>
                      <a:lnTo>
                        <a:pt x="8056" y="35110"/>
                      </a:lnTo>
                      <a:lnTo>
                        <a:pt x="8014" y="35362"/>
                      </a:lnTo>
                      <a:lnTo>
                        <a:pt x="8181" y="35466"/>
                      </a:lnTo>
                      <a:lnTo>
                        <a:pt x="8202" y="35634"/>
                      </a:lnTo>
                      <a:lnTo>
                        <a:pt x="8119" y="35843"/>
                      </a:lnTo>
                      <a:lnTo>
                        <a:pt x="8160" y="35989"/>
                      </a:lnTo>
                      <a:lnTo>
                        <a:pt x="8056" y="36073"/>
                      </a:lnTo>
                      <a:lnTo>
                        <a:pt x="7763" y="36094"/>
                      </a:lnTo>
                      <a:lnTo>
                        <a:pt x="7637" y="36303"/>
                      </a:lnTo>
                      <a:lnTo>
                        <a:pt x="7554" y="36345"/>
                      </a:lnTo>
                      <a:lnTo>
                        <a:pt x="7533" y="36596"/>
                      </a:lnTo>
                      <a:lnTo>
                        <a:pt x="7554" y="36596"/>
                      </a:lnTo>
                      <a:lnTo>
                        <a:pt x="7658" y="36617"/>
                      </a:lnTo>
                      <a:lnTo>
                        <a:pt x="7784" y="36554"/>
                      </a:lnTo>
                      <a:lnTo>
                        <a:pt x="7951" y="36512"/>
                      </a:lnTo>
                      <a:lnTo>
                        <a:pt x="7972" y="36575"/>
                      </a:lnTo>
                      <a:lnTo>
                        <a:pt x="7951" y="36659"/>
                      </a:lnTo>
                      <a:lnTo>
                        <a:pt x="7637" y="36805"/>
                      </a:lnTo>
                      <a:lnTo>
                        <a:pt x="7491" y="36889"/>
                      </a:lnTo>
                      <a:lnTo>
                        <a:pt x="7554" y="36931"/>
                      </a:lnTo>
                      <a:lnTo>
                        <a:pt x="7637" y="36931"/>
                      </a:lnTo>
                      <a:lnTo>
                        <a:pt x="7554" y="37014"/>
                      </a:lnTo>
                      <a:lnTo>
                        <a:pt x="7428" y="36994"/>
                      </a:lnTo>
                      <a:lnTo>
                        <a:pt x="7240" y="37014"/>
                      </a:lnTo>
                      <a:lnTo>
                        <a:pt x="7323" y="37203"/>
                      </a:lnTo>
                      <a:lnTo>
                        <a:pt x="7386" y="37286"/>
                      </a:lnTo>
                      <a:lnTo>
                        <a:pt x="7449" y="37224"/>
                      </a:lnTo>
                      <a:lnTo>
                        <a:pt x="7470" y="37286"/>
                      </a:lnTo>
                      <a:lnTo>
                        <a:pt x="7575" y="37307"/>
                      </a:lnTo>
                      <a:lnTo>
                        <a:pt x="7575" y="37349"/>
                      </a:lnTo>
                      <a:lnTo>
                        <a:pt x="7491" y="37391"/>
                      </a:lnTo>
                      <a:lnTo>
                        <a:pt x="7449" y="37454"/>
                      </a:lnTo>
                      <a:lnTo>
                        <a:pt x="7365" y="37454"/>
                      </a:lnTo>
                      <a:lnTo>
                        <a:pt x="7323" y="37517"/>
                      </a:lnTo>
                      <a:lnTo>
                        <a:pt x="7323" y="37559"/>
                      </a:lnTo>
                      <a:lnTo>
                        <a:pt x="7177" y="37705"/>
                      </a:lnTo>
                      <a:lnTo>
                        <a:pt x="7177" y="37831"/>
                      </a:lnTo>
                      <a:lnTo>
                        <a:pt x="7240" y="37851"/>
                      </a:lnTo>
                      <a:lnTo>
                        <a:pt x="7219" y="38019"/>
                      </a:lnTo>
                      <a:lnTo>
                        <a:pt x="7114" y="37977"/>
                      </a:lnTo>
                      <a:lnTo>
                        <a:pt x="7072" y="38019"/>
                      </a:lnTo>
                      <a:lnTo>
                        <a:pt x="6968" y="37935"/>
                      </a:lnTo>
                      <a:lnTo>
                        <a:pt x="6842" y="37914"/>
                      </a:lnTo>
                      <a:lnTo>
                        <a:pt x="6842" y="37956"/>
                      </a:lnTo>
                      <a:lnTo>
                        <a:pt x="6905" y="38040"/>
                      </a:lnTo>
                      <a:lnTo>
                        <a:pt x="6821" y="38061"/>
                      </a:lnTo>
                      <a:lnTo>
                        <a:pt x="6738" y="38144"/>
                      </a:lnTo>
                      <a:lnTo>
                        <a:pt x="6863" y="38165"/>
                      </a:lnTo>
                      <a:lnTo>
                        <a:pt x="6947" y="38165"/>
                      </a:lnTo>
                      <a:lnTo>
                        <a:pt x="7114" y="38291"/>
                      </a:lnTo>
                      <a:lnTo>
                        <a:pt x="7114" y="38375"/>
                      </a:lnTo>
                      <a:lnTo>
                        <a:pt x="7240" y="38500"/>
                      </a:lnTo>
                      <a:lnTo>
                        <a:pt x="7449" y="38479"/>
                      </a:lnTo>
                      <a:lnTo>
                        <a:pt x="7679" y="38605"/>
                      </a:lnTo>
                      <a:lnTo>
                        <a:pt x="7847" y="38647"/>
                      </a:lnTo>
                      <a:lnTo>
                        <a:pt x="8202" y="38898"/>
                      </a:lnTo>
                      <a:lnTo>
                        <a:pt x="8286" y="39023"/>
                      </a:lnTo>
                      <a:lnTo>
                        <a:pt x="8391" y="39065"/>
                      </a:lnTo>
                      <a:lnTo>
                        <a:pt x="8412" y="39128"/>
                      </a:lnTo>
                      <a:lnTo>
                        <a:pt x="8516" y="39211"/>
                      </a:lnTo>
                      <a:lnTo>
                        <a:pt x="8600" y="39211"/>
                      </a:lnTo>
                      <a:lnTo>
                        <a:pt x="8621" y="39295"/>
                      </a:lnTo>
                      <a:lnTo>
                        <a:pt x="8725" y="39337"/>
                      </a:lnTo>
                      <a:lnTo>
                        <a:pt x="8788" y="39337"/>
                      </a:lnTo>
                      <a:lnTo>
                        <a:pt x="8893" y="39483"/>
                      </a:lnTo>
                      <a:lnTo>
                        <a:pt x="8997" y="39504"/>
                      </a:lnTo>
                      <a:lnTo>
                        <a:pt x="9039" y="39525"/>
                      </a:lnTo>
                      <a:lnTo>
                        <a:pt x="9102" y="39504"/>
                      </a:lnTo>
                      <a:lnTo>
                        <a:pt x="9248" y="39630"/>
                      </a:lnTo>
                      <a:lnTo>
                        <a:pt x="9248" y="39714"/>
                      </a:lnTo>
                      <a:lnTo>
                        <a:pt x="9374" y="39735"/>
                      </a:lnTo>
                      <a:lnTo>
                        <a:pt x="9520" y="39923"/>
                      </a:lnTo>
                      <a:lnTo>
                        <a:pt x="9583" y="40007"/>
                      </a:lnTo>
                      <a:lnTo>
                        <a:pt x="9625" y="40237"/>
                      </a:lnTo>
                      <a:lnTo>
                        <a:pt x="9730" y="40425"/>
                      </a:lnTo>
                      <a:lnTo>
                        <a:pt x="9688" y="40488"/>
                      </a:lnTo>
                      <a:lnTo>
                        <a:pt x="9730" y="40572"/>
                      </a:lnTo>
                      <a:cubicBezTo>
                        <a:pt x="9939" y="40572"/>
                        <a:pt x="10483" y="40572"/>
                        <a:pt x="10462" y="40446"/>
                      </a:cubicBezTo>
                      <a:lnTo>
                        <a:pt x="10420" y="40279"/>
                      </a:lnTo>
                      <a:lnTo>
                        <a:pt x="11090" y="40258"/>
                      </a:lnTo>
                      <a:cubicBezTo>
                        <a:pt x="11090" y="40258"/>
                        <a:pt x="11215" y="40383"/>
                        <a:pt x="11320" y="40383"/>
                      </a:cubicBezTo>
                      <a:cubicBezTo>
                        <a:pt x="11425" y="40383"/>
                        <a:pt x="11948" y="40153"/>
                        <a:pt x="11948" y="40153"/>
                      </a:cubicBezTo>
                      <a:cubicBezTo>
                        <a:pt x="11948" y="40153"/>
                        <a:pt x="12073" y="40174"/>
                        <a:pt x="12136" y="40279"/>
                      </a:cubicBezTo>
                      <a:cubicBezTo>
                        <a:pt x="12159" y="40337"/>
                        <a:pt x="12208" y="40350"/>
                        <a:pt x="12254" y="40350"/>
                      </a:cubicBezTo>
                      <a:cubicBezTo>
                        <a:pt x="12291" y="40350"/>
                        <a:pt x="12327" y="40341"/>
                        <a:pt x="12345" y="40341"/>
                      </a:cubicBezTo>
                      <a:lnTo>
                        <a:pt x="12345" y="40320"/>
                      </a:lnTo>
                      <a:lnTo>
                        <a:pt x="12492" y="40341"/>
                      </a:lnTo>
                      <a:lnTo>
                        <a:pt x="12764" y="40551"/>
                      </a:lnTo>
                      <a:lnTo>
                        <a:pt x="12826" y="40676"/>
                      </a:lnTo>
                      <a:lnTo>
                        <a:pt x="13098" y="40697"/>
                      </a:lnTo>
                      <a:lnTo>
                        <a:pt x="13140" y="40592"/>
                      </a:lnTo>
                      <a:lnTo>
                        <a:pt x="13308" y="40488"/>
                      </a:lnTo>
                      <a:lnTo>
                        <a:pt x="13496" y="40258"/>
                      </a:lnTo>
                      <a:lnTo>
                        <a:pt x="13433" y="40237"/>
                      </a:lnTo>
                      <a:lnTo>
                        <a:pt x="13119" y="39965"/>
                      </a:lnTo>
                      <a:lnTo>
                        <a:pt x="12910" y="39714"/>
                      </a:lnTo>
                      <a:lnTo>
                        <a:pt x="12889" y="39546"/>
                      </a:lnTo>
                      <a:lnTo>
                        <a:pt x="12805" y="39442"/>
                      </a:lnTo>
                      <a:lnTo>
                        <a:pt x="12805" y="39295"/>
                      </a:lnTo>
                      <a:lnTo>
                        <a:pt x="12785" y="39211"/>
                      </a:lnTo>
                      <a:lnTo>
                        <a:pt x="12764" y="39170"/>
                      </a:lnTo>
                      <a:lnTo>
                        <a:pt x="12680" y="39170"/>
                      </a:lnTo>
                      <a:lnTo>
                        <a:pt x="12680" y="39065"/>
                      </a:lnTo>
                      <a:lnTo>
                        <a:pt x="12722" y="39086"/>
                      </a:lnTo>
                      <a:lnTo>
                        <a:pt x="12764" y="38981"/>
                      </a:lnTo>
                      <a:lnTo>
                        <a:pt x="12805" y="38877"/>
                      </a:lnTo>
                      <a:lnTo>
                        <a:pt x="12722" y="38877"/>
                      </a:lnTo>
                      <a:lnTo>
                        <a:pt x="12680" y="38919"/>
                      </a:lnTo>
                      <a:lnTo>
                        <a:pt x="12554" y="38856"/>
                      </a:lnTo>
                      <a:lnTo>
                        <a:pt x="12554" y="38667"/>
                      </a:lnTo>
                      <a:lnTo>
                        <a:pt x="12450" y="38647"/>
                      </a:lnTo>
                      <a:lnTo>
                        <a:pt x="12366" y="38563"/>
                      </a:lnTo>
                      <a:lnTo>
                        <a:pt x="12282" y="38584"/>
                      </a:lnTo>
                      <a:lnTo>
                        <a:pt x="12178" y="38584"/>
                      </a:lnTo>
                      <a:lnTo>
                        <a:pt x="12136" y="38375"/>
                      </a:lnTo>
                      <a:lnTo>
                        <a:pt x="12157" y="38270"/>
                      </a:lnTo>
                      <a:lnTo>
                        <a:pt x="12199" y="38228"/>
                      </a:lnTo>
                      <a:lnTo>
                        <a:pt x="12199" y="38019"/>
                      </a:lnTo>
                      <a:lnTo>
                        <a:pt x="12261" y="37914"/>
                      </a:lnTo>
                      <a:lnTo>
                        <a:pt x="12282" y="37768"/>
                      </a:lnTo>
                      <a:lnTo>
                        <a:pt x="12345" y="37726"/>
                      </a:lnTo>
                      <a:lnTo>
                        <a:pt x="12366" y="37600"/>
                      </a:lnTo>
                      <a:lnTo>
                        <a:pt x="12408" y="37517"/>
                      </a:lnTo>
                      <a:lnTo>
                        <a:pt x="12408" y="37433"/>
                      </a:lnTo>
                      <a:lnTo>
                        <a:pt x="12471" y="37454"/>
                      </a:lnTo>
                      <a:lnTo>
                        <a:pt x="12513" y="37517"/>
                      </a:lnTo>
                      <a:lnTo>
                        <a:pt x="12575" y="37496"/>
                      </a:lnTo>
                      <a:lnTo>
                        <a:pt x="12596" y="37412"/>
                      </a:lnTo>
                      <a:lnTo>
                        <a:pt x="12659" y="37454"/>
                      </a:lnTo>
                      <a:lnTo>
                        <a:pt x="12701" y="37412"/>
                      </a:lnTo>
                      <a:lnTo>
                        <a:pt x="12785" y="37412"/>
                      </a:lnTo>
                      <a:lnTo>
                        <a:pt x="12868" y="37349"/>
                      </a:lnTo>
                      <a:lnTo>
                        <a:pt x="12826" y="37307"/>
                      </a:lnTo>
                      <a:lnTo>
                        <a:pt x="12764" y="37286"/>
                      </a:lnTo>
                      <a:lnTo>
                        <a:pt x="12805" y="37286"/>
                      </a:lnTo>
                      <a:cubicBezTo>
                        <a:pt x="12805" y="37286"/>
                        <a:pt x="12826" y="37307"/>
                        <a:pt x="12868" y="37307"/>
                      </a:cubicBezTo>
                      <a:cubicBezTo>
                        <a:pt x="12889" y="37307"/>
                        <a:pt x="12931" y="37286"/>
                        <a:pt x="12931" y="37286"/>
                      </a:cubicBezTo>
                      <a:lnTo>
                        <a:pt x="12994" y="37328"/>
                      </a:lnTo>
                      <a:lnTo>
                        <a:pt x="13036" y="37307"/>
                      </a:lnTo>
                      <a:lnTo>
                        <a:pt x="13015" y="37245"/>
                      </a:lnTo>
                      <a:lnTo>
                        <a:pt x="12847" y="37140"/>
                      </a:lnTo>
                      <a:lnTo>
                        <a:pt x="12931" y="37119"/>
                      </a:lnTo>
                      <a:lnTo>
                        <a:pt x="13036" y="37140"/>
                      </a:lnTo>
                      <a:lnTo>
                        <a:pt x="13098" y="37119"/>
                      </a:lnTo>
                      <a:lnTo>
                        <a:pt x="13161" y="37140"/>
                      </a:lnTo>
                      <a:lnTo>
                        <a:pt x="13161" y="37077"/>
                      </a:lnTo>
                      <a:lnTo>
                        <a:pt x="13119" y="37035"/>
                      </a:lnTo>
                      <a:lnTo>
                        <a:pt x="13161" y="37035"/>
                      </a:lnTo>
                      <a:lnTo>
                        <a:pt x="13161" y="36994"/>
                      </a:lnTo>
                      <a:lnTo>
                        <a:pt x="13119" y="36931"/>
                      </a:lnTo>
                      <a:lnTo>
                        <a:pt x="13203" y="36910"/>
                      </a:lnTo>
                      <a:lnTo>
                        <a:pt x="13203" y="36868"/>
                      </a:lnTo>
                      <a:lnTo>
                        <a:pt x="13203" y="36805"/>
                      </a:lnTo>
                      <a:lnTo>
                        <a:pt x="13057" y="36722"/>
                      </a:lnTo>
                      <a:lnTo>
                        <a:pt x="12910" y="36784"/>
                      </a:lnTo>
                      <a:lnTo>
                        <a:pt x="12701" y="36659"/>
                      </a:lnTo>
                      <a:lnTo>
                        <a:pt x="12701" y="36554"/>
                      </a:lnTo>
                      <a:lnTo>
                        <a:pt x="12910" y="36554"/>
                      </a:lnTo>
                      <a:lnTo>
                        <a:pt x="12680" y="36157"/>
                      </a:lnTo>
                      <a:lnTo>
                        <a:pt x="12408" y="35885"/>
                      </a:lnTo>
                      <a:lnTo>
                        <a:pt x="12052" y="35780"/>
                      </a:lnTo>
                      <a:lnTo>
                        <a:pt x="11989" y="35864"/>
                      </a:lnTo>
                      <a:lnTo>
                        <a:pt x="11822" y="35717"/>
                      </a:lnTo>
                      <a:lnTo>
                        <a:pt x="11843" y="35634"/>
                      </a:lnTo>
                      <a:lnTo>
                        <a:pt x="11738" y="35466"/>
                      </a:lnTo>
                      <a:lnTo>
                        <a:pt x="11508" y="35403"/>
                      </a:lnTo>
                      <a:lnTo>
                        <a:pt x="11571" y="35194"/>
                      </a:lnTo>
                      <a:lnTo>
                        <a:pt x="11634" y="34818"/>
                      </a:lnTo>
                      <a:lnTo>
                        <a:pt x="11550" y="34734"/>
                      </a:lnTo>
                      <a:lnTo>
                        <a:pt x="11529" y="34462"/>
                      </a:lnTo>
                      <a:lnTo>
                        <a:pt x="11634" y="34399"/>
                      </a:lnTo>
                      <a:lnTo>
                        <a:pt x="11780" y="34211"/>
                      </a:lnTo>
                      <a:lnTo>
                        <a:pt x="11780" y="34064"/>
                      </a:lnTo>
                      <a:lnTo>
                        <a:pt x="11864" y="33960"/>
                      </a:lnTo>
                      <a:lnTo>
                        <a:pt x="12178" y="34253"/>
                      </a:lnTo>
                      <a:lnTo>
                        <a:pt x="12199" y="34357"/>
                      </a:lnTo>
                      <a:lnTo>
                        <a:pt x="12387" y="34462"/>
                      </a:lnTo>
                      <a:lnTo>
                        <a:pt x="12575" y="34420"/>
                      </a:lnTo>
                      <a:lnTo>
                        <a:pt x="12554" y="34253"/>
                      </a:lnTo>
                      <a:lnTo>
                        <a:pt x="12617" y="34190"/>
                      </a:lnTo>
                      <a:lnTo>
                        <a:pt x="12492" y="33729"/>
                      </a:lnTo>
                      <a:lnTo>
                        <a:pt x="12680" y="33688"/>
                      </a:lnTo>
                      <a:lnTo>
                        <a:pt x="12868" y="33688"/>
                      </a:lnTo>
                      <a:lnTo>
                        <a:pt x="12868" y="33562"/>
                      </a:lnTo>
                      <a:lnTo>
                        <a:pt x="12785" y="33457"/>
                      </a:lnTo>
                      <a:lnTo>
                        <a:pt x="12805" y="33332"/>
                      </a:lnTo>
                      <a:lnTo>
                        <a:pt x="12994" y="33227"/>
                      </a:lnTo>
                      <a:lnTo>
                        <a:pt x="13077" y="33227"/>
                      </a:lnTo>
                      <a:lnTo>
                        <a:pt x="13119" y="33060"/>
                      </a:lnTo>
                      <a:lnTo>
                        <a:pt x="13203" y="32997"/>
                      </a:lnTo>
                      <a:lnTo>
                        <a:pt x="13329" y="33018"/>
                      </a:lnTo>
                      <a:lnTo>
                        <a:pt x="13349" y="32913"/>
                      </a:lnTo>
                      <a:lnTo>
                        <a:pt x="13329" y="32809"/>
                      </a:lnTo>
                      <a:lnTo>
                        <a:pt x="13349" y="32725"/>
                      </a:lnTo>
                      <a:lnTo>
                        <a:pt x="13538" y="32830"/>
                      </a:lnTo>
                      <a:lnTo>
                        <a:pt x="13663" y="32893"/>
                      </a:lnTo>
                      <a:lnTo>
                        <a:pt x="13642" y="32955"/>
                      </a:lnTo>
                      <a:lnTo>
                        <a:pt x="13559" y="33060"/>
                      </a:lnTo>
                      <a:lnTo>
                        <a:pt x="13621" y="33123"/>
                      </a:lnTo>
                      <a:lnTo>
                        <a:pt x="13726" y="33060"/>
                      </a:lnTo>
                      <a:lnTo>
                        <a:pt x="13747" y="32997"/>
                      </a:lnTo>
                      <a:lnTo>
                        <a:pt x="13831" y="32934"/>
                      </a:lnTo>
                      <a:lnTo>
                        <a:pt x="13831" y="33039"/>
                      </a:lnTo>
                      <a:lnTo>
                        <a:pt x="13914" y="32955"/>
                      </a:lnTo>
                      <a:lnTo>
                        <a:pt x="13935" y="32893"/>
                      </a:lnTo>
                      <a:lnTo>
                        <a:pt x="14040" y="32893"/>
                      </a:lnTo>
                      <a:lnTo>
                        <a:pt x="14165" y="32809"/>
                      </a:lnTo>
                      <a:lnTo>
                        <a:pt x="14270" y="32809"/>
                      </a:lnTo>
                      <a:lnTo>
                        <a:pt x="14312" y="32955"/>
                      </a:lnTo>
                      <a:lnTo>
                        <a:pt x="14458" y="33039"/>
                      </a:lnTo>
                      <a:lnTo>
                        <a:pt x="14668" y="32955"/>
                      </a:lnTo>
                      <a:lnTo>
                        <a:pt x="14772" y="32955"/>
                      </a:lnTo>
                      <a:lnTo>
                        <a:pt x="14814" y="33039"/>
                      </a:lnTo>
                      <a:lnTo>
                        <a:pt x="14898" y="33039"/>
                      </a:lnTo>
                      <a:lnTo>
                        <a:pt x="15002" y="33206"/>
                      </a:lnTo>
                      <a:lnTo>
                        <a:pt x="15128" y="33206"/>
                      </a:lnTo>
                      <a:lnTo>
                        <a:pt x="15233" y="33332"/>
                      </a:lnTo>
                      <a:lnTo>
                        <a:pt x="15400" y="33457"/>
                      </a:lnTo>
                      <a:lnTo>
                        <a:pt x="15463" y="33457"/>
                      </a:lnTo>
                      <a:lnTo>
                        <a:pt x="15526" y="33541"/>
                      </a:lnTo>
                      <a:lnTo>
                        <a:pt x="15526" y="33667"/>
                      </a:lnTo>
                      <a:lnTo>
                        <a:pt x="15609" y="33688"/>
                      </a:lnTo>
                      <a:lnTo>
                        <a:pt x="15672" y="33583"/>
                      </a:lnTo>
                      <a:lnTo>
                        <a:pt x="15672" y="33437"/>
                      </a:lnTo>
                      <a:lnTo>
                        <a:pt x="15777" y="33353"/>
                      </a:lnTo>
                      <a:lnTo>
                        <a:pt x="15860" y="33457"/>
                      </a:lnTo>
                      <a:lnTo>
                        <a:pt x="16070" y="33478"/>
                      </a:lnTo>
                      <a:lnTo>
                        <a:pt x="16153" y="33583"/>
                      </a:lnTo>
                      <a:lnTo>
                        <a:pt x="16258" y="33625"/>
                      </a:lnTo>
                      <a:lnTo>
                        <a:pt x="16383" y="33520"/>
                      </a:lnTo>
                      <a:lnTo>
                        <a:pt x="16383" y="33311"/>
                      </a:lnTo>
                      <a:lnTo>
                        <a:pt x="16509" y="33311"/>
                      </a:lnTo>
                      <a:lnTo>
                        <a:pt x="16509" y="33206"/>
                      </a:lnTo>
                      <a:lnTo>
                        <a:pt x="16614" y="33165"/>
                      </a:lnTo>
                      <a:lnTo>
                        <a:pt x="16697" y="33248"/>
                      </a:lnTo>
                      <a:lnTo>
                        <a:pt x="16760" y="33144"/>
                      </a:lnTo>
                      <a:lnTo>
                        <a:pt x="16886" y="33123"/>
                      </a:lnTo>
                      <a:lnTo>
                        <a:pt x="17032" y="33269"/>
                      </a:lnTo>
                      <a:lnTo>
                        <a:pt x="17074" y="33332"/>
                      </a:lnTo>
                      <a:lnTo>
                        <a:pt x="17220" y="33311"/>
                      </a:lnTo>
                      <a:lnTo>
                        <a:pt x="17199" y="33165"/>
                      </a:lnTo>
                      <a:lnTo>
                        <a:pt x="17283" y="33144"/>
                      </a:lnTo>
                      <a:lnTo>
                        <a:pt x="17409" y="33144"/>
                      </a:lnTo>
                      <a:lnTo>
                        <a:pt x="17451" y="33060"/>
                      </a:lnTo>
                      <a:lnTo>
                        <a:pt x="17597" y="33144"/>
                      </a:lnTo>
                      <a:lnTo>
                        <a:pt x="17660" y="33206"/>
                      </a:lnTo>
                      <a:lnTo>
                        <a:pt x="17639" y="33269"/>
                      </a:lnTo>
                      <a:lnTo>
                        <a:pt x="17555" y="33332"/>
                      </a:lnTo>
                      <a:lnTo>
                        <a:pt x="17660" y="33457"/>
                      </a:lnTo>
                      <a:lnTo>
                        <a:pt x="17764" y="33478"/>
                      </a:lnTo>
                      <a:lnTo>
                        <a:pt x="17827" y="33457"/>
                      </a:lnTo>
                      <a:lnTo>
                        <a:pt x="17911" y="33520"/>
                      </a:lnTo>
                      <a:lnTo>
                        <a:pt x="18078" y="33520"/>
                      </a:lnTo>
                      <a:lnTo>
                        <a:pt x="18287" y="33625"/>
                      </a:lnTo>
                      <a:lnTo>
                        <a:pt x="18434" y="33583"/>
                      </a:lnTo>
                      <a:lnTo>
                        <a:pt x="18476" y="33457"/>
                      </a:lnTo>
                      <a:lnTo>
                        <a:pt x="18476" y="33353"/>
                      </a:lnTo>
                      <a:lnTo>
                        <a:pt x="18539" y="33311"/>
                      </a:lnTo>
                      <a:lnTo>
                        <a:pt x="18706" y="33416"/>
                      </a:lnTo>
                      <a:lnTo>
                        <a:pt x="18873" y="33437"/>
                      </a:lnTo>
                      <a:lnTo>
                        <a:pt x="19062" y="33353"/>
                      </a:lnTo>
                      <a:lnTo>
                        <a:pt x="19103" y="33248"/>
                      </a:lnTo>
                      <a:lnTo>
                        <a:pt x="19083" y="32809"/>
                      </a:lnTo>
                      <a:lnTo>
                        <a:pt x="19020" y="32746"/>
                      </a:lnTo>
                      <a:lnTo>
                        <a:pt x="18852" y="32746"/>
                      </a:lnTo>
                      <a:lnTo>
                        <a:pt x="18748" y="32683"/>
                      </a:lnTo>
                      <a:lnTo>
                        <a:pt x="18706" y="32621"/>
                      </a:lnTo>
                      <a:lnTo>
                        <a:pt x="18580" y="32600"/>
                      </a:lnTo>
                      <a:lnTo>
                        <a:pt x="18497" y="32516"/>
                      </a:lnTo>
                      <a:lnTo>
                        <a:pt x="18371" y="32516"/>
                      </a:lnTo>
                      <a:lnTo>
                        <a:pt x="18371" y="32432"/>
                      </a:lnTo>
                      <a:lnTo>
                        <a:pt x="18350" y="32369"/>
                      </a:lnTo>
                      <a:lnTo>
                        <a:pt x="18371" y="32307"/>
                      </a:lnTo>
                      <a:lnTo>
                        <a:pt x="18476" y="32307"/>
                      </a:lnTo>
                      <a:lnTo>
                        <a:pt x="18497" y="32181"/>
                      </a:lnTo>
                      <a:lnTo>
                        <a:pt x="18580" y="32077"/>
                      </a:lnTo>
                      <a:lnTo>
                        <a:pt x="18559" y="31951"/>
                      </a:lnTo>
                      <a:lnTo>
                        <a:pt x="18476" y="31951"/>
                      </a:lnTo>
                      <a:lnTo>
                        <a:pt x="18476" y="31805"/>
                      </a:lnTo>
                      <a:lnTo>
                        <a:pt x="18601" y="31637"/>
                      </a:lnTo>
                      <a:lnTo>
                        <a:pt x="18748" y="31491"/>
                      </a:lnTo>
                      <a:lnTo>
                        <a:pt x="18978" y="31470"/>
                      </a:lnTo>
                      <a:lnTo>
                        <a:pt x="19083" y="31491"/>
                      </a:lnTo>
                      <a:lnTo>
                        <a:pt x="19166" y="31449"/>
                      </a:lnTo>
                      <a:lnTo>
                        <a:pt x="19166" y="31344"/>
                      </a:lnTo>
                      <a:lnTo>
                        <a:pt x="19062" y="31323"/>
                      </a:lnTo>
                      <a:lnTo>
                        <a:pt x="18978" y="31219"/>
                      </a:lnTo>
                      <a:lnTo>
                        <a:pt x="18873" y="31219"/>
                      </a:lnTo>
                      <a:lnTo>
                        <a:pt x="18790" y="31260"/>
                      </a:lnTo>
                      <a:lnTo>
                        <a:pt x="18685" y="31219"/>
                      </a:lnTo>
                      <a:lnTo>
                        <a:pt x="18539" y="31219"/>
                      </a:lnTo>
                      <a:lnTo>
                        <a:pt x="18539" y="31135"/>
                      </a:lnTo>
                      <a:lnTo>
                        <a:pt x="18580" y="31072"/>
                      </a:lnTo>
                      <a:lnTo>
                        <a:pt x="18748" y="31072"/>
                      </a:lnTo>
                      <a:lnTo>
                        <a:pt x="18685" y="30947"/>
                      </a:lnTo>
                      <a:lnTo>
                        <a:pt x="18539" y="30968"/>
                      </a:lnTo>
                      <a:lnTo>
                        <a:pt x="18434" y="30947"/>
                      </a:lnTo>
                      <a:lnTo>
                        <a:pt x="18476" y="30905"/>
                      </a:lnTo>
                      <a:lnTo>
                        <a:pt x="18434" y="30758"/>
                      </a:lnTo>
                      <a:lnTo>
                        <a:pt x="18476" y="30737"/>
                      </a:lnTo>
                      <a:lnTo>
                        <a:pt x="18601" y="30737"/>
                      </a:lnTo>
                      <a:lnTo>
                        <a:pt x="18664" y="30654"/>
                      </a:lnTo>
                      <a:lnTo>
                        <a:pt x="18748" y="30654"/>
                      </a:lnTo>
                      <a:lnTo>
                        <a:pt x="18769" y="30716"/>
                      </a:lnTo>
                      <a:lnTo>
                        <a:pt x="18894" y="30696"/>
                      </a:lnTo>
                      <a:lnTo>
                        <a:pt x="18999" y="30758"/>
                      </a:lnTo>
                      <a:lnTo>
                        <a:pt x="19062" y="30716"/>
                      </a:lnTo>
                      <a:lnTo>
                        <a:pt x="19062" y="30633"/>
                      </a:lnTo>
                      <a:lnTo>
                        <a:pt x="19166" y="30591"/>
                      </a:lnTo>
                      <a:lnTo>
                        <a:pt x="19271" y="30591"/>
                      </a:lnTo>
                      <a:lnTo>
                        <a:pt x="19334" y="30696"/>
                      </a:lnTo>
                      <a:lnTo>
                        <a:pt x="19396" y="30612"/>
                      </a:lnTo>
                      <a:lnTo>
                        <a:pt x="19396" y="30528"/>
                      </a:lnTo>
                      <a:lnTo>
                        <a:pt x="19606" y="30486"/>
                      </a:lnTo>
                      <a:lnTo>
                        <a:pt x="19731" y="30486"/>
                      </a:lnTo>
                      <a:lnTo>
                        <a:pt x="19899" y="30403"/>
                      </a:lnTo>
                      <a:lnTo>
                        <a:pt x="20045" y="30403"/>
                      </a:lnTo>
                      <a:lnTo>
                        <a:pt x="20066" y="30340"/>
                      </a:lnTo>
                      <a:lnTo>
                        <a:pt x="20233" y="30235"/>
                      </a:lnTo>
                      <a:lnTo>
                        <a:pt x="20359" y="30235"/>
                      </a:lnTo>
                      <a:lnTo>
                        <a:pt x="20443" y="30193"/>
                      </a:lnTo>
                      <a:lnTo>
                        <a:pt x="20526" y="30193"/>
                      </a:lnTo>
                      <a:lnTo>
                        <a:pt x="20589" y="30214"/>
                      </a:lnTo>
                      <a:lnTo>
                        <a:pt x="20652" y="30172"/>
                      </a:lnTo>
                      <a:lnTo>
                        <a:pt x="20652" y="30026"/>
                      </a:lnTo>
                      <a:lnTo>
                        <a:pt x="20736" y="29984"/>
                      </a:lnTo>
                      <a:lnTo>
                        <a:pt x="20861" y="29984"/>
                      </a:lnTo>
                      <a:lnTo>
                        <a:pt x="20882" y="29900"/>
                      </a:lnTo>
                      <a:lnTo>
                        <a:pt x="20966" y="29859"/>
                      </a:lnTo>
                      <a:lnTo>
                        <a:pt x="21008" y="29900"/>
                      </a:lnTo>
                      <a:lnTo>
                        <a:pt x="21091" y="29921"/>
                      </a:lnTo>
                      <a:lnTo>
                        <a:pt x="21196" y="29880"/>
                      </a:lnTo>
                      <a:lnTo>
                        <a:pt x="21321" y="29817"/>
                      </a:lnTo>
                      <a:lnTo>
                        <a:pt x="21572" y="29670"/>
                      </a:lnTo>
                      <a:lnTo>
                        <a:pt x="21614" y="29670"/>
                      </a:lnTo>
                      <a:lnTo>
                        <a:pt x="21677" y="29649"/>
                      </a:lnTo>
                      <a:lnTo>
                        <a:pt x="21803" y="29608"/>
                      </a:lnTo>
                      <a:lnTo>
                        <a:pt x="21886" y="29503"/>
                      </a:lnTo>
                      <a:lnTo>
                        <a:pt x="21949" y="29545"/>
                      </a:lnTo>
                      <a:lnTo>
                        <a:pt x="22116" y="29503"/>
                      </a:lnTo>
                      <a:lnTo>
                        <a:pt x="22116" y="29440"/>
                      </a:lnTo>
                      <a:lnTo>
                        <a:pt x="22054" y="29356"/>
                      </a:lnTo>
                      <a:lnTo>
                        <a:pt x="22116" y="29336"/>
                      </a:lnTo>
                      <a:lnTo>
                        <a:pt x="22284" y="29336"/>
                      </a:lnTo>
                      <a:lnTo>
                        <a:pt x="22305" y="29231"/>
                      </a:lnTo>
                      <a:lnTo>
                        <a:pt x="22409" y="29168"/>
                      </a:lnTo>
                      <a:lnTo>
                        <a:pt x="22472" y="29168"/>
                      </a:lnTo>
                      <a:lnTo>
                        <a:pt x="22556" y="29147"/>
                      </a:lnTo>
                      <a:lnTo>
                        <a:pt x="22681" y="29189"/>
                      </a:lnTo>
                      <a:lnTo>
                        <a:pt x="22849" y="29168"/>
                      </a:lnTo>
                      <a:lnTo>
                        <a:pt x="22974" y="29273"/>
                      </a:lnTo>
                      <a:lnTo>
                        <a:pt x="23100" y="29273"/>
                      </a:lnTo>
                      <a:lnTo>
                        <a:pt x="23246" y="29210"/>
                      </a:lnTo>
                      <a:lnTo>
                        <a:pt x="23372" y="29210"/>
                      </a:lnTo>
                      <a:lnTo>
                        <a:pt x="23414" y="29356"/>
                      </a:lnTo>
                      <a:lnTo>
                        <a:pt x="23477" y="29377"/>
                      </a:lnTo>
                      <a:lnTo>
                        <a:pt x="23539" y="29503"/>
                      </a:lnTo>
                      <a:lnTo>
                        <a:pt x="23602" y="29608"/>
                      </a:lnTo>
                      <a:lnTo>
                        <a:pt x="23686" y="29670"/>
                      </a:lnTo>
                      <a:lnTo>
                        <a:pt x="23686" y="29712"/>
                      </a:lnTo>
                      <a:lnTo>
                        <a:pt x="23665" y="29817"/>
                      </a:lnTo>
                      <a:lnTo>
                        <a:pt x="23686" y="29921"/>
                      </a:lnTo>
                      <a:lnTo>
                        <a:pt x="23686" y="29984"/>
                      </a:lnTo>
                      <a:lnTo>
                        <a:pt x="23602" y="30005"/>
                      </a:lnTo>
                      <a:lnTo>
                        <a:pt x="23665" y="30110"/>
                      </a:lnTo>
                      <a:lnTo>
                        <a:pt x="23749" y="30152"/>
                      </a:lnTo>
                      <a:lnTo>
                        <a:pt x="23874" y="30089"/>
                      </a:lnTo>
                      <a:lnTo>
                        <a:pt x="23937" y="30152"/>
                      </a:lnTo>
                      <a:lnTo>
                        <a:pt x="24000" y="30131"/>
                      </a:lnTo>
                      <a:lnTo>
                        <a:pt x="24021" y="30026"/>
                      </a:lnTo>
                      <a:lnTo>
                        <a:pt x="24104" y="30005"/>
                      </a:lnTo>
                      <a:lnTo>
                        <a:pt x="24125" y="30110"/>
                      </a:lnTo>
                      <a:lnTo>
                        <a:pt x="24209" y="30110"/>
                      </a:lnTo>
                      <a:lnTo>
                        <a:pt x="24230" y="30026"/>
                      </a:lnTo>
                      <a:lnTo>
                        <a:pt x="24188" y="29921"/>
                      </a:lnTo>
                      <a:lnTo>
                        <a:pt x="24209" y="29900"/>
                      </a:lnTo>
                      <a:lnTo>
                        <a:pt x="24418" y="30026"/>
                      </a:lnTo>
                      <a:lnTo>
                        <a:pt x="24439" y="30214"/>
                      </a:lnTo>
                      <a:lnTo>
                        <a:pt x="24523" y="30340"/>
                      </a:lnTo>
                      <a:lnTo>
                        <a:pt x="24606" y="30340"/>
                      </a:lnTo>
                      <a:lnTo>
                        <a:pt x="24669" y="30256"/>
                      </a:lnTo>
                      <a:lnTo>
                        <a:pt x="24627" y="30235"/>
                      </a:lnTo>
                      <a:lnTo>
                        <a:pt x="24606" y="30193"/>
                      </a:lnTo>
                      <a:lnTo>
                        <a:pt x="24732" y="30152"/>
                      </a:lnTo>
                      <a:lnTo>
                        <a:pt x="24941" y="30256"/>
                      </a:lnTo>
                      <a:lnTo>
                        <a:pt x="25025" y="30256"/>
                      </a:lnTo>
                      <a:lnTo>
                        <a:pt x="25088" y="30193"/>
                      </a:lnTo>
                      <a:lnTo>
                        <a:pt x="25150" y="30214"/>
                      </a:lnTo>
                      <a:lnTo>
                        <a:pt x="25088" y="30319"/>
                      </a:lnTo>
                      <a:lnTo>
                        <a:pt x="25025" y="30361"/>
                      </a:lnTo>
                      <a:lnTo>
                        <a:pt x="25025" y="30528"/>
                      </a:lnTo>
                      <a:lnTo>
                        <a:pt x="25088" y="30633"/>
                      </a:lnTo>
                      <a:lnTo>
                        <a:pt x="25171" y="30633"/>
                      </a:lnTo>
                      <a:lnTo>
                        <a:pt x="25255" y="30549"/>
                      </a:lnTo>
                      <a:lnTo>
                        <a:pt x="25381" y="30528"/>
                      </a:lnTo>
                      <a:lnTo>
                        <a:pt x="25611" y="30570"/>
                      </a:lnTo>
                      <a:lnTo>
                        <a:pt x="25673" y="30612"/>
                      </a:lnTo>
                      <a:lnTo>
                        <a:pt x="25757" y="30549"/>
                      </a:lnTo>
                      <a:lnTo>
                        <a:pt x="25715" y="30424"/>
                      </a:lnTo>
                      <a:lnTo>
                        <a:pt x="25820" y="30361"/>
                      </a:lnTo>
                      <a:lnTo>
                        <a:pt x="25987" y="30340"/>
                      </a:lnTo>
                      <a:lnTo>
                        <a:pt x="26092" y="30256"/>
                      </a:lnTo>
                      <a:lnTo>
                        <a:pt x="26134" y="30152"/>
                      </a:lnTo>
                      <a:lnTo>
                        <a:pt x="26217" y="30089"/>
                      </a:lnTo>
                      <a:lnTo>
                        <a:pt x="26217" y="30005"/>
                      </a:lnTo>
                      <a:lnTo>
                        <a:pt x="26343" y="29880"/>
                      </a:lnTo>
                      <a:lnTo>
                        <a:pt x="26448" y="29838"/>
                      </a:lnTo>
                      <a:lnTo>
                        <a:pt x="26531" y="29733"/>
                      </a:lnTo>
                      <a:lnTo>
                        <a:pt x="26657" y="29712"/>
                      </a:lnTo>
                      <a:lnTo>
                        <a:pt x="26824" y="29670"/>
                      </a:lnTo>
                      <a:lnTo>
                        <a:pt x="26866" y="29712"/>
                      </a:lnTo>
                      <a:lnTo>
                        <a:pt x="26866" y="29817"/>
                      </a:lnTo>
                      <a:lnTo>
                        <a:pt x="27138" y="29900"/>
                      </a:lnTo>
                      <a:lnTo>
                        <a:pt x="27054" y="29921"/>
                      </a:lnTo>
                      <a:lnTo>
                        <a:pt x="27117" y="30005"/>
                      </a:lnTo>
                      <a:lnTo>
                        <a:pt x="28163" y="30800"/>
                      </a:lnTo>
                      <a:lnTo>
                        <a:pt x="29565" y="32579"/>
                      </a:lnTo>
                      <a:lnTo>
                        <a:pt x="29712" y="32537"/>
                      </a:lnTo>
                      <a:lnTo>
                        <a:pt x="29816" y="32495"/>
                      </a:lnTo>
                      <a:lnTo>
                        <a:pt x="29837" y="32411"/>
                      </a:lnTo>
                      <a:lnTo>
                        <a:pt x="29816" y="32390"/>
                      </a:lnTo>
                      <a:lnTo>
                        <a:pt x="29816" y="32265"/>
                      </a:lnTo>
                      <a:lnTo>
                        <a:pt x="29879" y="32202"/>
                      </a:lnTo>
                      <a:lnTo>
                        <a:pt x="30047" y="32286"/>
                      </a:lnTo>
                      <a:lnTo>
                        <a:pt x="30026" y="32369"/>
                      </a:lnTo>
                      <a:lnTo>
                        <a:pt x="30026" y="32432"/>
                      </a:lnTo>
                      <a:lnTo>
                        <a:pt x="30151" y="32474"/>
                      </a:lnTo>
                      <a:lnTo>
                        <a:pt x="30214" y="32537"/>
                      </a:lnTo>
                      <a:lnTo>
                        <a:pt x="30319" y="32537"/>
                      </a:lnTo>
                      <a:lnTo>
                        <a:pt x="30402" y="32495"/>
                      </a:lnTo>
                      <a:lnTo>
                        <a:pt x="30507" y="32474"/>
                      </a:lnTo>
                      <a:lnTo>
                        <a:pt x="30674" y="32537"/>
                      </a:lnTo>
                      <a:lnTo>
                        <a:pt x="30800" y="32495"/>
                      </a:lnTo>
                      <a:lnTo>
                        <a:pt x="30904" y="32516"/>
                      </a:lnTo>
                      <a:lnTo>
                        <a:pt x="31009" y="32474"/>
                      </a:lnTo>
                      <a:lnTo>
                        <a:pt x="31030" y="32411"/>
                      </a:lnTo>
                      <a:lnTo>
                        <a:pt x="31009" y="32369"/>
                      </a:lnTo>
                      <a:lnTo>
                        <a:pt x="31030" y="32307"/>
                      </a:lnTo>
                      <a:lnTo>
                        <a:pt x="31218" y="32286"/>
                      </a:lnTo>
                      <a:lnTo>
                        <a:pt x="31427" y="32286"/>
                      </a:lnTo>
                      <a:lnTo>
                        <a:pt x="31616" y="32328"/>
                      </a:lnTo>
                      <a:lnTo>
                        <a:pt x="31783" y="32474"/>
                      </a:lnTo>
                      <a:lnTo>
                        <a:pt x="31888" y="32621"/>
                      </a:lnTo>
                      <a:lnTo>
                        <a:pt x="31951" y="32746"/>
                      </a:lnTo>
                      <a:lnTo>
                        <a:pt x="32013" y="32746"/>
                      </a:lnTo>
                      <a:lnTo>
                        <a:pt x="32139" y="32788"/>
                      </a:lnTo>
                      <a:lnTo>
                        <a:pt x="32264" y="32851"/>
                      </a:lnTo>
                      <a:lnTo>
                        <a:pt x="32327" y="32851"/>
                      </a:lnTo>
                      <a:lnTo>
                        <a:pt x="32390" y="32913"/>
                      </a:lnTo>
                      <a:lnTo>
                        <a:pt x="32390" y="32997"/>
                      </a:lnTo>
                      <a:lnTo>
                        <a:pt x="32369" y="33039"/>
                      </a:lnTo>
                      <a:lnTo>
                        <a:pt x="32369" y="33144"/>
                      </a:lnTo>
                      <a:lnTo>
                        <a:pt x="32390" y="33227"/>
                      </a:lnTo>
                      <a:lnTo>
                        <a:pt x="32453" y="33269"/>
                      </a:lnTo>
                      <a:lnTo>
                        <a:pt x="32474" y="33311"/>
                      </a:lnTo>
                      <a:lnTo>
                        <a:pt x="32536" y="33311"/>
                      </a:lnTo>
                      <a:lnTo>
                        <a:pt x="32641" y="33353"/>
                      </a:lnTo>
                      <a:lnTo>
                        <a:pt x="32704" y="33416"/>
                      </a:lnTo>
                      <a:lnTo>
                        <a:pt x="32746" y="33353"/>
                      </a:lnTo>
                      <a:lnTo>
                        <a:pt x="32850" y="33311"/>
                      </a:lnTo>
                      <a:lnTo>
                        <a:pt x="33101" y="33269"/>
                      </a:lnTo>
                      <a:lnTo>
                        <a:pt x="33227" y="33248"/>
                      </a:lnTo>
                      <a:lnTo>
                        <a:pt x="33290" y="33144"/>
                      </a:lnTo>
                      <a:lnTo>
                        <a:pt x="33394" y="33102"/>
                      </a:lnTo>
                      <a:lnTo>
                        <a:pt x="33436" y="33123"/>
                      </a:lnTo>
                      <a:lnTo>
                        <a:pt x="33394" y="33248"/>
                      </a:lnTo>
                      <a:lnTo>
                        <a:pt x="33415" y="33353"/>
                      </a:lnTo>
                      <a:lnTo>
                        <a:pt x="33499" y="33374"/>
                      </a:lnTo>
                      <a:lnTo>
                        <a:pt x="33624" y="33478"/>
                      </a:lnTo>
                      <a:lnTo>
                        <a:pt x="33792" y="33541"/>
                      </a:lnTo>
                      <a:lnTo>
                        <a:pt x="33813" y="33562"/>
                      </a:lnTo>
                      <a:lnTo>
                        <a:pt x="33896" y="33562"/>
                      </a:lnTo>
                      <a:lnTo>
                        <a:pt x="34001" y="33625"/>
                      </a:lnTo>
                      <a:lnTo>
                        <a:pt x="34043" y="33625"/>
                      </a:lnTo>
                      <a:lnTo>
                        <a:pt x="34043" y="33583"/>
                      </a:lnTo>
                      <a:lnTo>
                        <a:pt x="34127" y="33374"/>
                      </a:lnTo>
                      <a:lnTo>
                        <a:pt x="34231" y="33332"/>
                      </a:lnTo>
                      <a:lnTo>
                        <a:pt x="34482" y="33332"/>
                      </a:lnTo>
                      <a:lnTo>
                        <a:pt x="34524" y="33269"/>
                      </a:lnTo>
                      <a:lnTo>
                        <a:pt x="34629" y="33165"/>
                      </a:lnTo>
                      <a:lnTo>
                        <a:pt x="34796" y="33102"/>
                      </a:lnTo>
                      <a:lnTo>
                        <a:pt x="34796" y="32997"/>
                      </a:lnTo>
                      <a:lnTo>
                        <a:pt x="34859" y="32893"/>
                      </a:lnTo>
                      <a:lnTo>
                        <a:pt x="35005" y="32809"/>
                      </a:lnTo>
                      <a:lnTo>
                        <a:pt x="35005" y="32725"/>
                      </a:lnTo>
                      <a:lnTo>
                        <a:pt x="35110" y="32621"/>
                      </a:lnTo>
                      <a:lnTo>
                        <a:pt x="35215" y="32600"/>
                      </a:lnTo>
                      <a:lnTo>
                        <a:pt x="35298" y="32495"/>
                      </a:lnTo>
                      <a:lnTo>
                        <a:pt x="35361" y="32432"/>
                      </a:lnTo>
                      <a:lnTo>
                        <a:pt x="35298" y="32390"/>
                      </a:lnTo>
                      <a:lnTo>
                        <a:pt x="35298" y="32307"/>
                      </a:lnTo>
                      <a:lnTo>
                        <a:pt x="35319" y="32265"/>
                      </a:lnTo>
                      <a:lnTo>
                        <a:pt x="35508" y="32307"/>
                      </a:lnTo>
                      <a:lnTo>
                        <a:pt x="35591" y="32265"/>
                      </a:lnTo>
                      <a:lnTo>
                        <a:pt x="35633" y="32097"/>
                      </a:lnTo>
                      <a:lnTo>
                        <a:pt x="35717" y="32077"/>
                      </a:lnTo>
                      <a:lnTo>
                        <a:pt x="35926" y="32056"/>
                      </a:lnTo>
                      <a:lnTo>
                        <a:pt x="36031" y="32014"/>
                      </a:lnTo>
                      <a:lnTo>
                        <a:pt x="36261" y="32014"/>
                      </a:lnTo>
                      <a:lnTo>
                        <a:pt x="36345" y="31972"/>
                      </a:lnTo>
                      <a:lnTo>
                        <a:pt x="36365" y="31972"/>
                      </a:lnTo>
                      <a:lnTo>
                        <a:pt x="36449" y="32077"/>
                      </a:lnTo>
                      <a:lnTo>
                        <a:pt x="36449" y="32160"/>
                      </a:lnTo>
                      <a:lnTo>
                        <a:pt x="36533" y="32223"/>
                      </a:lnTo>
                      <a:lnTo>
                        <a:pt x="36658" y="32223"/>
                      </a:lnTo>
                      <a:lnTo>
                        <a:pt x="36700" y="32202"/>
                      </a:lnTo>
                      <a:lnTo>
                        <a:pt x="36805" y="32202"/>
                      </a:lnTo>
                      <a:lnTo>
                        <a:pt x="36889" y="32160"/>
                      </a:lnTo>
                      <a:lnTo>
                        <a:pt x="37077" y="32160"/>
                      </a:lnTo>
                      <a:lnTo>
                        <a:pt x="37098" y="32223"/>
                      </a:lnTo>
                      <a:lnTo>
                        <a:pt x="37119" y="32328"/>
                      </a:lnTo>
                      <a:lnTo>
                        <a:pt x="37161" y="32411"/>
                      </a:lnTo>
                      <a:lnTo>
                        <a:pt x="37453" y="32579"/>
                      </a:lnTo>
                      <a:lnTo>
                        <a:pt x="37537" y="32641"/>
                      </a:lnTo>
                      <a:lnTo>
                        <a:pt x="37746" y="32746"/>
                      </a:lnTo>
                      <a:lnTo>
                        <a:pt x="37830" y="32704"/>
                      </a:lnTo>
                      <a:lnTo>
                        <a:pt x="37935" y="32641"/>
                      </a:lnTo>
                      <a:lnTo>
                        <a:pt x="38060" y="32579"/>
                      </a:lnTo>
                      <a:lnTo>
                        <a:pt x="38165" y="32579"/>
                      </a:lnTo>
                      <a:lnTo>
                        <a:pt x="38269" y="32600"/>
                      </a:lnTo>
                      <a:lnTo>
                        <a:pt x="38353" y="32641"/>
                      </a:lnTo>
                      <a:lnTo>
                        <a:pt x="38437" y="32621"/>
                      </a:lnTo>
                      <a:lnTo>
                        <a:pt x="38688" y="32621"/>
                      </a:lnTo>
                      <a:lnTo>
                        <a:pt x="38793" y="32683"/>
                      </a:lnTo>
                      <a:lnTo>
                        <a:pt x="38897" y="32683"/>
                      </a:lnTo>
                      <a:lnTo>
                        <a:pt x="38939" y="32641"/>
                      </a:lnTo>
                      <a:lnTo>
                        <a:pt x="39044" y="32683"/>
                      </a:lnTo>
                      <a:lnTo>
                        <a:pt x="39211" y="32641"/>
                      </a:lnTo>
                      <a:lnTo>
                        <a:pt x="39316" y="32474"/>
                      </a:lnTo>
                      <a:lnTo>
                        <a:pt x="39274" y="32390"/>
                      </a:lnTo>
                      <a:lnTo>
                        <a:pt x="39169" y="32307"/>
                      </a:lnTo>
                      <a:lnTo>
                        <a:pt x="39169" y="32118"/>
                      </a:lnTo>
                      <a:lnTo>
                        <a:pt x="39190" y="31951"/>
                      </a:lnTo>
                      <a:lnTo>
                        <a:pt x="39169" y="31867"/>
                      </a:lnTo>
                      <a:lnTo>
                        <a:pt x="39065" y="31846"/>
                      </a:lnTo>
                      <a:lnTo>
                        <a:pt x="39002" y="31763"/>
                      </a:lnTo>
                      <a:lnTo>
                        <a:pt x="38834" y="31700"/>
                      </a:lnTo>
                      <a:lnTo>
                        <a:pt x="38772" y="31574"/>
                      </a:lnTo>
                      <a:lnTo>
                        <a:pt x="38772" y="31281"/>
                      </a:lnTo>
                      <a:lnTo>
                        <a:pt x="38876" y="31156"/>
                      </a:lnTo>
                      <a:lnTo>
                        <a:pt x="38876" y="31072"/>
                      </a:lnTo>
                      <a:lnTo>
                        <a:pt x="38939" y="30968"/>
                      </a:lnTo>
                      <a:lnTo>
                        <a:pt x="39044" y="30947"/>
                      </a:lnTo>
                      <a:lnTo>
                        <a:pt x="39086" y="30968"/>
                      </a:lnTo>
                      <a:lnTo>
                        <a:pt x="39148" y="30863"/>
                      </a:lnTo>
                      <a:lnTo>
                        <a:pt x="39106" y="30758"/>
                      </a:lnTo>
                      <a:lnTo>
                        <a:pt x="39148" y="30696"/>
                      </a:lnTo>
                      <a:lnTo>
                        <a:pt x="39211" y="30633"/>
                      </a:lnTo>
                      <a:lnTo>
                        <a:pt x="39316" y="30633"/>
                      </a:lnTo>
                      <a:lnTo>
                        <a:pt x="39399" y="30696"/>
                      </a:lnTo>
                      <a:lnTo>
                        <a:pt x="39567" y="30737"/>
                      </a:lnTo>
                      <a:lnTo>
                        <a:pt x="39713" y="30821"/>
                      </a:lnTo>
                      <a:lnTo>
                        <a:pt x="39734" y="30863"/>
                      </a:lnTo>
                      <a:lnTo>
                        <a:pt x="39881" y="30926"/>
                      </a:lnTo>
                      <a:lnTo>
                        <a:pt x="40236" y="30926"/>
                      </a:lnTo>
                      <a:lnTo>
                        <a:pt x="40320" y="30968"/>
                      </a:lnTo>
                      <a:lnTo>
                        <a:pt x="40362" y="31030"/>
                      </a:lnTo>
                      <a:lnTo>
                        <a:pt x="40529" y="31051"/>
                      </a:lnTo>
                      <a:lnTo>
                        <a:pt x="40613" y="31114"/>
                      </a:lnTo>
                      <a:lnTo>
                        <a:pt x="40718" y="31135"/>
                      </a:lnTo>
                      <a:lnTo>
                        <a:pt x="40948" y="31135"/>
                      </a:lnTo>
                      <a:lnTo>
                        <a:pt x="41031" y="31156"/>
                      </a:lnTo>
                      <a:lnTo>
                        <a:pt x="41073" y="31240"/>
                      </a:lnTo>
                      <a:lnTo>
                        <a:pt x="41073" y="31323"/>
                      </a:lnTo>
                      <a:lnTo>
                        <a:pt x="41136" y="31386"/>
                      </a:lnTo>
                      <a:lnTo>
                        <a:pt x="41136" y="31470"/>
                      </a:lnTo>
                      <a:lnTo>
                        <a:pt x="41178" y="31533"/>
                      </a:lnTo>
                      <a:lnTo>
                        <a:pt x="41241" y="31658"/>
                      </a:lnTo>
                      <a:lnTo>
                        <a:pt x="41241" y="31763"/>
                      </a:lnTo>
                      <a:lnTo>
                        <a:pt x="41303" y="31805"/>
                      </a:lnTo>
                      <a:lnTo>
                        <a:pt x="41387" y="31805"/>
                      </a:lnTo>
                      <a:lnTo>
                        <a:pt x="41492" y="31909"/>
                      </a:lnTo>
                      <a:lnTo>
                        <a:pt x="41513" y="31972"/>
                      </a:lnTo>
                      <a:lnTo>
                        <a:pt x="41680" y="32014"/>
                      </a:lnTo>
                      <a:lnTo>
                        <a:pt x="41868" y="32118"/>
                      </a:lnTo>
                      <a:lnTo>
                        <a:pt x="41931" y="32118"/>
                      </a:lnTo>
                      <a:lnTo>
                        <a:pt x="41994" y="32077"/>
                      </a:lnTo>
                      <a:lnTo>
                        <a:pt x="42182" y="32077"/>
                      </a:lnTo>
                      <a:lnTo>
                        <a:pt x="42245" y="32014"/>
                      </a:lnTo>
                      <a:lnTo>
                        <a:pt x="42329" y="32014"/>
                      </a:lnTo>
                      <a:lnTo>
                        <a:pt x="42412" y="32056"/>
                      </a:lnTo>
                      <a:lnTo>
                        <a:pt x="42496" y="32014"/>
                      </a:lnTo>
                      <a:lnTo>
                        <a:pt x="42601" y="31909"/>
                      </a:lnTo>
                      <a:lnTo>
                        <a:pt x="42747" y="31867"/>
                      </a:lnTo>
                      <a:lnTo>
                        <a:pt x="42977" y="31846"/>
                      </a:lnTo>
                      <a:lnTo>
                        <a:pt x="43124" y="31763"/>
                      </a:lnTo>
                      <a:lnTo>
                        <a:pt x="43270" y="31763"/>
                      </a:lnTo>
                      <a:lnTo>
                        <a:pt x="43396" y="31700"/>
                      </a:lnTo>
                      <a:lnTo>
                        <a:pt x="43542" y="31784"/>
                      </a:lnTo>
                      <a:lnTo>
                        <a:pt x="43710" y="31805"/>
                      </a:lnTo>
                      <a:lnTo>
                        <a:pt x="43961" y="31805"/>
                      </a:lnTo>
                      <a:lnTo>
                        <a:pt x="44065" y="31972"/>
                      </a:lnTo>
                      <a:lnTo>
                        <a:pt x="44275" y="32056"/>
                      </a:lnTo>
                      <a:lnTo>
                        <a:pt x="44421" y="32056"/>
                      </a:lnTo>
                      <a:lnTo>
                        <a:pt x="44547" y="32014"/>
                      </a:lnTo>
                      <a:lnTo>
                        <a:pt x="44609" y="32077"/>
                      </a:lnTo>
                      <a:lnTo>
                        <a:pt x="44651" y="32265"/>
                      </a:lnTo>
                      <a:lnTo>
                        <a:pt x="44756" y="32328"/>
                      </a:lnTo>
                      <a:lnTo>
                        <a:pt x="44840" y="32390"/>
                      </a:lnTo>
                      <a:lnTo>
                        <a:pt x="44923" y="32411"/>
                      </a:lnTo>
                      <a:lnTo>
                        <a:pt x="45028" y="32516"/>
                      </a:lnTo>
                      <a:lnTo>
                        <a:pt x="45112" y="32516"/>
                      </a:lnTo>
                      <a:lnTo>
                        <a:pt x="45363" y="32495"/>
                      </a:lnTo>
                      <a:lnTo>
                        <a:pt x="45593" y="32579"/>
                      </a:lnTo>
                      <a:lnTo>
                        <a:pt x="45948" y="32579"/>
                      </a:lnTo>
                      <a:lnTo>
                        <a:pt x="46095" y="32537"/>
                      </a:lnTo>
                      <a:lnTo>
                        <a:pt x="46158" y="32495"/>
                      </a:lnTo>
                      <a:lnTo>
                        <a:pt x="46283" y="32495"/>
                      </a:lnTo>
                      <a:lnTo>
                        <a:pt x="46388" y="32537"/>
                      </a:lnTo>
                      <a:lnTo>
                        <a:pt x="46472" y="32537"/>
                      </a:lnTo>
                      <a:lnTo>
                        <a:pt x="46534" y="32411"/>
                      </a:lnTo>
                      <a:lnTo>
                        <a:pt x="46744" y="32286"/>
                      </a:lnTo>
                      <a:lnTo>
                        <a:pt x="46890" y="32286"/>
                      </a:lnTo>
                      <a:lnTo>
                        <a:pt x="46953" y="32181"/>
                      </a:lnTo>
                      <a:lnTo>
                        <a:pt x="47329" y="32181"/>
                      </a:lnTo>
                      <a:lnTo>
                        <a:pt x="47434" y="32077"/>
                      </a:lnTo>
                      <a:lnTo>
                        <a:pt x="47455" y="31972"/>
                      </a:lnTo>
                      <a:lnTo>
                        <a:pt x="47455" y="31909"/>
                      </a:lnTo>
                      <a:lnTo>
                        <a:pt x="47539" y="31805"/>
                      </a:lnTo>
                      <a:lnTo>
                        <a:pt x="47664" y="31763"/>
                      </a:lnTo>
                      <a:lnTo>
                        <a:pt x="47748" y="31679"/>
                      </a:lnTo>
                      <a:lnTo>
                        <a:pt x="47790" y="31553"/>
                      </a:lnTo>
                      <a:lnTo>
                        <a:pt x="47873" y="31470"/>
                      </a:lnTo>
                      <a:lnTo>
                        <a:pt x="47978" y="31470"/>
                      </a:lnTo>
                      <a:lnTo>
                        <a:pt x="47999" y="31491"/>
                      </a:lnTo>
                      <a:lnTo>
                        <a:pt x="48187" y="31449"/>
                      </a:lnTo>
                      <a:lnTo>
                        <a:pt x="48292" y="31449"/>
                      </a:lnTo>
                      <a:lnTo>
                        <a:pt x="48417" y="31533"/>
                      </a:lnTo>
                      <a:lnTo>
                        <a:pt x="48501" y="31637"/>
                      </a:lnTo>
                      <a:lnTo>
                        <a:pt x="48585" y="31658"/>
                      </a:lnTo>
                      <a:lnTo>
                        <a:pt x="48689" y="31595"/>
                      </a:lnTo>
                      <a:lnTo>
                        <a:pt x="48731" y="31658"/>
                      </a:lnTo>
                      <a:lnTo>
                        <a:pt x="48836" y="31658"/>
                      </a:lnTo>
                      <a:lnTo>
                        <a:pt x="48982" y="31574"/>
                      </a:lnTo>
                      <a:lnTo>
                        <a:pt x="48982" y="31533"/>
                      </a:lnTo>
                      <a:lnTo>
                        <a:pt x="49150" y="31491"/>
                      </a:lnTo>
                      <a:lnTo>
                        <a:pt x="49359" y="31574"/>
                      </a:lnTo>
                      <a:lnTo>
                        <a:pt x="49422" y="31637"/>
                      </a:lnTo>
                      <a:lnTo>
                        <a:pt x="49464" y="31595"/>
                      </a:lnTo>
                      <a:lnTo>
                        <a:pt x="49547" y="31595"/>
                      </a:lnTo>
                      <a:lnTo>
                        <a:pt x="49568" y="31658"/>
                      </a:lnTo>
                      <a:lnTo>
                        <a:pt x="49673" y="31637"/>
                      </a:lnTo>
                      <a:lnTo>
                        <a:pt x="49840" y="31658"/>
                      </a:lnTo>
                      <a:lnTo>
                        <a:pt x="49924" y="31742"/>
                      </a:lnTo>
                      <a:lnTo>
                        <a:pt x="49966" y="31742"/>
                      </a:lnTo>
                      <a:lnTo>
                        <a:pt x="50259" y="31470"/>
                      </a:lnTo>
                      <a:lnTo>
                        <a:pt x="50384" y="31365"/>
                      </a:lnTo>
                      <a:lnTo>
                        <a:pt x="50594" y="31344"/>
                      </a:lnTo>
                      <a:lnTo>
                        <a:pt x="50677" y="31260"/>
                      </a:lnTo>
                      <a:lnTo>
                        <a:pt x="50698" y="31156"/>
                      </a:lnTo>
                      <a:lnTo>
                        <a:pt x="50677" y="31030"/>
                      </a:lnTo>
                      <a:lnTo>
                        <a:pt x="50614" y="31009"/>
                      </a:lnTo>
                      <a:lnTo>
                        <a:pt x="50573" y="31030"/>
                      </a:lnTo>
                      <a:lnTo>
                        <a:pt x="50510" y="31009"/>
                      </a:lnTo>
                      <a:lnTo>
                        <a:pt x="50468" y="31009"/>
                      </a:lnTo>
                      <a:lnTo>
                        <a:pt x="50468" y="30842"/>
                      </a:lnTo>
                      <a:lnTo>
                        <a:pt x="50489" y="30800"/>
                      </a:lnTo>
                      <a:lnTo>
                        <a:pt x="50489" y="30633"/>
                      </a:lnTo>
                      <a:lnTo>
                        <a:pt x="50447" y="30528"/>
                      </a:lnTo>
                      <a:lnTo>
                        <a:pt x="50468" y="30444"/>
                      </a:lnTo>
                      <a:lnTo>
                        <a:pt x="50552" y="30424"/>
                      </a:lnTo>
                      <a:lnTo>
                        <a:pt x="50552" y="30319"/>
                      </a:lnTo>
                      <a:lnTo>
                        <a:pt x="50468" y="30235"/>
                      </a:lnTo>
                      <a:lnTo>
                        <a:pt x="50447" y="30110"/>
                      </a:lnTo>
                      <a:lnTo>
                        <a:pt x="50468" y="30068"/>
                      </a:lnTo>
                      <a:lnTo>
                        <a:pt x="50405" y="29963"/>
                      </a:lnTo>
                      <a:lnTo>
                        <a:pt x="50405" y="29859"/>
                      </a:lnTo>
                      <a:lnTo>
                        <a:pt x="50489" y="29754"/>
                      </a:lnTo>
                      <a:lnTo>
                        <a:pt x="50573" y="29691"/>
                      </a:lnTo>
                      <a:lnTo>
                        <a:pt x="50594" y="29566"/>
                      </a:lnTo>
                      <a:lnTo>
                        <a:pt x="50677" y="29461"/>
                      </a:lnTo>
                      <a:lnTo>
                        <a:pt x="50761" y="29398"/>
                      </a:lnTo>
                      <a:lnTo>
                        <a:pt x="50761" y="29273"/>
                      </a:lnTo>
                      <a:lnTo>
                        <a:pt x="50719" y="29189"/>
                      </a:lnTo>
                      <a:lnTo>
                        <a:pt x="50719" y="29126"/>
                      </a:lnTo>
                      <a:lnTo>
                        <a:pt x="50656" y="29064"/>
                      </a:lnTo>
                      <a:lnTo>
                        <a:pt x="50594" y="28959"/>
                      </a:lnTo>
                      <a:lnTo>
                        <a:pt x="50510" y="28833"/>
                      </a:lnTo>
                      <a:lnTo>
                        <a:pt x="50447" y="28812"/>
                      </a:lnTo>
                      <a:lnTo>
                        <a:pt x="50363" y="28833"/>
                      </a:lnTo>
                      <a:lnTo>
                        <a:pt x="50238" y="28917"/>
                      </a:lnTo>
                      <a:lnTo>
                        <a:pt x="50175" y="28917"/>
                      </a:lnTo>
                      <a:lnTo>
                        <a:pt x="50154" y="28854"/>
                      </a:lnTo>
                      <a:lnTo>
                        <a:pt x="50154" y="28603"/>
                      </a:lnTo>
                      <a:lnTo>
                        <a:pt x="50175" y="28540"/>
                      </a:lnTo>
                      <a:lnTo>
                        <a:pt x="50175" y="28499"/>
                      </a:lnTo>
                      <a:lnTo>
                        <a:pt x="50238" y="28436"/>
                      </a:lnTo>
                      <a:lnTo>
                        <a:pt x="50259" y="28331"/>
                      </a:lnTo>
                      <a:lnTo>
                        <a:pt x="50342" y="28227"/>
                      </a:lnTo>
                      <a:lnTo>
                        <a:pt x="50342" y="28143"/>
                      </a:lnTo>
                      <a:lnTo>
                        <a:pt x="50384" y="28101"/>
                      </a:lnTo>
                      <a:lnTo>
                        <a:pt x="50552" y="28080"/>
                      </a:lnTo>
                      <a:lnTo>
                        <a:pt x="50614" y="28038"/>
                      </a:lnTo>
                      <a:lnTo>
                        <a:pt x="50698" y="28038"/>
                      </a:lnTo>
                      <a:lnTo>
                        <a:pt x="50719" y="28017"/>
                      </a:lnTo>
                      <a:lnTo>
                        <a:pt x="50803" y="28017"/>
                      </a:lnTo>
                      <a:lnTo>
                        <a:pt x="50886" y="27996"/>
                      </a:lnTo>
                      <a:lnTo>
                        <a:pt x="50928" y="27913"/>
                      </a:lnTo>
                      <a:lnTo>
                        <a:pt x="51033" y="27913"/>
                      </a:lnTo>
                      <a:lnTo>
                        <a:pt x="51117" y="27829"/>
                      </a:lnTo>
                      <a:lnTo>
                        <a:pt x="51242" y="27871"/>
                      </a:lnTo>
                      <a:lnTo>
                        <a:pt x="51451" y="27871"/>
                      </a:lnTo>
                      <a:lnTo>
                        <a:pt x="51514" y="27808"/>
                      </a:lnTo>
                      <a:lnTo>
                        <a:pt x="51556" y="27808"/>
                      </a:lnTo>
                      <a:lnTo>
                        <a:pt x="51598" y="27724"/>
                      </a:lnTo>
                      <a:lnTo>
                        <a:pt x="51744" y="27703"/>
                      </a:lnTo>
                      <a:lnTo>
                        <a:pt x="51765" y="27683"/>
                      </a:lnTo>
                      <a:lnTo>
                        <a:pt x="51849" y="27703"/>
                      </a:lnTo>
                      <a:lnTo>
                        <a:pt x="51933" y="27703"/>
                      </a:lnTo>
                      <a:lnTo>
                        <a:pt x="52016" y="27745"/>
                      </a:lnTo>
                      <a:lnTo>
                        <a:pt x="52184" y="27787"/>
                      </a:lnTo>
                      <a:lnTo>
                        <a:pt x="52267" y="27829"/>
                      </a:lnTo>
                      <a:lnTo>
                        <a:pt x="52288" y="27892"/>
                      </a:lnTo>
                      <a:lnTo>
                        <a:pt x="52435" y="27892"/>
                      </a:lnTo>
                      <a:lnTo>
                        <a:pt x="52498" y="27850"/>
                      </a:lnTo>
                      <a:lnTo>
                        <a:pt x="52539" y="27892"/>
                      </a:lnTo>
                      <a:lnTo>
                        <a:pt x="52644" y="27934"/>
                      </a:lnTo>
                      <a:lnTo>
                        <a:pt x="52686" y="27913"/>
                      </a:lnTo>
                      <a:lnTo>
                        <a:pt x="52686" y="27829"/>
                      </a:lnTo>
                      <a:lnTo>
                        <a:pt x="52749" y="27808"/>
                      </a:lnTo>
                      <a:lnTo>
                        <a:pt x="52790" y="27829"/>
                      </a:lnTo>
                      <a:lnTo>
                        <a:pt x="52874" y="27829"/>
                      </a:lnTo>
                      <a:lnTo>
                        <a:pt x="52916" y="27808"/>
                      </a:lnTo>
                      <a:lnTo>
                        <a:pt x="52979" y="27892"/>
                      </a:lnTo>
                      <a:lnTo>
                        <a:pt x="53021" y="27892"/>
                      </a:lnTo>
                      <a:lnTo>
                        <a:pt x="53104" y="27913"/>
                      </a:lnTo>
                      <a:lnTo>
                        <a:pt x="53125" y="27955"/>
                      </a:lnTo>
                      <a:lnTo>
                        <a:pt x="53104" y="28017"/>
                      </a:lnTo>
                      <a:lnTo>
                        <a:pt x="53125" y="28059"/>
                      </a:lnTo>
                      <a:lnTo>
                        <a:pt x="53188" y="28059"/>
                      </a:lnTo>
                      <a:lnTo>
                        <a:pt x="53209" y="28122"/>
                      </a:lnTo>
                      <a:lnTo>
                        <a:pt x="53272" y="28059"/>
                      </a:lnTo>
                      <a:lnTo>
                        <a:pt x="53335" y="28101"/>
                      </a:lnTo>
                      <a:lnTo>
                        <a:pt x="53376" y="28143"/>
                      </a:lnTo>
                      <a:lnTo>
                        <a:pt x="53335" y="28206"/>
                      </a:lnTo>
                      <a:lnTo>
                        <a:pt x="53376" y="28247"/>
                      </a:lnTo>
                      <a:lnTo>
                        <a:pt x="53481" y="28268"/>
                      </a:lnTo>
                      <a:lnTo>
                        <a:pt x="53523" y="28268"/>
                      </a:lnTo>
                      <a:lnTo>
                        <a:pt x="53586" y="28310"/>
                      </a:lnTo>
                      <a:lnTo>
                        <a:pt x="53586" y="28352"/>
                      </a:lnTo>
                      <a:lnTo>
                        <a:pt x="53627" y="28373"/>
                      </a:lnTo>
                      <a:lnTo>
                        <a:pt x="53690" y="28457"/>
                      </a:lnTo>
                      <a:lnTo>
                        <a:pt x="53690" y="28540"/>
                      </a:lnTo>
                      <a:lnTo>
                        <a:pt x="53711" y="28624"/>
                      </a:lnTo>
                      <a:lnTo>
                        <a:pt x="53711" y="28666"/>
                      </a:lnTo>
                      <a:lnTo>
                        <a:pt x="53732" y="28687"/>
                      </a:lnTo>
                      <a:lnTo>
                        <a:pt x="53899" y="28687"/>
                      </a:lnTo>
                      <a:lnTo>
                        <a:pt x="53920" y="28750"/>
                      </a:lnTo>
                      <a:lnTo>
                        <a:pt x="53899" y="28833"/>
                      </a:lnTo>
                      <a:lnTo>
                        <a:pt x="53899" y="28875"/>
                      </a:lnTo>
                      <a:lnTo>
                        <a:pt x="54025" y="28959"/>
                      </a:lnTo>
                      <a:lnTo>
                        <a:pt x="54067" y="29064"/>
                      </a:lnTo>
                      <a:lnTo>
                        <a:pt x="54151" y="29147"/>
                      </a:lnTo>
                      <a:lnTo>
                        <a:pt x="54171" y="29210"/>
                      </a:lnTo>
                      <a:lnTo>
                        <a:pt x="54234" y="29252"/>
                      </a:lnTo>
                      <a:lnTo>
                        <a:pt x="54255" y="29356"/>
                      </a:lnTo>
                      <a:lnTo>
                        <a:pt x="54339" y="29398"/>
                      </a:lnTo>
                      <a:lnTo>
                        <a:pt x="54339" y="29461"/>
                      </a:lnTo>
                      <a:lnTo>
                        <a:pt x="54318" y="29503"/>
                      </a:lnTo>
                      <a:lnTo>
                        <a:pt x="54339" y="29524"/>
                      </a:lnTo>
                      <a:lnTo>
                        <a:pt x="54381" y="29503"/>
                      </a:lnTo>
                      <a:lnTo>
                        <a:pt x="54443" y="29587"/>
                      </a:lnTo>
                      <a:lnTo>
                        <a:pt x="54464" y="29670"/>
                      </a:lnTo>
                      <a:lnTo>
                        <a:pt x="54569" y="29817"/>
                      </a:lnTo>
                      <a:lnTo>
                        <a:pt x="54778" y="29963"/>
                      </a:lnTo>
                      <a:lnTo>
                        <a:pt x="54799" y="30047"/>
                      </a:lnTo>
                      <a:lnTo>
                        <a:pt x="54841" y="30152"/>
                      </a:lnTo>
                      <a:lnTo>
                        <a:pt x="54883" y="30193"/>
                      </a:lnTo>
                      <a:lnTo>
                        <a:pt x="54883" y="30298"/>
                      </a:lnTo>
                      <a:lnTo>
                        <a:pt x="54967" y="30319"/>
                      </a:lnTo>
                      <a:lnTo>
                        <a:pt x="55008" y="30319"/>
                      </a:lnTo>
                      <a:lnTo>
                        <a:pt x="55050" y="30424"/>
                      </a:lnTo>
                      <a:lnTo>
                        <a:pt x="55050" y="30507"/>
                      </a:lnTo>
                      <a:lnTo>
                        <a:pt x="55092" y="30612"/>
                      </a:lnTo>
                      <a:lnTo>
                        <a:pt x="55218" y="30737"/>
                      </a:lnTo>
                      <a:lnTo>
                        <a:pt x="55322" y="30758"/>
                      </a:lnTo>
                      <a:lnTo>
                        <a:pt x="55385" y="30842"/>
                      </a:lnTo>
                      <a:lnTo>
                        <a:pt x="55469" y="30842"/>
                      </a:lnTo>
                      <a:lnTo>
                        <a:pt x="55511" y="30821"/>
                      </a:lnTo>
                      <a:lnTo>
                        <a:pt x="55573" y="30842"/>
                      </a:lnTo>
                      <a:lnTo>
                        <a:pt x="55615" y="30821"/>
                      </a:lnTo>
                      <a:lnTo>
                        <a:pt x="55741" y="30842"/>
                      </a:lnTo>
                      <a:lnTo>
                        <a:pt x="55803" y="30779"/>
                      </a:lnTo>
                      <a:lnTo>
                        <a:pt x="55887" y="30779"/>
                      </a:lnTo>
                      <a:lnTo>
                        <a:pt x="55887" y="30821"/>
                      </a:lnTo>
                      <a:lnTo>
                        <a:pt x="55824" y="30863"/>
                      </a:lnTo>
                      <a:lnTo>
                        <a:pt x="55845" y="30905"/>
                      </a:lnTo>
                      <a:lnTo>
                        <a:pt x="55992" y="30905"/>
                      </a:lnTo>
                      <a:lnTo>
                        <a:pt x="56034" y="30926"/>
                      </a:lnTo>
                      <a:lnTo>
                        <a:pt x="56055" y="30968"/>
                      </a:lnTo>
                      <a:lnTo>
                        <a:pt x="56138" y="31030"/>
                      </a:lnTo>
                      <a:lnTo>
                        <a:pt x="56159" y="30968"/>
                      </a:lnTo>
                      <a:lnTo>
                        <a:pt x="56222" y="30947"/>
                      </a:lnTo>
                      <a:lnTo>
                        <a:pt x="56264" y="30968"/>
                      </a:lnTo>
                      <a:lnTo>
                        <a:pt x="56306" y="30905"/>
                      </a:lnTo>
                      <a:lnTo>
                        <a:pt x="56348" y="30905"/>
                      </a:lnTo>
                      <a:lnTo>
                        <a:pt x="56410" y="30947"/>
                      </a:lnTo>
                      <a:lnTo>
                        <a:pt x="56431" y="31009"/>
                      </a:lnTo>
                      <a:lnTo>
                        <a:pt x="56473" y="31072"/>
                      </a:lnTo>
                      <a:lnTo>
                        <a:pt x="56536" y="31072"/>
                      </a:lnTo>
                      <a:lnTo>
                        <a:pt x="56557" y="31135"/>
                      </a:lnTo>
                      <a:lnTo>
                        <a:pt x="56620" y="31177"/>
                      </a:lnTo>
                      <a:lnTo>
                        <a:pt x="56640" y="31177"/>
                      </a:lnTo>
                      <a:lnTo>
                        <a:pt x="56682" y="31240"/>
                      </a:lnTo>
                      <a:lnTo>
                        <a:pt x="56724" y="31281"/>
                      </a:lnTo>
                      <a:lnTo>
                        <a:pt x="56850" y="31344"/>
                      </a:lnTo>
                      <a:lnTo>
                        <a:pt x="56871" y="31365"/>
                      </a:lnTo>
                      <a:lnTo>
                        <a:pt x="56933" y="31365"/>
                      </a:lnTo>
                      <a:lnTo>
                        <a:pt x="56975" y="31407"/>
                      </a:lnTo>
                      <a:lnTo>
                        <a:pt x="57059" y="31449"/>
                      </a:lnTo>
                      <a:lnTo>
                        <a:pt x="57122" y="31407"/>
                      </a:lnTo>
                      <a:lnTo>
                        <a:pt x="57184" y="31407"/>
                      </a:lnTo>
                      <a:lnTo>
                        <a:pt x="57247" y="31365"/>
                      </a:lnTo>
                      <a:lnTo>
                        <a:pt x="57289" y="31365"/>
                      </a:lnTo>
                      <a:lnTo>
                        <a:pt x="57352" y="31386"/>
                      </a:lnTo>
                      <a:lnTo>
                        <a:pt x="57352" y="31470"/>
                      </a:lnTo>
                      <a:lnTo>
                        <a:pt x="57289" y="31553"/>
                      </a:lnTo>
                      <a:lnTo>
                        <a:pt x="57289" y="31637"/>
                      </a:lnTo>
                      <a:lnTo>
                        <a:pt x="57289" y="31700"/>
                      </a:lnTo>
                      <a:lnTo>
                        <a:pt x="57394" y="31700"/>
                      </a:lnTo>
                      <a:lnTo>
                        <a:pt x="57436" y="31805"/>
                      </a:lnTo>
                      <a:lnTo>
                        <a:pt x="57456" y="31909"/>
                      </a:lnTo>
                      <a:lnTo>
                        <a:pt x="57436" y="32014"/>
                      </a:lnTo>
                      <a:lnTo>
                        <a:pt x="57394" y="32056"/>
                      </a:lnTo>
                      <a:lnTo>
                        <a:pt x="57394" y="32118"/>
                      </a:lnTo>
                      <a:lnTo>
                        <a:pt x="57498" y="32265"/>
                      </a:lnTo>
                      <a:lnTo>
                        <a:pt x="57561" y="32286"/>
                      </a:lnTo>
                      <a:lnTo>
                        <a:pt x="57645" y="32390"/>
                      </a:lnTo>
                      <a:lnTo>
                        <a:pt x="57666" y="32432"/>
                      </a:lnTo>
                      <a:lnTo>
                        <a:pt x="57749" y="32411"/>
                      </a:lnTo>
                      <a:lnTo>
                        <a:pt x="57812" y="32369"/>
                      </a:lnTo>
                      <a:lnTo>
                        <a:pt x="57896" y="32369"/>
                      </a:lnTo>
                      <a:lnTo>
                        <a:pt x="57938" y="32432"/>
                      </a:lnTo>
                      <a:lnTo>
                        <a:pt x="57980" y="32516"/>
                      </a:lnTo>
                      <a:lnTo>
                        <a:pt x="58042" y="32495"/>
                      </a:lnTo>
                      <a:lnTo>
                        <a:pt x="58105" y="32432"/>
                      </a:lnTo>
                      <a:lnTo>
                        <a:pt x="58189" y="32474"/>
                      </a:lnTo>
                      <a:lnTo>
                        <a:pt x="58231" y="32432"/>
                      </a:lnTo>
                      <a:lnTo>
                        <a:pt x="58398" y="32411"/>
                      </a:lnTo>
                      <a:lnTo>
                        <a:pt x="58461" y="32328"/>
                      </a:lnTo>
                      <a:lnTo>
                        <a:pt x="58524" y="32307"/>
                      </a:lnTo>
                      <a:lnTo>
                        <a:pt x="58524" y="32244"/>
                      </a:lnTo>
                      <a:lnTo>
                        <a:pt x="58544" y="32160"/>
                      </a:lnTo>
                      <a:lnTo>
                        <a:pt x="58628" y="32097"/>
                      </a:lnTo>
                      <a:lnTo>
                        <a:pt x="58628" y="31993"/>
                      </a:lnTo>
                      <a:lnTo>
                        <a:pt x="58649" y="31909"/>
                      </a:lnTo>
                      <a:lnTo>
                        <a:pt x="58837" y="31909"/>
                      </a:lnTo>
                      <a:lnTo>
                        <a:pt x="58858" y="31805"/>
                      </a:lnTo>
                      <a:lnTo>
                        <a:pt x="58921" y="31805"/>
                      </a:lnTo>
                      <a:lnTo>
                        <a:pt x="58963" y="31784"/>
                      </a:lnTo>
                      <a:lnTo>
                        <a:pt x="59005" y="31700"/>
                      </a:lnTo>
                      <a:lnTo>
                        <a:pt x="59047" y="31658"/>
                      </a:lnTo>
                      <a:lnTo>
                        <a:pt x="59151" y="31658"/>
                      </a:lnTo>
                      <a:lnTo>
                        <a:pt x="59214" y="31595"/>
                      </a:lnTo>
                      <a:lnTo>
                        <a:pt x="59319" y="31658"/>
                      </a:lnTo>
                      <a:lnTo>
                        <a:pt x="59361" y="31700"/>
                      </a:lnTo>
                      <a:lnTo>
                        <a:pt x="59465" y="31700"/>
                      </a:lnTo>
                      <a:lnTo>
                        <a:pt x="59486" y="31763"/>
                      </a:lnTo>
                      <a:lnTo>
                        <a:pt x="59549" y="31867"/>
                      </a:lnTo>
                      <a:lnTo>
                        <a:pt x="59486" y="31909"/>
                      </a:lnTo>
                      <a:lnTo>
                        <a:pt x="59528" y="31972"/>
                      </a:lnTo>
                      <a:lnTo>
                        <a:pt x="59633" y="32077"/>
                      </a:lnTo>
                      <a:lnTo>
                        <a:pt x="59633" y="32139"/>
                      </a:lnTo>
                      <a:lnTo>
                        <a:pt x="59674" y="32202"/>
                      </a:lnTo>
                      <a:lnTo>
                        <a:pt x="59758" y="32244"/>
                      </a:lnTo>
                      <a:lnTo>
                        <a:pt x="59737" y="32390"/>
                      </a:lnTo>
                      <a:lnTo>
                        <a:pt x="59737" y="32495"/>
                      </a:lnTo>
                      <a:lnTo>
                        <a:pt x="59695" y="32537"/>
                      </a:lnTo>
                      <a:lnTo>
                        <a:pt x="59633" y="32558"/>
                      </a:lnTo>
                      <a:lnTo>
                        <a:pt x="59549" y="32662"/>
                      </a:lnTo>
                      <a:lnTo>
                        <a:pt x="59549" y="32725"/>
                      </a:lnTo>
                      <a:lnTo>
                        <a:pt x="59591" y="32809"/>
                      </a:lnTo>
                      <a:lnTo>
                        <a:pt x="59633" y="32830"/>
                      </a:lnTo>
                      <a:lnTo>
                        <a:pt x="59633" y="32934"/>
                      </a:lnTo>
                      <a:lnTo>
                        <a:pt x="59591" y="33018"/>
                      </a:lnTo>
                      <a:lnTo>
                        <a:pt x="59633" y="33060"/>
                      </a:lnTo>
                      <a:lnTo>
                        <a:pt x="59674" y="33081"/>
                      </a:lnTo>
                      <a:lnTo>
                        <a:pt x="59674" y="33144"/>
                      </a:lnTo>
                      <a:lnTo>
                        <a:pt x="59695" y="33185"/>
                      </a:lnTo>
                      <a:lnTo>
                        <a:pt x="59695" y="33248"/>
                      </a:lnTo>
                      <a:lnTo>
                        <a:pt x="59674" y="33269"/>
                      </a:lnTo>
                      <a:lnTo>
                        <a:pt x="59653" y="33290"/>
                      </a:lnTo>
                      <a:lnTo>
                        <a:pt x="59653" y="33437"/>
                      </a:lnTo>
                      <a:lnTo>
                        <a:pt x="59695" y="33562"/>
                      </a:lnTo>
                      <a:lnTo>
                        <a:pt x="59737" y="33604"/>
                      </a:lnTo>
                      <a:lnTo>
                        <a:pt x="59737" y="33667"/>
                      </a:lnTo>
                      <a:lnTo>
                        <a:pt x="59674" y="33709"/>
                      </a:lnTo>
                      <a:lnTo>
                        <a:pt x="59653" y="33792"/>
                      </a:lnTo>
                      <a:lnTo>
                        <a:pt x="59674" y="33855"/>
                      </a:lnTo>
                      <a:lnTo>
                        <a:pt x="59674" y="33897"/>
                      </a:lnTo>
                      <a:lnTo>
                        <a:pt x="59695" y="33960"/>
                      </a:lnTo>
                      <a:lnTo>
                        <a:pt x="59633" y="34001"/>
                      </a:lnTo>
                      <a:lnTo>
                        <a:pt x="59591" y="34022"/>
                      </a:lnTo>
                      <a:lnTo>
                        <a:pt x="59633" y="34085"/>
                      </a:lnTo>
                      <a:lnTo>
                        <a:pt x="59653" y="34169"/>
                      </a:lnTo>
                      <a:lnTo>
                        <a:pt x="59633" y="34211"/>
                      </a:lnTo>
                      <a:lnTo>
                        <a:pt x="59570" y="34315"/>
                      </a:lnTo>
                      <a:lnTo>
                        <a:pt x="59591" y="34378"/>
                      </a:lnTo>
                      <a:lnTo>
                        <a:pt x="59633" y="34420"/>
                      </a:lnTo>
                      <a:lnTo>
                        <a:pt x="59591" y="34483"/>
                      </a:lnTo>
                      <a:lnTo>
                        <a:pt x="59591" y="34525"/>
                      </a:lnTo>
                      <a:lnTo>
                        <a:pt x="59633" y="34587"/>
                      </a:lnTo>
                      <a:lnTo>
                        <a:pt x="59653" y="34650"/>
                      </a:lnTo>
                      <a:lnTo>
                        <a:pt x="59591" y="34713"/>
                      </a:lnTo>
                      <a:lnTo>
                        <a:pt x="59549" y="34713"/>
                      </a:lnTo>
                      <a:lnTo>
                        <a:pt x="59486" y="34692"/>
                      </a:lnTo>
                      <a:lnTo>
                        <a:pt x="59130" y="34608"/>
                      </a:lnTo>
                      <a:lnTo>
                        <a:pt x="59047" y="34587"/>
                      </a:lnTo>
                      <a:lnTo>
                        <a:pt x="58942" y="34546"/>
                      </a:lnTo>
                      <a:lnTo>
                        <a:pt x="58900" y="34546"/>
                      </a:lnTo>
                      <a:lnTo>
                        <a:pt x="58796" y="34713"/>
                      </a:lnTo>
                      <a:lnTo>
                        <a:pt x="58754" y="34797"/>
                      </a:lnTo>
                      <a:lnTo>
                        <a:pt x="58712" y="34859"/>
                      </a:lnTo>
                      <a:lnTo>
                        <a:pt x="58628" y="34859"/>
                      </a:lnTo>
                      <a:lnTo>
                        <a:pt x="58544" y="34922"/>
                      </a:lnTo>
                      <a:lnTo>
                        <a:pt x="58524" y="34964"/>
                      </a:lnTo>
                      <a:lnTo>
                        <a:pt x="58586" y="35069"/>
                      </a:lnTo>
                      <a:lnTo>
                        <a:pt x="58712" y="35278"/>
                      </a:lnTo>
                      <a:lnTo>
                        <a:pt x="58733" y="35362"/>
                      </a:lnTo>
                      <a:lnTo>
                        <a:pt x="58754" y="35445"/>
                      </a:lnTo>
                      <a:lnTo>
                        <a:pt x="58837" y="35550"/>
                      </a:lnTo>
                      <a:lnTo>
                        <a:pt x="58837" y="35654"/>
                      </a:lnTo>
                      <a:lnTo>
                        <a:pt x="58837" y="35780"/>
                      </a:lnTo>
                      <a:lnTo>
                        <a:pt x="58837" y="35885"/>
                      </a:lnTo>
                      <a:lnTo>
                        <a:pt x="58837" y="36094"/>
                      </a:lnTo>
                      <a:lnTo>
                        <a:pt x="58921" y="36157"/>
                      </a:lnTo>
                      <a:lnTo>
                        <a:pt x="58921" y="36261"/>
                      </a:lnTo>
                      <a:lnTo>
                        <a:pt x="58921" y="36366"/>
                      </a:lnTo>
                      <a:lnTo>
                        <a:pt x="58900" y="36408"/>
                      </a:lnTo>
                      <a:lnTo>
                        <a:pt x="58900" y="36491"/>
                      </a:lnTo>
                      <a:lnTo>
                        <a:pt x="58921" y="36533"/>
                      </a:lnTo>
                      <a:lnTo>
                        <a:pt x="58921" y="36638"/>
                      </a:lnTo>
                      <a:lnTo>
                        <a:pt x="58858" y="36638"/>
                      </a:lnTo>
                      <a:lnTo>
                        <a:pt x="58733" y="36617"/>
                      </a:lnTo>
                      <a:lnTo>
                        <a:pt x="58649" y="36680"/>
                      </a:lnTo>
                      <a:lnTo>
                        <a:pt x="58649" y="36722"/>
                      </a:lnTo>
                      <a:lnTo>
                        <a:pt x="58691" y="36826"/>
                      </a:lnTo>
                      <a:lnTo>
                        <a:pt x="58733" y="36847"/>
                      </a:lnTo>
                      <a:lnTo>
                        <a:pt x="58733" y="36931"/>
                      </a:lnTo>
                      <a:lnTo>
                        <a:pt x="58733" y="36952"/>
                      </a:lnTo>
                      <a:lnTo>
                        <a:pt x="58837" y="37098"/>
                      </a:lnTo>
                      <a:lnTo>
                        <a:pt x="58858" y="37098"/>
                      </a:lnTo>
                      <a:lnTo>
                        <a:pt x="58921" y="36931"/>
                      </a:lnTo>
                      <a:lnTo>
                        <a:pt x="59068" y="36910"/>
                      </a:lnTo>
                      <a:lnTo>
                        <a:pt x="59130" y="36952"/>
                      </a:lnTo>
                      <a:lnTo>
                        <a:pt x="59172" y="36784"/>
                      </a:lnTo>
                      <a:lnTo>
                        <a:pt x="59256" y="36722"/>
                      </a:lnTo>
                      <a:lnTo>
                        <a:pt x="59256" y="36512"/>
                      </a:lnTo>
                      <a:lnTo>
                        <a:pt x="59361" y="36429"/>
                      </a:lnTo>
                      <a:lnTo>
                        <a:pt x="59361" y="36324"/>
                      </a:lnTo>
                      <a:lnTo>
                        <a:pt x="59381" y="36282"/>
                      </a:lnTo>
                      <a:lnTo>
                        <a:pt x="59528" y="36366"/>
                      </a:lnTo>
                      <a:lnTo>
                        <a:pt x="59653" y="36303"/>
                      </a:lnTo>
                      <a:lnTo>
                        <a:pt x="59695" y="36366"/>
                      </a:lnTo>
                      <a:lnTo>
                        <a:pt x="59695" y="36575"/>
                      </a:lnTo>
                      <a:lnTo>
                        <a:pt x="59884" y="36617"/>
                      </a:lnTo>
                      <a:lnTo>
                        <a:pt x="60072" y="36722"/>
                      </a:lnTo>
                      <a:lnTo>
                        <a:pt x="60114" y="36680"/>
                      </a:lnTo>
                      <a:lnTo>
                        <a:pt x="60197" y="36742"/>
                      </a:lnTo>
                      <a:lnTo>
                        <a:pt x="60323" y="36617"/>
                      </a:lnTo>
                      <a:lnTo>
                        <a:pt x="60490" y="36596"/>
                      </a:lnTo>
                      <a:lnTo>
                        <a:pt x="60511" y="36512"/>
                      </a:lnTo>
                      <a:lnTo>
                        <a:pt x="60595" y="36512"/>
                      </a:lnTo>
                      <a:lnTo>
                        <a:pt x="60679" y="36366"/>
                      </a:lnTo>
                      <a:lnTo>
                        <a:pt x="60846" y="36115"/>
                      </a:lnTo>
                      <a:lnTo>
                        <a:pt x="60825" y="36073"/>
                      </a:lnTo>
                      <a:lnTo>
                        <a:pt x="60951" y="36010"/>
                      </a:lnTo>
                      <a:lnTo>
                        <a:pt x="60951" y="35926"/>
                      </a:lnTo>
                      <a:lnTo>
                        <a:pt x="60909" y="35780"/>
                      </a:lnTo>
                      <a:lnTo>
                        <a:pt x="60993" y="35822"/>
                      </a:lnTo>
                      <a:lnTo>
                        <a:pt x="60993" y="35843"/>
                      </a:lnTo>
                      <a:lnTo>
                        <a:pt x="61118" y="35654"/>
                      </a:lnTo>
                      <a:lnTo>
                        <a:pt x="61055" y="35550"/>
                      </a:lnTo>
                      <a:lnTo>
                        <a:pt x="61118" y="35529"/>
                      </a:lnTo>
                      <a:lnTo>
                        <a:pt x="61118" y="35341"/>
                      </a:lnTo>
                      <a:lnTo>
                        <a:pt x="61223" y="35299"/>
                      </a:lnTo>
                      <a:lnTo>
                        <a:pt x="61223" y="35194"/>
                      </a:lnTo>
                      <a:lnTo>
                        <a:pt x="61369" y="35090"/>
                      </a:lnTo>
                      <a:lnTo>
                        <a:pt x="61411" y="35027"/>
                      </a:lnTo>
                      <a:lnTo>
                        <a:pt x="61348" y="34985"/>
                      </a:lnTo>
                      <a:lnTo>
                        <a:pt x="61369" y="34838"/>
                      </a:lnTo>
                      <a:lnTo>
                        <a:pt x="61453" y="34818"/>
                      </a:lnTo>
                      <a:lnTo>
                        <a:pt x="61557" y="34315"/>
                      </a:lnTo>
                      <a:lnTo>
                        <a:pt x="61683" y="34169"/>
                      </a:lnTo>
                      <a:lnTo>
                        <a:pt x="61683" y="34064"/>
                      </a:lnTo>
                      <a:lnTo>
                        <a:pt x="61829" y="33960"/>
                      </a:lnTo>
                      <a:lnTo>
                        <a:pt x="61850" y="33834"/>
                      </a:lnTo>
                      <a:lnTo>
                        <a:pt x="61976" y="33667"/>
                      </a:lnTo>
                      <a:lnTo>
                        <a:pt x="61976" y="33541"/>
                      </a:lnTo>
                      <a:lnTo>
                        <a:pt x="61934" y="33520"/>
                      </a:lnTo>
                      <a:lnTo>
                        <a:pt x="61892" y="33353"/>
                      </a:lnTo>
                      <a:lnTo>
                        <a:pt x="62039" y="33227"/>
                      </a:lnTo>
                      <a:lnTo>
                        <a:pt x="61976" y="32955"/>
                      </a:lnTo>
                      <a:lnTo>
                        <a:pt x="62081" y="32830"/>
                      </a:lnTo>
                      <a:lnTo>
                        <a:pt x="62081" y="32746"/>
                      </a:lnTo>
                      <a:lnTo>
                        <a:pt x="62039" y="32746"/>
                      </a:lnTo>
                      <a:lnTo>
                        <a:pt x="62101" y="32579"/>
                      </a:lnTo>
                      <a:lnTo>
                        <a:pt x="62101" y="32411"/>
                      </a:lnTo>
                      <a:lnTo>
                        <a:pt x="62206" y="32307"/>
                      </a:lnTo>
                      <a:lnTo>
                        <a:pt x="62206" y="32118"/>
                      </a:lnTo>
                      <a:lnTo>
                        <a:pt x="62185" y="32097"/>
                      </a:lnTo>
                      <a:lnTo>
                        <a:pt x="62164" y="31909"/>
                      </a:lnTo>
                      <a:lnTo>
                        <a:pt x="62248" y="31742"/>
                      </a:lnTo>
                      <a:lnTo>
                        <a:pt x="62248" y="31574"/>
                      </a:lnTo>
                      <a:lnTo>
                        <a:pt x="62394" y="31386"/>
                      </a:lnTo>
                      <a:lnTo>
                        <a:pt x="62394" y="31240"/>
                      </a:lnTo>
                      <a:lnTo>
                        <a:pt x="62353" y="31135"/>
                      </a:lnTo>
                      <a:lnTo>
                        <a:pt x="62353" y="30947"/>
                      </a:lnTo>
                      <a:lnTo>
                        <a:pt x="62394" y="30905"/>
                      </a:lnTo>
                      <a:lnTo>
                        <a:pt x="62394" y="30758"/>
                      </a:lnTo>
                      <a:lnTo>
                        <a:pt x="62311" y="30758"/>
                      </a:lnTo>
                      <a:lnTo>
                        <a:pt x="62269" y="30486"/>
                      </a:lnTo>
                      <a:lnTo>
                        <a:pt x="62269" y="30403"/>
                      </a:lnTo>
                      <a:lnTo>
                        <a:pt x="62248" y="30319"/>
                      </a:lnTo>
                      <a:lnTo>
                        <a:pt x="62248" y="30110"/>
                      </a:lnTo>
                      <a:lnTo>
                        <a:pt x="62081" y="29921"/>
                      </a:lnTo>
                      <a:lnTo>
                        <a:pt x="62039" y="29921"/>
                      </a:lnTo>
                      <a:lnTo>
                        <a:pt x="61976" y="29817"/>
                      </a:lnTo>
                      <a:lnTo>
                        <a:pt x="62039" y="29775"/>
                      </a:lnTo>
                      <a:lnTo>
                        <a:pt x="62101" y="29608"/>
                      </a:lnTo>
                      <a:lnTo>
                        <a:pt x="62101" y="29566"/>
                      </a:lnTo>
                      <a:lnTo>
                        <a:pt x="61997" y="29649"/>
                      </a:lnTo>
                      <a:lnTo>
                        <a:pt x="61892" y="29608"/>
                      </a:lnTo>
                      <a:lnTo>
                        <a:pt x="61788" y="29231"/>
                      </a:lnTo>
                      <a:lnTo>
                        <a:pt x="61788" y="29126"/>
                      </a:lnTo>
                      <a:lnTo>
                        <a:pt x="61767" y="29043"/>
                      </a:lnTo>
                      <a:lnTo>
                        <a:pt x="61746" y="28833"/>
                      </a:lnTo>
                      <a:lnTo>
                        <a:pt x="61788" y="28750"/>
                      </a:lnTo>
                      <a:lnTo>
                        <a:pt x="61683" y="28457"/>
                      </a:lnTo>
                      <a:lnTo>
                        <a:pt x="61767" y="28394"/>
                      </a:lnTo>
                      <a:lnTo>
                        <a:pt x="61725" y="28352"/>
                      </a:lnTo>
                      <a:lnTo>
                        <a:pt x="61746" y="28310"/>
                      </a:lnTo>
                      <a:lnTo>
                        <a:pt x="61746" y="28227"/>
                      </a:lnTo>
                      <a:lnTo>
                        <a:pt x="61683" y="28185"/>
                      </a:lnTo>
                      <a:lnTo>
                        <a:pt x="61746" y="28080"/>
                      </a:lnTo>
                      <a:lnTo>
                        <a:pt x="61683" y="27975"/>
                      </a:lnTo>
                      <a:lnTo>
                        <a:pt x="61683" y="27892"/>
                      </a:lnTo>
                      <a:lnTo>
                        <a:pt x="61767" y="27829"/>
                      </a:lnTo>
                      <a:lnTo>
                        <a:pt x="61662" y="27766"/>
                      </a:lnTo>
                      <a:lnTo>
                        <a:pt x="61641" y="27620"/>
                      </a:lnTo>
                      <a:lnTo>
                        <a:pt x="61683" y="27557"/>
                      </a:lnTo>
                      <a:lnTo>
                        <a:pt x="61662" y="27452"/>
                      </a:lnTo>
                      <a:lnTo>
                        <a:pt x="61578" y="27515"/>
                      </a:lnTo>
                      <a:lnTo>
                        <a:pt x="61474" y="27494"/>
                      </a:lnTo>
                      <a:lnTo>
                        <a:pt x="61348" y="27390"/>
                      </a:lnTo>
                      <a:lnTo>
                        <a:pt x="61348" y="27264"/>
                      </a:lnTo>
                      <a:lnTo>
                        <a:pt x="61411" y="27180"/>
                      </a:lnTo>
                      <a:lnTo>
                        <a:pt x="61411" y="27076"/>
                      </a:lnTo>
                      <a:lnTo>
                        <a:pt x="61244" y="26887"/>
                      </a:lnTo>
                      <a:lnTo>
                        <a:pt x="61160" y="26887"/>
                      </a:lnTo>
                      <a:lnTo>
                        <a:pt x="61055" y="26762"/>
                      </a:lnTo>
                      <a:lnTo>
                        <a:pt x="61139" y="26720"/>
                      </a:lnTo>
                      <a:lnTo>
                        <a:pt x="61139" y="26615"/>
                      </a:lnTo>
                      <a:lnTo>
                        <a:pt x="61202" y="26511"/>
                      </a:lnTo>
                      <a:lnTo>
                        <a:pt x="61097" y="26323"/>
                      </a:lnTo>
                      <a:lnTo>
                        <a:pt x="61013" y="26323"/>
                      </a:lnTo>
                      <a:lnTo>
                        <a:pt x="60930" y="26239"/>
                      </a:lnTo>
                      <a:lnTo>
                        <a:pt x="60825" y="26218"/>
                      </a:lnTo>
                      <a:lnTo>
                        <a:pt x="60804" y="26134"/>
                      </a:lnTo>
                      <a:lnTo>
                        <a:pt x="60532" y="26051"/>
                      </a:lnTo>
                      <a:lnTo>
                        <a:pt x="60490" y="25988"/>
                      </a:lnTo>
                      <a:lnTo>
                        <a:pt x="60323" y="25946"/>
                      </a:lnTo>
                      <a:lnTo>
                        <a:pt x="60260" y="25904"/>
                      </a:lnTo>
                      <a:lnTo>
                        <a:pt x="60197" y="25779"/>
                      </a:lnTo>
                      <a:lnTo>
                        <a:pt x="60114" y="25695"/>
                      </a:lnTo>
                      <a:lnTo>
                        <a:pt x="59988" y="25695"/>
                      </a:lnTo>
                      <a:lnTo>
                        <a:pt x="59863" y="25590"/>
                      </a:lnTo>
                      <a:lnTo>
                        <a:pt x="59737" y="25695"/>
                      </a:lnTo>
                      <a:lnTo>
                        <a:pt x="59633" y="25695"/>
                      </a:lnTo>
                      <a:lnTo>
                        <a:pt x="59570" y="25779"/>
                      </a:lnTo>
                      <a:lnTo>
                        <a:pt x="59486" y="25779"/>
                      </a:lnTo>
                      <a:lnTo>
                        <a:pt x="59444" y="25716"/>
                      </a:lnTo>
                      <a:lnTo>
                        <a:pt x="59444" y="25674"/>
                      </a:lnTo>
                      <a:lnTo>
                        <a:pt x="59340" y="25611"/>
                      </a:lnTo>
                      <a:lnTo>
                        <a:pt x="59235" y="25611"/>
                      </a:lnTo>
                      <a:lnTo>
                        <a:pt x="59277" y="25799"/>
                      </a:lnTo>
                      <a:lnTo>
                        <a:pt x="59381" y="25904"/>
                      </a:lnTo>
                      <a:lnTo>
                        <a:pt x="59340" y="26009"/>
                      </a:lnTo>
                      <a:lnTo>
                        <a:pt x="59381" y="26197"/>
                      </a:lnTo>
                      <a:lnTo>
                        <a:pt x="59340" y="26343"/>
                      </a:lnTo>
                      <a:lnTo>
                        <a:pt x="59256" y="26406"/>
                      </a:lnTo>
                      <a:lnTo>
                        <a:pt x="59256" y="26239"/>
                      </a:lnTo>
                      <a:lnTo>
                        <a:pt x="59277" y="26113"/>
                      </a:lnTo>
                      <a:lnTo>
                        <a:pt x="59214" y="25946"/>
                      </a:lnTo>
                      <a:lnTo>
                        <a:pt x="59151" y="26030"/>
                      </a:lnTo>
                      <a:lnTo>
                        <a:pt x="59172" y="26134"/>
                      </a:lnTo>
                      <a:lnTo>
                        <a:pt x="59130" y="26323"/>
                      </a:lnTo>
                      <a:lnTo>
                        <a:pt x="59005" y="26406"/>
                      </a:lnTo>
                      <a:lnTo>
                        <a:pt x="58733" y="26427"/>
                      </a:lnTo>
                      <a:lnTo>
                        <a:pt x="58712" y="26364"/>
                      </a:lnTo>
                      <a:lnTo>
                        <a:pt x="58816" y="26302"/>
                      </a:lnTo>
                      <a:lnTo>
                        <a:pt x="58858" y="26302"/>
                      </a:lnTo>
                      <a:lnTo>
                        <a:pt x="58858" y="26134"/>
                      </a:lnTo>
                      <a:lnTo>
                        <a:pt x="58921" y="26051"/>
                      </a:lnTo>
                      <a:lnTo>
                        <a:pt x="58963" y="26009"/>
                      </a:lnTo>
                      <a:lnTo>
                        <a:pt x="58837" y="26009"/>
                      </a:lnTo>
                      <a:lnTo>
                        <a:pt x="58796" y="26051"/>
                      </a:lnTo>
                      <a:lnTo>
                        <a:pt x="58733" y="26009"/>
                      </a:lnTo>
                      <a:lnTo>
                        <a:pt x="58649" y="26030"/>
                      </a:lnTo>
                      <a:lnTo>
                        <a:pt x="58607" y="26134"/>
                      </a:lnTo>
                      <a:lnTo>
                        <a:pt x="58524" y="26197"/>
                      </a:lnTo>
                      <a:lnTo>
                        <a:pt x="58503" y="26197"/>
                      </a:lnTo>
                      <a:lnTo>
                        <a:pt x="58419" y="26302"/>
                      </a:lnTo>
                      <a:lnTo>
                        <a:pt x="58272" y="26155"/>
                      </a:lnTo>
                      <a:lnTo>
                        <a:pt x="58293" y="26009"/>
                      </a:lnTo>
                      <a:lnTo>
                        <a:pt x="58231" y="25820"/>
                      </a:lnTo>
                      <a:lnTo>
                        <a:pt x="58105" y="25632"/>
                      </a:lnTo>
                      <a:lnTo>
                        <a:pt x="58105" y="25339"/>
                      </a:lnTo>
                      <a:lnTo>
                        <a:pt x="57980" y="25381"/>
                      </a:lnTo>
                      <a:lnTo>
                        <a:pt x="57917" y="25381"/>
                      </a:lnTo>
                      <a:lnTo>
                        <a:pt x="57812" y="25423"/>
                      </a:lnTo>
                      <a:lnTo>
                        <a:pt x="57749" y="25465"/>
                      </a:lnTo>
                      <a:lnTo>
                        <a:pt x="57603" y="25548"/>
                      </a:lnTo>
                      <a:lnTo>
                        <a:pt x="57498" y="25548"/>
                      </a:lnTo>
                      <a:lnTo>
                        <a:pt x="57394" y="25486"/>
                      </a:lnTo>
                      <a:lnTo>
                        <a:pt x="57289" y="25527"/>
                      </a:lnTo>
                      <a:lnTo>
                        <a:pt x="57184" y="25444"/>
                      </a:lnTo>
                      <a:lnTo>
                        <a:pt x="57143" y="25339"/>
                      </a:lnTo>
                      <a:lnTo>
                        <a:pt x="57184" y="25255"/>
                      </a:lnTo>
                      <a:lnTo>
                        <a:pt x="57226" y="25109"/>
                      </a:lnTo>
                      <a:lnTo>
                        <a:pt x="57331" y="24942"/>
                      </a:lnTo>
                      <a:lnTo>
                        <a:pt x="57477" y="24774"/>
                      </a:lnTo>
                      <a:lnTo>
                        <a:pt x="57477" y="24586"/>
                      </a:lnTo>
                      <a:lnTo>
                        <a:pt x="57666" y="24439"/>
                      </a:lnTo>
                      <a:lnTo>
                        <a:pt x="57666" y="24272"/>
                      </a:lnTo>
                      <a:lnTo>
                        <a:pt x="57708" y="24251"/>
                      </a:lnTo>
                      <a:lnTo>
                        <a:pt x="57708" y="24188"/>
                      </a:lnTo>
                      <a:lnTo>
                        <a:pt x="57812" y="24021"/>
                      </a:lnTo>
                      <a:lnTo>
                        <a:pt x="57854" y="23874"/>
                      </a:lnTo>
                      <a:lnTo>
                        <a:pt x="57917" y="23749"/>
                      </a:lnTo>
                      <a:lnTo>
                        <a:pt x="57875" y="23623"/>
                      </a:lnTo>
                      <a:lnTo>
                        <a:pt x="57917" y="23540"/>
                      </a:lnTo>
                      <a:lnTo>
                        <a:pt x="57917" y="23330"/>
                      </a:lnTo>
                      <a:lnTo>
                        <a:pt x="57980" y="23038"/>
                      </a:lnTo>
                      <a:lnTo>
                        <a:pt x="58021" y="23038"/>
                      </a:lnTo>
                      <a:lnTo>
                        <a:pt x="58063" y="22828"/>
                      </a:lnTo>
                      <a:lnTo>
                        <a:pt x="58168" y="22786"/>
                      </a:lnTo>
                      <a:lnTo>
                        <a:pt x="58126" y="22661"/>
                      </a:lnTo>
                      <a:lnTo>
                        <a:pt x="58293" y="22473"/>
                      </a:lnTo>
                      <a:lnTo>
                        <a:pt x="58314" y="22305"/>
                      </a:lnTo>
                      <a:lnTo>
                        <a:pt x="58419" y="22242"/>
                      </a:lnTo>
                      <a:lnTo>
                        <a:pt x="58377" y="22033"/>
                      </a:lnTo>
                      <a:lnTo>
                        <a:pt x="58419" y="21970"/>
                      </a:lnTo>
                      <a:lnTo>
                        <a:pt x="58419" y="21845"/>
                      </a:lnTo>
                      <a:lnTo>
                        <a:pt x="58503" y="21782"/>
                      </a:lnTo>
                      <a:lnTo>
                        <a:pt x="58544" y="21782"/>
                      </a:lnTo>
                      <a:lnTo>
                        <a:pt x="58544" y="21657"/>
                      </a:lnTo>
                      <a:lnTo>
                        <a:pt x="58503" y="21573"/>
                      </a:lnTo>
                      <a:lnTo>
                        <a:pt x="58503" y="21343"/>
                      </a:lnTo>
                      <a:lnTo>
                        <a:pt x="58482" y="21217"/>
                      </a:lnTo>
                      <a:lnTo>
                        <a:pt x="58544" y="21029"/>
                      </a:lnTo>
                      <a:lnTo>
                        <a:pt x="58712" y="20841"/>
                      </a:lnTo>
                      <a:lnTo>
                        <a:pt x="58754" y="20631"/>
                      </a:lnTo>
                      <a:lnTo>
                        <a:pt x="58607" y="20401"/>
                      </a:lnTo>
                      <a:lnTo>
                        <a:pt x="58628" y="20276"/>
                      </a:lnTo>
                      <a:lnTo>
                        <a:pt x="58733" y="20171"/>
                      </a:lnTo>
                      <a:lnTo>
                        <a:pt x="58754" y="20045"/>
                      </a:lnTo>
                      <a:lnTo>
                        <a:pt x="58963" y="19878"/>
                      </a:lnTo>
                      <a:lnTo>
                        <a:pt x="59005" y="19773"/>
                      </a:lnTo>
                      <a:lnTo>
                        <a:pt x="59068" y="19773"/>
                      </a:lnTo>
                      <a:lnTo>
                        <a:pt x="59151" y="19857"/>
                      </a:lnTo>
                      <a:lnTo>
                        <a:pt x="59277" y="19836"/>
                      </a:lnTo>
                      <a:lnTo>
                        <a:pt x="59486" y="19669"/>
                      </a:lnTo>
                      <a:lnTo>
                        <a:pt x="59674" y="19669"/>
                      </a:lnTo>
                      <a:lnTo>
                        <a:pt x="59842" y="19564"/>
                      </a:lnTo>
                      <a:lnTo>
                        <a:pt x="59967" y="19564"/>
                      </a:lnTo>
                      <a:lnTo>
                        <a:pt x="60072" y="19481"/>
                      </a:lnTo>
                      <a:lnTo>
                        <a:pt x="60177" y="19481"/>
                      </a:lnTo>
                      <a:lnTo>
                        <a:pt x="60281" y="19460"/>
                      </a:lnTo>
                      <a:lnTo>
                        <a:pt x="60323" y="19376"/>
                      </a:lnTo>
                      <a:lnTo>
                        <a:pt x="60428" y="19460"/>
                      </a:lnTo>
                      <a:lnTo>
                        <a:pt x="60386" y="19585"/>
                      </a:lnTo>
                      <a:lnTo>
                        <a:pt x="60469" y="19627"/>
                      </a:lnTo>
                      <a:lnTo>
                        <a:pt x="60574" y="19732"/>
                      </a:lnTo>
                      <a:lnTo>
                        <a:pt x="60616" y="19627"/>
                      </a:lnTo>
                      <a:lnTo>
                        <a:pt x="60721" y="19543"/>
                      </a:lnTo>
                      <a:lnTo>
                        <a:pt x="60574" y="19418"/>
                      </a:lnTo>
                      <a:lnTo>
                        <a:pt x="60574" y="19355"/>
                      </a:lnTo>
                      <a:lnTo>
                        <a:pt x="60700" y="19271"/>
                      </a:lnTo>
                      <a:lnTo>
                        <a:pt x="60909" y="19313"/>
                      </a:lnTo>
                      <a:lnTo>
                        <a:pt x="61013" y="19250"/>
                      </a:lnTo>
                      <a:lnTo>
                        <a:pt x="61244" y="19250"/>
                      </a:lnTo>
                      <a:lnTo>
                        <a:pt x="61306" y="19334"/>
                      </a:lnTo>
                      <a:lnTo>
                        <a:pt x="61348" y="19334"/>
                      </a:lnTo>
                      <a:lnTo>
                        <a:pt x="61432" y="19250"/>
                      </a:lnTo>
                      <a:lnTo>
                        <a:pt x="61516" y="19250"/>
                      </a:lnTo>
                      <a:lnTo>
                        <a:pt x="61474" y="19146"/>
                      </a:lnTo>
                      <a:lnTo>
                        <a:pt x="61557" y="19104"/>
                      </a:lnTo>
                      <a:lnTo>
                        <a:pt x="61746" y="19104"/>
                      </a:lnTo>
                      <a:lnTo>
                        <a:pt x="61829" y="19208"/>
                      </a:lnTo>
                      <a:lnTo>
                        <a:pt x="62039" y="19125"/>
                      </a:lnTo>
                      <a:lnTo>
                        <a:pt x="62039" y="19041"/>
                      </a:lnTo>
                      <a:lnTo>
                        <a:pt x="61955" y="18999"/>
                      </a:lnTo>
                      <a:lnTo>
                        <a:pt x="61892" y="19041"/>
                      </a:lnTo>
                      <a:lnTo>
                        <a:pt x="61767" y="18957"/>
                      </a:lnTo>
                      <a:lnTo>
                        <a:pt x="61850" y="18832"/>
                      </a:lnTo>
                      <a:lnTo>
                        <a:pt x="61871" y="18916"/>
                      </a:lnTo>
                      <a:lnTo>
                        <a:pt x="62039" y="18853"/>
                      </a:lnTo>
                      <a:lnTo>
                        <a:pt x="61871" y="18748"/>
                      </a:lnTo>
                      <a:lnTo>
                        <a:pt x="61871" y="18685"/>
                      </a:lnTo>
                      <a:lnTo>
                        <a:pt x="61955" y="18685"/>
                      </a:lnTo>
                      <a:lnTo>
                        <a:pt x="62101" y="18497"/>
                      </a:lnTo>
                      <a:lnTo>
                        <a:pt x="62269" y="18497"/>
                      </a:lnTo>
                      <a:lnTo>
                        <a:pt x="62353" y="18581"/>
                      </a:lnTo>
                      <a:lnTo>
                        <a:pt x="62457" y="18518"/>
                      </a:lnTo>
                      <a:lnTo>
                        <a:pt x="62666" y="18581"/>
                      </a:lnTo>
                      <a:lnTo>
                        <a:pt x="62813" y="18581"/>
                      </a:lnTo>
                      <a:lnTo>
                        <a:pt x="62813" y="18623"/>
                      </a:lnTo>
                      <a:lnTo>
                        <a:pt x="62897" y="18685"/>
                      </a:lnTo>
                      <a:lnTo>
                        <a:pt x="62959" y="18644"/>
                      </a:lnTo>
                      <a:lnTo>
                        <a:pt x="62918" y="18581"/>
                      </a:lnTo>
                      <a:lnTo>
                        <a:pt x="63106" y="18581"/>
                      </a:lnTo>
                      <a:lnTo>
                        <a:pt x="63252" y="18602"/>
                      </a:lnTo>
                      <a:lnTo>
                        <a:pt x="63357" y="18602"/>
                      </a:lnTo>
                      <a:lnTo>
                        <a:pt x="63462" y="18685"/>
                      </a:lnTo>
                      <a:lnTo>
                        <a:pt x="63462" y="18727"/>
                      </a:lnTo>
                      <a:lnTo>
                        <a:pt x="63629" y="18748"/>
                      </a:lnTo>
                      <a:lnTo>
                        <a:pt x="63734" y="18664"/>
                      </a:lnTo>
                      <a:lnTo>
                        <a:pt x="63796" y="18685"/>
                      </a:lnTo>
                      <a:lnTo>
                        <a:pt x="63838" y="18769"/>
                      </a:lnTo>
                      <a:lnTo>
                        <a:pt x="63629" y="18916"/>
                      </a:lnTo>
                      <a:lnTo>
                        <a:pt x="63441" y="18916"/>
                      </a:lnTo>
                      <a:lnTo>
                        <a:pt x="63378" y="18978"/>
                      </a:lnTo>
                      <a:lnTo>
                        <a:pt x="63378" y="19083"/>
                      </a:lnTo>
                      <a:lnTo>
                        <a:pt x="63273" y="19083"/>
                      </a:lnTo>
                      <a:lnTo>
                        <a:pt x="63252" y="19125"/>
                      </a:lnTo>
                      <a:lnTo>
                        <a:pt x="63315" y="19146"/>
                      </a:lnTo>
                      <a:lnTo>
                        <a:pt x="63378" y="19146"/>
                      </a:lnTo>
                      <a:lnTo>
                        <a:pt x="63545" y="19355"/>
                      </a:lnTo>
                      <a:lnTo>
                        <a:pt x="63587" y="19313"/>
                      </a:lnTo>
                      <a:lnTo>
                        <a:pt x="63775" y="19250"/>
                      </a:lnTo>
                      <a:lnTo>
                        <a:pt x="63859" y="19146"/>
                      </a:lnTo>
                      <a:lnTo>
                        <a:pt x="63838" y="19104"/>
                      </a:lnTo>
                      <a:lnTo>
                        <a:pt x="63964" y="19041"/>
                      </a:lnTo>
                      <a:lnTo>
                        <a:pt x="63880" y="18916"/>
                      </a:lnTo>
                      <a:lnTo>
                        <a:pt x="63964" y="18916"/>
                      </a:lnTo>
                      <a:lnTo>
                        <a:pt x="64089" y="19083"/>
                      </a:lnTo>
                      <a:lnTo>
                        <a:pt x="64173" y="19104"/>
                      </a:lnTo>
                      <a:lnTo>
                        <a:pt x="64215" y="19020"/>
                      </a:lnTo>
                      <a:lnTo>
                        <a:pt x="64173" y="18978"/>
                      </a:lnTo>
                      <a:lnTo>
                        <a:pt x="64257" y="18916"/>
                      </a:lnTo>
                      <a:lnTo>
                        <a:pt x="64298" y="18832"/>
                      </a:lnTo>
                      <a:lnTo>
                        <a:pt x="64319" y="18832"/>
                      </a:lnTo>
                      <a:lnTo>
                        <a:pt x="64319" y="18727"/>
                      </a:lnTo>
                      <a:lnTo>
                        <a:pt x="64298" y="18664"/>
                      </a:lnTo>
                      <a:lnTo>
                        <a:pt x="64382" y="18623"/>
                      </a:lnTo>
                      <a:lnTo>
                        <a:pt x="64466" y="18685"/>
                      </a:lnTo>
                      <a:lnTo>
                        <a:pt x="64529" y="18623"/>
                      </a:lnTo>
                      <a:lnTo>
                        <a:pt x="64591" y="18685"/>
                      </a:lnTo>
                      <a:lnTo>
                        <a:pt x="64612" y="18769"/>
                      </a:lnTo>
                      <a:lnTo>
                        <a:pt x="64696" y="18811"/>
                      </a:lnTo>
                      <a:lnTo>
                        <a:pt x="64842" y="18664"/>
                      </a:lnTo>
                      <a:lnTo>
                        <a:pt x="64780" y="18602"/>
                      </a:lnTo>
                      <a:lnTo>
                        <a:pt x="64780" y="18581"/>
                      </a:lnTo>
                      <a:lnTo>
                        <a:pt x="64842" y="18518"/>
                      </a:lnTo>
                      <a:lnTo>
                        <a:pt x="64926" y="18560"/>
                      </a:lnTo>
                      <a:lnTo>
                        <a:pt x="65010" y="18497"/>
                      </a:lnTo>
                      <a:lnTo>
                        <a:pt x="65094" y="18497"/>
                      </a:lnTo>
                      <a:lnTo>
                        <a:pt x="65114" y="18455"/>
                      </a:lnTo>
                      <a:lnTo>
                        <a:pt x="65010" y="18351"/>
                      </a:lnTo>
                      <a:lnTo>
                        <a:pt x="65031" y="18288"/>
                      </a:lnTo>
                      <a:lnTo>
                        <a:pt x="65031" y="18246"/>
                      </a:lnTo>
                      <a:lnTo>
                        <a:pt x="64926" y="18183"/>
                      </a:lnTo>
                      <a:lnTo>
                        <a:pt x="64884" y="18141"/>
                      </a:lnTo>
                      <a:lnTo>
                        <a:pt x="64884" y="18162"/>
                      </a:lnTo>
                      <a:lnTo>
                        <a:pt x="64884" y="18204"/>
                      </a:lnTo>
                      <a:lnTo>
                        <a:pt x="64822" y="18204"/>
                      </a:lnTo>
                      <a:lnTo>
                        <a:pt x="64717" y="18162"/>
                      </a:lnTo>
                      <a:lnTo>
                        <a:pt x="64696" y="18183"/>
                      </a:lnTo>
                      <a:lnTo>
                        <a:pt x="64696" y="18246"/>
                      </a:lnTo>
                      <a:lnTo>
                        <a:pt x="64591" y="18246"/>
                      </a:lnTo>
                      <a:lnTo>
                        <a:pt x="64529" y="18288"/>
                      </a:lnTo>
                      <a:lnTo>
                        <a:pt x="64466" y="18246"/>
                      </a:lnTo>
                      <a:lnTo>
                        <a:pt x="64487" y="18141"/>
                      </a:lnTo>
                      <a:lnTo>
                        <a:pt x="64529" y="18100"/>
                      </a:lnTo>
                      <a:lnTo>
                        <a:pt x="64382" y="17890"/>
                      </a:lnTo>
                      <a:lnTo>
                        <a:pt x="64487" y="17828"/>
                      </a:lnTo>
                      <a:lnTo>
                        <a:pt x="64382" y="17660"/>
                      </a:lnTo>
                      <a:lnTo>
                        <a:pt x="64424" y="17451"/>
                      </a:lnTo>
                      <a:lnTo>
                        <a:pt x="64424" y="17325"/>
                      </a:lnTo>
                      <a:lnTo>
                        <a:pt x="64508" y="17221"/>
                      </a:lnTo>
                      <a:lnTo>
                        <a:pt x="64508" y="17032"/>
                      </a:lnTo>
                      <a:lnTo>
                        <a:pt x="64612" y="16928"/>
                      </a:lnTo>
                      <a:lnTo>
                        <a:pt x="64612" y="16802"/>
                      </a:lnTo>
                      <a:lnTo>
                        <a:pt x="64591" y="16781"/>
                      </a:lnTo>
                      <a:lnTo>
                        <a:pt x="64717" y="16719"/>
                      </a:lnTo>
                      <a:lnTo>
                        <a:pt x="64591" y="16572"/>
                      </a:lnTo>
                      <a:lnTo>
                        <a:pt x="64633" y="16175"/>
                      </a:lnTo>
                      <a:lnTo>
                        <a:pt x="64738" y="16091"/>
                      </a:lnTo>
                      <a:lnTo>
                        <a:pt x="64633" y="15944"/>
                      </a:lnTo>
                      <a:lnTo>
                        <a:pt x="64612" y="15777"/>
                      </a:lnTo>
                      <a:lnTo>
                        <a:pt x="64529" y="15735"/>
                      </a:lnTo>
                      <a:lnTo>
                        <a:pt x="64529" y="15672"/>
                      </a:lnTo>
                      <a:lnTo>
                        <a:pt x="64633" y="15589"/>
                      </a:lnTo>
                      <a:lnTo>
                        <a:pt x="64612" y="15442"/>
                      </a:lnTo>
                      <a:lnTo>
                        <a:pt x="64696" y="15379"/>
                      </a:lnTo>
                      <a:lnTo>
                        <a:pt x="64822" y="15170"/>
                      </a:lnTo>
                      <a:lnTo>
                        <a:pt x="64947" y="15212"/>
                      </a:lnTo>
                      <a:lnTo>
                        <a:pt x="65031" y="15149"/>
                      </a:lnTo>
                      <a:lnTo>
                        <a:pt x="65114" y="15170"/>
                      </a:lnTo>
                      <a:lnTo>
                        <a:pt x="65156" y="15107"/>
                      </a:lnTo>
                      <a:lnTo>
                        <a:pt x="65366" y="15107"/>
                      </a:lnTo>
                      <a:lnTo>
                        <a:pt x="65407" y="15045"/>
                      </a:lnTo>
                      <a:lnTo>
                        <a:pt x="65470" y="15024"/>
                      </a:lnTo>
                      <a:lnTo>
                        <a:pt x="65512" y="14919"/>
                      </a:lnTo>
                      <a:lnTo>
                        <a:pt x="65554" y="14919"/>
                      </a:lnTo>
                      <a:lnTo>
                        <a:pt x="65617" y="14898"/>
                      </a:lnTo>
                      <a:lnTo>
                        <a:pt x="65742" y="14898"/>
                      </a:lnTo>
                      <a:lnTo>
                        <a:pt x="65763" y="15003"/>
                      </a:lnTo>
                      <a:lnTo>
                        <a:pt x="65826" y="14961"/>
                      </a:lnTo>
                      <a:lnTo>
                        <a:pt x="65868" y="14961"/>
                      </a:lnTo>
                      <a:lnTo>
                        <a:pt x="65951" y="15107"/>
                      </a:lnTo>
                      <a:lnTo>
                        <a:pt x="65993" y="15107"/>
                      </a:lnTo>
                      <a:lnTo>
                        <a:pt x="66098" y="14961"/>
                      </a:lnTo>
                      <a:lnTo>
                        <a:pt x="66098" y="14835"/>
                      </a:lnTo>
                      <a:lnTo>
                        <a:pt x="66182" y="14815"/>
                      </a:lnTo>
                      <a:lnTo>
                        <a:pt x="66203" y="14689"/>
                      </a:lnTo>
                      <a:lnTo>
                        <a:pt x="66265" y="14689"/>
                      </a:lnTo>
                      <a:lnTo>
                        <a:pt x="66286" y="14794"/>
                      </a:lnTo>
                      <a:lnTo>
                        <a:pt x="66412" y="14856"/>
                      </a:lnTo>
                      <a:lnTo>
                        <a:pt x="66412" y="15003"/>
                      </a:lnTo>
                      <a:lnTo>
                        <a:pt x="66391" y="15045"/>
                      </a:lnTo>
                      <a:lnTo>
                        <a:pt x="66454" y="15107"/>
                      </a:lnTo>
                      <a:lnTo>
                        <a:pt x="66475" y="15212"/>
                      </a:lnTo>
                      <a:lnTo>
                        <a:pt x="66391" y="15275"/>
                      </a:lnTo>
                      <a:lnTo>
                        <a:pt x="66454" y="15317"/>
                      </a:lnTo>
                      <a:lnTo>
                        <a:pt x="66475" y="15442"/>
                      </a:lnTo>
                      <a:lnTo>
                        <a:pt x="66454" y="15442"/>
                      </a:lnTo>
                      <a:lnTo>
                        <a:pt x="66454" y="15526"/>
                      </a:lnTo>
                      <a:lnTo>
                        <a:pt x="66475" y="15568"/>
                      </a:lnTo>
                      <a:lnTo>
                        <a:pt x="66412" y="15651"/>
                      </a:lnTo>
                      <a:lnTo>
                        <a:pt x="66391" y="15693"/>
                      </a:lnTo>
                      <a:lnTo>
                        <a:pt x="66412" y="15756"/>
                      </a:lnTo>
                      <a:lnTo>
                        <a:pt x="66516" y="15651"/>
                      </a:lnTo>
                      <a:lnTo>
                        <a:pt x="66558" y="15735"/>
                      </a:lnTo>
                      <a:lnTo>
                        <a:pt x="66663" y="15756"/>
                      </a:lnTo>
                      <a:lnTo>
                        <a:pt x="66684" y="15965"/>
                      </a:lnTo>
                      <a:lnTo>
                        <a:pt x="66726" y="15903"/>
                      </a:lnTo>
                      <a:lnTo>
                        <a:pt x="66726" y="15840"/>
                      </a:lnTo>
                      <a:lnTo>
                        <a:pt x="66830" y="15735"/>
                      </a:lnTo>
                      <a:lnTo>
                        <a:pt x="66914" y="15735"/>
                      </a:lnTo>
                      <a:lnTo>
                        <a:pt x="66977" y="15777"/>
                      </a:lnTo>
                      <a:lnTo>
                        <a:pt x="66872" y="15944"/>
                      </a:lnTo>
                      <a:lnTo>
                        <a:pt x="66977" y="16049"/>
                      </a:lnTo>
                      <a:lnTo>
                        <a:pt x="66998" y="16175"/>
                      </a:lnTo>
                      <a:lnTo>
                        <a:pt x="67081" y="15986"/>
                      </a:lnTo>
                      <a:lnTo>
                        <a:pt x="67144" y="15944"/>
                      </a:lnTo>
                      <a:lnTo>
                        <a:pt x="67144" y="15861"/>
                      </a:lnTo>
                      <a:lnTo>
                        <a:pt x="67207" y="15777"/>
                      </a:lnTo>
                      <a:lnTo>
                        <a:pt x="67207" y="15484"/>
                      </a:lnTo>
                      <a:lnTo>
                        <a:pt x="67291" y="15421"/>
                      </a:lnTo>
                      <a:lnTo>
                        <a:pt x="67207" y="15338"/>
                      </a:lnTo>
                      <a:lnTo>
                        <a:pt x="67311" y="15254"/>
                      </a:lnTo>
                      <a:lnTo>
                        <a:pt x="67311" y="15149"/>
                      </a:lnTo>
                      <a:lnTo>
                        <a:pt x="67249" y="15128"/>
                      </a:lnTo>
                      <a:lnTo>
                        <a:pt x="67249" y="15066"/>
                      </a:lnTo>
                      <a:lnTo>
                        <a:pt x="67311" y="15045"/>
                      </a:lnTo>
                      <a:lnTo>
                        <a:pt x="67332" y="14856"/>
                      </a:lnTo>
                      <a:lnTo>
                        <a:pt x="67249" y="14794"/>
                      </a:lnTo>
                      <a:lnTo>
                        <a:pt x="67311" y="14605"/>
                      </a:lnTo>
                      <a:lnTo>
                        <a:pt x="67395" y="14522"/>
                      </a:lnTo>
                      <a:lnTo>
                        <a:pt x="67542" y="14501"/>
                      </a:lnTo>
                      <a:lnTo>
                        <a:pt x="67604" y="14584"/>
                      </a:lnTo>
                      <a:lnTo>
                        <a:pt x="67667" y="14647"/>
                      </a:lnTo>
                      <a:lnTo>
                        <a:pt x="67730" y="14584"/>
                      </a:lnTo>
                      <a:lnTo>
                        <a:pt x="67646" y="14501"/>
                      </a:lnTo>
                      <a:lnTo>
                        <a:pt x="67688" y="14375"/>
                      </a:lnTo>
                      <a:lnTo>
                        <a:pt x="67521" y="14291"/>
                      </a:lnTo>
                      <a:lnTo>
                        <a:pt x="67479" y="14061"/>
                      </a:lnTo>
                      <a:lnTo>
                        <a:pt x="67395" y="13999"/>
                      </a:lnTo>
                      <a:lnTo>
                        <a:pt x="67395" y="13957"/>
                      </a:lnTo>
                      <a:lnTo>
                        <a:pt x="67291" y="13873"/>
                      </a:lnTo>
                      <a:lnTo>
                        <a:pt x="67270" y="13706"/>
                      </a:lnTo>
                      <a:lnTo>
                        <a:pt x="67311" y="13664"/>
                      </a:lnTo>
                      <a:lnTo>
                        <a:pt x="67291" y="13538"/>
                      </a:lnTo>
                      <a:lnTo>
                        <a:pt x="67165" y="13434"/>
                      </a:lnTo>
                      <a:lnTo>
                        <a:pt x="67186" y="13329"/>
                      </a:lnTo>
                      <a:lnTo>
                        <a:pt x="67123" y="13266"/>
                      </a:lnTo>
                      <a:lnTo>
                        <a:pt x="67291" y="13141"/>
                      </a:lnTo>
                      <a:lnTo>
                        <a:pt x="67416" y="13141"/>
                      </a:lnTo>
                      <a:lnTo>
                        <a:pt x="67521" y="13015"/>
                      </a:lnTo>
                      <a:lnTo>
                        <a:pt x="67688" y="13015"/>
                      </a:lnTo>
                      <a:lnTo>
                        <a:pt x="67730" y="12952"/>
                      </a:lnTo>
                      <a:lnTo>
                        <a:pt x="67897" y="13078"/>
                      </a:lnTo>
                      <a:lnTo>
                        <a:pt x="68044" y="13078"/>
                      </a:lnTo>
                      <a:lnTo>
                        <a:pt x="68107" y="13120"/>
                      </a:lnTo>
                      <a:lnTo>
                        <a:pt x="68211" y="13141"/>
                      </a:lnTo>
                      <a:lnTo>
                        <a:pt x="68274" y="13120"/>
                      </a:lnTo>
                      <a:lnTo>
                        <a:pt x="68127" y="13182"/>
                      </a:lnTo>
                      <a:lnTo>
                        <a:pt x="68211" y="13245"/>
                      </a:lnTo>
                      <a:lnTo>
                        <a:pt x="68065" y="13287"/>
                      </a:lnTo>
                      <a:lnTo>
                        <a:pt x="67939" y="13266"/>
                      </a:lnTo>
                      <a:lnTo>
                        <a:pt x="67793" y="13434"/>
                      </a:lnTo>
                      <a:lnTo>
                        <a:pt x="67793" y="13496"/>
                      </a:lnTo>
                      <a:lnTo>
                        <a:pt x="67835" y="13643"/>
                      </a:lnTo>
                      <a:lnTo>
                        <a:pt x="67835" y="13768"/>
                      </a:lnTo>
                      <a:lnTo>
                        <a:pt x="67918" y="13810"/>
                      </a:lnTo>
                      <a:lnTo>
                        <a:pt x="67939" y="13894"/>
                      </a:lnTo>
                      <a:lnTo>
                        <a:pt x="68065" y="14061"/>
                      </a:lnTo>
                      <a:lnTo>
                        <a:pt x="68065" y="14103"/>
                      </a:lnTo>
                      <a:lnTo>
                        <a:pt x="68107" y="14103"/>
                      </a:lnTo>
                      <a:lnTo>
                        <a:pt x="68065" y="14166"/>
                      </a:lnTo>
                      <a:lnTo>
                        <a:pt x="68211" y="14208"/>
                      </a:lnTo>
                      <a:lnTo>
                        <a:pt x="68232" y="14333"/>
                      </a:lnTo>
                      <a:lnTo>
                        <a:pt x="68232" y="14396"/>
                      </a:lnTo>
                      <a:lnTo>
                        <a:pt x="68169" y="14438"/>
                      </a:lnTo>
                      <a:lnTo>
                        <a:pt x="68211" y="14710"/>
                      </a:lnTo>
                      <a:lnTo>
                        <a:pt x="68253" y="14731"/>
                      </a:lnTo>
                      <a:lnTo>
                        <a:pt x="68316" y="14647"/>
                      </a:lnTo>
                      <a:lnTo>
                        <a:pt x="68358" y="14647"/>
                      </a:lnTo>
                      <a:lnTo>
                        <a:pt x="68441" y="14752"/>
                      </a:lnTo>
                      <a:lnTo>
                        <a:pt x="68483" y="14835"/>
                      </a:lnTo>
                      <a:lnTo>
                        <a:pt x="68420" y="15024"/>
                      </a:lnTo>
                      <a:lnTo>
                        <a:pt x="68420" y="15233"/>
                      </a:lnTo>
                      <a:lnTo>
                        <a:pt x="68483" y="15317"/>
                      </a:lnTo>
                      <a:lnTo>
                        <a:pt x="68567" y="15254"/>
                      </a:lnTo>
                      <a:lnTo>
                        <a:pt x="68672" y="15275"/>
                      </a:lnTo>
                      <a:lnTo>
                        <a:pt x="68692" y="15338"/>
                      </a:lnTo>
                      <a:lnTo>
                        <a:pt x="68672" y="15421"/>
                      </a:lnTo>
                      <a:lnTo>
                        <a:pt x="68588" y="15421"/>
                      </a:lnTo>
                      <a:lnTo>
                        <a:pt x="68483" y="15484"/>
                      </a:lnTo>
                      <a:lnTo>
                        <a:pt x="68462" y="15484"/>
                      </a:lnTo>
                      <a:lnTo>
                        <a:pt x="68337" y="15631"/>
                      </a:lnTo>
                      <a:lnTo>
                        <a:pt x="68316" y="15735"/>
                      </a:lnTo>
                      <a:lnTo>
                        <a:pt x="68169" y="15798"/>
                      </a:lnTo>
                      <a:lnTo>
                        <a:pt x="68148" y="15861"/>
                      </a:lnTo>
                      <a:lnTo>
                        <a:pt x="68065" y="15882"/>
                      </a:lnTo>
                      <a:lnTo>
                        <a:pt x="68065" y="15986"/>
                      </a:lnTo>
                      <a:lnTo>
                        <a:pt x="68023" y="16070"/>
                      </a:lnTo>
                      <a:lnTo>
                        <a:pt x="68065" y="16195"/>
                      </a:lnTo>
                      <a:lnTo>
                        <a:pt x="68148" y="16175"/>
                      </a:lnTo>
                      <a:lnTo>
                        <a:pt x="68148" y="16321"/>
                      </a:lnTo>
                      <a:lnTo>
                        <a:pt x="68044" y="16509"/>
                      </a:lnTo>
                      <a:lnTo>
                        <a:pt x="68065" y="16593"/>
                      </a:lnTo>
                      <a:lnTo>
                        <a:pt x="68127" y="16614"/>
                      </a:lnTo>
                      <a:lnTo>
                        <a:pt x="68107" y="16844"/>
                      </a:lnTo>
                      <a:lnTo>
                        <a:pt x="68127" y="17032"/>
                      </a:lnTo>
                      <a:lnTo>
                        <a:pt x="68065" y="17116"/>
                      </a:lnTo>
                      <a:lnTo>
                        <a:pt x="67939" y="17158"/>
                      </a:lnTo>
                      <a:lnTo>
                        <a:pt x="67918" y="17263"/>
                      </a:lnTo>
                      <a:lnTo>
                        <a:pt x="67960" y="17325"/>
                      </a:lnTo>
                      <a:lnTo>
                        <a:pt x="67939" y="17535"/>
                      </a:lnTo>
                      <a:lnTo>
                        <a:pt x="67918" y="17576"/>
                      </a:lnTo>
                      <a:lnTo>
                        <a:pt x="67939" y="17660"/>
                      </a:lnTo>
                      <a:lnTo>
                        <a:pt x="68044" y="17765"/>
                      </a:lnTo>
                      <a:lnTo>
                        <a:pt x="67960" y="17765"/>
                      </a:lnTo>
                      <a:lnTo>
                        <a:pt x="67939" y="17953"/>
                      </a:lnTo>
                      <a:lnTo>
                        <a:pt x="67960" y="17995"/>
                      </a:lnTo>
                      <a:lnTo>
                        <a:pt x="67960" y="18141"/>
                      </a:lnTo>
                      <a:lnTo>
                        <a:pt x="67855" y="18246"/>
                      </a:lnTo>
                      <a:lnTo>
                        <a:pt x="67939" y="18372"/>
                      </a:lnTo>
                      <a:lnTo>
                        <a:pt x="67939" y="18602"/>
                      </a:lnTo>
                      <a:lnTo>
                        <a:pt x="68023" y="18811"/>
                      </a:lnTo>
                      <a:lnTo>
                        <a:pt x="67835" y="19146"/>
                      </a:lnTo>
                      <a:lnTo>
                        <a:pt x="67939" y="19292"/>
                      </a:lnTo>
                      <a:lnTo>
                        <a:pt x="67835" y="19250"/>
                      </a:lnTo>
                      <a:lnTo>
                        <a:pt x="67625" y="19292"/>
                      </a:lnTo>
                      <a:lnTo>
                        <a:pt x="67625" y="19501"/>
                      </a:lnTo>
                      <a:lnTo>
                        <a:pt x="67646" y="19564"/>
                      </a:lnTo>
                      <a:lnTo>
                        <a:pt x="67521" y="19711"/>
                      </a:lnTo>
                      <a:lnTo>
                        <a:pt x="67291" y="19606"/>
                      </a:lnTo>
                      <a:lnTo>
                        <a:pt x="67186" y="19711"/>
                      </a:lnTo>
                      <a:lnTo>
                        <a:pt x="67186" y="19773"/>
                      </a:lnTo>
                      <a:lnTo>
                        <a:pt x="67332" y="19773"/>
                      </a:lnTo>
                      <a:lnTo>
                        <a:pt x="67542" y="20087"/>
                      </a:lnTo>
                      <a:lnTo>
                        <a:pt x="67542" y="20380"/>
                      </a:lnTo>
                      <a:lnTo>
                        <a:pt x="67500" y="20464"/>
                      </a:lnTo>
                      <a:lnTo>
                        <a:pt x="67542" y="20548"/>
                      </a:lnTo>
                      <a:lnTo>
                        <a:pt x="67437" y="20569"/>
                      </a:lnTo>
                      <a:lnTo>
                        <a:pt x="67416" y="20778"/>
                      </a:lnTo>
                      <a:lnTo>
                        <a:pt x="67291" y="20924"/>
                      </a:lnTo>
                      <a:lnTo>
                        <a:pt x="67270" y="21175"/>
                      </a:lnTo>
                      <a:lnTo>
                        <a:pt x="67374" y="21385"/>
                      </a:lnTo>
                      <a:lnTo>
                        <a:pt x="67416" y="21761"/>
                      </a:lnTo>
                      <a:lnTo>
                        <a:pt x="67583" y="22033"/>
                      </a:lnTo>
                      <a:lnTo>
                        <a:pt x="67583" y="22242"/>
                      </a:lnTo>
                      <a:lnTo>
                        <a:pt x="67835" y="22807"/>
                      </a:lnTo>
                      <a:lnTo>
                        <a:pt x="68148" y="23414"/>
                      </a:lnTo>
                      <a:lnTo>
                        <a:pt x="68462" y="23916"/>
                      </a:lnTo>
                      <a:lnTo>
                        <a:pt x="68630" y="24063"/>
                      </a:lnTo>
                      <a:lnTo>
                        <a:pt x="68630" y="24251"/>
                      </a:lnTo>
                      <a:lnTo>
                        <a:pt x="69048" y="24732"/>
                      </a:lnTo>
                      <a:lnTo>
                        <a:pt x="69488" y="25527"/>
                      </a:lnTo>
                      <a:lnTo>
                        <a:pt x="69697" y="25632"/>
                      </a:lnTo>
                      <a:lnTo>
                        <a:pt x="69843" y="25632"/>
                      </a:lnTo>
                      <a:lnTo>
                        <a:pt x="69927" y="25590"/>
                      </a:lnTo>
                      <a:lnTo>
                        <a:pt x="69927" y="25590"/>
                      </a:lnTo>
                      <a:lnTo>
                        <a:pt x="69885" y="25695"/>
                      </a:lnTo>
                      <a:lnTo>
                        <a:pt x="69780" y="25737"/>
                      </a:lnTo>
                      <a:lnTo>
                        <a:pt x="69697" y="25737"/>
                      </a:lnTo>
                      <a:lnTo>
                        <a:pt x="69843" y="25988"/>
                      </a:lnTo>
                      <a:lnTo>
                        <a:pt x="70052" y="26469"/>
                      </a:lnTo>
                      <a:lnTo>
                        <a:pt x="70094" y="26678"/>
                      </a:lnTo>
                      <a:lnTo>
                        <a:pt x="70220" y="26867"/>
                      </a:lnTo>
                      <a:lnTo>
                        <a:pt x="70450" y="26887"/>
                      </a:lnTo>
                      <a:lnTo>
                        <a:pt x="70471" y="26971"/>
                      </a:lnTo>
                      <a:lnTo>
                        <a:pt x="70471" y="27076"/>
                      </a:lnTo>
                      <a:lnTo>
                        <a:pt x="70513" y="27159"/>
                      </a:lnTo>
                      <a:lnTo>
                        <a:pt x="70471" y="27285"/>
                      </a:lnTo>
                      <a:lnTo>
                        <a:pt x="70617" y="27034"/>
                      </a:lnTo>
                      <a:lnTo>
                        <a:pt x="70659" y="26762"/>
                      </a:lnTo>
                      <a:lnTo>
                        <a:pt x="70680" y="26741"/>
                      </a:lnTo>
                      <a:lnTo>
                        <a:pt x="70680" y="26636"/>
                      </a:lnTo>
                      <a:lnTo>
                        <a:pt x="70827" y="26511"/>
                      </a:lnTo>
                      <a:lnTo>
                        <a:pt x="70848" y="26406"/>
                      </a:lnTo>
                      <a:lnTo>
                        <a:pt x="70827" y="26343"/>
                      </a:lnTo>
                      <a:lnTo>
                        <a:pt x="70868" y="26239"/>
                      </a:lnTo>
                      <a:lnTo>
                        <a:pt x="70931" y="25988"/>
                      </a:lnTo>
                      <a:lnTo>
                        <a:pt x="70868" y="25883"/>
                      </a:lnTo>
                      <a:lnTo>
                        <a:pt x="70889" y="25695"/>
                      </a:lnTo>
                      <a:lnTo>
                        <a:pt x="70994" y="25611"/>
                      </a:lnTo>
                      <a:lnTo>
                        <a:pt x="70889" y="25507"/>
                      </a:lnTo>
                      <a:lnTo>
                        <a:pt x="70848" y="25527"/>
                      </a:lnTo>
                      <a:lnTo>
                        <a:pt x="70764" y="25507"/>
                      </a:lnTo>
                      <a:lnTo>
                        <a:pt x="70827" y="25423"/>
                      </a:lnTo>
                      <a:lnTo>
                        <a:pt x="70743" y="25276"/>
                      </a:lnTo>
                      <a:lnTo>
                        <a:pt x="70785" y="25297"/>
                      </a:lnTo>
                      <a:lnTo>
                        <a:pt x="70848" y="25255"/>
                      </a:lnTo>
                      <a:lnTo>
                        <a:pt x="70743" y="25151"/>
                      </a:lnTo>
                      <a:lnTo>
                        <a:pt x="70764" y="25067"/>
                      </a:lnTo>
                      <a:lnTo>
                        <a:pt x="70785" y="24942"/>
                      </a:lnTo>
                      <a:lnTo>
                        <a:pt x="70659" y="24942"/>
                      </a:lnTo>
                      <a:lnTo>
                        <a:pt x="70576" y="24879"/>
                      </a:lnTo>
                      <a:lnTo>
                        <a:pt x="70638" y="24774"/>
                      </a:lnTo>
                      <a:lnTo>
                        <a:pt x="70743" y="24879"/>
                      </a:lnTo>
                      <a:lnTo>
                        <a:pt x="70889" y="24732"/>
                      </a:lnTo>
                      <a:lnTo>
                        <a:pt x="70973" y="24753"/>
                      </a:lnTo>
                      <a:lnTo>
                        <a:pt x="71078" y="24649"/>
                      </a:lnTo>
                      <a:lnTo>
                        <a:pt x="71182" y="24565"/>
                      </a:lnTo>
                      <a:lnTo>
                        <a:pt x="71203" y="24586"/>
                      </a:lnTo>
                      <a:lnTo>
                        <a:pt x="71350" y="24628"/>
                      </a:lnTo>
                      <a:lnTo>
                        <a:pt x="71266" y="24523"/>
                      </a:lnTo>
                      <a:lnTo>
                        <a:pt x="71099" y="24439"/>
                      </a:lnTo>
                      <a:lnTo>
                        <a:pt x="71099" y="24314"/>
                      </a:lnTo>
                      <a:lnTo>
                        <a:pt x="70952" y="24230"/>
                      </a:lnTo>
                      <a:lnTo>
                        <a:pt x="70848" y="23895"/>
                      </a:lnTo>
                      <a:lnTo>
                        <a:pt x="70931" y="23602"/>
                      </a:lnTo>
                      <a:lnTo>
                        <a:pt x="70827" y="23498"/>
                      </a:lnTo>
                      <a:lnTo>
                        <a:pt x="70889" y="23414"/>
                      </a:lnTo>
                      <a:lnTo>
                        <a:pt x="70931" y="23268"/>
                      </a:lnTo>
                      <a:lnTo>
                        <a:pt x="71036" y="23058"/>
                      </a:lnTo>
                      <a:lnTo>
                        <a:pt x="71078" y="23372"/>
                      </a:lnTo>
                      <a:lnTo>
                        <a:pt x="71161" y="23393"/>
                      </a:lnTo>
                      <a:lnTo>
                        <a:pt x="71350" y="23289"/>
                      </a:lnTo>
                      <a:lnTo>
                        <a:pt x="71371" y="23330"/>
                      </a:lnTo>
                      <a:lnTo>
                        <a:pt x="71705" y="23205"/>
                      </a:lnTo>
                      <a:lnTo>
                        <a:pt x="71705" y="23058"/>
                      </a:lnTo>
                      <a:lnTo>
                        <a:pt x="71789" y="22975"/>
                      </a:lnTo>
                      <a:lnTo>
                        <a:pt x="71664" y="22891"/>
                      </a:lnTo>
                      <a:lnTo>
                        <a:pt x="71454" y="22598"/>
                      </a:lnTo>
                      <a:lnTo>
                        <a:pt x="71371" y="22598"/>
                      </a:lnTo>
                      <a:lnTo>
                        <a:pt x="71078" y="22159"/>
                      </a:lnTo>
                      <a:lnTo>
                        <a:pt x="71078" y="22054"/>
                      </a:lnTo>
                      <a:lnTo>
                        <a:pt x="70994" y="21970"/>
                      </a:lnTo>
                      <a:lnTo>
                        <a:pt x="70973" y="21594"/>
                      </a:lnTo>
                      <a:lnTo>
                        <a:pt x="70994" y="21531"/>
                      </a:lnTo>
                      <a:lnTo>
                        <a:pt x="70952" y="21343"/>
                      </a:lnTo>
                      <a:lnTo>
                        <a:pt x="71036" y="21217"/>
                      </a:lnTo>
                      <a:lnTo>
                        <a:pt x="71036" y="21092"/>
                      </a:lnTo>
                      <a:lnTo>
                        <a:pt x="70889" y="21113"/>
                      </a:lnTo>
                      <a:lnTo>
                        <a:pt x="70868" y="21029"/>
                      </a:lnTo>
                      <a:lnTo>
                        <a:pt x="70973" y="20882"/>
                      </a:lnTo>
                      <a:lnTo>
                        <a:pt x="71078" y="20841"/>
                      </a:lnTo>
                      <a:lnTo>
                        <a:pt x="71078" y="20778"/>
                      </a:lnTo>
                      <a:lnTo>
                        <a:pt x="71078" y="20757"/>
                      </a:lnTo>
                      <a:lnTo>
                        <a:pt x="71161" y="20673"/>
                      </a:lnTo>
                      <a:lnTo>
                        <a:pt x="71182" y="20778"/>
                      </a:lnTo>
                      <a:lnTo>
                        <a:pt x="71182" y="20903"/>
                      </a:lnTo>
                      <a:lnTo>
                        <a:pt x="71140" y="21029"/>
                      </a:lnTo>
                      <a:lnTo>
                        <a:pt x="71140" y="21196"/>
                      </a:lnTo>
                      <a:lnTo>
                        <a:pt x="71308" y="21238"/>
                      </a:lnTo>
                      <a:lnTo>
                        <a:pt x="71475" y="21343"/>
                      </a:lnTo>
                      <a:lnTo>
                        <a:pt x="71559" y="21322"/>
                      </a:lnTo>
                      <a:lnTo>
                        <a:pt x="71559" y="21154"/>
                      </a:lnTo>
                      <a:lnTo>
                        <a:pt x="71601" y="21092"/>
                      </a:lnTo>
                      <a:lnTo>
                        <a:pt x="71496" y="20903"/>
                      </a:lnTo>
                      <a:lnTo>
                        <a:pt x="71245" y="20673"/>
                      </a:lnTo>
                      <a:lnTo>
                        <a:pt x="71245" y="20401"/>
                      </a:lnTo>
                      <a:lnTo>
                        <a:pt x="71099" y="20359"/>
                      </a:lnTo>
                      <a:lnTo>
                        <a:pt x="71078" y="20317"/>
                      </a:lnTo>
                      <a:lnTo>
                        <a:pt x="71057" y="20380"/>
                      </a:lnTo>
                      <a:lnTo>
                        <a:pt x="70973" y="20464"/>
                      </a:lnTo>
                      <a:lnTo>
                        <a:pt x="70973" y="20506"/>
                      </a:lnTo>
                      <a:lnTo>
                        <a:pt x="70931" y="20569"/>
                      </a:lnTo>
                      <a:lnTo>
                        <a:pt x="70785" y="20485"/>
                      </a:lnTo>
                      <a:lnTo>
                        <a:pt x="70785" y="20276"/>
                      </a:lnTo>
                      <a:lnTo>
                        <a:pt x="70722" y="20150"/>
                      </a:lnTo>
                      <a:lnTo>
                        <a:pt x="70617" y="19941"/>
                      </a:lnTo>
                      <a:lnTo>
                        <a:pt x="70680" y="19836"/>
                      </a:lnTo>
                      <a:lnTo>
                        <a:pt x="70743" y="19794"/>
                      </a:lnTo>
                      <a:lnTo>
                        <a:pt x="70722" y="19690"/>
                      </a:lnTo>
                      <a:lnTo>
                        <a:pt x="70785" y="19585"/>
                      </a:lnTo>
                      <a:lnTo>
                        <a:pt x="70722" y="19522"/>
                      </a:lnTo>
                      <a:lnTo>
                        <a:pt x="70743" y="19439"/>
                      </a:lnTo>
                      <a:lnTo>
                        <a:pt x="70743" y="19334"/>
                      </a:lnTo>
                      <a:lnTo>
                        <a:pt x="70659" y="19271"/>
                      </a:lnTo>
                      <a:lnTo>
                        <a:pt x="70555" y="19313"/>
                      </a:lnTo>
                      <a:lnTo>
                        <a:pt x="70366" y="19146"/>
                      </a:lnTo>
                      <a:lnTo>
                        <a:pt x="70241" y="19146"/>
                      </a:lnTo>
                      <a:lnTo>
                        <a:pt x="70157" y="19229"/>
                      </a:lnTo>
                      <a:lnTo>
                        <a:pt x="70157" y="19313"/>
                      </a:lnTo>
                      <a:lnTo>
                        <a:pt x="70304" y="19460"/>
                      </a:lnTo>
                      <a:lnTo>
                        <a:pt x="70262" y="19564"/>
                      </a:lnTo>
                      <a:lnTo>
                        <a:pt x="70220" y="19627"/>
                      </a:lnTo>
                      <a:lnTo>
                        <a:pt x="70094" y="19564"/>
                      </a:lnTo>
                      <a:lnTo>
                        <a:pt x="69927" y="19355"/>
                      </a:lnTo>
                      <a:lnTo>
                        <a:pt x="69822" y="19250"/>
                      </a:lnTo>
                      <a:lnTo>
                        <a:pt x="69739" y="19208"/>
                      </a:lnTo>
                      <a:lnTo>
                        <a:pt x="69801" y="19146"/>
                      </a:lnTo>
                      <a:lnTo>
                        <a:pt x="69697" y="18936"/>
                      </a:lnTo>
                      <a:lnTo>
                        <a:pt x="69697" y="18811"/>
                      </a:lnTo>
                      <a:lnTo>
                        <a:pt x="69697" y="18727"/>
                      </a:lnTo>
                      <a:lnTo>
                        <a:pt x="69634" y="18623"/>
                      </a:lnTo>
                      <a:lnTo>
                        <a:pt x="69697" y="18539"/>
                      </a:lnTo>
                      <a:lnTo>
                        <a:pt x="69634" y="18372"/>
                      </a:lnTo>
                      <a:lnTo>
                        <a:pt x="69718" y="18267"/>
                      </a:lnTo>
                      <a:lnTo>
                        <a:pt x="69718" y="18162"/>
                      </a:lnTo>
                      <a:lnTo>
                        <a:pt x="69739" y="18037"/>
                      </a:lnTo>
                      <a:lnTo>
                        <a:pt x="69739" y="17890"/>
                      </a:lnTo>
                      <a:lnTo>
                        <a:pt x="69697" y="17932"/>
                      </a:lnTo>
                      <a:lnTo>
                        <a:pt x="69592" y="17786"/>
                      </a:lnTo>
                      <a:lnTo>
                        <a:pt x="69613" y="17744"/>
                      </a:lnTo>
                      <a:lnTo>
                        <a:pt x="69697" y="17723"/>
                      </a:lnTo>
                      <a:lnTo>
                        <a:pt x="69801" y="17786"/>
                      </a:lnTo>
                      <a:lnTo>
                        <a:pt x="69801" y="17744"/>
                      </a:lnTo>
                      <a:lnTo>
                        <a:pt x="69718" y="17660"/>
                      </a:lnTo>
                      <a:lnTo>
                        <a:pt x="69634" y="17576"/>
                      </a:lnTo>
                      <a:lnTo>
                        <a:pt x="69676" y="17514"/>
                      </a:lnTo>
                      <a:lnTo>
                        <a:pt x="69718" y="17514"/>
                      </a:lnTo>
                      <a:lnTo>
                        <a:pt x="69697" y="17430"/>
                      </a:lnTo>
                      <a:lnTo>
                        <a:pt x="69613" y="17346"/>
                      </a:lnTo>
                      <a:lnTo>
                        <a:pt x="69488" y="17325"/>
                      </a:lnTo>
                      <a:lnTo>
                        <a:pt x="69467" y="17242"/>
                      </a:lnTo>
                      <a:lnTo>
                        <a:pt x="69508" y="17221"/>
                      </a:lnTo>
                      <a:lnTo>
                        <a:pt x="69488" y="17074"/>
                      </a:lnTo>
                      <a:lnTo>
                        <a:pt x="69383" y="16970"/>
                      </a:lnTo>
                      <a:lnTo>
                        <a:pt x="69404" y="16886"/>
                      </a:lnTo>
                      <a:lnTo>
                        <a:pt x="69425" y="16781"/>
                      </a:lnTo>
                      <a:lnTo>
                        <a:pt x="69488" y="16719"/>
                      </a:lnTo>
                      <a:lnTo>
                        <a:pt x="69404" y="16614"/>
                      </a:lnTo>
                      <a:lnTo>
                        <a:pt x="69425" y="16530"/>
                      </a:lnTo>
                      <a:lnTo>
                        <a:pt x="69508" y="16530"/>
                      </a:lnTo>
                      <a:lnTo>
                        <a:pt x="69613" y="16593"/>
                      </a:lnTo>
                      <a:lnTo>
                        <a:pt x="69697" y="16572"/>
                      </a:lnTo>
                      <a:lnTo>
                        <a:pt x="69739" y="16405"/>
                      </a:lnTo>
                      <a:lnTo>
                        <a:pt x="69822" y="16405"/>
                      </a:lnTo>
                      <a:lnTo>
                        <a:pt x="69885" y="16488"/>
                      </a:lnTo>
                      <a:lnTo>
                        <a:pt x="69927" y="16488"/>
                      </a:lnTo>
                      <a:lnTo>
                        <a:pt x="70011" y="16614"/>
                      </a:lnTo>
                      <a:lnTo>
                        <a:pt x="70136" y="16363"/>
                      </a:lnTo>
                      <a:lnTo>
                        <a:pt x="70011" y="16300"/>
                      </a:lnTo>
                      <a:lnTo>
                        <a:pt x="70032" y="16195"/>
                      </a:lnTo>
                      <a:lnTo>
                        <a:pt x="70115" y="16154"/>
                      </a:lnTo>
                      <a:lnTo>
                        <a:pt x="70241" y="15903"/>
                      </a:lnTo>
                      <a:lnTo>
                        <a:pt x="70241" y="15777"/>
                      </a:lnTo>
                      <a:lnTo>
                        <a:pt x="70324" y="15882"/>
                      </a:lnTo>
                      <a:lnTo>
                        <a:pt x="70429" y="15944"/>
                      </a:lnTo>
                      <a:lnTo>
                        <a:pt x="70429" y="16070"/>
                      </a:lnTo>
                      <a:lnTo>
                        <a:pt x="70555" y="16426"/>
                      </a:lnTo>
                      <a:lnTo>
                        <a:pt x="70638" y="16509"/>
                      </a:lnTo>
                      <a:lnTo>
                        <a:pt x="70680" y="16468"/>
                      </a:lnTo>
                      <a:lnTo>
                        <a:pt x="70722" y="16154"/>
                      </a:lnTo>
                      <a:lnTo>
                        <a:pt x="70743" y="16049"/>
                      </a:lnTo>
                      <a:lnTo>
                        <a:pt x="70722" y="15903"/>
                      </a:lnTo>
                      <a:lnTo>
                        <a:pt x="70785" y="15798"/>
                      </a:lnTo>
                      <a:lnTo>
                        <a:pt x="70722" y="15651"/>
                      </a:lnTo>
                      <a:lnTo>
                        <a:pt x="70827" y="15693"/>
                      </a:lnTo>
                      <a:lnTo>
                        <a:pt x="70889" y="15631"/>
                      </a:lnTo>
                      <a:lnTo>
                        <a:pt x="70952" y="15421"/>
                      </a:lnTo>
                      <a:lnTo>
                        <a:pt x="71057" y="15421"/>
                      </a:lnTo>
                      <a:lnTo>
                        <a:pt x="71182" y="15254"/>
                      </a:lnTo>
                      <a:lnTo>
                        <a:pt x="71308" y="15233"/>
                      </a:lnTo>
                      <a:lnTo>
                        <a:pt x="71371" y="15275"/>
                      </a:lnTo>
                      <a:lnTo>
                        <a:pt x="71559" y="15149"/>
                      </a:lnTo>
                      <a:lnTo>
                        <a:pt x="71705" y="15170"/>
                      </a:lnTo>
                      <a:lnTo>
                        <a:pt x="72019" y="15359"/>
                      </a:lnTo>
                      <a:lnTo>
                        <a:pt x="72040" y="15463"/>
                      </a:lnTo>
                      <a:lnTo>
                        <a:pt x="72124" y="15484"/>
                      </a:lnTo>
                      <a:lnTo>
                        <a:pt x="72229" y="15463"/>
                      </a:lnTo>
                      <a:lnTo>
                        <a:pt x="72291" y="15484"/>
                      </a:lnTo>
                      <a:lnTo>
                        <a:pt x="72229" y="15547"/>
                      </a:lnTo>
                      <a:lnTo>
                        <a:pt x="72396" y="15714"/>
                      </a:lnTo>
                      <a:lnTo>
                        <a:pt x="72438" y="15672"/>
                      </a:lnTo>
                      <a:lnTo>
                        <a:pt x="72542" y="15777"/>
                      </a:lnTo>
                      <a:lnTo>
                        <a:pt x="72668" y="15756"/>
                      </a:lnTo>
                      <a:lnTo>
                        <a:pt x="72752" y="15777"/>
                      </a:lnTo>
                      <a:lnTo>
                        <a:pt x="72752" y="15672"/>
                      </a:lnTo>
                      <a:lnTo>
                        <a:pt x="72647" y="15526"/>
                      </a:lnTo>
                      <a:lnTo>
                        <a:pt x="72710" y="15442"/>
                      </a:lnTo>
                      <a:lnTo>
                        <a:pt x="72668" y="15359"/>
                      </a:lnTo>
                      <a:lnTo>
                        <a:pt x="72605" y="15338"/>
                      </a:lnTo>
                      <a:lnTo>
                        <a:pt x="72605" y="15233"/>
                      </a:lnTo>
                      <a:lnTo>
                        <a:pt x="72668" y="15128"/>
                      </a:lnTo>
                      <a:lnTo>
                        <a:pt x="72731" y="14856"/>
                      </a:lnTo>
                      <a:lnTo>
                        <a:pt x="72814" y="14647"/>
                      </a:lnTo>
                      <a:lnTo>
                        <a:pt x="72773" y="14543"/>
                      </a:lnTo>
                      <a:lnTo>
                        <a:pt x="72919" y="14375"/>
                      </a:lnTo>
                      <a:lnTo>
                        <a:pt x="72856" y="14291"/>
                      </a:lnTo>
                      <a:lnTo>
                        <a:pt x="72940" y="14229"/>
                      </a:lnTo>
                      <a:lnTo>
                        <a:pt x="72856" y="14061"/>
                      </a:lnTo>
                      <a:lnTo>
                        <a:pt x="72773" y="13999"/>
                      </a:lnTo>
                      <a:lnTo>
                        <a:pt x="72773" y="13957"/>
                      </a:lnTo>
                      <a:lnTo>
                        <a:pt x="72940" y="13957"/>
                      </a:lnTo>
                      <a:lnTo>
                        <a:pt x="72982" y="13810"/>
                      </a:lnTo>
                      <a:lnTo>
                        <a:pt x="72814" y="13747"/>
                      </a:lnTo>
                      <a:lnTo>
                        <a:pt x="72752" y="13643"/>
                      </a:lnTo>
                      <a:lnTo>
                        <a:pt x="72835" y="13601"/>
                      </a:lnTo>
                      <a:lnTo>
                        <a:pt x="72877" y="13664"/>
                      </a:lnTo>
                      <a:lnTo>
                        <a:pt x="72961" y="13643"/>
                      </a:lnTo>
                      <a:lnTo>
                        <a:pt x="72982" y="13559"/>
                      </a:lnTo>
                      <a:lnTo>
                        <a:pt x="72940" y="13475"/>
                      </a:lnTo>
                      <a:lnTo>
                        <a:pt x="73065" y="13371"/>
                      </a:lnTo>
                      <a:lnTo>
                        <a:pt x="73065" y="13287"/>
                      </a:lnTo>
                      <a:lnTo>
                        <a:pt x="72982" y="13224"/>
                      </a:lnTo>
                      <a:lnTo>
                        <a:pt x="73065" y="13162"/>
                      </a:lnTo>
                      <a:lnTo>
                        <a:pt x="73149" y="13182"/>
                      </a:lnTo>
                      <a:lnTo>
                        <a:pt x="73191" y="13078"/>
                      </a:lnTo>
                      <a:lnTo>
                        <a:pt x="73233" y="13036"/>
                      </a:lnTo>
                      <a:lnTo>
                        <a:pt x="73170" y="12973"/>
                      </a:lnTo>
                      <a:lnTo>
                        <a:pt x="73275" y="12952"/>
                      </a:lnTo>
                      <a:lnTo>
                        <a:pt x="73400" y="12827"/>
                      </a:lnTo>
                      <a:lnTo>
                        <a:pt x="73358" y="12743"/>
                      </a:lnTo>
                      <a:lnTo>
                        <a:pt x="73379" y="12638"/>
                      </a:lnTo>
                      <a:lnTo>
                        <a:pt x="73421" y="12722"/>
                      </a:lnTo>
                      <a:lnTo>
                        <a:pt x="73526" y="12618"/>
                      </a:lnTo>
                      <a:lnTo>
                        <a:pt x="73463" y="12450"/>
                      </a:lnTo>
                      <a:lnTo>
                        <a:pt x="73463" y="12304"/>
                      </a:lnTo>
                      <a:lnTo>
                        <a:pt x="73568" y="12304"/>
                      </a:lnTo>
                      <a:lnTo>
                        <a:pt x="73589" y="12325"/>
                      </a:lnTo>
                      <a:lnTo>
                        <a:pt x="73651" y="12283"/>
                      </a:lnTo>
                      <a:lnTo>
                        <a:pt x="73819" y="12074"/>
                      </a:lnTo>
                      <a:lnTo>
                        <a:pt x="73756" y="12032"/>
                      </a:lnTo>
                      <a:lnTo>
                        <a:pt x="73756" y="11927"/>
                      </a:lnTo>
                      <a:lnTo>
                        <a:pt x="73861" y="11927"/>
                      </a:lnTo>
                      <a:lnTo>
                        <a:pt x="74070" y="11760"/>
                      </a:lnTo>
                      <a:lnTo>
                        <a:pt x="73986" y="11697"/>
                      </a:lnTo>
                      <a:lnTo>
                        <a:pt x="74028" y="11655"/>
                      </a:lnTo>
                      <a:lnTo>
                        <a:pt x="74174" y="11655"/>
                      </a:lnTo>
                      <a:lnTo>
                        <a:pt x="74342" y="11550"/>
                      </a:lnTo>
                      <a:lnTo>
                        <a:pt x="74300" y="11467"/>
                      </a:lnTo>
                      <a:lnTo>
                        <a:pt x="74321" y="11404"/>
                      </a:lnTo>
                      <a:lnTo>
                        <a:pt x="74405" y="11467"/>
                      </a:lnTo>
                      <a:lnTo>
                        <a:pt x="74426" y="11571"/>
                      </a:lnTo>
                      <a:lnTo>
                        <a:pt x="74530" y="11592"/>
                      </a:lnTo>
                      <a:lnTo>
                        <a:pt x="74614" y="11550"/>
                      </a:lnTo>
                      <a:lnTo>
                        <a:pt x="74739" y="11613"/>
                      </a:lnTo>
                      <a:lnTo>
                        <a:pt x="75158" y="11613"/>
                      </a:lnTo>
                      <a:lnTo>
                        <a:pt x="75242" y="11676"/>
                      </a:lnTo>
                      <a:lnTo>
                        <a:pt x="75283" y="11655"/>
                      </a:lnTo>
                      <a:lnTo>
                        <a:pt x="75242" y="11488"/>
                      </a:lnTo>
                      <a:lnTo>
                        <a:pt x="75137" y="11404"/>
                      </a:lnTo>
                      <a:lnTo>
                        <a:pt x="75137" y="11362"/>
                      </a:lnTo>
                      <a:lnTo>
                        <a:pt x="75221" y="11341"/>
                      </a:lnTo>
                      <a:lnTo>
                        <a:pt x="75221" y="10986"/>
                      </a:lnTo>
                      <a:lnTo>
                        <a:pt x="75053" y="10755"/>
                      </a:lnTo>
                      <a:lnTo>
                        <a:pt x="74928" y="10734"/>
                      </a:lnTo>
                      <a:lnTo>
                        <a:pt x="74760" y="10525"/>
                      </a:lnTo>
                      <a:lnTo>
                        <a:pt x="74844" y="10442"/>
                      </a:lnTo>
                      <a:lnTo>
                        <a:pt x="74677" y="10316"/>
                      </a:lnTo>
                      <a:lnTo>
                        <a:pt x="74426" y="10253"/>
                      </a:lnTo>
                      <a:lnTo>
                        <a:pt x="74153" y="10086"/>
                      </a:lnTo>
                      <a:lnTo>
                        <a:pt x="74049" y="9918"/>
                      </a:lnTo>
                      <a:lnTo>
                        <a:pt x="74028" y="10023"/>
                      </a:lnTo>
                      <a:lnTo>
                        <a:pt x="73944" y="10002"/>
                      </a:lnTo>
                      <a:lnTo>
                        <a:pt x="73902" y="10023"/>
                      </a:lnTo>
                      <a:lnTo>
                        <a:pt x="73881" y="10149"/>
                      </a:lnTo>
                      <a:lnTo>
                        <a:pt x="73735" y="10190"/>
                      </a:lnTo>
                      <a:lnTo>
                        <a:pt x="73693" y="10107"/>
                      </a:lnTo>
                      <a:lnTo>
                        <a:pt x="73693" y="9981"/>
                      </a:lnTo>
                      <a:lnTo>
                        <a:pt x="73819" y="9897"/>
                      </a:lnTo>
                      <a:lnTo>
                        <a:pt x="73735" y="9793"/>
                      </a:lnTo>
                      <a:lnTo>
                        <a:pt x="73777" y="9730"/>
                      </a:lnTo>
                      <a:lnTo>
                        <a:pt x="73840" y="9730"/>
                      </a:lnTo>
                      <a:lnTo>
                        <a:pt x="73923" y="9814"/>
                      </a:lnTo>
                      <a:lnTo>
                        <a:pt x="73693" y="9458"/>
                      </a:lnTo>
                      <a:lnTo>
                        <a:pt x="73526" y="9312"/>
                      </a:lnTo>
                      <a:lnTo>
                        <a:pt x="73526" y="9479"/>
                      </a:lnTo>
                      <a:lnTo>
                        <a:pt x="73526" y="9521"/>
                      </a:lnTo>
                      <a:lnTo>
                        <a:pt x="73463" y="9521"/>
                      </a:lnTo>
                      <a:lnTo>
                        <a:pt x="73254" y="9312"/>
                      </a:lnTo>
                      <a:lnTo>
                        <a:pt x="73254" y="9207"/>
                      </a:lnTo>
                      <a:lnTo>
                        <a:pt x="73358" y="9249"/>
                      </a:lnTo>
                      <a:lnTo>
                        <a:pt x="73296" y="9144"/>
                      </a:lnTo>
                      <a:lnTo>
                        <a:pt x="73003" y="8893"/>
                      </a:lnTo>
                      <a:lnTo>
                        <a:pt x="72961" y="8893"/>
                      </a:lnTo>
                      <a:lnTo>
                        <a:pt x="72982" y="8977"/>
                      </a:lnTo>
                      <a:lnTo>
                        <a:pt x="72940" y="9081"/>
                      </a:lnTo>
                      <a:lnTo>
                        <a:pt x="72773" y="9102"/>
                      </a:lnTo>
                      <a:lnTo>
                        <a:pt x="72647" y="8977"/>
                      </a:lnTo>
                      <a:lnTo>
                        <a:pt x="72521" y="8956"/>
                      </a:lnTo>
                      <a:lnTo>
                        <a:pt x="72375" y="8726"/>
                      </a:lnTo>
                      <a:lnTo>
                        <a:pt x="72375" y="8642"/>
                      </a:lnTo>
                      <a:lnTo>
                        <a:pt x="72312" y="8579"/>
                      </a:lnTo>
                      <a:lnTo>
                        <a:pt x="72208" y="8621"/>
                      </a:lnTo>
                      <a:lnTo>
                        <a:pt x="72019" y="8768"/>
                      </a:lnTo>
                      <a:lnTo>
                        <a:pt x="72019" y="8830"/>
                      </a:lnTo>
                      <a:lnTo>
                        <a:pt x="71915" y="8789"/>
                      </a:lnTo>
                      <a:lnTo>
                        <a:pt x="71831" y="8851"/>
                      </a:lnTo>
                      <a:lnTo>
                        <a:pt x="71831" y="9081"/>
                      </a:lnTo>
                      <a:lnTo>
                        <a:pt x="71894" y="9144"/>
                      </a:lnTo>
                      <a:lnTo>
                        <a:pt x="71894" y="9144"/>
                      </a:lnTo>
                      <a:lnTo>
                        <a:pt x="71789" y="9081"/>
                      </a:lnTo>
                      <a:lnTo>
                        <a:pt x="71705" y="8872"/>
                      </a:lnTo>
                      <a:lnTo>
                        <a:pt x="71747" y="8726"/>
                      </a:lnTo>
                      <a:lnTo>
                        <a:pt x="71580" y="8621"/>
                      </a:lnTo>
                      <a:lnTo>
                        <a:pt x="71517" y="8454"/>
                      </a:lnTo>
                      <a:lnTo>
                        <a:pt x="71475" y="8454"/>
                      </a:lnTo>
                      <a:lnTo>
                        <a:pt x="71580" y="8433"/>
                      </a:lnTo>
                      <a:lnTo>
                        <a:pt x="71685" y="8558"/>
                      </a:lnTo>
                      <a:lnTo>
                        <a:pt x="71685" y="8433"/>
                      </a:lnTo>
                      <a:lnTo>
                        <a:pt x="71810" y="8433"/>
                      </a:lnTo>
                      <a:lnTo>
                        <a:pt x="71915" y="8475"/>
                      </a:lnTo>
                      <a:lnTo>
                        <a:pt x="72061" y="8370"/>
                      </a:lnTo>
                      <a:lnTo>
                        <a:pt x="72019" y="8265"/>
                      </a:lnTo>
                      <a:lnTo>
                        <a:pt x="71705" y="8140"/>
                      </a:lnTo>
                      <a:lnTo>
                        <a:pt x="71622" y="8265"/>
                      </a:lnTo>
                      <a:lnTo>
                        <a:pt x="71475" y="8265"/>
                      </a:lnTo>
                      <a:lnTo>
                        <a:pt x="71329" y="8224"/>
                      </a:lnTo>
                      <a:lnTo>
                        <a:pt x="71475" y="8224"/>
                      </a:lnTo>
                      <a:lnTo>
                        <a:pt x="71580" y="8098"/>
                      </a:lnTo>
                      <a:lnTo>
                        <a:pt x="71685" y="8056"/>
                      </a:lnTo>
                      <a:lnTo>
                        <a:pt x="71789" y="8119"/>
                      </a:lnTo>
                      <a:lnTo>
                        <a:pt x="71936" y="8140"/>
                      </a:lnTo>
                      <a:lnTo>
                        <a:pt x="72061" y="8245"/>
                      </a:lnTo>
                      <a:lnTo>
                        <a:pt x="72229" y="8433"/>
                      </a:lnTo>
                      <a:lnTo>
                        <a:pt x="72354" y="8433"/>
                      </a:lnTo>
                      <a:lnTo>
                        <a:pt x="72417" y="8537"/>
                      </a:lnTo>
                      <a:lnTo>
                        <a:pt x="72480" y="8558"/>
                      </a:lnTo>
                      <a:lnTo>
                        <a:pt x="72626" y="8475"/>
                      </a:lnTo>
                      <a:lnTo>
                        <a:pt x="72668" y="8558"/>
                      </a:lnTo>
                      <a:lnTo>
                        <a:pt x="72940" y="8349"/>
                      </a:lnTo>
                      <a:lnTo>
                        <a:pt x="72961" y="8391"/>
                      </a:lnTo>
                      <a:lnTo>
                        <a:pt x="72940" y="8496"/>
                      </a:lnTo>
                      <a:lnTo>
                        <a:pt x="73045" y="8433"/>
                      </a:lnTo>
                      <a:lnTo>
                        <a:pt x="73045" y="8286"/>
                      </a:lnTo>
                      <a:lnTo>
                        <a:pt x="73170" y="8077"/>
                      </a:lnTo>
                      <a:lnTo>
                        <a:pt x="73149" y="8014"/>
                      </a:lnTo>
                      <a:lnTo>
                        <a:pt x="73149" y="7847"/>
                      </a:lnTo>
                      <a:lnTo>
                        <a:pt x="73086" y="7617"/>
                      </a:lnTo>
                      <a:lnTo>
                        <a:pt x="73191" y="7240"/>
                      </a:lnTo>
                      <a:lnTo>
                        <a:pt x="73191" y="7010"/>
                      </a:lnTo>
                      <a:lnTo>
                        <a:pt x="73086" y="6884"/>
                      </a:lnTo>
                      <a:lnTo>
                        <a:pt x="73045" y="6759"/>
                      </a:lnTo>
                      <a:lnTo>
                        <a:pt x="72877" y="6612"/>
                      </a:lnTo>
                      <a:lnTo>
                        <a:pt x="72793" y="6445"/>
                      </a:lnTo>
                      <a:lnTo>
                        <a:pt x="72856" y="6445"/>
                      </a:lnTo>
                      <a:lnTo>
                        <a:pt x="72961" y="6571"/>
                      </a:lnTo>
                      <a:lnTo>
                        <a:pt x="72982" y="6571"/>
                      </a:lnTo>
                      <a:lnTo>
                        <a:pt x="72940" y="6403"/>
                      </a:lnTo>
                      <a:lnTo>
                        <a:pt x="72773" y="6340"/>
                      </a:lnTo>
                      <a:lnTo>
                        <a:pt x="72647" y="6382"/>
                      </a:lnTo>
                      <a:lnTo>
                        <a:pt x="72417" y="6340"/>
                      </a:lnTo>
                      <a:lnTo>
                        <a:pt x="72103" y="5943"/>
                      </a:lnTo>
                      <a:lnTo>
                        <a:pt x="72019" y="5880"/>
                      </a:lnTo>
                      <a:lnTo>
                        <a:pt x="72040" y="5817"/>
                      </a:lnTo>
                      <a:lnTo>
                        <a:pt x="72208" y="5817"/>
                      </a:lnTo>
                      <a:lnTo>
                        <a:pt x="72249" y="5671"/>
                      </a:lnTo>
                      <a:lnTo>
                        <a:pt x="72166" y="5608"/>
                      </a:lnTo>
                      <a:lnTo>
                        <a:pt x="72040" y="5608"/>
                      </a:lnTo>
                      <a:lnTo>
                        <a:pt x="71998" y="5545"/>
                      </a:lnTo>
                      <a:lnTo>
                        <a:pt x="72061" y="5504"/>
                      </a:lnTo>
                      <a:lnTo>
                        <a:pt x="72019" y="5336"/>
                      </a:lnTo>
                      <a:lnTo>
                        <a:pt x="72040" y="5315"/>
                      </a:lnTo>
                      <a:lnTo>
                        <a:pt x="72166" y="5462"/>
                      </a:lnTo>
                      <a:lnTo>
                        <a:pt x="72354" y="5566"/>
                      </a:lnTo>
                      <a:lnTo>
                        <a:pt x="72375" y="5504"/>
                      </a:lnTo>
                      <a:lnTo>
                        <a:pt x="72312" y="5420"/>
                      </a:lnTo>
                      <a:lnTo>
                        <a:pt x="72312" y="5315"/>
                      </a:lnTo>
                      <a:lnTo>
                        <a:pt x="72270" y="5232"/>
                      </a:lnTo>
                      <a:lnTo>
                        <a:pt x="72333" y="5190"/>
                      </a:lnTo>
                      <a:lnTo>
                        <a:pt x="72375" y="5252"/>
                      </a:lnTo>
                      <a:lnTo>
                        <a:pt x="72417" y="5336"/>
                      </a:lnTo>
                      <a:lnTo>
                        <a:pt x="72521" y="5357"/>
                      </a:lnTo>
                      <a:lnTo>
                        <a:pt x="72563" y="5650"/>
                      </a:lnTo>
                      <a:lnTo>
                        <a:pt x="72542" y="5734"/>
                      </a:lnTo>
                      <a:lnTo>
                        <a:pt x="72835" y="5943"/>
                      </a:lnTo>
                      <a:lnTo>
                        <a:pt x="72940" y="5880"/>
                      </a:lnTo>
                      <a:lnTo>
                        <a:pt x="73065" y="5943"/>
                      </a:lnTo>
                      <a:lnTo>
                        <a:pt x="73065" y="6152"/>
                      </a:lnTo>
                      <a:lnTo>
                        <a:pt x="73170" y="6152"/>
                      </a:lnTo>
                      <a:lnTo>
                        <a:pt x="73379" y="5859"/>
                      </a:lnTo>
                      <a:lnTo>
                        <a:pt x="73421" y="5734"/>
                      </a:lnTo>
                      <a:lnTo>
                        <a:pt x="73379" y="5608"/>
                      </a:lnTo>
                      <a:lnTo>
                        <a:pt x="73400" y="5357"/>
                      </a:lnTo>
                      <a:lnTo>
                        <a:pt x="73379" y="5252"/>
                      </a:lnTo>
                      <a:lnTo>
                        <a:pt x="73421" y="5357"/>
                      </a:lnTo>
                      <a:lnTo>
                        <a:pt x="73421" y="5524"/>
                      </a:lnTo>
                      <a:lnTo>
                        <a:pt x="73505" y="5524"/>
                      </a:lnTo>
                      <a:lnTo>
                        <a:pt x="73609" y="5420"/>
                      </a:lnTo>
                      <a:lnTo>
                        <a:pt x="73798" y="5357"/>
                      </a:lnTo>
                      <a:lnTo>
                        <a:pt x="73819" y="5232"/>
                      </a:lnTo>
                      <a:lnTo>
                        <a:pt x="74007" y="5294"/>
                      </a:lnTo>
                      <a:lnTo>
                        <a:pt x="73986" y="5336"/>
                      </a:lnTo>
                      <a:lnTo>
                        <a:pt x="74007" y="5399"/>
                      </a:lnTo>
                      <a:lnTo>
                        <a:pt x="74300" y="5608"/>
                      </a:lnTo>
                      <a:lnTo>
                        <a:pt x="74342" y="5629"/>
                      </a:lnTo>
                      <a:lnTo>
                        <a:pt x="74405" y="5776"/>
                      </a:lnTo>
                      <a:lnTo>
                        <a:pt x="74405" y="5838"/>
                      </a:lnTo>
                      <a:lnTo>
                        <a:pt x="74446" y="5859"/>
                      </a:lnTo>
                      <a:lnTo>
                        <a:pt x="74698" y="5817"/>
                      </a:lnTo>
                      <a:lnTo>
                        <a:pt x="74739" y="5838"/>
                      </a:lnTo>
                      <a:lnTo>
                        <a:pt x="74739" y="5880"/>
                      </a:lnTo>
                      <a:lnTo>
                        <a:pt x="74760" y="5880"/>
                      </a:lnTo>
                      <a:lnTo>
                        <a:pt x="74865" y="5776"/>
                      </a:lnTo>
                      <a:lnTo>
                        <a:pt x="74823" y="5671"/>
                      </a:lnTo>
                      <a:lnTo>
                        <a:pt x="74844" y="5650"/>
                      </a:lnTo>
                      <a:lnTo>
                        <a:pt x="74928" y="5650"/>
                      </a:lnTo>
                      <a:lnTo>
                        <a:pt x="74886" y="5504"/>
                      </a:lnTo>
                      <a:lnTo>
                        <a:pt x="74970" y="5524"/>
                      </a:lnTo>
                      <a:lnTo>
                        <a:pt x="75032" y="5608"/>
                      </a:lnTo>
                      <a:lnTo>
                        <a:pt x="74990" y="5671"/>
                      </a:lnTo>
                      <a:lnTo>
                        <a:pt x="75095" y="5671"/>
                      </a:lnTo>
                      <a:lnTo>
                        <a:pt x="75200" y="5629"/>
                      </a:lnTo>
                      <a:lnTo>
                        <a:pt x="75472" y="5650"/>
                      </a:lnTo>
                      <a:lnTo>
                        <a:pt x="75555" y="5713"/>
                      </a:lnTo>
                      <a:lnTo>
                        <a:pt x="75618" y="5713"/>
                      </a:lnTo>
                      <a:lnTo>
                        <a:pt x="75660" y="5755"/>
                      </a:lnTo>
                      <a:lnTo>
                        <a:pt x="75702" y="5755"/>
                      </a:lnTo>
                      <a:lnTo>
                        <a:pt x="75786" y="5671"/>
                      </a:lnTo>
                      <a:lnTo>
                        <a:pt x="75723" y="5462"/>
                      </a:lnTo>
                      <a:lnTo>
                        <a:pt x="75786" y="5504"/>
                      </a:lnTo>
                      <a:lnTo>
                        <a:pt x="75911" y="5671"/>
                      </a:lnTo>
                      <a:lnTo>
                        <a:pt x="76078" y="5608"/>
                      </a:lnTo>
                      <a:lnTo>
                        <a:pt x="76078" y="5524"/>
                      </a:lnTo>
                      <a:lnTo>
                        <a:pt x="75995" y="5357"/>
                      </a:lnTo>
                      <a:lnTo>
                        <a:pt x="75869" y="5378"/>
                      </a:lnTo>
                      <a:lnTo>
                        <a:pt x="75744" y="5294"/>
                      </a:lnTo>
                      <a:lnTo>
                        <a:pt x="75806" y="5190"/>
                      </a:lnTo>
                      <a:lnTo>
                        <a:pt x="75911" y="5232"/>
                      </a:lnTo>
                      <a:lnTo>
                        <a:pt x="75995" y="5211"/>
                      </a:lnTo>
                      <a:lnTo>
                        <a:pt x="75995" y="5064"/>
                      </a:lnTo>
                      <a:lnTo>
                        <a:pt x="75890" y="5022"/>
                      </a:lnTo>
                      <a:lnTo>
                        <a:pt x="75806" y="4980"/>
                      </a:lnTo>
                      <a:lnTo>
                        <a:pt x="75744" y="5022"/>
                      </a:lnTo>
                      <a:lnTo>
                        <a:pt x="75744" y="5127"/>
                      </a:lnTo>
                      <a:lnTo>
                        <a:pt x="75681" y="5064"/>
                      </a:lnTo>
                      <a:lnTo>
                        <a:pt x="75555" y="5085"/>
                      </a:lnTo>
                      <a:lnTo>
                        <a:pt x="75576" y="4918"/>
                      </a:lnTo>
                      <a:lnTo>
                        <a:pt x="75493" y="4855"/>
                      </a:lnTo>
                      <a:lnTo>
                        <a:pt x="75388" y="4876"/>
                      </a:lnTo>
                      <a:lnTo>
                        <a:pt x="75388" y="4980"/>
                      </a:lnTo>
                      <a:lnTo>
                        <a:pt x="75346" y="4897"/>
                      </a:lnTo>
                      <a:lnTo>
                        <a:pt x="75346" y="4813"/>
                      </a:lnTo>
                      <a:lnTo>
                        <a:pt x="75472" y="4771"/>
                      </a:lnTo>
                      <a:lnTo>
                        <a:pt x="75451" y="4583"/>
                      </a:lnTo>
                      <a:lnTo>
                        <a:pt x="75367" y="4562"/>
                      </a:lnTo>
                      <a:lnTo>
                        <a:pt x="75493" y="4457"/>
                      </a:lnTo>
                      <a:lnTo>
                        <a:pt x="75430" y="4290"/>
                      </a:lnTo>
                      <a:lnTo>
                        <a:pt x="75451" y="4227"/>
                      </a:lnTo>
                      <a:lnTo>
                        <a:pt x="75283" y="4081"/>
                      </a:lnTo>
                      <a:lnTo>
                        <a:pt x="75158" y="4102"/>
                      </a:lnTo>
                      <a:lnTo>
                        <a:pt x="75032" y="4248"/>
                      </a:lnTo>
                      <a:lnTo>
                        <a:pt x="75053" y="4060"/>
                      </a:lnTo>
                      <a:lnTo>
                        <a:pt x="75158" y="4018"/>
                      </a:lnTo>
                      <a:lnTo>
                        <a:pt x="75053" y="3851"/>
                      </a:lnTo>
                      <a:lnTo>
                        <a:pt x="75053" y="3746"/>
                      </a:lnTo>
                      <a:lnTo>
                        <a:pt x="75011" y="3746"/>
                      </a:lnTo>
                      <a:lnTo>
                        <a:pt x="74928" y="3830"/>
                      </a:lnTo>
                      <a:lnTo>
                        <a:pt x="74865" y="3746"/>
                      </a:lnTo>
                      <a:lnTo>
                        <a:pt x="74739" y="3746"/>
                      </a:lnTo>
                      <a:lnTo>
                        <a:pt x="74593" y="3767"/>
                      </a:lnTo>
                      <a:lnTo>
                        <a:pt x="74718" y="3662"/>
                      </a:lnTo>
                      <a:lnTo>
                        <a:pt x="74865" y="3662"/>
                      </a:lnTo>
                      <a:lnTo>
                        <a:pt x="75011" y="3558"/>
                      </a:lnTo>
                      <a:lnTo>
                        <a:pt x="75053" y="3620"/>
                      </a:lnTo>
                      <a:lnTo>
                        <a:pt x="75158" y="3432"/>
                      </a:lnTo>
                      <a:lnTo>
                        <a:pt x="75283" y="3411"/>
                      </a:lnTo>
                      <a:lnTo>
                        <a:pt x="75325" y="3307"/>
                      </a:lnTo>
                      <a:lnTo>
                        <a:pt x="75242" y="3202"/>
                      </a:lnTo>
                      <a:lnTo>
                        <a:pt x="74970" y="3139"/>
                      </a:lnTo>
                      <a:lnTo>
                        <a:pt x="75158" y="3118"/>
                      </a:lnTo>
                      <a:lnTo>
                        <a:pt x="75346" y="3118"/>
                      </a:lnTo>
                      <a:lnTo>
                        <a:pt x="75388" y="3035"/>
                      </a:lnTo>
                      <a:lnTo>
                        <a:pt x="75346" y="2909"/>
                      </a:lnTo>
                      <a:lnTo>
                        <a:pt x="75221" y="2867"/>
                      </a:lnTo>
                      <a:lnTo>
                        <a:pt x="75137" y="2721"/>
                      </a:lnTo>
                      <a:lnTo>
                        <a:pt x="75032" y="2763"/>
                      </a:lnTo>
                      <a:lnTo>
                        <a:pt x="75011" y="2679"/>
                      </a:lnTo>
                      <a:lnTo>
                        <a:pt x="75053" y="2511"/>
                      </a:lnTo>
                      <a:lnTo>
                        <a:pt x="74949" y="2198"/>
                      </a:lnTo>
                      <a:lnTo>
                        <a:pt x="74970" y="2135"/>
                      </a:lnTo>
                      <a:lnTo>
                        <a:pt x="75032" y="2051"/>
                      </a:lnTo>
                      <a:lnTo>
                        <a:pt x="75032" y="1967"/>
                      </a:lnTo>
                      <a:lnTo>
                        <a:pt x="74928" y="1905"/>
                      </a:lnTo>
                      <a:lnTo>
                        <a:pt x="74823" y="2051"/>
                      </a:lnTo>
                      <a:lnTo>
                        <a:pt x="74718" y="2135"/>
                      </a:lnTo>
                      <a:lnTo>
                        <a:pt x="74718" y="1967"/>
                      </a:lnTo>
                      <a:lnTo>
                        <a:pt x="74614" y="1967"/>
                      </a:lnTo>
                      <a:lnTo>
                        <a:pt x="74614" y="2051"/>
                      </a:lnTo>
                      <a:lnTo>
                        <a:pt x="74530" y="2072"/>
                      </a:lnTo>
                      <a:lnTo>
                        <a:pt x="74509" y="2030"/>
                      </a:lnTo>
                      <a:lnTo>
                        <a:pt x="74530" y="1884"/>
                      </a:lnTo>
                      <a:lnTo>
                        <a:pt x="74174" y="1842"/>
                      </a:lnTo>
                      <a:lnTo>
                        <a:pt x="74091" y="1884"/>
                      </a:lnTo>
                      <a:lnTo>
                        <a:pt x="73923" y="1863"/>
                      </a:lnTo>
                      <a:lnTo>
                        <a:pt x="73819" y="1758"/>
                      </a:lnTo>
                      <a:lnTo>
                        <a:pt x="73798" y="1716"/>
                      </a:lnTo>
                      <a:lnTo>
                        <a:pt x="73693" y="1675"/>
                      </a:lnTo>
                      <a:lnTo>
                        <a:pt x="73651" y="1716"/>
                      </a:lnTo>
                      <a:lnTo>
                        <a:pt x="73589" y="1633"/>
                      </a:lnTo>
                      <a:lnTo>
                        <a:pt x="73484" y="1633"/>
                      </a:lnTo>
                      <a:lnTo>
                        <a:pt x="73379" y="1779"/>
                      </a:lnTo>
                      <a:lnTo>
                        <a:pt x="73275" y="1821"/>
                      </a:lnTo>
                      <a:lnTo>
                        <a:pt x="73233" y="1842"/>
                      </a:lnTo>
                      <a:lnTo>
                        <a:pt x="73170" y="1884"/>
                      </a:lnTo>
                      <a:lnTo>
                        <a:pt x="73296" y="1884"/>
                      </a:lnTo>
                      <a:lnTo>
                        <a:pt x="73254" y="1967"/>
                      </a:lnTo>
                      <a:lnTo>
                        <a:pt x="73128" y="2051"/>
                      </a:lnTo>
                      <a:lnTo>
                        <a:pt x="73065" y="2051"/>
                      </a:lnTo>
                      <a:lnTo>
                        <a:pt x="73086" y="2156"/>
                      </a:lnTo>
                      <a:lnTo>
                        <a:pt x="73191" y="2239"/>
                      </a:lnTo>
                      <a:lnTo>
                        <a:pt x="73170" y="2281"/>
                      </a:lnTo>
                      <a:lnTo>
                        <a:pt x="73065" y="2260"/>
                      </a:lnTo>
                      <a:lnTo>
                        <a:pt x="72982" y="2051"/>
                      </a:lnTo>
                      <a:lnTo>
                        <a:pt x="73024" y="1988"/>
                      </a:lnTo>
                      <a:lnTo>
                        <a:pt x="73024" y="1988"/>
                      </a:lnTo>
                      <a:lnTo>
                        <a:pt x="72940" y="2030"/>
                      </a:lnTo>
                      <a:lnTo>
                        <a:pt x="72773" y="2239"/>
                      </a:lnTo>
                      <a:lnTo>
                        <a:pt x="72710" y="2386"/>
                      </a:lnTo>
                      <a:lnTo>
                        <a:pt x="72605" y="2491"/>
                      </a:lnTo>
                      <a:lnTo>
                        <a:pt x="72626" y="2553"/>
                      </a:lnTo>
                      <a:lnTo>
                        <a:pt x="72773" y="2407"/>
                      </a:lnTo>
                      <a:lnTo>
                        <a:pt x="72856" y="2407"/>
                      </a:lnTo>
                      <a:lnTo>
                        <a:pt x="72919" y="2511"/>
                      </a:lnTo>
                      <a:lnTo>
                        <a:pt x="73024" y="2616"/>
                      </a:lnTo>
                      <a:lnTo>
                        <a:pt x="73233" y="2783"/>
                      </a:lnTo>
                      <a:lnTo>
                        <a:pt x="73254" y="2909"/>
                      </a:lnTo>
                      <a:lnTo>
                        <a:pt x="73170" y="2993"/>
                      </a:lnTo>
                      <a:lnTo>
                        <a:pt x="73191" y="3097"/>
                      </a:lnTo>
                      <a:lnTo>
                        <a:pt x="73358" y="3076"/>
                      </a:lnTo>
                      <a:lnTo>
                        <a:pt x="73505" y="2993"/>
                      </a:lnTo>
                      <a:lnTo>
                        <a:pt x="73589" y="3097"/>
                      </a:lnTo>
                      <a:lnTo>
                        <a:pt x="73589" y="3202"/>
                      </a:lnTo>
                      <a:lnTo>
                        <a:pt x="73672" y="3390"/>
                      </a:lnTo>
                      <a:lnTo>
                        <a:pt x="73672" y="3432"/>
                      </a:lnTo>
                      <a:lnTo>
                        <a:pt x="73568" y="3327"/>
                      </a:lnTo>
                      <a:lnTo>
                        <a:pt x="73484" y="3181"/>
                      </a:lnTo>
                      <a:lnTo>
                        <a:pt x="73400" y="3139"/>
                      </a:lnTo>
                      <a:lnTo>
                        <a:pt x="73358" y="3244"/>
                      </a:lnTo>
                      <a:lnTo>
                        <a:pt x="73379" y="3348"/>
                      </a:lnTo>
                      <a:lnTo>
                        <a:pt x="73442" y="3390"/>
                      </a:lnTo>
                      <a:lnTo>
                        <a:pt x="73400" y="3411"/>
                      </a:lnTo>
                      <a:lnTo>
                        <a:pt x="73296" y="3390"/>
                      </a:lnTo>
                      <a:lnTo>
                        <a:pt x="73191" y="3223"/>
                      </a:lnTo>
                      <a:lnTo>
                        <a:pt x="73045" y="3202"/>
                      </a:lnTo>
                      <a:lnTo>
                        <a:pt x="72940" y="3307"/>
                      </a:lnTo>
                      <a:lnTo>
                        <a:pt x="72856" y="3286"/>
                      </a:lnTo>
                      <a:lnTo>
                        <a:pt x="72835" y="3139"/>
                      </a:lnTo>
                      <a:lnTo>
                        <a:pt x="72877" y="3097"/>
                      </a:lnTo>
                      <a:lnTo>
                        <a:pt x="72814" y="2972"/>
                      </a:lnTo>
                      <a:lnTo>
                        <a:pt x="72710" y="2888"/>
                      </a:lnTo>
                      <a:lnTo>
                        <a:pt x="72668" y="2763"/>
                      </a:lnTo>
                      <a:lnTo>
                        <a:pt x="72459" y="2700"/>
                      </a:lnTo>
                      <a:lnTo>
                        <a:pt x="72291" y="2365"/>
                      </a:lnTo>
                      <a:lnTo>
                        <a:pt x="72187" y="2239"/>
                      </a:lnTo>
                      <a:lnTo>
                        <a:pt x="72208" y="2177"/>
                      </a:lnTo>
                      <a:lnTo>
                        <a:pt x="72124" y="2093"/>
                      </a:lnTo>
                      <a:lnTo>
                        <a:pt x="72019" y="2072"/>
                      </a:lnTo>
                      <a:lnTo>
                        <a:pt x="72019" y="2072"/>
                      </a:lnTo>
                      <a:lnTo>
                        <a:pt x="72040" y="2135"/>
                      </a:lnTo>
                      <a:lnTo>
                        <a:pt x="72019" y="2239"/>
                      </a:lnTo>
                      <a:lnTo>
                        <a:pt x="71977" y="2198"/>
                      </a:lnTo>
                      <a:lnTo>
                        <a:pt x="71915" y="2072"/>
                      </a:lnTo>
                      <a:lnTo>
                        <a:pt x="71685" y="1947"/>
                      </a:lnTo>
                      <a:lnTo>
                        <a:pt x="71559" y="1926"/>
                      </a:lnTo>
                      <a:lnTo>
                        <a:pt x="71454" y="1947"/>
                      </a:lnTo>
                      <a:lnTo>
                        <a:pt x="71475" y="2030"/>
                      </a:lnTo>
                      <a:lnTo>
                        <a:pt x="71580" y="2072"/>
                      </a:lnTo>
                      <a:lnTo>
                        <a:pt x="71789" y="2156"/>
                      </a:lnTo>
                      <a:lnTo>
                        <a:pt x="71622" y="2198"/>
                      </a:lnTo>
                      <a:lnTo>
                        <a:pt x="71413" y="2135"/>
                      </a:lnTo>
                      <a:lnTo>
                        <a:pt x="71308" y="2030"/>
                      </a:lnTo>
                      <a:lnTo>
                        <a:pt x="71350" y="1947"/>
                      </a:lnTo>
                      <a:lnTo>
                        <a:pt x="71287" y="1926"/>
                      </a:lnTo>
                      <a:lnTo>
                        <a:pt x="71099" y="1926"/>
                      </a:lnTo>
                      <a:lnTo>
                        <a:pt x="71161" y="1947"/>
                      </a:lnTo>
                      <a:lnTo>
                        <a:pt x="71161" y="1988"/>
                      </a:lnTo>
                      <a:lnTo>
                        <a:pt x="70994" y="2051"/>
                      </a:lnTo>
                      <a:lnTo>
                        <a:pt x="70931" y="1947"/>
                      </a:lnTo>
                      <a:lnTo>
                        <a:pt x="70952" y="1884"/>
                      </a:lnTo>
                      <a:lnTo>
                        <a:pt x="70764" y="1863"/>
                      </a:lnTo>
                      <a:lnTo>
                        <a:pt x="70722" y="1884"/>
                      </a:lnTo>
                      <a:lnTo>
                        <a:pt x="70743" y="1988"/>
                      </a:lnTo>
                      <a:lnTo>
                        <a:pt x="70638" y="1967"/>
                      </a:lnTo>
                      <a:lnTo>
                        <a:pt x="70576" y="1863"/>
                      </a:lnTo>
                      <a:lnTo>
                        <a:pt x="70429" y="1863"/>
                      </a:lnTo>
                      <a:lnTo>
                        <a:pt x="70471" y="1967"/>
                      </a:lnTo>
                      <a:lnTo>
                        <a:pt x="70471" y="1967"/>
                      </a:lnTo>
                      <a:lnTo>
                        <a:pt x="69990" y="1863"/>
                      </a:lnTo>
                      <a:lnTo>
                        <a:pt x="69843" y="1926"/>
                      </a:lnTo>
                      <a:lnTo>
                        <a:pt x="69676" y="1842"/>
                      </a:lnTo>
                      <a:lnTo>
                        <a:pt x="69676" y="1758"/>
                      </a:lnTo>
                      <a:lnTo>
                        <a:pt x="69508" y="1716"/>
                      </a:lnTo>
                      <a:lnTo>
                        <a:pt x="69488" y="1737"/>
                      </a:lnTo>
                      <a:lnTo>
                        <a:pt x="69488" y="1779"/>
                      </a:lnTo>
                      <a:lnTo>
                        <a:pt x="69425" y="1737"/>
                      </a:lnTo>
                      <a:lnTo>
                        <a:pt x="69320" y="1716"/>
                      </a:lnTo>
                      <a:lnTo>
                        <a:pt x="69216" y="1633"/>
                      </a:lnTo>
                      <a:lnTo>
                        <a:pt x="69153" y="1654"/>
                      </a:lnTo>
                      <a:lnTo>
                        <a:pt x="69174" y="1758"/>
                      </a:lnTo>
                      <a:lnTo>
                        <a:pt x="69006" y="1758"/>
                      </a:lnTo>
                      <a:lnTo>
                        <a:pt x="68860" y="1779"/>
                      </a:lnTo>
                      <a:lnTo>
                        <a:pt x="68839" y="1884"/>
                      </a:lnTo>
                      <a:lnTo>
                        <a:pt x="68651" y="1884"/>
                      </a:lnTo>
                      <a:lnTo>
                        <a:pt x="68316" y="1758"/>
                      </a:lnTo>
                      <a:lnTo>
                        <a:pt x="68337" y="1716"/>
                      </a:lnTo>
                      <a:lnTo>
                        <a:pt x="68546" y="1779"/>
                      </a:lnTo>
                      <a:lnTo>
                        <a:pt x="68651" y="1842"/>
                      </a:lnTo>
                      <a:lnTo>
                        <a:pt x="68672" y="1779"/>
                      </a:lnTo>
                      <a:lnTo>
                        <a:pt x="68337" y="1549"/>
                      </a:lnTo>
                      <a:lnTo>
                        <a:pt x="67939" y="1507"/>
                      </a:lnTo>
                      <a:lnTo>
                        <a:pt x="67793" y="1549"/>
                      </a:lnTo>
                      <a:lnTo>
                        <a:pt x="67730" y="1507"/>
                      </a:lnTo>
                      <a:lnTo>
                        <a:pt x="67793" y="1444"/>
                      </a:lnTo>
                      <a:lnTo>
                        <a:pt x="67688" y="1402"/>
                      </a:lnTo>
                      <a:lnTo>
                        <a:pt x="67542" y="1423"/>
                      </a:lnTo>
                      <a:lnTo>
                        <a:pt x="67604" y="1444"/>
                      </a:lnTo>
                      <a:lnTo>
                        <a:pt x="67521" y="1465"/>
                      </a:lnTo>
                      <a:lnTo>
                        <a:pt x="67395" y="1423"/>
                      </a:lnTo>
                      <a:lnTo>
                        <a:pt x="67019" y="1319"/>
                      </a:lnTo>
                      <a:lnTo>
                        <a:pt x="66851" y="1340"/>
                      </a:lnTo>
                      <a:lnTo>
                        <a:pt x="66788" y="1423"/>
                      </a:lnTo>
                      <a:lnTo>
                        <a:pt x="66705" y="1402"/>
                      </a:lnTo>
                      <a:lnTo>
                        <a:pt x="66663" y="1319"/>
                      </a:lnTo>
                      <a:lnTo>
                        <a:pt x="66558" y="1361"/>
                      </a:lnTo>
                      <a:lnTo>
                        <a:pt x="66349" y="1361"/>
                      </a:lnTo>
                      <a:lnTo>
                        <a:pt x="66244" y="1298"/>
                      </a:lnTo>
                      <a:lnTo>
                        <a:pt x="66161" y="1319"/>
                      </a:lnTo>
                      <a:lnTo>
                        <a:pt x="66014" y="1340"/>
                      </a:lnTo>
                      <a:lnTo>
                        <a:pt x="65951" y="1319"/>
                      </a:lnTo>
                      <a:lnTo>
                        <a:pt x="65847" y="1402"/>
                      </a:lnTo>
                      <a:lnTo>
                        <a:pt x="65826" y="1507"/>
                      </a:lnTo>
                      <a:lnTo>
                        <a:pt x="65763" y="1402"/>
                      </a:lnTo>
                      <a:lnTo>
                        <a:pt x="65303" y="1528"/>
                      </a:lnTo>
                      <a:lnTo>
                        <a:pt x="65303" y="1633"/>
                      </a:lnTo>
                      <a:lnTo>
                        <a:pt x="65198" y="1612"/>
                      </a:lnTo>
                      <a:lnTo>
                        <a:pt x="65135" y="1737"/>
                      </a:lnTo>
                      <a:lnTo>
                        <a:pt x="65094" y="1737"/>
                      </a:lnTo>
                      <a:lnTo>
                        <a:pt x="65031" y="1654"/>
                      </a:lnTo>
                      <a:lnTo>
                        <a:pt x="64884" y="1675"/>
                      </a:lnTo>
                      <a:lnTo>
                        <a:pt x="64884" y="1779"/>
                      </a:lnTo>
                      <a:lnTo>
                        <a:pt x="64801" y="1779"/>
                      </a:lnTo>
                      <a:lnTo>
                        <a:pt x="64696" y="1842"/>
                      </a:lnTo>
                      <a:lnTo>
                        <a:pt x="64529" y="1737"/>
                      </a:lnTo>
                      <a:lnTo>
                        <a:pt x="64403" y="1779"/>
                      </a:lnTo>
                      <a:lnTo>
                        <a:pt x="64403" y="1863"/>
                      </a:lnTo>
                      <a:lnTo>
                        <a:pt x="64152" y="1863"/>
                      </a:lnTo>
                      <a:lnTo>
                        <a:pt x="63838" y="1884"/>
                      </a:lnTo>
                      <a:lnTo>
                        <a:pt x="63754" y="1842"/>
                      </a:lnTo>
                      <a:lnTo>
                        <a:pt x="63482" y="1884"/>
                      </a:lnTo>
                      <a:lnTo>
                        <a:pt x="63462" y="1905"/>
                      </a:lnTo>
                      <a:lnTo>
                        <a:pt x="63629" y="2009"/>
                      </a:lnTo>
                      <a:lnTo>
                        <a:pt x="63692" y="2198"/>
                      </a:lnTo>
                      <a:lnTo>
                        <a:pt x="63775" y="2260"/>
                      </a:lnTo>
                      <a:lnTo>
                        <a:pt x="63796" y="2386"/>
                      </a:lnTo>
                      <a:lnTo>
                        <a:pt x="63880" y="2574"/>
                      </a:lnTo>
                      <a:lnTo>
                        <a:pt x="63838" y="2637"/>
                      </a:lnTo>
                      <a:lnTo>
                        <a:pt x="63838" y="2804"/>
                      </a:lnTo>
                      <a:lnTo>
                        <a:pt x="63880" y="2804"/>
                      </a:lnTo>
                      <a:lnTo>
                        <a:pt x="63985" y="2700"/>
                      </a:lnTo>
                      <a:lnTo>
                        <a:pt x="64194" y="2804"/>
                      </a:lnTo>
                      <a:lnTo>
                        <a:pt x="64257" y="2888"/>
                      </a:lnTo>
                      <a:lnTo>
                        <a:pt x="64319" y="2909"/>
                      </a:lnTo>
                      <a:lnTo>
                        <a:pt x="64529" y="3118"/>
                      </a:lnTo>
                      <a:lnTo>
                        <a:pt x="64570" y="3307"/>
                      </a:lnTo>
                      <a:lnTo>
                        <a:pt x="64717" y="3348"/>
                      </a:lnTo>
                      <a:lnTo>
                        <a:pt x="64822" y="3516"/>
                      </a:lnTo>
                      <a:lnTo>
                        <a:pt x="64822" y="3579"/>
                      </a:lnTo>
                      <a:lnTo>
                        <a:pt x="64842" y="3662"/>
                      </a:lnTo>
                      <a:lnTo>
                        <a:pt x="64801" y="3725"/>
                      </a:lnTo>
                      <a:lnTo>
                        <a:pt x="64884" y="3830"/>
                      </a:lnTo>
                      <a:lnTo>
                        <a:pt x="64822" y="3871"/>
                      </a:lnTo>
                      <a:lnTo>
                        <a:pt x="64738" y="3851"/>
                      </a:lnTo>
                      <a:lnTo>
                        <a:pt x="64612" y="3934"/>
                      </a:lnTo>
                      <a:lnTo>
                        <a:pt x="64633" y="4039"/>
                      </a:lnTo>
                      <a:lnTo>
                        <a:pt x="64508" y="4060"/>
                      </a:lnTo>
                      <a:lnTo>
                        <a:pt x="64403" y="4143"/>
                      </a:lnTo>
                      <a:lnTo>
                        <a:pt x="64215" y="4102"/>
                      </a:lnTo>
                      <a:lnTo>
                        <a:pt x="64152" y="4039"/>
                      </a:lnTo>
                      <a:lnTo>
                        <a:pt x="64152" y="3892"/>
                      </a:lnTo>
                      <a:lnTo>
                        <a:pt x="63964" y="3641"/>
                      </a:lnTo>
                      <a:lnTo>
                        <a:pt x="63880" y="3641"/>
                      </a:lnTo>
                      <a:lnTo>
                        <a:pt x="63838" y="3662"/>
                      </a:lnTo>
                      <a:lnTo>
                        <a:pt x="63566" y="3620"/>
                      </a:lnTo>
                      <a:lnTo>
                        <a:pt x="63378" y="3641"/>
                      </a:lnTo>
                      <a:lnTo>
                        <a:pt x="63315" y="3579"/>
                      </a:lnTo>
                      <a:lnTo>
                        <a:pt x="63148" y="3411"/>
                      </a:lnTo>
                      <a:lnTo>
                        <a:pt x="63148" y="3286"/>
                      </a:lnTo>
                      <a:lnTo>
                        <a:pt x="63043" y="3202"/>
                      </a:lnTo>
                      <a:lnTo>
                        <a:pt x="62897" y="3181"/>
                      </a:lnTo>
                      <a:lnTo>
                        <a:pt x="62855" y="3097"/>
                      </a:lnTo>
                      <a:lnTo>
                        <a:pt x="62813" y="2951"/>
                      </a:lnTo>
                      <a:lnTo>
                        <a:pt x="62625" y="2909"/>
                      </a:lnTo>
                      <a:lnTo>
                        <a:pt x="62583" y="2951"/>
                      </a:lnTo>
                      <a:lnTo>
                        <a:pt x="62583" y="3097"/>
                      </a:lnTo>
                      <a:lnTo>
                        <a:pt x="62583" y="3244"/>
                      </a:lnTo>
                      <a:lnTo>
                        <a:pt x="62604" y="3327"/>
                      </a:lnTo>
                      <a:lnTo>
                        <a:pt x="62478" y="3516"/>
                      </a:lnTo>
                      <a:lnTo>
                        <a:pt x="62415" y="3641"/>
                      </a:lnTo>
                      <a:lnTo>
                        <a:pt x="62332" y="3558"/>
                      </a:lnTo>
                      <a:lnTo>
                        <a:pt x="62311" y="3474"/>
                      </a:lnTo>
                      <a:lnTo>
                        <a:pt x="62269" y="3474"/>
                      </a:lnTo>
                      <a:lnTo>
                        <a:pt x="62164" y="3558"/>
                      </a:lnTo>
                      <a:lnTo>
                        <a:pt x="61913" y="3537"/>
                      </a:lnTo>
                      <a:lnTo>
                        <a:pt x="61704" y="3620"/>
                      </a:lnTo>
                      <a:lnTo>
                        <a:pt x="61641" y="3579"/>
                      </a:lnTo>
                      <a:lnTo>
                        <a:pt x="61474" y="3725"/>
                      </a:lnTo>
                      <a:lnTo>
                        <a:pt x="61327" y="3746"/>
                      </a:lnTo>
                      <a:lnTo>
                        <a:pt x="61223" y="3725"/>
                      </a:lnTo>
                      <a:lnTo>
                        <a:pt x="61118" y="3620"/>
                      </a:lnTo>
                      <a:lnTo>
                        <a:pt x="61034" y="3620"/>
                      </a:lnTo>
                      <a:lnTo>
                        <a:pt x="60972" y="3662"/>
                      </a:lnTo>
                      <a:lnTo>
                        <a:pt x="61013" y="3746"/>
                      </a:lnTo>
                      <a:lnTo>
                        <a:pt x="60804" y="3830"/>
                      </a:lnTo>
                      <a:lnTo>
                        <a:pt x="60700" y="3913"/>
                      </a:lnTo>
                      <a:lnTo>
                        <a:pt x="60449" y="3934"/>
                      </a:lnTo>
                      <a:lnTo>
                        <a:pt x="60323" y="4081"/>
                      </a:lnTo>
                      <a:lnTo>
                        <a:pt x="60323" y="4290"/>
                      </a:lnTo>
                      <a:lnTo>
                        <a:pt x="60323" y="4562"/>
                      </a:lnTo>
                      <a:lnTo>
                        <a:pt x="60532" y="4855"/>
                      </a:lnTo>
                      <a:lnTo>
                        <a:pt x="60553" y="5022"/>
                      </a:lnTo>
                      <a:lnTo>
                        <a:pt x="60407" y="4813"/>
                      </a:lnTo>
                      <a:lnTo>
                        <a:pt x="60281" y="4688"/>
                      </a:lnTo>
                      <a:lnTo>
                        <a:pt x="60177" y="4708"/>
                      </a:lnTo>
                      <a:lnTo>
                        <a:pt x="60030" y="4625"/>
                      </a:lnTo>
                      <a:lnTo>
                        <a:pt x="60072" y="4729"/>
                      </a:lnTo>
                      <a:lnTo>
                        <a:pt x="60177" y="4792"/>
                      </a:lnTo>
                      <a:lnTo>
                        <a:pt x="60218" y="4980"/>
                      </a:lnTo>
                      <a:lnTo>
                        <a:pt x="60218" y="5022"/>
                      </a:lnTo>
                      <a:lnTo>
                        <a:pt x="60072" y="4813"/>
                      </a:lnTo>
                      <a:lnTo>
                        <a:pt x="59967" y="4813"/>
                      </a:lnTo>
                      <a:lnTo>
                        <a:pt x="59925" y="4604"/>
                      </a:lnTo>
                      <a:lnTo>
                        <a:pt x="59758" y="4415"/>
                      </a:lnTo>
                      <a:lnTo>
                        <a:pt x="59674" y="4269"/>
                      </a:lnTo>
                      <a:lnTo>
                        <a:pt x="59570" y="4269"/>
                      </a:lnTo>
                      <a:lnTo>
                        <a:pt x="59612" y="4457"/>
                      </a:lnTo>
                      <a:lnTo>
                        <a:pt x="59591" y="4562"/>
                      </a:lnTo>
                      <a:lnTo>
                        <a:pt x="59549" y="4415"/>
                      </a:lnTo>
                      <a:lnTo>
                        <a:pt x="59402" y="4353"/>
                      </a:lnTo>
                      <a:lnTo>
                        <a:pt x="59256" y="4374"/>
                      </a:lnTo>
                      <a:lnTo>
                        <a:pt x="59256" y="4457"/>
                      </a:lnTo>
                      <a:lnTo>
                        <a:pt x="59172" y="4374"/>
                      </a:lnTo>
                      <a:lnTo>
                        <a:pt x="59026" y="4374"/>
                      </a:lnTo>
                      <a:lnTo>
                        <a:pt x="58879" y="4520"/>
                      </a:lnTo>
                      <a:lnTo>
                        <a:pt x="58754" y="4562"/>
                      </a:lnTo>
                      <a:lnTo>
                        <a:pt x="58837" y="4415"/>
                      </a:lnTo>
                      <a:lnTo>
                        <a:pt x="58837" y="4311"/>
                      </a:lnTo>
                      <a:lnTo>
                        <a:pt x="58712" y="4081"/>
                      </a:lnTo>
                      <a:lnTo>
                        <a:pt x="58712" y="3934"/>
                      </a:lnTo>
                      <a:lnTo>
                        <a:pt x="58649" y="3871"/>
                      </a:lnTo>
                      <a:lnTo>
                        <a:pt x="58649" y="3767"/>
                      </a:lnTo>
                      <a:lnTo>
                        <a:pt x="58544" y="3558"/>
                      </a:lnTo>
                      <a:lnTo>
                        <a:pt x="58335" y="3327"/>
                      </a:lnTo>
                      <a:lnTo>
                        <a:pt x="58105" y="3202"/>
                      </a:lnTo>
                      <a:lnTo>
                        <a:pt x="57875" y="2930"/>
                      </a:lnTo>
                      <a:lnTo>
                        <a:pt x="57310" y="2742"/>
                      </a:lnTo>
                      <a:lnTo>
                        <a:pt x="57038" y="2742"/>
                      </a:lnTo>
                      <a:lnTo>
                        <a:pt x="56892" y="2783"/>
                      </a:lnTo>
                      <a:lnTo>
                        <a:pt x="56661" y="2930"/>
                      </a:lnTo>
                      <a:lnTo>
                        <a:pt x="56661" y="2993"/>
                      </a:lnTo>
                      <a:lnTo>
                        <a:pt x="56536" y="2951"/>
                      </a:lnTo>
                      <a:lnTo>
                        <a:pt x="56327" y="3035"/>
                      </a:lnTo>
                      <a:lnTo>
                        <a:pt x="55887" y="3244"/>
                      </a:lnTo>
                      <a:lnTo>
                        <a:pt x="55720" y="3265"/>
                      </a:lnTo>
                      <a:lnTo>
                        <a:pt x="55531" y="3453"/>
                      </a:lnTo>
                      <a:lnTo>
                        <a:pt x="55427" y="3516"/>
                      </a:lnTo>
                      <a:lnTo>
                        <a:pt x="55197" y="3683"/>
                      </a:lnTo>
                      <a:lnTo>
                        <a:pt x="55071" y="3746"/>
                      </a:lnTo>
                      <a:lnTo>
                        <a:pt x="54946" y="3871"/>
                      </a:lnTo>
                      <a:lnTo>
                        <a:pt x="54757" y="3934"/>
                      </a:lnTo>
                      <a:lnTo>
                        <a:pt x="54590" y="3871"/>
                      </a:lnTo>
                      <a:lnTo>
                        <a:pt x="54360" y="3934"/>
                      </a:lnTo>
                      <a:lnTo>
                        <a:pt x="54213" y="3997"/>
                      </a:lnTo>
                      <a:lnTo>
                        <a:pt x="54339" y="3871"/>
                      </a:lnTo>
                      <a:lnTo>
                        <a:pt x="54527" y="3767"/>
                      </a:lnTo>
                      <a:lnTo>
                        <a:pt x="54548" y="3662"/>
                      </a:lnTo>
                      <a:lnTo>
                        <a:pt x="54381" y="3474"/>
                      </a:lnTo>
                      <a:lnTo>
                        <a:pt x="54109" y="3411"/>
                      </a:lnTo>
                      <a:lnTo>
                        <a:pt x="53837" y="3223"/>
                      </a:lnTo>
                      <a:lnTo>
                        <a:pt x="53753" y="3160"/>
                      </a:lnTo>
                      <a:lnTo>
                        <a:pt x="53711" y="3223"/>
                      </a:lnTo>
                      <a:lnTo>
                        <a:pt x="53607" y="3453"/>
                      </a:lnTo>
                      <a:lnTo>
                        <a:pt x="53607" y="3579"/>
                      </a:lnTo>
                      <a:lnTo>
                        <a:pt x="53544" y="3516"/>
                      </a:lnTo>
                      <a:lnTo>
                        <a:pt x="53502" y="3537"/>
                      </a:lnTo>
                      <a:lnTo>
                        <a:pt x="53439" y="3662"/>
                      </a:lnTo>
                      <a:lnTo>
                        <a:pt x="53376" y="3725"/>
                      </a:lnTo>
                      <a:lnTo>
                        <a:pt x="53335" y="3662"/>
                      </a:lnTo>
                      <a:lnTo>
                        <a:pt x="53397" y="3516"/>
                      </a:lnTo>
                      <a:lnTo>
                        <a:pt x="53439" y="3432"/>
                      </a:lnTo>
                      <a:lnTo>
                        <a:pt x="53397" y="3265"/>
                      </a:lnTo>
                      <a:lnTo>
                        <a:pt x="53272" y="3202"/>
                      </a:lnTo>
                      <a:lnTo>
                        <a:pt x="53125" y="3327"/>
                      </a:lnTo>
                      <a:lnTo>
                        <a:pt x="53167" y="3411"/>
                      </a:lnTo>
                      <a:lnTo>
                        <a:pt x="53083" y="3537"/>
                      </a:lnTo>
                      <a:lnTo>
                        <a:pt x="53000" y="3453"/>
                      </a:lnTo>
                      <a:lnTo>
                        <a:pt x="52979" y="3307"/>
                      </a:lnTo>
                      <a:lnTo>
                        <a:pt x="52916" y="3160"/>
                      </a:lnTo>
                      <a:lnTo>
                        <a:pt x="52874" y="3014"/>
                      </a:lnTo>
                      <a:lnTo>
                        <a:pt x="52770" y="3118"/>
                      </a:lnTo>
                      <a:lnTo>
                        <a:pt x="52560" y="3139"/>
                      </a:lnTo>
                      <a:lnTo>
                        <a:pt x="52246" y="3223"/>
                      </a:lnTo>
                      <a:lnTo>
                        <a:pt x="52163" y="3202"/>
                      </a:lnTo>
                      <a:lnTo>
                        <a:pt x="52267" y="3118"/>
                      </a:lnTo>
                      <a:lnTo>
                        <a:pt x="52246" y="3014"/>
                      </a:lnTo>
                      <a:lnTo>
                        <a:pt x="52246" y="2909"/>
                      </a:lnTo>
                      <a:lnTo>
                        <a:pt x="52226" y="2783"/>
                      </a:lnTo>
                      <a:lnTo>
                        <a:pt x="52246" y="2763"/>
                      </a:lnTo>
                      <a:lnTo>
                        <a:pt x="52456" y="2909"/>
                      </a:lnTo>
                      <a:lnTo>
                        <a:pt x="52560" y="2825"/>
                      </a:lnTo>
                      <a:lnTo>
                        <a:pt x="52581" y="2700"/>
                      </a:lnTo>
                      <a:lnTo>
                        <a:pt x="52393" y="2428"/>
                      </a:lnTo>
                      <a:lnTo>
                        <a:pt x="52016" y="2302"/>
                      </a:lnTo>
                      <a:lnTo>
                        <a:pt x="51702" y="2281"/>
                      </a:lnTo>
                      <a:lnTo>
                        <a:pt x="51347" y="2365"/>
                      </a:lnTo>
                      <a:lnTo>
                        <a:pt x="51033" y="2407"/>
                      </a:lnTo>
                      <a:lnTo>
                        <a:pt x="50824" y="2574"/>
                      </a:lnTo>
                      <a:lnTo>
                        <a:pt x="50886" y="3139"/>
                      </a:lnTo>
                      <a:lnTo>
                        <a:pt x="50866" y="3307"/>
                      </a:lnTo>
                      <a:lnTo>
                        <a:pt x="50907" y="3411"/>
                      </a:lnTo>
                      <a:lnTo>
                        <a:pt x="50803" y="3579"/>
                      </a:lnTo>
                      <a:lnTo>
                        <a:pt x="50803" y="3746"/>
                      </a:lnTo>
                      <a:lnTo>
                        <a:pt x="50656" y="3851"/>
                      </a:lnTo>
                      <a:lnTo>
                        <a:pt x="50552" y="3851"/>
                      </a:lnTo>
                      <a:lnTo>
                        <a:pt x="50489" y="3788"/>
                      </a:lnTo>
                      <a:lnTo>
                        <a:pt x="50489" y="3725"/>
                      </a:lnTo>
                      <a:lnTo>
                        <a:pt x="50363" y="3620"/>
                      </a:lnTo>
                      <a:lnTo>
                        <a:pt x="50447" y="3537"/>
                      </a:lnTo>
                      <a:lnTo>
                        <a:pt x="50510" y="3558"/>
                      </a:lnTo>
                      <a:lnTo>
                        <a:pt x="50594" y="3369"/>
                      </a:lnTo>
                      <a:lnTo>
                        <a:pt x="50552" y="3139"/>
                      </a:lnTo>
                      <a:lnTo>
                        <a:pt x="50405" y="3097"/>
                      </a:lnTo>
                      <a:lnTo>
                        <a:pt x="50342" y="2888"/>
                      </a:lnTo>
                      <a:lnTo>
                        <a:pt x="50405" y="2909"/>
                      </a:lnTo>
                      <a:lnTo>
                        <a:pt x="50510" y="2804"/>
                      </a:lnTo>
                      <a:lnTo>
                        <a:pt x="50510" y="2930"/>
                      </a:lnTo>
                      <a:lnTo>
                        <a:pt x="50614" y="3035"/>
                      </a:lnTo>
                      <a:lnTo>
                        <a:pt x="50698" y="3223"/>
                      </a:lnTo>
                      <a:lnTo>
                        <a:pt x="50719" y="3160"/>
                      </a:lnTo>
                      <a:lnTo>
                        <a:pt x="50698" y="2888"/>
                      </a:lnTo>
                      <a:lnTo>
                        <a:pt x="50656" y="2679"/>
                      </a:lnTo>
                      <a:lnTo>
                        <a:pt x="50259" y="2825"/>
                      </a:lnTo>
                      <a:lnTo>
                        <a:pt x="49945" y="3035"/>
                      </a:lnTo>
                      <a:lnTo>
                        <a:pt x="49945" y="3160"/>
                      </a:lnTo>
                      <a:lnTo>
                        <a:pt x="49757" y="3307"/>
                      </a:lnTo>
                      <a:lnTo>
                        <a:pt x="49652" y="3223"/>
                      </a:lnTo>
                      <a:lnTo>
                        <a:pt x="49673" y="3139"/>
                      </a:lnTo>
                      <a:lnTo>
                        <a:pt x="49777" y="3118"/>
                      </a:lnTo>
                      <a:lnTo>
                        <a:pt x="49673" y="2993"/>
                      </a:lnTo>
                      <a:lnTo>
                        <a:pt x="49757" y="2742"/>
                      </a:lnTo>
                      <a:lnTo>
                        <a:pt x="49882" y="2804"/>
                      </a:lnTo>
                      <a:lnTo>
                        <a:pt x="49945" y="2783"/>
                      </a:lnTo>
                      <a:lnTo>
                        <a:pt x="50070" y="2825"/>
                      </a:lnTo>
                      <a:lnTo>
                        <a:pt x="50468" y="2637"/>
                      </a:lnTo>
                      <a:lnTo>
                        <a:pt x="50614" y="2595"/>
                      </a:lnTo>
                      <a:lnTo>
                        <a:pt x="50342" y="2595"/>
                      </a:lnTo>
                      <a:lnTo>
                        <a:pt x="50175" y="2616"/>
                      </a:lnTo>
                      <a:lnTo>
                        <a:pt x="49945" y="2595"/>
                      </a:lnTo>
                      <a:lnTo>
                        <a:pt x="49443" y="2595"/>
                      </a:lnTo>
                      <a:lnTo>
                        <a:pt x="49338" y="2637"/>
                      </a:lnTo>
                      <a:lnTo>
                        <a:pt x="48669" y="2700"/>
                      </a:lnTo>
                      <a:lnTo>
                        <a:pt x="48271" y="2700"/>
                      </a:lnTo>
                      <a:lnTo>
                        <a:pt x="48041" y="2742"/>
                      </a:lnTo>
                      <a:lnTo>
                        <a:pt x="47769" y="2637"/>
                      </a:lnTo>
                      <a:lnTo>
                        <a:pt x="47539" y="2679"/>
                      </a:lnTo>
                      <a:lnTo>
                        <a:pt x="47371" y="2742"/>
                      </a:lnTo>
                      <a:lnTo>
                        <a:pt x="47518" y="2909"/>
                      </a:lnTo>
                      <a:lnTo>
                        <a:pt x="47685" y="2909"/>
                      </a:lnTo>
                      <a:lnTo>
                        <a:pt x="47790" y="2951"/>
                      </a:lnTo>
                      <a:lnTo>
                        <a:pt x="47894" y="2930"/>
                      </a:lnTo>
                      <a:lnTo>
                        <a:pt x="48041" y="3055"/>
                      </a:lnTo>
                      <a:lnTo>
                        <a:pt x="48041" y="3139"/>
                      </a:lnTo>
                      <a:lnTo>
                        <a:pt x="47832" y="3327"/>
                      </a:lnTo>
                      <a:lnTo>
                        <a:pt x="47685" y="3307"/>
                      </a:lnTo>
                      <a:lnTo>
                        <a:pt x="47518" y="3369"/>
                      </a:lnTo>
                      <a:lnTo>
                        <a:pt x="47476" y="3537"/>
                      </a:lnTo>
                      <a:lnTo>
                        <a:pt x="47434" y="3641"/>
                      </a:lnTo>
                      <a:lnTo>
                        <a:pt x="47560" y="3871"/>
                      </a:lnTo>
                      <a:lnTo>
                        <a:pt x="47769" y="3934"/>
                      </a:lnTo>
                      <a:lnTo>
                        <a:pt x="47790" y="3788"/>
                      </a:lnTo>
                      <a:lnTo>
                        <a:pt x="47936" y="3662"/>
                      </a:lnTo>
                      <a:lnTo>
                        <a:pt x="48145" y="3579"/>
                      </a:lnTo>
                      <a:lnTo>
                        <a:pt x="48104" y="3788"/>
                      </a:lnTo>
                      <a:lnTo>
                        <a:pt x="47894" y="3788"/>
                      </a:lnTo>
                      <a:lnTo>
                        <a:pt x="47999" y="3934"/>
                      </a:lnTo>
                      <a:lnTo>
                        <a:pt x="47978" y="3955"/>
                      </a:lnTo>
                      <a:lnTo>
                        <a:pt x="48041" y="4060"/>
                      </a:lnTo>
                      <a:lnTo>
                        <a:pt x="47894" y="4143"/>
                      </a:lnTo>
                      <a:lnTo>
                        <a:pt x="48041" y="4164"/>
                      </a:lnTo>
                      <a:lnTo>
                        <a:pt x="48166" y="4102"/>
                      </a:lnTo>
                      <a:lnTo>
                        <a:pt x="48208" y="4206"/>
                      </a:lnTo>
                      <a:lnTo>
                        <a:pt x="48187" y="4353"/>
                      </a:lnTo>
                      <a:lnTo>
                        <a:pt x="48313" y="4478"/>
                      </a:lnTo>
                      <a:lnTo>
                        <a:pt x="48459" y="4499"/>
                      </a:lnTo>
                      <a:lnTo>
                        <a:pt x="48627" y="4708"/>
                      </a:lnTo>
                      <a:lnTo>
                        <a:pt x="48606" y="4813"/>
                      </a:lnTo>
                      <a:lnTo>
                        <a:pt x="48522" y="4771"/>
                      </a:lnTo>
                      <a:lnTo>
                        <a:pt x="48397" y="4813"/>
                      </a:lnTo>
                      <a:lnTo>
                        <a:pt x="48459" y="4939"/>
                      </a:lnTo>
                      <a:lnTo>
                        <a:pt x="48376" y="5001"/>
                      </a:lnTo>
                      <a:lnTo>
                        <a:pt x="48313" y="4939"/>
                      </a:lnTo>
                      <a:lnTo>
                        <a:pt x="48250" y="4980"/>
                      </a:lnTo>
                      <a:lnTo>
                        <a:pt x="48187" y="4834"/>
                      </a:lnTo>
                      <a:lnTo>
                        <a:pt x="47999" y="4708"/>
                      </a:lnTo>
                      <a:lnTo>
                        <a:pt x="47936" y="4729"/>
                      </a:lnTo>
                      <a:lnTo>
                        <a:pt x="47978" y="4813"/>
                      </a:lnTo>
                      <a:lnTo>
                        <a:pt x="47873" y="4897"/>
                      </a:lnTo>
                      <a:lnTo>
                        <a:pt x="47790" y="4834"/>
                      </a:lnTo>
                      <a:lnTo>
                        <a:pt x="47727" y="4897"/>
                      </a:lnTo>
                      <a:lnTo>
                        <a:pt x="47769" y="5022"/>
                      </a:lnTo>
                      <a:lnTo>
                        <a:pt x="47790" y="5211"/>
                      </a:lnTo>
                      <a:lnTo>
                        <a:pt x="47936" y="5232"/>
                      </a:lnTo>
                      <a:lnTo>
                        <a:pt x="48083" y="5148"/>
                      </a:lnTo>
                      <a:lnTo>
                        <a:pt x="48187" y="5252"/>
                      </a:lnTo>
                      <a:lnTo>
                        <a:pt x="48104" y="5336"/>
                      </a:lnTo>
                      <a:lnTo>
                        <a:pt x="48250" y="5399"/>
                      </a:lnTo>
                      <a:lnTo>
                        <a:pt x="48145" y="5462"/>
                      </a:lnTo>
                      <a:lnTo>
                        <a:pt x="47978" y="5420"/>
                      </a:lnTo>
                      <a:lnTo>
                        <a:pt x="47978" y="5462"/>
                      </a:lnTo>
                      <a:lnTo>
                        <a:pt x="48145" y="5566"/>
                      </a:lnTo>
                      <a:lnTo>
                        <a:pt x="47873" y="5566"/>
                      </a:lnTo>
                      <a:lnTo>
                        <a:pt x="47832" y="5462"/>
                      </a:lnTo>
                      <a:lnTo>
                        <a:pt x="47643" y="5462"/>
                      </a:lnTo>
                      <a:lnTo>
                        <a:pt x="47560" y="5336"/>
                      </a:lnTo>
                      <a:lnTo>
                        <a:pt x="47434" y="5315"/>
                      </a:lnTo>
                      <a:lnTo>
                        <a:pt x="47308" y="5190"/>
                      </a:lnTo>
                      <a:lnTo>
                        <a:pt x="47120" y="5190"/>
                      </a:lnTo>
                      <a:lnTo>
                        <a:pt x="46995" y="5106"/>
                      </a:lnTo>
                      <a:lnTo>
                        <a:pt x="46890" y="5127"/>
                      </a:lnTo>
                      <a:lnTo>
                        <a:pt x="46827" y="5106"/>
                      </a:lnTo>
                      <a:lnTo>
                        <a:pt x="46430" y="5252"/>
                      </a:lnTo>
                      <a:lnTo>
                        <a:pt x="46409" y="5357"/>
                      </a:lnTo>
                      <a:lnTo>
                        <a:pt x="46367" y="5420"/>
                      </a:lnTo>
                      <a:lnTo>
                        <a:pt x="46430" y="5504"/>
                      </a:lnTo>
                      <a:lnTo>
                        <a:pt x="46409" y="5566"/>
                      </a:lnTo>
                      <a:lnTo>
                        <a:pt x="46492" y="5713"/>
                      </a:lnTo>
                      <a:lnTo>
                        <a:pt x="46472" y="5734"/>
                      </a:lnTo>
                      <a:lnTo>
                        <a:pt x="46367" y="5629"/>
                      </a:lnTo>
                      <a:lnTo>
                        <a:pt x="46283" y="5671"/>
                      </a:lnTo>
                      <a:lnTo>
                        <a:pt x="46179" y="5629"/>
                      </a:lnTo>
                      <a:lnTo>
                        <a:pt x="45739" y="5671"/>
                      </a:lnTo>
                      <a:lnTo>
                        <a:pt x="45530" y="5650"/>
                      </a:lnTo>
                      <a:lnTo>
                        <a:pt x="45384" y="5524"/>
                      </a:lnTo>
                      <a:lnTo>
                        <a:pt x="45258" y="5504"/>
                      </a:lnTo>
                      <a:lnTo>
                        <a:pt x="45132" y="5357"/>
                      </a:lnTo>
                      <a:lnTo>
                        <a:pt x="45049" y="5211"/>
                      </a:lnTo>
                      <a:lnTo>
                        <a:pt x="44944" y="5148"/>
                      </a:lnTo>
                      <a:lnTo>
                        <a:pt x="44944" y="5232"/>
                      </a:lnTo>
                      <a:lnTo>
                        <a:pt x="45028" y="5420"/>
                      </a:lnTo>
                      <a:lnTo>
                        <a:pt x="45049" y="5734"/>
                      </a:lnTo>
                      <a:lnTo>
                        <a:pt x="45216" y="6068"/>
                      </a:lnTo>
                      <a:lnTo>
                        <a:pt x="45342" y="6340"/>
                      </a:lnTo>
                      <a:lnTo>
                        <a:pt x="45446" y="6926"/>
                      </a:lnTo>
                      <a:lnTo>
                        <a:pt x="45425" y="7073"/>
                      </a:lnTo>
                      <a:lnTo>
                        <a:pt x="45342" y="7073"/>
                      </a:lnTo>
                      <a:lnTo>
                        <a:pt x="45258" y="6968"/>
                      </a:lnTo>
                      <a:lnTo>
                        <a:pt x="45237" y="6864"/>
                      </a:lnTo>
                      <a:lnTo>
                        <a:pt x="45132" y="6759"/>
                      </a:lnTo>
                      <a:lnTo>
                        <a:pt x="45070" y="6801"/>
                      </a:lnTo>
                      <a:lnTo>
                        <a:pt x="45132" y="6884"/>
                      </a:lnTo>
                      <a:lnTo>
                        <a:pt x="45112" y="6968"/>
                      </a:lnTo>
                      <a:lnTo>
                        <a:pt x="44923" y="6905"/>
                      </a:lnTo>
                      <a:lnTo>
                        <a:pt x="44756" y="6717"/>
                      </a:lnTo>
                      <a:lnTo>
                        <a:pt x="44505" y="6696"/>
                      </a:lnTo>
                      <a:lnTo>
                        <a:pt x="44379" y="6550"/>
                      </a:lnTo>
                      <a:lnTo>
                        <a:pt x="44275" y="6508"/>
                      </a:lnTo>
                      <a:lnTo>
                        <a:pt x="43898" y="6173"/>
                      </a:lnTo>
                      <a:lnTo>
                        <a:pt x="43877" y="6173"/>
                      </a:lnTo>
                      <a:lnTo>
                        <a:pt x="43793" y="6236"/>
                      </a:lnTo>
                      <a:lnTo>
                        <a:pt x="43689" y="6236"/>
                      </a:lnTo>
                      <a:lnTo>
                        <a:pt x="43647" y="6152"/>
                      </a:lnTo>
                      <a:lnTo>
                        <a:pt x="43877" y="5943"/>
                      </a:lnTo>
                      <a:lnTo>
                        <a:pt x="43982" y="5943"/>
                      </a:lnTo>
                      <a:lnTo>
                        <a:pt x="43898" y="5880"/>
                      </a:lnTo>
                      <a:lnTo>
                        <a:pt x="43772" y="5817"/>
                      </a:lnTo>
                      <a:lnTo>
                        <a:pt x="43647" y="5671"/>
                      </a:lnTo>
                      <a:lnTo>
                        <a:pt x="43626" y="5671"/>
                      </a:lnTo>
                      <a:lnTo>
                        <a:pt x="43647" y="5755"/>
                      </a:lnTo>
                      <a:lnTo>
                        <a:pt x="43751" y="5859"/>
                      </a:lnTo>
                      <a:lnTo>
                        <a:pt x="43751" y="5964"/>
                      </a:lnTo>
                      <a:lnTo>
                        <a:pt x="43626" y="6048"/>
                      </a:lnTo>
                      <a:lnTo>
                        <a:pt x="43417" y="5985"/>
                      </a:lnTo>
                      <a:lnTo>
                        <a:pt x="43207" y="5838"/>
                      </a:lnTo>
                      <a:lnTo>
                        <a:pt x="43145" y="5755"/>
                      </a:lnTo>
                      <a:lnTo>
                        <a:pt x="42935" y="5734"/>
                      </a:lnTo>
                      <a:lnTo>
                        <a:pt x="42894" y="5608"/>
                      </a:lnTo>
                      <a:lnTo>
                        <a:pt x="42789" y="5545"/>
                      </a:lnTo>
                      <a:lnTo>
                        <a:pt x="43040" y="5545"/>
                      </a:lnTo>
                      <a:lnTo>
                        <a:pt x="43270" y="5608"/>
                      </a:lnTo>
                      <a:lnTo>
                        <a:pt x="43375" y="5671"/>
                      </a:lnTo>
                      <a:lnTo>
                        <a:pt x="43521" y="5629"/>
                      </a:lnTo>
                      <a:lnTo>
                        <a:pt x="43626" y="5441"/>
                      </a:lnTo>
                      <a:lnTo>
                        <a:pt x="43626" y="5378"/>
                      </a:lnTo>
                      <a:lnTo>
                        <a:pt x="43542" y="5420"/>
                      </a:lnTo>
                      <a:lnTo>
                        <a:pt x="43521" y="5336"/>
                      </a:lnTo>
                      <a:lnTo>
                        <a:pt x="43417" y="5357"/>
                      </a:lnTo>
                      <a:lnTo>
                        <a:pt x="43459" y="5190"/>
                      </a:lnTo>
                      <a:lnTo>
                        <a:pt x="43333" y="5043"/>
                      </a:lnTo>
                      <a:lnTo>
                        <a:pt x="43249" y="5106"/>
                      </a:lnTo>
                      <a:lnTo>
                        <a:pt x="43228" y="5001"/>
                      </a:lnTo>
                      <a:lnTo>
                        <a:pt x="43145" y="4980"/>
                      </a:lnTo>
                      <a:lnTo>
                        <a:pt x="43061" y="5022"/>
                      </a:lnTo>
                      <a:lnTo>
                        <a:pt x="43019" y="5085"/>
                      </a:lnTo>
                      <a:lnTo>
                        <a:pt x="42831" y="5043"/>
                      </a:lnTo>
                      <a:lnTo>
                        <a:pt x="42810" y="4897"/>
                      </a:lnTo>
                      <a:lnTo>
                        <a:pt x="43019" y="4708"/>
                      </a:lnTo>
                      <a:lnTo>
                        <a:pt x="42998" y="4625"/>
                      </a:lnTo>
                      <a:lnTo>
                        <a:pt x="42894" y="4625"/>
                      </a:lnTo>
                      <a:lnTo>
                        <a:pt x="42726" y="4792"/>
                      </a:lnTo>
                      <a:lnTo>
                        <a:pt x="42705" y="4667"/>
                      </a:lnTo>
                      <a:lnTo>
                        <a:pt x="42768" y="4562"/>
                      </a:lnTo>
                      <a:lnTo>
                        <a:pt x="42726" y="4415"/>
                      </a:lnTo>
                      <a:lnTo>
                        <a:pt x="42663" y="4457"/>
                      </a:lnTo>
                      <a:lnTo>
                        <a:pt x="42622" y="4499"/>
                      </a:lnTo>
                      <a:lnTo>
                        <a:pt x="42601" y="4395"/>
                      </a:lnTo>
                      <a:lnTo>
                        <a:pt x="42496" y="4395"/>
                      </a:lnTo>
                      <a:lnTo>
                        <a:pt x="42454" y="4353"/>
                      </a:lnTo>
                      <a:lnTo>
                        <a:pt x="42391" y="4269"/>
                      </a:lnTo>
                      <a:lnTo>
                        <a:pt x="42433" y="4102"/>
                      </a:lnTo>
                      <a:lnTo>
                        <a:pt x="42391" y="4060"/>
                      </a:lnTo>
                      <a:lnTo>
                        <a:pt x="42308" y="4102"/>
                      </a:lnTo>
                      <a:lnTo>
                        <a:pt x="42224" y="4248"/>
                      </a:lnTo>
                      <a:lnTo>
                        <a:pt x="42203" y="4039"/>
                      </a:lnTo>
                      <a:lnTo>
                        <a:pt x="42099" y="3955"/>
                      </a:lnTo>
                      <a:lnTo>
                        <a:pt x="41994" y="4039"/>
                      </a:lnTo>
                      <a:lnTo>
                        <a:pt x="41910" y="4039"/>
                      </a:lnTo>
                      <a:lnTo>
                        <a:pt x="41868" y="3871"/>
                      </a:lnTo>
                      <a:lnTo>
                        <a:pt x="41764" y="3976"/>
                      </a:lnTo>
                      <a:lnTo>
                        <a:pt x="41701" y="3976"/>
                      </a:lnTo>
                      <a:lnTo>
                        <a:pt x="41680" y="4060"/>
                      </a:lnTo>
                      <a:lnTo>
                        <a:pt x="41659" y="3892"/>
                      </a:lnTo>
                      <a:lnTo>
                        <a:pt x="41659" y="3830"/>
                      </a:lnTo>
                      <a:lnTo>
                        <a:pt x="41492" y="3830"/>
                      </a:lnTo>
                      <a:lnTo>
                        <a:pt x="41408" y="3851"/>
                      </a:lnTo>
                      <a:lnTo>
                        <a:pt x="41366" y="3788"/>
                      </a:lnTo>
                      <a:lnTo>
                        <a:pt x="41199" y="3851"/>
                      </a:lnTo>
                      <a:lnTo>
                        <a:pt x="41094" y="3851"/>
                      </a:lnTo>
                      <a:lnTo>
                        <a:pt x="41073" y="3892"/>
                      </a:lnTo>
                      <a:lnTo>
                        <a:pt x="41136" y="3955"/>
                      </a:lnTo>
                      <a:lnTo>
                        <a:pt x="41178" y="4081"/>
                      </a:lnTo>
                      <a:lnTo>
                        <a:pt x="41115" y="4060"/>
                      </a:lnTo>
                      <a:lnTo>
                        <a:pt x="41052" y="4081"/>
                      </a:lnTo>
                      <a:lnTo>
                        <a:pt x="41052" y="4164"/>
                      </a:lnTo>
                      <a:lnTo>
                        <a:pt x="41031" y="4143"/>
                      </a:lnTo>
                      <a:lnTo>
                        <a:pt x="40885" y="4164"/>
                      </a:lnTo>
                      <a:lnTo>
                        <a:pt x="40843" y="4143"/>
                      </a:lnTo>
                      <a:lnTo>
                        <a:pt x="40885" y="4039"/>
                      </a:lnTo>
                      <a:lnTo>
                        <a:pt x="40969" y="3976"/>
                      </a:lnTo>
                      <a:lnTo>
                        <a:pt x="40927" y="3871"/>
                      </a:lnTo>
                      <a:lnTo>
                        <a:pt x="40822" y="3851"/>
                      </a:lnTo>
                      <a:lnTo>
                        <a:pt x="40822" y="3955"/>
                      </a:lnTo>
                      <a:lnTo>
                        <a:pt x="40738" y="3997"/>
                      </a:lnTo>
                      <a:lnTo>
                        <a:pt x="40655" y="3892"/>
                      </a:lnTo>
                      <a:lnTo>
                        <a:pt x="40550" y="3871"/>
                      </a:lnTo>
                      <a:lnTo>
                        <a:pt x="40446" y="3767"/>
                      </a:lnTo>
                      <a:lnTo>
                        <a:pt x="40425" y="3851"/>
                      </a:lnTo>
                      <a:lnTo>
                        <a:pt x="40341" y="3871"/>
                      </a:lnTo>
                      <a:lnTo>
                        <a:pt x="40194" y="3871"/>
                      </a:lnTo>
                      <a:lnTo>
                        <a:pt x="40132" y="3788"/>
                      </a:lnTo>
                      <a:lnTo>
                        <a:pt x="40111" y="3892"/>
                      </a:lnTo>
                      <a:lnTo>
                        <a:pt x="40027" y="3955"/>
                      </a:lnTo>
                      <a:lnTo>
                        <a:pt x="39902" y="3851"/>
                      </a:lnTo>
                      <a:lnTo>
                        <a:pt x="39818" y="3851"/>
                      </a:lnTo>
                      <a:lnTo>
                        <a:pt x="39860" y="3955"/>
                      </a:lnTo>
                      <a:lnTo>
                        <a:pt x="39881" y="3997"/>
                      </a:lnTo>
                      <a:lnTo>
                        <a:pt x="39755" y="4102"/>
                      </a:lnTo>
                      <a:lnTo>
                        <a:pt x="39692" y="4081"/>
                      </a:lnTo>
                      <a:lnTo>
                        <a:pt x="39671" y="3997"/>
                      </a:lnTo>
                      <a:lnTo>
                        <a:pt x="39609" y="4102"/>
                      </a:lnTo>
                      <a:lnTo>
                        <a:pt x="39630" y="4269"/>
                      </a:lnTo>
                      <a:lnTo>
                        <a:pt x="39713" y="4353"/>
                      </a:lnTo>
                      <a:lnTo>
                        <a:pt x="39734" y="4457"/>
                      </a:lnTo>
                      <a:lnTo>
                        <a:pt x="39797" y="4478"/>
                      </a:lnTo>
                      <a:lnTo>
                        <a:pt x="39818" y="4625"/>
                      </a:lnTo>
                      <a:lnTo>
                        <a:pt x="39964" y="4667"/>
                      </a:lnTo>
                      <a:lnTo>
                        <a:pt x="40006" y="4729"/>
                      </a:lnTo>
                      <a:lnTo>
                        <a:pt x="40006" y="4834"/>
                      </a:lnTo>
                      <a:lnTo>
                        <a:pt x="40111" y="4918"/>
                      </a:lnTo>
                      <a:lnTo>
                        <a:pt x="40132" y="5001"/>
                      </a:lnTo>
                      <a:lnTo>
                        <a:pt x="40069" y="5106"/>
                      </a:lnTo>
                      <a:lnTo>
                        <a:pt x="40006" y="5085"/>
                      </a:lnTo>
                      <a:lnTo>
                        <a:pt x="39985" y="5001"/>
                      </a:lnTo>
                      <a:lnTo>
                        <a:pt x="39818" y="5043"/>
                      </a:lnTo>
                      <a:lnTo>
                        <a:pt x="39713" y="5022"/>
                      </a:lnTo>
                      <a:lnTo>
                        <a:pt x="39609" y="5043"/>
                      </a:lnTo>
                      <a:lnTo>
                        <a:pt x="39671" y="5127"/>
                      </a:lnTo>
                      <a:lnTo>
                        <a:pt x="39588" y="5232"/>
                      </a:lnTo>
                      <a:lnTo>
                        <a:pt x="39462" y="5232"/>
                      </a:lnTo>
                      <a:lnTo>
                        <a:pt x="39378" y="5211"/>
                      </a:lnTo>
                      <a:lnTo>
                        <a:pt x="39127" y="5336"/>
                      </a:lnTo>
                      <a:lnTo>
                        <a:pt x="38751" y="5399"/>
                      </a:lnTo>
                      <a:lnTo>
                        <a:pt x="38625" y="5336"/>
                      </a:lnTo>
                      <a:lnTo>
                        <a:pt x="38437" y="5336"/>
                      </a:lnTo>
                      <a:lnTo>
                        <a:pt x="38416" y="5357"/>
                      </a:lnTo>
                      <a:lnTo>
                        <a:pt x="38311" y="5336"/>
                      </a:lnTo>
                      <a:lnTo>
                        <a:pt x="37788" y="5315"/>
                      </a:lnTo>
                      <a:lnTo>
                        <a:pt x="37621" y="5190"/>
                      </a:lnTo>
                      <a:lnTo>
                        <a:pt x="37579" y="4980"/>
                      </a:lnTo>
                      <a:lnTo>
                        <a:pt x="37663" y="4834"/>
                      </a:lnTo>
                      <a:lnTo>
                        <a:pt x="37705" y="4813"/>
                      </a:lnTo>
                      <a:lnTo>
                        <a:pt x="37705" y="4729"/>
                      </a:lnTo>
                      <a:lnTo>
                        <a:pt x="37558" y="4688"/>
                      </a:lnTo>
                      <a:lnTo>
                        <a:pt x="37370" y="4688"/>
                      </a:lnTo>
                      <a:lnTo>
                        <a:pt x="37035" y="4834"/>
                      </a:lnTo>
                      <a:lnTo>
                        <a:pt x="36554" y="4876"/>
                      </a:lnTo>
                      <a:lnTo>
                        <a:pt x="36156" y="4980"/>
                      </a:lnTo>
                      <a:lnTo>
                        <a:pt x="35926" y="5022"/>
                      </a:lnTo>
                      <a:lnTo>
                        <a:pt x="35884" y="5106"/>
                      </a:lnTo>
                      <a:lnTo>
                        <a:pt x="35801" y="5106"/>
                      </a:lnTo>
                      <a:lnTo>
                        <a:pt x="35738" y="5190"/>
                      </a:lnTo>
                      <a:lnTo>
                        <a:pt x="35612" y="5252"/>
                      </a:lnTo>
                      <a:lnTo>
                        <a:pt x="35466" y="5399"/>
                      </a:lnTo>
                      <a:lnTo>
                        <a:pt x="35529" y="5545"/>
                      </a:lnTo>
                      <a:lnTo>
                        <a:pt x="35612" y="5566"/>
                      </a:lnTo>
                      <a:lnTo>
                        <a:pt x="35717" y="5524"/>
                      </a:lnTo>
                      <a:lnTo>
                        <a:pt x="35780" y="5545"/>
                      </a:lnTo>
                      <a:lnTo>
                        <a:pt x="35717" y="5629"/>
                      </a:lnTo>
                      <a:lnTo>
                        <a:pt x="35654" y="5650"/>
                      </a:lnTo>
                      <a:lnTo>
                        <a:pt x="35549" y="5755"/>
                      </a:lnTo>
                      <a:lnTo>
                        <a:pt x="35549" y="5817"/>
                      </a:lnTo>
                      <a:lnTo>
                        <a:pt x="35508" y="5755"/>
                      </a:lnTo>
                      <a:lnTo>
                        <a:pt x="35487" y="5545"/>
                      </a:lnTo>
                      <a:lnTo>
                        <a:pt x="35319" y="5420"/>
                      </a:lnTo>
                      <a:lnTo>
                        <a:pt x="35298" y="5336"/>
                      </a:lnTo>
                      <a:lnTo>
                        <a:pt x="35319" y="5252"/>
                      </a:lnTo>
                      <a:lnTo>
                        <a:pt x="35194" y="5148"/>
                      </a:lnTo>
                      <a:lnTo>
                        <a:pt x="35110" y="5148"/>
                      </a:lnTo>
                      <a:lnTo>
                        <a:pt x="34880" y="4939"/>
                      </a:lnTo>
                      <a:lnTo>
                        <a:pt x="34817" y="4939"/>
                      </a:lnTo>
                      <a:lnTo>
                        <a:pt x="34817" y="5022"/>
                      </a:lnTo>
                      <a:lnTo>
                        <a:pt x="35005" y="5232"/>
                      </a:lnTo>
                      <a:lnTo>
                        <a:pt x="35026" y="5357"/>
                      </a:lnTo>
                      <a:lnTo>
                        <a:pt x="34922" y="5462"/>
                      </a:lnTo>
                      <a:lnTo>
                        <a:pt x="34733" y="5504"/>
                      </a:lnTo>
                      <a:lnTo>
                        <a:pt x="34650" y="5545"/>
                      </a:lnTo>
                      <a:lnTo>
                        <a:pt x="34482" y="5545"/>
                      </a:lnTo>
                      <a:lnTo>
                        <a:pt x="34168" y="5294"/>
                      </a:lnTo>
                      <a:lnTo>
                        <a:pt x="34168" y="5190"/>
                      </a:lnTo>
                      <a:lnTo>
                        <a:pt x="34231" y="5106"/>
                      </a:lnTo>
                      <a:lnTo>
                        <a:pt x="34210" y="5022"/>
                      </a:lnTo>
                      <a:lnTo>
                        <a:pt x="34043" y="5085"/>
                      </a:lnTo>
                      <a:lnTo>
                        <a:pt x="34043" y="5211"/>
                      </a:lnTo>
                      <a:lnTo>
                        <a:pt x="33959" y="5294"/>
                      </a:lnTo>
                      <a:lnTo>
                        <a:pt x="33750" y="5148"/>
                      </a:lnTo>
                      <a:lnTo>
                        <a:pt x="33604" y="5148"/>
                      </a:lnTo>
                      <a:lnTo>
                        <a:pt x="33499" y="5252"/>
                      </a:lnTo>
                      <a:lnTo>
                        <a:pt x="33520" y="5441"/>
                      </a:lnTo>
                      <a:lnTo>
                        <a:pt x="33436" y="5566"/>
                      </a:lnTo>
                      <a:lnTo>
                        <a:pt x="33520" y="5734"/>
                      </a:lnTo>
                      <a:lnTo>
                        <a:pt x="33645" y="5776"/>
                      </a:lnTo>
                      <a:lnTo>
                        <a:pt x="33813" y="5650"/>
                      </a:lnTo>
                      <a:lnTo>
                        <a:pt x="33834" y="5566"/>
                      </a:lnTo>
                      <a:lnTo>
                        <a:pt x="34043" y="5441"/>
                      </a:lnTo>
                      <a:lnTo>
                        <a:pt x="34106" y="5524"/>
                      </a:lnTo>
                      <a:lnTo>
                        <a:pt x="34064" y="5650"/>
                      </a:lnTo>
                      <a:lnTo>
                        <a:pt x="33855" y="5817"/>
                      </a:lnTo>
                      <a:lnTo>
                        <a:pt x="33938" y="5880"/>
                      </a:lnTo>
                      <a:lnTo>
                        <a:pt x="33855" y="6027"/>
                      </a:lnTo>
                      <a:lnTo>
                        <a:pt x="33729" y="6068"/>
                      </a:lnTo>
                      <a:lnTo>
                        <a:pt x="33604" y="5985"/>
                      </a:lnTo>
                      <a:lnTo>
                        <a:pt x="33604" y="6048"/>
                      </a:lnTo>
                      <a:lnTo>
                        <a:pt x="33645" y="6173"/>
                      </a:lnTo>
                      <a:lnTo>
                        <a:pt x="33583" y="6299"/>
                      </a:lnTo>
                      <a:lnTo>
                        <a:pt x="33394" y="6445"/>
                      </a:lnTo>
                      <a:lnTo>
                        <a:pt x="33436" y="6550"/>
                      </a:lnTo>
                      <a:lnTo>
                        <a:pt x="33394" y="6592"/>
                      </a:lnTo>
                      <a:lnTo>
                        <a:pt x="33311" y="6592"/>
                      </a:lnTo>
                      <a:lnTo>
                        <a:pt x="33164" y="6759"/>
                      </a:lnTo>
                      <a:lnTo>
                        <a:pt x="32955" y="6780"/>
                      </a:lnTo>
                      <a:lnTo>
                        <a:pt x="32746" y="6801"/>
                      </a:lnTo>
                      <a:lnTo>
                        <a:pt x="32683" y="6926"/>
                      </a:lnTo>
                      <a:lnTo>
                        <a:pt x="32746" y="7094"/>
                      </a:lnTo>
                      <a:lnTo>
                        <a:pt x="32913" y="7303"/>
                      </a:lnTo>
                      <a:lnTo>
                        <a:pt x="32997" y="7324"/>
                      </a:lnTo>
                      <a:lnTo>
                        <a:pt x="32913" y="7345"/>
                      </a:lnTo>
                      <a:lnTo>
                        <a:pt x="32767" y="7345"/>
                      </a:lnTo>
                      <a:lnTo>
                        <a:pt x="32746" y="7429"/>
                      </a:lnTo>
                      <a:lnTo>
                        <a:pt x="32767" y="7491"/>
                      </a:lnTo>
                      <a:lnTo>
                        <a:pt x="32704" y="7596"/>
                      </a:lnTo>
                      <a:lnTo>
                        <a:pt x="32599" y="7701"/>
                      </a:lnTo>
                      <a:lnTo>
                        <a:pt x="32495" y="7701"/>
                      </a:lnTo>
                      <a:lnTo>
                        <a:pt x="32474" y="7763"/>
                      </a:lnTo>
                      <a:lnTo>
                        <a:pt x="32495" y="7659"/>
                      </a:lnTo>
                      <a:lnTo>
                        <a:pt x="32599" y="7596"/>
                      </a:lnTo>
                      <a:lnTo>
                        <a:pt x="32683" y="7282"/>
                      </a:lnTo>
                      <a:lnTo>
                        <a:pt x="32599" y="7219"/>
                      </a:lnTo>
                      <a:lnTo>
                        <a:pt x="32599" y="7115"/>
                      </a:lnTo>
                      <a:lnTo>
                        <a:pt x="32662" y="7073"/>
                      </a:lnTo>
                      <a:lnTo>
                        <a:pt x="32662" y="6926"/>
                      </a:lnTo>
                      <a:lnTo>
                        <a:pt x="32599" y="6780"/>
                      </a:lnTo>
                      <a:lnTo>
                        <a:pt x="32662" y="6612"/>
                      </a:lnTo>
                      <a:lnTo>
                        <a:pt x="32767" y="6550"/>
                      </a:lnTo>
                      <a:lnTo>
                        <a:pt x="32808" y="6445"/>
                      </a:lnTo>
                      <a:lnTo>
                        <a:pt x="32767" y="6194"/>
                      </a:lnTo>
                      <a:lnTo>
                        <a:pt x="32746" y="6152"/>
                      </a:lnTo>
                      <a:lnTo>
                        <a:pt x="32788" y="6068"/>
                      </a:lnTo>
                      <a:lnTo>
                        <a:pt x="32871" y="6068"/>
                      </a:lnTo>
                      <a:lnTo>
                        <a:pt x="32913" y="6089"/>
                      </a:lnTo>
                      <a:lnTo>
                        <a:pt x="33080" y="6048"/>
                      </a:lnTo>
                      <a:lnTo>
                        <a:pt x="33185" y="5776"/>
                      </a:lnTo>
                      <a:lnTo>
                        <a:pt x="33164" y="5671"/>
                      </a:lnTo>
                      <a:lnTo>
                        <a:pt x="33101" y="5545"/>
                      </a:lnTo>
                      <a:lnTo>
                        <a:pt x="33185" y="5252"/>
                      </a:lnTo>
                      <a:lnTo>
                        <a:pt x="33269" y="5127"/>
                      </a:lnTo>
                      <a:lnTo>
                        <a:pt x="33373" y="4939"/>
                      </a:lnTo>
                      <a:lnTo>
                        <a:pt x="33311" y="4792"/>
                      </a:lnTo>
                      <a:lnTo>
                        <a:pt x="33290" y="4792"/>
                      </a:lnTo>
                      <a:lnTo>
                        <a:pt x="33206" y="4876"/>
                      </a:lnTo>
                      <a:lnTo>
                        <a:pt x="33122" y="4876"/>
                      </a:lnTo>
                      <a:lnTo>
                        <a:pt x="32997" y="4813"/>
                      </a:lnTo>
                      <a:lnTo>
                        <a:pt x="33122" y="4813"/>
                      </a:lnTo>
                      <a:lnTo>
                        <a:pt x="33269" y="4708"/>
                      </a:lnTo>
                      <a:lnTo>
                        <a:pt x="33373" y="4667"/>
                      </a:lnTo>
                      <a:lnTo>
                        <a:pt x="33415" y="4562"/>
                      </a:lnTo>
                      <a:lnTo>
                        <a:pt x="33394" y="4499"/>
                      </a:lnTo>
                      <a:lnTo>
                        <a:pt x="33436" y="4415"/>
                      </a:lnTo>
                      <a:lnTo>
                        <a:pt x="33520" y="4248"/>
                      </a:lnTo>
                      <a:lnTo>
                        <a:pt x="33499" y="4185"/>
                      </a:lnTo>
                      <a:lnTo>
                        <a:pt x="33541" y="4081"/>
                      </a:lnTo>
                      <a:lnTo>
                        <a:pt x="33708" y="3997"/>
                      </a:lnTo>
                      <a:lnTo>
                        <a:pt x="33708" y="3892"/>
                      </a:lnTo>
                      <a:lnTo>
                        <a:pt x="33624" y="3830"/>
                      </a:lnTo>
                      <a:lnTo>
                        <a:pt x="33624" y="3767"/>
                      </a:lnTo>
                      <a:lnTo>
                        <a:pt x="33708" y="3641"/>
                      </a:lnTo>
                      <a:lnTo>
                        <a:pt x="33687" y="3537"/>
                      </a:lnTo>
                      <a:lnTo>
                        <a:pt x="33729" y="3432"/>
                      </a:lnTo>
                      <a:lnTo>
                        <a:pt x="33792" y="3411"/>
                      </a:lnTo>
                      <a:lnTo>
                        <a:pt x="33855" y="3223"/>
                      </a:lnTo>
                      <a:lnTo>
                        <a:pt x="33855" y="3014"/>
                      </a:lnTo>
                      <a:lnTo>
                        <a:pt x="33813" y="2804"/>
                      </a:lnTo>
                      <a:lnTo>
                        <a:pt x="33708" y="2616"/>
                      </a:lnTo>
                      <a:lnTo>
                        <a:pt x="33729" y="2574"/>
                      </a:lnTo>
                      <a:lnTo>
                        <a:pt x="33708" y="2491"/>
                      </a:lnTo>
                      <a:lnTo>
                        <a:pt x="33645" y="2470"/>
                      </a:lnTo>
                      <a:lnTo>
                        <a:pt x="33604" y="2491"/>
                      </a:lnTo>
                      <a:lnTo>
                        <a:pt x="33520" y="2428"/>
                      </a:lnTo>
                      <a:lnTo>
                        <a:pt x="33478" y="2365"/>
                      </a:lnTo>
                      <a:lnTo>
                        <a:pt x="33436" y="2365"/>
                      </a:lnTo>
                      <a:lnTo>
                        <a:pt x="33394" y="2491"/>
                      </a:lnTo>
                      <a:lnTo>
                        <a:pt x="33332" y="2532"/>
                      </a:lnTo>
                      <a:lnTo>
                        <a:pt x="33290" y="2491"/>
                      </a:lnTo>
                      <a:lnTo>
                        <a:pt x="33206" y="2365"/>
                      </a:lnTo>
                      <a:lnTo>
                        <a:pt x="33227" y="2323"/>
                      </a:lnTo>
                      <a:lnTo>
                        <a:pt x="33185" y="2302"/>
                      </a:lnTo>
                      <a:lnTo>
                        <a:pt x="33018" y="2281"/>
                      </a:lnTo>
                      <a:lnTo>
                        <a:pt x="32955" y="2177"/>
                      </a:lnTo>
                      <a:lnTo>
                        <a:pt x="32976" y="2156"/>
                      </a:lnTo>
                      <a:lnTo>
                        <a:pt x="33122" y="2156"/>
                      </a:lnTo>
                      <a:lnTo>
                        <a:pt x="33332" y="2219"/>
                      </a:lnTo>
                      <a:lnTo>
                        <a:pt x="33415" y="2302"/>
                      </a:lnTo>
                      <a:lnTo>
                        <a:pt x="33478" y="2260"/>
                      </a:lnTo>
                      <a:lnTo>
                        <a:pt x="33520" y="2260"/>
                      </a:lnTo>
                      <a:lnTo>
                        <a:pt x="33583" y="2323"/>
                      </a:lnTo>
                      <a:lnTo>
                        <a:pt x="33604" y="2386"/>
                      </a:lnTo>
                      <a:lnTo>
                        <a:pt x="33645" y="2386"/>
                      </a:lnTo>
                      <a:lnTo>
                        <a:pt x="33645" y="2302"/>
                      </a:lnTo>
                      <a:lnTo>
                        <a:pt x="33541" y="2177"/>
                      </a:lnTo>
                      <a:lnTo>
                        <a:pt x="33541" y="2072"/>
                      </a:lnTo>
                      <a:lnTo>
                        <a:pt x="33478" y="1967"/>
                      </a:lnTo>
                      <a:lnTo>
                        <a:pt x="33394" y="1905"/>
                      </a:lnTo>
                      <a:lnTo>
                        <a:pt x="33332" y="1905"/>
                      </a:lnTo>
                      <a:lnTo>
                        <a:pt x="33290" y="1967"/>
                      </a:lnTo>
                      <a:lnTo>
                        <a:pt x="33206" y="1947"/>
                      </a:lnTo>
                      <a:lnTo>
                        <a:pt x="33185" y="1800"/>
                      </a:lnTo>
                      <a:lnTo>
                        <a:pt x="33018" y="1654"/>
                      </a:lnTo>
                      <a:lnTo>
                        <a:pt x="33018" y="1549"/>
                      </a:lnTo>
                      <a:lnTo>
                        <a:pt x="32955" y="1465"/>
                      </a:lnTo>
                      <a:lnTo>
                        <a:pt x="32892" y="1382"/>
                      </a:lnTo>
                      <a:lnTo>
                        <a:pt x="32808" y="1382"/>
                      </a:lnTo>
                      <a:lnTo>
                        <a:pt x="32704" y="1444"/>
                      </a:lnTo>
                      <a:lnTo>
                        <a:pt x="32704" y="1549"/>
                      </a:lnTo>
                      <a:lnTo>
                        <a:pt x="32808" y="1549"/>
                      </a:lnTo>
                      <a:lnTo>
                        <a:pt x="32892" y="1591"/>
                      </a:lnTo>
                      <a:lnTo>
                        <a:pt x="32871" y="1654"/>
                      </a:lnTo>
                      <a:lnTo>
                        <a:pt x="32788" y="1695"/>
                      </a:lnTo>
                      <a:lnTo>
                        <a:pt x="32788" y="1779"/>
                      </a:lnTo>
                      <a:lnTo>
                        <a:pt x="32746" y="1800"/>
                      </a:lnTo>
                      <a:lnTo>
                        <a:pt x="32536" y="1570"/>
                      </a:lnTo>
                      <a:lnTo>
                        <a:pt x="32536" y="1486"/>
                      </a:lnTo>
                      <a:lnTo>
                        <a:pt x="32474" y="1361"/>
                      </a:lnTo>
                      <a:lnTo>
                        <a:pt x="32369" y="1340"/>
                      </a:lnTo>
                      <a:lnTo>
                        <a:pt x="31930" y="1068"/>
                      </a:lnTo>
                      <a:lnTo>
                        <a:pt x="31825" y="1026"/>
                      </a:lnTo>
                      <a:lnTo>
                        <a:pt x="31804" y="1005"/>
                      </a:lnTo>
                      <a:lnTo>
                        <a:pt x="31532" y="1026"/>
                      </a:lnTo>
                      <a:lnTo>
                        <a:pt x="31511" y="921"/>
                      </a:lnTo>
                      <a:lnTo>
                        <a:pt x="31553" y="858"/>
                      </a:lnTo>
                      <a:lnTo>
                        <a:pt x="31532" y="796"/>
                      </a:lnTo>
                      <a:lnTo>
                        <a:pt x="31407" y="817"/>
                      </a:lnTo>
                      <a:lnTo>
                        <a:pt x="31344" y="754"/>
                      </a:lnTo>
                      <a:lnTo>
                        <a:pt x="31218" y="796"/>
                      </a:lnTo>
                      <a:lnTo>
                        <a:pt x="31135" y="858"/>
                      </a:lnTo>
                      <a:lnTo>
                        <a:pt x="31093" y="838"/>
                      </a:lnTo>
                      <a:lnTo>
                        <a:pt x="30988" y="942"/>
                      </a:lnTo>
                      <a:lnTo>
                        <a:pt x="30925" y="1047"/>
                      </a:lnTo>
                      <a:lnTo>
                        <a:pt x="30779" y="1047"/>
                      </a:lnTo>
                      <a:lnTo>
                        <a:pt x="30695" y="1026"/>
                      </a:lnTo>
                      <a:lnTo>
                        <a:pt x="30570" y="1172"/>
                      </a:lnTo>
                      <a:lnTo>
                        <a:pt x="30381" y="1235"/>
                      </a:lnTo>
                      <a:lnTo>
                        <a:pt x="30298" y="1256"/>
                      </a:lnTo>
                      <a:lnTo>
                        <a:pt x="30256" y="1214"/>
                      </a:lnTo>
                      <a:lnTo>
                        <a:pt x="30172" y="1214"/>
                      </a:lnTo>
                      <a:lnTo>
                        <a:pt x="30130" y="1256"/>
                      </a:lnTo>
                      <a:lnTo>
                        <a:pt x="30130" y="1361"/>
                      </a:lnTo>
                      <a:lnTo>
                        <a:pt x="30193" y="1382"/>
                      </a:lnTo>
                      <a:lnTo>
                        <a:pt x="30256" y="1382"/>
                      </a:lnTo>
                      <a:lnTo>
                        <a:pt x="30298" y="1549"/>
                      </a:lnTo>
                      <a:lnTo>
                        <a:pt x="30339" y="1758"/>
                      </a:lnTo>
                      <a:lnTo>
                        <a:pt x="30256" y="1905"/>
                      </a:lnTo>
                      <a:lnTo>
                        <a:pt x="30067" y="1905"/>
                      </a:lnTo>
                      <a:lnTo>
                        <a:pt x="29942" y="2051"/>
                      </a:lnTo>
                      <a:lnTo>
                        <a:pt x="29733" y="2093"/>
                      </a:lnTo>
                      <a:lnTo>
                        <a:pt x="29649" y="2072"/>
                      </a:lnTo>
                      <a:lnTo>
                        <a:pt x="29754" y="1988"/>
                      </a:lnTo>
                      <a:lnTo>
                        <a:pt x="29837" y="1967"/>
                      </a:lnTo>
                      <a:lnTo>
                        <a:pt x="29858" y="1842"/>
                      </a:lnTo>
                      <a:lnTo>
                        <a:pt x="29733" y="1591"/>
                      </a:lnTo>
                      <a:lnTo>
                        <a:pt x="29816" y="1444"/>
                      </a:lnTo>
                      <a:lnTo>
                        <a:pt x="29816" y="1340"/>
                      </a:lnTo>
                      <a:lnTo>
                        <a:pt x="29858" y="1256"/>
                      </a:lnTo>
                      <a:lnTo>
                        <a:pt x="29775" y="1068"/>
                      </a:lnTo>
                      <a:lnTo>
                        <a:pt x="29775" y="963"/>
                      </a:lnTo>
                      <a:lnTo>
                        <a:pt x="29628" y="817"/>
                      </a:lnTo>
                      <a:lnTo>
                        <a:pt x="29523" y="858"/>
                      </a:lnTo>
                      <a:lnTo>
                        <a:pt x="29440" y="817"/>
                      </a:lnTo>
                      <a:lnTo>
                        <a:pt x="29398" y="817"/>
                      </a:lnTo>
                      <a:lnTo>
                        <a:pt x="29356" y="942"/>
                      </a:lnTo>
                      <a:lnTo>
                        <a:pt x="29210" y="963"/>
                      </a:lnTo>
                      <a:lnTo>
                        <a:pt x="29147" y="921"/>
                      </a:lnTo>
                      <a:lnTo>
                        <a:pt x="29042" y="963"/>
                      </a:lnTo>
                      <a:lnTo>
                        <a:pt x="28938" y="1130"/>
                      </a:lnTo>
                      <a:lnTo>
                        <a:pt x="28707" y="1130"/>
                      </a:lnTo>
                      <a:lnTo>
                        <a:pt x="28707" y="1047"/>
                      </a:lnTo>
                      <a:lnTo>
                        <a:pt x="28791" y="921"/>
                      </a:lnTo>
                      <a:lnTo>
                        <a:pt x="28791" y="838"/>
                      </a:lnTo>
                      <a:lnTo>
                        <a:pt x="28707" y="817"/>
                      </a:lnTo>
                      <a:lnTo>
                        <a:pt x="28519" y="1110"/>
                      </a:lnTo>
                      <a:lnTo>
                        <a:pt x="28268" y="1214"/>
                      </a:lnTo>
                      <a:lnTo>
                        <a:pt x="28163" y="1172"/>
                      </a:lnTo>
                      <a:lnTo>
                        <a:pt x="28268" y="1026"/>
                      </a:lnTo>
                      <a:lnTo>
                        <a:pt x="28394" y="1005"/>
                      </a:lnTo>
                      <a:lnTo>
                        <a:pt x="28519" y="817"/>
                      </a:lnTo>
                      <a:lnTo>
                        <a:pt x="28498" y="691"/>
                      </a:lnTo>
                      <a:lnTo>
                        <a:pt x="28561" y="586"/>
                      </a:lnTo>
                      <a:lnTo>
                        <a:pt x="28561" y="524"/>
                      </a:lnTo>
                      <a:lnTo>
                        <a:pt x="28645" y="440"/>
                      </a:lnTo>
                      <a:lnTo>
                        <a:pt x="28645" y="398"/>
                      </a:lnTo>
                      <a:lnTo>
                        <a:pt x="28477" y="335"/>
                      </a:lnTo>
                      <a:lnTo>
                        <a:pt x="28414" y="294"/>
                      </a:lnTo>
                      <a:lnTo>
                        <a:pt x="28414" y="126"/>
                      </a:lnTo>
                      <a:lnTo>
                        <a:pt x="28373" y="105"/>
                      </a:lnTo>
                      <a:lnTo>
                        <a:pt x="28205" y="231"/>
                      </a:lnTo>
                      <a:lnTo>
                        <a:pt x="28059" y="210"/>
                      </a:lnTo>
                      <a:lnTo>
                        <a:pt x="27996" y="63"/>
                      </a:lnTo>
                      <a:lnTo>
                        <a:pt x="27891" y="63"/>
                      </a:lnTo>
                      <a:lnTo>
                        <a:pt x="27787" y="168"/>
                      </a:lnTo>
                      <a:lnTo>
                        <a:pt x="2766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321" name="Google Shape;2321;p56"/>
                <p:cNvSpPr/>
                <p:nvPr/>
              </p:nvSpPr>
              <p:spPr>
                <a:xfrm>
                  <a:off x="5538025" y="2213300"/>
                  <a:ext cx="94175" cy="208750"/>
                </a:xfrm>
                <a:custGeom>
                  <a:avLst/>
                  <a:gdLst/>
                  <a:ahLst/>
                  <a:cxnLst/>
                  <a:rect l="l" t="t" r="r" b="b"/>
                  <a:pathLst>
                    <a:path w="3767" h="8350" extrusionOk="0">
                      <a:moveTo>
                        <a:pt x="251" y="1"/>
                      </a:moveTo>
                      <a:lnTo>
                        <a:pt x="209" y="63"/>
                      </a:lnTo>
                      <a:lnTo>
                        <a:pt x="251" y="105"/>
                      </a:lnTo>
                      <a:lnTo>
                        <a:pt x="251" y="189"/>
                      </a:lnTo>
                      <a:lnTo>
                        <a:pt x="188" y="210"/>
                      </a:lnTo>
                      <a:lnTo>
                        <a:pt x="105" y="168"/>
                      </a:lnTo>
                      <a:lnTo>
                        <a:pt x="0" y="168"/>
                      </a:lnTo>
                      <a:lnTo>
                        <a:pt x="168" y="314"/>
                      </a:lnTo>
                      <a:lnTo>
                        <a:pt x="356" y="461"/>
                      </a:lnTo>
                      <a:lnTo>
                        <a:pt x="419" y="524"/>
                      </a:lnTo>
                      <a:lnTo>
                        <a:pt x="398" y="670"/>
                      </a:lnTo>
                      <a:lnTo>
                        <a:pt x="460" y="607"/>
                      </a:lnTo>
                      <a:lnTo>
                        <a:pt x="502" y="607"/>
                      </a:lnTo>
                      <a:lnTo>
                        <a:pt x="565" y="691"/>
                      </a:lnTo>
                      <a:lnTo>
                        <a:pt x="502" y="733"/>
                      </a:lnTo>
                      <a:lnTo>
                        <a:pt x="419" y="775"/>
                      </a:lnTo>
                      <a:lnTo>
                        <a:pt x="460" y="838"/>
                      </a:lnTo>
                      <a:lnTo>
                        <a:pt x="523" y="838"/>
                      </a:lnTo>
                      <a:lnTo>
                        <a:pt x="565" y="984"/>
                      </a:lnTo>
                      <a:lnTo>
                        <a:pt x="481" y="1026"/>
                      </a:lnTo>
                      <a:lnTo>
                        <a:pt x="377" y="1005"/>
                      </a:lnTo>
                      <a:lnTo>
                        <a:pt x="314" y="900"/>
                      </a:lnTo>
                      <a:lnTo>
                        <a:pt x="251" y="984"/>
                      </a:lnTo>
                      <a:lnTo>
                        <a:pt x="168" y="1130"/>
                      </a:lnTo>
                      <a:lnTo>
                        <a:pt x="272" y="1235"/>
                      </a:lnTo>
                      <a:lnTo>
                        <a:pt x="314" y="1382"/>
                      </a:lnTo>
                      <a:lnTo>
                        <a:pt x="419" y="1528"/>
                      </a:lnTo>
                      <a:lnTo>
                        <a:pt x="523" y="1716"/>
                      </a:lnTo>
                      <a:lnTo>
                        <a:pt x="523" y="1946"/>
                      </a:lnTo>
                      <a:lnTo>
                        <a:pt x="586" y="1988"/>
                      </a:lnTo>
                      <a:lnTo>
                        <a:pt x="607" y="2177"/>
                      </a:lnTo>
                      <a:lnTo>
                        <a:pt x="691" y="2470"/>
                      </a:lnTo>
                      <a:lnTo>
                        <a:pt x="774" y="2658"/>
                      </a:lnTo>
                      <a:lnTo>
                        <a:pt x="900" y="2700"/>
                      </a:lnTo>
                      <a:lnTo>
                        <a:pt x="900" y="2762"/>
                      </a:lnTo>
                      <a:lnTo>
                        <a:pt x="837" y="2804"/>
                      </a:lnTo>
                      <a:lnTo>
                        <a:pt x="1130" y="3097"/>
                      </a:lnTo>
                      <a:lnTo>
                        <a:pt x="1235" y="3118"/>
                      </a:lnTo>
                      <a:lnTo>
                        <a:pt x="1360" y="3307"/>
                      </a:lnTo>
                      <a:lnTo>
                        <a:pt x="1402" y="3516"/>
                      </a:lnTo>
                      <a:lnTo>
                        <a:pt x="1402" y="3641"/>
                      </a:lnTo>
                      <a:lnTo>
                        <a:pt x="1465" y="3809"/>
                      </a:lnTo>
                      <a:lnTo>
                        <a:pt x="1465" y="3934"/>
                      </a:lnTo>
                      <a:lnTo>
                        <a:pt x="1569" y="3976"/>
                      </a:lnTo>
                      <a:lnTo>
                        <a:pt x="1674" y="4123"/>
                      </a:lnTo>
                      <a:lnTo>
                        <a:pt x="1653" y="4143"/>
                      </a:lnTo>
                      <a:lnTo>
                        <a:pt x="1653" y="4227"/>
                      </a:lnTo>
                      <a:lnTo>
                        <a:pt x="1779" y="4436"/>
                      </a:lnTo>
                      <a:lnTo>
                        <a:pt x="1821" y="4562"/>
                      </a:lnTo>
                      <a:lnTo>
                        <a:pt x="1883" y="4708"/>
                      </a:lnTo>
                      <a:lnTo>
                        <a:pt x="1883" y="4918"/>
                      </a:lnTo>
                      <a:lnTo>
                        <a:pt x="1946" y="5001"/>
                      </a:lnTo>
                      <a:lnTo>
                        <a:pt x="1925" y="5106"/>
                      </a:lnTo>
                      <a:lnTo>
                        <a:pt x="1946" y="5315"/>
                      </a:lnTo>
                      <a:lnTo>
                        <a:pt x="2051" y="5524"/>
                      </a:lnTo>
                      <a:lnTo>
                        <a:pt x="2030" y="5608"/>
                      </a:lnTo>
                      <a:lnTo>
                        <a:pt x="2030" y="5755"/>
                      </a:lnTo>
                      <a:lnTo>
                        <a:pt x="2155" y="5859"/>
                      </a:lnTo>
                      <a:lnTo>
                        <a:pt x="2365" y="6131"/>
                      </a:lnTo>
                      <a:lnTo>
                        <a:pt x="2365" y="6257"/>
                      </a:lnTo>
                      <a:lnTo>
                        <a:pt x="2448" y="6424"/>
                      </a:lnTo>
                      <a:lnTo>
                        <a:pt x="2406" y="6654"/>
                      </a:lnTo>
                      <a:lnTo>
                        <a:pt x="2448" y="6843"/>
                      </a:lnTo>
                      <a:lnTo>
                        <a:pt x="2553" y="7010"/>
                      </a:lnTo>
                      <a:lnTo>
                        <a:pt x="2574" y="7156"/>
                      </a:lnTo>
                      <a:lnTo>
                        <a:pt x="2720" y="7324"/>
                      </a:lnTo>
                      <a:lnTo>
                        <a:pt x="2762" y="7408"/>
                      </a:lnTo>
                      <a:lnTo>
                        <a:pt x="2699" y="7596"/>
                      </a:lnTo>
                      <a:lnTo>
                        <a:pt x="2699" y="7847"/>
                      </a:lnTo>
                      <a:lnTo>
                        <a:pt x="2762" y="7993"/>
                      </a:lnTo>
                      <a:lnTo>
                        <a:pt x="2867" y="8098"/>
                      </a:lnTo>
                      <a:lnTo>
                        <a:pt x="2929" y="8244"/>
                      </a:lnTo>
                      <a:lnTo>
                        <a:pt x="3097" y="8349"/>
                      </a:lnTo>
                      <a:lnTo>
                        <a:pt x="3097" y="8349"/>
                      </a:lnTo>
                      <a:lnTo>
                        <a:pt x="3076" y="8224"/>
                      </a:lnTo>
                      <a:lnTo>
                        <a:pt x="3097" y="8098"/>
                      </a:lnTo>
                      <a:lnTo>
                        <a:pt x="3034" y="7993"/>
                      </a:lnTo>
                      <a:lnTo>
                        <a:pt x="3013" y="7847"/>
                      </a:lnTo>
                      <a:lnTo>
                        <a:pt x="3034" y="7680"/>
                      </a:lnTo>
                      <a:lnTo>
                        <a:pt x="3139" y="7575"/>
                      </a:lnTo>
                      <a:lnTo>
                        <a:pt x="3201" y="7596"/>
                      </a:lnTo>
                      <a:lnTo>
                        <a:pt x="3201" y="7680"/>
                      </a:lnTo>
                      <a:lnTo>
                        <a:pt x="3243" y="7721"/>
                      </a:lnTo>
                      <a:lnTo>
                        <a:pt x="3494" y="7700"/>
                      </a:lnTo>
                      <a:lnTo>
                        <a:pt x="3515" y="7638"/>
                      </a:lnTo>
                      <a:lnTo>
                        <a:pt x="3557" y="7638"/>
                      </a:lnTo>
                      <a:lnTo>
                        <a:pt x="3599" y="7700"/>
                      </a:lnTo>
                      <a:lnTo>
                        <a:pt x="3557" y="7721"/>
                      </a:lnTo>
                      <a:lnTo>
                        <a:pt x="3557" y="7826"/>
                      </a:lnTo>
                      <a:lnTo>
                        <a:pt x="3704" y="7952"/>
                      </a:lnTo>
                      <a:lnTo>
                        <a:pt x="3725" y="8056"/>
                      </a:lnTo>
                      <a:lnTo>
                        <a:pt x="3766" y="8119"/>
                      </a:lnTo>
                      <a:lnTo>
                        <a:pt x="3766" y="8035"/>
                      </a:lnTo>
                      <a:lnTo>
                        <a:pt x="3745" y="7993"/>
                      </a:lnTo>
                      <a:lnTo>
                        <a:pt x="3766" y="7847"/>
                      </a:lnTo>
                      <a:lnTo>
                        <a:pt x="3766" y="7721"/>
                      </a:lnTo>
                      <a:lnTo>
                        <a:pt x="3662" y="7638"/>
                      </a:lnTo>
                      <a:lnTo>
                        <a:pt x="3641" y="7491"/>
                      </a:lnTo>
                      <a:lnTo>
                        <a:pt x="3599" y="7387"/>
                      </a:lnTo>
                      <a:lnTo>
                        <a:pt x="3515" y="7428"/>
                      </a:lnTo>
                      <a:lnTo>
                        <a:pt x="3432" y="7428"/>
                      </a:lnTo>
                      <a:lnTo>
                        <a:pt x="3285" y="7324"/>
                      </a:lnTo>
                      <a:lnTo>
                        <a:pt x="3243" y="7156"/>
                      </a:lnTo>
                      <a:lnTo>
                        <a:pt x="3181" y="7010"/>
                      </a:lnTo>
                      <a:lnTo>
                        <a:pt x="3034" y="6905"/>
                      </a:lnTo>
                      <a:lnTo>
                        <a:pt x="2929" y="6884"/>
                      </a:lnTo>
                      <a:lnTo>
                        <a:pt x="2867" y="6780"/>
                      </a:lnTo>
                      <a:lnTo>
                        <a:pt x="2804" y="6571"/>
                      </a:lnTo>
                      <a:lnTo>
                        <a:pt x="2720" y="6424"/>
                      </a:lnTo>
                      <a:lnTo>
                        <a:pt x="2678" y="6278"/>
                      </a:lnTo>
                      <a:lnTo>
                        <a:pt x="2678" y="6089"/>
                      </a:lnTo>
                      <a:lnTo>
                        <a:pt x="2657" y="5859"/>
                      </a:lnTo>
                      <a:lnTo>
                        <a:pt x="2595" y="5755"/>
                      </a:lnTo>
                      <a:lnTo>
                        <a:pt x="2616" y="5545"/>
                      </a:lnTo>
                      <a:lnTo>
                        <a:pt x="2595" y="5441"/>
                      </a:lnTo>
                      <a:lnTo>
                        <a:pt x="2511" y="5294"/>
                      </a:lnTo>
                      <a:lnTo>
                        <a:pt x="2574" y="5211"/>
                      </a:lnTo>
                      <a:lnTo>
                        <a:pt x="2595" y="5127"/>
                      </a:lnTo>
                      <a:lnTo>
                        <a:pt x="2595" y="5085"/>
                      </a:lnTo>
                      <a:lnTo>
                        <a:pt x="2657" y="5043"/>
                      </a:lnTo>
                      <a:lnTo>
                        <a:pt x="2720" y="5085"/>
                      </a:lnTo>
                      <a:lnTo>
                        <a:pt x="2867" y="5043"/>
                      </a:lnTo>
                      <a:lnTo>
                        <a:pt x="2992" y="5043"/>
                      </a:lnTo>
                      <a:lnTo>
                        <a:pt x="3118" y="5127"/>
                      </a:lnTo>
                      <a:lnTo>
                        <a:pt x="3201" y="5315"/>
                      </a:lnTo>
                      <a:lnTo>
                        <a:pt x="3306" y="5336"/>
                      </a:lnTo>
                      <a:lnTo>
                        <a:pt x="3411" y="5420"/>
                      </a:lnTo>
                      <a:lnTo>
                        <a:pt x="3515" y="5566"/>
                      </a:lnTo>
                      <a:lnTo>
                        <a:pt x="3599" y="5608"/>
                      </a:lnTo>
                      <a:lnTo>
                        <a:pt x="3536" y="5483"/>
                      </a:lnTo>
                      <a:lnTo>
                        <a:pt x="3411" y="5315"/>
                      </a:lnTo>
                      <a:lnTo>
                        <a:pt x="3243" y="5211"/>
                      </a:lnTo>
                      <a:lnTo>
                        <a:pt x="3139" y="5022"/>
                      </a:lnTo>
                      <a:lnTo>
                        <a:pt x="3034" y="4897"/>
                      </a:lnTo>
                      <a:lnTo>
                        <a:pt x="3034" y="4813"/>
                      </a:lnTo>
                      <a:lnTo>
                        <a:pt x="2992" y="4771"/>
                      </a:lnTo>
                      <a:lnTo>
                        <a:pt x="2888" y="4562"/>
                      </a:lnTo>
                      <a:lnTo>
                        <a:pt x="2825" y="4436"/>
                      </a:lnTo>
                      <a:lnTo>
                        <a:pt x="2762" y="4395"/>
                      </a:lnTo>
                      <a:lnTo>
                        <a:pt x="2720" y="4269"/>
                      </a:lnTo>
                      <a:lnTo>
                        <a:pt x="2574" y="4060"/>
                      </a:lnTo>
                      <a:lnTo>
                        <a:pt x="2406" y="3809"/>
                      </a:lnTo>
                      <a:lnTo>
                        <a:pt x="2365" y="3641"/>
                      </a:lnTo>
                      <a:lnTo>
                        <a:pt x="2155" y="3390"/>
                      </a:lnTo>
                      <a:lnTo>
                        <a:pt x="2072" y="3181"/>
                      </a:lnTo>
                      <a:lnTo>
                        <a:pt x="1967" y="3118"/>
                      </a:lnTo>
                      <a:lnTo>
                        <a:pt x="1967" y="3014"/>
                      </a:lnTo>
                      <a:lnTo>
                        <a:pt x="1925" y="2888"/>
                      </a:lnTo>
                      <a:lnTo>
                        <a:pt x="1841" y="2867"/>
                      </a:lnTo>
                      <a:lnTo>
                        <a:pt x="1841" y="2909"/>
                      </a:lnTo>
                      <a:lnTo>
                        <a:pt x="1758" y="2909"/>
                      </a:lnTo>
                      <a:lnTo>
                        <a:pt x="1737" y="2867"/>
                      </a:lnTo>
                      <a:lnTo>
                        <a:pt x="1758" y="2762"/>
                      </a:lnTo>
                      <a:lnTo>
                        <a:pt x="1737" y="2679"/>
                      </a:lnTo>
                      <a:lnTo>
                        <a:pt x="1632" y="2616"/>
                      </a:lnTo>
                      <a:lnTo>
                        <a:pt x="1528" y="2490"/>
                      </a:lnTo>
                      <a:lnTo>
                        <a:pt x="1465" y="2344"/>
                      </a:lnTo>
                      <a:lnTo>
                        <a:pt x="1402" y="2260"/>
                      </a:lnTo>
                      <a:lnTo>
                        <a:pt x="1402" y="2135"/>
                      </a:lnTo>
                      <a:lnTo>
                        <a:pt x="1423" y="2030"/>
                      </a:lnTo>
                      <a:lnTo>
                        <a:pt x="1444" y="2051"/>
                      </a:lnTo>
                      <a:lnTo>
                        <a:pt x="1423" y="1884"/>
                      </a:lnTo>
                      <a:lnTo>
                        <a:pt x="1402" y="1716"/>
                      </a:lnTo>
                      <a:lnTo>
                        <a:pt x="1360" y="1570"/>
                      </a:lnTo>
                      <a:lnTo>
                        <a:pt x="1235" y="1528"/>
                      </a:lnTo>
                      <a:lnTo>
                        <a:pt x="1109" y="1382"/>
                      </a:lnTo>
                      <a:lnTo>
                        <a:pt x="1109" y="1319"/>
                      </a:lnTo>
                      <a:lnTo>
                        <a:pt x="1046" y="1256"/>
                      </a:lnTo>
                      <a:lnTo>
                        <a:pt x="1046" y="1193"/>
                      </a:lnTo>
                      <a:lnTo>
                        <a:pt x="1109" y="1193"/>
                      </a:lnTo>
                      <a:lnTo>
                        <a:pt x="1214" y="1298"/>
                      </a:lnTo>
                      <a:lnTo>
                        <a:pt x="1318" y="1444"/>
                      </a:lnTo>
                      <a:lnTo>
                        <a:pt x="1318" y="1444"/>
                      </a:lnTo>
                      <a:lnTo>
                        <a:pt x="1256" y="1298"/>
                      </a:lnTo>
                      <a:lnTo>
                        <a:pt x="1130" y="1110"/>
                      </a:lnTo>
                      <a:lnTo>
                        <a:pt x="1005" y="942"/>
                      </a:lnTo>
                      <a:lnTo>
                        <a:pt x="942" y="942"/>
                      </a:lnTo>
                      <a:lnTo>
                        <a:pt x="921" y="858"/>
                      </a:lnTo>
                      <a:lnTo>
                        <a:pt x="691" y="670"/>
                      </a:lnTo>
                      <a:lnTo>
                        <a:pt x="607" y="566"/>
                      </a:lnTo>
                      <a:lnTo>
                        <a:pt x="607" y="335"/>
                      </a:lnTo>
                      <a:lnTo>
                        <a:pt x="523" y="273"/>
                      </a:lnTo>
                      <a:lnTo>
                        <a:pt x="377" y="210"/>
                      </a:lnTo>
                      <a:lnTo>
                        <a:pt x="293" y="63"/>
                      </a:lnTo>
                      <a:lnTo>
                        <a:pt x="2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322" name="Google Shape;2322;p56"/>
            <p:cNvGrpSpPr/>
            <p:nvPr/>
          </p:nvGrpSpPr>
          <p:grpSpPr>
            <a:xfrm>
              <a:off x="3875768" y="2846704"/>
              <a:ext cx="44796" cy="47366"/>
              <a:chOff x="3960625" y="2587825"/>
              <a:chExt cx="94050" cy="104125"/>
            </a:xfrm>
          </p:grpSpPr>
          <p:sp>
            <p:nvSpPr>
              <p:cNvPr id="2323" name="Google Shape;2323;p56"/>
              <p:cNvSpPr/>
              <p:nvPr/>
            </p:nvSpPr>
            <p:spPr>
              <a:xfrm>
                <a:off x="3960625" y="2587825"/>
                <a:ext cx="94050" cy="51200"/>
              </a:xfrm>
              <a:custGeom>
                <a:avLst/>
                <a:gdLst/>
                <a:ahLst/>
                <a:cxnLst/>
                <a:rect l="l" t="t" r="r" b="b"/>
                <a:pathLst>
                  <a:path w="3762" h="2048" extrusionOk="0">
                    <a:moveTo>
                      <a:pt x="190" y="2048"/>
                    </a:moveTo>
                    <a:lnTo>
                      <a:pt x="0" y="1762"/>
                    </a:lnTo>
                    <a:lnTo>
                      <a:pt x="309" y="1048"/>
                    </a:lnTo>
                    <a:lnTo>
                      <a:pt x="3762" y="0"/>
                    </a:lnTo>
                    <a:lnTo>
                      <a:pt x="3714" y="1072"/>
                    </a:lnTo>
                    <a:lnTo>
                      <a:pt x="2929" y="1143"/>
                    </a:lnTo>
                    <a:lnTo>
                      <a:pt x="2167" y="1000"/>
                    </a:lnTo>
                    <a:close/>
                  </a:path>
                </a:pathLst>
              </a:custGeom>
              <a:solidFill>
                <a:srgbClr val="5F7D95"/>
              </a:solidFill>
              <a:ln>
                <a:noFill/>
              </a:ln>
            </p:spPr>
          </p:sp>
          <p:sp>
            <p:nvSpPr>
              <p:cNvPr id="2324" name="Google Shape;2324;p56"/>
              <p:cNvSpPr/>
              <p:nvPr/>
            </p:nvSpPr>
            <p:spPr>
              <a:xfrm>
                <a:off x="3963000" y="2596725"/>
                <a:ext cx="86850" cy="95225"/>
              </a:xfrm>
              <a:custGeom>
                <a:avLst/>
                <a:gdLst/>
                <a:ahLst/>
                <a:cxnLst/>
                <a:rect l="l" t="t" r="r" b="b"/>
                <a:pathLst>
                  <a:path w="3474" h="3809" extrusionOk="0">
                    <a:moveTo>
                      <a:pt x="1549" y="2009"/>
                    </a:moveTo>
                    <a:lnTo>
                      <a:pt x="1632" y="2030"/>
                    </a:lnTo>
                    <a:lnTo>
                      <a:pt x="1695" y="2093"/>
                    </a:lnTo>
                    <a:lnTo>
                      <a:pt x="1674" y="2135"/>
                    </a:lnTo>
                    <a:lnTo>
                      <a:pt x="1674" y="2189"/>
                    </a:lnTo>
                    <a:lnTo>
                      <a:pt x="1674" y="2189"/>
                    </a:lnTo>
                    <a:cubicBezTo>
                      <a:pt x="1645" y="2167"/>
                      <a:pt x="1613" y="2146"/>
                      <a:pt x="1569" y="2135"/>
                    </a:cubicBezTo>
                    <a:cubicBezTo>
                      <a:pt x="1549" y="2114"/>
                      <a:pt x="1528" y="2114"/>
                      <a:pt x="1486" y="2114"/>
                    </a:cubicBezTo>
                    <a:lnTo>
                      <a:pt x="1549" y="2072"/>
                    </a:lnTo>
                    <a:lnTo>
                      <a:pt x="1549" y="2009"/>
                    </a:lnTo>
                    <a:close/>
                    <a:moveTo>
                      <a:pt x="3327" y="1"/>
                    </a:moveTo>
                    <a:lnTo>
                      <a:pt x="3201" y="105"/>
                    </a:lnTo>
                    <a:lnTo>
                      <a:pt x="3201" y="231"/>
                    </a:lnTo>
                    <a:lnTo>
                      <a:pt x="3243" y="335"/>
                    </a:lnTo>
                    <a:lnTo>
                      <a:pt x="3160" y="377"/>
                    </a:lnTo>
                    <a:lnTo>
                      <a:pt x="2929" y="356"/>
                    </a:lnTo>
                    <a:lnTo>
                      <a:pt x="2825" y="419"/>
                    </a:lnTo>
                    <a:lnTo>
                      <a:pt x="2720" y="356"/>
                    </a:lnTo>
                    <a:lnTo>
                      <a:pt x="2616" y="356"/>
                    </a:lnTo>
                    <a:lnTo>
                      <a:pt x="2532" y="419"/>
                    </a:lnTo>
                    <a:lnTo>
                      <a:pt x="2427" y="419"/>
                    </a:lnTo>
                    <a:lnTo>
                      <a:pt x="2406" y="314"/>
                    </a:lnTo>
                    <a:lnTo>
                      <a:pt x="2260" y="314"/>
                    </a:lnTo>
                    <a:lnTo>
                      <a:pt x="2113" y="273"/>
                    </a:lnTo>
                    <a:lnTo>
                      <a:pt x="2009" y="377"/>
                    </a:lnTo>
                    <a:lnTo>
                      <a:pt x="1862" y="419"/>
                    </a:lnTo>
                    <a:lnTo>
                      <a:pt x="1674" y="419"/>
                    </a:lnTo>
                    <a:lnTo>
                      <a:pt x="1632" y="377"/>
                    </a:lnTo>
                    <a:lnTo>
                      <a:pt x="1549" y="440"/>
                    </a:lnTo>
                    <a:lnTo>
                      <a:pt x="1444" y="440"/>
                    </a:lnTo>
                    <a:lnTo>
                      <a:pt x="1318" y="524"/>
                    </a:lnTo>
                    <a:lnTo>
                      <a:pt x="1025" y="524"/>
                    </a:lnTo>
                    <a:lnTo>
                      <a:pt x="900" y="586"/>
                    </a:lnTo>
                    <a:lnTo>
                      <a:pt x="900" y="649"/>
                    </a:lnTo>
                    <a:lnTo>
                      <a:pt x="732" y="691"/>
                    </a:lnTo>
                    <a:lnTo>
                      <a:pt x="502" y="838"/>
                    </a:lnTo>
                    <a:lnTo>
                      <a:pt x="481" y="984"/>
                    </a:lnTo>
                    <a:lnTo>
                      <a:pt x="398" y="1151"/>
                    </a:lnTo>
                    <a:lnTo>
                      <a:pt x="168" y="1214"/>
                    </a:lnTo>
                    <a:lnTo>
                      <a:pt x="168" y="1361"/>
                    </a:lnTo>
                    <a:lnTo>
                      <a:pt x="84" y="1507"/>
                    </a:lnTo>
                    <a:lnTo>
                      <a:pt x="0" y="1570"/>
                    </a:lnTo>
                    <a:lnTo>
                      <a:pt x="0" y="1716"/>
                    </a:lnTo>
                    <a:lnTo>
                      <a:pt x="209" y="1884"/>
                    </a:lnTo>
                    <a:lnTo>
                      <a:pt x="335" y="2072"/>
                    </a:lnTo>
                    <a:lnTo>
                      <a:pt x="398" y="2093"/>
                    </a:lnTo>
                    <a:lnTo>
                      <a:pt x="398" y="2135"/>
                    </a:lnTo>
                    <a:lnTo>
                      <a:pt x="544" y="2365"/>
                    </a:lnTo>
                    <a:lnTo>
                      <a:pt x="586" y="2532"/>
                    </a:lnTo>
                    <a:lnTo>
                      <a:pt x="649" y="2553"/>
                    </a:lnTo>
                    <a:lnTo>
                      <a:pt x="753" y="2449"/>
                    </a:lnTo>
                    <a:lnTo>
                      <a:pt x="837" y="2553"/>
                    </a:lnTo>
                    <a:lnTo>
                      <a:pt x="963" y="2595"/>
                    </a:lnTo>
                    <a:lnTo>
                      <a:pt x="1025" y="2511"/>
                    </a:lnTo>
                    <a:lnTo>
                      <a:pt x="1130" y="2511"/>
                    </a:lnTo>
                    <a:lnTo>
                      <a:pt x="1277" y="2595"/>
                    </a:lnTo>
                    <a:lnTo>
                      <a:pt x="1360" y="2532"/>
                    </a:lnTo>
                    <a:lnTo>
                      <a:pt x="1381" y="2616"/>
                    </a:lnTo>
                    <a:lnTo>
                      <a:pt x="1465" y="2616"/>
                    </a:lnTo>
                    <a:lnTo>
                      <a:pt x="1528" y="2658"/>
                    </a:lnTo>
                    <a:lnTo>
                      <a:pt x="1653" y="2700"/>
                    </a:lnTo>
                    <a:lnTo>
                      <a:pt x="1569" y="2742"/>
                    </a:lnTo>
                    <a:lnTo>
                      <a:pt x="1486" y="2825"/>
                    </a:lnTo>
                    <a:lnTo>
                      <a:pt x="1423" y="2762"/>
                    </a:lnTo>
                    <a:lnTo>
                      <a:pt x="1318" y="2742"/>
                    </a:lnTo>
                    <a:lnTo>
                      <a:pt x="1067" y="2595"/>
                    </a:lnTo>
                    <a:lnTo>
                      <a:pt x="963" y="2616"/>
                    </a:lnTo>
                    <a:lnTo>
                      <a:pt x="858" y="2658"/>
                    </a:lnTo>
                    <a:lnTo>
                      <a:pt x="753" y="2616"/>
                    </a:lnTo>
                    <a:lnTo>
                      <a:pt x="691" y="2721"/>
                    </a:lnTo>
                    <a:lnTo>
                      <a:pt x="628" y="2742"/>
                    </a:lnTo>
                    <a:lnTo>
                      <a:pt x="607" y="2846"/>
                    </a:lnTo>
                    <a:lnTo>
                      <a:pt x="732" y="2972"/>
                    </a:lnTo>
                    <a:lnTo>
                      <a:pt x="858" y="3035"/>
                    </a:lnTo>
                    <a:lnTo>
                      <a:pt x="1004" y="3139"/>
                    </a:lnTo>
                    <a:lnTo>
                      <a:pt x="1004" y="3223"/>
                    </a:lnTo>
                    <a:lnTo>
                      <a:pt x="942" y="3265"/>
                    </a:lnTo>
                    <a:lnTo>
                      <a:pt x="942" y="3369"/>
                    </a:lnTo>
                    <a:lnTo>
                      <a:pt x="1046" y="3495"/>
                    </a:lnTo>
                    <a:lnTo>
                      <a:pt x="1130" y="3579"/>
                    </a:lnTo>
                    <a:lnTo>
                      <a:pt x="1151" y="3495"/>
                    </a:lnTo>
                    <a:lnTo>
                      <a:pt x="1130" y="3453"/>
                    </a:lnTo>
                    <a:lnTo>
                      <a:pt x="1172" y="3348"/>
                    </a:lnTo>
                    <a:lnTo>
                      <a:pt x="1214" y="3474"/>
                    </a:lnTo>
                    <a:lnTo>
                      <a:pt x="1360" y="3537"/>
                    </a:lnTo>
                    <a:lnTo>
                      <a:pt x="1381" y="3599"/>
                    </a:lnTo>
                    <a:lnTo>
                      <a:pt x="1360" y="3704"/>
                    </a:lnTo>
                    <a:lnTo>
                      <a:pt x="1423" y="3788"/>
                    </a:lnTo>
                    <a:lnTo>
                      <a:pt x="1423" y="3746"/>
                    </a:lnTo>
                    <a:lnTo>
                      <a:pt x="1465" y="3599"/>
                    </a:lnTo>
                    <a:lnTo>
                      <a:pt x="1569" y="3599"/>
                    </a:lnTo>
                    <a:lnTo>
                      <a:pt x="1632" y="3704"/>
                    </a:lnTo>
                    <a:lnTo>
                      <a:pt x="1800" y="3809"/>
                    </a:lnTo>
                    <a:lnTo>
                      <a:pt x="1800" y="3809"/>
                    </a:lnTo>
                    <a:lnTo>
                      <a:pt x="1737" y="3704"/>
                    </a:lnTo>
                    <a:lnTo>
                      <a:pt x="1758" y="3641"/>
                    </a:lnTo>
                    <a:lnTo>
                      <a:pt x="1695" y="3537"/>
                    </a:lnTo>
                    <a:lnTo>
                      <a:pt x="1632" y="3348"/>
                    </a:lnTo>
                    <a:lnTo>
                      <a:pt x="1549" y="3244"/>
                    </a:lnTo>
                    <a:lnTo>
                      <a:pt x="1549" y="3181"/>
                    </a:lnTo>
                    <a:lnTo>
                      <a:pt x="1632" y="3181"/>
                    </a:lnTo>
                    <a:lnTo>
                      <a:pt x="1758" y="3265"/>
                    </a:lnTo>
                    <a:lnTo>
                      <a:pt x="1737" y="3327"/>
                    </a:lnTo>
                    <a:lnTo>
                      <a:pt x="1758" y="3369"/>
                    </a:lnTo>
                    <a:lnTo>
                      <a:pt x="1841" y="3286"/>
                    </a:lnTo>
                    <a:lnTo>
                      <a:pt x="1967" y="3348"/>
                    </a:lnTo>
                    <a:lnTo>
                      <a:pt x="1967" y="3286"/>
                    </a:lnTo>
                    <a:lnTo>
                      <a:pt x="1904" y="3244"/>
                    </a:lnTo>
                    <a:lnTo>
                      <a:pt x="1904" y="3181"/>
                    </a:lnTo>
                    <a:lnTo>
                      <a:pt x="1862" y="3181"/>
                    </a:lnTo>
                    <a:lnTo>
                      <a:pt x="1758" y="3139"/>
                    </a:lnTo>
                    <a:lnTo>
                      <a:pt x="1758" y="3076"/>
                    </a:lnTo>
                    <a:lnTo>
                      <a:pt x="1653" y="3014"/>
                    </a:lnTo>
                    <a:lnTo>
                      <a:pt x="1758" y="2951"/>
                    </a:lnTo>
                    <a:lnTo>
                      <a:pt x="1862" y="2951"/>
                    </a:lnTo>
                    <a:lnTo>
                      <a:pt x="1904" y="2909"/>
                    </a:lnTo>
                    <a:lnTo>
                      <a:pt x="2072" y="3014"/>
                    </a:lnTo>
                    <a:lnTo>
                      <a:pt x="2093" y="3055"/>
                    </a:lnTo>
                    <a:lnTo>
                      <a:pt x="2197" y="3076"/>
                    </a:lnTo>
                    <a:lnTo>
                      <a:pt x="2218" y="3035"/>
                    </a:lnTo>
                    <a:lnTo>
                      <a:pt x="2113" y="2909"/>
                    </a:lnTo>
                    <a:lnTo>
                      <a:pt x="2155" y="2762"/>
                    </a:lnTo>
                    <a:lnTo>
                      <a:pt x="2093" y="2700"/>
                    </a:lnTo>
                    <a:lnTo>
                      <a:pt x="1841" y="2532"/>
                    </a:lnTo>
                    <a:lnTo>
                      <a:pt x="1758" y="2511"/>
                    </a:lnTo>
                    <a:lnTo>
                      <a:pt x="1737" y="2490"/>
                    </a:lnTo>
                    <a:cubicBezTo>
                      <a:pt x="1758" y="2490"/>
                      <a:pt x="1779" y="2449"/>
                      <a:pt x="1800" y="2407"/>
                    </a:cubicBezTo>
                    <a:lnTo>
                      <a:pt x="1862" y="2449"/>
                    </a:lnTo>
                    <a:lnTo>
                      <a:pt x="1946" y="2490"/>
                    </a:lnTo>
                    <a:lnTo>
                      <a:pt x="1988" y="2553"/>
                    </a:lnTo>
                    <a:lnTo>
                      <a:pt x="2093" y="2616"/>
                    </a:lnTo>
                    <a:lnTo>
                      <a:pt x="2176" y="2616"/>
                    </a:lnTo>
                    <a:lnTo>
                      <a:pt x="2197" y="2658"/>
                    </a:lnTo>
                    <a:lnTo>
                      <a:pt x="2281" y="2762"/>
                    </a:lnTo>
                    <a:lnTo>
                      <a:pt x="2323" y="2825"/>
                    </a:lnTo>
                    <a:lnTo>
                      <a:pt x="2323" y="2867"/>
                    </a:lnTo>
                    <a:lnTo>
                      <a:pt x="2365" y="2930"/>
                    </a:lnTo>
                    <a:lnTo>
                      <a:pt x="2427" y="2972"/>
                    </a:lnTo>
                    <a:lnTo>
                      <a:pt x="2490" y="2951"/>
                    </a:lnTo>
                    <a:lnTo>
                      <a:pt x="2532" y="2972"/>
                    </a:lnTo>
                    <a:lnTo>
                      <a:pt x="2595" y="2867"/>
                    </a:lnTo>
                    <a:lnTo>
                      <a:pt x="2490" y="2867"/>
                    </a:lnTo>
                    <a:lnTo>
                      <a:pt x="2469" y="2888"/>
                    </a:lnTo>
                    <a:lnTo>
                      <a:pt x="2385" y="2825"/>
                    </a:lnTo>
                    <a:lnTo>
                      <a:pt x="2385" y="2742"/>
                    </a:lnTo>
                    <a:lnTo>
                      <a:pt x="2365" y="2679"/>
                    </a:lnTo>
                    <a:lnTo>
                      <a:pt x="2365" y="2637"/>
                    </a:lnTo>
                    <a:lnTo>
                      <a:pt x="2302" y="2553"/>
                    </a:lnTo>
                    <a:lnTo>
                      <a:pt x="2176" y="2428"/>
                    </a:lnTo>
                    <a:lnTo>
                      <a:pt x="2176" y="2449"/>
                    </a:lnTo>
                    <a:lnTo>
                      <a:pt x="2093" y="2449"/>
                    </a:lnTo>
                    <a:lnTo>
                      <a:pt x="2093" y="2428"/>
                    </a:lnTo>
                    <a:lnTo>
                      <a:pt x="1988" y="2365"/>
                    </a:lnTo>
                    <a:lnTo>
                      <a:pt x="1883" y="2344"/>
                    </a:lnTo>
                    <a:lnTo>
                      <a:pt x="1800" y="2239"/>
                    </a:lnTo>
                    <a:lnTo>
                      <a:pt x="1758" y="2239"/>
                    </a:lnTo>
                    <a:cubicBezTo>
                      <a:pt x="1730" y="2230"/>
                      <a:pt x="1706" y="2212"/>
                      <a:pt x="1680" y="2193"/>
                    </a:cubicBezTo>
                    <a:lnTo>
                      <a:pt x="1680" y="2193"/>
                    </a:lnTo>
                    <a:lnTo>
                      <a:pt x="1737" y="2156"/>
                    </a:lnTo>
                    <a:lnTo>
                      <a:pt x="1758" y="2030"/>
                    </a:lnTo>
                    <a:lnTo>
                      <a:pt x="1674" y="1946"/>
                    </a:lnTo>
                    <a:lnTo>
                      <a:pt x="1486" y="1737"/>
                    </a:lnTo>
                    <a:lnTo>
                      <a:pt x="1423" y="1695"/>
                    </a:lnTo>
                    <a:lnTo>
                      <a:pt x="1381" y="1612"/>
                    </a:lnTo>
                    <a:lnTo>
                      <a:pt x="1256" y="1507"/>
                    </a:lnTo>
                    <a:lnTo>
                      <a:pt x="1318" y="1465"/>
                    </a:lnTo>
                    <a:lnTo>
                      <a:pt x="1277" y="1235"/>
                    </a:lnTo>
                    <a:lnTo>
                      <a:pt x="1360" y="1130"/>
                    </a:lnTo>
                    <a:lnTo>
                      <a:pt x="1486" y="1089"/>
                    </a:lnTo>
                    <a:lnTo>
                      <a:pt x="1528" y="1193"/>
                    </a:lnTo>
                    <a:lnTo>
                      <a:pt x="1465" y="1193"/>
                    </a:lnTo>
                    <a:lnTo>
                      <a:pt x="1465" y="1256"/>
                    </a:lnTo>
                    <a:lnTo>
                      <a:pt x="1653" y="1319"/>
                    </a:lnTo>
                    <a:lnTo>
                      <a:pt x="1674" y="1465"/>
                    </a:lnTo>
                    <a:lnTo>
                      <a:pt x="1779" y="1570"/>
                    </a:lnTo>
                    <a:lnTo>
                      <a:pt x="1904" y="1570"/>
                    </a:lnTo>
                    <a:lnTo>
                      <a:pt x="1841" y="1507"/>
                    </a:lnTo>
                    <a:lnTo>
                      <a:pt x="1779" y="1423"/>
                    </a:lnTo>
                    <a:lnTo>
                      <a:pt x="1800" y="1361"/>
                    </a:lnTo>
                    <a:lnTo>
                      <a:pt x="1946" y="1402"/>
                    </a:lnTo>
                    <a:lnTo>
                      <a:pt x="2009" y="1528"/>
                    </a:lnTo>
                    <a:lnTo>
                      <a:pt x="2093" y="1570"/>
                    </a:lnTo>
                    <a:lnTo>
                      <a:pt x="2155" y="1486"/>
                    </a:lnTo>
                    <a:lnTo>
                      <a:pt x="2072" y="1423"/>
                    </a:lnTo>
                    <a:lnTo>
                      <a:pt x="1988" y="1402"/>
                    </a:lnTo>
                    <a:lnTo>
                      <a:pt x="1988" y="1361"/>
                    </a:lnTo>
                    <a:lnTo>
                      <a:pt x="2197" y="1361"/>
                    </a:lnTo>
                    <a:lnTo>
                      <a:pt x="2281" y="1423"/>
                    </a:lnTo>
                    <a:lnTo>
                      <a:pt x="2302" y="1402"/>
                    </a:lnTo>
                    <a:lnTo>
                      <a:pt x="2176" y="1298"/>
                    </a:lnTo>
                    <a:lnTo>
                      <a:pt x="2051" y="1277"/>
                    </a:lnTo>
                    <a:lnTo>
                      <a:pt x="1946" y="1151"/>
                    </a:lnTo>
                    <a:lnTo>
                      <a:pt x="1988" y="1068"/>
                    </a:lnTo>
                    <a:lnTo>
                      <a:pt x="2093" y="1089"/>
                    </a:lnTo>
                    <a:lnTo>
                      <a:pt x="2176" y="1047"/>
                    </a:lnTo>
                    <a:lnTo>
                      <a:pt x="2218" y="879"/>
                    </a:lnTo>
                    <a:lnTo>
                      <a:pt x="2302" y="858"/>
                    </a:lnTo>
                    <a:lnTo>
                      <a:pt x="2427" y="963"/>
                    </a:lnTo>
                    <a:lnTo>
                      <a:pt x="2532" y="963"/>
                    </a:lnTo>
                    <a:lnTo>
                      <a:pt x="2637" y="858"/>
                    </a:lnTo>
                    <a:lnTo>
                      <a:pt x="2637" y="796"/>
                    </a:lnTo>
                    <a:lnTo>
                      <a:pt x="2699" y="796"/>
                    </a:lnTo>
                    <a:lnTo>
                      <a:pt x="2783" y="879"/>
                    </a:lnTo>
                    <a:lnTo>
                      <a:pt x="3013" y="879"/>
                    </a:lnTo>
                    <a:lnTo>
                      <a:pt x="3201" y="942"/>
                    </a:lnTo>
                    <a:lnTo>
                      <a:pt x="3327" y="900"/>
                    </a:lnTo>
                    <a:lnTo>
                      <a:pt x="3348" y="566"/>
                    </a:lnTo>
                    <a:lnTo>
                      <a:pt x="3327" y="440"/>
                    </a:lnTo>
                    <a:lnTo>
                      <a:pt x="3473" y="335"/>
                    </a:lnTo>
                    <a:lnTo>
                      <a:pt x="3473" y="210"/>
                    </a:lnTo>
                    <a:lnTo>
                      <a:pt x="3369" y="147"/>
                    </a:lnTo>
                    <a:lnTo>
                      <a:pt x="34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25" name="Google Shape;2325;p56"/>
            <p:cNvGrpSpPr/>
            <p:nvPr/>
          </p:nvGrpSpPr>
          <p:grpSpPr>
            <a:xfrm>
              <a:off x="3782759" y="2807162"/>
              <a:ext cx="82686" cy="85487"/>
              <a:chOff x="3765350" y="2500900"/>
              <a:chExt cx="173600" cy="187925"/>
            </a:xfrm>
          </p:grpSpPr>
          <p:sp>
            <p:nvSpPr>
              <p:cNvPr id="2326" name="Google Shape;2326;p56"/>
              <p:cNvSpPr/>
              <p:nvPr/>
            </p:nvSpPr>
            <p:spPr>
              <a:xfrm>
                <a:off x="3765350" y="2500900"/>
                <a:ext cx="108950" cy="64300"/>
              </a:xfrm>
              <a:custGeom>
                <a:avLst/>
                <a:gdLst/>
                <a:ahLst/>
                <a:cxnLst/>
                <a:rect l="l" t="t" r="r" b="b"/>
                <a:pathLst>
                  <a:path w="4358" h="2572" extrusionOk="0">
                    <a:moveTo>
                      <a:pt x="1286" y="596"/>
                    </a:moveTo>
                    <a:lnTo>
                      <a:pt x="0" y="1072"/>
                    </a:lnTo>
                    <a:lnTo>
                      <a:pt x="429" y="2239"/>
                    </a:lnTo>
                    <a:lnTo>
                      <a:pt x="857" y="2572"/>
                    </a:lnTo>
                    <a:lnTo>
                      <a:pt x="2191" y="1215"/>
                    </a:lnTo>
                    <a:lnTo>
                      <a:pt x="4024" y="1072"/>
                    </a:lnTo>
                    <a:lnTo>
                      <a:pt x="4358" y="429"/>
                    </a:lnTo>
                    <a:lnTo>
                      <a:pt x="3120" y="0"/>
                    </a:lnTo>
                    <a:lnTo>
                      <a:pt x="2477" y="358"/>
                    </a:lnTo>
                    <a:close/>
                  </a:path>
                </a:pathLst>
              </a:custGeom>
              <a:solidFill>
                <a:srgbClr val="5F7D95"/>
              </a:solidFill>
              <a:ln>
                <a:noFill/>
              </a:ln>
            </p:spPr>
          </p:sp>
          <p:sp>
            <p:nvSpPr>
              <p:cNvPr id="2327" name="Google Shape;2327;p56"/>
              <p:cNvSpPr/>
              <p:nvPr/>
            </p:nvSpPr>
            <p:spPr>
              <a:xfrm>
                <a:off x="3797175" y="2609800"/>
                <a:ext cx="2625" cy="3700"/>
              </a:xfrm>
              <a:custGeom>
                <a:avLst/>
                <a:gdLst/>
                <a:ahLst/>
                <a:cxnLst/>
                <a:rect l="l" t="t" r="r" b="b"/>
                <a:pathLst>
                  <a:path w="105" h="148" extrusionOk="0">
                    <a:moveTo>
                      <a:pt x="42" y="1"/>
                    </a:moveTo>
                    <a:lnTo>
                      <a:pt x="21" y="43"/>
                    </a:lnTo>
                    <a:lnTo>
                      <a:pt x="0" y="84"/>
                    </a:lnTo>
                    <a:lnTo>
                      <a:pt x="0" y="147"/>
                    </a:lnTo>
                    <a:lnTo>
                      <a:pt x="21" y="147"/>
                    </a:lnTo>
                    <a:lnTo>
                      <a:pt x="42" y="105"/>
                    </a:lnTo>
                    <a:lnTo>
                      <a:pt x="105" y="22"/>
                    </a:lnTo>
                    <a:lnTo>
                      <a:pt x="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8" name="Google Shape;2328;p56"/>
              <p:cNvSpPr/>
              <p:nvPr/>
            </p:nvSpPr>
            <p:spPr>
              <a:xfrm>
                <a:off x="3796125" y="2610325"/>
                <a:ext cx="22525" cy="41875"/>
              </a:xfrm>
              <a:custGeom>
                <a:avLst/>
                <a:gdLst/>
                <a:ahLst/>
                <a:cxnLst/>
                <a:rect l="l" t="t" r="r" b="b"/>
                <a:pathLst>
                  <a:path w="901" h="1675" extrusionOk="0">
                    <a:moveTo>
                      <a:pt x="565" y="1"/>
                    </a:moveTo>
                    <a:lnTo>
                      <a:pt x="461" y="22"/>
                    </a:lnTo>
                    <a:lnTo>
                      <a:pt x="252" y="273"/>
                    </a:lnTo>
                    <a:lnTo>
                      <a:pt x="168" y="273"/>
                    </a:lnTo>
                    <a:lnTo>
                      <a:pt x="42" y="189"/>
                    </a:lnTo>
                    <a:lnTo>
                      <a:pt x="42" y="314"/>
                    </a:lnTo>
                    <a:lnTo>
                      <a:pt x="1" y="398"/>
                    </a:lnTo>
                    <a:lnTo>
                      <a:pt x="105" y="503"/>
                    </a:lnTo>
                    <a:lnTo>
                      <a:pt x="105" y="586"/>
                    </a:lnTo>
                    <a:lnTo>
                      <a:pt x="189" y="649"/>
                    </a:lnTo>
                    <a:lnTo>
                      <a:pt x="189" y="796"/>
                    </a:lnTo>
                    <a:lnTo>
                      <a:pt x="105" y="858"/>
                    </a:lnTo>
                    <a:lnTo>
                      <a:pt x="147" y="942"/>
                    </a:lnTo>
                    <a:lnTo>
                      <a:pt x="273" y="942"/>
                    </a:lnTo>
                    <a:lnTo>
                      <a:pt x="273" y="1005"/>
                    </a:lnTo>
                    <a:lnTo>
                      <a:pt x="189" y="1068"/>
                    </a:lnTo>
                    <a:lnTo>
                      <a:pt x="147" y="1277"/>
                    </a:lnTo>
                    <a:lnTo>
                      <a:pt x="189" y="1361"/>
                    </a:lnTo>
                    <a:lnTo>
                      <a:pt x="252" y="1591"/>
                    </a:lnTo>
                    <a:lnTo>
                      <a:pt x="314" y="1674"/>
                    </a:lnTo>
                    <a:lnTo>
                      <a:pt x="377" y="1654"/>
                    </a:lnTo>
                    <a:lnTo>
                      <a:pt x="419" y="1674"/>
                    </a:lnTo>
                    <a:lnTo>
                      <a:pt x="503" y="1654"/>
                    </a:lnTo>
                    <a:lnTo>
                      <a:pt x="524" y="1528"/>
                    </a:lnTo>
                    <a:lnTo>
                      <a:pt x="565" y="1444"/>
                    </a:lnTo>
                    <a:lnTo>
                      <a:pt x="670" y="1444"/>
                    </a:lnTo>
                    <a:lnTo>
                      <a:pt x="733" y="1528"/>
                    </a:lnTo>
                    <a:lnTo>
                      <a:pt x="796" y="1528"/>
                    </a:lnTo>
                    <a:lnTo>
                      <a:pt x="837" y="1444"/>
                    </a:lnTo>
                    <a:lnTo>
                      <a:pt x="837" y="1214"/>
                    </a:lnTo>
                    <a:lnTo>
                      <a:pt x="879" y="1151"/>
                    </a:lnTo>
                    <a:lnTo>
                      <a:pt x="837" y="921"/>
                    </a:lnTo>
                    <a:lnTo>
                      <a:pt x="900" y="712"/>
                    </a:lnTo>
                    <a:lnTo>
                      <a:pt x="733" y="586"/>
                    </a:lnTo>
                    <a:lnTo>
                      <a:pt x="879" y="503"/>
                    </a:lnTo>
                    <a:lnTo>
                      <a:pt x="879" y="419"/>
                    </a:lnTo>
                    <a:lnTo>
                      <a:pt x="837" y="294"/>
                    </a:lnTo>
                    <a:lnTo>
                      <a:pt x="775" y="189"/>
                    </a:lnTo>
                    <a:lnTo>
                      <a:pt x="691" y="63"/>
                    </a:lnTo>
                    <a:lnTo>
                      <a:pt x="670" y="84"/>
                    </a:lnTo>
                    <a:lnTo>
                      <a:pt x="56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9" name="Google Shape;2329;p56"/>
              <p:cNvSpPr/>
              <p:nvPr/>
            </p:nvSpPr>
            <p:spPr>
              <a:xfrm>
                <a:off x="3821225" y="2579475"/>
                <a:ext cx="6300" cy="4200"/>
              </a:xfrm>
              <a:custGeom>
                <a:avLst/>
                <a:gdLst/>
                <a:ahLst/>
                <a:cxnLst/>
                <a:rect l="l" t="t" r="r" b="b"/>
                <a:pathLst>
                  <a:path w="252" h="168" extrusionOk="0">
                    <a:moveTo>
                      <a:pt x="189" y="0"/>
                    </a:moveTo>
                    <a:lnTo>
                      <a:pt x="147" y="42"/>
                    </a:lnTo>
                    <a:lnTo>
                      <a:pt x="43" y="84"/>
                    </a:lnTo>
                    <a:lnTo>
                      <a:pt x="1" y="147"/>
                    </a:lnTo>
                    <a:lnTo>
                      <a:pt x="43" y="167"/>
                    </a:lnTo>
                    <a:lnTo>
                      <a:pt x="189" y="147"/>
                    </a:lnTo>
                    <a:lnTo>
                      <a:pt x="252" y="147"/>
                    </a:lnTo>
                    <a:lnTo>
                      <a:pt x="252" y="63"/>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0" name="Google Shape;2330;p56"/>
              <p:cNvSpPr/>
              <p:nvPr/>
            </p:nvSpPr>
            <p:spPr>
              <a:xfrm>
                <a:off x="3833800" y="2589400"/>
                <a:ext cx="1575" cy="1600"/>
              </a:xfrm>
              <a:custGeom>
                <a:avLst/>
                <a:gdLst/>
                <a:ahLst/>
                <a:cxnLst/>
                <a:rect l="l" t="t" r="r" b="b"/>
                <a:pathLst>
                  <a:path w="63" h="64" extrusionOk="0">
                    <a:moveTo>
                      <a:pt x="42" y="1"/>
                    </a:moveTo>
                    <a:lnTo>
                      <a:pt x="0" y="22"/>
                    </a:lnTo>
                    <a:lnTo>
                      <a:pt x="63" y="63"/>
                    </a:lnTo>
                    <a:lnTo>
                      <a:pt x="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1" name="Google Shape;2331;p56"/>
              <p:cNvSpPr/>
              <p:nvPr/>
            </p:nvSpPr>
            <p:spPr>
              <a:xfrm>
                <a:off x="3774675" y="2506225"/>
                <a:ext cx="164275" cy="182600"/>
              </a:xfrm>
              <a:custGeom>
                <a:avLst/>
                <a:gdLst/>
                <a:ahLst/>
                <a:cxnLst/>
                <a:rect l="l" t="t" r="r" b="b"/>
                <a:pathLst>
                  <a:path w="6571" h="7304" extrusionOk="0">
                    <a:moveTo>
                      <a:pt x="2595" y="1"/>
                    </a:moveTo>
                    <a:lnTo>
                      <a:pt x="2302" y="189"/>
                    </a:lnTo>
                    <a:lnTo>
                      <a:pt x="2114" y="105"/>
                    </a:lnTo>
                    <a:lnTo>
                      <a:pt x="2009" y="252"/>
                    </a:lnTo>
                    <a:lnTo>
                      <a:pt x="2072" y="419"/>
                    </a:lnTo>
                    <a:lnTo>
                      <a:pt x="1842" y="482"/>
                    </a:lnTo>
                    <a:lnTo>
                      <a:pt x="1800" y="691"/>
                    </a:lnTo>
                    <a:lnTo>
                      <a:pt x="1695" y="608"/>
                    </a:lnTo>
                    <a:lnTo>
                      <a:pt x="1591" y="608"/>
                    </a:lnTo>
                    <a:lnTo>
                      <a:pt x="1340" y="524"/>
                    </a:lnTo>
                    <a:lnTo>
                      <a:pt x="1340" y="691"/>
                    </a:lnTo>
                    <a:lnTo>
                      <a:pt x="1235" y="901"/>
                    </a:lnTo>
                    <a:lnTo>
                      <a:pt x="1172" y="796"/>
                    </a:lnTo>
                    <a:lnTo>
                      <a:pt x="1005" y="712"/>
                    </a:lnTo>
                    <a:lnTo>
                      <a:pt x="1026" y="587"/>
                    </a:lnTo>
                    <a:lnTo>
                      <a:pt x="900" y="503"/>
                    </a:lnTo>
                    <a:lnTo>
                      <a:pt x="691" y="880"/>
                    </a:lnTo>
                    <a:lnTo>
                      <a:pt x="524" y="796"/>
                    </a:lnTo>
                    <a:lnTo>
                      <a:pt x="294" y="942"/>
                    </a:lnTo>
                    <a:lnTo>
                      <a:pt x="168" y="901"/>
                    </a:lnTo>
                    <a:lnTo>
                      <a:pt x="105" y="942"/>
                    </a:lnTo>
                    <a:lnTo>
                      <a:pt x="126" y="1089"/>
                    </a:lnTo>
                    <a:lnTo>
                      <a:pt x="231" y="1193"/>
                    </a:lnTo>
                    <a:lnTo>
                      <a:pt x="210" y="1361"/>
                    </a:lnTo>
                    <a:lnTo>
                      <a:pt x="84" y="1403"/>
                    </a:lnTo>
                    <a:lnTo>
                      <a:pt x="1" y="1465"/>
                    </a:lnTo>
                    <a:lnTo>
                      <a:pt x="126" y="1633"/>
                    </a:lnTo>
                    <a:lnTo>
                      <a:pt x="168" y="1926"/>
                    </a:lnTo>
                    <a:lnTo>
                      <a:pt x="335" y="2051"/>
                    </a:lnTo>
                    <a:lnTo>
                      <a:pt x="524" y="2051"/>
                    </a:lnTo>
                    <a:lnTo>
                      <a:pt x="440" y="2240"/>
                    </a:lnTo>
                    <a:lnTo>
                      <a:pt x="503" y="2365"/>
                    </a:lnTo>
                    <a:lnTo>
                      <a:pt x="796" y="2302"/>
                    </a:lnTo>
                    <a:lnTo>
                      <a:pt x="900" y="2177"/>
                    </a:lnTo>
                    <a:lnTo>
                      <a:pt x="900" y="2072"/>
                    </a:lnTo>
                    <a:lnTo>
                      <a:pt x="1172" y="1926"/>
                    </a:lnTo>
                    <a:lnTo>
                      <a:pt x="1570" y="2030"/>
                    </a:lnTo>
                    <a:lnTo>
                      <a:pt x="1675" y="2093"/>
                    </a:lnTo>
                    <a:lnTo>
                      <a:pt x="1842" y="2156"/>
                    </a:lnTo>
                    <a:lnTo>
                      <a:pt x="1884" y="2261"/>
                    </a:lnTo>
                    <a:lnTo>
                      <a:pt x="1905" y="2302"/>
                    </a:lnTo>
                    <a:lnTo>
                      <a:pt x="1967" y="2386"/>
                    </a:lnTo>
                    <a:lnTo>
                      <a:pt x="2072" y="2574"/>
                    </a:lnTo>
                    <a:lnTo>
                      <a:pt x="2072" y="2679"/>
                    </a:lnTo>
                    <a:lnTo>
                      <a:pt x="2156" y="2721"/>
                    </a:lnTo>
                    <a:lnTo>
                      <a:pt x="2156" y="2888"/>
                    </a:lnTo>
                    <a:lnTo>
                      <a:pt x="2281" y="2930"/>
                    </a:lnTo>
                    <a:lnTo>
                      <a:pt x="2365" y="3035"/>
                    </a:lnTo>
                    <a:lnTo>
                      <a:pt x="2511" y="3202"/>
                    </a:lnTo>
                    <a:lnTo>
                      <a:pt x="2532" y="3307"/>
                    </a:lnTo>
                    <a:lnTo>
                      <a:pt x="2700" y="3307"/>
                    </a:lnTo>
                    <a:lnTo>
                      <a:pt x="2804" y="3432"/>
                    </a:lnTo>
                    <a:lnTo>
                      <a:pt x="2825" y="3537"/>
                    </a:lnTo>
                    <a:lnTo>
                      <a:pt x="2909" y="3558"/>
                    </a:lnTo>
                    <a:lnTo>
                      <a:pt x="3139" y="3851"/>
                    </a:lnTo>
                    <a:lnTo>
                      <a:pt x="3369" y="4018"/>
                    </a:lnTo>
                    <a:lnTo>
                      <a:pt x="3474" y="4039"/>
                    </a:lnTo>
                    <a:lnTo>
                      <a:pt x="3579" y="4081"/>
                    </a:lnTo>
                    <a:lnTo>
                      <a:pt x="3620" y="4186"/>
                    </a:lnTo>
                    <a:lnTo>
                      <a:pt x="3725" y="4186"/>
                    </a:lnTo>
                    <a:lnTo>
                      <a:pt x="3788" y="4123"/>
                    </a:lnTo>
                    <a:lnTo>
                      <a:pt x="3934" y="4165"/>
                    </a:lnTo>
                    <a:lnTo>
                      <a:pt x="4039" y="4165"/>
                    </a:lnTo>
                    <a:lnTo>
                      <a:pt x="4164" y="4395"/>
                    </a:lnTo>
                    <a:lnTo>
                      <a:pt x="4248" y="4458"/>
                    </a:lnTo>
                    <a:lnTo>
                      <a:pt x="4290" y="4416"/>
                    </a:lnTo>
                    <a:lnTo>
                      <a:pt x="4395" y="4458"/>
                    </a:lnTo>
                    <a:lnTo>
                      <a:pt x="4395" y="4520"/>
                    </a:lnTo>
                    <a:lnTo>
                      <a:pt x="4604" y="4520"/>
                    </a:lnTo>
                    <a:lnTo>
                      <a:pt x="4688" y="4625"/>
                    </a:lnTo>
                    <a:lnTo>
                      <a:pt x="4688" y="4730"/>
                    </a:lnTo>
                    <a:lnTo>
                      <a:pt x="4646" y="4792"/>
                    </a:lnTo>
                    <a:lnTo>
                      <a:pt x="4708" y="4834"/>
                    </a:lnTo>
                    <a:lnTo>
                      <a:pt x="4834" y="4834"/>
                    </a:lnTo>
                    <a:lnTo>
                      <a:pt x="4897" y="4939"/>
                    </a:lnTo>
                    <a:lnTo>
                      <a:pt x="5043" y="4981"/>
                    </a:lnTo>
                    <a:lnTo>
                      <a:pt x="5106" y="4939"/>
                    </a:lnTo>
                    <a:lnTo>
                      <a:pt x="5169" y="5002"/>
                    </a:lnTo>
                    <a:lnTo>
                      <a:pt x="5232" y="5190"/>
                    </a:lnTo>
                    <a:lnTo>
                      <a:pt x="5252" y="5357"/>
                    </a:lnTo>
                    <a:lnTo>
                      <a:pt x="5315" y="5441"/>
                    </a:lnTo>
                    <a:lnTo>
                      <a:pt x="5357" y="5650"/>
                    </a:lnTo>
                    <a:lnTo>
                      <a:pt x="5420" y="5755"/>
                    </a:lnTo>
                    <a:lnTo>
                      <a:pt x="5420" y="5859"/>
                    </a:lnTo>
                    <a:lnTo>
                      <a:pt x="5357" y="5943"/>
                    </a:lnTo>
                    <a:lnTo>
                      <a:pt x="5315" y="5943"/>
                    </a:lnTo>
                    <a:lnTo>
                      <a:pt x="5273" y="5964"/>
                    </a:lnTo>
                    <a:lnTo>
                      <a:pt x="5315" y="6069"/>
                    </a:lnTo>
                    <a:lnTo>
                      <a:pt x="5273" y="6173"/>
                    </a:lnTo>
                    <a:lnTo>
                      <a:pt x="5211" y="6257"/>
                    </a:lnTo>
                    <a:lnTo>
                      <a:pt x="5127" y="6278"/>
                    </a:lnTo>
                    <a:lnTo>
                      <a:pt x="5106" y="6341"/>
                    </a:lnTo>
                    <a:lnTo>
                      <a:pt x="5106" y="6362"/>
                    </a:lnTo>
                    <a:lnTo>
                      <a:pt x="5211" y="6466"/>
                    </a:lnTo>
                    <a:lnTo>
                      <a:pt x="5357" y="6445"/>
                    </a:lnTo>
                    <a:lnTo>
                      <a:pt x="5441" y="6341"/>
                    </a:lnTo>
                    <a:lnTo>
                      <a:pt x="5462" y="6194"/>
                    </a:lnTo>
                    <a:lnTo>
                      <a:pt x="5629" y="6069"/>
                    </a:lnTo>
                    <a:lnTo>
                      <a:pt x="5650" y="5818"/>
                    </a:lnTo>
                    <a:lnTo>
                      <a:pt x="5755" y="5713"/>
                    </a:lnTo>
                    <a:lnTo>
                      <a:pt x="5859" y="5671"/>
                    </a:lnTo>
                    <a:lnTo>
                      <a:pt x="5880" y="5608"/>
                    </a:lnTo>
                    <a:lnTo>
                      <a:pt x="5859" y="5546"/>
                    </a:lnTo>
                    <a:lnTo>
                      <a:pt x="5880" y="5399"/>
                    </a:lnTo>
                    <a:lnTo>
                      <a:pt x="5859" y="5336"/>
                    </a:lnTo>
                    <a:lnTo>
                      <a:pt x="5692" y="5190"/>
                    </a:lnTo>
                    <a:lnTo>
                      <a:pt x="5587" y="5190"/>
                    </a:lnTo>
                    <a:lnTo>
                      <a:pt x="5566" y="5127"/>
                    </a:lnTo>
                    <a:lnTo>
                      <a:pt x="5566" y="5043"/>
                    </a:lnTo>
                    <a:lnTo>
                      <a:pt x="5650" y="5002"/>
                    </a:lnTo>
                    <a:lnTo>
                      <a:pt x="5671" y="4918"/>
                    </a:lnTo>
                    <a:lnTo>
                      <a:pt x="5671" y="4834"/>
                    </a:lnTo>
                    <a:lnTo>
                      <a:pt x="5734" y="4771"/>
                    </a:lnTo>
                    <a:lnTo>
                      <a:pt x="5776" y="4625"/>
                    </a:lnTo>
                    <a:lnTo>
                      <a:pt x="5838" y="4604"/>
                    </a:lnTo>
                    <a:lnTo>
                      <a:pt x="5901" y="4604"/>
                    </a:lnTo>
                    <a:lnTo>
                      <a:pt x="6006" y="4667"/>
                    </a:lnTo>
                    <a:lnTo>
                      <a:pt x="6048" y="4709"/>
                    </a:lnTo>
                    <a:lnTo>
                      <a:pt x="6215" y="4709"/>
                    </a:lnTo>
                    <a:lnTo>
                      <a:pt x="6278" y="4730"/>
                    </a:lnTo>
                    <a:lnTo>
                      <a:pt x="6257" y="4813"/>
                    </a:lnTo>
                    <a:lnTo>
                      <a:pt x="6299" y="4918"/>
                    </a:lnTo>
                    <a:lnTo>
                      <a:pt x="6382" y="5022"/>
                    </a:lnTo>
                    <a:lnTo>
                      <a:pt x="6487" y="5085"/>
                    </a:lnTo>
                    <a:lnTo>
                      <a:pt x="6487" y="5043"/>
                    </a:lnTo>
                    <a:lnTo>
                      <a:pt x="6508" y="5022"/>
                    </a:lnTo>
                    <a:lnTo>
                      <a:pt x="6487" y="5002"/>
                    </a:lnTo>
                    <a:lnTo>
                      <a:pt x="6550" y="4918"/>
                    </a:lnTo>
                    <a:lnTo>
                      <a:pt x="6571" y="4771"/>
                    </a:lnTo>
                    <a:lnTo>
                      <a:pt x="6508" y="4688"/>
                    </a:lnTo>
                    <a:lnTo>
                      <a:pt x="6403" y="4604"/>
                    </a:lnTo>
                    <a:lnTo>
                      <a:pt x="6236" y="4562"/>
                    </a:lnTo>
                    <a:lnTo>
                      <a:pt x="6131" y="4416"/>
                    </a:lnTo>
                    <a:lnTo>
                      <a:pt x="5943" y="4290"/>
                    </a:lnTo>
                    <a:lnTo>
                      <a:pt x="5504" y="4060"/>
                    </a:lnTo>
                    <a:lnTo>
                      <a:pt x="5294" y="4018"/>
                    </a:lnTo>
                    <a:lnTo>
                      <a:pt x="5148" y="4018"/>
                    </a:lnTo>
                    <a:lnTo>
                      <a:pt x="5106" y="3914"/>
                    </a:lnTo>
                    <a:lnTo>
                      <a:pt x="5106" y="3851"/>
                    </a:lnTo>
                    <a:lnTo>
                      <a:pt x="5232" y="3746"/>
                    </a:lnTo>
                    <a:lnTo>
                      <a:pt x="5252" y="3662"/>
                    </a:lnTo>
                    <a:lnTo>
                      <a:pt x="5148" y="3621"/>
                    </a:lnTo>
                    <a:lnTo>
                      <a:pt x="5022" y="3642"/>
                    </a:lnTo>
                    <a:lnTo>
                      <a:pt x="4918" y="3621"/>
                    </a:lnTo>
                    <a:lnTo>
                      <a:pt x="4708" y="3621"/>
                    </a:lnTo>
                    <a:lnTo>
                      <a:pt x="4625" y="3558"/>
                    </a:lnTo>
                    <a:lnTo>
                      <a:pt x="4520" y="3537"/>
                    </a:lnTo>
                    <a:lnTo>
                      <a:pt x="4457" y="3453"/>
                    </a:lnTo>
                    <a:lnTo>
                      <a:pt x="4290" y="3328"/>
                    </a:lnTo>
                    <a:lnTo>
                      <a:pt x="4206" y="3202"/>
                    </a:lnTo>
                    <a:lnTo>
                      <a:pt x="4102" y="3097"/>
                    </a:lnTo>
                    <a:lnTo>
                      <a:pt x="4039" y="2993"/>
                    </a:lnTo>
                    <a:lnTo>
                      <a:pt x="4039" y="2867"/>
                    </a:lnTo>
                    <a:lnTo>
                      <a:pt x="3976" y="2825"/>
                    </a:lnTo>
                    <a:lnTo>
                      <a:pt x="3976" y="2721"/>
                    </a:lnTo>
                    <a:lnTo>
                      <a:pt x="3620" y="2365"/>
                    </a:lnTo>
                    <a:lnTo>
                      <a:pt x="3537" y="2261"/>
                    </a:lnTo>
                    <a:lnTo>
                      <a:pt x="3411" y="2177"/>
                    </a:lnTo>
                    <a:lnTo>
                      <a:pt x="3139" y="2051"/>
                    </a:lnTo>
                    <a:lnTo>
                      <a:pt x="3097" y="1968"/>
                    </a:lnTo>
                    <a:lnTo>
                      <a:pt x="3056" y="1821"/>
                    </a:lnTo>
                    <a:lnTo>
                      <a:pt x="3014" y="1654"/>
                    </a:lnTo>
                    <a:lnTo>
                      <a:pt x="3056" y="1612"/>
                    </a:lnTo>
                    <a:lnTo>
                      <a:pt x="3139" y="1465"/>
                    </a:lnTo>
                    <a:lnTo>
                      <a:pt x="3056" y="1361"/>
                    </a:lnTo>
                    <a:lnTo>
                      <a:pt x="3014" y="1235"/>
                    </a:lnTo>
                    <a:lnTo>
                      <a:pt x="3056" y="1152"/>
                    </a:lnTo>
                    <a:lnTo>
                      <a:pt x="3202" y="1131"/>
                    </a:lnTo>
                    <a:lnTo>
                      <a:pt x="3307" y="1026"/>
                    </a:lnTo>
                    <a:lnTo>
                      <a:pt x="3432" y="1026"/>
                    </a:lnTo>
                    <a:lnTo>
                      <a:pt x="3516" y="942"/>
                    </a:lnTo>
                    <a:lnTo>
                      <a:pt x="3579" y="901"/>
                    </a:lnTo>
                    <a:lnTo>
                      <a:pt x="3725" y="921"/>
                    </a:lnTo>
                    <a:lnTo>
                      <a:pt x="3683" y="712"/>
                    </a:lnTo>
                    <a:lnTo>
                      <a:pt x="3725" y="691"/>
                    </a:lnTo>
                    <a:lnTo>
                      <a:pt x="3662" y="587"/>
                    </a:lnTo>
                    <a:lnTo>
                      <a:pt x="3788" y="398"/>
                    </a:lnTo>
                    <a:lnTo>
                      <a:pt x="3725" y="315"/>
                    </a:lnTo>
                    <a:lnTo>
                      <a:pt x="3537" y="356"/>
                    </a:lnTo>
                    <a:lnTo>
                      <a:pt x="3202" y="273"/>
                    </a:lnTo>
                    <a:lnTo>
                      <a:pt x="2909" y="105"/>
                    </a:lnTo>
                    <a:lnTo>
                      <a:pt x="2930" y="1"/>
                    </a:lnTo>
                    <a:lnTo>
                      <a:pt x="2721" y="43"/>
                    </a:lnTo>
                    <a:lnTo>
                      <a:pt x="2595" y="1"/>
                    </a:lnTo>
                    <a:close/>
                    <a:moveTo>
                      <a:pt x="4960" y="6236"/>
                    </a:moveTo>
                    <a:lnTo>
                      <a:pt x="4813" y="6362"/>
                    </a:lnTo>
                    <a:lnTo>
                      <a:pt x="4750" y="6362"/>
                    </a:lnTo>
                    <a:lnTo>
                      <a:pt x="4625" y="6278"/>
                    </a:lnTo>
                    <a:lnTo>
                      <a:pt x="4499" y="6403"/>
                    </a:lnTo>
                    <a:lnTo>
                      <a:pt x="4227" y="6382"/>
                    </a:lnTo>
                    <a:lnTo>
                      <a:pt x="4018" y="6445"/>
                    </a:lnTo>
                    <a:lnTo>
                      <a:pt x="3872" y="6403"/>
                    </a:lnTo>
                    <a:lnTo>
                      <a:pt x="3767" y="6341"/>
                    </a:lnTo>
                    <a:lnTo>
                      <a:pt x="3641" y="6341"/>
                    </a:lnTo>
                    <a:lnTo>
                      <a:pt x="3558" y="6382"/>
                    </a:lnTo>
                    <a:lnTo>
                      <a:pt x="3495" y="6341"/>
                    </a:lnTo>
                    <a:lnTo>
                      <a:pt x="3369" y="6382"/>
                    </a:lnTo>
                    <a:lnTo>
                      <a:pt x="3348" y="6571"/>
                    </a:lnTo>
                    <a:lnTo>
                      <a:pt x="3474" y="6675"/>
                    </a:lnTo>
                    <a:lnTo>
                      <a:pt x="3600" y="6655"/>
                    </a:lnTo>
                    <a:lnTo>
                      <a:pt x="3809" y="6801"/>
                    </a:lnTo>
                    <a:lnTo>
                      <a:pt x="3955" y="6822"/>
                    </a:lnTo>
                    <a:lnTo>
                      <a:pt x="4060" y="6927"/>
                    </a:lnTo>
                    <a:lnTo>
                      <a:pt x="4311" y="7031"/>
                    </a:lnTo>
                    <a:lnTo>
                      <a:pt x="4374" y="7010"/>
                    </a:lnTo>
                    <a:lnTo>
                      <a:pt x="4478" y="7094"/>
                    </a:lnTo>
                    <a:lnTo>
                      <a:pt x="4499" y="7199"/>
                    </a:lnTo>
                    <a:lnTo>
                      <a:pt x="4750" y="7303"/>
                    </a:lnTo>
                    <a:lnTo>
                      <a:pt x="4855" y="7282"/>
                    </a:lnTo>
                    <a:lnTo>
                      <a:pt x="4855" y="7136"/>
                    </a:lnTo>
                    <a:lnTo>
                      <a:pt x="4918" y="7073"/>
                    </a:lnTo>
                    <a:lnTo>
                      <a:pt x="4918" y="6927"/>
                    </a:lnTo>
                    <a:lnTo>
                      <a:pt x="4813" y="6801"/>
                    </a:lnTo>
                    <a:lnTo>
                      <a:pt x="4918" y="6508"/>
                    </a:lnTo>
                    <a:lnTo>
                      <a:pt x="5022" y="6403"/>
                    </a:lnTo>
                    <a:lnTo>
                      <a:pt x="5022" y="6362"/>
                    </a:lnTo>
                    <a:lnTo>
                      <a:pt x="5043" y="6362"/>
                    </a:lnTo>
                    <a:lnTo>
                      <a:pt x="5043" y="6341"/>
                    </a:lnTo>
                    <a:lnTo>
                      <a:pt x="4960" y="6236"/>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32" name="Google Shape;2332;p56"/>
            <p:cNvGrpSpPr/>
            <p:nvPr/>
          </p:nvGrpSpPr>
          <p:grpSpPr>
            <a:xfrm>
              <a:off x="3775674" y="2798496"/>
              <a:ext cx="40545" cy="23564"/>
              <a:chOff x="3750475" y="2481850"/>
              <a:chExt cx="85125" cy="51800"/>
            </a:xfrm>
          </p:grpSpPr>
          <p:sp>
            <p:nvSpPr>
              <p:cNvPr id="2333" name="Google Shape;2333;p56"/>
              <p:cNvSpPr/>
              <p:nvPr/>
            </p:nvSpPr>
            <p:spPr>
              <a:xfrm>
                <a:off x="3762125" y="2492625"/>
                <a:ext cx="64900" cy="36650"/>
              </a:xfrm>
              <a:custGeom>
                <a:avLst/>
                <a:gdLst/>
                <a:ahLst/>
                <a:cxnLst/>
                <a:rect l="l" t="t" r="r" b="b"/>
                <a:pathLst>
                  <a:path w="2596" h="1466" extrusionOk="0">
                    <a:moveTo>
                      <a:pt x="1507" y="1"/>
                    </a:moveTo>
                    <a:lnTo>
                      <a:pt x="1361" y="64"/>
                    </a:lnTo>
                    <a:lnTo>
                      <a:pt x="1402" y="105"/>
                    </a:lnTo>
                    <a:lnTo>
                      <a:pt x="1340" y="189"/>
                    </a:lnTo>
                    <a:lnTo>
                      <a:pt x="1214" y="126"/>
                    </a:lnTo>
                    <a:lnTo>
                      <a:pt x="1109" y="189"/>
                    </a:lnTo>
                    <a:lnTo>
                      <a:pt x="1005" y="168"/>
                    </a:lnTo>
                    <a:lnTo>
                      <a:pt x="817" y="210"/>
                    </a:lnTo>
                    <a:lnTo>
                      <a:pt x="712" y="210"/>
                    </a:lnTo>
                    <a:lnTo>
                      <a:pt x="691" y="126"/>
                    </a:lnTo>
                    <a:lnTo>
                      <a:pt x="565" y="126"/>
                    </a:lnTo>
                    <a:lnTo>
                      <a:pt x="482" y="231"/>
                    </a:lnTo>
                    <a:lnTo>
                      <a:pt x="607" y="294"/>
                    </a:lnTo>
                    <a:lnTo>
                      <a:pt x="607" y="398"/>
                    </a:lnTo>
                    <a:lnTo>
                      <a:pt x="503" y="440"/>
                    </a:lnTo>
                    <a:lnTo>
                      <a:pt x="398" y="608"/>
                    </a:lnTo>
                    <a:lnTo>
                      <a:pt x="314" y="628"/>
                    </a:lnTo>
                    <a:lnTo>
                      <a:pt x="168" y="859"/>
                    </a:lnTo>
                    <a:lnTo>
                      <a:pt x="147" y="1047"/>
                    </a:lnTo>
                    <a:lnTo>
                      <a:pt x="147" y="1152"/>
                    </a:lnTo>
                    <a:lnTo>
                      <a:pt x="84" y="1152"/>
                    </a:lnTo>
                    <a:lnTo>
                      <a:pt x="0" y="1173"/>
                    </a:lnTo>
                    <a:lnTo>
                      <a:pt x="42" y="1277"/>
                    </a:lnTo>
                    <a:lnTo>
                      <a:pt x="147" y="1277"/>
                    </a:lnTo>
                    <a:lnTo>
                      <a:pt x="293" y="1235"/>
                    </a:lnTo>
                    <a:lnTo>
                      <a:pt x="252" y="1068"/>
                    </a:lnTo>
                    <a:lnTo>
                      <a:pt x="314" y="1026"/>
                    </a:lnTo>
                    <a:lnTo>
                      <a:pt x="482" y="1026"/>
                    </a:lnTo>
                    <a:lnTo>
                      <a:pt x="524" y="1131"/>
                    </a:lnTo>
                    <a:lnTo>
                      <a:pt x="586" y="1277"/>
                    </a:lnTo>
                    <a:lnTo>
                      <a:pt x="670" y="1340"/>
                    </a:lnTo>
                    <a:lnTo>
                      <a:pt x="670" y="1424"/>
                    </a:lnTo>
                    <a:lnTo>
                      <a:pt x="796" y="1465"/>
                    </a:lnTo>
                    <a:lnTo>
                      <a:pt x="1026" y="1319"/>
                    </a:lnTo>
                    <a:lnTo>
                      <a:pt x="1151" y="1361"/>
                    </a:lnTo>
                    <a:lnTo>
                      <a:pt x="1361" y="1026"/>
                    </a:lnTo>
                    <a:lnTo>
                      <a:pt x="1507" y="1110"/>
                    </a:lnTo>
                    <a:lnTo>
                      <a:pt x="1507" y="1235"/>
                    </a:lnTo>
                    <a:lnTo>
                      <a:pt x="1674" y="1319"/>
                    </a:lnTo>
                    <a:lnTo>
                      <a:pt x="1737" y="1445"/>
                    </a:lnTo>
                    <a:lnTo>
                      <a:pt x="1842" y="1235"/>
                    </a:lnTo>
                    <a:lnTo>
                      <a:pt x="1842" y="1068"/>
                    </a:lnTo>
                    <a:lnTo>
                      <a:pt x="2093" y="1131"/>
                    </a:lnTo>
                    <a:lnTo>
                      <a:pt x="2197" y="1131"/>
                    </a:lnTo>
                    <a:lnTo>
                      <a:pt x="2302" y="1214"/>
                    </a:lnTo>
                    <a:lnTo>
                      <a:pt x="2302" y="1005"/>
                    </a:lnTo>
                    <a:lnTo>
                      <a:pt x="2553" y="942"/>
                    </a:lnTo>
                    <a:lnTo>
                      <a:pt x="2490" y="754"/>
                    </a:lnTo>
                    <a:lnTo>
                      <a:pt x="2595" y="628"/>
                    </a:lnTo>
                    <a:lnTo>
                      <a:pt x="2553" y="524"/>
                    </a:lnTo>
                    <a:lnTo>
                      <a:pt x="2469" y="524"/>
                    </a:lnTo>
                    <a:lnTo>
                      <a:pt x="2365" y="628"/>
                    </a:lnTo>
                    <a:lnTo>
                      <a:pt x="2260" y="503"/>
                    </a:lnTo>
                    <a:lnTo>
                      <a:pt x="2177" y="524"/>
                    </a:lnTo>
                    <a:lnTo>
                      <a:pt x="2030" y="524"/>
                    </a:lnTo>
                    <a:lnTo>
                      <a:pt x="1988" y="440"/>
                    </a:lnTo>
                    <a:lnTo>
                      <a:pt x="2030" y="398"/>
                    </a:lnTo>
                    <a:lnTo>
                      <a:pt x="2030" y="294"/>
                    </a:lnTo>
                    <a:lnTo>
                      <a:pt x="1884" y="210"/>
                    </a:lnTo>
                    <a:lnTo>
                      <a:pt x="1737" y="84"/>
                    </a:lnTo>
                    <a:lnTo>
                      <a:pt x="1653" y="84"/>
                    </a:lnTo>
                    <a:lnTo>
                      <a:pt x="1612" y="126"/>
                    </a:lnTo>
                    <a:lnTo>
                      <a:pt x="1528" y="105"/>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4" name="Google Shape;2334;p56"/>
              <p:cNvSpPr/>
              <p:nvPr/>
            </p:nvSpPr>
            <p:spPr>
              <a:xfrm>
                <a:off x="3750475" y="2481850"/>
                <a:ext cx="85125" cy="51800"/>
              </a:xfrm>
              <a:custGeom>
                <a:avLst/>
                <a:gdLst/>
                <a:ahLst/>
                <a:cxnLst/>
                <a:rect l="l" t="t" r="r" b="b"/>
                <a:pathLst>
                  <a:path w="3405" h="2072" extrusionOk="0">
                    <a:moveTo>
                      <a:pt x="1095" y="286"/>
                    </a:moveTo>
                    <a:lnTo>
                      <a:pt x="0" y="1667"/>
                    </a:lnTo>
                    <a:lnTo>
                      <a:pt x="547" y="2072"/>
                    </a:lnTo>
                    <a:lnTo>
                      <a:pt x="1214" y="1858"/>
                    </a:lnTo>
                    <a:lnTo>
                      <a:pt x="1881" y="1262"/>
                    </a:lnTo>
                    <a:lnTo>
                      <a:pt x="2976" y="1286"/>
                    </a:lnTo>
                    <a:lnTo>
                      <a:pt x="3405" y="786"/>
                    </a:lnTo>
                    <a:lnTo>
                      <a:pt x="2167" y="0"/>
                    </a:lnTo>
                    <a:close/>
                  </a:path>
                </a:pathLst>
              </a:custGeom>
              <a:solidFill>
                <a:srgbClr val="5F7D95"/>
              </a:solidFill>
              <a:ln>
                <a:noFill/>
              </a:ln>
            </p:spPr>
          </p:sp>
        </p:grpSp>
        <p:grpSp>
          <p:nvGrpSpPr>
            <p:cNvPr id="2335" name="Google Shape;2335;p56"/>
            <p:cNvGrpSpPr/>
            <p:nvPr/>
          </p:nvGrpSpPr>
          <p:grpSpPr>
            <a:xfrm>
              <a:off x="3716946" y="2776024"/>
              <a:ext cx="81971" cy="76912"/>
              <a:chOff x="3627175" y="2432450"/>
              <a:chExt cx="172100" cy="169075"/>
            </a:xfrm>
          </p:grpSpPr>
          <p:sp>
            <p:nvSpPr>
              <p:cNvPr id="2336" name="Google Shape;2336;p56"/>
              <p:cNvSpPr/>
              <p:nvPr/>
            </p:nvSpPr>
            <p:spPr>
              <a:xfrm>
                <a:off x="3627175" y="2433000"/>
                <a:ext cx="164800" cy="156950"/>
              </a:xfrm>
              <a:custGeom>
                <a:avLst/>
                <a:gdLst/>
                <a:ahLst/>
                <a:cxnLst/>
                <a:rect l="l" t="t" r="r" b="b"/>
                <a:pathLst>
                  <a:path w="6592" h="6278" extrusionOk="0">
                    <a:moveTo>
                      <a:pt x="3829" y="0"/>
                    </a:moveTo>
                    <a:lnTo>
                      <a:pt x="3808" y="42"/>
                    </a:lnTo>
                    <a:lnTo>
                      <a:pt x="3599" y="105"/>
                    </a:lnTo>
                    <a:lnTo>
                      <a:pt x="3578" y="63"/>
                    </a:lnTo>
                    <a:lnTo>
                      <a:pt x="3390" y="168"/>
                    </a:lnTo>
                    <a:lnTo>
                      <a:pt x="3369" y="272"/>
                    </a:lnTo>
                    <a:lnTo>
                      <a:pt x="3390" y="398"/>
                    </a:lnTo>
                    <a:lnTo>
                      <a:pt x="3348" y="607"/>
                    </a:lnTo>
                    <a:lnTo>
                      <a:pt x="3181" y="796"/>
                    </a:lnTo>
                    <a:lnTo>
                      <a:pt x="3181" y="837"/>
                    </a:lnTo>
                    <a:lnTo>
                      <a:pt x="2992" y="900"/>
                    </a:lnTo>
                    <a:lnTo>
                      <a:pt x="2888" y="900"/>
                    </a:lnTo>
                    <a:lnTo>
                      <a:pt x="2783" y="879"/>
                    </a:lnTo>
                    <a:lnTo>
                      <a:pt x="2574" y="1005"/>
                    </a:lnTo>
                    <a:lnTo>
                      <a:pt x="2532" y="1089"/>
                    </a:lnTo>
                    <a:lnTo>
                      <a:pt x="2574" y="1151"/>
                    </a:lnTo>
                    <a:lnTo>
                      <a:pt x="2658" y="1193"/>
                    </a:lnTo>
                    <a:lnTo>
                      <a:pt x="2532" y="1298"/>
                    </a:lnTo>
                    <a:lnTo>
                      <a:pt x="2365" y="1319"/>
                    </a:lnTo>
                    <a:lnTo>
                      <a:pt x="2134" y="1298"/>
                    </a:lnTo>
                    <a:lnTo>
                      <a:pt x="2030" y="1235"/>
                    </a:lnTo>
                    <a:lnTo>
                      <a:pt x="1946" y="1298"/>
                    </a:lnTo>
                    <a:lnTo>
                      <a:pt x="1925" y="1214"/>
                    </a:lnTo>
                    <a:lnTo>
                      <a:pt x="1841" y="1151"/>
                    </a:lnTo>
                    <a:lnTo>
                      <a:pt x="1883" y="1047"/>
                    </a:lnTo>
                    <a:lnTo>
                      <a:pt x="1800" y="1026"/>
                    </a:lnTo>
                    <a:lnTo>
                      <a:pt x="1695" y="1047"/>
                    </a:lnTo>
                    <a:lnTo>
                      <a:pt x="1569" y="1047"/>
                    </a:lnTo>
                    <a:lnTo>
                      <a:pt x="1507" y="1026"/>
                    </a:lnTo>
                    <a:lnTo>
                      <a:pt x="1528" y="1151"/>
                    </a:lnTo>
                    <a:lnTo>
                      <a:pt x="1507" y="1214"/>
                    </a:lnTo>
                    <a:lnTo>
                      <a:pt x="1716" y="1402"/>
                    </a:lnTo>
                    <a:lnTo>
                      <a:pt x="1674" y="1444"/>
                    </a:lnTo>
                    <a:lnTo>
                      <a:pt x="1695" y="1528"/>
                    </a:lnTo>
                    <a:lnTo>
                      <a:pt x="1695" y="1633"/>
                    </a:lnTo>
                    <a:lnTo>
                      <a:pt x="1737" y="1716"/>
                    </a:lnTo>
                    <a:lnTo>
                      <a:pt x="1737" y="1821"/>
                    </a:lnTo>
                    <a:lnTo>
                      <a:pt x="1569" y="1779"/>
                    </a:lnTo>
                    <a:lnTo>
                      <a:pt x="1465" y="1821"/>
                    </a:lnTo>
                    <a:lnTo>
                      <a:pt x="1381" y="1779"/>
                    </a:lnTo>
                    <a:lnTo>
                      <a:pt x="1277" y="1821"/>
                    </a:lnTo>
                    <a:lnTo>
                      <a:pt x="1256" y="1758"/>
                    </a:lnTo>
                    <a:lnTo>
                      <a:pt x="1109" y="1863"/>
                    </a:lnTo>
                    <a:lnTo>
                      <a:pt x="963" y="1653"/>
                    </a:lnTo>
                    <a:lnTo>
                      <a:pt x="858" y="1633"/>
                    </a:lnTo>
                    <a:lnTo>
                      <a:pt x="733" y="1653"/>
                    </a:lnTo>
                    <a:lnTo>
                      <a:pt x="628" y="1758"/>
                    </a:lnTo>
                    <a:lnTo>
                      <a:pt x="565" y="1737"/>
                    </a:lnTo>
                    <a:lnTo>
                      <a:pt x="481" y="1779"/>
                    </a:lnTo>
                    <a:lnTo>
                      <a:pt x="440" y="1758"/>
                    </a:lnTo>
                    <a:lnTo>
                      <a:pt x="335" y="1758"/>
                    </a:lnTo>
                    <a:lnTo>
                      <a:pt x="251" y="1842"/>
                    </a:lnTo>
                    <a:lnTo>
                      <a:pt x="63" y="1863"/>
                    </a:lnTo>
                    <a:lnTo>
                      <a:pt x="0" y="1946"/>
                    </a:lnTo>
                    <a:lnTo>
                      <a:pt x="42" y="2030"/>
                    </a:lnTo>
                    <a:lnTo>
                      <a:pt x="147" y="1988"/>
                    </a:lnTo>
                    <a:lnTo>
                      <a:pt x="251" y="2030"/>
                    </a:lnTo>
                    <a:lnTo>
                      <a:pt x="272" y="2051"/>
                    </a:lnTo>
                    <a:lnTo>
                      <a:pt x="272" y="2051"/>
                    </a:lnTo>
                    <a:lnTo>
                      <a:pt x="147" y="2030"/>
                    </a:lnTo>
                    <a:lnTo>
                      <a:pt x="105" y="2051"/>
                    </a:lnTo>
                    <a:lnTo>
                      <a:pt x="126" y="2156"/>
                    </a:lnTo>
                    <a:lnTo>
                      <a:pt x="168" y="2072"/>
                    </a:lnTo>
                    <a:lnTo>
                      <a:pt x="230" y="2093"/>
                    </a:lnTo>
                    <a:lnTo>
                      <a:pt x="251" y="2177"/>
                    </a:lnTo>
                    <a:lnTo>
                      <a:pt x="209" y="2197"/>
                    </a:lnTo>
                    <a:lnTo>
                      <a:pt x="105" y="2239"/>
                    </a:lnTo>
                    <a:lnTo>
                      <a:pt x="105" y="2260"/>
                    </a:lnTo>
                    <a:lnTo>
                      <a:pt x="209" y="2260"/>
                    </a:lnTo>
                    <a:lnTo>
                      <a:pt x="230" y="2386"/>
                    </a:lnTo>
                    <a:lnTo>
                      <a:pt x="230" y="2469"/>
                    </a:lnTo>
                    <a:lnTo>
                      <a:pt x="335" y="2386"/>
                    </a:lnTo>
                    <a:lnTo>
                      <a:pt x="481" y="2386"/>
                    </a:lnTo>
                    <a:lnTo>
                      <a:pt x="670" y="2469"/>
                    </a:lnTo>
                    <a:lnTo>
                      <a:pt x="733" y="2511"/>
                    </a:lnTo>
                    <a:lnTo>
                      <a:pt x="774" y="2511"/>
                    </a:lnTo>
                    <a:lnTo>
                      <a:pt x="900" y="2595"/>
                    </a:lnTo>
                    <a:lnTo>
                      <a:pt x="1005" y="2511"/>
                    </a:lnTo>
                    <a:lnTo>
                      <a:pt x="1067" y="2553"/>
                    </a:lnTo>
                    <a:lnTo>
                      <a:pt x="1046" y="2595"/>
                    </a:lnTo>
                    <a:lnTo>
                      <a:pt x="1067" y="2658"/>
                    </a:lnTo>
                    <a:lnTo>
                      <a:pt x="1172" y="2595"/>
                    </a:lnTo>
                    <a:lnTo>
                      <a:pt x="1214" y="2658"/>
                    </a:lnTo>
                    <a:lnTo>
                      <a:pt x="1172" y="2762"/>
                    </a:lnTo>
                    <a:lnTo>
                      <a:pt x="1214" y="2825"/>
                    </a:lnTo>
                    <a:lnTo>
                      <a:pt x="1297" y="2825"/>
                    </a:lnTo>
                    <a:lnTo>
                      <a:pt x="1402" y="2783"/>
                    </a:lnTo>
                    <a:lnTo>
                      <a:pt x="1528" y="2783"/>
                    </a:lnTo>
                    <a:lnTo>
                      <a:pt x="1611" y="2888"/>
                    </a:lnTo>
                    <a:lnTo>
                      <a:pt x="1507" y="2825"/>
                    </a:lnTo>
                    <a:lnTo>
                      <a:pt x="1402" y="2825"/>
                    </a:lnTo>
                    <a:lnTo>
                      <a:pt x="1360" y="2930"/>
                    </a:lnTo>
                    <a:lnTo>
                      <a:pt x="1402" y="2972"/>
                    </a:lnTo>
                    <a:lnTo>
                      <a:pt x="1423" y="3076"/>
                    </a:lnTo>
                    <a:lnTo>
                      <a:pt x="1381" y="3181"/>
                    </a:lnTo>
                    <a:lnTo>
                      <a:pt x="1402" y="3244"/>
                    </a:lnTo>
                    <a:lnTo>
                      <a:pt x="1486" y="3244"/>
                    </a:lnTo>
                    <a:lnTo>
                      <a:pt x="1632" y="3432"/>
                    </a:lnTo>
                    <a:lnTo>
                      <a:pt x="1779" y="3453"/>
                    </a:lnTo>
                    <a:lnTo>
                      <a:pt x="1904" y="3537"/>
                    </a:lnTo>
                    <a:lnTo>
                      <a:pt x="1904" y="3641"/>
                    </a:lnTo>
                    <a:lnTo>
                      <a:pt x="1946" y="3725"/>
                    </a:lnTo>
                    <a:lnTo>
                      <a:pt x="1904" y="3830"/>
                    </a:lnTo>
                    <a:lnTo>
                      <a:pt x="1883" y="3850"/>
                    </a:lnTo>
                    <a:lnTo>
                      <a:pt x="1841" y="3934"/>
                    </a:lnTo>
                    <a:lnTo>
                      <a:pt x="1946" y="3955"/>
                    </a:lnTo>
                    <a:lnTo>
                      <a:pt x="2134" y="4081"/>
                    </a:lnTo>
                    <a:lnTo>
                      <a:pt x="2260" y="4436"/>
                    </a:lnTo>
                    <a:lnTo>
                      <a:pt x="2260" y="4436"/>
                    </a:lnTo>
                    <a:lnTo>
                      <a:pt x="2113" y="4269"/>
                    </a:lnTo>
                    <a:lnTo>
                      <a:pt x="2093" y="4143"/>
                    </a:lnTo>
                    <a:lnTo>
                      <a:pt x="1946" y="4081"/>
                    </a:lnTo>
                    <a:lnTo>
                      <a:pt x="1904" y="4122"/>
                    </a:lnTo>
                    <a:lnTo>
                      <a:pt x="1841" y="4394"/>
                    </a:lnTo>
                    <a:lnTo>
                      <a:pt x="1841" y="4604"/>
                    </a:lnTo>
                    <a:lnTo>
                      <a:pt x="1946" y="4687"/>
                    </a:lnTo>
                    <a:lnTo>
                      <a:pt x="1883" y="4750"/>
                    </a:lnTo>
                    <a:lnTo>
                      <a:pt x="1841" y="5127"/>
                    </a:lnTo>
                    <a:lnTo>
                      <a:pt x="1737" y="5482"/>
                    </a:lnTo>
                    <a:lnTo>
                      <a:pt x="1590" y="5545"/>
                    </a:lnTo>
                    <a:lnTo>
                      <a:pt x="1695" y="5608"/>
                    </a:lnTo>
                    <a:lnTo>
                      <a:pt x="1716" y="5629"/>
                    </a:lnTo>
                    <a:lnTo>
                      <a:pt x="1779" y="5629"/>
                    </a:lnTo>
                    <a:lnTo>
                      <a:pt x="1800" y="5754"/>
                    </a:lnTo>
                    <a:lnTo>
                      <a:pt x="1800" y="5859"/>
                    </a:lnTo>
                    <a:lnTo>
                      <a:pt x="1946" y="5838"/>
                    </a:lnTo>
                    <a:lnTo>
                      <a:pt x="2197" y="5922"/>
                    </a:lnTo>
                    <a:lnTo>
                      <a:pt x="2302" y="6047"/>
                    </a:lnTo>
                    <a:lnTo>
                      <a:pt x="2406" y="6006"/>
                    </a:lnTo>
                    <a:lnTo>
                      <a:pt x="2532" y="6131"/>
                    </a:lnTo>
                    <a:lnTo>
                      <a:pt x="2678" y="6131"/>
                    </a:lnTo>
                    <a:lnTo>
                      <a:pt x="2762" y="6152"/>
                    </a:lnTo>
                    <a:lnTo>
                      <a:pt x="2867" y="6047"/>
                    </a:lnTo>
                    <a:lnTo>
                      <a:pt x="3139" y="6047"/>
                    </a:lnTo>
                    <a:lnTo>
                      <a:pt x="3243" y="6110"/>
                    </a:lnTo>
                    <a:lnTo>
                      <a:pt x="3390" y="6068"/>
                    </a:lnTo>
                    <a:lnTo>
                      <a:pt x="3557" y="6173"/>
                    </a:lnTo>
                    <a:lnTo>
                      <a:pt x="3829" y="6152"/>
                    </a:lnTo>
                    <a:lnTo>
                      <a:pt x="4018" y="6257"/>
                    </a:lnTo>
                    <a:lnTo>
                      <a:pt x="4101" y="6278"/>
                    </a:lnTo>
                    <a:lnTo>
                      <a:pt x="4101" y="6236"/>
                    </a:lnTo>
                    <a:lnTo>
                      <a:pt x="4038" y="6068"/>
                    </a:lnTo>
                    <a:lnTo>
                      <a:pt x="4101" y="5859"/>
                    </a:lnTo>
                    <a:lnTo>
                      <a:pt x="4101" y="5796"/>
                    </a:lnTo>
                    <a:lnTo>
                      <a:pt x="4227" y="5650"/>
                    </a:lnTo>
                    <a:lnTo>
                      <a:pt x="4436" y="5441"/>
                    </a:lnTo>
                    <a:lnTo>
                      <a:pt x="4499" y="5441"/>
                    </a:lnTo>
                    <a:lnTo>
                      <a:pt x="4562" y="5503"/>
                    </a:lnTo>
                    <a:lnTo>
                      <a:pt x="4708" y="5503"/>
                    </a:lnTo>
                    <a:lnTo>
                      <a:pt x="4834" y="5587"/>
                    </a:lnTo>
                    <a:lnTo>
                      <a:pt x="4938" y="5587"/>
                    </a:lnTo>
                    <a:lnTo>
                      <a:pt x="5022" y="5524"/>
                    </a:lnTo>
                    <a:lnTo>
                      <a:pt x="5085" y="5503"/>
                    </a:lnTo>
                    <a:lnTo>
                      <a:pt x="5461" y="5734"/>
                    </a:lnTo>
                    <a:lnTo>
                      <a:pt x="5545" y="5817"/>
                    </a:lnTo>
                    <a:lnTo>
                      <a:pt x="5796" y="5817"/>
                    </a:lnTo>
                    <a:lnTo>
                      <a:pt x="5901" y="5734"/>
                    </a:lnTo>
                    <a:lnTo>
                      <a:pt x="5880" y="5692"/>
                    </a:lnTo>
                    <a:lnTo>
                      <a:pt x="5984" y="5545"/>
                    </a:lnTo>
                    <a:lnTo>
                      <a:pt x="6340" y="5294"/>
                    </a:lnTo>
                    <a:lnTo>
                      <a:pt x="6382" y="5273"/>
                    </a:lnTo>
                    <a:lnTo>
                      <a:pt x="6319" y="5169"/>
                    </a:lnTo>
                    <a:lnTo>
                      <a:pt x="6403" y="4980"/>
                    </a:lnTo>
                    <a:lnTo>
                      <a:pt x="6235" y="4980"/>
                    </a:lnTo>
                    <a:lnTo>
                      <a:pt x="6068" y="4855"/>
                    </a:lnTo>
                    <a:lnTo>
                      <a:pt x="6026" y="4562"/>
                    </a:lnTo>
                    <a:lnTo>
                      <a:pt x="5880" y="4394"/>
                    </a:lnTo>
                    <a:lnTo>
                      <a:pt x="5963" y="4332"/>
                    </a:lnTo>
                    <a:lnTo>
                      <a:pt x="6089" y="4290"/>
                    </a:lnTo>
                    <a:lnTo>
                      <a:pt x="6131" y="4122"/>
                    </a:lnTo>
                    <a:lnTo>
                      <a:pt x="6026" y="4018"/>
                    </a:lnTo>
                    <a:lnTo>
                      <a:pt x="6005" y="3850"/>
                    </a:lnTo>
                    <a:lnTo>
                      <a:pt x="6068" y="3809"/>
                    </a:lnTo>
                    <a:lnTo>
                      <a:pt x="6068" y="3725"/>
                    </a:lnTo>
                    <a:lnTo>
                      <a:pt x="5984" y="3662"/>
                    </a:lnTo>
                    <a:lnTo>
                      <a:pt x="5922" y="3516"/>
                    </a:lnTo>
                    <a:lnTo>
                      <a:pt x="5880" y="3411"/>
                    </a:lnTo>
                    <a:lnTo>
                      <a:pt x="5712" y="3411"/>
                    </a:lnTo>
                    <a:lnTo>
                      <a:pt x="5650" y="3453"/>
                    </a:lnTo>
                    <a:lnTo>
                      <a:pt x="5691" y="3620"/>
                    </a:lnTo>
                    <a:lnTo>
                      <a:pt x="5545" y="3662"/>
                    </a:lnTo>
                    <a:lnTo>
                      <a:pt x="5440" y="3662"/>
                    </a:lnTo>
                    <a:lnTo>
                      <a:pt x="5398" y="3558"/>
                    </a:lnTo>
                    <a:lnTo>
                      <a:pt x="5482" y="3537"/>
                    </a:lnTo>
                    <a:lnTo>
                      <a:pt x="5545" y="3537"/>
                    </a:lnTo>
                    <a:lnTo>
                      <a:pt x="5545" y="3432"/>
                    </a:lnTo>
                    <a:lnTo>
                      <a:pt x="5566" y="3244"/>
                    </a:lnTo>
                    <a:lnTo>
                      <a:pt x="5712" y="3013"/>
                    </a:lnTo>
                    <a:lnTo>
                      <a:pt x="5796" y="2993"/>
                    </a:lnTo>
                    <a:lnTo>
                      <a:pt x="5901" y="2825"/>
                    </a:lnTo>
                    <a:lnTo>
                      <a:pt x="6005" y="2783"/>
                    </a:lnTo>
                    <a:lnTo>
                      <a:pt x="6005" y="2679"/>
                    </a:lnTo>
                    <a:lnTo>
                      <a:pt x="5880" y="2616"/>
                    </a:lnTo>
                    <a:lnTo>
                      <a:pt x="5963" y="2511"/>
                    </a:lnTo>
                    <a:lnTo>
                      <a:pt x="6089" y="2511"/>
                    </a:lnTo>
                    <a:lnTo>
                      <a:pt x="6110" y="2595"/>
                    </a:lnTo>
                    <a:lnTo>
                      <a:pt x="6215" y="2595"/>
                    </a:lnTo>
                    <a:lnTo>
                      <a:pt x="6403" y="2553"/>
                    </a:lnTo>
                    <a:lnTo>
                      <a:pt x="6340" y="2449"/>
                    </a:lnTo>
                    <a:lnTo>
                      <a:pt x="6235" y="2365"/>
                    </a:lnTo>
                    <a:lnTo>
                      <a:pt x="6235" y="2197"/>
                    </a:lnTo>
                    <a:lnTo>
                      <a:pt x="6298" y="2030"/>
                    </a:lnTo>
                    <a:lnTo>
                      <a:pt x="6382" y="1946"/>
                    </a:lnTo>
                    <a:lnTo>
                      <a:pt x="6382" y="1842"/>
                    </a:lnTo>
                    <a:lnTo>
                      <a:pt x="6445" y="1674"/>
                    </a:lnTo>
                    <a:lnTo>
                      <a:pt x="6591" y="1549"/>
                    </a:lnTo>
                    <a:lnTo>
                      <a:pt x="6445" y="1465"/>
                    </a:lnTo>
                    <a:lnTo>
                      <a:pt x="6340" y="1465"/>
                    </a:lnTo>
                    <a:lnTo>
                      <a:pt x="6215" y="1402"/>
                    </a:lnTo>
                    <a:lnTo>
                      <a:pt x="6110" y="1444"/>
                    </a:lnTo>
                    <a:lnTo>
                      <a:pt x="6026" y="1402"/>
                    </a:lnTo>
                    <a:lnTo>
                      <a:pt x="5922" y="1402"/>
                    </a:lnTo>
                    <a:lnTo>
                      <a:pt x="5859" y="1444"/>
                    </a:lnTo>
                    <a:lnTo>
                      <a:pt x="5754" y="1361"/>
                    </a:lnTo>
                    <a:lnTo>
                      <a:pt x="5754" y="1298"/>
                    </a:lnTo>
                    <a:lnTo>
                      <a:pt x="5650" y="1214"/>
                    </a:lnTo>
                    <a:lnTo>
                      <a:pt x="5566" y="1235"/>
                    </a:lnTo>
                    <a:lnTo>
                      <a:pt x="5398" y="1193"/>
                    </a:lnTo>
                    <a:lnTo>
                      <a:pt x="5357" y="1089"/>
                    </a:lnTo>
                    <a:lnTo>
                      <a:pt x="5252" y="1089"/>
                    </a:lnTo>
                    <a:lnTo>
                      <a:pt x="5189" y="1130"/>
                    </a:lnTo>
                    <a:lnTo>
                      <a:pt x="5085" y="1047"/>
                    </a:lnTo>
                    <a:lnTo>
                      <a:pt x="4980" y="1026"/>
                    </a:lnTo>
                    <a:lnTo>
                      <a:pt x="4854" y="879"/>
                    </a:lnTo>
                    <a:lnTo>
                      <a:pt x="4771" y="837"/>
                    </a:lnTo>
                    <a:lnTo>
                      <a:pt x="4729" y="796"/>
                    </a:lnTo>
                    <a:lnTo>
                      <a:pt x="4645" y="796"/>
                    </a:lnTo>
                    <a:lnTo>
                      <a:pt x="4603" y="837"/>
                    </a:lnTo>
                    <a:lnTo>
                      <a:pt x="4457" y="775"/>
                    </a:lnTo>
                    <a:lnTo>
                      <a:pt x="4457" y="607"/>
                    </a:lnTo>
                    <a:lnTo>
                      <a:pt x="4394" y="586"/>
                    </a:lnTo>
                    <a:lnTo>
                      <a:pt x="4310" y="524"/>
                    </a:lnTo>
                    <a:lnTo>
                      <a:pt x="4227" y="524"/>
                    </a:lnTo>
                    <a:lnTo>
                      <a:pt x="4080" y="398"/>
                    </a:lnTo>
                    <a:lnTo>
                      <a:pt x="4038" y="293"/>
                    </a:lnTo>
                    <a:lnTo>
                      <a:pt x="3913" y="252"/>
                    </a:lnTo>
                    <a:lnTo>
                      <a:pt x="3892" y="63"/>
                    </a:lnTo>
                    <a:lnTo>
                      <a:pt x="382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7" name="Google Shape;2337;p56"/>
              <p:cNvSpPr/>
              <p:nvPr/>
            </p:nvSpPr>
            <p:spPr>
              <a:xfrm>
                <a:off x="3658200" y="2557475"/>
                <a:ext cx="70850" cy="44050"/>
              </a:xfrm>
              <a:custGeom>
                <a:avLst/>
                <a:gdLst/>
                <a:ahLst/>
                <a:cxnLst/>
                <a:rect l="l" t="t" r="r" b="b"/>
                <a:pathLst>
                  <a:path w="2834" h="1762" extrusionOk="0">
                    <a:moveTo>
                      <a:pt x="571" y="595"/>
                    </a:moveTo>
                    <a:lnTo>
                      <a:pt x="0" y="1119"/>
                    </a:lnTo>
                    <a:lnTo>
                      <a:pt x="1833" y="1762"/>
                    </a:lnTo>
                    <a:lnTo>
                      <a:pt x="2714" y="1476"/>
                    </a:lnTo>
                    <a:lnTo>
                      <a:pt x="2834" y="1071"/>
                    </a:lnTo>
                    <a:lnTo>
                      <a:pt x="1833" y="0"/>
                    </a:lnTo>
                    <a:close/>
                  </a:path>
                </a:pathLst>
              </a:custGeom>
              <a:solidFill>
                <a:srgbClr val="5F7D95"/>
              </a:solidFill>
              <a:ln>
                <a:noFill/>
              </a:ln>
            </p:spPr>
          </p:sp>
          <p:sp>
            <p:nvSpPr>
              <p:cNvPr id="2338" name="Google Shape;2338;p56"/>
              <p:cNvSpPr/>
              <p:nvPr/>
            </p:nvSpPr>
            <p:spPr>
              <a:xfrm>
                <a:off x="3719525" y="2432450"/>
                <a:ext cx="79750" cy="89900"/>
              </a:xfrm>
              <a:custGeom>
                <a:avLst/>
                <a:gdLst/>
                <a:ahLst/>
                <a:cxnLst/>
                <a:rect l="l" t="t" r="r" b="b"/>
                <a:pathLst>
                  <a:path w="3190" h="3596" extrusionOk="0">
                    <a:moveTo>
                      <a:pt x="0" y="167"/>
                    </a:moveTo>
                    <a:lnTo>
                      <a:pt x="261" y="0"/>
                    </a:lnTo>
                    <a:lnTo>
                      <a:pt x="1619" y="1095"/>
                    </a:lnTo>
                    <a:lnTo>
                      <a:pt x="2381" y="1286"/>
                    </a:lnTo>
                    <a:lnTo>
                      <a:pt x="3190" y="1429"/>
                    </a:lnTo>
                    <a:lnTo>
                      <a:pt x="2809" y="2595"/>
                    </a:lnTo>
                    <a:lnTo>
                      <a:pt x="2071" y="2429"/>
                    </a:lnTo>
                    <a:lnTo>
                      <a:pt x="1524" y="3596"/>
                    </a:lnTo>
                    <a:close/>
                  </a:path>
                </a:pathLst>
              </a:custGeom>
              <a:solidFill>
                <a:srgbClr val="5F7D95"/>
              </a:solidFill>
              <a:ln>
                <a:noFill/>
              </a:ln>
            </p:spPr>
          </p:sp>
        </p:grpSp>
        <p:grpSp>
          <p:nvGrpSpPr>
            <p:cNvPr id="2339" name="Google Shape;2339;p56"/>
            <p:cNvGrpSpPr/>
            <p:nvPr/>
          </p:nvGrpSpPr>
          <p:grpSpPr>
            <a:xfrm>
              <a:off x="3685682" y="2845624"/>
              <a:ext cx="29311" cy="45055"/>
              <a:chOff x="3561536" y="2585450"/>
              <a:chExt cx="61539" cy="99045"/>
            </a:xfrm>
          </p:grpSpPr>
          <p:sp>
            <p:nvSpPr>
              <p:cNvPr id="2340" name="Google Shape;2340;p56"/>
              <p:cNvSpPr/>
              <p:nvPr/>
            </p:nvSpPr>
            <p:spPr>
              <a:xfrm rot="192277">
                <a:off x="3564002" y="2593849"/>
                <a:ext cx="44498" cy="89472"/>
              </a:xfrm>
              <a:custGeom>
                <a:avLst/>
                <a:gdLst/>
                <a:ahLst/>
                <a:cxnLst/>
                <a:rect l="l" t="t" r="r" b="b"/>
                <a:pathLst>
                  <a:path w="1780" h="3579" extrusionOk="0">
                    <a:moveTo>
                      <a:pt x="628" y="1"/>
                    </a:moveTo>
                    <a:lnTo>
                      <a:pt x="356" y="22"/>
                    </a:lnTo>
                    <a:lnTo>
                      <a:pt x="377" y="147"/>
                    </a:lnTo>
                    <a:lnTo>
                      <a:pt x="461" y="357"/>
                    </a:lnTo>
                    <a:lnTo>
                      <a:pt x="440" y="712"/>
                    </a:lnTo>
                    <a:lnTo>
                      <a:pt x="440" y="775"/>
                    </a:lnTo>
                    <a:lnTo>
                      <a:pt x="419" y="943"/>
                    </a:lnTo>
                    <a:lnTo>
                      <a:pt x="482" y="1026"/>
                    </a:lnTo>
                    <a:lnTo>
                      <a:pt x="440" y="1131"/>
                    </a:lnTo>
                    <a:lnTo>
                      <a:pt x="356" y="1256"/>
                    </a:lnTo>
                    <a:lnTo>
                      <a:pt x="356" y="1445"/>
                    </a:lnTo>
                    <a:lnTo>
                      <a:pt x="231" y="1654"/>
                    </a:lnTo>
                    <a:lnTo>
                      <a:pt x="231" y="1759"/>
                    </a:lnTo>
                    <a:lnTo>
                      <a:pt x="64" y="1968"/>
                    </a:lnTo>
                    <a:lnTo>
                      <a:pt x="1" y="2303"/>
                    </a:lnTo>
                    <a:lnTo>
                      <a:pt x="1" y="2386"/>
                    </a:lnTo>
                    <a:lnTo>
                      <a:pt x="105" y="2386"/>
                    </a:lnTo>
                    <a:lnTo>
                      <a:pt x="168" y="2303"/>
                    </a:lnTo>
                    <a:lnTo>
                      <a:pt x="273" y="2219"/>
                    </a:lnTo>
                    <a:lnTo>
                      <a:pt x="252" y="2303"/>
                    </a:lnTo>
                    <a:lnTo>
                      <a:pt x="315" y="2344"/>
                    </a:lnTo>
                    <a:lnTo>
                      <a:pt x="126" y="2428"/>
                    </a:lnTo>
                    <a:lnTo>
                      <a:pt x="126" y="2554"/>
                    </a:lnTo>
                    <a:lnTo>
                      <a:pt x="168" y="2616"/>
                    </a:lnTo>
                    <a:lnTo>
                      <a:pt x="252" y="2533"/>
                    </a:lnTo>
                    <a:lnTo>
                      <a:pt x="419" y="2533"/>
                    </a:lnTo>
                    <a:lnTo>
                      <a:pt x="336" y="2616"/>
                    </a:lnTo>
                    <a:lnTo>
                      <a:pt x="377" y="2763"/>
                    </a:lnTo>
                    <a:lnTo>
                      <a:pt x="336" y="2909"/>
                    </a:lnTo>
                    <a:lnTo>
                      <a:pt x="336" y="3223"/>
                    </a:lnTo>
                    <a:lnTo>
                      <a:pt x="273" y="3432"/>
                    </a:lnTo>
                    <a:lnTo>
                      <a:pt x="231" y="3495"/>
                    </a:lnTo>
                    <a:lnTo>
                      <a:pt x="273" y="3537"/>
                    </a:lnTo>
                    <a:lnTo>
                      <a:pt x="440" y="3432"/>
                    </a:lnTo>
                    <a:lnTo>
                      <a:pt x="691" y="3495"/>
                    </a:lnTo>
                    <a:lnTo>
                      <a:pt x="796" y="3579"/>
                    </a:lnTo>
                    <a:lnTo>
                      <a:pt x="963" y="3474"/>
                    </a:lnTo>
                    <a:lnTo>
                      <a:pt x="1110" y="3474"/>
                    </a:lnTo>
                    <a:lnTo>
                      <a:pt x="1152" y="3432"/>
                    </a:lnTo>
                    <a:lnTo>
                      <a:pt x="1152" y="3286"/>
                    </a:lnTo>
                    <a:lnTo>
                      <a:pt x="1068" y="3160"/>
                    </a:lnTo>
                    <a:lnTo>
                      <a:pt x="1193" y="2909"/>
                    </a:lnTo>
                    <a:lnTo>
                      <a:pt x="1319" y="2805"/>
                    </a:lnTo>
                    <a:lnTo>
                      <a:pt x="1361" y="2658"/>
                    </a:lnTo>
                    <a:lnTo>
                      <a:pt x="1214" y="2658"/>
                    </a:lnTo>
                    <a:lnTo>
                      <a:pt x="1152" y="2512"/>
                    </a:lnTo>
                    <a:lnTo>
                      <a:pt x="1319" y="2323"/>
                    </a:lnTo>
                    <a:lnTo>
                      <a:pt x="1319" y="2093"/>
                    </a:lnTo>
                    <a:lnTo>
                      <a:pt x="1193" y="2010"/>
                    </a:lnTo>
                    <a:lnTo>
                      <a:pt x="1047" y="1717"/>
                    </a:lnTo>
                    <a:lnTo>
                      <a:pt x="1172" y="1696"/>
                    </a:lnTo>
                    <a:lnTo>
                      <a:pt x="1277" y="1696"/>
                    </a:lnTo>
                    <a:lnTo>
                      <a:pt x="1424" y="1487"/>
                    </a:lnTo>
                    <a:lnTo>
                      <a:pt x="1319" y="1382"/>
                    </a:lnTo>
                    <a:lnTo>
                      <a:pt x="1465" y="1277"/>
                    </a:lnTo>
                    <a:lnTo>
                      <a:pt x="1465" y="922"/>
                    </a:lnTo>
                    <a:lnTo>
                      <a:pt x="1424" y="754"/>
                    </a:lnTo>
                    <a:lnTo>
                      <a:pt x="1675" y="545"/>
                    </a:lnTo>
                    <a:lnTo>
                      <a:pt x="1737" y="545"/>
                    </a:lnTo>
                    <a:lnTo>
                      <a:pt x="1779" y="440"/>
                    </a:lnTo>
                    <a:lnTo>
                      <a:pt x="1675" y="252"/>
                    </a:lnTo>
                    <a:lnTo>
                      <a:pt x="1633" y="127"/>
                    </a:lnTo>
                    <a:lnTo>
                      <a:pt x="1382" y="85"/>
                    </a:lnTo>
                    <a:lnTo>
                      <a:pt x="1277" y="210"/>
                    </a:lnTo>
                    <a:lnTo>
                      <a:pt x="942" y="127"/>
                    </a:lnTo>
                    <a:lnTo>
                      <a:pt x="754" y="231"/>
                    </a:lnTo>
                    <a:lnTo>
                      <a:pt x="691" y="147"/>
                    </a:lnTo>
                    <a:lnTo>
                      <a:pt x="733" y="22"/>
                    </a:lnTo>
                    <a:lnTo>
                      <a:pt x="62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1" name="Google Shape;2341;p56"/>
              <p:cNvSpPr/>
              <p:nvPr/>
            </p:nvSpPr>
            <p:spPr>
              <a:xfrm>
                <a:off x="3580800" y="2585450"/>
                <a:ext cx="42275" cy="93450"/>
              </a:xfrm>
              <a:custGeom>
                <a:avLst/>
                <a:gdLst/>
                <a:ahLst/>
                <a:cxnLst/>
                <a:rect l="l" t="t" r="r" b="b"/>
                <a:pathLst>
                  <a:path w="1691" h="3738" extrusionOk="0">
                    <a:moveTo>
                      <a:pt x="453" y="0"/>
                    </a:moveTo>
                    <a:lnTo>
                      <a:pt x="0" y="547"/>
                    </a:lnTo>
                    <a:lnTo>
                      <a:pt x="0" y="3429"/>
                    </a:lnTo>
                    <a:lnTo>
                      <a:pt x="429" y="3738"/>
                    </a:lnTo>
                    <a:lnTo>
                      <a:pt x="1691" y="2714"/>
                    </a:lnTo>
                    <a:lnTo>
                      <a:pt x="1691" y="500"/>
                    </a:lnTo>
                    <a:close/>
                  </a:path>
                </a:pathLst>
              </a:custGeom>
              <a:solidFill>
                <a:srgbClr val="5F7D95"/>
              </a:solidFill>
              <a:ln>
                <a:noFill/>
              </a:ln>
            </p:spPr>
          </p:sp>
        </p:grpSp>
        <p:grpSp>
          <p:nvGrpSpPr>
            <p:cNvPr id="2342" name="Google Shape;2342;p56"/>
            <p:cNvGrpSpPr/>
            <p:nvPr/>
          </p:nvGrpSpPr>
          <p:grpSpPr>
            <a:xfrm>
              <a:off x="3849905" y="2572252"/>
              <a:ext cx="74339" cy="119559"/>
              <a:chOff x="3906325" y="1984500"/>
              <a:chExt cx="156075" cy="262825"/>
            </a:xfrm>
          </p:grpSpPr>
          <p:sp>
            <p:nvSpPr>
              <p:cNvPr id="2343" name="Google Shape;2343;p56"/>
              <p:cNvSpPr/>
              <p:nvPr/>
            </p:nvSpPr>
            <p:spPr>
              <a:xfrm>
                <a:off x="3906325" y="1984500"/>
                <a:ext cx="100825" cy="124200"/>
              </a:xfrm>
              <a:custGeom>
                <a:avLst/>
                <a:gdLst/>
                <a:ahLst/>
                <a:cxnLst/>
                <a:rect l="l" t="t" r="r" b="b"/>
                <a:pathLst>
                  <a:path w="4033" h="4968" extrusionOk="0">
                    <a:moveTo>
                      <a:pt x="2901" y="4968"/>
                    </a:moveTo>
                    <a:lnTo>
                      <a:pt x="1524" y="4673"/>
                    </a:lnTo>
                    <a:lnTo>
                      <a:pt x="0" y="1771"/>
                    </a:lnTo>
                    <a:lnTo>
                      <a:pt x="737" y="886"/>
                    </a:lnTo>
                    <a:lnTo>
                      <a:pt x="2508" y="1181"/>
                    </a:lnTo>
                    <a:lnTo>
                      <a:pt x="2655" y="345"/>
                    </a:lnTo>
                    <a:lnTo>
                      <a:pt x="3442" y="0"/>
                    </a:lnTo>
                    <a:lnTo>
                      <a:pt x="4033" y="443"/>
                    </a:lnTo>
                    <a:close/>
                  </a:path>
                </a:pathLst>
              </a:custGeom>
              <a:solidFill>
                <a:srgbClr val="5F7D95"/>
              </a:solidFill>
              <a:ln>
                <a:noFill/>
              </a:ln>
            </p:spPr>
          </p:sp>
          <p:sp>
            <p:nvSpPr>
              <p:cNvPr id="2344" name="Google Shape;2344;p56"/>
              <p:cNvSpPr/>
              <p:nvPr/>
            </p:nvSpPr>
            <p:spPr>
              <a:xfrm>
                <a:off x="3919575" y="1989950"/>
                <a:ext cx="142825" cy="257375"/>
              </a:xfrm>
              <a:custGeom>
                <a:avLst/>
                <a:gdLst/>
                <a:ahLst/>
                <a:cxnLst/>
                <a:rect l="l" t="t" r="r" b="b"/>
                <a:pathLst>
                  <a:path w="5713" h="10295" extrusionOk="0">
                    <a:moveTo>
                      <a:pt x="2867" y="0"/>
                    </a:moveTo>
                    <a:lnTo>
                      <a:pt x="2762" y="105"/>
                    </a:lnTo>
                    <a:lnTo>
                      <a:pt x="2762" y="147"/>
                    </a:lnTo>
                    <a:lnTo>
                      <a:pt x="2679" y="189"/>
                    </a:lnTo>
                    <a:lnTo>
                      <a:pt x="2532" y="147"/>
                    </a:lnTo>
                    <a:lnTo>
                      <a:pt x="2386" y="209"/>
                    </a:lnTo>
                    <a:lnTo>
                      <a:pt x="2386" y="293"/>
                    </a:lnTo>
                    <a:lnTo>
                      <a:pt x="2323" y="419"/>
                    </a:lnTo>
                    <a:lnTo>
                      <a:pt x="2239" y="461"/>
                    </a:lnTo>
                    <a:lnTo>
                      <a:pt x="2281" y="544"/>
                    </a:lnTo>
                    <a:lnTo>
                      <a:pt x="2260" y="628"/>
                    </a:lnTo>
                    <a:lnTo>
                      <a:pt x="2239" y="921"/>
                    </a:lnTo>
                    <a:lnTo>
                      <a:pt x="2281" y="1088"/>
                    </a:lnTo>
                    <a:lnTo>
                      <a:pt x="2344" y="1193"/>
                    </a:lnTo>
                    <a:lnTo>
                      <a:pt x="2281" y="1277"/>
                    </a:lnTo>
                    <a:lnTo>
                      <a:pt x="2177" y="1360"/>
                    </a:lnTo>
                    <a:lnTo>
                      <a:pt x="2072" y="1360"/>
                    </a:lnTo>
                    <a:lnTo>
                      <a:pt x="1967" y="1444"/>
                    </a:lnTo>
                    <a:lnTo>
                      <a:pt x="1905" y="1486"/>
                    </a:lnTo>
                    <a:lnTo>
                      <a:pt x="1821" y="1611"/>
                    </a:lnTo>
                    <a:lnTo>
                      <a:pt x="1674" y="1590"/>
                    </a:lnTo>
                    <a:lnTo>
                      <a:pt x="1507" y="1465"/>
                    </a:lnTo>
                    <a:lnTo>
                      <a:pt x="1381" y="1465"/>
                    </a:lnTo>
                    <a:lnTo>
                      <a:pt x="1298" y="1549"/>
                    </a:lnTo>
                    <a:lnTo>
                      <a:pt x="1151" y="1674"/>
                    </a:lnTo>
                    <a:lnTo>
                      <a:pt x="900" y="1674"/>
                    </a:lnTo>
                    <a:lnTo>
                      <a:pt x="733" y="1590"/>
                    </a:lnTo>
                    <a:lnTo>
                      <a:pt x="670" y="1465"/>
                    </a:lnTo>
                    <a:lnTo>
                      <a:pt x="607" y="1339"/>
                    </a:lnTo>
                    <a:lnTo>
                      <a:pt x="377" y="1130"/>
                    </a:lnTo>
                    <a:lnTo>
                      <a:pt x="293" y="984"/>
                    </a:lnTo>
                    <a:lnTo>
                      <a:pt x="189" y="963"/>
                    </a:lnTo>
                    <a:lnTo>
                      <a:pt x="105" y="1046"/>
                    </a:lnTo>
                    <a:lnTo>
                      <a:pt x="84" y="1151"/>
                    </a:lnTo>
                    <a:lnTo>
                      <a:pt x="105" y="1214"/>
                    </a:lnTo>
                    <a:lnTo>
                      <a:pt x="84" y="1256"/>
                    </a:lnTo>
                    <a:lnTo>
                      <a:pt x="42" y="1214"/>
                    </a:lnTo>
                    <a:lnTo>
                      <a:pt x="1" y="1256"/>
                    </a:lnTo>
                    <a:lnTo>
                      <a:pt x="105" y="1360"/>
                    </a:lnTo>
                    <a:lnTo>
                      <a:pt x="273" y="1423"/>
                    </a:lnTo>
                    <a:lnTo>
                      <a:pt x="482" y="1674"/>
                    </a:lnTo>
                    <a:lnTo>
                      <a:pt x="628" y="1779"/>
                    </a:lnTo>
                    <a:lnTo>
                      <a:pt x="879" y="1800"/>
                    </a:lnTo>
                    <a:lnTo>
                      <a:pt x="942" y="1841"/>
                    </a:lnTo>
                    <a:lnTo>
                      <a:pt x="1026" y="1883"/>
                    </a:lnTo>
                    <a:lnTo>
                      <a:pt x="1130" y="2009"/>
                    </a:lnTo>
                    <a:lnTo>
                      <a:pt x="1193" y="2113"/>
                    </a:lnTo>
                    <a:lnTo>
                      <a:pt x="1298" y="2113"/>
                    </a:lnTo>
                    <a:lnTo>
                      <a:pt x="1402" y="2239"/>
                    </a:lnTo>
                    <a:lnTo>
                      <a:pt x="1465" y="2239"/>
                    </a:lnTo>
                    <a:lnTo>
                      <a:pt x="1528" y="2323"/>
                    </a:lnTo>
                    <a:lnTo>
                      <a:pt x="1465" y="2427"/>
                    </a:lnTo>
                    <a:lnTo>
                      <a:pt x="1507" y="2574"/>
                    </a:lnTo>
                    <a:lnTo>
                      <a:pt x="1444" y="2720"/>
                    </a:lnTo>
                    <a:lnTo>
                      <a:pt x="1444" y="2825"/>
                    </a:lnTo>
                    <a:lnTo>
                      <a:pt x="1612" y="2825"/>
                    </a:lnTo>
                    <a:lnTo>
                      <a:pt x="1633" y="2950"/>
                    </a:lnTo>
                    <a:lnTo>
                      <a:pt x="1591" y="3034"/>
                    </a:lnTo>
                    <a:lnTo>
                      <a:pt x="1612" y="3181"/>
                    </a:lnTo>
                    <a:lnTo>
                      <a:pt x="1653" y="3285"/>
                    </a:lnTo>
                    <a:lnTo>
                      <a:pt x="1695" y="3494"/>
                    </a:lnTo>
                    <a:lnTo>
                      <a:pt x="1653" y="3599"/>
                    </a:lnTo>
                    <a:lnTo>
                      <a:pt x="1695" y="3683"/>
                    </a:lnTo>
                    <a:lnTo>
                      <a:pt x="1695" y="3913"/>
                    </a:lnTo>
                    <a:lnTo>
                      <a:pt x="1653" y="3997"/>
                    </a:lnTo>
                    <a:lnTo>
                      <a:pt x="1716" y="4143"/>
                    </a:lnTo>
                    <a:lnTo>
                      <a:pt x="1821" y="4185"/>
                    </a:lnTo>
                    <a:lnTo>
                      <a:pt x="1925" y="4394"/>
                    </a:lnTo>
                    <a:lnTo>
                      <a:pt x="1967" y="4478"/>
                    </a:lnTo>
                    <a:lnTo>
                      <a:pt x="1967" y="4603"/>
                    </a:lnTo>
                    <a:lnTo>
                      <a:pt x="1988" y="4645"/>
                    </a:lnTo>
                    <a:lnTo>
                      <a:pt x="2093" y="4645"/>
                    </a:lnTo>
                    <a:lnTo>
                      <a:pt x="2197" y="4750"/>
                    </a:lnTo>
                    <a:lnTo>
                      <a:pt x="2407" y="4750"/>
                    </a:lnTo>
                    <a:lnTo>
                      <a:pt x="2574" y="4875"/>
                    </a:lnTo>
                    <a:lnTo>
                      <a:pt x="2490" y="4938"/>
                    </a:lnTo>
                    <a:lnTo>
                      <a:pt x="2553" y="5022"/>
                    </a:lnTo>
                    <a:lnTo>
                      <a:pt x="2553" y="5189"/>
                    </a:lnTo>
                    <a:lnTo>
                      <a:pt x="2490" y="5231"/>
                    </a:lnTo>
                    <a:lnTo>
                      <a:pt x="2679" y="5378"/>
                    </a:lnTo>
                    <a:lnTo>
                      <a:pt x="2553" y="5357"/>
                    </a:lnTo>
                    <a:lnTo>
                      <a:pt x="2490" y="5378"/>
                    </a:lnTo>
                    <a:lnTo>
                      <a:pt x="2658" y="5524"/>
                    </a:lnTo>
                    <a:lnTo>
                      <a:pt x="2658" y="5587"/>
                    </a:lnTo>
                    <a:lnTo>
                      <a:pt x="2469" y="5482"/>
                    </a:lnTo>
                    <a:lnTo>
                      <a:pt x="2302" y="5482"/>
                    </a:lnTo>
                    <a:lnTo>
                      <a:pt x="2156" y="5587"/>
                    </a:lnTo>
                    <a:lnTo>
                      <a:pt x="2156" y="5691"/>
                    </a:lnTo>
                    <a:lnTo>
                      <a:pt x="2051" y="5796"/>
                    </a:lnTo>
                    <a:lnTo>
                      <a:pt x="2051" y="5880"/>
                    </a:lnTo>
                    <a:lnTo>
                      <a:pt x="1988" y="5901"/>
                    </a:lnTo>
                    <a:lnTo>
                      <a:pt x="1821" y="6089"/>
                    </a:lnTo>
                    <a:lnTo>
                      <a:pt x="1779" y="6277"/>
                    </a:lnTo>
                    <a:lnTo>
                      <a:pt x="1737" y="6298"/>
                    </a:lnTo>
                    <a:lnTo>
                      <a:pt x="1716" y="6256"/>
                    </a:lnTo>
                    <a:lnTo>
                      <a:pt x="1653" y="6256"/>
                    </a:lnTo>
                    <a:lnTo>
                      <a:pt x="1716" y="6361"/>
                    </a:lnTo>
                    <a:lnTo>
                      <a:pt x="1674" y="6445"/>
                    </a:lnTo>
                    <a:lnTo>
                      <a:pt x="1549" y="6445"/>
                    </a:lnTo>
                    <a:lnTo>
                      <a:pt x="1465" y="6549"/>
                    </a:lnTo>
                    <a:lnTo>
                      <a:pt x="1507" y="6717"/>
                    </a:lnTo>
                    <a:lnTo>
                      <a:pt x="1570" y="6759"/>
                    </a:lnTo>
                    <a:lnTo>
                      <a:pt x="1444" y="6717"/>
                    </a:lnTo>
                    <a:lnTo>
                      <a:pt x="1402" y="6654"/>
                    </a:lnTo>
                    <a:lnTo>
                      <a:pt x="1319" y="6696"/>
                    </a:lnTo>
                    <a:lnTo>
                      <a:pt x="1256" y="6821"/>
                    </a:lnTo>
                    <a:lnTo>
                      <a:pt x="1298" y="6884"/>
                    </a:lnTo>
                    <a:lnTo>
                      <a:pt x="1214" y="6842"/>
                    </a:lnTo>
                    <a:lnTo>
                      <a:pt x="1193" y="6905"/>
                    </a:lnTo>
                    <a:lnTo>
                      <a:pt x="1256" y="6968"/>
                    </a:lnTo>
                    <a:lnTo>
                      <a:pt x="1256" y="7031"/>
                    </a:lnTo>
                    <a:lnTo>
                      <a:pt x="1193" y="7114"/>
                    </a:lnTo>
                    <a:lnTo>
                      <a:pt x="1151" y="7156"/>
                    </a:lnTo>
                    <a:lnTo>
                      <a:pt x="1047" y="7219"/>
                    </a:lnTo>
                    <a:lnTo>
                      <a:pt x="1005" y="7177"/>
                    </a:lnTo>
                    <a:lnTo>
                      <a:pt x="984" y="7135"/>
                    </a:lnTo>
                    <a:lnTo>
                      <a:pt x="900" y="7114"/>
                    </a:lnTo>
                    <a:lnTo>
                      <a:pt x="817" y="7135"/>
                    </a:lnTo>
                    <a:lnTo>
                      <a:pt x="837" y="7240"/>
                    </a:lnTo>
                    <a:lnTo>
                      <a:pt x="796" y="7282"/>
                    </a:lnTo>
                    <a:lnTo>
                      <a:pt x="837" y="7386"/>
                    </a:lnTo>
                    <a:lnTo>
                      <a:pt x="796" y="7491"/>
                    </a:lnTo>
                    <a:lnTo>
                      <a:pt x="733" y="7533"/>
                    </a:lnTo>
                    <a:lnTo>
                      <a:pt x="691" y="7637"/>
                    </a:lnTo>
                    <a:lnTo>
                      <a:pt x="733" y="7742"/>
                    </a:lnTo>
                    <a:lnTo>
                      <a:pt x="775" y="7763"/>
                    </a:lnTo>
                    <a:lnTo>
                      <a:pt x="733" y="7867"/>
                    </a:lnTo>
                    <a:lnTo>
                      <a:pt x="775" y="7951"/>
                    </a:lnTo>
                    <a:lnTo>
                      <a:pt x="858" y="7909"/>
                    </a:lnTo>
                    <a:lnTo>
                      <a:pt x="900" y="7972"/>
                    </a:lnTo>
                    <a:lnTo>
                      <a:pt x="879" y="8098"/>
                    </a:lnTo>
                    <a:lnTo>
                      <a:pt x="837" y="8160"/>
                    </a:lnTo>
                    <a:lnTo>
                      <a:pt x="879" y="8265"/>
                    </a:lnTo>
                    <a:lnTo>
                      <a:pt x="837" y="8307"/>
                    </a:lnTo>
                    <a:lnTo>
                      <a:pt x="942" y="8495"/>
                    </a:lnTo>
                    <a:lnTo>
                      <a:pt x="1005" y="8537"/>
                    </a:lnTo>
                    <a:lnTo>
                      <a:pt x="942" y="8621"/>
                    </a:lnTo>
                    <a:lnTo>
                      <a:pt x="1026" y="8746"/>
                    </a:lnTo>
                    <a:lnTo>
                      <a:pt x="942" y="8788"/>
                    </a:lnTo>
                    <a:lnTo>
                      <a:pt x="984" y="8955"/>
                    </a:lnTo>
                    <a:lnTo>
                      <a:pt x="942" y="9039"/>
                    </a:lnTo>
                    <a:lnTo>
                      <a:pt x="942" y="9269"/>
                    </a:lnTo>
                    <a:lnTo>
                      <a:pt x="1005" y="9353"/>
                    </a:lnTo>
                    <a:lnTo>
                      <a:pt x="942" y="9479"/>
                    </a:lnTo>
                    <a:lnTo>
                      <a:pt x="942" y="9562"/>
                    </a:lnTo>
                    <a:lnTo>
                      <a:pt x="1005" y="9625"/>
                    </a:lnTo>
                    <a:lnTo>
                      <a:pt x="1151" y="9541"/>
                    </a:lnTo>
                    <a:lnTo>
                      <a:pt x="1214" y="9583"/>
                    </a:lnTo>
                    <a:lnTo>
                      <a:pt x="1235" y="9520"/>
                    </a:lnTo>
                    <a:lnTo>
                      <a:pt x="1361" y="9646"/>
                    </a:lnTo>
                    <a:lnTo>
                      <a:pt x="1444" y="9625"/>
                    </a:lnTo>
                    <a:lnTo>
                      <a:pt x="1528" y="9688"/>
                    </a:lnTo>
                    <a:lnTo>
                      <a:pt x="1674" y="9667"/>
                    </a:lnTo>
                    <a:lnTo>
                      <a:pt x="1737" y="9688"/>
                    </a:lnTo>
                    <a:lnTo>
                      <a:pt x="1674" y="9772"/>
                    </a:lnTo>
                    <a:lnTo>
                      <a:pt x="1737" y="9772"/>
                    </a:lnTo>
                    <a:lnTo>
                      <a:pt x="1863" y="9667"/>
                    </a:lnTo>
                    <a:lnTo>
                      <a:pt x="1863" y="9751"/>
                    </a:lnTo>
                    <a:lnTo>
                      <a:pt x="1779" y="9855"/>
                    </a:lnTo>
                    <a:lnTo>
                      <a:pt x="1946" y="10064"/>
                    </a:lnTo>
                    <a:lnTo>
                      <a:pt x="1967" y="10148"/>
                    </a:lnTo>
                    <a:lnTo>
                      <a:pt x="1946" y="10274"/>
                    </a:lnTo>
                    <a:lnTo>
                      <a:pt x="1967" y="10295"/>
                    </a:lnTo>
                    <a:lnTo>
                      <a:pt x="2030" y="10148"/>
                    </a:lnTo>
                    <a:lnTo>
                      <a:pt x="2114" y="10106"/>
                    </a:lnTo>
                    <a:lnTo>
                      <a:pt x="2135" y="10190"/>
                    </a:lnTo>
                    <a:lnTo>
                      <a:pt x="2239" y="10148"/>
                    </a:lnTo>
                    <a:lnTo>
                      <a:pt x="2323" y="10148"/>
                    </a:lnTo>
                    <a:lnTo>
                      <a:pt x="2490" y="10002"/>
                    </a:lnTo>
                    <a:lnTo>
                      <a:pt x="2595" y="10002"/>
                    </a:lnTo>
                    <a:lnTo>
                      <a:pt x="2825" y="9855"/>
                    </a:lnTo>
                    <a:lnTo>
                      <a:pt x="2867" y="9792"/>
                    </a:lnTo>
                    <a:lnTo>
                      <a:pt x="3014" y="9855"/>
                    </a:lnTo>
                    <a:lnTo>
                      <a:pt x="3118" y="9834"/>
                    </a:lnTo>
                    <a:lnTo>
                      <a:pt x="3223" y="9688"/>
                    </a:lnTo>
                    <a:lnTo>
                      <a:pt x="3244" y="9751"/>
                    </a:lnTo>
                    <a:lnTo>
                      <a:pt x="3202" y="9855"/>
                    </a:lnTo>
                    <a:lnTo>
                      <a:pt x="3244" y="9876"/>
                    </a:lnTo>
                    <a:lnTo>
                      <a:pt x="3306" y="9751"/>
                    </a:lnTo>
                    <a:lnTo>
                      <a:pt x="3348" y="9772"/>
                    </a:lnTo>
                    <a:lnTo>
                      <a:pt x="3306" y="9646"/>
                    </a:lnTo>
                    <a:lnTo>
                      <a:pt x="3348" y="9583"/>
                    </a:lnTo>
                    <a:lnTo>
                      <a:pt x="3411" y="9688"/>
                    </a:lnTo>
                    <a:lnTo>
                      <a:pt x="3453" y="9688"/>
                    </a:lnTo>
                    <a:lnTo>
                      <a:pt x="3495" y="9625"/>
                    </a:lnTo>
                    <a:lnTo>
                      <a:pt x="3537" y="9751"/>
                    </a:lnTo>
                    <a:lnTo>
                      <a:pt x="3620" y="9730"/>
                    </a:lnTo>
                    <a:lnTo>
                      <a:pt x="3620" y="9646"/>
                    </a:lnTo>
                    <a:lnTo>
                      <a:pt x="3662" y="9667"/>
                    </a:lnTo>
                    <a:lnTo>
                      <a:pt x="3704" y="9730"/>
                    </a:lnTo>
                    <a:lnTo>
                      <a:pt x="3767" y="9646"/>
                    </a:lnTo>
                    <a:lnTo>
                      <a:pt x="3934" y="9625"/>
                    </a:lnTo>
                    <a:lnTo>
                      <a:pt x="4018" y="9688"/>
                    </a:lnTo>
                    <a:lnTo>
                      <a:pt x="4206" y="9667"/>
                    </a:lnTo>
                    <a:lnTo>
                      <a:pt x="4206" y="9625"/>
                    </a:lnTo>
                    <a:lnTo>
                      <a:pt x="4143" y="9562"/>
                    </a:lnTo>
                    <a:lnTo>
                      <a:pt x="4206" y="9541"/>
                    </a:lnTo>
                    <a:lnTo>
                      <a:pt x="4269" y="9562"/>
                    </a:lnTo>
                    <a:lnTo>
                      <a:pt x="4311" y="9646"/>
                    </a:lnTo>
                    <a:lnTo>
                      <a:pt x="4415" y="9667"/>
                    </a:lnTo>
                    <a:lnTo>
                      <a:pt x="4457" y="9562"/>
                    </a:lnTo>
                    <a:lnTo>
                      <a:pt x="4436" y="9416"/>
                    </a:lnTo>
                    <a:lnTo>
                      <a:pt x="4687" y="9144"/>
                    </a:lnTo>
                    <a:lnTo>
                      <a:pt x="4876" y="9123"/>
                    </a:lnTo>
                    <a:lnTo>
                      <a:pt x="5043" y="8872"/>
                    </a:lnTo>
                    <a:lnTo>
                      <a:pt x="5190" y="8621"/>
                    </a:lnTo>
                    <a:lnTo>
                      <a:pt x="5315" y="8349"/>
                    </a:lnTo>
                    <a:lnTo>
                      <a:pt x="5566" y="7951"/>
                    </a:lnTo>
                    <a:lnTo>
                      <a:pt x="5713" y="7533"/>
                    </a:lnTo>
                    <a:lnTo>
                      <a:pt x="5692" y="7344"/>
                    </a:lnTo>
                    <a:lnTo>
                      <a:pt x="5420" y="7051"/>
                    </a:lnTo>
                    <a:lnTo>
                      <a:pt x="5273" y="7010"/>
                    </a:lnTo>
                    <a:lnTo>
                      <a:pt x="5001" y="6633"/>
                    </a:lnTo>
                    <a:lnTo>
                      <a:pt x="5064" y="6466"/>
                    </a:lnTo>
                    <a:lnTo>
                      <a:pt x="5169" y="6298"/>
                    </a:lnTo>
                    <a:lnTo>
                      <a:pt x="5169" y="6110"/>
                    </a:lnTo>
                    <a:lnTo>
                      <a:pt x="4980" y="5984"/>
                    </a:lnTo>
                    <a:lnTo>
                      <a:pt x="4938" y="5859"/>
                    </a:lnTo>
                    <a:lnTo>
                      <a:pt x="4938" y="5650"/>
                    </a:lnTo>
                    <a:lnTo>
                      <a:pt x="4980" y="5587"/>
                    </a:lnTo>
                    <a:lnTo>
                      <a:pt x="4938" y="5482"/>
                    </a:lnTo>
                    <a:lnTo>
                      <a:pt x="4792" y="5461"/>
                    </a:lnTo>
                    <a:lnTo>
                      <a:pt x="4729" y="5357"/>
                    </a:lnTo>
                    <a:lnTo>
                      <a:pt x="4729" y="5168"/>
                    </a:lnTo>
                    <a:lnTo>
                      <a:pt x="4792" y="5064"/>
                    </a:lnTo>
                    <a:lnTo>
                      <a:pt x="4687" y="5043"/>
                    </a:lnTo>
                    <a:lnTo>
                      <a:pt x="4687" y="4938"/>
                    </a:lnTo>
                    <a:lnTo>
                      <a:pt x="4729" y="4582"/>
                    </a:lnTo>
                    <a:lnTo>
                      <a:pt x="4834" y="4541"/>
                    </a:lnTo>
                    <a:lnTo>
                      <a:pt x="4562" y="3955"/>
                    </a:lnTo>
                    <a:lnTo>
                      <a:pt x="4332" y="3494"/>
                    </a:lnTo>
                    <a:lnTo>
                      <a:pt x="4269" y="3348"/>
                    </a:lnTo>
                    <a:lnTo>
                      <a:pt x="4143" y="3181"/>
                    </a:lnTo>
                    <a:lnTo>
                      <a:pt x="4248" y="2929"/>
                    </a:lnTo>
                    <a:lnTo>
                      <a:pt x="4353" y="2741"/>
                    </a:lnTo>
                    <a:lnTo>
                      <a:pt x="4415" y="2553"/>
                    </a:lnTo>
                    <a:lnTo>
                      <a:pt x="4332" y="2490"/>
                    </a:lnTo>
                    <a:lnTo>
                      <a:pt x="4060" y="2323"/>
                    </a:lnTo>
                    <a:lnTo>
                      <a:pt x="4018" y="2218"/>
                    </a:lnTo>
                    <a:lnTo>
                      <a:pt x="3934" y="2093"/>
                    </a:lnTo>
                    <a:lnTo>
                      <a:pt x="3767" y="2009"/>
                    </a:lnTo>
                    <a:lnTo>
                      <a:pt x="3704" y="2009"/>
                    </a:lnTo>
                    <a:lnTo>
                      <a:pt x="3599" y="1758"/>
                    </a:lnTo>
                    <a:lnTo>
                      <a:pt x="3516" y="1653"/>
                    </a:lnTo>
                    <a:lnTo>
                      <a:pt x="3558" y="1465"/>
                    </a:lnTo>
                    <a:lnTo>
                      <a:pt x="3599" y="1297"/>
                    </a:lnTo>
                    <a:lnTo>
                      <a:pt x="3495" y="1277"/>
                    </a:lnTo>
                    <a:lnTo>
                      <a:pt x="3599" y="1235"/>
                    </a:lnTo>
                    <a:lnTo>
                      <a:pt x="3746" y="1172"/>
                    </a:lnTo>
                    <a:lnTo>
                      <a:pt x="3725" y="942"/>
                    </a:lnTo>
                    <a:lnTo>
                      <a:pt x="3830" y="774"/>
                    </a:lnTo>
                    <a:lnTo>
                      <a:pt x="3850" y="649"/>
                    </a:lnTo>
                    <a:lnTo>
                      <a:pt x="3746" y="523"/>
                    </a:lnTo>
                    <a:lnTo>
                      <a:pt x="3725" y="419"/>
                    </a:lnTo>
                    <a:lnTo>
                      <a:pt x="3537" y="398"/>
                    </a:lnTo>
                    <a:lnTo>
                      <a:pt x="3411" y="335"/>
                    </a:lnTo>
                    <a:lnTo>
                      <a:pt x="3327" y="251"/>
                    </a:lnTo>
                    <a:lnTo>
                      <a:pt x="3202" y="84"/>
                    </a:lnTo>
                    <a:lnTo>
                      <a:pt x="309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45" name="Google Shape;2345;p56"/>
            <p:cNvGrpSpPr/>
            <p:nvPr/>
          </p:nvGrpSpPr>
          <p:grpSpPr>
            <a:xfrm>
              <a:off x="2654821" y="2414345"/>
              <a:ext cx="667570" cy="558731"/>
              <a:chOff x="1397225" y="1637375"/>
              <a:chExt cx="1401575" cy="1228250"/>
            </a:xfrm>
          </p:grpSpPr>
          <p:sp>
            <p:nvSpPr>
              <p:cNvPr id="2346" name="Google Shape;2346;p56"/>
              <p:cNvSpPr/>
              <p:nvPr/>
            </p:nvSpPr>
            <p:spPr>
              <a:xfrm>
                <a:off x="2050925" y="2362200"/>
                <a:ext cx="747875" cy="497225"/>
              </a:xfrm>
              <a:custGeom>
                <a:avLst/>
                <a:gdLst/>
                <a:ahLst/>
                <a:cxnLst/>
                <a:rect l="l" t="t" r="r" b="b"/>
                <a:pathLst>
                  <a:path w="29915" h="19889" extrusionOk="0">
                    <a:moveTo>
                      <a:pt x="107" y="1186"/>
                    </a:moveTo>
                    <a:lnTo>
                      <a:pt x="0" y="0"/>
                    </a:lnTo>
                    <a:lnTo>
                      <a:pt x="15577" y="1563"/>
                    </a:lnTo>
                    <a:lnTo>
                      <a:pt x="26519" y="5336"/>
                    </a:lnTo>
                    <a:lnTo>
                      <a:pt x="27435" y="5444"/>
                    </a:lnTo>
                    <a:lnTo>
                      <a:pt x="28783" y="4420"/>
                    </a:lnTo>
                    <a:lnTo>
                      <a:pt x="29753" y="4527"/>
                    </a:lnTo>
                    <a:lnTo>
                      <a:pt x="29915" y="6198"/>
                    </a:lnTo>
                    <a:lnTo>
                      <a:pt x="26465" y="6899"/>
                    </a:lnTo>
                    <a:lnTo>
                      <a:pt x="11157" y="16062"/>
                    </a:lnTo>
                    <a:lnTo>
                      <a:pt x="10295" y="18649"/>
                    </a:lnTo>
                    <a:lnTo>
                      <a:pt x="10295" y="19889"/>
                    </a:lnTo>
                    <a:lnTo>
                      <a:pt x="2803" y="15846"/>
                    </a:lnTo>
                    <a:lnTo>
                      <a:pt x="1347" y="14876"/>
                    </a:lnTo>
                    <a:lnTo>
                      <a:pt x="0" y="14607"/>
                    </a:lnTo>
                    <a:lnTo>
                      <a:pt x="916" y="11642"/>
                    </a:lnTo>
                    <a:lnTo>
                      <a:pt x="1725" y="3881"/>
                    </a:lnTo>
                    <a:close/>
                  </a:path>
                </a:pathLst>
              </a:custGeom>
              <a:solidFill>
                <a:srgbClr val="5F7D95"/>
              </a:solidFill>
              <a:ln>
                <a:noFill/>
              </a:ln>
            </p:spPr>
          </p:sp>
          <p:grpSp>
            <p:nvGrpSpPr>
              <p:cNvPr id="2347" name="Google Shape;2347;p56"/>
              <p:cNvGrpSpPr/>
              <p:nvPr/>
            </p:nvGrpSpPr>
            <p:grpSpPr>
              <a:xfrm>
                <a:off x="1397225" y="1637375"/>
                <a:ext cx="1398775" cy="1228250"/>
                <a:chOff x="1397225" y="1637375"/>
                <a:chExt cx="1398775" cy="1228250"/>
              </a:xfrm>
            </p:grpSpPr>
            <p:sp>
              <p:nvSpPr>
                <p:cNvPr id="2348" name="Google Shape;2348;p56"/>
                <p:cNvSpPr/>
                <p:nvPr/>
              </p:nvSpPr>
              <p:spPr>
                <a:xfrm>
                  <a:off x="1397225" y="1637375"/>
                  <a:ext cx="692600" cy="594250"/>
                </a:xfrm>
                <a:custGeom>
                  <a:avLst/>
                  <a:gdLst/>
                  <a:ahLst/>
                  <a:cxnLst/>
                  <a:rect l="l" t="t" r="r" b="b"/>
                  <a:pathLst>
                    <a:path w="27704" h="23770" extrusionOk="0">
                      <a:moveTo>
                        <a:pt x="14864" y="15547"/>
                      </a:moveTo>
                      <a:lnTo>
                        <a:pt x="14836" y="15589"/>
                      </a:lnTo>
                      <a:lnTo>
                        <a:pt x="14836" y="15568"/>
                      </a:lnTo>
                      <a:lnTo>
                        <a:pt x="14864" y="15547"/>
                      </a:lnTo>
                      <a:close/>
                      <a:moveTo>
                        <a:pt x="19460" y="16760"/>
                      </a:moveTo>
                      <a:lnTo>
                        <a:pt x="19523" y="16823"/>
                      </a:lnTo>
                      <a:lnTo>
                        <a:pt x="19460" y="16844"/>
                      </a:lnTo>
                      <a:lnTo>
                        <a:pt x="19460" y="16760"/>
                      </a:lnTo>
                      <a:close/>
                      <a:moveTo>
                        <a:pt x="23686" y="18497"/>
                      </a:moveTo>
                      <a:lnTo>
                        <a:pt x="23624" y="18644"/>
                      </a:lnTo>
                      <a:lnTo>
                        <a:pt x="23561" y="18853"/>
                      </a:lnTo>
                      <a:lnTo>
                        <a:pt x="23582" y="19020"/>
                      </a:lnTo>
                      <a:lnTo>
                        <a:pt x="23477" y="19229"/>
                      </a:lnTo>
                      <a:lnTo>
                        <a:pt x="23477" y="19355"/>
                      </a:lnTo>
                      <a:lnTo>
                        <a:pt x="23519" y="19439"/>
                      </a:lnTo>
                      <a:lnTo>
                        <a:pt x="23393" y="19355"/>
                      </a:lnTo>
                      <a:lnTo>
                        <a:pt x="23393" y="19543"/>
                      </a:lnTo>
                      <a:lnTo>
                        <a:pt x="23393" y="19564"/>
                      </a:lnTo>
                      <a:cubicBezTo>
                        <a:pt x="23352" y="19648"/>
                        <a:pt x="23310" y="19753"/>
                        <a:pt x="23310" y="19836"/>
                      </a:cubicBezTo>
                      <a:lnTo>
                        <a:pt x="23310" y="19962"/>
                      </a:lnTo>
                      <a:lnTo>
                        <a:pt x="23289" y="19941"/>
                      </a:lnTo>
                      <a:lnTo>
                        <a:pt x="23289" y="19836"/>
                      </a:lnTo>
                      <a:lnTo>
                        <a:pt x="23258" y="19791"/>
                      </a:lnTo>
                      <a:lnTo>
                        <a:pt x="23268" y="19773"/>
                      </a:lnTo>
                      <a:lnTo>
                        <a:pt x="23268" y="19627"/>
                      </a:lnTo>
                      <a:lnTo>
                        <a:pt x="23331" y="19543"/>
                      </a:lnTo>
                      <a:lnTo>
                        <a:pt x="23352" y="19250"/>
                      </a:lnTo>
                      <a:lnTo>
                        <a:pt x="23435" y="19020"/>
                      </a:lnTo>
                      <a:lnTo>
                        <a:pt x="23435" y="18790"/>
                      </a:lnTo>
                      <a:lnTo>
                        <a:pt x="23414" y="18623"/>
                      </a:lnTo>
                      <a:lnTo>
                        <a:pt x="23352" y="18539"/>
                      </a:lnTo>
                      <a:lnTo>
                        <a:pt x="23352" y="18518"/>
                      </a:lnTo>
                      <a:lnTo>
                        <a:pt x="23414" y="18539"/>
                      </a:lnTo>
                      <a:lnTo>
                        <a:pt x="23456" y="18685"/>
                      </a:lnTo>
                      <a:lnTo>
                        <a:pt x="23519" y="18706"/>
                      </a:lnTo>
                      <a:lnTo>
                        <a:pt x="23561" y="18581"/>
                      </a:lnTo>
                      <a:lnTo>
                        <a:pt x="23686" y="18497"/>
                      </a:lnTo>
                      <a:close/>
                      <a:moveTo>
                        <a:pt x="23204" y="19889"/>
                      </a:moveTo>
                      <a:lnTo>
                        <a:pt x="23184" y="19941"/>
                      </a:lnTo>
                      <a:lnTo>
                        <a:pt x="23142" y="20297"/>
                      </a:lnTo>
                      <a:lnTo>
                        <a:pt x="23038" y="20464"/>
                      </a:lnTo>
                      <a:lnTo>
                        <a:pt x="23017" y="20631"/>
                      </a:lnTo>
                      <a:lnTo>
                        <a:pt x="23121" y="20694"/>
                      </a:lnTo>
                      <a:lnTo>
                        <a:pt x="23080" y="20778"/>
                      </a:lnTo>
                      <a:lnTo>
                        <a:pt x="23121" y="20841"/>
                      </a:lnTo>
                      <a:lnTo>
                        <a:pt x="22996" y="20841"/>
                      </a:lnTo>
                      <a:lnTo>
                        <a:pt x="22912" y="20924"/>
                      </a:lnTo>
                      <a:lnTo>
                        <a:pt x="22912" y="21050"/>
                      </a:lnTo>
                      <a:cubicBezTo>
                        <a:pt x="22891" y="21050"/>
                        <a:pt x="22870" y="21092"/>
                        <a:pt x="22870" y="21134"/>
                      </a:cubicBezTo>
                      <a:lnTo>
                        <a:pt x="22870" y="21154"/>
                      </a:lnTo>
                      <a:lnTo>
                        <a:pt x="22847" y="21178"/>
                      </a:lnTo>
                      <a:lnTo>
                        <a:pt x="22847" y="21178"/>
                      </a:lnTo>
                      <a:lnTo>
                        <a:pt x="22849" y="21154"/>
                      </a:lnTo>
                      <a:lnTo>
                        <a:pt x="22849" y="20945"/>
                      </a:lnTo>
                      <a:lnTo>
                        <a:pt x="22828" y="20882"/>
                      </a:lnTo>
                      <a:cubicBezTo>
                        <a:pt x="22828" y="20820"/>
                        <a:pt x="22849" y="20778"/>
                        <a:pt x="22849" y="20736"/>
                      </a:cubicBezTo>
                      <a:lnTo>
                        <a:pt x="22891" y="20778"/>
                      </a:lnTo>
                      <a:lnTo>
                        <a:pt x="22954" y="20778"/>
                      </a:lnTo>
                      <a:lnTo>
                        <a:pt x="22954" y="20610"/>
                      </a:lnTo>
                      <a:lnTo>
                        <a:pt x="23017" y="20569"/>
                      </a:lnTo>
                      <a:lnTo>
                        <a:pt x="22954" y="20485"/>
                      </a:lnTo>
                      <a:lnTo>
                        <a:pt x="22828" y="20464"/>
                      </a:lnTo>
                      <a:lnTo>
                        <a:pt x="22828" y="20380"/>
                      </a:lnTo>
                      <a:lnTo>
                        <a:pt x="22703" y="20150"/>
                      </a:lnTo>
                      <a:lnTo>
                        <a:pt x="22703" y="20108"/>
                      </a:lnTo>
                      <a:lnTo>
                        <a:pt x="22828" y="20255"/>
                      </a:lnTo>
                      <a:lnTo>
                        <a:pt x="22912" y="20380"/>
                      </a:lnTo>
                      <a:lnTo>
                        <a:pt x="22996" y="20401"/>
                      </a:lnTo>
                      <a:lnTo>
                        <a:pt x="23038" y="20359"/>
                      </a:lnTo>
                      <a:lnTo>
                        <a:pt x="23017" y="20276"/>
                      </a:lnTo>
                      <a:lnTo>
                        <a:pt x="23121" y="20255"/>
                      </a:lnTo>
                      <a:lnTo>
                        <a:pt x="23121" y="20171"/>
                      </a:lnTo>
                      <a:lnTo>
                        <a:pt x="23059" y="20108"/>
                      </a:lnTo>
                      <a:cubicBezTo>
                        <a:pt x="23101" y="20066"/>
                        <a:pt x="23121" y="19983"/>
                        <a:pt x="23142" y="19941"/>
                      </a:cubicBezTo>
                      <a:lnTo>
                        <a:pt x="23163" y="19962"/>
                      </a:lnTo>
                      <a:lnTo>
                        <a:pt x="23204" y="19889"/>
                      </a:lnTo>
                      <a:close/>
                      <a:moveTo>
                        <a:pt x="23519" y="19836"/>
                      </a:moveTo>
                      <a:lnTo>
                        <a:pt x="23540" y="19962"/>
                      </a:lnTo>
                      <a:lnTo>
                        <a:pt x="23582" y="19962"/>
                      </a:lnTo>
                      <a:lnTo>
                        <a:pt x="23582" y="20087"/>
                      </a:lnTo>
                      <a:lnTo>
                        <a:pt x="23665" y="20171"/>
                      </a:lnTo>
                      <a:lnTo>
                        <a:pt x="23728" y="20108"/>
                      </a:lnTo>
                      <a:lnTo>
                        <a:pt x="23770" y="20150"/>
                      </a:lnTo>
                      <a:lnTo>
                        <a:pt x="23875" y="20087"/>
                      </a:lnTo>
                      <a:lnTo>
                        <a:pt x="24021" y="20087"/>
                      </a:lnTo>
                      <a:lnTo>
                        <a:pt x="24021" y="20108"/>
                      </a:lnTo>
                      <a:lnTo>
                        <a:pt x="23854" y="20213"/>
                      </a:lnTo>
                      <a:lnTo>
                        <a:pt x="23812" y="20255"/>
                      </a:lnTo>
                      <a:lnTo>
                        <a:pt x="23812" y="20297"/>
                      </a:lnTo>
                      <a:lnTo>
                        <a:pt x="23875" y="20359"/>
                      </a:lnTo>
                      <a:lnTo>
                        <a:pt x="23854" y="20401"/>
                      </a:lnTo>
                      <a:lnTo>
                        <a:pt x="23770" y="20401"/>
                      </a:lnTo>
                      <a:lnTo>
                        <a:pt x="23770" y="20464"/>
                      </a:lnTo>
                      <a:lnTo>
                        <a:pt x="23854" y="20590"/>
                      </a:lnTo>
                      <a:lnTo>
                        <a:pt x="23854" y="20694"/>
                      </a:lnTo>
                      <a:lnTo>
                        <a:pt x="23812" y="20715"/>
                      </a:lnTo>
                      <a:lnTo>
                        <a:pt x="23728" y="20631"/>
                      </a:lnTo>
                      <a:lnTo>
                        <a:pt x="23665" y="20548"/>
                      </a:lnTo>
                      <a:lnTo>
                        <a:pt x="23645" y="20610"/>
                      </a:lnTo>
                      <a:lnTo>
                        <a:pt x="23665" y="20694"/>
                      </a:lnTo>
                      <a:lnTo>
                        <a:pt x="23624" y="20757"/>
                      </a:lnTo>
                      <a:lnTo>
                        <a:pt x="23624" y="20903"/>
                      </a:lnTo>
                      <a:lnTo>
                        <a:pt x="23645" y="20924"/>
                      </a:lnTo>
                      <a:cubicBezTo>
                        <a:pt x="23629" y="20919"/>
                        <a:pt x="23614" y="20916"/>
                        <a:pt x="23601" y="20916"/>
                      </a:cubicBezTo>
                      <a:cubicBezTo>
                        <a:pt x="23562" y="20916"/>
                        <a:pt x="23535" y="20940"/>
                        <a:pt x="23519" y="20987"/>
                      </a:cubicBezTo>
                      <a:cubicBezTo>
                        <a:pt x="23456" y="21071"/>
                        <a:pt x="23414" y="21154"/>
                        <a:pt x="23373" y="21259"/>
                      </a:cubicBezTo>
                      <a:lnTo>
                        <a:pt x="23268" y="21154"/>
                      </a:lnTo>
                      <a:lnTo>
                        <a:pt x="23121" y="21154"/>
                      </a:lnTo>
                      <a:lnTo>
                        <a:pt x="23121" y="21238"/>
                      </a:lnTo>
                      <a:lnTo>
                        <a:pt x="23163" y="21322"/>
                      </a:lnTo>
                      <a:lnTo>
                        <a:pt x="23142" y="21426"/>
                      </a:lnTo>
                      <a:lnTo>
                        <a:pt x="23247" y="21468"/>
                      </a:lnTo>
                      <a:lnTo>
                        <a:pt x="23205" y="21552"/>
                      </a:lnTo>
                      <a:lnTo>
                        <a:pt x="23121" y="21552"/>
                      </a:lnTo>
                      <a:lnTo>
                        <a:pt x="23101" y="21531"/>
                      </a:lnTo>
                      <a:lnTo>
                        <a:pt x="23038" y="21615"/>
                      </a:lnTo>
                      <a:lnTo>
                        <a:pt x="23038" y="21531"/>
                      </a:lnTo>
                      <a:lnTo>
                        <a:pt x="23101" y="21447"/>
                      </a:lnTo>
                      <a:lnTo>
                        <a:pt x="22996" y="21322"/>
                      </a:lnTo>
                      <a:cubicBezTo>
                        <a:pt x="22996" y="21259"/>
                        <a:pt x="22996" y="21196"/>
                        <a:pt x="23017" y="21134"/>
                      </a:cubicBezTo>
                      <a:lnTo>
                        <a:pt x="23163" y="21050"/>
                      </a:lnTo>
                      <a:lnTo>
                        <a:pt x="23205" y="20882"/>
                      </a:lnTo>
                      <a:lnTo>
                        <a:pt x="23268" y="20903"/>
                      </a:lnTo>
                      <a:lnTo>
                        <a:pt x="23331" y="20841"/>
                      </a:lnTo>
                      <a:lnTo>
                        <a:pt x="23331" y="20736"/>
                      </a:lnTo>
                      <a:lnTo>
                        <a:pt x="23352" y="20673"/>
                      </a:lnTo>
                      <a:lnTo>
                        <a:pt x="23352" y="20276"/>
                      </a:lnTo>
                      <a:lnTo>
                        <a:pt x="23373" y="20171"/>
                      </a:lnTo>
                      <a:lnTo>
                        <a:pt x="23435" y="20401"/>
                      </a:lnTo>
                      <a:lnTo>
                        <a:pt x="23414" y="20673"/>
                      </a:lnTo>
                      <a:lnTo>
                        <a:pt x="23456" y="20694"/>
                      </a:lnTo>
                      <a:lnTo>
                        <a:pt x="23540" y="20527"/>
                      </a:lnTo>
                      <a:lnTo>
                        <a:pt x="23519" y="20108"/>
                      </a:lnTo>
                      <a:lnTo>
                        <a:pt x="23435" y="20004"/>
                      </a:lnTo>
                      <a:cubicBezTo>
                        <a:pt x="23456" y="19983"/>
                        <a:pt x="23456" y="19941"/>
                        <a:pt x="23498" y="19899"/>
                      </a:cubicBezTo>
                      <a:cubicBezTo>
                        <a:pt x="23519" y="19878"/>
                        <a:pt x="23519" y="19857"/>
                        <a:pt x="23519" y="19836"/>
                      </a:cubicBezTo>
                      <a:close/>
                      <a:moveTo>
                        <a:pt x="22808" y="1"/>
                      </a:moveTo>
                      <a:lnTo>
                        <a:pt x="22598" y="105"/>
                      </a:lnTo>
                      <a:lnTo>
                        <a:pt x="22556" y="168"/>
                      </a:lnTo>
                      <a:lnTo>
                        <a:pt x="22389" y="168"/>
                      </a:lnTo>
                      <a:lnTo>
                        <a:pt x="22264" y="231"/>
                      </a:lnTo>
                      <a:lnTo>
                        <a:pt x="22033" y="440"/>
                      </a:lnTo>
                      <a:lnTo>
                        <a:pt x="21866" y="503"/>
                      </a:lnTo>
                      <a:lnTo>
                        <a:pt x="21615" y="503"/>
                      </a:lnTo>
                      <a:lnTo>
                        <a:pt x="21448" y="398"/>
                      </a:lnTo>
                      <a:lnTo>
                        <a:pt x="21406" y="335"/>
                      </a:lnTo>
                      <a:lnTo>
                        <a:pt x="21406" y="398"/>
                      </a:lnTo>
                      <a:lnTo>
                        <a:pt x="21322" y="398"/>
                      </a:lnTo>
                      <a:lnTo>
                        <a:pt x="21217" y="294"/>
                      </a:lnTo>
                      <a:lnTo>
                        <a:pt x="21113" y="335"/>
                      </a:lnTo>
                      <a:lnTo>
                        <a:pt x="21092" y="419"/>
                      </a:lnTo>
                      <a:lnTo>
                        <a:pt x="21029" y="419"/>
                      </a:lnTo>
                      <a:lnTo>
                        <a:pt x="21008" y="335"/>
                      </a:lnTo>
                      <a:lnTo>
                        <a:pt x="21029" y="273"/>
                      </a:lnTo>
                      <a:lnTo>
                        <a:pt x="21134" y="210"/>
                      </a:lnTo>
                      <a:lnTo>
                        <a:pt x="21092" y="168"/>
                      </a:lnTo>
                      <a:lnTo>
                        <a:pt x="20945" y="210"/>
                      </a:lnTo>
                      <a:lnTo>
                        <a:pt x="20736" y="315"/>
                      </a:lnTo>
                      <a:lnTo>
                        <a:pt x="20590" y="398"/>
                      </a:lnTo>
                      <a:lnTo>
                        <a:pt x="20527" y="524"/>
                      </a:lnTo>
                      <a:lnTo>
                        <a:pt x="20569" y="628"/>
                      </a:lnTo>
                      <a:lnTo>
                        <a:pt x="20694" y="649"/>
                      </a:lnTo>
                      <a:lnTo>
                        <a:pt x="20611" y="733"/>
                      </a:lnTo>
                      <a:lnTo>
                        <a:pt x="20255" y="733"/>
                      </a:lnTo>
                      <a:lnTo>
                        <a:pt x="20088" y="859"/>
                      </a:lnTo>
                      <a:lnTo>
                        <a:pt x="19983" y="1131"/>
                      </a:lnTo>
                      <a:lnTo>
                        <a:pt x="19941" y="1319"/>
                      </a:lnTo>
                      <a:lnTo>
                        <a:pt x="19878" y="1319"/>
                      </a:lnTo>
                      <a:lnTo>
                        <a:pt x="19857" y="1256"/>
                      </a:lnTo>
                      <a:lnTo>
                        <a:pt x="19878" y="1068"/>
                      </a:lnTo>
                      <a:lnTo>
                        <a:pt x="20025" y="817"/>
                      </a:lnTo>
                      <a:lnTo>
                        <a:pt x="20025" y="733"/>
                      </a:lnTo>
                      <a:lnTo>
                        <a:pt x="19983" y="733"/>
                      </a:lnTo>
                      <a:lnTo>
                        <a:pt x="19732" y="1047"/>
                      </a:lnTo>
                      <a:lnTo>
                        <a:pt x="19585" y="1047"/>
                      </a:lnTo>
                      <a:lnTo>
                        <a:pt x="19523" y="1026"/>
                      </a:lnTo>
                      <a:lnTo>
                        <a:pt x="19439" y="921"/>
                      </a:lnTo>
                      <a:lnTo>
                        <a:pt x="19313" y="900"/>
                      </a:lnTo>
                      <a:lnTo>
                        <a:pt x="19230" y="900"/>
                      </a:lnTo>
                      <a:lnTo>
                        <a:pt x="19230" y="942"/>
                      </a:lnTo>
                      <a:lnTo>
                        <a:pt x="19418" y="1026"/>
                      </a:lnTo>
                      <a:lnTo>
                        <a:pt x="19460" y="1110"/>
                      </a:lnTo>
                      <a:lnTo>
                        <a:pt x="19418" y="1131"/>
                      </a:lnTo>
                      <a:lnTo>
                        <a:pt x="19251" y="1068"/>
                      </a:lnTo>
                      <a:lnTo>
                        <a:pt x="19062" y="1047"/>
                      </a:lnTo>
                      <a:lnTo>
                        <a:pt x="18832" y="1151"/>
                      </a:lnTo>
                      <a:lnTo>
                        <a:pt x="18539" y="1423"/>
                      </a:lnTo>
                      <a:lnTo>
                        <a:pt x="18204" y="1570"/>
                      </a:lnTo>
                      <a:lnTo>
                        <a:pt x="17974" y="1758"/>
                      </a:lnTo>
                      <a:lnTo>
                        <a:pt x="17744" y="1967"/>
                      </a:lnTo>
                      <a:lnTo>
                        <a:pt x="17451" y="2219"/>
                      </a:lnTo>
                      <a:lnTo>
                        <a:pt x="17263" y="2302"/>
                      </a:lnTo>
                      <a:lnTo>
                        <a:pt x="17158" y="2323"/>
                      </a:lnTo>
                      <a:lnTo>
                        <a:pt x="17012" y="2428"/>
                      </a:lnTo>
                      <a:lnTo>
                        <a:pt x="16865" y="2428"/>
                      </a:lnTo>
                      <a:lnTo>
                        <a:pt x="16698" y="2574"/>
                      </a:lnTo>
                      <a:lnTo>
                        <a:pt x="16510" y="2574"/>
                      </a:lnTo>
                      <a:lnTo>
                        <a:pt x="16426" y="2491"/>
                      </a:lnTo>
                      <a:lnTo>
                        <a:pt x="16238" y="2470"/>
                      </a:lnTo>
                      <a:lnTo>
                        <a:pt x="16091" y="2365"/>
                      </a:lnTo>
                      <a:lnTo>
                        <a:pt x="15986" y="2302"/>
                      </a:lnTo>
                      <a:lnTo>
                        <a:pt x="15798" y="2219"/>
                      </a:lnTo>
                      <a:lnTo>
                        <a:pt x="15714" y="2260"/>
                      </a:lnTo>
                      <a:lnTo>
                        <a:pt x="15589" y="2386"/>
                      </a:lnTo>
                      <a:lnTo>
                        <a:pt x="15380" y="2595"/>
                      </a:lnTo>
                      <a:lnTo>
                        <a:pt x="15338" y="2721"/>
                      </a:lnTo>
                      <a:lnTo>
                        <a:pt x="15233" y="2825"/>
                      </a:lnTo>
                      <a:lnTo>
                        <a:pt x="15170" y="2951"/>
                      </a:lnTo>
                      <a:lnTo>
                        <a:pt x="15087" y="2951"/>
                      </a:lnTo>
                      <a:lnTo>
                        <a:pt x="15024" y="2909"/>
                      </a:lnTo>
                      <a:lnTo>
                        <a:pt x="14940" y="2951"/>
                      </a:lnTo>
                      <a:lnTo>
                        <a:pt x="15045" y="3202"/>
                      </a:lnTo>
                      <a:lnTo>
                        <a:pt x="15170" y="3683"/>
                      </a:lnTo>
                      <a:lnTo>
                        <a:pt x="15296" y="4081"/>
                      </a:lnTo>
                      <a:lnTo>
                        <a:pt x="15359" y="4416"/>
                      </a:lnTo>
                      <a:lnTo>
                        <a:pt x="15338" y="4729"/>
                      </a:lnTo>
                      <a:lnTo>
                        <a:pt x="15191" y="4980"/>
                      </a:lnTo>
                      <a:lnTo>
                        <a:pt x="15087" y="5127"/>
                      </a:lnTo>
                      <a:lnTo>
                        <a:pt x="15087" y="5190"/>
                      </a:lnTo>
                      <a:lnTo>
                        <a:pt x="15296" y="5441"/>
                      </a:lnTo>
                      <a:lnTo>
                        <a:pt x="15442" y="5504"/>
                      </a:lnTo>
                      <a:lnTo>
                        <a:pt x="15442" y="5357"/>
                      </a:lnTo>
                      <a:lnTo>
                        <a:pt x="15484" y="5420"/>
                      </a:lnTo>
                      <a:lnTo>
                        <a:pt x="15589" y="5357"/>
                      </a:lnTo>
                      <a:lnTo>
                        <a:pt x="15673" y="5357"/>
                      </a:lnTo>
                      <a:lnTo>
                        <a:pt x="15589" y="5441"/>
                      </a:lnTo>
                      <a:lnTo>
                        <a:pt x="15589" y="5525"/>
                      </a:lnTo>
                      <a:lnTo>
                        <a:pt x="15882" y="5755"/>
                      </a:lnTo>
                      <a:lnTo>
                        <a:pt x="15798" y="5817"/>
                      </a:lnTo>
                      <a:lnTo>
                        <a:pt x="15673" y="5776"/>
                      </a:lnTo>
                      <a:lnTo>
                        <a:pt x="15652" y="5859"/>
                      </a:lnTo>
                      <a:lnTo>
                        <a:pt x="15610" y="6152"/>
                      </a:lnTo>
                      <a:lnTo>
                        <a:pt x="15610" y="6278"/>
                      </a:lnTo>
                      <a:lnTo>
                        <a:pt x="15673" y="6341"/>
                      </a:lnTo>
                      <a:lnTo>
                        <a:pt x="15756" y="6257"/>
                      </a:lnTo>
                      <a:lnTo>
                        <a:pt x="15882" y="6236"/>
                      </a:lnTo>
                      <a:lnTo>
                        <a:pt x="15986" y="6278"/>
                      </a:lnTo>
                      <a:lnTo>
                        <a:pt x="16028" y="6361"/>
                      </a:lnTo>
                      <a:lnTo>
                        <a:pt x="16196" y="6299"/>
                      </a:lnTo>
                      <a:lnTo>
                        <a:pt x="16384" y="6361"/>
                      </a:lnTo>
                      <a:lnTo>
                        <a:pt x="16530" y="6445"/>
                      </a:lnTo>
                      <a:lnTo>
                        <a:pt x="16384" y="6508"/>
                      </a:lnTo>
                      <a:lnTo>
                        <a:pt x="16405" y="6654"/>
                      </a:lnTo>
                      <a:lnTo>
                        <a:pt x="16384" y="6759"/>
                      </a:lnTo>
                      <a:lnTo>
                        <a:pt x="16196" y="6780"/>
                      </a:lnTo>
                      <a:lnTo>
                        <a:pt x="16217" y="6696"/>
                      </a:lnTo>
                      <a:lnTo>
                        <a:pt x="16112" y="6613"/>
                      </a:lnTo>
                      <a:lnTo>
                        <a:pt x="16028" y="6675"/>
                      </a:lnTo>
                      <a:lnTo>
                        <a:pt x="15882" y="6654"/>
                      </a:lnTo>
                      <a:lnTo>
                        <a:pt x="15819" y="6592"/>
                      </a:lnTo>
                      <a:lnTo>
                        <a:pt x="15777" y="6445"/>
                      </a:lnTo>
                      <a:lnTo>
                        <a:pt x="15673" y="6403"/>
                      </a:lnTo>
                      <a:lnTo>
                        <a:pt x="15610" y="6403"/>
                      </a:lnTo>
                      <a:lnTo>
                        <a:pt x="15484" y="6299"/>
                      </a:lnTo>
                      <a:lnTo>
                        <a:pt x="15505" y="6131"/>
                      </a:lnTo>
                      <a:lnTo>
                        <a:pt x="15652" y="5776"/>
                      </a:lnTo>
                      <a:lnTo>
                        <a:pt x="15610" y="5671"/>
                      </a:lnTo>
                      <a:lnTo>
                        <a:pt x="15568" y="5671"/>
                      </a:lnTo>
                      <a:lnTo>
                        <a:pt x="15463" y="5776"/>
                      </a:lnTo>
                      <a:lnTo>
                        <a:pt x="15463" y="6131"/>
                      </a:lnTo>
                      <a:lnTo>
                        <a:pt x="15401" y="6341"/>
                      </a:lnTo>
                      <a:lnTo>
                        <a:pt x="15296" y="6445"/>
                      </a:lnTo>
                      <a:lnTo>
                        <a:pt x="15296" y="6508"/>
                      </a:lnTo>
                      <a:lnTo>
                        <a:pt x="15380" y="6382"/>
                      </a:lnTo>
                      <a:lnTo>
                        <a:pt x="15463" y="6382"/>
                      </a:lnTo>
                      <a:lnTo>
                        <a:pt x="15505" y="6445"/>
                      </a:lnTo>
                      <a:lnTo>
                        <a:pt x="15652" y="6445"/>
                      </a:lnTo>
                      <a:lnTo>
                        <a:pt x="15694" y="6571"/>
                      </a:lnTo>
                      <a:lnTo>
                        <a:pt x="15694" y="6780"/>
                      </a:lnTo>
                      <a:lnTo>
                        <a:pt x="15589" y="6905"/>
                      </a:lnTo>
                      <a:lnTo>
                        <a:pt x="15442" y="6968"/>
                      </a:lnTo>
                      <a:lnTo>
                        <a:pt x="15442" y="6968"/>
                      </a:lnTo>
                      <a:lnTo>
                        <a:pt x="15589" y="6780"/>
                      </a:lnTo>
                      <a:lnTo>
                        <a:pt x="15589" y="6696"/>
                      </a:lnTo>
                      <a:lnTo>
                        <a:pt x="15505" y="6675"/>
                      </a:lnTo>
                      <a:lnTo>
                        <a:pt x="15463" y="6613"/>
                      </a:lnTo>
                      <a:lnTo>
                        <a:pt x="15380" y="6675"/>
                      </a:lnTo>
                      <a:lnTo>
                        <a:pt x="15191" y="6801"/>
                      </a:lnTo>
                      <a:lnTo>
                        <a:pt x="15191" y="6905"/>
                      </a:lnTo>
                      <a:lnTo>
                        <a:pt x="15087" y="6926"/>
                      </a:lnTo>
                      <a:lnTo>
                        <a:pt x="14982" y="6989"/>
                      </a:lnTo>
                      <a:lnTo>
                        <a:pt x="14961" y="6885"/>
                      </a:lnTo>
                      <a:lnTo>
                        <a:pt x="14898" y="6864"/>
                      </a:lnTo>
                      <a:lnTo>
                        <a:pt x="14752" y="6864"/>
                      </a:lnTo>
                      <a:lnTo>
                        <a:pt x="14668" y="6822"/>
                      </a:lnTo>
                      <a:lnTo>
                        <a:pt x="14647" y="6696"/>
                      </a:lnTo>
                      <a:lnTo>
                        <a:pt x="14564" y="6675"/>
                      </a:lnTo>
                      <a:lnTo>
                        <a:pt x="14522" y="6696"/>
                      </a:lnTo>
                      <a:lnTo>
                        <a:pt x="14417" y="6696"/>
                      </a:lnTo>
                      <a:lnTo>
                        <a:pt x="14417" y="6613"/>
                      </a:lnTo>
                      <a:lnTo>
                        <a:pt x="14334" y="6571"/>
                      </a:lnTo>
                      <a:lnTo>
                        <a:pt x="14250" y="6613"/>
                      </a:lnTo>
                      <a:lnTo>
                        <a:pt x="14208" y="6613"/>
                      </a:lnTo>
                      <a:lnTo>
                        <a:pt x="14208" y="6487"/>
                      </a:lnTo>
                      <a:lnTo>
                        <a:pt x="14145" y="6403"/>
                      </a:lnTo>
                      <a:lnTo>
                        <a:pt x="14145" y="6341"/>
                      </a:lnTo>
                      <a:lnTo>
                        <a:pt x="14250" y="6299"/>
                      </a:lnTo>
                      <a:lnTo>
                        <a:pt x="14396" y="6131"/>
                      </a:lnTo>
                      <a:lnTo>
                        <a:pt x="14459" y="6131"/>
                      </a:lnTo>
                      <a:lnTo>
                        <a:pt x="14543" y="6048"/>
                      </a:lnTo>
                      <a:lnTo>
                        <a:pt x="14543" y="5964"/>
                      </a:lnTo>
                      <a:lnTo>
                        <a:pt x="14396" y="5817"/>
                      </a:lnTo>
                      <a:lnTo>
                        <a:pt x="14313" y="5755"/>
                      </a:lnTo>
                      <a:lnTo>
                        <a:pt x="14208" y="5755"/>
                      </a:lnTo>
                      <a:lnTo>
                        <a:pt x="14020" y="5859"/>
                      </a:lnTo>
                      <a:lnTo>
                        <a:pt x="13915" y="5859"/>
                      </a:lnTo>
                      <a:lnTo>
                        <a:pt x="13810" y="5776"/>
                      </a:lnTo>
                      <a:lnTo>
                        <a:pt x="13706" y="5776"/>
                      </a:lnTo>
                      <a:lnTo>
                        <a:pt x="13371" y="5922"/>
                      </a:lnTo>
                      <a:lnTo>
                        <a:pt x="13329" y="5964"/>
                      </a:lnTo>
                      <a:lnTo>
                        <a:pt x="13392" y="6027"/>
                      </a:lnTo>
                      <a:lnTo>
                        <a:pt x="13517" y="6131"/>
                      </a:lnTo>
                      <a:lnTo>
                        <a:pt x="13497" y="6152"/>
                      </a:lnTo>
                      <a:lnTo>
                        <a:pt x="13392" y="6131"/>
                      </a:lnTo>
                      <a:lnTo>
                        <a:pt x="13287" y="6131"/>
                      </a:lnTo>
                      <a:lnTo>
                        <a:pt x="13225" y="6069"/>
                      </a:lnTo>
                      <a:lnTo>
                        <a:pt x="13120" y="6048"/>
                      </a:lnTo>
                      <a:lnTo>
                        <a:pt x="12911" y="6027"/>
                      </a:lnTo>
                      <a:lnTo>
                        <a:pt x="12701" y="6048"/>
                      </a:lnTo>
                      <a:lnTo>
                        <a:pt x="12639" y="6089"/>
                      </a:lnTo>
                      <a:lnTo>
                        <a:pt x="12639" y="6152"/>
                      </a:lnTo>
                      <a:lnTo>
                        <a:pt x="12534" y="6152"/>
                      </a:lnTo>
                      <a:lnTo>
                        <a:pt x="12492" y="6131"/>
                      </a:lnTo>
                      <a:lnTo>
                        <a:pt x="12429" y="6131"/>
                      </a:lnTo>
                      <a:lnTo>
                        <a:pt x="12262" y="6236"/>
                      </a:lnTo>
                      <a:lnTo>
                        <a:pt x="12262" y="6278"/>
                      </a:lnTo>
                      <a:lnTo>
                        <a:pt x="12178" y="6299"/>
                      </a:lnTo>
                      <a:lnTo>
                        <a:pt x="12011" y="6382"/>
                      </a:lnTo>
                      <a:lnTo>
                        <a:pt x="11865" y="6466"/>
                      </a:lnTo>
                      <a:lnTo>
                        <a:pt x="11802" y="6466"/>
                      </a:lnTo>
                      <a:lnTo>
                        <a:pt x="11823" y="6403"/>
                      </a:lnTo>
                      <a:lnTo>
                        <a:pt x="11844" y="6341"/>
                      </a:lnTo>
                      <a:lnTo>
                        <a:pt x="11739" y="6382"/>
                      </a:lnTo>
                      <a:lnTo>
                        <a:pt x="11634" y="6508"/>
                      </a:lnTo>
                      <a:lnTo>
                        <a:pt x="11634" y="6571"/>
                      </a:lnTo>
                      <a:lnTo>
                        <a:pt x="11802" y="6759"/>
                      </a:lnTo>
                      <a:lnTo>
                        <a:pt x="11948" y="6989"/>
                      </a:lnTo>
                      <a:lnTo>
                        <a:pt x="12116" y="7031"/>
                      </a:lnTo>
                      <a:lnTo>
                        <a:pt x="12241" y="7198"/>
                      </a:lnTo>
                      <a:lnTo>
                        <a:pt x="12367" y="7282"/>
                      </a:lnTo>
                      <a:lnTo>
                        <a:pt x="12429" y="7408"/>
                      </a:lnTo>
                      <a:lnTo>
                        <a:pt x="12534" y="7429"/>
                      </a:lnTo>
                      <a:lnTo>
                        <a:pt x="12660" y="7512"/>
                      </a:lnTo>
                      <a:lnTo>
                        <a:pt x="12597" y="7533"/>
                      </a:lnTo>
                      <a:lnTo>
                        <a:pt x="12429" y="7533"/>
                      </a:lnTo>
                      <a:lnTo>
                        <a:pt x="12388" y="7429"/>
                      </a:lnTo>
                      <a:lnTo>
                        <a:pt x="12262" y="7324"/>
                      </a:lnTo>
                      <a:lnTo>
                        <a:pt x="12178" y="7282"/>
                      </a:lnTo>
                      <a:lnTo>
                        <a:pt x="12137" y="7282"/>
                      </a:lnTo>
                      <a:lnTo>
                        <a:pt x="12011" y="7408"/>
                      </a:lnTo>
                      <a:lnTo>
                        <a:pt x="11885" y="7408"/>
                      </a:lnTo>
                      <a:lnTo>
                        <a:pt x="11802" y="7303"/>
                      </a:lnTo>
                      <a:lnTo>
                        <a:pt x="11906" y="7198"/>
                      </a:lnTo>
                      <a:lnTo>
                        <a:pt x="11906" y="7136"/>
                      </a:lnTo>
                      <a:lnTo>
                        <a:pt x="11823" y="7136"/>
                      </a:lnTo>
                      <a:lnTo>
                        <a:pt x="11739" y="7282"/>
                      </a:lnTo>
                      <a:lnTo>
                        <a:pt x="11781" y="7512"/>
                      </a:lnTo>
                      <a:lnTo>
                        <a:pt x="11802" y="7554"/>
                      </a:lnTo>
                      <a:lnTo>
                        <a:pt x="11802" y="7638"/>
                      </a:lnTo>
                      <a:lnTo>
                        <a:pt x="11676" y="7742"/>
                      </a:lnTo>
                      <a:lnTo>
                        <a:pt x="11593" y="7910"/>
                      </a:lnTo>
                      <a:lnTo>
                        <a:pt x="11572" y="8056"/>
                      </a:lnTo>
                      <a:lnTo>
                        <a:pt x="11593" y="8224"/>
                      </a:lnTo>
                      <a:lnTo>
                        <a:pt x="11802" y="8454"/>
                      </a:lnTo>
                      <a:lnTo>
                        <a:pt x="11990" y="8538"/>
                      </a:lnTo>
                      <a:lnTo>
                        <a:pt x="12116" y="8663"/>
                      </a:lnTo>
                      <a:lnTo>
                        <a:pt x="12199" y="8663"/>
                      </a:lnTo>
                      <a:lnTo>
                        <a:pt x="12346" y="8558"/>
                      </a:lnTo>
                      <a:lnTo>
                        <a:pt x="12492" y="8496"/>
                      </a:lnTo>
                      <a:lnTo>
                        <a:pt x="12639" y="8579"/>
                      </a:lnTo>
                      <a:lnTo>
                        <a:pt x="12890" y="8600"/>
                      </a:lnTo>
                      <a:lnTo>
                        <a:pt x="12994" y="8684"/>
                      </a:lnTo>
                      <a:lnTo>
                        <a:pt x="13015" y="8810"/>
                      </a:lnTo>
                      <a:lnTo>
                        <a:pt x="13078" y="8851"/>
                      </a:lnTo>
                      <a:lnTo>
                        <a:pt x="13141" y="8789"/>
                      </a:lnTo>
                      <a:lnTo>
                        <a:pt x="13141" y="8642"/>
                      </a:lnTo>
                      <a:lnTo>
                        <a:pt x="13162" y="8579"/>
                      </a:lnTo>
                      <a:lnTo>
                        <a:pt x="13266" y="8642"/>
                      </a:lnTo>
                      <a:lnTo>
                        <a:pt x="13266" y="8705"/>
                      </a:lnTo>
                      <a:lnTo>
                        <a:pt x="13162" y="8851"/>
                      </a:lnTo>
                      <a:lnTo>
                        <a:pt x="13162" y="8956"/>
                      </a:lnTo>
                      <a:lnTo>
                        <a:pt x="13204" y="8956"/>
                      </a:lnTo>
                      <a:lnTo>
                        <a:pt x="13371" y="8810"/>
                      </a:lnTo>
                      <a:lnTo>
                        <a:pt x="13413" y="8747"/>
                      </a:lnTo>
                      <a:lnTo>
                        <a:pt x="13601" y="8684"/>
                      </a:lnTo>
                      <a:lnTo>
                        <a:pt x="13831" y="8538"/>
                      </a:lnTo>
                      <a:lnTo>
                        <a:pt x="13999" y="8496"/>
                      </a:lnTo>
                      <a:lnTo>
                        <a:pt x="14082" y="8391"/>
                      </a:lnTo>
                      <a:lnTo>
                        <a:pt x="14124" y="8391"/>
                      </a:lnTo>
                      <a:lnTo>
                        <a:pt x="14145" y="8475"/>
                      </a:lnTo>
                      <a:lnTo>
                        <a:pt x="14208" y="8496"/>
                      </a:lnTo>
                      <a:lnTo>
                        <a:pt x="14396" y="8370"/>
                      </a:lnTo>
                      <a:lnTo>
                        <a:pt x="14543" y="8370"/>
                      </a:lnTo>
                      <a:lnTo>
                        <a:pt x="14606" y="8328"/>
                      </a:lnTo>
                      <a:lnTo>
                        <a:pt x="14543" y="8391"/>
                      </a:lnTo>
                      <a:lnTo>
                        <a:pt x="14417" y="8475"/>
                      </a:lnTo>
                      <a:lnTo>
                        <a:pt x="14417" y="8538"/>
                      </a:lnTo>
                      <a:lnTo>
                        <a:pt x="14459" y="8558"/>
                      </a:lnTo>
                      <a:lnTo>
                        <a:pt x="14354" y="8747"/>
                      </a:lnTo>
                      <a:lnTo>
                        <a:pt x="14208" y="8768"/>
                      </a:lnTo>
                      <a:lnTo>
                        <a:pt x="14145" y="8705"/>
                      </a:lnTo>
                      <a:lnTo>
                        <a:pt x="14082" y="8705"/>
                      </a:lnTo>
                      <a:lnTo>
                        <a:pt x="13915" y="8851"/>
                      </a:lnTo>
                      <a:lnTo>
                        <a:pt x="13915" y="8872"/>
                      </a:lnTo>
                      <a:lnTo>
                        <a:pt x="14041" y="8893"/>
                      </a:lnTo>
                      <a:lnTo>
                        <a:pt x="14124" y="8977"/>
                      </a:lnTo>
                      <a:lnTo>
                        <a:pt x="14124" y="9123"/>
                      </a:lnTo>
                      <a:lnTo>
                        <a:pt x="13936" y="9333"/>
                      </a:lnTo>
                      <a:lnTo>
                        <a:pt x="13915" y="9479"/>
                      </a:lnTo>
                      <a:lnTo>
                        <a:pt x="13873" y="9542"/>
                      </a:lnTo>
                      <a:lnTo>
                        <a:pt x="13831" y="9626"/>
                      </a:lnTo>
                      <a:lnTo>
                        <a:pt x="13873" y="9688"/>
                      </a:lnTo>
                      <a:lnTo>
                        <a:pt x="13894" y="9751"/>
                      </a:lnTo>
                      <a:lnTo>
                        <a:pt x="13873" y="9856"/>
                      </a:lnTo>
                      <a:lnTo>
                        <a:pt x="13748" y="10002"/>
                      </a:lnTo>
                      <a:lnTo>
                        <a:pt x="13643" y="10065"/>
                      </a:lnTo>
                      <a:lnTo>
                        <a:pt x="13538" y="10065"/>
                      </a:lnTo>
                      <a:lnTo>
                        <a:pt x="13476" y="10128"/>
                      </a:lnTo>
                      <a:lnTo>
                        <a:pt x="13371" y="10232"/>
                      </a:lnTo>
                      <a:lnTo>
                        <a:pt x="13287" y="10253"/>
                      </a:lnTo>
                      <a:lnTo>
                        <a:pt x="13162" y="10232"/>
                      </a:lnTo>
                      <a:lnTo>
                        <a:pt x="12994" y="10128"/>
                      </a:lnTo>
                      <a:lnTo>
                        <a:pt x="12953" y="10149"/>
                      </a:lnTo>
                      <a:lnTo>
                        <a:pt x="12890" y="10107"/>
                      </a:lnTo>
                      <a:lnTo>
                        <a:pt x="12806" y="10002"/>
                      </a:lnTo>
                      <a:lnTo>
                        <a:pt x="12785" y="10023"/>
                      </a:lnTo>
                      <a:lnTo>
                        <a:pt x="12681" y="10170"/>
                      </a:lnTo>
                      <a:lnTo>
                        <a:pt x="12555" y="10253"/>
                      </a:lnTo>
                      <a:lnTo>
                        <a:pt x="12471" y="10358"/>
                      </a:lnTo>
                      <a:lnTo>
                        <a:pt x="12241" y="10442"/>
                      </a:lnTo>
                      <a:lnTo>
                        <a:pt x="12157" y="10483"/>
                      </a:lnTo>
                      <a:lnTo>
                        <a:pt x="12053" y="10483"/>
                      </a:lnTo>
                      <a:lnTo>
                        <a:pt x="11948" y="10462"/>
                      </a:lnTo>
                      <a:lnTo>
                        <a:pt x="11760" y="10462"/>
                      </a:lnTo>
                      <a:lnTo>
                        <a:pt x="11634" y="10567"/>
                      </a:lnTo>
                      <a:lnTo>
                        <a:pt x="11509" y="10567"/>
                      </a:lnTo>
                      <a:lnTo>
                        <a:pt x="11425" y="10630"/>
                      </a:lnTo>
                      <a:lnTo>
                        <a:pt x="11425" y="10755"/>
                      </a:lnTo>
                      <a:lnTo>
                        <a:pt x="11341" y="10965"/>
                      </a:lnTo>
                      <a:lnTo>
                        <a:pt x="11279" y="11048"/>
                      </a:lnTo>
                      <a:lnTo>
                        <a:pt x="11279" y="10965"/>
                      </a:lnTo>
                      <a:lnTo>
                        <a:pt x="11132" y="10839"/>
                      </a:lnTo>
                      <a:lnTo>
                        <a:pt x="10986" y="10839"/>
                      </a:lnTo>
                      <a:lnTo>
                        <a:pt x="10902" y="10860"/>
                      </a:lnTo>
                      <a:lnTo>
                        <a:pt x="10923" y="10944"/>
                      </a:lnTo>
                      <a:lnTo>
                        <a:pt x="11007" y="10986"/>
                      </a:lnTo>
                      <a:lnTo>
                        <a:pt x="10965" y="11090"/>
                      </a:lnTo>
                      <a:lnTo>
                        <a:pt x="10902" y="11090"/>
                      </a:lnTo>
                      <a:lnTo>
                        <a:pt x="10860" y="10986"/>
                      </a:lnTo>
                      <a:lnTo>
                        <a:pt x="10756" y="10881"/>
                      </a:lnTo>
                      <a:lnTo>
                        <a:pt x="10693" y="10881"/>
                      </a:lnTo>
                      <a:lnTo>
                        <a:pt x="10546" y="11048"/>
                      </a:lnTo>
                      <a:lnTo>
                        <a:pt x="10484" y="11174"/>
                      </a:lnTo>
                      <a:lnTo>
                        <a:pt x="10400" y="11195"/>
                      </a:lnTo>
                      <a:lnTo>
                        <a:pt x="10337" y="11195"/>
                      </a:lnTo>
                      <a:lnTo>
                        <a:pt x="10065" y="11425"/>
                      </a:lnTo>
                      <a:lnTo>
                        <a:pt x="10023" y="11613"/>
                      </a:lnTo>
                      <a:lnTo>
                        <a:pt x="9960" y="11634"/>
                      </a:lnTo>
                      <a:lnTo>
                        <a:pt x="9835" y="11676"/>
                      </a:lnTo>
                      <a:lnTo>
                        <a:pt x="9730" y="11613"/>
                      </a:lnTo>
                      <a:lnTo>
                        <a:pt x="9709" y="11634"/>
                      </a:lnTo>
                      <a:lnTo>
                        <a:pt x="9814" y="11781"/>
                      </a:lnTo>
                      <a:lnTo>
                        <a:pt x="9772" y="11843"/>
                      </a:lnTo>
                      <a:lnTo>
                        <a:pt x="9709" y="11843"/>
                      </a:lnTo>
                      <a:lnTo>
                        <a:pt x="9647" y="11739"/>
                      </a:lnTo>
                      <a:lnTo>
                        <a:pt x="9605" y="11739"/>
                      </a:lnTo>
                      <a:lnTo>
                        <a:pt x="9542" y="11843"/>
                      </a:lnTo>
                      <a:lnTo>
                        <a:pt x="9416" y="12011"/>
                      </a:lnTo>
                      <a:lnTo>
                        <a:pt x="9416" y="12095"/>
                      </a:lnTo>
                      <a:lnTo>
                        <a:pt x="9521" y="12241"/>
                      </a:lnTo>
                      <a:lnTo>
                        <a:pt x="9542" y="12367"/>
                      </a:lnTo>
                      <a:lnTo>
                        <a:pt x="9521" y="12471"/>
                      </a:lnTo>
                      <a:lnTo>
                        <a:pt x="9458" y="12576"/>
                      </a:lnTo>
                      <a:lnTo>
                        <a:pt x="9500" y="12680"/>
                      </a:lnTo>
                      <a:lnTo>
                        <a:pt x="9563" y="12659"/>
                      </a:lnTo>
                      <a:lnTo>
                        <a:pt x="9647" y="12576"/>
                      </a:lnTo>
                      <a:lnTo>
                        <a:pt x="9668" y="12639"/>
                      </a:lnTo>
                      <a:lnTo>
                        <a:pt x="9709" y="12785"/>
                      </a:lnTo>
                      <a:lnTo>
                        <a:pt x="9647" y="12827"/>
                      </a:lnTo>
                      <a:lnTo>
                        <a:pt x="9605" y="12869"/>
                      </a:lnTo>
                      <a:lnTo>
                        <a:pt x="9626" y="12931"/>
                      </a:lnTo>
                      <a:lnTo>
                        <a:pt x="9709" y="12931"/>
                      </a:lnTo>
                      <a:lnTo>
                        <a:pt x="9751" y="12869"/>
                      </a:lnTo>
                      <a:lnTo>
                        <a:pt x="9835" y="12869"/>
                      </a:lnTo>
                      <a:lnTo>
                        <a:pt x="9856" y="12931"/>
                      </a:lnTo>
                      <a:lnTo>
                        <a:pt x="9856" y="12973"/>
                      </a:lnTo>
                      <a:lnTo>
                        <a:pt x="9981" y="12994"/>
                      </a:lnTo>
                      <a:lnTo>
                        <a:pt x="10086" y="13057"/>
                      </a:lnTo>
                      <a:lnTo>
                        <a:pt x="10232" y="13057"/>
                      </a:lnTo>
                      <a:lnTo>
                        <a:pt x="10337" y="12973"/>
                      </a:lnTo>
                      <a:lnTo>
                        <a:pt x="10379" y="12764"/>
                      </a:lnTo>
                      <a:lnTo>
                        <a:pt x="10463" y="12680"/>
                      </a:lnTo>
                      <a:lnTo>
                        <a:pt x="10672" y="12680"/>
                      </a:lnTo>
                      <a:lnTo>
                        <a:pt x="10756" y="12639"/>
                      </a:lnTo>
                      <a:lnTo>
                        <a:pt x="10651" y="12764"/>
                      </a:lnTo>
                      <a:lnTo>
                        <a:pt x="10546" y="12764"/>
                      </a:lnTo>
                      <a:lnTo>
                        <a:pt x="10358" y="12952"/>
                      </a:lnTo>
                      <a:lnTo>
                        <a:pt x="10337" y="13057"/>
                      </a:lnTo>
                      <a:lnTo>
                        <a:pt x="10253" y="13141"/>
                      </a:lnTo>
                      <a:lnTo>
                        <a:pt x="10358" y="13266"/>
                      </a:lnTo>
                      <a:lnTo>
                        <a:pt x="10358" y="13350"/>
                      </a:lnTo>
                      <a:lnTo>
                        <a:pt x="10191" y="13392"/>
                      </a:lnTo>
                      <a:lnTo>
                        <a:pt x="10149" y="13350"/>
                      </a:lnTo>
                      <a:lnTo>
                        <a:pt x="10149" y="13266"/>
                      </a:lnTo>
                      <a:lnTo>
                        <a:pt x="10086" y="13203"/>
                      </a:lnTo>
                      <a:lnTo>
                        <a:pt x="9981" y="13203"/>
                      </a:lnTo>
                      <a:lnTo>
                        <a:pt x="9940" y="13099"/>
                      </a:lnTo>
                      <a:lnTo>
                        <a:pt x="9772" y="13078"/>
                      </a:lnTo>
                      <a:lnTo>
                        <a:pt x="9730" y="12994"/>
                      </a:lnTo>
                      <a:lnTo>
                        <a:pt x="9647" y="13078"/>
                      </a:lnTo>
                      <a:lnTo>
                        <a:pt x="9542" y="13099"/>
                      </a:lnTo>
                      <a:lnTo>
                        <a:pt x="9521" y="13203"/>
                      </a:lnTo>
                      <a:lnTo>
                        <a:pt x="9437" y="13266"/>
                      </a:lnTo>
                      <a:lnTo>
                        <a:pt x="9312" y="13245"/>
                      </a:lnTo>
                      <a:lnTo>
                        <a:pt x="9291" y="13308"/>
                      </a:lnTo>
                      <a:lnTo>
                        <a:pt x="9333" y="13413"/>
                      </a:lnTo>
                      <a:lnTo>
                        <a:pt x="9396" y="13413"/>
                      </a:lnTo>
                      <a:lnTo>
                        <a:pt x="9312" y="13496"/>
                      </a:lnTo>
                      <a:lnTo>
                        <a:pt x="9291" y="13664"/>
                      </a:lnTo>
                      <a:lnTo>
                        <a:pt x="9312" y="13768"/>
                      </a:lnTo>
                      <a:lnTo>
                        <a:pt x="9396" y="13768"/>
                      </a:lnTo>
                      <a:lnTo>
                        <a:pt x="9396" y="13936"/>
                      </a:lnTo>
                      <a:lnTo>
                        <a:pt x="9416" y="13999"/>
                      </a:lnTo>
                      <a:lnTo>
                        <a:pt x="9416" y="14082"/>
                      </a:lnTo>
                      <a:lnTo>
                        <a:pt x="9521" y="14187"/>
                      </a:lnTo>
                      <a:lnTo>
                        <a:pt x="9521" y="14229"/>
                      </a:lnTo>
                      <a:lnTo>
                        <a:pt x="9396" y="14250"/>
                      </a:lnTo>
                      <a:lnTo>
                        <a:pt x="9354" y="14312"/>
                      </a:lnTo>
                      <a:lnTo>
                        <a:pt x="9730" y="14501"/>
                      </a:lnTo>
                      <a:lnTo>
                        <a:pt x="9877" y="14501"/>
                      </a:lnTo>
                      <a:lnTo>
                        <a:pt x="10065" y="14417"/>
                      </a:lnTo>
                      <a:lnTo>
                        <a:pt x="10170" y="14396"/>
                      </a:lnTo>
                      <a:lnTo>
                        <a:pt x="10232" y="14438"/>
                      </a:lnTo>
                      <a:lnTo>
                        <a:pt x="10295" y="14438"/>
                      </a:lnTo>
                      <a:lnTo>
                        <a:pt x="10463" y="14229"/>
                      </a:lnTo>
                      <a:lnTo>
                        <a:pt x="10463" y="14124"/>
                      </a:lnTo>
                      <a:lnTo>
                        <a:pt x="10400" y="14040"/>
                      </a:lnTo>
                      <a:lnTo>
                        <a:pt x="10400" y="13999"/>
                      </a:lnTo>
                      <a:lnTo>
                        <a:pt x="10567" y="13915"/>
                      </a:lnTo>
                      <a:lnTo>
                        <a:pt x="10714" y="13789"/>
                      </a:lnTo>
                      <a:lnTo>
                        <a:pt x="10986" y="13622"/>
                      </a:lnTo>
                      <a:lnTo>
                        <a:pt x="11090" y="13664"/>
                      </a:lnTo>
                      <a:lnTo>
                        <a:pt x="10986" y="13664"/>
                      </a:lnTo>
                      <a:lnTo>
                        <a:pt x="10756" y="13894"/>
                      </a:lnTo>
                      <a:lnTo>
                        <a:pt x="10588" y="13978"/>
                      </a:lnTo>
                      <a:lnTo>
                        <a:pt x="10588" y="14019"/>
                      </a:lnTo>
                      <a:lnTo>
                        <a:pt x="10693" y="14103"/>
                      </a:lnTo>
                      <a:lnTo>
                        <a:pt x="10693" y="14187"/>
                      </a:lnTo>
                      <a:lnTo>
                        <a:pt x="10588" y="14333"/>
                      </a:lnTo>
                      <a:lnTo>
                        <a:pt x="10463" y="14417"/>
                      </a:lnTo>
                      <a:lnTo>
                        <a:pt x="10442" y="14543"/>
                      </a:lnTo>
                      <a:lnTo>
                        <a:pt x="10463" y="14710"/>
                      </a:lnTo>
                      <a:lnTo>
                        <a:pt x="10442" y="14815"/>
                      </a:lnTo>
                      <a:lnTo>
                        <a:pt x="10442" y="14856"/>
                      </a:lnTo>
                      <a:lnTo>
                        <a:pt x="10442" y="14961"/>
                      </a:lnTo>
                      <a:lnTo>
                        <a:pt x="10463" y="15087"/>
                      </a:lnTo>
                      <a:lnTo>
                        <a:pt x="10295" y="15149"/>
                      </a:lnTo>
                      <a:lnTo>
                        <a:pt x="10232" y="15191"/>
                      </a:lnTo>
                      <a:lnTo>
                        <a:pt x="10191" y="15275"/>
                      </a:lnTo>
                      <a:lnTo>
                        <a:pt x="10044" y="15442"/>
                      </a:lnTo>
                      <a:lnTo>
                        <a:pt x="10002" y="15463"/>
                      </a:lnTo>
                      <a:lnTo>
                        <a:pt x="10044" y="15568"/>
                      </a:lnTo>
                      <a:lnTo>
                        <a:pt x="10044" y="15672"/>
                      </a:lnTo>
                      <a:lnTo>
                        <a:pt x="10107" y="15693"/>
                      </a:lnTo>
                      <a:lnTo>
                        <a:pt x="10212" y="15672"/>
                      </a:lnTo>
                      <a:lnTo>
                        <a:pt x="10274" y="15672"/>
                      </a:lnTo>
                      <a:lnTo>
                        <a:pt x="10316" y="15714"/>
                      </a:lnTo>
                      <a:lnTo>
                        <a:pt x="10253" y="15798"/>
                      </a:lnTo>
                      <a:lnTo>
                        <a:pt x="10128" y="15798"/>
                      </a:lnTo>
                      <a:lnTo>
                        <a:pt x="10065" y="15840"/>
                      </a:lnTo>
                      <a:lnTo>
                        <a:pt x="10086" y="15903"/>
                      </a:lnTo>
                      <a:lnTo>
                        <a:pt x="10065" y="15944"/>
                      </a:lnTo>
                      <a:lnTo>
                        <a:pt x="10086" y="16028"/>
                      </a:lnTo>
                      <a:lnTo>
                        <a:pt x="10023" y="16091"/>
                      </a:lnTo>
                      <a:lnTo>
                        <a:pt x="9940" y="16112"/>
                      </a:lnTo>
                      <a:lnTo>
                        <a:pt x="9835" y="16154"/>
                      </a:lnTo>
                      <a:lnTo>
                        <a:pt x="9751" y="16133"/>
                      </a:lnTo>
                      <a:lnTo>
                        <a:pt x="9709" y="16154"/>
                      </a:lnTo>
                      <a:lnTo>
                        <a:pt x="9772" y="16216"/>
                      </a:lnTo>
                      <a:lnTo>
                        <a:pt x="9877" y="16237"/>
                      </a:lnTo>
                      <a:lnTo>
                        <a:pt x="9960" y="16300"/>
                      </a:lnTo>
                      <a:lnTo>
                        <a:pt x="10086" y="16154"/>
                      </a:lnTo>
                      <a:lnTo>
                        <a:pt x="10337" y="16007"/>
                      </a:lnTo>
                      <a:lnTo>
                        <a:pt x="10379" y="16007"/>
                      </a:lnTo>
                      <a:lnTo>
                        <a:pt x="10463" y="16028"/>
                      </a:lnTo>
                      <a:lnTo>
                        <a:pt x="10546" y="15944"/>
                      </a:lnTo>
                      <a:lnTo>
                        <a:pt x="10714" y="15882"/>
                      </a:lnTo>
                      <a:lnTo>
                        <a:pt x="10693" y="15944"/>
                      </a:lnTo>
                      <a:lnTo>
                        <a:pt x="10630" y="16007"/>
                      </a:lnTo>
                      <a:lnTo>
                        <a:pt x="10630" y="16049"/>
                      </a:lnTo>
                      <a:lnTo>
                        <a:pt x="10693" y="16091"/>
                      </a:lnTo>
                      <a:lnTo>
                        <a:pt x="10714" y="16196"/>
                      </a:lnTo>
                      <a:lnTo>
                        <a:pt x="10693" y="16237"/>
                      </a:lnTo>
                      <a:lnTo>
                        <a:pt x="10776" y="16300"/>
                      </a:lnTo>
                      <a:lnTo>
                        <a:pt x="10881" y="16216"/>
                      </a:lnTo>
                      <a:lnTo>
                        <a:pt x="10944" y="16133"/>
                      </a:lnTo>
                      <a:lnTo>
                        <a:pt x="10986" y="16196"/>
                      </a:lnTo>
                      <a:lnTo>
                        <a:pt x="10965" y="16237"/>
                      </a:lnTo>
                      <a:lnTo>
                        <a:pt x="11049" y="16363"/>
                      </a:lnTo>
                      <a:lnTo>
                        <a:pt x="11069" y="16551"/>
                      </a:lnTo>
                      <a:lnTo>
                        <a:pt x="11049" y="16656"/>
                      </a:lnTo>
                      <a:lnTo>
                        <a:pt x="11090" y="16823"/>
                      </a:lnTo>
                      <a:lnTo>
                        <a:pt x="11153" y="16823"/>
                      </a:lnTo>
                      <a:lnTo>
                        <a:pt x="11195" y="16677"/>
                      </a:lnTo>
                      <a:lnTo>
                        <a:pt x="11195" y="16572"/>
                      </a:lnTo>
                      <a:lnTo>
                        <a:pt x="11300" y="16426"/>
                      </a:lnTo>
                      <a:lnTo>
                        <a:pt x="11321" y="16321"/>
                      </a:lnTo>
                      <a:lnTo>
                        <a:pt x="11467" y="16216"/>
                      </a:lnTo>
                      <a:lnTo>
                        <a:pt x="11488" y="16216"/>
                      </a:lnTo>
                      <a:lnTo>
                        <a:pt x="11593" y="16133"/>
                      </a:lnTo>
                      <a:lnTo>
                        <a:pt x="11739" y="16133"/>
                      </a:lnTo>
                      <a:lnTo>
                        <a:pt x="11593" y="16216"/>
                      </a:lnTo>
                      <a:lnTo>
                        <a:pt x="11425" y="16405"/>
                      </a:lnTo>
                      <a:lnTo>
                        <a:pt x="11425" y="16447"/>
                      </a:lnTo>
                      <a:lnTo>
                        <a:pt x="11572" y="16614"/>
                      </a:lnTo>
                      <a:lnTo>
                        <a:pt x="11634" y="16635"/>
                      </a:lnTo>
                      <a:lnTo>
                        <a:pt x="11802" y="16551"/>
                      </a:lnTo>
                      <a:lnTo>
                        <a:pt x="12032" y="16530"/>
                      </a:lnTo>
                      <a:lnTo>
                        <a:pt x="12137" y="16447"/>
                      </a:lnTo>
                      <a:lnTo>
                        <a:pt x="12220" y="16447"/>
                      </a:lnTo>
                      <a:lnTo>
                        <a:pt x="12429" y="16342"/>
                      </a:lnTo>
                      <a:lnTo>
                        <a:pt x="12513" y="16342"/>
                      </a:lnTo>
                      <a:lnTo>
                        <a:pt x="12429" y="16363"/>
                      </a:lnTo>
                      <a:lnTo>
                        <a:pt x="12304" y="16530"/>
                      </a:lnTo>
                      <a:lnTo>
                        <a:pt x="12304" y="16572"/>
                      </a:lnTo>
                      <a:lnTo>
                        <a:pt x="12220" y="16656"/>
                      </a:lnTo>
                      <a:lnTo>
                        <a:pt x="11906" y="16844"/>
                      </a:lnTo>
                      <a:lnTo>
                        <a:pt x="11781" y="16970"/>
                      </a:lnTo>
                      <a:lnTo>
                        <a:pt x="11676" y="17158"/>
                      </a:lnTo>
                      <a:lnTo>
                        <a:pt x="11634" y="17263"/>
                      </a:lnTo>
                      <a:lnTo>
                        <a:pt x="11697" y="17367"/>
                      </a:lnTo>
                      <a:lnTo>
                        <a:pt x="11802" y="17451"/>
                      </a:lnTo>
                      <a:lnTo>
                        <a:pt x="11613" y="17409"/>
                      </a:lnTo>
                      <a:lnTo>
                        <a:pt x="11530" y="17451"/>
                      </a:lnTo>
                      <a:lnTo>
                        <a:pt x="11425" y="17577"/>
                      </a:lnTo>
                      <a:lnTo>
                        <a:pt x="11383" y="17702"/>
                      </a:lnTo>
                      <a:lnTo>
                        <a:pt x="11216" y="17869"/>
                      </a:lnTo>
                      <a:lnTo>
                        <a:pt x="11153" y="17974"/>
                      </a:lnTo>
                      <a:lnTo>
                        <a:pt x="11174" y="18016"/>
                      </a:lnTo>
                      <a:lnTo>
                        <a:pt x="11216" y="18079"/>
                      </a:lnTo>
                      <a:lnTo>
                        <a:pt x="11195" y="18141"/>
                      </a:lnTo>
                      <a:lnTo>
                        <a:pt x="11111" y="18121"/>
                      </a:lnTo>
                      <a:lnTo>
                        <a:pt x="11090" y="18037"/>
                      </a:lnTo>
                      <a:lnTo>
                        <a:pt x="11007" y="18016"/>
                      </a:lnTo>
                      <a:lnTo>
                        <a:pt x="10944" y="18121"/>
                      </a:lnTo>
                      <a:lnTo>
                        <a:pt x="10776" y="18204"/>
                      </a:lnTo>
                      <a:lnTo>
                        <a:pt x="10839" y="18288"/>
                      </a:lnTo>
                      <a:lnTo>
                        <a:pt x="10776" y="18351"/>
                      </a:lnTo>
                      <a:lnTo>
                        <a:pt x="10693" y="18330"/>
                      </a:lnTo>
                      <a:lnTo>
                        <a:pt x="10672" y="18288"/>
                      </a:lnTo>
                      <a:lnTo>
                        <a:pt x="10630" y="18330"/>
                      </a:lnTo>
                      <a:lnTo>
                        <a:pt x="10358" y="18539"/>
                      </a:lnTo>
                      <a:lnTo>
                        <a:pt x="10274" y="18644"/>
                      </a:lnTo>
                      <a:lnTo>
                        <a:pt x="10316" y="18727"/>
                      </a:lnTo>
                      <a:lnTo>
                        <a:pt x="10253" y="18769"/>
                      </a:lnTo>
                      <a:lnTo>
                        <a:pt x="10170" y="18748"/>
                      </a:lnTo>
                      <a:lnTo>
                        <a:pt x="10170" y="18644"/>
                      </a:lnTo>
                      <a:lnTo>
                        <a:pt x="10023" y="18727"/>
                      </a:lnTo>
                      <a:lnTo>
                        <a:pt x="9898" y="18811"/>
                      </a:lnTo>
                      <a:lnTo>
                        <a:pt x="9793" y="18853"/>
                      </a:lnTo>
                      <a:lnTo>
                        <a:pt x="9751" y="18937"/>
                      </a:lnTo>
                      <a:lnTo>
                        <a:pt x="9647" y="18978"/>
                      </a:lnTo>
                      <a:lnTo>
                        <a:pt x="9500" y="18978"/>
                      </a:lnTo>
                      <a:lnTo>
                        <a:pt x="9333" y="19146"/>
                      </a:lnTo>
                      <a:lnTo>
                        <a:pt x="9082" y="19250"/>
                      </a:lnTo>
                      <a:lnTo>
                        <a:pt x="8893" y="19397"/>
                      </a:lnTo>
                      <a:lnTo>
                        <a:pt x="8810" y="19564"/>
                      </a:lnTo>
                      <a:lnTo>
                        <a:pt x="8810" y="19606"/>
                      </a:lnTo>
                      <a:lnTo>
                        <a:pt x="8872" y="19711"/>
                      </a:lnTo>
                      <a:lnTo>
                        <a:pt x="8872" y="19794"/>
                      </a:lnTo>
                      <a:lnTo>
                        <a:pt x="8852" y="19815"/>
                      </a:lnTo>
                      <a:lnTo>
                        <a:pt x="8768" y="19711"/>
                      </a:lnTo>
                      <a:lnTo>
                        <a:pt x="8747" y="19711"/>
                      </a:lnTo>
                      <a:lnTo>
                        <a:pt x="8705" y="19773"/>
                      </a:lnTo>
                      <a:lnTo>
                        <a:pt x="8747" y="19857"/>
                      </a:lnTo>
                      <a:lnTo>
                        <a:pt x="8684" y="19878"/>
                      </a:lnTo>
                      <a:lnTo>
                        <a:pt x="8621" y="19794"/>
                      </a:lnTo>
                      <a:lnTo>
                        <a:pt x="8705" y="19711"/>
                      </a:lnTo>
                      <a:cubicBezTo>
                        <a:pt x="8761" y="19673"/>
                        <a:pt x="8717" y="19603"/>
                        <a:pt x="8677" y="19603"/>
                      </a:cubicBezTo>
                      <a:cubicBezTo>
                        <a:pt x="8673" y="19603"/>
                        <a:pt x="8668" y="19604"/>
                        <a:pt x="8663" y="19606"/>
                      </a:cubicBezTo>
                      <a:lnTo>
                        <a:pt x="8600" y="19585"/>
                      </a:lnTo>
                      <a:lnTo>
                        <a:pt x="8496" y="19585"/>
                      </a:lnTo>
                      <a:lnTo>
                        <a:pt x="8454" y="19564"/>
                      </a:lnTo>
                      <a:lnTo>
                        <a:pt x="8349" y="19585"/>
                      </a:lnTo>
                      <a:lnTo>
                        <a:pt x="8161" y="19606"/>
                      </a:lnTo>
                      <a:lnTo>
                        <a:pt x="8056" y="19669"/>
                      </a:lnTo>
                      <a:lnTo>
                        <a:pt x="7973" y="19773"/>
                      </a:lnTo>
                      <a:lnTo>
                        <a:pt x="7826" y="19815"/>
                      </a:lnTo>
                      <a:lnTo>
                        <a:pt x="7680" y="19899"/>
                      </a:lnTo>
                      <a:lnTo>
                        <a:pt x="7554" y="20066"/>
                      </a:lnTo>
                      <a:lnTo>
                        <a:pt x="7575" y="20108"/>
                      </a:lnTo>
                      <a:lnTo>
                        <a:pt x="7533" y="20171"/>
                      </a:lnTo>
                      <a:lnTo>
                        <a:pt x="7471" y="20171"/>
                      </a:lnTo>
                      <a:lnTo>
                        <a:pt x="7345" y="20213"/>
                      </a:lnTo>
                      <a:lnTo>
                        <a:pt x="7261" y="20276"/>
                      </a:lnTo>
                      <a:lnTo>
                        <a:pt x="7261" y="20338"/>
                      </a:lnTo>
                      <a:lnTo>
                        <a:pt x="7219" y="20338"/>
                      </a:lnTo>
                      <a:lnTo>
                        <a:pt x="7115" y="20318"/>
                      </a:lnTo>
                      <a:lnTo>
                        <a:pt x="7010" y="20338"/>
                      </a:lnTo>
                      <a:lnTo>
                        <a:pt x="6989" y="20422"/>
                      </a:lnTo>
                      <a:lnTo>
                        <a:pt x="6947" y="20548"/>
                      </a:lnTo>
                      <a:lnTo>
                        <a:pt x="6947" y="20590"/>
                      </a:lnTo>
                      <a:cubicBezTo>
                        <a:pt x="6927" y="20590"/>
                        <a:pt x="6906" y="20610"/>
                        <a:pt x="6885" y="20610"/>
                      </a:cubicBezTo>
                      <a:lnTo>
                        <a:pt x="6843" y="20590"/>
                      </a:lnTo>
                      <a:lnTo>
                        <a:pt x="6906" y="20485"/>
                      </a:lnTo>
                      <a:lnTo>
                        <a:pt x="6822" y="20380"/>
                      </a:lnTo>
                      <a:lnTo>
                        <a:pt x="6675" y="20380"/>
                      </a:lnTo>
                      <a:lnTo>
                        <a:pt x="6634" y="20422"/>
                      </a:lnTo>
                      <a:lnTo>
                        <a:pt x="6571" y="20485"/>
                      </a:lnTo>
                      <a:lnTo>
                        <a:pt x="6466" y="20485"/>
                      </a:lnTo>
                      <a:lnTo>
                        <a:pt x="6403" y="20527"/>
                      </a:lnTo>
                      <a:lnTo>
                        <a:pt x="6299" y="20422"/>
                      </a:lnTo>
                      <a:lnTo>
                        <a:pt x="6257" y="20422"/>
                      </a:lnTo>
                      <a:lnTo>
                        <a:pt x="6152" y="20610"/>
                      </a:lnTo>
                      <a:lnTo>
                        <a:pt x="6090" y="20631"/>
                      </a:lnTo>
                      <a:lnTo>
                        <a:pt x="5985" y="20715"/>
                      </a:lnTo>
                      <a:lnTo>
                        <a:pt x="5943" y="20694"/>
                      </a:lnTo>
                      <a:lnTo>
                        <a:pt x="5880" y="20736"/>
                      </a:lnTo>
                      <a:lnTo>
                        <a:pt x="5859" y="20841"/>
                      </a:lnTo>
                      <a:lnTo>
                        <a:pt x="5880" y="20945"/>
                      </a:lnTo>
                      <a:lnTo>
                        <a:pt x="5943" y="20966"/>
                      </a:lnTo>
                      <a:cubicBezTo>
                        <a:pt x="5776" y="21029"/>
                        <a:pt x="5629" y="21071"/>
                        <a:pt x="5462" y="21154"/>
                      </a:cubicBezTo>
                      <a:lnTo>
                        <a:pt x="5441" y="21071"/>
                      </a:lnTo>
                      <a:lnTo>
                        <a:pt x="5378" y="21050"/>
                      </a:lnTo>
                      <a:lnTo>
                        <a:pt x="5378" y="21154"/>
                      </a:lnTo>
                      <a:lnTo>
                        <a:pt x="5378" y="21217"/>
                      </a:lnTo>
                      <a:cubicBezTo>
                        <a:pt x="5357" y="21217"/>
                        <a:pt x="5336" y="21238"/>
                        <a:pt x="5274" y="21238"/>
                      </a:cubicBezTo>
                      <a:lnTo>
                        <a:pt x="5232" y="21217"/>
                      </a:lnTo>
                      <a:lnTo>
                        <a:pt x="5169" y="21134"/>
                      </a:lnTo>
                      <a:lnTo>
                        <a:pt x="5064" y="21154"/>
                      </a:lnTo>
                      <a:lnTo>
                        <a:pt x="5064" y="21238"/>
                      </a:lnTo>
                      <a:lnTo>
                        <a:pt x="5127" y="21280"/>
                      </a:lnTo>
                      <a:cubicBezTo>
                        <a:pt x="5106" y="21322"/>
                        <a:pt x="5043" y="21322"/>
                        <a:pt x="5022" y="21343"/>
                      </a:cubicBezTo>
                      <a:lnTo>
                        <a:pt x="4960" y="21280"/>
                      </a:lnTo>
                      <a:lnTo>
                        <a:pt x="4960" y="21364"/>
                      </a:lnTo>
                      <a:cubicBezTo>
                        <a:pt x="4939" y="21385"/>
                        <a:pt x="4918" y="21385"/>
                        <a:pt x="4897" y="21385"/>
                      </a:cubicBezTo>
                      <a:lnTo>
                        <a:pt x="4855" y="21343"/>
                      </a:lnTo>
                      <a:lnTo>
                        <a:pt x="4730" y="21322"/>
                      </a:lnTo>
                      <a:lnTo>
                        <a:pt x="4688" y="21238"/>
                      </a:lnTo>
                      <a:lnTo>
                        <a:pt x="4583" y="21238"/>
                      </a:lnTo>
                      <a:lnTo>
                        <a:pt x="4478" y="21343"/>
                      </a:lnTo>
                      <a:lnTo>
                        <a:pt x="4478" y="21426"/>
                      </a:lnTo>
                      <a:lnTo>
                        <a:pt x="4541" y="21489"/>
                      </a:lnTo>
                      <a:cubicBezTo>
                        <a:pt x="4520" y="21489"/>
                        <a:pt x="4499" y="21531"/>
                        <a:pt x="4499" y="21531"/>
                      </a:cubicBezTo>
                      <a:lnTo>
                        <a:pt x="4395" y="21468"/>
                      </a:lnTo>
                      <a:lnTo>
                        <a:pt x="4290" y="21552"/>
                      </a:lnTo>
                      <a:lnTo>
                        <a:pt x="4290" y="21594"/>
                      </a:lnTo>
                      <a:cubicBezTo>
                        <a:pt x="4081" y="21678"/>
                        <a:pt x="3893" y="21761"/>
                        <a:pt x="3683" y="21845"/>
                      </a:cubicBezTo>
                      <a:lnTo>
                        <a:pt x="3704" y="21782"/>
                      </a:lnTo>
                      <a:lnTo>
                        <a:pt x="3809" y="21740"/>
                      </a:lnTo>
                      <a:lnTo>
                        <a:pt x="3746" y="21698"/>
                      </a:lnTo>
                      <a:lnTo>
                        <a:pt x="3704" y="21573"/>
                      </a:lnTo>
                      <a:lnTo>
                        <a:pt x="3600" y="21636"/>
                      </a:lnTo>
                      <a:lnTo>
                        <a:pt x="3432" y="21636"/>
                      </a:lnTo>
                      <a:lnTo>
                        <a:pt x="3453" y="21698"/>
                      </a:lnTo>
                      <a:lnTo>
                        <a:pt x="3390" y="21803"/>
                      </a:lnTo>
                      <a:lnTo>
                        <a:pt x="3286" y="21845"/>
                      </a:lnTo>
                      <a:lnTo>
                        <a:pt x="3160" y="21970"/>
                      </a:lnTo>
                      <a:lnTo>
                        <a:pt x="3160" y="22012"/>
                      </a:lnTo>
                      <a:cubicBezTo>
                        <a:pt x="2951" y="22096"/>
                        <a:pt x="2742" y="22159"/>
                        <a:pt x="2533" y="22201"/>
                      </a:cubicBezTo>
                      <a:lnTo>
                        <a:pt x="2512" y="22180"/>
                      </a:lnTo>
                      <a:lnTo>
                        <a:pt x="2386" y="22222"/>
                      </a:lnTo>
                      <a:lnTo>
                        <a:pt x="2407" y="22263"/>
                      </a:lnTo>
                      <a:cubicBezTo>
                        <a:pt x="2344" y="22263"/>
                        <a:pt x="2302" y="22284"/>
                        <a:pt x="2240" y="22284"/>
                      </a:cubicBezTo>
                      <a:cubicBezTo>
                        <a:pt x="2177" y="22305"/>
                        <a:pt x="2093" y="22305"/>
                        <a:pt x="2009" y="22326"/>
                      </a:cubicBezTo>
                      <a:lnTo>
                        <a:pt x="1926" y="22263"/>
                      </a:lnTo>
                      <a:lnTo>
                        <a:pt x="1821" y="22368"/>
                      </a:lnTo>
                      <a:lnTo>
                        <a:pt x="1821" y="22389"/>
                      </a:lnTo>
                      <a:cubicBezTo>
                        <a:pt x="1758" y="22410"/>
                        <a:pt x="1654" y="22410"/>
                        <a:pt x="1570" y="22431"/>
                      </a:cubicBezTo>
                      <a:cubicBezTo>
                        <a:pt x="1264" y="22480"/>
                        <a:pt x="957" y="22500"/>
                        <a:pt x="651" y="22500"/>
                      </a:cubicBezTo>
                      <a:cubicBezTo>
                        <a:pt x="434" y="22500"/>
                        <a:pt x="218" y="22490"/>
                        <a:pt x="1" y="22473"/>
                      </a:cubicBezTo>
                      <a:lnTo>
                        <a:pt x="1" y="22473"/>
                      </a:lnTo>
                      <a:cubicBezTo>
                        <a:pt x="332" y="22512"/>
                        <a:pt x="664" y="22527"/>
                        <a:pt x="990" y="22527"/>
                      </a:cubicBezTo>
                      <a:cubicBezTo>
                        <a:pt x="1179" y="22527"/>
                        <a:pt x="1365" y="22522"/>
                        <a:pt x="1549" y="22514"/>
                      </a:cubicBezTo>
                      <a:lnTo>
                        <a:pt x="1549" y="22535"/>
                      </a:lnTo>
                      <a:lnTo>
                        <a:pt x="1654" y="22577"/>
                      </a:lnTo>
                      <a:lnTo>
                        <a:pt x="1612" y="22514"/>
                      </a:lnTo>
                      <a:cubicBezTo>
                        <a:pt x="2093" y="22473"/>
                        <a:pt x="2533" y="22389"/>
                        <a:pt x="2972" y="22263"/>
                      </a:cubicBezTo>
                      <a:lnTo>
                        <a:pt x="2972" y="22263"/>
                      </a:lnTo>
                      <a:lnTo>
                        <a:pt x="2867" y="22368"/>
                      </a:lnTo>
                      <a:lnTo>
                        <a:pt x="3077" y="22368"/>
                      </a:lnTo>
                      <a:lnTo>
                        <a:pt x="3223" y="22222"/>
                      </a:lnTo>
                      <a:lnTo>
                        <a:pt x="3370" y="22222"/>
                      </a:lnTo>
                      <a:lnTo>
                        <a:pt x="3453" y="22159"/>
                      </a:lnTo>
                      <a:cubicBezTo>
                        <a:pt x="3579" y="22096"/>
                        <a:pt x="3746" y="22075"/>
                        <a:pt x="3872" y="22012"/>
                      </a:cubicBezTo>
                      <a:lnTo>
                        <a:pt x="3893" y="22054"/>
                      </a:lnTo>
                      <a:lnTo>
                        <a:pt x="4081" y="22054"/>
                      </a:lnTo>
                      <a:lnTo>
                        <a:pt x="4227" y="21991"/>
                      </a:lnTo>
                      <a:lnTo>
                        <a:pt x="4290" y="21719"/>
                      </a:lnTo>
                      <a:lnTo>
                        <a:pt x="4311" y="21803"/>
                      </a:lnTo>
                      <a:lnTo>
                        <a:pt x="4374" y="21845"/>
                      </a:lnTo>
                      <a:lnTo>
                        <a:pt x="4416" y="21740"/>
                      </a:lnTo>
                      <a:lnTo>
                        <a:pt x="4458" y="21657"/>
                      </a:lnTo>
                      <a:lnTo>
                        <a:pt x="4520" y="21678"/>
                      </a:lnTo>
                      <a:lnTo>
                        <a:pt x="4562" y="21740"/>
                      </a:lnTo>
                      <a:lnTo>
                        <a:pt x="4604" y="21719"/>
                      </a:lnTo>
                      <a:lnTo>
                        <a:pt x="4688" y="21615"/>
                      </a:lnTo>
                      <a:lnTo>
                        <a:pt x="4834" y="21531"/>
                      </a:lnTo>
                      <a:lnTo>
                        <a:pt x="4834" y="21468"/>
                      </a:lnTo>
                      <a:cubicBezTo>
                        <a:pt x="5043" y="21406"/>
                        <a:pt x="5253" y="21301"/>
                        <a:pt x="5462" y="21217"/>
                      </a:cubicBezTo>
                      <a:lnTo>
                        <a:pt x="5462" y="21217"/>
                      </a:lnTo>
                      <a:lnTo>
                        <a:pt x="5420" y="21238"/>
                      </a:lnTo>
                      <a:lnTo>
                        <a:pt x="5546" y="21238"/>
                      </a:lnTo>
                      <a:lnTo>
                        <a:pt x="5504" y="21196"/>
                      </a:lnTo>
                      <a:cubicBezTo>
                        <a:pt x="5839" y="21050"/>
                        <a:pt x="6173" y="20903"/>
                        <a:pt x="6508" y="20778"/>
                      </a:cubicBezTo>
                      <a:lnTo>
                        <a:pt x="6571" y="20799"/>
                      </a:lnTo>
                      <a:lnTo>
                        <a:pt x="6759" y="20778"/>
                      </a:lnTo>
                      <a:lnTo>
                        <a:pt x="6822" y="20694"/>
                      </a:lnTo>
                      <a:lnTo>
                        <a:pt x="6989" y="20715"/>
                      </a:lnTo>
                      <a:lnTo>
                        <a:pt x="6989" y="20673"/>
                      </a:lnTo>
                      <a:lnTo>
                        <a:pt x="6927" y="20610"/>
                      </a:lnTo>
                      <a:cubicBezTo>
                        <a:pt x="7031" y="20569"/>
                        <a:pt x="7136" y="20527"/>
                        <a:pt x="7240" y="20485"/>
                      </a:cubicBezTo>
                      <a:lnTo>
                        <a:pt x="7282" y="20485"/>
                      </a:lnTo>
                      <a:cubicBezTo>
                        <a:pt x="7324" y="20464"/>
                        <a:pt x="7387" y="20422"/>
                        <a:pt x="7429" y="20422"/>
                      </a:cubicBezTo>
                      <a:lnTo>
                        <a:pt x="7450" y="20485"/>
                      </a:lnTo>
                      <a:lnTo>
                        <a:pt x="7554" y="20485"/>
                      </a:lnTo>
                      <a:lnTo>
                        <a:pt x="7617" y="20380"/>
                      </a:lnTo>
                      <a:lnTo>
                        <a:pt x="7638" y="20464"/>
                      </a:lnTo>
                      <a:lnTo>
                        <a:pt x="7659" y="20464"/>
                      </a:lnTo>
                      <a:lnTo>
                        <a:pt x="7701" y="20380"/>
                      </a:lnTo>
                      <a:lnTo>
                        <a:pt x="7763" y="20318"/>
                      </a:lnTo>
                      <a:lnTo>
                        <a:pt x="7868" y="20318"/>
                      </a:lnTo>
                      <a:lnTo>
                        <a:pt x="7973" y="20255"/>
                      </a:lnTo>
                      <a:lnTo>
                        <a:pt x="8015" y="20171"/>
                      </a:lnTo>
                      <a:cubicBezTo>
                        <a:pt x="8077" y="20150"/>
                        <a:pt x="8161" y="20087"/>
                        <a:pt x="8224" y="20066"/>
                      </a:cubicBezTo>
                      <a:lnTo>
                        <a:pt x="8224" y="20066"/>
                      </a:lnTo>
                      <a:lnTo>
                        <a:pt x="8182" y="20108"/>
                      </a:lnTo>
                      <a:lnTo>
                        <a:pt x="8182" y="20213"/>
                      </a:lnTo>
                      <a:lnTo>
                        <a:pt x="8224" y="20255"/>
                      </a:lnTo>
                      <a:lnTo>
                        <a:pt x="8370" y="20150"/>
                      </a:lnTo>
                      <a:lnTo>
                        <a:pt x="8391" y="20066"/>
                      </a:lnTo>
                      <a:lnTo>
                        <a:pt x="8475" y="20045"/>
                      </a:lnTo>
                      <a:lnTo>
                        <a:pt x="8496" y="20087"/>
                      </a:lnTo>
                      <a:lnTo>
                        <a:pt x="8538" y="20045"/>
                      </a:lnTo>
                      <a:lnTo>
                        <a:pt x="8580" y="20045"/>
                      </a:lnTo>
                      <a:lnTo>
                        <a:pt x="8600" y="20108"/>
                      </a:lnTo>
                      <a:lnTo>
                        <a:pt x="8580" y="20192"/>
                      </a:lnTo>
                      <a:lnTo>
                        <a:pt x="8642" y="20192"/>
                      </a:lnTo>
                      <a:lnTo>
                        <a:pt x="8705" y="20087"/>
                      </a:lnTo>
                      <a:lnTo>
                        <a:pt x="8789" y="20087"/>
                      </a:lnTo>
                      <a:lnTo>
                        <a:pt x="8872" y="20004"/>
                      </a:lnTo>
                      <a:lnTo>
                        <a:pt x="8977" y="20004"/>
                      </a:lnTo>
                      <a:lnTo>
                        <a:pt x="9082" y="19857"/>
                      </a:lnTo>
                      <a:lnTo>
                        <a:pt x="9186" y="19794"/>
                      </a:lnTo>
                      <a:lnTo>
                        <a:pt x="9270" y="19836"/>
                      </a:lnTo>
                      <a:lnTo>
                        <a:pt x="9270" y="19899"/>
                      </a:lnTo>
                      <a:lnTo>
                        <a:pt x="9186" y="20004"/>
                      </a:lnTo>
                      <a:lnTo>
                        <a:pt x="9103" y="20150"/>
                      </a:lnTo>
                      <a:lnTo>
                        <a:pt x="9103" y="20192"/>
                      </a:lnTo>
                      <a:lnTo>
                        <a:pt x="9165" y="20192"/>
                      </a:lnTo>
                      <a:lnTo>
                        <a:pt x="9312" y="20045"/>
                      </a:lnTo>
                      <a:lnTo>
                        <a:pt x="9312" y="19857"/>
                      </a:lnTo>
                      <a:lnTo>
                        <a:pt x="9333" y="19836"/>
                      </a:lnTo>
                      <a:lnTo>
                        <a:pt x="9396" y="19899"/>
                      </a:lnTo>
                      <a:lnTo>
                        <a:pt x="9479" y="19857"/>
                      </a:lnTo>
                      <a:lnTo>
                        <a:pt x="9542" y="19878"/>
                      </a:lnTo>
                      <a:lnTo>
                        <a:pt x="9647" y="19878"/>
                      </a:lnTo>
                      <a:lnTo>
                        <a:pt x="9751" y="19753"/>
                      </a:lnTo>
                      <a:lnTo>
                        <a:pt x="9793" y="19753"/>
                      </a:lnTo>
                      <a:lnTo>
                        <a:pt x="9814" y="19773"/>
                      </a:lnTo>
                      <a:lnTo>
                        <a:pt x="9856" y="19648"/>
                      </a:lnTo>
                      <a:lnTo>
                        <a:pt x="9919" y="19585"/>
                      </a:lnTo>
                      <a:lnTo>
                        <a:pt x="9940" y="19627"/>
                      </a:lnTo>
                      <a:lnTo>
                        <a:pt x="9919" y="19690"/>
                      </a:lnTo>
                      <a:lnTo>
                        <a:pt x="9919" y="19794"/>
                      </a:lnTo>
                      <a:lnTo>
                        <a:pt x="9960" y="19773"/>
                      </a:lnTo>
                      <a:lnTo>
                        <a:pt x="10044" y="19669"/>
                      </a:lnTo>
                      <a:lnTo>
                        <a:pt x="10002" y="19648"/>
                      </a:lnTo>
                      <a:lnTo>
                        <a:pt x="10065" y="19564"/>
                      </a:lnTo>
                      <a:lnTo>
                        <a:pt x="10065" y="19522"/>
                      </a:lnTo>
                      <a:lnTo>
                        <a:pt x="9898" y="19522"/>
                      </a:lnTo>
                      <a:lnTo>
                        <a:pt x="9856" y="19481"/>
                      </a:lnTo>
                      <a:lnTo>
                        <a:pt x="10023" y="19439"/>
                      </a:lnTo>
                      <a:lnTo>
                        <a:pt x="10212" y="19334"/>
                      </a:lnTo>
                      <a:lnTo>
                        <a:pt x="10442" y="19334"/>
                      </a:lnTo>
                      <a:lnTo>
                        <a:pt x="10484" y="19271"/>
                      </a:lnTo>
                      <a:lnTo>
                        <a:pt x="10484" y="19209"/>
                      </a:lnTo>
                      <a:lnTo>
                        <a:pt x="10442" y="19209"/>
                      </a:lnTo>
                      <a:lnTo>
                        <a:pt x="10484" y="19167"/>
                      </a:lnTo>
                      <a:lnTo>
                        <a:pt x="10567" y="19146"/>
                      </a:lnTo>
                      <a:lnTo>
                        <a:pt x="10651" y="19104"/>
                      </a:lnTo>
                      <a:lnTo>
                        <a:pt x="10693" y="19104"/>
                      </a:lnTo>
                      <a:lnTo>
                        <a:pt x="10735" y="19209"/>
                      </a:lnTo>
                      <a:lnTo>
                        <a:pt x="10839" y="19209"/>
                      </a:lnTo>
                      <a:lnTo>
                        <a:pt x="10881" y="19125"/>
                      </a:lnTo>
                      <a:lnTo>
                        <a:pt x="10860" y="19104"/>
                      </a:lnTo>
                      <a:lnTo>
                        <a:pt x="10944" y="19020"/>
                      </a:lnTo>
                      <a:lnTo>
                        <a:pt x="10944" y="18916"/>
                      </a:lnTo>
                      <a:lnTo>
                        <a:pt x="10986" y="18853"/>
                      </a:lnTo>
                      <a:lnTo>
                        <a:pt x="11049" y="18916"/>
                      </a:lnTo>
                      <a:lnTo>
                        <a:pt x="11049" y="18999"/>
                      </a:lnTo>
                      <a:lnTo>
                        <a:pt x="11090" y="19041"/>
                      </a:lnTo>
                      <a:lnTo>
                        <a:pt x="11216" y="18957"/>
                      </a:lnTo>
                      <a:lnTo>
                        <a:pt x="11279" y="18895"/>
                      </a:lnTo>
                      <a:lnTo>
                        <a:pt x="11362" y="18895"/>
                      </a:lnTo>
                      <a:lnTo>
                        <a:pt x="11404" y="18790"/>
                      </a:lnTo>
                      <a:lnTo>
                        <a:pt x="11425" y="18748"/>
                      </a:lnTo>
                      <a:lnTo>
                        <a:pt x="11488" y="18811"/>
                      </a:lnTo>
                      <a:lnTo>
                        <a:pt x="11593" y="18790"/>
                      </a:lnTo>
                      <a:lnTo>
                        <a:pt x="11718" y="18623"/>
                      </a:lnTo>
                      <a:lnTo>
                        <a:pt x="11718" y="18539"/>
                      </a:lnTo>
                      <a:lnTo>
                        <a:pt x="11613" y="18539"/>
                      </a:lnTo>
                      <a:lnTo>
                        <a:pt x="11593" y="18518"/>
                      </a:lnTo>
                      <a:lnTo>
                        <a:pt x="11739" y="18413"/>
                      </a:lnTo>
                      <a:lnTo>
                        <a:pt x="11844" y="18393"/>
                      </a:lnTo>
                      <a:lnTo>
                        <a:pt x="11927" y="18288"/>
                      </a:lnTo>
                      <a:lnTo>
                        <a:pt x="11990" y="18288"/>
                      </a:lnTo>
                      <a:lnTo>
                        <a:pt x="12011" y="18330"/>
                      </a:lnTo>
                      <a:lnTo>
                        <a:pt x="12137" y="18204"/>
                      </a:lnTo>
                      <a:lnTo>
                        <a:pt x="12241" y="18141"/>
                      </a:lnTo>
                      <a:lnTo>
                        <a:pt x="12262" y="18079"/>
                      </a:lnTo>
                      <a:lnTo>
                        <a:pt x="12346" y="18037"/>
                      </a:lnTo>
                      <a:lnTo>
                        <a:pt x="12367" y="17995"/>
                      </a:lnTo>
                      <a:lnTo>
                        <a:pt x="12450" y="17995"/>
                      </a:lnTo>
                      <a:lnTo>
                        <a:pt x="12471" y="18079"/>
                      </a:lnTo>
                      <a:lnTo>
                        <a:pt x="12534" y="18100"/>
                      </a:lnTo>
                      <a:lnTo>
                        <a:pt x="12555" y="18016"/>
                      </a:lnTo>
                      <a:lnTo>
                        <a:pt x="12660" y="18016"/>
                      </a:lnTo>
                      <a:lnTo>
                        <a:pt x="12722" y="17995"/>
                      </a:lnTo>
                      <a:lnTo>
                        <a:pt x="12722" y="17911"/>
                      </a:lnTo>
                      <a:lnTo>
                        <a:pt x="12827" y="17890"/>
                      </a:lnTo>
                      <a:lnTo>
                        <a:pt x="12848" y="17828"/>
                      </a:lnTo>
                      <a:lnTo>
                        <a:pt x="12869" y="17869"/>
                      </a:lnTo>
                      <a:lnTo>
                        <a:pt x="13036" y="17890"/>
                      </a:lnTo>
                      <a:lnTo>
                        <a:pt x="13057" y="17786"/>
                      </a:lnTo>
                      <a:lnTo>
                        <a:pt x="13099" y="17786"/>
                      </a:lnTo>
                      <a:lnTo>
                        <a:pt x="13099" y="17849"/>
                      </a:lnTo>
                      <a:lnTo>
                        <a:pt x="13162" y="17849"/>
                      </a:lnTo>
                      <a:lnTo>
                        <a:pt x="13204" y="17786"/>
                      </a:lnTo>
                      <a:lnTo>
                        <a:pt x="13266" y="17849"/>
                      </a:lnTo>
                      <a:lnTo>
                        <a:pt x="13308" y="17807"/>
                      </a:lnTo>
                      <a:lnTo>
                        <a:pt x="13371" y="17660"/>
                      </a:lnTo>
                      <a:lnTo>
                        <a:pt x="13308" y="17660"/>
                      </a:lnTo>
                      <a:lnTo>
                        <a:pt x="13266" y="17681"/>
                      </a:lnTo>
                      <a:lnTo>
                        <a:pt x="13287" y="17597"/>
                      </a:lnTo>
                      <a:lnTo>
                        <a:pt x="13350" y="17556"/>
                      </a:lnTo>
                      <a:cubicBezTo>
                        <a:pt x="13371" y="17618"/>
                        <a:pt x="13392" y="17702"/>
                        <a:pt x="13455" y="17765"/>
                      </a:cubicBezTo>
                      <a:cubicBezTo>
                        <a:pt x="13517" y="17849"/>
                        <a:pt x="13392" y="17995"/>
                        <a:pt x="13308" y="18079"/>
                      </a:cubicBezTo>
                      <a:lnTo>
                        <a:pt x="13245" y="18183"/>
                      </a:lnTo>
                      <a:lnTo>
                        <a:pt x="13266" y="18225"/>
                      </a:lnTo>
                      <a:lnTo>
                        <a:pt x="13371" y="18309"/>
                      </a:lnTo>
                      <a:lnTo>
                        <a:pt x="13350" y="18413"/>
                      </a:lnTo>
                      <a:lnTo>
                        <a:pt x="13266" y="18351"/>
                      </a:lnTo>
                      <a:lnTo>
                        <a:pt x="13245" y="18393"/>
                      </a:lnTo>
                      <a:lnTo>
                        <a:pt x="13266" y="18497"/>
                      </a:lnTo>
                      <a:lnTo>
                        <a:pt x="13162" y="18623"/>
                      </a:lnTo>
                      <a:lnTo>
                        <a:pt x="13099" y="18602"/>
                      </a:lnTo>
                      <a:lnTo>
                        <a:pt x="13099" y="18351"/>
                      </a:lnTo>
                      <a:lnTo>
                        <a:pt x="13057" y="18330"/>
                      </a:lnTo>
                      <a:lnTo>
                        <a:pt x="12890" y="18351"/>
                      </a:lnTo>
                      <a:lnTo>
                        <a:pt x="12639" y="18497"/>
                      </a:lnTo>
                      <a:lnTo>
                        <a:pt x="12471" y="18602"/>
                      </a:lnTo>
                      <a:lnTo>
                        <a:pt x="12450" y="18665"/>
                      </a:lnTo>
                      <a:lnTo>
                        <a:pt x="12471" y="18727"/>
                      </a:lnTo>
                      <a:lnTo>
                        <a:pt x="12471" y="18853"/>
                      </a:lnTo>
                      <a:lnTo>
                        <a:pt x="12450" y="18957"/>
                      </a:lnTo>
                      <a:lnTo>
                        <a:pt x="12409" y="19041"/>
                      </a:lnTo>
                      <a:lnTo>
                        <a:pt x="12409" y="19146"/>
                      </a:lnTo>
                      <a:lnTo>
                        <a:pt x="12471" y="19188"/>
                      </a:lnTo>
                      <a:lnTo>
                        <a:pt x="12555" y="19167"/>
                      </a:lnTo>
                      <a:lnTo>
                        <a:pt x="12576" y="19125"/>
                      </a:lnTo>
                      <a:lnTo>
                        <a:pt x="12555" y="19083"/>
                      </a:lnTo>
                      <a:lnTo>
                        <a:pt x="12513" y="19062"/>
                      </a:lnTo>
                      <a:lnTo>
                        <a:pt x="12555" y="19020"/>
                      </a:lnTo>
                      <a:lnTo>
                        <a:pt x="12681" y="19020"/>
                      </a:lnTo>
                      <a:lnTo>
                        <a:pt x="12660" y="19062"/>
                      </a:lnTo>
                      <a:lnTo>
                        <a:pt x="12722" y="19125"/>
                      </a:lnTo>
                      <a:lnTo>
                        <a:pt x="12785" y="19041"/>
                      </a:lnTo>
                      <a:lnTo>
                        <a:pt x="12848" y="19041"/>
                      </a:lnTo>
                      <a:lnTo>
                        <a:pt x="12764" y="19146"/>
                      </a:lnTo>
                      <a:lnTo>
                        <a:pt x="12764" y="19188"/>
                      </a:lnTo>
                      <a:lnTo>
                        <a:pt x="12555" y="19355"/>
                      </a:lnTo>
                      <a:lnTo>
                        <a:pt x="12534" y="19397"/>
                      </a:lnTo>
                      <a:lnTo>
                        <a:pt x="12639" y="19439"/>
                      </a:lnTo>
                      <a:lnTo>
                        <a:pt x="12681" y="19355"/>
                      </a:lnTo>
                      <a:lnTo>
                        <a:pt x="12764" y="19292"/>
                      </a:lnTo>
                      <a:lnTo>
                        <a:pt x="12764" y="19229"/>
                      </a:lnTo>
                      <a:lnTo>
                        <a:pt x="12890" y="19146"/>
                      </a:lnTo>
                      <a:lnTo>
                        <a:pt x="12869" y="19083"/>
                      </a:lnTo>
                      <a:lnTo>
                        <a:pt x="12932" y="19041"/>
                      </a:lnTo>
                      <a:lnTo>
                        <a:pt x="12973" y="19041"/>
                      </a:lnTo>
                      <a:lnTo>
                        <a:pt x="13036" y="18916"/>
                      </a:lnTo>
                      <a:lnTo>
                        <a:pt x="13078" y="18937"/>
                      </a:lnTo>
                      <a:lnTo>
                        <a:pt x="13183" y="18916"/>
                      </a:lnTo>
                      <a:lnTo>
                        <a:pt x="13287" y="18937"/>
                      </a:lnTo>
                      <a:lnTo>
                        <a:pt x="13455" y="18832"/>
                      </a:lnTo>
                      <a:lnTo>
                        <a:pt x="13413" y="18748"/>
                      </a:lnTo>
                      <a:lnTo>
                        <a:pt x="13287" y="18706"/>
                      </a:lnTo>
                      <a:lnTo>
                        <a:pt x="13371" y="18665"/>
                      </a:lnTo>
                      <a:lnTo>
                        <a:pt x="13497" y="18665"/>
                      </a:lnTo>
                      <a:lnTo>
                        <a:pt x="13580" y="18769"/>
                      </a:lnTo>
                      <a:lnTo>
                        <a:pt x="13664" y="18769"/>
                      </a:lnTo>
                      <a:lnTo>
                        <a:pt x="13727" y="18665"/>
                      </a:lnTo>
                      <a:lnTo>
                        <a:pt x="13685" y="18539"/>
                      </a:lnTo>
                      <a:lnTo>
                        <a:pt x="13580" y="18518"/>
                      </a:lnTo>
                      <a:lnTo>
                        <a:pt x="13622" y="18455"/>
                      </a:lnTo>
                      <a:lnTo>
                        <a:pt x="13706" y="18455"/>
                      </a:lnTo>
                      <a:lnTo>
                        <a:pt x="13789" y="18497"/>
                      </a:lnTo>
                      <a:lnTo>
                        <a:pt x="13852" y="18455"/>
                      </a:lnTo>
                      <a:lnTo>
                        <a:pt x="13894" y="18518"/>
                      </a:lnTo>
                      <a:lnTo>
                        <a:pt x="13957" y="18539"/>
                      </a:lnTo>
                      <a:lnTo>
                        <a:pt x="14041" y="18413"/>
                      </a:lnTo>
                      <a:lnTo>
                        <a:pt x="14020" y="18330"/>
                      </a:lnTo>
                      <a:lnTo>
                        <a:pt x="13957" y="18309"/>
                      </a:lnTo>
                      <a:lnTo>
                        <a:pt x="13957" y="18225"/>
                      </a:lnTo>
                      <a:lnTo>
                        <a:pt x="14062" y="18225"/>
                      </a:lnTo>
                      <a:lnTo>
                        <a:pt x="14166" y="18204"/>
                      </a:lnTo>
                      <a:lnTo>
                        <a:pt x="14124" y="18079"/>
                      </a:lnTo>
                      <a:lnTo>
                        <a:pt x="14041" y="18037"/>
                      </a:lnTo>
                      <a:lnTo>
                        <a:pt x="13957" y="18079"/>
                      </a:lnTo>
                      <a:lnTo>
                        <a:pt x="14041" y="17995"/>
                      </a:lnTo>
                      <a:cubicBezTo>
                        <a:pt x="14062" y="17974"/>
                        <a:pt x="14041" y="17932"/>
                        <a:pt x="14041" y="17932"/>
                      </a:cubicBezTo>
                      <a:lnTo>
                        <a:pt x="14145" y="17828"/>
                      </a:lnTo>
                      <a:lnTo>
                        <a:pt x="14166" y="17911"/>
                      </a:lnTo>
                      <a:lnTo>
                        <a:pt x="14229" y="17911"/>
                      </a:lnTo>
                      <a:lnTo>
                        <a:pt x="14313" y="17807"/>
                      </a:lnTo>
                      <a:lnTo>
                        <a:pt x="14354" y="17869"/>
                      </a:lnTo>
                      <a:lnTo>
                        <a:pt x="14438" y="17828"/>
                      </a:lnTo>
                      <a:lnTo>
                        <a:pt x="14417" y="17765"/>
                      </a:lnTo>
                      <a:lnTo>
                        <a:pt x="14334" y="17723"/>
                      </a:lnTo>
                      <a:lnTo>
                        <a:pt x="14396" y="17660"/>
                      </a:lnTo>
                      <a:lnTo>
                        <a:pt x="14438" y="17597"/>
                      </a:lnTo>
                      <a:lnTo>
                        <a:pt x="14396" y="17514"/>
                      </a:lnTo>
                      <a:lnTo>
                        <a:pt x="14313" y="17556"/>
                      </a:lnTo>
                      <a:lnTo>
                        <a:pt x="14292" y="17597"/>
                      </a:lnTo>
                      <a:lnTo>
                        <a:pt x="14229" y="17597"/>
                      </a:lnTo>
                      <a:lnTo>
                        <a:pt x="14250" y="17493"/>
                      </a:lnTo>
                      <a:lnTo>
                        <a:pt x="14208" y="17472"/>
                      </a:lnTo>
                      <a:lnTo>
                        <a:pt x="14103" y="17493"/>
                      </a:lnTo>
                      <a:lnTo>
                        <a:pt x="14041" y="17577"/>
                      </a:lnTo>
                      <a:lnTo>
                        <a:pt x="14103" y="17618"/>
                      </a:lnTo>
                      <a:lnTo>
                        <a:pt x="14041" y="17723"/>
                      </a:lnTo>
                      <a:lnTo>
                        <a:pt x="13999" y="17702"/>
                      </a:lnTo>
                      <a:lnTo>
                        <a:pt x="13978" y="17786"/>
                      </a:lnTo>
                      <a:lnTo>
                        <a:pt x="13894" y="17765"/>
                      </a:lnTo>
                      <a:lnTo>
                        <a:pt x="13831" y="17807"/>
                      </a:lnTo>
                      <a:lnTo>
                        <a:pt x="13873" y="17869"/>
                      </a:lnTo>
                      <a:lnTo>
                        <a:pt x="13999" y="17995"/>
                      </a:lnTo>
                      <a:lnTo>
                        <a:pt x="13831" y="18141"/>
                      </a:lnTo>
                      <a:lnTo>
                        <a:pt x="13831" y="18079"/>
                      </a:lnTo>
                      <a:lnTo>
                        <a:pt x="13727" y="17995"/>
                      </a:lnTo>
                      <a:lnTo>
                        <a:pt x="13685" y="18037"/>
                      </a:lnTo>
                      <a:lnTo>
                        <a:pt x="13706" y="18121"/>
                      </a:lnTo>
                      <a:lnTo>
                        <a:pt x="13685" y="18225"/>
                      </a:lnTo>
                      <a:lnTo>
                        <a:pt x="13622" y="18204"/>
                      </a:lnTo>
                      <a:lnTo>
                        <a:pt x="13580" y="18225"/>
                      </a:lnTo>
                      <a:lnTo>
                        <a:pt x="13517" y="18330"/>
                      </a:lnTo>
                      <a:lnTo>
                        <a:pt x="13434" y="18351"/>
                      </a:lnTo>
                      <a:lnTo>
                        <a:pt x="13434" y="18288"/>
                      </a:lnTo>
                      <a:lnTo>
                        <a:pt x="13497" y="18225"/>
                      </a:lnTo>
                      <a:lnTo>
                        <a:pt x="13497" y="18121"/>
                      </a:lnTo>
                      <a:lnTo>
                        <a:pt x="13413" y="18079"/>
                      </a:lnTo>
                      <a:lnTo>
                        <a:pt x="13371" y="18079"/>
                      </a:lnTo>
                      <a:cubicBezTo>
                        <a:pt x="13413" y="17995"/>
                        <a:pt x="13476" y="17911"/>
                        <a:pt x="13559" y="17849"/>
                      </a:cubicBezTo>
                      <a:lnTo>
                        <a:pt x="13559" y="17807"/>
                      </a:lnTo>
                      <a:cubicBezTo>
                        <a:pt x="13497" y="17702"/>
                        <a:pt x="13476" y="17597"/>
                        <a:pt x="13434" y="17493"/>
                      </a:cubicBezTo>
                      <a:lnTo>
                        <a:pt x="13476" y="17493"/>
                      </a:lnTo>
                      <a:lnTo>
                        <a:pt x="13517" y="17535"/>
                      </a:lnTo>
                      <a:lnTo>
                        <a:pt x="13538" y="17493"/>
                      </a:lnTo>
                      <a:lnTo>
                        <a:pt x="13497" y="17409"/>
                      </a:lnTo>
                      <a:lnTo>
                        <a:pt x="13413" y="17388"/>
                      </a:lnTo>
                      <a:lnTo>
                        <a:pt x="13476" y="17367"/>
                      </a:lnTo>
                      <a:lnTo>
                        <a:pt x="13580" y="17388"/>
                      </a:lnTo>
                      <a:lnTo>
                        <a:pt x="13706" y="17263"/>
                      </a:lnTo>
                      <a:lnTo>
                        <a:pt x="13831" y="17263"/>
                      </a:lnTo>
                      <a:lnTo>
                        <a:pt x="13936" y="17158"/>
                      </a:lnTo>
                      <a:lnTo>
                        <a:pt x="14020" y="17137"/>
                      </a:lnTo>
                      <a:lnTo>
                        <a:pt x="14145" y="16991"/>
                      </a:lnTo>
                      <a:lnTo>
                        <a:pt x="14145" y="16844"/>
                      </a:lnTo>
                      <a:lnTo>
                        <a:pt x="14103" y="16781"/>
                      </a:lnTo>
                      <a:lnTo>
                        <a:pt x="14082" y="16781"/>
                      </a:lnTo>
                      <a:lnTo>
                        <a:pt x="14020" y="16656"/>
                      </a:lnTo>
                      <a:lnTo>
                        <a:pt x="13957" y="16635"/>
                      </a:lnTo>
                      <a:lnTo>
                        <a:pt x="13810" y="16635"/>
                      </a:lnTo>
                      <a:lnTo>
                        <a:pt x="13831" y="16530"/>
                      </a:lnTo>
                      <a:lnTo>
                        <a:pt x="13831" y="16426"/>
                      </a:lnTo>
                      <a:lnTo>
                        <a:pt x="13999" y="16363"/>
                      </a:lnTo>
                      <a:lnTo>
                        <a:pt x="14020" y="16321"/>
                      </a:lnTo>
                      <a:lnTo>
                        <a:pt x="14103" y="16300"/>
                      </a:lnTo>
                      <a:lnTo>
                        <a:pt x="14124" y="16216"/>
                      </a:lnTo>
                      <a:lnTo>
                        <a:pt x="14103" y="16216"/>
                      </a:lnTo>
                      <a:lnTo>
                        <a:pt x="14145" y="16154"/>
                      </a:lnTo>
                      <a:lnTo>
                        <a:pt x="14250" y="16196"/>
                      </a:lnTo>
                      <a:lnTo>
                        <a:pt x="14417" y="16091"/>
                      </a:lnTo>
                      <a:lnTo>
                        <a:pt x="14522" y="16175"/>
                      </a:lnTo>
                      <a:lnTo>
                        <a:pt x="14647" y="16091"/>
                      </a:lnTo>
                      <a:lnTo>
                        <a:pt x="14626" y="16175"/>
                      </a:lnTo>
                      <a:lnTo>
                        <a:pt x="14647" y="16216"/>
                      </a:lnTo>
                      <a:lnTo>
                        <a:pt x="14731" y="16216"/>
                      </a:lnTo>
                      <a:lnTo>
                        <a:pt x="14857" y="16091"/>
                      </a:lnTo>
                      <a:lnTo>
                        <a:pt x="14836" y="16028"/>
                      </a:lnTo>
                      <a:lnTo>
                        <a:pt x="14773" y="16007"/>
                      </a:lnTo>
                      <a:lnTo>
                        <a:pt x="14752" y="15965"/>
                      </a:lnTo>
                      <a:lnTo>
                        <a:pt x="14794" y="15924"/>
                      </a:lnTo>
                      <a:lnTo>
                        <a:pt x="14919" y="15986"/>
                      </a:lnTo>
                      <a:lnTo>
                        <a:pt x="15129" y="15924"/>
                      </a:lnTo>
                      <a:lnTo>
                        <a:pt x="15170" y="15777"/>
                      </a:lnTo>
                      <a:lnTo>
                        <a:pt x="15129" y="15631"/>
                      </a:lnTo>
                      <a:lnTo>
                        <a:pt x="14961" y="15526"/>
                      </a:lnTo>
                      <a:lnTo>
                        <a:pt x="14891" y="15526"/>
                      </a:lnTo>
                      <a:lnTo>
                        <a:pt x="14919" y="15505"/>
                      </a:lnTo>
                      <a:lnTo>
                        <a:pt x="15066" y="15505"/>
                      </a:lnTo>
                      <a:lnTo>
                        <a:pt x="15150" y="15589"/>
                      </a:lnTo>
                      <a:lnTo>
                        <a:pt x="15296" y="15589"/>
                      </a:lnTo>
                      <a:lnTo>
                        <a:pt x="15401" y="15484"/>
                      </a:lnTo>
                      <a:lnTo>
                        <a:pt x="15401" y="15400"/>
                      </a:lnTo>
                      <a:lnTo>
                        <a:pt x="15673" y="15275"/>
                      </a:lnTo>
                      <a:lnTo>
                        <a:pt x="15798" y="15149"/>
                      </a:lnTo>
                      <a:lnTo>
                        <a:pt x="15924" y="15149"/>
                      </a:lnTo>
                      <a:lnTo>
                        <a:pt x="15986" y="15087"/>
                      </a:lnTo>
                      <a:lnTo>
                        <a:pt x="15986" y="15003"/>
                      </a:lnTo>
                      <a:lnTo>
                        <a:pt x="16217" y="14836"/>
                      </a:lnTo>
                      <a:lnTo>
                        <a:pt x="16426" y="14794"/>
                      </a:lnTo>
                      <a:lnTo>
                        <a:pt x="16656" y="14584"/>
                      </a:lnTo>
                      <a:lnTo>
                        <a:pt x="16844" y="14564"/>
                      </a:lnTo>
                      <a:lnTo>
                        <a:pt x="17033" y="14333"/>
                      </a:lnTo>
                      <a:lnTo>
                        <a:pt x="16949" y="14480"/>
                      </a:lnTo>
                      <a:lnTo>
                        <a:pt x="16949" y="14626"/>
                      </a:lnTo>
                      <a:lnTo>
                        <a:pt x="17012" y="14647"/>
                      </a:lnTo>
                      <a:lnTo>
                        <a:pt x="17075" y="14668"/>
                      </a:lnTo>
                      <a:lnTo>
                        <a:pt x="17116" y="14731"/>
                      </a:lnTo>
                      <a:lnTo>
                        <a:pt x="17263" y="14564"/>
                      </a:lnTo>
                      <a:lnTo>
                        <a:pt x="17367" y="14522"/>
                      </a:lnTo>
                      <a:lnTo>
                        <a:pt x="17598" y="14438"/>
                      </a:lnTo>
                      <a:lnTo>
                        <a:pt x="17681" y="14354"/>
                      </a:lnTo>
                      <a:lnTo>
                        <a:pt x="17681" y="14354"/>
                      </a:lnTo>
                      <a:lnTo>
                        <a:pt x="17639" y="14480"/>
                      </a:lnTo>
                      <a:lnTo>
                        <a:pt x="17451" y="14584"/>
                      </a:lnTo>
                      <a:lnTo>
                        <a:pt x="17326" y="14584"/>
                      </a:lnTo>
                      <a:lnTo>
                        <a:pt x="17054" y="14856"/>
                      </a:lnTo>
                      <a:lnTo>
                        <a:pt x="17033" y="14961"/>
                      </a:lnTo>
                      <a:lnTo>
                        <a:pt x="17158" y="15149"/>
                      </a:lnTo>
                      <a:lnTo>
                        <a:pt x="17179" y="15275"/>
                      </a:lnTo>
                      <a:lnTo>
                        <a:pt x="17054" y="15191"/>
                      </a:lnTo>
                      <a:lnTo>
                        <a:pt x="16949" y="15191"/>
                      </a:lnTo>
                      <a:lnTo>
                        <a:pt x="16886" y="15212"/>
                      </a:lnTo>
                      <a:lnTo>
                        <a:pt x="16823" y="15212"/>
                      </a:lnTo>
                      <a:lnTo>
                        <a:pt x="16719" y="15149"/>
                      </a:lnTo>
                      <a:lnTo>
                        <a:pt x="16698" y="14982"/>
                      </a:lnTo>
                      <a:lnTo>
                        <a:pt x="16510" y="15066"/>
                      </a:lnTo>
                      <a:lnTo>
                        <a:pt x="16405" y="15066"/>
                      </a:lnTo>
                      <a:lnTo>
                        <a:pt x="16238" y="15170"/>
                      </a:lnTo>
                      <a:lnTo>
                        <a:pt x="16091" y="15170"/>
                      </a:lnTo>
                      <a:lnTo>
                        <a:pt x="15986" y="15275"/>
                      </a:lnTo>
                      <a:lnTo>
                        <a:pt x="15986" y="15380"/>
                      </a:lnTo>
                      <a:lnTo>
                        <a:pt x="16007" y="15421"/>
                      </a:lnTo>
                      <a:lnTo>
                        <a:pt x="15903" y="15610"/>
                      </a:lnTo>
                      <a:lnTo>
                        <a:pt x="15777" y="15693"/>
                      </a:lnTo>
                      <a:lnTo>
                        <a:pt x="15714" y="15840"/>
                      </a:lnTo>
                      <a:lnTo>
                        <a:pt x="15380" y="16133"/>
                      </a:lnTo>
                      <a:lnTo>
                        <a:pt x="15296" y="16237"/>
                      </a:lnTo>
                      <a:lnTo>
                        <a:pt x="15296" y="16321"/>
                      </a:lnTo>
                      <a:lnTo>
                        <a:pt x="15401" y="16468"/>
                      </a:lnTo>
                      <a:lnTo>
                        <a:pt x="15463" y="16405"/>
                      </a:lnTo>
                      <a:lnTo>
                        <a:pt x="15505" y="16405"/>
                      </a:lnTo>
                      <a:lnTo>
                        <a:pt x="15610" y="16321"/>
                      </a:lnTo>
                      <a:lnTo>
                        <a:pt x="15694" y="16342"/>
                      </a:lnTo>
                      <a:lnTo>
                        <a:pt x="15694" y="16405"/>
                      </a:lnTo>
                      <a:lnTo>
                        <a:pt x="15484" y="16551"/>
                      </a:lnTo>
                      <a:lnTo>
                        <a:pt x="15401" y="16551"/>
                      </a:lnTo>
                      <a:lnTo>
                        <a:pt x="15359" y="16656"/>
                      </a:lnTo>
                      <a:lnTo>
                        <a:pt x="15254" y="16614"/>
                      </a:lnTo>
                      <a:lnTo>
                        <a:pt x="15170" y="16614"/>
                      </a:lnTo>
                      <a:lnTo>
                        <a:pt x="15087" y="16635"/>
                      </a:lnTo>
                      <a:lnTo>
                        <a:pt x="15087" y="16740"/>
                      </a:lnTo>
                      <a:lnTo>
                        <a:pt x="15024" y="16719"/>
                      </a:lnTo>
                      <a:lnTo>
                        <a:pt x="14919" y="16740"/>
                      </a:lnTo>
                      <a:lnTo>
                        <a:pt x="14919" y="16865"/>
                      </a:lnTo>
                      <a:lnTo>
                        <a:pt x="15066" y="17053"/>
                      </a:lnTo>
                      <a:lnTo>
                        <a:pt x="15129" y="17032"/>
                      </a:lnTo>
                      <a:lnTo>
                        <a:pt x="15170" y="16949"/>
                      </a:lnTo>
                      <a:lnTo>
                        <a:pt x="15233" y="17032"/>
                      </a:lnTo>
                      <a:lnTo>
                        <a:pt x="15275" y="16886"/>
                      </a:lnTo>
                      <a:lnTo>
                        <a:pt x="15359" y="16886"/>
                      </a:lnTo>
                      <a:lnTo>
                        <a:pt x="15359" y="16991"/>
                      </a:lnTo>
                      <a:lnTo>
                        <a:pt x="15442" y="16949"/>
                      </a:lnTo>
                      <a:lnTo>
                        <a:pt x="15463" y="16865"/>
                      </a:lnTo>
                      <a:lnTo>
                        <a:pt x="15526" y="16823"/>
                      </a:lnTo>
                      <a:lnTo>
                        <a:pt x="15652" y="16740"/>
                      </a:lnTo>
                      <a:lnTo>
                        <a:pt x="15652" y="16614"/>
                      </a:lnTo>
                      <a:lnTo>
                        <a:pt x="15714" y="16530"/>
                      </a:lnTo>
                      <a:lnTo>
                        <a:pt x="15714" y="16572"/>
                      </a:lnTo>
                      <a:lnTo>
                        <a:pt x="15673" y="16635"/>
                      </a:lnTo>
                      <a:lnTo>
                        <a:pt x="15714" y="16719"/>
                      </a:lnTo>
                      <a:lnTo>
                        <a:pt x="15840" y="16719"/>
                      </a:lnTo>
                      <a:lnTo>
                        <a:pt x="16028" y="16572"/>
                      </a:lnTo>
                      <a:lnTo>
                        <a:pt x="16175" y="16572"/>
                      </a:lnTo>
                      <a:lnTo>
                        <a:pt x="16196" y="16656"/>
                      </a:lnTo>
                      <a:lnTo>
                        <a:pt x="16258" y="16614"/>
                      </a:lnTo>
                      <a:lnTo>
                        <a:pt x="16321" y="16405"/>
                      </a:lnTo>
                      <a:lnTo>
                        <a:pt x="16447" y="16321"/>
                      </a:lnTo>
                      <a:lnTo>
                        <a:pt x="16510" y="16321"/>
                      </a:lnTo>
                      <a:lnTo>
                        <a:pt x="16363" y="16468"/>
                      </a:lnTo>
                      <a:lnTo>
                        <a:pt x="16363" y="16551"/>
                      </a:lnTo>
                      <a:lnTo>
                        <a:pt x="16447" y="16509"/>
                      </a:lnTo>
                      <a:lnTo>
                        <a:pt x="16572" y="16342"/>
                      </a:lnTo>
                      <a:lnTo>
                        <a:pt x="16656" y="16154"/>
                      </a:lnTo>
                      <a:lnTo>
                        <a:pt x="16740" y="16112"/>
                      </a:lnTo>
                      <a:lnTo>
                        <a:pt x="16740" y="16196"/>
                      </a:lnTo>
                      <a:lnTo>
                        <a:pt x="16656" y="16321"/>
                      </a:lnTo>
                      <a:lnTo>
                        <a:pt x="16656" y="16363"/>
                      </a:lnTo>
                      <a:lnTo>
                        <a:pt x="16782" y="16237"/>
                      </a:lnTo>
                      <a:lnTo>
                        <a:pt x="16844" y="16321"/>
                      </a:lnTo>
                      <a:lnTo>
                        <a:pt x="16844" y="16405"/>
                      </a:lnTo>
                      <a:lnTo>
                        <a:pt x="16970" y="16426"/>
                      </a:lnTo>
                      <a:lnTo>
                        <a:pt x="17033" y="16468"/>
                      </a:lnTo>
                      <a:lnTo>
                        <a:pt x="17095" y="16405"/>
                      </a:lnTo>
                      <a:lnTo>
                        <a:pt x="17158" y="16258"/>
                      </a:lnTo>
                      <a:lnTo>
                        <a:pt x="17305" y="16237"/>
                      </a:lnTo>
                      <a:lnTo>
                        <a:pt x="17409" y="16154"/>
                      </a:lnTo>
                      <a:lnTo>
                        <a:pt x="17347" y="16133"/>
                      </a:lnTo>
                      <a:lnTo>
                        <a:pt x="17367" y="16007"/>
                      </a:lnTo>
                      <a:lnTo>
                        <a:pt x="17577" y="15924"/>
                      </a:lnTo>
                      <a:lnTo>
                        <a:pt x="17598" y="15840"/>
                      </a:lnTo>
                      <a:lnTo>
                        <a:pt x="17598" y="15735"/>
                      </a:lnTo>
                      <a:lnTo>
                        <a:pt x="17493" y="15777"/>
                      </a:lnTo>
                      <a:lnTo>
                        <a:pt x="17409" y="15714"/>
                      </a:lnTo>
                      <a:lnTo>
                        <a:pt x="17284" y="15693"/>
                      </a:lnTo>
                      <a:lnTo>
                        <a:pt x="17347" y="15610"/>
                      </a:lnTo>
                      <a:lnTo>
                        <a:pt x="17451" y="15610"/>
                      </a:lnTo>
                      <a:lnTo>
                        <a:pt x="17514" y="15631"/>
                      </a:lnTo>
                      <a:lnTo>
                        <a:pt x="17577" y="15568"/>
                      </a:lnTo>
                      <a:lnTo>
                        <a:pt x="17577" y="15463"/>
                      </a:lnTo>
                      <a:lnTo>
                        <a:pt x="17472" y="15505"/>
                      </a:lnTo>
                      <a:lnTo>
                        <a:pt x="17367" y="15400"/>
                      </a:lnTo>
                      <a:lnTo>
                        <a:pt x="17367" y="15317"/>
                      </a:lnTo>
                      <a:lnTo>
                        <a:pt x="17514" y="15296"/>
                      </a:lnTo>
                      <a:lnTo>
                        <a:pt x="17598" y="15275"/>
                      </a:lnTo>
                      <a:lnTo>
                        <a:pt x="17660" y="15296"/>
                      </a:lnTo>
                      <a:lnTo>
                        <a:pt x="17681" y="15254"/>
                      </a:lnTo>
                      <a:lnTo>
                        <a:pt x="17619" y="15108"/>
                      </a:lnTo>
                      <a:lnTo>
                        <a:pt x="17807" y="15045"/>
                      </a:lnTo>
                      <a:lnTo>
                        <a:pt x="17911" y="15108"/>
                      </a:lnTo>
                      <a:lnTo>
                        <a:pt x="17995" y="15087"/>
                      </a:lnTo>
                      <a:lnTo>
                        <a:pt x="18121" y="15087"/>
                      </a:lnTo>
                      <a:lnTo>
                        <a:pt x="17911" y="15254"/>
                      </a:lnTo>
                      <a:lnTo>
                        <a:pt x="17911" y="15359"/>
                      </a:lnTo>
                      <a:lnTo>
                        <a:pt x="17932" y="15526"/>
                      </a:lnTo>
                      <a:lnTo>
                        <a:pt x="17995" y="15526"/>
                      </a:lnTo>
                      <a:lnTo>
                        <a:pt x="18079" y="15317"/>
                      </a:lnTo>
                      <a:lnTo>
                        <a:pt x="18142" y="15275"/>
                      </a:lnTo>
                      <a:lnTo>
                        <a:pt x="18204" y="15275"/>
                      </a:lnTo>
                      <a:lnTo>
                        <a:pt x="18183" y="15359"/>
                      </a:lnTo>
                      <a:lnTo>
                        <a:pt x="18121" y="15421"/>
                      </a:lnTo>
                      <a:lnTo>
                        <a:pt x="18142" y="15505"/>
                      </a:lnTo>
                      <a:lnTo>
                        <a:pt x="18288" y="15400"/>
                      </a:lnTo>
                      <a:lnTo>
                        <a:pt x="18309" y="15317"/>
                      </a:lnTo>
                      <a:lnTo>
                        <a:pt x="18393" y="15400"/>
                      </a:lnTo>
                      <a:lnTo>
                        <a:pt x="18497" y="15317"/>
                      </a:lnTo>
                      <a:lnTo>
                        <a:pt x="18539" y="15317"/>
                      </a:lnTo>
                      <a:lnTo>
                        <a:pt x="18644" y="15254"/>
                      </a:lnTo>
                      <a:lnTo>
                        <a:pt x="18769" y="15212"/>
                      </a:lnTo>
                      <a:lnTo>
                        <a:pt x="18874" y="15254"/>
                      </a:lnTo>
                      <a:lnTo>
                        <a:pt x="18853" y="15296"/>
                      </a:lnTo>
                      <a:lnTo>
                        <a:pt x="18727" y="15296"/>
                      </a:lnTo>
                      <a:lnTo>
                        <a:pt x="18602" y="15421"/>
                      </a:lnTo>
                      <a:lnTo>
                        <a:pt x="18686" y="15421"/>
                      </a:lnTo>
                      <a:lnTo>
                        <a:pt x="18623" y="15505"/>
                      </a:lnTo>
                      <a:lnTo>
                        <a:pt x="18686" y="15568"/>
                      </a:lnTo>
                      <a:lnTo>
                        <a:pt x="18895" y="15610"/>
                      </a:lnTo>
                      <a:lnTo>
                        <a:pt x="18958" y="15693"/>
                      </a:lnTo>
                      <a:lnTo>
                        <a:pt x="18958" y="15735"/>
                      </a:lnTo>
                      <a:lnTo>
                        <a:pt x="18832" y="15631"/>
                      </a:lnTo>
                      <a:lnTo>
                        <a:pt x="18686" y="15610"/>
                      </a:lnTo>
                      <a:lnTo>
                        <a:pt x="18581" y="15672"/>
                      </a:lnTo>
                      <a:lnTo>
                        <a:pt x="18581" y="15777"/>
                      </a:lnTo>
                      <a:lnTo>
                        <a:pt x="18644" y="15798"/>
                      </a:lnTo>
                      <a:lnTo>
                        <a:pt x="18748" y="15735"/>
                      </a:lnTo>
                      <a:lnTo>
                        <a:pt x="18832" y="15819"/>
                      </a:lnTo>
                      <a:lnTo>
                        <a:pt x="18790" y="15840"/>
                      </a:lnTo>
                      <a:lnTo>
                        <a:pt x="18644" y="15840"/>
                      </a:lnTo>
                      <a:lnTo>
                        <a:pt x="18644" y="15924"/>
                      </a:lnTo>
                      <a:lnTo>
                        <a:pt x="18811" y="15986"/>
                      </a:lnTo>
                      <a:lnTo>
                        <a:pt x="18853" y="16049"/>
                      </a:lnTo>
                      <a:lnTo>
                        <a:pt x="18790" y="16091"/>
                      </a:lnTo>
                      <a:lnTo>
                        <a:pt x="18707" y="16112"/>
                      </a:lnTo>
                      <a:lnTo>
                        <a:pt x="18707" y="16154"/>
                      </a:lnTo>
                      <a:lnTo>
                        <a:pt x="18811" y="16154"/>
                      </a:lnTo>
                      <a:lnTo>
                        <a:pt x="18916" y="16112"/>
                      </a:lnTo>
                      <a:lnTo>
                        <a:pt x="19020" y="16196"/>
                      </a:lnTo>
                      <a:lnTo>
                        <a:pt x="19125" y="16237"/>
                      </a:lnTo>
                      <a:lnTo>
                        <a:pt x="19271" y="16196"/>
                      </a:lnTo>
                      <a:lnTo>
                        <a:pt x="19334" y="16258"/>
                      </a:lnTo>
                      <a:lnTo>
                        <a:pt x="19334" y="16321"/>
                      </a:lnTo>
                      <a:lnTo>
                        <a:pt x="19251" y="16363"/>
                      </a:lnTo>
                      <a:lnTo>
                        <a:pt x="19271" y="16447"/>
                      </a:lnTo>
                      <a:lnTo>
                        <a:pt x="19334" y="16468"/>
                      </a:lnTo>
                      <a:lnTo>
                        <a:pt x="19355" y="16551"/>
                      </a:lnTo>
                      <a:lnTo>
                        <a:pt x="19439" y="16572"/>
                      </a:lnTo>
                      <a:lnTo>
                        <a:pt x="19523" y="16488"/>
                      </a:lnTo>
                      <a:lnTo>
                        <a:pt x="19481" y="16426"/>
                      </a:lnTo>
                      <a:lnTo>
                        <a:pt x="19523" y="16384"/>
                      </a:lnTo>
                      <a:lnTo>
                        <a:pt x="19648" y="16384"/>
                      </a:lnTo>
                      <a:lnTo>
                        <a:pt x="19564" y="16488"/>
                      </a:lnTo>
                      <a:lnTo>
                        <a:pt x="19564" y="16551"/>
                      </a:lnTo>
                      <a:lnTo>
                        <a:pt x="19418" y="16719"/>
                      </a:lnTo>
                      <a:lnTo>
                        <a:pt x="19443" y="16744"/>
                      </a:lnTo>
                      <a:lnTo>
                        <a:pt x="19376" y="16760"/>
                      </a:lnTo>
                      <a:lnTo>
                        <a:pt x="19418" y="16844"/>
                      </a:lnTo>
                      <a:lnTo>
                        <a:pt x="19690" y="16907"/>
                      </a:lnTo>
                      <a:lnTo>
                        <a:pt x="19774" y="16865"/>
                      </a:lnTo>
                      <a:lnTo>
                        <a:pt x="19857" y="16907"/>
                      </a:lnTo>
                      <a:lnTo>
                        <a:pt x="20108" y="16907"/>
                      </a:lnTo>
                      <a:lnTo>
                        <a:pt x="20234" y="16865"/>
                      </a:lnTo>
                      <a:lnTo>
                        <a:pt x="20297" y="16907"/>
                      </a:lnTo>
                      <a:lnTo>
                        <a:pt x="20297" y="16970"/>
                      </a:lnTo>
                      <a:lnTo>
                        <a:pt x="20380" y="16970"/>
                      </a:lnTo>
                      <a:lnTo>
                        <a:pt x="20443" y="17053"/>
                      </a:lnTo>
                      <a:lnTo>
                        <a:pt x="20527" y="17116"/>
                      </a:lnTo>
                      <a:lnTo>
                        <a:pt x="20548" y="17179"/>
                      </a:lnTo>
                      <a:lnTo>
                        <a:pt x="20652" y="17179"/>
                      </a:lnTo>
                      <a:lnTo>
                        <a:pt x="20820" y="17116"/>
                      </a:lnTo>
                      <a:lnTo>
                        <a:pt x="20841" y="17074"/>
                      </a:lnTo>
                      <a:lnTo>
                        <a:pt x="20904" y="17116"/>
                      </a:lnTo>
                      <a:lnTo>
                        <a:pt x="20904" y="17179"/>
                      </a:lnTo>
                      <a:lnTo>
                        <a:pt x="20820" y="17263"/>
                      </a:lnTo>
                      <a:lnTo>
                        <a:pt x="20715" y="17284"/>
                      </a:lnTo>
                      <a:lnTo>
                        <a:pt x="20736" y="17346"/>
                      </a:lnTo>
                      <a:lnTo>
                        <a:pt x="20904" y="17388"/>
                      </a:lnTo>
                      <a:lnTo>
                        <a:pt x="20924" y="17493"/>
                      </a:lnTo>
                      <a:lnTo>
                        <a:pt x="21008" y="17577"/>
                      </a:lnTo>
                      <a:lnTo>
                        <a:pt x="21176" y="17639"/>
                      </a:lnTo>
                      <a:lnTo>
                        <a:pt x="21385" y="17577"/>
                      </a:lnTo>
                      <a:lnTo>
                        <a:pt x="21468" y="17556"/>
                      </a:lnTo>
                      <a:lnTo>
                        <a:pt x="21489" y="17597"/>
                      </a:lnTo>
                      <a:lnTo>
                        <a:pt x="21573" y="17535"/>
                      </a:lnTo>
                      <a:lnTo>
                        <a:pt x="21740" y="17430"/>
                      </a:lnTo>
                      <a:lnTo>
                        <a:pt x="21782" y="17430"/>
                      </a:lnTo>
                      <a:lnTo>
                        <a:pt x="21740" y="17493"/>
                      </a:lnTo>
                      <a:lnTo>
                        <a:pt x="21636" y="17577"/>
                      </a:lnTo>
                      <a:lnTo>
                        <a:pt x="21594" y="17786"/>
                      </a:lnTo>
                      <a:lnTo>
                        <a:pt x="21552" y="17911"/>
                      </a:lnTo>
                      <a:lnTo>
                        <a:pt x="21468" y="17911"/>
                      </a:lnTo>
                      <a:lnTo>
                        <a:pt x="21343" y="17849"/>
                      </a:lnTo>
                      <a:lnTo>
                        <a:pt x="21280" y="17869"/>
                      </a:lnTo>
                      <a:lnTo>
                        <a:pt x="21364" y="17995"/>
                      </a:lnTo>
                      <a:lnTo>
                        <a:pt x="21385" y="18100"/>
                      </a:lnTo>
                      <a:lnTo>
                        <a:pt x="21468" y="18162"/>
                      </a:lnTo>
                      <a:lnTo>
                        <a:pt x="21573" y="18121"/>
                      </a:lnTo>
                      <a:lnTo>
                        <a:pt x="21657" y="18162"/>
                      </a:lnTo>
                      <a:lnTo>
                        <a:pt x="21636" y="18225"/>
                      </a:lnTo>
                      <a:lnTo>
                        <a:pt x="21552" y="18225"/>
                      </a:lnTo>
                      <a:lnTo>
                        <a:pt x="21552" y="18288"/>
                      </a:lnTo>
                      <a:lnTo>
                        <a:pt x="21720" y="18434"/>
                      </a:lnTo>
                      <a:lnTo>
                        <a:pt x="21761" y="18413"/>
                      </a:lnTo>
                      <a:lnTo>
                        <a:pt x="21887" y="18434"/>
                      </a:lnTo>
                      <a:lnTo>
                        <a:pt x="21950" y="18330"/>
                      </a:lnTo>
                      <a:lnTo>
                        <a:pt x="22075" y="18100"/>
                      </a:lnTo>
                      <a:lnTo>
                        <a:pt x="22033" y="18288"/>
                      </a:lnTo>
                      <a:lnTo>
                        <a:pt x="22033" y="18413"/>
                      </a:lnTo>
                      <a:lnTo>
                        <a:pt x="21992" y="18497"/>
                      </a:lnTo>
                      <a:lnTo>
                        <a:pt x="21950" y="18518"/>
                      </a:lnTo>
                      <a:lnTo>
                        <a:pt x="21866" y="18623"/>
                      </a:lnTo>
                      <a:lnTo>
                        <a:pt x="21887" y="18706"/>
                      </a:lnTo>
                      <a:lnTo>
                        <a:pt x="21971" y="18748"/>
                      </a:lnTo>
                      <a:lnTo>
                        <a:pt x="21929" y="18811"/>
                      </a:lnTo>
                      <a:lnTo>
                        <a:pt x="21929" y="19062"/>
                      </a:lnTo>
                      <a:lnTo>
                        <a:pt x="21971" y="19125"/>
                      </a:lnTo>
                      <a:lnTo>
                        <a:pt x="22054" y="19125"/>
                      </a:lnTo>
                      <a:lnTo>
                        <a:pt x="22033" y="19229"/>
                      </a:lnTo>
                      <a:lnTo>
                        <a:pt x="22054" y="19334"/>
                      </a:lnTo>
                      <a:lnTo>
                        <a:pt x="22243" y="19522"/>
                      </a:lnTo>
                      <a:lnTo>
                        <a:pt x="22284" y="19543"/>
                      </a:lnTo>
                      <a:lnTo>
                        <a:pt x="22284" y="19585"/>
                      </a:lnTo>
                      <a:lnTo>
                        <a:pt x="22347" y="19543"/>
                      </a:lnTo>
                      <a:lnTo>
                        <a:pt x="22389" y="19627"/>
                      </a:lnTo>
                      <a:lnTo>
                        <a:pt x="22473" y="19585"/>
                      </a:lnTo>
                      <a:lnTo>
                        <a:pt x="22452" y="19543"/>
                      </a:lnTo>
                      <a:lnTo>
                        <a:pt x="22473" y="19481"/>
                      </a:lnTo>
                      <a:lnTo>
                        <a:pt x="22515" y="19543"/>
                      </a:lnTo>
                      <a:lnTo>
                        <a:pt x="22598" y="19564"/>
                      </a:lnTo>
                      <a:lnTo>
                        <a:pt x="22661" y="19481"/>
                      </a:lnTo>
                      <a:lnTo>
                        <a:pt x="22577" y="19334"/>
                      </a:lnTo>
                      <a:lnTo>
                        <a:pt x="22515" y="19334"/>
                      </a:lnTo>
                      <a:lnTo>
                        <a:pt x="22473" y="19355"/>
                      </a:lnTo>
                      <a:lnTo>
                        <a:pt x="22452" y="19334"/>
                      </a:lnTo>
                      <a:lnTo>
                        <a:pt x="22515" y="19229"/>
                      </a:lnTo>
                      <a:lnTo>
                        <a:pt x="22515" y="19146"/>
                      </a:lnTo>
                      <a:lnTo>
                        <a:pt x="22494" y="19062"/>
                      </a:lnTo>
                      <a:lnTo>
                        <a:pt x="22410" y="19041"/>
                      </a:lnTo>
                      <a:lnTo>
                        <a:pt x="22410" y="18999"/>
                      </a:lnTo>
                      <a:lnTo>
                        <a:pt x="22473" y="18937"/>
                      </a:lnTo>
                      <a:lnTo>
                        <a:pt x="22494" y="18811"/>
                      </a:lnTo>
                      <a:lnTo>
                        <a:pt x="22577" y="18811"/>
                      </a:lnTo>
                      <a:lnTo>
                        <a:pt x="22577" y="18916"/>
                      </a:lnTo>
                      <a:lnTo>
                        <a:pt x="22598" y="18999"/>
                      </a:lnTo>
                      <a:lnTo>
                        <a:pt x="22682" y="18895"/>
                      </a:lnTo>
                      <a:lnTo>
                        <a:pt x="22703" y="18957"/>
                      </a:lnTo>
                      <a:lnTo>
                        <a:pt x="22766" y="19041"/>
                      </a:lnTo>
                      <a:lnTo>
                        <a:pt x="22703" y="19146"/>
                      </a:lnTo>
                      <a:lnTo>
                        <a:pt x="22724" y="19229"/>
                      </a:lnTo>
                      <a:lnTo>
                        <a:pt x="22787" y="19250"/>
                      </a:lnTo>
                      <a:lnTo>
                        <a:pt x="22891" y="19146"/>
                      </a:lnTo>
                      <a:lnTo>
                        <a:pt x="22933" y="19146"/>
                      </a:lnTo>
                      <a:lnTo>
                        <a:pt x="22912" y="19229"/>
                      </a:lnTo>
                      <a:lnTo>
                        <a:pt x="22828" y="19313"/>
                      </a:lnTo>
                      <a:lnTo>
                        <a:pt x="22828" y="19376"/>
                      </a:lnTo>
                      <a:lnTo>
                        <a:pt x="22870" y="19481"/>
                      </a:lnTo>
                      <a:lnTo>
                        <a:pt x="22808" y="19627"/>
                      </a:lnTo>
                      <a:lnTo>
                        <a:pt x="22828" y="19669"/>
                      </a:lnTo>
                      <a:lnTo>
                        <a:pt x="22891" y="19669"/>
                      </a:lnTo>
                      <a:lnTo>
                        <a:pt x="22891" y="19857"/>
                      </a:lnTo>
                      <a:cubicBezTo>
                        <a:pt x="22891" y="19899"/>
                        <a:pt x="22870" y="19983"/>
                        <a:pt x="22870" y="20045"/>
                      </a:cubicBezTo>
                      <a:lnTo>
                        <a:pt x="22828" y="20087"/>
                      </a:lnTo>
                      <a:lnTo>
                        <a:pt x="22808" y="20004"/>
                      </a:lnTo>
                      <a:lnTo>
                        <a:pt x="22870" y="19941"/>
                      </a:lnTo>
                      <a:lnTo>
                        <a:pt x="22870" y="19857"/>
                      </a:lnTo>
                      <a:lnTo>
                        <a:pt x="22766" y="19794"/>
                      </a:lnTo>
                      <a:lnTo>
                        <a:pt x="22598" y="19836"/>
                      </a:lnTo>
                      <a:lnTo>
                        <a:pt x="22577" y="19878"/>
                      </a:lnTo>
                      <a:lnTo>
                        <a:pt x="22515" y="19899"/>
                      </a:lnTo>
                      <a:lnTo>
                        <a:pt x="22473" y="19794"/>
                      </a:lnTo>
                      <a:lnTo>
                        <a:pt x="22410" y="19941"/>
                      </a:lnTo>
                      <a:lnTo>
                        <a:pt x="22452" y="20066"/>
                      </a:lnTo>
                      <a:lnTo>
                        <a:pt x="22515" y="20108"/>
                      </a:lnTo>
                      <a:lnTo>
                        <a:pt x="22473" y="20192"/>
                      </a:lnTo>
                      <a:lnTo>
                        <a:pt x="22410" y="20150"/>
                      </a:lnTo>
                      <a:lnTo>
                        <a:pt x="22368" y="20255"/>
                      </a:lnTo>
                      <a:lnTo>
                        <a:pt x="22452" y="20401"/>
                      </a:lnTo>
                      <a:lnTo>
                        <a:pt x="22410" y="20506"/>
                      </a:lnTo>
                      <a:lnTo>
                        <a:pt x="22494" y="20569"/>
                      </a:lnTo>
                      <a:lnTo>
                        <a:pt x="22410" y="20631"/>
                      </a:lnTo>
                      <a:lnTo>
                        <a:pt x="22515" y="20778"/>
                      </a:lnTo>
                      <a:lnTo>
                        <a:pt x="22619" y="20778"/>
                      </a:lnTo>
                      <a:lnTo>
                        <a:pt x="22703" y="20694"/>
                      </a:lnTo>
                      <a:lnTo>
                        <a:pt x="22703" y="20569"/>
                      </a:lnTo>
                      <a:lnTo>
                        <a:pt x="22619" y="20401"/>
                      </a:lnTo>
                      <a:lnTo>
                        <a:pt x="22661" y="20297"/>
                      </a:lnTo>
                      <a:lnTo>
                        <a:pt x="22787" y="20527"/>
                      </a:lnTo>
                      <a:lnTo>
                        <a:pt x="22787" y="20631"/>
                      </a:lnTo>
                      <a:lnTo>
                        <a:pt x="22787" y="20694"/>
                      </a:lnTo>
                      <a:cubicBezTo>
                        <a:pt x="22766" y="20694"/>
                        <a:pt x="22724" y="20694"/>
                        <a:pt x="22724" y="20715"/>
                      </a:cubicBezTo>
                      <a:lnTo>
                        <a:pt x="22724" y="20736"/>
                      </a:lnTo>
                      <a:lnTo>
                        <a:pt x="22682" y="20799"/>
                      </a:lnTo>
                      <a:lnTo>
                        <a:pt x="22577" y="20841"/>
                      </a:lnTo>
                      <a:lnTo>
                        <a:pt x="22598" y="20924"/>
                      </a:lnTo>
                      <a:lnTo>
                        <a:pt x="22682" y="21008"/>
                      </a:lnTo>
                      <a:lnTo>
                        <a:pt x="22598" y="21092"/>
                      </a:lnTo>
                      <a:lnTo>
                        <a:pt x="22598" y="21196"/>
                      </a:lnTo>
                      <a:lnTo>
                        <a:pt x="22536" y="21259"/>
                      </a:lnTo>
                      <a:lnTo>
                        <a:pt x="22431" y="21301"/>
                      </a:lnTo>
                      <a:lnTo>
                        <a:pt x="22431" y="21343"/>
                      </a:lnTo>
                      <a:lnTo>
                        <a:pt x="22577" y="21364"/>
                      </a:lnTo>
                      <a:lnTo>
                        <a:pt x="22536" y="21426"/>
                      </a:lnTo>
                      <a:lnTo>
                        <a:pt x="22494" y="21447"/>
                      </a:lnTo>
                      <a:lnTo>
                        <a:pt x="22494" y="21531"/>
                      </a:lnTo>
                      <a:lnTo>
                        <a:pt x="22536" y="21531"/>
                      </a:lnTo>
                      <a:lnTo>
                        <a:pt x="22619" y="21510"/>
                      </a:lnTo>
                      <a:lnTo>
                        <a:pt x="22640" y="21552"/>
                      </a:lnTo>
                      <a:lnTo>
                        <a:pt x="22598" y="21615"/>
                      </a:lnTo>
                      <a:lnTo>
                        <a:pt x="22515" y="21636"/>
                      </a:lnTo>
                      <a:lnTo>
                        <a:pt x="22473" y="21719"/>
                      </a:lnTo>
                      <a:lnTo>
                        <a:pt x="22494" y="21866"/>
                      </a:lnTo>
                      <a:lnTo>
                        <a:pt x="22536" y="21929"/>
                      </a:lnTo>
                      <a:lnTo>
                        <a:pt x="22515" y="21991"/>
                      </a:lnTo>
                      <a:lnTo>
                        <a:pt x="22536" y="22075"/>
                      </a:lnTo>
                      <a:lnTo>
                        <a:pt x="22598" y="22054"/>
                      </a:lnTo>
                      <a:lnTo>
                        <a:pt x="22619" y="21970"/>
                      </a:lnTo>
                      <a:lnTo>
                        <a:pt x="22640" y="21845"/>
                      </a:lnTo>
                      <a:lnTo>
                        <a:pt x="22703" y="21678"/>
                      </a:lnTo>
                      <a:lnTo>
                        <a:pt x="22745" y="21615"/>
                      </a:lnTo>
                      <a:lnTo>
                        <a:pt x="22787" y="21406"/>
                      </a:lnTo>
                      <a:lnTo>
                        <a:pt x="22828" y="21343"/>
                      </a:lnTo>
                      <a:lnTo>
                        <a:pt x="22844" y="21204"/>
                      </a:lnTo>
                      <a:lnTo>
                        <a:pt x="22870" y="21217"/>
                      </a:lnTo>
                      <a:cubicBezTo>
                        <a:pt x="22870" y="21301"/>
                        <a:pt x="22870" y="21364"/>
                        <a:pt x="22891" y="21447"/>
                      </a:cubicBezTo>
                      <a:lnTo>
                        <a:pt x="22870" y="21426"/>
                      </a:lnTo>
                      <a:lnTo>
                        <a:pt x="22808" y="21510"/>
                      </a:lnTo>
                      <a:lnTo>
                        <a:pt x="22808" y="21636"/>
                      </a:lnTo>
                      <a:lnTo>
                        <a:pt x="22870" y="21678"/>
                      </a:lnTo>
                      <a:lnTo>
                        <a:pt x="22787" y="21782"/>
                      </a:lnTo>
                      <a:lnTo>
                        <a:pt x="22891" y="21845"/>
                      </a:lnTo>
                      <a:lnTo>
                        <a:pt x="22891" y="21929"/>
                      </a:lnTo>
                      <a:lnTo>
                        <a:pt x="22828" y="21970"/>
                      </a:lnTo>
                      <a:lnTo>
                        <a:pt x="22766" y="21929"/>
                      </a:lnTo>
                      <a:lnTo>
                        <a:pt x="22703" y="21991"/>
                      </a:lnTo>
                      <a:lnTo>
                        <a:pt x="22703" y="22054"/>
                      </a:lnTo>
                      <a:lnTo>
                        <a:pt x="22661" y="22138"/>
                      </a:lnTo>
                      <a:lnTo>
                        <a:pt x="22619" y="22201"/>
                      </a:lnTo>
                      <a:lnTo>
                        <a:pt x="22682" y="22263"/>
                      </a:lnTo>
                      <a:lnTo>
                        <a:pt x="22766" y="22054"/>
                      </a:lnTo>
                      <a:lnTo>
                        <a:pt x="22787" y="22096"/>
                      </a:lnTo>
                      <a:lnTo>
                        <a:pt x="22724" y="22201"/>
                      </a:lnTo>
                      <a:lnTo>
                        <a:pt x="22828" y="22180"/>
                      </a:lnTo>
                      <a:lnTo>
                        <a:pt x="22891" y="22096"/>
                      </a:lnTo>
                      <a:lnTo>
                        <a:pt x="22891" y="21991"/>
                      </a:lnTo>
                      <a:lnTo>
                        <a:pt x="23017" y="21845"/>
                      </a:lnTo>
                      <a:cubicBezTo>
                        <a:pt x="23017" y="21929"/>
                        <a:pt x="23017" y="21991"/>
                        <a:pt x="23038" y="22075"/>
                      </a:cubicBezTo>
                      <a:lnTo>
                        <a:pt x="23017" y="22096"/>
                      </a:lnTo>
                      <a:lnTo>
                        <a:pt x="23080" y="22159"/>
                      </a:lnTo>
                      <a:cubicBezTo>
                        <a:pt x="23101" y="22201"/>
                        <a:pt x="23101" y="22284"/>
                        <a:pt x="23121" y="22326"/>
                      </a:cubicBezTo>
                      <a:lnTo>
                        <a:pt x="23080" y="22473"/>
                      </a:lnTo>
                      <a:lnTo>
                        <a:pt x="23080" y="22556"/>
                      </a:lnTo>
                      <a:lnTo>
                        <a:pt x="23038" y="22640"/>
                      </a:lnTo>
                      <a:lnTo>
                        <a:pt x="22933" y="22682"/>
                      </a:lnTo>
                      <a:lnTo>
                        <a:pt x="22912" y="22724"/>
                      </a:lnTo>
                      <a:lnTo>
                        <a:pt x="22933" y="22786"/>
                      </a:lnTo>
                      <a:lnTo>
                        <a:pt x="23017" y="22745"/>
                      </a:lnTo>
                      <a:lnTo>
                        <a:pt x="23101" y="22786"/>
                      </a:lnTo>
                      <a:lnTo>
                        <a:pt x="23101" y="22828"/>
                      </a:lnTo>
                      <a:lnTo>
                        <a:pt x="22996" y="22912"/>
                      </a:lnTo>
                      <a:lnTo>
                        <a:pt x="22996" y="22954"/>
                      </a:lnTo>
                      <a:lnTo>
                        <a:pt x="22975" y="23038"/>
                      </a:lnTo>
                      <a:lnTo>
                        <a:pt x="22912" y="23038"/>
                      </a:lnTo>
                      <a:lnTo>
                        <a:pt x="22870" y="23100"/>
                      </a:lnTo>
                      <a:lnTo>
                        <a:pt x="22891" y="23142"/>
                      </a:lnTo>
                      <a:lnTo>
                        <a:pt x="22975" y="23142"/>
                      </a:lnTo>
                      <a:lnTo>
                        <a:pt x="23017" y="23205"/>
                      </a:lnTo>
                      <a:lnTo>
                        <a:pt x="23038" y="23142"/>
                      </a:lnTo>
                      <a:lnTo>
                        <a:pt x="23121" y="23121"/>
                      </a:lnTo>
                      <a:lnTo>
                        <a:pt x="23184" y="23163"/>
                      </a:lnTo>
                      <a:lnTo>
                        <a:pt x="23101" y="23226"/>
                      </a:lnTo>
                      <a:lnTo>
                        <a:pt x="23080" y="23268"/>
                      </a:lnTo>
                      <a:lnTo>
                        <a:pt x="23121" y="23351"/>
                      </a:lnTo>
                      <a:lnTo>
                        <a:pt x="23038" y="23435"/>
                      </a:lnTo>
                      <a:lnTo>
                        <a:pt x="23017" y="23519"/>
                      </a:lnTo>
                      <a:lnTo>
                        <a:pt x="23121" y="23582"/>
                      </a:lnTo>
                      <a:lnTo>
                        <a:pt x="23101" y="23686"/>
                      </a:lnTo>
                      <a:lnTo>
                        <a:pt x="23142" y="23749"/>
                      </a:lnTo>
                      <a:lnTo>
                        <a:pt x="23247" y="23749"/>
                      </a:lnTo>
                      <a:lnTo>
                        <a:pt x="23310" y="23686"/>
                      </a:lnTo>
                      <a:lnTo>
                        <a:pt x="23247" y="23623"/>
                      </a:lnTo>
                      <a:lnTo>
                        <a:pt x="23310" y="23561"/>
                      </a:lnTo>
                      <a:lnTo>
                        <a:pt x="23247" y="23519"/>
                      </a:lnTo>
                      <a:lnTo>
                        <a:pt x="23205" y="23519"/>
                      </a:lnTo>
                      <a:lnTo>
                        <a:pt x="23247" y="23435"/>
                      </a:lnTo>
                      <a:lnTo>
                        <a:pt x="23331" y="23414"/>
                      </a:lnTo>
                      <a:lnTo>
                        <a:pt x="23435" y="23331"/>
                      </a:lnTo>
                      <a:lnTo>
                        <a:pt x="23435" y="23247"/>
                      </a:lnTo>
                      <a:lnTo>
                        <a:pt x="23393" y="23226"/>
                      </a:lnTo>
                      <a:lnTo>
                        <a:pt x="23310" y="23226"/>
                      </a:lnTo>
                      <a:lnTo>
                        <a:pt x="23310" y="23205"/>
                      </a:lnTo>
                      <a:lnTo>
                        <a:pt x="23414" y="23121"/>
                      </a:lnTo>
                      <a:lnTo>
                        <a:pt x="23393" y="23017"/>
                      </a:lnTo>
                      <a:lnTo>
                        <a:pt x="23247" y="22912"/>
                      </a:lnTo>
                      <a:lnTo>
                        <a:pt x="23310" y="22807"/>
                      </a:lnTo>
                      <a:lnTo>
                        <a:pt x="23331" y="22828"/>
                      </a:lnTo>
                      <a:lnTo>
                        <a:pt x="23414" y="22828"/>
                      </a:lnTo>
                      <a:lnTo>
                        <a:pt x="23414" y="22766"/>
                      </a:lnTo>
                      <a:lnTo>
                        <a:pt x="23310" y="22661"/>
                      </a:lnTo>
                      <a:lnTo>
                        <a:pt x="23373" y="22661"/>
                      </a:lnTo>
                      <a:lnTo>
                        <a:pt x="23373" y="22473"/>
                      </a:lnTo>
                      <a:lnTo>
                        <a:pt x="23247" y="22389"/>
                      </a:lnTo>
                      <a:lnTo>
                        <a:pt x="23226" y="22410"/>
                      </a:lnTo>
                      <a:lnTo>
                        <a:pt x="23142" y="22347"/>
                      </a:lnTo>
                      <a:lnTo>
                        <a:pt x="23163" y="22305"/>
                      </a:lnTo>
                      <a:lnTo>
                        <a:pt x="23163" y="22284"/>
                      </a:lnTo>
                      <a:lnTo>
                        <a:pt x="23247" y="22180"/>
                      </a:lnTo>
                      <a:lnTo>
                        <a:pt x="23205" y="22096"/>
                      </a:lnTo>
                      <a:cubicBezTo>
                        <a:pt x="23205" y="22054"/>
                        <a:pt x="23226" y="21991"/>
                        <a:pt x="23226" y="21950"/>
                      </a:cubicBezTo>
                      <a:lnTo>
                        <a:pt x="23226" y="21887"/>
                      </a:lnTo>
                      <a:lnTo>
                        <a:pt x="23268" y="21929"/>
                      </a:lnTo>
                      <a:lnTo>
                        <a:pt x="23352" y="21866"/>
                      </a:lnTo>
                      <a:lnTo>
                        <a:pt x="23310" y="21761"/>
                      </a:lnTo>
                      <a:lnTo>
                        <a:pt x="23352" y="21719"/>
                      </a:lnTo>
                      <a:lnTo>
                        <a:pt x="23352" y="21573"/>
                      </a:lnTo>
                      <a:lnTo>
                        <a:pt x="23414" y="21552"/>
                      </a:lnTo>
                      <a:lnTo>
                        <a:pt x="23435" y="21719"/>
                      </a:lnTo>
                      <a:lnTo>
                        <a:pt x="23477" y="21678"/>
                      </a:lnTo>
                      <a:lnTo>
                        <a:pt x="23519" y="21657"/>
                      </a:lnTo>
                      <a:lnTo>
                        <a:pt x="23519" y="21678"/>
                      </a:lnTo>
                      <a:lnTo>
                        <a:pt x="23519" y="21719"/>
                      </a:lnTo>
                      <a:lnTo>
                        <a:pt x="23477" y="21761"/>
                      </a:lnTo>
                      <a:lnTo>
                        <a:pt x="23477" y="21845"/>
                      </a:lnTo>
                      <a:lnTo>
                        <a:pt x="23540" y="21887"/>
                      </a:lnTo>
                      <a:lnTo>
                        <a:pt x="23665" y="21866"/>
                      </a:lnTo>
                      <a:lnTo>
                        <a:pt x="23749" y="21761"/>
                      </a:lnTo>
                      <a:lnTo>
                        <a:pt x="23728" y="21719"/>
                      </a:lnTo>
                      <a:cubicBezTo>
                        <a:pt x="23749" y="21657"/>
                        <a:pt x="23770" y="21573"/>
                        <a:pt x="23791" y="21510"/>
                      </a:cubicBezTo>
                      <a:lnTo>
                        <a:pt x="23833" y="21531"/>
                      </a:lnTo>
                      <a:lnTo>
                        <a:pt x="23854" y="21636"/>
                      </a:lnTo>
                      <a:lnTo>
                        <a:pt x="23958" y="21719"/>
                      </a:lnTo>
                      <a:lnTo>
                        <a:pt x="24000" y="21719"/>
                      </a:lnTo>
                      <a:lnTo>
                        <a:pt x="23937" y="21740"/>
                      </a:lnTo>
                      <a:lnTo>
                        <a:pt x="23854" y="21740"/>
                      </a:lnTo>
                      <a:lnTo>
                        <a:pt x="23833" y="21782"/>
                      </a:lnTo>
                      <a:cubicBezTo>
                        <a:pt x="23749" y="21824"/>
                        <a:pt x="23665" y="21866"/>
                        <a:pt x="23665" y="21970"/>
                      </a:cubicBezTo>
                      <a:cubicBezTo>
                        <a:pt x="23665" y="22054"/>
                        <a:pt x="23665" y="22096"/>
                        <a:pt x="23686" y="22180"/>
                      </a:cubicBezTo>
                      <a:lnTo>
                        <a:pt x="23665" y="22159"/>
                      </a:lnTo>
                      <a:lnTo>
                        <a:pt x="23665" y="22138"/>
                      </a:lnTo>
                      <a:lnTo>
                        <a:pt x="23645" y="22159"/>
                      </a:lnTo>
                      <a:cubicBezTo>
                        <a:pt x="23624" y="22159"/>
                        <a:pt x="23603" y="22138"/>
                        <a:pt x="23561" y="22138"/>
                      </a:cubicBezTo>
                      <a:lnTo>
                        <a:pt x="23624" y="22075"/>
                      </a:lnTo>
                      <a:lnTo>
                        <a:pt x="23645" y="21991"/>
                      </a:lnTo>
                      <a:lnTo>
                        <a:pt x="23456" y="21970"/>
                      </a:lnTo>
                      <a:lnTo>
                        <a:pt x="23352" y="22075"/>
                      </a:lnTo>
                      <a:lnTo>
                        <a:pt x="23414" y="22180"/>
                      </a:lnTo>
                      <a:lnTo>
                        <a:pt x="23435" y="22180"/>
                      </a:lnTo>
                      <a:cubicBezTo>
                        <a:pt x="23414" y="22201"/>
                        <a:pt x="23414" y="22222"/>
                        <a:pt x="23414" y="22263"/>
                      </a:cubicBezTo>
                      <a:cubicBezTo>
                        <a:pt x="23435" y="22284"/>
                        <a:pt x="23435" y="22326"/>
                        <a:pt x="23456" y="22368"/>
                      </a:cubicBezTo>
                      <a:cubicBezTo>
                        <a:pt x="23498" y="22389"/>
                        <a:pt x="23519" y="22431"/>
                        <a:pt x="23540" y="22494"/>
                      </a:cubicBezTo>
                      <a:lnTo>
                        <a:pt x="23561" y="22494"/>
                      </a:lnTo>
                      <a:cubicBezTo>
                        <a:pt x="23561" y="22494"/>
                        <a:pt x="23561" y="22514"/>
                        <a:pt x="23582" y="22514"/>
                      </a:cubicBezTo>
                      <a:cubicBezTo>
                        <a:pt x="23624" y="22577"/>
                        <a:pt x="23665" y="22577"/>
                        <a:pt x="23686" y="22598"/>
                      </a:cubicBezTo>
                      <a:lnTo>
                        <a:pt x="23665" y="22619"/>
                      </a:lnTo>
                      <a:lnTo>
                        <a:pt x="23540" y="22724"/>
                      </a:lnTo>
                      <a:lnTo>
                        <a:pt x="23540" y="22828"/>
                      </a:lnTo>
                      <a:lnTo>
                        <a:pt x="23603" y="22933"/>
                      </a:lnTo>
                      <a:lnTo>
                        <a:pt x="23728" y="22828"/>
                      </a:lnTo>
                      <a:lnTo>
                        <a:pt x="23812" y="22682"/>
                      </a:lnTo>
                      <a:lnTo>
                        <a:pt x="23812" y="22619"/>
                      </a:lnTo>
                      <a:lnTo>
                        <a:pt x="23875" y="22598"/>
                      </a:lnTo>
                      <a:lnTo>
                        <a:pt x="24021" y="22473"/>
                      </a:lnTo>
                      <a:lnTo>
                        <a:pt x="24042" y="22514"/>
                      </a:lnTo>
                      <a:lnTo>
                        <a:pt x="24251" y="22514"/>
                      </a:lnTo>
                      <a:lnTo>
                        <a:pt x="24168" y="22619"/>
                      </a:lnTo>
                      <a:lnTo>
                        <a:pt x="24189" y="22640"/>
                      </a:lnTo>
                      <a:lnTo>
                        <a:pt x="24314" y="22640"/>
                      </a:lnTo>
                      <a:lnTo>
                        <a:pt x="24314" y="22703"/>
                      </a:lnTo>
                      <a:lnTo>
                        <a:pt x="24209" y="22807"/>
                      </a:lnTo>
                      <a:cubicBezTo>
                        <a:pt x="24189" y="22807"/>
                        <a:pt x="24168" y="22828"/>
                        <a:pt x="24147" y="22828"/>
                      </a:cubicBezTo>
                      <a:lnTo>
                        <a:pt x="24168" y="22724"/>
                      </a:lnTo>
                      <a:lnTo>
                        <a:pt x="24105" y="22598"/>
                      </a:lnTo>
                      <a:lnTo>
                        <a:pt x="23979" y="22598"/>
                      </a:lnTo>
                      <a:lnTo>
                        <a:pt x="23979" y="22640"/>
                      </a:lnTo>
                      <a:lnTo>
                        <a:pt x="23875" y="22703"/>
                      </a:lnTo>
                      <a:lnTo>
                        <a:pt x="23833" y="22849"/>
                      </a:lnTo>
                      <a:lnTo>
                        <a:pt x="23833" y="22912"/>
                      </a:lnTo>
                      <a:lnTo>
                        <a:pt x="23728" y="23017"/>
                      </a:lnTo>
                      <a:lnTo>
                        <a:pt x="23749" y="23100"/>
                      </a:lnTo>
                      <a:lnTo>
                        <a:pt x="23937" y="23017"/>
                      </a:lnTo>
                      <a:cubicBezTo>
                        <a:pt x="23937" y="23038"/>
                        <a:pt x="23958" y="23038"/>
                        <a:pt x="23958" y="23038"/>
                      </a:cubicBezTo>
                      <a:lnTo>
                        <a:pt x="23854" y="23121"/>
                      </a:lnTo>
                      <a:lnTo>
                        <a:pt x="23770" y="23247"/>
                      </a:lnTo>
                      <a:lnTo>
                        <a:pt x="23833" y="23310"/>
                      </a:lnTo>
                      <a:lnTo>
                        <a:pt x="24000" y="23163"/>
                      </a:lnTo>
                      <a:lnTo>
                        <a:pt x="24063" y="23100"/>
                      </a:lnTo>
                      <a:cubicBezTo>
                        <a:pt x="24084" y="23121"/>
                        <a:pt x="24105" y="23121"/>
                        <a:pt x="24147" y="23142"/>
                      </a:cubicBezTo>
                      <a:lnTo>
                        <a:pt x="24147" y="23163"/>
                      </a:lnTo>
                      <a:lnTo>
                        <a:pt x="24168" y="23226"/>
                      </a:lnTo>
                      <a:lnTo>
                        <a:pt x="24189" y="23268"/>
                      </a:lnTo>
                      <a:lnTo>
                        <a:pt x="24000" y="23268"/>
                      </a:lnTo>
                      <a:lnTo>
                        <a:pt x="23937" y="23351"/>
                      </a:lnTo>
                      <a:lnTo>
                        <a:pt x="23937" y="23414"/>
                      </a:lnTo>
                      <a:lnTo>
                        <a:pt x="24000" y="23414"/>
                      </a:lnTo>
                      <a:lnTo>
                        <a:pt x="24063" y="23372"/>
                      </a:lnTo>
                      <a:lnTo>
                        <a:pt x="24168" y="23372"/>
                      </a:lnTo>
                      <a:lnTo>
                        <a:pt x="24168" y="23414"/>
                      </a:lnTo>
                      <a:lnTo>
                        <a:pt x="24063" y="23477"/>
                      </a:lnTo>
                      <a:lnTo>
                        <a:pt x="23937" y="23477"/>
                      </a:lnTo>
                      <a:lnTo>
                        <a:pt x="23875" y="23540"/>
                      </a:lnTo>
                      <a:lnTo>
                        <a:pt x="23854" y="23665"/>
                      </a:lnTo>
                      <a:lnTo>
                        <a:pt x="23896" y="23770"/>
                      </a:lnTo>
                      <a:lnTo>
                        <a:pt x="23979" y="23728"/>
                      </a:lnTo>
                      <a:lnTo>
                        <a:pt x="24000" y="23644"/>
                      </a:lnTo>
                      <a:lnTo>
                        <a:pt x="24084" y="23644"/>
                      </a:lnTo>
                      <a:lnTo>
                        <a:pt x="24189" y="23582"/>
                      </a:lnTo>
                      <a:lnTo>
                        <a:pt x="24314" y="23435"/>
                      </a:lnTo>
                      <a:lnTo>
                        <a:pt x="24461" y="23247"/>
                      </a:lnTo>
                      <a:lnTo>
                        <a:pt x="24502" y="23017"/>
                      </a:lnTo>
                      <a:lnTo>
                        <a:pt x="24628" y="22745"/>
                      </a:lnTo>
                      <a:lnTo>
                        <a:pt x="24691" y="22724"/>
                      </a:lnTo>
                      <a:lnTo>
                        <a:pt x="24691" y="22703"/>
                      </a:lnTo>
                      <a:lnTo>
                        <a:pt x="24691" y="22661"/>
                      </a:lnTo>
                      <a:lnTo>
                        <a:pt x="24670" y="22661"/>
                      </a:lnTo>
                      <a:lnTo>
                        <a:pt x="24712" y="22619"/>
                      </a:lnTo>
                      <a:lnTo>
                        <a:pt x="24712" y="22577"/>
                      </a:lnTo>
                      <a:lnTo>
                        <a:pt x="24753" y="22514"/>
                      </a:lnTo>
                      <a:lnTo>
                        <a:pt x="24712" y="22473"/>
                      </a:lnTo>
                      <a:lnTo>
                        <a:pt x="24670" y="22452"/>
                      </a:lnTo>
                      <a:lnTo>
                        <a:pt x="24670" y="22347"/>
                      </a:lnTo>
                      <a:lnTo>
                        <a:pt x="24607" y="22242"/>
                      </a:lnTo>
                      <a:lnTo>
                        <a:pt x="24481" y="22159"/>
                      </a:lnTo>
                      <a:lnTo>
                        <a:pt x="24398" y="22096"/>
                      </a:lnTo>
                      <a:lnTo>
                        <a:pt x="24377" y="22033"/>
                      </a:lnTo>
                      <a:lnTo>
                        <a:pt x="24272" y="21866"/>
                      </a:lnTo>
                      <a:lnTo>
                        <a:pt x="24189" y="21845"/>
                      </a:lnTo>
                      <a:lnTo>
                        <a:pt x="24084" y="21845"/>
                      </a:lnTo>
                      <a:lnTo>
                        <a:pt x="24084" y="21782"/>
                      </a:lnTo>
                      <a:lnTo>
                        <a:pt x="24126" y="21740"/>
                      </a:lnTo>
                      <a:lnTo>
                        <a:pt x="24084" y="21657"/>
                      </a:lnTo>
                      <a:lnTo>
                        <a:pt x="24042" y="21615"/>
                      </a:lnTo>
                      <a:lnTo>
                        <a:pt x="24021" y="21531"/>
                      </a:lnTo>
                      <a:lnTo>
                        <a:pt x="24063" y="21468"/>
                      </a:lnTo>
                      <a:lnTo>
                        <a:pt x="24126" y="21447"/>
                      </a:lnTo>
                      <a:lnTo>
                        <a:pt x="24084" y="21406"/>
                      </a:lnTo>
                      <a:lnTo>
                        <a:pt x="24021" y="21343"/>
                      </a:lnTo>
                      <a:lnTo>
                        <a:pt x="23958" y="21343"/>
                      </a:lnTo>
                      <a:lnTo>
                        <a:pt x="23958" y="21259"/>
                      </a:lnTo>
                      <a:lnTo>
                        <a:pt x="24063" y="21217"/>
                      </a:lnTo>
                      <a:lnTo>
                        <a:pt x="24042" y="20799"/>
                      </a:lnTo>
                      <a:lnTo>
                        <a:pt x="24042" y="20380"/>
                      </a:lnTo>
                      <a:lnTo>
                        <a:pt x="24084" y="20025"/>
                      </a:lnTo>
                      <a:lnTo>
                        <a:pt x="24063" y="19941"/>
                      </a:lnTo>
                      <a:lnTo>
                        <a:pt x="24063" y="19836"/>
                      </a:lnTo>
                      <a:lnTo>
                        <a:pt x="24126" y="19732"/>
                      </a:lnTo>
                      <a:lnTo>
                        <a:pt x="24084" y="19627"/>
                      </a:lnTo>
                      <a:lnTo>
                        <a:pt x="24042" y="19543"/>
                      </a:lnTo>
                      <a:lnTo>
                        <a:pt x="24021" y="19334"/>
                      </a:lnTo>
                      <a:lnTo>
                        <a:pt x="23875" y="19167"/>
                      </a:lnTo>
                      <a:lnTo>
                        <a:pt x="23833" y="18957"/>
                      </a:lnTo>
                      <a:lnTo>
                        <a:pt x="23854" y="18853"/>
                      </a:lnTo>
                      <a:lnTo>
                        <a:pt x="23728" y="18518"/>
                      </a:lnTo>
                      <a:lnTo>
                        <a:pt x="23749" y="18434"/>
                      </a:lnTo>
                      <a:lnTo>
                        <a:pt x="23833" y="18288"/>
                      </a:lnTo>
                      <a:lnTo>
                        <a:pt x="23812" y="18204"/>
                      </a:lnTo>
                      <a:lnTo>
                        <a:pt x="23812" y="18100"/>
                      </a:lnTo>
                      <a:lnTo>
                        <a:pt x="23665" y="17995"/>
                      </a:lnTo>
                      <a:lnTo>
                        <a:pt x="23498" y="17995"/>
                      </a:lnTo>
                      <a:lnTo>
                        <a:pt x="23289" y="18058"/>
                      </a:lnTo>
                      <a:lnTo>
                        <a:pt x="23226" y="18079"/>
                      </a:lnTo>
                      <a:lnTo>
                        <a:pt x="23017" y="18162"/>
                      </a:lnTo>
                      <a:lnTo>
                        <a:pt x="22891" y="18288"/>
                      </a:lnTo>
                      <a:lnTo>
                        <a:pt x="22724" y="18518"/>
                      </a:lnTo>
                      <a:lnTo>
                        <a:pt x="22598" y="18602"/>
                      </a:lnTo>
                      <a:lnTo>
                        <a:pt x="22410" y="18623"/>
                      </a:lnTo>
                      <a:lnTo>
                        <a:pt x="22201" y="18644"/>
                      </a:lnTo>
                      <a:lnTo>
                        <a:pt x="22159" y="18644"/>
                      </a:lnTo>
                      <a:lnTo>
                        <a:pt x="22159" y="18581"/>
                      </a:lnTo>
                      <a:lnTo>
                        <a:pt x="22264" y="18413"/>
                      </a:lnTo>
                      <a:lnTo>
                        <a:pt x="22201" y="18267"/>
                      </a:lnTo>
                      <a:lnTo>
                        <a:pt x="22054" y="17597"/>
                      </a:lnTo>
                      <a:lnTo>
                        <a:pt x="21950" y="17325"/>
                      </a:lnTo>
                      <a:lnTo>
                        <a:pt x="21887" y="17179"/>
                      </a:lnTo>
                      <a:lnTo>
                        <a:pt x="22033" y="16928"/>
                      </a:lnTo>
                      <a:lnTo>
                        <a:pt x="21740" y="16886"/>
                      </a:lnTo>
                      <a:lnTo>
                        <a:pt x="21531" y="17032"/>
                      </a:lnTo>
                      <a:lnTo>
                        <a:pt x="21406" y="16970"/>
                      </a:lnTo>
                      <a:lnTo>
                        <a:pt x="21029" y="16970"/>
                      </a:lnTo>
                      <a:lnTo>
                        <a:pt x="27704" y="4792"/>
                      </a:lnTo>
                      <a:lnTo>
                        <a:pt x="27683" y="4729"/>
                      </a:lnTo>
                      <a:lnTo>
                        <a:pt x="27536" y="4708"/>
                      </a:lnTo>
                      <a:lnTo>
                        <a:pt x="27474" y="4729"/>
                      </a:lnTo>
                      <a:lnTo>
                        <a:pt x="27411" y="4667"/>
                      </a:lnTo>
                      <a:lnTo>
                        <a:pt x="27369" y="4416"/>
                      </a:lnTo>
                      <a:lnTo>
                        <a:pt x="27306" y="4290"/>
                      </a:lnTo>
                      <a:lnTo>
                        <a:pt x="27222" y="4248"/>
                      </a:lnTo>
                      <a:lnTo>
                        <a:pt x="27202" y="4102"/>
                      </a:lnTo>
                      <a:lnTo>
                        <a:pt x="27118" y="3955"/>
                      </a:lnTo>
                      <a:lnTo>
                        <a:pt x="27076" y="3892"/>
                      </a:lnTo>
                      <a:lnTo>
                        <a:pt x="26867" y="3892"/>
                      </a:lnTo>
                      <a:lnTo>
                        <a:pt x="26846" y="3934"/>
                      </a:lnTo>
                      <a:lnTo>
                        <a:pt x="26678" y="3892"/>
                      </a:lnTo>
                      <a:lnTo>
                        <a:pt x="26532" y="3934"/>
                      </a:lnTo>
                      <a:lnTo>
                        <a:pt x="26448" y="3872"/>
                      </a:lnTo>
                      <a:lnTo>
                        <a:pt x="26386" y="3892"/>
                      </a:lnTo>
                      <a:lnTo>
                        <a:pt x="26344" y="3872"/>
                      </a:lnTo>
                      <a:lnTo>
                        <a:pt x="26323" y="3892"/>
                      </a:lnTo>
                      <a:lnTo>
                        <a:pt x="26239" y="3892"/>
                      </a:lnTo>
                      <a:lnTo>
                        <a:pt x="26239" y="3872"/>
                      </a:lnTo>
                      <a:lnTo>
                        <a:pt x="26281" y="3872"/>
                      </a:lnTo>
                      <a:lnTo>
                        <a:pt x="26281" y="3830"/>
                      </a:lnTo>
                      <a:lnTo>
                        <a:pt x="26176" y="3746"/>
                      </a:lnTo>
                      <a:lnTo>
                        <a:pt x="26114" y="3767"/>
                      </a:lnTo>
                      <a:lnTo>
                        <a:pt x="26030" y="3746"/>
                      </a:lnTo>
                      <a:lnTo>
                        <a:pt x="26051" y="3725"/>
                      </a:lnTo>
                      <a:lnTo>
                        <a:pt x="26114" y="3683"/>
                      </a:lnTo>
                      <a:lnTo>
                        <a:pt x="26051" y="3641"/>
                      </a:lnTo>
                      <a:lnTo>
                        <a:pt x="25967" y="3641"/>
                      </a:lnTo>
                      <a:lnTo>
                        <a:pt x="25904" y="3620"/>
                      </a:lnTo>
                      <a:lnTo>
                        <a:pt x="25904" y="3558"/>
                      </a:lnTo>
                      <a:lnTo>
                        <a:pt x="25821" y="3474"/>
                      </a:lnTo>
                      <a:lnTo>
                        <a:pt x="25737" y="3411"/>
                      </a:lnTo>
                      <a:lnTo>
                        <a:pt x="25716" y="3411"/>
                      </a:lnTo>
                      <a:lnTo>
                        <a:pt x="25653" y="3369"/>
                      </a:lnTo>
                      <a:lnTo>
                        <a:pt x="25611" y="3369"/>
                      </a:lnTo>
                      <a:lnTo>
                        <a:pt x="25549" y="3432"/>
                      </a:lnTo>
                      <a:lnTo>
                        <a:pt x="25549" y="3369"/>
                      </a:lnTo>
                      <a:lnTo>
                        <a:pt x="25528" y="3328"/>
                      </a:lnTo>
                      <a:lnTo>
                        <a:pt x="25444" y="3265"/>
                      </a:lnTo>
                      <a:lnTo>
                        <a:pt x="25381" y="3369"/>
                      </a:lnTo>
                      <a:lnTo>
                        <a:pt x="25318" y="3328"/>
                      </a:lnTo>
                      <a:lnTo>
                        <a:pt x="25318" y="3244"/>
                      </a:lnTo>
                      <a:lnTo>
                        <a:pt x="25381" y="3223"/>
                      </a:lnTo>
                      <a:lnTo>
                        <a:pt x="25339" y="3160"/>
                      </a:lnTo>
                      <a:lnTo>
                        <a:pt x="25277" y="3139"/>
                      </a:lnTo>
                      <a:lnTo>
                        <a:pt x="25193" y="3160"/>
                      </a:lnTo>
                      <a:lnTo>
                        <a:pt x="25193" y="3160"/>
                      </a:lnTo>
                      <a:lnTo>
                        <a:pt x="25214" y="3118"/>
                      </a:lnTo>
                      <a:lnTo>
                        <a:pt x="25214" y="3056"/>
                      </a:lnTo>
                      <a:lnTo>
                        <a:pt x="25109" y="3014"/>
                      </a:lnTo>
                      <a:lnTo>
                        <a:pt x="25025" y="2909"/>
                      </a:lnTo>
                      <a:lnTo>
                        <a:pt x="25067" y="2888"/>
                      </a:lnTo>
                      <a:lnTo>
                        <a:pt x="25025" y="2825"/>
                      </a:lnTo>
                      <a:lnTo>
                        <a:pt x="24963" y="2804"/>
                      </a:lnTo>
                      <a:lnTo>
                        <a:pt x="24900" y="2846"/>
                      </a:lnTo>
                      <a:lnTo>
                        <a:pt x="24691" y="3056"/>
                      </a:lnTo>
                      <a:lnTo>
                        <a:pt x="24461" y="3202"/>
                      </a:lnTo>
                      <a:lnTo>
                        <a:pt x="24670" y="3035"/>
                      </a:lnTo>
                      <a:lnTo>
                        <a:pt x="24795" y="2846"/>
                      </a:lnTo>
                      <a:lnTo>
                        <a:pt x="24921" y="2721"/>
                      </a:lnTo>
                      <a:lnTo>
                        <a:pt x="24963" y="2595"/>
                      </a:lnTo>
                      <a:lnTo>
                        <a:pt x="24879" y="2532"/>
                      </a:lnTo>
                      <a:lnTo>
                        <a:pt x="24712" y="2428"/>
                      </a:lnTo>
                      <a:lnTo>
                        <a:pt x="24586" y="2428"/>
                      </a:lnTo>
                      <a:lnTo>
                        <a:pt x="24440" y="2491"/>
                      </a:lnTo>
                      <a:lnTo>
                        <a:pt x="24356" y="2491"/>
                      </a:lnTo>
                      <a:lnTo>
                        <a:pt x="24293" y="2512"/>
                      </a:lnTo>
                      <a:lnTo>
                        <a:pt x="24147" y="2532"/>
                      </a:lnTo>
                      <a:lnTo>
                        <a:pt x="23979" y="2721"/>
                      </a:lnTo>
                      <a:lnTo>
                        <a:pt x="23854" y="2825"/>
                      </a:lnTo>
                      <a:lnTo>
                        <a:pt x="23854" y="2825"/>
                      </a:lnTo>
                      <a:lnTo>
                        <a:pt x="23958" y="2700"/>
                      </a:lnTo>
                      <a:lnTo>
                        <a:pt x="23937" y="2532"/>
                      </a:lnTo>
                      <a:lnTo>
                        <a:pt x="23958" y="2407"/>
                      </a:lnTo>
                      <a:lnTo>
                        <a:pt x="23958" y="2302"/>
                      </a:lnTo>
                      <a:lnTo>
                        <a:pt x="23770" y="2198"/>
                      </a:lnTo>
                      <a:lnTo>
                        <a:pt x="23770" y="2156"/>
                      </a:lnTo>
                      <a:lnTo>
                        <a:pt x="23875" y="2093"/>
                      </a:lnTo>
                      <a:lnTo>
                        <a:pt x="23979" y="2093"/>
                      </a:lnTo>
                      <a:lnTo>
                        <a:pt x="23979" y="2051"/>
                      </a:lnTo>
                      <a:lnTo>
                        <a:pt x="23707" y="1884"/>
                      </a:lnTo>
                      <a:lnTo>
                        <a:pt x="23665" y="1800"/>
                      </a:lnTo>
                      <a:lnTo>
                        <a:pt x="23728" y="1737"/>
                      </a:lnTo>
                      <a:lnTo>
                        <a:pt x="23875" y="1654"/>
                      </a:lnTo>
                      <a:lnTo>
                        <a:pt x="23958" y="1570"/>
                      </a:lnTo>
                      <a:lnTo>
                        <a:pt x="23917" y="1486"/>
                      </a:lnTo>
                      <a:lnTo>
                        <a:pt x="23854" y="1361"/>
                      </a:lnTo>
                      <a:lnTo>
                        <a:pt x="23812" y="1361"/>
                      </a:lnTo>
                      <a:lnTo>
                        <a:pt x="23749" y="1382"/>
                      </a:lnTo>
                      <a:lnTo>
                        <a:pt x="23707" y="1319"/>
                      </a:lnTo>
                      <a:lnTo>
                        <a:pt x="23624" y="1256"/>
                      </a:lnTo>
                      <a:lnTo>
                        <a:pt x="23519" y="1256"/>
                      </a:lnTo>
                      <a:lnTo>
                        <a:pt x="23393" y="1214"/>
                      </a:lnTo>
                      <a:lnTo>
                        <a:pt x="23331" y="1172"/>
                      </a:lnTo>
                      <a:lnTo>
                        <a:pt x="23247" y="1214"/>
                      </a:lnTo>
                      <a:lnTo>
                        <a:pt x="23121" y="1214"/>
                      </a:lnTo>
                      <a:lnTo>
                        <a:pt x="23080" y="1319"/>
                      </a:lnTo>
                      <a:lnTo>
                        <a:pt x="23080" y="1361"/>
                      </a:lnTo>
                      <a:lnTo>
                        <a:pt x="22996" y="1256"/>
                      </a:lnTo>
                      <a:lnTo>
                        <a:pt x="23038" y="1151"/>
                      </a:lnTo>
                      <a:lnTo>
                        <a:pt x="23101" y="1131"/>
                      </a:lnTo>
                      <a:lnTo>
                        <a:pt x="23101" y="1026"/>
                      </a:lnTo>
                      <a:lnTo>
                        <a:pt x="23142" y="942"/>
                      </a:lnTo>
                      <a:lnTo>
                        <a:pt x="23205" y="921"/>
                      </a:lnTo>
                      <a:lnTo>
                        <a:pt x="23205" y="817"/>
                      </a:lnTo>
                      <a:lnTo>
                        <a:pt x="23226" y="712"/>
                      </a:lnTo>
                      <a:lnTo>
                        <a:pt x="23205" y="649"/>
                      </a:lnTo>
                      <a:lnTo>
                        <a:pt x="23184" y="649"/>
                      </a:lnTo>
                      <a:lnTo>
                        <a:pt x="23038" y="796"/>
                      </a:lnTo>
                      <a:lnTo>
                        <a:pt x="23017" y="900"/>
                      </a:lnTo>
                      <a:lnTo>
                        <a:pt x="22996" y="900"/>
                      </a:lnTo>
                      <a:lnTo>
                        <a:pt x="22912" y="838"/>
                      </a:lnTo>
                      <a:lnTo>
                        <a:pt x="22808" y="900"/>
                      </a:lnTo>
                      <a:lnTo>
                        <a:pt x="22787" y="942"/>
                      </a:lnTo>
                      <a:lnTo>
                        <a:pt x="22808" y="1047"/>
                      </a:lnTo>
                      <a:lnTo>
                        <a:pt x="22724" y="1131"/>
                      </a:lnTo>
                      <a:lnTo>
                        <a:pt x="22682" y="1131"/>
                      </a:lnTo>
                      <a:lnTo>
                        <a:pt x="22661" y="1068"/>
                      </a:lnTo>
                      <a:lnTo>
                        <a:pt x="22598" y="1214"/>
                      </a:lnTo>
                      <a:lnTo>
                        <a:pt x="22598" y="1319"/>
                      </a:lnTo>
                      <a:lnTo>
                        <a:pt x="22556" y="1172"/>
                      </a:lnTo>
                      <a:lnTo>
                        <a:pt x="22556" y="1047"/>
                      </a:lnTo>
                      <a:lnTo>
                        <a:pt x="22598" y="942"/>
                      </a:lnTo>
                      <a:lnTo>
                        <a:pt x="22556" y="921"/>
                      </a:lnTo>
                      <a:lnTo>
                        <a:pt x="22473" y="1005"/>
                      </a:lnTo>
                      <a:lnTo>
                        <a:pt x="22452" y="1068"/>
                      </a:lnTo>
                      <a:lnTo>
                        <a:pt x="22368" y="1110"/>
                      </a:lnTo>
                      <a:lnTo>
                        <a:pt x="22410" y="921"/>
                      </a:lnTo>
                      <a:lnTo>
                        <a:pt x="22368" y="817"/>
                      </a:lnTo>
                      <a:lnTo>
                        <a:pt x="22264" y="817"/>
                      </a:lnTo>
                      <a:lnTo>
                        <a:pt x="22284" y="733"/>
                      </a:lnTo>
                      <a:lnTo>
                        <a:pt x="22410" y="628"/>
                      </a:lnTo>
                      <a:lnTo>
                        <a:pt x="22515" y="607"/>
                      </a:lnTo>
                      <a:lnTo>
                        <a:pt x="22661" y="712"/>
                      </a:lnTo>
                      <a:lnTo>
                        <a:pt x="22808" y="628"/>
                      </a:lnTo>
                      <a:lnTo>
                        <a:pt x="22912" y="607"/>
                      </a:lnTo>
                      <a:lnTo>
                        <a:pt x="23017" y="503"/>
                      </a:lnTo>
                      <a:lnTo>
                        <a:pt x="23017" y="440"/>
                      </a:lnTo>
                      <a:lnTo>
                        <a:pt x="23038" y="398"/>
                      </a:lnTo>
                      <a:lnTo>
                        <a:pt x="23017" y="335"/>
                      </a:lnTo>
                      <a:lnTo>
                        <a:pt x="22891" y="294"/>
                      </a:lnTo>
                      <a:lnTo>
                        <a:pt x="22828" y="294"/>
                      </a:lnTo>
                      <a:lnTo>
                        <a:pt x="22828" y="189"/>
                      </a:lnTo>
                      <a:lnTo>
                        <a:pt x="22787" y="126"/>
                      </a:lnTo>
                      <a:lnTo>
                        <a:pt x="22766" y="105"/>
                      </a:lnTo>
                      <a:lnTo>
                        <a:pt x="22787" y="84"/>
                      </a:lnTo>
                      <a:lnTo>
                        <a:pt x="22828" y="63"/>
                      </a:lnTo>
                      <a:lnTo>
                        <a:pt x="228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9" name="Google Shape;2349;p56"/>
                <p:cNvSpPr/>
                <p:nvPr/>
              </p:nvSpPr>
              <p:spPr>
                <a:xfrm>
                  <a:off x="1979950" y="2384350"/>
                  <a:ext cx="816050" cy="481275"/>
                </a:xfrm>
                <a:custGeom>
                  <a:avLst/>
                  <a:gdLst/>
                  <a:ahLst/>
                  <a:cxnLst/>
                  <a:rect l="l" t="t" r="r" b="b"/>
                  <a:pathLst>
                    <a:path w="32642" h="19251" extrusionOk="0">
                      <a:moveTo>
                        <a:pt x="2846" y="1"/>
                      </a:moveTo>
                      <a:lnTo>
                        <a:pt x="2909" y="210"/>
                      </a:lnTo>
                      <a:lnTo>
                        <a:pt x="3035" y="273"/>
                      </a:lnTo>
                      <a:lnTo>
                        <a:pt x="2993" y="356"/>
                      </a:lnTo>
                      <a:lnTo>
                        <a:pt x="2909" y="440"/>
                      </a:lnTo>
                      <a:lnTo>
                        <a:pt x="2930" y="545"/>
                      </a:lnTo>
                      <a:lnTo>
                        <a:pt x="2993" y="586"/>
                      </a:lnTo>
                      <a:lnTo>
                        <a:pt x="2972" y="649"/>
                      </a:lnTo>
                      <a:lnTo>
                        <a:pt x="2909" y="733"/>
                      </a:lnTo>
                      <a:lnTo>
                        <a:pt x="2951" y="775"/>
                      </a:lnTo>
                      <a:lnTo>
                        <a:pt x="2951" y="858"/>
                      </a:lnTo>
                      <a:lnTo>
                        <a:pt x="2993" y="900"/>
                      </a:lnTo>
                      <a:lnTo>
                        <a:pt x="2909" y="1047"/>
                      </a:lnTo>
                      <a:lnTo>
                        <a:pt x="2825" y="1089"/>
                      </a:lnTo>
                      <a:lnTo>
                        <a:pt x="2763" y="1256"/>
                      </a:lnTo>
                      <a:lnTo>
                        <a:pt x="2721" y="1298"/>
                      </a:lnTo>
                      <a:lnTo>
                        <a:pt x="2721" y="1423"/>
                      </a:lnTo>
                      <a:lnTo>
                        <a:pt x="2637" y="1486"/>
                      </a:lnTo>
                      <a:lnTo>
                        <a:pt x="2616" y="1591"/>
                      </a:lnTo>
                      <a:lnTo>
                        <a:pt x="2470" y="1674"/>
                      </a:lnTo>
                      <a:lnTo>
                        <a:pt x="2386" y="1633"/>
                      </a:lnTo>
                      <a:lnTo>
                        <a:pt x="2344" y="1570"/>
                      </a:lnTo>
                      <a:lnTo>
                        <a:pt x="2428" y="1465"/>
                      </a:lnTo>
                      <a:lnTo>
                        <a:pt x="2449" y="1507"/>
                      </a:lnTo>
                      <a:lnTo>
                        <a:pt x="2532" y="1465"/>
                      </a:lnTo>
                      <a:lnTo>
                        <a:pt x="2553" y="1528"/>
                      </a:lnTo>
                      <a:lnTo>
                        <a:pt x="2595" y="1486"/>
                      </a:lnTo>
                      <a:lnTo>
                        <a:pt x="2595" y="1361"/>
                      </a:lnTo>
                      <a:lnTo>
                        <a:pt x="2658" y="1214"/>
                      </a:lnTo>
                      <a:lnTo>
                        <a:pt x="2742" y="1151"/>
                      </a:lnTo>
                      <a:lnTo>
                        <a:pt x="2742" y="1047"/>
                      </a:lnTo>
                      <a:lnTo>
                        <a:pt x="2700" y="1068"/>
                      </a:lnTo>
                      <a:lnTo>
                        <a:pt x="2553" y="1172"/>
                      </a:lnTo>
                      <a:lnTo>
                        <a:pt x="2512" y="1214"/>
                      </a:lnTo>
                      <a:lnTo>
                        <a:pt x="2428" y="1214"/>
                      </a:lnTo>
                      <a:lnTo>
                        <a:pt x="2428" y="1172"/>
                      </a:lnTo>
                      <a:lnTo>
                        <a:pt x="2532" y="1068"/>
                      </a:lnTo>
                      <a:lnTo>
                        <a:pt x="2658" y="1005"/>
                      </a:lnTo>
                      <a:lnTo>
                        <a:pt x="2700" y="963"/>
                      </a:lnTo>
                      <a:lnTo>
                        <a:pt x="2658" y="879"/>
                      </a:lnTo>
                      <a:lnTo>
                        <a:pt x="2616" y="879"/>
                      </a:lnTo>
                      <a:lnTo>
                        <a:pt x="2532" y="900"/>
                      </a:lnTo>
                      <a:lnTo>
                        <a:pt x="2470" y="796"/>
                      </a:lnTo>
                      <a:lnTo>
                        <a:pt x="2407" y="754"/>
                      </a:lnTo>
                      <a:lnTo>
                        <a:pt x="2135" y="754"/>
                      </a:lnTo>
                      <a:lnTo>
                        <a:pt x="2009" y="649"/>
                      </a:lnTo>
                      <a:lnTo>
                        <a:pt x="1716" y="419"/>
                      </a:lnTo>
                      <a:lnTo>
                        <a:pt x="1696" y="440"/>
                      </a:lnTo>
                      <a:lnTo>
                        <a:pt x="1675" y="545"/>
                      </a:lnTo>
                      <a:lnTo>
                        <a:pt x="1591" y="754"/>
                      </a:lnTo>
                      <a:lnTo>
                        <a:pt x="1591" y="858"/>
                      </a:lnTo>
                      <a:lnTo>
                        <a:pt x="1654" y="1068"/>
                      </a:lnTo>
                      <a:lnTo>
                        <a:pt x="1591" y="1382"/>
                      </a:lnTo>
                      <a:lnTo>
                        <a:pt x="1612" y="1507"/>
                      </a:lnTo>
                      <a:lnTo>
                        <a:pt x="1591" y="1674"/>
                      </a:lnTo>
                      <a:lnTo>
                        <a:pt x="1612" y="1737"/>
                      </a:lnTo>
                      <a:lnTo>
                        <a:pt x="1675" y="1737"/>
                      </a:lnTo>
                      <a:lnTo>
                        <a:pt x="1696" y="1800"/>
                      </a:lnTo>
                      <a:lnTo>
                        <a:pt x="1654" y="1884"/>
                      </a:lnTo>
                      <a:lnTo>
                        <a:pt x="1591" y="1884"/>
                      </a:lnTo>
                      <a:lnTo>
                        <a:pt x="1570" y="1946"/>
                      </a:lnTo>
                      <a:lnTo>
                        <a:pt x="1591" y="2009"/>
                      </a:lnTo>
                      <a:lnTo>
                        <a:pt x="1696" y="2030"/>
                      </a:lnTo>
                      <a:lnTo>
                        <a:pt x="1654" y="2135"/>
                      </a:lnTo>
                      <a:lnTo>
                        <a:pt x="1654" y="2239"/>
                      </a:lnTo>
                      <a:lnTo>
                        <a:pt x="1591" y="2323"/>
                      </a:lnTo>
                      <a:lnTo>
                        <a:pt x="1549" y="2302"/>
                      </a:lnTo>
                      <a:lnTo>
                        <a:pt x="1507" y="2344"/>
                      </a:lnTo>
                      <a:lnTo>
                        <a:pt x="1507" y="2428"/>
                      </a:lnTo>
                      <a:lnTo>
                        <a:pt x="1675" y="2449"/>
                      </a:lnTo>
                      <a:lnTo>
                        <a:pt x="1821" y="2470"/>
                      </a:lnTo>
                      <a:lnTo>
                        <a:pt x="1926" y="2553"/>
                      </a:lnTo>
                      <a:lnTo>
                        <a:pt x="2072" y="2553"/>
                      </a:lnTo>
                      <a:lnTo>
                        <a:pt x="2114" y="2637"/>
                      </a:lnTo>
                      <a:lnTo>
                        <a:pt x="2135" y="2783"/>
                      </a:lnTo>
                      <a:lnTo>
                        <a:pt x="2093" y="2658"/>
                      </a:lnTo>
                      <a:lnTo>
                        <a:pt x="1988" y="2574"/>
                      </a:lnTo>
                      <a:lnTo>
                        <a:pt x="1905" y="2616"/>
                      </a:lnTo>
                      <a:lnTo>
                        <a:pt x="1821" y="2553"/>
                      </a:lnTo>
                      <a:lnTo>
                        <a:pt x="1612" y="2532"/>
                      </a:lnTo>
                      <a:lnTo>
                        <a:pt x="1570" y="2470"/>
                      </a:lnTo>
                      <a:lnTo>
                        <a:pt x="1507" y="2511"/>
                      </a:lnTo>
                      <a:lnTo>
                        <a:pt x="1507" y="2616"/>
                      </a:lnTo>
                      <a:lnTo>
                        <a:pt x="1403" y="2763"/>
                      </a:lnTo>
                      <a:lnTo>
                        <a:pt x="1403" y="2846"/>
                      </a:lnTo>
                      <a:lnTo>
                        <a:pt x="1403" y="2930"/>
                      </a:lnTo>
                      <a:lnTo>
                        <a:pt x="1340" y="3076"/>
                      </a:lnTo>
                      <a:lnTo>
                        <a:pt x="1277" y="3202"/>
                      </a:lnTo>
                      <a:lnTo>
                        <a:pt x="1131" y="3558"/>
                      </a:lnTo>
                      <a:lnTo>
                        <a:pt x="1089" y="3809"/>
                      </a:lnTo>
                      <a:lnTo>
                        <a:pt x="942" y="4102"/>
                      </a:lnTo>
                      <a:lnTo>
                        <a:pt x="921" y="4415"/>
                      </a:lnTo>
                      <a:lnTo>
                        <a:pt x="838" y="4541"/>
                      </a:lnTo>
                      <a:lnTo>
                        <a:pt x="733" y="4667"/>
                      </a:lnTo>
                      <a:lnTo>
                        <a:pt x="649" y="4855"/>
                      </a:lnTo>
                      <a:lnTo>
                        <a:pt x="608" y="4939"/>
                      </a:lnTo>
                      <a:lnTo>
                        <a:pt x="566" y="5043"/>
                      </a:lnTo>
                      <a:lnTo>
                        <a:pt x="419" y="5231"/>
                      </a:lnTo>
                      <a:lnTo>
                        <a:pt x="356" y="5336"/>
                      </a:lnTo>
                      <a:lnTo>
                        <a:pt x="398" y="5566"/>
                      </a:lnTo>
                      <a:lnTo>
                        <a:pt x="336" y="5776"/>
                      </a:lnTo>
                      <a:lnTo>
                        <a:pt x="336" y="5922"/>
                      </a:lnTo>
                      <a:lnTo>
                        <a:pt x="419" y="6027"/>
                      </a:lnTo>
                      <a:lnTo>
                        <a:pt x="356" y="6110"/>
                      </a:lnTo>
                      <a:lnTo>
                        <a:pt x="336" y="6194"/>
                      </a:lnTo>
                      <a:lnTo>
                        <a:pt x="398" y="6340"/>
                      </a:lnTo>
                      <a:lnTo>
                        <a:pt x="356" y="6592"/>
                      </a:lnTo>
                      <a:lnTo>
                        <a:pt x="315" y="6717"/>
                      </a:lnTo>
                      <a:lnTo>
                        <a:pt x="231" y="6759"/>
                      </a:lnTo>
                      <a:lnTo>
                        <a:pt x="252" y="6843"/>
                      </a:lnTo>
                      <a:lnTo>
                        <a:pt x="294" y="6864"/>
                      </a:lnTo>
                      <a:lnTo>
                        <a:pt x="231" y="7031"/>
                      </a:lnTo>
                      <a:lnTo>
                        <a:pt x="84" y="7136"/>
                      </a:lnTo>
                      <a:lnTo>
                        <a:pt x="1" y="7261"/>
                      </a:lnTo>
                      <a:lnTo>
                        <a:pt x="1" y="7387"/>
                      </a:lnTo>
                      <a:lnTo>
                        <a:pt x="105" y="7554"/>
                      </a:lnTo>
                      <a:lnTo>
                        <a:pt x="210" y="7763"/>
                      </a:lnTo>
                      <a:lnTo>
                        <a:pt x="210" y="7993"/>
                      </a:lnTo>
                      <a:lnTo>
                        <a:pt x="189" y="8119"/>
                      </a:lnTo>
                      <a:lnTo>
                        <a:pt x="126" y="8203"/>
                      </a:lnTo>
                      <a:lnTo>
                        <a:pt x="126" y="8286"/>
                      </a:lnTo>
                      <a:lnTo>
                        <a:pt x="147" y="8370"/>
                      </a:lnTo>
                      <a:lnTo>
                        <a:pt x="189" y="8496"/>
                      </a:lnTo>
                      <a:lnTo>
                        <a:pt x="126" y="8579"/>
                      </a:lnTo>
                      <a:lnTo>
                        <a:pt x="105" y="8642"/>
                      </a:lnTo>
                      <a:lnTo>
                        <a:pt x="126" y="8726"/>
                      </a:lnTo>
                      <a:lnTo>
                        <a:pt x="356" y="9102"/>
                      </a:lnTo>
                      <a:lnTo>
                        <a:pt x="398" y="9207"/>
                      </a:lnTo>
                      <a:lnTo>
                        <a:pt x="356" y="9270"/>
                      </a:lnTo>
                      <a:lnTo>
                        <a:pt x="398" y="9353"/>
                      </a:lnTo>
                      <a:lnTo>
                        <a:pt x="524" y="9479"/>
                      </a:lnTo>
                      <a:lnTo>
                        <a:pt x="545" y="9542"/>
                      </a:lnTo>
                      <a:lnTo>
                        <a:pt x="628" y="9542"/>
                      </a:lnTo>
                      <a:lnTo>
                        <a:pt x="628" y="9437"/>
                      </a:lnTo>
                      <a:lnTo>
                        <a:pt x="628" y="9312"/>
                      </a:lnTo>
                      <a:lnTo>
                        <a:pt x="712" y="9333"/>
                      </a:lnTo>
                      <a:lnTo>
                        <a:pt x="733" y="9312"/>
                      </a:lnTo>
                      <a:lnTo>
                        <a:pt x="733" y="9353"/>
                      </a:lnTo>
                      <a:lnTo>
                        <a:pt x="838" y="9353"/>
                      </a:lnTo>
                      <a:lnTo>
                        <a:pt x="859" y="9416"/>
                      </a:lnTo>
                      <a:lnTo>
                        <a:pt x="984" y="9437"/>
                      </a:lnTo>
                      <a:lnTo>
                        <a:pt x="880" y="9437"/>
                      </a:lnTo>
                      <a:lnTo>
                        <a:pt x="817" y="9479"/>
                      </a:lnTo>
                      <a:lnTo>
                        <a:pt x="754" y="9437"/>
                      </a:lnTo>
                      <a:lnTo>
                        <a:pt x="712" y="9437"/>
                      </a:lnTo>
                      <a:lnTo>
                        <a:pt x="712" y="9521"/>
                      </a:lnTo>
                      <a:lnTo>
                        <a:pt x="754" y="9542"/>
                      </a:lnTo>
                      <a:lnTo>
                        <a:pt x="754" y="9688"/>
                      </a:lnTo>
                      <a:lnTo>
                        <a:pt x="817" y="9793"/>
                      </a:lnTo>
                      <a:lnTo>
                        <a:pt x="838" y="9835"/>
                      </a:lnTo>
                      <a:lnTo>
                        <a:pt x="733" y="9793"/>
                      </a:lnTo>
                      <a:lnTo>
                        <a:pt x="670" y="9688"/>
                      </a:lnTo>
                      <a:lnTo>
                        <a:pt x="649" y="9646"/>
                      </a:lnTo>
                      <a:lnTo>
                        <a:pt x="608" y="9688"/>
                      </a:lnTo>
                      <a:lnTo>
                        <a:pt x="608" y="9772"/>
                      </a:lnTo>
                      <a:lnTo>
                        <a:pt x="545" y="9835"/>
                      </a:lnTo>
                      <a:lnTo>
                        <a:pt x="566" y="9877"/>
                      </a:lnTo>
                      <a:lnTo>
                        <a:pt x="545" y="9981"/>
                      </a:lnTo>
                      <a:lnTo>
                        <a:pt x="545" y="10086"/>
                      </a:lnTo>
                      <a:lnTo>
                        <a:pt x="608" y="10107"/>
                      </a:lnTo>
                      <a:lnTo>
                        <a:pt x="628" y="10211"/>
                      </a:lnTo>
                      <a:lnTo>
                        <a:pt x="733" y="10274"/>
                      </a:lnTo>
                      <a:lnTo>
                        <a:pt x="775" y="10358"/>
                      </a:lnTo>
                      <a:lnTo>
                        <a:pt x="775" y="10421"/>
                      </a:lnTo>
                      <a:lnTo>
                        <a:pt x="712" y="10504"/>
                      </a:lnTo>
                      <a:lnTo>
                        <a:pt x="649" y="10504"/>
                      </a:lnTo>
                      <a:lnTo>
                        <a:pt x="649" y="10567"/>
                      </a:lnTo>
                      <a:lnTo>
                        <a:pt x="670" y="10672"/>
                      </a:lnTo>
                      <a:lnTo>
                        <a:pt x="670" y="10797"/>
                      </a:lnTo>
                      <a:lnTo>
                        <a:pt x="712" y="10839"/>
                      </a:lnTo>
                      <a:lnTo>
                        <a:pt x="775" y="10923"/>
                      </a:lnTo>
                      <a:lnTo>
                        <a:pt x="817" y="11111"/>
                      </a:lnTo>
                      <a:lnTo>
                        <a:pt x="942" y="11362"/>
                      </a:lnTo>
                      <a:lnTo>
                        <a:pt x="1026" y="11509"/>
                      </a:lnTo>
                      <a:lnTo>
                        <a:pt x="1068" y="11530"/>
                      </a:lnTo>
                      <a:lnTo>
                        <a:pt x="1047" y="11571"/>
                      </a:lnTo>
                      <a:lnTo>
                        <a:pt x="1047" y="11613"/>
                      </a:lnTo>
                      <a:lnTo>
                        <a:pt x="1152" y="11718"/>
                      </a:lnTo>
                      <a:lnTo>
                        <a:pt x="1172" y="11843"/>
                      </a:lnTo>
                      <a:lnTo>
                        <a:pt x="1152" y="11990"/>
                      </a:lnTo>
                      <a:lnTo>
                        <a:pt x="1131" y="12094"/>
                      </a:lnTo>
                      <a:lnTo>
                        <a:pt x="1089" y="12136"/>
                      </a:lnTo>
                      <a:lnTo>
                        <a:pt x="1131" y="12199"/>
                      </a:lnTo>
                      <a:lnTo>
                        <a:pt x="1172" y="12262"/>
                      </a:lnTo>
                      <a:lnTo>
                        <a:pt x="1382" y="12262"/>
                      </a:lnTo>
                      <a:lnTo>
                        <a:pt x="1486" y="12283"/>
                      </a:lnTo>
                      <a:lnTo>
                        <a:pt x="1591" y="12346"/>
                      </a:lnTo>
                      <a:lnTo>
                        <a:pt x="1675" y="12366"/>
                      </a:lnTo>
                      <a:lnTo>
                        <a:pt x="1821" y="12366"/>
                      </a:lnTo>
                      <a:lnTo>
                        <a:pt x="1884" y="12450"/>
                      </a:lnTo>
                      <a:lnTo>
                        <a:pt x="1884" y="12555"/>
                      </a:lnTo>
                      <a:lnTo>
                        <a:pt x="2030" y="12618"/>
                      </a:lnTo>
                      <a:lnTo>
                        <a:pt x="2135" y="12618"/>
                      </a:lnTo>
                      <a:lnTo>
                        <a:pt x="2281" y="12680"/>
                      </a:lnTo>
                      <a:lnTo>
                        <a:pt x="2302" y="12722"/>
                      </a:lnTo>
                      <a:lnTo>
                        <a:pt x="2302" y="12827"/>
                      </a:lnTo>
                      <a:lnTo>
                        <a:pt x="2344" y="12869"/>
                      </a:lnTo>
                      <a:lnTo>
                        <a:pt x="2407" y="12827"/>
                      </a:lnTo>
                      <a:lnTo>
                        <a:pt x="2470" y="12827"/>
                      </a:lnTo>
                      <a:lnTo>
                        <a:pt x="2616" y="12973"/>
                      </a:lnTo>
                      <a:lnTo>
                        <a:pt x="2805" y="13245"/>
                      </a:lnTo>
                      <a:lnTo>
                        <a:pt x="2825" y="13434"/>
                      </a:lnTo>
                      <a:lnTo>
                        <a:pt x="2805" y="13559"/>
                      </a:lnTo>
                      <a:lnTo>
                        <a:pt x="2805" y="13664"/>
                      </a:lnTo>
                      <a:lnTo>
                        <a:pt x="4185" y="13643"/>
                      </a:lnTo>
                      <a:lnTo>
                        <a:pt x="4206" y="13706"/>
                      </a:lnTo>
                      <a:lnTo>
                        <a:pt x="4206" y="13747"/>
                      </a:lnTo>
                      <a:lnTo>
                        <a:pt x="6131" y="14647"/>
                      </a:lnTo>
                      <a:lnTo>
                        <a:pt x="7784" y="14689"/>
                      </a:lnTo>
                      <a:lnTo>
                        <a:pt x="7826" y="14480"/>
                      </a:lnTo>
                      <a:lnTo>
                        <a:pt x="8747" y="14501"/>
                      </a:lnTo>
                      <a:lnTo>
                        <a:pt x="8872" y="14584"/>
                      </a:lnTo>
                      <a:lnTo>
                        <a:pt x="8935" y="14710"/>
                      </a:lnTo>
                      <a:lnTo>
                        <a:pt x="8998" y="14773"/>
                      </a:lnTo>
                      <a:lnTo>
                        <a:pt x="9019" y="14815"/>
                      </a:lnTo>
                      <a:lnTo>
                        <a:pt x="9082" y="14815"/>
                      </a:lnTo>
                      <a:lnTo>
                        <a:pt x="9123" y="14898"/>
                      </a:lnTo>
                      <a:lnTo>
                        <a:pt x="9103" y="14961"/>
                      </a:lnTo>
                      <a:lnTo>
                        <a:pt x="9207" y="14982"/>
                      </a:lnTo>
                      <a:lnTo>
                        <a:pt x="9270" y="15066"/>
                      </a:lnTo>
                      <a:lnTo>
                        <a:pt x="9270" y="15107"/>
                      </a:lnTo>
                      <a:lnTo>
                        <a:pt x="9228" y="15170"/>
                      </a:lnTo>
                      <a:lnTo>
                        <a:pt x="9312" y="15191"/>
                      </a:lnTo>
                      <a:lnTo>
                        <a:pt x="9395" y="15233"/>
                      </a:lnTo>
                      <a:lnTo>
                        <a:pt x="9437" y="15317"/>
                      </a:lnTo>
                      <a:lnTo>
                        <a:pt x="9458" y="15442"/>
                      </a:lnTo>
                      <a:lnTo>
                        <a:pt x="9500" y="15484"/>
                      </a:lnTo>
                      <a:lnTo>
                        <a:pt x="9521" y="15505"/>
                      </a:lnTo>
                      <a:lnTo>
                        <a:pt x="9542" y="15526"/>
                      </a:lnTo>
                      <a:lnTo>
                        <a:pt x="9626" y="15610"/>
                      </a:lnTo>
                      <a:lnTo>
                        <a:pt x="9626" y="15693"/>
                      </a:lnTo>
                      <a:lnTo>
                        <a:pt x="9605" y="15714"/>
                      </a:lnTo>
                      <a:lnTo>
                        <a:pt x="9521" y="15735"/>
                      </a:lnTo>
                      <a:lnTo>
                        <a:pt x="9521" y="15756"/>
                      </a:lnTo>
                      <a:lnTo>
                        <a:pt x="9626" y="15903"/>
                      </a:lnTo>
                      <a:lnTo>
                        <a:pt x="9709" y="15965"/>
                      </a:lnTo>
                      <a:lnTo>
                        <a:pt x="9730" y="16070"/>
                      </a:lnTo>
                      <a:lnTo>
                        <a:pt x="9730" y="16112"/>
                      </a:lnTo>
                      <a:lnTo>
                        <a:pt x="9751" y="16112"/>
                      </a:lnTo>
                      <a:lnTo>
                        <a:pt x="9793" y="16133"/>
                      </a:lnTo>
                      <a:lnTo>
                        <a:pt x="9835" y="16133"/>
                      </a:lnTo>
                      <a:lnTo>
                        <a:pt x="9877" y="16154"/>
                      </a:lnTo>
                      <a:lnTo>
                        <a:pt x="9919" y="16216"/>
                      </a:lnTo>
                      <a:lnTo>
                        <a:pt x="9919" y="16237"/>
                      </a:lnTo>
                      <a:lnTo>
                        <a:pt x="9960" y="16279"/>
                      </a:lnTo>
                      <a:lnTo>
                        <a:pt x="10023" y="16279"/>
                      </a:lnTo>
                      <a:lnTo>
                        <a:pt x="10149" y="16342"/>
                      </a:lnTo>
                      <a:lnTo>
                        <a:pt x="10170" y="16384"/>
                      </a:lnTo>
                      <a:lnTo>
                        <a:pt x="10253" y="16426"/>
                      </a:lnTo>
                      <a:lnTo>
                        <a:pt x="10379" y="16467"/>
                      </a:lnTo>
                      <a:lnTo>
                        <a:pt x="10400" y="16530"/>
                      </a:lnTo>
                      <a:lnTo>
                        <a:pt x="10463" y="16530"/>
                      </a:lnTo>
                      <a:lnTo>
                        <a:pt x="10504" y="16488"/>
                      </a:lnTo>
                      <a:lnTo>
                        <a:pt x="10504" y="16467"/>
                      </a:lnTo>
                      <a:lnTo>
                        <a:pt x="10609" y="16384"/>
                      </a:lnTo>
                      <a:lnTo>
                        <a:pt x="10672" y="16384"/>
                      </a:lnTo>
                      <a:lnTo>
                        <a:pt x="10672" y="16342"/>
                      </a:lnTo>
                      <a:lnTo>
                        <a:pt x="10672" y="16321"/>
                      </a:lnTo>
                      <a:lnTo>
                        <a:pt x="10714" y="16237"/>
                      </a:lnTo>
                      <a:lnTo>
                        <a:pt x="10797" y="16070"/>
                      </a:lnTo>
                      <a:lnTo>
                        <a:pt x="10839" y="16028"/>
                      </a:lnTo>
                      <a:lnTo>
                        <a:pt x="10923" y="16007"/>
                      </a:lnTo>
                      <a:lnTo>
                        <a:pt x="10965" y="16007"/>
                      </a:lnTo>
                      <a:lnTo>
                        <a:pt x="10986" y="16028"/>
                      </a:lnTo>
                      <a:lnTo>
                        <a:pt x="11027" y="16028"/>
                      </a:lnTo>
                      <a:lnTo>
                        <a:pt x="11069" y="15944"/>
                      </a:lnTo>
                      <a:lnTo>
                        <a:pt x="11174" y="15944"/>
                      </a:lnTo>
                      <a:lnTo>
                        <a:pt x="11279" y="15965"/>
                      </a:lnTo>
                      <a:lnTo>
                        <a:pt x="11383" y="15944"/>
                      </a:lnTo>
                      <a:lnTo>
                        <a:pt x="11404" y="15965"/>
                      </a:lnTo>
                      <a:lnTo>
                        <a:pt x="11425" y="16007"/>
                      </a:lnTo>
                      <a:lnTo>
                        <a:pt x="11509" y="16007"/>
                      </a:lnTo>
                      <a:lnTo>
                        <a:pt x="11592" y="16028"/>
                      </a:lnTo>
                      <a:lnTo>
                        <a:pt x="11634" y="16133"/>
                      </a:lnTo>
                      <a:lnTo>
                        <a:pt x="11739" y="16216"/>
                      </a:lnTo>
                      <a:lnTo>
                        <a:pt x="11844" y="16363"/>
                      </a:lnTo>
                      <a:lnTo>
                        <a:pt x="11864" y="16467"/>
                      </a:lnTo>
                      <a:lnTo>
                        <a:pt x="11927" y="16530"/>
                      </a:lnTo>
                      <a:lnTo>
                        <a:pt x="11927" y="16593"/>
                      </a:lnTo>
                      <a:lnTo>
                        <a:pt x="11927" y="16760"/>
                      </a:lnTo>
                      <a:lnTo>
                        <a:pt x="12011" y="16781"/>
                      </a:lnTo>
                      <a:lnTo>
                        <a:pt x="12032" y="16865"/>
                      </a:lnTo>
                      <a:lnTo>
                        <a:pt x="12116" y="17074"/>
                      </a:lnTo>
                      <a:lnTo>
                        <a:pt x="12157" y="17095"/>
                      </a:lnTo>
                      <a:lnTo>
                        <a:pt x="12178" y="17179"/>
                      </a:lnTo>
                      <a:lnTo>
                        <a:pt x="12262" y="17221"/>
                      </a:lnTo>
                      <a:lnTo>
                        <a:pt x="12283" y="17325"/>
                      </a:lnTo>
                      <a:lnTo>
                        <a:pt x="12346" y="17430"/>
                      </a:lnTo>
                      <a:lnTo>
                        <a:pt x="12450" y="17514"/>
                      </a:lnTo>
                      <a:lnTo>
                        <a:pt x="12429" y="17618"/>
                      </a:lnTo>
                      <a:lnTo>
                        <a:pt x="12429" y="17723"/>
                      </a:lnTo>
                      <a:lnTo>
                        <a:pt x="12429" y="17786"/>
                      </a:lnTo>
                      <a:lnTo>
                        <a:pt x="12429" y="17807"/>
                      </a:lnTo>
                      <a:lnTo>
                        <a:pt x="12555" y="18141"/>
                      </a:lnTo>
                      <a:lnTo>
                        <a:pt x="12534" y="18309"/>
                      </a:lnTo>
                      <a:lnTo>
                        <a:pt x="12576" y="18351"/>
                      </a:lnTo>
                      <a:lnTo>
                        <a:pt x="12597" y="18351"/>
                      </a:lnTo>
                      <a:lnTo>
                        <a:pt x="12660" y="18372"/>
                      </a:lnTo>
                      <a:lnTo>
                        <a:pt x="12743" y="18372"/>
                      </a:lnTo>
                      <a:lnTo>
                        <a:pt x="12806" y="18413"/>
                      </a:lnTo>
                      <a:lnTo>
                        <a:pt x="12911" y="18518"/>
                      </a:lnTo>
                      <a:lnTo>
                        <a:pt x="13099" y="18560"/>
                      </a:lnTo>
                      <a:lnTo>
                        <a:pt x="13204" y="18644"/>
                      </a:lnTo>
                      <a:lnTo>
                        <a:pt x="13308" y="18644"/>
                      </a:lnTo>
                      <a:lnTo>
                        <a:pt x="13329" y="18727"/>
                      </a:lnTo>
                      <a:lnTo>
                        <a:pt x="13392" y="18748"/>
                      </a:lnTo>
                      <a:lnTo>
                        <a:pt x="13476" y="18581"/>
                      </a:lnTo>
                      <a:lnTo>
                        <a:pt x="13496" y="18455"/>
                      </a:lnTo>
                      <a:lnTo>
                        <a:pt x="13476" y="18372"/>
                      </a:lnTo>
                      <a:lnTo>
                        <a:pt x="13476" y="18120"/>
                      </a:lnTo>
                      <a:lnTo>
                        <a:pt x="13413" y="18037"/>
                      </a:lnTo>
                      <a:lnTo>
                        <a:pt x="13496" y="17911"/>
                      </a:lnTo>
                      <a:lnTo>
                        <a:pt x="13538" y="17723"/>
                      </a:lnTo>
                      <a:lnTo>
                        <a:pt x="13622" y="17618"/>
                      </a:lnTo>
                      <a:lnTo>
                        <a:pt x="13580" y="17409"/>
                      </a:lnTo>
                      <a:lnTo>
                        <a:pt x="13685" y="17367"/>
                      </a:lnTo>
                      <a:lnTo>
                        <a:pt x="13789" y="17284"/>
                      </a:lnTo>
                      <a:lnTo>
                        <a:pt x="13727" y="17200"/>
                      </a:lnTo>
                      <a:lnTo>
                        <a:pt x="13831" y="17074"/>
                      </a:lnTo>
                      <a:lnTo>
                        <a:pt x="13894" y="17095"/>
                      </a:lnTo>
                      <a:lnTo>
                        <a:pt x="13999" y="17053"/>
                      </a:lnTo>
                      <a:lnTo>
                        <a:pt x="13957" y="16907"/>
                      </a:lnTo>
                      <a:lnTo>
                        <a:pt x="13957" y="16907"/>
                      </a:lnTo>
                      <a:lnTo>
                        <a:pt x="14040" y="16970"/>
                      </a:lnTo>
                      <a:lnTo>
                        <a:pt x="14145" y="16907"/>
                      </a:lnTo>
                      <a:lnTo>
                        <a:pt x="14103" y="16865"/>
                      </a:lnTo>
                      <a:lnTo>
                        <a:pt x="14208" y="16781"/>
                      </a:lnTo>
                      <a:lnTo>
                        <a:pt x="14250" y="16802"/>
                      </a:lnTo>
                      <a:lnTo>
                        <a:pt x="14312" y="16781"/>
                      </a:lnTo>
                      <a:lnTo>
                        <a:pt x="14375" y="16865"/>
                      </a:lnTo>
                      <a:lnTo>
                        <a:pt x="14271" y="16949"/>
                      </a:lnTo>
                      <a:lnTo>
                        <a:pt x="14354" y="16949"/>
                      </a:lnTo>
                      <a:lnTo>
                        <a:pt x="14459" y="16844"/>
                      </a:lnTo>
                      <a:lnTo>
                        <a:pt x="14543" y="16844"/>
                      </a:lnTo>
                      <a:lnTo>
                        <a:pt x="14794" y="16739"/>
                      </a:lnTo>
                      <a:lnTo>
                        <a:pt x="14982" y="16551"/>
                      </a:lnTo>
                      <a:lnTo>
                        <a:pt x="15066" y="16551"/>
                      </a:lnTo>
                      <a:lnTo>
                        <a:pt x="15108" y="16488"/>
                      </a:lnTo>
                      <a:lnTo>
                        <a:pt x="15087" y="16384"/>
                      </a:lnTo>
                      <a:lnTo>
                        <a:pt x="15108" y="16258"/>
                      </a:lnTo>
                      <a:lnTo>
                        <a:pt x="15045" y="16112"/>
                      </a:lnTo>
                      <a:lnTo>
                        <a:pt x="15087" y="16175"/>
                      </a:lnTo>
                      <a:lnTo>
                        <a:pt x="15170" y="16175"/>
                      </a:lnTo>
                      <a:lnTo>
                        <a:pt x="15275" y="16070"/>
                      </a:lnTo>
                      <a:lnTo>
                        <a:pt x="15275" y="16028"/>
                      </a:lnTo>
                      <a:lnTo>
                        <a:pt x="15317" y="16133"/>
                      </a:lnTo>
                      <a:lnTo>
                        <a:pt x="15254" y="16237"/>
                      </a:lnTo>
                      <a:lnTo>
                        <a:pt x="15275" y="16321"/>
                      </a:lnTo>
                      <a:lnTo>
                        <a:pt x="15275" y="16426"/>
                      </a:lnTo>
                      <a:lnTo>
                        <a:pt x="15401" y="16384"/>
                      </a:lnTo>
                      <a:lnTo>
                        <a:pt x="15484" y="16258"/>
                      </a:lnTo>
                      <a:lnTo>
                        <a:pt x="15568" y="16258"/>
                      </a:lnTo>
                      <a:lnTo>
                        <a:pt x="15631" y="16216"/>
                      </a:lnTo>
                      <a:lnTo>
                        <a:pt x="15840" y="16154"/>
                      </a:lnTo>
                      <a:lnTo>
                        <a:pt x="16007" y="16154"/>
                      </a:lnTo>
                      <a:lnTo>
                        <a:pt x="16258" y="16237"/>
                      </a:lnTo>
                      <a:lnTo>
                        <a:pt x="16321" y="16279"/>
                      </a:lnTo>
                      <a:lnTo>
                        <a:pt x="16635" y="16321"/>
                      </a:lnTo>
                      <a:lnTo>
                        <a:pt x="16740" y="16279"/>
                      </a:lnTo>
                      <a:lnTo>
                        <a:pt x="16740" y="16237"/>
                      </a:lnTo>
                      <a:lnTo>
                        <a:pt x="16740" y="16154"/>
                      </a:lnTo>
                      <a:lnTo>
                        <a:pt x="16844" y="16133"/>
                      </a:lnTo>
                      <a:lnTo>
                        <a:pt x="16928" y="16154"/>
                      </a:lnTo>
                      <a:lnTo>
                        <a:pt x="16865" y="16216"/>
                      </a:lnTo>
                      <a:lnTo>
                        <a:pt x="16928" y="16237"/>
                      </a:lnTo>
                      <a:lnTo>
                        <a:pt x="16991" y="16216"/>
                      </a:lnTo>
                      <a:lnTo>
                        <a:pt x="17053" y="16258"/>
                      </a:lnTo>
                      <a:lnTo>
                        <a:pt x="17053" y="16342"/>
                      </a:lnTo>
                      <a:lnTo>
                        <a:pt x="17074" y="16384"/>
                      </a:lnTo>
                      <a:lnTo>
                        <a:pt x="17200" y="16363"/>
                      </a:lnTo>
                      <a:lnTo>
                        <a:pt x="17242" y="16426"/>
                      </a:lnTo>
                      <a:lnTo>
                        <a:pt x="17158" y="16488"/>
                      </a:lnTo>
                      <a:lnTo>
                        <a:pt x="17095" y="16551"/>
                      </a:lnTo>
                      <a:lnTo>
                        <a:pt x="17179" y="16572"/>
                      </a:lnTo>
                      <a:lnTo>
                        <a:pt x="17263" y="16551"/>
                      </a:lnTo>
                      <a:lnTo>
                        <a:pt x="17346" y="16593"/>
                      </a:lnTo>
                      <a:lnTo>
                        <a:pt x="17493" y="16656"/>
                      </a:lnTo>
                      <a:lnTo>
                        <a:pt x="17556" y="16572"/>
                      </a:lnTo>
                      <a:lnTo>
                        <a:pt x="17618" y="16530"/>
                      </a:lnTo>
                      <a:lnTo>
                        <a:pt x="17723" y="16593"/>
                      </a:lnTo>
                      <a:lnTo>
                        <a:pt x="17786" y="16656"/>
                      </a:lnTo>
                      <a:lnTo>
                        <a:pt x="17870" y="16635"/>
                      </a:lnTo>
                      <a:lnTo>
                        <a:pt x="17870" y="16467"/>
                      </a:lnTo>
                      <a:lnTo>
                        <a:pt x="17807" y="16363"/>
                      </a:lnTo>
                      <a:lnTo>
                        <a:pt x="17911" y="16363"/>
                      </a:lnTo>
                      <a:lnTo>
                        <a:pt x="18016" y="16488"/>
                      </a:lnTo>
                      <a:lnTo>
                        <a:pt x="18100" y="16530"/>
                      </a:lnTo>
                      <a:lnTo>
                        <a:pt x="18142" y="16593"/>
                      </a:lnTo>
                      <a:lnTo>
                        <a:pt x="18204" y="16593"/>
                      </a:lnTo>
                      <a:lnTo>
                        <a:pt x="18288" y="16635"/>
                      </a:lnTo>
                      <a:lnTo>
                        <a:pt x="18288" y="16760"/>
                      </a:lnTo>
                      <a:lnTo>
                        <a:pt x="18309" y="16677"/>
                      </a:lnTo>
                      <a:lnTo>
                        <a:pt x="18414" y="16656"/>
                      </a:lnTo>
                      <a:lnTo>
                        <a:pt x="18414" y="16635"/>
                      </a:lnTo>
                      <a:lnTo>
                        <a:pt x="18288" y="16530"/>
                      </a:lnTo>
                      <a:lnTo>
                        <a:pt x="18100" y="16447"/>
                      </a:lnTo>
                      <a:lnTo>
                        <a:pt x="18037" y="16363"/>
                      </a:lnTo>
                      <a:lnTo>
                        <a:pt x="18037" y="16258"/>
                      </a:lnTo>
                      <a:lnTo>
                        <a:pt x="18225" y="16175"/>
                      </a:lnTo>
                      <a:lnTo>
                        <a:pt x="18288" y="16154"/>
                      </a:lnTo>
                      <a:lnTo>
                        <a:pt x="18183" y="16112"/>
                      </a:lnTo>
                      <a:lnTo>
                        <a:pt x="18121" y="16049"/>
                      </a:lnTo>
                      <a:lnTo>
                        <a:pt x="18100" y="16049"/>
                      </a:lnTo>
                      <a:lnTo>
                        <a:pt x="18016" y="16112"/>
                      </a:lnTo>
                      <a:lnTo>
                        <a:pt x="17932" y="16154"/>
                      </a:lnTo>
                      <a:lnTo>
                        <a:pt x="17932" y="16070"/>
                      </a:lnTo>
                      <a:lnTo>
                        <a:pt x="18037" y="15944"/>
                      </a:lnTo>
                      <a:lnTo>
                        <a:pt x="18246" y="15861"/>
                      </a:lnTo>
                      <a:lnTo>
                        <a:pt x="18330" y="15798"/>
                      </a:lnTo>
                      <a:lnTo>
                        <a:pt x="18665" y="15735"/>
                      </a:lnTo>
                      <a:lnTo>
                        <a:pt x="18811" y="15756"/>
                      </a:lnTo>
                      <a:lnTo>
                        <a:pt x="18874" y="15735"/>
                      </a:lnTo>
                      <a:lnTo>
                        <a:pt x="18958" y="15735"/>
                      </a:lnTo>
                      <a:lnTo>
                        <a:pt x="19020" y="15651"/>
                      </a:lnTo>
                      <a:lnTo>
                        <a:pt x="19062" y="15547"/>
                      </a:lnTo>
                      <a:lnTo>
                        <a:pt x="19146" y="15547"/>
                      </a:lnTo>
                      <a:lnTo>
                        <a:pt x="19125" y="15631"/>
                      </a:lnTo>
                      <a:lnTo>
                        <a:pt x="19125" y="15714"/>
                      </a:lnTo>
                      <a:lnTo>
                        <a:pt x="19250" y="15819"/>
                      </a:lnTo>
                      <a:lnTo>
                        <a:pt x="19334" y="15756"/>
                      </a:lnTo>
                      <a:lnTo>
                        <a:pt x="19481" y="15756"/>
                      </a:lnTo>
                      <a:lnTo>
                        <a:pt x="19585" y="15735"/>
                      </a:lnTo>
                      <a:lnTo>
                        <a:pt x="19648" y="15798"/>
                      </a:lnTo>
                      <a:lnTo>
                        <a:pt x="19815" y="15756"/>
                      </a:lnTo>
                      <a:lnTo>
                        <a:pt x="19878" y="15798"/>
                      </a:lnTo>
                      <a:lnTo>
                        <a:pt x="20004" y="15714"/>
                      </a:lnTo>
                      <a:lnTo>
                        <a:pt x="20108" y="15714"/>
                      </a:lnTo>
                      <a:lnTo>
                        <a:pt x="20129" y="15735"/>
                      </a:lnTo>
                      <a:lnTo>
                        <a:pt x="20087" y="15756"/>
                      </a:lnTo>
                      <a:lnTo>
                        <a:pt x="19962" y="15756"/>
                      </a:lnTo>
                      <a:lnTo>
                        <a:pt x="19920" y="15798"/>
                      </a:lnTo>
                      <a:lnTo>
                        <a:pt x="20087" y="15819"/>
                      </a:lnTo>
                      <a:lnTo>
                        <a:pt x="20213" y="15819"/>
                      </a:lnTo>
                      <a:lnTo>
                        <a:pt x="20318" y="15903"/>
                      </a:lnTo>
                      <a:lnTo>
                        <a:pt x="20401" y="15944"/>
                      </a:lnTo>
                      <a:lnTo>
                        <a:pt x="20338" y="15861"/>
                      </a:lnTo>
                      <a:lnTo>
                        <a:pt x="20338" y="15819"/>
                      </a:lnTo>
                      <a:lnTo>
                        <a:pt x="20401" y="15819"/>
                      </a:lnTo>
                      <a:lnTo>
                        <a:pt x="20422" y="15861"/>
                      </a:lnTo>
                      <a:lnTo>
                        <a:pt x="20527" y="15944"/>
                      </a:lnTo>
                      <a:lnTo>
                        <a:pt x="20506" y="16007"/>
                      </a:lnTo>
                      <a:lnTo>
                        <a:pt x="20443" y="15944"/>
                      </a:lnTo>
                      <a:lnTo>
                        <a:pt x="20422" y="15965"/>
                      </a:lnTo>
                      <a:lnTo>
                        <a:pt x="20548" y="16049"/>
                      </a:lnTo>
                      <a:lnTo>
                        <a:pt x="20610" y="16133"/>
                      </a:lnTo>
                      <a:lnTo>
                        <a:pt x="20652" y="16175"/>
                      </a:lnTo>
                      <a:lnTo>
                        <a:pt x="20631" y="16216"/>
                      </a:lnTo>
                      <a:lnTo>
                        <a:pt x="20610" y="16154"/>
                      </a:lnTo>
                      <a:lnTo>
                        <a:pt x="20590" y="16216"/>
                      </a:lnTo>
                      <a:lnTo>
                        <a:pt x="20610" y="16258"/>
                      </a:lnTo>
                      <a:lnTo>
                        <a:pt x="20799" y="16237"/>
                      </a:lnTo>
                      <a:lnTo>
                        <a:pt x="20903" y="16216"/>
                      </a:lnTo>
                      <a:lnTo>
                        <a:pt x="21029" y="16070"/>
                      </a:lnTo>
                      <a:lnTo>
                        <a:pt x="21113" y="16070"/>
                      </a:lnTo>
                      <a:lnTo>
                        <a:pt x="21113" y="16049"/>
                      </a:lnTo>
                      <a:lnTo>
                        <a:pt x="21175" y="15965"/>
                      </a:lnTo>
                      <a:lnTo>
                        <a:pt x="21280" y="15965"/>
                      </a:lnTo>
                      <a:lnTo>
                        <a:pt x="21364" y="16007"/>
                      </a:lnTo>
                      <a:lnTo>
                        <a:pt x="21489" y="16049"/>
                      </a:lnTo>
                      <a:lnTo>
                        <a:pt x="21552" y="16258"/>
                      </a:lnTo>
                      <a:lnTo>
                        <a:pt x="21636" y="16321"/>
                      </a:lnTo>
                      <a:lnTo>
                        <a:pt x="21657" y="16321"/>
                      </a:lnTo>
                      <a:lnTo>
                        <a:pt x="21678" y="16447"/>
                      </a:lnTo>
                      <a:lnTo>
                        <a:pt x="21761" y="16488"/>
                      </a:lnTo>
                      <a:lnTo>
                        <a:pt x="21803" y="16488"/>
                      </a:lnTo>
                      <a:lnTo>
                        <a:pt x="21803" y="16551"/>
                      </a:lnTo>
                      <a:lnTo>
                        <a:pt x="21866" y="16635"/>
                      </a:lnTo>
                      <a:lnTo>
                        <a:pt x="21950" y="16656"/>
                      </a:lnTo>
                      <a:lnTo>
                        <a:pt x="22012" y="16781"/>
                      </a:lnTo>
                      <a:lnTo>
                        <a:pt x="21991" y="16907"/>
                      </a:lnTo>
                      <a:lnTo>
                        <a:pt x="21908" y="17179"/>
                      </a:lnTo>
                      <a:lnTo>
                        <a:pt x="21803" y="17409"/>
                      </a:lnTo>
                      <a:lnTo>
                        <a:pt x="21803" y="17493"/>
                      </a:lnTo>
                      <a:lnTo>
                        <a:pt x="21887" y="17597"/>
                      </a:lnTo>
                      <a:lnTo>
                        <a:pt x="21908" y="17576"/>
                      </a:lnTo>
                      <a:lnTo>
                        <a:pt x="21971" y="17493"/>
                      </a:lnTo>
                      <a:lnTo>
                        <a:pt x="21971" y="17430"/>
                      </a:lnTo>
                      <a:lnTo>
                        <a:pt x="21991" y="17388"/>
                      </a:lnTo>
                      <a:lnTo>
                        <a:pt x="22075" y="17430"/>
                      </a:lnTo>
                      <a:lnTo>
                        <a:pt x="22096" y="17535"/>
                      </a:lnTo>
                      <a:lnTo>
                        <a:pt x="21950" y="17744"/>
                      </a:lnTo>
                      <a:lnTo>
                        <a:pt x="21971" y="17807"/>
                      </a:lnTo>
                      <a:lnTo>
                        <a:pt x="21991" y="17911"/>
                      </a:lnTo>
                      <a:lnTo>
                        <a:pt x="22054" y="18016"/>
                      </a:lnTo>
                      <a:lnTo>
                        <a:pt x="22075" y="18058"/>
                      </a:lnTo>
                      <a:lnTo>
                        <a:pt x="22117" y="18037"/>
                      </a:lnTo>
                      <a:lnTo>
                        <a:pt x="22159" y="18141"/>
                      </a:lnTo>
                      <a:lnTo>
                        <a:pt x="22201" y="18100"/>
                      </a:lnTo>
                      <a:lnTo>
                        <a:pt x="22201" y="18058"/>
                      </a:lnTo>
                      <a:lnTo>
                        <a:pt x="22222" y="18100"/>
                      </a:lnTo>
                      <a:lnTo>
                        <a:pt x="22368" y="18058"/>
                      </a:lnTo>
                      <a:lnTo>
                        <a:pt x="22368" y="18058"/>
                      </a:lnTo>
                      <a:lnTo>
                        <a:pt x="22263" y="18141"/>
                      </a:lnTo>
                      <a:lnTo>
                        <a:pt x="22222" y="18246"/>
                      </a:lnTo>
                      <a:lnTo>
                        <a:pt x="22201" y="18309"/>
                      </a:lnTo>
                      <a:lnTo>
                        <a:pt x="22201" y="18351"/>
                      </a:lnTo>
                      <a:lnTo>
                        <a:pt x="22368" y="18455"/>
                      </a:lnTo>
                      <a:lnTo>
                        <a:pt x="22368" y="18581"/>
                      </a:lnTo>
                      <a:lnTo>
                        <a:pt x="22368" y="18748"/>
                      </a:lnTo>
                      <a:lnTo>
                        <a:pt x="22410" y="18769"/>
                      </a:lnTo>
                      <a:lnTo>
                        <a:pt x="22494" y="18769"/>
                      </a:lnTo>
                      <a:lnTo>
                        <a:pt x="22535" y="18853"/>
                      </a:lnTo>
                      <a:lnTo>
                        <a:pt x="22515" y="18957"/>
                      </a:lnTo>
                      <a:lnTo>
                        <a:pt x="22682" y="19062"/>
                      </a:lnTo>
                      <a:lnTo>
                        <a:pt x="22598" y="19083"/>
                      </a:lnTo>
                      <a:lnTo>
                        <a:pt x="22724" y="19146"/>
                      </a:lnTo>
                      <a:lnTo>
                        <a:pt x="22787" y="19188"/>
                      </a:lnTo>
                      <a:lnTo>
                        <a:pt x="22891" y="19250"/>
                      </a:lnTo>
                      <a:lnTo>
                        <a:pt x="22996" y="19188"/>
                      </a:lnTo>
                      <a:lnTo>
                        <a:pt x="23100" y="19167"/>
                      </a:lnTo>
                      <a:lnTo>
                        <a:pt x="23100" y="18999"/>
                      </a:lnTo>
                      <a:lnTo>
                        <a:pt x="23163" y="18895"/>
                      </a:lnTo>
                      <a:lnTo>
                        <a:pt x="23226" y="18769"/>
                      </a:lnTo>
                      <a:lnTo>
                        <a:pt x="23331" y="18560"/>
                      </a:lnTo>
                      <a:lnTo>
                        <a:pt x="23310" y="18455"/>
                      </a:lnTo>
                      <a:lnTo>
                        <a:pt x="23351" y="18413"/>
                      </a:lnTo>
                      <a:lnTo>
                        <a:pt x="23351" y="18225"/>
                      </a:lnTo>
                      <a:lnTo>
                        <a:pt x="23331" y="18162"/>
                      </a:lnTo>
                      <a:lnTo>
                        <a:pt x="23414" y="18120"/>
                      </a:lnTo>
                      <a:lnTo>
                        <a:pt x="23351" y="17932"/>
                      </a:lnTo>
                      <a:lnTo>
                        <a:pt x="23247" y="17848"/>
                      </a:lnTo>
                      <a:lnTo>
                        <a:pt x="23205" y="17493"/>
                      </a:lnTo>
                      <a:lnTo>
                        <a:pt x="23142" y="17430"/>
                      </a:lnTo>
                      <a:lnTo>
                        <a:pt x="23163" y="17263"/>
                      </a:lnTo>
                      <a:lnTo>
                        <a:pt x="23205" y="17116"/>
                      </a:lnTo>
                      <a:lnTo>
                        <a:pt x="23163" y="17011"/>
                      </a:lnTo>
                      <a:lnTo>
                        <a:pt x="23100" y="16907"/>
                      </a:lnTo>
                      <a:lnTo>
                        <a:pt x="23038" y="16656"/>
                      </a:lnTo>
                      <a:lnTo>
                        <a:pt x="22996" y="16551"/>
                      </a:lnTo>
                      <a:lnTo>
                        <a:pt x="22954" y="16279"/>
                      </a:lnTo>
                      <a:lnTo>
                        <a:pt x="22912" y="16133"/>
                      </a:lnTo>
                      <a:lnTo>
                        <a:pt x="22933" y="15903"/>
                      </a:lnTo>
                      <a:lnTo>
                        <a:pt x="22912" y="15714"/>
                      </a:lnTo>
                      <a:lnTo>
                        <a:pt x="22933" y="15379"/>
                      </a:lnTo>
                      <a:lnTo>
                        <a:pt x="22933" y="15170"/>
                      </a:lnTo>
                      <a:lnTo>
                        <a:pt x="23038" y="15003"/>
                      </a:lnTo>
                      <a:lnTo>
                        <a:pt x="23121" y="14856"/>
                      </a:lnTo>
                      <a:lnTo>
                        <a:pt x="23226" y="14815"/>
                      </a:lnTo>
                      <a:lnTo>
                        <a:pt x="23268" y="14752"/>
                      </a:lnTo>
                      <a:lnTo>
                        <a:pt x="23331" y="14752"/>
                      </a:lnTo>
                      <a:lnTo>
                        <a:pt x="23414" y="14605"/>
                      </a:lnTo>
                      <a:lnTo>
                        <a:pt x="23414" y="14543"/>
                      </a:lnTo>
                      <a:lnTo>
                        <a:pt x="23372" y="14501"/>
                      </a:lnTo>
                      <a:lnTo>
                        <a:pt x="23414" y="14480"/>
                      </a:lnTo>
                      <a:lnTo>
                        <a:pt x="23540" y="14480"/>
                      </a:lnTo>
                      <a:lnTo>
                        <a:pt x="23561" y="14396"/>
                      </a:lnTo>
                      <a:lnTo>
                        <a:pt x="23665" y="14396"/>
                      </a:lnTo>
                      <a:lnTo>
                        <a:pt x="23686" y="14354"/>
                      </a:lnTo>
                      <a:lnTo>
                        <a:pt x="23875" y="14333"/>
                      </a:lnTo>
                      <a:lnTo>
                        <a:pt x="23937" y="14250"/>
                      </a:lnTo>
                      <a:lnTo>
                        <a:pt x="24063" y="14250"/>
                      </a:lnTo>
                      <a:lnTo>
                        <a:pt x="24084" y="14187"/>
                      </a:lnTo>
                      <a:lnTo>
                        <a:pt x="24168" y="14187"/>
                      </a:lnTo>
                      <a:lnTo>
                        <a:pt x="24209" y="14229"/>
                      </a:lnTo>
                      <a:lnTo>
                        <a:pt x="24314" y="14082"/>
                      </a:lnTo>
                      <a:lnTo>
                        <a:pt x="24314" y="14040"/>
                      </a:lnTo>
                      <a:lnTo>
                        <a:pt x="24377" y="14040"/>
                      </a:lnTo>
                      <a:lnTo>
                        <a:pt x="24481" y="13957"/>
                      </a:lnTo>
                      <a:lnTo>
                        <a:pt x="24481" y="13873"/>
                      </a:lnTo>
                      <a:lnTo>
                        <a:pt x="24691" y="13601"/>
                      </a:lnTo>
                      <a:lnTo>
                        <a:pt x="24795" y="13496"/>
                      </a:lnTo>
                      <a:lnTo>
                        <a:pt x="24984" y="13496"/>
                      </a:lnTo>
                      <a:lnTo>
                        <a:pt x="25025" y="13517"/>
                      </a:lnTo>
                      <a:lnTo>
                        <a:pt x="25088" y="13517"/>
                      </a:lnTo>
                      <a:lnTo>
                        <a:pt x="25193" y="13329"/>
                      </a:lnTo>
                      <a:lnTo>
                        <a:pt x="25465" y="13099"/>
                      </a:lnTo>
                      <a:lnTo>
                        <a:pt x="25737" y="12931"/>
                      </a:lnTo>
                      <a:lnTo>
                        <a:pt x="25862" y="12910"/>
                      </a:lnTo>
                      <a:lnTo>
                        <a:pt x="25925" y="12890"/>
                      </a:lnTo>
                      <a:lnTo>
                        <a:pt x="25988" y="12890"/>
                      </a:lnTo>
                      <a:lnTo>
                        <a:pt x="25988" y="12910"/>
                      </a:lnTo>
                      <a:lnTo>
                        <a:pt x="26092" y="12910"/>
                      </a:lnTo>
                      <a:lnTo>
                        <a:pt x="26197" y="12785"/>
                      </a:lnTo>
                      <a:lnTo>
                        <a:pt x="26155" y="12785"/>
                      </a:lnTo>
                      <a:lnTo>
                        <a:pt x="26134" y="12722"/>
                      </a:lnTo>
                      <a:lnTo>
                        <a:pt x="26030" y="12827"/>
                      </a:lnTo>
                      <a:lnTo>
                        <a:pt x="25883" y="12806"/>
                      </a:lnTo>
                      <a:lnTo>
                        <a:pt x="25820" y="12722"/>
                      </a:lnTo>
                      <a:lnTo>
                        <a:pt x="25925" y="12785"/>
                      </a:lnTo>
                      <a:lnTo>
                        <a:pt x="26051" y="12701"/>
                      </a:lnTo>
                      <a:lnTo>
                        <a:pt x="26030" y="12680"/>
                      </a:lnTo>
                      <a:lnTo>
                        <a:pt x="26092" y="12618"/>
                      </a:lnTo>
                      <a:lnTo>
                        <a:pt x="26051" y="12555"/>
                      </a:lnTo>
                      <a:lnTo>
                        <a:pt x="25925" y="12513"/>
                      </a:lnTo>
                      <a:lnTo>
                        <a:pt x="25862" y="12471"/>
                      </a:lnTo>
                      <a:lnTo>
                        <a:pt x="25946" y="12471"/>
                      </a:lnTo>
                      <a:lnTo>
                        <a:pt x="26030" y="12492"/>
                      </a:lnTo>
                      <a:lnTo>
                        <a:pt x="26092" y="12471"/>
                      </a:lnTo>
                      <a:lnTo>
                        <a:pt x="26092" y="12387"/>
                      </a:lnTo>
                      <a:lnTo>
                        <a:pt x="26155" y="12513"/>
                      </a:lnTo>
                      <a:lnTo>
                        <a:pt x="26239" y="12492"/>
                      </a:lnTo>
                      <a:lnTo>
                        <a:pt x="26302" y="12555"/>
                      </a:lnTo>
                      <a:lnTo>
                        <a:pt x="26364" y="12513"/>
                      </a:lnTo>
                      <a:lnTo>
                        <a:pt x="26385" y="12408"/>
                      </a:lnTo>
                      <a:lnTo>
                        <a:pt x="26511" y="12304"/>
                      </a:lnTo>
                      <a:lnTo>
                        <a:pt x="26553" y="12304"/>
                      </a:lnTo>
                      <a:lnTo>
                        <a:pt x="26574" y="12199"/>
                      </a:lnTo>
                      <a:lnTo>
                        <a:pt x="26553" y="12094"/>
                      </a:lnTo>
                      <a:lnTo>
                        <a:pt x="26511" y="12094"/>
                      </a:lnTo>
                      <a:lnTo>
                        <a:pt x="26448" y="12241"/>
                      </a:lnTo>
                      <a:lnTo>
                        <a:pt x="26448" y="12283"/>
                      </a:lnTo>
                      <a:lnTo>
                        <a:pt x="26385" y="12262"/>
                      </a:lnTo>
                      <a:lnTo>
                        <a:pt x="26364" y="12094"/>
                      </a:lnTo>
                      <a:lnTo>
                        <a:pt x="26344" y="12074"/>
                      </a:lnTo>
                      <a:lnTo>
                        <a:pt x="26092" y="12094"/>
                      </a:lnTo>
                      <a:lnTo>
                        <a:pt x="25967" y="12157"/>
                      </a:lnTo>
                      <a:lnTo>
                        <a:pt x="25988" y="12074"/>
                      </a:lnTo>
                      <a:lnTo>
                        <a:pt x="25988" y="11927"/>
                      </a:lnTo>
                      <a:lnTo>
                        <a:pt x="26051" y="11885"/>
                      </a:lnTo>
                      <a:lnTo>
                        <a:pt x="26092" y="11990"/>
                      </a:lnTo>
                      <a:lnTo>
                        <a:pt x="26176" y="12032"/>
                      </a:lnTo>
                      <a:lnTo>
                        <a:pt x="26239" y="11969"/>
                      </a:lnTo>
                      <a:lnTo>
                        <a:pt x="26385" y="11948"/>
                      </a:lnTo>
                      <a:lnTo>
                        <a:pt x="26406" y="11885"/>
                      </a:lnTo>
                      <a:lnTo>
                        <a:pt x="26490" y="11885"/>
                      </a:lnTo>
                      <a:lnTo>
                        <a:pt x="26511" y="11843"/>
                      </a:lnTo>
                      <a:lnTo>
                        <a:pt x="26490" y="11718"/>
                      </a:lnTo>
                      <a:lnTo>
                        <a:pt x="26448" y="11655"/>
                      </a:lnTo>
                      <a:lnTo>
                        <a:pt x="26469" y="11613"/>
                      </a:lnTo>
                      <a:lnTo>
                        <a:pt x="26511" y="11634"/>
                      </a:lnTo>
                      <a:lnTo>
                        <a:pt x="26574" y="11530"/>
                      </a:lnTo>
                      <a:lnTo>
                        <a:pt x="26511" y="11425"/>
                      </a:lnTo>
                      <a:lnTo>
                        <a:pt x="26469" y="11362"/>
                      </a:lnTo>
                      <a:lnTo>
                        <a:pt x="26385" y="11404"/>
                      </a:lnTo>
                      <a:lnTo>
                        <a:pt x="26302" y="11362"/>
                      </a:lnTo>
                      <a:lnTo>
                        <a:pt x="26260" y="11237"/>
                      </a:lnTo>
                      <a:lnTo>
                        <a:pt x="26176" y="11237"/>
                      </a:lnTo>
                      <a:lnTo>
                        <a:pt x="26092" y="11195"/>
                      </a:lnTo>
                      <a:lnTo>
                        <a:pt x="26030" y="11111"/>
                      </a:lnTo>
                      <a:lnTo>
                        <a:pt x="26030" y="11111"/>
                      </a:lnTo>
                      <a:lnTo>
                        <a:pt x="26092" y="11153"/>
                      </a:lnTo>
                      <a:lnTo>
                        <a:pt x="26260" y="11153"/>
                      </a:lnTo>
                      <a:lnTo>
                        <a:pt x="26302" y="11257"/>
                      </a:lnTo>
                      <a:lnTo>
                        <a:pt x="26385" y="11299"/>
                      </a:lnTo>
                      <a:lnTo>
                        <a:pt x="26406" y="11216"/>
                      </a:lnTo>
                      <a:lnTo>
                        <a:pt x="26281" y="11090"/>
                      </a:lnTo>
                      <a:lnTo>
                        <a:pt x="26385" y="11111"/>
                      </a:lnTo>
                      <a:lnTo>
                        <a:pt x="26406" y="11048"/>
                      </a:lnTo>
                      <a:lnTo>
                        <a:pt x="26448" y="11027"/>
                      </a:lnTo>
                      <a:lnTo>
                        <a:pt x="26406" y="10944"/>
                      </a:lnTo>
                      <a:lnTo>
                        <a:pt x="26281" y="10881"/>
                      </a:lnTo>
                      <a:lnTo>
                        <a:pt x="26239" y="10713"/>
                      </a:lnTo>
                      <a:lnTo>
                        <a:pt x="26281" y="10734"/>
                      </a:lnTo>
                      <a:lnTo>
                        <a:pt x="26344" y="10839"/>
                      </a:lnTo>
                      <a:lnTo>
                        <a:pt x="26406" y="10839"/>
                      </a:lnTo>
                      <a:lnTo>
                        <a:pt x="26448" y="10734"/>
                      </a:lnTo>
                      <a:lnTo>
                        <a:pt x="26448" y="10630"/>
                      </a:lnTo>
                      <a:lnTo>
                        <a:pt x="26344" y="10588"/>
                      </a:lnTo>
                      <a:lnTo>
                        <a:pt x="26197" y="10421"/>
                      </a:lnTo>
                      <a:lnTo>
                        <a:pt x="26092" y="10379"/>
                      </a:lnTo>
                      <a:lnTo>
                        <a:pt x="26030" y="10274"/>
                      </a:lnTo>
                      <a:lnTo>
                        <a:pt x="25946" y="10253"/>
                      </a:lnTo>
                      <a:lnTo>
                        <a:pt x="25946" y="10149"/>
                      </a:lnTo>
                      <a:lnTo>
                        <a:pt x="26030" y="10044"/>
                      </a:lnTo>
                      <a:lnTo>
                        <a:pt x="25967" y="10149"/>
                      </a:lnTo>
                      <a:lnTo>
                        <a:pt x="25988" y="10190"/>
                      </a:lnTo>
                      <a:lnTo>
                        <a:pt x="26051" y="10211"/>
                      </a:lnTo>
                      <a:lnTo>
                        <a:pt x="26134" y="10316"/>
                      </a:lnTo>
                      <a:lnTo>
                        <a:pt x="26239" y="10358"/>
                      </a:lnTo>
                      <a:lnTo>
                        <a:pt x="26364" y="10504"/>
                      </a:lnTo>
                      <a:lnTo>
                        <a:pt x="26385" y="10504"/>
                      </a:lnTo>
                      <a:lnTo>
                        <a:pt x="26406" y="10274"/>
                      </a:lnTo>
                      <a:lnTo>
                        <a:pt x="26406" y="10169"/>
                      </a:lnTo>
                      <a:lnTo>
                        <a:pt x="26406" y="10086"/>
                      </a:lnTo>
                      <a:lnTo>
                        <a:pt x="26385" y="10044"/>
                      </a:lnTo>
                      <a:lnTo>
                        <a:pt x="26406" y="9856"/>
                      </a:lnTo>
                      <a:lnTo>
                        <a:pt x="26448" y="9793"/>
                      </a:lnTo>
                      <a:lnTo>
                        <a:pt x="26409" y="9728"/>
                      </a:lnTo>
                      <a:lnTo>
                        <a:pt x="26409" y="9728"/>
                      </a:lnTo>
                      <a:lnTo>
                        <a:pt x="26490" y="9667"/>
                      </a:lnTo>
                      <a:lnTo>
                        <a:pt x="26616" y="9563"/>
                      </a:lnTo>
                      <a:lnTo>
                        <a:pt x="26657" y="9458"/>
                      </a:lnTo>
                      <a:lnTo>
                        <a:pt x="26657" y="9437"/>
                      </a:lnTo>
                      <a:lnTo>
                        <a:pt x="26678" y="9458"/>
                      </a:lnTo>
                      <a:lnTo>
                        <a:pt x="26657" y="9584"/>
                      </a:lnTo>
                      <a:lnTo>
                        <a:pt x="26678" y="9625"/>
                      </a:lnTo>
                      <a:lnTo>
                        <a:pt x="26574" y="9667"/>
                      </a:lnTo>
                      <a:lnTo>
                        <a:pt x="26511" y="9793"/>
                      </a:lnTo>
                      <a:lnTo>
                        <a:pt x="26595" y="9960"/>
                      </a:lnTo>
                      <a:lnTo>
                        <a:pt x="26574" y="10107"/>
                      </a:lnTo>
                      <a:lnTo>
                        <a:pt x="26490" y="10253"/>
                      </a:lnTo>
                      <a:lnTo>
                        <a:pt x="26490" y="10358"/>
                      </a:lnTo>
                      <a:lnTo>
                        <a:pt x="26595" y="10462"/>
                      </a:lnTo>
                      <a:lnTo>
                        <a:pt x="26616" y="10400"/>
                      </a:lnTo>
                      <a:lnTo>
                        <a:pt x="26657" y="10462"/>
                      </a:lnTo>
                      <a:lnTo>
                        <a:pt x="26699" y="10462"/>
                      </a:lnTo>
                      <a:lnTo>
                        <a:pt x="26699" y="10483"/>
                      </a:lnTo>
                      <a:lnTo>
                        <a:pt x="26678" y="10525"/>
                      </a:lnTo>
                      <a:lnTo>
                        <a:pt x="26699" y="10609"/>
                      </a:lnTo>
                      <a:lnTo>
                        <a:pt x="26825" y="10609"/>
                      </a:lnTo>
                      <a:lnTo>
                        <a:pt x="26762" y="10672"/>
                      </a:lnTo>
                      <a:lnTo>
                        <a:pt x="26762" y="10693"/>
                      </a:lnTo>
                      <a:lnTo>
                        <a:pt x="26699" y="10797"/>
                      </a:lnTo>
                      <a:lnTo>
                        <a:pt x="26699" y="10881"/>
                      </a:lnTo>
                      <a:lnTo>
                        <a:pt x="26657" y="10985"/>
                      </a:lnTo>
                      <a:lnTo>
                        <a:pt x="26616" y="11111"/>
                      </a:lnTo>
                      <a:lnTo>
                        <a:pt x="26616" y="11216"/>
                      </a:lnTo>
                      <a:lnTo>
                        <a:pt x="26657" y="11153"/>
                      </a:lnTo>
                      <a:lnTo>
                        <a:pt x="26678" y="11111"/>
                      </a:lnTo>
                      <a:lnTo>
                        <a:pt x="26783" y="10902"/>
                      </a:lnTo>
                      <a:lnTo>
                        <a:pt x="26804" y="10944"/>
                      </a:lnTo>
                      <a:lnTo>
                        <a:pt x="26804" y="11006"/>
                      </a:lnTo>
                      <a:lnTo>
                        <a:pt x="26825" y="10944"/>
                      </a:lnTo>
                      <a:lnTo>
                        <a:pt x="26825" y="10881"/>
                      </a:lnTo>
                      <a:lnTo>
                        <a:pt x="26909" y="10776"/>
                      </a:lnTo>
                      <a:lnTo>
                        <a:pt x="26992" y="10525"/>
                      </a:lnTo>
                      <a:lnTo>
                        <a:pt x="27118" y="10462"/>
                      </a:lnTo>
                      <a:lnTo>
                        <a:pt x="27222" y="10253"/>
                      </a:lnTo>
                      <a:lnTo>
                        <a:pt x="27222" y="10086"/>
                      </a:lnTo>
                      <a:lnTo>
                        <a:pt x="27139" y="9897"/>
                      </a:lnTo>
                      <a:lnTo>
                        <a:pt x="27097" y="9856"/>
                      </a:lnTo>
                      <a:lnTo>
                        <a:pt x="27076" y="9688"/>
                      </a:lnTo>
                      <a:lnTo>
                        <a:pt x="27013" y="9625"/>
                      </a:lnTo>
                      <a:lnTo>
                        <a:pt x="27013" y="9521"/>
                      </a:lnTo>
                      <a:lnTo>
                        <a:pt x="27076" y="9416"/>
                      </a:lnTo>
                      <a:lnTo>
                        <a:pt x="27181" y="9312"/>
                      </a:lnTo>
                      <a:lnTo>
                        <a:pt x="27306" y="9249"/>
                      </a:lnTo>
                      <a:lnTo>
                        <a:pt x="27118" y="9458"/>
                      </a:lnTo>
                      <a:lnTo>
                        <a:pt x="27076" y="9542"/>
                      </a:lnTo>
                      <a:lnTo>
                        <a:pt x="27118" y="9625"/>
                      </a:lnTo>
                      <a:lnTo>
                        <a:pt x="27243" y="9751"/>
                      </a:lnTo>
                      <a:lnTo>
                        <a:pt x="27327" y="9730"/>
                      </a:lnTo>
                      <a:lnTo>
                        <a:pt x="27390" y="9772"/>
                      </a:lnTo>
                      <a:lnTo>
                        <a:pt x="27327" y="9939"/>
                      </a:lnTo>
                      <a:lnTo>
                        <a:pt x="27327" y="9939"/>
                      </a:lnTo>
                      <a:lnTo>
                        <a:pt x="27411" y="9877"/>
                      </a:lnTo>
                      <a:lnTo>
                        <a:pt x="27432" y="9897"/>
                      </a:lnTo>
                      <a:lnTo>
                        <a:pt x="27515" y="9793"/>
                      </a:lnTo>
                      <a:lnTo>
                        <a:pt x="27515" y="9730"/>
                      </a:lnTo>
                      <a:lnTo>
                        <a:pt x="27557" y="9730"/>
                      </a:lnTo>
                      <a:lnTo>
                        <a:pt x="27620" y="9646"/>
                      </a:lnTo>
                      <a:lnTo>
                        <a:pt x="27704" y="9625"/>
                      </a:lnTo>
                      <a:lnTo>
                        <a:pt x="27745" y="9458"/>
                      </a:lnTo>
                      <a:lnTo>
                        <a:pt x="27808" y="9374"/>
                      </a:lnTo>
                      <a:lnTo>
                        <a:pt x="27850" y="9374"/>
                      </a:lnTo>
                      <a:lnTo>
                        <a:pt x="27913" y="9270"/>
                      </a:lnTo>
                      <a:lnTo>
                        <a:pt x="27934" y="9207"/>
                      </a:lnTo>
                      <a:lnTo>
                        <a:pt x="27934" y="9144"/>
                      </a:lnTo>
                      <a:lnTo>
                        <a:pt x="27976" y="9040"/>
                      </a:lnTo>
                      <a:lnTo>
                        <a:pt x="27976" y="8998"/>
                      </a:lnTo>
                      <a:lnTo>
                        <a:pt x="28038" y="8914"/>
                      </a:lnTo>
                      <a:lnTo>
                        <a:pt x="28017" y="8830"/>
                      </a:lnTo>
                      <a:lnTo>
                        <a:pt x="27955" y="8789"/>
                      </a:lnTo>
                      <a:lnTo>
                        <a:pt x="27913" y="8705"/>
                      </a:lnTo>
                      <a:lnTo>
                        <a:pt x="28059" y="8621"/>
                      </a:lnTo>
                      <a:lnTo>
                        <a:pt x="28059" y="8537"/>
                      </a:lnTo>
                      <a:lnTo>
                        <a:pt x="28164" y="8475"/>
                      </a:lnTo>
                      <a:lnTo>
                        <a:pt x="28248" y="8433"/>
                      </a:lnTo>
                      <a:lnTo>
                        <a:pt x="28436" y="8328"/>
                      </a:lnTo>
                      <a:lnTo>
                        <a:pt x="28561" y="8328"/>
                      </a:lnTo>
                      <a:lnTo>
                        <a:pt x="28750" y="8203"/>
                      </a:lnTo>
                      <a:lnTo>
                        <a:pt x="28813" y="8203"/>
                      </a:lnTo>
                      <a:lnTo>
                        <a:pt x="28854" y="8224"/>
                      </a:lnTo>
                      <a:lnTo>
                        <a:pt x="29085" y="8203"/>
                      </a:lnTo>
                      <a:lnTo>
                        <a:pt x="29189" y="8265"/>
                      </a:lnTo>
                      <a:lnTo>
                        <a:pt x="29336" y="8203"/>
                      </a:lnTo>
                      <a:lnTo>
                        <a:pt x="29587" y="8203"/>
                      </a:lnTo>
                      <a:lnTo>
                        <a:pt x="29629" y="8182"/>
                      </a:lnTo>
                      <a:lnTo>
                        <a:pt x="29608" y="8119"/>
                      </a:lnTo>
                      <a:lnTo>
                        <a:pt x="29608" y="7972"/>
                      </a:lnTo>
                      <a:lnTo>
                        <a:pt x="29608" y="7847"/>
                      </a:lnTo>
                      <a:lnTo>
                        <a:pt x="29733" y="7952"/>
                      </a:lnTo>
                      <a:lnTo>
                        <a:pt x="29733" y="8077"/>
                      </a:lnTo>
                      <a:lnTo>
                        <a:pt x="29712" y="8161"/>
                      </a:lnTo>
                      <a:lnTo>
                        <a:pt x="29796" y="8161"/>
                      </a:lnTo>
                      <a:lnTo>
                        <a:pt x="29901" y="8056"/>
                      </a:lnTo>
                      <a:lnTo>
                        <a:pt x="30005" y="7868"/>
                      </a:lnTo>
                      <a:lnTo>
                        <a:pt x="30047" y="7972"/>
                      </a:lnTo>
                      <a:lnTo>
                        <a:pt x="30047" y="8056"/>
                      </a:lnTo>
                      <a:lnTo>
                        <a:pt x="30131" y="8077"/>
                      </a:lnTo>
                      <a:lnTo>
                        <a:pt x="30382" y="7952"/>
                      </a:lnTo>
                      <a:lnTo>
                        <a:pt x="30466" y="7805"/>
                      </a:lnTo>
                      <a:lnTo>
                        <a:pt x="30424" y="7596"/>
                      </a:lnTo>
                      <a:lnTo>
                        <a:pt x="30361" y="7638"/>
                      </a:lnTo>
                      <a:lnTo>
                        <a:pt x="30361" y="7742"/>
                      </a:lnTo>
                      <a:lnTo>
                        <a:pt x="30319" y="7868"/>
                      </a:lnTo>
                      <a:lnTo>
                        <a:pt x="30152" y="7868"/>
                      </a:lnTo>
                      <a:lnTo>
                        <a:pt x="30131" y="7763"/>
                      </a:lnTo>
                      <a:lnTo>
                        <a:pt x="30068" y="7575"/>
                      </a:lnTo>
                      <a:lnTo>
                        <a:pt x="29922" y="7491"/>
                      </a:lnTo>
                      <a:lnTo>
                        <a:pt x="29922" y="7449"/>
                      </a:lnTo>
                      <a:lnTo>
                        <a:pt x="30131" y="7261"/>
                      </a:lnTo>
                      <a:lnTo>
                        <a:pt x="30131" y="7177"/>
                      </a:lnTo>
                      <a:lnTo>
                        <a:pt x="30047" y="7177"/>
                      </a:lnTo>
                      <a:lnTo>
                        <a:pt x="30047" y="7115"/>
                      </a:lnTo>
                      <a:lnTo>
                        <a:pt x="30131" y="7052"/>
                      </a:lnTo>
                      <a:lnTo>
                        <a:pt x="30152" y="6968"/>
                      </a:lnTo>
                      <a:lnTo>
                        <a:pt x="30214" y="6905"/>
                      </a:lnTo>
                      <a:lnTo>
                        <a:pt x="30277" y="6696"/>
                      </a:lnTo>
                      <a:lnTo>
                        <a:pt x="30486" y="6529"/>
                      </a:lnTo>
                      <a:lnTo>
                        <a:pt x="30570" y="6382"/>
                      </a:lnTo>
                      <a:lnTo>
                        <a:pt x="30633" y="6382"/>
                      </a:lnTo>
                      <a:lnTo>
                        <a:pt x="30696" y="6278"/>
                      </a:lnTo>
                      <a:lnTo>
                        <a:pt x="30696" y="6340"/>
                      </a:lnTo>
                      <a:lnTo>
                        <a:pt x="30779" y="6382"/>
                      </a:lnTo>
                      <a:lnTo>
                        <a:pt x="30842" y="6299"/>
                      </a:lnTo>
                      <a:lnTo>
                        <a:pt x="30905" y="6173"/>
                      </a:lnTo>
                      <a:lnTo>
                        <a:pt x="30905" y="6299"/>
                      </a:lnTo>
                      <a:lnTo>
                        <a:pt x="30989" y="6299"/>
                      </a:lnTo>
                      <a:lnTo>
                        <a:pt x="31051" y="6173"/>
                      </a:lnTo>
                      <a:lnTo>
                        <a:pt x="31093" y="6215"/>
                      </a:lnTo>
                      <a:lnTo>
                        <a:pt x="31156" y="6173"/>
                      </a:lnTo>
                      <a:lnTo>
                        <a:pt x="31261" y="6006"/>
                      </a:lnTo>
                      <a:lnTo>
                        <a:pt x="31407" y="5796"/>
                      </a:lnTo>
                      <a:lnTo>
                        <a:pt x="31386" y="5922"/>
                      </a:lnTo>
                      <a:lnTo>
                        <a:pt x="31407" y="6006"/>
                      </a:lnTo>
                      <a:lnTo>
                        <a:pt x="31512" y="6006"/>
                      </a:lnTo>
                      <a:lnTo>
                        <a:pt x="31616" y="5880"/>
                      </a:lnTo>
                      <a:lnTo>
                        <a:pt x="31742" y="5880"/>
                      </a:lnTo>
                      <a:lnTo>
                        <a:pt x="31784" y="6006"/>
                      </a:lnTo>
                      <a:lnTo>
                        <a:pt x="31846" y="6006"/>
                      </a:lnTo>
                      <a:lnTo>
                        <a:pt x="31951" y="5880"/>
                      </a:lnTo>
                      <a:lnTo>
                        <a:pt x="32035" y="5922"/>
                      </a:lnTo>
                      <a:lnTo>
                        <a:pt x="32098" y="5901"/>
                      </a:lnTo>
                      <a:lnTo>
                        <a:pt x="32202" y="5817"/>
                      </a:lnTo>
                      <a:lnTo>
                        <a:pt x="32307" y="5817"/>
                      </a:lnTo>
                      <a:lnTo>
                        <a:pt x="32432" y="5755"/>
                      </a:lnTo>
                      <a:lnTo>
                        <a:pt x="32474" y="5817"/>
                      </a:lnTo>
                      <a:lnTo>
                        <a:pt x="32558" y="5796"/>
                      </a:lnTo>
                      <a:lnTo>
                        <a:pt x="32642" y="5713"/>
                      </a:lnTo>
                      <a:lnTo>
                        <a:pt x="32537" y="5650"/>
                      </a:lnTo>
                      <a:lnTo>
                        <a:pt x="32474" y="5713"/>
                      </a:lnTo>
                      <a:lnTo>
                        <a:pt x="32411" y="5650"/>
                      </a:lnTo>
                      <a:lnTo>
                        <a:pt x="32453" y="5504"/>
                      </a:lnTo>
                      <a:lnTo>
                        <a:pt x="32223" y="5378"/>
                      </a:lnTo>
                      <a:lnTo>
                        <a:pt x="32202" y="5357"/>
                      </a:lnTo>
                      <a:lnTo>
                        <a:pt x="32223" y="5294"/>
                      </a:lnTo>
                      <a:lnTo>
                        <a:pt x="32223" y="5252"/>
                      </a:lnTo>
                      <a:lnTo>
                        <a:pt x="32223" y="5169"/>
                      </a:lnTo>
                      <a:lnTo>
                        <a:pt x="32244" y="5085"/>
                      </a:lnTo>
                      <a:lnTo>
                        <a:pt x="32202" y="5022"/>
                      </a:lnTo>
                      <a:lnTo>
                        <a:pt x="32139" y="4959"/>
                      </a:lnTo>
                      <a:lnTo>
                        <a:pt x="32098" y="4939"/>
                      </a:lnTo>
                      <a:lnTo>
                        <a:pt x="32118" y="4855"/>
                      </a:lnTo>
                      <a:lnTo>
                        <a:pt x="32244" y="4123"/>
                      </a:lnTo>
                      <a:lnTo>
                        <a:pt x="32244" y="3934"/>
                      </a:lnTo>
                      <a:lnTo>
                        <a:pt x="32014" y="3725"/>
                      </a:lnTo>
                      <a:lnTo>
                        <a:pt x="31951" y="3788"/>
                      </a:lnTo>
                      <a:lnTo>
                        <a:pt x="31805" y="3725"/>
                      </a:lnTo>
                      <a:lnTo>
                        <a:pt x="31700" y="3767"/>
                      </a:lnTo>
                      <a:lnTo>
                        <a:pt x="31616" y="3683"/>
                      </a:lnTo>
                      <a:lnTo>
                        <a:pt x="31533" y="3662"/>
                      </a:lnTo>
                      <a:lnTo>
                        <a:pt x="31512" y="3662"/>
                      </a:lnTo>
                      <a:lnTo>
                        <a:pt x="31407" y="3767"/>
                      </a:lnTo>
                      <a:lnTo>
                        <a:pt x="31365" y="3830"/>
                      </a:lnTo>
                      <a:lnTo>
                        <a:pt x="31156" y="4081"/>
                      </a:lnTo>
                      <a:lnTo>
                        <a:pt x="31072" y="4206"/>
                      </a:lnTo>
                      <a:lnTo>
                        <a:pt x="31072" y="4311"/>
                      </a:lnTo>
                      <a:lnTo>
                        <a:pt x="30905" y="4395"/>
                      </a:lnTo>
                      <a:lnTo>
                        <a:pt x="30905" y="4520"/>
                      </a:lnTo>
                      <a:lnTo>
                        <a:pt x="30863" y="4625"/>
                      </a:lnTo>
                      <a:lnTo>
                        <a:pt x="30696" y="4813"/>
                      </a:lnTo>
                      <a:lnTo>
                        <a:pt x="30633" y="4834"/>
                      </a:lnTo>
                      <a:lnTo>
                        <a:pt x="30445" y="5043"/>
                      </a:lnTo>
                      <a:lnTo>
                        <a:pt x="30424" y="5127"/>
                      </a:lnTo>
                      <a:lnTo>
                        <a:pt x="30340" y="5169"/>
                      </a:lnTo>
                      <a:lnTo>
                        <a:pt x="30235" y="5148"/>
                      </a:lnTo>
                      <a:lnTo>
                        <a:pt x="30173" y="5148"/>
                      </a:lnTo>
                      <a:lnTo>
                        <a:pt x="30131" y="5190"/>
                      </a:lnTo>
                      <a:lnTo>
                        <a:pt x="30068" y="5190"/>
                      </a:lnTo>
                      <a:lnTo>
                        <a:pt x="29942" y="5336"/>
                      </a:lnTo>
                      <a:lnTo>
                        <a:pt x="28269" y="5294"/>
                      </a:lnTo>
                      <a:lnTo>
                        <a:pt x="28059" y="5336"/>
                      </a:lnTo>
                      <a:lnTo>
                        <a:pt x="27955" y="5441"/>
                      </a:lnTo>
                      <a:lnTo>
                        <a:pt x="27829" y="5483"/>
                      </a:lnTo>
                      <a:lnTo>
                        <a:pt x="27704" y="5566"/>
                      </a:lnTo>
                      <a:lnTo>
                        <a:pt x="27453" y="5817"/>
                      </a:lnTo>
                      <a:lnTo>
                        <a:pt x="27285" y="5859"/>
                      </a:lnTo>
                      <a:lnTo>
                        <a:pt x="27181" y="5922"/>
                      </a:lnTo>
                      <a:lnTo>
                        <a:pt x="26699" y="6299"/>
                      </a:lnTo>
                      <a:lnTo>
                        <a:pt x="25611" y="6612"/>
                      </a:lnTo>
                      <a:lnTo>
                        <a:pt x="25569" y="6864"/>
                      </a:lnTo>
                      <a:lnTo>
                        <a:pt x="25318" y="6968"/>
                      </a:lnTo>
                      <a:lnTo>
                        <a:pt x="23331" y="7491"/>
                      </a:lnTo>
                      <a:lnTo>
                        <a:pt x="23247" y="7324"/>
                      </a:lnTo>
                      <a:lnTo>
                        <a:pt x="23351" y="7177"/>
                      </a:lnTo>
                      <a:lnTo>
                        <a:pt x="23561" y="7073"/>
                      </a:lnTo>
                      <a:lnTo>
                        <a:pt x="23665" y="6947"/>
                      </a:lnTo>
                      <a:lnTo>
                        <a:pt x="23728" y="6822"/>
                      </a:lnTo>
                      <a:lnTo>
                        <a:pt x="23770" y="6696"/>
                      </a:lnTo>
                      <a:lnTo>
                        <a:pt x="23833" y="5922"/>
                      </a:lnTo>
                      <a:lnTo>
                        <a:pt x="23456" y="4143"/>
                      </a:lnTo>
                      <a:lnTo>
                        <a:pt x="23100" y="3871"/>
                      </a:lnTo>
                      <a:lnTo>
                        <a:pt x="22954" y="3683"/>
                      </a:lnTo>
                      <a:lnTo>
                        <a:pt x="20652" y="2616"/>
                      </a:lnTo>
                      <a:lnTo>
                        <a:pt x="20548" y="2553"/>
                      </a:lnTo>
                      <a:lnTo>
                        <a:pt x="20422" y="2511"/>
                      </a:lnTo>
                      <a:lnTo>
                        <a:pt x="20380" y="2449"/>
                      </a:lnTo>
                      <a:lnTo>
                        <a:pt x="20087" y="2449"/>
                      </a:lnTo>
                      <a:lnTo>
                        <a:pt x="20066" y="2344"/>
                      </a:lnTo>
                      <a:lnTo>
                        <a:pt x="19983" y="2302"/>
                      </a:lnTo>
                      <a:lnTo>
                        <a:pt x="19899" y="2344"/>
                      </a:lnTo>
                      <a:lnTo>
                        <a:pt x="19711" y="2344"/>
                      </a:lnTo>
                      <a:lnTo>
                        <a:pt x="19606" y="2323"/>
                      </a:lnTo>
                      <a:lnTo>
                        <a:pt x="19543" y="2239"/>
                      </a:lnTo>
                      <a:lnTo>
                        <a:pt x="19439" y="2198"/>
                      </a:lnTo>
                      <a:lnTo>
                        <a:pt x="19230" y="2135"/>
                      </a:lnTo>
                      <a:lnTo>
                        <a:pt x="19167" y="2009"/>
                      </a:lnTo>
                      <a:lnTo>
                        <a:pt x="19083" y="2009"/>
                      </a:lnTo>
                      <a:lnTo>
                        <a:pt x="18958" y="1905"/>
                      </a:lnTo>
                      <a:lnTo>
                        <a:pt x="18853" y="1905"/>
                      </a:lnTo>
                      <a:lnTo>
                        <a:pt x="18769" y="1884"/>
                      </a:lnTo>
                      <a:lnTo>
                        <a:pt x="18644" y="1905"/>
                      </a:lnTo>
                      <a:lnTo>
                        <a:pt x="18623" y="1926"/>
                      </a:lnTo>
                      <a:lnTo>
                        <a:pt x="18560" y="1842"/>
                      </a:lnTo>
                      <a:lnTo>
                        <a:pt x="18434" y="1821"/>
                      </a:lnTo>
                      <a:lnTo>
                        <a:pt x="18414" y="1800"/>
                      </a:lnTo>
                      <a:lnTo>
                        <a:pt x="18309" y="1737"/>
                      </a:lnTo>
                      <a:lnTo>
                        <a:pt x="18288" y="1716"/>
                      </a:lnTo>
                      <a:lnTo>
                        <a:pt x="18204" y="1633"/>
                      </a:lnTo>
                      <a:lnTo>
                        <a:pt x="18204" y="1612"/>
                      </a:lnTo>
                      <a:lnTo>
                        <a:pt x="18079" y="1507"/>
                      </a:lnTo>
                      <a:lnTo>
                        <a:pt x="17932" y="1507"/>
                      </a:lnTo>
                      <a:lnTo>
                        <a:pt x="17807" y="1486"/>
                      </a:lnTo>
                      <a:lnTo>
                        <a:pt x="28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350" name="Google Shape;2350;p56"/>
            <p:cNvGrpSpPr/>
            <p:nvPr/>
          </p:nvGrpSpPr>
          <p:grpSpPr>
            <a:xfrm>
              <a:off x="3230417" y="3103734"/>
              <a:ext cx="282982" cy="280332"/>
              <a:chOff x="2605700" y="3152850"/>
              <a:chExt cx="594125" cy="616250"/>
            </a:xfrm>
          </p:grpSpPr>
          <p:sp>
            <p:nvSpPr>
              <p:cNvPr id="2351" name="Google Shape;2351;p56"/>
              <p:cNvSpPr/>
              <p:nvPr/>
            </p:nvSpPr>
            <p:spPr>
              <a:xfrm>
                <a:off x="2605700" y="3152850"/>
                <a:ext cx="379825" cy="616250"/>
              </a:xfrm>
              <a:custGeom>
                <a:avLst/>
                <a:gdLst/>
                <a:ahLst/>
                <a:cxnLst/>
                <a:rect l="l" t="t" r="r" b="b"/>
                <a:pathLst>
                  <a:path w="15193" h="24650" extrusionOk="0">
                    <a:moveTo>
                      <a:pt x="14024" y="2338"/>
                    </a:moveTo>
                    <a:lnTo>
                      <a:pt x="8818" y="0"/>
                    </a:lnTo>
                    <a:lnTo>
                      <a:pt x="4037" y="1594"/>
                    </a:lnTo>
                    <a:lnTo>
                      <a:pt x="0" y="7225"/>
                    </a:lnTo>
                    <a:lnTo>
                      <a:pt x="2018" y="11156"/>
                    </a:lnTo>
                    <a:lnTo>
                      <a:pt x="7331" y="12325"/>
                    </a:lnTo>
                    <a:lnTo>
                      <a:pt x="10518" y="17531"/>
                    </a:lnTo>
                    <a:lnTo>
                      <a:pt x="11049" y="22843"/>
                    </a:lnTo>
                    <a:lnTo>
                      <a:pt x="13705" y="24650"/>
                    </a:lnTo>
                    <a:lnTo>
                      <a:pt x="15193" y="18700"/>
                    </a:lnTo>
                    <a:lnTo>
                      <a:pt x="12218" y="5844"/>
                    </a:lnTo>
                    <a:close/>
                  </a:path>
                </a:pathLst>
              </a:custGeom>
              <a:solidFill>
                <a:srgbClr val="5F7D95"/>
              </a:solidFill>
              <a:ln>
                <a:noFill/>
              </a:ln>
            </p:spPr>
          </p:sp>
          <p:sp>
            <p:nvSpPr>
              <p:cNvPr id="2352" name="Google Shape;2352;p56"/>
              <p:cNvSpPr/>
              <p:nvPr/>
            </p:nvSpPr>
            <p:spPr>
              <a:xfrm>
                <a:off x="2632775" y="3168475"/>
                <a:ext cx="567050" cy="590050"/>
              </a:xfrm>
              <a:custGeom>
                <a:avLst/>
                <a:gdLst/>
                <a:ahLst/>
                <a:cxnLst/>
                <a:rect l="l" t="t" r="r" b="b"/>
                <a:pathLst>
                  <a:path w="22682" h="23602" extrusionOk="0">
                    <a:moveTo>
                      <a:pt x="13852" y="21070"/>
                    </a:moveTo>
                    <a:lnTo>
                      <a:pt x="13894" y="21091"/>
                    </a:lnTo>
                    <a:lnTo>
                      <a:pt x="13977" y="21217"/>
                    </a:lnTo>
                    <a:lnTo>
                      <a:pt x="14103" y="21384"/>
                    </a:lnTo>
                    <a:lnTo>
                      <a:pt x="14166" y="21384"/>
                    </a:lnTo>
                    <a:lnTo>
                      <a:pt x="14208" y="21342"/>
                    </a:lnTo>
                    <a:lnTo>
                      <a:pt x="14228" y="21384"/>
                    </a:lnTo>
                    <a:lnTo>
                      <a:pt x="14228" y="21489"/>
                    </a:lnTo>
                    <a:lnTo>
                      <a:pt x="14187" y="21489"/>
                    </a:lnTo>
                    <a:lnTo>
                      <a:pt x="14124" y="21698"/>
                    </a:lnTo>
                    <a:lnTo>
                      <a:pt x="13998" y="21928"/>
                    </a:lnTo>
                    <a:lnTo>
                      <a:pt x="13873" y="21928"/>
                    </a:lnTo>
                    <a:lnTo>
                      <a:pt x="13852" y="22075"/>
                    </a:lnTo>
                    <a:lnTo>
                      <a:pt x="13789" y="22158"/>
                    </a:lnTo>
                    <a:lnTo>
                      <a:pt x="13768" y="22158"/>
                    </a:lnTo>
                    <a:lnTo>
                      <a:pt x="13643" y="22242"/>
                    </a:lnTo>
                    <a:lnTo>
                      <a:pt x="13559" y="22326"/>
                    </a:lnTo>
                    <a:lnTo>
                      <a:pt x="13559" y="22367"/>
                    </a:lnTo>
                    <a:lnTo>
                      <a:pt x="13454" y="22388"/>
                    </a:lnTo>
                    <a:lnTo>
                      <a:pt x="13392" y="22451"/>
                    </a:lnTo>
                    <a:lnTo>
                      <a:pt x="13392" y="22472"/>
                    </a:lnTo>
                    <a:lnTo>
                      <a:pt x="13329" y="22347"/>
                    </a:lnTo>
                    <a:lnTo>
                      <a:pt x="13371" y="22242"/>
                    </a:lnTo>
                    <a:lnTo>
                      <a:pt x="13454" y="22179"/>
                    </a:lnTo>
                    <a:lnTo>
                      <a:pt x="13454" y="22116"/>
                    </a:lnTo>
                    <a:lnTo>
                      <a:pt x="13559" y="22012"/>
                    </a:lnTo>
                    <a:lnTo>
                      <a:pt x="13559" y="21928"/>
                    </a:lnTo>
                    <a:lnTo>
                      <a:pt x="13601" y="21970"/>
                    </a:lnTo>
                    <a:lnTo>
                      <a:pt x="13684" y="21970"/>
                    </a:lnTo>
                    <a:lnTo>
                      <a:pt x="13789" y="21865"/>
                    </a:lnTo>
                    <a:lnTo>
                      <a:pt x="13789" y="21761"/>
                    </a:lnTo>
                    <a:lnTo>
                      <a:pt x="13810" y="21740"/>
                    </a:lnTo>
                    <a:lnTo>
                      <a:pt x="13810" y="21614"/>
                    </a:lnTo>
                    <a:lnTo>
                      <a:pt x="13873" y="21551"/>
                    </a:lnTo>
                    <a:lnTo>
                      <a:pt x="13915" y="21551"/>
                    </a:lnTo>
                    <a:lnTo>
                      <a:pt x="13977" y="21447"/>
                    </a:lnTo>
                    <a:lnTo>
                      <a:pt x="13956" y="21384"/>
                    </a:lnTo>
                    <a:lnTo>
                      <a:pt x="13894" y="21300"/>
                    </a:lnTo>
                    <a:lnTo>
                      <a:pt x="13894" y="21112"/>
                    </a:lnTo>
                    <a:lnTo>
                      <a:pt x="13852" y="21070"/>
                    </a:lnTo>
                    <a:close/>
                    <a:moveTo>
                      <a:pt x="7617" y="0"/>
                    </a:moveTo>
                    <a:lnTo>
                      <a:pt x="7617" y="147"/>
                    </a:lnTo>
                    <a:lnTo>
                      <a:pt x="7575" y="272"/>
                    </a:lnTo>
                    <a:lnTo>
                      <a:pt x="7282" y="481"/>
                    </a:lnTo>
                    <a:lnTo>
                      <a:pt x="7094" y="502"/>
                    </a:lnTo>
                    <a:lnTo>
                      <a:pt x="6842" y="607"/>
                    </a:lnTo>
                    <a:lnTo>
                      <a:pt x="6738" y="565"/>
                    </a:lnTo>
                    <a:lnTo>
                      <a:pt x="6570" y="586"/>
                    </a:lnTo>
                    <a:lnTo>
                      <a:pt x="6382" y="732"/>
                    </a:lnTo>
                    <a:lnTo>
                      <a:pt x="6215" y="795"/>
                    </a:lnTo>
                    <a:lnTo>
                      <a:pt x="6152" y="732"/>
                    </a:lnTo>
                    <a:lnTo>
                      <a:pt x="5901" y="774"/>
                    </a:lnTo>
                    <a:lnTo>
                      <a:pt x="5692" y="774"/>
                    </a:lnTo>
                    <a:lnTo>
                      <a:pt x="5503" y="670"/>
                    </a:lnTo>
                    <a:lnTo>
                      <a:pt x="5315" y="628"/>
                    </a:lnTo>
                    <a:lnTo>
                      <a:pt x="5169" y="586"/>
                    </a:lnTo>
                    <a:lnTo>
                      <a:pt x="5169" y="586"/>
                    </a:lnTo>
                    <a:lnTo>
                      <a:pt x="5231" y="711"/>
                    </a:lnTo>
                    <a:lnTo>
                      <a:pt x="5378" y="774"/>
                    </a:lnTo>
                    <a:lnTo>
                      <a:pt x="5503" y="879"/>
                    </a:lnTo>
                    <a:lnTo>
                      <a:pt x="5545" y="984"/>
                    </a:lnTo>
                    <a:lnTo>
                      <a:pt x="5399" y="1235"/>
                    </a:lnTo>
                    <a:lnTo>
                      <a:pt x="5420" y="1297"/>
                    </a:lnTo>
                    <a:lnTo>
                      <a:pt x="5441" y="1339"/>
                    </a:lnTo>
                    <a:lnTo>
                      <a:pt x="5420" y="1528"/>
                    </a:lnTo>
                    <a:lnTo>
                      <a:pt x="5692" y="1611"/>
                    </a:lnTo>
                    <a:lnTo>
                      <a:pt x="5859" y="1569"/>
                    </a:lnTo>
                    <a:lnTo>
                      <a:pt x="6047" y="1611"/>
                    </a:lnTo>
                    <a:lnTo>
                      <a:pt x="6047" y="1716"/>
                    </a:lnTo>
                    <a:lnTo>
                      <a:pt x="5922" y="1758"/>
                    </a:lnTo>
                    <a:lnTo>
                      <a:pt x="5650" y="1820"/>
                    </a:lnTo>
                    <a:lnTo>
                      <a:pt x="5608" y="1862"/>
                    </a:lnTo>
                    <a:lnTo>
                      <a:pt x="5545" y="1925"/>
                    </a:lnTo>
                    <a:lnTo>
                      <a:pt x="5503" y="2072"/>
                    </a:lnTo>
                    <a:lnTo>
                      <a:pt x="5210" y="2239"/>
                    </a:lnTo>
                    <a:lnTo>
                      <a:pt x="5106" y="2344"/>
                    </a:lnTo>
                    <a:lnTo>
                      <a:pt x="4897" y="2469"/>
                    </a:lnTo>
                    <a:lnTo>
                      <a:pt x="4771" y="2616"/>
                    </a:lnTo>
                    <a:lnTo>
                      <a:pt x="4541" y="2616"/>
                    </a:lnTo>
                    <a:lnTo>
                      <a:pt x="4394" y="2595"/>
                    </a:lnTo>
                    <a:lnTo>
                      <a:pt x="4164" y="2406"/>
                    </a:lnTo>
                    <a:lnTo>
                      <a:pt x="3955" y="2260"/>
                    </a:lnTo>
                    <a:lnTo>
                      <a:pt x="3809" y="2281"/>
                    </a:lnTo>
                    <a:lnTo>
                      <a:pt x="3809" y="2134"/>
                    </a:lnTo>
                    <a:lnTo>
                      <a:pt x="3767" y="1988"/>
                    </a:lnTo>
                    <a:lnTo>
                      <a:pt x="3662" y="1883"/>
                    </a:lnTo>
                    <a:lnTo>
                      <a:pt x="3641" y="1820"/>
                    </a:lnTo>
                    <a:lnTo>
                      <a:pt x="3495" y="1862"/>
                    </a:lnTo>
                    <a:lnTo>
                      <a:pt x="3390" y="1988"/>
                    </a:lnTo>
                    <a:lnTo>
                      <a:pt x="3306" y="1988"/>
                    </a:lnTo>
                    <a:lnTo>
                      <a:pt x="3244" y="1946"/>
                    </a:lnTo>
                    <a:lnTo>
                      <a:pt x="3139" y="1946"/>
                    </a:lnTo>
                    <a:lnTo>
                      <a:pt x="3076" y="2030"/>
                    </a:lnTo>
                    <a:lnTo>
                      <a:pt x="2407" y="2030"/>
                    </a:lnTo>
                    <a:lnTo>
                      <a:pt x="2386" y="2197"/>
                    </a:lnTo>
                    <a:lnTo>
                      <a:pt x="2448" y="2344"/>
                    </a:lnTo>
                    <a:lnTo>
                      <a:pt x="2658" y="2385"/>
                    </a:lnTo>
                    <a:lnTo>
                      <a:pt x="2720" y="2553"/>
                    </a:lnTo>
                    <a:lnTo>
                      <a:pt x="2679" y="2616"/>
                    </a:lnTo>
                    <a:lnTo>
                      <a:pt x="2762" y="2699"/>
                    </a:lnTo>
                    <a:lnTo>
                      <a:pt x="2720" y="2804"/>
                    </a:lnTo>
                    <a:lnTo>
                      <a:pt x="2595" y="2720"/>
                    </a:lnTo>
                    <a:lnTo>
                      <a:pt x="2197" y="2867"/>
                    </a:lnTo>
                    <a:lnTo>
                      <a:pt x="2239" y="3180"/>
                    </a:lnTo>
                    <a:lnTo>
                      <a:pt x="2344" y="3306"/>
                    </a:lnTo>
                    <a:lnTo>
                      <a:pt x="2553" y="3452"/>
                    </a:lnTo>
                    <a:lnTo>
                      <a:pt x="2679" y="3724"/>
                    </a:lnTo>
                    <a:lnTo>
                      <a:pt x="2679" y="3913"/>
                    </a:lnTo>
                    <a:lnTo>
                      <a:pt x="2679" y="3976"/>
                    </a:lnTo>
                    <a:lnTo>
                      <a:pt x="2365" y="5189"/>
                    </a:lnTo>
                    <a:lnTo>
                      <a:pt x="2260" y="5503"/>
                    </a:lnTo>
                    <a:lnTo>
                      <a:pt x="2281" y="5545"/>
                    </a:lnTo>
                    <a:lnTo>
                      <a:pt x="2239" y="5629"/>
                    </a:lnTo>
                    <a:lnTo>
                      <a:pt x="2093" y="5608"/>
                    </a:lnTo>
                    <a:lnTo>
                      <a:pt x="2093" y="5587"/>
                    </a:lnTo>
                    <a:lnTo>
                      <a:pt x="1967" y="5503"/>
                    </a:lnTo>
                    <a:lnTo>
                      <a:pt x="1821" y="5503"/>
                    </a:lnTo>
                    <a:lnTo>
                      <a:pt x="1758" y="5482"/>
                    </a:lnTo>
                    <a:lnTo>
                      <a:pt x="1716" y="5545"/>
                    </a:lnTo>
                    <a:lnTo>
                      <a:pt x="1319" y="5691"/>
                    </a:lnTo>
                    <a:lnTo>
                      <a:pt x="1026" y="5733"/>
                    </a:lnTo>
                    <a:lnTo>
                      <a:pt x="942" y="5817"/>
                    </a:lnTo>
                    <a:lnTo>
                      <a:pt x="879" y="5838"/>
                    </a:lnTo>
                    <a:lnTo>
                      <a:pt x="733" y="5963"/>
                    </a:lnTo>
                    <a:lnTo>
                      <a:pt x="607" y="6026"/>
                    </a:lnTo>
                    <a:lnTo>
                      <a:pt x="503" y="6110"/>
                    </a:lnTo>
                    <a:lnTo>
                      <a:pt x="523" y="6256"/>
                    </a:lnTo>
                    <a:lnTo>
                      <a:pt x="482" y="6340"/>
                    </a:lnTo>
                    <a:lnTo>
                      <a:pt x="503" y="6424"/>
                    </a:lnTo>
                    <a:lnTo>
                      <a:pt x="356" y="6570"/>
                    </a:lnTo>
                    <a:lnTo>
                      <a:pt x="398" y="6779"/>
                    </a:lnTo>
                    <a:lnTo>
                      <a:pt x="461" y="6884"/>
                    </a:lnTo>
                    <a:lnTo>
                      <a:pt x="356" y="6968"/>
                    </a:lnTo>
                    <a:lnTo>
                      <a:pt x="272" y="6947"/>
                    </a:lnTo>
                    <a:lnTo>
                      <a:pt x="105" y="7051"/>
                    </a:lnTo>
                    <a:lnTo>
                      <a:pt x="105" y="7156"/>
                    </a:lnTo>
                    <a:lnTo>
                      <a:pt x="63" y="7198"/>
                    </a:lnTo>
                    <a:lnTo>
                      <a:pt x="84" y="7282"/>
                    </a:lnTo>
                    <a:lnTo>
                      <a:pt x="63" y="7407"/>
                    </a:lnTo>
                    <a:lnTo>
                      <a:pt x="0" y="7512"/>
                    </a:lnTo>
                    <a:lnTo>
                      <a:pt x="63" y="7616"/>
                    </a:lnTo>
                    <a:lnTo>
                      <a:pt x="42" y="7700"/>
                    </a:lnTo>
                    <a:lnTo>
                      <a:pt x="189" y="7846"/>
                    </a:lnTo>
                    <a:lnTo>
                      <a:pt x="482" y="8307"/>
                    </a:lnTo>
                    <a:lnTo>
                      <a:pt x="314" y="8474"/>
                    </a:lnTo>
                    <a:lnTo>
                      <a:pt x="691" y="8453"/>
                    </a:lnTo>
                    <a:lnTo>
                      <a:pt x="879" y="8474"/>
                    </a:lnTo>
                    <a:lnTo>
                      <a:pt x="1005" y="8662"/>
                    </a:lnTo>
                    <a:lnTo>
                      <a:pt x="1026" y="8830"/>
                    </a:lnTo>
                    <a:lnTo>
                      <a:pt x="1256" y="8830"/>
                    </a:lnTo>
                    <a:lnTo>
                      <a:pt x="1549" y="8851"/>
                    </a:lnTo>
                    <a:lnTo>
                      <a:pt x="1779" y="8621"/>
                    </a:lnTo>
                    <a:lnTo>
                      <a:pt x="1988" y="8474"/>
                    </a:lnTo>
                    <a:lnTo>
                      <a:pt x="2051" y="8537"/>
                    </a:lnTo>
                    <a:lnTo>
                      <a:pt x="2030" y="8662"/>
                    </a:lnTo>
                    <a:lnTo>
                      <a:pt x="1967" y="8725"/>
                    </a:lnTo>
                    <a:lnTo>
                      <a:pt x="1967" y="8934"/>
                    </a:lnTo>
                    <a:lnTo>
                      <a:pt x="1988" y="9269"/>
                    </a:lnTo>
                    <a:lnTo>
                      <a:pt x="1988" y="9395"/>
                    </a:lnTo>
                    <a:lnTo>
                      <a:pt x="2072" y="9478"/>
                    </a:lnTo>
                    <a:lnTo>
                      <a:pt x="2176" y="9458"/>
                    </a:lnTo>
                    <a:lnTo>
                      <a:pt x="2281" y="9416"/>
                    </a:lnTo>
                    <a:lnTo>
                      <a:pt x="2469" y="9416"/>
                    </a:lnTo>
                    <a:lnTo>
                      <a:pt x="2511" y="9458"/>
                    </a:lnTo>
                    <a:lnTo>
                      <a:pt x="3076" y="9458"/>
                    </a:lnTo>
                    <a:lnTo>
                      <a:pt x="3223" y="9353"/>
                    </a:lnTo>
                    <a:lnTo>
                      <a:pt x="3306" y="9353"/>
                    </a:lnTo>
                    <a:lnTo>
                      <a:pt x="3432" y="9248"/>
                    </a:lnTo>
                    <a:lnTo>
                      <a:pt x="3557" y="9248"/>
                    </a:lnTo>
                    <a:lnTo>
                      <a:pt x="3725" y="9186"/>
                    </a:lnTo>
                    <a:lnTo>
                      <a:pt x="3829" y="8934"/>
                    </a:lnTo>
                    <a:lnTo>
                      <a:pt x="4081" y="8746"/>
                    </a:lnTo>
                    <a:lnTo>
                      <a:pt x="4269" y="8725"/>
                    </a:lnTo>
                    <a:lnTo>
                      <a:pt x="4457" y="8621"/>
                    </a:lnTo>
                    <a:lnTo>
                      <a:pt x="4583" y="8621"/>
                    </a:lnTo>
                    <a:lnTo>
                      <a:pt x="4687" y="8683"/>
                    </a:lnTo>
                    <a:lnTo>
                      <a:pt x="4813" y="8621"/>
                    </a:lnTo>
                    <a:lnTo>
                      <a:pt x="4897" y="8662"/>
                    </a:lnTo>
                    <a:lnTo>
                      <a:pt x="4876" y="8788"/>
                    </a:lnTo>
                    <a:lnTo>
                      <a:pt x="4959" y="8997"/>
                    </a:lnTo>
                    <a:lnTo>
                      <a:pt x="5085" y="9374"/>
                    </a:lnTo>
                    <a:lnTo>
                      <a:pt x="5169" y="9646"/>
                    </a:lnTo>
                    <a:lnTo>
                      <a:pt x="5106" y="9751"/>
                    </a:lnTo>
                    <a:lnTo>
                      <a:pt x="5210" y="9960"/>
                    </a:lnTo>
                    <a:lnTo>
                      <a:pt x="5357" y="10002"/>
                    </a:lnTo>
                    <a:lnTo>
                      <a:pt x="5399" y="10190"/>
                    </a:lnTo>
                    <a:lnTo>
                      <a:pt x="5524" y="10274"/>
                    </a:lnTo>
                    <a:lnTo>
                      <a:pt x="5713" y="10357"/>
                    </a:lnTo>
                    <a:lnTo>
                      <a:pt x="5838" y="10462"/>
                    </a:lnTo>
                    <a:lnTo>
                      <a:pt x="5901" y="10420"/>
                    </a:lnTo>
                    <a:lnTo>
                      <a:pt x="6131" y="10357"/>
                    </a:lnTo>
                    <a:lnTo>
                      <a:pt x="6340" y="10587"/>
                    </a:lnTo>
                    <a:lnTo>
                      <a:pt x="6508" y="10525"/>
                    </a:lnTo>
                    <a:lnTo>
                      <a:pt x="6717" y="10755"/>
                    </a:lnTo>
                    <a:lnTo>
                      <a:pt x="6822" y="10755"/>
                    </a:lnTo>
                    <a:lnTo>
                      <a:pt x="7073" y="10839"/>
                    </a:lnTo>
                    <a:lnTo>
                      <a:pt x="7240" y="10880"/>
                    </a:lnTo>
                    <a:lnTo>
                      <a:pt x="7261" y="11048"/>
                    </a:lnTo>
                    <a:lnTo>
                      <a:pt x="7366" y="11069"/>
                    </a:lnTo>
                    <a:lnTo>
                      <a:pt x="7512" y="11152"/>
                    </a:lnTo>
                    <a:lnTo>
                      <a:pt x="7868" y="11131"/>
                    </a:lnTo>
                    <a:lnTo>
                      <a:pt x="8098" y="11257"/>
                    </a:lnTo>
                    <a:lnTo>
                      <a:pt x="8140" y="11362"/>
                    </a:lnTo>
                    <a:lnTo>
                      <a:pt x="8119" y="11634"/>
                    </a:lnTo>
                    <a:lnTo>
                      <a:pt x="8182" y="11843"/>
                    </a:lnTo>
                    <a:lnTo>
                      <a:pt x="8098" y="11968"/>
                    </a:lnTo>
                    <a:lnTo>
                      <a:pt x="8307" y="12324"/>
                    </a:lnTo>
                    <a:lnTo>
                      <a:pt x="8286" y="12596"/>
                    </a:lnTo>
                    <a:lnTo>
                      <a:pt x="9290" y="12617"/>
                    </a:lnTo>
                    <a:lnTo>
                      <a:pt x="9353" y="12973"/>
                    </a:lnTo>
                    <a:lnTo>
                      <a:pt x="9332" y="13224"/>
                    </a:lnTo>
                    <a:lnTo>
                      <a:pt x="9604" y="13287"/>
                    </a:lnTo>
                    <a:lnTo>
                      <a:pt x="9897" y="13810"/>
                    </a:lnTo>
                    <a:lnTo>
                      <a:pt x="9918" y="14103"/>
                    </a:lnTo>
                    <a:lnTo>
                      <a:pt x="9646" y="14688"/>
                    </a:lnTo>
                    <a:lnTo>
                      <a:pt x="9667" y="14772"/>
                    </a:lnTo>
                    <a:lnTo>
                      <a:pt x="9583" y="14856"/>
                    </a:lnTo>
                    <a:lnTo>
                      <a:pt x="9646" y="14919"/>
                    </a:lnTo>
                    <a:lnTo>
                      <a:pt x="9604" y="15044"/>
                    </a:lnTo>
                    <a:lnTo>
                      <a:pt x="9751" y="15149"/>
                    </a:lnTo>
                    <a:lnTo>
                      <a:pt x="9751" y="15337"/>
                    </a:lnTo>
                    <a:lnTo>
                      <a:pt x="9855" y="15525"/>
                    </a:lnTo>
                    <a:lnTo>
                      <a:pt x="9793" y="15860"/>
                    </a:lnTo>
                    <a:lnTo>
                      <a:pt x="9814" y="15986"/>
                    </a:lnTo>
                    <a:lnTo>
                      <a:pt x="9772" y="16111"/>
                    </a:lnTo>
                    <a:lnTo>
                      <a:pt x="9814" y="16258"/>
                    </a:lnTo>
                    <a:lnTo>
                      <a:pt x="10023" y="16216"/>
                    </a:lnTo>
                    <a:lnTo>
                      <a:pt x="10107" y="16279"/>
                    </a:lnTo>
                    <a:lnTo>
                      <a:pt x="10379" y="16258"/>
                    </a:lnTo>
                    <a:lnTo>
                      <a:pt x="10525" y="16300"/>
                    </a:lnTo>
                    <a:lnTo>
                      <a:pt x="10797" y="16195"/>
                    </a:lnTo>
                    <a:lnTo>
                      <a:pt x="10923" y="16300"/>
                    </a:lnTo>
                    <a:lnTo>
                      <a:pt x="11027" y="16321"/>
                    </a:lnTo>
                    <a:lnTo>
                      <a:pt x="11069" y="16467"/>
                    </a:lnTo>
                    <a:lnTo>
                      <a:pt x="11236" y="17095"/>
                    </a:lnTo>
                    <a:lnTo>
                      <a:pt x="11341" y="17304"/>
                    </a:lnTo>
                    <a:lnTo>
                      <a:pt x="11446" y="17325"/>
                    </a:lnTo>
                    <a:lnTo>
                      <a:pt x="11676" y="17199"/>
                    </a:lnTo>
                    <a:lnTo>
                      <a:pt x="11801" y="17241"/>
                    </a:lnTo>
                    <a:lnTo>
                      <a:pt x="11885" y="17325"/>
                    </a:lnTo>
                    <a:lnTo>
                      <a:pt x="11969" y="17346"/>
                    </a:lnTo>
                    <a:lnTo>
                      <a:pt x="11906" y="17450"/>
                    </a:lnTo>
                    <a:lnTo>
                      <a:pt x="11885" y="17994"/>
                    </a:lnTo>
                    <a:lnTo>
                      <a:pt x="11864" y="18057"/>
                    </a:lnTo>
                    <a:lnTo>
                      <a:pt x="11822" y="18078"/>
                    </a:lnTo>
                    <a:lnTo>
                      <a:pt x="11822" y="18162"/>
                    </a:lnTo>
                    <a:lnTo>
                      <a:pt x="11801" y="18204"/>
                    </a:lnTo>
                    <a:lnTo>
                      <a:pt x="11801" y="18287"/>
                    </a:lnTo>
                    <a:lnTo>
                      <a:pt x="11906" y="18204"/>
                    </a:lnTo>
                    <a:lnTo>
                      <a:pt x="12178" y="18245"/>
                    </a:lnTo>
                    <a:lnTo>
                      <a:pt x="12178" y="18350"/>
                    </a:lnTo>
                    <a:lnTo>
                      <a:pt x="12283" y="18580"/>
                    </a:lnTo>
                    <a:lnTo>
                      <a:pt x="12283" y="18769"/>
                    </a:lnTo>
                    <a:lnTo>
                      <a:pt x="12303" y="18999"/>
                    </a:lnTo>
                    <a:lnTo>
                      <a:pt x="12324" y="19208"/>
                    </a:lnTo>
                    <a:lnTo>
                      <a:pt x="12303" y="19292"/>
                    </a:lnTo>
                    <a:lnTo>
                      <a:pt x="12199" y="19292"/>
                    </a:lnTo>
                    <a:lnTo>
                      <a:pt x="12073" y="19354"/>
                    </a:lnTo>
                    <a:lnTo>
                      <a:pt x="12031" y="19417"/>
                    </a:lnTo>
                    <a:lnTo>
                      <a:pt x="11969" y="19501"/>
                    </a:lnTo>
                    <a:lnTo>
                      <a:pt x="11927" y="19459"/>
                    </a:lnTo>
                    <a:lnTo>
                      <a:pt x="11697" y="19626"/>
                    </a:lnTo>
                    <a:lnTo>
                      <a:pt x="11655" y="19710"/>
                    </a:lnTo>
                    <a:lnTo>
                      <a:pt x="11571" y="19731"/>
                    </a:lnTo>
                    <a:lnTo>
                      <a:pt x="11362" y="19919"/>
                    </a:lnTo>
                    <a:lnTo>
                      <a:pt x="11278" y="19940"/>
                    </a:lnTo>
                    <a:lnTo>
                      <a:pt x="11278" y="20066"/>
                    </a:lnTo>
                    <a:lnTo>
                      <a:pt x="11195" y="20087"/>
                    </a:lnTo>
                    <a:lnTo>
                      <a:pt x="11132" y="20087"/>
                    </a:lnTo>
                    <a:lnTo>
                      <a:pt x="10943" y="20338"/>
                    </a:lnTo>
                    <a:lnTo>
                      <a:pt x="10923" y="20401"/>
                    </a:lnTo>
                    <a:lnTo>
                      <a:pt x="10923" y="20547"/>
                    </a:lnTo>
                    <a:lnTo>
                      <a:pt x="10839" y="20568"/>
                    </a:lnTo>
                    <a:lnTo>
                      <a:pt x="10776" y="20652"/>
                    </a:lnTo>
                    <a:lnTo>
                      <a:pt x="10671" y="20861"/>
                    </a:lnTo>
                    <a:lnTo>
                      <a:pt x="10609" y="20924"/>
                    </a:lnTo>
                    <a:lnTo>
                      <a:pt x="10504" y="21091"/>
                    </a:lnTo>
                    <a:lnTo>
                      <a:pt x="10504" y="21133"/>
                    </a:lnTo>
                    <a:lnTo>
                      <a:pt x="10399" y="21217"/>
                    </a:lnTo>
                    <a:lnTo>
                      <a:pt x="10358" y="21279"/>
                    </a:lnTo>
                    <a:lnTo>
                      <a:pt x="10441" y="21279"/>
                    </a:lnTo>
                    <a:lnTo>
                      <a:pt x="10504" y="21300"/>
                    </a:lnTo>
                    <a:lnTo>
                      <a:pt x="10776" y="21217"/>
                    </a:lnTo>
                    <a:lnTo>
                      <a:pt x="10923" y="21300"/>
                    </a:lnTo>
                    <a:lnTo>
                      <a:pt x="11048" y="21489"/>
                    </a:lnTo>
                    <a:lnTo>
                      <a:pt x="11153" y="21530"/>
                    </a:lnTo>
                    <a:lnTo>
                      <a:pt x="11236" y="21698"/>
                    </a:lnTo>
                    <a:lnTo>
                      <a:pt x="11362" y="21928"/>
                    </a:lnTo>
                    <a:lnTo>
                      <a:pt x="11446" y="21928"/>
                    </a:lnTo>
                    <a:lnTo>
                      <a:pt x="11550" y="21803"/>
                    </a:lnTo>
                    <a:lnTo>
                      <a:pt x="11592" y="21803"/>
                    </a:lnTo>
                    <a:lnTo>
                      <a:pt x="11718" y="22012"/>
                    </a:lnTo>
                    <a:lnTo>
                      <a:pt x="11885" y="22075"/>
                    </a:lnTo>
                    <a:lnTo>
                      <a:pt x="12011" y="22116"/>
                    </a:lnTo>
                    <a:lnTo>
                      <a:pt x="12136" y="22242"/>
                    </a:lnTo>
                    <a:lnTo>
                      <a:pt x="12136" y="22388"/>
                    </a:lnTo>
                    <a:lnTo>
                      <a:pt x="12241" y="22367"/>
                    </a:lnTo>
                    <a:lnTo>
                      <a:pt x="12492" y="22472"/>
                    </a:lnTo>
                    <a:lnTo>
                      <a:pt x="12617" y="22639"/>
                    </a:lnTo>
                    <a:lnTo>
                      <a:pt x="12743" y="22849"/>
                    </a:lnTo>
                    <a:lnTo>
                      <a:pt x="12868" y="22911"/>
                    </a:lnTo>
                    <a:lnTo>
                      <a:pt x="12848" y="23079"/>
                    </a:lnTo>
                    <a:lnTo>
                      <a:pt x="12743" y="23225"/>
                    </a:lnTo>
                    <a:lnTo>
                      <a:pt x="12806" y="23414"/>
                    </a:lnTo>
                    <a:lnTo>
                      <a:pt x="12827" y="23476"/>
                    </a:lnTo>
                    <a:lnTo>
                      <a:pt x="12848" y="23497"/>
                    </a:lnTo>
                    <a:lnTo>
                      <a:pt x="12931" y="23581"/>
                    </a:lnTo>
                    <a:lnTo>
                      <a:pt x="12952" y="23602"/>
                    </a:lnTo>
                    <a:lnTo>
                      <a:pt x="13161" y="23414"/>
                    </a:lnTo>
                    <a:lnTo>
                      <a:pt x="13245" y="23225"/>
                    </a:lnTo>
                    <a:lnTo>
                      <a:pt x="13350" y="22849"/>
                    </a:lnTo>
                    <a:lnTo>
                      <a:pt x="13433" y="22577"/>
                    </a:lnTo>
                    <a:lnTo>
                      <a:pt x="13454" y="22535"/>
                    </a:lnTo>
                    <a:lnTo>
                      <a:pt x="13426" y="22507"/>
                    </a:lnTo>
                    <a:lnTo>
                      <a:pt x="13426" y="22507"/>
                    </a:lnTo>
                    <a:lnTo>
                      <a:pt x="13496" y="22535"/>
                    </a:lnTo>
                    <a:lnTo>
                      <a:pt x="13873" y="22242"/>
                    </a:lnTo>
                    <a:lnTo>
                      <a:pt x="14061" y="22033"/>
                    </a:lnTo>
                    <a:lnTo>
                      <a:pt x="14312" y="21551"/>
                    </a:lnTo>
                    <a:lnTo>
                      <a:pt x="14417" y="21321"/>
                    </a:lnTo>
                    <a:lnTo>
                      <a:pt x="14521" y="21028"/>
                    </a:lnTo>
                    <a:lnTo>
                      <a:pt x="14793" y="20547"/>
                    </a:lnTo>
                    <a:lnTo>
                      <a:pt x="15044" y="20233"/>
                    </a:lnTo>
                    <a:lnTo>
                      <a:pt x="15107" y="20129"/>
                    </a:lnTo>
                    <a:lnTo>
                      <a:pt x="15065" y="20087"/>
                    </a:lnTo>
                    <a:lnTo>
                      <a:pt x="15065" y="20024"/>
                    </a:lnTo>
                    <a:lnTo>
                      <a:pt x="15128" y="19982"/>
                    </a:lnTo>
                    <a:lnTo>
                      <a:pt x="15170" y="19857"/>
                    </a:lnTo>
                    <a:lnTo>
                      <a:pt x="15254" y="19815"/>
                    </a:lnTo>
                    <a:lnTo>
                      <a:pt x="15233" y="19710"/>
                    </a:lnTo>
                    <a:lnTo>
                      <a:pt x="15254" y="19626"/>
                    </a:lnTo>
                    <a:lnTo>
                      <a:pt x="15233" y="19606"/>
                    </a:lnTo>
                    <a:lnTo>
                      <a:pt x="15296" y="19585"/>
                    </a:lnTo>
                    <a:lnTo>
                      <a:pt x="15296" y="19480"/>
                    </a:lnTo>
                    <a:lnTo>
                      <a:pt x="15191" y="19313"/>
                    </a:lnTo>
                    <a:lnTo>
                      <a:pt x="15191" y="19229"/>
                    </a:lnTo>
                    <a:lnTo>
                      <a:pt x="15212" y="19166"/>
                    </a:lnTo>
                    <a:lnTo>
                      <a:pt x="15191" y="19082"/>
                    </a:lnTo>
                    <a:lnTo>
                      <a:pt x="15149" y="18915"/>
                    </a:lnTo>
                    <a:lnTo>
                      <a:pt x="15107" y="18748"/>
                    </a:lnTo>
                    <a:lnTo>
                      <a:pt x="15149" y="18685"/>
                    </a:lnTo>
                    <a:lnTo>
                      <a:pt x="15316" y="18664"/>
                    </a:lnTo>
                    <a:lnTo>
                      <a:pt x="15296" y="18559"/>
                    </a:lnTo>
                    <a:lnTo>
                      <a:pt x="15212" y="18497"/>
                    </a:lnTo>
                    <a:lnTo>
                      <a:pt x="15337" y="18476"/>
                    </a:lnTo>
                    <a:lnTo>
                      <a:pt x="15337" y="18371"/>
                    </a:lnTo>
                    <a:lnTo>
                      <a:pt x="15212" y="18308"/>
                    </a:lnTo>
                    <a:lnTo>
                      <a:pt x="15316" y="18287"/>
                    </a:lnTo>
                    <a:lnTo>
                      <a:pt x="15379" y="18183"/>
                    </a:lnTo>
                    <a:lnTo>
                      <a:pt x="15442" y="18245"/>
                    </a:lnTo>
                    <a:lnTo>
                      <a:pt x="15630" y="18057"/>
                    </a:lnTo>
                    <a:lnTo>
                      <a:pt x="15735" y="17973"/>
                    </a:lnTo>
                    <a:lnTo>
                      <a:pt x="15735" y="17932"/>
                    </a:lnTo>
                    <a:lnTo>
                      <a:pt x="15881" y="17785"/>
                    </a:lnTo>
                    <a:lnTo>
                      <a:pt x="16070" y="17681"/>
                    </a:lnTo>
                    <a:lnTo>
                      <a:pt x="16300" y="17429"/>
                    </a:lnTo>
                    <a:lnTo>
                      <a:pt x="16509" y="17409"/>
                    </a:lnTo>
                    <a:lnTo>
                      <a:pt x="16614" y="17304"/>
                    </a:lnTo>
                    <a:lnTo>
                      <a:pt x="16739" y="17199"/>
                    </a:lnTo>
                    <a:lnTo>
                      <a:pt x="16844" y="17199"/>
                    </a:lnTo>
                    <a:lnTo>
                      <a:pt x="16928" y="17241"/>
                    </a:lnTo>
                    <a:lnTo>
                      <a:pt x="17011" y="17283"/>
                    </a:lnTo>
                    <a:lnTo>
                      <a:pt x="17011" y="17199"/>
                    </a:lnTo>
                    <a:lnTo>
                      <a:pt x="17095" y="17032"/>
                    </a:lnTo>
                    <a:lnTo>
                      <a:pt x="17325" y="16885"/>
                    </a:lnTo>
                    <a:lnTo>
                      <a:pt x="17430" y="16865"/>
                    </a:lnTo>
                    <a:lnTo>
                      <a:pt x="17430" y="16802"/>
                    </a:lnTo>
                    <a:lnTo>
                      <a:pt x="17367" y="16781"/>
                    </a:lnTo>
                    <a:lnTo>
                      <a:pt x="17304" y="16739"/>
                    </a:lnTo>
                    <a:lnTo>
                      <a:pt x="17262" y="16676"/>
                    </a:lnTo>
                    <a:lnTo>
                      <a:pt x="17346" y="16634"/>
                    </a:lnTo>
                    <a:lnTo>
                      <a:pt x="17513" y="16572"/>
                    </a:lnTo>
                    <a:lnTo>
                      <a:pt x="17576" y="16593"/>
                    </a:lnTo>
                    <a:lnTo>
                      <a:pt x="17681" y="16593"/>
                    </a:lnTo>
                    <a:lnTo>
                      <a:pt x="17765" y="16530"/>
                    </a:lnTo>
                    <a:lnTo>
                      <a:pt x="17869" y="16530"/>
                    </a:lnTo>
                    <a:lnTo>
                      <a:pt x="17869" y="16593"/>
                    </a:lnTo>
                    <a:lnTo>
                      <a:pt x="17744" y="16676"/>
                    </a:lnTo>
                    <a:lnTo>
                      <a:pt x="17576" y="16697"/>
                    </a:lnTo>
                    <a:lnTo>
                      <a:pt x="17555" y="16718"/>
                    </a:lnTo>
                    <a:lnTo>
                      <a:pt x="17618" y="16739"/>
                    </a:lnTo>
                    <a:lnTo>
                      <a:pt x="17848" y="16676"/>
                    </a:lnTo>
                    <a:lnTo>
                      <a:pt x="18099" y="16572"/>
                    </a:lnTo>
                    <a:lnTo>
                      <a:pt x="18078" y="16509"/>
                    </a:lnTo>
                    <a:lnTo>
                      <a:pt x="18162" y="16467"/>
                    </a:lnTo>
                    <a:lnTo>
                      <a:pt x="18246" y="16467"/>
                    </a:lnTo>
                    <a:lnTo>
                      <a:pt x="18204" y="16509"/>
                    </a:lnTo>
                    <a:cubicBezTo>
                      <a:pt x="18204" y="16509"/>
                      <a:pt x="18204" y="16613"/>
                      <a:pt x="18246" y="16613"/>
                    </a:cubicBezTo>
                    <a:lnTo>
                      <a:pt x="18392" y="16634"/>
                    </a:lnTo>
                    <a:lnTo>
                      <a:pt x="18497" y="16593"/>
                    </a:lnTo>
                    <a:lnTo>
                      <a:pt x="18664" y="16593"/>
                    </a:lnTo>
                    <a:lnTo>
                      <a:pt x="18832" y="16613"/>
                    </a:lnTo>
                    <a:lnTo>
                      <a:pt x="18936" y="16551"/>
                    </a:lnTo>
                    <a:lnTo>
                      <a:pt x="18936" y="16488"/>
                    </a:lnTo>
                    <a:lnTo>
                      <a:pt x="18915" y="16467"/>
                    </a:lnTo>
                    <a:lnTo>
                      <a:pt x="18936" y="16404"/>
                    </a:lnTo>
                    <a:lnTo>
                      <a:pt x="19208" y="16237"/>
                    </a:lnTo>
                    <a:lnTo>
                      <a:pt x="19418" y="16153"/>
                    </a:lnTo>
                    <a:lnTo>
                      <a:pt x="19522" y="16069"/>
                    </a:lnTo>
                    <a:lnTo>
                      <a:pt x="19543" y="15986"/>
                    </a:lnTo>
                    <a:lnTo>
                      <a:pt x="19522" y="15944"/>
                    </a:lnTo>
                    <a:lnTo>
                      <a:pt x="19418" y="15735"/>
                    </a:lnTo>
                    <a:lnTo>
                      <a:pt x="19501" y="15567"/>
                    </a:lnTo>
                    <a:lnTo>
                      <a:pt x="19564" y="15463"/>
                    </a:lnTo>
                    <a:lnTo>
                      <a:pt x="19564" y="15358"/>
                    </a:lnTo>
                    <a:lnTo>
                      <a:pt x="19627" y="15316"/>
                    </a:lnTo>
                    <a:lnTo>
                      <a:pt x="19731" y="15232"/>
                    </a:lnTo>
                    <a:lnTo>
                      <a:pt x="19752" y="15128"/>
                    </a:lnTo>
                    <a:lnTo>
                      <a:pt x="19731" y="15107"/>
                    </a:lnTo>
                    <a:lnTo>
                      <a:pt x="19878" y="14835"/>
                    </a:lnTo>
                    <a:lnTo>
                      <a:pt x="20087" y="14584"/>
                    </a:lnTo>
                    <a:lnTo>
                      <a:pt x="20087" y="14479"/>
                    </a:lnTo>
                    <a:lnTo>
                      <a:pt x="20045" y="14103"/>
                    </a:lnTo>
                    <a:lnTo>
                      <a:pt x="20003" y="14082"/>
                    </a:lnTo>
                    <a:lnTo>
                      <a:pt x="20066" y="13872"/>
                    </a:lnTo>
                    <a:lnTo>
                      <a:pt x="20129" y="13789"/>
                    </a:lnTo>
                    <a:lnTo>
                      <a:pt x="20129" y="13726"/>
                    </a:lnTo>
                    <a:lnTo>
                      <a:pt x="20317" y="13580"/>
                    </a:lnTo>
                    <a:lnTo>
                      <a:pt x="20338" y="13496"/>
                    </a:lnTo>
                    <a:lnTo>
                      <a:pt x="20275" y="13287"/>
                    </a:lnTo>
                    <a:lnTo>
                      <a:pt x="20359" y="13036"/>
                    </a:lnTo>
                    <a:lnTo>
                      <a:pt x="20338" y="12826"/>
                    </a:lnTo>
                    <a:lnTo>
                      <a:pt x="20359" y="12659"/>
                    </a:lnTo>
                    <a:lnTo>
                      <a:pt x="20359" y="12596"/>
                    </a:lnTo>
                    <a:lnTo>
                      <a:pt x="20422" y="12387"/>
                    </a:lnTo>
                    <a:lnTo>
                      <a:pt x="20359" y="11592"/>
                    </a:lnTo>
                    <a:lnTo>
                      <a:pt x="20359" y="11445"/>
                    </a:lnTo>
                    <a:lnTo>
                      <a:pt x="20422" y="11341"/>
                    </a:lnTo>
                    <a:lnTo>
                      <a:pt x="20422" y="11236"/>
                    </a:lnTo>
                    <a:lnTo>
                      <a:pt x="20359" y="11278"/>
                    </a:lnTo>
                    <a:lnTo>
                      <a:pt x="20275" y="11194"/>
                    </a:lnTo>
                    <a:lnTo>
                      <a:pt x="20275" y="11131"/>
                    </a:lnTo>
                    <a:lnTo>
                      <a:pt x="20359" y="10985"/>
                    </a:lnTo>
                    <a:lnTo>
                      <a:pt x="20338" y="10859"/>
                    </a:lnTo>
                    <a:lnTo>
                      <a:pt x="20359" y="10776"/>
                    </a:lnTo>
                    <a:lnTo>
                      <a:pt x="20443" y="10755"/>
                    </a:lnTo>
                    <a:lnTo>
                      <a:pt x="20464" y="10629"/>
                    </a:lnTo>
                    <a:lnTo>
                      <a:pt x="20380" y="10504"/>
                    </a:lnTo>
                    <a:lnTo>
                      <a:pt x="20234" y="10420"/>
                    </a:lnTo>
                    <a:lnTo>
                      <a:pt x="20275" y="10399"/>
                    </a:lnTo>
                    <a:lnTo>
                      <a:pt x="20317" y="10336"/>
                    </a:lnTo>
                    <a:lnTo>
                      <a:pt x="20338" y="10399"/>
                    </a:lnTo>
                    <a:lnTo>
                      <a:pt x="20422" y="10441"/>
                    </a:lnTo>
                    <a:lnTo>
                      <a:pt x="20485" y="10462"/>
                    </a:lnTo>
                    <a:lnTo>
                      <a:pt x="20526" y="10336"/>
                    </a:lnTo>
                    <a:lnTo>
                      <a:pt x="20589" y="10336"/>
                    </a:lnTo>
                    <a:lnTo>
                      <a:pt x="20631" y="10420"/>
                    </a:lnTo>
                    <a:lnTo>
                      <a:pt x="20673" y="10441"/>
                    </a:lnTo>
                    <a:lnTo>
                      <a:pt x="20631" y="10525"/>
                    </a:lnTo>
                    <a:lnTo>
                      <a:pt x="20547" y="10567"/>
                    </a:lnTo>
                    <a:lnTo>
                      <a:pt x="20526" y="10650"/>
                    </a:lnTo>
                    <a:lnTo>
                      <a:pt x="20568" y="10650"/>
                    </a:lnTo>
                    <a:lnTo>
                      <a:pt x="20673" y="10546"/>
                    </a:lnTo>
                    <a:lnTo>
                      <a:pt x="20840" y="10462"/>
                    </a:lnTo>
                    <a:lnTo>
                      <a:pt x="21008" y="10190"/>
                    </a:lnTo>
                    <a:lnTo>
                      <a:pt x="21091" y="9981"/>
                    </a:lnTo>
                    <a:lnTo>
                      <a:pt x="21112" y="9834"/>
                    </a:lnTo>
                    <a:lnTo>
                      <a:pt x="21196" y="9771"/>
                    </a:lnTo>
                    <a:lnTo>
                      <a:pt x="21280" y="9562"/>
                    </a:lnTo>
                    <a:lnTo>
                      <a:pt x="21363" y="9374"/>
                    </a:lnTo>
                    <a:lnTo>
                      <a:pt x="21677" y="9165"/>
                    </a:lnTo>
                    <a:lnTo>
                      <a:pt x="21698" y="9060"/>
                    </a:lnTo>
                    <a:lnTo>
                      <a:pt x="21803" y="9039"/>
                    </a:lnTo>
                    <a:lnTo>
                      <a:pt x="21887" y="8934"/>
                    </a:lnTo>
                    <a:lnTo>
                      <a:pt x="22138" y="8683"/>
                    </a:lnTo>
                    <a:lnTo>
                      <a:pt x="22368" y="8370"/>
                    </a:lnTo>
                    <a:lnTo>
                      <a:pt x="22431" y="8307"/>
                    </a:lnTo>
                    <a:lnTo>
                      <a:pt x="22556" y="7993"/>
                    </a:lnTo>
                    <a:lnTo>
                      <a:pt x="22577" y="7846"/>
                    </a:lnTo>
                    <a:lnTo>
                      <a:pt x="22661" y="7742"/>
                    </a:lnTo>
                    <a:lnTo>
                      <a:pt x="22661" y="7637"/>
                    </a:lnTo>
                    <a:lnTo>
                      <a:pt x="22577" y="7533"/>
                    </a:lnTo>
                    <a:lnTo>
                      <a:pt x="22619" y="7449"/>
                    </a:lnTo>
                    <a:lnTo>
                      <a:pt x="22682" y="7449"/>
                    </a:lnTo>
                    <a:lnTo>
                      <a:pt x="22661" y="7156"/>
                    </a:lnTo>
                    <a:lnTo>
                      <a:pt x="22577" y="7093"/>
                    </a:lnTo>
                    <a:lnTo>
                      <a:pt x="22556" y="6968"/>
                    </a:lnTo>
                    <a:lnTo>
                      <a:pt x="22347" y="6528"/>
                    </a:lnTo>
                    <a:lnTo>
                      <a:pt x="22347" y="6361"/>
                    </a:lnTo>
                    <a:lnTo>
                      <a:pt x="22326" y="6193"/>
                    </a:lnTo>
                    <a:lnTo>
                      <a:pt x="21949" y="6026"/>
                    </a:lnTo>
                    <a:lnTo>
                      <a:pt x="21740" y="6026"/>
                    </a:lnTo>
                    <a:lnTo>
                      <a:pt x="21594" y="6110"/>
                    </a:lnTo>
                    <a:lnTo>
                      <a:pt x="21489" y="5942"/>
                    </a:lnTo>
                    <a:lnTo>
                      <a:pt x="21342" y="5921"/>
                    </a:lnTo>
                    <a:lnTo>
                      <a:pt x="21217" y="5796"/>
                    </a:lnTo>
                    <a:lnTo>
                      <a:pt x="21070" y="5712"/>
                    </a:lnTo>
                    <a:lnTo>
                      <a:pt x="20966" y="5691"/>
                    </a:lnTo>
                    <a:lnTo>
                      <a:pt x="20694" y="5398"/>
                    </a:lnTo>
                    <a:lnTo>
                      <a:pt x="20485" y="5105"/>
                    </a:lnTo>
                    <a:lnTo>
                      <a:pt x="20380" y="5085"/>
                    </a:lnTo>
                    <a:lnTo>
                      <a:pt x="20254" y="4959"/>
                    </a:lnTo>
                    <a:lnTo>
                      <a:pt x="20129" y="4959"/>
                    </a:lnTo>
                    <a:lnTo>
                      <a:pt x="19773" y="4687"/>
                    </a:lnTo>
                    <a:lnTo>
                      <a:pt x="19627" y="4687"/>
                    </a:lnTo>
                    <a:lnTo>
                      <a:pt x="19438" y="4603"/>
                    </a:lnTo>
                    <a:lnTo>
                      <a:pt x="19334" y="4666"/>
                    </a:lnTo>
                    <a:lnTo>
                      <a:pt x="19187" y="4666"/>
                    </a:lnTo>
                    <a:lnTo>
                      <a:pt x="19083" y="4603"/>
                    </a:lnTo>
                    <a:lnTo>
                      <a:pt x="18978" y="4666"/>
                    </a:lnTo>
                    <a:lnTo>
                      <a:pt x="18915" y="4750"/>
                    </a:lnTo>
                    <a:lnTo>
                      <a:pt x="18832" y="4666"/>
                    </a:lnTo>
                    <a:lnTo>
                      <a:pt x="18685" y="4561"/>
                    </a:lnTo>
                    <a:lnTo>
                      <a:pt x="18685" y="4666"/>
                    </a:lnTo>
                    <a:lnTo>
                      <a:pt x="18602" y="4624"/>
                    </a:lnTo>
                    <a:lnTo>
                      <a:pt x="18581" y="4687"/>
                    </a:lnTo>
                    <a:lnTo>
                      <a:pt x="18581" y="4750"/>
                    </a:lnTo>
                    <a:lnTo>
                      <a:pt x="18476" y="4666"/>
                    </a:lnTo>
                    <a:lnTo>
                      <a:pt x="18455" y="4624"/>
                    </a:lnTo>
                    <a:lnTo>
                      <a:pt x="18371" y="4582"/>
                    </a:lnTo>
                    <a:lnTo>
                      <a:pt x="18371" y="4582"/>
                    </a:lnTo>
                    <a:lnTo>
                      <a:pt x="18392" y="4645"/>
                    </a:lnTo>
                    <a:lnTo>
                      <a:pt x="18371" y="4666"/>
                    </a:lnTo>
                    <a:lnTo>
                      <a:pt x="18183" y="4582"/>
                    </a:lnTo>
                    <a:lnTo>
                      <a:pt x="18141" y="4582"/>
                    </a:lnTo>
                    <a:lnTo>
                      <a:pt x="17995" y="4561"/>
                    </a:lnTo>
                    <a:lnTo>
                      <a:pt x="17702" y="4394"/>
                    </a:lnTo>
                    <a:lnTo>
                      <a:pt x="17555" y="4394"/>
                    </a:lnTo>
                    <a:lnTo>
                      <a:pt x="17555" y="4436"/>
                    </a:lnTo>
                    <a:lnTo>
                      <a:pt x="17597" y="4478"/>
                    </a:lnTo>
                    <a:lnTo>
                      <a:pt x="17555" y="4520"/>
                    </a:lnTo>
                    <a:lnTo>
                      <a:pt x="17472" y="4478"/>
                    </a:lnTo>
                    <a:lnTo>
                      <a:pt x="17451" y="4520"/>
                    </a:lnTo>
                    <a:lnTo>
                      <a:pt x="17430" y="4561"/>
                    </a:lnTo>
                    <a:lnTo>
                      <a:pt x="17325" y="4603"/>
                    </a:lnTo>
                    <a:lnTo>
                      <a:pt x="17262" y="4666"/>
                    </a:lnTo>
                    <a:lnTo>
                      <a:pt x="17241" y="4792"/>
                    </a:lnTo>
                    <a:lnTo>
                      <a:pt x="17200" y="4687"/>
                    </a:lnTo>
                    <a:lnTo>
                      <a:pt x="17158" y="4603"/>
                    </a:lnTo>
                    <a:lnTo>
                      <a:pt x="17116" y="4645"/>
                    </a:lnTo>
                    <a:lnTo>
                      <a:pt x="17116" y="4750"/>
                    </a:lnTo>
                    <a:lnTo>
                      <a:pt x="17011" y="4917"/>
                    </a:lnTo>
                    <a:lnTo>
                      <a:pt x="17011" y="5085"/>
                    </a:lnTo>
                    <a:lnTo>
                      <a:pt x="16990" y="4917"/>
                    </a:lnTo>
                    <a:lnTo>
                      <a:pt x="17011" y="4771"/>
                    </a:lnTo>
                    <a:lnTo>
                      <a:pt x="16990" y="4645"/>
                    </a:lnTo>
                    <a:lnTo>
                      <a:pt x="17032" y="4457"/>
                    </a:lnTo>
                    <a:lnTo>
                      <a:pt x="17095" y="4394"/>
                    </a:lnTo>
                    <a:lnTo>
                      <a:pt x="17032" y="4373"/>
                    </a:lnTo>
                    <a:lnTo>
                      <a:pt x="16928" y="4373"/>
                    </a:lnTo>
                    <a:lnTo>
                      <a:pt x="17053" y="4248"/>
                    </a:lnTo>
                    <a:lnTo>
                      <a:pt x="16907" y="4059"/>
                    </a:lnTo>
                    <a:lnTo>
                      <a:pt x="16823" y="3913"/>
                    </a:lnTo>
                    <a:lnTo>
                      <a:pt x="16739" y="3913"/>
                    </a:lnTo>
                    <a:lnTo>
                      <a:pt x="16614" y="3871"/>
                    </a:lnTo>
                    <a:lnTo>
                      <a:pt x="16530" y="3976"/>
                    </a:lnTo>
                    <a:lnTo>
                      <a:pt x="16467" y="4017"/>
                    </a:lnTo>
                    <a:lnTo>
                      <a:pt x="16425" y="3934"/>
                    </a:lnTo>
                    <a:lnTo>
                      <a:pt x="16384" y="3913"/>
                    </a:lnTo>
                    <a:lnTo>
                      <a:pt x="16363" y="3829"/>
                    </a:lnTo>
                    <a:lnTo>
                      <a:pt x="16279" y="3766"/>
                    </a:lnTo>
                    <a:lnTo>
                      <a:pt x="16195" y="3766"/>
                    </a:lnTo>
                    <a:lnTo>
                      <a:pt x="16153" y="3724"/>
                    </a:lnTo>
                    <a:lnTo>
                      <a:pt x="16070" y="3704"/>
                    </a:lnTo>
                    <a:lnTo>
                      <a:pt x="16007" y="3745"/>
                    </a:lnTo>
                    <a:lnTo>
                      <a:pt x="16007" y="3704"/>
                    </a:lnTo>
                    <a:lnTo>
                      <a:pt x="15965" y="3662"/>
                    </a:lnTo>
                    <a:lnTo>
                      <a:pt x="15902" y="3599"/>
                    </a:lnTo>
                    <a:lnTo>
                      <a:pt x="15840" y="3620"/>
                    </a:lnTo>
                    <a:lnTo>
                      <a:pt x="15693" y="3599"/>
                    </a:lnTo>
                    <a:lnTo>
                      <a:pt x="15526" y="3494"/>
                    </a:lnTo>
                    <a:lnTo>
                      <a:pt x="15463" y="3494"/>
                    </a:lnTo>
                    <a:lnTo>
                      <a:pt x="15442" y="3536"/>
                    </a:lnTo>
                    <a:lnTo>
                      <a:pt x="15337" y="3452"/>
                    </a:lnTo>
                    <a:lnTo>
                      <a:pt x="15254" y="3452"/>
                    </a:lnTo>
                    <a:lnTo>
                      <a:pt x="15233" y="3536"/>
                    </a:lnTo>
                    <a:lnTo>
                      <a:pt x="15170" y="3536"/>
                    </a:lnTo>
                    <a:lnTo>
                      <a:pt x="15149" y="3452"/>
                    </a:lnTo>
                    <a:lnTo>
                      <a:pt x="15024" y="3452"/>
                    </a:lnTo>
                    <a:lnTo>
                      <a:pt x="14919" y="3515"/>
                    </a:lnTo>
                    <a:lnTo>
                      <a:pt x="14856" y="3620"/>
                    </a:lnTo>
                    <a:lnTo>
                      <a:pt x="14856" y="3704"/>
                    </a:lnTo>
                    <a:lnTo>
                      <a:pt x="14731" y="3829"/>
                    </a:lnTo>
                    <a:lnTo>
                      <a:pt x="14584" y="3934"/>
                    </a:lnTo>
                    <a:lnTo>
                      <a:pt x="14375" y="4059"/>
                    </a:lnTo>
                    <a:lnTo>
                      <a:pt x="14270" y="4185"/>
                    </a:lnTo>
                    <a:lnTo>
                      <a:pt x="14208" y="4352"/>
                    </a:lnTo>
                    <a:lnTo>
                      <a:pt x="14187" y="4499"/>
                    </a:lnTo>
                    <a:lnTo>
                      <a:pt x="14124" y="4582"/>
                    </a:lnTo>
                    <a:lnTo>
                      <a:pt x="14019" y="4687"/>
                    </a:lnTo>
                    <a:lnTo>
                      <a:pt x="14019" y="4771"/>
                    </a:lnTo>
                    <a:lnTo>
                      <a:pt x="14061" y="4896"/>
                    </a:lnTo>
                    <a:lnTo>
                      <a:pt x="14019" y="5105"/>
                    </a:lnTo>
                    <a:lnTo>
                      <a:pt x="13998" y="4980"/>
                    </a:lnTo>
                    <a:lnTo>
                      <a:pt x="13915" y="4854"/>
                    </a:lnTo>
                    <a:lnTo>
                      <a:pt x="13915" y="4750"/>
                    </a:lnTo>
                    <a:lnTo>
                      <a:pt x="13998" y="4645"/>
                    </a:lnTo>
                    <a:lnTo>
                      <a:pt x="14103" y="4561"/>
                    </a:lnTo>
                    <a:lnTo>
                      <a:pt x="14082" y="4394"/>
                    </a:lnTo>
                    <a:lnTo>
                      <a:pt x="14124" y="4269"/>
                    </a:lnTo>
                    <a:lnTo>
                      <a:pt x="14124" y="4185"/>
                    </a:lnTo>
                    <a:lnTo>
                      <a:pt x="14061" y="4185"/>
                    </a:lnTo>
                    <a:lnTo>
                      <a:pt x="13915" y="4248"/>
                    </a:lnTo>
                    <a:lnTo>
                      <a:pt x="13768" y="4185"/>
                    </a:lnTo>
                    <a:lnTo>
                      <a:pt x="13643" y="4185"/>
                    </a:lnTo>
                    <a:lnTo>
                      <a:pt x="13538" y="4227"/>
                    </a:lnTo>
                    <a:lnTo>
                      <a:pt x="13454" y="4164"/>
                    </a:lnTo>
                    <a:lnTo>
                      <a:pt x="13538" y="4164"/>
                    </a:lnTo>
                    <a:lnTo>
                      <a:pt x="13643" y="4080"/>
                    </a:lnTo>
                    <a:lnTo>
                      <a:pt x="13747" y="4059"/>
                    </a:lnTo>
                    <a:lnTo>
                      <a:pt x="13915" y="4080"/>
                    </a:lnTo>
                    <a:lnTo>
                      <a:pt x="14019" y="4059"/>
                    </a:lnTo>
                    <a:lnTo>
                      <a:pt x="14103" y="3955"/>
                    </a:lnTo>
                    <a:lnTo>
                      <a:pt x="14166" y="3955"/>
                    </a:lnTo>
                    <a:lnTo>
                      <a:pt x="14208" y="4017"/>
                    </a:lnTo>
                    <a:lnTo>
                      <a:pt x="14270" y="3976"/>
                    </a:lnTo>
                    <a:lnTo>
                      <a:pt x="14375" y="3934"/>
                    </a:lnTo>
                    <a:lnTo>
                      <a:pt x="14521" y="3871"/>
                    </a:lnTo>
                    <a:lnTo>
                      <a:pt x="14521" y="3745"/>
                    </a:lnTo>
                    <a:lnTo>
                      <a:pt x="14689" y="3557"/>
                    </a:lnTo>
                    <a:lnTo>
                      <a:pt x="14689" y="3432"/>
                    </a:lnTo>
                    <a:lnTo>
                      <a:pt x="14731" y="3348"/>
                    </a:lnTo>
                    <a:lnTo>
                      <a:pt x="14731" y="3243"/>
                    </a:lnTo>
                    <a:lnTo>
                      <a:pt x="14584" y="3222"/>
                    </a:lnTo>
                    <a:lnTo>
                      <a:pt x="14438" y="3118"/>
                    </a:lnTo>
                    <a:lnTo>
                      <a:pt x="14333" y="3118"/>
                    </a:lnTo>
                    <a:lnTo>
                      <a:pt x="14187" y="3222"/>
                    </a:lnTo>
                    <a:lnTo>
                      <a:pt x="14061" y="3222"/>
                    </a:lnTo>
                    <a:lnTo>
                      <a:pt x="13852" y="3139"/>
                    </a:lnTo>
                    <a:lnTo>
                      <a:pt x="13643" y="3118"/>
                    </a:lnTo>
                    <a:lnTo>
                      <a:pt x="13475" y="3285"/>
                    </a:lnTo>
                    <a:lnTo>
                      <a:pt x="13475" y="3348"/>
                    </a:lnTo>
                    <a:lnTo>
                      <a:pt x="13538" y="3390"/>
                    </a:lnTo>
                    <a:lnTo>
                      <a:pt x="13559" y="3432"/>
                    </a:lnTo>
                    <a:lnTo>
                      <a:pt x="13475" y="3432"/>
                    </a:lnTo>
                    <a:lnTo>
                      <a:pt x="13433" y="3452"/>
                    </a:lnTo>
                    <a:lnTo>
                      <a:pt x="13371" y="3557"/>
                    </a:lnTo>
                    <a:lnTo>
                      <a:pt x="13350" y="3494"/>
                    </a:lnTo>
                    <a:lnTo>
                      <a:pt x="13287" y="3452"/>
                    </a:lnTo>
                    <a:lnTo>
                      <a:pt x="13161" y="3515"/>
                    </a:lnTo>
                    <a:lnTo>
                      <a:pt x="13036" y="3704"/>
                    </a:lnTo>
                    <a:lnTo>
                      <a:pt x="12848" y="3913"/>
                    </a:lnTo>
                    <a:lnTo>
                      <a:pt x="12973" y="3724"/>
                    </a:lnTo>
                    <a:lnTo>
                      <a:pt x="12973" y="3599"/>
                    </a:lnTo>
                    <a:lnTo>
                      <a:pt x="13015" y="3515"/>
                    </a:lnTo>
                    <a:lnTo>
                      <a:pt x="13015" y="3432"/>
                    </a:lnTo>
                    <a:lnTo>
                      <a:pt x="12952" y="3432"/>
                    </a:lnTo>
                    <a:lnTo>
                      <a:pt x="12848" y="3536"/>
                    </a:lnTo>
                    <a:lnTo>
                      <a:pt x="12806" y="3662"/>
                    </a:lnTo>
                    <a:lnTo>
                      <a:pt x="12743" y="3829"/>
                    </a:lnTo>
                    <a:lnTo>
                      <a:pt x="12638" y="3871"/>
                    </a:lnTo>
                    <a:lnTo>
                      <a:pt x="12722" y="3704"/>
                    </a:lnTo>
                    <a:lnTo>
                      <a:pt x="12743" y="3557"/>
                    </a:lnTo>
                    <a:lnTo>
                      <a:pt x="12952" y="3306"/>
                    </a:lnTo>
                    <a:lnTo>
                      <a:pt x="13015" y="3118"/>
                    </a:lnTo>
                    <a:lnTo>
                      <a:pt x="13078" y="3013"/>
                    </a:lnTo>
                    <a:lnTo>
                      <a:pt x="13182" y="2971"/>
                    </a:lnTo>
                    <a:lnTo>
                      <a:pt x="13329" y="2888"/>
                    </a:lnTo>
                    <a:lnTo>
                      <a:pt x="13392" y="2867"/>
                    </a:lnTo>
                    <a:lnTo>
                      <a:pt x="13496" y="2699"/>
                    </a:lnTo>
                    <a:lnTo>
                      <a:pt x="13768" y="2448"/>
                    </a:lnTo>
                    <a:lnTo>
                      <a:pt x="13789" y="2364"/>
                    </a:lnTo>
                    <a:lnTo>
                      <a:pt x="13852" y="2302"/>
                    </a:lnTo>
                    <a:lnTo>
                      <a:pt x="13789" y="2239"/>
                    </a:lnTo>
                    <a:lnTo>
                      <a:pt x="13810" y="2155"/>
                    </a:lnTo>
                    <a:lnTo>
                      <a:pt x="13852" y="2134"/>
                    </a:lnTo>
                    <a:lnTo>
                      <a:pt x="13852" y="2030"/>
                    </a:lnTo>
                    <a:lnTo>
                      <a:pt x="13747" y="1946"/>
                    </a:lnTo>
                    <a:lnTo>
                      <a:pt x="13601" y="1946"/>
                    </a:lnTo>
                    <a:lnTo>
                      <a:pt x="13580" y="1988"/>
                    </a:lnTo>
                    <a:lnTo>
                      <a:pt x="13538" y="1883"/>
                    </a:lnTo>
                    <a:lnTo>
                      <a:pt x="13454" y="1674"/>
                    </a:lnTo>
                    <a:lnTo>
                      <a:pt x="13329" y="1360"/>
                    </a:lnTo>
                    <a:lnTo>
                      <a:pt x="13224" y="1214"/>
                    </a:lnTo>
                    <a:lnTo>
                      <a:pt x="13140" y="1004"/>
                    </a:lnTo>
                    <a:lnTo>
                      <a:pt x="13140" y="879"/>
                    </a:lnTo>
                    <a:lnTo>
                      <a:pt x="13120" y="732"/>
                    </a:lnTo>
                    <a:lnTo>
                      <a:pt x="13057" y="691"/>
                    </a:lnTo>
                    <a:lnTo>
                      <a:pt x="13036" y="586"/>
                    </a:lnTo>
                    <a:lnTo>
                      <a:pt x="12952" y="460"/>
                    </a:lnTo>
                    <a:lnTo>
                      <a:pt x="12931" y="481"/>
                    </a:lnTo>
                    <a:lnTo>
                      <a:pt x="12931" y="565"/>
                    </a:lnTo>
                    <a:lnTo>
                      <a:pt x="12868" y="628"/>
                    </a:lnTo>
                    <a:lnTo>
                      <a:pt x="12743" y="711"/>
                    </a:lnTo>
                    <a:lnTo>
                      <a:pt x="12701" y="795"/>
                    </a:lnTo>
                    <a:lnTo>
                      <a:pt x="12555" y="984"/>
                    </a:lnTo>
                    <a:lnTo>
                      <a:pt x="12408" y="1151"/>
                    </a:lnTo>
                    <a:lnTo>
                      <a:pt x="12408" y="1256"/>
                    </a:lnTo>
                    <a:lnTo>
                      <a:pt x="12303" y="1507"/>
                    </a:lnTo>
                    <a:lnTo>
                      <a:pt x="12199" y="1653"/>
                    </a:lnTo>
                    <a:lnTo>
                      <a:pt x="12115" y="1779"/>
                    </a:lnTo>
                    <a:lnTo>
                      <a:pt x="12011" y="1820"/>
                    </a:lnTo>
                    <a:lnTo>
                      <a:pt x="11969" y="1862"/>
                    </a:lnTo>
                    <a:lnTo>
                      <a:pt x="11927" y="1967"/>
                    </a:lnTo>
                    <a:lnTo>
                      <a:pt x="11822" y="2051"/>
                    </a:lnTo>
                    <a:lnTo>
                      <a:pt x="11759" y="2030"/>
                    </a:lnTo>
                    <a:lnTo>
                      <a:pt x="11759" y="1862"/>
                    </a:lnTo>
                    <a:lnTo>
                      <a:pt x="11697" y="1841"/>
                    </a:lnTo>
                    <a:lnTo>
                      <a:pt x="11676" y="1779"/>
                    </a:lnTo>
                    <a:lnTo>
                      <a:pt x="11613" y="1779"/>
                    </a:lnTo>
                    <a:lnTo>
                      <a:pt x="11550" y="1820"/>
                    </a:lnTo>
                    <a:lnTo>
                      <a:pt x="11487" y="1883"/>
                    </a:lnTo>
                    <a:lnTo>
                      <a:pt x="11383" y="1862"/>
                    </a:lnTo>
                    <a:lnTo>
                      <a:pt x="11299" y="1779"/>
                    </a:lnTo>
                    <a:lnTo>
                      <a:pt x="11299" y="1737"/>
                    </a:lnTo>
                    <a:lnTo>
                      <a:pt x="11278" y="1716"/>
                    </a:lnTo>
                    <a:lnTo>
                      <a:pt x="11257" y="1611"/>
                    </a:lnTo>
                    <a:lnTo>
                      <a:pt x="11236" y="1548"/>
                    </a:lnTo>
                    <a:lnTo>
                      <a:pt x="11153" y="1528"/>
                    </a:lnTo>
                    <a:lnTo>
                      <a:pt x="11048" y="1423"/>
                    </a:lnTo>
                    <a:lnTo>
                      <a:pt x="10881" y="1423"/>
                    </a:lnTo>
                    <a:lnTo>
                      <a:pt x="10776" y="1465"/>
                    </a:lnTo>
                    <a:lnTo>
                      <a:pt x="10546" y="1465"/>
                    </a:lnTo>
                    <a:lnTo>
                      <a:pt x="10420" y="1444"/>
                    </a:lnTo>
                    <a:lnTo>
                      <a:pt x="10316" y="1528"/>
                    </a:lnTo>
                    <a:lnTo>
                      <a:pt x="10295" y="1632"/>
                    </a:lnTo>
                    <a:lnTo>
                      <a:pt x="10399" y="1737"/>
                    </a:lnTo>
                    <a:lnTo>
                      <a:pt x="10420" y="1820"/>
                    </a:lnTo>
                    <a:lnTo>
                      <a:pt x="10462" y="1946"/>
                    </a:lnTo>
                    <a:lnTo>
                      <a:pt x="10441" y="1988"/>
                    </a:lnTo>
                    <a:lnTo>
                      <a:pt x="10337" y="1988"/>
                    </a:lnTo>
                    <a:lnTo>
                      <a:pt x="10190" y="1946"/>
                    </a:lnTo>
                    <a:lnTo>
                      <a:pt x="10148" y="1925"/>
                    </a:lnTo>
                    <a:lnTo>
                      <a:pt x="9918" y="1925"/>
                    </a:lnTo>
                    <a:lnTo>
                      <a:pt x="9814" y="1946"/>
                    </a:lnTo>
                    <a:lnTo>
                      <a:pt x="9772" y="1883"/>
                    </a:lnTo>
                    <a:lnTo>
                      <a:pt x="9604" y="1883"/>
                    </a:lnTo>
                    <a:lnTo>
                      <a:pt x="9479" y="1946"/>
                    </a:lnTo>
                    <a:lnTo>
                      <a:pt x="9395" y="2134"/>
                    </a:lnTo>
                    <a:lnTo>
                      <a:pt x="9165" y="2134"/>
                    </a:lnTo>
                    <a:lnTo>
                      <a:pt x="9039" y="2155"/>
                    </a:lnTo>
                    <a:lnTo>
                      <a:pt x="8998" y="2197"/>
                    </a:lnTo>
                    <a:lnTo>
                      <a:pt x="8935" y="2302"/>
                    </a:lnTo>
                    <a:lnTo>
                      <a:pt x="8788" y="2302"/>
                    </a:lnTo>
                    <a:lnTo>
                      <a:pt x="8767" y="2281"/>
                    </a:lnTo>
                    <a:lnTo>
                      <a:pt x="8684" y="2302"/>
                    </a:lnTo>
                    <a:lnTo>
                      <a:pt x="8621" y="2385"/>
                    </a:lnTo>
                    <a:lnTo>
                      <a:pt x="8537" y="2364"/>
                    </a:lnTo>
                    <a:lnTo>
                      <a:pt x="8307" y="2176"/>
                    </a:lnTo>
                    <a:lnTo>
                      <a:pt x="8223" y="2072"/>
                    </a:lnTo>
                    <a:lnTo>
                      <a:pt x="8223" y="1988"/>
                    </a:lnTo>
                    <a:lnTo>
                      <a:pt x="8098" y="1862"/>
                    </a:lnTo>
                    <a:lnTo>
                      <a:pt x="7993" y="1758"/>
                    </a:lnTo>
                    <a:lnTo>
                      <a:pt x="7993" y="1653"/>
                    </a:lnTo>
                    <a:lnTo>
                      <a:pt x="8014" y="1569"/>
                    </a:lnTo>
                    <a:lnTo>
                      <a:pt x="7993" y="1528"/>
                    </a:lnTo>
                    <a:lnTo>
                      <a:pt x="8014" y="1423"/>
                    </a:lnTo>
                    <a:lnTo>
                      <a:pt x="8056" y="1339"/>
                    </a:lnTo>
                    <a:lnTo>
                      <a:pt x="8056" y="1214"/>
                    </a:lnTo>
                    <a:lnTo>
                      <a:pt x="8161" y="1025"/>
                    </a:lnTo>
                    <a:lnTo>
                      <a:pt x="8202" y="879"/>
                    </a:lnTo>
                    <a:lnTo>
                      <a:pt x="8307" y="732"/>
                    </a:lnTo>
                    <a:lnTo>
                      <a:pt x="8307" y="691"/>
                    </a:lnTo>
                    <a:lnTo>
                      <a:pt x="8202" y="691"/>
                    </a:lnTo>
                    <a:lnTo>
                      <a:pt x="8140" y="607"/>
                    </a:lnTo>
                    <a:lnTo>
                      <a:pt x="8119" y="523"/>
                    </a:lnTo>
                    <a:lnTo>
                      <a:pt x="7993" y="523"/>
                    </a:lnTo>
                    <a:lnTo>
                      <a:pt x="7889" y="481"/>
                    </a:lnTo>
                    <a:lnTo>
                      <a:pt x="7930" y="398"/>
                    </a:lnTo>
                    <a:lnTo>
                      <a:pt x="8014" y="293"/>
                    </a:lnTo>
                    <a:lnTo>
                      <a:pt x="8014" y="147"/>
                    </a:lnTo>
                    <a:lnTo>
                      <a:pt x="7910" y="0"/>
                    </a:lnTo>
                    <a:lnTo>
                      <a:pt x="7784" y="0"/>
                    </a:lnTo>
                    <a:lnTo>
                      <a:pt x="7721" y="63"/>
                    </a:lnTo>
                    <a:lnTo>
                      <a:pt x="76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grpSp>
        <p:grpSp>
          <p:nvGrpSpPr>
            <p:cNvPr id="2353" name="Google Shape;2353;p56"/>
            <p:cNvGrpSpPr/>
            <p:nvPr/>
          </p:nvGrpSpPr>
          <p:grpSpPr>
            <a:xfrm>
              <a:off x="3265985" y="3226989"/>
              <a:ext cx="87151" cy="346202"/>
              <a:chOff x="2680375" y="3423800"/>
              <a:chExt cx="182975" cy="761050"/>
            </a:xfrm>
          </p:grpSpPr>
          <p:sp>
            <p:nvSpPr>
              <p:cNvPr id="2354" name="Google Shape;2354;p56"/>
              <p:cNvSpPr/>
              <p:nvPr/>
            </p:nvSpPr>
            <p:spPr>
              <a:xfrm>
                <a:off x="2698650" y="3423800"/>
                <a:ext cx="164700" cy="703875"/>
              </a:xfrm>
              <a:custGeom>
                <a:avLst/>
                <a:gdLst/>
                <a:ahLst/>
                <a:cxnLst/>
                <a:rect l="l" t="t" r="r" b="b"/>
                <a:pathLst>
                  <a:path w="6588" h="28155" extrusionOk="0">
                    <a:moveTo>
                      <a:pt x="319" y="4568"/>
                    </a:moveTo>
                    <a:lnTo>
                      <a:pt x="107" y="1274"/>
                    </a:lnTo>
                    <a:lnTo>
                      <a:pt x="319" y="0"/>
                    </a:lnTo>
                    <a:lnTo>
                      <a:pt x="6588" y="4356"/>
                    </a:lnTo>
                    <a:lnTo>
                      <a:pt x="4994" y="7331"/>
                    </a:lnTo>
                    <a:lnTo>
                      <a:pt x="1913" y="16149"/>
                    </a:lnTo>
                    <a:lnTo>
                      <a:pt x="2656" y="24330"/>
                    </a:lnTo>
                    <a:lnTo>
                      <a:pt x="4144" y="28155"/>
                    </a:lnTo>
                    <a:lnTo>
                      <a:pt x="1700" y="27836"/>
                    </a:lnTo>
                    <a:lnTo>
                      <a:pt x="532" y="25605"/>
                    </a:lnTo>
                    <a:lnTo>
                      <a:pt x="1063" y="22736"/>
                    </a:lnTo>
                    <a:lnTo>
                      <a:pt x="0" y="17530"/>
                    </a:lnTo>
                    <a:lnTo>
                      <a:pt x="638" y="14024"/>
                    </a:lnTo>
                    <a:lnTo>
                      <a:pt x="213" y="11793"/>
                    </a:lnTo>
                    <a:lnTo>
                      <a:pt x="744" y="7756"/>
                    </a:lnTo>
                    <a:close/>
                  </a:path>
                </a:pathLst>
              </a:custGeom>
              <a:solidFill>
                <a:srgbClr val="5F7D95"/>
              </a:solidFill>
              <a:ln>
                <a:noFill/>
              </a:ln>
            </p:spPr>
          </p:sp>
          <p:sp>
            <p:nvSpPr>
              <p:cNvPr id="2355" name="Google Shape;2355;p56"/>
              <p:cNvSpPr/>
              <p:nvPr/>
            </p:nvSpPr>
            <p:spPr>
              <a:xfrm>
                <a:off x="2680375" y="3510050"/>
                <a:ext cx="137075" cy="674800"/>
              </a:xfrm>
              <a:custGeom>
                <a:avLst/>
                <a:gdLst/>
                <a:ahLst/>
                <a:cxnLst/>
                <a:rect l="l" t="t" r="r" b="b"/>
                <a:pathLst>
                  <a:path w="5483" h="26992" extrusionOk="0">
                    <a:moveTo>
                      <a:pt x="984" y="23016"/>
                    </a:moveTo>
                    <a:lnTo>
                      <a:pt x="984" y="23121"/>
                    </a:lnTo>
                    <a:lnTo>
                      <a:pt x="1026" y="23058"/>
                    </a:lnTo>
                    <a:lnTo>
                      <a:pt x="1088" y="23016"/>
                    </a:lnTo>
                    <a:close/>
                    <a:moveTo>
                      <a:pt x="1047" y="0"/>
                    </a:moveTo>
                    <a:lnTo>
                      <a:pt x="984" y="105"/>
                    </a:lnTo>
                    <a:lnTo>
                      <a:pt x="963" y="209"/>
                    </a:lnTo>
                    <a:lnTo>
                      <a:pt x="1068" y="314"/>
                    </a:lnTo>
                    <a:lnTo>
                      <a:pt x="1005" y="419"/>
                    </a:lnTo>
                    <a:lnTo>
                      <a:pt x="900" y="502"/>
                    </a:lnTo>
                    <a:lnTo>
                      <a:pt x="837" y="461"/>
                    </a:lnTo>
                    <a:lnTo>
                      <a:pt x="691" y="544"/>
                    </a:lnTo>
                    <a:lnTo>
                      <a:pt x="565" y="628"/>
                    </a:lnTo>
                    <a:lnTo>
                      <a:pt x="628" y="670"/>
                    </a:lnTo>
                    <a:lnTo>
                      <a:pt x="628" y="837"/>
                    </a:lnTo>
                    <a:lnTo>
                      <a:pt x="586" y="963"/>
                    </a:lnTo>
                    <a:lnTo>
                      <a:pt x="628" y="1130"/>
                    </a:lnTo>
                    <a:lnTo>
                      <a:pt x="733" y="1549"/>
                    </a:lnTo>
                    <a:lnTo>
                      <a:pt x="733" y="1695"/>
                    </a:lnTo>
                    <a:lnTo>
                      <a:pt x="691" y="1800"/>
                    </a:lnTo>
                    <a:lnTo>
                      <a:pt x="649" y="1883"/>
                    </a:lnTo>
                    <a:lnTo>
                      <a:pt x="691" y="2093"/>
                    </a:lnTo>
                    <a:lnTo>
                      <a:pt x="775" y="2302"/>
                    </a:lnTo>
                    <a:lnTo>
                      <a:pt x="858" y="2490"/>
                    </a:lnTo>
                    <a:lnTo>
                      <a:pt x="858" y="2762"/>
                    </a:lnTo>
                    <a:lnTo>
                      <a:pt x="837" y="2846"/>
                    </a:lnTo>
                    <a:lnTo>
                      <a:pt x="796" y="2909"/>
                    </a:lnTo>
                    <a:lnTo>
                      <a:pt x="837" y="3327"/>
                    </a:lnTo>
                    <a:lnTo>
                      <a:pt x="837" y="3432"/>
                    </a:lnTo>
                    <a:lnTo>
                      <a:pt x="754" y="3474"/>
                    </a:lnTo>
                    <a:lnTo>
                      <a:pt x="670" y="3536"/>
                    </a:lnTo>
                    <a:lnTo>
                      <a:pt x="670" y="3766"/>
                    </a:lnTo>
                    <a:lnTo>
                      <a:pt x="691" y="3829"/>
                    </a:lnTo>
                    <a:lnTo>
                      <a:pt x="775" y="3766"/>
                    </a:lnTo>
                    <a:lnTo>
                      <a:pt x="837" y="3829"/>
                    </a:lnTo>
                    <a:lnTo>
                      <a:pt x="754" y="3892"/>
                    </a:lnTo>
                    <a:lnTo>
                      <a:pt x="754" y="4499"/>
                    </a:lnTo>
                    <a:lnTo>
                      <a:pt x="837" y="4729"/>
                    </a:lnTo>
                    <a:lnTo>
                      <a:pt x="858" y="4917"/>
                    </a:lnTo>
                    <a:lnTo>
                      <a:pt x="837" y="5064"/>
                    </a:lnTo>
                    <a:lnTo>
                      <a:pt x="733" y="5231"/>
                    </a:lnTo>
                    <a:lnTo>
                      <a:pt x="733" y="5399"/>
                    </a:lnTo>
                    <a:lnTo>
                      <a:pt x="837" y="5566"/>
                    </a:lnTo>
                    <a:lnTo>
                      <a:pt x="796" y="5712"/>
                    </a:lnTo>
                    <a:lnTo>
                      <a:pt x="796" y="5984"/>
                    </a:lnTo>
                    <a:lnTo>
                      <a:pt x="754" y="6089"/>
                    </a:lnTo>
                    <a:lnTo>
                      <a:pt x="754" y="6256"/>
                    </a:lnTo>
                    <a:lnTo>
                      <a:pt x="775" y="6340"/>
                    </a:lnTo>
                    <a:lnTo>
                      <a:pt x="775" y="6403"/>
                    </a:lnTo>
                    <a:lnTo>
                      <a:pt x="670" y="6570"/>
                    </a:lnTo>
                    <a:lnTo>
                      <a:pt x="670" y="6717"/>
                    </a:lnTo>
                    <a:lnTo>
                      <a:pt x="628" y="6821"/>
                    </a:lnTo>
                    <a:lnTo>
                      <a:pt x="649" y="7010"/>
                    </a:lnTo>
                    <a:lnTo>
                      <a:pt x="628" y="7093"/>
                    </a:lnTo>
                    <a:lnTo>
                      <a:pt x="524" y="7303"/>
                    </a:lnTo>
                    <a:lnTo>
                      <a:pt x="524" y="7407"/>
                    </a:lnTo>
                    <a:lnTo>
                      <a:pt x="628" y="7554"/>
                    </a:lnTo>
                    <a:lnTo>
                      <a:pt x="649" y="7721"/>
                    </a:lnTo>
                    <a:lnTo>
                      <a:pt x="733" y="7826"/>
                    </a:lnTo>
                    <a:lnTo>
                      <a:pt x="649" y="7867"/>
                    </a:lnTo>
                    <a:lnTo>
                      <a:pt x="586" y="8014"/>
                    </a:lnTo>
                    <a:lnTo>
                      <a:pt x="670" y="8119"/>
                    </a:lnTo>
                    <a:lnTo>
                      <a:pt x="586" y="8202"/>
                    </a:lnTo>
                    <a:lnTo>
                      <a:pt x="524" y="8244"/>
                    </a:lnTo>
                    <a:lnTo>
                      <a:pt x="524" y="8391"/>
                    </a:lnTo>
                    <a:lnTo>
                      <a:pt x="544" y="8537"/>
                    </a:lnTo>
                    <a:lnTo>
                      <a:pt x="544" y="8663"/>
                    </a:lnTo>
                    <a:lnTo>
                      <a:pt x="670" y="8997"/>
                    </a:lnTo>
                    <a:lnTo>
                      <a:pt x="670" y="9186"/>
                    </a:lnTo>
                    <a:lnTo>
                      <a:pt x="628" y="9228"/>
                    </a:lnTo>
                    <a:lnTo>
                      <a:pt x="628" y="9332"/>
                    </a:lnTo>
                    <a:lnTo>
                      <a:pt x="754" y="9520"/>
                    </a:lnTo>
                    <a:lnTo>
                      <a:pt x="754" y="9730"/>
                    </a:lnTo>
                    <a:lnTo>
                      <a:pt x="733" y="9855"/>
                    </a:lnTo>
                    <a:lnTo>
                      <a:pt x="733" y="9918"/>
                    </a:lnTo>
                    <a:lnTo>
                      <a:pt x="754" y="10023"/>
                    </a:lnTo>
                    <a:lnTo>
                      <a:pt x="733" y="10106"/>
                    </a:lnTo>
                    <a:lnTo>
                      <a:pt x="691" y="10211"/>
                    </a:lnTo>
                    <a:lnTo>
                      <a:pt x="733" y="10253"/>
                    </a:lnTo>
                    <a:lnTo>
                      <a:pt x="858" y="10441"/>
                    </a:lnTo>
                    <a:lnTo>
                      <a:pt x="879" y="10546"/>
                    </a:lnTo>
                    <a:lnTo>
                      <a:pt x="837" y="10650"/>
                    </a:lnTo>
                    <a:lnTo>
                      <a:pt x="754" y="10692"/>
                    </a:lnTo>
                    <a:lnTo>
                      <a:pt x="670" y="10860"/>
                    </a:lnTo>
                    <a:lnTo>
                      <a:pt x="670" y="10901"/>
                    </a:lnTo>
                    <a:lnTo>
                      <a:pt x="733" y="10964"/>
                    </a:lnTo>
                    <a:lnTo>
                      <a:pt x="670" y="11090"/>
                    </a:lnTo>
                    <a:lnTo>
                      <a:pt x="586" y="11173"/>
                    </a:lnTo>
                    <a:lnTo>
                      <a:pt x="586" y="11278"/>
                    </a:lnTo>
                    <a:lnTo>
                      <a:pt x="565" y="11466"/>
                    </a:lnTo>
                    <a:lnTo>
                      <a:pt x="524" y="11571"/>
                    </a:lnTo>
                    <a:lnTo>
                      <a:pt x="524" y="11676"/>
                    </a:lnTo>
                    <a:lnTo>
                      <a:pt x="482" y="11717"/>
                    </a:lnTo>
                    <a:lnTo>
                      <a:pt x="482" y="11843"/>
                    </a:lnTo>
                    <a:lnTo>
                      <a:pt x="419" y="11927"/>
                    </a:lnTo>
                    <a:lnTo>
                      <a:pt x="419" y="11989"/>
                    </a:lnTo>
                    <a:lnTo>
                      <a:pt x="461" y="12052"/>
                    </a:lnTo>
                    <a:lnTo>
                      <a:pt x="377" y="12157"/>
                    </a:lnTo>
                    <a:lnTo>
                      <a:pt x="377" y="12324"/>
                    </a:lnTo>
                    <a:lnTo>
                      <a:pt x="377" y="12429"/>
                    </a:lnTo>
                    <a:lnTo>
                      <a:pt x="314" y="12471"/>
                    </a:lnTo>
                    <a:lnTo>
                      <a:pt x="314" y="12575"/>
                    </a:lnTo>
                    <a:lnTo>
                      <a:pt x="272" y="12659"/>
                    </a:lnTo>
                    <a:lnTo>
                      <a:pt x="272" y="12743"/>
                    </a:lnTo>
                    <a:lnTo>
                      <a:pt x="314" y="12847"/>
                    </a:lnTo>
                    <a:lnTo>
                      <a:pt x="314" y="12952"/>
                    </a:lnTo>
                    <a:lnTo>
                      <a:pt x="231" y="13057"/>
                    </a:lnTo>
                    <a:lnTo>
                      <a:pt x="147" y="13057"/>
                    </a:lnTo>
                    <a:lnTo>
                      <a:pt x="63" y="12994"/>
                    </a:lnTo>
                    <a:lnTo>
                      <a:pt x="0" y="13015"/>
                    </a:lnTo>
                    <a:lnTo>
                      <a:pt x="0" y="13098"/>
                    </a:lnTo>
                    <a:lnTo>
                      <a:pt x="21" y="13224"/>
                    </a:lnTo>
                    <a:lnTo>
                      <a:pt x="21" y="13412"/>
                    </a:lnTo>
                    <a:lnTo>
                      <a:pt x="105" y="13517"/>
                    </a:lnTo>
                    <a:lnTo>
                      <a:pt x="231" y="13621"/>
                    </a:lnTo>
                    <a:lnTo>
                      <a:pt x="252" y="13747"/>
                    </a:lnTo>
                    <a:lnTo>
                      <a:pt x="231" y="13914"/>
                    </a:lnTo>
                    <a:lnTo>
                      <a:pt x="398" y="14228"/>
                    </a:lnTo>
                    <a:lnTo>
                      <a:pt x="440" y="14312"/>
                    </a:lnTo>
                    <a:lnTo>
                      <a:pt x="524" y="14375"/>
                    </a:lnTo>
                    <a:lnTo>
                      <a:pt x="524" y="14563"/>
                    </a:lnTo>
                    <a:lnTo>
                      <a:pt x="461" y="14835"/>
                    </a:lnTo>
                    <a:lnTo>
                      <a:pt x="419" y="14856"/>
                    </a:lnTo>
                    <a:lnTo>
                      <a:pt x="440" y="14940"/>
                    </a:lnTo>
                    <a:lnTo>
                      <a:pt x="419" y="15002"/>
                    </a:lnTo>
                    <a:lnTo>
                      <a:pt x="356" y="14982"/>
                    </a:lnTo>
                    <a:lnTo>
                      <a:pt x="314" y="14982"/>
                    </a:lnTo>
                    <a:lnTo>
                      <a:pt x="272" y="15086"/>
                    </a:lnTo>
                    <a:lnTo>
                      <a:pt x="314" y="15191"/>
                    </a:lnTo>
                    <a:lnTo>
                      <a:pt x="377" y="15254"/>
                    </a:lnTo>
                    <a:lnTo>
                      <a:pt x="335" y="15484"/>
                    </a:lnTo>
                    <a:lnTo>
                      <a:pt x="356" y="15588"/>
                    </a:lnTo>
                    <a:lnTo>
                      <a:pt x="314" y="15672"/>
                    </a:lnTo>
                    <a:lnTo>
                      <a:pt x="356" y="15714"/>
                    </a:lnTo>
                    <a:lnTo>
                      <a:pt x="335" y="15798"/>
                    </a:lnTo>
                    <a:lnTo>
                      <a:pt x="314" y="15818"/>
                    </a:lnTo>
                    <a:lnTo>
                      <a:pt x="335" y="15881"/>
                    </a:lnTo>
                    <a:lnTo>
                      <a:pt x="524" y="16153"/>
                    </a:lnTo>
                    <a:lnTo>
                      <a:pt x="565" y="16216"/>
                    </a:lnTo>
                    <a:lnTo>
                      <a:pt x="565" y="16362"/>
                    </a:lnTo>
                    <a:lnTo>
                      <a:pt x="524" y="16342"/>
                    </a:lnTo>
                    <a:lnTo>
                      <a:pt x="377" y="16342"/>
                    </a:lnTo>
                    <a:lnTo>
                      <a:pt x="314" y="16425"/>
                    </a:lnTo>
                    <a:lnTo>
                      <a:pt x="314" y="16467"/>
                    </a:lnTo>
                    <a:lnTo>
                      <a:pt x="356" y="16530"/>
                    </a:lnTo>
                    <a:lnTo>
                      <a:pt x="356" y="16614"/>
                    </a:lnTo>
                    <a:lnTo>
                      <a:pt x="314" y="16655"/>
                    </a:lnTo>
                    <a:lnTo>
                      <a:pt x="272" y="16739"/>
                    </a:lnTo>
                    <a:lnTo>
                      <a:pt x="314" y="16823"/>
                    </a:lnTo>
                    <a:lnTo>
                      <a:pt x="335" y="16844"/>
                    </a:lnTo>
                    <a:lnTo>
                      <a:pt x="377" y="16969"/>
                    </a:lnTo>
                    <a:lnTo>
                      <a:pt x="419" y="17304"/>
                    </a:lnTo>
                    <a:lnTo>
                      <a:pt x="356" y="17451"/>
                    </a:lnTo>
                    <a:lnTo>
                      <a:pt x="482" y="17492"/>
                    </a:lnTo>
                    <a:lnTo>
                      <a:pt x="670" y="17471"/>
                    </a:lnTo>
                    <a:lnTo>
                      <a:pt x="670" y="17409"/>
                    </a:lnTo>
                    <a:lnTo>
                      <a:pt x="670" y="17283"/>
                    </a:lnTo>
                    <a:lnTo>
                      <a:pt x="733" y="17199"/>
                    </a:lnTo>
                    <a:lnTo>
                      <a:pt x="837" y="17241"/>
                    </a:lnTo>
                    <a:lnTo>
                      <a:pt x="858" y="17199"/>
                    </a:lnTo>
                    <a:lnTo>
                      <a:pt x="733" y="17095"/>
                    </a:lnTo>
                    <a:lnTo>
                      <a:pt x="775" y="17053"/>
                    </a:lnTo>
                    <a:lnTo>
                      <a:pt x="649" y="16927"/>
                    </a:lnTo>
                    <a:lnTo>
                      <a:pt x="649" y="16844"/>
                    </a:lnTo>
                    <a:lnTo>
                      <a:pt x="733" y="16844"/>
                    </a:lnTo>
                    <a:lnTo>
                      <a:pt x="837" y="16886"/>
                    </a:lnTo>
                    <a:lnTo>
                      <a:pt x="837" y="16865"/>
                    </a:lnTo>
                    <a:lnTo>
                      <a:pt x="775" y="16823"/>
                    </a:lnTo>
                    <a:lnTo>
                      <a:pt x="649" y="16718"/>
                    </a:lnTo>
                    <a:lnTo>
                      <a:pt x="775" y="16739"/>
                    </a:lnTo>
                    <a:lnTo>
                      <a:pt x="775" y="16634"/>
                    </a:lnTo>
                    <a:lnTo>
                      <a:pt x="754" y="16572"/>
                    </a:lnTo>
                    <a:lnTo>
                      <a:pt x="754" y="16425"/>
                    </a:lnTo>
                    <a:lnTo>
                      <a:pt x="733" y="16362"/>
                    </a:lnTo>
                    <a:cubicBezTo>
                      <a:pt x="733" y="16321"/>
                      <a:pt x="754" y="16258"/>
                      <a:pt x="775" y="16237"/>
                    </a:cubicBezTo>
                    <a:lnTo>
                      <a:pt x="837" y="16258"/>
                    </a:lnTo>
                    <a:lnTo>
                      <a:pt x="879" y="16237"/>
                    </a:lnTo>
                    <a:cubicBezTo>
                      <a:pt x="879" y="16342"/>
                      <a:pt x="900" y="16467"/>
                      <a:pt x="900" y="16572"/>
                    </a:cubicBezTo>
                    <a:lnTo>
                      <a:pt x="1068" y="17764"/>
                    </a:lnTo>
                    <a:lnTo>
                      <a:pt x="1047" y="17785"/>
                    </a:lnTo>
                    <a:lnTo>
                      <a:pt x="1068" y="17869"/>
                    </a:lnTo>
                    <a:lnTo>
                      <a:pt x="1068" y="18036"/>
                    </a:lnTo>
                    <a:lnTo>
                      <a:pt x="1005" y="18078"/>
                    </a:lnTo>
                    <a:lnTo>
                      <a:pt x="1047" y="18120"/>
                    </a:lnTo>
                    <a:lnTo>
                      <a:pt x="1047" y="18287"/>
                    </a:lnTo>
                    <a:lnTo>
                      <a:pt x="1005" y="18350"/>
                    </a:lnTo>
                    <a:lnTo>
                      <a:pt x="1047" y="18434"/>
                    </a:lnTo>
                    <a:lnTo>
                      <a:pt x="1047" y="18455"/>
                    </a:lnTo>
                    <a:cubicBezTo>
                      <a:pt x="1047" y="18643"/>
                      <a:pt x="1005" y="18852"/>
                      <a:pt x="963" y="19041"/>
                    </a:cubicBezTo>
                    <a:cubicBezTo>
                      <a:pt x="921" y="19187"/>
                      <a:pt x="900" y="19334"/>
                      <a:pt x="858" y="19459"/>
                    </a:cubicBezTo>
                    <a:lnTo>
                      <a:pt x="796" y="19480"/>
                    </a:lnTo>
                    <a:lnTo>
                      <a:pt x="691" y="19564"/>
                    </a:lnTo>
                    <a:lnTo>
                      <a:pt x="649" y="19564"/>
                    </a:lnTo>
                    <a:lnTo>
                      <a:pt x="649" y="19501"/>
                    </a:lnTo>
                    <a:lnTo>
                      <a:pt x="754" y="19480"/>
                    </a:lnTo>
                    <a:lnTo>
                      <a:pt x="837" y="19438"/>
                    </a:lnTo>
                    <a:lnTo>
                      <a:pt x="837" y="19271"/>
                    </a:lnTo>
                    <a:lnTo>
                      <a:pt x="775" y="19250"/>
                    </a:lnTo>
                    <a:lnTo>
                      <a:pt x="670" y="19292"/>
                    </a:lnTo>
                    <a:lnTo>
                      <a:pt x="461" y="19292"/>
                    </a:lnTo>
                    <a:lnTo>
                      <a:pt x="377" y="19271"/>
                    </a:lnTo>
                    <a:lnTo>
                      <a:pt x="293" y="19292"/>
                    </a:lnTo>
                    <a:lnTo>
                      <a:pt x="293" y="19375"/>
                    </a:lnTo>
                    <a:lnTo>
                      <a:pt x="356" y="19501"/>
                    </a:lnTo>
                    <a:lnTo>
                      <a:pt x="398" y="19501"/>
                    </a:lnTo>
                    <a:lnTo>
                      <a:pt x="440" y="19585"/>
                    </a:lnTo>
                    <a:lnTo>
                      <a:pt x="356" y="19585"/>
                    </a:lnTo>
                    <a:lnTo>
                      <a:pt x="335" y="19689"/>
                    </a:lnTo>
                    <a:lnTo>
                      <a:pt x="252" y="19752"/>
                    </a:lnTo>
                    <a:lnTo>
                      <a:pt x="189" y="19857"/>
                    </a:lnTo>
                    <a:lnTo>
                      <a:pt x="42" y="19919"/>
                    </a:lnTo>
                    <a:lnTo>
                      <a:pt x="42" y="20003"/>
                    </a:lnTo>
                    <a:lnTo>
                      <a:pt x="189" y="20192"/>
                    </a:lnTo>
                    <a:lnTo>
                      <a:pt x="272" y="20192"/>
                    </a:lnTo>
                    <a:lnTo>
                      <a:pt x="335" y="20129"/>
                    </a:lnTo>
                    <a:lnTo>
                      <a:pt x="335" y="20066"/>
                    </a:lnTo>
                    <a:lnTo>
                      <a:pt x="231" y="20024"/>
                    </a:lnTo>
                    <a:lnTo>
                      <a:pt x="231" y="19982"/>
                    </a:lnTo>
                    <a:lnTo>
                      <a:pt x="272" y="19878"/>
                    </a:lnTo>
                    <a:lnTo>
                      <a:pt x="440" y="19878"/>
                    </a:lnTo>
                    <a:lnTo>
                      <a:pt x="461" y="19857"/>
                    </a:lnTo>
                    <a:lnTo>
                      <a:pt x="482" y="19982"/>
                    </a:lnTo>
                    <a:lnTo>
                      <a:pt x="586" y="20066"/>
                    </a:lnTo>
                    <a:lnTo>
                      <a:pt x="712" y="20066"/>
                    </a:lnTo>
                    <a:lnTo>
                      <a:pt x="754" y="20003"/>
                    </a:lnTo>
                    <a:lnTo>
                      <a:pt x="754" y="20003"/>
                    </a:lnTo>
                    <a:cubicBezTo>
                      <a:pt x="670" y="20317"/>
                      <a:pt x="649" y="20631"/>
                      <a:pt x="649" y="20924"/>
                    </a:cubicBezTo>
                    <a:lnTo>
                      <a:pt x="586" y="20966"/>
                    </a:lnTo>
                    <a:lnTo>
                      <a:pt x="649" y="21008"/>
                    </a:lnTo>
                    <a:lnTo>
                      <a:pt x="649" y="21154"/>
                    </a:lnTo>
                    <a:lnTo>
                      <a:pt x="565" y="21028"/>
                    </a:lnTo>
                    <a:lnTo>
                      <a:pt x="461" y="21008"/>
                    </a:lnTo>
                    <a:lnTo>
                      <a:pt x="440" y="21049"/>
                    </a:lnTo>
                    <a:lnTo>
                      <a:pt x="440" y="21133"/>
                    </a:lnTo>
                    <a:lnTo>
                      <a:pt x="461" y="21259"/>
                    </a:lnTo>
                    <a:lnTo>
                      <a:pt x="565" y="21280"/>
                    </a:lnTo>
                    <a:lnTo>
                      <a:pt x="649" y="21342"/>
                    </a:lnTo>
                    <a:lnTo>
                      <a:pt x="649" y="21384"/>
                    </a:lnTo>
                    <a:lnTo>
                      <a:pt x="691" y="21552"/>
                    </a:lnTo>
                    <a:lnTo>
                      <a:pt x="754" y="21572"/>
                    </a:lnTo>
                    <a:cubicBezTo>
                      <a:pt x="754" y="21635"/>
                      <a:pt x="775" y="21656"/>
                      <a:pt x="796" y="21698"/>
                    </a:cubicBezTo>
                    <a:lnTo>
                      <a:pt x="670" y="21656"/>
                    </a:lnTo>
                    <a:lnTo>
                      <a:pt x="649" y="21635"/>
                    </a:lnTo>
                    <a:lnTo>
                      <a:pt x="586" y="21677"/>
                    </a:lnTo>
                    <a:lnTo>
                      <a:pt x="649" y="21865"/>
                    </a:lnTo>
                    <a:lnTo>
                      <a:pt x="649" y="21949"/>
                    </a:lnTo>
                    <a:lnTo>
                      <a:pt x="691" y="21970"/>
                    </a:lnTo>
                    <a:lnTo>
                      <a:pt x="796" y="21803"/>
                    </a:lnTo>
                    <a:lnTo>
                      <a:pt x="858" y="21782"/>
                    </a:lnTo>
                    <a:cubicBezTo>
                      <a:pt x="879" y="21844"/>
                      <a:pt x="900" y="21886"/>
                      <a:pt x="921" y="21970"/>
                    </a:cubicBezTo>
                    <a:lnTo>
                      <a:pt x="921" y="22012"/>
                    </a:lnTo>
                    <a:lnTo>
                      <a:pt x="816" y="22054"/>
                    </a:lnTo>
                    <a:lnTo>
                      <a:pt x="921" y="22284"/>
                    </a:lnTo>
                    <a:lnTo>
                      <a:pt x="963" y="22409"/>
                    </a:lnTo>
                    <a:cubicBezTo>
                      <a:pt x="963" y="22493"/>
                      <a:pt x="984" y="22577"/>
                      <a:pt x="1005" y="22640"/>
                    </a:cubicBezTo>
                    <a:lnTo>
                      <a:pt x="984" y="22681"/>
                    </a:lnTo>
                    <a:lnTo>
                      <a:pt x="984" y="22744"/>
                    </a:lnTo>
                    <a:lnTo>
                      <a:pt x="921" y="22807"/>
                    </a:lnTo>
                    <a:lnTo>
                      <a:pt x="1005" y="22849"/>
                    </a:lnTo>
                    <a:lnTo>
                      <a:pt x="1026" y="22932"/>
                    </a:lnTo>
                    <a:lnTo>
                      <a:pt x="1068" y="22932"/>
                    </a:lnTo>
                    <a:cubicBezTo>
                      <a:pt x="1068" y="22953"/>
                      <a:pt x="1068" y="22995"/>
                      <a:pt x="1088" y="23016"/>
                    </a:cubicBezTo>
                    <a:cubicBezTo>
                      <a:pt x="1130" y="23163"/>
                      <a:pt x="1193" y="23330"/>
                      <a:pt x="1235" y="23456"/>
                    </a:cubicBezTo>
                    <a:lnTo>
                      <a:pt x="1277" y="23518"/>
                    </a:lnTo>
                    <a:cubicBezTo>
                      <a:pt x="1277" y="23539"/>
                      <a:pt x="1277" y="23539"/>
                      <a:pt x="1298" y="23560"/>
                    </a:cubicBezTo>
                    <a:lnTo>
                      <a:pt x="1235" y="23665"/>
                    </a:lnTo>
                    <a:lnTo>
                      <a:pt x="1193" y="23728"/>
                    </a:lnTo>
                    <a:lnTo>
                      <a:pt x="1235" y="23749"/>
                    </a:lnTo>
                    <a:lnTo>
                      <a:pt x="1381" y="23728"/>
                    </a:lnTo>
                    <a:lnTo>
                      <a:pt x="1444" y="23874"/>
                    </a:lnTo>
                    <a:lnTo>
                      <a:pt x="1423" y="23874"/>
                    </a:lnTo>
                    <a:lnTo>
                      <a:pt x="1444" y="23937"/>
                    </a:lnTo>
                    <a:lnTo>
                      <a:pt x="1486" y="23958"/>
                    </a:lnTo>
                    <a:lnTo>
                      <a:pt x="1423" y="24000"/>
                    </a:lnTo>
                    <a:lnTo>
                      <a:pt x="1402" y="24062"/>
                    </a:lnTo>
                    <a:lnTo>
                      <a:pt x="1423" y="24146"/>
                    </a:lnTo>
                    <a:lnTo>
                      <a:pt x="1486" y="24167"/>
                    </a:lnTo>
                    <a:lnTo>
                      <a:pt x="1549" y="24188"/>
                    </a:lnTo>
                    <a:lnTo>
                      <a:pt x="1507" y="24104"/>
                    </a:lnTo>
                    <a:lnTo>
                      <a:pt x="1549" y="24083"/>
                    </a:lnTo>
                    <a:cubicBezTo>
                      <a:pt x="1612" y="24167"/>
                      <a:pt x="1653" y="24272"/>
                      <a:pt x="1716" y="24355"/>
                    </a:cubicBezTo>
                    <a:lnTo>
                      <a:pt x="1716" y="24397"/>
                    </a:lnTo>
                    <a:lnTo>
                      <a:pt x="1653" y="24460"/>
                    </a:lnTo>
                    <a:lnTo>
                      <a:pt x="1695" y="24481"/>
                    </a:lnTo>
                    <a:lnTo>
                      <a:pt x="1737" y="24460"/>
                    </a:lnTo>
                    <a:lnTo>
                      <a:pt x="1758" y="24418"/>
                    </a:lnTo>
                    <a:cubicBezTo>
                      <a:pt x="1967" y="24753"/>
                      <a:pt x="2218" y="25004"/>
                      <a:pt x="2469" y="25234"/>
                    </a:cubicBezTo>
                    <a:lnTo>
                      <a:pt x="2449" y="25234"/>
                    </a:lnTo>
                    <a:lnTo>
                      <a:pt x="2365" y="25192"/>
                    </a:lnTo>
                    <a:lnTo>
                      <a:pt x="2260" y="25150"/>
                    </a:lnTo>
                    <a:lnTo>
                      <a:pt x="2156" y="25150"/>
                    </a:lnTo>
                    <a:lnTo>
                      <a:pt x="2072" y="25109"/>
                    </a:lnTo>
                    <a:lnTo>
                      <a:pt x="1946" y="24983"/>
                    </a:lnTo>
                    <a:lnTo>
                      <a:pt x="1863" y="24920"/>
                    </a:lnTo>
                    <a:lnTo>
                      <a:pt x="1842" y="24983"/>
                    </a:lnTo>
                    <a:lnTo>
                      <a:pt x="1863" y="25088"/>
                    </a:lnTo>
                    <a:lnTo>
                      <a:pt x="1946" y="25213"/>
                    </a:lnTo>
                    <a:lnTo>
                      <a:pt x="2072" y="25234"/>
                    </a:lnTo>
                    <a:lnTo>
                      <a:pt x="2239" y="25318"/>
                    </a:lnTo>
                    <a:lnTo>
                      <a:pt x="2281" y="25401"/>
                    </a:lnTo>
                    <a:lnTo>
                      <a:pt x="2365" y="25401"/>
                    </a:lnTo>
                    <a:lnTo>
                      <a:pt x="2428" y="25360"/>
                    </a:lnTo>
                    <a:lnTo>
                      <a:pt x="2574" y="25422"/>
                    </a:lnTo>
                    <a:lnTo>
                      <a:pt x="2679" y="25464"/>
                    </a:lnTo>
                    <a:lnTo>
                      <a:pt x="2783" y="25464"/>
                    </a:lnTo>
                    <a:cubicBezTo>
                      <a:pt x="2804" y="25464"/>
                      <a:pt x="2846" y="25506"/>
                      <a:pt x="2846" y="25527"/>
                    </a:cubicBezTo>
                    <a:lnTo>
                      <a:pt x="2804" y="25527"/>
                    </a:lnTo>
                    <a:lnTo>
                      <a:pt x="2700" y="25569"/>
                    </a:lnTo>
                    <a:lnTo>
                      <a:pt x="2658" y="25548"/>
                    </a:lnTo>
                    <a:lnTo>
                      <a:pt x="2595" y="25506"/>
                    </a:lnTo>
                    <a:lnTo>
                      <a:pt x="2532" y="25506"/>
                    </a:lnTo>
                    <a:lnTo>
                      <a:pt x="2490" y="25548"/>
                    </a:lnTo>
                    <a:lnTo>
                      <a:pt x="2490" y="25611"/>
                    </a:lnTo>
                    <a:lnTo>
                      <a:pt x="2595" y="25653"/>
                    </a:lnTo>
                    <a:lnTo>
                      <a:pt x="2658" y="25757"/>
                    </a:lnTo>
                    <a:lnTo>
                      <a:pt x="2762" y="25799"/>
                    </a:lnTo>
                    <a:lnTo>
                      <a:pt x="2867" y="25925"/>
                    </a:lnTo>
                    <a:lnTo>
                      <a:pt x="2951" y="25945"/>
                    </a:lnTo>
                    <a:lnTo>
                      <a:pt x="3076" y="25925"/>
                    </a:lnTo>
                    <a:lnTo>
                      <a:pt x="3118" y="25945"/>
                    </a:lnTo>
                    <a:lnTo>
                      <a:pt x="3118" y="26029"/>
                    </a:lnTo>
                    <a:lnTo>
                      <a:pt x="3202" y="26092"/>
                    </a:lnTo>
                    <a:lnTo>
                      <a:pt x="3285" y="26071"/>
                    </a:lnTo>
                    <a:lnTo>
                      <a:pt x="3265" y="26029"/>
                    </a:lnTo>
                    <a:lnTo>
                      <a:pt x="3327" y="25945"/>
                    </a:lnTo>
                    <a:lnTo>
                      <a:pt x="3327" y="25883"/>
                    </a:lnTo>
                    <a:lnTo>
                      <a:pt x="3285" y="25862"/>
                    </a:lnTo>
                    <a:lnTo>
                      <a:pt x="3327" y="25841"/>
                    </a:lnTo>
                    <a:lnTo>
                      <a:pt x="3411" y="25841"/>
                    </a:lnTo>
                    <a:lnTo>
                      <a:pt x="3369" y="25757"/>
                    </a:lnTo>
                    <a:lnTo>
                      <a:pt x="3285" y="25736"/>
                    </a:lnTo>
                    <a:lnTo>
                      <a:pt x="3160" y="25757"/>
                    </a:lnTo>
                    <a:lnTo>
                      <a:pt x="3118" y="25715"/>
                    </a:lnTo>
                    <a:lnTo>
                      <a:pt x="3118" y="25715"/>
                    </a:lnTo>
                    <a:cubicBezTo>
                      <a:pt x="3141" y="25721"/>
                      <a:pt x="3164" y="25724"/>
                      <a:pt x="3189" y="25724"/>
                    </a:cubicBezTo>
                    <a:cubicBezTo>
                      <a:pt x="3256" y="25724"/>
                      <a:pt x="3329" y="25704"/>
                      <a:pt x="3390" y="25673"/>
                    </a:cubicBezTo>
                    <a:lnTo>
                      <a:pt x="3411" y="25715"/>
                    </a:lnTo>
                    <a:lnTo>
                      <a:pt x="3578" y="25736"/>
                    </a:lnTo>
                    <a:lnTo>
                      <a:pt x="3683" y="25778"/>
                    </a:lnTo>
                    <a:lnTo>
                      <a:pt x="3746" y="25778"/>
                    </a:lnTo>
                    <a:lnTo>
                      <a:pt x="3829" y="25841"/>
                    </a:lnTo>
                    <a:lnTo>
                      <a:pt x="3892" y="25778"/>
                    </a:lnTo>
                    <a:lnTo>
                      <a:pt x="3955" y="25653"/>
                    </a:lnTo>
                    <a:lnTo>
                      <a:pt x="3913" y="25464"/>
                    </a:lnTo>
                    <a:lnTo>
                      <a:pt x="3934" y="25401"/>
                    </a:lnTo>
                    <a:lnTo>
                      <a:pt x="3934" y="25318"/>
                    </a:lnTo>
                    <a:lnTo>
                      <a:pt x="3955" y="25150"/>
                    </a:lnTo>
                    <a:lnTo>
                      <a:pt x="3955" y="25109"/>
                    </a:lnTo>
                    <a:cubicBezTo>
                      <a:pt x="4018" y="25213"/>
                      <a:pt x="4060" y="25318"/>
                      <a:pt x="4143" y="25422"/>
                    </a:cubicBezTo>
                    <a:lnTo>
                      <a:pt x="4122" y="25527"/>
                    </a:lnTo>
                    <a:lnTo>
                      <a:pt x="4060" y="25632"/>
                    </a:lnTo>
                    <a:lnTo>
                      <a:pt x="4122" y="25736"/>
                    </a:lnTo>
                    <a:lnTo>
                      <a:pt x="4060" y="25820"/>
                    </a:lnTo>
                    <a:lnTo>
                      <a:pt x="4060" y="25883"/>
                    </a:lnTo>
                    <a:lnTo>
                      <a:pt x="4164" y="25945"/>
                    </a:lnTo>
                    <a:lnTo>
                      <a:pt x="4269" y="25966"/>
                    </a:lnTo>
                    <a:lnTo>
                      <a:pt x="4332" y="25987"/>
                    </a:lnTo>
                    <a:lnTo>
                      <a:pt x="4373" y="25945"/>
                    </a:lnTo>
                    <a:lnTo>
                      <a:pt x="4248" y="25841"/>
                    </a:lnTo>
                    <a:lnTo>
                      <a:pt x="4332" y="25757"/>
                    </a:lnTo>
                    <a:lnTo>
                      <a:pt x="4562" y="26155"/>
                    </a:lnTo>
                    <a:lnTo>
                      <a:pt x="4562" y="26155"/>
                    </a:lnTo>
                    <a:lnTo>
                      <a:pt x="4520" y="26134"/>
                    </a:lnTo>
                    <a:lnTo>
                      <a:pt x="4332" y="26050"/>
                    </a:lnTo>
                    <a:lnTo>
                      <a:pt x="4227" y="25987"/>
                    </a:lnTo>
                    <a:lnTo>
                      <a:pt x="4206" y="26029"/>
                    </a:lnTo>
                    <a:lnTo>
                      <a:pt x="4248" y="26071"/>
                    </a:lnTo>
                    <a:lnTo>
                      <a:pt x="4520" y="26197"/>
                    </a:lnTo>
                    <a:lnTo>
                      <a:pt x="4541" y="26259"/>
                    </a:lnTo>
                    <a:lnTo>
                      <a:pt x="4436" y="26259"/>
                    </a:lnTo>
                    <a:lnTo>
                      <a:pt x="4436" y="26322"/>
                    </a:lnTo>
                    <a:lnTo>
                      <a:pt x="4373" y="26322"/>
                    </a:lnTo>
                    <a:lnTo>
                      <a:pt x="4353" y="26238"/>
                    </a:lnTo>
                    <a:lnTo>
                      <a:pt x="4227" y="26155"/>
                    </a:lnTo>
                    <a:lnTo>
                      <a:pt x="4206" y="26176"/>
                    </a:lnTo>
                    <a:lnTo>
                      <a:pt x="4206" y="26259"/>
                    </a:lnTo>
                    <a:lnTo>
                      <a:pt x="4122" y="26259"/>
                    </a:lnTo>
                    <a:lnTo>
                      <a:pt x="3934" y="26280"/>
                    </a:lnTo>
                    <a:lnTo>
                      <a:pt x="3892" y="26322"/>
                    </a:lnTo>
                    <a:lnTo>
                      <a:pt x="3934" y="26364"/>
                    </a:lnTo>
                    <a:lnTo>
                      <a:pt x="3913" y="26385"/>
                    </a:lnTo>
                    <a:lnTo>
                      <a:pt x="3809" y="26364"/>
                    </a:lnTo>
                    <a:lnTo>
                      <a:pt x="3704" y="26385"/>
                    </a:lnTo>
                    <a:lnTo>
                      <a:pt x="3725" y="26448"/>
                    </a:lnTo>
                    <a:lnTo>
                      <a:pt x="3850" y="26469"/>
                    </a:lnTo>
                    <a:lnTo>
                      <a:pt x="3955" y="26469"/>
                    </a:lnTo>
                    <a:lnTo>
                      <a:pt x="3997" y="26427"/>
                    </a:lnTo>
                    <a:lnTo>
                      <a:pt x="4018" y="26385"/>
                    </a:lnTo>
                    <a:lnTo>
                      <a:pt x="4101" y="26427"/>
                    </a:lnTo>
                    <a:lnTo>
                      <a:pt x="4206" y="26490"/>
                    </a:lnTo>
                    <a:lnTo>
                      <a:pt x="4248" y="26469"/>
                    </a:lnTo>
                    <a:lnTo>
                      <a:pt x="4269" y="26531"/>
                    </a:lnTo>
                    <a:lnTo>
                      <a:pt x="4269" y="26573"/>
                    </a:lnTo>
                    <a:lnTo>
                      <a:pt x="4353" y="26636"/>
                    </a:lnTo>
                    <a:lnTo>
                      <a:pt x="4269" y="26678"/>
                    </a:lnTo>
                    <a:lnTo>
                      <a:pt x="4227" y="26782"/>
                    </a:lnTo>
                    <a:lnTo>
                      <a:pt x="4269" y="26866"/>
                    </a:lnTo>
                    <a:lnTo>
                      <a:pt x="4353" y="26866"/>
                    </a:lnTo>
                    <a:lnTo>
                      <a:pt x="4436" y="26887"/>
                    </a:lnTo>
                    <a:lnTo>
                      <a:pt x="4541" y="26992"/>
                    </a:lnTo>
                    <a:lnTo>
                      <a:pt x="4625" y="26992"/>
                    </a:lnTo>
                    <a:lnTo>
                      <a:pt x="4646" y="26971"/>
                    </a:lnTo>
                    <a:lnTo>
                      <a:pt x="4562" y="26908"/>
                    </a:lnTo>
                    <a:lnTo>
                      <a:pt x="4457" y="26845"/>
                    </a:lnTo>
                    <a:lnTo>
                      <a:pt x="4436" y="26782"/>
                    </a:lnTo>
                    <a:lnTo>
                      <a:pt x="4457" y="26782"/>
                    </a:lnTo>
                    <a:lnTo>
                      <a:pt x="4541" y="26803"/>
                    </a:lnTo>
                    <a:lnTo>
                      <a:pt x="4625" y="26762"/>
                    </a:lnTo>
                    <a:lnTo>
                      <a:pt x="4646" y="26699"/>
                    </a:lnTo>
                    <a:lnTo>
                      <a:pt x="4562" y="26678"/>
                    </a:lnTo>
                    <a:lnTo>
                      <a:pt x="4520" y="26636"/>
                    </a:lnTo>
                    <a:lnTo>
                      <a:pt x="4750" y="26531"/>
                    </a:lnTo>
                    <a:lnTo>
                      <a:pt x="4855" y="26469"/>
                    </a:lnTo>
                    <a:lnTo>
                      <a:pt x="4938" y="26490"/>
                    </a:lnTo>
                    <a:cubicBezTo>
                      <a:pt x="4959" y="26531"/>
                      <a:pt x="4959" y="26552"/>
                      <a:pt x="4980" y="26552"/>
                    </a:cubicBezTo>
                    <a:lnTo>
                      <a:pt x="5001" y="26552"/>
                    </a:lnTo>
                    <a:lnTo>
                      <a:pt x="5001" y="26531"/>
                    </a:lnTo>
                    <a:lnTo>
                      <a:pt x="5294" y="26594"/>
                    </a:lnTo>
                    <a:lnTo>
                      <a:pt x="5357" y="26573"/>
                    </a:lnTo>
                    <a:lnTo>
                      <a:pt x="5357" y="26510"/>
                    </a:lnTo>
                    <a:lnTo>
                      <a:pt x="5482" y="26510"/>
                    </a:lnTo>
                    <a:lnTo>
                      <a:pt x="5420" y="26322"/>
                    </a:lnTo>
                    <a:lnTo>
                      <a:pt x="5357" y="26322"/>
                    </a:lnTo>
                    <a:lnTo>
                      <a:pt x="5252" y="26238"/>
                    </a:lnTo>
                    <a:lnTo>
                      <a:pt x="5106" y="26176"/>
                    </a:lnTo>
                    <a:lnTo>
                      <a:pt x="5106" y="26113"/>
                    </a:lnTo>
                    <a:lnTo>
                      <a:pt x="5273" y="26218"/>
                    </a:lnTo>
                    <a:lnTo>
                      <a:pt x="5399" y="26238"/>
                    </a:lnTo>
                    <a:lnTo>
                      <a:pt x="5148" y="25171"/>
                    </a:lnTo>
                    <a:lnTo>
                      <a:pt x="5106" y="25171"/>
                    </a:lnTo>
                    <a:lnTo>
                      <a:pt x="5106" y="25129"/>
                    </a:lnTo>
                    <a:lnTo>
                      <a:pt x="4959" y="24481"/>
                    </a:lnTo>
                    <a:lnTo>
                      <a:pt x="4792" y="24544"/>
                    </a:lnTo>
                    <a:lnTo>
                      <a:pt x="4750" y="24585"/>
                    </a:lnTo>
                    <a:lnTo>
                      <a:pt x="4666" y="24502"/>
                    </a:lnTo>
                    <a:lnTo>
                      <a:pt x="4583" y="24481"/>
                    </a:lnTo>
                    <a:lnTo>
                      <a:pt x="4562" y="24544"/>
                    </a:lnTo>
                    <a:cubicBezTo>
                      <a:pt x="4562" y="24502"/>
                      <a:pt x="4541" y="24502"/>
                      <a:pt x="4541" y="24481"/>
                    </a:cubicBezTo>
                    <a:lnTo>
                      <a:pt x="4541" y="24334"/>
                    </a:lnTo>
                    <a:lnTo>
                      <a:pt x="4625" y="24272"/>
                    </a:lnTo>
                    <a:lnTo>
                      <a:pt x="4750" y="24251"/>
                    </a:lnTo>
                    <a:lnTo>
                      <a:pt x="4897" y="24334"/>
                    </a:lnTo>
                    <a:lnTo>
                      <a:pt x="4980" y="24272"/>
                    </a:lnTo>
                    <a:lnTo>
                      <a:pt x="5001" y="24272"/>
                    </a:lnTo>
                    <a:lnTo>
                      <a:pt x="4855" y="24146"/>
                    </a:lnTo>
                    <a:lnTo>
                      <a:pt x="4520" y="23937"/>
                    </a:lnTo>
                    <a:lnTo>
                      <a:pt x="4457" y="23874"/>
                    </a:lnTo>
                    <a:lnTo>
                      <a:pt x="3725" y="23874"/>
                    </a:lnTo>
                    <a:lnTo>
                      <a:pt x="3306" y="23958"/>
                    </a:lnTo>
                    <a:lnTo>
                      <a:pt x="3202" y="23895"/>
                    </a:lnTo>
                    <a:lnTo>
                      <a:pt x="2930" y="23874"/>
                    </a:lnTo>
                    <a:lnTo>
                      <a:pt x="2846" y="23644"/>
                    </a:lnTo>
                    <a:lnTo>
                      <a:pt x="2783" y="23435"/>
                    </a:lnTo>
                    <a:lnTo>
                      <a:pt x="2658" y="23330"/>
                    </a:lnTo>
                    <a:lnTo>
                      <a:pt x="2637" y="22995"/>
                    </a:lnTo>
                    <a:lnTo>
                      <a:pt x="2637" y="22828"/>
                    </a:lnTo>
                    <a:lnTo>
                      <a:pt x="2511" y="22828"/>
                    </a:lnTo>
                    <a:lnTo>
                      <a:pt x="2323" y="22912"/>
                    </a:lnTo>
                    <a:lnTo>
                      <a:pt x="2218" y="23016"/>
                    </a:lnTo>
                    <a:lnTo>
                      <a:pt x="2093" y="23016"/>
                    </a:lnTo>
                    <a:lnTo>
                      <a:pt x="1842" y="22577"/>
                    </a:lnTo>
                    <a:cubicBezTo>
                      <a:pt x="1821" y="22493"/>
                      <a:pt x="1800" y="22409"/>
                      <a:pt x="1800" y="22326"/>
                    </a:cubicBezTo>
                    <a:lnTo>
                      <a:pt x="1884" y="21844"/>
                    </a:lnTo>
                    <a:lnTo>
                      <a:pt x="2009" y="21656"/>
                    </a:lnTo>
                    <a:lnTo>
                      <a:pt x="2218" y="21447"/>
                    </a:lnTo>
                    <a:lnTo>
                      <a:pt x="2260" y="21154"/>
                    </a:lnTo>
                    <a:lnTo>
                      <a:pt x="2218" y="20840"/>
                    </a:lnTo>
                    <a:lnTo>
                      <a:pt x="2135" y="20610"/>
                    </a:lnTo>
                    <a:lnTo>
                      <a:pt x="2197" y="20338"/>
                    </a:lnTo>
                    <a:lnTo>
                      <a:pt x="2302" y="20212"/>
                    </a:lnTo>
                    <a:lnTo>
                      <a:pt x="2197" y="19961"/>
                    </a:lnTo>
                    <a:lnTo>
                      <a:pt x="2218" y="19815"/>
                    </a:lnTo>
                    <a:lnTo>
                      <a:pt x="2323" y="19710"/>
                    </a:lnTo>
                    <a:lnTo>
                      <a:pt x="2239" y="19480"/>
                    </a:lnTo>
                    <a:lnTo>
                      <a:pt x="2197" y="19166"/>
                    </a:lnTo>
                    <a:lnTo>
                      <a:pt x="2114" y="19020"/>
                    </a:lnTo>
                    <a:lnTo>
                      <a:pt x="2114" y="18915"/>
                    </a:lnTo>
                    <a:lnTo>
                      <a:pt x="2260" y="18769"/>
                    </a:lnTo>
                    <a:lnTo>
                      <a:pt x="2260" y="18643"/>
                    </a:lnTo>
                    <a:lnTo>
                      <a:pt x="2135" y="18434"/>
                    </a:lnTo>
                    <a:lnTo>
                      <a:pt x="1946" y="18308"/>
                    </a:lnTo>
                    <a:lnTo>
                      <a:pt x="1821" y="18308"/>
                    </a:lnTo>
                    <a:lnTo>
                      <a:pt x="1800" y="18329"/>
                    </a:lnTo>
                    <a:lnTo>
                      <a:pt x="1716" y="18246"/>
                    </a:lnTo>
                    <a:lnTo>
                      <a:pt x="1779" y="18141"/>
                    </a:lnTo>
                    <a:lnTo>
                      <a:pt x="2030" y="18141"/>
                    </a:lnTo>
                    <a:lnTo>
                      <a:pt x="2156" y="17995"/>
                    </a:lnTo>
                    <a:lnTo>
                      <a:pt x="2156" y="17869"/>
                    </a:lnTo>
                    <a:lnTo>
                      <a:pt x="2093" y="17827"/>
                    </a:lnTo>
                    <a:lnTo>
                      <a:pt x="2009" y="17890"/>
                    </a:lnTo>
                    <a:lnTo>
                      <a:pt x="1905" y="17869"/>
                    </a:lnTo>
                    <a:lnTo>
                      <a:pt x="1842" y="17597"/>
                    </a:lnTo>
                    <a:lnTo>
                      <a:pt x="1737" y="17367"/>
                    </a:lnTo>
                    <a:lnTo>
                      <a:pt x="1737" y="17199"/>
                    </a:lnTo>
                    <a:lnTo>
                      <a:pt x="1737" y="17032"/>
                    </a:lnTo>
                    <a:lnTo>
                      <a:pt x="1570" y="16969"/>
                    </a:lnTo>
                    <a:lnTo>
                      <a:pt x="1570" y="16948"/>
                    </a:lnTo>
                    <a:cubicBezTo>
                      <a:pt x="1528" y="16865"/>
                      <a:pt x="1528" y="16760"/>
                      <a:pt x="1507" y="16676"/>
                    </a:cubicBezTo>
                    <a:lnTo>
                      <a:pt x="1486" y="16362"/>
                    </a:lnTo>
                    <a:lnTo>
                      <a:pt x="1612" y="16300"/>
                    </a:lnTo>
                    <a:lnTo>
                      <a:pt x="1633" y="16132"/>
                    </a:lnTo>
                    <a:lnTo>
                      <a:pt x="1591" y="16028"/>
                    </a:lnTo>
                    <a:lnTo>
                      <a:pt x="1486" y="15986"/>
                    </a:lnTo>
                    <a:lnTo>
                      <a:pt x="1423" y="15714"/>
                    </a:lnTo>
                    <a:lnTo>
                      <a:pt x="1402" y="15358"/>
                    </a:lnTo>
                    <a:lnTo>
                      <a:pt x="1423" y="14940"/>
                    </a:lnTo>
                    <a:lnTo>
                      <a:pt x="1319" y="14751"/>
                    </a:lnTo>
                    <a:lnTo>
                      <a:pt x="1298" y="14542"/>
                    </a:lnTo>
                    <a:lnTo>
                      <a:pt x="1507" y="14249"/>
                    </a:lnTo>
                    <a:lnTo>
                      <a:pt x="1528" y="13935"/>
                    </a:lnTo>
                    <a:lnTo>
                      <a:pt x="1695" y="13852"/>
                    </a:lnTo>
                    <a:lnTo>
                      <a:pt x="1779" y="13747"/>
                    </a:lnTo>
                    <a:lnTo>
                      <a:pt x="1423" y="13077"/>
                    </a:lnTo>
                    <a:lnTo>
                      <a:pt x="1486" y="12847"/>
                    </a:lnTo>
                    <a:lnTo>
                      <a:pt x="1486" y="12680"/>
                    </a:lnTo>
                    <a:lnTo>
                      <a:pt x="1486" y="12282"/>
                    </a:lnTo>
                    <a:lnTo>
                      <a:pt x="1612" y="12052"/>
                    </a:lnTo>
                    <a:lnTo>
                      <a:pt x="1737" y="11927"/>
                    </a:lnTo>
                    <a:lnTo>
                      <a:pt x="1716" y="11717"/>
                    </a:lnTo>
                    <a:lnTo>
                      <a:pt x="1612" y="11529"/>
                    </a:lnTo>
                    <a:lnTo>
                      <a:pt x="1528" y="11445"/>
                    </a:lnTo>
                    <a:lnTo>
                      <a:pt x="1674" y="11278"/>
                    </a:lnTo>
                    <a:lnTo>
                      <a:pt x="1633" y="11027"/>
                    </a:lnTo>
                    <a:lnTo>
                      <a:pt x="1737" y="10797"/>
                    </a:lnTo>
                    <a:lnTo>
                      <a:pt x="1842" y="10776"/>
                    </a:lnTo>
                    <a:lnTo>
                      <a:pt x="1884" y="10504"/>
                    </a:lnTo>
                    <a:lnTo>
                      <a:pt x="1821" y="10064"/>
                    </a:lnTo>
                    <a:lnTo>
                      <a:pt x="1737" y="9981"/>
                    </a:lnTo>
                    <a:lnTo>
                      <a:pt x="1674" y="9646"/>
                    </a:lnTo>
                    <a:lnTo>
                      <a:pt x="1591" y="9458"/>
                    </a:lnTo>
                    <a:lnTo>
                      <a:pt x="1444" y="9248"/>
                    </a:lnTo>
                    <a:lnTo>
                      <a:pt x="1423" y="9144"/>
                    </a:lnTo>
                    <a:lnTo>
                      <a:pt x="1319" y="9018"/>
                    </a:lnTo>
                    <a:lnTo>
                      <a:pt x="1277" y="8725"/>
                    </a:lnTo>
                    <a:lnTo>
                      <a:pt x="1298" y="8516"/>
                    </a:lnTo>
                    <a:lnTo>
                      <a:pt x="1444" y="8453"/>
                    </a:lnTo>
                    <a:lnTo>
                      <a:pt x="1444" y="8160"/>
                    </a:lnTo>
                    <a:lnTo>
                      <a:pt x="1528" y="8056"/>
                    </a:lnTo>
                    <a:lnTo>
                      <a:pt x="1528" y="7784"/>
                    </a:lnTo>
                    <a:lnTo>
                      <a:pt x="1423" y="7616"/>
                    </a:lnTo>
                    <a:lnTo>
                      <a:pt x="1402" y="7240"/>
                    </a:lnTo>
                    <a:lnTo>
                      <a:pt x="1486" y="7156"/>
                    </a:lnTo>
                    <a:lnTo>
                      <a:pt x="1528" y="6738"/>
                    </a:lnTo>
                    <a:lnTo>
                      <a:pt x="1633" y="6591"/>
                    </a:lnTo>
                    <a:lnTo>
                      <a:pt x="1800" y="6194"/>
                    </a:lnTo>
                    <a:lnTo>
                      <a:pt x="1946" y="6047"/>
                    </a:lnTo>
                    <a:lnTo>
                      <a:pt x="2051" y="5984"/>
                    </a:lnTo>
                    <a:lnTo>
                      <a:pt x="2135" y="5880"/>
                    </a:lnTo>
                    <a:lnTo>
                      <a:pt x="2093" y="5838"/>
                    </a:lnTo>
                    <a:lnTo>
                      <a:pt x="2093" y="5671"/>
                    </a:lnTo>
                    <a:lnTo>
                      <a:pt x="2030" y="5587"/>
                    </a:lnTo>
                    <a:lnTo>
                      <a:pt x="1946" y="5545"/>
                    </a:lnTo>
                    <a:lnTo>
                      <a:pt x="1988" y="5440"/>
                    </a:lnTo>
                    <a:lnTo>
                      <a:pt x="2093" y="5357"/>
                    </a:lnTo>
                    <a:lnTo>
                      <a:pt x="2093" y="5210"/>
                    </a:lnTo>
                    <a:lnTo>
                      <a:pt x="1946" y="5043"/>
                    </a:lnTo>
                    <a:lnTo>
                      <a:pt x="1925" y="4854"/>
                    </a:lnTo>
                    <a:lnTo>
                      <a:pt x="2009" y="4729"/>
                    </a:lnTo>
                    <a:lnTo>
                      <a:pt x="1988" y="4624"/>
                    </a:lnTo>
                    <a:lnTo>
                      <a:pt x="1842" y="4520"/>
                    </a:lnTo>
                    <a:lnTo>
                      <a:pt x="1905" y="4373"/>
                    </a:lnTo>
                    <a:lnTo>
                      <a:pt x="2574" y="3997"/>
                    </a:lnTo>
                    <a:lnTo>
                      <a:pt x="2741" y="3348"/>
                    </a:lnTo>
                    <a:lnTo>
                      <a:pt x="2658" y="3181"/>
                    </a:lnTo>
                    <a:lnTo>
                      <a:pt x="2553" y="3222"/>
                    </a:lnTo>
                    <a:lnTo>
                      <a:pt x="2511" y="3285"/>
                    </a:lnTo>
                    <a:lnTo>
                      <a:pt x="2344" y="3285"/>
                    </a:lnTo>
                    <a:lnTo>
                      <a:pt x="1925" y="2134"/>
                    </a:lnTo>
                    <a:lnTo>
                      <a:pt x="1633" y="1883"/>
                    </a:lnTo>
                    <a:lnTo>
                      <a:pt x="1570" y="1779"/>
                    </a:lnTo>
                    <a:lnTo>
                      <a:pt x="1695" y="1465"/>
                    </a:lnTo>
                    <a:lnTo>
                      <a:pt x="1633" y="1360"/>
                    </a:lnTo>
                    <a:lnTo>
                      <a:pt x="1716" y="1193"/>
                    </a:lnTo>
                    <a:lnTo>
                      <a:pt x="1695" y="1130"/>
                    </a:lnTo>
                    <a:lnTo>
                      <a:pt x="1423" y="921"/>
                    </a:lnTo>
                    <a:lnTo>
                      <a:pt x="1360" y="774"/>
                    </a:lnTo>
                    <a:lnTo>
                      <a:pt x="1319" y="607"/>
                    </a:lnTo>
                    <a:lnTo>
                      <a:pt x="1298" y="544"/>
                    </a:lnTo>
                    <a:lnTo>
                      <a:pt x="1319" y="440"/>
                    </a:lnTo>
                    <a:lnTo>
                      <a:pt x="1298" y="335"/>
                    </a:lnTo>
                    <a:lnTo>
                      <a:pt x="1256" y="293"/>
                    </a:lnTo>
                    <a:lnTo>
                      <a:pt x="1151" y="189"/>
                    </a:lnTo>
                    <a:lnTo>
                      <a:pt x="1151" y="21"/>
                    </a:lnTo>
                    <a:lnTo>
                      <a:pt x="1109" y="21"/>
                    </a:lnTo>
                    <a:lnTo>
                      <a:pt x="10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56" name="Google Shape;2356;p56"/>
            <p:cNvGrpSpPr/>
            <p:nvPr/>
          </p:nvGrpSpPr>
          <p:grpSpPr>
            <a:xfrm>
              <a:off x="3855466" y="3289811"/>
              <a:ext cx="112514" cy="94210"/>
              <a:chOff x="3918000" y="3561900"/>
              <a:chExt cx="236225" cy="207100"/>
            </a:xfrm>
          </p:grpSpPr>
          <p:sp>
            <p:nvSpPr>
              <p:cNvPr id="2357" name="Google Shape;2357;p56"/>
              <p:cNvSpPr/>
              <p:nvPr/>
            </p:nvSpPr>
            <p:spPr>
              <a:xfrm>
                <a:off x="3925800" y="3561900"/>
                <a:ext cx="228425" cy="170000"/>
              </a:xfrm>
              <a:custGeom>
                <a:avLst/>
                <a:gdLst/>
                <a:ahLst/>
                <a:cxnLst/>
                <a:rect l="l" t="t" r="r" b="b"/>
                <a:pathLst>
                  <a:path w="9137" h="6800" extrusionOk="0">
                    <a:moveTo>
                      <a:pt x="0" y="4356"/>
                    </a:moveTo>
                    <a:lnTo>
                      <a:pt x="1381" y="1594"/>
                    </a:lnTo>
                    <a:lnTo>
                      <a:pt x="7012" y="0"/>
                    </a:lnTo>
                    <a:lnTo>
                      <a:pt x="9137" y="532"/>
                    </a:lnTo>
                    <a:lnTo>
                      <a:pt x="8500" y="2444"/>
                    </a:lnTo>
                    <a:lnTo>
                      <a:pt x="6906" y="5206"/>
                    </a:lnTo>
                    <a:lnTo>
                      <a:pt x="3719" y="6800"/>
                    </a:lnTo>
                    <a:close/>
                  </a:path>
                </a:pathLst>
              </a:custGeom>
              <a:solidFill>
                <a:srgbClr val="5F7D95"/>
              </a:solidFill>
              <a:ln>
                <a:noFill/>
              </a:ln>
            </p:spPr>
          </p:sp>
          <p:sp>
            <p:nvSpPr>
              <p:cNvPr id="2358" name="Google Shape;2358;p56"/>
              <p:cNvSpPr/>
              <p:nvPr/>
            </p:nvSpPr>
            <p:spPr>
              <a:xfrm>
                <a:off x="3918000" y="3569675"/>
                <a:ext cx="229150" cy="199325"/>
              </a:xfrm>
              <a:custGeom>
                <a:avLst/>
                <a:gdLst/>
                <a:ahLst/>
                <a:cxnLst/>
                <a:rect l="l" t="t" r="r" b="b"/>
                <a:pathLst>
                  <a:path w="9166" h="7973" extrusionOk="0">
                    <a:moveTo>
                      <a:pt x="6696" y="3976"/>
                    </a:moveTo>
                    <a:lnTo>
                      <a:pt x="6738" y="4018"/>
                    </a:lnTo>
                    <a:lnTo>
                      <a:pt x="6780" y="3997"/>
                    </a:lnTo>
                    <a:lnTo>
                      <a:pt x="6843" y="4039"/>
                    </a:lnTo>
                    <a:lnTo>
                      <a:pt x="6926" y="4018"/>
                    </a:lnTo>
                    <a:lnTo>
                      <a:pt x="7052" y="4122"/>
                    </a:lnTo>
                    <a:lnTo>
                      <a:pt x="7136" y="4353"/>
                    </a:lnTo>
                    <a:lnTo>
                      <a:pt x="7136" y="4499"/>
                    </a:lnTo>
                    <a:lnTo>
                      <a:pt x="7094" y="4583"/>
                    </a:lnTo>
                    <a:lnTo>
                      <a:pt x="6989" y="4625"/>
                    </a:lnTo>
                    <a:lnTo>
                      <a:pt x="6989" y="4708"/>
                    </a:lnTo>
                    <a:lnTo>
                      <a:pt x="7031" y="4750"/>
                    </a:lnTo>
                    <a:lnTo>
                      <a:pt x="7031" y="4834"/>
                    </a:lnTo>
                    <a:lnTo>
                      <a:pt x="6926" y="4918"/>
                    </a:lnTo>
                    <a:lnTo>
                      <a:pt x="6843" y="4876"/>
                    </a:lnTo>
                    <a:lnTo>
                      <a:pt x="6738" y="4918"/>
                    </a:lnTo>
                    <a:lnTo>
                      <a:pt x="6675" y="4959"/>
                    </a:lnTo>
                    <a:lnTo>
                      <a:pt x="6571" y="5001"/>
                    </a:lnTo>
                    <a:lnTo>
                      <a:pt x="6508" y="5127"/>
                    </a:lnTo>
                    <a:lnTo>
                      <a:pt x="6466" y="5169"/>
                    </a:lnTo>
                    <a:lnTo>
                      <a:pt x="6424" y="5231"/>
                    </a:lnTo>
                    <a:lnTo>
                      <a:pt x="6320" y="5231"/>
                    </a:lnTo>
                    <a:lnTo>
                      <a:pt x="6194" y="5169"/>
                    </a:lnTo>
                    <a:lnTo>
                      <a:pt x="6152" y="5106"/>
                    </a:lnTo>
                    <a:lnTo>
                      <a:pt x="6069" y="5022"/>
                    </a:lnTo>
                    <a:lnTo>
                      <a:pt x="6069" y="4918"/>
                    </a:lnTo>
                    <a:lnTo>
                      <a:pt x="5985" y="4834"/>
                    </a:lnTo>
                    <a:lnTo>
                      <a:pt x="5964" y="4771"/>
                    </a:lnTo>
                    <a:lnTo>
                      <a:pt x="5880" y="4708"/>
                    </a:lnTo>
                    <a:lnTo>
                      <a:pt x="5838" y="4604"/>
                    </a:lnTo>
                    <a:lnTo>
                      <a:pt x="5901" y="4541"/>
                    </a:lnTo>
                    <a:lnTo>
                      <a:pt x="6069" y="4415"/>
                    </a:lnTo>
                    <a:lnTo>
                      <a:pt x="6110" y="4248"/>
                    </a:lnTo>
                    <a:lnTo>
                      <a:pt x="6257" y="4164"/>
                    </a:lnTo>
                    <a:lnTo>
                      <a:pt x="6466" y="4122"/>
                    </a:lnTo>
                    <a:lnTo>
                      <a:pt x="6508" y="4081"/>
                    </a:lnTo>
                    <a:lnTo>
                      <a:pt x="6592" y="4018"/>
                    </a:lnTo>
                    <a:lnTo>
                      <a:pt x="6613" y="3976"/>
                    </a:lnTo>
                    <a:close/>
                    <a:moveTo>
                      <a:pt x="7659" y="1"/>
                    </a:moveTo>
                    <a:lnTo>
                      <a:pt x="7470" y="21"/>
                    </a:lnTo>
                    <a:lnTo>
                      <a:pt x="7387" y="21"/>
                    </a:lnTo>
                    <a:lnTo>
                      <a:pt x="7345" y="63"/>
                    </a:lnTo>
                    <a:lnTo>
                      <a:pt x="7240" y="63"/>
                    </a:lnTo>
                    <a:lnTo>
                      <a:pt x="7178" y="126"/>
                    </a:lnTo>
                    <a:lnTo>
                      <a:pt x="7178" y="168"/>
                    </a:lnTo>
                    <a:lnTo>
                      <a:pt x="7157" y="252"/>
                    </a:lnTo>
                    <a:lnTo>
                      <a:pt x="7073" y="273"/>
                    </a:lnTo>
                    <a:lnTo>
                      <a:pt x="7010" y="356"/>
                    </a:lnTo>
                    <a:lnTo>
                      <a:pt x="6843" y="356"/>
                    </a:lnTo>
                    <a:lnTo>
                      <a:pt x="6822" y="335"/>
                    </a:lnTo>
                    <a:lnTo>
                      <a:pt x="6717" y="356"/>
                    </a:lnTo>
                    <a:lnTo>
                      <a:pt x="6592" y="461"/>
                    </a:lnTo>
                    <a:lnTo>
                      <a:pt x="6529" y="524"/>
                    </a:lnTo>
                    <a:lnTo>
                      <a:pt x="6445" y="565"/>
                    </a:lnTo>
                    <a:lnTo>
                      <a:pt x="6424" y="628"/>
                    </a:lnTo>
                    <a:lnTo>
                      <a:pt x="6341" y="649"/>
                    </a:lnTo>
                    <a:lnTo>
                      <a:pt x="6299" y="691"/>
                    </a:lnTo>
                    <a:lnTo>
                      <a:pt x="6236" y="733"/>
                    </a:lnTo>
                    <a:lnTo>
                      <a:pt x="6173" y="754"/>
                    </a:lnTo>
                    <a:lnTo>
                      <a:pt x="6006" y="963"/>
                    </a:lnTo>
                    <a:lnTo>
                      <a:pt x="5985" y="1089"/>
                    </a:lnTo>
                    <a:lnTo>
                      <a:pt x="6006" y="1151"/>
                    </a:lnTo>
                    <a:lnTo>
                      <a:pt x="6006" y="1214"/>
                    </a:lnTo>
                    <a:lnTo>
                      <a:pt x="5922" y="1256"/>
                    </a:lnTo>
                    <a:lnTo>
                      <a:pt x="5901" y="1298"/>
                    </a:lnTo>
                    <a:lnTo>
                      <a:pt x="5859" y="1319"/>
                    </a:lnTo>
                    <a:lnTo>
                      <a:pt x="5776" y="1402"/>
                    </a:lnTo>
                    <a:lnTo>
                      <a:pt x="5755" y="1486"/>
                    </a:lnTo>
                    <a:lnTo>
                      <a:pt x="5713" y="1507"/>
                    </a:lnTo>
                    <a:lnTo>
                      <a:pt x="5692" y="1570"/>
                    </a:lnTo>
                    <a:lnTo>
                      <a:pt x="5608" y="1570"/>
                    </a:lnTo>
                    <a:lnTo>
                      <a:pt x="5545" y="1612"/>
                    </a:lnTo>
                    <a:lnTo>
                      <a:pt x="5399" y="1633"/>
                    </a:lnTo>
                    <a:lnTo>
                      <a:pt x="5357" y="1737"/>
                    </a:lnTo>
                    <a:lnTo>
                      <a:pt x="5357" y="1905"/>
                    </a:lnTo>
                    <a:lnTo>
                      <a:pt x="5294" y="1967"/>
                    </a:lnTo>
                    <a:lnTo>
                      <a:pt x="5294" y="2030"/>
                    </a:lnTo>
                    <a:lnTo>
                      <a:pt x="5273" y="2135"/>
                    </a:lnTo>
                    <a:lnTo>
                      <a:pt x="5294" y="2197"/>
                    </a:lnTo>
                    <a:lnTo>
                      <a:pt x="5169" y="2260"/>
                    </a:lnTo>
                    <a:lnTo>
                      <a:pt x="5085" y="2239"/>
                    </a:lnTo>
                    <a:lnTo>
                      <a:pt x="5043" y="2197"/>
                    </a:lnTo>
                    <a:lnTo>
                      <a:pt x="4834" y="2197"/>
                    </a:lnTo>
                    <a:lnTo>
                      <a:pt x="4709" y="2218"/>
                    </a:lnTo>
                    <a:lnTo>
                      <a:pt x="4604" y="2197"/>
                    </a:lnTo>
                    <a:lnTo>
                      <a:pt x="4520" y="2218"/>
                    </a:lnTo>
                    <a:lnTo>
                      <a:pt x="4311" y="2093"/>
                    </a:lnTo>
                    <a:lnTo>
                      <a:pt x="4227" y="2093"/>
                    </a:lnTo>
                    <a:lnTo>
                      <a:pt x="4185" y="2009"/>
                    </a:lnTo>
                    <a:lnTo>
                      <a:pt x="3997" y="1988"/>
                    </a:lnTo>
                    <a:lnTo>
                      <a:pt x="3872" y="2009"/>
                    </a:lnTo>
                    <a:lnTo>
                      <a:pt x="3704" y="2135"/>
                    </a:lnTo>
                    <a:lnTo>
                      <a:pt x="3621" y="2365"/>
                    </a:lnTo>
                    <a:lnTo>
                      <a:pt x="3516" y="2469"/>
                    </a:lnTo>
                    <a:lnTo>
                      <a:pt x="3349" y="2553"/>
                    </a:lnTo>
                    <a:lnTo>
                      <a:pt x="3286" y="2637"/>
                    </a:lnTo>
                    <a:lnTo>
                      <a:pt x="3181" y="2721"/>
                    </a:lnTo>
                    <a:lnTo>
                      <a:pt x="3056" y="2742"/>
                    </a:lnTo>
                    <a:lnTo>
                      <a:pt x="2972" y="2783"/>
                    </a:lnTo>
                    <a:lnTo>
                      <a:pt x="2846" y="2762"/>
                    </a:lnTo>
                    <a:lnTo>
                      <a:pt x="2763" y="2825"/>
                    </a:lnTo>
                    <a:lnTo>
                      <a:pt x="2616" y="2783"/>
                    </a:lnTo>
                    <a:lnTo>
                      <a:pt x="2449" y="2825"/>
                    </a:lnTo>
                    <a:lnTo>
                      <a:pt x="2449" y="2721"/>
                    </a:lnTo>
                    <a:lnTo>
                      <a:pt x="2532" y="2532"/>
                    </a:lnTo>
                    <a:lnTo>
                      <a:pt x="2532" y="2365"/>
                    </a:lnTo>
                    <a:lnTo>
                      <a:pt x="2365" y="2051"/>
                    </a:lnTo>
                    <a:lnTo>
                      <a:pt x="2323" y="1905"/>
                    </a:lnTo>
                    <a:lnTo>
                      <a:pt x="2135" y="1779"/>
                    </a:lnTo>
                    <a:lnTo>
                      <a:pt x="2051" y="3871"/>
                    </a:lnTo>
                    <a:lnTo>
                      <a:pt x="1821" y="3871"/>
                    </a:lnTo>
                    <a:lnTo>
                      <a:pt x="1675" y="3934"/>
                    </a:lnTo>
                    <a:lnTo>
                      <a:pt x="1612" y="4039"/>
                    </a:lnTo>
                    <a:lnTo>
                      <a:pt x="1528" y="4081"/>
                    </a:lnTo>
                    <a:lnTo>
                      <a:pt x="1486" y="4122"/>
                    </a:lnTo>
                    <a:lnTo>
                      <a:pt x="1486" y="4248"/>
                    </a:lnTo>
                    <a:lnTo>
                      <a:pt x="1403" y="4227"/>
                    </a:lnTo>
                    <a:lnTo>
                      <a:pt x="1319" y="4227"/>
                    </a:lnTo>
                    <a:lnTo>
                      <a:pt x="1277" y="4143"/>
                    </a:lnTo>
                    <a:lnTo>
                      <a:pt x="1193" y="4143"/>
                    </a:lnTo>
                    <a:lnTo>
                      <a:pt x="1152" y="4206"/>
                    </a:lnTo>
                    <a:lnTo>
                      <a:pt x="1047" y="4185"/>
                    </a:lnTo>
                    <a:lnTo>
                      <a:pt x="984" y="4143"/>
                    </a:lnTo>
                    <a:lnTo>
                      <a:pt x="880" y="4185"/>
                    </a:lnTo>
                    <a:lnTo>
                      <a:pt x="754" y="4102"/>
                    </a:lnTo>
                    <a:lnTo>
                      <a:pt x="566" y="4039"/>
                    </a:lnTo>
                    <a:lnTo>
                      <a:pt x="482" y="3871"/>
                    </a:lnTo>
                    <a:lnTo>
                      <a:pt x="545" y="3725"/>
                    </a:lnTo>
                    <a:lnTo>
                      <a:pt x="440" y="3725"/>
                    </a:lnTo>
                    <a:lnTo>
                      <a:pt x="356" y="3599"/>
                    </a:lnTo>
                    <a:lnTo>
                      <a:pt x="231" y="3662"/>
                    </a:lnTo>
                    <a:lnTo>
                      <a:pt x="168" y="3767"/>
                    </a:lnTo>
                    <a:lnTo>
                      <a:pt x="210" y="3788"/>
                    </a:lnTo>
                    <a:lnTo>
                      <a:pt x="210" y="3871"/>
                    </a:lnTo>
                    <a:lnTo>
                      <a:pt x="64" y="3892"/>
                    </a:lnTo>
                    <a:lnTo>
                      <a:pt x="1" y="3934"/>
                    </a:lnTo>
                    <a:lnTo>
                      <a:pt x="22" y="4122"/>
                    </a:lnTo>
                    <a:lnTo>
                      <a:pt x="210" y="4248"/>
                    </a:lnTo>
                    <a:lnTo>
                      <a:pt x="336" y="4625"/>
                    </a:lnTo>
                    <a:lnTo>
                      <a:pt x="336" y="4771"/>
                    </a:lnTo>
                    <a:lnTo>
                      <a:pt x="461" y="5085"/>
                    </a:lnTo>
                    <a:lnTo>
                      <a:pt x="545" y="5441"/>
                    </a:lnTo>
                    <a:lnTo>
                      <a:pt x="691" y="5650"/>
                    </a:lnTo>
                    <a:lnTo>
                      <a:pt x="691" y="5775"/>
                    </a:lnTo>
                    <a:lnTo>
                      <a:pt x="859" y="6027"/>
                    </a:lnTo>
                    <a:lnTo>
                      <a:pt x="859" y="6110"/>
                    </a:lnTo>
                    <a:lnTo>
                      <a:pt x="900" y="6299"/>
                    </a:lnTo>
                    <a:lnTo>
                      <a:pt x="880" y="6487"/>
                    </a:lnTo>
                    <a:lnTo>
                      <a:pt x="796" y="6550"/>
                    </a:lnTo>
                    <a:lnTo>
                      <a:pt x="754" y="6550"/>
                    </a:lnTo>
                    <a:lnTo>
                      <a:pt x="691" y="6508"/>
                    </a:lnTo>
                    <a:lnTo>
                      <a:pt x="649" y="6550"/>
                    </a:lnTo>
                    <a:lnTo>
                      <a:pt x="649" y="6717"/>
                    </a:lnTo>
                    <a:lnTo>
                      <a:pt x="733" y="6863"/>
                    </a:lnTo>
                    <a:lnTo>
                      <a:pt x="838" y="6968"/>
                    </a:lnTo>
                    <a:lnTo>
                      <a:pt x="942" y="7156"/>
                    </a:lnTo>
                    <a:lnTo>
                      <a:pt x="859" y="7282"/>
                    </a:lnTo>
                    <a:lnTo>
                      <a:pt x="880" y="7449"/>
                    </a:lnTo>
                    <a:lnTo>
                      <a:pt x="838" y="7554"/>
                    </a:lnTo>
                    <a:lnTo>
                      <a:pt x="838" y="7659"/>
                    </a:lnTo>
                    <a:lnTo>
                      <a:pt x="900" y="7700"/>
                    </a:lnTo>
                    <a:lnTo>
                      <a:pt x="900" y="7596"/>
                    </a:lnTo>
                    <a:lnTo>
                      <a:pt x="1005" y="7533"/>
                    </a:lnTo>
                    <a:lnTo>
                      <a:pt x="1152" y="7554"/>
                    </a:lnTo>
                    <a:lnTo>
                      <a:pt x="1172" y="7679"/>
                    </a:lnTo>
                    <a:lnTo>
                      <a:pt x="1110" y="7721"/>
                    </a:lnTo>
                    <a:lnTo>
                      <a:pt x="1172" y="7742"/>
                    </a:lnTo>
                    <a:lnTo>
                      <a:pt x="1256" y="7679"/>
                    </a:lnTo>
                    <a:lnTo>
                      <a:pt x="1361" y="7742"/>
                    </a:lnTo>
                    <a:lnTo>
                      <a:pt x="1361" y="7868"/>
                    </a:lnTo>
                    <a:lnTo>
                      <a:pt x="1403" y="7847"/>
                    </a:lnTo>
                    <a:lnTo>
                      <a:pt x="1696" y="7972"/>
                    </a:lnTo>
                    <a:lnTo>
                      <a:pt x="1737" y="7951"/>
                    </a:lnTo>
                    <a:lnTo>
                      <a:pt x="1800" y="7972"/>
                    </a:lnTo>
                    <a:lnTo>
                      <a:pt x="1821" y="7889"/>
                    </a:lnTo>
                    <a:lnTo>
                      <a:pt x="1926" y="7868"/>
                    </a:lnTo>
                    <a:lnTo>
                      <a:pt x="2051" y="7742"/>
                    </a:lnTo>
                    <a:lnTo>
                      <a:pt x="2198" y="7763"/>
                    </a:lnTo>
                    <a:lnTo>
                      <a:pt x="2219" y="7721"/>
                    </a:lnTo>
                    <a:lnTo>
                      <a:pt x="2344" y="7721"/>
                    </a:lnTo>
                    <a:lnTo>
                      <a:pt x="2512" y="7763"/>
                    </a:lnTo>
                    <a:lnTo>
                      <a:pt x="2574" y="7742"/>
                    </a:lnTo>
                    <a:lnTo>
                      <a:pt x="2721" y="7742"/>
                    </a:lnTo>
                    <a:lnTo>
                      <a:pt x="2742" y="7679"/>
                    </a:lnTo>
                    <a:lnTo>
                      <a:pt x="2784" y="7638"/>
                    </a:lnTo>
                    <a:lnTo>
                      <a:pt x="2867" y="7596"/>
                    </a:lnTo>
                    <a:lnTo>
                      <a:pt x="2930" y="7638"/>
                    </a:lnTo>
                    <a:lnTo>
                      <a:pt x="2951" y="7533"/>
                    </a:lnTo>
                    <a:lnTo>
                      <a:pt x="3035" y="7470"/>
                    </a:lnTo>
                    <a:lnTo>
                      <a:pt x="3349" y="7470"/>
                    </a:lnTo>
                    <a:lnTo>
                      <a:pt x="3474" y="7554"/>
                    </a:lnTo>
                    <a:lnTo>
                      <a:pt x="3558" y="7533"/>
                    </a:lnTo>
                    <a:lnTo>
                      <a:pt x="3558" y="7470"/>
                    </a:lnTo>
                    <a:lnTo>
                      <a:pt x="3725" y="7449"/>
                    </a:lnTo>
                    <a:lnTo>
                      <a:pt x="3997" y="7533"/>
                    </a:lnTo>
                    <a:lnTo>
                      <a:pt x="4081" y="7575"/>
                    </a:lnTo>
                    <a:lnTo>
                      <a:pt x="4353" y="7638"/>
                    </a:lnTo>
                    <a:lnTo>
                      <a:pt x="4395" y="7596"/>
                    </a:lnTo>
                    <a:lnTo>
                      <a:pt x="4353" y="7533"/>
                    </a:lnTo>
                    <a:lnTo>
                      <a:pt x="4437" y="7449"/>
                    </a:lnTo>
                    <a:lnTo>
                      <a:pt x="4541" y="7449"/>
                    </a:lnTo>
                    <a:lnTo>
                      <a:pt x="4667" y="7491"/>
                    </a:lnTo>
                    <a:lnTo>
                      <a:pt x="4876" y="7491"/>
                    </a:lnTo>
                    <a:lnTo>
                      <a:pt x="4876" y="7470"/>
                    </a:lnTo>
                    <a:lnTo>
                      <a:pt x="4813" y="7387"/>
                    </a:lnTo>
                    <a:lnTo>
                      <a:pt x="4855" y="7303"/>
                    </a:lnTo>
                    <a:lnTo>
                      <a:pt x="5022" y="7240"/>
                    </a:lnTo>
                    <a:lnTo>
                      <a:pt x="5190" y="7240"/>
                    </a:lnTo>
                    <a:lnTo>
                      <a:pt x="5253" y="7303"/>
                    </a:lnTo>
                    <a:lnTo>
                      <a:pt x="5378" y="7303"/>
                    </a:lnTo>
                    <a:lnTo>
                      <a:pt x="5504" y="7219"/>
                    </a:lnTo>
                    <a:lnTo>
                      <a:pt x="5713" y="7156"/>
                    </a:lnTo>
                    <a:lnTo>
                      <a:pt x="5713" y="7135"/>
                    </a:lnTo>
                    <a:lnTo>
                      <a:pt x="5859" y="7073"/>
                    </a:lnTo>
                    <a:lnTo>
                      <a:pt x="5922" y="6968"/>
                    </a:lnTo>
                    <a:lnTo>
                      <a:pt x="6320" y="6717"/>
                    </a:lnTo>
                    <a:lnTo>
                      <a:pt x="6424" y="6612"/>
                    </a:lnTo>
                    <a:lnTo>
                      <a:pt x="6424" y="6591"/>
                    </a:lnTo>
                    <a:lnTo>
                      <a:pt x="6508" y="6591"/>
                    </a:lnTo>
                    <a:lnTo>
                      <a:pt x="7115" y="5985"/>
                    </a:lnTo>
                    <a:lnTo>
                      <a:pt x="7136" y="5922"/>
                    </a:lnTo>
                    <a:lnTo>
                      <a:pt x="7198" y="5922"/>
                    </a:lnTo>
                    <a:lnTo>
                      <a:pt x="7282" y="5796"/>
                    </a:lnTo>
                    <a:lnTo>
                      <a:pt x="7387" y="5755"/>
                    </a:lnTo>
                    <a:lnTo>
                      <a:pt x="7429" y="5587"/>
                    </a:lnTo>
                    <a:lnTo>
                      <a:pt x="7596" y="5399"/>
                    </a:lnTo>
                    <a:lnTo>
                      <a:pt x="7847" y="5022"/>
                    </a:lnTo>
                    <a:lnTo>
                      <a:pt x="7910" y="4834"/>
                    </a:lnTo>
                    <a:lnTo>
                      <a:pt x="8014" y="4834"/>
                    </a:lnTo>
                    <a:lnTo>
                      <a:pt x="8077" y="4708"/>
                    </a:lnTo>
                    <a:lnTo>
                      <a:pt x="8077" y="4646"/>
                    </a:lnTo>
                    <a:lnTo>
                      <a:pt x="8182" y="4520"/>
                    </a:lnTo>
                    <a:lnTo>
                      <a:pt x="8266" y="4394"/>
                    </a:lnTo>
                    <a:lnTo>
                      <a:pt x="8391" y="4311"/>
                    </a:lnTo>
                    <a:lnTo>
                      <a:pt x="8433" y="4227"/>
                    </a:lnTo>
                    <a:lnTo>
                      <a:pt x="8538" y="4185"/>
                    </a:lnTo>
                    <a:lnTo>
                      <a:pt x="8579" y="4122"/>
                    </a:lnTo>
                    <a:lnTo>
                      <a:pt x="8621" y="4122"/>
                    </a:lnTo>
                    <a:lnTo>
                      <a:pt x="8789" y="3934"/>
                    </a:lnTo>
                    <a:lnTo>
                      <a:pt x="8810" y="3830"/>
                    </a:lnTo>
                    <a:lnTo>
                      <a:pt x="8893" y="3725"/>
                    </a:lnTo>
                    <a:lnTo>
                      <a:pt x="8935" y="3516"/>
                    </a:lnTo>
                    <a:lnTo>
                      <a:pt x="9019" y="3348"/>
                    </a:lnTo>
                    <a:lnTo>
                      <a:pt x="9040" y="3160"/>
                    </a:lnTo>
                    <a:lnTo>
                      <a:pt x="9123" y="2951"/>
                    </a:lnTo>
                    <a:lnTo>
                      <a:pt x="9103" y="2951"/>
                    </a:lnTo>
                    <a:lnTo>
                      <a:pt x="9165" y="2846"/>
                    </a:lnTo>
                    <a:lnTo>
                      <a:pt x="9165" y="2825"/>
                    </a:lnTo>
                    <a:lnTo>
                      <a:pt x="9061" y="2825"/>
                    </a:lnTo>
                    <a:lnTo>
                      <a:pt x="8935" y="2762"/>
                    </a:lnTo>
                    <a:lnTo>
                      <a:pt x="8830" y="2762"/>
                    </a:lnTo>
                    <a:lnTo>
                      <a:pt x="8768" y="2825"/>
                    </a:lnTo>
                    <a:lnTo>
                      <a:pt x="8768" y="2909"/>
                    </a:lnTo>
                    <a:lnTo>
                      <a:pt x="8726" y="3014"/>
                    </a:lnTo>
                    <a:lnTo>
                      <a:pt x="8663" y="3034"/>
                    </a:lnTo>
                    <a:lnTo>
                      <a:pt x="8454" y="3034"/>
                    </a:lnTo>
                    <a:lnTo>
                      <a:pt x="8266" y="2930"/>
                    </a:lnTo>
                    <a:lnTo>
                      <a:pt x="8182" y="2804"/>
                    </a:lnTo>
                    <a:lnTo>
                      <a:pt x="8140" y="2742"/>
                    </a:lnTo>
                    <a:lnTo>
                      <a:pt x="8098" y="2658"/>
                    </a:lnTo>
                    <a:lnTo>
                      <a:pt x="8161" y="2532"/>
                    </a:lnTo>
                    <a:lnTo>
                      <a:pt x="8286" y="2281"/>
                    </a:lnTo>
                    <a:lnTo>
                      <a:pt x="8307" y="2177"/>
                    </a:lnTo>
                    <a:lnTo>
                      <a:pt x="8412" y="2114"/>
                    </a:lnTo>
                    <a:lnTo>
                      <a:pt x="8579" y="2197"/>
                    </a:lnTo>
                    <a:lnTo>
                      <a:pt x="8663" y="2260"/>
                    </a:lnTo>
                    <a:lnTo>
                      <a:pt x="8768" y="2323"/>
                    </a:lnTo>
                    <a:lnTo>
                      <a:pt x="8768" y="2135"/>
                    </a:lnTo>
                    <a:lnTo>
                      <a:pt x="8768" y="1988"/>
                    </a:lnTo>
                    <a:lnTo>
                      <a:pt x="8810" y="1800"/>
                    </a:lnTo>
                    <a:lnTo>
                      <a:pt x="8810" y="1361"/>
                    </a:lnTo>
                    <a:lnTo>
                      <a:pt x="8789" y="1214"/>
                    </a:lnTo>
                    <a:lnTo>
                      <a:pt x="8747" y="1109"/>
                    </a:lnTo>
                    <a:lnTo>
                      <a:pt x="8747" y="1005"/>
                    </a:lnTo>
                    <a:lnTo>
                      <a:pt x="8747" y="984"/>
                    </a:lnTo>
                    <a:lnTo>
                      <a:pt x="8747" y="733"/>
                    </a:lnTo>
                    <a:lnTo>
                      <a:pt x="8684" y="586"/>
                    </a:lnTo>
                    <a:lnTo>
                      <a:pt x="8642" y="440"/>
                    </a:lnTo>
                    <a:lnTo>
                      <a:pt x="8621" y="273"/>
                    </a:lnTo>
                    <a:lnTo>
                      <a:pt x="8517" y="168"/>
                    </a:lnTo>
                    <a:lnTo>
                      <a:pt x="8328" y="126"/>
                    </a:lnTo>
                    <a:lnTo>
                      <a:pt x="8182" y="147"/>
                    </a:lnTo>
                    <a:lnTo>
                      <a:pt x="8098" y="168"/>
                    </a:lnTo>
                    <a:lnTo>
                      <a:pt x="8056" y="147"/>
                    </a:lnTo>
                    <a:lnTo>
                      <a:pt x="7910" y="105"/>
                    </a:lnTo>
                    <a:lnTo>
                      <a:pt x="7847" y="105"/>
                    </a:lnTo>
                    <a:lnTo>
                      <a:pt x="7784" y="21"/>
                    </a:lnTo>
                    <a:lnTo>
                      <a:pt x="765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59" name="Google Shape;2359;p56"/>
            <p:cNvSpPr/>
            <p:nvPr/>
          </p:nvSpPr>
          <p:spPr>
            <a:xfrm>
              <a:off x="3292646" y="3020419"/>
              <a:ext cx="18695" cy="5482"/>
            </a:xfrm>
            <a:custGeom>
              <a:avLst/>
              <a:gdLst/>
              <a:ahLst/>
              <a:cxnLst/>
              <a:rect l="l" t="t" r="r" b="b"/>
              <a:pathLst>
                <a:path w="1570" h="482" extrusionOk="0">
                  <a:moveTo>
                    <a:pt x="189" y="0"/>
                  </a:moveTo>
                  <a:lnTo>
                    <a:pt x="126" y="84"/>
                  </a:lnTo>
                  <a:lnTo>
                    <a:pt x="21" y="147"/>
                  </a:lnTo>
                  <a:lnTo>
                    <a:pt x="21" y="209"/>
                  </a:lnTo>
                  <a:lnTo>
                    <a:pt x="0" y="272"/>
                  </a:lnTo>
                  <a:lnTo>
                    <a:pt x="42" y="377"/>
                  </a:lnTo>
                  <a:lnTo>
                    <a:pt x="314" y="377"/>
                  </a:lnTo>
                  <a:lnTo>
                    <a:pt x="398" y="398"/>
                  </a:lnTo>
                  <a:lnTo>
                    <a:pt x="607" y="356"/>
                  </a:lnTo>
                  <a:lnTo>
                    <a:pt x="691" y="377"/>
                  </a:lnTo>
                  <a:lnTo>
                    <a:pt x="837" y="293"/>
                  </a:lnTo>
                  <a:cubicBezTo>
                    <a:pt x="1026" y="398"/>
                    <a:pt x="1235" y="356"/>
                    <a:pt x="1423" y="481"/>
                  </a:cubicBezTo>
                  <a:lnTo>
                    <a:pt x="1570" y="460"/>
                  </a:lnTo>
                  <a:lnTo>
                    <a:pt x="1528" y="398"/>
                  </a:lnTo>
                  <a:lnTo>
                    <a:pt x="1444" y="460"/>
                  </a:lnTo>
                  <a:lnTo>
                    <a:pt x="1444" y="440"/>
                  </a:lnTo>
                  <a:cubicBezTo>
                    <a:pt x="1360" y="377"/>
                    <a:pt x="1318" y="356"/>
                    <a:pt x="1235" y="335"/>
                  </a:cubicBezTo>
                  <a:lnTo>
                    <a:pt x="1277" y="293"/>
                  </a:lnTo>
                  <a:lnTo>
                    <a:pt x="1130" y="251"/>
                  </a:lnTo>
                  <a:lnTo>
                    <a:pt x="1046" y="335"/>
                  </a:lnTo>
                  <a:cubicBezTo>
                    <a:pt x="1005" y="335"/>
                    <a:pt x="942" y="335"/>
                    <a:pt x="921" y="293"/>
                  </a:cubicBezTo>
                  <a:lnTo>
                    <a:pt x="921" y="272"/>
                  </a:lnTo>
                  <a:lnTo>
                    <a:pt x="1046" y="147"/>
                  </a:lnTo>
                  <a:lnTo>
                    <a:pt x="942" y="105"/>
                  </a:lnTo>
                  <a:lnTo>
                    <a:pt x="921" y="42"/>
                  </a:lnTo>
                  <a:lnTo>
                    <a:pt x="837" y="0"/>
                  </a:lnTo>
                  <a:lnTo>
                    <a:pt x="607" y="42"/>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0" name="Google Shape;2360;p56"/>
            <p:cNvSpPr/>
            <p:nvPr/>
          </p:nvSpPr>
          <p:spPr>
            <a:xfrm>
              <a:off x="3260258" y="3010662"/>
              <a:ext cx="26423" cy="16661"/>
            </a:xfrm>
            <a:custGeom>
              <a:avLst/>
              <a:gdLst/>
              <a:ahLst/>
              <a:cxnLst/>
              <a:rect l="l" t="t" r="r" b="b"/>
              <a:pathLst>
                <a:path w="2219" h="1465" extrusionOk="0">
                  <a:moveTo>
                    <a:pt x="481" y="0"/>
                  </a:moveTo>
                  <a:lnTo>
                    <a:pt x="293" y="42"/>
                  </a:lnTo>
                  <a:lnTo>
                    <a:pt x="230" y="147"/>
                  </a:lnTo>
                  <a:lnTo>
                    <a:pt x="230" y="209"/>
                  </a:lnTo>
                  <a:lnTo>
                    <a:pt x="189" y="314"/>
                  </a:lnTo>
                  <a:lnTo>
                    <a:pt x="230" y="398"/>
                  </a:lnTo>
                  <a:lnTo>
                    <a:pt x="189" y="523"/>
                  </a:lnTo>
                  <a:lnTo>
                    <a:pt x="105" y="586"/>
                  </a:lnTo>
                  <a:lnTo>
                    <a:pt x="84" y="607"/>
                  </a:lnTo>
                  <a:lnTo>
                    <a:pt x="126" y="733"/>
                  </a:lnTo>
                  <a:lnTo>
                    <a:pt x="126" y="837"/>
                  </a:lnTo>
                  <a:lnTo>
                    <a:pt x="126" y="900"/>
                  </a:lnTo>
                  <a:lnTo>
                    <a:pt x="0" y="1046"/>
                  </a:lnTo>
                  <a:lnTo>
                    <a:pt x="0" y="1109"/>
                  </a:lnTo>
                  <a:lnTo>
                    <a:pt x="63" y="1130"/>
                  </a:lnTo>
                  <a:lnTo>
                    <a:pt x="126" y="1256"/>
                  </a:lnTo>
                  <a:lnTo>
                    <a:pt x="84" y="1339"/>
                  </a:lnTo>
                  <a:lnTo>
                    <a:pt x="189" y="1402"/>
                  </a:lnTo>
                  <a:lnTo>
                    <a:pt x="230" y="1444"/>
                  </a:lnTo>
                  <a:lnTo>
                    <a:pt x="293" y="1465"/>
                  </a:lnTo>
                  <a:lnTo>
                    <a:pt x="377" y="1318"/>
                  </a:lnTo>
                  <a:lnTo>
                    <a:pt x="502" y="1130"/>
                  </a:lnTo>
                  <a:lnTo>
                    <a:pt x="502" y="1088"/>
                  </a:lnTo>
                  <a:lnTo>
                    <a:pt x="544" y="984"/>
                  </a:lnTo>
                  <a:lnTo>
                    <a:pt x="607" y="1046"/>
                  </a:lnTo>
                  <a:lnTo>
                    <a:pt x="691" y="1046"/>
                  </a:lnTo>
                  <a:lnTo>
                    <a:pt x="753" y="921"/>
                  </a:lnTo>
                  <a:lnTo>
                    <a:pt x="837" y="984"/>
                  </a:lnTo>
                  <a:lnTo>
                    <a:pt x="837" y="1088"/>
                  </a:lnTo>
                  <a:lnTo>
                    <a:pt x="921" y="1130"/>
                  </a:lnTo>
                  <a:lnTo>
                    <a:pt x="1067" y="1088"/>
                  </a:lnTo>
                  <a:lnTo>
                    <a:pt x="1235" y="942"/>
                  </a:lnTo>
                  <a:lnTo>
                    <a:pt x="1381" y="900"/>
                  </a:lnTo>
                  <a:lnTo>
                    <a:pt x="1569" y="921"/>
                  </a:lnTo>
                  <a:lnTo>
                    <a:pt x="1674" y="900"/>
                  </a:lnTo>
                  <a:lnTo>
                    <a:pt x="1758" y="942"/>
                  </a:lnTo>
                  <a:lnTo>
                    <a:pt x="1883" y="984"/>
                  </a:lnTo>
                  <a:lnTo>
                    <a:pt x="2072" y="1005"/>
                  </a:lnTo>
                  <a:lnTo>
                    <a:pt x="2093" y="921"/>
                  </a:lnTo>
                  <a:lnTo>
                    <a:pt x="2176" y="921"/>
                  </a:lnTo>
                  <a:lnTo>
                    <a:pt x="2218" y="816"/>
                  </a:lnTo>
                  <a:lnTo>
                    <a:pt x="2176" y="733"/>
                  </a:lnTo>
                  <a:lnTo>
                    <a:pt x="1946" y="607"/>
                  </a:lnTo>
                  <a:lnTo>
                    <a:pt x="1862" y="607"/>
                  </a:lnTo>
                  <a:lnTo>
                    <a:pt x="1695" y="565"/>
                  </a:lnTo>
                  <a:lnTo>
                    <a:pt x="1632" y="565"/>
                  </a:lnTo>
                  <a:lnTo>
                    <a:pt x="1465" y="502"/>
                  </a:lnTo>
                  <a:lnTo>
                    <a:pt x="1277" y="398"/>
                  </a:lnTo>
                  <a:lnTo>
                    <a:pt x="1172" y="398"/>
                  </a:lnTo>
                  <a:lnTo>
                    <a:pt x="1256" y="377"/>
                  </a:lnTo>
                  <a:lnTo>
                    <a:pt x="1423" y="419"/>
                  </a:lnTo>
                  <a:lnTo>
                    <a:pt x="1674" y="419"/>
                  </a:lnTo>
                  <a:lnTo>
                    <a:pt x="1779" y="398"/>
                  </a:lnTo>
                  <a:lnTo>
                    <a:pt x="1695" y="356"/>
                  </a:lnTo>
                  <a:lnTo>
                    <a:pt x="1632" y="356"/>
                  </a:lnTo>
                  <a:lnTo>
                    <a:pt x="1444" y="314"/>
                  </a:lnTo>
                  <a:lnTo>
                    <a:pt x="1360" y="147"/>
                  </a:lnTo>
                  <a:lnTo>
                    <a:pt x="1256" y="147"/>
                  </a:lnTo>
                  <a:lnTo>
                    <a:pt x="1214" y="168"/>
                  </a:lnTo>
                  <a:lnTo>
                    <a:pt x="1130" y="105"/>
                  </a:lnTo>
                  <a:lnTo>
                    <a:pt x="649" y="0"/>
                  </a:lnTo>
                  <a:lnTo>
                    <a:pt x="586" y="42"/>
                  </a:lnTo>
                  <a:lnTo>
                    <a:pt x="4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1" name="Google Shape;2361;p56"/>
            <p:cNvSpPr/>
            <p:nvPr/>
          </p:nvSpPr>
          <p:spPr>
            <a:xfrm>
              <a:off x="3408744" y="2329870"/>
              <a:ext cx="289769" cy="354333"/>
            </a:xfrm>
            <a:custGeom>
              <a:avLst/>
              <a:gdLst/>
              <a:ahLst/>
              <a:cxnLst/>
              <a:rect l="l" t="t" r="r" b="b"/>
              <a:pathLst>
                <a:path w="24335" h="31157" extrusionOk="0">
                  <a:moveTo>
                    <a:pt x="19167" y="16300"/>
                  </a:moveTo>
                  <a:lnTo>
                    <a:pt x="19161" y="16311"/>
                  </a:lnTo>
                  <a:lnTo>
                    <a:pt x="19167" y="16321"/>
                  </a:lnTo>
                  <a:lnTo>
                    <a:pt x="19167" y="16300"/>
                  </a:lnTo>
                  <a:close/>
                  <a:moveTo>
                    <a:pt x="16572" y="17849"/>
                  </a:moveTo>
                  <a:lnTo>
                    <a:pt x="16593" y="17870"/>
                  </a:lnTo>
                  <a:lnTo>
                    <a:pt x="16509" y="17870"/>
                  </a:lnTo>
                  <a:lnTo>
                    <a:pt x="16509" y="17849"/>
                  </a:lnTo>
                  <a:close/>
                  <a:moveTo>
                    <a:pt x="4771" y="22933"/>
                  </a:moveTo>
                  <a:lnTo>
                    <a:pt x="4813" y="22996"/>
                  </a:lnTo>
                  <a:lnTo>
                    <a:pt x="4792" y="23038"/>
                  </a:lnTo>
                  <a:lnTo>
                    <a:pt x="4750" y="23038"/>
                  </a:lnTo>
                  <a:lnTo>
                    <a:pt x="4688" y="23059"/>
                  </a:lnTo>
                  <a:lnTo>
                    <a:pt x="4709" y="23142"/>
                  </a:lnTo>
                  <a:lnTo>
                    <a:pt x="4792" y="23205"/>
                  </a:lnTo>
                  <a:lnTo>
                    <a:pt x="4960" y="23205"/>
                  </a:lnTo>
                  <a:lnTo>
                    <a:pt x="4981" y="23163"/>
                  </a:lnTo>
                  <a:lnTo>
                    <a:pt x="4960" y="23121"/>
                  </a:lnTo>
                  <a:lnTo>
                    <a:pt x="4960" y="23059"/>
                  </a:lnTo>
                  <a:lnTo>
                    <a:pt x="5001" y="23038"/>
                  </a:lnTo>
                  <a:lnTo>
                    <a:pt x="5127" y="23059"/>
                  </a:lnTo>
                  <a:lnTo>
                    <a:pt x="5169" y="23121"/>
                  </a:lnTo>
                  <a:lnTo>
                    <a:pt x="5106" y="23163"/>
                  </a:lnTo>
                  <a:lnTo>
                    <a:pt x="4960" y="23226"/>
                  </a:lnTo>
                  <a:lnTo>
                    <a:pt x="4750" y="23226"/>
                  </a:lnTo>
                  <a:lnTo>
                    <a:pt x="4750" y="23268"/>
                  </a:lnTo>
                  <a:lnTo>
                    <a:pt x="4855" y="23435"/>
                  </a:lnTo>
                  <a:lnTo>
                    <a:pt x="4981" y="23519"/>
                  </a:lnTo>
                  <a:lnTo>
                    <a:pt x="5064" y="23540"/>
                  </a:lnTo>
                  <a:lnTo>
                    <a:pt x="5085" y="23519"/>
                  </a:lnTo>
                  <a:lnTo>
                    <a:pt x="5190" y="23477"/>
                  </a:lnTo>
                  <a:lnTo>
                    <a:pt x="5211" y="23540"/>
                  </a:lnTo>
                  <a:lnTo>
                    <a:pt x="5190" y="23561"/>
                  </a:lnTo>
                  <a:lnTo>
                    <a:pt x="5127" y="23561"/>
                  </a:lnTo>
                  <a:lnTo>
                    <a:pt x="5064" y="23582"/>
                  </a:lnTo>
                  <a:lnTo>
                    <a:pt x="4897" y="23540"/>
                  </a:lnTo>
                  <a:lnTo>
                    <a:pt x="4771" y="23477"/>
                  </a:lnTo>
                  <a:lnTo>
                    <a:pt x="4646" y="23352"/>
                  </a:lnTo>
                  <a:lnTo>
                    <a:pt x="4541" y="23310"/>
                  </a:lnTo>
                  <a:lnTo>
                    <a:pt x="4436" y="23310"/>
                  </a:lnTo>
                  <a:lnTo>
                    <a:pt x="4332" y="23205"/>
                  </a:lnTo>
                  <a:lnTo>
                    <a:pt x="4185" y="23142"/>
                  </a:lnTo>
                  <a:lnTo>
                    <a:pt x="4164" y="23121"/>
                  </a:lnTo>
                  <a:lnTo>
                    <a:pt x="4081" y="23121"/>
                  </a:lnTo>
                  <a:lnTo>
                    <a:pt x="4018" y="23142"/>
                  </a:lnTo>
                  <a:lnTo>
                    <a:pt x="3913" y="23142"/>
                  </a:lnTo>
                  <a:lnTo>
                    <a:pt x="3892" y="23132"/>
                  </a:lnTo>
                  <a:lnTo>
                    <a:pt x="3892" y="23132"/>
                  </a:lnTo>
                  <a:lnTo>
                    <a:pt x="3913" y="23121"/>
                  </a:lnTo>
                  <a:lnTo>
                    <a:pt x="3976" y="23121"/>
                  </a:lnTo>
                  <a:lnTo>
                    <a:pt x="4123" y="23100"/>
                  </a:lnTo>
                  <a:lnTo>
                    <a:pt x="4164" y="23038"/>
                  </a:lnTo>
                  <a:lnTo>
                    <a:pt x="4185" y="23038"/>
                  </a:lnTo>
                  <a:lnTo>
                    <a:pt x="4185" y="23100"/>
                  </a:lnTo>
                  <a:lnTo>
                    <a:pt x="4248" y="23121"/>
                  </a:lnTo>
                  <a:lnTo>
                    <a:pt x="4332" y="23121"/>
                  </a:lnTo>
                  <a:lnTo>
                    <a:pt x="4436" y="23247"/>
                  </a:lnTo>
                  <a:lnTo>
                    <a:pt x="4478" y="23268"/>
                  </a:lnTo>
                  <a:lnTo>
                    <a:pt x="4562" y="23226"/>
                  </a:lnTo>
                  <a:lnTo>
                    <a:pt x="4604" y="23142"/>
                  </a:lnTo>
                  <a:lnTo>
                    <a:pt x="4604" y="23059"/>
                  </a:lnTo>
                  <a:lnTo>
                    <a:pt x="4583" y="23017"/>
                  </a:lnTo>
                  <a:lnTo>
                    <a:pt x="4583" y="22954"/>
                  </a:lnTo>
                  <a:lnTo>
                    <a:pt x="4688" y="22954"/>
                  </a:lnTo>
                  <a:lnTo>
                    <a:pt x="4709" y="22933"/>
                  </a:lnTo>
                  <a:close/>
                  <a:moveTo>
                    <a:pt x="4269" y="25193"/>
                  </a:moveTo>
                  <a:lnTo>
                    <a:pt x="4290" y="25277"/>
                  </a:lnTo>
                  <a:lnTo>
                    <a:pt x="4395" y="25297"/>
                  </a:lnTo>
                  <a:lnTo>
                    <a:pt x="4436" y="25339"/>
                  </a:lnTo>
                  <a:lnTo>
                    <a:pt x="4353" y="25339"/>
                  </a:lnTo>
                  <a:lnTo>
                    <a:pt x="4290" y="25318"/>
                  </a:lnTo>
                  <a:lnTo>
                    <a:pt x="4123" y="25318"/>
                  </a:lnTo>
                  <a:lnTo>
                    <a:pt x="4060" y="25381"/>
                  </a:lnTo>
                  <a:lnTo>
                    <a:pt x="4039" y="25318"/>
                  </a:lnTo>
                  <a:lnTo>
                    <a:pt x="3976" y="25339"/>
                  </a:lnTo>
                  <a:lnTo>
                    <a:pt x="3955" y="25444"/>
                  </a:lnTo>
                  <a:lnTo>
                    <a:pt x="3913" y="25486"/>
                  </a:lnTo>
                  <a:lnTo>
                    <a:pt x="3851" y="25528"/>
                  </a:lnTo>
                  <a:lnTo>
                    <a:pt x="3725" y="25549"/>
                  </a:lnTo>
                  <a:lnTo>
                    <a:pt x="3641" y="25611"/>
                  </a:lnTo>
                  <a:lnTo>
                    <a:pt x="3725" y="25528"/>
                  </a:lnTo>
                  <a:lnTo>
                    <a:pt x="3830" y="25507"/>
                  </a:lnTo>
                  <a:lnTo>
                    <a:pt x="3872" y="25444"/>
                  </a:lnTo>
                  <a:lnTo>
                    <a:pt x="3913" y="25381"/>
                  </a:lnTo>
                  <a:lnTo>
                    <a:pt x="3955" y="25318"/>
                  </a:lnTo>
                  <a:lnTo>
                    <a:pt x="4018" y="25318"/>
                  </a:lnTo>
                  <a:lnTo>
                    <a:pt x="4227" y="25193"/>
                  </a:lnTo>
                  <a:close/>
                  <a:moveTo>
                    <a:pt x="16614" y="1"/>
                  </a:moveTo>
                  <a:lnTo>
                    <a:pt x="16530" y="22"/>
                  </a:lnTo>
                  <a:lnTo>
                    <a:pt x="16489" y="84"/>
                  </a:lnTo>
                  <a:lnTo>
                    <a:pt x="16489" y="168"/>
                  </a:lnTo>
                  <a:lnTo>
                    <a:pt x="16509" y="273"/>
                  </a:lnTo>
                  <a:lnTo>
                    <a:pt x="16509" y="336"/>
                  </a:lnTo>
                  <a:lnTo>
                    <a:pt x="16468" y="398"/>
                  </a:lnTo>
                  <a:lnTo>
                    <a:pt x="16405" y="336"/>
                  </a:lnTo>
                  <a:lnTo>
                    <a:pt x="16384" y="210"/>
                  </a:lnTo>
                  <a:lnTo>
                    <a:pt x="16321" y="126"/>
                  </a:lnTo>
                  <a:lnTo>
                    <a:pt x="16279" y="126"/>
                  </a:lnTo>
                  <a:lnTo>
                    <a:pt x="16216" y="84"/>
                  </a:lnTo>
                  <a:lnTo>
                    <a:pt x="16175" y="64"/>
                  </a:lnTo>
                  <a:lnTo>
                    <a:pt x="16154" y="105"/>
                  </a:lnTo>
                  <a:lnTo>
                    <a:pt x="16112" y="210"/>
                  </a:lnTo>
                  <a:lnTo>
                    <a:pt x="16070" y="273"/>
                  </a:lnTo>
                  <a:lnTo>
                    <a:pt x="15986" y="231"/>
                  </a:lnTo>
                  <a:lnTo>
                    <a:pt x="15903" y="273"/>
                  </a:lnTo>
                  <a:lnTo>
                    <a:pt x="15882" y="377"/>
                  </a:lnTo>
                  <a:lnTo>
                    <a:pt x="15924" y="440"/>
                  </a:lnTo>
                  <a:lnTo>
                    <a:pt x="15965" y="503"/>
                  </a:lnTo>
                  <a:lnTo>
                    <a:pt x="15882" y="587"/>
                  </a:lnTo>
                  <a:lnTo>
                    <a:pt x="15777" y="712"/>
                  </a:lnTo>
                  <a:lnTo>
                    <a:pt x="15777" y="754"/>
                  </a:lnTo>
                  <a:lnTo>
                    <a:pt x="15861" y="796"/>
                  </a:lnTo>
                  <a:lnTo>
                    <a:pt x="15882" y="838"/>
                  </a:lnTo>
                  <a:lnTo>
                    <a:pt x="15840" y="901"/>
                  </a:lnTo>
                  <a:lnTo>
                    <a:pt x="15777" y="901"/>
                  </a:lnTo>
                  <a:lnTo>
                    <a:pt x="15631" y="817"/>
                  </a:lnTo>
                  <a:lnTo>
                    <a:pt x="15421" y="817"/>
                  </a:lnTo>
                  <a:lnTo>
                    <a:pt x="15380" y="963"/>
                  </a:lnTo>
                  <a:lnTo>
                    <a:pt x="15421" y="1131"/>
                  </a:lnTo>
                  <a:lnTo>
                    <a:pt x="15484" y="1277"/>
                  </a:lnTo>
                  <a:lnTo>
                    <a:pt x="15631" y="1340"/>
                  </a:lnTo>
                  <a:lnTo>
                    <a:pt x="15672" y="1382"/>
                  </a:lnTo>
                  <a:lnTo>
                    <a:pt x="15672" y="1445"/>
                  </a:lnTo>
                  <a:lnTo>
                    <a:pt x="15547" y="1403"/>
                  </a:lnTo>
                  <a:lnTo>
                    <a:pt x="15421" y="1340"/>
                  </a:lnTo>
                  <a:lnTo>
                    <a:pt x="15317" y="1152"/>
                  </a:lnTo>
                  <a:lnTo>
                    <a:pt x="15128" y="1026"/>
                  </a:lnTo>
                  <a:lnTo>
                    <a:pt x="15045" y="963"/>
                  </a:lnTo>
                  <a:lnTo>
                    <a:pt x="15024" y="1026"/>
                  </a:lnTo>
                  <a:lnTo>
                    <a:pt x="15045" y="1068"/>
                  </a:lnTo>
                  <a:lnTo>
                    <a:pt x="15045" y="1173"/>
                  </a:lnTo>
                  <a:lnTo>
                    <a:pt x="15066" y="1256"/>
                  </a:lnTo>
                  <a:lnTo>
                    <a:pt x="15128" y="1340"/>
                  </a:lnTo>
                  <a:lnTo>
                    <a:pt x="15128" y="1465"/>
                  </a:lnTo>
                  <a:lnTo>
                    <a:pt x="15045" y="1549"/>
                  </a:lnTo>
                  <a:lnTo>
                    <a:pt x="15045" y="1382"/>
                  </a:lnTo>
                  <a:lnTo>
                    <a:pt x="15003" y="1256"/>
                  </a:lnTo>
                  <a:lnTo>
                    <a:pt x="14919" y="1110"/>
                  </a:lnTo>
                  <a:lnTo>
                    <a:pt x="14919" y="1026"/>
                  </a:lnTo>
                  <a:lnTo>
                    <a:pt x="14836" y="921"/>
                  </a:lnTo>
                  <a:lnTo>
                    <a:pt x="14731" y="859"/>
                  </a:lnTo>
                  <a:lnTo>
                    <a:pt x="14647" y="984"/>
                  </a:lnTo>
                  <a:lnTo>
                    <a:pt x="14605" y="1068"/>
                  </a:lnTo>
                  <a:lnTo>
                    <a:pt x="14543" y="984"/>
                  </a:lnTo>
                  <a:lnTo>
                    <a:pt x="14605" y="921"/>
                  </a:lnTo>
                  <a:lnTo>
                    <a:pt x="14605" y="859"/>
                  </a:lnTo>
                  <a:lnTo>
                    <a:pt x="14522" y="817"/>
                  </a:lnTo>
                  <a:lnTo>
                    <a:pt x="14501" y="733"/>
                  </a:lnTo>
                  <a:lnTo>
                    <a:pt x="14480" y="691"/>
                  </a:lnTo>
                  <a:lnTo>
                    <a:pt x="14375" y="691"/>
                  </a:lnTo>
                  <a:lnTo>
                    <a:pt x="14292" y="733"/>
                  </a:lnTo>
                  <a:lnTo>
                    <a:pt x="14271" y="712"/>
                  </a:lnTo>
                  <a:lnTo>
                    <a:pt x="14292" y="628"/>
                  </a:lnTo>
                  <a:lnTo>
                    <a:pt x="14375" y="545"/>
                  </a:lnTo>
                  <a:lnTo>
                    <a:pt x="14271" y="566"/>
                  </a:lnTo>
                  <a:lnTo>
                    <a:pt x="14166" y="670"/>
                  </a:lnTo>
                  <a:lnTo>
                    <a:pt x="14124" y="754"/>
                  </a:lnTo>
                  <a:lnTo>
                    <a:pt x="14020" y="817"/>
                  </a:lnTo>
                  <a:lnTo>
                    <a:pt x="13957" y="838"/>
                  </a:lnTo>
                  <a:lnTo>
                    <a:pt x="13852" y="984"/>
                  </a:lnTo>
                  <a:lnTo>
                    <a:pt x="13810" y="984"/>
                  </a:lnTo>
                  <a:lnTo>
                    <a:pt x="13768" y="880"/>
                  </a:lnTo>
                  <a:lnTo>
                    <a:pt x="13685" y="817"/>
                  </a:lnTo>
                  <a:lnTo>
                    <a:pt x="13643" y="817"/>
                  </a:lnTo>
                  <a:lnTo>
                    <a:pt x="13601" y="880"/>
                  </a:lnTo>
                  <a:lnTo>
                    <a:pt x="13580" y="963"/>
                  </a:lnTo>
                  <a:lnTo>
                    <a:pt x="13601" y="1089"/>
                  </a:lnTo>
                  <a:lnTo>
                    <a:pt x="13768" y="1193"/>
                  </a:lnTo>
                  <a:lnTo>
                    <a:pt x="13768" y="1256"/>
                  </a:lnTo>
                  <a:lnTo>
                    <a:pt x="13685" y="1256"/>
                  </a:lnTo>
                  <a:lnTo>
                    <a:pt x="13643" y="1382"/>
                  </a:lnTo>
                  <a:lnTo>
                    <a:pt x="13643" y="1507"/>
                  </a:lnTo>
                  <a:lnTo>
                    <a:pt x="13768" y="1591"/>
                  </a:lnTo>
                  <a:lnTo>
                    <a:pt x="13852" y="1570"/>
                  </a:lnTo>
                  <a:lnTo>
                    <a:pt x="13915" y="1507"/>
                  </a:lnTo>
                  <a:lnTo>
                    <a:pt x="14103" y="1507"/>
                  </a:lnTo>
                  <a:lnTo>
                    <a:pt x="14229" y="1675"/>
                  </a:lnTo>
                  <a:lnTo>
                    <a:pt x="14333" y="1717"/>
                  </a:lnTo>
                  <a:lnTo>
                    <a:pt x="14396" y="1800"/>
                  </a:lnTo>
                  <a:lnTo>
                    <a:pt x="14375" y="1863"/>
                  </a:lnTo>
                  <a:lnTo>
                    <a:pt x="14375" y="1926"/>
                  </a:lnTo>
                  <a:lnTo>
                    <a:pt x="14396" y="2072"/>
                  </a:lnTo>
                  <a:lnTo>
                    <a:pt x="14333" y="2219"/>
                  </a:lnTo>
                  <a:lnTo>
                    <a:pt x="14333" y="2302"/>
                  </a:lnTo>
                  <a:lnTo>
                    <a:pt x="14417" y="2407"/>
                  </a:lnTo>
                  <a:lnTo>
                    <a:pt x="14417" y="2533"/>
                  </a:lnTo>
                  <a:lnTo>
                    <a:pt x="14438" y="2616"/>
                  </a:lnTo>
                  <a:lnTo>
                    <a:pt x="14543" y="2700"/>
                  </a:lnTo>
                  <a:lnTo>
                    <a:pt x="14626" y="2700"/>
                  </a:lnTo>
                  <a:lnTo>
                    <a:pt x="14710" y="2784"/>
                  </a:lnTo>
                  <a:lnTo>
                    <a:pt x="14836" y="2846"/>
                  </a:lnTo>
                  <a:lnTo>
                    <a:pt x="14836" y="2909"/>
                  </a:lnTo>
                  <a:lnTo>
                    <a:pt x="14856" y="2993"/>
                  </a:lnTo>
                  <a:lnTo>
                    <a:pt x="14731" y="2888"/>
                  </a:lnTo>
                  <a:lnTo>
                    <a:pt x="14584" y="2805"/>
                  </a:lnTo>
                  <a:lnTo>
                    <a:pt x="14417" y="2805"/>
                  </a:lnTo>
                  <a:lnTo>
                    <a:pt x="14333" y="2742"/>
                  </a:lnTo>
                  <a:lnTo>
                    <a:pt x="14312" y="2679"/>
                  </a:lnTo>
                  <a:lnTo>
                    <a:pt x="14312" y="2533"/>
                  </a:lnTo>
                  <a:lnTo>
                    <a:pt x="14271" y="2323"/>
                  </a:lnTo>
                  <a:lnTo>
                    <a:pt x="14312" y="2219"/>
                  </a:lnTo>
                  <a:lnTo>
                    <a:pt x="14312" y="2114"/>
                  </a:lnTo>
                  <a:lnTo>
                    <a:pt x="14208" y="2009"/>
                  </a:lnTo>
                  <a:lnTo>
                    <a:pt x="14208" y="1926"/>
                  </a:lnTo>
                  <a:lnTo>
                    <a:pt x="14166" y="1779"/>
                  </a:lnTo>
                  <a:lnTo>
                    <a:pt x="14103" y="1737"/>
                  </a:lnTo>
                  <a:lnTo>
                    <a:pt x="14020" y="1696"/>
                  </a:lnTo>
                  <a:lnTo>
                    <a:pt x="13957" y="1654"/>
                  </a:lnTo>
                  <a:lnTo>
                    <a:pt x="13852" y="1633"/>
                  </a:lnTo>
                  <a:lnTo>
                    <a:pt x="13748" y="1675"/>
                  </a:lnTo>
                  <a:lnTo>
                    <a:pt x="13601" y="1696"/>
                  </a:lnTo>
                  <a:lnTo>
                    <a:pt x="13538" y="1675"/>
                  </a:lnTo>
                  <a:lnTo>
                    <a:pt x="13476" y="1675"/>
                  </a:lnTo>
                  <a:lnTo>
                    <a:pt x="13434" y="1863"/>
                  </a:lnTo>
                  <a:lnTo>
                    <a:pt x="13476" y="1905"/>
                  </a:lnTo>
                  <a:lnTo>
                    <a:pt x="13476" y="2009"/>
                  </a:lnTo>
                  <a:lnTo>
                    <a:pt x="13434" y="2072"/>
                  </a:lnTo>
                  <a:lnTo>
                    <a:pt x="13266" y="1989"/>
                  </a:lnTo>
                  <a:lnTo>
                    <a:pt x="13078" y="1779"/>
                  </a:lnTo>
                  <a:lnTo>
                    <a:pt x="13036" y="1779"/>
                  </a:lnTo>
                  <a:lnTo>
                    <a:pt x="12973" y="1821"/>
                  </a:lnTo>
                  <a:lnTo>
                    <a:pt x="12931" y="1821"/>
                  </a:lnTo>
                  <a:lnTo>
                    <a:pt x="12869" y="1758"/>
                  </a:lnTo>
                  <a:lnTo>
                    <a:pt x="12701" y="1717"/>
                  </a:lnTo>
                  <a:lnTo>
                    <a:pt x="12639" y="1779"/>
                  </a:lnTo>
                  <a:lnTo>
                    <a:pt x="12639" y="1884"/>
                  </a:lnTo>
                  <a:lnTo>
                    <a:pt x="12701" y="2009"/>
                  </a:lnTo>
                  <a:lnTo>
                    <a:pt x="12639" y="2093"/>
                  </a:lnTo>
                  <a:lnTo>
                    <a:pt x="12701" y="2198"/>
                  </a:lnTo>
                  <a:lnTo>
                    <a:pt x="12743" y="2344"/>
                  </a:lnTo>
                  <a:lnTo>
                    <a:pt x="12722" y="2491"/>
                  </a:lnTo>
                  <a:lnTo>
                    <a:pt x="12743" y="2533"/>
                  </a:lnTo>
                  <a:lnTo>
                    <a:pt x="12764" y="2700"/>
                  </a:lnTo>
                  <a:lnTo>
                    <a:pt x="12743" y="2742"/>
                  </a:lnTo>
                  <a:lnTo>
                    <a:pt x="12743" y="2846"/>
                  </a:lnTo>
                  <a:lnTo>
                    <a:pt x="12827" y="3014"/>
                  </a:lnTo>
                  <a:lnTo>
                    <a:pt x="12848" y="3118"/>
                  </a:lnTo>
                  <a:lnTo>
                    <a:pt x="12827" y="3265"/>
                  </a:lnTo>
                  <a:lnTo>
                    <a:pt x="12827" y="3349"/>
                  </a:lnTo>
                  <a:lnTo>
                    <a:pt x="12911" y="3453"/>
                  </a:lnTo>
                  <a:lnTo>
                    <a:pt x="12931" y="3579"/>
                  </a:lnTo>
                  <a:lnTo>
                    <a:pt x="12931" y="3662"/>
                  </a:lnTo>
                  <a:lnTo>
                    <a:pt x="13057" y="3767"/>
                  </a:lnTo>
                  <a:lnTo>
                    <a:pt x="13120" y="3851"/>
                  </a:lnTo>
                  <a:lnTo>
                    <a:pt x="13120" y="3955"/>
                  </a:lnTo>
                  <a:lnTo>
                    <a:pt x="13162" y="3997"/>
                  </a:lnTo>
                  <a:lnTo>
                    <a:pt x="13245" y="3997"/>
                  </a:lnTo>
                  <a:lnTo>
                    <a:pt x="13245" y="4060"/>
                  </a:lnTo>
                  <a:lnTo>
                    <a:pt x="13266" y="4123"/>
                  </a:lnTo>
                  <a:lnTo>
                    <a:pt x="13371" y="4186"/>
                  </a:lnTo>
                  <a:lnTo>
                    <a:pt x="13392" y="4206"/>
                  </a:lnTo>
                  <a:lnTo>
                    <a:pt x="13371" y="4227"/>
                  </a:lnTo>
                  <a:lnTo>
                    <a:pt x="13266" y="4227"/>
                  </a:lnTo>
                  <a:lnTo>
                    <a:pt x="13224" y="4206"/>
                  </a:lnTo>
                  <a:lnTo>
                    <a:pt x="13141" y="4206"/>
                  </a:lnTo>
                  <a:lnTo>
                    <a:pt x="13078" y="4165"/>
                  </a:lnTo>
                  <a:lnTo>
                    <a:pt x="13078" y="4081"/>
                  </a:lnTo>
                  <a:lnTo>
                    <a:pt x="13057" y="4018"/>
                  </a:lnTo>
                  <a:lnTo>
                    <a:pt x="12973" y="3997"/>
                  </a:lnTo>
                  <a:lnTo>
                    <a:pt x="12911" y="4018"/>
                  </a:lnTo>
                  <a:lnTo>
                    <a:pt x="12848" y="4018"/>
                  </a:lnTo>
                  <a:lnTo>
                    <a:pt x="12827" y="3976"/>
                  </a:lnTo>
                  <a:lnTo>
                    <a:pt x="12827" y="3872"/>
                  </a:lnTo>
                  <a:lnTo>
                    <a:pt x="12806" y="3851"/>
                  </a:lnTo>
                  <a:lnTo>
                    <a:pt x="12743" y="3893"/>
                  </a:lnTo>
                  <a:lnTo>
                    <a:pt x="12659" y="4060"/>
                  </a:lnTo>
                  <a:lnTo>
                    <a:pt x="12534" y="4102"/>
                  </a:lnTo>
                  <a:lnTo>
                    <a:pt x="12450" y="4102"/>
                  </a:lnTo>
                  <a:lnTo>
                    <a:pt x="12325" y="3997"/>
                  </a:lnTo>
                  <a:lnTo>
                    <a:pt x="12220" y="3997"/>
                  </a:lnTo>
                  <a:lnTo>
                    <a:pt x="12178" y="3914"/>
                  </a:lnTo>
                  <a:lnTo>
                    <a:pt x="12178" y="3809"/>
                  </a:lnTo>
                  <a:lnTo>
                    <a:pt x="12199" y="3683"/>
                  </a:lnTo>
                  <a:lnTo>
                    <a:pt x="12115" y="3495"/>
                  </a:lnTo>
                  <a:lnTo>
                    <a:pt x="12074" y="3453"/>
                  </a:lnTo>
                  <a:lnTo>
                    <a:pt x="12032" y="3328"/>
                  </a:lnTo>
                  <a:lnTo>
                    <a:pt x="12032" y="3244"/>
                  </a:lnTo>
                  <a:lnTo>
                    <a:pt x="12095" y="3181"/>
                  </a:lnTo>
                  <a:lnTo>
                    <a:pt x="12115" y="3139"/>
                  </a:lnTo>
                  <a:lnTo>
                    <a:pt x="12095" y="2867"/>
                  </a:lnTo>
                  <a:lnTo>
                    <a:pt x="12011" y="2742"/>
                  </a:lnTo>
                  <a:lnTo>
                    <a:pt x="11906" y="2595"/>
                  </a:lnTo>
                  <a:lnTo>
                    <a:pt x="11906" y="2491"/>
                  </a:lnTo>
                  <a:lnTo>
                    <a:pt x="11802" y="2240"/>
                  </a:lnTo>
                  <a:lnTo>
                    <a:pt x="11760" y="2135"/>
                  </a:lnTo>
                  <a:lnTo>
                    <a:pt x="11676" y="2093"/>
                  </a:lnTo>
                  <a:lnTo>
                    <a:pt x="11655" y="2009"/>
                  </a:lnTo>
                  <a:lnTo>
                    <a:pt x="11571" y="1989"/>
                  </a:lnTo>
                  <a:lnTo>
                    <a:pt x="11467" y="1968"/>
                  </a:lnTo>
                  <a:lnTo>
                    <a:pt x="11383" y="1905"/>
                  </a:lnTo>
                  <a:lnTo>
                    <a:pt x="11279" y="1926"/>
                  </a:lnTo>
                  <a:lnTo>
                    <a:pt x="11237" y="1989"/>
                  </a:lnTo>
                  <a:lnTo>
                    <a:pt x="11237" y="2114"/>
                  </a:lnTo>
                  <a:lnTo>
                    <a:pt x="11195" y="2177"/>
                  </a:lnTo>
                  <a:lnTo>
                    <a:pt x="11237" y="2240"/>
                  </a:lnTo>
                  <a:lnTo>
                    <a:pt x="11195" y="2323"/>
                  </a:lnTo>
                  <a:lnTo>
                    <a:pt x="11132" y="2533"/>
                  </a:lnTo>
                  <a:lnTo>
                    <a:pt x="11132" y="2658"/>
                  </a:lnTo>
                  <a:lnTo>
                    <a:pt x="11153" y="2825"/>
                  </a:lnTo>
                  <a:lnTo>
                    <a:pt x="11195" y="2867"/>
                  </a:lnTo>
                  <a:lnTo>
                    <a:pt x="11174" y="3035"/>
                  </a:lnTo>
                  <a:lnTo>
                    <a:pt x="11132" y="3181"/>
                  </a:lnTo>
                  <a:lnTo>
                    <a:pt x="11153" y="3286"/>
                  </a:lnTo>
                  <a:lnTo>
                    <a:pt x="11153" y="3495"/>
                  </a:lnTo>
                  <a:lnTo>
                    <a:pt x="11090" y="3537"/>
                  </a:lnTo>
                  <a:lnTo>
                    <a:pt x="11048" y="3474"/>
                  </a:lnTo>
                  <a:lnTo>
                    <a:pt x="10986" y="3453"/>
                  </a:lnTo>
                  <a:lnTo>
                    <a:pt x="10944" y="3495"/>
                  </a:lnTo>
                  <a:lnTo>
                    <a:pt x="10860" y="3474"/>
                  </a:lnTo>
                  <a:lnTo>
                    <a:pt x="10839" y="3453"/>
                  </a:lnTo>
                  <a:lnTo>
                    <a:pt x="10755" y="3432"/>
                  </a:lnTo>
                  <a:lnTo>
                    <a:pt x="10630" y="3390"/>
                  </a:lnTo>
                  <a:lnTo>
                    <a:pt x="10546" y="3328"/>
                  </a:lnTo>
                  <a:lnTo>
                    <a:pt x="10504" y="3328"/>
                  </a:lnTo>
                  <a:lnTo>
                    <a:pt x="10462" y="3349"/>
                  </a:lnTo>
                  <a:lnTo>
                    <a:pt x="10504" y="3432"/>
                  </a:lnTo>
                  <a:lnTo>
                    <a:pt x="10567" y="3495"/>
                  </a:lnTo>
                  <a:lnTo>
                    <a:pt x="10567" y="3558"/>
                  </a:lnTo>
                  <a:lnTo>
                    <a:pt x="10546" y="3600"/>
                  </a:lnTo>
                  <a:lnTo>
                    <a:pt x="10525" y="3662"/>
                  </a:lnTo>
                  <a:lnTo>
                    <a:pt x="10462" y="3662"/>
                  </a:lnTo>
                  <a:lnTo>
                    <a:pt x="10442" y="3641"/>
                  </a:lnTo>
                  <a:lnTo>
                    <a:pt x="10358" y="3641"/>
                  </a:lnTo>
                  <a:lnTo>
                    <a:pt x="10316" y="3579"/>
                  </a:lnTo>
                  <a:lnTo>
                    <a:pt x="10316" y="3432"/>
                  </a:lnTo>
                  <a:lnTo>
                    <a:pt x="10232" y="3286"/>
                  </a:lnTo>
                  <a:lnTo>
                    <a:pt x="10211" y="3160"/>
                  </a:lnTo>
                  <a:lnTo>
                    <a:pt x="10190" y="3056"/>
                  </a:lnTo>
                  <a:lnTo>
                    <a:pt x="10107" y="2972"/>
                  </a:lnTo>
                  <a:lnTo>
                    <a:pt x="10107" y="2909"/>
                  </a:lnTo>
                  <a:lnTo>
                    <a:pt x="10044" y="2825"/>
                  </a:lnTo>
                  <a:lnTo>
                    <a:pt x="9981" y="2909"/>
                  </a:lnTo>
                  <a:lnTo>
                    <a:pt x="10023" y="2993"/>
                  </a:lnTo>
                  <a:lnTo>
                    <a:pt x="9981" y="3035"/>
                  </a:lnTo>
                  <a:lnTo>
                    <a:pt x="9981" y="3118"/>
                  </a:lnTo>
                  <a:lnTo>
                    <a:pt x="9939" y="3202"/>
                  </a:lnTo>
                  <a:lnTo>
                    <a:pt x="9898" y="3244"/>
                  </a:lnTo>
                  <a:lnTo>
                    <a:pt x="9814" y="3265"/>
                  </a:lnTo>
                  <a:lnTo>
                    <a:pt x="9772" y="3369"/>
                  </a:lnTo>
                  <a:lnTo>
                    <a:pt x="9667" y="3537"/>
                  </a:lnTo>
                  <a:lnTo>
                    <a:pt x="9584" y="3621"/>
                  </a:lnTo>
                  <a:lnTo>
                    <a:pt x="9584" y="3662"/>
                  </a:lnTo>
                  <a:lnTo>
                    <a:pt x="9521" y="3725"/>
                  </a:lnTo>
                  <a:lnTo>
                    <a:pt x="9458" y="3851"/>
                  </a:lnTo>
                  <a:lnTo>
                    <a:pt x="9395" y="3851"/>
                  </a:lnTo>
                  <a:lnTo>
                    <a:pt x="9374" y="3788"/>
                  </a:lnTo>
                  <a:lnTo>
                    <a:pt x="9395" y="3683"/>
                  </a:lnTo>
                  <a:lnTo>
                    <a:pt x="9479" y="3579"/>
                  </a:lnTo>
                  <a:lnTo>
                    <a:pt x="9500" y="3474"/>
                  </a:lnTo>
                  <a:lnTo>
                    <a:pt x="9563" y="3432"/>
                  </a:lnTo>
                  <a:lnTo>
                    <a:pt x="9667" y="3369"/>
                  </a:lnTo>
                  <a:lnTo>
                    <a:pt x="9709" y="3244"/>
                  </a:lnTo>
                  <a:lnTo>
                    <a:pt x="9793" y="3160"/>
                  </a:lnTo>
                  <a:lnTo>
                    <a:pt x="9814" y="3077"/>
                  </a:lnTo>
                  <a:lnTo>
                    <a:pt x="9814" y="3035"/>
                  </a:lnTo>
                  <a:lnTo>
                    <a:pt x="9772" y="2993"/>
                  </a:lnTo>
                  <a:lnTo>
                    <a:pt x="9793" y="2930"/>
                  </a:lnTo>
                  <a:lnTo>
                    <a:pt x="9877" y="2909"/>
                  </a:lnTo>
                  <a:lnTo>
                    <a:pt x="9898" y="2825"/>
                  </a:lnTo>
                  <a:lnTo>
                    <a:pt x="9898" y="2742"/>
                  </a:lnTo>
                  <a:lnTo>
                    <a:pt x="9939" y="2637"/>
                  </a:lnTo>
                  <a:lnTo>
                    <a:pt x="10023" y="2470"/>
                  </a:lnTo>
                  <a:lnTo>
                    <a:pt x="10023" y="2365"/>
                  </a:lnTo>
                  <a:lnTo>
                    <a:pt x="10086" y="2198"/>
                  </a:lnTo>
                  <a:lnTo>
                    <a:pt x="10107" y="1947"/>
                  </a:lnTo>
                  <a:lnTo>
                    <a:pt x="10086" y="1863"/>
                  </a:lnTo>
                  <a:lnTo>
                    <a:pt x="9918" y="1842"/>
                  </a:lnTo>
                  <a:lnTo>
                    <a:pt x="9814" y="1863"/>
                  </a:lnTo>
                  <a:lnTo>
                    <a:pt x="9709" y="1947"/>
                  </a:lnTo>
                  <a:lnTo>
                    <a:pt x="9605" y="1884"/>
                  </a:lnTo>
                  <a:lnTo>
                    <a:pt x="9521" y="1863"/>
                  </a:lnTo>
                  <a:lnTo>
                    <a:pt x="9479" y="1884"/>
                  </a:lnTo>
                  <a:lnTo>
                    <a:pt x="9500" y="1968"/>
                  </a:lnTo>
                  <a:lnTo>
                    <a:pt x="9584" y="2051"/>
                  </a:lnTo>
                  <a:lnTo>
                    <a:pt x="9584" y="2198"/>
                  </a:lnTo>
                  <a:lnTo>
                    <a:pt x="9563" y="2281"/>
                  </a:lnTo>
                  <a:lnTo>
                    <a:pt x="9500" y="2219"/>
                  </a:lnTo>
                  <a:lnTo>
                    <a:pt x="9479" y="2093"/>
                  </a:lnTo>
                  <a:lnTo>
                    <a:pt x="9395" y="2009"/>
                  </a:lnTo>
                  <a:lnTo>
                    <a:pt x="9312" y="1989"/>
                  </a:lnTo>
                  <a:lnTo>
                    <a:pt x="9165" y="2114"/>
                  </a:lnTo>
                  <a:lnTo>
                    <a:pt x="9165" y="2219"/>
                  </a:lnTo>
                  <a:lnTo>
                    <a:pt x="9207" y="2302"/>
                  </a:lnTo>
                  <a:lnTo>
                    <a:pt x="9165" y="2386"/>
                  </a:lnTo>
                  <a:lnTo>
                    <a:pt x="9061" y="2386"/>
                  </a:lnTo>
                  <a:lnTo>
                    <a:pt x="9061" y="2323"/>
                  </a:lnTo>
                  <a:lnTo>
                    <a:pt x="9061" y="2219"/>
                  </a:lnTo>
                  <a:lnTo>
                    <a:pt x="9040" y="2114"/>
                  </a:lnTo>
                  <a:lnTo>
                    <a:pt x="8956" y="2072"/>
                  </a:lnTo>
                  <a:lnTo>
                    <a:pt x="8747" y="2072"/>
                  </a:lnTo>
                  <a:lnTo>
                    <a:pt x="8538" y="2156"/>
                  </a:lnTo>
                  <a:lnTo>
                    <a:pt x="8307" y="2156"/>
                  </a:lnTo>
                  <a:lnTo>
                    <a:pt x="8140" y="2093"/>
                  </a:lnTo>
                  <a:lnTo>
                    <a:pt x="8056" y="2093"/>
                  </a:lnTo>
                  <a:lnTo>
                    <a:pt x="7994" y="2114"/>
                  </a:lnTo>
                  <a:lnTo>
                    <a:pt x="7910" y="2093"/>
                  </a:lnTo>
                  <a:lnTo>
                    <a:pt x="7805" y="2093"/>
                  </a:lnTo>
                  <a:lnTo>
                    <a:pt x="7701" y="2177"/>
                  </a:lnTo>
                  <a:lnTo>
                    <a:pt x="7680" y="2219"/>
                  </a:lnTo>
                  <a:lnTo>
                    <a:pt x="7722" y="2302"/>
                  </a:lnTo>
                  <a:lnTo>
                    <a:pt x="7722" y="2386"/>
                  </a:lnTo>
                  <a:lnTo>
                    <a:pt x="7784" y="2491"/>
                  </a:lnTo>
                  <a:lnTo>
                    <a:pt x="7805" y="2533"/>
                  </a:lnTo>
                  <a:lnTo>
                    <a:pt x="7784" y="2616"/>
                  </a:lnTo>
                  <a:lnTo>
                    <a:pt x="7722" y="2784"/>
                  </a:lnTo>
                  <a:lnTo>
                    <a:pt x="7742" y="2930"/>
                  </a:lnTo>
                  <a:lnTo>
                    <a:pt x="7889" y="3118"/>
                  </a:lnTo>
                  <a:lnTo>
                    <a:pt x="7889" y="3223"/>
                  </a:lnTo>
                  <a:lnTo>
                    <a:pt x="7910" y="3432"/>
                  </a:lnTo>
                  <a:lnTo>
                    <a:pt x="7889" y="3453"/>
                  </a:lnTo>
                  <a:lnTo>
                    <a:pt x="7826" y="3411"/>
                  </a:lnTo>
                  <a:lnTo>
                    <a:pt x="7784" y="3307"/>
                  </a:lnTo>
                  <a:lnTo>
                    <a:pt x="7638" y="3160"/>
                  </a:lnTo>
                  <a:lnTo>
                    <a:pt x="7596" y="3118"/>
                  </a:lnTo>
                  <a:lnTo>
                    <a:pt x="7596" y="2909"/>
                  </a:lnTo>
                  <a:lnTo>
                    <a:pt x="7617" y="2700"/>
                  </a:lnTo>
                  <a:lnTo>
                    <a:pt x="7617" y="2595"/>
                  </a:lnTo>
                  <a:lnTo>
                    <a:pt x="7512" y="2428"/>
                  </a:lnTo>
                  <a:lnTo>
                    <a:pt x="7512" y="2323"/>
                  </a:lnTo>
                  <a:lnTo>
                    <a:pt x="7491" y="2281"/>
                  </a:lnTo>
                  <a:lnTo>
                    <a:pt x="7429" y="2261"/>
                  </a:lnTo>
                  <a:lnTo>
                    <a:pt x="7303" y="2302"/>
                  </a:lnTo>
                  <a:lnTo>
                    <a:pt x="7177" y="2386"/>
                  </a:lnTo>
                  <a:lnTo>
                    <a:pt x="7010" y="2407"/>
                  </a:lnTo>
                  <a:lnTo>
                    <a:pt x="6947" y="2470"/>
                  </a:lnTo>
                  <a:lnTo>
                    <a:pt x="6905" y="2595"/>
                  </a:lnTo>
                  <a:lnTo>
                    <a:pt x="6947" y="2700"/>
                  </a:lnTo>
                  <a:lnTo>
                    <a:pt x="6905" y="2825"/>
                  </a:lnTo>
                  <a:lnTo>
                    <a:pt x="6843" y="2930"/>
                  </a:lnTo>
                  <a:lnTo>
                    <a:pt x="6801" y="2993"/>
                  </a:lnTo>
                  <a:lnTo>
                    <a:pt x="6843" y="3035"/>
                  </a:lnTo>
                  <a:lnTo>
                    <a:pt x="6885" y="3035"/>
                  </a:lnTo>
                  <a:lnTo>
                    <a:pt x="6947" y="3056"/>
                  </a:lnTo>
                  <a:lnTo>
                    <a:pt x="6947" y="3202"/>
                  </a:lnTo>
                  <a:lnTo>
                    <a:pt x="6885" y="3307"/>
                  </a:lnTo>
                  <a:lnTo>
                    <a:pt x="6738" y="3411"/>
                  </a:lnTo>
                  <a:lnTo>
                    <a:pt x="6633" y="3411"/>
                  </a:lnTo>
                  <a:lnTo>
                    <a:pt x="6592" y="3453"/>
                  </a:lnTo>
                  <a:lnTo>
                    <a:pt x="6571" y="3558"/>
                  </a:lnTo>
                  <a:lnTo>
                    <a:pt x="6529" y="3621"/>
                  </a:lnTo>
                  <a:lnTo>
                    <a:pt x="6487" y="3683"/>
                  </a:lnTo>
                  <a:lnTo>
                    <a:pt x="6529" y="3767"/>
                  </a:lnTo>
                  <a:lnTo>
                    <a:pt x="6487" y="3830"/>
                  </a:lnTo>
                  <a:lnTo>
                    <a:pt x="6424" y="3830"/>
                  </a:lnTo>
                  <a:lnTo>
                    <a:pt x="6382" y="3851"/>
                  </a:lnTo>
                  <a:lnTo>
                    <a:pt x="6236" y="3872"/>
                  </a:lnTo>
                  <a:lnTo>
                    <a:pt x="6131" y="3830"/>
                  </a:lnTo>
                  <a:lnTo>
                    <a:pt x="6089" y="3767"/>
                  </a:lnTo>
                  <a:lnTo>
                    <a:pt x="6089" y="3683"/>
                  </a:lnTo>
                  <a:lnTo>
                    <a:pt x="6048" y="3662"/>
                  </a:lnTo>
                  <a:lnTo>
                    <a:pt x="5985" y="3662"/>
                  </a:lnTo>
                  <a:lnTo>
                    <a:pt x="5964" y="3621"/>
                  </a:lnTo>
                  <a:lnTo>
                    <a:pt x="5943" y="3537"/>
                  </a:lnTo>
                  <a:lnTo>
                    <a:pt x="5838" y="3537"/>
                  </a:lnTo>
                  <a:lnTo>
                    <a:pt x="5797" y="3579"/>
                  </a:lnTo>
                  <a:lnTo>
                    <a:pt x="5755" y="3641"/>
                  </a:lnTo>
                  <a:lnTo>
                    <a:pt x="5671" y="3641"/>
                  </a:lnTo>
                  <a:lnTo>
                    <a:pt x="5629" y="3662"/>
                  </a:lnTo>
                  <a:lnTo>
                    <a:pt x="5629" y="3830"/>
                  </a:lnTo>
                  <a:lnTo>
                    <a:pt x="5608" y="3893"/>
                  </a:lnTo>
                  <a:lnTo>
                    <a:pt x="5608" y="3997"/>
                  </a:lnTo>
                  <a:lnTo>
                    <a:pt x="5650" y="4165"/>
                  </a:lnTo>
                  <a:lnTo>
                    <a:pt x="5629" y="4353"/>
                  </a:lnTo>
                  <a:lnTo>
                    <a:pt x="5566" y="4416"/>
                  </a:lnTo>
                  <a:lnTo>
                    <a:pt x="5525" y="4416"/>
                  </a:lnTo>
                  <a:lnTo>
                    <a:pt x="5545" y="4206"/>
                  </a:lnTo>
                  <a:lnTo>
                    <a:pt x="5545" y="4060"/>
                  </a:lnTo>
                  <a:lnTo>
                    <a:pt x="5525" y="3976"/>
                  </a:lnTo>
                  <a:lnTo>
                    <a:pt x="5525" y="3767"/>
                  </a:lnTo>
                  <a:lnTo>
                    <a:pt x="5504" y="3662"/>
                  </a:lnTo>
                  <a:lnTo>
                    <a:pt x="5462" y="3641"/>
                  </a:lnTo>
                  <a:lnTo>
                    <a:pt x="5420" y="3662"/>
                  </a:lnTo>
                  <a:lnTo>
                    <a:pt x="5336" y="3662"/>
                  </a:lnTo>
                  <a:lnTo>
                    <a:pt x="5253" y="3767"/>
                  </a:lnTo>
                  <a:lnTo>
                    <a:pt x="5190" y="3788"/>
                  </a:lnTo>
                  <a:lnTo>
                    <a:pt x="5085" y="3872"/>
                  </a:lnTo>
                  <a:lnTo>
                    <a:pt x="5043" y="3955"/>
                  </a:lnTo>
                  <a:lnTo>
                    <a:pt x="5043" y="4039"/>
                  </a:lnTo>
                  <a:lnTo>
                    <a:pt x="4918" y="4186"/>
                  </a:lnTo>
                  <a:lnTo>
                    <a:pt x="4876" y="4206"/>
                  </a:lnTo>
                  <a:lnTo>
                    <a:pt x="4834" y="4165"/>
                  </a:lnTo>
                  <a:lnTo>
                    <a:pt x="4729" y="4165"/>
                  </a:lnTo>
                  <a:lnTo>
                    <a:pt x="4688" y="4186"/>
                  </a:lnTo>
                  <a:lnTo>
                    <a:pt x="4688" y="4248"/>
                  </a:lnTo>
                  <a:lnTo>
                    <a:pt x="4771" y="4269"/>
                  </a:lnTo>
                  <a:lnTo>
                    <a:pt x="4792" y="4290"/>
                  </a:lnTo>
                  <a:lnTo>
                    <a:pt x="4709" y="4311"/>
                  </a:lnTo>
                  <a:lnTo>
                    <a:pt x="4562" y="4311"/>
                  </a:lnTo>
                  <a:lnTo>
                    <a:pt x="4478" y="4353"/>
                  </a:lnTo>
                  <a:lnTo>
                    <a:pt x="4416" y="4416"/>
                  </a:lnTo>
                  <a:lnTo>
                    <a:pt x="4248" y="4478"/>
                  </a:lnTo>
                  <a:lnTo>
                    <a:pt x="4248" y="4520"/>
                  </a:lnTo>
                  <a:lnTo>
                    <a:pt x="4185" y="4583"/>
                  </a:lnTo>
                  <a:lnTo>
                    <a:pt x="4081" y="4625"/>
                  </a:lnTo>
                  <a:lnTo>
                    <a:pt x="3997" y="4625"/>
                  </a:lnTo>
                  <a:lnTo>
                    <a:pt x="3976" y="4688"/>
                  </a:lnTo>
                  <a:lnTo>
                    <a:pt x="3976" y="4771"/>
                  </a:lnTo>
                  <a:lnTo>
                    <a:pt x="4039" y="4813"/>
                  </a:lnTo>
                  <a:lnTo>
                    <a:pt x="3997" y="4876"/>
                  </a:lnTo>
                  <a:lnTo>
                    <a:pt x="3955" y="4897"/>
                  </a:lnTo>
                  <a:lnTo>
                    <a:pt x="3892" y="4939"/>
                  </a:lnTo>
                  <a:lnTo>
                    <a:pt x="3851" y="5022"/>
                  </a:lnTo>
                  <a:lnTo>
                    <a:pt x="3767" y="5043"/>
                  </a:lnTo>
                  <a:lnTo>
                    <a:pt x="3746" y="5127"/>
                  </a:lnTo>
                  <a:lnTo>
                    <a:pt x="3746" y="5169"/>
                  </a:lnTo>
                  <a:lnTo>
                    <a:pt x="3767" y="5211"/>
                  </a:lnTo>
                  <a:lnTo>
                    <a:pt x="3767" y="5294"/>
                  </a:lnTo>
                  <a:lnTo>
                    <a:pt x="3767" y="5336"/>
                  </a:lnTo>
                  <a:lnTo>
                    <a:pt x="3830" y="5357"/>
                  </a:lnTo>
                  <a:lnTo>
                    <a:pt x="3892" y="5357"/>
                  </a:lnTo>
                  <a:lnTo>
                    <a:pt x="3976" y="5420"/>
                  </a:lnTo>
                  <a:lnTo>
                    <a:pt x="4039" y="5420"/>
                  </a:lnTo>
                  <a:lnTo>
                    <a:pt x="4081" y="5357"/>
                  </a:lnTo>
                  <a:lnTo>
                    <a:pt x="4144" y="5357"/>
                  </a:lnTo>
                  <a:lnTo>
                    <a:pt x="4248" y="5441"/>
                  </a:lnTo>
                  <a:lnTo>
                    <a:pt x="4269" y="5525"/>
                  </a:lnTo>
                  <a:lnTo>
                    <a:pt x="4353" y="5525"/>
                  </a:lnTo>
                  <a:lnTo>
                    <a:pt x="4457" y="5441"/>
                  </a:lnTo>
                  <a:lnTo>
                    <a:pt x="4499" y="5441"/>
                  </a:lnTo>
                  <a:lnTo>
                    <a:pt x="4604" y="5462"/>
                  </a:lnTo>
                  <a:lnTo>
                    <a:pt x="4792" y="5462"/>
                  </a:lnTo>
                  <a:lnTo>
                    <a:pt x="4834" y="5441"/>
                  </a:lnTo>
                  <a:lnTo>
                    <a:pt x="4834" y="5336"/>
                  </a:lnTo>
                  <a:lnTo>
                    <a:pt x="4918" y="5253"/>
                  </a:lnTo>
                  <a:lnTo>
                    <a:pt x="4939" y="5253"/>
                  </a:lnTo>
                  <a:lnTo>
                    <a:pt x="4939" y="5357"/>
                  </a:lnTo>
                  <a:lnTo>
                    <a:pt x="4981" y="5378"/>
                  </a:lnTo>
                  <a:lnTo>
                    <a:pt x="4939" y="5441"/>
                  </a:lnTo>
                  <a:lnTo>
                    <a:pt x="4813" y="5483"/>
                  </a:lnTo>
                  <a:lnTo>
                    <a:pt x="4709" y="5566"/>
                  </a:lnTo>
                  <a:lnTo>
                    <a:pt x="4562" y="5546"/>
                  </a:lnTo>
                  <a:lnTo>
                    <a:pt x="4457" y="5566"/>
                  </a:lnTo>
                  <a:lnTo>
                    <a:pt x="4416" y="5629"/>
                  </a:lnTo>
                  <a:lnTo>
                    <a:pt x="4416" y="5671"/>
                  </a:lnTo>
                  <a:lnTo>
                    <a:pt x="4520" y="5755"/>
                  </a:lnTo>
                  <a:lnTo>
                    <a:pt x="4667" y="5755"/>
                  </a:lnTo>
                  <a:lnTo>
                    <a:pt x="4688" y="5776"/>
                  </a:lnTo>
                  <a:lnTo>
                    <a:pt x="4667" y="5859"/>
                  </a:lnTo>
                  <a:lnTo>
                    <a:pt x="4520" y="5943"/>
                  </a:lnTo>
                  <a:lnTo>
                    <a:pt x="4290" y="5943"/>
                  </a:lnTo>
                  <a:lnTo>
                    <a:pt x="4206" y="6048"/>
                  </a:lnTo>
                  <a:lnTo>
                    <a:pt x="4206" y="6152"/>
                  </a:lnTo>
                  <a:lnTo>
                    <a:pt x="4290" y="6194"/>
                  </a:lnTo>
                  <a:lnTo>
                    <a:pt x="4269" y="6299"/>
                  </a:lnTo>
                  <a:lnTo>
                    <a:pt x="4185" y="6320"/>
                  </a:lnTo>
                  <a:lnTo>
                    <a:pt x="4081" y="6487"/>
                  </a:lnTo>
                  <a:lnTo>
                    <a:pt x="4039" y="6571"/>
                  </a:lnTo>
                  <a:lnTo>
                    <a:pt x="3892" y="6613"/>
                  </a:lnTo>
                  <a:lnTo>
                    <a:pt x="3788" y="6738"/>
                  </a:lnTo>
                  <a:lnTo>
                    <a:pt x="3725" y="6843"/>
                  </a:lnTo>
                  <a:lnTo>
                    <a:pt x="3620" y="6947"/>
                  </a:lnTo>
                  <a:lnTo>
                    <a:pt x="3620" y="7010"/>
                  </a:lnTo>
                  <a:lnTo>
                    <a:pt x="3537" y="7031"/>
                  </a:lnTo>
                  <a:lnTo>
                    <a:pt x="3453" y="7031"/>
                  </a:lnTo>
                  <a:lnTo>
                    <a:pt x="3348" y="6947"/>
                  </a:lnTo>
                  <a:lnTo>
                    <a:pt x="3307" y="6906"/>
                  </a:lnTo>
                  <a:lnTo>
                    <a:pt x="3202" y="6885"/>
                  </a:lnTo>
                  <a:lnTo>
                    <a:pt x="3139" y="6822"/>
                  </a:lnTo>
                  <a:lnTo>
                    <a:pt x="3014" y="6801"/>
                  </a:lnTo>
                  <a:lnTo>
                    <a:pt x="2888" y="6822"/>
                  </a:lnTo>
                  <a:lnTo>
                    <a:pt x="2784" y="6885"/>
                  </a:lnTo>
                  <a:lnTo>
                    <a:pt x="2679" y="6843"/>
                  </a:lnTo>
                  <a:lnTo>
                    <a:pt x="2616" y="6822"/>
                  </a:lnTo>
                  <a:lnTo>
                    <a:pt x="2512" y="6843"/>
                  </a:lnTo>
                  <a:lnTo>
                    <a:pt x="2344" y="6843"/>
                  </a:lnTo>
                  <a:lnTo>
                    <a:pt x="2177" y="6927"/>
                  </a:lnTo>
                  <a:lnTo>
                    <a:pt x="2156" y="7010"/>
                  </a:lnTo>
                  <a:lnTo>
                    <a:pt x="2198" y="7052"/>
                  </a:lnTo>
                  <a:lnTo>
                    <a:pt x="2177" y="7115"/>
                  </a:lnTo>
                  <a:lnTo>
                    <a:pt x="2156" y="7052"/>
                  </a:lnTo>
                  <a:lnTo>
                    <a:pt x="2072" y="7052"/>
                  </a:lnTo>
                  <a:lnTo>
                    <a:pt x="1654" y="7157"/>
                  </a:lnTo>
                  <a:lnTo>
                    <a:pt x="1549" y="7157"/>
                  </a:lnTo>
                  <a:lnTo>
                    <a:pt x="1486" y="7199"/>
                  </a:lnTo>
                  <a:lnTo>
                    <a:pt x="1465" y="7199"/>
                  </a:lnTo>
                  <a:lnTo>
                    <a:pt x="1382" y="7157"/>
                  </a:lnTo>
                  <a:lnTo>
                    <a:pt x="1319" y="7219"/>
                  </a:lnTo>
                  <a:lnTo>
                    <a:pt x="1277" y="7261"/>
                  </a:lnTo>
                  <a:lnTo>
                    <a:pt x="1214" y="7303"/>
                  </a:lnTo>
                  <a:lnTo>
                    <a:pt x="1172" y="7261"/>
                  </a:lnTo>
                  <a:lnTo>
                    <a:pt x="1172" y="7240"/>
                  </a:lnTo>
                  <a:lnTo>
                    <a:pt x="1110" y="7219"/>
                  </a:lnTo>
                  <a:lnTo>
                    <a:pt x="1026" y="7219"/>
                  </a:lnTo>
                  <a:lnTo>
                    <a:pt x="942" y="7261"/>
                  </a:lnTo>
                  <a:lnTo>
                    <a:pt x="859" y="7261"/>
                  </a:lnTo>
                  <a:lnTo>
                    <a:pt x="817" y="7240"/>
                  </a:lnTo>
                  <a:lnTo>
                    <a:pt x="733" y="7240"/>
                  </a:lnTo>
                  <a:lnTo>
                    <a:pt x="691" y="7303"/>
                  </a:lnTo>
                  <a:lnTo>
                    <a:pt x="607" y="7324"/>
                  </a:lnTo>
                  <a:lnTo>
                    <a:pt x="607" y="7366"/>
                  </a:lnTo>
                  <a:lnTo>
                    <a:pt x="607" y="7429"/>
                  </a:lnTo>
                  <a:lnTo>
                    <a:pt x="419" y="7512"/>
                  </a:lnTo>
                  <a:lnTo>
                    <a:pt x="315" y="7512"/>
                  </a:lnTo>
                  <a:lnTo>
                    <a:pt x="294" y="7554"/>
                  </a:lnTo>
                  <a:lnTo>
                    <a:pt x="335" y="7638"/>
                  </a:lnTo>
                  <a:lnTo>
                    <a:pt x="419" y="7638"/>
                  </a:lnTo>
                  <a:lnTo>
                    <a:pt x="482" y="7659"/>
                  </a:lnTo>
                  <a:lnTo>
                    <a:pt x="482" y="7722"/>
                  </a:lnTo>
                  <a:lnTo>
                    <a:pt x="398" y="7722"/>
                  </a:lnTo>
                  <a:lnTo>
                    <a:pt x="377" y="7680"/>
                  </a:lnTo>
                  <a:lnTo>
                    <a:pt x="335" y="7722"/>
                  </a:lnTo>
                  <a:lnTo>
                    <a:pt x="294" y="7784"/>
                  </a:lnTo>
                  <a:lnTo>
                    <a:pt x="189" y="7847"/>
                  </a:lnTo>
                  <a:lnTo>
                    <a:pt x="105" y="7868"/>
                  </a:lnTo>
                  <a:lnTo>
                    <a:pt x="168" y="7931"/>
                  </a:lnTo>
                  <a:lnTo>
                    <a:pt x="273" y="7973"/>
                  </a:lnTo>
                  <a:lnTo>
                    <a:pt x="315" y="8035"/>
                  </a:lnTo>
                  <a:lnTo>
                    <a:pt x="419" y="8266"/>
                  </a:lnTo>
                  <a:lnTo>
                    <a:pt x="482" y="8307"/>
                  </a:lnTo>
                  <a:lnTo>
                    <a:pt x="587" y="8307"/>
                  </a:lnTo>
                  <a:lnTo>
                    <a:pt x="628" y="8349"/>
                  </a:lnTo>
                  <a:lnTo>
                    <a:pt x="649" y="8391"/>
                  </a:lnTo>
                  <a:lnTo>
                    <a:pt x="607" y="8454"/>
                  </a:lnTo>
                  <a:lnTo>
                    <a:pt x="545" y="8496"/>
                  </a:lnTo>
                  <a:lnTo>
                    <a:pt x="524" y="8559"/>
                  </a:lnTo>
                  <a:lnTo>
                    <a:pt x="587" y="8621"/>
                  </a:lnTo>
                  <a:lnTo>
                    <a:pt x="691" y="8663"/>
                  </a:lnTo>
                  <a:lnTo>
                    <a:pt x="817" y="8621"/>
                  </a:lnTo>
                  <a:lnTo>
                    <a:pt x="921" y="8559"/>
                  </a:lnTo>
                  <a:lnTo>
                    <a:pt x="963" y="8496"/>
                  </a:lnTo>
                  <a:lnTo>
                    <a:pt x="1005" y="8475"/>
                  </a:lnTo>
                  <a:lnTo>
                    <a:pt x="1047" y="8496"/>
                  </a:lnTo>
                  <a:lnTo>
                    <a:pt x="1068" y="8559"/>
                  </a:lnTo>
                  <a:lnTo>
                    <a:pt x="1005" y="8684"/>
                  </a:lnTo>
                  <a:lnTo>
                    <a:pt x="900" y="8726"/>
                  </a:lnTo>
                  <a:lnTo>
                    <a:pt x="796" y="8768"/>
                  </a:lnTo>
                  <a:lnTo>
                    <a:pt x="754" y="8810"/>
                  </a:lnTo>
                  <a:lnTo>
                    <a:pt x="796" y="8893"/>
                  </a:lnTo>
                  <a:lnTo>
                    <a:pt x="900" y="8914"/>
                  </a:lnTo>
                  <a:lnTo>
                    <a:pt x="963" y="8872"/>
                  </a:lnTo>
                  <a:lnTo>
                    <a:pt x="1110" y="8810"/>
                  </a:lnTo>
                  <a:lnTo>
                    <a:pt x="1151" y="8831"/>
                  </a:lnTo>
                  <a:lnTo>
                    <a:pt x="1151" y="8872"/>
                  </a:lnTo>
                  <a:lnTo>
                    <a:pt x="963" y="8935"/>
                  </a:lnTo>
                  <a:lnTo>
                    <a:pt x="838" y="8998"/>
                  </a:lnTo>
                  <a:lnTo>
                    <a:pt x="817" y="9040"/>
                  </a:lnTo>
                  <a:lnTo>
                    <a:pt x="1005" y="9228"/>
                  </a:lnTo>
                  <a:lnTo>
                    <a:pt x="1131" y="9291"/>
                  </a:lnTo>
                  <a:lnTo>
                    <a:pt x="1277" y="9291"/>
                  </a:lnTo>
                  <a:lnTo>
                    <a:pt x="1340" y="9228"/>
                  </a:lnTo>
                  <a:lnTo>
                    <a:pt x="1361" y="9103"/>
                  </a:lnTo>
                  <a:lnTo>
                    <a:pt x="1319" y="9040"/>
                  </a:lnTo>
                  <a:lnTo>
                    <a:pt x="1277" y="8998"/>
                  </a:lnTo>
                  <a:lnTo>
                    <a:pt x="1319" y="8977"/>
                  </a:lnTo>
                  <a:lnTo>
                    <a:pt x="1361" y="8977"/>
                  </a:lnTo>
                  <a:lnTo>
                    <a:pt x="1444" y="9082"/>
                  </a:lnTo>
                  <a:lnTo>
                    <a:pt x="1465" y="9103"/>
                  </a:lnTo>
                  <a:lnTo>
                    <a:pt x="1465" y="9144"/>
                  </a:lnTo>
                  <a:lnTo>
                    <a:pt x="1570" y="9207"/>
                  </a:lnTo>
                  <a:lnTo>
                    <a:pt x="1758" y="9228"/>
                  </a:lnTo>
                  <a:lnTo>
                    <a:pt x="1884" y="9228"/>
                  </a:lnTo>
                  <a:lnTo>
                    <a:pt x="1988" y="9144"/>
                  </a:lnTo>
                  <a:lnTo>
                    <a:pt x="2051" y="9123"/>
                  </a:lnTo>
                  <a:lnTo>
                    <a:pt x="2114" y="9144"/>
                  </a:lnTo>
                  <a:lnTo>
                    <a:pt x="2114" y="9228"/>
                  </a:lnTo>
                  <a:lnTo>
                    <a:pt x="2177" y="9291"/>
                  </a:lnTo>
                  <a:lnTo>
                    <a:pt x="2219" y="9291"/>
                  </a:lnTo>
                  <a:lnTo>
                    <a:pt x="2281" y="9312"/>
                  </a:lnTo>
                  <a:lnTo>
                    <a:pt x="2302" y="9458"/>
                  </a:lnTo>
                  <a:lnTo>
                    <a:pt x="2260" y="9458"/>
                  </a:lnTo>
                  <a:lnTo>
                    <a:pt x="2114" y="9542"/>
                  </a:lnTo>
                  <a:lnTo>
                    <a:pt x="2114" y="9626"/>
                  </a:lnTo>
                  <a:lnTo>
                    <a:pt x="2156" y="9667"/>
                  </a:lnTo>
                  <a:lnTo>
                    <a:pt x="2156" y="9730"/>
                  </a:lnTo>
                  <a:lnTo>
                    <a:pt x="2072" y="9667"/>
                  </a:lnTo>
                  <a:lnTo>
                    <a:pt x="2051" y="9647"/>
                  </a:lnTo>
                  <a:lnTo>
                    <a:pt x="1968" y="9626"/>
                  </a:lnTo>
                  <a:lnTo>
                    <a:pt x="1884" y="9542"/>
                  </a:lnTo>
                  <a:lnTo>
                    <a:pt x="1696" y="9458"/>
                  </a:lnTo>
                  <a:lnTo>
                    <a:pt x="1465" y="9458"/>
                  </a:lnTo>
                  <a:lnTo>
                    <a:pt x="1319" y="9437"/>
                  </a:lnTo>
                  <a:lnTo>
                    <a:pt x="1110" y="9500"/>
                  </a:lnTo>
                  <a:lnTo>
                    <a:pt x="1110" y="9542"/>
                  </a:lnTo>
                  <a:lnTo>
                    <a:pt x="1214" y="9626"/>
                  </a:lnTo>
                  <a:lnTo>
                    <a:pt x="1361" y="9647"/>
                  </a:lnTo>
                  <a:lnTo>
                    <a:pt x="1486" y="9667"/>
                  </a:lnTo>
                  <a:lnTo>
                    <a:pt x="1654" y="9772"/>
                  </a:lnTo>
                  <a:lnTo>
                    <a:pt x="1842" y="9856"/>
                  </a:lnTo>
                  <a:lnTo>
                    <a:pt x="1947" y="9856"/>
                  </a:lnTo>
                  <a:lnTo>
                    <a:pt x="2009" y="9877"/>
                  </a:lnTo>
                  <a:lnTo>
                    <a:pt x="1884" y="9940"/>
                  </a:lnTo>
                  <a:lnTo>
                    <a:pt x="1654" y="9940"/>
                  </a:lnTo>
                  <a:lnTo>
                    <a:pt x="1444" y="9814"/>
                  </a:lnTo>
                  <a:lnTo>
                    <a:pt x="1361" y="9751"/>
                  </a:lnTo>
                  <a:lnTo>
                    <a:pt x="1214" y="9751"/>
                  </a:lnTo>
                  <a:lnTo>
                    <a:pt x="1005" y="9647"/>
                  </a:lnTo>
                  <a:lnTo>
                    <a:pt x="796" y="9647"/>
                  </a:lnTo>
                  <a:lnTo>
                    <a:pt x="649" y="9563"/>
                  </a:lnTo>
                  <a:lnTo>
                    <a:pt x="482" y="9521"/>
                  </a:lnTo>
                  <a:lnTo>
                    <a:pt x="294" y="9605"/>
                  </a:lnTo>
                  <a:lnTo>
                    <a:pt x="294" y="9730"/>
                  </a:lnTo>
                  <a:lnTo>
                    <a:pt x="231" y="9667"/>
                  </a:lnTo>
                  <a:lnTo>
                    <a:pt x="168" y="9667"/>
                  </a:lnTo>
                  <a:lnTo>
                    <a:pt x="105" y="9730"/>
                  </a:lnTo>
                  <a:lnTo>
                    <a:pt x="63" y="9730"/>
                  </a:lnTo>
                  <a:lnTo>
                    <a:pt x="1" y="9814"/>
                  </a:lnTo>
                  <a:lnTo>
                    <a:pt x="1" y="9877"/>
                  </a:lnTo>
                  <a:lnTo>
                    <a:pt x="1" y="9960"/>
                  </a:lnTo>
                  <a:lnTo>
                    <a:pt x="63" y="9940"/>
                  </a:lnTo>
                  <a:lnTo>
                    <a:pt x="105" y="9940"/>
                  </a:lnTo>
                  <a:lnTo>
                    <a:pt x="147" y="9960"/>
                  </a:lnTo>
                  <a:lnTo>
                    <a:pt x="63" y="10023"/>
                  </a:lnTo>
                  <a:lnTo>
                    <a:pt x="22" y="10086"/>
                  </a:lnTo>
                  <a:lnTo>
                    <a:pt x="63" y="10191"/>
                  </a:lnTo>
                  <a:lnTo>
                    <a:pt x="189" y="10253"/>
                  </a:lnTo>
                  <a:lnTo>
                    <a:pt x="273" y="10170"/>
                  </a:lnTo>
                  <a:lnTo>
                    <a:pt x="315" y="10149"/>
                  </a:lnTo>
                  <a:lnTo>
                    <a:pt x="377" y="10149"/>
                  </a:lnTo>
                  <a:lnTo>
                    <a:pt x="440" y="10023"/>
                  </a:lnTo>
                  <a:lnTo>
                    <a:pt x="503" y="9981"/>
                  </a:lnTo>
                  <a:lnTo>
                    <a:pt x="587" y="9981"/>
                  </a:lnTo>
                  <a:lnTo>
                    <a:pt x="524" y="10044"/>
                  </a:lnTo>
                  <a:lnTo>
                    <a:pt x="482" y="10170"/>
                  </a:lnTo>
                  <a:lnTo>
                    <a:pt x="398" y="10232"/>
                  </a:lnTo>
                  <a:lnTo>
                    <a:pt x="315" y="10274"/>
                  </a:lnTo>
                  <a:lnTo>
                    <a:pt x="356" y="10442"/>
                  </a:lnTo>
                  <a:lnTo>
                    <a:pt x="503" y="10588"/>
                  </a:lnTo>
                  <a:lnTo>
                    <a:pt x="566" y="10546"/>
                  </a:lnTo>
                  <a:lnTo>
                    <a:pt x="607" y="10546"/>
                  </a:lnTo>
                  <a:lnTo>
                    <a:pt x="775" y="10609"/>
                  </a:lnTo>
                  <a:lnTo>
                    <a:pt x="879" y="10609"/>
                  </a:lnTo>
                  <a:lnTo>
                    <a:pt x="879" y="10672"/>
                  </a:lnTo>
                  <a:lnTo>
                    <a:pt x="817" y="10756"/>
                  </a:lnTo>
                  <a:lnTo>
                    <a:pt x="733" y="10797"/>
                  </a:lnTo>
                  <a:lnTo>
                    <a:pt x="712" y="10776"/>
                  </a:lnTo>
                  <a:lnTo>
                    <a:pt x="545" y="10776"/>
                  </a:lnTo>
                  <a:lnTo>
                    <a:pt x="482" y="10797"/>
                  </a:lnTo>
                  <a:lnTo>
                    <a:pt x="419" y="10881"/>
                  </a:lnTo>
                  <a:lnTo>
                    <a:pt x="273" y="10881"/>
                  </a:lnTo>
                  <a:lnTo>
                    <a:pt x="210" y="10923"/>
                  </a:lnTo>
                  <a:lnTo>
                    <a:pt x="210" y="11069"/>
                  </a:lnTo>
                  <a:lnTo>
                    <a:pt x="294" y="11174"/>
                  </a:lnTo>
                  <a:lnTo>
                    <a:pt x="335" y="11237"/>
                  </a:lnTo>
                  <a:lnTo>
                    <a:pt x="419" y="11425"/>
                  </a:lnTo>
                  <a:lnTo>
                    <a:pt x="545" y="11488"/>
                  </a:lnTo>
                  <a:lnTo>
                    <a:pt x="503" y="11509"/>
                  </a:lnTo>
                  <a:lnTo>
                    <a:pt x="503" y="11530"/>
                  </a:lnTo>
                  <a:lnTo>
                    <a:pt x="587" y="11592"/>
                  </a:lnTo>
                  <a:lnTo>
                    <a:pt x="670" y="11697"/>
                  </a:lnTo>
                  <a:lnTo>
                    <a:pt x="754" y="11760"/>
                  </a:lnTo>
                  <a:lnTo>
                    <a:pt x="859" y="11823"/>
                  </a:lnTo>
                  <a:lnTo>
                    <a:pt x="963" y="11927"/>
                  </a:lnTo>
                  <a:lnTo>
                    <a:pt x="1047" y="11969"/>
                  </a:lnTo>
                  <a:lnTo>
                    <a:pt x="1068" y="11948"/>
                  </a:lnTo>
                  <a:lnTo>
                    <a:pt x="1068" y="11864"/>
                  </a:lnTo>
                  <a:lnTo>
                    <a:pt x="1047" y="11718"/>
                  </a:lnTo>
                  <a:lnTo>
                    <a:pt x="1047" y="11634"/>
                  </a:lnTo>
                  <a:lnTo>
                    <a:pt x="1110" y="11592"/>
                  </a:lnTo>
                  <a:lnTo>
                    <a:pt x="1131" y="11488"/>
                  </a:lnTo>
                  <a:lnTo>
                    <a:pt x="1131" y="11404"/>
                  </a:lnTo>
                  <a:lnTo>
                    <a:pt x="1172" y="11383"/>
                  </a:lnTo>
                  <a:lnTo>
                    <a:pt x="1214" y="11383"/>
                  </a:lnTo>
                  <a:lnTo>
                    <a:pt x="1235" y="11488"/>
                  </a:lnTo>
                  <a:lnTo>
                    <a:pt x="1277" y="11592"/>
                  </a:lnTo>
                  <a:lnTo>
                    <a:pt x="1277" y="11655"/>
                  </a:lnTo>
                  <a:lnTo>
                    <a:pt x="1319" y="11718"/>
                  </a:lnTo>
                  <a:lnTo>
                    <a:pt x="1340" y="11697"/>
                  </a:lnTo>
                  <a:lnTo>
                    <a:pt x="1361" y="11634"/>
                  </a:lnTo>
                  <a:lnTo>
                    <a:pt x="1444" y="11634"/>
                  </a:lnTo>
                  <a:lnTo>
                    <a:pt x="1549" y="11551"/>
                  </a:lnTo>
                  <a:lnTo>
                    <a:pt x="1570" y="11592"/>
                  </a:lnTo>
                  <a:lnTo>
                    <a:pt x="1654" y="11592"/>
                  </a:lnTo>
                  <a:lnTo>
                    <a:pt x="1675" y="11634"/>
                  </a:lnTo>
                  <a:lnTo>
                    <a:pt x="1612" y="11718"/>
                  </a:lnTo>
                  <a:lnTo>
                    <a:pt x="1549" y="11823"/>
                  </a:lnTo>
                  <a:lnTo>
                    <a:pt x="1549" y="11927"/>
                  </a:lnTo>
                  <a:lnTo>
                    <a:pt x="1633" y="11948"/>
                  </a:lnTo>
                  <a:lnTo>
                    <a:pt x="1675" y="11927"/>
                  </a:lnTo>
                  <a:lnTo>
                    <a:pt x="1737" y="11739"/>
                  </a:lnTo>
                  <a:lnTo>
                    <a:pt x="1758" y="11655"/>
                  </a:lnTo>
                  <a:lnTo>
                    <a:pt x="1842" y="11697"/>
                  </a:lnTo>
                  <a:lnTo>
                    <a:pt x="1926" y="11823"/>
                  </a:lnTo>
                  <a:lnTo>
                    <a:pt x="1968" y="11844"/>
                  </a:lnTo>
                  <a:lnTo>
                    <a:pt x="2051" y="11802"/>
                  </a:lnTo>
                  <a:lnTo>
                    <a:pt x="2051" y="11718"/>
                  </a:lnTo>
                  <a:lnTo>
                    <a:pt x="2093" y="11634"/>
                  </a:lnTo>
                  <a:lnTo>
                    <a:pt x="2198" y="11634"/>
                  </a:lnTo>
                  <a:lnTo>
                    <a:pt x="2240" y="11655"/>
                  </a:lnTo>
                  <a:lnTo>
                    <a:pt x="2240" y="11760"/>
                  </a:lnTo>
                  <a:lnTo>
                    <a:pt x="2177" y="11864"/>
                  </a:lnTo>
                  <a:lnTo>
                    <a:pt x="2177" y="11969"/>
                  </a:lnTo>
                  <a:lnTo>
                    <a:pt x="2240" y="11927"/>
                  </a:lnTo>
                  <a:lnTo>
                    <a:pt x="2344" y="11844"/>
                  </a:lnTo>
                  <a:lnTo>
                    <a:pt x="2386" y="11739"/>
                  </a:lnTo>
                  <a:lnTo>
                    <a:pt x="2470" y="11655"/>
                  </a:lnTo>
                  <a:lnTo>
                    <a:pt x="2595" y="11634"/>
                  </a:lnTo>
                  <a:lnTo>
                    <a:pt x="2700" y="11655"/>
                  </a:lnTo>
                  <a:lnTo>
                    <a:pt x="2784" y="11739"/>
                  </a:lnTo>
                  <a:lnTo>
                    <a:pt x="2909" y="11802"/>
                  </a:lnTo>
                  <a:lnTo>
                    <a:pt x="3076" y="11927"/>
                  </a:lnTo>
                  <a:lnTo>
                    <a:pt x="3181" y="11948"/>
                  </a:lnTo>
                  <a:lnTo>
                    <a:pt x="3223" y="11906"/>
                  </a:lnTo>
                  <a:lnTo>
                    <a:pt x="3286" y="11906"/>
                  </a:lnTo>
                  <a:lnTo>
                    <a:pt x="3390" y="12011"/>
                  </a:lnTo>
                  <a:lnTo>
                    <a:pt x="3516" y="12116"/>
                  </a:lnTo>
                  <a:lnTo>
                    <a:pt x="3495" y="12220"/>
                  </a:lnTo>
                  <a:lnTo>
                    <a:pt x="3495" y="12241"/>
                  </a:lnTo>
                  <a:lnTo>
                    <a:pt x="3537" y="12241"/>
                  </a:lnTo>
                  <a:lnTo>
                    <a:pt x="3558" y="12220"/>
                  </a:lnTo>
                  <a:lnTo>
                    <a:pt x="3620" y="12241"/>
                  </a:lnTo>
                  <a:lnTo>
                    <a:pt x="3662" y="12325"/>
                  </a:lnTo>
                  <a:lnTo>
                    <a:pt x="3746" y="12367"/>
                  </a:lnTo>
                  <a:lnTo>
                    <a:pt x="3809" y="12429"/>
                  </a:lnTo>
                  <a:lnTo>
                    <a:pt x="3830" y="12492"/>
                  </a:lnTo>
                  <a:lnTo>
                    <a:pt x="3851" y="12534"/>
                  </a:lnTo>
                  <a:lnTo>
                    <a:pt x="3913" y="12534"/>
                  </a:lnTo>
                  <a:lnTo>
                    <a:pt x="3913" y="12471"/>
                  </a:lnTo>
                  <a:lnTo>
                    <a:pt x="3955" y="12471"/>
                  </a:lnTo>
                  <a:lnTo>
                    <a:pt x="4018" y="12492"/>
                  </a:lnTo>
                  <a:lnTo>
                    <a:pt x="4039" y="12576"/>
                  </a:lnTo>
                  <a:lnTo>
                    <a:pt x="4164" y="12681"/>
                  </a:lnTo>
                  <a:lnTo>
                    <a:pt x="4248" y="12785"/>
                  </a:lnTo>
                  <a:lnTo>
                    <a:pt x="4290" y="12806"/>
                  </a:lnTo>
                  <a:lnTo>
                    <a:pt x="4353" y="12869"/>
                  </a:lnTo>
                  <a:lnTo>
                    <a:pt x="4332" y="12953"/>
                  </a:lnTo>
                  <a:lnTo>
                    <a:pt x="4353" y="12973"/>
                  </a:lnTo>
                  <a:lnTo>
                    <a:pt x="4353" y="13015"/>
                  </a:lnTo>
                  <a:lnTo>
                    <a:pt x="4290" y="13078"/>
                  </a:lnTo>
                  <a:lnTo>
                    <a:pt x="4248" y="13183"/>
                  </a:lnTo>
                  <a:lnTo>
                    <a:pt x="4164" y="13225"/>
                  </a:lnTo>
                  <a:lnTo>
                    <a:pt x="4164" y="13266"/>
                  </a:lnTo>
                  <a:lnTo>
                    <a:pt x="4269" y="13266"/>
                  </a:lnTo>
                  <a:lnTo>
                    <a:pt x="4290" y="13287"/>
                  </a:lnTo>
                  <a:lnTo>
                    <a:pt x="4269" y="13329"/>
                  </a:lnTo>
                  <a:lnTo>
                    <a:pt x="4227" y="13371"/>
                  </a:lnTo>
                  <a:lnTo>
                    <a:pt x="4123" y="13476"/>
                  </a:lnTo>
                  <a:lnTo>
                    <a:pt x="4081" y="13497"/>
                  </a:lnTo>
                  <a:lnTo>
                    <a:pt x="4081" y="13538"/>
                  </a:lnTo>
                  <a:lnTo>
                    <a:pt x="4144" y="13601"/>
                  </a:lnTo>
                  <a:lnTo>
                    <a:pt x="4185" y="13685"/>
                  </a:lnTo>
                  <a:lnTo>
                    <a:pt x="4185" y="13727"/>
                  </a:lnTo>
                  <a:lnTo>
                    <a:pt x="4374" y="13894"/>
                  </a:lnTo>
                  <a:lnTo>
                    <a:pt x="4416" y="13957"/>
                  </a:lnTo>
                  <a:lnTo>
                    <a:pt x="4416" y="14061"/>
                  </a:lnTo>
                  <a:lnTo>
                    <a:pt x="4457" y="14124"/>
                  </a:lnTo>
                  <a:lnTo>
                    <a:pt x="4416" y="14166"/>
                  </a:lnTo>
                  <a:lnTo>
                    <a:pt x="4416" y="14250"/>
                  </a:lnTo>
                  <a:lnTo>
                    <a:pt x="4478" y="14333"/>
                  </a:lnTo>
                  <a:lnTo>
                    <a:pt x="4520" y="14333"/>
                  </a:lnTo>
                  <a:lnTo>
                    <a:pt x="4562" y="14354"/>
                  </a:lnTo>
                  <a:lnTo>
                    <a:pt x="4583" y="14438"/>
                  </a:lnTo>
                  <a:lnTo>
                    <a:pt x="4667" y="14543"/>
                  </a:lnTo>
                  <a:lnTo>
                    <a:pt x="4709" y="14585"/>
                  </a:lnTo>
                  <a:lnTo>
                    <a:pt x="4709" y="14668"/>
                  </a:lnTo>
                  <a:lnTo>
                    <a:pt x="4688" y="14752"/>
                  </a:lnTo>
                  <a:lnTo>
                    <a:pt x="4604" y="14773"/>
                  </a:lnTo>
                  <a:lnTo>
                    <a:pt x="4520" y="14857"/>
                  </a:lnTo>
                  <a:lnTo>
                    <a:pt x="4499" y="14940"/>
                  </a:lnTo>
                  <a:lnTo>
                    <a:pt x="4457" y="15003"/>
                  </a:lnTo>
                  <a:lnTo>
                    <a:pt x="4395" y="15003"/>
                  </a:lnTo>
                  <a:lnTo>
                    <a:pt x="4290" y="15087"/>
                  </a:lnTo>
                  <a:lnTo>
                    <a:pt x="4269" y="15149"/>
                  </a:lnTo>
                  <a:lnTo>
                    <a:pt x="4311" y="15170"/>
                  </a:lnTo>
                  <a:lnTo>
                    <a:pt x="4374" y="15149"/>
                  </a:lnTo>
                  <a:lnTo>
                    <a:pt x="4416" y="15087"/>
                  </a:lnTo>
                  <a:lnTo>
                    <a:pt x="4478" y="15087"/>
                  </a:lnTo>
                  <a:lnTo>
                    <a:pt x="4583" y="14982"/>
                  </a:lnTo>
                  <a:lnTo>
                    <a:pt x="4688" y="14982"/>
                  </a:lnTo>
                  <a:lnTo>
                    <a:pt x="4667" y="15108"/>
                  </a:lnTo>
                  <a:lnTo>
                    <a:pt x="4625" y="15170"/>
                  </a:lnTo>
                  <a:lnTo>
                    <a:pt x="4667" y="15254"/>
                  </a:lnTo>
                  <a:lnTo>
                    <a:pt x="4667" y="15317"/>
                  </a:lnTo>
                  <a:lnTo>
                    <a:pt x="4709" y="15421"/>
                  </a:lnTo>
                  <a:lnTo>
                    <a:pt x="4729" y="15526"/>
                  </a:lnTo>
                  <a:lnTo>
                    <a:pt x="4688" y="15631"/>
                  </a:lnTo>
                  <a:lnTo>
                    <a:pt x="4688" y="15694"/>
                  </a:lnTo>
                  <a:lnTo>
                    <a:pt x="4709" y="15777"/>
                  </a:lnTo>
                  <a:lnTo>
                    <a:pt x="4709" y="15798"/>
                  </a:lnTo>
                  <a:lnTo>
                    <a:pt x="4667" y="15735"/>
                  </a:lnTo>
                  <a:lnTo>
                    <a:pt x="4604" y="15777"/>
                  </a:lnTo>
                  <a:lnTo>
                    <a:pt x="4625" y="15903"/>
                  </a:lnTo>
                  <a:lnTo>
                    <a:pt x="4688" y="16007"/>
                  </a:lnTo>
                  <a:lnTo>
                    <a:pt x="4688" y="16049"/>
                  </a:lnTo>
                  <a:lnTo>
                    <a:pt x="4667" y="16049"/>
                  </a:lnTo>
                  <a:lnTo>
                    <a:pt x="4604" y="16112"/>
                  </a:lnTo>
                  <a:lnTo>
                    <a:pt x="4625" y="16196"/>
                  </a:lnTo>
                  <a:lnTo>
                    <a:pt x="4667" y="16238"/>
                  </a:lnTo>
                  <a:lnTo>
                    <a:pt x="4729" y="16238"/>
                  </a:lnTo>
                  <a:lnTo>
                    <a:pt x="4792" y="16300"/>
                  </a:lnTo>
                  <a:lnTo>
                    <a:pt x="4792" y="16342"/>
                  </a:lnTo>
                  <a:lnTo>
                    <a:pt x="4729" y="16405"/>
                  </a:lnTo>
                  <a:lnTo>
                    <a:pt x="4729" y="16468"/>
                  </a:lnTo>
                  <a:lnTo>
                    <a:pt x="4667" y="16551"/>
                  </a:lnTo>
                  <a:lnTo>
                    <a:pt x="4604" y="16572"/>
                  </a:lnTo>
                  <a:lnTo>
                    <a:pt x="4520" y="16551"/>
                  </a:lnTo>
                  <a:lnTo>
                    <a:pt x="4478" y="16572"/>
                  </a:lnTo>
                  <a:lnTo>
                    <a:pt x="4478" y="16635"/>
                  </a:lnTo>
                  <a:lnTo>
                    <a:pt x="4562" y="16656"/>
                  </a:lnTo>
                  <a:lnTo>
                    <a:pt x="4625" y="16656"/>
                  </a:lnTo>
                  <a:lnTo>
                    <a:pt x="4688" y="16719"/>
                  </a:lnTo>
                  <a:lnTo>
                    <a:pt x="4729" y="16719"/>
                  </a:lnTo>
                  <a:lnTo>
                    <a:pt x="4813" y="16740"/>
                  </a:lnTo>
                  <a:lnTo>
                    <a:pt x="4855" y="16782"/>
                  </a:lnTo>
                  <a:lnTo>
                    <a:pt x="4855" y="16886"/>
                  </a:lnTo>
                  <a:lnTo>
                    <a:pt x="4876" y="17033"/>
                  </a:lnTo>
                  <a:lnTo>
                    <a:pt x="4771" y="17137"/>
                  </a:lnTo>
                  <a:lnTo>
                    <a:pt x="4750" y="17200"/>
                  </a:lnTo>
                  <a:lnTo>
                    <a:pt x="4792" y="17263"/>
                  </a:lnTo>
                  <a:lnTo>
                    <a:pt x="4709" y="17409"/>
                  </a:lnTo>
                  <a:lnTo>
                    <a:pt x="4604" y="17472"/>
                  </a:lnTo>
                  <a:lnTo>
                    <a:pt x="4541" y="17472"/>
                  </a:lnTo>
                  <a:lnTo>
                    <a:pt x="4478" y="17409"/>
                  </a:lnTo>
                  <a:lnTo>
                    <a:pt x="4436" y="17409"/>
                  </a:lnTo>
                  <a:lnTo>
                    <a:pt x="4332" y="17493"/>
                  </a:lnTo>
                  <a:lnTo>
                    <a:pt x="4290" y="17577"/>
                  </a:lnTo>
                  <a:lnTo>
                    <a:pt x="4332" y="17598"/>
                  </a:lnTo>
                  <a:lnTo>
                    <a:pt x="4374" y="17598"/>
                  </a:lnTo>
                  <a:lnTo>
                    <a:pt x="4541" y="17618"/>
                  </a:lnTo>
                  <a:lnTo>
                    <a:pt x="4583" y="17577"/>
                  </a:lnTo>
                  <a:lnTo>
                    <a:pt x="4604" y="17556"/>
                  </a:lnTo>
                  <a:lnTo>
                    <a:pt x="4646" y="17577"/>
                  </a:lnTo>
                  <a:lnTo>
                    <a:pt x="4646" y="17618"/>
                  </a:lnTo>
                  <a:lnTo>
                    <a:pt x="4667" y="17660"/>
                  </a:lnTo>
                  <a:lnTo>
                    <a:pt x="4604" y="17702"/>
                  </a:lnTo>
                  <a:lnTo>
                    <a:pt x="4562" y="17702"/>
                  </a:lnTo>
                  <a:lnTo>
                    <a:pt x="4541" y="17723"/>
                  </a:lnTo>
                  <a:lnTo>
                    <a:pt x="4541" y="17807"/>
                  </a:lnTo>
                  <a:lnTo>
                    <a:pt x="4499" y="17828"/>
                  </a:lnTo>
                  <a:lnTo>
                    <a:pt x="4436" y="17828"/>
                  </a:lnTo>
                  <a:lnTo>
                    <a:pt x="4290" y="17932"/>
                  </a:lnTo>
                  <a:lnTo>
                    <a:pt x="4185" y="17995"/>
                  </a:lnTo>
                  <a:lnTo>
                    <a:pt x="4185" y="18037"/>
                  </a:lnTo>
                  <a:lnTo>
                    <a:pt x="4269" y="18121"/>
                  </a:lnTo>
                  <a:lnTo>
                    <a:pt x="4395" y="18142"/>
                  </a:lnTo>
                  <a:lnTo>
                    <a:pt x="4499" y="18121"/>
                  </a:lnTo>
                  <a:lnTo>
                    <a:pt x="4583" y="18016"/>
                  </a:lnTo>
                  <a:lnTo>
                    <a:pt x="4646" y="17911"/>
                  </a:lnTo>
                  <a:lnTo>
                    <a:pt x="4688" y="17870"/>
                  </a:lnTo>
                  <a:lnTo>
                    <a:pt x="4709" y="17870"/>
                  </a:lnTo>
                  <a:lnTo>
                    <a:pt x="4709" y="17911"/>
                  </a:lnTo>
                  <a:lnTo>
                    <a:pt x="4604" y="18079"/>
                  </a:lnTo>
                  <a:lnTo>
                    <a:pt x="4478" y="18204"/>
                  </a:lnTo>
                  <a:lnTo>
                    <a:pt x="4436" y="18183"/>
                  </a:lnTo>
                  <a:lnTo>
                    <a:pt x="4269" y="18204"/>
                  </a:lnTo>
                  <a:lnTo>
                    <a:pt x="4227" y="18225"/>
                  </a:lnTo>
                  <a:lnTo>
                    <a:pt x="4164" y="18309"/>
                  </a:lnTo>
                  <a:lnTo>
                    <a:pt x="4144" y="18288"/>
                  </a:lnTo>
                  <a:lnTo>
                    <a:pt x="4039" y="18288"/>
                  </a:lnTo>
                  <a:lnTo>
                    <a:pt x="3934" y="18330"/>
                  </a:lnTo>
                  <a:lnTo>
                    <a:pt x="3934" y="18393"/>
                  </a:lnTo>
                  <a:lnTo>
                    <a:pt x="3955" y="18414"/>
                  </a:lnTo>
                  <a:lnTo>
                    <a:pt x="3976" y="18455"/>
                  </a:lnTo>
                  <a:lnTo>
                    <a:pt x="3955" y="18539"/>
                  </a:lnTo>
                  <a:lnTo>
                    <a:pt x="4018" y="18665"/>
                  </a:lnTo>
                  <a:lnTo>
                    <a:pt x="4039" y="18665"/>
                  </a:lnTo>
                  <a:lnTo>
                    <a:pt x="4060" y="18602"/>
                  </a:lnTo>
                  <a:lnTo>
                    <a:pt x="4123" y="18602"/>
                  </a:lnTo>
                  <a:lnTo>
                    <a:pt x="4164" y="18644"/>
                  </a:lnTo>
                  <a:lnTo>
                    <a:pt x="4185" y="18707"/>
                  </a:lnTo>
                  <a:lnTo>
                    <a:pt x="4185" y="18769"/>
                  </a:lnTo>
                  <a:lnTo>
                    <a:pt x="4248" y="18832"/>
                  </a:lnTo>
                  <a:lnTo>
                    <a:pt x="4374" y="18832"/>
                  </a:lnTo>
                  <a:lnTo>
                    <a:pt x="4457" y="18769"/>
                  </a:lnTo>
                  <a:lnTo>
                    <a:pt x="4478" y="18748"/>
                  </a:lnTo>
                  <a:lnTo>
                    <a:pt x="4541" y="18748"/>
                  </a:lnTo>
                  <a:lnTo>
                    <a:pt x="4646" y="18727"/>
                  </a:lnTo>
                  <a:lnTo>
                    <a:pt x="4688" y="18665"/>
                  </a:lnTo>
                  <a:lnTo>
                    <a:pt x="4709" y="18560"/>
                  </a:lnTo>
                  <a:lnTo>
                    <a:pt x="4688" y="18497"/>
                  </a:lnTo>
                  <a:lnTo>
                    <a:pt x="4646" y="18434"/>
                  </a:lnTo>
                  <a:lnTo>
                    <a:pt x="4750" y="18434"/>
                  </a:lnTo>
                  <a:lnTo>
                    <a:pt x="4750" y="18393"/>
                  </a:lnTo>
                  <a:lnTo>
                    <a:pt x="4771" y="18225"/>
                  </a:lnTo>
                  <a:lnTo>
                    <a:pt x="4813" y="18309"/>
                  </a:lnTo>
                  <a:lnTo>
                    <a:pt x="4876" y="18351"/>
                  </a:lnTo>
                  <a:lnTo>
                    <a:pt x="4918" y="18351"/>
                  </a:lnTo>
                  <a:lnTo>
                    <a:pt x="4981" y="18288"/>
                  </a:lnTo>
                  <a:lnTo>
                    <a:pt x="4981" y="18121"/>
                  </a:lnTo>
                  <a:lnTo>
                    <a:pt x="4981" y="18016"/>
                  </a:lnTo>
                  <a:lnTo>
                    <a:pt x="4918" y="17911"/>
                  </a:lnTo>
                  <a:lnTo>
                    <a:pt x="4897" y="17828"/>
                  </a:lnTo>
                  <a:lnTo>
                    <a:pt x="4918" y="17618"/>
                  </a:lnTo>
                  <a:lnTo>
                    <a:pt x="4960" y="17577"/>
                  </a:lnTo>
                  <a:lnTo>
                    <a:pt x="4981" y="17577"/>
                  </a:lnTo>
                  <a:lnTo>
                    <a:pt x="4981" y="17660"/>
                  </a:lnTo>
                  <a:lnTo>
                    <a:pt x="4960" y="17723"/>
                  </a:lnTo>
                  <a:lnTo>
                    <a:pt x="4981" y="17828"/>
                  </a:lnTo>
                  <a:lnTo>
                    <a:pt x="5022" y="17932"/>
                  </a:lnTo>
                  <a:lnTo>
                    <a:pt x="5022" y="18079"/>
                  </a:lnTo>
                  <a:lnTo>
                    <a:pt x="5001" y="18204"/>
                  </a:lnTo>
                  <a:lnTo>
                    <a:pt x="5001" y="18309"/>
                  </a:lnTo>
                  <a:lnTo>
                    <a:pt x="5064" y="18309"/>
                  </a:lnTo>
                  <a:lnTo>
                    <a:pt x="5085" y="18288"/>
                  </a:lnTo>
                  <a:lnTo>
                    <a:pt x="5169" y="18225"/>
                  </a:lnTo>
                  <a:lnTo>
                    <a:pt x="5169" y="18183"/>
                  </a:lnTo>
                  <a:lnTo>
                    <a:pt x="5273" y="18037"/>
                  </a:lnTo>
                  <a:lnTo>
                    <a:pt x="5378" y="17995"/>
                  </a:lnTo>
                  <a:lnTo>
                    <a:pt x="5420" y="17995"/>
                  </a:lnTo>
                  <a:lnTo>
                    <a:pt x="5420" y="18016"/>
                  </a:lnTo>
                  <a:lnTo>
                    <a:pt x="5336" y="18079"/>
                  </a:lnTo>
                  <a:lnTo>
                    <a:pt x="5294" y="18121"/>
                  </a:lnTo>
                  <a:lnTo>
                    <a:pt x="5232" y="18246"/>
                  </a:lnTo>
                  <a:lnTo>
                    <a:pt x="5169" y="18330"/>
                  </a:lnTo>
                  <a:lnTo>
                    <a:pt x="5169" y="18393"/>
                  </a:lnTo>
                  <a:lnTo>
                    <a:pt x="5211" y="18414"/>
                  </a:lnTo>
                  <a:lnTo>
                    <a:pt x="5294" y="18414"/>
                  </a:lnTo>
                  <a:lnTo>
                    <a:pt x="5336" y="18434"/>
                  </a:lnTo>
                  <a:lnTo>
                    <a:pt x="5399" y="18518"/>
                  </a:lnTo>
                  <a:lnTo>
                    <a:pt x="5483" y="18539"/>
                  </a:lnTo>
                  <a:lnTo>
                    <a:pt x="5587" y="18518"/>
                  </a:lnTo>
                  <a:lnTo>
                    <a:pt x="5650" y="18455"/>
                  </a:lnTo>
                  <a:lnTo>
                    <a:pt x="5713" y="18455"/>
                  </a:lnTo>
                  <a:lnTo>
                    <a:pt x="5734" y="18497"/>
                  </a:lnTo>
                  <a:lnTo>
                    <a:pt x="5734" y="18539"/>
                  </a:lnTo>
                  <a:lnTo>
                    <a:pt x="5608" y="18623"/>
                  </a:lnTo>
                  <a:lnTo>
                    <a:pt x="5420" y="18665"/>
                  </a:lnTo>
                  <a:lnTo>
                    <a:pt x="5294" y="18665"/>
                  </a:lnTo>
                  <a:lnTo>
                    <a:pt x="5211" y="18727"/>
                  </a:lnTo>
                  <a:lnTo>
                    <a:pt x="5169" y="18769"/>
                  </a:lnTo>
                  <a:lnTo>
                    <a:pt x="5169" y="18832"/>
                  </a:lnTo>
                  <a:lnTo>
                    <a:pt x="5190" y="18853"/>
                  </a:lnTo>
                  <a:lnTo>
                    <a:pt x="5315" y="18832"/>
                  </a:lnTo>
                  <a:lnTo>
                    <a:pt x="5378" y="18853"/>
                  </a:lnTo>
                  <a:lnTo>
                    <a:pt x="5420" y="18832"/>
                  </a:lnTo>
                  <a:lnTo>
                    <a:pt x="5504" y="18769"/>
                  </a:lnTo>
                  <a:lnTo>
                    <a:pt x="5629" y="18769"/>
                  </a:lnTo>
                  <a:lnTo>
                    <a:pt x="5650" y="18811"/>
                  </a:lnTo>
                  <a:lnTo>
                    <a:pt x="5629" y="18853"/>
                  </a:lnTo>
                  <a:lnTo>
                    <a:pt x="5545" y="18874"/>
                  </a:lnTo>
                  <a:lnTo>
                    <a:pt x="5483" y="18937"/>
                  </a:lnTo>
                  <a:lnTo>
                    <a:pt x="5336" y="18937"/>
                  </a:lnTo>
                  <a:lnTo>
                    <a:pt x="5294" y="19020"/>
                  </a:lnTo>
                  <a:lnTo>
                    <a:pt x="5273" y="19083"/>
                  </a:lnTo>
                  <a:lnTo>
                    <a:pt x="5211" y="19146"/>
                  </a:lnTo>
                  <a:lnTo>
                    <a:pt x="5211" y="19188"/>
                  </a:lnTo>
                  <a:lnTo>
                    <a:pt x="5273" y="19188"/>
                  </a:lnTo>
                  <a:lnTo>
                    <a:pt x="5420" y="19062"/>
                  </a:lnTo>
                  <a:lnTo>
                    <a:pt x="5483" y="19041"/>
                  </a:lnTo>
                  <a:lnTo>
                    <a:pt x="5545" y="19041"/>
                  </a:lnTo>
                  <a:lnTo>
                    <a:pt x="5587" y="19020"/>
                  </a:lnTo>
                  <a:lnTo>
                    <a:pt x="5629" y="19020"/>
                  </a:lnTo>
                  <a:lnTo>
                    <a:pt x="5692" y="19083"/>
                  </a:lnTo>
                  <a:lnTo>
                    <a:pt x="5692" y="19146"/>
                  </a:lnTo>
                  <a:lnTo>
                    <a:pt x="5650" y="19188"/>
                  </a:lnTo>
                  <a:lnTo>
                    <a:pt x="5587" y="19146"/>
                  </a:lnTo>
                  <a:lnTo>
                    <a:pt x="5525" y="19125"/>
                  </a:lnTo>
                  <a:lnTo>
                    <a:pt x="5399" y="19167"/>
                  </a:lnTo>
                  <a:lnTo>
                    <a:pt x="5378" y="19230"/>
                  </a:lnTo>
                  <a:lnTo>
                    <a:pt x="5399" y="19271"/>
                  </a:lnTo>
                  <a:lnTo>
                    <a:pt x="5587" y="19271"/>
                  </a:lnTo>
                  <a:lnTo>
                    <a:pt x="5650" y="19230"/>
                  </a:lnTo>
                  <a:lnTo>
                    <a:pt x="5713" y="19230"/>
                  </a:lnTo>
                  <a:lnTo>
                    <a:pt x="5797" y="19334"/>
                  </a:lnTo>
                  <a:lnTo>
                    <a:pt x="5797" y="19397"/>
                  </a:lnTo>
                  <a:lnTo>
                    <a:pt x="5734" y="19439"/>
                  </a:lnTo>
                  <a:lnTo>
                    <a:pt x="5525" y="19355"/>
                  </a:lnTo>
                  <a:lnTo>
                    <a:pt x="5420" y="19292"/>
                  </a:lnTo>
                  <a:lnTo>
                    <a:pt x="5399" y="19355"/>
                  </a:lnTo>
                  <a:lnTo>
                    <a:pt x="5420" y="19439"/>
                  </a:lnTo>
                  <a:lnTo>
                    <a:pt x="5525" y="19502"/>
                  </a:lnTo>
                  <a:lnTo>
                    <a:pt x="5629" y="19648"/>
                  </a:lnTo>
                  <a:lnTo>
                    <a:pt x="5692" y="19753"/>
                  </a:lnTo>
                  <a:lnTo>
                    <a:pt x="5629" y="19753"/>
                  </a:lnTo>
                  <a:lnTo>
                    <a:pt x="5545" y="19648"/>
                  </a:lnTo>
                  <a:lnTo>
                    <a:pt x="5525" y="19648"/>
                  </a:lnTo>
                  <a:lnTo>
                    <a:pt x="5504" y="19690"/>
                  </a:lnTo>
                  <a:lnTo>
                    <a:pt x="5525" y="19774"/>
                  </a:lnTo>
                  <a:lnTo>
                    <a:pt x="5650" y="19878"/>
                  </a:lnTo>
                  <a:lnTo>
                    <a:pt x="5797" y="19983"/>
                  </a:lnTo>
                  <a:lnTo>
                    <a:pt x="5797" y="20025"/>
                  </a:lnTo>
                  <a:lnTo>
                    <a:pt x="5734" y="20025"/>
                  </a:lnTo>
                  <a:lnTo>
                    <a:pt x="5734" y="20087"/>
                  </a:lnTo>
                  <a:lnTo>
                    <a:pt x="5692" y="20087"/>
                  </a:lnTo>
                  <a:lnTo>
                    <a:pt x="5587" y="19983"/>
                  </a:lnTo>
                  <a:lnTo>
                    <a:pt x="5545" y="19983"/>
                  </a:lnTo>
                  <a:lnTo>
                    <a:pt x="5545" y="20025"/>
                  </a:lnTo>
                  <a:lnTo>
                    <a:pt x="5650" y="20171"/>
                  </a:lnTo>
                  <a:lnTo>
                    <a:pt x="5713" y="20213"/>
                  </a:lnTo>
                  <a:lnTo>
                    <a:pt x="5755" y="20213"/>
                  </a:lnTo>
                  <a:lnTo>
                    <a:pt x="5817" y="20192"/>
                  </a:lnTo>
                  <a:lnTo>
                    <a:pt x="5838" y="20213"/>
                  </a:lnTo>
                  <a:lnTo>
                    <a:pt x="5797" y="20297"/>
                  </a:lnTo>
                  <a:lnTo>
                    <a:pt x="5734" y="20318"/>
                  </a:lnTo>
                  <a:lnTo>
                    <a:pt x="5629" y="20276"/>
                  </a:lnTo>
                  <a:lnTo>
                    <a:pt x="5545" y="20192"/>
                  </a:lnTo>
                  <a:lnTo>
                    <a:pt x="5441" y="20108"/>
                  </a:lnTo>
                  <a:lnTo>
                    <a:pt x="5378" y="20004"/>
                  </a:lnTo>
                  <a:lnTo>
                    <a:pt x="5294" y="19795"/>
                  </a:lnTo>
                  <a:lnTo>
                    <a:pt x="5232" y="19711"/>
                  </a:lnTo>
                  <a:lnTo>
                    <a:pt x="5169" y="19690"/>
                  </a:lnTo>
                  <a:lnTo>
                    <a:pt x="5085" y="19648"/>
                  </a:lnTo>
                  <a:lnTo>
                    <a:pt x="4981" y="19606"/>
                  </a:lnTo>
                  <a:lnTo>
                    <a:pt x="4876" y="19606"/>
                  </a:lnTo>
                  <a:lnTo>
                    <a:pt x="4813" y="19585"/>
                  </a:lnTo>
                  <a:lnTo>
                    <a:pt x="4750" y="19585"/>
                  </a:lnTo>
                  <a:lnTo>
                    <a:pt x="4646" y="19564"/>
                  </a:lnTo>
                  <a:lnTo>
                    <a:pt x="4541" y="19460"/>
                  </a:lnTo>
                  <a:lnTo>
                    <a:pt x="4436" y="19460"/>
                  </a:lnTo>
                  <a:lnTo>
                    <a:pt x="4353" y="19439"/>
                  </a:lnTo>
                  <a:lnTo>
                    <a:pt x="4290" y="19460"/>
                  </a:lnTo>
                  <a:lnTo>
                    <a:pt x="4185" y="19460"/>
                  </a:lnTo>
                  <a:lnTo>
                    <a:pt x="4060" y="19564"/>
                  </a:lnTo>
                  <a:lnTo>
                    <a:pt x="4060" y="19606"/>
                  </a:lnTo>
                  <a:lnTo>
                    <a:pt x="4123" y="19669"/>
                  </a:lnTo>
                  <a:lnTo>
                    <a:pt x="4185" y="19753"/>
                  </a:lnTo>
                  <a:lnTo>
                    <a:pt x="4248" y="19878"/>
                  </a:lnTo>
                  <a:lnTo>
                    <a:pt x="4248" y="19962"/>
                  </a:lnTo>
                  <a:lnTo>
                    <a:pt x="4353" y="20067"/>
                  </a:lnTo>
                  <a:lnTo>
                    <a:pt x="4499" y="20108"/>
                  </a:lnTo>
                  <a:lnTo>
                    <a:pt x="4709" y="20192"/>
                  </a:lnTo>
                  <a:lnTo>
                    <a:pt x="4855" y="20276"/>
                  </a:lnTo>
                  <a:lnTo>
                    <a:pt x="4897" y="20380"/>
                  </a:lnTo>
                  <a:lnTo>
                    <a:pt x="4897" y="20422"/>
                  </a:lnTo>
                  <a:lnTo>
                    <a:pt x="4981" y="20443"/>
                  </a:lnTo>
                  <a:lnTo>
                    <a:pt x="5064" y="20443"/>
                  </a:lnTo>
                  <a:lnTo>
                    <a:pt x="5127" y="20527"/>
                  </a:lnTo>
                  <a:lnTo>
                    <a:pt x="5211" y="20548"/>
                  </a:lnTo>
                  <a:lnTo>
                    <a:pt x="5273" y="20527"/>
                  </a:lnTo>
                  <a:lnTo>
                    <a:pt x="5315" y="20590"/>
                  </a:lnTo>
                  <a:lnTo>
                    <a:pt x="5399" y="20590"/>
                  </a:lnTo>
                  <a:lnTo>
                    <a:pt x="5441" y="20548"/>
                  </a:lnTo>
                  <a:lnTo>
                    <a:pt x="5504" y="20631"/>
                  </a:lnTo>
                  <a:lnTo>
                    <a:pt x="5608" y="20631"/>
                  </a:lnTo>
                  <a:lnTo>
                    <a:pt x="5692" y="20548"/>
                  </a:lnTo>
                  <a:lnTo>
                    <a:pt x="5797" y="20548"/>
                  </a:lnTo>
                  <a:lnTo>
                    <a:pt x="5838" y="20590"/>
                  </a:lnTo>
                  <a:lnTo>
                    <a:pt x="5838" y="20652"/>
                  </a:lnTo>
                  <a:lnTo>
                    <a:pt x="5755" y="20652"/>
                  </a:lnTo>
                  <a:lnTo>
                    <a:pt x="5692" y="20694"/>
                  </a:lnTo>
                  <a:lnTo>
                    <a:pt x="5692" y="20736"/>
                  </a:lnTo>
                  <a:lnTo>
                    <a:pt x="5755" y="20736"/>
                  </a:lnTo>
                  <a:lnTo>
                    <a:pt x="5817" y="20820"/>
                  </a:lnTo>
                  <a:lnTo>
                    <a:pt x="5734" y="20862"/>
                  </a:lnTo>
                  <a:lnTo>
                    <a:pt x="5734" y="20903"/>
                  </a:lnTo>
                  <a:lnTo>
                    <a:pt x="5650" y="20924"/>
                  </a:lnTo>
                  <a:lnTo>
                    <a:pt x="5608" y="20966"/>
                  </a:lnTo>
                  <a:lnTo>
                    <a:pt x="5504" y="21029"/>
                  </a:lnTo>
                  <a:lnTo>
                    <a:pt x="5483" y="21071"/>
                  </a:lnTo>
                  <a:lnTo>
                    <a:pt x="5504" y="21113"/>
                  </a:lnTo>
                  <a:lnTo>
                    <a:pt x="5608" y="21113"/>
                  </a:lnTo>
                  <a:lnTo>
                    <a:pt x="5692" y="21134"/>
                  </a:lnTo>
                  <a:lnTo>
                    <a:pt x="5713" y="21175"/>
                  </a:lnTo>
                  <a:lnTo>
                    <a:pt x="5629" y="21175"/>
                  </a:lnTo>
                  <a:lnTo>
                    <a:pt x="5587" y="21217"/>
                  </a:lnTo>
                  <a:lnTo>
                    <a:pt x="5545" y="21175"/>
                  </a:lnTo>
                  <a:lnTo>
                    <a:pt x="5504" y="21238"/>
                  </a:lnTo>
                  <a:lnTo>
                    <a:pt x="5420" y="21364"/>
                  </a:lnTo>
                  <a:lnTo>
                    <a:pt x="5378" y="21364"/>
                  </a:lnTo>
                  <a:lnTo>
                    <a:pt x="5315" y="21427"/>
                  </a:lnTo>
                  <a:lnTo>
                    <a:pt x="5315" y="21468"/>
                  </a:lnTo>
                  <a:lnTo>
                    <a:pt x="5399" y="21489"/>
                  </a:lnTo>
                  <a:lnTo>
                    <a:pt x="5441" y="21489"/>
                  </a:lnTo>
                  <a:lnTo>
                    <a:pt x="5504" y="21468"/>
                  </a:lnTo>
                  <a:lnTo>
                    <a:pt x="5525" y="21489"/>
                  </a:lnTo>
                  <a:lnTo>
                    <a:pt x="5545" y="21552"/>
                  </a:lnTo>
                  <a:lnTo>
                    <a:pt x="5608" y="21552"/>
                  </a:lnTo>
                  <a:lnTo>
                    <a:pt x="5650" y="21573"/>
                  </a:lnTo>
                  <a:lnTo>
                    <a:pt x="5650" y="21636"/>
                  </a:lnTo>
                  <a:lnTo>
                    <a:pt x="5545" y="21657"/>
                  </a:lnTo>
                  <a:lnTo>
                    <a:pt x="5483" y="21678"/>
                  </a:lnTo>
                  <a:lnTo>
                    <a:pt x="5483" y="21699"/>
                  </a:lnTo>
                  <a:lnTo>
                    <a:pt x="5608" y="21699"/>
                  </a:lnTo>
                  <a:lnTo>
                    <a:pt x="5650" y="21761"/>
                  </a:lnTo>
                  <a:lnTo>
                    <a:pt x="5650" y="21803"/>
                  </a:lnTo>
                  <a:lnTo>
                    <a:pt x="5608" y="21803"/>
                  </a:lnTo>
                  <a:lnTo>
                    <a:pt x="5545" y="21782"/>
                  </a:lnTo>
                  <a:lnTo>
                    <a:pt x="5525" y="21803"/>
                  </a:lnTo>
                  <a:lnTo>
                    <a:pt x="5483" y="21803"/>
                  </a:lnTo>
                  <a:lnTo>
                    <a:pt x="5420" y="21761"/>
                  </a:lnTo>
                  <a:lnTo>
                    <a:pt x="5336" y="21761"/>
                  </a:lnTo>
                  <a:lnTo>
                    <a:pt x="5232" y="21740"/>
                  </a:lnTo>
                  <a:lnTo>
                    <a:pt x="5232" y="21678"/>
                  </a:lnTo>
                  <a:lnTo>
                    <a:pt x="5273" y="21657"/>
                  </a:lnTo>
                  <a:lnTo>
                    <a:pt x="5211" y="21552"/>
                  </a:lnTo>
                  <a:lnTo>
                    <a:pt x="5190" y="21531"/>
                  </a:lnTo>
                  <a:lnTo>
                    <a:pt x="5127" y="21552"/>
                  </a:lnTo>
                  <a:lnTo>
                    <a:pt x="5127" y="21657"/>
                  </a:lnTo>
                  <a:lnTo>
                    <a:pt x="5064" y="21866"/>
                  </a:lnTo>
                  <a:lnTo>
                    <a:pt x="5001" y="21950"/>
                  </a:lnTo>
                  <a:lnTo>
                    <a:pt x="5022" y="21992"/>
                  </a:lnTo>
                  <a:lnTo>
                    <a:pt x="5085" y="21992"/>
                  </a:lnTo>
                  <a:lnTo>
                    <a:pt x="5169" y="21950"/>
                  </a:lnTo>
                  <a:lnTo>
                    <a:pt x="5190" y="21950"/>
                  </a:lnTo>
                  <a:lnTo>
                    <a:pt x="5169" y="21992"/>
                  </a:lnTo>
                  <a:lnTo>
                    <a:pt x="5085" y="22054"/>
                  </a:lnTo>
                  <a:lnTo>
                    <a:pt x="5022" y="22096"/>
                  </a:lnTo>
                  <a:lnTo>
                    <a:pt x="4981" y="22117"/>
                  </a:lnTo>
                  <a:lnTo>
                    <a:pt x="4981" y="22180"/>
                  </a:lnTo>
                  <a:lnTo>
                    <a:pt x="4855" y="22159"/>
                  </a:lnTo>
                  <a:lnTo>
                    <a:pt x="4750" y="22159"/>
                  </a:lnTo>
                  <a:lnTo>
                    <a:pt x="4646" y="22180"/>
                  </a:lnTo>
                  <a:lnTo>
                    <a:pt x="4604" y="22159"/>
                  </a:lnTo>
                  <a:lnTo>
                    <a:pt x="4478" y="22159"/>
                  </a:lnTo>
                  <a:lnTo>
                    <a:pt x="4395" y="22180"/>
                  </a:lnTo>
                  <a:lnTo>
                    <a:pt x="4248" y="22264"/>
                  </a:lnTo>
                  <a:lnTo>
                    <a:pt x="4123" y="22284"/>
                  </a:lnTo>
                  <a:lnTo>
                    <a:pt x="4144" y="22305"/>
                  </a:lnTo>
                  <a:lnTo>
                    <a:pt x="4248" y="22284"/>
                  </a:lnTo>
                  <a:lnTo>
                    <a:pt x="4290" y="22284"/>
                  </a:lnTo>
                  <a:lnTo>
                    <a:pt x="4248" y="22326"/>
                  </a:lnTo>
                  <a:lnTo>
                    <a:pt x="4185" y="22368"/>
                  </a:lnTo>
                  <a:lnTo>
                    <a:pt x="4227" y="22410"/>
                  </a:lnTo>
                  <a:lnTo>
                    <a:pt x="4290" y="22431"/>
                  </a:lnTo>
                  <a:lnTo>
                    <a:pt x="4353" y="22515"/>
                  </a:lnTo>
                  <a:lnTo>
                    <a:pt x="4457" y="22494"/>
                  </a:lnTo>
                  <a:lnTo>
                    <a:pt x="4541" y="22515"/>
                  </a:lnTo>
                  <a:lnTo>
                    <a:pt x="4583" y="22494"/>
                  </a:lnTo>
                  <a:lnTo>
                    <a:pt x="4709" y="22494"/>
                  </a:lnTo>
                  <a:lnTo>
                    <a:pt x="4750" y="22473"/>
                  </a:lnTo>
                  <a:lnTo>
                    <a:pt x="4667" y="22410"/>
                  </a:lnTo>
                  <a:lnTo>
                    <a:pt x="4646" y="22389"/>
                  </a:lnTo>
                  <a:lnTo>
                    <a:pt x="4688" y="22326"/>
                  </a:lnTo>
                  <a:lnTo>
                    <a:pt x="4855" y="22326"/>
                  </a:lnTo>
                  <a:lnTo>
                    <a:pt x="4918" y="22305"/>
                  </a:lnTo>
                  <a:lnTo>
                    <a:pt x="5001" y="22305"/>
                  </a:lnTo>
                  <a:lnTo>
                    <a:pt x="5001" y="22326"/>
                  </a:lnTo>
                  <a:lnTo>
                    <a:pt x="4960" y="22368"/>
                  </a:lnTo>
                  <a:lnTo>
                    <a:pt x="4918" y="22431"/>
                  </a:lnTo>
                  <a:lnTo>
                    <a:pt x="4918" y="22515"/>
                  </a:lnTo>
                  <a:lnTo>
                    <a:pt x="4792" y="22577"/>
                  </a:lnTo>
                  <a:lnTo>
                    <a:pt x="4792" y="22619"/>
                  </a:lnTo>
                  <a:lnTo>
                    <a:pt x="4813" y="22682"/>
                  </a:lnTo>
                  <a:lnTo>
                    <a:pt x="5064" y="22849"/>
                  </a:lnTo>
                  <a:lnTo>
                    <a:pt x="5169" y="22933"/>
                  </a:lnTo>
                  <a:lnTo>
                    <a:pt x="5169" y="22954"/>
                  </a:lnTo>
                  <a:lnTo>
                    <a:pt x="5085" y="22954"/>
                  </a:lnTo>
                  <a:lnTo>
                    <a:pt x="5064" y="22933"/>
                  </a:lnTo>
                  <a:lnTo>
                    <a:pt x="4960" y="22891"/>
                  </a:lnTo>
                  <a:lnTo>
                    <a:pt x="4813" y="22808"/>
                  </a:lnTo>
                  <a:lnTo>
                    <a:pt x="4771" y="22745"/>
                  </a:lnTo>
                  <a:lnTo>
                    <a:pt x="4667" y="22745"/>
                  </a:lnTo>
                  <a:lnTo>
                    <a:pt x="4604" y="22787"/>
                  </a:lnTo>
                  <a:lnTo>
                    <a:pt x="4541" y="22808"/>
                  </a:lnTo>
                  <a:lnTo>
                    <a:pt x="4332" y="22682"/>
                  </a:lnTo>
                  <a:lnTo>
                    <a:pt x="4290" y="22598"/>
                  </a:lnTo>
                  <a:lnTo>
                    <a:pt x="4248" y="22515"/>
                  </a:lnTo>
                  <a:lnTo>
                    <a:pt x="4227" y="22515"/>
                  </a:lnTo>
                  <a:lnTo>
                    <a:pt x="4248" y="22619"/>
                  </a:lnTo>
                  <a:lnTo>
                    <a:pt x="4269" y="22703"/>
                  </a:lnTo>
                  <a:lnTo>
                    <a:pt x="4248" y="22724"/>
                  </a:lnTo>
                  <a:lnTo>
                    <a:pt x="4144" y="22619"/>
                  </a:lnTo>
                  <a:lnTo>
                    <a:pt x="4039" y="22494"/>
                  </a:lnTo>
                  <a:lnTo>
                    <a:pt x="3913" y="22431"/>
                  </a:lnTo>
                  <a:lnTo>
                    <a:pt x="3851" y="22473"/>
                  </a:lnTo>
                  <a:lnTo>
                    <a:pt x="3872" y="22515"/>
                  </a:lnTo>
                  <a:lnTo>
                    <a:pt x="3955" y="22536"/>
                  </a:lnTo>
                  <a:lnTo>
                    <a:pt x="3976" y="22619"/>
                  </a:lnTo>
                  <a:lnTo>
                    <a:pt x="4123" y="22745"/>
                  </a:lnTo>
                  <a:lnTo>
                    <a:pt x="4164" y="22808"/>
                  </a:lnTo>
                  <a:lnTo>
                    <a:pt x="4227" y="22808"/>
                  </a:lnTo>
                  <a:lnTo>
                    <a:pt x="4290" y="22828"/>
                  </a:lnTo>
                  <a:lnTo>
                    <a:pt x="4332" y="22891"/>
                  </a:lnTo>
                  <a:lnTo>
                    <a:pt x="4164" y="22891"/>
                  </a:lnTo>
                  <a:lnTo>
                    <a:pt x="4060" y="22828"/>
                  </a:lnTo>
                  <a:lnTo>
                    <a:pt x="3976" y="22787"/>
                  </a:lnTo>
                  <a:lnTo>
                    <a:pt x="3934" y="22787"/>
                  </a:lnTo>
                  <a:lnTo>
                    <a:pt x="3913" y="22849"/>
                  </a:lnTo>
                  <a:lnTo>
                    <a:pt x="3913" y="22912"/>
                  </a:lnTo>
                  <a:lnTo>
                    <a:pt x="3851" y="22954"/>
                  </a:lnTo>
                  <a:lnTo>
                    <a:pt x="3830" y="22954"/>
                  </a:lnTo>
                  <a:lnTo>
                    <a:pt x="3830" y="23017"/>
                  </a:lnTo>
                  <a:lnTo>
                    <a:pt x="3767" y="23059"/>
                  </a:lnTo>
                  <a:lnTo>
                    <a:pt x="3725" y="23100"/>
                  </a:lnTo>
                  <a:lnTo>
                    <a:pt x="3600" y="23247"/>
                  </a:lnTo>
                  <a:lnTo>
                    <a:pt x="3600" y="23310"/>
                  </a:lnTo>
                  <a:lnTo>
                    <a:pt x="3627" y="23324"/>
                  </a:lnTo>
                  <a:lnTo>
                    <a:pt x="3627" y="23324"/>
                  </a:lnTo>
                  <a:lnTo>
                    <a:pt x="3558" y="23352"/>
                  </a:lnTo>
                  <a:lnTo>
                    <a:pt x="3495" y="23414"/>
                  </a:lnTo>
                  <a:lnTo>
                    <a:pt x="3390" y="23456"/>
                  </a:lnTo>
                  <a:lnTo>
                    <a:pt x="3328" y="23561"/>
                  </a:lnTo>
                  <a:lnTo>
                    <a:pt x="3328" y="23644"/>
                  </a:lnTo>
                  <a:lnTo>
                    <a:pt x="3348" y="23665"/>
                  </a:lnTo>
                  <a:lnTo>
                    <a:pt x="3432" y="23624"/>
                  </a:lnTo>
                  <a:lnTo>
                    <a:pt x="3537" y="23582"/>
                  </a:lnTo>
                  <a:lnTo>
                    <a:pt x="3600" y="23624"/>
                  </a:lnTo>
                  <a:lnTo>
                    <a:pt x="3620" y="23644"/>
                  </a:lnTo>
                  <a:lnTo>
                    <a:pt x="3725" y="23644"/>
                  </a:lnTo>
                  <a:lnTo>
                    <a:pt x="3913" y="23582"/>
                  </a:lnTo>
                  <a:lnTo>
                    <a:pt x="4060" y="23582"/>
                  </a:lnTo>
                  <a:lnTo>
                    <a:pt x="4185" y="23644"/>
                  </a:lnTo>
                  <a:lnTo>
                    <a:pt x="4185" y="23686"/>
                  </a:lnTo>
                  <a:lnTo>
                    <a:pt x="4144" y="23728"/>
                  </a:lnTo>
                  <a:lnTo>
                    <a:pt x="4018" y="23686"/>
                  </a:lnTo>
                  <a:lnTo>
                    <a:pt x="3934" y="23728"/>
                  </a:lnTo>
                  <a:lnTo>
                    <a:pt x="3558" y="23686"/>
                  </a:lnTo>
                  <a:lnTo>
                    <a:pt x="3453" y="23686"/>
                  </a:lnTo>
                  <a:lnTo>
                    <a:pt x="3432" y="23728"/>
                  </a:lnTo>
                  <a:lnTo>
                    <a:pt x="3286" y="23728"/>
                  </a:lnTo>
                  <a:lnTo>
                    <a:pt x="3286" y="23770"/>
                  </a:lnTo>
                  <a:lnTo>
                    <a:pt x="3307" y="23791"/>
                  </a:lnTo>
                  <a:lnTo>
                    <a:pt x="3411" y="23791"/>
                  </a:lnTo>
                  <a:lnTo>
                    <a:pt x="3432" y="23833"/>
                  </a:lnTo>
                  <a:lnTo>
                    <a:pt x="3390" y="23854"/>
                  </a:lnTo>
                  <a:lnTo>
                    <a:pt x="3307" y="23833"/>
                  </a:lnTo>
                  <a:lnTo>
                    <a:pt x="3202" y="23833"/>
                  </a:lnTo>
                  <a:lnTo>
                    <a:pt x="3202" y="23854"/>
                  </a:lnTo>
                  <a:lnTo>
                    <a:pt x="3244" y="23896"/>
                  </a:lnTo>
                  <a:lnTo>
                    <a:pt x="3348" y="23896"/>
                  </a:lnTo>
                  <a:lnTo>
                    <a:pt x="3620" y="23979"/>
                  </a:lnTo>
                  <a:lnTo>
                    <a:pt x="3704" y="23979"/>
                  </a:lnTo>
                  <a:lnTo>
                    <a:pt x="3746" y="23958"/>
                  </a:lnTo>
                  <a:lnTo>
                    <a:pt x="3830" y="23958"/>
                  </a:lnTo>
                  <a:lnTo>
                    <a:pt x="3851" y="23979"/>
                  </a:lnTo>
                  <a:lnTo>
                    <a:pt x="3851" y="24063"/>
                  </a:lnTo>
                  <a:lnTo>
                    <a:pt x="3872" y="24147"/>
                  </a:lnTo>
                  <a:lnTo>
                    <a:pt x="3830" y="24168"/>
                  </a:lnTo>
                  <a:lnTo>
                    <a:pt x="3746" y="24147"/>
                  </a:lnTo>
                  <a:lnTo>
                    <a:pt x="3725" y="24168"/>
                  </a:lnTo>
                  <a:lnTo>
                    <a:pt x="3704" y="24147"/>
                  </a:lnTo>
                  <a:lnTo>
                    <a:pt x="3600" y="24168"/>
                  </a:lnTo>
                  <a:lnTo>
                    <a:pt x="3600" y="24209"/>
                  </a:lnTo>
                  <a:lnTo>
                    <a:pt x="3620" y="24251"/>
                  </a:lnTo>
                  <a:lnTo>
                    <a:pt x="3662" y="24251"/>
                  </a:lnTo>
                  <a:lnTo>
                    <a:pt x="3746" y="24272"/>
                  </a:lnTo>
                  <a:lnTo>
                    <a:pt x="3767" y="24293"/>
                  </a:lnTo>
                  <a:lnTo>
                    <a:pt x="3662" y="24356"/>
                  </a:lnTo>
                  <a:lnTo>
                    <a:pt x="3600" y="24356"/>
                  </a:lnTo>
                  <a:lnTo>
                    <a:pt x="3495" y="24293"/>
                  </a:lnTo>
                  <a:lnTo>
                    <a:pt x="3390" y="24335"/>
                  </a:lnTo>
                  <a:lnTo>
                    <a:pt x="3390" y="24377"/>
                  </a:lnTo>
                  <a:lnTo>
                    <a:pt x="3411" y="24460"/>
                  </a:lnTo>
                  <a:lnTo>
                    <a:pt x="3453" y="24481"/>
                  </a:lnTo>
                  <a:lnTo>
                    <a:pt x="3516" y="24460"/>
                  </a:lnTo>
                  <a:lnTo>
                    <a:pt x="3620" y="24460"/>
                  </a:lnTo>
                  <a:lnTo>
                    <a:pt x="3704" y="24502"/>
                  </a:lnTo>
                  <a:lnTo>
                    <a:pt x="3725" y="24565"/>
                  </a:lnTo>
                  <a:lnTo>
                    <a:pt x="3495" y="24565"/>
                  </a:lnTo>
                  <a:lnTo>
                    <a:pt x="3432" y="24586"/>
                  </a:lnTo>
                  <a:lnTo>
                    <a:pt x="3348" y="24544"/>
                  </a:lnTo>
                  <a:lnTo>
                    <a:pt x="3307" y="24544"/>
                  </a:lnTo>
                  <a:lnTo>
                    <a:pt x="3244" y="24607"/>
                  </a:lnTo>
                  <a:lnTo>
                    <a:pt x="3244" y="24816"/>
                  </a:lnTo>
                  <a:lnTo>
                    <a:pt x="3223" y="24879"/>
                  </a:lnTo>
                  <a:lnTo>
                    <a:pt x="3244" y="24921"/>
                  </a:lnTo>
                  <a:lnTo>
                    <a:pt x="3328" y="24921"/>
                  </a:lnTo>
                  <a:lnTo>
                    <a:pt x="3558" y="24816"/>
                  </a:lnTo>
                  <a:lnTo>
                    <a:pt x="3620" y="24774"/>
                  </a:lnTo>
                  <a:lnTo>
                    <a:pt x="3809" y="24712"/>
                  </a:lnTo>
                  <a:lnTo>
                    <a:pt x="3913" y="24670"/>
                  </a:lnTo>
                  <a:lnTo>
                    <a:pt x="3976" y="24544"/>
                  </a:lnTo>
                  <a:lnTo>
                    <a:pt x="4123" y="24398"/>
                  </a:lnTo>
                  <a:lnTo>
                    <a:pt x="4395" y="24272"/>
                  </a:lnTo>
                  <a:lnTo>
                    <a:pt x="4541" y="24230"/>
                  </a:lnTo>
                  <a:lnTo>
                    <a:pt x="4604" y="24251"/>
                  </a:lnTo>
                  <a:lnTo>
                    <a:pt x="4604" y="24293"/>
                  </a:lnTo>
                  <a:lnTo>
                    <a:pt x="4562" y="24335"/>
                  </a:lnTo>
                  <a:lnTo>
                    <a:pt x="4478" y="24335"/>
                  </a:lnTo>
                  <a:lnTo>
                    <a:pt x="4332" y="24377"/>
                  </a:lnTo>
                  <a:lnTo>
                    <a:pt x="4144" y="24460"/>
                  </a:lnTo>
                  <a:lnTo>
                    <a:pt x="3955" y="24670"/>
                  </a:lnTo>
                  <a:lnTo>
                    <a:pt x="3872" y="24774"/>
                  </a:lnTo>
                  <a:lnTo>
                    <a:pt x="3725" y="24795"/>
                  </a:lnTo>
                  <a:lnTo>
                    <a:pt x="3641" y="24816"/>
                  </a:lnTo>
                  <a:lnTo>
                    <a:pt x="3495" y="24921"/>
                  </a:lnTo>
                  <a:lnTo>
                    <a:pt x="3328" y="24984"/>
                  </a:lnTo>
                  <a:lnTo>
                    <a:pt x="3244" y="25005"/>
                  </a:lnTo>
                  <a:lnTo>
                    <a:pt x="3223" y="25067"/>
                  </a:lnTo>
                  <a:lnTo>
                    <a:pt x="3307" y="25067"/>
                  </a:lnTo>
                  <a:lnTo>
                    <a:pt x="3348" y="25025"/>
                  </a:lnTo>
                  <a:lnTo>
                    <a:pt x="3411" y="25067"/>
                  </a:lnTo>
                  <a:lnTo>
                    <a:pt x="3411" y="25109"/>
                  </a:lnTo>
                  <a:lnTo>
                    <a:pt x="3516" y="25067"/>
                  </a:lnTo>
                  <a:lnTo>
                    <a:pt x="3558" y="25005"/>
                  </a:lnTo>
                  <a:lnTo>
                    <a:pt x="3620" y="25005"/>
                  </a:lnTo>
                  <a:lnTo>
                    <a:pt x="3704" y="25088"/>
                  </a:lnTo>
                  <a:lnTo>
                    <a:pt x="3746" y="25088"/>
                  </a:lnTo>
                  <a:lnTo>
                    <a:pt x="3830" y="25025"/>
                  </a:lnTo>
                  <a:lnTo>
                    <a:pt x="3934" y="24963"/>
                  </a:lnTo>
                  <a:lnTo>
                    <a:pt x="4018" y="24963"/>
                  </a:lnTo>
                  <a:lnTo>
                    <a:pt x="4039" y="24984"/>
                  </a:lnTo>
                  <a:lnTo>
                    <a:pt x="4018" y="25025"/>
                  </a:lnTo>
                  <a:lnTo>
                    <a:pt x="3934" y="25025"/>
                  </a:lnTo>
                  <a:lnTo>
                    <a:pt x="3851" y="25109"/>
                  </a:lnTo>
                  <a:lnTo>
                    <a:pt x="3767" y="25130"/>
                  </a:lnTo>
                  <a:lnTo>
                    <a:pt x="3662" y="25130"/>
                  </a:lnTo>
                  <a:lnTo>
                    <a:pt x="3620" y="25088"/>
                  </a:lnTo>
                  <a:lnTo>
                    <a:pt x="3558" y="25109"/>
                  </a:lnTo>
                  <a:lnTo>
                    <a:pt x="3516" y="25172"/>
                  </a:lnTo>
                  <a:lnTo>
                    <a:pt x="3390" y="25214"/>
                  </a:lnTo>
                  <a:lnTo>
                    <a:pt x="3348" y="25235"/>
                  </a:lnTo>
                  <a:lnTo>
                    <a:pt x="3432" y="25297"/>
                  </a:lnTo>
                  <a:lnTo>
                    <a:pt x="3495" y="25297"/>
                  </a:lnTo>
                  <a:lnTo>
                    <a:pt x="3600" y="25339"/>
                  </a:lnTo>
                  <a:lnTo>
                    <a:pt x="3516" y="25423"/>
                  </a:lnTo>
                  <a:lnTo>
                    <a:pt x="3516" y="25486"/>
                  </a:lnTo>
                  <a:lnTo>
                    <a:pt x="3600" y="25507"/>
                  </a:lnTo>
                  <a:lnTo>
                    <a:pt x="3558" y="25549"/>
                  </a:lnTo>
                  <a:lnTo>
                    <a:pt x="3600" y="25611"/>
                  </a:lnTo>
                  <a:lnTo>
                    <a:pt x="3537" y="25611"/>
                  </a:lnTo>
                  <a:lnTo>
                    <a:pt x="3453" y="25695"/>
                  </a:lnTo>
                  <a:lnTo>
                    <a:pt x="3495" y="25758"/>
                  </a:lnTo>
                  <a:lnTo>
                    <a:pt x="3537" y="25758"/>
                  </a:lnTo>
                  <a:lnTo>
                    <a:pt x="3600" y="25716"/>
                  </a:lnTo>
                  <a:lnTo>
                    <a:pt x="3620" y="25716"/>
                  </a:lnTo>
                  <a:lnTo>
                    <a:pt x="3641" y="25821"/>
                  </a:lnTo>
                  <a:lnTo>
                    <a:pt x="3641" y="25904"/>
                  </a:lnTo>
                  <a:lnTo>
                    <a:pt x="3558" y="25946"/>
                  </a:lnTo>
                  <a:lnTo>
                    <a:pt x="3558" y="26113"/>
                  </a:lnTo>
                  <a:lnTo>
                    <a:pt x="3620" y="26176"/>
                  </a:lnTo>
                  <a:lnTo>
                    <a:pt x="3704" y="26176"/>
                  </a:lnTo>
                  <a:lnTo>
                    <a:pt x="3767" y="26134"/>
                  </a:lnTo>
                  <a:lnTo>
                    <a:pt x="3809" y="26051"/>
                  </a:lnTo>
                  <a:lnTo>
                    <a:pt x="3851" y="26072"/>
                  </a:lnTo>
                  <a:lnTo>
                    <a:pt x="3913" y="26030"/>
                  </a:lnTo>
                  <a:lnTo>
                    <a:pt x="3955" y="26030"/>
                  </a:lnTo>
                  <a:lnTo>
                    <a:pt x="4018" y="26072"/>
                  </a:lnTo>
                  <a:lnTo>
                    <a:pt x="3976" y="26113"/>
                  </a:lnTo>
                  <a:lnTo>
                    <a:pt x="3872" y="26176"/>
                  </a:lnTo>
                  <a:lnTo>
                    <a:pt x="3809" y="26176"/>
                  </a:lnTo>
                  <a:lnTo>
                    <a:pt x="3641" y="26239"/>
                  </a:lnTo>
                  <a:lnTo>
                    <a:pt x="3558" y="26281"/>
                  </a:lnTo>
                  <a:lnTo>
                    <a:pt x="3558" y="26365"/>
                  </a:lnTo>
                  <a:lnTo>
                    <a:pt x="3537" y="26448"/>
                  </a:lnTo>
                  <a:lnTo>
                    <a:pt x="3620" y="26490"/>
                  </a:lnTo>
                  <a:lnTo>
                    <a:pt x="3558" y="26553"/>
                  </a:lnTo>
                  <a:lnTo>
                    <a:pt x="3537" y="26657"/>
                  </a:lnTo>
                  <a:lnTo>
                    <a:pt x="3558" y="26783"/>
                  </a:lnTo>
                  <a:lnTo>
                    <a:pt x="3620" y="26783"/>
                  </a:lnTo>
                  <a:lnTo>
                    <a:pt x="3704" y="26637"/>
                  </a:lnTo>
                  <a:lnTo>
                    <a:pt x="3746" y="26595"/>
                  </a:lnTo>
                  <a:lnTo>
                    <a:pt x="3872" y="26469"/>
                  </a:lnTo>
                  <a:lnTo>
                    <a:pt x="3934" y="26469"/>
                  </a:lnTo>
                  <a:lnTo>
                    <a:pt x="3976" y="26385"/>
                  </a:lnTo>
                  <a:lnTo>
                    <a:pt x="4060" y="26365"/>
                  </a:lnTo>
                  <a:lnTo>
                    <a:pt x="4060" y="26385"/>
                  </a:lnTo>
                  <a:lnTo>
                    <a:pt x="4018" y="26448"/>
                  </a:lnTo>
                  <a:lnTo>
                    <a:pt x="4018" y="26490"/>
                  </a:lnTo>
                  <a:lnTo>
                    <a:pt x="4039" y="26532"/>
                  </a:lnTo>
                  <a:lnTo>
                    <a:pt x="4123" y="26490"/>
                  </a:lnTo>
                  <a:lnTo>
                    <a:pt x="4248" y="26365"/>
                  </a:lnTo>
                  <a:lnTo>
                    <a:pt x="4269" y="26323"/>
                  </a:lnTo>
                  <a:lnTo>
                    <a:pt x="4332" y="26385"/>
                  </a:lnTo>
                  <a:lnTo>
                    <a:pt x="4374" y="26385"/>
                  </a:lnTo>
                  <a:lnTo>
                    <a:pt x="4436" y="26344"/>
                  </a:lnTo>
                  <a:lnTo>
                    <a:pt x="4499" y="26344"/>
                  </a:lnTo>
                  <a:lnTo>
                    <a:pt x="4499" y="26365"/>
                  </a:lnTo>
                  <a:lnTo>
                    <a:pt x="4436" y="26448"/>
                  </a:lnTo>
                  <a:lnTo>
                    <a:pt x="4436" y="26637"/>
                  </a:lnTo>
                  <a:lnTo>
                    <a:pt x="4478" y="26657"/>
                  </a:lnTo>
                  <a:lnTo>
                    <a:pt x="4541" y="26741"/>
                  </a:lnTo>
                  <a:lnTo>
                    <a:pt x="4499" y="26762"/>
                  </a:lnTo>
                  <a:lnTo>
                    <a:pt x="4436" y="26741"/>
                  </a:lnTo>
                  <a:lnTo>
                    <a:pt x="4332" y="26637"/>
                  </a:lnTo>
                  <a:lnTo>
                    <a:pt x="4269" y="26553"/>
                  </a:lnTo>
                  <a:lnTo>
                    <a:pt x="4227" y="26553"/>
                  </a:lnTo>
                  <a:lnTo>
                    <a:pt x="4164" y="26574"/>
                  </a:lnTo>
                  <a:lnTo>
                    <a:pt x="4081" y="26574"/>
                  </a:lnTo>
                  <a:lnTo>
                    <a:pt x="4060" y="26637"/>
                  </a:lnTo>
                  <a:lnTo>
                    <a:pt x="4123" y="26678"/>
                  </a:lnTo>
                  <a:lnTo>
                    <a:pt x="4164" y="26678"/>
                  </a:lnTo>
                  <a:lnTo>
                    <a:pt x="4248" y="26783"/>
                  </a:lnTo>
                  <a:lnTo>
                    <a:pt x="4290" y="26804"/>
                  </a:lnTo>
                  <a:lnTo>
                    <a:pt x="4269" y="26867"/>
                  </a:lnTo>
                  <a:lnTo>
                    <a:pt x="4185" y="26783"/>
                  </a:lnTo>
                  <a:lnTo>
                    <a:pt x="4144" y="26762"/>
                  </a:lnTo>
                  <a:lnTo>
                    <a:pt x="4060" y="26762"/>
                  </a:lnTo>
                  <a:lnTo>
                    <a:pt x="3955" y="26888"/>
                  </a:lnTo>
                  <a:lnTo>
                    <a:pt x="3872" y="26950"/>
                  </a:lnTo>
                  <a:lnTo>
                    <a:pt x="3704" y="26950"/>
                  </a:lnTo>
                  <a:lnTo>
                    <a:pt x="3662" y="26971"/>
                  </a:lnTo>
                  <a:lnTo>
                    <a:pt x="3725" y="26992"/>
                  </a:lnTo>
                  <a:lnTo>
                    <a:pt x="3830" y="26992"/>
                  </a:lnTo>
                  <a:lnTo>
                    <a:pt x="3892" y="26971"/>
                  </a:lnTo>
                  <a:lnTo>
                    <a:pt x="4060" y="26950"/>
                  </a:lnTo>
                  <a:lnTo>
                    <a:pt x="4164" y="26888"/>
                  </a:lnTo>
                  <a:lnTo>
                    <a:pt x="4248" y="26909"/>
                  </a:lnTo>
                  <a:lnTo>
                    <a:pt x="4353" y="26909"/>
                  </a:lnTo>
                  <a:lnTo>
                    <a:pt x="4311" y="26950"/>
                  </a:lnTo>
                  <a:lnTo>
                    <a:pt x="4248" y="27013"/>
                  </a:lnTo>
                  <a:lnTo>
                    <a:pt x="4102" y="27013"/>
                  </a:lnTo>
                  <a:lnTo>
                    <a:pt x="3976" y="27055"/>
                  </a:lnTo>
                  <a:lnTo>
                    <a:pt x="3767" y="27055"/>
                  </a:lnTo>
                  <a:lnTo>
                    <a:pt x="3662" y="27076"/>
                  </a:lnTo>
                  <a:lnTo>
                    <a:pt x="3641" y="27160"/>
                  </a:lnTo>
                  <a:lnTo>
                    <a:pt x="3662" y="27222"/>
                  </a:lnTo>
                  <a:lnTo>
                    <a:pt x="3767" y="27264"/>
                  </a:lnTo>
                  <a:lnTo>
                    <a:pt x="3872" y="27222"/>
                  </a:lnTo>
                  <a:lnTo>
                    <a:pt x="3892" y="27264"/>
                  </a:lnTo>
                  <a:lnTo>
                    <a:pt x="3830" y="27306"/>
                  </a:lnTo>
                  <a:lnTo>
                    <a:pt x="3725" y="27306"/>
                  </a:lnTo>
                  <a:lnTo>
                    <a:pt x="3662" y="27390"/>
                  </a:lnTo>
                  <a:lnTo>
                    <a:pt x="3683" y="27473"/>
                  </a:lnTo>
                  <a:lnTo>
                    <a:pt x="3767" y="27515"/>
                  </a:lnTo>
                  <a:lnTo>
                    <a:pt x="3830" y="27473"/>
                  </a:lnTo>
                  <a:lnTo>
                    <a:pt x="3851" y="27411"/>
                  </a:lnTo>
                  <a:lnTo>
                    <a:pt x="3934" y="27411"/>
                  </a:lnTo>
                  <a:lnTo>
                    <a:pt x="3976" y="27432"/>
                  </a:lnTo>
                  <a:lnTo>
                    <a:pt x="4060" y="27432"/>
                  </a:lnTo>
                  <a:lnTo>
                    <a:pt x="4144" y="27411"/>
                  </a:lnTo>
                  <a:lnTo>
                    <a:pt x="4185" y="27390"/>
                  </a:lnTo>
                  <a:lnTo>
                    <a:pt x="4227" y="27411"/>
                  </a:lnTo>
                  <a:lnTo>
                    <a:pt x="4164" y="27473"/>
                  </a:lnTo>
                  <a:lnTo>
                    <a:pt x="4039" y="27515"/>
                  </a:lnTo>
                  <a:lnTo>
                    <a:pt x="3976" y="27494"/>
                  </a:lnTo>
                  <a:lnTo>
                    <a:pt x="3913" y="27473"/>
                  </a:lnTo>
                  <a:lnTo>
                    <a:pt x="3851" y="27473"/>
                  </a:lnTo>
                  <a:lnTo>
                    <a:pt x="3913" y="27515"/>
                  </a:lnTo>
                  <a:lnTo>
                    <a:pt x="3976" y="27515"/>
                  </a:lnTo>
                  <a:lnTo>
                    <a:pt x="4039" y="27536"/>
                  </a:lnTo>
                  <a:lnTo>
                    <a:pt x="3976" y="27578"/>
                  </a:lnTo>
                  <a:lnTo>
                    <a:pt x="3851" y="27578"/>
                  </a:lnTo>
                  <a:lnTo>
                    <a:pt x="3746" y="27641"/>
                  </a:lnTo>
                  <a:lnTo>
                    <a:pt x="3809" y="27704"/>
                  </a:lnTo>
                  <a:lnTo>
                    <a:pt x="3851" y="27704"/>
                  </a:lnTo>
                  <a:lnTo>
                    <a:pt x="3913" y="27683"/>
                  </a:lnTo>
                  <a:lnTo>
                    <a:pt x="4039" y="27683"/>
                  </a:lnTo>
                  <a:lnTo>
                    <a:pt x="4081" y="27704"/>
                  </a:lnTo>
                  <a:lnTo>
                    <a:pt x="4144" y="27704"/>
                  </a:lnTo>
                  <a:lnTo>
                    <a:pt x="4081" y="27746"/>
                  </a:lnTo>
                  <a:lnTo>
                    <a:pt x="3955" y="27787"/>
                  </a:lnTo>
                  <a:lnTo>
                    <a:pt x="3872" y="27746"/>
                  </a:lnTo>
                  <a:lnTo>
                    <a:pt x="3809" y="27787"/>
                  </a:lnTo>
                  <a:lnTo>
                    <a:pt x="3767" y="27829"/>
                  </a:lnTo>
                  <a:lnTo>
                    <a:pt x="3809" y="27892"/>
                  </a:lnTo>
                  <a:lnTo>
                    <a:pt x="3851" y="27892"/>
                  </a:lnTo>
                  <a:lnTo>
                    <a:pt x="3934" y="27829"/>
                  </a:lnTo>
                  <a:lnTo>
                    <a:pt x="4018" y="27829"/>
                  </a:lnTo>
                  <a:lnTo>
                    <a:pt x="4081" y="27892"/>
                  </a:lnTo>
                  <a:lnTo>
                    <a:pt x="4081" y="27934"/>
                  </a:lnTo>
                  <a:lnTo>
                    <a:pt x="3934" y="27997"/>
                  </a:lnTo>
                  <a:lnTo>
                    <a:pt x="3892" y="28038"/>
                  </a:lnTo>
                  <a:lnTo>
                    <a:pt x="3955" y="28143"/>
                  </a:lnTo>
                  <a:lnTo>
                    <a:pt x="3997" y="28143"/>
                  </a:lnTo>
                  <a:lnTo>
                    <a:pt x="4039" y="28122"/>
                  </a:lnTo>
                  <a:lnTo>
                    <a:pt x="4102" y="28122"/>
                  </a:lnTo>
                  <a:lnTo>
                    <a:pt x="4164" y="28206"/>
                  </a:lnTo>
                  <a:lnTo>
                    <a:pt x="4185" y="28143"/>
                  </a:lnTo>
                  <a:lnTo>
                    <a:pt x="4227" y="28122"/>
                  </a:lnTo>
                  <a:lnTo>
                    <a:pt x="4269" y="28143"/>
                  </a:lnTo>
                  <a:lnTo>
                    <a:pt x="4248" y="28206"/>
                  </a:lnTo>
                  <a:lnTo>
                    <a:pt x="4206" y="28248"/>
                  </a:lnTo>
                  <a:lnTo>
                    <a:pt x="4269" y="28310"/>
                  </a:lnTo>
                  <a:lnTo>
                    <a:pt x="4164" y="28436"/>
                  </a:lnTo>
                  <a:lnTo>
                    <a:pt x="4144" y="28436"/>
                  </a:lnTo>
                  <a:lnTo>
                    <a:pt x="4081" y="28520"/>
                  </a:lnTo>
                  <a:lnTo>
                    <a:pt x="4039" y="28582"/>
                  </a:lnTo>
                  <a:lnTo>
                    <a:pt x="4039" y="28624"/>
                  </a:lnTo>
                  <a:lnTo>
                    <a:pt x="4102" y="28624"/>
                  </a:lnTo>
                  <a:lnTo>
                    <a:pt x="4164" y="28582"/>
                  </a:lnTo>
                  <a:lnTo>
                    <a:pt x="4248" y="28624"/>
                  </a:lnTo>
                  <a:lnTo>
                    <a:pt x="4269" y="28687"/>
                  </a:lnTo>
                  <a:lnTo>
                    <a:pt x="4227" y="28750"/>
                  </a:lnTo>
                  <a:lnTo>
                    <a:pt x="4227" y="28771"/>
                  </a:lnTo>
                  <a:lnTo>
                    <a:pt x="4290" y="28771"/>
                  </a:lnTo>
                  <a:lnTo>
                    <a:pt x="4353" y="28792"/>
                  </a:lnTo>
                  <a:lnTo>
                    <a:pt x="4353" y="28854"/>
                  </a:lnTo>
                  <a:lnTo>
                    <a:pt x="4290" y="28896"/>
                  </a:lnTo>
                  <a:lnTo>
                    <a:pt x="4353" y="28959"/>
                  </a:lnTo>
                  <a:lnTo>
                    <a:pt x="4332" y="29043"/>
                  </a:lnTo>
                  <a:lnTo>
                    <a:pt x="4248" y="29085"/>
                  </a:lnTo>
                  <a:lnTo>
                    <a:pt x="4206" y="29147"/>
                  </a:lnTo>
                  <a:lnTo>
                    <a:pt x="4311" y="29147"/>
                  </a:lnTo>
                  <a:lnTo>
                    <a:pt x="4374" y="29085"/>
                  </a:lnTo>
                  <a:lnTo>
                    <a:pt x="4395" y="29043"/>
                  </a:lnTo>
                  <a:lnTo>
                    <a:pt x="4520" y="28980"/>
                  </a:lnTo>
                  <a:lnTo>
                    <a:pt x="4562" y="29001"/>
                  </a:lnTo>
                  <a:lnTo>
                    <a:pt x="4499" y="29064"/>
                  </a:lnTo>
                  <a:lnTo>
                    <a:pt x="4541" y="29106"/>
                  </a:lnTo>
                  <a:lnTo>
                    <a:pt x="4457" y="29168"/>
                  </a:lnTo>
                  <a:lnTo>
                    <a:pt x="4395" y="29210"/>
                  </a:lnTo>
                  <a:lnTo>
                    <a:pt x="4332" y="29210"/>
                  </a:lnTo>
                  <a:lnTo>
                    <a:pt x="4248" y="29252"/>
                  </a:lnTo>
                  <a:lnTo>
                    <a:pt x="4185" y="29294"/>
                  </a:lnTo>
                  <a:lnTo>
                    <a:pt x="4248" y="29357"/>
                  </a:lnTo>
                  <a:lnTo>
                    <a:pt x="4332" y="29294"/>
                  </a:lnTo>
                  <a:lnTo>
                    <a:pt x="4374" y="29252"/>
                  </a:lnTo>
                  <a:lnTo>
                    <a:pt x="4478" y="29273"/>
                  </a:lnTo>
                  <a:lnTo>
                    <a:pt x="4499" y="29294"/>
                  </a:lnTo>
                  <a:lnTo>
                    <a:pt x="4457" y="29357"/>
                  </a:lnTo>
                  <a:lnTo>
                    <a:pt x="4332" y="29398"/>
                  </a:lnTo>
                  <a:lnTo>
                    <a:pt x="4332" y="29503"/>
                  </a:lnTo>
                  <a:lnTo>
                    <a:pt x="4269" y="29566"/>
                  </a:lnTo>
                  <a:lnTo>
                    <a:pt x="4185" y="29587"/>
                  </a:lnTo>
                  <a:lnTo>
                    <a:pt x="4164" y="29629"/>
                  </a:lnTo>
                  <a:lnTo>
                    <a:pt x="4248" y="29691"/>
                  </a:lnTo>
                  <a:lnTo>
                    <a:pt x="4374" y="29670"/>
                  </a:lnTo>
                  <a:lnTo>
                    <a:pt x="4457" y="29608"/>
                  </a:lnTo>
                  <a:lnTo>
                    <a:pt x="4562" y="29587"/>
                  </a:lnTo>
                  <a:lnTo>
                    <a:pt x="4625" y="29587"/>
                  </a:lnTo>
                  <a:lnTo>
                    <a:pt x="4667" y="29629"/>
                  </a:lnTo>
                  <a:lnTo>
                    <a:pt x="4625" y="29691"/>
                  </a:lnTo>
                  <a:lnTo>
                    <a:pt x="4562" y="29691"/>
                  </a:lnTo>
                  <a:lnTo>
                    <a:pt x="4416" y="29733"/>
                  </a:lnTo>
                  <a:lnTo>
                    <a:pt x="4416" y="29775"/>
                  </a:lnTo>
                  <a:lnTo>
                    <a:pt x="4499" y="29775"/>
                  </a:lnTo>
                  <a:lnTo>
                    <a:pt x="4541" y="29817"/>
                  </a:lnTo>
                  <a:lnTo>
                    <a:pt x="4457" y="29901"/>
                  </a:lnTo>
                  <a:lnTo>
                    <a:pt x="4478" y="29984"/>
                  </a:lnTo>
                  <a:lnTo>
                    <a:pt x="4562" y="30005"/>
                  </a:lnTo>
                  <a:lnTo>
                    <a:pt x="4688" y="29901"/>
                  </a:lnTo>
                  <a:lnTo>
                    <a:pt x="4750" y="29880"/>
                  </a:lnTo>
                  <a:lnTo>
                    <a:pt x="4771" y="29901"/>
                  </a:lnTo>
                  <a:lnTo>
                    <a:pt x="4855" y="29984"/>
                  </a:lnTo>
                  <a:lnTo>
                    <a:pt x="4855" y="30089"/>
                  </a:lnTo>
                  <a:lnTo>
                    <a:pt x="4918" y="30131"/>
                  </a:lnTo>
                  <a:lnTo>
                    <a:pt x="4918" y="30152"/>
                  </a:lnTo>
                  <a:lnTo>
                    <a:pt x="4876" y="30214"/>
                  </a:lnTo>
                  <a:lnTo>
                    <a:pt x="4792" y="30214"/>
                  </a:lnTo>
                  <a:lnTo>
                    <a:pt x="4750" y="30298"/>
                  </a:lnTo>
                  <a:lnTo>
                    <a:pt x="4771" y="30340"/>
                  </a:lnTo>
                  <a:lnTo>
                    <a:pt x="4918" y="30361"/>
                  </a:lnTo>
                  <a:lnTo>
                    <a:pt x="4981" y="30340"/>
                  </a:lnTo>
                  <a:lnTo>
                    <a:pt x="4960" y="30298"/>
                  </a:lnTo>
                  <a:lnTo>
                    <a:pt x="4960" y="30235"/>
                  </a:lnTo>
                  <a:lnTo>
                    <a:pt x="5001" y="30214"/>
                  </a:lnTo>
                  <a:lnTo>
                    <a:pt x="5064" y="30235"/>
                  </a:lnTo>
                  <a:lnTo>
                    <a:pt x="5127" y="30194"/>
                  </a:lnTo>
                  <a:lnTo>
                    <a:pt x="5211" y="30152"/>
                  </a:lnTo>
                  <a:lnTo>
                    <a:pt x="5273" y="30214"/>
                  </a:lnTo>
                  <a:lnTo>
                    <a:pt x="5315" y="30235"/>
                  </a:lnTo>
                  <a:lnTo>
                    <a:pt x="5378" y="30214"/>
                  </a:lnTo>
                  <a:lnTo>
                    <a:pt x="5420" y="30131"/>
                  </a:lnTo>
                  <a:lnTo>
                    <a:pt x="5483" y="30089"/>
                  </a:lnTo>
                  <a:lnTo>
                    <a:pt x="5545" y="30089"/>
                  </a:lnTo>
                  <a:lnTo>
                    <a:pt x="5629" y="30047"/>
                  </a:lnTo>
                  <a:lnTo>
                    <a:pt x="5713" y="30089"/>
                  </a:lnTo>
                  <a:lnTo>
                    <a:pt x="5755" y="30026"/>
                  </a:lnTo>
                  <a:lnTo>
                    <a:pt x="5755" y="29984"/>
                  </a:lnTo>
                  <a:lnTo>
                    <a:pt x="5713" y="29922"/>
                  </a:lnTo>
                  <a:lnTo>
                    <a:pt x="5713" y="29880"/>
                  </a:lnTo>
                  <a:lnTo>
                    <a:pt x="5755" y="29838"/>
                  </a:lnTo>
                  <a:lnTo>
                    <a:pt x="5817" y="29880"/>
                  </a:lnTo>
                  <a:lnTo>
                    <a:pt x="5859" y="29942"/>
                  </a:lnTo>
                  <a:lnTo>
                    <a:pt x="5859" y="30047"/>
                  </a:lnTo>
                  <a:lnTo>
                    <a:pt x="5797" y="30131"/>
                  </a:lnTo>
                  <a:lnTo>
                    <a:pt x="5734" y="30152"/>
                  </a:lnTo>
                  <a:lnTo>
                    <a:pt x="5692" y="30214"/>
                  </a:lnTo>
                  <a:lnTo>
                    <a:pt x="5713" y="30235"/>
                  </a:lnTo>
                  <a:lnTo>
                    <a:pt x="5838" y="30194"/>
                  </a:lnTo>
                  <a:lnTo>
                    <a:pt x="6027" y="30089"/>
                  </a:lnTo>
                  <a:lnTo>
                    <a:pt x="6131" y="29922"/>
                  </a:lnTo>
                  <a:lnTo>
                    <a:pt x="6173" y="29922"/>
                  </a:lnTo>
                  <a:lnTo>
                    <a:pt x="6215" y="30005"/>
                  </a:lnTo>
                  <a:lnTo>
                    <a:pt x="6215" y="30110"/>
                  </a:lnTo>
                  <a:lnTo>
                    <a:pt x="6131" y="30131"/>
                  </a:lnTo>
                  <a:lnTo>
                    <a:pt x="6048" y="30194"/>
                  </a:lnTo>
                  <a:lnTo>
                    <a:pt x="5964" y="30256"/>
                  </a:lnTo>
                  <a:lnTo>
                    <a:pt x="5859" y="30298"/>
                  </a:lnTo>
                  <a:lnTo>
                    <a:pt x="5838" y="30319"/>
                  </a:lnTo>
                  <a:lnTo>
                    <a:pt x="5859" y="30340"/>
                  </a:lnTo>
                  <a:lnTo>
                    <a:pt x="5964" y="30319"/>
                  </a:lnTo>
                  <a:lnTo>
                    <a:pt x="6110" y="30235"/>
                  </a:lnTo>
                  <a:lnTo>
                    <a:pt x="6131" y="30256"/>
                  </a:lnTo>
                  <a:lnTo>
                    <a:pt x="6027" y="30361"/>
                  </a:lnTo>
                  <a:lnTo>
                    <a:pt x="5943" y="30403"/>
                  </a:lnTo>
                  <a:lnTo>
                    <a:pt x="5943" y="30507"/>
                  </a:lnTo>
                  <a:lnTo>
                    <a:pt x="5797" y="30612"/>
                  </a:lnTo>
                  <a:lnTo>
                    <a:pt x="5755" y="30654"/>
                  </a:lnTo>
                  <a:lnTo>
                    <a:pt x="5817" y="30654"/>
                  </a:lnTo>
                  <a:lnTo>
                    <a:pt x="5859" y="30612"/>
                  </a:lnTo>
                  <a:lnTo>
                    <a:pt x="5901" y="30612"/>
                  </a:lnTo>
                  <a:lnTo>
                    <a:pt x="5901" y="30633"/>
                  </a:lnTo>
                  <a:lnTo>
                    <a:pt x="5922" y="30738"/>
                  </a:lnTo>
                  <a:lnTo>
                    <a:pt x="5943" y="30654"/>
                  </a:lnTo>
                  <a:lnTo>
                    <a:pt x="6027" y="30612"/>
                  </a:lnTo>
                  <a:lnTo>
                    <a:pt x="6048" y="30549"/>
                  </a:lnTo>
                  <a:lnTo>
                    <a:pt x="6110" y="30549"/>
                  </a:lnTo>
                  <a:lnTo>
                    <a:pt x="6131" y="30570"/>
                  </a:lnTo>
                  <a:lnTo>
                    <a:pt x="6048" y="30654"/>
                  </a:lnTo>
                  <a:lnTo>
                    <a:pt x="6027" y="30738"/>
                  </a:lnTo>
                  <a:lnTo>
                    <a:pt x="6048" y="30759"/>
                  </a:lnTo>
                  <a:lnTo>
                    <a:pt x="6131" y="30738"/>
                  </a:lnTo>
                  <a:lnTo>
                    <a:pt x="6173" y="30654"/>
                  </a:lnTo>
                  <a:lnTo>
                    <a:pt x="6236" y="30654"/>
                  </a:lnTo>
                  <a:lnTo>
                    <a:pt x="6320" y="30633"/>
                  </a:lnTo>
                  <a:lnTo>
                    <a:pt x="6236" y="30738"/>
                  </a:lnTo>
                  <a:lnTo>
                    <a:pt x="6215" y="30842"/>
                  </a:lnTo>
                  <a:lnTo>
                    <a:pt x="6110" y="30926"/>
                  </a:lnTo>
                  <a:lnTo>
                    <a:pt x="6110" y="30989"/>
                  </a:lnTo>
                  <a:lnTo>
                    <a:pt x="6131" y="31031"/>
                  </a:lnTo>
                  <a:lnTo>
                    <a:pt x="6236" y="30947"/>
                  </a:lnTo>
                  <a:lnTo>
                    <a:pt x="6320" y="30738"/>
                  </a:lnTo>
                  <a:lnTo>
                    <a:pt x="6382" y="30675"/>
                  </a:lnTo>
                  <a:lnTo>
                    <a:pt x="6424" y="30717"/>
                  </a:lnTo>
                  <a:lnTo>
                    <a:pt x="6320" y="30863"/>
                  </a:lnTo>
                  <a:lnTo>
                    <a:pt x="6320" y="30947"/>
                  </a:lnTo>
                  <a:lnTo>
                    <a:pt x="6257" y="31031"/>
                  </a:lnTo>
                  <a:lnTo>
                    <a:pt x="6236" y="31135"/>
                  </a:lnTo>
                  <a:lnTo>
                    <a:pt x="6278" y="31156"/>
                  </a:lnTo>
                  <a:lnTo>
                    <a:pt x="6341" y="31093"/>
                  </a:lnTo>
                  <a:lnTo>
                    <a:pt x="6341" y="31031"/>
                  </a:lnTo>
                  <a:lnTo>
                    <a:pt x="6361" y="30968"/>
                  </a:lnTo>
                  <a:lnTo>
                    <a:pt x="6424" y="30968"/>
                  </a:lnTo>
                  <a:lnTo>
                    <a:pt x="6487" y="30989"/>
                  </a:lnTo>
                  <a:lnTo>
                    <a:pt x="6487" y="30842"/>
                  </a:lnTo>
                  <a:lnTo>
                    <a:pt x="6550" y="30842"/>
                  </a:lnTo>
                  <a:lnTo>
                    <a:pt x="6592" y="30759"/>
                  </a:lnTo>
                  <a:lnTo>
                    <a:pt x="6654" y="30759"/>
                  </a:lnTo>
                  <a:lnTo>
                    <a:pt x="6654" y="30821"/>
                  </a:lnTo>
                  <a:lnTo>
                    <a:pt x="6633" y="30821"/>
                  </a:lnTo>
                  <a:lnTo>
                    <a:pt x="6592" y="30926"/>
                  </a:lnTo>
                  <a:lnTo>
                    <a:pt x="6592" y="30968"/>
                  </a:lnTo>
                  <a:lnTo>
                    <a:pt x="6759" y="30968"/>
                  </a:lnTo>
                  <a:lnTo>
                    <a:pt x="7010" y="31093"/>
                  </a:lnTo>
                  <a:lnTo>
                    <a:pt x="7052" y="31093"/>
                  </a:lnTo>
                  <a:lnTo>
                    <a:pt x="7052" y="31051"/>
                  </a:lnTo>
                  <a:lnTo>
                    <a:pt x="7094" y="30989"/>
                  </a:lnTo>
                  <a:lnTo>
                    <a:pt x="7157" y="30968"/>
                  </a:lnTo>
                  <a:lnTo>
                    <a:pt x="7157" y="30926"/>
                  </a:lnTo>
                  <a:lnTo>
                    <a:pt x="7094" y="30884"/>
                  </a:lnTo>
                  <a:lnTo>
                    <a:pt x="7073" y="30863"/>
                  </a:lnTo>
                  <a:lnTo>
                    <a:pt x="6989" y="30863"/>
                  </a:lnTo>
                  <a:lnTo>
                    <a:pt x="6968" y="30884"/>
                  </a:lnTo>
                  <a:lnTo>
                    <a:pt x="6968" y="30842"/>
                  </a:lnTo>
                  <a:lnTo>
                    <a:pt x="6989" y="30821"/>
                  </a:lnTo>
                  <a:lnTo>
                    <a:pt x="6989" y="30759"/>
                  </a:lnTo>
                  <a:lnTo>
                    <a:pt x="6885" y="30717"/>
                  </a:lnTo>
                  <a:lnTo>
                    <a:pt x="6696" y="30633"/>
                  </a:lnTo>
                  <a:lnTo>
                    <a:pt x="6675" y="30570"/>
                  </a:lnTo>
                  <a:lnTo>
                    <a:pt x="6696" y="30549"/>
                  </a:lnTo>
                  <a:lnTo>
                    <a:pt x="6780" y="30570"/>
                  </a:lnTo>
                  <a:lnTo>
                    <a:pt x="6843" y="30549"/>
                  </a:lnTo>
                  <a:lnTo>
                    <a:pt x="6864" y="30549"/>
                  </a:lnTo>
                  <a:lnTo>
                    <a:pt x="6885" y="30612"/>
                  </a:lnTo>
                  <a:lnTo>
                    <a:pt x="6968" y="30675"/>
                  </a:lnTo>
                  <a:lnTo>
                    <a:pt x="7052" y="30738"/>
                  </a:lnTo>
                  <a:lnTo>
                    <a:pt x="7115" y="30738"/>
                  </a:lnTo>
                  <a:lnTo>
                    <a:pt x="7219" y="30675"/>
                  </a:lnTo>
                  <a:lnTo>
                    <a:pt x="7303" y="30633"/>
                  </a:lnTo>
                  <a:lnTo>
                    <a:pt x="7324" y="30570"/>
                  </a:lnTo>
                  <a:lnTo>
                    <a:pt x="7261" y="30549"/>
                  </a:lnTo>
                  <a:lnTo>
                    <a:pt x="7157" y="30549"/>
                  </a:lnTo>
                  <a:lnTo>
                    <a:pt x="7094" y="30528"/>
                  </a:lnTo>
                  <a:lnTo>
                    <a:pt x="7094" y="30466"/>
                  </a:lnTo>
                  <a:lnTo>
                    <a:pt x="7219" y="30466"/>
                  </a:lnTo>
                  <a:lnTo>
                    <a:pt x="7303" y="30424"/>
                  </a:lnTo>
                  <a:lnTo>
                    <a:pt x="7303" y="30403"/>
                  </a:lnTo>
                  <a:lnTo>
                    <a:pt x="7219" y="30340"/>
                  </a:lnTo>
                  <a:lnTo>
                    <a:pt x="7157" y="30319"/>
                  </a:lnTo>
                  <a:lnTo>
                    <a:pt x="7157" y="30298"/>
                  </a:lnTo>
                  <a:lnTo>
                    <a:pt x="7198" y="30298"/>
                  </a:lnTo>
                  <a:lnTo>
                    <a:pt x="7219" y="30256"/>
                  </a:lnTo>
                  <a:lnTo>
                    <a:pt x="7198" y="30235"/>
                  </a:lnTo>
                  <a:lnTo>
                    <a:pt x="7094" y="30214"/>
                  </a:lnTo>
                  <a:lnTo>
                    <a:pt x="7052" y="30152"/>
                  </a:lnTo>
                  <a:lnTo>
                    <a:pt x="7073" y="30131"/>
                  </a:lnTo>
                  <a:lnTo>
                    <a:pt x="7157" y="30152"/>
                  </a:lnTo>
                  <a:lnTo>
                    <a:pt x="7261" y="30194"/>
                  </a:lnTo>
                  <a:lnTo>
                    <a:pt x="7408" y="30152"/>
                  </a:lnTo>
                  <a:lnTo>
                    <a:pt x="7491" y="30110"/>
                  </a:lnTo>
                  <a:lnTo>
                    <a:pt x="7512" y="30047"/>
                  </a:lnTo>
                  <a:lnTo>
                    <a:pt x="7491" y="30005"/>
                  </a:lnTo>
                  <a:lnTo>
                    <a:pt x="7387" y="29984"/>
                  </a:lnTo>
                  <a:lnTo>
                    <a:pt x="7198" y="29942"/>
                  </a:lnTo>
                  <a:lnTo>
                    <a:pt x="7115" y="29901"/>
                  </a:lnTo>
                  <a:lnTo>
                    <a:pt x="7115" y="29880"/>
                  </a:lnTo>
                  <a:lnTo>
                    <a:pt x="7177" y="29880"/>
                  </a:lnTo>
                  <a:lnTo>
                    <a:pt x="7261" y="29901"/>
                  </a:lnTo>
                  <a:lnTo>
                    <a:pt x="7408" y="29901"/>
                  </a:lnTo>
                  <a:lnTo>
                    <a:pt x="7491" y="29838"/>
                  </a:lnTo>
                  <a:lnTo>
                    <a:pt x="7491" y="29775"/>
                  </a:lnTo>
                  <a:lnTo>
                    <a:pt x="7408" y="29712"/>
                  </a:lnTo>
                  <a:lnTo>
                    <a:pt x="7324" y="29691"/>
                  </a:lnTo>
                  <a:lnTo>
                    <a:pt x="7303" y="29629"/>
                  </a:lnTo>
                  <a:lnTo>
                    <a:pt x="7366" y="29629"/>
                  </a:lnTo>
                  <a:lnTo>
                    <a:pt x="7408" y="29670"/>
                  </a:lnTo>
                  <a:lnTo>
                    <a:pt x="7429" y="29712"/>
                  </a:lnTo>
                  <a:lnTo>
                    <a:pt x="7512" y="29691"/>
                  </a:lnTo>
                  <a:lnTo>
                    <a:pt x="7575" y="29629"/>
                  </a:lnTo>
                  <a:lnTo>
                    <a:pt x="7575" y="29587"/>
                  </a:lnTo>
                  <a:lnTo>
                    <a:pt x="7512" y="29566"/>
                  </a:lnTo>
                  <a:lnTo>
                    <a:pt x="7429" y="29503"/>
                  </a:lnTo>
                  <a:lnTo>
                    <a:pt x="7429" y="29482"/>
                  </a:lnTo>
                  <a:lnTo>
                    <a:pt x="7491" y="29461"/>
                  </a:lnTo>
                  <a:lnTo>
                    <a:pt x="7512" y="29503"/>
                  </a:lnTo>
                  <a:lnTo>
                    <a:pt x="7575" y="29524"/>
                  </a:lnTo>
                  <a:lnTo>
                    <a:pt x="7638" y="29461"/>
                  </a:lnTo>
                  <a:lnTo>
                    <a:pt x="7638" y="29419"/>
                  </a:lnTo>
                  <a:lnTo>
                    <a:pt x="7533" y="29398"/>
                  </a:lnTo>
                  <a:lnTo>
                    <a:pt x="7470" y="29357"/>
                  </a:lnTo>
                  <a:lnTo>
                    <a:pt x="7429" y="29294"/>
                  </a:lnTo>
                  <a:lnTo>
                    <a:pt x="7491" y="29294"/>
                  </a:lnTo>
                  <a:lnTo>
                    <a:pt x="7575" y="29357"/>
                  </a:lnTo>
                  <a:lnTo>
                    <a:pt x="7638" y="29357"/>
                  </a:lnTo>
                  <a:lnTo>
                    <a:pt x="7701" y="29398"/>
                  </a:lnTo>
                  <a:lnTo>
                    <a:pt x="7742" y="29398"/>
                  </a:lnTo>
                  <a:lnTo>
                    <a:pt x="7784" y="29315"/>
                  </a:lnTo>
                  <a:lnTo>
                    <a:pt x="7784" y="29273"/>
                  </a:lnTo>
                  <a:lnTo>
                    <a:pt x="7826" y="29210"/>
                  </a:lnTo>
                  <a:lnTo>
                    <a:pt x="7826" y="29168"/>
                  </a:lnTo>
                  <a:lnTo>
                    <a:pt x="7805" y="29106"/>
                  </a:lnTo>
                  <a:lnTo>
                    <a:pt x="7826" y="29001"/>
                  </a:lnTo>
                  <a:lnTo>
                    <a:pt x="7826" y="28959"/>
                  </a:lnTo>
                  <a:lnTo>
                    <a:pt x="7742" y="28854"/>
                  </a:lnTo>
                  <a:lnTo>
                    <a:pt x="7617" y="28750"/>
                  </a:lnTo>
                  <a:lnTo>
                    <a:pt x="7512" y="28729"/>
                  </a:lnTo>
                  <a:lnTo>
                    <a:pt x="7470" y="28666"/>
                  </a:lnTo>
                  <a:lnTo>
                    <a:pt x="7470" y="28645"/>
                  </a:lnTo>
                  <a:lnTo>
                    <a:pt x="7533" y="28645"/>
                  </a:lnTo>
                  <a:lnTo>
                    <a:pt x="7596" y="28666"/>
                  </a:lnTo>
                  <a:lnTo>
                    <a:pt x="7722" y="28771"/>
                  </a:lnTo>
                  <a:lnTo>
                    <a:pt x="7805" y="28854"/>
                  </a:lnTo>
                  <a:lnTo>
                    <a:pt x="7889" y="28854"/>
                  </a:lnTo>
                  <a:lnTo>
                    <a:pt x="7910" y="28834"/>
                  </a:lnTo>
                  <a:lnTo>
                    <a:pt x="7889" y="28687"/>
                  </a:lnTo>
                  <a:lnTo>
                    <a:pt x="7826" y="28582"/>
                  </a:lnTo>
                  <a:lnTo>
                    <a:pt x="7701" y="28562"/>
                  </a:lnTo>
                  <a:lnTo>
                    <a:pt x="7533" y="28478"/>
                  </a:lnTo>
                  <a:lnTo>
                    <a:pt x="7491" y="28457"/>
                  </a:lnTo>
                  <a:lnTo>
                    <a:pt x="7491" y="28415"/>
                  </a:lnTo>
                  <a:lnTo>
                    <a:pt x="7533" y="28415"/>
                  </a:lnTo>
                  <a:lnTo>
                    <a:pt x="7596" y="28436"/>
                  </a:lnTo>
                  <a:lnTo>
                    <a:pt x="7638" y="28478"/>
                  </a:lnTo>
                  <a:lnTo>
                    <a:pt x="7742" y="28478"/>
                  </a:lnTo>
                  <a:lnTo>
                    <a:pt x="7805" y="28415"/>
                  </a:lnTo>
                  <a:lnTo>
                    <a:pt x="7826" y="28352"/>
                  </a:lnTo>
                  <a:lnTo>
                    <a:pt x="7826" y="28269"/>
                  </a:lnTo>
                  <a:lnTo>
                    <a:pt x="7847" y="28269"/>
                  </a:lnTo>
                  <a:lnTo>
                    <a:pt x="7910" y="28310"/>
                  </a:lnTo>
                  <a:lnTo>
                    <a:pt x="7910" y="28331"/>
                  </a:lnTo>
                  <a:lnTo>
                    <a:pt x="7910" y="28373"/>
                  </a:lnTo>
                  <a:lnTo>
                    <a:pt x="8014" y="28436"/>
                  </a:lnTo>
                  <a:lnTo>
                    <a:pt x="8056" y="28436"/>
                  </a:lnTo>
                  <a:lnTo>
                    <a:pt x="8119" y="28478"/>
                  </a:lnTo>
                  <a:lnTo>
                    <a:pt x="8161" y="28478"/>
                  </a:lnTo>
                  <a:lnTo>
                    <a:pt x="8203" y="28436"/>
                  </a:lnTo>
                  <a:lnTo>
                    <a:pt x="8245" y="28373"/>
                  </a:lnTo>
                  <a:lnTo>
                    <a:pt x="8266" y="28352"/>
                  </a:lnTo>
                  <a:lnTo>
                    <a:pt x="8245" y="28310"/>
                  </a:lnTo>
                  <a:lnTo>
                    <a:pt x="8161" y="28269"/>
                  </a:lnTo>
                  <a:lnTo>
                    <a:pt x="8014" y="28269"/>
                  </a:lnTo>
                  <a:lnTo>
                    <a:pt x="7994" y="28248"/>
                  </a:lnTo>
                  <a:lnTo>
                    <a:pt x="7994" y="28227"/>
                  </a:lnTo>
                  <a:lnTo>
                    <a:pt x="7994" y="28164"/>
                  </a:lnTo>
                  <a:lnTo>
                    <a:pt x="7931" y="28122"/>
                  </a:lnTo>
                  <a:lnTo>
                    <a:pt x="7931" y="28059"/>
                  </a:lnTo>
                  <a:lnTo>
                    <a:pt x="7994" y="28018"/>
                  </a:lnTo>
                  <a:lnTo>
                    <a:pt x="8014" y="28018"/>
                  </a:lnTo>
                  <a:lnTo>
                    <a:pt x="8056" y="28059"/>
                  </a:lnTo>
                  <a:lnTo>
                    <a:pt x="8056" y="28143"/>
                  </a:lnTo>
                  <a:lnTo>
                    <a:pt x="8119" y="28206"/>
                  </a:lnTo>
                  <a:lnTo>
                    <a:pt x="8245" y="28206"/>
                  </a:lnTo>
                  <a:lnTo>
                    <a:pt x="8307" y="28164"/>
                  </a:lnTo>
                  <a:lnTo>
                    <a:pt x="8307" y="28122"/>
                  </a:lnTo>
                  <a:lnTo>
                    <a:pt x="8266" y="28059"/>
                  </a:lnTo>
                  <a:lnTo>
                    <a:pt x="8161" y="28018"/>
                  </a:lnTo>
                  <a:lnTo>
                    <a:pt x="8098" y="27955"/>
                  </a:lnTo>
                  <a:lnTo>
                    <a:pt x="8056" y="27850"/>
                  </a:lnTo>
                  <a:lnTo>
                    <a:pt x="8098" y="27850"/>
                  </a:lnTo>
                  <a:lnTo>
                    <a:pt x="8140" y="27913"/>
                  </a:lnTo>
                  <a:lnTo>
                    <a:pt x="8245" y="27955"/>
                  </a:lnTo>
                  <a:lnTo>
                    <a:pt x="8307" y="27997"/>
                  </a:lnTo>
                  <a:lnTo>
                    <a:pt x="8370" y="28059"/>
                  </a:lnTo>
                  <a:lnTo>
                    <a:pt x="8412" y="28038"/>
                  </a:lnTo>
                  <a:lnTo>
                    <a:pt x="8412" y="27997"/>
                  </a:lnTo>
                  <a:lnTo>
                    <a:pt x="8370" y="27934"/>
                  </a:lnTo>
                  <a:lnTo>
                    <a:pt x="8266" y="27892"/>
                  </a:lnTo>
                  <a:lnTo>
                    <a:pt x="8203" y="27829"/>
                  </a:lnTo>
                  <a:lnTo>
                    <a:pt x="8203" y="27746"/>
                  </a:lnTo>
                  <a:lnTo>
                    <a:pt x="8245" y="27704"/>
                  </a:lnTo>
                  <a:lnTo>
                    <a:pt x="8266" y="27641"/>
                  </a:lnTo>
                  <a:lnTo>
                    <a:pt x="8328" y="27641"/>
                  </a:lnTo>
                  <a:lnTo>
                    <a:pt x="8349" y="27704"/>
                  </a:lnTo>
                  <a:lnTo>
                    <a:pt x="8475" y="27808"/>
                  </a:lnTo>
                  <a:lnTo>
                    <a:pt x="8558" y="27808"/>
                  </a:lnTo>
                  <a:lnTo>
                    <a:pt x="8621" y="27787"/>
                  </a:lnTo>
                  <a:lnTo>
                    <a:pt x="8684" y="27787"/>
                  </a:lnTo>
                  <a:lnTo>
                    <a:pt x="8768" y="27746"/>
                  </a:lnTo>
                  <a:lnTo>
                    <a:pt x="8789" y="27683"/>
                  </a:lnTo>
                  <a:lnTo>
                    <a:pt x="8768" y="27641"/>
                  </a:lnTo>
                  <a:lnTo>
                    <a:pt x="8684" y="27620"/>
                  </a:lnTo>
                  <a:lnTo>
                    <a:pt x="8621" y="27578"/>
                  </a:lnTo>
                  <a:lnTo>
                    <a:pt x="8517" y="27515"/>
                  </a:lnTo>
                  <a:lnTo>
                    <a:pt x="8454" y="27515"/>
                  </a:lnTo>
                  <a:lnTo>
                    <a:pt x="8370" y="27494"/>
                  </a:lnTo>
                  <a:lnTo>
                    <a:pt x="8412" y="27432"/>
                  </a:lnTo>
                  <a:lnTo>
                    <a:pt x="8433" y="27411"/>
                  </a:lnTo>
                  <a:lnTo>
                    <a:pt x="8517" y="27411"/>
                  </a:lnTo>
                  <a:lnTo>
                    <a:pt x="8579" y="27494"/>
                  </a:lnTo>
                  <a:lnTo>
                    <a:pt x="8642" y="27515"/>
                  </a:lnTo>
                  <a:lnTo>
                    <a:pt x="8684" y="27515"/>
                  </a:lnTo>
                  <a:lnTo>
                    <a:pt x="8768" y="27620"/>
                  </a:lnTo>
                  <a:lnTo>
                    <a:pt x="8851" y="27641"/>
                  </a:lnTo>
                  <a:lnTo>
                    <a:pt x="8893" y="27620"/>
                  </a:lnTo>
                  <a:lnTo>
                    <a:pt x="8935" y="27578"/>
                  </a:lnTo>
                  <a:lnTo>
                    <a:pt x="8935" y="27515"/>
                  </a:lnTo>
                  <a:lnTo>
                    <a:pt x="8935" y="27411"/>
                  </a:lnTo>
                  <a:lnTo>
                    <a:pt x="8893" y="27369"/>
                  </a:lnTo>
                  <a:lnTo>
                    <a:pt x="8851" y="27327"/>
                  </a:lnTo>
                  <a:lnTo>
                    <a:pt x="8851" y="27306"/>
                  </a:lnTo>
                  <a:lnTo>
                    <a:pt x="8956" y="27306"/>
                  </a:lnTo>
                  <a:lnTo>
                    <a:pt x="8977" y="27222"/>
                  </a:lnTo>
                  <a:lnTo>
                    <a:pt x="8977" y="27181"/>
                  </a:lnTo>
                  <a:lnTo>
                    <a:pt x="8935" y="27181"/>
                  </a:lnTo>
                  <a:lnTo>
                    <a:pt x="8872" y="27201"/>
                  </a:lnTo>
                  <a:lnTo>
                    <a:pt x="8830" y="27160"/>
                  </a:lnTo>
                  <a:lnTo>
                    <a:pt x="8768" y="27097"/>
                  </a:lnTo>
                  <a:lnTo>
                    <a:pt x="8684" y="27097"/>
                  </a:lnTo>
                  <a:lnTo>
                    <a:pt x="8558" y="27013"/>
                  </a:lnTo>
                  <a:lnTo>
                    <a:pt x="8538" y="26992"/>
                  </a:lnTo>
                  <a:lnTo>
                    <a:pt x="8579" y="26950"/>
                  </a:lnTo>
                  <a:lnTo>
                    <a:pt x="8684" y="26950"/>
                  </a:lnTo>
                  <a:lnTo>
                    <a:pt x="8789" y="26971"/>
                  </a:lnTo>
                  <a:lnTo>
                    <a:pt x="8872" y="26971"/>
                  </a:lnTo>
                  <a:lnTo>
                    <a:pt x="8893" y="26909"/>
                  </a:lnTo>
                  <a:lnTo>
                    <a:pt x="8956" y="26909"/>
                  </a:lnTo>
                  <a:lnTo>
                    <a:pt x="9040" y="26971"/>
                  </a:lnTo>
                  <a:lnTo>
                    <a:pt x="9061" y="26867"/>
                  </a:lnTo>
                  <a:lnTo>
                    <a:pt x="9040" y="26699"/>
                  </a:lnTo>
                  <a:lnTo>
                    <a:pt x="8998" y="26595"/>
                  </a:lnTo>
                  <a:lnTo>
                    <a:pt x="8956" y="26553"/>
                  </a:lnTo>
                  <a:lnTo>
                    <a:pt x="8935" y="26469"/>
                  </a:lnTo>
                  <a:lnTo>
                    <a:pt x="8935" y="26427"/>
                  </a:lnTo>
                  <a:lnTo>
                    <a:pt x="8977" y="26365"/>
                  </a:lnTo>
                  <a:lnTo>
                    <a:pt x="8956" y="26260"/>
                  </a:lnTo>
                  <a:lnTo>
                    <a:pt x="8956" y="26218"/>
                  </a:lnTo>
                  <a:lnTo>
                    <a:pt x="8977" y="26155"/>
                  </a:lnTo>
                  <a:lnTo>
                    <a:pt x="8998" y="26176"/>
                  </a:lnTo>
                  <a:lnTo>
                    <a:pt x="9040" y="26239"/>
                  </a:lnTo>
                  <a:lnTo>
                    <a:pt x="9102" y="26260"/>
                  </a:lnTo>
                  <a:lnTo>
                    <a:pt x="9102" y="26218"/>
                  </a:lnTo>
                  <a:lnTo>
                    <a:pt x="9165" y="26176"/>
                  </a:lnTo>
                  <a:lnTo>
                    <a:pt x="9207" y="26218"/>
                  </a:lnTo>
                  <a:lnTo>
                    <a:pt x="9249" y="26344"/>
                  </a:lnTo>
                  <a:lnTo>
                    <a:pt x="9291" y="26365"/>
                  </a:lnTo>
                  <a:lnTo>
                    <a:pt x="9374" y="26365"/>
                  </a:lnTo>
                  <a:lnTo>
                    <a:pt x="9479" y="26239"/>
                  </a:lnTo>
                  <a:lnTo>
                    <a:pt x="9521" y="26113"/>
                  </a:lnTo>
                  <a:lnTo>
                    <a:pt x="9521" y="26009"/>
                  </a:lnTo>
                  <a:lnTo>
                    <a:pt x="9500" y="25925"/>
                  </a:lnTo>
                  <a:lnTo>
                    <a:pt x="9500" y="25862"/>
                  </a:lnTo>
                  <a:lnTo>
                    <a:pt x="9563" y="25841"/>
                  </a:lnTo>
                  <a:lnTo>
                    <a:pt x="9605" y="25841"/>
                  </a:lnTo>
                  <a:lnTo>
                    <a:pt x="9626" y="25800"/>
                  </a:lnTo>
                  <a:lnTo>
                    <a:pt x="9667" y="25758"/>
                  </a:lnTo>
                  <a:lnTo>
                    <a:pt x="9688" y="25821"/>
                  </a:lnTo>
                  <a:lnTo>
                    <a:pt x="9730" y="25883"/>
                  </a:lnTo>
                  <a:lnTo>
                    <a:pt x="9814" y="25883"/>
                  </a:lnTo>
                  <a:lnTo>
                    <a:pt x="9877" y="25841"/>
                  </a:lnTo>
                  <a:lnTo>
                    <a:pt x="9877" y="25800"/>
                  </a:lnTo>
                  <a:lnTo>
                    <a:pt x="9877" y="25737"/>
                  </a:lnTo>
                  <a:lnTo>
                    <a:pt x="9898" y="25737"/>
                  </a:lnTo>
                  <a:lnTo>
                    <a:pt x="9918" y="25800"/>
                  </a:lnTo>
                  <a:lnTo>
                    <a:pt x="9939" y="25883"/>
                  </a:lnTo>
                  <a:lnTo>
                    <a:pt x="9981" y="25925"/>
                  </a:lnTo>
                  <a:lnTo>
                    <a:pt x="10044" y="25862"/>
                  </a:lnTo>
                  <a:lnTo>
                    <a:pt x="10107" y="25821"/>
                  </a:lnTo>
                  <a:lnTo>
                    <a:pt x="10149" y="25800"/>
                  </a:lnTo>
                  <a:lnTo>
                    <a:pt x="10211" y="25841"/>
                  </a:lnTo>
                  <a:lnTo>
                    <a:pt x="10295" y="25841"/>
                  </a:lnTo>
                  <a:lnTo>
                    <a:pt x="10358" y="25800"/>
                  </a:lnTo>
                  <a:lnTo>
                    <a:pt x="10400" y="25716"/>
                  </a:lnTo>
                  <a:lnTo>
                    <a:pt x="10421" y="25674"/>
                  </a:lnTo>
                  <a:lnTo>
                    <a:pt x="10421" y="25632"/>
                  </a:lnTo>
                  <a:lnTo>
                    <a:pt x="10358" y="25549"/>
                  </a:lnTo>
                  <a:lnTo>
                    <a:pt x="10316" y="25423"/>
                  </a:lnTo>
                  <a:lnTo>
                    <a:pt x="10295" y="25339"/>
                  </a:lnTo>
                  <a:lnTo>
                    <a:pt x="10337" y="25297"/>
                  </a:lnTo>
                  <a:lnTo>
                    <a:pt x="10358" y="25318"/>
                  </a:lnTo>
                  <a:lnTo>
                    <a:pt x="10400" y="25423"/>
                  </a:lnTo>
                  <a:lnTo>
                    <a:pt x="10442" y="25423"/>
                  </a:lnTo>
                  <a:lnTo>
                    <a:pt x="10525" y="25339"/>
                  </a:lnTo>
                  <a:lnTo>
                    <a:pt x="10546" y="25256"/>
                  </a:lnTo>
                  <a:lnTo>
                    <a:pt x="10609" y="25193"/>
                  </a:lnTo>
                  <a:lnTo>
                    <a:pt x="10630" y="25130"/>
                  </a:lnTo>
                  <a:lnTo>
                    <a:pt x="10546" y="25046"/>
                  </a:lnTo>
                  <a:lnTo>
                    <a:pt x="10546" y="25005"/>
                  </a:lnTo>
                  <a:lnTo>
                    <a:pt x="10609" y="24942"/>
                  </a:lnTo>
                  <a:lnTo>
                    <a:pt x="10651" y="24921"/>
                  </a:lnTo>
                  <a:lnTo>
                    <a:pt x="10672" y="24942"/>
                  </a:lnTo>
                  <a:lnTo>
                    <a:pt x="10672" y="24984"/>
                  </a:lnTo>
                  <a:lnTo>
                    <a:pt x="10735" y="25046"/>
                  </a:lnTo>
                  <a:lnTo>
                    <a:pt x="10839" y="25088"/>
                  </a:lnTo>
                  <a:lnTo>
                    <a:pt x="10881" y="25109"/>
                  </a:lnTo>
                  <a:lnTo>
                    <a:pt x="10839" y="25172"/>
                  </a:lnTo>
                  <a:lnTo>
                    <a:pt x="10755" y="25214"/>
                  </a:lnTo>
                  <a:lnTo>
                    <a:pt x="10714" y="25318"/>
                  </a:lnTo>
                  <a:lnTo>
                    <a:pt x="10714" y="25402"/>
                  </a:lnTo>
                  <a:lnTo>
                    <a:pt x="10839" y="25549"/>
                  </a:lnTo>
                  <a:lnTo>
                    <a:pt x="10881" y="25590"/>
                  </a:lnTo>
                  <a:lnTo>
                    <a:pt x="10923" y="25507"/>
                  </a:lnTo>
                  <a:lnTo>
                    <a:pt x="10923" y="25444"/>
                  </a:lnTo>
                  <a:lnTo>
                    <a:pt x="10944" y="25381"/>
                  </a:lnTo>
                  <a:lnTo>
                    <a:pt x="10965" y="25277"/>
                  </a:lnTo>
                  <a:lnTo>
                    <a:pt x="10986" y="25277"/>
                  </a:lnTo>
                  <a:lnTo>
                    <a:pt x="11027" y="25318"/>
                  </a:lnTo>
                  <a:lnTo>
                    <a:pt x="10986" y="25402"/>
                  </a:lnTo>
                  <a:lnTo>
                    <a:pt x="10986" y="25444"/>
                  </a:lnTo>
                  <a:lnTo>
                    <a:pt x="11048" y="25549"/>
                  </a:lnTo>
                  <a:lnTo>
                    <a:pt x="11132" y="25590"/>
                  </a:lnTo>
                  <a:lnTo>
                    <a:pt x="11195" y="25528"/>
                  </a:lnTo>
                  <a:lnTo>
                    <a:pt x="11279" y="25528"/>
                  </a:lnTo>
                  <a:lnTo>
                    <a:pt x="11299" y="25486"/>
                  </a:lnTo>
                  <a:lnTo>
                    <a:pt x="11299" y="25423"/>
                  </a:lnTo>
                  <a:lnTo>
                    <a:pt x="11341" y="25381"/>
                  </a:lnTo>
                  <a:lnTo>
                    <a:pt x="11362" y="25381"/>
                  </a:lnTo>
                  <a:lnTo>
                    <a:pt x="11383" y="25402"/>
                  </a:lnTo>
                  <a:lnTo>
                    <a:pt x="11362" y="25444"/>
                  </a:lnTo>
                  <a:lnTo>
                    <a:pt x="11362" y="25507"/>
                  </a:lnTo>
                  <a:lnTo>
                    <a:pt x="11404" y="25549"/>
                  </a:lnTo>
                  <a:lnTo>
                    <a:pt x="11488" y="25549"/>
                  </a:lnTo>
                  <a:lnTo>
                    <a:pt x="11571" y="25444"/>
                  </a:lnTo>
                  <a:lnTo>
                    <a:pt x="11718" y="25339"/>
                  </a:lnTo>
                  <a:lnTo>
                    <a:pt x="11781" y="25339"/>
                  </a:lnTo>
                  <a:lnTo>
                    <a:pt x="11823" y="25318"/>
                  </a:lnTo>
                  <a:lnTo>
                    <a:pt x="11823" y="25235"/>
                  </a:lnTo>
                  <a:lnTo>
                    <a:pt x="11781" y="25172"/>
                  </a:lnTo>
                  <a:lnTo>
                    <a:pt x="11718" y="25130"/>
                  </a:lnTo>
                  <a:lnTo>
                    <a:pt x="11676" y="25088"/>
                  </a:lnTo>
                  <a:lnTo>
                    <a:pt x="11697" y="25067"/>
                  </a:lnTo>
                  <a:lnTo>
                    <a:pt x="11760" y="25067"/>
                  </a:lnTo>
                  <a:lnTo>
                    <a:pt x="11781" y="25109"/>
                  </a:lnTo>
                  <a:lnTo>
                    <a:pt x="11885" y="25172"/>
                  </a:lnTo>
                  <a:lnTo>
                    <a:pt x="11927" y="25172"/>
                  </a:lnTo>
                  <a:lnTo>
                    <a:pt x="11927" y="25088"/>
                  </a:lnTo>
                  <a:lnTo>
                    <a:pt x="11990" y="25088"/>
                  </a:lnTo>
                  <a:lnTo>
                    <a:pt x="12011" y="25130"/>
                  </a:lnTo>
                  <a:lnTo>
                    <a:pt x="12011" y="25193"/>
                  </a:lnTo>
                  <a:lnTo>
                    <a:pt x="12032" y="25214"/>
                  </a:lnTo>
                  <a:lnTo>
                    <a:pt x="12095" y="25193"/>
                  </a:lnTo>
                  <a:lnTo>
                    <a:pt x="12220" y="25046"/>
                  </a:lnTo>
                  <a:lnTo>
                    <a:pt x="12241" y="25025"/>
                  </a:lnTo>
                  <a:lnTo>
                    <a:pt x="12241" y="25005"/>
                  </a:lnTo>
                  <a:lnTo>
                    <a:pt x="12283" y="24921"/>
                  </a:lnTo>
                  <a:lnTo>
                    <a:pt x="12304" y="24879"/>
                  </a:lnTo>
                  <a:lnTo>
                    <a:pt x="12346" y="24837"/>
                  </a:lnTo>
                  <a:lnTo>
                    <a:pt x="12346" y="24837"/>
                  </a:lnTo>
                  <a:lnTo>
                    <a:pt x="12325" y="24900"/>
                  </a:lnTo>
                  <a:lnTo>
                    <a:pt x="12346" y="24942"/>
                  </a:lnTo>
                  <a:lnTo>
                    <a:pt x="12387" y="24984"/>
                  </a:lnTo>
                  <a:lnTo>
                    <a:pt x="12429" y="24942"/>
                  </a:lnTo>
                  <a:lnTo>
                    <a:pt x="12513" y="24837"/>
                  </a:lnTo>
                  <a:lnTo>
                    <a:pt x="12534" y="24774"/>
                  </a:lnTo>
                  <a:lnTo>
                    <a:pt x="12513" y="24691"/>
                  </a:lnTo>
                  <a:lnTo>
                    <a:pt x="12513" y="24607"/>
                  </a:lnTo>
                  <a:lnTo>
                    <a:pt x="12639" y="24481"/>
                  </a:lnTo>
                  <a:lnTo>
                    <a:pt x="12722" y="24460"/>
                  </a:lnTo>
                  <a:lnTo>
                    <a:pt x="12764" y="24398"/>
                  </a:lnTo>
                  <a:lnTo>
                    <a:pt x="12743" y="24356"/>
                  </a:lnTo>
                  <a:lnTo>
                    <a:pt x="12722" y="24293"/>
                  </a:lnTo>
                  <a:lnTo>
                    <a:pt x="12722" y="24272"/>
                  </a:lnTo>
                  <a:lnTo>
                    <a:pt x="12764" y="24293"/>
                  </a:lnTo>
                  <a:lnTo>
                    <a:pt x="12827" y="24314"/>
                  </a:lnTo>
                  <a:lnTo>
                    <a:pt x="12869" y="24314"/>
                  </a:lnTo>
                  <a:lnTo>
                    <a:pt x="12911" y="24251"/>
                  </a:lnTo>
                  <a:lnTo>
                    <a:pt x="12869" y="24188"/>
                  </a:lnTo>
                  <a:lnTo>
                    <a:pt x="12827" y="24147"/>
                  </a:lnTo>
                  <a:lnTo>
                    <a:pt x="12869" y="24168"/>
                  </a:lnTo>
                  <a:lnTo>
                    <a:pt x="12931" y="24209"/>
                  </a:lnTo>
                  <a:lnTo>
                    <a:pt x="12931" y="24168"/>
                  </a:lnTo>
                  <a:lnTo>
                    <a:pt x="12952" y="24084"/>
                  </a:lnTo>
                  <a:lnTo>
                    <a:pt x="13036" y="24084"/>
                  </a:lnTo>
                  <a:lnTo>
                    <a:pt x="13120" y="24042"/>
                  </a:lnTo>
                  <a:lnTo>
                    <a:pt x="13120" y="23958"/>
                  </a:lnTo>
                  <a:lnTo>
                    <a:pt x="13120" y="23937"/>
                  </a:lnTo>
                  <a:lnTo>
                    <a:pt x="13141" y="23875"/>
                  </a:lnTo>
                  <a:lnTo>
                    <a:pt x="13224" y="23875"/>
                  </a:lnTo>
                  <a:lnTo>
                    <a:pt x="13266" y="23854"/>
                  </a:lnTo>
                  <a:lnTo>
                    <a:pt x="13350" y="23749"/>
                  </a:lnTo>
                  <a:lnTo>
                    <a:pt x="13434" y="23707"/>
                  </a:lnTo>
                  <a:lnTo>
                    <a:pt x="13476" y="23707"/>
                  </a:lnTo>
                  <a:lnTo>
                    <a:pt x="13496" y="23728"/>
                  </a:lnTo>
                  <a:lnTo>
                    <a:pt x="13580" y="23707"/>
                  </a:lnTo>
                  <a:lnTo>
                    <a:pt x="13643" y="23624"/>
                  </a:lnTo>
                  <a:lnTo>
                    <a:pt x="13664" y="23477"/>
                  </a:lnTo>
                  <a:lnTo>
                    <a:pt x="13643" y="23352"/>
                  </a:lnTo>
                  <a:lnTo>
                    <a:pt x="13580" y="23352"/>
                  </a:lnTo>
                  <a:lnTo>
                    <a:pt x="13559" y="23331"/>
                  </a:lnTo>
                  <a:lnTo>
                    <a:pt x="13580" y="23247"/>
                  </a:lnTo>
                  <a:lnTo>
                    <a:pt x="13580" y="23142"/>
                  </a:lnTo>
                  <a:lnTo>
                    <a:pt x="13559" y="23059"/>
                  </a:lnTo>
                  <a:lnTo>
                    <a:pt x="13496" y="23017"/>
                  </a:lnTo>
                  <a:lnTo>
                    <a:pt x="13476" y="22912"/>
                  </a:lnTo>
                  <a:lnTo>
                    <a:pt x="13455" y="22870"/>
                  </a:lnTo>
                  <a:lnTo>
                    <a:pt x="13455" y="22787"/>
                  </a:lnTo>
                  <a:lnTo>
                    <a:pt x="13496" y="22787"/>
                  </a:lnTo>
                  <a:lnTo>
                    <a:pt x="13559" y="22808"/>
                  </a:lnTo>
                  <a:lnTo>
                    <a:pt x="13580" y="22912"/>
                  </a:lnTo>
                  <a:lnTo>
                    <a:pt x="13643" y="22996"/>
                  </a:lnTo>
                  <a:lnTo>
                    <a:pt x="13643" y="23080"/>
                  </a:lnTo>
                  <a:lnTo>
                    <a:pt x="13685" y="23184"/>
                  </a:lnTo>
                  <a:lnTo>
                    <a:pt x="13748" y="23205"/>
                  </a:lnTo>
                  <a:lnTo>
                    <a:pt x="13789" y="23247"/>
                  </a:lnTo>
                  <a:lnTo>
                    <a:pt x="13768" y="23331"/>
                  </a:lnTo>
                  <a:lnTo>
                    <a:pt x="13789" y="23414"/>
                  </a:lnTo>
                  <a:lnTo>
                    <a:pt x="13873" y="23456"/>
                  </a:lnTo>
                  <a:lnTo>
                    <a:pt x="13915" y="23456"/>
                  </a:lnTo>
                  <a:lnTo>
                    <a:pt x="13915" y="23414"/>
                  </a:lnTo>
                  <a:lnTo>
                    <a:pt x="13957" y="23352"/>
                  </a:lnTo>
                  <a:lnTo>
                    <a:pt x="13999" y="23352"/>
                  </a:lnTo>
                  <a:lnTo>
                    <a:pt x="14061" y="23435"/>
                  </a:lnTo>
                  <a:lnTo>
                    <a:pt x="14229" y="23435"/>
                  </a:lnTo>
                  <a:lnTo>
                    <a:pt x="14292" y="23393"/>
                  </a:lnTo>
                  <a:lnTo>
                    <a:pt x="14312" y="23414"/>
                  </a:lnTo>
                  <a:lnTo>
                    <a:pt x="14375" y="23414"/>
                  </a:lnTo>
                  <a:lnTo>
                    <a:pt x="14438" y="23352"/>
                  </a:lnTo>
                  <a:lnTo>
                    <a:pt x="14480" y="23289"/>
                  </a:lnTo>
                  <a:lnTo>
                    <a:pt x="14522" y="23289"/>
                  </a:lnTo>
                  <a:lnTo>
                    <a:pt x="14522" y="23226"/>
                  </a:lnTo>
                  <a:lnTo>
                    <a:pt x="14584" y="23205"/>
                  </a:lnTo>
                  <a:lnTo>
                    <a:pt x="14626" y="23226"/>
                  </a:lnTo>
                  <a:lnTo>
                    <a:pt x="14731" y="23352"/>
                  </a:lnTo>
                  <a:lnTo>
                    <a:pt x="14752" y="23414"/>
                  </a:lnTo>
                  <a:lnTo>
                    <a:pt x="14815" y="23414"/>
                  </a:lnTo>
                  <a:lnTo>
                    <a:pt x="14856" y="23352"/>
                  </a:lnTo>
                  <a:lnTo>
                    <a:pt x="14919" y="23331"/>
                  </a:lnTo>
                  <a:lnTo>
                    <a:pt x="14919" y="23226"/>
                  </a:lnTo>
                  <a:lnTo>
                    <a:pt x="14940" y="23226"/>
                  </a:lnTo>
                  <a:lnTo>
                    <a:pt x="14961" y="23247"/>
                  </a:lnTo>
                  <a:lnTo>
                    <a:pt x="15024" y="23247"/>
                  </a:lnTo>
                  <a:lnTo>
                    <a:pt x="15024" y="23205"/>
                  </a:lnTo>
                  <a:lnTo>
                    <a:pt x="15066" y="23205"/>
                  </a:lnTo>
                  <a:lnTo>
                    <a:pt x="15108" y="23226"/>
                  </a:lnTo>
                  <a:lnTo>
                    <a:pt x="15170" y="23226"/>
                  </a:lnTo>
                  <a:lnTo>
                    <a:pt x="15212" y="23184"/>
                  </a:lnTo>
                  <a:lnTo>
                    <a:pt x="15212" y="23121"/>
                  </a:lnTo>
                  <a:lnTo>
                    <a:pt x="15254" y="23100"/>
                  </a:lnTo>
                  <a:lnTo>
                    <a:pt x="15338" y="23100"/>
                  </a:lnTo>
                  <a:lnTo>
                    <a:pt x="15359" y="23080"/>
                  </a:lnTo>
                  <a:lnTo>
                    <a:pt x="15359" y="23017"/>
                  </a:lnTo>
                  <a:lnTo>
                    <a:pt x="15380" y="23017"/>
                  </a:lnTo>
                  <a:lnTo>
                    <a:pt x="15380" y="23080"/>
                  </a:lnTo>
                  <a:lnTo>
                    <a:pt x="15442" y="23100"/>
                  </a:lnTo>
                  <a:lnTo>
                    <a:pt x="15484" y="23038"/>
                  </a:lnTo>
                  <a:lnTo>
                    <a:pt x="15526" y="22975"/>
                  </a:lnTo>
                  <a:lnTo>
                    <a:pt x="15547" y="22975"/>
                  </a:lnTo>
                  <a:lnTo>
                    <a:pt x="15589" y="23038"/>
                  </a:lnTo>
                  <a:lnTo>
                    <a:pt x="15652" y="23080"/>
                  </a:lnTo>
                  <a:lnTo>
                    <a:pt x="15693" y="22975"/>
                  </a:lnTo>
                  <a:lnTo>
                    <a:pt x="15735" y="22975"/>
                  </a:lnTo>
                  <a:lnTo>
                    <a:pt x="15756" y="23017"/>
                  </a:lnTo>
                  <a:lnTo>
                    <a:pt x="15798" y="23038"/>
                  </a:lnTo>
                  <a:lnTo>
                    <a:pt x="15861" y="23038"/>
                  </a:lnTo>
                  <a:lnTo>
                    <a:pt x="15882" y="22975"/>
                  </a:lnTo>
                  <a:lnTo>
                    <a:pt x="15944" y="22933"/>
                  </a:lnTo>
                  <a:lnTo>
                    <a:pt x="16007" y="22933"/>
                  </a:lnTo>
                  <a:lnTo>
                    <a:pt x="16112" y="22891"/>
                  </a:lnTo>
                  <a:lnTo>
                    <a:pt x="16175" y="22891"/>
                  </a:lnTo>
                  <a:lnTo>
                    <a:pt x="16196" y="22933"/>
                  </a:lnTo>
                  <a:lnTo>
                    <a:pt x="16258" y="22933"/>
                  </a:lnTo>
                  <a:lnTo>
                    <a:pt x="16279" y="22870"/>
                  </a:lnTo>
                  <a:lnTo>
                    <a:pt x="16321" y="22808"/>
                  </a:lnTo>
                  <a:lnTo>
                    <a:pt x="16426" y="22808"/>
                  </a:lnTo>
                  <a:lnTo>
                    <a:pt x="16468" y="22766"/>
                  </a:lnTo>
                  <a:lnTo>
                    <a:pt x="16572" y="22724"/>
                  </a:lnTo>
                  <a:lnTo>
                    <a:pt x="16614" y="22703"/>
                  </a:lnTo>
                  <a:lnTo>
                    <a:pt x="16614" y="22661"/>
                  </a:lnTo>
                  <a:lnTo>
                    <a:pt x="16572" y="22577"/>
                  </a:lnTo>
                  <a:lnTo>
                    <a:pt x="16572" y="22515"/>
                  </a:lnTo>
                  <a:lnTo>
                    <a:pt x="16719" y="22577"/>
                  </a:lnTo>
                  <a:lnTo>
                    <a:pt x="16802" y="22619"/>
                  </a:lnTo>
                  <a:lnTo>
                    <a:pt x="16823" y="22682"/>
                  </a:lnTo>
                  <a:lnTo>
                    <a:pt x="16886" y="22703"/>
                  </a:lnTo>
                  <a:lnTo>
                    <a:pt x="16991" y="22619"/>
                  </a:lnTo>
                  <a:lnTo>
                    <a:pt x="16991" y="22536"/>
                  </a:lnTo>
                  <a:lnTo>
                    <a:pt x="16928" y="22515"/>
                  </a:lnTo>
                  <a:lnTo>
                    <a:pt x="16928" y="22473"/>
                  </a:lnTo>
                  <a:lnTo>
                    <a:pt x="17012" y="22431"/>
                  </a:lnTo>
                  <a:lnTo>
                    <a:pt x="17033" y="22494"/>
                  </a:lnTo>
                  <a:lnTo>
                    <a:pt x="17116" y="22515"/>
                  </a:lnTo>
                  <a:lnTo>
                    <a:pt x="17158" y="22410"/>
                  </a:lnTo>
                  <a:lnTo>
                    <a:pt x="17137" y="22326"/>
                  </a:lnTo>
                  <a:lnTo>
                    <a:pt x="17137" y="22264"/>
                  </a:lnTo>
                  <a:lnTo>
                    <a:pt x="17200" y="22264"/>
                  </a:lnTo>
                  <a:lnTo>
                    <a:pt x="17221" y="22305"/>
                  </a:lnTo>
                  <a:lnTo>
                    <a:pt x="17305" y="22326"/>
                  </a:lnTo>
                  <a:lnTo>
                    <a:pt x="17346" y="22284"/>
                  </a:lnTo>
                  <a:lnTo>
                    <a:pt x="17409" y="22264"/>
                  </a:lnTo>
                  <a:lnTo>
                    <a:pt x="17451" y="22264"/>
                  </a:lnTo>
                  <a:lnTo>
                    <a:pt x="17451" y="22180"/>
                  </a:lnTo>
                  <a:lnTo>
                    <a:pt x="17430" y="22117"/>
                  </a:lnTo>
                  <a:lnTo>
                    <a:pt x="17451" y="22096"/>
                  </a:lnTo>
                  <a:lnTo>
                    <a:pt x="17514" y="22117"/>
                  </a:lnTo>
                  <a:lnTo>
                    <a:pt x="17556" y="22180"/>
                  </a:lnTo>
                  <a:lnTo>
                    <a:pt x="17639" y="22159"/>
                  </a:lnTo>
                  <a:lnTo>
                    <a:pt x="17681" y="22096"/>
                  </a:lnTo>
                  <a:lnTo>
                    <a:pt x="17681" y="22012"/>
                  </a:lnTo>
                  <a:lnTo>
                    <a:pt x="17660" y="21992"/>
                  </a:lnTo>
                  <a:lnTo>
                    <a:pt x="17660" y="21950"/>
                  </a:lnTo>
                  <a:lnTo>
                    <a:pt x="17681" y="21908"/>
                  </a:lnTo>
                  <a:lnTo>
                    <a:pt x="17786" y="21908"/>
                  </a:lnTo>
                  <a:lnTo>
                    <a:pt x="17849" y="21950"/>
                  </a:lnTo>
                  <a:lnTo>
                    <a:pt x="17869" y="21887"/>
                  </a:lnTo>
                  <a:lnTo>
                    <a:pt x="17890" y="21845"/>
                  </a:lnTo>
                  <a:lnTo>
                    <a:pt x="17953" y="21866"/>
                  </a:lnTo>
                  <a:lnTo>
                    <a:pt x="17995" y="21908"/>
                  </a:lnTo>
                  <a:lnTo>
                    <a:pt x="18058" y="21950"/>
                  </a:lnTo>
                  <a:lnTo>
                    <a:pt x="18079" y="21908"/>
                  </a:lnTo>
                  <a:lnTo>
                    <a:pt x="18079" y="21866"/>
                  </a:lnTo>
                  <a:lnTo>
                    <a:pt x="18037" y="21803"/>
                  </a:lnTo>
                  <a:lnTo>
                    <a:pt x="18037" y="21761"/>
                  </a:lnTo>
                  <a:lnTo>
                    <a:pt x="18100" y="21699"/>
                  </a:lnTo>
                  <a:lnTo>
                    <a:pt x="18162" y="21740"/>
                  </a:lnTo>
                  <a:lnTo>
                    <a:pt x="18288" y="21699"/>
                  </a:lnTo>
                  <a:lnTo>
                    <a:pt x="18393" y="21636"/>
                  </a:lnTo>
                  <a:lnTo>
                    <a:pt x="18455" y="21531"/>
                  </a:lnTo>
                  <a:lnTo>
                    <a:pt x="18455" y="21489"/>
                  </a:lnTo>
                  <a:lnTo>
                    <a:pt x="18309" y="21552"/>
                  </a:lnTo>
                  <a:lnTo>
                    <a:pt x="18183" y="21552"/>
                  </a:lnTo>
                  <a:lnTo>
                    <a:pt x="18141" y="21531"/>
                  </a:lnTo>
                  <a:lnTo>
                    <a:pt x="17890" y="21531"/>
                  </a:lnTo>
                  <a:lnTo>
                    <a:pt x="17765" y="21489"/>
                  </a:lnTo>
                  <a:lnTo>
                    <a:pt x="17639" y="21447"/>
                  </a:lnTo>
                  <a:lnTo>
                    <a:pt x="17472" y="21427"/>
                  </a:lnTo>
                  <a:lnTo>
                    <a:pt x="17325" y="21280"/>
                  </a:lnTo>
                  <a:lnTo>
                    <a:pt x="17263" y="21238"/>
                  </a:lnTo>
                  <a:lnTo>
                    <a:pt x="17221" y="21238"/>
                  </a:lnTo>
                  <a:lnTo>
                    <a:pt x="17095" y="21301"/>
                  </a:lnTo>
                  <a:lnTo>
                    <a:pt x="17053" y="21259"/>
                  </a:lnTo>
                  <a:lnTo>
                    <a:pt x="17095" y="21217"/>
                  </a:lnTo>
                  <a:lnTo>
                    <a:pt x="17095" y="21175"/>
                  </a:lnTo>
                  <a:lnTo>
                    <a:pt x="17033" y="21238"/>
                  </a:lnTo>
                  <a:lnTo>
                    <a:pt x="16886" y="21343"/>
                  </a:lnTo>
                  <a:lnTo>
                    <a:pt x="16802" y="21385"/>
                  </a:lnTo>
                  <a:lnTo>
                    <a:pt x="16635" y="21385"/>
                  </a:lnTo>
                  <a:lnTo>
                    <a:pt x="16593" y="21427"/>
                  </a:lnTo>
                  <a:lnTo>
                    <a:pt x="16530" y="21385"/>
                  </a:lnTo>
                  <a:lnTo>
                    <a:pt x="16489" y="21364"/>
                  </a:lnTo>
                  <a:cubicBezTo>
                    <a:pt x="16489" y="21364"/>
                    <a:pt x="16426" y="21385"/>
                    <a:pt x="16405" y="21385"/>
                  </a:cubicBezTo>
                  <a:lnTo>
                    <a:pt x="16321" y="21385"/>
                  </a:lnTo>
                  <a:lnTo>
                    <a:pt x="16196" y="21531"/>
                  </a:lnTo>
                  <a:lnTo>
                    <a:pt x="16154" y="21594"/>
                  </a:lnTo>
                  <a:lnTo>
                    <a:pt x="16091" y="21531"/>
                  </a:lnTo>
                  <a:lnTo>
                    <a:pt x="16049" y="21489"/>
                  </a:lnTo>
                  <a:lnTo>
                    <a:pt x="15861" y="21489"/>
                  </a:lnTo>
                  <a:lnTo>
                    <a:pt x="15777" y="21468"/>
                  </a:lnTo>
                  <a:lnTo>
                    <a:pt x="15735" y="21489"/>
                  </a:lnTo>
                  <a:lnTo>
                    <a:pt x="15672" y="21447"/>
                  </a:lnTo>
                  <a:lnTo>
                    <a:pt x="15735" y="21364"/>
                  </a:lnTo>
                  <a:lnTo>
                    <a:pt x="15840" y="21364"/>
                  </a:lnTo>
                  <a:lnTo>
                    <a:pt x="15882" y="21427"/>
                  </a:lnTo>
                  <a:lnTo>
                    <a:pt x="15965" y="21447"/>
                  </a:lnTo>
                  <a:lnTo>
                    <a:pt x="16049" y="21385"/>
                  </a:lnTo>
                  <a:lnTo>
                    <a:pt x="16175" y="21364"/>
                  </a:lnTo>
                  <a:lnTo>
                    <a:pt x="16258" y="21280"/>
                  </a:lnTo>
                  <a:lnTo>
                    <a:pt x="16321" y="21280"/>
                  </a:lnTo>
                  <a:lnTo>
                    <a:pt x="16426" y="21322"/>
                  </a:lnTo>
                  <a:lnTo>
                    <a:pt x="16530" y="21280"/>
                  </a:lnTo>
                  <a:lnTo>
                    <a:pt x="16572" y="21238"/>
                  </a:lnTo>
                  <a:lnTo>
                    <a:pt x="16530" y="21175"/>
                  </a:lnTo>
                  <a:lnTo>
                    <a:pt x="16489" y="21175"/>
                  </a:lnTo>
                  <a:lnTo>
                    <a:pt x="16468" y="21134"/>
                  </a:lnTo>
                  <a:lnTo>
                    <a:pt x="16405" y="21134"/>
                  </a:lnTo>
                  <a:lnTo>
                    <a:pt x="16300" y="21155"/>
                  </a:lnTo>
                  <a:lnTo>
                    <a:pt x="16216" y="21134"/>
                  </a:lnTo>
                  <a:lnTo>
                    <a:pt x="16049" y="21134"/>
                  </a:lnTo>
                  <a:lnTo>
                    <a:pt x="15944" y="21155"/>
                  </a:lnTo>
                  <a:lnTo>
                    <a:pt x="15840" y="21155"/>
                  </a:lnTo>
                  <a:lnTo>
                    <a:pt x="15693" y="21134"/>
                  </a:lnTo>
                  <a:lnTo>
                    <a:pt x="15672" y="21071"/>
                  </a:lnTo>
                  <a:lnTo>
                    <a:pt x="15631" y="21050"/>
                  </a:lnTo>
                  <a:lnTo>
                    <a:pt x="15526" y="21071"/>
                  </a:lnTo>
                  <a:lnTo>
                    <a:pt x="15380" y="21071"/>
                  </a:lnTo>
                  <a:lnTo>
                    <a:pt x="15212" y="21175"/>
                  </a:lnTo>
                  <a:lnTo>
                    <a:pt x="15170" y="21155"/>
                  </a:lnTo>
                  <a:lnTo>
                    <a:pt x="15212" y="21071"/>
                  </a:lnTo>
                  <a:lnTo>
                    <a:pt x="15275" y="21008"/>
                  </a:lnTo>
                  <a:lnTo>
                    <a:pt x="15463" y="21008"/>
                  </a:lnTo>
                  <a:lnTo>
                    <a:pt x="15672" y="20903"/>
                  </a:lnTo>
                  <a:lnTo>
                    <a:pt x="15756" y="20841"/>
                  </a:lnTo>
                  <a:lnTo>
                    <a:pt x="15756" y="20757"/>
                  </a:lnTo>
                  <a:lnTo>
                    <a:pt x="15777" y="20715"/>
                  </a:lnTo>
                  <a:lnTo>
                    <a:pt x="15861" y="20715"/>
                  </a:lnTo>
                  <a:lnTo>
                    <a:pt x="15903" y="20694"/>
                  </a:lnTo>
                  <a:lnTo>
                    <a:pt x="15965" y="20611"/>
                  </a:lnTo>
                  <a:lnTo>
                    <a:pt x="15944" y="20548"/>
                  </a:lnTo>
                  <a:lnTo>
                    <a:pt x="15882" y="20506"/>
                  </a:lnTo>
                  <a:lnTo>
                    <a:pt x="15798" y="20485"/>
                  </a:lnTo>
                  <a:lnTo>
                    <a:pt x="15777" y="20443"/>
                  </a:lnTo>
                  <a:lnTo>
                    <a:pt x="15861" y="20401"/>
                  </a:lnTo>
                  <a:lnTo>
                    <a:pt x="15903" y="20401"/>
                  </a:lnTo>
                  <a:lnTo>
                    <a:pt x="15903" y="20422"/>
                  </a:lnTo>
                  <a:lnTo>
                    <a:pt x="15986" y="20443"/>
                  </a:lnTo>
                  <a:lnTo>
                    <a:pt x="16007" y="20422"/>
                  </a:lnTo>
                  <a:lnTo>
                    <a:pt x="15986" y="20380"/>
                  </a:lnTo>
                  <a:lnTo>
                    <a:pt x="15965" y="20339"/>
                  </a:lnTo>
                  <a:lnTo>
                    <a:pt x="15965" y="20234"/>
                  </a:lnTo>
                  <a:lnTo>
                    <a:pt x="16007" y="20276"/>
                  </a:lnTo>
                  <a:lnTo>
                    <a:pt x="16049" y="20318"/>
                  </a:lnTo>
                  <a:lnTo>
                    <a:pt x="16049" y="20401"/>
                  </a:lnTo>
                  <a:lnTo>
                    <a:pt x="16091" y="20506"/>
                  </a:lnTo>
                  <a:lnTo>
                    <a:pt x="16175" y="20548"/>
                  </a:lnTo>
                  <a:lnTo>
                    <a:pt x="16279" y="20527"/>
                  </a:lnTo>
                  <a:lnTo>
                    <a:pt x="16405" y="20527"/>
                  </a:lnTo>
                  <a:lnTo>
                    <a:pt x="16698" y="20401"/>
                  </a:lnTo>
                  <a:lnTo>
                    <a:pt x="16781" y="20401"/>
                  </a:lnTo>
                  <a:lnTo>
                    <a:pt x="16844" y="20380"/>
                  </a:lnTo>
                  <a:lnTo>
                    <a:pt x="16907" y="20297"/>
                  </a:lnTo>
                  <a:lnTo>
                    <a:pt x="16991" y="20276"/>
                  </a:lnTo>
                  <a:lnTo>
                    <a:pt x="17033" y="20171"/>
                  </a:lnTo>
                  <a:lnTo>
                    <a:pt x="16991" y="20067"/>
                  </a:lnTo>
                  <a:lnTo>
                    <a:pt x="16949" y="19983"/>
                  </a:lnTo>
                  <a:lnTo>
                    <a:pt x="16907" y="19983"/>
                  </a:lnTo>
                  <a:lnTo>
                    <a:pt x="16802" y="19920"/>
                  </a:lnTo>
                  <a:lnTo>
                    <a:pt x="16530" y="19857"/>
                  </a:lnTo>
                  <a:lnTo>
                    <a:pt x="16489" y="19857"/>
                  </a:lnTo>
                  <a:lnTo>
                    <a:pt x="16384" y="19899"/>
                  </a:lnTo>
                  <a:lnTo>
                    <a:pt x="16321" y="19857"/>
                  </a:lnTo>
                  <a:lnTo>
                    <a:pt x="16321" y="19732"/>
                  </a:lnTo>
                  <a:lnTo>
                    <a:pt x="16300" y="19690"/>
                  </a:lnTo>
                  <a:lnTo>
                    <a:pt x="16196" y="19753"/>
                  </a:lnTo>
                  <a:lnTo>
                    <a:pt x="16112" y="19753"/>
                  </a:lnTo>
                  <a:lnTo>
                    <a:pt x="16007" y="19815"/>
                  </a:lnTo>
                  <a:lnTo>
                    <a:pt x="15944" y="19815"/>
                  </a:lnTo>
                  <a:lnTo>
                    <a:pt x="15861" y="19774"/>
                  </a:lnTo>
                  <a:lnTo>
                    <a:pt x="15861" y="19690"/>
                  </a:lnTo>
                  <a:lnTo>
                    <a:pt x="15944" y="19753"/>
                  </a:lnTo>
                  <a:lnTo>
                    <a:pt x="16007" y="19690"/>
                  </a:lnTo>
                  <a:lnTo>
                    <a:pt x="16070" y="19648"/>
                  </a:lnTo>
                  <a:lnTo>
                    <a:pt x="16196" y="19648"/>
                  </a:lnTo>
                  <a:lnTo>
                    <a:pt x="16216" y="19585"/>
                  </a:lnTo>
                  <a:lnTo>
                    <a:pt x="16175" y="19523"/>
                  </a:lnTo>
                  <a:lnTo>
                    <a:pt x="16091" y="19418"/>
                  </a:lnTo>
                  <a:lnTo>
                    <a:pt x="16049" y="19376"/>
                  </a:lnTo>
                  <a:lnTo>
                    <a:pt x="15944" y="19376"/>
                  </a:lnTo>
                  <a:lnTo>
                    <a:pt x="15965" y="19355"/>
                  </a:lnTo>
                  <a:lnTo>
                    <a:pt x="16070" y="19292"/>
                  </a:lnTo>
                  <a:lnTo>
                    <a:pt x="16070" y="19251"/>
                  </a:lnTo>
                  <a:lnTo>
                    <a:pt x="16070" y="19146"/>
                  </a:lnTo>
                  <a:lnTo>
                    <a:pt x="16091" y="19104"/>
                  </a:lnTo>
                  <a:lnTo>
                    <a:pt x="16154" y="19167"/>
                  </a:lnTo>
                  <a:lnTo>
                    <a:pt x="16175" y="19313"/>
                  </a:lnTo>
                  <a:lnTo>
                    <a:pt x="16216" y="19355"/>
                  </a:lnTo>
                  <a:lnTo>
                    <a:pt x="16216" y="19418"/>
                  </a:lnTo>
                  <a:lnTo>
                    <a:pt x="16363" y="19543"/>
                  </a:lnTo>
                  <a:lnTo>
                    <a:pt x="16363" y="19585"/>
                  </a:lnTo>
                  <a:lnTo>
                    <a:pt x="16426" y="19669"/>
                  </a:lnTo>
                  <a:lnTo>
                    <a:pt x="16489" y="19690"/>
                  </a:lnTo>
                  <a:lnTo>
                    <a:pt x="16572" y="19669"/>
                  </a:lnTo>
                  <a:lnTo>
                    <a:pt x="16614" y="19648"/>
                  </a:lnTo>
                  <a:lnTo>
                    <a:pt x="16698" y="19690"/>
                  </a:lnTo>
                  <a:lnTo>
                    <a:pt x="16802" y="19669"/>
                  </a:lnTo>
                  <a:lnTo>
                    <a:pt x="16886" y="19648"/>
                  </a:lnTo>
                  <a:lnTo>
                    <a:pt x="16928" y="19690"/>
                  </a:lnTo>
                  <a:lnTo>
                    <a:pt x="16928" y="19774"/>
                  </a:lnTo>
                  <a:lnTo>
                    <a:pt x="17116" y="20004"/>
                  </a:lnTo>
                  <a:lnTo>
                    <a:pt x="17200" y="20067"/>
                  </a:lnTo>
                  <a:lnTo>
                    <a:pt x="17221" y="20004"/>
                  </a:lnTo>
                  <a:lnTo>
                    <a:pt x="17325" y="19983"/>
                  </a:lnTo>
                  <a:lnTo>
                    <a:pt x="17346" y="19983"/>
                  </a:lnTo>
                  <a:lnTo>
                    <a:pt x="17367" y="20025"/>
                  </a:lnTo>
                  <a:lnTo>
                    <a:pt x="17346" y="20108"/>
                  </a:lnTo>
                  <a:lnTo>
                    <a:pt x="17325" y="20213"/>
                  </a:lnTo>
                  <a:lnTo>
                    <a:pt x="17346" y="20339"/>
                  </a:lnTo>
                  <a:lnTo>
                    <a:pt x="17409" y="20422"/>
                  </a:lnTo>
                  <a:lnTo>
                    <a:pt x="17451" y="20527"/>
                  </a:lnTo>
                  <a:lnTo>
                    <a:pt x="17472" y="20715"/>
                  </a:lnTo>
                  <a:lnTo>
                    <a:pt x="17535" y="20757"/>
                  </a:lnTo>
                  <a:lnTo>
                    <a:pt x="17618" y="20841"/>
                  </a:lnTo>
                  <a:lnTo>
                    <a:pt x="17681" y="21029"/>
                  </a:lnTo>
                  <a:lnTo>
                    <a:pt x="17828" y="21134"/>
                  </a:lnTo>
                  <a:lnTo>
                    <a:pt x="17869" y="21175"/>
                  </a:lnTo>
                  <a:lnTo>
                    <a:pt x="17953" y="21155"/>
                  </a:lnTo>
                  <a:lnTo>
                    <a:pt x="18037" y="21134"/>
                  </a:lnTo>
                  <a:lnTo>
                    <a:pt x="18100" y="21134"/>
                  </a:lnTo>
                  <a:lnTo>
                    <a:pt x="18141" y="21113"/>
                  </a:lnTo>
                  <a:lnTo>
                    <a:pt x="18141" y="21029"/>
                  </a:lnTo>
                  <a:lnTo>
                    <a:pt x="18141" y="20903"/>
                  </a:lnTo>
                  <a:lnTo>
                    <a:pt x="18141" y="20757"/>
                  </a:lnTo>
                  <a:lnTo>
                    <a:pt x="18162" y="20652"/>
                  </a:lnTo>
                  <a:lnTo>
                    <a:pt x="18183" y="20611"/>
                  </a:lnTo>
                  <a:lnTo>
                    <a:pt x="18204" y="20611"/>
                  </a:lnTo>
                  <a:lnTo>
                    <a:pt x="18246" y="20652"/>
                  </a:lnTo>
                  <a:lnTo>
                    <a:pt x="18204" y="20736"/>
                  </a:lnTo>
                  <a:lnTo>
                    <a:pt x="18204" y="20820"/>
                  </a:lnTo>
                  <a:lnTo>
                    <a:pt x="18267" y="20924"/>
                  </a:lnTo>
                  <a:lnTo>
                    <a:pt x="18204" y="21008"/>
                  </a:lnTo>
                  <a:lnTo>
                    <a:pt x="18204" y="21071"/>
                  </a:lnTo>
                  <a:lnTo>
                    <a:pt x="18267" y="21113"/>
                  </a:lnTo>
                  <a:lnTo>
                    <a:pt x="18309" y="21071"/>
                  </a:lnTo>
                  <a:lnTo>
                    <a:pt x="18393" y="21050"/>
                  </a:lnTo>
                  <a:lnTo>
                    <a:pt x="18455" y="21071"/>
                  </a:lnTo>
                  <a:lnTo>
                    <a:pt x="18476" y="21134"/>
                  </a:lnTo>
                  <a:lnTo>
                    <a:pt x="18455" y="21175"/>
                  </a:lnTo>
                  <a:lnTo>
                    <a:pt x="18476" y="21217"/>
                  </a:lnTo>
                  <a:lnTo>
                    <a:pt x="18581" y="21217"/>
                  </a:lnTo>
                  <a:lnTo>
                    <a:pt x="18623" y="21155"/>
                  </a:lnTo>
                  <a:lnTo>
                    <a:pt x="18623" y="21071"/>
                  </a:lnTo>
                  <a:lnTo>
                    <a:pt x="18602" y="21008"/>
                  </a:lnTo>
                  <a:lnTo>
                    <a:pt x="18602" y="20820"/>
                  </a:lnTo>
                  <a:lnTo>
                    <a:pt x="18623" y="20736"/>
                  </a:lnTo>
                  <a:lnTo>
                    <a:pt x="18623" y="20631"/>
                  </a:lnTo>
                  <a:lnTo>
                    <a:pt x="18665" y="20590"/>
                  </a:lnTo>
                  <a:lnTo>
                    <a:pt x="18623" y="20527"/>
                  </a:lnTo>
                  <a:lnTo>
                    <a:pt x="18581" y="20527"/>
                  </a:lnTo>
                  <a:lnTo>
                    <a:pt x="18602" y="20485"/>
                  </a:lnTo>
                  <a:lnTo>
                    <a:pt x="18623" y="20422"/>
                  </a:lnTo>
                  <a:lnTo>
                    <a:pt x="18602" y="20401"/>
                  </a:lnTo>
                  <a:lnTo>
                    <a:pt x="18497" y="20443"/>
                  </a:lnTo>
                  <a:lnTo>
                    <a:pt x="18497" y="20401"/>
                  </a:lnTo>
                  <a:lnTo>
                    <a:pt x="18518" y="20339"/>
                  </a:lnTo>
                  <a:lnTo>
                    <a:pt x="18623" y="20318"/>
                  </a:lnTo>
                  <a:lnTo>
                    <a:pt x="18685" y="20276"/>
                  </a:lnTo>
                  <a:lnTo>
                    <a:pt x="18685" y="20171"/>
                  </a:lnTo>
                  <a:lnTo>
                    <a:pt x="18665" y="20108"/>
                  </a:lnTo>
                  <a:lnTo>
                    <a:pt x="18602" y="20129"/>
                  </a:lnTo>
                  <a:lnTo>
                    <a:pt x="18581" y="20087"/>
                  </a:lnTo>
                  <a:lnTo>
                    <a:pt x="18623" y="20004"/>
                  </a:lnTo>
                  <a:lnTo>
                    <a:pt x="18685" y="19899"/>
                  </a:lnTo>
                  <a:lnTo>
                    <a:pt x="18685" y="19857"/>
                  </a:lnTo>
                  <a:lnTo>
                    <a:pt x="18623" y="19857"/>
                  </a:lnTo>
                  <a:lnTo>
                    <a:pt x="18560" y="19899"/>
                  </a:lnTo>
                  <a:lnTo>
                    <a:pt x="18476" y="20025"/>
                  </a:lnTo>
                  <a:lnTo>
                    <a:pt x="18455" y="20171"/>
                  </a:lnTo>
                  <a:lnTo>
                    <a:pt x="18393" y="20192"/>
                  </a:lnTo>
                  <a:lnTo>
                    <a:pt x="18393" y="20129"/>
                  </a:lnTo>
                  <a:lnTo>
                    <a:pt x="18413" y="20004"/>
                  </a:lnTo>
                  <a:lnTo>
                    <a:pt x="18413" y="19962"/>
                  </a:lnTo>
                  <a:lnTo>
                    <a:pt x="18393" y="19899"/>
                  </a:lnTo>
                  <a:lnTo>
                    <a:pt x="18393" y="19857"/>
                  </a:lnTo>
                  <a:lnTo>
                    <a:pt x="18413" y="19774"/>
                  </a:lnTo>
                  <a:lnTo>
                    <a:pt x="18497" y="19690"/>
                  </a:lnTo>
                  <a:lnTo>
                    <a:pt x="18581" y="19648"/>
                  </a:lnTo>
                  <a:lnTo>
                    <a:pt x="18602" y="19564"/>
                  </a:lnTo>
                  <a:lnTo>
                    <a:pt x="18560" y="19502"/>
                  </a:lnTo>
                  <a:lnTo>
                    <a:pt x="18476" y="19502"/>
                  </a:lnTo>
                  <a:lnTo>
                    <a:pt x="18413" y="19564"/>
                  </a:lnTo>
                  <a:lnTo>
                    <a:pt x="18393" y="19606"/>
                  </a:lnTo>
                  <a:lnTo>
                    <a:pt x="18372" y="19648"/>
                  </a:lnTo>
                  <a:lnTo>
                    <a:pt x="18393" y="19543"/>
                  </a:lnTo>
                  <a:lnTo>
                    <a:pt x="18413" y="19481"/>
                  </a:lnTo>
                  <a:lnTo>
                    <a:pt x="18393" y="19460"/>
                  </a:lnTo>
                  <a:lnTo>
                    <a:pt x="18351" y="19481"/>
                  </a:lnTo>
                  <a:lnTo>
                    <a:pt x="18246" y="19564"/>
                  </a:lnTo>
                  <a:lnTo>
                    <a:pt x="18162" y="19648"/>
                  </a:lnTo>
                  <a:lnTo>
                    <a:pt x="18162" y="19606"/>
                  </a:lnTo>
                  <a:lnTo>
                    <a:pt x="18183" y="19543"/>
                  </a:lnTo>
                  <a:lnTo>
                    <a:pt x="18246" y="19460"/>
                  </a:lnTo>
                  <a:lnTo>
                    <a:pt x="18288" y="19397"/>
                  </a:lnTo>
                  <a:lnTo>
                    <a:pt x="18351" y="19292"/>
                  </a:lnTo>
                  <a:lnTo>
                    <a:pt x="18351" y="19271"/>
                  </a:lnTo>
                  <a:lnTo>
                    <a:pt x="18288" y="19230"/>
                  </a:lnTo>
                  <a:lnTo>
                    <a:pt x="18267" y="19167"/>
                  </a:lnTo>
                  <a:lnTo>
                    <a:pt x="18204" y="19167"/>
                  </a:lnTo>
                  <a:lnTo>
                    <a:pt x="18162" y="19125"/>
                  </a:lnTo>
                  <a:lnTo>
                    <a:pt x="18141" y="19041"/>
                  </a:lnTo>
                  <a:lnTo>
                    <a:pt x="18079" y="19020"/>
                  </a:lnTo>
                  <a:lnTo>
                    <a:pt x="17995" y="18937"/>
                  </a:lnTo>
                  <a:lnTo>
                    <a:pt x="17953" y="18937"/>
                  </a:lnTo>
                  <a:lnTo>
                    <a:pt x="17932" y="18916"/>
                  </a:lnTo>
                  <a:lnTo>
                    <a:pt x="17869" y="18916"/>
                  </a:lnTo>
                  <a:lnTo>
                    <a:pt x="17869" y="18853"/>
                  </a:lnTo>
                  <a:lnTo>
                    <a:pt x="17849" y="18811"/>
                  </a:lnTo>
                  <a:lnTo>
                    <a:pt x="17660" y="18665"/>
                  </a:lnTo>
                  <a:lnTo>
                    <a:pt x="17639" y="18623"/>
                  </a:lnTo>
                  <a:lnTo>
                    <a:pt x="17535" y="18560"/>
                  </a:lnTo>
                  <a:lnTo>
                    <a:pt x="17430" y="18560"/>
                  </a:lnTo>
                  <a:lnTo>
                    <a:pt x="17325" y="18602"/>
                  </a:lnTo>
                  <a:lnTo>
                    <a:pt x="17242" y="18707"/>
                  </a:lnTo>
                  <a:lnTo>
                    <a:pt x="17242" y="18644"/>
                  </a:lnTo>
                  <a:lnTo>
                    <a:pt x="17221" y="18560"/>
                  </a:lnTo>
                  <a:lnTo>
                    <a:pt x="17053" y="18518"/>
                  </a:lnTo>
                  <a:lnTo>
                    <a:pt x="16949" y="18518"/>
                  </a:lnTo>
                  <a:lnTo>
                    <a:pt x="16844" y="18539"/>
                  </a:lnTo>
                  <a:lnTo>
                    <a:pt x="16823" y="18518"/>
                  </a:lnTo>
                  <a:lnTo>
                    <a:pt x="16907" y="18434"/>
                  </a:lnTo>
                  <a:lnTo>
                    <a:pt x="16949" y="18476"/>
                  </a:lnTo>
                  <a:lnTo>
                    <a:pt x="17137" y="18476"/>
                  </a:lnTo>
                  <a:lnTo>
                    <a:pt x="17221" y="18497"/>
                  </a:lnTo>
                  <a:lnTo>
                    <a:pt x="17325" y="18497"/>
                  </a:lnTo>
                  <a:lnTo>
                    <a:pt x="17430" y="18476"/>
                  </a:lnTo>
                  <a:lnTo>
                    <a:pt x="17472" y="18393"/>
                  </a:lnTo>
                  <a:lnTo>
                    <a:pt x="17514" y="18204"/>
                  </a:lnTo>
                  <a:lnTo>
                    <a:pt x="17472" y="18121"/>
                  </a:lnTo>
                  <a:lnTo>
                    <a:pt x="17451" y="18100"/>
                  </a:lnTo>
                  <a:lnTo>
                    <a:pt x="17409" y="18100"/>
                  </a:lnTo>
                  <a:lnTo>
                    <a:pt x="17263" y="17995"/>
                  </a:lnTo>
                  <a:lnTo>
                    <a:pt x="17221" y="17974"/>
                  </a:lnTo>
                  <a:lnTo>
                    <a:pt x="17158" y="17974"/>
                  </a:lnTo>
                  <a:lnTo>
                    <a:pt x="17053" y="18058"/>
                  </a:lnTo>
                  <a:lnTo>
                    <a:pt x="17012" y="18058"/>
                  </a:lnTo>
                  <a:lnTo>
                    <a:pt x="16928" y="18079"/>
                  </a:lnTo>
                  <a:lnTo>
                    <a:pt x="16886" y="18162"/>
                  </a:lnTo>
                  <a:lnTo>
                    <a:pt x="16844" y="18162"/>
                  </a:lnTo>
                  <a:lnTo>
                    <a:pt x="16844" y="18079"/>
                  </a:lnTo>
                  <a:lnTo>
                    <a:pt x="16823" y="18016"/>
                  </a:lnTo>
                  <a:lnTo>
                    <a:pt x="16781" y="18016"/>
                  </a:lnTo>
                  <a:lnTo>
                    <a:pt x="16635" y="18058"/>
                  </a:lnTo>
                  <a:lnTo>
                    <a:pt x="16593" y="18079"/>
                  </a:lnTo>
                  <a:lnTo>
                    <a:pt x="16530" y="18079"/>
                  </a:lnTo>
                  <a:lnTo>
                    <a:pt x="16572" y="18058"/>
                  </a:lnTo>
                  <a:lnTo>
                    <a:pt x="16677" y="17995"/>
                  </a:lnTo>
                  <a:lnTo>
                    <a:pt x="16781" y="17974"/>
                  </a:lnTo>
                  <a:lnTo>
                    <a:pt x="16802" y="17911"/>
                  </a:lnTo>
                  <a:lnTo>
                    <a:pt x="16781" y="17870"/>
                  </a:lnTo>
                  <a:lnTo>
                    <a:pt x="16719" y="17849"/>
                  </a:lnTo>
                  <a:lnTo>
                    <a:pt x="16677" y="17870"/>
                  </a:lnTo>
                  <a:lnTo>
                    <a:pt x="16719" y="17807"/>
                  </a:lnTo>
                  <a:lnTo>
                    <a:pt x="16781" y="17807"/>
                  </a:lnTo>
                  <a:lnTo>
                    <a:pt x="16823" y="17849"/>
                  </a:lnTo>
                  <a:lnTo>
                    <a:pt x="16928" y="17953"/>
                  </a:lnTo>
                  <a:lnTo>
                    <a:pt x="17012" y="17974"/>
                  </a:lnTo>
                  <a:lnTo>
                    <a:pt x="17095" y="17953"/>
                  </a:lnTo>
                  <a:lnTo>
                    <a:pt x="17200" y="17870"/>
                  </a:lnTo>
                  <a:lnTo>
                    <a:pt x="17367" y="17870"/>
                  </a:lnTo>
                  <a:lnTo>
                    <a:pt x="17430" y="17786"/>
                  </a:lnTo>
                  <a:lnTo>
                    <a:pt x="17472" y="17765"/>
                  </a:lnTo>
                  <a:lnTo>
                    <a:pt x="17514" y="17702"/>
                  </a:lnTo>
                  <a:lnTo>
                    <a:pt x="17472" y="17639"/>
                  </a:lnTo>
                  <a:lnTo>
                    <a:pt x="17409" y="17577"/>
                  </a:lnTo>
                  <a:lnTo>
                    <a:pt x="17263" y="17556"/>
                  </a:lnTo>
                  <a:lnTo>
                    <a:pt x="17200" y="17493"/>
                  </a:lnTo>
                  <a:lnTo>
                    <a:pt x="17137" y="17451"/>
                  </a:lnTo>
                  <a:lnTo>
                    <a:pt x="17033" y="17451"/>
                  </a:lnTo>
                  <a:lnTo>
                    <a:pt x="16928" y="17430"/>
                  </a:lnTo>
                  <a:lnTo>
                    <a:pt x="16844" y="17451"/>
                  </a:lnTo>
                  <a:lnTo>
                    <a:pt x="16823" y="17493"/>
                  </a:lnTo>
                  <a:lnTo>
                    <a:pt x="16740" y="17556"/>
                  </a:lnTo>
                  <a:lnTo>
                    <a:pt x="16677" y="17535"/>
                  </a:lnTo>
                  <a:lnTo>
                    <a:pt x="16593" y="17493"/>
                  </a:lnTo>
                  <a:lnTo>
                    <a:pt x="16489" y="17493"/>
                  </a:lnTo>
                  <a:lnTo>
                    <a:pt x="16468" y="17556"/>
                  </a:lnTo>
                  <a:lnTo>
                    <a:pt x="16426" y="17598"/>
                  </a:lnTo>
                  <a:lnTo>
                    <a:pt x="16384" y="17577"/>
                  </a:lnTo>
                  <a:lnTo>
                    <a:pt x="16321" y="17535"/>
                  </a:lnTo>
                  <a:lnTo>
                    <a:pt x="16300" y="17535"/>
                  </a:lnTo>
                  <a:lnTo>
                    <a:pt x="16279" y="17472"/>
                  </a:lnTo>
                  <a:lnTo>
                    <a:pt x="16321" y="17430"/>
                  </a:lnTo>
                  <a:lnTo>
                    <a:pt x="16426" y="17388"/>
                  </a:lnTo>
                  <a:lnTo>
                    <a:pt x="16572" y="17430"/>
                  </a:lnTo>
                  <a:lnTo>
                    <a:pt x="16740" y="17430"/>
                  </a:lnTo>
                  <a:lnTo>
                    <a:pt x="16802" y="17367"/>
                  </a:lnTo>
                  <a:lnTo>
                    <a:pt x="16802" y="17326"/>
                  </a:lnTo>
                  <a:lnTo>
                    <a:pt x="16740" y="17221"/>
                  </a:lnTo>
                  <a:lnTo>
                    <a:pt x="16635" y="17137"/>
                  </a:lnTo>
                  <a:lnTo>
                    <a:pt x="16530" y="17074"/>
                  </a:lnTo>
                  <a:lnTo>
                    <a:pt x="16489" y="17012"/>
                  </a:lnTo>
                  <a:lnTo>
                    <a:pt x="16489" y="16907"/>
                  </a:lnTo>
                  <a:lnTo>
                    <a:pt x="16509" y="16865"/>
                  </a:lnTo>
                  <a:lnTo>
                    <a:pt x="16572" y="16907"/>
                  </a:lnTo>
                  <a:lnTo>
                    <a:pt x="16593" y="16949"/>
                  </a:lnTo>
                  <a:lnTo>
                    <a:pt x="16593" y="17012"/>
                  </a:lnTo>
                  <a:lnTo>
                    <a:pt x="16677" y="17054"/>
                  </a:lnTo>
                  <a:lnTo>
                    <a:pt x="16802" y="17158"/>
                  </a:lnTo>
                  <a:lnTo>
                    <a:pt x="16823" y="17221"/>
                  </a:lnTo>
                  <a:lnTo>
                    <a:pt x="16886" y="17242"/>
                  </a:lnTo>
                  <a:lnTo>
                    <a:pt x="16928" y="17242"/>
                  </a:lnTo>
                  <a:lnTo>
                    <a:pt x="17012" y="17326"/>
                  </a:lnTo>
                  <a:lnTo>
                    <a:pt x="17095" y="17326"/>
                  </a:lnTo>
                  <a:lnTo>
                    <a:pt x="17200" y="17284"/>
                  </a:lnTo>
                  <a:lnTo>
                    <a:pt x="17263" y="17242"/>
                  </a:lnTo>
                  <a:lnTo>
                    <a:pt x="17346" y="17221"/>
                  </a:lnTo>
                  <a:lnTo>
                    <a:pt x="17409" y="17158"/>
                  </a:lnTo>
                  <a:lnTo>
                    <a:pt x="17472" y="17116"/>
                  </a:lnTo>
                  <a:lnTo>
                    <a:pt x="17556" y="17074"/>
                  </a:lnTo>
                  <a:lnTo>
                    <a:pt x="17606" y="17074"/>
                  </a:lnTo>
                  <a:lnTo>
                    <a:pt x="17618" y="17116"/>
                  </a:lnTo>
                  <a:lnTo>
                    <a:pt x="17618" y="17074"/>
                  </a:lnTo>
                  <a:lnTo>
                    <a:pt x="17618" y="17033"/>
                  </a:lnTo>
                  <a:lnTo>
                    <a:pt x="17577" y="16970"/>
                  </a:lnTo>
                  <a:lnTo>
                    <a:pt x="17588" y="17010"/>
                  </a:lnTo>
                  <a:lnTo>
                    <a:pt x="17472" y="16844"/>
                  </a:lnTo>
                  <a:lnTo>
                    <a:pt x="17409" y="16802"/>
                  </a:lnTo>
                  <a:lnTo>
                    <a:pt x="17409" y="16740"/>
                  </a:lnTo>
                  <a:lnTo>
                    <a:pt x="17430" y="16719"/>
                  </a:lnTo>
                  <a:lnTo>
                    <a:pt x="17472" y="16719"/>
                  </a:lnTo>
                  <a:lnTo>
                    <a:pt x="17535" y="16761"/>
                  </a:lnTo>
                  <a:lnTo>
                    <a:pt x="17535" y="16823"/>
                  </a:lnTo>
                  <a:lnTo>
                    <a:pt x="17577" y="16865"/>
                  </a:lnTo>
                  <a:lnTo>
                    <a:pt x="17681" y="17074"/>
                  </a:lnTo>
                  <a:lnTo>
                    <a:pt x="17869" y="17284"/>
                  </a:lnTo>
                  <a:lnTo>
                    <a:pt x="17890" y="17326"/>
                  </a:lnTo>
                  <a:lnTo>
                    <a:pt x="17932" y="17263"/>
                  </a:lnTo>
                  <a:lnTo>
                    <a:pt x="17932" y="17179"/>
                  </a:lnTo>
                  <a:lnTo>
                    <a:pt x="17953" y="17012"/>
                  </a:lnTo>
                  <a:lnTo>
                    <a:pt x="17953" y="16907"/>
                  </a:lnTo>
                  <a:lnTo>
                    <a:pt x="17995" y="16844"/>
                  </a:lnTo>
                  <a:lnTo>
                    <a:pt x="18058" y="16844"/>
                  </a:lnTo>
                  <a:lnTo>
                    <a:pt x="18100" y="16865"/>
                  </a:lnTo>
                  <a:lnTo>
                    <a:pt x="18100" y="16949"/>
                  </a:lnTo>
                  <a:lnTo>
                    <a:pt x="18141" y="17012"/>
                  </a:lnTo>
                  <a:lnTo>
                    <a:pt x="18183" y="17012"/>
                  </a:lnTo>
                  <a:lnTo>
                    <a:pt x="18372" y="17074"/>
                  </a:lnTo>
                  <a:lnTo>
                    <a:pt x="18518" y="17179"/>
                  </a:lnTo>
                  <a:lnTo>
                    <a:pt x="18602" y="17221"/>
                  </a:lnTo>
                  <a:lnTo>
                    <a:pt x="18665" y="17179"/>
                  </a:lnTo>
                  <a:lnTo>
                    <a:pt x="18706" y="17179"/>
                  </a:lnTo>
                  <a:lnTo>
                    <a:pt x="18769" y="17221"/>
                  </a:lnTo>
                  <a:lnTo>
                    <a:pt x="18769" y="17263"/>
                  </a:lnTo>
                  <a:lnTo>
                    <a:pt x="18602" y="17284"/>
                  </a:lnTo>
                  <a:lnTo>
                    <a:pt x="18581" y="17326"/>
                  </a:lnTo>
                  <a:lnTo>
                    <a:pt x="18476" y="17221"/>
                  </a:lnTo>
                  <a:lnTo>
                    <a:pt x="18288" y="17116"/>
                  </a:lnTo>
                  <a:lnTo>
                    <a:pt x="18246" y="17074"/>
                  </a:lnTo>
                  <a:lnTo>
                    <a:pt x="18204" y="17054"/>
                  </a:lnTo>
                  <a:lnTo>
                    <a:pt x="18162" y="17054"/>
                  </a:lnTo>
                  <a:lnTo>
                    <a:pt x="18121" y="17074"/>
                  </a:lnTo>
                  <a:lnTo>
                    <a:pt x="18121" y="17137"/>
                  </a:lnTo>
                  <a:lnTo>
                    <a:pt x="18183" y="17221"/>
                  </a:lnTo>
                  <a:lnTo>
                    <a:pt x="18413" y="17430"/>
                  </a:lnTo>
                  <a:lnTo>
                    <a:pt x="18518" y="17535"/>
                  </a:lnTo>
                  <a:lnTo>
                    <a:pt x="18685" y="17598"/>
                  </a:lnTo>
                  <a:lnTo>
                    <a:pt x="18790" y="17681"/>
                  </a:lnTo>
                  <a:lnTo>
                    <a:pt x="18832" y="17702"/>
                  </a:lnTo>
                  <a:lnTo>
                    <a:pt x="18916" y="17681"/>
                  </a:lnTo>
                  <a:lnTo>
                    <a:pt x="18937" y="17639"/>
                  </a:lnTo>
                  <a:lnTo>
                    <a:pt x="18999" y="17556"/>
                  </a:lnTo>
                  <a:lnTo>
                    <a:pt x="19125" y="17556"/>
                  </a:lnTo>
                  <a:lnTo>
                    <a:pt x="19167" y="17493"/>
                  </a:lnTo>
                  <a:lnTo>
                    <a:pt x="19167" y="17430"/>
                  </a:lnTo>
                  <a:lnTo>
                    <a:pt x="19250" y="17367"/>
                  </a:lnTo>
                  <a:lnTo>
                    <a:pt x="19313" y="17367"/>
                  </a:lnTo>
                  <a:lnTo>
                    <a:pt x="19376" y="17388"/>
                  </a:lnTo>
                  <a:lnTo>
                    <a:pt x="19460" y="17430"/>
                  </a:lnTo>
                  <a:lnTo>
                    <a:pt x="19564" y="17388"/>
                  </a:lnTo>
                  <a:lnTo>
                    <a:pt x="19669" y="17388"/>
                  </a:lnTo>
                  <a:lnTo>
                    <a:pt x="19690" y="17346"/>
                  </a:lnTo>
                  <a:lnTo>
                    <a:pt x="19732" y="17221"/>
                  </a:lnTo>
                  <a:lnTo>
                    <a:pt x="19732" y="17116"/>
                  </a:lnTo>
                  <a:lnTo>
                    <a:pt x="19774" y="17033"/>
                  </a:lnTo>
                  <a:lnTo>
                    <a:pt x="19857" y="16907"/>
                  </a:lnTo>
                  <a:lnTo>
                    <a:pt x="19857" y="16823"/>
                  </a:lnTo>
                  <a:lnTo>
                    <a:pt x="19836" y="16761"/>
                  </a:lnTo>
                  <a:lnTo>
                    <a:pt x="19753" y="16740"/>
                  </a:lnTo>
                  <a:lnTo>
                    <a:pt x="19648" y="16761"/>
                  </a:lnTo>
                  <a:lnTo>
                    <a:pt x="19627" y="16802"/>
                  </a:lnTo>
                  <a:lnTo>
                    <a:pt x="19585" y="16761"/>
                  </a:lnTo>
                  <a:lnTo>
                    <a:pt x="19543" y="16761"/>
                  </a:lnTo>
                  <a:lnTo>
                    <a:pt x="19522" y="16802"/>
                  </a:lnTo>
                  <a:lnTo>
                    <a:pt x="19439" y="16740"/>
                  </a:lnTo>
                  <a:lnTo>
                    <a:pt x="19376" y="16656"/>
                  </a:lnTo>
                  <a:lnTo>
                    <a:pt x="19334" y="16614"/>
                  </a:lnTo>
                  <a:lnTo>
                    <a:pt x="19313" y="16530"/>
                  </a:lnTo>
                  <a:lnTo>
                    <a:pt x="19271" y="16530"/>
                  </a:lnTo>
                  <a:lnTo>
                    <a:pt x="19250" y="16614"/>
                  </a:lnTo>
                  <a:lnTo>
                    <a:pt x="19250" y="16719"/>
                  </a:lnTo>
                  <a:lnTo>
                    <a:pt x="19313" y="16740"/>
                  </a:lnTo>
                  <a:lnTo>
                    <a:pt x="19313" y="16823"/>
                  </a:lnTo>
                  <a:lnTo>
                    <a:pt x="19250" y="16907"/>
                  </a:lnTo>
                  <a:lnTo>
                    <a:pt x="19229" y="17012"/>
                  </a:lnTo>
                  <a:lnTo>
                    <a:pt x="19209" y="16949"/>
                  </a:lnTo>
                  <a:lnTo>
                    <a:pt x="19229" y="16823"/>
                  </a:lnTo>
                  <a:lnTo>
                    <a:pt x="19209" y="16719"/>
                  </a:lnTo>
                  <a:lnTo>
                    <a:pt x="19146" y="16698"/>
                  </a:lnTo>
                  <a:lnTo>
                    <a:pt x="19125" y="16551"/>
                  </a:lnTo>
                  <a:lnTo>
                    <a:pt x="19062" y="16530"/>
                  </a:lnTo>
                  <a:lnTo>
                    <a:pt x="19041" y="16489"/>
                  </a:lnTo>
                  <a:lnTo>
                    <a:pt x="19041" y="16447"/>
                  </a:lnTo>
                  <a:lnTo>
                    <a:pt x="19104" y="16426"/>
                  </a:lnTo>
                  <a:lnTo>
                    <a:pt x="19161" y="16311"/>
                  </a:lnTo>
                  <a:lnTo>
                    <a:pt x="19146" y="16279"/>
                  </a:lnTo>
                  <a:lnTo>
                    <a:pt x="19104" y="16238"/>
                  </a:lnTo>
                  <a:lnTo>
                    <a:pt x="19146" y="16217"/>
                  </a:lnTo>
                  <a:lnTo>
                    <a:pt x="19229" y="16217"/>
                  </a:lnTo>
                  <a:lnTo>
                    <a:pt x="19271" y="16175"/>
                  </a:lnTo>
                  <a:lnTo>
                    <a:pt x="19313" y="16091"/>
                  </a:lnTo>
                  <a:lnTo>
                    <a:pt x="19313" y="15966"/>
                  </a:lnTo>
                  <a:lnTo>
                    <a:pt x="19271" y="15903"/>
                  </a:lnTo>
                  <a:lnTo>
                    <a:pt x="19271" y="15861"/>
                  </a:lnTo>
                  <a:lnTo>
                    <a:pt x="19334" y="15861"/>
                  </a:lnTo>
                  <a:lnTo>
                    <a:pt x="19376" y="15903"/>
                  </a:lnTo>
                  <a:lnTo>
                    <a:pt x="19439" y="15986"/>
                  </a:lnTo>
                  <a:lnTo>
                    <a:pt x="19481" y="16007"/>
                  </a:lnTo>
                  <a:lnTo>
                    <a:pt x="19564" y="16007"/>
                  </a:lnTo>
                  <a:lnTo>
                    <a:pt x="19648" y="15966"/>
                  </a:lnTo>
                  <a:lnTo>
                    <a:pt x="19732" y="15986"/>
                  </a:lnTo>
                  <a:lnTo>
                    <a:pt x="19794" y="16028"/>
                  </a:lnTo>
                  <a:lnTo>
                    <a:pt x="19899" y="16070"/>
                  </a:lnTo>
                  <a:lnTo>
                    <a:pt x="20046" y="16175"/>
                  </a:lnTo>
                  <a:lnTo>
                    <a:pt x="20046" y="16238"/>
                  </a:lnTo>
                  <a:lnTo>
                    <a:pt x="20066" y="16321"/>
                  </a:lnTo>
                  <a:lnTo>
                    <a:pt x="20108" y="16384"/>
                  </a:lnTo>
                  <a:lnTo>
                    <a:pt x="20150" y="16447"/>
                  </a:lnTo>
                  <a:lnTo>
                    <a:pt x="20192" y="16489"/>
                  </a:lnTo>
                  <a:lnTo>
                    <a:pt x="20318" y="16405"/>
                  </a:lnTo>
                  <a:lnTo>
                    <a:pt x="20422" y="16238"/>
                  </a:lnTo>
                  <a:lnTo>
                    <a:pt x="20485" y="16133"/>
                  </a:lnTo>
                  <a:lnTo>
                    <a:pt x="20422" y="16091"/>
                  </a:lnTo>
                  <a:lnTo>
                    <a:pt x="20401" y="15986"/>
                  </a:lnTo>
                  <a:lnTo>
                    <a:pt x="20464" y="15924"/>
                  </a:lnTo>
                  <a:lnTo>
                    <a:pt x="20464" y="15882"/>
                  </a:lnTo>
                  <a:lnTo>
                    <a:pt x="20359" y="15861"/>
                  </a:lnTo>
                  <a:lnTo>
                    <a:pt x="20276" y="15903"/>
                  </a:lnTo>
                  <a:lnTo>
                    <a:pt x="20255" y="15966"/>
                  </a:lnTo>
                  <a:lnTo>
                    <a:pt x="20108" y="15882"/>
                  </a:lnTo>
                  <a:lnTo>
                    <a:pt x="20046" y="15777"/>
                  </a:lnTo>
                  <a:lnTo>
                    <a:pt x="19899" y="15756"/>
                  </a:lnTo>
                  <a:lnTo>
                    <a:pt x="19857" y="15777"/>
                  </a:lnTo>
                  <a:lnTo>
                    <a:pt x="19794" y="15714"/>
                  </a:lnTo>
                  <a:lnTo>
                    <a:pt x="19794" y="15673"/>
                  </a:lnTo>
                  <a:lnTo>
                    <a:pt x="19857" y="15673"/>
                  </a:lnTo>
                  <a:lnTo>
                    <a:pt x="19899" y="15589"/>
                  </a:lnTo>
                  <a:lnTo>
                    <a:pt x="19941" y="15401"/>
                  </a:lnTo>
                  <a:lnTo>
                    <a:pt x="19962" y="15380"/>
                  </a:lnTo>
                  <a:lnTo>
                    <a:pt x="19962" y="15296"/>
                  </a:lnTo>
                  <a:lnTo>
                    <a:pt x="19836" y="15254"/>
                  </a:lnTo>
                  <a:lnTo>
                    <a:pt x="19774" y="15254"/>
                  </a:lnTo>
                  <a:lnTo>
                    <a:pt x="19669" y="15359"/>
                  </a:lnTo>
                  <a:lnTo>
                    <a:pt x="19564" y="15380"/>
                  </a:lnTo>
                  <a:lnTo>
                    <a:pt x="19460" y="15359"/>
                  </a:lnTo>
                  <a:lnTo>
                    <a:pt x="19439" y="15296"/>
                  </a:lnTo>
                  <a:lnTo>
                    <a:pt x="19418" y="15191"/>
                  </a:lnTo>
                  <a:lnTo>
                    <a:pt x="19376" y="15149"/>
                  </a:lnTo>
                  <a:lnTo>
                    <a:pt x="19376" y="15066"/>
                  </a:lnTo>
                  <a:lnTo>
                    <a:pt x="19460" y="15129"/>
                  </a:lnTo>
                  <a:lnTo>
                    <a:pt x="19481" y="15170"/>
                  </a:lnTo>
                  <a:lnTo>
                    <a:pt x="19460" y="15233"/>
                  </a:lnTo>
                  <a:lnTo>
                    <a:pt x="19481" y="15296"/>
                  </a:lnTo>
                  <a:lnTo>
                    <a:pt x="19564" y="15359"/>
                  </a:lnTo>
                  <a:lnTo>
                    <a:pt x="19648" y="15359"/>
                  </a:lnTo>
                  <a:lnTo>
                    <a:pt x="19753" y="15254"/>
                  </a:lnTo>
                  <a:lnTo>
                    <a:pt x="19836" y="15233"/>
                  </a:lnTo>
                  <a:lnTo>
                    <a:pt x="19941" y="15233"/>
                  </a:lnTo>
                  <a:lnTo>
                    <a:pt x="19983" y="15275"/>
                  </a:lnTo>
                  <a:lnTo>
                    <a:pt x="20046" y="15275"/>
                  </a:lnTo>
                  <a:lnTo>
                    <a:pt x="20066" y="15233"/>
                  </a:lnTo>
                  <a:lnTo>
                    <a:pt x="20046" y="15170"/>
                  </a:lnTo>
                  <a:lnTo>
                    <a:pt x="19836" y="14961"/>
                  </a:lnTo>
                  <a:lnTo>
                    <a:pt x="19669" y="14836"/>
                  </a:lnTo>
                  <a:lnTo>
                    <a:pt x="19522" y="14836"/>
                  </a:lnTo>
                  <a:lnTo>
                    <a:pt x="19355" y="14752"/>
                  </a:lnTo>
                  <a:lnTo>
                    <a:pt x="19271" y="14647"/>
                  </a:lnTo>
                  <a:lnTo>
                    <a:pt x="19271" y="14564"/>
                  </a:lnTo>
                  <a:lnTo>
                    <a:pt x="19271" y="14522"/>
                  </a:lnTo>
                  <a:lnTo>
                    <a:pt x="19334" y="14564"/>
                  </a:lnTo>
                  <a:lnTo>
                    <a:pt x="19376" y="14668"/>
                  </a:lnTo>
                  <a:lnTo>
                    <a:pt x="19460" y="14731"/>
                  </a:lnTo>
                  <a:lnTo>
                    <a:pt x="19585" y="14731"/>
                  </a:lnTo>
                  <a:lnTo>
                    <a:pt x="19627" y="14668"/>
                  </a:lnTo>
                  <a:lnTo>
                    <a:pt x="19627" y="14626"/>
                  </a:lnTo>
                  <a:lnTo>
                    <a:pt x="19522" y="14522"/>
                  </a:lnTo>
                  <a:lnTo>
                    <a:pt x="19481" y="14459"/>
                  </a:lnTo>
                  <a:lnTo>
                    <a:pt x="19481" y="14438"/>
                  </a:lnTo>
                  <a:lnTo>
                    <a:pt x="19522" y="14438"/>
                  </a:lnTo>
                  <a:lnTo>
                    <a:pt x="19564" y="14459"/>
                  </a:lnTo>
                  <a:lnTo>
                    <a:pt x="19690" y="14626"/>
                  </a:lnTo>
                  <a:lnTo>
                    <a:pt x="19753" y="14731"/>
                  </a:lnTo>
                  <a:lnTo>
                    <a:pt x="19753" y="14773"/>
                  </a:lnTo>
                  <a:lnTo>
                    <a:pt x="19857" y="14857"/>
                  </a:lnTo>
                  <a:lnTo>
                    <a:pt x="19962" y="14940"/>
                  </a:lnTo>
                  <a:lnTo>
                    <a:pt x="20087" y="15087"/>
                  </a:lnTo>
                  <a:lnTo>
                    <a:pt x="20171" y="15129"/>
                  </a:lnTo>
                  <a:lnTo>
                    <a:pt x="20213" y="15087"/>
                  </a:lnTo>
                  <a:lnTo>
                    <a:pt x="20276" y="15129"/>
                  </a:lnTo>
                  <a:lnTo>
                    <a:pt x="20297" y="15170"/>
                  </a:lnTo>
                  <a:lnTo>
                    <a:pt x="20213" y="15233"/>
                  </a:lnTo>
                  <a:lnTo>
                    <a:pt x="20276" y="15296"/>
                  </a:lnTo>
                  <a:lnTo>
                    <a:pt x="20318" y="15359"/>
                  </a:lnTo>
                  <a:lnTo>
                    <a:pt x="20380" y="15359"/>
                  </a:lnTo>
                  <a:lnTo>
                    <a:pt x="20422" y="15275"/>
                  </a:lnTo>
                  <a:lnTo>
                    <a:pt x="20485" y="15087"/>
                  </a:lnTo>
                  <a:lnTo>
                    <a:pt x="20506" y="15045"/>
                  </a:lnTo>
                  <a:lnTo>
                    <a:pt x="20527" y="14982"/>
                  </a:lnTo>
                  <a:lnTo>
                    <a:pt x="20506" y="14877"/>
                  </a:lnTo>
                  <a:lnTo>
                    <a:pt x="20506" y="14836"/>
                  </a:lnTo>
                  <a:lnTo>
                    <a:pt x="20506" y="14710"/>
                  </a:lnTo>
                  <a:lnTo>
                    <a:pt x="20464" y="14626"/>
                  </a:lnTo>
                  <a:lnTo>
                    <a:pt x="20464" y="14564"/>
                  </a:lnTo>
                  <a:lnTo>
                    <a:pt x="20464" y="14543"/>
                  </a:lnTo>
                  <a:lnTo>
                    <a:pt x="20506" y="14564"/>
                  </a:lnTo>
                  <a:lnTo>
                    <a:pt x="20590" y="14605"/>
                  </a:lnTo>
                  <a:lnTo>
                    <a:pt x="20610" y="14605"/>
                  </a:lnTo>
                  <a:lnTo>
                    <a:pt x="20590" y="14543"/>
                  </a:lnTo>
                  <a:lnTo>
                    <a:pt x="20506" y="14459"/>
                  </a:lnTo>
                  <a:lnTo>
                    <a:pt x="20464" y="14354"/>
                  </a:lnTo>
                  <a:lnTo>
                    <a:pt x="20401" y="14313"/>
                  </a:lnTo>
                  <a:lnTo>
                    <a:pt x="20318" y="14292"/>
                  </a:lnTo>
                  <a:lnTo>
                    <a:pt x="19962" y="14292"/>
                  </a:lnTo>
                  <a:lnTo>
                    <a:pt x="19920" y="14208"/>
                  </a:lnTo>
                  <a:lnTo>
                    <a:pt x="19836" y="14145"/>
                  </a:lnTo>
                  <a:lnTo>
                    <a:pt x="19648" y="14145"/>
                  </a:lnTo>
                  <a:lnTo>
                    <a:pt x="19564" y="14187"/>
                  </a:lnTo>
                  <a:lnTo>
                    <a:pt x="19502" y="14187"/>
                  </a:lnTo>
                  <a:lnTo>
                    <a:pt x="19460" y="14124"/>
                  </a:lnTo>
                  <a:lnTo>
                    <a:pt x="19439" y="14103"/>
                  </a:lnTo>
                  <a:lnTo>
                    <a:pt x="19460" y="14041"/>
                  </a:lnTo>
                  <a:lnTo>
                    <a:pt x="19502" y="14103"/>
                  </a:lnTo>
                  <a:lnTo>
                    <a:pt x="19543" y="14124"/>
                  </a:lnTo>
                  <a:lnTo>
                    <a:pt x="19669" y="14103"/>
                  </a:lnTo>
                  <a:lnTo>
                    <a:pt x="19836" y="14082"/>
                  </a:lnTo>
                  <a:lnTo>
                    <a:pt x="19878" y="14124"/>
                  </a:lnTo>
                  <a:lnTo>
                    <a:pt x="19941" y="14103"/>
                  </a:lnTo>
                  <a:lnTo>
                    <a:pt x="20025" y="14082"/>
                  </a:lnTo>
                  <a:lnTo>
                    <a:pt x="20087" y="14103"/>
                  </a:lnTo>
                  <a:lnTo>
                    <a:pt x="20150" y="14124"/>
                  </a:lnTo>
                  <a:lnTo>
                    <a:pt x="20192" y="14103"/>
                  </a:lnTo>
                  <a:lnTo>
                    <a:pt x="20234" y="14082"/>
                  </a:lnTo>
                  <a:lnTo>
                    <a:pt x="20234" y="14020"/>
                  </a:lnTo>
                  <a:lnTo>
                    <a:pt x="20234" y="13915"/>
                  </a:lnTo>
                  <a:lnTo>
                    <a:pt x="20234" y="13873"/>
                  </a:lnTo>
                  <a:lnTo>
                    <a:pt x="20171" y="13831"/>
                  </a:lnTo>
                  <a:lnTo>
                    <a:pt x="20129" y="13873"/>
                  </a:lnTo>
                  <a:lnTo>
                    <a:pt x="20066" y="13894"/>
                  </a:lnTo>
                  <a:lnTo>
                    <a:pt x="19983" y="13873"/>
                  </a:lnTo>
                  <a:lnTo>
                    <a:pt x="19857" y="13873"/>
                  </a:lnTo>
                  <a:lnTo>
                    <a:pt x="19815" y="13810"/>
                  </a:lnTo>
                  <a:lnTo>
                    <a:pt x="19711" y="13706"/>
                  </a:lnTo>
                  <a:lnTo>
                    <a:pt x="19606" y="13727"/>
                  </a:lnTo>
                  <a:lnTo>
                    <a:pt x="19564" y="13789"/>
                  </a:lnTo>
                  <a:lnTo>
                    <a:pt x="19543" y="13789"/>
                  </a:lnTo>
                  <a:lnTo>
                    <a:pt x="19543" y="13685"/>
                  </a:lnTo>
                  <a:lnTo>
                    <a:pt x="19543" y="13601"/>
                  </a:lnTo>
                  <a:lnTo>
                    <a:pt x="19522" y="13538"/>
                  </a:lnTo>
                  <a:lnTo>
                    <a:pt x="19313" y="13538"/>
                  </a:lnTo>
                  <a:lnTo>
                    <a:pt x="19229" y="13497"/>
                  </a:lnTo>
                  <a:lnTo>
                    <a:pt x="19250" y="13455"/>
                  </a:lnTo>
                  <a:lnTo>
                    <a:pt x="19313" y="13455"/>
                  </a:lnTo>
                  <a:lnTo>
                    <a:pt x="19418" y="13476"/>
                  </a:lnTo>
                  <a:lnTo>
                    <a:pt x="19460" y="13455"/>
                  </a:lnTo>
                  <a:lnTo>
                    <a:pt x="19460" y="13392"/>
                  </a:lnTo>
                  <a:lnTo>
                    <a:pt x="19439" y="13371"/>
                  </a:lnTo>
                  <a:lnTo>
                    <a:pt x="19481" y="13308"/>
                  </a:lnTo>
                  <a:lnTo>
                    <a:pt x="19460" y="13266"/>
                  </a:lnTo>
                  <a:lnTo>
                    <a:pt x="19439" y="13204"/>
                  </a:lnTo>
                  <a:lnTo>
                    <a:pt x="19481" y="13162"/>
                  </a:lnTo>
                  <a:lnTo>
                    <a:pt x="19460" y="13078"/>
                  </a:lnTo>
                  <a:lnTo>
                    <a:pt x="19460" y="12994"/>
                  </a:lnTo>
                  <a:lnTo>
                    <a:pt x="19522" y="12973"/>
                  </a:lnTo>
                  <a:lnTo>
                    <a:pt x="19543" y="12994"/>
                  </a:lnTo>
                  <a:lnTo>
                    <a:pt x="19543" y="13078"/>
                  </a:lnTo>
                  <a:lnTo>
                    <a:pt x="19585" y="13141"/>
                  </a:lnTo>
                  <a:lnTo>
                    <a:pt x="19648" y="13162"/>
                  </a:lnTo>
                  <a:lnTo>
                    <a:pt x="19732" y="13078"/>
                  </a:lnTo>
                  <a:lnTo>
                    <a:pt x="19857" y="12953"/>
                  </a:lnTo>
                  <a:lnTo>
                    <a:pt x="19941" y="12932"/>
                  </a:lnTo>
                  <a:lnTo>
                    <a:pt x="19941" y="12890"/>
                  </a:lnTo>
                  <a:lnTo>
                    <a:pt x="19899" y="12869"/>
                  </a:lnTo>
                  <a:lnTo>
                    <a:pt x="19794" y="12848"/>
                  </a:lnTo>
                  <a:lnTo>
                    <a:pt x="19732" y="12848"/>
                  </a:lnTo>
                  <a:lnTo>
                    <a:pt x="19690" y="12827"/>
                  </a:lnTo>
                  <a:lnTo>
                    <a:pt x="19774" y="12785"/>
                  </a:lnTo>
                  <a:lnTo>
                    <a:pt x="19878" y="12785"/>
                  </a:lnTo>
                  <a:lnTo>
                    <a:pt x="19941" y="12827"/>
                  </a:lnTo>
                  <a:lnTo>
                    <a:pt x="19983" y="12827"/>
                  </a:lnTo>
                  <a:lnTo>
                    <a:pt x="19983" y="12764"/>
                  </a:lnTo>
                  <a:lnTo>
                    <a:pt x="19962" y="12743"/>
                  </a:lnTo>
                  <a:lnTo>
                    <a:pt x="20046" y="12722"/>
                  </a:lnTo>
                  <a:lnTo>
                    <a:pt x="20150" y="12722"/>
                  </a:lnTo>
                  <a:lnTo>
                    <a:pt x="20213" y="12785"/>
                  </a:lnTo>
                  <a:lnTo>
                    <a:pt x="20276" y="12827"/>
                  </a:lnTo>
                  <a:lnTo>
                    <a:pt x="20318" y="12785"/>
                  </a:lnTo>
                  <a:lnTo>
                    <a:pt x="20380" y="12827"/>
                  </a:lnTo>
                  <a:lnTo>
                    <a:pt x="20422" y="12890"/>
                  </a:lnTo>
                  <a:lnTo>
                    <a:pt x="20401" y="12973"/>
                  </a:lnTo>
                  <a:lnTo>
                    <a:pt x="20422" y="13036"/>
                  </a:lnTo>
                  <a:lnTo>
                    <a:pt x="20506" y="13057"/>
                  </a:lnTo>
                  <a:lnTo>
                    <a:pt x="20527" y="13036"/>
                  </a:lnTo>
                  <a:lnTo>
                    <a:pt x="20590" y="13057"/>
                  </a:lnTo>
                  <a:lnTo>
                    <a:pt x="20631" y="13141"/>
                  </a:lnTo>
                  <a:lnTo>
                    <a:pt x="20778" y="13183"/>
                  </a:lnTo>
                  <a:lnTo>
                    <a:pt x="20820" y="13266"/>
                  </a:lnTo>
                  <a:lnTo>
                    <a:pt x="20841" y="13287"/>
                  </a:lnTo>
                  <a:lnTo>
                    <a:pt x="20882" y="13245"/>
                  </a:lnTo>
                  <a:lnTo>
                    <a:pt x="20903" y="13141"/>
                  </a:lnTo>
                  <a:lnTo>
                    <a:pt x="20945" y="13057"/>
                  </a:lnTo>
                  <a:lnTo>
                    <a:pt x="21008" y="12890"/>
                  </a:lnTo>
                  <a:lnTo>
                    <a:pt x="21008" y="12848"/>
                  </a:lnTo>
                  <a:lnTo>
                    <a:pt x="21029" y="12722"/>
                  </a:lnTo>
                  <a:lnTo>
                    <a:pt x="21050" y="12555"/>
                  </a:lnTo>
                  <a:lnTo>
                    <a:pt x="21092" y="12513"/>
                  </a:lnTo>
                  <a:lnTo>
                    <a:pt x="21092" y="12429"/>
                  </a:lnTo>
                  <a:lnTo>
                    <a:pt x="21050" y="12346"/>
                  </a:lnTo>
                  <a:lnTo>
                    <a:pt x="20987" y="12304"/>
                  </a:lnTo>
                  <a:lnTo>
                    <a:pt x="20924" y="12241"/>
                  </a:lnTo>
                  <a:lnTo>
                    <a:pt x="20882" y="12241"/>
                  </a:lnTo>
                  <a:lnTo>
                    <a:pt x="20841" y="12199"/>
                  </a:lnTo>
                  <a:lnTo>
                    <a:pt x="20841" y="12136"/>
                  </a:lnTo>
                  <a:lnTo>
                    <a:pt x="20757" y="12136"/>
                  </a:lnTo>
                  <a:lnTo>
                    <a:pt x="20694" y="12220"/>
                  </a:lnTo>
                  <a:lnTo>
                    <a:pt x="20590" y="12325"/>
                  </a:lnTo>
                  <a:lnTo>
                    <a:pt x="20506" y="12346"/>
                  </a:lnTo>
                  <a:lnTo>
                    <a:pt x="20464" y="12304"/>
                  </a:lnTo>
                  <a:lnTo>
                    <a:pt x="20485" y="12241"/>
                  </a:lnTo>
                  <a:lnTo>
                    <a:pt x="20485" y="12157"/>
                  </a:lnTo>
                  <a:lnTo>
                    <a:pt x="20485" y="12136"/>
                  </a:lnTo>
                  <a:lnTo>
                    <a:pt x="20380" y="12116"/>
                  </a:lnTo>
                  <a:lnTo>
                    <a:pt x="20297" y="12116"/>
                  </a:lnTo>
                  <a:lnTo>
                    <a:pt x="20276" y="12053"/>
                  </a:lnTo>
                  <a:lnTo>
                    <a:pt x="20338" y="12032"/>
                  </a:lnTo>
                  <a:lnTo>
                    <a:pt x="20338" y="12011"/>
                  </a:lnTo>
                  <a:lnTo>
                    <a:pt x="20255" y="11948"/>
                  </a:lnTo>
                  <a:lnTo>
                    <a:pt x="20213" y="11906"/>
                  </a:lnTo>
                  <a:lnTo>
                    <a:pt x="20255" y="11885"/>
                  </a:lnTo>
                  <a:lnTo>
                    <a:pt x="20276" y="11906"/>
                  </a:lnTo>
                  <a:lnTo>
                    <a:pt x="20359" y="11927"/>
                  </a:lnTo>
                  <a:lnTo>
                    <a:pt x="20359" y="11885"/>
                  </a:lnTo>
                  <a:lnTo>
                    <a:pt x="20297" y="11802"/>
                  </a:lnTo>
                  <a:lnTo>
                    <a:pt x="20276" y="11718"/>
                  </a:lnTo>
                  <a:lnTo>
                    <a:pt x="20297" y="11676"/>
                  </a:lnTo>
                  <a:lnTo>
                    <a:pt x="20359" y="11634"/>
                  </a:lnTo>
                  <a:lnTo>
                    <a:pt x="20380" y="11676"/>
                  </a:lnTo>
                  <a:lnTo>
                    <a:pt x="20443" y="11697"/>
                  </a:lnTo>
                  <a:lnTo>
                    <a:pt x="20464" y="11739"/>
                  </a:lnTo>
                  <a:lnTo>
                    <a:pt x="20590" y="11885"/>
                  </a:lnTo>
                  <a:lnTo>
                    <a:pt x="20673" y="11927"/>
                  </a:lnTo>
                  <a:lnTo>
                    <a:pt x="20757" y="11906"/>
                  </a:lnTo>
                  <a:lnTo>
                    <a:pt x="20799" y="11844"/>
                  </a:lnTo>
                  <a:lnTo>
                    <a:pt x="20757" y="11718"/>
                  </a:lnTo>
                  <a:lnTo>
                    <a:pt x="20652" y="11613"/>
                  </a:lnTo>
                  <a:lnTo>
                    <a:pt x="20569" y="11572"/>
                  </a:lnTo>
                  <a:lnTo>
                    <a:pt x="20464" y="11530"/>
                  </a:lnTo>
                  <a:lnTo>
                    <a:pt x="20443" y="11404"/>
                  </a:lnTo>
                  <a:lnTo>
                    <a:pt x="20380" y="11320"/>
                  </a:lnTo>
                  <a:lnTo>
                    <a:pt x="20338" y="11258"/>
                  </a:lnTo>
                  <a:lnTo>
                    <a:pt x="20255" y="11216"/>
                  </a:lnTo>
                  <a:lnTo>
                    <a:pt x="20171" y="11174"/>
                  </a:lnTo>
                  <a:lnTo>
                    <a:pt x="20171" y="11111"/>
                  </a:lnTo>
                  <a:lnTo>
                    <a:pt x="20234" y="11069"/>
                  </a:lnTo>
                  <a:lnTo>
                    <a:pt x="20234" y="11007"/>
                  </a:lnTo>
                  <a:lnTo>
                    <a:pt x="20192" y="10986"/>
                  </a:lnTo>
                  <a:lnTo>
                    <a:pt x="20192" y="10944"/>
                  </a:lnTo>
                  <a:lnTo>
                    <a:pt x="20255" y="10881"/>
                  </a:lnTo>
                  <a:lnTo>
                    <a:pt x="20297" y="10881"/>
                  </a:lnTo>
                  <a:lnTo>
                    <a:pt x="20359" y="10860"/>
                  </a:lnTo>
                  <a:lnTo>
                    <a:pt x="20443" y="10881"/>
                  </a:lnTo>
                  <a:lnTo>
                    <a:pt x="20485" y="10944"/>
                  </a:lnTo>
                  <a:lnTo>
                    <a:pt x="20401" y="10986"/>
                  </a:lnTo>
                  <a:lnTo>
                    <a:pt x="20464" y="10986"/>
                  </a:lnTo>
                  <a:lnTo>
                    <a:pt x="20548" y="11048"/>
                  </a:lnTo>
                  <a:lnTo>
                    <a:pt x="20548" y="11090"/>
                  </a:lnTo>
                  <a:lnTo>
                    <a:pt x="20569" y="11174"/>
                  </a:lnTo>
                  <a:lnTo>
                    <a:pt x="20652" y="11195"/>
                  </a:lnTo>
                  <a:lnTo>
                    <a:pt x="20757" y="11111"/>
                  </a:lnTo>
                  <a:lnTo>
                    <a:pt x="20799" y="10986"/>
                  </a:lnTo>
                  <a:lnTo>
                    <a:pt x="20820" y="10860"/>
                  </a:lnTo>
                  <a:lnTo>
                    <a:pt x="20882" y="10776"/>
                  </a:lnTo>
                  <a:lnTo>
                    <a:pt x="20903" y="10735"/>
                  </a:lnTo>
                  <a:lnTo>
                    <a:pt x="20882" y="10588"/>
                  </a:lnTo>
                  <a:lnTo>
                    <a:pt x="20966" y="10525"/>
                  </a:lnTo>
                  <a:lnTo>
                    <a:pt x="21029" y="10463"/>
                  </a:lnTo>
                  <a:lnTo>
                    <a:pt x="21071" y="10316"/>
                  </a:lnTo>
                  <a:lnTo>
                    <a:pt x="21029" y="10212"/>
                  </a:lnTo>
                  <a:lnTo>
                    <a:pt x="20987" y="10128"/>
                  </a:lnTo>
                  <a:lnTo>
                    <a:pt x="21029" y="9919"/>
                  </a:lnTo>
                  <a:lnTo>
                    <a:pt x="21092" y="9751"/>
                  </a:lnTo>
                  <a:lnTo>
                    <a:pt x="21092" y="9605"/>
                  </a:lnTo>
                  <a:lnTo>
                    <a:pt x="21175" y="9521"/>
                  </a:lnTo>
                  <a:lnTo>
                    <a:pt x="21175" y="9437"/>
                  </a:lnTo>
                  <a:lnTo>
                    <a:pt x="21196" y="9312"/>
                  </a:lnTo>
                  <a:lnTo>
                    <a:pt x="21196" y="9165"/>
                  </a:lnTo>
                  <a:lnTo>
                    <a:pt x="21280" y="9082"/>
                  </a:lnTo>
                  <a:lnTo>
                    <a:pt x="21343" y="8956"/>
                  </a:lnTo>
                  <a:lnTo>
                    <a:pt x="21531" y="8684"/>
                  </a:lnTo>
                  <a:lnTo>
                    <a:pt x="21615" y="8538"/>
                  </a:lnTo>
                  <a:lnTo>
                    <a:pt x="21761" y="8391"/>
                  </a:lnTo>
                  <a:lnTo>
                    <a:pt x="21824" y="8287"/>
                  </a:lnTo>
                  <a:lnTo>
                    <a:pt x="21908" y="8224"/>
                  </a:lnTo>
                  <a:lnTo>
                    <a:pt x="21950" y="8077"/>
                  </a:lnTo>
                  <a:lnTo>
                    <a:pt x="22075" y="7973"/>
                  </a:lnTo>
                  <a:lnTo>
                    <a:pt x="22117" y="7952"/>
                  </a:lnTo>
                  <a:lnTo>
                    <a:pt x="22075" y="7910"/>
                  </a:lnTo>
                  <a:lnTo>
                    <a:pt x="22012" y="7847"/>
                  </a:lnTo>
                  <a:lnTo>
                    <a:pt x="21908" y="7826"/>
                  </a:lnTo>
                  <a:lnTo>
                    <a:pt x="21845" y="7763"/>
                  </a:lnTo>
                  <a:lnTo>
                    <a:pt x="21803" y="7722"/>
                  </a:lnTo>
                  <a:lnTo>
                    <a:pt x="21719" y="7743"/>
                  </a:lnTo>
                  <a:lnTo>
                    <a:pt x="21552" y="7805"/>
                  </a:lnTo>
                  <a:lnTo>
                    <a:pt x="21406" y="7847"/>
                  </a:lnTo>
                  <a:lnTo>
                    <a:pt x="21280" y="7910"/>
                  </a:lnTo>
                  <a:lnTo>
                    <a:pt x="21196" y="8015"/>
                  </a:lnTo>
                  <a:lnTo>
                    <a:pt x="21092" y="8056"/>
                  </a:lnTo>
                  <a:lnTo>
                    <a:pt x="21071" y="8119"/>
                  </a:lnTo>
                  <a:lnTo>
                    <a:pt x="21008" y="8140"/>
                  </a:lnTo>
                  <a:lnTo>
                    <a:pt x="20903" y="8077"/>
                  </a:lnTo>
                  <a:lnTo>
                    <a:pt x="20862" y="8035"/>
                  </a:lnTo>
                  <a:lnTo>
                    <a:pt x="20862" y="7973"/>
                  </a:lnTo>
                  <a:lnTo>
                    <a:pt x="20924" y="7973"/>
                  </a:lnTo>
                  <a:lnTo>
                    <a:pt x="20987" y="7952"/>
                  </a:lnTo>
                  <a:lnTo>
                    <a:pt x="20987" y="7847"/>
                  </a:lnTo>
                  <a:lnTo>
                    <a:pt x="20966" y="7805"/>
                  </a:lnTo>
                  <a:lnTo>
                    <a:pt x="20882" y="7805"/>
                  </a:lnTo>
                  <a:lnTo>
                    <a:pt x="20820" y="7763"/>
                  </a:lnTo>
                  <a:lnTo>
                    <a:pt x="20903" y="7743"/>
                  </a:lnTo>
                  <a:lnTo>
                    <a:pt x="20966" y="7701"/>
                  </a:lnTo>
                  <a:lnTo>
                    <a:pt x="21071" y="7617"/>
                  </a:lnTo>
                  <a:lnTo>
                    <a:pt x="21134" y="7491"/>
                  </a:lnTo>
                  <a:lnTo>
                    <a:pt x="21238" y="7408"/>
                  </a:lnTo>
                  <a:lnTo>
                    <a:pt x="21322" y="7408"/>
                  </a:lnTo>
                  <a:lnTo>
                    <a:pt x="21447" y="7429"/>
                  </a:lnTo>
                  <a:lnTo>
                    <a:pt x="21698" y="7617"/>
                  </a:lnTo>
                  <a:lnTo>
                    <a:pt x="21761" y="7659"/>
                  </a:lnTo>
                  <a:lnTo>
                    <a:pt x="21970" y="7659"/>
                  </a:lnTo>
                  <a:lnTo>
                    <a:pt x="22075" y="7638"/>
                  </a:lnTo>
                  <a:lnTo>
                    <a:pt x="22180" y="7659"/>
                  </a:lnTo>
                  <a:lnTo>
                    <a:pt x="22389" y="7617"/>
                  </a:lnTo>
                  <a:lnTo>
                    <a:pt x="22494" y="7554"/>
                  </a:lnTo>
                  <a:lnTo>
                    <a:pt x="22494" y="7491"/>
                  </a:lnTo>
                  <a:lnTo>
                    <a:pt x="22473" y="7429"/>
                  </a:lnTo>
                  <a:lnTo>
                    <a:pt x="22515" y="7429"/>
                  </a:lnTo>
                  <a:lnTo>
                    <a:pt x="22598" y="7408"/>
                  </a:lnTo>
                  <a:lnTo>
                    <a:pt x="22682" y="7324"/>
                  </a:lnTo>
                  <a:lnTo>
                    <a:pt x="22682" y="7240"/>
                  </a:lnTo>
                  <a:lnTo>
                    <a:pt x="22640" y="7178"/>
                  </a:lnTo>
                  <a:lnTo>
                    <a:pt x="22535" y="7136"/>
                  </a:lnTo>
                  <a:lnTo>
                    <a:pt x="22473" y="7094"/>
                  </a:lnTo>
                  <a:lnTo>
                    <a:pt x="22431" y="7073"/>
                  </a:lnTo>
                  <a:lnTo>
                    <a:pt x="22347" y="7073"/>
                  </a:lnTo>
                  <a:lnTo>
                    <a:pt x="22263" y="7136"/>
                  </a:lnTo>
                  <a:lnTo>
                    <a:pt x="22222" y="7136"/>
                  </a:lnTo>
                  <a:lnTo>
                    <a:pt x="22138" y="7073"/>
                  </a:lnTo>
                  <a:lnTo>
                    <a:pt x="21908" y="7073"/>
                  </a:lnTo>
                  <a:lnTo>
                    <a:pt x="21761" y="7031"/>
                  </a:lnTo>
                  <a:lnTo>
                    <a:pt x="21657" y="6989"/>
                  </a:lnTo>
                  <a:lnTo>
                    <a:pt x="21594" y="6989"/>
                  </a:lnTo>
                  <a:lnTo>
                    <a:pt x="21510" y="7010"/>
                  </a:lnTo>
                  <a:lnTo>
                    <a:pt x="21196" y="7010"/>
                  </a:lnTo>
                  <a:lnTo>
                    <a:pt x="21092" y="6968"/>
                  </a:lnTo>
                  <a:lnTo>
                    <a:pt x="21196" y="6968"/>
                  </a:lnTo>
                  <a:lnTo>
                    <a:pt x="21301" y="6989"/>
                  </a:lnTo>
                  <a:lnTo>
                    <a:pt x="21406" y="6927"/>
                  </a:lnTo>
                  <a:lnTo>
                    <a:pt x="21531" y="6906"/>
                  </a:lnTo>
                  <a:lnTo>
                    <a:pt x="21636" y="6927"/>
                  </a:lnTo>
                  <a:lnTo>
                    <a:pt x="21740" y="6968"/>
                  </a:lnTo>
                  <a:lnTo>
                    <a:pt x="21782" y="6927"/>
                  </a:lnTo>
                  <a:lnTo>
                    <a:pt x="21845" y="6885"/>
                  </a:lnTo>
                  <a:lnTo>
                    <a:pt x="21950" y="6885"/>
                  </a:lnTo>
                  <a:lnTo>
                    <a:pt x="21991" y="6822"/>
                  </a:lnTo>
                  <a:lnTo>
                    <a:pt x="22054" y="6801"/>
                  </a:lnTo>
                  <a:lnTo>
                    <a:pt x="22138" y="6822"/>
                  </a:lnTo>
                  <a:lnTo>
                    <a:pt x="22180" y="6822"/>
                  </a:lnTo>
                  <a:lnTo>
                    <a:pt x="22201" y="6780"/>
                  </a:lnTo>
                  <a:lnTo>
                    <a:pt x="22242" y="6759"/>
                  </a:lnTo>
                  <a:lnTo>
                    <a:pt x="22284" y="6759"/>
                  </a:lnTo>
                  <a:lnTo>
                    <a:pt x="22305" y="6780"/>
                  </a:lnTo>
                  <a:lnTo>
                    <a:pt x="22368" y="6801"/>
                  </a:lnTo>
                  <a:lnTo>
                    <a:pt x="22410" y="6822"/>
                  </a:lnTo>
                  <a:lnTo>
                    <a:pt x="22515" y="6822"/>
                  </a:lnTo>
                  <a:lnTo>
                    <a:pt x="22619" y="6864"/>
                  </a:lnTo>
                  <a:lnTo>
                    <a:pt x="22703" y="6906"/>
                  </a:lnTo>
                  <a:lnTo>
                    <a:pt x="22891" y="6906"/>
                  </a:lnTo>
                  <a:lnTo>
                    <a:pt x="22996" y="6822"/>
                  </a:lnTo>
                  <a:lnTo>
                    <a:pt x="23184" y="6759"/>
                  </a:lnTo>
                  <a:lnTo>
                    <a:pt x="23331" y="6759"/>
                  </a:lnTo>
                  <a:lnTo>
                    <a:pt x="23351" y="6675"/>
                  </a:lnTo>
                  <a:lnTo>
                    <a:pt x="23351" y="6592"/>
                  </a:lnTo>
                  <a:lnTo>
                    <a:pt x="23310" y="6571"/>
                  </a:lnTo>
                  <a:lnTo>
                    <a:pt x="23247" y="6487"/>
                  </a:lnTo>
                  <a:lnTo>
                    <a:pt x="23247" y="6445"/>
                  </a:lnTo>
                  <a:lnTo>
                    <a:pt x="23226" y="6403"/>
                  </a:lnTo>
                  <a:lnTo>
                    <a:pt x="23226" y="6362"/>
                  </a:lnTo>
                  <a:lnTo>
                    <a:pt x="23289" y="6257"/>
                  </a:lnTo>
                  <a:lnTo>
                    <a:pt x="23351" y="6194"/>
                  </a:lnTo>
                  <a:lnTo>
                    <a:pt x="23414" y="6194"/>
                  </a:lnTo>
                  <a:lnTo>
                    <a:pt x="23561" y="6299"/>
                  </a:lnTo>
                  <a:lnTo>
                    <a:pt x="23644" y="6341"/>
                  </a:lnTo>
                  <a:lnTo>
                    <a:pt x="23707" y="6299"/>
                  </a:lnTo>
                  <a:lnTo>
                    <a:pt x="23749" y="6236"/>
                  </a:lnTo>
                  <a:lnTo>
                    <a:pt x="23854" y="6069"/>
                  </a:lnTo>
                  <a:lnTo>
                    <a:pt x="23958" y="5985"/>
                  </a:lnTo>
                  <a:lnTo>
                    <a:pt x="24042" y="5964"/>
                  </a:lnTo>
                  <a:lnTo>
                    <a:pt x="24063" y="5922"/>
                  </a:lnTo>
                  <a:lnTo>
                    <a:pt x="24167" y="5838"/>
                  </a:lnTo>
                  <a:lnTo>
                    <a:pt x="24272" y="5776"/>
                  </a:lnTo>
                  <a:lnTo>
                    <a:pt x="24335" y="5713"/>
                  </a:lnTo>
                  <a:lnTo>
                    <a:pt x="24335" y="5566"/>
                  </a:lnTo>
                  <a:lnTo>
                    <a:pt x="24272" y="5420"/>
                  </a:lnTo>
                  <a:lnTo>
                    <a:pt x="24188" y="5336"/>
                  </a:lnTo>
                  <a:lnTo>
                    <a:pt x="24167" y="5253"/>
                  </a:lnTo>
                  <a:lnTo>
                    <a:pt x="24021" y="5127"/>
                  </a:lnTo>
                  <a:lnTo>
                    <a:pt x="24021" y="5085"/>
                  </a:lnTo>
                  <a:lnTo>
                    <a:pt x="23958" y="5002"/>
                  </a:lnTo>
                  <a:lnTo>
                    <a:pt x="23854" y="4939"/>
                  </a:lnTo>
                  <a:lnTo>
                    <a:pt x="23812" y="4939"/>
                  </a:lnTo>
                  <a:lnTo>
                    <a:pt x="23728" y="4876"/>
                  </a:lnTo>
                  <a:lnTo>
                    <a:pt x="23623" y="4813"/>
                  </a:lnTo>
                  <a:lnTo>
                    <a:pt x="23498" y="4813"/>
                  </a:lnTo>
                  <a:lnTo>
                    <a:pt x="23331" y="4771"/>
                  </a:lnTo>
                  <a:lnTo>
                    <a:pt x="23184" y="4688"/>
                  </a:lnTo>
                  <a:lnTo>
                    <a:pt x="23038" y="4667"/>
                  </a:lnTo>
                  <a:lnTo>
                    <a:pt x="22975" y="4688"/>
                  </a:lnTo>
                  <a:lnTo>
                    <a:pt x="22828" y="4688"/>
                  </a:lnTo>
                  <a:lnTo>
                    <a:pt x="22682" y="4730"/>
                  </a:lnTo>
                  <a:lnTo>
                    <a:pt x="22619" y="4792"/>
                  </a:lnTo>
                  <a:lnTo>
                    <a:pt x="22515" y="4834"/>
                  </a:lnTo>
                  <a:lnTo>
                    <a:pt x="22410" y="4792"/>
                  </a:lnTo>
                  <a:lnTo>
                    <a:pt x="22389" y="4730"/>
                  </a:lnTo>
                  <a:lnTo>
                    <a:pt x="22347" y="4771"/>
                  </a:lnTo>
                  <a:lnTo>
                    <a:pt x="22305" y="4834"/>
                  </a:lnTo>
                  <a:lnTo>
                    <a:pt x="22347" y="4918"/>
                  </a:lnTo>
                  <a:lnTo>
                    <a:pt x="22347" y="5022"/>
                  </a:lnTo>
                  <a:lnTo>
                    <a:pt x="22284" y="5106"/>
                  </a:lnTo>
                  <a:lnTo>
                    <a:pt x="22242" y="5106"/>
                  </a:lnTo>
                  <a:lnTo>
                    <a:pt x="22242" y="5148"/>
                  </a:lnTo>
                  <a:lnTo>
                    <a:pt x="22263" y="5211"/>
                  </a:lnTo>
                  <a:lnTo>
                    <a:pt x="22242" y="5294"/>
                  </a:lnTo>
                  <a:lnTo>
                    <a:pt x="22138" y="5336"/>
                  </a:lnTo>
                  <a:lnTo>
                    <a:pt x="22033" y="5336"/>
                  </a:lnTo>
                  <a:lnTo>
                    <a:pt x="21970" y="5253"/>
                  </a:lnTo>
                  <a:lnTo>
                    <a:pt x="21970" y="5190"/>
                  </a:lnTo>
                  <a:lnTo>
                    <a:pt x="21929" y="5148"/>
                  </a:lnTo>
                  <a:lnTo>
                    <a:pt x="21866" y="5211"/>
                  </a:lnTo>
                  <a:lnTo>
                    <a:pt x="21866" y="5315"/>
                  </a:lnTo>
                  <a:lnTo>
                    <a:pt x="21887" y="5336"/>
                  </a:lnTo>
                  <a:lnTo>
                    <a:pt x="21845" y="5420"/>
                  </a:lnTo>
                  <a:lnTo>
                    <a:pt x="21824" y="5525"/>
                  </a:lnTo>
                  <a:lnTo>
                    <a:pt x="21782" y="5566"/>
                  </a:lnTo>
                  <a:lnTo>
                    <a:pt x="21782" y="5504"/>
                  </a:lnTo>
                  <a:lnTo>
                    <a:pt x="21824" y="5441"/>
                  </a:lnTo>
                  <a:lnTo>
                    <a:pt x="21782" y="5315"/>
                  </a:lnTo>
                  <a:lnTo>
                    <a:pt x="21740" y="5232"/>
                  </a:lnTo>
                  <a:lnTo>
                    <a:pt x="21761" y="5148"/>
                  </a:lnTo>
                  <a:lnTo>
                    <a:pt x="21761" y="5064"/>
                  </a:lnTo>
                  <a:lnTo>
                    <a:pt x="21719" y="5002"/>
                  </a:lnTo>
                  <a:lnTo>
                    <a:pt x="21719" y="4918"/>
                  </a:lnTo>
                  <a:lnTo>
                    <a:pt x="21657" y="4939"/>
                  </a:lnTo>
                  <a:lnTo>
                    <a:pt x="21636" y="5002"/>
                  </a:lnTo>
                  <a:lnTo>
                    <a:pt x="21552" y="5064"/>
                  </a:lnTo>
                  <a:lnTo>
                    <a:pt x="21552" y="5148"/>
                  </a:lnTo>
                  <a:lnTo>
                    <a:pt x="21531" y="5253"/>
                  </a:lnTo>
                  <a:lnTo>
                    <a:pt x="21364" y="5420"/>
                  </a:lnTo>
                  <a:lnTo>
                    <a:pt x="21301" y="5483"/>
                  </a:lnTo>
                  <a:lnTo>
                    <a:pt x="21217" y="5483"/>
                  </a:lnTo>
                  <a:lnTo>
                    <a:pt x="21154" y="5546"/>
                  </a:lnTo>
                  <a:lnTo>
                    <a:pt x="21050" y="5629"/>
                  </a:lnTo>
                  <a:lnTo>
                    <a:pt x="20945" y="5629"/>
                  </a:lnTo>
                  <a:lnTo>
                    <a:pt x="20841" y="5734"/>
                  </a:lnTo>
                  <a:lnTo>
                    <a:pt x="20694" y="5818"/>
                  </a:lnTo>
                  <a:lnTo>
                    <a:pt x="20422" y="5818"/>
                  </a:lnTo>
                  <a:lnTo>
                    <a:pt x="20422" y="5859"/>
                  </a:lnTo>
                  <a:lnTo>
                    <a:pt x="20359" y="5901"/>
                  </a:lnTo>
                  <a:lnTo>
                    <a:pt x="20255" y="5901"/>
                  </a:lnTo>
                  <a:lnTo>
                    <a:pt x="20171" y="5880"/>
                  </a:lnTo>
                  <a:lnTo>
                    <a:pt x="20087" y="5943"/>
                  </a:lnTo>
                  <a:lnTo>
                    <a:pt x="19711" y="6131"/>
                  </a:lnTo>
                  <a:lnTo>
                    <a:pt x="19522" y="6278"/>
                  </a:lnTo>
                  <a:lnTo>
                    <a:pt x="19502" y="6382"/>
                  </a:lnTo>
                  <a:lnTo>
                    <a:pt x="19439" y="6403"/>
                  </a:lnTo>
                  <a:lnTo>
                    <a:pt x="19229" y="6571"/>
                  </a:lnTo>
                  <a:lnTo>
                    <a:pt x="19125" y="6675"/>
                  </a:lnTo>
                  <a:lnTo>
                    <a:pt x="19104" y="6613"/>
                  </a:lnTo>
                  <a:lnTo>
                    <a:pt x="19083" y="6613"/>
                  </a:lnTo>
                  <a:lnTo>
                    <a:pt x="18978" y="6696"/>
                  </a:lnTo>
                  <a:lnTo>
                    <a:pt x="18895" y="6822"/>
                  </a:lnTo>
                  <a:lnTo>
                    <a:pt x="18790" y="6968"/>
                  </a:lnTo>
                  <a:lnTo>
                    <a:pt x="18769" y="7031"/>
                  </a:lnTo>
                  <a:lnTo>
                    <a:pt x="18727" y="7094"/>
                  </a:lnTo>
                  <a:lnTo>
                    <a:pt x="18706" y="7031"/>
                  </a:lnTo>
                  <a:lnTo>
                    <a:pt x="18748" y="6906"/>
                  </a:lnTo>
                  <a:lnTo>
                    <a:pt x="18748" y="6801"/>
                  </a:lnTo>
                  <a:lnTo>
                    <a:pt x="18748" y="6696"/>
                  </a:lnTo>
                  <a:lnTo>
                    <a:pt x="18853" y="6696"/>
                  </a:lnTo>
                  <a:lnTo>
                    <a:pt x="18895" y="6654"/>
                  </a:lnTo>
                  <a:lnTo>
                    <a:pt x="19020" y="6550"/>
                  </a:lnTo>
                  <a:lnTo>
                    <a:pt x="19104" y="6508"/>
                  </a:lnTo>
                  <a:lnTo>
                    <a:pt x="19209" y="6403"/>
                  </a:lnTo>
                  <a:lnTo>
                    <a:pt x="19355" y="6278"/>
                  </a:lnTo>
                  <a:lnTo>
                    <a:pt x="19418" y="6194"/>
                  </a:lnTo>
                  <a:lnTo>
                    <a:pt x="19522" y="6152"/>
                  </a:lnTo>
                  <a:lnTo>
                    <a:pt x="19627" y="5985"/>
                  </a:lnTo>
                  <a:lnTo>
                    <a:pt x="19669" y="5922"/>
                  </a:lnTo>
                  <a:lnTo>
                    <a:pt x="19648" y="5838"/>
                  </a:lnTo>
                  <a:lnTo>
                    <a:pt x="19669" y="5776"/>
                  </a:lnTo>
                  <a:lnTo>
                    <a:pt x="19690" y="5818"/>
                  </a:lnTo>
                  <a:lnTo>
                    <a:pt x="19753" y="5838"/>
                  </a:lnTo>
                  <a:lnTo>
                    <a:pt x="19836" y="5755"/>
                  </a:lnTo>
                  <a:lnTo>
                    <a:pt x="19941" y="5713"/>
                  </a:lnTo>
                  <a:lnTo>
                    <a:pt x="19941" y="5629"/>
                  </a:lnTo>
                  <a:lnTo>
                    <a:pt x="20004" y="5504"/>
                  </a:lnTo>
                  <a:lnTo>
                    <a:pt x="20066" y="5462"/>
                  </a:lnTo>
                  <a:lnTo>
                    <a:pt x="20150" y="5504"/>
                  </a:lnTo>
                  <a:lnTo>
                    <a:pt x="20213" y="5420"/>
                  </a:lnTo>
                  <a:lnTo>
                    <a:pt x="20297" y="5399"/>
                  </a:lnTo>
                  <a:lnTo>
                    <a:pt x="20318" y="5420"/>
                  </a:lnTo>
                  <a:lnTo>
                    <a:pt x="20401" y="5420"/>
                  </a:lnTo>
                  <a:lnTo>
                    <a:pt x="20715" y="5127"/>
                  </a:lnTo>
                  <a:lnTo>
                    <a:pt x="20778" y="5022"/>
                  </a:lnTo>
                  <a:lnTo>
                    <a:pt x="20799" y="4897"/>
                  </a:lnTo>
                  <a:lnTo>
                    <a:pt x="20882" y="4709"/>
                  </a:lnTo>
                  <a:lnTo>
                    <a:pt x="20987" y="4583"/>
                  </a:lnTo>
                  <a:lnTo>
                    <a:pt x="20987" y="4458"/>
                  </a:lnTo>
                  <a:lnTo>
                    <a:pt x="20987" y="4269"/>
                  </a:lnTo>
                  <a:lnTo>
                    <a:pt x="20945" y="4165"/>
                  </a:lnTo>
                  <a:lnTo>
                    <a:pt x="20882" y="4144"/>
                  </a:lnTo>
                  <a:lnTo>
                    <a:pt x="20736" y="4165"/>
                  </a:lnTo>
                  <a:lnTo>
                    <a:pt x="20590" y="4165"/>
                  </a:lnTo>
                  <a:lnTo>
                    <a:pt x="20464" y="4102"/>
                  </a:lnTo>
                  <a:lnTo>
                    <a:pt x="20318" y="4102"/>
                  </a:lnTo>
                  <a:lnTo>
                    <a:pt x="20255" y="4165"/>
                  </a:lnTo>
                  <a:lnTo>
                    <a:pt x="20213" y="4248"/>
                  </a:lnTo>
                  <a:lnTo>
                    <a:pt x="20255" y="4290"/>
                  </a:lnTo>
                  <a:lnTo>
                    <a:pt x="20213" y="4353"/>
                  </a:lnTo>
                  <a:lnTo>
                    <a:pt x="20213" y="4499"/>
                  </a:lnTo>
                  <a:lnTo>
                    <a:pt x="20171" y="4646"/>
                  </a:lnTo>
                  <a:lnTo>
                    <a:pt x="20066" y="4792"/>
                  </a:lnTo>
                  <a:lnTo>
                    <a:pt x="20004" y="4730"/>
                  </a:lnTo>
                  <a:lnTo>
                    <a:pt x="19941" y="4709"/>
                  </a:lnTo>
                  <a:lnTo>
                    <a:pt x="19899" y="4709"/>
                  </a:lnTo>
                  <a:lnTo>
                    <a:pt x="19857" y="4771"/>
                  </a:lnTo>
                  <a:lnTo>
                    <a:pt x="19794" y="4792"/>
                  </a:lnTo>
                  <a:lnTo>
                    <a:pt x="19732" y="4730"/>
                  </a:lnTo>
                  <a:lnTo>
                    <a:pt x="19669" y="4730"/>
                  </a:lnTo>
                  <a:cubicBezTo>
                    <a:pt x="19669" y="4730"/>
                    <a:pt x="19481" y="4688"/>
                    <a:pt x="19481" y="4646"/>
                  </a:cubicBezTo>
                  <a:lnTo>
                    <a:pt x="19271" y="4646"/>
                  </a:lnTo>
                  <a:lnTo>
                    <a:pt x="19167" y="4709"/>
                  </a:lnTo>
                  <a:lnTo>
                    <a:pt x="19020" y="4730"/>
                  </a:lnTo>
                  <a:lnTo>
                    <a:pt x="18895" y="4792"/>
                  </a:lnTo>
                  <a:lnTo>
                    <a:pt x="18832" y="4750"/>
                  </a:lnTo>
                  <a:lnTo>
                    <a:pt x="18832" y="4709"/>
                  </a:lnTo>
                  <a:lnTo>
                    <a:pt x="18853" y="4625"/>
                  </a:lnTo>
                  <a:lnTo>
                    <a:pt x="18853" y="4541"/>
                  </a:lnTo>
                  <a:lnTo>
                    <a:pt x="18895" y="4478"/>
                  </a:lnTo>
                  <a:lnTo>
                    <a:pt x="18916" y="4478"/>
                  </a:lnTo>
                  <a:lnTo>
                    <a:pt x="18957" y="4499"/>
                  </a:lnTo>
                  <a:lnTo>
                    <a:pt x="19020" y="4499"/>
                  </a:lnTo>
                  <a:lnTo>
                    <a:pt x="19146" y="4437"/>
                  </a:lnTo>
                  <a:lnTo>
                    <a:pt x="19439" y="4416"/>
                  </a:lnTo>
                  <a:lnTo>
                    <a:pt x="19481" y="4395"/>
                  </a:lnTo>
                  <a:lnTo>
                    <a:pt x="19543" y="4290"/>
                  </a:lnTo>
                  <a:lnTo>
                    <a:pt x="19564" y="4206"/>
                  </a:lnTo>
                  <a:lnTo>
                    <a:pt x="19648" y="4165"/>
                  </a:lnTo>
                  <a:lnTo>
                    <a:pt x="19669" y="4102"/>
                  </a:lnTo>
                  <a:lnTo>
                    <a:pt x="19627" y="4060"/>
                  </a:lnTo>
                  <a:lnTo>
                    <a:pt x="19627" y="3997"/>
                  </a:lnTo>
                  <a:lnTo>
                    <a:pt x="19313" y="3997"/>
                  </a:lnTo>
                  <a:lnTo>
                    <a:pt x="19125" y="3955"/>
                  </a:lnTo>
                  <a:lnTo>
                    <a:pt x="19020" y="3893"/>
                  </a:lnTo>
                  <a:lnTo>
                    <a:pt x="18937" y="3872"/>
                  </a:lnTo>
                  <a:lnTo>
                    <a:pt x="18685" y="3893"/>
                  </a:lnTo>
                  <a:lnTo>
                    <a:pt x="18560" y="3872"/>
                  </a:lnTo>
                  <a:lnTo>
                    <a:pt x="18455" y="3830"/>
                  </a:lnTo>
                  <a:lnTo>
                    <a:pt x="18288" y="3830"/>
                  </a:lnTo>
                  <a:lnTo>
                    <a:pt x="18162" y="3851"/>
                  </a:lnTo>
                  <a:lnTo>
                    <a:pt x="18100" y="3830"/>
                  </a:lnTo>
                  <a:lnTo>
                    <a:pt x="17995" y="3788"/>
                  </a:lnTo>
                  <a:lnTo>
                    <a:pt x="17932" y="3788"/>
                  </a:lnTo>
                  <a:lnTo>
                    <a:pt x="17849" y="3893"/>
                  </a:lnTo>
                  <a:lnTo>
                    <a:pt x="17849" y="3976"/>
                  </a:lnTo>
                  <a:lnTo>
                    <a:pt x="17765" y="4039"/>
                  </a:lnTo>
                  <a:lnTo>
                    <a:pt x="17744" y="4039"/>
                  </a:lnTo>
                  <a:lnTo>
                    <a:pt x="17765" y="3955"/>
                  </a:lnTo>
                  <a:lnTo>
                    <a:pt x="17765" y="3934"/>
                  </a:lnTo>
                  <a:lnTo>
                    <a:pt x="17681" y="3934"/>
                  </a:lnTo>
                  <a:lnTo>
                    <a:pt x="17451" y="3997"/>
                  </a:lnTo>
                  <a:lnTo>
                    <a:pt x="17305" y="4060"/>
                  </a:lnTo>
                  <a:lnTo>
                    <a:pt x="17221" y="4144"/>
                  </a:lnTo>
                  <a:lnTo>
                    <a:pt x="17158" y="4186"/>
                  </a:lnTo>
                  <a:lnTo>
                    <a:pt x="17053" y="4186"/>
                  </a:lnTo>
                  <a:lnTo>
                    <a:pt x="16949" y="4206"/>
                  </a:lnTo>
                  <a:lnTo>
                    <a:pt x="16886" y="4269"/>
                  </a:lnTo>
                  <a:lnTo>
                    <a:pt x="16781" y="4290"/>
                  </a:lnTo>
                  <a:lnTo>
                    <a:pt x="16698" y="4374"/>
                  </a:lnTo>
                  <a:lnTo>
                    <a:pt x="16698" y="4458"/>
                  </a:lnTo>
                  <a:lnTo>
                    <a:pt x="16635" y="4520"/>
                  </a:lnTo>
                  <a:lnTo>
                    <a:pt x="16593" y="4520"/>
                  </a:lnTo>
                  <a:lnTo>
                    <a:pt x="16530" y="4458"/>
                  </a:lnTo>
                  <a:lnTo>
                    <a:pt x="16530" y="4374"/>
                  </a:lnTo>
                  <a:lnTo>
                    <a:pt x="16509" y="4290"/>
                  </a:lnTo>
                  <a:lnTo>
                    <a:pt x="16468" y="4248"/>
                  </a:lnTo>
                  <a:lnTo>
                    <a:pt x="16468" y="4165"/>
                  </a:lnTo>
                  <a:lnTo>
                    <a:pt x="16509" y="4081"/>
                  </a:lnTo>
                  <a:lnTo>
                    <a:pt x="16593" y="4081"/>
                  </a:lnTo>
                  <a:lnTo>
                    <a:pt x="16698" y="4039"/>
                  </a:lnTo>
                  <a:lnTo>
                    <a:pt x="16802" y="4039"/>
                  </a:lnTo>
                  <a:lnTo>
                    <a:pt x="16886" y="3997"/>
                  </a:lnTo>
                  <a:lnTo>
                    <a:pt x="16928" y="3955"/>
                  </a:lnTo>
                  <a:lnTo>
                    <a:pt x="17012" y="3934"/>
                  </a:lnTo>
                  <a:lnTo>
                    <a:pt x="17158" y="3893"/>
                  </a:lnTo>
                  <a:lnTo>
                    <a:pt x="17263" y="3851"/>
                  </a:lnTo>
                  <a:lnTo>
                    <a:pt x="17346" y="3788"/>
                  </a:lnTo>
                  <a:lnTo>
                    <a:pt x="17472" y="3788"/>
                  </a:lnTo>
                  <a:lnTo>
                    <a:pt x="17556" y="3746"/>
                  </a:lnTo>
                  <a:lnTo>
                    <a:pt x="17577" y="3662"/>
                  </a:lnTo>
                  <a:lnTo>
                    <a:pt x="17556" y="3621"/>
                  </a:lnTo>
                  <a:lnTo>
                    <a:pt x="17514" y="3558"/>
                  </a:lnTo>
                  <a:lnTo>
                    <a:pt x="17346" y="3558"/>
                  </a:lnTo>
                  <a:lnTo>
                    <a:pt x="17346" y="3516"/>
                  </a:lnTo>
                  <a:lnTo>
                    <a:pt x="17430" y="3516"/>
                  </a:lnTo>
                  <a:lnTo>
                    <a:pt x="17451" y="3537"/>
                  </a:lnTo>
                  <a:lnTo>
                    <a:pt x="17535" y="3537"/>
                  </a:lnTo>
                  <a:lnTo>
                    <a:pt x="17577" y="3558"/>
                  </a:lnTo>
                  <a:lnTo>
                    <a:pt x="17618" y="3662"/>
                  </a:lnTo>
                  <a:lnTo>
                    <a:pt x="17639" y="3662"/>
                  </a:lnTo>
                  <a:lnTo>
                    <a:pt x="17660" y="3641"/>
                  </a:lnTo>
                  <a:lnTo>
                    <a:pt x="17765" y="3579"/>
                  </a:lnTo>
                  <a:lnTo>
                    <a:pt x="17890" y="3621"/>
                  </a:lnTo>
                  <a:lnTo>
                    <a:pt x="17974" y="3579"/>
                  </a:lnTo>
                  <a:lnTo>
                    <a:pt x="18058" y="3537"/>
                  </a:lnTo>
                  <a:lnTo>
                    <a:pt x="18141" y="3516"/>
                  </a:lnTo>
                  <a:lnTo>
                    <a:pt x="18246" y="3537"/>
                  </a:lnTo>
                  <a:lnTo>
                    <a:pt x="18351" y="3537"/>
                  </a:lnTo>
                  <a:lnTo>
                    <a:pt x="18455" y="3516"/>
                  </a:lnTo>
                  <a:lnTo>
                    <a:pt x="18518" y="3537"/>
                  </a:lnTo>
                  <a:lnTo>
                    <a:pt x="18602" y="3579"/>
                  </a:lnTo>
                  <a:lnTo>
                    <a:pt x="18769" y="3579"/>
                  </a:lnTo>
                  <a:lnTo>
                    <a:pt x="18790" y="3621"/>
                  </a:lnTo>
                  <a:lnTo>
                    <a:pt x="18832" y="3621"/>
                  </a:lnTo>
                  <a:lnTo>
                    <a:pt x="18978" y="3725"/>
                  </a:lnTo>
                  <a:lnTo>
                    <a:pt x="19041" y="3746"/>
                  </a:lnTo>
                  <a:lnTo>
                    <a:pt x="19146" y="3725"/>
                  </a:lnTo>
                  <a:lnTo>
                    <a:pt x="19209" y="3662"/>
                  </a:lnTo>
                  <a:lnTo>
                    <a:pt x="19292" y="3662"/>
                  </a:lnTo>
                  <a:lnTo>
                    <a:pt x="19355" y="3683"/>
                  </a:lnTo>
                  <a:lnTo>
                    <a:pt x="19439" y="3683"/>
                  </a:lnTo>
                  <a:lnTo>
                    <a:pt x="19502" y="3725"/>
                  </a:lnTo>
                  <a:lnTo>
                    <a:pt x="19564" y="3725"/>
                  </a:lnTo>
                  <a:lnTo>
                    <a:pt x="19732" y="3662"/>
                  </a:lnTo>
                  <a:lnTo>
                    <a:pt x="19815" y="3621"/>
                  </a:lnTo>
                  <a:lnTo>
                    <a:pt x="19920" y="3621"/>
                  </a:lnTo>
                  <a:lnTo>
                    <a:pt x="19983" y="3662"/>
                  </a:lnTo>
                  <a:lnTo>
                    <a:pt x="20046" y="3662"/>
                  </a:lnTo>
                  <a:lnTo>
                    <a:pt x="20129" y="3621"/>
                  </a:lnTo>
                  <a:lnTo>
                    <a:pt x="20234" y="3641"/>
                  </a:lnTo>
                  <a:lnTo>
                    <a:pt x="20338" y="3641"/>
                  </a:lnTo>
                  <a:lnTo>
                    <a:pt x="20338" y="3579"/>
                  </a:lnTo>
                  <a:lnTo>
                    <a:pt x="20276" y="3558"/>
                  </a:lnTo>
                  <a:lnTo>
                    <a:pt x="20276" y="3516"/>
                  </a:lnTo>
                  <a:lnTo>
                    <a:pt x="20297" y="3474"/>
                  </a:lnTo>
                  <a:lnTo>
                    <a:pt x="20359" y="3537"/>
                  </a:lnTo>
                  <a:lnTo>
                    <a:pt x="20401" y="3579"/>
                  </a:lnTo>
                  <a:lnTo>
                    <a:pt x="20485" y="3579"/>
                  </a:lnTo>
                  <a:lnTo>
                    <a:pt x="20548" y="3558"/>
                  </a:lnTo>
                  <a:lnTo>
                    <a:pt x="20694" y="3558"/>
                  </a:lnTo>
                  <a:lnTo>
                    <a:pt x="20903" y="3474"/>
                  </a:lnTo>
                  <a:lnTo>
                    <a:pt x="21008" y="3432"/>
                  </a:lnTo>
                  <a:lnTo>
                    <a:pt x="21029" y="3369"/>
                  </a:lnTo>
                  <a:lnTo>
                    <a:pt x="21029" y="3328"/>
                  </a:lnTo>
                  <a:lnTo>
                    <a:pt x="21092" y="3307"/>
                  </a:lnTo>
                  <a:lnTo>
                    <a:pt x="21134" y="3328"/>
                  </a:lnTo>
                  <a:lnTo>
                    <a:pt x="21217" y="3307"/>
                  </a:lnTo>
                  <a:lnTo>
                    <a:pt x="21322" y="3223"/>
                  </a:lnTo>
                  <a:lnTo>
                    <a:pt x="21406" y="3202"/>
                  </a:lnTo>
                  <a:lnTo>
                    <a:pt x="21406" y="3118"/>
                  </a:lnTo>
                  <a:lnTo>
                    <a:pt x="21426" y="3056"/>
                  </a:lnTo>
                  <a:lnTo>
                    <a:pt x="21489" y="3035"/>
                  </a:lnTo>
                  <a:lnTo>
                    <a:pt x="21489" y="2930"/>
                  </a:lnTo>
                  <a:lnTo>
                    <a:pt x="21447" y="2888"/>
                  </a:lnTo>
                  <a:lnTo>
                    <a:pt x="21343" y="2805"/>
                  </a:lnTo>
                  <a:lnTo>
                    <a:pt x="21217" y="2742"/>
                  </a:lnTo>
                  <a:lnTo>
                    <a:pt x="21113" y="2637"/>
                  </a:lnTo>
                  <a:lnTo>
                    <a:pt x="21092" y="2574"/>
                  </a:lnTo>
                  <a:lnTo>
                    <a:pt x="21029" y="2512"/>
                  </a:lnTo>
                  <a:lnTo>
                    <a:pt x="20882" y="2491"/>
                  </a:lnTo>
                  <a:lnTo>
                    <a:pt x="20799" y="2407"/>
                  </a:lnTo>
                  <a:lnTo>
                    <a:pt x="20778" y="2323"/>
                  </a:lnTo>
                  <a:lnTo>
                    <a:pt x="20715" y="2302"/>
                  </a:lnTo>
                  <a:lnTo>
                    <a:pt x="20694" y="2323"/>
                  </a:lnTo>
                  <a:lnTo>
                    <a:pt x="20610" y="2365"/>
                  </a:lnTo>
                  <a:lnTo>
                    <a:pt x="20569" y="2323"/>
                  </a:lnTo>
                  <a:lnTo>
                    <a:pt x="20548" y="2261"/>
                  </a:lnTo>
                  <a:lnTo>
                    <a:pt x="20485" y="2198"/>
                  </a:lnTo>
                  <a:lnTo>
                    <a:pt x="20255" y="2198"/>
                  </a:lnTo>
                  <a:lnTo>
                    <a:pt x="20171" y="2219"/>
                  </a:lnTo>
                  <a:lnTo>
                    <a:pt x="20171" y="2302"/>
                  </a:lnTo>
                  <a:lnTo>
                    <a:pt x="20171" y="2365"/>
                  </a:lnTo>
                  <a:lnTo>
                    <a:pt x="20129" y="2302"/>
                  </a:lnTo>
                  <a:lnTo>
                    <a:pt x="20066" y="2302"/>
                  </a:lnTo>
                  <a:lnTo>
                    <a:pt x="19920" y="2386"/>
                  </a:lnTo>
                  <a:lnTo>
                    <a:pt x="19836" y="2407"/>
                  </a:lnTo>
                  <a:lnTo>
                    <a:pt x="19711" y="2365"/>
                  </a:lnTo>
                  <a:lnTo>
                    <a:pt x="19606" y="2365"/>
                  </a:lnTo>
                  <a:lnTo>
                    <a:pt x="19522" y="2323"/>
                  </a:lnTo>
                  <a:lnTo>
                    <a:pt x="19460" y="2261"/>
                  </a:lnTo>
                  <a:lnTo>
                    <a:pt x="19460" y="2177"/>
                  </a:lnTo>
                  <a:lnTo>
                    <a:pt x="19522" y="2177"/>
                  </a:lnTo>
                  <a:lnTo>
                    <a:pt x="19564" y="2219"/>
                  </a:lnTo>
                  <a:lnTo>
                    <a:pt x="19669" y="2261"/>
                  </a:lnTo>
                  <a:lnTo>
                    <a:pt x="19711" y="2219"/>
                  </a:lnTo>
                  <a:lnTo>
                    <a:pt x="19711" y="2177"/>
                  </a:lnTo>
                  <a:lnTo>
                    <a:pt x="19606" y="2093"/>
                  </a:lnTo>
                  <a:lnTo>
                    <a:pt x="19606" y="2009"/>
                  </a:lnTo>
                  <a:lnTo>
                    <a:pt x="19627" y="1989"/>
                  </a:lnTo>
                  <a:lnTo>
                    <a:pt x="19669" y="2072"/>
                  </a:lnTo>
                  <a:lnTo>
                    <a:pt x="19774" y="2114"/>
                  </a:lnTo>
                  <a:lnTo>
                    <a:pt x="19857" y="2156"/>
                  </a:lnTo>
                  <a:lnTo>
                    <a:pt x="20025" y="2093"/>
                  </a:lnTo>
                  <a:lnTo>
                    <a:pt x="20171" y="1968"/>
                  </a:lnTo>
                  <a:lnTo>
                    <a:pt x="20171" y="1884"/>
                  </a:lnTo>
                  <a:lnTo>
                    <a:pt x="20150" y="1842"/>
                  </a:lnTo>
                  <a:lnTo>
                    <a:pt x="20087" y="1800"/>
                  </a:lnTo>
                  <a:lnTo>
                    <a:pt x="20087" y="1758"/>
                  </a:lnTo>
                  <a:lnTo>
                    <a:pt x="20150" y="1696"/>
                  </a:lnTo>
                  <a:lnTo>
                    <a:pt x="20150" y="1675"/>
                  </a:lnTo>
                  <a:lnTo>
                    <a:pt x="20046" y="1591"/>
                  </a:lnTo>
                  <a:lnTo>
                    <a:pt x="19962" y="1486"/>
                  </a:lnTo>
                  <a:lnTo>
                    <a:pt x="19920" y="1465"/>
                  </a:lnTo>
                  <a:lnTo>
                    <a:pt x="19857" y="1486"/>
                  </a:lnTo>
                  <a:lnTo>
                    <a:pt x="19774" y="1570"/>
                  </a:lnTo>
                  <a:lnTo>
                    <a:pt x="19627" y="1654"/>
                  </a:lnTo>
                  <a:lnTo>
                    <a:pt x="19439" y="1654"/>
                  </a:lnTo>
                  <a:lnTo>
                    <a:pt x="19334" y="1737"/>
                  </a:lnTo>
                  <a:lnTo>
                    <a:pt x="19292" y="1737"/>
                  </a:lnTo>
                  <a:lnTo>
                    <a:pt x="19229" y="1675"/>
                  </a:lnTo>
                  <a:lnTo>
                    <a:pt x="19188" y="1654"/>
                  </a:lnTo>
                  <a:lnTo>
                    <a:pt x="19104" y="1675"/>
                  </a:lnTo>
                  <a:lnTo>
                    <a:pt x="19020" y="1696"/>
                  </a:lnTo>
                  <a:lnTo>
                    <a:pt x="18937" y="1675"/>
                  </a:lnTo>
                  <a:lnTo>
                    <a:pt x="18874" y="1633"/>
                  </a:lnTo>
                  <a:lnTo>
                    <a:pt x="18769" y="1591"/>
                  </a:lnTo>
                  <a:lnTo>
                    <a:pt x="18685" y="1549"/>
                  </a:lnTo>
                  <a:lnTo>
                    <a:pt x="18581" y="1528"/>
                  </a:lnTo>
                  <a:lnTo>
                    <a:pt x="18476" y="1445"/>
                  </a:lnTo>
                  <a:lnTo>
                    <a:pt x="18309" y="1424"/>
                  </a:lnTo>
                  <a:lnTo>
                    <a:pt x="18100" y="1445"/>
                  </a:lnTo>
                  <a:lnTo>
                    <a:pt x="17995" y="1465"/>
                  </a:lnTo>
                  <a:lnTo>
                    <a:pt x="17849" y="1528"/>
                  </a:lnTo>
                  <a:lnTo>
                    <a:pt x="17723" y="1549"/>
                  </a:lnTo>
                  <a:lnTo>
                    <a:pt x="17577" y="1570"/>
                  </a:lnTo>
                  <a:lnTo>
                    <a:pt x="17472" y="1549"/>
                  </a:lnTo>
                  <a:lnTo>
                    <a:pt x="17346" y="1570"/>
                  </a:lnTo>
                  <a:lnTo>
                    <a:pt x="17325" y="1591"/>
                  </a:lnTo>
                  <a:lnTo>
                    <a:pt x="17346" y="1737"/>
                  </a:lnTo>
                  <a:lnTo>
                    <a:pt x="17346" y="1800"/>
                  </a:lnTo>
                  <a:lnTo>
                    <a:pt x="17305" y="1800"/>
                  </a:lnTo>
                  <a:lnTo>
                    <a:pt x="17242" y="1779"/>
                  </a:lnTo>
                  <a:lnTo>
                    <a:pt x="17158" y="1654"/>
                  </a:lnTo>
                  <a:lnTo>
                    <a:pt x="17137" y="1570"/>
                  </a:lnTo>
                  <a:lnTo>
                    <a:pt x="17095" y="1549"/>
                  </a:lnTo>
                  <a:lnTo>
                    <a:pt x="17012" y="1570"/>
                  </a:lnTo>
                  <a:lnTo>
                    <a:pt x="16698" y="1570"/>
                  </a:lnTo>
                  <a:cubicBezTo>
                    <a:pt x="16698" y="1570"/>
                    <a:pt x="16593" y="1633"/>
                    <a:pt x="16572" y="1633"/>
                  </a:cubicBezTo>
                  <a:lnTo>
                    <a:pt x="16489" y="1737"/>
                  </a:lnTo>
                  <a:lnTo>
                    <a:pt x="16426" y="1884"/>
                  </a:lnTo>
                  <a:lnTo>
                    <a:pt x="16384" y="1968"/>
                  </a:lnTo>
                  <a:lnTo>
                    <a:pt x="16363" y="1968"/>
                  </a:lnTo>
                  <a:lnTo>
                    <a:pt x="16363" y="1905"/>
                  </a:lnTo>
                  <a:lnTo>
                    <a:pt x="16405" y="1800"/>
                  </a:lnTo>
                  <a:lnTo>
                    <a:pt x="16426" y="1737"/>
                  </a:lnTo>
                  <a:lnTo>
                    <a:pt x="16405" y="1696"/>
                  </a:lnTo>
                  <a:lnTo>
                    <a:pt x="16321" y="1737"/>
                  </a:lnTo>
                  <a:lnTo>
                    <a:pt x="16196" y="1737"/>
                  </a:lnTo>
                  <a:lnTo>
                    <a:pt x="16154" y="1779"/>
                  </a:lnTo>
                  <a:lnTo>
                    <a:pt x="16154" y="1842"/>
                  </a:lnTo>
                  <a:lnTo>
                    <a:pt x="16112" y="1884"/>
                  </a:lnTo>
                  <a:lnTo>
                    <a:pt x="16112" y="1989"/>
                  </a:lnTo>
                  <a:lnTo>
                    <a:pt x="16049" y="2009"/>
                  </a:lnTo>
                  <a:lnTo>
                    <a:pt x="16007" y="1968"/>
                  </a:lnTo>
                  <a:lnTo>
                    <a:pt x="16007" y="1905"/>
                  </a:lnTo>
                  <a:lnTo>
                    <a:pt x="16070" y="1842"/>
                  </a:lnTo>
                  <a:lnTo>
                    <a:pt x="16070" y="1675"/>
                  </a:lnTo>
                  <a:lnTo>
                    <a:pt x="16091" y="1591"/>
                  </a:lnTo>
                  <a:lnTo>
                    <a:pt x="16300" y="1465"/>
                  </a:lnTo>
                  <a:lnTo>
                    <a:pt x="16426" y="1382"/>
                  </a:lnTo>
                  <a:lnTo>
                    <a:pt x="16593" y="1382"/>
                  </a:lnTo>
                  <a:lnTo>
                    <a:pt x="16719" y="1424"/>
                  </a:lnTo>
                  <a:lnTo>
                    <a:pt x="16823" y="1424"/>
                  </a:lnTo>
                  <a:lnTo>
                    <a:pt x="16844" y="1382"/>
                  </a:lnTo>
                  <a:lnTo>
                    <a:pt x="17116" y="1382"/>
                  </a:lnTo>
                  <a:lnTo>
                    <a:pt x="17200" y="1340"/>
                  </a:lnTo>
                  <a:lnTo>
                    <a:pt x="17221" y="1256"/>
                  </a:lnTo>
                  <a:lnTo>
                    <a:pt x="17158" y="1256"/>
                  </a:lnTo>
                  <a:lnTo>
                    <a:pt x="17095" y="1173"/>
                  </a:lnTo>
                  <a:lnTo>
                    <a:pt x="17095" y="1068"/>
                  </a:lnTo>
                  <a:lnTo>
                    <a:pt x="17200" y="1005"/>
                  </a:lnTo>
                  <a:lnTo>
                    <a:pt x="17263" y="963"/>
                  </a:lnTo>
                  <a:lnTo>
                    <a:pt x="17346" y="963"/>
                  </a:lnTo>
                  <a:lnTo>
                    <a:pt x="17367" y="1026"/>
                  </a:lnTo>
                  <a:lnTo>
                    <a:pt x="17346" y="1068"/>
                  </a:lnTo>
                  <a:lnTo>
                    <a:pt x="17305" y="1068"/>
                  </a:lnTo>
                  <a:lnTo>
                    <a:pt x="17346" y="1152"/>
                  </a:lnTo>
                  <a:lnTo>
                    <a:pt x="17346" y="1256"/>
                  </a:lnTo>
                  <a:lnTo>
                    <a:pt x="17409" y="1340"/>
                  </a:lnTo>
                  <a:lnTo>
                    <a:pt x="17556" y="1340"/>
                  </a:lnTo>
                  <a:lnTo>
                    <a:pt x="17681" y="1277"/>
                  </a:lnTo>
                  <a:lnTo>
                    <a:pt x="17765" y="1277"/>
                  </a:lnTo>
                  <a:lnTo>
                    <a:pt x="17869" y="1319"/>
                  </a:lnTo>
                  <a:lnTo>
                    <a:pt x="17953" y="1277"/>
                  </a:lnTo>
                  <a:lnTo>
                    <a:pt x="18141" y="1214"/>
                  </a:lnTo>
                  <a:lnTo>
                    <a:pt x="18267" y="1214"/>
                  </a:lnTo>
                  <a:lnTo>
                    <a:pt x="18309" y="1256"/>
                  </a:lnTo>
                  <a:lnTo>
                    <a:pt x="18393" y="1256"/>
                  </a:lnTo>
                  <a:lnTo>
                    <a:pt x="18455" y="1214"/>
                  </a:lnTo>
                  <a:lnTo>
                    <a:pt x="18581" y="1214"/>
                  </a:lnTo>
                  <a:lnTo>
                    <a:pt x="18685" y="1256"/>
                  </a:lnTo>
                  <a:lnTo>
                    <a:pt x="18769" y="1256"/>
                  </a:lnTo>
                  <a:lnTo>
                    <a:pt x="18853" y="1277"/>
                  </a:lnTo>
                  <a:lnTo>
                    <a:pt x="19083" y="1382"/>
                  </a:lnTo>
                  <a:lnTo>
                    <a:pt x="19209" y="1382"/>
                  </a:lnTo>
                  <a:lnTo>
                    <a:pt x="19313" y="1361"/>
                  </a:lnTo>
                  <a:lnTo>
                    <a:pt x="19439" y="1361"/>
                  </a:lnTo>
                  <a:lnTo>
                    <a:pt x="19481" y="1277"/>
                  </a:lnTo>
                  <a:lnTo>
                    <a:pt x="19564" y="1235"/>
                  </a:lnTo>
                  <a:lnTo>
                    <a:pt x="19669" y="1256"/>
                  </a:lnTo>
                  <a:lnTo>
                    <a:pt x="19774" y="1256"/>
                  </a:lnTo>
                  <a:lnTo>
                    <a:pt x="19836" y="1173"/>
                  </a:lnTo>
                  <a:lnTo>
                    <a:pt x="19836" y="1131"/>
                  </a:lnTo>
                  <a:lnTo>
                    <a:pt x="19669" y="1026"/>
                  </a:lnTo>
                  <a:lnTo>
                    <a:pt x="19585" y="963"/>
                  </a:lnTo>
                  <a:lnTo>
                    <a:pt x="19543" y="859"/>
                  </a:lnTo>
                  <a:lnTo>
                    <a:pt x="19439" y="796"/>
                  </a:lnTo>
                  <a:lnTo>
                    <a:pt x="19250" y="733"/>
                  </a:lnTo>
                  <a:lnTo>
                    <a:pt x="19167" y="649"/>
                  </a:lnTo>
                  <a:lnTo>
                    <a:pt x="19062" y="628"/>
                  </a:lnTo>
                  <a:lnTo>
                    <a:pt x="18957" y="649"/>
                  </a:lnTo>
                  <a:lnTo>
                    <a:pt x="18916" y="608"/>
                  </a:lnTo>
                  <a:lnTo>
                    <a:pt x="18853" y="545"/>
                  </a:lnTo>
                  <a:lnTo>
                    <a:pt x="18727" y="587"/>
                  </a:lnTo>
                  <a:lnTo>
                    <a:pt x="18685" y="524"/>
                  </a:lnTo>
                  <a:lnTo>
                    <a:pt x="18455" y="503"/>
                  </a:lnTo>
                  <a:lnTo>
                    <a:pt x="18309" y="398"/>
                  </a:lnTo>
                  <a:lnTo>
                    <a:pt x="18246" y="398"/>
                  </a:lnTo>
                  <a:lnTo>
                    <a:pt x="18058" y="294"/>
                  </a:lnTo>
                  <a:lnTo>
                    <a:pt x="17995" y="294"/>
                  </a:lnTo>
                  <a:lnTo>
                    <a:pt x="17995" y="315"/>
                  </a:lnTo>
                  <a:lnTo>
                    <a:pt x="17932" y="336"/>
                  </a:lnTo>
                  <a:lnTo>
                    <a:pt x="17765" y="231"/>
                  </a:lnTo>
                  <a:lnTo>
                    <a:pt x="17744" y="168"/>
                  </a:lnTo>
                  <a:lnTo>
                    <a:pt x="17681" y="105"/>
                  </a:lnTo>
                  <a:lnTo>
                    <a:pt x="17597" y="126"/>
                  </a:lnTo>
                  <a:lnTo>
                    <a:pt x="17535" y="126"/>
                  </a:lnTo>
                  <a:lnTo>
                    <a:pt x="17472" y="84"/>
                  </a:lnTo>
                  <a:lnTo>
                    <a:pt x="17263" y="84"/>
                  </a:lnTo>
                  <a:lnTo>
                    <a:pt x="17158" y="22"/>
                  </a:lnTo>
                  <a:lnTo>
                    <a:pt x="17074" y="84"/>
                  </a:lnTo>
                  <a:lnTo>
                    <a:pt x="17033" y="84"/>
                  </a:lnTo>
                  <a:lnTo>
                    <a:pt x="17012" y="64"/>
                  </a:lnTo>
                  <a:lnTo>
                    <a:pt x="16928" y="1"/>
                  </a:lnTo>
                  <a:lnTo>
                    <a:pt x="16740" y="22"/>
                  </a:lnTo>
                  <a:lnTo>
                    <a:pt x="166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grpSp>
          <p:nvGrpSpPr>
            <p:cNvPr id="2362" name="Google Shape;2362;p56"/>
            <p:cNvGrpSpPr/>
            <p:nvPr/>
          </p:nvGrpSpPr>
          <p:grpSpPr>
            <a:xfrm>
              <a:off x="2905224" y="2311071"/>
              <a:ext cx="596721" cy="528992"/>
              <a:chOff x="1922950" y="1410350"/>
              <a:chExt cx="1252825" cy="1162875"/>
            </a:xfrm>
          </p:grpSpPr>
          <p:sp>
            <p:nvSpPr>
              <p:cNvPr id="2363" name="Google Shape;2363;p56"/>
              <p:cNvSpPr/>
              <p:nvPr/>
            </p:nvSpPr>
            <p:spPr>
              <a:xfrm>
                <a:off x="1988325" y="2333100"/>
                <a:ext cx="52325" cy="65925"/>
              </a:xfrm>
              <a:custGeom>
                <a:avLst/>
                <a:gdLst/>
                <a:ahLst/>
                <a:cxnLst/>
                <a:rect l="l" t="t" r="r" b="b"/>
                <a:pathLst>
                  <a:path w="2093" h="2637" extrusionOk="0">
                    <a:moveTo>
                      <a:pt x="210" y="0"/>
                    </a:moveTo>
                    <a:lnTo>
                      <a:pt x="189" y="63"/>
                    </a:lnTo>
                    <a:lnTo>
                      <a:pt x="1" y="21"/>
                    </a:lnTo>
                    <a:lnTo>
                      <a:pt x="63" y="188"/>
                    </a:lnTo>
                    <a:lnTo>
                      <a:pt x="105" y="209"/>
                    </a:lnTo>
                    <a:lnTo>
                      <a:pt x="168" y="335"/>
                    </a:lnTo>
                    <a:lnTo>
                      <a:pt x="440" y="377"/>
                    </a:lnTo>
                    <a:lnTo>
                      <a:pt x="314" y="439"/>
                    </a:lnTo>
                    <a:lnTo>
                      <a:pt x="189" y="439"/>
                    </a:lnTo>
                    <a:lnTo>
                      <a:pt x="105" y="544"/>
                    </a:lnTo>
                    <a:lnTo>
                      <a:pt x="168" y="607"/>
                    </a:lnTo>
                    <a:lnTo>
                      <a:pt x="105" y="732"/>
                    </a:lnTo>
                    <a:lnTo>
                      <a:pt x="126" y="774"/>
                    </a:lnTo>
                    <a:lnTo>
                      <a:pt x="273" y="732"/>
                    </a:lnTo>
                    <a:lnTo>
                      <a:pt x="293" y="837"/>
                    </a:lnTo>
                    <a:lnTo>
                      <a:pt x="419" y="837"/>
                    </a:lnTo>
                    <a:lnTo>
                      <a:pt x="419" y="942"/>
                    </a:lnTo>
                    <a:lnTo>
                      <a:pt x="524" y="1025"/>
                    </a:lnTo>
                    <a:lnTo>
                      <a:pt x="649" y="963"/>
                    </a:lnTo>
                    <a:lnTo>
                      <a:pt x="503" y="1130"/>
                    </a:lnTo>
                    <a:lnTo>
                      <a:pt x="545" y="1276"/>
                    </a:lnTo>
                    <a:lnTo>
                      <a:pt x="649" y="1255"/>
                    </a:lnTo>
                    <a:lnTo>
                      <a:pt x="649" y="1151"/>
                    </a:lnTo>
                    <a:lnTo>
                      <a:pt x="817" y="1109"/>
                    </a:lnTo>
                    <a:lnTo>
                      <a:pt x="817" y="1109"/>
                    </a:lnTo>
                    <a:lnTo>
                      <a:pt x="754" y="1235"/>
                    </a:lnTo>
                    <a:lnTo>
                      <a:pt x="691" y="1339"/>
                    </a:lnTo>
                    <a:lnTo>
                      <a:pt x="691" y="1423"/>
                    </a:lnTo>
                    <a:lnTo>
                      <a:pt x="733" y="1423"/>
                    </a:lnTo>
                    <a:lnTo>
                      <a:pt x="796" y="1548"/>
                    </a:lnTo>
                    <a:lnTo>
                      <a:pt x="963" y="1528"/>
                    </a:lnTo>
                    <a:lnTo>
                      <a:pt x="963" y="1632"/>
                    </a:lnTo>
                    <a:lnTo>
                      <a:pt x="1047" y="1632"/>
                    </a:lnTo>
                    <a:lnTo>
                      <a:pt x="1068" y="1737"/>
                    </a:lnTo>
                    <a:lnTo>
                      <a:pt x="1047" y="1820"/>
                    </a:lnTo>
                    <a:lnTo>
                      <a:pt x="1172" y="1967"/>
                    </a:lnTo>
                    <a:lnTo>
                      <a:pt x="1256" y="1883"/>
                    </a:lnTo>
                    <a:lnTo>
                      <a:pt x="1319" y="1946"/>
                    </a:lnTo>
                    <a:lnTo>
                      <a:pt x="1423" y="1946"/>
                    </a:lnTo>
                    <a:lnTo>
                      <a:pt x="1256" y="2113"/>
                    </a:lnTo>
                    <a:lnTo>
                      <a:pt x="1465" y="2323"/>
                    </a:lnTo>
                    <a:lnTo>
                      <a:pt x="1549" y="2364"/>
                    </a:lnTo>
                    <a:lnTo>
                      <a:pt x="1591" y="2427"/>
                    </a:lnTo>
                    <a:lnTo>
                      <a:pt x="1946" y="2636"/>
                    </a:lnTo>
                    <a:lnTo>
                      <a:pt x="1988" y="2595"/>
                    </a:lnTo>
                    <a:lnTo>
                      <a:pt x="2093" y="2616"/>
                    </a:lnTo>
                    <a:lnTo>
                      <a:pt x="2009" y="2302"/>
                    </a:lnTo>
                    <a:lnTo>
                      <a:pt x="2051" y="2176"/>
                    </a:lnTo>
                    <a:lnTo>
                      <a:pt x="2009" y="2072"/>
                    </a:lnTo>
                    <a:lnTo>
                      <a:pt x="2009" y="1820"/>
                    </a:lnTo>
                    <a:lnTo>
                      <a:pt x="1946" y="1695"/>
                    </a:lnTo>
                    <a:lnTo>
                      <a:pt x="1674" y="1548"/>
                    </a:lnTo>
                    <a:lnTo>
                      <a:pt x="1653" y="1214"/>
                    </a:lnTo>
                    <a:lnTo>
                      <a:pt x="1528" y="1004"/>
                    </a:lnTo>
                    <a:lnTo>
                      <a:pt x="1486" y="774"/>
                    </a:lnTo>
                    <a:lnTo>
                      <a:pt x="1444" y="732"/>
                    </a:lnTo>
                    <a:lnTo>
                      <a:pt x="1319" y="711"/>
                    </a:lnTo>
                    <a:lnTo>
                      <a:pt x="1130" y="607"/>
                    </a:lnTo>
                    <a:lnTo>
                      <a:pt x="1005" y="607"/>
                    </a:lnTo>
                    <a:lnTo>
                      <a:pt x="858" y="544"/>
                    </a:lnTo>
                    <a:lnTo>
                      <a:pt x="817" y="439"/>
                    </a:lnTo>
                    <a:lnTo>
                      <a:pt x="628" y="377"/>
                    </a:lnTo>
                    <a:lnTo>
                      <a:pt x="545" y="251"/>
                    </a:lnTo>
                    <a:lnTo>
                      <a:pt x="524" y="167"/>
                    </a:lnTo>
                    <a:lnTo>
                      <a:pt x="398" y="167"/>
                    </a:lnTo>
                    <a:lnTo>
                      <a:pt x="314" y="21"/>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4" name="Google Shape;2364;p56"/>
              <p:cNvSpPr/>
              <p:nvPr/>
            </p:nvSpPr>
            <p:spPr>
              <a:xfrm>
                <a:off x="1953800" y="2242075"/>
                <a:ext cx="23050" cy="54425"/>
              </a:xfrm>
              <a:custGeom>
                <a:avLst/>
                <a:gdLst/>
                <a:ahLst/>
                <a:cxnLst/>
                <a:rect l="l" t="t" r="r" b="b"/>
                <a:pathLst>
                  <a:path w="922" h="2177" extrusionOk="0">
                    <a:moveTo>
                      <a:pt x="210" y="0"/>
                    </a:moveTo>
                    <a:lnTo>
                      <a:pt x="21" y="314"/>
                    </a:lnTo>
                    <a:lnTo>
                      <a:pt x="42" y="523"/>
                    </a:lnTo>
                    <a:lnTo>
                      <a:pt x="1" y="628"/>
                    </a:lnTo>
                    <a:lnTo>
                      <a:pt x="1" y="733"/>
                    </a:lnTo>
                    <a:lnTo>
                      <a:pt x="105" y="754"/>
                    </a:lnTo>
                    <a:lnTo>
                      <a:pt x="189" y="837"/>
                    </a:lnTo>
                    <a:lnTo>
                      <a:pt x="189" y="942"/>
                    </a:lnTo>
                    <a:lnTo>
                      <a:pt x="126" y="921"/>
                    </a:lnTo>
                    <a:lnTo>
                      <a:pt x="21" y="900"/>
                    </a:lnTo>
                    <a:lnTo>
                      <a:pt x="21" y="984"/>
                    </a:lnTo>
                    <a:lnTo>
                      <a:pt x="105" y="1047"/>
                    </a:lnTo>
                    <a:lnTo>
                      <a:pt x="21" y="1193"/>
                    </a:lnTo>
                    <a:lnTo>
                      <a:pt x="105" y="1214"/>
                    </a:lnTo>
                    <a:lnTo>
                      <a:pt x="210" y="1339"/>
                    </a:lnTo>
                    <a:lnTo>
                      <a:pt x="84" y="1319"/>
                    </a:lnTo>
                    <a:lnTo>
                      <a:pt x="21" y="1402"/>
                    </a:lnTo>
                    <a:lnTo>
                      <a:pt x="42" y="1507"/>
                    </a:lnTo>
                    <a:lnTo>
                      <a:pt x="210" y="1528"/>
                    </a:lnTo>
                    <a:lnTo>
                      <a:pt x="147" y="1611"/>
                    </a:lnTo>
                    <a:lnTo>
                      <a:pt x="189" y="1758"/>
                    </a:lnTo>
                    <a:lnTo>
                      <a:pt x="356" y="2135"/>
                    </a:lnTo>
                    <a:lnTo>
                      <a:pt x="503" y="2176"/>
                    </a:lnTo>
                    <a:lnTo>
                      <a:pt x="565" y="2072"/>
                    </a:lnTo>
                    <a:lnTo>
                      <a:pt x="524" y="1988"/>
                    </a:lnTo>
                    <a:lnTo>
                      <a:pt x="440" y="1988"/>
                    </a:lnTo>
                    <a:lnTo>
                      <a:pt x="398" y="1863"/>
                    </a:lnTo>
                    <a:lnTo>
                      <a:pt x="335" y="1653"/>
                    </a:lnTo>
                    <a:lnTo>
                      <a:pt x="356" y="1507"/>
                    </a:lnTo>
                    <a:lnTo>
                      <a:pt x="314" y="1402"/>
                    </a:lnTo>
                    <a:lnTo>
                      <a:pt x="398" y="1235"/>
                    </a:lnTo>
                    <a:lnTo>
                      <a:pt x="545" y="1235"/>
                    </a:lnTo>
                    <a:lnTo>
                      <a:pt x="524" y="1109"/>
                    </a:lnTo>
                    <a:lnTo>
                      <a:pt x="419" y="1109"/>
                    </a:lnTo>
                    <a:lnTo>
                      <a:pt x="335" y="1130"/>
                    </a:lnTo>
                    <a:lnTo>
                      <a:pt x="231" y="1130"/>
                    </a:lnTo>
                    <a:lnTo>
                      <a:pt x="314" y="1026"/>
                    </a:lnTo>
                    <a:lnTo>
                      <a:pt x="419" y="1026"/>
                    </a:lnTo>
                    <a:lnTo>
                      <a:pt x="545" y="921"/>
                    </a:lnTo>
                    <a:lnTo>
                      <a:pt x="565" y="733"/>
                    </a:lnTo>
                    <a:lnTo>
                      <a:pt x="670" y="607"/>
                    </a:lnTo>
                    <a:lnTo>
                      <a:pt x="712" y="419"/>
                    </a:lnTo>
                    <a:lnTo>
                      <a:pt x="921" y="210"/>
                    </a:lnTo>
                    <a:lnTo>
                      <a:pt x="858" y="189"/>
                    </a:lnTo>
                    <a:lnTo>
                      <a:pt x="670" y="272"/>
                    </a:lnTo>
                    <a:lnTo>
                      <a:pt x="545" y="461"/>
                    </a:lnTo>
                    <a:lnTo>
                      <a:pt x="461" y="628"/>
                    </a:lnTo>
                    <a:lnTo>
                      <a:pt x="335" y="670"/>
                    </a:lnTo>
                    <a:lnTo>
                      <a:pt x="335" y="586"/>
                    </a:lnTo>
                    <a:lnTo>
                      <a:pt x="252" y="523"/>
                    </a:lnTo>
                    <a:lnTo>
                      <a:pt x="461" y="461"/>
                    </a:lnTo>
                    <a:lnTo>
                      <a:pt x="565" y="377"/>
                    </a:lnTo>
                    <a:lnTo>
                      <a:pt x="607" y="231"/>
                    </a:lnTo>
                    <a:lnTo>
                      <a:pt x="607" y="168"/>
                    </a:lnTo>
                    <a:lnTo>
                      <a:pt x="503" y="105"/>
                    </a:lnTo>
                    <a:lnTo>
                      <a:pt x="440" y="189"/>
                    </a:lnTo>
                    <a:lnTo>
                      <a:pt x="356" y="210"/>
                    </a:lnTo>
                    <a:lnTo>
                      <a:pt x="398"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5" name="Google Shape;2365;p56"/>
              <p:cNvSpPr/>
              <p:nvPr/>
            </p:nvSpPr>
            <p:spPr>
              <a:xfrm>
                <a:off x="2552225" y="1885325"/>
                <a:ext cx="48150" cy="48675"/>
              </a:xfrm>
              <a:custGeom>
                <a:avLst/>
                <a:gdLst/>
                <a:ahLst/>
                <a:cxnLst/>
                <a:rect l="l" t="t" r="r" b="b"/>
                <a:pathLst>
                  <a:path w="1926" h="1947" extrusionOk="0">
                    <a:moveTo>
                      <a:pt x="1402" y="0"/>
                    </a:moveTo>
                    <a:lnTo>
                      <a:pt x="1256" y="21"/>
                    </a:lnTo>
                    <a:lnTo>
                      <a:pt x="1067" y="189"/>
                    </a:lnTo>
                    <a:lnTo>
                      <a:pt x="984" y="356"/>
                    </a:lnTo>
                    <a:lnTo>
                      <a:pt x="1046" y="544"/>
                    </a:lnTo>
                    <a:lnTo>
                      <a:pt x="942" y="524"/>
                    </a:lnTo>
                    <a:lnTo>
                      <a:pt x="900" y="356"/>
                    </a:lnTo>
                    <a:lnTo>
                      <a:pt x="858" y="356"/>
                    </a:lnTo>
                    <a:lnTo>
                      <a:pt x="837" y="503"/>
                    </a:lnTo>
                    <a:lnTo>
                      <a:pt x="753" y="503"/>
                    </a:lnTo>
                    <a:lnTo>
                      <a:pt x="795" y="607"/>
                    </a:lnTo>
                    <a:lnTo>
                      <a:pt x="753" y="712"/>
                    </a:lnTo>
                    <a:lnTo>
                      <a:pt x="649" y="712"/>
                    </a:lnTo>
                    <a:lnTo>
                      <a:pt x="586" y="816"/>
                    </a:lnTo>
                    <a:lnTo>
                      <a:pt x="419" y="775"/>
                    </a:lnTo>
                    <a:lnTo>
                      <a:pt x="335" y="837"/>
                    </a:lnTo>
                    <a:lnTo>
                      <a:pt x="251" y="816"/>
                    </a:lnTo>
                    <a:lnTo>
                      <a:pt x="0" y="963"/>
                    </a:lnTo>
                    <a:lnTo>
                      <a:pt x="21" y="1088"/>
                    </a:lnTo>
                    <a:lnTo>
                      <a:pt x="147" y="1235"/>
                    </a:lnTo>
                    <a:lnTo>
                      <a:pt x="230" y="1172"/>
                    </a:lnTo>
                    <a:lnTo>
                      <a:pt x="209" y="1088"/>
                    </a:lnTo>
                    <a:lnTo>
                      <a:pt x="251" y="1026"/>
                    </a:lnTo>
                    <a:lnTo>
                      <a:pt x="356" y="1130"/>
                    </a:lnTo>
                    <a:lnTo>
                      <a:pt x="314" y="1277"/>
                    </a:lnTo>
                    <a:lnTo>
                      <a:pt x="440" y="1381"/>
                    </a:lnTo>
                    <a:lnTo>
                      <a:pt x="523" y="1256"/>
                    </a:lnTo>
                    <a:lnTo>
                      <a:pt x="544" y="1340"/>
                    </a:lnTo>
                    <a:lnTo>
                      <a:pt x="523" y="1423"/>
                    </a:lnTo>
                    <a:lnTo>
                      <a:pt x="649" y="1591"/>
                    </a:lnTo>
                    <a:lnTo>
                      <a:pt x="753" y="1612"/>
                    </a:lnTo>
                    <a:lnTo>
                      <a:pt x="795" y="1779"/>
                    </a:lnTo>
                    <a:lnTo>
                      <a:pt x="879" y="1863"/>
                    </a:lnTo>
                    <a:lnTo>
                      <a:pt x="963" y="1716"/>
                    </a:lnTo>
                    <a:lnTo>
                      <a:pt x="984" y="1821"/>
                    </a:lnTo>
                    <a:lnTo>
                      <a:pt x="1109" y="1946"/>
                    </a:lnTo>
                    <a:lnTo>
                      <a:pt x="1214" y="1925"/>
                    </a:lnTo>
                    <a:lnTo>
                      <a:pt x="1318" y="1925"/>
                    </a:lnTo>
                    <a:lnTo>
                      <a:pt x="1423" y="1821"/>
                    </a:lnTo>
                    <a:lnTo>
                      <a:pt x="1507" y="1800"/>
                    </a:lnTo>
                    <a:lnTo>
                      <a:pt x="1632" y="1695"/>
                    </a:lnTo>
                    <a:lnTo>
                      <a:pt x="1695" y="1800"/>
                    </a:lnTo>
                    <a:lnTo>
                      <a:pt x="1737" y="1758"/>
                    </a:lnTo>
                    <a:lnTo>
                      <a:pt x="1925" y="1653"/>
                    </a:lnTo>
                    <a:lnTo>
                      <a:pt x="1925" y="1549"/>
                    </a:lnTo>
                    <a:lnTo>
                      <a:pt x="1800" y="1591"/>
                    </a:lnTo>
                    <a:lnTo>
                      <a:pt x="1716" y="1507"/>
                    </a:lnTo>
                    <a:lnTo>
                      <a:pt x="1841" y="1277"/>
                    </a:lnTo>
                    <a:lnTo>
                      <a:pt x="1883" y="1151"/>
                    </a:lnTo>
                    <a:lnTo>
                      <a:pt x="1737" y="1235"/>
                    </a:lnTo>
                    <a:lnTo>
                      <a:pt x="1674" y="1402"/>
                    </a:lnTo>
                    <a:lnTo>
                      <a:pt x="1674" y="1277"/>
                    </a:lnTo>
                    <a:lnTo>
                      <a:pt x="1737" y="1026"/>
                    </a:lnTo>
                    <a:lnTo>
                      <a:pt x="1695" y="649"/>
                    </a:lnTo>
                    <a:lnTo>
                      <a:pt x="1528" y="544"/>
                    </a:lnTo>
                    <a:lnTo>
                      <a:pt x="1528" y="419"/>
                    </a:lnTo>
                    <a:lnTo>
                      <a:pt x="1423" y="419"/>
                    </a:lnTo>
                    <a:lnTo>
                      <a:pt x="1360" y="524"/>
                    </a:lnTo>
                    <a:lnTo>
                      <a:pt x="1360" y="398"/>
                    </a:lnTo>
                    <a:lnTo>
                      <a:pt x="1423" y="314"/>
                    </a:lnTo>
                    <a:lnTo>
                      <a:pt x="1381" y="210"/>
                    </a:lnTo>
                    <a:lnTo>
                      <a:pt x="1402" y="105"/>
                    </a:lnTo>
                    <a:lnTo>
                      <a:pt x="14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6" name="Google Shape;2366;p56"/>
              <p:cNvSpPr/>
              <p:nvPr/>
            </p:nvSpPr>
            <p:spPr>
              <a:xfrm>
                <a:off x="2722750" y="1634775"/>
                <a:ext cx="145950" cy="133925"/>
              </a:xfrm>
              <a:custGeom>
                <a:avLst/>
                <a:gdLst/>
                <a:ahLst/>
                <a:cxnLst/>
                <a:rect l="l" t="t" r="r" b="b"/>
                <a:pathLst>
                  <a:path w="5838" h="5357" extrusionOk="0">
                    <a:moveTo>
                      <a:pt x="502" y="0"/>
                    </a:moveTo>
                    <a:lnTo>
                      <a:pt x="440" y="84"/>
                    </a:lnTo>
                    <a:lnTo>
                      <a:pt x="230" y="105"/>
                    </a:lnTo>
                    <a:lnTo>
                      <a:pt x="210" y="126"/>
                    </a:lnTo>
                    <a:lnTo>
                      <a:pt x="147" y="126"/>
                    </a:lnTo>
                    <a:lnTo>
                      <a:pt x="105" y="230"/>
                    </a:lnTo>
                    <a:lnTo>
                      <a:pt x="189" y="335"/>
                    </a:lnTo>
                    <a:lnTo>
                      <a:pt x="230" y="439"/>
                    </a:lnTo>
                    <a:lnTo>
                      <a:pt x="147" y="439"/>
                    </a:lnTo>
                    <a:lnTo>
                      <a:pt x="21" y="272"/>
                    </a:lnTo>
                    <a:lnTo>
                      <a:pt x="0" y="398"/>
                    </a:lnTo>
                    <a:lnTo>
                      <a:pt x="21" y="502"/>
                    </a:lnTo>
                    <a:lnTo>
                      <a:pt x="147" y="544"/>
                    </a:lnTo>
                    <a:lnTo>
                      <a:pt x="251" y="732"/>
                    </a:lnTo>
                    <a:lnTo>
                      <a:pt x="356" y="732"/>
                    </a:lnTo>
                    <a:lnTo>
                      <a:pt x="293" y="816"/>
                    </a:lnTo>
                    <a:lnTo>
                      <a:pt x="210" y="816"/>
                    </a:lnTo>
                    <a:lnTo>
                      <a:pt x="189" y="921"/>
                    </a:lnTo>
                    <a:lnTo>
                      <a:pt x="314" y="1109"/>
                    </a:lnTo>
                    <a:lnTo>
                      <a:pt x="440" y="1151"/>
                    </a:lnTo>
                    <a:lnTo>
                      <a:pt x="419" y="1235"/>
                    </a:lnTo>
                    <a:lnTo>
                      <a:pt x="398" y="1172"/>
                    </a:lnTo>
                    <a:lnTo>
                      <a:pt x="210" y="1151"/>
                    </a:lnTo>
                    <a:lnTo>
                      <a:pt x="210" y="1235"/>
                    </a:lnTo>
                    <a:lnTo>
                      <a:pt x="147" y="1255"/>
                    </a:lnTo>
                    <a:lnTo>
                      <a:pt x="105" y="1360"/>
                    </a:lnTo>
                    <a:lnTo>
                      <a:pt x="251" y="1276"/>
                    </a:lnTo>
                    <a:lnTo>
                      <a:pt x="335" y="1360"/>
                    </a:lnTo>
                    <a:lnTo>
                      <a:pt x="523" y="1276"/>
                    </a:lnTo>
                    <a:lnTo>
                      <a:pt x="544" y="1360"/>
                    </a:lnTo>
                    <a:lnTo>
                      <a:pt x="649" y="1381"/>
                    </a:lnTo>
                    <a:lnTo>
                      <a:pt x="670" y="1465"/>
                    </a:lnTo>
                    <a:lnTo>
                      <a:pt x="837" y="1590"/>
                    </a:lnTo>
                    <a:lnTo>
                      <a:pt x="879" y="1590"/>
                    </a:lnTo>
                    <a:lnTo>
                      <a:pt x="879" y="1527"/>
                    </a:lnTo>
                    <a:lnTo>
                      <a:pt x="942" y="1548"/>
                    </a:lnTo>
                    <a:lnTo>
                      <a:pt x="1046" y="1486"/>
                    </a:lnTo>
                    <a:lnTo>
                      <a:pt x="1130" y="1527"/>
                    </a:lnTo>
                    <a:lnTo>
                      <a:pt x="1151" y="1590"/>
                    </a:lnTo>
                    <a:lnTo>
                      <a:pt x="1130" y="1674"/>
                    </a:lnTo>
                    <a:lnTo>
                      <a:pt x="1130" y="1883"/>
                    </a:lnTo>
                    <a:lnTo>
                      <a:pt x="1067" y="2051"/>
                    </a:lnTo>
                    <a:lnTo>
                      <a:pt x="1067" y="2113"/>
                    </a:lnTo>
                    <a:lnTo>
                      <a:pt x="1151" y="2260"/>
                    </a:lnTo>
                    <a:lnTo>
                      <a:pt x="1088" y="2385"/>
                    </a:lnTo>
                    <a:lnTo>
                      <a:pt x="1088" y="2469"/>
                    </a:lnTo>
                    <a:lnTo>
                      <a:pt x="1067" y="2595"/>
                    </a:lnTo>
                    <a:lnTo>
                      <a:pt x="879" y="2699"/>
                    </a:lnTo>
                    <a:lnTo>
                      <a:pt x="754" y="2741"/>
                    </a:lnTo>
                    <a:lnTo>
                      <a:pt x="733" y="2825"/>
                    </a:lnTo>
                    <a:lnTo>
                      <a:pt x="628" y="2992"/>
                    </a:lnTo>
                    <a:lnTo>
                      <a:pt x="628" y="3055"/>
                    </a:lnTo>
                    <a:lnTo>
                      <a:pt x="523" y="3118"/>
                    </a:lnTo>
                    <a:lnTo>
                      <a:pt x="461" y="3222"/>
                    </a:lnTo>
                    <a:lnTo>
                      <a:pt x="461" y="3348"/>
                    </a:lnTo>
                    <a:lnTo>
                      <a:pt x="544" y="3369"/>
                    </a:lnTo>
                    <a:lnTo>
                      <a:pt x="544" y="3452"/>
                    </a:lnTo>
                    <a:lnTo>
                      <a:pt x="440" y="3473"/>
                    </a:lnTo>
                    <a:lnTo>
                      <a:pt x="419" y="3578"/>
                    </a:lnTo>
                    <a:lnTo>
                      <a:pt x="461" y="3641"/>
                    </a:lnTo>
                    <a:lnTo>
                      <a:pt x="398" y="3745"/>
                    </a:lnTo>
                    <a:lnTo>
                      <a:pt x="356" y="3850"/>
                    </a:lnTo>
                    <a:lnTo>
                      <a:pt x="419" y="3955"/>
                    </a:lnTo>
                    <a:lnTo>
                      <a:pt x="502" y="3976"/>
                    </a:lnTo>
                    <a:lnTo>
                      <a:pt x="502" y="4059"/>
                    </a:lnTo>
                    <a:lnTo>
                      <a:pt x="565" y="4143"/>
                    </a:lnTo>
                    <a:lnTo>
                      <a:pt x="628" y="4143"/>
                    </a:lnTo>
                    <a:lnTo>
                      <a:pt x="649" y="4038"/>
                    </a:lnTo>
                    <a:lnTo>
                      <a:pt x="670" y="3955"/>
                    </a:lnTo>
                    <a:lnTo>
                      <a:pt x="733" y="3996"/>
                    </a:lnTo>
                    <a:lnTo>
                      <a:pt x="774" y="3996"/>
                    </a:lnTo>
                    <a:lnTo>
                      <a:pt x="879" y="3871"/>
                    </a:lnTo>
                    <a:lnTo>
                      <a:pt x="942" y="3892"/>
                    </a:lnTo>
                    <a:lnTo>
                      <a:pt x="879" y="4059"/>
                    </a:lnTo>
                    <a:lnTo>
                      <a:pt x="774" y="4080"/>
                    </a:lnTo>
                    <a:lnTo>
                      <a:pt x="754" y="4143"/>
                    </a:lnTo>
                    <a:lnTo>
                      <a:pt x="816" y="4185"/>
                    </a:lnTo>
                    <a:lnTo>
                      <a:pt x="816" y="4268"/>
                    </a:lnTo>
                    <a:lnTo>
                      <a:pt x="921" y="4394"/>
                    </a:lnTo>
                    <a:lnTo>
                      <a:pt x="1026" y="4352"/>
                    </a:lnTo>
                    <a:lnTo>
                      <a:pt x="1067" y="4394"/>
                    </a:lnTo>
                    <a:lnTo>
                      <a:pt x="1193" y="4415"/>
                    </a:lnTo>
                    <a:lnTo>
                      <a:pt x="1256" y="4352"/>
                    </a:lnTo>
                    <a:lnTo>
                      <a:pt x="1402" y="4310"/>
                    </a:lnTo>
                    <a:lnTo>
                      <a:pt x="1381" y="4164"/>
                    </a:lnTo>
                    <a:lnTo>
                      <a:pt x="1465" y="4164"/>
                    </a:lnTo>
                    <a:lnTo>
                      <a:pt x="1507" y="4101"/>
                    </a:lnTo>
                    <a:lnTo>
                      <a:pt x="1507" y="4185"/>
                    </a:lnTo>
                    <a:lnTo>
                      <a:pt x="1486" y="4206"/>
                    </a:lnTo>
                    <a:lnTo>
                      <a:pt x="1507" y="4310"/>
                    </a:lnTo>
                    <a:lnTo>
                      <a:pt x="1570" y="4289"/>
                    </a:lnTo>
                    <a:lnTo>
                      <a:pt x="1653" y="4143"/>
                    </a:lnTo>
                    <a:lnTo>
                      <a:pt x="1695" y="4080"/>
                    </a:lnTo>
                    <a:lnTo>
                      <a:pt x="1716" y="4143"/>
                    </a:lnTo>
                    <a:lnTo>
                      <a:pt x="1695" y="4268"/>
                    </a:lnTo>
                    <a:lnTo>
                      <a:pt x="1570" y="4478"/>
                    </a:lnTo>
                    <a:lnTo>
                      <a:pt x="1486" y="4520"/>
                    </a:lnTo>
                    <a:lnTo>
                      <a:pt x="1486" y="4624"/>
                    </a:lnTo>
                    <a:lnTo>
                      <a:pt x="1611" y="4666"/>
                    </a:lnTo>
                    <a:lnTo>
                      <a:pt x="1695" y="4729"/>
                    </a:lnTo>
                    <a:lnTo>
                      <a:pt x="1800" y="4729"/>
                    </a:lnTo>
                    <a:lnTo>
                      <a:pt x="1821" y="4771"/>
                    </a:lnTo>
                    <a:lnTo>
                      <a:pt x="1967" y="4792"/>
                    </a:lnTo>
                    <a:lnTo>
                      <a:pt x="1988" y="4708"/>
                    </a:lnTo>
                    <a:lnTo>
                      <a:pt x="2114" y="4708"/>
                    </a:lnTo>
                    <a:lnTo>
                      <a:pt x="2072" y="4771"/>
                    </a:lnTo>
                    <a:lnTo>
                      <a:pt x="2093" y="4833"/>
                    </a:lnTo>
                    <a:lnTo>
                      <a:pt x="2176" y="4833"/>
                    </a:lnTo>
                    <a:lnTo>
                      <a:pt x="2239" y="4917"/>
                    </a:lnTo>
                    <a:lnTo>
                      <a:pt x="2323" y="4875"/>
                    </a:lnTo>
                    <a:lnTo>
                      <a:pt x="2302" y="4792"/>
                    </a:lnTo>
                    <a:lnTo>
                      <a:pt x="2281" y="4708"/>
                    </a:lnTo>
                    <a:lnTo>
                      <a:pt x="2344" y="4603"/>
                    </a:lnTo>
                    <a:lnTo>
                      <a:pt x="2386" y="4687"/>
                    </a:lnTo>
                    <a:lnTo>
                      <a:pt x="2344" y="4792"/>
                    </a:lnTo>
                    <a:lnTo>
                      <a:pt x="2386" y="4917"/>
                    </a:lnTo>
                    <a:lnTo>
                      <a:pt x="2448" y="4917"/>
                    </a:lnTo>
                    <a:lnTo>
                      <a:pt x="2490" y="4792"/>
                    </a:lnTo>
                    <a:lnTo>
                      <a:pt x="2532" y="4729"/>
                    </a:lnTo>
                    <a:lnTo>
                      <a:pt x="2616" y="4708"/>
                    </a:lnTo>
                    <a:lnTo>
                      <a:pt x="2616" y="4792"/>
                    </a:lnTo>
                    <a:lnTo>
                      <a:pt x="2553" y="4833"/>
                    </a:lnTo>
                    <a:lnTo>
                      <a:pt x="2553" y="4917"/>
                    </a:lnTo>
                    <a:lnTo>
                      <a:pt x="2720" y="4917"/>
                    </a:lnTo>
                    <a:lnTo>
                      <a:pt x="2804" y="4875"/>
                    </a:lnTo>
                    <a:lnTo>
                      <a:pt x="2867" y="4687"/>
                    </a:lnTo>
                    <a:lnTo>
                      <a:pt x="2909" y="4792"/>
                    </a:lnTo>
                    <a:lnTo>
                      <a:pt x="2846" y="4833"/>
                    </a:lnTo>
                    <a:lnTo>
                      <a:pt x="2846" y="4938"/>
                    </a:lnTo>
                    <a:lnTo>
                      <a:pt x="2971" y="4917"/>
                    </a:lnTo>
                    <a:lnTo>
                      <a:pt x="3013" y="4771"/>
                    </a:lnTo>
                    <a:lnTo>
                      <a:pt x="3055" y="4687"/>
                    </a:lnTo>
                    <a:lnTo>
                      <a:pt x="3055" y="4687"/>
                    </a:lnTo>
                    <a:lnTo>
                      <a:pt x="3034" y="4917"/>
                    </a:lnTo>
                    <a:lnTo>
                      <a:pt x="3055" y="5001"/>
                    </a:lnTo>
                    <a:lnTo>
                      <a:pt x="3160" y="5001"/>
                    </a:lnTo>
                    <a:lnTo>
                      <a:pt x="3327" y="5105"/>
                    </a:lnTo>
                    <a:lnTo>
                      <a:pt x="3432" y="5043"/>
                    </a:lnTo>
                    <a:lnTo>
                      <a:pt x="3495" y="5022"/>
                    </a:lnTo>
                    <a:lnTo>
                      <a:pt x="3536" y="5105"/>
                    </a:lnTo>
                    <a:lnTo>
                      <a:pt x="3662" y="5084"/>
                    </a:lnTo>
                    <a:lnTo>
                      <a:pt x="3746" y="5022"/>
                    </a:lnTo>
                    <a:lnTo>
                      <a:pt x="3746" y="4896"/>
                    </a:lnTo>
                    <a:lnTo>
                      <a:pt x="3850" y="4792"/>
                    </a:lnTo>
                    <a:lnTo>
                      <a:pt x="3892" y="4729"/>
                    </a:lnTo>
                    <a:lnTo>
                      <a:pt x="3850" y="4603"/>
                    </a:lnTo>
                    <a:lnTo>
                      <a:pt x="3871" y="4520"/>
                    </a:lnTo>
                    <a:lnTo>
                      <a:pt x="3913" y="4520"/>
                    </a:lnTo>
                    <a:lnTo>
                      <a:pt x="3955" y="4666"/>
                    </a:lnTo>
                    <a:lnTo>
                      <a:pt x="3997" y="4687"/>
                    </a:lnTo>
                    <a:lnTo>
                      <a:pt x="3997" y="4729"/>
                    </a:lnTo>
                    <a:lnTo>
                      <a:pt x="3913" y="4812"/>
                    </a:lnTo>
                    <a:lnTo>
                      <a:pt x="3871" y="4980"/>
                    </a:lnTo>
                    <a:lnTo>
                      <a:pt x="3892" y="5210"/>
                    </a:lnTo>
                    <a:lnTo>
                      <a:pt x="3997" y="5252"/>
                    </a:lnTo>
                    <a:lnTo>
                      <a:pt x="4101" y="5210"/>
                    </a:lnTo>
                    <a:lnTo>
                      <a:pt x="4122" y="5315"/>
                    </a:lnTo>
                    <a:lnTo>
                      <a:pt x="4227" y="5315"/>
                    </a:lnTo>
                    <a:lnTo>
                      <a:pt x="4269" y="5357"/>
                    </a:lnTo>
                    <a:lnTo>
                      <a:pt x="4373" y="5357"/>
                    </a:lnTo>
                    <a:lnTo>
                      <a:pt x="4583" y="5231"/>
                    </a:lnTo>
                    <a:lnTo>
                      <a:pt x="4687" y="5210"/>
                    </a:lnTo>
                    <a:lnTo>
                      <a:pt x="4855" y="5315"/>
                    </a:lnTo>
                    <a:lnTo>
                      <a:pt x="4938" y="5294"/>
                    </a:lnTo>
                    <a:lnTo>
                      <a:pt x="5022" y="5336"/>
                    </a:lnTo>
                    <a:lnTo>
                      <a:pt x="5064" y="5252"/>
                    </a:lnTo>
                    <a:lnTo>
                      <a:pt x="5064" y="5210"/>
                    </a:lnTo>
                    <a:lnTo>
                      <a:pt x="5147" y="5084"/>
                    </a:lnTo>
                    <a:lnTo>
                      <a:pt x="5231" y="5043"/>
                    </a:lnTo>
                    <a:lnTo>
                      <a:pt x="5231" y="5001"/>
                    </a:lnTo>
                    <a:lnTo>
                      <a:pt x="5168" y="4875"/>
                    </a:lnTo>
                    <a:lnTo>
                      <a:pt x="5168" y="4729"/>
                    </a:lnTo>
                    <a:lnTo>
                      <a:pt x="5231" y="4812"/>
                    </a:lnTo>
                    <a:lnTo>
                      <a:pt x="5231" y="4896"/>
                    </a:lnTo>
                    <a:lnTo>
                      <a:pt x="5336" y="5022"/>
                    </a:lnTo>
                    <a:lnTo>
                      <a:pt x="5378" y="4938"/>
                    </a:lnTo>
                    <a:lnTo>
                      <a:pt x="5524" y="4938"/>
                    </a:lnTo>
                    <a:lnTo>
                      <a:pt x="5566" y="4980"/>
                    </a:lnTo>
                    <a:lnTo>
                      <a:pt x="5587" y="4896"/>
                    </a:lnTo>
                    <a:lnTo>
                      <a:pt x="5566" y="4792"/>
                    </a:lnTo>
                    <a:lnTo>
                      <a:pt x="5566" y="4708"/>
                    </a:lnTo>
                    <a:lnTo>
                      <a:pt x="5524" y="4666"/>
                    </a:lnTo>
                    <a:lnTo>
                      <a:pt x="5378" y="4687"/>
                    </a:lnTo>
                    <a:lnTo>
                      <a:pt x="5252" y="4708"/>
                    </a:lnTo>
                    <a:lnTo>
                      <a:pt x="5231" y="4603"/>
                    </a:lnTo>
                    <a:lnTo>
                      <a:pt x="5273" y="4582"/>
                    </a:lnTo>
                    <a:lnTo>
                      <a:pt x="5336" y="4603"/>
                    </a:lnTo>
                    <a:lnTo>
                      <a:pt x="5461" y="4561"/>
                    </a:lnTo>
                    <a:lnTo>
                      <a:pt x="5545" y="4457"/>
                    </a:lnTo>
                    <a:lnTo>
                      <a:pt x="5587" y="4520"/>
                    </a:lnTo>
                    <a:lnTo>
                      <a:pt x="5671" y="4499"/>
                    </a:lnTo>
                    <a:lnTo>
                      <a:pt x="5733" y="4394"/>
                    </a:lnTo>
                    <a:lnTo>
                      <a:pt x="5691" y="4310"/>
                    </a:lnTo>
                    <a:lnTo>
                      <a:pt x="5775" y="4206"/>
                    </a:lnTo>
                    <a:lnTo>
                      <a:pt x="5754" y="4143"/>
                    </a:lnTo>
                    <a:lnTo>
                      <a:pt x="5796" y="4143"/>
                    </a:lnTo>
                    <a:lnTo>
                      <a:pt x="5838" y="4080"/>
                    </a:lnTo>
                    <a:lnTo>
                      <a:pt x="5691" y="4038"/>
                    </a:lnTo>
                    <a:lnTo>
                      <a:pt x="5566" y="4059"/>
                    </a:lnTo>
                    <a:lnTo>
                      <a:pt x="5629" y="3976"/>
                    </a:lnTo>
                    <a:lnTo>
                      <a:pt x="5691" y="3955"/>
                    </a:lnTo>
                    <a:lnTo>
                      <a:pt x="5691" y="3850"/>
                    </a:lnTo>
                    <a:lnTo>
                      <a:pt x="5587" y="3766"/>
                    </a:lnTo>
                    <a:lnTo>
                      <a:pt x="5357" y="3766"/>
                    </a:lnTo>
                    <a:lnTo>
                      <a:pt x="5336" y="3724"/>
                    </a:lnTo>
                    <a:lnTo>
                      <a:pt x="5336" y="3641"/>
                    </a:lnTo>
                    <a:lnTo>
                      <a:pt x="5378" y="3620"/>
                    </a:lnTo>
                    <a:lnTo>
                      <a:pt x="5357" y="3515"/>
                    </a:lnTo>
                    <a:lnTo>
                      <a:pt x="5168" y="3348"/>
                    </a:lnTo>
                    <a:lnTo>
                      <a:pt x="5106" y="3348"/>
                    </a:lnTo>
                    <a:lnTo>
                      <a:pt x="5001" y="3432"/>
                    </a:lnTo>
                    <a:lnTo>
                      <a:pt x="4834" y="3432"/>
                    </a:lnTo>
                    <a:lnTo>
                      <a:pt x="4687" y="3452"/>
                    </a:lnTo>
                    <a:lnTo>
                      <a:pt x="4478" y="3327"/>
                    </a:lnTo>
                    <a:lnTo>
                      <a:pt x="4436" y="3243"/>
                    </a:lnTo>
                    <a:lnTo>
                      <a:pt x="4394" y="3222"/>
                    </a:lnTo>
                    <a:lnTo>
                      <a:pt x="4290" y="3264"/>
                    </a:lnTo>
                    <a:lnTo>
                      <a:pt x="4206" y="3264"/>
                    </a:lnTo>
                    <a:lnTo>
                      <a:pt x="4122" y="3306"/>
                    </a:lnTo>
                    <a:lnTo>
                      <a:pt x="4018" y="3306"/>
                    </a:lnTo>
                    <a:lnTo>
                      <a:pt x="3976" y="3411"/>
                    </a:lnTo>
                    <a:lnTo>
                      <a:pt x="3913" y="3348"/>
                    </a:lnTo>
                    <a:lnTo>
                      <a:pt x="3808" y="3264"/>
                    </a:lnTo>
                    <a:lnTo>
                      <a:pt x="3704" y="3327"/>
                    </a:lnTo>
                    <a:lnTo>
                      <a:pt x="3578" y="3348"/>
                    </a:lnTo>
                    <a:lnTo>
                      <a:pt x="3578" y="3411"/>
                    </a:lnTo>
                    <a:lnTo>
                      <a:pt x="3536" y="3452"/>
                    </a:lnTo>
                    <a:lnTo>
                      <a:pt x="3536" y="3369"/>
                    </a:lnTo>
                    <a:lnTo>
                      <a:pt x="3474" y="3327"/>
                    </a:lnTo>
                    <a:lnTo>
                      <a:pt x="3369" y="3348"/>
                    </a:lnTo>
                    <a:lnTo>
                      <a:pt x="3139" y="3327"/>
                    </a:lnTo>
                    <a:lnTo>
                      <a:pt x="3076" y="3348"/>
                    </a:lnTo>
                    <a:lnTo>
                      <a:pt x="3160" y="3432"/>
                    </a:lnTo>
                    <a:lnTo>
                      <a:pt x="3160" y="3536"/>
                    </a:lnTo>
                    <a:lnTo>
                      <a:pt x="3264" y="3620"/>
                    </a:lnTo>
                    <a:lnTo>
                      <a:pt x="3139" y="3578"/>
                    </a:lnTo>
                    <a:lnTo>
                      <a:pt x="3076" y="3515"/>
                    </a:lnTo>
                    <a:lnTo>
                      <a:pt x="3013" y="3473"/>
                    </a:lnTo>
                    <a:lnTo>
                      <a:pt x="2867" y="3536"/>
                    </a:lnTo>
                    <a:lnTo>
                      <a:pt x="2804" y="3473"/>
                    </a:lnTo>
                    <a:lnTo>
                      <a:pt x="2930" y="3432"/>
                    </a:lnTo>
                    <a:lnTo>
                      <a:pt x="2930" y="3348"/>
                    </a:lnTo>
                    <a:lnTo>
                      <a:pt x="2804" y="3222"/>
                    </a:lnTo>
                    <a:lnTo>
                      <a:pt x="2825" y="3139"/>
                    </a:lnTo>
                    <a:lnTo>
                      <a:pt x="2762" y="3097"/>
                    </a:lnTo>
                    <a:lnTo>
                      <a:pt x="2637" y="3160"/>
                    </a:lnTo>
                    <a:lnTo>
                      <a:pt x="2658" y="3243"/>
                    </a:lnTo>
                    <a:lnTo>
                      <a:pt x="2637" y="3306"/>
                    </a:lnTo>
                    <a:lnTo>
                      <a:pt x="2532" y="3264"/>
                    </a:lnTo>
                    <a:lnTo>
                      <a:pt x="2595" y="3201"/>
                    </a:lnTo>
                    <a:lnTo>
                      <a:pt x="2553" y="3139"/>
                    </a:lnTo>
                    <a:lnTo>
                      <a:pt x="2448" y="3097"/>
                    </a:lnTo>
                    <a:lnTo>
                      <a:pt x="2406" y="3139"/>
                    </a:lnTo>
                    <a:lnTo>
                      <a:pt x="2323" y="3139"/>
                    </a:lnTo>
                    <a:lnTo>
                      <a:pt x="2344" y="3034"/>
                    </a:lnTo>
                    <a:lnTo>
                      <a:pt x="2344" y="2992"/>
                    </a:lnTo>
                    <a:lnTo>
                      <a:pt x="2323" y="2888"/>
                    </a:lnTo>
                    <a:lnTo>
                      <a:pt x="2218" y="2908"/>
                    </a:lnTo>
                    <a:lnTo>
                      <a:pt x="2093" y="3034"/>
                    </a:lnTo>
                    <a:lnTo>
                      <a:pt x="2114" y="3160"/>
                    </a:lnTo>
                    <a:lnTo>
                      <a:pt x="2030" y="3160"/>
                    </a:lnTo>
                    <a:lnTo>
                      <a:pt x="1988" y="3055"/>
                    </a:lnTo>
                    <a:lnTo>
                      <a:pt x="2030" y="2992"/>
                    </a:lnTo>
                    <a:lnTo>
                      <a:pt x="2030" y="2908"/>
                    </a:lnTo>
                    <a:lnTo>
                      <a:pt x="2093" y="2720"/>
                    </a:lnTo>
                    <a:lnTo>
                      <a:pt x="2009" y="2636"/>
                    </a:lnTo>
                    <a:lnTo>
                      <a:pt x="1883" y="2699"/>
                    </a:lnTo>
                    <a:lnTo>
                      <a:pt x="1883" y="2636"/>
                    </a:lnTo>
                    <a:lnTo>
                      <a:pt x="1988" y="2616"/>
                    </a:lnTo>
                    <a:lnTo>
                      <a:pt x="2030" y="2490"/>
                    </a:lnTo>
                    <a:lnTo>
                      <a:pt x="2009" y="2385"/>
                    </a:lnTo>
                    <a:lnTo>
                      <a:pt x="1925" y="2427"/>
                    </a:lnTo>
                    <a:lnTo>
                      <a:pt x="1862" y="2385"/>
                    </a:lnTo>
                    <a:lnTo>
                      <a:pt x="1800" y="2427"/>
                    </a:lnTo>
                    <a:lnTo>
                      <a:pt x="1695" y="2427"/>
                    </a:lnTo>
                    <a:lnTo>
                      <a:pt x="1758" y="2385"/>
                    </a:lnTo>
                    <a:lnTo>
                      <a:pt x="1758" y="2323"/>
                    </a:lnTo>
                    <a:lnTo>
                      <a:pt x="1653" y="2323"/>
                    </a:lnTo>
                    <a:lnTo>
                      <a:pt x="1590" y="2406"/>
                    </a:lnTo>
                    <a:lnTo>
                      <a:pt x="1444" y="2427"/>
                    </a:lnTo>
                    <a:lnTo>
                      <a:pt x="1444" y="2364"/>
                    </a:lnTo>
                    <a:lnTo>
                      <a:pt x="1507" y="2323"/>
                    </a:lnTo>
                    <a:lnTo>
                      <a:pt x="1570" y="2218"/>
                    </a:lnTo>
                    <a:lnTo>
                      <a:pt x="1590" y="2155"/>
                    </a:lnTo>
                    <a:lnTo>
                      <a:pt x="1674" y="2155"/>
                    </a:lnTo>
                    <a:lnTo>
                      <a:pt x="1779" y="2260"/>
                    </a:lnTo>
                    <a:lnTo>
                      <a:pt x="1925" y="2260"/>
                    </a:lnTo>
                    <a:lnTo>
                      <a:pt x="1904" y="2197"/>
                    </a:lnTo>
                    <a:lnTo>
                      <a:pt x="1800" y="2071"/>
                    </a:lnTo>
                    <a:lnTo>
                      <a:pt x="1695" y="2071"/>
                    </a:lnTo>
                    <a:lnTo>
                      <a:pt x="1758" y="2009"/>
                    </a:lnTo>
                    <a:lnTo>
                      <a:pt x="1611" y="1883"/>
                    </a:lnTo>
                    <a:lnTo>
                      <a:pt x="1507" y="1841"/>
                    </a:lnTo>
                    <a:lnTo>
                      <a:pt x="1570" y="1799"/>
                    </a:lnTo>
                    <a:lnTo>
                      <a:pt x="1590" y="1737"/>
                    </a:lnTo>
                    <a:lnTo>
                      <a:pt x="1653" y="1737"/>
                    </a:lnTo>
                    <a:lnTo>
                      <a:pt x="1695" y="1841"/>
                    </a:lnTo>
                    <a:lnTo>
                      <a:pt x="1800" y="1967"/>
                    </a:lnTo>
                    <a:lnTo>
                      <a:pt x="1967" y="1988"/>
                    </a:lnTo>
                    <a:lnTo>
                      <a:pt x="2030" y="2092"/>
                    </a:lnTo>
                    <a:lnTo>
                      <a:pt x="2114" y="2009"/>
                    </a:lnTo>
                    <a:lnTo>
                      <a:pt x="2176" y="2092"/>
                    </a:lnTo>
                    <a:lnTo>
                      <a:pt x="2344" y="2155"/>
                    </a:lnTo>
                    <a:lnTo>
                      <a:pt x="2448" y="2155"/>
                    </a:lnTo>
                    <a:lnTo>
                      <a:pt x="2511" y="2051"/>
                    </a:lnTo>
                    <a:lnTo>
                      <a:pt x="2490" y="1904"/>
                    </a:lnTo>
                    <a:lnTo>
                      <a:pt x="2239" y="1758"/>
                    </a:lnTo>
                    <a:lnTo>
                      <a:pt x="2134" y="1653"/>
                    </a:lnTo>
                    <a:lnTo>
                      <a:pt x="2072" y="1653"/>
                    </a:lnTo>
                    <a:lnTo>
                      <a:pt x="2030" y="1548"/>
                    </a:lnTo>
                    <a:lnTo>
                      <a:pt x="1925" y="1444"/>
                    </a:lnTo>
                    <a:lnTo>
                      <a:pt x="1883" y="1444"/>
                    </a:lnTo>
                    <a:lnTo>
                      <a:pt x="1821" y="1381"/>
                    </a:lnTo>
                    <a:lnTo>
                      <a:pt x="1883" y="1318"/>
                    </a:lnTo>
                    <a:lnTo>
                      <a:pt x="1967" y="1339"/>
                    </a:lnTo>
                    <a:lnTo>
                      <a:pt x="2030" y="1444"/>
                    </a:lnTo>
                    <a:lnTo>
                      <a:pt x="2114" y="1444"/>
                    </a:lnTo>
                    <a:lnTo>
                      <a:pt x="2134" y="1548"/>
                    </a:lnTo>
                    <a:lnTo>
                      <a:pt x="2197" y="1548"/>
                    </a:lnTo>
                    <a:lnTo>
                      <a:pt x="2239" y="1465"/>
                    </a:lnTo>
                    <a:lnTo>
                      <a:pt x="2197" y="1276"/>
                    </a:lnTo>
                    <a:lnTo>
                      <a:pt x="2072" y="1130"/>
                    </a:lnTo>
                    <a:lnTo>
                      <a:pt x="1988" y="1130"/>
                    </a:lnTo>
                    <a:lnTo>
                      <a:pt x="1967" y="1109"/>
                    </a:lnTo>
                    <a:lnTo>
                      <a:pt x="1821" y="1109"/>
                    </a:lnTo>
                    <a:lnTo>
                      <a:pt x="1695" y="1172"/>
                    </a:lnTo>
                    <a:lnTo>
                      <a:pt x="1590" y="1172"/>
                    </a:lnTo>
                    <a:lnTo>
                      <a:pt x="1486" y="1109"/>
                    </a:lnTo>
                    <a:lnTo>
                      <a:pt x="1402" y="1130"/>
                    </a:lnTo>
                    <a:lnTo>
                      <a:pt x="1360" y="1025"/>
                    </a:lnTo>
                    <a:lnTo>
                      <a:pt x="1235" y="1214"/>
                    </a:lnTo>
                    <a:lnTo>
                      <a:pt x="1067" y="1276"/>
                    </a:lnTo>
                    <a:lnTo>
                      <a:pt x="1046" y="1381"/>
                    </a:lnTo>
                    <a:lnTo>
                      <a:pt x="963" y="1423"/>
                    </a:lnTo>
                    <a:lnTo>
                      <a:pt x="963" y="1339"/>
                    </a:lnTo>
                    <a:lnTo>
                      <a:pt x="1046" y="1235"/>
                    </a:lnTo>
                    <a:lnTo>
                      <a:pt x="1088" y="1235"/>
                    </a:lnTo>
                    <a:lnTo>
                      <a:pt x="1339" y="1004"/>
                    </a:lnTo>
                    <a:lnTo>
                      <a:pt x="1360" y="921"/>
                    </a:lnTo>
                    <a:lnTo>
                      <a:pt x="1298" y="816"/>
                    </a:lnTo>
                    <a:lnTo>
                      <a:pt x="1298" y="544"/>
                    </a:lnTo>
                    <a:lnTo>
                      <a:pt x="1339" y="523"/>
                    </a:lnTo>
                    <a:lnTo>
                      <a:pt x="1256" y="419"/>
                    </a:lnTo>
                    <a:lnTo>
                      <a:pt x="1193" y="481"/>
                    </a:lnTo>
                    <a:lnTo>
                      <a:pt x="1088" y="481"/>
                    </a:lnTo>
                    <a:lnTo>
                      <a:pt x="1026" y="419"/>
                    </a:lnTo>
                    <a:lnTo>
                      <a:pt x="1026" y="314"/>
                    </a:lnTo>
                    <a:lnTo>
                      <a:pt x="1026" y="230"/>
                    </a:lnTo>
                    <a:lnTo>
                      <a:pt x="816" y="188"/>
                    </a:lnTo>
                    <a:lnTo>
                      <a:pt x="733" y="84"/>
                    </a:lnTo>
                    <a:lnTo>
                      <a:pt x="628" y="84"/>
                    </a:lnTo>
                    <a:lnTo>
                      <a:pt x="50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7" name="Google Shape;2367;p56"/>
              <p:cNvSpPr/>
              <p:nvPr/>
            </p:nvSpPr>
            <p:spPr>
              <a:xfrm>
                <a:off x="2687175" y="1694400"/>
                <a:ext cx="33500" cy="37675"/>
              </a:xfrm>
              <a:custGeom>
                <a:avLst/>
                <a:gdLst/>
                <a:ahLst/>
                <a:cxnLst/>
                <a:rect l="l" t="t" r="r" b="b"/>
                <a:pathLst>
                  <a:path w="1340" h="1507" extrusionOk="0">
                    <a:moveTo>
                      <a:pt x="796" y="0"/>
                    </a:moveTo>
                    <a:lnTo>
                      <a:pt x="670" y="21"/>
                    </a:lnTo>
                    <a:lnTo>
                      <a:pt x="607" y="84"/>
                    </a:lnTo>
                    <a:lnTo>
                      <a:pt x="691" y="147"/>
                    </a:lnTo>
                    <a:lnTo>
                      <a:pt x="691" y="231"/>
                    </a:lnTo>
                    <a:lnTo>
                      <a:pt x="628" y="210"/>
                    </a:lnTo>
                    <a:lnTo>
                      <a:pt x="565" y="147"/>
                    </a:lnTo>
                    <a:lnTo>
                      <a:pt x="461" y="126"/>
                    </a:lnTo>
                    <a:lnTo>
                      <a:pt x="419" y="210"/>
                    </a:lnTo>
                    <a:lnTo>
                      <a:pt x="524" y="210"/>
                    </a:lnTo>
                    <a:lnTo>
                      <a:pt x="565" y="251"/>
                    </a:lnTo>
                    <a:lnTo>
                      <a:pt x="524" y="293"/>
                    </a:lnTo>
                    <a:lnTo>
                      <a:pt x="398" y="314"/>
                    </a:lnTo>
                    <a:lnTo>
                      <a:pt x="356" y="335"/>
                    </a:lnTo>
                    <a:lnTo>
                      <a:pt x="398" y="440"/>
                    </a:lnTo>
                    <a:lnTo>
                      <a:pt x="419" y="461"/>
                    </a:lnTo>
                    <a:lnTo>
                      <a:pt x="419" y="523"/>
                    </a:lnTo>
                    <a:lnTo>
                      <a:pt x="293" y="461"/>
                    </a:lnTo>
                    <a:lnTo>
                      <a:pt x="168" y="503"/>
                    </a:lnTo>
                    <a:lnTo>
                      <a:pt x="84" y="565"/>
                    </a:lnTo>
                    <a:lnTo>
                      <a:pt x="42" y="712"/>
                    </a:lnTo>
                    <a:lnTo>
                      <a:pt x="0" y="733"/>
                    </a:lnTo>
                    <a:lnTo>
                      <a:pt x="0" y="754"/>
                    </a:lnTo>
                    <a:lnTo>
                      <a:pt x="63" y="754"/>
                    </a:lnTo>
                    <a:lnTo>
                      <a:pt x="42" y="837"/>
                    </a:lnTo>
                    <a:lnTo>
                      <a:pt x="42" y="879"/>
                    </a:lnTo>
                    <a:lnTo>
                      <a:pt x="63" y="921"/>
                    </a:lnTo>
                    <a:lnTo>
                      <a:pt x="147" y="816"/>
                    </a:lnTo>
                    <a:lnTo>
                      <a:pt x="168" y="837"/>
                    </a:lnTo>
                    <a:lnTo>
                      <a:pt x="105" y="963"/>
                    </a:lnTo>
                    <a:lnTo>
                      <a:pt x="147" y="1026"/>
                    </a:lnTo>
                    <a:lnTo>
                      <a:pt x="210" y="1067"/>
                    </a:lnTo>
                    <a:lnTo>
                      <a:pt x="272" y="1047"/>
                    </a:lnTo>
                    <a:lnTo>
                      <a:pt x="293" y="1067"/>
                    </a:lnTo>
                    <a:lnTo>
                      <a:pt x="314" y="1151"/>
                    </a:lnTo>
                    <a:lnTo>
                      <a:pt x="356" y="1151"/>
                    </a:lnTo>
                    <a:lnTo>
                      <a:pt x="398" y="1088"/>
                    </a:lnTo>
                    <a:lnTo>
                      <a:pt x="461" y="1130"/>
                    </a:lnTo>
                    <a:lnTo>
                      <a:pt x="461" y="1256"/>
                    </a:lnTo>
                    <a:lnTo>
                      <a:pt x="482" y="1298"/>
                    </a:lnTo>
                    <a:lnTo>
                      <a:pt x="586" y="1277"/>
                    </a:lnTo>
                    <a:lnTo>
                      <a:pt x="607" y="1402"/>
                    </a:lnTo>
                    <a:lnTo>
                      <a:pt x="712" y="1402"/>
                    </a:lnTo>
                    <a:lnTo>
                      <a:pt x="837" y="1486"/>
                    </a:lnTo>
                    <a:lnTo>
                      <a:pt x="942" y="1486"/>
                    </a:lnTo>
                    <a:lnTo>
                      <a:pt x="1005" y="1507"/>
                    </a:lnTo>
                    <a:lnTo>
                      <a:pt x="1026" y="1486"/>
                    </a:lnTo>
                    <a:lnTo>
                      <a:pt x="1005" y="1402"/>
                    </a:lnTo>
                    <a:lnTo>
                      <a:pt x="1088" y="1381"/>
                    </a:lnTo>
                    <a:lnTo>
                      <a:pt x="1151" y="1235"/>
                    </a:lnTo>
                    <a:lnTo>
                      <a:pt x="1130" y="1088"/>
                    </a:lnTo>
                    <a:lnTo>
                      <a:pt x="1214" y="942"/>
                    </a:lnTo>
                    <a:lnTo>
                      <a:pt x="1235" y="921"/>
                    </a:lnTo>
                    <a:lnTo>
                      <a:pt x="1319" y="712"/>
                    </a:lnTo>
                    <a:lnTo>
                      <a:pt x="1319" y="565"/>
                    </a:lnTo>
                    <a:lnTo>
                      <a:pt x="1340" y="523"/>
                    </a:lnTo>
                    <a:lnTo>
                      <a:pt x="1319" y="419"/>
                    </a:lnTo>
                    <a:lnTo>
                      <a:pt x="1235" y="335"/>
                    </a:lnTo>
                    <a:lnTo>
                      <a:pt x="1235" y="210"/>
                    </a:lnTo>
                    <a:lnTo>
                      <a:pt x="1193" y="147"/>
                    </a:lnTo>
                    <a:lnTo>
                      <a:pt x="1151" y="42"/>
                    </a:lnTo>
                    <a:lnTo>
                      <a:pt x="1005" y="0"/>
                    </a:lnTo>
                    <a:lnTo>
                      <a:pt x="900" y="42"/>
                    </a:lnTo>
                    <a:lnTo>
                      <a:pt x="7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8" name="Google Shape;2368;p56"/>
              <p:cNvSpPr/>
              <p:nvPr/>
            </p:nvSpPr>
            <p:spPr>
              <a:xfrm>
                <a:off x="2605050" y="1520200"/>
                <a:ext cx="42400" cy="26175"/>
              </a:xfrm>
              <a:custGeom>
                <a:avLst/>
                <a:gdLst/>
                <a:ahLst/>
                <a:cxnLst/>
                <a:rect l="l" t="t" r="r" b="b"/>
                <a:pathLst>
                  <a:path w="1696" h="1047" extrusionOk="0">
                    <a:moveTo>
                      <a:pt x="1570" y="1"/>
                    </a:moveTo>
                    <a:lnTo>
                      <a:pt x="1486" y="64"/>
                    </a:lnTo>
                    <a:lnTo>
                      <a:pt x="1256" y="64"/>
                    </a:lnTo>
                    <a:lnTo>
                      <a:pt x="1130" y="168"/>
                    </a:lnTo>
                    <a:lnTo>
                      <a:pt x="963" y="168"/>
                    </a:lnTo>
                    <a:lnTo>
                      <a:pt x="921" y="189"/>
                    </a:lnTo>
                    <a:lnTo>
                      <a:pt x="816" y="105"/>
                    </a:lnTo>
                    <a:lnTo>
                      <a:pt x="712" y="84"/>
                    </a:lnTo>
                    <a:lnTo>
                      <a:pt x="356" y="189"/>
                    </a:lnTo>
                    <a:lnTo>
                      <a:pt x="126" y="189"/>
                    </a:lnTo>
                    <a:lnTo>
                      <a:pt x="105" y="273"/>
                    </a:lnTo>
                    <a:lnTo>
                      <a:pt x="0" y="377"/>
                    </a:lnTo>
                    <a:lnTo>
                      <a:pt x="0" y="482"/>
                    </a:lnTo>
                    <a:lnTo>
                      <a:pt x="105" y="461"/>
                    </a:lnTo>
                    <a:lnTo>
                      <a:pt x="231" y="461"/>
                    </a:lnTo>
                    <a:lnTo>
                      <a:pt x="314" y="419"/>
                    </a:lnTo>
                    <a:lnTo>
                      <a:pt x="398" y="461"/>
                    </a:lnTo>
                    <a:lnTo>
                      <a:pt x="503" y="461"/>
                    </a:lnTo>
                    <a:lnTo>
                      <a:pt x="565" y="503"/>
                    </a:lnTo>
                    <a:lnTo>
                      <a:pt x="503" y="587"/>
                    </a:lnTo>
                    <a:lnTo>
                      <a:pt x="544" y="712"/>
                    </a:lnTo>
                    <a:lnTo>
                      <a:pt x="628" y="817"/>
                    </a:lnTo>
                    <a:lnTo>
                      <a:pt x="712" y="712"/>
                    </a:lnTo>
                    <a:lnTo>
                      <a:pt x="712" y="628"/>
                    </a:lnTo>
                    <a:lnTo>
                      <a:pt x="754" y="587"/>
                    </a:lnTo>
                    <a:lnTo>
                      <a:pt x="858" y="712"/>
                    </a:lnTo>
                    <a:lnTo>
                      <a:pt x="837" y="838"/>
                    </a:lnTo>
                    <a:lnTo>
                      <a:pt x="984" y="1005"/>
                    </a:lnTo>
                    <a:lnTo>
                      <a:pt x="1088" y="984"/>
                    </a:lnTo>
                    <a:lnTo>
                      <a:pt x="1151" y="1047"/>
                    </a:lnTo>
                    <a:lnTo>
                      <a:pt x="1360" y="1047"/>
                    </a:lnTo>
                    <a:lnTo>
                      <a:pt x="1465" y="942"/>
                    </a:lnTo>
                    <a:lnTo>
                      <a:pt x="1591" y="900"/>
                    </a:lnTo>
                    <a:lnTo>
                      <a:pt x="1674" y="670"/>
                    </a:lnTo>
                    <a:lnTo>
                      <a:pt x="1591" y="503"/>
                    </a:lnTo>
                    <a:lnTo>
                      <a:pt x="1695" y="356"/>
                    </a:lnTo>
                    <a:lnTo>
                      <a:pt x="1695" y="273"/>
                    </a:lnTo>
                    <a:lnTo>
                      <a:pt x="1612" y="147"/>
                    </a:lnTo>
                    <a:lnTo>
                      <a:pt x="1653" y="64"/>
                    </a:lnTo>
                    <a:lnTo>
                      <a:pt x="157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9" name="Google Shape;2369;p56"/>
              <p:cNvSpPr/>
              <p:nvPr/>
            </p:nvSpPr>
            <p:spPr>
              <a:xfrm>
                <a:off x="2443425" y="1547400"/>
                <a:ext cx="109875" cy="60700"/>
              </a:xfrm>
              <a:custGeom>
                <a:avLst/>
                <a:gdLst/>
                <a:ahLst/>
                <a:cxnLst/>
                <a:rect l="l" t="t" r="r" b="b"/>
                <a:pathLst>
                  <a:path w="4395" h="2428" extrusionOk="0">
                    <a:moveTo>
                      <a:pt x="4268" y="1"/>
                    </a:moveTo>
                    <a:lnTo>
                      <a:pt x="4185" y="43"/>
                    </a:lnTo>
                    <a:lnTo>
                      <a:pt x="4059" y="105"/>
                    </a:lnTo>
                    <a:lnTo>
                      <a:pt x="4059" y="252"/>
                    </a:lnTo>
                    <a:lnTo>
                      <a:pt x="4038" y="336"/>
                    </a:lnTo>
                    <a:lnTo>
                      <a:pt x="4059" y="377"/>
                    </a:lnTo>
                    <a:lnTo>
                      <a:pt x="3955" y="419"/>
                    </a:lnTo>
                    <a:lnTo>
                      <a:pt x="3934" y="315"/>
                    </a:lnTo>
                    <a:lnTo>
                      <a:pt x="3892" y="315"/>
                    </a:lnTo>
                    <a:lnTo>
                      <a:pt x="3871" y="377"/>
                    </a:lnTo>
                    <a:lnTo>
                      <a:pt x="3829" y="440"/>
                    </a:lnTo>
                    <a:lnTo>
                      <a:pt x="3766" y="357"/>
                    </a:lnTo>
                    <a:lnTo>
                      <a:pt x="3745" y="168"/>
                    </a:lnTo>
                    <a:lnTo>
                      <a:pt x="3641" y="64"/>
                    </a:lnTo>
                    <a:lnTo>
                      <a:pt x="3578" y="64"/>
                    </a:lnTo>
                    <a:lnTo>
                      <a:pt x="3557" y="126"/>
                    </a:lnTo>
                    <a:lnTo>
                      <a:pt x="3432" y="126"/>
                    </a:lnTo>
                    <a:lnTo>
                      <a:pt x="3306" y="64"/>
                    </a:lnTo>
                    <a:lnTo>
                      <a:pt x="3222" y="64"/>
                    </a:lnTo>
                    <a:lnTo>
                      <a:pt x="2992" y="43"/>
                    </a:lnTo>
                    <a:lnTo>
                      <a:pt x="2846" y="126"/>
                    </a:lnTo>
                    <a:lnTo>
                      <a:pt x="2804" y="231"/>
                    </a:lnTo>
                    <a:lnTo>
                      <a:pt x="2741" y="315"/>
                    </a:lnTo>
                    <a:lnTo>
                      <a:pt x="2699" y="273"/>
                    </a:lnTo>
                    <a:lnTo>
                      <a:pt x="2636" y="273"/>
                    </a:lnTo>
                    <a:lnTo>
                      <a:pt x="2364" y="482"/>
                    </a:lnTo>
                    <a:lnTo>
                      <a:pt x="2281" y="566"/>
                    </a:lnTo>
                    <a:lnTo>
                      <a:pt x="2197" y="566"/>
                    </a:lnTo>
                    <a:lnTo>
                      <a:pt x="2051" y="670"/>
                    </a:lnTo>
                    <a:lnTo>
                      <a:pt x="1946" y="691"/>
                    </a:lnTo>
                    <a:lnTo>
                      <a:pt x="1862" y="775"/>
                    </a:lnTo>
                    <a:lnTo>
                      <a:pt x="1841" y="859"/>
                    </a:lnTo>
                    <a:lnTo>
                      <a:pt x="1653" y="859"/>
                    </a:lnTo>
                    <a:lnTo>
                      <a:pt x="1590" y="880"/>
                    </a:lnTo>
                    <a:lnTo>
                      <a:pt x="1465" y="859"/>
                    </a:lnTo>
                    <a:lnTo>
                      <a:pt x="1423" y="901"/>
                    </a:lnTo>
                    <a:lnTo>
                      <a:pt x="1339" y="901"/>
                    </a:lnTo>
                    <a:lnTo>
                      <a:pt x="1151" y="1068"/>
                    </a:lnTo>
                    <a:lnTo>
                      <a:pt x="1025" y="1152"/>
                    </a:lnTo>
                    <a:lnTo>
                      <a:pt x="900" y="1089"/>
                    </a:lnTo>
                    <a:lnTo>
                      <a:pt x="795" y="1152"/>
                    </a:lnTo>
                    <a:lnTo>
                      <a:pt x="523" y="1193"/>
                    </a:lnTo>
                    <a:lnTo>
                      <a:pt x="398" y="1382"/>
                    </a:lnTo>
                    <a:lnTo>
                      <a:pt x="314" y="1382"/>
                    </a:lnTo>
                    <a:lnTo>
                      <a:pt x="167" y="1403"/>
                    </a:lnTo>
                    <a:lnTo>
                      <a:pt x="105" y="1528"/>
                    </a:lnTo>
                    <a:lnTo>
                      <a:pt x="209" y="1528"/>
                    </a:lnTo>
                    <a:lnTo>
                      <a:pt x="272" y="1591"/>
                    </a:lnTo>
                    <a:lnTo>
                      <a:pt x="167" y="1591"/>
                    </a:lnTo>
                    <a:lnTo>
                      <a:pt x="126" y="1633"/>
                    </a:lnTo>
                    <a:lnTo>
                      <a:pt x="209" y="1717"/>
                    </a:lnTo>
                    <a:lnTo>
                      <a:pt x="188" y="1779"/>
                    </a:lnTo>
                    <a:lnTo>
                      <a:pt x="0" y="1842"/>
                    </a:lnTo>
                    <a:lnTo>
                      <a:pt x="0" y="1905"/>
                    </a:lnTo>
                    <a:lnTo>
                      <a:pt x="126" y="1926"/>
                    </a:lnTo>
                    <a:lnTo>
                      <a:pt x="230" y="1905"/>
                    </a:lnTo>
                    <a:lnTo>
                      <a:pt x="293" y="1821"/>
                    </a:lnTo>
                    <a:lnTo>
                      <a:pt x="377" y="1800"/>
                    </a:lnTo>
                    <a:lnTo>
                      <a:pt x="481" y="1842"/>
                    </a:lnTo>
                    <a:lnTo>
                      <a:pt x="586" y="1989"/>
                    </a:lnTo>
                    <a:lnTo>
                      <a:pt x="586" y="2114"/>
                    </a:lnTo>
                    <a:lnTo>
                      <a:pt x="691" y="2156"/>
                    </a:lnTo>
                    <a:lnTo>
                      <a:pt x="732" y="2114"/>
                    </a:lnTo>
                    <a:lnTo>
                      <a:pt x="732" y="2009"/>
                    </a:lnTo>
                    <a:lnTo>
                      <a:pt x="753" y="1989"/>
                    </a:lnTo>
                    <a:lnTo>
                      <a:pt x="816" y="1821"/>
                    </a:lnTo>
                    <a:lnTo>
                      <a:pt x="858" y="1821"/>
                    </a:lnTo>
                    <a:lnTo>
                      <a:pt x="1004" y="1779"/>
                    </a:lnTo>
                    <a:lnTo>
                      <a:pt x="1067" y="1800"/>
                    </a:lnTo>
                    <a:lnTo>
                      <a:pt x="1046" y="1884"/>
                    </a:lnTo>
                    <a:lnTo>
                      <a:pt x="942" y="1926"/>
                    </a:lnTo>
                    <a:lnTo>
                      <a:pt x="900" y="2093"/>
                    </a:lnTo>
                    <a:lnTo>
                      <a:pt x="942" y="2156"/>
                    </a:lnTo>
                    <a:lnTo>
                      <a:pt x="858" y="2240"/>
                    </a:lnTo>
                    <a:lnTo>
                      <a:pt x="816" y="2323"/>
                    </a:lnTo>
                    <a:lnTo>
                      <a:pt x="858" y="2407"/>
                    </a:lnTo>
                    <a:lnTo>
                      <a:pt x="921" y="2323"/>
                    </a:lnTo>
                    <a:lnTo>
                      <a:pt x="1004" y="2344"/>
                    </a:lnTo>
                    <a:lnTo>
                      <a:pt x="1004" y="2428"/>
                    </a:lnTo>
                    <a:lnTo>
                      <a:pt x="1046" y="2428"/>
                    </a:lnTo>
                    <a:lnTo>
                      <a:pt x="1235" y="2323"/>
                    </a:lnTo>
                    <a:lnTo>
                      <a:pt x="1318" y="2219"/>
                    </a:lnTo>
                    <a:lnTo>
                      <a:pt x="1381" y="2240"/>
                    </a:lnTo>
                    <a:lnTo>
                      <a:pt x="1444" y="2135"/>
                    </a:lnTo>
                    <a:lnTo>
                      <a:pt x="1444" y="2009"/>
                    </a:lnTo>
                    <a:lnTo>
                      <a:pt x="1527" y="2009"/>
                    </a:lnTo>
                    <a:lnTo>
                      <a:pt x="1590" y="1905"/>
                    </a:lnTo>
                    <a:lnTo>
                      <a:pt x="1590" y="1779"/>
                    </a:lnTo>
                    <a:lnTo>
                      <a:pt x="1653" y="1717"/>
                    </a:lnTo>
                    <a:lnTo>
                      <a:pt x="1674" y="1779"/>
                    </a:lnTo>
                    <a:lnTo>
                      <a:pt x="1653" y="1842"/>
                    </a:lnTo>
                    <a:lnTo>
                      <a:pt x="1674" y="1926"/>
                    </a:lnTo>
                    <a:lnTo>
                      <a:pt x="1653" y="2051"/>
                    </a:lnTo>
                    <a:lnTo>
                      <a:pt x="1674" y="2198"/>
                    </a:lnTo>
                    <a:lnTo>
                      <a:pt x="1737" y="2198"/>
                    </a:lnTo>
                    <a:lnTo>
                      <a:pt x="1841" y="2051"/>
                    </a:lnTo>
                    <a:lnTo>
                      <a:pt x="1862" y="1926"/>
                    </a:lnTo>
                    <a:lnTo>
                      <a:pt x="1883" y="1884"/>
                    </a:lnTo>
                    <a:lnTo>
                      <a:pt x="1967" y="1842"/>
                    </a:lnTo>
                    <a:lnTo>
                      <a:pt x="2092" y="1696"/>
                    </a:lnTo>
                    <a:lnTo>
                      <a:pt x="2113" y="1570"/>
                    </a:lnTo>
                    <a:lnTo>
                      <a:pt x="2092" y="1465"/>
                    </a:lnTo>
                    <a:lnTo>
                      <a:pt x="2155" y="1361"/>
                    </a:lnTo>
                    <a:lnTo>
                      <a:pt x="2197" y="1486"/>
                    </a:lnTo>
                    <a:lnTo>
                      <a:pt x="2406" y="1361"/>
                    </a:lnTo>
                    <a:lnTo>
                      <a:pt x="2469" y="1193"/>
                    </a:lnTo>
                    <a:lnTo>
                      <a:pt x="2490" y="1089"/>
                    </a:lnTo>
                    <a:lnTo>
                      <a:pt x="2595" y="1068"/>
                    </a:lnTo>
                    <a:lnTo>
                      <a:pt x="2636" y="1047"/>
                    </a:lnTo>
                    <a:lnTo>
                      <a:pt x="2720" y="1089"/>
                    </a:lnTo>
                    <a:lnTo>
                      <a:pt x="2825" y="984"/>
                    </a:lnTo>
                    <a:lnTo>
                      <a:pt x="2888" y="1047"/>
                    </a:lnTo>
                    <a:lnTo>
                      <a:pt x="2825" y="1256"/>
                    </a:lnTo>
                    <a:lnTo>
                      <a:pt x="2678" y="1403"/>
                    </a:lnTo>
                    <a:lnTo>
                      <a:pt x="2636" y="1507"/>
                    </a:lnTo>
                    <a:lnTo>
                      <a:pt x="2574" y="1591"/>
                    </a:lnTo>
                    <a:lnTo>
                      <a:pt x="2574" y="1633"/>
                    </a:lnTo>
                    <a:lnTo>
                      <a:pt x="2469" y="1696"/>
                    </a:lnTo>
                    <a:lnTo>
                      <a:pt x="2323" y="1926"/>
                    </a:lnTo>
                    <a:lnTo>
                      <a:pt x="2323" y="1989"/>
                    </a:lnTo>
                    <a:lnTo>
                      <a:pt x="2385" y="2093"/>
                    </a:lnTo>
                    <a:lnTo>
                      <a:pt x="2364" y="2198"/>
                    </a:lnTo>
                    <a:lnTo>
                      <a:pt x="2427" y="2219"/>
                    </a:lnTo>
                    <a:lnTo>
                      <a:pt x="2532" y="2261"/>
                    </a:lnTo>
                    <a:lnTo>
                      <a:pt x="2616" y="2198"/>
                    </a:lnTo>
                    <a:lnTo>
                      <a:pt x="2720" y="2135"/>
                    </a:lnTo>
                    <a:lnTo>
                      <a:pt x="2741" y="2030"/>
                    </a:lnTo>
                    <a:lnTo>
                      <a:pt x="2741" y="1926"/>
                    </a:lnTo>
                    <a:lnTo>
                      <a:pt x="2825" y="1842"/>
                    </a:lnTo>
                    <a:lnTo>
                      <a:pt x="2888" y="1737"/>
                    </a:lnTo>
                    <a:lnTo>
                      <a:pt x="2950" y="1737"/>
                    </a:lnTo>
                    <a:lnTo>
                      <a:pt x="3013" y="1717"/>
                    </a:lnTo>
                    <a:lnTo>
                      <a:pt x="3097" y="1779"/>
                    </a:lnTo>
                    <a:lnTo>
                      <a:pt x="3201" y="1779"/>
                    </a:lnTo>
                    <a:lnTo>
                      <a:pt x="3243" y="1717"/>
                    </a:lnTo>
                    <a:lnTo>
                      <a:pt x="3432" y="1717"/>
                    </a:lnTo>
                    <a:lnTo>
                      <a:pt x="3515" y="1612"/>
                    </a:lnTo>
                    <a:lnTo>
                      <a:pt x="3557" y="1403"/>
                    </a:lnTo>
                    <a:lnTo>
                      <a:pt x="3662" y="1256"/>
                    </a:lnTo>
                    <a:lnTo>
                      <a:pt x="3662" y="1152"/>
                    </a:lnTo>
                    <a:lnTo>
                      <a:pt x="3683" y="1089"/>
                    </a:lnTo>
                    <a:lnTo>
                      <a:pt x="3766" y="1214"/>
                    </a:lnTo>
                    <a:lnTo>
                      <a:pt x="3871" y="1256"/>
                    </a:lnTo>
                    <a:lnTo>
                      <a:pt x="3892" y="1193"/>
                    </a:lnTo>
                    <a:lnTo>
                      <a:pt x="3892" y="1110"/>
                    </a:lnTo>
                    <a:lnTo>
                      <a:pt x="3787" y="963"/>
                    </a:lnTo>
                    <a:lnTo>
                      <a:pt x="3787" y="880"/>
                    </a:lnTo>
                    <a:lnTo>
                      <a:pt x="3934" y="775"/>
                    </a:lnTo>
                    <a:lnTo>
                      <a:pt x="4038" y="754"/>
                    </a:lnTo>
                    <a:lnTo>
                      <a:pt x="4143" y="691"/>
                    </a:lnTo>
                    <a:lnTo>
                      <a:pt x="4206" y="733"/>
                    </a:lnTo>
                    <a:lnTo>
                      <a:pt x="4289" y="733"/>
                    </a:lnTo>
                    <a:lnTo>
                      <a:pt x="4394" y="587"/>
                    </a:lnTo>
                    <a:lnTo>
                      <a:pt x="4373" y="524"/>
                    </a:lnTo>
                    <a:lnTo>
                      <a:pt x="4352" y="273"/>
                    </a:lnTo>
                    <a:lnTo>
                      <a:pt x="4373" y="231"/>
                    </a:lnTo>
                    <a:lnTo>
                      <a:pt x="4352" y="168"/>
                    </a:lnTo>
                    <a:lnTo>
                      <a:pt x="4352" y="22"/>
                    </a:lnTo>
                    <a:lnTo>
                      <a:pt x="42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0" name="Google Shape;2370;p56"/>
              <p:cNvSpPr/>
              <p:nvPr/>
            </p:nvSpPr>
            <p:spPr>
              <a:xfrm>
                <a:off x="2580975" y="1547400"/>
                <a:ext cx="48150" cy="32475"/>
              </a:xfrm>
              <a:custGeom>
                <a:avLst/>
                <a:gdLst/>
                <a:ahLst/>
                <a:cxnLst/>
                <a:rect l="l" t="t" r="r" b="b"/>
                <a:pathLst>
                  <a:path w="1926" h="1299" extrusionOk="0">
                    <a:moveTo>
                      <a:pt x="796" y="1"/>
                    </a:moveTo>
                    <a:lnTo>
                      <a:pt x="524" y="43"/>
                    </a:lnTo>
                    <a:lnTo>
                      <a:pt x="440" y="43"/>
                    </a:lnTo>
                    <a:lnTo>
                      <a:pt x="336" y="126"/>
                    </a:lnTo>
                    <a:lnTo>
                      <a:pt x="231" y="168"/>
                    </a:lnTo>
                    <a:lnTo>
                      <a:pt x="210" y="315"/>
                    </a:lnTo>
                    <a:lnTo>
                      <a:pt x="64" y="419"/>
                    </a:lnTo>
                    <a:lnTo>
                      <a:pt x="64" y="524"/>
                    </a:lnTo>
                    <a:lnTo>
                      <a:pt x="1" y="629"/>
                    </a:lnTo>
                    <a:lnTo>
                      <a:pt x="22" y="754"/>
                    </a:lnTo>
                    <a:lnTo>
                      <a:pt x="22" y="880"/>
                    </a:lnTo>
                    <a:lnTo>
                      <a:pt x="106" y="880"/>
                    </a:lnTo>
                    <a:lnTo>
                      <a:pt x="231" y="963"/>
                    </a:lnTo>
                    <a:lnTo>
                      <a:pt x="315" y="1110"/>
                    </a:lnTo>
                    <a:lnTo>
                      <a:pt x="231" y="1193"/>
                    </a:lnTo>
                    <a:lnTo>
                      <a:pt x="252" y="1214"/>
                    </a:lnTo>
                    <a:lnTo>
                      <a:pt x="378" y="1214"/>
                    </a:lnTo>
                    <a:lnTo>
                      <a:pt x="524" y="1256"/>
                    </a:lnTo>
                    <a:lnTo>
                      <a:pt x="566" y="1214"/>
                    </a:lnTo>
                    <a:lnTo>
                      <a:pt x="691" y="1298"/>
                    </a:lnTo>
                    <a:lnTo>
                      <a:pt x="838" y="1298"/>
                    </a:lnTo>
                    <a:lnTo>
                      <a:pt x="943" y="1256"/>
                    </a:lnTo>
                    <a:lnTo>
                      <a:pt x="1068" y="1256"/>
                    </a:lnTo>
                    <a:lnTo>
                      <a:pt x="1110" y="1152"/>
                    </a:lnTo>
                    <a:lnTo>
                      <a:pt x="1110" y="1089"/>
                    </a:lnTo>
                    <a:lnTo>
                      <a:pt x="1215" y="1068"/>
                    </a:lnTo>
                    <a:lnTo>
                      <a:pt x="1256" y="984"/>
                    </a:lnTo>
                    <a:lnTo>
                      <a:pt x="1403" y="796"/>
                    </a:lnTo>
                    <a:lnTo>
                      <a:pt x="1382" y="733"/>
                    </a:lnTo>
                    <a:lnTo>
                      <a:pt x="1319" y="754"/>
                    </a:lnTo>
                    <a:lnTo>
                      <a:pt x="1215" y="733"/>
                    </a:lnTo>
                    <a:lnTo>
                      <a:pt x="1215" y="670"/>
                    </a:lnTo>
                    <a:lnTo>
                      <a:pt x="1361" y="545"/>
                    </a:lnTo>
                    <a:lnTo>
                      <a:pt x="1466" y="545"/>
                    </a:lnTo>
                    <a:lnTo>
                      <a:pt x="1738" y="440"/>
                    </a:lnTo>
                    <a:lnTo>
                      <a:pt x="1821" y="461"/>
                    </a:lnTo>
                    <a:lnTo>
                      <a:pt x="1926" y="273"/>
                    </a:lnTo>
                    <a:lnTo>
                      <a:pt x="1905" y="231"/>
                    </a:lnTo>
                    <a:lnTo>
                      <a:pt x="1779" y="210"/>
                    </a:lnTo>
                    <a:lnTo>
                      <a:pt x="1717" y="147"/>
                    </a:lnTo>
                    <a:lnTo>
                      <a:pt x="1591" y="126"/>
                    </a:lnTo>
                    <a:lnTo>
                      <a:pt x="1424" y="126"/>
                    </a:lnTo>
                    <a:lnTo>
                      <a:pt x="1403" y="105"/>
                    </a:lnTo>
                    <a:lnTo>
                      <a:pt x="1256" y="43"/>
                    </a:lnTo>
                    <a:lnTo>
                      <a:pt x="1173" y="64"/>
                    </a:lnTo>
                    <a:lnTo>
                      <a:pt x="1047" y="64"/>
                    </a:lnTo>
                    <a:lnTo>
                      <a:pt x="963" y="43"/>
                    </a:lnTo>
                    <a:lnTo>
                      <a:pt x="859" y="43"/>
                    </a:lnTo>
                    <a:lnTo>
                      <a:pt x="79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1" name="Google Shape;2371;p56"/>
              <p:cNvSpPr/>
              <p:nvPr/>
            </p:nvSpPr>
            <p:spPr>
              <a:xfrm>
                <a:off x="2474800" y="1600250"/>
                <a:ext cx="142825" cy="88425"/>
              </a:xfrm>
              <a:custGeom>
                <a:avLst/>
                <a:gdLst/>
                <a:ahLst/>
                <a:cxnLst/>
                <a:rect l="l" t="t" r="r" b="b"/>
                <a:pathLst>
                  <a:path w="5713" h="3537" extrusionOk="0">
                    <a:moveTo>
                      <a:pt x="2177" y="0"/>
                    </a:moveTo>
                    <a:lnTo>
                      <a:pt x="1863" y="84"/>
                    </a:lnTo>
                    <a:lnTo>
                      <a:pt x="1800" y="126"/>
                    </a:lnTo>
                    <a:lnTo>
                      <a:pt x="1863" y="188"/>
                    </a:lnTo>
                    <a:lnTo>
                      <a:pt x="1863" y="293"/>
                    </a:lnTo>
                    <a:lnTo>
                      <a:pt x="1988" y="356"/>
                    </a:lnTo>
                    <a:lnTo>
                      <a:pt x="2051" y="460"/>
                    </a:lnTo>
                    <a:lnTo>
                      <a:pt x="1967" y="439"/>
                    </a:lnTo>
                    <a:lnTo>
                      <a:pt x="1842" y="335"/>
                    </a:lnTo>
                    <a:lnTo>
                      <a:pt x="1758" y="335"/>
                    </a:lnTo>
                    <a:lnTo>
                      <a:pt x="1695" y="293"/>
                    </a:lnTo>
                    <a:lnTo>
                      <a:pt x="1591" y="293"/>
                    </a:lnTo>
                    <a:lnTo>
                      <a:pt x="1465" y="335"/>
                    </a:lnTo>
                    <a:lnTo>
                      <a:pt x="1381" y="335"/>
                    </a:lnTo>
                    <a:lnTo>
                      <a:pt x="1319" y="398"/>
                    </a:lnTo>
                    <a:lnTo>
                      <a:pt x="1256" y="502"/>
                    </a:lnTo>
                    <a:lnTo>
                      <a:pt x="1130" y="607"/>
                    </a:lnTo>
                    <a:lnTo>
                      <a:pt x="1214" y="711"/>
                    </a:lnTo>
                    <a:lnTo>
                      <a:pt x="1444" y="753"/>
                    </a:lnTo>
                    <a:lnTo>
                      <a:pt x="1549" y="753"/>
                    </a:lnTo>
                    <a:lnTo>
                      <a:pt x="1653" y="837"/>
                    </a:lnTo>
                    <a:lnTo>
                      <a:pt x="1737" y="837"/>
                    </a:lnTo>
                    <a:lnTo>
                      <a:pt x="1758" y="879"/>
                    </a:lnTo>
                    <a:lnTo>
                      <a:pt x="1695" y="921"/>
                    </a:lnTo>
                    <a:lnTo>
                      <a:pt x="1570" y="879"/>
                    </a:lnTo>
                    <a:lnTo>
                      <a:pt x="1319" y="858"/>
                    </a:lnTo>
                    <a:lnTo>
                      <a:pt x="1109" y="879"/>
                    </a:lnTo>
                    <a:lnTo>
                      <a:pt x="1026" y="858"/>
                    </a:lnTo>
                    <a:lnTo>
                      <a:pt x="921" y="879"/>
                    </a:lnTo>
                    <a:lnTo>
                      <a:pt x="754" y="1046"/>
                    </a:lnTo>
                    <a:lnTo>
                      <a:pt x="607" y="1193"/>
                    </a:lnTo>
                    <a:lnTo>
                      <a:pt x="628" y="1256"/>
                    </a:lnTo>
                    <a:lnTo>
                      <a:pt x="754" y="1256"/>
                    </a:lnTo>
                    <a:lnTo>
                      <a:pt x="942" y="1297"/>
                    </a:lnTo>
                    <a:lnTo>
                      <a:pt x="1068" y="1276"/>
                    </a:lnTo>
                    <a:lnTo>
                      <a:pt x="1214" y="1276"/>
                    </a:lnTo>
                    <a:lnTo>
                      <a:pt x="1256" y="1339"/>
                    </a:lnTo>
                    <a:lnTo>
                      <a:pt x="1340" y="1381"/>
                    </a:lnTo>
                    <a:lnTo>
                      <a:pt x="1214" y="1486"/>
                    </a:lnTo>
                    <a:lnTo>
                      <a:pt x="1068" y="1486"/>
                    </a:lnTo>
                    <a:lnTo>
                      <a:pt x="963" y="1569"/>
                    </a:lnTo>
                    <a:lnTo>
                      <a:pt x="837" y="1548"/>
                    </a:lnTo>
                    <a:lnTo>
                      <a:pt x="712" y="1465"/>
                    </a:lnTo>
                    <a:lnTo>
                      <a:pt x="503" y="1465"/>
                    </a:lnTo>
                    <a:lnTo>
                      <a:pt x="419" y="1444"/>
                    </a:lnTo>
                    <a:lnTo>
                      <a:pt x="314" y="1465"/>
                    </a:lnTo>
                    <a:lnTo>
                      <a:pt x="84" y="1611"/>
                    </a:lnTo>
                    <a:lnTo>
                      <a:pt x="126" y="1674"/>
                    </a:lnTo>
                    <a:lnTo>
                      <a:pt x="126" y="1800"/>
                    </a:lnTo>
                    <a:lnTo>
                      <a:pt x="0" y="1800"/>
                    </a:lnTo>
                    <a:lnTo>
                      <a:pt x="0" y="1862"/>
                    </a:lnTo>
                    <a:lnTo>
                      <a:pt x="189" y="1988"/>
                    </a:lnTo>
                    <a:lnTo>
                      <a:pt x="314" y="2134"/>
                    </a:lnTo>
                    <a:lnTo>
                      <a:pt x="377" y="2134"/>
                    </a:lnTo>
                    <a:lnTo>
                      <a:pt x="398" y="2030"/>
                    </a:lnTo>
                    <a:lnTo>
                      <a:pt x="482" y="2072"/>
                    </a:lnTo>
                    <a:lnTo>
                      <a:pt x="419" y="2134"/>
                    </a:lnTo>
                    <a:lnTo>
                      <a:pt x="544" y="2239"/>
                    </a:lnTo>
                    <a:lnTo>
                      <a:pt x="544" y="2385"/>
                    </a:lnTo>
                    <a:lnTo>
                      <a:pt x="649" y="2427"/>
                    </a:lnTo>
                    <a:lnTo>
                      <a:pt x="733" y="2344"/>
                    </a:lnTo>
                    <a:lnTo>
                      <a:pt x="733" y="2218"/>
                    </a:lnTo>
                    <a:lnTo>
                      <a:pt x="796" y="2239"/>
                    </a:lnTo>
                    <a:lnTo>
                      <a:pt x="900" y="2239"/>
                    </a:lnTo>
                    <a:lnTo>
                      <a:pt x="837" y="2323"/>
                    </a:lnTo>
                    <a:lnTo>
                      <a:pt x="837" y="2427"/>
                    </a:lnTo>
                    <a:lnTo>
                      <a:pt x="963" y="2511"/>
                    </a:lnTo>
                    <a:lnTo>
                      <a:pt x="1068" y="2490"/>
                    </a:lnTo>
                    <a:lnTo>
                      <a:pt x="1109" y="2406"/>
                    </a:lnTo>
                    <a:lnTo>
                      <a:pt x="1277" y="2323"/>
                    </a:lnTo>
                    <a:lnTo>
                      <a:pt x="1319" y="2197"/>
                    </a:lnTo>
                    <a:lnTo>
                      <a:pt x="1340" y="2176"/>
                    </a:lnTo>
                    <a:lnTo>
                      <a:pt x="1423" y="2281"/>
                    </a:lnTo>
                    <a:lnTo>
                      <a:pt x="1465" y="2197"/>
                    </a:lnTo>
                    <a:lnTo>
                      <a:pt x="1591" y="2176"/>
                    </a:lnTo>
                    <a:lnTo>
                      <a:pt x="1674" y="2176"/>
                    </a:lnTo>
                    <a:lnTo>
                      <a:pt x="1549" y="2281"/>
                    </a:lnTo>
                    <a:lnTo>
                      <a:pt x="1423" y="2344"/>
                    </a:lnTo>
                    <a:lnTo>
                      <a:pt x="1423" y="2448"/>
                    </a:lnTo>
                    <a:lnTo>
                      <a:pt x="1570" y="2511"/>
                    </a:lnTo>
                    <a:lnTo>
                      <a:pt x="1674" y="2490"/>
                    </a:lnTo>
                    <a:lnTo>
                      <a:pt x="1737" y="2532"/>
                    </a:lnTo>
                    <a:lnTo>
                      <a:pt x="1842" y="2511"/>
                    </a:lnTo>
                    <a:lnTo>
                      <a:pt x="1946" y="2490"/>
                    </a:lnTo>
                    <a:lnTo>
                      <a:pt x="2009" y="2406"/>
                    </a:lnTo>
                    <a:lnTo>
                      <a:pt x="2093" y="2490"/>
                    </a:lnTo>
                    <a:lnTo>
                      <a:pt x="2093" y="2553"/>
                    </a:lnTo>
                    <a:lnTo>
                      <a:pt x="2260" y="2553"/>
                    </a:lnTo>
                    <a:lnTo>
                      <a:pt x="2407" y="2490"/>
                    </a:lnTo>
                    <a:lnTo>
                      <a:pt x="2407" y="2553"/>
                    </a:lnTo>
                    <a:lnTo>
                      <a:pt x="2574" y="2553"/>
                    </a:lnTo>
                    <a:lnTo>
                      <a:pt x="2637" y="2490"/>
                    </a:lnTo>
                    <a:lnTo>
                      <a:pt x="2700" y="2532"/>
                    </a:lnTo>
                    <a:lnTo>
                      <a:pt x="2616" y="2595"/>
                    </a:lnTo>
                    <a:lnTo>
                      <a:pt x="2595" y="2657"/>
                    </a:lnTo>
                    <a:lnTo>
                      <a:pt x="2323" y="2657"/>
                    </a:lnTo>
                    <a:lnTo>
                      <a:pt x="2218" y="2741"/>
                    </a:lnTo>
                    <a:lnTo>
                      <a:pt x="2156" y="2720"/>
                    </a:lnTo>
                    <a:lnTo>
                      <a:pt x="2009" y="2720"/>
                    </a:lnTo>
                    <a:lnTo>
                      <a:pt x="1842" y="2657"/>
                    </a:lnTo>
                    <a:lnTo>
                      <a:pt x="1653" y="2657"/>
                    </a:lnTo>
                    <a:lnTo>
                      <a:pt x="1486" y="2741"/>
                    </a:lnTo>
                    <a:lnTo>
                      <a:pt x="1381" y="2741"/>
                    </a:lnTo>
                    <a:lnTo>
                      <a:pt x="1256" y="2720"/>
                    </a:lnTo>
                    <a:lnTo>
                      <a:pt x="1172" y="2762"/>
                    </a:lnTo>
                    <a:lnTo>
                      <a:pt x="1005" y="2720"/>
                    </a:lnTo>
                    <a:lnTo>
                      <a:pt x="837" y="2762"/>
                    </a:lnTo>
                    <a:lnTo>
                      <a:pt x="816" y="2950"/>
                    </a:lnTo>
                    <a:lnTo>
                      <a:pt x="837" y="3034"/>
                    </a:lnTo>
                    <a:lnTo>
                      <a:pt x="796" y="3160"/>
                    </a:lnTo>
                    <a:lnTo>
                      <a:pt x="921" y="3285"/>
                    </a:lnTo>
                    <a:lnTo>
                      <a:pt x="963" y="3390"/>
                    </a:lnTo>
                    <a:lnTo>
                      <a:pt x="1130" y="3432"/>
                    </a:lnTo>
                    <a:lnTo>
                      <a:pt x="1319" y="3494"/>
                    </a:lnTo>
                    <a:lnTo>
                      <a:pt x="1465" y="3494"/>
                    </a:lnTo>
                    <a:lnTo>
                      <a:pt x="1633" y="3452"/>
                    </a:lnTo>
                    <a:lnTo>
                      <a:pt x="1779" y="3452"/>
                    </a:lnTo>
                    <a:lnTo>
                      <a:pt x="1800" y="3536"/>
                    </a:lnTo>
                    <a:lnTo>
                      <a:pt x="1946" y="3536"/>
                    </a:lnTo>
                    <a:lnTo>
                      <a:pt x="2072" y="3473"/>
                    </a:lnTo>
                    <a:lnTo>
                      <a:pt x="2093" y="3473"/>
                    </a:lnTo>
                    <a:lnTo>
                      <a:pt x="2218" y="3452"/>
                    </a:lnTo>
                    <a:lnTo>
                      <a:pt x="2260" y="3369"/>
                    </a:lnTo>
                    <a:lnTo>
                      <a:pt x="2386" y="3369"/>
                    </a:lnTo>
                    <a:lnTo>
                      <a:pt x="2428" y="3348"/>
                    </a:lnTo>
                    <a:lnTo>
                      <a:pt x="2469" y="3243"/>
                    </a:lnTo>
                    <a:lnTo>
                      <a:pt x="2532" y="3222"/>
                    </a:lnTo>
                    <a:lnTo>
                      <a:pt x="2616" y="3222"/>
                    </a:lnTo>
                    <a:lnTo>
                      <a:pt x="2679" y="3139"/>
                    </a:lnTo>
                    <a:lnTo>
                      <a:pt x="2741" y="3180"/>
                    </a:lnTo>
                    <a:lnTo>
                      <a:pt x="2909" y="3180"/>
                    </a:lnTo>
                    <a:lnTo>
                      <a:pt x="2930" y="3222"/>
                    </a:lnTo>
                    <a:lnTo>
                      <a:pt x="3055" y="3222"/>
                    </a:lnTo>
                    <a:lnTo>
                      <a:pt x="3118" y="3160"/>
                    </a:lnTo>
                    <a:lnTo>
                      <a:pt x="3306" y="3076"/>
                    </a:lnTo>
                    <a:lnTo>
                      <a:pt x="3369" y="3076"/>
                    </a:lnTo>
                    <a:lnTo>
                      <a:pt x="3453" y="3055"/>
                    </a:lnTo>
                    <a:lnTo>
                      <a:pt x="3453" y="2971"/>
                    </a:lnTo>
                    <a:lnTo>
                      <a:pt x="3537" y="3013"/>
                    </a:lnTo>
                    <a:lnTo>
                      <a:pt x="3557" y="3076"/>
                    </a:lnTo>
                    <a:lnTo>
                      <a:pt x="3516" y="3160"/>
                    </a:lnTo>
                    <a:lnTo>
                      <a:pt x="3516" y="3222"/>
                    </a:lnTo>
                    <a:lnTo>
                      <a:pt x="3662" y="3264"/>
                    </a:lnTo>
                    <a:lnTo>
                      <a:pt x="3746" y="3243"/>
                    </a:lnTo>
                    <a:lnTo>
                      <a:pt x="3767" y="3160"/>
                    </a:lnTo>
                    <a:lnTo>
                      <a:pt x="3892" y="3118"/>
                    </a:lnTo>
                    <a:lnTo>
                      <a:pt x="3934" y="3118"/>
                    </a:lnTo>
                    <a:lnTo>
                      <a:pt x="3955" y="3180"/>
                    </a:lnTo>
                    <a:lnTo>
                      <a:pt x="3871" y="3264"/>
                    </a:lnTo>
                    <a:lnTo>
                      <a:pt x="3892" y="3348"/>
                    </a:lnTo>
                    <a:lnTo>
                      <a:pt x="4039" y="3390"/>
                    </a:lnTo>
                    <a:lnTo>
                      <a:pt x="4206" y="3369"/>
                    </a:lnTo>
                    <a:lnTo>
                      <a:pt x="4394" y="3285"/>
                    </a:lnTo>
                    <a:lnTo>
                      <a:pt x="4478" y="3285"/>
                    </a:lnTo>
                    <a:lnTo>
                      <a:pt x="4583" y="3264"/>
                    </a:lnTo>
                    <a:lnTo>
                      <a:pt x="4666" y="3327"/>
                    </a:lnTo>
                    <a:lnTo>
                      <a:pt x="4708" y="3285"/>
                    </a:lnTo>
                    <a:lnTo>
                      <a:pt x="4708" y="3243"/>
                    </a:lnTo>
                    <a:lnTo>
                      <a:pt x="4771" y="3222"/>
                    </a:lnTo>
                    <a:lnTo>
                      <a:pt x="4834" y="3222"/>
                    </a:lnTo>
                    <a:lnTo>
                      <a:pt x="4876" y="3139"/>
                    </a:lnTo>
                    <a:lnTo>
                      <a:pt x="4876" y="3055"/>
                    </a:lnTo>
                    <a:lnTo>
                      <a:pt x="4980" y="2971"/>
                    </a:lnTo>
                    <a:lnTo>
                      <a:pt x="5085" y="2971"/>
                    </a:lnTo>
                    <a:lnTo>
                      <a:pt x="5190" y="2804"/>
                    </a:lnTo>
                    <a:lnTo>
                      <a:pt x="5190" y="2720"/>
                    </a:lnTo>
                    <a:lnTo>
                      <a:pt x="5210" y="2657"/>
                    </a:lnTo>
                    <a:lnTo>
                      <a:pt x="5294" y="2657"/>
                    </a:lnTo>
                    <a:lnTo>
                      <a:pt x="5399" y="2616"/>
                    </a:lnTo>
                    <a:lnTo>
                      <a:pt x="5524" y="2490"/>
                    </a:lnTo>
                    <a:lnTo>
                      <a:pt x="5650" y="2218"/>
                    </a:lnTo>
                    <a:lnTo>
                      <a:pt x="5713" y="2072"/>
                    </a:lnTo>
                    <a:lnTo>
                      <a:pt x="5650" y="1967"/>
                    </a:lnTo>
                    <a:lnTo>
                      <a:pt x="5566" y="1779"/>
                    </a:lnTo>
                    <a:lnTo>
                      <a:pt x="5441" y="1695"/>
                    </a:lnTo>
                    <a:lnTo>
                      <a:pt x="5357" y="1695"/>
                    </a:lnTo>
                    <a:lnTo>
                      <a:pt x="5190" y="1820"/>
                    </a:lnTo>
                    <a:lnTo>
                      <a:pt x="5190" y="1925"/>
                    </a:lnTo>
                    <a:lnTo>
                      <a:pt x="5106" y="2072"/>
                    </a:lnTo>
                    <a:lnTo>
                      <a:pt x="5127" y="2092"/>
                    </a:lnTo>
                    <a:lnTo>
                      <a:pt x="5106" y="2134"/>
                    </a:lnTo>
                    <a:lnTo>
                      <a:pt x="5022" y="2134"/>
                    </a:lnTo>
                    <a:lnTo>
                      <a:pt x="4918" y="2239"/>
                    </a:lnTo>
                    <a:lnTo>
                      <a:pt x="4897" y="2197"/>
                    </a:lnTo>
                    <a:lnTo>
                      <a:pt x="4980" y="2009"/>
                    </a:lnTo>
                    <a:lnTo>
                      <a:pt x="5001" y="1883"/>
                    </a:lnTo>
                    <a:lnTo>
                      <a:pt x="4834" y="1800"/>
                    </a:lnTo>
                    <a:lnTo>
                      <a:pt x="4771" y="1820"/>
                    </a:lnTo>
                    <a:lnTo>
                      <a:pt x="4687" y="1904"/>
                    </a:lnTo>
                    <a:lnTo>
                      <a:pt x="4499" y="2009"/>
                    </a:lnTo>
                    <a:lnTo>
                      <a:pt x="4457" y="2113"/>
                    </a:lnTo>
                    <a:lnTo>
                      <a:pt x="4394" y="2030"/>
                    </a:lnTo>
                    <a:lnTo>
                      <a:pt x="4415" y="1925"/>
                    </a:lnTo>
                    <a:lnTo>
                      <a:pt x="4583" y="1800"/>
                    </a:lnTo>
                    <a:lnTo>
                      <a:pt x="4771" y="1695"/>
                    </a:lnTo>
                    <a:lnTo>
                      <a:pt x="4834" y="1569"/>
                    </a:lnTo>
                    <a:lnTo>
                      <a:pt x="4813" y="1507"/>
                    </a:lnTo>
                    <a:lnTo>
                      <a:pt x="4666" y="1507"/>
                    </a:lnTo>
                    <a:lnTo>
                      <a:pt x="4562" y="1548"/>
                    </a:lnTo>
                    <a:lnTo>
                      <a:pt x="4499" y="1548"/>
                    </a:lnTo>
                    <a:lnTo>
                      <a:pt x="4499" y="1486"/>
                    </a:lnTo>
                    <a:lnTo>
                      <a:pt x="4583" y="1402"/>
                    </a:lnTo>
                    <a:lnTo>
                      <a:pt x="4771" y="1276"/>
                    </a:lnTo>
                    <a:lnTo>
                      <a:pt x="4813" y="1276"/>
                    </a:lnTo>
                    <a:lnTo>
                      <a:pt x="4876" y="1235"/>
                    </a:lnTo>
                    <a:lnTo>
                      <a:pt x="4876" y="942"/>
                    </a:lnTo>
                    <a:lnTo>
                      <a:pt x="4834" y="921"/>
                    </a:lnTo>
                    <a:lnTo>
                      <a:pt x="4834" y="753"/>
                    </a:lnTo>
                    <a:lnTo>
                      <a:pt x="4876" y="649"/>
                    </a:lnTo>
                    <a:lnTo>
                      <a:pt x="4876" y="565"/>
                    </a:lnTo>
                    <a:lnTo>
                      <a:pt x="4938" y="502"/>
                    </a:lnTo>
                    <a:lnTo>
                      <a:pt x="5022" y="502"/>
                    </a:lnTo>
                    <a:lnTo>
                      <a:pt x="5085" y="419"/>
                    </a:lnTo>
                    <a:lnTo>
                      <a:pt x="5022" y="335"/>
                    </a:lnTo>
                    <a:lnTo>
                      <a:pt x="5043" y="251"/>
                    </a:lnTo>
                    <a:lnTo>
                      <a:pt x="4897" y="188"/>
                    </a:lnTo>
                    <a:lnTo>
                      <a:pt x="4813" y="188"/>
                    </a:lnTo>
                    <a:lnTo>
                      <a:pt x="4562" y="419"/>
                    </a:lnTo>
                    <a:lnTo>
                      <a:pt x="4415" y="460"/>
                    </a:lnTo>
                    <a:lnTo>
                      <a:pt x="4374" y="565"/>
                    </a:lnTo>
                    <a:lnTo>
                      <a:pt x="4394" y="628"/>
                    </a:lnTo>
                    <a:lnTo>
                      <a:pt x="4290" y="628"/>
                    </a:lnTo>
                    <a:lnTo>
                      <a:pt x="4248" y="607"/>
                    </a:lnTo>
                    <a:lnTo>
                      <a:pt x="4143" y="649"/>
                    </a:lnTo>
                    <a:lnTo>
                      <a:pt x="4039" y="816"/>
                    </a:lnTo>
                    <a:lnTo>
                      <a:pt x="4081" y="942"/>
                    </a:lnTo>
                    <a:lnTo>
                      <a:pt x="4081" y="1067"/>
                    </a:lnTo>
                    <a:lnTo>
                      <a:pt x="4143" y="1130"/>
                    </a:lnTo>
                    <a:lnTo>
                      <a:pt x="4206" y="1297"/>
                    </a:lnTo>
                    <a:lnTo>
                      <a:pt x="4143" y="1465"/>
                    </a:lnTo>
                    <a:lnTo>
                      <a:pt x="4039" y="1465"/>
                    </a:lnTo>
                    <a:lnTo>
                      <a:pt x="3871" y="1507"/>
                    </a:lnTo>
                    <a:lnTo>
                      <a:pt x="3788" y="1507"/>
                    </a:lnTo>
                    <a:lnTo>
                      <a:pt x="3746" y="1569"/>
                    </a:lnTo>
                    <a:lnTo>
                      <a:pt x="3788" y="1674"/>
                    </a:lnTo>
                    <a:lnTo>
                      <a:pt x="3788" y="1758"/>
                    </a:lnTo>
                    <a:lnTo>
                      <a:pt x="3892" y="1883"/>
                    </a:lnTo>
                    <a:lnTo>
                      <a:pt x="3955" y="2072"/>
                    </a:lnTo>
                    <a:lnTo>
                      <a:pt x="3767" y="2134"/>
                    </a:lnTo>
                    <a:lnTo>
                      <a:pt x="3788" y="2197"/>
                    </a:lnTo>
                    <a:lnTo>
                      <a:pt x="3829" y="2239"/>
                    </a:lnTo>
                    <a:lnTo>
                      <a:pt x="3746" y="2281"/>
                    </a:lnTo>
                    <a:lnTo>
                      <a:pt x="3662" y="2134"/>
                    </a:lnTo>
                    <a:lnTo>
                      <a:pt x="3453" y="2092"/>
                    </a:lnTo>
                    <a:lnTo>
                      <a:pt x="3411" y="2113"/>
                    </a:lnTo>
                    <a:lnTo>
                      <a:pt x="3265" y="2092"/>
                    </a:lnTo>
                    <a:lnTo>
                      <a:pt x="3244" y="2009"/>
                    </a:lnTo>
                    <a:lnTo>
                      <a:pt x="3202" y="1967"/>
                    </a:lnTo>
                    <a:lnTo>
                      <a:pt x="3118" y="2030"/>
                    </a:lnTo>
                    <a:lnTo>
                      <a:pt x="2993" y="2092"/>
                    </a:lnTo>
                    <a:lnTo>
                      <a:pt x="2930" y="2030"/>
                    </a:lnTo>
                    <a:lnTo>
                      <a:pt x="2930" y="1820"/>
                    </a:lnTo>
                    <a:lnTo>
                      <a:pt x="3034" y="1758"/>
                    </a:lnTo>
                    <a:lnTo>
                      <a:pt x="3118" y="1507"/>
                    </a:lnTo>
                    <a:lnTo>
                      <a:pt x="3034" y="1507"/>
                    </a:lnTo>
                    <a:lnTo>
                      <a:pt x="2909" y="1465"/>
                    </a:lnTo>
                    <a:lnTo>
                      <a:pt x="2804" y="1486"/>
                    </a:lnTo>
                    <a:lnTo>
                      <a:pt x="2783" y="1402"/>
                    </a:lnTo>
                    <a:lnTo>
                      <a:pt x="2888" y="1381"/>
                    </a:lnTo>
                    <a:lnTo>
                      <a:pt x="2993" y="1402"/>
                    </a:lnTo>
                    <a:lnTo>
                      <a:pt x="3034" y="1339"/>
                    </a:lnTo>
                    <a:lnTo>
                      <a:pt x="3013" y="1088"/>
                    </a:lnTo>
                    <a:lnTo>
                      <a:pt x="2909" y="963"/>
                    </a:lnTo>
                    <a:lnTo>
                      <a:pt x="2951" y="879"/>
                    </a:lnTo>
                    <a:lnTo>
                      <a:pt x="3013" y="858"/>
                    </a:lnTo>
                    <a:lnTo>
                      <a:pt x="3034" y="774"/>
                    </a:lnTo>
                    <a:lnTo>
                      <a:pt x="2951" y="711"/>
                    </a:lnTo>
                    <a:lnTo>
                      <a:pt x="2951" y="649"/>
                    </a:lnTo>
                    <a:lnTo>
                      <a:pt x="2909" y="565"/>
                    </a:lnTo>
                    <a:lnTo>
                      <a:pt x="2825" y="565"/>
                    </a:lnTo>
                    <a:lnTo>
                      <a:pt x="2783" y="523"/>
                    </a:lnTo>
                    <a:lnTo>
                      <a:pt x="2700" y="565"/>
                    </a:lnTo>
                    <a:lnTo>
                      <a:pt x="2490" y="565"/>
                    </a:lnTo>
                    <a:lnTo>
                      <a:pt x="2428" y="502"/>
                    </a:lnTo>
                    <a:lnTo>
                      <a:pt x="2532" y="335"/>
                    </a:lnTo>
                    <a:lnTo>
                      <a:pt x="2616" y="293"/>
                    </a:lnTo>
                    <a:lnTo>
                      <a:pt x="2574" y="126"/>
                    </a:lnTo>
                    <a:lnTo>
                      <a:pt x="2469" y="21"/>
                    </a:lnTo>
                    <a:lnTo>
                      <a:pt x="2281" y="21"/>
                    </a:lnTo>
                    <a:lnTo>
                      <a:pt x="217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2" name="Google Shape;2372;p56"/>
              <p:cNvSpPr/>
              <p:nvPr/>
            </p:nvSpPr>
            <p:spPr>
              <a:xfrm>
                <a:off x="2638000" y="1637900"/>
                <a:ext cx="69075" cy="67500"/>
              </a:xfrm>
              <a:custGeom>
                <a:avLst/>
                <a:gdLst/>
                <a:ahLst/>
                <a:cxnLst/>
                <a:rect l="l" t="t" r="r" b="b"/>
                <a:pathLst>
                  <a:path w="2763" h="2700" extrusionOk="0">
                    <a:moveTo>
                      <a:pt x="1884" y="1"/>
                    </a:moveTo>
                    <a:lnTo>
                      <a:pt x="1758" y="84"/>
                    </a:lnTo>
                    <a:lnTo>
                      <a:pt x="1654" y="84"/>
                    </a:lnTo>
                    <a:lnTo>
                      <a:pt x="1612" y="126"/>
                    </a:lnTo>
                    <a:lnTo>
                      <a:pt x="1507" y="126"/>
                    </a:lnTo>
                    <a:lnTo>
                      <a:pt x="1423" y="189"/>
                    </a:lnTo>
                    <a:lnTo>
                      <a:pt x="1423" y="335"/>
                    </a:lnTo>
                    <a:lnTo>
                      <a:pt x="1403" y="398"/>
                    </a:lnTo>
                    <a:lnTo>
                      <a:pt x="1423" y="545"/>
                    </a:lnTo>
                    <a:lnTo>
                      <a:pt x="1528" y="649"/>
                    </a:lnTo>
                    <a:lnTo>
                      <a:pt x="1549" y="733"/>
                    </a:lnTo>
                    <a:lnTo>
                      <a:pt x="1549" y="733"/>
                    </a:lnTo>
                    <a:lnTo>
                      <a:pt x="1444" y="691"/>
                    </a:lnTo>
                    <a:lnTo>
                      <a:pt x="1361" y="691"/>
                    </a:lnTo>
                    <a:lnTo>
                      <a:pt x="1340" y="733"/>
                    </a:lnTo>
                    <a:lnTo>
                      <a:pt x="1528" y="858"/>
                    </a:lnTo>
                    <a:lnTo>
                      <a:pt x="1528" y="963"/>
                    </a:lnTo>
                    <a:lnTo>
                      <a:pt x="1423" y="1005"/>
                    </a:lnTo>
                    <a:lnTo>
                      <a:pt x="1403" y="1151"/>
                    </a:lnTo>
                    <a:lnTo>
                      <a:pt x="1444" y="1235"/>
                    </a:lnTo>
                    <a:lnTo>
                      <a:pt x="1340" y="1319"/>
                    </a:lnTo>
                    <a:lnTo>
                      <a:pt x="1235" y="1256"/>
                    </a:lnTo>
                    <a:lnTo>
                      <a:pt x="1235" y="1214"/>
                    </a:lnTo>
                    <a:lnTo>
                      <a:pt x="1256" y="1110"/>
                    </a:lnTo>
                    <a:lnTo>
                      <a:pt x="1235" y="796"/>
                    </a:lnTo>
                    <a:lnTo>
                      <a:pt x="1151" y="712"/>
                    </a:lnTo>
                    <a:lnTo>
                      <a:pt x="1131" y="628"/>
                    </a:lnTo>
                    <a:lnTo>
                      <a:pt x="1151" y="586"/>
                    </a:lnTo>
                    <a:lnTo>
                      <a:pt x="1151" y="482"/>
                    </a:lnTo>
                    <a:lnTo>
                      <a:pt x="1110" y="419"/>
                    </a:lnTo>
                    <a:lnTo>
                      <a:pt x="1089" y="314"/>
                    </a:lnTo>
                    <a:lnTo>
                      <a:pt x="1026" y="273"/>
                    </a:lnTo>
                    <a:lnTo>
                      <a:pt x="900" y="314"/>
                    </a:lnTo>
                    <a:lnTo>
                      <a:pt x="879" y="377"/>
                    </a:lnTo>
                    <a:lnTo>
                      <a:pt x="775" y="461"/>
                    </a:lnTo>
                    <a:lnTo>
                      <a:pt x="733" y="524"/>
                    </a:lnTo>
                    <a:lnTo>
                      <a:pt x="796" y="566"/>
                    </a:lnTo>
                    <a:lnTo>
                      <a:pt x="838" y="566"/>
                    </a:lnTo>
                    <a:lnTo>
                      <a:pt x="900" y="628"/>
                    </a:lnTo>
                    <a:lnTo>
                      <a:pt x="796" y="670"/>
                    </a:lnTo>
                    <a:lnTo>
                      <a:pt x="775" y="733"/>
                    </a:lnTo>
                    <a:lnTo>
                      <a:pt x="670" y="796"/>
                    </a:lnTo>
                    <a:lnTo>
                      <a:pt x="628" y="942"/>
                    </a:lnTo>
                    <a:lnTo>
                      <a:pt x="733" y="984"/>
                    </a:lnTo>
                    <a:lnTo>
                      <a:pt x="733" y="1026"/>
                    </a:lnTo>
                    <a:lnTo>
                      <a:pt x="607" y="1068"/>
                    </a:lnTo>
                    <a:lnTo>
                      <a:pt x="587" y="1172"/>
                    </a:lnTo>
                    <a:lnTo>
                      <a:pt x="628" y="1256"/>
                    </a:lnTo>
                    <a:lnTo>
                      <a:pt x="670" y="1361"/>
                    </a:lnTo>
                    <a:lnTo>
                      <a:pt x="607" y="1423"/>
                    </a:lnTo>
                    <a:lnTo>
                      <a:pt x="566" y="1382"/>
                    </a:lnTo>
                    <a:lnTo>
                      <a:pt x="566" y="1235"/>
                    </a:lnTo>
                    <a:lnTo>
                      <a:pt x="503" y="1214"/>
                    </a:lnTo>
                    <a:lnTo>
                      <a:pt x="503" y="1110"/>
                    </a:lnTo>
                    <a:lnTo>
                      <a:pt x="461" y="1130"/>
                    </a:lnTo>
                    <a:lnTo>
                      <a:pt x="294" y="1130"/>
                    </a:lnTo>
                    <a:lnTo>
                      <a:pt x="273" y="1214"/>
                    </a:lnTo>
                    <a:lnTo>
                      <a:pt x="335" y="1256"/>
                    </a:lnTo>
                    <a:lnTo>
                      <a:pt x="252" y="1298"/>
                    </a:lnTo>
                    <a:lnTo>
                      <a:pt x="168" y="1235"/>
                    </a:lnTo>
                    <a:lnTo>
                      <a:pt x="84" y="1298"/>
                    </a:lnTo>
                    <a:lnTo>
                      <a:pt x="1" y="1256"/>
                    </a:lnTo>
                    <a:lnTo>
                      <a:pt x="1" y="1402"/>
                    </a:lnTo>
                    <a:lnTo>
                      <a:pt x="63" y="1444"/>
                    </a:lnTo>
                    <a:lnTo>
                      <a:pt x="147" y="1444"/>
                    </a:lnTo>
                    <a:lnTo>
                      <a:pt x="189" y="1465"/>
                    </a:lnTo>
                    <a:lnTo>
                      <a:pt x="252" y="1444"/>
                    </a:lnTo>
                    <a:lnTo>
                      <a:pt x="356" y="1444"/>
                    </a:lnTo>
                    <a:lnTo>
                      <a:pt x="419" y="1465"/>
                    </a:lnTo>
                    <a:lnTo>
                      <a:pt x="503" y="1444"/>
                    </a:lnTo>
                    <a:lnTo>
                      <a:pt x="628" y="1507"/>
                    </a:lnTo>
                    <a:lnTo>
                      <a:pt x="796" y="1465"/>
                    </a:lnTo>
                    <a:lnTo>
                      <a:pt x="879" y="1528"/>
                    </a:lnTo>
                    <a:lnTo>
                      <a:pt x="984" y="1528"/>
                    </a:lnTo>
                    <a:lnTo>
                      <a:pt x="1444" y="1612"/>
                    </a:lnTo>
                    <a:lnTo>
                      <a:pt x="1507" y="1654"/>
                    </a:lnTo>
                    <a:lnTo>
                      <a:pt x="1423" y="1695"/>
                    </a:lnTo>
                    <a:lnTo>
                      <a:pt x="1298" y="1674"/>
                    </a:lnTo>
                    <a:lnTo>
                      <a:pt x="1151" y="1674"/>
                    </a:lnTo>
                    <a:lnTo>
                      <a:pt x="1047" y="1737"/>
                    </a:lnTo>
                    <a:lnTo>
                      <a:pt x="879" y="1758"/>
                    </a:lnTo>
                    <a:lnTo>
                      <a:pt x="921" y="1758"/>
                    </a:lnTo>
                    <a:lnTo>
                      <a:pt x="984" y="1800"/>
                    </a:lnTo>
                    <a:lnTo>
                      <a:pt x="921" y="1842"/>
                    </a:lnTo>
                    <a:lnTo>
                      <a:pt x="754" y="1779"/>
                    </a:lnTo>
                    <a:lnTo>
                      <a:pt x="670" y="1758"/>
                    </a:lnTo>
                    <a:lnTo>
                      <a:pt x="587" y="1800"/>
                    </a:lnTo>
                    <a:lnTo>
                      <a:pt x="607" y="1863"/>
                    </a:lnTo>
                    <a:lnTo>
                      <a:pt x="587" y="1905"/>
                    </a:lnTo>
                    <a:lnTo>
                      <a:pt x="524" y="1863"/>
                    </a:lnTo>
                    <a:lnTo>
                      <a:pt x="482" y="1863"/>
                    </a:lnTo>
                    <a:lnTo>
                      <a:pt x="503" y="1905"/>
                    </a:lnTo>
                    <a:lnTo>
                      <a:pt x="503" y="1967"/>
                    </a:lnTo>
                    <a:lnTo>
                      <a:pt x="566" y="2009"/>
                    </a:lnTo>
                    <a:lnTo>
                      <a:pt x="649" y="2051"/>
                    </a:lnTo>
                    <a:lnTo>
                      <a:pt x="607" y="2114"/>
                    </a:lnTo>
                    <a:lnTo>
                      <a:pt x="670" y="2198"/>
                    </a:lnTo>
                    <a:lnTo>
                      <a:pt x="607" y="2198"/>
                    </a:lnTo>
                    <a:lnTo>
                      <a:pt x="566" y="2114"/>
                    </a:lnTo>
                    <a:lnTo>
                      <a:pt x="503" y="2114"/>
                    </a:lnTo>
                    <a:lnTo>
                      <a:pt x="461" y="2218"/>
                    </a:lnTo>
                    <a:lnTo>
                      <a:pt x="461" y="2281"/>
                    </a:lnTo>
                    <a:lnTo>
                      <a:pt x="440" y="2323"/>
                    </a:lnTo>
                    <a:lnTo>
                      <a:pt x="440" y="2428"/>
                    </a:lnTo>
                    <a:lnTo>
                      <a:pt x="503" y="2491"/>
                    </a:lnTo>
                    <a:lnTo>
                      <a:pt x="607" y="2491"/>
                    </a:lnTo>
                    <a:lnTo>
                      <a:pt x="670" y="2532"/>
                    </a:lnTo>
                    <a:lnTo>
                      <a:pt x="712" y="2532"/>
                    </a:lnTo>
                    <a:lnTo>
                      <a:pt x="775" y="2470"/>
                    </a:lnTo>
                    <a:lnTo>
                      <a:pt x="900" y="2407"/>
                    </a:lnTo>
                    <a:lnTo>
                      <a:pt x="817" y="2511"/>
                    </a:lnTo>
                    <a:lnTo>
                      <a:pt x="859" y="2595"/>
                    </a:lnTo>
                    <a:lnTo>
                      <a:pt x="921" y="2595"/>
                    </a:lnTo>
                    <a:lnTo>
                      <a:pt x="1005" y="2511"/>
                    </a:lnTo>
                    <a:lnTo>
                      <a:pt x="1026" y="2574"/>
                    </a:lnTo>
                    <a:lnTo>
                      <a:pt x="1068" y="2679"/>
                    </a:lnTo>
                    <a:lnTo>
                      <a:pt x="1382" y="2700"/>
                    </a:lnTo>
                    <a:lnTo>
                      <a:pt x="1444" y="2595"/>
                    </a:lnTo>
                    <a:lnTo>
                      <a:pt x="1423" y="2511"/>
                    </a:lnTo>
                    <a:lnTo>
                      <a:pt x="1444" y="2407"/>
                    </a:lnTo>
                    <a:lnTo>
                      <a:pt x="1507" y="2365"/>
                    </a:lnTo>
                    <a:lnTo>
                      <a:pt x="1528" y="2407"/>
                    </a:lnTo>
                    <a:lnTo>
                      <a:pt x="1528" y="2511"/>
                    </a:lnTo>
                    <a:lnTo>
                      <a:pt x="1570" y="2616"/>
                    </a:lnTo>
                    <a:lnTo>
                      <a:pt x="1612" y="2574"/>
                    </a:lnTo>
                    <a:lnTo>
                      <a:pt x="1612" y="2470"/>
                    </a:lnTo>
                    <a:lnTo>
                      <a:pt x="1612" y="2407"/>
                    </a:lnTo>
                    <a:lnTo>
                      <a:pt x="1654" y="2323"/>
                    </a:lnTo>
                    <a:lnTo>
                      <a:pt x="1675" y="2281"/>
                    </a:lnTo>
                    <a:lnTo>
                      <a:pt x="1570" y="2302"/>
                    </a:lnTo>
                    <a:lnTo>
                      <a:pt x="1486" y="2344"/>
                    </a:lnTo>
                    <a:lnTo>
                      <a:pt x="1528" y="2239"/>
                    </a:lnTo>
                    <a:lnTo>
                      <a:pt x="1633" y="2198"/>
                    </a:lnTo>
                    <a:lnTo>
                      <a:pt x="1695" y="2135"/>
                    </a:lnTo>
                    <a:lnTo>
                      <a:pt x="1758" y="2072"/>
                    </a:lnTo>
                    <a:lnTo>
                      <a:pt x="1758" y="1988"/>
                    </a:lnTo>
                    <a:lnTo>
                      <a:pt x="1821" y="1967"/>
                    </a:lnTo>
                    <a:lnTo>
                      <a:pt x="1905" y="1988"/>
                    </a:lnTo>
                    <a:lnTo>
                      <a:pt x="1905" y="2072"/>
                    </a:lnTo>
                    <a:lnTo>
                      <a:pt x="1905" y="2156"/>
                    </a:lnTo>
                    <a:lnTo>
                      <a:pt x="1947" y="2093"/>
                    </a:lnTo>
                    <a:lnTo>
                      <a:pt x="2072" y="1926"/>
                    </a:lnTo>
                    <a:lnTo>
                      <a:pt x="2072" y="1863"/>
                    </a:lnTo>
                    <a:lnTo>
                      <a:pt x="1947" y="1779"/>
                    </a:lnTo>
                    <a:lnTo>
                      <a:pt x="1947" y="1737"/>
                    </a:lnTo>
                    <a:lnTo>
                      <a:pt x="1988" y="1674"/>
                    </a:lnTo>
                    <a:lnTo>
                      <a:pt x="2051" y="1716"/>
                    </a:lnTo>
                    <a:lnTo>
                      <a:pt x="2135" y="1716"/>
                    </a:lnTo>
                    <a:lnTo>
                      <a:pt x="2156" y="1612"/>
                    </a:lnTo>
                    <a:lnTo>
                      <a:pt x="2156" y="1549"/>
                    </a:lnTo>
                    <a:lnTo>
                      <a:pt x="2260" y="1423"/>
                    </a:lnTo>
                    <a:lnTo>
                      <a:pt x="2281" y="1340"/>
                    </a:lnTo>
                    <a:lnTo>
                      <a:pt x="2407" y="1214"/>
                    </a:lnTo>
                    <a:lnTo>
                      <a:pt x="2511" y="1151"/>
                    </a:lnTo>
                    <a:lnTo>
                      <a:pt x="2553" y="1089"/>
                    </a:lnTo>
                    <a:lnTo>
                      <a:pt x="2511" y="942"/>
                    </a:lnTo>
                    <a:lnTo>
                      <a:pt x="2616" y="775"/>
                    </a:lnTo>
                    <a:lnTo>
                      <a:pt x="2742" y="691"/>
                    </a:lnTo>
                    <a:lnTo>
                      <a:pt x="2763" y="586"/>
                    </a:lnTo>
                    <a:lnTo>
                      <a:pt x="2700" y="482"/>
                    </a:lnTo>
                    <a:lnTo>
                      <a:pt x="2595" y="461"/>
                    </a:lnTo>
                    <a:lnTo>
                      <a:pt x="2553" y="356"/>
                    </a:lnTo>
                    <a:lnTo>
                      <a:pt x="2595" y="356"/>
                    </a:lnTo>
                    <a:lnTo>
                      <a:pt x="2616" y="294"/>
                    </a:lnTo>
                    <a:lnTo>
                      <a:pt x="2595" y="252"/>
                    </a:lnTo>
                    <a:lnTo>
                      <a:pt x="2616" y="168"/>
                    </a:lnTo>
                    <a:lnTo>
                      <a:pt x="2595" y="84"/>
                    </a:lnTo>
                    <a:lnTo>
                      <a:pt x="2511" y="84"/>
                    </a:lnTo>
                    <a:lnTo>
                      <a:pt x="2553" y="147"/>
                    </a:lnTo>
                    <a:lnTo>
                      <a:pt x="2553" y="252"/>
                    </a:lnTo>
                    <a:lnTo>
                      <a:pt x="2470" y="273"/>
                    </a:lnTo>
                    <a:lnTo>
                      <a:pt x="2386" y="189"/>
                    </a:lnTo>
                    <a:lnTo>
                      <a:pt x="2302" y="273"/>
                    </a:lnTo>
                    <a:lnTo>
                      <a:pt x="2302" y="461"/>
                    </a:lnTo>
                    <a:lnTo>
                      <a:pt x="2260" y="503"/>
                    </a:lnTo>
                    <a:lnTo>
                      <a:pt x="2198" y="503"/>
                    </a:lnTo>
                    <a:lnTo>
                      <a:pt x="2156" y="566"/>
                    </a:lnTo>
                    <a:lnTo>
                      <a:pt x="2093" y="566"/>
                    </a:lnTo>
                    <a:lnTo>
                      <a:pt x="2093" y="482"/>
                    </a:lnTo>
                    <a:lnTo>
                      <a:pt x="2177" y="398"/>
                    </a:lnTo>
                    <a:lnTo>
                      <a:pt x="2219" y="168"/>
                    </a:lnTo>
                    <a:lnTo>
                      <a:pt x="2156" y="105"/>
                    </a:lnTo>
                    <a:lnTo>
                      <a:pt x="2072" y="126"/>
                    </a:lnTo>
                    <a:lnTo>
                      <a:pt x="1988" y="84"/>
                    </a:lnTo>
                    <a:lnTo>
                      <a:pt x="19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3" name="Google Shape;2373;p56"/>
              <p:cNvSpPr/>
              <p:nvPr/>
            </p:nvSpPr>
            <p:spPr>
              <a:xfrm>
                <a:off x="2686125" y="1510800"/>
                <a:ext cx="62275" cy="87900"/>
              </a:xfrm>
              <a:custGeom>
                <a:avLst/>
                <a:gdLst/>
                <a:ahLst/>
                <a:cxnLst/>
                <a:rect l="l" t="t" r="r" b="b"/>
                <a:pathLst>
                  <a:path w="2491" h="3516" extrusionOk="0">
                    <a:moveTo>
                      <a:pt x="1026" y="0"/>
                    </a:moveTo>
                    <a:lnTo>
                      <a:pt x="921" y="63"/>
                    </a:lnTo>
                    <a:lnTo>
                      <a:pt x="879" y="147"/>
                    </a:lnTo>
                    <a:lnTo>
                      <a:pt x="754" y="230"/>
                    </a:lnTo>
                    <a:lnTo>
                      <a:pt x="733" y="335"/>
                    </a:lnTo>
                    <a:lnTo>
                      <a:pt x="607" y="481"/>
                    </a:lnTo>
                    <a:lnTo>
                      <a:pt x="607" y="586"/>
                    </a:lnTo>
                    <a:lnTo>
                      <a:pt x="712" y="649"/>
                    </a:lnTo>
                    <a:lnTo>
                      <a:pt x="754" y="586"/>
                    </a:lnTo>
                    <a:lnTo>
                      <a:pt x="879" y="565"/>
                    </a:lnTo>
                    <a:lnTo>
                      <a:pt x="921" y="628"/>
                    </a:lnTo>
                    <a:lnTo>
                      <a:pt x="775" y="753"/>
                    </a:lnTo>
                    <a:lnTo>
                      <a:pt x="649" y="837"/>
                    </a:lnTo>
                    <a:lnTo>
                      <a:pt x="545" y="984"/>
                    </a:lnTo>
                    <a:lnTo>
                      <a:pt x="545" y="1046"/>
                    </a:lnTo>
                    <a:lnTo>
                      <a:pt x="712" y="963"/>
                    </a:lnTo>
                    <a:lnTo>
                      <a:pt x="858" y="837"/>
                    </a:lnTo>
                    <a:lnTo>
                      <a:pt x="942" y="837"/>
                    </a:lnTo>
                    <a:lnTo>
                      <a:pt x="1026" y="774"/>
                    </a:lnTo>
                    <a:lnTo>
                      <a:pt x="1068" y="858"/>
                    </a:lnTo>
                    <a:lnTo>
                      <a:pt x="1047" y="984"/>
                    </a:lnTo>
                    <a:lnTo>
                      <a:pt x="963" y="984"/>
                    </a:lnTo>
                    <a:lnTo>
                      <a:pt x="838" y="1109"/>
                    </a:lnTo>
                    <a:lnTo>
                      <a:pt x="775" y="1193"/>
                    </a:lnTo>
                    <a:lnTo>
                      <a:pt x="838" y="1276"/>
                    </a:lnTo>
                    <a:lnTo>
                      <a:pt x="984" y="1256"/>
                    </a:lnTo>
                    <a:lnTo>
                      <a:pt x="1089" y="1297"/>
                    </a:lnTo>
                    <a:lnTo>
                      <a:pt x="963" y="1381"/>
                    </a:lnTo>
                    <a:lnTo>
                      <a:pt x="817" y="1465"/>
                    </a:lnTo>
                    <a:lnTo>
                      <a:pt x="712" y="1402"/>
                    </a:lnTo>
                    <a:lnTo>
                      <a:pt x="712" y="1486"/>
                    </a:lnTo>
                    <a:lnTo>
                      <a:pt x="838" y="1528"/>
                    </a:lnTo>
                    <a:lnTo>
                      <a:pt x="838" y="1590"/>
                    </a:lnTo>
                    <a:lnTo>
                      <a:pt x="649" y="1779"/>
                    </a:lnTo>
                    <a:lnTo>
                      <a:pt x="607" y="1779"/>
                    </a:lnTo>
                    <a:lnTo>
                      <a:pt x="545" y="1611"/>
                    </a:lnTo>
                    <a:lnTo>
                      <a:pt x="440" y="1569"/>
                    </a:lnTo>
                    <a:lnTo>
                      <a:pt x="335" y="1423"/>
                    </a:lnTo>
                    <a:lnTo>
                      <a:pt x="126" y="1528"/>
                    </a:lnTo>
                    <a:lnTo>
                      <a:pt x="126" y="1590"/>
                    </a:lnTo>
                    <a:lnTo>
                      <a:pt x="1" y="1800"/>
                    </a:lnTo>
                    <a:lnTo>
                      <a:pt x="105" y="1925"/>
                    </a:lnTo>
                    <a:lnTo>
                      <a:pt x="105" y="2051"/>
                    </a:lnTo>
                    <a:lnTo>
                      <a:pt x="189" y="2093"/>
                    </a:lnTo>
                    <a:lnTo>
                      <a:pt x="294" y="2009"/>
                    </a:lnTo>
                    <a:lnTo>
                      <a:pt x="356" y="2009"/>
                    </a:lnTo>
                    <a:lnTo>
                      <a:pt x="545" y="2051"/>
                    </a:lnTo>
                    <a:lnTo>
                      <a:pt x="733" y="2051"/>
                    </a:lnTo>
                    <a:lnTo>
                      <a:pt x="754" y="2113"/>
                    </a:lnTo>
                    <a:lnTo>
                      <a:pt x="942" y="2051"/>
                    </a:lnTo>
                    <a:lnTo>
                      <a:pt x="942" y="2134"/>
                    </a:lnTo>
                    <a:lnTo>
                      <a:pt x="838" y="2155"/>
                    </a:lnTo>
                    <a:lnTo>
                      <a:pt x="775" y="2239"/>
                    </a:lnTo>
                    <a:lnTo>
                      <a:pt x="817" y="2344"/>
                    </a:lnTo>
                    <a:lnTo>
                      <a:pt x="963" y="2323"/>
                    </a:lnTo>
                    <a:lnTo>
                      <a:pt x="1089" y="2427"/>
                    </a:lnTo>
                    <a:lnTo>
                      <a:pt x="1172" y="2616"/>
                    </a:lnTo>
                    <a:lnTo>
                      <a:pt x="1256" y="2616"/>
                    </a:lnTo>
                    <a:lnTo>
                      <a:pt x="1298" y="2657"/>
                    </a:lnTo>
                    <a:lnTo>
                      <a:pt x="1256" y="2741"/>
                    </a:lnTo>
                    <a:lnTo>
                      <a:pt x="1256" y="2867"/>
                    </a:lnTo>
                    <a:lnTo>
                      <a:pt x="1068" y="3201"/>
                    </a:lnTo>
                    <a:lnTo>
                      <a:pt x="1130" y="3390"/>
                    </a:lnTo>
                    <a:lnTo>
                      <a:pt x="1172" y="3494"/>
                    </a:lnTo>
                    <a:lnTo>
                      <a:pt x="1256" y="3494"/>
                    </a:lnTo>
                    <a:lnTo>
                      <a:pt x="1361" y="3473"/>
                    </a:lnTo>
                    <a:lnTo>
                      <a:pt x="1403" y="3515"/>
                    </a:lnTo>
                    <a:lnTo>
                      <a:pt x="1486" y="3515"/>
                    </a:lnTo>
                    <a:lnTo>
                      <a:pt x="1654" y="3411"/>
                    </a:lnTo>
                    <a:lnTo>
                      <a:pt x="1654" y="3348"/>
                    </a:lnTo>
                    <a:lnTo>
                      <a:pt x="1758" y="3285"/>
                    </a:lnTo>
                    <a:lnTo>
                      <a:pt x="1821" y="3160"/>
                    </a:lnTo>
                    <a:lnTo>
                      <a:pt x="1863" y="3034"/>
                    </a:lnTo>
                    <a:lnTo>
                      <a:pt x="1884" y="2846"/>
                    </a:lnTo>
                    <a:lnTo>
                      <a:pt x="1988" y="2678"/>
                    </a:lnTo>
                    <a:lnTo>
                      <a:pt x="1905" y="2657"/>
                    </a:lnTo>
                    <a:lnTo>
                      <a:pt x="1905" y="2574"/>
                    </a:lnTo>
                    <a:lnTo>
                      <a:pt x="1988" y="2532"/>
                    </a:lnTo>
                    <a:lnTo>
                      <a:pt x="2072" y="2365"/>
                    </a:lnTo>
                    <a:lnTo>
                      <a:pt x="2135" y="2365"/>
                    </a:lnTo>
                    <a:lnTo>
                      <a:pt x="2219" y="2260"/>
                    </a:lnTo>
                    <a:lnTo>
                      <a:pt x="2344" y="2197"/>
                    </a:lnTo>
                    <a:lnTo>
                      <a:pt x="2386" y="2030"/>
                    </a:lnTo>
                    <a:lnTo>
                      <a:pt x="2386" y="1925"/>
                    </a:lnTo>
                    <a:lnTo>
                      <a:pt x="2491" y="1841"/>
                    </a:lnTo>
                    <a:lnTo>
                      <a:pt x="2491" y="1800"/>
                    </a:lnTo>
                    <a:lnTo>
                      <a:pt x="2428" y="1695"/>
                    </a:lnTo>
                    <a:lnTo>
                      <a:pt x="2407" y="1569"/>
                    </a:lnTo>
                    <a:lnTo>
                      <a:pt x="2344" y="1569"/>
                    </a:lnTo>
                    <a:lnTo>
                      <a:pt x="2239" y="1507"/>
                    </a:lnTo>
                    <a:lnTo>
                      <a:pt x="2114" y="1507"/>
                    </a:lnTo>
                    <a:lnTo>
                      <a:pt x="2093" y="1465"/>
                    </a:lnTo>
                    <a:lnTo>
                      <a:pt x="2135" y="1360"/>
                    </a:lnTo>
                    <a:lnTo>
                      <a:pt x="2302" y="1276"/>
                    </a:lnTo>
                    <a:lnTo>
                      <a:pt x="2302" y="1193"/>
                    </a:lnTo>
                    <a:lnTo>
                      <a:pt x="2239" y="1109"/>
                    </a:lnTo>
                    <a:lnTo>
                      <a:pt x="2239" y="984"/>
                    </a:lnTo>
                    <a:lnTo>
                      <a:pt x="2281" y="879"/>
                    </a:lnTo>
                    <a:lnTo>
                      <a:pt x="2177" y="774"/>
                    </a:lnTo>
                    <a:lnTo>
                      <a:pt x="2093" y="774"/>
                    </a:lnTo>
                    <a:lnTo>
                      <a:pt x="1967" y="858"/>
                    </a:lnTo>
                    <a:lnTo>
                      <a:pt x="1779" y="900"/>
                    </a:lnTo>
                    <a:lnTo>
                      <a:pt x="1758" y="984"/>
                    </a:lnTo>
                    <a:lnTo>
                      <a:pt x="1675" y="1088"/>
                    </a:lnTo>
                    <a:lnTo>
                      <a:pt x="1591" y="1067"/>
                    </a:lnTo>
                    <a:lnTo>
                      <a:pt x="1570" y="963"/>
                    </a:lnTo>
                    <a:lnTo>
                      <a:pt x="1695" y="900"/>
                    </a:lnTo>
                    <a:lnTo>
                      <a:pt x="1758" y="837"/>
                    </a:lnTo>
                    <a:lnTo>
                      <a:pt x="1758" y="670"/>
                    </a:lnTo>
                    <a:lnTo>
                      <a:pt x="1800" y="460"/>
                    </a:lnTo>
                    <a:lnTo>
                      <a:pt x="1758" y="356"/>
                    </a:lnTo>
                    <a:lnTo>
                      <a:pt x="1695" y="272"/>
                    </a:lnTo>
                    <a:lnTo>
                      <a:pt x="1654" y="168"/>
                    </a:lnTo>
                    <a:lnTo>
                      <a:pt x="1507" y="105"/>
                    </a:lnTo>
                    <a:lnTo>
                      <a:pt x="1403" y="147"/>
                    </a:lnTo>
                    <a:lnTo>
                      <a:pt x="1277" y="105"/>
                    </a:lnTo>
                    <a:lnTo>
                      <a:pt x="1130" y="230"/>
                    </a:lnTo>
                    <a:lnTo>
                      <a:pt x="1047" y="209"/>
                    </a:lnTo>
                    <a:lnTo>
                      <a:pt x="1047" y="21"/>
                    </a:lnTo>
                    <a:lnTo>
                      <a:pt x="10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4" name="Google Shape;2374;p56"/>
              <p:cNvSpPr/>
              <p:nvPr/>
            </p:nvSpPr>
            <p:spPr>
              <a:xfrm>
                <a:off x="2799125" y="1455875"/>
                <a:ext cx="96775" cy="158525"/>
              </a:xfrm>
              <a:custGeom>
                <a:avLst/>
                <a:gdLst/>
                <a:ahLst/>
                <a:cxnLst/>
                <a:rect l="l" t="t" r="r" b="b"/>
                <a:pathLst>
                  <a:path w="3871" h="6341" extrusionOk="0">
                    <a:moveTo>
                      <a:pt x="2385" y="0"/>
                    </a:moveTo>
                    <a:lnTo>
                      <a:pt x="2385" y="126"/>
                    </a:lnTo>
                    <a:lnTo>
                      <a:pt x="2302" y="272"/>
                    </a:lnTo>
                    <a:lnTo>
                      <a:pt x="2385" y="356"/>
                    </a:lnTo>
                    <a:lnTo>
                      <a:pt x="2490" y="356"/>
                    </a:lnTo>
                    <a:lnTo>
                      <a:pt x="2595" y="314"/>
                    </a:lnTo>
                    <a:lnTo>
                      <a:pt x="2741" y="377"/>
                    </a:lnTo>
                    <a:lnTo>
                      <a:pt x="2783" y="460"/>
                    </a:lnTo>
                    <a:lnTo>
                      <a:pt x="2888" y="481"/>
                    </a:lnTo>
                    <a:lnTo>
                      <a:pt x="2888" y="565"/>
                    </a:lnTo>
                    <a:lnTo>
                      <a:pt x="2699" y="733"/>
                    </a:lnTo>
                    <a:lnTo>
                      <a:pt x="2616" y="733"/>
                    </a:lnTo>
                    <a:lnTo>
                      <a:pt x="2490" y="649"/>
                    </a:lnTo>
                    <a:lnTo>
                      <a:pt x="2385" y="649"/>
                    </a:lnTo>
                    <a:lnTo>
                      <a:pt x="2281" y="628"/>
                    </a:lnTo>
                    <a:lnTo>
                      <a:pt x="2281" y="628"/>
                    </a:lnTo>
                    <a:lnTo>
                      <a:pt x="2323" y="733"/>
                    </a:lnTo>
                    <a:lnTo>
                      <a:pt x="2406" y="753"/>
                    </a:lnTo>
                    <a:lnTo>
                      <a:pt x="2323" y="837"/>
                    </a:lnTo>
                    <a:lnTo>
                      <a:pt x="2218" y="858"/>
                    </a:lnTo>
                    <a:lnTo>
                      <a:pt x="2072" y="691"/>
                    </a:lnTo>
                    <a:lnTo>
                      <a:pt x="1904" y="774"/>
                    </a:lnTo>
                    <a:lnTo>
                      <a:pt x="1862" y="942"/>
                    </a:lnTo>
                    <a:lnTo>
                      <a:pt x="1779" y="1005"/>
                    </a:lnTo>
                    <a:lnTo>
                      <a:pt x="1779" y="1088"/>
                    </a:lnTo>
                    <a:lnTo>
                      <a:pt x="1883" y="1109"/>
                    </a:lnTo>
                    <a:lnTo>
                      <a:pt x="1904" y="1256"/>
                    </a:lnTo>
                    <a:lnTo>
                      <a:pt x="2051" y="1318"/>
                    </a:lnTo>
                    <a:lnTo>
                      <a:pt x="2051" y="1381"/>
                    </a:lnTo>
                    <a:lnTo>
                      <a:pt x="1946" y="1381"/>
                    </a:lnTo>
                    <a:lnTo>
                      <a:pt x="1946" y="1465"/>
                    </a:lnTo>
                    <a:lnTo>
                      <a:pt x="1988" y="1528"/>
                    </a:lnTo>
                    <a:lnTo>
                      <a:pt x="1988" y="1611"/>
                    </a:lnTo>
                    <a:lnTo>
                      <a:pt x="1904" y="1590"/>
                    </a:lnTo>
                    <a:lnTo>
                      <a:pt x="1841" y="1528"/>
                    </a:lnTo>
                    <a:lnTo>
                      <a:pt x="1695" y="1507"/>
                    </a:lnTo>
                    <a:lnTo>
                      <a:pt x="1590" y="1423"/>
                    </a:lnTo>
                    <a:lnTo>
                      <a:pt x="1528" y="1402"/>
                    </a:lnTo>
                    <a:lnTo>
                      <a:pt x="1423" y="1486"/>
                    </a:lnTo>
                    <a:lnTo>
                      <a:pt x="1381" y="1569"/>
                    </a:lnTo>
                    <a:lnTo>
                      <a:pt x="1465" y="1674"/>
                    </a:lnTo>
                    <a:lnTo>
                      <a:pt x="1423" y="1779"/>
                    </a:lnTo>
                    <a:lnTo>
                      <a:pt x="1360" y="1737"/>
                    </a:lnTo>
                    <a:lnTo>
                      <a:pt x="1360" y="1674"/>
                    </a:lnTo>
                    <a:lnTo>
                      <a:pt x="1276" y="1611"/>
                    </a:lnTo>
                    <a:lnTo>
                      <a:pt x="1151" y="1569"/>
                    </a:lnTo>
                    <a:lnTo>
                      <a:pt x="1109" y="1569"/>
                    </a:lnTo>
                    <a:lnTo>
                      <a:pt x="1025" y="1486"/>
                    </a:lnTo>
                    <a:lnTo>
                      <a:pt x="942" y="1465"/>
                    </a:lnTo>
                    <a:lnTo>
                      <a:pt x="921" y="1528"/>
                    </a:lnTo>
                    <a:lnTo>
                      <a:pt x="963" y="1674"/>
                    </a:lnTo>
                    <a:lnTo>
                      <a:pt x="963" y="1800"/>
                    </a:lnTo>
                    <a:lnTo>
                      <a:pt x="1004" y="1946"/>
                    </a:lnTo>
                    <a:lnTo>
                      <a:pt x="1109" y="2009"/>
                    </a:lnTo>
                    <a:lnTo>
                      <a:pt x="1235" y="2030"/>
                    </a:lnTo>
                    <a:lnTo>
                      <a:pt x="1276" y="2093"/>
                    </a:lnTo>
                    <a:lnTo>
                      <a:pt x="1256" y="2113"/>
                    </a:lnTo>
                    <a:lnTo>
                      <a:pt x="1130" y="2113"/>
                    </a:lnTo>
                    <a:lnTo>
                      <a:pt x="1256" y="2197"/>
                    </a:lnTo>
                    <a:lnTo>
                      <a:pt x="1318" y="2260"/>
                    </a:lnTo>
                    <a:lnTo>
                      <a:pt x="1423" y="2344"/>
                    </a:lnTo>
                    <a:lnTo>
                      <a:pt x="1548" y="2344"/>
                    </a:lnTo>
                    <a:lnTo>
                      <a:pt x="1632" y="2260"/>
                    </a:lnTo>
                    <a:lnTo>
                      <a:pt x="1674" y="2260"/>
                    </a:lnTo>
                    <a:lnTo>
                      <a:pt x="1674" y="2344"/>
                    </a:lnTo>
                    <a:lnTo>
                      <a:pt x="1590" y="2427"/>
                    </a:lnTo>
                    <a:lnTo>
                      <a:pt x="1548" y="2616"/>
                    </a:lnTo>
                    <a:lnTo>
                      <a:pt x="1486" y="2616"/>
                    </a:lnTo>
                    <a:lnTo>
                      <a:pt x="1339" y="2469"/>
                    </a:lnTo>
                    <a:lnTo>
                      <a:pt x="1025" y="2427"/>
                    </a:lnTo>
                    <a:lnTo>
                      <a:pt x="921" y="2260"/>
                    </a:lnTo>
                    <a:lnTo>
                      <a:pt x="837" y="2239"/>
                    </a:lnTo>
                    <a:lnTo>
                      <a:pt x="795" y="2155"/>
                    </a:lnTo>
                    <a:lnTo>
                      <a:pt x="753" y="2155"/>
                    </a:lnTo>
                    <a:lnTo>
                      <a:pt x="712" y="2302"/>
                    </a:lnTo>
                    <a:lnTo>
                      <a:pt x="712" y="2344"/>
                    </a:lnTo>
                    <a:lnTo>
                      <a:pt x="649" y="2406"/>
                    </a:lnTo>
                    <a:lnTo>
                      <a:pt x="712" y="2574"/>
                    </a:lnTo>
                    <a:lnTo>
                      <a:pt x="628" y="2637"/>
                    </a:lnTo>
                    <a:lnTo>
                      <a:pt x="544" y="2616"/>
                    </a:lnTo>
                    <a:lnTo>
                      <a:pt x="544" y="2762"/>
                    </a:lnTo>
                    <a:lnTo>
                      <a:pt x="502" y="2783"/>
                    </a:lnTo>
                    <a:lnTo>
                      <a:pt x="502" y="3034"/>
                    </a:lnTo>
                    <a:lnTo>
                      <a:pt x="586" y="3097"/>
                    </a:lnTo>
                    <a:lnTo>
                      <a:pt x="732" y="3097"/>
                    </a:lnTo>
                    <a:lnTo>
                      <a:pt x="837" y="3160"/>
                    </a:lnTo>
                    <a:lnTo>
                      <a:pt x="942" y="3139"/>
                    </a:lnTo>
                    <a:lnTo>
                      <a:pt x="942" y="3181"/>
                    </a:lnTo>
                    <a:lnTo>
                      <a:pt x="858" y="3243"/>
                    </a:lnTo>
                    <a:lnTo>
                      <a:pt x="753" y="3181"/>
                    </a:lnTo>
                    <a:lnTo>
                      <a:pt x="586" y="3181"/>
                    </a:lnTo>
                    <a:lnTo>
                      <a:pt x="523" y="3160"/>
                    </a:lnTo>
                    <a:lnTo>
                      <a:pt x="419" y="3181"/>
                    </a:lnTo>
                    <a:lnTo>
                      <a:pt x="272" y="3369"/>
                    </a:lnTo>
                    <a:lnTo>
                      <a:pt x="230" y="3473"/>
                    </a:lnTo>
                    <a:lnTo>
                      <a:pt x="314" y="3557"/>
                    </a:lnTo>
                    <a:lnTo>
                      <a:pt x="293" y="3599"/>
                    </a:lnTo>
                    <a:lnTo>
                      <a:pt x="209" y="3620"/>
                    </a:lnTo>
                    <a:lnTo>
                      <a:pt x="209" y="3725"/>
                    </a:lnTo>
                    <a:lnTo>
                      <a:pt x="293" y="3787"/>
                    </a:lnTo>
                    <a:lnTo>
                      <a:pt x="335" y="3725"/>
                    </a:lnTo>
                    <a:lnTo>
                      <a:pt x="502" y="3725"/>
                    </a:lnTo>
                    <a:lnTo>
                      <a:pt x="586" y="3662"/>
                    </a:lnTo>
                    <a:lnTo>
                      <a:pt x="628" y="3704"/>
                    </a:lnTo>
                    <a:lnTo>
                      <a:pt x="628" y="3787"/>
                    </a:lnTo>
                    <a:lnTo>
                      <a:pt x="523" y="3808"/>
                    </a:lnTo>
                    <a:lnTo>
                      <a:pt x="440" y="3913"/>
                    </a:lnTo>
                    <a:lnTo>
                      <a:pt x="502" y="3976"/>
                    </a:lnTo>
                    <a:lnTo>
                      <a:pt x="586" y="3976"/>
                    </a:lnTo>
                    <a:lnTo>
                      <a:pt x="691" y="3892"/>
                    </a:lnTo>
                    <a:lnTo>
                      <a:pt x="753" y="3892"/>
                    </a:lnTo>
                    <a:lnTo>
                      <a:pt x="858" y="3808"/>
                    </a:lnTo>
                    <a:lnTo>
                      <a:pt x="858" y="3871"/>
                    </a:lnTo>
                    <a:lnTo>
                      <a:pt x="816" y="3934"/>
                    </a:lnTo>
                    <a:lnTo>
                      <a:pt x="858" y="3976"/>
                    </a:lnTo>
                    <a:lnTo>
                      <a:pt x="1046" y="3976"/>
                    </a:lnTo>
                    <a:lnTo>
                      <a:pt x="1067" y="4018"/>
                    </a:lnTo>
                    <a:lnTo>
                      <a:pt x="963" y="4038"/>
                    </a:lnTo>
                    <a:lnTo>
                      <a:pt x="963" y="4122"/>
                    </a:lnTo>
                    <a:lnTo>
                      <a:pt x="1067" y="4143"/>
                    </a:lnTo>
                    <a:lnTo>
                      <a:pt x="1172" y="4122"/>
                    </a:lnTo>
                    <a:lnTo>
                      <a:pt x="1318" y="4206"/>
                    </a:lnTo>
                    <a:lnTo>
                      <a:pt x="1590" y="4290"/>
                    </a:lnTo>
                    <a:lnTo>
                      <a:pt x="1632" y="4331"/>
                    </a:lnTo>
                    <a:lnTo>
                      <a:pt x="1381" y="4310"/>
                    </a:lnTo>
                    <a:lnTo>
                      <a:pt x="1276" y="4331"/>
                    </a:lnTo>
                    <a:lnTo>
                      <a:pt x="1130" y="4227"/>
                    </a:lnTo>
                    <a:lnTo>
                      <a:pt x="963" y="4290"/>
                    </a:lnTo>
                    <a:lnTo>
                      <a:pt x="963" y="4352"/>
                    </a:lnTo>
                    <a:lnTo>
                      <a:pt x="1130" y="4415"/>
                    </a:lnTo>
                    <a:lnTo>
                      <a:pt x="1339" y="4436"/>
                    </a:lnTo>
                    <a:lnTo>
                      <a:pt x="1569" y="4436"/>
                    </a:lnTo>
                    <a:lnTo>
                      <a:pt x="1653" y="4499"/>
                    </a:lnTo>
                    <a:lnTo>
                      <a:pt x="1423" y="4541"/>
                    </a:lnTo>
                    <a:lnTo>
                      <a:pt x="1339" y="4520"/>
                    </a:lnTo>
                    <a:lnTo>
                      <a:pt x="1109" y="4499"/>
                    </a:lnTo>
                    <a:lnTo>
                      <a:pt x="942" y="4457"/>
                    </a:lnTo>
                    <a:lnTo>
                      <a:pt x="900" y="4394"/>
                    </a:lnTo>
                    <a:lnTo>
                      <a:pt x="753" y="4352"/>
                    </a:lnTo>
                    <a:lnTo>
                      <a:pt x="607" y="4206"/>
                    </a:lnTo>
                    <a:lnTo>
                      <a:pt x="544" y="4248"/>
                    </a:lnTo>
                    <a:lnTo>
                      <a:pt x="481" y="4331"/>
                    </a:lnTo>
                    <a:lnTo>
                      <a:pt x="293" y="4352"/>
                    </a:lnTo>
                    <a:lnTo>
                      <a:pt x="209" y="4415"/>
                    </a:lnTo>
                    <a:lnTo>
                      <a:pt x="188" y="4624"/>
                    </a:lnTo>
                    <a:lnTo>
                      <a:pt x="314" y="4729"/>
                    </a:lnTo>
                    <a:lnTo>
                      <a:pt x="314" y="4854"/>
                    </a:lnTo>
                    <a:lnTo>
                      <a:pt x="272" y="4917"/>
                    </a:lnTo>
                    <a:lnTo>
                      <a:pt x="188" y="4729"/>
                    </a:lnTo>
                    <a:lnTo>
                      <a:pt x="126" y="4729"/>
                    </a:lnTo>
                    <a:lnTo>
                      <a:pt x="63" y="4980"/>
                    </a:lnTo>
                    <a:lnTo>
                      <a:pt x="84" y="5126"/>
                    </a:lnTo>
                    <a:lnTo>
                      <a:pt x="168" y="5147"/>
                    </a:lnTo>
                    <a:lnTo>
                      <a:pt x="188" y="5126"/>
                    </a:lnTo>
                    <a:lnTo>
                      <a:pt x="272" y="5126"/>
                    </a:lnTo>
                    <a:lnTo>
                      <a:pt x="335" y="5252"/>
                    </a:lnTo>
                    <a:lnTo>
                      <a:pt x="419" y="5273"/>
                    </a:lnTo>
                    <a:lnTo>
                      <a:pt x="335" y="5294"/>
                    </a:lnTo>
                    <a:lnTo>
                      <a:pt x="272" y="5336"/>
                    </a:lnTo>
                    <a:lnTo>
                      <a:pt x="188" y="5231"/>
                    </a:lnTo>
                    <a:lnTo>
                      <a:pt x="21" y="5252"/>
                    </a:lnTo>
                    <a:lnTo>
                      <a:pt x="0" y="5461"/>
                    </a:lnTo>
                    <a:lnTo>
                      <a:pt x="63" y="5503"/>
                    </a:lnTo>
                    <a:lnTo>
                      <a:pt x="126" y="5482"/>
                    </a:lnTo>
                    <a:lnTo>
                      <a:pt x="84" y="5566"/>
                    </a:lnTo>
                    <a:lnTo>
                      <a:pt x="84" y="5817"/>
                    </a:lnTo>
                    <a:lnTo>
                      <a:pt x="168" y="5754"/>
                    </a:lnTo>
                    <a:lnTo>
                      <a:pt x="230" y="5775"/>
                    </a:lnTo>
                    <a:lnTo>
                      <a:pt x="230" y="5963"/>
                    </a:lnTo>
                    <a:lnTo>
                      <a:pt x="398" y="6005"/>
                    </a:lnTo>
                    <a:lnTo>
                      <a:pt x="628" y="6173"/>
                    </a:lnTo>
                    <a:lnTo>
                      <a:pt x="732" y="6110"/>
                    </a:lnTo>
                    <a:lnTo>
                      <a:pt x="795" y="6005"/>
                    </a:lnTo>
                    <a:lnTo>
                      <a:pt x="753" y="5922"/>
                    </a:lnTo>
                    <a:lnTo>
                      <a:pt x="921" y="5922"/>
                    </a:lnTo>
                    <a:lnTo>
                      <a:pt x="942" y="6026"/>
                    </a:lnTo>
                    <a:lnTo>
                      <a:pt x="921" y="6131"/>
                    </a:lnTo>
                    <a:lnTo>
                      <a:pt x="942" y="6235"/>
                    </a:lnTo>
                    <a:lnTo>
                      <a:pt x="1004" y="6214"/>
                    </a:lnTo>
                    <a:lnTo>
                      <a:pt x="1067" y="5963"/>
                    </a:lnTo>
                    <a:lnTo>
                      <a:pt x="1067" y="5712"/>
                    </a:lnTo>
                    <a:lnTo>
                      <a:pt x="1130" y="5566"/>
                    </a:lnTo>
                    <a:lnTo>
                      <a:pt x="1256" y="5440"/>
                    </a:lnTo>
                    <a:lnTo>
                      <a:pt x="1318" y="5294"/>
                    </a:lnTo>
                    <a:lnTo>
                      <a:pt x="1318" y="5461"/>
                    </a:lnTo>
                    <a:lnTo>
                      <a:pt x="1172" y="5670"/>
                    </a:lnTo>
                    <a:lnTo>
                      <a:pt x="1151" y="5817"/>
                    </a:lnTo>
                    <a:lnTo>
                      <a:pt x="1172" y="5922"/>
                    </a:lnTo>
                    <a:lnTo>
                      <a:pt x="1130" y="6131"/>
                    </a:lnTo>
                    <a:lnTo>
                      <a:pt x="1172" y="6235"/>
                    </a:lnTo>
                    <a:lnTo>
                      <a:pt x="1151" y="6319"/>
                    </a:lnTo>
                    <a:lnTo>
                      <a:pt x="1214" y="6340"/>
                    </a:lnTo>
                    <a:lnTo>
                      <a:pt x="1256" y="6298"/>
                    </a:lnTo>
                    <a:lnTo>
                      <a:pt x="1339" y="6173"/>
                    </a:lnTo>
                    <a:lnTo>
                      <a:pt x="1528" y="5984"/>
                    </a:lnTo>
                    <a:lnTo>
                      <a:pt x="1590" y="5691"/>
                    </a:lnTo>
                    <a:lnTo>
                      <a:pt x="1674" y="5650"/>
                    </a:lnTo>
                    <a:lnTo>
                      <a:pt x="1674" y="5754"/>
                    </a:lnTo>
                    <a:lnTo>
                      <a:pt x="1632" y="5880"/>
                    </a:lnTo>
                    <a:lnTo>
                      <a:pt x="1632" y="5963"/>
                    </a:lnTo>
                    <a:lnTo>
                      <a:pt x="1737" y="5984"/>
                    </a:lnTo>
                    <a:lnTo>
                      <a:pt x="1862" y="5859"/>
                    </a:lnTo>
                    <a:lnTo>
                      <a:pt x="1946" y="5775"/>
                    </a:lnTo>
                    <a:lnTo>
                      <a:pt x="1946" y="5670"/>
                    </a:lnTo>
                    <a:lnTo>
                      <a:pt x="1841" y="5650"/>
                    </a:lnTo>
                    <a:lnTo>
                      <a:pt x="1841" y="5608"/>
                    </a:lnTo>
                    <a:lnTo>
                      <a:pt x="1946" y="5566"/>
                    </a:lnTo>
                    <a:lnTo>
                      <a:pt x="1946" y="5398"/>
                    </a:lnTo>
                    <a:lnTo>
                      <a:pt x="1904" y="5336"/>
                    </a:lnTo>
                    <a:lnTo>
                      <a:pt x="1904" y="5231"/>
                    </a:lnTo>
                    <a:lnTo>
                      <a:pt x="2072" y="5126"/>
                    </a:lnTo>
                    <a:lnTo>
                      <a:pt x="2113" y="4938"/>
                    </a:lnTo>
                    <a:lnTo>
                      <a:pt x="2218" y="4875"/>
                    </a:lnTo>
                    <a:lnTo>
                      <a:pt x="2281" y="4813"/>
                    </a:lnTo>
                    <a:lnTo>
                      <a:pt x="2281" y="4917"/>
                    </a:lnTo>
                    <a:lnTo>
                      <a:pt x="2281" y="4959"/>
                    </a:lnTo>
                    <a:lnTo>
                      <a:pt x="2197" y="4980"/>
                    </a:lnTo>
                    <a:lnTo>
                      <a:pt x="2113" y="5168"/>
                    </a:lnTo>
                    <a:lnTo>
                      <a:pt x="2051" y="5294"/>
                    </a:lnTo>
                    <a:lnTo>
                      <a:pt x="2009" y="5461"/>
                    </a:lnTo>
                    <a:lnTo>
                      <a:pt x="2072" y="5566"/>
                    </a:lnTo>
                    <a:lnTo>
                      <a:pt x="2092" y="5691"/>
                    </a:lnTo>
                    <a:lnTo>
                      <a:pt x="2155" y="5650"/>
                    </a:lnTo>
                    <a:lnTo>
                      <a:pt x="2260" y="5461"/>
                    </a:lnTo>
                    <a:lnTo>
                      <a:pt x="2469" y="5273"/>
                    </a:lnTo>
                    <a:lnTo>
                      <a:pt x="2532" y="5147"/>
                    </a:lnTo>
                    <a:lnTo>
                      <a:pt x="2532" y="4980"/>
                    </a:lnTo>
                    <a:lnTo>
                      <a:pt x="2616" y="4875"/>
                    </a:lnTo>
                    <a:lnTo>
                      <a:pt x="2699" y="4854"/>
                    </a:lnTo>
                    <a:lnTo>
                      <a:pt x="2699" y="4917"/>
                    </a:lnTo>
                    <a:lnTo>
                      <a:pt x="2678" y="4959"/>
                    </a:lnTo>
                    <a:lnTo>
                      <a:pt x="2678" y="5085"/>
                    </a:lnTo>
                    <a:lnTo>
                      <a:pt x="2741" y="5064"/>
                    </a:lnTo>
                    <a:lnTo>
                      <a:pt x="2888" y="4875"/>
                    </a:lnTo>
                    <a:lnTo>
                      <a:pt x="2971" y="4875"/>
                    </a:lnTo>
                    <a:lnTo>
                      <a:pt x="3139" y="4917"/>
                    </a:lnTo>
                    <a:lnTo>
                      <a:pt x="3327" y="4854"/>
                    </a:lnTo>
                    <a:lnTo>
                      <a:pt x="3432" y="4834"/>
                    </a:lnTo>
                    <a:lnTo>
                      <a:pt x="3494" y="4750"/>
                    </a:lnTo>
                    <a:lnTo>
                      <a:pt x="3620" y="4729"/>
                    </a:lnTo>
                    <a:lnTo>
                      <a:pt x="3662" y="4624"/>
                    </a:lnTo>
                    <a:lnTo>
                      <a:pt x="3662" y="4541"/>
                    </a:lnTo>
                    <a:lnTo>
                      <a:pt x="3683" y="4457"/>
                    </a:lnTo>
                    <a:lnTo>
                      <a:pt x="3620" y="4394"/>
                    </a:lnTo>
                    <a:lnTo>
                      <a:pt x="3662" y="4227"/>
                    </a:lnTo>
                    <a:lnTo>
                      <a:pt x="3662" y="3976"/>
                    </a:lnTo>
                    <a:lnTo>
                      <a:pt x="3620" y="3976"/>
                    </a:lnTo>
                    <a:lnTo>
                      <a:pt x="3536" y="4122"/>
                    </a:lnTo>
                    <a:lnTo>
                      <a:pt x="3411" y="4290"/>
                    </a:lnTo>
                    <a:lnTo>
                      <a:pt x="3348" y="4290"/>
                    </a:lnTo>
                    <a:lnTo>
                      <a:pt x="3348" y="4206"/>
                    </a:lnTo>
                    <a:lnTo>
                      <a:pt x="3432" y="4101"/>
                    </a:lnTo>
                    <a:lnTo>
                      <a:pt x="3536" y="4018"/>
                    </a:lnTo>
                    <a:lnTo>
                      <a:pt x="3557" y="3934"/>
                    </a:lnTo>
                    <a:lnTo>
                      <a:pt x="3432" y="3829"/>
                    </a:lnTo>
                    <a:lnTo>
                      <a:pt x="3411" y="3725"/>
                    </a:lnTo>
                    <a:lnTo>
                      <a:pt x="3348" y="3725"/>
                    </a:lnTo>
                    <a:lnTo>
                      <a:pt x="3306" y="3766"/>
                    </a:lnTo>
                    <a:lnTo>
                      <a:pt x="3264" y="3829"/>
                    </a:lnTo>
                    <a:lnTo>
                      <a:pt x="3201" y="3787"/>
                    </a:lnTo>
                    <a:lnTo>
                      <a:pt x="3097" y="3808"/>
                    </a:lnTo>
                    <a:lnTo>
                      <a:pt x="3013" y="3871"/>
                    </a:lnTo>
                    <a:lnTo>
                      <a:pt x="2909" y="3829"/>
                    </a:lnTo>
                    <a:lnTo>
                      <a:pt x="2950" y="3787"/>
                    </a:lnTo>
                    <a:lnTo>
                      <a:pt x="3222" y="3683"/>
                    </a:lnTo>
                    <a:lnTo>
                      <a:pt x="3327" y="3662"/>
                    </a:lnTo>
                    <a:lnTo>
                      <a:pt x="3536" y="3453"/>
                    </a:lnTo>
                    <a:lnTo>
                      <a:pt x="3578" y="3390"/>
                    </a:lnTo>
                    <a:lnTo>
                      <a:pt x="3725" y="3160"/>
                    </a:lnTo>
                    <a:lnTo>
                      <a:pt x="3766" y="2971"/>
                    </a:lnTo>
                    <a:lnTo>
                      <a:pt x="3725" y="2950"/>
                    </a:lnTo>
                    <a:lnTo>
                      <a:pt x="3641" y="2971"/>
                    </a:lnTo>
                    <a:lnTo>
                      <a:pt x="3578" y="3034"/>
                    </a:lnTo>
                    <a:lnTo>
                      <a:pt x="3536" y="2950"/>
                    </a:lnTo>
                    <a:lnTo>
                      <a:pt x="3578" y="2888"/>
                    </a:lnTo>
                    <a:lnTo>
                      <a:pt x="3641" y="2846"/>
                    </a:lnTo>
                    <a:lnTo>
                      <a:pt x="3725" y="2867"/>
                    </a:lnTo>
                    <a:lnTo>
                      <a:pt x="3766" y="2783"/>
                    </a:lnTo>
                    <a:lnTo>
                      <a:pt x="3766" y="2657"/>
                    </a:lnTo>
                    <a:lnTo>
                      <a:pt x="3871" y="2553"/>
                    </a:lnTo>
                    <a:lnTo>
                      <a:pt x="3871" y="2427"/>
                    </a:lnTo>
                    <a:lnTo>
                      <a:pt x="3850" y="2365"/>
                    </a:lnTo>
                    <a:lnTo>
                      <a:pt x="3850" y="2302"/>
                    </a:lnTo>
                    <a:lnTo>
                      <a:pt x="3745" y="2260"/>
                    </a:lnTo>
                    <a:lnTo>
                      <a:pt x="3641" y="2302"/>
                    </a:lnTo>
                    <a:lnTo>
                      <a:pt x="3494" y="2553"/>
                    </a:lnTo>
                    <a:lnTo>
                      <a:pt x="3494" y="2678"/>
                    </a:lnTo>
                    <a:lnTo>
                      <a:pt x="3557" y="2762"/>
                    </a:lnTo>
                    <a:lnTo>
                      <a:pt x="3473" y="2846"/>
                    </a:lnTo>
                    <a:lnTo>
                      <a:pt x="3432" y="2888"/>
                    </a:lnTo>
                    <a:lnTo>
                      <a:pt x="3369" y="2867"/>
                    </a:lnTo>
                    <a:lnTo>
                      <a:pt x="3411" y="2825"/>
                    </a:lnTo>
                    <a:lnTo>
                      <a:pt x="3348" y="2762"/>
                    </a:lnTo>
                    <a:lnTo>
                      <a:pt x="3348" y="2657"/>
                    </a:lnTo>
                    <a:lnTo>
                      <a:pt x="3453" y="2448"/>
                    </a:lnTo>
                    <a:lnTo>
                      <a:pt x="3432" y="2344"/>
                    </a:lnTo>
                    <a:lnTo>
                      <a:pt x="3453" y="2302"/>
                    </a:lnTo>
                    <a:lnTo>
                      <a:pt x="3473" y="2323"/>
                    </a:lnTo>
                    <a:lnTo>
                      <a:pt x="3557" y="2302"/>
                    </a:lnTo>
                    <a:lnTo>
                      <a:pt x="3536" y="2134"/>
                    </a:lnTo>
                    <a:lnTo>
                      <a:pt x="3453" y="2030"/>
                    </a:lnTo>
                    <a:lnTo>
                      <a:pt x="3348" y="2030"/>
                    </a:lnTo>
                    <a:lnTo>
                      <a:pt x="3222" y="2051"/>
                    </a:lnTo>
                    <a:lnTo>
                      <a:pt x="3160" y="2155"/>
                    </a:lnTo>
                    <a:lnTo>
                      <a:pt x="3139" y="2113"/>
                    </a:lnTo>
                    <a:lnTo>
                      <a:pt x="3118" y="2051"/>
                    </a:lnTo>
                    <a:lnTo>
                      <a:pt x="3139" y="1904"/>
                    </a:lnTo>
                    <a:lnTo>
                      <a:pt x="3055" y="1737"/>
                    </a:lnTo>
                    <a:lnTo>
                      <a:pt x="3097" y="1507"/>
                    </a:lnTo>
                    <a:lnTo>
                      <a:pt x="3097" y="1318"/>
                    </a:lnTo>
                    <a:lnTo>
                      <a:pt x="3139" y="1193"/>
                    </a:lnTo>
                    <a:lnTo>
                      <a:pt x="3160" y="1005"/>
                    </a:lnTo>
                    <a:lnTo>
                      <a:pt x="3139" y="858"/>
                    </a:lnTo>
                    <a:lnTo>
                      <a:pt x="3243" y="670"/>
                    </a:lnTo>
                    <a:lnTo>
                      <a:pt x="3243" y="523"/>
                    </a:lnTo>
                    <a:lnTo>
                      <a:pt x="3139" y="419"/>
                    </a:lnTo>
                    <a:lnTo>
                      <a:pt x="3118" y="272"/>
                    </a:lnTo>
                    <a:lnTo>
                      <a:pt x="2950" y="147"/>
                    </a:lnTo>
                    <a:lnTo>
                      <a:pt x="2909" y="63"/>
                    </a:lnTo>
                    <a:lnTo>
                      <a:pt x="2741" y="0"/>
                    </a:lnTo>
                    <a:lnTo>
                      <a:pt x="2699" y="21"/>
                    </a:lnTo>
                    <a:lnTo>
                      <a:pt x="2699" y="105"/>
                    </a:lnTo>
                    <a:lnTo>
                      <a:pt x="2678" y="126"/>
                    </a:lnTo>
                    <a:lnTo>
                      <a:pt x="251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5" name="Google Shape;2375;p56"/>
              <p:cNvSpPr/>
              <p:nvPr/>
            </p:nvSpPr>
            <p:spPr>
              <a:xfrm>
                <a:off x="2744725" y="1557875"/>
                <a:ext cx="36625" cy="48150"/>
              </a:xfrm>
              <a:custGeom>
                <a:avLst/>
                <a:gdLst/>
                <a:ahLst/>
                <a:cxnLst/>
                <a:rect l="l" t="t" r="r" b="b"/>
                <a:pathLst>
                  <a:path w="1465" h="1926" extrusionOk="0">
                    <a:moveTo>
                      <a:pt x="711" y="0"/>
                    </a:moveTo>
                    <a:lnTo>
                      <a:pt x="586" y="105"/>
                    </a:lnTo>
                    <a:lnTo>
                      <a:pt x="502" y="168"/>
                    </a:lnTo>
                    <a:lnTo>
                      <a:pt x="502" y="356"/>
                    </a:lnTo>
                    <a:lnTo>
                      <a:pt x="419" y="419"/>
                    </a:lnTo>
                    <a:lnTo>
                      <a:pt x="356" y="377"/>
                    </a:lnTo>
                    <a:lnTo>
                      <a:pt x="272" y="544"/>
                    </a:lnTo>
                    <a:lnTo>
                      <a:pt x="272" y="733"/>
                    </a:lnTo>
                    <a:lnTo>
                      <a:pt x="188" y="837"/>
                    </a:lnTo>
                    <a:lnTo>
                      <a:pt x="272" y="963"/>
                    </a:lnTo>
                    <a:lnTo>
                      <a:pt x="147" y="963"/>
                    </a:lnTo>
                    <a:lnTo>
                      <a:pt x="167" y="1005"/>
                    </a:lnTo>
                    <a:lnTo>
                      <a:pt x="272" y="1088"/>
                    </a:lnTo>
                    <a:lnTo>
                      <a:pt x="398" y="1256"/>
                    </a:lnTo>
                    <a:lnTo>
                      <a:pt x="377" y="1360"/>
                    </a:lnTo>
                    <a:lnTo>
                      <a:pt x="356" y="1360"/>
                    </a:lnTo>
                    <a:lnTo>
                      <a:pt x="209" y="1256"/>
                    </a:lnTo>
                    <a:lnTo>
                      <a:pt x="84" y="1256"/>
                    </a:lnTo>
                    <a:lnTo>
                      <a:pt x="63" y="1318"/>
                    </a:lnTo>
                    <a:lnTo>
                      <a:pt x="0" y="1402"/>
                    </a:lnTo>
                    <a:lnTo>
                      <a:pt x="105" y="1465"/>
                    </a:lnTo>
                    <a:lnTo>
                      <a:pt x="147" y="1590"/>
                    </a:lnTo>
                    <a:lnTo>
                      <a:pt x="188" y="1632"/>
                    </a:lnTo>
                    <a:lnTo>
                      <a:pt x="105" y="1737"/>
                    </a:lnTo>
                    <a:lnTo>
                      <a:pt x="105" y="1883"/>
                    </a:lnTo>
                    <a:lnTo>
                      <a:pt x="251" y="1821"/>
                    </a:lnTo>
                    <a:lnTo>
                      <a:pt x="272" y="1737"/>
                    </a:lnTo>
                    <a:lnTo>
                      <a:pt x="356" y="1737"/>
                    </a:lnTo>
                    <a:lnTo>
                      <a:pt x="377" y="1883"/>
                    </a:lnTo>
                    <a:lnTo>
                      <a:pt x="460" y="1883"/>
                    </a:lnTo>
                    <a:lnTo>
                      <a:pt x="607" y="1842"/>
                    </a:lnTo>
                    <a:lnTo>
                      <a:pt x="711" y="1883"/>
                    </a:lnTo>
                    <a:lnTo>
                      <a:pt x="837" y="1779"/>
                    </a:lnTo>
                    <a:lnTo>
                      <a:pt x="900" y="1821"/>
                    </a:lnTo>
                    <a:lnTo>
                      <a:pt x="900" y="1925"/>
                    </a:lnTo>
                    <a:lnTo>
                      <a:pt x="983" y="1925"/>
                    </a:lnTo>
                    <a:lnTo>
                      <a:pt x="1025" y="1883"/>
                    </a:lnTo>
                    <a:lnTo>
                      <a:pt x="1235" y="1737"/>
                    </a:lnTo>
                    <a:lnTo>
                      <a:pt x="1235" y="1632"/>
                    </a:lnTo>
                    <a:lnTo>
                      <a:pt x="1214" y="1465"/>
                    </a:lnTo>
                    <a:lnTo>
                      <a:pt x="1151" y="1465"/>
                    </a:lnTo>
                    <a:lnTo>
                      <a:pt x="1109" y="1402"/>
                    </a:lnTo>
                    <a:lnTo>
                      <a:pt x="1193" y="1360"/>
                    </a:lnTo>
                    <a:lnTo>
                      <a:pt x="1297" y="1381"/>
                    </a:lnTo>
                    <a:lnTo>
                      <a:pt x="1339" y="1298"/>
                    </a:lnTo>
                    <a:lnTo>
                      <a:pt x="1465" y="1214"/>
                    </a:lnTo>
                    <a:lnTo>
                      <a:pt x="1423" y="984"/>
                    </a:lnTo>
                    <a:lnTo>
                      <a:pt x="1360" y="900"/>
                    </a:lnTo>
                    <a:lnTo>
                      <a:pt x="1360" y="837"/>
                    </a:lnTo>
                    <a:lnTo>
                      <a:pt x="1235" y="837"/>
                    </a:lnTo>
                    <a:lnTo>
                      <a:pt x="1193" y="691"/>
                    </a:lnTo>
                    <a:lnTo>
                      <a:pt x="1193" y="649"/>
                    </a:lnTo>
                    <a:lnTo>
                      <a:pt x="1130" y="586"/>
                    </a:lnTo>
                    <a:lnTo>
                      <a:pt x="1109" y="482"/>
                    </a:lnTo>
                    <a:lnTo>
                      <a:pt x="1046" y="461"/>
                    </a:lnTo>
                    <a:lnTo>
                      <a:pt x="1004" y="377"/>
                    </a:lnTo>
                    <a:lnTo>
                      <a:pt x="1025" y="272"/>
                    </a:lnTo>
                    <a:lnTo>
                      <a:pt x="983" y="168"/>
                    </a:lnTo>
                    <a:lnTo>
                      <a:pt x="8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6" name="Google Shape;2376;p56"/>
              <p:cNvSpPr/>
              <p:nvPr/>
            </p:nvSpPr>
            <p:spPr>
              <a:xfrm>
                <a:off x="2789175" y="1410350"/>
                <a:ext cx="386600" cy="302375"/>
              </a:xfrm>
              <a:custGeom>
                <a:avLst/>
                <a:gdLst/>
                <a:ahLst/>
                <a:cxnLst/>
                <a:rect l="l" t="t" r="r" b="b"/>
                <a:pathLst>
                  <a:path w="15464" h="12095" extrusionOk="0">
                    <a:moveTo>
                      <a:pt x="9625" y="1"/>
                    </a:moveTo>
                    <a:lnTo>
                      <a:pt x="9521" y="105"/>
                    </a:lnTo>
                    <a:lnTo>
                      <a:pt x="9416" y="105"/>
                    </a:lnTo>
                    <a:lnTo>
                      <a:pt x="9353" y="168"/>
                    </a:lnTo>
                    <a:lnTo>
                      <a:pt x="9416" y="252"/>
                    </a:lnTo>
                    <a:lnTo>
                      <a:pt x="9521" y="273"/>
                    </a:lnTo>
                    <a:lnTo>
                      <a:pt x="9584" y="315"/>
                    </a:lnTo>
                    <a:lnTo>
                      <a:pt x="9458" y="315"/>
                    </a:lnTo>
                    <a:lnTo>
                      <a:pt x="9395" y="377"/>
                    </a:lnTo>
                    <a:lnTo>
                      <a:pt x="9458" y="461"/>
                    </a:lnTo>
                    <a:lnTo>
                      <a:pt x="9584" y="566"/>
                    </a:lnTo>
                    <a:lnTo>
                      <a:pt x="9563" y="629"/>
                    </a:lnTo>
                    <a:lnTo>
                      <a:pt x="9521" y="691"/>
                    </a:lnTo>
                    <a:lnTo>
                      <a:pt x="9625" y="796"/>
                    </a:lnTo>
                    <a:lnTo>
                      <a:pt x="9709" y="817"/>
                    </a:lnTo>
                    <a:lnTo>
                      <a:pt x="9709" y="880"/>
                    </a:lnTo>
                    <a:lnTo>
                      <a:pt x="9605" y="901"/>
                    </a:lnTo>
                    <a:lnTo>
                      <a:pt x="9605" y="942"/>
                    </a:lnTo>
                    <a:lnTo>
                      <a:pt x="9395" y="712"/>
                    </a:lnTo>
                    <a:lnTo>
                      <a:pt x="9353" y="712"/>
                    </a:lnTo>
                    <a:lnTo>
                      <a:pt x="9312" y="796"/>
                    </a:lnTo>
                    <a:lnTo>
                      <a:pt x="9312" y="901"/>
                    </a:lnTo>
                    <a:lnTo>
                      <a:pt x="9270" y="880"/>
                    </a:lnTo>
                    <a:lnTo>
                      <a:pt x="9249" y="691"/>
                    </a:lnTo>
                    <a:lnTo>
                      <a:pt x="9270" y="566"/>
                    </a:lnTo>
                    <a:lnTo>
                      <a:pt x="9186" y="419"/>
                    </a:lnTo>
                    <a:lnTo>
                      <a:pt x="9186" y="273"/>
                    </a:lnTo>
                    <a:lnTo>
                      <a:pt x="9123" y="210"/>
                    </a:lnTo>
                    <a:lnTo>
                      <a:pt x="9081" y="252"/>
                    </a:lnTo>
                    <a:lnTo>
                      <a:pt x="8956" y="147"/>
                    </a:lnTo>
                    <a:lnTo>
                      <a:pt x="8872" y="105"/>
                    </a:lnTo>
                    <a:lnTo>
                      <a:pt x="8851" y="252"/>
                    </a:lnTo>
                    <a:lnTo>
                      <a:pt x="8872" y="461"/>
                    </a:lnTo>
                    <a:lnTo>
                      <a:pt x="8851" y="670"/>
                    </a:lnTo>
                    <a:lnTo>
                      <a:pt x="8893" y="817"/>
                    </a:lnTo>
                    <a:lnTo>
                      <a:pt x="8935" y="984"/>
                    </a:lnTo>
                    <a:lnTo>
                      <a:pt x="8935" y="1047"/>
                    </a:lnTo>
                    <a:lnTo>
                      <a:pt x="8935" y="1193"/>
                    </a:lnTo>
                    <a:lnTo>
                      <a:pt x="8872" y="1235"/>
                    </a:lnTo>
                    <a:lnTo>
                      <a:pt x="8830" y="1131"/>
                    </a:lnTo>
                    <a:lnTo>
                      <a:pt x="8788" y="984"/>
                    </a:lnTo>
                    <a:lnTo>
                      <a:pt x="8747" y="901"/>
                    </a:lnTo>
                    <a:lnTo>
                      <a:pt x="8747" y="775"/>
                    </a:lnTo>
                    <a:lnTo>
                      <a:pt x="8726" y="629"/>
                    </a:lnTo>
                    <a:lnTo>
                      <a:pt x="8684" y="482"/>
                    </a:lnTo>
                    <a:lnTo>
                      <a:pt x="8475" y="357"/>
                    </a:lnTo>
                    <a:lnTo>
                      <a:pt x="8412" y="357"/>
                    </a:lnTo>
                    <a:lnTo>
                      <a:pt x="8370" y="482"/>
                    </a:lnTo>
                    <a:lnTo>
                      <a:pt x="8349" y="524"/>
                    </a:lnTo>
                    <a:lnTo>
                      <a:pt x="8370" y="691"/>
                    </a:lnTo>
                    <a:lnTo>
                      <a:pt x="8558" y="817"/>
                    </a:lnTo>
                    <a:lnTo>
                      <a:pt x="8558" y="901"/>
                    </a:lnTo>
                    <a:lnTo>
                      <a:pt x="8370" y="880"/>
                    </a:lnTo>
                    <a:lnTo>
                      <a:pt x="8328" y="838"/>
                    </a:lnTo>
                    <a:lnTo>
                      <a:pt x="8244" y="838"/>
                    </a:lnTo>
                    <a:lnTo>
                      <a:pt x="8161" y="921"/>
                    </a:lnTo>
                    <a:lnTo>
                      <a:pt x="8244" y="1131"/>
                    </a:lnTo>
                    <a:lnTo>
                      <a:pt x="8224" y="1193"/>
                    </a:lnTo>
                    <a:lnTo>
                      <a:pt x="8077" y="1235"/>
                    </a:lnTo>
                    <a:lnTo>
                      <a:pt x="8035" y="1340"/>
                    </a:lnTo>
                    <a:lnTo>
                      <a:pt x="7952" y="1403"/>
                    </a:lnTo>
                    <a:lnTo>
                      <a:pt x="7910" y="1319"/>
                    </a:lnTo>
                    <a:lnTo>
                      <a:pt x="7910" y="1214"/>
                    </a:lnTo>
                    <a:lnTo>
                      <a:pt x="7847" y="1214"/>
                    </a:lnTo>
                    <a:lnTo>
                      <a:pt x="7784" y="1361"/>
                    </a:lnTo>
                    <a:lnTo>
                      <a:pt x="7700" y="1403"/>
                    </a:lnTo>
                    <a:lnTo>
                      <a:pt x="7680" y="1131"/>
                    </a:lnTo>
                    <a:lnTo>
                      <a:pt x="7700" y="984"/>
                    </a:lnTo>
                    <a:lnTo>
                      <a:pt x="7700" y="921"/>
                    </a:lnTo>
                    <a:lnTo>
                      <a:pt x="7491" y="838"/>
                    </a:lnTo>
                    <a:lnTo>
                      <a:pt x="7470" y="775"/>
                    </a:lnTo>
                    <a:lnTo>
                      <a:pt x="7533" y="691"/>
                    </a:lnTo>
                    <a:lnTo>
                      <a:pt x="7554" y="608"/>
                    </a:lnTo>
                    <a:lnTo>
                      <a:pt x="7470" y="566"/>
                    </a:lnTo>
                    <a:lnTo>
                      <a:pt x="7261" y="524"/>
                    </a:lnTo>
                    <a:lnTo>
                      <a:pt x="7219" y="482"/>
                    </a:lnTo>
                    <a:lnTo>
                      <a:pt x="7073" y="524"/>
                    </a:lnTo>
                    <a:lnTo>
                      <a:pt x="7031" y="629"/>
                    </a:lnTo>
                    <a:lnTo>
                      <a:pt x="7115" y="712"/>
                    </a:lnTo>
                    <a:lnTo>
                      <a:pt x="7115" y="921"/>
                    </a:lnTo>
                    <a:lnTo>
                      <a:pt x="7073" y="984"/>
                    </a:lnTo>
                    <a:lnTo>
                      <a:pt x="6968" y="942"/>
                    </a:lnTo>
                    <a:lnTo>
                      <a:pt x="6864" y="984"/>
                    </a:lnTo>
                    <a:lnTo>
                      <a:pt x="6780" y="901"/>
                    </a:lnTo>
                    <a:lnTo>
                      <a:pt x="6654" y="901"/>
                    </a:lnTo>
                    <a:lnTo>
                      <a:pt x="6633" y="1026"/>
                    </a:lnTo>
                    <a:lnTo>
                      <a:pt x="6675" y="1089"/>
                    </a:lnTo>
                    <a:lnTo>
                      <a:pt x="6738" y="1193"/>
                    </a:lnTo>
                    <a:lnTo>
                      <a:pt x="6801" y="1256"/>
                    </a:lnTo>
                    <a:lnTo>
                      <a:pt x="6801" y="1403"/>
                    </a:lnTo>
                    <a:lnTo>
                      <a:pt x="6864" y="1465"/>
                    </a:lnTo>
                    <a:lnTo>
                      <a:pt x="6905" y="1465"/>
                    </a:lnTo>
                    <a:lnTo>
                      <a:pt x="7010" y="1633"/>
                    </a:lnTo>
                    <a:lnTo>
                      <a:pt x="7010" y="1779"/>
                    </a:lnTo>
                    <a:lnTo>
                      <a:pt x="6968" y="1842"/>
                    </a:lnTo>
                    <a:lnTo>
                      <a:pt x="6989" y="1717"/>
                    </a:lnTo>
                    <a:lnTo>
                      <a:pt x="6947" y="1717"/>
                    </a:lnTo>
                    <a:lnTo>
                      <a:pt x="6843" y="1842"/>
                    </a:lnTo>
                    <a:lnTo>
                      <a:pt x="6780" y="1758"/>
                    </a:lnTo>
                    <a:lnTo>
                      <a:pt x="6780" y="1654"/>
                    </a:lnTo>
                    <a:lnTo>
                      <a:pt x="6801" y="1633"/>
                    </a:lnTo>
                    <a:lnTo>
                      <a:pt x="6780" y="1549"/>
                    </a:lnTo>
                    <a:lnTo>
                      <a:pt x="6738" y="1612"/>
                    </a:lnTo>
                    <a:lnTo>
                      <a:pt x="6654" y="1612"/>
                    </a:lnTo>
                    <a:lnTo>
                      <a:pt x="6654" y="1758"/>
                    </a:lnTo>
                    <a:lnTo>
                      <a:pt x="6592" y="1842"/>
                    </a:lnTo>
                    <a:lnTo>
                      <a:pt x="6571" y="1758"/>
                    </a:lnTo>
                    <a:lnTo>
                      <a:pt x="6508" y="1675"/>
                    </a:lnTo>
                    <a:lnTo>
                      <a:pt x="6550" y="1570"/>
                    </a:lnTo>
                    <a:lnTo>
                      <a:pt x="6550" y="1424"/>
                    </a:lnTo>
                    <a:lnTo>
                      <a:pt x="6445" y="1298"/>
                    </a:lnTo>
                    <a:lnTo>
                      <a:pt x="6382" y="1298"/>
                    </a:lnTo>
                    <a:lnTo>
                      <a:pt x="6257" y="1465"/>
                    </a:lnTo>
                    <a:lnTo>
                      <a:pt x="6215" y="1507"/>
                    </a:lnTo>
                    <a:lnTo>
                      <a:pt x="6215" y="1633"/>
                    </a:lnTo>
                    <a:lnTo>
                      <a:pt x="6257" y="1717"/>
                    </a:lnTo>
                    <a:lnTo>
                      <a:pt x="6215" y="1758"/>
                    </a:lnTo>
                    <a:lnTo>
                      <a:pt x="6131" y="1675"/>
                    </a:lnTo>
                    <a:lnTo>
                      <a:pt x="6152" y="1612"/>
                    </a:lnTo>
                    <a:lnTo>
                      <a:pt x="6110" y="1528"/>
                    </a:lnTo>
                    <a:lnTo>
                      <a:pt x="6131" y="1424"/>
                    </a:lnTo>
                    <a:lnTo>
                      <a:pt x="6110" y="1298"/>
                    </a:lnTo>
                    <a:lnTo>
                      <a:pt x="5985" y="1235"/>
                    </a:lnTo>
                    <a:lnTo>
                      <a:pt x="5985" y="1089"/>
                    </a:lnTo>
                    <a:lnTo>
                      <a:pt x="5985" y="984"/>
                    </a:lnTo>
                    <a:lnTo>
                      <a:pt x="5943" y="984"/>
                    </a:lnTo>
                    <a:lnTo>
                      <a:pt x="5796" y="1110"/>
                    </a:lnTo>
                    <a:lnTo>
                      <a:pt x="5713" y="1131"/>
                    </a:lnTo>
                    <a:lnTo>
                      <a:pt x="5692" y="1256"/>
                    </a:lnTo>
                    <a:lnTo>
                      <a:pt x="5713" y="1340"/>
                    </a:lnTo>
                    <a:lnTo>
                      <a:pt x="5692" y="1403"/>
                    </a:lnTo>
                    <a:lnTo>
                      <a:pt x="5692" y="1465"/>
                    </a:lnTo>
                    <a:lnTo>
                      <a:pt x="5608" y="1528"/>
                    </a:lnTo>
                    <a:lnTo>
                      <a:pt x="5608" y="1445"/>
                    </a:lnTo>
                    <a:lnTo>
                      <a:pt x="5629" y="1403"/>
                    </a:lnTo>
                    <a:lnTo>
                      <a:pt x="5608" y="1340"/>
                    </a:lnTo>
                    <a:lnTo>
                      <a:pt x="5524" y="1424"/>
                    </a:lnTo>
                    <a:lnTo>
                      <a:pt x="5462" y="1570"/>
                    </a:lnTo>
                    <a:lnTo>
                      <a:pt x="5399" y="1612"/>
                    </a:lnTo>
                    <a:lnTo>
                      <a:pt x="5399" y="1340"/>
                    </a:lnTo>
                    <a:lnTo>
                      <a:pt x="5420" y="1256"/>
                    </a:lnTo>
                    <a:lnTo>
                      <a:pt x="5420" y="1193"/>
                    </a:lnTo>
                    <a:lnTo>
                      <a:pt x="5336" y="1152"/>
                    </a:lnTo>
                    <a:lnTo>
                      <a:pt x="5273" y="1214"/>
                    </a:lnTo>
                    <a:lnTo>
                      <a:pt x="5022" y="1214"/>
                    </a:lnTo>
                    <a:lnTo>
                      <a:pt x="4876" y="1319"/>
                    </a:lnTo>
                    <a:lnTo>
                      <a:pt x="4771" y="1298"/>
                    </a:lnTo>
                    <a:lnTo>
                      <a:pt x="4646" y="1361"/>
                    </a:lnTo>
                    <a:lnTo>
                      <a:pt x="4583" y="1465"/>
                    </a:lnTo>
                    <a:lnTo>
                      <a:pt x="4457" y="1465"/>
                    </a:lnTo>
                    <a:lnTo>
                      <a:pt x="4353" y="1528"/>
                    </a:lnTo>
                    <a:lnTo>
                      <a:pt x="4332" y="1654"/>
                    </a:lnTo>
                    <a:lnTo>
                      <a:pt x="4248" y="1612"/>
                    </a:lnTo>
                    <a:lnTo>
                      <a:pt x="4227" y="1633"/>
                    </a:lnTo>
                    <a:lnTo>
                      <a:pt x="4248" y="1737"/>
                    </a:lnTo>
                    <a:lnTo>
                      <a:pt x="4290" y="1758"/>
                    </a:lnTo>
                    <a:lnTo>
                      <a:pt x="4269" y="1863"/>
                    </a:lnTo>
                    <a:lnTo>
                      <a:pt x="4290" y="1968"/>
                    </a:lnTo>
                    <a:lnTo>
                      <a:pt x="4415" y="1947"/>
                    </a:lnTo>
                    <a:lnTo>
                      <a:pt x="4478" y="1863"/>
                    </a:lnTo>
                    <a:lnTo>
                      <a:pt x="4478" y="1779"/>
                    </a:lnTo>
                    <a:lnTo>
                      <a:pt x="4604" y="1758"/>
                    </a:lnTo>
                    <a:lnTo>
                      <a:pt x="4667" y="1717"/>
                    </a:lnTo>
                    <a:lnTo>
                      <a:pt x="4708" y="1675"/>
                    </a:lnTo>
                    <a:lnTo>
                      <a:pt x="4750" y="1821"/>
                    </a:lnTo>
                    <a:lnTo>
                      <a:pt x="4813" y="1758"/>
                    </a:lnTo>
                    <a:lnTo>
                      <a:pt x="4855" y="1654"/>
                    </a:lnTo>
                    <a:lnTo>
                      <a:pt x="4897" y="1633"/>
                    </a:lnTo>
                    <a:lnTo>
                      <a:pt x="4876" y="1779"/>
                    </a:lnTo>
                    <a:lnTo>
                      <a:pt x="4918" y="1842"/>
                    </a:lnTo>
                    <a:lnTo>
                      <a:pt x="5064" y="1842"/>
                    </a:lnTo>
                    <a:lnTo>
                      <a:pt x="4939" y="1884"/>
                    </a:lnTo>
                    <a:lnTo>
                      <a:pt x="4771" y="1926"/>
                    </a:lnTo>
                    <a:lnTo>
                      <a:pt x="4604" y="2051"/>
                    </a:lnTo>
                    <a:lnTo>
                      <a:pt x="4478" y="2093"/>
                    </a:lnTo>
                    <a:lnTo>
                      <a:pt x="4499" y="2198"/>
                    </a:lnTo>
                    <a:lnTo>
                      <a:pt x="4499" y="2281"/>
                    </a:lnTo>
                    <a:lnTo>
                      <a:pt x="4583" y="2281"/>
                    </a:lnTo>
                    <a:lnTo>
                      <a:pt x="4667" y="2198"/>
                    </a:lnTo>
                    <a:lnTo>
                      <a:pt x="4771" y="2198"/>
                    </a:lnTo>
                    <a:lnTo>
                      <a:pt x="4918" y="2156"/>
                    </a:lnTo>
                    <a:lnTo>
                      <a:pt x="5127" y="2135"/>
                    </a:lnTo>
                    <a:lnTo>
                      <a:pt x="5378" y="2072"/>
                    </a:lnTo>
                    <a:lnTo>
                      <a:pt x="5420" y="2135"/>
                    </a:lnTo>
                    <a:lnTo>
                      <a:pt x="5420" y="2198"/>
                    </a:lnTo>
                    <a:lnTo>
                      <a:pt x="5336" y="2240"/>
                    </a:lnTo>
                    <a:lnTo>
                      <a:pt x="5273" y="2177"/>
                    </a:lnTo>
                    <a:lnTo>
                      <a:pt x="5169" y="2177"/>
                    </a:lnTo>
                    <a:lnTo>
                      <a:pt x="5064" y="2261"/>
                    </a:lnTo>
                    <a:lnTo>
                      <a:pt x="4876" y="2261"/>
                    </a:lnTo>
                    <a:lnTo>
                      <a:pt x="4708" y="2386"/>
                    </a:lnTo>
                    <a:lnTo>
                      <a:pt x="4562" y="2386"/>
                    </a:lnTo>
                    <a:lnTo>
                      <a:pt x="4541" y="2449"/>
                    </a:lnTo>
                    <a:lnTo>
                      <a:pt x="4604" y="2554"/>
                    </a:lnTo>
                    <a:lnTo>
                      <a:pt x="4708" y="2554"/>
                    </a:lnTo>
                    <a:lnTo>
                      <a:pt x="4813" y="2616"/>
                    </a:lnTo>
                    <a:lnTo>
                      <a:pt x="4750" y="2658"/>
                    </a:lnTo>
                    <a:lnTo>
                      <a:pt x="4562" y="2658"/>
                    </a:lnTo>
                    <a:lnTo>
                      <a:pt x="4478" y="2574"/>
                    </a:lnTo>
                    <a:lnTo>
                      <a:pt x="4415" y="2574"/>
                    </a:lnTo>
                    <a:lnTo>
                      <a:pt x="4353" y="2616"/>
                    </a:lnTo>
                    <a:lnTo>
                      <a:pt x="4353" y="2763"/>
                    </a:lnTo>
                    <a:lnTo>
                      <a:pt x="4290" y="2826"/>
                    </a:lnTo>
                    <a:lnTo>
                      <a:pt x="4332" y="2909"/>
                    </a:lnTo>
                    <a:lnTo>
                      <a:pt x="4415" y="2972"/>
                    </a:lnTo>
                    <a:lnTo>
                      <a:pt x="4562" y="2909"/>
                    </a:lnTo>
                    <a:lnTo>
                      <a:pt x="4750" y="3014"/>
                    </a:lnTo>
                    <a:lnTo>
                      <a:pt x="4897" y="2993"/>
                    </a:lnTo>
                    <a:lnTo>
                      <a:pt x="4918" y="3035"/>
                    </a:lnTo>
                    <a:lnTo>
                      <a:pt x="5022" y="3035"/>
                    </a:lnTo>
                    <a:lnTo>
                      <a:pt x="5169" y="3139"/>
                    </a:lnTo>
                    <a:lnTo>
                      <a:pt x="5231" y="3139"/>
                    </a:lnTo>
                    <a:lnTo>
                      <a:pt x="5315" y="3118"/>
                    </a:lnTo>
                    <a:lnTo>
                      <a:pt x="5462" y="3139"/>
                    </a:lnTo>
                    <a:lnTo>
                      <a:pt x="5545" y="3139"/>
                    </a:lnTo>
                    <a:lnTo>
                      <a:pt x="5713" y="3035"/>
                    </a:lnTo>
                    <a:lnTo>
                      <a:pt x="5943" y="3035"/>
                    </a:lnTo>
                    <a:lnTo>
                      <a:pt x="6110" y="3014"/>
                    </a:lnTo>
                    <a:lnTo>
                      <a:pt x="6173" y="2972"/>
                    </a:lnTo>
                    <a:lnTo>
                      <a:pt x="6236" y="2930"/>
                    </a:lnTo>
                    <a:lnTo>
                      <a:pt x="6320" y="2930"/>
                    </a:lnTo>
                    <a:lnTo>
                      <a:pt x="6320" y="2993"/>
                    </a:lnTo>
                    <a:lnTo>
                      <a:pt x="6278" y="3077"/>
                    </a:lnTo>
                    <a:lnTo>
                      <a:pt x="6068" y="3098"/>
                    </a:lnTo>
                    <a:lnTo>
                      <a:pt x="5838" y="3139"/>
                    </a:lnTo>
                    <a:lnTo>
                      <a:pt x="5755" y="3202"/>
                    </a:lnTo>
                    <a:lnTo>
                      <a:pt x="5650" y="3223"/>
                    </a:lnTo>
                    <a:lnTo>
                      <a:pt x="5629" y="3244"/>
                    </a:lnTo>
                    <a:lnTo>
                      <a:pt x="5462" y="3223"/>
                    </a:lnTo>
                    <a:lnTo>
                      <a:pt x="5336" y="3286"/>
                    </a:lnTo>
                    <a:lnTo>
                      <a:pt x="5231" y="3286"/>
                    </a:lnTo>
                    <a:lnTo>
                      <a:pt x="5190" y="3223"/>
                    </a:lnTo>
                    <a:lnTo>
                      <a:pt x="5085" y="3223"/>
                    </a:lnTo>
                    <a:lnTo>
                      <a:pt x="4897" y="3118"/>
                    </a:lnTo>
                    <a:lnTo>
                      <a:pt x="4562" y="3118"/>
                    </a:lnTo>
                    <a:lnTo>
                      <a:pt x="4499" y="3077"/>
                    </a:lnTo>
                    <a:lnTo>
                      <a:pt x="4374" y="3098"/>
                    </a:lnTo>
                    <a:lnTo>
                      <a:pt x="4269" y="3077"/>
                    </a:lnTo>
                    <a:lnTo>
                      <a:pt x="4227" y="3118"/>
                    </a:lnTo>
                    <a:lnTo>
                      <a:pt x="4248" y="3286"/>
                    </a:lnTo>
                    <a:lnTo>
                      <a:pt x="4290" y="3328"/>
                    </a:lnTo>
                    <a:lnTo>
                      <a:pt x="4290" y="3516"/>
                    </a:lnTo>
                    <a:lnTo>
                      <a:pt x="4353" y="3642"/>
                    </a:lnTo>
                    <a:lnTo>
                      <a:pt x="4395" y="3704"/>
                    </a:lnTo>
                    <a:lnTo>
                      <a:pt x="4478" y="3725"/>
                    </a:lnTo>
                    <a:lnTo>
                      <a:pt x="4646" y="3934"/>
                    </a:lnTo>
                    <a:lnTo>
                      <a:pt x="4708" y="3976"/>
                    </a:lnTo>
                    <a:lnTo>
                      <a:pt x="4771" y="3955"/>
                    </a:lnTo>
                    <a:lnTo>
                      <a:pt x="4897" y="3767"/>
                    </a:lnTo>
                    <a:lnTo>
                      <a:pt x="5106" y="3662"/>
                    </a:lnTo>
                    <a:lnTo>
                      <a:pt x="5315" y="3537"/>
                    </a:lnTo>
                    <a:lnTo>
                      <a:pt x="5441" y="3432"/>
                    </a:lnTo>
                    <a:lnTo>
                      <a:pt x="5503" y="3349"/>
                    </a:lnTo>
                    <a:lnTo>
                      <a:pt x="5545" y="3349"/>
                    </a:lnTo>
                    <a:lnTo>
                      <a:pt x="5817" y="3411"/>
                    </a:lnTo>
                    <a:lnTo>
                      <a:pt x="6027" y="3390"/>
                    </a:lnTo>
                    <a:lnTo>
                      <a:pt x="6173" y="3390"/>
                    </a:lnTo>
                    <a:lnTo>
                      <a:pt x="6320" y="3495"/>
                    </a:lnTo>
                    <a:lnTo>
                      <a:pt x="6571" y="3516"/>
                    </a:lnTo>
                    <a:lnTo>
                      <a:pt x="6780" y="3516"/>
                    </a:lnTo>
                    <a:lnTo>
                      <a:pt x="6864" y="3558"/>
                    </a:lnTo>
                    <a:lnTo>
                      <a:pt x="6843" y="3600"/>
                    </a:lnTo>
                    <a:lnTo>
                      <a:pt x="6654" y="3621"/>
                    </a:lnTo>
                    <a:lnTo>
                      <a:pt x="6550" y="3600"/>
                    </a:lnTo>
                    <a:lnTo>
                      <a:pt x="6361" y="3558"/>
                    </a:lnTo>
                    <a:lnTo>
                      <a:pt x="6152" y="3453"/>
                    </a:lnTo>
                    <a:lnTo>
                      <a:pt x="6047" y="3453"/>
                    </a:lnTo>
                    <a:lnTo>
                      <a:pt x="5964" y="3495"/>
                    </a:lnTo>
                    <a:lnTo>
                      <a:pt x="5734" y="3453"/>
                    </a:lnTo>
                    <a:lnTo>
                      <a:pt x="5608" y="3432"/>
                    </a:lnTo>
                    <a:lnTo>
                      <a:pt x="5545" y="3516"/>
                    </a:lnTo>
                    <a:lnTo>
                      <a:pt x="5399" y="3600"/>
                    </a:lnTo>
                    <a:lnTo>
                      <a:pt x="5294" y="3725"/>
                    </a:lnTo>
                    <a:lnTo>
                      <a:pt x="5106" y="3830"/>
                    </a:lnTo>
                    <a:lnTo>
                      <a:pt x="5022" y="3976"/>
                    </a:lnTo>
                    <a:lnTo>
                      <a:pt x="4939" y="4060"/>
                    </a:lnTo>
                    <a:lnTo>
                      <a:pt x="4918" y="4123"/>
                    </a:lnTo>
                    <a:lnTo>
                      <a:pt x="5064" y="4227"/>
                    </a:lnTo>
                    <a:lnTo>
                      <a:pt x="5190" y="4227"/>
                    </a:lnTo>
                    <a:lnTo>
                      <a:pt x="5190" y="4290"/>
                    </a:lnTo>
                    <a:lnTo>
                      <a:pt x="5294" y="4395"/>
                    </a:lnTo>
                    <a:lnTo>
                      <a:pt x="5503" y="4395"/>
                    </a:lnTo>
                    <a:lnTo>
                      <a:pt x="5755" y="4478"/>
                    </a:lnTo>
                    <a:lnTo>
                      <a:pt x="5943" y="4478"/>
                    </a:lnTo>
                    <a:lnTo>
                      <a:pt x="6110" y="4332"/>
                    </a:lnTo>
                    <a:lnTo>
                      <a:pt x="6131" y="4144"/>
                    </a:lnTo>
                    <a:lnTo>
                      <a:pt x="6278" y="4081"/>
                    </a:lnTo>
                    <a:lnTo>
                      <a:pt x="6382" y="4123"/>
                    </a:lnTo>
                    <a:lnTo>
                      <a:pt x="6257" y="4165"/>
                    </a:lnTo>
                    <a:lnTo>
                      <a:pt x="6257" y="4269"/>
                    </a:lnTo>
                    <a:lnTo>
                      <a:pt x="6361" y="4290"/>
                    </a:lnTo>
                    <a:lnTo>
                      <a:pt x="6508" y="4248"/>
                    </a:lnTo>
                    <a:lnTo>
                      <a:pt x="6654" y="4269"/>
                    </a:lnTo>
                    <a:lnTo>
                      <a:pt x="6780" y="4186"/>
                    </a:lnTo>
                    <a:lnTo>
                      <a:pt x="6884" y="4227"/>
                    </a:lnTo>
                    <a:lnTo>
                      <a:pt x="6780" y="4332"/>
                    </a:lnTo>
                    <a:lnTo>
                      <a:pt x="6571" y="4353"/>
                    </a:lnTo>
                    <a:lnTo>
                      <a:pt x="6466" y="4374"/>
                    </a:lnTo>
                    <a:lnTo>
                      <a:pt x="6320" y="4374"/>
                    </a:lnTo>
                    <a:lnTo>
                      <a:pt x="6152" y="4541"/>
                    </a:lnTo>
                    <a:lnTo>
                      <a:pt x="6173" y="4604"/>
                    </a:lnTo>
                    <a:lnTo>
                      <a:pt x="6257" y="4646"/>
                    </a:lnTo>
                    <a:lnTo>
                      <a:pt x="6445" y="4604"/>
                    </a:lnTo>
                    <a:lnTo>
                      <a:pt x="6571" y="4771"/>
                    </a:lnTo>
                    <a:lnTo>
                      <a:pt x="7010" y="4771"/>
                    </a:lnTo>
                    <a:lnTo>
                      <a:pt x="7156" y="4750"/>
                    </a:lnTo>
                    <a:lnTo>
                      <a:pt x="7554" y="4583"/>
                    </a:lnTo>
                    <a:lnTo>
                      <a:pt x="7680" y="4562"/>
                    </a:lnTo>
                    <a:lnTo>
                      <a:pt x="7889" y="4395"/>
                    </a:lnTo>
                    <a:lnTo>
                      <a:pt x="7847" y="4353"/>
                    </a:lnTo>
                    <a:lnTo>
                      <a:pt x="7805" y="4353"/>
                    </a:lnTo>
                    <a:lnTo>
                      <a:pt x="7952" y="4165"/>
                    </a:lnTo>
                    <a:lnTo>
                      <a:pt x="8056" y="4165"/>
                    </a:lnTo>
                    <a:lnTo>
                      <a:pt x="8140" y="4039"/>
                    </a:lnTo>
                    <a:lnTo>
                      <a:pt x="8161" y="4060"/>
                    </a:lnTo>
                    <a:lnTo>
                      <a:pt x="8224" y="4165"/>
                    </a:lnTo>
                    <a:lnTo>
                      <a:pt x="8265" y="4165"/>
                    </a:lnTo>
                    <a:lnTo>
                      <a:pt x="8265" y="4060"/>
                    </a:lnTo>
                    <a:lnTo>
                      <a:pt x="8579" y="3830"/>
                    </a:lnTo>
                    <a:lnTo>
                      <a:pt x="8788" y="3809"/>
                    </a:lnTo>
                    <a:lnTo>
                      <a:pt x="9123" y="3662"/>
                    </a:lnTo>
                    <a:lnTo>
                      <a:pt x="9123" y="3746"/>
                    </a:lnTo>
                    <a:lnTo>
                      <a:pt x="8851" y="3872"/>
                    </a:lnTo>
                    <a:lnTo>
                      <a:pt x="8684" y="3872"/>
                    </a:lnTo>
                    <a:lnTo>
                      <a:pt x="8370" y="4060"/>
                    </a:lnTo>
                    <a:lnTo>
                      <a:pt x="8328" y="4227"/>
                    </a:lnTo>
                    <a:lnTo>
                      <a:pt x="8203" y="4332"/>
                    </a:lnTo>
                    <a:lnTo>
                      <a:pt x="8056" y="4332"/>
                    </a:lnTo>
                    <a:lnTo>
                      <a:pt x="8014" y="4478"/>
                    </a:lnTo>
                    <a:lnTo>
                      <a:pt x="7952" y="4541"/>
                    </a:lnTo>
                    <a:lnTo>
                      <a:pt x="7952" y="4583"/>
                    </a:lnTo>
                    <a:lnTo>
                      <a:pt x="8244" y="4562"/>
                    </a:lnTo>
                    <a:lnTo>
                      <a:pt x="8328" y="4604"/>
                    </a:lnTo>
                    <a:lnTo>
                      <a:pt x="8454" y="4604"/>
                    </a:lnTo>
                    <a:lnTo>
                      <a:pt x="8579" y="4688"/>
                    </a:lnTo>
                    <a:lnTo>
                      <a:pt x="8558" y="4750"/>
                    </a:lnTo>
                    <a:lnTo>
                      <a:pt x="8663" y="4792"/>
                    </a:lnTo>
                    <a:lnTo>
                      <a:pt x="8747" y="4792"/>
                    </a:lnTo>
                    <a:lnTo>
                      <a:pt x="8788" y="4855"/>
                    </a:lnTo>
                    <a:lnTo>
                      <a:pt x="8663" y="4876"/>
                    </a:lnTo>
                    <a:lnTo>
                      <a:pt x="8558" y="4918"/>
                    </a:lnTo>
                    <a:lnTo>
                      <a:pt x="8433" y="4813"/>
                    </a:lnTo>
                    <a:lnTo>
                      <a:pt x="8224" y="4750"/>
                    </a:lnTo>
                    <a:lnTo>
                      <a:pt x="7952" y="4771"/>
                    </a:lnTo>
                    <a:lnTo>
                      <a:pt x="7554" y="4813"/>
                    </a:lnTo>
                    <a:lnTo>
                      <a:pt x="7408" y="4876"/>
                    </a:lnTo>
                    <a:lnTo>
                      <a:pt x="7303" y="4876"/>
                    </a:lnTo>
                    <a:lnTo>
                      <a:pt x="7303" y="4918"/>
                    </a:lnTo>
                    <a:lnTo>
                      <a:pt x="7324" y="4981"/>
                    </a:lnTo>
                    <a:lnTo>
                      <a:pt x="7512" y="5022"/>
                    </a:lnTo>
                    <a:lnTo>
                      <a:pt x="7680" y="5022"/>
                    </a:lnTo>
                    <a:lnTo>
                      <a:pt x="7784" y="5085"/>
                    </a:lnTo>
                    <a:lnTo>
                      <a:pt x="7784" y="5169"/>
                    </a:lnTo>
                    <a:lnTo>
                      <a:pt x="7638" y="5190"/>
                    </a:lnTo>
                    <a:lnTo>
                      <a:pt x="7533" y="5106"/>
                    </a:lnTo>
                    <a:lnTo>
                      <a:pt x="7324" y="5085"/>
                    </a:lnTo>
                    <a:lnTo>
                      <a:pt x="7219" y="5002"/>
                    </a:lnTo>
                    <a:lnTo>
                      <a:pt x="7115" y="4981"/>
                    </a:lnTo>
                    <a:lnTo>
                      <a:pt x="6947" y="5064"/>
                    </a:lnTo>
                    <a:lnTo>
                      <a:pt x="6696" y="5085"/>
                    </a:lnTo>
                    <a:lnTo>
                      <a:pt x="6508" y="5002"/>
                    </a:lnTo>
                    <a:lnTo>
                      <a:pt x="6361" y="5002"/>
                    </a:lnTo>
                    <a:lnTo>
                      <a:pt x="6215" y="4960"/>
                    </a:lnTo>
                    <a:lnTo>
                      <a:pt x="6131" y="4897"/>
                    </a:lnTo>
                    <a:lnTo>
                      <a:pt x="5922" y="4918"/>
                    </a:lnTo>
                    <a:lnTo>
                      <a:pt x="5859" y="5064"/>
                    </a:lnTo>
                    <a:lnTo>
                      <a:pt x="5922" y="5169"/>
                    </a:lnTo>
                    <a:lnTo>
                      <a:pt x="5922" y="5587"/>
                    </a:lnTo>
                    <a:lnTo>
                      <a:pt x="5943" y="5629"/>
                    </a:lnTo>
                    <a:lnTo>
                      <a:pt x="5838" y="5755"/>
                    </a:lnTo>
                    <a:lnTo>
                      <a:pt x="5838" y="5839"/>
                    </a:lnTo>
                    <a:lnTo>
                      <a:pt x="5922" y="5901"/>
                    </a:lnTo>
                    <a:lnTo>
                      <a:pt x="5985" y="6006"/>
                    </a:lnTo>
                    <a:lnTo>
                      <a:pt x="6131" y="6006"/>
                    </a:lnTo>
                    <a:lnTo>
                      <a:pt x="6236" y="6069"/>
                    </a:lnTo>
                    <a:lnTo>
                      <a:pt x="6110" y="6048"/>
                    </a:lnTo>
                    <a:lnTo>
                      <a:pt x="6027" y="6111"/>
                    </a:lnTo>
                    <a:lnTo>
                      <a:pt x="5985" y="6173"/>
                    </a:lnTo>
                    <a:lnTo>
                      <a:pt x="5964" y="6069"/>
                    </a:lnTo>
                    <a:lnTo>
                      <a:pt x="5859" y="5964"/>
                    </a:lnTo>
                    <a:lnTo>
                      <a:pt x="5817" y="5964"/>
                    </a:lnTo>
                    <a:lnTo>
                      <a:pt x="5796" y="6027"/>
                    </a:lnTo>
                    <a:lnTo>
                      <a:pt x="5713" y="5922"/>
                    </a:lnTo>
                    <a:lnTo>
                      <a:pt x="5692" y="5734"/>
                    </a:lnTo>
                    <a:lnTo>
                      <a:pt x="5692" y="5525"/>
                    </a:lnTo>
                    <a:lnTo>
                      <a:pt x="5629" y="5232"/>
                    </a:lnTo>
                    <a:lnTo>
                      <a:pt x="5503" y="5085"/>
                    </a:lnTo>
                    <a:lnTo>
                      <a:pt x="5503" y="4981"/>
                    </a:lnTo>
                    <a:lnTo>
                      <a:pt x="5231" y="4792"/>
                    </a:lnTo>
                    <a:lnTo>
                      <a:pt x="5169" y="4792"/>
                    </a:lnTo>
                    <a:lnTo>
                      <a:pt x="5001" y="4688"/>
                    </a:lnTo>
                    <a:lnTo>
                      <a:pt x="4980" y="4583"/>
                    </a:lnTo>
                    <a:lnTo>
                      <a:pt x="4876" y="4541"/>
                    </a:lnTo>
                    <a:lnTo>
                      <a:pt x="4708" y="4583"/>
                    </a:lnTo>
                    <a:lnTo>
                      <a:pt x="4353" y="4981"/>
                    </a:lnTo>
                    <a:lnTo>
                      <a:pt x="4290" y="5106"/>
                    </a:lnTo>
                    <a:lnTo>
                      <a:pt x="4290" y="5211"/>
                    </a:lnTo>
                    <a:lnTo>
                      <a:pt x="4374" y="5274"/>
                    </a:lnTo>
                    <a:lnTo>
                      <a:pt x="4499" y="5315"/>
                    </a:lnTo>
                    <a:lnTo>
                      <a:pt x="4562" y="5441"/>
                    </a:lnTo>
                    <a:lnTo>
                      <a:pt x="4562" y="5525"/>
                    </a:lnTo>
                    <a:lnTo>
                      <a:pt x="4541" y="5546"/>
                    </a:lnTo>
                    <a:lnTo>
                      <a:pt x="4457" y="5420"/>
                    </a:lnTo>
                    <a:lnTo>
                      <a:pt x="4374" y="5399"/>
                    </a:lnTo>
                    <a:lnTo>
                      <a:pt x="4290" y="5336"/>
                    </a:lnTo>
                    <a:lnTo>
                      <a:pt x="4248" y="5378"/>
                    </a:lnTo>
                    <a:lnTo>
                      <a:pt x="4164" y="5399"/>
                    </a:lnTo>
                    <a:lnTo>
                      <a:pt x="4143" y="5483"/>
                    </a:lnTo>
                    <a:lnTo>
                      <a:pt x="4185" y="5608"/>
                    </a:lnTo>
                    <a:lnTo>
                      <a:pt x="4269" y="5650"/>
                    </a:lnTo>
                    <a:lnTo>
                      <a:pt x="4332" y="5818"/>
                    </a:lnTo>
                    <a:lnTo>
                      <a:pt x="4353" y="6131"/>
                    </a:lnTo>
                    <a:lnTo>
                      <a:pt x="4269" y="6278"/>
                    </a:lnTo>
                    <a:lnTo>
                      <a:pt x="4269" y="6445"/>
                    </a:lnTo>
                    <a:lnTo>
                      <a:pt x="4185" y="6634"/>
                    </a:lnTo>
                    <a:lnTo>
                      <a:pt x="4185" y="6759"/>
                    </a:lnTo>
                    <a:lnTo>
                      <a:pt x="4227" y="6780"/>
                    </a:lnTo>
                    <a:lnTo>
                      <a:pt x="4290" y="6759"/>
                    </a:lnTo>
                    <a:lnTo>
                      <a:pt x="4290" y="6759"/>
                    </a:lnTo>
                    <a:lnTo>
                      <a:pt x="4269" y="6906"/>
                    </a:lnTo>
                    <a:lnTo>
                      <a:pt x="4185" y="7052"/>
                    </a:lnTo>
                    <a:lnTo>
                      <a:pt x="4143" y="6968"/>
                    </a:lnTo>
                    <a:lnTo>
                      <a:pt x="4123" y="6864"/>
                    </a:lnTo>
                    <a:lnTo>
                      <a:pt x="4018" y="6780"/>
                    </a:lnTo>
                    <a:lnTo>
                      <a:pt x="3934" y="6864"/>
                    </a:lnTo>
                    <a:lnTo>
                      <a:pt x="3934" y="7052"/>
                    </a:lnTo>
                    <a:lnTo>
                      <a:pt x="4081" y="7303"/>
                    </a:lnTo>
                    <a:lnTo>
                      <a:pt x="4248" y="7282"/>
                    </a:lnTo>
                    <a:lnTo>
                      <a:pt x="4353" y="7324"/>
                    </a:lnTo>
                    <a:lnTo>
                      <a:pt x="4395" y="7408"/>
                    </a:lnTo>
                    <a:lnTo>
                      <a:pt x="4583" y="7408"/>
                    </a:lnTo>
                    <a:lnTo>
                      <a:pt x="4792" y="7491"/>
                    </a:lnTo>
                    <a:lnTo>
                      <a:pt x="4876" y="7408"/>
                    </a:lnTo>
                    <a:lnTo>
                      <a:pt x="5001" y="7324"/>
                    </a:lnTo>
                    <a:lnTo>
                      <a:pt x="5001" y="7261"/>
                    </a:lnTo>
                    <a:lnTo>
                      <a:pt x="5085" y="7219"/>
                    </a:lnTo>
                    <a:lnTo>
                      <a:pt x="5085" y="7303"/>
                    </a:lnTo>
                    <a:lnTo>
                      <a:pt x="5022" y="7408"/>
                    </a:lnTo>
                    <a:lnTo>
                      <a:pt x="5022" y="7533"/>
                    </a:lnTo>
                    <a:lnTo>
                      <a:pt x="4980" y="7596"/>
                    </a:lnTo>
                    <a:lnTo>
                      <a:pt x="4876" y="7533"/>
                    </a:lnTo>
                    <a:lnTo>
                      <a:pt x="4646" y="7533"/>
                    </a:lnTo>
                    <a:lnTo>
                      <a:pt x="4541" y="7575"/>
                    </a:lnTo>
                    <a:lnTo>
                      <a:pt x="4541" y="7680"/>
                    </a:lnTo>
                    <a:lnTo>
                      <a:pt x="4583" y="7701"/>
                    </a:lnTo>
                    <a:lnTo>
                      <a:pt x="4708" y="7701"/>
                    </a:lnTo>
                    <a:lnTo>
                      <a:pt x="4750" y="7784"/>
                    </a:lnTo>
                    <a:lnTo>
                      <a:pt x="4646" y="7784"/>
                    </a:lnTo>
                    <a:lnTo>
                      <a:pt x="4646" y="7952"/>
                    </a:lnTo>
                    <a:lnTo>
                      <a:pt x="4478" y="7722"/>
                    </a:lnTo>
                    <a:lnTo>
                      <a:pt x="4395" y="7722"/>
                    </a:lnTo>
                    <a:lnTo>
                      <a:pt x="4353" y="7617"/>
                    </a:lnTo>
                    <a:lnTo>
                      <a:pt x="4290" y="7533"/>
                    </a:lnTo>
                    <a:lnTo>
                      <a:pt x="4039" y="7366"/>
                    </a:lnTo>
                    <a:lnTo>
                      <a:pt x="3976" y="7366"/>
                    </a:lnTo>
                    <a:lnTo>
                      <a:pt x="3830" y="7199"/>
                    </a:lnTo>
                    <a:lnTo>
                      <a:pt x="3830" y="7178"/>
                    </a:lnTo>
                    <a:lnTo>
                      <a:pt x="3725" y="7178"/>
                    </a:lnTo>
                    <a:lnTo>
                      <a:pt x="3620" y="7261"/>
                    </a:lnTo>
                    <a:lnTo>
                      <a:pt x="3516" y="7261"/>
                    </a:lnTo>
                    <a:lnTo>
                      <a:pt x="3432" y="7303"/>
                    </a:lnTo>
                    <a:lnTo>
                      <a:pt x="3286" y="7261"/>
                    </a:lnTo>
                    <a:lnTo>
                      <a:pt x="3034" y="7303"/>
                    </a:lnTo>
                    <a:lnTo>
                      <a:pt x="2972" y="7282"/>
                    </a:lnTo>
                    <a:lnTo>
                      <a:pt x="2783" y="7471"/>
                    </a:lnTo>
                    <a:lnTo>
                      <a:pt x="2700" y="7617"/>
                    </a:lnTo>
                    <a:lnTo>
                      <a:pt x="2700" y="7743"/>
                    </a:lnTo>
                    <a:lnTo>
                      <a:pt x="2595" y="7784"/>
                    </a:lnTo>
                    <a:lnTo>
                      <a:pt x="2490" y="7847"/>
                    </a:lnTo>
                    <a:lnTo>
                      <a:pt x="2365" y="7910"/>
                    </a:lnTo>
                    <a:lnTo>
                      <a:pt x="2344" y="7994"/>
                    </a:lnTo>
                    <a:lnTo>
                      <a:pt x="2198" y="8098"/>
                    </a:lnTo>
                    <a:lnTo>
                      <a:pt x="2177" y="8224"/>
                    </a:lnTo>
                    <a:lnTo>
                      <a:pt x="2260" y="8224"/>
                    </a:lnTo>
                    <a:lnTo>
                      <a:pt x="2281" y="8307"/>
                    </a:lnTo>
                    <a:lnTo>
                      <a:pt x="2177" y="8307"/>
                    </a:lnTo>
                    <a:lnTo>
                      <a:pt x="2093" y="8349"/>
                    </a:lnTo>
                    <a:lnTo>
                      <a:pt x="2260" y="8475"/>
                    </a:lnTo>
                    <a:lnTo>
                      <a:pt x="2407" y="8517"/>
                    </a:lnTo>
                    <a:lnTo>
                      <a:pt x="2511" y="8433"/>
                    </a:lnTo>
                    <a:lnTo>
                      <a:pt x="2490" y="8349"/>
                    </a:lnTo>
                    <a:lnTo>
                      <a:pt x="2658" y="8370"/>
                    </a:lnTo>
                    <a:lnTo>
                      <a:pt x="2825" y="8245"/>
                    </a:lnTo>
                    <a:lnTo>
                      <a:pt x="2825" y="8349"/>
                    </a:lnTo>
                    <a:lnTo>
                      <a:pt x="2700" y="8412"/>
                    </a:lnTo>
                    <a:lnTo>
                      <a:pt x="2616" y="8538"/>
                    </a:lnTo>
                    <a:lnTo>
                      <a:pt x="2616" y="8621"/>
                    </a:lnTo>
                    <a:lnTo>
                      <a:pt x="2783" y="8621"/>
                    </a:lnTo>
                    <a:lnTo>
                      <a:pt x="2888" y="8642"/>
                    </a:lnTo>
                    <a:lnTo>
                      <a:pt x="3014" y="8475"/>
                    </a:lnTo>
                    <a:lnTo>
                      <a:pt x="3202" y="8349"/>
                    </a:lnTo>
                    <a:lnTo>
                      <a:pt x="3307" y="8119"/>
                    </a:lnTo>
                    <a:lnTo>
                      <a:pt x="3453" y="7931"/>
                    </a:lnTo>
                    <a:lnTo>
                      <a:pt x="3558" y="7910"/>
                    </a:lnTo>
                    <a:lnTo>
                      <a:pt x="3558" y="7910"/>
                    </a:lnTo>
                    <a:lnTo>
                      <a:pt x="3537" y="7994"/>
                    </a:lnTo>
                    <a:lnTo>
                      <a:pt x="3453" y="8035"/>
                    </a:lnTo>
                    <a:lnTo>
                      <a:pt x="3307" y="8245"/>
                    </a:lnTo>
                    <a:lnTo>
                      <a:pt x="3348" y="8349"/>
                    </a:lnTo>
                    <a:lnTo>
                      <a:pt x="3244" y="8349"/>
                    </a:lnTo>
                    <a:lnTo>
                      <a:pt x="3181" y="8454"/>
                    </a:lnTo>
                    <a:lnTo>
                      <a:pt x="3202" y="8538"/>
                    </a:lnTo>
                    <a:lnTo>
                      <a:pt x="3286" y="8538"/>
                    </a:lnTo>
                    <a:lnTo>
                      <a:pt x="3223" y="8580"/>
                    </a:lnTo>
                    <a:lnTo>
                      <a:pt x="3139" y="8580"/>
                    </a:lnTo>
                    <a:lnTo>
                      <a:pt x="3034" y="8684"/>
                    </a:lnTo>
                    <a:lnTo>
                      <a:pt x="3076" y="8747"/>
                    </a:lnTo>
                    <a:lnTo>
                      <a:pt x="3202" y="8747"/>
                    </a:lnTo>
                    <a:lnTo>
                      <a:pt x="3118" y="8789"/>
                    </a:lnTo>
                    <a:lnTo>
                      <a:pt x="2993" y="8747"/>
                    </a:lnTo>
                    <a:lnTo>
                      <a:pt x="2888" y="8747"/>
                    </a:lnTo>
                    <a:lnTo>
                      <a:pt x="2804" y="8789"/>
                    </a:lnTo>
                    <a:lnTo>
                      <a:pt x="2721" y="8831"/>
                    </a:lnTo>
                    <a:lnTo>
                      <a:pt x="2679" y="8872"/>
                    </a:lnTo>
                    <a:lnTo>
                      <a:pt x="2721" y="8977"/>
                    </a:lnTo>
                    <a:lnTo>
                      <a:pt x="2804" y="8977"/>
                    </a:lnTo>
                    <a:lnTo>
                      <a:pt x="2867" y="8935"/>
                    </a:lnTo>
                    <a:lnTo>
                      <a:pt x="2909" y="8956"/>
                    </a:lnTo>
                    <a:lnTo>
                      <a:pt x="3014" y="8956"/>
                    </a:lnTo>
                    <a:lnTo>
                      <a:pt x="3014" y="9040"/>
                    </a:lnTo>
                    <a:lnTo>
                      <a:pt x="2930" y="9040"/>
                    </a:lnTo>
                    <a:lnTo>
                      <a:pt x="2825" y="8998"/>
                    </a:lnTo>
                    <a:lnTo>
                      <a:pt x="2783" y="9040"/>
                    </a:lnTo>
                    <a:lnTo>
                      <a:pt x="2783" y="9082"/>
                    </a:lnTo>
                    <a:lnTo>
                      <a:pt x="2888" y="9103"/>
                    </a:lnTo>
                    <a:lnTo>
                      <a:pt x="2867" y="9144"/>
                    </a:lnTo>
                    <a:lnTo>
                      <a:pt x="2783" y="9186"/>
                    </a:lnTo>
                    <a:lnTo>
                      <a:pt x="2700" y="9186"/>
                    </a:lnTo>
                    <a:lnTo>
                      <a:pt x="2700" y="9249"/>
                    </a:lnTo>
                    <a:lnTo>
                      <a:pt x="2783" y="9396"/>
                    </a:lnTo>
                    <a:lnTo>
                      <a:pt x="2867" y="9396"/>
                    </a:lnTo>
                    <a:lnTo>
                      <a:pt x="2909" y="9312"/>
                    </a:lnTo>
                    <a:lnTo>
                      <a:pt x="3034" y="9207"/>
                    </a:lnTo>
                    <a:lnTo>
                      <a:pt x="3014" y="9312"/>
                    </a:lnTo>
                    <a:lnTo>
                      <a:pt x="2909" y="9396"/>
                    </a:lnTo>
                    <a:lnTo>
                      <a:pt x="2825" y="9479"/>
                    </a:lnTo>
                    <a:lnTo>
                      <a:pt x="2804" y="9563"/>
                    </a:lnTo>
                    <a:lnTo>
                      <a:pt x="2972" y="9626"/>
                    </a:lnTo>
                    <a:lnTo>
                      <a:pt x="3097" y="9626"/>
                    </a:lnTo>
                    <a:lnTo>
                      <a:pt x="3118" y="9605"/>
                    </a:lnTo>
                    <a:lnTo>
                      <a:pt x="3181" y="9605"/>
                    </a:lnTo>
                    <a:lnTo>
                      <a:pt x="3244" y="9668"/>
                    </a:lnTo>
                    <a:lnTo>
                      <a:pt x="3432" y="9584"/>
                    </a:lnTo>
                    <a:lnTo>
                      <a:pt x="3620" y="9416"/>
                    </a:lnTo>
                    <a:lnTo>
                      <a:pt x="3620" y="9396"/>
                    </a:lnTo>
                    <a:lnTo>
                      <a:pt x="3725" y="9312"/>
                    </a:lnTo>
                    <a:lnTo>
                      <a:pt x="3934" y="9103"/>
                    </a:lnTo>
                    <a:lnTo>
                      <a:pt x="3934" y="9040"/>
                    </a:lnTo>
                    <a:lnTo>
                      <a:pt x="4018" y="8956"/>
                    </a:lnTo>
                    <a:lnTo>
                      <a:pt x="4081" y="8956"/>
                    </a:lnTo>
                    <a:lnTo>
                      <a:pt x="4018" y="9040"/>
                    </a:lnTo>
                    <a:lnTo>
                      <a:pt x="3976" y="9144"/>
                    </a:lnTo>
                    <a:lnTo>
                      <a:pt x="3809" y="9354"/>
                    </a:lnTo>
                    <a:lnTo>
                      <a:pt x="3599" y="9479"/>
                    </a:lnTo>
                    <a:lnTo>
                      <a:pt x="3453" y="9626"/>
                    </a:lnTo>
                    <a:lnTo>
                      <a:pt x="3307" y="9709"/>
                    </a:lnTo>
                    <a:lnTo>
                      <a:pt x="3223" y="9793"/>
                    </a:lnTo>
                    <a:lnTo>
                      <a:pt x="3286" y="9877"/>
                    </a:lnTo>
                    <a:lnTo>
                      <a:pt x="3223" y="9898"/>
                    </a:lnTo>
                    <a:lnTo>
                      <a:pt x="3076" y="9772"/>
                    </a:lnTo>
                    <a:lnTo>
                      <a:pt x="2825" y="9772"/>
                    </a:lnTo>
                    <a:lnTo>
                      <a:pt x="2825" y="9835"/>
                    </a:lnTo>
                    <a:lnTo>
                      <a:pt x="2783" y="9814"/>
                    </a:lnTo>
                    <a:lnTo>
                      <a:pt x="2700" y="9688"/>
                    </a:lnTo>
                    <a:lnTo>
                      <a:pt x="2490" y="9584"/>
                    </a:lnTo>
                    <a:lnTo>
                      <a:pt x="2407" y="9605"/>
                    </a:lnTo>
                    <a:lnTo>
                      <a:pt x="2365" y="9563"/>
                    </a:lnTo>
                    <a:lnTo>
                      <a:pt x="2407" y="9416"/>
                    </a:lnTo>
                    <a:lnTo>
                      <a:pt x="2407" y="9082"/>
                    </a:lnTo>
                    <a:lnTo>
                      <a:pt x="2365" y="8872"/>
                    </a:lnTo>
                    <a:lnTo>
                      <a:pt x="2239" y="8726"/>
                    </a:lnTo>
                    <a:lnTo>
                      <a:pt x="2156" y="8726"/>
                    </a:lnTo>
                    <a:lnTo>
                      <a:pt x="2030" y="8663"/>
                    </a:lnTo>
                    <a:lnTo>
                      <a:pt x="1946" y="8684"/>
                    </a:lnTo>
                    <a:lnTo>
                      <a:pt x="1821" y="8684"/>
                    </a:lnTo>
                    <a:lnTo>
                      <a:pt x="1737" y="8726"/>
                    </a:lnTo>
                    <a:lnTo>
                      <a:pt x="1633" y="8747"/>
                    </a:lnTo>
                    <a:lnTo>
                      <a:pt x="1633" y="8831"/>
                    </a:lnTo>
                    <a:lnTo>
                      <a:pt x="1654" y="8935"/>
                    </a:lnTo>
                    <a:lnTo>
                      <a:pt x="1633" y="8977"/>
                    </a:lnTo>
                    <a:lnTo>
                      <a:pt x="1612" y="9165"/>
                    </a:lnTo>
                    <a:lnTo>
                      <a:pt x="1654" y="9249"/>
                    </a:lnTo>
                    <a:lnTo>
                      <a:pt x="1716" y="9249"/>
                    </a:lnTo>
                    <a:lnTo>
                      <a:pt x="1716" y="9312"/>
                    </a:lnTo>
                    <a:lnTo>
                      <a:pt x="1612" y="9396"/>
                    </a:lnTo>
                    <a:lnTo>
                      <a:pt x="1570" y="9458"/>
                    </a:lnTo>
                    <a:lnTo>
                      <a:pt x="1654" y="9563"/>
                    </a:lnTo>
                    <a:lnTo>
                      <a:pt x="1737" y="9563"/>
                    </a:lnTo>
                    <a:lnTo>
                      <a:pt x="1758" y="9500"/>
                    </a:lnTo>
                    <a:lnTo>
                      <a:pt x="1884" y="9563"/>
                    </a:lnTo>
                    <a:lnTo>
                      <a:pt x="1863" y="9584"/>
                    </a:lnTo>
                    <a:lnTo>
                      <a:pt x="1737" y="9584"/>
                    </a:lnTo>
                    <a:lnTo>
                      <a:pt x="1737" y="9605"/>
                    </a:lnTo>
                    <a:lnTo>
                      <a:pt x="1821" y="9668"/>
                    </a:lnTo>
                    <a:lnTo>
                      <a:pt x="1821" y="9709"/>
                    </a:lnTo>
                    <a:lnTo>
                      <a:pt x="1737" y="9772"/>
                    </a:lnTo>
                    <a:lnTo>
                      <a:pt x="1716" y="9793"/>
                    </a:lnTo>
                    <a:lnTo>
                      <a:pt x="1779" y="9814"/>
                    </a:lnTo>
                    <a:lnTo>
                      <a:pt x="1842" y="9877"/>
                    </a:lnTo>
                    <a:lnTo>
                      <a:pt x="1946" y="9877"/>
                    </a:lnTo>
                    <a:lnTo>
                      <a:pt x="1967" y="9898"/>
                    </a:lnTo>
                    <a:lnTo>
                      <a:pt x="1926" y="9940"/>
                    </a:lnTo>
                    <a:lnTo>
                      <a:pt x="1821" y="9940"/>
                    </a:lnTo>
                    <a:lnTo>
                      <a:pt x="1779" y="9981"/>
                    </a:lnTo>
                    <a:lnTo>
                      <a:pt x="1654" y="9877"/>
                    </a:lnTo>
                    <a:lnTo>
                      <a:pt x="1612" y="9898"/>
                    </a:lnTo>
                    <a:lnTo>
                      <a:pt x="1570" y="9940"/>
                    </a:lnTo>
                    <a:lnTo>
                      <a:pt x="1507" y="9940"/>
                    </a:lnTo>
                    <a:lnTo>
                      <a:pt x="1444" y="9835"/>
                    </a:lnTo>
                    <a:lnTo>
                      <a:pt x="1361" y="9814"/>
                    </a:lnTo>
                    <a:lnTo>
                      <a:pt x="1298" y="9877"/>
                    </a:lnTo>
                    <a:lnTo>
                      <a:pt x="1110" y="9877"/>
                    </a:lnTo>
                    <a:lnTo>
                      <a:pt x="984" y="9793"/>
                    </a:lnTo>
                    <a:lnTo>
                      <a:pt x="879" y="9793"/>
                    </a:lnTo>
                    <a:lnTo>
                      <a:pt x="817" y="9835"/>
                    </a:lnTo>
                    <a:lnTo>
                      <a:pt x="817" y="9919"/>
                    </a:lnTo>
                    <a:lnTo>
                      <a:pt x="733" y="9940"/>
                    </a:lnTo>
                    <a:lnTo>
                      <a:pt x="628" y="9981"/>
                    </a:lnTo>
                    <a:lnTo>
                      <a:pt x="586" y="10044"/>
                    </a:lnTo>
                    <a:lnTo>
                      <a:pt x="419" y="10086"/>
                    </a:lnTo>
                    <a:lnTo>
                      <a:pt x="377" y="10107"/>
                    </a:lnTo>
                    <a:lnTo>
                      <a:pt x="273" y="10128"/>
                    </a:lnTo>
                    <a:lnTo>
                      <a:pt x="189" y="10212"/>
                    </a:lnTo>
                    <a:lnTo>
                      <a:pt x="168" y="10316"/>
                    </a:lnTo>
                    <a:lnTo>
                      <a:pt x="168" y="10358"/>
                    </a:lnTo>
                    <a:lnTo>
                      <a:pt x="147" y="10442"/>
                    </a:lnTo>
                    <a:lnTo>
                      <a:pt x="1" y="10525"/>
                    </a:lnTo>
                    <a:lnTo>
                      <a:pt x="1" y="10609"/>
                    </a:lnTo>
                    <a:lnTo>
                      <a:pt x="42" y="10651"/>
                    </a:lnTo>
                    <a:lnTo>
                      <a:pt x="42" y="10818"/>
                    </a:lnTo>
                    <a:lnTo>
                      <a:pt x="63" y="10860"/>
                    </a:lnTo>
                    <a:lnTo>
                      <a:pt x="189" y="10860"/>
                    </a:lnTo>
                    <a:lnTo>
                      <a:pt x="252" y="10735"/>
                    </a:lnTo>
                    <a:lnTo>
                      <a:pt x="294" y="10735"/>
                    </a:lnTo>
                    <a:lnTo>
                      <a:pt x="273" y="10756"/>
                    </a:lnTo>
                    <a:lnTo>
                      <a:pt x="210" y="10860"/>
                    </a:lnTo>
                    <a:lnTo>
                      <a:pt x="273" y="10881"/>
                    </a:lnTo>
                    <a:lnTo>
                      <a:pt x="356" y="10818"/>
                    </a:lnTo>
                    <a:lnTo>
                      <a:pt x="356" y="10651"/>
                    </a:lnTo>
                    <a:lnTo>
                      <a:pt x="398" y="10421"/>
                    </a:lnTo>
                    <a:lnTo>
                      <a:pt x="482" y="10400"/>
                    </a:lnTo>
                    <a:lnTo>
                      <a:pt x="566" y="10337"/>
                    </a:lnTo>
                    <a:lnTo>
                      <a:pt x="419" y="10567"/>
                    </a:lnTo>
                    <a:lnTo>
                      <a:pt x="419" y="10672"/>
                    </a:lnTo>
                    <a:lnTo>
                      <a:pt x="398" y="10714"/>
                    </a:lnTo>
                    <a:lnTo>
                      <a:pt x="377" y="10839"/>
                    </a:lnTo>
                    <a:lnTo>
                      <a:pt x="314" y="10944"/>
                    </a:lnTo>
                    <a:lnTo>
                      <a:pt x="377" y="10986"/>
                    </a:lnTo>
                    <a:lnTo>
                      <a:pt x="419" y="10986"/>
                    </a:lnTo>
                    <a:lnTo>
                      <a:pt x="503" y="11069"/>
                    </a:lnTo>
                    <a:lnTo>
                      <a:pt x="607" y="11069"/>
                    </a:lnTo>
                    <a:lnTo>
                      <a:pt x="628" y="10965"/>
                    </a:lnTo>
                    <a:lnTo>
                      <a:pt x="607" y="10944"/>
                    </a:lnTo>
                    <a:lnTo>
                      <a:pt x="670" y="10839"/>
                    </a:lnTo>
                    <a:lnTo>
                      <a:pt x="691" y="10735"/>
                    </a:lnTo>
                    <a:lnTo>
                      <a:pt x="733" y="10672"/>
                    </a:lnTo>
                    <a:lnTo>
                      <a:pt x="733" y="10756"/>
                    </a:lnTo>
                    <a:lnTo>
                      <a:pt x="775" y="10818"/>
                    </a:lnTo>
                    <a:lnTo>
                      <a:pt x="712" y="10944"/>
                    </a:lnTo>
                    <a:lnTo>
                      <a:pt x="712" y="11028"/>
                    </a:lnTo>
                    <a:lnTo>
                      <a:pt x="712" y="11090"/>
                    </a:lnTo>
                    <a:lnTo>
                      <a:pt x="796" y="11195"/>
                    </a:lnTo>
                    <a:lnTo>
                      <a:pt x="838" y="11237"/>
                    </a:lnTo>
                    <a:lnTo>
                      <a:pt x="921" y="11153"/>
                    </a:lnTo>
                    <a:lnTo>
                      <a:pt x="900" y="11069"/>
                    </a:lnTo>
                    <a:lnTo>
                      <a:pt x="900" y="11048"/>
                    </a:lnTo>
                    <a:lnTo>
                      <a:pt x="921" y="11028"/>
                    </a:lnTo>
                    <a:lnTo>
                      <a:pt x="1005" y="11028"/>
                    </a:lnTo>
                    <a:lnTo>
                      <a:pt x="1047" y="10965"/>
                    </a:lnTo>
                    <a:lnTo>
                      <a:pt x="1026" y="10860"/>
                    </a:lnTo>
                    <a:lnTo>
                      <a:pt x="984" y="10818"/>
                    </a:lnTo>
                    <a:lnTo>
                      <a:pt x="984" y="10735"/>
                    </a:lnTo>
                    <a:lnTo>
                      <a:pt x="1026" y="10756"/>
                    </a:lnTo>
                    <a:lnTo>
                      <a:pt x="1110" y="10923"/>
                    </a:lnTo>
                    <a:lnTo>
                      <a:pt x="1110" y="10986"/>
                    </a:lnTo>
                    <a:lnTo>
                      <a:pt x="1047" y="11090"/>
                    </a:lnTo>
                    <a:lnTo>
                      <a:pt x="1005" y="11090"/>
                    </a:lnTo>
                    <a:lnTo>
                      <a:pt x="942" y="11195"/>
                    </a:lnTo>
                    <a:lnTo>
                      <a:pt x="984" y="11258"/>
                    </a:lnTo>
                    <a:lnTo>
                      <a:pt x="1026" y="11258"/>
                    </a:lnTo>
                    <a:lnTo>
                      <a:pt x="1089" y="11279"/>
                    </a:lnTo>
                    <a:lnTo>
                      <a:pt x="1110" y="11341"/>
                    </a:lnTo>
                    <a:lnTo>
                      <a:pt x="1151" y="11341"/>
                    </a:lnTo>
                    <a:lnTo>
                      <a:pt x="1340" y="11446"/>
                    </a:lnTo>
                    <a:lnTo>
                      <a:pt x="1402" y="11446"/>
                    </a:lnTo>
                    <a:lnTo>
                      <a:pt x="1402" y="11551"/>
                    </a:lnTo>
                    <a:lnTo>
                      <a:pt x="1612" y="11551"/>
                    </a:lnTo>
                    <a:lnTo>
                      <a:pt x="1674" y="11593"/>
                    </a:lnTo>
                    <a:lnTo>
                      <a:pt x="1737" y="11572"/>
                    </a:lnTo>
                    <a:lnTo>
                      <a:pt x="1779" y="11488"/>
                    </a:lnTo>
                    <a:lnTo>
                      <a:pt x="1716" y="11362"/>
                    </a:lnTo>
                    <a:lnTo>
                      <a:pt x="1654" y="11174"/>
                    </a:lnTo>
                    <a:lnTo>
                      <a:pt x="1716" y="11048"/>
                    </a:lnTo>
                    <a:lnTo>
                      <a:pt x="1758" y="10986"/>
                    </a:lnTo>
                    <a:lnTo>
                      <a:pt x="1779" y="11048"/>
                    </a:lnTo>
                    <a:lnTo>
                      <a:pt x="1821" y="11174"/>
                    </a:lnTo>
                    <a:lnTo>
                      <a:pt x="1821" y="11279"/>
                    </a:lnTo>
                    <a:lnTo>
                      <a:pt x="1842" y="11341"/>
                    </a:lnTo>
                    <a:lnTo>
                      <a:pt x="1926" y="11341"/>
                    </a:lnTo>
                    <a:lnTo>
                      <a:pt x="1946" y="11279"/>
                    </a:lnTo>
                    <a:lnTo>
                      <a:pt x="2030" y="11279"/>
                    </a:lnTo>
                    <a:lnTo>
                      <a:pt x="2051" y="11237"/>
                    </a:lnTo>
                    <a:lnTo>
                      <a:pt x="2072" y="11153"/>
                    </a:lnTo>
                    <a:lnTo>
                      <a:pt x="2135" y="11090"/>
                    </a:lnTo>
                    <a:lnTo>
                      <a:pt x="2156" y="10965"/>
                    </a:lnTo>
                    <a:lnTo>
                      <a:pt x="2177" y="10923"/>
                    </a:lnTo>
                    <a:lnTo>
                      <a:pt x="2198" y="10923"/>
                    </a:lnTo>
                    <a:lnTo>
                      <a:pt x="2260" y="11048"/>
                    </a:lnTo>
                    <a:lnTo>
                      <a:pt x="2239" y="11090"/>
                    </a:lnTo>
                    <a:lnTo>
                      <a:pt x="2177" y="11195"/>
                    </a:lnTo>
                    <a:lnTo>
                      <a:pt x="2156" y="11279"/>
                    </a:lnTo>
                    <a:lnTo>
                      <a:pt x="2198" y="11341"/>
                    </a:lnTo>
                    <a:lnTo>
                      <a:pt x="2198" y="11404"/>
                    </a:lnTo>
                    <a:lnTo>
                      <a:pt x="2302" y="11488"/>
                    </a:lnTo>
                    <a:lnTo>
                      <a:pt x="2386" y="11446"/>
                    </a:lnTo>
                    <a:lnTo>
                      <a:pt x="2490" y="11279"/>
                    </a:lnTo>
                    <a:lnTo>
                      <a:pt x="2449" y="11174"/>
                    </a:lnTo>
                    <a:lnTo>
                      <a:pt x="2470" y="11028"/>
                    </a:lnTo>
                    <a:lnTo>
                      <a:pt x="2574" y="10944"/>
                    </a:lnTo>
                    <a:lnTo>
                      <a:pt x="2679" y="10923"/>
                    </a:lnTo>
                    <a:lnTo>
                      <a:pt x="2574" y="11028"/>
                    </a:lnTo>
                    <a:lnTo>
                      <a:pt x="2553" y="11132"/>
                    </a:lnTo>
                    <a:lnTo>
                      <a:pt x="2595" y="11237"/>
                    </a:lnTo>
                    <a:lnTo>
                      <a:pt x="2511" y="11446"/>
                    </a:lnTo>
                    <a:lnTo>
                      <a:pt x="2511" y="11509"/>
                    </a:lnTo>
                    <a:lnTo>
                      <a:pt x="2595" y="11593"/>
                    </a:lnTo>
                    <a:lnTo>
                      <a:pt x="2700" y="11572"/>
                    </a:lnTo>
                    <a:lnTo>
                      <a:pt x="2783" y="11593"/>
                    </a:lnTo>
                    <a:lnTo>
                      <a:pt x="2867" y="11572"/>
                    </a:lnTo>
                    <a:lnTo>
                      <a:pt x="2867" y="11446"/>
                    </a:lnTo>
                    <a:lnTo>
                      <a:pt x="2930" y="11362"/>
                    </a:lnTo>
                    <a:lnTo>
                      <a:pt x="2909" y="11279"/>
                    </a:lnTo>
                    <a:lnTo>
                      <a:pt x="2825" y="11132"/>
                    </a:lnTo>
                    <a:lnTo>
                      <a:pt x="2909" y="10944"/>
                    </a:lnTo>
                    <a:lnTo>
                      <a:pt x="2909" y="10818"/>
                    </a:lnTo>
                    <a:lnTo>
                      <a:pt x="2972" y="10923"/>
                    </a:lnTo>
                    <a:lnTo>
                      <a:pt x="2930" y="11028"/>
                    </a:lnTo>
                    <a:lnTo>
                      <a:pt x="2909" y="11090"/>
                    </a:lnTo>
                    <a:lnTo>
                      <a:pt x="2993" y="11258"/>
                    </a:lnTo>
                    <a:lnTo>
                      <a:pt x="3076" y="11279"/>
                    </a:lnTo>
                    <a:lnTo>
                      <a:pt x="3118" y="11300"/>
                    </a:lnTo>
                    <a:lnTo>
                      <a:pt x="3034" y="11341"/>
                    </a:lnTo>
                    <a:lnTo>
                      <a:pt x="2993" y="11488"/>
                    </a:lnTo>
                    <a:lnTo>
                      <a:pt x="3014" y="11551"/>
                    </a:lnTo>
                    <a:lnTo>
                      <a:pt x="3181" y="11593"/>
                    </a:lnTo>
                    <a:lnTo>
                      <a:pt x="3244" y="11551"/>
                    </a:lnTo>
                    <a:lnTo>
                      <a:pt x="3348" y="11697"/>
                    </a:lnTo>
                    <a:lnTo>
                      <a:pt x="3348" y="11802"/>
                    </a:lnTo>
                    <a:lnTo>
                      <a:pt x="3286" y="11906"/>
                    </a:lnTo>
                    <a:lnTo>
                      <a:pt x="3181" y="11990"/>
                    </a:lnTo>
                    <a:lnTo>
                      <a:pt x="3223" y="12011"/>
                    </a:lnTo>
                    <a:lnTo>
                      <a:pt x="3286" y="12095"/>
                    </a:lnTo>
                    <a:lnTo>
                      <a:pt x="3369" y="12095"/>
                    </a:lnTo>
                    <a:lnTo>
                      <a:pt x="3495" y="12074"/>
                    </a:lnTo>
                    <a:lnTo>
                      <a:pt x="3537" y="12095"/>
                    </a:lnTo>
                    <a:lnTo>
                      <a:pt x="3725" y="11927"/>
                    </a:lnTo>
                    <a:lnTo>
                      <a:pt x="3830" y="11969"/>
                    </a:lnTo>
                    <a:lnTo>
                      <a:pt x="3871" y="11990"/>
                    </a:lnTo>
                    <a:lnTo>
                      <a:pt x="4039" y="11823"/>
                    </a:lnTo>
                    <a:lnTo>
                      <a:pt x="4123" y="11802"/>
                    </a:lnTo>
                    <a:lnTo>
                      <a:pt x="4227" y="11655"/>
                    </a:lnTo>
                    <a:lnTo>
                      <a:pt x="4290" y="11593"/>
                    </a:lnTo>
                    <a:lnTo>
                      <a:pt x="4332" y="11613"/>
                    </a:lnTo>
                    <a:lnTo>
                      <a:pt x="4290" y="11781"/>
                    </a:lnTo>
                    <a:lnTo>
                      <a:pt x="4269" y="11906"/>
                    </a:lnTo>
                    <a:lnTo>
                      <a:pt x="4290" y="11927"/>
                    </a:lnTo>
                    <a:lnTo>
                      <a:pt x="4395" y="11865"/>
                    </a:lnTo>
                    <a:lnTo>
                      <a:pt x="4478" y="11718"/>
                    </a:lnTo>
                    <a:lnTo>
                      <a:pt x="4583" y="11655"/>
                    </a:lnTo>
                    <a:lnTo>
                      <a:pt x="4687" y="11655"/>
                    </a:lnTo>
                    <a:lnTo>
                      <a:pt x="4813" y="11446"/>
                    </a:lnTo>
                    <a:lnTo>
                      <a:pt x="4876" y="11237"/>
                    </a:lnTo>
                    <a:lnTo>
                      <a:pt x="4855" y="11153"/>
                    </a:lnTo>
                    <a:lnTo>
                      <a:pt x="4876" y="11048"/>
                    </a:lnTo>
                    <a:lnTo>
                      <a:pt x="4792" y="11028"/>
                    </a:lnTo>
                    <a:lnTo>
                      <a:pt x="4750" y="11048"/>
                    </a:lnTo>
                    <a:lnTo>
                      <a:pt x="4667" y="11048"/>
                    </a:lnTo>
                    <a:lnTo>
                      <a:pt x="4541" y="11132"/>
                    </a:lnTo>
                    <a:lnTo>
                      <a:pt x="4478" y="11195"/>
                    </a:lnTo>
                    <a:lnTo>
                      <a:pt x="4374" y="11195"/>
                    </a:lnTo>
                    <a:lnTo>
                      <a:pt x="4457" y="11090"/>
                    </a:lnTo>
                    <a:lnTo>
                      <a:pt x="4478" y="11028"/>
                    </a:lnTo>
                    <a:lnTo>
                      <a:pt x="4374" y="11048"/>
                    </a:lnTo>
                    <a:lnTo>
                      <a:pt x="4353" y="10986"/>
                    </a:lnTo>
                    <a:lnTo>
                      <a:pt x="4374" y="10923"/>
                    </a:lnTo>
                    <a:lnTo>
                      <a:pt x="4457" y="10923"/>
                    </a:lnTo>
                    <a:lnTo>
                      <a:pt x="4499" y="10735"/>
                    </a:lnTo>
                    <a:lnTo>
                      <a:pt x="4562" y="10651"/>
                    </a:lnTo>
                    <a:lnTo>
                      <a:pt x="4541" y="10546"/>
                    </a:lnTo>
                    <a:lnTo>
                      <a:pt x="4395" y="10463"/>
                    </a:lnTo>
                    <a:lnTo>
                      <a:pt x="4185" y="10525"/>
                    </a:lnTo>
                    <a:lnTo>
                      <a:pt x="4060" y="10630"/>
                    </a:lnTo>
                    <a:lnTo>
                      <a:pt x="4123" y="10504"/>
                    </a:lnTo>
                    <a:lnTo>
                      <a:pt x="4039" y="10358"/>
                    </a:lnTo>
                    <a:lnTo>
                      <a:pt x="3892" y="10295"/>
                    </a:lnTo>
                    <a:lnTo>
                      <a:pt x="3830" y="10316"/>
                    </a:lnTo>
                    <a:lnTo>
                      <a:pt x="3767" y="10358"/>
                    </a:lnTo>
                    <a:lnTo>
                      <a:pt x="3725" y="10358"/>
                    </a:lnTo>
                    <a:lnTo>
                      <a:pt x="3599" y="10525"/>
                    </a:lnTo>
                    <a:lnTo>
                      <a:pt x="3495" y="10525"/>
                    </a:lnTo>
                    <a:lnTo>
                      <a:pt x="3558" y="10337"/>
                    </a:lnTo>
                    <a:lnTo>
                      <a:pt x="3453" y="10232"/>
                    </a:lnTo>
                    <a:lnTo>
                      <a:pt x="3809" y="10232"/>
                    </a:lnTo>
                    <a:lnTo>
                      <a:pt x="3830" y="10191"/>
                    </a:lnTo>
                    <a:lnTo>
                      <a:pt x="3725" y="10044"/>
                    </a:lnTo>
                    <a:lnTo>
                      <a:pt x="3767" y="9981"/>
                    </a:lnTo>
                    <a:lnTo>
                      <a:pt x="3830" y="9793"/>
                    </a:lnTo>
                    <a:lnTo>
                      <a:pt x="3830" y="9709"/>
                    </a:lnTo>
                    <a:lnTo>
                      <a:pt x="3934" y="9605"/>
                    </a:lnTo>
                    <a:lnTo>
                      <a:pt x="3934" y="9668"/>
                    </a:lnTo>
                    <a:lnTo>
                      <a:pt x="3955" y="9730"/>
                    </a:lnTo>
                    <a:lnTo>
                      <a:pt x="3934" y="9835"/>
                    </a:lnTo>
                    <a:lnTo>
                      <a:pt x="3871" y="9898"/>
                    </a:lnTo>
                    <a:lnTo>
                      <a:pt x="3934" y="10128"/>
                    </a:lnTo>
                    <a:lnTo>
                      <a:pt x="4164" y="10421"/>
                    </a:lnTo>
                    <a:lnTo>
                      <a:pt x="4332" y="10442"/>
                    </a:lnTo>
                    <a:lnTo>
                      <a:pt x="4353" y="10421"/>
                    </a:lnTo>
                    <a:lnTo>
                      <a:pt x="4478" y="10421"/>
                    </a:lnTo>
                    <a:lnTo>
                      <a:pt x="4771" y="10546"/>
                    </a:lnTo>
                    <a:lnTo>
                      <a:pt x="4813" y="10525"/>
                    </a:lnTo>
                    <a:lnTo>
                      <a:pt x="4897" y="10358"/>
                    </a:lnTo>
                    <a:lnTo>
                      <a:pt x="4980" y="10295"/>
                    </a:lnTo>
                    <a:lnTo>
                      <a:pt x="5022" y="10295"/>
                    </a:lnTo>
                    <a:lnTo>
                      <a:pt x="4980" y="10358"/>
                    </a:lnTo>
                    <a:lnTo>
                      <a:pt x="5064" y="10400"/>
                    </a:lnTo>
                    <a:lnTo>
                      <a:pt x="5169" y="10337"/>
                    </a:lnTo>
                    <a:lnTo>
                      <a:pt x="5190" y="10253"/>
                    </a:lnTo>
                    <a:lnTo>
                      <a:pt x="5211" y="10212"/>
                    </a:lnTo>
                    <a:lnTo>
                      <a:pt x="5273" y="10253"/>
                    </a:lnTo>
                    <a:lnTo>
                      <a:pt x="5399" y="10212"/>
                    </a:lnTo>
                    <a:lnTo>
                      <a:pt x="5399" y="10086"/>
                    </a:lnTo>
                    <a:lnTo>
                      <a:pt x="5545" y="9981"/>
                    </a:lnTo>
                    <a:lnTo>
                      <a:pt x="5545" y="9877"/>
                    </a:lnTo>
                    <a:lnTo>
                      <a:pt x="5524" y="9835"/>
                    </a:lnTo>
                    <a:lnTo>
                      <a:pt x="5420" y="9835"/>
                    </a:lnTo>
                    <a:lnTo>
                      <a:pt x="5524" y="9730"/>
                    </a:lnTo>
                    <a:lnTo>
                      <a:pt x="5545" y="9521"/>
                    </a:lnTo>
                    <a:lnTo>
                      <a:pt x="5713" y="9500"/>
                    </a:lnTo>
                    <a:lnTo>
                      <a:pt x="5943" y="9563"/>
                    </a:lnTo>
                    <a:lnTo>
                      <a:pt x="6027" y="9626"/>
                    </a:lnTo>
                    <a:lnTo>
                      <a:pt x="6173" y="9626"/>
                    </a:lnTo>
                    <a:lnTo>
                      <a:pt x="6278" y="9563"/>
                    </a:lnTo>
                    <a:lnTo>
                      <a:pt x="6382" y="9563"/>
                    </a:lnTo>
                    <a:lnTo>
                      <a:pt x="6466" y="9668"/>
                    </a:lnTo>
                    <a:lnTo>
                      <a:pt x="6571" y="9626"/>
                    </a:lnTo>
                    <a:lnTo>
                      <a:pt x="6675" y="9521"/>
                    </a:lnTo>
                    <a:lnTo>
                      <a:pt x="6759" y="9479"/>
                    </a:lnTo>
                    <a:lnTo>
                      <a:pt x="6759" y="9396"/>
                    </a:lnTo>
                    <a:lnTo>
                      <a:pt x="6633" y="9396"/>
                    </a:lnTo>
                    <a:lnTo>
                      <a:pt x="6278" y="9207"/>
                    </a:lnTo>
                    <a:lnTo>
                      <a:pt x="6257" y="9144"/>
                    </a:lnTo>
                    <a:lnTo>
                      <a:pt x="6340" y="9082"/>
                    </a:lnTo>
                    <a:lnTo>
                      <a:pt x="6445" y="9103"/>
                    </a:lnTo>
                    <a:lnTo>
                      <a:pt x="6487" y="9165"/>
                    </a:lnTo>
                    <a:lnTo>
                      <a:pt x="6592" y="9144"/>
                    </a:lnTo>
                    <a:lnTo>
                      <a:pt x="6780" y="9291"/>
                    </a:lnTo>
                    <a:lnTo>
                      <a:pt x="6864" y="9270"/>
                    </a:lnTo>
                    <a:lnTo>
                      <a:pt x="6989" y="9165"/>
                    </a:lnTo>
                    <a:lnTo>
                      <a:pt x="7073" y="9144"/>
                    </a:lnTo>
                    <a:lnTo>
                      <a:pt x="7115" y="9061"/>
                    </a:lnTo>
                    <a:lnTo>
                      <a:pt x="7094" y="8935"/>
                    </a:lnTo>
                    <a:lnTo>
                      <a:pt x="6968" y="8831"/>
                    </a:lnTo>
                    <a:lnTo>
                      <a:pt x="6884" y="8831"/>
                    </a:lnTo>
                    <a:lnTo>
                      <a:pt x="6864" y="8747"/>
                    </a:lnTo>
                    <a:lnTo>
                      <a:pt x="6738" y="8684"/>
                    </a:lnTo>
                    <a:lnTo>
                      <a:pt x="6738" y="8642"/>
                    </a:lnTo>
                    <a:lnTo>
                      <a:pt x="6864" y="8663"/>
                    </a:lnTo>
                    <a:lnTo>
                      <a:pt x="6947" y="8684"/>
                    </a:lnTo>
                    <a:lnTo>
                      <a:pt x="6968" y="8768"/>
                    </a:lnTo>
                    <a:lnTo>
                      <a:pt x="7031" y="8789"/>
                    </a:lnTo>
                    <a:lnTo>
                      <a:pt x="7156" y="8789"/>
                    </a:lnTo>
                    <a:lnTo>
                      <a:pt x="7198" y="8852"/>
                    </a:lnTo>
                    <a:lnTo>
                      <a:pt x="7387" y="8726"/>
                    </a:lnTo>
                    <a:lnTo>
                      <a:pt x="7428" y="8726"/>
                    </a:lnTo>
                    <a:lnTo>
                      <a:pt x="7470" y="8538"/>
                    </a:lnTo>
                    <a:lnTo>
                      <a:pt x="7596" y="8328"/>
                    </a:lnTo>
                    <a:lnTo>
                      <a:pt x="7596" y="8224"/>
                    </a:lnTo>
                    <a:lnTo>
                      <a:pt x="7512" y="8161"/>
                    </a:lnTo>
                    <a:lnTo>
                      <a:pt x="7387" y="8056"/>
                    </a:lnTo>
                    <a:lnTo>
                      <a:pt x="7198" y="8056"/>
                    </a:lnTo>
                    <a:lnTo>
                      <a:pt x="7094" y="8119"/>
                    </a:lnTo>
                    <a:lnTo>
                      <a:pt x="7094" y="8035"/>
                    </a:lnTo>
                    <a:lnTo>
                      <a:pt x="7219" y="7994"/>
                    </a:lnTo>
                    <a:lnTo>
                      <a:pt x="7366" y="7994"/>
                    </a:lnTo>
                    <a:lnTo>
                      <a:pt x="7387" y="7931"/>
                    </a:lnTo>
                    <a:lnTo>
                      <a:pt x="7198" y="7784"/>
                    </a:lnTo>
                    <a:lnTo>
                      <a:pt x="7115" y="7743"/>
                    </a:lnTo>
                    <a:lnTo>
                      <a:pt x="7010" y="7743"/>
                    </a:lnTo>
                    <a:lnTo>
                      <a:pt x="6968" y="7722"/>
                    </a:lnTo>
                    <a:lnTo>
                      <a:pt x="6947" y="7743"/>
                    </a:lnTo>
                    <a:lnTo>
                      <a:pt x="6843" y="7784"/>
                    </a:lnTo>
                    <a:lnTo>
                      <a:pt x="6801" y="7743"/>
                    </a:lnTo>
                    <a:lnTo>
                      <a:pt x="6780" y="7784"/>
                    </a:lnTo>
                    <a:lnTo>
                      <a:pt x="6675" y="7784"/>
                    </a:lnTo>
                    <a:lnTo>
                      <a:pt x="6675" y="7701"/>
                    </a:lnTo>
                    <a:lnTo>
                      <a:pt x="6696" y="7638"/>
                    </a:lnTo>
                    <a:lnTo>
                      <a:pt x="6487" y="7533"/>
                    </a:lnTo>
                    <a:lnTo>
                      <a:pt x="6466" y="7491"/>
                    </a:lnTo>
                    <a:lnTo>
                      <a:pt x="6466" y="7491"/>
                    </a:lnTo>
                    <a:lnTo>
                      <a:pt x="6571" y="7533"/>
                    </a:lnTo>
                    <a:lnTo>
                      <a:pt x="6759" y="7575"/>
                    </a:lnTo>
                    <a:lnTo>
                      <a:pt x="6843" y="7617"/>
                    </a:lnTo>
                    <a:lnTo>
                      <a:pt x="6801" y="7701"/>
                    </a:lnTo>
                    <a:lnTo>
                      <a:pt x="6801" y="7701"/>
                    </a:lnTo>
                    <a:lnTo>
                      <a:pt x="6989" y="7638"/>
                    </a:lnTo>
                    <a:lnTo>
                      <a:pt x="7198" y="7638"/>
                    </a:lnTo>
                    <a:lnTo>
                      <a:pt x="7324" y="7743"/>
                    </a:lnTo>
                    <a:lnTo>
                      <a:pt x="7366" y="7722"/>
                    </a:lnTo>
                    <a:lnTo>
                      <a:pt x="7387" y="7596"/>
                    </a:lnTo>
                    <a:lnTo>
                      <a:pt x="7115" y="7512"/>
                    </a:lnTo>
                    <a:lnTo>
                      <a:pt x="6905" y="7491"/>
                    </a:lnTo>
                    <a:lnTo>
                      <a:pt x="6759" y="7429"/>
                    </a:lnTo>
                    <a:lnTo>
                      <a:pt x="6780" y="7387"/>
                    </a:lnTo>
                    <a:lnTo>
                      <a:pt x="6884" y="7366"/>
                    </a:lnTo>
                    <a:lnTo>
                      <a:pt x="6989" y="7429"/>
                    </a:lnTo>
                    <a:lnTo>
                      <a:pt x="7219" y="7491"/>
                    </a:lnTo>
                    <a:lnTo>
                      <a:pt x="7408" y="7491"/>
                    </a:lnTo>
                    <a:lnTo>
                      <a:pt x="7470" y="7596"/>
                    </a:lnTo>
                    <a:lnTo>
                      <a:pt x="7470" y="7722"/>
                    </a:lnTo>
                    <a:lnTo>
                      <a:pt x="7491" y="7805"/>
                    </a:lnTo>
                    <a:lnTo>
                      <a:pt x="7638" y="7910"/>
                    </a:lnTo>
                    <a:lnTo>
                      <a:pt x="7805" y="7952"/>
                    </a:lnTo>
                    <a:lnTo>
                      <a:pt x="7889" y="8035"/>
                    </a:lnTo>
                    <a:lnTo>
                      <a:pt x="7910" y="8035"/>
                    </a:lnTo>
                    <a:lnTo>
                      <a:pt x="7993" y="7994"/>
                    </a:lnTo>
                    <a:lnTo>
                      <a:pt x="7952" y="7847"/>
                    </a:lnTo>
                    <a:lnTo>
                      <a:pt x="7993" y="7743"/>
                    </a:lnTo>
                    <a:lnTo>
                      <a:pt x="7952" y="7701"/>
                    </a:lnTo>
                    <a:lnTo>
                      <a:pt x="8056" y="7617"/>
                    </a:lnTo>
                    <a:lnTo>
                      <a:pt x="7993" y="7575"/>
                    </a:lnTo>
                    <a:lnTo>
                      <a:pt x="7680" y="7491"/>
                    </a:lnTo>
                    <a:lnTo>
                      <a:pt x="7554" y="7512"/>
                    </a:lnTo>
                    <a:lnTo>
                      <a:pt x="7512" y="7512"/>
                    </a:lnTo>
                    <a:lnTo>
                      <a:pt x="7408" y="7408"/>
                    </a:lnTo>
                    <a:lnTo>
                      <a:pt x="7282" y="7387"/>
                    </a:lnTo>
                    <a:lnTo>
                      <a:pt x="7198" y="7282"/>
                    </a:lnTo>
                    <a:lnTo>
                      <a:pt x="7115" y="7282"/>
                    </a:lnTo>
                    <a:lnTo>
                      <a:pt x="7073" y="7324"/>
                    </a:lnTo>
                    <a:lnTo>
                      <a:pt x="6989" y="7324"/>
                    </a:lnTo>
                    <a:lnTo>
                      <a:pt x="7010" y="7219"/>
                    </a:lnTo>
                    <a:lnTo>
                      <a:pt x="6864" y="7178"/>
                    </a:lnTo>
                    <a:lnTo>
                      <a:pt x="6843" y="7094"/>
                    </a:lnTo>
                    <a:lnTo>
                      <a:pt x="6947" y="7073"/>
                    </a:lnTo>
                    <a:lnTo>
                      <a:pt x="6989" y="7115"/>
                    </a:lnTo>
                    <a:lnTo>
                      <a:pt x="7094" y="7157"/>
                    </a:lnTo>
                    <a:lnTo>
                      <a:pt x="7156" y="7073"/>
                    </a:lnTo>
                    <a:lnTo>
                      <a:pt x="7115" y="7010"/>
                    </a:lnTo>
                    <a:lnTo>
                      <a:pt x="7156" y="6968"/>
                    </a:lnTo>
                    <a:lnTo>
                      <a:pt x="7219" y="7052"/>
                    </a:lnTo>
                    <a:lnTo>
                      <a:pt x="7219" y="7178"/>
                    </a:lnTo>
                    <a:lnTo>
                      <a:pt x="7324" y="7219"/>
                    </a:lnTo>
                    <a:lnTo>
                      <a:pt x="7638" y="7303"/>
                    </a:lnTo>
                    <a:lnTo>
                      <a:pt x="7700" y="7261"/>
                    </a:lnTo>
                    <a:lnTo>
                      <a:pt x="7554" y="7052"/>
                    </a:lnTo>
                    <a:lnTo>
                      <a:pt x="7408" y="6989"/>
                    </a:lnTo>
                    <a:lnTo>
                      <a:pt x="7303" y="6947"/>
                    </a:lnTo>
                    <a:lnTo>
                      <a:pt x="7303" y="6864"/>
                    </a:lnTo>
                    <a:lnTo>
                      <a:pt x="7324" y="6801"/>
                    </a:lnTo>
                    <a:lnTo>
                      <a:pt x="7408" y="6906"/>
                    </a:lnTo>
                    <a:lnTo>
                      <a:pt x="7554" y="6906"/>
                    </a:lnTo>
                    <a:lnTo>
                      <a:pt x="7638" y="6968"/>
                    </a:lnTo>
                    <a:lnTo>
                      <a:pt x="7680" y="7073"/>
                    </a:lnTo>
                    <a:lnTo>
                      <a:pt x="7721" y="7052"/>
                    </a:lnTo>
                    <a:lnTo>
                      <a:pt x="7805" y="7157"/>
                    </a:lnTo>
                    <a:lnTo>
                      <a:pt x="7910" y="7199"/>
                    </a:lnTo>
                    <a:lnTo>
                      <a:pt x="7952" y="7261"/>
                    </a:lnTo>
                    <a:lnTo>
                      <a:pt x="8014" y="7282"/>
                    </a:lnTo>
                    <a:lnTo>
                      <a:pt x="8077" y="7178"/>
                    </a:lnTo>
                    <a:lnTo>
                      <a:pt x="8203" y="7178"/>
                    </a:lnTo>
                    <a:lnTo>
                      <a:pt x="8307" y="7282"/>
                    </a:lnTo>
                    <a:lnTo>
                      <a:pt x="8349" y="7261"/>
                    </a:lnTo>
                    <a:lnTo>
                      <a:pt x="8349" y="7157"/>
                    </a:lnTo>
                    <a:lnTo>
                      <a:pt x="8412" y="7157"/>
                    </a:lnTo>
                    <a:lnTo>
                      <a:pt x="8516" y="7261"/>
                    </a:lnTo>
                    <a:lnTo>
                      <a:pt x="8642" y="7261"/>
                    </a:lnTo>
                    <a:lnTo>
                      <a:pt x="8684" y="7199"/>
                    </a:lnTo>
                    <a:lnTo>
                      <a:pt x="8684" y="6885"/>
                    </a:lnTo>
                    <a:lnTo>
                      <a:pt x="8433" y="6634"/>
                    </a:lnTo>
                    <a:lnTo>
                      <a:pt x="8349" y="6634"/>
                    </a:lnTo>
                    <a:lnTo>
                      <a:pt x="8307" y="6655"/>
                    </a:lnTo>
                    <a:lnTo>
                      <a:pt x="8224" y="6634"/>
                    </a:lnTo>
                    <a:lnTo>
                      <a:pt x="8244" y="6571"/>
                    </a:lnTo>
                    <a:lnTo>
                      <a:pt x="8433" y="6550"/>
                    </a:lnTo>
                    <a:lnTo>
                      <a:pt x="8516" y="6571"/>
                    </a:lnTo>
                    <a:lnTo>
                      <a:pt x="8558" y="6550"/>
                    </a:lnTo>
                    <a:lnTo>
                      <a:pt x="8642" y="6592"/>
                    </a:lnTo>
                    <a:lnTo>
                      <a:pt x="8642" y="6696"/>
                    </a:lnTo>
                    <a:lnTo>
                      <a:pt x="8684" y="6759"/>
                    </a:lnTo>
                    <a:lnTo>
                      <a:pt x="8851" y="6780"/>
                    </a:lnTo>
                    <a:lnTo>
                      <a:pt x="8851" y="6968"/>
                    </a:lnTo>
                    <a:lnTo>
                      <a:pt x="8893" y="7052"/>
                    </a:lnTo>
                    <a:lnTo>
                      <a:pt x="8998" y="7052"/>
                    </a:lnTo>
                    <a:lnTo>
                      <a:pt x="9060" y="7094"/>
                    </a:lnTo>
                    <a:lnTo>
                      <a:pt x="9353" y="7115"/>
                    </a:lnTo>
                    <a:lnTo>
                      <a:pt x="9500" y="7115"/>
                    </a:lnTo>
                    <a:lnTo>
                      <a:pt x="9688" y="6947"/>
                    </a:lnTo>
                    <a:lnTo>
                      <a:pt x="9709" y="6864"/>
                    </a:lnTo>
                    <a:lnTo>
                      <a:pt x="9605" y="6801"/>
                    </a:lnTo>
                    <a:lnTo>
                      <a:pt x="9563" y="6843"/>
                    </a:lnTo>
                    <a:lnTo>
                      <a:pt x="9500" y="6780"/>
                    </a:lnTo>
                    <a:lnTo>
                      <a:pt x="9563" y="6759"/>
                    </a:lnTo>
                    <a:lnTo>
                      <a:pt x="9709" y="6696"/>
                    </a:lnTo>
                    <a:lnTo>
                      <a:pt x="9835" y="6738"/>
                    </a:lnTo>
                    <a:lnTo>
                      <a:pt x="9981" y="6675"/>
                    </a:lnTo>
                    <a:lnTo>
                      <a:pt x="10002" y="6571"/>
                    </a:lnTo>
                    <a:lnTo>
                      <a:pt x="9918" y="6466"/>
                    </a:lnTo>
                    <a:lnTo>
                      <a:pt x="9625" y="6466"/>
                    </a:lnTo>
                    <a:lnTo>
                      <a:pt x="9395" y="6424"/>
                    </a:lnTo>
                    <a:lnTo>
                      <a:pt x="9416" y="6362"/>
                    </a:lnTo>
                    <a:lnTo>
                      <a:pt x="9521" y="6362"/>
                    </a:lnTo>
                    <a:lnTo>
                      <a:pt x="9563" y="6257"/>
                    </a:lnTo>
                    <a:lnTo>
                      <a:pt x="9605" y="6278"/>
                    </a:lnTo>
                    <a:lnTo>
                      <a:pt x="9625" y="6383"/>
                    </a:lnTo>
                    <a:lnTo>
                      <a:pt x="9709" y="6383"/>
                    </a:lnTo>
                    <a:lnTo>
                      <a:pt x="9772" y="6341"/>
                    </a:lnTo>
                    <a:lnTo>
                      <a:pt x="9981" y="6424"/>
                    </a:lnTo>
                    <a:lnTo>
                      <a:pt x="10044" y="6362"/>
                    </a:lnTo>
                    <a:lnTo>
                      <a:pt x="10149" y="6445"/>
                    </a:lnTo>
                    <a:lnTo>
                      <a:pt x="10211" y="6445"/>
                    </a:lnTo>
                    <a:lnTo>
                      <a:pt x="10316" y="6320"/>
                    </a:lnTo>
                    <a:lnTo>
                      <a:pt x="10295" y="6236"/>
                    </a:lnTo>
                    <a:lnTo>
                      <a:pt x="10149" y="6152"/>
                    </a:lnTo>
                    <a:lnTo>
                      <a:pt x="10211" y="6048"/>
                    </a:lnTo>
                    <a:lnTo>
                      <a:pt x="10253" y="6006"/>
                    </a:lnTo>
                    <a:lnTo>
                      <a:pt x="10232" y="5839"/>
                    </a:lnTo>
                    <a:lnTo>
                      <a:pt x="10316" y="5901"/>
                    </a:lnTo>
                    <a:lnTo>
                      <a:pt x="10316" y="6006"/>
                    </a:lnTo>
                    <a:lnTo>
                      <a:pt x="10253" y="6069"/>
                    </a:lnTo>
                    <a:lnTo>
                      <a:pt x="10295" y="6152"/>
                    </a:lnTo>
                    <a:lnTo>
                      <a:pt x="10358" y="6173"/>
                    </a:lnTo>
                    <a:lnTo>
                      <a:pt x="10441" y="6111"/>
                    </a:lnTo>
                    <a:lnTo>
                      <a:pt x="10734" y="6111"/>
                    </a:lnTo>
                    <a:lnTo>
                      <a:pt x="10776" y="6027"/>
                    </a:lnTo>
                    <a:lnTo>
                      <a:pt x="10923" y="5922"/>
                    </a:lnTo>
                    <a:lnTo>
                      <a:pt x="10881" y="5797"/>
                    </a:lnTo>
                    <a:lnTo>
                      <a:pt x="10944" y="5755"/>
                    </a:lnTo>
                    <a:lnTo>
                      <a:pt x="11048" y="5755"/>
                    </a:lnTo>
                    <a:lnTo>
                      <a:pt x="11132" y="5650"/>
                    </a:lnTo>
                    <a:lnTo>
                      <a:pt x="11216" y="5692"/>
                    </a:lnTo>
                    <a:lnTo>
                      <a:pt x="11299" y="5629"/>
                    </a:lnTo>
                    <a:lnTo>
                      <a:pt x="11550" y="5608"/>
                    </a:lnTo>
                    <a:lnTo>
                      <a:pt x="11613" y="5483"/>
                    </a:lnTo>
                    <a:lnTo>
                      <a:pt x="11822" y="5420"/>
                    </a:lnTo>
                    <a:lnTo>
                      <a:pt x="11927" y="5336"/>
                    </a:lnTo>
                    <a:lnTo>
                      <a:pt x="12073" y="5336"/>
                    </a:lnTo>
                    <a:lnTo>
                      <a:pt x="12136" y="5315"/>
                    </a:lnTo>
                    <a:lnTo>
                      <a:pt x="12262" y="5315"/>
                    </a:lnTo>
                    <a:lnTo>
                      <a:pt x="12429" y="5232"/>
                    </a:lnTo>
                    <a:lnTo>
                      <a:pt x="12555" y="5106"/>
                    </a:lnTo>
                    <a:lnTo>
                      <a:pt x="12659" y="5085"/>
                    </a:lnTo>
                    <a:lnTo>
                      <a:pt x="12743" y="4960"/>
                    </a:lnTo>
                    <a:lnTo>
                      <a:pt x="12952" y="4918"/>
                    </a:lnTo>
                    <a:lnTo>
                      <a:pt x="13036" y="4876"/>
                    </a:lnTo>
                    <a:lnTo>
                      <a:pt x="13224" y="4771"/>
                    </a:lnTo>
                    <a:lnTo>
                      <a:pt x="13308" y="4604"/>
                    </a:lnTo>
                    <a:lnTo>
                      <a:pt x="13371" y="4458"/>
                    </a:lnTo>
                    <a:lnTo>
                      <a:pt x="13182" y="4458"/>
                    </a:lnTo>
                    <a:lnTo>
                      <a:pt x="13057" y="4478"/>
                    </a:lnTo>
                    <a:lnTo>
                      <a:pt x="12973" y="4437"/>
                    </a:lnTo>
                    <a:lnTo>
                      <a:pt x="12848" y="4458"/>
                    </a:lnTo>
                    <a:lnTo>
                      <a:pt x="12659" y="4646"/>
                    </a:lnTo>
                    <a:lnTo>
                      <a:pt x="12387" y="4667"/>
                    </a:lnTo>
                    <a:lnTo>
                      <a:pt x="11927" y="4709"/>
                    </a:lnTo>
                    <a:lnTo>
                      <a:pt x="11801" y="4688"/>
                    </a:lnTo>
                    <a:lnTo>
                      <a:pt x="11488" y="4688"/>
                    </a:lnTo>
                    <a:lnTo>
                      <a:pt x="11299" y="4771"/>
                    </a:lnTo>
                    <a:lnTo>
                      <a:pt x="11299" y="4667"/>
                    </a:lnTo>
                    <a:lnTo>
                      <a:pt x="11174" y="4667"/>
                    </a:lnTo>
                    <a:lnTo>
                      <a:pt x="11216" y="4562"/>
                    </a:lnTo>
                    <a:lnTo>
                      <a:pt x="11362" y="4562"/>
                    </a:lnTo>
                    <a:lnTo>
                      <a:pt x="11446" y="4583"/>
                    </a:lnTo>
                    <a:lnTo>
                      <a:pt x="11550" y="4541"/>
                    </a:lnTo>
                    <a:lnTo>
                      <a:pt x="11571" y="4604"/>
                    </a:lnTo>
                    <a:lnTo>
                      <a:pt x="11718" y="4604"/>
                    </a:lnTo>
                    <a:lnTo>
                      <a:pt x="11906" y="4583"/>
                    </a:lnTo>
                    <a:lnTo>
                      <a:pt x="12032" y="4583"/>
                    </a:lnTo>
                    <a:lnTo>
                      <a:pt x="12346" y="4541"/>
                    </a:lnTo>
                    <a:lnTo>
                      <a:pt x="12848" y="4332"/>
                    </a:lnTo>
                    <a:lnTo>
                      <a:pt x="12931" y="4269"/>
                    </a:lnTo>
                    <a:lnTo>
                      <a:pt x="12848" y="4186"/>
                    </a:lnTo>
                    <a:lnTo>
                      <a:pt x="12638" y="4144"/>
                    </a:lnTo>
                    <a:lnTo>
                      <a:pt x="12262" y="4081"/>
                    </a:lnTo>
                    <a:lnTo>
                      <a:pt x="12199" y="3976"/>
                    </a:lnTo>
                    <a:lnTo>
                      <a:pt x="12199" y="3976"/>
                    </a:lnTo>
                    <a:lnTo>
                      <a:pt x="12346" y="4060"/>
                    </a:lnTo>
                    <a:lnTo>
                      <a:pt x="12450" y="4039"/>
                    </a:lnTo>
                    <a:lnTo>
                      <a:pt x="12450" y="3976"/>
                    </a:lnTo>
                    <a:lnTo>
                      <a:pt x="12325" y="3851"/>
                    </a:lnTo>
                    <a:lnTo>
                      <a:pt x="12304" y="3725"/>
                    </a:lnTo>
                    <a:lnTo>
                      <a:pt x="12408" y="3851"/>
                    </a:lnTo>
                    <a:lnTo>
                      <a:pt x="12597" y="4060"/>
                    </a:lnTo>
                    <a:lnTo>
                      <a:pt x="12638" y="4060"/>
                    </a:lnTo>
                    <a:lnTo>
                      <a:pt x="12722" y="4018"/>
                    </a:lnTo>
                    <a:lnTo>
                      <a:pt x="12764" y="4081"/>
                    </a:lnTo>
                    <a:lnTo>
                      <a:pt x="12973" y="4081"/>
                    </a:lnTo>
                    <a:lnTo>
                      <a:pt x="13057" y="4144"/>
                    </a:lnTo>
                    <a:lnTo>
                      <a:pt x="13141" y="4144"/>
                    </a:lnTo>
                    <a:lnTo>
                      <a:pt x="13287" y="4165"/>
                    </a:lnTo>
                    <a:lnTo>
                      <a:pt x="13371" y="4123"/>
                    </a:lnTo>
                    <a:lnTo>
                      <a:pt x="13308" y="4081"/>
                    </a:lnTo>
                    <a:lnTo>
                      <a:pt x="13162" y="4060"/>
                    </a:lnTo>
                    <a:lnTo>
                      <a:pt x="13162" y="3976"/>
                    </a:lnTo>
                    <a:lnTo>
                      <a:pt x="13350" y="4018"/>
                    </a:lnTo>
                    <a:lnTo>
                      <a:pt x="13475" y="4060"/>
                    </a:lnTo>
                    <a:lnTo>
                      <a:pt x="13601" y="4165"/>
                    </a:lnTo>
                    <a:lnTo>
                      <a:pt x="13664" y="4144"/>
                    </a:lnTo>
                    <a:lnTo>
                      <a:pt x="13706" y="4018"/>
                    </a:lnTo>
                    <a:lnTo>
                      <a:pt x="13810" y="4081"/>
                    </a:lnTo>
                    <a:lnTo>
                      <a:pt x="13978" y="4081"/>
                    </a:lnTo>
                    <a:lnTo>
                      <a:pt x="14124" y="4039"/>
                    </a:lnTo>
                    <a:lnTo>
                      <a:pt x="14229" y="4018"/>
                    </a:lnTo>
                    <a:lnTo>
                      <a:pt x="14354" y="3914"/>
                    </a:lnTo>
                    <a:lnTo>
                      <a:pt x="14710" y="3746"/>
                    </a:lnTo>
                    <a:lnTo>
                      <a:pt x="14794" y="3662"/>
                    </a:lnTo>
                    <a:lnTo>
                      <a:pt x="14794" y="3621"/>
                    </a:lnTo>
                    <a:lnTo>
                      <a:pt x="14877" y="3600"/>
                    </a:lnTo>
                    <a:lnTo>
                      <a:pt x="15003" y="3621"/>
                    </a:lnTo>
                    <a:lnTo>
                      <a:pt x="15045" y="3558"/>
                    </a:lnTo>
                    <a:lnTo>
                      <a:pt x="15275" y="3432"/>
                    </a:lnTo>
                    <a:lnTo>
                      <a:pt x="15400" y="3181"/>
                    </a:lnTo>
                    <a:lnTo>
                      <a:pt x="15463" y="2909"/>
                    </a:lnTo>
                    <a:lnTo>
                      <a:pt x="15442" y="2721"/>
                    </a:lnTo>
                    <a:lnTo>
                      <a:pt x="15379" y="2595"/>
                    </a:lnTo>
                    <a:lnTo>
                      <a:pt x="15233" y="2512"/>
                    </a:lnTo>
                    <a:lnTo>
                      <a:pt x="15149" y="2512"/>
                    </a:lnTo>
                    <a:lnTo>
                      <a:pt x="15128" y="2554"/>
                    </a:lnTo>
                    <a:lnTo>
                      <a:pt x="15024" y="2554"/>
                    </a:lnTo>
                    <a:lnTo>
                      <a:pt x="14961" y="2658"/>
                    </a:lnTo>
                    <a:lnTo>
                      <a:pt x="14877" y="2700"/>
                    </a:lnTo>
                    <a:lnTo>
                      <a:pt x="14835" y="2658"/>
                    </a:lnTo>
                    <a:lnTo>
                      <a:pt x="14961" y="2470"/>
                    </a:lnTo>
                    <a:lnTo>
                      <a:pt x="15003" y="2386"/>
                    </a:lnTo>
                    <a:lnTo>
                      <a:pt x="15107" y="2302"/>
                    </a:lnTo>
                    <a:lnTo>
                      <a:pt x="15128" y="2156"/>
                    </a:lnTo>
                    <a:lnTo>
                      <a:pt x="15066" y="2051"/>
                    </a:lnTo>
                    <a:lnTo>
                      <a:pt x="15024" y="2030"/>
                    </a:lnTo>
                    <a:lnTo>
                      <a:pt x="15107" y="1968"/>
                    </a:lnTo>
                    <a:lnTo>
                      <a:pt x="15170" y="1737"/>
                    </a:lnTo>
                    <a:lnTo>
                      <a:pt x="15066" y="1717"/>
                    </a:lnTo>
                    <a:lnTo>
                      <a:pt x="14940" y="1737"/>
                    </a:lnTo>
                    <a:lnTo>
                      <a:pt x="14919" y="1842"/>
                    </a:lnTo>
                    <a:lnTo>
                      <a:pt x="14856" y="1884"/>
                    </a:lnTo>
                    <a:lnTo>
                      <a:pt x="14794" y="1926"/>
                    </a:lnTo>
                    <a:lnTo>
                      <a:pt x="14731" y="1863"/>
                    </a:lnTo>
                    <a:lnTo>
                      <a:pt x="14794" y="1779"/>
                    </a:lnTo>
                    <a:lnTo>
                      <a:pt x="14794" y="1717"/>
                    </a:lnTo>
                    <a:lnTo>
                      <a:pt x="14835" y="1633"/>
                    </a:lnTo>
                    <a:lnTo>
                      <a:pt x="14814" y="1570"/>
                    </a:lnTo>
                    <a:lnTo>
                      <a:pt x="14689" y="1654"/>
                    </a:lnTo>
                    <a:lnTo>
                      <a:pt x="14626" y="1779"/>
                    </a:lnTo>
                    <a:lnTo>
                      <a:pt x="14584" y="1821"/>
                    </a:lnTo>
                    <a:lnTo>
                      <a:pt x="14522" y="1758"/>
                    </a:lnTo>
                    <a:lnTo>
                      <a:pt x="14584" y="1633"/>
                    </a:lnTo>
                    <a:lnTo>
                      <a:pt x="14542" y="1549"/>
                    </a:lnTo>
                    <a:lnTo>
                      <a:pt x="14417" y="1549"/>
                    </a:lnTo>
                    <a:lnTo>
                      <a:pt x="14270" y="1633"/>
                    </a:lnTo>
                    <a:lnTo>
                      <a:pt x="14208" y="1737"/>
                    </a:lnTo>
                    <a:lnTo>
                      <a:pt x="14082" y="1737"/>
                    </a:lnTo>
                    <a:lnTo>
                      <a:pt x="14019" y="1779"/>
                    </a:lnTo>
                    <a:lnTo>
                      <a:pt x="13978" y="1884"/>
                    </a:lnTo>
                    <a:lnTo>
                      <a:pt x="13894" y="1884"/>
                    </a:lnTo>
                    <a:lnTo>
                      <a:pt x="13789" y="1842"/>
                    </a:lnTo>
                    <a:lnTo>
                      <a:pt x="13580" y="1821"/>
                    </a:lnTo>
                    <a:lnTo>
                      <a:pt x="13308" y="1821"/>
                    </a:lnTo>
                    <a:lnTo>
                      <a:pt x="13496" y="1758"/>
                    </a:lnTo>
                    <a:lnTo>
                      <a:pt x="13559" y="1717"/>
                    </a:lnTo>
                    <a:lnTo>
                      <a:pt x="13643" y="1737"/>
                    </a:lnTo>
                    <a:lnTo>
                      <a:pt x="13747" y="1737"/>
                    </a:lnTo>
                    <a:lnTo>
                      <a:pt x="13894" y="1654"/>
                    </a:lnTo>
                    <a:lnTo>
                      <a:pt x="14019" y="1633"/>
                    </a:lnTo>
                    <a:lnTo>
                      <a:pt x="14124" y="1507"/>
                    </a:lnTo>
                    <a:lnTo>
                      <a:pt x="14333" y="1403"/>
                    </a:lnTo>
                    <a:lnTo>
                      <a:pt x="14396" y="1340"/>
                    </a:lnTo>
                    <a:lnTo>
                      <a:pt x="14354" y="1298"/>
                    </a:lnTo>
                    <a:lnTo>
                      <a:pt x="14270" y="1298"/>
                    </a:lnTo>
                    <a:lnTo>
                      <a:pt x="14061" y="1152"/>
                    </a:lnTo>
                    <a:lnTo>
                      <a:pt x="14019" y="1089"/>
                    </a:lnTo>
                    <a:lnTo>
                      <a:pt x="13978" y="1089"/>
                    </a:lnTo>
                    <a:lnTo>
                      <a:pt x="13873" y="1131"/>
                    </a:lnTo>
                    <a:lnTo>
                      <a:pt x="13810" y="1193"/>
                    </a:lnTo>
                    <a:lnTo>
                      <a:pt x="13747" y="1152"/>
                    </a:lnTo>
                    <a:lnTo>
                      <a:pt x="13706" y="1089"/>
                    </a:lnTo>
                    <a:lnTo>
                      <a:pt x="13789" y="1005"/>
                    </a:lnTo>
                    <a:lnTo>
                      <a:pt x="13768" y="921"/>
                    </a:lnTo>
                    <a:lnTo>
                      <a:pt x="13601" y="942"/>
                    </a:lnTo>
                    <a:lnTo>
                      <a:pt x="13538" y="1047"/>
                    </a:lnTo>
                    <a:lnTo>
                      <a:pt x="13454" y="1026"/>
                    </a:lnTo>
                    <a:lnTo>
                      <a:pt x="13454" y="901"/>
                    </a:lnTo>
                    <a:lnTo>
                      <a:pt x="13308" y="942"/>
                    </a:lnTo>
                    <a:lnTo>
                      <a:pt x="13266" y="1005"/>
                    </a:lnTo>
                    <a:lnTo>
                      <a:pt x="13224" y="921"/>
                    </a:lnTo>
                    <a:lnTo>
                      <a:pt x="13287" y="838"/>
                    </a:lnTo>
                    <a:lnTo>
                      <a:pt x="13245" y="775"/>
                    </a:lnTo>
                    <a:lnTo>
                      <a:pt x="13308" y="775"/>
                    </a:lnTo>
                    <a:lnTo>
                      <a:pt x="13371" y="691"/>
                    </a:lnTo>
                    <a:lnTo>
                      <a:pt x="13287" y="608"/>
                    </a:lnTo>
                    <a:lnTo>
                      <a:pt x="13078" y="587"/>
                    </a:lnTo>
                    <a:lnTo>
                      <a:pt x="12910" y="503"/>
                    </a:lnTo>
                    <a:lnTo>
                      <a:pt x="12785" y="524"/>
                    </a:lnTo>
                    <a:lnTo>
                      <a:pt x="12659" y="629"/>
                    </a:lnTo>
                    <a:lnTo>
                      <a:pt x="12638" y="733"/>
                    </a:lnTo>
                    <a:lnTo>
                      <a:pt x="12597" y="775"/>
                    </a:lnTo>
                    <a:lnTo>
                      <a:pt x="12513" y="670"/>
                    </a:lnTo>
                    <a:lnTo>
                      <a:pt x="12638" y="524"/>
                    </a:lnTo>
                    <a:lnTo>
                      <a:pt x="12659" y="461"/>
                    </a:lnTo>
                    <a:lnTo>
                      <a:pt x="12513" y="461"/>
                    </a:lnTo>
                    <a:lnTo>
                      <a:pt x="12387" y="377"/>
                    </a:lnTo>
                    <a:lnTo>
                      <a:pt x="12262" y="377"/>
                    </a:lnTo>
                    <a:lnTo>
                      <a:pt x="12199" y="482"/>
                    </a:lnTo>
                    <a:lnTo>
                      <a:pt x="12011" y="608"/>
                    </a:lnTo>
                    <a:lnTo>
                      <a:pt x="11885" y="733"/>
                    </a:lnTo>
                    <a:lnTo>
                      <a:pt x="11801" y="775"/>
                    </a:lnTo>
                    <a:lnTo>
                      <a:pt x="11781" y="712"/>
                    </a:lnTo>
                    <a:lnTo>
                      <a:pt x="11822" y="587"/>
                    </a:lnTo>
                    <a:lnTo>
                      <a:pt x="11822" y="419"/>
                    </a:lnTo>
                    <a:lnTo>
                      <a:pt x="11781" y="377"/>
                    </a:lnTo>
                    <a:lnTo>
                      <a:pt x="11739" y="273"/>
                    </a:lnTo>
                    <a:lnTo>
                      <a:pt x="11592" y="189"/>
                    </a:lnTo>
                    <a:lnTo>
                      <a:pt x="11467" y="210"/>
                    </a:lnTo>
                    <a:lnTo>
                      <a:pt x="11341" y="189"/>
                    </a:lnTo>
                    <a:lnTo>
                      <a:pt x="11278" y="85"/>
                    </a:lnTo>
                    <a:lnTo>
                      <a:pt x="11153" y="64"/>
                    </a:lnTo>
                    <a:lnTo>
                      <a:pt x="10985" y="105"/>
                    </a:lnTo>
                    <a:lnTo>
                      <a:pt x="10881" y="85"/>
                    </a:lnTo>
                    <a:lnTo>
                      <a:pt x="10818" y="64"/>
                    </a:lnTo>
                    <a:lnTo>
                      <a:pt x="10734" y="1"/>
                    </a:lnTo>
                    <a:lnTo>
                      <a:pt x="10651" y="64"/>
                    </a:lnTo>
                    <a:lnTo>
                      <a:pt x="10630" y="210"/>
                    </a:lnTo>
                    <a:lnTo>
                      <a:pt x="10734" y="461"/>
                    </a:lnTo>
                    <a:lnTo>
                      <a:pt x="10651" y="670"/>
                    </a:lnTo>
                    <a:lnTo>
                      <a:pt x="10651" y="817"/>
                    </a:lnTo>
                    <a:lnTo>
                      <a:pt x="10609" y="880"/>
                    </a:lnTo>
                    <a:lnTo>
                      <a:pt x="10525" y="838"/>
                    </a:lnTo>
                    <a:lnTo>
                      <a:pt x="10400" y="880"/>
                    </a:lnTo>
                    <a:lnTo>
                      <a:pt x="10337" y="817"/>
                    </a:lnTo>
                    <a:lnTo>
                      <a:pt x="10421" y="733"/>
                    </a:lnTo>
                    <a:lnTo>
                      <a:pt x="10358" y="566"/>
                    </a:lnTo>
                    <a:lnTo>
                      <a:pt x="10421" y="461"/>
                    </a:lnTo>
                    <a:lnTo>
                      <a:pt x="10441" y="315"/>
                    </a:lnTo>
                    <a:lnTo>
                      <a:pt x="10400" y="273"/>
                    </a:lnTo>
                    <a:lnTo>
                      <a:pt x="10232" y="398"/>
                    </a:lnTo>
                    <a:lnTo>
                      <a:pt x="10232" y="461"/>
                    </a:lnTo>
                    <a:lnTo>
                      <a:pt x="10149" y="482"/>
                    </a:lnTo>
                    <a:lnTo>
                      <a:pt x="10107" y="419"/>
                    </a:lnTo>
                    <a:lnTo>
                      <a:pt x="10149" y="273"/>
                    </a:lnTo>
                    <a:lnTo>
                      <a:pt x="10107" y="210"/>
                    </a:lnTo>
                    <a:lnTo>
                      <a:pt x="10044" y="252"/>
                    </a:lnTo>
                    <a:lnTo>
                      <a:pt x="9981" y="398"/>
                    </a:lnTo>
                    <a:lnTo>
                      <a:pt x="9897" y="398"/>
                    </a:lnTo>
                    <a:lnTo>
                      <a:pt x="9877" y="357"/>
                    </a:lnTo>
                    <a:lnTo>
                      <a:pt x="9918" y="252"/>
                    </a:lnTo>
                    <a:lnTo>
                      <a:pt x="9918" y="105"/>
                    </a:lnTo>
                    <a:lnTo>
                      <a:pt x="9897" y="64"/>
                    </a:lnTo>
                    <a:lnTo>
                      <a:pt x="962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7" name="Google Shape;2377;p56"/>
              <p:cNvSpPr/>
              <p:nvPr/>
            </p:nvSpPr>
            <p:spPr>
              <a:xfrm>
                <a:off x="2905300" y="2401625"/>
                <a:ext cx="91575" cy="98875"/>
              </a:xfrm>
              <a:custGeom>
                <a:avLst/>
                <a:gdLst/>
                <a:ahLst/>
                <a:cxnLst/>
                <a:rect l="l" t="t" r="r" b="b"/>
                <a:pathLst>
                  <a:path w="3663" h="3955" extrusionOk="0">
                    <a:moveTo>
                      <a:pt x="2909" y="2155"/>
                    </a:moveTo>
                    <a:lnTo>
                      <a:pt x="2872" y="2165"/>
                    </a:lnTo>
                    <a:lnTo>
                      <a:pt x="2872" y="2165"/>
                    </a:lnTo>
                    <a:lnTo>
                      <a:pt x="2878" y="2166"/>
                    </a:lnTo>
                    <a:lnTo>
                      <a:pt x="2878" y="2166"/>
                    </a:lnTo>
                    <a:lnTo>
                      <a:pt x="2930" y="2155"/>
                    </a:lnTo>
                    <a:close/>
                    <a:moveTo>
                      <a:pt x="2323" y="0"/>
                    </a:moveTo>
                    <a:lnTo>
                      <a:pt x="2260" y="42"/>
                    </a:lnTo>
                    <a:lnTo>
                      <a:pt x="2219" y="84"/>
                    </a:lnTo>
                    <a:lnTo>
                      <a:pt x="2135" y="84"/>
                    </a:lnTo>
                    <a:lnTo>
                      <a:pt x="2072" y="147"/>
                    </a:lnTo>
                    <a:lnTo>
                      <a:pt x="2009" y="188"/>
                    </a:lnTo>
                    <a:lnTo>
                      <a:pt x="1905" y="188"/>
                    </a:lnTo>
                    <a:lnTo>
                      <a:pt x="1779" y="293"/>
                    </a:lnTo>
                    <a:lnTo>
                      <a:pt x="1675" y="377"/>
                    </a:lnTo>
                    <a:lnTo>
                      <a:pt x="1675" y="460"/>
                    </a:lnTo>
                    <a:lnTo>
                      <a:pt x="1612" y="460"/>
                    </a:lnTo>
                    <a:lnTo>
                      <a:pt x="1570" y="419"/>
                    </a:lnTo>
                    <a:lnTo>
                      <a:pt x="1570" y="460"/>
                    </a:lnTo>
                    <a:lnTo>
                      <a:pt x="1591" y="481"/>
                    </a:lnTo>
                    <a:lnTo>
                      <a:pt x="1591" y="523"/>
                    </a:lnTo>
                    <a:lnTo>
                      <a:pt x="1528" y="586"/>
                    </a:lnTo>
                    <a:lnTo>
                      <a:pt x="1423" y="670"/>
                    </a:lnTo>
                    <a:lnTo>
                      <a:pt x="1382" y="691"/>
                    </a:lnTo>
                    <a:lnTo>
                      <a:pt x="1402" y="711"/>
                    </a:lnTo>
                    <a:lnTo>
                      <a:pt x="1382" y="774"/>
                    </a:lnTo>
                    <a:lnTo>
                      <a:pt x="1319" y="774"/>
                    </a:lnTo>
                    <a:lnTo>
                      <a:pt x="1319" y="816"/>
                    </a:lnTo>
                    <a:lnTo>
                      <a:pt x="1382" y="837"/>
                    </a:lnTo>
                    <a:lnTo>
                      <a:pt x="1319" y="879"/>
                    </a:lnTo>
                    <a:lnTo>
                      <a:pt x="1256" y="879"/>
                    </a:lnTo>
                    <a:lnTo>
                      <a:pt x="1193" y="942"/>
                    </a:lnTo>
                    <a:lnTo>
                      <a:pt x="1193" y="1004"/>
                    </a:lnTo>
                    <a:lnTo>
                      <a:pt x="1214" y="1004"/>
                    </a:lnTo>
                    <a:lnTo>
                      <a:pt x="1256" y="1025"/>
                    </a:lnTo>
                    <a:lnTo>
                      <a:pt x="1193" y="1046"/>
                    </a:lnTo>
                    <a:lnTo>
                      <a:pt x="1151" y="1046"/>
                    </a:lnTo>
                    <a:lnTo>
                      <a:pt x="1089" y="1151"/>
                    </a:lnTo>
                    <a:lnTo>
                      <a:pt x="1068" y="1214"/>
                    </a:lnTo>
                    <a:lnTo>
                      <a:pt x="942" y="1402"/>
                    </a:lnTo>
                    <a:lnTo>
                      <a:pt x="942" y="1444"/>
                    </a:lnTo>
                    <a:lnTo>
                      <a:pt x="984" y="1507"/>
                    </a:lnTo>
                    <a:lnTo>
                      <a:pt x="984" y="1548"/>
                    </a:lnTo>
                    <a:lnTo>
                      <a:pt x="963" y="1548"/>
                    </a:lnTo>
                    <a:lnTo>
                      <a:pt x="942" y="1527"/>
                    </a:lnTo>
                    <a:lnTo>
                      <a:pt x="900" y="1527"/>
                    </a:lnTo>
                    <a:lnTo>
                      <a:pt x="796" y="1569"/>
                    </a:lnTo>
                    <a:lnTo>
                      <a:pt x="754" y="1653"/>
                    </a:lnTo>
                    <a:lnTo>
                      <a:pt x="754" y="1716"/>
                    </a:lnTo>
                    <a:lnTo>
                      <a:pt x="796" y="1716"/>
                    </a:lnTo>
                    <a:lnTo>
                      <a:pt x="858" y="1758"/>
                    </a:lnTo>
                    <a:lnTo>
                      <a:pt x="838" y="1779"/>
                    </a:lnTo>
                    <a:lnTo>
                      <a:pt x="838" y="1841"/>
                    </a:lnTo>
                    <a:lnTo>
                      <a:pt x="775" y="1883"/>
                    </a:lnTo>
                    <a:lnTo>
                      <a:pt x="649" y="1862"/>
                    </a:lnTo>
                    <a:lnTo>
                      <a:pt x="628" y="1883"/>
                    </a:lnTo>
                    <a:lnTo>
                      <a:pt x="628" y="1946"/>
                    </a:lnTo>
                    <a:lnTo>
                      <a:pt x="545" y="2030"/>
                    </a:lnTo>
                    <a:lnTo>
                      <a:pt x="482" y="2134"/>
                    </a:lnTo>
                    <a:lnTo>
                      <a:pt x="440" y="2197"/>
                    </a:lnTo>
                    <a:lnTo>
                      <a:pt x="419" y="2197"/>
                    </a:lnTo>
                    <a:lnTo>
                      <a:pt x="419" y="2134"/>
                    </a:lnTo>
                    <a:lnTo>
                      <a:pt x="377" y="2197"/>
                    </a:lnTo>
                    <a:lnTo>
                      <a:pt x="335" y="2134"/>
                    </a:lnTo>
                    <a:lnTo>
                      <a:pt x="356" y="2072"/>
                    </a:lnTo>
                    <a:lnTo>
                      <a:pt x="440" y="2030"/>
                    </a:lnTo>
                    <a:lnTo>
                      <a:pt x="461" y="1967"/>
                    </a:lnTo>
                    <a:lnTo>
                      <a:pt x="440" y="1988"/>
                    </a:lnTo>
                    <a:lnTo>
                      <a:pt x="356" y="2051"/>
                    </a:lnTo>
                    <a:lnTo>
                      <a:pt x="231" y="2134"/>
                    </a:lnTo>
                    <a:lnTo>
                      <a:pt x="168" y="2260"/>
                    </a:lnTo>
                    <a:lnTo>
                      <a:pt x="231" y="2260"/>
                    </a:lnTo>
                    <a:lnTo>
                      <a:pt x="314" y="2239"/>
                    </a:lnTo>
                    <a:lnTo>
                      <a:pt x="461" y="2197"/>
                    </a:lnTo>
                    <a:lnTo>
                      <a:pt x="586" y="2197"/>
                    </a:lnTo>
                    <a:lnTo>
                      <a:pt x="524" y="2281"/>
                    </a:lnTo>
                    <a:lnTo>
                      <a:pt x="419" y="2406"/>
                    </a:lnTo>
                    <a:lnTo>
                      <a:pt x="335" y="2511"/>
                    </a:lnTo>
                    <a:lnTo>
                      <a:pt x="210" y="2595"/>
                    </a:lnTo>
                    <a:lnTo>
                      <a:pt x="105" y="2699"/>
                    </a:lnTo>
                    <a:lnTo>
                      <a:pt x="22" y="2699"/>
                    </a:lnTo>
                    <a:lnTo>
                      <a:pt x="1" y="2762"/>
                    </a:lnTo>
                    <a:lnTo>
                      <a:pt x="22" y="2804"/>
                    </a:lnTo>
                    <a:lnTo>
                      <a:pt x="1" y="2888"/>
                    </a:lnTo>
                    <a:lnTo>
                      <a:pt x="22" y="2929"/>
                    </a:lnTo>
                    <a:lnTo>
                      <a:pt x="63" y="2929"/>
                    </a:lnTo>
                    <a:lnTo>
                      <a:pt x="168" y="2971"/>
                    </a:lnTo>
                    <a:lnTo>
                      <a:pt x="314" y="2929"/>
                    </a:lnTo>
                    <a:lnTo>
                      <a:pt x="377" y="2888"/>
                    </a:lnTo>
                    <a:lnTo>
                      <a:pt x="482" y="2888"/>
                    </a:lnTo>
                    <a:lnTo>
                      <a:pt x="566" y="2825"/>
                    </a:lnTo>
                    <a:lnTo>
                      <a:pt x="586" y="2783"/>
                    </a:lnTo>
                    <a:lnTo>
                      <a:pt x="586" y="2804"/>
                    </a:lnTo>
                    <a:lnTo>
                      <a:pt x="545" y="2888"/>
                    </a:lnTo>
                    <a:lnTo>
                      <a:pt x="670" y="2908"/>
                    </a:lnTo>
                    <a:lnTo>
                      <a:pt x="754" y="2888"/>
                    </a:lnTo>
                    <a:lnTo>
                      <a:pt x="796" y="2929"/>
                    </a:lnTo>
                    <a:lnTo>
                      <a:pt x="963" y="2929"/>
                    </a:lnTo>
                    <a:lnTo>
                      <a:pt x="1047" y="2908"/>
                    </a:lnTo>
                    <a:lnTo>
                      <a:pt x="1068" y="2971"/>
                    </a:lnTo>
                    <a:lnTo>
                      <a:pt x="1110" y="3013"/>
                    </a:lnTo>
                    <a:lnTo>
                      <a:pt x="1214" y="3013"/>
                    </a:lnTo>
                    <a:lnTo>
                      <a:pt x="1256" y="2992"/>
                    </a:lnTo>
                    <a:lnTo>
                      <a:pt x="1277" y="3013"/>
                    </a:lnTo>
                    <a:lnTo>
                      <a:pt x="1361" y="3013"/>
                    </a:lnTo>
                    <a:lnTo>
                      <a:pt x="1402" y="2992"/>
                    </a:lnTo>
                    <a:lnTo>
                      <a:pt x="1402" y="2950"/>
                    </a:lnTo>
                    <a:lnTo>
                      <a:pt x="1486" y="2950"/>
                    </a:lnTo>
                    <a:lnTo>
                      <a:pt x="1507" y="2992"/>
                    </a:lnTo>
                    <a:lnTo>
                      <a:pt x="1570" y="2992"/>
                    </a:lnTo>
                    <a:lnTo>
                      <a:pt x="1591" y="2929"/>
                    </a:lnTo>
                    <a:lnTo>
                      <a:pt x="1633" y="2929"/>
                    </a:lnTo>
                    <a:lnTo>
                      <a:pt x="1695" y="2971"/>
                    </a:lnTo>
                    <a:lnTo>
                      <a:pt x="1716" y="2908"/>
                    </a:lnTo>
                    <a:lnTo>
                      <a:pt x="1716" y="2867"/>
                    </a:lnTo>
                    <a:lnTo>
                      <a:pt x="1716" y="2783"/>
                    </a:lnTo>
                    <a:lnTo>
                      <a:pt x="1737" y="2804"/>
                    </a:lnTo>
                    <a:lnTo>
                      <a:pt x="1779" y="2762"/>
                    </a:lnTo>
                    <a:lnTo>
                      <a:pt x="1821" y="2762"/>
                    </a:lnTo>
                    <a:lnTo>
                      <a:pt x="1800" y="2783"/>
                    </a:lnTo>
                    <a:lnTo>
                      <a:pt x="1779" y="2888"/>
                    </a:lnTo>
                    <a:lnTo>
                      <a:pt x="1800" y="2908"/>
                    </a:lnTo>
                    <a:lnTo>
                      <a:pt x="1821" y="2867"/>
                    </a:lnTo>
                    <a:lnTo>
                      <a:pt x="1884" y="2783"/>
                    </a:lnTo>
                    <a:lnTo>
                      <a:pt x="1905" y="2783"/>
                    </a:lnTo>
                    <a:lnTo>
                      <a:pt x="1905" y="2867"/>
                    </a:lnTo>
                    <a:lnTo>
                      <a:pt x="1884" y="2908"/>
                    </a:lnTo>
                    <a:lnTo>
                      <a:pt x="1884" y="2971"/>
                    </a:lnTo>
                    <a:lnTo>
                      <a:pt x="1947" y="2929"/>
                    </a:lnTo>
                    <a:lnTo>
                      <a:pt x="1988" y="2929"/>
                    </a:lnTo>
                    <a:lnTo>
                      <a:pt x="1988" y="2971"/>
                    </a:lnTo>
                    <a:lnTo>
                      <a:pt x="1884" y="3034"/>
                    </a:lnTo>
                    <a:lnTo>
                      <a:pt x="1779" y="3097"/>
                    </a:lnTo>
                    <a:lnTo>
                      <a:pt x="1800" y="3118"/>
                    </a:lnTo>
                    <a:lnTo>
                      <a:pt x="1821" y="3097"/>
                    </a:lnTo>
                    <a:lnTo>
                      <a:pt x="1884" y="3097"/>
                    </a:lnTo>
                    <a:lnTo>
                      <a:pt x="1905" y="3118"/>
                    </a:lnTo>
                    <a:lnTo>
                      <a:pt x="1947" y="3118"/>
                    </a:lnTo>
                    <a:lnTo>
                      <a:pt x="1988" y="3139"/>
                    </a:lnTo>
                    <a:lnTo>
                      <a:pt x="2030" y="3118"/>
                    </a:lnTo>
                    <a:lnTo>
                      <a:pt x="2114" y="3097"/>
                    </a:lnTo>
                    <a:lnTo>
                      <a:pt x="2135" y="3013"/>
                    </a:lnTo>
                    <a:lnTo>
                      <a:pt x="2135" y="2971"/>
                    </a:lnTo>
                    <a:lnTo>
                      <a:pt x="2198" y="2992"/>
                    </a:lnTo>
                    <a:lnTo>
                      <a:pt x="2260" y="3013"/>
                    </a:lnTo>
                    <a:lnTo>
                      <a:pt x="2323" y="3076"/>
                    </a:lnTo>
                    <a:lnTo>
                      <a:pt x="2365" y="3034"/>
                    </a:lnTo>
                    <a:lnTo>
                      <a:pt x="2428" y="3013"/>
                    </a:lnTo>
                    <a:lnTo>
                      <a:pt x="2511" y="3013"/>
                    </a:lnTo>
                    <a:lnTo>
                      <a:pt x="2449" y="3076"/>
                    </a:lnTo>
                    <a:lnTo>
                      <a:pt x="2449" y="3097"/>
                    </a:lnTo>
                    <a:lnTo>
                      <a:pt x="2344" y="3139"/>
                    </a:lnTo>
                    <a:lnTo>
                      <a:pt x="2239" y="3139"/>
                    </a:lnTo>
                    <a:lnTo>
                      <a:pt x="2198" y="3201"/>
                    </a:lnTo>
                    <a:lnTo>
                      <a:pt x="2198" y="3243"/>
                    </a:lnTo>
                    <a:lnTo>
                      <a:pt x="2156" y="3285"/>
                    </a:lnTo>
                    <a:lnTo>
                      <a:pt x="2135" y="3327"/>
                    </a:lnTo>
                    <a:lnTo>
                      <a:pt x="2051" y="3327"/>
                    </a:lnTo>
                    <a:lnTo>
                      <a:pt x="2009" y="3348"/>
                    </a:lnTo>
                    <a:lnTo>
                      <a:pt x="1988" y="3411"/>
                    </a:lnTo>
                    <a:lnTo>
                      <a:pt x="1926" y="3432"/>
                    </a:lnTo>
                    <a:lnTo>
                      <a:pt x="1821" y="3452"/>
                    </a:lnTo>
                    <a:lnTo>
                      <a:pt x="1737" y="3515"/>
                    </a:lnTo>
                    <a:lnTo>
                      <a:pt x="1716" y="3557"/>
                    </a:lnTo>
                    <a:lnTo>
                      <a:pt x="1737" y="3599"/>
                    </a:lnTo>
                    <a:lnTo>
                      <a:pt x="1779" y="3620"/>
                    </a:lnTo>
                    <a:lnTo>
                      <a:pt x="1842" y="3620"/>
                    </a:lnTo>
                    <a:lnTo>
                      <a:pt x="1884" y="3557"/>
                    </a:lnTo>
                    <a:lnTo>
                      <a:pt x="1905" y="3536"/>
                    </a:lnTo>
                    <a:lnTo>
                      <a:pt x="1947" y="3536"/>
                    </a:lnTo>
                    <a:lnTo>
                      <a:pt x="1947" y="3599"/>
                    </a:lnTo>
                    <a:lnTo>
                      <a:pt x="1988" y="3620"/>
                    </a:lnTo>
                    <a:lnTo>
                      <a:pt x="2051" y="3599"/>
                    </a:lnTo>
                    <a:lnTo>
                      <a:pt x="2114" y="3536"/>
                    </a:lnTo>
                    <a:lnTo>
                      <a:pt x="2135" y="3494"/>
                    </a:lnTo>
                    <a:lnTo>
                      <a:pt x="2156" y="3494"/>
                    </a:lnTo>
                    <a:lnTo>
                      <a:pt x="2198" y="3432"/>
                    </a:lnTo>
                    <a:lnTo>
                      <a:pt x="2219" y="3348"/>
                    </a:lnTo>
                    <a:lnTo>
                      <a:pt x="2260" y="3327"/>
                    </a:lnTo>
                    <a:lnTo>
                      <a:pt x="2365" y="3222"/>
                    </a:lnTo>
                    <a:lnTo>
                      <a:pt x="2428" y="3201"/>
                    </a:lnTo>
                    <a:lnTo>
                      <a:pt x="2470" y="3222"/>
                    </a:lnTo>
                    <a:lnTo>
                      <a:pt x="2553" y="3222"/>
                    </a:lnTo>
                    <a:lnTo>
                      <a:pt x="2511" y="3285"/>
                    </a:lnTo>
                    <a:lnTo>
                      <a:pt x="2553" y="3285"/>
                    </a:lnTo>
                    <a:lnTo>
                      <a:pt x="2616" y="3243"/>
                    </a:lnTo>
                    <a:lnTo>
                      <a:pt x="2658" y="3118"/>
                    </a:lnTo>
                    <a:lnTo>
                      <a:pt x="2721" y="3013"/>
                    </a:lnTo>
                    <a:lnTo>
                      <a:pt x="2721" y="2908"/>
                    </a:lnTo>
                    <a:lnTo>
                      <a:pt x="2742" y="2888"/>
                    </a:lnTo>
                    <a:lnTo>
                      <a:pt x="2763" y="2888"/>
                    </a:lnTo>
                    <a:lnTo>
                      <a:pt x="2825" y="2929"/>
                    </a:lnTo>
                    <a:lnTo>
                      <a:pt x="2846" y="2929"/>
                    </a:lnTo>
                    <a:lnTo>
                      <a:pt x="2888" y="2971"/>
                    </a:lnTo>
                    <a:lnTo>
                      <a:pt x="2888" y="3076"/>
                    </a:lnTo>
                    <a:lnTo>
                      <a:pt x="2867" y="3139"/>
                    </a:lnTo>
                    <a:lnTo>
                      <a:pt x="2846" y="3222"/>
                    </a:lnTo>
                    <a:lnTo>
                      <a:pt x="2867" y="3285"/>
                    </a:lnTo>
                    <a:lnTo>
                      <a:pt x="2846" y="3327"/>
                    </a:lnTo>
                    <a:lnTo>
                      <a:pt x="2763" y="3411"/>
                    </a:lnTo>
                    <a:lnTo>
                      <a:pt x="2721" y="3557"/>
                    </a:lnTo>
                    <a:lnTo>
                      <a:pt x="2721" y="3641"/>
                    </a:lnTo>
                    <a:lnTo>
                      <a:pt x="2679" y="3662"/>
                    </a:lnTo>
                    <a:lnTo>
                      <a:pt x="2679" y="3745"/>
                    </a:lnTo>
                    <a:lnTo>
                      <a:pt x="2742" y="3766"/>
                    </a:lnTo>
                    <a:lnTo>
                      <a:pt x="2825" y="3724"/>
                    </a:lnTo>
                    <a:lnTo>
                      <a:pt x="2888" y="3557"/>
                    </a:lnTo>
                    <a:lnTo>
                      <a:pt x="2951" y="3557"/>
                    </a:lnTo>
                    <a:lnTo>
                      <a:pt x="3035" y="3452"/>
                    </a:lnTo>
                    <a:lnTo>
                      <a:pt x="3076" y="3411"/>
                    </a:lnTo>
                    <a:lnTo>
                      <a:pt x="3097" y="3432"/>
                    </a:lnTo>
                    <a:lnTo>
                      <a:pt x="3202" y="3432"/>
                    </a:lnTo>
                    <a:lnTo>
                      <a:pt x="3202" y="3494"/>
                    </a:lnTo>
                    <a:lnTo>
                      <a:pt x="3139" y="3515"/>
                    </a:lnTo>
                    <a:lnTo>
                      <a:pt x="3035" y="3620"/>
                    </a:lnTo>
                    <a:lnTo>
                      <a:pt x="3035" y="3704"/>
                    </a:lnTo>
                    <a:lnTo>
                      <a:pt x="2993" y="3766"/>
                    </a:lnTo>
                    <a:lnTo>
                      <a:pt x="3035" y="3808"/>
                    </a:lnTo>
                    <a:lnTo>
                      <a:pt x="3035" y="3913"/>
                    </a:lnTo>
                    <a:lnTo>
                      <a:pt x="3076" y="3955"/>
                    </a:lnTo>
                    <a:lnTo>
                      <a:pt x="3097" y="3871"/>
                    </a:lnTo>
                    <a:lnTo>
                      <a:pt x="3160" y="3829"/>
                    </a:lnTo>
                    <a:lnTo>
                      <a:pt x="3202" y="3829"/>
                    </a:lnTo>
                    <a:lnTo>
                      <a:pt x="3265" y="3913"/>
                    </a:lnTo>
                    <a:lnTo>
                      <a:pt x="3307" y="3934"/>
                    </a:lnTo>
                    <a:lnTo>
                      <a:pt x="3390" y="3871"/>
                    </a:lnTo>
                    <a:lnTo>
                      <a:pt x="3390" y="3829"/>
                    </a:lnTo>
                    <a:lnTo>
                      <a:pt x="3411" y="3829"/>
                    </a:lnTo>
                    <a:lnTo>
                      <a:pt x="3453" y="3766"/>
                    </a:lnTo>
                    <a:lnTo>
                      <a:pt x="3453" y="3704"/>
                    </a:lnTo>
                    <a:lnTo>
                      <a:pt x="3474" y="3704"/>
                    </a:lnTo>
                    <a:lnTo>
                      <a:pt x="3495" y="3641"/>
                    </a:lnTo>
                    <a:lnTo>
                      <a:pt x="3474" y="3599"/>
                    </a:lnTo>
                    <a:lnTo>
                      <a:pt x="3495" y="3494"/>
                    </a:lnTo>
                    <a:lnTo>
                      <a:pt x="3599" y="3348"/>
                    </a:lnTo>
                    <a:lnTo>
                      <a:pt x="3662" y="3243"/>
                    </a:lnTo>
                    <a:lnTo>
                      <a:pt x="3662" y="3097"/>
                    </a:lnTo>
                    <a:lnTo>
                      <a:pt x="3662" y="3034"/>
                    </a:lnTo>
                    <a:lnTo>
                      <a:pt x="3620" y="3034"/>
                    </a:lnTo>
                    <a:lnTo>
                      <a:pt x="3620" y="3097"/>
                    </a:lnTo>
                    <a:lnTo>
                      <a:pt x="3579" y="3180"/>
                    </a:lnTo>
                    <a:lnTo>
                      <a:pt x="3495" y="3222"/>
                    </a:lnTo>
                    <a:lnTo>
                      <a:pt x="3411" y="3306"/>
                    </a:lnTo>
                    <a:lnTo>
                      <a:pt x="3369" y="3327"/>
                    </a:lnTo>
                    <a:lnTo>
                      <a:pt x="3348" y="3243"/>
                    </a:lnTo>
                    <a:lnTo>
                      <a:pt x="3369" y="3180"/>
                    </a:lnTo>
                    <a:lnTo>
                      <a:pt x="3369" y="3097"/>
                    </a:lnTo>
                    <a:lnTo>
                      <a:pt x="3474" y="3013"/>
                    </a:lnTo>
                    <a:lnTo>
                      <a:pt x="3495" y="2971"/>
                    </a:lnTo>
                    <a:lnTo>
                      <a:pt x="3579" y="2888"/>
                    </a:lnTo>
                    <a:lnTo>
                      <a:pt x="3599" y="2888"/>
                    </a:lnTo>
                    <a:lnTo>
                      <a:pt x="3662" y="2867"/>
                    </a:lnTo>
                    <a:lnTo>
                      <a:pt x="3620" y="2804"/>
                    </a:lnTo>
                    <a:lnTo>
                      <a:pt x="3579" y="2867"/>
                    </a:lnTo>
                    <a:lnTo>
                      <a:pt x="3516" y="2867"/>
                    </a:lnTo>
                    <a:lnTo>
                      <a:pt x="3453" y="2888"/>
                    </a:lnTo>
                    <a:lnTo>
                      <a:pt x="3390" y="2888"/>
                    </a:lnTo>
                    <a:lnTo>
                      <a:pt x="3307" y="2929"/>
                    </a:lnTo>
                    <a:lnTo>
                      <a:pt x="3286" y="2992"/>
                    </a:lnTo>
                    <a:lnTo>
                      <a:pt x="3181" y="3076"/>
                    </a:lnTo>
                    <a:lnTo>
                      <a:pt x="3181" y="3118"/>
                    </a:lnTo>
                    <a:lnTo>
                      <a:pt x="3139" y="3180"/>
                    </a:lnTo>
                    <a:lnTo>
                      <a:pt x="3055" y="3097"/>
                    </a:lnTo>
                    <a:lnTo>
                      <a:pt x="3055" y="3034"/>
                    </a:lnTo>
                    <a:lnTo>
                      <a:pt x="3035" y="2971"/>
                    </a:lnTo>
                    <a:lnTo>
                      <a:pt x="3035" y="2888"/>
                    </a:lnTo>
                    <a:lnTo>
                      <a:pt x="3076" y="2929"/>
                    </a:lnTo>
                    <a:lnTo>
                      <a:pt x="3097" y="2929"/>
                    </a:lnTo>
                    <a:lnTo>
                      <a:pt x="3181" y="2825"/>
                    </a:lnTo>
                    <a:lnTo>
                      <a:pt x="3139" y="2825"/>
                    </a:lnTo>
                    <a:lnTo>
                      <a:pt x="3055" y="2804"/>
                    </a:lnTo>
                    <a:lnTo>
                      <a:pt x="3181" y="2804"/>
                    </a:lnTo>
                    <a:lnTo>
                      <a:pt x="3076" y="2783"/>
                    </a:lnTo>
                    <a:lnTo>
                      <a:pt x="3035" y="2720"/>
                    </a:lnTo>
                    <a:lnTo>
                      <a:pt x="3035" y="2678"/>
                    </a:lnTo>
                    <a:lnTo>
                      <a:pt x="3055" y="2657"/>
                    </a:lnTo>
                    <a:lnTo>
                      <a:pt x="3160" y="2657"/>
                    </a:lnTo>
                    <a:lnTo>
                      <a:pt x="3181" y="2616"/>
                    </a:lnTo>
                    <a:lnTo>
                      <a:pt x="3265" y="2553"/>
                    </a:lnTo>
                    <a:lnTo>
                      <a:pt x="3286" y="2448"/>
                    </a:lnTo>
                    <a:lnTo>
                      <a:pt x="3369" y="2448"/>
                    </a:lnTo>
                    <a:lnTo>
                      <a:pt x="3390" y="2469"/>
                    </a:lnTo>
                    <a:lnTo>
                      <a:pt x="3495" y="2406"/>
                    </a:lnTo>
                    <a:lnTo>
                      <a:pt x="3516" y="2344"/>
                    </a:lnTo>
                    <a:lnTo>
                      <a:pt x="3516" y="2260"/>
                    </a:lnTo>
                    <a:lnTo>
                      <a:pt x="3495" y="2197"/>
                    </a:lnTo>
                    <a:lnTo>
                      <a:pt x="3411" y="2281"/>
                    </a:lnTo>
                    <a:lnTo>
                      <a:pt x="3369" y="2302"/>
                    </a:lnTo>
                    <a:lnTo>
                      <a:pt x="3348" y="2281"/>
                    </a:lnTo>
                    <a:lnTo>
                      <a:pt x="3286" y="2281"/>
                    </a:lnTo>
                    <a:lnTo>
                      <a:pt x="3286" y="2344"/>
                    </a:lnTo>
                    <a:lnTo>
                      <a:pt x="3286" y="2406"/>
                    </a:lnTo>
                    <a:lnTo>
                      <a:pt x="3244" y="2448"/>
                    </a:lnTo>
                    <a:lnTo>
                      <a:pt x="3181" y="2448"/>
                    </a:lnTo>
                    <a:lnTo>
                      <a:pt x="3097" y="2490"/>
                    </a:lnTo>
                    <a:lnTo>
                      <a:pt x="3055" y="2511"/>
                    </a:lnTo>
                    <a:lnTo>
                      <a:pt x="3055" y="2574"/>
                    </a:lnTo>
                    <a:lnTo>
                      <a:pt x="2993" y="2595"/>
                    </a:lnTo>
                    <a:lnTo>
                      <a:pt x="3035" y="2553"/>
                    </a:lnTo>
                    <a:lnTo>
                      <a:pt x="3035" y="2469"/>
                    </a:lnTo>
                    <a:lnTo>
                      <a:pt x="2993" y="2490"/>
                    </a:lnTo>
                    <a:lnTo>
                      <a:pt x="2951" y="2490"/>
                    </a:lnTo>
                    <a:lnTo>
                      <a:pt x="2993" y="2469"/>
                    </a:lnTo>
                    <a:lnTo>
                      <a:pt x="3055" y="2406"/>
                    </a:lnTo>
                    <a:lnTo>
                      <a:pt x="3076" y="2385"/>
                    </a:lnTo>
                    <a:lnTo>
                      <a:pt x="3035" y="2364"/>
                    </a:lnTo>
                    <a:lnTo>
                      <a:pt x="3076" y="2302"/>
                    </a:lnTo>
                    <a:lnTo>
                      <a:pt x="3097" y="2239"/>
                    </a:lnTo>
                    <a:lnTo>
                      <a:pt x="3055" y="2197"/>
                    </a:lnTo>
                    <a:lnTo>
                      <a:pt x="2993" y="2260"/>
                    </a:lnTo>
                    <a:lnTo>
                      <a:pt x="3035" y="2197"/>
                    </a:lnTo>
                    <a:lnTo>
                      <a:pt x="3035" y="2155"/>
                    </a:lnTo>
                    <a:lnTo>
                      <a:pt x="2993" y="2155"/>
                    </a:lnTo>
                    <a:lnTo>
                      <a:pt x="2930" y="2176"/>
                    </a:lnTo>
                    <a:lnTo>
                      <a:pt x="2878" y="2166"/>
                    </a:lnTo>
                    <a:lnTo>
                      <a:pt x="2878" y="2166"/>
                    </a:lnTo>
                    <a:lnTo>
                      <a:pt x="2825" y="2176"/>
                    </a:lnTo>
                    <a:lnTo>
                      <a:pt x="2872" y="2165"/>
                    </a:lnTo>
                    <a:lnTo>
                      <a:pt x="2872" y="2165"/>
                    </a:lnTo>
                    <a:lnTo>
                      <a:pt x="2825" y="2155"/>
                    </a:lnTo>
                    <a:lnTo>
                      <a:pt x="2909" y="2155"/>
                    </a:lnTo>
                    <a:lnTo>
                      <a:pt x="2993" y="2113"/>
                    </a:lnTo>
                    <a:lnTo>
                      <a:pt x="3035" y="2072"/>
                    </a:lnTo>
                    <a:lnTo>
                      <a:pt x="3076" y="2072"/>
                    </a:lnTo>
                    <a:lnTo>
                      <a:pt x="3139" y="2051"/>
                    </a:lnTo>
                    <a:lnTo>
                      <a:pt x="3139" y="1967"/>
                    </a:lnTo>
                    <a:lnTo>
                      <a:pt x="3181" y="1904"/>
                    </a:lnTo>
                    <a:lnTo>
                      <a:pt x="3181" y="1862"/>
                    </a:lnTo>
                    <a:lnTo>
                      <a:pt x="3097" y="1800"/>
                    </a:lnTo>
                    <a:lnTo>
                      <a:pt x="2993" y="1716"/>
                    </a:lnTo>
                    <a:lnTo>
                      <a:pt x="2888" y="1716"/>
                    </a:lnTo>
                    <a:lnTo>
                      <a:pt x="2783" y="1737"/>
                    </a:lnTo>
                    <a:lnTo>
                      <a:pt x="2742" y="1737"/>
                    </a:lnTo>
                    <a:lnTo>
                      <a:pt x="2742" y="1779"/>
                    </a:lnTo>
                    <a:lnTo>
                      <a:pt x="2679" y="1862"/>
                    </a:lnTo>
                    <a:lnTo>
                      <a:pt x="2658" y="1946"/>
                    </a:lnTo>
                    <a:lnTo>
                      <a:pt x="2679" y="1841"/>
                    </a:lnTo>
                    <a:lnTo>
                      <a:pt x="2658" y="1820"/>
                    </a:lnTo>
                    <a:lnTo>
                      <a:pt x="2679" y="1758"/>
                    </a:lnTo>
                    <a:lnTo>
                      <a:pt x="2742" y="1674"/>
                    </a:lnTo>
                    <a:lnTo>
                      <a:pt x="2721" y="1674"/>
                    </a:lnTo>
                    <a:lnTo>
                      <a:pt x="2637" y="1737"/>
                    </a:lnTo>
                    <a:lnTo>
                      <a:pt x="2574" y="1779"/>
                    </a:lnTo>
                    <a:lnTo>
                      <a:pt x="2553" y="1862"/>
                    </a:lnTo>
                    <a:lnTo>
                      <a:pt x="2532" y="1841"/>
                    </a:lnTo>
                    <a:lnTo>
                      <a:pt x="2491" y="1862"/>
                    </a:lnTo>
                    <a:lnTo>
                      <a:pt x="2449" y="1883"/>
                    </a:lnTo>
                    <a:lnTo>
                      <a:pt x="2428" y="1862"/>
                    </a:lnTo>
                    <a:lnTo>
                      <a:pt x="2344" y="1925"/>
                    </a:lnTo>
                    <a:lnTo>
                      <a:pt x="2323" y="2030"/>
                    </a:lnTo>
                    <a:lnTo>
                      <a:pt x="2239" y="2072"/>
                    </a:lnTo>
                    <a:lnTo>
                      <a:pt x="2239" y="2072"/>
                    </a:lnTo>
                    <a:lnTo>
                      <a:pt x="2281" y="2030"/>
                    </a:lnTo>
                    <a:lnTo>
                      <a:pt x="2323" y="1883"/>
                    </a:lnTo>
                    <a:lnTo>
                      <a:pt x="2365" y="1779"/>
                    </a:lnTo>
                    <a:lnTo>
                      <a:pt x="2344" y="1758"/>
                    </a:lnTo>
                    <a:lnTo>
                      <a:pt x="2281" y="1779"/>
                    </a:lnTo>
                    <a:lnTo>
                      <a:pt x="2260" y="1841"/>
                    </a:lnTo>
                    <a:lnTo>
                      <a:pt x="2219" y="1883"/>
                    </a:lnTo>
                    <a:lnTo>
                      <a:pt x="2177" y="1841"/>
                    </a:lnTo>
                    <a:lnTo>
                      <a:pt x="2239" y="1779"/>
                    </a:lnTo>
                    <a:lnTo>
                      <a:pt x="2260" y="1737"/>
                    </a:lnTo>
                    <a:lnTo>
                      <a:pt x="2260" y="1716"/>
                    </a:lnTo>
                    <a:lnTo>
                      <a:pt x="2177" y="1737"/>
                    </a:lnTo>
                    <a:lnTo>
                      <a:pt x="2072" y="1820"/>
                    </a:lnTo>
                    <a:lnTo>
                      <a:pt x="2030" y="1820"/>
                    </a:lnTo>
                    <a:lnTo>
                      <a:pt x="2009" y="1737"/>
                    </a:lnTo>
                    <a:lnTo>
                      <a:pt x="1967" y="1737"/>
                    </a:lnTo>
                    <a:lnTo>
                      <a:pt x="1905" y="1820"/>
                    </a:lnTo>
                    <a:lnTo>
                      <a:pt x="1842" y="1820"/>
                    </a:lnTo>
                    <a:lnTo>
                      <a:pt x="1842" y="1779"/>
                    </a:lnTo>
                    <a:lnTo>
                      <a:pt x="1947" y="1737"/>
                    </a:lnTo>
                    <a:lnTo>
                      <a:pt x="2009" y="1632"/>
                    </a:lnTo>
                    <a:lnTo>
                      <a:pt x="2030" y="1548"/>
                    </a:lnTo>
                    <a:lnTo>
                      <a:pt x="1947" y="1548"/>
                    </a:lnTo>
                    <a:lnTo>
                      <a:pt x="1863" y="1611"/>
                    </a:lnTo>
                    <a:lnTo>
                      <a:pt x="1863" y="1611"/>
                    </a:lnTo>
                    <a:lnTo>
                      <a:pt x="1926" y="1527"/>
                    </a:lnTo>
                    <a:lnTo>
                      <a:pt x="2009" y="1444"/>
                    </a:lnTo>
                    <a:lnTo>
                      <a:pt x="2114" y="1444"/>
                    </a:lnTo>
                    <a:lnTo>
                      <a:pt x="2156" y="1423"/>
                    </a:lnTo>
                    <a:lnTo>
                      <a:pt x="2239" y="1381"/>
                    </a:lnTo>
                    <a:lnTo>
                      <a:pt x="2281" y="1339"/>
                    </a:lnTo>
                    <a:lnTo>
                      <a:pt x="2281" y="1276"/>
                    </a:lnTo>
                    <a:lnTo>
                      <a:pt x="2260" y="1318"/>
                    </a:lnTo>
                    <a:lnTo>
                      <a:pt x="2156" y="1339"/>
                    </a:lnTo>
                    <a:lnTo>
                      <a:pt x="2114" y="1318"/>
                    </a:lnTo>
                    <a:lnTo>
                      <a:pt x="2030" y="1235"/>
                    </a:lnTo>
                    <a:lnTo>
                      <a:pt x="1967" y="1235"/>
                    </a:lnTo>
                    <a:lnTo>
                      <a:pt x="1926" y="1255"/>
                    </a:lnTo>
                    <a:lnTo>
                      <a:pt x="1967" y="1151"/>
                    </a:lnTo>
                    <a:lnTo>
                      <a:pt x="2009" y="1130"/>
                    </a:lnTo>
                    <a:lnTo>
                      <a:pt x="2009" y="1109"/>
                    </a:lnTo>
                    <a:lnTo>
                      <a:pt x="1947" y="1130"/>
                    </a:lnTo>
                    <a:lnTo>
                      <a:pt x="1863" y="1193"/>
                    </a:lnTo>
                    <a:lnTo>
                      <a:pt x="1821" y="1255"/>
                    </a:lnTo>
                    <a:lnTo>
                      <a:pt x="1737" y="1339"/>
                    </a:lnTo>
                    <a:lnTo>
                      <a:pt x="1695" y="1360"/>
                    </a:lnTo>
                    <a:lnTo>
                      <a:pt x="1654" y="1423"/>
                    </a:lnTo>
                    <a:lnTo>
                      <a:pt x="1591" y="1465"/>
                    </a:lnTo>
                    <a:lnTo>
                      <a:pt x="1528" y="1548"/>
                    </a:lnTo>
                    <a:lnTo>
                      <a:pt x="1528" y="1444"/>
                    </a:lnTo>
                    <a:lnTo>
                      <a:pt x="1549" y="1360"/>
                    </a:lnTo>
                    <a:lnTo>
                      <a:pt x="1612" y="1297"/>
                    </a:lnTo>
                    <a:lnTo>
                      <a:pt x="1612" y="1235"/>
                    </a:lnTo>
                    <a:lnTo>
                      <a:pt x="1654" y="1130"/>
                    </a:lnTo>
                    <a:lnTo>
                      <a:pt x="1737" y="1046"/>
                    </a:lnTo>
                    <a:lnTo>
                      <a:pt x="1737" y="1004"/>
                    </a:lnTo>
                    <a:lnTo>
                      <a:pt x="1800" y="942"/>
                    </a:lnTo>
                    <a:lnTo>
                      <a:pt x="1821" y="921"/>
                    </a:lnTo>
                    <a:lnTo>
                      <a:pt x="1863" y="816"/>
                    </a:lnTo>
                    <a:lnTo>
                      <a:pt x="1947" y="774"/>
                    </a:lnTo>
                    <a:lnTo>
                      <a:pt x="2009" y="711"/>
                    </a:lnTo>
                    <a:lnTo>
                      <a:pt x="2051" y="691"/>
                    </a:lnTo>
                    <a:lnTo>
                      <a:pt x="2072" y="670"/>
                    </a:lnTo>
                    <a:lnTo>
                      <a:pt x="2072" y="607"/>
                    </a:lnTo>
                    <a:lnTo>
                      <a:pt x="2114" y="565"/>
                    </a:lnTo>
                    <a:lnTo>
                      <a:pt x="2135" y="481"/>
                    </a:lnTo>
                    <a:lnTo>
                      <a:pt x="2135" y="523"/>
                    </a:lnTo>
                    <a:lnTo>
                      <a:pt x="2114" y="586"/>
                    </a:lnTo>
                    <a:lnTo>
                      <a:pt x="2135" y="628"/>
                    </a:lnTo>
                    <a:lnTo>
                      <a:pt x="2219" y="523"/>
                    </a:lnTo>
                    <a:lnTo>
                      <a:pt x="2323" y="419"/>
                    </a:lnTo>
                    <a:lnTo>
                      <a:pt x="2344" y="377"/>
                    </a:lnTo>
                    <a:lnTo>
                      <a:pt x="2323" y="314"/>
                    </a:lnTo>
                    <a:lnTo>
                      <a:pt x="2260" y="314"/>
                    </a:lnTo>
                    <a:lnTo>
                      <a:pt x="2219" y="377"/>
                    </a:lnTo>
                    <a:lnTo>
                      <a:pt x="2177" y="293"/>
                    </a:lnTo>
                    <a:lnTo>
                      <a:pt x="2156" y="272"/>
                    </a:lnTo>
                    <a:lnTo>
                      <a:pt x="2177" y="209"/>
                    </a:lnTo>
                    <a:lnTo>
                      <a:pt x="2239" y="188"/>
                    </a:lnTo>
                    <a:lnTo>
                      <a:pt x="2323" y="209"/>
                    </a:lnTo>
                    <a:lnTo>
                      <a:pt x="2386" y="272"/>
                    </a:lnTo>
                    <a:lnTo>
                      <a:pt x="2449" y="251"/>
                    </a:lnTo>
                    <a:lnTo>
                      <a:pt x="2491" y="188"/>
                    </a:lnTo>
                    <a:lnTo>
                      <a:pt x="2491" y="42"/>
                    </a:lnTo>
                    <a:lnTo>
                      <a:pt x="2428" y="42"/>
                    </a:lnTo>
                    <a:lnTo>
                      <a:pt x="2365" y="63"/>
                    </a:lnTo>
                    <a:lnTo>
                      <a:pt x="2365" y="105"/>
                    </a:lnTo>
                    <a:lnTo>
                      <a:pt x="2323" y="105"/>
                    </a:lnTo>
                    <a:lnTo>
                      <a:pt x="2323" y="63"/>
                    </a:lnTo>
                    <a:lnTo>
                      <a:pt x="23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8" name="Google Shape;2378;p56"/>
              <p:cNvSpPr/>
              <p:nvPr/>
            </p:nvSpPr>
            <p:spPr>
              <a:xfrm>
                <a:off x="1922950" y="1659350"/>
                <a:ext cx="1050900" cy="913875"/>
              </a:xfrm>
              <a:custGeom>
                <a:avLst/>
                <a:gdLst/>
                <a:ahLst/>
                <a:cxnLst/>
                <a:rect l="l" t="t" r="r" b="b"/>
                <a:pathLst>
                  <a:path w="42036" h="36555" extrusionOk="0">
                    <a:moveTo>
                      <a:pt x="4310" y="26929"/>
                    </a:moveTo>
                    <a:lnTo>
                      <a:pt x="4310" y="27055"/>
                    </a:lnTo>
                    <a:lnTo>
                      <a:pt x="4268" y="27159"/>
                    </a:lnTo>
                    <a:lnTo>
                      <a:pt x="4101" y="27264"/>
                    </a:lnTo>
                    <a:lnTo>
                      <a:pt x="4076" y="27268"/>
                    </a:lnTo>
                    <a:lnTo>
                      <a:pt x="4076" y="27268"/>
                    </a:lnTo>
                    <a:lnTo>
                      <a:pt x="4101" y="27243"/>
                    </a:lnTo>
                    <a:lnTo>
                      <a:pt x="4185" y="27117"/>
                    </a:lnTo>
                    <a:lnTo>
                      <a:pt x="4289" y="27034"/>
                    </a:lnTo>
                    <a:lnTo>
                      <a:pt x="4310" y="26929"/>
                    </a:lnTo>
                    <a:close/>
                    <a:moveTo>
                      <a:pt x="40508" y="27473"/>
                    </a:moveTo>
                    <a:lnTo>
                      <a:pt x="40299" y="27557"/>
                    </a:lnTo>
                    <a:lnTo>
                      <a:pt x="40090" y="27599"/>
                    </a:lnTo>
                    <a:lnTo>
                      <a:pt x="40132" y="27536"/>
                    </a:lnTo>
                    <a:lnTo>
                      <a:pt x="40404" y="27473"/>
                    </a:lnTo>
                    <a:close/>
                    <a:moveTo>
                      <a:pt x="19459" y="0"/>
                    </a:moveTo>
                    <a:lnTo>
                      <a:pt x="19187" y="105"/>
                    </a:lnTo>
                    <a:lnTo>
                      <a:pt x="18810" y="105"/>
                    </a:lnTo>
                    <a:lnTo>
                      <a:pt x="18727" y="63"/>
                    </a:lnTo>
                    <a:lnTo>
                      <a:pt x="18392" y="84"/>
                    </a:lnTo>
                    <a:lnTo>
                      <a:pt x="18308" y="63"/>
                    </a:lnTo>
                    <a:lnTo>
                      <a:pt x="18120" y="105"/>
                    </a:lnTo>
                    <a:lnTo>
                      <a:pt x="18078" y="210"/>
                    </a:lnTo>
                    <a:lnTo>
                      <a:pt x="18120" y="272"/>
                    </a:lnTo>
                    <a:lnTo>
                      <a:pt x="18078" y="377"/>
                    </a:lnTo>
                    <a:lnTo>
                      <a:pt x="18078" y="524"/>
                    </a:lnTo>
                    <a:lnTo>
                      <a:pt x="18036" y="775"/>
                    </a:lnTo>
                    <a:lnTo>
                      <a:pt x="18120" y="879"/>
                    </a:lnTo>
                    <a:lnTo>
                      <a:pt x="18036" y="942"/>
                    </a:lnTo>
                    <a:lnTo>
                      <a:pt x="17911" y="942"/>
                    </a:lnTo>
                    <a:lnTo>
                      <a:pt x="17764" y="1109"/>
                    </a:lnTo>
                    <a:lnTo>
                      <a:pt x="17701" y="1214"/>
                    </a:lnTo>
                    <a:lnTo>
                      <a:pt x="17471" y="1298"/>
                    </a:lnTo>
                    <a:lnTo>
                      <a:pt x="17367" y="1444"/>
                    </a:lnTo>
                    <a:lnTo>
                      <a:pt x="17095" y="1633"/>
                    </a:lnTo>
                    <a:lnTo>
                      <a:pt x="16990" y="1674"/>
                    </a:lnTo>
                    <a:lnTo>
                      <a:pt x="16990" y="1758"/>
                    </a:lnTo>
                    <a:lnTo>
                      <a:pt x="17074" y="1925"/>
                    </a:lnTo>
                    <a:lnTo>
                      <a:pt x="17074" y="2072"/>
                    </a:lnTo>
                    <a:lnTo>
                      <a:pt x="16760" y="2030"/>
                    </a:lnTo>
                    <a:lnTo>
                      <a:pt x="16739" y="1946"/>
                    </a:lnTo>
                    <a:lnTo>
                      <a:pt x="16718" y="2135"/>
                    </a:lnTo>
                    <a:lnTo>
                      <a:pt x="16613" y="2281"/>
                    </a:lnTo>
                    <a:lnTo>
                      <a:pt x="16530" y="2302"/>
                    </a:lnTo>
                    <a:lnTo>
                      <a:pt x="16509" y="2365"/>
                    </a:lnTo>
                    <a:lnTo>
                      <a:pt x="16300" y="2407"/>
                    </a:lnTo>
                    <a:lnTo>
                      <a:pt x="16237" y="2574"/>
                    </a:lnTo>
                    <a:lnTo>
                      <a:pt x="16132" y="2595"/>
                    </a:lnTo>
                    <a:lnTo>
                      <a:pt x="16028" y="2700"/>
                    </a:lnTo>
                    <a:lnTo>
                      <a:pt x="15944" y="2700"/>
                    </a:lnTo>
                    <a:lnTo>
                      <a:pt x="15923" y="2804"/>
                    </a:lnTo>
                    <a:lnTo>
                      <a:pt x="15776" y="2888"/>
                    </a:lnTo>
                    <a:lnTo>
                      <a:pt x="15672" y="2993"/>
                    </a:lnTo>
                    <a:lnTo>
                      <a:pt x="15588" y="2972"/>
                    </a:lnTo>
                    <a:lnTo>
                      <a:pt x="15588" y="3076"/>
                    </a:lnTo>
                    <a:lnTo>
                      <a:pt x="15776" y="3139"/>
                    </a:lnTo>
                    <a:lnTo>
                      <a:pt x="15986" y="3139"/>
                    </a:lnTo>
                    <a:lnTo>
                      <a:pt x="15986" y="3244"/>
                    </a:lnTo>
                    <a:lnTo>
                      <a:pt x="15839" y="3202"/>
                    </a:lnTo>
                    <a:lnTo>
                      <a:pt x="15944" y="3516"/>
                    </a:lnTo>
                    <a:lnTo>
                      <a:pt x="16028" y="3599"/>
                    </a:lnTo>
                    <a:lnTo>
                      <a:pt x="16007" y="3725"/>
                    </a:lnTo>
                    <a:lnTo>
                      <a:pt x="15944" y="3871"/>
                    </a:lnTo>
                    <a:lnTo>
                      <a:pt x="16007" y="4018"/>
                    </a:lnTo>
                    <a:lnTo>
                      <a:pt x="15902" y="4185"/>
                    </a:lnTo>
                    <a:lnTo>
                      <a:pt x="15902" y="4394"/>
                    </a:lnTo>
                    <a:lnTo>
                      <a:pt x="15902" y="4457"/>
                    </a:lnTo>
                    <a:lnTo>
                      <a:pt x="15986" y="4457"/>
                    </a:lnTo>
                    <a:lnTo>
                      <a:pt x="16028" y="4478"/>
                    </a:lnTo>
                    <a:lnTo>
                      <a:pt x="16111" y="4394"/>
                    </a:lnTo>
                    <a:lnTo>
                      <a:pt x="16237" y="4374"/>
                    </a:lnTo>
                    <a:lnTo>
                      <a:pt x="16341" y="4394"/>
                    </a:lnTo>
                    <a:lnTo>
                      <a:pt x="16509" y="4374"/>
                    </a:lnTo>
                    <a:lnTo>
                      <a:pt x="16676" y="4227"/>
                    </a:lnTo>
                    <a:lnTo>
                      <a:pt x="16760" y="4185"/>
                    </a:lnTo>
                    <a:lnTo>
                      <a:pt x="16760" y="4143"/>
                    </a:lnTo>
                    <a:lnTo>
                      <a:pt x="16864" y="4060"/>
                    </a:lnTo>
                    <a:lnTo>
                      <a:pt x="16927" y="4143"/>
                    </a:lnTo>
                    <a:lnTo>
                      <a:pt x="16927" y="4269"/>
                    </a:lnTo>
                    <a:lnTo>
                      <a:pt x="16844" y="4353"/>
                    </a:lnTo>
                    <a:lnTo>
                      <a:pt x="16927" y="4457"/>
                    </a:lnTo>
                    <a:lnTo>
                      <a:pt x="17032" y="4457"/>
                    </a:lnTo>
                    <a:lnTo>
                      <a:pt x="17178" y="4374"/>
                    </a:lnTo>
                    <a:lnTo>
                      <a:pt x="17346" y="4374"/>
                    </a:lnTo>
                    <a:lnTo>
                      <a:pt x="17450" y="4248"/>
                    </a:lnTo>
                    <a:lnTo>
                      <a:pt x="17597" y="4081"/>
                    </a:lnTo>
                    <a:lnTo>
                      <a:pt x="17576" y="4018"/>
                    </a:lnTo>
                    <a:lnTo>
                      <a:pt x="17701" y="3850"/>
                    </a:lnTo>
                    <a:lnTo>
                      <a:pt x="17722" y="3767"/>
                    </a:lnTo>
                    <a:lnTo>
                      <a:pt x="17890" y="3620"/>
                    </a:lnTo>
                    <a:lnTo>
                      <a:pt x="18015" y="3557"/>
                    </a:lnTo>
                    <a:lnTo>
                      <a:pt x="18036" y="3453"/>
                    </a:lnTo>
                    <a:lnTo>
                      <a:pt x="18099" y="3306"/>
                    </a:lnTo>
                    <a:lnTo>
                      <a:pt x="18204" y="3453"/>
                    </a:lnTo>
                    <a:lnTo>
                      <a:pt x="18350" y="3453"/>
                    </a:lnTo>
                    <a:lnTo>
                      <a:pt x="18497" y="3348"/>
                    </a:lnTo>
                    <a:lnTo>
                      <a:pt x="18643" y="3327"/>
                    </a:lnTo>
                    <a:lnTo>
                      <a:pt x="18706" y="3181"/>
                    </a:lnTo>
                    <a:lnTo>
                      <a:pt x="18769" y="3181"/>
                    </a:lnTo>
                    <a:lnTo>
                      <a:pt x="18873" y="3076"/>
                    </a:lnTo>
                    <a:lnTo>
                      <a:pt x="18936" y="2909"/>
                    </a:lnTo>
                    <a:lnTo>
                      <a:pt x="19124" y="2867"/>
                    </a:lnTo>
                    <a:lnTo>
                      <a:pt x="19187" y="2846"/>
                    </a:lnTo>
                    <a:lnTo>
                      <a:pt x="19250" y="2888"/>
                    </a:lnTo>
                    <a:lnTo>
                      <a:pt x="19333" y="2846"/>
                    </a:lnTo>
                    <a:lnTo>
                      <a:pt x="19543" y="2846"/>
                    </a:lnTo>
                    <a:lnTo>
                      <a:pt x="19668" y="2762"/>
                    </a:lnTo>
                    <a:lnTo>
                      <a:pt x="19773" y="2762"/>
                    </a:lnTo>
                    <a:lnTo>
                      <a:pt x="20024" y="2658"/>
                    </a:lnTo>
                    <a:lnTo>
                      <a:pt x="20233" y="2616"/>
                    </a:lnTo>
                    <a:lnTo>
                      <a:pt x="20296" y="2595"/>
                    </a:lnTo>
                    <a:cubicBezTo>
                      <a:pt x="20338" y="2679"/>
                      <a:pt x="20442" y="2741"/>
                      <a:pt x="20526" y="2762"/>
                    </a:cubicBezTo>
                    <a:lnTo>
                      <a:pt x="20401" y="2783"/>
                    </a:lnTo>
                    <a:lnTo>
                      <a:pt x="19877" y="2993"/>
                    </a:lnTo>
                    <a:lnTo>
                      <a:pt x="19752" y="3097"/>
                    </a:lnTo>
                    <a:lnTo>
                      <a:pt x="19438" y="3181"/>
                    </a:lnTo>
                    <a:lnTo>
                      <a:pt x="19020" y="3369"/>
                    </a:lnTo>
                    <a:lnTo>
                      <a:pt x="18852" y="3495"/>
                    </a:lnTo>
                    <a:lnTo>
                      <a:pt x="18852" y="3578"/>
                    </a:lnTo>
                    <a:lnTo>
                      <a:pt x="18957" y="3578"/>
                    </a:lnTo>
                    <a:lnTo>
                      <a:pt x="19020" y="3620"/>
                    </a:lnTo>
                    <a:lnTo>
                      <a:pt x="18915" y="3704"/>
                    </a:lnTo>
                    <a:lnTo>
                      <a:pt x="18831" y="3704"/>
                    </a:lnTo>
                    <a:lnTo>
                      <a:pt x="18643" y="3850"/>
                    </a:lnTo>
                    <a:lnTo>
                      <a:pt x="18497" y="3850"/>
                    </a:lnTo>
                    <a:lnTo>
                      <a:pt x="18413" y="3934"/>
                    </a:lnTo>
                    <a:lnTo>
                      <a:pt x="18392" y="4039"/>
                    </a:lnTo>
                    <a:lnTo>
                      <a:pt x="18225" y="4143"/>
                    </a:lnTo>
                    <a:lnTo>
                      <a:pt x="18162" y="4227"/>
                    </a:lnTo>
                    <a:lnTo>
                      <a:pt x="18162" y="4353"/>
                    </a:lnTo>
                    <a:lnTo>
                      <a:pt x="18225" y="4311"/>
                    </a:lnTo>
                    <a:lnTo>
                      <a:pt x="18308" y="4374"/>
                    </a:lnTo>
                    <a:lnTo>
                      <a:pt x="18266" y="4457"/>
                    </a:lnTo>
                    <a:lnTo>
                      <a:pt x="18287" y="4478"/>
                    </a:lnTo>
                    <a:lnTo>
                      <a:pt x="18371" y="4457"/>
                    </a:lnTo>
                    <a:lnTo>
                      <a:pt x="18476" y="4415"/>
                    </a:lnTo>
                    <a:lnTo>
                      <a:pt x="18580" y="4415"/>
                    </a:lnTo>
                    <a:lnTo>
                      <a:pt x="18643" y="4457"/>
                    </a:lnTo>
                    <a:lnTo>
                      <a:pt x="18622" y="4541"/>
                    </a:lnTo>
                    <a:lnTo>
                      <a:pt x="18497" y="4583"/>
                    </a:lnTo>
                    <a:lnTo>
                      <a:pt x="18371" y="4520"/>
                    </a:lnTo>
                    <a:lnTo>
                      <a:pt x="18287" y="4562"/>
                    </a:lnTo>
                    <a:lnTo>
                      <a:pt x="18308" y="4666"/>
                    </a:lnTo>
                    <a:lnTo>
                      <a:pt x="18517" y="4771"/>
                    </a:lnTo>
                    <a:lnTo>
                      <a:pt x="18601" y="4729"/>
                    </a:lnTo>
                    <a:lnTo>
                      <a:pt x="18622" y="4646"/>
                    </a:lnTo>
                    <a:lnTo>
                      <a:pt x="18685" y="4646"/>
                    </a:lnTo>
                    <a:lnTo>
                      <a:pt x="18727" y="4687"/>
                    </a:lnTo>
                    <a:lnTo>
                      <a:pt x="18685" y="4771"/>
                    </a:lnTo>
                    <a:lnTo>
                      <a:pt x="18789" y="4771"/>
                    </a:lnTo>
                    <a:lnTo>
                      <a:pt x="18957" y="4792"/>
                    </a:lnTo>
                    <a:lnTo>
                      <a:pt x="19145" y="4750"/>
                    </a:lnTo>
                    <a:lnTo>
                      <a:pt x="19250" y="4750"/>
                    </a:lnTo>
                    <a:lnTo>
                      <a:pt x="19417" y="4834"/>
                    </a:lnTo>
                    <a:lnTo>
                      <a:pt x="19543" y="4792"/>
                    </a:lnTo>
                    <a:lnTo>
                      <a:pt x="19647" y="4855"/>
                    </a:lnTo>
                    <a:lnTo>
                      <a:pt x="19689" y="4959"/>
                    </a:lnTo>
                    <a:lnTo>
                      <a:pt x="19773" y="4959"/>
                    </a:lnTo>
                    <a:lnTo>
                      <a:pt x="19752" y="5001"/>
                    </a:lnTo>
                    <a:lnTo>
                      <a:pt x="19668" y="5001"/>
                    </a:lnTo>
                    <a:lnTo>
                      <a:pt x="19522" y="4897"/>
                    </a:lnTo>
                    <a:lnTo>
                      <a:pt x="19313" y="4897"/>
                    </a:lnTo>
                    <a:lnTo>
                      <a:pt x="19250" y="4959"/>
                    </a:lnTo>
                    <a:lnTo>
                      <a:pt x="19375" y="5001"/>
                    </a:lnTo>
                    <a:lnTo>
                      <a:pt x="19417" y="5064"/>
                    </a:lnTo>
                    <a:lnTo>
                      <a:pt x="19229" y="5064"/>
                    </a:lnTo>
                    <a:lnTo>
                      <a:pt x="19145" y="4980"/>
                    </a:lnTo>
                    <a:lnTo>
                      <a:pt x="18894" y="5001"/>
                    </a:lnTo>
                    <a:lnTo>
                      <a:pt x="18810" y="5064"/>
                    </a:lnTo>
                    <a:lnTo>
                      <a:pt x="18727" y="5001"/>
                    </a:lnTo>
                    <a:lnTo>
                      <a:pt x="18643" y="5001"/>
                    </a:lnTo>
                    <a:lnTo>
                      <a:pt x="18580" y="5043"/>
                    </a:lnTo>
                    <a:lnTo>
                      <a:pt x="18497" y="5043"/>
                    </a:lnTo>
                    <a:lnTo>
                      <a:pt x="18225" y="5064"/>
                    </a:lnTo>
                    <a:lnTo>
                      <a:pt x="18183" y="5085"/>
                    </a:lnTo>
                    <a:lnTo>
                      <a:pt x="17973" y="5127"/>
                    </a:lnTo>
                    <a:lnTo>
                      <a:pt x="17953" y="5273"/>
                    </a:lnTo>
                    <a:lnTo>
                      <a:pt x="17973" y="5587"/>
                    </a:lnTo>
                    <a:lnTo>
                      <a:pt x="17994" y="5629"/>
                    </a:lnTo>
                    <a:lnTo>
                      <a:pt x="17994" y="5754"/>
                    </a:lnTo>
                    <a:lnTo>
                      <a:pt x="17953" y="5796"/>
                    </a:lnTo>
                    <a:lnTo>
                      <a:pt x="17953" y="5859"/>
                    </a:lnTo>
                    <a:lnTo>
                      <a:pt x="17994" y="5922"/>
                    </a:lnTo>
                    <a:lnTo>
                      <a:pt x="18099" y="5901"/>
                    </a:lnTo>
                    <a:lnTo>
                      <a:pt x="18141" y="5901"/>
                    </a:lnTo>
                    <a:lnTo>
                      <a:pt x="18225" y="5943"/>
                    </a:lnTo>
                    <a:lnTo>
                      <a:pt x="18329" y="5943"/>
                    </a:lnTo>
                    <a:lnTo>
                      <a:pt x="18371" y="5901"/>
                    </a:lnTo>
                    <a:lnTo>
                      <a:pt x="18392" y="5901"/>
                    </a:lnTo>
                    <a:lnTo>
                      <a:pt x="18476" y="5922"/>
                    </a:lnTo>
                    <a:lnTo>
                      <a:pt x="18517" y="5964"/>
                    </a:lnTo>
                    <a:lnTo>
                      <a:pt x="18559" y="5943"/>
                    </a:lnTo>
                    <a:lnTo>
                      <a:pt x="18622" y="6006"/>
                    </a:lnTo>
                    <a:lnTo>
                      <a:pt x="18622" y="6047"/>
                    </a:lnTo>
                    <a:lnTo>
                      <a:pt x="18706" y="6068"/>
                    </a:lnTo>
                    <a:lnTo>
                      <a:pt x="18789" y="6047"/>
                    </a:lnTo>
                    <a:lnTo>
                      <a:pt x="18852" y="6047"/>
                    </a:lnTo>
                    <a:lnTo>
                      <a:pt x="18915" y="6110"/>
                    </a:lnTo>
                    <a:lnTo>
                      <a:pt x="19041" y="6110"/>
                    </a:lnTo>
                    <a:lnTo>
                      <a:pt x="19124" y="6068"/>
                    </a:lnTo>
                    <a:lnTo>
                      <a:pt x="19229" y="6131"/>
                    </a:lnTo>
                    <a:lnTo>
                      <a:pt x="19333" y="6068"/>
                    </a:lnTo>
                    <a:lnTo>
                      <a:pt x="19417" y="6110"/>
                    </a:lnTo>
                    <a:lnTo>
                      <a:pt x="19543" y="6110"/>
                    </a:lnTo>
                    <a:lnTo>
                      <a:pt x="19647" y="6068"/>
                    </a:lnTo>
                    <a:lnTo>
                      <a:pt x="19752" y="6131"/>
                    </a:lnTo>
                    <a:lnTo>
                      <a:pt x="19773" y="6215"/>
                    </a:lnTo>
                    <a:lnTo>
                      <a:pt x="19857" y="6152"/>
                    </a:lnTo>
                    <a:lnTo>
                      <a:pt x="19877" y="6257"/>
                    </a:lnTo>
                    <a:lnTo>
                      <a:pt x="19982" y="6340"/>
                    </a:lnTo>
                    <a:lnTo>
                      <a:pt x="19982" y="6382"/>
                    </a:lnTo>
                    <a:lnTo>
                      <a:pt x="20003" y="6445"/>
                    </a:lnTo>
                    <a:lnTo>
                      <a:pt x="20108" y="6445"/>
                    </a:lnTo>
                    <a:lnTo>
                      <a:pt x="20191" y="6466"/>
                    </a:lnTo>
                    <a:lnTo>
                      <a:pt x="20212" y="6550"/>
                    </a:lnTo>
                    <a:lnTo>
                      <a:pt x="20275" y="6570"/>
                    </a:lnTo>
                    <a:lnTo>
                      <a:pt x="20359" y="6654"/>
                    </a:lnTo>
                    <a:lnTo>
                      <a:pt x="20317" y="6696"/>
                    </a:lnTo>
                    <a:lnTo>
                      <a:pt x="20317" y="6780"/>
                    </a:lnTo>
                    <a:lnTo>
                      <a:pt x="20422" y="6884"/>
                    </a:lnTo>
                    <a:lnTo>
                      <a:pt x="20589" y="6989"/>
                    </a:lnTo>
                    <a:lnTo>
                      <a:pt x="20589" y="7052"/>
                    </a:lnTo>
                    <a:lnTo>
                      <a:pt x="20568" y="7073"/>
                    </a:lnTo>
                    <a:lnTo>
                      <a:pt x="20589" y="7114"/>
                    </a:lnTo>
                    <a:lnTo>
                      <a:pt x="20526" y="7094"/>
                    </a:lnTo>
                    <a:lnTo>
                      <a:pt x="20317" y="7052"/>
                    </a:lnTo>
                    <a:lnTo>
                      <a:pt x="20170" y="6989"/>
                    </a:lnTo>
                    <a:lnTo>
                      <a:pt x="20087" y="7010"/>
                    </a:lnTo>
                    <a:lnTo>
                      <a:pt x="20003" y="6989"/>
                    </a:lnTo>
                    <a:lnTo>
                      <a:pt x="19982" y="7010"/>
                    </a:lnTo>
                    <a:lnTo>
                      <a:pt x="19898" y="7010"/>
                    </a:lnTo>
                    <a:lnTo>
                      <a:pt x="19836" y="6905"/>
                    </a:lnTo>
                    <a:lnTo>
                      <a:pt x="19752" y="6905"/>
                    </a:lnTo>
                    <a:lnTo>
                      <a:pt x="19689" y="6801"/>
                    </a:lnTo>
                    <a:lnTo>
                      <a:pt x="19647" y="6780"/>
                    </a:lnTo>
                    <a:lnTo>
                      <a:pt x="19522" y="6801"/>
                    </a:lnTo>
                    <a:lnTo>
                      <a:pt x="19438" y="6780"/>
                    </a:lnTo>
                    <a:lnTo>
                      <a:pt x="19375" y="6738"/>
                    </a:lnTo>
                    <a:lnTo>
                      <a:pt x="19250" y="6675"/>
                    </a:lnTo>
                    <a:lnTo>
                      <a:pt x="19229" y="6591"/>
                    </a:lnTo>
                    <a:lnTo>
                      <a:pt x="19166" y="6591"/>
                    </a:lnTo>
                    <a:lnTo>
                      <a:pt x="19124" y="6570"/>
                    </a:lnTo>
                    <a:lnTo>
                      <a:pt x="18999" y="6570"/>
                    </a:lnTo>
                    <a:lnTo>
                      <a:pt x="18936" y="6550"/>
                    </a:lnTo>
                    <a:lnTo>
                      <a:pt x="18685" y="6550"/>
                    </a:lnTo>
                    <a:lnTo>
                      <a:pt x="18517" y="6529"/>
                    </a:lnTo>
                    <a:lnTo>
                      <a:pt x="18413" y="6487"/>
                    </a:lnTo>
                    <a:lnTo>
                      <a:pt x="17973" y="6487"/>
                    </a:lnTo>
                    <a:lnTo>
                      <a:pt x="17890" y="6529"/>
                    </a:lnTo>
                    <a:lnTo>
                      <a:pt x="17764" y="6550"/>
                    </a:lnTo>
                    <a:lnTo>
                      <a:pt x="17701" y="6633"/>
                    </a:lnTo>
                    <a:lnTo>
                      <a:pt x="17701" y="6801"/>
                    </a:lnTo>
                    <a:lnTo>
                      <a:pt x="17597" y="6968"/>
                    </a:lnTo>
                    <a:lnTo>
                      <a:pt x="17639" y="7156"/>
                    </a:lnTo>
                    <a:lnTo>
                      <a:pt x="17597" y="7219"/>
                    </a:lnTo>
                    <a:lnTo>
                      <a:pt x="17639" y="7282"/>
                    </a:lnTo>
                    <a:lnTo>
                      <a:pt x="17701" y="7303"/>
                    </a:lnTo>
                    <a:lnTo>
                      <a:pt x="17681" y="7366"/>
                    </a:lnTo>
                    <a:lnTo>
                      <a:pt x="17639" y="7387"/>
                    </a:lnTo>
                    <a:lnTo>
                      <a:pt x="17701" y="7617"/>
                    </a:lnTo>
                    <a:lnTo>
                      <a:pt x="17785" y="7700"/>
                    </a:lnTo>
                    <a:lnTo>
                      <a:pt x="17806" y="7742"/>
                    </a:lnTo>
                    <a:lnTo>
                      <a:pt x="17973" y="7847"/>
                    </a:lnTo>
                    <a:lnTo>
                      <a:pt x="18015" y="7910"/>
                    </a:lnTo>
                    <a:lnTo>
                      <a:pt x="18120" y="7889"/>
                    </a:lnTo>
                    <a:lnTo>
                      <a:pt x="18183" y="7951"/>
                    </a:lnTo>
                    <a:lnTo>
                      <a:pt x="18266" y="7993"/>
                    </a:lnTo>
                    <a:lnTo>
                      <a:pt x="18392" y="7931"/>
                    </a:lnTo>
                    <a:lnTo>
                      <a:pt x="18476" y="7931"/>
                    </a:lnTo>
                    <a:lnTo>
                      <a:pt x="18538" y="8014"/>
                    </a:lnTo>
                    <a:lnTo>
                      <a:pt x="18685" y="8014"/>
                    </a:lnTo>
                    <a:lnTo>
                      <a:pt x="18748" y="8140"/>
                    </a:lnTo>
                    <a:lnTo>
                      <a:pt x="18831" y="8161"/>
                    </a:lnTo>
                    <a:lnTo>
                      <a:pt x="18852" y="8223"/>
                    </a:lnTo>
                    <a:lnTo>
                      <a:pt x="18727" y="8265"/>
                    </a:lnTo>
                    <a:lnTo>
                      <a:pt x="18727" y="8349"/>
                    </a:lnTo>
                    <a:lnTo>
                      <a:pt x="18685" y="8412"/>
                    </a:lnTo>
                    <a:lnTo>
                      <a:pt x="18685" y="8454"/>
                    </a:lnTo>
                    <a:lnTo>
                      <a:pt x="18622" y="8537"/>
                    </a:lnTo>
                    <a:lnTo>
                      <a:pt x="18497" y="8621"/>
                    </a:lnTo>
                    <a:lnTo>
                      <a:pt x="18497" y="8663"/>
                    </a:lnTo>
                    <a:lnTo>
                      <a:pt x="18434" y="8747"/>
                    </a:lnTo>
                    <a:lnTo>
                      <a:pt x="18517" y="8788"/>
                    </a:lnTo>
                    <a:lnTo>
                      <a:pt x="18517" y="8935"/>
                    </a:lnTo>
                    <a:lnTo>
                      <a:pt x="18580" y="9060"/>
                    </a:lnTo>
                    <a:lnTo>
                      <a:pt x="18580" y="9144"/>
                    </a:lnTo>
                    <a:lnTo>
                      <a:pt x="18434" y="9165"/>
                    </a:lnTo>
                    <a:lnTo>
                      <a:pt x="18497" y="9207"/>
                    </a:lnTo>
                    <a:lnTo>
                      <a:pt x="18685" y="9249"/>
                    </a:lnTo>
                    <a:lnTo>
                      <a:pt x="18748" y="9207"/>
                    </a:lnTo>
                    <a:lnTo>
                      <a:pt x="18810" y="9207"/>
                    </a:lnTo>
                    <a:lnTo>
                      <a:pt x="18831" y="9270"/>
                    </a:lnTo>
                    <a:lnTo>
                      <a:pt x="18894" y="9207"/>
                    </a:lnTo>
                    <a:lnTo>
                      <a:pt x="18936" y="9207"/>
                    </a:lnTo>
                    <a:lnTo>
                      <a:pt x="18999" y="9249"/>
                    </a:lnTo>
                    <a:lnTo>
                      <a:pt x="19145" y="9249"/>
                    </a:lnTo>
                    <a:lnTo>
                      <a:pt x="19333" y="9311"/>
                    </a:lnTo>
                    <a:lnTo>
                      <a:pt x="19417" y="9249"/>
                    </a:lnTo>
                    <a:lnTo>
                      <a:pt x="19564" y="9249"/>
                    </a:lnTo>
                    <a:lnTo>
                      <a:pt x="19585" y="9291"/>
                    </a:lnTo>
                    <a:lnTo>
                      <a:pt x="19626" y="9291"/>
                    </a:lnTo>
                    <a:lnTo>
                      <a:pt x="19668" y="9270"/>
                    </a:lnTo>
                    <a:lnTo>
                      <a:pt x="19752" y="9249"/>
                    </a:lnTo>
                    <a:lnTo>
                      <a:pt x="19794" y="9270"/>
                    </a:lnTo>
                    <a:lnTo>
                      <a:pt x="19836" y="9353"/>
                    </a:lnTo>
                    <a:lnTo>
                      <a:pt x="19877" y="9353"/>
                    </a:lnTo>
                    <a:lnTo>
                      <a:pt x="19940" y="9311"/>
                    </a:lnTo>
                    <a:lnTo>
                      <a:pt x="19982" y="9353"/>
                    </a:lnTo>
                    <a:lnTo>
                      <a:pt x="20003" y="9416"/>
                    </a:lnTo>
                    <a:lnTo>
                      <a:pt x="20066" y="9416"/>
                    </a:lnTo>
                    <a:lnTo>
                      <a:pt x="20108" y="9374"/>
                    </a:lnTo>
                    <a:lnTo>
                      <a:pt x="20254" y="9353"/>
                    </a:lnTo>
                    <a:lnTo>
                      <a:pt x="20296" y="9270"/>
                    </a:lnTo>
                    <a:lnTo>
                      <a:pt x="20401" y="9249"/>
                    </a:lnTo>
                    <a:lnTo>
                      <a:pt x="20484" y="9249"/>
                    </a:lnTo>
                    <a:lnTo>
                      <a:pt x="20589" y="9144"/>
                    </a:lnTo>
                    <a:lnTo>
                      <a:pt x="20714" y="9081"/>
                    </a:lnTo>
                    <a:lnTo>
                      <a:pt x="20819" y="9060"/>
                    </a:lnTo>
                    <a:lnTo>
                      <a:pt x="20840" y="8998"/>
                    </a:lnTo>
                    <a:lnTo>
                      <a:pt x="20924" y="8998"/>
                    </a:lnTo>
                    <a:lnTo>
                      <a:pt x="21028" y="9039"/>
                    </a:lnTo>
                    <a:lnTo>
                      <a:pt x="21112" y="9039"/>
                    </a:lnTo>
                    <a:lnTo>
                      <a:pt x="21196" y="9081"/>
                    </a:lnTo>
                    <a:lnTo>
                      <a:pt x="21405" y="9081"/>
                    </a:lnTo>
                    <a:lnTo>
                      <a:pt x="21635" y="8935"/>
                    </a:lnTo>
                    <a:lnTo>
                      <a:pt x="21656" y="8851"/>
                    </a:lnTo>
                    <a:lnTo>
                      <a:pt x="21719" y="8851"/>
                    </a:lnTo>
                    <a:lnTo>
                      <a:pt x="21740" y="8893"/>
                    </a:lnTo>
                    <a:lnTo>
                      <a:pt x="21761" y="8851"/>
                    </a:lnTo>
                    <a:lnTo>
                      <a:pt x="21844" y="8788"/>
                    </a:lnTo>
                    <a:lnTo>
                      <a:pt x="21844" y="8726"/>
                    </a:lnTo>
                    <a:lnTo>
                      <a:pt x="21865" y="8663"/>
                    </a:lnTo>
                    <a:lnTo>
                      <a:pt x="21928" y="8684"/>
                    </a:lnTo>
                    <a:lnTo>
                      <a:pt x="21991" y="8684"/>
                    </a:lnTo>
                    <a:lnTo>
                      <a:pt x="22054" y="8642"/>
                    </a:lnTo>
                    <a:lnTo>
                      <a:pt x="22054" y="8579"/>
                    </a:lnTo>
                    <a:lnTo>
                      <a:pt x="22095" y="8621"/>
                    </a:lnTo>
                    <a:lnTo>
                      <a:pt x="22158" y="8621"/>
                    </a:lnTo>
                    <a:lnTo>
                      <a:pt x="22179" y="8663"/>
                    </a:lnTo>
                    <a:lnTo>
                      <a:pt x="22179" y="8726"/>
                    </a:lnTo>
                    <a:lnTo>
                      <a:pt x="22242" y="8767"/>
                    </a:lnTo>
                    <a:lnTo>
                      <a:pt x="22158" y="8830"/>
                    </a:lnTo>
                    <a:lnTo>
                      <a:pt x="22158" y="8893"/>
                    </a:lnTo>
                    <a:lnTo>
                      <a:pt x="22095" y="8977"/>
                    </a:lnTo>
                    <a:lnTo>
                      <a:pt x="22054" y="8998"/>
                    </a:lnTo>
                    <a:lnTo>
                      <a:pt x="22054" y="9060"/>
                    </a:lnTo>
                    <a:lnTo>
                      <a:pt x="22137" y="9081"/>
                    </a:lnTo>
                    <a:lnTo>
                      <a:pt x="22200" y="9165"/>
                    </a:lnTo>
                    <a:lnTo>
                      <a:pt x="22242" y="9144"/>
                    </a:lnTo>
                    <a:lnTo>
                      <a:pt x="22305" y="9144"/>
                    </a:lnTo>
                    <a:lnTo>
                      <a:pt x="22409" y="9186"/>
                    </a:lnTo>
                    <a:lnTo>
                      <a:pt x="22409" y="9207"/>
                    </a:lnTo>
                    <a:cubicBezTo>
                      <a:pt x="22367" y="9207"/>
                      <a:pt x="22305" y="9249"/>
                      <a:pt x="22263" y="9270"/>
                    </a:cubicBezTo>
                    <a:lnTo>
                      <a:pt x="22242" y="9270"/>
                    </a:lnTo>
                    <a:cubicBezTo>
                      <a:pt x="22137" y="9291"/>
                      <a:pt x="22054" y="9353"/>
                      <a:pt x="21949" y="9374"/>
                    </a:cubicBezTo>
                    <a:cubicBezTo>
                      <a:pt x="21886" y="9374"/>
                      <a:pt x="21865" y="9395"/>
                      <a:pt x="21844" y="9458"/>
                    </a:cubicBezTo>
                    <a:lnTo>
                      <a:pt x="21551" y="9521"/>
                    </a:lnTo>
                    <a:lnTo>
                      <a:pt x="21133" y="9563"/>
                    </a:lnTo>
                    <a:lnTo>
                      <a:pt x="21007" y="9521"/>
                    </a:lnTo>
                    <a:lnTo>
                      <a:pt x="20903" y="9521"/>
                    </a:lnTo>
                    <a:lnTo>
                      <a:pt x="20735" y="9730"/>
                    </a:lnTo>
                    <a:lnTo>
                      <a:pt x="20631" y="9793"/>
                    </a:lnTo>
                    <a:lnTo>
                      <a:pt x="20589" y="9876"/>
                    </a:lnTo>
                    <a:lnTo>
                      <a:pt x="20673" y="9918"/>
                    </a:lnTo>
                    <a:lnTo>
                      <a:pt x="20735" y="9876"/>
                    </a:lnTo>
                    <a:lnTo>
                      <a:pt x="20798" y="9876"/>
                    </a:lnTo>
                    <a:lnTo>
                      <a:pt x="20777" y="9981"/>
                    </a:lnTo>
                    <a:lnTo>
                      <a:pt x="20694" y="10023"/>
                    </a:lnTo>
                    <a:lnTo>
                      <a:pt x="20714" y="10086"/>
                    </a:lnTo>
                    <a:lnTo>
                      <a:pt x="20882" y="10107"/>
                    </a:lnTo>
                    <a:lnTo>
                      <a:pt x="20903" y="10148"/>
                    </a:lnTo>
                    <a:lnTo>
                      <a:pt x="21028" y="10127"/>
                    </a:lnTo>
                    <a:lnTo>
                      <a:pt x="21028" y="10044"/>
                    </a:lnTo>
                    <a:lnTo>
                      <a:pt x="20945" y="9981"/>
                    </a:lnTo>
                    <a:lnTo>
                      <a:pt x="20945" y="9897"/>
                    </a:lnTo>
                    <a:lnTo>
                      <a:pt x="21028" y="9876"/>
                    </a:lnTo>
                    <a:lnTo>
                      <a:pt x="21049" y="9918"/>
                    </a:lnTo>
                    <a:lnTo>
                      <a:pt x="21133" y="9918"/>
                    </a:lnTo>
                    <a:lnTo>
                      <a:pt x="21238" y="10002"/>
                    </a:lnTo>
                    <a:lnTo>
                      <a:pt x="21321" y="9981"/>
                    </a:lnTo>
                    <a:lnTo>
                      <a:pt x="21342" y="9876"/>
                    </a:lnTo>
                    <a:lnTo>
                      <a:pt x="21426" y="9814"/>
                    </a:lnTo>
                    <a:lnTo>
                      <a:pt x="21426" y="9918"/>
                    </a:lnTo>
                    <a:lnTo>
                      <a:pt x="21530" y="10023"/>
                    </a:lnTo>
                    <a:lnTo>
                      <a:pt x="21551" y="9981"/>
                    </a:lnTo>
                    <a:lnTo>
                      <a:pt x="21551" y="9897"/>
                    </a:lnTo>
                    <a:lnTo>
                      <a:pt x="21656" y="9897"/>
                    </a:lnTo>
                    <a:lnTo>
                      <a:pt x="21677" y="9814"/>
                    </a:lnTo>
                    <a:lnTo>
                      <a:pt x="21761" y="9814"/>
                    </a:lnTo>
                    <a:lnTo>
                      <a:pt x="21886" y="9772"/>
                    </a:lnTo>
                    <a:cubicBezTo>
                      <a:pt x="21932" y="9802"/>
                      <a:pt x="21989" y="9822"/>
                      <a:pt x="22041" y="9822"/>
                    </a:cubicBezTo>
                    <a:cubicBezTo>
                      <a:pt x="22060" y="9822"/>
                      <a:pt x="22079" y="9819"/>
                      <a:pt x="22095" y="9814"/>
                    </a:cubicBezTo>
                    <a:cubicBezTo>
                      <a:pt x="22116" y="9814"/>
                      <a:pt x="22132" y="9808"/>
                      <a:pt x="22142" y="9803"/>
                    </a:cubicBezTo>
                    <a:lnTo>
                      <a:pt x="22142" y="9803"/>
                    </a:lnTo>
                    <a:lnTo>
                      <a:pt x="22095" y="9835"/>
                    </a:lnTo>
                    <a:lnTo>
                      <a:pt x="22158" y="9918"/>
                    </a:lnTo>
                    <a:lnTo>
                      <a:pt x="22033" y="10044"/>
                    </a:lnTo>
                    <a:lnTo>
                      <a:pt x="21949" y="10002"/>
                    </a:lnTo>
                    <a:lnTo>
                      <a:pt x="21886" y="10044"/>
                    </a:lnTo>
                    <a:lnTo>
                      <a:pt x="21782" y="10044"/>
                    </a:lnTo>
                    <a:lnTo>
                      <a:pt x="21740" y="10002"/>
                    </a:lnTo>
                    <a:lnTo>
                      <a:pt x="21656" y="10002"/>
                    </a:lnTo>
                    <a:lnTo>
                      <a:pt x="21551" y="10190"/>
                    </a:lnTo>
                    <a:lnTo>
                      <a:pt x="21572" y="10316"/>
                    </a:lnTo>
                    <a:lnTo>
                      <a:pt x="21572" y="10462"/>
                    </a:lnTo>
                    <a:lnTo>
                      <a:pt x="21551" y="10316"/>
                    </a:lnTo>
                    <a:lnTo>
                      <a:pt x="21510" y="10316"/>
                    </a:lnTo>
                    <a:lnTo>
                      <a:pt x="21468" y="10232"/>
                    </a:lnTo>
                    <a:lnTo>
                      <a:pt x="21405" y="10232"/>
                    </a:lnTo>
                    <a:lnTo>
                      <a:pt x="21342" y="10337"/>
                    </a:lnTo>
                    <a:lnTo>
                      <a:pt x="21196" y="10379"/>
                    </a:lnTo>
                    <a:lnTo>
                      <a:pt x="21133" y="10400"/>
                    </a:lnTo>
                    <a:lnTo>
                      <a:pt x="21133" y="10316"/>
                    </a:lnTo>
                    <a:lnTo>
                      <a:pt x="21091" y="10316"/>
                    </a:lnTo>
                    <a:lnTo>
                      <a:pt x="21007" y="10420"/>
                    </a:lnTo>
                    <a:lnTo>
                      <a:pt x="20924" y="10441"/>
                    </a:lnTo>
                    <a:lnTo>
                      <a:pt x="20882" y="10400"/>
                    </a:lnTo>
                    <a:lnTo>
                      <a:pt x="20798" y="10400"/>
                    </a:lnTo>
                    <a:lnTo>
                      <a:pt x="20735" y="10483"/>
                    </a:lnTo>
                    <a:lnTo>
                      <a:pt x="20735" y="10504"/>
                    </a:lnTo>
                    <a:lnTo>
                      <a:pt x="20589" y="10525"/>
                    </a:lnTo>
                    <a:lnTo>
                      <a:pt x="20505" y="10588"/>
                    </a:lnTo>
                    <a:lnTo>
                      <a:pt x="20505" y="10692"/>
                    </a:lnTo>
                    <a:lnTo>
                      <a:pt x="20526" y="10797"/>
                    </a:lnTo>
                    <a:lnTo>
                      <a:pt x="20422" y="11069"/>
                    </a:lnTo>
                    <a:lnTo>
                      <a:pt x="20380" y="11278"/>
                    </a:lnTo>
                    <a:lnTo>
                      <a:pt x="20380" y="11362"/>
                    </a:lnTo>
                    <a:lnTo>
                      <a:pt x="20484" y="11446"/>
                    </a:lnTo>
                    <a:lnTo>
                      <a:pt x="20463" y="11488"/>
                    </a:lnTo>
                    <a:lnTo>
                      <a:pt x="20359" y="11529"/>
                    </a:lnTo>
                    <a:lnTo>
                      <a:pt x="20359" y="11592"/>
                    </a:lnTo>
                    <a:lnTo>
                      <a:pt x="20422" y="11697"/>
                    </a:lnTo>
                    <a:lnTo>
                      <a:pt x="20422" y="11801"/>
                    </a:lnTo>
                    <a:lnTo>
                      <a:pt x="20380" y="11864"/>
                    </a:lnTo>
                    <a:lnTo>
                      <a:pt x="20359" y="11801"/>
                    </a:lnTo>
                    <a:lnTo>
                      <a:pt x="20275" y="11864"/>
                    </a:lnTo>
                    <a:lnTo>
                      <a:pt x="20212" y="11843"/>
                    </a:lnTo>
                    <a:lnTo>
                      <a:pt x="20254" y="11760"/>
                    </a:lnTo>
                    <a:lnTo>
                      <a:pt x="20296" y="11739"/>
                    </a:lnTo>
                    <a:lnTo>
                      <a:pt x="20296" y="11634"/>
                    </a:lnTo>
                    <a:lnTo>
                      <a:pt x="20212" y="11634"/>
                    </a:lnTo>
                    <a:lnTo>
                      <a:pt x="20087" y="11864"/>
                    </a:lnTo>
                    <a:lnTo>
                      <a:pt x="20066" y="12115"/>
                    </a:lnTo>
                    <a:lnTo>
                      <a:pt x="20108" y="12408"/>
                    </a:lnTo>
                    <a:lnTo>
                      <a:pt x="20108" y="12785"/>
                    </a:lnTo>
                    <a:lnTo>
                      <a:pt x="20087" y="12408"/>
                    </a:lnTo>
                    <a:lnTo>
                      <a:pt x="20045" y="12220"/>
                    </a:lnTo>
                    <a:lnTo>
                      <a:pt x="19982" y="12178"/>
                    </a:lnTo>
                    <a:lnTo>
                      <a:pt x="20045" y="12073"/>
                    </a:lnTo>
                    <a:lnTo>
                      <a:pt x="20045" y="11990"/>
                    </a:lnTo>
                    <a:lnTo>
                      <a:pt x="19898" y="11906"/>
                    </a:lnTo>
                    <a:lnTo>
                      <a:pt x="19961" y="11780"/>
                    </a:lnTo>
                    <a:lnTo>
                      <a:pt x="19961" y="11571"/>
                    </a:lnTo>
                    <a:lnTo>
                      <a:pt x="19877" y="11446"/>
                    </a:lnTo>
                    <a:lnTo>
                      <a:pt x="19877" y="11236"/>
                    </a:lnTo>
                    <a:lnTo>
                      <a:pt x="19961" y="11111"/>
                    </a:lnTo>
                    <a:lnTo>
                      <a:pt x="20045" y="10923"/>
                    </a:lnTo>
                    <a:lnTo>
                      <a:pt x="20045" y="10755"/>
                    </a:lnTo>
                    <a:lnTo>
                      <a:pt x="20003" y="10755"/>
                    </a:lnTo>
                    <a:lnTo>
                      <a:pt x="19961" y="10839"/>
                    </a:lnTo>
                    <a:lnTo>
                      <a:pt x="19940" y="10964"/>
                    </a:lnTo>
                    <a:lnTo>
                      <a:pt x="19857" y="11048"/>
                    </a:lnTo>
                    <a:lnTo>
                      <a:pt x="19836" y="11027"/>
                    </a:lnTo>
                    <a:lnTo>
                      <a:pt x="19794" y="10902"/>
                    </a:lnTo>
                    <a:lnTo>
                      <a:pt x="19877" y="10713"/>
                    </a:lnTo>
                    <a:lnTo>
                      <a:pt x="19898" y="10609"/>
                    </a:lnTo>
                    <a:lnTo>
                      <a:pt x="19836" y="10546"/>
                    </a:lnTo>
                    <a:lnTo>
                      <a:pt x="19752" y="10630"/>
                    </a:lnTo>
                    <a:lnTo>
                      <a:pt x="19731" y="10609"/>
                    </a:lnTo>
                    <a:lnTo>
                      <a:pt x="19689" y="10546"/>
                    </a:lnTo>
                    <a:lnTo>
                      <a:pt x="19731" y="10483"/>
                    </a:lnTo>
                    <a:lnTo>
                      <a:pt x="19731" y="10337"/>
                    </a:lnTo>
                    <a:lnTo>
                      <a:pt x="19668" y="10337"/>
                    </a:lnTo>
                    <a:lnTo>
                      <a:pt x="19668" y="10295"/>
                    </a:lnTo>
                    <a:lnTo>
                      <a:pt x="19689" y="10232"/>
                    </a:lnTo>
                    <a:lnTo>
                      <a:pt x="19689" y="10127"/>
                    </a:lnTo>
                    <a:lnTo>
                      <a:pt x="19585" y="10169"/>
                    </a:lnTo>
                    <a:lnTo>
                      <a:pt x="19271" y="10274"/>
                    </a:lnTo>
                    <a:lnTo>
                      <a:pt x="19103" y="10379"/>
                    </a:lnTo>
                    <a:lnTo>
                      <a:pt x="19041" y="10337"/>
                    </a:lnTo>
                    <a:lnTo>
                      <a:pt x="19041" y="10295"/>
                    </a:lnTo>
                    <a:lnTo>
                      <a:pt x="18999" y="10295"/>
                    </a:lnTo>
                    <a:lnTo>
                      <a:pt x="18915" y="10379"/>
                    </a:lnTo>
                    <a:lnTo>
                      <a:pt x="18831" y="10379"/>
                    </a:lnTo>
                    <a:lnTo>
                      <a:pt x="18789" y="10295"/>
                    </a:lnTo>
                    <a:lnTo>
                      <a:pt x="18622" y="10420"/>
                    </a:lnTo>
                    <a:lnTo>
                      <a:pt x="18622" y="10337"/>
                    </a:lnTo>
                    <a:lnTo>
                      <a:pt x="18517" y="10295"/>
                    </a:lnTo>
                    <a:lnTo>
                      <a:pt x="18476" y="10295"/>
                    </a:lnTo>
                    <a:lnTo>
                      <a:pt x="18476" y="10337"/>
                    </a:lnTo>
                    <a:lnTo>
                      <a:pt x="18308" y="10337"/>
                    </a:lnTo>
                    <a:lnTo>
                      <a:pt x="18078" y="10232"/>
                    </a:lnTo>
                    <a:lnTo>
                      <a:pt x="17890" y="10232"/>
                    </a:lnTo>
                    <a:lnTo>
                      <a:pt x="17701" y="10127"/>
                    </a:lnTo>
                    <a:lnTo>
                      <a:pt x="17555" y="10127"/>
                    </a:lnTo>
                    <a:lnTo>
                      <a:pt x="17555" y="10023"/>
                    </a:lnTo>
                    <a:lnTo>
                      <a:pt x="17429" y="9918"/>
                    </a:lnTo>
                    <a:lnTo>
                      <a:pt x="17346" y="9981"/>
                    </a:lnTo>
                    <a:lnTo>
                      <a:pt x="17241" y="9897"/>
                    </a:lnTo>
                    <a:lnTo>
                      <a:pt x="17220" y="9772"/>
                    </a:lnTo>
                    <a:lnTo>
                      <a:pt x="17116" y="9709"/>
                    </a:lnTo>
                    <a:lnTo>
                      <a:pt x="17053" y="9667"/>
                    </a:lnTo>
                    <a:lnTo>
                      <a:pt x="17157" y="9646"/>
                    </a:lnTo>
                    <a:lnTo>
                      <a:pt x="17283" y="9646"/>
                    </a:lnTo>
                    <a:lnTo>
                      <a:pt x="17283" y="9500"/>
                    </a:lnTo>
                    <a:lnTo>
                      <a:pt x="17388" y="9437"/>
                    </a:lnTo>
                    <a:lnTo>
                      <a:pt x="17367" y="9353"/>
                    </a:lnTo>
                    <a:lnTo>
                      <a:pt x="17471" y="9353"/>
                    </a:lnTo>
                    <a:lnTo>
                      <a:pt x="17639" y="9395"/>
                    </a:lnTo>
                    <a:lnTo>
                      <a:pt x="17681" y="9374"/>
                    </a:lnTo>
                    <a:lnTo>
                      <a:pt x="17681" y="9332"/>
                    </a:lnTo>
                    <a:lnTo>
                      <a:pt x="17806" y="9332"/>
                    </a:lnTo>
                    <a:lnTo>
                      <a:pt x="18078" y="9395"/>
                    </a:lnTo>
                    <a:lnTo>
                      <a:pt x="18183" y="9291"/>
                    </a:lnTo>
                    <a:lnTo>
                      <a:pt x="18183" y="9165"/>
                    </a:lnTo>
                    <a:lnTo>
                      <a:pt x="18225" y="9060"/>
                    </a:lnTo>
                    <a:lnTo>
                      <a:pt x="18183" y="8935"/>
                    </a:lnTo>
                    <a:lnTo>
                      <a:pt x="18183" y="8809"/>
                    </a:lnTo>
                    <a:lnTo>
                      <a:pt x="18120" y="8705"/>
                    </a:lnTo>
                    <a:lnTo>
                      <a:pt x="18078" y="8537"/>
                    </a:lnTo>
                    <a:lnTo>
                      <a:pt x="17994" y="8516"/>
                    </a:lnTo>
                    <a:lnTo>
                      <a:pt x="17973" y="8433"/>
                    </a:lnTo>
                    <a:lnTo>
                      <a:pt x="17806" y="8286"/>
                    </a:lnTo>
                    <a:lnTo>
                      <a:pt x="17764" y="8286"/>
                    </a:lnTo>
                    <a:lnTo>
                      <a:pt x="17743" y="8349"/>
                    </a:lnTo>
                    <a:lnTo>
                      <a:pt x="17681" y="8349"/>
                    </a:lnTo>
                    <a:lnTo>
                      <a:pt x="17660" y="8286"/>
                    </a:lnTo>
                    <a:lnTo>
                      <a:pt x="17492" y="8203"/>
                    </a:lnTo>
                    <a:lnTo>
                      <a:pt x="17492" y="8244"/>
                    </a:lnTo>
                    <a:lnTo>
                      <a:pt x="17597" y="8328"/>
                    </a:lnTo>
                    <a:lnTo>
                      <a:pt x="17576" y="8391"/>
                    </a:lnTo>
                    <a:lnTo>
                      <a:pt x="17639" y="8454"/>
                    </a:lnTo>
                    <a:lnTo>
                      <a:pt x="17576" y="8558"/>
                    </a:lnTo>
                    <a:lnTo>
                      <a:pt x="17492" y="8454"/>
                    </a:lnTo>
                    <a:lnTo>
                      <a:pt x="17492" y="8349"/>
                    </a:lnTo>
                    <a:lnTo>
                      <a:pt x="17388" y="8349"/>
                    </a:lnTo>
                    <a:lnTo>
                      <a:pt x="17220" y="8244"/>
                    </a:lnTo>
                    <a:lnTo>
                      <a:pt x="17178" y="8182"/>
                    </a:lnTo>
                    <a:lnTo>
                      <a:pt x="17137" y="8223"/>
                    </a:lnTo>
                    <a:lnTo>
                      <a:pt x="17053" y="8182"/>
                    </a:lnTo>
                    <a:lnTo>
                      <a:pt x="17011" y="8077"/>
                    </a:lnTo>
                    <a:lnTo>
                      <a:pt x="16906" y="7993"/>
                    </a:lnTo>
                    <a:lnTo>
                      <a:pt x="16739" y="7993"/>
                    </a:lnTo>
                    <a:lnTo>
                      <a:pt x="16551" y="7805"/>
                    </a:lnTo>
                    <a:lnTo>
                      <a:pt x="16404" y="7721"/>
                    </a:lnTo>
                    <a:lnTo>
                      <a:pt x="16383" y="7617"/>
                    </a:lnTo>
                    <a:lnTo>
                      <a:pt x="15902" y="7345"/>
                    </a:lnTo>
                    <a:lnTo>
                      <a:pt x="15776" y="7135"/>
                    </a:lnTo>
                    <a:lnTo>
                      <a:pt x="15776" y="6968"/>
                    </a:lnTo>
                    <a:lnTo>
                      <a:pt x="15672" y="6717"/>
                    </a:lnTo>
                    <a:lnTo>
                      <a:pt x="15672" y="6612"/>
                    </a:lnTo>
                    <a:lnTo>
                      <a:pt x="15567" y="6612"/>
                    </a:lnTo>
                    <a:lnTo>
                      <a:pt x="15442" y="6508"/>
                    </a:lnTo>
                    <a:lnTo>
                      <a:pt x="15337" y="6508"/>
                    </a:lnTo>
                    <a:lnTo>
                      <a:pt x="15253" y="6424"/>
                    </a:lnTo>
                    <a:lnTo>
                      <a:pt x="15149" y="6403"/>
                    </a:lnTo>
                    <a:lnTo>
                      <a:pt x="15065" y="6319"/>
                    </a:lnTo>
                    <a:lnTo>
                      <a:pt x="14940" y="6361"/>
                    </a:lnTo>
                    <a:lnTo>
                      <a:pt x="14793" y="6487"/>
                    </a:lnTo>
                    <a:lnTo>
                      <a:pt x="14688" y="6696"/>
                    </a:lnTo>
                    <a:lnTo>
                      <a:pt x="14584" y="6738"/>
                    </a:lnTo>
                    <a:lnTo>
                      <a:pt x="14479" y="6801"/>
                    </a:lnTo>
                    <a:lnTo>
                      <a:pt x="14375" y="6801"/>
                    </a:lnTo>
                    <a:lnTo>
                      <a:pt x="14312" y="6738"/>
                    </a:lnTo>
                    <a:lnTo>
                      <a:pt x="14144" y="6696"/>
                    </a:lnTo>
                    <a:lnTo>
                      <a:pt x="14061" y="6633"/>
                    </a:lnTo>
                    <a:lnTo>
                      <a:pt x="14144" y="6529"/>
                    </a:lnTo>
                    <a:lnTo>
                      <a:pt x="14207" y="6466"/>
                    </a:lnTo>
                    <a:lnTo>
                      <a:pt x="14270" y="6466"/>
                    </a:lnTo>
                    <a:lnTo>
                      <a:pt x="14375" y="6361"/>
                    </a:lnTo>
                    <a:lnTo>
                      <a:pt x="14458" y="6319"/>
                    </a:lnTo>
                    <a:lnTo>
                      <a:pt x="14479" y="6257"/>
                    </a:lnTo>
                    <a:lnTo>
                      <a:pt x="14458" y="6215"/>
                    </a:lnTo>
                    <a:lnTo>
                      <a:pt x="14375" y="6236"/>
                    </a:lnTo>
                    <a:lnTo>
                      <a:pt x="14333" y="6194"/>
                    </a:lnTo>
                    <a:lnTo>
                      <a:pt x="14354" y="6110"/>
                    </a:lnTo>
                    <a:lnTo>
                      <a:pt x="14458" y="6006"/>
                    </a:lnTo>
                    <a:lnTo>
                      <a:pt x="14437" y="5943"/>
                    </a:lnTo>
                    <a:lnTo>
                      <a:pt x="14542" y="5838"/>
                    </a:lnTo>
                    <a:lnTo>
                      <a:pt x="14542" y="5754"/>
                    </a:lnTo>
                    <a:lnTo>
                      <a:pt x="14521" y="5629"/>
                    </a:lnTo>
                    <a:lnTo>
                      <a:pt x="14375" y="5650"/>
                    </a:lnTo>
                    <a:lnTo>
                      <a:pt x="14375" y="5734"/>
                    </a:lnTo>
                    <a:lnTo>
                      <a:pt x="14165" y="5880"/>
                    </a:lnTo>
                    <a:lnTo>
                      <a:pt x="14061" y="5838"/>
                    </a:lnTo>
                    <a:lnTo>
                      <a:pt x="14165" y="6047"/>
                    </a:lnTo>
                    <a:lnTo>
                      <a:pt x="14103" y="6131"/>
                    </a:lnTo>
                    <a:lnTo>
                      <a:pt x="14061" y="6026"/>
                    </a:lnTo>
                    <a:lnTo>
                      <a:pt x="13914" y="6026"/>
                    </a:lnTo>
                    <a:lnTo>
                      <a:pt x="13810" y="6131"/>
                    </a:lnTo>
                    <a:lnTo>
                      <a:pt x="13893" y="6152"/>
                    </a:lnTo>
                    <a:lnTo>
                      <a:pt x="13851" y="6298"/>
                    </a:lnTo>
                    <a:lnTo>
                      <a:pt x="13747" y="6236"/>
                    </a:lnTo>
                    <a:lnTo>
                      <a:pt x="13642" y="6319"/>
                    </a:lnTo>
                    <a:lnTo>
                      <a:pt x="13684" y="6403"/>
                    </a:lnTo>
                    <a:lnTo>
                      <a:pt x="13789" y="6403"/>
                    </a:lnTo>
                    <a:lnTo>
                      <a:pt x="13831" y="6466"/>
                    </a:lnTo>
                    <a:lnTo>
                      <a:pt x="13642" y="6570"/>
                    </a:lnTo>
                    <a:lnTo>
                      <a:pt x="13579" y="6424"/>
                    </a:lnTo>
                    <a:lnTo>
                      <a:pt x="13433" y="6361"/>
                    </a:lnTo>
                    <a:lnTo>
                      <a:pt x="13391" y="6236"/>
                    </a:lnTo>
                    <a:lnTo>
                      <a:pt x="13391" y="5713"/>
                    </a:lnTo>
                    <a:lnTo>
                      <a:pt x="13496" y="5503"/>
                    </a:lnTo>
                    <a:lnTo>
                      <a:pt x="13475" y="5148"/>
                    </a:lnTo>
                    <a:lnTo>
                      <a:pt x="13538" y="5001"/>
                    </a:lnTo>
                    <a:lnTo>
                      <a:pt x="13517" y="4562"/>
                    </a:lnTo>
                    <a:lnTo>
                      <a:pt x="13517" y="4625"/>
                    </a:lnTo>
                    <a:lnTo>
                      <a:pt x="13370" y="4687"/>
                    </a:lnTo>
                    <a:lnTo>
                      <a:pt x="13266" y="4855"/>
                    </a:lnTo>
                    <a:lnTo>
                      <a:pt x="13349" y="4938"/>
                    </a:lnTo>
                    <a:lnTo>
                      <a:pt x="13287" y="5001"/>
                    </a:lnTo>
                    <a:lnTo>
                      <a:pt x="13349" y="5148"/>
                    </a:lnTo>
                    <a:lnTo>
                      <a:pt x="13307" y="5315"/>
                    </a:lnTo>
                    <a:lnTo>
                      <a:pt x="13245" y="5294"/>
                    </a:lnTo>
                    <a:lnTo>
                      <a:pt x="13161" y="5210"/>
                    </a:lnTo>
                    <a:lnTo>
                      <a:pt x="13119" y="5294"/>
                    </a:lnTo>
                    <a:lnTo>
                      <a:pt x="13119" y="5378"/>
                    </a:lnTo>
                    <a:lnTo>
                      <a:pt x="13056" y="5315"/>
                    </a:lnTo>
                    <a:lnTo>
                      <a:pt x="12952" y="5399"/>
                    </a:lnTo>
                    <a:lnTo>
                      <a:pt x="12952" y="5482"/>
                    </a:lnTo>
                    <a:lnTo>
                      <a:pt x="12889" y="5482"/>
                    </a:lnTo>
                    <a:lnTo>
                      <a:pt x="12638" y="5608"/>
                    </a:lnTo>
                    <a:lnTo>
                      <a:pt x="12491" y="5775"/>
                    </a:lnTo>
                    <a:lnTo>
                      <a:pt x="12429" y="5692"/>
                    </a:lnTo>
                    <a:lnTo>
                      <a:pt x="12429" y="5587"/>
                    </a:lnTo>
                    <a:lnTo>
                      <a:pt x="12575" y="5524"/>
                    </a:lnTo>
                    <a:lnTo>
                      <a:pt x="12596" y="5420"/>
                    </a:lnTo>
                    <a:lnTo>
                      <a:pt x="12491" y="5420"/>
                    </a:lnTo>
                    <a:lnTo>
                      <a:pt x="12387" y="5482"/>
                    </a:lnTo>
                    <a:lnTo>
                      <a:pt x="12178" y="5482"/>
                    </a:lnTo>
                    <a:lnTo>
                      <a:pt x="12052" y="5566"/>
                    </a:lnTo>
                    <a:lnTo>
                      <a:pt x="11780" y="5566"/>
                    </a:lnTo>
                    <a:lnTo>
                      <a:pt x="11424" y="5817"/>
                    </a:lnTo>
                    <a:lnTo>
                      <a:pt x="11257" y="5880"/>
                    </a:lnTo>
                    <a:lnTo>
                      <a:pt x="11111" y="6089"/>
                    </a:lnTo>
                    <a:lnTo>
                      <a:pt x="11090" y="5985"/>
                    </a:lnTo>
                    <a:lnTo>
                      <a:pt x="11215" y="5796"/>
                    </a:lnTo>
                    <a:lnTo>
                      <a:pt x="11173" y="5713"/>
                    </a:lnTo>
                    <a:lnTo>
                      <a:pt x="10985" y="5817"/>
                    </a:lnTo>
                    <a:lnTo>
                      <a:pt x="10964" y="5775"/>
                    </a:lnTo>
                    <a:lnTo>
                      <a:pt x="10880" y="5796"/>
                    </a:lnTo>
                    <a:lnTo>
                      <a:pt x="10797" y="5838"/>
                    </a:lnTo>
                    <a:lnTo>
                      <a:pt x="10734" y="5775"/>
                    </a:lnTo>
                    <a:lnTo>
                      <a:pt x="10629" y="5796"/>
                    </a:lnTo>
                    <a:lnTo>
                      <a:pt x="10587" y="5880"/>
                    </a:lnTo>
                    <a:lnTo>
                      <a:pt x="10315" y="6047"/>
                    </a:lnTo>
                    <a:lnTo>
                      <a:pt x="10211" y="6047"/>
                    </a:lnTo>
                    <a:lnTo>
                      <a:pt x="10022" y="6110"/>
                    </a:lnTo>
                    <a:lnTo>
                      <a:pt x="9897" y="6257"/>
                    </a:lnTo>
                    <a:lnTo>
                      <a:pt x="9939" y="6361"/>
                    </a:lnTo>
                    <a:lnTo>
                      <a:pt x="9834" y="6340"/>
                    </a:lnTo>
                    <a:lnTo>
                      <a:pt x="9792" y="6403"/>
                    </a:lnTo>
                    <a:lnTo>
                      <a:pt x="9688" y="6361"/>
                    </a:lnTo>
                    <a:lnTo>
                      <a:pt x="9657" y="6408"/>
                    </a:lnTo>
                    <a:lnTo>
                      <a:pt x="9657" y="6408"/>
                    </a:lnTo>
                    <a:lnTo>
                      <a:pt x="9583" y="6319"/>
                    </a:lnTo>
                    <a:lnTo>
                      <a:pt x="9625" y="6215"/>
                    </a:lnTo>
                    <a:lnTo>
                      <a:pt x="9709" y="6215"/>
                    </a:lnTo>
                    <a:lnTo>
                      <a:pt x="9792" y="6110"/>
                    </a:lnTo>
                    <a:lnTo>
                      <a:pt x="9897" y="6026"/>
                    </a:lnTo>
                    <a:lnTo>
                      <a:pt x="9939" y="6068"/>
                    </a:lnTo>
                    <a:lnTo>
                      <a:pt x="10022" y="6026"/>
                    </a:lnTo>
                    <a:lnTo>
                      <a:pt x="10043" y="5943"/>
                    </a:lnTo>
                    <a:lnTo>
                      <a:pt x="10169" y="5838"/>
                    </a:lnTo>
                    <a:lnTo>
                      <a:pt x="10211" y="5901"/>
                    </a:lnTo>
                    <a:lnTo>
                      <a:pt x="10462" y="5796"/>
                    </a:lnTo>
                    <a:lnTo>
                      <a:pt x="10546" y="5650"/>
                    </a:lnTo>
                    <a:lnTo>
                      <a:pt x="10671" y="5608"/>
                    </a:lnTo>
                    <a:lnTo>
                      <a:pt x="10880" y="5629"/>
                    </a:lnTo>
                    <a:lnTo>
                      <a:pt x="10901" y="5587"/>
                    </a:lnTo>
                    <a:lnTo>
                      <a:pt x="11090" y="5587"/>
                    </a:lnTo>
                    <a:lnTo>
                      <a:pt x="11278" y="5503"/>
                    </a:lnTo>
                    <a:lnTo>
                      <a:pt x="11320" y="5587"/>
                    </a:lnTo>
                    <a:lnTo>
                      <a:pt x="11383" y="5587"/>
                    </a:lnTo>
                    <a:lnTo>
                      <a:pt x="11445" y="5524"/>
                    </a:lnTo>
                    <a:lnTo>
                      <a:pt x="11529" y="5524"/>
                    </a:lnTo>
                    <a:lnTo>
                      <a:pt x="11675" y="5503"/>
                    </a:lnTo>
                    <a:lnTo>
                      <a:pt x="11738" y="5399"/>
                    </a:lnTo>
                    <a:lnTo>
                      <a:pt x="11989" y="5315"/>
                    </a:lnTo>
                    <a:lnTo>
                      <a:pt x="12240" y="5231"/>
                    </a:lnTo>
                    <a:lnTo>
                      <a:pt x="12261" y="5127"/>
                    </a:lnTo>
                    <a:lnTo>
                      <a:pt x="12324" y="5127"/>
                    </a:lnTo>
                    <a:lnTo>
                      <a:pt x="12366" y="5085"/>
                    </a:lnTo>
                    <a:lnTo>
                      <a:pt x="12324" y="5022"/>
                    </a:lnTo>
                    <a:lnTo>
                      <a:pt x="12324" y="4918"/>
                    </a:lnTo>
                    <a:lnTo>
                      <a:pt x="12240" y="4876"/>
                    </a:lnTo>
                    <a:lnTo>
                      <a:pt x="12219" y="4918"/>
                    </a:lnTo>
                    <a:lnTo>
                      <a:pt x="12219" y="5001"/>
                    </a:lnTo>
                    <a:lnTo>
                      <a:pt x="12115" y="5022"/>
                    </a:lnTo>
                    <a:lnTo>
                      <a:pt x="12073" y="4980"/>
                    </a:lnTo>
                    <a:lnTo>
                      <a:pt x="12031" y="4980"/>
                    </a:lnTo>
                    <a:lnTo>
                      <a:pt x="12010" y="4938"/>
                    </a:lnTo>
                    <a:lnTo>
                      <a:pt x="11885" y="4938"/>
                    </a:lnTo>
                    <a:lnTo>
                      <a:pt x="11696" y="5001"/>
                    </a:lnTo>
                    <a:lnTo>
                      <a:pt x="11634" y="5106"/>
                    </a:lnTo>
                    <a:lnTo>
                      <a:pt x="11571" y="5169"/>
                    </a:lnTo>
                    <a:lnTo>
                      <a:pt x="11508" y="5085"/>
                    </a:lnTo>
                    <a:lnTo>
                      <a:pt x="11466" y="5085"/>
                    </a:lnTo>
                    <a:lnTo>
                      <a:pt x="11362" y="5169"/>
                    </a:lnTo>
                    <a:lnTo>
                      <a:pt x="11090" y="5252"/>
                    </a:lnTo>
                    <a:lnTo>
                      <a:pt x="10755" y="5273"/>
                    </a:lnTo>
                    <a:lnTo>
                      <a:pt x="10692" y="5210"/>
                    </a:lnTo>
                    <a:lnTo>
                      <a:pt x="10629" y="5210"/>
                    </a:lnTo>
                    <a:lnTo>
                      <a:pt x="10650" y="5273"/>
                    </a:lnTo>
                    <a:lnTo>
                      <a:pt x="10587" y="5315"/>
                    </a:lnTo>
                    <a:lnTo>
                      <a:pt x="10483" y="5294"/>
                    </a:lnTo>
                    <a:lnTo>
                      <a:pt x="10420" y="5294"/>
                    </a:lnTo>
                    <a:lnTo>
                      <a:pt x="10357" y="5420"/>
                    </a:lnTo>
                    <a:lnTo>
                      <a:pt x="10211" y="5587"/>
                    </a:lnTo>
                    <a:lnTo>
                      <a:pt x="10148" y="5524"/>
                    </a:lnTo>
                    <a:lnTo>
                      <a:pt x="10043" y="5524"/>
                    </a:lnTo>
                    <a:lnTo>
                      <a:pt x="10022" y="5503"/>
                    </a:lnTo>
                    <a:lnTo>
                      <a:pt x="9897" y="5503"/>
                    </a:lnTo>
                    <a:lnTo>
                      <a:pt x="9813" y="5566"/>
                    </a:lnTo>
                    <a:lnTo>
                      <a:pt x="9730" y="5566"/>
                    </a:lnTo>
                    <a:lnTo>
                      <a:pt x="9688" y="5629"/>
                    </a:lnTo>
                    <a:lnTo>
                      <a:pt x="9583" y="5671"/>
                    </a:lnTo>
                    <a:lnTo>
                      <a:pt x="9478" y="5734"/>
                    </a:lnTo>
                    <a:lnTo>
                      <a:pt x="9311" y="5817"/>
                    </a:lnTo>
                    <a:lnTo>
                      <a:pt x="9123" y="5880"/>
                    </a:lnTo>
                    <a:lnTo>
                      <a:pt x="9081" y="5985"/>
                    </a:lnTo>
                    <a:lnTo>
                      <a:pt x="9081" y="6152"/>
                    </a:lnTo>
                    <a:lnTo>
                      <a:pt x="9102" y="6466"/>
                    </a:lnTo>
                    <a:lnTo>
                      <a:pt x="9081" y="6633"/>
                    </a:lnTo>
                    <a:lnTo>
                      <a:pt x="9018" y="6612"/>
                    </a:lnTo>
                    <a:lnTo>
                      <a:pt x="8955" y="6654"/>
                    </a:lnTo>
                    <a:lnTo>
                      <a:pt x="8704" y="6863"/>
                    </a:lnTo>
                    <a:lnTo>
                      <a:pt x="8788" y="6759"/>
                    </a:lnTo>
                    <a:lnTo>
                      <a:pt x="8893" y="6633"/>
                    </a:lnTo>
                    <a:lnTo>
                      <a:pt x="8914" y="6550"/>
                    </a:lnTo>
                    <a:lnTo>
                      <a:pt x="8872" y="6529"/>
                    </a:lnTo>
                    <a:lnTo>
                      <a:pt x="8872" y="6445"/>
                    </a:lnTo>
                    <a:lnTo>
                      <a:pt x="8746" y="6257"/>
                    </a:lnTo>
                    <a:lnTo>
                      <a:pt x="8662" y="6257"/>
                    </a:lnTo>
                    <a:lnTo>
                      <a:pt x="8600" y="6173"/>
                    </a:lnTo>
                    <a:lnTo>
                      <a:pt x="8537" y="6152"/>
                    </a:lnTo>
                    <a:lnTo>
                      <a:pt x="8537" y="6006"/>
                    </a:lnTo>
                    <a:lnTo>
                      <a:pt x="8390" y="5817"/>
                    </a:lnTo>
                    <a:lnTo>
                      <a:pt x="8370" y="5817"/>
                    </a:lnTo>
                    <a:lnTo>
                      <a:pt x="8286" y="5796"/>
                    </a:lnTo>
                    <a:lnTo>
                      <a:pt x="8265" y="5692"/>
                    </a:lnTo>
                    <a:lnTo>
                      <a:pt x="8181" y="5629"/>
                    </a:lnTo>
                    <a:lnTo>
                      <a:pt x="8139" y="5671"/>
                    </a:lnTo>
                    <a:lnTo>
                      <a:pt x="8035" y="5587"/>
                    </a:lnTo>
                    <a:lnTo>
                      <a:pt x="7846" y="5378"/>
                    </a:lnTo>
                    <a:lnTo>
                      <a:pt x="7805" y="5190"/>
                    </a:lnTo>
                    <a:lnTo>
                      <a:pt x="7805" y="5001"/>
                    </a:lnTo>
                    <a:lnTo>
                      <a:pt x="7763" y="4980"/>
                    </a:lnTo>
                    <a:lnTo>
                      <a:pt x="7721" y="5043"/>
                    </a:lnTo>
                    <a:lnTo>
                      <a:pt x="7658" y="5001"/>
                    </a:lnTo>
                    <a:lnTo>
                      <a:pt x="7616" y="4876"/>
                    </a:lnTo>
                    <a:lnTo>
                      <a:pt x="7658" y="4750"/>
                    </a:lnTo>
                    <a:lnTo>
                      <a:pt x="7637" y="4729"/>
                    </a:lnTo>
                    <a:lnTo>
                      <a:pt x="7658" y="4646"/>
                    </a:lnTo>
                    <a:lnTo>
                      <a:pt x="7533" y="4520"/>
                    </a:lnTo>
                    <a:lnTo>
                      <a:pt x="7533" y="4415"/>
                    </a:lnTo>
                    <a:lnTo>
                      <a:pt x="7428" y="4332"/>
                    </a:lnTo>
                    <a:lnTo>
                      <a:pt x="7386" y="4332"/>
                    </a:lnTo>
                    <a:lnTo>
                      <a:pt x="7323" y="4248"/>
                    </a:lnTo>
                    <a:lnTo>
                      <a:pt x="7219" y="4164"/>
                    </a:lnTo>
                    <a:lnTo>
                      <a:pt x="7114" y="4164"/>
                    </a:lnTo>
                    <a:lnTo>
                      <a:pt x="6800" y="3934"/>
                    </a:lnTo>
                    <a:lnTo>
                      <a:pt x="6717" y="3934"/>
                    </a:lnTo>
                    <a:lnTo>
                      <a:pt x="6696" y="3850"/>
                    </a:lnTo>
                    <a:lnTo>
                      <a:pt x="0" y="16091"/>
                    </a:lnTo>
                    <a:lnTo>
                      <a:pt x="377" y="16091"/>
                    </a:lnTo>
                    <a:lnTo>
                      <a:pt x="502" y="16153"/>
                    </a:lnTo>
                    <a:lnTo>
                      <a:pt x="711" y="16007"/>
                    </a:lnTo>
                    <a:lnTo>
                      <a:pt x="1004" y="16049"/>
                    </a:lnTo>
                    <a:lnTo>
                      <a:pt x="858" y="16300"/>
                    </a:lnTo>
                    <a:lnTo>
                      <a:pt x="921" y="16446"/>
                    </a:lnTo>
                    <a:lnTo>
                      <a:pt x="1025" y="16718"/>
                    </a:lnTo>
                    <a:lnTo>
                      <a:pt x="1172" y="17388"/>
                    </a:lnTo>
                    <a:lnTo>
                      <a:pt x="1235" y="17534"/>
                    </a:lnTo>
                    <a:lnTo>
                      <a:pt x="1130" y="17702"/>
                    </a:lnTo>
                    <a:lnTo>
                      <a:pt x="1130" y="17765"/>
                    </a:lnTo>
                    <a:lnTo>
                      <a:pt x="1172" y="17765"/>
                    </a:lnTo>
                    <a:lnTo>
                      <a:pt x="1381" y="17744"/>
                    </a:lnTo>
                    <a:lnTo>
                      <a:pt x="1569" y="17723"/>
                    </a:lnTo>
                    <a:lnTo>
                      <a:pt x="1695" y="17639"/>
                    </a:lnTo>
                    <a:lnTo>
                      <a:pt x="1862" y="17409"/>
                    </a:lnTo>
                    <a:lnTo>
                      <a:pt x="1988" y="17283"/>
                    </a:lnTo>
                    <a:lnTo>
                      <a:pt x="2197" y="17200"/>
                    </a:lnTo>
                    <a:lnTo>
                      <a:pt x="2260" y="17179"/>
                    </a:lnTo>
                    <a:lnTo>
                      <a:pt x="2469" y="17116"/>
                    </a:lnTo>
                    <a:lnTo>
                      <a:pt x="2636" y="17116"/>
                    </a:lnTo>
                    <a:lnTo>
                      <a:pt x="2783" y="17221"/>
                    </a:lnTo>
                    <a:lnTo>
                      <a:pt x="2783" y="17325"/>
                    </a:lnTo>
                    <a:lnTo>
                      <a:pt x="2804" y="17409"/>
                    </a:lnTo>
                    <a:lnTo>
                      <a:pt x="2720" y="17555"/>
                    </a:lnTo>
                    <a:lnTo>
                      <a:pt x="2699" y="17639"/>
                    </a:lnTo>
                    <a:lnTo>
                      <a:pt x="2825" y="17974"/>
                    </a:lnTo>
                    <a:lnTo>
                      <a:pt x="2804" y="18078"/>
                    </a:lnTo>
                    <a:lnTo>
                      <a:pt x="2846" y="18288"/>
                    </a:lnTo>
                    <a:lnTo>
                      <a:pt x="2992" y="18455"/>
                    </a:lnTo>
                    <a:lnTo>
                      <a:pt x="3013" y="18664"/>
                    </a:lnTo>
                    <a:lnTo>
                      <a:pt x="3055" y="18748"/>
                    </a:lnTo>
                    <a:lnTo>
                      <a:pt x="3097" y="18853"/>
                    </a:lnTo>
                    <a:lnTo>
                      <a:pt x="3034" y="18957"/>
                    </a:lnTo>
                    <a:lnTo>
                      <a:pt x="3034" y="19062"/>
                    </a:lnTo>
                    <a:lnTo>
                      <a:pt x="3055" y="19146"/>
                    </a:lnTo>
                    <a:lnTo>
                      <a:pt x="3013" y="19501"/>
                    </a:lnTo>
                    <a:lnTo>
                      <a:pt x="3013" y="19920"/>
                    </a:lnTo>
                    <a:lnTo>
                      <a:pt x="3034" y="20338"/>
                    </a:lnTo>
                    <a:lnTo>
                      <a:pt x="2929" y="20380"/>
                    </a:lnTo>
                    <a:lnTo>
                      <a:pt x="2929" y="20464"/>
                    </a:lnTo>
                    <a:lnTo>
                      <a:pt x="2971" y="20464"/>
                    </a:lnTo>
                    <a:lnTo>
                      <a:pt x="3055" y="20527"/>
                    </a:lnTo>
                    <a:lnTo>
                      <a:pt x="3076" y="20568"/>
                    </a:lnTo>
                    <a:lnTo>
                      <a:pt x="3034" y="20589"/>
                    </a:lnTo>
                    <a:lnTo>
                      <a:pt x="2971" y="20652"/>
                    </a:lnTo>
                    <a:lnTo>
                      <a:pt x="3013" y="20736"/>
                    </a:lnTo>
                    <a:lnTo>
                      <a:pt x="3055" y="20778"/>
                    </a:lnTo>
                    <a:lnTo>
                      <a:pt x="3076" y="20861"/>
                    </a:lnTo>
                    <a:lnTo>
                      <a:pt x="3055" y="20903"/>
                    </a:lnTo>
                    <a:lnTo>
                      <a:pt x="3055" y="20966"/>
                    </a:lnTo>
                    <a:lnTo>
                      <a:pt x="3160" y="20966"/>
                    </a:lnTo>
                    <a:lnTo>
                      <a:pt x="3243" y="20987"/>
                    </a:lnTo>
                    <a:lnTo>
                      <a:pt x="3348" y="21154"/>
                    </a:lnTo>
                    <a:lnTo>
                      <a:pt x="3369" y="21217"/>
                    </a:lnTo>
                    <a:lnTo>
                      <a:pt x="3452" y="21280"/>
                    </a:lnTo>
                    <a:lnTo>
                      <a:pt x="3578" y="21363"/>
                    </a:lnTo>
                    <a:lnTo>
                      <a:pt x="3641" y="21468"/>
                    </a:lnTo>
                    <a:lnTo>
                      <a:pt x="3641" y="21573"/>
                    </a:lnTo>
                    <a:lnTo>
                      <a:pt x="3683" y="21594"/>
                    </a:lnTo>
                    <a:lnTo>
                      <a:pt x="3704" y="21635"/>
                    </a:lnTo>
                    <a:lnTo>
                      <a:pt x="3683" y="21698"/>
                    </a:lnTo>
                    <a:lnTo>
                      <a:pt x="3683" y="21740"/>
                    </a:lnTo>
                    <a:lnTo>
                      <a:pt x="3641" y="21782"/>
                    </a:lnTo>
                    <a:lnTo>
                      <a:pt x="3641" y="21845"/>
                    </a:lnTo>
                    <a:lnTo>
                      <a:pt x="3641" y="21887"/>
                    </a:lnTo>
                    <a:lnTo>
                      <a:pt x="3662" y="21907"/>
                    </a:lnTo>
                    <a:lnTo>
                      <a:pt x="3599" y="22033"/>
                    </a:lnTo>
                    <a:lnTo>
                      <a:pt x="3452" y="22326"/>
                    </a:lnTo>
                    <a:lnTo>
                      <a:pt x="3432" y="22514"/>
                    </a:lnTo>
                    <a:lnTo>
                      <a:pt x="3285" y="22661"/>
                    </a:lnTo>
                    <a:lnTo>
                      <a:pt x="3285" y="22744"/>
                    </a:lnTo>
                    <a:lnTo>
                      <a:pt x="3327" y="22744"/>
                    </a:lnTo>
                    <a:lnTo>
                      <a:pt x="3494" y="22535"/>
                    </a:lnTo>
                    <a:lnTo>
                      <a:pt x="3536" y="22410"/>
                    </a:lnTo>
                    <a:lnTo>
                      <a:pt x="3662" y="22305"/>
                    </a:lnTo>
                    <a:lnTo>
                      <a:pt x="3683" y="22347"/>
                    </a:lnTo>
                    <a:lnTo>
                      <a:pt x="3766" y="22368"/>
                    </a:lnTo>
                    <a:lnTo>
                      <a:pt x="3766" y="22431"/>
                    </a:lnTo>
                    <a:lnTo>
                      <a:pt x="3599" y="22514"/>
                    </a:lnTo>
                    <a:lnTo>
                      <a:pt x="3557" y="22619"/>
                    </a:lnTo>
                    <a:lnTo>
                      <a:pt x="3390" y="22786"/>
                    </a:lnTo>
                    <a:lnTo>
                      <a:pt x="3390" y="22828"/>
                    </a:lnTo>
                    <a:lnTo>
                      <a:pt x="3473" y="22828"/>
                    </a:lnTo>
                    <a:lnTo>
                      <a:pt x="3432" y="22870"/>
                    </a:lnTo>
                    <a:lnTo>
                      <a:pt x="3285" y="22849"/>
                    </a:lnTo>
                    <a:lnTo>
                      <a:pt x="3222" y="22870"/>
                    </a:lnTo>
                    <a:lnTo>
                      <a:pt x="3160" y="23037"/>
                    </a:lnTo>
                    <a:lnTo>
                      <a:pt x="3055" y="23142"/>
                    </a:lnTo>
                    <a:lnTo>
                      <a:pt x="3076" y="23268"/>
                    </a:lnTo>
                    <a:lnTo>
                      <a:pt x="3034" y="23247"/>
                    </a:lnTo>
                    <a:lnTo>
                      <a:pt x="2971" y="23184"/>
                    </a:lnTo>
                    <a:lnTo>
                      <a:pt x="2908" y="23247"/>
                    </a:lnTo>
                    <a:lnTo>
                      <a:pt x="2908" y="23393"/>
                    </a:lnTo>
                    <a:lnTo>
                      <a:pt x="3013" y="23393"/>
                    </a:lnTo>
                    <a:lnTo>
                      <a:pt x="3034" y="23477"/>
                    </a:lnTo>
                    <a:lnTo>
                      <a:pt x="2971" y="23665"/>
                    </a:lnTo>
                    <a:lnTo>
                      <a:pt x="2950" y="23937"/>
                    </a:lnTo>
                    <a:lnTo>
                      <a:pt x="3013" y="24125"/>
                    </a:lnTo>
                    <a:lnTo>
                      <a:pt x="3076" y="24293"/>
                    </a:lnTo>
                    <a:lnTo>
                      <a:pt x="3160" y="24314"/>
                    </a:lnTo>
                    <a:lnTo>
                      <a:pt x="3180" y="24230"/>
                    </a:lnTo>
                    <a:lnTo>
                      <a:pt x="3264" y="24146"/>
                    </a:lnTo>
                    <a:lnTo>
                      <a:pt x="3452" y="24104"/>
                    </a:lnTo>
                    <a:lnTo>
                      <a:pt x="3557" y="24021"/>
                    </a:lnTo>
                    <a:lnTo>
                      <a:pt x="3662" y="23895"/>
                    </a:lnTo>
                    <a:lnTo>
                      <a:pt x="3704" y="23895"/>
                    </a:lnTo>
                    <a:lnTo>
                      <a:pt x="3704" y="24021"/>
                    </a:lnTo>
                    <a:lnTo>
                      <a:pt x="3662" y="24125"/>
                    </a:lnTo>
                    <a:lnTo>
                      <a:pt x="3599" y="24146"/>
                    </a:lnTo>
                    <a:lnTo>
                      <a:pt x="3536" y="24251"/>
                    </a:lnTo>
                    <a:lnTo>
                      <a:pt x="3536" y="24314"/>
                    </a:lnTo>
                    <a:lnTo>
                      <a:pt x="3641" y="24397"/>
                    </a:lnTo>
                    <a:lnTo>
                      <a:pt x="3704" y="24460"/>
                    </a:lnTo>
                    <a:lnTo>
                      <a:pt x="3808" y="24460"/>
                    </a:lnTo>
                    <a:lnTo>
                      <a:pt x="3892" y="24502"/>
                    </a:lnTo>
                    <a:lnTo>
                      <a:pt x="3955" y="24544"/>
                    </a:lnTo>
                    <a:lnTo>
                      <a:pt x="3808" y="24502"/>
                    </a:lnTo>
                    <a:lnTo>
                      <a:pt x="3683" y="24502"/>
                    </a:lnTo>
                    <a:lnTo>
                      <a:pt x="3578" y="24439"/>
                    </a:lnTo>
                    <a:lnTo>
                      <a:pt x="3432" y="24439"/>
                    </a:lnTo>
                    <a:lnTo>
                      <a:pt x="3369" y="24523"/>
                    </a:lnTo>
                    <a:lnTo>
                      <a:pt x="3369" y="24607"/>
                    </a:lnTo>
                    <a:lnTo>
                      <a:pt x="3432" y="24669"/>
                    </a:lnTo>
                    <a:lnTo>
                      <a:pt x="3452" y="24920"/>
                    </a:lnTo>
                    <a:lnTo>
                      <a:pt x="3494" y="24983"/>
                    </a:lnTo>
                    <a:lnTo>
                      <a:pt x="3557" y="24983"/>
                    </a:lnTo>
                    <a:lnTo>
                      <a:pt x="3641" y="24941"/>
                    </a:lnTo>
                    <a:lnTo>
                      <a:pt x="3683" y="24983"/>
                    </a:lnTo>
                    <a:lnTo>
                      <a:pt x="3641" y="25046"/>
                    </a:lnTo>
                    <a:lnTo>
                      <a:pt x="3599" y="25088"/>
                    </a:lnTo>
                    <a:lnTo>
                      <a:pt x="3683" y="25151"/>
                    </a:lnTo>
                    <a:lnTo>
                      <a:pt x="3683" y="25192"/>
                    </a:lnTo>
                    <a:lnTo>
                      <a:pt x="3662" y="25255"/>
                    </a:lnTo>
                    <a:lnTo>
                      <a:pt x="3557" y="25234"/>
                    </a:lnTo>
                    <a:lnTo>
                      <a:pt x="3411" y="25276"/>
                    </a:lnTo>
                    <a:lnTo>
                      <a:pt x="3264" y="25381"/>
                    </a:lnTo>
                    <a:lnTo>
                      <a:pt x="3243" y="25423"/>
                    </a:lnTo>
                    <a:lnTo>
                      <a:pt x="3306" y="25485"/>
                    </a:lnTo>
                    <a:lnTo>
                      <a:pt x="3452" y="25423"/>
                    </a:lnTo>
                    <a:lnTo>
                      <a:pt x="3536" y="25465"/>
                    </a:lnTo>
                    <a:lnTo>
                      <a:pt x="3452" y="25485"/>
                    </a:lnTo>
                    <a:lnTo>
                      <a:pt x="3432" y="25548"/>
                    </a:lnTo>
                    <a:lnTo>
                      <a:pt x="3515" y="25632"/>
                    </a:lnTo>
                    <a:lnTo>
                      <a:pt x="3662" y="25590"/>
                    </a:lnTo>
                    <a:lnTo>
                      <a:pt x="3829" y="25465"/>
                    </a:lnTo>
                    <a:lnTo>
                      <a:pt x="3934" y="25297"/>
                    </a:lnTo>
                    <a:lnTo>
                      <a:pt x="4038" y="25297"/>
                    </a:lnTo>
                    <a:lnTo>
                      <a:pt x="4143" y="25213"/>
                    </a:lnTo>
                    <a:lnTo>
                      <a:pt x="4164" y="25109"/>
                    </a:lnTo>
                    <a:lnTo>
                      <a:pt x="4185" y="25088"/>
                    </a:lnTo>
                    <a:lnTo>
                      <a:pt x="4206" y="25172"/>
                    </a:lnTo>
                    <a:lnTo>
                      <a:pt x="4143" y="25339"/>
                    </a:lnTo>
                    <a:lnTo>
                      <a:pt x="4038" y="25402"/>
                    </a:lnTo>
                    <a:lnTo>
                      <a:pt x="3913" y="25465"/>
                    </a:lnTo>
                    <a:lnTo>
                      <a:pt x="3892" y="25548"/>
                    </a:lnTo>
                    <a:lnTo>
                      <a:pt x="3955" y="25611"/>
                    </a:lnTo>
                    <a:lnTo>
                      <a:pt x="4038" y="25590"/>
                    </a:lnTo>
                    <a:lnTo>
                      <a:pt x="4164" y="25590"/>
                    </a:lnTo>
                    <a:lnTo>
                      <a:pt x="4268" y="25611"/>
                    </a:lnTo>
                    <a:lnTo>
                      <a:pt x="4122" y="25611"/>
                    </a:lnTo>
                    <a:lnTo>
                      <a:pt x="4017" y="25674"/>
                    </a:lnTo>
                    <a:lnTo>
                      <a:pt x="4017" y="25820"/>
                    </a:lnTo>
                    <a:lnTo>
                      <a:pt x="4059" y="25967"/>
                    </a:lnTo>
                    <a:lnTo>
                      <a:pt x="4017" y="25988"/>
                    </a:lnTo>
                    <a:lnTo>
                      <a:pt x="3976" y="25904"/>
                    </a:lnTo>
                    <a:lnTo>
                      <a:pt x="3976" y="25757"/>
                    </a:lnTo>
                    <a:lnTo>
                      <a:pt x="3913" y="25674"/>
                    </a:lnTo>
                    <a:lnTo>
                      <a:pt x="3850" y="25716"/>
                    </a:lnTo>
                    <a:lnTo>
                      <a:pt x="3578" y="25904"/>
                    </a:lnTo>
                    <a:lnTo>
                      <a:pt x="3536" y="25988"/>
                    </a:lnTo>
                    <a:lnTo>
                      <a:pt x="3369" y="26071"/>
                    </a:lnTo>
                    <a:lnTo>
                      <a:pt x="3327" y="26134"/>
                    </a:lnTo>
                    <a:lnTo>
                      <a:pt x="3348" y="26218"/>
                    </a:lnTo>
                    <a:lnTo>
                      <a:pt x="3348" y="26301"/>
                    </a:lnTo>
                    <a:lnTo>
                      <a:pt x="3369" y="26322"/>
                    </a:lnTo>
                    <a:lnTo>
                      <a:pt x="3452" y="26281"/>
                    </a:lnTo>
                    <a:lnTo>
                      <a:pt x="3557" y="26218"/>
                    </a:lnTo>
                    <a:lnTo>
                      <a:pt x="3599" y="26113"/>
                    </a:lnTo>
                    <a:lnTo>
                      <a:pt x="3662" y="26134"/>
                    </a:lnTo>
                    <a:lnTo>
                      <a:pt x="3704" y="26197"/>
                    </a:lnTo>
                    <a:lnTo>
                      <a:pt x="3892" y="26218"/>
                    </a:lnTo>
                    <a:lnTo>
                      <a:pt x="3871" y="26239"/>
                    </a:lnTo>
                    <a:lnTo>
                      <a:pt x="3766" y="26218"/>
                    </a:lnTo>
                    <a:lnTo>
                      <a:pt x="3599" y="26218"/>
                    </a:lnTo>
                    <a:lnTo>
                      <a:pt x="3536" y="26281"/>
                    </a:lnTo>
                    <a:lnTo>
                      <a:pt x="3536" y="26322"/>
                    </a:lnTo>
                    <a:lnTo>
                      <a:pt x="3557" y="26385"/>
                    </a:lnTo>
                    <a:lnTo>
                      <a:pt x="3473" y="26406"/>
                    </a:lnTo>
                    <a:lnTo>
                      <a:pt x="3432" y="26385"/>
                    </a:lnTo>
                    <a:lnTo>
                      <a:pt x="3264" y="26427"/>
                    </a:lnTo>
                    <a:lnTo>
                      <a:pt x="3264" y="26490"/>
                    </a:lnTo>
                    <a:lnTo>
                      <a:pt x="3390" y="26490"/>
                    </a:lnTo>
                    <a:lnTo>
                      <a:pt x="3473" y="26532"/>
                    </a:lnTo>
                    <a:lnTo>
                      <a:pt x="3578" y="26532"/>
                    </a:lnTo>
                    <a:lnTo>
                      <a:pt x="3515" y="26594"/>
                    </a:lnTo>
                    <a:lnTo>
                      <a:pt x="3390" y="26594"/>
                    </a:lnTo>
                    <a:lnTo>
                      <a:pt x="3327" y="26532"/>
                    </a:lnTo>
                    <a:lnTo>
                      <a:pt x="3222" y="26553"/>
                    </a:lnTo>
                    <a:lnTo>
                      <a:pt x="3180" y="26657"/>
                    </a:lnTo>
                    <a:lnTo>
                      <a:pt x="3243" y="26720"/>
                    </a:lnTo>
                    <a:lnTo>
                      <a:pt x="3327" y="26720"/>
                    </a:lnTo>
                    <a:lnTo>
                      <a:pt x="3452" y="26699"/>
                    </a:lnTo>
                    <a:lnTo>
                      <a:pt x="3536" y="26741"/>
                    </a:lnTo>
                    <a:lnTo>
                      <a:pt x="3683" y="26741"/>
                    </a:lnTo>
                    <a:lnTo>
                      <a:pt x="3662" y="26804"/>
                    </a:lnTo>
                    <a:lnTo>
                      <a:pt x="3557" y="26825"/>
                    </a:lnTo>
                    <a:lnTo>
                      <a:pt x="3452" y="26804"/>
                    </a:lnTo>
                    <a:lnTo>
                      <a:pt x="3432" y="26825"/>
                    </a:lnTo>
                    <a:lnTo>
                      <a:pt x="3452" y="26845"/>
                    </a:lnTo>
                    <a:lnTo>
                      <a:pt x="3662" y="26845"/>
                    </a:lnTo>
                    <a:lnTo>
                      <a:pt x="3662" y="26908"/>
                    </a:lnTo>
                    <a:lnTo>
                      <a:pt x="3536" y="26929"/>
                    </a:lnTo>
                    <a:lnTo>
                      <a:pt x="3390" y="26908"/>
                    </a:lnTo>
                    <a:lnTo>
                      <a:pt x="3327" y="26845"/>
                    </a:lnTo>
                    <a:lnTo>
                      <a:pt x="3264" y="26908"/>
                    </a:lnTo>
                    <a:lnTo>
                      <a:pt x="3327" y="27013"/>
                    </a:lnTo>
                    <a:lnTo>
                      <a:pt x="3452" y="27076"/>
                    </a:lnTo>
                    <a:lnTo>
                      <a:pt x="3473" y="27013"/>
                    </a:lnTo>
                    <a:lnTo>
                      <a:pt x="3557" y="27013"/>
                    </a:lnTo>
                    <a:lnTo>
                      <a:pt x="3641" y="27055"/>
                    </a:lnTo>
                    <a:lnTo>
                      <a:pt x="3787" y="27034"/>
                    </a:lnTo>
                    <a:lnTo>
                      <a:pt x="3850" y="27076"/>
                    </a:lnTo>
                    <a:lnTo>
                      <a:pt x="3766" y="27117"/>
                    </a:lnTo>
                    <a:lnTo>
                      <a:pt x="3766" y="27159"/>
                    </a:lnTo>
                    <a:lnTo>
                      <a:pt x="3871" y="27159"/>
                    </a:lnTo>
                    <a:lnTo>
                      <a:pt x="3892" y="27243"/>
                    </a:lnTo>
                    <a:lnTo>
                      <a:pt x="4026" y="27276"/>
                    </a:lnTo>
                    <a:lnTo>
                      <a:pt x="3976" y="27285"/>
                    </a:lnTo>
                    <a:lnTo>
                      <a:pt x="3871" y="27285"/>
                    </a:lnTo>
                    <a:lnTo>
                      <a:pt x="3787" y="27369"/>
                    </a:lnTo>
                    <a:lnTo>
                      <a:pt x="3787" y="27431"/>
                    </a:lnTo>
                    <a:lnTo>
                      <a:pt x="3871" y="27473"/>
                    </a:lnTo>
                    <a:lnTo>
                      <a:pt x="3913" y="27431"/>
                    </a:lnTo>
                    <a:lnTo>
                      <a:pt x="3976" y="27389"/>
                    </a:lnTo>
                    <a:lnTo>
                      <a:pt x="3996" y="27452"/>
                    </a:lnTo>
                    <a:lnTo>
                      <a:pt x="4017" y="27452"/>
                    </a:lnTo>
                    <a:lnTo>
                      <a:pt x="4080" y="27369"/>
                    </a:lnTo>
                    <a:lnTo>
                      <a:pt x="4185" y="27306"/>
                    </a:lnTo>
                    <a:lnTo>
                      <a:pt x="4185" y="27369"/>
                    </a:lnTo>
                    <a:lnTo>
                      <a:pt x="4164" y="27410"/>
                    </a:lnTo>
                    <a:lnTo>
                      <a:pt x="4164" y="27473"/>
                    </a:lnTo>
                    <a:lnTo>
                      <a:pt x="4206" y="27494"/>
                    </a:lnTo>
                    <a:lnTo>
                      <a:pt x="4289" y="27557"/>
                    </a:lnTo>
                    <a:lnTo>
                      <a:pt x="4373" y="27557"/>
                    </a:lnTo>
                    <a:lnTo>
                      <a:pt x="4499" y="27369"/>
                    </a:lnTo>
                    <a:lnTo>
                      <a:pt x="4520" y="27159"/>
                    </a:lnTo>
                    <a:lnTo>
                      <a:pt x="4582" y="27055"/>
                    </a:lnTo>
                    <a:lnTo>
                      <a:pt x="4645" y="27034"/>
                    </a:lnTo>
                    <a:lnTo>
                      <a:pt x="4645" y="27097"/>
                    </a:lnTo>
                    <a:lnTo>
                      <a:pt x="4603" y="27159"/>
                    </a:lnTo>
                    <a:lnTo>
                      <a:pt x="4603" y="27306"/>
                    </a:lnTo>
                    <a:lnTo>
                      <a:pt x="4499" y="27473"/>
                    </a:lnTo>
                    <a:lnTo>
                      <a:pt x="4415" y="27557"/>
                    </a:lnTo>
                    <a:lnTo>
                      <a:pt x="4436" y="27599"/>
                    </a:lnTo>
                    <a:lnTo>
                      <a:pt x="4582" y="27599"/>
                    </a:lnTo>
                    <a:lnTo>
                      <a:pt x="4687" y="27578"/>
                    </a:lnTo>
                    <a:lnTo>
                      <a:pt x="4708" y="27599"/>
                    </a:lnTo>
                    <a:lnTo>
                      <a:pt x="4624" y="27682"/>
                    </a:lnTo>
                    <a:lnTo>
                      <a:pt x="4582" y="27808"/>
                    </a:lnTo>
                    <a:lnTo>
                      <a:pt x="4415" y="27913"/>
                    </a:lnTo>
                    <a:lnTo>
                      <a:pt x="4415" y="27975"/>
                    </a:lnTo>
                    <a:lnTo>
                      <a:pt x="4499" y="28122"/>
                    </a:lnTo>
                    <a:lnTo>
                      <a:pt x="4624" y="28185"/>
                    </a:lnTo>
                    <a:lnTo>
                      <a:pt x="4708" y="28122"/>
                    </a:lnTo>
                    <a:lnTo>
                      <a:pt x="4792" y="28122"/>
                    </a:lnTo>
                    <a:lnTo>
                      <a:pt x="4812" y="28226"/>
                    </a:lnTo>
                    <a:lnTo>
                      <a:pt x="4875" y="28331"/>
                    </a:lnTo>
                    <a:lnTo>
                      <a:pt x="4875" y="28415"/>
                    </a:lnTo>
                    <a:lnTo>
                      <a:pt x="4812" y="28415"/>
                    </a:lnTo>
                    <a:lnTo>
                      <a:pt x="4771" y="28310"/>
                    </a:lnTo>
                    <a:lnTo>
                      <a:pt x="4708" y="28310"/>
                    </a:lnTo>
                    <a:lnTo>
                      <a:pt x="4708" y="28415"/>
                    </a:lnTo>
                    <a:lnTo>
                      <a:pt x="4812" y="28561"/>
                    </a:lnTo>
                    <a:lnTo>
                      <a:pt x="4938" y="28498"/>
                    </a:lnTo>
                    <a:lnTo>
                      <a:pt x="5085" y="28436"/>
                    </a:lnTo>
                    <a:lnTo>
                      <a:pt x="5147" y="28352"/>
                    </a:lnTo>
                    <a:lnTo>
                      <a:pt x="5147" y="28352"/>
                    </a:lnTo>
                    <a:lnTo>
                      <a:pt x="5126" y="28519"/>
                    </a:lnTo>
                    <a:lnTo>
                      <a:pt x="5022" y="28750"/>
                    </a:lnTo>
                    <a:lnTo>
                      <a:pt x="5043" y="28938"/>
                    </a:lnTo>
                    <a:lnTo>
                      <a:pt x="5126" y="28959"/>
                    </a:lnTo>
                    <a:lnTo>
                      <a:pt x="20087" y="30444"/>
                    </a:lnTo>
                    <a:lnTo>
                      <a:pt x="20212" y="30507"/>
                    </a:lnTo>
                    <a:lnTo>
                      <a:pt x="20359" y="30507"/>
                    </a:lnTo>
                    <a:lnTo>
                      <a:pt x="20484" y="30612"/>
                    </a:lnTo>
                    <a:lnTo>
                      <a:pt x="20484" y="30674"/>
                    </a:lnTo>
                    <a:lnTo>
                      <a:pt x="20568" y="30737"/>
                    </a:lnTo>
                    <a:lnTo>
                      <a:pt x="20589" y="30779"/>
                    </a:lnTo>
                    <a:lnTo>
                      <a:pt x="20694" y="30821"/>
                    </a:lnTo>
                    <a:lnTo>
                      <a:pt x="20714" y="30842"/>
                    </a:lnTo>
                    <a:lnTo>
                      <a:pt x="20840" y="30884"/>
                    </a:lnTo>
                    <a:lnTo>
                      <a:pt x="20903" y="30946"/>
                    </a:lnTo>
                    <a:lnTo>
                      <a:pt x="20945" y="30946"/>
                    </a:lnTo>
                    <a:lnTo>
                      <a:pt x="21049" y="30926"/>
                    </a:lnTo>
                    <a:lnTo>
                      <a:pt x="21133" y="30946"/>
                    </a:lnTo>
                    <a:lnTo>
                      <a:pt x="21238" y="30946"/>
                    </a:lnTo>
                    <a:lnTo>
                      <a:pt x="21363" y="31051"/>
                    </a:lnTo>
                    <a:lnTo>
                      <a:pt x="21447" y="31051"/>
                    </a:lnTo>
                    <a:lnTo>
                      <a:pt x="21510" y="31198"/>
                    </a:lnTo>
                    <a:lnTo>
                      <a:pt x="21719" y="31239"/>
                    </a:lnTo>
                    <a:lnTo>
                      <a:pt x="21823" y="31260"/>
                    </a:lnTo>
                    <a:lnTo>
                      <a:pt x="21886" y="31344"/>
                    </a:lnTo>
                    <a:lnTo>
                      <a:pt x="21970" y="31407"/>
                    </a:lnTo>
                    <a:lnTo>
                      <a:pt x="22158" y="31407"/>
                    </a:lnTo>
                    <a:lnTo>
                      <a:pt x="22263" y="31344"/>
                    </a:lnTo>
                    <a:lnTo>
                      <a:pt x="22305" y="31407"/>
                    </a:lnTo>
                    <a:lnTo>
                      <a:pt x="22367" y="31511"/>
                    </a:lnTo>
                    <a:lnTo>
                      <a:pt x="22618" y="31532"/>
                    </a:lnTo>
                    <a:lnTo>
                      <a:pt x="22681" y="31574"/>
                    </a:lnTo>
                    <a:lnTo>
                      <a:pt x="22807" y="31616"/>
                    </a:lnTo>
                    <a:lnTo>
                      <a:pt x="22890" y="31658"/>
                    </a:lnTo>
                    <a:lnTo>
                      <a:pt x="25192" y="32725"/>
                    </a:lnTo>
                    <a:lnTo>
                      <a:pt x="25339" y="32913"/>
                    </a:lnTo>
                    <a:lnTo>
                      <a:pt x="25694" y="33206"/>
                    </a:lnTo>
                    <a:lnTo>
                      <a:pt x="26050" y="34985"/>
                    </a:lnTo>
                    <a:lnTo>
                      <a:pt x="26008" y="35738"/>
                    </a:lnTo>
                    <a:lnTo>
                      <a:pt x="25945" y="35864"/>
                    </a:lnTo>
                    <a:lnTo>
                      <a:pt x="25903" y="36010"/>
                    </a:lnTo>
                    <a:lnTo>
                      <a:pt x="25820" y="36136"/>
                    </a:lnTo>
                    <a:lnTo>
                      <a:pt x="25611" y="36240"/>
                    </a:lnTo>
                    <a:lnTo>
                      <a:pt x="25506" y="36366"/>
                    </a:lnTo>
                    <a:lnTo>
                      <a:pt x="25611" y="36554"/>
                    </a:lnTo>
                    <a:lnTo>
                      <a:pt x="27598" y="36031"/>
                    </a:lnTo>
                    <a:lnTo>
                      <a:pt x="27849" y="35947"/>
                    </a:lnTo>
                    <a:lnTo>
                      <a:pt x="27912" y="35654"/>
                    </a:lnTo>
                    <a:lnTo>
                      <a:pt x="28979" y="35340"/>
                    </a:lnTo>
                    <a:lnTo>
                      <a:pt x="29461" y="34985"/>
                    </a:lnTo>
                    <a:lnTo>
                      <a:pt x="29565" y="34901"/>
                    </a:lnTo>
                    <a:lnTo>
                      <a:pt x="29712" y="34880"/>
                    </a:lnTo>
                    <a:lnTo>
                      <a:pt x="29984" y="34650"/>
                    </a:lnTo>
                    <a:lnTo>
                      <a:pt x="30088" y="34545"/>
                    </a:lnTo>
                    <a:lnTo>
                      <a:pt x="30214" y="34483"/>
                    </a:lnTo>
                    <a:lnTo>
                      <a:pt x="30318" y="34378"/>
                    </a:lnTo>
                    <a:lnTo>
                      <a:pt x="30528" y="34357"/>
                    </a:lnTo>
                    <a:lnTo>
                      <a:pt x="32202" y="34378"/>
                    </a:lnTo>
                    <a:lnTo>
                      <a:pt x="32327" y="34252"/>
                    </a:lnTo>
                    <a:lnTo>
                      <a:pt x="32390" y="34252"/>
                    </a:lnTo>
                    <a:lnTo>
                      <a:pt x="32432" y="34190"/>
                    </a:lnTo>
                    <a:lnTo>
                      <a:pt x="32515" y="34190"/>
                    </a:lnTo>
                    <a:lnTo>
                      <a:pt x="32620" y="34231"/>
                    </a:lnTo>
                    <a:lnTo>
                      <a:pt x="32704" y="34169"/>
                    </a:lnTo>
                    <a:lnTo>
                      <a:pt x="32725" y="34085"/>
                    </a:lnTo>
                    <a:lnTo>
                      <a:pt x="32913" y="33876"/>
                    </a:lnTo>
                    <a:lnTo>
                      <a:pt x="32976" y="33855"/>
                    </a:lnTo>
                    <a:lnTo>
                      <a:pt x="33143" y="33667"/>
                    </a:lnTo>
                    <a:lnTo>
                      <a:pt x="33185" y="33541"/>
                    </a:lnTo>
                    <a:lnTo>
                      <a:pt x="33227" y="33415"/>
                    </a:lnTo>
                    <a:lnTo>
                      <a:pt x="33373" y="33332"/>
                    </a:lnTo>
                    <a:lnTo>
                      <a:pt x="33373" y="33227"/>
                    </a:lnTo>
                    <a:lnTo>
                      <a:pt x="33478" y="33102"/>
                    </a:lnTo>
                    <a:lnTo>
                      <a:pt x="33687" y="32871"/>
                    </a:lnTo>
                    <a:lnTo>
                      <a:pt x="33750" y="32767"/>
                    </a:lnTo>
                    <a:lnTo>
                      <a:pt x="33854" y="32662"/>
                    </a:lnTo>
                    <a:lnTo>
                      <a:pt x="33875" y="32662"/>
                    </a:lnTo>
                    <a:lnTo>
                      <a:pt x="33959" y="32704"/>
                    </a:lnTo>
                    <a:lnTo>
                      <a:pt x="34022" y="32788"/>
                    </a:lnTo>
                    <a:lnTo>
                      <a:pt x="34168" y="32767"/>
                    </a:lnTo>
                    <a:lnTo>
                      <a:pt x="34315" y="32809"/>
                    </a:lnTo>
                    <a:lnTo>
                      <a:pt x="34378" y="32767"/>
                    </a:lnTo>
                    <a:lnTo>
                      <a:pt x="34608" y="32976"/>
                    </a:lnTo>
                    <a:lnTo>
                      <a:pt x="34608" y="33143"/>
                    </a:lnTo>
                    <a:lnTo>
                      <a:pt x="34482" y="33876"/>
                    </a:lnTo>
                    <a:lnTo>
                      <a:pt x="34440" y="33959"/>
                    </a:lnTo>
                    <a:lnTo>
                      <a:pt x="34503" y="33959"/>
                    </a:lnTo>
                    <a:lnTo>
                      <a:pt x="34524" y="34043"/>
                    </a:lnTo>
                    <a:lnTo>
                      <a:pt x="34587" y="34085"/>
                    </a:lnTo>
                    <a:lnTo>
                      <a:pt x="34587" y="34190"/>
                    </a:lnTo>
                    <a:lnTo>
                      <a:pt x="34587" y="34252"/>
                    </a:lnTo>
                    <a:lnTo>
                      <a:pt x="34587" y="34294"/>
                    </a:lnTo>
                    <a:lnTo>
                      <a:pt x="34545" y="34357"/>
                    </a:lnTo>
                    <a:lnTo>
                      <a:pt x="34587" y="34378"/>
                    </a:lnTo>
                    <a:lnTo>
                      <a:pt x="34733" y="34399"/>
                    </a:lnTo>
                    <a:lnTo>
                      <a:pt x="34859" y="34378"/>
                    </a:lnTo>
                    <a:lnTo>
                      <a:pt x="34901" y="34462"/>
                    </a:lnTo>
                    <a:lnTo>
                      <a:pt x="34963" y="34483"/>
                    </a:lnTo>
                    <a:lnTo>
                      <a:pt x="35026" y="34399"/>
                    </a:lnTo>
                    <a:lnTo>
                      <a:pt x="35110" y="34462"/>
                    </a:lnTo>
                    <a:lnTo>
                      <a:pt x="35235" y="34441"/>
                    </a:lnTo>
                    <a:lnTo>
                      <a:pt x="35277" y="34336"/>
                    </a:lnTo>
                    <a:lnTo>
                      <a:pt x="35382" y="34231"/>
                    </a:lnTo>
                    <a:lnTo>
                      <a:pt x="35382" y="34231"/>
                    </a:lnTo>
                    <a:lnTo>
                      <a:pt x="35319" y="34336"/>
                    </a:lnTo>
                    <a:lnTo>
                      <a:pt x="35340" y="34336"/>
                    </a:lnTo>
                    <a:lnTo>
                      <a:pt x="35319" y="34378"/>
                    </a:lnTo>
                    <a:lnTo>
                      <a:pt x="35361" y="34399"/>
                    </a:lnTo>
                    <a:lnTo>
                      <a:pt x="35633" y="34336"/>
                    </a:lnTo>
                    <a:lnTo>
                      <a:pt x="35675" y="34252"/>
                    </a:lnTo>
                    <a:lnTo>
                      <a:pt x="35842" y="34252"/>
                    </a:lnTo>
                    <a:lnTo>
                      <a:pt x="35968" y="34127"/>
                    </a:lnTo>
                    <a:lnTo>
                      <a:pt x="36072" y="34085"/>
                    </a:lnTo>
                    <a:lnTo>
                      <a:pt x="36198" y="33918"/>
                    </a:lnTo>
                    <a:lnTo>
                      <a:pt x="36198" y="33980"/>
                    </a:lnTo>
                    <a:lnTo>
                      <a:pt x="36282" y="33939"/>
                    </a:lnTo>
                    <a:lnTo>
                      <a:pt x="36282" y="33980"/>
                    </a:lnTo>
                    <a:lnTo>
                      <a:pt x="36156" y="34127"/>
                    </a:lnTo>
                    <a:lnTo>
                      <a:pt x="36051" y="34148"/>
                    </a:lnTo>
                    <a:lnTo>
                      <a:pt x="35947" y="34294"/>
                    </a:lnTo>
                    <a:lnTo>
                      <a:pt x="36072" y="34336"/>
                    </a:lnTo>
                    <a:lnTo>
                      <a:pt x="36156" y="34231"/>
                    </a:lnTo>
                    <a:lnTo>
                      <a:pt x="36261" y="34231"/>
                    </a:lnTo>
                    <a:lnTo>
                      <a:pt x="36323" y="34273"/>
                    </a:lnTo>
                    <a:lnTo>
                      <a:pt x="36575" y="34294"/>
                    </a:lnTo>
                    <a:lnTo>
                      <a:pt x="36742" y="34294"/>
                    </a:lnTo>
                    <a:lnTo>
                      <a:pt x="36616" y="34357"/>
                    </a:lnTo>
                    <a:lnTo>
                      <a:pt x="36470" y="34378"/>
                    </a:lnTo>
                    <a:lnTo>
                      <a:pt x="36365" y="34399"/>
                    </a:lnTo>
                    <a:lnTo>
                      <a:pt x="36323" y="34483"/>
                    </a:lnTo>
                    <a:lnTo>
                      <a:pt x="36323" y="34545"/>
                    </a:lnTo>
                    <a:lnTo>
                      <a:pt x="36261" y="34483"/>
                    </a:lnTo>
                    <a:lnTo>
                      <a:pt x="36219" y="34378"/>
                    </a:lnTo>
                    <a:lnTo>
                      <a:pt x="36156" y="34357"/>
                    </a:lnTo>
                    <a:lnTo>
                      <a:pt x="35968" y="34399"/>
                    </a:lnTo>
                    <a:lnTo>
                      <a:pt x="35779" y="34545"/>
                    </a:lnTo>
                    <a:lnTo>
                      <a:pt x="35549" y="34587"/>
                    </a:lnTo>
                    <a:lnTo>
                      <a:pt x="35340" y="34713"/>
                    </a:lnTo>
                    <a:lnTo>
                      <a:pt x="35319" y="34817"/>
                    </a:lnTo>
                    <a:lnTo>
                      <a:pt x="35173" y="34922"/>
                    </a:lnTo>
                    <a:lnTo>
                      <a:pt x="35110" y="35110"/>
                    </a:lnTo>
                    <a:lnTo>
                      <a:pt x="35110" y="35236"/>
                    </a:lnTo>
                    <a:lnTo>
                      <a:pt x="35131" y="35340"/>
                    </a:lnTo>
                    <a:lnTo>
                      <a:pt x="35152" y="35445"/>
                    </a:lnTo>
                    <a:lnTo>
                      <a:pt x="35215" y="35424"/>
                    </a:lnTo>
                    <a:lnTo>
                      <a:pt x="35256" y="35445"/>
                    </a:lnTo>
                    <a:lnTo>
                      <a:pt x="35256" y="35592"/>
                    </a:lnTo>
                    <a:lnTo>
                      <a:pt x="35361" y="35654"/>
                    </a:lnTo>
                    <a:lnTo>
                      <a:pt x="35403" y="35612"/>
                    </a:lnTo>
                    <a:lnTo>
                      <a:pt x="35466" y="35654"/>
                    </a:lnTo>
                    <a:lnTo>
                      <a:pt x="35507" y="35612"/>
                    </a:lnTo>
                    <a:lnTo>
                      <a:pt x="35507" y="35508"/>
                    </a:lnTo>
                    <a:lnTo>
                      <a:pt x="35570" y="35487"/>
                    </a:lnTo>
                    <a:lnTo>
                      <a:pt x="35654" y="35487"/>
                    </a:lnTo>
                    <a:lnTo>
                      <a:pt x="35779" y="35382"/>
                    </a:lnTo>
                    <a:lnTo>
                      <a:pt x="35884" y="35340"/>
                    </a:lnTo>
                    <a:lnTo>
                      <a:pt x="36031" y="35131"/>
                    </a:lnTo>
                    <a:lnTo>
                      <a:pt x="36219" y="35006"/>
                    </a:lnTo>
                    <a:lnTo>
                      <a:pt x="36177" y="34964"/>
                    </a:lnTo>
                    <a:lnTo>
                      <a:pt x="36240" y="34817"/>
                    </a:lnTo>
                    <a:lnTo>
                      <a:pt x="36323" y="34817"/>
                    </a:lnTo>
                    <a:lnTo>
                      <a:pt x="36386" y="34755"/>
                    </a:lnTo>
                    <a:lnTo>
                      <a:pt x="36428" y="34755"/>
                    </a:lnTo>
                    <a:lnTo>
                      <a:pt x="36491" y="34880"/>
                    </a:lnTo>
                    <a:lnTo>
                      <a:pt x="36637" y="34901"/>
                    </a:lnTo>
                    <a:lnTo>
                      <a:pt x="36637" y="34859"/>
                    </a:lnTo>
                    <a:lnTo>
                      <a:pt x="36721" y="34859"/>
                    </a:lnTo>
                    <a:lnTo>
                      <a:pt x="36909" y="34755"/>
                    </a:lnTo>
                    <a:lnTo>
                      <a:pt x="37077" y="34692"/>
                    </a:lnTo>
                    <a:lnTo>
                      <a:pt x="37286" y="34650"/>
                    </a:lnTo>
                    <a:lnTo>
                      <a:pt x="37391" y="34650"/>
                    </a:lnTo>
                    <a:lnTo>
                      <a:pt x="37663" y="34483"/>
                    </a:lnTo>
                    <a:lnTo>
                      <a:pt x="37809" y="34441"/>
                    </a:lnTo>
                    <a:lnTo>
                      <a:pt x="37914" y="34441"/>
                    </a:lnTo>
                    <a:lnTo>
                      <a:pt x="37997" y="34462"/>
                    </a:lnTo>
                    <a:lnTo>
                      <a:pt x="38081" y="34399"/>
                    </a:lnTo>
                    <a:lnTo>
                      <a:pt x="38018" y="34357"/>
                    </a:lnTo>
                    <a:lnTo>
                      <a:pt x="37935" y="34357"/>
                    </a:lnTo>
                    <a:lnTo>
                      <a:pt x="37830" y="34294"/>
                    </a:lnTo>
                    <a:lnTo>
                      <a:pt x="37872" y="34294"/>
                    </a:lnTo>
                    <a:lnTo>
                      <a:pt x="37956" y="34273"/>
                    </a:lnTo>
                    <a:lnTo>
                      <a:pt x="37956" y="34231"/>
                    </a:lnTo>
                    <a:lnTo>
                      <a:pt x="37663" y="34169"/>
                    </a:lnTo>
                    <a:lnTo>
                      <a:pt x="37537" y="34148"/>
                    </a:lnTo>
                    <a:lnTo>
                      <a:pt x="37558" y="34085"/>
                    </a:lnTo>
                    <a:lnTo>
                      <a:pt x="37537" y="33980"/>
                    </a:lnTo>
                    <a:lnTo>
                      <a:pt x="37370" y="34085"/>
                    </a:lnTo>
                    <a:lnTo>
                      <a:pt x="37349" y="34148"/>
                    </a:lnTo>
                    <a:lnTo>
                      <a:pt x="37160" y="34106"/>
                    </a:lnTo>
                    <a:lnTo>
                      <a:pt x="37139" y="34064"/>
                    </a:lnTo>
                    <a:lnTo>
                      <a:pt x="36993" y="34022"/>
                    </a:lnTo>
                    <a:lnTo>
                      <a:pt x="36930" y="34043"/>
                    </a:lnTo>
                    <a:lnTo>
                      <a:pt x="36826" y="33980"/>
                    </a:lnTo>
                    <a:lnTo>
                      <a:pt x="36637" y="33980"/>
                    </a:lnTo>
                    <a:lnTo>
                      <a:pt x="36491" y="33876"/>
                    </a:lnTo>
                    <a:lnTo>
                      <a:pt x="36616" y="33834"/>
                    </a:lnTo>
                    <a:lnTo>
                      <a:pt x="36637" y="33750"/>
                    </a:lnTo>
                    <a:lnTo>
                      <a:pt x="36491" y="33750"/>
                    </a:lnTo>
                    <a:lnTo>
                      <a:pt x="36428" y="33708"/>
                    </a:lnTo>
                    <a:lnTo>
                      <a:pt x="36323" y="33708"/>
                    </a:lnTo>
                    <a:lnTo>
                      <a:pt x="36282" y="33541"/>
                    </a:lnTo>
                    <a:lnTo>
                      <a:pt x="36219" y="33499"/>
                    </a:lnTo>
                    <a:lnTo>
                      <a:pt x="36219" y="33332"/>
                    </a:lnTo>
                    <a:lnTo>
                      <a:pt x="36261" y="33227"/>
                    </a:lnTo>
                    <a:lnTo>
                      <a:pt x="36177" y="33143"/>
                    </a:lnTo>
                    <a:lnTo>
                      <a:pt x="36261" y="33039"/>
                    </a:lnTo>
                    <a:lnTo>
                      <a:pt x="36261" y="32997"/>
                    </a:lnTo>
                    <a:lnTo>
                      <a:pt x="36051" y="32997"/>
                    </a:lnTo>
                    <a:lnTo>
                      <a:pt x="36114" y="32913"/>
                    </a:lnTo>
                    <a:lnTo>
                      <a:pt x="36198" y="32913"/>
                    </a:lnTo>
                    <a:lnTo>
                      <a:pt x="36365" y="32620"/>
                    </a:lnTo>
                    <a:lnTo>
                      <a:pt x="36470" y="32558"/>
                    </a:lnTo>
                    <a:lnTo>
                      <a:pt x="36428" y="32474"/>
                    </a:lnTo>
                    <a:lnTo>
                      <a:pt x="36365" y="32474"/>
                    </a:lnTo>
                    <a:lnTo>
                      <a:pt x="36323" y="32411"/>
                    </a:lnTo>
                    <a:lnTo>
                      <a:pt x="36219" y="32411"/>
                    </a:lnTo>
                    <a:lnTo>
                      <a:pt x="36114" y="32495"/>
                    </a:lnTo>
                    <a:lnTo>
                      <a:pt x="35989" y="32558"/>
                    </a:lnTo>
                    <a:lnTo>
                      <a:pt x="35947" y="32474"/>
                    </a:lnTo>
                    <a:lnTo>
                      <a:pt x="35905" y="32369"/>
                    </a:lnTo>
                    <a:lnTo>
                      <a:pt x="35675" y="32307"/>
                    </a:lnTo>
                    <a:lnTo>
                      <a:pt x="35528" y="32286"/>
                    </a:lnTo>
                    <a:lnTo>
                      <a:pt x="35361" y="32307"/>
                    </a:lnTo>
                    <a:lnTo>
                      <a:pt x="35528" y="32244"/>
                    </a:lnTo>
                    <a:lnTo>
                      <a:pt x="35654" y="32265"/>
                    </a:lnTo>
                    <a:lnTo>
                      <a:pt x="35779" y="32244"/>
                    </a:lnTo>
                    <a:lnTo>
                      <a:pt x="35863" y="32181"/>
                    </a:lnTo>
                    <a:lnTo>
                      <a:pt x="35989" y="32244"/>
                    </a:lnTo>
                    <a:lnTo>
                      <a:pt x="36093" y="32307"/>
                    </a:lnTo>
                    <a:lnTo>
                      <a:pt x="36219" y="32307"/>
                    </a:lnTo>
                    <a:lnTo>
                      <a:pt x="36386" y="32202"/>
                    </a:lnTo>
                    <a:lnTo>
                      <a:pt x="36470" y="32202"/>
                    </a:lnTo>
                    <a:lnTo>
                      <a:pt x="36575" y="32097"/>
                    </a:lnTo>
                    <a:lnTo>
                      <a:pt x="36700" y="32076"/>
                    </a:lnTo>
                    <a:lnTo>
                      <a:pt x="36784" y="31867"/>
                    </a:lnTo>
                    <a:lnTo>
                      <a:pt x="36721" y="31825"/>
                    </a:lnTo>
                    <a:lnTo>
                      <a:pt x="36805" y="31783"/>
                    </a:lnTo>
                    <a:lnTo>
                      <a:pt x="36742" y="31721"/>
                    </a:lnTo>
                    <a:lnTo>
                      <a:pt x="36616" y="31658"/>
                    </a:lnTo>
                    <a:lnTo>
                      <a:pt x="36533" y="31658"/>
                    </a:lnTo>
                    <a:lnTo>
                      <a:pt x="36575" y="31637"/>
                    </a:lnTo>
                    <a:lnTo>
                      <a:pt x="36575" y="31616"/>
                    </a:lnTo>
                    <a:lnTo>
                      <a:pt x="36742" y="31637"/>
                    </a:lnTo>
                    <a:lnTo>
                      <a:pt x="36742" y="31574"/>
                    </a:lnTo>
                    <a:lnTo>
                      <a:pt x="36512" y="31449"/>
                    </a:lnTo>
                    <a:lnTo>
                      <a:pt x="36303" y="31365"/>
                    </a:lnTo>
                    <a:lnTo>
                      <a:pt x="35905" y="31365"/>
                    </a:lnTo>
                    <a:lnTo>
                      <a:pt x="35800" y="31428"/>
                    </a:lnTo>
                    <a:lnTo>
                      <a:pt x="35675" y="31428"/>
                    </a:lnTo>
                    <a:lnTo>
                      <a:pt x="35319" y="31553"/>
                    </a:lnTo>
                    <a:lnTo>
                      <a:pt x="35026" y="31616"/>
                    </a:lnTo>
                    <a:lnTo>
                      <a:pt x="34859" y="31679"/>
                    </a:lnTo>
                    <a:lnTo>
                      <a:pt x="34712" y="31721"/>
                    </a:lnTo>
                    <a:lnTo>
                      <a:pt x="34440" y="31867"/>
                    </a:lnTo>
                    <a:lnTo>
                      <a:pt x="34064" y="32139"/>
                    </a:lnTo>
                    <a:lnTo>
                      <a:pt x="33771" y="32390"/>
                    </a:lnTo>
                    <a:lnTo>
                      <a:pt x="33666" y="32453"/>
                    </a:lnTo>
                    <a:lnTo>
                      <a:pt x="33541" y="32579"/>
                    </a:lnTo>
                    <a:lnTo>
                      <a:pt x="33373" y="32767"/>
                    </a:lnTo>
                    <a:lnTo>
                      <a:pt x="33185" y="32892"/>
                    </a:lnTo>
                    <a:lnTo>
                      <a:pt x="32934" y="33018"/>
                    </a:lnTo>
                    <a:lnTo>
                      <a:pt x="32641" y="33143"/>
                    </a:lnTo>
                    <a:lnTo>
                      <a:pt x="32515" y="33143"/>
                    </a:lnTo>
                    <a:lnTo>
                      <a:pt x="32704" y="33102"/>
                    </a:lnTo>
                    <a:lnTo>
                      <a:pt x="33018" y="32976"/>
                    </a:lnTo>
                    <a:lnTo>
                      <a:pt x="33038" y="32892"/>
                    </a:lnTo>
                    <a:lnTo>
                      <a:pt x="33290" y="32725"/>
                    </a:lnTo>
                    <a:lnTo>
                      <a:pt x="33373" y="32599"/>
                    </a:lnTo>
                    <a:lnTo>
                      <a:pt x="33436" y="32453"/>
                    </a:lnTo>
                    <a:lnTo>
                      <a:pt x="33541" y="32411"/>
                    </a:lnTo>
                    <a:lnTo>
                      <a:pt x="33666" y="32286"/>
                    </a:lnTo>
                    <a:lnTo>
                      <a:pt x="33813" y="32202"/>
                    </a:lnTo>
                    <a:lnTo>
                      <a:pt x="33875" y="31993"/>
                    </a:lnTo>
                    <a:lnTo>
                      <a:pt x="34106" y="31888"/>
                    </a:lnTo>
                    <a:lnTo>
                      <a:pt x="34231" y="31679"/>
                    </a:lnTo>
                    <a:lnTo>
                      <a:pt x="34294" y="31658"/>
                    </a:lnTo>
                    <a:lnTo>
                      <a:pt x="34315" y="31595"/>
                    </a:lnTo>
                    <a:lnTo>
                      <a:pt x="34440" y="31532"/>
                    </a:lnTo>
                    <a:lnTo>
                      <a:pt x="34545" y="31491"/>
                    </a:lnTo>
                    <a:lnTo>
                      <a:pt x="34608" y="31386"/>
                    </a:lnTo>
                    <a:lnTo>
                      <a:pt x="34712" y="31344"/>
                    </a:lnTo>
                    <a:lnTo>
                      <a:pt x="34754" y="31386"/>
                    </a:lnTo>
                    <a:lnTo>
                      <a:pt x="34838" y="31365"/>
                    </a:lnTo>
                    <a:lnTo>
                      <a:pt x="34922" y="31239"/>
                    </a:lnTo>
                    <a:lnTo>
                      <a:pt x="35131" y="31239"/>
                    </a:lnTo>
                    <a:lnTo>
                      <a:pt x="35235" y="31177"/>
                    </a:lnTo>
                    <a:lnTo>
                      <a:pt x="35424" y="31177"/>
                    </a:lnTo>
                    <a:lnTo>
                      <a:pt x="35487" y="31072"/>
                    </a:lnTo>
                    <a:lnTo>
                      <a:pt x="35528" y="30946"/>
                    </a:lnTo>
                    <a:lnTo>
                      <a:pt x="35570" y="30905"/>
                    </a:lnTo>
                    <a:lnTo>
                      <a:pt x="35570" y="30821"/>
                    </a:lnTo>
                    <a:lnTo>
                      <a:pt x="35696" y="30758"/>
                    </a:lnTo>
                    <a:lnTo>
                      <a:pt x="35905" y="30591"/>
                    </a:lnTo>
                    <a:lnTo>
                      <a:pt x="36010" y="30549"/>
                    </a:lnTo>
                    <a:lnTo>
                      <a:pt x="36072" y="30507"/>
                    </a:lnTo>
                    <a:lnTo>
                      <a:pt x="36010" y="30444"/>
                    </a:lnTo>
                    <a:lnTo>
                      <a:pt x="36072" y="30382"/>
                    </a:lnTo>
                    <a:lnTo>
                      <a:pt x="36156" y="30319"/>
                    </a:lnTo>
                    <a:lnTo>
                      <a:pt x="36261" y="30423"/>
                    </a:lnTo>
                    <a:lnTo>
                      <a:pt x="36386" y="30486"/>
                    </a:lnTo>
                    <a:lnTo>
                      <a:pt x="36616" y="30444"/>
                    </a:lnTo>
                    <a:lnTo>
                      <a:pt x="36805" y="30528"/>
                    </a:lnTo>
                    <a:lnTo>
                      <a:pt x="36888" y="30528"/>
                    </a:lnTo>
                    <a:lnTo>
                      <a:pt x="36951" y="30549"/>
                    </a:lnTo>
                    <a:lnTo>
                      <a:pt x="37098" y="30486"/>
                    </a:lnTo>
                    <a:lnTo>
                      <a:pt x="37160" y="30549"/>
                    </a:lnTo>
                    <a:lnTo>
                      <a:pt x="37265" y="30549"/>
                    </a:lnTo>
                    <a:lnTo>
                      <a:pt x="37349" y="30507"/>
                    </a:lnTo>
                    <a:lnTo>
                      <a:pt x="37474" y="30591"/>
                    </a:lnTo>
                    <a:lnTo>
                      <a:pt x="37663" y="30612"/>
                    </a:lnTo>
                    <a:lnTo>
                      <a:pt x="37746" y="30570"/>
                    </a:lnTo>
                    <a:lnTo>
                      <a:pt x="37788" y="30570"/>
                    </a:lnTo>
                    <a:lnTo>
                      <a:pt x="37893" y="30633"/>
                    </a:lnTo>
                    <a:lnTo>
                      <a:pt x="38039" y="30674"/>
                    </a:lnTo>
                    <a:lnTo>
                      <a:pt x="38081" y="30633"/>
                    </a:lnTo>
                    <a:lnTo>
                      <a:pt x="38248" y="30716"/>
                    </a:lnTo>
                    <a:lnTo>
                      <a:pt x="38311" y="30716"/>
                    </a:lnTo>
                    <a:lnTo>
                      <a:pt x="38416" y="30674"/>
                    </a:lnTo>
                    <a:lnTo>
                      <a:pt x="38500" y="30695"/>
                    </a:lnTo>
                    <a:lnTo>
                      <a:pt x="38479" y="30737"/>
                    </a:lnTo>
                    <a:lnTo>
                      <a:pt x="38583" y="30779"/>
                    </a:lnTo>
                    <a:lnTo>
                      <a:pt x="38834" y="30695"/>
                    </a:lnTo>
                    <a:lnTo>
                      <a:pt x="38897" y="30695"/>
                    </a:lnTo>
                    <a:lnTo>
                      <a:pt x="39023" y="30633"/>
                    </a:lnTo>
                    <a:lnTo>
                      <a:pt x="39085" y="30674"/>
                    </a:lnTo>
                    <a:lnTo>
                      <a:pt x="39253" y="30674"/>
                    </a:lnTo>
                    <a:lnTo>
                      <a:pt x="39336" y="30716"/>
                    </a:lnTo>
                    <a:lnTo>
                      <a:pt x="39441" y="30674"/>
                    </a:lnTo>
                    <a:lnTo>
                      <a:pt x="39462" y="30591"/>
                    </a:lnTo>
                    <a:lnTo>
                      <a:pt x="39608" y="30591"/>
                    </a:lnTo>
                    <a:lnTo>
                      <a:pt x="39671" y="30528"/>
                    </a:lnTo>
                    <a:lnTo>
                      <a:pt x="39734" y="30570"/>
                    </a:lnTo>
                    <a:lnTo>
                      <a:pt x="39818" y="30465"/>
                    </a:lnTo>
                    <a:lnTo>
                      <a:pt x="39922" y="30402"/>
                    </a:lnTo>
                    <a:lnTo>
                      <a:pt x="39943" y="30361"/>
                    </a:lnTo>
                    <a:lnTo>
                      <a:pt x="40048" y="30382"/>
                    </a:lnTo>
                    <a:lnTo>
                      <a:pt x="40132" y="30214"/>
                    </a:lnTo>
                    <a:lnTo>
                      <a:pt x="40132" y="30110"/>
                    </a:lnTo>
                    <a:lnTo>
                      <a:pt x="40194" y="30110"/>
                    </a:lnTo>
                    <a:lnTo>
                      <a:pt x="40278" y="30047"/>
                    </a:lnTo>
                    <a:lnTo>
                      <a:pt x="40299" y="29963"/>
                    </a:lnTo>
                    <a:lnTo>
                      <a:pt x="40257" y="29942"/>
                    </a:lnTo>
                    <a:lnTo>
                      <a:pt x="40278" y="29879"/>
                    </a:lnTo>
                    <a:lnTo>
                      <a:pt x="40383" y="29879"/>
                    </a:lnTo>
                    <a:lnTo>
                      <a:pt x="40487" y="29858"/>
                    </a:lnTo>
                    <a:lnTo>
                      <a:pt x="40487" y="29775"/>
                    </a:lnTo>
                    <a:lnTo>
                      <a:pt x="40508" y="29754"/>
                    </a:lnTo>
                    <a:lnTo>
                      <a:pt x="40571" y="29838"/>
                    </a:lnTo>
                    <a:lnTo>
                      <a:pt x="40696" y="29858"/>
                    </a:lnTo>
                    <a:lnTo>
                      <a:pt x="40801" y="29775"/>
                    </a:lnTo>
                    <a:lnTo>
                      <a:pt x="40822" y="29838"/>
                    </a:lnTo>
                    <a:lnTo>
                      <a:pt x="40906" y="29838"/>
                    </a:lnTo>
                    <a:lnTo>
                      <a:pt x="40989" y="29775"/>
                    </a:lnTo>
                    <a:lnTo>
                      <a:pt x="41031" y="29838"/>
                    </a:lnTo>
                    <a:lnTo>
                      <a:pt x="41136" y="29796"/>
                    </a:lnTo>
                    <a:lnTo>
                      <a:pt x="41178" y="29754"/>
                    </a:lnTo>
                    <a:lnTo>
                      <a:pt x="41241" y="29754"/>
                    </a:lnTo>
                    <a:lnTo>
                      <a:pt x="41324" y="29649"/>
                    </a:lnTo>
                    <a:lnTo>
                      <a:pt x="41387" y="29649"/>
                    </a:lnTo>
                    <a:lnTo>
                      <a:pt x="41492" y="29545"/>
                    </a:lnTo>
                    <a:lnTo>
                      <a:pt x="41617" y="29545"/>
                    </a:lnTo>
                    <a:lnTo>
                      <a:pt x="41764" y="29440"/>
                    </a:lnTo>
                    <a:lnTo>
                      <a:pt x="41826" y="29356"/>
                    </a:lnTo>
                    <a:lnTo>
                      <a:pt x="41910" y="29356"/>
                    </a:lnTo>
                    <a:lnTo>
                      <a:pt x="41931" y="29252"/>
                    </a:lnTo>
                    <a:lnTo>
                      <a:pt x="41973" y="29147"/>
                    </a:lnTo>
                    <a:lnTo>
                      <a:pt x="41910" y="29126"/>
                    </a:lnTo>
                    <a:lnTo>
                      <a:pt x="41805" y="29147"/>
                    </a:lnTo>
                    <a:lnTo>
                      <a:pt x="41722" y="29105"/>
                    </a:lnTo>
                    <a:lnTo>
                      <a:pt x="41764" y="29105"/>
                    </a:lnTo>
                    <a:lnTo>
                      <a:pt x="41868" y="29126"/>
                    </a:lnTo>
                    <a:lnTo>
                      <a:pt x="41952" y="29105"/>
                    </a:lnTo>
                    <a:lnTo>
                      <a:pt x="41868" y="29001"/>
                    </a:lnTo>
                    <a:lnTo>
                      <a:pt x="41764" y="29001"/>
                    </a:lnTo>
                    <a:lnTo>
                      <a:pt x="41617" y="28917"/>
                    </a:lnTo>
                    <a:lnTo>
                      <a:pt x="41554" y="28812"/>
                    </a:lnTo>
                    <a:lnTo>
                      <a:pt x="41554" y="28812"/>
                    </a:lnTo>
                    <a:lnTo>
                      <a:pt x="41701" y="28896"/>
                    </a:lnTo>
                    <a:lnTo>
                      <a:pt x="41805" y="28833"/>
                    </a:lnTo>
                    <a:lnTo>
                      <a:pt x="41826" y="28729"/>
                    </a:lnTo>
                    <a:lnTo>
                      <a:pt x="41910" y="28708"/>
                    </a:lnTo>
                    <a:lnTo>
                      <a:pt x="41952" y="28603"/>
                    </a:lnTo>
                    <a:lnTo>
                      <a:pt x="41764" y="28540"/>
                    </a:lnTo>
                    <a:lnTo>
                      <a:pt x="41847" y="28478"/>
                    </a:lnTo>
                    <a:lnTo>
                      <a:pt x="41931" y="28498"/>
                    </a:lnTo>
                    <a:lnTo>
                      <a:pt x="42015" y="28415"/>
                    </a:lnTo>
                    <a:lnTo>
                      <a:pt x="41973" y="28331"/>
                    </a:lnTo>
                    <a:lnTo>
                      <a:pt x="41826" y="28268"/>
                    </a:lnTo>
                    <a:lnTo>
                      <a:pt x="41805" y="28164"/>
                    </a:lnTo>
                    <a:lnTo>
                      <a:pt x="41847" y="28122"/>
                    </a:lnTo>
                    <a:lnTo>
                      <a:pt x="41952" y="28185"/>
                    </a:lnTo>
                    <a:lnTo>
                      <a:pt x="41931" y="28101"/>
                    </a:lnTo>
                    <a:lnTo>
                      <a:pt x="41764" y="28017"/>
                    </a:lnTo>
                    <a:lnTo>
                      <a:pt x="41617" y="28017"/>
                    </a:lnTo>
                    <a:lnTo>
                      <a:pt x="41638" y="27954"/>
                    </a:lnTo>
                    <a:lnTo>
                      <a:pt x="41701" y="27913"/>
                    </a:lnTo>
                    <a:lnTo>
                      <a:pt x="41659" y="27871"/>
                    </a:lnTo>
                    <a:lnTo>
                      <a:pt x="41533" y="27871"/>
                    </a:lnTo>
                    <a:lnTo>
                      <a:pt x="41387" y="27954"/>
                    </a:lnTo>
                    <a:lnTo>
                      <a:pt x="41345" y="28059"/>
                    </a:lnTo>
                    <a:lnTo>
                      <a:pt x="41303" y="28101"/>
                    </a:lnTo>
                    <a:lnTo>
                      <a:pt x="41241" y="27996"/>
                    </a:lnTo>
                    <a:lnTo>
                      <a:pt x="41094" y="27996"/>
                    </a:lnTo>
                    <a:lnTo>
                      <a:pt x="41157" y="27913"/>
                    </a:lnTo>
                    <a:lnTo>
                      <a:pt x="41220" y="27913"/>
                    </a:lnTo>
                    <a:lnTo>
                      <a:pt x="41345" y="27808"/>
                    </a:lnTo>
                    <a:lnTo>
                      <a:pt x="41387" y="27703"/>
                    </a:lnTo>
                    <a:lnTo>
                      <a:pt x="41303" y="27536"/>
                    </a:lnTo>
                    <a:lnTo>
                      <a:pt x="41115" y="27473"/>
                    </a:lnTo>
                    <a:lnTo>
                      <a:pt x="40885" y="27494"/>
                    </a:lnTo>
                    <a:lnTo>
                      <a:pt x="40801" y="27536"/>
                    </a:lnTo>
                    <a:lnTo>
                      <a:pt x="40822" y="27557"/>
                    </a:lnTo>
                    <a:lnTo>
                      <a:pt x="40969" y="27557"/>
                    </a:lnTo>
                    <a:lnTo>
                      <a:pt x="41010" y="27578"/>
                    </a:lnTo>
                    <a:lnTo>
                      <a:pt x="40885" y="27578"/>
                    </a:lnTo>
                    <a:lnTo>
                      <a:pt x="40717" y="27557"/>
                    </a:lnTo>
                    <a:lnTo>
                      <a:pt x="40550" y="27641"/>
                    </a:lnTo>
                    <a:lnTo>
                      <a:pt x="40404" y="27661"/>
                    </a:lnTo>
                    <a:lnTo>
                      <a:pt x="40299" y="27787"/>
                    </a:lnTo>
                    <a:lnTo>
                      <a:pt x="40257" y="27892"/>
                    </a:lnTo>
                    <a:lnTo>
                      <a:pt x="40173" y="27892"/>
                    </a:lnTo>
                    <a:lnTo>
                      <a:pt x="40048" y="27996"/>
                    </a:lnTo>
                    <a:lnTo>
                      <a:pt x="39860" y="27996"/>
                    </a:lnTo>
                    <a:lnTo>
                      <a:pt x="39755" y="28205"/>
                    </a:lnTo>
                    <a:lnTo>
                      <a:pt x="39671" y="28205"/>
                    </a:lnTo>
                    <a:lnTo>
                      <a:pt x="39629" y="28268"/>
                    </a:lnTo>
                    <a:lnTo>
                      <a:pt x="39567" y="28268"/>
                    </a:lnTo>
                    <a:lnTo>
                      <a:pt x="39525" y="28185"/>
                    </a:lnTo>
                    <a:lnTo>
                      <a:pt x="39608" y="28101"/>
                    </a:lnTo>
                    <a:lnTo>
                      <a:pt x="39671" y="28122"/>
                    </a:lnTo>
                    <a:lnTo>
                      <a:pt x="39713" y="28059"/>
                    </a:lnTo>
                    <a:lnTo>
                      <a:pt x="39462" y="27871"/>
                    </a:lnTo>
                    <a:lnTo>
                      <a:pt x="39441" y="27808"/>
                    </a:lnTo>
                    <a:lnTo>
                      <a:pt x="39357" y="27787"/>
                    </a:lnTo>
                    <a:lnTo>
                      <a:pt x="39399" y="27745"/>
                    </a:lnTo>
                    <a:lnTo>
                      <a:pt x="39399" y="27641"/>
                    </a:lnTo>
                    <a:lnTo>
                      <a:pt x="39525" y="27850"/>
                    </a:lnTo>
                    <a:lnTo>
                      <a:pt x="39734" y="27975"/>
                    </a:lnTo>
                    <a:lnTo>
                      <a:pt x="39776" y="27913"/>
                    </a:lnTo>
                    <a:lnTo>
                      <a:pt x="39818" y="27808"/>
                    </a:lnTo>
                    <a:lnTo>
                      <a:pt x="39943" y="27808"/>
                    </a:lnTo>
                    <a:lnTo>
                      <a:pt x="40027" y="27745"/>
                    </a:lnTo>
                    <a:lnTo>
                      <a:pt x="40194" y="27641"/>
                    </a:lnTo>
                    <a:lnTo>
                      <a:pt x="40404" y="27578"/>
                    </a:lnTo>
                    <a:lnTo>
                      <a:pt x="40613" y="27557"/>
                    </a:lnTo>
                    <a:lnTo>
                      <a:pt x="40592" y="27494"/>
                    </a:lnTo>
                    <a:lnTo>
                      <a:pt x="40508" y="27473"/>
                    </a:lnTo>
                    <a:lnTo>
                      <a:pt x="40613" y="27473"/>
                    </a:lnTo>
                    <a:lnTo>
                      <a:pt x="40717" y="27369"/>
                    </a:lnTo>
                    <a:lnTo>
                      <a:pt x="40906" y="27285"/>
                    </a:lnTo>
                    <a:lnTo>
                      <a:pt x="40969" y="27348"/>
                    </a:lnTo>
                    <a:lnTo>
                      <a:pt x="41199" y="27285"/>
                    </a:lnTo>
                    <a:lnTo>
                      <a:pt x="41199" y="27243"/>
                    </a:lnTo>
                    <a:lnTo>
                      <a:pt x="41387" y="27222"/>
                    </a:lnTo>
                    <a:lnTo>
                      <a:pt x="41282" y="27117"/>
                    </a:lnTo>
                    <a:lnTo>
                      <a:pt x="41010" y="27034"/>
                    </a:lnTo>
                    <a:lnTo>
                      <a:pt x="41073" y="26971"/>
                    </a:lnTo>
                    <a:lnTo>
                      <a:pt x="41136" y="26971"/>
                    </a:lnTo>
                    <a:lnTo>
                      <a:pt x="41199" y="26866"/>
                    </a:lnTo>
                    <a:lnTo>
                      <a:pt x="41115" y="26845"/>
                    </a:lnTo>
                    <a:lnTo>
                      <a:pt x="40969" y="26908"/>
                    </a:lnTo>
                    <a:lnTo>
                      <a:pt x="40885" y="27013"/>
                    </a:lnTo>
                    <a:lnTo>
                      <a:pt x="40759" y="26929"/>
                    </a:lnTo>
                    <a:lnTo>
                      <a:pt x="40613" y="26950"/>
                    </a:lnTo>
                    <a:lnTo>
                      <a:pt x="40592" y="26866"/>
                    </a:lnTo>
                    <a:lnTo>
                      <a:pt x="40676" y="26845"/>
                    </a:lnTo>
                    <a:lnTo>
                      <a:pt x="40676" y="26657"/>
                    </a:lnTo>
                    <a:lnTo>
                      <a:pt x="40696" y="26615"/>
                    </a:lnTo>
                    <a:lnTo>
                      <a:pt x="40550" y="26720"/>
                    </a:lnTo>
                    <a:lnTo>
                      <a:pt x="40550" y="26657"/>
                    </a:lnTo>
                    <a:lnTo>
                      <a:pt x="40592" y="26615"/>
                    </a:lnTo>
                    <a:lnTo>
                      <a:pt x="40550" y="26594"/>
                    </a:lnTo>
                    <a:lnTo>
                      <a:pt x="40341" y="26762"/>
                    </a:lnTo>
                    <a:lnTo>
                      <a:pt x="40257" y="26845"/>
                    </a:lnTo>
                    <a:lnTo>
                      <a:pt x="40194" y="26845"/>
                    </a:lnTo>
                    <a:lnTo>
                      <a:pt x="40278" y="26762"/>
                    </a:lnTo>
                    <a:lnTo>
                      <a:pt x="40445" y="26636"/>
                    </a:lnTo>
                    <a:lnTo>
                      <a:pt x="40383" y="26594"/>
                    </a:lnTo>
                    <a:lnTo>
                      <a:pt x="40236" y="26657"/>
                    </a:lnTo>
                    <a:lnTo>
                      <a:pt x="40194" y="26636"/>
                    </a:lnTo>
                    <a:lnTo>
                      <a:pt x="40257" y="26594"/>
                    </a:lnTo>
                    <a:lnTo>
                      <a:pt x="40341" y="26532"/>
                    </a:lnTo>
                    <a:lnTo>
                      <a:pt x="40341" y="26490"/>
                    </a:lnTo>
                    <a:lnTo>
                      <a:pt x="40194" y="26511"/>
                    </a:lnTo>
                    <a:lnTo>
                      <a:pt x="40090" y="26615"/>
                    </a:lnTo>
                    <a:lnTo>
                      <a:pt x="39985" y="26741"/>
                    </a:lnTo>
                    <a:lnTo>
                      <a:pt x="39943" y="26720"/>
                    </a:lnTo>
                    <a:lnTo>
                      <a:pt x="39985" y="26615"/>
                    </a:lnTo>
                    <a:lnTo>
                      <a:pt x="40090" y="26532"/>
                    </a:lnTo>
                    <a:lnTo>
                      <a:pt x="40090" y="26490"/>
                    </a:lnTo>
                    <a:lnTo>
                      <a:pt x="40027" y="26490"/>
                    </a:lnTo>
                    <a:lnTo>
                      <a:pt x="39818" y="26699"/>
                    </a:lnTo>
                    <a:lnTo>
                      <a:pt x="39713" y="26720"/>
                    </a:lnTo>
                    <a:lnTo>
                      <a:pt x="39608" y="26636"/>
                    </a:lnTo>
                    <a:lnTo>
                      <a:pt x="39734" y="26657"/>
                    </a:lnTo>
                    <a:lnTo>
                      <a:pt x="39839" y="26594"/>
                    </a:lnTo>
                    <a:lnTo>
                      <a:pt x="40027" y="26343"/>
                    </a:lnTo>
                    <a:lnTo>
                      <a:pt x="40152" y="26281"/>
                    </a:lnTo>
                    <a:lnTo>
                      <a:pt x="40069" y="26197"/>
                    </a:lnTo>
                    <a:lnTo>
                      <a:pt x="40090" y="26092"/>
                    </a:lnTo>
                    <a:lnTo>
                      <a:pt x="40069" y="26071"/>
                    </a:lnTo>
                    <a:lnTo>
                      <a:pt x="39964" y="26218"/>
                    </a:lnTo>
                    <a:lnTo>
                      <a:pt x="39922" y="26218"/>
                    </a:lnTo>
                    <a:lnTo>
                      <a:pt x="39922" y="26176"/>
                    </a:lnTo>
                    <a:lnTo>
                      <a:pt x="39964" y="26092"/>
                    </a:lnTo>
                    <a:lnTo>
                      <a:pt x="39964" y="25925"/>
                    </a:lnTo>
                    <a:lnTo>
                      <a:pt x="39880" y="25904"/>
                    </a:lnTo>
                    <a:lnTo>
                      <a:pt x="39860" y="25883"/>
                    </a:lnTo>
                    <a:lnTo>
                      <a:pt x="39755" y="25967"/>
                    </a:lnTo>
                    <a:lnTo>
                      <a:pt x="39734" y="25904"/>
                    </a:lnTo>
                    <a:lnTo>
                      <a:pt x="39755" y="25820"/>
                    </a:lnTo>
                    <a:lnTo>
                      <a:pt x="39734" y="25799"/>
                    </a:lnTo>
                    <a:lnTo>
                      <a:pt x="39650" y="25799"/>
                    </a:lnTo>
                    <a:lnTo>
                      <a:pt x="39713" y="25757"/>
                    </a:lnTo>
                    <a:lnTo>
                      <a:pt x="39650" y="25695"/>
                    </a:lnTo>
                    <a:lnTo>
                      <a:pt x="39650" y="25611"/>
                    </a:lnTo>
                    <a:lnTo>
                      <a:pt x="39608" y="25611"/>
                    </a:lnTo>
                    <a:lnTo>
                      <a:pt x="39441" y="25653"/>
                    </a:lnTo>
                    <a:lnTo>
                      <a:pt x="39441" y="25695"/>
                    </a:lnTo>
                    <a:lnTo>
                      <a:pt x="39357" y="25716"/>
                    </a:lnTo>
                    <a:lnTo>
                      <a:pt x="39148" y="25674"/>
                    </a:lnTo>
                    <a:lnTo>
                      <a:pt x="39316" y="25674"/>
                    </a:lnTo>
                    <a:lnTo>
                      <a:pt x="39357" y="25590"/>
                    </a:lnTo>
                    <a:lnTo>
                      <a:pt x="39504" y="25569"/>
                    </a:lnTo>
                    <a:lnTo>
                      <a:pt x="39525" y="25506"/>
                    </a:lnTo>
                    <a:lnTo>
                      <a:pt x="39462" y="25444"/>
                    </a:lnTo>
                    <a:lnTo>
                      <a:pt x="39357" y="25339"/>
                    </a:lnTo>
                    <a:lnTo>
                      <a:pt x="39357" y="25234"/>
                    </a:lnTo>
                    <a:lnTo>
                      <a:pt x="39211" y="25151"/>
                    </a:lnTo>
                    <a:lnTo>
                      <a:pt x="39357" y="25151"/>
                    </a:lnTo>
                    <a:lnTo>
                      <a:pt x="39525" y="25234"/>
                    </a:lnTo>
                    <a:lnTo>
                      <a:pt x="39650" y="25234"/>
                    </a:lnTo>
                    <a:lnTo>
                      <a:pt x="39650" y="25151"/>
                    </a:lnTo>
                    <a:lnTo>
                      <a:pt x="39546" y="25088"/>
                    </a:lnTo>
                    <a:lnTo>
                      <a:pt x="39567" y="25046"/>
                    </a:lnTo>
                    <a:lnTo>
                      <a:pt x="39650" y="25067"/>
                    </a:lnTo>
                    <a:lnTo>
                      <a:pt x="39776" y="24962"/>
                    </a:lnTo>
                    <a:lnTo>
                      <a:pt x="39860" y="24920"/>
                    </a:lnTo>
                    <a:lnTo>
                      <a:pt x="39880" y="24816"/>
                    </a:lnTo>
                    <a:lnTo>
                      <a:pt x="39776" y="24711"/>
                    </a:lnTo>
                    <a:lnTo>
                      <a:pt x="39713" y="24732"/>
                    </a:lnTo>
                    <a:lnTo>
                      <a:pt x="39608" y="24711"/>
                    </a:lnTo>
                    <a:lnTo>
                      <a:pt x="39671" y="24648"/>
                    </a:lnTo>
                    <a:lnTo>
                      <a:pt x="39713" y="24565"/>
                    </a:lnTo>
                    <a:lnTo>
                      <a:pt x="39650" y="24523"/>
                    </a:lnTo>
                    <a:lnTo>
                      <a:pt x="39525" y="24523"/>
                    </a:lnTo>
                    <a:lnTo>
                      <a:pt x="39462" y="24502"/>
                    </a:lnTo>
                    <a:lnTo>
                      <a:pt x="39399" y="24523"/>
                    </a:lnTo>
                    <a:lnTo>
                      <a:pt x="39316" y="24439"/>
                    </a:lnTo>
                    <a:lnTo>
                      <a:pt x="39420" y="24439"/>
                    </a:lnTo>
                    <a:lnTo>
                      <a:pt x="39462" y="24397"/>
                    </a:lnTo>
                    <a:lnTo>
                      <a:pt x="39546" y="24418"/>
                    </a:lnTo>
                    <a:lnTo>
                      <a:pt x="39650" y="24314"/>
                    </a:lnTo>
                    <a:lnTo>
                      <a:pt x="39608" y="24125"/>
                    </a:lnTo>
                    <a:lnTo>
                      <a:pt x="39504" y="24021"/>
                    </a:lnTo>
                    <a:lnTo>
                      <a:pt x="39441" y="24104"/>
                    </a:lnTo>
                    <a:lnTo>
                      <a:pt x="39336" y="24084"/>
                    </a:lnTo>
                    <a:lnTo>
                      <a:pt x="39253" y="24146"/>
                    </a:lnTo>
                    <a:lnTo>
                      <a:pt x="39295" y="24042"/>
                    </a:lnTo>
                    <a:lnTo>
                      <a:pt x="39420" y="23979"/>
                    </a:lnTo>
                    <a:lnTo>
                      <a:pt x="39504" y="23979"/>
                    </a:lnTo>
                    <a:lnTo>
                      <a:pt x="39504" y="23874"/>
                    </a:lnTo>
                    <a:lnTo>
                      <a:pt x="39399" y="23832"/>
                    </a:lnTo>
                    <a:lnTo>
                      <a:pt x="39316" y="23874"/>
                    </a:lnTo>
                    <a:lnTo>
                      <a:pt x="39190" y="23874"/>
                    </a:lnTo>
                    <a:lnTo>
                      <a:pt x="39002" y="23937"/>
                    </a:lnTo>
                    <a:lnTo>
                      <a:pt x="39002" y="23937"/>
                    </a:lnTo>
                    <a:lnTo>
                      <a:pt x="39148" y="23728"/>
                    </a:lnTo>
                    <a:lnTo>
                      <a:pt x="39253" y="23728"/>
                    </a:lnTo>
                    <a:lnTo>
                      <a:pt x="39357" y="23686"/>
                    </a:lnTo>
                    <a:lnTo>
                      <a:pt x="39357" y="23623"/>
                    </a:lnTo>
                    <a:lnTo>
                      <a:pt x="39441" y="23560"/>
                    </a:lnTo>
                    <a:lnTo>
                      <a:pt x="39420" y="23519"/>
                    </a:lnTo>
                    <a:lnTo>
                      <a:pt x="39295" y="23581"/>
                    </a:lnTo>
                    <a:lnTo>
                      <a:pt x="39106" y="23581"/>
                    </a:lnTo>
                    <a:lnTo>
                      <a:pt x="38939" y="23665"/>
                    </a:lnTo>
                    <a:lnTo>
                      <a:pt x="38939" y="23665"/>
                    </a:lnTo>
                    <a:lnTo>
                      <a:pt x="39002" y="23581"/>
                    </a:lnTo>
                    <a:lnTo>
                      <a:pt x="38981" y="23498"/>
                    </a:lnTo>
                    <a:lnTo>
                      <a:pt x="39023" y="23414"/>
                    </a:lnTo>
                    <a:lnTo>
                      <a:pt x="39106" y="23477"/>
                    </a:lnTo>
                    <a:lnTo>
                      <a:pt x="39295" y="23477"/>
                    </a:lnTo>
                    <a:lnTo>
                      <a:pt x="39399" y="23351"/>
                    </a:lnTo>
                    <a:lnTo>
                      <a:pt x="39399" y="23205"/>
                    </a:lnTo>
                    <a:lnTo>
                      <a:pt x="39295" y="23268"/>
                    </a:lnTo>
                    <a:lnTo>
                      <a:pt x="39211" y="23247"/>
                    </a:lnTo>
                    <a:lnTo>
                      <a:pt x="39316" y="23142"/>
                    </a:lnTo>
                    <a:lnTo>
                      <a:pt x="39336" y="23037"/>
                    </a:lnTo>
                    <a:lnTo>
                      <a:pt x="39253" y="22996"/>
                    </a:lnTo>
                    <a:lnTo>
                      <a:pt x="39002" y="23079"/>
                    </a:lnTo>
                    <a:lnTo>
                      <a:pt x="38918" y="23037"/>
                    </a:lnTo>
                    <a:lnTo>
                      <a:pt x="38981" y="22954"/>
                    </a:lnTo>
                    <a:lnTo>
                      <a:pt x="39106" y="22975"/>
                    </a:lnTo>
                    <a:lnTo>
                      <a:pt x="39211" y="22954"/>
                    </a:lnTo>
                    <a:lnTo>
                      <a:pt x="39295" y="22828"/>
                    </a:lnTo>
                    <a:lnTo>
                      <a:pt x="39211" y="22765"/>
                    </a:lnTo>
                    <a:lnTo>
                      <a:pt x="39211" y="22682"/>
                    </a:lnTo>
                    <a:lnTo>
                      <a:pt x="39127" y="22765"/>
                    </a:lnTo>
                    <a:lnTo>
                      <a:pt x="39085" y="22765"/>
                    </a:lnTo>
                    <a:lnTo>
                      <a:pt x="39044" y="22682"/>
                    </a:lnTo>
                    <a:lnTo>
                      <a:pt x="38981" y="22619"/>
                    </a:lnTo>
                    <a:lnTo>
                      <a:pt x="39044" y="22577"/>
                    </a:lnTo>
                    <a:lnTo>
                      <a:pt x="39106" y="22640"/>
                    </a:lnTo>
                    <a:lnTo>
                      <a:pt x="39148" y="22577"/>
                    </a:lnTo>
                    <a:lnTo>
                      <a:pt x="39148" y="22452"/>
                    </a:lnTo>
                    <a:lnTo>
                      <a:pt x="39044" y="22347"/>
                    </a:lnTo>
                    <a:lnTo>
                      <a:pt x="39023" y="22242"/>
                    </a:lnTo>
                    <a:lnTo>
                      <a:pt x="39106" y="22200"/>
                    </a:lnTo>
                    <a:lnTo>
                      <a:pt x="39106" y="22096"/>
                    </a:lnTo>
                    <a:lnTo>
                      <a:pt x="39023" y="22096"/>
                    </a:lnTo>
                    <a:lnTo>
                      <a:pt x="39044" y="22033"/>
                    </a:lnTo>
                    <a:lnTo>
                      <a:pt x="39085" y="21928"/>
                    </a:lnTo>
                    <a:lnTo>
                      <a:pt x="39002" y="21928"/>
                    </a:lnTo>
                    <a:lnTo>
                      <a:pt x="38918" y="21907"/>
                    </a:lnTo>
                    <a:lnTo>
                      <a:pt x="38918" y="21887"/>
                    </a:lnTo>
                    <a:lnTo>
                      <a:pt x="38981" y="21887"/>
                    </a:lnTo>
                    <a:lnTo>
                      <a:pt x="39044" y="21803"/>
                    </a:lnTo>
                    <a:lnTo>
                      <a:pt x="38981" y="21740"/>
                    </a:lnTo>
                    <a:lnTo>
                      <a:pt x="38981" y="21677"/>
                    </a:lnTo>
                    <a:lnTo>
                      <a:pt x="39044" y="21615"/>
                    </a:lnTo>
                    <a:lnTo>
                      <a:pt x="39023" y="21573"/>
                    </a:lnTo>
                    <a:lnTo>
                      <a:pt x="38918" y="21615"/>
                    </a:lnTo>
                    <a:lnTo>
                      <a:pt x="38918" y="21615"/>
                    </a:lnTo>
                    <a:lnTo>
                      <a:pt x="39023" y="21531"/>
                    </a:lnTo>
                    <a:lnTo>
                      <a:pt x="38981" y="21489"/>
                    </a:lnTo>
                    <a:lnTo>
                      <a:pt x="38876" y="21510"/>
                    </a:lnTo>
                    <a:lnTo>
                      <a:pt x="38772" y="21635"/>
                    </a:lnTo>
                    <a:lnTo>
                      <a:pt x="38792" y="21719"/>
                    </a:lnTo>
                    <a:lnTo>
                      <a:pt x="38730" y="21824"/>
                    </a:lnTo>
                    <a:lnTo>
                      <a:pt x="38604" y="21949"/>
                    </a:lnTo>
                    <a:lnTo>
                      <a:pt x="38604" y="22033"/>
                    </a:lnTo>
                    <a:lnTo>
                      <a:pt x="38520" y="22096"/>
                    </a:lnTo>
                    <a:lnTo>
                      <a:pt x="38520" y="22200"/>
                    </a:lnTo>
                    <a:lnTo>
                      <a:pt x="38458" y="22117"/>
                    </a:lnTo>
                    <a:lnTo>
                      <a:pt x="38395" y="22138"/>
                    </a:lnTo>
                    <a:lnTo>
                      <a:pt x="38311" y="22326"/>
                    </a:lnTo>
                    <a:lnTo>
                      <a:pt x="38311" y="22410"/>
                    </a:lnTo>
                    <a:lnTo>
                      <a:pt x="38416" y="22410"/>
                    </a:lnTo>
                    <a:lnTo>
                      <a:pt x="38479" y="22472"/>
                    </a:lnTo>
                    <a:lnTo>
                      <a:pt x="38479" y="22556"/>
                    </a:lnTo>
                    <a:lnTo>
                      <a:pt x="38374" y="22452"/>
                    </a:lnTo>
                    <a:lnTo>
                      <a:pt x="38311" y="22452"/>
                    </a:lnTo>
                    <a:lnTo>
                      <a:pt x="38290" y="22535"/>
                    </a:lnTo>
                    <a:lnTo>
                      <a:pt x="38207" y="22640"/>
                    </a:lnTo>
                    <a:lnTo>
                      <a:pt x="38144" y="22682"/>
                    </a:lnTo>
                    <a:lnTo>
                      <a:pt x="38102" y="22849"/>
                    </a:lnTo>
                    <a:lnTo>
                      <a:pt x="37997" y="22870"/>
                    </a:lnTo>
                    <a:lnTo>
                      <a:pt x="37935" y="22975"/>
                    </a:lnTo>
                    <a:lnTo>
                      <a:pt x="37935" y="23037"/>
                    </a:lnTo>
                    <a:lnTo>
                      <a:pt x="37872" y="23037"/>
                    </a:lnTo>
                    <a:lnTo>
                      <a:pt x="37872" y="23205"/>
                    </a:lnTo>
                    <a:lnTo>
                      <a:pt x="37788" y="23393"/>
                    </a:lnTo>
                    <a:lnTo>
                      <a:pt x="37788" y="23393"/>
                    </a:lnTo>
                    <a:lnTo>
                      <a:pt x="37830" y="23268"/>
                    </a:lnTo>
                    <a:lnTo>
                      <a:pt x="37788" y="23100"/>
                    </a:lnTo>
                    <a:lnTo>
                      <a:pt x="37725" y="23037"/>
                    </a:lnTo>
                    <a:lnTo>
                      <a:pt x="37558" y="23142"/>
                    </a:lnTo>
                    <a:lnTo>
                      <a:pt x="37474" y="23247"/>
                    </a:lnTo>
                    <a:lnTo>
                      <a:pt x="37453" y="23351"/>
                    </a:lnTo>
                    <a:lnTo>
                      <a:pt x="37349" y="23372"/>
                    </a:lnTo>
                    <a:lnTo>
                      <a:pt x="37307" y="23414"/>
                    </a:lnTo>
                    <a:lnTo>
                      <a:pt x="37265" y="23372"/>
                    </a:lnTo>
                    <a:lnTo>
                      <a:pt x="37202" y="23372"/>
                    </a:lnTo>
                    <a:lnTo>
                      <a:pt x="37098" y="23456"/>
                    </a:lnTo>
                    <a:lnTo>
                      <a:pt x="36993" y="23456"/>
                    </a:lnTo>
                    <a:lnTo>
                      <a:pt x="36847" y="23560"/>
                    </a:lnTo>
                    <a:lnTo>
                      <a:pt x="36826" y="23686"/>
                    </a:lnTo>
                    <a:lnTo>
                      <a:pt x="36700" y="23832"/>
                    </a:lnTo>
                    <a:lnTo>
                      <a:pt x="36742" y="23728"/>
                    </a:lnTo>
                    <a:lnTo>
                      <a:pt x="36742" y="23623"/>
                    </a:lnTo>
                    <a:lnTo>
                      <a:pt x="36784" y="23581"/>
                    </a:lnTo>
                    <a:lnTo>
                      <a:pt x="36784" y="23351"/>
                    </a:lnTo>
                    <a:lnTo>
                      <a:pt x="36805" y="23247"/>
                    </a:lnTo>
                    <a:lnTo>
                      <a:pt x="36784" y="23247"/>
                    </a:lnTo>
                    <a:lnTo>
                      <a:pt x="36365" y="23456"/>
                    </a:lnTo>
                    <a:lnTo>
                      <a:pt x="36198" y="23770"/>
                    </a:lnTo>
                    <a:lnTo>
                      <a:pt x="36072" y="23812"/>
                    </a:lnTo>
                    <a:lnTo>
                      <a:pt x="36156" y="23707"/>
                    </a:lnTo>
                    <a:lnTo>
                      <a:pt x="36177" y="23581"/>
                    </a:lnTo>
                    <a:lnTo>
                      <a:pt x="36303" y="23393"/>
                    </a:lnTo>
                    <a:lnTo>
                      <a:pt x="36303" y="23268"/>
                    </a:lnTo>
                    <a:lnTo>
                      <a:pt x="36323" y="23142"/>
                    </a:lnTo>
                    <a:lnTo>
                      <a:pt x="36282" y="23037"/>
                    </a:lnTo>
                    <a:lnTo>
                      <a:pt x="36177" y="22933"/>
                    </a:lnTo>
                    <a:lnTo>
                      <a:pt x="36072" y="22933"/>
                    </a:lnTo>
                    <a:lnTo>
                      <a:pt x="36093" y="23058"/>
                    </a:lnTo>
                    <a:lnTo>
                      <a:pt x="36072" y="23058"/>
                    </a:lnTo>
                    <a:lnTo>
                      <a:pt x="35968" y="22975"/>
                    </a:lnTo>
                    <a:lnTo>
                      <a:pt x="35842" y="22765"/>
                    </a:lnTo>
                    <a:lnTo>
                      <a:pt x="36051" y="22870"/>
                    </a:lnTo>
                    <a:lnTo>
                      <a:pt x="36093" y="22849"/>
                    </a:lnTo>
                    <a:lnTo>
                      <a:pt x="35989" y="22807"/>
                    </a:lnTo>
                    <a:lnTo>
                      <a:pt x="35863" y="22598"/>
                    </a:lnTo>
                    <a:lnTo>
                      <a:pt x="35842" y="22577"/>
                    </a:lnTo>
                    <a:lnTo>
                      <a:pt x="35968" y="22431"/>
                    </a:lnTo>
                    <a:lnTo>
                      <a:pt x="35989" y="22347"/>
                    </a:lnTo>
                    <a:lnTo>
                      <a:pt x="36093" y="22179"/>
                    </a:lnTo>
                    <a:lnTo>
                      <a:pt x="36093" y="21970"/>
                    </a:lnTo>
                    <a:lnTo>
                      <a:pt x="35947" y="21845"/>
                    </a:lnTo>
                    <a:lnTo>
                      <a:pt x="35738" y="21803"/>
                    </a:lnTo>
                    <a:lnTo>
                      <a:pt x="35466" y="21656"/>
                    </a:lnTo>
                    <a:lnTo>
                      <a:pt x="35466" y="21656"/>
                    </a:lnTo>
                    <a:lnTo>
                      <a:pt x="35759" y="21761"/>
                    </a:lnTo>
                    <a:lnTo>
                      <a:pt x="36010" y="21803"/>
                    </a:lnTo>
                    <a:lnTo>
                      <a:pt x="36051" y="21615"/>
                    </a:lnTo>
                    <a:lnTo>
                      <a:pt x="36093" y="21531"/>
                    </a:lnTo>
                    <a:lnTo>
                      <a:pt x="36114" y="21698"/>
                    </a:lnTo>
                    <a:lnTo>
                      <a:pt x="36177" y="21594"/>
                    </a:lnTo>
                    <a:lnTo>
                      <a:pt x="36093" y="21363"/>
                    </a:lnTo>
                    <a:lnTo>
                      <a:pt x="36198" y="21196"/>
                    </a:lnTo>
                    <a:lnTo>
                      <a:pt x="36365" y="21175"/>
                    </a:lnTo>
                    <a:lnTo>
                      <a:pt x="36386" y="20987"/>
                    </a:lnTo>
                    <a:lnTo>
                      <a:pt x="36386" y="20778"/>
                    </a:lnTo>
                    <a:lnTo>
                      <a:pt x="36303" y="20778"/>
                    </a:lnTo>
                    <a:lnTo>
                      <a:pt x="36282" y="20966"/>
                    </a:lnTo>
                    <a:lnTo>
                      <a:pt x="36156" y="21071"/>
                    </a:lnTo>
                    <a:lnTo>
                      <a:pt x="36093" y="20987"/>
                    </a:lnTo>
                    <a:lnTo>
                      <a:pt x="36114" y="20778"/>
                    </a:lnTo>
                    <a:lnTo>
                      <a:pt x="35968" y="20715"/>
                    </a:lnTo>
                    <a:lnTo>
                      <a:pt x="35842" y="20778"/>
                    </a:lnTo>
                    <a:lnTo>
                      <a:pt x="35779" y="20715"/>
                    </a:lnTo>
                    <a:lnTo>
                      <a:pt x="35696" y="20757"/>
                    </a:lnTo>
                    <a:lnTo>
                      <a:pt x="35528" y="20589"/>
                    </a:lnTo>
                    <a:lnTo>
                      <a:pt x="35424" y="20652"/>
                    </a:lnTo>
                    <a:lnTo>
                      <a:pt x="35424" y="20547"/>
                    </a:lnTo>
                    <a:lnTo>
                      <a:pt x="35319" y="20652"/>
                    </a:lnTo>
                    <a:lnTo>
                      <a:pt x="35319" y="20547"/>
                    </a:lnTo>
                    <a:lnTo>
                      <a:pt x="35173" y="20401"/>
                    </a:lnTo>
                    <a:lnTo>
                      <a:pt x="35277" y="20401"/>
                    </a:lnTo>
                    <a:lnTo>
                      <a:pt x="35340" y="20296"/>
                    </a:lnTo>
                    <a:lnTo>
                      <a:pt x="35445" y="20380"/>
                    </a:lnTo>
                    <a:lnTo>
                      <a:pt x="35466" y="20296"/>
                    </a:lnTo>
                    <a:lnTo>
                      <a:pt x="35361" y="20171"/>
                    </a:lnTo>
                    <a:lnTo>
                      <a:pt x="35277" y="20255"/>
                    </a:lnTo>
                    <a:lnTo>
                      <a:pt x="35173" y="20171"/>
                    </a:lnTo>
                    <a:lnTo>
                      <a:pt x="35277" y="20150"/>
                    </a:lnTo>
                    <a:lnTo>
                      <a:pt x="35235" y="20024"/>
                    </a:lnTo>
                    <a:lnTo>
                      <a:pt x="35110" y="19920"/>
                    </a:lnTo>
                    <a:lnTo>
                      <a:pt x="35026" y="19962"/>
                    </a:lnTo>
                    <a:lnTo>
                      <a:pt x="35026" y="19878"/>
                    </a:lnTo>
                    <a:lnTo>
                      <a:pt x="35110" y="19773"/>
                    </a:lnTo>
                    <a:lnTo>
                      <a:pt x="35110" y="19606"/>
                    </a:lnTo>
                    <a:lnTo>
                      <a:pt x="35005" y="19606"/>
                    </a:lnTo>
                    <a:lnTo>
                      <a:pt x="34859" y="19501"/>
                    </a:lnTo>
                    <a:lnTo>
                      <a:pt x="34859" y="19397"/>
                    </a:lnTo>
                    <a:lnTo>
                      <a:pt x="34650" y="19229"/>
                    </a:lnTo>
                    <a:lnTo>
                      <a:pt x="34503" y="19313"/>
                    </a:lnTo>
                    <a:lnTo>
                      <a:pt x="34398" y="19313"/>
                    </a:lnTo>
                    <a:lnTo>
                      <a:pt x="34336" y="19397"/>
                    </a:lnTo>
                    <a:lnTo>
                      <a:pt x="34210" y="19334"/>
                    </a:lnTo>
                    <a:lnTo>
                      <a:pt x="34210" y="19480"/>
                    </a:lnTo>
                    <a:lnTo>
                      <a:pt x="34126" y="19376"/>
                    </a:lnTo>
                    <a:lnTo>
                      <a:pt x="34043" y="19376"/>
                    </a:lnTo>
                    <a:lnTo>
                      <a:pt x="34001" y="19292"/>
                    </a:lnTo>
                    <a:lnTo>
                      <a:pt x="33896" y="19292"/>
                    </a:lnTo>
                    <a:lnTo>
                      <a:pt x="33729" y="19397"/>
                    </a:lnTo>
                    <a:lnTo>
                      <a:pt x="33562" y="19397"/>
                    </a:lnTo>
                    <a:lnTo>
                      <a:pt x="33708" y="19334"/>
                    </a:lnTo>
                    <a:lnTo>
                      <a:pt x="33729" y="19229"/>
                    </a:lnTo>
                    <a:lnTo>
                      <a:pt x="33603" y="19229"/>
                    </a:lnTo>
                    <a:lnTo>
                      <a:pt x="33352" y="19104"/>
                    </a:lnTo>
                    <a:lnTo>
                      <a:pt x="33164" y="18999"/>
                    </a:lnTo>
                    <a:lnTo>
                      <a:pt x="32976" y="18999"/>
                    </a:lnTo>
                    <a:lnTo>
                      <a:pt x="32913" y="18957"/>
                    </a:lnTo>
                    <a:lnTo>
                      <a:pt x="32829" y="18978"/>
                    </a:lnTo>
                    <a:lnTo>
                      <a:pt x="32746" y="18978"/>
                    </a:lnTo>
                    <a:lnTo>
                      <a:pt x="32662" y="19062"/>
                    </a:lnTo>
                    <a:lnTo>
                      <a:pt x="32662" y="19125"/>
                    </a:lnTo>
                    <a:lnTo>
                      <a:pt x="32578" y="19125"/>
                    </a:lnTo>
                    <a:lnTo>
                      <a:pt x="32536" y="19104"/>
                    </a:lnTo>
                    <a:lnTo>
                      <a:pt x="32453" y="19166"/>
                    </a:lnTo>
                    <a:lnTo>
                      <a:pt x="32453" y="19313"/>
                    </a:lnTo>
                    <a:lnTo>
                      <a:pt x="32369" y="19480"/>
                    </a:lnTo>
                    <a:lnTo>
                      <a:pt x="32369" y="19690"/>
                    </a:lnTo>
                    <a:lnTo>
                      <a:pt x="32453" y="19794"/>
                    </a:lnTo>
                    <a:lnTo>
                      <a:pt x="32515" y="19794"/>
                    </a:lnTo>
                    <a:lnTo>
                      <a:pt x="32515" y="19836"/>
                    </a:lnTo>
                    <a:lnTo>
                      <a:pt x="32557" y="19857"/>
                    </a:lnTo>
                    <a:lnTo>
                      <a:pt x="32557" y="20003"/>
                    </a:lnTo>
                    <a:lnTo>
                      <a:pt x="32515" y="20045"/>
                    </a:lnTo>
                    <a:lnTo>
                      <a:pt x="32432" y="20045"/>
                    </a:lnTo>
                    <a:lnTo>
                      <a:pt x="32411" y="20171"/>
                    </a:lnTo>
                    <a:lnTo>
                      <a:pt x="32243" y="20380"/>
                    </a:lnTo>
                    <a:lnTo>
                      <a:pt x="32013" y="20568"/>
                    </a:lnTo>
                    <a:lnTo>
                      <a:pt x="32013" y="20652"/>
                    </a:lnTo>
                    <a:lnTo>
                      <a:pt x="32055" y="20673"/>
                    </a:lnTo>
                    <a:lnTo>
                      <a:pt x="32243" y="20652"/>
                    </a:lnTo>
                    <a:lnTo>
                      <a:pt x="32327" y="20652"/>
                    </a:lnTo>
                    <a:lnTo>
                      <a:pt x="32243" y="20694"/>
                    </a:lnTo>
                    <a:lnTo>
                      <a:pt x="32202" y="20861"/>
                    </a:lnTo>
                    <a:lnTo>
                      <a:pt x="32202" y="20903"/>
                    </a:lnTo>
                    <a:lnTo>
                      <a:pt x="32327" y="20945"/>
                    </a:lnTo>
                    <a:lnTo>
                      <a:pt x="32222" y="20966"/>
                    </a:lnTo>
                    <a:lnTo>
                      <a:pt x="32139" y="21050"/>
                    </a:lnTo>
                    <a:lnTo>
                      <a:pt x="32160" y="21112"/>
                    </a:lnTo>
                    <a:lnTo>
                      <a:pt x="32222" y="21175"/>
                    </a:lnTo>
                    <a:lnTo>
                      <a:pt x="32118" y="21301"/>
                    </a:lnTo>
                    <a:lnTo>
                      <a:pt x="32118" y="21363"/>
                    </a:lnTo>
                    <a:lnTo>
                      <a:pt x="32264" y="21363"/>
                    </a:lnTo>
                    <a:lnTo>
                      <a:pt x="32306" y="21426"/>
                    </a:lnTo>
                    <a:lnTo>
                      <a:pt x="32160" y="21635"/>
                    </a:lnTo>
                    <a:lnTo>
                      <a:pt x="32034" y="21698"/>
                    </a:lnTo>
                    <a:lnTo>
                      <a:pt x="32034" y="21824"/>
                    </a:lnTo>
                    <a:lnTo>
                      <a:pt x="32097" y="21887"/>
                    </a:lnTo>
                    <a:lnTo>
                      <a:pt x="32013" y="21845"/>
                    </a:lnTo>
                    <a:lnTo>
                      <a:pt x="31930" y="21719"/>
                    </a:lnTo>
                    <a:lnTo>
                      <a:pt x="31888" y="21719"/>
                    </a:lnTo>
                    <a:lnTo>
                      <a:pt x="31741" y="21887"/>
                    </a:lnTo>
                    <a:lnTo>
                      <a:pt x="31741" y="21928"/>
                    </a:lnTo>
                    <a:lnTo>
                      <a:pt x="31804" y="21949"/>
                    </a:lnTo>
                    <a:lnTo>
                      <a:pt x="31804" y="22033"/>
                    </a:lnTo>
                    <a:lnTo>
                      <a:pt x="31720" y="22117"/>
                    </a:lnTo>
                    <a:lnTo>
                      <a:pt x="31616" y="22117"/>
                    </a:lnTo>
                    <a:lnTo>
                      <a:pt x="31302" y="22431"/>
                    </a:lnTo>
                    <a:lnTo>
                      <a:pt x="31197" y="22472"/>
                    </a:lnTo>
                    <a:lnTo>
                      <a:pt x="31113" y="22724"/>
                    </a:lnTo>
                    <a:lnTo>
                      <a:pt x="31155" y="22786"/>
                    </a:lnTo>
                    <a:lnTo>
                      <a:pt x="31260" y="22828"/>
                    </a:lnTo>
                    <a:lnTo>
                      <a:pt x="31281" y="22954"/>
                    </a:lnTo>
                    <a:lnTo>
                      <a:pt x="31406" y="23037"/>
                    </a:lnTo>
                    <a:lnTo>
                      <a:pt x="31595" y="23288"/>
                    </a:lnTo>
                    <a:lnTo>
                      <a:pt x="31616" y="23602"/>
                    </a:lnTo>
                    <a:lnTo>
                      <a:pt x="31595" y="23937"/>
                    </a:lnTo>
                    <a:lnTo>
                      <a:pt x="31678" y="24125"/>
                    </a:lnTo>
                    <a:lnTo>
                      <a:pt x="31637" y="24251"/>
                    </a:lnTo>
                    <a:lnTo>
                      <a:pt x="31637" y="24460"/>
                    </a:lnTo>
                    <a:lnTo>
                      <a:pt x="31595" y="24523"/>
                    </a:lnTo>
                    <a:lnTo>
                      <a:pt x="31490" y="24816"/>
                    </a:lnTo>
                    <a:lnTo>
                      <a:pt x="31427" y="24962"/>
                    </a:lnTo>
                    <a:lnTo>
                      <a:pt x="31490" y="24962"/>
                    </a:lnTo>
                    <a:lnTo>
                      <a:pt x="31511" y="24858"/>
                    </a:lnTo>
                    <a:lnTo>
                      <a:pt x="31595" y="24816"/>
                    </a:lnTo>
                    <a:lnTo>
                      <a:pt x="31595" y="24962"/>
                    </a:lnTo>
                    <a:lnTo>
                      <a:pt x="31699" y="25088"/>
                    </a:lnTo>
                    <a:lnTo>
                      <a:pt x="31616" y="25192"/>
                    </a:lnTo>
                    <a:lnTo>
                      <a:pt x="31511" y="25192"/>
                    </a:lnTo>
                    <a:lnTo>
                      <a:pt x="31469" y="25151"/>
                    </a:lnTo>
                    <a:lnTo>
                      <a:pt x="31385" y="25151"/>
                    </a:lnTo>
                    <a:lnTo>
                      <a:pt x="31218" y="25402"/>
                    </a:lnTo>
                    <a:lnTo>
                      <a:pt x="31093" y="25465"/>
                    </a:lnTo>
                    <a:lnTo>
                      <a:pt x="31072" y="25569"/>
                    </a:lnTo>
                    <a:lnTo>
                      <a:pt x="30800" y="25674"/>
                    </a:lnTo>
                    <a:lnTo>
                      <a:pt x="30737" y="25757"/>
                    </a:lnTo>
                    <a:lnTo>
                      <a:pt x="30737" y="25799"/>
                    </a:lnTo>
                    <a:lnTo>
                      <a:pt x="30360" y="25925"/>
                    </a:lnTo>
                    <a:lnTo>
                      <a:pt x="30130" y="26029"/>
                    </a:lnTo>
                    <a:lnTo>
                      <a:pt x="30067" y="26092"/>
                    </a:lnTo>
                    <a:lnTo>
                      <a:pt x="29942" y="26092"/>
                    </a:lnTo>
                    <a:lnTo>
                      <a:pt x="29837" y="26176"/>
                    </a:lnTo>
                    <a:lnTo>
                      <a:pt x="29607" y="26197"/>
                    </a:lnTo>
                    <a:lnTo>
                      <a:pt x="29440" y="26281"/>
                    </a:lnTo>
                    <a:lnTo>
                      <a:pt x="29481" y="26322"/>
                    </a:lnTo>
                    <a:lnTo>
                      <a:pt x="29481" y="26427"/>
                    </a:lnTo>
                    <a:lnTo>
                      <a:pt x="29523" y="26511"/>
                    </a:lnTo>
                    <a:lnTo>
                      <a:pt x="29523" y="26615"/>
                    </a:lnTo>
                    <a:lnTo>
                      <a:pt x="29586" y="26699"/>
                    </a:lnTo>
                    <a:lnTo>
                      <a:pt x="29523" y="26720"/>
                    </a:lnTo>
                    <a:lnTo>
                      <a:pt x="29544" y="26804"/>
                    </a:lnTo>
                    <a:lnTo>
                      <a:pt x="29607" y="26825"/>
                    </a:lnTo>
                    <a:lnTo>
                      <a:pt x="29523" y="26866"/>
                    </a:lnTo>
                    <a:lnTo>
                      <a:pt x="29586" y="26971"/>
                    </a:lnTo>
                    <a:lnTo>
                      <a:pt x="29523" y="27013"/>
                    </a:lnTo>
                    <a:lnTo>
                      <a:pt x="29544" y="27117"/>
                    </a:lnTo>
                    <a:lnTo>
                      <a:pt x="29502" y="27159"/>
                    </a:lnTo>
                    <a:lnTo>
                      <a:pt x="29481" y="27348"/>
                    </a:lnTo>
                    <a:lnTo>
                      <a:pt x="29502" y="27452"/>
                    </a:lnTo>
                    <a:lnTo>
                      <a:pt x="29419" y="27745"/>
                    </a:lnTo>
                    <a:lnTo>
                      <a:pt x="29440" y="27808"/>
                    </a:lnTo>
                    <a:lnTo>
                      <a:pt x="29502" y="27850"/>
                    </a:lnTo>
                    <a:lnTo>
                      <a:pt x="29502" y="27913"/>
                    </a:lnTo>
                    <a:lnTo>
                      <a:pt x="29544" y="27975"/>
                    </a:lnTo>
                    <a:lnTo>
                      <a:pt x="29440" y="28101"/>
                    </a:lnTo>
                    <a:lnTo>
                      <a:pt x="29440" y="28226"/>
                    </a:lnTo>
                    <a:lnTo>
                      <a:pt x="29523" y="28268"/>
                    </a:lnTo>
                    <a:lnTo>
                      <a:pt x="29544" y="28436"/>
                    </a:lnTo>
                    <a:lnTo>
                      <a:pt x="29607" y="28498"/>
                    </a:lnTo>
                    <a:lnTo>
                      <a:pt x="29481" y="28624"/>
                    </a:lnTo>
                    <a:lnTo>
                      <a:pt x="29419" y="28791"/>
                    </a:lnTo>
                    <a:lnTo>
                      <a:pt x="29377" y="28812"/>
                    </a:lnTo>
                    <a:lnTo>
                      <a:pt x="29314" y="28791"/>
                    </a:lnTo>
                    <a:lnTo>
                      <a:pt x="29314" y="28896"/>
                    </a:lnTo>
                    <a:lnTo>
                      <a:pt x="29377" y="28959"/>
                    </a:lnTo>
                    <a:lnTo>
                      <a:pt x="29314" y="29042"/>
                    </a:lnTo>
                    <a:lnTo>
                      <a:pt x="29293" y="29231"/>
                    </a:lnTo>
                    <a:lnTo>
                      <a:pt x="29314" y="29356"/>
                    </a:lnTo>
                    <a:lnTo>
                      <a:pt x="29419" y="29482"/>
                    </a:lnTo>
                    <a:lnTo>
                      <a:pt x="29523" y="29545"/>
                    </a:lnTo>
                    <a:lnTo>
                      <a:pt x="29335" y="29524"/>
                    </a:lnTo>
                    <a:lnTo>
                      <a:pt x="29209" y="29419"/>
                    </a:lnTo>
                    <a:lnTo>
                      <a:pt x="29230" y="29252"/>
                    </a:lnTo>
                    <a:lnTo>
                      <a:pt x="29189" y="29042"/>
                    </a:lnTo>
                    <a:lnTo>
                      <a:pt x="29105" y="29022"/>
                    </a:lnTo>
                    <a:lnTo>
                      <a:pt x="29084" y="28959"/>
                    </a:lnTo>
                    <a:lnTo>
                      <a:pt x="29105" y="28854"/>
                    </a:lnTo>
                    <a:lnTo>
                      <a:pt x="29063" y="28854"/>
                    </a:lnTo>
                    <a:lnTo>
                      <a:pt x="28875" y="29105"/>
                    </a:lnTo>
                    <a:lnTo>
                      <a:pt x="28875" y="29210"/>
                    </a:lnTo>
                    <a:lnTo>
                      <a:pt x="28854" y="29314"/>
                    </a:lnTo>
                    <a:lnTo>
                      <a:pt x="28749" y="29314"/>
                    </a:lnTo>
                    <a:lnTo>
                      <a:pt x="28644" y="29210"/>
                    </a:lnTo>
                    <a:lnTo>
                      <a:pt x="28477" y="29147"/>
                    </a:lnTo>
                    <a:lnTo>
                      <a:pt x="28352" y="29252"/>
                    </a:lnTo>
                    <a:lnTo>
                      <a:pt x="28184" y="29335"/>
                    </a:lnTo>
                    <a:lnTo>
                      <a:pt x="28184" y="29335"/>
                    </a:lnTo>
                    <a:lnTo>
                      <a:pt x="28393" y="29147"/>
                    </a:lnTo>
                    <a:lnTo>
                      <a:pt x="28456" y="29001"/>
                    </a:lnTo>
                    <a:lnTo>
                      <a:pt x="28435" y="28917"/>
                    </a:lnTo>
                    <a:lnTo>
                      <a:pt x="28393" y="28729"/>
                    </a:lnTo>
                    <a:lnTo>
                      <a:pt x="28331" y="28624"/>
                    </a:lnTo>
                    <a:lnTo>
                      <a:pt x="28289" y="28540"/>
                    </a:lnTo>
                    <a:lnTo>
                      <a:pt x="28268" y="28540"/>
                    </a:lnTo>
                    <a:lnTo>
                      <a:pt x="28142" y="28478"/>
                    </a:lnTo>
                    <a:lnTo>
                      <a:pt x="28038" y="28415"/>
                    </a:lnTo>
                    <a:lnTo>
                      <a:pt x="28038" y="28331"/>
                    </a:lnTo>
                    <a:lnTo>
                      <a:pt x="28017" y="28289"/>
                    </a:lnTo>
                    <a:lnTo>
                      <a:pt x="28038" y="28185"/>
                    </a:lnTo>
                    <a:lnTo>
                      <a:pt x="27954" y="28080"/>
                    </a:lnTo>
                    <a:lnTo>
                      <a:pt x="27870" y="28017"/>
                    </a:lnTo>
                    <a:lnTo>
                      <a:pt x="27870" y="27892"/>
                    </a:lnTo>
                    <a:lnTo>
                      <a:pt x="27766" y="27808"/>
                    </a:lnTo>
                    <a:lnTo>
                      <a:pt x="27724" y="27703"/>
                    </a:lnTo>
                    <a:lnTo>
                      <a:pt x="27766" y="27473"/>
                    </a:lnTo>
                    <a:lnTo>
                      <a:pt x="27870" y="27369"/>
                    </a:lnTo>
                    <a:lnTo>
                      <a:pt x="27933" y="27222"/>
                    </a:lnTo>
                    <a:lnTo>
                      <a:pt x="27933" y="27117"/>
                    </a:lnTo>
                    <a:lnTo>
                      <a:pt x="28080" y="26866"/>
                    </a:lnTo>
                    <a:lnTo>
                      <a:pt x="28080" y="26615"/>
                    </a:lnTo>
                    <a:lnTo>
                      <a:pt x="28059" y="26594"/>
                    </a:lnTo>
                    <a:lnTo>
                      <a:pt x="28038" y="26448"/>
                    </a:lnTo>
                    <a:lnTo>
                      <a:pt x="28121" y="26301"/>
                    </a:lnTo>
                    <a:lnTo>
                      <a:pt x="28184" y="26197"/>
                    </a:lnTo>
                    <a:lnTo>
                      <a:pt x="28184" y="26092"/>
                    </a:lnTo>
                    <a:lnTo>
                      <a:pt x="28352" y="25799"/>
                    </a:lnTo>
                    <a:lnTo>
                      <a:pt x="28331" y="25611"/>
                    </a:lnTo>
                    <a:lnTo>
                      <a:pt x="28268" y="25611"/>
                    </a:lnTo>
                    <a:lnTo>
                      <a:pt x="28247" y="25653"/>
                    </a:lnTo>
                    <a:lnTo>
                      <a:pt x="28247" y="25590"/>
                    </a:lnTo>
                    <a:lnTo>
                      <a:pt x="28163" y="25590"/>
                    </a:lnTo>
                    <a:lnTo>
                      <a:pt x="28038" y="25653"/>
                    </a:lnTo>
                    <a:lnTo>
                      <a:pt x="27849" y="25611"/>
                    </a:lnTo>
                    <a:lnTo>
                      <a:pt x="27661" y="25569"/>
                    </a:lnTo>
                    <a:lnTo>
                      <a:pt x="27619" y="25569"/>
                    </a:lnTo>
                    <a:lnTo>
                      <a:pt x="27556" y="25506"/>
                    </a:lnTo>
                    <a:lnTo>
                      <a:pt x="27326" y="25506"/>
                    </a:lnTo>
                    <a:lnTo>
                      <a:pt x="27201" y="25548"/>
                    </a:lnTo>
                    <a:lnTo>
                      <a:pt x="27138" y="25506"/>
                    </a:lnTo>
                    <a:lnTo>
                      <a:pt x="26971" y="25506"/>
                    </a:lnTo>
                    <a:lnTo>
                      <a:pt x="26929" y="25485"/>
                    </a:lnTo>
                    <a:lnTo>
                      <a:pt x="26971" y="25444"/>
                    </a:lnTo>
                    <a:lnTo>
                      <a:pt x="26803" y="25297"/>
                    </a:lnTo>
                    <a:lnTo>
                      <a:pt x="26782" y="25234"/>
                    </a:lnTo>
                    <a:lnTo>
                      <a:pt x="26594" y="25046"/>
                    </a:lnTo>
                    <a:lnTo>
                      <a:pt x="26510" y="25025"/>
                    </a:lnTo>
                    <a:lnTo>
                      <a:pt x="26343" y="24879"/>
                    </a:lnTo>
                    <a:lnTo>
                      <a:pt x="26259" y="24858"/>
                    </a:lnTo>
                    <a:lnTo>
                      <a:pt x="26029" y="24711"/>
                    </a:lnTo>
                    <a:lnTo>
                      <a:pt x="25966" y="24648"/>
                    </a:lnTo>
                    <a:lnTo>
                      <a:pt x="25903" y="24753"/>
                    </a:lnTo>
                    <a:lnTo>
                      <a:pt x="25903" y="24711"/>
                    </a:lnTo>
                    <a:lnTo>
                      <a:pt x="25820" y="24523"/>
                    </a:lnTo>
                    <a:lnTo>
                      <a:pt x="25736" y="24439"/>
                    </a:lnTo>
                    <a:lnTo>
                      <a:pt x="25736" y="24335"/>
                    </a:lnTo>
                    <a:lnTo>
                      <a:pt x="25631" y="24293"/>
                    </a:lnTo>
                    <a:lnTo>
                      <a:pt x="25527" y="24104"/>
                    </a:lnTo>
                    <a:lnTo>
                      <a:pt x="25443" y="24084"/>
                    </a:lnTo>
                    <a:lnTo>
                      <a:pt x="25255" y="23895"/>
                    </a:lnTo>
                    <a:lnTo>
                      <a:pt x="25150" y="23874"/>
                    </a:lnTo>
                    <a:lnTo>
                      <a:pt x="25087" y="23812"/>
                    </a:lnTo>
                    <a:lnTo>
                      <a:pt x="24815" y="23728"/>
                    </a:lnTo>
                    <a:lnTo>
                      <a:pt x="24627" y="23581"/>
                    </a:lnTo>
                    <a:lnTo>
                      <a:pt x="24376" y="23393"/>
                    </a:lnTo>
                    <a:lnTo>
                      <a:pt x="24167" y="23414"/>
                    </a:lnTo>
                    <a:lnTo>
                      <a:pt x="23748" y="23560"/>
                    </a:lnTo>
                    <a:lnTo>
                      <a:pt x="23330" y="23686"/>
                    </a:lnTo>
                    <a:lnTo>
                      <a:pt x="23142" y="23686"/>
                    </a:lnTo>
                    <a:lnTo>
                      <a:pt x="23016" y="23623"/>
                    </a:lnTo>
                    <a:lnTo>
                      <a:pt x="23016" y="23623"/>
                    </a:lnTo>
                    <a:lnTo>
                      <a:pt x="23142" y="23665"/>
                    </a:lnTo>
                    <a:lnTo>
                      <a:pt x="23330" y="23602"/>
                    </a:lnTo>
                    <a:lnTo>
                      <a:pt x="23665" y="23268"/>
                    </a:lnTo>
                    <a:lnTo>
                      <a:pt x="23727" y="23163"/>
                    </a:lnTo>
                    <a:lnTo>
                      <a:pt x="23665" y="22933"/>
                    </a:lnTo>
                    <a:lnTo>
                      <a:pt x="23581" y="22828"/>
                    </a:lnTo>
                    <a:lnTo>
                      <a:pt x="23665" y="22577"/>
                    </a:lnTo>
                    <a:lnTo>
                      <a:pt x="23665" y="22347"/>
                    </a:lnTo>
                    <a:lnTo>
                      <a:pt x="23581" y="22200"/>
                    </a:lnTo>
                    <a:lnTo>
                      <a:pt x="23581" y="22054"/>
                    </a:lnTo>
                    <a:lnTo>
                      <a:pt x="23644" y="21928"/>
                    </a:lnTo>
                    <a:lnTo>
                      <a:pt x="23644" y="21824"/>
                    </a:lnTo>
                    <a:lnTo>
                      <a:pt x="23539" y="21782"/>
                    </a:lnTo>
                    <a:lnTo>
                      <a:pt x="23204" y="21782"/>
                    </a:lnTo>
                    <a:lnTo>
                      <a:pt x="23037" y="22054"/>
                    </a:lnTo>
                    <a:lnTo>
                      <a:pt x="22828" y="22305"/>
                    </a:lnTo>
                    <a:lnTo>
                      <a:pt x="22577" y="22326"/>
                    </a:lnTo>
                    <a:lnTo>
                      <a:pt x="22409" y="22452"/>
                    </a:lnTo>
                    <a:lnTo>
                      <a:pt x="22472" y="22347"/>
                    </a:lnTo>
                    <a:lnTo>
                      <a:pt x="22786" y="22263"/>
                    </a:lnTo>
                    <a:lnTo>
                      <a:pt x="22932" y="22117"/>
                    </a:lnTo>
                    <a:lnTo>
                      <a:pt x="23037" y="21845"/>
                    </a:lnTo>
                    <a:lnTo>
                      <a:pt x="22995" y="21824"/>
                    </a:lnTo>
                    <a:lnTo>
                      <a:pt x="22995" y="21677"/>
                    </a:lnTo>
                    <a:lnTo>
                      <a:pt x="22932" y="21594"/>
                    </a:lnTo>
                    <a:lnTo>
                      <a:pt x="22953" y="21489"/>
                    </a:lnTo>
                    <a:lnTo>
                      <a:pt x="22932" y="21405"/>
                    </a:lnTo>
                    <a:lnTo>
                      <a:pt x="22807" y="21384"/>
                    </a:lnTo>
                    <a:lnTo>
                      <a:pt x="22849" y="21322"/>
                    </a:lnTo>
                    <a:lnTo>
                      <a:pt x="22953" y="21301"/>
                    </a:lnTo>
                    <a:lnTo>
                      <a:pt x="22995" y="21196"/>
                    </a:lnTo>
                    <a:lnTo>
                      <a:pt x="23100" y="21008"/>
                    </a:lnTo>
                    <a:lnTo>
                      <a:pt x="23100" y="20861"/>
                    </a:lnTo>
                    <a:lnTo>
                      <a:pt x="23037" y="20799"/>
                    </a:lnTo>
                    <a:lnTo>
                      <a:pt x="23121" y="20568"/>
                    </a:lnTo>
                    <a:lnTo>
                      <a:pt x="23204" y="20527"/>
                    </a:lnTo>
                    <a:lnTo>
                      <a:pt x="23246" y="20359"/>
                    </a:lnTo>
                    <a:lnTo>
                      <a:pt x="23330" y="20255"/>
                    </a:lnTo>
                    <a:lnTo>
                      <a:pt x="23372" y="20045"/>
                    </a:lnTo>
                    <a:lnTo>
                      <a:pt x="23476" y="19941"/>
                    </a:lnTo>
                    <a:lnTo>
                      <a:pt x="23435" y="19815"/>
                    </a:lnTo>
                    <a:lnTo>
                      <a:pt x="23435" y="19731"/>
                    </a:lnTo>
                    <a:lnTo>
                      <a:pt x="23560" y="19815"/>
                    </a:lnTo>
                    <a:lnTo>
                      <a:pt x="23665" y="19711"/>
                    </a:lnTo>
                    <a:lnTo>
                      <a:pt x="23665" y="19606"/>
                    </a:lnTo>
                    <a:lnTo>
                      <a:pt x="23790" y="19585"/>
                    </a:lnTo>
                    <a:lnTo>
                      <a:pt x="23958" y="19397"/>
                    </a:lnTo>
                    <a:lnTo>
                      <a:pt x="24062" y="19334"/>
                    </a:lnTo>
                    <a:lnTo>
                      <a:pt x="24041" y="19229"/>
                    </a:lnTo>
                    <a:lnTo>
                      <a:pt x="24125" y="19166"/>
                    </a:lnTo>
                    <a:lnTo>
                      <a:pt x="24188" y="19166"/>
                    </a:lnTo>
                    <a:lnTo>
                      <a:pt x="24230" y="19083"/>
                    </a:lnTo>
                    <a:lnTo>
                      <a:pt x="24167" y="18999"/>
                    </a:lnTo>
                    <a:lnTo>
                      <a:pt x="24292" y="18915"/>
                    </a:lnTo>
                    <a:lnTo>
                      <a:pt x="24376" y="18769"/>
                    </a:lnTo>
                    <a:lnTo>
                      <a:pt x="24481" y="18769"/>
                    </a:lnTo>
                    <a:lnTo>
                      <a:pt x="24481" y="18706"/>
                    </a:lnTo>
                    <a:lnTo>
                      <a:pt x="24543" y="18664"/>
                    </a:lnTo>
                    <a:lnTo>
                      <a:pt x="24397" y="18560"/>
                    </a:lnTo>
                    <a:lnTo>
                      <a:pt x="24460" y="18539"/>
                    </a:lnTo>
                    <a:lnTo>
                      <a:pt x="24460" y="18455"/>
                    </a:lnTo>
                    <a:lnTo>
                      <a:pt x="24543" y="18476"/>
                    </a:lnTo>
                    <a:lnTo>
                      <a:pt x="24669" y="18581"/>
                    </a:lnTo>
                    <a:lnTo>
                      <a:pt x="24690" y="18643"/>
                    </a:lnTo>
                    <a:lnTo>
                      <a:pt x="24753" y="18602"/>
                    </a:lnTo>
                    <a:lnTo>
                      <a:pt x="24711" y="18539"/>
                    </a:lnTo>
                    <a:lnTo>
                      <a:pt x="24606" y="18476"/>
                    </a:lnTo>
                    <a:lnTo>
                      <a:pt x="24795" y="18392"/>
                    </a:lnTo>
                    <a:lnTo>
                      <a:pt x="24836" y="18330"/>
                    </a:lnTo>
                    <a:lnTo>
                      <a:pt x="24983" y="18330"/>
                    </a:lnTo>
                    <a:lnTo>
                      <a:pt x="25004" y="18350"/>
                    </a:lnTo>
                    <a:lnTo>
                      <a:pt x="25025" y="18267"/>
                    </a:lnTo>
                    <a:lnTo>
                      <a:pt x="25004" y="18225"/>
                    </a:lnTo>
                    <a:lnTo>
                      <a:pt x="25087" y="18225"/>
                    </a:lnTo>
                    <a:lnTo>
                      <a:pt x="25108" y="18350"/>
                    </a:lnTo>
                    <a:lnTo>
                      <a:pt x="25192" y="18246"/>
                    </a:lnTo>
                    <a:lnTo>
                      <a:pt x="25192" y="18225"/>
                    </a:lnTo>
                    <a:lnTo>
                      <a:pt x="25108" y="18162"/>
                    </a:lnTo>
                    <a:lnTo>
                      <a:pt x="25108" y="18058"/>
                    </a:lnTo>
                    <a:lnTo>
                      <a:pt x="25150" y="18120"/>
                    </a:lnTo>
                    <a:lnTo>
                      <a:pt x="25359" y="18162"/>
                    </a:lnTo>
                    <a:lnTo>
                      <a:pt x="25339" y="18078"/>
                    </a:lnTo>
                    <a:lnTo>
                      <a:pt x="25234" y="18037"/>
                    </a:lnTo>
                    <a:lnTo>
                      <a:pt x="25213" y="17953"/>
                    </a:lnTo>
                    <a:lnTo>
                      <a:pt x="25255" y="17932"/>
                    </a:lnTo>
                    <a:lnTo>
                      <a:pt x="25297" y="17848"/>
                    </a:lnTo>
                    <a:lnTo>
                      <a:pt x="25318" y="18016"/>
                    </a:lnTo>
                    <a:lnTo>
                      <a:pt x="25422" y="17974"/>
                    </a:lnTo>
                    <a:lnTo>
                      <a:pt x="25506" y="18016"/>
                    </a:lnTo>
                    <a:lnTo>
                      <a:pt x="25590" y="17953"/>
                    </a:lnTo>
                    <a:lnTo>
                      <a:pt x="25464" y="17744"/>
                    </a:lnTo>
                    <a:lnTo>
                      <a:pt x="25401" y="17514"/>
                    </a:lnTo>
                    <a:lnTo>
                      <a:pt x="25297" y="17388"/>
                    </a:lnTo>
                    <a:lnTo>
                      <a:pt x="25297" y="17283"/>
                    </a:lnTo>
                    <a:lnTo>
                      <a:pt x="25255" y="17200"/>
                    </a:lnTo>
                    <a:lnTo>
                      <a:pt x="25297" y="17137"/>
                    </a:lnTo>
                    <a:lnTo>
                      <a:pt x="25359" y="17221"/>
                    </a:lnTo>
                    <a:lnTo>
                      <a:pt x="25422" y="17409"/>
                    </a:lnTo>
                    <a:lnTo>
                      <a:pt x="25569" y="17597"/>
                    </a:lnTo>
                    <a:lnTo>
                      <a:pt x="25841" y="17639"/>
                    </a:lnTo>
                    <a:lnTo>
                      <a:pt x="25945" y="17723"/>
                    </a:lnTo>
                    <a:lnTo>
                      <a:pt x="26071" y="17723"/>
                    </a:lnTo>
                    <a:lnTo>
                      <a:pt x="26155" y="17660"/>
                    </a:lnTo>
                    <a:lnTo>
                      <a:pt x="26259" y="17660"/>
                    </a:lnTo>
                    <a:lnTo>
                      <a:pt x="26406" y="17514"/>
                    </a:lnTo>
                    <a:lnTo>
                      <a:pt x="26448" y="17242"/>
                    </a:lnTo>
                    <a:lnTo>
                      <a:pt x="26238" y="16990"/>
                    </a:lnTo>
                    <a:lnTo>
                      <a:pt x="26196" y="16823"/>
                    </a:lnTo>
                    <a:lnTo>
                      <a:pt x="26134" y="16739"/>
                    </a:lnTo>
                    <a:lnTo>
                      <a:pt x="26071" y="16739"/>
                    </a:lnTo>
                    <a:lnTo>
                      <a:pt x="25945" y="16886"/>
                    </a:lnTo>
                    <a:lnTo>
                      <a:pt x="25715" y="16907"/>
                    </a:lnTo>
                    <a:lnTo>
                      <a:pt x="25652" y="16928"/>
                    </a:lnTo>
                    <a:lnTo>
                      <a:pt x="25652" y="16907"/>
                    </a:lnTo>
                    <a:lnTo>
                      <a:pt x="25631" y="16823"/>
                    </a:lnTo>
                    <a:lnTo>
                      <a:pt x="25715" y="16865"/>
                    </a:lnTo>
                    <a:lnTo>
                      <a:pt x="25841" y="16823"/>
                    </a:lnTo>
                    <a:lnTo>
                      <a:pt x="25966" y="16718"/>
                    </a:lnTo>
                    <a:lnTo>
                      <a:pt x="25945" y="16677"/>
                    </a:lnTo>
                    <a:lnTo>
                      <a:pt x="25736" y="16551"/>
                    </a:lnTo>
                    <a:lnTo>
                      <a:pt x="25506" y="16300"/>
                    </a:lnTo>
                    <a:lnTo>
                      <a:pt x="25443" y="16300"/>
                    </a:lnTo>
                    <a:lnTo>
                      <a:pt x="25422" y="16363"/>
                    </a:lnTo>
                    <a:lnTo>
                      <a:pt x="25464" y="16446"/>
                    </a:lnTo>
                    <a:lnTo>
                      <a:pt x="25443" y="16488"/>
                    </a:lnTo>
                    <a:lnTo>
                      <a:pt x="25339" y="16405"/>
                    </a:lnTo>
                    <a:lnTo>
                      <a:pt x="25297" y="16258"/>
                    </a:lnTo>
                    <a:lnTo>
                      <a:pt x="25401" y="16279"/>
                    </a:lnTo>
                    <a:lnTo>
                      <a:pt x="25401" y="16091"/>
                    </a:lnTo>
                    <a:lnTo>
                      <a:pt x="25443" y="16195"/>
                    </a:lnTo>
                    <a:lnTo>
                      <a:pt x="25611" y="16342"/>
                    </a:lnTo>
                    <a:lnTo>
                      <a:pt x="25694" y="16363"/>
                    </a:lnTo>
                    <a:lnTo>
                      <a:pt x="25757" y="16551"/>
                    </a:lnTo>
                    <a:lnTo>
                      <a:pt x="25966" y="16677"/>
                    </a:lnTo>
                    <a:lnTo>
                      <a:pt x="26217" y="16760"/>
                    </a:lnTo>
                    <a:lnTo>
                      <a:pt x="26322" y="16907"/>
                    </a:lnTo>
                    <a:lnTo>
                      <a:pt x="26427" y="16970"/>
                    </a:lnTo>
                    <a:lnTo>
                      <a:pt x="26448" y="17032"/>
                    </a:lnTo>
                    <a:lnTo>
                      <a:pt x="26573" y="17095"/>
                    </a:lnTo>
                    <a:lnTo>
                      <a:pt x="26636" y="17137"/>
                    </a:lnTo>
                    <a:lnTo>
                      <a:pt x="26636" y="17011"/>
                    </a:lnTo>
                    <a:lnTo>
                      <a:pt x="26740" y="16970"/>
                    </a:lnTo>
                    <a:lnTo>
                      <a:pt x="26657" y="16907"/>
                    </a:lnTo>
                    <a:lnTo>
                      <a:pt x="26678" y="16802"/>
                    </a:lnTo>
                    <a:lnTo>
                      <a:pt x="26761" y="16928"/>
                    </a:lnTo>
                    <a:lnTo>
                      <a:pt x="26782" y="17011"/>
                    </a:lnTo>
                    <a:lnTo>
                      <a:pt x="26866" y="17032"/>
                    </a:lnTo>
                    <a:lnTo>
                      <a:pt x="26992" y="16865"/>
                    </a:lnTo>
                    <a:lnTo>
                      <a:pt x="26992" y="16656"/>
                    </a:lnTo>
                    <a:lnTo>
                      <a:pt x="26950" y="16572"/>
                    </a:lnTo>
                    <a:lnTo>
                      <a:pt x="26992" y="16405"/>
                    </a:lnTo>
                    <a:lnTo>
                      <a:pt x="27054" y="16593"/>
                    </a:lnTo>
                    <a:lnTo>
                      <a:pt x="27054" y="16698"/>
                    </a:lnTo>
                    <a:lnTo>
                      <a:pt x="27117" y="16467"/>
                    </a:lnTo>
                    <a:lnTo>
                      <a:pt x="27222" y="16405"/>
                    </a:lnTo>
                    <a:lnTo>
                      <a:pt x="27264" y="16467"/>
                    </a:lnTo>
                    <a:lnTo>
                      <a:pt x="27284" y="16488"/>
                    </a:lnTo>
                    <a:lnTo>
                      <a:pt x="27201" y="16593"/>
                    </a:lnTo>
                    <a:lnTo>
                      <a:pt x="27264" y="16614"/>
                    </a:lnTo>
                    <a:lnTo>
                      <a:pt x="27284" y="16698"/>
                    </a:lnTo>
                    <a:lnTo>
                      <a:pt x="27368" y="16614"/>
                    </a:lnTo>
                    <a:lnTo>
                      <a:pt x="27431" y="16656"/>
                    </a:lnTo>
                    <a:lnTo>
                      <a:pt x="27577" y="16802"/>
                    </a:lnTo>
                    <a:lnTo>
                      <a:pt x="27598" y="16760"/>
                    </a:lnTo>
                    <a:lnTo>
                      <a:pt x="27682" y="16760"/>
                    </a:lnTo>
                    <a:lnTo>
                      <a:pt x="27724" y="16802"/>
                    </a:lnTo>
                    <a:lnTo>
                      <a:pt x="27828" y="16781"/>
                    </a:lnTo>
                    <a:lnTo>
                      <a:pt x="27933" y="16593"/>
                    </a:lnTo>
                    <a:lnTo>
                      <a:pt x="28100" y="16509"/>
                    </a:lnTo>
                    <a:lnTo>
                      <a:pt x="28456" y="16153"/>
                    </a:lnTo>
                    <a:lnTo>
                      <a:pt x="28477" y="16070"/>
                    </a:lnTo>
                    <a:lnTo>
                      <a:pt x="28540" y="16049"/>
                    </a:lnTo>
                    <a:lnTo>
                      <a:pt x="28561" y="16091"/>
                    </a:lnTo>
                    <a:lnTo>
                      <a:pt x="28728" y="15881"/>
                    </a:lnTo>
                    <a:lnTo>
                      <a:pt x="28833" y="15840"/>
                    </a:lnTo>
                    <a:lnTo>
                      <a:pt x="28958" y="15735"/>
                    </a:lnTo>
                    <a:lnTo>
                      <a:pt x="29000" y="15672"/>
                    </a:lnTo>
                    <a:lnTo>
                      <a:pt x="28979" y="15547"/>
                    </a:lnTo>
                    <a:lnTo>
                      <a:pt x="28561" y="15442"/>
                    </a:lnTo>
                    <a:lnTo>
                      <a:pt x="28331" y="15400"/>
                    </a:lnTo>
                    <a:lnTo>
                      <a:pt x="28121" y="15317"/>
                    </a:lnTo>
                    <a:lnTo>
                      <a:pt x="28038" y="15128"/>
                    </a:lnTo>
                    <a:lnTo>
                      <a:pt x="27912" y="14898"/>
                    </a:lnTo>
                    <a:lnTo>
                      <a:pt x="27849" y="14898"/>
                    </a:lnTo>
                    <a:lnTo>
                      <a:pt x="27828" y="14710"/>
                    </a:lnTo>
                    <a:lnTo>
                      <a:pt x="27808" y="14689"/>
                    </a:lnTo>
                    <a:lnTo>
                      <a:pt x="27828" y="14626"/>
                    </a:lnTo>
                    <a:lnTo>
                      <a:pt x="27870" y="14626"/>
                    </a:lnTo>
                    <a:lnTo>
                      <a:pt x="27912" y="14563"/>
                    </a:lnTo>
                    <a:lnTo>
                      <a:pt x="27828" y="14501"/>
                    </a:lnTo>
                    <a:lnTo>
                      <a:pt x="27598" y="14501"/>
                    </a:lnTo>
                    <a:lnTo>
                      <a:pt x="27326" y="14417"/>
                    </a:lnTo>
                    <a:lnTo>
                      <a:pt x="27243" y="14417"/>
                    </a:lnTo>
                    <a:lnTo>
                      <a:pt x="27201" y="14480"/>
                    </a:lnTo>
                    <a:lnTo>
                      <a:pt x="27117" y="14396"/>
                    </a:lnTo>
                    <a:lnTo>
                      <a:pt x="27117" y="14312"/>
                    </a:lnTo>
                    <a:lnTo>
                      <a:pt x="27222" y="14354"/>
                    </a:lnTo>
                    <a:lnTo>
                      <a:pt x="27494" y="14375"/>
                    </a:lnTo>
                    <a:lnTo>
                      <a:pt x="27640" y="14480"/>
                    </a:lnTo>
                    <a:lnTo>
                      <a:pt x="27870" y="14480"/>
                    </a:lnTo>
                    <a:lnTo>
                      <a:pt x="28017" y="14584"/>
                    </a:lnTo>
                    <a:lnTo>
                      <a:pt x="28142" y="14814"/>
                    </a:lnTo>
                    <a:lnTo>
                      <a:pt x="28247" y="14835"/>
                    </a:lnTo>
                    <a:lnTo>
                      <a:pt x="28289" y="14898"/>
                    </a:lnTo>
                    <a:lnTo>
                      <a:pt x="28247" y="14919"/>
                    </a:lnTo>
                    <a:lnTo>
                      <a:pt x="28184" y="14919"/>
                    </a:lnTo>
                    <a:lnTo>
                      <a:pt x="28184" y="14982"/>
                    </a:lnTo>
                    <a:lnTo>
                      <a:pt x="28372" y="15045"/>
                    </a:lnTo>
                    <a:lnTo>
                      <a:pt x="28435" y="15191"/>
                    </a:lnTo>
                    <a:lnTo>
                      <a:pt x="28498" y="15296"/>
                    </a:lnTo>
                    <a:lnTo>
                      <a:pt x="28875" y="15358"/>
                    </a:lnTo>
                    <a:lnTo>
                      <a:pt x="28979" y="15317"/>
                    </a:lnTo>
                    <a:lnTo>
                      <a:pt x="29021" y="15191"/>
                    </a:lnTo>
                    <a:lnTo>
                      <a:pt x="29105" y="15128"/>
                    </a:lnTo>
                    <a:lnTo>
                      <a:pt x="29189" y="15149"/>
                    </a:lnTo>
                    <a:lnTo>
                      <a:pt x="29314" y="15003"/>
                    </a:lnTo>
                    <a:lnTo>
                      <a:pt x="29335" y="14982"/>
                    </a:lnTo>
                    <a:lnTo>
                      <a:pt x="29502" y="15128"/>
                    </a:lnTo>
                    <a:lnTo>
                      <a:pt x="29481" y="15149"/>
                    </a:lnTo>
                    <a:lnTo>
                      <a:pt x="29377" y="15317"/>
                    </a:lnTo>
                    <a:lnTo>
                      <a:pt x="29377" y="15400"/>
                    </a:lnTo>
                    <a:lnTo>
                      <a:pt x="29293" y="15505"/>
                    </a:lnTo>
                    <a:lnTo>
                      <a:pt x="29293" y="15568"/>
                    </a:lnTo>
                    <a:lnTo>
                      <a:pt x="29189" y="15756"/>
                    </a:lnTo>
                    <a:lnTo>
                      <a:pt x="29230" y="15840"/>
                    </a:lnTo>
                    <a:lnTo>
                      <a:pt x="29189" y="15861"/>
                    </a:lnTo>
                    <a:lnTo>
                      <a:pt x="29168" y="15965"/>
                    </a:lnTo>
                    <a:lnTo>
                      <a:pt x="29168" y="16070"/>
                    </a:lnTo>
                    <a:lnTo>
                      <a:pt x="29000" y="16195"/>
                    </a:lnTo>
                    <a:lnTo>
                      <a:pt x="28958" y="16300"/>
                    </a:lnTo>
                    <a:lnTo>
                      <a:pt x="28958" y="16467"/>
                    </a:lnTo>
                    <a:lnTo>
                      <a:pt x="28916" y="16509"/>
                    </a:lnTo>
                    <a:lnTo>
                      <a:pt x="28916" y="16677"/>
                    </a:lnTo>
                    <a:lnTo>
                      <a:pt x="28854" y="16760"/>
                    </a:lnTo>
                    <a:lnTo>
                      <a:pt x="28707" y="16760"/>
                    </a:lnTo>
                    <a:lnTo>
                      <a:pt x="28540" y="16823"/>
                    </a:lnTo>
                    <a:lnTo>
                      <a:pt x="28540" y="16928"/>
                    </a:lnTo>
                    <a:lnTo>
                      <a:pt x="28477" y="17116"/>
                    </a:lnTo>
                    <a:lnTo>
                      <a:pt x="28498" y="17242"/>
                    </a:lnTo>
                    <a:lnTo>
                      <a:pt x="28561" y="17242"/>
                    </a:lnTo>
                    <a:lnTo>
                      <a:pt x="28582" y="17137"/>
                    </a:lnTo>
                    <a:lnTo>
                      <a:pt x="28644" y="17116"/>
                    </a:lnTo>
                    <a:lnTo>
                      <a:pt x="28686" y="17137"/>
                    </a:lnTo>
                    <a:lnTo>
                      <a:pt x="28770" y="17200"/>
                    </a:lnTo>
                    <a:lnTo>
                      <a:pt x="28854" y="17200"/>
                    </a:lnTo>
                    <a:lnTo>
                      <a:pt x="28896" y="17179"/>
                    </a:lnTo>
                    <a:lnTo>
                      <a:pt x="28958" y="17179"/>
                    </a:lnTo>
                    <a:lnTo>
                      <a:pt x="29000" y="17221"/>
                    </a:lnTo>
                    <a:lnTo>
                      <a:pt x="29021" y="17304"/>
                    </a:lnTo>
                    <a:lnTo>
                      <a:pt x="28958" y="17409"/>
                    </a:lnTo>
                    <a:lnTo>
                      <a:pt x="28979" y="17514"/>
                    </a:lnTo>
                    <a:lnTo>
                      <a:pt x="28896" y="17597"/>
                    </a:lnTo>
                    <a:lnTo>
                      <a:pt x="28896" y="17744"/>
                    </a:lnTo>
                    <a:lnTo>
                      <a:pt x="28916" y="17806"/>
                    </a:lnTo>
                    <a:lnTo>
                      <a:pt x="28979" y="17765"/>
                    </a:lnTo>
                    <a:lnTo>
                      <a:pt x="29021" y="17806"/>
                    </a:lnTo>
                    <a:lnTo>
                      <a:pt x="29105" y="17806"/>
                    </a:lnTo>
                    <a:lnTo>
                      <a:pt x="29168" y="17744"/>
                    </a:lnTo>
                    <a:lnTo>
                      <a:pt x="29272" y="17744"/>
                    </a:lnTo>
                    <a:lnTo>
                      <a:pt x="29293" y="17702"/>
                    </a:lnTo>
                    <a:lnTo>
                      <a:pt x="29377" y="17639"/>
                    </a:lnTo>
                    <a:lnTo>
                      <a:pt x="29440" y="17639"/>
                    </a:lnTo>
                    <a:lnTo>
                      <a:pt x="29544" y="17555"/>
                    </a:lnTo>
                    <a:lnTo>
                      <a:pt x="29586" y="17430"/>
                    </a:lnTo>
                    <a:lnTo>
                      <a:pt x="29649" y="17346"/>
                    </a:lnTo>
                    <a:lnTo>
                      <a:pt x="29712" y="17283"/>
                    </a:lnTo>
                    <a:lnTo>
                      <a:pt x="29753" y="17283"/>
                    </a:lnTo>
                    <a:lnTo>
                      <a:pt x="29816" y="17325"/>
                    </a:lnTo>
                    <a:lnTo>
                      <a:pt x="29900" y="17283"/>
                    </a:lnTo>
                    <a:lnTo>
                      <a:pt x="29942" y="17242"/>
                    </a:lnTo>
                    <a:lnTo>
                      <a:pt x="30025" y="17242"/>
                    </a:lnTo>
                    <a:lnTo>
                      <a:pt x="30067" y="17095"/>
                    </a:lnTo>
                    <a:lnTo>
                      <a:pt x="30067" y="16970"/>
                    </a:lnTo>
                    <a:lnTo>
                      <a:pt x="30172" y="16886"/>
                    </a:lnTo>
                    <a:lnTo>
                      <a:pt x="30214" y="16802"/>
                    </a:lnTo>
                    <a:lnTo>
                      <a:pt x="30277" y="16802"/>
                    </a:lnTo>
                    <a:lnTo>
                      <a:pt x="30339" y="16865"/>
                    </a:lnTo>
                    <a:lnTo>
                      <a:pt x="30381" y="16802"/>
                    </a:lnTo>
                    <a:lnTo>
                      <a:pt x="30444" y="16781"/>
                    </a:lnTo>
                    <a:lnTo>
                      <a:pt x="30486" y="16802"/>
                    </a:lnTo>
                    <a:lnTo>
                      <a:pt x="30528" y="16907"/>
                    </a:lnTo>
                    <a:lnTo>
                      <a:pt x="30444" y="16970"/>
                    </a:lnTo>
                    <a:lnTo>
                      <a:pt x="30381" y="17011"/>
                    </a:lnTo>
                    <a:lnTo>
                      <a:pt x="30465" y="17074"/>
                    </a:lnTo>
                    <a:lnTo>
                      <a:pt x="30632" y="17074"/>
                    </a:lnTo>
                    <a:lnTo>
                      <a:pt x="30695" y="17095"/>
                    </a:lnTo>
                    <a:lnTo>
                      <a:pt x="30737" y="17179"/>
                    </a:lnTo>
                    <a:lnTo>
                      <a:pt x="30653" y="17283"/>
                    </a:lnTo>
                    <a:lnTo>
                      <a:pt x="30569" y="17304"/>
                    </a:lnTo>
                    <a:lnTo>
                      <a:pt x="30569" y="17430"/>
                    </a:lnTo>
                    <a:lnTo>
                      <a:pt x="30653" y="17451"/>
                    </a:lnTo>
                    <a:lnTo>
                      <a:pt x="30695" y="17430"/>
                    </a:lnTo>
                    <a:lnTo>
                      <a:pt x="30779" y="17430"/>
                    </a:lnTo>
                    <a:lnTo>
                      <a:pt x="30800" y="17451"/>
                    </a:lnTo>
                    <a:lnTo>
                      <a:pt x="30883" y="17430"/>
                    </a:lnTo>
                    <a:lnTo>
                      <a:pt x="30904" y="17514"/>
                    </a:lnTo>
                    <a:lnTo>
                      <a:pt x="31009" y="17514"/>
                    </a:lnTo>
                    <a:lnTo>
                      <a:pt x="31072" y="17555"/>
                    </a:lnTo>
                    <a:lnTo>
                      <a:pt x="31113" y="17555"/>
                    </a:lnTo>
                    <a:lnTo>
                      <a:pt x="31260" y="17639"/>
                    </a:lnTo>
                    <a:lnTo>
                      <a:pt x="31302" y="17618"/>
                    </a:lnTo>
                    <a:lnTo>
                      <a:pt x="31365" y="17493"/>
                    </a:lnTo>
                    <a:lnTo>
                      <a:pt x="31406" y="17451"/>
                    </a:lnTo>
                    <a:lnTo>
                      <a:pt x="31490" y="17346"/>
                    </a:lnTo>
                    <a:lnTo>
                      <a:pt x="31595" y="17346"/>
                    </a:lnTo>
                    <a:lnTo>
                      <a:pt x="31616" y="17304"/>
                    </a:lnTo>
                    <a:lnTo>
                      <a:pt x="31532" y="17283"/>
                    </a:lnTo>
                    <a:lnTo>
                      <a:pt x="31490" y="17200"/>
                    </a:lnTo>
                    <a:lnTo>
                      <a:pt x="31574" y="17179"/>
                    </a:lnTo>
                    <a:lnTo>
                      <a:pt x="31595" y="17095"/>
                    </a:lnTo>
                    <a:lnTo>
                      <a:pt x="31511" y="17053"/>
                    </a:lnTo>
                    <a:lnTo>
                      <a:pt x="31469" y="16990"/>
                    </a:lnTo>
                    <a:lnTo>
                      <a:pt x="31406" y="17011"/>
                    </a:lnTo>
                    <a:lnTo>
                      <a:pt x="31406" y="17095"/>
                    </a:lnTo>
                    <a:lnTo>
                      <a:pt x="31365" y="17116"/>
                    </a:lnTo>
                    <a:lnTo>
                      <a:pt x="31302" y="17095"/>
                    </a:lnTo>
                    <a:lnTo>
                      <a:pt x="31197" y="17032"/>
                    </a:lnTo>
                    <a:lnTo>
                      <a:pt x="31197" y="16970"/>
                    </a:lnTo>
                    <a:lnTo>
                      <a:pt x="31155" y="16990"/>
                    </a:lnTo>
                    <a:lnTo>
                      <a:pt x="31072" y="17074"/>
                    </a:lnTo>
                    <a:lnTo>
                      <a:pt x="30883" y="17074"/>
                    </a:lnTo>
                    <a:lnTo>
                      <a:pt x="30800" y="17011"/>
                    </a:lnTo>
                    <a:lnTo>
                      <a:pt x="30904" y="16970"/>
                    </a:lnTo>
                    <a:lnTo>
                      <a:pt x="30988" y="16970"/>
                    </a:lnTo>
                    <a:lnTo>
                      <a:pt x="31072" y="16907"/>
                    </a:lnTo>
                    <a:lnTo>
                      <a:pt x="31072" y="16823"/>
                    </a:lnTo>
                    <a:lnTo>
                      <a:pt x="31051" y="16802"/>
                    </a:lnTo>
                    <a:lnTo>
                      <a:pt x="31051" y="16677"/>
                    </a:lnTo>
                    <a:lnTo>
                      <a:pt x="31072" y="16593"/>
                    </a:lnTo>
                    <a:lnTo>
                      <a:pt x="31072" y="16551"/>
                    </a:lnTo>
                    <a:lnTo>
                      <a:pt x="31009" y="16488"/>
                    </a:lnTo>
                    <a:lnTo>
                      <a:pt x="31009" y="16405"/>
                    </a:lnTo>
                    <a:lnTo>
                      <a:pt x="30862" y="16258"/>
                    </a:lnTo>
                    <a:lnTo>
                      <a:pt x="30737" y="16195"/>
                    </a:lnTo>
                    <a:lnTo>
                      <a:pt x="30737" y="16153"/>
                    </a:lnTo>
                    <a:lnTo>
                      <a:pt x="30695" y="16028"/>
                    </a:lnTo>
                    <a:lnTo>
                      <a:pt x="30632" y="16028"/>
                    </a:lnTo>
                    <a:lnTo>
                      <a:pt x="30590" y="15944"/>
                    </a:lnTo>
                    <a:lnTo>
                      <a:pt x="30632" y="15819"/>
                    </a:lnTo>
                    <a:lnTo>
                      <a:pt x="30590" y="15735"/>
                    </a:lnTo>
                    <a:lnTo>
                      <a:pt x="30465" y="15735"/>
                    </a:lnTo>
                    <a:lnTo>
                      <a:pt x="30277" y="15651"/>
                    </a:lnTo>
                    <a:lnTo>
                      <a:pt x="30235" y="15547"/>
                    </a:lnTo>
                    <a:lnTo>
                      <a:pt x="30277" y="15505"/>
                    </a:lnTo>
                    <a:lnTo>
                      <a:pt x="30277" y="15442"/>
                    </a:lnTo>
                    <a:lnTo>
                      <a:pt x="30214" y="15358"/>
                    </a:lnTo>
                    <a:lnTo>
                      <a:pt x="30172" y="15296"/>
                    </a:lnTo>
                    <a:lnTo>
                      <a:pt x="30151" y="15296"/>
                    </a:lnTo>
                    <a:lnTo>
                      <a:pt x="30046" y="15421"/>
                    </a:lnTo>
                    <a:lnTo>
                      <a:pt x="30025" y="15526"/>
                    </a:lnTo>
                    <a:lnTo>
                      <a:pt x="29963" y="15568"/>
                    </a:lnTo>
                    <a:lnTo>
                      <a:pt x="29921" y="15526"/>
                    </a:lnTo>
                    <a:lnTo>
                      <a:pt x="29921" y="15400"/>
                    </a:lnTo>
                    <a:lnTo>
                      <a:pt x="29858" y="15296"/>
                    </a:lnTo>
                    <a:lnTo>
                      <a:pt x="29900" y="15212"/>
                    </a:lnTo>
                    <a:lnTo>
                      <a:pt x="30025" y="15212"/>
                    </a:lnTo>
                    <a:lnTo>
                      <a:pt x="30005" y="15128"/>
                    </a:lnTo>
                    <a:lnTo>
                      <a:pt x="30025" y="15024"/>
                    </a:lnTo>
                    <a:lnTo>
                      <a:pt x="30005" y="14919"/>
                    </a:lnTo>
                    <a:lnTo>
                      <a:pt x="29900" y="14940"/>
                    </a:lnTo>
                    <a:lnTo>
                      <a:pt x="29900" y="14877"/>
                    </a:lnTo>
                    <a:lnTo>
                      <a:pt x="29963" y="14773"/>
                    </a:lnTo>
                    <a:lnTo>
                      <a:pt x="29921" y="14731"/>
                    </a:lnTo>
                    <a:lnTo>
                      <a:pt x="29712" y="14814"/>
                    </a:lnTo>
                    <a:cubicBezTo>
                      <a:pt x="29691" y="14773"/>
                      <a:pt x="29628" y="14731"/>
                      <a:pt x="29607" y="14689"/>
                    </a:cubicBezTo>
                    <a:lnTo>
                      <a:pt x="29712" y="14605"/>
                    </a:lnTo>
                    <a:lnTo>
                      <a:pt x="29795" y="14584"/>
                    </a:lnTo>
                    <a:lnTo>
                      <a:pt x="29858" y="14417"/>
                    </a:lnTo>
                    <a:lnTo>
                      <a:pt x="29816" y="14312"/>
                    </a:lnTo>
                    <a:lnTo>
                      <a:pt x="29691" y="14291"/>
                    </a:lnTo>
                    <a:lnTo>
                      <a:pt x="29628" y="14208"/>
                    </a:lnTo>
                    <a:lnTo>
                      <a:pt x="29628" y="14103"/>
                    </a:lnTo>
                    <a:lnTo>
                      <a:pt x="29691" y="14082"/>
                    </a:lnTo>
                    <a:lnTo>
                      <a:pt x="29649" y="13998"/>
                    </a:lnTo>
                    <a:lnTo>
                      <a:pt x="29691" y="13915"/>
                    </a:lnTo>
                    <a:lnTo>
                      <a:pt x="29816" y="13998"/>
                    </a:lnTo>
                    <a:lnTo>
                      <a:pt x="29921" y="13977"/>
                    </a:lnTo>
                    <a:lnTo>
                      <a:pt x="30025" y="14061"/>
                    </a:lnTo>
                    <a:lnTo>
                      <a:pt x="30151" y="14061"/>
                    </a:lnTo>
                    <a:lnTo>
                      <a:pt x="30318" y="13977"/>
                    </a:lnTo>
                    <a:lnTo>
                      <a:pt x="30318" y="14019"/>
                    </a:lnTo>
                    <a:lnTo>
                      <a:pt x="30360" y="14061"/>
                    </a:lnTo>
                    <a:lnTo>
                      <a:pt x="30339" y="14082"/>
                    </a:lnTo>
                    <a:lnTo>
                      <a:pt x="30277" y="14249"/>
                    </a:lnTo>
                    <a:lnTo>
                      <a:pt x="30277" y="14312"/>
                    </a:lnTo>
                    <a:lnTo>
                      <a:pt x="30360" y="14291"/>
                    </a:lnTo>
                    <a:lnTo>
                      <a:pt x="30381" y="14354"/>
                    </a:lnTo>
                    <a:lnTo>
                      <a:pt x="30465" y="14375"/>
                    </a:lnTo>
                    <a:lnTo>
                      <a:pt x="30590" y="14459"/>
                    </a:lnTo>
                    <a:lnTo>
                      <a:pt x="30632" y="14354"/>
                    </a:lnTo>
                    <a:lnTo>
                      <a:pt x="30528" y="14249"/>
                    </a:lnTo>
                    <a:lnTo>
                      <a:pt x="30590" y="14145"/>
                    </a:lnTo>
                    <a:lnTo>
                      <a:pt x="30632" y="14208"/>
                    </a:lnTo>
                    <a:lnTo>
                      <a:pt x="30695" y="14249"/>
                    </a:lnTo>
                    <a:lnTo>
                      <a:pt x="30737" y="14354"/>
                    </a:lnTo>
                    <a:lnTo>
                      <a:pt x="30904" y="14501"/>
                    </a:lnTo>
                    <a:lnTo>
                      <a:pt x="30967" y="14501"/>
                    </a:lnTo>
                    <a:lnTo>
                      <a:pt x="30967" y="14417"/>
                    </a:lnTo>
                    <a:lnTo>
                      <a:pt x="30946" y="14375"/>
                    </a:lnTo>
                    <a:lnTo>
                      <a:pt x="30988" y="14291"/>
                    </a:lnTo>
                    <a:lnTo>
                      <a:pt x="30967" y="14145"/>
                    </a:lnTo>
                    <a:lnTo>
                      <a:pt x="30904" y="14103"/>
                    </a:lnTo>
                    <a:lnTo>
                      <a:pt x="30946" y="13957"/>
                    </a:lnTo>
                    <a:lnTo>
                      <a:pt x="30862" y="13768"/>
                    </a:lnTo>
                    <a:lnTo>
                      <a:pt x="30758" y="13726"/>
                    </a:lnTo>
                    <a:lnTo>
                      <a:pt x="30758" y="13622"/>
                    </a:lnTo>
                    <a:lnTo>
                      <a:pt x="30695" y="13580"/>
                    </a:lnTo>
                    <a:lnTo>
                      <a:pt x="30549" y="13685"/>
                    </a:lnTo>
                    <a:lnTo>
                      <a:pt x="30486" y="13685"/>
                    </a:lnTo>
                    <a:lnTo>
                      <a:pt x="30590" y="13538"/>
                    </a:lnTo>
                    <a:lnTo>
                      <a:pt x="30695" y="13538"/>
                    </a:lnTo>
                    <a:lnTo>
                      <a:pt x="30737" y="13559"/>
                    </a:lnTo>
                    <a:lnTo>
                      <a:pt x="30841" y="13517"/>
                    </a:lnTo>
                    <a:lnTo>
                      <a:pt x="30925" y="13622"/>
                    </a:lnTo>
                    <a:lnTo>
                      <a:pt x="30967" y="13643"/>
                    </a:lnTo>
                    <a:lnTo>
                      <a:pt x="30967" y="13873"/>
                    </a:lnTo>
                    <a:lnTo>
                      <a:pt x="31009" y="13873"/>
                    </a:lnTo>
                    <a:lnTo>
                      <a:pt x="31155" y="13768"/>
                    </a:lnTo>
                    <a:lnTo>
                      <a:pt x="31051" y="13936"/>
                    </a:lnTo>
                    <a:lnTo>
                      <a:pt x="31051" y="13998"/>
                    </a:lnTo>
                    <a:lnTo>
                      <a:pt x="30967" y="14040"/>
                    </a:lnTo>
                    <a:lnTo>
                      <a:pt x="30967" y="14082"/>
                    </a:lnTo>
                    <a:lnTo>
                      <a:pt x="31051" y="14166"/>
                    </a:lnTo>
                    <a:lnTo>
                      <a:pt x="31072" y="14291"/>
                    </a:lnTo>
                    <a:lnTo>
                      <a:pt x="31009" y="14375"/>
                    </a:lnTo>
                    <a:lnTo>
                      <a:pt x="31072" y="14417"/>
                    </a:lnTo>
                    <a:lnTo>
                      <a:pt x="31365" y="14354"/>
                    </a:lnTo>
                    <a:lnTo>
                      <a:pt x="31406" y="14249"/>
                    </a:lnTo>
                    <a:lnTo>
                      <a:pt x="31511" y="14249"/>
                    </a:lnTo>
                    <a:lnTo>
                      <a:pt x="31574" y="14270"/>
                    </a:lnTo>
                    <a:lnTo>
                      <a:pt x="31720" y="14082"/>
                    </a:lnTo>
                    <a:lnTo>
                      <a:pt x="31804" y="14082"/>
                    </a:lnTo>
                    <a:lnTo>
                      <a:pt x="31846" y="13998"/>
                    </a:lnTo>
                    <a:lnTo>
                      <a:pt x="31950" y="13936"/>
                    </a:lnTo>
                    <a:lnTo>
                      <a:pt x="31992" y="13789"/>
                    </a:lnTo>
                    <a:lnTo>
                      <a:pt x="32055" y="13747"/>
                    </a:lnTo>
                    <a:lnTo>
                      <a:pt x="32243" y="13747"/>
                    </a:lnTo>
                    <a:lnTo>
                      <a:pt x="32348" y="13789"/>
                    </a:lnTo>
                    <a:lnTo>
                      <a:pt x="32411" y="13726"/>
                    </a:lnTo>
                    <a:lnTo>
                      <a:pt x="32369" y="13622"/>
                    </a:lnTo>
                    <a:lnTo>
                      <a:pt x="32536" y="13475"/>
                    </a:lnTo>
                    <a:lnTo>
                      <a:pt x="32557" y="13413"/>
                    </a:lnTo>
                    <a:lnTo>
                      <a:pt x="32620" y="13371"/>
                    </a:lnTo>
                    <a:lnTo>
                      <a:pt x="32641" y="13245"/>
                    </a:lnTo>
                    <a:lnTo>
                      <a:pt x="32515" y="13015"/>
                    </a:lnTo>
                    <a:lnTo>
                      <a:pt x="32536" y="12931"/>
                    </a:lnTo>
                    <a:lnTo>
                      <a:pt x="32411" y="12827"/>
                    </a:lnTo>
                    <a:lnTo>
                      <a:pt x="32369" y="12701"/>
                    </a:lnTo>
                    <a:lnTo>
                      <a:pt x="32432" y="12596"/>
                    </a:lnTo>
                    <a:lnTo>
                      <a:pt x="32557" y="12534"/>
                    </a:lnTo>
                    <a:lnTo>
                      <a:pt x="32578" y="12471"/>
                    </a:lnTo>
                    <a:lnTo>
                      <a:pt x="32557" y="12471"/>
                    </a:lnTo>
                    <a:lnTo>
                      <a:pt x="32474" y="12534"/>
                    </a:lnTo>
                    <a:lnTo>
                      <a:pt x="32453" y="12534"/>
                    </a:lnTo>
                    <a:lnTo>
                      <a:pt x="32453" y="12471"/>
                    </a:lnTo>
                    <a:lnTo>
                      <a:pt x="32536" y="12366"/>
                    </a:lnTo>
                    <a:lnTo>
                      <a:pt x="32432" y="12366"/>
                    </a:lnTo>
                    <a:lnTo>
                      <a:pt x="32515" y="12283"/>
                    </a:lnTo>
                    <a:lnTo>
                      <a:pt x="32536" y="12199"/>
                    </a:lnTo>
                    <a:lnTo>
                      <a:pt x="32453" y="12157"/>
                    </a:lnTo>
                    <a:lnTo>
                      <a:pt x="32348" y="12115"/>
                    </a:lnTo>
                    <a:lnTo>
                      <a:pt x="32411" y="12094"/>
                    </a:lnTo>
                    <a:lnTo>
                      <a:pt x="32411" y="11990"/>
                    </a:lnTo>
                    <a:lnTo>
                      <a:pt x="32474" y="11990"/>
                    </a:lnTo>
                    <a:lnTo>
                      <a:pt x="32515" y="12052"/>
                    </a:lnTo>
                    <a:lnTo>
                      <a:pt x="32620" y="12052"/>
                    </a:lnTo>
                    <a:lnTo>
                      <a:pt x="32683" y="12157"/>
                    </a:lnTo>
                    <a:lnTo>
                      <a:pt x="32766" y="12178"/>
                    </a:lnTo>
                    <a:lnTo>
                      <a:pt x="32829" y="12094"/>
                    </a:lnTo>
                    <a:lnTo>
                      <a:pt x="32892" y="12115"/>
                    </a:lnTo>
                    <a:lnTo>
                      <a:pt x="33059" y="12073"/>
                    </a:lnTo>
                    <a:lnTo>
                      <a:pt x="33185" y="11990"/>
                    </a:lnTo>
                    <a:lnTo>
                      <a:pt x="33143" y="11948"/>
                    </a:lnTo>
                    <a:lnTo>
                      <a:pt x="33206" y="11843"/>
                    </a:lnTo>
                    <a:lnTo>
                      <a:pt x="33185" y="11801"/>
                    </a:lnTo>
                    <a:lnTo>
                      <a:pt x="33143" y="11801"/>
                    </a:lnTo>
                    <a:lnTo>
                      <a:pt x="33143" y="11739"/>
                    </a:lnTo>
                    <a:lnTo>
                      <a:pt x="33080" y="11697"/>
                    </a:lnTo>
                    <a:lnTo>
                      <a:pt x="32934" y="11697"/>
                    </a:lnTo>
                    <a:lnTo>
                      <a:pt x="32997" y="11655"/>
                    </a:lnTo>
                    <a:lnTo>
                      <a:pt x="33101" y="11634"/>
                    </a:lnTo>
                    <a:lnTo>
                      <a:pt x="33290" y="11488"/>
                    </a:lnTo>
                    <a:lnTo>
                      <a:pt x="33373" y="11383"/>
                    </a:lnTo>
                    <a:lnTo>
                      <a:pt x="33352" y="11341"/>
                    </a:lnTo>
                    <a:lnTo>
                      <a:pt x="33290" y="11320"/>
                    </a:lnTo>
                    <a:lnTo>
                      <a:pt x="33269" y="11236"/>
                    </a:lnTo>
                    <a:lnTo>
                      <a:pt x="33080" y="11174"/>
                    </a:lnTo>
                    <a:lnTo>
                      <a:pt x="32976" y="11216"/>
                    </a:lnTo>
                    <a:lnTo>
                      <a:pt x="32934" y="11174"/>
                    </a:lnTo>
                    <a:lnTo>
                      <a:pt x="33038" y="11153"/>
                    </a:lnTo>
                    <a:lnTo>
                      <a:pt x="33038" y="11027"/>
                    </a:lnTo>
                    <a:lnTo>
                      <a:pt x="32808" y="10860"/>
                    </a:lnTo>
                    <a:lnTo>
                      <a:pt x="32808" y="10818"/>
                    </a:lnTo>
                    <a:lnTo>
                      <a:pt x="32871" y="10818"/>
                    </a:lnTo>
                    <a:lnTo>
                      <a:pt x="32955" y="10902"/>
                    </a:lnTo>
                    <a:lnTo>
                      <a:pt x="33038" y="10860"/>
                    </a:lnTo>
                    <a:lnTo>
                      <a:pt x="32955" y="10797"/>
                    </a:lnTo>
                    <a:lnTo>
                      <a:pt x="33018" y="10755"/>
                    </a:lnTo>
                    <a:lnTo>
                      <a:pt x="33018" y="10713"/>
                    </a:lnTo>
                    <a:lnTo>
                      <a:pt x="32871" y="10651"/>
                    </a:lnTo>
                    <a:lnTo>
                      <a:pt x="32766" y="10588"/>
                    </a:lnTo>
                    <a:lnTo>
                      <a:pt x="32662" y="10651"/>
                    </a:lnTo>
                    <a:lnTo>
                      <a:pt x="32515" y="10588"/>
                    </a:lnTo>
                    <a:cubicBezTo>
                      <a:pt x="32536" y="10546"/>
                      <a:pt x="32536" y="10525"/>
                      <a:pt x="32536" y="10504"/>
                    </a:cubicBezTo>
                    <a:lnTo>
                      <a:pt x="32599" y="10504"/>
                    </a:lnTo>
                    <a:lnTo>
                      <a:pt x="32620" y="10483"/>
                    </a:lnTo>
                    <a:lnTo>
                      <a:pt x="32599" y="10420"/>
                    </a:lnTo>
                    <a:lnTo>
                      <a:pt x="32536" y="10420"/>
                    </a:lnTo>
                    <a:cubicBezTo>
                      <a:pt x="32536" y="10400"/>
                      <a:pt x="32536" y="10339"/>
                      <a:pt x="32517" y="10317"/>
                    </a:cubicBezTo>
                    <a:lnTo>
                      <a:pt x="32517" y="10317"/>
                    </a:lnTo>
                    <a:cubicBezTo>
                      <a:pt x="32518" y="10308"/>
                      <a:pt x="32523" y="10287"/>
                      <a:pt x="32536" y="10274"/>
                    </a:cubicBezTo>
                    <a:cubicBezTo>
                      <a:pt x="32536" y="10274"/>
                      <a:pt x="32536" y="10232"/>
                      <a:pt x="32557" y="10232"/>
                    </a:cubicBezTo>
                    <a:lnTo>
                      <a:pt x="32641" y="10316"/>
                    </a:lnTo>
                    <a:lnTo>
                      <a:pt x="32746" y="10274"/>
                    </a:lnTo>
                    <a:lnTo>
                      <a:pt x="32934" y="10232"/>
                    </a:lnTo>
                    <a:lnTo>
                      <a:pt x="32976" y="10337"/>
                    </a:lnTo>
                    <a:lnTo>
                      <a:pt x="33080" y="10379"/>
                    </a:lnTo>
                    <a:lnTo>
                      <a:pt x="33143" y="10441"/>
                    </a:lnTo>
                    <a:lnTo>
                      <a:pt x="33185" y="10420"/>
                    </a:lnTo>
                    <a:lnTo>
                      <a:pt x="33352" y="10525"/>
                    </a:lnTo>
                    <a:lnTo>
                      <a:pt x="33394" y="10483"/>
                    </a:lnTo>
                    <a:lnTo>
                      <a:pt x="33457" y="10504"/>
                    </a:lnTo>
                    <a:lnTo>
                      <a:pt x="33499" y="10420"/>
                    </a:lnTo>
                    <a:lnTo>
                      <a:pt x="33478" y="10337"/>
                    </a:lnTo>
                    <a:lnTo>
                      <a:pt x="33394" y="10295"/>
                    </a:lnTo>
                    <a:lnTo>
                      <a:pt x="33310" y="10190"/>
                    </a:lnTo>
                    <a:lnTo>
                      <a:pt x="33269" y="10107"/>
                    </a:lnTo>
                    <a:lnTo>
                      <a:pt x="33059" y="9918"/>
                    </a:lnTo>
                    <a:lnTo>
                      <a:pt x="33038" y="9855"/>
                    </a:lnTo>
                    <a:lnTo>
                      <a:pt x="33038" y="9855"/>
                    </a:lnTo>
                    <a:lnTo>
                      <a:pt x="33101" y="9897"/>
                    </a:lnTo>
                    <a:lnTo>
                      <a:pt x="33143" y="9960"/>
                    </a:lnTo>
                    <a:lnTo>
                      <a:pt x="33206" y="9981"/>
                    </a:lnTo>
                    <a:lnTo>
                      <a:pt x="33310" y="10107"/>
                    </a:lnTo>
                    <a:lnTo>
                      <a:pt x="33394" y="10127"/>
                    </a:lnTo>
                    <a:lnTo>
                      <a:pt x="33415" y="10190"/>
                    </a:lnTo>
                    <a:lnTo>
                      <a:pt x="33499" y="10295"/>
                    </a:lnTo>
                    <a:lnTo>
                      <a:pt x="33603" y="10400"/>
                    </a:lnTo>
                    <a:lnTo>
                      <a:pt x="33624" y="10462"/>
                    </a:lnTo>
                    <a:lnTo>
                      <a:pt x="33687" y="10504"/>
                    </a:lnTo>
                    <a:lnTo>
                      <a:pt x="33792" y="10609"/>
                    </a:lnTo>
                    <a:lnTo>
                      <a:pt x="33834" y="10713"/>
                    </a:lnTo>
                    <a:lnTo>
                      <a:pt x="33938" y="10713"/>
                    </a:lnTo>
                    <a:lnTo>
                      <a:pt x="33980" y="10672"/>
                    </a:lnTo>
                    <a:lnTo>
                      <a:pt x="33917" y="10546"/>
                    </a:lnTo>
                    <a:lnTo>
                      <a:pt x="33834" y="10337"/>
                    </a:lnTo>
                    <a:lnTo>
                      <a:pt x="34001" y="10358"/>
                    </a:lnTo>
                    <a:lnTo>
                      <a:pt x="34189" y="10462"/>
                    </a:lnTo>
                    <a:lnTo>
                      <a:pt x="34357" y="10462"/>
                    </a:lnTo>
                    <a:lnTo>
                      <a:pt x="34357" y="10567"/>
                    </a:lnTo>
                    <a:lnTo>
                      <a:pt x="34336" y="10630"/>
                    </a:lnTo>
                    <a:lnTo>
                      <a:pt x="34440" y="10713"/>
                    </a:lnTo>
                    <a:lnTo>
                      <a:pt x="34545" y="10713"/>
                    </a:lnTo>
                    <a:lnTo>
                      <a:pt x="34566" y="10734"/>
                    </a:lnTo>
                    <a:lnTo>
                      <a:pt x="34838" y="10734"/>
                    </a:lnTo>
                    <a:lnTo>
                      <a:pt x="34922" y="10672"/>
                    </a:lnTo>
                    <a:lnTo>
                      <a:pt x="34984" y="10546"/>
                    </a:lnTo>
                    <a:lnTo>
                      <a:pt x="34984" y="10441"/>
                    </a:lnTo>
                    <a:lnTo>
                      <a:pt x="35026" y="10337"/>
                    </a:lnTo>
                    <a:lnTo>
                      <a:pt x="34963" y="10295"/>
                    </a:lnTo>
                    <a:lnTo>
                      <a:pt x="34880" y="10086"/>
                    </a:lnTo>
                    <a:lnTo>
                      <a:pt x="34838" y="10086"/>
                    </a:lnTo>
                    <a:lnTo>
                      <a:pt x="34754" y="9939"/>
                    </a:lnTo>
                    <a:lnTo>
                      <a:pt x="34775" y="9814"/>
                    </a:lnTo>
                    <a:lnTo>
                      <a:pt x="34838" y="9793"/>
                    </a:lnTo>
                    <a:lnTo>
                      <a:pt x="34838" y="9709"/>
                    </a:lnTo>
                    <a:lnTo>
                      <a:pt x="34859" y="9688"/>
                    </a:lnTo>
                    <a:lnTo>
                      <a:pt x="34922" y="9730"/>
                    </a:lnTo>
                    <a:lnTo>
                      <a:pt x="34943" y="9835"/>
                    </a:lnTo>
                    <a:lnTo>
                      <a:pt x="34984" y="9730"/>
                    </a:lnTo>
                    <a:lnTo>
                      <a:pt x="34984" y="9583"/>
                    </a:lnTo>
                    <a:lnTo>
                      <a:pt x="35047" y="9542"/>
                    </a:lnTo>
                    <a:lnTo>
                      <a:pt x="35089" y="9500"/>
                    </a:lnTo>
                    <a:lnTo>
                      <a:pt x="35089" y="9604"/>
                    </a:lnTo>
                    <a:lnTo>
                      <a:pt x="35131" y="9667"/>
                    </a:lnTo>
                    <a:lnTo>
                      <a:pt x="35089" y="9709"/>
                    </a:lnTo>
                    <a:lnTo>
                      <a:pt x="34984" y="9772"/>
                    </a:lnTo>
                    <a:lnTo>
                      <a:pt x="34963" y="9897"/>
                    </a:lnTo>
                    <a:lnTo>
                      <a:pt x="35026" y="9918"/>
                    </a:lnTo>
                    <a:lnTo>
                      <a:pt x="35068" y="10002"/>
                    </a:lnTo>
                    <a:lnTo>
                      <a:pt x="35068" y="10086"/>
                    </a:lnTo>
                    <a:lnTo>
                      <a:pt x="35194" y="10232"/>
                    </a:lnTo>
                    <a:lnTo>
                      <a:pt x="35256" y="10274"/>
                    </a:lnTo>
                    <a:lnTo>
                      <a:pt x="35256" y="10190"/>
                    </a:lnTo>
                    <a:lnTo>
                      <a:pt x="35298" y="10169"/>
                    </a:lnTo>
                    <a:lnTo>
                      <a:pt x="35361" y="10211"/>
                    </a:lnTo>
                    <a:lnTo>
                      <a:pt x="35466" y="10169"/>
                    </a:lnTo>
                    <a:lnTo>
                      <a:pt x="35487" y="10211"/>
                    </a:lnTo>
                    <a:lnTo>
                      <a:pt x="35466" y="10253"/>
                    </a:lnTo>
                    <a:lnTo>
                      <a:pt x="35466" y="10358"/>
                    </a:lnTo>
                    <a:lnTo>
                      <a:pt x="35403" y="10525"/>
                    </a:lnTo>
                    <a:lnTo>
                      <a:pt x="35403" y="10567"/>
                    </a:lnTo>
                    <a:lnTo>
                      <a:pt x="35298" y="10734"/>
                    </a:lnTo>
                    <a:lnTo>
                      <a:pt x="35235" y="10923"/>
                    </a:lnTo>
                    <a:lnTo>
                      <a:pt x="35235" y="10964"/>
                    </a:lnTo>
                    <a:lnTo>
                      <a:pt x="35256" y="10964"/>
                    </a:lnTo>
                    <a:lnTo>
                      <a:pt x="35298" y="10860"/>
                    </a:lnTo>
                    <a:lnTo>
                      <a:pt x="35403" y="10902"/>
                    </a:lnTo>
                    <a:lnTo>
                      <a:pt x="35403" y="10923"/>
                    </a:lnTo>
                    <a:lnTo>
                      <a:pt x="35487" y="10923"/>
                    </a:lnTo>
                    <a:lnTo>
                      <a:pt x="35549" y="11006"/>
                    </a:lnTo>
                    <a:lnTo>
                      <a:pt x="35696" y="11027"/>
                    </a:lnTo>
                    <a:lnTo>
                      <a:pt x="35591" y="11069"/>
                    </a:lnTo>
                    <a:lnTo>
                      <a:pt x="35570" y="11132"/>
                    </a:lnTo>
                    <a:lnTo>
                      <a:pt x="35507" y="11153"/>
                    </a:lnTo>
                    <a:lnTo>
                      <a:pt x="35466" y="11111"/>
                    </a:lnTo>
                    <a:lnTo>
                      <a:pt x="35382" y="11132"/>
                    </a:lnTo>
                    <a:lnTo>
                      <a:pt x="35403" y="11216"/>
                    </a:lnTo>
                    <a:lnTo>
                      <a:pt x="35466" y="11236"/>
                    </a:lnTo>
                    <a:lnTo>
                      <a:pt x="35487" y="11257"/>
                    </a:lnTo>
                    <a:lnTo>
                      <a:pt x="35591" y="11257"/>
                    </a:lnTo>
                    <a:lnTo>
                      <a:pt x="35591" y="11341"/>
                    </a:lnTo>
                    <a:lnTo>
                      <a:pt x="35612" y="11383"/>
                    </a:lnTo>
                    <a:lnTo>
                      <a:pt x="35612" y="11467"/>
                    </a:lnTo>
                    <a:lnTo>
                      <a:pt x="35675" y="11550"/>
                    </a:lnTo>
                    <a:lnTo>
                      <a:pt x="35779" y="11571"/>
                    </a:lnTo>
                    <a:lnTo>
                      <a:pt x="35821" y="11655"/>
                    </a:lnTo>
                    <a:lnTo>
                      <a:pt x="35863" y="11739"/>
                    </a:lnTo>
                    <a:lnTo>
                      <a:pt x="35821" y="11843"/>
                    </a:lnTo>
                    <a:lnTo>
                      <a:pt x="35759" y="11906"/>
                    </a:lnTo>
                    <a:lnTo>
                      <a:pt x="35675" y="11906"/>
                    </a:lnTo>
                    <a:lnTo>
                      <a:pt x="35612" y="11948"/>
                    </a:lnTo>
                    <a:lnTo>
                      <a:pt x="35570" y="11906"/>
                    </a:lnTo>
                    <a:lnTo>
                      <a:pt x="35487" y="11885"/>
                    </a:lnTo>
                    <a:lnTo>
                      <a:pt x="35445" y="11906"/>
                    </a:lnTo>
                    <a:lnTo>
                      <a:pt x="35361" y="12011"/>
                    </a:lnTo>
                    <a:lnTo>
                      <a:pt x="35403" y="12052"/>
                    </a:lnTo>
                    <a:lnTo>
                      <a:pt x="35403" y="12094"/>
                    </a:lnTo>
                    <a:lnTo>
                      <a:pt x="35361" y="12178"/>
                    </a:lnTo>
                    <a:lnTo>
                      <a:pt x="35382" y="12220"/>
                    </a:lnTo>
                    <a:lnTo>
                      <a:pt x="35445" y="12220"/>
                    </a:lnTo>
                    <a:lnTo>
                      <a:pt x="35466" y="12199"/>
                    </a:lnTo>
                    <a:lnTo>
                      <a:pt x="35549" y="12178"/>
                    </a:lnTo>
                    <a:lnTo>
                      <a:pt x="35654" y="12178"/>
                    </a:lnTo>
                    <a:lnTo>
                      <a:pt x="35717" y="12115"/>
                    </a:lnTo>
                    <a:lnTo>
                      <a:pt x="35800" y="12115"/>
                    </a:lnTo>
                    <a:lnTo>
                      <a:pt x="35863" y="12011"/>
                    </a:lnTo>
                    <a:lnTo>
                      <a:pt x="35905" y="11990"/>
                    </a:lnTo>
                    <a:lnTo>
                      <a:pt x="35926" y="12115"/>
                    </a:lnTo>
                    <a:lnTo>
                      <a:pt x="35989" y="12157"/>
                    </a:lnTo>
                    <a:lnTo>
                      <a:pt x="36072" y="12094"/>
                    </a:lnTo>
                    <a:lnTo>
                      <a:pt x="36135" y="11969"/>
                    </a:lnTo>
                    <a:lnTo>
                      <a:pt x="36240" y="11885"/>
                    </a:lnTo>
                    <a:lnTo>
                      <a:pt x="36303" y="11948"/>
                    </a:lnTo>
                    <a:lnTo>
                      <a:pt x="36303" y="11990"/>
                    </a:lnTo>
                    <a:lnTo>
                      <a:pt x="36219" y="12011"/>
                    </a:lnTo>
                    <a:lnTo>
                      <a:pt x="36177" y="12073"/>
                    </a:lnTo>
                    <a:lnTo>
                      <a:pt x="36219" y="12094"/>
                    </a:lnTo>
                    <a:lnTo>
                      <a:pt x="36219" y="12157"/>
                    </a:lnTo>
                    <a:lnTo>
                      <a:pt x="36093" y="12199"/>
                    </a:lnTo>
                    <a:lnTo>
                      <a:pt x="36072" y="12220"/>
                    </a:lnTo>
                    <a:lnTo>
                      <a:pt x="36219" y="12199"/>
                    </a:lnTo>
                    <a:lnTo>
                      <a:pt x="36240" y="12283"/>
                    </a:lnTo>
                    <a:lnTo>
                      <a:pt x="36135" y="12366"/>
                    </a:lnTo>
                    <a:lnTo>
                      <a:pt x="36177" y="12492"/>
                    </a:lnTo>
                    <a:lnTo>
                      <a:pt x="36219" y="12513"/>
                    </a:lnTo>
                    <a:lnTo>
                      <a:pt x="36282" y="12617"/>
                    </a:lnTo>
                    <a:lnTo>
                      <a:pt x="36407" y="12596"/>
                    </a:lnTo>
                    <a:lnTo>
                      <a:pt x="36428" y="12534"/>
                    </a:lnTo>
                    <a:lnTo>
                      <a:pt x="36407" y="12471"/>
                    </a:lnTo>
                    <a:lnTo>
                      <a:pt x="36407" y="12387"/>
                    </a:lnTo>
                    <a:lnTo>
                      <a:pt x="36449" y="12366"/>
                    </a:lnTo>
                    <a:lnTo>
                      <a:pt x="36595" y="12471"/>
                    </a:lnTo>
                    <a:lnTo>
                      <a:pt x="36595" y="12534"/>
                    </a:lnTo>
                    <a:lnTo>
                      <a:pt x="36533" y="12638"/>
                    </a:lnTo>
                    <a:lnTo>
                      <a:pt x="36616" y="12701"/>
                    </a:lnTo>
                    <a:lnTo>
                      <a:pt x="36637" y="12743"/>
                    </a:lnTo>
                    <a:lnTo>
                      <a:pt x="36491" y="12827"/>
                    </a:lnTo>
                    <a:lnTo>
                      <a:pt x="36449" y="12889"/>
                    </a:lnTo>
                    <a:lnTo>
                      <a:pt x="36533" y="12952"/>
                    </a:lnTo>
                    <a:lnTo>
                      <a:pt x="36763" y="12952"/>
                    </a:lnTo>
                    <a:lnTo>
                      <a:pt x="36826" y="12994"/>
                    </a:lnTo>
                    <a:lnTo>
                      <a:pt x="36826" y="13099"/>
                    </a:lnTo>
                    <a:lnTo>
                      <a:pt x="36826" y="13161"/>
                    </a:lnTo>
                    <a:lnTo>
                      <a:pt x="36867" y="13140"/>
                    </a:lnTo>
                    <a:lnTo>
                      <a:pt x="36867" y="13057"/>
                    </a:lnTo>
                    <a:lnTo>
                      <a:pt x="36930" y="12994"/>
                    </a:lnTo>
                    <a:lnTo>
                      <a:pt x="36972" y="12994"/>
                    </a:lnTo>
                    <a:lnTo>
                      <a:pt x="36972" y="13057"/>
                    </a:lnTo>
                    <a:lnTo>
                      <a:pt x="36930" y="13161"/>
                    </a:lnTo>
                    <a:lnTo>
                      <a:pt x="36930" y="13245"/>
                    </a:lnTo>
                    <a:lnTo>
                      <a:pt x="36847" y="13266"/>
                    </a:lnTo>
                    <a:lnTo>
                      <a:pt x="36805" y="13433"/>
                    </a:lnTo>
                    <a:lnTo>
                      <a:pt x="36805" y="13475"/>
                    </a:lnTo>
                    <a:lnTo>
                      <a:pt x="36867" y="13517"/>
                    </a:lnTo>
                    <a:lnTo>
                      <a:pt x="36867" y="13622"/>
                    </a:lnTo>
                    <a:lnTo>
                      <a:pt x="36826" y="13726"/>
                    </a:lnTo>
                    <a:lnTo>
                      <a:pt x="36826" y="13831"/>
                    </a:lnTo>
                    <a:lnTo>
                      <a:pt x="36847" y="13852"/>
                    </a:lnTo>
                    <a:lnTo>
                      <a:pt x="36847" y="13873"/>
                    </a:lnTo>
                    <a:lnTo>
                      <a:pt x="36826" y="14082"/>
                    </a:lnTo>
                    <a:lnTo>
                      <a:pt x="36763" y="14166"/>
                    </a:lnTo>
                    <a:lnTo>
                      <a:pt x="36826" y="14270"/>
                    </a:lnTo>
                    <a:lnTo>
                      <a:pt x="36805" y="14354"/>
                    </a:lnTo>
                    <a:lnTo>
                      <a:pt x="36637" y="14396"/>
                    </a:lnTo>
                    <a:lnTo>
                      <a:pt x="36491" y="14375"/>
                    </a:lnTo>
                    <a:lnTo>
                      <a:pt x="36428" y="14396"/>
                    </a:lnTo>
                    <a:lnTo>
                      <a:pt x="36407" y="14480"/>
                    </a:lnTo>
                    <a:lnTo>
                      <a:pt x="36198" y="14626"/>
                    </a:lnTo>
                    <a:lnTo>
                      <a:pt x="36198" y="14710"/>
                    </a:lnTo>
                    <a:lnTo>
                      <a:pt x="36344" y="14793"/>
                    </a:lnTo>
                    <a:lnTo>
                      <a:pt x="36303" y="14793"/>
                    </a:lnTo>
                    <a:lnTo>
                      <a:pt x="36219" y="14814"/>
                    </a:lnTo>
                    <a:lnTo>
                      <a:pt x="36303" y="14814"/>
                    </a:lnTo>
                    <a:lnTo>
                      <a:pt x="36177" y="14982"/>
                    </a:lnTo>
                    <a:lnTo>
                      <a:pt x="36093" y="15024"/>
                    </a:lnTo>
                    <a:lnTo>
                      <a:pt x="35884" y="15149"/>
                    </a:lnTo>
                    <a:lnTo>
                      <a:pt x="35738" y="15296"/>
                    </a:lnTo>
                    <a:lnTo>
                      <a:pt x="35675" y="15296"/>
                    </a:lnTo>
                    <a:lnTo>
                      <a:pt x="35633" y="15337"/>
                    </a:lnTo>
                    <a:lnTo>
                      <a:pt x="35591" y="15463"/>
                    </a:lnTo>
                    <a:lnTo>
                      <a:pt x="35675" y="15568"/>
                    </a:lnTo>
                    <a:lnTo>
                      <a:pt x="35696" y="15672"/>
                    </a:lnTo>
                    <a:lnTo>
                      <a:pt x="35800" y="15840"/>
                    </a:lnTo>
                    <a:lnTo>
                      <a:pt x="35842" y="16133"/>
                    </a:lnTo>
                    <a:lnTo>
                      <a:pt x="35779" y="16174"/>
                    </a:lnTo>
                    <a:lnTo>
                      <a:pt x="35738" y="16153"/>
                    </a:lnTo>
                    <a:lnTo>
                      <a:pt x="35675" y="16195"/>
                    </a:lnTo>
                    <a:lnTo>
                      <a:pt x="35654" y="16300"/>
                    </a:lnTo>
                    <a:lnTo>
                      <a:pt x="35633" y="16195"/>
                    </a:lnTo>
                    <a:lnTo>
                      <a:pt x="35633" y="16049"/>
                    </a:lnTo>
                    <a:lnTo>
                      <a:pt x="35570" y="15986"/>
                    </a:lnTo>
                    <a:lnTo>
                      <a:pt x="35466" y="16049"/>
                    </a:lnTo>
                    <a:lnTo>
                      <a:pt x="35424" y="16153"/>
                    </a:lnTo>
                    <a:lnTo>
                      <a:pt x="35319" y="16216"/>
                    </a:lnTo>
                    <a:lnTo>
                      <a:pt x="35235" y="16174"/>
                    </a:lnTo>
                    <a:lnTo>
                      <a:pt x="35256" y="16112"/>
                    </a:lnTo>
                    <a:lnTo>
                      <a:pt x="35256" y="16070"/>
                    </a:lnTo>
                    <a:lnTo>
                      <a:pt x="35047" y="16070"/>
                    </a:lnTo>
                    <a:lnTo>
                      <a:pt x="35005" y="16174"/>
                    </a:lnTo>
                    <a:lnTo>
                      <a:pt x="34922" y="16258"/>
                    </a:lnTo>
                    <a:lnTo>
                      <a:pt x="34796" y="16216"/>
                    </a:lnTo>
                    <a:lnTo>
                      <a:pt x="34712" y="16216"/>
                    </a:lnTo>
                    <a:lnTo>
                      <a:pt x="34650" y="16174"/>
                    </a:lnTo>
                    <a:lnTo>
                      <a:pt x="34587" y="16174"/>
                    </a:lnTo>
                    <a:lnTo>
                      <a:pt x="34503" y="16258"/>
                    </a:lnTo>
                    <a:lnTo>
                      <a:pt x="34357" y="16195"/>
                    </a:lnTo>
                    <a:lnTo>
                      <a:pt x="34315" y="16174"/>
                    </a:lnTo>
                    <a:lnTo>
                      <a:pt x="34231" y="16070"/>
                    </a:lnTo>
                    <a:lnTo>
                      <a:pt x="34106" y="15986"/>
                    </a:lnTo>
                    <a:lnTo>
                      <a:pt x="33980" y="15965"/>
                    </a:lnTo>
                    <a:lnTo>
                      <a:pt x="33834" y="15777"/>
                    </a:lnTo>
                    <a:lnTo>
                      <a:pt x="33813" y="15840"/>
                    </a:lnTo>
                    <a:lnTo>
                      <a:pt x="33813" y="15902"/>
                    </a:lnTo>
                    <a:lnTo>
                      <a:pt x="33792" y="15965"/>
                    </a:lnTo>
                    <a:lnTo>
                      <a:pt x="33750" y="15944"/>
                    </a:lnTo>
                    <a:lnTo>
                      <a:pt x="33708" y="15965"/>
                    </a:lnTo>
                    <a:lnTo>
                      <a:pt x="33708" y="16049"/>
                    </a:lnTo>
                    <a:lnTo>
                      <a:pt x="33771" y="16112"/>
                    </a:lnTo>
                    <a:lnTo>
                      <a:pt x="33750" y="16195"/>
                    </a:lnTo>
                    <a:lnTo>
                      <a:pt x="33687" y="16195"/>
                    </a:lnTo>
                    <a:lnTo>
                      <a:pt x="33582" y="16216"/>
                    </a:lnTo>
                    <a:lnTo>
                      <a:pt x="33499" y="16300"/>
                    </a:lnTo>
                    <a:lnTo>
                      <a:pt x="33373" y="16300"/>
                    </a:lnTo>
                    <a:lnTo>
                      <a:pt x="33290" y="16384"/>
                    </a:lnTo>
                    <a:lnTo>
                      <a:pt x="33290" y="16488"/>
                    </a:lnTo>
                    <a:lnTo>
                      <a:pt x="33206" y="16530"/>
                    </a:lnTo>
                    <a:lnTo>
                      <a:pt x="33164" y="16677"/>
                    </a:lnTo>
                    <a:lnTo>
                      <a:pt x="33248" y="16886"/>
                    </a:lnTo>
                    <a:lnTo>
                      <a:pt x="33352" y="16990"/>
                    </a:lnTo>
                    <a:lnTo>
                      <a:pt x="33394" y="16949"/>
                    </a:lnTo>
                    <a:lnTo>
                      <a:pt x="33499" y="17095"/>
                    </a:lnTo>
                    <a:lnTo>
                      <a:pt x="33478" y="17158"/>
                    </a:lnTo>
                    <a:lnTo>
                      <a:pt x="33666" y="17158"/>
                    </a:lnTo>
                    <a:lnTo>
                      <a:pt x="33771" y="17200"/>
                    </a:lnTo>
                    <a:lnTo>
                      <a:pt x="33813" y="17137"/>
                    </a:lnTo>
                    <a:lnTo>
                      <a:pt x="33917" y="17137"/>
                    </a:lnTo>
                    <a:lnTo>
                      <a:pt x="33980" y="17095"/>
                    </a:lnTo>
                    <a:lnTo>
                      <a:pt x="34106" y="17095"/>
                    </a:lnTo>
                    <a:lnTo>
                      <a:pt x="34189" y="17053"/>
                    </a:lnTo>
                    <a:lnTo>
                      <a:pt x="34273" y="17095"/>
                    </a:lnTo>
                    <a:lnTo>
                      <a:pt x="34315" y="17032"/>
                    </a:lnTo>
                    <a:lnTo>
                      <a:pt x="34315" y="16928"/>
                    </a:lnTo>
                    <a:lnTo>
                      <a:pt x="34336" y="16865"/>
                    </a:lnTo>
                    <a:lnTo>
                      <a:pt x="34398" y="16865"/>
                    </a:lnTo>
                    <a:lnTo>
                      <a:pt x="34503" y="17032"/>
                    </a:lnTo>
                    <a:lnTo>
                      <a:pt x="34587" y="17032"/>
                    </a:lnTo>
                    <a:lnTo>
                      <a:pt x="34650" y="17116"/>
                    </a:lnTo>
                    <a:lnTo>
                      <a:pt x="34796" y="17137"/>
                    </a:lnTo>
                    <a:lnTo>
                      <a:pt x="34817" y="17074"/>
                    </a:lnTo>
                    <a:lnTo>
                      <a:pt x="34901" y="16970"/>
                    </a:lnTo>
                    <a:lnTo>
                      <a:pt x="34943" y="16970"/>
                    </a:lnTo>
                    <a:lnTo>
                      <a:pt x="35026" y="16886"/>
                    </a:lnTo>
                    <a:lnTo>
                      <a:pt x="35131" y="16865"/>
                    </a:lnTo>
                    <a:lnTo>
                      <a:pt x="35110" y="16928"/>
                    </a:lnTo>
                    <a:lnTo>
                      <a:pt x="35110" y="17032"/>
                    </a:lnTo>
                    <a:lnTo>
                      <a:pt x="35026" y="17137"/>
                    </a:lnTo>
                    <a:lnTo>
                      <a:pt x="35026" y="17262"/>
                    </a:lnTo>
                    <a:lnTo>
                      <a:pt x="35131" y="17221"/>
                    </a:lnTo>
                    <a:lnTo>
                      <a:pt x="35173" y="17032"/>
                    </a:lnTo>
                    <a:lnTo>
                      <a:pt x="35215" y="17074"/>
                    </a:lnTo>
                    <a:lnTo>
                      <a:pt x="35256" y="17032"/>
                    </a:lnTo>
                    <a:lnTo>
                      <a:pt x="35340" y="17074"/>
                    </a:lnTo>
                    <a:lnTo>
                      <a:pt x="35256" y="17200"/>
                    </a:lnTo>
                    <a:lnTo>
                      <a:pt x="35277" y="17283"/>
                    </a:lnTo>
                    <a:lnTo>
                      <a:pt x="35277" y="17179"/>
                    </a:lnTo>
                    <a:lnTo>
                      <a:pt x="35466" y="17011"/>
                    </a:lnTo>
                    <a:lnTo>
                      <a:pt x="35487" y="17074"/>
                    </a:lnTo>
                    <a:lnTo>
                      <a:pt x="35361" y="17179"/>
                    </a:lnTo>
                    <a:lnTo>
                      <a:pt x="35361" y="17242"/>
                    </a:lnTo>
                    <a:lnTo>
                      <a:pt x="35445" y="17304"/>
                    </a:lnTo>
                    <a:lnTo>
                      <a:pt x="35487" y="17451"/>
                    </a:lnTo>
                    <a:lnTo>
                      <a:pt x="35487" y="17555"/>
                    </a:lnTo>
                    <a:lnTo>
                      <a:pt x="35507" y="17660"/>
                    </a:lnTo>
                    <a:lnTo>
                      <a:pt x="35612" y="17639"/>
                    </a:lnTo>
                    <a:lnTo>
                      <a:pt x="35612" y="17765"/>
                    </a:lnTo>
                    <a:lnTo>
                      <a:pt x="35675" y="17827"/>
                    </a:lnTo>
                    <a:lnTo>
                      <a:pt x="35759" y="17681"/>
                    </a:lnTo>
                    <a:lnTo>
                      <a:pt x="35717" y="17869"/>
                    </a:lnTo>
                    <a:lnTo>
                      <a:pt x="35654" y="17953"/>
                    </a:lnTo>
                    <a:lnTo>
                      <a:pt x="35759" y="18058"/>
                    </a:lnTo>
                    <a:lnTo>
                      <a:pt x="35759" y="17974"/>
                    </a:lnTo>
                    <a:lnTo>
                      <a:pt x="35800" y="17869"/>
                    </a:lnTo>
                    <a:lnTo>
                      <a:pt x="35863" y="17848"/>
                    </a:lnTo>
                    <a:lnTo>
                      <a:pt x="35863" y="17848"/>
                    </a:lnTo>
                    <a:lnTo>
                      <a:pt x="35821" y="17890"/>
                    </a:lnTo>
                    <a:lnTo>
                      <a:pt x="35863" y="18037"/>
                    </a:lnTo>
                    <a:lnTo>
                      <a:pt x="35926" y="18162"/>
                    </a:lnTo>
                    <a:lnTo>
                      <a:pt x="36093" y="18141"/>
                    </a:lnTo>
                    <a:lnTo>
                      <a:pt x="36031" y="18183"/>
                    </a:lnTo>
                    <a:lnTo>
                      <a:pt x="35821" y="18309"/>
                    </a:lnTo>
                    <a:lnTo>
                      <a:pt x="35675" y="18309"/>
                    </a:lnTo>
                    <a:lnTo>
                      <a:pt x="35654" y="18371"/>
                    </a:lnTo>
                    <a:lnTo>
                      <a:pt x="35759" y="18413"/>
                    </a:lnTo>
                    <a:lnTo>
                      <a:pt x="35759" y="18560"/>
                    </a:lnTo>
                    <a:lnTo>
                      <a:pt x="35821" y="18664"/>
                    </a:lnTo>
                    <a:lnTo>
                      <a:pt x="35905" y="18727"/>
                    </a:lnTo>
                    <a:lnTo>
                      <a:pt x="35989" y="18727"/>
                    </a:lnTo>
                    <a:lnTo>
                      <a:pt x="35989" y="18790"/>
                    </a:lnTo>
                    <a:lnTo>
                      <a:pt x="36093" y="18874"/>
                    </a:lnTo>
                    <a:lnTo>
                      <a:pt x="36156" y="18915"/>
                    </a:lnTo>
                    <a:lnTo>
                      <a:pt x="36219" y="18915"/>
                    </a:lnTo>
                    <a:lnTo>
                      <a:pt x="36407" y="19041"/>
                    </a:lnTo>
                    <a:lnTo>
                      <a:pt x="36512" y="19041"/>
                    </a:lnTo>
                    <a:lnTo>
                      <a:pt x="36512" y="19104"/>
                    </a:lnTo>
                    <a:lnTo>
                      <a:pt x="36575" y="19125"/>
                    </a:lnTo>
                    <a:lnTo>
                      <a:pt x="36595" y="19083"/>
                    </a:lnTo>
                    <a:lnTo>
                      <a:pt x="36616" y="19041"/>
                    </a:lnTo>
                    <a:lnTo>
                      <a:pt x="36721" y="19104"/>
                    </a:lnTo>
                    <a:lnTo>
                      <a:pt x="36679" y="19125"/>
                    </a:lnTo>
                    <a:lnTo>
                      <a:pt x="36616" y="19187"/>
                    </a:lnTo>
                    <a:lnTo>
                      <a:pt x="36679" y="19292"/>
                    </a:lnTo>
                    <a:lnTo>
                      <a:pt x="36742" y="19334"/>
                    </a:lnTo>
                    <a:lnTo>
                      <a:pt x="36805" y="19334"/>
                    </a:lnTo>
                    <a:lnTo>
                      <a:pt x="36805" y="19418"/>
                    </a:lnTo>
                    <a:lnTo>
                      <a:pt x="36930" y="19543"/>
                    </a:lnTo>
                    <a:lnTo>
                      <a:pt x="37014" y="19543"/>
                    </a:lnTo>
                    <a:lnTo>
                      <a:pt x="37056" y="19606"/>
                    </a:lnTo>
                    <a:lnTo>
                      <a:pt x="37098" y="19648"/>
                    </a:lnTo>
                    <a:lnTo>
                      <a:pt x="37265" y="19731"/>
                    </a:lnTo>
                    <a:lnTo>
                      <a:pt x="37328" y="19711"/>
                    </a:lnTo>
                    <a:lnTo>
                      <a:pt x="37370" y="19731"/>
                    </a:lnTo>
                    <a:lnTo>
                      <a:pt x="37453" y="19731"/>
                    </a:lnTo>
                    <a:lnTo>
                      <a:pt x="37537" y="19773"/>
                    </a:lnTo>
                    <a:lnTo>
                      <a:pt x="37558" y="19857"/>
                    </a:lnTo>
                    <a:lnTo>
                      <a:pt x="37725" y="19983"/>
                    </a:lnTo>
                    <a:lnTo>
                      <a:pt x="37788" y="19983"/>
                    </a:lnTo>
                    <a:lnTo>
                      <a:pt x="37872" y="20045"/>
                    </a:lnTo>
                    <a:lnTo>
                      <a:pt x="38060" y="20087"/>
                    </a:lnTo>
                    <a:lnTo>
                      <a:pt x="38165" y="20150"/>
                    </a:lnTo>
                    <a:lnTo>
                      <a:pt x="38269" y="20150"/>
                    </a:lnTo>
                    <a:lnTo>
                      <a:pt x="38290" y="20129"/>
                    </a:lnTo>
                    <a:lnTo>
                      <a:pt x="38290" y="20066"/>
                    </a:lnTo>
                    <a:lnTo>
                      <a:pt x="38207" y="19983"/>
                    </a:lnTo>
                    <a:lnTo>
                      <a:pt x="38165" y="19920"/>
                    </a:lnTo>
                    <a:lnTo>
                      <a:pt x="38207" y="19857"/>
                    </a:lnTo>
                    <a:lnTo>
                      <a:pt x="38290" y="19878"/>
                    </a:lnTo>
                    <a:lnTo>
                      <a:pt x="38311" y="19815"/>
                    </a:lnTo>
                    <a:lnTo>
                      <a:pt x="38290" y="19752"/>
                    </a:lnTo>
                    <a:lnTo>
                      <a:pt x="38248" y="19773"/>
                    </a:lnTo>
                    <a:lnTo>
                      <a:pt x="38207" y="19731"/>
                    </a:lnTo>
                    <a:lnTo>
                      <a:pt x="38248" y="19606"/>
                    </a:lnTo>
                    <a:lnTo>
                      <a:pt x="38207" y="19564"/>
                    </a:lnTo>
                    <a:lnTo>
                      <a:pt x="38102" y="19669"/>
                    </a:lnTo>
                    <a:lnTo>
                      <a:pt x="38102" y="19627"/>
                    </a:lnTo>
                    <a:lnTo>
                      <a:pt x="38081" y="19543"/>
                    </a:lnTo>
                    <a:lnTo>
                      <a:pt x="38018" y="19543"/>
                    </a:lnTo>
                    <a:lnTo>
                      <a:pt x="38123" y="19439"/>
                    </a:lnTo>
                    <a:lnTo>
                      <a:pt x="38102" y="19313"/>
                    </a:lnTo>
                    <a:lnTo>
                      <a:pt x="38060" y="19292"/>
                    </a:lnTo>
                    <a:lnTo>
                      <a:pt x="37956" y="19292"/>
                    </a:lnTo>
                    <a:lnTo>
                      <a:pt x="37976" y="19187"/>
                    </a:lnTo>
                    <a:lnTo>
                      <a:pt x="37935" y="19083"/>
                    </a:lnTo>
                    <a:lnTo>
                      <a:pt x="37893" y="18999"/>
                    </a:lnTo>
                    <a:lnTo>
                      <a:pt x="37788" y="18999"/>
                    </a:lnTo>
                    <a:lnTo>
                      <a:pt x="37851" y="18915"/>
                    </a:lnTo>
                    <a:lnTo>
                      <a:pt x="37767" y="18894"/>
                    </a:lnTo>
                    <a:lnTo>
                      <a:pt x="37725" y="18894"/>
                    </a:lnTo>
                    <a:lnTo>
                      <a:pt x="37746" y="18832"/>
                    </a:lnTo>
                    <a:lnTo>
                      <a:pt x="37663" y="18727"/>
                    </a:lnTo>
                    <a:lnTo>
                      <a:pt x="37663" y="18748"/>
                    </a:lnTo>
                    <a:lnTo>
                      <a:pt x="37621" y="18748"/>
                    </a:lnTo>
                    <a:lnTo>
                      <a:pt x="37621" y="18602"/>
                    </a:lnTo>
                    <a:lnTo>
                      <a:pt x="37621" y="18539"/>
                    </a:lnTo>
                    <a:lnTo>
                      <a:pt x="37621" y="18476"/>
                    </a:lnTo>
                    <a:lnTo>
                      <a:pt x="37453" y="18350"/>
                    </a:lnTo>
                    <a:lnTo>
                      <a:pt x="37432" y="18225"/>
                    </a:lnTo>
                    <a:lnTo>
                      <a:pt x="37432" y="18120"/>
                    </a:lnTo>
                    <a:lnTo>
                      <a:pt x="37516" y="18162"/>
                    </a:lnTo>
                    <a:lnTo>
                      <a:pt x="37558" y="18078"/>
                    </a:lnTo>
                    <a:lnTo>
                      <a:pt x="37663" y="18120"/>
                    </a:lnTo>
                    <a:lnTo>
                      <a:pt x="37663" y="18225"/>
                    </a:lnTo>
                    <a:lnTo>
                      <a:pt x="37746" y="18371"/>
                    </a:lnTo>
                    <a:lnTo>
                      <a:pt x="37872" y="18434"/>
                    </a:lnTo>
                    <a:lnTo>
                      <a:pt x="37935" y="18476"/>
                    </a:lnTo>
                    <a:lnTo>
                      <a:pt x="37935" y="18560"/>
                    </a:lnTo>
                    <a:lnTo>
                      <a:pt x="37976" y="18602"/>
                    </a:lnTo>
                    <a:lnTo>
                      <a:pt x="37976" y="18539"/>
                    </a:lnTo>
                    <a:lnTo>
                      <a:pt x="37935" y="18392"/>
                    </a:lnTo>
                    <a:lnTo>
                      <a:pt x="37935" y="18350"/>
                    </a:lnTo>
                    <a:lnTo>
                      <a:pt x="37976" y="18309"/>
                    </a:lnTo>
                    <a:lnTo>
                      <a:pt x="38018" y="18392"/>
                    </a:lnTo>
                    <a:lnTo>
                      <a:pt x="38018" y="18455"/>
                    </a:lnTo>
                    <a:lnTo>
                      <a:pt x="38081" y="18497"/>
                    </a:lnTo>
                    <a:lnTo>
                      <a:pt x="38123" y="18685"/>
                    </a:lnTo>
                    <a:lnTo>
                      <a:pt x="38207" y="18706"/>
                    </a:lnTo>
                    <a:lnTo>
                      <a:pt x="38207" y="18769"/>
                    </a:lnTo>
                    <a:lnTo>
                      <a:pt x="38290" y="18832"/>
                    </a:lnTo>
                    <a:lnTo>
                      <a:pt x="38374" y="19020"/>
                    </a:lnTo>
                    <a:lnTo>
                      <a:pt x="38416" y="18936"/>
                    </a:lnTo>
                    <a:lnTo>
                      <a:pt x="38395" y="18832"/>
                    </a:lnTo>
                    <a:lnTo>
                      <a:pt x="38395" y="18664"/>
                    </a:lnTo>
                    <a:lnTo>
                      <a:pt x="38416" y="18560"/>
                    </a:lnTo>
                    <a:lnTo>
                      <a:pt x="38416" y="18643"/>
                    </a:lnTo>
                    <a:lnTo>
                      <a:pt x="38479" y="18811"/>
                    </a:lnTo>
                    <a:lnTo>
                      <a:pt x="38479" y="18915"/>
                    </a:lnTo>
                    <a:lnTo>
                      <a:pt x="38479" y="18999"/>
                    </a:lnTo>
                    <a:lnTo>
                      <a:pt x="38520" y="19020"/>
                    </a:lnTo>
                    <a:lnTo>
                      <a:pt x="38604" y="19083"/>
                    </a:lnTo>
                    <a:lnTo>
                      <a:pt x="38625" y="18999"/>
                    </a:lnTo>
                    <a:lnTo>
                      <a:pt x="38583" y="18957"/>
                    </a:lnTo>
                    <a:lnTo>
                      <a:pt x="38583" y="18894"/>
                    </a:lnTo>
                    <a:lnTo>
                      <a:pt x="38667" y="18915"/>
                    </a:lnTo>
                    <a:lnTo>
                      <a:pt x="38688" y="19020"/>
                    </a:lnTo>
                    <a:lnTo>
                      <a:pt x="38688" y="19104"/>
                    </a:lnTo>
                    <a:lnTo>
                      <a:pt x="38709" y="19125"/>
                    </a:lnTo>
                    <a:lnTo>
                      <a:pt x="38709" y="19062"/>
                    </a:lnTo>
                    <a:lnTo>
                      <a:pt x="38772" y="19020"/>
                    </a:lnTo>
                    <a:lnTo>
                      <a:pt x="38772" y="19187"/>
                    </a:lnTo>
                    <a:lnTo>
                      <a:pt x="38813" y="19271"/>
                    </a:lnTo>
                    <a:lnTo>
                      <a:pt x="38897" y="19271"/>
                    </a:lnTo>
                    <a:lnTo>
                      <a:pt x="38939" y="19208"/>
                    </a:lnTo>
                    <a:lnTo>
                      <a:pt x="38939" y="19313"/>
                    </a:lnTo>
                    <a:lnTo>
                      <a:pt x="38918" y="19376"/>
                    </a:lnTo>
                    <a:lnTo>
                      <a:pt x="38981" y="19543"/>
                    </a:lnTo>
                    <a:lnTo>
                      <a:pt x="39023" y="19627"/>
                    </a:lnTo>
                    <a:lnTo>
                      <a:pt x="39127" y="19627"/>
                    </a:lnTo>
                    <a:lnTo>
                      <a:pt x="39127" y="19543"/>
                    </a:lnTo>
                    <a:lnTo>
                      <a:pt x="39106" y="19522"/>
                    </a:lnTo>
                    <a:lnTo>
                      <a:pt x="39106" y="19397"/>
                    </a:lnTo>
                    <a:lnTo>
                      <a:pt x="39044" y="19187"/>
                    </a:lnTo>
                    <a:lnTo>
                      <a:pt x="39127" y="19187"/>
                    </a:lnTo>
                    <a:lnTo>
                      <a:pt x="39169" y="19271"/>
                    </a:lnTo>
                    <a:lnTo>
                      <a:pt x="39274" y="19292"/>
                    </a:lnTo>
                    <a:lnTo>
                      <a:pt x="39316" y="19271"/>
                    </a:lnTo>
                    <a:lnTo>
                      <a:pt x="39253" y="19166"/>
                    </a:lnTo>
                    <a:lnTo>
                      <a:pt x="39295" y="19083"/>
                    </a:lnTo>
                    <a:lnTo>
                      <a:pt x="39295" y="18894"/>
                    </a:lnTo>
                    <a:lnTo>
                      <a:pt x="39211" y="18706"/>
                    </a:lnTo>
                    <a:lnTo>
                      <a:pt x="39232" y="18560"/>
                    </a:lnTo>
                    <a:lnTo>
                      <a:pt x="39232" y="18392"/>
                    </a:lnTo>
                    <a:lnTo>
                      <a:pt x="39253" y="18560"/>
                    </a:lnTo>
                    <a:lnTo>
                      <a:pt x="39232" y="18664"/>
                    </a:lnTo>
                    <a:lnTo>
                      <a:pt x="39253" y="18790"/>
                    </a:lnTo>
                    <a:lnTo>
                      <a:pt x="39420" y="18957"/>
                    </a:lnTo>
                    <a:lnTo>
                      <a:pt x="39441" y="18894"/>
                    </a:lnTo>
                    <a:lnTo>
                      <a:pt x="39420" y="18769"/>
                    </a:lnTo>
                    <a:lnTo>
                      <a:pt x="39462" y="18664"/>
                    </a:lnTo>
                    <a:lnTo>
                      <a:pt x="39462" y="18497"/>
                    </a:lnTo>
                    <a:lnTo>
                      <a:pt x="39546" y="18455"/>
                    </a:lnTo>
                    <a:lnTo>
                      <a:pt x="39525" y="18434"/>
                    </a:lnTo>
                    <a:lnTo>
                      <a:pt x="39399" y="18246"/>
                    </a:lnTo>
                    <a:lnTo>
                      <a:pt x="39357" y="18120"/>
                    </a:lnTo>
                    <a:lnTo>
                      <a:pt x="39316" y="18078"/>
                    </a:lnTo>
                    <a:lnTo>
                      <a:pt x="39336" y="18016"/>
                    </a:lnTo>
                    <a:lnTo>
                      <a:pt x="39253" y="17869"/>
                    </a:lnTo>
                    <a:lnTo>
                      <a:pt x="39190" y="17786"/>
                    </a:lnTo>
                    <a:lnTo>
                      <a:pt x="39316" y="17765"/>
                    </a:lnTo>
                    <a:lnTo>
                      <a:pt x="39336" y="17723"/>
                    </a:lnTo>
                    <a:lnTo>
                      <a:pt x="39420" y="17639"/>
                    </a:lnTo>
                    <a:lnTo>
                      <a:pt x="39357" y="17576"/>
                    </a:lnTo>
                    <a:lnTo>
                      <a:pt x="39295" y="17618"/>
                    </a:lnTo>
                    <a:lnTo>
                      <a:pt x="39148" y="17639"/>
                    </a:lnTo>
                    <a:lnTo>
                      <a:pt x="39106" y="17597"/>
                    </a:lnTo>
                    <a:lnTo>
                      <a:pt x="39127" y="17555"/>
                    </a:lnTo>
                    <a:lnTo>
                      <a:pt x="39148" y="17514"/>
                    </a:lnTo>
                    <a:lnTo>
                      <a:pt x="39232" y="17430"/>
                    </a:lnTo>
                    <a:lnTo>
                      <a:pt x="39253" y="17325"/>
                    </a:lnTo>
                    <a:lnTo>
                      <a:pt x="39211" y="17242"/>
                    </a:lnTo>
                    <a:lnTo>
                      <a:pt x="39148" y="17242"/>
                    </a:lnTo>
                    <a:lnTo>
                      <a:pt x="39148" y="17304"/>
                    </a:lnTo>
                    <a:lnTo>
                      <a:pt x="39106" y="17388"/>
                    </a:lnTo>
                    <a:lnTo>
                      <a:pt x="39106" y="17304"/>
                    </a:lnTo>
                    <a:lnTo>
                      <a:pt x="39085" y="17325"/>
                    </a:lnTo>
                    <a:lnTo>
                      <a:pt x="38939" y="17346"/>
                    </a:lnTo>
                    <a:lnTo>
                      <a:pt x="38918" y="17304"/>
                    </a:lnTo>
                    <a:lnTo>
                      <a:pt x="39002" y="17242"/>
                    </a:lnTo>
                    <a:lnTo>
                      <a:pt x="39023" y="17200"/>
                    </a:lnTo>
                    <a:lnTo>
                      <a:pt x="38981" y="17137"/>
                    </a:lnTo>
                    <a:lnTo>
                      <a:pt x="38939" y="17032"/>
                    </a:lnTo>
                    <a:lnTo>
                      <a:pt x="38876" y="16990"/>
                    </a:lnTo>
                    <a:lnTo>
                      <a:pt x="38813" y="17011"/>
                    </a:lnTo>
                    <a:lnTo>
                      <a:pt x="38813" y="17116"/>
                    </a:lnTo>
                    <a:lnTo>
                      <a:pt x="38792" y="17179"/>
                    </a:lnTo>
                    <a:lnTo>
                      <a:pt x="38772" y="17137"/>
                    </a:lnTo>
                    <a:lnTo>
                      <a:pt x="38772" y="17011"/>
                    </a:lnTo>
                    <a:lnTo>
                      <a:pt x="38730" y="16928"/>
                    </a:lnTo>
                    <a:lnTo>
                      <a:pt x="38688" y="16928"/>
                    </a:lnTo>
                    <a:lnTo>
                      <a:pt x="38709" y="16865"/>
                    </a:lnTo>
                    <a:lnTo>
                      <a:pt x="38667" y="16865"/>
                    </a:lnTo>
                    <a:lnTo>
                      <a:pt x="38667" y="16823"/>
                    </a:lnTo>
                    <a:lnTo>
                      <a:pt x="38688" y="16823"/>
                    </a:lnTo>
                    <a:lnTo>
                      <a:pt x="38667" y="16760"/>
                    </a:lnTo>
                    <a:lnTo>
                      <a:pt x="38604" y="16718"/>
                    </a:lnTo>
                    <a:lnTo>
                      <a:pt x="38625" y="16677"/>
                    </a:lnTo>
                    <a:lnTo>
                      <a:pt x="38730" y="16677"/>
                    </a:lnTo>
                    <a:lnTo>
                      <a:pt x="38792" y="16656"/>
                    </a:lnTo>
                    <a:lnTo>
                      <a:pt x="38730" y="16593"/>
                    </a:lnTo>
                    <a:lnTo>
                      <a:pt x="38625" y="16593"/>
                    </a:lnTo>
                    <a:lnTo>
                      <a:pt x="38583" y="16572"/>
                    </a:lnTo>
                    <a:lnTo>
                      <a:pt x="38625" y="16488"/>
                    </a:lnTo>
                    <a:lnTo>
                      <a:pt x="38730" y="16446"/>
                    </a:lnTo>
                    <a:lnTo>
                      <a:pt x="38730" y="16405"/>
                    </a:lnTo>
                    <a:lnTo>
                      <a:pt x="38688" y="16363"/>
                    </a:lnTo>
                    <a:lnTo>
                      <a:pt x="38520" y="16363"/>
                    </a:lnTo>
                    <a:lnTo>
                      <a:pt x="38500" y="16405"/>
                    </a:lnTo>
                    <a:lnTo>
                      <a:pt x="38458" y="16488"/>
                    </a:lnTo>
                    <a:lnTo>
                      <a:pt x="38248" y="16530"/>
                    </a:lnTo>
                    <a:lnTo>
                      <a:pt x="38353" y="16467"/>
                    </a:lnTo>
                    <a:lnTo>
                      <a:pt x="38500" y="16321"/>
                    </a:lnTo>
                    <a:lnTo>
                      <a:pt x="38562" y="16216"/>
                    </a:lnTo>
                    <a:lnTo>
                      <a:pt x="38562" y="16174"/>
                    </a:lnTo>
                    <a:lnTo>
                      <a:pt x="38458" y="16174"/>
                    </a:lnTo>
                    <a:lnTo>
                      <a:pt x="38395" y="16153"/>
                    </a:lnTo>
                    <a:lnTo>
                      <a:pt x="38458" y="16091"/>
                    </a:lnTo>
                    <a:lnTo>
                      <a:pt x="38416" y="16049"/>
                    </a:lnTo>
                    <a:lnTo>
                      <a:pt x="38374" y="16070"/>
                    </a:lnTo>
                    <a:lnTo>
                      <a:pt x="38374" y="15986"/>
                    </a:lnTo>
                    <a:lnTo>
                      <a:pt x="38416" y="15923"/>
                    </a:lnTo>
                    <a:lnTo>
                      <a:pt x="38416" y="15819"/>
                    </a:lnTo>
                    <a:lnTo>
                      <a:pt x="38290" y="15777"/>
                    </a:lnTo>
                    <a:lnTo>
                      <a:pt x="38207" y="15756"/>
                    </a:lnTo>
                    <a:lnTo>
                      <a:pt x="38081" y="15756"/>
                    </a:lnTo>
                    <a:lnTo>
                      <a:pt x="38039" y="15693"/>
                    </a:lnTo>
                    <a:lnTo>
                      <a:pt x="38165" y="15693"/>
                    </a:lnTo>
                    <a:lnTo>
                      <a:pt x="38269" y="15672"/>
                    </a:lnTo>
                    <a:lnTo>
                      <a:pt x="38311" y="15630"/>
                    </a:lnTo>
                    <a:lnTo>
                      <a:pt x="38374" y="15693"/>
                    </a:lnTo>
                    <a:lnTo>
                      <a:pt x="38395" y="15756"/>
                    </a:lnTo>
                    <a:lnTo>
                      <a:pt x="38500" y="15756"/>
                    </a:lnTo>
                    <a:lnTo>
                      <a:pt x="38604" y="15798"/>
                    </a:lnTo>
                    <a:lnTo>
                      <a:pt x="38625" y="15881"/>
                    </a:lnTo>
                    <a:lnTo>
                      <a:pt x="38604" y="15965"/>
                    </a:lnTo>
                    <a:lnTo>
                      <a:pt x="38625" y="16049"/>
                    </a:lnTo>
                    <a:lnTo>
                      <a:pt x="38730" y="16174"/>
                    </a:lnTo>
                    <a:lnTo>
                      <a:pt x="38772" y="16174"/>
                    </a:lnTo>
                    <a:lnTo>
                      <a:pt x="38792" y="16070"/>
                    </a:lnTo>
                    <a:lnTo>
                      <a:pt x="38834" y="16133"/>
                    </a:lnTo>
                    <a:lnTo>
                      <a:pt x="38981" y="16153"/>
                    </a:lnTo>
                    <a:lnTo>
                      <a:pt x="39023" y="16133"/>
                    </a:lnTo>
                    <a:lnTo>
                      <a:pt x="39023" y="16070"/>
                    </a:lnTo>
                    <a:lnTo>
                      <a:pt x="38981" y="16049"/>
                    </a:lnTo>
                    <a:lnTo>
                      <a:pt x="38981" y="15965"/>
                    </a:lnTo>
                    <a:lnTo>
                      <a:pt x="38939" y="15861"/>
                    </a:lnTo>
                    <a:lnTo>
                      <a:pt x="38876" y="15777"/>
                    </a:lnTo>
                    <a:lnTo>
                      <a:pt x="38792" y="15756"/>
                    </a:lnTo>
                    <a:lnTo>
                      <a:pt x="38813" y="15672"/>
                    </a:lnTo>
                    <a:lnTo>
                      <a:pt x="38813" y="15589"/>
                    </a:lnTo>
                    <a:lnTo>
                      <a:pt x="38772" y="15547"/>
                    </a:lnTo>
                    <a:lnTo>
                      <a:pt x="38792" y="15526"/>
                    </a:lnTo>
                    <a:lnTo>
                      <a:pt x="38834" y="15547"/>
                    </a:lnTo>
                    <a:lnTo>
                      <a:pt x="38876" y="15651"/>
                    </a:lnTo>
                    <a:lnTo>
                      <a:pt x="38918" y="15693"/>
                    </a:lnTo>
                    <a:lnTo>
                      <a:pt x="39002" y="15672"/>
                    </a:lnTo>
                    <a:lnTo>
                      <a:pt x="38981" y="15651"/>
                    </a:lnTo>
                    <a:lnTo>
                      <a:pt x="39002" y="15630"/>
                    </a:lnTo>
                    <a:lnTo>
                      <a:pt x="39085" y="15651"/>
                    </a:lnTo>
                    <a:lnTo>
                      <a:pt x="39044" y="15547"/>
                    </a:lnTo>
                    <a:lnTo>
                      <a:pt x="39002" y="15442"/>
                    </a:lnTo>
                    <a:lnTo>
                      <a:pt x="38897" y="15379"/>
                    </a:lnTo>
                    <a:lnTo>
                      <a:pt x="39002" y="15379"/>
                    </a:lnTo>
                    <a:lnTo>
                      <a:pt x="39044" y="15442"/>
                    </a:lnTo>
                    <a:lnTo>
                      <a:pt x="39106" y="15484"/>
                    </a:lnTo>
                    <a:lnTo>
                      <a:pt x="39190" y="15463"/>
                    </a:lnTo>
                    <a:lnTo>
                      <a:pt x="39148" y="15421"/>
                    </a:lnTo>
                    <a:lnTo>
                      <a:pt x="39148" y="15337"/>
                    </a:lnTo>
                    <a:lnTo>
                      <a:pt x="39190" y="15337"/>
                    </a:lnTo>
                    <a:lnTo>
                      <a:pt x="39232" y="15379"/>
                    </a:lnTo>
                    <a:lnTo>
                      <a:pt x="39295" y="15421"/>
                    </a:lnTo>
                    <a:lnTo>
                      <a:pt x="39295" y="15463"/>
                    </a:lnTo>
                    <a:lnTo>
                      <a:pt x="39232" y="15484"/>
                    </a:lnTo>
                    <a:lnTo>
                      <a:pt x="39232" y="15589"/>
                    </a:lnTo>
                    <a:lnTo>
                      <a:pt x="39232" y="15630"/>
                    </a:lnTo>
                    <a:lnTo>
                      <a:pt x="39295" y="15630"/>
                    </a:lnTo>
                    <a:lnTo>
                      <a:pt x="39336" y="15651"/>
                    </a:lnTo>
                    <a:lnTo>
                      <a:pt x="39336" y="15693"/>
                    </a:lnTo>
                    <a:lnTo>
                      <a:pt x="39295" y="15735"/>
                    </a:lnTo>
                    <a:lnTo>
                      <a:pt x="39253" y="15777"/>
                    </a:lnTo>
                    <a:lnTo>
                      <a:pt x="39316" y="15798"/>
                    </a:lnTo>
                    <a:lnTo>
                      <a:pt x="39357" y="15777"/>
                    </a:lnTo>
                    <a:lnTo>
                      <a:pt x="39399" y="15798"/>
                    </a:lnTo>
                    <a:lnTo>
                      <a:pt x="39357" y="15881"/>
                    </a:lnTo>
                    <a:lnTo>
                      <a:pt x="39399" y="15944"/>
                    </a:lnTo>
                    <a:lnTo>
                      <a:pt x="39441" y="15965"/>
                    </a:lnTo>
                    <a:lnTo>
                      <a:pt x="39525" y="15944"/>
                    </a:lnTo>
                    <a:lnTo>
                      <a:pt x="39734" y="15798"/>
                    </a:lnTo>
                    <a:lnTo>
                      <a:pt x="39818" y="15672"/>
                    </a:lnTo>
                    <a:lnTo>
                      <a:pt x="39818" y="15756"/>
                    </a:lnTo>
                    <a:lnTo>
                      <a:pt x="39755" y="15798"/>
                    </a:lnTo>
                    <a:lnTo>
                      <a:pt x="39734" y="15861"/>
                    </a:lnTo>
                    <a:lnTo>
                      <a:pt x="39629" y="15902"/>
                    </a:lnTo>
                    <a:lnTo>
                      <a:pt x="39462" y="16070"/>
                    </a:lnTo>
                    <a:lnTo>
                      <a:pt x="39462" y="16112"/>
                    </a:lnTo>
                    <a:lnTo>
                      <a:pt x="39546" y="16153"/>
                    </a:lnTo>
                    <a:lnTo>
                      <a:pt x="39650" y="16112"/>
                    </a:lnTo>
                    <a:lnTo>
                      <a:pt x="39818" y="16007"/>
                    </a:lnTo>
                    <a:lnTo>
                      <a:pt x="39880" y="16007"/>
                    </a:lnTo>
                    <a:lnTo>
                      <a:pt x="40027" y="15965"/>
                    </a:lnTo>
                    <a:lnTo>
                      <a:pt x="40069" y="15881"/>
                    </a:lnTo>
                    <a:lnTo>
                      <a:pt x="40132" y="15861"/>
                    </a:lnTo>
                    <a:lnTo>
                      <a:pt x="40236" y="15777"/>
                    </a:lnTo>
                    <a:lnTo>
                      <a:pt x="40278" y="15777"/>
                    </a:lnTo>
                    <a:lnTo>
                      <a:pt x="40278" y="15840"/>
                    </a:lnTo>
                    <a:lnTo>
                      <a:pt x="40236" y="15861"/>
                    </a:lnTo>
                    <a:lnTo>
                      <a:pt x="40152" y="15965"/>
                    </a:lnTo>
                    <a:lnTo>
                      <a:pt x="40090" y="16070"/>
                    </a:lnTo>
                    <a:lnTo>
                      <a:pt x="40027" y="16112"/>
                    </a:lnTo>
                    <a:lnTo>
                      <a:pt x="39943" y="16195"/>
                    </a:lnTo>
                    <a:lnTo>
                      <a:pt x="39839" y="16216"/>
                    </a:lnTo>
                    <a:lnTo>
                      <a:pt x="39776" y="16258"/>
                    </a:lnTo>
                    <a:lnTo>
                      <a:pt x="39713" y="16384"/>
                    </a:lnTo>
                    <a:lnTo>
                      <a:pt x="39713" y="16426"/>
                    </a:lnTo>
                    <a:lnTo>
                      <a:pt x="39734" y="16467"/>
                    </a:lnTo>
                    <a:lnTo>
                      <a:pt x="39776" y="16426"/>
                    </a:lnTo>
                    <a:lnTo>
                      <a:pt x="39860" y="16426"/>
                    </a:lnTo>
                    <a:lnTo>
                      <a:pt x="39943" y="16467"/>
                    </a:lnTo>
                    <a:lnTo>
                      <a:pt x="39860" y="16488"/>
                    </a:lnTo>
                    <a:lnTo>
                      <a:pt x="39776" y="16509"/>
                    </a:lnTo>
                    <a:lnTo>
                      <a:pt x="39734" y="16551"/>
                    </a:lnTo>
                    <a:lnTo>
                      <a:pt x="39734" y="16593"/>
                    </a:lnTo>
                    <a:lnTo>
                      <a:pt x="39776" y="16614"/>
                    </a:lnTo>
                    <a:lnTo>
                      <a:pt x="39860" y="16593"/>
                    </a:lnTo>
                    <a:lnTo>
                      <a:pt x="39922" y="16572"/>
                    </a:lnTo>
                    <a:lnTo>
                      <a:pt x="39839" y="16677"/>
                    </a:lnTo>
                    <a:lnTo>
                      <a:pt x="39755" y="16698"/>
                    </a:lnTo>
                    <a:lnTo>
                      <a:pt x="39734" y="16739"/>
                    </a:lnTo>
                    <a:lnTo>
                      <a:pt x="39755" y="16781"/>
                    </a:lnTo>
                    <a:lnTo>
                      <a:pt x="39839" y="16802"/>
                    </a:lnTo>
                    <a:lnTo>
                      <a:pt x="39922" y="16781"/>
                    </a:lnTo>
                    <a:lnTo>
                      <a:pt x="39985" y="16781"/>
                    </a:lnTo>
                    <a:lnTo>
                      <a:pt x="40027" y="16802"/>
                    </a:lnTo>
                    <a:lnTo>
                      <a:pt x="39964" y="16823"/>
                    </a:lnTo>
                    <a:lnTo>
                      <a:pt x="39964" y="16865"/>
                    </a:lnTo>
                    <a:lnTo>
                      <a:pt x="39860" y="16907"/>
                    </a:lnTo>
                    <a:lnTo>
                      <a:pt x="39839" y="16970"/>
                    </a:lnTo>
                    <a:lnTo>
                      <a:pt x="39860" y="17032"/>
                    </a:lnTo>
                    <a:lnTo>
                      <a:pt x="39922" y="17116"/>
                    </a:lnTo>
                    <a:lnTo>
                      <a:pt x="39922" y="17200"/>
                    </a:lnTo>
                    <a:lnTo>
                      <a:pt x="39943" y="17221"/>
                    </a:lnTo>
                    <a:lnTo>
                      <a:pt x="39985" y="17137"/>
                    </a:lnTo>
                    <a:lnTo>
                      <a:pt x="40048" y="17032"/>
                    </a:lnTo>
                    <a:lnTo>
                      <a:pt x="40090" y="16990"/>
                    </a:lnTo>
                    <a:lnTo>
                      <a:pt x="40132" y="16990"/>
                    </a:lnTo>
                    <a:lnTo>
                      <a:pt x="40090" y="17032"/>
                    </a:lnTo>
                    <a:lnTo>
                      <a:pt x="40090" y="17095"/>
                    </a:lnTo>
                    <a:lnTo>
                      <a:pt x="40048" y="17116"/>
                    </a:lnTo>
                    <a:lnTo>
                      <a:pt x="40048" y="17137"/>
                    </a:lnTo>
                    <a:lnTo>
                      <a:pt x="40090" y="17200"/>
                    </a:lnTo>
                    <a:lnTo>
                      <a:pt x="40069" y="17242"/>
                    </a:lnTo>
                    <a:lnTo>
                      <a:pt x="40132" y="17304"/>
                    </a:lnTo>
                    <a:lnTo>
                      <a:pt x="40152" y="17304"/>
                    </a:lnTo>
                    <a:lnTo>
                      <a:pt x="40173" y="17242"/>
                    </a:lnTo>
                    <a:lnTo>
                      <a:pt x="40257" y="17221"/>
                    </a:lnTo>
                    <a:lnTo>
                      <a:pt x="40278" y="17221"/>
                    </a:lnTo>
                    <a:lnTo>
                      <a:pt x="40278" y="17283"/>
                    </a:lnTo>
                    <a:lnTo>
                      <a:pt x="40236" y="17325"/>
                    </a:lnTo>
                    <a:lnTo>
                      <a:pt x="40236" y="17346"/>
                    </a:lnTo>
                    <a:lnTo>
                      <a:pt x="40278" y="17388"/>
                    </a:lnTo>
                    <a:lnTo>
                      <a:pt x="40278" y="17430"/>
                    </a:lnTo>
                    <a:lnTo>
                      <a:pt x="40299" y="17451"/>
                    </a:lnTo>
                    <a:lnTo>
                      <a:pt x="40299" y="17514"/>
                    </a:lnTo>
                    <a:lnTo>
                      <a:pt x="40362" y="17534"/>
                    </a:lnTo>
                    <a:lnTo>
                      <a:pt x="40383" y="17493"/>
                    </a:lnTo>
                    <a:lnTo>
                      <a:pt x="40487" y="17451"/>
                    </a:lnTo>
                    <a:lnTo>
                      <a:pt x="40508" y="17388"/>
                    </a:lnTo>
                    <a:lnTo>
                      <a:pt x="40508" y="17325"/>
                    </a:lnTo>
                    <a:lnTo>
                      <a:pt x="40445" y="17242"/>
                    </a:lnTo>
                    <a:lnTo>
                      <a:pt x="40466" y="17242"/>
                    </a:lnTo>
                    <a:lnTo>
                      <a:pt x="40508" y="17283"/>
                    </a:lnTo>
                    <a:lnTo>
                      <a:pt x="40550" y="17283"/>
                    </a:lnTo>
                    <a:lnTo>
                      <a:pt x="40550" y="17221"/>
                    </a:lnTo>
                    <a:lnTo>
                      <a:pt x="40508" y="17137"/>
                    </a:lnTo>
                    <a:lnTo>
                      <a:pt x="40508" y="17095"/>
                    </a:lnTo>
                    <a:lnTo>
                      <a:pt x="40571" y="17074"/>
                    </a:lnTo>
                    <a:lnTo>
                      <a:pt x="40571" y="16990"/>
                    </a:lnTo>
                    <a:lnTo>
                      <a:pt x="40571" y="16928"/>
                    </a:lnTo>
                    <a:lnTo>
                      <a:pt x="40508" y="16928"/>
                    </a:lnTo>
                    <a:lnTo>
                      <a:pt x="40466" y="16886"/>
                    </a:lnTo>
                    <a:lnTo>
                      <a:pt x="40466" y="16865"/>
                    </a:lnTo>
                    <a:lnTo>
                      <a:pt x="40487" y="16886"/>
                    </a:lnTo>
                    <a:lnTo>
                      <a:pt x="40571" y="16907"/>
                    </a:lnTo>
                    <a:lnTo>
                      <a:pt x="40613" y="16865"/>
                    </a:lnTo>
                    <a:lnTo>
                      <a:pt x="40592" y="16802"/>
                    </a:lnTo>
                    <a:lnTo>
                      <a:pt x="40550" y="16802"/>
                    </a:lnTo>
                    <a:lnTo>
                      <a:pt x="40508" y="16781"/>
                    </a:lnTo>
                    <a:lnTo>
                      <a:pt x="40592" y="16781"/>
                    </a:lnTo>
                    <a:lnTo>
                      <a:pt x="40655" y="16718"/>
                    </a:lnTo>
                    <a:lnTo>
                      <a:pt x="40655" y="16572"/>
                    </a:lnTo>
                    <a:lnTo>
                      <a:pt x="40676" y="16509"/>
                    </a:lnTo>
                    <a:lnTo>
                      <a:pt x="40696" y="16572"/>
                    </a:lnTo>
                    <a:lnTo>
                      <a:pt x="40696" y="16656"/>
                    </a:lnTo>
                    <a:lnTo>
                      <a:pt x="40717" y="16718"/>
                    </a:lnTo>
                    <a:lnTo>
                      <a:pt x="40696" y="16802"/>
                    </a:lnTo>
                    <a:lnTo>
                      <a:pt x="40759" y="16823"/>
                    </a:lnTo>
                    <a:lnTo>
                      <a:pt x="40822" y="16802"/>
                    </a:lnTo>
                    <a:lnTo>
                      <a:pt x="40864" y="16760"/>
                    </a:lnTo>
                    <a:lnTo>
                      <a:pt x="40906" y="16718"/>
                    </a:lnTo>
                    <a:lnTo>
                      <a:pt x="40906" y="16823"/>
                    </a:lnTo>
                    <a:lnTo>
                      <a:pt x="40927" y="16865"/>
                    </a:lnTo>
                    <a:lnTo>
                      <a:pt x="40989" y="16865"/>
                    </a:lnTo>
                    <a:lnTo>
                      <a:pt x="41010" y="16823"/>
                    </a:lnTo>
                    <a:lnTo>
                      <a:pt x="41010" y="16698"/>
                    </a:lnTo>
                    <a:lnTo>
                      <a:pt x="41010" y="16593"/>
                    </a:lnTo>
                    <a:lnTo>
                      <a:pt x="40969" y="16572"/>
                    </a:lnTo>
                    <a:lnTo>
                      <a:pt x="40927" y="16551"/>
                    </a:lnTo>
                    <a:lnTo>
                      <a:pt x="41010" y="16572"/>
                    </a:lnTo>
                    <a:lnTo>
                      <a:pt x="41094" y="16614"/>
                    </a:lnTo>
                    <a:lnTo>
                      <a:pt x="41115" y="16698"/>
                    </a:lnTo>
                    <a:lnTo>
                      <a:pt x="41178" y="16698"/>
                    </a:lnTo>
                    <a:lnTo>
                      <a:pt x="41199" y="16656"/>
                    </a:lnTo>
                    <a:lnTo>
                      <a:pt x="41199" y="16509"/>
                    </a:lnTo>
                    <a:lnTo>
                      <a:pt x="41136" y="16446"/>
                    </a:lnTo>
                    <a:lnTo>
                      <a:pt x="41031" y="16363"/>
                    </a:lnTo>
                    <a:lnTo>
                      <a:pt x="41010" y="16300"/>
                    </a:lnTo>
                    <a:lnTo>
                      <a:pt x="41031" y="16300"/>
                    </a:lnTo>
                    <a:lnTo>
                      <a:pt x="41094" y="16363"/>
                    </a:lnTo>
                    <a:lnTo>
                      <a:pt x="41199" y="16446"/>
                    </a:lnTo>
                    <a:lnTo>
                      <a:pt x="41220" y="16509"/>
                    </a:lnTo>
                    <a:lnTo>
                      <a:pt x="41387" y="16509"/>
                    </a:lnTo>
                    <a:lnTo>
                      <a:pt x="41408" y="16446"/>
                    </a:lnTo>
                    <a:lnTo>
                      <a:pt x="41387" y="16384"/>
                    </a:lnTo>
                    <a:lnTo>
                      <a:pt x="41324" y="16363"/>
                    </a:lnTo>
                    <a:lnTo>
                      <a:pt x="41282" y="16300"/>
                    </a:lnTo>
                    <a:lnTo>
                      <a:pt x="41178" y="16300"/>
                    </a:lnTo>
                    <a:lnTo>
                      <a:pt x="41115" y="16258"/>
                    </a:lnTo>
                    <a:lnTo>
                      <a:pt x="41136" y="16153"/>
                    </a:lnTo>
                    <a:lnTo>
                      <a:pt x="41178" y="16195"/>
                    </a:lnTo>
                    <a:lnTo>
                      <a:pt x="41241" y="16258"/>
                    </a:lnTo>
                    <a:lnTo>
                      <a:pt x="41324" y="16258"/>
                    </a:lnTo>
                    <a:lnTo>
                      <a:pt x="41345" y="16195"/>
                    </a:lnTo>
                    <a:lnTo>
                      <a:pt x="41324" y="16133"/>
                    </a:lnTo>
                    <a:lnTo>
                      <a:pt x="41282" y="16091"/>
                    </a:lnTo>
                    <a:lnTo>
                      <a:pt x="41282" y="16049"/>
                    </a:lnTo>
                    <a:lnTo>
                      <a:pt x="41324" y="16028"/>
                    </a:lnTo>
                    <a:lnTo>
                      <a:pt x="41345" y="16049"/>
                    </a:lnTo>
                    <a:lnTo>
                      <a:pt x="41429" y="16091"/>
                    </a:lnTo>
                    <a:lnTo>
                      <a:pt x="41429" y="16153"/>
                    </a:lnTo>
                    <a:lnTo>
                      <a:pt x="41408" y="16237"/>
                    </a:lnTo>
                    <a:lnTo>
                      <a:pt x="41513" y="16258"/>
                    </a:lnTo>
                    <a:lnTo>
                      <a:pt x="41617" y="16279"/>
                    </a:lnTo>
                    <a:lnTo>
                      <a:pt x="41701" y="16258"/>
                    </a:lnTo>
                    <a:lnTo>
                      <a:pt x="41764" y="16258"/>
                    </a:lnTo>
                    <a:lnTo>
                      <a:pt x="41826" y="16174"/>
                    </a:lnTo>
                    <a:lnTo>
                      <a:pt x="41826" y="16133"/>
                    </a:lnTo>
                    <a:lnTo>
                      <a:pt x="41638" y="16133"/>
                    </a:lnTo>
                    <a:lnTo>
                      <a:pt x="41617" y="16091"/>
                    </a:lnTo>
                    <a:lnTo>
                      <a:pt x="41659" y="16049"/>
                    </a:lnTo>
                    <a:lnTo>
                      <a:pt x="41743" y="16070"/>
                    </a:lnTo>
                    <a:lnTo>
                      <a:pt x="41805" y="16049"/>
                    </a:lnTo>
                    <a:lnTo>
                      <a:pt x="41764" y="15986"/>
                    </a:lnTo>
                    <a:lnTo>
                      <a:pt x="41722" y="15965"/>
                    </a:lnTo>
                    <a:lnTo>
                      <a:pt x="41743" y="15944"/>
                    </a:lnTo>
                    <a:lnTo>
                      <a:pt x="41722" y="15881"/>
                    </a:lnTo>
                    <a:lnTo>
                      <a:pt x="41659" y="15861"/>
                    </a:lnTo>
                    <a:lnTo>
                      <a:pt x="41596" y="15881"/>
                    </a:lnTo>
                    <a:lnTo>
                      <a:pt x="41638" y="15819"/>
                    </a:lnTo>
                    <a:lnTo>
                      <a:pt x="41701" y="15756"/>
                    </a:lnTo>
                    <a:lnTo>
                      <a:pt x="41722" y="15777"/>
                    </a:lnTo>
                    <a:lnTo>
                      <a:pt x="41764" y="15819"/>
                    </a:lnTo>
                    <a:lnTo>
                      <a:pt x="41826" y="15881"/>
                    </a:lnTo>
                    <a:lnTo>
                      <a:pt x="41826" y="15965"/>
                    </a:lnTo>
                    <a:lnTo>
                      <a:pt x="41952" y="15965"/>
                    </a:lnTo>
                    <a:lnTo>
                      <a:pt x="42015" y="15944"/>
                    </a:lnTo>
                    <a:lnTo>
                      <a:pt x="42036" y="15923"/>
                    </a:lnTo>
                    <a:lnTo>
                      <a:pt x="42015" y="15840"/>
                    </a:lnTo>
                    <a:lnTo>
                      <a:pt x="41931" y="15777"/>
                    </a:lnTo>
                    <a:lnTo>
                      <a:pt x="41931" y="15714"/>
                    </a:lnTo>
                    <a:lnTo>
                      <a:pt x="41910" y="15651"/>
                    </a:lnTo>
                    <a:lnTo>
                      <a:pt x="41805" y="15651"/>
                    </a:lnTo>
                    <a:lnTo>
                      <a:pt x="41847" y="15547"/>
                    </a:lnTo>
                    <a:lnTo>
                      <a:pt x="41805" y="15463"/>
                    </a:lnTo>
                    <a:lnTo>
                      <a:pt x="41701" y="15463"/>
                    </a:lnTo>
                    <a:lnTo>
                      <a:pt x="41743" y="15400"/>
                    </a:lnTo>
                    <a:lnTo>
                      <a:pt x="41722" y="15358"/>
                    </a:lnTo>
                    <a:lnTo>
                      <a:pt x="41596" y="15442"/>
                    </a:lnTo>
                    <a:lnTo>
                      <a:pt x="41533" y="15526"/>
                    </a:lnTo>
                    <a:lnTo>
                      <a:pt x="41554" y="15651"/>
                    </a:lnTo>
                    <a:lnTo>
                      <a:pt x="41533" y="15651"/>
                    </a:lnTo>
                    <a:lnTo>
                      <a:pt x="41492" y="15609"/>
                    </a:lnTo>
                    <a:lnTo>
                      <a:pt x="41492" y="15442"/>
                    </a:lnTo>
                    <a:lnTo>
                      <a:pt x="41450" y="15421"/>
                    </a:lnTo>
                    <a:lnTo>
                      <a:pt x="41408" y="15442"/>
                    </a:lnTo>
                    <a:lnTo>
                      <a:pt x="41408" y="15526"/>
                    </a:lnTo>
                    <a:lnTo>
                      <a:pt x="41324" y="15651"/>
                    </a:lnTo>
                    <a:lnTo>
                      <a:pt x="41282" y="15714"/>
                    </a:lnTo>
                    <a:lnTo>
                      <a:pt x="41282" y="15714"/>
                    </a:lnTo>
                    <a:lnTo>
                      <a:pt x="41303" y="15630"/>
                    </a:lnTo>
                    <a:lnTo>
                      <a:pt x="41303" y="15505"/>
                    </a:lnTo>
                    <a:lnTo>
                      <a:pt x="41387" y="15358"/>
                    </a:lnTo>
                    <a:lnTo>
                      <a:pt x="41387" y="15296"/>
                    </a:lnTo>
                    <a:lnTo>
                      <a:pt x="41282" y="15317"/>
                    </a:lnTo>
                    <a:lnTo>
                      <a:pt x="41178" y="15442"/>
                    </a:lnTo>
                    <a:lnTo>
                      <a:pt x="41178" y="15505"/>
                    </a:lnTo>
                    <a:lnTo>
                      <a:pt x="41094" y="15568"/>
                    </a:lnTo>
                    <a:lnTo>
                      <a:pt x="41010" y="15568"/>
                    </a:lnTo>
                    <a:lnTo>
                      <a:pt x="41010" y="15505"/>
                    </a:lnTo>
                    <a:lnTo>
                      <a:pt x="41073" y="15400"/>
                    </a:lnTo>
                    <a:lnTo>
                      <a:pt x="41199" y="15337"/>
                    </a:lnTo>
                    <a:lnTo>
                      <a:pt x="41241" y="15233"/>
                    </a:lnTo>
                    <a:lnTo>
                      <a:pt x="41303" y="15149"/>
                    </a:lnTo>
                    <a:lnTo>
                      <a:pt x="41345" y="15149"/>
                    </a:lnTo>
                    <a:lnTo>
                      <a:pt x="41429" y="15086"/>
                    </a:lnTo>
                    <a:lnTo>
                      <a:pt x="41450" y="15024"/>
                    </a:lnTo>
                    <a:lnTo>
                      <a:pt x="41387" y="15003"/>
                    </a:lnTo>
                    <a:lnTo>
                      <a:pt x="41282" y="15086"/>
                    </a:lnTo>
                    <a:lnTo>
                      <a:pt x="41199" y="15149"/>
                    </a:lnTo>
                    <a:lnTo>
                      <a:pt x="41115" y="15191"/>
                    </a:lnTo>
                    <a:lnTo>
                      <a:pt x="41010" y="15296"/>
                    </a:lnTo>
                    <a:lnTo>
                      <a:pt x="41073" y="15191"/>
                    </a:lnTo>
                    <a:lnTo>
                      <a:pt x="41136" y="15086"/>
                    </a:lnTo>
                    <a:lnTo>
                      <a:pt x="41115" y="15086"/>
                    </a:lnTo>
                    <a:lnTo>
                      <a:pt x="41010" y="15107"/>
                    </a:lnTo>
                    <a:lnTo>
                      <a:pt x="40969" y="15149"/>
                    </a:lnTo>
                    <a:lnTo>
                      <a:pt x="40801" y="15128"/>
                    </a:lnTo>
                    <a:lnTo>
                      <a:pt x="40696" y="15128"/>
                    </a:lnTo>
                    <a:lnTo>
                      <a:pt x="40655" y="15086"/>
                    </a:lnTo>
                    <a:lnTo>
                      <a:pt x="40759" y="15086"/>
                    </a:lnTo>
                    <a:lnTo>
                      <a:pt x="40969" y="15024"/>
                    </a:lnTo>
                    <a:lnTo>
                      <a:pt x="40864" y="14982"/>
                    </a:lnTo>
                    <a:lnTo>
                      <a:pt x="40780" y="14919"/>
                    </a:lnTo>
                    <a:lnTo>
                      <a:pt x="40864" y="14919"/>
                    </a:lnTo>
                    <a:lnTo>
                      <a:pt x="40927" y="14898"/>
                    </a:lnTo>
                    <a:lnTo>
                      <a:pt x="40885" y="14793"/>
                    </a:lnTo>
                    <a:lnTo>
                      <a:pt x="40801" y="14773"/>
                    </a:lnTo>
                    <a:lnTo>
                      <a:pt x="40801" y="14731"/>
                    </a:lnTo>
                    <a:lnTo>
                      <a:pt x="40885" y="14689"/>
                    </a:lnTo>
                    <a:lnTo>
                      <a:pt x="40885" y="14605"/>
                    </a:lnTo>
                    <a:lnTo>
                      <a:pt x="40864" y="14480"/>
                    </a:lnTo>
                    <a:lnTo>
                      <a:pt x="40822" y="14417"/>
                    </a:lnTo>
                    <a:lnTo>
                      <a:pt x="40696" y="14480"/>
                    </a:lnTo>
                    <a:lnTo>
                      <a:pt x="40655" y="14521"/>
                    </a:lnTo>
                    <a:lnTo>
                      <a:pt x="40592" y="14501"/>
                    </a:lnTo>
                    <a:lnTo>
                      <a:pt x="40571" y="14521"/>
                    </a:lnTo>
                    <a:lnTo>
                      <a:pt x="40550" y="14501"/>
                    </a:lnTo>
                    <a:lnTo>
                      <a:pt x="40592" y="14417"/>
                    </a:lnTo>
                    <a:lnTo>
                      <a:pt x="40613" y="14312"/>
                    </a:lnTo>
                    <a:lnTo>
                      <a:pt x="40759" y="14291"/>
                    </a:lnTo>
                    <a:lnTo>
                      <a:pt x="40801" y="14249"/>
                    </a:lnTo>
                    <a:lnTo>
                      <a:pt x="40801" y="14103"/>
                    </a:lnTo>
                    <a:lnTo>
                      <a:pt x="40780" y="14061"/>
                    </a:lnTo>
                    <a:lnTo>
                      <a:pt x="40696" y="14145"/>
                    </a:lnTo>
                    <a:lnTo>
                      <a:pt x="40571" y="14249"/>
                    </a:lnTo>
                    <a:lnTo>
                      <a:pt x="40508" y="14312"/>
                    </a:lnTo>
                    <a:lnTo>
                      <a:pt x="40445" y="14375"/>
                    </a:lnTo>
                    <a:lnTo>
                      <a:pt x="40445" y="14480"/>
                    </a:lnTo>
                    <a:lnTo>
                      <a:pt x="40445" y="14563"/>
                    </a:lnTo>
                    <a:lnTo>
                      <a:pt x="40278" y="14291"/>
                    </a:lnTo>
                    <a:lnTo>
                      <a:pt x="40278" y="14187"/>
                    </a:lnTo>
                    <a:lnTo>
                      <a:pt x="40278" y="14082"/>
                    </a:lnTo>
                    <a:lnTo>
                      <a:pt x="40341" y="13998"/>
                    </a:lnTo>
                    <a:lnTo>
                      <a:pt x="40424" y="13873"/>
                    </a:lnTo>
                    <a:lnTo>
                      <a:pt x="40466" y="13789"/>
                    </a:lnTo>
                    <a:lnTo>
                      <a:pt x="40424" y="13768"/>
                    </a:lnTo>
                    <a:lnTo>
                      <a:pt x="40362" y="13831"/>
                    </a:lnTo>
                    <a:lnTo>
                      <a:pt x="40299" y="13894"/>
                    </a:lnTo>
                    <a:lnTo>
                      <a:pt x="40299" y="13936"/>
                    </a:lnTo>
                    <a:lnTo>
                      <a:pt x="40194" y="13977"/>
                    </a:lnTo>
                    <a:lnTo>
                      <a:pt x="40152" y="14061"/>
                    </a:lnTo>
                    <a:lnTo>
                      <a:pt x="40152" y="14103"/>
                    </a:lnTo>
                    <a:lnTo>
                      <a:pt x="40069" y="14249"/>
                    </a:lnTo>
                    <a:lnTo>
                      <a:pt x="40027" y="14270"/>
                    </a:lnTo>
                    <a:lnTo>
                      <a:pt x="40027" y="14187"/>
                    </a:lnTo>
                    <a:lnTo>
                      <a:pt x="40069" y="14082"/>
                    </a:lnTo>
                    <a:lnTo>
                      <a:pt x="40173" y="13894"/>
                    </a:lnTo>
                    <a:lnTo>
                      <a:pt x="40215" y="13852"/>
                    </a:lnTo>
                    <a:lnTo>
                      <a:pt x="40194" y="13768"/>
                    </a:lnTo>
                    <a:lnTo>
                      <a:pt x="40111" y="13768"/>
                    </a:lnTo>
                    <a:lnTo>
                      <a:pt x="40048" y="13852"/>
                    </a:lnTo>
                    <a:lnTo>
                      <a:pt x="40048" y="13936"/>
                    </a:lnTo>
                    <a:lnTo>
                      <a:pt x="40006" y="13957"/>
                    </a:lnTo>
                    <a:lnTo>
                      <a:pt x="40006" y="13873"/>
                    </a:lnTo>
                    <a:lnTo>
                      <a:pt x="40069" y="13747"/>
                    </a:lnTo>
                    <a:lnTo>
                      <a:pt x="40090" y="13685"/>
                    </a:lnTo>
                    <a:lnTo>
                      <a:pt x="40048" y="13622"/>
                    </a:lnTo>
                    <a:lnTo>
                      <a:pt x="39943" y="13580"/>
                    </a:lnTo>
                    <a:lnTo>
                      <a:pt x="39964" y="13559"/>
                    </a:lnTo>
                    <a:lnTo>
                      <a:pt x="39901" y="13517"/>
                    </a:lnTo>
                    <a:lnTo>
                      <a:pt x="39776" y="13517"/>
                    </a:lnTo>
                    <a:lnTo>
                      <a:pt x="39692" y="13538"/>
                    </a:lnTo>
                    <a:lnTo>
                      <a:pt x="39734" y="13454"/>
                    </a:lnTo>
                    <a:lnTo>
                      <a:pt x="39818" y="13433"/>
                    </a:lnTo>
                    <a:lnTo>
                      <a:pt x="39713" y="13413"/>
                    </a:lnTo>
                    <a:lnTo>
                      <a:pt x="39567" y="13413"/>
                    </a:lnTo>
                    <a:lnTo>
                      <a:pt x="39504" y="13517"/>
                    </a:lnTo>
                    <a:lnTo>
                      <a:pt x="39504" y="13433"/>
                    </a:lnTo>
                    <a:lnTo>
                      <a:pt x="39671" y="13350"/>
                    </a:lnTo>
                    <a:lnTo>
                      <a:pt x="39818" y="13329"/>
                    </a:lnTo>
                    <a:lnTo>
                      <a:pt x="39860" y="13371"/>
                    </a:lnTo>
                    <a:lnTo>
                      <a:pt x="39964" y="13392"/>
                    </a:lnTo>
                    <a:lnTo>
                      <a:pt x="39985" y="13350"/>
                    </a:lnTo>
                    <a:lnTo>
                      <a:pt x="40027" y="13266"/>
                    </a:lnTo>
                    <a:lnTo>
                      <a:pt x="39943" y="13266"/>
                    </a:lnTo>
                    <a:lnTo>
                      <a:pt x="39839" y="13245"/>
                    </a:lnTo>
                    <a:lnTo>
                      <a:pt x="39734" y="13182"/>
                    </a:lnTo>
                    <a:lnTo>
                      <a:pt x="39650" y="13182"/>
                    </a:lnTo>
                    <a:lnTo>
                      <a:pt x="39650" y="13287"/>
                    </a:lnTo>
                    <a:lnTo>
                      <a:pt x="39608" y="13287"/>
                    </a:lnTo>
                    <a:lnTo>
                      <a:pt x="39608" y="13245"/>
                    </a:lnTo>
                    <a:lnTo>
                      <a:pt x="39629" y="13182"/>
                    </a:lnTo>
                    <a:lnTo>
                      <a:pt x="39629" y="13140"/>
                    </a:lnTo>
                    <a:lnTo>
                      <a:pt x="39525" y="13140"/>
                    </a:lnTo>
                    <a:lnTo>
                      <a:pt x="39525" y="13182"/>
                    </a:lnTo>
                    <a:lnTo>
                      <a:pt x="39462" y="13224"/>
                    </a:lnTo>
                    <a:lnTo>
                      <a:pt x="39441" y="13161"/>
                    </a:lnTo>
                    <a:lnTo>
                      <a:pt x="39441" y="13078"/>
                    </a:lnTo>
                    <a:lnTo>
                      <a:pt x="39399" y="13057"/>
                    </a:lnTo>
                    <a:lnTo>
                      <a:pt x="39357" y="13078"/>
                    </a:lnTo>
                    <a:lnTo>
                      <a:pt x="39316" y="13036"/>
                    </a:lnTo>
                    <a:lnTo>
                      <a:pt x="39232" y="12994"/>
                    </a:lnTo>
                    <a:lnTo>
                      <a:pt x="39148" y="12994"/>
                    </a:lnTo>
                    <a:lnTo>
                      <a:pt x="39232" y="12910"/>
                    </a:lnTo>
                    <a:lnTo>
                      <a:pt x="39295" y="12868"/>
                    </a:lnTo>
                    <a:lnTo>
                      <a:pt x="39441" y="12973"/>
                    </a:lnTo>
                    <a:lnTo>
                      <a:pt x="39504" y="12973"/>
                    </a:lnTo>
                    <a:lnTo>
                      <a:pt x="39462" y="12931"/>
                    </a:lnTo>
                    <a:lnTo>
                      <a:pt x="39169" y="12764"/>
                    </a:lnTo>
                    <a:lnTo>
                      <a:pt x="39044" y="12743"/>
                    </a:lnTo>
                    <a:lnTo>
                      <a:pt x="39023" y="12722"/>
                    </a:lnTo>
                    <a:lnTo>
                      <a:pt x="39106" y="12722"/>
                    </a:lnTo>
                    <a:lnTo>
                      <a:pt x="39316" y="12806"/>
                    </a:lnTo>
                    <a:lnTo>
                      <a:pt x="39441" y="12806"/>
                    </a:lnTo>
                    <a:lnTo>
                      <a:pt x="39650" y="12848"/>
                    </a:lnTo>
                    <a:lnTo>
                      <a:pt x="39692" y="12848"/>
                    </a:lnTo>
                    <a:lnTo>
                      <a:pt x="39671" y="12806"/>
                    </a:lnTo>
                    <a:lnTo>
                      <a:pt x="39671" y="12722"/>
                    </a:lnTo>
                    <a:lnTo>
                      <a:pt x="39629" y="12659"/>
                    </a:lnTo>
                    <a:lnTo>
                      <a:pt x="39546" y="12638"/>
                    </a:lnTo>
                    <a:lnTo>
                      <a:pt x="39462" y="12596"/>
                    </a:lnTo>
                    <a:lnTo>
                      <a:pt x="39483" y="12555"/>
                    </a:lnTo>
                    <a:lnTo>
                      <a:pt x="39546" y="12555"/>
                    </a:lnTo>
                    <a:lnTo>
                      <a:pt x="39567" y="12617"/>
                    </a:lnTo>
                    <a:lnTo>
                      <a:pt x="39629" y="12638"/>
                    </a:lnTo>
                    <a:lnTo>
                      <a:pt x="39671" y="12617"/>
                    </a:lnTo>
                    <a:lnTo>
                      <a:pt x="39776" y="12617"/>
                    </a:lnTo>
                    <a:lnTo>
                      <a:pt x="39797" y="12596"/>
                    </a:lnTo>
                    <a:lnTo>
                      <a:pt x="39797" y="12534"/>
                    </a:lnTo>
                    <a:lnTo>
                      <a:pt x="39734" y="12513"/>
                    </a:lnTo>
                    <a:lnTo>
                      <a:pt x="39734" y="12450"/>
                    </a:lnTo>
                    <a:lnTo>
                      <a:pt x="39671" y="12387"/>
                    </a:lnTo>
                    <a:lnTo>
                      <a:pt x="39588" y="12408"/>
                    </a:lnTo>
                    <a:lnTo>
                      <a:pt x="39525" y="12450"/>
                    </a:lnTo>
                    <a:lnTo>
                      <a:pt x="39378" y="12450"/>
                    </a:lnTo>
                    <a:lnTo>
                      <a:pt x="39357" y="12513"/>
                    </a:lnTo>
                    <a:lnTo>
                      <a:pt x="39316" y="12513"/>
                    </a:lnTo>
                    <a:lnTo>
                      <a:pt x="39274" y="12429"/>
                    </a:lnTo>
                    <a:lnTo>
                      <a:pt x="39378" y="12387"/>
                    </a:lnTo>
                    <a:lnTo>
                      <a:pt x="39525" y="12387"/>
                    </a:lnTo>
                    <a:lnTo>
                      <a:pt x="39567" y="12345"/>
                    </a:lnTo>
                    <a:lnTo>
                      <a:pt x="39692" y="12345"/>
                    </a:lnTo>
                    <a:lnTo>
                      <a:pt x="39734" y="12304"/>
                    </a:lnTo>
                    <a:lnTo>
                      <a:pt x="39650" y="12283"/>
                    </a:lnTo>
                    <a:lnTo>
                      <a:pt x="39546" y="12241"/>
                    </a:lnTo>
                    <a:lnTo>
                      <a:pt x="39525" y="12199"/>
                    </a:lnTo>
                    <a:lnTo>
                      <a:pt x="39588" y="12241"/>
                    </a:lnTo>
                    <a:lnTo>
                      <a:pt x="39776" y="12241"/>
                    </a:lnTo>
                    <a:lnTo>
                      <a:pt x="39839" y="12283"/>
                    </a:lnTo>
                    <a:lnTo>
                      <a:pt x="39964" y="12429"/>
                    </a:lnTo>
                    <a:lnTo>
                      <a:pt x="40048" y="12450"/>
                    </a:lnTo>
                    <a:lnTo>
                      <a:pt x="40090" y="12429"/>
                    </a:lnTo>
                    <a:lnTo>
                      <a:pt x="40111" y="12492"/>
                    </a:lnTo>
                    <a:lnTo>
                      <a:pt x="40173" y="12513"/>
                    </a:lnTo>
                    <a:lnTo>
                      <a:pt x="40215" y="12450"/>
                    </a:lnTo>
                    <a:lnTo>
                      <a:pt x="40278" y="12450"/>
                    </a:lnTo>
                    <a:lnTo>
                      <a:pt x="40320" y="12555"/>
                    </a:lnTo>
                    <a:lnTo>
                      <a:pt x="40404" y="12555"/>
                    </a:lnTo>
                    <a:lnTo>
                      <a:pt x="40466" y="12534"/>
                    </a:lnTo>
                    <a:lnTo>
                      <a:pt x="40466" y="12408"/>
                    </a:lnTo>
                    <a:lnTo>
                      <a:pt x="40404" y="12324"/>
                    </a:lnTo>
                    <a:lnTo>
                      <a:pt x="40383" y="12241"/>
                    </a:lnTo>
                    <a:lnTo>
                      <a:pt x="40278" y="12199"/>
                    </a:lnTo>
                    <a:lnTo>
                      <a:pt x="40194" y="12136"/>
                    </a:lnTo>
                    <a:lnTo>
                      <a:pt x="40152" y="12115"/>
                    </a:lnTo>
                    <a:lnTo>
                      <a:pt x="40090" y="12136"/>
                    </a:lnTo>
                    <a:lnTo>
                      <a:pt x="40048" y="12178"/>
                    </a:lnTo>
                    <a:lnTo>
                      <a:pt x="39964" y="12115"/>
                    </a:lnTo>
                    <a:lnTo>
                      <a:pt x="39797" y="11990"/>
                    </a:lnTo>
                    <a:lnTo>
                      <a:pt x="39692" y="11969"/>
                    </a:lnTo>
                    <a:lnTo>
                      <a:pt x="39483" y="11990"/>
                    </a:lnTo>
                    <a:lnTo>
                      <a:pt x="39420" y="11969"/>
                    </a:lnTo>
                    <a:lnTo>
                      <a:pt x="39588" y="11927"/>
                    </a:lnTo>
                    <a:lnTo>
                      <a:pt x="39671" y="11864"/>
                    </a:lnTo>
                    <a:lnTo>
                      <a:pt x="39755" y="11864"/>
                    </a:lnTo>
                    <a:lnTo>
                      <a:pt x="39776" y="11885"/>
                    </a:lnTo>
                    <a:lnTo>
                      <a:pt x="39860" y="11885"/>
                    </a:lnTo>
                    <a:lnTo>
                      <a:pt x="39943" y="11822"/>
                    </a:lnTo>
                    <a:lnTo>
                      <a:pt x="40006" y="11780"/>
                    </a:lnTo>
                    <a:lnTo>
                      <a:pt x="40173" y="11780"/>
                    </a:lnTo>
                    <a:lnTo>
                      <a:pt x="40257" y="11822"/>
                    </a:lnTo>
                    <a:lnTo>
                      <a:pt x="40383" y="11822"/>
                    </a:lnTo>
                    <a:lnTo>
                      <a:pt x="40424" y="11760"/>
                    </a:lnTo>
                    <a:lnTo>
                      <a:pt x="40466" y="11676"/>
                    </a:lnTo>
                    <a:lnTo>
                      <a:pt x="40404" y="11592"/>
                    </a:lnTo>
                    <a:lnTo>
                      <a:pt x="40383" y="11467"/>
                    </a:lnTo>
                    <a:lnTo>
                      <a:pt x="40278" y="11236"/>
                    </a:lnTo>
                    <a:lnTo>
                      <a:pt x="40257" y="11090"/>
                    </a:lnTo>
                    <a:lnTo>
                      <a:pt x="40194" y="11132"/>
                    </a:lnTo>
                    <a:lnTo>
                      <a:pt x="40173" y="11090"/>
                    </a:lnTo>
                    <a:lnTo>
                      <a:pt x="40090" y="11132"/>
                    </a:lnTo>
                    <a:lnTo>
                      <a:pt x="40090" y="11174"/>
                    </a:lnTo>
                    <a:lnTo>
                      <a:pt x="40048" y="11278"/>
                    </a:lnTo>
                    <a:lnTo>
                      <a:pt x="40069" y="11299"/>
                    </a:lnTo>
                    <a:lnTo>
                      <a:pt x="40069" y="11383"/>
                    </a:lnTo>
                    <a:lnTo>
                      <a:pt x="40006" y="11404"/>
                    </a:lnTo>
                    <a:lnTo>
                      <a:pt x="39901" y="11467"/>
                    </a:lnTo>
                    <a:lnTo>
                      <a:pt x="39839" y="11550"/>
                    </a:lnTo>
                    <a:lnTo>
                      <a:pt x="39734" y="11508"/>
                    </a:lnTo>
                    <a:lnTo>
                      <a:pt x="39650" y="11488"/>
                    </a:lnTo>
                    <a:lnTo>
                      <a:pt x="39546" y="11508"/>
                    </a:lnTo>
                    <a:lnTo>
                      <a:pt x="39462" y="11613"/>
                    </a:lnTo>
                    <a:lnTo>
                      <a:pt x="39357" y="11718"/>
                    </a:lnTo>
                    <a:lnTo>
                      <a:pt x="39316" y="11697"/>
                    </a:lnTo>
                    <a:lnTo>
                      <a:pt x="39232" y="11676"/>
                    </a:lnTo>
                    <a:lnTo>
                      <a:pt x="39127" y="11697"/>
                    </a:lnTo>
                    <a:lnTo>
                      <a:pt x="39085" y="11697"/>
                    </a:lnTo>
                    <a:lnTo>
                      <a:pt x="39190" y="11592"/>
                    </a:lnTo>
                    <a:lnTo>
                      <a:pt x="39232" y="11571"/>
                    </a:lnTo>
                    <a:lnTo>
                      <a:pt x="39316" y="11613"/>
                    </a:lnTo>
                    <a:lnTo>
                      <a:pt x="39420" y="11571"/>
                    </a:lnTo>
                    <a:lnTo>
                      <a:pt x="39462" y="11467"/>
                    </a:lnTo>
                    <a:lnTo>
                      <a:pt x="39546" y="11404"/>
                    </a:lnTo>
                    <a:lnTo>
                      <a:pt x="39588" y="11404"/>
                    </a:lnTo>
                    <a:lnTo>
                      <a:pt x="39692" y="11362"/>
                    </a:lnTo>
                    <a:lnTo>
                      <a:pt x="39776" y="11299"/>
                    </a:lnTo>
                    <a:lnTo>
                      <a:pt x="39776" y="11174"/>
                    </a:lnTo>
                    <a:lnTo>
                      <a:pt x="39776" y="11132"/>
                    </a:lnTo>
                    <a:lnTo>
                      <a:pt x="39692" y="11132"/>
                    </a:lnTo>
                    <a:lnTo>
                      <a:pt x="39629" y="11153"/>
                    </a:lnTo>
                    <a:lnTo>
                      <a:pt x="39546" y="11132"/>
                    </a:lnTo>
                    <a:lnTo>
                      <a:pt x="39420" y="11132"/>
                    </a:lnTo>
                    <a:lnTo>
                      <a:pt x="39253" y="11278"/>
                    </a:lnTo>
                    <a:lnTo>
                      <a:pt x="39148" y="11383"/>
                    </a:lnTo>
                    <a:lnTo>
                      <a:pt x="38960" y="11404"/>
                    </a:lnTo>
                    <a:lnTo>
                      <a:pt x="39023" y="11362"/>
                    </a:lnTo>
                    <a:lnTo>
                      <a:pt x="39148" y="11341"/>
                    </a:lnTo>
                    <a:lnTo>
                      <a:pt x="39169" y="11257"/>
                    </a:lnTo>
                    <a:lnTo>
                      <a:pt x="39127" y="11236"/>
                    </a:lnTo>
                    <a:lnTo>
                      <a:pt x="39023" y="11236"/>
                    </a:lnTo>
                    <a:lnTo>
                      <a:pt x="39190" y="11153"/>
                    </a:lnTo>
                    <a:lnTo>
                      <a:pt x="39295" y="11153"/>
                    </a:lnTo>
                    <a:lnTo>
                      <a:pt x="39441" y="11048"/>
                    </a:lnTo>
                    <a:lnTo>
                      <a:pt x="39567" y="11048"/>
                    </a:lnTo>
                    <a:lnTo>
                      <a:pt x="39650" y="11027"/>
                    </a:lnTo>
                    <a:lnTo>
                      <a:pt x="39839" y="11027"/>
                    </a:lnTo>
                    <a:lnTo>
                      <a:pt x="39922" y="10944"/>
                    </a:lnTo>
                    <a:lnTo>
                      <a:pt x="39964" y="10881"/>
                    </a:lnTo>
                    <a:lnTo>
                      <a:pt x="39985" y="10839"/>
                    </a:lnTo>
                    <a:lnTo>
                      <a:pt x="40069" y="10818"/>
                    </a:lnTo>
                    <a:lnTo>
                      <a:pt x="40069" y="10923"/>
                    </a:lnTo>
                    <a:lnTo>
                      <a:pt x="40132" y="10944"/>
                    </a:lnTo>
                    <a:lnTo>
                      <a:pt x="40236" y="10839"/>
                    </a:lnTo>
                    <a:lnTo>
                      <a:pt x="40257" y="10734"/>
                    </a:lnTo>
                    <a:lnTo>
                      <a:pt x="40236" y="10672"/>
                    </a:lnTo>
                    <a:lnTo>
                      <a:pt x="40152" y="10630"/>
                    </a:lnTo>
                    <a:lnTo>
                      <a:pt x="40090" y="10525"/>
                    </a:lnTo>
                    <a:lnTo>
                      <a:pt x="39964" y="10400"/>
                    </a:lnTo>
                    <a:lnTo>
                      <a:pt x="39922" y="10295"/>
                    </a:lnTo>
                    <a:lnTo>
                      <a:pt x="39839" y="10295"/>
                    </a:lnTo>
                    <a:lnTo>
                      <a:pt x="39755" y="10337"/>
                    </a:lnTo>
                    <a:lnTo>
                      <a:pt x="39713" y="10400"/>
                    </a:lnTo>
                    <a:lnTo>
                      <a:pt x="39629" y="10420"/>
                    </a:lnTo>
                    <a:lnTo>
                      <a:pt x="39525" y="10504"/>
                    </a:lnTo>
                    <a:lnTo>
                      <a:pt x="39420" y="10504"/>
                    </a:lnTo>
                    <a:lnTo>
                      <a:pt x="39336" y="10567"/>
                    </a:lnTo>
                    <a:lnTo>
                      <a:pt x="39316" y="10546"/>
                    </a:lnTo>
                    <a:lnTo>
                      <a:pt x="39336" y="10441"/>
                    </a:lnTo>
                    <a:lnTo>
                      <a:pt x="39420" y="10400"/>
                    </a:lnTo>
                    <a:lnTo>
                      <a:pt x="39525" y="10400"/>
                    </a:lnTo>
                    <a:lnTo>
                      <a:pt x="39650" y="10253"/>
                    </a:lnTo>
                    <a:lnTo>
                      <a:pt x="39713" y="10190"/>
                    </a:lnTo>
                    <a:lnTo>
                      <a:pt x="39713" y="10127"/>
                    </a:lnTo>
                    <a:lnTo>
                      <a:pt x="39629" y="10148"/>
                    </a:lnTo>
                    <a:lnTo>
                      <a:pt x="39462" y="10211"/>
                    </a:lnTo>
                    <a:lnTo>
                      <a:pt x="39316" y="10316"/>
                    </a:lnTo>
                    <a:lnTo>
                      <a:pt x="39253" y="10316"/>
                    </a:lnTo>
                    <a:lnTo>
                      <a:pt x="39211" y="10358"/>
                    </a:lnTo>
                    <a:lnTo>
                      <a:pt x="39169" y="10441"/>
                    </a:lnTo>
                    <a:lnTo>
                      <a:pt x="39106" y="10630"/>
                    </a:lnTo>
                    <a:lnTo>
                      <a:pt x="38918" y="10839"/>
                    </a:lnTo>
                    <a:lnTo>
                      <a:pt x="38730" y="10944"/>
                    </a:lnTo>
                    <a:lnTo>
                      <a:pt x="38730" y="10923"/>
                    </a:lnTo>
                    <a:lnTo>
                      <a:pt x="38813" y="10839"/>
                    </a:lnTo>
                    <a:lnTo>
                      <a:pt x="38939" y="10713"/>
                    </a:lnTo>
                    <a:lnTo>
                      <a:pt x="39023" y="10567"/>
                    </a:lnTo>
                    <a:lnTo>
                      <a:pt x="39064" y="10525"/>
                    </a:lnTo>
                    <a:lnTo>
                      <a:pt x="39064" y="10462"/>
                    </a:lnTo>
                    <a:lnTo>
                      <a:pt x="39023" y="10462"/>
                    </a:lnTo>
                    <a:lnTo>
                      <a:pt x="39002" y="10441"/>
                    </a:lnTo>
                    <a:lnTo>
                      <a:pt x="38939" y="10462"/>
                    </a:lnTo>
                    <a:lnTo>
                      <a:pt x="38855" y="10609"/>
                    </a:lnTo>
                    <a:lnTo>
                      <a:pt x="38730" y="10734"/>
                    </a:lnTo>
                    <a:lnTo>
                      <a:pt x="38688" y="10734"/>
                    </a:lnTo>
                    <a:lnTo>
                      <a:pt x="38709" y="10651"/>
                    </a:lnTo>
                    <a:lnTo>
                      <a:pt x="38730" y="10567"/>
                    </a:lnTo>
                    <a:lnTo>
                      <a:pt x="38834" y="10462"/>
                    </a:lnTo>
                    <a:lnTo>
                      <a:pt x="38876" y="10400"/>
                    </a:lnTo>
                    <a:lnTo>
                      <a:pt x="38918" y="10316"/>
                    </a:lnTo>
                    <a:lnTo>
                      <a:pt x="39002" y="10316"/>
                    </a:lnTo>
                    <a:lnTo>
                      <a:pt x="39044" y="10337"/>
                    </a:lnTo>
                    <a:lnTo>
                      <a:pt x="39148" y="10337"/>
                    </a:lnTo>
                    <a:lnTo>
                      <a:pt x="39190" y="10295"/>
                    </a:lnTo>
                    <a:lnTo>
                      <a:pt x="39253" y="10211"/>
                    </a:lnTo>
                    <a:lnTo>
                      <a:pt x="39357" y="10148"/>
                    </a:lnTo>
                    <a:lnTo>
                      <a:pt x="39462" y="10023"/>
                    </a:lnTo>
                    <a:lnTo>
                      <a:pt x="39525" y="9918"/>
                    </a:lnTo>
                    <a:lnTo>
                      <a:pt x="39483" y="9814"/>
                    </a:lnTo>
                    <a:lnTo>
                      <a:pt x="39525" y="9730"/>
                    </a:lnTo>
                    <a:lnTo>
                      <a:pt x="39483" y="9709"/>
                    </a:lnTo>
                    <a:lnTo>
                      <a:pt x="39336" y="9793"/>
                    </a:lnTo>
                    <a:lnTo>
                      <a:pt x="39274" y="9876"/>
                    </a:lnTo>
                    <a:lnTo>
                      <a:pt x="39274" y="9981"/>
                    </a:lnTo>
                    <a:lnTo>
                      <a:pt x="39253" y="10107"/>
                    </a:lnTo>
                    <a:lnTo>
                      <a:pt x="39211" y="10127"/>
                    </a:lnTo>
                    <a:lnTo>
                      <a:pt x="39232" y="10086"/>
                    </a:lnTo>
                    <a:lnTo>
                      <a:pt x="39232" y="10023"/>
                    </a:lnTo>
                    <a:lnTo>
                      <a:pt x="39148" y="9981"/>
                    </a:lnTo>
                    <a:lnTo>
                      <a:pt x="39044" y="9981"/>
                    </a:lnTo>
                    <a:lnTo>
                      <a:pt x="38939" y="10044"/>
                    </a:lnTo>
                    <a:lnTo>
                      <a:pt x="38855" y="10023"/>
                    </a:lnTo>
                    <a:lnTo>
                      <a:pt x="38730" y="10044"/>
                    </a:lnTo>
                    <a:lnTo>
                      <a:pt x="38625" y="10107"/>
                    </a:lnTo>
                    <a:lnTo>
                      <a:pt x="38500" y="10107"/>
                    </a:lnTo>
                    <a:lnTo>
                      <a:pt x="38583" y="10044"/>
                    </a:lnTo>
                    <a:lnTo>
                      <a:pt x="38688" y="10002"/>
                    </a:lnTo>
                    <a:lnTo>
                      <a:pt x="38772" y="9897"/>
                    </a:lnTo>
                    <a:lnTo>
                      <a:pt x="38730" y="9814"/>
                    </a:lnTo>
                    <a:lnTo>
                      <a:pt x="38688" y="9814"/>
                    </a:lnTo>
                    <a:lnTo>
                      <a:pt x="38541" y="9835"/>
                    </a:lnTo>
                    <a:lnTo>
                      <a:pt x="38604" y="9772"/>
                    </a:lnTo>
                    <a:lnTo>
                      <a:pt x="38688" y="9772"/>
                    </a:lnTo>
                    <a:lnTo>
                      <a:pt x="38772" y="9709"/>
                    </a:lnTo>
                    <a:lnTo>
                      <a:pt x="38813" y="9604"/>
                    </a:lnTo>
                    <a:lnTo>
                      <a:pt x="38897" y="9583"/>
                    </a:lnTo>
                    <a:lnTo>
                      <a:pt x="38939" y="9521"/>
                    </a:lnTo>
                    <a:lnTo>
                      <a:pt x="39002" y="9521"/>
                    </a:lnTo>
                    <a:lnTo>
                      <a:pt x="39106" y="9604"/>
                    </a:lnTo>
                    <a:lnTo>
                      <a:pt x="39169" y="9667"/>
                    </a:lnTo>
                    <a:lnTo>
                      <a:pt x="39253" y="9667"/>
                    </a:lnTo>
                    <a:lnTo>
                      <a:pt x="39357" y="9521"/>
                    </a:lnTo>
                    <a:lnTo>
                      <a:pt x="39441" y="9458"/>
                    </a:lnTo>
                    <a:lnTo>
                      <a:pt x="39441" y="9395"/>
                    </a:lnTo>
                    <a:lnTo>
                      <a:pt x="39336" y="9270"/>
                    </a:lnTo>
                    <a:lnTo>
                      <a:pt x="39316" y="9165"/>
                    </a:lnTo>
                    <a:lnTo>
                      <a:pt x="39274" y="9060"/>
                    </a:lnTo>
                    <a:lnTo>
                      <a:pt x="39169" y="8956"/>
                    </a:lnTo>
                    <a:lnTo>
                      <a:pt x="39106" y="8893"/>
                    </a:lnTo>
                    <a:lnTo>
                      <a:pt x="39023" y="8726"/>
                    </a:lnTo>
                    <a:lnTo>
                      <a:pt x="38960" y="8747"/>
                    </a:lnTo>
                    <a:lnTo>
                      <a:pt x="38960" y="8830"/>
                    </a:lnTo>
                    <a:lnTo>
                      <a:pt x="38918" y="8893"/>
                    </a:lnTo>
                    <a:lnTo>
                      <a:pt x="38855" y="8935"/>
                    </a:lnTo>
                    <a:lnTo>
                      <a:pt x="38834" y="8977"/>
                    </a:lnTo>
                    <a:lnTo>
                      <a:pt x="38834" y="9060"/>
                    </a:lnTo>
                    <a:lnTo>
                      <a:pt x="38751" y="9102"/>
                    </a:lnTo>
                    <a:lnTo>
                      <a:pt x="38709" y="9186"/>
                    </a:lnTo>
                    <a:lnTo>
                      <a:pt x="38709" y="9291"/>
                    </a:lnTo>
                    <a:lnTo>
                      <a:pt x="38583" y="9353"/>
                    </a:lnTo>
                    <a:lnTo>
                      <a:pt x="38500" y="9458"/>
                    </a:lnTo>
                    <a:lnTo>
                      <a:pt x="38479" y="9542"/>
                    </a:lnTo>
                    <a:lnTo>
                      <a:pt x="38416" y="9604"/>
                    </a:lnTo>
                    <a:lnTo>
                      <a:pt x="38374" y="9583"/>
                    </a:lnTo>
                    <a:lnTo>
                      <a:pt x="38395" y="9458"/>
                    </a:lnTo>
                    <a:lnTo>
                      <a:pt x="38500" y="9291"/>
                    </a:lnTo>
                    <a:lnTo>
                      <a:pt x="38583" y="9270"/>
                    </a:lnTo>
                    <a:lnTo>
                      <a:pt x="38583" y="9228"/>
                    </a:lnTo>
                    <a:lnTo>
                      <a:pt x="38541" y="9186"/>
                    </a:lnTo>
                    <a:lnTo>
                      <a:pt x="38500" y="9123"/>
                    </a:lnTo>
                    <a:lnTo>
                      <a:pt x="38186" y="9332"/>
                    </a:lnTo>
                    <a:lnTo>
                      <a:pt x="38060" y="9500"/>
                    </a:lnTo>
                    <a:lnTo>
                      <a:pt x="37997" y="9583"/>
                    </a:lnTo>
                    <a:lnTo>
                      <a:pt x="37893" y="9604"/>
                    </a:lnTo>
                    <a:lnTo>
                      <a:pt x="37893" y="9583"/>
                    </a:lnTo>
                    <a:lnTo>
                      <a:pt x="37956" y="9542"/>
                    </a:lnTo>
                    <a:lnTo>
                      <a:pt x="38039" y="9374"/>
                    </a:lnTo>
                    <a:lnTo>
                      <a:pt x="38060" y="9291"/>
                    </a:lnTo>
                    <a:lnTo>
                      <a:pt x="38186" y="9165"/>
                    </a:lnTo>
                    <a:lnTo>
                      <a:pt x="38248" y="9081"/>
                    </a:lnTo>
                    <a:lnTo>
                      <a:pt x="38207" y="9019"/>
                    </a:lnTo>
                    <a:lnTo>
                      <a:pt x="38207" y="8935"/>
                    </a:lnTo>
                    <a:lnTo>
                      <a:pt x="38081" y="9019"/>
                    </a:lnTo>
                    <a:lnTo>
                      <a:pt x="37935" y="9144"/>
                    </a:lnTo>
                    <a:lnTo>
                      <a:pt x="37893" y="9249"/>
                    </a:lnTo>
                    <a:lnTo>
                      <a:pt x="37809" y="9353"/>
                    </a:lnTo>
                    <a:lnTo>
                      <a:pt x="37788" y="9332"/>
                    </a:lnTo>
                    <a:lnTo>
                      <a:pt x="37809" y="9228"/>
                    </a:lnTo>
                    <a:lnTo>
                      <a:pt x="37872" y="9123"/>
                    </a:lnTo>
                    <a:lnTo>
                      <a:pt x="37809" y="9081"/>
                    </a:lnTo>
                    <a:lnTo>
                      <a:pt x="37809" y="9039"/>
                    </a:lnTo>
                    <a:lnTo>
                      <a:pt x="37893" y="9019"/>
                    </a:lnTo>
                    <a:lnTo>
                      <a:pt x="38081" y="8872"/>
                    </a:lnTo>
                    <a:lnTo>
                      <a:pt x="38269" y="8726"/>
                    </a:lnTo>
                    <a:lnTo>
                      <a:pt x="38269" y="8642"/>
                    </a:lnTo>
                    <a:lnTo>
                      <a:pt x="38186" y="8642"/>
                    </a:lnTo>
                    <a:lnTo>
                      <a:pt x="38060" y="8726"/>
                    </a:lnTo>
                    <a:lnTo>
                      <a:pt x="38018" y="8809"/>
                    </a:lnTo>
                    <a:lnTo>
                      <a:pt x="37914" y="8851"/>
                    </a:lnTo>
                    <a:lnTo>
                      <a:pt x="37914" y="8809"/>
                    </a:lnTo>
                    <a:lnTo>
                      <a:pt x="37893" y="8747"/>
                    </a:lnTo>
                    <a:lnTo>
                      <a:pt x="37704" y="8872"/>
                    </a:lnTo>
                    <a:lnTo>
                      <a:pt x="37642" y="8977"/>
                    </a:lnTo>
                    <a:lnTo>
                      <a:pt x="37558" y="9165"/>
                    </a:lnTo>
                    <a:lnTo>
                      <a:pt x="37432" y="9249"/>
                    </a:lnTo>
                    <a:lnTo>
                      <a:pt x="37349" y="9249"/>
                    </a:lnTo>
                    <a:lnTo>
                      <a:pt x="37432" y="9165"/>
                    </a:lnTo>
                    <a:lnTo>
                      <a:pt x="37558" y="9060"/>
                    </a:lnTo>
                    <a:lnTo>
                      <a:pt x="37600" y="8956"/>
                    </a:lnTo>
                    <a:lnTo>
                      <a:pt x="37579" y="8935"/>
                    </a:lnTo>
                    <a:lnTo>
                      <a:pt x="37495" y="8935"/>
                    </a:lnTo>
                    <a:lnTo>
                      <a:pt x="37600" y="8851"/>
                    </a:lnTo>
                    <a:lnTo>
                      <a:pt x="37746" y="8830"/>
                    </a:lnTo>
                    <a:lnTo>
                      <a:pt x="37788" y="8767"/>
                    </a:lnTo>
                    <a:lnTo>
                      <a:pt x="37767" y="8726"/>
                    </a:lnTo>
                    <a:lnTo>
                      <a:pt x="37683" y="8747"/>
                    </a:lnTo>
                    <a:lnTo>
                      <a:pt x="37558" y="8767"/>
                    </a:lnTo>
                    <a:lnTo>
                      <a:pt x="37474" y="8851"/>
                    </a:lnTo>
                    <a:lnTo>
                      <a:pt x="37391" y="8830"/>
                    </a:lnTo>
                    <a:lnTo>
                      <a:pt x="37600" y="8726"/>
                    </a:lnTo>
                    <a:lnTo>
                      <a:pt x="37579" y="8663"/>
                    </a:lnTo>
                    <a:lnTo>
                      <a:pt x="37474" y="8663"/>
                    </a:lnTo>
                    <a:lnTo>
                      <a:pt x="37537" y="8600"/>
                    </a:lnTo>
                    <a:lnTo>
                      <a:pt x="37642" y="8600"/>
                    </a:lnTo>
                    <a:lnTo>
                      <a:pt x="37683" y="8642"/>
                    </a:lnTo>
                    <a:lnTo>
                      <a:pt x="37809" y="8642"/>
                    </a:lnTo>
                    <a:lnTo>
                      <a:pt x="37872" y="8537"/>
                    </a:lnTo>
                    <a:lnTo>
                      <a:pt x="37997" y="8495"/>
                    </a:lnTo>
                    <a:lnTo>
                      <a:pt x="37997" y="8412"/>
                    </a:lnTo>
                    <a:lnTo>
                      <a:pt x="38060" y="8328"/>
                    </a:lnTo>
                    <a:lnTo>
                      <a:pt x="38060" y="8286"/>
                    </a:lnTo>
                    <a:lnTo>
                      <a:pt x="37976" y="8286"/>
                    </a:lnTo>
                    <a:lnTo>
                      <a:pt x="37914" y="8223"/>
                    </a:lnTo>
                    <a:lnTo>
                      <a:pt x="37809" y="8203"/>
                    </a:lnTo>
                    <a:lnTo>
                      <a:pt x="37683" y="8307"/>
                    </a:lnTo>
                    <a:lnTo>
                      <a:pt x="37537" y="8349"/>
                    </a:lnTo>
                    <a:lnTo>
                      <a:pt x="37453" y="8495"/>
                    </a:lnTo>
                    <a:lnTo>
                      <a:pt x="37244" y="8705"/>
                    </a:lnTo>
                    <a:lnTo>
                      <a:pt x="37181" y="8705"/>
                    </a:lnTo>
                    <a:lnTo>
                      <a:pt x="37223" y="8621"/>
                    </a:lnTo>
                    <a:lnTo>
                      <a:pt x="37265" y="8621"/>
                    </a:lnTo>
                    <a:lnTo>
                      <a:pt x="37370" y="8537"/>
                    </a:lnTo>
                    <a:lnTo>
                      <a:pt x="37495" y="8349"/>
                    </a:lnTo>
                    <a:lnTo>
                      <a:pt x="37642" y="8286"/>
                    </a:lnTo>
                    <a:lnTo>
                      <a:pt x="37704" y="8203"/>
                    </a:lnTo>
                    <a:lnTo>
                      <a:pt x="37683" y="8140"/>
                    </a:lnTo>
                    <a:lnTo>
                      <a:pt x="37495" y="8140"/>
                    </a:lnTo>
                    <a:lnTo>
                      <a:pt x="37328" y="8286"/>
                    </a:lnTo>
                    <a:lnTo>
                      <a:pt x="37495" y="8119"/>
                    </a:lnTo>
                    <a:lnTo>
                      <a:pt x="37663" y="8077"/>
                    </a:lnTo>
                    <a:lnTo>
                      <a:pt x="37767" y="8098"/>
                    </a:lnTo>
                    <a:lnTo>
                      <a:pt x="37851" y="8119"/>
                    </a:lnTo>
                    <a:lnTo>
                      <a:pt x="37956" y="8014"/>
                    </a:lnTo>
                    <a:lnTo>
                      <a:pt x="37956" y="7931"/>
                    </a:lnTo>
                    <a:lnTo>
                      <a:pt x="37914" y="7889"/>
                    </a:lnTo>
                    <a:lnTo>
                      <a:pt x="37914" y="7805"/>
                    </a:lnTo>
                    <a:lnTo>
                      <a:pt x="37914" y="7721"/>
                    </a:lnTo>
                    <a:lnTo>
                      <a:pt x="37788" y="7679"/>
                    </a:lnTo>
                    <a:lnTo>
                      <a:pt x="37746" y="7596"/>
                    </a:lnTo>
                    <a:lnTo>
                      <a:pt x="37642" y="7575"/>
                    </a:lnTo>
                    <a:lnTo>
                      <a:pt x="37600" y="7617"/>
                    </a:lnTo>
                    <a:lnTo>
                      <a:pt x="37558" y="7617"/>
                    </a:lnTo>
                    <a:lnTo>
                      <a:pt x="37558" y="7533"/>
                    </a:lnTo>
                    <a:lnTo>
                      <a:pt x="37474" y="7512"/>
                    </a:lnTo>
                    <a:lnTo>
                      <a:pt x="37391" y="7428"/>
                    </a:lnTo>
                    <a:lnTo>
                      <a:pt x="37391" y="7366"/>
                    </a:lnTo>
                    <a:lnTo>
                      <a:pt x="37244" y="7282"/>
                    </a:lnTo>
                    <a:lnTo>
                      <a:pt x="37181" y="7282"/>
                    </a:lnTo>
                    <a:lnTo>
                      <a:pt x="37139" y="7219"/>
                    </a:lnTo>
                    <a:lnTo>
                      <a:pt x="37014" y="7219"/>
                    </a:lnTo>
                    <a:lnTo>
                      <a:pt x="36826" y="7261"/>
                    </a:lnTo>
                    <a:lnTo>
                      <a:pt x="36721" y="7366"/>
                    </a:lnTo>
                    <a:lnTo>
                      <a:pt x="36595" y="7366"/>
                    </a:lnTo>
                    <a:lnTo>
                      <a:pt x="36491" y="7533"/>
                    </a:lnTo>
                    <a:lnTo>
                      <a:pt x="36512" y="7596"/>
                    </a:lnTo>
                    <a:lnTo>
                      <a:pt x="36595" y="7617"/>
                    </a:lnTo>
                    <a:lnTo>
                      <a:pt x="36805" y="7805"/>
                    </a:lnTo>
                    <a:lnTo>
                      <a:pt x="36826" y="7847"/>
                    </a:lnTo>
                    <a:lnTo>
                      <a:pt x="36909" y="7889"/>
                    </a:lnTo>
                    <a:lnTo>
                      <a:pt x="36951" y="7993"/>
                    </a:lnTo>
                    <a:lnTo>
                      <a:pt x="36909" y="7993"/>
                    </a:lnTo>
                    <a:lnTo>
                      <a:pt x="36826" y="7931"/>
                    </a:lnTo>
                    <a:lnTo>
                      <a:pt x="36700" y="7931"/>
                    </a:lnTo>
                    <a:lnTo>
                      <a:pt x="36700" y="7847"/>
                    </a:lnTo>
                    <a:lnTo>
                      <a:pt x="36512" y="7679"/>
                    </a:lnTo>
                    <a:lnTo>
                      <a:pt x="36428" y="7700"/>
                    </a:lnTo>
                    <a:lnTo>
                      <a:pt x="36386" y="7721"/>
                    </a:lnTo>
                    <a:lnTo>
                      <a:pt x="36386" y="7721"/>
                    </a:lnTo>
                    <a:lnTo>
                      <a:pt x="36407" y="7638"/>
                    </a:lnTo>
                    <a:lnTo>
                      <a:pt x="36428" y="7533"/>
                    </a:lnTo>
                    <a:lnTo>
                      <a:pt x="36303" y="7491"/>
                    </a:lnTo>
                    <a:lnTo>
                      <a:pt x="36240" y="7512"/>
                    </a:lnTo>
                    <a:lnTo>
                      <a:pt x="36240" y="7721"/>
                    </a:lnTo>
                    <a:lnTo>
                      <a:pt x="36303" y="7826"/>
                    </a:lnTo>
                    <a:lnTo>
                      <a:pt x="36323" y="7951"/>
                    </a:lnTo>
                    <a:lnTo>
                      <a:pt x="36303" y="8035"/>
                    </a:lnTo>
                    <a:lnTo>
                      <a:pt x="36303" y="7931"/>
                    </a:lnTo>
                    <a:lnTo>
                      <a:pt x="36219" y="7784"/>
                    </a:lnTo>
                    <a:lnTo>
                      <a:pt x="36135" y="7889"/>
                    </a:lnTo>
                    <a:lnTo>
                      <a:pt x="36093" y="7993"/>
                    </a:lnTo>
                    <a:lnTo>
                      <a:pt x="36135" y="8056"/>
                    </a:lnTo>
                    <a:lnTo>
                      <a:pt x="36072" y="8119"/>
                    </a:lnTo>
                    <a:lnTo>
                      <a:pt x="35968" y="8056"/>
                    </a:lnTo>
                    <a:lnTo>
                      <a:pt x="35863" y="8035"/>
                    </a:lnTo>
                    <a:lnTo>
                      <a:pt x="35905" y="7951"/>
                    </a:lnTo>
                    <a:lnTo>
                      <a:pt x="36010" y="7889"/>
                    </a:lnTo>
                    <a:lnTo>
                      <a:pt x="36135" y="7700"/>
                    </a:lnTo>
                    <a:lnTo>
                      <a:pt x="36177" y="7596"/>
                    </a:lnTo>
                    <a:lnTo>
                      <a:pt x="36093" y="7512"/>
                    </a:lnTo>
                    <a:lnTo>
                      <a:pt x="36072" y="7407"/>
                    </a:lnTo>
                    <a:lnTo>
                      <a:pt x="35926" y="7533"/>
                    </a:lnTo>
                    <a:lnTo>
                      <a:pt x="35884" y="7596"/>
                    </a:lnTo>
                    <a:lnTo>
                      <a:pt x="35863" y="7533"/>
                    </a:lnTo>
                    <a:lnTo>
                      <a:pt x="35884" y="7407"/>
                    </a:lnTo>
                    <a:lnTo>
                      <a:pt x="35779" y="7387"/>
                    </a:lnTo>
                    <a:lnTo>
                      <a:pt x="35717" y="7407"/>
                    </a:lnTo>
                    <a:lnTo>
                      <a:pt x="35696" y="7491"/>
                    </a:lnTo>
                    <a:lnTo>
                      <a:pt x="35717" y="7617"/>
                    </a:lnTo>
                    <a:lnTo>
                      <a:pt x="35717" y="7742"/>
                    </a:lnTo>
                    <a:lnTo>
                      <a:pt x="35675" y="7700"/>
                    </a:lnTo>
                    <a:lnTo>
                      <a:pt x="35675" y="7533"/>
                    </a:lnTo>
                    <a:lnTo>
                      <a:pt x="35654" y="7512"/>
                    </a:lnTo>
                    <a:lnTo>
                      <a:pt x="35591" y="7617"/>
                    </a:lnTo>
                    <a:lnTo>
                      <a:pt x="35487" y="7638"/>
                    </a:lnTo>
                    <a:lnTo>
                      <a:pt x="35487" y="7721"/>
                    </a:lnTo>
                    <a:lnTo>
                      <a:pt x="35403" y="7826"/>
                    </a:lnTo>
                    <a:lnTo>
                      <a:pt x="35340" y="7847"/>
                    </a:lnTo>
                    <a:lnTo>
                      <a:pt x="35277" y="7931"/>
                    </a:lnTo>
                    <a:lnTo>
                      <a:pt x="35173" y="7931"/>
                    </a:lnTo>
                    <a:lnTo>
                      <a:pt x="35256" y="7847"/>
                    </a:lnTo>
                    <a:lnTo>
                      <a:pt x="35256" y="7784"/>
                    </a:lnTo>
                    <a:lnTo>
                      <a:pt x="35194" y="7721"/>
                    </a:lnTo>
                    <a:lnTo>
                      <a:pt x="35152" y="7721"/>
                    </a:lnTo>
                    <a:lnTo>
                      <a:pt x="35152" y="7679"/>
                    </a:lnTo>
                    <a:lnTo>
                      <a:pt x="35235" y="7679"/>
                    </a:lnTo>
                    <a:lnTo>
                      <a:pt x="35277" y="7700"/>
                    </a:lnTo>
                    <a:lnTo>
                      <a:pt x="35298" y="7638"/>
                    </a:lnTo>
                    <a:lnTo>
                      <a:pt x="35298" y="7596"/>
                    </a:lnTo>
                    <a:lnTo>
                      <a:pt x="35298" y="7554"/>
                    </a:lnTo>
                    <a:lnTo>
                      <a:pt x="35403" y="7491"/>
                    </a:lnTo>
                    <a:lnTo>
                      <a:pt x="35570" y="7345"/>
                    </a:lnTo>
                    <a:lnTo>
                      <a:pt x="35591" y="7261"/>
                    </a:lnTo>
                    <a:lnTo>
                      <a:pt x="35675" y="7177"/>
                    </a:lnTo>
                    <a:lnTo>
                      <a:pt x="35570" y="7177"/>
                    </a:lnTo>
                    <a:lnTo>
                      <a:pt x="35403" y="7282"/>
                    </a:lnTo>
                    <a:lnTo>
                      <a:pt x="35277" y="7407"/>
                    </a:lnTo>
                    <a:lnTo>
                      <a:pt x="35194" y="7407"/>
                    </a:lnTo>
                    <a:lnTo>
                      <a:pt x="35277" y="7324"/>
                    </a:lnTo>
                    <a:lnTo>
                      <a:pt x="35361" y="7219"/>
                    </a:lnTo>
                    <a:lnTo>
                      <a:pt x="35445" y="7156"/>
                    </a:lnTo>
                    <a:lnTo>
                      <a:pt x="35549" y="7114"/>
                    </a:lnTo>
                    <a:lnTo>
                      <a:pt x="35612" y="7052"/>
                    </a:lnTo>
                    <a:lnTo>
                      <a:pt x="35696" y="7052"/>
                    </a:lnTo>
                    <a:lnTo>
                      <a:pt x="35779" y="6905"/>
                    </a:lnTo>
                    <a:lnTo>
                      <a:pt x="35779" y="6863"/>
                    </a:lnTo>
                    <a:lnTo>
                      <a:pt x="35696" y="6780"/>
                    </a:lnTo>
                    <a:lnTo>
                      <a:pt x="35696" y="6675"/>
                    </a:lnTo>
                    <a:lnTo>
                      <a:pt x="35717" y="6591"/>
                    </a:lnTo>
                    <a:lnTo>
                      <a:pt x="35884" y="6424"/>
                    </a:lnTo>
                    <a:lnTo>
                      <a:pt x="35905" y="6361"/>
                    </a:lnTo>
                    <a:lnTo>
                      <a:pt x="35863" y="6257"/>
                    </a:lnTo>
                    <a:lnTo>
                      <a:pt x="35842" y="6194"/>
                    </a:lnTo>
                    <a:lnTo>
                      <a:pt x="35800" y="6131"/>
                    </a:lnTo>
                    <a:lnTo>
                      <a:pt x="35884" y="6006"/>
                    </a:lnTo>
                    <a:lnTo>
                      <a:pt x="35968" y="5922"/>
                    </a:lnTo>
                    <a:lnTo>
                      <a:pt x="35989" y="5838"/>
                    </a:lnTo>
                    <a:lnTo>
                      <a:pt x="36010" y="5587"/>
                    </a:lnTo>
                    <a:lnTo>
                      <a:pt x="36051" y="5524"/>
                    </a:lnTo>
                    <a:lnTo>
                      <a:pt x="36010" y="5462"/>
                    </a:lnTo>
                    <a:lnTo>
                      <a:pt x="35842" y="5399"/>
                    </a:lnTo>
                    <a:lnTo>
                      <a:pt x="35654" y="5399"/>
                    </a:lnTo>
                    <a:lnTo>
                      <a:pt x="35487" y="5357"/>
                    </a:lnTo>
                    <a:lnTo>
                      <a:pt x="35361" y="5420"/>
                    </a:lnTo>
                    <a:lnTo>
                      <a:pt x="35235" y="5420"/>
                    </a:lnTo>
                    <a:lnTo>
                      <a:pt x="35068" y="5503"/>
                    </a:lnTo>
                    <a:lnTo>
                      <a:pt x="34796" y="5587"/>
                    </a:lnTo>
                    <a:lnTo>
                      <a:pt x="34754" y="5671"/>
                    </a:lnTo>
                    <a:lnTo>
                      <a:pt x="34859" y="5796"/>
                    </a:lnTo>
                    <a:lnTo>
                      <a:pt x="34859" y="5880"/>
                    </a:lnTo>
                    <a:lnTo>
                      <a:pt x="34817" y="5922"/>
                    </a:lnTo>
                    <a:lnTo>
                      <a:pt x="34754" y="5775"/>
                    </a:lnTo>
                    <a:lnTo>
                      <a:pt x="34712" y="5713"/>
                    </a:lnTo>
                    <a:lnTo>
                      <a:pt x="34650" y="5587"/>
                    </a:lnTo>
                    <a:lnTo>
                      <a:pt x="34524" y="5587"/>
                    </a:lnTo>
                    <a:lnTo>
                      <a:pt x="34440" y="5671"/>
                    </a:lnTo>
                    <a:lnTo>
                      <a:pt x="34440" y="5734"/>
                    </a:lnTo>
                    <a:lnTo>
                      <a:pt x="34398" y="5796"/>
                    </a:lnTo>
                    <a:lnTo>
                      <a:pt x="34378" y="5713"/>
                    </a:lnTo>
                    <a:lnTo>
                      <a:pt x="34398" y="5608"/>
                    </a:lnTo>
                    <a:lnTo>
                      <a:pt x="34336" y="5587"/>
                    </a:lnTo>
                    <a:lnTo>
                      <a:pt x="34189" y="5608"/>
                    </a:lnTo>
                    <a:lnTo>
                      <a:pt x="34126" y="5713"/>
                    </a:lnTo>
                    <a:lnTo>
                      <a:pt x="34126" y="5796"/>
                    </a:lnTo>
                    <a:lnTo>
                      <a:pt x="34273" y="5901"/>
                    </a:lnTo>
                    <a:lnTo>
                      <a:pt x="34378" y="6047"/>
                    </a:lnTo>
                    <a:lnTo>
                      <a:pt x="34503" y="6131"/>
                    </a:lnTo>
                    <a:lnTo>
                      <a:pt x="34440" y="6131"/>
                    </a:lnTo>
                    <a:lnTo>
                      <a:pt x="34294" y="6047"/>
                    </a:lnTo>
                    <a:lnTo>
                      <a:pt x="34106" y="5880"/>
                    </a:lnTo>
                    <a:lnTo>
                      <a:pt x="34064" y="5880"/>
                    </a:lnTo>
                    <a:lnTo>
                      <a:pt x="34022" y="5922"/>
                    </a:lnTo>
                    <a:lnTo>
                      <a:pt x="33854" y="5922"/>
                    </a:lnTo>
                    <a:lnTo>
                      <a:pt x="33813" y="5943"/>
                    </a:lnTo>
                    <a:lnTo>
                      <a:pt x="33875" y="6006"/>
                    </a:lnTo>
                    <a:lnTo>
                      <a:pt x="34001" y="6006"/>
                    </a:lnTo>
                    <a:lnTo>
                      <a:pt x="34022" y="6047"/>
                    </a:lnTo>
                    <a:lnTo>
                      <a:pt x="34064" y="6152"/>
                    </a:lnTo>
                    <a:lnTo>
                      <a:pt x="34210" y="6257"/>
                    </a:lnTo>
                    <a:lnTo>
                      <a:pt x="34231" y="6340"/>
                    </a:lnTo>
                    <a:lnTo>
                      <a:pt x="34315" y="6424"/>
                    </a:lnTo>
                    <a:lnTo>
                      <a:pt x="34210" y="6424"/>
                    </a:lnTo>
                    <a:lnTo>
                      <a:pt x="34126" y="6319"/>
                    </a:lnTo>
                    <a:lnTo>
                      <a:pt x="33980" y="6236"/>
                    </a:lnTo>
                    <a:lnTo>
                      <a:pt x="33980" y="6152"/>
                    </a:lnTo>
                    <a:lnTo>
                      <a:pt x="33875" y="6047"/>
                    </a:lnTo>
                    <a:lnTo>
                      <a:pt x="33750" y="6047"/>
                    </a:lnTo>
                    <a:lnTo>
                      <a:pt x="33666" y="6131"/>
                    </a:lnTo>
                    <a:lnTo>
                      <a:pt x="33666" y="6215"/>
                    </a:lnTo>
                    <a:lnTo>
                      <a:pt x="33582" y="6361"/>
                    </a:lnTo>
                    <a:lnTo>
                      <a:pt x="33541" y="6529"/>
                    </a:lnTo>
                    <a:lnTo>
                      <a:pt x="33603" y="6633"/>
                    </a:lnTo>
                    <a:lnTo>
                      <a:pt x="33478" y="6675"/>
                    </a:lnTo>
                    <a:lnTo>
                      <a:pt x="33478" y="6759"/>
                    </a:lnTo>
                    <a:lnTo>
                      <a:pt x="33541" y="6822"/>
                    </a:lnTo>
                    <a:lnTo>
                      <a:pt x="33562" y="6926"/>
                    </a:lnTo>
                    <a:lnTo>
                      <a:pt x="33645" y="6926"/>
                    </a:lnTo>
                    <a:lnTo>
                      <a:pt x="33813" y="6780"/>
                    </a:lnTo>
                    <a:lnTo>
                      <a:pt x="33896" y="6780"/>
                    </a:lnTo>
                    <a:lnTo>
                      <a:pt x="33917" y="6842"/>
                    </a:lnTo>
                    <a:lnTo>
                      <a:pt x="33813" y="6863"/>
                    </a:lnTo>
                    <a:lnTo>
                      <a:pt x="33771" y="6884"/>
                    </a:lnTo>
                    <a:lnTo>
                      <a:pt x="33771" y="6947"/>
                    </a:lnTo>
                    <a:lnTo>
                      <a:pt x="33687" y="6947"/>
                    </a:lnTo>
                    <a:lnTo>
                      <a:pt x="33603" y="7052"/>
                    </a:lnTo>
                    <a:lnTo>
                      <a:pt x="33603" y="7156"/>
                    </a:lnTo>
                    <a:lnTo>
                      <a:pt x="33541" y="7240"/>
                    </a:lnTo>
                    <a:lnTo>
                      <a:pt x="33478" y="7177"/>
                    </a:lnTo>
                    <a:lnTo>
                      <a:pt x="33499" y="7094"/>
                    </a:lnTo>
                    <a:lnTo>
                      <a:pt x="33436" y="6947"/>
                    </a:lnTo>
                    <a:lnTo>
                      <a:pt x="33352" y="6926"/>
                    </a:lnTo>
                    <a:lnTo>
                      <a:pt x="33290" y="7031"/>
                    </a:lnTo>
                    <a:lnTo>
                      <a:pt x="33331" y="7094"/>
                    </a:lnTo>
                    <a:lnTo>
                      <a:pt x="33269" y="7177"/>
                    </a:lnTo>
                    <a:lnTo>
                      <a:pt x="33164" y="7198"/>
                    </a:lnTo>
                    <a:lnTo>
                      <a:pt x="33122" y="7261"/>
                    </a:lnTo>
                    <a:lnTo>
                      <a:pt x="33080" y="7177"/>
                    </a:lnTo>
                    <a:lnTo>
                      <a:pt x="33038" y="7198"/>
                    </a:lnTo>
                    <a:lnTo>
                      <a:pt x="33059" y="7303"/>
                    </a:lnTo>
                    <a:lnTo>
                      <a:pt x="33122" y="7407"/>
                    </a:lnTo>
                    <a:lnTo>
                      <a:pt x="33122" y="7554"/>
                    </a:lnTo>
                    <a:lnTo>
                      <a:pt x="33143" y="7575"/>
                    </a:lnTo>
                    <a:lnTo>
                      <a:pt x="33143" y="7700"/>
                    </a:lnTo>
                    <a:lnTo>
                      <a:pt x="33227" y="7721"/>
                    </a:lnTo>
                    <a:lnTo>
                      <a:pt x="33290" y="7784"/>
                    </a:lnTo>
                    <a:lnTo>
                      <a:pt x="33269" y="7868"/>
                    </a:lnTo>
                    <a:lnTo>
                      <a:pt x="33290" y="7931"/>
                    </a:lnTo>
                    <a:lnTo>
                      <a:pt x="33290" y="8035"/>
                    </a:lnTo>
                    <a:lnTo>
                      <a:pt x="33185" y="8119"/>
                    </a:lnTo>
                    <a:lnTo>
                      <a:pt x="33143" y="8203"/>
                    </a:lnTo>
                    <a:lnTo>
                      <a:pt x="33122" y="8412"/>
                    </a:lnTo>
                    <a:lnTo>
                      <a:pt x="33059" y="8454"/>
                    </a:lnTo>
                    <a:lnTo>
                      <a:pt x="32934" y="8663"/>
                    </a:lnTo>
                    <a:lnTo>
                      <a:pt x="32934" y="8747"/>
                    </a:lnTo>
                    <a:lnTo>
                      <a:pt x="32808" y="8872"/>
                    </a:lnTo>
                    <a:lnTo>
                      <a:pt x="32829" y="8830"/>
                    </a:lnTo>
                    <a:lnTo>
                      <a:pt x="32829" y="8726"/>
                    </a:lnTo>
                    <a:lnTo>
                      <a:pt x="32871" y="8558"/>
                    </a:lnTo>
                    <a:lnTo>
                      <a:pt x="32955" y="8495"/>
                    </a:lnTo>
                    <a:lnTo>
                      <a:pt x="32934" y="8433"/>
                    </a:lnTo>
                    <a:lnTo>
                      <a:pt x="32913" y="8454"/>
                    </a:lnTo>
                    <a:lnTo>
                      <a:pt x="32829" y="8454"/>
                    </a:lnTo>
                    <a:lnTo>
                      <a:pt x="32746" y="8391"/>
                    </a:lnTo>
                    <a:lnTo>
                      <a:pt x="32704" y="8349"/>
                    </a:lnTo>
                    <a:lnTo>
                      <a:pt x="32746" y="8328"/>
                    </a:lnTo>
                    <a:lnTo>
                      <a:pt x="32829" y="8307"/>
                    </a:lnTo>
                    <a:lnTo>
                      <a:pt x="32913" y="8307"/>
                    </a:lnTo>
                    <a:lnTo>
                      <a:pt x="32913" y="8244"/>
                    </a:lnTo>
                    <a:lnTo>
                      <a:pt x="32955" y="8244"/>
                    </a:lnTo>
                    <a:lnTo>
                      <a:pt x="32976" y="8349"/>
                    </a:lnTo>
                    <a:lnTo>
                      <a:pt x="33038" y="8244"/>
                    </a:lnTo>
                    <a:lnTo>
                      <a:pt x="33038" y="8140"/>
                    </a:lnTo>
                    <a:lnTo>
                      <a:pt x="32934" y="8098"/>
                    </a:lnTo>
                    <a:lnTo>
                      <a:pt x="32913" y="8035"/>
                    </a:lnTo>
                    <a:lnTo>
                      <a:pt x="32808" y="7910"/>
                    </a:lnTo>
                    <a:lnTo>
                      <a:pt x="32808" y="7763"/>
                    </a:lnTo>
                    <a:lnTo>
                      <a:pt x="32746" y="7679"/>
                    </a:lnTo>
                    <a:lnTo>
                      <a:pt x="32725" y="7512"/>
                    </a:lnTo>
                    <a:lnTo>
                      <a:pt x="32704" y="7491"/>
                    </a:lnTo>
                    <a:lnTo>
                      <a:pt x="32704" y="7407"/>
                    </a:lnTo>
                    <a:lnTo>
                      <a:pt x="32746" y="7366"/>
                    </a:lnTo>
                    <a:lnTo>
                      <a:pt x="32829" y="7198"/>
                    </a:lnTo>
                    <a:lnTo>
                      <a:pt x="32829" y="7094"/>
                    </a:lnTo>
                    <a:lnTo>
                      <a:pt x="32934" y="6989"/>
                    </a:lnTo>
                    <a:lnTo>
                      <a:pt x="33018" y="6884"/>
                    </a:lnTo>
                    <a:lnTo>
                      <a:pt x="33122" y="6842"/>
                    </a:lnTo>
                    <a:lnTo>
                      <a:pt x="33122" y="6738"/>
                    </a:lnTo>
                    <a:lnTo>
                      <a:pt x="33059" y="6654"/>
                    </a:lnTo>
                    <a:lnTo>
                      <a:pt x="33018" y="6550"/>
                    </a:lnTo>
                    <a:lnTo>
                      <a:pt x="33038" y="6424"/>
                    </a:lnTo>
                    <a:lnTo>
                      <a:pt x="33143" y="6215"/>
                    </a:lnTo>
                    <a:lnTo>
                      <a:pt x="33227" y="6173"/>
                    </a:lnTo>
                    <a:lnTo>
                      <a:pt x="33394" y="6068"/>
                    </a:lnTo>
                    <a:lnTo>
                      <a:pt x="33603" y="5817"/>
                    </a:lnTo>
                    <a:lnTo>
                      <a:pt x="33813" y="5608"/>
                    </a:lnTo>
                    <a:lnTo>
                      <a:pt x="33959" y="5587"/>
                    </a:lnTo>
                    <a:lnTo>
                      <a:pt x="34064" y="5441"/>
                    </a:lnTo>
                    <a:lnTo>
                      <a:pt x="34106" y="5378"/>
                    </a:lnTo>
                    <a:lnTo>
                      <a:pt x="34210" y="5378"/>
                    </a:lnTo>
                    <a:lnTo>
                      <a:pt x="34398" y="5294"/>
                    </a:lnTo>
                    <a:lnTo>
                      <a:pt x="34545" y="5231"/>
                    </a:lnTo>
                    <a:lnTo>
                      <a:pt x="34587" y="5169"/>
                    </a:lnTo>
                    <a:lnTo>
                      <a:pt x="34545" y="5085"/>
                    </a:lnTo>
                    <a:lnTo>
                      <a:pt x="34315" y="4980"/>
                    </a:lnTo>
                    <a:lnTo>
                      <a:pt x="34189" y="4897"/>
                    </a:lnTo>
                    <a:lnTo>
                      <a:pt x="34001" y="4897"/>
                    </a:lnTo>
                    <a:lnTo>
                      <a:pt x="33959" y="4876"/>
                    </a:lnTo>
                    <a:lnTo>
                      <a:pt x="33875" y="4897"/>
                    </a:lnTo>
                    <a:lnTo>
                      <a:pt x="33708" y="4876"/>
                    </a:lnTo>
                    <a:lnTo>
                      <a:pt x="33645" y="4897"/>
                    </a:lnTo>
                    <a:lnTo>
                      <a:pt x="33436" y="4897"/>
                    </a:lnTo>
                    <a:lnTo>
                      <a:pt x="33122" y="5001"/>
                    </a:lnTo>
                    <a:lnTo>
                      <a:pt x="32934" y="5190"/>
                    </a:lnTo>
                    <a:lnTo>
                      <a:pt x="32725" y="5273"/>
                    </a:lnTo>
                    <a:lnTo>
                      <a:pt x="32704" y="5378"/>
                    </a:lnTo>
                    <a:lnTo>
                      <a:pt x="32725" y="5482"/>
                    </a:lnTo>
                    <a:lnTo>
                      <a:pt x="32641" y="5441"/>
                    </a:lnTo>
                    <a:lnTo>
                      <a:pt x="32557" y="5441"/>
                    </a:lnTo>
                    <a:lnTo>
                      <a:pt x="32494" y="5545"/>
                    </a:lnTo>
                    <a:lnTo>
                      <a:pt x="32348" y="5545"/>
                    </a:lnTo>
                    <a:lnTo>
                      <a:pt x="32243" y="5692"/>
                    </a:lnTo>
                    <a:lnTo>
                      <a:pt x="32243" y="5796"/>
                    </a:lnTo>
                    <a:lnTo>
                      <a:pt x="32181" y="5796"/>
                    </a:lnTo>
                    <a:lnTo>
                      <a:pt x="32034" y="6006"/>
                    </a:lnTo>
                    <a:lnTo>
                      <a:pt x="32097" y="6068"/>
                    </a:lnTo>
                    <a:lnTo>
                      <a:pt x="32034" y="6152"/>
                    </a:lnTo>
                    <a:lnTo>
                      <a:pt x="31992" y="6068"/>
                    </a:lnTo>
                    <a:lnTo>
                      <a:pt x="31930" y="6068"/>
                    </a:lnTo>
                    <a:lnTo>
                      <a:pt x="31888" y="6257"/>
                    </a:lnTo>
                    <a:lnTo>
                      <a:pt x="31762" y="6257"/>
                    </a:lnTo>
                    <a:lnTo>
                      <a:pt x="31678" y="6361"/>
                    </a:lnTo>
                    <a:lnTo>
                      <a:pt x="31616" y="6424"/>
                    </a:lnTo>
                    <a:lnTo>
                      <a:pt x="31553" y="6570"/>
                    </a:lnTo>
                    <a:lnTo>
                      <a:pt x="31448" y="6759"/>
                    </a:lnTo>
                    <a:lnTo>
                      <a:pt x="31448" y="6863"/>
                    </a:lnTo>
                    <a:lnTo>
                      <a:pt x="31490" y="6842"/>
                    </a:lnTo>
                    <a:lnTo>
                      <a:pt x="31511" y="6842"/>
                    </a:lnTo>
                    <a:lnTo>
                      <a:pt x="31490" y="6905"/>
                    </a:lnTo>
                    <a:lnTo>
                      <a:pt x="31406" y="6905"/>
                    </a:lnTo>
                    <a:lnTo>
                      <a:pt x="31260" y="6989"/>
                    </a:lnTo>
                    <a:lnTo>
                      <a:pt x="31239" y="7094"/>
                    </a:lnTo>
                    <a:lnTo>
                      <a:pt x="31155" y="7114"/>
                    </a:lnTo>
                    <a:lnTo>
                      <a:pt x="31134" y="7198"/>
                    </a:lnTo>
                    <a:lnTo>
                      <a:pt x="31134" y="7407"/>
                    </a:lnTo>
                    <a:lnTo>
                      <a:pt x="31072" y="7512"/>
                    </a:lnTo>
                    <a:lnTo>
                      <a:pt x="30988" y="7512"/>
                    </a:lnTo>
                    <a:lnTo>
                      <a:pt x="30967" y="7659"/>
                    </a:lnTo>
                    <a:lnTo>
                      <a:pt x="30967" y="7721"/>
                    </a:lnTo>
                    <a:lnTo>
                      <a:pt x="30862" y="7784"/>
                    </a:lnTo>
                    <a:lnTo>
                      <a:pt x="30821" y="7972"/>
                    </a:lnTo>
                    <a:lnTo>
                      <a:pt x="30862" y="8077"/>
                    </a:lnTo>
                    <a:lnTo>
                      <a:pt x="31072" y="8182"/>
                    </a:lnTo>
                    <a:lnTo>
                      <a:pt x="31176" y="8182"/>
                    </a:lnTo>
                    <a:lnTo>
                      <a:pt x="31302" y="8244"/>
                    </a:lnTo>
                    <a:lnTo>
                      <a:pt x="31385" y="8244"/>
                    </a:lnTo>
                    <a:lnTo>
                      <a:pt x="31511" y="8328"/>
                    </a:lnTo>
                    <a:lnTo>
                      <a:pt x="31678" y="8328"/>
                    </a:lnTo>
                    <a:lnTo>
                      <a:pt x="31699" y="8495"/>
                    </a:lnTo>
                    <a:lnTo>
                      <a:pt x="31867" y="8558"/>
                    </a:lnTo>
                    <a:lnTo>
                      <a:pt x="31888" y="8642"/>
                    </a:lnTo>
                    <a:lnTo>
                      <a:pt x="31971" y="8705"/>
                    </a:lnTo>
                    <a:lnTo>
                      <a:pt x="31804" y="8705"/>
                    </a:lnTo>
                    <a:lnTo>
                      <a:pt x="31762" y="8726"/>
                    </a:lnTo>
                    <a:lnTo>
                      <a:pt x="31574" y="8726"/>
                    </a:lnTo>
                    <a:lnTo>
                      <a:pt x="31365" y="8642"/>
                    </a:lnTo>
                    <a:lnTo>
                      <a:pt x="31344" y="8537"/>
                    </a:lnTo>
                    <a:lnTo>
                      <a:pt x="31239" y="8454"/>
                    </a:lnTo>
                    <a:lnTo>
                      <a:pt x="31051" y="8454"/>
                    </a:lnTo>
                    <a:lnTo>
                      <a:pt x="30988" y="8412"/>
                    </a:lnTo>
                    <a:lnTo>
                      <a:pt x="30883" y="8391"/>
                    </a:lnTo>
                    <a:lnTo>
                      <a:pt x="30862" y="8433"/>
                    </a:lnTo>
                    <a:lnTo>
                      <a:pt x="30925" y="8558"/>
                    </a:lnTo>
                    <a:lnTo>
                      <a:pt x="30925" y="8642"/>
                    </a:lnTo>
                    <a:lnTo>
                      <a:pt x="30841" y="8642"/>
                    </a:lnTo>
                    <a:lnTo>
                      <a:pt x="30821" y="8726"/>
                    </a:lnTo>
                    <a:lnTo>
                      <a:pt x="30862" y="8914"/>
                    </a:lnTo>
                    <a:lnTo>
                      <a:pt x="30883" y="9039"/>
                    </a:lnTo>
                    <a:lnTo>
                      <a:pt x="30862" y="9165"/>
                    </a:lnTo>
                    <a:lnTo>
                      <a:pt x="30883" y="9270"/>
                    </a:lnTo>
                    <a:lnTo>
                      <a:pt x="31030" y="9353"/>
                    </a:lnTo>
                    <a:lnTo>
                      <a:pt x="31134" y="9458"/>
                    </a:lnTo>
                    <a:lnTo>
                      <a:pt x="31134" y="9500"/>
                    </a:lnTo>
                    <a:lnTo>
                      <a:pt x="31072" y="9458"/>
                    </a:lnTo>
                    <a:lnTo>
                      <a:pt x="31051" y="9458"/>
                    </a:lnTo>
                    <a:lnTo>
                      <a:pt x="31072" y="9563"/>
                    </a:lnTo>
                    <a:lnTo>
                      <a:pt x="31155" y="9667"/>
                    </a:lnTo>
                    <a:lnTo>
                      <a:pt x="31197" y="9667"/>
                    </a:lnTo>
                    <a:lnTo>
                      <a:pt x="31197" y="9583"/>
                    </a:lnTo>
                    <a:lnTo>
                      <a:pt x="31281" y="9563"/>
                    </a:lnTo>
                    <a:lnTo>
                      <a:pt x="31385" y="9583"/>
                    </a:lnTo>
                    <a:lnTo>
                      <a:pt x="31469" y="9667"/>
                    </a:lnTo>
                    <a:lnTo>
                      <a:pt x="31553" y="9688"/>
                    </a:lnTo>
                    <a:lnTo>
                      <a:pt x="31574" y="9646"/>
                    </a:lnTo>
                    <a:lnTo>
                      <a:pt x="31553" y="9583"/>
                    </a:lnTo>
                    <a:lnTo>
                      <a:pt x="31574" y="9500"/>
                    </a:lnTo>
                    <a:lnTo>
                      <a:pt x="31616" y="9479"/>
                    </a:lnTo>
                    <a:lnTo>
                      <a:pt x="31678" y="9542"/>
                    </a:lnTo>
                    <a:lnTo>
                      <a:pt x="31657" y="9646"/>
                    </a:lnTo>
                    <a:lnTo>
                      <a:pt x="31678" y="9709"/>
                    </a:lnTo>
                    <a:lnTo>
                      <a:pt x="31720" y="9709"/>
                    </a:lnTo>
                    <a:lnTo>
                      <a:pt x="31783" y="9583"/>
                    </a:lnTo>
                    <a:lnTo>
                      <a:pt x="31909" y="9563"/>
                    </a:lnTo>
                    <a:lnTo>
                      <a:pt x="31992" y="9479"/>
                    </a:lnTo>
                    <a:lnTo>
                      <a:pt x="32013" y="9500"/>
                    </a:lnTo>
                    <a:lnTo>
                      <a:pt x="31971" y="9583"/>
                    </a:lnTo>
                    <a:lnTo>
                      <a:pt x="31783" y="9688"/>
                    </a:lnTo>
                    <a:lnTo>
                      <a:pt x="31762" y="9793"/>
                    </a:lnTo>
                    <a:lnTo>
                      <a:pt x="31867" y="9876"/>
                    </a:lnTo>
                    <a:lnTo>
                      <a:pt x="31888" y="10023"/>
                    </a:lnTo>
                    <a:lnTo>
                      <a:pt x="32013" y="10169"/>
                    </a:lnTo>
                    <a:lnTo>
                      <a:pt x="32181" y="10169"/>
                    </a:lnTo>
                    <a:lnTo>
                      <a:pt x="32222" y="10107"/>
                    </a:lnTo>
                    <a:lnTo>
                      <a:pt x="32118" y="10023"/>
                    </a:lnTo>
                    <a:lnTo>
                      <a:pt x="32181" y="10002"/>
                    </a:lnTo>
                    <a:lnTo>
                      <a:pt x="32285" y="10023"/>
                    </a:lnTo>
                    <a:lnTo>
                      <a:pt x="32348" y="10107"/>
                    </a:lnTo>
                    <a:lnTo>
                      <a:pt x="32411" y="10086"/>
                    </a:lnTo>
                    <a:lnTo>
                      <a:pt x="32494" y="10002"/>
                    </a:lnTo>
                    <a:lnTo>
                      <a:pt x="32599" y="9897"/>
                    </a:lnTo>
                    <a:lnTo>
                      <a:pt x="32662" y="9897"/>
                    </a:lnTo>
                    <a:lnTo>
                      <a:pt x="32662" y="9960"/>
                    </a:lnTo>
                    <a:lnTo>
                      <a:pt x="32599" y="9981"/>
                    </a:lnTo>
                    <a:lnTo>
                      <a:pt x="32432" y="10127"/>
                    </a:lnTo>
                    <a:lnTo>
                      <a:pt x="32432" y="10211"/>
                    </a:lnTo>
                    <a:lnTo>
                      <a:pt x="32453" y="10232"/>
                    </a:lnTo>
                    <a:cubicBezTo>
                      <a:pt x="32411" y="10295"/>
                      <a:pt x="32390" y="10379"/>
                      <a:pt x="32348" y="10441"/>
                    </a:cubicBezTo>
                    <a:lnTo>
                      <a:pt x="32306" y="10441"/>
                    </a:lnTo>
                    <a:lnTo>
                      <a:pt x="32222" y="10504"/>
                    </a:lnTo>
                    <a:lnTo>
                      <a:pt x="32139" y="10504"/>
                    </a:lnTo>
                    <a:lnTo>
                      <a:pt x="32097" y="10420"/>
                    </a:lnTo>
                    <a:lnTo>
                      <a:pt x="31992" y="10400"/>
                    </a:lnTo>
                    <a:lnTo>
                      <a:pt x="32013" y="10441"/>
                    </a:lnTo>
                    <a:lnTo>
                      <a:pt x="32097" y="10504"/>
                    </a:lnTo>
                    <a:lnTo>
                      <a:pt x="32076" y="10609"/>
                    </a:lnTo>
                    <a:lnTo>
                      <a:pt x="31971" y="10609"/>
                    </a:lnTo>
                    <a:lnTo>
                      <a:pt x="31971" y="10630"/>
                    </a:lnTo>
                    <a:lnTo>
                      <a:pt x="31992" y="10692"/>
                    </a:lnTo>
                    <a:lnTo>
                      <a:pt x="31909" y="10755"/>
                    </a:lnTo>
                    <a:lnTo>
                      <a:pt x="31909" y="10839"/>
                    </a:lnTo>
                    <a:lnTo>
                      <a:pt x="31971" y="10923"/>
                    </a:lnTo>
                    <a:lnTo>
                      <a:pt x="31888" y="10923"/>
                    </a:lnTo>
                    <a:lnTo>
                      <a:pt x="31888" y="11027"/>
                    </a:lnTo>
                    <a:lnTo>
                      <a:pt x="31804" y="11111"/>
                    </a:lnTo>
                    <a:lnTo>
                      <a:pt x="31804" y="11278"/>
                    </a:lnTo>
                    <a:lnTo>
                      <a:pt x="31867" y="11278"/>
                    </a:lnTo>
                    <a:lnTo>
                      <a:pt x="31909" y="11383"/>
                    </a:lnTo>
                    <a:lnTo>
                      <a:pt x="31950" y="11383"/>
                    </a:lnTo>
                    <a:lnTo>
                      <a:pt x="32013" y="11488"/>
                    </a:lnTo>
                    <a:lnTo>
                      <a:pt x="31950" y="11508"/>
                    </a:lnTo>
                    <a:lnTo>
                      <a:pt x="31888" y="11508"/>
                    </a:lnTo>
                    <a:lnTo>
                      <a:pt x="31825" y="11571"/>
                    </a:lnTo>
                    <a:lnTo>
                      <a:pt x="31783" y="11508"/>
                    </a:lnTo>
                    <a:lnTo>
                      <a:pt x="31637" y="11550"/>
                    </a:lnTo>
                    <a:lnTo>
                      <a:pt x="31595" y="11634"/>
                    </a:lnTo>
                    <a:lnTo>
                      <a:pt x="31699" y="11739"/>
                    </a:lnTo>
                    <a:lnTo>
                      <a:pt x="31741" y="11739"/>
                    </a:lnTo>
                    <a:lnTo>
                      <a:pt x="31741" y="11801"/>
                    </a:lnTo>
                    <a:lnTo>
                      <a:pt x="31637" y="11843"/>
                    </a:lnTo>
                    <a:lnTo>
                      <a:pt x="31595" y="11780"/>
                    </a:lnTo>
                    <a:lnTo>
                      <a:pt x="31511" y="11864"/>
                    </a:lnTo>
                    <a:lnTo>
                      <a:pt x="31427" y="11739"/>
                    </a:lnTo>
                    <a:lnTo>
                      <a:pt x="31323" y="11801"/>
                    </a:lnTo>
                    <a:lnTo>
                      <a:pt x="31218" y="12011"/>
                    </a:lnTo>
                    <a:lnTo>
                      <a:pt x="31113" y="12262"/>
                    </a:lnTo>
                    <a:lnTo>
                      <a:pt x="30988" y="12492"/>
                    </a:lnTo>
                    <a:lnTo>
                      <a:pt x="30779" y="12638"/>
                    </a:lnTo>
                    <a:lnTo>
                      <a:pt x="30737" y="12743"/>
                    </a:lnTo>
                    <a:lnTo>
                      <a:pt x="30674" y="12743"/>
                    </a:lnTo>
                    <a:lnTo>
                      <a:pt x="30569" y="12910"/>
                    </a:lnTo>
                    <a:lnTo>
                      <a:pt x="30465" y="12952"/>
                    </a:lnTo>
                    <a:lnTo>
                      <a:pt x="30444" y="13140"/>
                    </a:lnTo>
                    <a:lnTo>
                      <a:pt x="30360" y="13224"/>
                    </a:lnTo>
                    <a:lnTo>
                      <a:pt x="30339" y="13350"/>
                    </a:lnTo>
                    <a:lnTo>
                      <a:pt x="30277" y="13350"/>
                    </a:lnTo>
                    <a:lnTo>
                      <a:pt x="30235" y="13224"/>
                    </a:lnTo>
                    <a:lnTo>
                      <a:pt x="30151" y="13224"/>
                    </a:lnTo>
                    <a:lnTo>
                      <a:pt x="30067" y="13308"/>
                    </a:lnTo>
                    <a:lnTo>
                      <a:pt x="30109" y="13350"/>
                    </a:lnTo>
                    <a:lnTo>
                      <a:pt x="30130" y="13475"/>
                    </a:lnTo>
                    <a:lnTo>
                      <a:pt x="30046" y="13475"/>
                    </a:lnTo>
                    <a:lnTo>
                      <a:pt x="29963" y="13413"/>
                    </a:lnTo>
                    <a:lnTo>
                      <a:pt x="30005" y="13308"/>
                    </a:lnTo>
                    <a:lnTo>
                      <a:pt x="29921" y="13140"/>
                    </a:lnTo>
                    <a:lnTo>
                      <a:pt x="29837" y="12743"/>
                    </a:lnTo>
                    <a:lnTo>
                      <a:pt x="29837" y="12576"/>
                    </a:lnTo>
                    <a:lnTo>
                      <a:pt x="29816" y="12492"/>
                    </a:lnTo>
                    <a:lnTo>
                      <a:pt x="29858" y="12366"/>
                    </a:lnTo>
                    <a:lnTo>
                      <a:pt x="29942" y="12262"/>
                    </a:lnTo>
                    <a:lnTo>
                      <a:pt x="29921" y="12115"/>
                    </a:lnTo>
                    <a:lnTo>
                      <a:pt x="29963" y="12011"/>
                    </a:lnTo>
                    <a:lnTo>
                      <a:pt x="30046" y="11969"/>
                    </a:lnTo>
                    <a:lnTo>
                      <a:pt x="30130" y="12011"/>
                    </a:lnTo>
                    <a:lnTo>
                      <a:pt x="30214" y="11990"/>
                    </a:lnTo>
                    <a:lnTo>
                      <a:pt x="30277" y="11885"/>
                    </a:lnTo>
                    <a:lnTo>
                      <a:pt x="30256" y="11655"/>
                    </a:lnTo>
                    <a:lnTo>
                      <a:pt x="30318" y="11550"/>
                    </a:lnTo>
                    <a:lnTo>
                      <a:pt x="30318" y="11153"/>
                    </a:lnTo>
                    <a:lnTo>
                      <a:pt x="30214" y="11027"/>
                    </a:lnTo>
                    <a:lnTo>
                      <a:pt x="30172" y="10860"/>
                    </a:lnTo>
                    <a:lnTo>
                      <a:pt x="30109" y="10692"/>
                    </a:lnTo>
                    <a:lnTo>
                      <a:pt x="30067" y="10588"/>
                    </a:lnTo>
                    <a:lnTo>
                      <a:pt x="30025" y="10525"/>
                    </a:lnTo>
                    <a:lnTo>
                      <a:pt x="29963" y="10525"/>
                    </a:lnTo>
                    <a:lnTo>
                      <a:pt x="29921" y="10630"/>
                    </a:lnTo>
                    <a:lnTo>
                      <a:pt x="29795" y="10839"/>
                    </a:lnTo>
                    <a:lnTo>
                      <a:pt x="29628" y="10964"/>
                    </a:lnTo>
                    <a:lnTo>
                      <a:pt x="29607" y="11069"/>
                    </a:lnTo>
                    <a:lnTo>
                      <a:pt x="29607" y="11278"/>
                    </a:lnTo>
                    <a:lnTo>
                      <a:pt x="29544" y="11341"/>
                    </a:lnTo>
                    <a:lnTo>
                      <a:pt x="29481" y="11278"/>
                    </a:lnTo>
                    <a:lnTo>
                      <a:pt x="29398" y="11362"/>
                    </a:lnTo>
                    <a:lnTo>
                      <a:pt x="29419" y="11383"/>
                    </a:lnTo>
                    <a:lnTo>
                      <a:pt x="29398" y="11446"/>
                    </a:lnTo>
                    <a:lnTo>
                      <a:pt x="29230" y="11529"/>
                    </a:lnTo>
                    <a:lnTo>
                      <a:pt x="29189" y="11592"/>
                    </a:lnTo>
                    <a:lnTo>
                      <a:pt x="29084" y="11697"/>
                    </a:lnTo>
                    <a:lnTo>
                      <a:pt x="29000" y="11697"/>
                    </a:lnTo>
                    <a:lnTo>
                      <a:pt x="29000" y="11634"/>
                    </a:lnTo>
                    <a:lnTo>
                      <a:pt x="29084" y="11592"/>
                    </a:lnTo>
                    <a:lnTo>
                      <a:pt x="29084" y="11467"/>
                    </a:lnTo>
                    <a:lnTo>
                      <a:pt x="29042" y="11425"/>
                    </a:lnTo>
                    <a:lnTo>
                      <a:pt x="29147" y="11278"/>
                    </a:lnTo>
                    <a:lnTo>
                      <a:pt x="29168" y="11174"/>
                    </a:lnTo>
                    <a:lnTo>
                      <a:pt x="29168" y="11069"/>
                    </a:lnTo>
                    <a:lnTo>
                      <a:pt x="29251" y="11027"/>
                    </a:lnTo>
                    <a:lnTo>
                      <a:pt x="29251" y="10923"/>
                    </a:lnTo>
                    <a:lnTo>
                      <a:pt x="29209" y="10902"/>
                    </a:lnTo>
                    <a:lnTo>
                      <a:pt x="29251" y="10755"/>
                    </a:lnTo>
                    <a:lnTo>
                      <a:pt x="29147" y="10609"/>
                    </a:lnTo>
                    <a:lnTo>
                      <a:pt x="29147" y="10525"/>
                    </a:lnTo>
                    <a:lnTo>
                      <a:pt x="29084" y="10420"/>
                    </a:lnTo>
                    <a:lnTo>
                      <a:pt x="29084" y="10379"/>
                    </a:lnTo>
                    <a:lnTo>
                      <a:pt x="29147" y="10400"/>
                    </a:lnTo>
                    <a:lnTo>
                      <a:pt x="29189" y="10400"/>
                    </a:lnTo>
                    <a:lnTo>
                      <a:pt x="29209" y="10525"/>
                    </a:lnTo>
                    <a:lnTo>
                      <a:pt x="29272" y="10504"/>
                    </a:lnTo>
                    <a:lnTo>
                      <a:pt x="29377" y="10379"/>
                    </a:lnTo>
                    <a:lnTo>
                      <a:pt x="29481" y="10379"/>
                    </a:lnTo>
                    <a:lnTo>
                      <a:pt x="29565" y="10295"/>
                    </a:lnTo>
                    <a:lnTo>
                      <a:pt x="29481" y="10232"/>
                    </a:lnTo>
                    <a:lnTo>
                      <a:pt x="29377" y="10316"/>
                    </a:lnTo>
                    <a:lnTo>
                      <a:pt x="29293" y="10232"/>
                    </a:lnTo>
                    <a:lnTo>
                      <a:pt x="29189" y="10211"/>
                    </a:lnTo>
                    <a:lnTo>
                      <a:pt x="29189" y="10107"/>
                    </a:lnTo>
                    <a:lnTo>
                      <a:pt x="29230" y="10065"/>
                    </a:lnTo>
                    <a:lnTo>
                      <a:pt x="29209" y="10002"/>
                    </a:lnTo>
                    <a:lnTo>
                      <a:pt x="29126" y="10023"/>
                    </a:lnTo>
                    <a:lnTo>
                      <a:pt x="29105" y="10107"/>
                    </a:lnTo>
                    <a:lnTo>
                      <a:pt x="28958" y="10169"/>
                    </a:lnTo>
                    <a:lnTo>
                      <a:pt x="28854" y="10065"/>
                    </a:lnTo>
                    <a:lnTo>
                      <a:pt x="28854" y="9939"/>
                    </a:lnTo>
                    <a:lnTo>
                      <a:pt x="28770" y="9918"/>
                    </a:lnTo>
                    <a:lnTo>
                      <a:pt x="28665" y="9939"/>
                    </a:lnTo>
                    <a:lnTo>
                      <a:pt x="28603" y="9897"/>
                    </a:lnTo>
                    <a:lnTo>
                      <a:pt x="28644" y="9793"/>
                    </a:lnTo>
                    <a:lnTo>
                      <a:pt x="28707" y="9772"/>
                    </a:lnTo>
                    <a:lnTo>
                      <a:pt x="28749" y="9709"/>
                    </a:lnTo>
                    <a:lnTo>
                      <a:pt x="28812" y="9709"/>
                    </a:lnTo>
                    <a:lnTo>
                      <a:pt x="29126" y="9500"/>
                    </a:lnTo>
                    <a:lnTo>
                      <a:pt x="29168" y="9458"/>
                    </a:lnTo>
                    <a:lnTo>
                      <a:pt x="29042" y="9332"/>
                    </a:lnTo>
                    <a:lnTo>
                      <a:pt x="28875" y="9353"/>
                    </a:lnTo>
                    <a:lnTo>
                      <a:pt x="28875" y="9332"/>
                    </a:lnTo>
                    <a:lnTo>
                      <a:pt x="28979" y="9270"/>
                    </a:lnTo>
                    <a:lnTo>
                      <a:pt x="29042" y="9144"/>
                    </a:lnTo>
                    <a:lnTo>
                      <a:pt x="29168" y="9081"/>
                    </a:lnTo>
                    <a:lnTo>
                      <a:pt x="29147" y="9228"/>
                    </a:lnTo>
                    <a:lnTo>
                      <a:pt x="29189" y="9332"/>
                    </a:lnTo>
                    <a:lnTo>
                      <a:pt x="29293" y="9291"/>
                    </a:lnTo>
                    <a:lnTo>
                      <a:pt x="29377" y="9332"/>
                    </a:lnTo>
                    <a:lnTo>
                      <a:pt x="29461" y="9249"/>
                    </a:lnTo>
                    <a:lnTo>
                      <a:pt x="29461" y="9144"/>
                    </a:lnTo>
                    <a:lnTo>
                      <a:pt x="29377" y="9039"/>
                    </a:lnTo>
                    <a:lnTo>
                      <a:pt x="29293" y="9019"/>
                    </a:lnTo>
                    <a:lnTo>
                      <a:pt x="29293" y="8935"/>
                    </a:lnTo>
                    <a:lnTo>
                      <a:pt x="29314" y="8830"/>
                    </a:lnTo>
                    <a:lnTo>
                      <a:pt x="29293" y="8726"/>
                    </a:lnTo>
                    <a:lnTo>
                      <a:pt x="29314" y="8663"/>
                    </a:lnTo>
                    <a:lnTo>
                      <a:pt x="29314" y="8600"/>
                    </a:lnTo>
                    <a:lnTo>
                      <a:pt x="29209" y="8454"/>
                    </a:lnTo>
                    <a:lnTo>
                      <a:pt x="29272" y="8349"/>
                    </a:lnTo>
                    <a:lnTo>
                      <a:pt x="29209" y="8244"/>
                    </a:lnTo>
                    <a:lnTo>
                      <a:pt x="29272" y="8223"/>
                    </a:lnTo>
                    <a:lnTo>
                      <a:pt x="29272" y="8077"/>
                    </a:lnTo>
                    <a:lnTo>
                      <a:pt x="29356" y="7931"/>
                    </a:lnTo>
                    <a:lnTo>
                      <a:pt x="29356" y="7847"/>
                    </a:lnTo>
                    <a:lnTo>
                      <a:pt x="29419" y="7742"/>
                    </a:lnTo>
                    <a:lnTo>
                      <a:pt x="29419" y="7700"/>
                    </a:lnTo>
                    <a:lnTo>
                      <a:pt x="29356" y="7659"/>
                    </a:lnTo>
                    <a:lnTo>
                      <a:pt x="29377" y="7449"/>
                    </a:lnTo>
                    <a:lnTo>
                      <a:pt x="29356" y="7324"/>
                    </a:lnTo>
                    <a:lnTo>
                      <a:pt x="29251" y="7261"/>
                    </a:lnTo>
                    <a:lnTo>
                      <a:pt x="29272" y="7177"/>
                    </a:lnTo>
                    <a:lnTo>
                      <a:pt x="29251" y="7073"/>
                    </a:lnTo>
                    <a:lnTo>
                      <a:pt x="29293" y="7052"/>
                    </a:lnTo>
                    <a:lnTo>
                      <a:pt x="29335" y="6947"/>
                    </a:lnTo>
                    <a:lnTo>
                      <a:pt x="29272" y="6884"/>
                    </a:lnTo>
                    <a:lnTo>
                      <a:pt x="29230" y="6863"/>
                    </a:lnTo>
                    <a:cubicBezTo>
                      <a:pt x="29272" y="6842"/>
                      <a:pt x="29293" y="6801"/>
                      <a:pt x="29293" y="6759"/>
                    </a:cubicBezTo>
                    <a:cubicBezTo>
                      <a:pt x="29314" y="6696"/>
                      <a:pt x="29335" y="6654"/>
                      <a:pt x="29335" y="6591"/>
                    </a:cubicBezTo>
                    <a:lnTo>
                      <a:pt x="29377" y="6550"/>
                    </a:lnTo>
                    <a:lnTo>
                      <a:pt x="29377" y="6445"/>
                    </a:lnTo>
                    <a:lnTo>
                      <a:pt x="29440" y="6445"/>
                    </a:lnTo>
                    <a:lnTo>
                      <a:pt x="29523" y="6361"/>
                    </a:lnTo>
                    <a:lnTo>
                      <a:pt x="29586" y="6257"/>
                    </a:lnTo>
                    <a:lnTo>
                      <a:pt x="29649" y="6215"/>
                    </a:lnTo>
                    <a:lnTo>
                      <a:pt x="29753" y="6215"/>
                    </a:lnTo>
                    <a:lnTo>
                      <a:pt x="29816" y="6131"/>
                    </a:lnTo>
                    <a:lnTo>
                      <a:pt x="29900" y="6068"/>
                    </a:lnTo>
                    <a:lnTo>
                      <a:pt x="29942" y="5964"/>
                    </a:lnTo>
                    <a:lnTo>
                      <a:pt x="29942" y="5838"/>
                    </a:lnTo>
                    <a:lnTo>
                      <a:pt x="29900" y="5796"/>
                    </a:lnTo>
                    <a:lnTo>
                      <a:pt x="29963" y="5713"/>
                    </a:lnTo>
                    <a:lnTo>
                      <a:pt x="30005" y="5629"/>
                    </a:lnTo>
                    <a:lnTo>
                      <a:pt x="29795" y="5629"/>
                    </a:lnTo>
                    <a:lnTo>
                      <a:pt x="29733" y="5587"/>
                    </a:lnTo>
                    <a:lnTo>
                      <a:pt x="29753" y="5503"/>
                    </a:lnTo>
                    <a:lnTo>
                      <a:pt x="29837" y="5503"/>
                    </a:lnTo>
                    <a:lnTo>
                      <a:pt x="29921" y="5545"/>
                    </a:lnTo>
                    <a:lnTo>
                      <a:pt x="30025" y="5545"/>
                    </a:lnTo>
                    <a:lnTo>
                      <a:pt x="30130" y="5587"/>
                    </a:lnTo>
                    <a:lnTo>
                      <a:pt x="30214" y="5524"/>
                    </a:lnTo>
                    <a:lnTo>
                      <a:pt x="30297" y="5545"/>
                    </a:lnTo>
                    <a:lnTo>
                      <a:pt x="30318" y="5650"/>
                    </a:lnTo>
                    <a:lnTo>
                      <a:pt x="30465" y="5796"/>
                    </a:lnTo>
                    <a:lnTo>
                      <a:pt x="30549" y="5796"/>
                    </a:lnTo>
                    <a:lnTo>
                      <a:pt x="30569" y="5838"/>
                    </a:lnTo>
                    <a:lnTo>
                      <a:pt x="30653" y="5859"/>
                    </a:lnTo>
                    <a:lnTo>
                      <a:pt x="30779" y="5817"/>
                    </a:lnTo>
                    <a:lnTo>
                      <a:pt x="30988" y="5692"/>
                    </a:lnTo>
                    <a:lnTo>
                      <a:pt x="31134" y="5524"/>
                    </a:lnTo>
                    <a:lnTo>
                      <a:pt x="31302" y="5399"/>
                    </a:lnTo>
                    <a:lnTo>
                      <a:pt x="31365" y="5315"/>
                    </a:lnTo>
                    <a:lnTo>
                      <a:pt x="31302" y="5294"/>
                    </a:lnTo>
                    <a:lnTo>
                      <a:pt x="31344" y="5231"/>
                    </a:lnTo>
                    <a:lnTo>
                      <a:pt x="31469" y="5231"/>
                    </a:lnTo>
                    <a:lnTo>
                      <a:pt x="31595" y="5085"/>
                    </a:lnTo>
                    <a:lnTo>
                      <a:pt x="31825" y="4897"/>
                    </a:lnTo>
                    <a:lnTo>
                      <a:pt x="31825" y="4855"/>
                    </a:lnTo>
                    <a:lnTo>
                      <a:pt x="31930" y="4834"/>
                    </a:lnTo>
                    <a:lnTo>
                      <a:pt x="32013" y="4687"/>
                    </a:lnTo>
                    <a:lnTo>
                      <a:pt x="32181" y="4541"/>
                    </a:lnTo>
                    <a:lnTo>
                      <a:pt x="32222" y="4415"/>
                    </a:lnTo>
                    <a:lnTo>
                      <a:pt x="32285" y="4415"/>
                    </a:lnTo>
                    <a:lnTo>
                      <a:pt x="32327" y="4436"/>
                    </a:lnTo>
                    <a:lnTo>
                      <a:pt x="32327" y="4436"/>
                    </a:lnTo>
                    <a:lnTo>
                      <a:pt x="32306" y="4353"/>
                    </a:lnTo>
                    <a:lnTo>
                      <a:pt x="32222" y="4311"/>
                    </a:lnTo>
                    <a:lnTo>
                      <a:pt x="32222" y="4227"/>
                    </a:lnTo>
                    <a:lnTo>
                      <a:pt x="32076" y="4122"/>
                    </a:lnTo>
                    <a:lnTo>
                      <a:pt x="31804" y="4081"/>
                    </a:lnTo>
                    <a:lnTo>
                      <a:pt x="31657" y="4060"/>
                    </a:lnTo>
                    <a:lnTo>
                      <a:pt x="31574" y="4081"/>
                    </a:lnTo>
                    <a:lnTo>
                      <a:pt x="31511" y="4060"/>
                    </a:lnTo>
                    <a:lnTo>
                      <a:pt x="31511" y="3976"/>
                    </a:lnTo>
                    <a:lnTo>
                      <a:pt x="31469" y="3871"/>
                    </a:lnTo>
                    <a:lnTo>
                      <a:pt x="31406" y="3871"/>
                    </a:lnTo>
                    <a:lnTo>
                      <a:pt x="31385" y="3850"/>
                    </a:lnTo>
                    <a:lnTo>
                      <a:pt x="31281" y="3829"/>
                    </a:lnTo>
                    <a:lnTo>
                      <a:pt x="31197" y="3704"/>
                    </a:lnTo>
                    <a:lnTo>
                      <a:pt x="31051" y="3704"/>
                    </a:lnTo>
                    <a:lnTo>
                      <a:pt x="30967" y="3788"/>
                    </a:lnTo>
                    <a:lnTo>
                      <a:pt x="30946" y="3704"/>
                    </a:lnTo>
                    <a:lnTo>
                      <a:pt x="30841" y="3704"/>
                    </a:lnTo>
                    <a:lnTo>
                      <a:pt x="30779" y="3641"/>
                    </a:lnTo>
                    <a:lnTo>
                      <a:pt x="30674" y="3662"/>
                    </a:lnTo>
                    <a:lnTo>
                      <a:pt x="30507" y="3662"/>
                    </a:lnTo>
                    <a:lnTo>
                      <a:pt x="30235" y="3725"/>
                    </a:lnTo>
                    <a:lnTo>
                      <a:pt x="30130" y="3871"/>
                    </a:lnTo>
                    <a:lnTo>
                      <a:pt x="30214" y="3976"/>
                    </a:lnTo>
                    <a:lnTo>
                      <a:pt x="30130" y="4018"/>
                    </a:lnTo>
                    <a:lnTo>
                      <a:pt x="30109" y="4060"/>
                    </a:lnTo>
                    <a:lnTo>
                      <a:pt x="30193" y="4164"/>
                    </a:lnTo>
                    <a:lnTo>
                      <a:pt x="30214" y="4290"/>
                    </a:lnTo>
                    <a:lnTo>
                      <a:pt x="30088" y="4290"/>
                    </a:lnTo>
                    <a:lnTo>
                      <a:pt x="30046" y="4185"/>
                    </a:lnTo>
                    <a:lnTo>
                      <a:pt x="29984" y="4060"/>
                    </a:lnTo>
                    <a:lnTo>
                      <a:pt x="29900" y="4039"/>
                    </a:lnTo>
                    <a:lnTo>
                      <a:pt x="29816" y="4164"/>
                    </a:lnTo>
                    <a:lnTo>
                      <a:pt x="29837" y="4227"/>
                    </a:lnTo>
                    <a:lnTo>
                      <a:pt x="29837" y="4290"/>
                    </a:lnTo>
                    <a:lnTo>
                      <a:pt x="29733" y="4332"/>
                    </a:lnTo>
                    <a:lnTo>
                      <a:pt x="29712" y="4478"/>
                    </a:lnTo>
                    <a:lnTo>
                      <a:pt x="29565" y="4646"/>
                    </a:lnTo>
                    <a:lnTo>
                      <a:pt x="29523" y="4771"/>
                    </a:lnTo>
                    <a:lnTo>
                      <a:pt x="29502" y="4855"/>
                    </a:lnTo>
                    <a:lnTo>
                      <a:pt x="29565" y="4876"/>
                    </a:lnTo>
                    <a:lnTo>
                      <a:pt x="29461" y="4959"/>
                    </a:lnTo>
                    <a:lnTo>
                      <a:pt x="29461" y="5064"/>
                    </a:lnTo>
                    <a:lnTo>
                      <a:pt x="29377" y="5106"/>
                    </a:lnTo>
                    <a:lnTo>
                      <a:pt x="29272" y="5357"/>
                    </a:lnTo>
                    <a:lnTo>
                      <a:pt x="29272" y="5482"/>
                    </a:lnTo>
                    <a:lnTo>
                      <a:pt x="29209" y="5566"/>
                    </a:lnTo>
                    <a:lnTo>
                      <a:pt x="29293" y="5629"/>
                    </a:lnTo>
                    <a:lnTo>
                      <a:pt x="29293" y="5713"/>
                    </a:lnTo>
                    <a:lnTo>
                      <a:pt x="29251" y="5734"/>
                    </a:lnTo>
                    <a:lnTo>
                      <a:pt x="29251" y="5838"/>
                    </a:lnTo>
                    <a:lnTo>
                      <a:pt x="29189" y="6026"/>
                    </a:lnTo>
                    <a:lnTo>
                      <a:pt x="29063" y="6215"/>
                    </a:lnTo>
                    <a:lnTo>
                      <a:pt x="29084" y="6257"/>
                    </a:lnTo>
                    <a:lnTo>
                      <a:pt x="29189" y="6257"/>
                    </a:lnTo>
                    <a:lnTo>
                      <a:pt x="29209" y="6319"/>
                    </a:lnTo>
                    <a:cubicBezTo>
                      <a:pt x="29189" y="6319"/>
                      <a:pt x="29168" y="6340"/>
                      <a:pt x="29168" y="6340"/>
                    </a:cubicBezTo>
                    <a:lnTo>
                      <a:pt x="29105" y="6319"/>
                    </a:lnTo>
                    <a:lnTo>
                      <a:pt x="29042" y="6361"/>
                    </a:lnTo>
                    <a:lnTo>
                      <a:pt x="28958" y="6508"/>
                    </a:lnTo>
                    <a:lnTo>
                      <a:pt x="29042" y="6508"/>
                    </a:lnTo>
                    <a:cubicBezTo>
                      <a:pt x="29000" y="6529"/>
                      <a:pt x="28979" y="6550"/>
                      <a:pt x="28979" y="6612"/>
                    </a:cubicBezTo>
                    <a:lnTo>
                      <a:pt x="28875" y="6570"/>
                    </a:lnTo>
                    <a:lnTo>
                      <a:pt x="28791" y="6633"/>
                    </a:lnTo>
                    <a:lnTo>
                      <a:pt x="28791" y="6738"/>
                    </a:lnTo>
                    <a:lnTo>
                      <a:pt x="28644" y="6842"/>
                    </a:lnTo>
                    <a:lnTo>
                      <a:pt x="28582" y="6884"/>
                    </a:lnTo>
                    <a:cubicBezTo>
                      <a:pt x="28665" y="6612"/>
                      <a:pt x="28728" y="6257"/>
                      <a:pt x="28749" y="5943"/>
                    </a:cubicBezTo>
                    <a:lnTo>
                      <a:pt x="28937" y="5838"/>
                    </a:lnTo>
                    <a:lnTo>
                      <a:pt x="28937" y="5734"/>
                    </a:lnTo>
                    <a:lnTo>
                      <a:pt x="29000" y="5566"/>
                    </a:lnTo>
                    <a:lnTo>
                      <a:pt x="29000" y="5399"/>
                    </a:lnTo>
                    <a:lnTo>
                      <a:pt x="29063" y="5315"/>
                    </a:lnTo>
                    <a:lnTo>
                      <a:pt x="28979" y="5315"/>
                    </a:lnTo>
                    <a:lnTo>
                      <a:pt x="28937" y="5378"/>
                    </a:lnTo>
                    <a:lnTo>
                      <a:pt x="28791" y="5420"/>
                    </a:lnTo>
                    <a:lnTo>
                      <a:pt x="28728" y="5545"/>
                    </a:lnTo>
                    <a:lnTo>
                      <a:pt x="28686" y="5503"/>
                    </a:lnTo>
                    <a:lnTo>
                      <a:pt x="28686" y="5399"/>
                    </a:lnTo>
                    <a:lnTo>
                      <a:pt x="28770" y="5357"/>
                    </a:lnTo>
                    <a:lnTo>
                      <a:pt x="28770" y="5231"/>
                    </a:lnTo>
                    <a:lnTo>
                      <a:pt x="28749" y="5169"/>
                    </a:lnTo>
                    <a:lnTo>
                      <a:pt x="28665" y="5127"/>
                    </a:lnTo>
                    <a:lnTo>
                      <a:pt x="28749" y="5127"/>
                    </a:lnTo>
                    <a:lnTo>
                      <a:pt x="28791" y="5106"/>
                    </a:lnTo>
                    <a:lnTo>
                      <a:pt x="28770" y="4980"/>
                    </a:lnTo>
                    <a:lnTo>
                      <a:pt x="28582" y="4876"/>
                    </a:lnTo>
                    <a:lnTo>
                      <a:pt x="28540" y="4897"/>
                    </a:lnTo>
                    <a:lnTo>
                      <a:pt x="28352" y="4918"/>
                    </a:lnTo>
                    <a:lnTo>
                      <a:pt x="28331" y="4980"/>
                    </a:lnTo>
                    <a:lnTo>
                      <a:pt x="28247" y="4980"/>
                    </a:lnTo>
                    <a:lnTo>
                      <a:pt x="28247" y="4897"/>
                    </a:lnTo>
                    <a:lnTo>
                      <a:pt x="28331" y="4771"/>
                    </a:lnTo>
                    <a:lnTo>
                      <a:pt x="28414" y="4771"/>
                    </a:lnTo>
                    <a:lnTo>
                      <a:pt x="28540" y="4666"/>
                    </a:lnTo>
                    <a:lnTo>
                      <a:pt x="28749" y="4604"/>
                    </a:lnTo>
                    <a:lnTo>
                      <a:pt x="28791" y="4562"/>
                    </a:lnTo>
                    <a:lnTo>
                      <a:pt x="28937" y="4541"/>
                    </a:lnTo>
                    <a:lnTo>
                      <a:pt x="29000" y="4541"/>
                    </a:lnTo>
                    <a:lnTo>
                      <a:pt x="29063" y="4583"/>
                    </a:lnTo>
                    <a:lnTo>
                      <a:pt x="29105" y="4562"/>
                    </a:lnTo>
                    <a:lnTo>
                      <a:pt x="29147" y="4394"/>
                    </a:lnTo>
                    <a:lnTo>
                      <a:pt x="29189" y="4332"/>
                    </a:lnTo>
                    <a:lnTo>
                      <a:pt x="29063" y="4248"/>
                    </a:lnTo>
                    <a:lnTo>
                      <a:pt x="29042" y="4185"/>
                    </a:lnTo>
                    <a:lnTo>
                      <a:pt x="29105" y="4164"/>
                    </a:lnTo>
                    <a:lnTo>
                      <a:pt x="29168" y="4122"/>
                    </a:lnTo>
                    <a:lnTo>
                      <a:pt x="29189" y="4164"/>
                    </a:lnTo>
                    <a:lnTo>
                      <a:pt x="29272" y="4185"/>
                    </a:lnTo>
                    <a:lnTo>
                      <a:pt x="29419" y="4122"/>
                    </a:lnTo>
                    <a:lnTo>
                      <a:pt x="29481" y="4039"/>
                    </a:lnTo>
                    <a:lnTo>
                      <a:pt x="29461" y="3955"/>
                    </a:lnTo>
                    <a:lnTo>
                      <a:pt x="29481" y="3913"/>
                    </a:lnTo>
                    <a:lnTo>
                      <a:pt x="29461" y="3829"/>
                    </a:lnTo>
                    <a:lnTo>
                      <a:pt x="29377" y="3850"/>
                    </a:lnTo>
                    <a:lnTo>
                      <a:pt x="29293" y="3746"/>
                    </a:lnTo>
                    <a:lnTo>
                      <a:pt x="29042" y="3746"/>
                    </a:lnTo>
                    <a:lnTo>
                      <a:pt x="28958" y="3725"/>
                    </a:lnTo>
                    <a:lnTo>
                      <a:pt x="28896" y="3767"/>
                    </a:lnTo>
                    <a:lnTo>
                      <a:pt x="28770" y="3767"/>
                    </a:lnTo>
                    <a:lnTo>
                      <a:pt x="28665" y="3725"/>
                    </a:lnTo>
                    <a:lnTo>
                      <a:pt x="28582" y="3746"/>
                    </a:lnTo>
                    <a:lnTo>
                      <a:pt x="28519" y="3641"/>
                    </a:lnTo>
                    <a:lnTo>
                      <a:pt x="28435" y="3599"/>
                    </a:lnTo>
                    <a:lnTo>
                      <a:pt x="28435" y="3516"/>
                    </a:lnTo>
                    <a:lnTo>
                      <a:pt x="28477" y="3453"/>
                    </a:lnTo>
                    <a:lnTo>
                      <a:pt x="28456" y="3411"/>
                    </a:lnTo>
                    <a:lnTo>
                      <a:pt x="28310" y="3390"/>
                    </a:lnTo>
                    <a:lnTo>
                      <a:pt x="28226" y="3432"/>
                    </a:lnTo>
                    <a:lnTo>
                      <a:pt x="28163" y="3495"/>
                    </a:lnTo>
                    <a:lnTo>
                      <a:pt x="28226" y="3537"/>
                    </a:lnTo>
                    <a:lnTo>
                      <a:pt x="28331" y="3537"/>
                    </a:lnTo>
                    <a:lnTo>
                      <a:pt x="28268" y="3641"/>
                    </a:lnTo>
                    <a:lnTo>
                      <a:pt x="28142" y="3620"/>
                    </a:lnTo>
                    <a:lnTo>
                      <a:pt x="28059" y="3495"/>
                    </a:lnTo>
                    <a:lnTo>
                      <a:pt x="28017" y="3516"/>
                    </a:lnTo>
                    <a:lnTo>
                      <a:pt x="27954" y="3495"/>
                    </a:lnTo>
                    <a:lnTo>
                      <a:pt x="27849" y="3537"/>
                    </a:lnTo>
                    <a:lnTo>
                      <a:pt x="27828" y="3641"/>
                    </a:lnTo>
                    <a:lnTo>
                      <a:pt x="27787" y="3662"/>
                    </a:lnTo>
                    <a:lnTo>
                      <a:pt x="27808" y="3767"/>
                    </a:lnTo>
                    <a:lnTo>
                      <a:pt x="27808" y="3871"/>
                    </a:lnTo>
                    <a:lnTo>
                      <a:pt x="27891" y="3934"/>
                    </a:lnTo>
                    <a:lnTo>
                      <a:pt x="27891" y="4060"/>
                    </a:lnTo>
                    <a:lnTo>
                      <a:pt x="27828" y="4122"/>
                    </a:lnTo>
                    <a:lnTo>
                      <a:pt x="27808" y="4248"/>
                    </a:lnTo>
                    <a:lnTo>
                      <a:pt x="27787" y="4248"/>
                    </a:lnTo>
                    <a:lnTo>
                      <a:pt x="27745" y="4018"/>
                    </a:lnTo>
                    <a:lnTo>
                      <a:pt x="27703" y="3913"/>
                    </a:lnTo>
                    <a:lnTo>
                      <a:pt x="27619" y="3850"/>
                    </a:lnTo>
                    <a:lnTo>
                      <a:pt x="27598" y="3934"/>
                    </a:lnTo>
                    <a:lnTo>
                      <a:pt x="27515" y="3934"/>
                    </a:lnTo>
                    <a:lnTo>
                      <a:pt x="27431" y="4018"/>
                    </a:lnTo>
                    <a:lnTo>
                      <a:pt x="27431" y="4143"/>
                    </a:lnTo>
                    <a:lnTo>
                      <a:pt x="27515" y="4248"/>
                    </a:lnTo>
                    <a:lnTo>
                      <a:pt x="27515" y="4332"/>
                    </a:lnTo>
                    <a:lnTo>
                      <a:pt x="27619" y="4457"/>
                    </a:lnTo>
                    <a:lnTo>
                      <a:pt x="27745" y="4457"/>
                    </a:lnTo>
                    <a:lnTo>
                      <a:pt x="27808" y="4353"/>
                    </a:lnTo>
                    <a:lnTo>
                      <a:pt x="27828" y="4353"/>
                    </a:lnTo>
                    <a:lnTo>
                      <a:pt x="27849" y="4457"/>
                    </a:lnTo>
                    <a:lnTo>
                      <a:pt x="27933" y="4583"/>
                    </a:lnTo>
                    <a:lnTo>
                      <a:pt x="27933" y="4666"/>
                    </a:lnTo>
                    <a:lnTo>
                      <a:pt x="27849" y="4666"/>
                    </a:lnTo>
                    <a:lnTo>
                      <a:pt x="27808" y="4562"/>
                    </a:lnTo>
                    <a:lnTo>
                      <a:pt x="27724" y="4541"/>
                    </a:lnTo>
                    <a:lnTo>
                      <a:pt x="27619" y="4562"/>
                    </a:lnTo>
                    <a:lnTo>
                      <a:pt x="27577" y="4604"/>
                    </a:lnTo>
                    <a:lnTo>
                      <a:pt x="27619" y="4708"/>
                    </a:lnTo>
                    <a:lnTo>
                      <a:pt x="27598" y="4792"/>
                    </a:lnTo>
                    <a:lnTo>
                      <a:pt x="27515" y="4876"/>
                    </a:lnTo>
                    <a:lnTo>
                      <a:pt x="27536" y="4959"/>
                    </a:lnTo>
                    <a:lnTo>
                      <a:pt x="27473" y="5085"/>
                    </a:lnTo>
                    <a:lnTo>
                      <a:pt x="27410" y="5127"/>
                    </a:lnTo>
                    <a:lnTo>
                      <a:pt x="27431" y="5231"/>
                    </a:lnTo>
                    <a:lnTo>
                      <a:pt x="27389" y="5294"/>
                    </a:lnTo>
                    <a:lnTo>
                      <a:pt x="27284" y="5273"/>
                    </a:lnTo>
                    <a:lnTo>
                      <a:pt x="27201" y="5169"/>
                    </a:lnTo>
                    <a:lnTo>
                      <a:pt x="27201" y="5064"/>
                    </a:lnTo>
                    <a:lnTo>
                      <a:pt x="27075" y="4897"/>
                    </a:lnTo>
                    <a:lnTo>
                      <a:pt x="27075" y="4792"/>
                    </a:lnTo>
                    <a:lnTo>
                      <a:pt x="27054" y="4708"/>
                    </a:lnTo>
                    <a:lnTo>
                      <a:pt x="26950" y="4687"/>
                    </a:lnTo>
                    <a:lnTo>
                      <a:pt x="26950" y="4646"/>
                    </a:lnTo>
                    <a:lnTo>
                      <a:pt x="26992" y="4604"/>
                    </a:lnTo>
                    <a:lnTo>
                      <a:pt x="27033" y="4562"/>
                    </a:lnTo>
                    <a:lnTo>
                      <a:pt x="26992" y="4478"/>
                    </a:lnTo>
                    <a:lnTo>
                      <a:pt x="26887" y="4457"/>
                    </a:lnTo>
                    <a:lnTo>
                      <a:pt x="26740" y="4499"/>
                    </a:lnTo>
                    <a:lnTo>
                      <a:pt x="26699" y="4457"/>
                    </a:lnTo>
                    <a:lnTo>
                      <a:pt x="26657" y="4478"/>
                    </a:lnTo>
                    <a:lnTo>
                      <a:pt x="26594" y="4562"/>
                    </a:lnTo>
                    <a:lnTo>
                      <a:pt x="26489" y="4604"/>
                    </a:lnTo>
                    <a:lnTo>
                      <a:pt x="26364" y="4792"/>
                    </a:lnTo>
                    <a:lnTo>
                      <a:pt x="26427" y="4876"/>
                    </a:lnTo>
                    <a:lnTo>
                      <a:pt x="26427" y="5064"/>
                    </a:lnTo>
                    <a:lnTo>
                      <a:pt x="26385" y="5127"/>
                    </a:lnTo>
                    <a:lnTo>
                      <a:pt x="26448" y="5210"/>
                    </a:lnTo>
                    <a:lnTo>
                      <a:pt x="26427" y="5378"/>
                    </a:lnTo>
                    <a:lnTo>
                      <a:pt x="26322" y="5420"/>
                    </a:lnTo>
                    <a:lnTo>
                      <a:pt x="26322" y="5545"/>
                    </a:lnTo>
                    <a:lnTo>
                      <a:pt x="26364" y="5608"/>
                    </a:lnTo>
                    <a:lnTo>
                      <a:pt x="26448" y="5587"/>
                    </a:lnTo>
                    <a:lnTo>
                      <a:pt x="26489" y="5629"/>
                    </a:lnTo>
                    <a:lnTo>
                      <a:pt x="26573" y="5587"/>
                    </a:lnTo>
                    <a:lnTo>
                      <a:pt x="26636" y="5608"/>
                    </a:lnTo>
                    <a:lnTo>
                      <a:pt x="26636" y="5734"/>
                    </a:lnTo>
                    <a:lnTo>
                      <a:pt x="26657" y="5796"/>
                    </a:lnTo>
                    <a:lnTo>
                      <a:pt x="26699" y="5796"/>
                    </a:lnTo>
                    <a:lnTo>
                      <a:pt x="26782" y="5922"/>
                    </a:lnTo>
                    <a:lnTo>
                      <a:pt x="26782" y="6110"/>
                    </a:lnTo>
                    <a:lnTo>
                      <a:pt x="26887" y="6236"/>
                    </a:lnTo>
                    <a:lnTo>
                      <a:pt x="26887" y="6319"/>
                    </a:lnTo>
                    <a:lnTo>
                      <a:pt x="26929" y="6424"/>
                    </a:lnTo>
                    <a:lnTo>
                      <a:pt x="27012" y="6466"/>
                    </a:lnTo>
                    <a:lnTo>
                      <a:pt x="26992" y="6550"/>
                    </a:lnTo>
                    <a:lnTo>
                      <a:pt x="27012" y="6696"/>
                    </a:lnTo>
                    <a:lnTo>
                      <a:pt x="26929" y="6842"/>
                    </a:lnTo>
                    <a:lnTo>
                      <a:pt x="27012" y="6905"/>
                    </a:lnTo>
                    <a:lnTo>
                      <a:pt x="27033" y="7052"/>
                    </a:lnTo>
                    <a:lnTo>
                      <a:pt x="27012" y="7156"/>
                    </a:lnTo>
                    <a:lnTo>
                      <a:pt x="27033" y="7198"/>
                    </a:lnTo>
                    <a:lnTo>
                      <a:pt x="27117" y="7156"/>
                    </a:lnTo>
                    <a:lnTo>
                      <a:pt x="27180" y="7198"/>
                    </a:lnTo>
                    <a:lnTo>
                      <a:pt x="27180" y="7324"/>
                    </a:lnTo>
                    <a:lnTo>
                      <a:pt x="27264" y="7387"/>
                    </a:lnTo>
                    <a:lnTo>
                      <a:pt x="27410" y="7324"/>
                    </a:lnTo>
                    <a:lnTo>
                      <a:pt x="27452" y="7198"/>
                    </a:lnTo>
                    <a:lnTo>
                      <a:pt x="27598" y="7114"/>
                    </a:lnTo>
                    <a:lnTo>
                      <a:pt x="27619" y="7010"/>
                    </a:lnTo>
                    <a:lnTo>
                      <a:pt x="27556" y="6968"/>
                    </a:lnTo>
                    <a:lnTo>
                      <a:pt x="27494" y="6759"/>
                    </a:lnTo>
                    <a:lnTo>
                      <a:pt x="27515" y="6654"/>
                    </a:lnTo>
                    <a:lnTo>
                      <a:pt x="27703" y="6466"/>
                    </a:lnTo>
                    <a:lnTo>
                      <a:pt x="27703" y="6550"/>
                    </a:lnTo>
                    <a:lnTo>
                      <a:pt x="27598" y="6675"/>
                    </a:lnTo>
                    <a:lnTo>
                      <a:pt x="27640" y="6905"/>
                    </a:lnTo>
                    <a:lnTo>
                      <a:pt x="27724" y="6947"/>
                    </a:lnTo>
                    <a:lnTo>
                      <a:pt x="27828" y="6884"/>
                    </a:lnTo>
                    <a:lnTo>
                      <a:pt x="27954" y="6968"/>
                    </a:lnTo>
                    <a:lnTo>
                      <a:pt x="28121" y="6905"/>
                    </a:lnTo>
                    <a:lnTo>
                      <a:pt x="28121" y="6842"/>
                    </a:lnTo>
                    <a:lnTo>
                      <a:pt x="28247" y="6780"/>
                    </a:lnTo>
                    <a:lnTo>
                      <a:pt x="28352" y="6780"/>
                    </a:lnTo>
                    <a:lnTo>
                      <a:pt x="28435" y="6738"/>
                    </a:lnTo>
                    <a:lnTo>
                      <a:pt x="28477" y="6780"/>
                    </a:lnTo>
                    <a:lnTo>
                      <a:pt x="28498" y="6759"/>
                    </a:lnTo>
                    <a:lnTo>
                      <a:pt x="28498" y="6759"/>
                    </a:lnTo>
                    <a:cubicBezTo>
                      <a:pt x="28477" y="6863"/>
                      <a:pt x="28456" y="6989"/>
                      <a:pt x="28456" y="7094"/>
                    </a:cubicBezTo>
                    <a:lnTo>
                      <a:pt x="28435" y="7114"/>
                    </a:lnTo>
                    <a:lnTo>
                      <a:pt x="28456" y="7156"/>
                    </a:lnTo>
                    <a:lnTo>
                      <a:pt x="28456" y="7219"/>
                    </a:lnTo>
                    <a:cubicBezTo>
                      <a:pt x="28456" y="7283"/>
                      <a:pt x="28503" y="7308"/>
                      <a:pt x="28554" y="7308"/>
                    </a:cubicBezTo>
                    <a:cubicBezTo>
                      <a:pt x="28586" y="7308"/>
                      <a:pt x="28620" y="7298"/>
                      <a:pt x="28644" y="7282"/>
                    </a:cubicBezTo>
                    <a:lnTo>
                      <a:pt x="28707" y="7282"/>
                    </a:lnTo>
                    <a:lnTo>
                      <a:pt x="28707" y="7324"/>
                    </a:lnTo>
                    <a:lnTo>
                      <a:pt x="28582" y="7533"/>
                    </a:lnTo>
                    <a:lnTo>
                      <a:pt x="28561" y="7617"/>
                    </a:lnTo>
                    <a:lnTo>
                      <a:pt x="28456" y="7679"/>
                    </a:lnTo>
                    <a:lnTo>
                      <a:pt x="28477" y="7596"/>
                    </a:lnTo>
                    <a:lnTo>
                      <a:pt x="28435" y="7533"/>
                    </a:lnTo>
                    <a:lnTo>
                      <a:pt x="28477" y="7407"/>
                    </a:lnTo>
                    <a:lnTo>
                      <a:pt x="28393" y="7324"/>
                    </a:lnTo>
                    <a:lnTo>
                      <a:pt x="28268" y="7387"/>
                    </a:lnTo>
                    <a:lnTo>
                      <a:pt x="28184" y="7512"/>
                    </a:lnTo>
                    <a:lnTo>
                      <a:pt x="28121" y="7512"/>
                    </a:lnTo>
                    <a:lnTo>
                      <a:pt x="28038" y="7679"/>
                    </a:lnTo>
                    <a:lnTo>
                      <a:pt x="27954" y="7700"/>
                    </a:lnTo>
                    <a:lnTo>
                      <a:pt x="27870" y="7910"/>
                    </a:lnTo>
                    <a:lnTo>
                      <a:pt x="27724" y="8056"/>
                    </a:lnTo>
                    <a:lnTo>
                      <a:pt x="27703" y="8203"/>
                    </a:lnTo>
                    <a:lnTo>
                      <a:pt x="27745" y="8328"/>
                    </a:lnTo>
                    <a:lnTo>
                      <a:pt x="27745" y="8412"/>
                    </a:lnTo>
                    <a:lnTo>
                      <a:pt x="27808" y="8433"/>
                    </a:lnTo>
                    <a:lnTo>
                      <a:pt x="27870" y="8370"/>
                    </a:lnTo>
                    <a:lnTo>
                      <a:pt x="27933" y="8370"/>
                    </a:lnTo>
                    <a:lnTo>
                      <a:pt x="27933" y="8454"/>
                    </a:lnTo>
                    <a:lnTo>
                      <a:pt x="27828" y="8537"/>
                    </a:lnTo>
                    <a:lnTo>
                      <a:pt x="27828" y="8579"/>
                    </a:lnTo>
                    <a:lnTo>
                      <a:pt x="27724" y="8579"/>
                    </a:lnTo>
                    <a:lnTo>
                      <a:pt x="27619" y="8642"/>
                    </a:lnTo>
                    <a:lnTo>
                      <a:pt x="27431" y="8830"/>
                    </a:lnTo>
                    <a:lnTo>
                      <a:pt x="27347" y="8935"/>
                    </a:lnTo>
                    <a:lnTo>
                      <a:pt x="27326" y="9207"/>
                    </a:lnTo>
                    <a:lnTo>
                      <a:pt x="27389" y="9311"/>
                    </a:lnTo>
                    <a:lnTo>
                      <a:pt x="27389" y="9395"/>
                    </a:lnTo>
                    <a:lnTo>
                      <a:pt x="27326" y="9500"/>
                    </a:lnTo>
                    <a:lnTo>
                      <a:pt x="27347" y="9563"/>
                    </a:lnTo>
                    <a:lnTo>
                      <a:pt x="27389" y="9625"/>
                    </a:lnTo>
                    <a:lnTo>
                      <a:pt x="27452" y="9625"/>
                    </a:lnTo>
                    <a:lnTo>
                      <a:pt x="27515" y="9667"/>
                    </a:lnTo>
                    <a:lnTo>
                      <a:pt x="27536" y="9793"/>
                    </a:lnTo>
                    <a:lnTo>
                      <a:pt x="27640" y="9835"/>
                    </a:lnTo>
                    <a:lnTo>
                      <a:pt x="27703" y="9939"/>
                    </a:lnTo>
                    <a:lnTo>
                      <a:pt x="27745" y="9939"/>
                    </a:lnTo>
                    <a:lnTo>
                      <a:pt x="27828" y="9814"/>
                    </a:lnTo>
                    <a:lnTo>
                      <a:pt x="27808" y="9939"/>
                    </a:lnTo>
                    <a:lnTo>
                      <a:pt x="27849" y="10107"/>
                    </a:lnTo>
                    <a:lnTo>
                      <a:pt x="28017" y="10127"/>
                    </a:lnTo>
                    <a:lnTo>
                      <a:pt x="28080" y="10190"/>
                    </a:lnTo>
                    <a:lnTo>
                      <a:pt x="28184" y="10190"/>
                    </a:lnTo>
                    <a:lnTo>
                      <a:pt x="28331" y="10211"/>
                    </a:lnTo>
                    <a:lnTo>
                      <a:pt x="28331" y="10295"/>
                    </a:lnTo>
                    <a:lnTo>
                      <a:pt x="28226" y="10504"/>
                    </a:lnTo>
                    <a:lnTo>
                      <a:pt x="28121" y="10546"/>
                    </a:lnTo>
                    <a:lnTo>
                      <a:pt x="28080" y="10525"/>
                    </a:lnTo>
                    <a:lnTo>
                      <a:pt x="28121" y="10420"/>
                    </a:lnTo>
                    <a:lnTo>
                      <a:pt x="28226" y="10379"/>
                    </a:lnTo>
                    <a:lnTo>
                      <a:pt x="28080" y="10337"/>
                    </a:lnTo>
                    <a:lnTo>
                      <a:pt x="27954" y="10379"/>
                    </a:lnTo>
                    <a:lnTo>
                      <a:pt x="27849" y="10504"/>
                    </a:lnTo>
                    <a:lnTo>
                      <a:pt x="27912" y="10546"/>
                    </a:lnTo>
                    <a:lnTo>
                      <a:pt x="27912" y="10630"/>
                    </a:lnTo>
                    <a:lnTo>
                      <a:pt x="27745" y="10713"/>
                    </a:lnTo>
                    <a:lnTo>
                      <a:pt x="27661" y="10797"/>
                    </a:lnTo>
                    <a:lnTo>
                      <a:pt x="27598" y="10797"/>
                    </a:lnTo>
                    <a:lnTo>
                      <a:pt x="27515" y="10944"/>
                    </a:lnTo>
                    <a:lnTo>
                      <a:pt x="27536" y="11006"/>
                    </a:lnTo>
                    <a:lnTo>
                      <a:pt x="27619" y="11006"/>
                    </a:lnTo>
                    <a:lnTo>
                      <a:pt x="27661" y="11048"/>
                    </a:lnTo>
                    <a:lnTo>
                      <a:pt x="27766" y="11027"/>
                    </a:lnTo>
                    <a:lnTo>
                      <a:pt x="27828" y="10923"/>
                    </a:lnTo>
                    <a:lnTo>
                      <a:pt x="27808" y="10860"/>
                    </a:lnTo>
                    <a:lnTo>
                      <a:pt x="27870" y="10839"/>
                    </a:lnTo>
                    <a:lnTo>
                      <a:pt x="27954" y="10797"/>
                    </a:lnTo>
                    <a:lnTo>
                      <a:pt x="28017" y="10839"/>
                    </a:lnTo>
                    <a:lnTo>
                      <a:pt x="27975" y="10944"/>
                    </a:lnTo>
                    <a:lnTo>
                      <a:pt x="27912" y="11069"/>
                    </a:lnTo>
                    <a:lnTo>
                      <a:pt x="27870" y="11236"/>
                    </a:lnTo>
                    <a:lnTo>
                      <a:pt x="27870" y="11320"/>
                    </a:lnTo>
                    <a:lnTo>
                      <a:pt x="27808" y="11383"/>
                    </a:lnTo>
                    <a:lnTo>
                      <a:pt x="27640" y="11425"/>
                    </a:lnTo>
                    <a:lnTo>
                      <a:pt x="27536" y="11529"/>
                    </a:lnTo>
                    <a:lnTo>
                      <a:pt x="27452" y="11550"/>
                    </a:lnTo>
                    <a:lnTo>
                      <a:pt x="27452" y="11592"/>
                    </a:lnTo>
                    <a:lnTo>
                      <a:pt x="27410" y="11697"/>
                    </a:lnTo>
                    <a:lnTo>
                      <a:pt x="27138" y="11801"/>
                    </a:lnTo>
                    <a:lnTo>
                      <a:pt x="27075" y="11906"/>
                    </a:lnTo>
                    <a:lnTo>
                      <a:pt x="26971" y="11948"/>
                    </a:lnTo>
                    <a:lnTo>
                      <a:pt x="26929" y="11885"/>
                    </a:lnTo>
                    <a:lnTo>
                      <a:pt x="26887" y="11885"/>
                    </a:lnTo>
                    <a:lnTo>
                      <a:pt x="26866" y="11843"/>
                    </a:lnTo>
                    <a:lnTo>
                      <a:pt x="26803" y="11906"/>
                    </a:lnTo>
                    <a:lnTo>
                      <a:pt x="26720" y="11948"/>
                    </a:lnTo>
                    <a:lnTo>
                      <a:pt x="26720" y="11948"/>
                    </a:lnTo>
                    <a:lnTo>
                      <a:pt x="26761" y="11885"/>
                    </a:lnTo>
                    <a:lnTo>
                      <a:pt x="26720" y="11843"/>
                    </a:lnTo>
                    <a:lnTo>
                      <a:pt x="26615" y="11948"/>
                    </a:lnTo>
                    <a:lnTo>
                      <a:pt x="26573" y="12094"/>
                    </a:lnTo>
                    <a:lnTo>
                      <a:pt x="26468" y="12262"/>
                    </a:lnTo>
                    <a:lnTo>
                      <a:pt x="26448" y="12304"/>
                    </a:lnTo>
                    <a:lnTo>
                      <a:pt x="26489" y="12387"/>
                    </a:lnTo>
                    <a:lnTo>
                      <a:pt x="26489" y="12471"/>
                    </a:lnTo>
                    <a:lnTo>
                      <a:pt x="26406" y="12617"/>
                    </a:lnTo>
                    <a:lnTo>
                      <a:pt x="26406" y="12701"/>
                    </a:lnTo>
                    <a:lnTo>
                      <a:pt x="26468" y="12785"/>
                    </a:lnTo>
                    <a:lnTo>
                      <a:pt x="26385" y="12827"/>
                    </a:lnTo>
                    <a:lnTo>
                      <a:pt x="26343" y="12952"/>
                    </a:lnTo>
                    <a:lnTo>
                      <a:pt x="26364" y="12952"/>
                    </a:lnTo>
                    <a:lnTo>
                      <a:pt x="26448" y="12931"/>
                    </a:lnTo>
                    <a:lnTo>
                      <a:pt x="26489" y="12848"/>
                    </a:lnTo>
                    <a:lnTo>
                      <a:pt x="26594" y="12889"/>
                    </a:lnTo>
                    <a:lnTo>
                      <a:pt x="26699" y="12806"/>
                    </a:lnTo>
                    <a:lnTo>
                      <a:pt x="26615" y="12910"/>
                    </a:lnTo>
                    <a:lnTo>
                      <a:pt x="26510" y="12910"/>
                    </a:lnTo>
                    <a:lnTo>
                      <a:pt x="26406" y="13015"/>
                    </a:lnTo>
                    <a:lnTo>
                      <a:pt x="26259" y="13057"/>
                    </a:lnTo>
                    <a:lnTo>
                      <a:pt x="26259" y="13203"/>
                    </a:lnTo>
                    <a:lnTo>
                      <a:pt x="26176" y="13266"/>
                    </a:lnTo>
                    <a:lnTo>
                      <a:pt x="26071" y="13203"/>
                    </a:lnTo>
                    <a:lnTo>
                      <a:pt x="25945" y="13203"/>
                    </a:lnTo>
                    <a:lnTo>
                      <a:pt x="25862" y="13120"/>
                    </a:lnTo>
                    <a:lnTo>
                      <a:pt x="25778" y="13161"/>
                    </a:lnTo>
                    <a:lnTo>
                      <a:pt x="25820" y="13350"/>
                    </a:lnTo>
                    <a:lnTo>
                      <a:pt x="25631" y="13245"/>
                    </a:lnTo>
                    <a:lnTo>
                      <a:pt x="25694" y="12994"/>
                    </a:lnTo>
                    <a:lnTo>
                      <a:pt x="25631" y="12827"/>
                    </a:lnTo>
                    <a:lnTo>
                      <a:pt x="25548" y="12722"/>
                    </a:lnTo>
                    <a:lnTo>
                      <a:pt x="25590" y="12555"/>
                    </a:lnTo>
                    <a:lnTo>
                      <a:pt x="25631" y="12555"/>
                    </a:lnTo>
                    <a:lnTo>
                      <a:pt x="25673" y="12722"/>
                    </a:lnTo>
                    <a:lnTo>
                      <a:pt x="25820" y="12638"/>
                    </a:lnTo>
                    <a:lnTo>
                      <a:pt x="25862" y="12743"/>
                    </a:lnTo>
                    <a:lnTo>
                      <a:pt x="25987" y="12806"/>
                    </a:lnTo>
                    <a:lnTo>
                      <a:pt x="26071" y="12722"/>
                    </a:lnTo>
                    <a:lnTo>
                      <a:pt x="26071" y="12638"/>
                    </a:lnTo>
                    <a:lnTo>
                      <a:pt x="26134" y="12492"/>
                    </a:lnTo>
                    <a:lnTo>
                      <a:pt x="26029" y="12513"/>
                    </a:lnTo>
                    <a:lnTo>
                      <a:pt x="25945" y="12492"/>
                    </a:lnTo>
                    <a:lnTo>
                      <a:pt x="26029" y="12429"/>
                    </a:lnTo>
                    <a:lnTo>
                      <a:pt x="26092" y="12304"/>
                    </a:lnTo>
                    <a:lnTo>
                      <a:pt x="26029" y="12304"/>
                    </a:lnTo>
                    <a:lnTo>
                      <a:pt x="25945" y="12387"/>
                    </a:lnTo>
                    <a:lnTo>
                      <a:pt x="25778" y="12429"/>
                    </a:lnTo>
                    <a:lnTo>
                      <a:pt x="25778" y="12345"/>
                    </a:lnTo>
                    <a:lnTo>
                      <a:pt x="25924" y="12283"/>
                    </a:lnTo>
                    <a:lnTo>
                      <a:pt x="25924" y="12178"/>
                    </a:lnTo>
                    <a:lnTo>
                      <a:pt x="25841" y="12178"/>
                    </a:lnTo>
                    <a:lnTo>
                      <a:pt x="25736" y="12220"/>
                    </a:lnTo>
                    <a:lnTo>
                      <a:pt x="25736" y="12136"/>
                    </a:lnTo>
                    <a:lnTo>
                      <a:pt x="25778" y="11969"/>
                    </a:lnTo>
                    <a:lnTo>
                      <a:pt x="25862" y="11864"/>
                    </a:lnTo>
                    <a:lnTo>
                      <a:pt x="25883" y="11969"/>
                    </a:lnTo>
                    <a:lnTo>
                      <a:pt x="25945" y="11906"/>
                    </a:lnTo>
                    <a:lnTo>
                      <a:pt x="25945" y="11822"/>
                    </a:lnTo>
                    <a:lnTo>
                      <a:pt x="26092" y="11676"/>
                    </a:lnTo>
                    <a:lnTo>
                      <a:pt x="26092" y="11592"/>
                    </a:lnTo>
                    <a:lnTo>
                      <a:pt x="26280" y="11488"/>
                    </a:lnTo>
                    <a:lnTo>
                      <a:pt x="26280" y="11362"/>
                    </a:lnTo>
                    <a:lnTo>
                      <a:pt x="26364" y="11299"/>
                    </a:lnTo>
                    <a:lnTo>
                      <a:pt x="26448" y="11278"/>
                    </a:lnTo>
                    <a:lnTo>
                      <a:pt x="26448" y="11236"/>
                    </a:lnTo>
                    <a:lnTo>
                      <a:pt x="26343" y="11236"/>
                    </a:lnTo>
                    <a:lnTo>
                      <a:pt x="26196" y="11257"/>
                    </a:lnTo>
                    <a:lnTo>
                      <a:pt x="26155" y="11425"/>
                    </a:lnTo>
                    <a:lnTo>
                      <a:pt x="26029" y="11488"/>
                    </a:lnTo>
                    <a:lnTo>
                      <a:pt x="25945" y="11467"/>
                    </a:lnTo>
                    <a:lnTo>
                      <a:pt x="25966" y="11425"/>
                    </a:lnTo>
                    <a:lnTo>
                      <a:pt x="26113" y="11362"/>
                    </a:lnTo>
                    <a:lnTo>
                      <a:pt x="26134" y="11257"/>
                    </a:lnTo>
                    <a:lnTo>
                      <a:pt x="26050" y="11216"/>
                    </a:lnTo>
                    <a:lnTo>
                      <a:pt x="25966" y="11236"/>
                    </a:lnTo>
                    <a:lnTo>
                      <a:pt x="25883" y="11153"/>
                    </a:lnTo>
                    <a:lnTo>
                      <a:pt x="25924" y="11069"/>
                    </a:lnTo>
                    <a:lnTo>
                      <a:pt x="25945" y="10944"/>
                    </a:lnTo>
                    <a:lnTo>
                      <a:pt x="25862" y="10860"/>
                    </a:lnTo>
                    <a:lnTo>
                      <a:pt x="25820" y="10902"/>
                    </a:lnTo>
                    <a:lnTo>
                      <a:pt x="25778" y="10964"/>
                    </a:lnTo>
                    <a:lnTo>
                      <a:pt x="25778" y="10902"/>
                    </a:lnTo>
                    <a:lnTo>
                      <a:pt x="25820" y="10818"/>
                    </a:lnTo>
                    <a:lnTo>
                      <a:pt x="25757" y="10713"/>
                    </a:lnTo>
                    <a:lnTo>
                      <a:pt x="25652" y="10713"/>
                    </a:lnTo>
                    <a:lnTo>
                      <a:pt x="25631" y="10902"/>
                    </a:lnTo>
                    <a:lnTo>
                      <a:pt x="25527" y="10964"/>
                    </a:lnTo>
                    <a:lnTo>
                      <a:pt x="25506" y="11027"/>
                    </a:lnTo>
                    <a:lnTo>
                      <a:pt x="25443" y="10985"/>
                    </a:lnTo>
                    <a:lnTo>
                      <a:pt x="25443" y="10923"/>
                    </a:lnTo>
                    <a:lnTo>
                      <a:pt x="25401" y="10839"/>
                    </a:lnTo>
                    <a:lnTo>
                      <a:pt x="25318" y="10839"/>
                    </a:lnTo>
                    <a:lnTo>
                      <a:pt x="25297" y="10923"/>
                    </a:lnTo>
                    <a:lnTo>
                      <a:pt x="25318" y="10964"/>
                    </a:lnTo>
                    <a:lnTo>
                      <a:pt x="25297" y="11027"/>
                    </a:lnTo>
                    <a:lnTo>
                      <a:pt x="25339" y="11132"/>
                    </a:lnTo>
                    <a:lnTo>
                      <a:pt x="25339" y="11195"/>
                    </a:lnTo>
                    <a:lnTo>
                      <a:pt x="25297" y="11257"/>
                    </a:lnTo>
                    <a:lnTo>
                      <a:pt x="25234" y="11195"/>
                    </a:lnTo>
                    <a:lnTo>
                      <a:pt x="25234" y="11132"/>
                    </a:lnTo>
                    <a:lnTo>
                      <a:pt x="25192" y="11132"/>
                    </a:lnTo>
                    <a:lnTo>
                      <a:pt x="25171" y="11195"/>
                    </a:lnTo>
                    <a:lnTo>
                      <a:pt x="25213" y="11446"/>
                    </a:lnTo>
                    <a:lnTo>
                      <a:pt x="25234" y="11592"/>
                    </a:lnTo>
                    <a:lnTo>
                      <a:pt x="25401" y="11676"/>
                    </a:lnTo>
                    <a:lnTo>
                      <a:pt x="25443" y="11760"/>
                    </a:lnTo>
                    <a:lnTo>
                      <a:pt x="25443" y="11990"/>
                    </a:lnTo>
                    <a:lnTo>
                      <a:pt x="25422" y="11864"/>
                    </a:lnTo>
                    <a:lnTo>
                      <a:pt x="25339" y="11801"/>
                    </a:lnTo>
                    <a:lnTo>
                      <a:pt x="25192" y="11613"/>
                    </a:lnTo>
                    <a:lnTo>
                      <a:pt x="25171" y="11467"/>
                    </a:lnTo>
                    <a:lnTo>
                      <a:pt x="25108" y="11278"/>
                    </a:lnTo>
                    <a:lnTo>
                      <a:pt x="25025" y="11278"/>
                    </a:lnTo>
                    <a:lnTo>
                      <a:pt x="24983" y="11341"/>
                    </a:lnTo>
                    <a:lnTo>
                      <a:pt x="25004" y="11488"/>
                    </a:lnTo>
                    <a:lnTo>
                      <a:pt x="25087" y="11592"/>
                    </a:lnTo>
                    <a:lnTo>
                      <a:pt x="25108" y="11718"/>
                    </a:lnTo>
                    <a:lnTo>
                      <a:pt x="25067" y="11760"/>
                    </a:lnTo>
                    <a:lnTo>
                      <a:pt x="24983" y="11655"/>
                    </a:lnTo>
                    <a:lnTo>
                      <a:pt x="24774" y="11697"/>
                    </a:lnTo>
                    <a:lnTo>
                      <a:pt x="24711" y="11760"/>
                    </a:lnTo>
                    <a:lnTo>
                      <a:pt x="24648" y="11676"/>
                    </a:lnTo>
                    <a:lnTo>
                      <a:pt x="24564" y="11655"/>
                    </a:lnTo>
                    <a:lnTo>
                      <a:pt x="24376" y="11488"/>
                    </a:lnTo>
                    <a:lnTo>
                      <a:pt x="24146" y="11488"/>
                    </a:lnTo>
                    <a:lnTo>
                      <a:pt x="24125" y="11404"/>
                    </a:lnTo>
                    <a:lnTo>
                      <a:pt x="24083" y="11404"/>
                    </a:lnTo>
                    <a:lnTo>
                      <a:pt x="23937" y="11488"/>
                    </a:lnTo>
                    <a:lnTo>
                      <a:pt x="23874" y="11571"/>
                    </a:lnTo>
                    <a:lnTo>
                      <a:pt x="23707" y="11571"/>
                    </a:lnTo>
                    <a:lnTo>
                      <a:pt x="23560" y="11655"/>
                    </a:lnTo>
                    <a:lnTo>
                      <a:pt x="23435" y="11550"/>
                    </a:lnTo>
                    <a:lnTo>
                      <a:pt x="23414" y="11550"/>
                    </a:lnTo>
                    <a:lnTo>
                      <a:pt x="23393" y="11446"/>
                    </a:lnTo>
                    <a:lnTo>
                      <a:pt x="23330" y="11404"/>
                    </a:lnTo>
                    <a:lnTo>
                      <a:pt x="23204" y="11488"/>
                    </a:lnTo>
                    <a:lnTo>
                      <a:pt x="23204" y="11404"/>
                    </a:lnTo>
                    <a:lnTo>
                      <a:pt x="23037" y="11257"/>
                    </a:lnTo>
                    <a:lnTo>
                      <a:pt x="23016" y="11174"/>
                    </a:lnTo>
                    <a:lnTo>
                      <a:pt x="22974" y="11153"/>
                    </a:lnTo>
                    <a:lnTo>
                      <a:pt x="22974" y="11069"/>
                    </a:lnTo>
                    <a:lnTo>
                      <a:pt x="22995" y="11027"/>
                    </a:lnTo>
                    <a:lnTo>
                      <a:pt x="22932" y="10944"/>
                    </a:lnTo>
                    <a:lnTo>
                      <a:pt x="22890" y="10964"/>
                    </a:lnTo>
                    <a:lnTo>
                      <a:pt x="22870" y="10944"/>
                    </a:lnTo>
                    <a:lnTo>
                      <a:pt x="22870" y="10860"/>
                    </a:lnTo>
                    <a:lnTo>
                      <a:pt x="22807" y="10839"/>
                    </a:lnTo>
                    <a:lnTo>
                      <a:pt x="22702" y="10881"/>
                    </a:lnTo>
                    <a:lnTo>
                      <a:pt x="22577" y="10881"/>
                    </a:lnTo>
                    <a:lnTo>
                      <a:pt x="22493" y="10818"/>
                    </a:lnTo>
                    <a:lnTo>
                      <a:pt x="22451" y="10818"/>
                    </a:lnTo>
                    <a:lnTo>
                      <a:pt x="22409" y="10755"/>
                    </a:lnTo>
                    <a:lnTo>
                      <a:pt x="22305" y="10713"/>
                    </a:lnTo>
                    <a:lnTo>
                      <a:pt x="22200" y="10713"/>
                    </a:lnTo>
                    <a:lnTo>
                      <a:pt x="22263" y="10630"/>
                    </a:lnTo>
                    <a:lnTo>
                      <a:pt x="22263" y="10546"/>
                    </a:lnTo>
                    <a:lnTo>
                      <a:pt x="22346" y="10462"/>
                    </a:lnTo>
                    <a:lnTo>
                      <a:pt x="22346" y="10420"/>
                    </a:lnTo>
                    <a:lnTo>
                      <a:pt x="22263" y="10400"/>
                    </a:lnTo>
                    <a:lnTo>
                      <a:pt x="22179" y="10400"/>
                    </a:lnTo>
                    <a:lnTo>
                      <a:pt x="22158" y="10148"/>
                    </a:lnTo>
                    <a:lnTo>
                      <a:pt x="22095" y="10127"/>
                    </a:lnTo>
                    <a:lnTo>
                      <a:pt x="22095" y="10086"/>
                    </a:lnTo>
                    <a:lnTo>
                      <a:pt x="22179" y="10023"/>
                    </a:lnTo>
                    <a:lnTo>
                      <a:pt x="22200" y="9981"/>
                    </a:lnTo>
                    <a:lnTo>
                      <a:pt x="22158" y="9939"/>
                    </a:lnTo>
                    <a:lnTo>
                      <a:pt x="22179" y="9876"/>
                    </a:lnTo>
                    <a:lnTo>
                      <a:pt x="22179" y="9772"/>
                    </a:lnTo>
                    <a:cubicBezTo>
                      <a:pt x="22284" y="9709"/>
                      <a:pt x="22388" y="9688"/>
                      <a:pt x="22493" y="9604"/>
                    </a:cubicBezTo>
                    <a:lnTo>
                      <a:pt x="22514" y="9625"/>
                    </a:lnTo>
                    <a:lnTo>
                      <a:pt x="22598" y="9604"/>
                    </a:lnTo>
                    <a:lnTo>
                      <a:pt x="22681" y="9500"/>
                    </a:lnTo>
                    <a:lnTo>
                      <a:pt x="22702" y="9500"/>
                    </a:lnTo>
                    <a:lnTo>
                      <a:pt x="22702" y="9604"/>
                    </a:lnTo>
                    <a:lnTo>
                      <a:pt x="22765" y="9709"/>
                    </a:lnTo>
                    <a:lnTo>
                      <a:pt x="22828" y="9730"/>
                    </a:lnTo>
                    <a:lnTo>
                      <a:pt x="22911" y="9688"/>
                    </a:lnTo>
                    <a:lnTo>
                      <a:pt x="22995" y="9709"/>
                    </a:lnTo>
                    <a:lnTo>
                      <a:pt x="23037" y="9793"/>
                    </a:lnTo>
                    <a:lnTo>
                      <a:pt x="23121" y="9793"/>
                    </a:lnTo>
                    <a:lnTo>
                      <a:pt x="23183" y="9835"/>
                    </a:lnTo>
                    <a:lnTo>
                      <a:pt x="23225" y="9835"/>
                    </a:lnTo>
                    <a:lnTo>
                      <a:pt x="23225" y="9730"/>
                    </a:lnTo>
                    <a:lnTo>
                      <a:pt x="23288" y="9730"/>
                    </a:lnTo>
                    <a:lnTo>
                      <a:pt x="23351" y="9709"/>
                    </a:lnTo>
                    <a:lnTo>
                      <a:pt x="23414" y="9730"/>
                    </a:lnTo>
                    <a:lnTo>
                      <a:pt x="23414" y="9814"/>
                    </a:lnTo>
                    <a:lnTo>
                      <a:pt x="23455" y="9835"/>
                    </a:lnTo>
                    <a:lnTo>
                      <a:pt x="23539" y="9814"/>
                    </a:lnTo>
                    <a:lnTo>
                      <a:pt x="23602" y="9730"/>
                    </a:lnTo>
                    <a:lnTo>
                      <a:pt x="23644" y="9772"/>
                    </a:lnTo>
                    <a:lnTo>
                      <a:pt x="23665" y="9835"/>
                    </a:lnTo>
                    <a:lnTo>
                      <a:pt x="23727" y="9835"/>
                    </a:lnTo>
                    <a:lnTo>
                      <a:pt x="23748" y="9793"/>
                    </a:lnTo>
                    <a:lnTo>
                      <a:pt x="23769" y="9793"/>
                    </a:lnTo>
                    <a:lnTo>
                      <a:pt x="23832" y="9709"/>
                    </a:lnTo>
                    <a:lnTo>
                      <a:pt x="23916" y="9709"/>
                    </a:lnTo>
                    <a:lnTo>
                      <a:pt x="23937" y="9772"/>
                    </a:lnTo>
                    <a:lnTo>
                      <a:pt x="23979" y="9793"/>
                    </a:lnTo>
                    <a:lnTo>
                      <a:pt x="24041" y="9772"/>
                    </a:lnTo>
                    <a:lnTo>
                      <a:pt x="24041" y="9709"/>
                    </a:lnTo>
                    <a:lnTo>
                      <a:pt x="24020" y="9667"/>
                    </a:lnTo>
                    <a:lnTo>
                      <a:pt x="24083" y="9583"/>
                    </a:lnTo>
                    <a:lnTo>
                      <a:pt x="24083" y="9521"/>
                    </a:lnTo>
                    <a:lnTo>
                      <a:pt x="24146" y="9458"/>
                    </a:lnTo>
                    <a:lnTo>
                      <a:pt x="24146" y="9374"/>
                    </a:lnTo>
                    <a:lnTo>
                      <a:pt x="24062" y="9374"/>
                    </a:lnTo>
                    <a:lnTo>
                      <a:pt x="24041" y="9291"/>
                    </a:lnTo>
                    <a:lnTo>
                      <a:pt x="24062" y="9186"/>
                    </a:lnTo>
                    <a:lnTo>
                      <a:pt x="24146" y="9165"/>
                    </a:lnTo>
                    <a:lnTo>
                      <a:pt x="24146" y="9060"/>
                    </a:lnTo>
                    <a:lnTo>
                      <a:pt x="24041" y="8998"/>
                    </a:lnTo>
                    <a:lnTo>
                      <a:pt x="23958" y="9039"/>
                    </a:lnTo>
                    <a:lnTo>
                      <a:pt x="23958" y="9102"/>
                    </a:lnTo>
                    <a:lnTo>
                      <a:pt x="23916" y="9165"/>
                    </a:lnTo>
                    <a:lnTo>
                      <a:pt x="23832" y="9102"/>
                    </a:lnTo>
                    <a:lnTo>
                      <a:pt x="23707" y="9102"/>
                    </a:lnTo>
                    <a:lnTo>
                      <a:pt x="23560" y="9249"/>
                    </a:lnTo>
                    <a:lnTo>
                      <a:pt x="23455" y="9311"/>
                    </a:lnTo>
                    <a:lnTo>
                      <a:pt x="23455" y="9270"/>
                    </a:lnTo>
                    <a:lnTo>
                      <a:pt x="23602" y="9186"/>
                    </a:lnTo>
                    <a:lnTo>
                      <a:pt x="23644" y="9102"/>
                    </a:lnTo>
                    <a:lnTo>
                      <a:pt x="23644" y="8977"/>
                    </a:lnTo>
                    <a:lnTo>
                      <a:pt x="23602" y="9060"/>
                    </a:lnTo>
                    <a:lnTo>
                      <a:pt x="23539" y="9039"/>
                    </a:lnTo>
                    <a:lnTo>
                      <a:pt x="23539" y="8935"/>
                    </a:lnTo>
                    <a:lnTo>
                      <a:pt x="23644" y="8851"/>
                    </a:lnTo>
                    <a:lnTo>
                      <a:pt x="23560" y="8726"/>
                    </a:lnTo>
                    <a:lnTo>
                      <a:pt x="23644" y="8642"/>
                    </a:lnTo>
                    <a:lnTo>
                      <a:pt x="23727" y="8642"/>
                    </a:lnTo>
                    <a:lnTo>
                      <a:pt x="23707" y="8684"/>
                    </a:lnTo>
                    <a:lnTo>
                      <a:pt x="23748" y="8851"/>
                    </a:lnTo>
                    <a:lnTo>
                      <a:pt x="23832" y="8935"/>
                    </a:lnTo>
                    <a:lnTo>
                      <a:pt x="23874" y="8893"/>
                    </a:lnTo>
                    <a:lnTo>
                      <a:pt x="23979" y="8893"/>
                    </a:lnTo>
                    <a:lnTo>
                      <a:pt x="24041" y="8767"/>
                    </a:lnTo>
                    <a:lnTo>
                      <a:pt x="23979" y="8726"/>
                    </a:lnTo>
                    <a:lnTo>
                      <a:pt x="23979" y="8663"/>
                    </a:lnTo>
                    <a:lnTo>
                      <a:pt x="24062" y="8663"/>
                    </a:lnTo>
                    <a:lnTo>
                      <a:pt x="24083" y="8726"/>
                    </a:lnTo>
                    <a:lnTo>
                      <a:pt x="24146" y="8684"/>
                    </a:lnTo>
                    <a:lnTo>
                      <a:pt x="24251" y="8621"/>
                    </a:lnTo>
                    <a:lnTo>
                      <a:pt x="24271" y="8475"/>
                    </a:lnTo>
                    <a:lnTo>
                      <a:pt x="24292" y="8579"/>
                    </a:lnTo>
                    <a:lnTo>
                      <a:pt x="24355" y="8579"/>
                    </a:lnTo>
                    <a:lnTo>
                      <a:pt x="24460" y="8516"/>
                    </a:lnTo>
                    <a:lnTo>
                      <a:pt x="24376" y="8684"/>
                    </a:lnTo>
                    <a:lnTo>
                      <a:pt x="24376" y="8851"/>
                    </a:lnTo>
                    <a:lnTo>
                      <a:pt x="24439" y="8830"/>
                    </a:lnTo>
                    <a:lnTo>
                      <a:pt x="24481" y="8851"/>
                    </a:lnTo>
                    <a:lnTo>
                      <a:pt x="24439" y="8935"/>
                    </a:lnTo>
                    <a:lnTo>
                      <a:pt x="24502" y="8935"/>
                    </a:lnTo>
                    <a:lnTo>
                      <a:pt x="24564" y="8788"/>
                    </a:lnTo>
                    <a:lnTo>
                      <a:pt x="24606" y="8747"/>
                    </a:lnTo>
                    <a:lnTo>
                      <a:pt x="24690" y="8579"/>
                    </a:lnTo>
                    <a:lnTo>
                      <a:pt x="24774" y="8558"/>
                    </a:lnTo>
                    <a:lnTo>
                      <a:pt x="24753" y="8684"/>
                    </a:lnTo>
                    <a:lnTo>
                      <a:pt x="24648" y="8788"/>
                    </a:lnTo>
                    <a:lnTo>
                      <a:pt x="24669" y="8977"/>
                    </a:lnTo>
                    <a:lnTo>
                      <a:pt x="24753" y="8977"/>
                    </a:lnTo>
                    <a:lnTo>
                      <a:pt x="24815" y="9039"/>
                    </a:lnTo>
                    <a:lnTo>
                      <a:pt x="24878" y="8956"/>
                    </a:lnTo>
                    <a:lnTo>
                      <a:pt x="25004" y="8851"/>
                    </a:lnTo>
                    <a:lnTo>
                      <a:pt x="25067" y="8684"/>
                    </a:lnTo>
                    <a:lnTo>
                      <a:pt x="25108" y="8558"/>
                    </a:lnTo>
                    <a:lnTo>
                      <a:pt x="25087" y="8433"/>
                    </a:lnTo>
                    <a:lnTo>
                      <a:pt x="25129" y="8370"/>
                    </a:lnTo>
                    <a:lnTo>
                      <a:pt x="25108" y="8328"/>
                    </a:lnTo>
                    <a:lnTo>
                      <a:pt x="25025" y="8328"/>
                    </a:lnTo>
                    <a:lnTo>
                      <a:pt x="24983" y="8307"/>
                    </a:lnTo>
                    <a:lnTo>
                      <a:pt x="24899" y="8349"/>
                    </a:lnTo>
                    <a:lnTo>
                      <a:pt x="24899" y="8223"/>
                    </a:lnTo>
                    <a:lnTo>
                      <a:pt x="24941" y="8203"/>
                    </a:lnTo>
                    <a:lnTo>
                      <a:pt x="24920" y="8140"/>
                    </a:lnTo>
                    <a:lnTo>
                      <a:pt x="24815" y="8140"/>
                    </a:lnTo>
                    <a:lnTo>
                      <a:pt x="24795" y="8098"/>
                    </a:lnTo>
                    <a:lnTo>
                      <a:pt x="24690" y="8014"/>
                    </a:lnTo>
                    <a:lnTo>
                      <a:pt x="24690" y="7931"/>
                    </a:lnTo>
                    <a:lnTo>
                      <a:pt x="24606" y="7742"/>
                    </a:lnTo>
                    <a:lnTo>
                      <a:pt x="24585" y="7617"/>
                    </a:lnTo>
                    <a:lnTo>
                      <a:pt x="24627" y="7491"/>
                    </a:lnTo>
                    <a:lnTo>
                      <a:pt x="24585" y="7324"/>
                    </a:lnTo>
                    <a:lnTo>
                      <a:pt x="24502" y="7470"/>
                    </a:lnTo>
                    <a:lnTo>
                      <a:pt x="24502" y="7575"/>
                    </a:lnTo>
                    <a:lnTo>
                      <a:pt x="24418" y="7428"/>
                    </a:lnTo>
                    <a:lnTo>
                      <a:pt x="24292" y="7366"/>
                    </a:lnTo>
                    <a:lnTo>
                      <a:pt x="24271" y="7114"/>
                    </a:lnTo>
                    <a:lnTo>
                      <a:pt x="24188" y="7073"/>
                    </a:lnTo>
                    <a:lnTo>
                      <a:pt x="24167" y="6884"/>
                    </a:lnTo>
                    <a:lnTo>
                      <a:pt x="24083" y="6780"/>
                    </a:lnTo>
                    <a:lnTo>
                      <a:pt x="24083" y="6675"/>
                    </a:lnTo>
                    <a:lnTo>
                      <a:pt x="24041" y="6591"/>
                    </a:lnTo>
                    <a:lnTo>
                      <a:pt x="24041" y="6529"/>
                    </a:lnTo>
                    <a:lnTo>
                      <a:pt x="24146" y="6529"/>
                    </a:lnTo>
                    <a:lnTo>
                      <a:pt x="24167" y="6382"/>
                    </a:lnTo>
                    <a:lnTo>
                      <a:pt x="24251" y="6382"/>
                    </a:lnTo>
                    <a:lnTo>
                      <a:pt x="24271" y="6424"/>
                    </a:lnTo>
                    <a:lnTo>
                      <a:pt x="24355" y="6361"/>
                    </a:lnTo>
                    <a:lnTo>
                      <a:pt x="24355" y="6257"/>
                    </a:lnTo>
                    <a:lnTo>
                      <a:pt x="24460" y="6026"/>
                    </a:lnTo>
                    <a:lnTo>
                      <a:pt x="24460" y="5922"/>
                    </a:lnTo>
                    <a:lnTo>
                      <a:pt x="24481" y="5880"/>
                    </a:lnTo>
                    <a:lnTo>
                      <a:pt x="24397" y="5692"/>
                    </a:lnTo>
                    <a:lnTo>
                      <a:pt x="24460" y="5566"/>
                    </a:lnTo>
                    <a:lnTo>
                      <a:pt x="24523" y="5566"/>
                    </a:lnTo>
                    <a:lnTo>
                      <a:pt x="24523" y="5399"/>
                    </a:lnTo>
                    <a:lnTo>
                      <a:pt x="24627" y="5252"/>
                    </a:lnTo>
                    <a:lnTo>
                      <a:pt x="24627" y="5148"/>
                    </a:lnTo>
                    <a:lnTo>
                      <a:pt x="24690" y="5064"/>
                    </a:lnTo>
                    <a:lnTo>
                      <a:pt x="24690" y="4855"/>
                    </a:lnTo>
                    <a:lnTo>
                      <a:pt x="24774" y="4834"/>
                    </a:lnTo>
                    <a:lnTo>
                      <a:pt x="24774" y="4729"/>
                    </a:lnTo>
                    <a:lnTo>
                      <a:pt x="24899" y="4583"/>
                    </a:lnTo>
                    <a:lnTo>
                      <a:pt x="24899" y="4478"/>
                    </a:lnTo>
                    <a:cubicBezTo>
                      <a:pt x="24918" y="4516"/>
                      <a:pt x="24966" y="4536"/>
                      <a:pt x="25020" y="4536"/>
                    </a:cubicBezTo>
                    <a:cubicBezTo>
                      <a:pt x="25085" y="4536"/>
                      <a:pt x="25158" y="4505"/>
                      <a:pt x="25192" y="4436"/>
                    </a:cubicBezTo>
                    <a:lnTo>
                      <a:pt x="25255" y="4122"/>
                    </a:lnTo>
                    <a:lnTo>
                      <a:pt x="25359" y="4122"/>
                    </a:lnTo>
                    <a:lnTo>
                      <a:pt x="25506" y="3955"/>
                    </a:lnTo>
                    <a:lnTo>
                      <a:pt x="25652" y="3892"/>
                    </a:lnTo>
                    <a:lnTo>
                      <a:pt x="25820" y="3725"/>
                    </a:lnTo>
                    <a:lnTo>
                      <a:pt x="25862" y="3725"/>
                    </a:lnTo>
                    <a:lnTo>
                      <a:pt x="25987" y="3599"/>
                    </a:lnTo>
                    <a:lnTo>
                      <a:pt x="25987" y="3516"/>
                    </a:lnTo>
                    <a:lnTo>
                      <a:pt x="26050" y="3474"/>
                    </a:lnTo>
                    <a:lnTo>
                      <a:pt x="26050" y="3390"/>
                    </a:lnTo>
                    <a:lnTo>
                      <a:pt x="25966" y="3285"/>
                    </a:lnTo>
                    <a:lnTo>
                      <a:pt x="25987" y="3223"/>
                    </a:lnTo>
                    <a:lnTo>
                      <a:pt x="25987" y="3160"/>
                    </a:lnTo>
                    <a:lnTo>
                      <a:pt x="25883" y="2993"/>
                    </a:lnTo>
                    <a:lnTo>
                      <a:pt x="25820" y="2993"/>
                    </a:lnTo>
                    <a:lnTo>
                      <a:pt x="25736" y="3013"/>
                    </a:lnTo>
                    <a:lnTo>
                      <a:pt x="25631" y="2972"/>
                    </a:lnTo>
                    <a:lnTo>
                      <a:pt x="25548" y="2993"/>
                    </a:lnTo>
                    <a:lnTo>
                      <a:pt x="25443" y="2909"/>
                    </a:lnTo>
                    <a:lnTo>
                      <a:pt x="25359" y="2909"/>
                    </a:lnTo>
                    <a:lnTo>
                      <a:pt x="25297" y="2846"/>
                    </a:lnTo>
                    <a:lnTo>
                      <a:pt x="25129" y="2867"/>
                    </a:lnTo>
                    <a:lnTo>
                      <a:pt x="25025" y="2972"/>
                    </a:lnTo>
                    <a:lnTo>
                      <a:pt x="24941" y="2993"/>
                    </a:lnTo>
                    <a:lnTo>
                      <a:pt x="24774" y="3118"/>
                    </a:lnTo>
                    <a:lnTo>
                      <a:pt x="24774" y="3181"/>
                    </a:lnTo>
                    <a:lnTo>
                      <a:pt x="24878" y="3265"/>
                    </a:lnTo>
                    <a:lnTo>
                      <a:pt x="24941" y="3390"/>
                    </a:lnTo>
                    <a:lnTo>
                      <a:pt x="24941" y="3516"/>
                    </a:lnTo>
                    <a:lnTo>
                      <a:pt x="24983" y="3641"/>
                    </a:lnTo>
                    <a:lnTo>
                      <a:pt x="24941" y="3704"/>
                    </a:lnTo>
                    <a:lnTo>
                      <a:pt x="24941" y="3809"/>
                    </a:lnTo>
                    <a:lnTo>
                      <a:pt x="25025" y="3913"/>
                    </a:lnTo>
                    <a:lnTo>
                      <a:pt x="25025" y="3934"/>
                    </a:lnTo>
                    <a:lnTo>
                      <a:pt x="25004" y="3955"/>
                    </a:lnTo>
                    <a:cubicBezTo>
                      <a:pt x="24983" y="4018"/>
                      <a:pt x="24941" y="4081"/>
                      <a:pt x="24920" y="4143"/>
                    </a:cubicBezTo>
                    <a:lnTo>
                      <a:pt x="24899" y="4081"/>
                    </a:lnTo>
                    <a:lnTo>
                      <a:pt x="24920" y="4018"/>
                    </a:lnTo>
                    <a:lnTo>
                      <a:pt x="24920" y="3934"/>
                    </a:lnTo>
                    <a:lnTo>
                      <a:pt x="24815" y="3871"/>
                    </a:lnTo>
                    <a:lnTo>
                      <a:pt x="24774" y="3725"/>
                    </a:lnTo>
                    <a:lnTo>
                      <a:pt x="24795" y="3662"/>
                    </a:lnTo>
                    <a:lnTo>
                      <a:pt x="24711" y="3495"/>
                    </a:lnTo>
                    <a:lnTo>
                      <a:pt x="24606" y="3474"/>
                    </a:lnTo>
                    <a:lnTo>
                      <a:pt x="24564" y="3411"/>
                    </a:lnTo>
                    <a:lnTo>
                      <a:pt x="24502" y="3411"/>
                    </a:lnTo>
                    <a:lnTo>
                      <a:pt x="24481" y="3578"/>
                    </a:lnTo>
                    <a:lnTo>
                      <a:pt x="24418" y="3578"/>
                    </a:lnTo>
                    <a:lnTo>
                      <a:pt x="24292" y="3369"/>
                    </a:lnTo>
                    <a:lnTo>
                      <a:pt x="24209" y="3369"/>
                    </a:lnTo>
                    <a:lnTo>
                      <a:pt x="24146" y="3285"/>
                    </a:lnTo>
                    <a:lnTo>
                      <a:pt x="24062" y="3327"/>
                    </a:lnTo>
                    <a:lnTo>
                      <a:pt x="24083" y="3495"/>
                    </a:lnTo>
                    <a:lnTo>
                      <a:pt x="24041" y="3516"/>
                    </a:lnTo>
                    <a:lnTo>
                      <a:pt x="23958" y="3495"/>
                    </a:lnTo>
                    <a:lnTo>
                      <a:pt x="23895" y="3620"/>
                    </a:lnTo>
                    <a:lnTo>
                      <a:pt x="23895" y="3704"/>
                    </a:lnTo>
                    <a:lnTo>
                      <a:pt x="23832" y="3746"/>
                    </a:lnTo>
                    <a:lnTo>
                      <a:pt x="23748" y="4039"/>
                    </a:lnTo>
                    <a:lnTo>
                      <a:pt x="23748" y="4143"/>
                    </a:lnTo>
                    <a:lnTo>
                      <a:pt x="23686" y="4227"/>
                    </a:lnTo>
                    <a:lnTo>
                      <a:pt x="23686" y="4353"/>
                    </a:lnTo>
                    <a:lnTo>
                      <a:pt x="23665" y="4374"/>
                    </a:lnTo>
                    <a:lnTo>
                      <a:pt x="23665" y="4478"/>
                    </a:lnTo>
                    <a:lnTo>
                      <a:pt x="23581" y="4541"/>
                    </a:lnTo>
                    <a:lnTo>
                      <a:pt x="23581" y="4771"/>
                    </a:lnTo>
                    <a:lnTo>
                      <a:pt x="23518" y="4813"/>
                    </a:lnTo>
                    <a:lnTo>
                      <a:pt x="23455" y="4792"/>
                    </a:lnTo>
                    <a:lnTo>
                      <a:pt x="23372" y="4980"/>
                    </a:lnTo>
                    <a:lnTo>
                      <a:pt x="23414" y="5064"/>
                    </a:lnTo>
                    <a:lnTo>
                      <a:pt x="23372" y="5169"/>
                    </a:lnTo>
                    <a:lnTo>
                      <a:pt x="23372" y="5273"/>
                    </a:lnTo>
                    <a:lnTo>
                      <a:pt x="23309" y="5378"/>
                    </a:lnTo>
                    <a:lnTo>
                      <a:pt x="23351" y="5462"/>
                    </a:lnTo>
                    <a:lnTo>
                      <a:pt x="23330" y="5524"/>
                    </a:lnTo>
                    <a:lnTo>
                      <a:pt x="23204" y="5524"/>
                    </a:lnTo>
                    <a:lnTo>
                      <a:pt x="23246" y="5587"/>
                    </a:lnTo>
                    <a:lnTo>
                      <a:pt x="23351" y="5629"/>
                    </a:lnTo>
                    <a:lnTo>
                      <a:pt x="23351" y="5734"/>
                    </a:lnTo>
                    <a:lnTo>
                      <a:pt x="23267" y="5713"/>
                    </a:lnTo>
                    <a:lnTo>
                      <a:pt x="23204" y="5734"/>
                    </a:lnTo>
                    <a:lnTo>
                      <a:pt x="23121" y="5796"/>
                    </a:lnTo>
                    <a:lnTo>
                      <a:pt x="23037" y="5754"/>
                    </a:lnTo>
                    <a:lnTo>
                      <a:pt x="22995" y="5817"/>
                    </a:lnTo>
                    <a:lnTo>
                      <a:pt x="22995" y="5922"/>
                    </a:lnTo>
                    <a:lnTo>
                      <a:pt x="22932" y="5964"/>
                    </a:lnTo>
                    <a:lnTo>
                      <a:pt x="22849" y="5922"/>
                    </a:lnTo>
                    <a:lnTo>
                      <a:pt x="22849" y="5817"/>
                    </a:lnTo>
                    <a:lnTo>
                      <a:pt x="22890" y="5734"/>
                    </a:lnTo>
                    <a:lnTo>
                      <a:pt x="22828" y="5650"/>
                    </a:lnTo>
                    <a:lnTo>
                      <a:pt x="22828" y="5482"/>
                    </a:lnTo>
                    <a:lnTo>
                      <a:pt x="22911" y="5294"/>
                    </a:lnTo>
                    <a:lnTo>
                      <a:pt x="22932" y="5169"/>
                    </a:lnTo>
                    <a:lnTo>
                      <a:pt x="23016" y="5085"/>
                    </a:lnTo>
                    <a:lnTo>
                      <a:pt x="23016" y="4980"/>
                    </a:lnTo>
                    <a:lnTo>
                      <a:pt x="23037" y="4876"/>
                    </a:lnTo>
                    <a:lnTo>
                      <a:pt x="23100" y="4646"/>
                    </a:lnTo>
                    <a:lnTo>
                      <a:pt x="23225" y="4562"/>
                    </a:lnTo>
                    <a:lnTo>
                      <a:pt x="23225" y="4436"/>
                    </a:lnTo>
                    <a:lnTo>
                      <a:pt x="23100" y="4436"/>
                    </a:lnTo>
                    <a:lnTo>
                      <a:pt x="23100" y="4353"/>
                    </a:lnTo>
                    <a:lnTo>
                      <a:pt x="23163" y="4269"/>
                    </a:lnTo>
                    <a:lnTo>
                      <a:pt x="23163" y="4039"/>
                    </a:lnTo>
                    <a:lnTo>
                      <a:pt x="23121" y="3976"/>
                    </a:lnTo>
                    <a:lnTo>
                      <a:pt x="23058" y="3850"/>
                    </a:lnTo>
                    <a:lnTo>
                      <a:pt x="23100" y="3809"/>
                    </a:lnTo>
                    <a:lnTo>
                      <a:pt x="23100" y="3662"/>
                    </a:lnTo>
                    <a:lnTo>
                      <a:pt x="23016" y="3662"/>
                    </a:lnTo>
                    <a:lnTo>
                      <a:pt x="22911" y="3537"/>
                    </a:lnTo>
                    <a:lnTo>
                      <a:pt x="22744" y="3599"/>
                    </a:lnTo>
                    <a:lnTo>
                      <a:pt x="22723" y="3725"/>
                    </a:lnTo>
                    <a:lnTo>
                      <a:pt x="22828" y="3809"/>
                    </a:lnTo>
                    <a:lnTo>
                      <a:pt x="22828" y="3913"/>
                    </a:lnTo>
                    <a:lnTo>
                      <a:pt x="22890" y="3976"/>
                    </a:lnTo>
                    <a:lnTo>
                      <a:pt x="22890" y="4060"/>
                    </a:lnTo>
                    <a:lnTo>
                      <a:pt x="22807" y="4060"/>
                    </a:lnTo>
                    <a:lnTo>
                      <a:pt x="22786" y="3955"/>
                    </a:lnTo>
                    <a:lnTo>
                      <a:pt x="22702" y="3955"/>
                    </a:lnTo>
                    <a:lnTo>
                      <a:pt x="22639" y="4081"/>
                    </a:lnTo>
                    <a:lnTo>
                      <a:pt x="22702" y="4122"/>
                    </a:lnTo>
                    <a:lnTo>
                      <a:pt x="22723" y="4227"/>
                    </a:lnTo>
                    <a:lnTo>
                      <a:pt x="22786" y="4353"/>
                    </a:lnTo>
                    <a:lnTo>
                      <a:pt x="22723" y="4394"/>
                    </a:lnTo>
                    <a:lnTo>
                      <a:pt x="22702" y="4353"/>
                    </a:lnTo>
                    <a:lnTo>
                      <a:pt x="22639" y="4290"/>
                    </a:lnTo>
                    <a:lnTo>
                      <a:pt x="22618" y="4436"/>
                    </a:lnTo>
                    <a:lnTo>
                      <a:pt x="22514" y="4353"/>
                    </a:lnTo>
                    <a:lnTo>
                      <a:pt x="22514" y="4248"/>
                    </a:lnTo>
                    <a:lnTo>
                      <a:pt x="22430" y="4248"/>
                    </a:lnTo>
                    <a:lnTo>
                      <a:pt x="22388" y="4353"/>
                    </a:lnTo>
                    <a:lnTo>
                      <a:pt x="22326" y="4332"/>
                    </a:lnTo>
                    <a:lnTo>
                      <a:pt x="22326" y="4185"/>
                    </a:lnTo>
                    <a:lnTo>
                      <a:pt x="22409" y="4122"/>
                    </a:lnTo>
                    <a:lnTo>
                      <a:pt x="22388" y="4081"/>
                    </a:lnTo>
                    <a:lnTo>
                      <a:pt x="22221" y="4143"/>
                    </a:lnTo>
                    <a:lnTo>
                      <a:pt x="22095" y="4269"/>
                    </a:lnTo>
                    <a:lnTo>
                      <a:pt x="22012" y="4143"/>
                    </a:lnTo>
                    <a:lnTo>
                      <a:pt x="21949" y="4143"/>
                    </a:lnTo>
                    <a:lnTo>
                      <a:pt x="21865" y="4227"/>
                    </a:lnTo>
                    <a:lnTo>
                      <a:pt x="21740" y="4227"/>
                    </a:lnTo>
                    <a:lnTo>
                      <a:pt x="21698" y="4164"/>
                    </a:lnTo>
                    <a:lnTo>
                      <a:pt x="21572" y="4185"/>
                    </a:lnTo>
                    <a:lnTo>
                      <a:pt x="21530" y="4143"/>
                    </a:lnTo>
                    <a:lnTo>
                      <a:pt x="21635" y="4060"/>
                    </a:lnTo>
                    <a:lnTo>
                      <a:pt x="21782" y="4039"/>
                    </a:lnTo>
                    <a:lnTo>
                      <a:pt x="21865" y="4060"/>
                    </a:lnTo>
                    <a:lnTo>
                      <a:pt x="21991" y="4039"/>
                    </a:lnTo>
                    <a:lnTo>
                      <a:pt x="21991" y="3955"/>
                    </a:lnTo>
                    <a:lnTo>
                      <a:pt x="22074" y="3934"/>
                    </a:lnTo>
                    <a:lnTo>
                      <a:pt x="22158" y="3955"/>
                    </a:lnTo>
                    <a:lnTo>
                      <a:pt x="22263" y="3850"/>
                    </a:lnTo>
                    <a:lnTo>
                      <a:pt x="22263" y="3746"/>
                    </a:lnTo>
                    <a:lnTo>
                      <a:pt x="22284" y="3662"/>
                    </a:lnTo>
                    <a:lnTo>
                      <a:pt x="22200" y="3599"/>
                    </a:lnTo>
                    <a:lnTo>
                      <a:pt x="22095" y="3411"/>
                    </a:lnTo>
                    <a:lnTo>
                      <a:pt x="21970" y="3348"/>
                    </a:lnTo>
                    <a:lnTo>
                      <a:pt x="21949" y="3285"/>
                    </a:lnTo>
                    <a:lnTo>
                      <a:pt x="21761" y="3118"/>
                    </a:lnTo>
                    <a:lnTo>
                      <a:pt x="21740" y="3076"/>
                    </a:lnTo>
                    <a:lnTo>
                      <a:pt x="21635" y="3076"/>
                    </a:lnTo>
                    <a:lnTo>
                      <a:pt x="21489" y="3139"/>
                    </a:lnTo>
                    <a:lnTo>
                      <a:pt x="21426" y="3139"/>
                    </a:lnTo>
                    <a:lnTo>
                      <a:pt x="21238" y="3327"/>
                    </a:lnTo>
                    <a:lnTo>
                      <a:pt x="21279" y="3390"/>
                    </a:lnTo>
                    <a:lnTo>
                      <a:pt x="21279" y="3453"/>
                    </a:lnTo>
                    <a:lnTo>
                      <a:pt x="21217" y="3495"/>
                    </a:lnTo>
                    <a:lnTo>
                      <a:pt x="21133" y="3516"/>
                    </a:lnTo>
                    <a:lnTo>
                      <a:pt x="21133" y="3453"/>
                    </a:lnTo>
                    <a:lnTo>
                      <a:pt x="21049" y="3495"/>
                    </a:lnTo>
                    <a:lnTo>
                      <a:pt x="20966" y="3432"/>
                    </a:lnTo>
                    <a:lnTo>
                      <a:pt x="20861" y="3432"/>
                    </a:lnTo>
                    <a:lnTo>
                      <a:pt x="20819" y="3495"/>
                    </a:lnTo>
                    <a:lnTo>
                      <a:pt x="20714" y="3495"/>
                    </a:lnTo>
                    <a:lnTo>
                      <a:pt x="20652" y="3432"/>
                    </a:lnTo>
                    <a:lnTo>
                      <a:pt x="20714" y="3390"/>
                    </a:lnTo>
                    <a:lnTo>
                      <a:pt x="20861" y="3348"/>
                    </a:lnTo>
                    <a:lnTo>
                      <a:pt x="20924" y="3244"/>
                    </a:lnTo>
                    <a:lnTo>
                      <a:pt x="21028" y="3223"/>
                    </a:lnTo>
                    <a:lnTo>
                      <a:pt x="21112" y="3244"/>
                    </a:lnTo>
                    <a:lnTo>
                      <a:pt x="21175" y="3139"/>
                    </a:lnTo>
                    <a:lnTo>
                      <a:pt x="21175" y="3013"/>
                    </a:lnTo>
                    <a:lnTo>
                      <a:pt x="21238" y="2972"/>
                    </a:lnTo>
                    <a:lnTo>
                      <a:pt x="21321" y="2972"/>
                    </a:lnTo>
                    <a:lnTo>
                      <a:pt x="21384" y="2804"/>
                    </a:lnTo>
                    <a:lnTo>
                      <a:pt x="21384" y="2616"/>
                    </a:lnTo>
                    <a:lnTo>
                      <a:pt x="21426" y="2553"/>
                    </a:lnTo>
                    <a:lnTo>
                      <a:pt x="21384" y="2449"/>
                    </a:lnTo>
                    <a:lnTo>
                      <a:pt x="21279" y="2449"/>
                    </a:lnTo>
                    <a:lnTo>
                      <a:pt x="21112" y="2490"/>
                    </a:lnTo>
                    <a:lnTo>
                      <a:pt x="20903" y="2553"/>
                    </a:lnTo>
                    <a:lnTo>
                      <a:pt x="20694" y="2616"/>
                    </a:lnTo>
                    <a:lnTo>
                      <a:pt x="20547" y="2658"/>
                    </a:lnTo>
                    <a:cubicBezTo>
                      <a:pt x="20652" y="2616"/>
                      <a:pt x="20798" y="2574"/>
                      <a:pt x="20903" y="2511"/>
                    </a:cubicBezTo>
                    <a:cubicBezTo>
                      <a:pt x="20945" y="2511"/>
                      <a:pt x="21028" y="2490"/>
                      <a:pt x="21070" y="2490"/>
                    </a:cubicBezTo>
                    <a:cubicBezTo>
                      <a:pt x="21217" y="2469"/>
                      <a:pt x="21238" y="2344"/>
                      <a:pt x="21175" y="2239"/>
                    </a:cubicBezTo>
                    <a:lnTo>
                      <a:pt x="21238" y="2177"/>
                    </a:lnTo>
                    <a:lnTo>
                      <a:pt x="21217" y="2072"/>
                    </a:lnTo>
                    <a:lnTo>
                      <a:pt x="21217" y="1967"/>
                    </a:lnTo>
                    <a:lnTo>
                      <a:pt x="21154" y="1884"/>
                    </a:lnTo>
                    <a:lnTo>
                      <a:pt x="21217" y="1842"/>
                    </a:lnTo>
                    <a:lnTo>
                      <a:pt x="21217" y="1674"/>
                    </a:lnTo>
                    <a:lnTo>
                      <a:pt x="21133" y="1507"/>
                    </a:lnTo>
                    <a:lnTo>
                      <a:pt x="21175" y="1402"/>
                    </a:lnTo>
                    <a:lnTo>
                      <a:pt x="21154" y="1109"/>
                    </a:lnTo>
                    <a:lnTo>
                      <a:pt x="20945" y="879"/>
                    </a:lnTo>
                    <a:lnTo>
                      <a:pt x="20924" y="775"/>
                    </a:lnTo>
                    <a:lnTo>
                      <a:pt x="20840" y="733"/>
                    </a:lnTo>
                    <a:lnTo>
                      <a:pt x="20694" y="796"/>
                    </a:lnTo>
                    <a:lnTo>
                      <a:pt x="20526" y="775"/>
                    </a:lnTo>
                    <a:lnTo>
                      <a:pt x="20442" y="837"/>
                    </a:lnTo>
                    <a:lnTo>
                      <a:pt x="20442" y="984"/>
                    </a:lnTo>
                    <a:lnTo>
                      <a:pt x="20212" y="1109"/>
                    </a:lnTo>
                    <a:lnTo>
                      <a:pt x="20212" y="1047"/>
                    </a:lnTo>
                    <a:lnTo>
                      <a:pt x="20380" y="900"/>
                    </a:lnTo>
                    <a:lnTo>
                      <a:pt x="20422" y="754"/>
                    </a:lnTo>
                    <a:lnTo>
                      <a:pt x="20317" y="670"/>
                    </a:lnTo>
                    <a:lnTo>
                      <a:pt x="20212" y="712"/>
                    </a:lnTo>
                    <a:lnTo>
                      <a:pt x="20129" y="733"/>
                    </a:lnTo>
                    <a:lnTo>
                      <a:pt x="20212" y="670"/>
                    </a:lnTo>
                    <a:lnTo>
                      <a:pt x="20191" y="586"/>
                    </a:lnTo>
                    <a:lnTo>
                      <a:pt x="19898" y="419"/>
                    </a:lnTo>
                    <a:lnTo>
                      <a:pt x="19815" y="293"/>
                    </a:lnTo>
                    <a:lnTo>
                      <a:pt x="19752" y="252"/>
                    </a:lnTo>
                    <a:lnTo>
                      <a:pt x="19773" y="105"/>
                    </a:lnTo>
                    <a:lnTo>
                      <a:pt x="1945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grpSp>
        <p:sp>
          <p:nvSpPr>
            <p:cNvPr id="2379" name="Google Shape;2379;p56"/>
            <p:cNvSpPr/>
            <p:nvPr/>
          </p:nvSpPr>
          <p:spPr>
            <a:xfrm>
              <a:off x="3216902" y="3020658"/>
              <a:ext cx="15456" cy="5959"/>
            </a:xfrm>
            <a:custGeom>
              <a:avLst/>
              <a:gdLst/>
              <a:ahLst/>
              <a:cxnLst/>
              <a:rect l="l" t="t" r="r" b="b"/>
              <a:pathLst>
                <a:path w="1298" h="524" extrusionOk="0">
                  <a:moveTo>
                    <a:pt x="503" y="0"/>
                  </a:moveTo>
                  <a:lnTo>
                    <a:pt x="293" y="42"/>
                  </a:lnTo>
                  <a:lnTo>
                    <a:pt x="168" y="21"/>
                  </a:lnTo>
                  <a:lnTo>
                    <a:pt x="63" y="42"/>
                  </a:lnTo>
                  <a:lnTo>
                    <a:pt x="1" y="147"/>
                  </a:lnTo>
                  <a:lnTo>
                    <a:pt x="105" y="230"/>
                  </a:lnTo>
                  <a:lnTo>
                    <a:pt x="189" y="209"/>
                  </a:lnTo>
                  <a:lnTo>
                    <a:pt x="252" y="230"/>
                  </a:lnTo>
                  <a:lnTo>
                    <a:pt x="314" y="377"/>
                  </a:lnTo>
                  <a:lnTo>
                    <a:pt x="398" y="439"/>
                  </a:lnTo>
                  <a:lnTo>
                    <a:pt x="524" y="439"/>
                  </a:lnTo>
                  <a:lnTo>
                    <a:pt x="607" y="523"/>
                  </a:lnTo>
                  <a:lnTo>
                    <a:pt x="775" y="523"/>
                  </a:lnTo>
                  <a:lnTo>
                    <a:pt x="775" y="377"/>
                  </a:lnTo>
                  <a:lnTo>
                    <a:pt x="879" y="377"/>
                  </a:lnTo>
                  <a:lnTo>
                    <a:pt x="900" y="439"/>
                  </a:lnTo>
                  <a:lnTo>
                    <a:pt x="984" y="439"/>
                  </a:lnTo>
                  <a:lnTo>
                    <a:pt x="1005" y="335"/>
                  </a:lnTo>
                  <a:lnTo>
                    <a:pt x="1089" y="377"/>
                  </a:lnTo>
                  <a:lnTo>
                    <a:pt x="1298" y="377"/>
                  </a:lnTo>
                  <a:lnTo>
                    <a:pt x="1298" y="335"/>
                  </a:lnTo>
                  <a:lnTo>
                    <a:pt x="1193" y="230"/>
                  </a:lnTo>
                  <a:lnTo>
                    <a:pt x="1047" y="209"/>
                  </a:lnTo>
                  <a:lnTo>
                    <a:pt x="942" y="21"/>
                  </a:lnTo>
                  <a:lnTo>
                    <a:pt x="5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0" name="Google Shape;2380;p56"/>
            <p:cNvSpPr/>
            <p:nvPr/>
          </p:nvSpPr>
          <p:spPr>
            <a:xfrm>
              <a:off x="3243063" y="3010423"/>
              <a:ext cx="19695" cy="13340"/>
            </a:xfrm>
            <a:custGeom>
              <a:avLst/>
              <a:gdLst/>
              <a:ahLst/>
              <a:cxnLst/>
              <a:rect l="l" t="t" r="r" b="b"/>
              <a:pathLst>
                <a:path w="1654" h="1173" extrusionOk="0">
                  <a:moveTo>
                    <a:pt x="1089" y="0"/>
                  </a:moveTo>
                  <a:lnTo>
                    <a:pt x="1005" y="63"/>
                  </a:lnTo>
                  <a:lnTo>
                    <a:pt x="900" y="21"/>
                  </a:lnTo>
                  <a:lnTo>
                    <a:pt x="691" y="21"/>
                  </a:lnTo>
                  <a:lnTo>
                    <a:pt x="649" y="84"/>
                  </a:lnTo>
                  <a:lnTo>
                    <a:pt x="754" y="168"/>
                  </a:lnTo>
                  <a:lnTo>
                    <a:pt x="1068" y="272"/>
                  </a:lnTo>
                  <a:lnTo>
                    <a:pt x="1047" y="314"/>
                  </a:lnTo>
                  <a:lnTo>
                    <a:pt x="1109" y="398"/>
                  </a:lnTo>
                  <a:lnTo>
                    <a:pt x="1047" y="544"/>
                  </a:lnTo>
                  <a:lnTo>
                    <a:pt x="1109" y="649"/>
                  </a:lnTo>
                  <a:lnTo>
                    <a:pt x="1214" y="691"/>
                  </a:lnTo>
                  <a:lnTo>
                    <a:pt x="1340" y="795"/>
                  </a:lnTo>
                  <a:lnTo>
                    <a:pt x="1319" y="858"/>
                  </a:lnTo>
                  <a:lnTo>
                    <a:pt x="1068" y="858"/>
                  </a:lnTo>
                  <a:lnTo>
                    <a:pt x="1026" y="900"/>
                  </a:lnTo>
                  <a:lnTo>
                    <a:pt x="921" y="858"/>
                  </a:lnTo>
                  <a:lnTo>
                    <a:pt x="796" y="858"/>
                  </a:lnTo>
                  <a:lnTo>
                    <a:pt x="649" y="816"/>
                  </a:lnTo>
                  <a:lnTo>
                    <a:pt x="524" y="858"/>
                  </a:lnTo>
                  <a:lnTo>
                    <a:pt x="524" y="816"/>
                  </a:lnTo>
                  <a:lnTo>
                    <a:pt x="482" y="795"/>
                  </a:lnTo>
                  <a:lnTo>
                    <a:pt x="293" y="837"/>
                  </a:lnTo>
                  <a:lnTo>
                    <a:pt x="189" y="733"/>
                  </a:lnTo>
                  <a:lnTo>
                    <a:pt x="63" y="795"/>
                  </a:lnTo>
                  <a:lnTo>
                    <a:pt x="0" y="858"/>
                  </a:lnTo>
                  <a:lnTo>
                    <a:pt x="63" y="963"/>
                  </a:lnTo>
                  <a:lnTo>
                    <a:pt x="189" y="1005"/>
                  </a:lnTo>
                  <a:lnTo>
                    <a:pt x="314" y="1151"/>
                  </a:lnTo>
                  <a:lnTo>
                    <a:pt x="377" y="1172"/>
                  </a:lnTo>
                  <a:lnTo>
                    <a:pt x="377" y="1067"/>
                  </a:lnTo>
                  <a:lnTo>
                    <a:pt x="419" y="1026"/>
                  </a:lnTo>
                  <a:lnTo>
                    <a:pt x="691" y="1026"/>
                  </a:lnTo>
                  <a:lnTo>
                    <a:pt x="796" y="1067"/>
                  </a:lnTo>
                  <a:lnTo>
                    <a:pt x="1109" y="1067"/>
                  </a:lnTo>
                  <a:lnTo>
                    <a:pt x="1151" y="1047"/>
                  </a:lnTo>
                  <a:lnTo>
                    <a:pt x="1256" y="1109"/>
                  </a:lnTo>
                  <a:lnTo>
                    <a:pt x="1340" y="1109"/>
                  </a:lnTo>
                  <a:lnTo>
                    <a:pt x="1340" y="1047"/>
                  </a:lnTo>
                  <a:lnTo>
                    <a:pt x="1570" y="921"/>
                  </a:lnTo>
                  <a:lnTo>
                    <a:pt x="1570" y="837"/>
                  </a:lnTo>
                  <a:lnTo>
                    <a:pt x="1570" y="733"/>
                  </a:lnTo>
                  <a:lnTo>
                    <a:pt x="1528" y="607"/>
                  </a:lnTo>
                  <a:lnTo>
                    <a:pt x="1549" y="544"/>
                  </a:lnTo>
                  <a:lnTo>
                    <a:pt x="1633" y="502"/>
                  </a:lnTo>
                  <a:lnTo>
                    <a:pt x="1653" y="377"/>
                  </a:lnTo>
                  <a:lnTo>
                    <a:pt x="1612" y="293"/>
                  </a:lnTo>
                  <a:lnTo>
                    <a:pt x="1653" y="189"/>
                  </a:lnTo>
                  <a:lnTo>
                    <a:pt x="1633" y="126"/>
                  </a:lnTo>
                  <a:lnTo>
                    <a:pt x="1528" y="105"/>
                  </a:lnTo>
                  <a:lnTo>
                    <a:pt x="1423" y="126"/>
                  </a:lnTo>
                  <a:lnTo>
                    <a:pt x="1319" y="21"/>
                  </a:lnTo>
                  <a:lnTo>
                    <a:pt x="10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1" name="Google Shape;2381;p56"/>
            <p:cNvSpPr/>
            <p:nvPr/>
          </p:nvSpPr>
          <p:spPr>
            <a:xfrm>
              <a:off x="3173297" y="2986859"/>
              <a:ext cx="73267" cy="24997"/>
            </a:xfrm>
            <a:custGeom>
              <a:avLst/>
              <a:gdLst/>
              <a:ahLst/>
              <a:cxnLst/>
              <a:rect l="l" t="t" r="r" b="b"/>
              <a:pathLst>
                <a:path w="6153" h="2198" extrusionOk="0">
                  <a:moveTo>
                    <a:pt x="1570" y="1"/>
                  </a:moveTo>
                  <a:lnTo>
                    <a:pt x="1445" y="106"/>
                  </a:lnTo>
                  <a:lnTo>
                    <a:pt x="1131" y="106"/>
                  </a:lnTo>
                  <a:lnTo>
                    <a:pt x="901" y="168"/>
                  </a:lnTo>
                  <a:lnTo>
                    <a:pt x="817" y="252"/>
                  </a:lnTo>
                  <a:lnTo>
                    <a:pt x="566" y="315"/>
                  </a:lnTo>
                  <a:lnTo>
                    <a:pt x="482" y="419"/>
                  </a:lnTo>
                  <a:lnTo>
                    <a:pt x="377" y="482"/>
                  </a:lnTo>
                  <a:lnTo>
                    <a:pt x="357" y="608"/>
                  </a:lnTo>
                  <a:lnTo>
                    <a:pt x="419" y="712"/>
                  </a:lnTo>
                  <a:lnTo>
                    <a:pt x="398" y="775"/>
                  </a:lnTo>
                  <a:lnTo>
                    <a:pt x="294" y="712"/>
                  </a:lnTo>
                  <a:lnTo>
                    <a:pt x="85" y="817"/>
                  </a:lnTo>
                  <a:lnTo>
                    <a:pt x="1" y="796"/>
                  </a:lnTo>
                  <a:lnTo>
                    <a:pt x="1" y="880"/>
                  </a:lnTo>
                  <a:lnTo>
                    <a:pt x="105" y="922"/>
                  </a:lnTo>
                  <a:lnTo>
                    <a:pt x="252" y="796"/>
                  </a:lnTo>
                  <a:lnTo>
                    <a:pt x="273" y="817"/>
                  </a:lnTo>
                  <a:lnTo>
                    <a:pt x="273" y="922"/>
                  </a:lnTo>
                  <a:lnTo>
                    <a:pt x="419" y="817"/>
                  </a:lnTo>
                  <a:lnTo>
                    <a:pt x="524" y="817"/>
                  </a:lnTo>
                  <a:lnTo>
                    <a:pt x="629" y="629"/>
                  </a:lnTo>
                  <a:lnTo>
                    <a:pt x="796" y="670"/>
                  </a:lnTo>
                  <a:lnTo>
                    <a:pt x="838" y="608"/>
                  </a:lnTo>
                  <a:lnTo>
                    <a:pt x="922" y="691"/>
                  </a:lnTo>
                  <a:lnTo>
                    <a:pt x="1026" y="670"/>
                  </a:lnTo>
                  <a:lnTo>
                    <a:pt x="1214" y="461"/>
                  </a:lnTo>
                  <a:lnTo>
                    <a:pt x="1319" y="419"/>
                  </a:lnTo>
                  <a:lnTo>
                    <a:pt x="1361" y="357"/>
                  </a:lnTo>
                  <a:lnTo>
                    <a:pt x="1528" y="378"/>
                  </a:lnTo>
                  <a:lnTo>
                    <a:pt x="1654" y="378"/>
                  </a:lnTo>
                  <a:lnTo>
                    <a:pt x="1884" y="398"/>
                  </a:lnTo>
                  <a:lnTo>
                    <a:pt x="1968" y="461"/>
                  </a:lnTo>
                  <a:lnTo>
                    <a:pt x="1884" y="503"/>
                  </a:lnTo>
                  <a:lnTo>
                    <a:pt x="1758" y="503"/>
                  </a:lnTo>
                  <a:lnTo>
                    <a:pt x="1675" y="566"/>
                  </a:lnTo>
                  <a:lnTo>
                    <a:pt x="1758" y="629"/>
                  </a:lnTo>
                  <a:lnTo>
                    <a:pt x="2093" y="691"/>
                  </a:lnTo>
                  <a:lnTo>
                    <a:pt x="2177" y="670"/>
                  </a:lnTo>
                  <a:lnTo>
                    <a:pt x="2282" y="670"/>
                  </a:lnTo>
                  <a:lnTo>
                    <a:pt x="2386" y="733"/>
                  </a:lnTo>
                  <a:lnTo>
                    <a:pt x="2554" y="775"/>
                  </a:lnTo>
                  <a:lnTo>
                    <a:pt x="2616" y="775"/>
                  </a:lnTo>
                  <a:lnTo>
                    <a:pt x="2658" y="691"/>
                  </a:lnTo>
                  <a:lnTo>
                    <a:pt x="2721" y="775"/>
                  </a:lnTo>
                  <a:lnTo>
                    <a:pt x="2763" y="817"/>
                  </a:lnTo>
                  <a:lnTo>
                    <a:pt x="2930" y="942"/>
                  </a:lnTo>
                  <a:lnTo>
                    <a:pt x="3077" y="984"/>
                  </a:lnTo>
                  <a:lnTo>
                    <a:pt x="3139" y="942"/>
                  </a:lnTo>
                  <a:lnTo>
                    <a:pt x="3244" y="1026"/>
                  </a:lnTo>
                  <a:lnTo>
                    <a:pt x="3349" y="1005"/>
                  </a:lnTo>
                  <a:lnTo>
                    <a:pt x="3432" y="1047"/>
                  </a:lnTo>
                  <a:lnTo>
                    <a:pt x="3600" y="1005"/>
                  </a:lnTo>
                  <a:lnTo>
                    <a:pt x="3663" y="1026"/>
                  </a:lnTo>
                  <a:lnTo>
                    <a:pt x="3746" y="1361"/>
                  </a:lnTo>
                  <a:lnTo>
                    <a:pt x="3955" y="1570"/>
                  </a:lnTo>
                  <a:lnTo>
                    <a:pt x="4039" y="1612"/>
                  </a:lnTo>
                  <a:lnTo>
                    <a:pt x="4081" y="1549"/>
                  </a:lnTo>
                  <a:lnTo>
                    <a:pt x="4227" y="1633"/>
                  </a:lnTo>
                  <a:lnTo>
                    <a:pt x="4437" y="1633"/>
                  </a:lnTo>
                  <a:lnTo>
                    <a:pt x="4458" y="1675"/>
                  </a:lnTo>
                  <a:lnTo>
                    <a:pt x="4541" y="1738"/>
                  </a:lnTo>
                  <a:lnTo>
                    <a:pt x="4541" y="1842"/>
                  </a:lnTo>
                  <a:lnTo>
                    <a:pt x="4374" y="1863"/>
                  </a:lnTo>
                  <a:lnTo>
                    <a:pt x="4186" y="2051"/>
                  </a:lnTo>
                  <a:lnTo>
                    <a:pt x="4186" y="2156"/>
                  </a:lnTo>
                  <a:lnTo>
                    <a:pt x="4374" y="2177"/>
                  </a:lnTo>
                  <a:lnTo>
                    <a:pt x="4541" y="2135"/>
                  </a:lnTo>
                  <a:lnTo>
                    <a:pt x="4604" y="2156"/>
                  </a:lnTo>
                  <a:lnTo>
                    <a:pt x="4897" y="2093"/>
                  </a:lnTo>
                  <a:lnTo>
                    <a:pt x="5064" y="2093"/>
                  </a:lnTo>
                  <a:lnTo>
                    <a:pt x="5274" y="2198"/>
                  </a:lnTo>
                  <a:lnTo>
                    <a:pt x="5546" y="2135"/>
                  </a:lnTo>
                  <a:lnTo>
                    <a:pt x="5587" y="2072"/>
                  </a:lnTo>
                  <a:lnTo>
                    <a:pt x="5650" y="2072"/>
                  </a:lnTo>
                  <a:lnTo>
                    <a:pt x="5734" y="2030"/>
                  </a:lnTo>
                  <a:lnTo>
                    <a:pt x="5943" y="2051"/>
                  </a:lnTo>
                  <a:lnTo>
                    <a:pt x="6069" y="1989"/>
                  </a:lnTo>
                  <a:lnTo>
                    <a:pt x="6152" y="1884"/>
                  </a:lnTo>
                  <a:lnTo>
                    <a:pt x="6111" y="1842"/>
                  </a:lnTo>
                  <a:lnTo>
                    <a:pt x="6006" y="1821"/>
                  </a:lnTo>
                  <a:lnTo>
                    <a:pt x="5922" y="1654"/>
                  </a:lnTo>
                  <a:lnTo>
                    <a:pt x="5692" y="1549"/>
                  </a:lnTo>
                  <a:lnTo>
                    <a:pt x="5378" y="1549"/>
                  </a:lnTo>
                  <a:lnTo>
                    <a:pt x="5295" y="1528"/>
                  </a:lnTo>
                  <a:lnTo>
                    <a:pt x="5336" y="1466"/>
                  </a:lnTo>
                  <a:lnTo>
                    <a:pt x="5399" y="1319"/>
                  </a:lnTo>
                  <a:lnTo>
                    <a:pt x="5315" y="1298"/>
                  </a:lnTo>
                  <a:lnTo>
                    <a:pt x="5232" y="1340"/>
                  </a:lnTo>
                  <a:lnTo>
                    <a:pt x="5127" y="1340"/>
                  </a:lnTo>
                  <a:lnTo>
                    <a:pt x="4918" y="1194"/>
                  </a:lnTo>
                  <a:lnTo>
                    <a:pt x="4855" y="1235"/>
                  </a:lnTo>
                  <a:lnTo>
                    <a:pt x="4771" y="1152"/>
                  </a:lnTo>
                  <a:lnTo>
                    <a:pt x="4604" y="1026"/>
                  </a:lnTo>
                  <a:lnTo>
                    <a:pt x="4541" y="1131"/>
                  </a:lnTo>
                  <a:lnTo>
                    <a:pt x="4479" y="1089"/>
                  </a:lnTo>
                  <a:lnTo>
                    <a:pt x="4499" y="1005"/>
                  </a:lnTo>
                  <a:lnTo>
                    <a:pt x="4437" y="984"/>
                  </a:lnTo>
                  <a:lnTo>
                    <a:pt x="4395" y="1047"/>
                  </a:lnTo>
                  <a:lnTo>
                    <a:pt x="4332" y="984"/>
                  </a:lnTo>
                  <a:lnTo>
                    <a:pt x="4123" y="922"/>
                  </a:lnTo>
                  <a:lnTo>
                    <a:pt x="3955" y="796"/>
                  </a:lnTo>
                  <a:lnTo>
                    <a:pt x="3830" y="712"/>
                  </a:lnTo>
                  <a:lnTo>
                    <a:pt x="3704" y="587"/>
                  </a:lnTo>
                  <a:lnTo>
                    <a:pt x="3349" y="587"/>
                  </a:lnTo>
                  <a:lnTo>
                    <a:pt x="3244" y="524"/>
                  </a:lnTo>
                  <a:lnTo>
                    <a:pt x="3202" y="398"/>
                  </a:lnTo>
                  <a:lnTo>
                    <a:pt x="3077" y="252"/>
                  </a:lnTo>
                  <a:lnTo>
                    <a:pt x="2972" y="273"/>
                  </a:lnTo>
                  <a:lnTo>
                    <a:pt x="2909" y="210"/>
                  </a:lnTo>
                  <a:lnTo>
                    <a:pt x="2491" y="147"/>
                  </a:lnTo>
                  <a:lnTo>
                    <a:pt x="2365" y="210"/>
                  </a:lnTo>
                  <a:lnTo>
                    <a:pt x="2177" y="168"/>
                  </a:lnTo>
                  <a:lnTo>
                    <a:pt x="2072" y="43"/>
                  </a:lnTo>
                  <a:lnTo>
                    <a:pt x="182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2" name="Google Shape;2382;p56"/>
            <p:cNvSpPr/>
            <p:nvPr/>
          </p:nvSpPr>
          <p:spPr>
            <a:xfrm>
              <a:off x="3371128" y="3527019"/>
              <a:ext cx="18695" cy="10247"/>
            </a:xfrm>
            <a:custGeom>
              <a:avLst/>
              <a:gdLst/>
              <a:ahLst/>
              <a:cxnLst/>
              <a:rect l="l" t="t" r="r" b="b"/>
              <a:pathLst>
                <a:path w="1570" h="901" extrusionOk="0">
                  <a:moveTo>
                    <a:pt x="1025" y="0"/>
                  </a:moveTo>
                  <a:lnTo>
                    <a:pt x="984" y="84"/>
                  </a:lnTo>
                  <a:lnTo>
                    <a:pt x="921" y="105"/>
                  </a:lnTo>
                  <a:lnTo>
                    <a:pt x="942" y="189"/>
                  </a:lnTo>
                  <a:lnTo>
                    <a:pt x="921" y="252"/>
                  </a:lnTo>
                  <a:lnTo>
                    <a:pt x="691" y="314"/>
                  </a:lnTo>
                  <a:lnTo>
                    <a:pt x="733" y="273"/>
                  </a:lnTo>
                  <a:lnTo>
                    <a:pt x="774" y="126"/>
                  </a:lnTo>
                  <a:lnTo>
                    <a:pt x="733" y="63"/>
                  </a:lnTo>
                  <a:lnTo>
                    <a:pt x="649" y="84"/>
                  </a:lnTo>
                  <a:lnTo>
                    <a:pt x="607" y="168"/>
                  </a:lnTo>
                  <a:lnTo>
                    <a:pt x="544" y="168"/>
                  </a:lnTo>
                  <a:lnTo>
                    <a:pt x="461" y="84"/>
                  </a:lnTo>
                  <a:lnTo>
                    <a:pt x="377" y="84"/>
                  </a:lnTo>
                  <a:lnTo>
                    <a:pt x="377" y="252"/>
                  </a:lnTo>
                  <a:lnTo>
                    <a:pt x="272" y="210"/>
                  </a:lnTo>
                  <a:lnTo>
                    <a:pt x="168" y="105"/>
                  </a:lnTo>
                  <a:lnTo>
                    <a:pt x="105" y="168"/>
                  </a:lnTo>
                  <a:lnTo>
                    <a:pt x="230" y="356"/>
                  </a:lnTo>
                  <a:lnTo>
                    <a:pt x="377" y="377"/>
                  </a:lnTo>
                  <a:lnTo>
                    <a:pt x="377" y="419"/>
                  </a:lnTo>
                  <a:lnTo>
                    <a:pt x="230" y="419"/>
                  </a:lnTo>
                  <a:lnTo>
                    <a:pt x="168" y="482"/>
                  </a:lnTo>
                  <a:lnTo>
                    <a:pt x="189" y="565"/>
                  </a:lnTo>
                  <a:lnTo>
                    <a:pt x="84" y="670"/>
                  </a:lnTo>
                  <a:lnTo>
                    <a:pt x="0" y="670"/>
                  </a:lnTo>
                  <a:lnTo>
                    <a:pt x="0" y="712"/>
                  </a:lnTo>
                  <a:lnTo>
                    <a:pt x="126" y="796"/>
                  </a:lnTo>
                  <a:lnTo>
                    <a:pt x="189" y="712"/>
                  </a:lnTo>
                  <a:lnTo>
                    <a:pt x="293" y="796"/>
                  </a:lnTo>
                  <a:lnTo>
                    <a:pt x="377" y="691"/>
                  </a:lnTo>
                  <a:lnTo>
                    <a:pt x="230" y="628"/>
                  </a:lnTo>
                  <a:lnTo>
                    <a:pt x="335" y="586"/>
                  </a:lnTo>
                  <a:lnTo>
                    <a:pt x="523" y="607"/>
                  </a:lnTo>
                  <a:lnTo>
                    <a:pt x="649" y="565"/>
                  </a:lnTo>
                  <a:lnTo>
                    <a:pt x="649" y="461"/>
                  </a:lnTo>
                  <a:cubicBezTo>
                    <a:pt x="649" y="461"/>
                    <a:pt x="667" y="470"/>
                    <a:pt x="680" y="470"/>
                  </a:cubicBezTo>
                  <a:cubicBezTo>
                    <a:pt x="686" y="470"/>
                    <a:pt x="691" y="468"/>
                    <a:pt x="691" y="461"/>
                  </a:cubicBezTo>
                  <a:cubicBezTo>
                    <a:pt x="795" y="398"/>
                    <a:pt x="900" y="377"/>
                    <a:pt x="1005" y="314"/>
                  </a:cubicBezTo>
                  <a:lnTo>
                    <a:pt x="1046" y="398"/>
                  </a:lnTo>
                  <a:lnTo>
                    <a:pt x="1025" y="461"/>
                  </a:lnTo>
                  <a:lnTo>
                    <a:pt x="942" y="419"/>
                  </a:lnTo>
                  <a:lnTo>
                    <a:pt x="858" y="461"/>
                  </a:lnTo>
                  <a:lnTo>
                    <a:pt x="691" y="712"/>
                  </a:lnTo>
                  <a:lnTo>
                    <a:pt x="753" y="733"/>
                  </a:lnTo>
                  <a:lnTo>
                    <a:pt x="837" y="879"/>
                  </a:lnTo>
                  <a:lnTo>
                    <a:pt x="921" y="900"/>
                  </a:lnTo>
                  <a:lnTo>
                    <a:pt x="921" y="837"/>
                  </a:lnTo>
                  <a:lnTo>
                    <a:pt x="837" y="733"/>
                  </a:lnTo>
                  <a:lnTo>
                    <a:pt x="858" y="712"/>
                  </a:lnTo>
                  <a:lnTo>
                    <a:pt x="963" y="775"/>
                  </a:lnTo>
                  <a:lnTo>
                    <a:pt x="1025" y="733"/>
                  </a:lnTo>
                  <a:lnTo>
                    <a:pt x="963" y="691"/>
                  </a:lnTo>
                  <a:lnTo>
                    <a:pt x="963" y="607"/>
                  </a:lnTo>
                  <a:lnTo>
                    <a:pt x="1067" y="628"/>
                  </a:lnTo>
                  <a:lnTo>
                    <a:pt x="1172" y="607"/>
                  </a:lnTo>
                  <a:lnTo>
                    <a:pt x="1172" y="586"/>
                  </a:lnTo>
                  <a:lnTo>
                    <a:pt x="1088" y="586"/>
                  </a:lnTo>
                  <a:lnTo>
                    <a:pt x="1046" y="524"/>
                  </a:lnTo>
                  <a:lnTo>
                    <a:pt x="1088" y="503"/>
                  </a:lnTo>
                  <a:lnTo>
                    <a:pt x="1193" y="524"/>
                  </a:lnTo>
                  <a:lnTo>
                    <a:pt x="1339" y="503"/>
                  </a:lnTo>
                  <a:lnTo>
                    <a:pt x="1444" y="419"/>
                  </a:lnTo>
                  <a:lnTo>
                    <a:pt x="1549" y="398"/>
                  </a:lnTo>
                  <a:lnTo>
                    <a:pt x="1507" y="314"/>
                  </a:lnTo>
                  <a:lnTo>
                    <a:pt x="1465" y="293"/>
                  </a:lnTo>
                  <a:lnTo>
                    <a:pt x="1444" y="273"/>
                  </a:lnTo>
                  <a:lnTo>
                    <a:pt x="1486" y="210"/>
                  </a:lnTo>
                  <a:lnTo>
                    <a:pt x="1569" y="189"/>
                  </a:lnTo>
                  <a:lnTo>
                    <a:pt x="1528" y="126"/>
                  </a:lnTo>
                  <a:lnTo>
                    <a:pt x="1381" y="105"/>
                  </a:lnTo>
                  <a:lnTo>
                    <a:pt x="1318" y="126"/>
                  </a:lnTo>
                  <a:lnTo>
                    <a:pt x="1339" y="189"/>
                  </a:lnTo>
                  <a:lnTo>
                    <a:pt x="1256" y="210"/>
                  </a:lnTo>
                  <a:lnTo>
                    <a:pt x="1172" y="105"/>
                  </a:lnTo>
                  <a:lnTo>
                    <a:pt x="1172" y="42"/>
                  </a:lnTo>
                  <a:lnTo>
                    <a:pt x="102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3" name="Google Shape;2383;p56"/>
            <p:cNvSpPr/>
            <p:nvPr/>
          </p:nvSpPr>
          <p:spPr>
            <a:xfrm>
              <a:off x="3183264" y="3080853"/>
              <a:ext cx="38140" cy="16672"/>
            </a:xfrm>
            <a:custGeom>
              <a:avLst/>
              <a:gdLst/>
              <a:ahLst/>
              <a:cxnLst/>
              <a:rect l="l" t="t" r="r" b="b"/>
              <a:pathLst>
                <a:path w="3203" h="1466" extrusionOk="0">
                  <a:moveTo>
                    <a:pt x="2072" y="1"/>
                  </a:moveTo>
                  <a:lnTo>
                    <a:pt x="2030" y="43"/>
                  </a:lnTo>
                  <a:lnTo>
                    <a:pt x="1863" y="147"/>
                  </a:lnTo>
                  <a:lnTo>
                    <a:pt x="1675" y="189"/>
                  </a:lnTo>
                  <a:lnTo>
                    <a:pt x="1319" y="377"/>
                  </a:lnTo>
                  <a:lnTo>
                    <a:pt x="1214" y="461"/>
                  </a:lnTo>
                  <a:lnTo>
                    <a:pt x="1131" y="482"/>
                  </a:lnTo>
                  <a:lnTo>
                    <a:pt x="921" y="482"/>
                  </a:lnTo>
                  <a:lnTo>
                    <a:pt x="733" y="315"/>
                  </a:lnTo>
                  <a:lnTo>
                    <a:pt x="608" y="273"/>
                  </a:lnTo>
                  <a:lnTo>
                    <a:pt x="566" y="294"/>
                  </a:lnTo>
                  <a:lnTo>
                    <a:pt x="629" y="356"/>
                  </a:lnTo>
                  <a:lnTo>
                    <a:pt x="629" y="398"/>
                  </a:lnTo>
                  <a:lnTo>
                    <a:pt x="566" y="419"/>
                  </a:lnTo>
                  <a:lnTo>
                    <a:pt x="461" y="377"/>
                  </a:lnTo>
                  <a:lnTo>
                    <a:pt x="419" y="315"/>
                  </a:lnTo>
                  <a:lnTo>
                    <a:pt x="461" y="294"/>
                  </a:lnTo>
                  <a:lnTo>
                    <a:pt x="482" y="294"/>
                  </a:lnTo>
                  <a:lnTo>
                    <a:pt x="461" y="252"/>
                  </a:lnTo>
                  <a:lnTo>
                    <a:pt x="398" y="252"/>
                  </a:lnTo>
                  <a:lnTo>
                    <a:pt x="315" y="210"/>
                  </a:lnTo>
                  <a:lnTo>
                    <a:pt x="273" y="168"/>
                  </a:lnTo>
                  <a:lnTo>
                    <a:pt x="252" y="84"/>
                  </a:lnTo>
                  <a:lnTo>
                    <a:pt x="147" y="84"/>
                  </a:lnTo>
                  <a:lnTo>
                    <a:pt x="85" y="147"/>
                  </a:lnTo>
                  <a:lnTo>
                    <a:pt x="85" y="252"/>
                  </a:lnTo>
                  <a:lnTo>
                    <a:pt x="43" y="315"/>
                  </a:lnTo>
                  <a:lnTo>
                    <a:pt x="1" y="398"/>
                  </a:lnTo>
                  <a:lnTo>
                    <a:pt x="85" y="419"/>
                  </a:lnTo>
                  <a:lnTo>
                    <a:pt x="147" y="524"/>
                  </a:lnTo>
                  <a:lnTo>
                    <a:pt x="64" y="587"/>
                  </a:lnTo>
                  <a:lnTo>
                    <a:pt x="43" y="691"/>
                  </a:lnTo>
                  <a:lnTo>
                    <a:pt x="43" y="733"/>
                  </a:lnTo>
                  <a:lnTo>
                    <a:pt x="64" y="796"/>
                  </a:lnTo>
                  <a:lnTo>
                    <a:pt x="168" y="796"/>
                  </a:lnTo>
                  <a:lnTo>
                    <a:pt x="252" y="817"/>
                  </a:lnTo>
                  <a:lnTo>
                    <a:pt x="357" y="796"/>
                  </a:lnTo>
                  <a:lnTo>
                    <a:pt x="398" y="733"/>
                  </a:lnTo>
                  <a:lnTo>
                    <a:pt x="461" y="796"/>
                  </a:lnTo>
                  <a:lnTo>
                    <a:pt x="461" y="838"/>
                  </a:lnTo>
                  <a:lnTo>
                    <a:pt x="524" y="880"/>
                  </a:lnTo>
                  <a:lnTo>
                    <a:pt x="733" y="900"/>
                  </a:lnTo>
                  <a:lnTo>
                    <a:pt x="775" y="1026"/>
                  </a:lnTo>
                  <a:lnTo>
                    <a:pt x="817" y="1193"/>
                  </a:lnTo>
                  <a:lnTo>
                    <a:pt x="921" y="1235"/>
                  </a:lnTo>
                  <a:lnTo>
                    <a:pt x="1026" y="1235"/>
                  </a:lnTo>
                  <a:lnTo>
                    <a:pt x="1047" y="1152"/>
                  </a:lnTo>
                  <a:lnTo>
                    <a:pt x="1005" y="1131"/>
                  </a:lnTo>
                  <a:lnTo>
                    <a:pt x="1047" y="1047"/>
                  </a:lnTo>
                  <a:lnTo>
                    <a:pt x="1131" y="1089"/>
                  </a:lnTo>
                  <a:lnTo>
                    <a:pt x="1152" y="1131"/>
                  </a:lnTo>
                  <a:lnTo>
                    <a:pt x="1131" y="1193"/>
                  </a:lnTo>
                  <a:lnTo>
                    <a:pt x="1152" y="1319"/>
                  </a:lnTo>
                  <a:lnTo>
                    <a:pt x="1152" y="1403"/>
                  </a:lnTo>
                  <a:lnTo>
                    <a:pt x="1193" y="1444"/>
                  </a:lnTo>
                  <a:lnTo>
                    <a:pt x="1340" y="1465"/>
                  </a:lnTo>
                  <a:lnTo>
                    <a:pt x="1424" y="1361"/>
                  </a:lnTo>
                  <a:lnTo>
                    <a:pt x="1507" y="1298"/>
                  </a:lnTo>
                  <a:lnTo>
                    <a:pt x="1612" y="1319"/>
                  </a:lnTo>
                  <a:lnTo>
                    <a:pt x="1654" y="1298"/>
                  </a:lnTo>
                  <a:lnTo>
                    <a:pt x="1654" y="1152"/>
                  </a:lnTo>
                  <a:lnTo>
                    <a:pt x="1570" y="1089"/>
                  </a:lnTo>
                  <a:lnTo>
                    <a:pt x="1465" y="1026"/>
                  </a:lnTo>
                  <a:lnTo>
                    <a:pt x="1445" y="921"/>
                  </a:lnTo>
                  <a:lnTo>
                    <a:pt x="1445" y="880"/>
                  </a:lnTo>
                  <a:lnTo>
                    <a:pt x="1549" y="817"/>
                  </a:lnTo>
                  <a:lnTo>
                    <a:pt x="1737" y="775"/>
                  </a:lnTo>
                  <a:lnTo>
                    <a:pt x="1884" y="628"/>
                  </a:lnTo>
                  <a:lnTo>
                    <a:pt x="1884" y="587"/>
                  </a:lnTo>
                  <a:lnTo>
                    <a:pt x="1863" y="566"/>
                  </a:lnTo>
                  <a:lnTo>
                    <a:pt x="1863" y="419"/>
                  </a:lnTo>
                  <a:lnTo>
                    <a:pt x="2051" y="356"/>
                  </a:lnTo>
                  <a:lnTo>
                    <a:pt x="2177" y="315"/>
                  </a:lnTo>
                  <a:lnTo>
                    <a:pt x="2261" y="377"/>
                  </a:lnTo>
                  <a:lnTo>
                    <a:pt x="2365" y="482"/>
                  </a:lnTo>
                  <a:lnTo>
                    <a:pt x="2449" y="482"/>
                  </a:lnTo>
                  <a:lnTo>
                    <a:pt x="2553" y="608"/>
                  </a:lnTo>
                  <a:lnTo>
                    <a:pt x="2574" y="712"/>
                  </a:lnTo>
                  <a:lnTo>
                    <a:pt x="2616" y="775"/>
                  </a:lnTo>
                  <a:lnTo>
                    <a:pt x="2679" y="733"/>
                  </a:lnTo>
                  <a:lnTo>
                    <a:pt x="2763" y="670"/>
                  </a:lnTo>
                  <a:lnTo>
                    <a:pt x="2805" y="670"/>
                  </a:lnTo>
                  <a:lnTo>
                    <a:pt x="2826" y="733"/>
                  </a:lnTo>
                  <a:lnTo>
                    <a:pt x="2784" y="796"/>
                  </a:lnTo>
                  <a:lnTo>
                    <a:pt x="2721" y="796"/>
                  </a:lnTo>
                  <a:lnTo>
                    <a:pt x="2616" y="942"/>
                  </a:lnTo>
                  <a:lnTo>
                    <a:pt x="2595" y="984"/>
                  </a:lnTo>
                  <a:lnTo>
                    <a:pt x="2616" y="1131"/>
                  </a:lnTo>
                  <a:lnTo>
                    <a:pt x="2763" y="1319"/>
                  </a:lnTo>
                  <a:lnTo>
                    <a:pt x="2888" y="1424"/>
                  </a:lnTo>
                  <a:lnTo>
                    <a:pt x="2972" y="1235"/>
                  </a:lnTo>
                  <a:lnTo>
                    <a:pt x="3014" y="1235"/>
                  </a:lnTo>
                  <a:lnTo>
                    <a:pt x="3098" y="1193"/>
                  </a:lnTo>
                  <a:lnTo>
                    <a:pt x="3118" y="1047"/>
                  </a:lnTo>
                  <a:lnTo>
                    <a:pt x="3202" y="900"/>
                  </a:lnTo>
                  <a:lnTo>
                    <a:pt x="3139" y="733"/>
                  </a:lnTo>
                  <a:lnTo>
                    <a:pt x="3139" y="691"/>
                  </a:lnTo>
                  <a:lnTo>
                    <a:pt x="3181" y="587"/>
                  </a:lnTo>
                  <a:lnTo>
                    <a:pt x="3118" y="524"/>
                  </a:lnTo>
                  <a:lnTo>
                    <a:pt x="3035" y="482"/>
                  </a:lnTo>
                  <a:lnTo>
                    <a:pt x="3014" y="419"/>
                  </a:lnTo>
                  <a:lnTo>
                    <a:pt x="2909" y="294"/>
                  </a:lnTo>
                  <a:lnTo>
                    <a:pt x="2679" y="168"/>
                  </a:lnTo>
                  <a:lnTo>
                    <a:pt x="2512" y="147"/>
                  </a:lnTo>
                  <a:lnTo>
                    <a:pt x="2281" y="147"/>
                  </a:lnTo>
                  <a:lnTo>
                    <a:pt x="2198" y="105"/>
                  </a:lnTo>
                  <a:lnTo>
                    <a:pt x="2156" y="63"/>
                  </a:lnTo>
                  <a:lnTo>
                    <a:pt x="207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4" name="Google Shape;2384;p56"/>
            <p:cNvSpPr/>
            <p:nvPr/>
          </p:nvSpPr>
          <p:spPr>
            <a:xfrm>
              <a:off x="3163092" y="3070629"/>
              <a:ext cx="23172" cy="20709"/>
            </a:xfrm>
            <a:custGeom>
              <a:avLst/>
              <a:gdLst/>
              <a:ahLst/>
              <a:cxnLst/>
              <a:rect l="l" t="t" r="r" b="b"/>
              <a:pathLst>
                <a:path w="1946" h="1821" extrusionOk="0">
                  <a:moveTo>
                    <a:pt x="293" y="0"/>
                  </a:moveTo>
                  <a:lnTo>
                    <a:pt x="105" y="21"/>
                  </a:lnTo>
                  <a:lnTo>
                    <a:pt x="105" y="42"/>
                  </a:lnTo>
                  <a:lnTo>
                    <a:pt x="63" y="63"/>
                  </a:lnTo>
                  <a:lnTo>
                    <a:pt x="84" y="63"/>
                  </a:lnTo>
                  <a:lnTo>
                    <a:pt x="63" y="209"/>
                  </a:lnTo>
                  <a:lnTo>
                    <a:pt x="0" y="230"/>
                  </a:lnTo>
                  <a:lnTo>
                    <a:pt x="63" y="251"/>
                  </a:lnTo>
                  <a:lnTo>
                    <a:pt x="126" y="272"/>
                  </a:lnTo>
                  <a:lnTo>
                    <a:pt x="167" y="377"/>
                  </a:lnTo>
                  <a:lnTo>
                    <a:pt x="63" y="460"/>
                  </a:lnTo>
                  <a:lnTo>
                    <a:pt x="0" y="586"/>
                  </a:lnTo>
                  <a:lnTo>
                    <a:pt x="21" y="690"/>
                  </a:lnTo>
                  <a:lnTo>
                    <a:pt x="188" y="837"/>
                  </a:lnTo>
                  <a:lnTo>
                    <a:pt x="335" y="837"/>
                  </a:lnTo>
                  <a:lnTo>
                    <a:pt x="418" y="879"/>
                  </a:lnTo>
                  <a:lnTo>
                    <a:pt x="481" y="983"/>
                  </a:lnTo>
                  <a:lnTo>
                    <a:pt x="523" y="983"/>
                  </a:lnTo>
                  <a:lnTo>
                    <a:pt x="607" y="879"/>
                  </a:lnTo>
                  <a:lnTo>
                    <a:pt x="586" y="774"/>
                  </a:lnTo>
                  <a:lnTo>
                    <a:pt x="418" y="670"/>
                  </a:lnTo>
                  <a:lnTo>
                    <a:pt x="377" y="586"/>
                  </a:lnTo>
                  <a:lnTo>
                    <a:pt x="418" y="565"/>
                  </a:lnTo>
                  <a:lnTo>
                    <a:pt x="523" y="649"/>
                  </a:lnTo>
                  <a:lnTo>
                    <a:pt x="628" y="690"/>
                  </a:lnTo>
                  <a:lnTo>
                    <a:pt x="649" y="774"/>
                  </a:lnTo>
                  <a:lnTo>
                    <a:pt x="753" y="858"/>
                  </a:lnTo>
                  <a:lnTo>
                    <a:pt x="795" y="983"/>
                  </a:lnTo>
                  <a:lnTo>
                    <a:pt x="921" y="1067"/>
                  </a:lnTo>
                  <a:lnTo>
                    <a:pt x="1025" y="1151"/>
                  </a:lnTo>
                  <a:lnTo>
                    <a:pt x="1109" y="1193"/>
                  </a:lnTo>
                  <a:lnTo>
                    <a:pt x="1234" y="1318"/>
                  </a:lnTo>
                  <a:lnTo>
                    <a:pt x="1255" y="1402"/>
                  </a:lnTo>
                  <a:lnTo>
                    <a:pt x="1172" y="1486"/>
                  </a:lnTo>
                  <a:lnTo>
                    <a:pt x="1172" y="1569"/>
                  </a:lnTo>
                  <a:lnTo>
                    <a:pt x="1234" y="1632"/>
                  </a:lnTo>
                  <a:lnTo>
                    <a:pt x="1360" y="1695"/>
                  </a:lnTo>
                  <a:lnTo>
                    <a:pt x="1444" y="1737"/>
                  </a:lnTo>
                  <a:lnTo>
                    <a:pt x="1486" y="1716"/>
                  </a:lnTo>
                  <a:lnTo>
                    <a:pt x="1527" y="1632"/>
                  </a:lnTo>
                  <a:lnTo>
                    <a:pt x="1465" y="1569"/>
                  </a:lnTo>
                  <a:lnTo>
                    <a:pt x="1360" y="1507"/>
                  </a:lnTo>
                  <a:lnTo>
                    <a:pt x="1360" y="1486"/>
                  </a:lnTo>
                  <a:lnTo>
                    <a:pt x="1381" y="1465"/>
                  </a:lnTo>
                  <a:lnTo>
                    <a:pt x="1465" y="1507"/>
                  </a:lnTo>
                  <a:lnTo>
                    <a:pt x="1548" y="1632"/>
                  </a:lnTo>
                  <a:lnTo>
                    <a:pt x="1548" y="1737"/>
                  </a:lnTo>
                  <a:lnTo>
                    <a:pt x="1590" y="1737"/>
                  </a:lnTo>
                  <a:lnTo>
                    <a:pt x="1632" y="1779"/>
                  </a:lnTo>
                  <a:lnTo>
                    <a:pt x="1674" y="1820"/>
                  </a:lnTo>
                  <a:lnTo>
                    <a:pt x="1737" y="1820"/>
                  </a:lnTo>
                  <a:lnTo>
                    <a:pt x="1758" y="1779"/>
                  </a:lnTo>
                  <a:lnTo>
                    <a:pt x="1758" y="1695"/>
                  </a:lnTo>
                  <a:lnTo>
                    <a:pt x="1737" y="1632"/>
                  </a:lnTo>
                  <a:lnTo>
                    <a:pt x="1737" y="1590"/>
                  </a:lnTo>
                  <a:lnTo>
                    <a:pt x="1758" y="1486"/>
                  </a:lnTo>
                  <a:lnTo>
                    <a:pt x="1841" y="1423"/>
                  </a:lnTo>
                  <a:lnTo>
                    <a:pt x="1779" y="1318"/>
                  </a:lnTo>
                  <a:lnTo>
                    <a:pt x="1695" y="1297"/>
                  </a:lnTo>
                  <a:lnTo>
                    <a:pt x="1737" y="1214"/>
                  </a:lnTo>
                  <a:lnTo>
                    <a:pt x="1779" y="1151"/>
                  </a:lnTo>
                  <a:lnTo>
                    <a:pt x="1779" y="1046"/>
                  </a:lnTo>
                  <a:lnTo>
                    <a:pt x="1841" y="983"/>
                  </a:lnTo>
                  <a:lnTo>
                    <a:pt x="1946" y="983"/>
                  </a:lnTo>
                  <a:lnTo>
                    <a:pt x="1946" y="962"/>
                  </a:lnTo>
                  <a:lnTo>
                    <a:pt x="1862" y="900"/>
                  </a:lnTo>
                  <a:lnTo>
                    <a:pt x="1758" y="879"/>
                  </a:lnTo>
                  <a:lnTo>
                    <a:pt x="1695" y="795"/>
                  </a:lnTo>
                  <a:lnTo>
                    <a:pt x="1653" y="732"/>
                  </a:lnTo>
                  <a:lnTo>
                    <a:pt x="1548" y="586"/>
                  </a:lnTo>
                  <a:lnTo>
                    <a:pt x="1465" y="481"/>
                  </a:lnTo>
                  <a:lnTo>
                    <a:pt x="1465" y="356"/>
                  </a:lnTo>
                  <a:lnTo>
                    <a:pt x="1423" y="251"/>
                  </a:lnTo>
                  <a:lnTo>
                    <a:pt x="1360" y="272"/>
                  </a:lnTo>
                  <a:lnTo>
                    <a:pt x="1339" y="335"/>
                  </a:lnTo>
                  <a:lnTo>
                    <a:pt x="1234" y="335"/>
                  </a:lnTo>
                  <a:lnTo>
                    <a:pt x="1255" y="272"/>
                  </a:lnTo>
                  <a:lnTo>
                    <a:pt x="1172" y="272"/>
                  </a:lnTo>
                  <a:lnTo>
                    <a:pt x="1130" y="314"/>
                  </a:lnTo>
                  <a:lnTo>
                    <a:pt x="1025" y="209"/>
                  </a:lnTo>
                  <a:lnTo>
                    <a:pt x="1025" y="146"/>
                  </a:lnTo>
                  <a:lnTo>
                    <a:pt x="942" y="126"/>
                  </a:lnTo>
                  <a:lnTo>
                    <a:pt x="858" y="42"/>
                  </a:lnTo>
                  <a:lnTo>
                    <a:pt x="711" y="42"/>
                  </a:lnTo>
                  <a:lnTo>
                    <a:pt x="607" y="63"/>
                  </a:lnTo>
                  <a:lnTo>
                    <a:pt x="2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5" name="Google Shape;2385;p56"/>
            <p:cNvSpPr/>
            <p:nvPr/>
          </p:nvSpPr>
          <p:spPr>
            <a:xfrm>
              <a:off x="3150875" y="3043494"/>
              <a:ext cx="32150" cy="30467"/>
            </a:xfrm>
            <a:custGeom>
              <a:avLst/>
              <a:gdLst/>
              <a:ahLst/>
              <a:cxnLst/>
              <a:rect l="l" t="t" r="r" b="b"/>
              <a:pathLst>
                <a:path w="2700" h="2679" extrusionOk="0">
                  <a:moveTo>
                    <a:pt x="2470" y="1"/>
                  </a:moveTo>
                  <a:lnTo>
                    <a:pt x="2407" y="22"/>
                  </a:lnTo>
                  <a:lnTo>
                    <a:pt x="2386" y="105"/>
                  </a:lnTo>
                  <a:lnTo>
                    <a:pt x="2302" y="126"/>
                  </a:lnTo>
                  <a:lnTo>
                    <a:pt x="2198" y="210"/>
                  </a:lnTo>
                  <a:lnTo>
                    <a:pt x="2093" y="210"/>
                  </a:lnTo>
                  <a:lnTo>
                    <a:pt x="2072" y="294"/>
                  </a:lnTo>
                  <a:lnTo>
                    <a:pt x="1988" y="252"/>
                  </a:lnTo>
                  <a:lnTo>
                    <a:pt x="1884" y="294"/>
                  </a:lnTo>
                  <a:lnTo>
                    <a:pt x="1863" y="231"/>
                  </a:lnTo>
                  <a:lnTo>
                    <a:pt x="1779" y="189"/>
                  </a:lnTo>
                  <a:lnTo>
                    <a:pt x="1737" y="189"/>
                  </a:lnTo>
                  <a:lnTo>
                    <a:pt x="1696" y="294"/>
                  </a:lnTo>
                  <a:lnTo>
                    <a:pt x="1591" y="294"/>
                  </a:lnTo>
                  <a:lnTo>
                    <a:pt x="1528" y="419"/>
                  </a:lnTo>
                  <a:lnTo>
                    <a:pt x="1528" y="461"/>
                  </a:lnTo>
                  <a:lnTo>
                    <a:pt x="1465" y="503"/>
                  </a:lnTo>
                  <a:lnTo>
                    <a:pt x="1361" y="587"/>
                  </a:lnTo>
                  <a:lnTo>
                    <a:pt x="1235" y="649"/>
                  </a:lnTo>
                  <a:lnTo>
                    <a:pt x="1214" y="691"/>
                  </a:lnTo>
                  <a:lnTo>
                    <a:pt x="1131" y="670"/>
                  </a:lnTo>
                  <a:lnTo>
                    <a:pt x="1068" y="691"/>
                  </a:lnTo>
                  <a:lnTo>
                    <a:pt x="1005" y="649"/>
                  </a:lnTo>
                  <a:lnTo>
                    <a:pt x="859" y="628"/>
                  </a:lnTo>
                  <a:lnTo>
                    <a:pt x="691" y="733"/>
                  </a:lnTo>
                  <a:lnTo>
                    <a:pt x="503" y="754"/>
                  </a:lnTo>
                  <a:lnTo>
                    <a:pt x="503" y="859"/>
                  </a:lnTo>
                  <a:lnTo>
                    <a:pt x="503" y="942"/>
                  </a:lnTo>
                  <a:lnTo>
                    <a:pt x="482" y="1089"/>
                  </a:lnTo>
                  <a:lnTo>
                    <a:pt x="419" y="1172"/>
                  </a:lnTo>
                  <a:lnTo>
                    <a:pt x="294" y="1172"/>
                  </a:lnTo>
                  <a:lnTo>
                    <a:pt x="189" y="1193"/>
                  </a:lnTo>
                  <a:lnTo>
                    <a:pt x="189" y="1256"/>
                  </a:lnTo>
                  <a:lnTo>
                    <a:pt x="126" y="1256"/>
                  </a:lnTo>
                  <a:lnTo>
                    <a:pt x="22" y="1214"/>
                  </a:lnTo>
                  <a:lnTo>
                    <a:pt x="1" y="1256"/>
                  </a:lnTo>
                  <a:lnTo>
                    <a:pt x="210" y="1507"/>
                  </a:lnTo>
                  <a:lnTo>
                    <a:pt x="315" y="1591"/>
                  </a:lnTo>
                  <a:lnTo>
                    <a:pt x="315" y="1675"/>
                  </a:lnTo>
                  <a:lnTo>
                    <a:pt x="482" y="1821"/>
                  </a:lnTo>
                  <a:lnTo>
                    <a:pt x="628" y="2030"/>
                  </a:lnTo>
                  <a:lnTo>
                    <a:pt x="900" y="2323"/>
                  </a:lnTo>
                  <a:lnTo>
                    <a:pt x="963" y="2323"/>
                  </a:lnTo>
                  <a:lnTo>
                    <a:pt x="1026" y="2344"/>
                  </a:lnTo>
                  <a:lnTo>
                    <a:pt x="1068" y="2323"/>
                  </a:lnTo>
                  <a:lnTo>
                    <a:pt x="1068" y="2407"/>
                  </a:lnTo>
                  <a:lnTo>
                    <a:pt x="1131" y="2407"/>
                  </a:lnTo>
                  <a:lnTo>
                    <a:pt x="1319" y="2386"/>
                  </a:lnTo>
                  <a:lnTo>
                    <a:pt x="1633" y="2449"/>
                  </a:lnTo>
                  <a:lnTo>
                    <a:pt x="1737" y="2428"/>
                  </a:lnTo>
                  <a:lnTo>
                    <a:pt x="1884" y="2428"/>
                  </a:lnTo>
                  <a:lnTo>
                    <a:pt x="1947" y="2512"/>
                  </a:lnTo>
                  <a:lnTo>
                    <a:pt x="2009" y="2532"/>
                  </a:lnTo>
                  <a:lnTo>
                    <a:pt x="2009" y="2595"/>
                  </a:lnTo>
                  <a:lnTo>
                    <a:pt x="2156" y="2679"/>
                  </a:lnTo>
                  <a:lnTo>
                    <a:pt x="2198" y="2658"/>
                  </a:lnTo>
                  <a:lnTo>
                    <a:pt x="2260" y="2658"/>
                  </a:lnTo>
                  <a:lnTo>
                    <a:pt x="2302" y="2637"/>
                  </a:lnTo>
                  <a:lnTo>
                    <a:pt x="2281" y="2553"/>
                  </a:lnTo>
                  <a:lnTo>
                    <a:pt x="2219" y="2470"/>
                  </a:lnTo>
                  <a:lnTo>
                    <a:pt x="2198" y="2344"/>
                  </a:lnTo>
                  <a:lnTo>
                    <a:pt x="2281" y="2219"/>
                  </a:lnTo>
                  <a:lnTo>
                    <a:pt x="2302" y="2135"/>
                  </a:lnTo>
                  <a:lnTo>
                    <a:pt x="2302" y="2009"/>
                  </a:lnTo>
                  <a:lnTo>
                    <a:pt x="2281" y="2093"/>
                  </a:lnTo>
                  <a:lnTo>
                    <a:pt x="2260" y="2135"/>
                  </a:lnTo>
                  <a:lnTo>
                    <a:pt x="2198" y="2156"/>
                  </a:lnTo>
                  <a:lnTo>
                    <a:pt x="2198" y="2093"/>
                  </a:lnTo>
                  <a:lnTo>
                    <a:pt x="2219" y="2009"/>
                  </a:lnTo>
                  <a:lnTo>
                    <a:pt x="2281" y="1884"/>
                  </a:lnTo>
                  <a:lnTo>
                    <a:pt x="2260" y="1800"/>
                  </a:lnTo>
                  <a:lnTo>
                    <a:pt x="2260" y="1716"/>
                  </a:lnTo>
                  <a:lnTo>
                    <a:pt x="2344" y="1528"/>
                  </a:lnTo>
                  <a:lnTo>
                    <a:pt x="2386" y="1528"/>
                  </a:lnTo>
                  <a:lnTo>
                    <a:pt x="2365" y="1591"/>
                  </a:lnTo>
                  <a:lnTo>
                    <a:pt x="2365" y="1675"/>
                  </a:lnTo>
                  <a:lnTo>
                    <a:pt x="2365" y="1800"/>
                  </a:lnTo>
                  <a:lnTo>
                    <a:pt x="2386" y="1800"/>
                  </a:lnTo>
                  <a:lnTo>
                    <a:pt x="2428" y="1716"/>
                  </a:lnTo>
                  <a:lnTo>
                    <a:pt x="2470" y="1486"/>
                  </a:lnTo>
                  <a:lnTo>
                    <a:pt x="2470" y="1214"/>
                  </a:lnTo>
                  <a:lnTo>
                    <a:pt x="2491" y="1172"/>
                  </a:lnTo>
                  <a:lnTo>
                    <a:pt x="2428" y="1089"/>
                  </a:lnTo>
                  <a:lnTo>
                    <a:pt x="2407" y="1068"/>
                  </a:lnTo>
                  <a:lnTo>
                    <a:pt x="2407" y="1005"/>
                  </a:lnTo>
                  <a:lnTo>
                    <a:pt x="2470" y="963"/>
                  </a:lnTo>
                  <a:lnTo>
                    <a:pt x="2491" y="963"/>
                  </a:lnTo>
                  <a:lnTo>
                    <a:pt x="2512" y="984"/>
                  </a:lnTo>
                  <a:lnTo>
                    <a:pt x="2533" y="838"/>
                  </a:lnTo>
                  <a:lnTo>
                    <a:pt x="2637" y="691"/>
                  </a:lnTo>
                  <a:lnTo>
                    <a:pt x="2700" y="628"/>
                  </a:lnTo>
                  <a:lnTo>
                    <a:pt x="2700" y="566"/>
                  </a:lnTo>
                  <a:lnTo>
                    <a:pt x="2637" y="524"/>
                  </a:lnTo>
                  <a:lnTo>
                    <a:pt x="2637" y="461"/>
                  </a:lnTo>
                  <a:lnTo>
                    <a:pt x="2679" y="377"/>
                  </a:lnTo>
                  <a:lnTo>
                    <a:pt x="2637" y="273"/>
                  </a:lnTo>
                  <a:lnTo>
                    <a:pt x="2637" y="126"/>
                  </a:lnTo>
                  <a:lnTo>
                    <a:pt x="2679" y="63"/>
                  </a:lnTo>
                  <a:lnTo>
                    <a:pt x="2700" y="43"/>
                  </a:lnTo>
                  <a:lnTo>
                    <a:pt x="2533" y="43"/>
                  </a:lnTo>
                  <a:lnTo>
                    <a:pt x="25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6" name="Google Shape;2386;p56"/>
            <p:cNvSpPr/>
            <p:nvPr/>
          </p:nvSpPr>
          <p:spPr>
            <a:xfrm>
              <a:off x="3140409" y="3037308"/>
              <a:ext cx="43617" cy="20948"/>
            </a:xfrm>
            <a:custGeom>
              <a:avLst/>
              <a:gdLst/>
              <a:ahLst/>
              <a:cxnLst/>
              <a:rect l="l" t="t" r="r" b="b"/>
              <a:pathLst>
                <a:path w="3663" h="1842" extrusionOk="0">
                  <a:moveTo>
                    <a:pt x="1926" y="1"/>
                  </a:moveTo>
                  <a:lnTo>
                    <a:pt x="1905" y="43"/>
                  </a:lnTo>
                  <a:lnTo>
                    <a:pt x="1968" y="105"/>
                  </a:lnTo>
                  <a:lnTo>
                    <a:pt x="1863" y="126"/>
                  </a:lnTo>
                  <a:lnTo>
                    <a:pt x="1800" y="168"/>
                  </a:lnTo>
                  <a:lnTo>
                    <a:pt x="1696" y="147"/>
                  </a:lnTo>
                  <a:lnTo>
                    <a:pt x="1507" y="168"/>
                  </a:lnTo>
                  <a:lnTo>
                    <a:pt x="943" y="168"/>
                  </a:lnTo>
                  <a:lnTo>
                    <a:pt x="775" y="252"/>
                  </a:lnTo>
                  <a:lnTo>
                    <a:pt x="712" y="210"/>
                  </a:lnTo>
                  <a:lnTo>
                    <a:pt x="712" y="252"/>
                  </a:lnTo>
                  <a:lnTo>
                    <a:pt x="629" y="315"/>
                  </a:lnTo>
                  <a:lnTo>
                    <a:pt x="566" y="419"/>
                  </a:lnTo>
                  <a:lnTo>
                    <a:pt x="419" y="482"/>
                  </a:lnTo>
                  <a:lnTo>
                    <a:pt x="336" y="482"/>
                  </a:lnTo>
                  <a:lnTo>
                    <a:pt x="189" y="649"/>
                  </a:lnTo>
                  <a:lnTo>
                    <a:pt x="106" y="754"/>
                  </a:lnTo>
                  <a:lnTo>
                    <a:pt x="126" y="838"/>
                  </a:lnTo>
                  <a:lnTo>
                    <a:pt x="43" y="984"/>
                  </a:lnTo>
                  <a:lnTo>
                    <a:pt x="1" y="1047"/>
                  </a:lnTo>
                  <a:lnTo>
                    <a:pt x="43" y="1005"/>
                  </a:lnTo>
                  <a:lnTo>
                    <a:pt x="126" y="1047"/>
                  </a:lnTo>
                  <a:lnTo>
                    <a:pt x="147" y="1068"/>
                  </a:lnTo>
                  <a:lnTo>
                    <a:pt x="210" y="1089"/>
                  </a:lnTo>
                  <a:lnTo>
                    <a:pt x="252" y="1151"/>
                  </a:lnTo>
                  <a:lnTo>
                    <a:pt x="399" y="1110"/>
                  </a:lnTo>
                  <a:lnTo>
                    <a:pt x="503" y="1151"/>
                  </a:lnTo>
                  <a:lnTo>
                    <a:pt x="566" y="1256"/>
                  </a:lnTo>
                  <a:lnTo>
                    <a:pt x="608" y="1298"/>
                  </a:lnTo>
                  <a:lnTo>
                    <a:pt x="650" y="1361"/>
                  </a:lnTo>
                  <a:lnTo>
                    <a:pt x="671" y="1298"/>
                  </a:lnTo>
                  <a:lnTo>
                    <a:pt x="712" y="1256"/>
                  </a:lnTo>
                  <a:lnTo>
                    <a:pt x="817" y="1214"/>
                  </a:lnTo>
                  <a:lnTo>
                    <a:pt x="859" y="1256"/>
                  </a:lnTo>
                  <a:lnTo>
                    <a:pt x="943" y="1277"/>
                  </a:lnTo>
                  <a:lnTo>
                    <a:pt x="943" y="1382"/>
                  </a:lnTo>
                  <a:lnTo>
                    <a:pt x="922" y="1486"/>
                  </a:lnTo>
                  <a:lnTo>
                    <a:pt x="922" y="1507"/>
                  </a:lnTo>
                  <a:lnTo>
                    <a:pt x="880" y="1612"/>
                  </a:lnTo>
                  <a:lnTo>
                    <a:pt x="922" y="1675"/>
                  </a:lnTo>
                  <a:lnTo>
                    <a:pt x="963" y="1696"/>
                  </a:lnTo>
                  <a:lnTo>
                    <a:pt x="984" y="1716"/>
                  </a:lnTo>
                  <a:lnTo>
                    <a:pt x="1047" y="1716"/>
                  </a:lnTo>
                  <a:lnTo>
                    <a:pt x="1068" y="1696"/>
                  </a:lnTo>
                  <a:lnTo>
                    <a:pt x="1131" y="1716"/>
                  </a:lnTo>
                  <a:lnTo>
                    <a:pt x="1131" y="1800"/>
                  </a:lnTo>
                  <a:lnTo>
                    <a:pt x="1152" y="1842"/>
                  </a:lnTo>
                  <a:lnTo>
                    <a:pt x="1256" y="1821"/>
                  </a:lnTo>
                  <a:lnTo>
                    <a:pt x="1382" y="1821"/>
                  </a:lnTo>
                  <a:lnTo>
                    <a:pt x="1445" y="1737"/>
                  </a:lnTo>
                  <a:lnTo>
                    <a:pt x="1445" y="1591"/>
                  </a:lnTo>
                  <a:lnTo>
                    <a:pt x="1445" y="1507"/>
                  </a:lnTo>
                  <a:lnTo>
                    <a:pt x="1445" y="1403"/>
                  </a:lnTo>
                  <a:lnTo>
                    <a:pt x="1612" y="1382"/>
                  </a:lnTo>
                  <a:lnTo>
                    <a:pt x="1800" y="1277"/>
                  </a:lnTo>
                  <a:lnTo>
                    <a:pt x="1926" y="1298"/>
                  </a:lnTo>
                  <a:lnTo>
                    <a:pt x="2010" y="1361"/>
                  </a:lnTo>
                  <a:lnTo>
                    <a:pt x="2072" y="1361"/>
                  </a:lnTo>
                  <a:lnTo>
                    <a:pt x="2135" y="1382"/>
                  </a:lnTo>
                  <a:lnTo>
                    <a:pt x="2177" y="1298"/>
                  </a:lnTo>
                  <a:lnTo>
                    <a:pt x="2303" y="1277"/>
                  </a:lnTo>
                  <a:lnTo>
                    <a:pt x="2407" y="1151"/>
                  </a:lnTo>
                  <a:lnTo>
                    <a:pt x="2449" y="1110"/>
                  </a:lnTo>
                  <a:lnTo>
                    <a:pt x="2491" y="1068"/>
                  </a:lnTo>
                  <a:lnTo>
                    <a:pt x="2554" y="900"/>
                  </a:lnTo>
                  <a:lnTo>
                    <a:pt x="2658" y="900"/>
                  </a:lnTo>
                  <a:lnTo>
                    <a:pt x="2700" y="796"/>
                  </a:lnTo>
                  <a:lnTo>
                    <a:pt x="2742" y="796"/>
                  </a:lnTo>
                  <a:lnTo>
                    <a:pt x="2826" y="879"/>
                  </a:lnTo>
                  <a:lnTo>
                    <a:pt x="2847" y="900"/>
                  </a:lnTo>
                  <a:lnTo>
                    <a:pt x="2951" y="900"/>
                  </a:lnTo>
                  <a:lnTo>
                    <a:pt x="3035" y="942"/>
                  </a:lnTo>
                  <a:lnTo>
                    <a:pt x="3056" y="859"/>
                  </a:lnTo>
                  <a:lnTo>
                    <a:pt x="3139" y="859"/>
                  </a:lnTo>
                  <a:lnTo>
                    <a:pt x="3244" y="775"/>
                  </a:lnTo>
                  <a:lnTo>
                    <a:pt x="3328" y="754"/>
                  </a:lnTo>
                  <a:lnTo>
                    <a:pt x="3349" y="670"/>
                  </a:lnTo>
                  <a:lnTo>
                    <a:pt x="3391" y="649"/>
                  </a:lnTo>
                  <a:lnTo>
                    <a:pt x="3453" y="649"/>
                  </a:lnTo>
                  <a:lnTo>
                    <a:pt x="3474" y="670"/>
                  </a:lnTo>
                  <a:lnTo>
                    <a:pt x="3642" y="670"/>
                  </a:lnTo>
                  <a:lnTo>
                    <a:pt x="3663" y="628"/>
                  </a:lnTo>
                  <a:lnTo>
                    <a:pt x="3642" y="566"/>
                  </a:lnTo>
                  <a:lnTo>
                    <a:pt x="3495" y="461"/>
                  </a:lnTo>
                  <a:lnTo>
                    <a:pt x="3370" y="419"/>
                  </a:lnTo>
                  <a:lnTo>
                    <a:pt x="3370" y="419"/>
                  </a:lnTo>
                  <a:lnTo>
                    <a:pt x="3432" y="524"/>
                  </a:lnTo>
                  <a:lnTo>
                    <a:pt x="3286" y="524"/>
                  </a:lnTo>
                  <a:lnTo>
                    <a:pt x="3139" y="482"/>
                  </a:lnTo>
                  <a:lnTo>
                    <a:pt x="3077" y="461"/>
                  </a:lnTo>
                  <a:lnTo>
                    <a:pt x="2972" y="440"/>
                  </a:lnTo>
                  <a:lnTo>
                    <a:pt x="2867" y="440"/>
                  </a:lnTo>
                  <a:lnTo>
                    <a:pt x="2909" y="377"/>
                  </a:lnTo>
                  <a:lnTo>
                    <a:pt x="2972" y="377"/>
                  </a:lnTo>
                  <a:lnTo>
                    <a:pt x="2972" y="315"/>
                  </a:lnTo>
                  <a:lnTo>
                    <a:pt x="3035" y="315"/>
                  </a:lnTo>
                  <a:lnTo>
                    <a:pt x="3119" y="335"/>
                  </a:lnTo>
                  <a:lnTo>
                    <a:pt x="3265" y="377"/>
                  </a:lnTo>
                  <a:lnTo>
                    <a:pt x="3286" y="356"/>
                  </a:lnTo>
                  <a:lnTo>
                    <a:pt x="3181" y="273"/>
                  </a:lnTo>
                  <a:lnTo>
                    <a:pt x="3035" y="210"/>
                  </a:lnTo>
                  <a:lnTo>
                    <a:pt x="2951" y="168"/>
                  </a:lnTo>
                  <a:lnTo>
                    <a:pt x="2847" y="210"/>
                  </a:lnTo>
                  <a:lnTo>
                    <a:pt x="2805" y="168"/>
                  </a:lnTo>
                  <a:lnTo>
                    <a:pt x="2763" y="252"/>
                  </a:lnTo>
                  <a:lnTo>
                    <a:pt x="2700" y="210"/>
                  </a:lnTo>
                  <a:lnTo>
                    <a:pt x="2428" y="168"/>
                  </a:lnTo>
                  <a:lnTo>
                    <a:pt x="2198" y="147"/>
                  </a:lnTo>
                  <a:lnTo>
                    <a:pt x="2072" y="43"/>
                  </a:lnTo>
                  <a:lnTo>
                    <a:pt x="19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7" name="Google Shape;2387;p56"/>
            <p:cNvSpPr/>
            <p:nvPr/>
          </p:nvSpPr>
          <p:spPr>
            <a:xfrm>
              <a:off x="3134431" y="3048737"/>
              <a:ext cx="17206" cy="9519"/>
            </a:xfrm>
            <a:custGeom>
              <a:avLst/>
              <a:gdLst/>
              <a:ahLst/>
              <a:cxnLst/>
              <a:rect l="l" t="t" r="r" b="b"/>
              <a:pathLst>
                <a:path w="1445" h="837" extrusionOk="0">
                  <a:moveTo>
                    <a:pt x="545" y="0"/>
                  </a:moveTo>
                  <a:lnTo>
                    <a:pt x="503" y="42"/>
                  </a:lnTo>
                  <a:lnTo>
                    <a:pt x="398" y="105"/>
                  </a:lnTo>
                  <a:lnTo>
                    <a:pt x="398" y="167"/>
                  </a:lnTo>
                  <a:lnTo>
                    <a:pt x="294" y="188"/>
                  </a:lnTo>
                  <a:lnTo>
                    <a:pt x="168" y="251"/>
                  </a:lnTo>
                  <a:lnTo>
                    <a:pt x="64" y="356"/>
                  </a:lnTo>
                  <a:lnTo>
                    <a:pt x="64" y="398"/>
                  </a:lnTo>
                  <a:lnTo>
                    <a:pt x="1" y="481"/>
                  </a:lnTo>
                  <a:lnTo>
                    <a:pt x="168" y="481"/>
                  </a:lnTo>
                  <a:lnTo>
                    <a:pt x="273" y="586"/>
                  </a:lnTo>
                  <a:lnTo>
                    <a:pt x="398" y="607"/>
                  </a:lnTo>
                  <a:lnTo>
                    <a:pt x="440" y="607"/>
                  </a:lnTo>
                  <a:lnTo>
                    <a:pt x="649" y="691"/>
                  </a:lnTo>
                  <a:lnTo>
                    <a:pt x="838" y="795"/>
                  </a:lnTo>
                  <a:lnTo>
                    <a:pt x="859" y="732"/>
                  </a:lnTo>
                  <a:lnTo>
                    <a:pt x="796" y="691"/>
                  </a:lnTo>
                  <a:lnTo>
                    <a:pt x="817" y="670"/>
                  </a:lnTo>
                  <a:lnTo>
                    <a:pt x="921" y="670"/>
                  </a:lnTo>
                  <a:lnTo>
                    <a:pt x="1005" y="795"/>
                  </a:lnTo>
                  <a:lnTo>
                    <a:pt x="1068" y="837"/>
                  </a:lnTo>
                  <a:lnTo>
                    <a:pt x="1340" y="837"/>
                  </a:lnTo>
                  <a:lnTo>
                    <a:pt x="1424" y="732"/>
                  </a:lnTo>
                  <a:lnTo>
                    <a:pt x="1382" y="691"/>
                  </a:lnTo>
                  <a:lnTo>
                    <a:pt x="1424" y="670"/>
                  </a:lnTo>
                  <a:lnTo>
                    <a:pt x="1382" y="607"/>
                  </a:lnTo>
                  <a:lnTo>
                    <a:pt x="1424" y="502"/>
                  </a:lnTo>
                  <a:lnTo>
                    <a:pt x="1424" y="481"/>
                  </a:lnTo>
                  <a:lnTo>
                    <a:pt x="1445" y="377"/>
                  </a:lnTo>
                  <a:lnTo>
                    <a:pt x="1445" y="272"/>
                  </a:lnTo>
                  <a:lnTo>
                    <a:pt x="1361" y="251"/>
                  </a:lnTo>
                  <a:lnTo>
                    <a:pt x="1319" y="209"/>
                  </a:lnTo>
                  <a:lnTo>
                    <a:pt x="1214" y="251"/>
                  </a:lnTo>
                  <a:lnTo>
                    <a:pt x="1173" y="293"/>
                  </a:lnTo>
                  <a:lnTo>
                    <a:pt x="1152" y="356"/>
                  </a:lnTo>
                  <a:lnTo>
                    <a:pt x="1110" y="293"/>
                  </a:lnTo>
                  <a:lnTo>
                    <a:pt x="1068" y="251"/>
                  </a:lnTo>
                  <a:lnTo>
                    <a:pt x="1005" y="146"/>
                  </a:lnTo>
                  <a:lnTo>
                    <a:pt x="901" y="105"/>
                  </a:lnTo>
                  <a:lnTo>
                    <a:pt x="754" y="146"/>
                  </a:lnTo>
                  <a:lnTo>
                    <a:pt x="712" y="84"/>
                  </a:lnTo>
                  <a:lnTo>
                    <a:pt x="649" y="63"/>
                  </a:lnTo>
                  <a:lnTo>
                    <a:pt x="628" y="42"/>
                  </a:lnTo>
                  <a:lnTo>
                    <a:pt x="54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8" name="Google Shape;2388;p56"/>
            <p:cNvSpPr/>
            <p:nvPr/>
          </p:nvSpPr>
          <p:spPr>
            <a:xfrm>
              <a:off x="3142159" y="3021841"/>
              <a:ext cx="7978" cy="16672"/>
            </a:xfrm>
            <a:custGeom>
              <a:avLst/>
              <a:gdLst/>
              <a:ahLst/>
              <a:cxnLst/>
              <a:rect l="l" t="t" r="r" b="b"/>
              <a:pathLst>
                <a:path w="670" h="1466" extrusionOk="0">
                  <a:moveTo>
                    <a:pt x="398" y="1"/>
                  </a:moveTo>
                  <a:lnTo>
                    <a:pt x="377" y="43"/>
                  </a:lnTo>
                  <a:lnTo>
                    <a:pt x="356" y="147"/>
                  </a:lnTo>
                  <a:lnTo>
                    <a:pt x="272" y="231"/>
                  </a:lnTo>
                  <a:lnTo>
                    <a:pt x="272" y="252"/>
                  </a:lnTo>
                  <a:lnTo>
                    <a:pt x="210" y="273"/>
                  </a:lnTo>
                  <a:lnTo>
                    <a:pt x="189" y="315"/>
                  </a:lnTo>
                  <a:lnTo>
                    <a:pt x="168" y="273"/>
                  </a:lnTo>
                  <a:lnTo>
                    <a:pt x="168" y="231"/>
                  </a:lnTo>
                  <a:lnTo>
                    <a:pt x="84" y="231"/>
                  </a:lnTo>
                  <a:lnTo>
                    <a:pt x="42" y="273"/>
                  </a:lnTo>
                  <a:lnTo>
                    <a:pt x="0" y="356"/>
                  </a:lnTo>
                  <a:lnTo>
                    <a:pt x="0" y="1423"/>
                  </a:lnTo>
                  <a:lnTo>
                    <a:pt x="84" y="1423"/>
                  </a:lnTo>
                  <a:lnTo>
                    <a:pt x="105" y="1465"/>
                  </a:lnTo>
                  <a:lnTo>
                    <a:pt x="168" y="1465"/>
                  </a:lnTo>
                  <a:lnTo>
                    <a:pt x="210" y="1361"/>
                  </a:lnTo>
                  <a:lnTo>
                    <a:pt x="314" y="1256"/>
                  </a:lnTo>
                  <a:lnTo>
                    <a:pt x="398" y="1298"/>
                  </a:lnTo>
                  <a:lnTo>
                    <a:pt x="565" y="1068"/>
                  </a:lnTo>
                  <a:lnTo>
                    <a:pt x="607" y="900"/>
                  </a:lnTo>
                  <a:lnTo>
                    <a:pt x="607" y="733"/>
                  </a:lnTo>
                  <a:lnTo>
                    <a:pt x="565" y="670"/>
                  </a:lnTo>
                  <a:lnTo>
                    <a:pt x="586" y="482"/>
                  </a:lnTo>
                  <a:lnTo>
                    <a:pt x="628" y="377"/>
                  </a:lnTo>
                  <a:lnTo>
                    <a:pt x="670" y="105"/>
                  </a:lnTo>
                  <a:lnTo>
                    <a:pt x="670" y="43"/>
                  </a:lnTo>
                  <a:lnTo>
                    <a:pt x="670" y="1"/>
                  </a:lnTo>
                  <a:lnTo>
                    <a:pt x="586" y="1"/>
                  </a:lnTo>
                  <a:lnTo>
                    <a:pt x="524" y="43"/>
                  </a:lnTo>
                  <a:lnTo>
                    <a:pt x="5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9" name="Google Shape;2389;p56"/>
            <p:cNvSpPr/>
            <p:nvPr/>
          </p:nvSpPr>
          <p:spPr>
            <a:xfrm>
              <a:off x="3120487" y="3025651"/>
              <a:ext cx="28411" cy="28568"/>
            </a:xfrm>
            <a:custGeom>
              <a:avLst/>
              <a:gdLst/>
              <a:ahLst/>
              <a:cxnLst/>
              <a:rect l="l" t="t" r="r" b="b"/>
              <a:pathLst>
                <a:path w="2386" h="2512" extrusionOk="0">
                  <a:moveTo>
                    <a:pt x="837" y="0"/>
                  </a:moveTo>
                  <a:lnTo>
                    <a:pt x="816" y="314"/>
                  </a:lnTo>
                  <a:lnTo>
                    <a:pt x="565" y="335"/>
                  </a:lnTo>
                  <a:lnTo>
                    <a:pt x="649" y="419"/>
                  </a:lnTo>
                  <a:lnTo>
                    <a:pt x="670" y="461"/>
                  </a:lnTo>
                  <a:lnTo>
                    <a:pt x="774" y="565"/>
                  </a:lnTo>
                  <a:lnTo>
                    <a:pt x="858" y="649"/>
                  </a:lnTo>
                  <a:lnTo>
                    <a:pt x="942" y="649"/>
                  </a:lnTo>
                  <a:lnTo>
                    <a:pt x="963" y="712"/>
                  </a:lnTo>
                  <a:lnTo>
                    <a:pt x="983" y="816"/>
                  </a:lnTo>
                  <a:lnTo>
                    <a:pt x="1025" y="837"/>
                  </a:lnTo>
                  <a:lnTo>
                    <a:pt x="1130" y="858"/>
                  </a:lnTo>
                  <a:lnTo>
                    <a:pt x="1193" y="879"/>
                  </a:lnTo>
                  <a:lnTo>
                    <a:pt x="1193" y="963"/>
                  </a:lnTo>
                  <a:lnTo>
                    <a:pt x="1130" y="1026"/>
                  </a:lnTo>
                  <a:lnTo>
                    <a:pt x="398" y="1026"/>
                  </a:lnTo>
                  <a:lnTo>
                    <a:pt x="42" y="1570"/>
                  </a:lnTo>
                  <a:lnTo>
                    <a:pt x="42" y="1674"/>
                  </a:lnTo>
                  <a:lnTo>
                    <a:pt x="84" y="1695"/>
                  </a:lnTo>
                  <a:lnTo>
                    <a:pt x="42" y="1758"/>
                  </a:lnTo>
                  <a:lnTo>
                    <a:pt x="84" y="1800"/>
                  </a:lnTo>
                  <a:lnTo>
                    <a:pt x="105" y="1821"/>
                  </a:lnTo>
                  <a:lnTo>
                    <a:pt x="105" y="1863"/>
                  </a:lnTo>
                  <a:lnTo>
                    <a:pt x="42" y="1904"/>
                  </a:lnTo>
                  <a:lnTo>
                    <a:pt x="21" y="1967"/>
                  </a:lnTo>
                  <a:lnTo>
                    <a:pt x="0" y="1988"/>
                  </a:lnTo>
                  <a:lnTo>
                    <a:pt x="105" y="2093"/>
                  </a:lnTo>
                  <a:lnTo>
                    <a:pt x="147" y="2218"/>
                  </a:lnTo>
                  <a:lnTo>
                    <a:pt x="251" y="2218"/>
                  </a:lnTo>
                  <a:lnTo>
                    <a:pt x="335" y="2323"/>
                  </a:lnTo>
                  <a:lnTo>
                    <a:pt x="628" y="2428"/>
                  </a:lnTo>
                  <a:lnTo>
                    <a:pt x="942" y="2428"/>
                  </a:lnTo>
                  <a:lnTo>
                    <a:pt x="1172" y="2511"/>
                  </a:lnTo>
                  <a:lnTo>
                    <a:pt x="1235" y="2428"/>
                  </a:lnTo>
                  <a:lnTo>
                    <a:pt x="1235" y="2386"/>
                  </a:lnTo>
                  <a:lnTo>
                    <a:pt x="1339" y="2281"/>
                  </a:lnTo>
                  <a:lnTo>
                    <a:pt x="1465" y="2218"/>
                  </a:lnTo>
                  <a:lnTo>
                    <a:pt x="1569" y="2197"/>
                  </a:lnTo>
                  <a:lnTo>
                    <a:pt x="1569" y="2135"/>
                  </a:lnTo>
                  <a:lnTo>
                    <a:pt x="1716" y="2009"/>
                  </a:lnTo>
                  <a:lnTo>
                    <a:pt x="1799" y="1863"/>
                  </a:lnTo>
                  <a:lnTo>
                    <a:pt x="1779" y="1779"/>
                  </a:lnTo>
                  <a:lnTo>
                    <a:pt x="1862" y="1674"/>
                  </a:lnTo>
                  <a:lnTo>
                    <a:pt x="2009" y="1507"/>
                  </a:lnTo>
                  <a:lnTo>
                    <a:pt x="2092" y="1507"/>
                  </a:lnTo>
                  <a:lnTo>
                    <a:pt x="2239" y="1444"/>
                  </a:lnTo>
                  <a:lnTo>
                    <a:pt x="2302" y="1340"/>
                  </a:lnTo>
                  <a:lnTo>
                    <a:pt x="2385" y="1277"/>
                  </a:lnTo>
                  <a:lnTo>
                    <a:pt x="2385" y="1235"/>
                  </a:lnTo>
                  <a:lnTo>
                    <a:pt x="2344" y="1172"/>
                  </a:lnTo>
                  <a:lnTo>
                    <a:pt x="2239" y="1172"/>
                  </a:lnTo>
                  <a:lnTo>
                    <a:pt x="2218" y="1256"/>
                  </a:lnTo>
                  <a:lnTo>
                    <a:pt x="2113" y="1172"/>
                  </a:lnTo>
                  <a:lnTo>
                    <a:pt x="2030" y="1172"/>
                  </a:lnTo>
                  <a:lnTo>
                    <a:pt x="1988" y="1130"/>
                  </a:lnTo>
                  <a:lnTo>
                    <a:pt x="1925" y="1130"/>
                  </a:lnTo>
                  <a:lnTo>
                    <a:pt x="1904" y="1088"/>
                  </a:lnTo>
                  <a:lnTo>
                    <a:pt x="1820" y="1088"/>
                  </a:lnTo>
                  <a:lnTo>
                    <a:pt x="1820" y="21"/>
                  </a:lnTo>
                  <a:lnTo>
                    <a:pt x="8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0" name="Google Shape;2390;p56"/>
            <p:cNvSpPr/>
            <p:nvPr/>
          </p:nvSpPr>
          <p:spPr>
            <a:xfrm>
              <a:off x="2965761" y="2909287"/>
              <a:ext cx="196343" cy="138983"/>
            </a:xfrm>
            <a:custGeom>
              <a:avLst/>
              <a:gdLst/>
              <a:ahLst/>
              <a:cxnLst/>
              <a:rect l="l" t="t" r="r" b="b"/>
              <a:pathLst>
                <a:path w="16489" h="12221" extrusionOk="0">
                  <a:moveTo>
                    <a:pt x="1381" y="1"/>
                  </a:moveTo>
                  <a:lnTo>
                    <a:pt x="1" y="22"/>
                  </a:lnTo>
                  <a:lnTo>
                    <a:pt x="21" y="168"/>
                  </a:lnTo>
                  <a:lnTo>
                    <a:pt x="105" y="482"/>
                  </a:lnTo>
                  <a:lnTo>
                    <a:pt x="168" y="587"/>
                  </a:lnTo>
                  <a:lnTo>
                    <a:pt x="231" y="691"/>
                  </a:lnTo>
                  <a:lnTo>
                    <a:pt x="168" y="712"/>
                  </a:lnTo>
                  <a:lnTo>
                    <a:pt x="168" y="796"/>
                  </a:lnTo>
                  <a:lnTo>
                    <a:pt x="189" y="901"/>
                  </a:lnTo>
                  <a:lnTo>
                    <a:pt x="356" y="1110"/>
                  </a:lnTo>
                  <a:lnTo>
                    <a:pt x="356" y="1152"/>
                  </a:lnTo>
                  <a:lnTo>
                    <a:pt x="314" y="1173"/>
                  </a:lnTo>
                  <a:lnTo>
                    <a:pt x="335" y="1256"/>
                  </a:lnTo>
                  <a:lnTo>
                    <a:pt x="461" y="1361"/>
                  </a:lnTo>
                  <a:lnTo>
                    <a:pt x="482" y="1486"/>
                  </a:lnTo>
                  <a:lnTo>
                    <a:pt x="440" y="1549"/>
                  </a:lnTo>
                  <a:lnTo>
                    <a:pt x="440" y="1654"/>
                  </a:lnTo>
                  <a:lnTo>
                    <a:pt x="524" y="1696"/>
                  </a:lnTo>
                  <a:lnTo>
                    <a:pt x="545" y="1779"/>
                  </a:lnTo>
                  <a:lnTo>
                    <a:pt x="545" y="1968"/>
                  </a:lnTo>
                  <a:lnTo>
                    <a:pt x="586" y="2114"/>
                  </a:lnTo>
                  <a:lnTo>
                    <a:pt x="691" y="2219"/>
                  </a:lnTo>
                  <a:lnTo>
                    <a:pt x="754" y="2219"/>
                  </a:lnTo>
                  <a:lnTo>
                    <a:pt x="942" y="2386"/>
                  </a:lnTo>
                  <a:lnTo>
                    <a:pt x="1005" y="2512"/>
                  </a:lnTo>
                  <a:lnTo>
                    <a:pt x="1047" y="2595"/>
                  </a:lnTo>
                  <a:lnTo>
                    <a:pt x="1172" y="2721"/>
                  </a:lnTo>
                  <a:lnTo>
                    <a:pt x="1214" y="2909"/>
                  </a:lnTo>
                  <a:lnTo>
                    <a:pt x="1277" y="2930"/>
                  </a:lnTo>
                  <a:lnTo>
                    <a:pt x="1361" y="3056"/>
                  </a:lnTo>
                  <a:lnTo>
                    <a:pt x="1298" y="3139"/>
                  </a:lnTo>
                  <a:lnTo>
                    <a:pt x="1277" y="3202"/>
                  </a:lnTo>
                  <a:lnTo>
                    <a:pt x="1319" y="3265"/>
                  </a:lnTo>
                  <a:lnTo>
                    <a:pt x="1298" y="3349"/>
                  </a:lnTo>
                  <a:lnTo>
                    <a:pt x="1214" y="3328"/>
                  </a:lnTo>
                  <a:lnTo>
                    <a:pt x="1172" y="3411"/>
                  </a:lnTo>
                  <a:lnTo>
                    <a:pt x="1193" y="3432"/>
                  </a:lnTo>
                  <a:lnTo>
                    <a:pt x="1277" y="3432"/>
                  </a:lnTo>
                  <a:lnTo>
                    <a:pt x="1277" y="3516"/>
                  </a:lnTo>
                  <a:lnTo>
                    <a:pt x="1214" y="3558"/>
                  </a:lnTo>
                  <a:lnTo>
                    <a:pt x="1151" y="3516"/>
                  </a:lnTo>
                  <a:lnTo>
                    <a:pt x="1005" y="3516"/>
                  </a:lnTo>
                  <a:lnTo>
                    <a:pt x="900" y="3453"/>
                  </a:lnTo>
                  <a:lnTo>
                    <a:pt x="775" y="3474"/>
                  </a:lnTo>
                  <a:lnTo>
                    <a:pt x="712" y="3516"/>
                  </a:lnTo>
                  <a:lnTo>
                    <a:pt x="858" y="3662"/>
                  </a:lnTo>
                  <a:lnTo>
                    <a:pt x="963" y="3725"/>
                  </a:lnTo>
                  <a:lnTo>
                    <a:pt x="963" y="3830"/>
                  </a:lnTo>
                  <a:lnTo>
                    <a:pt x="1005" y="3934"/>
                  </a:lnTo>
                  <a:lnTo>
                    <a:pt x="1109" y="3955"/>
                  </a:lnTo>
                  <a:lnTo>
                    <a:pt x="1235" y="4039"/>
                  </a:lnTo>
                  <a:lnTo>
                    <a:pt x="1235" y="4081"/>
                  </a:lnTo>
                  <a:lnTo>
                    <a:pt x="1319" y="4081"/>
                  </a:lnTo>
                  <a:lnTo>
                    <a:pt x="1402" y="4102"/>
                  </a:lnTo>
                  <a:lnTo>
                    <a:pt x="1381" y="4144"/>
                  </a:lnTo>
                  <a:lnTo>
                    <a:pt x="1423" y="4206"/>
                  </a:lnTo>
                  <a:lnTo>
                    <a:pt x="1507" y="4186"/>
                  </a:lnTo>
                  <a:lnTo>
                    <a:pt x="1591" y="4186"/>
                  </a:lnTo>
                  <a:lnTo>
                    <a:pt x="1674" y="4081"/>
                  </a:lnTo>
                  <a:lnTo>
                    <a:pt x="1716" y="4081"/>
                  </a:lnTo>
                  <a:lnTo>
                    <a:pt x="1695" y="4186"/>
                  </a:lnTo>
                  <a:lnTo>
                    <a:pt x="1716" y="4374"/>
                  </a:lnTo>
                  <a:lnTo>
                    <a:pt x="1905" y="4562"/>
                  </a:lnTo>
                  <a:lnTo>
                    <a:pt x="2009" y="4583"/>
                  </a:lnTo>
                  <a:lnTo>
                    <a:pt x="2051" y="4583"/>
                  </a:lnTo>
                  <a:lnTo>
                    <a:pt x="2114" y="4667"/>
                  </a:lnTo>
                  <a:lnTo>
                    <a:pt x="2197" y="4897"/>
                  </a:lnTo>
                  <a:lnTo>
                    <a:pt x="2197" y="5127"/>
                  </a:lnTo>
                  <a:lnTo>
                    <a:pt x="2156" y="5315"/>
                  </a:lnTo>
                  <a:lnTo>
                    <a:pt x="2051" y="5462"/>
                  </a:lnTo>
                  <a:lnTo>
                    <a:pt x="2093" y="5546"/>
                  </a:lnTo>
                  <a:lnTo>
                    <a:pt x="2197" y="5650"/>
                  </a:lnTo>
                  <a:lnTo>
                    <a:pt x="2239" y="5629"/>
                  </a:lnTo>
                  <a:lnTo>
                    <a:pt x="2260" y="5713"/>
                  </a:lnTo>
                  <a:lnTo>
                    <a:pt x="2407" y="5734"/>
                  </a:lnTo>
                  <a:lnTo>
                    <a:pt x="2449" y="5859"/>
                  </a:lnTo>
                  <a:lnTo>
                    <a:pt x="2679" y="6131"/>
                  </a:lnTo>
                  <a:lnTo>
                    <a:pt x="2762" y="6152"/>
                  </a:lnTo>
                  <a:lnTo>
                    <a:pt x="2804" y="6236"/>
                  </a:lnTo>
                  <a:lnTo>
                    <a:pt x="2888" y="6341"/>
                  </a:lnTo>
                  <a:lnTo>
                    <a:pt x="3034" y="6362"/>
                  </a:lnTo>
                  <a:lnTo>
                    <a:pt x="3076" y="6445"/>
                  </a:lnTo>
                  <a:lnTo>
                    <a:pt x="3076" y="6571"/>
                  </a:lnTo>
                  <a:lnTo>
                    <a:pt x="3160" y="6655"/>
                  </a:lnTo>
                  <a:lnTo>
                    <a:pt x="3160" y="6717"/>
                  </a:lnTo>
                  <a:lnTo>
                    <a:pt x="3202" y="6822"/>
                  </a:lnTo>
                  <a:lnTo>
                    <a:pt x="3286" y="6864"/>
                  </a:lnTo>
                  <a:lnTo>
                    <a:pt x="3474" y="6780"/>
                  </a:lnTo>
                  <a:lnTo>
                    <a:pt x="3578" y="6613"/>
                  </a:lnTo>
                  <a:lnTo>
                    <a:pt x="3578" y="6487"/>
                  </a:lnTo>
                  <a:lnTo>
                    <a:pt x="3495" y="6445"/>
                  </a:lnTo>
                  <a:lnTo>
                    <a:pt x="3474" y="6341"/>
                  </a:lnTo>
                  <a:lnTo>
                    <a:pt x="3411" y="6278"/>
                  </a:lnTo>
                  <a:lnTo>
                    <a:pt x="3390" y="6173"/>
                  </a:lnTo>
                  <a:lnTo>
                    <a:pt x="3286" y="6131"/>
                  </a:lnTo>
                  <a:lnTo>
                    <a:pt x="3265" y="6048"/>
                  </a:lnTo>
                  <a:lnTo>
                    <a:pt x="3202" y="5964"/>
                  </a:lnTo>
                  <a:lnTo>
                    <a:pt x="3139" y="5943"/>
                  </a:lnTo>
                  <a:lnTo>
                    <a:pt x="3097" y="5964"/>
                  </a:lnTo>
                  <a:lnTo>
                    <a:pt x="3097" y="6048"/>
                  </a:lnTo>
                  <a:lnTo>
                    <a:pt x="3055" y="6069"/>
                  </a:lnTo>
                  <a:lnTo>
                    <a:pt x="3055" y="5985"/>
                  </a:lnTo>
                  <a:lnTo>
                    <a:pt x="2972" y="5943"/>
                  </a:lnTo>
                  <a:lnTo>
                    <a:pt x="2867" y="5818"/>
                  </a:lnTo>
                  <a:lnTo>
                    <a:pt x="2846" y="5734"/>
                  </a:lnTo>
                  <a:lnTo>
                    <a:pt x="2888" y="5629"/>
                  </a:lnTo>
                  <a:lnTo>
                    <a:pt x="2888" y="5504"/>
                  </a:lnTo>
                  <a:lnTo>
                    <a:pt x="2804" y="5399"/>
                  </a:lnTo>
                  <a:lnTo>
                    <a:pt x="2846" y="5294"/>
                  </a:lnTo>
                  <a:lnTo>
                    <a:pt x="2846" y="5232"/>
                  </a:lnTo>
                  <a:lnTo>
                    <a:pt x="2783" y="5148"/>
                  </a:lnTo>
                  <a:lnTo>
                    <a:pt x="2783" y="5085"/>
                  </a:lnTo>
                  <a:lnTo>
                    <a:pt x="2721" y="5002"/>
                  </a:lnTo>
                  <a:lnTo>
                    <a:pt x="2721" y="4897"/>
                  </a:lnTo>
                  <a:lnTo>
                    <a:pt x="2679" y="4834"/>
                  </a:lnTo>
                  <a:lnTo>
                    <a:pt x="2679" y="4688"/>
                  </a:lnTo>
                  <a:lnTo>
                    <a:pt x="2721" y="4604"/>
                  </a:lnTo>
                  <a:lnTo>
                    <a:pt x="2658" y="4395"/>
                  </a:lnTo>
                  <a:lnTo>
                    <a:pt x="2616" y="4290"/>
                  </a:lnTo>
                  <a:lnTo>
                    <a:pt x="2553" y="4206"/>
                  </a:lnTo>
                  <a:lnTo>
                    <a:pt x="2532" y="4186"/>
                  </a:lnTo>
                  <a:lnTo>
                    <a:pt x="2532" y="4248"/>
                  </a:lnTo>
                  <a:lnTo>
                    <a:pt x="2532" y="4290"/>
                  </a:lnTo>
                  <a:lnTo>
                    <a:pt x="2469" y="4353"/>
                  </a:lnTo>
                  <a:lnTo>
                    <a:pt x="2365" y="4186"/>
                  </a:lnTo>
                  <a:lnTo>
                    <a:pt x="2365" y="4102"/>
                  </a:lnTo>
                  <a:lnTo>
                    <a:pt x="2407" y="4039"/>
                  </a:lnTo>
                  <a:lnTo>
                    <a:pt x="2365" y="3976"/>
                  </a:lnTo>
                  <a:lnTo>
                    <a:pt x="2323" y="3955"/>
                  </a:lnTo>
                  <a:lnTo>
                    <a:pt x="2281" y="3746"/>
                  </a:lnTo>
                  <a:lnTo>
                    <a:pt x="2197" y="3579"/>
                  </a:lnTo>
                  <a:lnTo>
                    <a:pt x="2135" y="3558"/>
                  </a:lnTo>
                  <a:lnTo>
                    <a:pt x="2030" y="3453"/>
                  </a:lnTo>
                  <a:lnTo>
                    <a:pt x="2030" y="3328"/>
                  </a:lnTo>
                  <a:lnTo>
                    <a:pt x="2051" y="3202"/>
                  </a:lnTo>
                  <a:lnTo>
                    <a:pt x="1946" y="3056"/>
                  </a:lnTo>
                  <a:lnTo>
                    <a:pt x="1884" y="3035"/>
                  </a:lnTo>
                  <a:lnTo>
                    <a:pt x="1821" y="2993"/>
                  </a:lnTo>
                  <a:lnTo>
                    <a:pt x="1821" y="2846"/>
                  </a:lnTo>
                  <a:lnTo>
                    <a:pt x="1737" y="2784"/>
                  </a:lnTo>
                  <a:lnTo>
                    <a:pt x="1633" y="2742"/>
                  </a:lnTo>
                  <a:lnTo>
                    <a:pt x="1612" y="2637"/>
                  </a:lnTo>
                  <a:lnTo>
                    <a:pt x="1633" y="2574"/>
                  </a:lnTo>
                  <a:lnTo>
                    <a:pt x="1612" y="2407"/>
                  </a:lnTo>
                  <a:lnTo>
                    <a:pt x="1465" y="2302"/>
                  </a:lnTo>
                  <a:lnTo>
                    <a:pt x="1402" y="2219"/>
                  </a:lnTo>
                  <a:lnTo>
                    <a:pt x="1319" y="2198"/>
                  </a:lnTo>
                  <a:lnTo>
                    <a:pt x="1319" y="2093"/>
                  </a:lnTo>
                  <a:lnTo>
                    <a:pt x="1235" y="1947"/>
                  </a:lnTo>
                  <a:lnTo>
                    <a:pt x="1193" y="1863"/>
                  </a:lnTo>
                  <a:lnTo>
                    <a:pt x="1235" y="1779"/>
                  </a:lnTo>
                  <a:lnTo>
                    <a:pt x="1214" y="1361"/>
                  </a:lnTo>
                  <a:lnTo>
                    <a:pt x="1193" y="1131"/>
                  </a:lnTo>
                  <a:lnTo>
                    <a:pt x="1235" y="1005"/>
                  </a:lnTo>
                  <a:lnTo>
                    <a:pt x="1298" y="796"/>
                  </a:lnTo>
                  <a:lnTo>
                    <a:pt x="1277" y="691"/>
                  </a:lnTo>
                  <a:lnTo>
                    <a:pt x="1235" y="545"/>
                  </a:lnTo>
                  <a:lnTo>
                    <a:pt x="1319" y="691"/>
                  </a:lnTo>
                  <a:lnTo>
                    <a:pt x="1486" y="754"/>
                  </a:lnTo>
                  <a:lnTo>
                    <a:pt x="1570" y="921"/>
                  </a:lnTo>
                  <a:lnTo>
                    <a:pt x="1633" y="963"/>
                  </a:lnTo>
                  <a:lnTo>
                    <a:pt x="1737" y="963"/>
                  </a:lnTo>
                  <a:lnTo>
                    <a:pt x="1800" y="921"/>
                  </a:lnTo>
                  <a:lnTo>
                    <a:pt x="1884" y="1026"/>
                  </a:lnTo>
                  <a:lnTo>
                    <a:pt x="1925" y="1068"/>
                  </a:lnTo>
                  <a:lnTo>
                    <a:pt x="2030" y="1068"/>
                  </a:lnTo>
                  <a:lnTo>
                    <a:pt x="2156" y="1152"/>
                  </a:lnTo>
                  <a:lnTo>
                    <a:pt x="2156" y="1214"/>
                  </a:lnTo>
                  <a:lnTo>
                    <a:pt x="2093" y="1319"/>
                  </a:lnTo>
                  <a:lnTo>
                    <a:pt x="2093" y="1382"/>
                  </a:lnTo>
                  <a:lnTo>
                    <a:pt x="2135" y="1549"/>
                  </a:lnTo>
                  <a:lnTo>
                    <a:pt x="2156" y="1737"/>
                  </a:lnTo>
                  <a:lnTo>
                    <a:pt x="2218" y="1842"/>
                  </a:lnTo>
                  <a:lnTo>
                    <a:pt x="2239" y="1968"/>
                  </a:lnTo>
                  <a:lnTo>
                    <a:pt x="2218" y="2051"/>
                  </a:lnTo>
                  <a:lnTo>
                    <a:pt x="2239" y="2156"/>
                  </a:lnTo>
                  <a:lnTo>
                    <a:pt x="2407" y="2323"/>
                  </a:lnTo>
                  <a:lnTo>
                    <a:pt x="2365" y="2386"/>
                  </a:lnTo>
                  <a:lnTo>
                    <a:pt x="2344" y="2470"/>
                  </a:lnTo>
                  <a:lnTo>
                    <a:pt x="2407" y="2533"/>
                  </a:lnTo>
                  <a:lnTo>
                    <a:pt x="2428" y="2533"/>
                  </a:lnTo>
                  <a:lnTo>
                    <a:pt x="2469" y="2595"/>
                  </a:lnTo>
                  <a:lnTo>
                    <a:pt x="2532" y="2784"/>
                  </a:lnTo>
                  <a:lnTo>
                    <a:pt x="2616" y="2805"/>
                  </a:lnTo>
                  <a:lnTo>
                    <a:pt x="2658" y="2909"/>
                  </a:lnTo>
                  <a:lnTo>
                    <a:pt x="2658" y="3035"/>
                  </a:lnTo>
                  <a:lnTo>
                    <a:pt x="2721" y="3097"/>
                  </a:lnTo>
                  <a:lnTo>
                    <a:pt x="2783" y="3118"/>
                  </a:lnTo>
                  <a:lnTo>
                    <a:pt x="2846" y="3244"/>
                  </a:lnTo>
                  <a:lnTo>
                    <a:pt x="2867" y="3349"/>
                  </a:lnTo>
                  <a:lnTo>
                    <a:pt x="2951" y="3411"/>
                  </a:lnTo>
                  <a:lnTo>
                    <a:pt x="2972" y="3453"/>
                  </a:lnTo>
                  <a:lnTo>
                    <a:pt x="3055" y="3453"/>
                  </a:lnTo>
                  <a:lnTo>
                    <a:pt x="3097" y="3516"/>
                  </a:lnTo>
                  <a:lnTo>
                    <a:pt x="3181" y="3453"/>
                  </a:lnTo>
                  <a:lnTo>
                    <a:pt x="3244" y="3516"/>
                  </a:lnTo>
                  <a:lnTo>
                    <a:pt x="3244" y="3642"/>
                  </a:lnTo>
                  <a:lnTo>
                    <a:pt x="3181" y="3725"/>
                  </a:lnTo>
                  <a:lnTo>
                    <a:pt x="3202" y="3872"/>
                  </a:lnTo>
                  <a:lnTo>
                    <a:pt x="3390" y="4060"/>
                  </a:lnTo>
                  <a:lnTo>
                    <a:pt x="3474" y="4039"/>
                  </a:lnTo>
                  <a:lnTo>
                    <a:pt x="3558" y="4060"/>
                  </a:lnTo>
                  <a:lnTo>
                    <a:pt x="3516" y="4165"/>
                  </a:lnTo>
                  <a:lnTo>
                    <a:pt x="3578" y="4269"/>
                  </a:lnTo>
                  <a:lnTo>
                    <a:pt x="3683" y="4290"/>
                  </a:lnTo>
                  <a:lnTo>
                    <a:pt x="3767" y="4290"/>
                  </a:lnTo>
                  <a:lnTo>
                    <a:pt x="3850" y="4395"/>
                  </a:lnTo>
                  <a:lnTo>
                    <a:pt x="3892" y="4499"/>
                  </a:lnTo>
                  <a:lnTo>
                    <a:pt x="3976" y="4520"/>
                  </a:lnTo>
                  <a:lnTo>
                    <a:pt x="3997" y="4499"/>
                  </a:lnTo>
                  <a:lnTo>
                    <a:pt x="4018" y="4520"/>
                  </a:lnTo>
                  <a:lnTo>
                    <a:pt x="4039" y="4604"/>
                  </a:lnTo>
                  <a:lnTo>
                    <a:pt x="3997" y="4667"/>
                  </a:lnTo>
                  <a:lnTo>
                    <a:pt x="3934" y="4604"/>
                  </a:lnTo>
                  <a:lnTo>
                    <a:pt x="3850" y="4625"/>
                  </a:lnTo>
                  <a:lnTo>
                    <a:pt x="3767" y="4730"/>
                  </a:lnTo>
                  <a:lnTo>
                    <a:pt x="3704" y="4897"/>
                  </a:lnTo>
                  <a:lnTo>
                    <a:pt x="3725" y="5002"/>
                  </a:lnTo>
                  <a:lnTo>
                    <a:pt x="3809" y="5085"/>
                  </a:lnTo>
                  <a:lnTo>
                    <a:pt x="3913" y="5085"/>
                  </a:lnTo>
                  <a:lnTo>
                    <a:pt x="3997" y="5148"/>
                  </a:lnTo>
                  <a:lnTo>
                    <a:pt x="4206" y="5315"/>
                  </a:lnTo>
                  <a:lnTo>
                    <a:pt x="4353" y="5357"/>
                  </a:lnTo>
                  <a:lnTo>
                    <a:pt x="4415" y="5357"/>
                  </a:lnTo>
                  <a:lnTo>
                    <a:pt x="4436" y="5420"/>
                  </a:lnTo>
                  <a:lnTo>
                    <a:pt x="4499" y="5525"/>
                  </a:lnTo>
                  <a:lnTo>
                    <a:pt x="4541" y="5608"/>
                  </a:lnTo>
                  <a:lnTo>
                    <a:pt x="4499" y="5713"/>
                  </a:lnTo>
                  <a:lnTo>
                    <a:pt x="4415" y="5734"/>
                  </a:lnTo>
                  <a:lnTo>
                    <a:pt x="4436" y="5776"/>
                  </a:lnTo>
                  <a:lnTo>
                    <a:pt x="4520" y="5838"/>
                  </a:lnTo>
                  <a:lnTo>
                    <a:pt x="4708" y="5880"/>
                  </a:lnTo>
                  <a:lnTo>
                    <a:pt x="4708" y="5964"/>
                  </a:lnTo>
                  <a:lnTo>
                    <a:pt x="4750" y="5985"/>
                  </a:lnTo>
                  <a:lnTo>
                    <a:pt x="4897" y="6131"/>
                  </a:lnTo>
                  <a:lnTo>
                    <a:pt x="5085" y="6362"/>
                  </a:lnTo>
                  <a:lnTo>
                    <a:pt x="5231" y="6592"/>
                  </a:lnTo>
                  <a:lnTo>
                    <a:pt x="5399" y="6801"/>
                  </a:lnTo>
                  <a:lnTo>
                    <a:pt x="5399" y="6906"/>
                  </a:lnTo>
                  <a:lnTo>
                    <a:pt x="5608" y="7178"/>
                  </a:lnTo>
                  <a:lnTo>
                    <a:pt x="5650" y="7282"/>
                  </a:lnTo>
                  <a:lnTo>
                    <a:pt x="5587" y="7408"/>
                  </a:lnTo>
                  <a:lnTo>
                    <a:pt x="5650" y="7491"/>
                  </a:lnTo>
                  <a:lnTo>
                    <a:pt x="5692" y="7638"/>
                  </a:lnTo>
                  <a:lnTo>
                    <a:pt x="5817" y="7952"/>
                  </a:lnTo>
                  <a:lnTo>
                    <a:pt x="5817" y="8077"/>
                  </a:lnTo>
                  <a:lnTo>
                    <a:pt x="5775" y="8182"/>
                  </a:lnTo>
                  <a:lnTo>
                    <a:pt x="5650" y="8287"/>
                  </a:lnTo>
                  <a:lnTo>
                    <a:pt x="5608" y="8370"/>
                  </a:lnTo>
                  <a:lnTo>
                    <a:pt x="5671" y="8370"/>
                  </a:lnTo>
                  <a:lnTo>
                    <a:pt x="5754" y="8454"/>
                  </a:lnTo>
                  <a:lnTo>
                    <a:pt x="5692" y="8496"/>
                  </a:lnTo>
                  <a:lnTo>
                    <a:pt x="5566" y="8496"/>
                  </a:lnTo>
                  <a:lnTo>
                    <a:pt x="5482" y="8538"/>
                  </a:lnTo>
                  <a:lnTo>
                    <a:pt x="5482" y="8579"/>
                  </a:lnTo>
                  <a:lnTo>
                    <a:pt x="5566" y="8789"/>
                  </a:lnTo>
                  <a:lnTo>
                    <a:pt x="5650" y="8872"/>
                  </a:lnTo>
                  <a:lnTo>
                    <a:pt x="5650" y="8956"/>
                  </a:lnTo>
                  <a:lnTo>
                    <a:pt x="5754" y="9103"/>
                  </a:lnTo>
                  <a:lnTo>
                    <a:pt x="5796" y="9228"/>
                  </a:lnTo>
                  <a:lnTo>
                    <a:pt x="5859" y="9291"/>
                  </a:lnTo>
                  <a:lnTo>
                    <a:pt x="5922" y="9291"/>
                  </a:lnTo>
                  <a:lnTo>
                    <a:pt x="5943" y="9333"/>
                  </a:lnTo>
                  <a:lnTo>
                    <a:pt x="6131" y="9395"/>
                  </a:lnTo>
                  <a:lnTo>
                    <a:pt x="6278" y="9375"/>
                  </a:lnTo>
                  <a:lnTo>
                    <a:pt x="6340" y="9375"/>
                  </a:lnTo>
                  <a:lnTo>
                    <a:pt x="6299" y="9437"/>
                  </a:lnTo>
                  <a:lnTo>
                    <a:pt x="6299" y="9500"/>
                  </a:lnTo>
                  <a:lnTo>
                    <a:pt x="6424" y="9542"/>
                  </a:lnTo>
                  <a:lnTo>
                    <a:pt x="6591" y="9688"/>
                  </a:lnTo>
                  <a:lnTo>
                    <a:pt x="6696" y="9835"/>
                  </a:lnTo>
                  <a:lnTo>
                    <a:pt x="6759" y="9960"/>
                  </a:lnTo>
                  <a:lnTo>
                    <a:pt x="6863" y="10023"/>
                  </a:lnTo>
                  <a:lnTo>
                    <a:pt x="6926" y="10002"/>
                  </a:lnTo>
                  <a:lnTo>
                    <a:pt x="7031" y="10044"/>
                  </a:lnTo>
                  <a:lnTo>
                    <a:pt x="7115" y="10044"/>
                  </a:lnTo>
                  <a:lnTo>
                    <a:pt x="7345" y="10149"/>
                  </a:lnTo>
                  <a:lnTo>
                    <a:pt x="7428" y="10149"/>
                  </a:lnTo>
                  <a:lnTo>
                    <a:pt x="7449" y="10107"/>
                  </a:lnTo>
                  <a:lnTo>
                    <a:pt x="7512" y="10107"/>
                  </a:lnTo>
                  <a:lnTo>
                    <a:pt x="7575" y="10170"/>
                  </a:lnTo>
                  <a:lnTo>
                    <a:pt x="7847" y="10442"/>
                  </a:lnTo>
                  <a:lnTo>
                    <a:pt x="7910" y="10442"/>
                  </a:lnTo>
                  <a:lnTo>
                    <a:pt x="8098" y="10630"/>
                  </a:lnTo>
                  <a:lnTo>
                    <a:pt x="8328" y="10735"/>
                  </a:lnTo>
                  <a:lnTo>
                    <a:pt x="8621" y="10756"/>
                  </a:lnTo>
                  <a:lnTo>
                    <a:pt x="8747" y="10839"/>
                  </a:lnTo>
                  <a:lnTo>
                    <a:pt x="8830" y="10965"/>
                  </a:lnTo>
                  <a:lnTo>
                    <a:pt x="8998" y="10965"/>
                  </a:lnTo>
                  <a:lnTo>
                    <a:pt x="9144" y="11048"/>
                  </a:lnTo>
                  <a:lnTo>
                    <a:pt x="9228" y="10986"/>
                  </a:lnTo>
                  <a:lnTo>
                    <a:pt x="9249" y="11007"/>
                  </a:lnTo>
                  <a:lnTo>
                    <a:pt x="9332" y="11153"/>
                  </a:lnTo>
                  <a:lnTo>
                    <a:pt x="9479" y="11216"/>
                  </a:lnTo>
                  <a:lnTo>
                    <a:pt x="9625" y="11216"/>
                  </a:lnTo>
                  <a:lnTo>
                    <a:pt x="9730" y="11279"/>
                  </a:lnTo>
                  <a:lnTo>
                    <a:pt x="9960" y="11362"/>
                  </a:lnTo>
                  <a:lnTo>
                    <a:pt x="10148" y="11362"/>
                  </a:lnTo>
                  <a:lnTo>
                    <a:pt x="10295" y="11467"/>
                  </a:lnTo>
                  <a:lnTo>
                    <a:pt x="10588" y="11572"/>
                  </a:lnTo>
                  <a:lnTo>
                    <a:pt x="10692" y="11530"/>
                  </a:lnTo>
                  <a:lnTo>
                    <a:pt x="11006" y="11404"/>
                  </a:lnTo>
                  <a:lnTo>
                    <a:pt x="11111" y="11404"/>
                  </a:lnTo>
                  <a:lnTo>
                    <a:pt x="11299" y="11300"/>
                  </a:lnTo>
                  <a:lnTo>
                    <a:pt x="11404" y="11279"/>
                  </a:lnTo>
                  <a:lnTo>
                    <a:pt x="11613" y="11279"/>
                  </a:lnTo>
                  <a:lnTo>
                    <a:pt x="11613" y="11258"/>
                  </a:lnTo>
                  <a:lnTo>
                    <a:pt x="11467" y="11216"/>
                  </a:lnTo>
                  <a:lnTo>
                    <a:pt x="11404" y="11216"/>
                  </a:lnTo>
                  <a:lnTo>
                    <a:pt x="11404" y="11174"/>
                  </a:lnTo>
                  <a:lnTo>
                    <a:pt x="11529" y="11090"/>
                  </a:lnTo>
                  <a:lnTo>
                    <a:pt x="11550" y="11111"/>
                  </a:lnTo>
                  <a:lnTo>
                    <a:pt x="11550" y="11195"/>
                  </a:lnTo>
                  <a:lnTo>
                    <a:pt x="11634" y="11153"/>
                  </a:lnTo>
                  <a:lnTo>
                    <a:pt x="11718" y="11153"/>
                  </a:lnTo>
                  <a:lnTo>
                    <a:pt x="11718" y="11195"/>
                  </a:lnTo>
                  <a:lnTo>
                    <a:pt x="11655" y="11195"/>
                  </a:lnTo>
                  <a:lnTo>
                    <a:pt x="11634" y="11216"/>
                  </a:lnTo>
                  <a:lnTo>
                    <a:pt x="11655" y="11258"/>
                  </a:lnTo>
                  <a:lnTo>
                    <a:pt x="11760" y="11258"/>
                  </a:lnTo>
                  <a:lnTo>
                    <a:pt x="11864" y="11279"/>
                  </a:lnTo>
                  <a:lnTo>
                    <a:pt x="12032" y="11404"/>
                  </a:lnTo>
                  <a:lnTo>
                    <a:pt x="12094" y="11467"/>
                  </a:lnTo>
                  <a:lnTo>
                    <a:pt x="12094" y="11425"/>
                  </a:lnTo>
                  <a:lnTo>
                    <a:pt x="11969" y="11300"/>
                  </a:lnTo>
                  <a:lnTo>
                    <a:pt x="11780" y="11216"/>
                  </a:lnTo>
                  <a:lnTo>
                    <a:pt x="11780" y="11174"/>
                  </a:lnTo>
                  <a:lnTo>
                    <a:pt x="11822" y="11174"/>
                  </a:lnTo>
                  <a:lnTo>
                    <a:pt x="11843" y="11195"/>
                  </a:lnTo>
                  <a:lnTo>
                    <a:pt x="11948" y="11216"/>
                  </a:lnTo>
                  <a:lnTo>
                    <a:pt x="12053" y="11300"/>
                  </a:lnTo>
                  <a:lnTo>
                    <a:pt x="12157" y="11425"/>
                  </a:lnTo>
                  <a:lnTo>
                    <a:pt x="12157" y="11488"/>
                  </a:lnTo>
                  <a:lnTo>
                    <a:pt x="12199" y="11530"/>
                  </a:lnTo>
                  <a:lnTo>
                    <a:pt x="12597" y="11885"/>
                  </a:lnTo>
                  <a:lnTo>
                    <a:pt x="12722" y="11906"/>
                  </a:lnTo>
                  <a:lnTo>
                    <a:pt x="12764" y="11990"/>
                  </a:lnTo>
                  <a:lnTo>
                    <a:pt x="12910" y="12116"/>
                  </a:lnTo>
                  <a:lnTo>
                    <a:pt x="12994" y="12220"/>
                  </a:lnTo>
                  <a:lnTo>
                    <a:pt x="13015" y="12199"/>
                  </a:lnTo>
                  <a:lnTo>
                    <a:pt x="13036" y="12136"/>
                  </a:lnTo>
                  <a:lnTo>
                    <a:pt x="13099" y="12095"/>
                  </a:lnTo>
                  <a:lnTo>
                    <a:pt x="13099" y="12053"/>
                  </a:lnTo>
                  <a:lnTo>
                    <a:pt x="13078" y="12032"/>
                  </a:lnTo>
                  <a:lnTo>
                    <a:pt x="13036" y="11990"/>
                  </a:lnTo>
                  <a:lnTo>
                    <a:pt x="13078" y="11927"/>
                  </a:lnTo>
                  <a:lnTo>
                    <a:pt x="13036" y="11906"/>
                  </a:lnTo>
                  <a:lnTo>
                    <a:pt x="13036" y="11802"/>
                  </a:lnTo>
                  <a:lnTo>
                    <a:pt x="13392" y="11258"/>
                  </a:lnTo>
                  <a:lnTo>
                    <a:pt x="14124" y="11258"/>
                  </a:lnTo>
                  <a:lnTo>
                    <a:pt x="14187" y="11195"/>
                  </a:lnTo>
                  <a:lnTo>
                    <a:pt x="14187" y="11111"/>
                  </a:lnTo>
                  <a:lnTo>
                    <a:pt x="14124" y="11090"/>
                  </a:lnTo>
                  <a:lnTo>
                    <a:pt x="14019" y="11069"/>
                  </a:lnTo>
                  <a:lnTo>
                    <a:pt x="13977" y="11048"/>
                  </a:lnTo>
                  <a:lnTo>
                    <a:pt x="13957" y="10944"/>
                  </a:lnTo>
                  <a:lnTo>
                    <a:pt x="13936" y="10881"/>
                  </a:lnTo>
                  <a:lnTo>
                    <a:pt x="13852" y="10881"/>
                  </a:lnTo>
                  <a:lnTo>
                    <a:pt x="13768" y="10797"/>
                  </a:lnTo>
                  <a:lnTo>
                    <a:pt x="13664" y="10693"/>
                  </a:lnTo>
                  <a:lnTo>
                    <a:pt x="13643" y="10651"/>
                  </a:lnTo>
                  <a:lnTo>
                    <a:pt x="13559" y="10567"/>
                  </a:lnTo>
                  <a:lnTo>
                    <a:pt x="13810" y="10546"/>
                  </a:lnTo>
                  <a:lnTo>
                    <a:pt x="13831" y="10232"/>
                  </a:lnTo>
                  <a:lnTo>
                    <a:pt x="14814" y="10253"/>
                  </a:lnTo>
                  <a:lnTo>
                    <a:pt x="14856" y="10170"/>
                  </a:lnTo>
                  <a:lnTo>
                    <a:pt x="14898" y="10128"/>
                  </a:lnTo>
                  <a:lnTo>
                    <a:pt x="14982" y="10128"/>
                  </a:lnTo>
                  <a:lnTo>
                    <a:pt x="14982" y="10170"/>
                  </a:lnTo>
                  <a:lnTo>
                    <a:pt x="15003" y="10212"/>
                  </a:lnTo>
                  <a:lnTo>
                    <a:pt x="15024" y="10170"/>
                  </a:lnTo>
                  <a:lnTo>
                    <a:pt x="15086" y="10149"/>
                  </a:lnTo>
                  <a:lnTo>
                    <a:pt x="15086" y="10128"/>
                  </a:lnTo>
                  <a:lnTo>
                    <a:pt x="15170" y="10044"/>
                  </a:lnTo>
                  <a:lnTo>
                    <a:pt x="15191" y="9940"/>
                  </a:lnTo>
                  <a:lnTo>
                    <a:pt x="15212" y="9898"/>
                  </a:lnTo>
                  <a:lnTo>
                    <a:pt x="15317" y="9898"/>
                  </a:lnTo>
                  <a:lnTo>
                    <a:pt x="15421" y="9793"/>
                  </a:lnTo>
                  <a:lnTo>
                    <a:pt x="15526" y="9647"/>
                  </a:lnTo>
                  <a:lnTo>
                    <a:pt x="15610" y="9626"/>
                  </a:lnTo>
                  <a:lnTo>
                    <a:pt x="15610" y="9626"/>
                  </a:lnTo>
                  <a:lnTo>
                    <a:pt x="15589" y="9730"/>
                  </a:lnTo>
                  <a:lnTo>
                    <a:pt x="15526" y="9793"/>
                  </a:lnTo>
                  <a:lnTo>
                    <a:pt x="15547" y="9835"/>
                  </a:lnTo>
                  <a:lnTo>
                    <a:pt x="15651" y="9919"/>
                  </a:lnTo>
                  <a:lnTo>
                    <a:pt x="15714" y="10023"/>
                  </a:lnTo>
                  <a:lnTo>
                    <a:pt x="15735" y="10002"/>
                  </a:lnTo>
                  <a:lnTo>
                    <a:pt x="15840" y="9814"/>
                  </a:lnTo>
                  <a:lnTo>
                    <a:pt x="15944" y="9437"/>
                  </a:lnTo>
                  <a:lnTo>
                    <a:pt x="16007" y="9333"/>
                  </a:lnTo>
                  <a:lnTo>
                    <a:pt x="15944" y="9375"/>
                  </a:lnTo>
                  <a:lnTo>
                    <a:pt x="15902" y="9416"/>
                  </a:lnTo>
                  <a:lnTo>
                    <a:pt x="15840" y="9395"/>
                  </a:lnTo>
                  <a:lnTo>
                    <a:pt x="15840" y="9333"/>
                  </a:lnTo>
                  <a:lnTo>
                    <a:pt x="15965" y="9207"/>
                  </a:lnTo>
                  <a:lnTo>
                    <a:pt x="16007" y="9123"/>
                  </a:lnTo>
                  <a:lnTo>
                    <a:pt x="15902" y="9123"/>
                  </a:lnTo>
                  <a:lnTo>
                    <a:pt x="15819" y="9061"/>
                  </a:lnTo>
                  <a:lnTo>
                    <a:pt x="15840" y="9019"/>
                  </a:lnTo>
                  <a:lnTo>
                    <a:pt x="15965" y="8956"/>
                  </a:lnTo>
                  <a:lnTo>
                    <a:pt x="15965" y="8789"/>
                  </a:lnTo>
                  <a:lnTo>
                    <a:pt x="16028" y="8705"/>
                  </a:lnTo>
                  <a:lnTo>
                    <a:pt x="16279" y="8475"/>
                  </a:lnTo>
                  <a:lnTo>
                    <a:pt x="16426" y="8266"/>
                  </a:lnTo>
                  <a:lnTo>
                    <a:pt x="16488" y="8119"/>
                  </a:lnTo>
                  <a:lnTo>
                    <a:pt x="16488" y="8015"/>
                  </a:lnTo>
                  <a:lnTo>
                    <a:pt x="16321" y="7763"/>
                  </a:lnTo>
                  <a:lnTo>
                    <a:pt x="16216" y="7805"/>
                  </a:lnTo>
                  <a:lnTo>
                    <a:pt x="16237" y="7847"/>
                  </a:lnTo>
                  <a:lnTo>
                    <a:pt x="16174" y="7868"/>
                  </a:lnTo>
                  <a:lnTo>
                    <a:pt x="15923" y="7826"/>
                  </a:lnTo>
                  <a:lnTo>
                    <a:pt x="15693" y="7826"/>
                  </a:lnTo>
                  <a:lnTo>
                    <a:pt x="15693" y="7868"/>
                  </a:lnTo>
                  <a:lnTo>
                    <a:pt x="15547" y="7952"/>
                  </a:lnTo>
                  <a:lnTo>
                    <a:pt x="15505" y="7910"/>
                  </a:lnTo>
                  <a:lnTo>
                    <a:pt x="15379" y="7931"/>
                  </a:lnTo>
                  <a:lnTo>
                    <a:pt x="15275" y="8035"/>
                  </a:lnTo>
                  <a:lnTo>
                    <a:pt x="14793" y="8035"/>
                  </a:lnTo>
                  <a:lnTo>
                    <a:pt x="14396" y="8119"/>
                  </a:lnTo>
                  <a:lnTo>
                    <a:pt x="14396" y="8182"/>
                  </a:lnTo>
                  <a:lnTo>
                    <a:pt x="14501" y="8224"/>
                  </a:lnTo>
                  <a:lnTo>
                    <a:pt x="14291" y="8454"/>
                  </a:lnTo>
                  <a:lnTo>
                    <a:pt x="14270" y="8810"/>
                  </a:lnTo>
                  <a:lnTo>
                    <a:pt x="14291" y="8851"/>
                  </a:lnTo>
                  <a:lnTo>
                    <a:pt x="14082" y="9082"/>
                  </a:lnTo>
                  <a:lnTo>
                    <a:pt x="14082" y="9270"/>
                  </a:lnTo>
                  <a:lnTo>
                    <a:pt x="13957" y="9395"/>
                  </a:lnTo>
                  <a:lnTo>
                    <a:pt x="13873" y="9416"/>
                  </a:lnTo>
                  <a:lnTo>
                    <a:pt x="13622" y="9542"/>
                  </a:lnTo>
                  <a:lnTo>
                    <a:pt x="13643" y="9584"/>
                  </a:lnTo>
                  <a:lnTo>
                    <a:pt x="13747" y="9500"/>
                  </a:lnTo>
                  <a:lnTo>
                    <a:pt x="13726" y="9605"/>
                  </a:lnTo>
                  <a:lnTo>
                    <a:pt x="13726" y="9793"/>
                  </a:lnTo>
                  <a:lnTo>
                    <a:pt x="13622" y="9919"/>
                  </a:lnTo>
                  <a:lnTo>
                    <a:pt x="13538" y="9919"/>
                  </a:lnTo>
                  <a:lnTo>
                    <a:pt x="13517" y="9960"/>
                  </a:lnTo>
                  <a:lnTo>
                    <a:pt x="13454" y="9919"/>
                  </a:lnTo>
                  <a:lnTo>
                    <a:pt x="13329" y="9835"/>
                  </a:lnTo>
                  <a:lnTo>
                    <a:pt x="13350" y="9793"/>
                  </a:lnTo>
                  <a:lnTo>
                    <a:pt x="13454" y="9730"/>
                  </a:lnTo>
                  <a:lnTo>
                    <a:pt x="13308" y="9688"/>
                  </a:lnTo>
                  <a:lnTo>
                    <a:pt x="13245" y="9730"/>
                  </a:lnTo>
                  <a:lnTo>
                    <a:pt x="13120" y="9709"/>
                  </a:lnTo>
                  <a:lnTo>
                    <a:pt x="12973" y="9709"/>
                  </a:lnTo>
                  <a:lnTo>
                    <a:pt x="12869" y="9793"/>
                  </a:lnTo>
                  <a:lnTo>
                    <a:pt x="12722" y="9814"/>
                  </a:lnTo>
                  <a:lnTo>
                    <a:pt x="12513" y="9814"/>
                  </a:lnTo>
                  <a:lnTo>
                    <a:pt x="12492" y="9856"/>
                  </a:lnTo>
                  <a:lnTo>
                    <a:pt x="12262" y="10002"/>
                  </a:lnTo>
                  <a:lnTo>
                    <a:pt x="12178" y="10002"/>
                  </a:lnTo>
                  <a:lnTo>
                    <a:pt x="12157" y="9940"/>
                  </a:lnTo>
                  <a:lnTo>
                    <a:pt x="11948" y="10002"/>
                  </a:lnTo>
                  <a:lnTo>
                    <a:pt x="11822" y="10044"/>
                  </a:lnTo>
                  <a:lnTo>
                    <a:pt x="11760" y="9919"/>
                  </a:lnTo>
                  <a:lnTo>
                    <a:pt x="11634" y="9730"/>
                  </a:lnTo>
                  <a:lnTo>
                    <a:pt x="11467" y="9647"/>
                  </a:lnTo>
                  <a:lnTo>
                    <a:pt x="11425" y="9605"/>
                  </a:lnTo>
                  <a:lnTo>
                    <a:pt x="11257" y="9605"/>
                  </a:lnTo>
                  <a:lnTo>
                    <a:pt x="11216" y="9626"/>
                  </a:lnTo>
                  <a:lnTo>
                    <a:pt x="11132" y="9521"/>
                  </a:lnTo>
                  <a:lnTo>
                    <a:pt x="10902" y="9270"/>
                  </a:lnTo>
                  <a:lnTo>
                    <a:pt x="10881" y="9165"/>
                  </a:lnTo>
                  <a:lnTo>
                    <a:pt x="10881" y="9082"/>
                  </a:lnTo>
                  <a:lnTo>
                    <a:pt x="10776" y="8914"/>
                  </a:lnTo>
                  <a:lnTo>
                    <a:pt x="10713" y="8789"/>
                  </a:lnTo>
                  <a:lnTo>
                    <a:pt x="10400" y="8454"/>
                  </a:lnTo>
                  <a:lnTo>
                    <a:pt x="10379" y="8328"/>
                  </a:lnTo>
                  <a:lnTo>
                    <a:pt x="10316" y="8245"/>
                  </a:lnTo>
                  <a:lnTo>
                    <a:pt x="10358" y="8161"/>
                  </a:lnTo>
                  <a:lnTo>
                    <a:pt x="10316" y="8077"/>
                  </a:lnTo>
                  <a:lnTo>
                    <a:pt x="10253" y="7847"/>
                  </a:lnTo>
                  <a:lnTo>
                    <a:pt x="10169" y="7763"/>
                  </a:lnTo>
                  <a:lnTo>
                    <a:pt x="10190" y="7638"/>
                  </a:lnTo>
                  <a:lnTo>
                    <a:pt x="10316" y="7805"/>
                  </a:lnTo>
                  <a:lnTo>
                    <a:pt x="10316" y="8015"/>
                  </a:lnTo>
                  <a:lnTo>
                    <a:pt x="10379" y="7973"/>
                  </a:lnTo>
                  <a:lnTo>
                    <a:pt x="10379" y="7805"/>
                  </a:lnTo>
                  <a:lnTo>
                    <a:pt x="10211" y="7554"/>
                  </a:lnTo>
                  <a:lnTo>
                    <a:pt x="10253" y="7429"/>
                  </a:lnTo>
                  <a:lnTo>
                    <a:pt x="10190" y="7219"/>
                  </a:lnTo>
                  <a:lnTo>
                    <a:pt x="10169" y="7115"/>
                  </a:lnTo>
                  <a:lnTo>
                    <a:pt x="10253" y="7010"/>
                  </a:lnTo>
                  <a:lnTo>
                    <a:pt x="10295" y="6717"/>
                  </a:lnTo>
                  <a:lnTo>
                    <a:pt x="10253" y="6571"/>
                  </a:lnTo>
                  <a:lnTo>
                    <a:pt x="10316" y="6278"/>
                  </a:lnTo>
                  <a:lnTo>
                    <a:pt x="10316" y="6173"/>
                  </a:lnTo>
                  <a:lnTo>
                    <a:pt x="10358" y="6090"/>
                  </a:lnTo>
                  <a:lnTo>
                    <a:pt x="10316" y="6048"/>
                  </a:lnTo>
                  <a:lnTo>
                    <a:pt x="10316" y="5922"/>
                  </a:lnTo>
                  <a:lnTo>
                    <a:pt x="10379" y="5859"/>
                  </a:lnTo>
                  <a:lnTo>
                    <a:pt x="10400" y="5713"/>
                  </a:lnTo>
                  <a:lnTo>
                    <a:pt x="10420" y="5650"/>
                  </a:lnTo>
                  <a:lnTo>
                    <a:pt x="10358" y="5608"/>
                  </a:lnTo>
                  <a:lnTo>
                    <a:pt x="10420" y="5504"/>
                  </a:lnTo>
                  <a:lnTo>
                    <a:pt x="10420" y="5336"/>
                  </a:lnTo>
                  <a:lnTo>
                    <a:pt x="10525" y="5336"/>
                  </a:lnTo>
                  <a:lnTo>
                    <a:pt x="10504" y="5441"/>
                  </a:lnTo>
                  <a:lnTo>
                    <a:pt x="10504" y="5525"/>
                  </a:lnTo>
                  <a:lnTo>
                    <a:pt x="10567" y="5504"/>
                  </a:lnTo>
                  <a:lnTo>
                    <a:pt x="10588" y="5399"/>
                  </a:lnTo>
                  <a:lnTo>
                    <a:pt x="10672" y="5294"/>
                  </a:lnTo>
                  <a:lnTo>
                    <a:pt x="10692" y="5148"/>
                  </a:lnTo>
                  <a:lnTo>
                    <a:pt x="10734" y="5106"/>
                  </a:lnTo>
                  <a:lnTo>
                    <a:pt x="10776" y="4939"/>
                  </a:lnTo>
                  <a:lnTo>
                    <a:pt x="10776" y="4897"/>
                  </a:lnTo>
                  <a:lnTo>
                    <a:pt x="10692" y="4939"/>
                  </a:lnTo>
                  <a:lnTo>
                    <a:pt x="10672" y="5127"/>
                  </a:lnTo>
                  <a:lnTo>
                    <a:pt x="10567" y="5190"/>
                  </a:lnTo>
                  <a:lnTo>
                    <a:pt x="10588" y="5106"/>
                  </a:lnTo>
                  <a:lnTo>
                    <a:pt x="10525" y="5085"/>
                  </a:lnTo>
                  <a:lnTo>
                    <a:pt x="10504" y="5002"/>
                  </a:lnTo>
                  <a:lnTo>
                    <a:pt x="10400" y="5002"/>
                  </a:lnTo>
                  <a:lnTo>
                    <a:pt x="10295" y="4918"/>
                  </a:lnTo>
                  <a:lnTo>
                    <a:pt x="10107" y="4876"/>
                  </a:lnTo>
                  <a:lnTo>
                    <a:pt x="10002" y="4771"/>
                  </a:lnTo>
                  <a:lnTo>
                    <a:pt x="9939" y="4730"/>
                  </a:lnTo>
                  <a:lnTo>
                    <a:pt x="9856" y="4730"/>
                  </a:lnTo>
                  <a:lnTo>
                    <a:pt x="9793" y="4709"/>
                  </a:lnTo>
                  <a:lnTo>
                    <a:pt x="9772" y="4709"/>
                  </a:lnTo>
                  <a:lnTo>
                    <a:pt x="9730" y="4667"/>
                  </a:lnTo>
                  <a:lnTo>
                    <a:pt x="9751" y="4499"/>
                  </a:lnTo>
                  <a:lnTo>
                    <a:pt x="9625" y="4165"/>
                  </a:lnTo>
                  <a:lnTo>
                    <a:pt x="9625" y="4144"/>
                  </a:lnTo>
                  <a:lnTo>
                    <a:pt x="9625" y="4081"/>
                  </a:lnTo>
                  <a:lnTo>
                    <a:pt x="9625" y="3976"/>
                  </a:lnTo>
                  <a:lnTo>
                    <a:pt x="9646" y="3872"/>
                  </a:lnTo>
                  <a:lnTo>
                    <a:pt x="9542" y="3788"/>
                  </a:lnTo>
                  <a:lnTo>
                    <a:pt x="9479" y="3683"/>
                  </a:lnTo>
                  <a:lnTo>
                    <a:pt x="9458" y="3579"/>
                  </a:lnTo>
                  <a:lnTo>
                    <a:pt x="9374" y="3537"/>
                  </a:lnTo>
                  <a:lnTo>
                    <a:pt x="9353" y="3453"/>
                  </a:lnTo>
                  <a:lnTo>
                    <a:pt x="9312" y="3432"/>
                  </a:lnTo>
                  <a:lnTo>
                    <a:pt x="9228" y="3223"/>
                  </a:lnTo>
                  <a:lnTo>
                    <a:pt x="9207" y="3139"/>
                  </a:lnTo>
                  <a:lnTo>
                    <a:pt x="9123" y="3118"/>
                  </a:lnTo>
                  <a:lnTo>
                    <a:pt x="9123" y="2951"/>
                  </a:lnTo>
                  <a:lnTo>
                    <a:pt x="9123" y="2888"/>
                  </a:lnTo>
                  <a:lnTo>
                    <a:pt x="9060" y="2825"/>
                  </a:lnTo>
                  <a:lnTo>
                    <a:pt x="9040" y="2721"/>
                  </a:lnTo>
                  <a:lnTo>
                    <a:pt x="8935" y="2574"/>
                  </a:lnTo>
                  <a:lnTo>
                    <a:pt x="8830" y="2491"/>
                  </a:lnTo>
                  <a:lnTo>
                    <a:pt x="8788" y="2386"/>
                  </a:lnTo>
                  <a:lnTo>
                    <a:pt x="8705" y="2365"/>
                  </a:lnTo>
                  <a:lnTo>
                    <a:pt x="8621" y="2365"/>
                  </a:lnTo>
                  <a:lnTo>
                    <a:pt x="8600" y="2323"/>
                  </a:lnTo>
                  <a:lnTo>
                    <a:pt x="8579" y="2302"/>
                  </a:lnTo>
                  <a:lnTo>
                    <a:pt x="8475" y="2323"/>
                  </a:lnTo>
                  <a:lnTo>
                    <a:pt x="8370" y="2302"/>
                  </a:lnTo>
                  <a:lnTo>
                    <a:pt x="8265" y="2302"/>
                  </a:lnTo>
                  <a:lnTo>
                    <a:pt x="8223" y="2386"/>
                  </a:lnTo>
                  <a:lnTo>
                    <a:pt x="8182" y="2386"/>
                  </a:lnTo>
                  <a:lnTo>
                    <a:pt x="8161" y="2365"/>
                  </a:lnTo>
                  <a:lnTo>
                    <a:pt x="8119" y="2365"/>
                  </a:lnTo>
                  <a:lnTo>
                    <a:pt x="8035" y="2386"/>
                  </a:lnTo>
                  <a:lnTo>
                    <a:pt x="7993" y="2428"/>
                  </a:lnTo>
                  <a:lnTo>
                    <a:pt x="7910" y="2595"/>
                  </a:lnTo>
                  <a:lnTo>
                    <a:pt x="7868" y="2679"/>
                  </a:lnTo>
                  <a:lnTo>
                    <a:pt x="7868" y="2700"/>
                  </a:lnTo>
                  <a:lnTo>
                    <a:pt x="7868" y="2742"/>
                  </a:lnTo>
                  <a:lnTo>
                    <a:pt x="7805" y="2742"/>
                  </a:lnTo>
                  <a:lnTo>
                    <a:pt x="7700" y="2825"/>
                  </a:lnTo>
                  <a:lnTo>
                    <a:pt x="7700" y="2846"/>
                  </a:lnTo>
                  <a:lnTo>
                    <a:pt x="7659" y="2888"/>
                  </a:lnTo>
                  <a:lnTo>
                    <a:pt x="7596" y="2888"/>
                  </a:lnTo>
                  <a:lnTo>
                    <a:pt x="7575" y="2825"/>
                  </a:lnTo>
                  <a:lnTo>
                    <a:pt x="7449" y="2784"/>
                  </a:lnTo>
                  <a:lnTo>
                    <a:pt x="7366" y="2742"/>
                  </a:lnTo>
                  <a:lnTo>
                    <a:pt x="7345" y="2700"/>
                  </a:lnTo>
                  <a:lnTo>
                    <a:pt x="7219" y="2637"/>
                  </a:lnTo>
                  <a:lnTo>
                    <a:pt x="7156" y="2637"/>
                  </a:lnTo>
                  <a:lnTo>
                    <a:pt x="7115" y="2595"/>
                  </a:lnTo>
                  <a:lnTo>
                    <a:pt x="7115" y="2574"/>
                  </a:lnTo>
                  <a:lnTo>
                    <a:pt x="7073" y="2512"/>
                  </a:lnTo>
                  <a:lnTo>
                    <a:pt x="7031" y="2491"/>
                  </a:lnTo>
                  <a:lnTo>
                    <a:pt x="6989" y="2491"/>
                  </a:lnTo>
                  <a:lnTo>
                    <a:pt x="6947" y="2470"/>
                  </a:lnTo>
                  <a:lnTo>
                    <a:pt x="6926" y="2470"/>
                  </a:lnTo>
                  <a:lnTo>
                    <a:pt x="6926" y="2428"/>
                  </a:lnTo>
                  <a:lnTo>
                    <a:pt x="6905" y="2323"/>
                  </a:lnTo>
                  <a:lnTo>
                    <a:pt x="6822" y="2261"/>
                  </a:lnTo>
                  <a:lnTo>
                    <a:pt x="6717" y="2114"/>
                  </a:lnTo>
                  <a:lnTo>
                    <a:pt x="6717" y="2093"/>
                  </a:lnTo>
                  <a:lnTo>
                    <a:pt x="6801" y="2072"/>
                  </a:lnTo>
                  <a:lnTo>
                    <a:pt x="6822" y="2051"/>
                  </a:lnTo>
                  <a:lnTo>
                    <a:pt x="6822" y="1968"/>
                  </a:lnTo>
                  <a:lnTo>
                    <a:pt x="6738" y="1884"/>
                  </a:lnTo>
                  <a:lnTo>
                    <a:pt x="6717" y="1863"/>
                  </a:lnTo>
                  <a:lnTo>
                    <a:pt x="6696" y="1842"/>
                  </a:lnTo>
                  <a:lnTo>
                    <a:pt x="6654" y="1800"/>
                  </a:lnTo>
                  <a:lnTo>
                    <a:pt x="6633" y="1675"/>
                  </a:lnTo>
                  <a:lnTo>
                    <a:pt x="6591" y="1591"/>
                  </a:lnTo>
                  <a:lnTo>
                    <a:pt x="6508" y="1549"/>
                  </a:lnTo>
                  <a:lnTo>
                    <a:pt x="6424" y="1528"/>
                  </a:lnTo>
                  <a:lnTo>
                    <a:pt x="6466" y="1465"/>
                  </a:lnTo>
                  <a:lnTo>
                    <a:pt x="6466" y="1424"/>
                  </a:lnTo>
                  <a:lnTo>
                    <a:pt x="6403" y="1340"/>
                  </a:lnTo>
                  <a:lnTo>
                    <a:pt x="6299" y="1319"/>
                  </a:lnTo>
                  <a:lnTo>
                    <a:pt x="6319" y="1256"/>
                  </a:lnTo>
                  <a:lnTo>
                    <a:pt x="6278" y="1173"/>
                  </a:lnTo>
                  <a:lnTo>
                    <a:pt x="6215" y="1173"/>
                  </a:lnTo>
                  <a:lnTo>
                    <a:pt x="6194" y="1131"/>
                  </a:lnTo>
                  <a:lnTo>
                    <a:pt x="6131" y="1068"/>
                  </a:lnTo>
                  <a:lnTo>
                    <a:pt x="6068" y="942"/>
                  </a:lnTo>
                  <a:lnTo>
                    <a:pt x="5943" y="859"/>
                  </a:lnTo>
                  <a:lnTo>
                    <a:pt x="5022" y="838"/>
                  </a:lnTo>
                  <a:lnTo>
                    <a:pt x="4980" y="1047"/>
                  </a:lnTo>
                  <a:lnTo>
                    <a:pt x="3327" y="1005"/>
                  </a:lnTo>
                  <a:lnTo>
                    <a:pt x="1402" y="105"/>
                  </a:lnTo>
                  <a:lnTo>
                    <a:pt x="1402" y="64"/>
                  </a:lnTo>
                  <a:lnTo>
                    <a:pt x="138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1" name="Google Shape;2391;p56"/>
            <p:cNvSpPr/>
            <p:nvPr/>
          </p:nvSpPr>
          <p:spPr>
            <a:xfrm>
              <a:off x="3378594" y="3107749"/>
              <a:ext cx="19445" cy="26657"/>
            </a:xfrm>
            <a:custGeom>
              <a:avLst/>
              <a:gdLst/>
              <a:ahLst/>
              <a:cxnLst/>
              <a:rect l="l" t="t" r="r" b="b"/>
              <a:pathLst>
                <a:path w="1633" h="2344" extrusionOk="0">
                  <a:moveTo>
                    <a:pt x="336" y="0"/>
                  </a:moveTo>
                  <a:lnTo>
                    <a:pt x="231" y="84"/>
                  </a:lnTo>
                  <a:lnTo>
                    <a:pt x="126" y="147"/>
                  </a:lnTo>
                  <a:lnTo>
                    <a:pt x="85" y="209"/>
                  </a:lnTo>
                  <a:lnTo>
                    <a:pt x="1" y="314"/>
                  </a:lnTo>
                  <a:lnTo>
                    <a:pt x="1" y="460"/>
                  </a:lnTo>
                  <a:lnTo>
                    <a:pt x="64" y="607"/>
                  </a:lnTo>
                  <a:lnTo>
                    <a:pt x="22" y="732"/>
                  </a:lnTo>
                  <a:lnTo>
                    <a:pt x="22" y="816"/>
                  </a:lnTo>
                  <a:lnTo>
                    <a:pt x="126" y="879"/>
                  </a:lnTo>
                  <a:lnTo>
                    <a:pt x="189" y="963"/>
                  </a:lnTo>
                  <a:lnTo>
                    <a:pt x="231" y="1067"/>
                  </a:lnTo>
                  <a:lnTo>
                    <a:pt x="273" y="1193"/>
                  </a:lnTo>
                  <a:lnTo>
                    <a:pt x="294" y="1256"/>
                  </a:lnTo>
                  <a:lnTo>
                    <a:pt x="273" y="1360"/>
                  </a:lnTo>
                  <a:lnTo>
                    <a:pt x="189" y="1444"/>
                  </a:lnTo>
                  <a:lnTo>
                    <a:pt x="189" y="1590"/>
                  </a:lnTo>
                  <a:lnTo>
                    <a:pt x="231" y="1653"/>
                  </a:lnTo>
                  <a:lnTo>
                    <a:pt x="189" y="1779"/>
                  </a:lnTo>
                  <a:lnTo>
                    <a:pt x="64" y="1883"/>
                  </a:lnTo>
                  <a:lnTo>
                    <a:pt x="1" y="1883"/>
                  </a:lnTo>
                  <a:lnTo>
                    <a:pt x="22" y="1925"/>
                  </a:lnTo>
                  <a:lnTo>
                    <a:pt x="85" y="2009"/>
                  </a:lnTo>
                  <a:lnTo>
                    <a:pt x="106" y="2030"/>
                  </a:lnTo>
                  <a:lnTo>
                    <a:pt x="106" y="2113"/>
                  </a:lnTo>
                  <a:lnTo>
                    <a:pt x="189" y="2197"/>
                  </a:lnTo>
                  <a:lnTo>
                    <a:pt x="294" y="2218"/>
                  </a:lnTo>
                  <a:lnTo>
                    <a:pt x="336" y="2134"/>
                  </a:lnTo>
                  <a:lnTo>
                    <a:pt x="419" y="2113"/>
                  </a:lnTo>
                  <a:lnTo>
                    <a:pt x="503" y="2113"/>
                  </a:lnTo>
                  <a:lnTo>
                    <a:pt x="503" y="2176"/>
                  </a:lnTo>
                  <a:lnTo>
                    <a:pt x="545" y="2197"/>
                  </a:lnTo>
                  <a:lnTo>
                    <a:pt x="545" y="2323"/>
                  </a:lnTo>
                  <a:lnTo>
                    <a:pt x="608" y="2344"/>
                  </a:lnTo>
                  <a:lnTo>
                    <a:pt x="712" y="2281"/>
                  </a:lnTo>
                  <a:lnTo>
                    <a:pt x="733" y="2197"/>
                  </a:lnTo>
                  <a:lnTo>
                    <a:pt x="817" y="2134"/>
                  </a:lnTo>
                  <a:lnTo>
                    <a:pt x="880" y="2113"/>
                  </a:lnTo>
                  <a:lnTo>
                    <a:pt x="963" y="1988"/>
                  </a:lnTo>
                  <a:lnTo>
                    <a:pt x="1068" y="1820"/>
                  </a:lnTo>
                  <a:lnTo>
                    <a:pt x="1173" y="1590"/>
                  </a:lnTo>
                  <a:lnTo>
                    <a:pt x="1173" y="1486"/>
                  </a:lnTo>
                  <a:lnTo>
                    <a:pt x="1340" y="1297"/>
                  </a:lnTo>
                  <a:lnTo>
                    <a:pt x="1466" y="1130"/>
                  </a:lnTo>
                  <a:lnTo>
                    <a:pt x="1528" y="1046"/>
                  </a:lnTo>
                  <a:lnTo>
                    <a:pt x="1633" y="921"/>
                  </a:lnTo>
                  <a:lnTo>
                    <a:pt x="1591" y="774"/>
                  </a:lnTo>
                  <a:lnTo>
                    <a:pt x="1487" y="649"/>
                  </a:lnTo>
                  <a:lnTo>
                    <a:pt x="1466" y="711"/>
                  </a:lnTo>
                  <a:lnTo>
                    <a:pt x="1382" y="649"/>
                  </a:lnTo>
                  <a:lnTo>
                    <a:pt x="1361" y="544"/>
                  </a:lnTo>
                  <a:lnTo>
                    <a:pt x="1173" y="335"/>
                  </a:lnTo>
                  <a:lnTo>
                    <a:pt x="1131" y="335"/>
                  </a:lnTo>
                  <a:lnTo>
                    <a:pt x="963" y="209"/>
                  </a:lnTo>
                  <a:lnTo>
                    <a:pt x="650" y="105"/>
                  </a:lnTo>
                  <a:lnTo>
                    <a:pt x="524" y="21"/>
                  </a:lnTo>
                  <a:lnTo>
                    <a:pt x="33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2" name="Google Shape;2392;p56"/>
            <p:cNvSpPr/>
            <p:nvPr/>
          </p:nvSpPr>
          <p:spPr>
            <a:xfrm>
              <a:off x="3354434" y="3105122"/>
              <a:ext cx="27661" cy="28807"/>
            </a:xfrm>
            <a:custGeom>
              <a:avLst/>
              <a:gdLst/>
              <a:ahLst/>
              <a:cxnLst/>
              <a:rect l="l" t="t" r="r" b="b"/>
              <a:pathLst>
                <a:path w="2323" h="2533" extrusionOk="0">
                  <a:moveTo>
                    <a:pt x="1632" y="1"/>
                  </a:moveTo>
                  <a:lnTo>
                    <a:pt x="1528" y="43"/>
                  </a:lnTo>
                  <a:lnTo>
                    <a:pt x="1339" y="22"/>
                  </a:lnTo>
                  <a:lnTo>
                    <a:pt x="1151" y="64"/>
                  </a:lnTo>
                  <a:lnTo>
                    <a:pt x="963" y="22"/>
                  </a:lnTo>
                  <a:lnTo>
                    <a:pt x="691" y="22"/>
                  </a:lnTo>
                  <a:lnTo>
                    <a:pt x="544" y="64"/>
                  </a:lnTo>
                  <a:lnTo>
                    <a:pt x="544" y="210"/>
                  </a:lnTo>
                  <a:lnTo>
                    <a:pt x="482" y="336"/>
                  </a:lnTo>
                  <a:lnTo>
                    <a:pt x="523" y="419"/>
                  </a:lnTo>
                  <a:lnTo>
                    <a:pt x="440" y="524"/>
                  </a:lnTo>
                  <a:lnTo>
                    <a:pt x="335" y="566"/>
                  </a:lnTo>
                  <a:lnTo>
                    <a:pt x="168" y="566"/>
                  </a:lnTo>
                  <a:lnTo>
                    <a:pt x="105" y="691"/>
                  </a:lnTo>
                  <a:lnTo>
                    <a:pt x="105" y="838"/>
                  </a:lnTo>
                  <a:lnTo>
                    <a:pt x="0" y="1068"/>
                  </a:lnTo>
                  <a:lnTo>
                    <a:pt x="21" y="1152"/>
                  </a:lnTo>
                  <a:lnTo>
                    <a:pt x="126" y="1194"/>
                  </a:lnTo>
                  <a:lnTo>
                    <a:pt x="168" y="1277"/>
                  </a:lnTo>
                  <a:lnTo>
                    <a:pt x="210" y="1319"/>
                  </a:lnTo>
                  <a:lnTo>
                    <a:pt x="272" y="1424"/>
                  </a:lnTo>
                  <a:lnTo>
                    <a:pt x="272" y="1507"/>
                  </a:lnTo>
                  <a:lnTo>
                    <a:pt x="335" y="1570"/>
                  </a:lnTo>
                  <a:lnTo>
                    <a:pt x="419" y="1570"/>
                  </a:lnTo>
                  <a:lnTo>
                    <a:pt x="461" y="1591"/>
                  </a:lnTo>
                  <a:lnTo>
                    <a:pt x="482" y="1696"/>
                  </a:lnTo>
                  <a:lnTo>
                    <a:pt x="523" y="1842"/>
                  </a:lnTo>
                  <a:lnTo>
                    <a:pt x="523" y="1989"/>
                  </a:lnTo>
                  <a:lnTo>
                    <a:pt x="586" y="2010"/>
                  </a:lnTo>
                  <a:lnTo>
                    <a:pt x="670" y="2135"/>
                  </a:lnTo>
                  <a:lnTo>
                    <a:pt x="691" y="2219"/>
                  </a:lnTo>
                  <a:lnTo>
                    <a:pt x="795" y="2261"/>
                  </a:lnTo>
                  <a:lnTo>
                    <a:pt x="795" y="2323"/>
                  </a:lnTo>
                  <a:lnTo>
                    <a:pt x="858" y="2407"/>
                  </a:lnTo>
                  <a:lnTo>
                    <a:pt x="942" y="2449"/>
                  </a:lnTo>
                  <a:lnTo>
                    <a:pt x="984" y="2449"/>
                  </a:lnTo>
                  <a:lnTo>
                    <a:pt x="1005" y="2470"/>
                  </a:lnTo>
                  <a:lnTo>
                    <a:pt x="1172" y="2533"/>
                  </a:lnTo>
                  <a:lnTo>
                    <a:pt x="1256" y="2533"/>
                  </a:lnTo>
                  <a:lnTo>
                    <a:pt x="1277" y="2470"/>
                  </a:lnTo>
                  <a:lnTo>
                    <a:pt x="1214" y="2344"/>
                  </a:lnTo>
                  <a:lnTo>
                    <a:pt x="1193" y="2303"/>
                  </a:lnTo>
                  <a:lnTo>
                    <a:pt x="1088" y="2198"/>
                  </a:lnTo>
                  <a:lnTo>
                    <a:pt x="1109" y="2093"/>
                  </a:lnTo>
                  <a:lnTo>
                    <a:pt x="1214" y="2010"/>
                  </a:lnTo>
                  <a:lnTo>
                    <a:pt x="1339" y="2031"/>
                  </a:lnTo>
                  <a:lnTo>
                    <a:pt x="1591" y="2031"/>
                  </a:lnTo>
                  <a:lnTo>
                    <a:pt x="1695" y="1989"/>
                  </a:lnTo>
                  <a:lnTo>
                    <a:pt x="1842" y="1989"/>
                  </a:lnTo>
                  <a:lnTo>
                    <a:pt x="1946" y="2093"/>
                  </a:lnTo>
                  <a:lnTo>
                    <a:pt x="2030" y="2114"/>
                  </a:lnTo>
                  <a:lnTo>
                    <a:pt x="2093" y="2114"/>
                  </a:lnTo>
                  <a:lnTo>
                    <a:pt x="2218" y="2010"/>
                  </a:lnTo>
                  <a:lnTo>
                    <a:pt x="2260" y="1884"/>
                  </a:lnTo>
                  <a:lnTo>
                    <a:pt x="2218" y="1821"/>
                  </a:lnTo>
                  <a:lnTo>
                    <a:pt x="2218" y="1675"/>
                  </a:lnTo>
                  <a:lnTo>
                    <a:pt x="2302" y="1591"/>
                  </a:lnTo>
                  <a:lnTo>
                    <a:pt x="2323" y="1487"/>
                  </a:lnTo>
                  <a:lnTo>
                    <a:pt x="2302" y="1424"/>
                  </a:lnTo>
                  <a:lnTo>
                    <a:pt x="2260" y="1298"/>
                  </a:lnTo>
                  <a:lnTo>
                    <a:pt x="2218" y="1194"/>
                  </a:lnTo>
                  <a:lnTo>
                    <a:pt x="2155" y="1110"/>
                  </a:lnTo>
                  <a:lnTo>
                    <a:pt x="2051" y="1047"/>
                  </a:lnTo>
                  <a:lnTo>
                    <a:pt x="2051" y="963"/>
                  </a:lnTo>
                  <a:lnTo>
                    <a:pt x="2093" y="838"/>
                  </a:lnTo>
                  <a:lnTo>
                    <a:pt x="2030" y="691"/>
                  </a:lnTo>
                  <a:lnTo>
                    <a:pt x="2030" y="545"/>
                  </a:lnTo>
                  <a:lnTo>
                    <a:pt x="2114" y="440"/>
                  </a:lnTo>
                  <a:lnTo>
                    <a:pt x="2155" y="378"/>
                  </a:lnTo>
                  <a:lnTo>
                    <a:pt x="2260" y="231"/>
                  </a:lnTo>
                  <a:lnTo>
                    <a:pt x="2260" y="147"/>
                  </a:lnTo>
                  <a:lnTo>
                    <a:pt x="2135" y="106"/>
                  </a:lnTo>
                  <a:lnTo>
                    <a:pt x="1946" y="64"/>
                  </a:lnTo>
                  <a:lnTo>
                    <a:pt x="17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3" name="Google Shape;2393;p56"/>
            <p:cNvSpPr/>
            <p:nvPr/>
          </p:nvSpPr>
          <p:spPr>
            <a:xfrm>
              <a:off x="3331012" y="3088711"/>
              <a:ext cx="34639" cy="49743"/>
            </a:xfrm>
            <a:custGeom>
              <a:avLst/>
              <a:gdLst/>
              <a:ahLst/>
              <a:cxnLst/>
              <a:rect l="l" t="t" r="r" b="b"/>
              <a:pathLst>
                <a:path w="2909" h="4374" extrusionOk="0">
                  <a:moveTo>
                    <a:pt x="879" y="0"/>
                  </a:moveTo>
                  <a:lnTo>
                    <a:pt x="858" y="84"/>
                  </a:lnTo>
                  <a:lnTo>
                    <a:pt x="712" y="251"/>
                  </a:lnTo>
                  <a:lnTo>
                    <a:pt x="565" y="356"/>
                  </a:lnTo>
                  <a:lnTo>
                    <a:pt x="503" y="335"/>
                  </a:lnTo>
                  <a:lnTo>
                    <a:pt x="335" y="544"/>
                  </a:lnTo>
                  <a:lnTo>
                    <a:pt x="356" y="628"/>
                  </a:lnTo>
                  <a:lnTo>
                    <a:pt x="419" y="733"/>
                  </a:lnTo>
                  <a:lnTo>
                    <a:pt x="565" y="753"/>
                  </a:lnTo>
                  <a:lnTo>
                    <a:pt x="649" y="837"/>
                  </a:lnTo>
                  <a:lnTo>
                    <a:pt x="649" y="963"/>
                  </a:lnTo>
                  <a:lnTo>
                    <a:pt x="461" y="1046"/>
                  </a:lnTo>
                  <a:lnTo>
                    <a:pt x="398" y="1025"/>
                  </a:lnTo>
                  <a:lnTo>
                    <a:pt x="293" y="1046"/>
                  </a:lnTo>
                  <a:lnTo>
                    <a:pt x="210" y="1025"/>
                  </a:lnTo>
                  <a:lnTo>
                    <a:pt x="126" y="1088"/>
                  </a:lnTo>
                  <a:lnTo>
                    <a:pt x="105" y="1277"/>
                  </a:lnTo>
                  <a:lnTo>
                    <a:pt x="1" y="1381"/>
                  </a:lnTo>
                  <a:lnTo>
                    <a:pt x="42" y="1507"/>
                  </a:lnTo>
                  <a:lnTo>
                    <a:pt x="189" y="1716"/>
                  </a:lnTo>
                  <a:lnTo>
                    <a:pt x="419" y="1904"/>
                  </a:lnTo>
                  <a:lnTo>
                    <a:pt x="419" y="1925"/>
                  </a:lnTo>
                  <a:lnTo>
                    <a:pt x="461" y="1925"/>
                  </a:lnTo>
                  <a:lnTo>
                    <a:pt x="524" y="1988"/>
                  </a:lnTo>
                  <a:lnTo>
                    <a:pt x="565" y="1925"/>
                  </a:lnTo>
                  <a:lnTo>
                    <a:pt x="712" y="1967"/>
                  </a:lnTo>
                  <a:lnTo>
                    <a:pt x="817" y="2072"/>
                  </a:lnTo>
                  <a:lnTo>
                    <a:pt x="817" y="2218"/>
                  </a:lnTo>
                  <a:lnTo>
                    <a:pt x="733" y="2344"/>
                  </a:lnTo>
                  <a:lnTo>
                    <a:pt x="670" y="2406"/>
                  </a:lnTo>
                  <a:lnTo>
                    <a:pt x="775" y="2448"/>
                  </a:lnTo>
                  <a:lnTo>
                    <a:pt x="879" y="2448"/>
                  </a:lnTo>
                  <a:lnTo>
                    <a:pt x="942" y="2532"/>
                  </a:lnTo>
                  <a:lnTo>
                    <a:pt x="984" y="2616"/>
                  </a:lnTo>
                  <a:lnTo>
                    <a:pt x="1089" y="2616"/>
                  </a:lnTo>
                  <a:lnTo>
                    <a:pt x="1089" y="2657"/>
                  </a:lnTo>
                  <a:lnTo>
                    <a:pt x="984" y="2804"/>
                  </a:lnTo>
                  <a:lnTo>
                    <a:pt x="963" y="2950"/>
                  </a:lnTo>
                  <a:lnTo>
                    <a:pt x="837" y="3160"/>
                  </a:lnTo>
                  <a:lnTo>
                    <a:pt x="858" y="3264"/>
                  </a:lnTo>
                  <a:lnTo>
                    <a:pt x="817" y="3369"/>
                  </a:lnTo>
                  <a:lnTo>
                    <a:pt x="817" y="3474"/>
                  </a:lnTo>
                  <a:lnTo>
                    <a:pt x="837" y="3536"/>
                  </a:lnTo>
                  <a:lnTo>
                    <a:pt x="817" y="3599"/>
                  </a:lnTo>
                  <a:lnTo>
                    <a:pt x="817" y="3704"/>
                  </a:lnTo>
                  <a:lnTo>
                    <a:pt x="921" y="3808"/>
                  </a:lnTo>
                  <a:lnTo>
                    <a:pt x="1047" y="3955"/>
                  </a:lnTo>
                  <a:lnTo>
                    <a:pt x="1047" y="4018"/>
                  </a:lnTo>
                  <a:lnTo>
                    <a:pt x="1130" y="4122"/>
                  </a:lnTo>
                  <a:lnTo>
                    <a:pt x="1361" y="4331"/>
                  </a:lnTo>
                  <a:lnTo>
                    <a:pt x="1444" y="4373"/>
                  </a:lnTo>
                  <a:lnTo>
                    <a:pt x="1507" y="4290"/>
                  </a:lnTo>
                  <a:lnTo>
                    <a:pt x="1591" y="4269"/>
                  </a:lnTo>
                  <a:lnTo>
                    <a:pt x="1612" y="4290"/>
                  </a:lnTo>
                  <a:lnTo>
                    <a:pt x="1758" y="4290"/>
                  </a:lnTo>
                  <a:lnTo>
                    <a:pt x="1821" y="4185"/>
                  </a:lnTo>
                  <a:lnTo>
                    <a:pt x="1863" y="4122"/>
                  </a:lnTo>
                  <a:lnTo>
                    <a:pt x="1967" y="4101"/>
                  </a:lnTo>
                  <a:lnTo>
                    <a:pt x="2198" y="4101"/>
                  </a:lnTo>
                  <a:lnTo>
                    <a:pt x="2260" y="3913"/>
                  </a:lnTo>
                  <a:lnTo>
                    <a:pt x="2386" y="3871"/>
                  </a:lnTo>
                  <a:lnTo>
                    <a:pt x="2553" y="3871"/>
                  </a:lnTo>
                  <a:lnTo>
                    <a:pt x="2616" y="3913"/>
                  </a:lnTo>
                  <a:lnTo>
                    <a:pt x="2721" y="3892"/>
                  </a:lnTo>
                  <a:lnTo>
                    <a:pt x="2909" y="3892"/>
                  </a:lnTo>
                  <a:lnTo>
                    <a:pt x="2825" y="3850"/>
                  </a:lnTo>
                  <a:lnTo>
                    <a:pt x="2762" y="3766"/>
                  </a:lnTo>
                  <a:lnTo>
                    <a:pt x="2762" y="3704"/>
                  </a:lnTo>
                  <a:lnTo>
                    <a:pt x="2658" y="3662"/>
                  </a:lnTo>
                  <a:lnTo>
                    <a:pt x="2637" y="3578"/>
                  </a:lnTo>
                  <a:lnTo>
                    <a:pt x="2553" y="3453"/>
                  </a:lnTo>
                  <a:lnTo>
                    <a:pt x="2490" y="3432"/>
                  </a:lnTo>
                  <a:lnTo>
                    <a:pt x="2490" y="3285"/>
                  </a:lnTo>
                  <a:lnTo>
                    <a:pt x="2449" y="3139"/>
                  </a:lnTo>
                  <a:lnTo>
                    <a:pt x="2428" y="3034"/>
                  </a:lnTo>
                  <a:lnTo>
                    <a:pt x="2386" y="3013"/>
                  </a:lnTo>
                  <a:lnTo>
                    <a:pt x="2302" y="3013"/>
                  </a:lnTo>
                  <a:lnTo>
                    <a:pt x="2239" y="2950"/>
                  </a:lnTo>
                  <a:lnTo>
                    <a:pt x="2239" y="2867"/>
                  </a:lnTo>
                  <a:lnTo>
                    <a:pt x="2177" y="2762"/>
                  </a:lnTo>
                  <a:lnTo>
                    <a:pt x="2135" y="2720"/>
                  </a:lnTo>
                  <a:lnTo>
                    <a:pt x="2093" y="2637"/>
                  </a:lnTo>
                  <a:lnTo>
                    <a:pt x="1988" y="2595"/>
                  </a:lnTo>
                  <a:lnTo>
                    <a:pt x="1967" y="2511"/>
                  </a:lnTo>
                  <a:lnTo>
                    <a:pt x="2072" y="2281"/>
                  </a:lnTo>
                  <a:lnTo>
                    <a:pt x="2072" y="2134"/>
                  </a:lnTo>
                  <a:lnTo>
                    <a:pt x="2135" y="2009"/>
                  </a:lnTo>
                  <a:lnTo>
                    <a:pt x="2302" y="2009"/>
                  </a:lnTo>
                  <a:lnTo>
                    <a:pt x="2407" y="1967"/>
                  </a:lnTo>
                  <a:lnTo>
                    <a:pt x="2490" y="1862"/>
                  </a:lnTo>
                  <a:lnTo>
                    <a:pt x="2449" y="1779"/>
                  </a:lnTo>
                  <a:lnTo>
                    <a:pt x="2511" y="1653"/>
                  </a:lnTo>
                  <a:lnTo>
                    <a:pt x="2449" y="1549"/>
                  </a:lnTo>
                  <a:lnTo>
                    <a:pt x="2449" y="1381"/>
                  </a:lnTo>
                  <a:lnTo>
                    <a:pt x="2428" y="1297"/>
                  </a:lnTo>
                  <a:lnTo>
                    <a:pt x="2218" y="1256"/>
                  </a:lnTo>
                  <a:lnTo>
                    <a:pt x="2009" y="1046"/>
                  </a:lnTo>
                  <a:lnTo>
                    <a:pt x="1905" y="963"/>
                  </a:lnTo>
                  <a:lnTo>
                    <a:pt x="1863" y="984"/>
                  </a:lnTo>
                  <a:lnTo>
                    <a:pt x="1716" y="1046"/>
                  </a:lnTo>
                  <a:lnTo>
                    <a:pt x="1653" y="1130"/>
                  </a:lnTo>
                  <a:lnTo>
                    <a:pt x="1612" y="1235"/>
                  </a:lnTo>
                  <a:lnTo>
                    <a:pt x="1591" y="1088"/>
                  </a:lnTo>
                  <a:lnTo>
                    <a:pt x="1612" y="921"/>
                  </a:lnTo>
                  <a:lnTo>
                    <a:pt x="1674" y="816"/>
                  </a:lnTo>
                  <a:lnTo>
                    <a:pt x="1612" y="628"/>
                  </a:lnTo>
                  <a:lnTo>
                    <a:pt x="1507" y="565"/>
                  </a:lnTo>
                  <a:lnTo>
                    <a:pt x="1298" y="419"/>
                  </a:lnTo>
                  <a:lnTo>
                    <a:pt x="1151" y="251"/>
                  </a:lnTo>
                  <a:lnTo>
                    <a:pt x="1130" y="147"/>
                  </a:lnTo>
                  <a:lnTo>
                    <a:pt x="1026" y="42"/>
                  </a:lnTo>
                  <a:lnTo>
                    <a:pt x="921" y="21"/>
                  </a:lnTo>
                  <a:lnTo>
                    <a:pt x="8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4" name="Google Shape;2394;p56"/>
            <p:cNvSpPr/>
            <p:nvPr/>
          </p:nvSpPr>
          <p:spPr>
            <a:xfrm>
              <a:off x="3250041" y="3063487"/>
              <a:ext cx="91450" cy="78538"/>
            </a:xfrm>
            <a:custGeom>
              <a:avLst/>
              <a:gdLst/>
              <a:ahLst/>
              <a:cxnLst/>
              <a:rect l="l" t="t" r="r" b="b"/>
              <a:pathLst>
                <a:path w="7680" h="6906" extrusionOk="0">
                  <a:moveTo>
                    <a:pt x="1988" y="0"/>
                  </a:moveTo>
                  <a:lnTo>
                    <a:pt x="1821" y="63"/>
                  </a:lnTo>
                  <a:lnTo>
                    <a:pt x="1674" y="251"/>
                  </a:lnTo>
                  <a:lnTo>
                    <a:pt x="1695" y="377"/>
                  </a:lnTo>
                  <a:lnTo>
                    <a:pt x="1758" y="440"/>
                  </a:lnTo>
                  <a:lnTo>
                    <a:pt x="1863" y="356"/>
                  </a:lnTo>
                  <a:lnTo>
                    <a:pt x="1967" y="377"/>
                  </a:lnTo>
                  <a:lnTo>
                    <a:pt x="2072" y="461"/>
                  </a:lnTo>
                  <a:lnTo>
                    <a:pt x="2030" y="544"/>
                  </a:lnTo>
                  <a:lnTo>
                    <a:pt x="1925" y="565"/>
                  </a:lnTo>
                  <a:lnTo>
                    <a:pt x="1821" y="523"/>
                  </a:lnTo>
                  <a:lnTo>
                    <a:pt x="1779" y="482"/>
                  </a:lnTo>
                  <a:lnTo>
                    <a:pt x="1758" y="523"/>
                  </a:lnTo>
                  <a:lnTo>
                    <a:pt x="1758" y="565"/>
                  </a:lnTo>
                  <a:lnTo>
                    <a:pt x="1611" y="649"/>
                  </a:lnTo>
                  <a:lnTo>
                    <a:pt x="1360" y="670"/>
                  </a:lnTo>
                  <a:lnTo>
                    <a:pt x="1088" y="774"/>
                  </a:lnTo>
                  <a:lnTo>
                    <a:pt x="1026" y="879"/>
                  </a:lnTo>
                  <a:lnTo>
                    <a:pt x="1026" y="984"/>
                  </a:lnTo>
                  <a:lnTo>
                    <a:pt x="1088" y="1088"/>
                  </a:lnTo>
                  <a:lnTo>
                    <a:pt x="1088" y="1318"/>
                  </a:lnTo>
                  <a:lnTo>
                    <a:pt x="1130" y="1486"/>
                  </a:lnTo>
                  <a:lnTo>
                    <a:pt x="1151" y="1611"/>
                  </a:lnTo>
                  <a:lnTo>
                    <a:pt x="1067" y="1800"/>
                  </a:lnTo>
                  <a:lnTo>
                    <a:pt x="879" y="1925"/>
                  </a:lnTo>
                  <a:lnTo>
                    <a:pt x="775" y="1904"/>
                  </a:lnTo>
                  <a:lnTo>
                    <a:pt x="775" y="1737"/>
                  </a:lnTo>
                  <a:lnTo>
                    <a:pt x="649" y="1611"/>
                  </a:lnTo>
                  <a:lnTo>
                    <a:pt x="628" y="1486"/>
                  </a:lnTo>
                  <a:lnTo>
                    <a:pt x="733" y="1402"/>
                  </a:lnTo>
                  <a:lnTo>
                    <a:pt x="754" y="1318"/>
                  </a:lnTo>
                  <a:lnTo>
                    <a:pt x="963" y="1109"/>
                  </a:lnTo>
                  <a:lnTo>
                    <a:pt x="963" y="942"/>
                  </a:lnTo>
                  <a:lnTo>
                    <a:pt x="879" y="795"/>
                  </a:lnTo>
                  <a:lnTo>
                    <a:pt x="921" y="754"/>
                  </a:lnTo>
                  <a:lnTo>
                    <a:pt x="879" y="670"/>
                  </a:lnTo>
                  <a:lnTo>
                    <a:pt x="816" y="628"/>
                  </a:lnTo>
                  <a:lnTo>
                    <a:pt x="754" y="523"/>
                  </a:lnTo>
                  <a:lnTo>
                    <a:pt x="775" y="440"/>
                  </a:lnTo>
                  <a:lnTo>
                    <a:pt x="921" y="377"/>
                  </a:lnTo>
                  <a:lnTo>
                    <a:pt x="1067" y="356"/>
                  </a:lnTo>
                  <a:lnTo>
                    <a:pt x="1172" y="210"/>
                  </a:lnTo>
                  <a:lnTo>
                    <a:pt x="1130" y="210"/>
                  </a:lnTo>
                  <a:lnTo>
                    <a:pt x="1088" y="230"/>
                  </a:lnTo>
                  <a:lnTo>
                    <a:pt x="775" y="356"/>
                  </a:lnTo>
                  <a:lnTo>
                    <a:pt x="628" y="628"/>
                  </a:lnTo>
                  <a:lnTo>
                    <a:pt x="565" y="670"/>
                  </a:lnTo>
                  <a:lnTo>
                    <a:pt x="461" y="691"/>
                  </a:lnTo>
                  <a:lnTo>
                    <a:pt x="356" y="837"/>
                  </a:lnTo>
                  <a:lnTo>
                    <a:pt x="293" y="900"/>
                  </a:lnTo>
                  <a:lnTo>
                    <a:pt x="105" y="1172"/>
                  </a:lnTo>
                  <a:lnTo>
                    <a:pt x="84" y="1298"/>
                  </a:lnTo>
                  <a:lnTo>
                    <a:pt x="105" y="1402"/>
                  </a:lnTo>
                  <a:lnTo>
                    <a:pt x="84" y="1590"/>
                  </a:lnTo>
                  <a:lnTo>
                    <a:pt x="0" y="1779"/>
                  </a:lnTo>
                  <a:lnTo>
                    <a:pt x="0" y="1821"/>
                  </a:lnTo>
                  <a:lnTo>
                    <a:pt x="147" y="1821"/>
                  </a:lnTo>
                  <a:lnTo>
                    <a:pt x="398" y="2239"/>
                  </a:lnTo>
                  <a:lnTo>
                    <a:pt x="503" y="2407"/>
                  </a:lnTo>
                  <a:lnTo>
                    <a:pt x="523" y="2511"/>
                  </a:lnTo>
                  <a:lnTo>
                    <a:pt x="461" y="2637"/>
                  </a:lnTo>
                  <a:lnTo>
                    <a:pt x="461" y="2720"/>
                  </a:lnTo>
                  <a:lnTo>
                    <a:pt x="440" y="2762"/>
                  </a:lnTo>
                  <a:lnTo>
                    <a:pt x="440" y="2867"/>
                  </a:lnTo>
                  <a:lnTo>
                    <a:pt x="565" y="2971"/>
                  </a:lnTo>
                  <a:lnTo>
                    <a:pt x="733" y="3034"/>
                  </a:lnTo>
                  <a:lnTo>
                    <a:pt x="837" y="3055"/>
                  </a:lnTo>
                  <a:lnTo>
                    <a:pt x="963" y="3097"/>
                  </a:lnTo>
                  <a:lnTo>
                    <a:pt x="1047" y="3055"/>
                  </a:lnTo>
                  <a:lnTo>
                    <a:pt x="1193" y="3055"/>
                  </a:lnTo>
                  <a:lnTo>
                    <a:pt x="1339" y="3097"/>
                  </a:lnTo>
                  <a:lnTo>
                    <a:pt x="1381" y="3076"/>
                  </a:lnTo>
                  <a:lnTo>
                    <a:pt x="1549" y="3055"/>
                  </a:lnTo>
                  <a:lnTo>
                    <a:pt x="1716" y="3076"/>
                  </a:lnTo>
                  <a:lnTo>
                    <a:pt x="1821" y="3139"/>
                  </a:lnTo>
                  <a:lnTo>
                    <a:pt x="2281" y="3557"/>
                  </a:lnTo>
                  <a:lnTo>
                    <a:pt x="2427" y="3515"/>
                  </a:lnTo>
                  <a:lnTo>
                    <a:pt x="2448" y="3557"/>
                  </a:lnTo>
                  <a:lnTo>
                    <a:pt x="2511" y="3515"/>
                  </a:lnTo>
                  <a:lnTo>
                    <a:pt x="2637" y="3578"/>
                  </a:lnTo>
                  <a:lnTo>
                    <a:pt x="2699" y="3599"/>
                  </a:lnTo>
                  <a:lnTo>
                    <a:pt x="2825" y="3557"/>
                  </a:lnTo>
                  <a:lnTo>
                    <a:pt x="2930" y="3557"/>
                  </a:lnTo>
                  <a:lnTo>
                    <a:pt x="3076" y="3578"/>
                  </a:lnTo>
                  <a:lnTo>
                    <a:pt x="3118" y="3515"/>
                  </a:lnTo>
                  <a:lnTo>
                    <a:pt x="3223" y="3515"/>
                  </a:lnTo>
                  <a:lnTo>
                    <a:pt x="3285" y="3578"/>
                  </a:lnTo>
                  <a:lnTo>
                    <a:pt x="3348" y="3808"/>
                  </a:lnTo>
                  <a:lnTo>
                    <a:pt x="3285" y="3892"/>
                  </a:lnTo>
                  <a:lnTo>
                    <a:pt x="3285" y="3997"/>
                  </a:lnTo>
                  <a:lnTo>
                    <a:pt x="3264" y="4080"/>
                  </a:lnTo>
                  <a:lnTo>
                    <a:pt x="3118" y="4101"/>
                  </a:lnTo>
                  <a:lnTo>
                    <a:pt x="3055" y="4185"/>
                  </a:lnTo>
                  <a:lnTo>
                    <a:pt x="3076" y="4394"/>
                  </a:lnTo>
                  <a:lnTo>
                    <a:pt x="3118" y="4457"/>
                  </a:lnTo>
                  <a:lnTo>
                    <a:pt x="3055" y="4624"/>
                  </a:lnTo>
                  <a:lnTo>
                    <a:pt x="3055" y="4813"/>
                  </a:lnTo>
                  <a:lnTo>
                    <a:pt x="3139" y="4875"/>
                  </a:lnTo>
                  <a:lnTo>
                    <a:pt x="3139" y="4959"/>
                  </a:lnTo>
                  <a:lnTo>
                    <a:pt x="3244" y="5252"/>
                  </a:lnTo>
                  <a:lnTo>
                    <a:pt x="3055" y="5587"/>
                  </a:lnTo>
                  <a:lnTo>
                    <a:pt x="3076" y="5692"/>
                  </a:lnTo>
                  <a:lnTo>
                    <a:pt x="3139" y="5692"/>
                  </a:lnTo>
                  <a:lnTo>
                    <a:pt x="3223" y="5671"/>
                  </a:lnTo>
                  <a:lnTo>
                    <a:pt x="3223" y="5692"/>
                  </a:lnTo>
                  <a:lnTo>
                    <a:pt x="3244" y="5775"/>
                  </a:lnTo>
                  <a:lnTo>
                    <a:pt x="3327" y="5817"/>
                  </a:lnTo>
                  <a:lnTo>
                    <a:pt x="3369" y="5922"/>
                  </a:lnTo>
                  <a:lnTo>
                    <a:pt x="3348" y="5984"/>
                  </a:lnTo>
                  <a:lnTo>
                    <a:pt x="3390" y="6131"/>
                  </a:lnTo>
                  <a:lnTo>
                    <a:pt x="3536" y="6424"/>
                  </a:lnTo>
                  <a:lnTo>
                    <a:pt x="3536" y="6528"/>
                  </a:lnTo>
                  <a:lnTo>
                    <a:pt x="3746" y="6696"/>
                  </a:lnTo>
                  <a:lnTo>
                    <a:pt x="3976" y="6863"/>
                  </a:lnTo>
                  <a:lnTo>
                    <a:pt x="4101" y="6905"/>
                  </a:lnTo>
                  <a:lnTo>
                    <a:pt x="4332" y="6863"/>
                  </a:lnTo>
                  <a:lnTo>
                    <a:pt x="4478" y="6717"/>
                  </a:lnTo>
                  <a:lnTo>
                    <a:pt x="4687" y="6591"/>
                  </a:lnTo>
                  <a:lnTo>
                    <a:pt x="4750" y="6487"/>
                  </a:lnTo>
                  <a:lnTo>
                    <a:pt x="5064" y="6319"/>
                  </a:lnTo>
                  <a:lnTo>
                    <a:pt x="5127" y="6173"/>
                  </a:lnTo>
                  <a:lnTo>
                    <a:pt x="5168" y="6110"/>
                  </a:lnTo>
                  <a:lnTo>
                    <a:pt x="5210" y="6068"/>
                  </a:lnTo>
                  <a:lnTo>
                    <a:pt x="5482" y="6005"/>
                  </a:lnTo>
                  <a:lnTo>
                    <a:pt x="5629" y="5964"/>
                  </a:lnTo>
                  <a:lnTo>
                    <a:pt x="5587" y="5817"/>
                  </a:lnTo>
                  <a:lnTo>
                    <a:pt x="5440" y="5796"/>
                  </a:lnTo>
                  <a:lnTo>
                    <a:pt x="5252" y="5817"/>
                  </a:lnTo>
                  <a:lnTo>
                    <a:pt x="4959" y="5712"/>
                  </a:lnTo>
                  <a:lnTo>
                    <a:pt x="5022" y="5545"/>
                  </a:lnTo>
                  <a:lnTo>
                    <a:pt x="5001" y="5482"/>
                  </a:lnTo>
                  <a:lnTo>
                    <a:pt x="4938" y="5440"/>
                  </a:lnTo>
                  <a:lnTo>
                    <a:pt x="5127" y="5168"/>
                  </a:lnTo>
                  <a:lnTo>
                    <a:pt x="5064" y="5064"/>
                  </a:lnTo>
                  <a:lnTo>
                    <a:pt x="4938" y="4938"/>
                  </a:lnTo>
                  <a:lnTo>
                    <a:pt x="4834" y="4917"/>
                  </a:lnTo>
                  <a:lnTo>
                    <a:pt x="4750" y="4750"/>
                  </a:lnTo>
                  <a:lnTo>
                    <a:pt x="4917" y="4813"/>
                  </a:lnTo>
                  <a:lnTo>
                    <a:pt x="5106" y="4834"/>
                  </a:lnTo>
                  <a:lnTo>
                    <a:pt x="5273" y="4938"/>
                  </a:lnTo>
                  <a:lnTo>
                    <a:pt x="5461" y="4938"/>
                  </a:lnTo>
                  <a:lnTo>
                    <a:pt x="5733" y="4875"/>
                  </a:lnTo>
                  <a:lnTo>
                    <a:pt x="5796" y="4938"/>
                  </a:lnTo>
                  <a:lnTo>
                    <a:pt x="5985" y="4875"/>
                  </a:lnTo>
                  <a:lnTo>
                    <a:pt x="6173" y="4708"/>
                  </a:lnTo>
                  <a:lnTo>
                    <a:pt x="6319" y="4708"/>
                  </a:lnTo>
                  <a:lnTo>
                    <a:pt x="6424" y="4729"/>
                  </a:lnTo>
                  <a:lnTo>
                    <a:pt x="6675" y="4624"/>
                  </a:lnTo>
                  <a:lnTo>
                    <a:pt x="6884" y="4624"/>
                  </a:lnTo>
                  <a:lnTo>
                    <a:pt x="7156" y="4394"/>
                  </a:lnTo>
                  <a:lnTo>
                    <a:pt x="7219" y="4248"/>
                  </a:lnTo>
                  <a:lnTo>
                    <a:pt x="7219" y="4143"/>
                  </a:lnTo>
                  <a:lnTo>
                    <a:pt x="7219" y="4122"/>
                  </a:lnTo>
                  <a:lnTo>
                    <a:pt x="6989" y="3934"/>
                  </a:lnTo>
                  <a:lnTo>
                    <a:pt x="6842" y="3725"/>
                  </a:lnTo>
                  <a:lnTo>
                    <a:pt x="6801" y="3599"/>
                  </a:lnTo>
                  <a:lnTo>
                    <a:pt x="6905" y="3495"/>
                  </a:lnTo>
                  <a:lnTo>
                    <a:pt x="6926" y="3306"/>
                  </a:lnTo>
                  <a:lnTo>
                    <a:pt x="7010" y="3243"/>
                  </a:lnTo>
                  <a:lnTo>
                    <a:pt x="7093" y="3264"/>
                  </a:lnTo>
                  <a:lnTo>
                    <a:pt x="7198" y="3243"/>
                  </a:lnTo>
                  <a:lnTo>
                    <a:pt x="7261" y="3264"/>
                  </a:lnTo>
                  <a:lnTo>
                    <a:pt x="7449" y="3181"/>
                  </a:lnTo>
                  <a:lnTo>
                    <a:pt x="7449" y="3055"/>
                  </a:lnTo>
                  <a:lnTo>
                    <a:pt x="7365" y="2971"/>
                  </a:lnTo>
                  <a:lnTo>
                    <a:pt x="7219" y="2951"/>
                  </a:lnTo>
                  <a:lnTo>
                    <a:pt x="7156" y="2846"/>
                  </a:lnTo>
                  <a:lnTo>
                    <a:pt x="7135" y="2762"/>
                  </a:lnTo>
                  <a:lnTo>
                    <a:pt x="7303" y="2553"/>
                  </a:lnTo>
                  <a:lnTo>
                    <a:pt x="7365" y="2574"/>
                  </a:lnTo>
                  <a:lnTo>
                    <a:pt x="7512" y="2469"/>
                  </a:lnTo>
                  <a:lnTo>
                    <a:pt x="7658" y="2302"/>
                  </a:lnTo>
                  <a:lnTo>
                    <a:pt x="7679" y="2218"/>
                  </a:lnTo>
                  <a:lnTo>
                    <a:pt x="7658" y="2218"/>
                  </a:lnTo>
                  <a:lnTo>
                    <a:pt x="7428" y="2114"/>
                  </a:lnTo>
                  <a:lnTo>
                    <a:pt x="7345" y="2114"/>
                  </a:lnTo>
                  <a:lnTo>
                    <a:pt x="7261" y="2135"/>
                  </a:lnTo>
                  <a:lnTo>
                    <a:pt x="7156" y="2114"/>
                  </a:lnTo>
                  <a:lnTo>
                    <a:pt x="7093" y="2114"/>
                  </a:lnTo>
                  <a:lnTo>
                    <a:pt x="7010" y="2155"/>
                  </a:lnTo>
                  <a:lnTo>
                    <a:pt x="6821" y="2197"/>
                  </a:lnTo>
                  <a:lnTo>
                    <a:pt x="6675" y="2155"/>
                  </a:lnTo>
                  <a:lnTo>
                    <a:pt x="6612" y="2155"/>
                  </a:lnTo>
                  <a:lnTo>
                    <a:pt x="6717" y="2135"/>
                  </a:lnTo>
                  <a:lnTo>
                    <a:pt x="6801" y="2135"/>
                  </a:lnTo>
                  <a:lnTo>
                    <a:pt x="6884" y="2093"/>
                  </a:lnTo>
                  <a:lnTo>
                    <a:pt x="6926" y="2009"/>
                  </a:lnTo>
                  <a:lnTo>
                    <a:pt x="7052" y="1904"/>
                  </a:lnTo>
                  <a:lnTo>
                    <a:pt x="7093" y="1842"/>
                  </a:lnTo>
                  <a:lnTo>
                    <a:pt x="7010" y="1800"/>
                  </a:lnTo>
                  <a:lnTo>
                    <a:pt x="7010" y="1779"/>
                  </a:lnTo>
                  <a:lnTo>
                    <a:pt x="6989" y="1674"/>
                  </a:lnTo>
                  <a:lnTo>
                    <a:pt x="6821" y="1590"/>
                  </a:lnTo>
                  <a:lnTo>
                    <a:pt x="6612" y="1528"/>
                  </a:lnTo>
                  <a:lnTo>
                    <a:pt x="6570" y="1486"/>
                  </a:lnTo>
                  <a:lnTo>
                    <a:pt x="6487" y="1423"/>
                  </a:lnTo>
                  <a:lnTo>
                    <a:pt x="6382" y="1423"/>
                  </a:lnTo>
                  <a:lnTo>
                    <a:pt x="6361" y="1381"/>
                  </a:lnTo>
                  <a:lnTo>
                    <a:pt x="6215" y="1318"/>
                  </a:lnTo>
                  <a:lnTo>
                    <a:pt x="6173" y="1318"/>
                  </a:lnTo>
                  <a:lnTo>
                    <a:pt x="6173" y="1423"/>
                  </a:lnTo>
                  <a:lnTo>
                    <a:pt x="6089" y="1318"/>
                  </a:lnTo>
                  <a:lnTo>
                    <a:pt x="6047" y="1214"/>
                  </a:lnTo>
                  <a:lnTo>
                    <a:pt x="5943" y="1172"/>
                  </a:lnTo>
                  <a:lnTo>
                    <a:pt x="5901" y="1088"/>
                  </a:lnTo>
                  <a:lnTo>
                    <a:pt x="5964" y="1046"/>
                  </a:lnTo>
                  <a:lnTo>
                    <a:pt x="6215" y="1067"/>
                  </a:lnTo>
                  <a:lnTo>
                    <a:pt x="6319" y="984"/>
                  </a:lnTo>
                  <a:lnTo>
                    <a:pt x="6487" y="984"/>
                  </a:lnTo>
                  <a:lnTo>
                    <a:pt x="6487" y="879"/>
                  </a:lnTo>
                  <a:lnTo>
                    <a:pt x="6361" y="900"/>
                  </a:lnTo>
                  <a:lnTo>
                    <a:pt x="6089" y="858"/>
                  </a:lnTo>
                  <a:lnTo>
                    <a:pt x="5901" y="879"/>
                  </a:lnTo>
                  <a:lnTo>
                    <a:pt x="5775" y="879"/>
                  </a:lnTo>
                  <a:lnTo>
                    <a:pt x="5524" y="963"/>
                  </a:lnTo>
                  <a:lnTo>
                    <a:pt x="5440" y="942"/>
                  </a:lnTo>
                  <a:lnTo>
                    <a:pt x="5336" y="942"/>
                  </a:lnTo>
                  <a:lnTo>
                    <a:pt x="5127" y="1088"/>
                  </a:lnTo>
                  <a:lnTo>
                    <a:pt x="5022" y="1109"/>
                  </a:lnTo>
                  <a:lnTo>
                    <a:pt x="4896" y="1172"/>
                  </a:lnTo>
                  <a:lnTo>
                    <a:pt x="4834" y="1256"/>
                  </a:lnTo>
                  <a:lnTo>
                    <a:pt x="4645" y="1277"/>
                  </a:lnTo>
                  <a:lnTo>
                    <a:pt x="4604" y="1298"/>
                  </a:lnTo>
                  <a:lnTo>
                    <a:pt x="4520" y="1277"/>
                  </a:lnTo>
                  <a:lnTo>
                    <a:pt x="4269" y="1088"/>
                  </a:lnTo>
                  <a:lnTo>
                    <a:pt x="4206" y="984"/>
                  </a:lnTo>
                  <a:lnTo>
                    <a:pt x="3871" y="984"/>
                  </a:lnTo>
                  <a:lnTo>
                    <a:pt x="3327" y="1088"/>
                  </a:lnTo>
                  <a:lnTo>
                    <a:pt x="3055" y="1088"/>
                  </a:lnTo>
                  <a:lnTo>
                    <a:pt x="2951" y="1046"/>
                  </a:lnTo>
                  <a:lnTo>
                    <a:pt x="2909" y="963"/>
                  </a:lnTo>
                  <a:lnTo>
                    <a:pt x="2909" y="858"/>
                  </a:lnTo>
                  <a:lnTo>
                    <a:pt x="2972" y="858"/>
                  </a:lnTo>
                  <a:lnTo>
                    <a:pt x="2951" y="733"/>
                  </a:lnTo>
                  <a:lnTo>
                    <a:pt x="2846" y="565"/>
                  </a:lnTo>
                  <a:lnTo>
                    <a:pt x="2741" y="544"/>
                  </a:lnTo>
                  <a:lnTo>
                    <a:pt x="2448" y="565"/>
                  </a:lnTo>
                  <a:lnTo>
                    <a:pt x="2323" y="482"/>
                  </a:lnTo>
                  <a:lnTo>
                    <a:pt x="2239" y="482"/>
                  </a:lnTo>
                  <a:lnTo>
                    <a:pt x="2176" y="523"/>
                  </a:lnTo>
                  <a:lnTo>
                    <a:pt x="2072" y="356"/>
                  </a:lnTo>
                  <a:lnTo>
                    <a:pt x="2072" y="210"/>
                  </a:lnTo>
                  <a:lnTo>
                    <a:pt x="2030" y="21"/>
                  </a:lnTo>
                  <a:lnTo>
                    <a:pt x="19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5" name="Google Shape;2395;p56"/>
            <p:cNvSpPr/>
            <p:nvPr/>
          </p:nvSpPr>
          <p:spPr>
            <a:xfrm>
              <a:off x="3209425" y="3061815"/>
              <a:ext cx="82733" cy="112565"/>
            </a:xfrm>
            <a:custGeom>
              <a:avLst/>
              <a:gdLst/>
              <a:ahLst/>
              <a:cxnLst/>
              <a:rect l="l" t="t" r="r" b="b"/>
              <a:pathLst>
                <a:path w="6948" h="9898" extrusionOk="0">
                  <a:moveTo>
                    <a:pt x="4353" y="1"/>
                  </a:moveTo>
                  <a:lnTo>
                    <a:pt x="4332" y="64"/>
                  </a:lnTo>
                  <a:lnTo>
                    <a:pt x="4290" y="105"/>
                  </a:lnTo>
                  <a:lnTo>
                    <a:pt x="4227" y="147"/>
                  </a:lnTo>
                  <a:lnTo>
                    <a:pt x="4165" y="168"/>
                  </a:lnTo>
                  <a:lnTo>
                    <a:pt x="4060" y="168"/>
                  </a:lnTo>
                  <a:lnTo>
                    <a:pt x="3976" y="189"/>
                  </a:lnTo>
                  <a:lnTo>
                    <a:pt x="3955" y="252"/>
                  </a:lnTo>
                  <a:lnTo>
                    <a:pt x="3976" y="294"/>
                  </a:lnTo>
                  <a:lnTo>
                    <a:pt x="3955" y="357"/>
                  </a:lnTo>
                  <a:lnTo>
                    <a:pt x="3809" y="419"/>
                  </a:lnTo>
                  <a:lnTo>
                    <a:pt x="3621" y="566"/>
                  </a:lnTo>
                  <a:lnTo>
                    <a:pt x="3495" y="670"/>
                  </a:lnTo>
                  <a:lnTo>
                    <a:pt x="3328" y="691"/>
                  </a:lnTo>
                  <a:lnTo>
                    <a:pt x="2972" y="691"/>
                  </a:lnTo>
                  <a:lnTo>
                    <a:pt x="2867" y="733"/>
                  </a:lnTo>
                  <a:lnTo>
                    <a:pt x="2867" y="817"/>
                  </a:lnTo>
                  <a:lnTo>
                    <a:pt x="2888" y="901"/>
                  </a:lnTo>
                  <a:lnTo>
                    <a:pt x="2888" y="1005"/>
                  </a:lnTo>
                  <a:lnTo>
                    <a:pt x="2805" y="1089"/>
                  </a:lnTo>
                  <a:lnTo>
                    <a:pt x="2721" y="1047"/>
                  </a:lnTo>
                  <a:lnTo>
                    <a:pt x="2763" y="942"/>
                  </a:lnTo>
                  <a:lnTo>
                    <a:pt x="2763" y="921"/>
                  </a:lnTo>
                  <a:lnTo>
                    <a:pt x="2825" y="901"/>
                  </a:lnTo>
                  <a:lnTo>
                    <a:pt x="2700" y="880"/>
                  </a:lnTo>
                  <a:lnTo>
                    <a:pt x="2574" y="817"/>
                  </a:lnTo>
                  <a:lnTo>
                    <a:pt x="2491" y="817"/>
                  </a:lnTo>
                  <a:lnTo>
                    <a:pt x="2302" y="942"/>
                  </a:lnTo>
                  <a:lnTo>
                    <a:pt x="2261" y="1026"/>
                  </a:lnTo>
                  <a:lnTo>
                    <a:pt x="2135" y="1152"/>
                  </a:lnTo>
                  <a:lnTo>
                    <a:pt x="1968" y="1465"/>
                  </a:lnTo>
                  <a:lnTo>
                    <a:pt x="1947" y="1549"/>
                  </a:lnTo>
                  <a:lnTo>
                    <a:pt x="1947" y="1549"/>
                  </a:lnTo>
                  <a:lnTo>
                    <a:pt x="1989" y="1528"/>
                  </a:lnTo>
                  <a:lnTo>
                    <a:pt x="2051" y="1570"/>
                  </a:lnTo>
                  <a:lnTo>
                    <a:pt x="2051" y="1654"/>
                  </a:lnTo>
                  <a:lnTo>
                    <a:pt x="2030" y="1758"/>
                  </a:lnTo>
                  <a:lnTo>
                    <a:pt x="1947" y="1821"/>
                  </a:lnTo>
                  <a:lnTo>
                    <a:pt x="1842" y="1821"/>
                  </a:lnTo>
                  <a:lnTo>
                    <a:pt x="1737" y="1863"/>
                  </a:lnTo>
                  <a:lnTo>
                    <a:pt x="1612" y="1989"/>
                  </a:lnTo>
                  <a:lnTo>
                    <a:pt x="1528" y="2051"/>
                  </a:lnTo>
                  <a:lnTo>
                    <a:pt x="1424" y="2198"/>
                  </a:lnTo>
                  <a:lnTo>
                    <a:pt x="1340" y="2198"/>
                  </a:lnTo>
                  <a:lnTo>
                    <a:pt x="1256" y="2240"/>
                  </a:lnTo>
                  <a:lnTo>
                    <a:pt x="1298" y="2344"/>
                  </a:lnTo>
                  <a:lnTo>
                    <a:pt x="1403" y="2449"/>
                  </a:lnTo>
                  <a:lnTo>
                    <a:pt x="1403" y="2574"/>
                  </a:lnTo>
                  <a:lnTo>
                    <a:pt x="1340" y="2700"/>
                  </a:lnTo>
                  <a:lnTo>
                    <a:pt x="1256" y="2700"/>
                  </a:lnTo>
                  <a:lnTo>
                    <a:pt x="1152" y="2616"/>
                  </a:lnTo>
                  <a:lnTo>
                    <a:pt x="1193" y="2574"/>
                  </a:lnTo>
                  <a:lnTo>
                    <a:pt x="1214" y="2512"/>
                  </a:lnTo>
                  <a:lnTo>
                    <a:pt x="1131" y="2470"/>
                  </a:lnTo>
                  <a:lnTo>
                    <a:pt x="1089" y="2365"/>
                  </a:lnTo>
                  <a:lnTo>
                    <a:pt x="984" y="2261"/>
                  </a:lnTo>
                  <a:lnTo>
                    <a:pt x="942" y="2365"/>
                  </a:lnTo>
                  <a:lnTo>
                    <a:pt x="942" y="2407"/>
                  </a:lnTo>
                  <a:lnTo>
                    <a:pt x="1005" y="2574"/>
                  </a:lnTo>
                  <a:lnTo>
                    <a:pt x="921" y="2721"/>
                  </a:lnTo>
                  <a:lnTo>
                    <a:pt x="901" y="2867"/>
                  </a:lnTo>
                  <a:lnTo>
                    <a:pt x="817" y="2909"/>
                  </a:lnTo>
                  <a:lnTo>
                    <a:pt x="775" y="2909"/>
                  </a:lnTo>
                  <a:lnTo>
                    <a:pt x="691" y="3098"/>
                  </a:lnTo>
                  <a:lnTo>
                    <a:pt x="712" y="3118"/>
                  </a:lnTo>
                  <a:lnTo>
                    <a:pt x="733" y="3244"/>
                  </a:lnTo>
                  <a:lnTo>
                    <a:pt x="733" y="3390"/>
                  </a:lnTo>
                  <a:lnTo>
                    <a:pt x="880" y="3516"/>
                  </a:lnTo>
                  <a:lnTo>
                    <a:pt x="901" y="3516"/>
                  </a:lnTo>
                  <a:lnTo>
                    <a:pt x="942" y="3495"/>
                  </a:lnTo>
                  <a:lnTo>
                    <a:pt x="1005" y="3537"/>
                  </a:lnTo>
                  <a:lnTo>
                    <a:pt x="1005" y="3662"/>
                  </a:lnTo>
                  <a:lnTo>
                    <a:pt x="921" y="3746"/>
                  </a:lnTo>
                  <a:lnTo>
                    <a:pt x="921" y="3809"/>
                  </a:lnTo>
                  <a:lnTo>
                    <a:pt x="1005" y="3872"/>
                  </a:lnTo>
                  <a:lnTo>
                    <a:pt x="1005" y="4039"/>
                  </a:lnTo>
                  <a:lnTo>
                    <a:pt x="921" y="4081"/>
                  </a:lnTo>
                  <a:lnTo>
                    <a:pt x="880" y="4165"/>
                  </a:lnTo>
                  <a:lnTo>
                    <a:pt x="921" y="4186"/>
                  </a:lnTo>
                  <a:lnTo>
                    <a:pt x="984" y="4290"/>
                  </a:lnTo>
                  <a:lnTo>
                    <a:pt x="942" y="4478"/>
                  </a:lnTo>
                  <a:lnTo>
                    <a:pt x="984" y="4771"/>
                  </a:lnTo>
                  <a:lnTo>
                    <a:pt x="901" y="4855"/>
                  </a:lnTo>
                  <a:lnTo>
                    <a:pt x="880" y="4918"/>
                  </a:lnTo>
                  <a:lnTo>
                    <a:pt x="942" y="5022"/>
                  </a:lnTo>
                  <a:lnTo>
                    <a:pt x="1047" y="4981"/>
                  </a:lnTo>
                  <a:lnTo>
                    <a:pt x="1047" y="4981"/>
                  </a:lnTo>
                  <a:lnTo>
                    <a:pt x="1026" y="5064"/>
                  </a:lnTo>
                  <a:lnTo>
                    <a:pt x="1089" y="5127"/>
                  </a:lnTo>
                  <a:lnTo>
                    <a:pt x="1152" y="5127"/>
                  </a:lnTo>
                  <a:lnTo>
                    <a:pt x="1152" y="5190"/>
                  </a:lnTo>
                  <a:lnTo>
                    <a:pt x="1110" y="5274"/>
                  </a:lnTo>
                  <a:lnTo>
                    <a:pt x="1047" y="5378"/>
                  </a:lnTo>
                  <a:lnTo>
                    <a:pt x="817" y="5608"/>
                  </a:lnTo>
                  <a:lnTo>
                    <a:pt x="775" y="5713"/>
                  </a:lnTo>
                  <a:lnTo>
                    <a:pt x="608" y="5859"/>
                  </a:lnTo>
                  <a:lnTo>
                    <a:pt x="398" y="5922"/>
                  </a:lnTo>
                  <a:lnTo>
                    <a:pt x="210" y="6048"/>
                  </a:lnTo>
                  <a:lnTo>
                    <a:pt x="64" y="6278"/>
                  </a:lnTo>
                  <a:lnTo>
                    <a:pt x="43" y="6466"/>
                  </a:lnTo>
                  <a:lnTo>
                    <a:pt x="1" y="6571"/>
                  </a:lnTo>
                  <a:lnTo>
                    <a:pt x="189" y="6655"/>
                  </a:lnTo>
                  <a:lnTo>
                    <a:pt x="377" y="6780"/>
                  </a:lnTo>
                  <a:lnTo>
                    <a:pt x="629" y="6947"/>
                  </a:lnTo>
                  <a:lnTo>
                    <a:pt x="733" y="6947"/>
                  </a:lnTo>
                  <a:lnTo>
                    <a:pt x="880" y="7094"/>
                  </a:lnTo>
                  <a:lnTo>
                    <a:pt x="838" y="7178"/>
                  </a:lnTo>
                  <a:lnTo>
                    <a:pt x="880" y="7261"/>
                  </a:lnTo>
                  <a:lnTo>
                    <a:pt x="1047" y="7282"/>
                  </a:lnTo>
                  <a:lnTo>
                    <a:pt x="1256" y="7366"/>
                  </a:lnTo>
                  <a:lnTo>
                    <a:pt x="1319" y="7408"/>
                  </a:lnTo>
                  <a:lnTo>
                    <a:pt x="1507" y="7471"/>
                  </a:lnTo>
                  <a:lnTo>
                    <a:pt x="1570" y="7387"/>
                  </a:lnTo>
                  <a:lnTo>
                    <a:pt x="1570" y="7282"/>
                  </a:lnTo>
                  <a:lnTo>
                    <a:pt x="1654" y="7199"/>
                  </a:lnTo>
                  <a:lnTo>
                    <a:pt x="1717" y="7199"/>
                  </a:lnTo>
                  <a:lnTo>
                    <a:pt x="1863" y="7282"/>
                  </a:lnTo>
                  <a:lnTo>
                    <a:pt x="1968" y="7303"/>
                  </a:lnTo>
                  <a:lnTo>
                    <a:pt x="1989" y="7387"/>
                  </a:lnTo>
                  <a:lnTo>
                    <a:pt x="2072" y="7429"/>
                  </a:lnTo>
                  <a:lnTo>
                    <a:pt x="2135" y="7429"/>
                  </a:lnTo>
                  <a:lnTo>
                    <a:pt x="2177" y="7512"/>
                  </a:lnTo>
                  <a:lnTo>
                    <a:pt x="2386" y="7575"/>
                  </a:lnTo>
                  <a:lnTo>
                    <a:pt x="2512" y="7596"/>
                  </a:lnTo>
                  <a:lnTo>
                    <a:pt x="2553" y="7638"/>
                  </a:lnTo>
                  <a:lnTo>
                    <a:pt x="2700" y="7805"/>
                  </a:lnTo>
                  <a:lnTo>
                    <a:pt x="2700" y="7910"/>
                  </a:lnTo>
                  <a:lnTo>
                    <a:pt x="2805" y="8098"/>
                  </a:lnTo>
                  <a:lnTo>
                    <a:pt x="2888" y="8098"/>
                  </a:lnTo>
                  <a:lnTo>
                    <a:pt x="3139" y="8203"/>
                  </a:lnTo>
                  <a:lnTo>
                    <a:pt x="3244" y="8349"/>
                  </a:lnTo>
                  <a:lnTo>
                    <a:pt x="3244" y="8517"/>
                  </a:lnTo>
                  <a:lnTo>
                    <a:pt x="3307" y="8517"/>
                  </a:lnTo>
                  <a:lnTo>
                    <a:pt x="3411" y="8559"/>
                  </a:lnTo>
                  <a:lnTo>
                    <a:pt x="3432" y="8684"/>
                  </a:lnTo>
                  <a:lnTo>
                    <a:pt x="3411" y="8768"/>
                  </a:lnTo>
                  <a:lnTo>
                    <a:pt x="3432" y="8852"/>
                  </a:lnTo>
                  <a:lnTo>
                    <a:pt x="3537" y="8872"/>
                  </a:lnTo>
                  <a:lnTo>
                    <a:pt x="3662" y="8852"/>
                  </a:lnTo>
                  <a:lnTo>
                    <a:pt x="3767" y="8872"/>
                  </a:lnTo>
                  <a:lnTo>
                    <a:pt x="3914" y="8872"/>
                  </a:lnTo>
                  <a:lnTo>
                    <a:pt x="3955" y="8831"/>
                  </a:lnTo>
                  <a:lnTo>
                    <a:pt x="4144" y="8747"/>
                  </a:lnTo>
                  <a:lnTo>
                    <a:pt x="4290" y="8768"/>
                  </a:lnTo>
                  <a:lnTo>
                    <a:pt x="4458" y="8852"/>
                  </a:lnTo>
                  <a:lnTo>
                    <a:pt x="4646" y="8747"/>
                  </a:lnTo>
                  <a:lnTo>
                    <a:pt x="4750" y="8747"/>
                  </a:lnTo>
                  <a:lnTo>
                    <a:pt x="4792" y="8831"/>
                  </a:lnTo>
                  <a:lnTo>
                    <a:pt x="4876" y="8831"/>
                  </a:lnTo>
                  <a:lnTo>
                    <a:pt x="4981" y="8872"/>
                  </a:lnTo>
                  <a:lnTo>
                    <a:pt x="5064" y="8956"/>
                  </a:lnTo>
                  <a:lnTo>
                    <a:pt x="5169" y="8935"/>
                  </a:lnTo>
                  <a:lnTo>
                    <a:pt x="5169" y="8998"/>
                  </a:lnTo>
                  <a:lnTo>
                    <a:pt x="4792" y="9626"/>
                  </a:lnTo>
                  <a:lnTo>
                    <a:pt x="4813" y="9709"/>
                  </a:lnTo>
                  <a:lnTo>
                    <a:pt x="4960" y="9688"/>
                  </a:lnTo>
                  <a:lnTo>
                    <a:pt x="5085" y="9688"/>
                  </a:lnTo>
                  <a:lnTo>
                    <a:pt x="5190" y="9772"/>
                  </a:lnTo>
                  <a:lnTo>
                    <a:pt x="5211" y="9898"/>
                  </a:lnTo>
                  <a:lnTo>
                    <a:pt x="5294" y="9584"/>
                  </a:lnTo>
                  <a:lnTo>
                    <a:pt x="5629" y="8370"/>
                  </a:lnTo>
                  <a:lnTo>
                    <a:pt x="5629" y="8308"/>
                  </a:lnTo>
                  <a:lnTo>
                    <a:pt x="5629" y="8098"/>
                  </a:lnTo>
                  <a:lnTo>
                    <a:pt x="5504" y="7847"/>
                  </a:lnTo>
                  <a:lnTo>
                    <a:pt x="5294" y="7680"/>
                  </a:lnTo>
                  <a:lnTo>
                    <a:pt x="5190" y="7533"/>
                  </a:lnTo>
                  <a:lnTo>
                    <a:pt x="5169" y="7219"/>
                  </a:lnTo>
                  <a:lnTo>
                    <a:pt x="5546" y="7094"/>
                  </a:lnTo>
                  <a:lnTo>
                    <a:pt x="5692" y="7199"/>
                  </a:lnTo>
                  <a:lnTo>
                    <a:pt x="5713" y="7094"/>
                  </a:lnTo>
                  <a:lnTo>
                    <a:pt x="5650" y="7010"/>
                  </a:lnTo>
                  <a:lnTo>
                    <a:pt x="5713" y="6968"/>
                  </a:lnTo>
                  <a:lnTo>
                    <a:pt x="5629" y="6801"/>
                  </a:lnTo>
                  <a:lnTo>
                    <a:pt x="5420" y="6738"/>
                  </a:lnTo>
                  <a:lnTo>
                    <a:pt x="5336" y="6592"/>
                  </a:lnTo>
                  <a:lnTo>
                    <a:pt x="5399" y="6424"/>
                  </a:lnTo>
                  <a:lnTo>
                    <a:pt x="6048" y="6424"/>
                  </a:lnTo>
                  <a:lnTo>
                    <a:pt x="6131" y="6341"/>
                  </a:lnTo>
                  <a:lnTo>
                    <a:pt x="6236" y="6341"/>
                  </a:lnTo>
                  <a:lnTo>
                    <a:pt x="6278" y="6383"/>
                  </a:lnTo>
                  <a:lnTo>
                    <a:pt x="6362" y="6383"/>
                  </a:lnTo>
                  <a:lnTo>
                    <a:pt x="6466" y="6257"/>
                  </a:lnTo>
                  <a:lnTo>
                    <a:pt x="6634" y="6215"/>
                  </a:lnTo>
                  <a:lnTo>
                    <a:pt x="6675" y="6320"/>
                  </a:lnTo>
                  <a:lnTo>
                    <a:pt x="6759" y="6424"/>
                  </a:lnTo>
                  <a:lnTo>
                    <a:pt x="6780" y="6550"/>
                  </a:lnTo>
                  <a:lnTo>
                    <a:pt x="6780" y="6696"/>
                  </a:lnTo>
                  <a:lnTo>
                    <a:pt x="6947" y="6675"/>
                  </a:lnTo>
                  <a:lnTo>
                    <a:pt x="6947" y="6571"/>
                  </a:lnTo>
                  <a:lnTo>
                    <a:pt x="6801" y="6278"/>
                  </a:lnTo>
                  <a:lnTo>
                    <a:pt x="6759" y="6131"/>
                  </a:lnTo>
                  <a:lnTo>
                    <a:pt x="6780" y="6069"/>
                  </a:lnTo>
                  <a:lnTo>
                    <a:pt x="6738" y="5964"/>
                  </a:lnTo>
                  <a:lnTo>
                    <a:pt x="6655" y="5922"/>
                  </a:lnTo>
                  <a:lnTo>
                    <a:pt x="6634" y="5839"/>
                  </a:lnTo>
                  <a:lnTo>
                    <a:pt x="6634" y="5818"/>
                  </a:lnTo>
                  <a:lnTo>
                    <a:pt x="6550" y="5839"/>
                  </a:lnTo>
                  <a:lnTo>
                    <a:pt x="6487" y="5839"/>
                  </a:lnTo>
                  <a:lnTo>
                    <a:pt x="6466" y="5734"/>
                  </a:lnTo>
                  <a:lnTo>
                    <a:pt x="6655" y="5399"/>
                  </a:lnTo>
                  <a:lnTo>
                    <a:pt x="6550" y="5106"/>
                  </a:lnTo>
                  <a:lnTo>
                    <a:pt x="6550" y="5022"/>
                  </a:lnTo>
                  <a:lnTo>
                    <a:pt x="6466" y="4960"/>
                  </a:lnTo>
                  <a:lnTo>
                    <a:pt x="6466" y="4771"/>
                  </a:lnTo>
                  <a:lnTo>
                    <a:pt x="6529" y="4604"/>
                  </a:lnTo>
                  <a:lnTo>
                    <a:pt x="6487" y="4541"/>
                  </a:lnTo>
                  <a:lnTo>
                    <a:pt x="6466" y="4332"/>
                  </a:lnTo>
                  <a:lnTo>
                    <a:pt x="6529" y="4248"/>
                  </a:lnTo>
                  <a:lnTo>
                    <a:pt x="6675" y="4227"/>
                  </a:lnTo>
                  <a:lnTo>
                    <a:pt x="6696" y="4144"/>
                  </a:lnTo>
                  <a:lnTo>
                    <a:pt x="6696" y="4039"/>
                  </a:lnTo>
                  <a:lnTo>
                    <a:pt x="6759" y="3955"/>
                  </a:lnTo>
                  <a:lnTo>
                    <a:pt x="6696" y="3725"/>
                  </a:lnTo>
                  <a:lnTo>
                    <a:pt x="6634" y="3662"/>
                  </a:lnTo>
                  <a:lnTo>
                    <a:pt x="6529" y="3662"/>
                  </a:lnTo>
                  <a:lnTo>
                    <a:pt x="6487" y="3725"/>
                  </a:lnTo>
                  <a:lnTo>
                    <a:pt x="6341" y="3704"/>
                  </a:lnTo>
                  <a:lnTo>
                    <a:pt x="6236" y="3704"/>
                  </a:lnTo>
                  <a:lnTo>
                    <a:pt x="6110" y="3746"/>
                  </a:lnTo>
                  <a:lnTo>
                    <a:pt x="6048" y="3725"/>
                  </a:lnTo>
                  <a:lnTo>
                    <a:pt x="5922" y="3662"/>
                  </a:lnTo>
                  <a:lnTo>
                    <a:pt x="5859" y="3704"/>
                  </a:lnTo>
                  <a:lnTo>
                    <a:pt x="5838" y="3662"/>
                  </a:lnTo>
                  <a:lnTo>
                    <a:pt x="5692" y="3704"/>
                  </a:lnTo>
                  <a:lnTo>
                    <a:pt x="5232" y="3286"/>
                  </a:lnTo>
                  <a:lnTo>
                    <a:pt x="5127" y="3223"/>
                  </a:lnTo>
                  <a:lnTo>
                    <a:pt x="4960" y="3202"/>
                  </a:lnTo>
                  <a:lnTo>
                    <a:pt x="4792" y="3223"/>
                  </a:lnTo>
                  <a:lnTo>
                    <a:pt x="4750" y="3244"/>
                  </a:lnTo>
                  <a:lnTo>
                    <a:pt x="4604" y="3202"/>
                  </a:lnTo>
                  <a:lnTo>
                    <a:pt x="4458" y="3202"/>
                  </a:lnTo>
                  <a:lnTo>
                    <a:pt x="4374" y="3244"/>
                  </a:lnTo>
                  <a:lnTo>
                    <a:pt x="4248" y="3202"/>
                  </a:lnTo>
                  <a:lnTo>
                    <a:pt x="4144" y="3181"/>
                  </a:lnTo>
                  <a:lnTo>
                    <a:pt x="3976" y="3118"/>
                  </a:lnTo>
                  <a:lnTo>
                    <a:pt x="3851" y="3014"/>
                  </a:lnTo>
                  <a:lnTo>
                    <a:pt x="3851" y="2909"/>
                  </a:lnTo>
                  <a:lnTo>
                    <a:pt x="3872" y="2867"/>
                  </a:lnTo>
                  <a:lnTo>
                    <a:pt x="3872" y="2784"/>
                  </a:lnTo>
                  <a:lnTo>
                    <a:pt x="3934" y="2658"/>
                  </a:lnTo>
                  <a:lnTo>
                    <a:pt x="3914" y="2554"/>
                  </a:lnTo>
                  <a:lnTo>
                    <a:pt x="3809" y="2386"/>
                  </a:lnTo>
                  <a:lnTo>
                    <a:pt x="3558" y="1968"/>
                  </a:lnTo>
                  <a:lnTo>
                    <a:pt x="3411" y="1968"/>
                  </a:lnTo>
                  <a:lnTo>
                    <a:pt x="3411" y="1926"/>
                  </a:lnTo>
                  <a:lnTo>
                    <a:pt x="3495" y="1737"/>
                  </a:lnTo>
                  <a:lnTo>
                    <a:pt x="3516" y="1549"/>
                  </a:lnTo>
                  <a:lnTo>
                    <a:pt x="3495" y="1445"/>
                  </a:lnTo>
                  <a:lnTo>
                    <a:pt x="3516" y="1319"/>
                  </a:lnTo>
                  <a:lnTo>
                    <a:pt x="3704" y="1047"/>
                  </a:lnTo>
                  <a:lnTo>
                    <a:pt x="3767" y="984"/>
                  </a:lnTo>
                  <a:lnTo>
                    <a:pt x="3872" y="838"/>
                  </a:lnTo>
                  <a:lnTo>
                    <a:pt x="3976" y="817"/>
                  </a:lnTo>
                  <a:lnTo>
                    <a:pt x="4039" y="775"/>
                  </a:lnTo>
                  <a:lnTo>
                    <a:pt x="4186" y="503"/>
                  </a:lnTo>
                  <a:lnTo>
                    <a:pt x="4499" y="377"/>
                  </a:lnTo>
                  <a:lnTo>
                    <a:pt x="4541" y="357"/>
                  </a:lnTo>
                  <a:lnTo>
                    <a:pt x="4604" y="357"/>
                  </a:lnTo>
                  <a:lnTo>
                    <a:pt x="4667" y="294"/>
                  </a:lnTo>
                  <a:lnTo>
                    <a:pt x="4688" y="210"/>
                  </a:lnTo>
                  <a:lnTo>
                    <a:pt x="4646" y="147"/>
                  </a:lnTo>
                  <a:lnTo>
                    <a:pt x="4437" y="43"/>
                  </a:lnTo>
                  <a:lnTo>
                    <a:pt x="43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6" name="Google Shape;2396;p56"/>
            <p:cNvSpPr/>
            <p:nvPr/>
          </p:nvSpPr>
          <p:spPr>
            <a:xfrm>
              <a:off x="3195231" y="3136533"/>
              <a:ext cx="40867" cy="42852"/>
            </a:xfrm>
            <a:custGeom>
              <a:avLst/>
              <a:gdLst/>
              <a:ahLst/>
              <a:cxnLst/>
              <a:rect l="l" t="t" r="r" b="b"/>
              <a:pathLst>
                <a:path w="3432" h="3768" extrusionOk="0">
                  <a:moveTo>
                    <a:pt x="1193" y="1"/>
                  </a:moveTo>
                  <a:lnTo>
                    <a:pt x="1172" y="168"/>
                  </a:lnTo>
                  <a:lnTo>
                    <a:pt x="1025" y="168"/>
                  </a:lnTo>
                  <a:lnTo>
                    <a:pt x="732" y="336"/>
                  </a:lnTo>
                  <a:lnTo>
                    <a:pt x="607" y="377"/>
                  </a:lnTo>
                  <a:lnTo>
                    <a:pt x="440" y="440"/>
                  </a:lnTo>
                  <a:lnTo>
                    <a:pt x="523" y="587"/>
                  </a:lnTo>
                  <a:lnTo>
                    <a:pt x="523" y="649"/>
                  </a:lnTo>
                  <a:lnTo>
                    <a:pt x="565" y="733"/>
                  </a:lnTo>
                  <a:lnTo>
                    <a:pt x="544" y="901"/>
                  </a:lnTo>
                  <a:lnTo>
                    <a:pt x="335" y="1131"/>
                  </a:lnTo>
                  <a:lnTo>
                    <a:pt x="314" y="1235"/>
                  </a:lnTo>
                  <a:lnTo>
                    <a:pt x="356" y="1277"/>
                  </a:lnTo>
                  <a:lnTo>
                    <a:pt x="251" y="1445"/>
                  </a:lnTo>
                  <a:lnTo>
                    <a:pt x="126" y="1465"/>
                  </a:lnTo>
                  <a:lnTo>
                    <a:pt x="21" y="1591"/>
                  </a:lnTo>
                  <a:lnTo>
                    <a:pt x="84" y="1696"/>
                  </a:lnTo>
                  <a:lnTo>
                    <a:pt x="126" y="1800"/>
                  </a:lnTo>
                  <a:lnTo>
                    <a:pt x="105" y="1905"/>
                  </a:lnTo>
                  <a:lnTo>
                    <a:pt x="126" y="2072"/>
                  </a:lnTo>
                  <a:lnTo>
                    <a:pt x="84" y="2198"/>
                  </a:lnTo>
                  <a:lnTo>
                    <a:pt x="0" y="2261"/>
                  </a:lnTo>
                  <a:lnTo>
                    <a:pt x="84" y="2323"/>
                  </a:lnTo>
                  <a:lnTo>
                    <a:pt x="209" y="2386"/>
                  </a:lnTo>
                  <a:lnTo>
                    <a:pt x="314" y="2491"/>
                  </a:lnTo>
                  <a:lnTo>
                    <a:pt x="419" y="2574"/>
                  </a:lnTo>
                  <a:lnTo>
                    <a:pt x="440" y="2533"/>
                  </a:lnTo>
                  <a:lnTo>
                    <a:pt x="502" y="2386"/>
                  </a:lnTo>
                  <a:lnTo>
                    <a:pt x="544" y="2323"/>
                  </a:lnTo>
                  <a:lnTo>
                    <a:pt x="628" y="2219"/>
                  </a:lnTo>
                  <a:lnTo>
                    <a:pt x="628" y="2323"/>
                  </a:lnTo>
                  <a:lnTo>
                    <a:pt x="649" y="2428"/>
                  </a:lnTo>
                  <a:lnTo>
                    <a:pt x="649" y="2365"/>
                  </a:lnTo>
                  <a:lnTo>
                    <a:pt x="649" y="2282"/>
                  </a:lnTo>
                  <a:lnTo>
                    <a:pt x="712" y="2282"/>
                  </a:lnTo>
                  <a:lnTo>
                    <a:pt x="732" y="2428"/>
                  </a:lnTo>
                  <a:lnTo>
                    <a:pt x="712" y="2595"/>
                  </a:lnTo>
                  <a:lnTo>
                    <a:pt x="712" y="2700"/>
                  </a:lnTo>
                  <a:lnTo>
                    <a:pt x="649" y="2826"/>
                  </a:lnTo>
                  <a:lnTo>
                    <a:pt x="502" y="2951"/>
                  </a:lnTo>
                  <a:lnTo>
                    <a:pt x="544" y="2993"/>
                  </a:lnTo>
                  <a:lnTo>
                    <a:pt x="607" y="3139"/>
                  </a:lnTo>
                  <a:lnTo>
                    <a:pt x="502" y="3202"/>
                  </a:lnTo>
                  <a:lnTo>
                    <a:pt x="398" y="3328"/>
                  </a:lnTo>
                  <a:lnTo>
                    <a:pt x="419" y="3432"/>
                  </a:lnTo>
                  <a:lnTo>
                    <a:pt x="523" y="3432"/>
                  </a:lnTo>
                  <a:lnTo>
                    <a:pt x="649" y="3370"/>
                  </a:lnTo>
                  <a:lnTo>
                    <a:pt x="712" y="3453"/>
                  </a:lnTo>
                  <a:lnTo>
                    <a:pt x="879" y="3516"/>
                  </a:lnTo>
                  <a:lnTo>
                    <a:pt x="984" y="3537"/>
                  </a:lnTo>
                  <a:lnTo>
                    <a:pt x="1151" y="3767"/>
                  </a:lnTo>
                  <a:lnTo>
                    <a:pt x="1235" y="3767"/>
                  </a:lnTo>
                  <a:lnTo>
                    <a:pt x="1339" y="3662"/>
                  </a:lnTo>
                  <a:lnTo>
                    <a:pt x="1779" y="2721"/>
                  </a:lnTo>
                  <a:lnTo>
                    <a:pt x="1883" y="2637"/>
                  </a:lnTo>
                  <a:lnTo>
                    <a:pt x="2448" y="2470"/>
                  </a:lnTo>
                  <a:lnTo>
                    <a:pt x="2720" y="2282"/>
                  </a:lnTo>
                  <a:lnTo>
                    <a:pt x="3118" y="1905"/>
                  </a:lnTo>
                  <a:lnTo>
                    <a:pt x="3264" y="1549"/>
                  </a:lnTo>
                  <a:lnTo>
                    <a:pt x="3369" y="1549"/>
                  </a:lnTo>
                  <a:lnTo>
                    <a:pt x="3390" y="1486"/>
                  </a:lnTo>
                  <a:lnTo>
                    <a:pt x="3432" y="1361"/>
                  </a:lnTo>
                  <a:lnTo>
                    <a:pt x="3390" y="1235"/>
                  </a:lnTo>
                  <a:lnTo>
                    <a:pt x="3285" y="1026"/>
                  </a:lnTo>
                  <a:lnTo>
                    <a:pt x="3285" y="963"/>
                  </a:lnTo>
                  <a:lnTo>
                    <a:pt x="3264" y="859"/>
                  </a:lnTo>
                  <a:lnTo>
                    <a:pt x="3181" y="817"/>
                  </a:lnTo>
                  <a:lnTo>
                    <a:pt x="3160" y="733"/>
                  </a:lnTo>
                  <a:lnTo>
                    <a:pt x="3055" y="712"/>
                  </a:lnTo>
                  <a:lnTo>
                    <a:pt x="2909" y="629"/>
                  </a:lnTo>
                  <a:lnTo>
                    <a:pt x="2846" y="629"/>
                  </a:lnTo>
                  <a:lnTo>
                    <a:pt x="2762" y="712"/>
                  </a:lnTo>
                  <a:lnTo>
                    <a:pt x="2762" y="817"/>
                  </a:lnTo>
                  <a:lnTo>
                    <a:pt x="2699" y="901"/>
                  </a:lnTo>
                  <a:lnTo>
                    <a:pt x="2511" y="838"/>
                  </a:lnTo>
                  <a:lnTo>
                    <a:pt x="2448" y="796"/>
                  </a:lnTo>
                  <a:lnTo>
                    <a:pt x="2239" y="712"/>
                  </a:lnTo>
                  <a:lnTo>
                    <a:pt x="2072" y="691"/>
                  </a:lnTo>
                  <a:lnTo>
                    <a:pt x="2030" y="608"/>
                  </a:lnTo>
                  <a:lnTo>
                    <a:pt x="2072" y="524"/>
                  </a:lnTo>
                  <a:lnTo>
                    <a:pt x="1925" y="377"/>
                  </a:lnTo>
                  <a:lnTo>
                    <a:pt x="1821" y="377"/>
                  </a:lnTo>
                  <a:lnTo>
                    <a:pt x="1569" y="210"/>
                  </a:lnTo>
                  <a:lnTo>
                    <a:pt x="1381" y="85"/>
                  </a:lnTo>
                  <a:lnTo>
                    <a:pt x="11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7" name="Google Shape;2397;p56"/>
            <p:cNvSpPr/>
            <p:nvPr/>
          </p:nvSpPr>
          <p:spPr>
            <a:xfrm>
              <a:off x="3192980" y="3146290"/>
              <a:ext cx="88711" cy="124938"/>
            </a:xfrm>
            <a:custGeom>
              <a:avLst/>
              <a:gdLst/>
              <a:ahLst/>
              <a:cxnLst/>
              <a:rect l="l" t="t" r="r" b="b"/>
              <a:pathLst>
                <a:path w="7450" h="10986" extrusionOk="0">
                  <a:moveTo>
                    <a:pt x="3453" y="1"/>
                  </a:moveTo>
                  <a:lnTo>
                    <a:pt x="3474" y="105"/>
                  </a:lnTo>
                  <a:lnTo>
                    <a:pt x="3474" y="168"/>
                  </a:lnTo>
                  <a:lnTo>
                    <a:pt x="3579" y="377"/>
                  </a:lnTo>
                  <a:lnTo>
                    <a:pt x="3621" y="503"/>
                  </a:lnTo>
                  <a:lnTo>
                    <a:pt x="3579" y="628"/>
                  </a:lnTo>
                  <a:lnTo>
                    <a:pt x="3558" y="691"/>
                  </a:lnTo>
                  <a:lnTo>
                    <a:pt x="3453" y="691"/>
                  </a:lnTo>
                  <a:lnTo>
                    <a:pt x="3307" y="1047"/>
                  </a:lnTo>
                  <a:lnTo>
                    <a:pt x="2909" y="1424"/>
                  </a:lnTo>
                  <a:lnTo>
                    <a:pt x="2637" y="1612"/>
                  </a:lnTo>
                  <a:lnTo>
                    <a:pt x="2072" y="1779"/>
                  </a:lnTo>
                  <a:lnTo>
                    <a:pt x="1968" y="1863"/>
                  </a:lnTo>
                  <a:lnTo>
                    <a:pt x="1528" y="2804"/>
                  </a:lnTo>
                  <a:lnTo>
                    <a:pt x="1424" y="2909"/>
                  </a:lnTo>
                  <a:lnTo>
                    <a:pt x="1340" y="2909"/>
                  </a:lnTo>
                  <a:lnTo>
                    <a:pt x="1173" y="2679"/>
                  </a:lnTo>
                  <a:lnTo>
                    <a:pt x="1068" y="2658"/>
                  </a:lnTo>
                  <a:lnTo>
                    <a:pt x="901" y="2595"/>
                  </a:lnTo>
                  <a:lnTo>
                    <a:pt x="838" y="2512"/>
                  </a:lnTo>
                  <a:lnTo>
                    <a:pt x="712" y="2574"/>
                  </a:lnTo>
                  <a:lnTo>
                    <a:pt x="608" y="2574"/>
                  </a:lnTo>
                  <a:lnTo>
                    <a:pt x="587" y="2470"/>
                  </a:lnTo>
                  <a:lnTo>
                    <a:pt x="691" y="2344"/>
                  </a:lnTo>
                  <a:lnTo>
                    <a:pt x="796" y="2281"/>
                  </a:lnTo>
                  <a:lnTo>
                    <a:pt x="733" y="2135"/>
                  </a:lnTo>
                  <a:lnTo>
                    <a:pt x="691" y="2093"/>
                  </a:lnTo>
                  <a:lnTo>
                    <a:pt x="398" y="2240"/>
                  </a:lnTo>
                  <a:lnTo>
                    <a:pt x="294" y="2344"/>
                  </a:lnTo>
                  <a:lnTo>
                    <a:pt x="105" y="2512"/>
                  </a:lnTo>
                  <a:lnTo>
                    <a:pt x="64" y="2679"/>
                  </a:lnTo>
                  <a:lnTo>
                    <a:pt x="1" y="2784"/>
                  </a:lnTo>
                  <a:lnTo>
                    <a:pt x="22" y="2825"/>
                  </a:lnTo>
                  <a:lnTo>
                    <a:pt x="105" y="2909"/>
                  </a:lnTo>
                  <a:lnTo>
                    <a:pt x="126" y="2993"/>
                  </a:lnTo>
                  <a:lnTo>
                    <a:pt x="64" y="3035"/>
                  </a:lnTo>
                  <a:lnTo>
                    <a:pt x="64" y="3097"/>
                  </a:lnTo>
                  <a:lnTo>
                    <a:pt x="189" y="3202"/>
                  </a:lnTo>
                  <a:lnTo>
                    <a:pt x="273" y="3348"/>
                  </a:lnTo>
                  <a:lnTo>
                    <a:pt x="231" y="3495"/>
                  </a:lnTo>
                  <a:lnTo>
                    <a:pt x="168" y="3495"/>
                  </a:lnTo>
                  <a:lnTo>
                    <a:pt x="85" y="3516"/>
                  </a:lnTo>
                  <a:lnTo>
                    <a:pt x="22" y="3621"/>
                  </a:lnTo>
                  <a:lnTo>
                    <a:pt x="126" y="3704"/>
                  </a:lnTo>
                  <a:lnTo>
                    <a:pt x="231" y="3746"/>
                  </a:lnTo>
                  <a:lnTo>
                    <a:pt x="419" y="3872"/>
                  </a:lnTo>
                  <a:lnTo>
                    <a:pt x="587" y="3913"/>
                  </a:lnTo>
                  <a:lnTo>
                    <a:pt x="817" y="4060"/>
                  </a:lnTo>
                  <a:lnTo>
                    <a:pt x="921" y="4081"/>
                  </a:lnTo>
                  <a:lnTo>
                    <a:pt x="963" y="4185"/>
                  </a:lnTo>
                  <a:lnTo>
                    <a:pt x="1068" y="4374"/>
                  </a:lnTo>
                  <a:lnTo>
                    <a:pt x="1110" y="4541"/>
                  </a:lnTo>
                  <a:lnTo>
                    <a:pt x="1173" y="4667"/>
                  </a:lnTo>
                  <a:lnTo>
                    <a:pt x="1424" y="4771"/>
                  </a:lnTo>
                  <a:lnTo>
                    <a:pt x="1486" y="4960"/>
                  </a:lnTo>
                  <a:lnTo>
                    <a:pt x="1549" y="5106"/>
                  </a:lnTo>
                  <a:lnTo>
                    <a:pt x="1591" y="5211"/>
                  </a:lnTo>
                  <a:lnTo>
                    <a:pt x="1633" y="5399"/>
                  </a:lnTo>
                  <a:lnTo>
                    <a:pt x="1696" y="5525"/>
                  </a:lnTo>
                  <a:lnTo>
                    <a:pt x="1800" y="5587"/>
                  </a:lnTo>
                  <a:lnTo>
                    <a:pt x="1905" y="5797"/>
                  </a:lnTo>
                  <a:lnTo>
                    <a:pt x="1905" y="5922"/>
                  </a:lnTo>
                  <a:lnTo>
                    <a:pt x="1884" y="5964"/>
                  </a:lnTo>
                  <a:lnTo>
                    <a:pt x="1989" y="6152"/>
                  </a:lnTo>
                  <a:lnTo>
                    <a:pt x="2177" y="6382"/>
                  </a:lnTo>
                  <a:lnTo>
                    <a:pt x="2219" y="6487"/>
                  </a:lnTo>
                  <a:lnTo>
                    <a:pt x="2198" y="6592"/>
                  </a:lnTo>
                  <a:lnTo>
                    <a:pt x="2219" y="6675"/>
                  </a:lnTo>
                  <a:lnTo>
                    <a:pt x="2302" y="6696"/>
                  </a:lnTo>
                  <a:lnTo>
                    <a:pt x="2491" y="6885"/>
                  </a:lnTo>
                  <a:lnTo>
                    <a:pt x="2533" y="6989"/>
                  </a:lnTo>
                  <a:lnTo>
                    <a:pt x="2574" y="7157"/>
                  </a:lnTo>
                  <a:lnTo>
                    <a:pt x="2616" y="7219"/>
                  </a:lnTo>
                  <a:lnTo>
                    <a:pt x="2784" y="7282"/>
                  </a:lnTo>
                  <a:lnTo>
                    <a:pt x="2805" y="7408"/>
                  </a:lnTo>
                  <a:lnTo>
                    <a:pt x="2951" y="7680"/>
                  </a:lnTo>
                  <a:lnTo>
                    <a:pt x="3014" y="7805"/>
                  </a:lnTo>
                  <a:lnTo>
                    <a:pt x="3202" y="8056"/>
                  </a:lnTo>
                  <a:lnTo>
                    <a:pt x="3202" y="8203"/>
                  </a:lnTo>
                  <a:lnTo>
                    <a:pt x="3139" y="8203"/>
                  </a:lnTo>
                  <a:lnTo>
                    <a:pt x="3098" y="8161"/>
                  </a:lnTo>
                  <a:lnTo>
                    <a:pt x="3098" y="8224"/>
                  </a:lnTo>
                  <a:lnTo>
                    <a:pt x="3118" y="8328"/>
                  </a:lnTo>
                  <a:lnTo>
                    <a:pt x="3118" y="8412"/>
                  </a:lnTo>
                  <a:lnTo>
                    <a:pt x="3160" y="8412"/>
                  </a:lnTo>
                  <a:lnTo>
                    <a:pt x="3244" y="8454"/>
                  </a:lnTo>
                  <a:lnTo>
                    <a:pt x="3265" y="8538"/>
                  </a:lnTo>
                  <a:lnTo>
                    <a:pt x="3244" y="8579"/>
                  </a:lnTo>
                  <a:lnTo>
                    <a:pt x="3432" y="8726"/>
                  </a:lnTo>
                  <a:lnTo>
                    <a:pt x="3621" y="8789"/>
                  </a:lnTo>
                  <a:lnTo>
                    <a:pt x="3642" y="8872"/>
                  </a:lnTo>
                  <a:lnTo>
                    <a:pt x="3725" y="8977"/>
                  </a:lnTo>
                  <a:lnTo>
                    <a:pt x="3830" y="8998"/>
                  </a:lnTo>
                  <a:lnTo>
                    <a:pt x="3872" y="9061"/>
                  </a:lnTo>
                  <a:lnTo>
                    <a:pt x="3893" y="9165"/>
                  </a:lnTo>
                  <a:lnTo>
                    <a:pt x="3976" y="9207"/>
                  </a:lnTo>
                  <a:lnTo>
                    <a:pt x="4165" y="9186"/>
                  </a:lnTo>
                  <a:lnTo>
                    <a:pt x="4206" y="9144"/>
                  </a:lnTo>
                  <a:lnTo>
                    <a:pt x="4186" y="9207"/>
                  </a:lnTo>
                  <a:lnTo>
                    <a:pt x="4269" y="9354"/>
                  </a:lnTo>
                  <a:lnTo>
                    <a:pt x="4458" y="9416"/>
                  </a:lnTo>
                  <a:lnTo>
                    <a:pt x="4562" y="9500"/>
                  </a:lnTo>
                  <a:lnTo>
                    <a:pt x="4562" y="9605"/>
                  </a:lnTo>
                  <a:lnTo>
                    <a:pt x="4667" y="9667"/>
                  </a:lnTo>
                  <a:lnTo>
                    <a:pt x="4792" y="9709"/>
                  </a:lnTo>
                  <a:lnTo>
                    <a:pt x="4834" y="9688"/>
                  </a:lnTo>
                  <a:lnTo>
                    <a:pt x="4939" y="9709"/>
                  </a:lnTo>
                  <a:lnTo>
                    <a:pt x="5148" y="9835"/>
                  </a:lnTo>
                  <a:lnTo>
                    <a:pt x="5315" y="9919"/>
                  </a:lnTo>
                  <a:lnTo>
                    <a:pt x="5420" y="9919"/>
                  </a:lnTo>
                  <a:lnTo>
                    <a:pt x="5462" y="9939"/>
                  </a:lnTo>
                  <a:lnTo>
                    <a:pt x="5504" y="10023"/>
                  </a:lnTo>
                  <a:lnTo>
                    <a:pt x="5650" y="10128"/>
                  </a:lnTo>
                  <a:lnTo>
                    <a:pt x="5755" y="10191"/>
                  </a:lnTo>
                  <a:lnTo>
                    <a:pt x="5859" y="10316"/>
                  </a:lnTo>
                  <a:lnTo>
                    <a:pt x="5943" y="10337"/>
                  </a:lnTo>
                  <a:lnTo>
                    <a:pt x="5985" y="10421"/>
                  </a:lnTo>
                  <a:lnTo>
                    <a:pt x="5964" y="10463"/>
                  </a:lnTo>
                  <a:lnTo>
                    <a:pt x="5964" y="10546"/>
                  </a:lnTo>
                  <a:lnTo>
                    <a:pt x="6090" y="10567"/>
                  </a:lnTo>
                  <a:lnTo>
                    <a:pt x="6236" y="10630"/>
                  </a:lnTo>
                  <a:lnTo>
                    <a:pt x="6403" y="10776"/>
                  </a:lnTo>
                  <a:lnTo>
                    <a:pt x="6550" y="10944"/>
                  </a:lnTo>
                  <a:lnTo>
                    <a:pt x="6655" y="10965"/>
                  </a:lnTo>
                  <a:lnTo>
                    <a:pt x="6675" y="10986"/>
                  </a:lnTo>
                  <a:lnTo>
                    <a:pt x="6801" y="10923"/>
                  </a:lnTo>
                  <a:lnTo>
                    <a:pt x="6927" y="10839"/>
                  </a:lnTo>
                  <a:lnTo>
                    <a:pt x="7010" y="10839"/>
                  </a:lnTo>
                  <a:lnTo>
                    <a:pt x="7115" y="10776"/>
                  </a:lnTo>
                  <a:lnTo>
                    <a:pt x="7178" y="10672"/>
                  </a:lnTo>
                  <a:lnTo>
                    <a:pt x="7073" y="10567"/>
                  </a:lnTo>
                  <a:lnTo>
                    <a:pt x="7094" y="10463"/>
                  </a:lnTo>
                  <a:lnTo>
                    <a:pt x="7136" y="10400"/>
                  </a:lnTo>
                  <a:lnTo>
                    <a:pt x="7240" y="10421"/>
                  </a:lnTo>
                  <a:lnTo>
                    <a:pt x="7219" y="10337"/>
                  </a:lnTo>
                  <a:lnTo>
                    <a:pt x="7136" y="10316"/>
                  </a:lnTo>
                  <a:lnTo>
                    <a:pt x="7094" y="10253"/>
                  </a:lnTo>
                  <a:lnTo>
                    <a:pt x="7199" y="10086"/>
                  </a:lnTo>
                  <a:lnTo>
                    <a:pt x="7324" y="10002"/>
                  </a:lnTo>
                  <a:lnTo>
                    <a:pt x="7429" y="9835"/>
                  </a:lnTo>
                  <a:lnTo>
                    <a:pt x="7450" y="9709"/>
                  </a:lnTo>
                  <a:lnTo>
                    <a:pt x="7282" y="9312"/>
                  </a:lnTo>
                  <a:lnTo>
                    <a:pt x="7324" y="9207"/>
                  </a:lnTo>
                  <a:lnTo>
                    <a:pt x="7324" y="9082"/>
                  </a:lnTo>
                  <a:lnTo>
                    <a:pt x="7303" y="8998"/>
                  </a:lnTo>
                  <a:lnTo>
                    <a:pt x="7282" y="8872"/>
                  </a:lnTo>
                  <a:lnTo>
                    <a:pt x="7324" y="8789"/>
                  </a:lnTo>
                  <a:lnTo>
                    <a:pt x="7387" y="8621"/>
                  </a:lnTo>
                  <a:lnTo>
                    <a:pt x="7345" y="8245"/>
                  </a:lnTo>
                  <a:lnTo>
                    <a:pt x="7303" y="8098"/>
                  </a:lnTo>
                  <a:lnTo>
                    <a:pt x="7387" y="7910"/>
                  </a:lnTo>
                  <a:lnTo>
                    <a:pt x="7387" y="7491"/>
                  </a:lnTo>
                  <a:lnTo>
                    <a:pt x="7450" y="7324"/>
                  </a:lnTo>
                  <a:lnTo>
                    <a:pt x="7450" y="7261"/>
                  </a:lnTo>
                  <a:lnTo>
                    <a:pt x="6927" y="6487"/>
                  </a:lnTo>
                  <a:lnTo>
                    <a:pt x="6906" y="6487"/>
                  </a:lnTo>
                  <a:lnTo>
                    <a:pt x="6864" y="6466"/>
                  </a:lnTo>
                  <a:lnTo>
                    <a:pt x="6675" y="6466"/>
                  </a:lnTo>
                  <a:lnTo>
                    <a:pt x="6571" y="6529"/>
                  </a:lnTo>
                  <a:lnTo>
                    <a:pt x="6445" y="6529"/>
                  </a:lnTo>
                  <a:lnTo>
                    <a:pt x="6383" y="6466"/>
                  </a:lnTo>
                  <a:lnTo>
                    <a:pt x="6362" y="6341"/>
                  </a:lnTo>
                  <a:lnTo>
                    <a:pt x="6341" y="6006"/>
                  </a:lnTo>
                  <a:lnTo>
                    <a:pt x="6341" y="5797"/>
                  </a:lnTo>
                  <a:lnTo>
                    <a:pt x="6383" y="5734"/>
                  </a:lnTo>
                  <a:lnTo>
                    <a:pt x="6403" y="5608"/>
                  </a:lnTo>
                  <a:lnTo>
                    <a:pt x="6362" y="5545"/>
                  </a:lnTo>
                  <a:lnTo>
                    <a:pt x="6152" y="5650"/>
                  </a:lnTo>
                  <a:lnTo>
                    <a:pt x="5922" y="5901"/>
                  </a:lnTo>
                  <a:lnTo>
                    <a:pt x="5608" y="5859"/>
                  </a:lnTo>
                  <a:lnTo>
                    <a:pt x="5357" y="5859"/>
                  </a:lnTo>
                  <a:lnTo>
                    <a:pt x="5315" y="5713"/>
                  </a:lnTo>
                  <a:lnTo>
                    <a:pt x="5211" y="5525"/>
                  </a:lnTo>
                  <a:lnTo>
                    <a:pt x="5023" y="5483"/>
                  </a:lnTo>
                  <a:lnTo>
                    <a:pt x="4688" y="5525"/>
                  </a:lnTo>
                  <a:lnTo>
                    <a:pt x="4813" y="5336"/>
                  </a:lnTo>
                  <a:lnTo>
                    <a:pt x="4520" y="4876"/>
                  </a:lnTo>
                  <a:lnTo>
                    <a:pt x="4374" y="4709"/>
                  </a:lnTo>
                  <a:lnTo>
                    <a:pt x="4395" y="4646"/>
                  </a:lnTo>
                  <a:lnTo>
                    <a:pt x="4374" y="4541"/>
                  </a:lnTo>
                  <a:lnTo>
                    <a:pt x="4416" y="4437"/>
                  </a:lnTo>
                  <a:lnTo>
                    <a:pt x="4416" y="4290"/>
                  </a:lnTo>
                  <a:lnTo>
                    <a:pt x="4395" y="4227"/>
                  </a:lnTo>
                  <a:lnTo>
                    <a:pt x="4458" y="4165"/>
                  </a:lnTo>
                  <a:lnTo>
                    <a:pt x="4458" y="4039"/>
                  </a:lnTo>
                  <a:lnTo>
                    <a:pt x="4625" y="3934"/>
                  </a:lnTo>
                  <a:lnTo>
                    <a:pt x="4709" y="3955"/>
                  </a:lnTo>
                  <a:lnTo>
                    <a:pt x="4792" y="3851"/>
                  </a:lnTo>
                  <a:lnTo>
                    <a:pt x="4730" y="3746"/>
                  </a:lnTo>
                  <a:lnTo>
                    <a:pt x="4688" y="3558"/>
                  </a:lnTo>
                  <a:lnTo>
                    <a:pt x="4834" y="3411"/>
                  </a:lnTo>
                  <a:lnTo>
                    <a:pt x="4813" y="3307"/>
                  </a:lnTo>
                  <a:lnTo>
                    <a:pt x="4897" y="3223"/>
                  </a:lnTo>
                  <a:lnTo>
                    <a:pt x="4876" y="3076"/>
                  </a:lnTo>
                  <a:lnTo>
                    <a:pt x="4981" y="3014"/>
                  </a:lnTo>
                  <a:lnTo>
                    <a:pt x="5106" y="2930"/>
                  </a:lnTo>
                  <a:lnTo>
                    <a:pt x="5232" y="2825"/>
                  </a:lnTo>
                  <a:lnTo>
                    <a:pt x="5295" y="2804"/>
                  </a:lnTo>
                  <a:lnTo>
                    <a:pt x="5357" y="2721"/>
                  </a:lnTo>
                  <a:lnTo>
                    <a:pt x="5650" y="2679"/>
                  </a:lnTo>
                  <a:lnTo>
                    <a:pt x="6069" y="2553"/>
                  </a:lnTo>
                  <a:lnTo>
                    <a:pt x="6090" y="2449"/>
                  </a:lnTo>
                  <a:lnTo>
                    <a:pt x="6152" y="2470"/>
                  </a:lnTo>
                  <a:lnTo>
                    <a:pt x="6299" y="2470"/>
                  </a:lnTo>
                  <a:lnTo>
                    <a:pt x="6445" y="2553"/>
                  </a:lnTo>
                  <a:lnTo>
                    <a:pt x="6445" y="2574"/>
                  </a:lnTo>
                  <a:lnTo>
                    <a:pt x="6550" y="2595"/>
                  </a:lnTo>
                  <a:lnTo>
                    <a:pt x="6592" y="2512"/>
                  </a:lnTo>
                  <a:lnTo>
                    <a:pt x="6592" y="2470"/>
                  </a:lnTo>
                  <a:lnTo>
                    <a:pt x="6571" y="2344"/>
                  </a:lnTo>
                  <a:lnTo>
                    <a:pt x="6466" y="2260"/>
                  </a:lnTo>
                  <a:lnTo>
                    <a:pt x="6341" y="2260"/>
                  </a:lnTo>
                  <a:lnTo>
                    <a:pt x="6194" y="2281"/>
                  </a:lnTo>
                  <a:lnTo>
                    <a:pt x="6173" y="2198"/>
                  </a:lnTo>
                  <a:lnTo>
                    <a:pt x="6550" y="1570"/>
                  </a:lnTo>
                  <a:lnTo>
                    <a:pt x="6550" y="1507"/>
                  </a:lnTo>
                  <a:lnTo>
                    <a:pt x="6445" y="1528"/>
                  </a:lnTo>
                  <a:lnTo>
                    <a:pt x="6362" y="1444"/>
                  </a:lnTo>
                  <a:lnTo>
                    <a:pt x="6257" y="1403"/>
                  </a:lnTo>
                  <a:lnTo>
                    <a:pt x="6173" y="1403"/>
                  </a:lnTo>
                  <a:lnTo>
                    <a:pt x="6131" y="1319"/>
                  </a:lnTo>
                  <a:lnTo>
                    <a:pt x="6027" y="1319"/>
                  </a:lnTo>
                  <a:lnTo>
                    <a:pt x="5839" y="1424"/>
                  </a:lnTo>
                  <a:lnTo>
                    <a:pt x="5671" y="1340"/>
                  </a:lnTo>
                  <a:lnTo>
                    <a:pt x="5525" y="1319"/>
                  </a:lnTo>
                  <a:lnTo>
                    <a:pt x="5336" y="1403"/>
                  </a:lnTo>
                  <a:lnTo>
                    <a:pt x="5295" y="1444"/>
                  </a:lnTo>
                  <a:lnTo>
                    <a:pt x="5148" y="1444"/>
                  </a:lnTo>
                  <a:lnTo>
                    <a:pt x="5043" y="1424"/>
                  </a:lnTo>
                  <a:lnTo>
                    <a:pt x="4918" y="1444"/>
                  </a:lnTo>
                  <a:lnTo>
                    <a:pt x="4813" y="1424"/>
                  </a:lnTo>
                  <a:lnTo>
                    <a:pt x="4792" y="1340"/>
                  </a:lnTo>
                  <a:lnTo>
                    <a:pt x="4813" y="1256"/>
                  </a:lnTo>
                  <a:lnTo>
                    <a:pt x="4792" y="1131"/>
                  </a:lnTo>
                  <a:lnTo>
                    <a:pt x="4688" y="1089"/>
                  </a:lnTo>
                  <a:lnTo>
                    <a:pt x="4625" y="1089"/>
                  </a:lnTo>
                  <a:lnTo>
                    <a:pt x="4625" y="921"/>
                  </a:lnTo>
                  <a:lnTo>
                    <a:pt x="4520" y="775"/>
                  </a:lnTo>
                  <a:lnTo>
                    <a:pt x="4269" y="670"/>
                  </a:lnTo>
                  <a:lnTo>
                    <a:pt x="4186" y="670"/>
                  </a:lnTo>
                  <a:lnTo>
                    <a:pt x="4081" y="482"/>
                  </a:lnTo>
                  <a:lnTo>
                    <a:pt x="4081" y="377"/>
                  </a:lnTo>
                  <a:lnTo>
                    <a:pt x="3934" y="210"/>
                  </a:lnTo>
                  <a:lnTo>
                    <a:pt x="3893" y="168"/>
                  </a:lnTo>
                  <a:lnTo>
                    <a:pt x="3767" y="147"/>
                  </a:lnTo>
                  <a:lnTo>
                    <a:pt x="3558" y="84"/>
                  </a:lnTo>
                  <a:lnTo>
                    <a:pt x="35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8" name="Google Shape;2398;p56"/>
            <p:cNvSpPr/>
            <p:nvPr/>
          </p:nvSpPr>
          <p:spPr>
            <a:xfrm>
              <a:off x="3275452" y="3211250"/>
              <a:ext cx="85722" cy="91389"/>
            </a:xfrm>
            <a:custGeom>
              <a:avLst/>
              <a:gdLst/>
              <a:ahLst/>
              <a:cxnLst/>
              <a:rect l="l" t="t" r="r" b="b"/>
              <a:pathLst>
                <a:path w="7199" h="8036" extrusionOk="0">
                  <a:moveTo>
                    <a:pt x="1967" y="1"/>
                  </a:moveTo>
                  <a:lnTo>
                    <a:pt x="1779" y="85"/>
                  </a:lnTo>
                  <a:lnTo>
                    <a:pt x="1612" y="126"/>
                  </a:lnTo>
                  <a:lnTo>
                    <a:pt x="1319" y="294"/>
                  </a:lnTo>
                  <a:lnTo>
                    <a:pt x="1235" y="545"/>
                  </a:lnTo>
                  <a:lnTo>
                    <a:pt x="1047" y="608"/>
                  </a:lnTo>
                  <a:lnTo>
                    <a:pt x="921" y="608"/>
                  </a:lnTo>
                  <a:lnTo>
                    <a:pt x="796" y="712"/>
                  </a:lnTo>
                  <a:lnTo>
                    <a:pt x="712" y="712"/>
                  </a:lnTo>
                  <a:lnTo>
                    <a:pt x="524" y="775"/>
                  </a:lnTo>
                  <a:lnTo>
                    <a:pt x="1" y="775"/>
                  </a:lnTo>
                  <a:lnTo>
                    <a:pt x="524" y="1549"/>
                  </a:lnTo>
                  <a:lnTo>
                    <a:pt x="524" y="1612"/>
                  </a:lnTo>
                  <a:lnTo>
                    <a:pt x="461" y="1779"/>
                  </a:lnTo>
                  <a:lnTo>
                    <a:pt x="461" y="2198"/>
                  </a:lnTo>
                  <a:lnTo>
                    <a:pt x="377" y="2386"/>
                  </a:lnTo>
                  <a:lnTo>
                    <a:pt x="419" y="2533"/>
                  </a:lnTo>
                  <a:lnTo>
                    <a:pt x="461" y="2909"/>
                  </a:lnTo>
                  <a:lnTo>
                    <a:pt x="398" y="3077"/>
                  </a:lnTo>
                  <a:lnTo>
                    <a:pt x="356" y="3160"/>
                  </a:lnTo>
                  <a:lnTo>
                    <a:pt x="377" y="3286"/>
                  </a:lnTo>
                  <a:lnTo>
                    <a:pt x="398" y="3370"/>
                  </a:lnTo>
                  <a:lnTo>
                    <a:pt x="398" y="3495"/>
                  </a:lnTo>
                  <a:lnTo>
                    <a:pt x="356" y="3600"/>
                  </a:lnTo>
                  <a:lnTo>
                    <a:pt x="524" y="3997"/>
                  </a:lnTo>
                  <a:lnTo>
                    <a:pt x="503" y="4123"/>
                  </a:lnTo>
                  <a:lnTo>
                    <a:pt x="398" y="4290"/>
                  </a:lnTo>
                  <a:lnTo>
                    <a:pt x="273" y="4374"/>
                  </a:lnTo>
                  <a:lnTo>
                    <a:pt x="168" y="4541"/>
                  </a:lnTo>
                  <a:lnTo>
                    <a:pt x="210" y="4604"/>
                  </a:lnTo>
                  <a:lnTo>
                    <a:pt x="293" y="4625"/>
                  </a:lnTo>
                  <a:lnTo>
                    <a:pt x="314" y="4709"/>
                  </a:lnTo>
                  <a:lnTo>
                    <a:pt x="356" y="4709"/>
                  </a:lnTo>
                  <a:lnTo>
                    <a:pt x="356" y="4834"/>
                  </a:lnTo>
                  <a:lnTo>
                    <a:pt x="482" y="4939"/>
                  </a:lnTo>
                  <a:lnTo>
                    <a:pt x="524" y="5002"/>
                  </a:lnTo>
                  <a:lnTo>
                    <a:pt x="565" y="5127"/>
                  </a:lnTo>
                  <a:lnTo>
                    <a:pt x="524" y="5232"/>
                  </a:lnTo>
                  <a:lnTo>
                    <a:pt x="524" y="5274"/>
                  </a:lnTo>
                  <a:lnTo>
                    <a:pt x="586" y="5483"/>
                  </a:lnTo>
                  <a:lnTo>
                    <a:pt x="670" y="5629"/>
                  </a:lnTo>
                  <a:lnTo>
                    <a:pt x="921" y="5839"/>
                  </a:lnTo>
                  <a:lnTo>
                    <a:pt x="942" y="5901"/>
                  </a:lnTo>
                  <a:lnTo>
                    <a:pt x="879" y="6090"/>
                  </a:lnTo>
                  <a:lnTo>
                    <a:pt x="921" y="6194"/>
                  </a:lnTo>
                  <a:lnTo>
                    <a:pt x="775" y="6508"/>
                  </a:lnTo>
                  <a:lnTo>
                    <a:pt x="879" y="6613"/>
                  </a:lnTo>
                  <a:lnTo>
                    <a:pt x="1130" y="6885"/>
                  </a:lnTo>
                  <a:lnTo>
                    <a:pt x="1570" y="8036"/>
                  </a:lnTo>
                  <a:lnTo>
                    <a:pt x="1737" y="8036"/>
                  </a:lnTo>
                  <a:lnTo>
                    <a:pt x="1758" y="7952"/>
                  </a:lnTo>
                  <a:lnTo>
                    <a:pt x="1863" y="7931"/>
                  </a:lnTo>
                  <a:lnTo>
                    <a:pt x="1863" y="7952"/>
                  </a:lnTo>
                  <a:lnTo>
                    <a:pt x="1946" y="7847"/>
                  </a:lnTo>
                  <a:lnTo>
                    <a:pt x="2051" y="7638"/>
                  </a:lnTo>
                  <a:lnTo>
                    <a:pt x="2260" y="7408"/>
                  </a:lnTo>
                  <a:lnTo>
                    <a:pt x="2407" y="7345"/>
                  </a:lnTo>
                  <a:lnTo>
                    <a:pt x="2553" y="7471"/>
                  </a:lnTo>
                  <a:lnTo>
                    <a:pt x="2721" y="7450"/>
                  </a:lnTo>
                  <a:lnTo>
                    <a:pt x="2804" y="7429"/>
                  </a:lnTo>
                  <a:lnTo>
                    <a:pt x="2930" y="7471"/>
                  </a:lnTo>
                  <a:lnTo>
                    <a:pt x="3139" y="7429"/>
                  </a:lnTo>
                  <a:lnTo>
                    <a:pt x="3244" y="7450"/>
                  </a:lnTo>
                  <a:lnTo>
                    <a:pt x="3286" y="7575"/>
                  </a:lnTo>
                  <a:lnTo>
                    <a:pt x="3348" y="7847"/>
                  </a:lnTo>
                  <a:lnTo>
                    <a:pt x="3411" y="7889"/>
                  </a:lnTo>
                  <a:lnTo>
                    <a:pt x="3453" y="7847"/>
                  </a:lnTo>
                  <a:lnTo>
                    <a:pt x="3453" y="7743"/>
                  </a:lnTo>
                  <a:lnTo>
                    <a:pt x="3516" y="7617"/>
                  </a:lnTo>
                  <a:lnTo>
                    <a:pt x="3516" y="7512"/>
                  </a:lnTo>
                  <a:lnTo>
                    <a:pt x="3620" y="7366"/>
                  </a:lnTo>
                  <a:lnTo>
                    <a:pt x="4227" y="7366"/>
                  </a:lnTo>
                  <a:lnTo>
                    <a:pt x="4353" y="7471"/>
                  </a:lnTo>
                  <a:lnTo>
                    <a:pt x="4374" y="7303"/>
                  </a:lnTo>
                  <a:lnTo>
                    <a:pt x="4541" y="6989"/>
                  </a:lnTo>
                  <a:lnTo>
                    <a:pt x="4562" y="6822"/>
                  </a:lnTo>
                  <a:lnTo>
                    <a:pt x="4541" y="6675"/>
                  </a:lnTo>
                  <a:lnTo>
                    <a:pt x="4478" y="6592"/>
                  </a:lnTo>
                  <a:lnTo>
                    <a:pt x="4667" y="6299"/>
                  </a:lnTo>
                  <a:lnTo>
                    <a:pt x="4750" y="6090"/>
                  </a:lnTo>
                  <a:lnTo>
                    <a:pt x="4750" y="5985"/>
                  </a:lnTo>
                  <a:lnTo>
                    <a:pt x="4876" y="5901"/>
                  </a:lnTo>
                  <a:lnTo>
                    <a:pt x="5650" y="5692"/>
                  </a:lnTo>
                  <a:lnTo>
                    <a:pt x="6319" y="5692"/>
                  </a:lnTo>
                  <a:lnTo>
                    <a:pt x="6696" y="5985"/>
                  </a:lnTo>
                  <a:lnTo>
                    <a:pt x="6780" y="5985"/>
                  </a:lnTo>
                  <a:lnTo>
                    <a:pt x="6864" y="6069"/>
                  </a:lnTo>
                  <a:lnTo>
                    <a:pt x="6926" y="5964"/>
                  </a:lnTo>
                  <a:lnTo>
                    <a:pt x="6905" y="5880"/>
                  </a:lnTo>
                  <a:lnTo>
                    <a:pt x="7198" y="5315"/>
                  </a:lnTo>
                  <a:lnTo>
                    <a:pt x="7177" y="5043"/>
                  </a:lnTo>
                  <a:lnTo>
                    <a:pt x="6884" y="4499"/>
                  </a:lnTo>
                  <a:lnTo>
                    <a:pt x="6571" y="4437"/>
                  </a:lnTo>
                  <a:lnTo>
                    <a:pt x="6591" y="4207"/>
                  </a:lnTo>
                  <a:lnTo>
                    <a:pt x="6550" y="3851"/>
                  </a:lnTo>
                  <a:lnTo>
                    <a:pt x="5524" y="3809"/>
                  </a:lnTo>
                  <a:lnTo>
                    <a:pt x="5545" y="3558"/>
                  </a:lnTo>
                  <a:lnTo>
                    <a:pt x="5315" y="3181"/>
                  </a:lnTo>
                  <a:lnTo>
                    <a:pt x="5399" y="3056"/>
                  </a:lnTo>
                  <a:lnTo>
                    <a:pt x="5336" y="2846"/>
                  </a:lnTo>
                  <a:lnTo>
                    <a:pt x="5378" y="2554"/>
                  </a:lnTo>
                  <a:lnTo>
                    <a:pt x="5315" y="2491"/>
                  </a:lnTo>
                  <a:lnTo>
                    <a:pt x="5106" y="2323"/>
                  </a:lnTo>
                  <a:lnTo>
                    <a:pt x="4771" y="2386"/>
                  </a:lnTo>
                  <a:lnTo>
                    <a:pt x="4604" y="2302"/>
                  </a:lnTo>
                  <a:lnTo>
                    <a:pt x="4499" y="2240"/>
                  </a:lnTo>
                  <a:lnTo>
                    <a:pt x="4457" y="2093"/>
                  </a:lnTo>
                  <a:lnTo>
                    <a:pt x="4290" y="2030"/>
                  </a:lnTo>
                  <a:lnTo>
                    <a:pt x="4060" y="1968"/>
                  </a:lnTo>
                  <a:lnTo>
                    <a:pt x="3955" y="1968"/>
                  </a:lnTo>
                  <a:lnTo>
                    <a:pt x="3746" y="1717"/>
                  </a:lnTo>
                  <a:lnTo>
                    <a:pt x="3620" y="1779"/>
                  </a:lnTo>
                  <a:lnTo>
                    <a:pt x="3411" y="1570"/>
                  </a:lnTo>
                  <a:lnTo>
                    <a:pt x="3181" y="1612"/>
                  </a:lnTo>
                  <a:lnTo>
                    <a:pt x="3118" y="1696"/>
                  </a:lnTo>
                  <a:lnTo>
                    <a:pt x="2993" y="1570"/>
                  </a:lnTo>
                  <a:lnTo>
                    <a:pt x="2804" y="1466"/>
                  </a:lnTo>
                  <a:lnTo>
                    <a:pt x="2679" y="1382"/>
                  </a:lnTo>
                  <a:lnTo>
                    <a:pt x="2616" y="1235"/>
                  </a:lnTo>
                  <a:lnTo>
                    <a:pt x="2490" y="1152"/>
                  </a:lnTo>
                  <a:lnTo>
                    <a:pt x="2407" y="942"/>
                  </a:lnTo>
                  <a:lnTo>
                    <a:pt x="2449" y="838"/>
                  </a:lnTo>
                  <a:lnTo>
                    <a:pt x="2386" y="545"/>
                  </a:lnTo>
                  <a:lnTo>
                    <a:pt x="2470" y="398"/>
                  </a:lnTo>
                  <a:lnTo>
                    <a:pt x="2407" y="189"/>
                  </a:lnTo>
                  <a:lnTo>
                    <a:pt x="2407" y="43"/>
                  </a:lnTo>
                  <a:lnTo>
                    <a:pt x="2365" y="1"/>
                  </a:lnTo>
                  <a:lnTo>
                    <a:pt x="2239" y="85"/>
                  </a:lnTo>
                  <a:lnTo>
                    <a:pt x="20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2399" name="Google Shape;2399;p56"/>
            <p:cNvSpPr/>
            <p:nvPr/>
          </p:nvSpPr>
          <p:spPr>
            <a:xfrm>
              <a:off x="3327273" y="3275982"/>
              <a:ext cx="58811" cy="59262"/>
            </a:xfrm>
            <a:custGeom>
              <a:avLst/>
              <a:gdLst/>
              <a:ahLst/>
              <a:cxnLst/>
              <a:rect l="l" t="t" r="r" b="b"/>
              <a:pathLst>
                <a:path w="4939" h="5211" extrusionOk="0">
                  <a:moveTo>
                    <a:pt x="1298" y="0"/>
                  </a:moveTo>
                  <a:lnTo>
                    <a:pt x="524" y="209"/>
                  </a:lnTo>
                  <a:lnTo>
                    <a:pt x="398" y="293"/>
                  </a:lnTo>
                  <a:lnTo>
                    <a:pt x="398" y="398"/>
                  </a:lnTo>
                  <a:lnTo>
                    <a:pt x="315" y="607"/>
                  </a:lnTo>
                  <a:lnTo>
                    <a:pt x="126" y="900"/>
                  </a:lnTo>
                  <a:lnTo>
                    <a:pt x="189" y="983"/>
                  </a:lnTo>
                  <a:lnTo>
                    <a:pt x="210" y="1130"/>
                  </a:lnTo>
                  <a:lnTo>
                    <a:pt x="189" y="1297"/>
                  </a:lnTo>
                  <a:lnTo>
                    <a:pt x="22" y="1611"/>
                  </a:lnTo>
                  <a:lnTo>
                    <a:pt x="1" y="1779"/>
                  </a:lnTo>
                  <a:lnTo>
                    <a:pt x="1" y="1820"/>
                  </a:lnTo>
                  <a:lnTo>
                    <a:pt x="126" y="1946"/>
                  </a:lnTo>
                  <a:lnTo>
                    <a:pt x="231" y="1967"/>
                  </a:lnTo>
                  <a:lnTo>
                    <a:pt x="398" y="2239"/>
                  </a:lnTo>
                  <a:lnTo>
                    <a:pt x="754" y="2595"/>
                  </a:lnTo>
                  <a:lnTo>
                    <a:pt x="879" y="2595"/>
                  </a:lnTo>
                  <a:lnTo>
                    <a:pt x="1026" y="2720"/>
                  </a:lnTo>
                  <a:lnTo>
                    <a:pt x="1131" y="2888"/>
                  </a:lnTo>
                  <a:lnTo>
                    <a:pt x="1465" y="2971"/>
                  </a:lnTo>
                  <a:lnTo>
                    <a:pt x="1695" y="3097"/>
                  </a:lnTo>
                  <a:lnTo>
                    <a:pt x="1800" y="3097"/>
                  </a:lnTo>
                  <a:lnTo>
                    <a:pt x="2030" y="3327"/>
                  </a:lnTo>
                  <a:lnTo>
                    <a:pt x="2302" y="3452"/>
                  </a:lnTo>
                  <a:lnTo>
                    <a:pt x="2637" y="3515"/>
                  </a:lnTo>
                  <a:lnTo>
                    <a:pt x="2804" y="3641"/>
                  </a:lnTo>
                  <a:lnTo>
                    <a:pt x="2951" y="3808"/>
                  </a:lnTo>
                  <a:lnTo>
                    <a:pt x="3035" y="3934"/>
                  </a:lnTo>
                  <a:lnTo>
                    <a:pt x="2972" y="4059"/>
                  </a:lnTo>
                  <a:lnTo>
                    <a:pt x="2909" y="4185"/>
                  </a:lnTo>
                  <a:lnTo>
                    <a:pt x="2804" y="4269"/>
                  </a:lnTo>
                  <a:lnTo>
                    <a:pt x="2742" y="4373"/>
                  </a:lnTo>
                  <a:lnTo>
                    <a:pt x="2763" y="4478"/>
                  </a:lnTo>
                  <a:lnTo>
                    <a:pt x="2700" y="4708"/>
                  </a:lnTo>
                  <a:lnTo>
                    <a:pt x="2512" y="4896"/>
                  </a:lnTo>
                  <a:lnTo>
                    <a:pt x="2491" y="5022"/>
                  </a:lnTo>
                  <a:lnTo>
                    <a:pt x="2574" y="5022"/>
                  </a:lnTo>
                  <a:lnTo>
                    <a:pt x="2972" y="4959"/>
                  </a:lnTo>
                  <a:lnTo>
                    <a:pt x="3328" y="5064"/>
                  </a:lnTo>
                  <a:lnTo>
                    <a:pt x="3579" y="5210"/>
                  </a:lnTo>
                  <a:lnTo>
                    <a:pt x="3704" y="5168"/>
                  </a:lnTo>
                  <a:lnTo>
                    <a:pt x="3788" y="5168"/>
                  </a:lnTo>
                  <a:lnTo>
                    <a:pt x="3851" y="5210"/>
                  </a:lnTo>
                  <a:lnTo>
                    <a:pt x="3955" y="5064"/>
                  </a:lnTo>
                  <a:lnTo>
                    <a:pt x="3997" y="5022"/>
                  </a:lnTo>
                  <a:lnTo>
                    <a:pt x="4123" y="5085"/>
                  </a:lnTo>
                  <a:lnTo>
                    <a:pt x="4227" y="4959"/>
                  </a:lnTo>
                  <a:lnTo>
                    <a:pt x="4290" y="4792"/>
                  </a:lnTo>
                  <a:lnTo>
                    <a:pt x="4541" y="4603"/>
                  </a:lnTo>
                  <a:lnTo>
                    <a:pt x="4583" y="4478"/>
                  </a:lnTo>
                  <a:lnTo>
                    <a:pt x="4646" y="4352"/>
                  </a:lnTo>
                  <a:lnTo>
                    <a:pt x="4750" y="4248"/>
                  </a:lnTo>
                  <a:lnTo>
                    <a:pt x="4792" y="4038"/>
                  </a:lnTo>
                  <a:lnTo>
                    <a:pt x="4750" y="3976"/>
                  </a:lnTo>
                  <a:lnTo>
                    <a:pt x="4750" y="3829"/>
                  </a:lnTo>
                  <a:lnTo>
                    <a:pt x="4813" y="3808"/>
                  </a:lnTo>
                  <a:lnTo>
                    <a:pt x="4813" y="3724"/>
                  </a:lnTo>
                  <a:lnTo>
                    <a:pt x="4813" y="3662"/>
                  </a:lnTo>
                  <a:lnTo>
                    <a:pt x="4813" y="3599"/>
                  </a:lnTo>
                  <a:lnTo>
                    <a:pt x="4834" y="3599"/>
                  </a:lnTo>
                  <a:lnTo>
                    <a:pt x="4855" y="3515"/>
                  </a:lnTo>
                  <a:lnTo>
                    <a:pt x="4855" y="2971"/>
                  </a:lnTo>
                  <a:lnTo>
                    <a:pt x="4939" y="2888"/>
                  </a:lnTo>
                  <a:lnTo>
                    <a:pt x="4834" y="2867"/>
                  </a:lnTo>
                  <a:lnTo>
                    <a:pt x="4750" y="2783"/>
                  </a:lnTo>
                  <a:lnTo>
                    <a:pt x="4625" y="2720"/>
                  </a:lnTo>
                  <a:lnTo>
                    <a:pt x="4395" y="2867"/>
                  </a:lnTo>
                  <a:lnTo>
                    <a:pt x="4290" y="2825"/>
                  </a:lnTo>
                  <a:lnTo>
                    <a:pt x="4206" y="2616"/>
                  </a:lnTo>
                  <a:lnTo>
                    <a:pt x="4060" y="1988"/>
                  </a:lnTo>
                  <a:lnTo>
                    <a:pt x="4018" y="1862"/>
                  </a:lnTo>
                  <a:lnTo>
                    <a:pt x="3892" y="1820"/>
                  </a:lnTo>
                  <a:lnTo>
                    <a:pt x="3767" y="1716"/>
                  </a:lnTo>
                  <a:lnTo>
                    <a:pt x="3495" y="1841"/>
                  </a:lnTo>
                  <a:lnTo>
                    <a:pt x="3328" y="1758"/>
                  </a:lnTo>
                  <a:lnTo>
                    <a:pt x="3056" y="1779"/>
                  </a:lnTo>
                  <a:lnTo>
                    <a:pt x="2972" y="1737"/>
                  </a:lnTo>
                  <a:lnTo>
                    <a:pt x="2763" y="1758"/>
                  </a:lnTo>
                  <a:lnTo>
                    <a:pt x="2721" y="1632"/>
                  </a:lnTo>
                  <a:lnTo>
                    <a:pt x="2763" y="1528"/>
                  </a:lnTo>
                  <a:lnTo>
                    <a:pt x="2721" y="1360"/>
                  </a:lnTo>
                  <a:lnTo>
                    <a:pt x="2763" y="1025"/>
                  </a:lnTo>
                  <a:lnTo>
                    <a:pt x="2658" y="837"/>
                  </a:lnTo>
                  <a:lnTo>
                    <a:pt x="2658" y="670"/>
                  </a:lnTo>
                  <a:lnTo>
                    <a:pt x="2512" y="565"/>
                  </a:lnTo>
                  <a:lnTo>
                    <a:pt x="2553" y="419"/>
                  </a:lnTo>
                  <a:lnTo>
                    <a:pt x="2428" y="293"/>
                  </a:lnTo>
                  <a:lnTo>
                    <a:pt x="2344" y="293"/>
                  </a:lnTo>
                  <a:lnTo>
                    <a:pt x="196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400" name="Google Shape;2400;p56"/>
            <p:cNvSpPr/>
            <p:nvPr/>
          </p:nvSpPr>
          <p:spPr>
            <a:xfrm>
              <a:off x="3363150" y="3352838"/>
              <a:ext cx="34889" cy="37848"/>
            </a:xfrm>
            <a:custGeom>
              <a:avLst/>
              <a:gdLst/>
              <a:ahLst/>
              <a:cxnLst/>
              <a:rect l="l" t="t" r="r" b="b"/>
              <a:pathLst>
                <a:path w="2930" h="3328" extrusionOk="0">
                  <a:moveTo>
                    <a:pt x="754" y="0"/>
                  </a:moveTo>
                  <a:lnTo>
                    <a:pt x="440" y="63"/>
                  </a:lnTo>
                  <a:lnTo>
                    <a:pt x="377" y="42"/>
                  </a:lnTo>
                  <a:lnTo>
                    <a:pt x="315" y="42"/>
                  </a:lnTo>
                  <a:lnTo>
                    <a:pt x="273" y="63"/>
                  </a:lnTo>
                  <a:lnTo>
                    <a:pt x="231" y="210"/>
                  </a:lnTo>
                  <a:lnTo>
                    <a:pt x="126" y="335"/>
                  </a:lnTo>
                  <a:lnTo>
                    <a:pt x="168" y="524"/>
                  </a:lnTo>
                  <a:lnTo>
                    <a:pt x="126" y="586"/>
                  </a:lnTo>
                  <a:lnTo>
                    <a:pt x="147" y="712"/>
                  </a:lnTo>
                  <a:lnTo>
                    <a:pt x="147" y="963"/>
                  </a:lnTo>
                  <a:lnTo>
                    <a:pt x="84" y="1047"/>
                  </a:lnTo>
                  <a:lnTo>
                    <a:pt x="84" y="1151"/>
                  </a:lnTo>
                  <a:lnTo>
                    <a:pt x="43" y="1277"/>
                  </a:lnTo>
                  <a:lnTo>
                    <a:pt x="84" y="1465"/>
                  </a:lnTo>
                  <a:lnTo>
                    <a:pt x="43" y="1507"/>
                  </a:lnTo>
                  <a:lnTo>
                    <a:pt x="63" y="1779"/>
                  </a:lnTo>
                  <a:lnTo>
                    <a:pt x="126" y="1967"/>
                  </a:lnTo>
                  <a:lnTo>
                    <a:pt x="84" y="2030"/>
                  </a:lnTo>
                  <a:lnTo>
                    <a:pt x="22" y="2114"/>
                  </a:lnTo>
                  <a:lnTo>
                    <a:pt x="1" y="2156"/>
                  </a:lnTo>
                  <a:lnTo>
                    <a:pt x="1" y="2428"/>
                  </a:lnTo>
                  <a:lnTo>
                    <a:pt x="63" y="2637"/>
                  </a:lnTo>
                  <a:lnTo>
                    <a:pt x="231" y="2867"/>
                  </a:lnTo>
                  <a:lnTo>
                    <a:pt x="315" y="2867"/>
                  </a:lnTo>
                  <a:lnTo>
                    <a:pt x="461" y="3034"/>
                  </a:lnTo>
                  <a:lnTo>
                    <a:pt x="545" y="3055"/>
                  </a:lnTo>
                  <a:lnTo>
                    <a:pt x="796" y="3034"/>
                  </a:lnTo>
                  <a:lnTo>
                    <a:pt x="963" y="3055"/>
                  </a:lnTo>
                  <a:lnTo>
                    <a:pt x="1089" y="3139"/>
                  </a:lnTo>
                  <a:lnTo>
                    <a:pt x="1172" y="3160"/>
                  </a:lnTo>
                  <a:lnTo>
                    <a:pt x="1277" y="3160"/>
                  </a:lnTo>
                  <a:lnTo>
                    <a:pt x="1298" y="3181"/>
                  </a:lnTo>
                  <a:lnTo>
                    <a:pt x="1277" y="3244"/>
                  </a:lnTo>
                  <a:lnTo>
                    <a:pt x="1277" y="3285"/>
                  </a:lnTo>
                  <a:lnTo>
                    <a:pt x="1382" y="3285"/>
                  </a:lnTo>
                  <a:lnTo>
                    <a:pt x="1507" y="3202"/>
                  </a:lnTo>
                  <a:lnTo>
                    <a:pt x="1654" y="3181"/>
                  </a:lnTo>
                  <a:lnTo>
                    <a:pt x="1800" y="3244"/>
                  </a:lnTo>
                  <a:lnTo>
                    <a:pt x="1842" y="3264"/>
                  </a:lnTo>
                  <a:lnTo>
                    <a:pt x="1926" y="3264"/>
                  </a:lnTo>
                  <a:lnTo>
                    <a:pt x="2009" y="3285"/>
                  </a:lnTo>
                  <a:lnTo>
                    <a:pt x="2093" y="3327"/>
                  </a:lnTo>
                  <a:lnTo>
                    <a:pt x="2135" y="3264"/>
                  </a:lnTo>
                  <a:lnTo>
                    <a:pt x="2156" y="3181"/>
                  </a:lnTo>
                  <a:lnTo>
                    <a:pt x="2177" y="3181"/>
                  </a:lnTo>
                  <a:lnTo>
                    <a:pt x="2239" y="3202"/>
                  </a:lnTo>
                  <a:lnTo>
                    <a:pt x="2449" y="3139"/>
                  </a:lnTo>
                  <a:lnTo>
                    <a:pt x="2574" y="2972"/>
                  </a:lnTo>
                  <a:lnTo>
                    <a:pt x="2637" y="2930"/>
                  </a:lnTo>
                  <a:lnTo>
                    <a:pt x="2616" y="2909"/>
                  </a:lnTo>
                  <a:lnTo>
                    <a:pt x="2658" y="2804"/>
                  </a:lnTo>
                  <a:lnTo>
                    <a:pt x="2784" y="2720"/>
                  </a:lnTo>
                  <a:lnTo>
                    <a:pt x="2784" y="2532"/>
                  </a:lnTo>
                  <a:lnTo>
                    <a:pt x="2867" y="2428"/>
                  </a:lnTo>
                  <a:lnTo>
                    <a:pt x="2930" y="2407"/>
                  </a:lnTo>
                  <a:lnTo>
                    <a:pt x="2888" y="2386"/>
                  </a:lnTo>
                  <a:lnTo>
                    <a:pt x="2825" y="2281"/>
                  </a:lnTo>
                  <a:lnTo>
                    <a:pt x="2784" y="2239"/>
                  </a:lnTo>
                  <a:lnTo>
                    <a:pt x="2784" y="2218"/>
                  </a:lnTo>
                  <a:lnTo>
                    <a:pt x="2742" y="2030"/>
                  </a:lnTo>
                  <a:lnTo>
                    <a:pt x="2846" y="1884"/>
                  </a:lnTo>
                  <a:lnTo>
                    <a:pt x="2867" y="1716"/>
                  </a:lnTo>
                  <a:lnTo>
                    <a:pt x="2742" y="1612"/>
                  </a:lnTo>
                  <a:lnTo>
                    <a:pt x="2574" y="1402"/>
                  </a:lnTo>
                  <a:lnTo>
                    <a:pt x="2449" y="1256"/>
                  </a:lnTo>
                  <a:lnTo>
                    <a:pt x="2239" y="1151"/>
                  </a:lnTo>
                  <a:lnTo>
                    <a:pt x="2114" y="1172"/>
                  </a:lnTo>
                  <a:lnTo>
                    <a:pt x="2114" y="1026"/>
                  </a:lnTo>
                  <a:lnTo>
                    <a:pt x="1988" y="879"/>
                  </a:lnTo>
                  <a:lnTo>
                    <a:pt x="1842" y="858"/>
                  </a:lnTo>
                  <a:lnTo>
                    <a:pt x="1695" y="775"/>
                  </a:lnTo>
                  <a:lnTo>
                    <a:pt x="1570" y="565"/>
                  </a:lnTo>
                  <a:lnTo>
                    <a:pt x="1486" y="565"/>
                  </a:lnTo>
                  <a:lnTo>
                    <a:pt x="1382" y="670"/>
                  </a:lnTo>
                  <a:lnTo>
                    <a:pt x="1319" y="670"/>
                  </a:lnTo>
                  <a:lnTo>
                    <a:pt x="1172" y="461"/>
                  </a:lnTo>
                  <a:lnTo>
                    <a:pt x="1110" y="314"/>
                  </a:lnTo>
                  <a:lnTo>
                    <a:pt x="984" y="251"/>
                  </a:lnTo>
                  <a:lnTo>
                    <a:pt x="859" y="63"/>
                  </a:lnTo>
                  <a:lnTo>
                    <a:pt x="75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401" name="Google Shape;2401;p56"/>
            <p:cNvGrpSpPr/>
            <p:nvPr/>
          </p:nvGrpSpPr>
          <p:grpSpPr>
            <a:xfrm>
              <a:off x="3280929" y="3294542"/>
              <a:ext cx="109894" cy="272224"/>
              <a:chOff x="2711750" y="3572300"/>
              <a:chExt cx="230725" cy="598425"/>
            </a:xfrm>
          </p:grpSpPr>
          <p:sp>
            <p:nvSpPr>
              <p:cNvPr id="2402" name="Google Shape;2402;p56"/>
              <p:cNvSpPr/>
              <p:nvPr/>
            </p:nvSpPr>
            <p:spPr>
              <a:xfrm>
                <a:off x="2711750" y="3572300"/>
                <a:ext cx="230725" cy="538800"/>
              </a:xfrm>
              <a:custGeom>
                <a:avLst/>
                <a:gdLst/>
                <a:ahLst/>
                <a:cxnLst/>
                <a:rect l="l" t="t" r="r" b="b"/>
                <a:pathLst>
                  <a:path w="9229" h="21552" extrusionOk="0">
                    <a:moveTo>
                      <a:pt x="1947" y="0"/>
                    </a:moveTo>
                    <a:lnTo>
                      <a:pt x="1800" y="42"/>
                    </a:lnTo>
                    <a:lnTo>
                      <a:pt x="1570" y="293"/>
                    </a:lnTo>
                    <a:lnTo>
                      <a:pt x="1466" y="502"/>
                    </a:lnTo>
                    <a:lnTo>
                      <a:pt x="1382" y="607"/>
                    </a:lnTo>
                    <a:lnTo>
                      <a:pt x="1466" y="753"/>
                    </a:lnTo>
                    <a:lnTo>
                      <a:pt x="1298" y="1402"/>
                    </a:lnTo>
                    <a:lnTo>
                      <a:pt x="629" y="1779"/>
                    </a:lnTo>
                    <a:lnTo>
                      <a:pt x="566" y="1925"/>
                    </a:lnTo>
                    <a:lnTo>
                      <a:pt x="691" y="2030"/>
                    </a:lnTo>
                    <a:lnTo>
                      <a:pt x="733" y="2134"/>
                    </a:lnTo>
                    <a:lnTo>
                      <a:pt x="650" y="2281"/>
                    </a:lnTo>
                    <a:lnTo>
                      <a:pt x="670" y="2448"/>
                    </a:lnTo>
                    <a:lnTo>
                      <a:pt x="796" y="2616"/>
                    </a:lnTo>
                    <a:lnTo>
                      <a:pt x="796" y="2762"/>
                    </a:lnTo>
                    <a:lnTo>
                      <a:pt x="691" y="2846"/>
                    </a:lnTo>
                    <a:lnTo>
                      <a:pt x="670" y="2950"/>
                    </a:lnTo>
                    <a:lnTo>
                      <a:pt x="754" y="3013"/>
                    </a:lnTo>
                    <a:lnTo>
                      <a:pt x="796" y="3076"/>
                    </a:lnTo>
                    <a:lnTo>
                      <a:pt x="796" y="3243"/>
                    </a:lnTo>
                    <a:lnTo>
                      <a:pt x="859" y="3285"/>
                    </a:lnTo>
                    <a:lnTo>
                      <a:pt x="775" y="3390"/>
                    </a:lnTo>
                    <a:lnTo>
                      <a:pt x="670" y="3453"/>
                    </a:lnTo>
                    <a:lnTo>
                      <a:pt x="524" y="3599"/>
                    </a:lnTo>
                    <a:lnTo>
                      <a:pt x="357" y="3997"/>
                    </a:lnTo>
                    <a:lnTo>
                      <a:pt x="252" y="4164"/>
                    </a:lnTo>
                    <a:lnTo>
                      <a:pt x="210" y="4582"/>
                    </a:lnTo>
                    <a:lnTo>
                      <a:pt x="126" y="4645"/>
                    </a:lnTo>
                    <a:lnTo>
                      <a:pt x="147" y="5022"/>
                    </a:lnTo>
                    <a:lnTo>
                      <a:pt x="252" y="5210"/>
                    </a:lnTo>
                    <a:lnTo>
                      <a:pt x="252" y="5461"/>
                    </a:lnTo>
                    <a:lnTo>
                      <a:pt x="168" y="5566"/>
                    </a:lnTo>
                    <a:lnTo>
                      <a:pt x="168" y="5859"/>
                    </a:lnTo>
                    <a:lnTo>
                      <a:pt x="22" y="5942"/>
                    </a:lnTo>
                    <a:lnTo>
                      <a:pt x="1" y="6152"/>
                    </a:lnTo>
                    <a:lnTo>
                      <a:pt x="43" y="6424"/>
                    </a:lnTo>
                    <a:lnTo>
                      <a:pt x="147" y="6570"/>
                    </a:lnTo>
                    <a:lnTo>
                      <a:pt x="168" y="6675"/>
                    </a:lnTo>
                    <a:lnTo>
                      <a:pt x="315" y="6884"/>
                    </a:lnTo>
                    <a:lnTo>
                      <a:pt x="378" y="7051"/>
                    </a:lnTo>
                    <a:lnTo>
                      <a:pt x="461" y="7407"/>
                    </a:lnTo>
                    <a:lnTo>
                      <a:pt x="545" y="7470"/>
                    </a:lnTo>
                    <a:lnTo>
                      <a:pt x="587" y="7930"/>
                    </a:lnTo>
                    <a:lnTo>
                      <a:pt x="566" y="8181"/>
                    </a:lnTo>
                    <a:lnTo>
                      <a:pt x="461" y="8202"/>
                    </a:lnTo>
                    <a:lnTo>
                      <a:pt x="357" y="8453"/>
                    </a:lnTo>
                    <a:lnTo>
                      <a:pt x="378" y="8683"/>
                    </a:lnTo>
                    <a:lnTo>
                      <a:pt x="252" y="8872"/>
                    </a:lnTo>
                    <a:lnTo>
                      <a:pt x="336" y="8935"/>
                    </a:lnTo>
                    <a:lnTo>
                      <a:pt x="440" y="9123"/>
                    </a:lnTo>
                    <a:lnTo>
                      <a:pt x="461" y="9332"/>
                    </a:lnTo>
                    <a:lnTo>
                      <a:pt x="336" y="9458"/>
                    </a:lnTo>
                    <a:lnTo>
                      <a:pt x="210" y="9709"/>
                    </a:lnTo>
                    <a:lnTo>
                      <a:pt x="210" y="10085"/>
                    </a:lnTo>
                    <a:lnTo>
                      <a:pt x="210" y="10253"/>
                    </a:lnTo>
                    <a:lnTo>
                      <a:pt x="147" y="10483"/>
                    </a:lnTo>
                    <a:lnTo>
                      <a:pt x="482" y="11173"/>
                    </a:lnTo>
                    <a:lnTo>
                      <a:pt x="419" y="11278"/>
                    </a:lnTo>
                    <a:lnTo>
                      <a:pt x="252" y="11341"/>
                    </a:lnTo>
                    <a:lnTo>
                      <a:pt x="231" y="11655"/>
                    </a:lnTo>
                    <a:lnTo>
                      <a:pt x="22" y="11948"/>
                    </a:lnTo>
                    <a:lnTo>
                      <a:pt x="43" y="12157"/>
                    </a:lnTo>
                    <a:lnTo>
                      <a:pt x="147" y="12345"/>
                    </a:lnTo>
                    <a:lnTo>
                      <a:pt x="126" y="12764"/>
                    </a:lnTo>
                    <a:lnTo>
                      <a:pt x="147" y="13119"/>
                    </a:lnTo>
                    <a:lnTo>
                      <a:pt x="210" y="13391"/>
                    </a:lnTo>
                    <a:lnTo>
                      <a:pt x="315" y="13433"/>
                    </a:lnTo>
                    <a:lnTo>
                      <a:pt x="357" y="13538"/>
                    </a:lnTo>
                    <a:lnTo>
                      <a:pt x="336" y="13705"/>
                    </a:lnTo>
                    <a:lnTo>
                      <a:pt x="210" y="13789"/>
                    </a:lnTo>
                    <a:lnTo>
                      <a:pt x="231" y="14103"/>
                    </a:lnTo>
                    <a:cubicBezTo>
                      <a:pt x="252" y="14165"/>
                      <a:pt x="252" y="14270"/>
                      <a:pt x="273" y="14354"/>
                    </a:cubicBezTo>
                    <a:lnTo>
                      <a:pt x="273" y="14375"/>
                    </a:lnTo>
                    <a:lnTo>
                      <a:pt x="461" y="14437"/>
                    </a:lnTo>
                    <a:lnTo>
                      <a:pt x="461" y="14626"/>
                    </a:lnTo>
                    <a:lnTo>
                      <a:pt x="461" y="14772"/>
                    </a:lnTo>
                    <a:lnTo>
                      <a:pt x="566" y="15002"/>
                    </a:lnTo>
                    <a:lnTo>
                      <a:pt x="608" y="15274"/>
                    </a:lnTo>
                    <a:lnTo>
                      <a:pt x="712" y="15295"/>
                    </a:lnTo>
                    <a:lnTo>
                      <a:pt x="796" y="15253"/>
                    </a:lnTo>
                    <a:lnTo>
                      <a:pt x="880" y="15274"/>
                    </a:lnTo>
                    <a:lnTo>
                      <a:pt x="880" y="15400"/>
                    </a:lnTo>
                    <a:lnTo>
                      <a:pt x="754" y="15567"/>
                    </a:lnTo>
                    <a:lnTo>
                      <a:pt x="482" y="15567"/>
                    </a:lnTo>
                    <a:lnTo>
                      <a:pt x="440" y="15672"/>
                    </a:lnTo>
                    <a:lnTo>
                      <a:pt x="524" y="15735"/>
                    </a:lnTo>
                    <a:lnTo>
                      <a:pt x="545" y="15714"/>
                    </a:lnTo>
                    <a:lnTo>
                      <a:pt x="670" y="15714"/>
                    </a:lnTo>
                    <a:lnTo>
                      <a:pt x="859" y="15839"/>
                    </a:lnTo>
                    <a:lnTo>
                      <a:pt x="984" y="16049"/>
                    </a:lnTo>
                    <a:lnTo>
                      <a:pt x="984" y="16195"/>
                    </a:lnTo>
                    <a:lnTo>
                      <a:pt x="838" y="16321"/>
                    </a:lnTo>
                    <a:lnTo>
                      <a:pt x="838" y="16425"/>
                    </a:lnTo>
                    <a:lnTo>
                      <a:pt x="901" y="16572"/>
                    </a:lnTo>
                    <a:lnTo>
                      <a:pt x="963" y="16885"/>
                    </a:lnTo>
                    <a:lnTo>
                      <a:pt x="1047" y="17137"/>
                    </a:lnTo>
                    <a:lnTo>
                      <a:pt x="942" y="17241"/>
                    </a:lnTo>
                    <a:lnTo>
                      <a:pt x="901" y="17367"/>
                    </a:lnTo>
                    <a:lnTo>
                      <a:pt x="1005" y="17618"/>
                    </a:lnTo>
                    <a:lnTo>
                      <a:pt x="901" y="17764"/>
                    </a:lnTo>
                    <a:lnTo>
                      <a:pt x="859" y="18015"/>
                    </a:lnTo>
                    <a:lnTo>
                      <a:pt x="942" y="18246"/>
                    </a:lnTo>
                    <a:lnTo>
                      <a:pt x="984" y="18559"/>
                    </a:lnTo>
                    <a:lnTo>
                      <a:pt x="942" y="18852"/>
                    </a:lnTo>
                    <a:lnTo>
                      <a:pt x="733" y="19062"/>
                    </a:lnTo>
                    <a:lnTo>
                      <a:pt x="587" y="19250"/>
                    </a:lnTo>
                    <a:lnTo>
                      <a:pt x="524" y="19752"/>
                    </a:lnTo>
                    <a:cubicBezTo>
                      <a:pt x="545" y="19815"/>
                      <a:pt x="545" y="19898"/>
                      <a:pt x="566" y="19982"/>
                    </a:cubicBezTo>
                    <a:lnTo>
                      <a:pt x="796" y="20422"/>
                    </a:lnTo>
                    <a:lnTo>
                      <a:pt x="942" y="20422"/>
                    </a:lnTo>
                    <a:lnTo>
                      <a:pt x="1047" y="20317"/>
                    </a:lnTo>
                    <a:lnTo>
                      <a:pt x="1214" y="20233"/>
                    </a:lnTo>
                    <a:lnTo>
                      <a:pt x="1361" y="20233"/>
                    </a:lnTo>
                    <a:lnTo>
                      <a:pt x="1361" y="20401"/>
                    </a:lnTo>
                    <a:lnTo>
                      <a:pt x="1382" y="20735"/>
                    </a:lnTo>
                    <a:lnTo>
                      <a:pt x="1507" y="20840"/>
                    </a:lnTo>
                    <a:lnTo>
                      <a:pt x="1570" y="21049"/>
                    </a:lnTo>
                    <a:lnTo>
                      <a:pt x="1633" y="21279"/>
                    </a:lnTo>
                    <a:lnTo>
                      <a:pt x="1926" y="21321"/>
                    </a:lnTo>
                    <a:lnTo>
                      <a:pt x="2030" y="21363"/>
                    </a:lnTo>
                    <a:lnTo>
                      <a:pt x="2449" y="21279"/>
                    </a:lnTo>
                    <a:lnTo>
                      <a:pt x="3181" y="21279"/>
                    </a:lnTo>
                    <a:lnTo>
                      <a:pt x="3244" y="21342"/>
                    </a:lnTo>
                    <a:lnTo>
                      <a:pt x="3370" y="21363"/>
                    </a:lnTo>
                    <a:lnTo>
                      <a:pt x="3516" y="21489"/>
                    </a:lnTo>
                    <a:lnTo>
                      <a:pt x="3663" y="21551"/>
                    </a:lnTo>
                    <a:lnTo>
                      <a:pt x="3704" y="21551"/>
                    </a:lnTo>
                    <a:lnTo>
                      <a:pt x="3704" y="21447"/>
                    </a:lnTo>
                    <a:lnTo>
                      <a:pt x="3600" y="21363"/>
                    </a:lnTo>
                    <a:lnTo>
                      <a:pt x="3411" y="21238"/>
                    </a:lnTo>
                    <a:lnTo>
                      <a:pt x="3391" y="21133"/>
                    </a:lnTo>
                    <a:lnTo>
                      <a:pt x="3286" y="21028"/>
                    </a:lnTo>
                    <a:lnTo>
                      <a:pt x="3202" y="21049"/>
                    </a:lnTo>
                    <a:lnTo>
                      <a:pt x="3160" y="21007"/>
                    </a:lnTo>
                    <a:lnTo>
                      <a:pt x="3244" y="20945"/>
                    </a:lnTo>
                    <a:lnTo>
                      <a:pt x="3265" y="20861"/>
                    </a:lnTo>
                    <a:lnTo>
                      <a:pt x="3244" y="20840"/>
                    </a:lnTo>
                    <a:lnTo>
                      <a:pt x="3244" y="20756"/>
                    </a:lnTo>
                    <a:lnTo>
                      <a:pt x="3139" y="20505"/>
                    </a:lnTo>
                    <a:lnTo>
                      <a:pt x="3035" y="20317"/>
                    </a:lnTo>
                    <a:lnTo>
                      <a:pt x="2993" y="20129"/>
                    </a:lnTo>
                    <a:lnTo>
                      <a:pt x="3077" y="19961"/>
                    </a:lnTo>
                    <a:lnTo>
                      <a:pt x="3202" y="19857"/>
                    </a:lnTo>
                    <a:lnTo>
                      <a:pt x="3265" y="19752"/>
                    </a:lnTo>
                    <a:lnTo>
                      <a:pt x="3202" y="19689"/>
                    </a:lnTo>
                    <a:lnTo>
                      <a:pt x="3202" y="19585"/>
                    </a:lnTo>
                    <a:lnTo>
                      <a:pt x="3160" y="19501"/>
                    </a:lnTo>
                    <a:lnTo>
                      <a:pt x="3244" y="19564"/>
                    </a:lnTo>
                    <a:lnTo>
                      <a:pt x="3307" y="19647"/>
                    </a:lnTo>
                    <a:lnTo>
                      <a:pt x="3391" y="19668"/>
                    </a:lnTo>
                    <a:lnTo>
                      <a:pt x="3516" y="19564"/>
                    </a:lnTo>
                    <a:lnTo>
                      <a:pt x="3558" y="19480"/>
                    </a:lnTo>
                    <a:lnTo>
                      <a:pt x="3663" y="19354"/>
                    </a:lnTo>
                    <a:lnTo>
                      <a:pt x="3683" y="19250"/>
                    </a:lnTo>
                    <a:lnTo>
                      <a:pt x="3663" y="19062"/>
                    </a:lnTo>
                    <a:lnTo>
                      <a:pt x="3579" y="19041"/>
                    </a:lnTo>
                    <a:lnTo>
                      <a:pt x="3516" y="19082"/>
                    </a:lnTo>
                    <a:lnTo>
                      <a:pt x="3516" y="19082"/>
                    </a:lnTo>
                    <a:lnTo>
                      <a:pt x="3558" y="19020"/>
                    </a:lnTo>
                    <a:lnTo>
                      <a:pt x="3663" y="18915"/>
                    </a:lnTo>
                    <a:lnTo>
                      <a:pt x="3704" y="18769"/>
                    </a:lnTo>
                    <a:lnTo>
                      <a:pt x="3725" y="18643"/>
                    </a:lnTo>
                    <a:lnTo>
                      <a:pt x="3872" y="18518"/>
                    </a:lnTo>
                    <a:lnTo>
                      <a:pt x="3976" y="18518"/>
                    </a:lnTo>
                    <a:lnTo>
                      <a:pt x="4018" y="18392"/>
                    </a:lnTo>
                    <a:lnTo>
                      <a:pt x="4102" y="18287"/>
                    </a:lnTo>
                    <a:lnTo>
                      <a:pt x="4144" y="18246"/>
                    </a:lnTo>
                    <a:lnTo>
                      <a:pt x="4186" y="18141"/>
                    </a:lnTo>
                    <a:lnTo>
                      <a:pt x="4248" y="18099"/>
                    </a:lnTo>
                    <a:lnTo>
                      <a:pt x="4332" y="17994"/>
                    </a:lnTo>
                    <a:lnTo>
                      <a:pt x="4311" y="17932"/>
                    </a:lnTo>
                    <a:lnTo>
                      <a:pt x="4311" y="17869"/>
                    </a:lnTo>
                    <a:lnTo>
                      <a:pt x="4395" y="17806"/>
                    </a:lnTo>
                    <a:lnTo>
                      <a:pt x="4290" y="17702"/>
                    </a:lnTo>
                    <a:lnTo>
                      <a:pt x="4207" y="17702"/>
                    </a:lnTo>
                    <a:lnTo>
                      <a:pt x="4311" y="17597"/>
                    </a:lnTo>
                    <a:lnTo>
                      <a:pt x="4311" y="17492"/>
                    </a:lnTo>
                    <a:lnTo>
                      <a:pt x="4227" y="17367"/>
                    </a:lnTo>
                    <a:lnTo>
                      <a:pt x="4227" y="17423"/>
                    </a:lnTo>
                    <a:lnTo>
                      <a:pt x="4186" y="17409"/>
                    </a:lnTo>
                    <a:lnTo>
                      <a:pt x="4123" y="17429"/>
                    </a:lnTo>
                    <a:lnTo>
                      <a:pt x="4018" y="17429"/>
                    </a:lnTo>
                    <a:lnTo>
                      <a:pt x="3830" y="17471"/>
                    </a:lnTo>
                    <a:lnTo>
                      <a:pt x="3600" y="17262"/>
                    </a:lnTo>
                    <a:lnTo>
                      <a:pt x="3453" y="17137"/>
                    </a:lnTo>
                    <a:lnTo>
                      <a:pt x="3370" y="17095"/>
                    </a:lnTo>
                    <a:lnTo>
                      <a:pt x="3265" y="16990"/>
                    </a:lnTo>
                    <a:lnTo>
                      <a:pt x="3139" y="16781"/>
                    </a:lnTo>
                    <a:lnTo>
                      <a:pt x="3139" y="16655"/>
                    </a:lnTo>
                    <a:lnTo>
                      <a:pt x="3056" y="16551"/>
                    </a:lnTo>
                    <a:lnTo>
                      <a:pt x="3056" y="16467"/>
                    </a:lnTo>
                    <a:lnTo>
                      <a:pt x="3181" y="16362"/>
                    </a:lnTo>
                    <a:lnTo>
                      <a:pt x="3244" y="16258"/>
                    </a:lnTo>
                    <a:lnTo>
                      <a:pt x="3286" y="16132"/>
                    </a:lnTo>
                    <a:lnTo>
                      <a:pt x="3370" y="16111"/>
                    </a:lnTo>
                    <a:lnTo>
                      <a:pt x="3474" y="16007"/>
                    </a:lnTo>
                    <a:lnTo>
                      <a:pt x="3600" y="15986"/>
                    </a:lnTo>
                    <a:lnTo>
                      <a:pt x="3704" y="15881"/>
                    </a:lnTo>
                    <a:lnTo>
                      <a:pt x="3872" y="15839"/>
                    </a:lnTo>
                    <a:lnTo>
                      <a:pt x="3976" y="15881"/>
                    </a:lnTo>
                    <a:lnTo>
                      <a:pt x="4144" y="15839"/>
                    </a:lnTo>
                    <a:lnTo>
                      <a:pt x="4144" y="15797"/>
                    </a:lnTo>
                    <a:lnTo>
                      <a:pt x="4102" y="15735"/>
                    </a:lnTo>
                    <a:lnTo>
                      <a:pt x="3997" y="15693"/>
                    </a:lnTo>
                    <a:lnTo>
                      <a:pt x="4018" y="15630"/>
                    </a:lnTo>
                    <a:lnTo>
                      <a:pt x="4039" y="15567"/>
                    </a:lnTo>
                    <a:lnTo>
                      <a:pt x="4207" y="15463"/>
                    </a:lnTo>
                    <a:lnTo>
                      <a:pt x="4186" y="15421"/>
                    </a:lnTo>
                    <a:lnTo>
                      <a:pt x="4227" y="15358"/>
                    </a:lnTo>
                    <a:lnTo>
                      <a:pt x="4227" y="15295"/>
                    </a:lnTo>
                    <a:lnTo>
                      <a:pt x="4102" y="15128"/>
                    </a:lnTo>
                    <a:lnTo>
                      <a:pt x="4123" y="15065"/>
                    </a:lnTo>
                    <a:lnTo>
                      <a:pt x="4123" y="14981"/>
                    </a:lnTo>
                    <a:lnTo>
                      <a:pt x="4018" y="14940"/>
                    </a:lnTo>
                    <a:lnTo>
                      <a:pt x="3997" y="14772"/>
                    </a:lnTo>
                    <a:lnTo>
                      <a:pt x="4081" y="14668"/>
                    </a:lnTo>
                    <a:lnTo>
                      <a:pt x="4123" y="14563"/>
                    </a:lnTo>
                    <a:lnTo>
                      <a:pt x="4081" y="14521"/>
                    </a:lnTo>
                    <a:lnTo>
                      <a:pt x="4144" y="14437"/>
                    </a:lnTo>
                    <a:lnTo>
                      <a:pt x="4332" y="14354"/>
                    </a:lnTo>
                    <a:lnTo>
                      <a:pt x="4458" y="14249"/>
                    </a:lnTo>
                    <a:lnTo>
                      <a:pt x="4458" y="14207"/>
                    </a:lnTo>
                    <a:lnTo>
                      <a:pt x="4311" y="14144"/>
                    </a:lnTo>
                    <a:lnTo>
                      <a:pt x="4207" y="14144"/>
                    </a:lnTo>
                    <a:lnTo>
                      <a:pt x="4144" y="14061"/>
                    </a:lnTo>
                    <a:lnTo>
                      <a:pt x="4186" y="14019"/>
                    </a:lnTo>
                    <a:lnTo>
                      <a:pt x="4290" y="13935"/>
                    </a:lnTo>
                    <a:lnTo>
                      <a:pt x="4437" y="13893"/>
                    </a:lnTo>
                    <a:lnTo>
                      <a:pt x="4562" y="13956"/>
                    </a:lnTo>
                    <a:lnTo>
                      <a:pt x="4562" y="14040"/>
                    </a:lnTo>
                    <a:lnTo>
                      <a:pt x="4541" y="14082"/>
                    </a:lnTo>
                    <a:lnTo>
                      <a:pt x="4604" y="14186"/>
                    </a:lnTo>
                    <a:lnTo>
                      <a:pt x="4667" y="14228"/>
                    </a:lnTo>
                    <a:lnTo>
                      <a:pt x="4918" y="14082"/>
                    </a:lnTo>
                    <a:lnTo>
                      <a:pt x="4939" y="13998"/>
                    </a:lnTo>
                    <a:lnTo>
                      <a:pt x="4876" y="13852"/>
                    </a:lnTo>
                    <a:lnTo>
                      <a:pt x="4813" y="13747"/>
                    </a:lnTo>
                    <a:lnTo>
                      <a:pt x="4855" y="13726"/>
                    </a:lnTo>
                    <a:lnTo>
                      <a:pt x="4876" y="13621"/>
                    </a:lnTo>
                    <a:lnTo>
                      <a:pt x="4813" y="13496"/>
                    </a:lnTo>
                    <a:lnTo>
                      <a:pt x="4730" y="13496"/>
                    </a:lnTo>
                    <a:lnTo>
                      <a:pt x="4625" y="13559"/>
                    </a:lnTo>
                    <a:lnTo>
                      <a:pt x="4541" y="13559"/>
                    </a:lnTo>
                    <a:lnTo>
                      <a:pt x="4499" y="13621"/>
                    </a:lnTo>
                    <a:lnTo>
                      <a:pt x="4520" y="13642"/>
                    </a:lnTo>
                    <a:lnTo>
                      <a:pt x="4625" y="13684"/>
                    </a:lnTo>
                    <a:lnTo>
                      <a:pt x="4625" y="13726"/>
                    </a:lnTo>
                    <a:lnTo>
                      <a:pt x="4437" y="13789"/>
                    </a:lnTo>
                    <a:lnTo>
                      <a:pt x="4353" y="13747"/>
                    </a:lnTo>
                    <a:lnTo>
                      <a:pt x="4416" y="13705"/>
                    </a:lnTo>
                    <a:lnTo>
                      <a:pt x="4499" y="13684"/>
                    </a:lnTo>
                    <a:lnTo>
                      <a:pt x="4437" y="13642"/>
                    </a:lnTo>
                    <a:lnTo>
                      <a:pt x="4248" y="13642"/>
                    </a:lnTo>
                    <a:lnTo>
                      <a:pt x="4123" y="13580"/>
                    </a:lnTo>
                    <a:lnTo>
                      <a:pt x="4102" y="13475"/>
                    </a:lnTo>
                    <a:lnTo>
                      <a:pt x="4102" y="13203"/>
                    </a:lnTo>
                    <a:lnTo>
                      <a:pt x="4039" y="12994"/>
                    </a:lnTo>
                    <a:lnTo>
                      <a:pt x="3914" y="12889"/>
                    </a:lnTo>
                    <a:lnTo>
                      <a:pt x="3914" y="12680"/>
                    </a:lnTo>
                    <a:lnTo>
                      <a:pt x="4018" y="12575"/>
                    </a:lnTo>
                    <a:lnTo>
                      <a:pt x="4102" y="12575"/>
                    </a:lnTo>
                    <a:lnTo>
                      <a:pt x="4081" y="12659"/>
                    </a:lnTo>
                    <a:lnTo>
                      <a:pt x="4102" y="12680"/>
                    </a:lnTo>
                    <a:lnTo>
                      <a:pt x="4227" y="12680"/>
                    </a:lnTo>
                    <a:lnTo>
                      <a:pt x="4437" y="12764"/>
                    </a:lnTo>
                    <a:lnTo>
                      <a:pt x="4646" y="12910"/>
                    </a:lnTo>
                    <a:lnTo>
                      <a:pt x="4834" y="12973"/>
                    </a:lnTo>
                    <a:lnTo>
                      <a:pt x="5148" y="12973"/>
                    </a:lnTo>
                    <a:lnTo>
                      <a:pt x="5336" y="12847"/>
                    </a:lnTo>
                    <a:lnTo>
                      <a:pt x="5295" y="12805"/>
                    </a:lnTo>
                    <a:lnTo>
                      <a:pt x="5441" y="12701"/>
                    </a:lnTo>
                    <a:lnTo>
                      <a:pt x="5462" y="12596"/>
                    </a:lnTo>
                    <a:lnTo>
                      <a:pt x="5441" y="12533"/>
                    </a:lnTo>
                    <a:lnTo>
                      <a:pt x="5462" y="12471"/>
                    </a:lnTo>
                    <a:lnTo>
                      <a:pt x="5483" y="12366"/>
                    </a:lnTo>
                    <a:lnTo>
                      <a:pt x="5378" y="12345"/>
                    </a:lnTo>
                    <a:lnTo>
                      <a:pt x="5295" y="12220"/>
                    </a:lnTo>
                    <a:lnTo>
                      <a:pt x="5295" y="12115"/>
                    </a:lnTo>
                    <a:lnTo>
                      <a:pt x="5357" y="12031"/>
                    </a:lnTo>
                    <a:lnTo>
                      <a:pt x="5336" y="11968"/>
                    </a:lnTo>
                    <a:lnTo>
                      <a:pt x="5441" y="11864"/>
                    </a:lnTo>
                    <a:lnTo>
                      <a:pt x="5441" y="11843"/>
                    </a:lnTo>
                    <a:lnTo>
                      <a:pt x="5483" y="11843"/>
                    </a:lnTo>
                    <a:lnTo>
                      <a:pt x="5504" y="11759"/>
                    </a:lnTo>
                    <a:lnTo>
                      <a:pt x="5483" y="11655"/>
                    </a:lnTo>
                    <a:lnTo>
                      <a:pt x="5378" y="11655"/>
                    </a:lnTo>
                    <a:lnTo>
                      <a:pt x="5378" y="11613"/>
                    </a:lnTo>
                    <a:lnTo>
                      <a:pt x="5336" y="11529"/>
                    </a:lnTo>
                    <a:lnTo>
                      <a:pt x="5336" y="11320"/>
                    </a:lnTo>
                    <a:lnTo>
                      <a:pt x="5295" y="11236"/>
                    </a:lnTo>
                    <a:lnTo>
                      <a:pt x="5295" y="11131"/>
                    </a:lnTo>
                    <a:lnTo>
                      <a:pt x="5336" y="11111"/>
                    </a:lnTo>
                    <a:lnTo>
                      <a:pt x="5378" y="11194"/>
                    </a:lnTo>
                    <a:lnTo>
                      <a:pt x="5462" y="11194"/>
                    </a:lnTo>
                    <a:lnTo>
                      <a:pt x="5608" y="11236"/>
                    </a:lnTo>
                    <a:lnTo>
                      <a:pt x="5755" y="11320"/>
                    </a:lnTo>
                    <a:lnTo>
                      <a:pt x="5859" y="11320"/>
                    </a:lnTo>
                    <a:lnTo>
                      <a:pt x="6027" y="11299"/>
                    </a:lnTo>
                    <a:lnTo>
                      <a:pt x="6215" y="11320"/>
                    </a:lnTo>
                    <a:lnTo>
                      <a:pt x="6445" y="11320"/>
                    </a:lnTo>
                    <a:lnTo>
                      <a:pt x="6843" y="11215"/>
                    </a:lnTo>
                    <a:lnTo>
                      <a:pt x="7178" y="11069"/>
                    </a:lnTo>
                    <a:lnTo>
                      <a:pt x="7220" y="10985"/>
                    </a:lnTo>
                    <a:lnTo>
                      <a:pt x="7261" y="11027"/>
                    </a:lnTo>
                    <a:lnTo>
                      <a:pt x="7492" y="10964"/>
                    </a:lnTo>
                    <a:lnTo>
                      <a:pt x="7805" y="10776"/>
                    </a:lnTo>
                    <a:lnTo>
                      <a:pt x="7868" y="10671"/>
                    </a:lnTo>
                    <a:lnTo>
                      <a:pt x="7826" y="10546"/>
                    </a:lnTo>
                    <a:lnTo>
                      <a:pt x="7889" y="10357"/>
                    </a:lnTo>
                    <a:lnTo>
                      <a:pt x="7931" y="10336"/>
                    </a:lnTo>
                    <a:lnTo>
                      <a:pt x="7973" y="10378"/>
                    </a:lnTo>
                    <a:lnTo>
                      <a:pt x="8015" y="10336"/>
                    </a:lnTo>
                    <a:lnTo>
                      <a:pt x="8077" y="10148"/>
                    </a:lnTo>
                    <a:lnTo>
                      <a:pt x="8182" y="9960"/>
                    </a:lnTo>
                    <a:lnTo>
                      <a:pt x="8203" y="9855"/>
                    </a:lnTo>
                    <a:lnTo>
                      <a:pt x="8203" y="9625"/>
                    </a:lnTo>
                    <a:lnTo>
                      <a:pt x="8182" y="9520"/>
                    </a:lnTo>
                    <a:lnTo>
                      <a:pt x="8140" y="9520"/>
                    </a:lnTo>
                    <a:lnTo>
                      <a:pt x="8077" y="9604"/>
                    </a:lnTo>
                    <a:lnTo>
                      <a:pt x="7931" y="9604"/>
                    </a:lnTo>
                    <a:lnTo>
                      <a:pt x="7784" y="9499"/>
                    </a:lnTo>
                    <a:lnTo>
                      <a:pt x="7701" y="9332"/>
                    </a:lnTo>
                    <a:lnTo>
                      <a:pt x="7701" y="9248"/>
                    </a:lnTo>
                    <a:lnTo>
                      <a:pt x="7826" y="8976"/>
                    </a:lnTo>
                    <a:lnTo>
                      <a:pt x="7826" y="8872"/>
                    </a:lnTo>
                    <a:lnTo>
                      <a:pt x="7764" y="8788"/>
                    </a:lnTo>
                    <a:lnTo>
                      <a:pt x="7471" y="8558"/>
                    </a:lnTo>
                    <a:lnTo>
                      <a:pt x="7240" y="8453"/>
                    </a:lnTo>
                    <a:lnTo>
                      <a:pt x="6989" y="8265"/>
                    </a:lnTo>
                    <a:lnTo>
                      <a:pt x="6948" y="8160"/>
                    </a:lnTo>
                    <a:lnTo>
                      <a:pt x="6968" y="8139"/>
                    </a:lnTo>
                    <a:lnTo>
                      <a:pt x="6968" y="8035"/>
                    </a:lnTo>
                    <a:lnTo>
                      <a:pt x="6885" y="7951"/>
                    </a:lnTo>
                    <a:lnTo>
                      <a:pt x="6927" y="7888"/>
                    </a:lnTo>
                    <a:lnTo>
                      <a:pt x="6864" y="7679"/>
                    </a:lnTo>
                    <a:lnTo>
                      <a:pt x="6885" y="7449"/>
                    </a:lnTo>
                    <a:lnTo>
                      <a:pt x="6927" y="7240"/>
                    </a:lnTo>
                    <a:lnTo>
                      <a:pt x="7010" y="7156"/>
                    </a:lnTo>
                    <a:lnTo>
                      <a:pt x="7031" y="7093"/>
                    </a:lnTo>
                    <a:lnTo>
                      <a:pt x="6968" y="6905"/>
                    </a:lnTo>
                    <a:lnTo>
                      <a:pt x="6948" y="6633"/>
                    </a:lnTo>
                    <a:lnTo>
                      <a:pt x="7010" y="6591"/>
                    </a:lnTo>
                    <a:lnTo>
                      <a:pt x="6948" y="6403"/>
                    </a:lnTo>
                    <a:lnTo>
                      <a:pt x="7031" y="6277"/>
                    </a:lnTo>
                    <a:lnTo>
                      <a:pt x="7031" y="6173"/>
                    </a:lnTo>
                    <a:lnTo>
                      <a:pt x="7073" y="6089"/>
                    </a:lnTo>
                    <a:lnTo>
                      <a:pt x="7115" y="5838"/>
                    </a:lnTo>
                    <a:lnTo>
                      <a:pt x="7073" y="5733"/>
                    </a:lnTo>
                    <a:lnTo>
                      <a:pt x="7136" y="5650"/>
                    </a:lnTo>
                    <a:lnTo>
                      <a:pt x="7115" y="5461"/>
                    </a:lnTo>
                    <a:lnTo>
                      <a:pt x="7220" y="5336"/>
                    </a:lnTo>
                    <a:lnTo>
                      <a:pt x="7261" y="5210"/>
                    </a:lnTo>
                    <a:lnTo>
                      <a:pt x="7261" y="5168"/>
                    </a:lnTo>
                    <a:lnTo>
                      <a:pt x="7282" y="5126"/>
                    </a:lnTo>
                    <a:lnTo>
                      <a:pt x="7387" y="5043"/>
                    </a:lnTo>
                    <a:lnTo>
                      <a:pt x="7387" y="5001"/>
                    </a:lnTo>
                    <a:lnTo>
                      <a:pt x="7492" y="4833"/>
                    </a:lnTo>
                    <a:lnTo>
                      <a:pt x="7575" y="4750"/>
                    </a:lnTo>
                    <a:lnTo>
                      <a:pt x="7680" y="4541"/>
                    </a:lnTo>
                    <a:lnTo>
                      <a:pt x="7722" y="4478"/>
                    </a:lnTo>
                    <a:lnTo>
                      <a:pt x="7805" y="4436"/>
                    </a:lnTo>
                    <a:lnTo>
                      <a:pt x="7805" y="4310"/>
                    </a:lnTo>
                    <a:lnTo>
                      <a:pt x="7826" y="4227"/>
                    </a:lnTo>
                    <a:lnTo>
                      <a:pt x="8015" y="3997"/>
                    </a:lnTo>
                    <a:lnTo>
                      <a:pt x="8098" y="3997"/>
                    </a:lnTo>
                    <a:lnTo>
                      <a:pt x="8182" y="3976"/>
                    </a:lnTo>
                    <a:lnTo>
                      <a:pt x="8182" y="3850"/>
                    </a:lnTo>
                    <a:lnTo>
                      <a:pt x="8266" y="3808"/>
                    </a:lnTo>
                    <a:lnTo>
                      <a:pt x="8475" y="3641"/>
                    </a:lnTo>
                    <a:lnTo>
                      <a:pt x="8538" y="3599"/>
                    </a:lnTo>
                    <a:lnTo>
                      <a:pt x="8600" y="3536"/>
                    </a:lnTo>
                    <a:lnTo>
                      <a:pt x="8831" y="3369"/>
                    </a:lnTo>
                    <a:lnTo>
                      <a:pt x="8852" y="3390"/>
                    </a:lnTo>
                    <a:lnTo>
                      <a:pt x="8935" y="3327"/>
                    </a:lnTo>
                    <a:lnTo>
                      <a:pt x="8956" y="3264"/>
                    </a:lnTo>
                    <a:lnTo>
                      <a:pt x="9103" y="3181"/>
                    </a:lnTo>
                    <a:lnTo>
                      <a:pt x="9207" y="3181"/>
                    </a:lnTo>
                    <a:lnTo>
                      <a:pt x="9228" y="3118"/>
                    </a:lnTo>
                    <a:lnTo>
                      <a:pt x="9207" y="2909"/>
                    </a:lnTo>
                    <a:lnTo>
                      <a:pt x="9165" y="2657"/>
                    </a:lnTo>
                    <a:lnTo>
                      <a:pt x="9165" y="2490"/>
                    </a:lnTo>
                    <a:lnTo>
                      <a:pt x="9061" y="2239"/>
                    </a:lnTo>
                    <a:lnTo>
                      <a:pt x="9061" y="2134"/>
                    </a:lnTo>
                    <a:lnTo>
                      <a:pt x="8810" y="2113"/>
                    </a:lnTo>
                    <a:lnTo>
                      <a:pt x="8705" y="2197"/>
                    </a:lnTo>
                    <a:lnTo>
                      <a:pt x="8684" y="2218"/>
                    </a:lnTo>
                    <a:lnTo>
                      <a:pt x="8684" y="2385"/>
                    </a:lnTo>
                    <a:lnTo>
                      <a:pt x="8705" y="2427"/>
                    </a:lnTo>
                    <a:lnTo>
                      <a:pt x="8705" y="2637"/>
                    </a:lnTo>
                    <a:lnTo>
                      <a:pt x="8600" y="2720"/>
                    </a:lnTo>
                    <a:lnTo>
                      <a:pt x="8517" y="2846"/>
                    </a:lnTo>
                    <a:lnTo>
                      <a:pt x="8496" y="2971"/>
                    </a:lnTo>
                    <a:lnTo>
                      <a:pt x="8224" y="3160"/>
                    </a:lnTo>
                    <a:lnTo>
                      <a:pt x="8182" y="3327"/>
                    </a:lnTo>
                    <a:lnTo>
                      <a:pt x="8077" y="3453"/>
                    </a:lnTo>
                    <a:lnTo>
                      <a:pt x="7952" y="3432"/>
                    </a:lnTo>
                    <a:lnTo>
                      <a:pt x="7889" y="3453"/>
                    </a:lnTo>
                    <a:lnTo>
                      <a:pt x="7784" y="3599"/>
                    </a:lnTo>
                    <a:lnTo>
                      <a:pt x="7743" y="3557"/>
                    </a:lnTo>
                    <a:lnTo>
                      <a:pt x="7659" y="3557"/>
                    </a:lnTo>
                    <a:lnTo>
                      <a:pt x="7533" y="3599"/>
                    </a:lnTo>
                    <a:lnTo>
                      <a:pt x="7282" y="3453"/>
                    </a:lnTo>
                    <a:lnTo>
                      <a:pt x="6948" y="3348"/>
                    </a:lnTo>
                    <a:lnTo>
                      <a:pt x="6529" y="3390"/>
                    </a:lnTo>
                    <a:lnTo>
                      <a:pt x="6424" y="3390"/>
                    </a:lnTo>
                    <a:lnTo>
                      <a:pt x="6445" y="3264"/>
                    </a:lnTo>
                    <a:lnTo>
                      <a:pt x="6634" y="3076"/>
                    </a:lnTo>
                    <a:lnTo>
                      <a:pt x="6717" y="2846"/>
                    </a:lnTo>
                    <a:lnTo>
                      <a:pt x="6696" y="2720"/>
                    </a:lnTo>
                    <a:lnTo>
                      <a:pt x="6738" y="2616"/>
                    </a:lnTo>
                    <a:lnTo>
                      <a:pt x="6843" y="2532"/>
                    </a:lnTo>
                    <a:lnTo>
                      <a:pt x="6927" y="2406"/>
                    </a:lnTo>
                    <a:lnTo>
                      <a:pt x="6948" y="2281"/>
                    </a:lnTo>
                    <a:lnTo>
                      <a:pt x="6864" y="2134"/>
                    </a:lnTo>
                    <a:lnTo>
                      <a:pt x="6696" y="2009"/>
                    </a:lnTo>
                    <a:lnTo>
                      <a:pt x="6550" y="1862"/>
                    </a:lnTo>
                    <a:lnTo>
                      <a:pt x="6215" y="1800"/>
                    </a:lnTo>
                    <a:lnTo>
                      <a:pt x="5964" y="1674"/>
                    </a:lnTo>
                    <a:lnTo>
                      <a:pt x="5692" y="1465"/>
                    </a:lnTo>
                    <a:lnTo>
                      <a:pt x="5587" y="1444"/>
                    </a:lnTo>
                    <a:lnTo>
                      <a:pt x="5357" y="1339"/>
                    </a:lnTo>
                    <a:lnTo>
                      <a:pt x="5023" y="1256"/>
                    </a:lnTo>
                    <a:lnTo>
                      <a:pt x="4939" y="1088"/>
                    </a:lnTo>
                    <a:lnTo>
                      <a:pt x="4813" y="963"/>
                    </a:lnTo>
                    <a:lnTo>
                      <a:pt x="4667" y="942"/>
                    </a:lnTo>
                    <a:lnTo>
                      <a:pt x="4311" y="565"/>
                    </a:lnTo>
                    <a:lnTo>
                      <a:pt x="4186" y="314"/>
                    </a:lnTo>
                    <a:lnTo>
                      <a:pt x="4081" y="293"/>
                    </a:lnTo>
                    <a:lnTo>
                      <a:pt x="3935" y="147"/>
                    </a:lnTo>
                    <a:lnTo>
                      <a:pt x="3914" y="126"/>
                    </a:lnTo>
                    <a:lnTo>
                      <a:pt x="3809" y="21"/>
                    </a:lnTo>
                    <a:lnTo>
                      <a:pt x="3181" y="21"/>
                    </a:lnTo>
                    <a:lnTo>
                      <a:pt x="3077" y="147"/>
                    </a:lnTo>
                    <a:lnTo>
                      <a:pt x="3077" y="251"/>
                    </a:lnTo>
                    <a:lnTo>
                      <a:pt x="2993" y="356"/>
                    </a:lnTo>
                    <a:lnTo>
                      <a:pt x="2993" y="460"/>
                    </a:lnTo>
                    <a:lnTo>
                      <a:pt x="2951" y="544"/>
                    </a:lnTo>
                    <a:lnTo>
                      <a:pt x="2888" y="460"/>
                    </a:lnTo>
                    <a:lnTo>
                      <a:pt x="2826" y="230"/>
                    </a:lnTo>
                    <a:lnTo>
                      <a:pt x="2784" y="84"/>
                    </a:lnTo>
                    <a:lnTo>
                      <a:pt x="2679" y="42"/>
                    </a:lnTo>
                    <a:lnTo>
                      <a:pt x="2470" y="105"/>
                    </a:lnTo>
                    <a:lnTo>
                      <a:pt x="2344" y="84"/>
                    </a:lnTo>
                    <a:lnTo>
                      <a:pt x="2240" y="105"/>
                    </a:lnTo>
                    <a:lnTo>
                      <a:pt x="2093" y="126"/>
                    </a:lnTo>
                    <a:lnTo>
                      <a:pt x="19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3" name="Google Shape;2403;p56"/>
              <p:cNvSpPr/>
              <p:nvPr/>
            </p:nvSpPr>
            <p:spPr>
              <a:xfrm>
                <a:off x="2804875" y="4134625"/>
                <a:ext cx="51800" cy="36100"/>
              </a:xfrm>
              <a:custGeom>
                <a:avLst/>
                <a:gdLst/>
                <a:ahLst/>
                <a:cxnLst/>
                <a:rect l="l" t="t" r="r" b="b"/>
                <a:pathLst>
                  <a:path w="2072" h="1444" extrusionOk="0">
                    <a:moveTo>
                      <a:pt x="0" y="0"/>
                    </a:moveTo>
                    <a:lnTo>
                      <a:pt x="272" y="1067"/>
                    </a:lnTo>
                    <a:lnTo>
                      <a:pt x="314" y="1067"/>
                    </a:lnTo>
                    <a:lnTo>
                      <a:pt x="502" y="1046"/>
                    </a:lnTo>
                    <a:lnTo>
                      <a:pt x="670" y="1046"/>
                    </a:lnTo>
                    <a:lnTo>
                      <a:pt x="816" y="1004"/>
                    </a:lnTo>
                    <a:lnTo>
                      <a:pt x="816" y="1046"/>
                    </a:lnTo>
                    <a:lnTo>
                      <a:pt x="712" y="1067"/>
                    </a:lnTo>
                    <a:lnTo>
                      <a:pt x="565" y="1130"/>
                    </a:lnTo>
                    <a:lnTo>
                      <a:pt x="293" y="1130"/>
                    </a:lnTo>
                    <a:lnTo>
                      <a:pt x="356" y="1360"/>
                    </a:lnTo>
                    <a:lnTo>
                      <a:pt x="398" y="1360"/>
                    </a:lnTo>
                    <a:lnTo>
                      <a:pt x="607" y="1276"/>
                    </a:lnTo>
                    <a:lnTo>
                      <a:pt x="837" y="1297"/>
                    </a:lnTo>
                    <a:lnTo>
                      <a:pt x="1005" y="1276"/>
                    </a:lnTo>
                    <a:lnTo>
                      <a:pt x="1235" y="1297"/>
                    </a:lnTo>
                    <a:lnTo>
                      <a:pt x="1360" y="1381"/>
                    </a:lnTo>
                    <a:lnTo>
                      <a:pt x="1507" y="1444"/>
                    </a:lnTo>
                    <a:lnTo>
                      <a:pt x="1632" y="1402"/>
                    </a:lnTo>
                    <a:lnTo>
                      <a:pt x="1737" y="1297"/>
                    </a:lnTo>
                    <a:lnTo>
                      <a:pt x="1758" y="1193"/>
                    </a:lnTo>
                    <a:lnTo>
                      <a:pt x="1883" y="1151"/>
                    </a:lnTo>
                    <a:lnTo>
                      <a:pt x="1946" y="1193"/>
                    </a:lnTo>
                    <a:lnTo>
                      <a:pt x="2072" y="1130"/>
                    </a:lnTo>
                    <a:lnTo>
                      <a:pt x="2072" y="1004"/>
                    </a:lnTo>
                    <a:lnTo>
                      <a:pt x="1967" y="983"/>
                    </a:lnTo>
                    <a:lnTo>
                      <a:pt x="1758" y="1046"/>
                    </a:lnTo>
                    <a:lnTo>
                      <a:pt x="1632" y="1004"/>
                    </a:lnTo>
                    <a:lnTo>
                      <a:pt x="1507" y="879"/>
                    </a:lnTo>
                    <a:lnTo>
                      <a:pt x="1318" y="837"/>
                    </a:lnTo>
                    <a:lnTo>
                      <a:pt x="1256" y="774"/>
                    </a:lnTo>
                    <a:lnTo>
                      <a:pt x="816" y="628"/>
                    </a:lnTo>
                    <a:lnTo>
                      <a:pt x="691" y="607"/>
                    </a:lnTo>
                    <a:lnTo>
                      <a:pt x="691" y="460"/>
                    </a:lnTo>
                    <a:lnTo>
                      <a:pt x="565" y="335"/>
                    </a:lnTo>
                    <a:lnTo>
                      <a:pt x="398" y="314"/>
                    </a:lnTo>
                    <a:lnTo>
                      <a:pt x="314" y="126"/>
                    </a:lnTo>
                    <a:lnTo>
                      <a:pt x="272" y="21"/>
                    </a:lnTo>
                    <a:lnTo>
                      <a:pt x="105" y="42"/>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404" name="Google Shape;2404;p56"/>
            <p:cNvSpPr/>
            <p:nvPr/>
          </p:nvSpPr>
          <p:spPr>
            <a:xfrm>
              <a:off x="4563295" y="2964728"/>
              <a:ext cx="12467" cy="27863"/>
            </a:xfrm>
            <a:custGeom>
              <a:avLst/>
              <a:gdLst/>
              <a:ahLst/>
              <a:cxnLst/>
              <a:rect l="l" t="t" r="r" b="b"/>
              <a:pathLst>
                <a:path w="1047" h="2450" extrusionOk="0">
                  <a:moveTo>
                    <a:pt x="691" y="1"/>
                  </a:moveTo>
                  <a:lnTo>
                    <a:pt x="628" y="43"/>
                  </a:lnTo>
                  <a:lnTo>
                    <a:pt x="628" y="127"/>
                  </a:lnTo>
                  <a:lnTo>
                    <a:pt x="524" y="147"/>
                  </a:lnTo>
                  <a:lnTo>
                    <a:pt x="398" y="315"/>
                  </a:lnTo>
                  <a:lnTo>
                    <a:pt x="294" y="482"/>
                  </a:lnTo>
                  <a:lnTo>
                    <a:pt x="315" y="545"/>
                  </a:lnTo>
                  <a:lnTo>
                    <a:pt x="294" y="629"/>
                  </a:lnTo>
                  <a:lnTo>
                    <a:pt x="231" y="671"/>
                  </a:lnTo>
                  <a:lnTo>
                    <a:pt x="105" y="880"/>
                  </a:lnTo>
                  <a:lnTo>
                    <a:pt x="63" y="1110"/>
                  </a:lnTo>
                  <a:lnTo>
                    <a:pt x="1" y="1152"/>
                  </a:lnTo>
                  <a:lnTo>
                    <a:pt x="63" y="1194"/>
                  </a:lnTo>
                  <a:lnTo>
                    <a:pt x="63" y="1424"/>
                  </a:lnTo>
                  <a:lnTo>
                    <a:pt x="84" y="1675"/>
                  </a:lnTo>
                  <a:lnTo>
                    <a:pt x="126" y="1696"/>
                  </a:lnTo>
                  <a:lnTo>
                    <a:pt x="168" y="1780"/>
                  </a:lnTo>
                  <a:lnTo>
                    <a:pt x="126" y="1780"/>
                  </a:lnTo>
                  <a:lnTo>
                    <a:pt x="105" y="1842"/>
                  </a:lnTo>
                  <a:lnTo>
                    <a:pt x="189" y="1947"/>
                  </a:lnTo>
                  <a:lnTo>
                    <a:pt x="231" y="1947"/>
                  </a:lnTo>
                  <a:lnTo>
                    <a:pt x="273" y="2031"/>
                  </a:lnTo>
                  <a:lnTo>
                    <a:pt x="419" y="2093"/>
                  </a:lnTo>
                  <a:lnTo>
                    <a:pt x="503" y="2219"/>
                  </a:lnTo>
                  <a:lnTo>
                    <a:pt x="503" y="2344"/>
                  </a:lnTo>
                  <a:lnTo>
                    <a:pt x="503" y="2449"/>
                  </a:lnTo>
                  <a:lnTo>
                    <a:pt x="587" y="2407"/>
                  </a:lnTo>
                  <a:lnTo>
                    <a:pt x="691" y="2449"/>
                  </a:lnTo>
                  <a:lnTo>
                    <a:pt x="691" y="2449"/>
                  </a:lnTo>
                  <a:lnTo>
                    <a:pt x="649" y="2324"/>
                  </a:lnTo>
                  <a:lnTo>
                    <a:pt x="691" y="2198"/>
                  </a:lnTo>
                  <a:lnTo>
                    <a:pt x="628" y="2010"/>
                  </a:lnTo>
                  <a:lnTo>
                    <a:pt x="712" y="1884"/>
                  </a:lnTo>
                  <a:lnTo>
                    <a:pt x="859" y="1675"/>
                  </a:lnTo>
                  <a:lnTo>
                    <a:pt x="859" y="1528"/>
                  </a:lnTo>
                  <a:lnTo>
                    <a:pt x="880" y="1487"/>
                  </a:lnTo>
                  <a:lnTo>
                    <a:pt x="838" y="1466"/>
                  </a:lnTo>
                  <a:lnTo>
                    <a:pt x="880" y="1256"/>
                  </a:lnTo>
                  <a:lnTo>
                    <a:pt x="880" y="1089"/>
                  </a:lnTo>
                  <a:lnTo>
                    <a:pt x="859" y="943"/>
                  </a:lnTo>
                  <a:lnTo>
                    <a:pt x="942" y="796"/>
                  </a:lnTo>
                  <a:lnTo>
                    <a:pt x="963" y="524"/>
                  </a:lnTo>
                  <a:lnTo>
                    <a:pt x="1005" y="357"/>
                  </a:lnTo>
                  <a:lnTo>
                    <a:pt x="1047" y="336"/>
                  </a:lnTo>
                  <a:lnTo>
                    <a:pt x="1026" y="252"/>
                  </a:lnTo>
                  <a:lnTo>
                    <a:pt x="921" y="168"/>
                  </a:lnTo>
                  <a:lnTo>
                    <a:pt x="880" y="168"/>
                  </a:lnTo>
                  <a:lnTo>
                    <a:pt x="817" y="43"/>
                  </a:lnTo>
                  <a:lnTo>
                    <a:pt x="69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405" name="Google Shape;2405;p56"/>
            <p:cNvGrpSpPr/>
            <p:nvPr/>
          </p:nvGrpSpPr>
          <p:grpSpPr>
            <a:xfrm>
              <a:off x="3790439" y="2408636"/>
              <a:ext cx="73017" cy="75684"/>
              <a:chOff x="3781475" y="1624825"/>
              <a:chExt cx="153300" cy="166375"/>
            </a:xfrm>
          </p:grpSpPr>
          <p:sp>
            <p:nvSpPr>
              <p:cNvPr id="2406" name="Google Shape;2406;p56"/>
              <p:cNvSpPr/>
              <p:nvPr/>
            </p:nvSpPr>
            <p:spPr>
              <a:xfrm>
                <a:off x="3845300" y="1624825"/>
                <a:ext cx="89475" cy="60700"/>
              </a:xfrm>
              <a:custGeom>
                <a:avLst/>
                <a:gdLst/>
                <a:ahLst/>
                <a:cxnLst/>
                <a:rect l="l" t="t" r="r" b="b"/>
                <a:pathLst>
                  <a:path w="3579" h="2428" extrusionOk="0">
                    <a:moveTo>
                      <a:pt x="1695" y="1"/>
                    </a:moveTo>
                    <a:lnTo>
                      <a:pt x="1674" y="84"/>
                    </a:lnTo>
                    <a:lnTo>
                      <a:pt x="1716" y="168"/>
                    </a:lnTo>
                    <a:lnTo>
                      <a:pt x="1758" y="252"/>
                    </a:lnTo>
                    <a:lnTo>
                      <a:pt x="1674" y="210"/>
                    </a:lnTo>
                    <a:lnTo>
                      <a:pt x="1611" y="168"/>
                    </a:lnTo>
                    <a:lnTo>
                      <a:pt x="1570" y="189"/>
                    </a:lnTo>
                    <a:lnTo>
                      <a:pt x="1570" y="293"/>
                    </a:lnTo>
                    <a:lnTo>
                      <a:pt x="1653" y="377"/>
                    </a:lnTo>
                    <a:lnTo>
                      <a:pt x="1653" y="482"/>
                    </a:lnTo>
                    <a:lnTo>
                      <a:pt x="1611" y="586"/>
                    </a:lnTo>
                    <a:lnTo>
                      <a:pt x="1611" y="712"/>
                    </a:lnTo>
                    <a:lnTo>
                      <a:pt x="1674" y="879"/>
                    </a:lnTo>
                    <a:lnTo>
                      <a:pt x="1653" y="984"/>
                    </a:lnTo>
                    <a:lnTo>
                      <a:pt x="1591" y="984"/>
                    </a:lnTo>
                    <a:lnTo>
                      <a:pt x="1570" y="879"/>
                    </a:lnTo>
                    <a:lnTo>
                      <a:pt x="1465" y="796"/>
                    </a:lnTo>
                    <a:lnTo>
                      <a:pt x="1360" y="733"/>
                    </a:lnTo>
                    <a:lnTo>
                      <a:pt x="1339" y="670"/>
                    </a:lnTo>
                    <a:lnTo>
                      <a:pt x="1381" y="586"/>
                    </a:lnTo>
                    <a:lnTo>
                      <a:pt x="1381" y="524"/>
                    </a:lnTo>
                    <a:lnTo>
                      <a:pt x="1298" y="503"/>
                    </a:lnTo>
                    <a:lnTo>
                      <a:pt x="1193" y="565"/>
                    </a:lnTo>
                    <a:lnTo>
                      <a:pt x="1151" y="565"/>
                    </a:lnTo>
                    <a:lnTo>
                      <a:pt x="1130" y="607"/>
                    </a:lnTo>
                    <a:lnTo>
                      <a:pt x="1026" y="670"/>
                    </a:lnTo>
                    <a:lnTo>
                      <a:pt x="942" y="628"/>
                    </a:lnTo>
                    <a:lnTo>
                      <a:pt x="942" y="586"/>
                    </a:lnTo>
                    <a:lnTo>
                      <a:pt x="942" y="524"/>
                    </a:lnTo>
                    <a:lnTo>
                      <a:pt x="879" y="524"/>
                    </a:lnTo>
                    <a:lnTo>
                      <a:pt x="816" y="461"/>
                    </a:lnTo>
                    <a:lnTo>
                      <a:pt x="775" y="356"/>
                    </a:lnTo>
                    <a:lnTo>
                      <a:pt x="712" y="314"/>
                    </a:lnTo>
                    <a:lnTo>
                      <a:pt x="649" y="356"/>
                    </a:lnTo>
                    <a:lnTo>
                      <a:pt x="565" y="273"/>
                    </a:lnTo>
                    <a:lnTo>
                      <a:pt x="607" y="189"/>
                    </a:lnTo>
                    <a:lnTo>
                      <a:pt x="565" y="84"/>
                    </a:lnTo>
                    <a:lnTo>
                      <a:pt x="523" y="63"/>
                    </a:lnTo>
                    <a:lnTo>
                      <a:pt x="461" y="147"/>
                    </a:lnTo>
                    <a:lnTo>
                      <a:pt x="440" y="293"/>
                    </a:lnTo>
                    <a:lnTo>
                      <a:pt x="461" y="419"/>
                    </a:lnTo>
                    <a:lnTo>
                      <a:pt x="544" y="565"/>
                    </a:lnTo>
                    <a:lnTo>
                      <a:pt x="565" y="712"/>
                    </a:lnTo>
                    <a:lnTo>
                      <a:pt x="523" y="733"/>
                    </a:lnTo>
                    <a:lnTo>
                      <a:pt x="440" y="649"/>
                    </a:lnTo>
                    <a:lnTo>
                      <a:pt x="419" y="545"/>
                    </a:lnTo>
                    <a:lnTo>
                      <a:pt x="398" y="524"/>
                    </a:lnTo>
                    <a:lnTo>
                      <a:pt x="398" y="628"/>
                    </a:lnTo>
                    <a:lnTo>
                      <a:pt x="419" y="754"/>
                    </a:lnTo>
                    <a:lnTo>
                      <a:pt x="461" y="837"/>
                    </a:lnTo>
                    <a:lnTo>
                      <a:pt x="461" y="921"/>
                    </a:lnTo>
                    <a:lnTo>
                      <a:pt x="440" y="1005"/>
                    </a:lnTo>
                    <a:lnTo>
                      <a:pt x="419" y="984"/>
                    </a:lnTo>
                    <a:lnTo>
                      <a:pt x="356" y="837"/>
                    </a:lnTo>
                    <a:lnTo>
                      <a:pt x="314" y="796"/>
                    </a:lnTo>
                    <a:lnTo>
                      <a:pt x="105" y="817"/>
                    </a:lnTo>
                    <a:lnTo>
                      <a:pt x="21" y="775"/>
                    </a:lnTo>
                    <a:lnTo>
                      <a:pt x="0" y="775"/>
                    </a:lnTo>
                    <a:lnTo>
                      <a:pt x="63" y="879"/>
                    </a:lnTo>
                    <a:lnTo>
                      <a:pt x="126" y="879"/>
                    </a:lnTo>
                    <a:lnTo>
                      <a:pt x="189" y="921"/>
                    </a:lnTo>
                    <a:lnTo>
                      <a:pt x="168" y="984"/>
                    </a:lnTo>
                    <a:lnTo>
                      <a:pt x="189" y="1026"/>
                    </a:lnTo>
                    <a:lnTo>
                      <a:pt x="293" y="1026"/>
                    </a:lnTo>
                    <a:lnTo>
                      <a:pt x="314" y="1068"/>
                    </a:lnTo>
                    <a:lnTo>
                      <a:pt x="168" y="1172"/>
                    </a:lnTo>
                    <a:lnTo>
                      <a:pt x="168" y="1235"/>
                    </a:lnTo>
                    <a:lnTo>
                      <a:pt x="293" y="1423"/>
                    </a:lnTo>
                    <a:lnTo>
                      <a:pt x="377" y="1444"/>
                    </a:lnTo>
                    <a:lnTo>
                      <a:pt x="461" y="1486"/>
                    </a:lnTo>
                    <a:lnTo>
                      <a:pt x="607" y="1486"/>
                    </a:lnTo>
                    <a:lnTo>
                      <a:pt x="691" y="1465"/>
                    </a:lnTo>
                    <a:lnTo>
                      <a:pt x="754" y="1528"/>
                    </a:lnTo>
                    <a:lnTo>
                      <a:pt x="816" y="1528"/>
                    </a:lnTo>
                    <a:lnTo>
                      <a:pt x="942" y="1444"/>
                    </a:lnTo>
                    <a:lnTo>
                      <a:pt x="1026" y="1423"/>
                    </a:lnTo>
                    <a:lnTo>
                      <a:pt x="1235" y="1381"/>
                    </a:lnTo>
                    <a:lnTo>
                      <a:pt x="1381" y="1381"/>
                    </a:lnTo>
                    <a:lnTo>
                      <a:pt x="1465" y="1340"/>
                    </a:lnTo>
                    <a:lnTo>
                      <a:pt x="1528" y="1340"/>
                    </a:lnTo>
                    <a:lnTo>
                      <a:pt x="1570" y="1361"/>
                    </a:lnTo>
                    <a:lnTo>
                      <a:pt x="1570" y="1423"/>
                    </a:lnTo>
                    <a:lnTo>
                      <a:pt x="1549" y="1465"/>
                    </a:lnTo>
                    <a:lnTo>
                      <a:pt x="1507" y="1549"/>
                    </a:lnTo>
                    <a:lnTo>
                      <a:pt x="1465" y="1570"/>
                    </a:lnTo>
                    <a:lnTo>
                      <a:pt x="1339" y="1549"/>
                    </a:lnTo>
                    <a:lnTo>
                      <a:pt x="1214" y="1549"/>
                    </a:lnTo>
                    <a:lnTo>
                      <a:pt x="1109" y="1528"/>
                    </a:lnTo>
                    <a:lnTo>
                      <a:pt x="1067" y="1570"/>
                    </a:lnTo>
                    <a:lnTo>
                      <a:pt x="1130" y="1591"/>
                    </a:lnTo>
                    <a:lnTo>
                      <a:pt x="1298" y="1653"/>
                    </a:lnTo>
                    <a:lnTo>
                      <a:pt x="1360" y="1695"/>
                    </a:lnTo>
                    <a:lnTo>
                      <a:pt x="1360" y="1758"/>
                    </a:lnTo>
                    <a:lnTo>
                      <a:pt x="1298" y="1758"/>
                    </a:lnTo>
                    <a:lnTo>
                      <a:pt x="1172" y="1695"/>
                    </a:lnTo>
                    <a:lnTo>
                      <a:pt x="1151" y="1758"/>
                    </a:lnTo>
                    <a:lnTo>
                      <a:pt x="1088" y="1758"/>
                    </a:lnTo>
                    <a:lnTo>
                      <a:pt x="984" y="1674"/>
                    </a:lnTo>
                    <a:lnTo>
                      <a:pt x="900" y="1653"/>
                    </a:lnTo>
                    <a:lnTo>
                      <a:pt x="754" y="1695"/>
                    </a:lnTo>
                    <a:lnTo>
                      <a:pt x="754" y="1758"/>
                    </a:lnTo>
                    <a:lnTo>
                      <a:pt x="837" y="1779"/>
                    </a:lnTo>
                    <a:lnTo>
                      <a:pt x="1047" y="1967"/>
                    </a:lnTo>
                    <a:lnTo>
                      <a:pt x="1130" y="1988"/>
                    </a:lnTo>
                    <a:lnTo>
                      <a:pt x="1235" y="1946"/>
                    </a:lnTo>
                    <a:lnTo>
                      <a:pt x="1277" y="1967"/>
                    </a:lnTo>
                    <a:lnTo>
                      <a:pt x="1339" y="2072"/>
                    </a:lnTo>
                    <a:lnTo>
                      <a:pt x="1339" y="2156"/>
                    </a:lnTo>
                    <a:lnTo>
                      <a:pt x="1423" y="2177"/>
                    </a:lnTo>
                    <a:lnTo>
                      <a:pt x="1507" y="2156"/>
                    </a:lnTo>
                    <a:lnTo>
                      <a:pt x="1674" y="2156"/>
                    </a:lnTo>
                    <a:lnTo>
                      <a:pt x="1842" y="2093"/>
                    </a:lnTo>
                    <a:lnTo>
                      <a:pt x="1946" y="2093"/>
                    </a:lnTo>
                    <a:lnTo>
                      <a:pt x="2093" y="2072"/>
                    </a:lnTo>
                    <a:lnTo>
                      <a:pt x="2093" y="2114"/>
                    </a:lnTo>
                    <a:lnTo>
                      <a:pt x="2072" y="2218"/>
                    </a:lnTo>
                    <a:lnTo>
                      <a:pt x="2093" y="2323"/>
                    </a:lnTo>
                    <a:lnTo>
                      <a:pt x="2218" y="2407"/>
                    </a:lnTo>
                    <a:lnTo>
                      <a:pt x="2365" y="2428"/>
                    </a:lnTo>
                    <a:lnTo>
                      <a:pt x="2532" y="2386"/>
                    </a:lnTo>
                    <a:lnTo>
                      <a:pt x="2574" y="2323"/>
                    </a:lnTo>
                    <a:lnTo>
                      <a:pt x="2532" y="2281"/>
                    </a:lnTo>
                    <a:lnTo>
                      <a:pt x="2532" y="2218"/>
                    </a:lnTo>
                    <a:lnTo>
                      <a:pt x="2595" y="2156"/>
                    </a:lnTo>
                    <a:lnTo>
                      <a:pt x="2699" y="2051"/>
                    </a:lnTo>
                    <a:lnTo>
                      <a:pt x="2783" y="2009"/>
                    </a:lnTo>
                    <a:lnTo>
                      <a:pt x="2846" y="2072"/>
                    </a:lnTo>
                    <a:lnTo>
                      <a:pt x="2930" y="2114"/>
                    </a:lnTo>
                    <a:lnTo>
                      <a:pt x="3034" y="2114"/>
                    </a:lnTo>
                    <a:lnTo>
                      <a:pt x="3160" y="2051"/>
                    </a:lnTo>
                    <a:lnTo>
                      <a:pt x="3202" y="1988"/>
                    </a:lnTo>
                    <a:lnTo>
                      <a:pt x="3160" y="1842"/>
                    </a:lnTo>
                    <a:lnTo>
                      <a:pt x="3139" y="1758"/>
                    </a:lnTo>
                    <a:lnTo>
                      <a:pt x="3181" y="1674"/>
                    </a:lnTo>
                    <a:lnTo>
                      <a:pt x="3264" y="1591"/>
                    </a:lnTo>
                    <a:lnTo>
                      <a:pt x="3348" y="1423"/>
                    </a:lnTo>
                    <a:lnTo>
                      <a:pt x="3432" y="1319"/>
                    </a:lnTo>
                    <a:lnTo>
                      <a:pt x="3557" y="1172"/>
                    </a:lnTo>
                    <a:lnTo>
                      <a:pt x="3578" y="1068"/>
                    </a:lnTo>
                    <a:lnTo>
                      <a:pt x="3578" y="1005"/>
                    </a:lnTo>
                    <a:lnTo>
                      <a:pt x="3557" y="900"/>
                    </a:lnTo>
                    <a:lnTo>
                      <a:pt x="3536" y="817"/>
                    </a:lnTo>
                    <a:lnTo>
                      <a:pt x="3557" y="754"/>
                    </a:lnTo>
                    <a:lnTo>
                      <a:pt x="3557" y="712"/>
                    </a:lnTo>
                    <a:lnTo>
                      <a:pt x="3516" y="691"/>
                    </a:lnTo>
                    <a:lnTo>
                      <a:pt x="3348" y="691"/>
                    </a:lnTo>
                    <a:lnTo>
                      <a:pt x="3264" y="607"/>
                    </a:lnTo>
                    <a:lnTo>
                      <a:pt x="3223" y="607"/>
                    </a:lnTo>
                    <a:lnTo>
                      <a:pt x="3034" y="628"/>
                    </a:lnTo>
                    <a:lnTo>
                      <a:pt x="2930" y="607"/>
                    </a:lnTo>
                    <a:lnTo>
                      <a:pt x="2846" y="545"/>
                    </a:lnTo>
                    <a:lnTo>
                      <a:pt x="2741" y="545"/>
                    </a:lnTo>
                    <a:lnTo>
                      <a:pt x="2679" y="503"/>
                    </a:lnTo>
                    <a:lnTo>
                      <a:pt x="2679" y="440"/>
                    </a:lnTo>
                    <a:lnTo>
                      <a:pt x="2637" y="419"/>
                    </a:lnTo>
                    <a:lnTo>
                      <a:pt x="2532" y="482"/>
                    </a:lnTo>
                    <a:lnTo>
                      <a:pt x="2532" y="419"/>
                    </a:lnTo>
                    <a:lnTo>
                      <a:pt x="2532" y="335"/>
                    </a:lnTo>
                    <a:lnTo>
                      <a:pt x="2532" y="293"/>
                    </a:lnTo>
                    <a:lnTo>
                      <a:pt x="2490" y="335"/>
                    </a:lnTo>
                    <a:lnTo>
                      <a:pt x="2469" y="440"/>
                    </a:lnTo>
                    <a:lnTo>
                      <a:pt x="2407" y="482"/>
                    </a:lnTo>
                    <a:lnTo>
                      <a:pt x="2386" y="335"/>
                    </a:lnTo>
                    <a:lnTo>
                      <a:pt x="2344" y="335"/>
                    </a:lnTo>
                    <a:lnTo>
                      <a:pt x="2302" y="398"/>
                    </a:lnTo>
                    <a:lnTo>
                      <a:pt x="2323" y="440"/>
                    </a:lnTo>
                    <a:lnTo>
                      <a:pt x="2302" y="503"/>
                    </a:lnTo>
                    <a:lnTo>
                      <a:pt x="2093" y="503"/>
                    </a:lnTo>
                    <a:lnTo>
                      <a:pt x="2093" y="607"/>
                    </a:lnTo>
                    <a:lnTo>
                      <a:pt x="2072" y="691"/>
                    </a:lnTo>
                    <a:lnTo>
                      <a:pt x="1988" y="670"/>
                    </a:lnTo>
                    <a:lnTo>
                      <a:pt x="1967" y="586"/>
                    </a:lnTo>
                    <a:lnTo>
                      <a:pt x="1925" y="586"/>
                    </a:lnTo>
                    <a:lnTo>
                      <a:pt x="1925" y="670"/>
                    </a:lnTo>
                    <a:lnTo>
                      <a:pt x="1904" y="733"/>
                    </a:lnTo>
                    <a:lnTo>
                      <a:pt x="1883" y="691"/>
                    </a:lnTo>
                    <a:lnTo>
                      <a:pt x="1883" y="607"/>
                    </a:lnTo>
                    <a:lnTo>
                      <a:pt x="1904" y="482"/>
                    </a:lnTo>
                    <a:lnTo>
                      <a:pt x="1904" y="252"/>
                    </a:lnTo>
                    <a:lnTo>
                      <a:pt x="1883" y="168"/>
                    </a:lnTo>
                    <a:lnTo>
                      <a:pt x="1779" y="84"/>
                    </a:lnTo>
                    <a:lnTo>
                      <a:pt x="17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7" name="Google Shape;2407;p56"/>
              <p:cNvSpPr/>
              <p:nvPr/>
            </p:nvSpPr>
            <p:spPr>
              <a:xfrm>
                <a:off x="3875625" y="1704850"/>
                <a:ext cx="21475" cy="18350"/>
              </a:xfrm>
              <a:custGeom>
                <a:avLst/>
                <a:gdLst/>
                <a:ahLst/>
                <a:cxnLst/>
                <a:rect l="l" t="t" r="r" b="b"/>
                <a:pathLst>
                  <a:path w="859" h="734" extrusionOk="0">
                    <a:moveTo>
                      <a:pt x="650" y="1"/>
                    </a:moveTo>
                    <a:lnTo>
                      <a:pt x="587" y="43"/>
                    </a:lnTo>
                    <a:lnTo>
                      <a:pt x="419" y="126"/>
                    </a:lnTo>
                    <a:lnTo>
                      <a:pt x="419" y="43"/>
                    </a:lnTo>
                    <a:lnTo>
                      <a:pt x="357" y="43"/>
                    </a:lnTo>
                    <a:lnTo>
                      <a:pt x="273" y="105"/>
                    </a:lnTo>
                    <a:lnTo>
                      <a:pt x="252" y="147"/>
                    </a:lnTo>
                    <a:lnTo>
                      <a:pt x="231" y="210"/>
                    </a:lnTo>
                    <a:lnTo>
                      <a:pt x="126" y="189"/>
                    </a:lnTo>
                    <a:lnTo>
                      <a:pt x="64" y="252"/>
                    </a:lnTo>
                    <a:lnTo>
                      <a:pt x="1" y="315"/>
                    </a:lnTo>
                    <a:lnTo>
                      <a:pt x="64" y="357"/>
                    </a:lnTo>
                    <a:lnTo>
                      <a:pt x="210" y="357"/>
                    </a:lnTo>
                    <a:lnTo>
                      <a:pt x="252" y="461"/>
                    </a:lnTo>
                    <a:lnTo>
                      <a:pt x="273" y="524"/>
                    </a:lnTo>
                    <a:lnTo>
                      <a:pt x="273" y="608"/>
                    </a:lnTo>
                    <a:lnTo>
                      <a:pt x="336" y="629"/>
                    </a:lnTo>
                    <a:lnTo>
                      <a:pt x="273" y="712"/>
                    </a:lnTo>
                    <a:lnTo>
                      <a:pt x="357" y="712"/>
                    </a:lnTo>
                    <a:lnTo>
                      <a:pt x="419" y="733"/>
                    </a:lnTo>
                    <a:lnTo>
                      <a:pt x="440" y="670"/>
                    </a:lnTo>
                    <a:lnTo>
                      <a:pt x="587" y="608"/>
                    </a:lnTo>
                    <a:lnTo>
                      <a:pt x="670" y="608"/>
                    </a:lnTo>
                    <a:lnTo>
                      <a:pt x="754" y="524"/>
                    </a:lnTo>
                    <a:lnTo>
                      <a:pt x="733" y="461"/>
                    </a:lnTo>
                    <a:lnTo>
                      <a:pt x="754" y="315"/>
                    </a:lnTo>
                    <a:lnTo>
                      <a:pt x="796" y="294"/>
                    </a:lnTo>
                    <a:lnTo>
                      <a:pt x="859" y="189"/>
                    </a:lnTo>
                    <a:lnTo>
                      <a:pt x="796" y="105"/>
                    </a:lnTo>
                    <a:lnTo>
                      <a:pt x="733" y="85"/>
                    </a:lnTo>
                    <a:lnTo>
                      <a:pt x="670" y="22"/>
                    </a:lnTo>
                    <a:lnTo>
                      <a:pt x="6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8" name="Google Shape;2408;p56"/>
              <p:cNvSpPr/>
              <p:nvPr/>
            </p:nvSpPr>
            <p:spPr>
              <a:xfrm>
                <a:off x="3883475" y="1716375"/>
                <a:ext cx="39275" cy="43425"/>
              </a:xfrm>
              <a:custGeom>
                <a:avLst/>
                <a:gdLst/>
                <a:ahLst/>
                <a:cxnLst/>
                <a:rect l="l" t="t" r="r" b="b"/>
                <a:pathLst>
                  <a:path w="1571" h="1737" extrusionOk="0">
                    <a:moveTo>
                      <a:pt x="796" y="0"/>
                    </a:moveTo>
                    <a:lnTo>
                      <a:pt x="649" y="105"/>
                    </a:lnTo>
                    <a:lnTo>
                      <a:pt x="482" y="251"/>
                    </a:lnTo>
                    <a:lnTo>
                      <a:pt x="377" y="251"/>
                    </a:lnTo>
                    <a:lnTo>
                      <a:pt x="147" y="293"/>
                    </a:lnTo>
                    <a:lnTo>
                      <a:pt x="43" y="398"/>
                    </a:lnTo>
                    <a:lnTo>
                      <a:pt x="1" y="502"/>
                    </a:lnTo>
                    <a:lnTo>
                      <a:pt x="105" y="565"/>
                    </a:lnTo>
                    <a:lnTo>
                      <a:pt x="168" y="670"/>
                    </a:lnTo>
                    <a:lnTo>
                      <a:pt x="273" y="670"/>
                    </a:lnTo>
                    <a:lnTo>
                      <a:pt x="315" y="712"/>
                    </a:lnTo>
                    <a:lnTo>
                      <a:pt x="273" y="795"/>
                    </a:lnTo>
                    <a:lnTo>
                      <a:pt x="273" y="900"/>
                    </a:lnTo>
                    <a:lnTo>
                      <a:pt x="168" y="1046"/>
                    </a:lnTo>
                    <a:lnTo>
                      <a:pt x="147" y="1235"/>
                    </a:lnTo>
                    <a:lnTo>
                      <a:pt x="64" y="1297"/>
                    </a:lnTo>
                    <a:lnTo>
                      <a:pt x="105" y="1402"/>
                    </a:lnTo>
                    <a:lnTo>
                      <a:pt x="43" y="1444"/>
                    </a:lnTo>
                    <a:lnTo>
                      <a:pt x="64" y="1548"/>
                    </a:lnTo>
                    <a:lnTo>
                      <a:pt x="126" y="1548"/>
                    </a:lnTo>
                    <a:lnTo>
                      <a:pt x="210" y="1507"/>
                    </a:lnTo>
                    <a:lnTo>
                      <a:pt x="315" y="1465"/>
                    </a:lnTo>
                    <a:lnTo>
                      <a:pt x="440" y="1402"/>
                    </a:lnTo>
                    <a:lnTo>
                      <a:pt x="524" y="1402"/>
                    </a:lnTo>
                    <a:lnTo>
                      <a:pt x="587" y="1318"/>
                    </a:lnTo>
                    <a:lnTo>
                      <a:pt x="649" y="1193"/>
                    </a:lnTo>
                    <a:lnTo>
                      <a:pt x="691" y="1151"/>
                    </a:lnTo>
                    <a:lnTo>
                      <a:pt x="796" y="1151"/>
                    </a:lnTo>
                    <a:lnTo>
                      <a:pt x="838" y="1130"/>
                    </a:lnTo>
                    <a:lnTo>
                      <a:pt x="838" y="1235"/>
                    </a:lnTo>
                    <a:lnTo>
                      <a:pt x="796" y="1423"/>
                    </a:lnTo>
                    <a:lnTo>
                      <a:pt x="796" y="1548"/>
                    </a:lnTo>
                    <a:lnTo>
                      <a:pt x="754" y="1632"/>
                    </a:lnTo>
                    <a:lnTo>
                      <a:pt x="775" y="1737"/>
                    </a:lnTo>
                    <a:lnTo>
                      <a:pt x="859" y="1737"/>
                    </a:lnTo>
                    <a:lnTo>
                      <a:pt x="942" y="1653"/>
                    </a:lnTo>
                    <a:lnTo>
                      <a:pt x="942" y="1569"/>
                    </a:lnTo>
                    <a:lnTo>
                      <a:pt x="984" y="1465"/>
                    </a:lnTo>
                    <a:lnTo>
                      <a:pt x="1089" y="1423"/>
                    </a:lnTo>
                    <a:lnTo>
                      <a:pt x="1193" y="1402"/>
                    </a:lnTo>
                    <a:lnTo>
                      <a:pt x="1277" y="1151"/>
                    </a:lnTo>
                    <a:lnTo>
                      <a:pt x="1277" y="1046"/>
                    </a:lnTo>
                    <a:lnTo>
                      <a:pt x="1382" y="900"/>
                    </a:lnTo>
                    <a:lnTo>
                      <a:pt x="1507" y="837"/>
                    </a:lnTo>
                    <a:lnTo>
                      <a:pt x="1570" y="795"/>
                    </a:lnTo>
                    <a:lnTo>
                      <a:pt x="1465" y="732"/>
                    </a:lnTo>
                    <a:lnTo>
                      <a:pt x="1403" y="691"/>
                    </a:lnTo>
                    <a:lnTo>
                      <a:pt x="1298" y="628"/>
                    </a:lnTo>
                    <a:lnTo>
                      <a:pt x="1172" y="712"/>
                    </a:lnTo>
                    <a:lnTo>
                      <a:pt x="1089" y="774"/>
                    </a:lnTo>
                    <a:lnTo>
                      <a:pt x="963" y="691"/>
                    </a:lnTo>
                    <a:lnTo>
                      <a:pt x="838" y="565"/>
                    </a:lnTo>
                    <a:lnTo>
                      <a:pt x="796" y="398"/>
                    </a:lnTo>
                    <a:lnTo>
                      <a:pt x="838" y="356"/>
                    </a:lnTo>
                    <a:lnTo>
                      <a:pt x="942" y="314"/>
                    </a:lnTo>
                    <a:lnTo>
                      <a:pt x="942" y="272"/>
                    </a:lnTo>
                    <a:lnTo>
                      <a:pt x="859" y="147"/>
                    </a:lnTo>
                    <a:lnTo>
                      <a:pt x="79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9" name="Google Shape;2409;p56"/>
              <p:cNvSpPr/>
              <p:nvPr/>
            </p:nvSpPr>
            <p:spPr>
              <a:xfrm>
                <a:off x="3781475" y="1649925"/>
                <a:ext cx="102550" cy="141275"/>
              </a:xfrm>
              <a:custGeom>
                <a:avLst/>
                <a:gdLst/>
                <a:ahLst/>
                <a:cxnLst/>
                <a:rect l="l" t="t" r="r" b="b"/>
                <a:pathLst>
                  <a:path w="4102" h="5651" extrusionOk="0">
                    <a:moveTo>
                      <a:pt x="1988" y="1"/>
                    </a:moveTo>
                    <a:lnTo>
                      <a:pt x="1926" y="22"/>
                    </a:lnTo>
                    <a:lnTo>
                      <a:pt x="1842" y="126"/>
                    </a:lnTo>
                    <a:lnTo>
                      <a:pt x="1884" y="315"/>
                    </a:lnTo>
                    <a:lnTo>
                      <a:pt x="1821" y="419"/>
                    </a:lnTo>
                    <a:lnTo>
                      <a:pt x="1821" y="524"/>
                    </a:lnTo>
                    <a:lnTo>
                      <a:pt x="1800" y="629"/>
                    </a:lnTo>
                    <a:lnTo>
                      <a:pt x="1842" y="649"/>
                    </a:lnTo>
                    <a:lnTo>
                      <a:pt x="1884" y="733"/>
                    </a:lnTo>
                    <a:lnTo>
                      <a:pt x="1884" y="1068"/>
                    </a:lnTo>
                    <a:lnTo>
                      <a:pt x="1884" y="1235"/>
                    </a:lnTo>
                    <a:lnTo>
                      <a:pt x="1926" y="1361"/>
                    </a:lnTo>
                    <a:lnTo>
                      <a:pt x="2030" y="1507"/>
                    </a:lnTo>
                    <a:lnTo>
                      <a:pt x="2030" y="1654"/>
                    </a:lnTo>
                    <a:lnTo>
                      <a:pt x="2135" y="1779"/>
                    </a:lnTo>
                    <a:lnTo>
                      <a:pt x="2135" y="1863"/>
                    </a:lnTo>
                    <a:lnTo>
                      <a:pt x="2051" y="1863"/>
                    </a:lnTo>
                    <a:lnTo>
                      <a:pt x="2009" y="1800"/>
                    </a:lnTo>
                    <a:lnTo>
                      <a:pt x="1926" y="1612"/>
                    </a:lnTo>
                    <a:lnTo>
                      <a:pt x="1842" y="1507"/>
                    </a:lnTo>
                    <a:lnTo>
                      <a:pt x="1800" y="1507"/>
                    </a:lnTo>
                    <a:lnTo>
                      <a:pt x="1716" y="1570"/>
                    </a:lnTo>
                    <a:lnTo>
                      <a:pt x="1675" y="1549"/>
                    </a:lnTo>
                    <a:lnTo>
                      <a:pt x="1675" y="1486"/>
                    </a:lnTo>
                    <a:lnTo>
                      <a:pt x="1737" y="1403"/>
                    </a:lnTo>
                    <a:lnTo>
                      <a:pt x="1779" y="1361"/>
                    </a:lnTo>
                    <a:lnTo>
                      <a:pt x="1779" y="1256"/>
                    </a:lnTo>
                    <a:lnTo>
                      <a:pt x="1695" y="1026"/>
                    </a:lnTo>
                    <a:lnTo>
                      <a:pt x="1695" y="817"/>
                    </a:lnTo>
                    <a:lnTo>
                      <a:pt x="1675" y="733"/>
                    </a:lnTo>
                    <a:lnTo>
                      <a:pt x="1528" y="649"/>
                    </a:lnTo>
                    <a:lnTo>
                      <a:pt x="1465" y="524"/>
                    </a:lnTo>
                    <a:lnTo>
                      <a:pt x="1382" y="503"/>
                    </a:lnTo>
                    <a:lnTo>
                      <a:pt x="1319" y="545"/>
                    </a:lnTo>
                    <a:lnTo>
                      <a:pt x="1319" y="670"/>
                    </a:lnTo>
                    <a:lnTo>
                      <a:pt x="1193" y="838"/>
                    </a:lnTo>
                    <a:lnTo>
                      <a:pt x="1172" y="963"/>
                    </a:lnTo>
                    <a:lnTo>
                      <a:pt x="1193" y="1089"/>
                    </a:lnTo>
                    <a:lnTo>
                      <a:pt x="1256" y="1235"/>
                    </a:lnTo>
                    <a:lnTo>
                      <a:pt x="1277" y="1403"/>
                    </a:lnTo>
                    <a:lnTo>
                      <a:pt x="1214" y="1382"/>
                    </a:lnTo>
                    <a:lnTo>
                      <a:pt x="1172" y="1298"/>
                    </a:lnTo>
                    <a:lnTo>
                      <a:pt x="1151" y="1173"/>
                    </a:lnTo>
                    <a:lnTo>
                      <a:pt x="1172" y="1089"/>
                    </a:lnTo>
                    <a:lnTo>
                      <a:pt x="1110" y="1068"/>
                    </a:lnTo>
                    <a:lnTo>
                      <a:pt x="1068" y="984"/>
                    </a:lnTo>
                    <a:lnTo>
                      <a:pt x="1047" y="984"/>
                    </a:lnTo>
                    <a:lnTo>
                      <a:pt x="984" y="1047"/>
                    </a:lnTo>
                    <a:lnTo>
                      <a:pt x="942" y="1026"/>
                    </a:lnTo>
                    <a:lnTo>
                      <a:pt x="942" y="942"/>
                    </a:lnTo>
                    <a:lnTo>
                      <a:pt x="1047" y="859"/>
                    </a:lnTo>
                    <a:lnTo>
                      <a:pt x="1047" y="838"/>
                    </a:lnTo>
                    <a:lnTo>
                      <a:pt x="984" y="817"/>
                    </a:lnTo>
                    <a:lnTo>
                      <a:pt x="859" y="859"/>
                    </a:lnTo>
                    <a:lnTo>
                      <a:pt x="775" y="921"/>
                    </a:lnTo>
                    <a:lnTo>
                      <a:pt x="691" y="859"/>
                    </a:lnTo>
                    <a:lnTo>
                      <a:pt x="733" y="817"/>
                    </a:lnTo>
                    <a:lnTo>
                      <a:pt x="775" y="775"/>
                    </a:lnTo>
                    <a:lnTo>
                      <a:pt x="796" y="733"/>
                    </a:lnTo>
                    <a:lnTo>
                      <a:pt x="900" y="629"/>
                    </a:lnTo>
                    <a:lnTo>
                      <a:pt x="984" y="629"/>
                    </a:lnTo>
                    <a:lnTo>
                      <a:pt x="1005" y="649"/>
                    </a:lnTo>
                    <a:lnTo>
                      <a:pt x="1089" y="670"/>
                    </a:lnTo>
                    <a:lnTo>
                      <a:pt x="1151" y="608"/>
                    </a:lnTo>
                    <a:lnTo>
                      <a:pt x="1172" y="524"/>
                    </a:lnTo>
                    <a:lnTo>
                      <a:pt x="1089" y="398"/>
                    </a:lnTo>
                    <a:lnTo>
                      <a:pt x="1047" y="336"/>
                    </a:lnTo>
                    <a:lnTo>
                      <a:pt x="900" y="357"/>
                    </a:lnTo>
                    <a:lnTo>
                      <a:pt x="670" y="545"/>
                    </a:lnTo>
                    <a:lnTo>
                      <a:pt x="587" y="566"/>
                    </a:lnTo>
                    <a:lnTo>
                      <a:pt x="545" y="545"/>
                    </a:lnTo>
                    <a:lnTo>
                      <a:pt x="545" y="461"/>
                    </a:lnTo>
                    <a:lnTo>
                      <a:pt x="461" y="419"/>
                    </a:lnTo>
                    <a:lnTo>
                      <a:pt x="419" y="440"/>
                    </a:lnTo>
                    <a:lnTo>
                      <a:pt x="419" y="566"/>
                    </a:lnTo>
                    <a:lnTo>
                      <a:pt x="545" y="712"/>
                    </a:lnTo>
                    <a:lnTo>
                      <a:pt x="524" y="754"/>
                    </a:lnTo>
                    <a:lnTo>
                      <a:pt x="419" y="754"/>
                    </a:lnTo>
                    <a:lnTo>
                      <a:pt x="377" y="649"/>
                    </a:lnTo>
                    <a:lnTo>
                      <a:pt x="315" y="503"/>
                    </a:lnTo>
                    <a:lnTo>
                      <a:pt x="231" y="503"/>
                    </a:lnTo>
                    <a:lnTo>
                      <a:pt x="126" y="608"/>
                    </a:lnTo>
                    <a:lnTo>
                      <a:pt x="147" y="733"/>
                    </a:lnTo>
                    <a:lnTo>
                      <a:pt x="168" y="775"/>
                    </a:lnTo>
                    <a:lnTo>
                      <a:pt x="168" y="880"/>
                    </a:lnTo>
                    <a:lnTo>
                      <a:pt x="147" y="880"/>
                    </a:lnTo>
                    <a:lnTo>
                      <a:pt x="43" y="963"/>
                    </a:lnTo>
                    <a:lnTo>
                      <a:pt x="1" y="984"/>
                    </a:lnTo>
                    <a:lnTo>
                      <a:pt x="1" y="1089"/>
                    </a:lnTo>
                    <a:lnTo>
                      <a:pt x="22" y="1235"/>
                    </a:lnTo>
                    <a:lnTo>
                      <a:pt x="43" y="1361"/>
                    </a:lnTo>
                    <a:lnTo>
                      <a:pt x="147" y="1549"/>
                    </a:lnTo>
                    <a:lnTo>
                      <a:pt x="147" y="1612"/>
                    </a:lnTo>
                    <a:lnTo>
                      <a:pt x="231" y="1591"/>
                    </a:lnTo>
                    <a:lnTo>
                      <a:pt x="273" y="1507"/>
                    </a:lnTo>
                    <a:lnTo>
                      <a:pt x="273" y="1403"/>
                    </a:lnTo>
                    <a:lnTo>
                      <a:pt x="273" y="1298"/>
                    </a:lnTo>
                    <a:lnTo>
                      <a:pt x="335" y="1277"/>
                    </a:lnTo>
                    <a:lnTo>
                      <a:pt x="419" y="1361"/>
                    </a:lnTo>
                    <a:lnTo>
                      <a:pt x="461" y="1298"/>
                    </a:lnTo>
                    <a:lnTo>
                      <a:pt x="482" y="1340"/>
                    </a:lnTo>
                    <a:lnTo>
                      <a:pt x="440" y="1445"/>
                    </a:lnTo>
                    <a:lnTo>
                      <a:pt x="419" y="1591"/>
                    </a:lnTo>
                    <a:lnTo>
                      <a:pt x="377" y="1612"/>
                    </a:lnTo>
                    <a:lnTo>
                      <a:pt x="377" y="1675"/>
                    </a:lnTo>
                    <a:lnTo>
                      <a:pt x="482" y="1779"/>
                    </a:lnTo>
                    <a:lnTo>
                      <a:pt x="482" y="1800"/>
                    </a:lnTo>
                    <a:lnTo>
                      <a:pt x="545" y="1821"/>
                    </a:lnTo>
                    <a:lnTo>
                      <a:pt x="628" y="1821"/>
                    </a:lnTo>
                    <a:lnTo>
                      <a:pt x="649" y="1863"/>
                    </a:lnTo>
                    <a:lnTo>
                      <a:pt x="649" y="1926"/>
                    </a:lnTo>
                    <a:lnTo>
                      <a:pt x="545" y="2010"/>
                    </a:lnTo>
                    <a:lnTo>
                      <a:pt x="482" y="2010"/>
                    </a:lnTo>
                    <a:lnTo>
                      <a:pt x="482" y="1968"/>
                    </a:lnTo>
                    <a:lnTo>
                      <a:pt x="461" y="1905"/>
                    </a:lnTo>
                    <a:lnTo>
                      <a:pt x="315" y="1800"/>
                    </a:lnTo>
                    <a:lnTo>
                      <a:pt x="273" y="1821"/>
                    </a:lnTo>
                    <a:lnTo>
                      <a:pt x="273" y="1884"/>
                    </a:lnTo>
                    <a:lnTo>
                      <a:pt x="335" y="1989"/>
                    </a:lnTo>
                    <a:lnTo>
                      <a:pt x="419" y="2030"/>
                    </a:lnTo>
                    <a:lnTo>
                      <a:pt x="482" y="2093"/>
                    </a:lnTo>
                    <a:lnTo>
                      <a:pt x="482" y="2114"/>
                    </a:lnTo>
                    <a:lnTo>
                      <a:pt x="440" y="2177"/>
                    </a:lnTo>
                    <a:lnTo>
                      <a:pt x="482" y="2240"/>
                    </a:lnTo>
                    <a:lnTo>
                      <a:pt x="587" y="2302"/>
                    </a:lnTo>
                    <a:lnTo>
                      <a:pt x="670" y="2344"/>
                    </a:lnTo>
                    <a:lnTo>
                      <a:pt x="691" y="2428"/>
                    </a:lnTo>
                    <a:lnTo>
                      <a:pt x="775" y="2449"/>
                    </a:lnTo>
                    <a:lnTo>
                      <a:pt x="900" y="2449"/>
                    </a:lnTo>
                    <a:lnTo>
                      <a:pt x="942" y="2491"/>
                    </a:lnTo>
                    <a:lnTo>
                      <a:pt x="879" y="2533"/>
                    </a:lnTo>
                    <a:lnTo>
                      <a:pt x="754" y="2533"/>
                    </a:lnTo>
                    <a:lnTo>
                      <a:pt x="754" y="2637"/>
                    </a:lnTo>
                    <a:lnTo>
                      <a:pt x="796" y="2742"/>
                    </a:lnTo>
                    <a:lnTo>
                      <a:pt x="859" y="2742"/>
                    </a:lnTo>
                    <a:lnTo>
                      <a:pt x="942" y="2763"/>
                    </a:lnTo>
                    <a:lnTo>
                      <a:pt x="1068" y="2909"/>
                    </a:lnTo>
                    <a:lnTo>
                      <a:pt x="1110" y="2972"/>
                    </a:lnTo>
                    <a:lnTo>
                      <a:pt x="1068" y="3035"/>
                    </a:lnTo>
                    <a:lnTo>
                      <a:pt x="1068" y="3077"/>
                    </a:lnTo>
                    <a:lnTo>
                      <a:pt x="1382" y="3077"/>
                    </a:lnTo>
                    <a:lnTo>
                      <a:pt x="1465" y="3014"/>
                    </a:lnTo>
                    <a:lnTo>
                      <a:pt x="1465" y="2930"/>
                    </a:lnTo>
                    <a:lnTo>
                      <a:pt x="1507" y="2805"/>
                    </a:lnTo>
                    <a:lnTo>
                      <a:pt x="1591" y="2763"/>
                    </a:lnTo>
                    <a:lnTo>
                      <a:pt x="1675" y="2805"/>
                    </a:lnTo>
                    <a:lnTo>
                      <a:pt x="1675" y="2721"/>
                    </a:lnTo>
                    <a:lnTo>
                      <a:pt x="1612" y="2616"/>
                    </a:lnTo>
                    <a:lnTo>
                      <a:pt x="1570" y="2512"/>
                    </a:lnTo>
                    <a:lnTo>
                      <a:pt x="1570" y="2386"/>
                    </a:lnTo>
                    <a:lnTo>
                      <a:pt x="1528" y="2302"/>
                    </a:lnTo>
                    <a:lnTo>
                      <a:pt x="1528" y="2219"/>
                    </a:lnTo>
                    <a:lnTo>
                      <a:pt x="1591" y="2198"/>
                    </a:lnTo>
                    <a:lnTo>
                      <a:pt x="1633" y="2219"/>
                    </a:lnTo>
                    <a:lnTo>
                      <a:pt x="1695" y="2323"/>
                    </a:lnTo>
                    <a:lnTo>
                      <a:pt x="1675" y="2344"/>
                    </a:lnTo>
                    <a:lnTo>
                      <a:pt x="1695" y="2428"/>
                    </a:lnTo>
                    <a:lnTo>
                      <a:pt x="1779" y="2344"/>
                    </a:lnTo>
                    <a:lnTo>
                      <a:pt x="1779" y="2282"/>
                    </a:lnTo>
                    <a:lnTo>
                      <a:pt x="1737" y="2093"/>
                    </a:lnTo>
                    <a:lnTo>
                      <a:pt x="1800" y="2010"/>
                    </a:lnTo>
                    <a:lnTo>
                      <a:pt x="1821" y="2010"/>
                    </a:lnTo>
                    <a:lnTo>
                      <a:pt x="1884" y="2093"/>
                    </a:lnTo>
                    <a:lnTo>
                      <a:pt x="1884" y="2219"/>
                    </a:lnTo>
                    <a:lnTo>
                      <a:pt x="1926" y="2282"/>
                    </a:lnTo>
                    <a:lnTo>
                      <a:pt x="1926" y="2344"/>
                    </a:lnTo>
                    <a:lnTo>
                      <a:pt x="1842" y="2428"/>
                    </a:lnTo>
                    <a:lnTo>
                      <a:pt x="1842" y="2491"/>
                    </a:lnTo>
                    <a:lnTo>
                      <a:pt x="1884" y="2637"/>
                    </a:lnTo>
                    <a:lnTo>
                      <a:pt x="1926" y="2658"/>
                    </a:lnTo>
                    <a:lnTo>
                      <a:pt x="2009" y="2637"/>
                    </a:lnTo>
                    <a:lnTo>
                      <a:pt x="2156" y="2491"/>
                    </a:lnTo>
                    <a:lnTo>
                      <a:pt x="2219" y="2344"/>
                    </a:lnTo>
                    <a:lnTo>
                      <a:pt x="2219" y="2240"/>
                    </a:lnTo>
                    <a:lnTo>
                      <a:pt x="2239" y="2177"/>
                    </a:lnTo>
                    <a:lnTo>
                      <a:pt x="2302" y="2198"/>
                    </a:lnTo>
                    <a:lnTo>
                      <a:pt x="2344" y="2282"/>
                    </a:lnTo>
                    <a:lnTo>
                      <a:pt x="2323" y="2407"/>
                    </a:lnTo>
                    <a:lnTo>
                      <a:pt x="2260" y="2512"/>
                    </a:lnTo>
                    <a:lnTo>
                      <a:pt x="2260" y="2595"/>
                    </a:lnTo>
                    <a:lnTo>
                      <a:pt x="2344" y="2637"/>
                    </a:lnTo>
                    <a:lnTo>
                      <a:pt x="2449" y="2616"/>
                    </a:lnTo>
                    <a:lnTo>
                      <a:pt x="2532" y="2533"/>
                    </a:lnTo>
                    <a:lnTo>
                      <a:pt x="2574" y="2533"/>
                    </a:lnTo>
                    <a:lnTo>
                      <a:pt x="2574" y="2595"/>
                    </a:lnTo>
                    <a:lnTo>
                      <a:pt x="2532" y="2637"/>
                    </a:lnTo>
                    <a:lnTo>
                      <a:pt x="2428" y="2658"/>
                    </a:lnTo>
                    <a:lnTo>
                      <a:pt x="2344" y="2763"/>
                    </a:lnTo>
                    <a:lnTo>
                      <a:pt x="2156" y="2763"/>
                    </a:lnTo>
                    <a:lnTo>
                      <a:pt x="2009" y="2826"/>
                    </a:lnTo>
                    <a:lnTo>
                      <a:pt x="1988" y="2867"/>
                    </a:lnTo>
                    <a:lnTo>
                      <a:pt x="2009" y="2951"/>
                    </a:lnTo>
                    <a:lnTo>
                      <a:pt x="1884" y="3014"/>
                    </a:lnTo>
                    <a:lnTo>
                      <a:pt x="1800" y="3118"/>
                    </a:lnTo>
                    <a:lnTo>
                      <a:pt x="1716" y="3181"/>
                    </a:lnTo>
                    <a:lnTo>
                      <a:pt x="1675" y="3181"/>
                    </a:lnTo>
                    <a:lnTo>
                      <a:pt x="1570" y="3244"/>
                    </a:lnTo>
                    <a:lnTo>
                      <a:pt x="1570" y="3328"/>
                    </a:lnTo>
                    <a:lnTo>
                      <a:pt x="1507" y="3349"/>
                    </a:lnTo>
                    <a:lnTo>
                      <a:pt x="1486" y="3265"/>
                    </a:lnTo>
                    <a:lnTo>
                      <a:pt x="1465" y="3223"/>
                    </a:lnTo>
                    <a:lnTo>
                      <a:pt x="1382" y="3265"/>
                    </a:lnTo>
                    <a:lnTo>
                      <a:pt x="1298" y="3286"/>
                    </a:lnTo>
                    <a:lnTo>
                      <a:pt x="1298" y="3349"/>
                    </a:lnTo>
                    <a:lnTo>
                      <a:pt x="1277" y="3390"/>
                    </a:lnTo>
                    <a:lnTo>
                      <a:pt x="1319" y="3579"/>
                    </a:lnTo>
                    <a:lnTo>
                      <a:pt x="1319" y="3704"/>
                    </a:lnTo>
                    <a:lnTo>
                      <a:pt x="1361" y="3746"/>
                    </a:lnTo>
                    <a:lnTo>
                      <a:pt x="1465" y="3746"/>
                    </a:lnTo>
                    <a:lnTo>
                      <a:pt x="1528" y="3704"/>
                    </a:lnTo>
                    <a:lnTo>
                      <a:pt x="1633" y="3683"/>
                    </a:lnTo>
                    <a:lnTo>
                      <a:pt x="1695" y="3662"/>
                    </a:lnTo>
                    <a:lnTo>
                      <a:pt x="1779" y="3662"/>
                    </a:lnTo>
                    <a:lnTo>
                      <a:pt x="1842" y="3642"/>
                    </a:lnTo>
                    <a:lnTo>
                      <a:pt x="1926" y="3537"/>
                    </a:lnTo>
                    <a:lnTo>
                      <a:pt x="1988" y="3537"/>
                    </a:lnTo>
                    <a:lnTo>
                      <a:pt x="2009" y="3495"/>
                    </a:lnTo>
                    <a:lnTo>
                      <a:pt x="2114" y="3495"/>
                    </a:lnTo>
                    <a:lnTo>
                      <a:pt x="2135" y="3537"/>
                    </a:lnTo>
                    <a:lnTo>
                      <a:pt x="2428" y="3537"/>
                    </a:lnTo>
                    <a:lnTo>
                      <a:pt x="2470" y="3474"/>
                    </a:lnTo>
                    <a:lnTo>
                      <a:pt x="2553" y="3432"/>
                    </a:lnTo>
                    <a:lnTo>
                      <a:pt x="2616" y="3432"/>
                    </a:lnTo>
                    <a:lnTo>
                      <a:pt x="2616" y="3495"/>
                    </a:lnTo>
                    <a:lnTo>
                      <a:pt x="2553" y="3537"/>
                    </a:lnTo>
                    <a:lnTo>
                      <a:pt x="2532" y="3600"/>
                    </a:lnTo>
                    <a:lnTo>
                      <a:pt x="2449" y="3600"/>
                    </a:lnTo>
                    <a:lnTo>
                      <a:pt x="2407" y="3642"/>
                    </a:lnTo>
                    <a:lnTo>
                      <a:pt x="2239" y="3642"/>
                    </a:lnTo>
                    <a:lnTo>
                      <a:pt x="2135" y="3683"/>
                    </a:lnTo>
                    <a:lnTo>
                      <a:pt x="1947" y="3767"/>
                    </a:lnTo>
                    <a:lnTo>
                      <a:pt x="1884" y="3767"/>
                    </a:lnTo>
                    <a:lnTo>
                      <a:pt x="1800" y="3788"/>
                    </a:lnTo>
                    <a:lnTo>
                      <a:pt x="1800" y="3809"/>
                    </a:lnTo>
                    <a:lnTo>
                      <a:pt x="1905" y="3872"/>
                    </a:lnTo>
                    <a:lnTo>
                      <a:pt x="2051" y="3893"/>
                    </a:lnTo>
                    <a:lnTo>
                      <a:pt x="2135" y="3893"/>
                    </a:lnTo>
                    <a:lnTo>
                      <a:pt x="2239" y="3976"/>
                    </a:lnTo>
                    <a:lnTo>
                      <a:pt x="2239" y="4018"/>
                    </a:lnTo>
                    <a:lnTo>
                      <a:pt x="2030" y="4018"/>
                    </a:lnTo>
                    <a:lnTo>
                      <a:pt x="1947" y="4060"/>
                    </a:lnTo>
                    <a:lnTo>
                      <a:pt x="1905" y="4018"/>
                    </a:lnTo>
                    <a:lnTo>
                      <a:pt x="1800" y="3997"/>
                    </a:lnTo>
                    <a:lnTo>
                      <a:pt x="1779" y="4060"/>
                    </a:lnTo>
                    <a:lnTo>
                      <a:pt x="1737" y="4060"/>
                    </a:lnTo>
                    <a:lnTo>
                      <a:pt x="1695" y="3997"/>
                    </a:lnTo>
                    <a:lnTo>
                      <a:pt x="1633" y="3914"/>
                    </a:lnTo>
                    <a:lnTo>
                      <a:pt x="1570" y="3893"/>
                    </a:lnTo>
                    <a:lnTo>
                      <a:pt x="1423" y="3997"/>
                    </a:lnTo>
                    <a:lnTo>
                      <a:pt x="1423" y="4018"/>
                    </a:lnTo>
                    <a:lnTo>
                      <a:pt x="1486" y="4102"/>
                    </a:lnTo>
                    <a:lnTo>
                      <a:pt x="1507" y="4165"/>
                    </a:lnTo>
                    <a:lnTo>
                      <a:pt x="1486" y="4227"/>
                    </a:lnTo>
                    <a:lnTo>
                      <a:pt x="1507" y="4227"/>
                    </a:lnTo>
                    <a:lnTo>
                      <a:pt x="1486" y="4290"/>
                    </a:lnTo>
                    <a:lnTo>
                      <a:pt x="1507" y="4332"/>
                    </a:lnTo>
                    <a:lnTo>
                      <a:pt x="1591" y="4395"/>
                    </a:lnTo>
                    <a:lnTo>
                      <a:pt x="1591" y="4437"/>
                    </a:lnTo>
                    <a:lnTo>
                      <a:pt x="1612" y="4499"/>
                    </a:lnTo>
                    <a:lnTo>
                      <a:pt x="1633" y="4478"/>
                    </a:lnTo>
                    <a:lnTo>
                      <a:pt x="1716" y="4541"/>
                    </a:lnTo>
                    <a:lnTo>
                      <a:pt x="1716" y="4604"/>
                    </a:lnTo>
                    <a:lnTo>
                      <a:pt x="1779" y="4688"/>
                    </a:lnTo>
                    <a:lnTo>
                      <a:pt x="1800" y="4646"/>
                    </a:lnTo>
                    <a:lnTo>
                      <a:pt x="1884" y="4688"/>
                    </a:lnTo>
                    <a:lnTo>
                      <a:pt x="1926" y="4751"/>
                    </a:lnTo>
                    <a:lnTo>
                      <a:pt x="1988" y="4792"/>
                    </a:lnTo>
                    <a:lnTo>
                      <a:pt x="1988" y="4855"/>
                    </a:lnTo>
                    <a:lnTo>
                      <a:pt x="2114" y="4960"/>
                    </a:lnTo>
                    <a:lnTo>
                      <a:pt x="2239" y="4918"/>
                    </a:lnTo>
                    <a:lnTo>
                      <a:pt x="2260" y="4834"/>
                    </a:lnTo>
                    <a:lnTo>
                      <a:pt x="2323" y="4834"/>
                    </a:lnTo>
                    <a:lnTo>
                      <a:pt x="2344" y="4897"/>
                    </a:lnTo>
                    <a:lnTo>
                      <a:pt x="2428" y="4855"/>
                    </a:lnTo>
                    <a:lnTo>
                      <a:pt x="2449" y="4897"/>
                    </a:lnTo>
                    <a:lnTo>
                      <a:pt x="2449" y="4960"/>
                    </a:lnTo>
                    <a:lnTo>
                      <a:pt x="2407" y="5023"/>
                    </a:lnTo>
                    <a:lnTo>
                      <a:pt x="2344" y="5023"/>
                    </a:lnTo>
                    <a:lnTo>
                      <a:pt x="2239" y="5106"/>
                    </a:lnTo>
                    <a:lnTo>
                      <a:pt x="2239" y="5148"/>
                    </a:lnTo>
                    <a:lnTo>
                      <a:pt x="2428" y="5336"/>
                    </a:lnTo>
                    <a:lnTo>
                      <a:pt x="2470" y="5357"/>
                    </a:lnTo>
                    <a:lnTo>
                      <a:pt x="2532" y="5420"/>
                    </a:lnTo>
                    <a:lnTo>
                      <a:pt x="2512" y="5567"/>
                    </a:lnTo>
                    <a:lnTo>
                      <a:pt x="2532" y="5650"/>
                    </a:lnTo>
                    <a:lnTo>
                      <a:pt x="2574" y="5650"/>
                    </a:lnTo>
                    <a:lnTo>
                      <a:pt x="2616" y="5587"/>
                    </a:lnTo>
                    <a:lnTo>
                      <a:pt x="2658" y="5567"/>
                    </a:lnTo>
                    <a:lnTo>
                      <a:pt x="2721" y="5650"/>
                    </a:lnTo>
                    <a:lnTo>
                      <a:pt x="2784" y="5629"/>
                    </a:lnTo>
                    <a:lnTo>
                      <a:pt x="2867" y="5525"/>
                    </a:lnTo>
                    <a:lnTo>
                      <a:pt x="2888" y="5420"/>
                    </a:lnTo>
                    <a:lnTo>
                      <a:pt x="2930" y="5357"/>
                    </a:lnTo>
                    <a:lnTo>
                      <a:pt x="2930" y="5315"/>
                    </a:lnTo>
                    <a:lnTo>
                      <a:pt x="2867" y="5148"/>
                    </a:lnTo>
                    <a:lnTo>
                      <a:pt x="2846" y="5023"/>
                    </a:lnTo>
                    <a:lnTo>
                      <a:pt x="2888" y="4939"/>
                    </a:lnTo>
                    <a:lnTo>
                      <a:pt x="2951" y="4855"/>
                    </a:lnTo>
                    <a:lnTo>
                      <a:pt x="2951" y="4499"/>
                    </a:lnTo>
                    <a:lnTo>
                      <a:pt x="2972" y="4395"/>
                    </a:lnTo>
                    <a:lnTo>
                      <a:pt x="2972" y="4311"/>
                    </a:lnTo>
                    <a:lnTo>
                      <a:pt x="3056" y="4227"/>
                    </a:lnTo>
                    <a:lnTo>
                      <a:pt x="3056" y="4206"/>
                    </a:lnTo>
                    <a:lnTo>
                      <a:pt x="2972" y="4165"/>
                    </a:lnTo>
                    <a:lnTo>
                      <a:pt x="3056" y="4060"/>
                    </a:lnTo>
                    <a:lnTo>
                      <a:pt x="3181" y="4081"/>
                    </a:lnTo>
                    <a:lnTo>
                      <a:pt x="3202" y="4081"/>
                    </a:lnTo>
                    <a:lnTo>
                      <a:pt x="3244" y="3976"/>
                    </a:lnTo>
                    <a:lnTo>
                      <a:pt x="3244" y="3809"/>
                    </a:lnTo>
                    <a:lnTo>
                      <a:pt x="3265" y="3683"/>
                    </a:lnTo>
                    <a:lnTo>
                      <a:pt x="3265" y="3558"/>
                    </a:lnTo>
                    <a:lnTo>
                      <a:pt x="3181" y="3432"/>
                    </a:lnTo>
                    <a:lnTo>
                      <a:pt x="3181" y="3286"/>
                    </a:lnTo>
                    <a:lnTo>
                      <a:pt x="3244" y="3265"/>
                    </a:lnTo>
                    <a:lnTo>
                      <a:pt x="3348" y="3328"/>
                    </a:lnTo>
                    <a:lnTo>
                      <a:pt x="3390" y="3223"/>
                    </a:lnTo>
                    <a:lnTo>
                      <a:pt x="3369" y="3181"/>
                    </a:lnTo>
                    <a:lnTo>
                      <a:pt x="3369" y="3056"/>
                    </a:lnTo>
                    <a:lnTo>
                      <a:pt x="3390" y="2951"/>
                    </a:lnTo>
                    <a:lnTo>
                      <a:pt x="3369" y="2742"/>
                    </a:lnTo>
                    <a:lnTo>
                      <a:pt x="3348" y="2616"/>
                    </a:lnTo>
                    <a:lnTo>
                      <a:pt x="3369" y="2554"/>
                    </a:lnTo>
                    <a:lnTo>
                      <a:pt x="3495" y="2449"/>
                    </a:lnTo>
                    <a:lnTo>
                      <a:pt x="3495" y="2386"/>
                    </a:lnTo>
                    <a:lnTo>
                      <a:pt x="3474" y="2323"/>
                    </a:lnTo>
                    <a:lnTo>
                      <a:pt x="3474" y="2282"/>
                    </a:lnTo>
                    <a:lnTo>
                      <a:pt x="3579" y="2282"/>
                    </a:lnTo>
                    <a:lnTo>
                      <a:pt x="3725" y="2135"/>
                    </a:lnTo>
                    <a:lnTo>
                      <a:pt x="3830" y="2135"/>
                    </a:lnTo>
                    <a:lnTo>
                      <a:pt x="3934" y="2114"/>
                    </a:lnTo>
                    <a:lnTo>
                      <a:pt x="3997" y="2219"/>
                    </a:lnTo>
                    <a:lnTo>
                      <a:pt x="4039" y="2198"/>
                    </a:lnTo>
                    <a:lnTo>
                      <a:pt x="4081" y="2114"/>
                    </a:lnTo>
                    <a:lnTo>
                      <a:pt x="4102" y="2072"/>
                    </a:lnTo>
                    <a:lnTo>
                      <a:pt x="4102" y="1926"/>
                    </a:lnTo>
                    <a:lnTo>
                      <a:pt x="4018" y="1905"/>
                    </a:lnTo>
                    <a:lnTo>
                      <a:pt x="3767" y="1821"/>
                    </a:lnTo>
                    <a:lnTo>
                      <a:pt x="3662" y="1779"/>
                    </a:lnTo>
                    <a:lnTo>
                      <a:pt x="3495" y="1612"/>
                    </a:lnTo>
                    <a:lnTo>
                      <a:pt x="3411" y="1570"/>
                    </a:lnTo>
                    <a:lnTo>
                      <a:pt x="3286" y="1382"/>
                    </a:lnTo>
                    <a:lnTo>
                      <a:pt x="3244" y="1361"/>
                    </a:lnTo>
                    <a:lnTo>
                      <a:pt x="3097" y="1361"/>
                    </a:lnTo>
                    <a:lnTo>
                      <a:pt x="3056" y="1277"/>
                    </a:lnTo>
                    <a:lnTo>
                      <a:pt x="3056" y="1193"/>
                    </a:lnTo>
                    <a:lnTo>
                      <a:pt x="2972" y="942"/>
                    </a:lnTo>
                    <a:lnTo>
                      <a:pt x="2888" y="733"/>
                    </a:lnTo>
                    <a:lnTo>
                      <a:pt x="2742" y="608"/>
                    </a:lnTo>
                    <a:lnTo>
                      <a:pt x="2658" y="670"/>
                    </a:lnTo>
                    <a:lnTo>
                      <a:pt x="2637" y="775"/>
                    </a:lnTo>
                    <a:lnTo>
                      <a:pt x="2658" y="984"/>
                    </a:lnTo>
                    <a:lnTo>
                      <a:pt x="2658" y="1131"/>
                    </a:lnTo>
                    <a:lnTo>
                      <a:pt x="2574" y="1193"/>
                    </a:lnTo>
                    <a:lnTo>
                      <a:pt x="2553" y="1173"/>
                    </a:lnTo>
                    <a:lnTo>
                      <a:pt x="2553" y="1131"/>
                    </a:lnTo>
                    <a:lnTo>
                      <a:pt x="2553" y="963"/>
                    </a:lnTo>
                    <a:lnTo>
                      <a:pt x="2553" y="733"/>
                    </a:lnTo>
                    <a:lnTo>
                      <a:pt x="2616" y="670"/>
                    </a:lnTo>
                    <a:lnTo>
                      <a:pt x="2616" y="545"/>
                    </a:lnTo>
                    <a:lnTo>
                      <a:pt x="2553" y="419"/>
                    </a:lnTo>
                    <a:lnTo>
                      <a:pt x="2449" y="231"/>
                    </a:lnTo>
                    <a:lnTo>
                      <a:pt x="2344" y="189"/>
                    </a:lnTo>
                    <a:lnTo>
                      <a:pt x="2260" y="231"/>
                    </a:lnTo>
                    <a:lnTo>
                      <a:pt x="2219" y="315"/>
                    </a:lnTo>
                    <a:lnTo>
                      <a:pt x="2156" y="294"/>
                    </a:lnTo>
                    <a:lnTo>
                      <a:pt x="2135" y="147"/>
                    </a:lnTo>
                    <a:lnTo>
                      <a:pt x="20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410" name="Google Shape;2410;p56"/>
            <p:cNvSpPr/>
            <p:nvPr/>
          </p:nvSpPr>
          <p:spPr>
            <a:xfrm>
              <a:off x="4614379" y="2777935"/>
              <a:ext cx="83472" cy="139700"/>
            </a:xfrm>
            <a:custGeom>
              <a:avLst/>
              <a:gdLst/>
              <a:ahLst/>
              <a:cxnLst/>
              <a:rect l="l" t="t" r="r" b="b"/>
              <a:pathLst>
                <a:path w="7010" h="12284" extrusionOk="0">
                  <a:moveTo>
                    <a:pt x="4122" y="1"/>
                  </a:moveTo>
                  <a:lnTo>
                    <a:pt x="4122" y="43"/>
                  </a:lnTo>
                  <a:lnTo>
                    <a:pt x="4080" y="126"/>
                  </a:lnTo>
                  <a:lnTo>
                    <a:pt x="4017" y="126"/>
                  </a:lnTo>
                  <a:lnTo>
                    <a:pt x="3996" y="147"/>
                  </a:lnTo>
                  <a:lnTo>
                    <a:pt x="4059" y="231"/>
                  </a:lnTo>
                  <a:lnTo>
                    <a:pt x="4080" y="357"/>
                  </a:lnTo>
                  <a:lnTo>
                    <a:pt x="4289" y="671"/>
                  </a:lnTo>
                  <a:lnTo>
                    <a:pt x="4331" y="796"/>
                  </a:lnTo>
                  <a:lnTo>
                    <a:pt x="4331" y="1005"/>
                  </a:lnTo>
                  <a:lnTo>
                    <a:pt x="4310" y="1089"/>
                  </a:lnTo>
                  <a:lnTo>
                    <a:pt x="4373" y="1277"/>
                  </a:lnTo>
                  <a:lnTo>
                    <a:pt x="4415" y="1382"/>
                  </a:lnTo>
                  <a:lnTo>
                    <a:pt x="4415" y="1424"/>
                  </a:lnTo>
                  <a:lnTo>
                    <a:pt x="4373" y="1424"/>
                  </a:lnTo>
                  <a:lnTo>
                    <a:pt x="4289" y="1528"/>
                  </a:lnTo>
                  <a:lnTo>
                    <a:pt x="4310" y="1633"/>
                  </a:lnTo>
                  <a:lnTo>
                    <a:pt x="4373" y="1738"/>
                  </a:lnTo>
                  <a:lnTo>
                    <a:pt x="4394" y="1800"/>
                  </a:lnTo>
                  <a:lnTo>
                    <a:pt x="4457" y="1821"/>
                  </a:lnTo>
                  <a:lnTo>
                    <a:pt x="4478" y="1905"/>
                  </a:lnTo>
                  <a:lnTo>
                    <a:pt x="4457" y="1926"/>
                  </a:lnTo>
                  <a:lnTo>
                    <a:pt x="4457" y="2010"/>
                  </a:lnTo>
                  <a:lnTo>
                    <a:pt x="4394" y="2051"/>
                  </a:lnTo>
                  <a:lnTo>
                    <a:pt x="4206" y="2031"/>
                  </a:lnTo>
                  <a:lnTo>
                    <a:pt x="4017" y="1926"/>
                  </a:lnTo>
                  <a:lnTo>
                    <a:pt x="3955" y="1947"/>
                  </a:lnTo>
                  <a:lnTo>
                    <a:pt x="3892" y="2031"/>
                  </a:lnTo>
                  <a:lnTo>
                    <a:pt x="3913" y="2093"/>
                  </a:lnTo>
                  <a:lnTo>
                    <a:pt x="3976" y="2093"/>
                  </a:lnTo>
                  <a:lnTo>
                    <a:pt x="4080" y="2156"/>
                  </a:lnTo>
                  <a:lnTo>
                    <a:pt x="4080" y="2219"/>
                  </a:lnTo>
                  <a:lnTo>
                    <a:pt x="4017" y="2261"/>
                  </a:lnTo>
                  <a:lnTo>
                    <a:pt x="3976" y="2365"/>
                  </a:lnTo>
                  <a:lnTo>
                    <a:pt x="3892" y="2407"/>
                  </a:lnTo>
                  <a:lnTo>
                    <a:pt x="3871" y="2449"/>
                  </a:lnTo>
                  <a:lnTo>
                    <a:pt x="3787" y="2470"/>
                  </a:lnTo>
                  <a:lnTo>
                    <a:pt x="3745" y="2575"/>
                  </a:lnTo>
                  <a:lnTo>
                    <a:pt x="3766" y="2679"/>
                  </a:lnTo>
                  <a:lnTo>
                    <a:pt x="3766" y="2847"/>
                  </a:lnTo>
                  <a:lnTo>
                    <a:pt x="3787" y="2930"/>
                  </a:lnTo>
                  <a:lnTo>
                    <a:pt x="3871" y="2930"/>
                  </a:lnTo>
                  <a:lnTo>
                    <a:pt x="3976" y="2993"/>
                  </a:lnTo>
                  <a:lnTo>
                    <a:pt x="4059" y="3077"/>
                  </a:lnTo>
                  <a:lnTo>
                    <a:pt x="4122" y="3286"/>
                  </a:lnTo>
                  <a:lnTo>
                    <a:pt x="4164" y="3495"/>
                  </a:lnTo>
                  <a:lnTo>
                    <a:pt x="4122" y="3516"/>
                  </a:lnTo>
                  <a:lnTo>
                    <a:pt x="4185" y="3621"/>
                  </a:lnTo>
                  <a:lnTo>
                    <a:pt x="4289" y="3684"/>
                  </a:lnTo>
                  <a:lnTo>
                    <a:pt x="4415" y="3516"/>
                  </a:lnTo>
                  <a:lnTo>
                    <a:pt x="4478" y="3412"/>
                  </a:lnTo>
                  <a:lnTo>
                    <a:pt x="4478" y="3349"/>
                  </a:lnTo>
                  <a:lnTo>
                    <a:pt x="4520" y="3286"/>
                  </a:lnTo>
                  <a:lnTo>
                    <a:pt x="4540" y="3286"/>
                  </a:lnTo>
                  <a:cubicBezTo>
                    <a:pt x="4624" y="3370"/>
                    <a:pt x="4708" y="3453"/>
                    <a:pt x="4729" y="3558"/>
                  </a:cubicBezTo>
                  <a:lnTo>
                    <a:pt x="4729" y="3579"/>
                  </a:lnTo>
                  <a:lnTo>
                    <a:pt x="4687" y="3704"/>
                  </a:lnTo>
                  <a:lnTo>
                    <a:pt x="4687" y="3809"/>
                  </a:lnTo>
                  <a:lnTo>
                    <a:pt x="4729" y="3872"/>
                  </a:lnTo>
                  <a:lnTo>
                    <a:pt x="4792" y="3830"/>
                  </a:lnTo>
                  <a:lnTo>
                    <a:pt x="4917" y="3725"/>
                  </a:lnTo>
                  <a:lnTo>
                    <a:pt x="4980" y="3872"/>
                  </a:lnTo>
                  <a:lnTo>
                    <a:pt x="4917" y="3976"/>
                  </a:lnTo>
                  <a:lnTo>
                    <a:pt x="4833" y="4018"/>
                  </a:lnTo>
                  <a:lnTo>
                    <a:pt x="4771" y="3976"/>
                  </a:lnTo>
                  <a:lnTo>
                    <a:pt x="4792" y="4102"/>
                  </a:lnTo>
                  <a:lnTo>
                    <a:pt x="4729" y="4144"/>
                  </a:lnTo>
                  <a:lnTo>
                    <a:pt x="4666" y="4123"/>
                  </a:lnTo>
                  <a:lnTo>
                    <a:pt x="4624" y="4018"/>
                  </a:lnTo>
                  <a:lnTo>
                    <a:pt x="4603" y="3914"/>
                  </a:lnTo>
                  <a:lnTo>
                    <a:pt x="4582" y="3872"/>
                  </a:lnTo>
                  <a:lnTo>
                    <a:pt x="4499" y="3893"/>
                  </a:lnTo>
                  <a:lnTo>
                    <a:pt x="4457" y="3872"/>
                  </a:lnTo>
                  <a:lnTo>
                    <a:pt x="4415" y="3976"/>
                  </a:lnTo>
                  <a:lnTo>
                    <a:pt x="4478" y="4123"/>
                  </a:lnTo>
                  <a:lnTo>
                    <a:pt x="4478" y="4228"/>
                  </a:lnTo>
                  <a:lnTo>
                    <a:pt x="4394" y="4248"/>
                  </a:lnTo>
                  <a:lnTo>
                    <a:pt x="4310" y="4353"/>
                  </a:lnTo>
                  <a:lnTo>
                    <a:pt x="4310" y="4416"/>
                  </a:lnTo>
                  <a:lnTo>
                    <a:pt x="4457" y="4562"/>
                  </a:lnTo>
                  <a:lnTo>
                    <a:pt x="4499" y="4646"/>
                  </a:lnTo>
                  <a:lnTo>
                    <a:pt x="4457" y="4813"/>
                  </a:lnTo>
                  <a:lnTo>
                    <a:pt x="4373" y="4855"/>
                  </a:lnTo>
                  <a:lnTo>
                    <a:pt x="4289" y="4834"/>
                  </a:lnTo>
                  <a:lnTo>
                    <a:pt x="4268" y="4876"/>
                  </a:lnTo>
                  <a:lnTo>
                    <a:pt x="4352" y="4981"/>
                  </a:lnTo>
                  <a:lnTo>
                    <a:pt x="4415" y="4960"/>
                  </a:lnTo>
                  <a:lnTo>
                    <a:pt x="4499" y="4876"/>
                  </a:lnTo>
                  <a:lnTo>
                    <a:pt x="4603" y="5148"/>
                  </a:lnTo>
                  <a:lnTo>
                    <a:pt x="4666" y="5441"/>
                  </a:lnTo>
                  <a:lnTo>
                    <a:pt x="4624" y="5588"/>
                  </a:lnTo>
                  <a:lnTo>
                    <a:pt x="4624" y="5860"/>
                  </a:lnTo>
                  <a:lnTo>
                    <a:pt x="4520" y="6236"/>
                  </a:lnTo>
                  <a:lnTo>
                    <a:pt x="4561" y="6404"/>
                  </a:lnTo>
                  <a:lnTo>
                    <a:pt x="4499" y="6592"/>
                  </a:lnTo>
                  <a:lnTo>
                    <a:pt x="4373" y="6655"/>
                  </a:lnTo>
                  <a:lnTo>
                    <a:pt x="4310" y="6843"/>
                  </a:lnTo>
                  <a:lnTo>
                    <a:pt x="4310" y="7031"/>
                  </a:lnTo>
                  <a:lnTo>
                    <a:pt x="4248" y="7136"/>
                  </a:lnTo>
                  <a:lnTo>
                    <a:pt x="4206" y="7241"/>
                  </a:lnTo>
                  <a:lnTo>
                    <a:pt x="4080" y="7366"/>
                  </a:lnTo>
                  <a:lnTo>
                    <a:pt x="3829" y="7533"/>
                  </a:lnTo>
                  <a:lnTo>
                    <a:pt x="3724" y="7554"/>
                  </a:lnTo>
                  <a:lnTo>
                    <a:pt x="3662" y="7659"/>
                  </a:lnTo>
                  <a:lnTo>
                    <a:pt x="3536" y="7575"/>
                  </a:lnTo>
                  <a:lnTo>
                    <a:pt x="3411" y="7429"/>
                  </a:lnTo>
                  <a:lnTo>
                    <a:pt x="3411" y="7345"/>
                  </a:lnTo>
                  <a:lnTo>
                    <a:pt x="3452" y="7324"/>
                  </a:lnTo>
                  <a:lnTo>
                    <a:pt x="3515" y="7220"/>
                  </a:lnTo>
                  <a:lnTo>
                    <a:pt x="3515" y="7157"/>
                  </a:lnTo>
                  <a:lnTo>
                    <a:pt x="3578" y="7073"/>
                  </a:lnTo>
                  <a:lnTo>
                    <a:pt x="3578" y="7052"/>
                  </a:lnTo>
                  <a:lnTo>
                    <a:pt x="3452" y="7073"/>
                  </a:lnTo>
                  <a:lnTo>
                    <a:pt x="3348" y="7178"/>
                  </a:lnTo>
                  <a:lnTo>
                    <a:pt x="3222" y="7241"/>
                  </a:lnTo>
                  <a:lnTo>
                    <a:pt x="3201" y="7345"/>
                  </a:lnTo>
                  <a:lnTo>
                    <a:pt x="3264" y="7471"/>
                  </a:lnTo>
                  <a:lnTo>
                    <a:pt x="3306" y="7722"/>
                  </a:lnTo>
                  <a:lnTo>
                    <a:pt x="3264" y="7868"/>
                  </a:lnTo>
                  <a:lnTo>
                    <a:pt x="3139" y="7994"/>
                  </a:lnTo>
                  <a:lnTo>
                    <a:pt x="3139" y="8077"/>
                  </a:lnTo>
                  <a:lnTo>
                    <a:pt x="3076" y="8119"/>
                  </a:lnTo>
                  <a:lnTo>
                    <a:pt x="3055" y="8329"/>
                  </a:lnTo>
                  <a:lnTo>
                    <a:pt x="3118" y="8391"/>
                  </a:lnTo>
                  <a:lnTo>
                    <a:pt x="3118" y="8475"/>
                  </a:lnTo>
                  <a:lnTo>
                    <a:pt x="3076" y="8496"/>
                  </a:lnTo>
                  <a:lnTo>
                    <a:pt x="3118" y="8517"/>
                  </a:lnTo>
                  <a:lnTo>
                    <a:pt x="3076" y="8601"/>
                  </a:lnTo>
                  <a:lnTo>
                    <a:pt x="3034" y="8601"/>
                  </a:lnTo>
                  <a:lnTo>
                    <a:pt x="3055" y="8642"/>
                  </a:lnTo>
                  <a:lnTo>
                    <a:pt x="2992" y="8684"/>
                  </a:lnTo>
                  <a:lnTo>
                    <a:pt x="2929" y="8621"/>
                  </a:lnTo>
                  <a:lnTo>
                    <a:pt x="2846" y="8684"/>
                  </a:lnTo>
                  <a:lnTo>
                    <a:pt x="2804" y="8642"/>
                  </a:lnTo>
                  <a:lnTo>
                    <a:pt x="2762" y="8517"/>
                  </a:lnTo>
                  <a:lnTo>
                    <a:pt x="2741" y="8496"/>
                  </a:lnTo>
                  <a:lnTo>
                    <a:pt x="2657" y="8538"/>
                  </a:lnTo>
                  <a:lnTo>
                    <a:pt x="2595" y="8538"/>
                  </a:lnTo>
                  <a:lnTo>
                    <a:pt x="2553" y="8517"/>
                  </a:lnTo>
                  <a:lnTo>
                    <a:pt x="2302" y="8601"/>
                  </a:lnTo>
                  <a:lnTo>
                    <a:pt x="2176" y="8642"/>
                  </a:lnTo>
                  <a:lnTo>
                    <a:pt x="2030" y="8705"/>
                  </a:lnTo>
                  <a:lnTo>
                    <a:pt x="1883" y="8705"/>
                  </a:lnTo>
                  <a:lnTo>
                    <a:pt x="1758" y="8747"/>
                  </a:lnTo>
                  <a:lnTo>
                    <a:pt x="1695" y="8726"/>
                  </a:lnTo>
                  <a:lnTo>
                    <a:pt x="1569" y="8747"/>
                  </a:lnTo>
                  <a:lnTo>
                    <a:pt x="1360" y="8914"/>
                  </a:lnTo>
                  <a:lnTo>
                    <a:pt x="1297" y="9040"/>
                  </a:lnTo>
                  <a:lnTo>
                    <a:pt x="1235" y="9082"/>
                  </a:lnTo>
                  <a:lnTo>
                    <a:pt x="1193" y="9165"/>
                  </a:lnTo>
                  <a:lnTo>
                    <a:pt x="1046" y="9354"/>
                  </a:lnTo>
                  <a:lnTo>
                    <a:pt x="942" y="9375"/>
                  </a:lnTo>
                  <a:lnTo>
                    <a:pt x="858" y="9479"/>
                  </a:lnTo>
                  <a:lnTo>
                    <a:pt x="837" y="9563"/>
                  </a:lnTo>
                  <a:lnTo>
                    <a:pt x="753" y="9647"/>
                  </a:lnTo>
                  <a:lnTo>
                    <a:pt x="607" y="9668"/>
                  </a:lnTo>
                  <a:lnTo>
                    <a:pt x="544" y="9751"/>
                  </a:lnTo>
                  <a:lnTo>
                    <a:pt x="565" y="9940"/>
                  </a:lnTo>
                  <a:lnTo>
                    <a:pt x="628" y="9961"/>
                  </a:lnTo>
                  <a:lnTo>
                    <a:pt x="649" y="10002"/>
                  </a:lnTo>
                  <a:lnTo>
                    <a:pt x="628" y="10065"/>
                  </a:lnTo>
                  <a:lnTo>
                    <a:pt x="607" y="10044"/>
                  </a:lnTo>
                  <a:lnTo>
                    <a:pt x="481" y="10149"/>
                  </a:lnTo>
                  <a:lnTo>
                    <a:pt x="439" y="10212"/>
                  </a:lnTo>
                  <a:lnTo>
                    <a:pt x="377" y="10274"/>
                  </a:lnTo>
                  <a:lnTo>
                    <a:pt x="272" y="10379"/>
                  </a:lnTo>
                  <a:lnTo>
                    <a:pt x="209" y="10463"/>
                  </a:lnTo>
                  <a:lnTo>
                    <a:pt x="105" y="10463"/>
                  </a:lnTo>
                  <a:lnTo>
                    <a:pt x="0" y="10505"/>
                  </a:lnTo>
                  <a:lnTo>
                    <a:pt x="105" y="10505"/>
                  </a:lnTo>
                  <a:lnTo>
                    <a:pt x="167" y="10609"/>
                  </a:lnTo>
                  <a:lnTo>
                    <a:pt x="209" y="10735"/>
                  </a:lnTo>
                  <a:lnTo>
                    <a:pt x="167" y="10777"/>
                  </a:lnTo>
                  <a:lnTo>
                    <a:pt x="126" y="10693"/>
                  </a:lnTo>
                  <a:lnTo>
                    <a:pt x="84" y="10609"/>
                  </a:lnTo>
                  <a:lnTo>
                    <a:pt x="63" y="10714"/>
                  </a:lnTo>
                  <a:lnTo>
                    <a:pt x="84" y="10818"/>
                  </a:lnTo>
                  <a:lnTo>
                    <a:pt x="167" y="10839"/>
                  </a:lnTo>
                  <a:lnTo>
                    <a:pt x="167" y="10923"/>
                  </a:lnTo>
                  <a:lnTo>
                    <a:pt x="126" y="11007"/>
                  </a:lnTo>
                  <a:lnTo>
                    <a:pt x="126" y="11007"/>
                  </a:lnTo>
                  <a:lnTo>
                    <a:pt x="188" y="10965"/>
                  </a:lnTo>
                  <a:lnTo>
                    <a:pt x="230" y="10902"/>
                  </a:lnTo>
                  <a:lnTo>
                    <a:pt x="314" y="10860"/>
                  </a:lnTo>
                  <a:lnTo>
                    <a:pt x="377" y="10902"/>
                  </a:lnTo>
                  <a:lnTo>
                    <a:pt x="314" y="10944"/>
                  </a:lnTo>
                  <a:lnTo>
                    <a:pt x="377" y="10965"/>
                  </a:lnTo>
                  <a:lnTo>
                    <a:pt x="439" y="10944"/>
                  </a:lnTo>
                  <a:lnTo>
                    <a:pt x="439" y="10839"/>
                  </a:lnTo>
                  <a:lnTo>
                    <a:pt x="398" y="10798"/>
                  </a:lnTo>
                  <a:lnTo>
                    <a:pt x="293" y="10818"/>
                  </a:lnTo>
                  <a:lnTo>
                    <a:pt x="293" y="10777"/>
                  </a:lnTo>
                  <a:lnTo>
                    <a:pt x="314" y="10714"/>
                  </a:lnTo>
                  <a:lnTo>
                    <a:pt x="293" y="10630"/>
                  </a:lnTo>
                  <a:lnTo>
                    <a:pt x="335" y="10588"/>
                  </a:lnTo>
                  <a:lnTo>
                    <a:pt x="439" y="10609"/>
                  </a:lnTo>
                  <a:lnTo>
                    <a:pt x="544" y="10798"/>
                  </a:lnTo>
                  <a:lnTo>
                    <a:pt x="586" y="10923"/>
                  </a:lnTo>
                  <a:lnTo>
                    <a:pt x="628" y="10986"/>
                  </a:lnTo>
                  <a:lnTo>
                    <a:pt x="628" y="11153"/>
                  </a:lnTo>
                  <a:lnTo>
                    <a:pt x="544" y="11342"/>
                  </a:lnTo>
                  <a:lnTo>
                    <a:pt x="439" y="11342"/>
                  </a:lnTo>
                  <a:lnTo>
                    <a:pt x="481" y="11383"/>
                  </a:lnTo>
                  <a:lnTo>
                    <a:pt x="544" y="11551"/>
                  </a:lnTo>
                  <a:lnTo>
                    <a:pt x="586" y="11760"/>
                  </a:lnTo>
                  <a:lnTo>
                    <a:pt x="691" y="11865"/>
                  </a:lnTo>
                  <a:lnTo>
                    <a:pt x="691" y="11969"/>
                  </a:lnTo>
                  <a:lnTo>
                    <a:pt x="628" y="12011"/>
                  </a:lnTo>
                  <a:lnTo>
                    <a:pt x="711" y="12095"/>
                  </a:lnTo>
                  <a:lnTo>
                    <a:pt x="795" y="12095"/>
                  </a:lnTo>
                  <a:lnTo>
                    <a:pt x="858" y="12158"/>
                  </a:lnTo>
                  <a:lnTo>
                    <a:pt x="900" y="12095"/>
                  </a:lnTo>
                  <a:lnTo>
                    <a:pt x="900" y="12053"/>
                  </a:lnTo>
                  <a:lnTo>
                    <a:pt x="816" y="11906"/>
                  </a:lnTo>
                  <a:lnTo>
                    <a:pt x="816" y="11739"/>
                  </a:lnTo>
                  <a:lnTo>
                    <a:pt x="858" y="11676"/>
                  </a:lnTo>
                  <a:lnTo>
                    <a:pt x="921" y="11739"/>
                  </a:lnTo>
                  <a:lnTo>
                    <a:pt x="900" y="11781"/>
                  </a:lnTo>
                  <a:lnTo>
                    <a:pt x="900" y="11844"/>
                  </a:lnTo>
                  <a:lnTo>
                    <a:pt x="963" y="11948"/>
                  </a:lnTo>
                  <a:lnTo>
                    <a:pt x="1004" y="12095"/>
                  </a:lnTo>
                  <a:lnTo>
                    <a:pt x="963" y="12199"/>
                  </a:lnTo>
                  <a:lnTo>
                    <a:pt x="1004" y="12283"/>
                  </a:lnTo>
                  <a:lnTo>
                    <a:pt x="1109" y="12220"/>
                  </a:lnTo>
                  <a:lnTo>
                    <a:pt x="1214" y="12074"/>
                  </a:lnTo>
                  <a:lnTo>
                    <a:pt x="1109" y="11969"/>
                  </a:lnTo>
                  <a:lnTo>
                    <a:pt x="1109" y="11906"/>
                  </a:lnTo>
                  <a:lnTo>
                    <a:pt x="1151" y="11886"/>
                  </a:lnTo>
                  <a:lnTo>
                    <a:pt x="1235" y="11906"/>
                  </a:lnTo>
                  <a:lnTo>
                    <a:pt x="1276" y="11948"/>
                  </a:lnTo>
                  <a:lnTo>
                    <a:pt x="1318" y="11844"/>
                  </a:lnTo>
                  <a:lnTo>
                    <a:pt x="1318" y="11655"/>
                  </a:lnTo>
                  <a:lnTo>
                    <a:pt x="1276" y="11572"/>
                  </a:lnTo>
                  <a:lnTo>
                    <a:pt x="1276" y="11237"/>
                  </a:lnTo>
                  <a:lnTo>
                    <a:pt x="1276" y="11049"/>
                  </a:lnTo>
                  <a:lnTo>
                    <a:pt x="1339" y="10944"/>
                  </a:lnTo>
                  <a:lnTo>
                    <a:pt x="1444" y="10839"/>
                  </a:lnTo>
                  <a:lnTo>
                    <a:pt x="1423" y="10777"/>
                  </a:lnTo>
                  <a:lnTo>
                    <a:pt x="1360" y="10735"/>
                  </a:lnTo>
                  <a:lnTo>
                    <a:pt x="1360" y="10630"/>
                  </a:lnTo>
                  <a:lnTo>
                    <a:pt x="1318" y="10630"/>
                  </a:lnTo>
                  <a:lnTo>
                    <a:pt x="1339" y="10567"/>
                  </a:lnTo>
                  <a:lnTo>
                    <a:pt x="1151" y="10567"/>
                  </a:lnTo>
                  <a:lnTo>
                    <a:pt x="1130" y="10505"/>
                  </a:lnTo>
                  <a:lnTo>
                    <a:pt x="1235" y="10463"/>
                  </a:lnTo>
                  <a:lnTo>
                    <a:pt x="1255" y="10379"/>
                  </a:lnTo>
                  <a:lnTo>
                    <a:pt x="1235" y="10212"/>
                  </a:lnTo>
                  <a:lnTo>
                    <a:pt x="1151" y="10170"/>
                  </a:lnTo>
                  <a:lnTo>
                    <a:pt x="1067" y="10191"/>
                  </a:lnTo>
                  <a:lnTo>
                    <a:pt x="1067" y="10212"/>
                  </a:lnTo>
                  <a:lnTo>
                    <a:pt x="1004" y="10274"/>
                  </a:lnTo>
                  <a:lnTo>
                    <a:pt x="921" y="10274"/>
                  </a:lnTo>
                  <a:lnTo>
                    <a:pt x="795" y="10149"/>
                  </a:lnTo>
                  <a:lnTo>
                    <a:pt x="816" y="10065"/>
                  </a:lnTo>
                  <a:lnTo>
                    <a:pt x="1004" y="9982"/>
                  </a:lnTo>
                  <a:lnTo>
                    <a:pt x="1151" y="9961"/>
                  </a:lnTo>
                  <a:lnTo>
                    <a:pt x="1339" y="10002"/>
                  </a:lnTo>
                  <a:lnTo>
                    <a:pt x="1423" y="10065"/>
                  </a:lnTo>
                  <a:lnTo>
                    <a:pt x="1444" y="10002"/>
                  </a:lnTo>
                  <a:lnTo>
                    <a:pt x="1444" y="9940"/>
                  </a:lnTo>
                  <a:lnTo>
                    <a:pt x="1444" y="9835"/>
                  </a:lnTo>
                  <a:lnTo>
                    <a:pt x="1423" y="9751"/>
                  </a:lnTo>
                  <a:lnTo>
                    <a:pt x="1444" y="9689"/>
                  </a:lnTo>
                  <a:lnTo>
                    <a:pt x="1527" y="9689"/>
                  </a:lnTo>
                  <a:lnTo>
                    <a:pt x="1569" y="9772"/>
                  </a:lnTo>
                  <a:lnTo>
                    <a:pt x="1653" y="9772"/>
                  </a:lnTo>
                  <a:lnTo>
                    <a:pt x="1758" y="9730"/>
                  </a:lnTo>
                  <a:lnTo>
                    <a:pt x="1946" y="9689"/>
                  </a:lnTo>
                  <a:lnTo>
                    <a:pt x="2113" y="9647"/>
                  </a:lnTo>
                  <a:lnTo>
                    <a:pt x="2218" y="9647"/>
                  </a:lnTo>
                  <a:lnTo>
                    <a:pt x="2281" y="9668"/>
                  </a:lnTo>
                  <a:lnTo>
                    <a:pt x="2323" y="9647"/>
                  </a:lnTo>
                  <a:cubicBezTo>
                    <a:pt x="2323" y="9668"/>
                    <a:pt x="2364" y="9730"/>
                    <a:pt x="2364" y="9751"/>
                  </a:cubicBezTo>
                  <a:lnTo>
                    <a:pt x="2218" y="9856"/>
                  </a:lnTo>
                  <a:lnTo>
                    <a:pt x="2218" y="9940"/>
                  </a:lnTo>
                  <a:lnTo>
                    <a:pt x="2155" y="9877"/>
                  </a:lnTo>
                  <a:lnTo>
                    <a:pt x="2051" y="9898"/>
                  </a:lnTo>
                  <a:lnTo>
                    <a:pt x="1967" y="9961"/>
                  </a:lnTo>
                  <a:lnTo>
                    <a:pt x="1904" y="9940"/>
                  </a:lnTo>
                  <a:lnTo>
                    <a:pt x="1841" y="9772"/>
                  </a:lnTo>
                  <a:lnTo>
                    <a:pt x="1779" y="9772"/>
                  </a:lnTo>
                  <a:lnTo>
                    <a:pt x="1632" y="9961"/>
                  </a:lnTo>
                  <a:lnTo>
                    <a:pt x="1632" y="10065"/>
                  </a:lnTo>
                  <a:lnTo>
                    <a:pt x="1527" y="10128"/>
                  </a:lnTo>
                  <a:lnTo>
                    <a:pt x="1486" y="10233"/>
                  </a:lnTo>
                  <a:lnTo>
                    <a:pt x="1653" y="10295"/>
                  </a:lnTo>
                  <a:lnTo>
                    <a:pt x="1674" y="10400"/>
                  </a:lnTo>
                  <a:lnTo>
                    <a:pt x="1653" y="10421"/>
                  </a:lnTo>
                  <a:lnTo>
                    <a:pt x="1653" y="10484"/>
                  </a:lnTo>
                  <a:lnTo>
                    <a:pt x="1737" y="10609"/>
                  </a:lnTo>
                  <a:lnTo>
                    <a:pt x="1862" y="10630"/>
                  </a:lnTo>
                  <a:lnTo>
                    <a:pt x="1862" y="10714"/>
                  </a:lnTo>
                  <a:lnTo>
                    <a:pt x="1904" y="10735"/>
                  </a:lnTo>
                  <a:lnTo>
                    <a:pt x="1946" y="10693"/>
                  </a:lnTo>
                  <a:lnTo>
                    <a:pt x="2009" y="10714"/>
                  </a:lnTo>
                  <a:lnTo>
                    <a:pt x="2072" y="10693"/>
                  </a:lnTo>
                  <a:lnTo>
                    <a:pt x="2072" y="10609"/>
                  </a:lnTo>
                  <a:lnTo>
                    <a:pt x="1967" y="10505"/>
                  </a:lnTo>
                  <a:lnTo>
                    <a:pt x="2009" y="10400"/>
                  </a:lnTo>
                  <a:lnTo>
                    <a:pt x="2072" y="10254"/>
                  </a:lnTo>
                  <a:lnTo>
                    <a:pt x="2197" y="10170"/>
                  </a:lnTo>
                  <a:lnTo>
                    <a:pt x="2218" y="10107"/>
                  </a:lnTo>
                  <a:lnTo>
                    <a:pt x="2364" y="10149"/>
                  </a:lnTo>
                  <a:lnTo>
                    <a:pt x="2511" y="10254"/>
                  </a:lnTo>
                  <a:lnTo>
                    <a:pt x="2574" y="10316"/>
                  </a:lnTo>
                  <a:lnTo>
                    <a:pt x="2636" y="10295"/>
                  </a:lnTo>
                  <a:lnTo>
                    <a:pt x="2699" y="10086"/>
                  </a:lnTo>
                  <a:lnTo>
                    <a:pt x="2825" y="9961"/>
                  </a:lnTo>
                  <a:lnTo>
                    <a:pt x="2825" y="9877"/>
                  </a:lnTo>
                  <a:lnTo>
                    <a:pt x="2783" y="9814"/>
                  </a:lnTo>
                  <a:lnTo>
                    <a:pt x="2741" y="9751"/>
                  </a:lnTo>
                  <a:lnTo>
                    <a:pt x="2616" y="9647"/>
                  </a:lnTo>
                  <a:lnTo>
                    <a:pt x="2532" y="9647"/>
                  </a:lnTo>
                  <a:lnTo>
                    <a:pt x="2469" y="9584"/>
                  </a:lnTo>
                  <a:lnTo>
                    <a:pt x="2302" y="9584"/>
                  </a:lnTo>
                  <a:cubicBezTo>
                    <a:pt x="2302" y="9563"/>
                    <a:pt x="2302" y="9521"/>
                    <a:pt x="2281" y="9479"/>
                  </a:cubicBezTo>
                  <a:lnTo>
                    <a:pt x="2281" y="9458"/>
                  </a:lnTo>
                  <a:lnTo>
                    <a:pt x="2406" y="9375"/>
                  </a:lnTo>
                  <a:lnTo>
                    <a:pt x="2427" y="9333"/>
                  </a:lnTo>
                  <a:lnTo>
                    <a:pt x="2574" y="9228"/>
                  </a:lnTo>
                  <a:lnTo>
                    <a:pt x="2699" y="9165"/>
                  </a:lnTo>
                  <a:lnTo>
                    <a:pt x="2888" y="9207"/>
                  </a:lnTo>
                  <a:lnTo>
                    <a:pt x="2992" y="9165"/>
                  </a:lnTo>
                  <a:lnTo>
                    <a:pt x="3034" y="9228"/>
                  </a:lnTo>
                  <a:lnTo>
                    <a:pt x="3034" y="9333"/>
                  </a:lnTo>
                  <a:lnTo>
                    <a:pt x="2950" y="9458"/>
                  </a:lnTo>
                  <a:lnTo>
                    <a:pt x="2929" y="9563"/>
                  </a:lnTo>
                  <a:lnTo>
                    <a:pt x="2992" y="9584"/>
                  </a:lnTo>
                  <a:lnTo>
                    <a:pt x="2992" y="9689"/>
                  </a:lnTo>
                  <a:lnTo>
                    <a:pt x="2992" y="9793"/>
                  </a:lnTo>
                  <a:lnTo>
                    <a:pt x="2950" y="9856"/>
                  </a:lnTo>
                  <a:lnTo>
                    <a:pt x="2992" y="9961"/>
                  </a:lnTo>
                  <a:lnTo>
                    <a:pt x="3097" y="10002"/>
                  </a:lnTo>
                  <a:lnTo>
                    <a:pt x="3243" y="10170"/>
                  </a:lnTo>
                  <a:lnTo>
                    <a:pt x="3348" y="10191"/>
                  </a:lnTo>
                  <a:lnTo>
                    <a:pt x="3432" y="10170"/>
                  </a:lnTo>
                  <a:lnTo>
                    <a:pt x="3536" y="10002"/>
                  </a:lnTo>
                  <a:lnTo>
                    <a:pt x="3536" y="9898"/>
                  </a:lnTo>
                  <a:lnTo>
                    <a:pt x="3578" y="9856"/>
                  </a:lnTo>
                  <a:lnTo>
                    <a:pt x="3620" y="9793"/>
                  </a:lnTo>
                  <a:lnTo>
                    <a:pt x="3578" y="9710"/>
                  </a:lnTo>
                  <a:lnTo>
                    <a:pt x="3662" y="9584"/>
                  </a:lnTo>
                  <a:lnTo>
                    <a:pt x="3766" y="9563"/>
                  </a:lnTo>
                  <a:lnTo>
                    <a:pt x="3850" y="9563"/>
                  </a:lnTo>
                  <a:lnTo>
                    <a:pt x="3871" y="9500"/>
                  </a:lnTo>
                  <a:lnTo>
                    <a:pt x="3850" y="9458"/>
                  </a:lnTo>
                  <a:lnTo>
                    <a:pt x="3829" y="9333"/>
                  </a:lnTo>
                  <a:lnTo>
                    <a:pt x="3620" y="9249"/>
                  </a:lnTo>
                  <a:lnTo>
                    <a:pt x="3578" y="9186"/>
                  </a:lnTo>
                  <a:lnTo>
                    <a:pt x="3641" y="9040"/>
                  </a:lnTo>
                  <a:lnTo>
                    <a:pt x="3724" y="8977"/>
                  </a:lnTo>
                  <a:lnTo>
                    <a:pt x="3766" y="8956"/>
                  </a:lnTo>
                  <a:lnTo>
                    <a:pt x="3745" y="9019"/>
                  </a:lnTo>
                  <a:lnTo>
                    <a:pt x="3745" y="9145"/>
                  </a:lnTo>
                  <a:lnTo>
                    <a:pt x="3787" y="9165"/>
                  </a:lnTo>
                  <a:lnTo>
                    <a:pt x="3850" y="9145"/>
                  </a:lnTo>
                  <a:lnTo>
                    <a:pt x="3871" y="9124"/>
                  </a:lnTo>
                  <a:lnTo>
                    <a:pt x="3955" y="9145"/>
                  </a:lnTo>
                  <a:lnTo>
                    <a:pt x="3996" y="9186"/>
                  </a:lnTo>
                  <a:lnTo>
                    <a:pt x="4059" y="9165"/>
                  </a:lnTo>
                  <a:lnTo>
                    <a:pt x="4101" y="9165"/>
                  </a:lnTo>
                  <a:lnTo>
                    <a:pt x="4080" y="9228"/>
                  </a:lnTo>
                  <a:lnTo>
                    <a:pt x="3976" y="9249"/>
                  </a:lnTo>
                  <a:lnTo>
                    <a:pt x="3976" y="9270"/>
                  </a:lnTo>
                  <a:lnTo>
                    <a:pt x="3996" y="9291"/>
                  </a:lnTo>
                  <a:lnTo>
                    <a:pt x="4080" y="9270"/>
                  </a:lnTo>
                  <a:lnTo>
                    <a:pt x="4206" y="9186"/>
                  </a:lnTo>
                  <a:lnTo>
                    <a:pt x="4499" y="9228"/>
                  </a:lnTo>
                  <a:lnTo>
                    <a:pt x="4666" y="9186"/>
                  </a:lnTo>
                  <a:lnTo>
                    <a:pt x="4603" y="9165"/>
                  </a:lnTo>
                  <a:lnTo>
                    <a:pt x="4582" y="9061"/>
                  </a:lnTo>
                  <a:lnTo>
                    <a:pt x="4603" y="8935"/>
                  </a:lnTo>
                  <a:lnTo>
                    <a:pt x="4729" y="8873"/>
                  </a:lnTo>
                  <a:lnTo>
                    <a:pt x="4833" y="8914"/>
                  </a:lnTo>
                  <a:lnTo>
                    <a:pt x="4875" y="9019"/>
                  </a:lnTo>
                  <a:lnTo>
                    <a:pt x="4833" y="9124"/>
                  </a:lnTo>
                  <a:lnTo>
                    <a:pt x="4896" y="9186"/>
                  </a:lnTo>
                  <a:lnTo>
                    <a:pt x="4980" y="9186"/>
                  </a:lnTo>
                  <a:lnTo>
                    <a:pt x="5043" y="9061"/>
                  </a:lnTo>
                  <a:lnTo>
                    <a:pt x="4980" y="8852"/>
                  </a:lnTo>
                  <a:lnTo>
                    <a:pt x="5001" y="8726"/>
                  </a:lnTo>
                  <a:lnTo>
                    <a:pt x="5126" y="8621"/>
                  </a:lnTo>
                  <a:lnTo>
                    <a:pt x="5210" y="8621"/>
                  </a:lnTo>
                  <a:lnTo>
                    <a:pt x="5231" y="8559"/>
                  </a:lnTo>
                  <a:lnTo>
                    <a:pt x="5189" y="8496"/>
                  </a:lnTo>
                  <a:lnTo>
                    <a:pt x="5210" y="8349"/>
                  </a:lnTo>
                  <a:lnTo>
                    <a:pt x="5294" y="8308"/>
                  </a:lnTo>
                  <a:lnTo>
                    <a:pt x="5398" y="8329"/>
                  </a:lnTo>
                  <a:lnTo>
                    <a:pt x="5419" y="8391"/>
                  </a:lnTo>
                  <a:lnTo>
                    <a:pt x="5357" y="8454"/>
                  </a:lnTo>
                  <a:lnTo>
                    <a:pt x="5336" y="8621"/>
                  </a:lnTo>
                  <a:lnTo>
                    <a:pt x="5357" y="8956"/>
                  </a:lnTo>
                  <a:lnTo>
                    <a:pt x="5419" y="8998"/>
                  </a:lnTo>
                  <a:lnTo>
                    <a:pt x="5503" y="8935"/>
                  </a:lnTo>
                  <a:lnTo>
                    <a:pt x="5545" y="8831"/>
                  </a:lnTo>
                  <a:lnTo>
                    <a:pt x="5649" y="8831"/>
                  </a:lnTo>
                  <a:lnTo>
                    <a:pt x="5754" y="8726"/>
                  </a:lnTo>
                  <a:lnTo>
                    <a:pt x="5817" y="8580"/>
                  </a:lnTo>
                  <a:lnTo>
                    <a:pt x="5775" y="8475"/>
                  </a:lnTo>
                  <a:lnTo>
                    <a:pt x="5921" y="8370"/>
                  </a:lnTo>
                  <a:lnTo>
                    <a:pt x="5880" y="8287"/>
                  </a:lnTo>
                  <a:lnTo>
                    <a:pt x="5838" y="8224"/>
                  </a:lnTo>
                  <a:lnTo>
                    <a:pt x="5712" y="8057"/>
                  </a:lnTo>
                  <a:lnTo>
                    <a:pt x="5649" y="7910"/>
                  </a:lnTo>
                  <a:lnTo>
                    <a:pt x="5629" y="7638"/>
                  </a:lnTo>
                  <a:lnTo>
                    <a:pt x="5670" y="7324"/>
                  </a:lnTo>
                  <a:lnTo>
                    <a:pt x="5670" y="7115"/>
                  </a:lnTo>
                  <a:lnTo>
                    <a:pt x="5566" y="6717"/>
                  </a:lnTo>
                  <a:lnTo>
                    <a:pt x="5440" y="6529"/>
                  </a:lnTo>
                  <a:lnTo>
                    <a:pt x="5440" y="6383"/>
                  </a:lnTo>
                  <a:lnTo>
                    <a:pt x="5461" y="6194"/>
                  </a:lnTo>
                  <a:lnTo>
                    <a:pt x="5649" y="6111"/>
                  </a:lnTo>
                  <a:lnTo>
                    <a:pt x="5733" y="6111"/>
                  </a:lnTo>
                  <a:lnTo>
                    <a:pt x="5775" y="6194"/>
                  </a:lnTo>
                  <a:lnTo>
                    <a:pt x="5817" y="6132"/>
                  </a:lnTo>
                  <a:lnTo>
                    <a:pt x="5775" y="6006"/>
                  </a:lnTo>
                  <a:lnTo>
                    <a:pt x="5754" y="5922"/>
                  </a:lnTo>
                  <a:lnTo>
                    <a:pt x="5733" y="5880"/>
                  </a:lnTo>
                  <a:lnTo>
                    <a:pt x="5712" y="5776"/>
                  </a:lnTo>
                  <a:lnTo>
                    <a:pt x="5712" y="5713"/>
                  </a:lnTo>
                  <a:lnTo>
                    <a:pt x="5712" y="5650"/>
                  </a:lnTo>
                  <a:lnTo>
                    <a:pt x="5754" y="5567"/>
                  </a:lnTo>
                  <a:lnTo>
                    <a:pt x="5754" y="5546"/>
                  </a:lnTo>
                  <a:lnTo>
                    <a:pt x="5754" y="5462"/>
                  </a:lnTo>
                  <a:lnTo>
                    <a:pt x="5733" y="5399"/>
                  </a:lnTo>
                  <a:lnTo>
                    <a:pt x="5733" y="5274"/>
                  </a:lnTo>
                  <a:lnTo>
                    <a:pt x="5754" y="5190"/>
                  </a:lnTo>
                  <a:lnTo>
                    <a:pt x="5712" y="5127"/>
                  </a:lnTo>
                  <a:lnTo>
                    <a:pt x="5670" y="4876"/>
                  </a:lnTo>
                  <a:lnTo>
                    <a:pt x="5566" y="4709"/>
                  </a:lnTo>
                  <a:lnTo>
                    <a:pt x="5545" y="4709"/>
                  </a:lnTo>
                  <a:lnTo>
                    <a:pt x="5503" y="4667"/>
                  </a:lnTo>
                  <a:lnTo>
                    <a:pt x="5503" y="4437"/>
                  </a:lnTo>
                  <a:lnTo>
                    <a:pt x="5398" y="4332"/>
                  </a:lnTo>
                  <a:lnTo>
                    <a:pt x="5147" y="4081"/>
                  </a:lnTo>
                  <a:lnTo>
                    <a:pt x="5105" y="3976"/>
                  </a:lnTo>
                  <a:lnTo>
                    <a:pt x="5043" y="3788"/>
                  </a:lnTo>
                  <a:lnTo>
                    <a:pt x="5043" y="3600"/>
                  </a:lnTo>
                  <a:lnTo>
                    <a:pt x="5043" y="3558"/>
                  </a:lnTo>
                  <a:lnTo>
                    <a:pt x="4980" y="3600"/>
                  </a:lnTo>
                  <a:lnTo>
                    <a:pt x="4917" y="3600"/>
                  </a:lnTo>
                  <a:lnTo>
                    <a:pt x="4896" y="3579"/>
                  </a:lnTo>
                  <a:lnTo>
                    <a:pt x="4896" y="3558"/>
                  </a:lnTo>
                  <a:cubicBezTo>
                    <a:pt x="4854" y="3474"/>
                    <a:pt x="4812" y="3412"/>
                    <a:pt x="4750" y="3349"/>
                  </a:cubicBezTo>
                  <a:lnTo>
                    <a:pt x="4792" y="3265"/>
                  </a:lnTo>
                  <a:lnTo>
                    <a:pt x="4854" y="3160"/>
                  </a:lnTo>
                  <a:lnTo>
                    <a:pt x="4812" y="3077"/>
                  </a:lnTo>
                  <a:lnTo>
                    <a:pt x="4687" y="3077"/>
                  </a:lnTo>
                  <a:lnTo>
                    <a:pt x="4540" y="3056"/>
                  </a:lnTo>
                  <a:lnTo>
                    <a:pt x="4394" y="2888"/>
                  </a:lnTo>
                  <a:lnTo>
                    <a:pt x="4268" y="2930"/>
                  </a:lnTo>
                  <a:lnTo>
                    <a:pt x="4122" y="2847"/>
                  </a:lnTo>
                  <a:lnTo>
                    <a:pt x="4101" y="2763"/>
                  </a:lnTo>
                  <a:lnTo>
                    <a:pt x="4101" y="2658"/>
                  </a:lnTo>
                  <a:lnTo>
                    <a:pt x="4185" y="2575"/>
                  </a:lnTo>
                  <a:lnTo>
                    <a:pt x="4268" y="2575"/>
                  </a:lnTo>
                  <a:lnTo>
                    <a:pt x="4415" y="2679"/>
                  </a:lnTo>
                  <a:lnTo>
                    <a:pt x="4478" y="2721"/>
                  </a:lnTo>
                  <a:lnTo>
                    <a:pt x="4603" y="2533"/>
                  </a:lnTo>
                  <a:lnTo>
                    <a:pt x="4729" y="2428"/>
                  </a:lnTo>
                  <a:lnTo>
                    <a:pt x="4833" y="2428"/>
                  </a:lnTo>
                  <a:lnTo>
                    <a:pt x="4896" y="2470"/>
                  </a:lnTo>
                  <a:lnTo>
                    <a:pt x="4959" y="2512"/>
                  </a:lnTo>
                  <a:lnTo>
                    <a:pt x="5064" y="2470"/>
                  </a:lnTo>
                  <a:lnTo>
                    <a:pt x="5168" y="2575"/>
                  </a:lnTo>
                  <a:lnTo>
                    <a:pt x="5336" y="2721"/>
                  </a:lnTo>
                  <a:lnTo>
                    <a:pt x="5524" y="2784"/>
                  </a:lnTo>
                  <a:lnTo>
                    <a:pt x="5691" y="2847"/>
                  </a:lnTo>
                  <a:lnTo>
                    <a:pt x="5754" y="2930"/>
                  </a:lnTo>
                  <a:lnTo>
                    <a:pt x="5859" y="2972"/>
                  </a:lnTo>
                  <a:lnTo>
                    <a:pt x="5859" y="2888"/>
                  </a:lnTo>
                  <a:lnTo>
                    <a:pt x="5880" y="2784"/>
                  </a:lnTo>
                  <a:lnTo>
                    <a:pt x="5859" y="2658"/>
                  </a:lnTo>
                  <a:lnTo>
                    <a:pt x="5880" y="2470"/>
                  </a:lnTo>
                  <a:lnTo>
                    <a:pt x="5942" y="2240"/>
                  </a:lnTo>
                  <a:lnTo>
                    <a:pt x="6089" y="2031"/>
                  </a:lnTo>
                  <a:lnTo>
                    <a:pt x="6193" y="2010"/>
                  </a:lnTo>
                  <a:lnTo>
                    <a:pt x="6298" y="2031"/>
                  </a:lnTo>
                  <a:lnTo>
                    <a:pt x="6465" y="2031"/>
                  </a:lnTo>
                  <a:lnTo>
                    <a:pt x="6465" y="1989"/>
                  </a:lnTo>
                  <a:lnTo>
                    <a:pt x="6528" y="1926"/>
                  </a:lnTo>
                  <a:lnTo>
                    <a:pt x="6591" y="1947"/>
                  </a:lnTo>
                  <a:lnTo>
                    <a:pt x="6675" y="1947"/>
                  </a:lnTo>
                  <a:lnTo>
                    <a:pt x="6717" y="1905"/>
                  </a:lnTo>
                  <a:lnTo>
                    <a:pt x="6737" y="1821"/>
                  </a:lnTo>
                  <a:lnTo>
                    <a:pt x="6842" y="1779"/>
                  </a:lnTo>
                  <a:lnTo>
                    <a:pt x="6926" y="1717"/>
                  </a:lnTo>
                  <a:lnTo>
                    <a:pt x="6926" y="1612"/>
                  </a:lnTo>
                  <a:lnTo>
                    <a:pt x="6989" y="1591"/>
                  </a:lnTo>
                  <a:lnTo>
                    <a:pt x="7009" y="1507"/>
                  </a:lnTo>
                  <a:lnTo>
                    <a:pt x="6926" y="1507"/>
                  </a:lnTo>
                  <a:lnTo>
                    <a:pt x="6863" y="1591"/>
                  </a:lnTo>
                  <a:lnTo>
                    <a:pt x="6800" y="1675"/>
                  </a:lnTo>
                  <a:lnTo>
                    <a:pt x="6717" y="1675"/>
                  </a:lnTo>
                  <a:lnTo>
                    <a:pt x="6717" y="1612"/>
                  </a:lnTo>
                  <a:lnTo>
                    <a:pt x="6717" y="1528"/>
                  </a:lnTo>
                  <a:lnTo>
                    <a:pt x="6612" y="1403"/>
                  </a:lnTo>
                  <a:lnTo>
                    <a:pt x="6486" y="1319"/>
                  </a:lnTo>
                  <a:lnTo>
                    <a:pt x="6445" y="1277"/>
                  </a:lnTo>
                  <a:lnTo>
                    <a:pt x="6445" y="1110"/>
                  </a:lnTo>
                  <a:lnTo>
                    <a:pt x="6486" y="943"/>
                  </a:lnTo>
                  <a:lnTo>
                    <a:pt x="6486" y="838"/>
                  </a:lnTo>
                  <a:lnTo>
                    <a:pt x="6465" y="775"/>
                  </a:lnTo>
                  <a:lnTo>
                    <a:pt x="6445" y="796"/>
                  </a:lnTo>
                  <a:lnTo>
                    <a:pt x="6403" y="901"/>
                  </a:lnTo>
                  <a:lnTo>
                    <a:pt x="6298" y="1047"/>
                  </a:lnTo>
                  <a:lnTo>
                    <a:pt x="6131" y="1173"/>
                  </a:lnTo>
                  <a:lnTo>
                    <a:pt x="5963" y="1194"/>
                  </a:lnTo>
                  <a:lnTo>
                    <a:pt x="5901" y="1173"/>
                  </a:lnTo>
                  <a:lnTo>
                    <a:pt x="5838" y="1194"/>
                  </a:lnTo>
                  <a:lnTo>
                    <a:pt x="5733" y="1089"/>
                  </a:lnTo>
                  <a:lnTo>
                    <a:pt x="5608" y="1068"/>
                  </a:lnTo>
                  <a:lnTo>
                    <a:pt x="5419" y="984"/>
                  </a:lnTo>
                  <a:lnTo>
                    <a:pt x="5315" y="880"/>
                  </a:lnTo>
                  <a:lnTo>
                    <a:pt x="5210" y="859"/>
                  </a:lnTo>
                  <a:lnTo>
                    <a:pt x="5147" y="775"/>
                  </a:lnTo>
                  <a:lnTo>
                    <a:pt x="5001" y="671"/>
                  </a:lnTo>
                  <a:lnTo>
                    <a:pt x="4729" y="419"/>
                  </a:lnTo>
                  <a:lnTo>
                    <a:pt x="4645" y="252"/>
                  </a:lnTo>
                  <a:lnTo>
                    <a:pt x="4499" y="231"/>
                  </a:lnTo>
                  <a:lnTo>
                    <a:pt x="4310" y="64"/>
                  </a:lnTo>
                  <a:lnTo>
                    <a:pt x="42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1" name="Google Shape;2411;p56"/>
            <p:cNvSpPr/>
            <p:nvPr/>
          </p:nvSpPr>
          <p:spPr>
            <a:xfrm>
              <a:off x="4580490" y="2850992"/>
              <a:ext cx="28661" cy="38087"/>
            </a:xfrm>
            <a:custGeom>
              <a:avLst/>
              <a:gdLst/>
              <a:ahLst/>
              <a:cxnLst/>
              <a:rect l="l" t="t" r="r" b="b"/>
              <a:pathLst>
                <a:path w="2407" h="3349" extrusionOk="0">
                  <a:moveTo>
                    <a:pt x="1256" y="1"/>
                  </a:moveTo>
                  <a:lnTo>
                    <a:pt x="1005" y="126"/>
                  </a:lnTo>
                  <a:lnTo>
                    <a:pt x="628" y="189"/>
                  </a:lnTo>
                  <a:lnTo>
                    <a:pt x="419" y="377"/>
                  </a:lnTo>
                  <a:lnTo>
                    <a:pt x="210" y="419"/>
                  </a:lnTo>
                  <a:lnTo>
                    <a:pt x="21" y="586"/>
                  </a:lnTo>
                  <a:lnTo>
                    <a:pt x="0" y="712"/>
                  </a:lnTo>
                  <a:lnTo>
                    <a:pt x="0" y="733"/>
                  </a:lnTo>
                  <a:lnTo>
                    <a:pt x="105" y="649"/>
                  </a:lnTo>
                  <a:lnTo>
                    <a:pt x="293" y="691"/>
                  </a:lnTo>
                  <a:lnTo>
                    <a:pt x="210" y="712"/>
                  </a:lnTo>
                  <a:lnTo>
                    <a:pt x="419" y="921"/>
                  </a:lnTo>
                  <a:lnTo>
                    <a:pt x="565" y="1130"/>
                  </a:lnTo>
                  <a:lnTo>
                    <a:pt x="649" y="1130"/>
                  </a:lnTo>
                  <a:lnTo>
                    <a:pt x="607" y="1214"/>
                  </a:lnTo>
                  <a:lnTo>
                    <a:pt x="712" y="1319"/>
                  </a:lnTo>
                  <a:lnTo>
                    <a:pt x="733" y="1423"/>
                  </a:lnTo>
                  <a:lnTo>
                    <a:pt x="544" y="1361"/>
                  </a:lnTo>
                  <a:lnTo>
                    <a:pt x="524" y="1277"/>
                  </a:lnTo>
                  <a:lnTo>
                    <a:pt x="461" y="1381"/>
                  </a:lnTo>
                  <a:lnTo>
                    <a:pt x="398" y="1361"/>
                  </a:lnTo>
                  <a:lnTo>
                    <a:pt x="252" y="1549"/>
                  </a:lnTo>
                  <a:lnTo>
                    <a:pt x="524" y="1653"/>
                  </a:lnTo>
                  <a:lnTo>
                    <a:pt x="607" y="1633"/>
                  </a:lnTo>
                  <a:lnTo>
                    <a:pt x="649" y="1758"/>
                  </a:lnTo>
                  <a:lnTo>
                    <a:pt x="649" y="1988"/>
                  </a:lnTo>
                  <a:lnTo>
                    <a:pt x="712" y="2051"/>
                  </a:lnTo>
                  <a:lnTo>
                    <a:pt x="754" y="2009"/>
                  </a:lnTo>
                  <a:lnTo>
                    <a:pt x="858" y="2197"/>
                  </a:lnTo>
                  <a:lnTo>
                    <a:pt x="670" y="2323"/>
                  </a:lnTo>
                  <a:lnTo>
                    <a:pt x="670" y="2386"/>
                  </a:lnTo>
                  <a:lnTo>
                    <a:pt x="754" y="2469"/>
                  </a:lnTo>
                  <a:lnTo>
                    <a:pt x="754" y="2574"/>
                  </a:lnTo>
                  <a:lnTo>
                    <a:pt x="670" y="2595"/>
                  </a:lnTo>
                  <a:lnTo>
                    <a:pt x="670" y="2700"/>
                  </a:lnTo>
                  <a:lnTo>
                    <a:pt x="733" y="2804"/>
                  </a:lnTo>
                  <a:lnTo>
                    <a:pt x="670" y="2804"/>
                  </a:lnTo>
                  <a:lnTo>
                    <a:pt x="816" y="3097"/>
                  </a:lnTo>
                  <a:lnTo>
                    <a:pt x="879" y="3097"/>
                  </a:lnTo>
                  <a:lnTo>
                    <a:pt x="921" y="3223"/>
                  </a:lnTo>
                  <a:lnTo>
                    <a:pt x="963" y="3244"/>
                  </a:lnTo>
                  <a:lnTo>
                    <a:pt x="963" y="3348"/>
                  </a:lnTo>
                  <a:lnTo>
                    <a:pt x="1047" y="3306"/>
                  </a:lnTo>
                  <a:lnTo>
                    <a:pt x="1047" y="3139"/>
                  </a:lnTo>
                  <a:lnTo>
                    <a:pt x="1088" y="3223"/>
                  </a:lnTo>
                  <a:lnTo>
                    <a:pt x="1172" y="3118"/>
                  </a:lnTo>
                  <a:lnTo>
                    <a:pt x="1444" y="2888"/>
                  </a:lnTo>
                  <a:lnTo>
                    <a:pt x="1549" y="2846"/>
                  </a:lnTo>
                  <a:lnTo>
                    <a:pt x="1570" y="2909"/>
                  </a:lnTo>
                  <a:lnTo>
                    <a:pt x="1653" y="2825"/>
                  </a:lnTo>
                  <a:lnTo>
                    <a:pt x="1695" y="2825"/>
                  </a:lnTo>
                  <a:lnTo>
                    <a:pt x="1758" y="2930"/>
                  </a:lnTo>
                  <a:lnTo>
                    <a:pt x="1863" y="2909"/>
                  </a:lnTo>
                  <a:lnTo>
                    <a:pt x="1905" y="2951"/>
                  </a:lnTo>
                  <a:lnTo>
                    <a:pt x="1967" y="2909"/>
                  </a:lnTo>
                  <a:lnTo>
                    <a:pt x="1925" y="2825"/>
                  </a:lnTo>
                  <a:lnTo>
                    <a:pt x="2072" y="2741"/>
                  </a:lnTo>
                  <a:lnTo>
                    <a:pt x="2197" y="2741"/>
                  </a:lnTo>
                  <a:lnTo>
                    <a:pt x="2344" y="2532"/>
                  </a:lnTo>
                  <a:lnTo>
                    <a:pt x="2323" y="2490"/>
                  </a:lnTo>
                  <a:lnTo>
                    <a:pt x="2407" y="2428"/>
                  </a:lnTo>
                  <a:lnTo>
                    <a:pt x="2344" y="1988"/>
                  </a:lnTo>
                  <a:lnTo>
                    <a:pt x="2323" y="1988"/>
                  </a:lnTo>
                  <a:lnTo>
                    <a:pt x="2281" y="2009"/>
                  </a:lnTo>
                  <a:lnTo>
                    <a:pt x="2281" y="1884"/>
                  </a:lnTo>
                  <a:lnTo>
                    <a:pt x="2197" y="1486"/>
                  </a:lnTo>
                  <a:lnTo>
                    <a:pt x="2114" y="1381"/>
                  </a:lnTo>
                  <a:lnTo>
                    <a:pt x="2114" y="1130"/>
                  </a:lnTo>
                  <a:lnTo>
                    <a:pt x="1779" y="712"/>
                  </a:lnTo>
                  <a:lnTo>
                    <a:pt x="1465" y="398"/>
                  </a:lnTo>
                  <a:lnTo>
                    <a:pt x="125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2" name="Google Shape;2412;p56"/>
            <p:cNvSpPr/>
            <p:nvPr/>
          </p:nvSpPr>
          <p:spPr>
            <a:xfrm>
              <a:off x="4566534" y="2807208"/>
              <a:ext cx="32650" cy="53553"/>
            </a:xfrm>
            <a:custGeom>
              <a:avLst/>
              <a:gdLst/>
              <a:ahLst/>
              <a:cxnLst/>
              <a:rect l="l" t="t" r="r" b="b"/>
              <a:pathLst>
                <a:path w="2742" h="4709" extrusionOk="0">
                  <a:moveTo>
                    <a:pt x="2260" y="1"/>
                  </a:moveTo>
                  <a:lnTo>
                    <a:pt x="2177" y="42"/>
                  </a:lnTo>
                  <a:lnTo>
                    <a:pt x="2177" y="168"/>
                  </a:lnTo>
                  <a:lnTo>
                    <a:pt x="2177" y="273"/>
                  </a:lnTo>
                  <a:lnTo>
                    <a:pt x="2240" y="377"/>
                  </a:lnTo>
                  <a:lnTo>
                    <a:pt x="2177" y="482"/>
                  </a:lnTo>
                  <a:lnTo>
                    <a:pt x="2093" y="482"/>
                  </a:lnTo>
                  <a:lnTo>
                    <a:pt x="1988" y="607"/>
                  </a:lnTo>
                  <a:lnTo>
                    <a:pt x="1988" y="733"/>
                  </a:lnTo>
                  <a:lnTo>
                    <a:pt x="1737" y="921"/>
                  </a:lnTo>
                  <a:lnTo>
                    <a:pt x="1612" y="921"/>
                  </a:lnTo>
                  <a:lnTo>
                    <a:pt x="1528" y="1005"/>
                  </a:lnTo>
                  <a:lnTo>
                    <a:pt x="1633" y="1089"/>
                  </a:lnTo>
                  <a:lnTo>
                    <a:pt x="1779" y="1214"/>
                  </a:lnTo>
                  <a:lnTo>
                    <a:pt x="1779" y="1298"/>
                  </a:lnTo>
                  <a:lnTo>
                    <a:pt x="1716" y="1444"/>
                  </a:lnTo>
                  <a:lnTo>
                    <a:pt x="1570" y="1423"/>
                  </a:lnTo>
                  <a:lnTo>
                    <a:pt x="1319" y="1444"/>
                  </a:lnTo>
                  <a:lnTo>
                    <a:pt x="1193" y="1402"/>
                  </a:lnTo>
                  <a:lnTo>
                    <a:pt x="1089" y="1444"/>
                  </a:lnTo>
                  <a:lnTo>
                    <a:pt x="1005" y="1361"/>
                  </a:lnTo>
                  <a:lnTo>
                    <a:pt x="942" y="1319"/>
                  </a:lnTo>
                  <a:lnTo>
                    <a:pt x="838" y="1151"/>
                  </a:lnTo>
                  <a:lnTo>
                    <a:pt x="691" y="1298"/>
                  </a:lnTo>
                  <a:lnTo>
                    <a:pt x="691" y="1465"/>
                  </a:lnTo>
                  <a:lnTo>
                    <a:pt x="691" y="1528"/>
                  </a:lnTo>
                  <a:lnTo>
                    <a:pt x="649" y="1633"/>
                  </a:lnTo>
                  <a:lnTo>
                    <a:pt x="566" y="1926"/>
                  </a:lnTo>
                  <a:lnTo>
                    <a:pt x="461" y="1967"/>
                  </a:lnTo>
                  <a:lnTo>
                    <a:pt x="356" y="2156"/>
                  </a:lnTo>
                  <a:lnTo>
                    <a:pt x="210" y="2260"/>
                  </a:lnTo>
                  <a:lnTo>
                    <a:pt x="210" y="2365"/>
                  </a:lnTo>
                  <a:lnTo>
                    <a:pt x="147" y="2511"/>
                  </a:lnTo>
                  <a:lnTo>
                    <a:pt x="1" y="2616"/>
                  </a:lnTo>
                  <a:lnTo>
                    <a:pt x="1" y="2972"/>
                  </a:lnTo>
                  <a:lnTo>
                    <a:pt x="22" y="3014"/>
                  </a:lnTo>
                  <a:lnTo>
                    <a:pt x="43" y="2993"/>
                  </a:lnTo>
                  <a:lnTo>
                    <a:pt x="84" y="3202"/>
                  </a:lnTo>
                  <a:lnTo>
                    <a:pt x="168" y="3139"/>
                  </a:lnTo>
                  <a:lnTo>
                    <a:pt x="168" y="3034"/>
                  </a:lnTo>
                  <a:lnTo>
                    <a:pt x="315" y="3118"/>
                  </a:lnTo>
                  <a:lnTo>
                    <a:pt x="356" y="3202"/>
                  </a:lnTo>
                  <a:lnTo>
                    <a:pt x="545" y="3181"/>
                  </a:lnTo>
                  <a:lnTo>
                    <a:pt x="587" y="3097"/>
                  </a:lnTo>
                  <a:lnTo>
                    <a:pt x="670" y="3097"/>
                  </a:lnTo>
                  <a:lnTo>
                    <a:pt x="649" y="3181"/>
                  </a:lnTo>
                  <a:lnTo>
                    <a:pt x="566" y="3223"/>
                  </a:lnTo>
                  <a:lnTo>
                    <a:pt x="649" y="3348"/>
                  </a:lnTo>
                  <a:lnTo>
                    <a:pt x="524" y="3558"/>
                  </a:lnTo>
                  <a:lnTo>
                    <a:pt x="524" y="3851"/>
                  </a:lnTo>
                  <a:lnTo>
                    <a:pt x="545" y="3913"/>
                  </a:lnTo>
                  <a:lnTo>
                    <a:pt x="775" y="3913"/>
                  </a:lnTo>
                  <a:lnTo>
                    <a:pt x="880" y="3851"/>
                  </a:lnTo>
                  <a:lnTo>
                    <a:pt x="754" y="3955"/>
                  </a:lnTo>
                  <a:lnTo>
                    <a:pt x="608" y="3955"/>
                  </a:lnTo>
                  <a:lnTo>
                    <a:pt x="545" y="4143"/>
                  </a:lnTo>
                  <a:lnTo>
                    <a:pt x="524" y="4374"/>
                  </a:lnTo>
                  <a:lnTo>
                    <a:pt x="482" y="4478"/>
                  </a:lnTo>
                  <a:lnTo>
                    <a:pt x="545" y="4478"/>
                  </a:lnTo>
                  <a:lnTo>
                    <a:pt x="649" y="4436"/>
                  </a:lnTo>
                  <a:lnTo>
                    <a:pt x="775" y="4478"/>
                  </a:lnTo>
                  <a:lnTo>
                    <a:pt x="670" y="4646"/>
                  </a:lnTo>
                  <a:lnTo>
                    <a:pt x="691" y="4708"/>
                  </a:lnTo>
                  <a:lnTo>
                    <a:pt x="838" y="4604"/>
                  </a:lnTo>
                  <a:lnTo>
                    <a:pt x="900" y="4667"/>
                  </a:lnTo>
                  <a:lnTo>
                    <a:pt x="1005" y="4541"/>
                  </a:lnTo>
                  <a:lnTo>
                    <a:pt x="963" y="4478"/>
                  </a:lnTo>
                  <a:lnTo>
                    <a:pt x="1047" y="4436"/>
                  </a:lnTo>
                  <a:lnTo>
                    <a:pt x="1172" y="4562"/>
                  </a:lnTo>
                  <a:lnTo>
                    <a:pt x="1193" y="4436"/>
                  </a:lnTo>
                  <a:lnTo>
                    <a:pt x="1382" y="4269"/>
                  </a:lnTo>
                  <a:lnTo>
                    <a:pt x="1591" y="4227"/>
                  </a:lnTo>
                  <a:lnTo>
                    <a:pt x="1800" y="4039"/>
                  </a:lnTo>
                  <a:lnTo>
                    <a:pt x="2177" y="3976"/>
                  </a:lnTo>
                  <a:lnTo>
                    <a:pt x="2428" y="3851"/>
                  </a:lnTo>
                  <a:lnTo>
                    <a:pt x="2344" y="3725"/>
                  </a:lnTo>
                  <a:lnTo>
                    <a:pt x="1926" y="3495"/>
                  </a:lnTo>
                  <a:lnTo>
                    <a:pt x="1884" y="3390"/>
                  </a:lnTo>
                  <a:lnTo>
                    <a:pt x="1654" y="3348"/>
                  </a:lnTo>
                  <a:lnTo>
                    <a:pt x="1612" y="3202"/>
                  </a:lnTo>
                  <a:lnTo>
                    <a:pt x="1654" y="3118"/>
                  </a:lnTo>
                  <a:lnTo>
                    <a:pt x="1633" y="2993"/>
                  </a:lnTo>
                  <a:lnTo>
                    <a:pt x="1633" y="2867"/>
                  </a:lnTo>
                  <a:lnTo>
                    <a:pt x="1800" y="2762"/>
                  </a:lnTo>
                  <a:lnTo>
                    <a:pt x="1821" y="2616"/>
                  </a:lnTo>
                  <a:lnTo>
                    <a:pt x="1947" y="2574"/>
                  </a:lnTo>
                  <a:lnTo>
                    <a:pt x="2051" y="2574"/>
                  </a:lnTo>
                  <a:lnTo>
                    <a:pt x="2093" y="2490"/>
                  </a:lnTo>
                  <a:lnTo>
                    <a:pt x="2156" y="2449"/>
                  </a:lnTo>
                  <a:lnTo>
                    <a:pt x="2135" y="2344"/>
                  </a:lnTo>
                  <a:lnTo>
                    <a:pt x="2428" y="2051"/>
                  </a:lnTo>
                  <a:lnTo>
                    <a:pt x="2407" y="1988"/>
                  </a:lnTo>
                  <a:lnTo>
                    <a:pt x="2553" y="1863"/>
                  </a:lnTo>
                  <a:lnTo>
                    <a:pt x="2574" y="1737"/>
                  </a:lnTo>
                  <a:lnTo>
                    <a:pt x="2512" y="1654"/>
                  </a:lnTo>
                  <a:lnTo>
                    <a:pt x="2512" y="1361"/>
                  </a:lnTo>
                  <a:lnTo>
                    <a:pt x="2365" y="1256"/>
                  </a:lnTo>
                  <a:lnTo>
                    <a:pt x="2365" y="1110"/>
                  </a:lnTo>
                  <a:lnTo>
                    <a:pt x="2449" y="817"/>
                  </a:lnTo>
                  <a:lnTo>
                    <a:pt x="2449" y="691"/>
                  </a:lnTo>
                  <a:lnTo>
                    <a:pt x="2532" y="691"/>
                  </a:lnTo>
                  <a:lnTo>
                    <a:pt x="2721" y="482"/>
                  </a:lnTo>
                  <a:lnTo>
                    <a:pt x="2742" y="482"/>
                  </a:lnTo>
                  <a:lnTo>
                    <a:pt x="2637" y="356"/>
                  </a:lnTo>
                  <a:lnTo>
                    <a:pt x="2616" y="293"/>
                  </a:lnTo>
                  <a:lnTo>
                    <a:pt x="2428" y="273"/>
                  </a:lnTo>
                  <a:lnTo>
                    <a:pt x="2365" y="189"/>
                  </a:lnTo>
                  <a:lnTo>
                    <a:pt x="2365" y="84"/>
                  </a:lnTo>
                  <a:lnTo>
                    <a:pt x="226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3" name="Google Shape;2413;p56"/>
            <p:cNvSpPr/>
            <p:nvPr/>
          </p:nvSpPr>
          <p:spPr>
            <a:xfrm>
              <a:off x="4301938" y="2737722"/>
              <a:ext cx="211787" cy="95438"/>
            </a:xfrm>
            <a:custGeom>
              <a:avLst/>
              <a:gdLst/>
              <a:ahLst/>
              <a:cxnLst/>
              <a:rect l="l" t="t" r="r" b="b"/>
              <a:pathLst>
                <a:path w="17786" h="8392" extrusionOk="0">
                  <a:moveTo>
                    <a:pt x="5232" y="1"/>
                  </a:moveTo>
                  <a:lnTo>
                    <a:pt x="5169" y="85"/>
                  </a:lnTo>
                  <a:lnTo>
                    <a:pt x="5169" y="147"/>
                  </a:lnTo>
                  <a:lnTo>
                    <a:pt x="5190" y="252"/>
                  </a:lnTo>
                  <a:lnTo>
                    <a:pt x="5169" y="336"/>
                  </a:lnTo>
                  <a:lnTo>
                    <a:pt x="5085" y="336"/>
                  </a:lnTo>
                  <a:lnTo>
                    <a:pt x="5002" y="357"/>
                  </a:lnTo>
                  <a:lnTo>
                    <a:pt x="4918" y="461"/>
                  </a:lnTo>
                  <a:lnTo>
                    <a:pt x="4918" y="545"/>
                  </a:lnTo>
                  <a:lnTo>
                    <a:pt x="4813" y="670"/>
                  </a:lnTo>
                  <a:lnTo>
                    <a:pt x="4813" y="963"/>
                  </a:lnTo>
                  <a:lnTo>
                    <a:pt x="4855" y="1089"/>
                  </a:lnTo>
                  <a:lnTo>
                    <a:pt x="5023" y="1152"/>
                  </a:lnTo>
                  <a:lnTo>
                    <a:pt x="5085" y="1214"/>
                  </a:lnTo>
                  <a:lnTo>
                    <a:pt x="5190" y="1256"/>
                  </a:lnTo>
                  <a:lnTo>
                    <a:pt x="5211" y="1340"/>
                  </a:lnTo>
                  <a:lnTo>
                    <a:pt x="5190" y="1507"/>
                  </a:lnTo>
                  <a:lnTo>
                    <a:pt x="5190" y="1696"/>
                  </a:lnTo>
                  <a:lnTo>
                    <a:pt x="5295" y="1779"/>
                  </a:lnTo>
                  <a:lnTo>
                    <a:pt x="5378" y="1863"/>
                  </a:lnTo>
                  <a:lnTo>
                    <a:pt x="5232" y="2010"/>
                  </a:lnTo>
                  <a:lnTo>
                    <a:pt x="5043" y="2030"/>
                  </a:lnTo>
                  <a:lnTo>
                    <a:pt x="4960" y="2010"/>
                  </a:lnTo>
                  <a:lnTo>
                    <a:pt x="4918" y="2072"/>
                  </a:lnTo>
                  <a:lnTo>
                    <a:pt x="4813" y="2072"/>
                  </a:lnTo>
                  <a:lnTo>
                    <a:pt x="4709" y="2010"/>
                  </a:lnTo>
                  <a:lnTo>
                    <a:pt x="4479" y="2010"/>
                  </a:lnTo>
                  <a:lnTo>
                    <a:pt x="4374" y="2030"/>
                  </a:lnTo>
                  <a:lnTo>
                    <a:pt x="4290" y="1989"/>
                  </a:lnTo>
                  <a:lnTo>
                    <a:pt x="4186" y="1968"/>
                  </a:lnTo>
                  <a:lnTo>
                    <a:pt x="4081" y="1968"/>
                  </a:lnTo>
                  <a:lnTo>
                    <a:pt x="3955" y="2072"/>
                  </a:lnTo>
                  <a:lnTo>
                    <a:pt x="3851" y="2093"/>
                  </a:lnTo>
                  <a:lnTo>
                    <a:pt x="3767" y="2135"/>
                  </a:lnTo>
                  <a:lnTo>
                    <a:pt x="3558" y="2030"/>
                  </a:lnTo>
                  <a:lnTo>
                    <a:pt x="3453" y="1968"/>
                  </a:lnTo>
                  <a:lnTo>
                    <a:pt x="3181" y="1800"/>
                  </a:lnTo>
                  <a:lnTo>
                    <a:pt x="3139" y="1717"/>
                  </a:lnTo>
                  <a:lnTo>
                    <a:pt x="3118" y="1612"/>
                  </a:lnTo>
                  <a:lnTo>
                    <a:pt x="3077" y="1549"/>
                  </a:lnTo>
                  <a:lnTo>
                    <a:pt x="2888" y="1549"/>
                  </a:lnTo>
                  <a:lnTo>
                    <a:pt x="2805" y="1591"/>
                  </a:lnTo>
                  <a:lnTo>
                    <a:pt x="2700" y="1591"/>
                  </a:lnTo>
                  <a:lnTo>
                    <a:pt x="2658" y="1612"/>
                  </a:lnTo>
                  <a:lnTo>
                    <a:pt x="2512" y="1612"/>
                  </a:lnTo>
                  <a:lnTo>
                    <a:pt x="2470" y="1549"/>
                  </a:lnTo>
                  <a:lnTo>
                    <a:pt x="2428" y="1486"/>
                  </a:lnTo>
                  <a:lnTo>
                    <a:pt x="2365" y="1382"/>
                  </a:lnTo>
                  <a:lnTo>
                    <a:pt x="2344" y="1382"/>
                  </a:lnTo>
                  <a:lnTo>
                    <a:pt x="2261" y="1445"/>
                  </a:lnTo>
                  <a:lnTo>
                    <a:pt x="2030" y="1445"/>
                  </a:lnTo>
                  <a:lnTo>
                    <a:pt x="1905" y="1466"/>
                  </a:lnTo>
                  <a:lnTo>
                    <a:pt x="1717" y="1486"/>
                  </a:lnTo>
                  <a:lnTo>
                    <a:pt x="1633" y="1549"/>
                  </a:lnTo>
                  <a:lnTo>
                    <a:pt x="1549" y="1675"/>
                  </a:lnTo>
                  <a:lnTo>
                    <a:pt x="1466" y="1717"/>
                  </a:lnTo>
                  <a:lnTo>
                    <a:pt x="1298" y="1675"/>
                  </a:lnTo>
                  <a:lnTo>
                    <a:pt x="1256" y="1717"/>
                  </a:lnTo>
                  <a:lnTo>
                    <a:pt x="1256" y="1800"/>
                  </a:lnTo>
                  <a:lnTo>
                    <a:pt x="1319" y="1863"/>
                  </a:lnTo>
                  <a:lnTo>
                    <a:pt x="1256" y="1884"/>
                  </a:lnTo>
                  <a:lnTo>
                    <a:pt x="1193" y="2010"/>
                  </a:lnTo>
                  <a:lnTo>
                    <a:pt x="1110" y="2030"/>
                  </a:lnTo>
                  <a:lnTo>
                    <a:pt x="1005" y="2114"/>
                  </a:lnTo>
                  <a:lnTo>
                    <a:pt x="1005" y="2198"/>
                  </a:lnTo>
                  <a:lnTo>
                    <a:pt x="838" y="2282"/>
                  </a:lnTo>
                  <a:lnTo>
                    <a:pt x="817" y="2386"/>
                  </a:lnTo>
                  <a:lnTo>
                    <a:pt x="796" y="2512"/>
                  </a:lnTo>
                  <a:lnTo>
                    <a:pt x="608" y="2554"/>
                  </a:lnTo>
                  <a:lnTo>
                    <a:pt x="503" y="2658"/>
                  </a:lnTo>
                  <a:lnTo>
                    <a:pt x="482" y="2742"/>
                  </a:lnTo>
                  <a:lnTo>
                    <a:pt x="210" y="2721"/>
                  </a:lnTo>
                  <a:lnTo>
                    <a:pt x="105" y="2763"/>
                  </a:lnTo>
                  <a:lnTo>
                    <a:pt x="1" y="2972"/>
                  </a:lnTo>
                  <a:lnTo>
                    <a:pt x="1" y="3014"/>
                  </a:lnTo>
                  <a:lnTo>
                    <a:pt x="43" y="3056"/>
                  </a:lnTo>
                  <a:lnTo>
                    <a:pt x="43" y="3181"/>
                  </a:lnTo>
                  <a:lnTo>
                    <a:pt x="64" y="3223"/>
                  </a:lnTo>
                  <a:lnTo>
                    <a:pt x="105" y="3286"/>
                  </a:lnTo>
                  <a:lnTo>
                    <a:pt x="147" y="3286"/>
                  </a:lnTo>
                  <a:lnTo>
                    <a:pt x="147" y="3244"/>
                  </a:lnTo>
                  <a:lnTo>
                    <a:pt x="168" y="3244"/>
                  </a:lnTo>
                  <a:lnTo>
                    <a:pt x="189" y="3286"/>
                  </a:lnTo>
                  <a:lnTo>
                    <a:pt x="189" y="3370"/>
                  </a:lnTo>
                  <a:lnTo>
                    <a:pt x="210" y="3453"/>
                  </a:lnTo>
                  <a:lnTo>
                    <a:pt x="294" y="3495"/>
                  </a:lnTo>
                  <a:lnTo>
                    <a:pt x="336" y="3537"/>
                  </a:lnTo>
                  <a:lnTo>
                    <a:pt x="461" y="3642"/>
                  </a:lnTo>
                  <a:lnTo>
                    <a:pt x="566" y="3704"/>
                  </a:lnTo>
                  <a:lnTo>
                    <a:pt x="629" y="3788"/>
                  </a:lnTo>
                  <a:lnTo>
                    <a:pt x="629" y="3851"/>
                  </a:lnTo>
                  <a:lnTo>
                    <a:pt x="670" y="3914"/>
                  </a:lnTo>
                  <a:lnTo>
                    <a:pt x="796" y="3997"/>
                  </a:lnTo>
                  <a:lnTo>
                    <a:pt x="838" y="3997"/>
                  </a:lnTo>
                  <a:lnTo>
                    <a:pt x="859" y="3914"/>
                  </a:lnTo>
                  <a:lnTo>
                    <a:pt x="901" y="3872"/>
                  </a:lnTo>
                  <a:lnTo>
                    <a:pt x="1026" y="3809"/>
                  </a:lnTo>
                  <a:lnTo>
                    <a:pt x="1131" y="3809"/>
                  </a:lnTo>
                  <a:lnTo>
                    <a:pt x="1152" y="3872"/>
                  </a:lnTo>
                  <a:lnTo>
                    <a:pt x="1235" y="3976"/>
                  </a:lnTo>
                  <a:lnTo>
                    <a:pt x="1319" y="3997"/>
                  </a:lnTo>
                  <a:lnTo>
                    <a:pt x="1361" y="3976"/>
                  </a:lnTo>
                  <a:lnTo>
                    <a:pt x="1424" y="3914"/>
                  </a:lnTo>
                  <a:lnTo>
                    <a:pt x="1528" y="3914"/>
                  </a:lnTo>
                  <a:lnTo>
                    <a:pt x="1612" y="3955"/>
                  </a:lnTo>
                  <a:lnTo>
                    <a:pt x="1654" y="4018"/>
                  </a:lnTo>
                  <a:lnTo>
                    <a:pt x="1738" y="4060"/>
                  </a:lnTo>
                  <a:lnTo>
                    <a:pt x="1842" y="4123"/>
                  </a:lnTo>
                  <a:lnTo>
                    <a:pt x="1884" y="4207"/>
                  </a:lnTo>
                  <a:lnTo>
                    <a:pt x="1905" y="4311"/>
                  </a:lnTo>
                  <a:lnTo>
                    <a:pt x="1947" y="4416"/>
                  </a:lnTo>
                  <a:lnTo>
                    <a:pt x="1989" y="4499"/>
                  </a:lnTo>
                  <a:lnTo>
                    <a:pt x="2051" y="4604"/>
                  </a:lnTo>
                  <a:lnTo>
                    <a:pt x="2135" y="4646"/>
                  </a:lnTo>
                  <a:lnTo>
                    <a:pt x="2198" y="4709"/>
                  </a:lnTo>
                  <a:lnTo>
                    <a:pt x="2282" y="4834"/>
                  </a:lnTo>
                  <a:lnTo>
                    <a:pt x="2344" y="4897"/>
                  </a:lnTo>
                  <a:lnTo>
                    <a:pt x="2344" y="5023"/>
                  </a:lnTo>
                  <a:lnTo>
                    <a:pt x="2302" y="5106"/>
                  </a:lnTo>
                  <a:lnTo>
                    <a:pt x="2344" y="5232"/>
                  </a:lnTo>
                  <a:lnTo>
                    <a:pt x="2407" y="5315"/>
                  </a:lnTo>
                  <a:lnTo>
                    <a:pt x="2365" y="5420"/>
                  </a:lnTo>
                  <a:lnTo>
                    <a:pt x="2282" y="5483"/>
                  </a:lnTo>
                  <a:lnTo>
                    <a:pt x="2261" y="5546"/>
                  </a:lnTo>
                  <a:lnTo>
                    <a:pt x="2261" y="5629"/>
                  </a:lnTo>
                  <a:lnTo>
                    <a:pt x="2282" y="5734"/>
                  </a:lnTo>
                  <a:lnTo>
                    <a:pt x="2407" y="5901"/>
                  </a:lnTo>
                  <a:lnTo>
                    <a:pt x="2512" y="5985"/>
                  </a:lnTo>
                  <a:lnTo>
                    <a:pt x="3098" y="6111"/>
                  </a:lnTo>
                  <a:lnTo>
                    <a:pt x="3349" y="6090"/>
                  </a:lnTo>
                  <a:lnTo>
                    <a:pt x="3516" y="6090"/>
                  </a:lnTo>
                  <a:lnTo>
                    <a:pt x="3558" y="6048"/>
                  </a:lnTo>
                  <a:lnTo>
                    <a:pt x="3600" y="6048"/>
                  </a:lnTo>
                  <a:lnTo>
                    <a:pt x="3976" y="6111"/>
                  </a:lnTo>
                  <a:lnTo>
                    <a:pt x="4165" y="6257"/>
                  </a:lnTo>
                  <a:lnTo>
                    <a:pt x="4227" y="6299"/>
                  </a:lnTo>
                  <a:lnTo>
                    <a:pt x="4332" y="6320"/>
                  </a:lnTo>
                  <a:lnTo>
                    <a:pt x="4437" y="6320"/>
                  </a:lnTo>
                  <a:lnTo>
                    <a:pt x="4646" y="6487"/>
                  </a:lnTo>
                  <a:lnTo>
                    <a:pt x="4792" y="6571"/>
                  </a:lnTo>
                  <a:lnTo>
                    <a:pt x="5023" y="6571"/>
                  </a:lnTo>
                  <a:lnTo>
                    <a:pt x="5043" y="6675"/>
                  </a:lnTo>
                  <a:lnTo>
                    <a:pt x="5085" y="6738"/>
                  </a:lnTo>
                  <a:lnTo>
                    <a:pt x="5127" y="6738"/>
                  </a:lnTo>
                  <a:lnTo>
                    <a:pt x="5211" y="6780"/>
                  </a:lnTo>
                  <a:lnTo>
                    <a:pt x="5315" y="6885"/>
                  </a:lnTo>
                  <a:lnTo>
                    <a:pt x="5315" y="6948"/>
                  </a:lnTo>
                  <a:lnTo>
                    <a:pt x="5378" y="7115"/>
                  </a:lnTo>
                  <a:lnTo>
                    <a:pt x="5483" y="7240"/>
                  </a:lnTo>
                  <a:lnTo>
                    <a:pt x="5608" y="7408"/>
                  </a:lnTo>
                  <a:lnTo>
                    <a:pt x="5650" y="7533"/>
                  </a:lnTo>
                  <a:lnTo>
                    <a:pt x="5797" y="7784"/>
                  </a:lnTo>
                  <a:lnTo>
                    <a:pt x="5901" y="7826"/>
                  </a:lnTo>
                  <a:lnTo>
                    <a:pt x="6006" y="7784"/>
                  </a:lnTo>
                  <a:lnTo>
                    <a:pt x="6236" y="7764"/>
                  </a:lnTo>
                  <a:lnTo>
                    <a:pt x="6487" y="7784"/>
                  </a:lnTo>
                  <a:lnTo>
                    <a:pt x="6843" y="7764"/>
                  </a:lnTo>
                  <a:lnTo>
                    <a:pt x="7324" y="7826"/>
                  </a:lnTo>
                  <a:lnTo>
                    <a:pt x="7596" y="7784"/>
                  </a:lnTo>
                  <a:lnTo>
                    <a:pt x="7784" y="7722"/>
                  </a:lnTo>
                  <a:lnTo>
                    <a:pt x="7826" y="7659"/>
                  </a:lnTo>
                  <a:lnTo>
                    <a:pt x="7889" y="7617"/>
                  </a:lnTo>
                  <a:lnTo>
                    <a:pt x="7952" y="7638"/>
                  </a:lnTo>
                  <a:lnTo>
                    <a:pt x="8328" y="7638"/>
                  </a:lnTo>
                  <a:lnTo>
                    <a:pt x="8747" y="7659"/>
                  </a:lnTo>
                  <a:lnTo>
                    <a:pt x="8872" y="7680"/>
                  </a:lnTo>
                  <a:lnTo>
                    <a:pt x="9082" y="7868"/>
                  </a:lnTo>
                  <a:lnTo>
                    <a:pt x="9458" y="8036"/>
                  </a:lnTo>
                  <a:lnTo>
                    <a:pt x="9814" y="8161"/>
                  </a:lnTo>
                  <a:lnTo>
                    <a:pt x="9981" y="8182"/>
                  </a:lnTo>
                  <a:lnTo>
                    <a:pt x="10191" y="8287"/>
                  </a:lnTo>
                  <a:lnTo>
                    <a:pt x="10358" y="8266"/>
                  </a:lnTo>
                  <a:lnTo>
                    <a:pt x="10630" y="8182"/>
                  </a:lnTo>
                  <a:lnTo>
                    <a:pt x="10651" y="8287"/>
                  </a:lnTo>
                  <a:lnTo>
                    <a:pt x="10651" y="8349"/>
                  </a:lnTo>
                  <a:lnTo>
                    <a:pt x="10797" y="8391"/>
                  </a:lnTo>
                  <a:lnTo>
                    <a:pt x="10944" y="8391"/>
                  </a:lnTo>
                  <a:lnTo>
                    <a:pt x="11049" y="8287"/>
                  </a:lnTo>
                  <a:lnTo>
                    <a:pt x="11300" y="8098"/>
                  </a:lnTo>
                  <a:lnTo>
                    <a:pt x="11467" y="7931"/>
                  </a:lnTo>
                  <a:lnTo>
                    <a:pt x="11781" y="7826"/>
                  </a:lnTo>
                  <a:lnTo>
                    <a:pt x="12199" y="7659"/>
                  </a:lnTo>
                  <a:lnTo>
                    <a:pt x="12367" y="7617"/>
                  </a:lnTo>
                  <a:lnTo>
                    <a:pt x="12555" y="7554"/>
                  </a:lnTo>
                  <a:lnTo>
                    <a:pt x="12806" y="7533"/>
                  </a:lnTo>
                  <a:lnTo>
                    <a:pt x="12953" y="7533"/>
                  </a:lnTo>
                  <a:lnTo>
                    <a:pt x="13120" y="7408"/>
                  </a:lnTo>
                  <a:lnTo>
                    <a:pt x="13266" y="7303"/>
                  </a:lnTo>
                  <a:lnTo>
                    <a:pt x="13392" y="7303"/>
                  </a:lnTo>
                  <a:lnTo>
                    <a:pt x="13580" y="7240"/>
                  </a:lnTo>
                  <a:lnTo>
                    <a:pt x="13685" y="7240"/>
                  </a:lnTo>
                  <a:lnTo>
                    <a:pt x="13769" y="7031"/>
                  </a:lnTo>
                  <a:lnTo>
                    <a:pt x="13894" y="6801"/>
                  </a:lnTo>
                  <a:lnTo>
                    <a:pt x="14166" y="6508"/>
                  </a:lnTo>
                  <a:lnTo>
                    <a:pt x="14229" y="6403"/>
                  </a:lnTo>
                  <a:lnTo>
                    <a:pt x="14292" y="6299"/>
                  </a:lnTo>
                  <a:lnTo>
                    <a:pt x="14292" y="6215"/>
                  </a:lnTo>
                  <a:lnTo>
                    <a:pt x="14062" y="6090"/>
                  </a:lnTo>
                  <a:lnTo>
                    <a:pt x="13790" y="5901"/>
                  </a:lnTo>
                  <a:lnTo>
                    <a:pt x="13810" y="5839"/>
                  </a:lnTo>
                  <a:lnTo>
                    <a:pt x="13790" y="5692"/>
                  </a:lnTo>
                  <a:lnTo>
                    <a:pt x="13790" y="5462"/>
                  </a:lnTo>
                  <a:lnTo>
                    <a:pt x="13894" y="5336"/>
                  </a:lnTo>
                  <a:lnTo>
                    <a:pt x="14020" y="5232"/>
                  </a:lnTo>
                  <a:lnTo>
                    <a:pt x="14229" y="5169"/>
                  </a:lnTo>
                  <a:lnTo>
                    <a:pt x="14396" y="5211"/>
                  </a:lnTo>
                  <a:lnTo>
                    <a:pt x="14522" y="5274"/>
                  </a:lnTo>
                  <a:lnTo>
                    <a:pt x="14710" y="5357"/>
                  </a:lnTo>
                  <a:lnTo>
                    <a:pt x="14836" y="5378"/>
                  </a:lnTo>
                  <a:lnTo>
                    <a:pt x="14961" y="5441"/>
                  </a:lnTo>
                  <a:lnTo>
                    <a:pt x="15024" y="5441"/>
                  </a:lnTo>
                  <a:lnTo>
                    <a:pt x="15045" y="5336"/>
                  </a:lnTo>
                  <a:lnTo>
                    <a:pt x="15129" y="5253"/>
                  </a:lnTo>
                  <a:lnTo>
                    <a:pt x="15254" y="5148"/>
                  </a:lnTo>
                  <a:lnTo>
                    <a:pt x="15359" y="5064"/>
                  </a:lnTo>
                  <a:lnTo>
                    <a:pt x="15463" y="4855"/>
                  </a:lnTo>
                  <a:lnTo>
                    <a:pt x="15547" y="4813"/>
                  </a:lnTo>
                  <a:lnTo>
                    <a:pt x="15673" y="4834"/>
                  </a:lnTo>
                  <a:lnTo>
                    <a:pt x="15840" y="4834"/>
                  </a:lnTo>
                  <a:lnTo>
                    <a:pt x="16070" y="4646"/>
                  </a:lnTo>
                  <a:lnTo>
                    <a:pt x="16196" y="4625"/>
                  </a:lnTo>
                  <a:lnTo>
                    <a:pt x="16259" y="4541"/>
                  </a:lnTo>
                  <a:lnTo>
                    <a:pt x="16259" y="4437"/>
                  </a:lnTo>
                  <a:lnTo>
                    <a:pt x="16279" y="4269"/>
                  </a:lnTo>
                  <a:lnTo>
                    <a:pt x="16384" y="4102"/>
                  </a:lnTo>
                  <a:lnTo>
                    <a:pt x="16426" y="4018"/>
                  </a:lnTo>
                  <a:lnTo>
                    <a:pt x="16489" y="4060"/>
                  </a:lnTo>
                  <a:lnTo>
                    <a:pt x="16551" y="4018"/>
                  </a:lnTo>
                  <a:lnTo>
                    <a:pt x="16614" y="3976"/>
                  </a:lnTo>
                  <a:lnTo>
                    <a:pt x="16614" y="3872"/>
                  </a:lnTo>
                  <a:lnTo>
                    <a:pt x="16677" y="3851"/>
                  </a:lnTo>
                  <a:lnTo>
                    <a:pt x="16782" y="3914"/>
                  </a:lnTo>
                  <a:lnTo>
                    <a:pt x="16844" y="3872"/>
                  </a:lnTo>
                  <a:lnTo>
                    <a:pt x="17012" y="3746"/>
                  </a:lnTo>
                  <a:lnTo>
                    <a:pt x="17116" y="3600"/>
                  </a:lnTo>
                  <a:lnTo>
                    <a:pt x="17221" y="3579"/>
                  </a:lnTo>
                  <a:lnTo>
                    <a:pt x="17367" y="3662"/>
                  </a:lnTo>
                  <a:lnTo>
                    <a:pt x="17451" y="3600"/>
                  </a:lnTo>
                  <a:lnTo>
                    <a:pt x="17556" y="3579"/>
                  </a:lnTo>
                  <a:lnTo>
                    <a:pt x="17598" y="3642"/>
                  </a:lnTo>
                  <a:lnTo>
                    <a:pt x="17723" y="3662"/>
                  </a:lnTo>
                  <a:lnTo>
                    <a:pt x="17744" y="3579"/>
                  </a:lnTo>
                  <a:lnTo>
                    <a:pt x="17744" y="3495"/>
                  </a:lnTo>
                  <a:lnTo>
                    <a:pt x="17786" y="3453"/>
                  </a:lnTo>
                  <a:lnTo>
                    <a:pt x="17786" y="3349"/>
                  </a:lnTo>
                  <a:lnTo>
                    <a:pt x="17765" y="3265"/>
                  </a:lnTo>
                  <a:lnTo>
                    <a:pt x="17744" y="3160"/>
                  </a:lnTo>
                  <a:lnTo>
                    <a:pt x="17535" y="3014"/>
                  </a:lnTo>
                  <a:lnTo>
                    <a:pt x="17367" y="2805"/>
                  </a:lnTo>
                  <a:lnTo>
                    <a:pt x="17158" y="2616"/>
                  </a:lnTo>
                  <a:lnTo>
                    <a:pt x="17012" y="2428"/>
                  </a:lnTo>
                  <a:lnTo>
                    <a:pt x="16740" y="2344"/>
                  </a:lnTo>
                  <a:lnTo>
                    <a:pt x="16698" y="2407"/>
                  </a:lnTo>
                  <a:lnTo>
                    <a:pt x="16531" y="2449"/>
                  </a:lnTo>
                  <a:lnTo>
                    <a:pt x="16531" y="2554"/>
                  </a:lnTo>
                  <a:lnTo>
                    <a:pt x="16531" y="2700"/>
                  </a:lnTo>
                  <a:lnTo>
                    <a:pt x="16405" y="2909"/>
                  </a:lnTo>
                  <a:lnTo>
                    <a:pt x="16300" y="2805"/>
                  </a:lnTo>
                  <a:lnTo>
                    <a:pt x="16028" y="2742"/>
                  </a:lnTo>
                  <a:lnTo>
                    <a:pt x="15798" y="2742"/>
                  </a:lnTo>
                  <a:lnTo>
                    <a:pt x="15631" y="2909"/>
                  </a:lnTo>
                  <a:lnTo>
                    <a:pt x="15359" y="2763"/>
                  </a:lnTo>
                  <a:lnTo>
                    <a:pt x="15254" y="2595"/>
                  </a:lnTo>
                  <a:lnTo>
                    <a:pt x="15338" y="2323"/>
                  </a:lnTo>
                  <a:lnTo>
                    <a:pt x="15317" y="2219"/>
                  </a:lnTo>
                  <a:lnTo>
                    <a:pt x="15359" y="2030"/>
                  </a:lnTo>
                  <a:lnTo>
                    <a:pt x="15338" y="1863"/>
                  </a:lnTo>
                  <a:lnTo>
                    <a:pt x="15463" y="963"/>
                  </a:lnTo>
                  <a:lnTo>
                    <a:pt x="15463" y="942"/>
                  </a:lnTo>
                  <a:lnTo>
                    <a:pt x="15422" y="880"/>
                  </a:lnTo>
                  <a:lnTo>
                    <a:pt x="15212" y="838"/>
                  </a:lnTo>
                  <a:lnTo>
                    <a:pt x="14982" y="859"/>
                  </a:lnTo>
                  <a:lnTo>
                    <a:pt x="14982" y="922"/>
                  </a:lnTo>
                  <a:lnTo>
                    <a:pt x="14857" y="984"/>
                  </a:lnTo>
                  <a:lnTo>
                    <a:pt x="14752" y="984"/>
                  </a:lnTo>
                  <a:lnTo>
                    <a:pt x="14710" y="942"/>
                  </a:lnTo>
                  <a:lnTo>
                    <a:pt x="14606" y="1026"/>
                  </a:lnTo>
                  <a:lnTo>
                    <a:pt x="14501" y="963"/>
                  </a:lnTo>
                  <a:lnTo>
                    <a:pt x="14438" y="880"/>
                  </a:lnTo>
                  <a:lnTo>
                    <a:pt x="14313" y="775"/>
                  </a:lnTo>
                  <a:lnTo>
                    <a:pt x="14208" y="775"/>
                  </a:lnTo>
                  <a:lnTo>
                    <a:pt x="14020" y="838"/>
                  </a:lnTo>
                  <a:lnTo>
                    <a:pt x="13999" y="775"/>
                  </a:lnTo>
                  <a:lnTo>
                    <a:pt x="13894" y="775"/>
                  </a:lnTo>
                  <a:lnTo>
                    <a:pt x="13790" y="859"/>
                  </a:lnTo>
                  <a:lnTo>
                    <a:pt x="13769" y="984"/>
                  </a:lnTo>
                  <a:lnTo>
                    <a:pt x="13685" y="1068"/>
                  </a:lnTo>
                  <a:lnTo>
                    <a:pt x="13559" y="1131"/>
                  </a:lnTo>
                  <a:lnTo>
                    <a:pt x="13476" y="1256"/>
                  </a:lnTo>
                  <a:lnTo>
                    <a:pt x="13476" y="1298"/>
                  </a:lnTo>
                  <a:lnTo>
                    <a:pt x="13455" y="1403"/>
                  </a:lnTo>
                  <a:lnTo>
                    <a:pt x="13350" y="1507"/>
                  </a:lnTo>
                  <a:lnTo>
                    <a:pt x="12973" y="1507"/>
                  </a:lnTo>
                  <a:lnTo>
                    <a:pt x="12869" y="1612"/>
                  </a:lnTo>
                  <a:lnTo>
                    <a:pt x="12743" y="1612"/>
                  </a:lnTo>
                  <a:lnTo>
                    <a:pt x="12534" y="1758"/>
                  </a:lnTo>
                  <a:lnTo>
                    <a:pt x="12429" y="1905"/>
                  </a:lnTo>
                  <a:lnTo>
                    <a:pt x="12367" y="1905"/>
                  </a:lnTo>
                  <a:lnTo>
                    <a:pt x="12283" y="1863"/>
                  </a:lnTo>
                  <a:lnTo>
                    <a:pt x="12137" y="1863"/>
                  </a:lnTo>
                  <a:lnTo>
                    <a:pt x="12095" y="1884"/>
                  </a:lnTo>
                  <a:lnTo>
                    <a:pt x="11927" y="1905"/>
                  </a:lnTo>
                  <a:lnTo>
                    <a:pt x="11593" y="1905"/>
                  </a:lnTo>
                  <a:lnTo>
                    <a:pt x="11362" y="1863"/>
                  </a:lnTo>
                  <a:lnTo>
                    <a:pt x="11090" y="1884"/>
                  </a:lnTo>
                  <a:lnTo>
                    <a:pt x="11028" y="1884"/>
                  </a:lnTo>
                  <a:lnTo>
                    <a:pt x="10923" y="1758"/>
                  </a:lnTo>
                  <a:lnTo>
                    <a:pt x="10839" y="1758"/>
                  </a:lnTo>
                  <a:lnTo>
                    <a:pt x="10756" y="1696"/>
                  </a:lnTo>
                  <a:lnTo>
                    <a:pt x="10651" y="1612"/>
                  </a:lnTo>
                  <a:lnTo>
                    <a:pt x="10609" y="1445"/>
                  </a:lnTo>
                  <a:lnTo>
                    <a:pt x="10525" y="1382"/>
                  </a:lnTo>
                  <a:lnTo>
                    <a:pt x="10421" y="1403"/>
                  </a:lnTo>
                  <a:lnTo>
                    <a:pt x="10232" y="1403"/>
                  </a:lnTo>
                  <a:lnTo>
                    <a:pt x="10044" y="1340"/>
                  </a:lnTo>
                  <a:lnTo>
                    <a:pt x="9919" y="1173"/>
                  </a:lnTo>
                  <a:lnTo>
                    <a:pt x="9521" y="1173"/>
                  </a:lnTo>
                  <a:lnTo>
                    <a:pt x="9396" y="1089"/>
                  </a:lnTo>
                  <a:lnTo>
                    <a:pt x="9270" y="1131"/>
                  </a:lnTo>
                  <a:lnTo>
                    <a:pt x="9103" y="1152"/>
                  </a:lnTo>
                  <a:lnTo>
                    <a:pt x="8977" y="1194"/>
                  </a:lnTo>
                  <a:lnTo>
                    <a:pt x="8768" y="1214"/>
                  </a:lnTo>
                  <a:lnTo>
                    <a:pt x="8580" y="1277"/>
                  </a:lnTo>
                  <a:lnTo>
                    <a:pt x="8517" y="1382"/>
                  </a:lnTo>
                  <a:lnTo>
                    <a:pt x="8433" y="1403"/>
                  </a:lnTo>
                  <a:lnTo>
                    <a:pt x="8349" y="1382"/>
                  </a:lnTo>
                  <a:lnTo>
                    <a:pt x="8266" y="1382"/>
                  </a:lnTo>
                  <a:lnTo>
                    <a:pt x="8182" y="1445"/>
                  </a:lnTo>
                  <a:lnTo>
                    <a:pt x="8015" y="1445"/>
                  </a:lnTo>
                  <a:lnTo>
                    <a:pt x="7952" y="1466"/>
                  </a:lnTo>
                  <a:lnTo>
                    <a:pt x="7889" y="1466"/>
                  </a:lnTo>
                  <a:lnTo>
                    <a:pt x="7722" y="1361"/>
                  </a:lnTo>
                  <a:lnTo>
                    <a:pt x="7533" y="1340"/>
                  </a:lnTo>
                  <a:lnTo>
                    <a:pt x="7512" y="1256"/>
                  </a:lnTo>
                  <a:lnTo>
                    <a:pt x="7387" y="1152"/>
                  </a:lnTo>
                  <a:lnTo>
                    <a:pt x="7324" y="1152"/>
                  </a:lnTo>
                  <a:lnTo>
                    <a:pt x="7261" y="1089"/>
                  </a:lnTo>
                  <a:lnTo>
                    <a:pt x="7261" y="984"/>
                  </a:lnTo>
                  <a:lnTo>
                    <a:pt x="7199" y="859"/>
                  </a:lnTo>
                  <a:lnTo>
                    <a:pt x="7136" y="817"/>
                  </a:lnTo>
                  <a:lnTo>
                    <a:pt x="7136" y="691"/>
                  </a:lnTo>
                  <a:lnTo>
                    <a:pt x="7094" y="629"/>
                  </a:lnTo>
                  <a:lnTo>
                    <a:pt x="7094" y="566"/>
                  </a:lnTo>
                  <a:lnTo>
                    <a:pt x="7052" y="461"/>
                  </a:lnTo>
                  <a:lnTo>
                    <a:pt x="6947" y="440"/>
                  </a:lnTo>
                  <a:lnTo>
                    <a:pt x="6696" y="440"/>
                  </a:lnTo>
                  <a:lnTo>
                    <a:pt x="6592" y="419"/>
                  </a:lnTo>
                  <a:lnTo>
                    <a:pt x="6529" y="398"/>
                  </a:lnTo>
                  <a:lnTo>
                    <a:pt x="6383" y="357"/>
                  </a:lnTo>
                  <a:lnTo>
                    <a:pt x="6341" y="315"/>
                  </a:lnTo>
                  <a:lnTo>
                    <a:pt x="6257" y="252"/>
                  </a:lnTo>
                  <a:lnTo>
                    <a:pt x="5901" y="252"/>
                  </a:lnTo>
                  <a:lnTo>
                    <a:pt x="5755" y="210"/>
                  </a:lnTo>
                  <a:lnTo>
                    <a:pt x="5734" y="168"/>
                  </a:lnTo>
                  <a:lnTo>
                    <a:pt x="5567" y="105"/>
                  </a:lnTo>
                  <a:lnTo>
                    <a:pt x="5441" y="43"/>
                  </a:lnTo>
                  <a:lnTo>
                    <a:pt x="537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4" name="Google Shape;2414;p56"/>
            <p:cNvSpPr/>
            <p:nvPr/>
          </p:nvSpPr>
          <p:spPr>
            <a:xfrm>
              <a:off x="4718522" y="3165089"/>
              <a:ext cx="67277" cy="54986"/>
            </a:xfrm>
            <a:custGeom>
              <a:avLst/>
              <a:gdLst/>
              <a:ahLst/>
              <a:cxnLst/>
              <a:rect l="l" t="t" r="r" b="b"/>
              <a:pathLst>
                <a:path w="5650" h="4835" extrusionOk="0">
                  <a:moveTo>
                    <a:pt x="126" y="1"/>
                  </a:moveTo>
                  <a:lnTo>
                    <a:pt x="42" y="2156"/>
                  </a:lnTo>
                  <a:lnTo>
                    <a:pt x="21" y="2323"/>
                  </a:lnTo>
                  <a:lnTo>
                    <a:pt x="21" y="2407"/>
                  </a:lnTo>
                  <a:lnTo>
                    <a:pt x="21" y="2470"/>
                  </a:lnTo>
                  <a:lnTo>
                    <a:pt x="0" y="3872"/>
                  </a:lnTo>
                  <a:lnTo>
                    <a:pt x="168" y="3872"/>
                  </a:lnTo>
                  <a:lnTo>
                    <a:pt x="251" y="3892"/>
                  </a:lnTo>
                  <a:lnTo>
                    <a:pt x="356" y="3872"/>
                  </a:lnTo>
                  <a:lnTo>
                    <a:pt x="732" y="3872"/>
                  </a:lnTo>
                  <a:lnTo>
                    <a:pt x="753" y="3934"/>
                  </a:lnTo>
                  <a:lnTo>
                    <a:pt x="837" y="3997"/>
                  </a:lnTo>
                  <a:lnTo>
                    <a:pt x="942" y="4039"/>
                  </a:lnTo>
                  <a:lnTo>
                    <a:pt x="1046" y="3955"/>
                  </a:lnTo>
                  <a:lnTo>
                    <a:pt x="1256" y="3892"/>
                  </a:lnTo>
                  <a:lnTo>
                    <a:pt x="1276" y="3851"/>
                  </a:lnTo>
                  <a:lnTo>
                    <a:pt x="1318" y="3892"/>
                  </a:lnTo>
                  <a:lnTo>
                    <a:pt x="1381" y="3830"/>
                  </a:lnTo>
                  <a:lnTo>
                    <a:pt x="1360" y="3662"/>
                  </a:lnTo>
                  <a:lnTo>
                    <a:pt x="1214" y="3558"/>
                  </a:lnTo>
                  <a:lnTo>
                    <a:pt x="1046" y="3474"/>
                  </a:lnTo>
                  <a:lnTo>
                    <a:pt x="900" y="3453"/>
                  </a:lnTo>
                  <a:lnTo>
                    <a:pt x="858" y="3411"/>
                  </a:lnTo>
                  <a:lnTo>
                    <a:pt x="753" y="3369"/>
                  </a:lnTo>
                  <a:lnTo>
                    <a:pt x="732" y="3369"/>
                  </a:lnTo>
                  <a:lnTo>
                    <a:pt x="670" y="3328"/>
                  </a:lnTo>
                  <a:lnTo>
                    <a:pt x="649" y="3202"/>
                  </a:lnTo>
                  <a:lnTo>
                    <a:pt x="544" y="3056"/>
                  </a:lnTo>
                  <a:lnTo>
                    <a:pt x="440" y="3014"/>
                  </a:lnTo>
                  <a:lnTo>
                    <a:pt x="419" y="2930"/>
                  </a:lnTo>
                  <a:lnTo>
                    <a:pt x="335" y="2846"/>
                  </a:lnTo>
                  <a:lnTo>
                    <a:pt x="419" y="2909"/>
                  </a:lnTo>
                  <a:lnTo>
                    <a:pt x="440" y="3014"/>
                  </a:lnTo>
                  <a:lnTo>
                    <a:pt x="523" y="3014"/>
                  </a:lnTo>
                  <a:lnTo>
                    <a:pt x="649" y="3097"/>
                  </a:lnTo>
                  <a:lnTo>
                    <a:pt x="670" y="3202"/>
                  </a:lnTo>
                  <a:lnTo>
                    <a:pt x="670" y="3328"/>
                  </a:lnTo>
                  <a:lnTo>
                    <a:pt x="732" y="3328"/>
                  </a:lnTo>
                  <a:lnTo>
                    <a:pt x="879" y="3348"/>
                  </a:lnTo>
                  <a:lnTo>
                    <a:pt x="963" y="3432"/>
                  </a:lnTo>
                  <a:lnTo>
                    <a:pt x="1151" y="3432"/>
                  </a:lnTo>
                  <a:lnTo>
                    <a:pt x="1297" y="3369"/>
                  </a:lnTo>
                  <a:lnTo>
                    <a:pt x="1423" y="3411"/>
                  </a:lnTo>
                  <a:lnTo>
                    <a:pt x="1507" y="3348"/>
                  </a:lnTo>
                  <a:lnTo>
                    <a:pt x="1486" y="3328"/>
                  </a:lnTo>
                  <a:lnTo>
                    <a:pt x="1402" y="3244"/>
                  </a:lnTo>
                  <a:lnTo>
                    <a:pt x="1360" y="3160"/>
                  </a:lnTo>
                  <a:lnTo>
                    <a:pt x="1276" y="3202"/>
                  </a:lnTo>
                  <a:lnTo>
                    <a:pt x="1256" y="3118"/>
                  </a:lnTo>
                  <a:lnTo>
                    <a:pt x="1297" y="3160"/>
                  </a:lnTo>
                  <a:lnTo>
                    <a:pt x="1423" y="3139"/>
                  </a:lnTo>
                  <a:lnTo>
                    <a:pt x="1507" y="3244"/>
                  </a:lnTo>
                  <a:lnTo>
                    <a:pt x="1611" y="3244"/>
                  </a:lnTo>
                  <a:lnTo>
                    <a:pt x="1569" y="3202"/>
                  </a:lnTo>
                  <a:lnTo>
                    <a:pt x="1569" y="3118"/>
                  </a:lnTo>
                  <a:lnTo>
                    <a:pt x="1611" y="3056"/>
                  </a:lnTo>
                  <a:lnTo>
                    <a:pt x="1611" y="3014"/>
                  </a:lnTo>
                  <a:lnTo>
                    <a:pt x="1611" y="2930"/>
                  </a:lnTo>
                  <a:lnTo>
                    <a:pt x="1528" y="2825"/>
                  </a:lnTo>
                  <a:lnTo>
                    <a:pt x="1528" y="2804"/>
                  </a:lnTo>
                  <a:lnTo>
                    <a:pt x="1632" y="2846"/>
                  </a:lnTo>
                  <a:lnTo>
                    <a:pt x="1674" y="2909"/>
                  </a:lnTo>
                  <a:lnTo>
                    <a:pt x="1779" y="3014"/>
                  </a:lnTo>
                  <a:lnTo>
                    <a:pt x="1883" y="3035"/>
                  </a:lnTo>
                  <a:lnTo>
                    <a:pt x="1883" y="2993"/>
                  </a:lnTo>
                  <a:lnTo>
                    <a:pt x="1841" y="2909"/>
                  </a:lnTo>
                  <a:lnTo>
                    <a:pt x="1883" y="2930"/>
                  </a:lnTo>
                  <a:lnTo>
                    <a:pt x="1904" y="3035"/>
                  </a:lnTo>
                  <a:lnTo>
                    <a:pt x="1946" y="3035"/>
                  </a:lnTo>
                  <a:lnTo>
                    <a:pt x="1946" y="2951"/>
                  </a:lnTo>
                  <a:lnTo>
                    <a:pt x="1925" y="2888"/>
                  </a:lnTo>
                  <a:lnTo>
                    <a:pt x="1946" y="2784"/>
                  </a:lnTo>
                  <a:lnTo>
                    <a:pt x="2009" y="2825"/>
                  </a:lnTo>
                  <a:lnTo>
                    <a:pt x="2155" y="2888"/>
                  </a:lnTo>
                  <a:lnTo>
                    <a:pt x="2197" y="2951"/>
                  </a:lnTo>
                  <a:lnTo>
                    <a:pt x="2260" y="2993"/>
                  </a:lnTo>
                  <a:lnTo>
                    <a:pt x="2323" y="2951"/>
                  </a:lnTo>
                  <a:lnTo>
                    <a:pt x="2365" y="2993"/>
                  </a:lnTo>
                  <a:lnTo>
                    <a:pt x="2427" y="2930"/>
                  </a:lnTo>
                  <a:lnTo>
                    <a:pt x="2427" y="3014"/>
                  </a:lnTo>
                  <a:lnTo>
                    <a:pt x="2427" y="3097"/>
                  </a:lnTo>
                  <a:lnTo>
                    <a:pt x="2469" y="3097"/>
                  </a:lnTo>
                  <a:lnTo>
                    <a:pt x="2553" y="3160"/>
                  </a:lnTo>
                  <a:lnTo>
                    <a:pt x="2867" y="3244"/>
                  </a:lnTo>
                  <a:lnTo>
                    <a:pt x="2950" y="3307"/>
                  </a:lnTo>
                  <a:lnTo>
                    <a:pt x="3055" y="3411"/>
                  </a:lnTo>
                  <a:lnTo>
                    <a:pt x="3076" y="3558"/>
                  </a:lnTo>
                  <a:lnTo>
                    <a:pt x="3243" y="3746"/>
                  </a:lnTo>
                  <a:lnTo>
                    <a:pt x="3264" y="3830"/>
                  </a:lnTo>
                  <a:lnTo>
                    <a:pt x="3369" y="3872"/>
                  </a:lnTo>
                  <a:lnTo>
                    <a:pt x="3453" y="3955"/>
                  </a:lnTo>
                  <a:lnTo>
                    <a:pt x="3473" y="4039"/>
                  </a:lnTo>
                  <a:lnTo>
                    <a:pt x="3725" y="4290"/>
                  </a:lnTo>
                  <a:lnTo>
                    <a:pt x="3725" y="4374"/>
                  </a:lnTo>
                  <a:lnTo>
                    <a:pt x="3829" y="4457"/>
                  </a:lnTo>
                  <a:lnTo>
                    <a:pt x="3997" y="4499"/>
                  </a:lnTo>
                  <a:lnTo>
                    <a:pt x="4080" y="4478"/>
                  </a:lnTo>
                  <a:lnTo>
                    <a:pt x="4122" y="4478"/>
                  </a:lnTo>
                  <a:lnTo>
                    <a:pt x="4206" y="4520"/>
                  </a:lnTo>
                  <a:lnTo>
                    <a:pt x="4394" y="4499"/>
                  </a:lnTo>
                  <a:lnTo>
                    <a:pt x="4520" y="4562"/>
                  </a:lnTo>
                  <a:lnTo>
                    <a:pt x="4624" y="4520"/>
                  </a:lnTo>
                  <a:lnTo>
                    <a:pt x="4771" y="4562"/>
                  </a:lnTo>
                  <a:lnTo>
                    <a:pt x="4875" y="4604"/>
                  </a:lnTo>
                  <a:lnTo>
                    <a:pt x="5022" y="4583"/>
                  </a:lnTo>
                  <a:lnTo>
                    <a:pt x="5064" y="4667"/>
                  </a:lnTo>
                  <a:lnTo>
                    <a:pt x="5168" y="4667"/>
                  </a:lnTo>
                  <a:lnTo>
                    <a:pt x="5189" y="4688"/>
                  </a:lnTo>
                  <a:lnTo>
                    <a:pt x="5126" y="4729"/>
                  </a:lnTo>
                  <a:lnTo>
                    <a:pt x="5252" y="4771"/>
                  </a:lnTo>
                  <a:lnTo>
                    <a:pt x="5378" y="4834"/>
                  </a:lnTo>
                  <a:lnTo>
                    <a:pt x="5503" y="4813"/>
                  </a:lnTo>
                  <a:lnTo>
                    <a:pt x="5545" y="4729"/>
                  </a:lnTo>
                  <a:lnTo>
                    <a:pt x="5398" y="4667"/>
                  </a:lnTo>
                  <a:lnTo>
                    <a:pt x="5357" y="4667"/>
                  </a:lnTo>
                  <a:lnTo>
                    <a:pt x="5357" y="4604"/>
                  </a:lnTo>
                  <a:lnTo>
                    <a:pt x="5461" y="4583"/>
                  </a:lnTo>
                  <a:lnTo>
                    <a:pt x="5545" y="4604"/>
                  </a:lnTo>
                  <a:lnTo>
                    <a:pt x="5650" y="4562"/>
                  </a:lnTo>
                  <a:lnTo>
                    <a:pt x="5440" y="4499"/>
                  </a:lnTo>
                  <a:lnTo>
                    <a:pt x="5168" y="4478"/>
                  </a:lnTo>
                  <a:lnTo>
                    <a:pt x="5043" y="4395"/>
                  </a:lnTo>
                  <a:lnTo>
                    <a:pt x="4980" y="4311"/>
                  </a:lnTo>
                  <a:lnTo>
                    <a:pt x="5126" y="4269"/>
                  </a:lnTo>
                  <a:lnTo>
                    <a:pt x="5189" y="4269"/>
                  </a:lnTo>
                  <a:lnTo>
                    <a:pt x="5252" y="4248"/>
                  </a:lnTo>
                  <a:lnTo>
                    <a:pt x="5168" y="4185"/>
                  </a:lnTo>
                  <a:lnTo>
                    <a:pt x="4959" y="4185"/>
                  </a:lnTo>
                  <a:lnTo>
                    <a:pt x="4771" y="4164"/>
                  </a:lnTo>
                  <a:lnTo>
                    <a:pt x="4708" y="4081"/>
                  </a:lnTo>
                  <a:lnTo>
                    <a:pt x="4708" y="3997"/>
                  </a:lnTo>
                  <a:lnTo>
                    <a:pt x="4771" y="3934"/>
                  </a:lnTo>
                  <a:lnTo>
                    <a:pt x="4813" y="3851"/>
                  </a:lnTo>
                  <a:lnTo>
                    <a:pt x="4750" y="3788"/>
                  </a:lnTo>
                  <a:lnTo>
                    <a:pt x="4666" y="3788"/>
                  </a:lnTo>
                  <a:lnTo>
                    <a:pt x="4624" y="3830"/>
                  </a:lnTo>
                  <a:lnTo>
                    <a:pt x="4541" y="3788"/>
                  </a:lnTo>
                  <a:lnTo>
                    <a:pt x="4457" y="3830"/>
                  </a:lnTo>
                  <a:lnTo>
                    <a:pt x="4352" y="3683"/>
                  </a:lnTo>
                  <a:lnTo>
                    <a:pt x="4352" y="3537"/>
                  </a:lnTo>
                  <a:lnTo>
                    <a:pt x="4248" y="3516"/>
                  </a:lnTo>
                  <a:lnTo>
                    <a:pt x="4143" y="3244"/>
                  </a:lnTo>
                  <a:lnTo>
                    <a:pt x="4101" y="3223"/>
                  </a:lnTo>
                  <a:lnTo>
                    <a:pt x="4080" y="3139"/>
                  </a:lnTo>
                  <a:lnTo>
                    <a:pt x="3934" y="3139"/>
                  </a:lnTo>
                  <a:lnTo>
                    <a:pt x="3871" y="3097"/>
                  </a:lnTo>
                  <a:lnTo>
                    <a:pt x="3808" y="2951"/>
                  </a:lnTo>
                  <a:lnTo>
                    <a:pt x="3683" y="2825"/>
                  </a:lnTo>
                  <a:lnTo>
                    <a:pt x="3662" y="2700"/>
                  </a:lnTo>
                  <a:lnTo>
                    <a:pt x="3578" y="2616"/>
                  </a:lnTo>
                  <a:lnTo>
                    <a:pt x="3494" y="2512"/>
                  </a:lnTo>
                  <a:lnTo>
                    <a:pt x="3515" y="2470"/>
                  </a:lnTo>
                  <a:lnTo>
                    <a:pt x="3766" y="2491"/>
                  </a:lnTo>
                  <a:lnTo>
                    <a:pt x="3976" y="2386"/>
                  </a:lnTo>
                  <a:lnTo>
                    <a:pt x="4017" y="2281"/>
                  </a:lnTo>
                  <a:lnTo>
                    <a:pt x="3997" y="2156"/>
                  </a:lnTo>
                  <a:lnTo>
                    <a:pt x="3829" y="1988"/>
                  </a:lnTo>
                  <a:lnTo>
                    <a:pt x="3704" y="1968"/>
                  </a:lnTo>
                  <a:lnTo>
                    <a:pt x="3662" y="1988"/>
                  </a:lnTo>
                  <a:lnTo>
                    <a:pt x="3557" y="1947"/>
                  </a:lnTo>
                  <a:lnTo>
                    <a:pt x="3348" y="1842"/>
                  </a:lnTo>
                  <a:lnTo>
                    <a:pt x="3243" y="1737"/>
                  </a:lnTo>
                  <a:lnTo>
                    <a:pt x="3097" y="1758"/>
                  </a:lnTo>
                  <a:lnTo>
                    <a:pt x="2846" y="1654"/>
                  </a:lnTo>
                  <a:lnTo>
                    <a:pt x="2825" y="1570"/>
                  </a:lnTo>
                  <a:lnTo>
                    <a:pt x="2867" y="1444"/>
                  </a:lnTo>
                  <a:lnTo>
                    <a:pt x="2888" y="1340"/>
                  </a:lnTo>
                  <a:lnTo>
                    <a:pt x="2825" y="1235"/>
                  </a:lnTo>
                  <a:lnTo>
                    <a:pt x="2616" y="1026"/>
                  </a:lnTo>
                  <a:lnTo>
                    <a:pt x="2553" y="1026"/>
                  </a:lnTo>
                  <a:lnTo>
                    <a:pt x="2511" y="1047"/>
                  </a:lnTo>
                  <a:lnTo>
                    <a:pt x="2448" y="963"/>
                  </a:lnTo>
                  <a:lnTo>
                    <a:pt x="2344" y="900"/>
                  </a:lnTo>
                  <a:lnTo>
                    <a:pt x="2323" y="817"/>
                  </a:lnTo>
                  <a:lnTo>
                    <a:pt x="2197" y="796"/>
                  </a:lnTo>
                  <a:lnTo>
                    <a:pt x="2134" y="712"/>
                  </a:lnTo>
                  <a:lnTo>
                    <a:pt x="2092" y="712"/>
                  </a:lnTo>
                  <a:lnTo>
                    <a:pt x="1988" y="649"/>
                  </a:lnTo>
                  <a:lnTo>
                    <a:pt x="1841" y="649"/>
                  </a:lnTo>
                  <a:lnTo>
                    <a:pt x="1716" y="545"/>
                  </a:lnTo>
                  <a:lnTo>
                    <a:pt x="1590" y="524"/>
                  </a:lnTo>
                  <a:lnTo>
                    <a:pt x="1381" y="398"/>
                  </a:lnTo>
                  <a:lnTo>
                    <a:pt x="1067" y="377"/>
                  </a:lnTo>
                  <a:lnTo>
                    <a:pt x="963" y="315"/>
                  </a:lnTo>
                  <a:lnTo>
                    <a:pt x="879" y="231"/>
                  </a:lnTo>
                  <a:lnTo>
                    <a:pt x="837" y="231"/>
                  </a:lnTo>
                  <a:lnTo>
                    <a:pt x="795" y="273"/>
                  </a:lnTo>
                  <a:lnTo>
                    <a:pt x="565" y="189"/>
                  </a:lnTo>
                  <a:lnTo>
                    <a:pt x="523" y="126"/>
                  </a:lnTo>
                  <a:lnTo>
                    <a:pt x="419" y="84"/>
                  </a:lnTo>
                  <a:lnTo>
                    <a:pt x="23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5" name="Google Shape;2415;p56"/>
            <p:cNvSpPr/>
            <p:nvPr/>
          </p:nvSpPr>
          <p:spPr>
            <a:xfrm>
              <a:off x="4567785" y="3016610"/>
              <a:ext cx="54822" cy="91389"/>
            </a:xfrm>
            <a:custGeom>
              <a:avLst/>
              <a:gdLst/>
              <a:ahLst/>
              <a:cxnLst/>
              <a:rect l="l" t="t" r="r" b="b"/>
              <a:pathLst>
                <a:path w="4604" h="8036" extrusionOk="0">
                  <a:moveTo>
                    <a:pt x="586" y="0"/>
                  </a:moveTo>
                  <a:lnTo>
                    <a:pt x="440" y="63"/>
                  </a:lnTo>
                  <a:lnTo>
                    <a:pt x="419" y="189"/>
                  </a:lnTo>
                  <a:lnTo>
                    <a:pt x="314" y="419"/>
                  </a:lnTo>
                  <a:lnTo>
                    <a:pt x="335" y="565"/>
                  </a:lnTo>
                  <a:lnTo>
                    <a:pt x="335" y="795"/>
                  </a:lnTo>
                  <a:lnTo>
                    <a:pt x="251" y="1088"/>
                  </a:lnTo>
                  <a:lnTo>
                    <a:pt x="210" y="1214"/>
                  </a:lnTo>
                  <a:lnTo>
                    <a:pt x="272" y="1402"/>
                  </a:lnTo>
                  <a:lnTo>
                    <a:pt x="272" y="1465"/>
                  </a:lnTo>
                  <a:lnTo>
                    <a:pt x="210" y="1528"/>
                  </a:lnTo>
                  <a:lnTo>
                    <a:pt x="105" y="1507"/>
                  </a:lnTo>
                  <a:lnTo>
                    <a:pt x="21" y="1402"/>
                  </a:lnTo>
                  <a:lnTo>
                    <a:pt x="0" y="1528"/>
                  </a:lnTo>
                  <a:lnTo>
                    <a:pt x="21" y="1653"/>
                  </a:lnTo>
                  <a:lnTo>
                    <a:pt x="105" y="1653"/>
                  </a:lnTo>
                  <a:lnTo>
                    <a:pt x="126" y="1716"/>
                  </a:lnTo>
                  <a:lnTo>
                    <a:pt x="63" y="1779"/>
                  </a:lnTo>
                  <a:lnTo>
                    <a:pt x="126" y="1946"/>
                  </a:lnTo>
                  <a:lnTo>
                    <a:pt x="210" y="2093"/>
                  </a:lnTo>
                  <a:lnTo>
                    <a:pt x="210" y="2302"/>
                  </a:lnTo>
                  <a:lnTo>
                    <a:pt x="251" y="2344"/>
                  </a:lnTo>
                  <a:lnTo>
                    <a:pt x="314" y="2302"/>
                  </a:lnTo>
                  <a:lnTo>
                    <a:pt x="356" y="2344"/>
                  </a:lnTo>
                  <a:lnTo>
                    <a:pt x="356" y="2448"/>
                  </a:lnTo>
                  <a:lnTo>
                    <a:pt x="461" y="2595"/>
                  </a:lnTo>
                  <a:lnTo>
                    <a:pt x="544" y="2595"/>
                  </a:lnTo>
                  <a:lnTo>
                    <a:pt x="628" y="2511"/>
                  </a:lnTo>
                  <a:lnTo>
                    <a:pt x="565" y="2448"/>
                  </a:lnTo>
                  <a:lnTo>
                    <a:pt x="565" y="2365"/>
                  </a:lnTo>
                  <a:lnTo>
                    <a:pt x="691" y="2365"/>
                  </a:lnTo>
                  <a:lnTo>
                    <a:pt x="795" y="2448"/>
                  </a:lnTo>
                  <a:lnTo>
                    <a:pt x="670" y="2595"/>
                  </a:lnTo>
                  <a:lnTo>
                    <a:pt x="628" y="2679"/>
                  </a:lnTo>
                  <a:lnTo>
                    <a:pt x="628" y="2762"/>
                  </a:lnTo>
                  <a:lnTo>
                    <a:pt x="628" y="2888"/>
                  </a:lnTo>
                  <a:lnTo>
                    <a:pt x="691" y="3013"/>
                  </a:lnTo>
                  <a:lnTo>
                    <a:pt x="733" y="2909"/>
                  </a:lnTo>
                  <a:lnTo>
                    <a:pt x="795" y="2888"/>
                  </a:lnTo>
                  <a:lnTo>
                    <a:pt x="858" y="2992"/>
                  </a:lnTo>
                  <a:lnTo>
                    <a:pt x="795" y="3097"/>
                  </a:lnTo>
                  <a:lnTo>
                    <a:pt x="795" y="3097"/>
                  </a:lnTo>
                  <a:lnTo>
                    <a:pt x="879" y="3076"/>
                  </a:lnTo>
                  <a:lnTo>
                    <a:pt x="963" y="3013"/>
                  </a:lnTo>
                  <a:cubicBezTo>
                    <a:pt x="963" y="3097"/>
                    <a:pt x="963" y="3181"/>
                    <a:pt x="984" y="3244"/>
                  </a:cubicBezTo>
                  <a:lnTo>
                    <a:pt x="900" y="3181"/>
                  </a:lnTo>
                  <a:lnTo>
                    <a:pt x="775" y="3202"/>
                  </a:lnTo>
                  <a:lnTo>
                    <a:pt x="649" y="3139"/>
                  </a:lnTo>
                  <a:lnTo>
                    <a:pt x="544" y="3202"/>
                  </a:lnTo>
                  <a:lnTo>
                    <a:pt x="565" y="3244"/>
                  </a:lnTo>
                  <a:lnTo>
                    <a:pt x="649" y="3244"/>
                  </a:lnTo>
                  <a:lnTo>
                    <a:pt x="670" y="3390"/>
                  </a:lnTo>
                  <a:lnTo>
                    <a:pt x="754" y="3411"/>
                  </a:lnTo>
                  <a:lnTo>
                    <a:pt x="816" y="3516"/>
                  </a:lnTo>
                  <a:lnTo>
                    <a:pt x="816" y="3704"/>
                  </a:lnTo>
                  <a:lnTo>
                    <a:pt x="900" y="3746"/>
                  </a:lnTo>
                  <a:lnTo>
                    <a:pt x="900" y="3850"/>
                  </a:lnTo>
                  <a:lnTo>
                    <a:pt x="1005" y="3976"/>
                  </a:lnTo>
                  <a:lnTo>
                    <a:pt x="1109" y="4018"/>
                  </a:lnTo>
                  <a:lnTo>
                    <a:pt x="1214" y="3934"/>
                  </a:lnTo>
                  <a:lnTo>
                    <a:pt x="1214" y="3850"/>
                  </a:lnTo>
                  <a:lnTo>
                    <a:pt x="1277" y="3829"/>
                  </a:lnTo>
                  <a:lnTo>
                    <a:pt x="1277" y="3725"/>
                  </a:lnTo>
                  <a:lnTo>
                    <a:pt x="1214" y="3641"/>
                  </a:lnTo>
                  <a:lnTo>
                    <a:pt x="1277" y="3557"/>
                  </a:lnTo>
                  <a:lnTo>
                    <a:pt x="1277" y="3453"/>
                  </a:lnTo>
                  <a:lnTo>
                    <a:pt x="1172" y="3411"/>
                  </a:lnTo>
                  <a:lnTo>
                    <a:pt x="1109" y="3348"/>
                  </a:lnTo>
                  <a:cubicBezTo>
                    <a:pt x="1130" y="3306"/>
                    <a:pt x="1130" y="3223"/>
                    <a:pt x="1130" y="3181"/>
                  </a:cubicBezTo>
                  <a:lnTo>
                    <a:pt x="1235" y="3097"/>
                  </a:lnTo>
                  <a:lnTo>
                    <a:pt x="1214" y="3013"/>
                  </a:lnTo>
                  <a:lnTo>
                    <a:pt x="1277" y="2930"/>
                  </a:lnTo>
                  <a:lnTo>
                    <a:pt x="1402" y="2930"/>
                  </a:lnTo>
                  <a:lnTo>
                    <a:pt x="1632" y="3034"/>
                  </a:lnTo>
                  <a:lnTo>
                    <a:pt x="1695" y="3118"/>
                  </a:lnTo>
                  <a:lnTo>
                    <a:pt x="1821" y="3202"/>
                  </a:lnTo>
                  <a:lnTo>
                    <a:pt x="1904" y="3327"/>
                  </a:lnTo>
                  <a:lnTo>
                    <a:pt x="1863" y="3306"/>
                  </a:lnTo>
                  <a:cubicBezTo>
                    <a:pt x="1800" y="3264"/>
                    <a:pt x="1716" y="3264"/>
                    <a:pt x="1632" y="3264"/>
                  </a:cubicBezTo>
                  <a:lnTo>
                    <a:pt x="1653" y="3244"/>
                  </a:lnTo>
                  <a:lnTo>
                    <a:pt x="1611" y="3139"/>
                  </a:lnTo>
                  <a:lnTo>
                    <a:pt x="1507" y="3097"/>
                  </a:lnTo>
                  <a:lnTo>
                    <a:pt x="1444" y="3181"/>
                  </a:lnTo>
                  <a:lnTo>
                    <a:pt x="1486" y="3244"/>
                  </a:lnTo>
                  <a:lnTo>
                    <a:pt x="1528" y="3285"/>
                  </a:lnTo>
                  <a:cubicBezTo>
                    <a:pt x="1507" y="3285"/>
                    <a:pt x="1486" y="3306"/>
                    <a:pt x="1444" y="3306"/>
                  </a:cubicBezTo>
                  <a:lnTo>
                    <a:pt x="1444" y="3327"/>
                  </a:lnTo>
                  <a:lnTo>
                    <a:pt x="1591" y="3327"/>
                  </a:lnTo>
                  <a:lnTo>
                    <a:pt x="1611" y="3348"/>
                  </a:lnTo>
                  <a:lnTo>
                    <a:pt x="1611" y="3327"/>
                  </a:lnTo>
                  <a:cubicBezTo>
                    <a:pt x="1695" y="3327"/>
                    <a:pt x="1758" y="3348"/>
                    <a:pt x="1842" y="3390"/>
                  </a:cubicBezTo>
                  <a:cubicBezTo>
                    <a:pt x="1850" y="3393"/>
                    <a:pt x="1858" y="3394"/>
                    <a:pt x="1866" y="3394"/>
                  </a:cubicBezTo>
                  <a:cubicBezTo>
                    <a:pt x="1915" y="3394"/>
                    <a:pt x="1946" y="3342"/>
                    <a:pt x="1946" y="3306"/>
                  </a:cubicBezTo>
                  <a:lnTo>
                    <a:pt x="1967" y="3327"/>
                  </a:lnTo>
                  <a:lnTo>
                    <a:pt x="2030" y="3327"/>
                  </a:lnTo>
                  <a:lnTo>
                    <a:pt x="2009" y="3139"/>
                  </a:lnTo>
                  <a:lnTo>
                    <a:pt x="1863" y="2930"/>
                  </a:lnTo>
                  <a:lnTo>
                    <a:pt x="1904" y="2888"/>
                  </a:lnTo>
                  <a:lnTo>
                    <a:pt x="1946" y="2888"/>
                  </a:lnTo>
                  <a:lnTo>
                    <a:pt x="2030" y="2971"/>
                  </a:lnTo>
                  <a:lnTo>
                    <a:pt x="2114" y="2992"/>
                  </a:lnTo>
                  <a:lnTo>
                    <a:pt x="2176" y="3118"/>
                  </a:lnTo>
                  <a:lnTo>
                    <a:pt x="2344" y="3181"/>
                  </a:lnTo>
                  <a:lnTo>
                    <a:pt x="2386" y="3285"/>
                  </a:lnTo>
                  <a:lnTo>
                    <a:pt x="2386" y="3411"/>
                  </a:lnTo>
                  <a:lnTo>
                    <a:pt x="2469" y="3432"/>
                  </a:lnTo>
                  <a:lnTo>
                    <a:pt x="2595" y="3599"/>
                  </a:lnTo>
                  <a:lnTo>
                    <a:pt x="2699" y="3557"/>
                  </a:lnTo>
                  <a:lnTo>
                    <a:pt x="2699" y="3516"/>
                  </a:lnTo>
                  <a:lnTo>
                    <a:pt x="2804" y="3536"/>
                  </a:lnTo>
                  <a:lnTo>
                    <a:pt x="2804" y="3599"/>
                  </a:lnTo>
                  <a:lnTo>
                    <a:pt x="2741" y="3641"/>
                  </a:lnTo>
                  <a:cubicBezTo>
                    <a:pt x="2741" y="3641"/>
                    <a:pt x="2699" y="3641"/>
                    <a:pt x="2699" y="3662"/>
                  </a:cubicBezTo>
                  <a:cubicBezTo>
                    <a:pt x="2783" y="3913"/>
                    <a:pt x="2992" y="4060"/>
                    <a:pt x="3223" y="4122"/>
                  </a:cubicBezTo>
                  <a:lnTo>
                    <a:pt x="3285" y="4122"/>
                  </a:lnTo>
                  <a:lnTo>
                    <a:pt x="3411" y="4269"/>
                  </a:lnTo>
                  <a:lnTo>
                    <a:pt x="3432" y="4290"/>
                  </a:lnTo>
                  <a:lnTo>
                    <a:pt x="3432" y="4332"/>
                  </a:lnTo>
                  <a:cubicBezTo>
                    <a:pt x="3432" y="4352"/>
                    <a:pt x="3411" y="4394"/>
                    <a:pt x="3411" y="4436"/>
                  </a:cubicBezTo>
                  <a:lnTo>
                    <a:pt x="3411" y="4436"/>
                  </a:lnTo>
                  <a:cubicBezTo>
                    <a:pt x="3411" y="4436"/>
                    <a:pt x="3411" y="4394"/>
                    <a:pt x="3453" y="4394"/>
                  </a:cubicBezTo>
                  <a:lnTo>
                    <a:pt x="3495" y="4436"/>
                  </a:lnTo>
                  <a:lnTo>
                    <a:pt x="3599" y="4478"/>
                  </a:lnTo>
                  <a:lnTo>
                    <a:pt x="3620" y="4562"/>
                  </a:lnTo>
                  <a:lnTo>
                    <a:pt x="3808" y="4562"/>
                  </a:lnTo>
                  <a:lnTo>
                    <a:pt x="3829" y="4583"/>
                  </a:lnTo>
                  <a:lnTo>
                    <a:pt x="3871" y="4562"/>
                  </a:lnTo>
                  <a:lnTo>
                    <a:pt x="3913" y="4583"/>
                  </a:lnTo>
                  <a:lnTo>
                    <a:pt x="3871" y="4499"/>
                  </a:lnTo>
                  <a:lnTo>
                    <a:pt x="3829" y="4394"/>
                  </a:lnTo>
                  <a:lnTo>
                    <a:pt x="3788" y="4352"/>
                  </a:lnTo>
                  <a:lnTo>
                    <a:pt x="3788" y="4185"/>
                  </a:lnTo>
                  <a:lnTo>
                    <a:pt x="3767" y="3976"/>
                  </a:lnTo>
                  <a:lnTo>
                    <a:pt x="3767" y="3934"/>
                  </a:lnTo>
                  <a:lnTo>
                    <a:pt x="3704" y="3913"/>
                  </a:lnTo>
                  <a:lnTo>
                    <a:pt x="3599" y="3767"/>
                  </a:lnTo>
                  <a:lnTo>
                    <a:pt x="3557" y="3662"/>
                  </a:lnTo>
                  <a:lnTo>
                    <a:pt x="3474" y="3662"/>
                  </a:lnTo>
                  <a:lnTo>
                    <a:pt x="3453" y="3704"/>
                  </a:lnTo>
                  <a:lnTo>
                    <a:pt x="3390" y="3662"/>
                  </a:lnTo>
                  <a:lnTo>
                    <a:pt x="3348" y="3662"/>
                  </a:lnTo>
                  <a:lnTo>
                    <a:pt x="3285" y="3725"/>
                  </a:lnTo>
                  <a:lnTo>
                    <a:pt x="3097" y="3725"/>
                  </a:lnTo>
                  <a:lnTo>
                    <a:pt x="3055" y="3704"/>
                  </a:lnTo>
                  <a:lnTo>
                    <a:pt x="3055" y="3767"/>
                  </a:lnTo>
                  <a:lnTo>
                    <a:pt x="3055" y="3808"/>
                  </a:lnTo>
                  <a:cubicBezTo>
                    <a:pt x="2992" y="3767"/>
                    <a:pt x="2972" y="3746"/>
                    <a:pt x="2930" y="3725"/>
                  </a:cubicBezTo>
                  <a:lnTo>
                    <a:pt x="2951" y="3620"/>
                  </a:lnTo>
                  <a:lnTo>
                    <a:pt x="2951" y="3536"/>
                  </a:lnTo>
                  <a:lnTo>
                    <a:pt x="2992" y="3495"/>
                  </a:lnTo>
                  <a:lnTo>
                    <a:pt x="2951" y="3432"/>
                  </a:lnTo>
                  <a:lnTo>
                    <a:pt x="2846" y="3432"/>
                  </a:lnTo>
                  <a:lnTo>
                    <a:pt x="2762" y="3390"/>
                  </a:lnTo>
                  <a:lnTo>
                    <a:pt x="2658" y="3390"/>
                  </a:lnTo>
                  <a:lnTo>
                    <a:pt x="2658" y="3306"/>
                  </a:lnTo>
                  <a:lnTo>
                    <a:pt x="2574" y="3097"/>
                  </a:lnTo>
                  <a:lnTo>
                    <a:pt x="2553" y="2992"/>
                  </a:lnTo>
                  <a:lnTo>
                    <a:pt x="2616" y="2971"/>
                  </a:lnTo>
                  <a:lnTo>
                    <a:pt x="2658" y="2992"/>
                  </a:lnTo>
                  <a:lnTo>
                    <a:pt x="2741" y="2992"/>
                  </a:lnTo>
                  <a:lnTo>
                    <a:pt x="2720" y="2971"/>
                  </a:lnTo>
                  <a:lnTo>
                    <a:pt x="2616" y="2888"/>
                  </a:lnTo>
                  <a:lnTo>
                    <a:pt x="2469" y="2888"/>
                  </a:lnTo>
                  <a:lnTo>
                    <a:pt x="2427" y="2783"/>
                  </a:lnTo>
                  <a:lnTo>
                    <a:pt x="2365" y="2825"/>
                  </a:lnTo>
                  <a:lnTo>
                    <a:pt x="2365" y="2930"/>
                  </a:lnTo>
                  <a:lnTo>
                    <a:pt x="2302" y="2992"/>
                  </a:lnTo>
                  <a:lnTo>
                    <a:pt x="2239" y="2930"/>
                  </a:lnTo>
                  <a:lnTo>
                    <a:pt x="2260" y="2804"/>
                  </a:lnTo>
                  <a:lnTo>
                    <a:pt x="2197" y="2679"/>
                  </a:lnTo>
                  <a:lnTo>
                    <a:pt x="2009" y="2574"/>
                  </a:lnTo>
                  <a:lnTo>
                    <a:pt x="1904" y="2574"/>
                  </a:lnTo>
                  <a:lnTo>
                    <a:pt x="1737" y="2699"/>
                  </a:lnTo>
                  <a:lnTo>
                    <a:pt x="1716" y="2783"/>
                  </a:lnTo>
                  <a:lnTo>
                    <a:pt x="1632" y="2804"/>
                  </a:lnTo>
                  <a:lnTo>
                    <a:pt x="1507" y="2762"/>
                  </a:lnTo>
                  <a:lnTo>
                    <a:pt x="1465" y="2658"/>
                  </a:lnTo>
                  <a:lnTo>
                    <a:pt x="1381" y="2574"/>
                  </a:lnTo>
                  <a:lnTo>
                    <a:pt x="1381" y="2448"/>
                  </a:lnTo>
                  <a:lnTo>
                    <a:pt x="1423" y="2365"/>
                  </a:lnTo>
                  <a:lnTo>
                    <a:pt x="1360" y="2281"/>
                  </a:lnTo>
                  <a:lnTo>
                    <a:pt x="1088" y="2239"/>
                  </a:lnTo>
                  <a:lnTo>
                    <a:pt x="1026" y="2176"/>
                  </a:lnTo>
                  <a:lnTo>
                    <a:pt x="1067" y="2051"/>
                  </a:lnTo>
                  <a:lnTo>
                    <a:pt x="1109" y="1967"/>
                  </a:lnTo>
                  <a:lnTo>
                    <a:pt x="1109" y="1842"/>
                  </a:lnTo>
                  <a:lnTo>
                    <a:pt x="1172" y="1737"/>
                  </a:lnTo>
                  <a:lnTo>
                    <a:pt x="1360" y="1549"/>
                  </a:lnTo>
                  <a:lnTo>
                    <a:pt x="1423" y="1507"/>
                  </a:lnTo>
                  <a:lnTo>
                    <a:pt x="1402" y="1570"/>
                  </a:lnTo>
                  <a:lnTo>
                    <a:pt x="1402" y="1632"/>
                  </a:lnTo>
                  <a:lnTo>
                    <a:pt x="1507" y="1465"/>
                  </a:lnTo>
                  <a:lnTo>
                    <a:pt x="1486" y="1339"/>
                  </a:lnTo>
                  <a:lnTo>
                    <a:pt x="1549" y="1193"/>
                  </a:lnTo>
                  <a:lnTo>
                    <a:pt x="1611" y="921"/>
                  </a:lnTo>
                  <a:lnTo>
                    <a:pt x="1549" y="837"/>
                  </a:lnTo>
                  <a:lnTo>
                    <a:pt x="1528" y="691"/>
                  </a:lnTo>
                  <a:lnTo>
                    <a:pt x="1465" y="649"/>
                  </a:lnTo>
                  <a:lnTo>
                    <a:pt x="1360" y="482"/>
                  </a:lnTo>
                  <a:lnTo>
                    <a:pt x="1381" y="251"/>
                  </a:lnTo>
                  <a:lnTo>
                    <a:pt x="1381" y="189"/>
                  </a:lnTo>
                  <a:lnTo>
                    <a:pt x="1381" y="105"/>
                  </a:lnTo>
                  <a:lnTo>
                    <a:pt x="1298" y="0"/>
                  </a:lnTo>
                  <a:lnTo>
                    <a:pt x="1256" y="42"/>
                  </a:lnTo>
                  <a:lnTo>
                    <a:pt x="1256" y="84"/>
                  </a:lnTo>
                  <a:lnTo>
                    <a:pt x="1172" y="168"/>
                  </a:lnTo>
                  <a:lnTo>
                    <a:pt x="1005" y="168"/>
                  </a:lnTo>
                  <a:lnTo>
                    <a:pt x="984" y="210"/>
                  </a:lnTo>
                  <a:lnTo>
                    <a:pt x="900" y="168"/>
                  </a:lnTo>
                  <a:lnTo>
                    <a:pt x="795" y="63"/>
                  </a:lnTo>
                  <a:lnTo>
                    <a:pt x="586" y="0"/>
                  </a:lnTo>
                  <a:close/>
                  <a:moveTo>
                    <a:pt x="1842" y="4060"/>
                  </a:moveTo>
                  <a:lnTo>
                    <a:pt x="1716" y="4080"/>
                  </a:lnTo>
                  <a:lnTo>
                    <a:pt x="1695" y="4164"/>
                  </a:lnTo>
                  <a:lnTo>
                    <a:pt x="1821" y="4227"/>
                  </a:lnTo>
                  <a:lnTo>
                    <a:pt x="1883" y="4248"/>
                  </a:lnTo>
                  <a:lnTo>
                    <a:pt x="1883" y="4352"/>
                  </a:lnTo>
                  <a:lnTo>
                    <a:pt x="1842" y="4457"/>
                  </a:lnTo>
                  <a:lnTo>
                    <a:pt x="1842" y="4666"/>
                  </a:lnTo>
                  <a:lnTo>
                    <a:pt x="1800" y="4792"/>
                  </a:lnTo>
                  <a:lnTo>
                    <a:pt x="1842" y="4980"/>
                  </a:lnTo>
                  <a:lnTo>
                    <a:pt x="1904" y="4959"/>
                  </a:lnTo>
                  <a:lnTo>
                    <a:pt x="1925" y="4896"/>
                  </a:lnTo>
                  <a:lnTo>
                    <a:pt x="2051" y="4813"/>
                  </a:lnTo>
                  <a:cubicBezTo>
                    <a:pt x="2093" y="4813"/>
                    <a:pt x="2114" y="4855"/>
                    <a:pt x="2135" y="4855"/>
                  </a:cubicBezTo>
                  <a:lnTo>
                    <a:pt x="2114" y="4959"/>
                  </a:lnTo>
                  <a:lnTo>
                    <a:pt x="2197" y="5001"/>
                  </a:lnTo>
                  <a:lnTo>
                    <a:pt x="2260" y="4917"/>
                  </a:lnTo>
                  <a:cubicBezTo>
                    <a:pt x="2323" y="4959"/>
                    <a:pt x="2344" y="5001"/>
                    <a:pt x="2407" y="5022"/>
                  </a:cubicBezTo>
                  <a:lnTo>
                    <a:pt x="2407" y="5106"/>
                  </a:lnTo>
                  <a:lnTo>
                    <a:pt x="2344" y="5231"/>
                  </a:lnTo>
                  <a:lnTo>
                    <a:pt x="2155" y="5294"/>
                  </a:lnTo>
                  <a:lnTo>
                    <a:pt x="2114" y="5378"/>
                  </a:lnTo>
                  <a:lnTo>
                    <a:pt x="2135" y="5545"/>
                  </a:lnTo>
                  <a:lnTo>
                    <a:pt x="2218" y="5545"/>
                  </a:lnTo>
                  <a:lnTo>
                    <a:pt x="2344" y="5629"/>
                  </a:lnTo>
                  <a:lnTo>
                    <a:pt x="2448" y="5629"/>
                  </a:lnTo>
                  <a:lnTo>
                    <a:pt x="2448" y="5754"/>
                  </a:lnTo>
                  <a:lnTo>
                    <a:pt x="2532" y="5817"/>
                  </a:lnTo>
                  <a:lnTo>
                    <a:pt x="2637" y="5754"/>
                  </a:lnTo>
                  <a:lnTo>
                    <a:pt x="2637" y="5650"/>
                  </a:lnTo>
                  <a:lnTo>
                    <a:pt x="2574" y="5587"/>
                  </a:lnTo>
                  <a:cubicBezTo>
                    <a:pt x="2616" y="5545"/>
                    <a:pt x="2637" y="5545"/>
                    <a:pt x="2658" y="5524"/>
                  </a:cubicBezTo>
                  <a:lnTo>
                    <a:pt x="2658" y="5503"/>
                  </a:lnTo>
                  <a:lnTo>
                    <a:pt x="2679" y="5587"/>
                  </a:lnTo>
                  <a:lnTo>
                    <a:pt x="2762" y="5482"/>
                  </a:lnTo>
                  <a:lnTo>
                    <a:pt x="2804" y="5231"/>
                  </a:lnTo>
                  <a:lnTo>
                    <a:pt x="2972" y="5064"/>
                  </a:lnTo>
                  <a:lnTo>
                    <a:pt x="2992" y="4959"/>
                  </a:lnTo>
                  <a:lnTo>
                    <a:pt x="2972" y="4855"/>
                  </a:lnTo>
                  <a:lnTo>
                    <a:pt x="3034" y="4771"/>
                  </a:lnTo>
                  <a:lnTo>
                    <a:pt x="3034" y="4750"/>
                  </a:lnTo>
                  <a:cubicBezTo>
                    <a:pt x="3087" y="4760"/>
                    <a:pt x="3128" y="4766"/>
                    <a:pt x="3170" y="4766"/>
                  </a:cubicBezTo>
                  <a:cubicBezTo>
                    <a:pt x="3212" y="4766"/>
                    <a:pt x="3254" y="4760"/>
                    <a:pt x="3306" y="4750"/>
                  </a:cubicBezTo>
                  <a:cubicBezTo>
                    <a:pt x="3348" y="4750"/>
                    <a:pt x="3369" y="4708"/>
                    <a:pt x="3369" y="4687"/>
                  </a:cubicBezTo>
                  <a:lnTo>
                    <a:pt x="3411" y="4750"/>
                  </a:lnTo>
                  <a:lnTo>
                    <a:pt x="3411" y="4896"/>
                  </a:lnTo>
                  <a:lnTo>
                    <a:pt x="3411" y="4917"/>
                  </a:lnTo>
                  <a:cubicBezTo>
                    <a:pt x="3390" y="4959"/>
                    <a:pt x="3390" y="4980"/>
                    <a:pt x="3411" y="4980"/>
                  </a:cubicBezTo>
                  <a:cubicBezTo>
                    <a:pt x="3453" y="5001"/>
                    <a:pt x="3453" y="5022"/>
                    <a:pt x="3474" y="5085"/>
                  </a:cubicBezTo>
                  <a:lnTo>
                    <a:pt x="3474" y="5189"/>
                  </a:lnTo>
                  <a:lnTo>
                    <a:pt x="3557" y="5231"/>
                  </a:lnTo>
                  <a:cubicBezTo>
                    <a:pt x="3599" y="5336"/>
                    <a:pt x="3683" y="5482"/>
                    <a:pt x="3704" y="5608"/>
                  </a:cubicBezTo>
                  <a:cubicBezTo>
                    <a:pt x="3716" y="5632"/>
                    <a:pt x="3750" y="5643"/>
                    <a:pt x="3780" y="5643"/>
                  </a:cubicBezTo>
                  <a:cubicBezTo>
                    <a:pt x="3801" y="5643"/>
                    <a:pt x="3821" y="5637"/>
                    <a:pt x="3829" y="5629"/>
                  </a:cubicBezTo>
                  <a:lnTo>
                    <a:pt x="3871" y="5754"/>
                  </a:lnTo>
                  <a:lnTo>
                    <a:pt x="3871" y="5838"/>
                  </a:lnTo>
                  <a:lnTo>
                    <a:pt x="3788" y="5733"/>
                  </a:lnTo>
                  <a:lnTo>
                    <a:pt x="3725" y="5733"/>
                  </a:lnTo>
                  <a:lnTo>
                    <a:pt x="3725" y="5901"/>
                  </a:lnTo>
                  <a:lnTo>
                    <a:pt x="3704" y="5943"/>
                  </a:lnTo>
                  <a:lnTo>
                    <a:pt x="3620" y="5901"/>
                  </a:lnTo>
                  <a:lnTo>
                    <a:pt x="3495" y="5838"/>
                  </a:lnTo>
                  <a:lnTo>
                    <a:pt x="3453" y="6068"/>
                  </a:lnTo>
                  <a:lnTo>
                    <a:pt x="3495" y="6110"/>
                  </a:lnTo>
                  <a:lnTo>
                    <a:pt x="3495" y="6173"/>
                  </a:lnTo>
                  <a:lnTo>
                    <a:pt x="3411" y="6215"/>
                  </a:lnTo>
                  <a:lnTo>
                    <a:pt x="3369" y="6068"/>
                  </a:lnTo>
                  <a:lnTo>
                    <a:pt x="3244" y="6131"/>
                  </a:lnTo>
                  <a:lnTo>
                    <a:pt x="3181" y="6340"/>
                  </a:lnTo>
                  <a:lnTo>
                    <a:pt x="3055" y="6424"/>
                  </a:lnTo>
                  <a:lnTo>
                    <a:pt x="2951" y="6445"/>
                  </a:lnTo>
                  <a:lnTo>
                    <a:pt x="2846" y="6549"/>
                  </a:lnTo>
                  <a:lnTo>
                    <a:pt x="2972" y="6361"/>
                  </a:lnTo>
                  <a:lnTo>
                    <a:pt x="2972" y="6173"/>
                  </a:lnTo>
                  <a:lnTo>
                    <a:pt x="2825" y="6047"/>
                  </a:lnTo>
                  <a:lnTo>
                    <a:pt x="2741" y="6047"/>
                  </a:lnTo>
                  <a:lnTo>
                    <a:pt x="2658" y="6152"/>
                  </a:lnTo>
                  <a:lnTo>
                    <a:pt x="2532" y="6215"/>
                  </a:lnTo>
                  <a:lnTo>
                    <a:pt x="2469" y="6319"/>
                  </a:lnTo>
                  <a:lnTo>
                    <a:pt x="2532" y="6424"/>
                  </a:lnTo>
                  <a:lnTo>
                    <a:pt x="2365" y="6445"/>
                  </a:lnTo>
                  <a:lnTo>
                    <a:pt x="2260" y="6424"/>
                  </a:lnTo>
                  <a:lnTo>
                    <a:pt x="2197" y="6487"/>
                  </a:lnTo>
                  <a:lnTo>
                    <a:pt x="2093" y="6529"/>
                  </a:lnTo>
                  <a:lnTo>
                    <a:pt x="1988" y="6654"/>
                  </a:lnTo>
                  <a:lnTo>
                    <a:pt x="2009" y="6738"/>
                  </a:lnTo>
                  <a:lnTo>
                    <a:pt x="1988" y="6884"/>
                  </a:lnTo>
                  <a:lnTo>
                    <a:pt x="1904" y="7052"/>
                  </a:lnTo>
                  <a:lnTo>
                    <a:pt x="2030" y="7177"/>
                  </a:lnTo>
                  <a:lnTo>
                    <a:pt x="2093" y="7093"/>
                  </a:lnTo>
                  <a:lnTo>
                    <a:pt x="2155" y="6863"/>
                  </a:lnTo>
                  <a:lnTo>
                    <a:pt x="2239" y="6801"/>
                  </a:lnTo>
                  <a:lnTo>
                    <a:pt x="2302" y="6675"/>
                  </a:lnTo>
                  <a:lnTo>
                    <a:pt x="2344" y="6654"/>
                  </a:lnTo>
                  <a:lnTo>
                    <a:pt x="2427" y="6738"/>
                  </a:lnTo>
                  <a:lnTo>
                    <a:pt x="2407" y="6863"/>
                  </a:lnTo>
                  <a:lnTo>
                    <a:pt x="2427" y="6884"/>
                  </a:lnTo>
                  <a:lnTo>
                    <a:pt x="2469" y="6863"/>
                  </a:lnTo>
                  <a:lnTo>
                    <a:pt x="2532" y="6884"/>
                  </a:lnTo>
                  <a:lnTo>
                    <a:pt x="2532" y="6780"/>
                  </a:lnTo>
                  <a:lnTo>
                    <a:pt x="2574" y="6759"/>
                  </a:lnTo>
                  <a:lnTo>
                    <a:pt x="2637" y="6780"/>
                  </a:lnTo>
                  <a:lnTo>
                    <a:pt x="2616" y="6863"/>
                  </a:lnTo>
                  <a:lnTo>
                    <a:pt x="2658" y="6863"/>
                  </a:lnTo>
                  <a:lnTo>
                    <a:pt x="2762" y="6947"/>
                  </a:lnTo>
                  <a:lnTo>
                    <a:pt x="2825" y="6947"/>
                  </a:lnTo>
                  <a:lnTo>
                    <a:pt x="2762" y="6863"/>
                  </a:lnTo>
                  <a:lnTo>
                    <a:pt x="2783" y="6801"/>
                  </a:lnTo>
                  <a:lnTo>
                    <a:pt x="2762" y="6759"/>
                  </a:lnTo>
                  <a:lnTo>
                    <a:pt x="2825" y="6696"/>
                  </a:lnTo>
                  <a:lnTo>
                    <a:pt x="2867" y="6696"/>
                  </a:lnTo>
                  <a:lnTo>
                    <a:pt x="2972" y="6801"/>
                  </a:lnTo>
                  <a:lnTo>
                    <a:pt x="3076" y="6842"/>
                  </a:lnTo>
                  <a:lnTo>
                    <a:pt x="3181" y="6905"/>
                  </a:lnTo>
                  <a:lnTo>
                    <a:pt x="3202" y="7010"/>
                  </a:lnTo>
                  <a:lnTo>
                    <a:pt x="3306" y="7093"/>
                  </a:lnTo>
                  <a:lnTo>
                    <a:pt x="3202" y="7073"/>
                  </a:lnTo>
                  <a:lnTo>
                    <a:pt x="3160" y="7093"/>
                  </a:lnTo>
                  <a:lnTo>
                    <a:pt x="3160" y="7156"/>
                  </a:lnTo>
                  <a:lnTo>
                    <a:pt x="3097" y="7219"/>
                  </a:lnTo>
                  <a:lnTo>
                    <a:pt x="3160" y="7282"/>
                  </a:lnTo>
                  <a:lnTo>
                    <a:pt x="3160" y="7365"/>
                  </a:lnTo>
                  <a:lnTo>
                    <a:pt x="3139" y="7428"/>
                  </a:lnTo>
                  <a:lnTo>
                    <a:pt x="3202" y="7533"/>
                  </a:lnTo>
                  <a:lnTo>
                    <a:pt x="3244" y="7637"/>
                  </a:lnTo>
                  <a:lnTo>
                    <a:pt x="3348" y="7784"/>
                  </a:lnTo>
                  <a:lnTo>
                    <a:pt x="3474" y="7784"/>
                  </a:lnTo>
                  <a:lnTo>
                    <a:pt x="3578" y="7847"/>
                  </a:lnTo>
                  <a:lnTo>
                    <a:pt x="3704" y="7909"/>
                  </a:lnTo>
                  <a:lnTo>
                    <a:pt x="3808" y="7847"/>
                  </a:lnTo>
                  <a:lnTo>
                    <a:pt x="3829" y="7805"/>
                  </a:lnTo>
                  <a:lnTo>
                    <a:pt x="3892" y="7742"/>
                  </a:lnTo>
                  <a:lnTo>
                    <a:pt x="3913" y="7805"/>
                  </a:lnTo>
                  <a:lnTo>
                    <a:pt x="3871" y="7889"/>
                  </a:lnTo>
                  <a:lnTo>
                    <a:pt x="3892" y="7993"/>
                  </a:lnTo>
                  <a:lnTo>
                    <a:pt x="3913" y="8035"/>
                  </a:lnTo>
                  <a:lnTo>
                    <a:pt x="3997" y="7993"/>
                  </a:lnTo>
                  <a:lnTo>
                    <a:pt x="4143" y="7784"/>
                  </a:lnTo>
                  <a:lnTo>
                    <a:pt x="4143" y="7637"/>
                  </a:lnTo>
                  <a:lnTo>
                    <a:pt x="4101" y="7575"/>
                  </a:lnTo>
                  <a:lnTo>
                    <a:pt x="4039" y="7407"/>
                  </a:lnTo>
                  <a:lnTo>
                    <a:pt x="3934" y="7324"/>
                  </a:lnTo>
                  <a:lnTo>
                    <a:pt x="3976" y="7219"/>
                  </a:lnTo>
                  <a:lnTo>
                    <a:pt x="4101" y="6989"/>
                  </a:lnTo>
                  <a:lnTo>
                    <a:pt x="4185" y="6947"/>
                  </a:lnTo>
                  <a:lnTo>
                    <a:pt x="4248" y="7052"/>
                  </a:lnTo>
                  <a:lnTo>
                    <a:pt x="4290" y="7156"/>
                  </a:lnTo>
                  <a:lnTo>
                    <a:pt x="4332" y="7219"/>
                  </a:lnTo>
                  <a:lnTo>
                    <a:pt x="4332" y="7324"/>
                  </a:lnTo>
                  <a:lnTo>
                    <a:pt x="4394" y="7512"/>
                  </a:lnTo>
                  <a:lnTo>
                    <a:pt x="4415" y="7596"/>
                  </a:lnTo>
                  <a:lnTo>
                    <a:pt x="4415" y="7512"/>
                  </a:lnTo>
                  <a:lnTo>
                    <a:pt x="4415" y="7386"/>
                  </a:lnTo>
                  <a:lnTo>
                    <a:pt x="4352" y="7219"/>
                  </a:lnTo>
                  <a:lnTo>
                    <a:pt x="4394" y="7156"/>
                  </a:lnTo>
                  <a:lnTo>
                    <a:pt x="4436" y="7156"/>
                  </a:lnTo>
                  <a:lnTo>
                    <a:pt x="4499" y="7219"/>
                  </a:lnTo>
                  <a:lnTo>
                    <a:pt x="4499" y="7156"/>
                  </a:lnTo>
                  <a:lnTo>
                    <a:pt x="4541" y="7156"/>
                  </a:lnTo>
                  <a:lnTo>
                    <a:pt x="4604" y="6989"/>
                  </a:lnTo>
                  <a:lnTo>
                    <a:pt x="4562" y="6801"/>
                  </a:lnTo>
                  <a:lnTo>
                    <a:pt x="4499" y="6696"/>
                  </a:lnTo>
                  <a:lnTo>
                    <a:pt x="4436" y="6591"/>
                  </a:lnTo>
                  <a:lnTo>
                    <a:pt x="4436" y="6466"/>
                  </a:lnTo>
                  <a:lnTo>
                    <a:pt x="4415" y="6340"/>
                  </a:lnTo>
                  <a:lnTo>
                    <a:pt x="4352" y="6424"/>
                  </a:lnTo>
                  <a:lnTo>
                    <a:pt x="4352" y="6277"/>
                  </a:lnTo>
                  <a:lnTo>
                    <a:pt x="4352" y="6215"/>
                  </a:lnTo>
                  <a:lnTo>
                    <a:pt x="4311" y="6215"/>
                  </a:lnTo>
                  <a:lnTo>
                    <a:pt x="4227" y="6131"/>
                  </a:lnTo>
                  <a:lnTo>
                    <a:pt x="4248" y="6068"/>
                  </a:lnTo>
                  <a:lnTo>
                    <a:pt x="4332" y="6068"/>
                  </a:lnTo>
                  <a:lnTo>
                    <a:pt x="4332" y="5922"/>
                  </a:lnTo>
                  <a:lnTo>
                    <a:pt x="4248" y="5796"/>
                  </a:lnTo>
                  <a:lnTo>
                    <a:pt x="4248" y="5712"/>
                  </a:lnTo>
                  <a:lnTo>
                    <a:pt x="4185" y="5796"/>
                  </a:lnTo>
                  <a:lnTo>
                    <a:pt x="4080" y="5692"/>
                  </a:lnTo>
                  <a:lnTo>
                    <a:pt x="3913" y="5545"/>
                  </a:lnTo>
                  <a:lnTo>
                    <a:pt x="3892" y="5440"/>
                  </a:lnTo>
                  <a:lnTo>
                    <a:pt x="3871" y="5440"/>
                  </a:lnTo>
                  <a:lnTo>
                    <a:pt x="3767" y="5420"/>
                  </a:lnTo>
                  <a:lnTo>
                    <a:pt x="3767" y="5503"/>
                  </a:lnTo>
                  <a:cubicBezTo>
                    <a:pt x="3725" y="5482"/>
                    <a:pt x="3725" y="5420"/>
                    <a:pt x="3704" y="5399"/>
                  </a:cubicBezTo>
                  <a:lnTo>
                    <a:pt x="3704" y="5315"/>
                  </a:lnTo>
                  <a:lnTo>
                    <a:pt x="3662" y="5210"/>
                  </a:lnTo>
                  <a:lnTo>
                    <a:pt x="3662" y="5273"/>
                  </a:lnTo>
                  <a:cubicBezTo>
                    <a:pt x="3620" y="5231"/>
                    <a:pt x="3620" y="5210"/>
                    <a:pt x="3599" y="5189"/>
                  </a:cubicBezTo>
                  <a:lnTo>
                    <a:pt x="3683" y="5168"/>
                  </a:lnTo>
                  <a:lnTo>
                    <a:pt x="3683" y="5085"/>
                  </a:lnTo>
                  <a:lnTo>
                    <a:pt x="3578" y="4896"/>
                  </a:lnTo>
                  <a:lnTo>
                    <a:pt x="3495" y="4855"/>
                  </a:lnTo>
                  <a:lnTo>
                    <a:pt x="3474" y="4666"/>
                  </a:lnTo>
                  <a:lnTo>
                    <a:pt x="3411" y="4562"/>
                  </a:lnTo>
                  <a:cubicBezTo>
                    <a:pt x="3411" y="4541"/>
                    <a:pt x="3411" y="4541"/>
                    <a:pt x="3453" y="4499"/>
                  </a:cubicBezTo>
                  <a:cubicBezTo>
                    <a:pt x="3474" y="4478"/>
                    <a:pt x="3453" y="4457"/>
                    <a:pt x="3411" y="4436"/>
                  </a:cubicBezTo>
                  <a:lnTo>
                    <a:pt x="3390" y="4457"/>
                  </a:lnTo>
                  <a:lnTo>
                    <a:pt x="3411" y="4457"/>
                  </a:lnTo>
                  <a:lnTo>
                    <a:pt x="3411" y="4478"/>
                  </a:lnTo>
                  <a:cubicBezTo>
                    <a:pt x="3411" y="4478"/>
                    <a:pt x="3390" y="4478"/>
                    <a:pt x="3390" y="4499"/>
                  </a:cubicBezTo>
                  <a:lnTo>
                    <a:pt x="3390" y="4541"/>
                  </a:lnTo>
                  <a:lnTo>
                    <a:pt x="3306" y="4562"/>
                  </a:lnTo>
                  <a:lnTo>
                    <a:pt x="3202" y="4499"/>
                  </a:lnTo>
                  <a:lnTo>
                    <a:pt x="3139" y="4499"/>
                  </a:lnTo>
                  <a:lnTo>
                    <a:pt x="3181" y="4604"/>
                  </a:lnTo>
                  <a:lnTo>
                    <a:pt x="3181" y="4666"/>
                  </a:lnTo>
                  <a:cubicBezTo>
                    <a:pt x="3097" y="4687"/>
                    <a:pt x="3055" y="4708"/>
                    <a:pt x="2972" y="4750"/>
                  </a:cubicBezTo>
                  <a:lnTo>
                    <a:pt x="2972" y="4583"/>
                  </a:lnTo>
                  <a:lnTo>
                    <a:pt x="2930" y="4604"/>
                  </a:lnTo>
                  <a:lnTo>
                    <a:pt x="2888" y="4750"/>
                  </a:lnTo>
                  <a:lnTo>
                    <a:pt x="2888" y="4792"/>
                  </a:lnTo>
                  <a:lnTo>
                    <a:pt x="2783" y="4980"/>
                  </a:lnTo>
                  <a:lnTo>
                    <a:pt x="2783" y="5106"/>
                  </a:lnTo>
                  <a:lnTo>
                    <a:pt x="2741" y="5273"/>
                  </a:lnTo>
                  <a:lnTo>
                    <a:pt x="2658" y="5378"/>
                  </a:lnTo>
                  <a:lnTo>
                    <a:pt x="2658" y="5482"/>
                  </a:lnTo>
                  <a:cubicBezTo>
                    <a:pt x="2646" y="5459"/>
                    <a:pt x="2622" y="5443"/>
                    <a:pt x="2599" y="5443"/>
                  </a:cubicBezTo>
                  <a:cubicBezTo>
                    <a:pt x="2580" y="5443"/>
                    <a:pt x="2562" y="5454"/>
                    <a:pt x="2553" y="5482"/>
                  </a:cubicBezTo>
                  <a:lnTo>
                    <a:pt x="2553" y="5315"/>
                  </a:lnTo>
                  <a:lnTo>
                    <a:pt x="2637" y="4980"/>
                  </a:lnTo>
                  <a:lnTo>
                    <a:pt x="2741" y="4876"/>
                  </a:lnTo>
                  <a:lnTo>
                    <a:pt x="2741" y="4771"/>
                  </a:lnTo>
                  <a:lnTo>
                    <a:pt x="2658" y="4687"/>
                  </a:lnTo>
                  <a:lnTo>
                    <a:pt x="2616" y="4708"/>
                  </a:lnTo>
                  <a:lnTo>
                    <a:pt x="2532" y="4687"/>
                  </a:lnTo>
                  <a:lnTo>
                    <a:pt x="2448" y="4750"/>
                  </a:lnTo>
                  <a:lnTo>
                    <a:pt x="2448" y="4855"/>
                  </a:lnTo>
                  <a:cubicBezTo>
                    <a:pt x="2427" y="4792"/>
                    <a:pt x="2365" y="4708"/>
                    <a:pt x="2323" y="4666"/>
                  </a:cubicBezTo>
                  <a:lnTo>
                    <a:pt x="2427" y="4583"/>
                  </a:lnTo>
                  <a:lnTo>
                    <a:pt x="2469" y="4457"/>
                  </a:lnTo>
                  <a:lnTo>
                    <a:pt x="2532" y="4394"/>
                  </a:lnTo>
                  <a:lnTo>
                    <a:pt x="2553" y="4290"/>
                  </a:lnTo>
                  <a:lnTo>
                    <a:pt x="2511" y="4227"/>
                  </a:lnTo>
                  <a:lnTo>
                    <a:pt x="2427" y="4269"/>
                  </a:lnTo>
                  <a:lnTo>
                    <a:pt x="2344" y="4373"/>
                  </a:lnTo>
                  <a:lnTo>
                    <a:pt x="2260" y="4269"/>
                  </a:lnTo>
                  <a:lnTo>
                    <a:pt x="2197" y="4248"/>
                  </a:lnTo>
                  <a:lnTo>
                    <a:pt x="2009" y="4248"/>
                  </a:lnTo>
                  <a:lnTo>
                    <a:pt x="2030" y="4185"/>
                  </a:lnTo>
                  <a:lnTo>
                    <a:pt x="1946" y="4164"/>
                  </a:lnTo>
                  <a:lnTo>
                    <a:pt x="1842" y="406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6" name="Google Shape;2416;p56"/>
            <p:cNvSpPr/>
            <p:nvPr/>
          </p:nvSpPr>
          <p:spPr>
            <a:xfrm>
              <a:off x="4595934" y="3205063"/>
              <a:ext cx="26673" cy="13340"/>
            </a:xfrm>
            <a:custGeom>
              <a:avLst/>
              <a:gdLst/>
              <a:ahLst/>
              <a:cxnLst/>
              <a:rect l="l" t="t" r="r" b="b"/>
              <a:pathLst>
                <a:path w="2240" h="1173" extrusionOk="0">
                  <a:moveTo>
                    <a:pt x="2177" y="1"/>
                  </a:moveTo>
                  <a:lnTo>
                    <a:pt x="1968" y="43"/>
                  </a:lnTo>
                  <a:lnTo>
                    <a:pt x="1821" y="43"/>
                  </a:lnTo>
                  <a:lnTo>
                    <a:pt x="1675" y="64"/>
                  </a:lnTo>
                  <a:lnTo>
                    <a:pt x="1570" y="64"/>
                  </a:lnTo>
                  <a:lnTo>
                    <a:pt x="1424" y="105"/>
                  </a:lnTo>
                  <a:lnTo>
                    <a:pt x="1193" y="105"/>
                  </a:lnTo>
                  <a:lnTo>
                    <a:pt x="1005" y="252"/>
                  </a:lnTo>
                  <a:lnTo>
                    <a:pt x="880" y="315"/>
                  </a:lnTo>
                  <a:lnTo>
                    <a:pt x="817" y="336"/>
                  </a:lnTo>
                  <a:lnTo>
                    <a:pt x="712" y="357"/>
                  </a:lnTo>
                  <a:lnTo>
                    <a:pt x="628" y="377"/>
                  </a:lnTo>
                  <a:lnTo>
                    <a:pt x="482" y="419"/>
                  </a:lnTo>
                  <a:lnTo>
                    <a:pt x="398" y="482"/>
                  </a:lnTo>
                  <a:lnTo>
                    <a:pt x="377" y="524"/>
                  </a:lnTo>
                  <a:lnTo>
                    <a:pt x="252" y="587"/>
                  </a:lnTo>
                  <a:lnTo>
                    <a:pt x="210" y="733"/>
                  </a:lnTo>
                  <a:lnTo>
                    <a:pt x="105" y="880"/>
                  </a:lnTo>
                  <a:lnTo>
                    <a:pt x="84" y="942"/>
                  </a:lnTo>
                  <a:lnTo>
                    <a:pt x="147" y="984"/>
                  </a:lnTo>
                  <a:lnTo>
                    <a:pt x="147" y="1047"/>
                  </a:lnTo>
                  <a:lnTo>
                    <a:pt x="84" y="1047"/>
                  </a:lnTo>
                  <a:lnTo>
                    <a:pt x="43" y="1005"/>
                  </a:lnTo>
                  <a:lnTo>
                    <a:pt x="1" y="1110"/>
                  </a:lnTo>
                  <a:lnTo>
                    <a:pt x="63" y="1173"/>
                  </a:lnTo>
                  <a:lnTo>
                    <a:pt x="252" y="1152"/>
                  </a:lnTo>
                  <a:lnTo>
                    <a:pt x="419" y="1047"/>
                  </a:lnTo>
                  <a:lnTo>
                    <a:pt x="503" y="1005"/>
                  </a:lnTo>
                  <a:lnTo>
                    <a:pt x="608" y="1005"/>
                  </a:lnTo>
                  <a:lnTo>
                    <a:pt x="712" y="942"/>
                  </a:lnTo>
                  <a:lnTo>
                    <a:pt x="796" y="838"/>
                  </a:lnTo>
                  <a:lnTo>
                    <a:pt x="1005" y="670"/>
                  </a:lnTo>
                  <a:lnTo>
                    <a:pt x="1047" y="587"/>
                  </a:lnTo>
                  <a:lnTo>
                    <a:pt x="1110" y="566"/>
                  </a:lnTo>
                  <a:lnTo>
                    <a:pt x="1131" y="566"/>
                  </a:lnTo>
                  <a:lnTo>
                    <a:pt x="1235" y="461"/>
                  </a:lnTo>
                  <a:lnTo>
                    <a:pt x="1340" y="440"/>
                  </a:lnTo>
                  <a:lnTo>
                    <a:pt x="1444" y="440"/>
                  </a:lnTo>
                  <a:lnTo>
                    <a:pt x="1675" y="419"/>
                  </a:lnTo>
                  <a:lnTo>
                    <a:pt x="1842" y="315"/>
                  </a:lnTo>
                  <a:lnTo>
                    <a:pt x="2030" y="252"/>
                  </a:lnTo>
                  <a:lnTo>
                    <a:pt x="2051" y="168"/>
                  </a:lnTo>
                  <a:lnTo>
                    <a:pt x="2135" y="168"/>
                  </a:lnTo>
                  <a:lnTo>
                    <a:pt x="2240" y="105"/>
                  </a:lnTo>
                  <a:lnTo>
                    <a:pt x="2240" y="43"/>
                  </a:lnTo>
                  <a:lnTo>
                    <a:pt x="217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417" name="Google Shape;2417;p56"/>
            <p:cNvGrpSpPr/>
            <p:nvPr/>
          </p:nvGrpSpPr>
          <p:grpSpPr>
            <a:xfrm>
              <a:off x="4403342" y="3107749"/>
              <a:ext cx="316680" cy="101374"/>
              <a:chOff x="5068275" y="3161675"/>
              <a:chExt cx="664875" cy="222850"/>
            </a:xfrm>
          </p:grpSpPr>
          <p:sp>
            <p:nvSpPr>
              <p:cNvPr id="2418" name="Google Shape;2418;p56"/>
              <p:cNvSpPr/>
              <p:nvPr/>
            </p:nvSpPr>
            <p:spPr>
              <a:xfrm>
                <a:off x="5408300" y="3224425"/>
                <a:ext cx="96775" cy="107800"/>
              </a:xfrm>
              <a:custGeom>
                <a:avLst/>
                <a:gdLst/>
                <a:ahLst/>
                <a:cxnLst/>
                <a:rect l="l" t="t" r="r" b="b"/>
                <a:pathLst>
                  <a:path w="3871" h="4312" extrusionOk="0">
                    <a:moveTo>
                      <a:pt x="3620" y="1"/>
                    </a:moveTo>
                    <a:lnTo>
                      <a:pt x="3515" y="43"/>
                    </a:lnTo>
                    <a:lnTo>
                      <a:pt x="3494" y="147"/>
                    </a:lnTo>
                    <a:lnTo>
                      <a:pt x="3390" y="231"/>
                    </a:lnTo>
                    <a:lnTo>
                      <a:pt x="3390" y="294"/>
                    </a:lnTo>
                    <a:lnTo>
                      <a:pt x="3285" y="357"/>
                    </a:lnTo>
                    <a:lnTo>
                      <a:pt x="3181" y="398"/>
                    </a:lnTo>
                    <a:lnTo>
                      <a:pt x="3139" y="461"/>
                    </a:lnTo>
                    <a:lnTo>
                      <a:pt x="2992" y="503"/>
                    </a:lnTo>
                    <a:lnTo>
                      <a:pt x="2720" y="440"/>
                    </a:lnTo>
                    <a:lnTo>
                      <a:pt x="2469" y="419"/>
                    </a:lnTo>
                    <a:lnTo>
                      <a:pt x="2448" y="503"/>
                    </a:lnTo>
                    <a:lnTo>
                      <a:pt x="2406" y="503"/>
                    </a:lnTo>
                    <a:lnTo>
                      <a:pt x="2260" y="398"/>
                    </a:lnTo>
                    <a:lnTo>
                      <a:pt x="2092" y="398"/>
                    </a:lnTo>
                    <a:lnTo>
                      <a:pt x="1988" y="357"/>
                    </a:lnTo>
                    <a:lnTo>
                      <a:pt x="1820" y="336"/>
                    </a:lnTo>
                    <a:lnTo>
                      <a:pt x="1737" y="398"/>
                    </a:lnTo>
                    <a:lnTo>
                      <a:pt x="1674" y="336"/>
                    </a:lnTo>
                    <a:lnTo>
                      <a:pt x="1569" y="231"/>
                    </a:lnTo>
                    <a:lnTo>
                      <a:pt x="1381" y="210"/>
                    </a:lnTo>
                    <a:lnTo>
                      <a:pt x="1276" y="210"/>
                    </a:lnTo>
                    <a:lnTo>
                      <a:pt x="1276" y="336"/>
                    </a:lnTo>
                    <a:lnTo>
                      <a:pt x="1193" y="398"/>
                    </a:lnTo>
                    <a:lnTo>
                      <a:pt x="1151" y="503"/>
                    </a:lnTo>
                    <a:lnTo>
                      <a:pt x="1067" y="566"/>
                    </a:lnTo>
                    <a:lnTo>
                      <a:pt x="900" y="524"/>
                    </a:lnTo>
                    <a:lnTo>
                      <a:pt x="774" y="545"/>
                    </a:lnTo>
                    <a:lnTo>
                      <a:pt x="712" y="608"/>
                    </a:lnTo>
                    <a:lnTo>
                      <a:pt x="753" y="650"/>
                    </a:lnTo>
                    <a:lnTo>
                      <a:pt x="586" y="775"/>
                    </a:lnTo>
                    <a:lnTo>
                      <a:pt x="586" y="942"/>
                    </a:lnTo>
                    <a:lnTo>
                      <a:pt x="628" y="1047"/>
                    </a:lnTo>
                    <a:lnTo>
                      <a:pt x="628" y="1235"/>
                    </a:lnTo>
                    <a:lnTo>
                      <a:pt x="586" y="1298"/>
                    </a:lnTo>
                    <a:lnTo>
                      <a:pt x="649" y="1445"/>
                    </a:lnTo>
                    <a:lnTo>
                      <a:pt x="670" y="1549"/>
                    </a:lnTo>
                    <a:lnTo>
                      <a:pt x="628" y="1486"/>
                    </a:lnTo>
                    <a:lnTo>
                      <a:pt x="565" y="1403"/>
                    </a:lnTo>
                    <a:lnTo>
                      <a:pt x="523" y="1445"/>
                    </a:lnTo>
                    <a:lnTo>
                      <a:pt x="440" y="1507"/>
                    </a:lnTo>
                    <a:lnTo>
                      <a:pt x="335" y="1570"/>
                    </a:lnTo>
                    <a:lnTo>
                      <a:pt x="314" y="1675"/>
                    </a:lnTo>
                    <a:lnTo>
                      <a:pt x="335" y="1800"/>
                    </a:lnTo>
                    <a:lnTo>
                      <a:pt x="314" y="1905"/>
                    </a:lnTo>
                    <a:lnTo>
                      <a:pt x="335" y="2135"/>
                    </a:lnTo>
                    <a:lnTo>
                      <a:pt x="314" y="2198"/>
                    </a:lnTo>
                    <a:lnTo>
                      <a:pt x="272" y="2303"/>
                    </a:lnTo>
                    <a:lnTo>
                      <a:pt x="188" y="2323"/>
                    </a:lnTo>
                    <a:lnTo>
                      <a:pt x="188" y="2449"/>
                    </a:lnTo>
                    <a:lnTo>
                      <a:pt x="63" y="2554"/>
                    </a:lnTo>
                    <a:lnTo>
                      <a:pt x="42" y="2721"/>
                    </a:lnTo>
                    <a:lnTo>
                      <a:pt x="42" y="2763"/>
                    </a:lnTo>
                    <a:lnTo>
                      <a:pt x="0" y="2826"/>
                    </a:lnTo>
                    <a:lnTo>
                      <a:pt x="63" y="3035"/>
                    </a:lnTo>
                    <a:lnTo>
                      <a:pt x="126" y="3139"/>
                    </a:lnTo>
                    <a:lnTo>
                      <a:pt x="168" y="3119"/>
                    </a:lnTo>
                    <a:lnTo>
                      <a:pt x="251" y="3119"/>
                    </a:lnTo>
                    <a:lnTo>
                      <a:pt x="335" y="3056"/>
                    </a:lnTo>
                    <a:lnTo>
                      <a:pt x="377" y="3077"/>
                    </a:lnTo>
                    <a:lnTo>
                      <a:pt x="419" y="3223"/>
                    </a:lnTo>
                    <a:lnTo>
                      <a:pt x="523" y="3495"/>
                    </a:lnTo>
                    <a:lnTo>
                      <a:pt x="481" y="3558"/>
                    </a:lnTo>
                    <a:lnTo>
                      <a:pt x="440" y="3704"/>
                    </a:lnTo>
                    <a:lnTo>
                      <a:pt x="356" y="3851"/>
                    </a:lnTo>
                    <a:lnTo>
                      <a:pt x="356" y="4081"/>
                    </a:lnTo>
                    <a:lnTo>
                      <a:pt x="356" y="4269"/>
                    </a:lnTo>
                    <a:lnTo>
                      <a:pt x="440" y="4269"/>
                    </a:lnTo>
                    <a:lnTo>
                      <a:pt x="523" y="4311"/>
                    </a:lnTo>
                    <a:lnTo>
                      <a:pt x="628" y="4311"/>
                    </a:lnTo>
                    <a:lnTo>
                      <a:pt x="670" y="4269"/>
                    </a:lnTo>
                    <a:lnTo>
                      <a:pt x="774" y="4290"/>
                    </a:lnTo>
                    <a:lnTo>
                      <a:pt x="879" y="4269"/>
                    </a:lnTo>
                    <a:lnTo>
                      <a:pt x="963" y="4311"/>
                    </a:lnTo>
                    <a:lnTo>
                      <a:pt x="984" y="4227"/>
                    </a:lnTo>
                    <a:lnTo>
                      <a:pt x="963" y="4102"/>
                    </a:lnTo>
                    <a:lnTo>
                      <a:pt x="879" y="4060"/>
                    </a:lnTo>
                    <a:lnTo>
                      <a:pt x="858" y="3914"/>
                    </a:lnTo>
                    <a:lnTo>
                      <a:pt x="942" y="3809"/>
                    </a:lnTo>
                    <a:lnTo>
                      <a:pt x="963" y="3600"/>
                    </a:lnTo>
                    <a:lnTo>
                      <a:pt x="942" y="3432"/>
                    </a:lnTo>
                    <a:lnTo>
                      <a:pt x="879" y="3391"/>
                    </a:lnTo>
                    <a:lnTo>
                      <a:pt x="1004" y="3223"/>
                    </a:lnTo>
                    <a:lnTo>
                      <a:pt x="1046" y="3056"/>
                    </a:lnTo>
                    <a:lnTo>
                      <a:pt x="1004" y="2909"/>
                    </a:lnTo>
                    <a:lnTo>
                      <a:pt x="942" y="2826"/>
                    </a:lnTo>
                    <a:lnTo>
                      <a:pt x="942" y="2763"/>
                    </a:lnTo>
                    <a:lnTo>
                      <a:pt x="1067" y="2700"/>
                    </a:lnTo>
                    <a:lnTo>
                      <a:pt x="1088" y="2616"/>
                    </a:lnTo>
                    <a:lnTo>
                      <a:pt x="1214" y="2595"/>
                    </a:lnTo>
                    <a:lnTo>
                      <a:pt x="1318" y="2637"/>
                    </a:lnTo>
                    <a:lnTo>
                      <a:pt x="1318" y="2700"/>
                    </a:lnTo>
                    <a:lnTo>
                      <a:pt x="1381" y="2763"/>
                    </a:lnTo>
                    <a:lnTo>
                      <a:pt x="1381" y="2909"/>
                    </a:lnTo>
                    <a:lnTo>
                      <a:pt x="1276" y="3014"/>
                    </a:lnTo>
                    <a:lnTo>
                      <a:pt x="1276" y="3119"/>
                    </a:lnTo>
                    <a:lnTo>
                      <a:pt x="1318" y="3223"/>
                    </a:lnTo>
                    <a:lnTo>
                      <a:pt x="1402" y="3244"/>
                    </a:lnTo>
                    <a:lnTo>
                      <a:pt x="1486" y="3328"/>
                    </a:lnTo>
                    <a:lnTo>
                      <a:pt x="1611" y="3391"/>
                    </a:lnTo>
                    <a:lnTo>
                      <a:pt x="1632" y="3495"/>
                    </a:lnTo>
                    <a:lnTo>
                      <a:pt x="1590" y="3495"/>
                    </a:lnTo>
                    <a:lnTo>
                      <a:pt x="1569" y="3704"/>
                    </a:lnTo>
                    <a:lnTo>
                      <a:pt x="1590" y="3851"/>
                    </a:lnTo>
                    <a:lnTo>
                      <a:pt x="1674" y="3872"/>
                    </a:lnTo>
                    <a:lnTo>
                      <a:pt x="1737" y="3851"/>
                    </a:lnTo>
                    <a:lnTo>
                      <a:pt x="1883" y="3893"/>
                    </a:lnTo>
                    <a:lnTo>
                      <a:pt x="1946" y="3872"/>
                    </a:lnTo>
                    <a:lnTo>
                      <a:pt x="1946" y="3851"/>
                    </a:lnTo>
                    <a:lnTo>
                      <a:pt x="1925" y="3746"/>
                    </a:lnTo>
                    <a:lnTo>
                      <a:pt x="2030" y="3663"/>
                    </a:lnTo>
                    <a:lnTo>
                      <a:pt x="2113" y="3642"/>
                    </a:lnTo>
                    <a:lnTo>
                      <a:pt x="2260" y="3558"/>
                    </a:lnTo>
                    <a:lnTo>
                      <a:pt x="2427" y="3579"/>
                    </a:lnTo>
                    <a:lnTo>
                      <a:pt x="2511" y="3495"/>
                    </a:lnTo>
                    <a:lnTo>
                      <a:pt x="2532" y="3537"/>
                    </a:lnTo>
                    <a:lnTo>
                      <a:pt x="2616" y="3537"/>
                    </a:lnTo>
                    <a:lnTo>
                      <a:pt x="2657" y="3453"/>
                    </a:lnTo>
                    <a:lnTo>
                      <a:pt x="2657" y="3391"/>
                    </a:lnTo>
                    <a:lnTo>
                      <a:pt x="2511" y="3370"/>
                    </a:lnTo>
                    <a:lnTo>
                      <a:pt x="2448" y="3391"/>
                    </a:lnTo>
                    <a:lnTo>
                      <a:pt x="2281" y="3391"/>
                    </a:lnTo>
                    <a:lnTo>
                      <a:pt x="2281" y="3328"/>
                    </a:lnTo>
                    <a:lnTo>
                      <a:pt x="2239" y="3328"/>
                    </a:lnTo>
                    <a:lnTo>
                      <a:pt x="2239" y="3244"/>
                    </a:lnTo>
                    <a:lnTo>
                      <a:pt x="2197" y="3244"/>
                    </a:lnTo>
                    <a:lnTo>
                      <a:pt x="2134" y="3265"/>
                    </a:lnTo>
                    <a:lnTo>
                      <a:pt x="2134" y="3223"/>
                    </a:lnTo>
                    <a:lnTo>
                      <a:pt x="2030" y="3181"/>
                    </a:lnTo>
                    <a:lnTo>
                      <a:pt x="2009" y="3119"/>
                    </a:lnTo>
                    <a:lnTo>
                      <a:pt x="2051" y="3035"/>
                    </a:lnTo>
                    <a:lnTo>
                      <a:pt x="2092" y="2972"/>
                    </a:lnTo>
                    <a:lnTo>
                      <a:pt x="2134" y="3014"/>
                    </a:lnTo>
                    <a:lnTo>
                      <a:pt x="2134" y="3014"/>
                    </a:lnTo>
                    <a:lnTo>
                      <a:pt x="2113" y="2930"/>
                    </a:lnTo>
                    <a:lnTo>
                      <a:pt x="2155" y="2930"/>
                    </a:lnTo>
                    <a:lnTo>
                      <a:pt x="2197" y="2867"/>
                    </a:lnTo>
                    <a:lnTo>
                      <a:pt x="2134" y="2826"/>
                    </a:lnTo>
                    <a:lnTo>
                      <a:pt x="2051" y="2805"/>
                    </a:lnTo>
                    <a:lnTo>
                      <a:pt x="2092" y="2742"/>
                    </a:lnTo>
                    <a:lnTo>
                      <a:pt x="2051" y="2658"/>
                    </a:lnTo>
                    <a:lnTo>
                      <a:pt x="1988" y="2616"/>
                    </a:lnTo>
                    <a:lnTo>
                      <a:pt x="1904" y="2616"/>
                    </a:lnTo>
                    <a:lnTo>
                      <a:pt x="1883" y="2491"/>
                    </a:lnTo>
                    <a:lnTo>
                      <a:pt x="1716" y="2323"/>
                    </a:lnTo>
                    <a:lnTo>
                      <a:pt x="1611" y="2240"/>
                    </a:lnTo>
                    <a:lnTo>
                      <a:pt x="1569" y="2135"/>
                    </a:lnTo>
                    <a:lnTo>
                      <a:pt x="1569" y="2093"/>
                    </a:lnTo>
                    <a:lnTo>
                      <a:pt x="1611" y="2093"/>
                    </a:lnTo>
                    <a:lnTo>
                      <a:pt x="1632" y="2177"/>
                    </a:lnTo>
                    <a:lnTo>
                      <a:pt x="1737" y="2177"/>
                    </a:lnTo>
                    <a:lnTo>
                      <a:pt x="1841" y="2093"/>
                    </a:lnTo>
                    <a:lnTo>
                      <a:pt x="1883" y="2010"/>
                    </a:lnTo>
                    <a:lnTo>
                      <a:pt x="2092" y="1926"/>
                    </a:lnTo>
                    <a:lnTo>
                      <a:pt x="2260" y="1800"/>
                    </a:lnTo>
                    <a:lnTo>
                      <a:pt x="2344" y="1675"/>
                    </a:lnTo>
                    <a:lnTo>
                      <a:pt x="2448" y="1612"/>
                    </a:lnTo>
                    <a:lnTo>
                      <a:pt x="2448" y="1549"/>
                    </a:lnTo>
                    <a:lnTo>
                      <a:pt x="2574" y="1507"/>
                    </a:lnTo>
                    <a:lnTo>
                      <a:pt x="2678" y="1570"/>
                    </a:lnTo>
                    <a:lnTo>
                      <a:pt x="2762" y="1591"/>
                    </a:lnTo>
                    <a:lnTo>
                      <a:pt x="2867" y="1445"/>
                    </a:lnTo>
                    <a:lnTo>
                      <a:pt x="2867" y="1361"/>
                    </a:lnTo>
                    <a:lnTo>
                      <a:pt x="2741" y="1298"/>
                    </a:lnTo>
                    <a:lnTo>
                      <a:pt x="2469" y="1340"/>
                    </a:lnTo>
                    <a:lnTo>
                      <a:pt x="2364" y="1403"/>
                    </a:lnTo>
                    <a:lnTo>
                      <a:pt x="2197" y="1403"/>
                    </a:lnTo>
                    <a:lnTo>
                      <a:pt x="2113" y="1445"/>
                    </a:lnTo>
                    <a:lnTo>
                      <a:pt x="2009" y="1549"/>
                    </a:lnTo>
                    <a:lnTo>
                      <a:pt x="1820" y="1549"/>
                    </a:lnTo>
                    <a:lnTo>
                      <a:pt x="1716" y="1486"/>
                    </a:lnTo>
                    <a:lnTo>
                      <a:pt x="1611" y="1466"/>
                    </a:lnTo>
                    <a:lnTo>
                      <a:pt x="1507" y="1591"/>
                    </a:lnTo>
                    <a:lnTo>
                      <a:pt x="1423" y="1800"/>
                    </a:lnTo>
                    <a:lnTo>
                      <a:pt x="1297" y="1863"/>
                    </a:lnTo>
                    <a:lnTo>
                      <a:pt x="1193" y="1821"/>
                    </a:lnTo>
                    <a:lnTo>
                      <a:pt x="1172" y="1779"/>
                    </a:lnTo>
                    <a:lnTo>
                      <a:pt x="1004" y="1612"/>
                    </a:lnTo>
                    <a:lnTo>
                      <a:pt x="858" y="1486"/>
                    </a:lnTo>
                    <a:lnTo>
                      <a:pt x="774" y="1277"/>
                    </a:lnTo>
                    <a:lnTo>
                      <a:pt x="795" y="1047"/>
                    </a:lnTo>
                    <a:lnTo>
                      <a:pt x="879" y="838"/>
                    </a:lnTo>
                    <a:lnTo>
                      <a:pt x="984" y="733"/>
                    </a:lnTo>
                    <a:lnTo>
                      <a:pt x="1109" y="670"/>
                    </a:lnTo>
                    <a:lnTo>
                      <a:pt x="1276" y="754"/>
                    </a:lnTo>
                    <a:lnTo>
                      <a:pt x="1465" y="775"/>
                    </a:lnTo>
                    <a:lnTo>
                      <a:pt x="1674" y="670"/>
                    </a:lnTo>
                    <a:lnTo>
                      <a:pt x="1820" y="670"/>
                    </a:lnTo>
                    <a:lnTo>
                      <a:pt x="1883" y="754"/>
                    </a:lnTo>
                    <a:lnTo>
                      <a:pt x="1988" y="754"/>
                    </a:lnTo>
                    <a:lnTo>
                      <a:pt x="2051" y="712"/>
                    </a:lnTo>
                    <a:lnTo>
                      <a:pt x="2281" y="733"/>
                    </a:lnTo>
                    <a:lnTo>
                      <a:pt x="2427" y="733"/>
                    </a:lnTo>
                    <a:lnTo>
                      <a:pt x="2448" y="712"/>
                    </a:lnTo>
                    <a:lnTo>
                      <a:pt x="2574" y="712"/>
                    </a:lnTo>
                    <a:lnTo>
                      <a:pt x="2678" y="754"/>
                    </a:lnTo>
                    <a:lnTo>
                      <a:pt x="2720" y="817"/>
                    </a:lnTo>
                    <a:lnTo>
                      <a:pt x="2825" y="859"/>
                    </a:lnTo>
                    <a:lnTo>
                      <a:pt x="3264" y="754"/>
                    </a:lnTo>
                    <a:lnTo>
                      <a:pt x="3453" y="629"/>
                    </a:lnTo>
                    <a:lnTo>
                      <a:pt x="3494" y="524"/>
                    </a:lnTo>
                    <a:lnTo>
                      <a:pt x="3578" y="524"/>
                    </a:lnTo>
                    <a:lnTo>
                      <a:pt x="3620" y="440"/>
                    </a:lnTo>
                    <a:lnTo>
                      <a:pt x="3704" y="398"/>
                    </a:lnTo>
                    <a:lnTo>
                      <a:pt x="3766" y="294"/>
                    </a:lnTo>
                    <a:lnTo>
                      <a:pt x="3808" y="210"/>
                    </a:lnTo>
                    <a:lnTo>
                      <a:pt x="3871" y="147"/>
                    </a:lnTo>
                    <a:lnTo>
                      <a:pt x="3808" y="106"/>
                    </a:lnTo>
                    <a:lnTo>
                      <a:pt x="3787" y="43"/>
                    </a:lnTo>
                    <a:lnTo>
                      <a:pt x="362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9" name="Google Shape;2419;p56"/>
              <p:cNvSpPr/>
              <p:nvPr/>
            </p:nvSpPr>
            <p:spPr>
              <a:xfrm>
                <a:off x="5587700" y="3253200"/>
                <a:ext cx="145450" cy="131325"/>
              </a:xfrm>
              <a:custGeom>
                <a:avLst/>
                <a:gdLst/>
                <a:ahLst/>
                <a:cxnLst/>
                <a:rect l="l" t="t" r="r" b="b"/>
                <a:pathLst>
                  <a:path w="5818" h="5253" extrusionOk="0">
                    <a:moveTo>
                      <a:pt x="922" y="1"/>
                    </a:moveTo>
                    <a:lnTo>
                      <a:pt x="775" y="22"/>
                    </a:lnTo>
                    <a:lnTo>
                      <a:pt x="712" y="84"/>
                    </a:lnTo>
                    <a:lnTo>
                      <a:pt x="566" y="189"/>
                    </a:lnTo>
                    <a:lnTo>
                      <a:pt x="482" y="210"/>
                    </a:lnTo>
                    <a:lnTo>
                      <a:pt x="398" y="294"/>
                    </a:lnTo>
                    <a:lnTo>
                      <a:pt x="252" y="294"/>
                    </a:lnTo>
                    <a:lnTo>
                      <a:pt x="147" y="356"/>
                    </a:lnTo>
                    <a:lnTo>
                      <a:pt x="189" y="440"/>
                    </a:lnTo>
                    <a:lnTo>
                      <a:pt x="168" y="524"/>
                    </a:lnTo>
                    <a:lnTo>
                      <a:pt x="43" y="608"/>
                    </a:lnTo>
                    <a:lnTo>
                      <a:pt x="1" y="670"/>
                    </a:lnTo>
                    <a:lnTo>
                      <a:pt x="147" y="712"/>
                    </a:lnTo>
                    <a:lnTo>
                      <a:pt x="252" y="649"/>
                    </a:lnTo>
                    <a:lnTo>
                      <a:pt x="273" y="608"/>
                    </a:lnTo>
                    <a:lnTo>
                      <a:pt x="315" y="670"/>
                    </a:lnTo>
                    <a:lnTo>
                      <a:pt x="503" y="754"/>
                    </a:lnTo>
                    <a:lnTo>
                      <a:pt x="566" y="859"/>
                    </a:lnTo>
                    <a:lnTo>
                      <a:pt x="524" y="921"/>
                    </a:lnTo>
                    <a:lnTo>
                      <a:pt x="566" y="1047"/>
                    </a:lnTo>
                    <a:lnTo>
                      <a:pt x="691" y="1131"/>
                    </a:lnTo>
                    <a:lnTo>
                      <a:pt x="796" y="1152"/>
                    </a:lnTo>
                    <a:lnTo>
                      <a:pt x="901" y="1131"/>
                    </a:lnTo>
                    <a:lnTo>
                      <a:pt x="984" y="1172"/>
                    </a:lnTo>
                    <a:lnTo>
                      <a:pt x="1026" y="1131"/>
                    </a:lnTo>
                    <a:lnTo>
                      <a:pt x="1110" y="1152"/>
                    </a:lnTo>
                    <a:lnTo>
                      <a:pt x="1298" y="1131"/>
                    </a:lnTo>
                    <a:lnTo>
                      <a:pt x="1340" y="1152"/>
                    </a:lnTo>
                    <a:lnTo>
                      <a:pt x="1424" y="1131"/>
                    </a:lnTo>
                    <a:lnTo>
                      <a:pt x="1361" y="1068"/>
                    </a:lnTo>
                    <a:lnTo>
                      <a:pt x="1654" y="1089"/>
                    </a:lnTo>
                    <a:lnTo>
                      <a:pt x="1717" y="1172"/>
                    </a:lnTo>
                    <a:lnTo>
                      <a:pt x="1675" y="1298"/>
                    </a:lnTo>
                    <a:lnTo>
                      <a:pt x="1633" y="1277"/>
                    </a:lnTo>
                    <a:lnTo>
                      <a:pt x="1549" y="1361"/>
                    </a:lnTo>
                    <a:lnTo>
                      <a:pt x="1507" y="1465"/>
                    </a:lnTo>
                    <a:lnTo>
                      <a:pt x="1445" y="1361"/>
                    </a:lnTo>
                    <a:lnTo>
                      <a:pt x="1256" y="1277"/>
                    </a:lnTo>
                    <a:lnTo>
                      <a:pt x="1194" y="1298"/>
                    </a:lnTo>
                    <a:lnTo>
                      <a:pt x="1131" y="1465"/>
                    </a:lnTo>
                    <a:lnTo>
                      <a:pt x="1026" y="1507"/>
                    </a:lnTo>
                    <a:lnTo>
                      <a:pt x="922" y="1465"/>
                    </a:lnTo>
                    <a:lnTo>
                      <a:pt x="817" y="1465"/>
                    </a:lnTo>
                    <a:lnTo>
                      <a:pt x="775" y="1403"/>
                    </a:lnTo>
                    <a:lnTo>
                      <a:pt x="629" y="1444"/>
                    </a:lnTo>
                    <a:lnTo>
                      <a:pt x="566" y="1507"/>
                    </a:lnTo>
                    <a:lnTo>
                      <a:pt x="608" y="1570"/>
                    </a:lnTo>
                    <a:lnTo>
                      <a:pt x="733" y="1591"/>
                    </a:lnTo>
                    <a:lnTo>
                      <a:pt x="838" y="1654"/>
                    </a:lnTo>
                    <a:lnTo>
                      <a:pt x="901" y="1779"/>
                    </a:lnTo>
                    <a:lnTo>
                      <a:pt x="942" y="1821"/>
                    </a:lnTo>
                    <a:lnTo>
                      <a:pt x="1005" y="1800"/>
                    </a:lnTo>
                    <a:lnTo>
                      <a:pt x="1026" y="1884"/>
                    </a:lnTo>
                    <a:lnTo>
                      <a:pt x="1026" y="1968"/>
                    </a:lnTo>
                    <a:lnTo>
                      <a:pt x="984" y="1988"/>
                    </a:lnTo>
                    <a:lnTo>
                      <a:pt x="942" y="2072"/>
                    </a:lnTo>
                    <a:lnTo>
                      <a:pt x="1047" y="2240"/>
                    </a:lnTo>
                    <a:lnTo>
                      <a:pt x="1152" y="2281"/>
                    </a:lnTo>
                    <a:lnTo>
                      <a:pt x="1256" y="2240"/>
                    </a:lnTo>
                    <a:lnTo>
                      <a:pt x="1403" y="2114"/>
                    </a:lnTo>
                    <a:lnTo>
                      <a:pt x="1361" y="2009"/>
                    </a:lnTo>
                    <a:lnTo>
                      <a:pt x="1466" y="1863"/>
                    </a:lnTo>
                    <a:lnTo>
                      <a:pt x="1507" y="1821"/>
                    </a:lnTo>
                    <a:lnTo>
                      <a:pt x="1528" y="1758"/>
                    </a:lnTo>
                    <a:lnTo>
                      <a:pt x="1570" y="1612"/>
                    </a:lnTo>
                    <a:lnTo>
                      <a:pt x="1633" y="1507"/>
                    </a:lnTo>
                    <a:lnTo>
                      <a:pt x="1633" y="1654"/>
                    </a:lnTo>
                    <a:lnTo>
                      <a:pt x="1549" y="1716"/>
                    </a:lnTo>
                    <a:lnTo>
                      <a:pt x="1612" y="1863"/>
                    </a:lnTo>
                    <a:lnTo>
                      <a:pt x="1654" y="1988"/>
                    </a:lnTo>
                    <a:lnTo>
                      <a:pt x="1717" y="2072"/>
                    </a:lnTo>
                    <a:lnTo>
                      <a:pt x="1738" y="2009"/>
                    </a:lnTo>
                    <a:lnTo>
                      <a:pt x="1779" y="2009"/>
                    </a:lnTo>
                    <a:lnTo>
                      <a:pt x="1842" y="2030"/>
                    </a:lnTo>
                    <a:lnTo>
                      <a:pt x="1842" y="2135"/>
                    </a:lnTo>
                    <a:lnTo>
                      <a:pt x="1884" y="2093"/>
                    </a:lnTo>
                    <a:lnTo>
                      <a:pt x="1947" y="2093"/>
                    </a:lnTo>
                    <a:lnTo>
                      <a:pt x="1968" y="2135"/>
                    </a:lnTo>
                    <a:lnTo>
                      <a:pt x="2051" y="2177"/>
                    </a:lnTo>
                    <a:lnTo>
                      <a:pt x="2156" y="2135"/>
                    </a:lnTo>
                    <a:lnTo>
                      <a:pt x="2240" y="2135"/>
                    </a:lnTo>
                    <a:lnTo>
                      <a:pt x="2240" y="2177"/>
                    </a:lnTo>
                    <a:lnTo>
                      <a:pt x="2093" y="2177"/>
                    </a:lnTo>
                    <a:lnTo>
                      <a:pt x="2093" y="2281"/>
                    </a:lnTo>
                    <a:lnTo>
                      <a:pt x="2240" y="2302"/>
                    </a:lnTo>
                    <a:lnTo>
                      <a:pt x="2240" y="2323"/>
                    </a:lnTo>
                    <a:lnTo>
                      <a:pt x="2261" y="2386"/>
                    </a:lnTo>
                    <a:lnTo>
                      <a:pt x="2407" y="2449"/>
                    </a:lnTo>
                    <a:lnTo>
                      <a:pt x="2575" y="2449"/>
                    </a:lnTo>
                    <a:lnTo>
                      <a:pt x="2930" y="2553"/>
                    </a:lnTo>
                    <a:lnTo>
                      <a:pt x="3286" y="2658"/>
                    </a:lnTo>
                    <a:lnTo>
                      <a:pt x="3391" y="2658"/>
                    </a:lnTo>
                    <a:lnTo>
                      <a:pt x="3537" y="2721"/>
                    </a:lnTo>
                    <a:lnTo>
                      <a:pt x="3558" y="2825"/>
                    </a:lnTo>
                    <a:lnTo>
                      <a:pt x="3725" y="2867"/>
                    </a:lnTo>
                    <a:lnTo>
                      <a:pt x="3830" y="2867"/>
                    </a:lnTo>
                    <a:lnTo>
                      <a:pt x="3914" y="2825"/>
                    </a:lnTo>
                    <a:lnTo>
                      <a:pt x="3914" y="2825"/>
                    </a:lnTo>
                    <a:lnTo>
                      <a:pt x="3830" y="2951"/>
                    </a:lnTo>
                    <a:lnTo>
                      <a:pt x="3851" y="2972"/>
                    </a:lnTo>
                    <a:lnTo>
                      <a:pt x="3935" y="2951"/>
                    </a:lnTo>
                    <a:lnTo>
                      <a:pt x="3955" y="3014"/>
                    </a:lnTo>
                    <a:lnTo>
                      <a:pt x="4081" y="2972"/>
                    </a:lnTo>
                    <a:lnTo>
                      <a:pt x="4018" y="3035"/>
                    </a:lnTo>
                    <a:lnTo>
                      <a:pt x="4060" y="3076"/>
                    </a:lnTo>
                    <a:lnTo>
                      <a:pt x="4039" y="3139"/>
                    </a:lnTo>
                    <a:lnTo>
                      <a:pt x="4081" y="3181"/>
                    </a:lnTo>
                    <a:lnTo>
                      <a:pt x="4186" y="3160"/>
                    </a:lnTo>
                    <a:lnTo>
                      <a:pt x="4081" y="3265"/>
                    </a:lnTo>
                    <a:lnTo>
                      <a:pt x="4081" y="3328"/>
                    </a:lnTo>
                    <a:lnTo>
                      <a:pt x="4227" y="3453"/>
                    </a:lnTo>
                    <a:lnTo>
                      <a:pt x="4186" y="3558"/>
                    </a:lnTo>
                    <a:lnTo>
                      <a:pt x="4227" y="3641"/>
                    </a:lnTo>
                    <a:lnTo>
                      <a:pt x="4332" y="3704"/>
                    </a:lnTo>
                    <a:lnTo>
                      <a:pt x="4479" y="3809"/>
                    </a:lnTo>
                    <a:lnTo>
                      <a:pt x="4499" y="3872"/>
                    </a:lnTo>
                    <a:lnTo>
                      <a:pt x="4374" y="3872"/>
                    </a:lnTo>
                    <a:lnTo>
                      <a:pt x="4353" y="3955"/>
                    </a:lnTo>
                    <a:lnTo>
                      <a:pt x="4437" y="4018"/>
                    </a:lnTo>
                    <a:lnTo>
                      <a:pt x="4541" y="4081"/>
                    </a:lnTo>
                    <a:lnTo>
                      <a:pt x="4667" y="4060"/>
                    </a:lnTo>
                    <a:lnTo>
                      <a:pt x="4751" y="4081"/>
                    </a:lnTo>
                    <a:lnTo>
                      <a:pt x="4688" y="4081"/>
                    </a:lnTo>
                    <a:lnTo>
                      <a:pt x="4562" y="4123"/>
                    </a:lnTo>
                    <a:lnTo>
                      <a:pt x="4499" y="4102"/>
                    </a:lnTo>
                    <a:lnTo>
                      <a:pt x="4458" y="4123"/>
                    </a:lnTo>
                    <a:lnTo>
                      <a:pt x="4499" y="4206"/>
                    </a:lnTo>
                    <a:lnTo>
                      <a:pt x="4583" y="4227"/>
                    </a:lnTo>
                    <a:lnTo>
                      <a:pt x="4562" y="4395"/>
                    </a:lnTo>
                    <a:lnTo>
                      <a:pt x="4541" y="4416"/>
                    </a:lnTo>
                    <a:lnTo>
                      <a:pt x="4541" y="4499"/>
                    </a:lnTo>
                    <a:lnTo>
                      <a:pt x="4499" y="4583"/>
                    </a:lnTo>
                    <a:lnTo>
                      <a:pt x="4458" y="4604"/>
                    </a:lnTo>
                    <a:lnTo>
                      <a:pt x="4541" y="4709"/>
                    </a:lnTo>
                    <a:lnTo>
                      <a:pt x="4667" y="4625"/>
                    </a:lnTo>
                    <a:lnTo>
                      <a:pt x="4709" y="4688"/>
                    </a:lnTo>
                    <a:lnTo>
                      <a:pt x="4792" y="4688"/>
                    </a:lnTo>
                    <a:lnTo>
                      <a:pt x="4897" y="4625"/>
                    </a:lnTo>
                    <a:lnTo>
                      <a:pt x="5064" y="4625"/>
                    </a:lnTo>
                    <a:lnTo>
                      <a:pt x="5127" y="4583"/>
                    </a:lnTo>
                    <a:lnTo>
                      <a:pt x="5169" y="4478"/>
                    </a:lnTo>
                    <a:lnTo>
                      <a:pt x="5169" y="4583"/>
                    </a:lnTo>
                    <a:lnTo>
                      <a:pt x="5106" y="4688"/>
                    </a:lnTo>
                    <a:lnTo>
                      <a:pt x="5127" y="4750"/>
                    </a:lnTo>
                    <a:lnTo>
                      <a:pt x="5190" y="4792"/>
                    </a:lnTo>
                    <a:lnTo>
                      <a:pt x="5316" y="4897"/>
                    </a:lnTo>
                    <a:lnTo>
                      <a:pt x="5295" y="4939"/>
                    </a:lnTo>
                    <a:lnTo>
                      <a:pt x="5336" y="5022"/>
                    </a:lnTo>
                    <a:lnTo>
                      <a:pt x="5504" y="5211"/>
                    </a:lnTo>
                    <a:lnTo>
                      <a:pt x="5629" y="5232"/>
                    </a:lnTo>
                    <a:lnTo>
                      <a:pt x="5692" y="5253"/>
                    </a:lnTo>
                    <a:lnTo>
                      <a:pt x="5713" y="3851"/>
                    </a:lnTo>
                    <a:lnTo>
                      <a:pt x="5713" y="3788"/>
                    </a:lnTo>
                    <a:lnTo>
                      <a:pt x="5713" y="3704"/>
                    </a:lnTo>
                    <a:lnTo>
                      <a:pt x="5734" y="3537"/>
                    </a:lnTo>
                    <a:lnTo>
                      <a:pt x="5818" y="1382"/>
                    </a:lnTo>
                    <a:lnTo>
                      <a:pt x="5713" y="1403"/>
                    </a:lnTo>
                    <a:lnTo>
                      <a:pt x="5629" y="1382"/>
                    </a:lnTo>
                    <a:lnTo>
                      <a:pt x="5629" y="1298"/>
                    </a:lnTo>
                    <a:lnTo>
                      <a:pt x="5650" y="1256"/>
                    </a:lnTo>
                    <a:lnTo>
                      <a:pt x="5546" y="1193"/>
                    </a:lnTo>
                    <a:lnTo>
                      <a:pt x="5441" y="1193"/>
                    </a:lnTo>
                    <a:lnTo>
                      <a:pt x="5316" y="1172"/>
                    </a:lnTo>
                    <a:lnTo>
                      <a:pt x="5232" y="1152"/>
                    </a:lnTo>
                    <a:lnTo>
                      <a:pt x="5169" y="1172"/>
                    </a:lnTo>
                    <a:lnTo>
                      <a:pt x="4813" y="1026"/>
                    </a:lnTo>
                    <a:lnTo>
                      <a:pt x="4667" y="984"/>
                    </a:lnTo>
                    <a:lnTo>
                      <a:pt x="4562" y="963"/>
                    </a:lnTo>
                    <a:lnTo>
                      <a:pt x="4458" y="880"/>
                    </a:lnTo>
                    <a:lnTo>
                      <a:pt x="4248" y="838"/>
                    </a:lnTo>
                    <a:lnTo>
                      <a:pt x="4060" y="754"/>
                    </a:lnTo>
                    <a:lnTo>
                      <a:pt x="3976" y="670"/>
                    </a:lnTo>
                    <a:lnTo>
                      <a:pt x="3830" y="649"/>
                    </a:lnTo>
                    <a:lnTo>
                      <a:pt x="3537" y="838"/>
                    </a:lnTo>
                    <a:lnTo>
                      <a:pt x="3537" y="880"/>
                    </a:lnTo>
                    <a:lnTo>
                      <a:pt x="3600" y="984"/>
                    </a:lnTo>
                    <a:lnTo>
                      <a:pt x="3558" y="1068"/>
                    </a:lnTo>
                    <a:lnTo>
                      <a:pt x="3391" y="1089"/>
                    </a:lnTo>
                    <a:lnTo>
                      <a:pt x="3286" y="1131"/>
                    </a:lnTo>
                    <a:lnTo>
                      <a:pt x="3223" y="1131"/>
                    </a:lnTo>
                    <a:lnTo>
                      <a:pt x="3181" y="1089"/>
                    </a:lnTo>
                    <a:lnTo>
                      <a:pt x="3119" y="1172"/>
                    </a:lnTo>
                    <a:lnTo>
                      <a:pt x="3119" y="1277"/>
                    </a:lnTo>
                    <a:lnTo>
                      <a:pt x="2993" y="1340"/>
                    </a:lnTo>
                    <a:lnTo>
                      <a:pt x="2888" y="1361"/>
                    </a:lnTo>
                    <a:lnTo>
                      <a:pt x="2805" y="1465"/>
                    </a:lnTo>
                    <a:lnTo>
                      <a:pt x="2805" y="1612"/>
                    </a:lnTo>
                    <a:lnTo>
                      <a:pt x="2763" y="1654"/>
                    </a:lnTo>
                    <a:lnTo>
                      <a:pt x="2700" y="1696"/>
                    </a:lnTo>
                    <a:lnTo>
                      <a:pt x="2658" y="1800"/>
                    </a:lnTo>
                    <a:lnTo>
                      <a:pt x="2554" y="1821"/>
                    </a:lnTo>
                    <a:lnTo>
                      <a:pt x="2449" y="1821"/>
                    </a:lnTo>
                    <a:lnTo>
                      <a:pt x="2386" y="1779"/>
                    </a:lnTo>
                    <a:lnTo>
                      <a:pt x="2261" y="1675"/>
                    </a:lnTo>
                    <a:lnTo>
                      <a:pt x="2240" y="1570"/>
                    </a:lnTo>
                    <a:lnTo>
                      <a:pt x="2177" y="1591"/>
                    </a:lnTo>
                    <a:lnTo>
                      <a:pt x="2156" y="1465"/>
                    </a:lnTo>
                    <a:lnTo>
                      <a:pt x="2156" y="1361"/>
                    </a:lnTo>
                    <a:lnTo>
                      <a:pt x="2072" y="1298"/>
                    </a:lnTo>
                    <a:lnTo>
                      <a:pt x="2031" y="1382"/>
                    </a:lnTo>
                    <a:lnTo>
                      <a:pt x="2051" y="1507"/>
                    </a:lnTo>
                    <a:lnTo>
                      <a:pt x="1989" y="1507"/>
                    </a:lnTo>
                    <a:lnTo>
                      <a:pt x="1926" y="1444"/>
                    </a:lnTo>
                    <a:lnTo>
                      <a:pt x="1863" y="1298"/>
                    </a:lnTo>
                    <a:lnTo>
                      <a:pt x="1842" y="1047"/>
                    </a:lnTo>
                    <a:lnTo>
                      <a:pt x="1821" y="880"/>
                    </a:lnTo>
                    <a:lnTo>
                      <a:pt x="1863" y="775"/>
                    </a:lnTo>
                    <a:lnTo>
                      <a:pt x="1947" y="670"/>
                    </a:lnTo>
                    <a:lnTo>
                      <a:pt x="1884" y="566"/>
                    </a:lnTo>
                    <a:lnTo>
                      <a:pt x="1821" y="503"/>
                    </a:lnTo>
                    <a:lnTo>
                      <a:pt x="1821" y="335"/>
                    </a:lnTo>
                    <a:lnTo>
                      <a:pt x="1842" y="294"/>
                    </a:lnTo>
                    <a:lnTo>
                      <a:pt x="1779" y="231"/>
                    </a:lnTo>
                    <a:lnTo>
                      <a:pt x="1612" y="210"/>
                    </a:lnTo>
                    <a:lnTo>
                      <a:pt x="1424" y="231"/>
                    </a:lnTo>
                    <a:lnTo>
                      <a:pt x="1235" y="105"/>
                    </a:lnTo>
                    <a:lnTo>
                      <a:pt x="9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0" name="Google Shape;2420;p56"/>
              <p:cNvSpPr/>
              <p:nvPr/>
            </p:nvSpPr>
            <p:spPr>
              <a:xfrm>
                <a:off x="5268100" y="3181025"/>
                <a:ext cx="143350" cy="129750"/>
              </a:xfrm>
              <a:custGeom>
                <a:avLst/>
                <a:gdLst/>
                <a:ahLst/>
                <a:cxnLst/>
                <a:rect l="l" t="t" r="r" b="b"/>
                <a:pathLst>
                  <a:path w="5734" h="5190" extrusionOk="0">
                    <a:moveTo>
                      <a:pt x="4060" y="0"/>
                    </a:moveTo>
                    <a:lnTo>
                      <a:pt x="3955" y="147"/>
                    </a:lnTo>
                    <a:lnTo>
                      <a:pt x="3955" y="209"/>
                    </a:lnTo>
                    <a:lnTo>
                      <a:pt x="3892" y="314"/>
                    </a:lnTo>
                    <a:lnTo>
                      <a:pt x="3892" y="398"/>
                    </a:lnTo>
                    <a:lnTo>
                      <a:pt x="3767" y="837"/>
                    </a:lnTo>
                    <a:lnTo>
                      <a:pt x="3579" y="1109"/>
                    </a:lnTo>
                    <a:lnTo>
                      <a:pt x="3516" y="1360"/>
                    </a:lnTo>
                    <a:lnTo>
                      <a:pt x="3265" y="1716"/>
                    </a:lnTo>
                    <a:lnTo>
                      <a:pt x="3307" y="1779"/>
                    </a:lnTo>
                    <a:lnTo>
                      <a:pt x="3014" y="1842"/>
                    </a:lnTo>
                    <a:lnTo>
                      <a:pt x="2783" y="1967"/>
                    </a:lnTo>
                    <a:lnTo>
                      <a:pt x="2637" y="1967"/>
                    </a:lnTo>
                    <a:lnTo>
                      <a:pt x="2595" y="1883"/>
                    </a:lnTo>
                    <a:lnTo>
                      <a:pt x="2470" y="1842"/>
                    </a:lnTo>
                    <a:lnTo>
                      <a:pt x="2177" y="1842"/>
                    </a:lnTo>
                    <a:lnTo>
                      <a:pt x="2093" y="1925"/>
                    </a:lnTo>
                    <a:lnTo>
                      <a:pt x="1758" y="2051"/>
                    </a:lnTo>
                    <a:lnTo>
                      <a:pt x="1444" y="2030"/>
                    </a:lnTo>
                    <a:lnTo>
                      <a:pt x="1361" y="2072"/>
                    </a:lnTo>
                    <a:lnTo>
                      <a:pt x="1235" y="2051"/>
                    </a:lnTo>
                    <a:lnTo>
                      <a:pt x="1214" y="2134"/>
                    </a:lnTo>
                    <a:lnTo>
                      <a:pt x="1047" y="2176"/>
                    </a:lnTo>
                    <a:lnTo>
                      <a:pt x="942" y="2155"/>
                    </a:lnTo>
                    <a:lnTo>
                      <a:pt x="921" y="2051"/>
                    </a:lnTo>
                    <a:lnTo>
                      <a:pt x="796" y="1946"/>
                    </a:lnTo>
                    <a:lnTo>
                      <a:pt x="754" y="1883"/>
                    </a:lnTo>
                    <a:lnTo>
                      <a:pt x="566" y="1758"/>
                    </a:lnTo>
                    <a:lnTo>
                      <a:pt x="440" y="1549"/>
                    </a:lnTo>
                    <a:lnTo>
                      <a:pt x="377" y="1570"/>
                    </a:lnTo>
                    <a:lnTo>
                      <a:pt x="314" y="1653"/>
                    </a:lnTo>
                    <a:lnTo>
                      <a:pt x="168" y="1842"/>
                    </a:lnTo>
                    <a:lnTo>
                      <a:pt x="84" y="1988"/>
                    </a:lnTo>
                    <a:lnTo>
                      <a:pt x="84" y="2072"/>
                    </a:lnTo>
                    <a:lnTo>
                      <a:pt x="105" y="2155"/>
                    </a:lnTo>
                    <a:lnTo>
                      <a:pt x="84" y="2239"/>
                    </a:lnTo>
                    <a:lnTo>
                      <a:pt x="1" y="2281"/>
                    </a:lnTo>
                    <a:lnTo>
                      <a:pt x="22" y="2490"/>
                    </a:lnTo>
                    <a:lnTo>
                      <a:pt x="210" y="2699"/>
                    </a:lnTo>
                    <a:lnTo>
                      <a:pt x="231" y="2804"/>
                    </a:lnTo>
                    <a:lnTo>
                      <a:pt x="189" y="2762"/>
                    </a:lnTo>
                    <a:lnTo>
                      <a:pt x="168" y="2804"/>
                    </a:lnTo>
                    <a:lnTo>
                      <a:pt x="210" y="2930"/>
                    </a:lnTo>
                    <a:lnTo>
                      <a:pt x="335" y="2971"/>
                    </a:lnTo>
                    <a:lnTo>
                      <a:pt x="419" y="2971"/>
                    </a:lnTo>
                    <a:lnTo>
                      <a:pt x="607" y="2909"/>
                    </a:lnTo>
                    <a:lnTo>
                      <a:pt x="733" y="2825"/>
                    </a:lnTo>
                    <a:lnTo>
                      <a:pt x="838" y="2867"/>
                    </a:lnTo>
                    <a:lnTo>
                      <a:pt x="733" y="2867"/>
                    </a:lnTo>
                    <a:lnTo>
                      <a:pt x="607" y="2971"/>
                    </a:lnTo>
                    <a:lnTo>
                      <a:pt x="398" y="3013"/>
                    </a:lnTo>
                    <a:lnTo>
                      <a:pt x="314" y="3097"/>
                    </a:lnTo>
                    <a:lnTo>
                      <a:pt x="210" y="3097"/>
                    </a:lnTo>
                    <a:lnTo>
                      <a:pt x="210" y="3139"/>
                    </a:lnTo>
                    <a:lnTo>
                      <a:pt x="335" y="3181"/>
                    </a:lnTo>
                    <a:lnTo>
                      <a:pt x="503" y="3243"/>
                    </a:lnTo>
                    <a:lnTo>
                      <a:pt x="649" y="3411"/>
                    </a:lnTo>
                    <a:lnTo>
                      <a:pt x="712" y="3515"/>
                    </a:lnTo>
                    <a:lnTo>
                      <a:pt x="733" y="3620"/>
                    </a:lnTo>
                    <a:lnTo>
                      <a:pt x="649" y="3746"/>
                    </a:lnTo>
                    <a:lnTo>
                      <a:pt x="566" y="3829"/>
                    </a:lnTo>
                    <a:lnTo>
                      <a:pt x="607" y="3871"/>
                    </a:lnTo>
                    <a:lnTo>
                      <a:pt x="712" y="3955"/>
                    </a:lnTo>
                    <a:lnTo>
                      <a:pt x="733" y="4227"/>
                    </a:lnTo>
                    <a:lnTo>
                      <a:pt x="733" y="4352"/>
                    </a:lnTo>
                    <a:lnTo>
                      <a:pt x="817" y="4499"/>
                    </a:lnTo>
                    <a:lnTo>
                      <a:pt x="858" y="4499"/>
                    </a:lnTo>
                    <a:lnTo>
                      <a:pt x="963" y="4436"/>
                    </a:lnTo>
                    <a:lnTo>
                      <a:pt x="1005" y="4499"/>
                    </a:lnTo>
                    <a:lnTo>
                      <a:pt x="1130" y="4499"/>
                    </a:lnTo>
                    <a:lnTo>
                      <a:pt x="1214" y="4541"/>
                    </a:lnTo>
                    <a:lnTo>
                      <a:pt x="1361" y="4541"/>
                    </a:lnTo>
                    <a:lnTo>
                      <a:pt x="1444" y="4457"/>
                    </a:lnTo>
                    <a:lnTo>
                      <a:pt x="1528" y="4499"/>
                    </a:lnTo>
                    <a:lnTo>
                      <a:pt x="1591" y="4457"/>
                    </a:lnTo>
                    <a:lnTo>
                      <a:pt x="1654" y="4352"/>
                    </a:lnTo>
                    <a:lnTo>
                      <a:pt x="1654" y="4290"/>
                    </a:lnTo>
                    <a:lnTo>
                      <a:pt x="1674" y="4373"/>
                    </a:lnTo>
                    <a:lnTo>
                      <a:pt x="1654" y="4478"/>
                    </a:lnTo>
                    <a:lnTo>
                      <a:pt x="1695" y="4603"/>
                    </a:lnTo>
                    <a:lnTo>
                      <a:pt x="1737" y="4792"/>
                    </a:lnTo>
                    <a:lnTo>
                      <a:pt x="1695" y="4896"/>
                    </a:lnTo>
                    <a:lnTo>
                      <a:pt x="1779" y="4896"/>
                    </a:lnTo>
                    <a:lnTo>
                      <a:pt x="1905" y="4750"/>
                    </a:lnTo>
                    <a:lnTo>
                      <a:pt x="1988" y="4708"/>
                    </a:lnTo>
                    <a:lnTo>
                      <a:pt x="2051" y="4771"/>
                    </a:lnTo>
                    <a:lnTo>
                      <a:pt x="2114" y="4750"/>
                    </a:lnTo>
                    <a:lnTo>
                      <a:pt x="2135" y="4687"/>
                    </a:lnTo>
                    <a:lnTo>
                      <a:pt x="2302" y="4687"/>
                    </a:lnTo>
                    <a:lnTo>
                      <a:pt x="2386" y="4583"/>
                    </a:lnTo>
                    <a:lnTo>
                      <a:pt x="2428" y="4583"/>
                    </a:lnTo>
                    <a:lnTo>
                      <a:pt x="2532" y="4645"/>
                    </a:lnTo>
                    <a:lnTo>
                      <a:pt x="2616" y="4583"/>
                    </a:lnTo>
                    <a:lnTo>
                      <a:pt x="2658" y="4645"/>
                    </a:lnTo>
                    <a:lnTo>
                      <a:pt x="2658" y="4750"/>
                    </a:lnTo>
                    <a:lnTo>
                      <a:pt x="2721" y="4792"/>
                    </a:lnTo>
                    <a:lnTo>
                      <a:pt x="2825" y="4813"/>
                    </a:lnTo>
                    <a:lnTo>
                      <a:pt x="2804" y="4750"/>
                    </a:lnTo>
                    <a:lnTo>
                      <a:pt x="2825" y="4666"/>
                    </a:lnTo>
                    <a:lnTo>
                      <a:pt x="2888" y="4750"/>
                    </a:lnTo>
                    <a:lnTo>
                      <a:pt x="2993" y="4771"/>
                    </a:lnTo>
                    <a:lnTo>
                      <a:pt x="3035" y="4750"/>
                    </a:lnTo>
                    <a:lnTo>
                      <a:pt x="3097" y="4813"/>
                    </a:lnTo>
                    <a:lnTo>
                      <a:pt x="3139" y="4792"/>
                    </a:lnTo>
                    <a:lnTo>
                      <a:pt x="3160" y="4855"/>
                    </a:lnTo>
                    <a:lnTo>
                      <a:pt x="3223" y="4917"/>
                    </a:lnTo>
                    <a:lnTo>
                      <a:pt x="3181" y="5022"/>
                    </a:lnTo>
                    <a:lnTo>
                      <a:pt x="3244" y="5189"/>
                    </a:lnTo>
                    <a:lnTo>
                      <a:pt x="3348" y="5168"/>
                    </a:lnTo>
                    <a:lnTo>
                      <a:pt x="3579" y="5064"/>
                    </a:lnTo>
                    <a:lnTo>
                      <a:pt x="3746" y="5022"/>
                    </a:lnTo>
                    <a:lnTo>
                      <a:pt x="3955" y="4896"/>
                    </a:lnTo>
                    <a:lnTo>
                      <a:pt x="4060" y="4666"/>
                    </a:lnTo>
                    <a:lnTo>
                      <a:pt x="4060" y="4583"/>
                    </a:lnTo>
                    <a:lnTo>
                      <a:pt x="4102" y="4457"/>
                    </a:lnTo>
                    <a:lnTo>
                      <a:pt x="4143" y="4478"/>
                    </a:lnTo>
                    <a:lnTo>
                      <a:pt x="4185" y="4478"/>
                    </a:lnTo>
                    <a:lnTo>
                      <a:pt x="4269" y="4290"/>
                    </a:lnTo>
                    <a:lnTo>
                      <a:pt x="4227" y="4269"/>
                    </a:lnTo>
                    <a:lnTo>
                      <a:pt x="4185" y="4227"/>
                    </a:lnTo>
                    <a:lnTo>
                      <a:pt x="4185" y="4164"/>
                    </a:lnTo>
                    <a:lnTo>
                      <a:pt x="4206" y="4185"/>
                    </a:lnTo>
                    <a:lnTo>
                      <a:pt x="4290" y="4227"/>
                    </a:lnTo>
                    <a:lnTo>
                      <a:pt x="4353" y="4143"/>
                    </a:lnTo>
                    <a:lnTo>
                      <a:pt x="4311" y="4059"/>
                    </a:lnTo>
                    <a:lnTo>
                      <a:pt x="4269" y="4059"/>
                    </a:lnTo>
                    <a:lnTo>
                      <a:pt x="4206" y="4039"/>
                    </a:lnTo>
                    <a:lnTo>
                      <a:pt x="4290" y="3976"/>
                    </a:lnTo>
                    <a:lnTo>
                      <a:pt x="4290" y="3871"/>
                    </a:lnTo>
                    <a:lnTo>
                      <a:pt x="4143" y="3871"/>
                    </a:lnTo>
                    <a:lnTo>
                      <a:pt x="4185" y="3808"/>
                    </a:lnTo>
                    <a:lnTo>
                      <a:pt x="4164" y="3746"/>
                    </a:lnTo>
                    <a:lnTo>
                      <a:pt x="4164" y="3746"/>
                    </a:lnTo>
                    <a:lnTo>
                      <a:pt x="4227" y="3767"/>
                    </a:lnTo>
                    <a:lnTo>
                      <a:pt x="4353" y="3725"/>
                    </a:lnTo>
                    <a:lnTo>
                      <a:pt x="4374" y="3620"/>
                    </a:lnTo>
                    <a:lnTo>
                      <a:pt x="4457" y="3515"/>
                    </a:lnTo>
                    <a:lnTo>
                      <a:pt x="4478" y="3390"/>
                    </a:lnTo>
                    <a:lnTo>
                      <a:pt x="4457" y="3306"/>
                    </a:lnTo>
                    <a:lnTo>
                      <a:pt x="4499" y="3348"/>
                    </a:lnTo>
                    <a:lnTo>
                      <a:pt x="4562" y="3453"/>
                    </a:lnTo>
                    <a:lnTo>
                      <a:pt x="4625" y="3348"/>
                    </a:lnTo>
                    <a:lnTo>
                      <a:pt x="4708" y="3243"/>
                    </a:lnTo>
                    <a:lnTo>
                      <a:pt x="4667" y="3097"/>
                    </a:lnTo>
                    <a:lnTo>
                      <a:pt x="4813" y="2971"/>
                    </a:lnTo>
                    <a:lnTo>
                      <a:pt x="4834" y="2783"/>
                    </a:lnTo>
                    <a:lnTo>
                      <a:pt x="4897" y="2699"/>
                    </a:lnTo>
                    <a:lnTo>
                      <a:pt x="4918" y="2469"/>
                    </a:lnTo>
                    <a:lnTo>
                      <a:pt x="4980" y="2406"/>
                    </a:lnTo>
                    <a:lnTo>
                      <a:pt x="4980" y="2344"/>
                    </a:lnTo>
                    <a:lnTo>
                      <a:pt x="5106" y="2197"/>
                    </a:lnTo>
                    <a:lnTo>
                      <a:pt x="5148" y="2281"/>
                    </a:lnTo>
                    <a:lnTo>
                      <a:pt x="5190" y="2239"/>
                    </a:lnTo>
                    <a:lnTo>
                      <a:pt x="5148" y="2072"/>
                    </a:lnTo>
                    <a:lnTo>
                      <a:pt x="5148" y="2072"/>
                    </a:lnTo>
                    <a:lnTo>
                      <a:pt x="5336" y="2260"/>
                    </a:lnTo>
                    <a:lnTo>
                      <a:pt x="5462" y="2260"/>
                    </a:lnTo>
                    <a:lnTo>
                      <a:pt x="5545" y="2197"/>
                    </a:lnTo>
                    <a:lnTo>
                      <a:pt x="5629" y="2239"/>
                    </a:lnTo>
                    <a:lnTo>
                      <a:pt x="5713" y="2197"/>
                    </a:lnTo>
                    <a:lnTo>
                      <a:pt x="5734" y="2093"/>
                    </a:lnTo>
                    <a:lnTo>
                      <a:pt x="5629" y="2072"/>
                    </a:lnTo>
                    <a:lnTo>
                      <a:pt x="5608" y="2030"/>
                    </a:lnTo>
                    <a:lnTo>
                      <a:pt x="5503" y="1883"/>
                    </a:lnTo>
                    <a:lnTo>
                      <a:pt x="5420" y="1883"/>
                    </a:lnTo>
                    <a:lnTo>
                      <a:pt x="5190" y="1674"/>
                    </a:lnTo>
                    <a:lnTo>
                      <a:pt x="5106" y="1632"/>
                    </a:lnTo>
                    <a:lnTo>
                      <a:pt x="5085" y="1528"/>
                    </a:lnTo>
                    <a:lnTo>
                      <a:pt x="5022" y="1465"/>
                    </a:lnTo>
                    <a:lnTo>
                      <a:pt x="5043" y="1423"/>
                    </a:lnTo>
                    <a:lnTo>
                      <a:pt x="5190" y="1360"/>
                    </a:lnTo>
                    <a:lnTo>
                      <a:pt x="5231" y="1256"/>
                    </a:lnTo>
                    <a:lnTo>
                      <a:pt x="5148" y="1193"/>
                    </a:lnTo>
                    <a:lnTo>
                      <a:pt x="4980" y="1005"/>
                    </a:lnTo>
                    <a:lnTo>
                      <a:pt x="4918" y="879"/>
                    </a:lnTo>
                    <a:lnTo>
                      <a:pt x="4834" y="795"/>
                    </a:lnTo>
                    <a:lnTo>
                      <a:pt x="4876" y="712"/>
                    </a:lnTo>
                    <a:lnTo>
                      <a:pt x="4918" y="691"/>
                    </a:lnTo>
                    <a:lnTo>
                      <a:pt x="4918" y="628"/>
                    </a:lnTo>
                    <a:lnTo>
                      <a:pt x="4876" y="607"/>
                    </a:lnTo>
                    <a:lnTo>
                      <a:pt x="4750" y="482"/>
                    </a:lnTo>
                    <a:lnTo>
                      <a:pt x="4813" y="461"/>
                    </a:lnTo>
                    <a:lnTo>
                      <a:pt x="4939" y="482"/>
                    </a:lnTo>
                    <a:lnTo>
                      <a:pt x="5085" y="461"/>
                    </a:lnTo>
                    <a:lnTo>
                      <a:pt x="4980" y="314"/>
                    </a:lnTo>
                    <a:lnTo>
                      <a:pt x="4834" y="272"/>
                    </a:lnTo>
                    <a:lnTo>
                      <a:pt x="4897" y="209"/>
                    </a:lnTo>
                    <a:lnTo>
                      <a:pt x="4876" y="168"/>
                    </a:lnTo>
                    <a:lnTo>
                      <a:pt x="4939" y="147"/>
                    </a:lnTo>
                    <a:lnTo>
                      <a:pt x="4939" y="105"/>
                    </a:lnTo>
                    <a:lnTo>
                      <a:pt x="4813" y="84"/>
                    </a:lnTo>
                    <a:lnTo>
                      <a:pt x="4667" y="84"/>
                    </a:lnTo>
                    <a:lnTo>
                      <a:pt x="4604" y="42"/>
                    </a:lnTo>
                    <a:lnTo>
                      <a:pt x="4164" y="42"/>
                    </a:lnTo>
                    <a:lnTo>
                      <a:pt x="40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1" name="Google Shape;2421;p56"/>
              <p:cNvSpPr/>
              <p:nvPr/>
            </p:nvSpPr>
            <p:spPr>
              <a:xfrm>
                <a:off x="5068275" y="3161675"/>
                <a:ext cx="431050" cy="221800"/>
              </a:xfrm>
              <a:custGeom>
                <a:avLst/>
                <a:gdLst/>
                <a:ahLst/>
                <a:cxnLst/>
                <a:rect l="l" t="t" r="r" b="b"/>
                <a:pathLst>
                  <a:path w="17242" h="8872" extrusionOk="0">
                    <a:moveTo>
                      <a:pt x="16991" y="8202"/>
                    </a:moveTo>
                    <a:lnTo>
                      <a:pt x="16886" y="8265"/>
                    </a:lnTo>
                    <a:lnTo>
                      <a:pt x="16928" y="8286"/>
                    </a:lnTo>
                    <a:lnTo>
                      <a:pt x="16907" y="8307"/>
                    </a:lnTo>
                    <a:cubicBezTo>
                      <a:pt x="16886" y="8307"/>
                      <a:pt x="16823" y="8349"/>
                      <a:pt x="16802" y="8349"/>
                    </a:cubicBezTo>
                    <a:lnTo>
                      <a:pt x="16802" y="8307"/>
                    </a:lnTo>
                    <a:lnTo>
                      <a:pt x="16782" y="8349"/>
                    </a:lnTo>
                    <a:cubicBezTo>
                      <a:pt x="16677" y="8370"/>
                      <a:pt x="16572" y="8370"/>
                      <a:pt x="16489" y="8390"/>
                    </a:cubicBezTo>
                    <a:lnTo>
                      <a:pt x="16593" y="8286"/>
                    </a:lnTo>
                    <a:lnTo>
                      <a:pt x="16551" y="8265"/>
                    </a:lnTo>
                    <a:lnTo>
                      <a:pt x="16468" y="8307"/>
                    </a:lnTo>
                    <a:lnTo>
                      <a:pt x="16384" y="8307"/>
                    </a:lnTo>
                    <a:lnTo>
                      <a:pt x="16342" y="8349"/>
                    </a:lnTo>
                    <a:lnTo>
                      <a:pt x="16363" y="8390"/>
                    </a:lnTo>
                    <a:lnTo>
                      <a:pt x="16300" y="8453"/>
                    </a:lnTo>
                    <a:lnTo>
                      <a:pt x="16196" y="8453"/>
                    </a:lnTo>
                    <a:lnTo>
                      <a:pt x="16258" y="8495"/>
                    </a:lnTo>
                    <a:lnTo>
                      <a:pt x="16384" y="8474"/>
                    </a:lnTo>
                    <a:lnTo>
                      <a:pt x="16447" y="8411"/>
                    </a:lnTo>
                    <a:cubicBezTo>
                      <a:pt x="16489" y="8411"/>
                      <a:pt x="16551" y="8411"/>
                      <a:pt x="16614" y="8390"/>
                    </a:cubicBezTo>
                    <a:lnTo>
                      <a:pt x="16614" y="8390"/>
                    </a:lnTo>
                    <a:lnTo>
                      <a:pt x="16593" y="8411"/>
                    </a:lnTo>
                    <a:lnTo>
                      <a:pt x="16677" y="8411"/>
                    </a:lnTo>
                    <a:lnTo>
                      <a:pt x="16719" y="8474"/>
                    </a:lnTo>
                    <a:lnTo>
                      <a:pt x="16802" y="8370"/>
                    </a:lnTo>
                    <a:cubicBezTo>
                      <a:pt x="16823" y="8370"/>
                      <a:pt x="16886" y="8349"/>
                      <a:pt x="16907" y="8349"/>
                    </a:cubicBezTo>
                    <a:lnTo>
                      <a:pt x="16907" y="8370"/>
                    </a:lnTo>
                    <a:lnTo>
                      <a:pt x="17012" y="8390"/>
                    </a:lnTo>
                    <a:lnTo>
                      <a:pt x="17200" y="8307"/>
                    </a:lnTo>
                    <a:lnTo>
                      <a:pt x="17242" y="8244"/>
                    </a:lnTo>
                    <a:lnTo>
                      <a:pt x="17200" y="8202"/>
                    </a:lnTo>
                    <a:lnTo>
                      <a:pt x="17033" y="8244"/>
                    </a:lnTo>
                    <a:lnTo>
                      <a:pt x="16991" y="8202"/>
                    </a:lnTo>
                    <a:close/>
                    <a:moveTo>
                      <a:pt x="16070" y="8411"/>
                    </a:moveTo>
                    <a:lnTo>
                      <a:pt x="16007" y="8443"/>
                    </a:lnTo>
                    <a:lnTo>
                      <a:pt x="16007" y="8443"/>
                    </a:lnTo>
                    <a:cubicBezTo>
                      <a:pt x="16026" y="8475"/>
                      <a:pt x="16037" y="8501"/>
                      <a:pt x="16036" y="8525"/>
                    </a:cubicBezTo>
                    <a:lnTo>
                      <a:pt x="16036" y="8525"/>
                    </a:lnTo>
                    <a:lnTo>
                      <a:pt x="16049" y="8474"/>
                    </a:lnTo>
                    <a:lnTo>
                      <a:pt x="16133" y="8453"/>
                    </a:lnTo>
                    <a:lnTo>
                      <a:pt x="16196" y="8453"/>
                    </a:lnTo>
                    <a:lnTo>
                      <a:pt x="16237" y="8411"/>
                    </a:lnTo>
                    <a:close/>
                    <a:moveTo>
                      <a:pt x="16036" y="8525"/>
                    </a:moveTo>
                    <a:lnTo>
                      <a:pt x="16028" y="8558"/>
                    </a:lnTo>
                    <a:cubicBezTo>
                      <a:pt x="16034" y="8547"/>
                      <a:pt x="16036" y="8536"/>
                      <a:pt x="16036" y="8525"/>
                    </a:cubicBezTo>
                    <a:close/>
                    <a:moveTo>
                      <a:pt x="105" y="0"/>
                    </a:moveTo>
                    <a:lnTo>
                      <a:pt x="22" y="42"/>
                    </a:lnTo>
                    <a:lnTo>
                      <a:pt x="1" y="105"/>
                    </a:lnTo>
                    <a:lnTo>
                      <a:pt x="22" y="251"/>
                    </a:lnTo>
                    <a:lnTo>
                      <a:pt x="168" y="565"/>
                    </a:lnTo>
                    <a:lnTo>
                      <a:pt x="252" y="628"/>
                    </a:lnTo>
                    <a:lnTo>
                      <a:pt x="524" y="879"/>
                    </a:lnTo>
                    <a:lnTo>
                      <a:pt x="587" y="879"/>
                    </a:lnTo>
                    <a:lnTo>
                      <a:pt x="754" y="1067"/>
                    </a:lnTo>
                    <a:lnTo>
                      <a:pt x="838" y="1088"/>
                    </a:lnTo>
                    <a:lnTo>
                      <a:pt x="900" y="1067"/>
                    </a:lnTo>
                    <a:lnTo>
                      <a:pt x="1089" y="1214"/>
                    </a:lnTo>
                    <a:lnTo>
                      <a:pt x="1298" y="1528"/>
                    </a:lnTo>
                    <a:lnTo>
                      <a:pt x="1507" y="1716"/>
                    </a:lnTo>
                    <a:lnTo>
                      <a:pt x="1570" y="1716"/>
                    </a:lnTo>
                    <a:lnTo>
                      <a:pt x="1570" y="1883"/>
                    </a:lnTo>
                    <a:lnTo>
                      <a:pt x="1612" y="1925"/>
                    </a:lnTo>
                    <a:lnTo>
                      <a:pt x="1633" y="2092"/>
                    </a:lnTo>
                    <a:lnTo>
                      <a:pt x="1716" y="2155"/>
                    </a:lnTo>
                    <a:lnTo>
                      <a:pt x="1842" y="2155"/>
                    </a:lnTo>
                    <a:lnTo>
                      <a:pt x="2009" y="2344"/>
                    </a:lnTo>
                    <a:lnTo>
                      <a:pt x="2093" y="2406"/>
                    </a:lnTo>
                    <a:lnTo>
                      <a:pt x="2156" y="2406"/>
                    </a:lnTo>
                    <a:lnTo>
                      <a:pt x="2198" y="2448"/>
                    </a:lnTo>
                    <a:lnTo>
                      <a:pt x="2135" y="2532"/>
                    </a:lnTo>
                    <a:lnTo>
                      <a:pt x="2219" y="2616"/>
                    </a:lnTo>
                    <a:lnTo>
                      <a:pt x="2261" y="2762"/>
                    </a:lnTo>
                    <a:lnTo>
                      <a:pt x="2261" y="2783"/>
                    </a:lnTo>
                    <a:lnTo>
                      <a:pt x="2365" y="3097"/>
                    </a:lnTo>
                    <a:lnTo>
                      <a:pt x="2428" y="3264"/>
                    </a:lnTo>
                    <a:lnTo>
                      <a:pt x="2574" y="3306"/>
                    </a:lnTo>
                    <a:lnTo>
                      <a:pt x="2763" y="3411"/>
                    </a:lnTo>
                    <a:lnTo>
                      <a:pt x="2763" y="3515"/>
                    </a:lnTo>
                    <a:lnTo>
                      <a:pt x="2888" y="3787"/>
                    </a:lnTo>
                    <a:lnTo>
                      <a:pt x="3035" y="3892"/>
                    </a:lnTo>
                    <a:lnTo>
                      <a:pt x="3056" y="4185"/>
                    </a:lnTo>
                    <a:lnTo>
                      <a:pt x="3265" y="4561"/>
                    </a:lnTo>
                    <a:lnTo>
                      <a:pt x="3265" y="4729"/>
                    </a:lnTo>
                    <a:lnTo>
                      <a:pt x="3307" y="4875"/>
                    </a:lnTo>
                    <a:lnTo>
                      <a:pt x="3516" y="5043"/>
                    </a:lnTo>
                    <a:lnTo>
                      <a:pt x="3725" y="5294"/>
                    </a:lnTo>
                    <a:lnTo>
                      <a:pt x="3788" y="5440"/>
                    </a:lnTo>
                    <a:lnTo>
                      <a:pt x="3934" y="5461"/>
                    </a:lnTo>
                    <a:lnTo>
                      <a:pt x="3997" y="5545"/>
                    </a:lnTo>
                    <a:lnTo>
                      <a:pt x="4123" y="5608"/>
                    </a:lnTo>
                    <a:lnTo>
                      <a:pt x="4144" y="5775"/>
                    </a:lnTo>
                    <a:lnTo>
                      <a:pt x="4290" y="5859"/>
                    </a:lnTo>
                    <a:lnTo>
                      <a:pt x="4437" y="6005"/>
                    </a:lnTo>
                    <a:lnTo>
                      <a:pt x="4709" y="6173"/>
                    </a:lnTo>
                    <a:lnTo>
                      <a:pt x="4750" y="6298"/>
                    </a:lnTo>
                    <a:lnTo>
                      <a:pt x="4918" y="6361"/>
                    </a:lnTo>
                    <a:lnTo>
                      <a:pt x="5253" y="6633"/>
                    </a:lnTo>
                    <a:lnTo>
                      <a:pt x="5274" y="6779"/>
                    </a:lnTo>
                    <a:lnTo>
                      <a:pt x="5357" y="6800"/>
                    </a:lnTo>
                    <a:lnTo>
                      <a:pt x="5441" y="6926"/>
                    </a:lnTo>
                    <a:lnTo>
                      <a:pt x="5483" y="6884"/>
                    </a:lnTo>
                    <a:lnTo>
                      <a:pt x="5483" y="6779"/>
                    </a:lnTo>
                    <a:lnTo>
                      <a:pt x="5462" y="6717"/>
                    </a:lnTo>
                    <a:lnTo>
                      <a:pt x="5462" y="6675"/>
                    </a:lnTo>
                    <a:lnTo>
                      <a:pt x="5566" y="6696"/>
                    </a:lnTo>
                    <a:lnTo>
                      <a:pt x="5797" y="6905"/>
                    </a:lnTo>
                    <a:lnTo>
                      <a:pt x="5859" y="6884"/>
                    </a:lnTo>
                    <a:lnTo>
                      <a:pt x="5859" y="6717"/>
                    </a:lnTo>
                    <a:lnTo>
                      <a:pt x="5901" y="6633"/>
                    </a:lnTo>
                    <a:lnTo>
                      <a:pt x="5985" y="6675"/>
                    </a:lnTo>
                    <a:cubicBezTo>
                      <a:pt x="5985" y="6696"/>
                      <a:pt x="6006" y="6696"/>
                      <a:pt x="6006" y="6717"/>
                    </a:cubicBezTo>
                    <a:lnTo>
                      <a:pt x="6090" y="6842"/>
                    </a:lnTo>
                    <a:lnTo>
                      <a:pt x="6110" y="6842"/>
                    </a:lnTo>
                    <a:cubicBezTo>
                      <a:pt x="6173" y="6905"/>
                      <a:pt x="6215" y="6989"/>
                      <a:pt x="6278" y="7030"/>
                    </a:cubicBezTo>
                    <a:lnTo>
                      <a:pt x="6236" y="7051"/>
                    </a:lnTo>
                    <a:lnTo>
                      <a:pt x="6236" y="7198"/>
                    </a:lnTo>
                    <a:lnTo>
                      <a:pt x="6194" y="7323"/>
                    </a:lnTo>
                    <a:lnTo>
                      <a:pt x="6069" y="7344"/>
                    </a:lnTo>
                    <a:lnTo>
                      <a:pt x="6069" y="7449"/>
                    </a:lnTo>
                    <a:lnTo>
                      <a:pt x="5985" y="7470"/>
                    </a:lnTo>
                    <a:lnTo>
                      <a:pt x="5922" y="7428"/>
                    </a:lnTo>
                    <a:lnTo>
                      <a:pt x="5880" y="7428"/>
                    </a:lnTo>
                    <a:lnTo>
                      <a:pt x="5880" y="7512"/>
                    </a:lnTo>
                    <a:lnTo>
                      <a:pt x="5964" y="7554"/>
                    </a:lnTo>
                    <a:lnTo>
                      <a:pt x="6194" y="7554"/>
                    </a:lnTo>
                    <a:lnTo>
                      <a:pt x="6320" y="7512"/>
                    </a:lnTo>
                    <a:lnTo>
                      <a:pt x="6382" y="7616"/>
                    </a:lnTo>
                    <a:lnTo>
                      <a:pt x="6445" y="7658"/>
                    </a:lnTo>
                    <a:lnTo>
                      <a:pt x="6529" y="7637"/>
                    </a:lnTo>
                    <a:lnTo>
                      <a:pt x="6613" y="7637"/>
                    </a:lnTo>
                    <a:lnTo>
                      <a:pt x="6550" y="7679"/>
                    </a:lnTo>
                    <a:lnTo>
                      <a:pt x="6466" y="7826"/>
                    </a:lnTo>
                    <a:lnTo>
                      <a:pt x="6529" y="7867"/>
                    </a:lnTo>
                    <a:lnTo>
                      <a:pt x="6696" y="7888"/>
                    </a:lnTo>
                    <a:lnTo>
                      <a:pt x="6822" y="7951"/>
                    </a:lnTo>
                    <a:lnTo>
                      <a:pt x="6926" y="7888"/>
                    </a:lnTo>
                    <a:lnTo>
                      <a:pt x="6989" y="7951"/>
                    </a:lnTo>
                    <a:lnTo>
                      <a:pt x="7178" y="7951"/>
                    </a:lnTo>
                    <a:lnTo>
                      <a:pt x="7366" y="8077"/>
                    </a:lnTo>
                    <a:lnTo>
                      <a:pt x="7638" y="8160"/>
                    </a:lnTo>
                    <a:lnTo>
                      <a:pt x="7743" y="8035"/>
                    </a:lnTo>
                    <a:lnTo>
                      <a:pt x="7805" y="8035"/>
                    </a:lnTo>
                    <a:lnTo>
                      <a:pt x="7889" y="8139"/>
                    </a:lnTo>
                    <a:lnTo>
                      <a:pt x="7994" y="8160"/>
                    </a:lnTo>
                    <a:lnTo>
                      <a:pt x="8077" y="8077"/>
                    </a:lnTo>
                    <a:lnTo>
                      <a:pt x="8140" y="8077"/>
                    </a:lnTo>
                    <a:lnTo>
                      <a:pt x="8287" y="8181"/>
                    </a:lnTo>
                    <a:lnTo>
                      <a:pt x="8454" y="8181"/>
                    </a:lnTo>
                    <a:lnTo>
                      <a:pt x="8747" y="8370"/>
                    </a:lnTo>
                    <a:lnTo>
                      <a:pt x="9061" y="8474"/>
                    </a:lnTo>
                    <a:lnTo>
                      <a:pt x="9186" y="8390"/>
                    </a:lnTo>
                    <a:lnTo>
                      <a:pt x="9395" y="8390"/>
                    </a:lnTo>
                    <a:lnTo>
                      <a:pt x="9521" y="8495"/>
                    </a:lnTo>
                    <a:lnTo>
                      <a:pt x="9647" y="8390"/>
                    </a:lnTo>
                    <a:lnTo>
                      <a:pt x="9793" y="8411"/>
                    </a:lnTo>
                    <a:lnTo>
                      <a:pt x="9960" y="8495"/>
                    </a:lnTo>
                    <a:lnTo>
                      <a:pt x="10149" y="8495"/>
                    </a:lnTo>
                    <a:lnTo>
                      <a:pt x="10295" y="8411"/>
                    </a:lnTo>
                    <a:lnTo>
                      <a:pt x="10379" y="8411"/>
                    </a:lnTo>
                    <a:lnTo>
                      <a:pt x="10483" y="8516"/>
                    </a:lnTo>
                    <a:lnTo>
                      <a:pt x="10609" y="8558"/>
                    </a:lnTo>
                    <a:lnTo>
                      <a:pt x="10776" y="8683"/>
                    </a:lnTo>
                    <a:lnTo>
                      <a:pt x="10902" y="8662"/>
                    </a:lnTo>
                    <a:lnTo>
                      <a:pt x="10986" y="8725"/>
                    </a:lnTo>
                    <a:lnTo>
                      <a:pt x="11048" y="8704"/>
                    </a:lnTo>
                    <a:lnTo>
                      <a:pt x="11028" y="8516"/>
                    </a:lnTo>
                    <a:lnTo>
                      <a:pt x="10965" y="8474"/>
                    </a:lnTo>
                    <a:lnTo>
                      <a:pt x="11007" y="8453"/>
                    </a:lnTo>
                    <a:cubicBezTo>
                      <a:pt x="11132" y="8453"/>
                      <a:pt x="11237" y="8474"/>
                      <a:pt x="11341" y="8495"/>
                    </a:cubicBezTo>
                    <a:lnTo>
                      <a:pt x="11467" y="8579"/>
                    </a:lnTo>
                    <a:lnTo>
                      <a:pt x="11488" y="8662"/>
                    </a:lnTo>
                    <a:lnTo>
                      <a:pt x="11551" y="8579"/>
                    </a:lnTo>
                    <a:lnTo>
                      <a:pt x="11634" y="8516"/>
                    </a:lnTo>
                    <a:cubicBezTo>
                      <a:pt x="11697" y="8579"/>
                      <a:pt x="11781" y="8600"/>
                      <a:pt x="11864" y="8621"/>
                    </a:cubicBezTo>
                    <a:lnTo>
                      <a:pt x="11844" y="8662"/>
                    </a:lnTo>
                    <a:lnTo>
                      <a:pt x="11864" y="8704"/>
                    </a:lnTo>
                    <a:lnTo>
                      <a:pt x="12053" y="8767"/>
                    </a:lnTo>
                    <a:lnTo>
                      <a:pt x="12157" y="8704"/>
                    </a:lnTo>
                    <a:lnTo>
                      <a:pt x="12220" y="8725"/>
                    </a:lnTo>
                    <a:lnTo>
                      <a:pt x="12220" y="8704"/>
                    </a:lnTo>
                    <a:cubicBezTo>
                      <a:pt x="12262" y="8725"/>
                      <a:pt x="12304" y="8725"/>
                      <a:pt x="12325" y="8767"/>
                    </a:cubicBezTo>
                    <a:lnTo>
                      <a:pt x="12388" y="8809"/>
                    </a:lnTo>
                    <a:lnTo>
                      <a:pt x="12492" y="8872"/>
                    </a:lnTo>
                    <a:lnTo>
                      <a:pt x="12597" y="8830"/>
                    </a:lnTo>
                    <a:lnTo>
                      <a:pt x="12680" y="8830"/>
                    </a:lnTo>
                    <a:lnTo>
                      <a:pt x="12722" y="8872"/>
                    </a:lnTo>
                    <a:lnTo>
                      <a:pt x="12848" y="8809"/>
                    </a:lnTo>
                    <a:lnTo>
                      <a:pt x="12911" y="8725"/>
                    </a:lnTo>
                    <a:lnTo>
                      <a:pt x="13015" y="8767"/>
                    </a:lnTo>
                    <a:lnTo>
                      <a:pt x="13141" y="8704"/>
                    </a:lnTo>
                    <a:lnTo>
                      <a:pt x="13245" y="8725"/>
                    </a:lnTo>
                    <a:lnTo>
                      <a:pt x="13371" y="8621"/>
                    </a:lnTo>
                    <a:lnTo>
                      <a:pt x="13413" y="8704"/>
                    </a:lnTo>
                    <a:lnTo>
                      <a:pt x="13517" y="8683"/>
                    </a:lnTo>
                    <a:lnTo>
                      <a:pt x="13664" y="8704"/>
                    </a:lnTo>
                    <a:lnTo>
                      <a:pt x="13580" y="8662"/>
                    </a:lnTo>
                    <a:lnTo>
                      <a:pt x="13894" y="8662"/>
                    </a:lnTo>
                    <a:lnTo>
                      <a:pt x="13936" y="8683"/>
                    </a:lnTo>
                    <a:lnTo>
                      <a:pt x="13936" y="8662"/>
                    </a:lnTo>
                    <a:lnTo>
                      <a:pt x="14166" y="8662"/>
                    </a:lnTo>
                    <a:lnTo>
                      <a:pt x="14250" y="8683"/>
                    </a:lnTo>
                    <a:lnTo>
                      <a:pt x="14313" y="8683"/>
                    </a:lnTo>
                    <a:lnTo>
                      <a:pt x="14396" y="8704"/>
                    </a:lnTo>
                    <a:lnTo>
                      <a:pt x="14480" y="8683"/>
                    </a:lnTo>
                    <a:lnTo>
                      <a:pt x="14564" y="8683"/>
                    </a:lnTo>
                    <a:lnTo>
                      <a:pt x="14626" y="8725"/>
                    </a:lnTo>
                    <a:lnTo>
                      <a:pt x="14731" y="8683"/>
                    </a:lnTo>
                    <a:lnTo>
                      <a:pt x="14794" y="8704"/>
                    </a:lnTo>
                    <a:lnTo>
                      <a:pt x="14877" y="8704"/>
                    </a:lnTo>
                    <a:lnTo>
                      <a:pt x="14898" y="8683"/>
                    </a:lnTo>
                    <a:lnTo>
                      <a:pt x="15024" y="8621"/>
                    </a:lnTo>
                    <a:lnTo>
                      <a:pt x="15212" y="8662"/>
                    </a:lnTo>
                    <a:lnTo>
                      <a:pt x="15359" y="8579"/>
                    </a:lnTo>
                    <a:lnTo>
                      <a:pt x="15547" y="8579"/>
                    </a:lnTo>
                    <a:lnTo>
                      <a:pt x="15631" y="8600"/>
                    </a:lnTo>
                    <a:lnTo>
                      <a:pt x="15652" y="8579"/>
                    </a:lnTo>
                    <a:cubicBezTo>
                      <a:pt x="15683" y="8589"/>
                      <a:pt x="15714" y="8594"/>
                      <a:pt x="15748" y="8594"/>
                    </a:cubicBezTo>
                    <a:cubicBezTo>
                      <a:pt x="15782" y="8594"/>
                      <a:pt x="15819" y="8589"/>
                      <a:pt x="15861" y="8579"/>
                    </a:cubicBezTo>
                    <a:cubicBezTo>
                      <a:pt x="15882" y="8579"/>
                      <a:pt x="15924" y="8558"/>
                      <a:pt x="15945" y="8516"/>
                    </a:cubicBezTo>
                    <a:lnTo>
                      <a:pt x="15986" y="8453"/>
                    </a:lnTo>
                    <a:lnTo>
                      <a:pt x="16007" y="8443"/>
                    </a:lnTo>
                    <a:lnTo>
                      <a:pt x="16007" y="8443"/>
                    </a:lnTo>
                    <a:cubicBezTo>
                      <a:pt x="16001" y="8433"/>
                      <a:pt x="15994" y="8423"/>
                      <a:pt x="15986" y="8411"/>
                    </a:cubicBezTo>
                    <a:lnTo>
                      <a:pt x="16049" y="8390"/>
                    </a:lnTo>
                    <a:lnTo>
                      <a:pt x="16091" y="8286"/>
                    </a:lnTo>
                    <a:lnTo>
                      <a:pt x="16091" y="8181"/>
                    </a:lnTo>
                    <a:lnTo>
                      <a:pt x="15965" y="8139"/>
                    </a:lnTo>
                    <a:lnTo>
                      <a:pt x="15861" y="8202"/>
                    </a:lnTo>
                    <a:lnTo>
                      <a:pt x="15924" y="8244"/>
                    </a:lnTo>
                    <a:lnTo>
                      <a:pt x="15840" y="8349"/>
                    </a:lnTo>
                    <a:lnTo>
                      <a:pt x="15735" y="8370"/>
                    </a:lnTo>
                    <a:lnTo>
                      <a:pt x="15714" y="8390"/>
                    </a:lnTo>
                    <a:lnTo>
                      <a:pt x="15673" y="8390"/>
                    </a:lnTo>
                    <a:cubicBezTo>
                      <a:pt x="15652" y="8390"/>
                      <a:pt x="15631" y="8411"/>
                      <a:pt x="15610" y="8453"/>
                    </a:cubicBezTo>
                    <a:lnTo>
                      <a:pt x="15526" y="8453"/>
                    </a:lnTo>
                    <a:lnTo>
                      <a:pt x="15442" y="8390"/>
                    </a:lnTo>
                    <a:lnTo>
                      <a:pt x="15296" y="8390"/>
                    </a:lnTo>
                    <a:lnTo>
                      <a:pt x="15149" y="8453"/>
                    </a:lnTo>
                    <a:lnTo>
                      <a:pt x="15003" y="8349"/>
                    </a:lnTo>
                    <a:lnTo>
                      <a:pt x="14836" y="8307"/>
                    </a:lnTo>
                    <a:lnTo>
                      <a:pt x="14773" y="8349"/>
                    </a:lnTo>
                    <a:lnTo>
                      <a:pt x="14626" y="8265"/>
                    </a:lnTo>
                    <a:lnTo>
                      <a:pt x="14354" y="8307"/>
                    </a:lnTo>
                    <a:lnTo>
                      <a:pt x="14166" y="8411"/>
                    </a:lnTo>
                    <a:lnTo>
                      <a:pt x="14166" y="8453"/>
                    </a:lnTo>
                    <a:lnTo>
                      <a:pt x="13999" y="8453"/>
                    </a:lnTo>
                    <a:lnTo>
                      <a:pt x="13894" y="8411"/>
                    </a:lnTo>
                    <a:lnTo>
                      <a:pt x="13894" y="8474"/>
                    </a:lnTo>
                    <a:cubicBezTo>
                      <a:pt x="13852" y="8474"/>
                      <a:pt x="13769" y="8474"/>
                      <a:pt x="13727" y="8495"/>
                    </a:cubicBezTo>
                    <a:lnTo>
                      <a:pt x="13685" y="8453"/>
                    </a:lnTo>
                    <a:lnTo>
                      <a:pt x="13685" y="8370"/>
                    </a:lnTo>
                    <a:lnTo>
                      <a:pt x="13559" y="8349"/>
                    </a:lnTo>
                    <a:lnTo>
                      <a:pt x="13580" y="8453"/>
                    </a:lnTo>
                    <a:lnTo>
                      <a:pt x="13538" y="8474"/>
                    </a:lnTo>
                    <a:lnTo>
                      <a:pt x="13538" y="8370"/>
                    </a:lnTo>
                    <a:lnTo>
                      <a:pt x="13434" y="8286"/>
                    </a:lnTo>
                    <a:lnTo>
                      <a:pt x="13329" y="8349"/>
                    </a:lnTo>
                    <a:lnTo>
                      <a:pt x="13224" y="8265"/>
                    </a:lnTo>
                    <a:lnTo>
                      <a:pt x="13120" y="8202"/>
                    </a:lnTo>
                    <a:lnTo>
                      <a:pt x="12994" y="8286"/>
                    </a:lnTo>
                    <a:lnTo>
                      <a:pt x="12994" y="8349"/>
                    </a:lnTo>
                    <a:lnTo>
                      <a:pt x="13224" y="8411"/>
                    </a:lnTo>
                    <a:lnTo>
                      <a:pt x="13308" y="8495"/>
                    </a:lnTo>
                    <a:lnTo>
                      <a:pt x="13162" y="8495"/>
                    </a:lnTo>
                    <a:lnTo>
                      <a:pt x="13162" y="8516"/>
                    </a:lnTo>
                    <a:lnTo>
                      <a:pt x="13099" y="8579"/>
                    </a:lnTo>
                    <a:lnTo>
                      <a:pt x="13057" y="8579"/>
                    </a:lnTo>
                    <a:cubicBezTo>
                      <a:pt x="13094" y="8560"/>
                      <a:pt x="13098" y="8492"/>
                      <a:pt x="13055" y="8492"/>
                    </a:cubicBezTo>
                    <a:cubicBezTo>
                      <a:pt x="13049" y="8492"/>
                      <a:pt x="13043" y="8493"/>
                      <a:pt x="13036" y="8495"/>
                    </a:cubicBezTo>
                    <a:lnTo>
                      <a:pt x="12952" y="8495"/>
                    </a:lnTo>
                    <a:lnTo>
                      <a:pt x="12932" y="8390"/>
                    </a:lnTo>
                    <a:lnTo>
                      <a:pt x="12848" y="8370"/>
                    </a:lnTo>
                    <a:lnTo>
                      <a:pt x="12743" y="8390"/>
                    </a:lnTo>
                    <a:lnTo>
                      <a:pt x="12639" y="8370"/>
                    </a:lnTo>
                    <a:lnTo>
                      <a:pt x="12492" y="8411"/>
                    </a:lnTo>
                    <a:lnTo>
                      <a:pt x="12408" y="8516"/>
                    </a:lnTo>
                    <a:lnTo>
                      <a:pt x="12388" y="8600"/>
                    </a:lnTo>
                    <a:lnTo>
                      <a:pt x="12283" y="8600"/>
                    </a:lnTo>
                    <a:lnTo>
                      <a:pt x="12283" y="8579"/>
                    </a:lnTo>
                    <a:lnTo>
                      <a:pt x="12283" y="8558"/>
                    </a:lnTo>
                    <a:lnTo>
                      <a:pt x="12304" y="8558"/>
                    </a:lnTo>
                    <a:cubicBezTo>
                      <a:pt x="12325" y="8558"/>
                      <a:pt x="12304" y="8516"/>
                      <a:pt x="12304" y="8516"/>
                    </a:cubicBezTo>
                    <a:lnTo>
                      <a:pt x="12325" y="8495"/>
                    </a:lnTo>
                    <a:lnTo>
                      <a:pt x="12367" y="8370"/>
                    </a:lnTo>
                    <a:lnTo>
                      <a:pt x="12178" y="8307"/>
                    </a:lnTo>
                    <a:lnTo>
                      <a:pt x="12053" y="8390"/>
                    </a:lnTo>
                    <a:lnTo>
                      <a:pt x="12011" y="8516"/>
                    </a:lnTo>
                    <a:cubicBezTo>
                      <a:pt x="11885" y="8495"/>
                      <a:pt x="11781" y="8474"/>
                      <a:pt x="11676" y="8453"/>
                    </a:cubicBezTo>
                    <a:lnTo>
                      <a:pt x="11781" y="8411"/>
                    </a:lnTo>
                    <a:lnTo>
                      <a:pt x="11802" y="8349"/>
                    </a:lnTo>
                    <a:lnTo>
                      <a:pt x="11676" y="8181"/>
                    </a:lnTo>
                    <a:lnTo>
                      <a:pt x="11530" y="8160"/>
                    </a:lnTo>
                    <a:lnTo>
                      <a:pt x="11362" y="8202"/>
                    </a:lnTo>
                    <a:lnTo>
                      <a:pt x="11237" y="8181"/>
                    </a:lnTo>
                    <a:lnTo>
                      <a:pt x="11111" y="8202"/>
                    </a:lnTo>
                    <a:lnTo>
                      <a:pt x="11111" y="8244"/>
                    </a:lnTo>
                    <a:cubicBezTo>
                      <a:pt x="11069" y="8244"/>
                      <a:pt x="11069" y="8244"/>
                      <a:pt x="11048" y="8202"/>
                    </a:cubicBezTo>
                    <a:lnTo>
                      <a:pt x="11069" y="8056"/>
                    </a:lnTo>
                    <a:lnTo>
                      <a:pt x="11028" y="7972"/>
                    </a:lnTo>
                    <a:lnTo>
                      <a:pt x="10923" y="7951"/>
                    </a:lnTo>
                    <a:lnTo>
                      <a:pt x="10902" y="7930"/>
                    </a:lnTo>
                    <a:lnTo>
                      <a:pt x="10797" y="7930"/>
                    </a:lnTo>
                    <a:lnTo>
                      <a:pt x="10714" y="7972"/>
                    </a:lnTo>
                    <a:lnTo>
                      <a:pt x="10609" y="7972"/>
                    </a:lnTo>
                    <a:lnTo>
                      <a:pt x="10525" y="7930"/>
                    </a:lnTo>
                    <a:lnTo>
                      <a:pt x="10400" y="7972"/>
                    </a:lnTo>
                    <a:lnTo>
                      <a:pt x="10274" y="7930"/>
                    </a:lnTo>
                    <a:lnTo>
                      <a:pt x="10191" y="7846"/>
                    </a:lnTo>
                    <a:lnTo>
                      <a:pt x="10191" y="7763"/>
                    </a:lnTo>
                    <a:lnTo>
                      <a:pt x="10086" y="7595"/>
                    </a:lnTo>
                    <a:lnTo>
                      <a:pt x="10086" y="7449"/>
                    </a:lnTo>
                    <a:lnTo>
                      <a:pt x="9939" y="7449"/>
                    </a:lnTo>
                    <a:lnTo>
                      <a:pt x="9856" y="7470"/>
                    </a:lnTo>
                    <a:lnTo>
                      <a:pt x="9772" y="7386"/>
                    </a:lnTo>
                    <a:lnTo>
                      <a:pt x="9667" y="7386"/>
                    </a:lnTo>
                    <a:lnTo>
                      <a:pt x="9542" y="7282"/>
                    </a:lnTo>
                    <a:lnTo>
                      <a:pt x="9458" y="7240"/>
                    </a:lnTo>
                    <a:lnTo>
                      <a:pt x="9354" y="7261"/>
                    </a:lnTo>
                    <a:lnTo>
                      <a:pt x="9270" y="7261"/>
                    </a:lnTo>
                    <a:lnTo>
                      <a:pt x="9144" y="7114"/>
                    </a:lnTo>
                    <a:lnTo>
                      <a:pt x="9040" y="7114"/>
                    </a:lnTo>
                    <a:lnTo>
                      <a:pt x="9019" y="7344"/>
                    </a:lnTo>
                    <a:lnTo>
                      <a:pt x="8935" y="7449"/>
                    </a:lnTo>
                    <a:lnTo>
                      <a:pt x="8684" y="7491"/>
                    </a:lnTo>
                    <a:lnTo>
                      <a:pt x="8370" y="7449"/>
                    </a:lnTo>
                    <a:lnTo>
                      <a:pt x="8015" y="7449"/>
                    </a:lnTo>
                    <a:lnTo>
                      <a:pt x="7805" y="7365"/>
                    </a:lnTo>
                    <a:lnTo>
                      <a:pt x="7763" y="7323"/>
                    </a:lnTo>
                    <a:lnTo>
                      <a:pt x="7784" y="7219"/>
                    </a:lnTo>
                    <a:lnTo>
                      <a:pt x="7701" y="7072"/>
                    </a:lnTo>
                    <a:lnTo>
                      <a:pt x="7450" y="7051"/>
                    </a:lnTo>
                    <a:lnTo>
                      <a:pt x="7240" y="7010"/>
                    </a:lnTo>
                    <a:lnTo>
                      <a:pt x="7136" y="6926"/>
                    </a:lnTo>
                    <a:lnTo>
                      <a:pt x="6947" y="6926"/>
                    </a:lnTo>
                    <a:lnTo>
                      <a:pt x="6906" y="6968"/>
                    </a:lnTo>
                    <a:lnTo>
                      <a:pt x="6843" y="7030"/>
                    </a:lnTo>
                    <a:lnTo>
                      <a:pt x="6759" y="6947"/>
                    </a:lnTo>
                    <a:lnTo>
                      <a:pt x="6592" y="6926"/>
                    </a:lnTo>
                    <a:lnTo>
                      <a:pt x="6487" y="6926"/>
                    </a:lnTo>
                    <a:cubicBezTo>
                      <a:pt x="6403" y="6842"/>
                      <a:pt x="6320" y="6758"/>
                      <a:pt x="6278" y="6654"/>
                    </a:cubicBezTo>
                    <a:lnTo>
                      <a:pt x="6278" y="6486"/>
                    </a:lnTo>
                    <a:lnTo>
                      <a:pt x="6320" y="6173"/>
                    </a:lnTo>
                    <a:lnTo>
                      <a:pt x="6278" y="5963"/>
                    </a:lnTo>
                    <a:lnTo>
                      <a:pt x="6382" y="5712"/>
                    </a:lnTo>
                    <a:lnTo>
                      <a:pt x="6320" y="5649"/>
                    </a:lnTo>
                    <a:lnTo>
                      <a:pt x="6320" y="5461"/>
                    </a:lnTo>
                    <a:lnTo>
                      <a:pt x="6424" y="5398"/>
                    </a:lnTo>
                    <a:lnTo>
                      <a:pt x="6487" y="5336"/>
                    </a:lnTo>
                    <a:lnTo>
                      <a:pt x="6445" y="5231"/>
                    </a:lnTo>
                    <a:lnTo>
                      <a:pt x="6382" y="5168"/>
                    </a:lnTo>
                    <a:lnTo>
                      <a:pt x="6278" y="5085"/>
                    </a:lnTo>
                    <a:lnTo>
                      <a:pt x="6215" y="4959"/>
                    </a:lnTo>
                    <a:lnTo>
                      <a:pt x="6131" y="4938"/>
                    </a:lnTo>
                    <a:lnTo>
                      <a:pt x="6110" y="4854"/>
                    </a:lnTo>
                    <a:lnTo>
                      <a:pt x="6006" y="4813"/>
                    </a:lnTo>
                    <a:lnTo>
                      <a:pt x="5818" y="4833"/>
                    </a:lnTo>
                    <a:lnTo>
                      <a:pt x="5713" y="4813"/>
                    </a:lnTo>
                    <a:lnTo>
                      <a:pt x="5692" y="4624"/>
                    </a:lnTo>
                    <a:lnTo>
                      <a:pt x="5608" y="4520"/>
                    </a:lnTo>
                    <a:lnTo>
                      <a:pt x="5546" y="4561"/>
                    </a:lnTo>
                    <a:lnTo>
                      <a:pt x="5587" y="4457"/>
                    </a:lnTo>
                    <a:lnTo>
                      <a:pt x="5483" y="4415"/>
                    </a:lnTo>
                    <a:lnTo>
                      <a:pt x="5462" y="4122"/>
                    </a:lnTo>
                    <a:lnTo>
                      <a:pt x="5336" y="4185"/>
                    </a:lnTo>
                    <a:lnTo>
                      <a:pt x="5274" y="4122"/>
                    </a:lnTo>
                    <a:lnTo>
                      <a:pt x="5043" y="4122"/>
                    </a:lnTo>
                    <a:lnTo>
                      <a:pt x="4855" y="3996"/>
                    </a:lnTo>
                    <a:lnTo>
                      <a:pt x="4855" y="3892"/>
                    </a:lnTo>
                    <a:lnTo>
                      <a:pt x="4960" y="3850"/>
                    </a:lnTo>
                    <a:lnTo>
                      <a:pt x="5085" y="3766"/>
                    </a:lnTo>
                    <a:lnTo>
                      <a:pt x="5002" y="3704"/>
                    </a:lnTo>
                    <a:lnTo>
                      <a:pt x="4876" y="3745"/>
                    </a:lnTo>
                    <a:lnTo>
                      <a:pt x="4813" y="3704"/>
                    </a:lnTo>
                    <a:lnTo>
                      <a:pt x="4667" y="3766"/>
                    </a:lnTo>
                    <a:lnTo>
                      <a:pt x="4750" y="3683"/>
                    </a:lnTo>
                    <a:lnTo>
                      <a:pt x="4876" y="3578"/>
                    </a:lnTo>
                    <a:lnTo>
                      <a:pt x="5064" y="3557"/>
                    </a:lnTo>
                    <a:lnTo>
                      <a:pt x="5043" y="3432"/>
                    </a:lnTo>
                    <a:lnTo>
                      <a:pt x="4855" y="3222"/>
                    </a:lnTo>
                    <a:lnTo>
                      <a:pt x="4750" y="3222"/>
                    </a:lnTo>
                    <a:lnTo>
                      <a:pt x="4625" y="3285"/>
                    </a:lnTo>
                    <a:lnTo>
                      <a:pt x="4478" y="3369"/>
                    </a:lnTo>
                    <a:lnTo>
                      <a:pt x="4332" y="3369"/>
                    </a:lnTo>
                    <a:lnTo>
                      <a:pt x="4416" y="3348"/>
                    </a:lnTo>
                    <a:lnTo>
                      <a:pt x="4457" y="3285"/>
                    </a:lnTo>
                    <a:lnTo>
                      <a:pt x="4520" y="3264"/>
                    </a:lnTo>
                    <a:lnTo>
                      <a:pt x="4562" y="3180"/>
                    </a:lnTo>
                    <a:lnTo>
                      <a:pt x="4541" y="3097"/>
                    </a:lnTo>
                    <a:lnTo>
                      <a:pt x="4416" y="3055"/>
                    </a:lnTo>
                    <a:lnTo>
                      <a:pt x="4206" y="3055"/>
                    </a:lnTo>
                    <a:lnTo>
                      <a:pt x="4081" y="2929"/>
                    </a:lnTo>
                    <a:lnTo>
                      <a:pt x="4081" y="2846"/>
                    </a:lnTo>
                    <a:lnTo>
                      <a:pt x="4039" y="2678"/>
                    </a:lnTo>
                    <a:lnTo>
                      <a:pt x="3809" y="2448"/>
                    </a:lnTo>
                    <a:lnTo>
                      <a:pt x="3725" y="2427"/>
                    </a:lnTo>
                    <a:lnTo>
                      <a:pt x="3662" y="2448"/>
                    </a:lnTo>
                    <a:lnTo>
                      <a:pt x="3558" y="2364"/>
                    </a:lnTo>
                    <a:lnTo>
                      <a:pt x="3516" y="2155"/>
                    </a:lnTo>
                    <a:lnTo>
                      <a:pt x="3369" y="2009"/>
                    </a:lnTo>
                    <a:lnTo>
                      <a:pt x="3160" y="1883"/>
                    </a:lnTo>
                    <a:lnTo>
                      <a:pt x="3035" y="1883"/>
                    </a:lnTo>
                    <a:lnTo>
                      <a:pt x="2993" y="1925"/>
                    </a:lnTo>
                    <a:lnTo>
                      <a:pt x="2930" y="1883"/>
                    </a:lnTo>
                    <a:lnTo>
                      <a:pt x="2888" y="1716"/>
                    </a:lnTo>
                    <a:lnTo>
                      <a:pt x="2825" y="1800"/>
                    </a:lnTo>
                    <a:lnTo>
                      <a:pt x="2763" y="1716"/>
                    </a:lnTo>
                    <a:lnTo>
                      <a:pt x="2763" y="1528"/>
                    </a:lnTo>
                    <a:lnTo>
                      <a:pt x="2658" y="1402"/>
                    </a:lnTo>
                    <a:lnTo>
                      <a:pt x="2533" y="1381"/>
                    </a:lnTo>
                    <a:lnTo>
                      <a:pt x="2470" y="1297"/>
                    </a:lnTo>
                    <a:lnTo>
                      <a:pt x="2135" y="1088"/>
                    </a:lnTo>
                    <a:lnTo>
                      <a:pt x="2030" y="1088"/>
                    </a:lnTo>
                    <a:lnTo>
                      <a:pt x="1905" y="942"/>
                    </a:lnTo>
                    <a:lnTo>
                      <a:pt x="1779" y="900"/>
                    </a:lnTo>
                    <a:lnTo>
                      <a:pt x="1737" y="837"/>
                    </a:lnTo>
                    <a:lnTo>
                      <a:pt x="1716" y="649"/>
                    </a:lnTo>
                    <a:lnTo>
                      <a:pt x="1612" y="586"/>
                    </a:lnTo>
                    <a:lnTo>
                      <a:pt x="1528" y="460"/>
                    </a:lnTo>
                    <a:lnTo>
                      <a:pt x="1486" y="439"/>
                    </a:lnTo>
                    <a:lnTo>
                      <a:pt x="1403" y="272"/>
                    </a:lnTo>
                    <a:lnTo>
                      <a:pt x="1277" y="230"/>
                    </a:lnTo>
                    <a:lnTo>
                      <a:pt x="1152" y="230"/>
                    </a:lnTo>
                    <a:lnTo>
                      <a:pt x="1068" y="251"/>
                    </a:lnTo>
                    <a:lnTo>
                      <a:pt x="1005" y="209"/>
                    </a:lnTo>
                    <a:lnTo>
                      <a:pt x="859" y="209"/>
                    </a:lnTo>
                    <a:lnTo>
                      <a:pt x="670" y="251"/>
                    </a:lnTo>
                    <a:lnTo>
                      <a:pt x="587" y="209"/>
                    </a:lnTo>
                    <a:lnTo>
                      <a:pt x="336" y="21"/>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422" name="Google Shape;2422;p56"/>
            <p:cNvSpPr/>
            <p:nvPr/>
          </p:nvSpPr>
          <p:spPr>
            <a:xfrm>
              <a:off x="4437231" y="3100607"/>
              <a:ext cx="29912" cy="37370"/>
            </a:xfrm>
            <a:custGeom>
              <a:avLst/>
              <a:gdLst/>
              <a:ahLst/>
              <a:cxnLst/>
              <a:rect l="l" t="t" r="r" b="b"/>
              <a:pathLst>
                <a:path w="2512" h="3286" extrusionOk="0">
                  <a:moveTo>
                    <a:pt x="126" y="0"/>
                  </a:moveTo>
                  <a:lnTo>
                    <a:pt x="42" y="84"/>
                  </a:lnTo>
                  <a:lnTo>
                    <a:pt x="0" y="210"/>
                  </a:lnTo>
                  <a:lnTo>
                    <a:pt x="126" y="419"/>
                  </a:lnTo>
                  <a:lnTo>
                    <a:pt x="189" y="879"/>
                  </a:lnTo>
                  <a:lnTo>
                    <a:pt x="251" y="1047"/>
                  </a:lnTo>
                  <a:lnTo>
                    <a:pt x="314" y="1172"/>
                  </a:lnTo>
                  <a:lnTo>
                    <a:pt x="314" y="1360"/>
                  </a:lnTo>
                  <a:lnTo>
                    <a:pt x="251" y="1402"/>
                  </a:lnTo>
                  <a:lnTo>
                    <a:pt x="293" y="1507"/>
                  </a:lnTo>
                  <a:lnTo>
                    <a:pt x="356" y="1611"/>
                  </a:lnTo>
                  <a:lnTo>
                    <a:pt x="335" y="1674"/>
                  </a:lnTo>
                  <a:lnTo>
                    <a:pt x="419" y="1758"/>
                  </a:lnTo>
                  <a:lnTo>
                    <a:pt x="565" y="1863"/>
                  </a:lnTo>
                  <a:lnTo>
                    <a:pt x="649" y="2009"/>
                  </a:lnTo>
                  <a:lnTo>
                    <a:pt x="754" y="2072"/>
                  </a:lnTo>
                  <a:lnTo>
                    <a:pt x="837" y="2176"/>
                  </a:lnTo>
                  <a:lnTo>
                    <a:pt x="754" y="2281"/>
                  </a:lnTo>
                  <a:lnTo>
                    <a:pt x="733" y="2344"/>
                  </a:lnTo>
                  <a:lnTo>
                    <a:pt x="816" y="2407"/>
                  </a:lnTo>
                  <a:lnTo>
                    <a:pt x="1005" y="2490"/>
                  </a:lnTo>
                  <a:lnTo>
                    <a:pt x="1193" y="2616"/>
                  </a:lnTo>
                  <a:lnTo>
                    <a:pt x="1172" y="2720"/>
                  </a:lnTo>
                  <a:lnTo>
                    <a:pt x="1339" y="2867"/>
                  </a:lnTo>
                  <a:lnTo>
                    <a:pt x="1486" y="2867"/>
                  </a:lnTo>
                  <a:lnTo>
                    <a:pt x="1528" y="2909"/>
                  </a:lnTo>
                  <a:lnTo>
                    <a:pt x="1611" y="3013"/>
                  </a:lnTo>
                  <a:lnTo>
                    <a:pt x="1800" y="3118"/>
                  </a:lnTo>
                  <a:lnTo>
                    <a:pt x="1988" y="3139"/>
                  </a:lnTo>
                  <a:lnTo>
                    <a:pt x="2051" y="3223"/>
                  </a:lnTo>
                  <a:lnTo>
                    <a:pt x="2197" y="3264"/>
                  </a:lnTo>
                  <a:lnTo>
                    <a:pt x="2218" y="3244"/>
                  </a:lnTo>
                  <a:lnTo>
                    <a:pt x="2281" y="3285"/>
                  </a:lnTo>
                  <a:lnTo>
                    <a:pt x="2386" y="3223"/>
                  </a:lnTo>
                  <a:lnTo>
                    <a:pt x="2386" y="3181"/>
                  </a:lnTo>
                  <a:lnTo>
                    <a:pt x="2344" y="3181"/>
                  </a:lnTo>
                  <a:lnTo>
                    <a:pt x="2386" y="3118"/>
                  </a:lnTo>
                  <a:lnTo>
                    <a:pt x="2323" y="3076"/>
                  </a:lnTo>
                  <a:lnTo>
                    <a:pt x="2407" y="3118"/>
                  </a:lnTo>
                  <a:lnTo>
                    <a:pt x="2407" y="3181"/>
                  </a:lnTo>
                  <a:lnTo>
                    <a:pt x="2407" y="3223"/>
                  </a:lnTo>
                  <a:lnTo>
                    <a:pt x="2511" y="3244"/>
                  </a:lnTo>
                  <a:lnTo>
                    <a:pt x="2511" y="3118"/>
                  </a:lnTo>
                  <a:lnTo>
                    <a:pt x="2386" y="2846"/>
                  </a:lnTo>
                  <a:lnTo>
                    <a:pt x="2344" y="2846"/>
                  </a:lnTo>
                  <a:lnTo>
                    <a:pt x="2344" y="2804"/>
                  </a:lnTo>
                  <a:lnTo>
                    <a:pt x="2323" y="2762"/>
                  </a:lnTo>
                  <a:lnTo>
                    <a:pt x="2281" y="2741"/>
                  </a:lnTo>
                  <a:lnTo>
                    <a:pt x="2239" y="2553"/>
                  </a:lnTo>
                  <a:lnTo>
                    <a:pt x="2281" y="2511"/>
                  </a:lnTo>
                  <a:lnTo>
                    <a:pt x="2239" y="2448"/>
                  </a:lnTo>
                  <a:lnTo>
                    <a:pt x="2176" y="2448"/>
                  </a:lnTo>
                  <a:lnTo>
                    <a:pt x="2009" y="2344"/>
                  </a:lnTo>
                  <a:lnTo>
                    <a:pt x="1967" y="2197"/>
                  </a:lnTo>
                  <a:lnTo>
                    <a:pt x="1967" y="1904"/>
                  </a:lnTo>
                  <a:lnTo>
                    <a:pt x="1904" y="1821"/>
                  </a:lnTo>
                  <a:lnTo>
                    <a:pt x="1904" y="1716"/>
                  </a:lnTo>
                  <a:lnTo>
                    <a:pt x="1925" y="1674"/>
                  </a:lnTo>
                  <a:lnTo>
                    <a:pt x="1904" y="1381"/>
                  </a:lnTo>
                  <a:lnTo>
                    <a:pt x="1967" y="1339"/>
                  </a:lnTo>
                  <a:lnTo>
                    <a:pt x="1904" y="1088"/>
                  </a:lnTo>
                  <a:lnTo>
                    <a:pt x="1779" y="879"/>
                  </a:lnTo>
                  <a:lnTo>
                    <a:pt x="1360" y="461"/>
                  </a:lnTo>
                  <a:lnTo>
                    <a:pt x="1277" y="314"/>
                  </a:lnTo>
                  <a:lnTo>
                    <a:pt x="1235" y="335"/>
                  </a:lnTo>
                  <a:lnTo>
                    <a:pt x="1172" y="398"/>
                  </a:lnTo>
                  <a:lnTo>
                    <a:pt x="1088" y="398"/>
                  </a:lnTo>
                  <a:lnTo>
                    <a:pt x="1067" y="419"/>
                  </a:lnTo>
                  <a:lnTo>
                    <a:pt x="1067" y="523"/>
                  </a:lnTo>
                  <a:lnTo>
                    <a:pt x="984" y="565"/>
                  </a:lnTo>
                  <a:lnTo>
                    <a:pt x="921" y="523"/>
                  </a:lnTo>
                  <a:lnTo>
                    <a:pt x="816" y="523"/>
                  </a:lnTo>
                  <a:lnTo>
                    <a:pt x="670" y="628"/>
                  </a:lnTo>
                  <a:lnTo>
                    <a:pt x="523" y="607"/>
                  </a:lnTo>
                  <a:lnTo>
                    <a:pt x="523" y="523"/>
                  </a:lnTo>
                  <a:lnTo>
                    <a:pt x="607" y="440"/>
                  </a:lnTo>
                  <a:lnTo>
                    <a:pt x="607" y="251"/>
                  </a:lnTo>
                  <a:lnTo>
                    <a:pt x="544" y="189"/>
                  </a:lnTo>
                  <a:lnTo>
                    <a:pt x="419" y="189"/>
                  </a:lnTo>
                  <a:lnTo>
                    <a:pt x="398" y="126"/>
                  </a:lnTo>
                  <a:lnTo>
                    <a:pt x="231" y="84"/>
                  </a:lnTo>
                  <a:lnTo>
                    <a:pt x="1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3" name="Google Shape;2423;p56"/>
            <p:cNvSpPr/>
            <p:nvPr/>
          </p:nvSpPr>
          <p:spPr>
            <a:xfrm>
              <a:off x="4503746" y="3099174"/>
              <a:ext cx="65289" cy="42135"/>
            </a:xfrm>
            <a:custGeom>
              <a:avLst/>
              <a:gdLst/>
              <a:ahLst/>
              <a:cxnLst/>
              <a:rect l="l" t="t" r="r" b="b"/>
              <a:pathLst>
                <a:path w="5483" h="3705" extrusionOk="0">
                  <a:moveTo>
                    <a:pt x="4186" y="1"/>
                  </a:moveTo>
                  <a:lnTo>
                    <a:pt x="4144" y="22"/>
                  </a:lnTo>
                  <a:lnTo>
                    <a:pt x="4165" y="126"/>
                  </a:lnTo>
                  <a:lnTo>
                    <a:pt x="4039" y="252"/>
                  </a:lnTo>
                  <a:lnTo>
                    <a:pt x="3976" y="231"/>
                  </a:lnTo>
                  <a:lnTo>
                    <a:pt x="4039" y="126"/>
                  </a:lnTo>
                  <a:lnTo>
                    <a:pt x="4018" y="43"/>
                  </a:lnTo>
                  <a:lnTo>
                    <a:pt x="3935" y="43"/>
                  </a:lnTo>
                  <a:lnTo>
                    <a:pt x="3851" y="273"/>
                  </a:lnTo>
                  <a:lnTo>
                    <a:pt x="3767" y="315"/>
                  </a:lnTo>
                  <a:lnTo>
                    <a:pt x="3642" y="587"/>
                  </a:lnTo>
                  <a:lnTo>
                    <a:pt x="3642" y="754"/>
                  </a:lnTo>
                  <a:lnTo>
                    <a:pt x="3432" y="963"/>
                  </a:lnTo>
                  <a:lnTo>
                    <a:pt x="3328" y="963"/>
                  </a:lnTo>
                  <a:lnTo>
                    <a:pt x="3140" y="1005"/>
                  </a:lnTo>
                  <a:lnTo>
                    <a:pt x="3098" y="1089"/>
                  </a:lnTo>
                  <a:lnTo>
                    <a:pt x="3181" y="1089"/>
                  </a:lnTo>
                  <a:lnTo>
                    <a:pt x="3119" y="1152"/>
                  </a:lnTo>
                  <a:lnTo>
                    <a:pt x="3181" y="1173"/>
                  </a:lnTo>
                  <a:lnTo>
                    <a:pt x="3307" y="1152"/>
                  </a:lnTo>
                  <a:lnTo>
                    <a:pt x="3244" y="1214"/>
                  </a:lnTo>
                  <a:lnTo>
                    <a:pt x="3181" y="1277"/>
                  </a:lnTo>
                  <a:lnTo>
                    <a:pt x="3140" y="1298"/>
                  </a:lnTo>
                  <a:lnTo>
                    <a:pt x="3140" y="1319"/>
                  </a:lnTo>
                  <a:lnTo>
                    <a:pt x="3223" y="1528"/>
                  </a:lnTo>
                  <a:lnTo>
                    <a:pt x="3181" y="1633"/>
                  </a:lnTo>
                  <a:lnTo>
                    <a:pt x="3098" y="1591"/>
                  </a:lnTo>
                  <a:lnTo>
                    <a:pt x="3098" y="1465"/>
                  </a:lnTo>
                  <a:lnTo>
                    <a:pt x="3077" y="1361"/>
                  </a:lnTo>
                  <a:lnTo>
                    <a:pt x="3035" y="1361"/>
                  </a:lnTo>
                  <a:lnTo>
                    <a:pt x="3035" y="1319"/>
                  </a:lnTo>
                  <a:lnTo>
                    <a:pt x="2993" y="1319"/>
                  </a:lnTo>
                  <a:lnTo>
                    <a:pt x="2930" y="1424"/>
                  </a:lnTo>
                  <a:lnTo>
                    <a:pt x="2972" y="1675"/>
                  </a:lnTo>
                  <a:lnTo>
                    <a:pt x="2909" y="1717"/>
                  </a:lnTo>
                  <a:lnTo>
                    <a:pt x="2805" y="1612"/>
                  </a:lnTo>
                  <a:lnTo>
                    <a:pt x="2700" y="1465"/>
                  </a:lnTo>
                  <a:lnTo>
                    <a:pt x="2658" y="1465"/>
                  </a:lnTo>
                  <a:lnTo>
                    <a:pt x="2554" y="1403"/>
                  </a:lnTo>
                  <a:lnTo>
                    <a:pt x="2470" y="1507"/>
                  </a:lnTo>
                  <a:lnTo>
                    <a:pt x="2470" y="1633"/>
                  </a:lnTo>
                  <a:lnTo>
                    <a:pt x="2344" y="1779"/>
                  </a:lnTo>
                  <a:lnTo>
                    <a:pt x="2261" y="1884"/>
                  </a:lnTo>
                  <a:lnTo>
                    <a:pt x="2093" y="2030"/>
                  </a:lnTo>
                  <a:lnTo>
                    <a:pt x="2072" y="2135"/>
                  </a:lnTo>
                  <a:lnTo>
                    <a:pt x="1926" y="2323"/>
                  </a:lnTo>
                  <a:lnTo>
                    <a:pt x="1779" y="2449"/>
                  </a:lnTo>
                  <a:lnTo>
                    <a:pt x="1319" y="2554"/>
                  </a:lnTo>
                  <a:lnTo>
                    <a:pt x="1256" y="2574"/>
                  </a:lnTo>
                  <a:lnTo>
                    <a:pt x="1298" y="2742"/>
                  </a:lnTo>
                  <a:lnTo>
                    <a:pt x="1340" y="2784"/>
                  </a:lnTo>
                  <a:lnTo>
                    <a:pt x="1256" y="2763"/>
                  </a:lnTo>
                  <a:lnTo>
                    <a:pt x="1173" y="2826"/>
                  </a:lnTo>
                  <a:lnTo>
                    <a:pt x="1047" y="2846"/>
                  </a:lnTo>
                  <a:lnTo>
                    <a:pt x="984" y="2888"/>
                  </a:lnTo>
                  <a:lnTo>
                    <a:pt x="943" y="3035"/>
                  </a:lnTo>
                  <a:lnTo>
                    <a:pt x="943" y="3181"/>
                  </a:lnTo>
                  <a:lnTo>
                    <a:pt x="838" y="3349"/>
                  </a:lnTo>
                  <a:lnTo>
                    <a:pt x="838" y="3370"/>
                  </a:lnTo>
                  <a:lnTo>
                    <a:pt x="629" y="3349"/>
                  </a:lnTo>
                  <a:lnTo>
                    <a:pt x="399" y="3265"/>
                  </a:lnTo>
                  <a:lnTo>
                    <a:pt x="210" y="3265"/>
                  </a:lnTo>
                  <a:lnTo>
                    <a:pt x="168" y="3181"/>
                  </a:lnTo>
                  <a:lnTo>
                    <a:pt x="64" y="3056"/>
                  </a:lnTo>
                  <a:lnTo>
                    <a:pt x="1" y="3077"/>
                  </a:lnTo>
                  <a:lnTo>
                    <a:pt x="127" y="3286"/>
                  </a:lnTo>
                  <a:lnTo>
                    <a:pt x="315" y="3411"/>
                  </a:lnTo>
                  <a:lnTo>
                    <a:pt x="357" y="3474"/>
                  </a:lnTo>
                  <a:lnTo>
                    <a:pt x="482" y="3579"/>
                  </a:lnTo>
                  <a:lnTo>
                    <a:pt x="503" y="3683"/>
                  </a:lnTo>
                  <a:lnTo>
                    <a:pt x="608" y="3704"/>
                  </a:lnTo>
                  <a:lnTo>
                    <a:pt x="775" y="3662"/>
                  </a:lnTo>
                  <a:lnTo>
                    <a:pt x="796" y="3579"/>
                  </a:lnTo>
                  <a:lnTo>
                    <a:pt x="922" y="3600"/>
                  </a:lnTo>
                  <a:lnTo>
                    <a:pt x="1005" y="3558"/>
                  </a:lnTo>
                  <a:lnTo>
                    <a:pt x="1319" y="3579"/>
                  </a:lnTo>
                  <a:lnTo>
                    <a:pt x="1654" y="3453"/>
                  </a:lnTo>
                  <a:lnTo>
                    <a:pt x="1738" y="3370"/>
                  </a:lnTo>
                  <a:lnTo>
                    <a:pt x="2031" y="3370"/>
                  </a:lnTo>
                  <a:lnTo>
                    <a:pt x="2156" y="3411"/>
                  </a:lnTo>
                  <a:lnTo>
                    <a:pt x="2198" y="3495"/>
                  </a:lnTo>
                  <a:lnTo>
                    <a:pt x="2344" y="3495"/>
                  </a:lnTo>
                  <a:lnTo>
                    <a:pt x="2575" y="3370"/>
                  </a:lnTo>
                  <a:lnTo>
                    <a:pt x="2868" y="3307"/>
                  </a:lnTo>
                  <a:lnTo>
                    <a:pt x="2826" y="3244"/>
                  </a:lnTo>
                  <a:lnTo>
                    <a:pt x="3077" y="2888"/>
                  </a:lnTo>
                  <a:lnTo>
                    <a:pt x="3140" y="2637"/>
                  </a:lnTo>
                  <a:lnTo>
                    <a:pt x="3328" y="2365"/>
                  </a:lnTo>
                  <a:lnTo>
                    <a:pt x="3453" y="1926"/>
                  </a:lnTo>
                  <a:lnTo>
                    <a:pt x="3453" y="1842"/>
                  </a:lnTo>
                  <a:lnTo>
                    <a:pt x="3516" y="1737"/>
                  </a:lnTo>
                  <a:lnTo>
                    <a:pt x="3516" y="1675"/>
                  </a:lnTo>
                  <a:lnTo>
                    <a:pt x="3621" y="1528"/>
                  </a:lnTo>
                  <a:lnTo>
                    <a:pt x="3725" y="1570"/>
                  </a:lnTo>
                  <a:lnTo>
                    <a:pt x="4165" y="1570"/>
                  </a:lnTo>
                  <a:lnTo>
                    <a:pt x="4228" y="1612"/>
                  </a:lnTo>
                  <a:lnTo>
                    <a:pt x="4374" y="1612"/>
                  </a:lnTo>
                  <a:lnTo>
                    <a:pt x="4500" y="1633"/>
                  </a:lnTo>
                  <a:lnTo>
                    <a:pt x="4500" y="1591"/>
                  </a:lnTo>
                  <a:lnTo>
                    <a:pt x="4667" y="1675"/>
                  </a:lnTo>
                  <a:lnTo>
                    <a:pt x="4751" y="1696"/>
                  </a:lnTo>
                  <a:lnTo>
                    <a:pt x="4876" y="1633"/>
                  </a:lnTo>
                  <a:lnTo>
                    <a:pt x="5023" y="1612"/>
                  </a:lnTo>
                  <a:lnTo>
                    <a:pt x="5023" y="1528"/>
                  </a:lnTo>
                  <a:lnTo>
                    <a:pt x="4876" y="1403"/>
                  </a:lnTo>
                  <a:lnTo>
                    <a:pt x="4876" y="1277"/>
                  </a:lnTo>
                  <a:lnTo>
                    <a:pt x="4918" y="1214"/>
                  </a:lnTo>
                  <a:lnTo>
                    <a:pt x="5169" y="1256"/>
                  </a:lnTo>
                  <a:lnTo>
                    <a:pt x="5357" y="1193"/>
                  </a:lnTo>
                  <a:lnTo>
                    <a:pt x="5483" y="1089"/>
                  </a:lnTo>
                  <a:lnTo>
                    <a:pt x="5441" y="1005"/>
                  </a:lnTo>
                  <a:lnTo>
                    <a:pt x="5357" y="1005"/>
                  </a:lnTo>
                  <a:lnTo>
                    <a:pt x="5232" y="984"/>
                  </a:lnTo>
                  <a:lnTo>
                    <a:pt x="5127" y="880"/>
                  </a:lnTo>
                  <a:lnTo>
                    <a:pt x="5023" y="901"/>
                  </a:lnTo>
                  <a:lnTo>
                    <a:pt x="4897" y="775"/>
                  </a:lnTo>
                  <a:lnTo>
                    <a:pt x="4813" y="775"/>
                  </a:lnTo>
                  <a:lnTo>
                    <a:pt x="4709" y="859"/>
                  </a:lnTo>
                  <a:lnTo>
                    <a:pt x="4667" y="796"/>
                  </a:lnTo>
                  <a:lnTo>
                    <a:pt x="4792" y="691"/>
                  </a:lnTo>
                  <a:lnTo>
                    <a:pt x="4709" y="629"/>
                  </a:lnTo>
                  <a:lnTo>
                    <a:pt x="4688" y="649"/>
                  </a:lnTo>
                  <a:lnTo>
                    <a:pt x="4604" y="754"/>
                  </a:lnTo>
                  <a:lnTo>
                    <a:pt x="4562" y="670"/>
                  </a:lnTo>
                  <a:lnTo>
                    <a:pt x="4500" y="670"/>
                  </a:lnTo>
                  <a:lnTo>
                    <a:pt x="4500" y="482"/>
                  </a:lnTo>
                  <a:lnTo>
                    <a:pt x="4604" y="461"/>
                  </a:lnTo>
                  <a:lnTo>
                    <a:pt x="4604" y="377"/>
                  </a:lnTo>
                  <a:lnTo>
                    <a:pt x="4458" y="273"/>
                  </a:lnTo>
                  <a:lnTo>
                    <a:pt x="4437" y="336"/>
                  </a:lnTo>
                  <a:lnTo>
                    <a:pt x="4290" y="231"/>
                  </a:lnTo>
                  <a:lnTo>
                    <a:pt x="4290" y="64"/>
                  </a:lnTo>
                  <a:lnTo>
                    <a:pt x="418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4" name="Google Shape;2424;p56"/>
            <p:cNvSpPr/>
            <p:nvPr/>
          </p:nvSpPr>
          <p:spPr>
            <a:xfrm>
              <a:off x="4442708" y="2983061"/>
              <a:ext cx="56823" cy="104945"/>
            </a:xfrm>
            <a:custGeom>
              <a:avLst/>
              <a:gdLst/>
              <a:ahLst/>
              <a:cxnLst/>
              <a:rect l="l" t="t" r="r" b="b"/>
              <a:pathLst>
                <a:path w="4772" h="9228" extrusionOk="0">
                  <a:moveTo>
                    <a:pt x="1821" y="0"/>
                  </a:moveTo>
                  <a:lnTo>
                    <a:pt x="1737" y="84"/>
                  </a:lnTo>
                  <a:lnTo>
                    <a:pt x="1591" y="84"/>
                  </a:lnTo>
                  <a:lnTo>
                    <a:pt x="1465" y="126"/>
                  </a:lnTo>
                  <a:lnTo>
                    <a:pt x="1507" y="314"/>
                  </a:lnTo>
                  <a:lnTo>
                    <a:pt x="1298" y="398"/>
                  </a:lnTo>
                  <a:lnTo>
                    <a:pt x="1193" y="314"/>
                  </a:lnTo>
                  <a:lnTo>
                    <a:pt x="1026" y="377"/>
                  </a:lnTo>
                  <a:lnTo>
                    <a:pt x="1026" y="440"/>
                  </a:lnTo>
                  <a:lnTo>
                    <a:pt x="900" y="502"/>
                  </a:lnTo>
                  <a:lnTo>
                    <a:pt x="879" y="419"/>
                  </a:lnTo>
                  <a:lnTo>
                    <a:pt x="796" y="419"/>
                  </a:lnTo>
                  <a:lnTo>
                    <a:pt x="733" y="502"/>
                  </a:lnTo>
                  <a:lnTo>
                    <a:pt x="607" y="398"/>
                  </a:lnTo>
                  <a:lnTo>
                    <a:pt x="524" y="440"/>
                  </a:lnTo>
                  <a:lnTo>
                    <a:pt x="503" y="544"/>
                  </a:lnTo>
                  <a:lnTo>
                    <a:pt x="419" y="544"/>
                  </a:lnTo>
                  <a:lnTo>
                    <a:pt x="377" y="523"/>
                  </a:lnTo>
                  <a:lnTo>
                    <a:pt x="398" y="440"/>
                  </a:lnTo>
                  <a:lnTo>
                    <a:pt x="315" y="419"/>
                  </a:lnTo>
                  <a:lnTo>
                    <a:pt x="189" y="481"/>
                  </a:lnTo>
                  <a:lnTo>
                    <a:pt x="147" y="523"/>
                  </a:lnTo>
                  <a:lnTo>
                    <a:pt x="105" y="586"/>
                  </a:lnTo>
                  <a:lnTo>
                    <a:pt x="63" y="607"/>
                  </a:lnTo>
                  <a:lnTo>
                    <a:pt x="1" y="628"/>
                  </a:lnTo>
                  <a:lnTo>
                    <a:pt x="63" y="712"/>
                  </a:lnTo>
                  <a:lnTo>
                    <a:pt x="252" y="795"/>
                  </a:lnTo>
                  <a:lnTo>
                    <a:pt x="356" y="942"/>
                  </a:lnTo>
                  <a:lnTo>
                    <a:pt x="461" y="1025"/>
                  </a:lnTo>
                  <a:lnTo>
                    <a:pt x="482" y="1151"/>
                  </a:lnTo>
                  <a:lnTo>
                    <a:pt x="419" y="1235"/>
                  </a:lnTo>
                  <a:lnTo>
                    <a:pt x="628" y="1423"/>
                  </a:lnTo>
                  <a:lnTo>
                    <a:pt x="733" y="1632"/>
                  </a:lnTo>
                  <a:lnTo>
                    <a:pt x="984" y="1632"/>
                  </a:lnTo>
                  <a:lnTo>
                    <a:pt x="1131" y="1674"/>
                  </a:lnTo>
                  <a:lnTo>
                    <a:pt x="1256" y="1590"/>
                  </a:lnTo>
                  <a:lnTo>
                    <a:pt x="1423" y="1590"/>
                  </a:lnTo>
                  <a:lnTo>
                    <a:pt x="1507" y="1695"/>
                  </a:lnTo>
                  <a:lnTo>
                    <a:pt x="1654" y="1737"/>
                  </a:lnTo>
                  <a:lnTo>
                    <a:pt x="1675" y="1841"/>
                  </a:lnTo>
                  <a:lnTo>
                    <a:pt x="1654" y="1946"/>
                  </a:lnTo>
                  <a:lnTo>
                    <a:pt x="1842" y="1988"/>
                  </a:lnTo>
                  <a:lnTo>
                    <a:pt x="1842" y="2072"/>
                  </a:lnTo>
                  <a:lnTo>
                    <a:pt x="1758" y="2092"/>
                  </a:lnTo>
                  <a:lnTo>
                    <a:pt x="1675" y="2302"/>
                  </a:lnTo>
                  <a:lnTo>
                    <a:pt x="1633" y="2385"/>
                  </a:lnTo>
                  <a:lnTo>
                    <a:pt x="1507" y="2385"/>
                  </a:lnTo>
                  <a:lnTo>
                    <a:pt x="1340" y="2469"/>
                  </a:lnTo>
                  <a:lnTo>
                    <a:pt x="1256" y="2469"/>
                  </a:lnTo>
                  <a:lnTo>
                    <a:pt x="1256" y="2532"/>
                  </a:lnTo>
                  <a:lnTo>
                    <a:pt x="1403" y="2699"/>
                  </a:lnTo>
                  <a:lnTo>
                    <a:pt x="1319" y="2783"/>
                  </a:lnTo>
                  <a:lnTo>
                    <a:pt x="1340" y="2846"/>
                  </a:lnTo>
                  <a:lnTo>
                    <a:pt x="1423" y="2846"/>
                  </a:lnTo>
                  <a:lnTo>
                    <a:pt x="1507" y="3013"/>
                  </a:lnTo>
                  <a:lnTo>
                    <a:pt x="1675" y="3013"/>
                  </a:lnTo>
                  <a:lnTo>
                    <a:pt x="1863" y="3118"/>
                  </a:lnTo>
                  <a:lnTo>
                    <a:pt x="1968" y="3118"/>
                  </a:lnTo>
                  <a:lnTo>
                    <a:pt x="2114" y="3327"/>
                  </a:lnTo>
                  <a:lnTo>
                    <a:pt x="2281" y="3411"/>
                  </a:lnTo>
                  <a:lnTo>
                    <a:pt x="2407" y="3557"/>
                  </a:lnTo>
                  <a:lnTo>
                    <a:pt x="2386" y="3641"/>
                  </a:lnTo>
                  <a:lnTo>
                    <a:pt x="2574" y="3850"/>
                  </a:lnTo>
                  <a:lnTo>
                    <a:pt x="2616" y="3976"/>
                  </a:lnTo>
                  <a:lnTo>
                    <a:pt x="2700" y="4038"/>
                  </a:lnTo>
                  <a:lnTo>
                    <a:pt x="2825" y="4038"/>
                  </a:lnTo>
                  <a:lnTo>
                    <a:pt x="2909" y="4143"/>
                  </a:lnTo>
                  <a:lnTo>
                    <a:pt x="2909" y="4206"/>
                  </a:lnTo>
                  <a:lnTo>
                    <a:pt x="2993" y="4289"/>
                  </a:lnTo>
                  <a:lnTo>
                    <a:pt x="3035" y="4289"/>
                  </a:lnTo>
                  <a:lnTo>
                    <a:pt x="3118" y="4310"/>
                  </a:lnTo>
                  <a:lnTo>
                    <a:pt x="3097" y="4415"/>
                  </a:lnTo>
                  <a:lnTo>
                    <a:pt x="3139" y="4478"/>
                  </a:lnTo>
                  <a:lnTo>
                    <a:pt x="3286" y="4478"/>
                  </a:lnTo>
                  <a:lnTo>
                    <a:pt x="3348" y="4582"/>
                  </a:lnTo>
                  <a:lnTo>
                    <a:pt x="3411" y="4603"/>
                  </a:lnTo>
                  <a:lnTo>
                    <a:pt x="3516" y="4561"/>
                  </a:lnTo>
                  <a:lnTo>
                    <a:pt x="3558" y="4624"/>
                  </a:lnTo>
                  <a:lnTo>
                    <a:pt x="3495" y="4708"/>
                  </a:lnTo>
                  <a:lnTo>
                    <a:pt x="3453" y="4875"/>
                  </a:lnTo>
                  <a:lnTo>
                    <a:pt x="3516" y="4938"/>
                  </a:lnTo>
                  <a:lnTo>
                    <a:pt x="3600" y="4938"/>
                  </a:lnTo>
                  <a:lnTo>
                    <a:pt x="3600" y="5105"/>
                  </a:lnTo>
                  <a:lnTo>
                    <a:pt x="3432" y="5231"/>
                  </a:lnTo>
                  <a:lnTo>
                    <a:pt x="3453" y="5357"/>
                  </a:lnTo>
                  <a:lnTo>
                    <a:pt x="3495" y="5440"/>
                  </a:lnTo>
                  <a:lnTo>
                    <a:pt x="3516" y="5629"/>
                  </a:lnTo>
                  <a:lnTo>
                    <a:pt x="3411" y="5670"/>
                  </a:lnTo>
                  <a:lnTo>
                    <a:pt x="3390" y="5670"/>
                  </a:lnTo>
                  <a:lnTo>
                    <a:pt x="3453" y="5859"/>
                  </a:lnTo>
                  <a:lnTo>
                    <a:pt x="3558" y="5921"/>
                  </a:lnTo>
                  <a:lnTo>
                    <a:pt x="3662" y="6152"/>
                  </a:lnTo>
                  <a:lnTo>
                    <a:pt x="3641" y="6340"/>
                  </a:lnTo>
                  <a:lnTo>
                    <a:pt x="3662" y="6445"/>
                  </a:lnTo>
                  <a:lnTo>
                    <a:pt x="3641" y="6591"/>
                  </a:lnTo>
                  <a:lnTo>
                    <a:pt x="3662" y="6717"/>
                  </a:lnTo>
                  <a:lnTo>
                    <a:pt x="3558" y="6905"/>
                  </a:lnTo>
                  <a:lnTo>
                    <a:pt x="3495" y="6926"/>
                  </a:lnTo>
                  <a:lnTo>
                    <a:pt x="3453" y="7010"/>
                  </a:lnTo>
                  <a:lnTo>
                    <a:pt x="3307" y="7072"/>
                  </a:lnTo>
                  <a:lnTo>
                    <a:pt x="3139" y="7177"/>
                  </a:lnTo>
                  <a:lnTo>
                    <a:pt x="3076" y="7282"/>
                  </a:lnTo>
                  <a:lnTo>
                    <a:pt x="2867" y="7282"/>
                  </a:lnTo>
                  <a:lnTo>
                    <a:pt x="2763" y="7344"/>
                  </a:lnTo>
                  <a:lnTo>
                    <a:pt x="2784" y="7554"/>
                  </a:lnTo>
                  <a:lnTo>
                    <a:pt x="2909" y="7595"/>
                  </a:lnTo>
                  <a:lnTo>
                    <a:pt x="3014" y="7700"/>
                  </a:lnTo>
                  <a:lnTo>
                    <a:pt x="2993" y="7763"/>
                  </a:lnTo>
                  <a:lnTo>
                    <a:pt x="3035" y="7909"/>
                  </a:lnTo>
                  <a:lnTo>
                    <a:pt x="2867" y="7909"/>
                  </a:lnTo>
                  <a:lnTo>
                    <a:pt x="2825" y="7826"/>
                  </a:lnTo>
                  <a:lnTo>
                    <a:pt x="2721" y="7763"/>
                  </a:lnTo>
                  <a:lnTo>
                    <a:pt x="2449" y="7826"/>
                  </a:lnTo>
                  <a:lnTo>
                    <a:pt x="2386" y="7805"/>
                  </a:lnTo>
                  <a:lnTo>
                    <a:pt x="2260" y="7805"/>
                  </a:lnTo>
                  <a:lnTo>
                    <a:pt x="2198" y="7951"/>
                  </a:lnTo>
                  <a:lnTo>
                    <a:pt x="2072" y="7972"/>
                  </a:lnTo>
                  <a:lnTo>
                    <a:pt x="1968" y="8118"/>
                  </a:lnTo>
                  <a:lnTo>
                    <a:pt x="1988" y="8139"/>
                  </a:lnTo>
                  <a:lnTo>
                    <a:pt x="1988" y="8244"/>
                  </a:lnTo>
                  <a:lnTo>
                    <a:pt x="1988" y="8265"/>
                  </a:lnTo>
                  <a:lnTo>
                    <a:pt x="2093" y="8286"/>
                  </a:lnTo>
                  <a:lnTo>
                    <a:pt x="2156" y="8265"/>
                  </a:lnTo>
                  <a:lnTo>
                    <a:pt x="2198" y="8286"/>
                  </a:lnTo>
                  <a:lnTo>
                    <a:pt x="2281" y="8265"/>
                  </a:lnTo>
                  <a:lnTo>
                    <a:pt x="2407" y="8286"/>
                  </a:lnTo>
                  <a:lnTo>
                    <a:pt x="2491" y="8265"/>
                  </a:lnTo>
                  <a:lnTo>
                    <a:pt x="2449" y="8328"/>
                  </a:lnTo>
                  <a:lnTo>
                    <a:pt x="2281" y="8453"/>
                  </a:lnTo>
                  <a:lnTo>
                    <a:pt x="2198" y="8579"/>
                  </a:lnTo>
                  <a:lnTo>
                    <a:pt x="2198" y="8767"/>
                  </a:lnTo>
                  <a:lnTo>
                    <a:pt x="2177" y="8851"/>
                  </a:lnTo>
                  <a:lnTo>
                    <a:pt x="2240" y="8851"/>
                  </a:lnTo>
                  <a:lnTo>
                    <a:pt x="2198" y="8872"/>
                  </a:lnTo>
                  <a:lnTo>
                    <a:pt x="2198" y="9018"/>
                  </a:lnTo>
                  <a:lnTo>
                    <a:pt x="2281" y="9081"/>
                  </a:lnTo>
                  <a:lnTo>
                    <a:pt x="2344" y="9060"/>
                  </a:lnTo>
                  <a:lnTo>
                    <a:pt x="2344" y="9060"/>
                  </a:lnTo>
                  <a:lnTo>
                    <a:pt x="2281" y="9123"/>
                  </a:lnTo>
                  <a:lnTo>
                    <a:pt x="2177" y="9165"/>
                  </a:lnTo>
                  <a:lnTo>
                    <a:pt x="2072" y="9227"/>
                  </a:lnTo>
                  <a:lnTo>
                    <a:pt x="2240" y="9227"/>
                  </a:lnTo>
                  <a:lnTo>
                    <a:pt x="2470" y="9123"/>
                  </a:lnTo>
                  <a:lnTo>
                    <a:pt x="2470" y="9102"/>
                  </a:lnTo>
                  <a:lnTo>
                    <a:pt x="2491" y="9102"/>
                  </a:lnTo>
                  <a:lnTo>
                    <a:pt x="2574" y="9018"/>
                  </a:lnTo>
                  <a:lnTo>
                    <a:pt x="2595" y="8914"/>
                  </a:lnTo>
                  <a:lnTo>
                    <a:pt x="2616" y="8851"/>
                  </a:lnTo>
                  <a:lnTo>
                    <a:pt x="2700" y="8872"/>
                  </a:lnTo>
                  <a:lnTo>
                    <a:pt x="2721" y="8851"/>
                  </a:lnTo>
                  <a:lnTo>
                    <a:pt x="2867" y="8746"/>
                  </a:lnTo>
                  <a:lnTo>
                    <a:pt x="2909" y="8746"/>
                  </a:lnTo>
                  <a:lnTo>
                    <a:pt x="2930" y="8683"/>
                  </a:lnTo>
                  <a:lnTo>
                    <a:pt x="2993" y="8662"/>
                  </a:lnTo>
                  <a:lnTo>
                    <a:pt x="2972" y="8600"/>
                  </a:lnTo>
                  <a:lnTo>
                    <a:pt x="2972" y="8579"/>
                  </a:lnTo>
                  <a:lnTo>
                    <a:pt x="2930" y="8495"/>
                  </a:lnTo>
                  <a:lnTo>
                    <a:pt x="2993" y="8495"/>
                  </a:lnTo>
                  <a:lnTo>
                    <a:pt x="3035" y="8558"/>
                  </a:lnTo>
                  <a:lnTo>
                    <a:pt x="3097" y="8579"/>
                  </a:lnTo>
                  <a:lnTo>
                    <a:pt x="3139" y="8537"/>
                  </a:lnTo>
                  <a:lnTo>
                    <a:pt x="3139" y="8453"/>
                  </a:lnTo>
                  <a:lnTo>
                    <a:pt x="3035" y="8349"/>
                  </a:lnTo>
                  <a:lnTo>
                    <a:pt x="3160" y="8453"/>
                  </a:lnTo>
                  <a:lnTo>
                    <a:pt x="3244" y="8390"/>
                  </a:lnTo>
                  <a:lnTo>
                    <a:pt x="3223" y="8286"/>
                  </a:lnTo>
                  <a:lnTo>
                    <a:pt x="3244" y="8244"/>
                  </a:lnTo>
                  <a:lnTo>
                    <a:pt x="3097" y="8181"/>
                  </a:lnTo>
                  <a:lnTo>
                    <a:pt x="3160" y="8181"/>
                  </a:lnTo>
                  <a:lnTo>
                    <a:pt x="3223" y="8160"/>
                  </a:lnTo>
                  <a:lnTo>
                    <a:pt x="3223" y="8139"/>
                  </a:lnTo>
                  <a:lnTo>
                    <a:pt x="3139" y="8077"/>
                  </a:lnTo>
                  <a:lnTo>
                    <a:pt x="3244" y="8118"/>
                  </a:lnTo>
                  <a:lnTo>
                    <a:pt x="3286" y="8077"/>
                  </a:lnTo>
                  <a:lnTo>
                    <a:pt x="3307" y="8014"/>
                  </a:lnTo>
                  <a:lnTo>
                    <a:pt x="3307" y="8077"/>
                  </a:lnTo>
                  <a:lnTo>
                    <a:pt x="3286" y="8160"/>
                  </a:lnTo>
                  <a:lnTo>
                    <a:pt x="3307" y="8160"/>
                  </a:lnTo>
                  <a:lnTo>
                    <a:pt x="3411" y="8139"/>
                  </a:lnTo>
                  <a:lnTo>
                    <a:pt x="3495" y="8181"/>
                  </a:lnTo>
                  <a:lnTo>
                    <a:pt x="3620" y="8160"/>
                  </a:lnTo>
                  <a:lnTo>
                    <a:pt x="3872" y="8014"/>
                  </a:lnTo>
                  <a:lnTo>
                    <a:pt x="3955" y="7951"/>
                  </a:lnTo>
                  <a:lnTo>
                    <a:pt x="4060" y="7951"/>
                  </a:lnTo>
                  <a:lnTo>
                    <a:pt x="4060" y="7846"/>
                  </a:lnTo>
                  <a:lnTo>
                    <a:pt x="4164" y="7763"/>
                  </a:lnTo>
                  <a:lnTo>
                    <a:pt x="4269" y="7721"/>
                  </a:lnTo>
                  <a:lnTo>
                    <a:pt x="4395" y="7595"/>
                  </a:lnTo>
                  <a:lnTo>
                    <a:pt x="4457" y="7554"/>
                  </a:lnTo>
                  <a:lnTo>
                    <a:pt x="4478" y="7428"/>
                  </a:lnTo>
                  <a:lnTo>
                    <a:pt x="4541" y="7407"/>
                  </a:lnTo>
                  <a:lnTo>
                    <a:pt x="4604" y="7323"/>
                  </a:lnTo>
                  <a:lnTo>
                    <a:pt x="4583" y="7282"/>
                  </a:lnTo>
                  <a:lnTo>
                    <a:pt x="4604" y="7177"/>
                  </a:lnTo>
                  <a:lnTo>
                    <a:pt x="4541" y="7072"/>
                  </a:lnTo>
                  <a:lnTo>
                    <a:pt x="4646" y="6989"/>
                  </a:lnTo>
                  <a:lnTo>
                    <a:pt x="4646" y="6905"/>
                  </a:lnTo>
                  <a:lnTo>
                    <a:pt x="4688" y="6884"/>
                  </a:lnTo>
                  <a:lnTo>
                    <a:pt x="4688" y="6821"/>
                  </a:lnTo>
                  <a:lnTo>
                    <a:pt x="4646" y="6758"/>
                  </a:lnTo>
                  <a:lnTo>
                    <a:pt x="4646" y="6675"/>
                  </a:lnTo>
                  <a:lnTo>
                    <a:pt x="4688" y="6654"/>
                  </a:lnTo>
                  <a:lnTo>
                    <a:pt x="4709" y="6696"/>
                  </a:lnTo>
                  <a:lnTo>
                    <a:pt x="4709" y="6717"/>
                  </a:lnTo>
                  <a:lnTo>
                    <a:pt x="4729" y="6717"/>
                  </a:lnTo>
                  <a:lnTo>
                    <a:pt x="4771" y="6654"/>
                  </a:lnTo>
                  <a:lnTo>
                    <a:pt x="4688" y="6507"/>
                  </a:lnTo>
                  <a:lnTo>
                    <a:pt x="4667" y="6445"/>
                  </a:lnTo>
                  <a:lnTo>
                    <a:pt x="4604" y="6403"/>
                  </a:lnTo>
                  <a:lnTo>
                    <a:pt x="4604" y="6361"/>
                  </a:lnTo>
                  <a:lnTo>
                    <a:pt x="4583" y="6194"/>
                  </a:lnTo>
                  <a:lnTo>
                    <a:pt x="4604" y="6173"/>
                  </a:lnTo>
                  <a:lnTo>
                    <a:pt x="4562" y="6068"/>
                  </a:lnTo>
                  <a:lnTo>
                    <a:pt x="4583" y="6026"/>
                  </a:lnTo>
                  <a:lnTo>
                    <a:pt x="4583" y="5921"/>
                  </a:lnTo>
                  <a:lnTo>
                    <a:pt x="4541" y="5859"/>
                  </a:lnTo>
                  <a:lnTo>
                    <a:pt x="4499" y="5670"/>
                  </a:lnTo>
                  <a:lnTo>
                    <a:pt x="4457" y="5649"/>
                  </a:lnTo>
                  <a:lnTo>
                    <a:pt x="4437" y="5440"/>
                  </a:lnTo>
                  <a:lnTo>
                    <a:pt x="4332" y="5315"/>
                  </a:lnTo>
                  <a:lnTo>
                    <a:pt x="4353" y="5252"/>
                  </a:lnTo>
                  <a:lnTo>
                    <a:pt x="4332" y="5210"/>
                  </a:lnTo>
                  <a:lnTo>
                    <a:pt x="4332" y="5147"/>
                  </a:lnTo>
                  <a:lnTo>
                    <a:pt x="4185" y="5022"/>
                  </a:lnTo>
                  <a:lnTo>
                    <a:pt x="4185" y="4938"/>
                  </a:lnTo>
                  <a:lnTo>
                    <a:pt x="4164" y="4938"/>
                  </a:lnTo>
                  <a:lnTo>
                    <a:pt x="4144" y="4833"/>
                  </a:lnTo>
                  <a:lnTo>
                    <a:pt x="4060" y="4708"/>
                  </a:lnTo>
                  <a:lnTo>
                    <a:pt x="3809" y="4499"/>
                  </a:lnTo>
                  <a:lnTo>
                    <a:pt x="3746" y="4394"/>
                  </a:lnTo>
                  <a:lnTo>
                    <a:pt x="3453" y="4185"/>
                  </a:lnTo>
                  <a:lnTo>
                    <a:pt x="3139" y="4038"/>
                  </a:lnTo>
                  <a:lnTo>
                    <a:pt x="3139" y="3976"/>
                  </a:lnTo>
                  <a:lnTo>
                    <a:pt x="3014" y="3934"/>
                  </a:lnTo>
                  <a:lnTo>
                    <a:pt x="2784" y="3745"/>
                  </a:lnTo>
                  <a:lnTo>
                    <a:pt x="2763" y="3662"/>
                  </a:lnTo>
                  <a:lnTo>
                    <a:pt x="2721" y="3536"/>
                  </a:lnTo>
                  <a:lnTo>
                    <a:pt x="2721" y="3473"/>
                  </a:lnTo>
                  <a:lnTo>
                    <a:pt x="2721" y="3432"/>
                  </a:lnTo>
                  <a:lnTo>
                    <a:pt x="2679" y="3306"/>
                  </a:lnTo>
                  <a:lnTo>
                    <a:pt x="2595" y="3306"/>
                  </a:lnTo>
                  <a:lnTo>
                    <a:pt x="2470" y="3139"/>
                  </a:lnTo>
                  <a:lnTo>
                    <a:pt x="2281" y="3055"/>
                  </a:lnTo>
                  <a:lnTo>
                    <a:pt x="2177" y="3034"/>
                  </a:lnTo>
                  <a:lnTo>
                    <a:pt x="2281" y="2992"/>
                  </a:lnTo>
                  <a:lnTo>
                    <a:pt x="2281" y="2929"/>
                  </a:lnTo>
                  <a:lnTo>
                    <a:pt x="2177" y="2825"/>
                  </a:lnTo>
                  <a:lnTo>
                    <a:pt x="2240" y="2720"/>
                  </a:lnTo>
                  <a:lnTo>
                    <a:pt x="2281" y="2532"/>
                  </a:lnTo>
                  <a:lnTo>
                    <a:pt x="2260" y="2490"/>
                  </a:lnTo>
                  <a:lnTo>
                    <a:pt x="2198" y="2490"/>
                  </a:lnTo>
                  <a:lnTo>
                    <a:pt x="2198" y="2385"/>
                  </a:lnTo>
                  <a:lnTo>
                    <a:pt x="2260" y="2323"/>
                  </a:lnTo>
                  <a:lnTo>
                    <a:pt x="2281" y="2218"/>
                  </a:lnTo>
                  <a:lnTo>
                    <a:pt x="2344" y="2197"/>
                  </a:lnTo>
                  <a:lnTo>
                    <a:pt x="2365" y="2155"/>
                  </a:lnTo>
                  <a:lnTo>
                    <a:pt x="2386" y="2176"/>
                  </a:lnTo>
                  <a:lnTo>
                    <a:pt x="2449" y="2176"/>
                  </a:lnTo>
                  <a:lnTo>
                    <a:pt x="2553" y="2051"/>
                  </a:lnTo>
                  <a:lnTo>
                    <a:pt x="2574" y="2051"/>
                  </a:lnTo>
                  <a:lnTo>
                    <a:pt x="2616" y="1988"/>
                  </a:lnTo>
                  <a:lnTo>
                    <a:pt x="2574" y="1904"/>
                  </a:lnTo>
                  <a:lnTo>
                    <a:pt x="2595" y="1883"/>
                  </a:lnTo>
                  <a:lnTo>
                    <a:pt x="2595" y="1800"/>
                  </a:lnTo>
                  <a:lnTo>
                    <a:pt x="2595" y="1737"/>
                  </a:lnTo>
                  <a:lnTo>
                    <a:pt x="2574" y="1674"/>
                  </a:lnTo>
                  <a:lnTo>
                    <a:pt x="2616" y="1632"/>
                  </a:lnTo>
                  <a:lnTo>
                    <a:pt x="2616" y="1548"/>
                  </a:lnTo>
                  <a:lnTo>
                    <a:pt x="2679" y="1548"/>
                  </a:lnTo>
                  <a:lnTo>
                    <a:pt x="2700" y="1590"/>
                  </a:lnTo>
                  <a:lnTo>
                    <a:pt x="2721" y="1590"/>
                  </a:lnTo>
                  <a:lnTo>
                    <a:pt x="2804" y="1548"/>
                  </a:lnTo>
                  <a:lnTo>
                    <a:pt x="2888" y="1528"/>
                  </a:lnTo>
                  <a:lnTo>
                    <a:pt x="2930" y="1548"/>
                  </a:lnTo>
                  <a:lnTo>
                    <a:pt x="2972" y="1528"/>
                  </a:lnTo>
                  <a:lnTo>
                    <a:pt x="3014" y="1465"/>
                  </a:lnTo>
                  <a:lnTo>
                    <a:pt x="2993" y="1381"/>
                  </a:lnTo>
                  <a:lnTo>
                    <a:pt x="3014" y="1339"/>
                  </a:lnTo>
                  <a:lnTo>
                    <a:pt x="3118" y="1318"/>
                  </a:lnTo>
                  <a:lnTo>
                    <a:pt x="3223" y="1339"/>
                  </a:lnTo>
                  <a:lnTo>
                    <a:pt x="3328" y="1256"/>
                  </a:lnTo>
                  <a:lnTo>
                    <a:pt x="3390" y="1256"/>
                  </a:lnTo>
                  <a:lnTo>
                    <a:pt x="3432" y="1235"/>
                  </a:lnTo>
                  <a:lnTo>
                    <a:pt x="3495" y="1172"/>
                  </a:lnTo>
                  <a:lnTo>
                    <a:pt x="3453" y="1130"/>
                  </a:lnTo>
                  <a:lnTo>
                    <a:pt x="3348" y="1067"/>
                  </a:lnTo>
                  <a:lnTo>
                    <a:pt x="3286" y="1109"/>
                  </a:lnTo>
                  <a:lnTo>
                    <a:pt x="3223" y="1046"/>
                  </a:lnTo>
                  <a:lnTo>
                    <a:pt x="3118" y="1109"/>
                  </a:lnTo>
                  <a:lnTo>
                    <a:pt x="3014" y="1025"/>
                  </a:lnTo>
                  <a:lnTo>
                    <a:pt x="2888" y="1004"/>
                  </a:lnTo>
                  <a:lnTo>
                    <a:pt x="2867" y="900"/>
                  </a:lnTo>
                  <a:lnTo>
                    <a:pt x="2616" y="816"/>
                  </a:lnTo>
                  <a:lnTo>
                    <a:pt x="2595" y="712"/>
                  </a:lnTo>
                  <a:lnTo>
                    <a:pt x="2512" y="691"/>
                  </a:lnTo>
                  <a:lnTo>
                    <a:pt x="2574" y="481"/>
                  </a:lnTo>
                  <a:lnTo>
                    <a:pt x="2679" y="440"/>
                  </a:lnTo>
                  <a:lnTo>
                    <a:pt x="2679" y="335"/>
                  </a:lnTo>
                  <a:lnTo>
                    <a:pt x="2595" y="272"/>
                  </a:lnTo>
                  <a:lnTo>
                    <a:pt x="2449" y="314"/>
                  </a:lnTo>
                  <a:lnTo>
                    <a:pt x="2386" y="272"/>
                  </a:lnTo>
                  <a:lnTo>
                    <a:pt x="2114" y="272"/>
                  </a:lnTo>
                  <a:lnTo>
                    <a:pt x="2072" y="188"/>
                  </a:lnTo>
                  <a:lnTo>
                    <a:pt x="1947" y="168"/>
                  </a:lnTo>
                  <a:lnTo>
                    <a:pt x="1947" y="84"/>
                  </a:lnTo>
                  <a:lnTo>
                    <a:pt x="182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5" name="Google Shape;2425;p56"/>
            <p:cNvSpPr/>
            <p:nvPr/>
          </p:nvSpPr>
          <p:spPr>
            <a:xfrm>
              <a:off x="4450186" y="3045644"/>
              <a:ext cx="36139" cy="29750"/>
            </a:xfrm>
            <a:custGeom>
              <a:avLst/>
              <a:gdLst/>
              <a:ahLst/>
              <a:cxnLst/>
              <a:rect l="l" t="t" r="r" b="b"/>
              <a:pathLst>
                <a:path w="3035" h="2616" extrusionOk="0">
                  <a:moveTo>
                    <a:pt x="2407" y="0"/>
                  </a:moveTo>
                  <a:lnTo>
                    <a:pt x="2239" y="42"/>
                  </a:lnTo>
                  <a:lnTo>
                    <a:pt x="2135" y="126"/>
                  </a:lnTo>
                  <a:lnTo>
                    <a:pt x="2260" y="251"/>
                  </a:lnTo>
                  <a:lnTo>
                    <a:pt x="2239" y="356"/>
                  </a:lnTo>
                  <a:lnTo>
                    <a:pt x="2260" y="460"/>
                  </a:lnTo>
                  <a:lnTo>
                    <a:pt x="2260" y="544"/>
                  </a:lnTo>
                  <a:lnTo>
                    <a:pt x="2072" y="481"/>
                  </a:lnTo>
                  <a:lnTo>
                    <a:pt x="1967" y="314"/>
                  </a:lnTo>
                  <a:lnTo>
                    <a:pt x="1821" y="314"/>
                  </a:lnTo>
                  <a:lnTo>
                    <a:pt x="1758" y="230"/>
                  </a:lnTo>
                  <a:lnTo>
                    <a:pt x="1632" y="126"/>
                  </a:lnTo>
                  <a:lnTo>
                    <a:pt x="1549" y="167"/>
                  </a:lnTo>
                  <a:lnTo>
                    <a:pt x="1444" y="105"/>
                  </a:lnTo>
                  <a:lnTo>
                    <a:pt x="1298" y="126"/>
                  </a:lnTo>
                  <a:lnTo>
                    <a:pt x="1151" y="63"/>
                  </a:lnTo>
                  <a:lnTo>
                    <a:pt x="1026" y="63"/>
                  </a:lnTo>
                  <a:lnTo>
                    <a:pt x="879" y="146"/>
                  </a:lnTo>
                  <a:lnTo>
                    <a:pt x="816" y="105"/>
                  </a:lnTo>
                  <a:lnTo>
                    <a:pt x="670" y="105"/>
                  </a:lnTo>
                  <a:lnTo>
                    <a:pt x="398" y="167"/>
                  </a:lnTo>
                  <a:lnTo>
                    <a:pt x="272" y="167"/>
                  </a:lnTo>
                  <a:lnTo>
                    <a:pt x="168" y="335"/>
                  </a:lnTo>
                  <a:lnTo>
                    <a:pt x="105" y="523"/>
                  </a:lnTo>
                  <a:lnTo>
                    <a:pt x="42" y="649"/>
                  </a:lnTo>
                  <a:lnTo>
                    <a:pt x="0" y="858"/>
                  </a:lnTo>
                  <a:lnTo>
                    <a:pt x="63" y="1088"/>
                  </a:lnTo>
                  <a:lnTo>
                    <a:pt x="168" y="1151"/>
                  </a:lnTo>
                  <a:lnTo>
                    <a:pt x="210" y="1255"/>
                  </a:lnTo>
                  <a:lnTo>
                    <a:pt x="189" y="1486"/>
                  </a:lnTo>
                  <a:lnTo>
                    <a:pt x="189" y="1569"/>
                  </a:lnTo>
                  <a:lnTo>
                    <a:pt x="272" y="1632"/>
                  </a:lnTo>
                  <a:lnTo>
                    <a:pt x="272" y="1779"/>
                  </a:lnTo>
                  <a:lnTo>
                    <a:pt x="356" y="1820"/>
                  </a:lnTo>
                  <a:lnTo>
                    <a:pt x="356" y="1925"/>
                  </a:lnTo>
                  <a:lnTo>
                    <a:pt x="419" y="2051"/>
                  </a:lnTo>
                  <a:lnTo>
                    <a:pt x="482" y="2030"/>
                  </a:lnTo>
                  <a:lnTo>
                    <a:pt x="523" y="2113"/>
                  </a:lnTo>
                  <a:lnTo>
                    <a:pt x="503" y="2218"/>
                  </a:lnTo>
                  <a:lnTo>
                    <a:pt x="565" y="2260"/>
                  </a:lnTo>
                  <a:lnTo>
                    <a:pt x="565" y="2364"/>
                  </a:lnTo>
                  <a:lnTo>
                    <a:pt x="733" y="2364"/>
                  </a:lnTo>
                  <a:lnTo>
                    <a:pt x="733" y="2260"/>
                  </a:lnTo>
                  <a:lnTo>
                    <a:pt x="795" y="2218"/>
                  </a:lnTo>
                  <a:lnTo>
                    <a:pt x="837" y="2155"/>
                  </a:lnTo>
                  <a:lnTo>
                    <a:pt x="837" y="2239"/>
                  </a:lnTo>
                  <a:lnTo>
                    <a:pt x="900" y="2323"/>
                  </a:lnTo>
                  <a:lnTo>
                    <a:pt x="879" y="2406"/>
                  </a:lnTo>
                  <a:lnTo>
                    <a:pt x="816" y="2469"/>
                  </a:lnTo>
                  <a:lnTo>
                    <a:pt x="837" y="2553"/>
                  </a:lnTo>
                  <a:lnTo>
                    <a:pt x="879" y="2574"/>
                  </a:lnTo>
                  <a:lnTo>
                    <a:pt x="921" y="2574"/>
                  </a:lnTo>
                  <a:lnTo>
                    <a:pt x="1026" y="2511"/>
                  </a:lnTo>
                  <a:lnTo>
                    <a:pt x="1026" y="2469"/>
                  </a:lnTo>
                  <a:lnTo>
                    <a:pt x="1088" y="2532"/>
                  </a:lnTo>
                  <a:lnTo>
                    <a:pt x="1214" y="2553"/>
                  </a:lnTo>
                  <a:lnTo>
                    <a:pt x="1235" y="2532"/>
                  </a:lnTo>
                  <a:lnTo>
                    <a:pt x="1340" y="2615"/>
                  </a:lnTo>
                  <a:lnTo>
                    <a:pt x="1444" y="2469"/>
                  </a:lnTo>
                  <a:lnTo>
                    <a:pt x="1570" y="2448"/>
                  </a:lnTo>
                  <a:lnTo>
                    <a:pt x="1632" y="2302"/>
                  </a:lnTo>
                  <a:lnTo>
                    <a:pt x="1758" y="2302"/>
                  </a:lnTo>
                  <a:lnTo>
                    <a:pt x="1821" y="2323"/>
                  </a:lnTo>
                  <a:lnTo>
                    <a:pt x="2093" y="2260"/>
                  </a:lnTo>
                  <a:lnTo>
                    <a:pt x="2197" y="2323"/>
                  </a:lnTo>
                  <a:lnTo>
                    <a:pt x="2239" y="2406"/>
                  </a:lnTo>
                  <a:lnTo>
                    <a:pt x="2407" y="2406"/>
                  </a:lnTo>
                  <a:lnTo>
                    <a:pt x="2365" y="2260"/>
                  </a:lnTo>
                  <a:lnTo>
                    <a:pt x="2386" y="2197"/>
                  </a:lnTo>
                  <a:lnTo>
                    <a:pt x="2281" y="2092"/>
                  </a:lnTo>
                  <a:lnTo>
                    <a:pt x="2156" y="2051"/>
                  </a:lnTo>
                  <a:lnTo>
                    <a:pt x="2135" y="1841"/>
                  </a:lnTo>
                  <a:lnTo>
                    <a:pt x="2239" y="1779"/>
                  </a:lnTo>
                  <a:lnTo>
                    <a:pt x="2448" y="1779"/>
                  </a:lnTo>
                  <a:lnTo>
                    <a:pt x="2511" y="1674"/>
                  </a:lnTo>
                  <a:lnTo>
                    <a:pt x="2679" y="1569"/>
                  </a:lnTo>
                  <a:lnTo>
                    <a:pt x="2825" y="1507"/>
                  </a:lnTo>
                  <a:lnTo>
                    <a:pt x="2867" y="1423"/>
                  </a:lnTo>
                  <a:lnTo>
                    <a:pt x="2930" y="1402"/>
                  </a:lnTo>
                  <a:lnTo>
                    <a:pt x="3034" y="1214"/>
                  </a:lnTo>
                  <a:lnTo>
                    <a:pt x="3013" y="1088"/>
                  </a:lnTo>
                  <a:lnTo>
                    <a:pt x="3034" y="942"/>
                  </a:lnTo>
                  <a:lnTo>
                    <a:pt x="3013" y="837"/>
                  </a:lnTo>
                  <a:lnTo>
                    <a:pt x="3034" y="649"/>
                  </a:lnTo>
                  <a:lnTo>
                    <a:pt x="2930" y="418"/>
                  </a:lnTo>
                  <a:lnTo>
                    <a:pt x="2825" y="356"/>
                  </a:lnTo>
                  <a:lnTo>
                    <a:pt x="2762" y="167"/>
                  </a:lnTo>
                  <a:lnTo>
                    <a:pt x="2679" y="167"/>
                  </a:lnTo>
                  <a:lnTo>
                    <a:pt x="2574" y="126"/>
                  </a:lnTo>
                  <a:lnTo>
                    <a:pt x="2469" y="105"/>
                  </a:lnTo>
                  <a:lnTo>
                    <a:pt x="24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6" name="Google Shape;2426;p56"/>
            <p:cNvSpPr/>
            <p:nvPr/>
          </p:nvSpPr>
          <p:spPr>
            <a:xfrm>
              <a:off x="4429753" y="2990191"/>
              <a:ext cx="55822" cy="61650"/>
            </a:xfrm>
            <a:custGeom>
              <a:avLst/>
              <a:gdLst/>
              <a:ahLst/>
              <a:cxnLst/>
              <a:rect l="l" t="t" r="r" b="b"/>
              <a:pathLst>
                <a:path w="4688" h="5421" extrusionOk="0">
                  <a:moveTo>
                    <a:pt x="879" y="1"/>
                  </a:moveTo>
                  <a:lnTo>
                    <a:pt x="879" y="85"/>
                  </a:lnTo>
                  <a:lnTo>
                    <a:pt x="817" y="126"/>
                  </a:lnTo>
                  <a:lnTo>
                    <a:pt x="817" y="336"/>
                  </a:lnTo>
                  <a:lnTo>
                    <a:pt x="859" y="440"/>
                  </a:lnTo>
                  <a:lnTo>
                    <a:pt x="859" y="587"/>
                  </a:lnTo>
                  <a:lnTo>
                    <a:pt x="879" y="733"/>
                  </a:lnTo>
                  <a:lnTo>
                    <a:pt x="775" y="712"/>
                  </a:lnTo>
                  <a:lnTo>
                    <a:pt x="649" y="754"/>
                  </a:lnTo>
                  <a:lnTo>
                    <a:pt x="587" y="649"/>
                  </a:lnTo>
                  <a:lnTo>
                    <a:pt x="524" y="608"/>
                  </a:lnTo>
                  <a:lnTo>
                    <a:pt x="419" y="712"/>
                  </a:lnTo>
                  <a:lnTo>
                    <a:pt x="252" y="733"/>
                  </a:lnTo>
                  <a:lnTo>
                    <a:pt x="231" y="838"/>
                  </a:lnTo>
                  <a:lnTo>
                    <a:pt x="189" y="942"/>
                  </a:lnTo>
                  <a:lnTo>
                    <a:pt x="231" y="1026"/>
                  </a:lnTo>
                  <a:lnTo>
                    <a:pt x="105" y="1110"/>
                  </a:lnTo>
                  <a:lnTo>
                    <a:pt x="43" y="1110"/>
                  </a:lnTo>
                  <a:lnTo>
                    <a:pt x="1" y="1256"/>
                  </a:lnTo>
                  <a:lnTo>
                    <a:pt x="43" y="1382"/>
                  </a:lnTo>
                  <a:lnTo>
                    <a:pt x="210" y="1361"/>
                  </a:lnTo>
                  <a:lnTo>
                    <a:pt x="315" y="1486"/>
                  </a:lnTo>
                  <a:lnTo>
                    <a:pt x="335" y="1675"/>
                  </a:lnTo>
                  <a:lnTo>
                    <a:pt x="252" y="1758"/>
                  </a:lnTo>
                  <a:lnTo>
                    <a:pt x="335" y="1884"/>
                  </a:lnTo>
                  <a:lnTo>
                    <a:pt x="440" y="1947"/>
                  </a:lnTo>
                  <a:lnTo>
                    <a:pt x="524" y="1863"/>
                  </a:lnTo>
                  <a:lnTo>
                    <a:pt x="733" y="1863"/>
                  </a:lnTo>
                  <a:lnTo>
                    <a:pt x="754" y="1968"/>
                  </a:lnTo>
                  <a:lnTo>
                    <a:pt x="670" y="2093"/>
                  </a:lnTo>
                  <a:lnTo>
                    <a:pt x="754" y="2198"/>
                  </a:lnTo>
                  <a:lnTo>
                    <a:pt x="733" y="2281"/>
                  </a:lnTo>
                  <a:lnTo>
                    <a:pt x="670" y="2386"/>
                  </a:lnTo>
                  <a:lnTo>
                    <a:pt x="733" y="2512"/>
                  </a:lnTo>
                  <a:lnTo>
                    <a:pt x="733" y="2721"/>
                  </a:lnTo>
                  <a:lnTo>
                    <a:pt x="733" y="3014"/>
                  </a:lnTo>
                  <a:lnTo>
                    <a:pt x="879" y="2930"/>
                  </a:lnTo>
                  <a:lnTo>
                    <a:pt x="1047" y="2909"/>
                  </a:lnTo>
                  <a:lnTo>
                    <a:pt x="1047" y="2784"/>
                  </a:lnTo>
                  <a:lnTo>
                    <a:pt x="1235" y="2700"/>
                  </a:lnTo>
                  <a:lnTo>
                    <a:pt x="1444" y="2805"/>
                  </a:lnTo>
                  <a:lnTo>
                    <a:pt x="1549" y="2805"/>
                  </a:lnTo>
                  <a:lnTo>
                    <a:pt x="1633" y="2930"/>
                  </a:lnTo>
                  <a:lnTo>
                    <a:pt x="1884" y="2909"/>
                  </a:lnTo>
                  <a:lnTo>
                    <a:pt x="2009" y="2637"/>
                  </a:lnTo>
                  <a:lnTo>
                    <a:pt x="2198" y="2595"/>
                  </a:lnTo>
                  <a:lnTo>
                    <a:pt x="2449" y="2679"/>
                  </a:lnTo>
                  <a:lnTo>
                    <a:pt x="2532" y="2826"/>
                  </a:lnTo>
                  <a:lnTo>
                    <a:pt x="2804" y="3014"/>
                  </a:lnTo>
                  <a:lnTo>
                    <a:pt x="2930" y="3118"/>
                  </a:lnTo>
                  <a:lnTo>
                    <a:pt x="2972" y="3244"/>
                  </a:lnTo>
                  <a:lnTo>
                    <a:pt x="2972" y="3328"/>
                  </a:lnTo>
                  <a:lnTo>
                    <a:pt x="2930" y="3411"/>
                  </a:lnTo>
                  <a:lnTo>
                    <a:pt x="2972" y="3537"/>
                  </a:lnTo>
                  <a:lnTo>
                    <a:pt x="2972" y="3725"/>
                  </a:lnTo>
                  <a:lnTo>
                    <a:pt x="2951" y="3788"/>
                  </a:lnTo>
                  <a:lnTo>
                    <a:pt x="3056" y="3872"/>
                  </a:lnTo>
                  <a:lnTo>
                    <a:pt x="3160" y="3997"/>
                  </a:lnTo>
                  <a:lnTo>
                    <a:pt x="3286" y="3997"/>
                  </a:lnTo>
                  <a:lnTo>
                    <a:pt x="3369" y="4060"/>
                  </a:lnTo>
                  <a:lnTo>
                    <a:pt x="3348" y="4102"/>
                  </a:lnTo>
                  <a:lnTo>
                    <a:pt x="3495" y="4206"/>
                  </a:lnTo>
                  <a:lnTo>
                    <a:pt x="3495" y="4290"/>
                  </a:lnTo>
                  <a:lnTo>
                    <a:pt x="3474" y="4416"/>
                  </a:lnTo>
                  <a:lnTo>
                    <a:pt x="3474" y="4499"/>
                  </a:lnTo>
                  <a:lnTo>
                    <a:pt x="3453" y="4604"/>
                  </a:lnTo>
                  <a:lnTo>
                    <a:pt x="3474" y="4688"/>
                  </a:lnTo>
                  <a:lnTo>
                    <a:pt x="3474" y="4897"/>
                  </a:lnTo>
                  <a:lnTo>
                    <a:pt x="3390" y="4981"/>
                  </a:lnTo>
                  <a:lnTo>
                    <a:pt x="3348" y="5002"/>
                  </a:lnTo>
                  <a:lnTo>
                    <a:pt x="3474" y="5106"/>
                  </a:lnTo>
                  <a:lnTo>
                    <a:pt x="3537" y="5190"/>
                  </a:lnTo>
                  <a:lnTo>
                    <a:pt x="3683" y="5190"/>
                  </a:lnTo>
                  <a:lnTo>
                    <a:pt x="3788" y="5357"/>
                  </a:lnTo>
                  <a:lnTo>
                    <a:pt x="3976" y="5420"/>
                  </a:lnTo>
                  <a:lnTo>
                    <a:pt x="3976" y="5336"/>
                  </a:lnTo>
                  <a:lnTo>
                    <a:pt x="3955" y="5232"/>
                  </a:lnTo>
                  <a:lnTo>
                    <a:pt x="3976" y="5127"/>
                  </a:lnTo>
                  <a:lnTo>
                    <a:pt x="3851" y="5002"/>
                  </a:lnTo>
                  <a:lnTo>
                    <a:pt x="3955" y="4918"/>
                  </a:lnTo>
                  <a:lnTo>
                    <a:pt x="4123" y="4876"/>
                  </a:lnTo>
                  <a:lnTo>
                    <a:pt x="4185" y="4981"/>
                  </a:lnTo>
                  <a:lnTo>
                    <a:pt x="4290" y="5002"/>
                  </a:lnTo>
                  <a:lnTo>
                    <a:pt x="4395" y="5043"/>
                  </a:lnTo>
                  <a:lnTo>
                    <a:pt x="4499" y="5043"/>
                  </a:lnTo>
                  <a:lnTo>
                    <a:pt x="4604" y="5002"/>
                  </a:lnTo>
                  <a:lnTo>
                    <a:pt x="4583" y="4813"/>
                  </a:lnTo>
                  <a:lnTo>
                    <a:pt x="4541" y="4730"/>
                  </a:lnTo>
                  <a:lnTo>
                    <a:pt x="4520" y="4604"/>
                  </a:lnTo>
                  <a:lnTo>
                    <a:pt x="4688" y="4478"/>
                  </a:lnTo>
                  <a:lnTo>
                    <a:pt x="4688" y="4311"/>
                  </a:lnTo>
                  <a:lnTo>
                    <a:pt x="4604" y="4311"/>
                  </a:lnTo>
                  <a:lnTo>
                    <a:pt x="4541" y="4248"/>
                  </a:lnTo>
                  <a:lnTo>
                    <a:pt x="4583" y="4081"/>
                  </a:lnTo>
                  <a:lnTo>
                    <a:pt x="4646" y="3997"/>
                  </a:lnTo>
                  <a:lnTo>
                    <a:pt x="4604" y="3934"/>
                  </a:lnTo>
                  <a:lnTo>
                    <a:pt x="4499" y="3976"/>
                  </a:lnTo>
                  <a:lnTo>
                    <a:pt x="4436" y="3955"/>
                  </a:lnTo>
                  <a:lnTo>
                    <a:pt x="4374" y="3851"/>
                  </a:lnTo>
                  <a:lnTo>
                    <a:pt x="4227" y="3851"/>
                  </a:lnTo>
                  <a:lnTo>
                    <a:pt x="4185" y="3788"/>
                  </a:lnTo>
                  <a:lnTo>
                    <a:pt x="4206" y="3683"/>
                  </a:lnTo>
                  <a:lnTo>
                    <a:pt x="4123" y="3662"/>
                  </a:lnTo>
                  <a:lnTo>
                    <a:pt x="4081" y="3662"/>
                  </a:lnTo>
                  <a:lnTo>
                    <a:pt x="3997" y="3579"/>
                  </a:lnTo>
                  <a:lnTo>
                    <a:pt x="3997" y="3516"/>
                  </a:lnTo>
                  <a:lnTo>
                    <a:pt x="3913" y="3411"/>
                  </a:lnTo>
                  <a:lnTo>
                    <a:pt x="3788" y="3411"/>
                  </a:lnTo>
                  <a:lnTo>
                    <a:pt x="3704" y="3349"/>
                  </a:lnTo>
                  <a:lnTo>
                    <a:pt x="3662" y="3223"/>
                  </a:lnTo>
                  <a:lnTo>
                    <a:pt x="3474" y="3014"/>
                  </a:lnTo>
                  <a:lnTo>
                    <a:pt x="3495" y="2930"/>
                  </a:lnTo>
                  <a:lnTo>
                    <a:pt x="3369" y="2784"/>
                  </a:lnTo>
                  <a:lnTo>
                    <a:pt x="3202" y="2700"/>
                  </a:lnTo>
                  <a:lnTo>
                    <a:pt x="3056" y="2491"/>
                  </a:lnTo>
                  <a:lnTo>
                    <a:pt x="2951" y="2491"/>
                  </a:lnTo>
                  <a:lnTo>
                    <a:pt x="2763" y="2386"/>
                  </a:lnTo>
                  <a:lnTo>
                    <a:pt x="2595" y="2386"/>
                  </a:lnTo>
                  <a:lnTo>
                    <a:pt x="2511" y="2219"/>
                  </a:lnTo>
                  <a:lnTo>
                    <a:pt x="2428" y="2219"/>
                  </a:lnTo>
                  <a:lnTo>
                    <a:pt x="2407" y="2156"/>
                  </a:lnTo>
                  <a:lnTo>
                    <a:pt x="2491" y="2072"/>
                  </a:lnTo>
                  <a:lnTo>
                    <a:pt x="2344" y="1905"/>
                  </a:lnTo>
                  <a:lnTo>
                    <a:pt x="2344" y="1842"/>
                  </a:lnTo>
                  <a:lnTo>
                    <a:pt x="2428" y="1842"/>
                  </a:lnTo>
                  <a:lnTo>
                    <a:pt x="2595" y="1758"/>
                  </a:lnTo>
                  <a:lnTo>
                    <a:pt x="2721" y="1758"/>
                  </a:lnTo>
                  <a:lnTo>
                    <a:pt x="2763" y="1675"/>
                  </a:lnTo>
                  <a:lnTo>
                    <a:pt x="2846" y="1465"/>
                  </a:lnTo>
                  <a:lnTo>
                    <a:pt x="2930" y="1445"/>
                  </a:lnTo>
                  <a:lnTo>
                    <a:pt x="2930" y="1361"/>
                  </a:lnTo>
                  <a:lnTo>
                    <a:pt x="2742" y="1319"/>
                  </a:lnTo>
                  <a:lnTo>
                    <a:pt x="2763" y="1214"/>
                  </a:lnTo>
                  <a:lnTo>
                    <a:pt x="2742" y="1110"/>
                  </a:lnTo>
                  <a:lnTo>
                    <a:pt x="2595" y="1068"/>
                  </a:lnTo>
                  <a:lnTo>
                    <a:pt x="2511" y="963"/>
                  </a:lnTo>
                  <a:lnTo>
                    <a:pt x="2344" y="963"/>
                  </a:lnTo>
                  <a:lnTo>
                    <a:pt x="2219" y="1047"/>
                  </a:lnTo>
                  <a:lnTo>
                    <a:pt x="2072" y="1005"/>
                  </a:lnTo>
                  <a:lnTo>
                    <a:pt x="1821" y="1005"/>
                  </a:lnTo>
                  <a:lnTo>
                    <a:pt x="1716" y="796"/>
                  </a:lnTo>
                  <a:lnTo>
                    <a:pt x="1507" y="608"/>
                  </a:lnTo>
                  <a:lnTo>
                    <a:pt x="1570" y="524"/>
                  </a:lnTo>
                  <a:lnTo>
                    <a:pt x="1549" y="398"/>
                  </a:lnTo>
                  <a:lnTo>
                    <a:pt x="1444" y="315"/>
                  </a:lnTo>
                  <a:lnTo>
                    <a:pt x="1340" y="168"/>
                  </a:lnTo>
                  <a:lnTo>
                    <a:pt x="1151" y="85"/>
                  </a:lnTo>
                  <a:lnTo>
                    <a:pt x="10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7" name="Google Shape;2427;p56"/>
            <p:cNvSpPr/>
            <p:nvPr/>
          </p:nvSpPr>
          <p:spPr>
            <a:xfrm>
              <a:off x="4413309" y="3004475"/>
              <a:ext cx="58061" cy="103285"/>
            </a:xfrm>
            <a:custGeom>
              <a:avLst/>
              <a:gdLst/>
              <a:ahLst/>
              <a:cxnLst/>
              <a:rect l="l" t="t" r="r" b="b"/>
              <a:pathLst>
                <a:path w="4876" h="9082" extrusionOk="0">
                  <a:moveTo>
                    <a:pt x="1361" y="0"/>
                  </a:moveTo>
                  <a:lnTo>
                    <a:pt x="1193" y="21"/>
                  </a:lnTo>
                  <a:lnTo>
                    <a:pt x="1068" y="63"/>
                  </a:lnTo>
                  <a:lnTo>
                    <a:pt x="1068" y="126"/>
                  </a:lnTo>
                  <a:lnTo>
                    <a:pt x="1110" y="209"/>
                  </a:lnTo>
                  <a:lnTo>
                    <a:pt x="1089" y="293"/>
                  </a:lnTo>
                  <a:lnTo>
                    <a:pt x="921" y="272"/>
                  </a:lnTo>
                  <a:lnTo>
                    <a:pt x="859" y="314"/>
                  </a:lnTo>
                  <a:lnTo>
                    <a:pt x="859" y="481"/>
                  </a:lnTo>
                  <a:lnTo>
                    <a:pt x="838" y="523"/>
                  </a:lnTo>
                  <a:lnTo>
                    <a:pt x="691" y="523"/>
                  </a:lnTo>
                  <a:lnTo>
                    <a:pt x="566" y="628"/>
                  </a:lnTo>
                  <a:lnTo>
                    <a:pt x="335" y="544"/>
                  </a:lnTo>
                  <a:lnTo>
                    <a:pt x="252" y="691"/>
                  </a:lnTo>
                  <a:lnTo>
                    <a:pt x="273" y="858"/>
                  </a:lnTo>
                  <a:lnTo>
                    <a:pt x="210" y="942"/>
                  </a:lnTo>
                  <a:lnTo>
                    <a:pt x="210" y="1130"/>
                  </a:lnTo>
                  <a:lnTo>
                    <a:pt x="231" y="1214"/>
                  </a:lnTo>
                  <a:lnTo>
                    <a:pt x="126" y="1277"/>
                  </a:lnTo>
                  <a:lnTo>
                    <a:pt x="1" y="1360"/>
                  </a:lnTo>
                  <a:lnTo>
                    <a:pt x="1" y="1444"/>
                  </a:lnTo>
                  <a:lnTo>
                    <a:pt x="63" y="1465"/>
                  </a:lnTo>
                  <a:lnTo>
                    <a:pt x="168" y="1653"/>
                  </a:lnTo>
                  <a:lnTo>
                    <a:pt x="252" y="1737"/>
                  </a:lnTo>
                  <a:lnTo>
                    <a:pt x="315" y="1800"/>
                  </a:lnTo>
                  <a:lnTo>
                    <a:pt x="440" y="1904"/>
                  </a:lnTo>
                  <a:lnTo>
                    <a:pt x="587" y="2197"/>
                  </a:lnTo>
                  <a:lnTo>
                    <a:pt x="670" y="2260"/>
                  </a:lnTo>
                  <a:lnTo>
                    <a:pt x="754" y="2386"/>
                  </a:lnTo>
                  <a:lnTo>
                    <a:pt x="754" y="2511"/>
                  </a:lnTo>
                  <a:lnTo>
                    <a:pt x="879" y="2574"/>
                  </a:lnTo>
                  <a:lnTo>
                    <a:pt x="879" y="2699"/>
                  </a:lnTo>
                  <a:lnTo>
                    <a:pt x="775" y="2741"/>
                  </a:lnTo>
                  <a:lnTo>
                    <a:pt x="754" y="2825"/>
                  </a:lnTo>
                  <a:lnTo>
                    <a:pt x="796" y="3118"/>
                  </a:lnTo>
                  <a:lnTo>
                    <a:pt x="775" y="3222"/>
                  </a:lnTo>
                  <a:lnTo>
                    <a:pt x="670" y="3264"/>
                  </a:lnTo>
                  <a:lnTo>
                    <a:pt x="754" y="3474"/>
                  </a:lnTo>
                  <a:lnTo>
                    <a:pt x="754" y="3578"/>
                  </a:lnTo>
                  <a:lnTo>
                    <a:pt x="900" y="3766"/>
                  </a:lnTo>
                  <a:lnTo>
                    <a:pt x="1089" y="3892"/>
                  </a:lnTo>
                  <a:lnTo>
                    <a:pt x="1256" y="4059"/>
                  </a:lnTo>
                  <a:lnTo>
                    <a:pt x="1298" y="4311"/>
                  </a:lnTo>
                  <a:lnTo>
                    <a:pt x="1277" y="4394"/>
                  </a:lnTo>
                  <a:lnTo>
                    <a:pt x="1298" y="4520"/>
                  </a:lnTo>
                  <a:lnTo>
                    <a:pt x="1277" y="4624"/>
                  </a:lnTo>
                  <a:lnTo>
                    <a:pt x="1361" y="4708"/>
                  </a:lnTo>
                  <a:lnTo>
                    <a:pt x="1382" y="4896"/>
                  </a:lnTo>
                  <a:lnTo>
                    <a:pt x="1424" y="5001"/>
                  </a:lnTo>
                  <a:lnTo>
                    <a:pt x="1403" y="5147"/>
                  </a:lnTo>
                  <a:lnTo>
                    <a:pt x="1486" y="5294"/>
                  </a:lnTo>
                  <a:lnTo>
                    <a:pt x="1486" y="5461"/>
                  </a:lnTo>
                  <a:lnTo>
                    <a:pt x="1403" y="5524"/>
                  </a:lnTo>
                  <a:lnTo>
                    <a:pt x="1277" y="5880"/>
                  </a:lnTo>
                  <a:lnTo>
                    <a:pt x="1152" y="5963"/>
                  </a:lnTo>
                  <a:lnTo>
                    <a:pt x="1152" y="6131"/>
                  </a:lnTo>
                  <a:lnTo>
                    <a:pt x="1089" y="6194"/>
                  </a:lnTo>
                  <a:lnTo>
                    <a:pt x="1068" y="6298"/>
                  </a:lnTo>
                  <a:lnTo>
                    <a:pt x="1047" y="6487"/>
                  </a:lnTo>
                  <a:lnTo>
                    <a:pt x="1089" y="6487"/>
                  </a:lnTo>
                  <a:lnTo>
                    <a:pt x="1005" y="6591"/>
                  </a:lnTo>
                  <a:lnTo>
                    <a:pt x="1047" y="6654"/>
                  </a:lnTo>
                  <a:lnTo>
                    <a:pt x="963" y="6779"/>
                  </a:lnTo>
                  <a:lnTo>
                    <a:pt x="1047" y="6779"/>
                  </a:lnTo>
                  <a:lnTo>
                    <a:pt x="984" y="6863"/>
                  </a:lnTo>
                  <a:lnTo>
                    <a:pt x="921" y="6863"/>
                  </a:lnTo>
                  <a:lnTo>
                    <a:pt x="921" y="7072"/>
                  </a:lnTo>
                  <a:lnTo>
                    <a:pt x="859" y="7114"/>
                  </a:lnTo>
                  <a:lnTo>
                    <a:pt x="879" y="7282"/>
                  </a:lnTo>
                  <a:lnTo>
                    <a:pt x="859" y="7324"/>
                  </a:lnTo>
                  <a:lnTo>
                    <a:pt x="879" y="7533"/>
                  </a:lnTo>
                  <a:lnTo>
                    <a:pt x="921" y="7616"/>
                  </a:lnTo>
                  <a:lnTo>
                    <a:pt x="1005" y="7616"/>
                  </a:lnTo>
                  <a:lnTo>
                    <a:pt x="984" y="7512"/>
                  </a:lnTo>
                  <a:lnTo>
                    <a:pt x="1110" y="7449"/>
                  </a:lnTo>
                  <a:lnTo>
                    <a:pt x="1089" y="7512"/>
                  </a:lnTo>
                  <a:lnTo>
                    <a:pt x="1172" y="7554"/>
                  </a:lnTo>
                  <a:lnTo>
                    <a:pt x="1172" y="7637"/>
                  </a:lnTo>
                  <a:lnTo>
                    <a:pt x="1277" y="7658"/>
                  </a:lnTo>
                  <a:lnTo>
                    <a:pt x="1319" y="7868"/>
                  </a:lnTo>
                  <a:lnTo>
                    <a:pt x="1424" y="7868"/>
                  </a:lnTo>
                  <a:lnTo>
                    <a:pt x="1570" y="8035"/>
                  </a:lnTo>
                  <a:lnTo>
                    <a:pt x="1570" y="8119"/>
                  </a:lnTo>
                  <a:lnTo>
                    <a:pt x="1675" y="8140"/>
                  </a:lnTo>
                  <a:lnTo>
                    <a:pt x="1696" y="8244"/>
                  </a:lnTo>
                  <a:lnTo>
                    <a:pt x="1779" y="8244"/>
                  </a:lnTo>
                  <a:lnTo>
                    <a:pt x="1779" y="8286"/>
                  </a:lnTo>
                  <a:lnTo>
                    <a:pt x="1716" y="8370"/>
                  </a:lnTo>
                  <a:lnTo>
                    <a:pt x="1716" y="8391"/>
                  </a:lnTo>
                  <a:lnTo>
                    <a:pt x="1968" y="8579"/>
                  </a:lnTo>
                  <a:lnTo>
                    <a:pt x="2009" y="8663"/>
                  </a:lnTo>
                  <a:lnTo>
                    <a:pt x="2051" y="8537"/>
                  </a:lnTo>
                  <a:lnTo>
                    <a:pt x="2135" y="8453"/>
                  </a:lnTo>
                  <a:lnTo>
                    <a:pt x="2240" y="8537"/>
                  </a:lnTo>
                  <a:lnTo>
                    <a:pt x="2407" y="8579"/>
                  </a:lnTo>
                  <a:lnTo>
                    <a:pt x="2428" y="8642"/>
                  </a:lnTo>
                  <a:lnTo>
                    <a:pt x="2553" y="8642"/>
                  </a:lnTo>
                  <a:lnTo>
                    <a:pt x="2616" y="8704"/>
                  </a:lnTo>
                  <a:lnTo>
                    <a:pt x="2616" y="8893"/>
                  </a:lnTo>
                  <a:lnTo>
                    <a:pt x="2532" y="8976"/>
                  </a:lnTo>
                  <a:lnTo>
                    <a:pt x="2532" y="9060"/>
                  </a:lnTo>
                  <a:lnTo>
                    <a:pt x="2679" y="9081"/>
                  </a:lnTo>
                  <a:lnTo>
                    <a:pt x="2825" y="8976"/>
                  </a:lnTo>
                  <a:lnTo>
                    <a:pt x="2930" y="8976"/>
                  </a:lnTo>
                  <a:lnTo>
                    <a:pt x="2993" y="9018"/>
                  </a:lnTo>
                  <a:lnTo>
                    <a:pt x="3076" y="8976"/>
                  </a:lnTo>
                  <a:lnTo>
                    <a:pt x="3076" y="8872"/>
                  </a:lnTo>
                  <a:lnTo>
                    <a:pt x="3097" y="8851"/>
                  </a:lnTo>
                  <a:lnTo>
                    <a:pt x="3076" y="8788"/>
                  </a:lnTo>
                  <a:lnTo>
                    <a:pt x="2972" y="8704"/>
                  </a:lnTo>
                  <a:lnTo>
                    <a:pt x="2930" y="8642"/>
                  </a:lnTo>
                  <a:lnTo>
                    <a:pt x="2846" y="8474"/>
                  </a:lnTo>
                  <a:lnTo>
                    <a:pt x="2742" y="8432"/>
                  </a:lnTo>
                  <a:lnTo>
                    <a:pt x="2637" y="8432"/>
                  </a:lnTo>
                  <a:lnTo>
                    <a:pt x="2574" y="8453"/>
                  </a:lnTo>
                  <a:lnTo>
                    <a:pt x="2491" y="8391"/>
                  </a:lnTo>
                  <a:lnTo>
                    <a:pt x="2344" y="8244"/>
                  </a:lnTo>
                  <a:lnTo>
                    <a:pt x="2260" y="8160"/>
                  </a:lnTo>
                  <a:lnTo>
                    <a:pt x="2260" y="8056"/>
                  </a:lnTo>
                  <a:lnTo>
                    <a:pt x="2219" y="8035"/>
                  </a:lnTo>
                  <a:lnTo>
                    <a:pt x="2198" y="8140"/>
                  </a:lnTo>
                  <a:lnTo>
                    <a:pt x="2030" y="8056"/>
                  </a:lnTo>
                  <a:lnTo>
                    <a:pt x="2051" y="7972"/>
                  </a:lnTo>
                  <a:lnTo>
                    <a:pt x="2135" y="7930"/>
                  </a:lnTo>
                  <a:lnTo>
                    <a:pt x="2156" y="7951"/>
                  </a:lnTo>
                  <a:lnTo>
                    <a:pt x="2198" y="7930"/>
                  </a:lnTo>
                  <a:lnTo>
                    <a:pt x="2219" y="7868"/>
                  </a:lnTo>
                  <a:lnTo>
                    <a:pt x="2156" y="7637"/>
                  </a:lnTo>
                  <a:lnTo>
                    <a:pt x="2114" y="7616"/>
                  </a:lnTo>
                  <a:lnTo>
                    <a:pt x="2114" y="7533"/>
                  </a:lnTo>
                  <a:lnTo>
                    <a:pt x="2030" y="7428"/>
                  </a:lnTo>
                  <a:lnTo>
                    <a:pt x="2009" y="7344"/>
                  </a:lnTo>
                  <a:lnTo>
                    <a:pt x="2009" y="7386"/>
                  </a:lnTo>
                  <a:lnTo>
                    <a:pt x="2009" y="7449"/>
                  </a:lnTo>
                  <a:lnTo>
                    <a:pt x="1947" y="7449"/>
                  </a:lnTo>
                  <a:lnTo>
                    <a:pt x="1884" y="7324"/>
                  </a:lnTo>
                  <a:lnTo>
                    <a:pt x="1821" y="7303"/>
                  </a:lnTo>
                  <a:lnTo>
                    <a:pt x="1842" y="7177"/>
                  </a:lnTo>
                  <a:lnTo>
                    <a:pt x="1800" y="7114"/>
                  </a:lnTo>
                  <a:lnTo>
                    <a:pt x="1779" y="6989"/>
                  </a:lnTo>
                  <a:lnTo>
                    <a:pt x="1716" y="6926"/>
                  </a:lnTo>
                  <a:lnTo>
                    <a:pt x="1633" y="6926"/>
                  </a:lnTo>
                  <a:lnTo>
                    <a:pt x="1612" y="6905"/>
                  </a:lnTo>
                  <a:lnTo>
                    <a:pt x="1570" y="6968"/>
                  </a:lnTo>
                  <a:lnTo>
                    <a:pt x="1528" y="7010"/>
                  </a:lnTo>
                  <a:lnTo>
                    <a:pt x="1486" y="7031"/>
                  </a:lnTo>
                  <a:lnTo>
                    <a:pt x="1424" y="6989"/>
                  </a:lnTo>
                  <a:lnTo>
                    <a:pt x="1486" y="6884"/>
                  </a:lnTo>
                  <a:lnTo>
                    <a:pt x="1382" y="6717"/>
                  </a:lnTo>
                  <a:lnTo>
                    <a:pt x="1382" y="6654"/>
                  </a:lnTo>
                  <a:lnTo>
                    <a:pt x="1361" y="6507"/>
                  </a:lnTo>
                  <a:lnTo>
                    <a:pt x="1361" y="6466"/>
                  </a:lnTo>
                  <a:lnTo>
                    <a:pt x="1403" y="6382"/>
                  </a:lnTo>
                  <a:lnTo>
                    <a:pt x="1382" y="6361"/>
                  </a:lnTo>
                  <a:lnTo>
                    <a:pt x="1319" y="6361"/>
                  </a:lnTo>
                  <a:lnTo>
                    <a:pt x="1382" y="6256"/>
                  </a:lnTo>
                  <a:lnTo>
                    <a:pt x="1382" y="6131"/>
                  </a:lnTo>
                  <a:lnTo>
                    <a:pt x="1507" y="5943"/>
                  </a:lnTo>
                  <a:lnTo>
                    <a:pt x="1528" y="5503"/>
                  </a:lnTo>
                  <a:lnTo>
                    <a:pt x="1612" y="5399"/>
                  </a:lnTo>
                  <a:lnTo>
                    <a:pt x="1633" y="5252"/>
                  </a:lnTo>
                  <a:lnTo>
                    <a:pt x="1716" y="5147"/>
                  </a:lnTo>
                  <a:lnTo>
                    <a:pt x="1737" y="5001"/>
                  </a:lnTo>
                  <a:lnTo>
                    <a:pt x="1696" y="4980"/>
                  </a:lnTo>
                  <a:lnTo>
                    <a:pt x="1716" y="4896"/>
                  </a:lnTo>
                  <a:lnTo>
                    <a:pt x="1716" y="4771"/>
                  </a:lnTo>
                  <a:lnTo>
                    <a:pt x="1779" y="4666"/>
                  </a:lnTo>
                  <a:lnTo>
                    <a:pt x="1779" y="4562"/>
                  </a:lnTo>
                  <a:lnTo>
                    <a:pt x="1675" y="4520"/>
                  </a:lnTo>
                  <a:lnTo>
                    <a:pt x="1696" y="4457"/>
                  </a:lnTo>
                  <a:lnTo>
                    <a:pt x="1696" y="4415"/>
                  </a:lnTo>
                  <a:lnTo>
                    <a:pt x="1800" y="4415"/>
                  </a:lnTo>
                  <a:lnTo>
                    <a:pt x="1821" y="4394"/>
                  </a:lnTo>
                  <a:lnTo>
                    <a:pt x="1884" y="4415"/>
                  </a:lnTo>
                  <a:lnTo>
                    <a:pt x="1926" y="4415"/>
                  </a:lnTo>
                  <a:lnTo>
                    <a:pt x="2030" y="4373"/>
                  </a:lnTo>
                  <a:lnTo>
                    <a:pt x="2051" y="4394"/>
                  </a:lnTo>
                  <a:lnTo>
                    <a:pt x="2135" y="4394"/>
                  </a:lnTo>
                  <a:lnTo>
                    <a:pt x="2219" y="4415"/>
                  </a:lnTo>
                  <a:lnTo>
                    <a:pt x="2260" y="4499"/>
                  </a:lnTo>
                  <a:lnTo>
                    <a:pt x="2219" y="4520"/>
                  </a:lnTo>
                  <a:lnTo>
                    <a:pt x="2219" y="4687"/>
                  </a:lnTo>
                  <a:lnTo>
                    <a:pt x="2260" y="4792"/>
                  </a:lnTo>
                  <a:lnTo>
                    <a:pt x="2240" y="4813"/>
                  </a:lnTo>
                  <a:lnTo>
                    <a:pt x="2198" y="4917"/>
                  </a:lnTo>
                  <a:lnTo>
                    <a:pt x="2302" y="4896"/>
                  </a:lnTo>
                  <a:lnTo>
                    <a:pt x="2365" y="4917"/>
                  </a:lnTo>
                  <a:lnTo>
                    <a:pt x="2470" y="4896"/>
                  </a:lnTo>
                  <a:lnTo>
                    <a:pt x="2616" y="4917"/>
                  </a:lnTo>
                  <a:lnTo>
                    <a:pt x="2658" y="4980"/>
                  </a:lnTo>
                  <a:lnTo>
                    <a:pt x="2658" y="4938"/>
                  </a:lnTo>
                  <a:lnTo>
                    <a:pt x="2658" y="4917"/>
                  </a:lnTo>
                  <a:lnTo>
                    <a:pt x="2721" y="4875"/>
                  </a:lnTo>
                  <a:lnTo>
                    <a:pt x="2784" y="4896"/>
                  </a:lnTo>
                  <a:lnTo>
                    <a:pt x="2951" y="5043"/>
                  </a:lnTo>
                  <a:lnTo>
                    <a:pt x="3014" y="5085"/>
                  </a:lnTo>
                  <a:lnTo>
                    <a:pt x="3014" y="5127"/>
                  </a:lnTo>
                  <a:lnTo>
                    <a:pt x="3076" y="5127"/>
                  </a:lnTo>
                  <a:lnTo>
                    <a:pt x="3181" y="5231"/>
                  </a:lnTo>
                  <a:lnTo>
                    <a:pt x="3202" y="5252"/>
                  </a:lnTo>
                  <a:lnTo>
                    <a:pt x="3244" y="5252"/>
                  </a:lnTo>
                  <a:lnTo>
                    <a:pt x="3244" y="5189"/>
                  </a:lnTo>
                  <a:lnTo>
                    <a:pt x="3286" y="5189"/>
                  </a:lnTo>
                  <a:lnTo>
                    <a:pt x="3286" y="5106"/>
                  </a:lnTo>
                  <a:lnTo>
                    <a:pt x="3307" y="4875"/>
                  </a:lnTo>
                  <a:lnTo>
                    <a:pt x="3265" y="4771"/>
                  </a:lnTo>
                  <a:lnTo>
                    <a:pt x="3160" y="4708"/>
                  </a:lnTo>
                  <a:lnTo>
                    <a:pt x="3097" y="4478"/>
                  </a:lnTo>
                  <a:lnTo>
                    <a:pt x="3139" y="4269"/>
                  </a:lnTo>
                  <a:lnTo>
                    <a:pt x="3202" y="4143"/>
                  </a:lnTo>
                  <a:lnTo>
                    <a:pt x="3265" y="3955"/>
                  </a:lnTo>
                  <a:lnTo>
                    <a:pt x="3369" y="3787"/>
                  </a:lnTo>
                  <a:lnTo>
                    <a:pt x="3495" y="3787"/>
                  </a:lnTo>
                  <a:lnTo>
                    <a:pt x="3767" y="3725"/>
                  </a:lnTo>
                  <a:lnTo>
                    <a:pt x="3913" y="3725"/>
                  </a:lnTo>
                  <a:lnTo>
                    <a:pt x="3976" y="3766"/>
                  </a:lnTo>
                  <a:lnTo>
                    <a:pt x="4123" y="3683"/>
                  </a:lnTo>
                  <a:lnTo>
                    <a:pt x="4248" y="3683"/>
                  </a:lnTo>
                  <a:lnTo>
                    <a:pt x="4395" y="3746"/>
                  </a:lnTo>
                  <a:lnTo>
                    <a:pt x="4541" y="3725"/>
                  </a:lnTo>
                  <a:lnTo>
                    <a:pt x="4646" y="3787"/>
                  </a:lnTo>
                  <a:lnTo>
                    <a:pt x="4771" y="3725"/>
                  </a:lnTo>
                  <a:lnTo>
                    <a:pt x="4855" y="3641"/>
                  </a:lnTo>
                  <a:lnTo>
                    <a:pt x="4855" y="3432"/>
                  </a:lnTo>
                  <a:lnTo>
                    <a:pt x="4834" y="3348"/>
                  </a:lnTo>
                  <a:lnTo>
                    <a:pt x="4855" y="3243"/>
                  </a:lnTo>
                  <a:lnTo>
                    <a:pt x="4855" y="3160"/>
                  </a:lnTo>
                  <a:lnTo>
                    <a:pt x="4876" y="3034"/>
                  </a:lnTo>
                  <a:lnTo>
                    <a:pt x="4876" y="2950"/>
                  </a:lnTo>
                  <a:lnTo>
                    <a:pt x="4729" y="2846"/>
                  </a:lnTo>
                  <a:lnTo>
                    <a:pt x="4750" y="2804"/>
                  </a:lnTo>
                  <a:lnTo>
                    <a:pt x="4667" y="2741"/>
                  </a:lnTo>
                  <a:lnTo>
                    <a:pt x="4541" y="2741"/>
                  </a:lnTo>
                  <a:lnTo>
                    <a:pt x="4437" y="2616"/>
                  </a:lnTo>
                  <a:lnTo>
                    <a:pt x="4332" y="2532"/>
                  </a:lnTo>
                  <a:lnTo>
                    <a:pt x="4353" y="2469"/>
                  </a:lnTo>
                  <a:lnTo>
                    <a:pt x="4353" y="2281"/>
                  </a:lnTo>
                  <a:lnTo>
                    <a:pt x="4311" y="2155"/>
                  </a:lnTo>
                  <a:lnTo>
                    <a:pt x="4353" y="2072"/>
                  </a:lnTo>
                  <a:lnTo>
                    <a:pt x="4353" y="1988"/>
                  </a:lnTo>
                  <a:lnTo>
                    <a:pt x="4311" y="1862"/>
                  </a:lnTo>
                  <a:lnTo>
                    <a:pt x="4185" y="1758"/>
                  </a:lnTo>
                  <a:lnTo>
                    <a:pt x="3913" y="1570"/>
                  </a:lnTo>
                  <a:lnTo>
                    <a:pt x="3830" y="1423"/>
                  </a:lnTo>
                  <a:lnTo>
                    <a:pt x="3579" y="1339"/>
                  </a:lnTo>
                  <a:lnTo>
                    <a:pt x="3390" y="1381"/>
                  </a:lnTo>
                  <a:lnTo>
                    <a:pt x="3265" y="1653"/>
                  </a:lnTo>
                  <a:lnTo>
                    <a:pt x="3014" y="1674"/>
                  </a:lnTo>
                  <a:lnTo>
                    <a:pt x="2930" y="1549"/>
                  </a:lnTo>
                  <a:lnTo>
                    <a:pt x="2825" y="1549"/>
                  </a:lnTo>
                  <a:lnTo>
                    <a:pt x="2616" y="1444"/>
                  </a:lnTo>
                  <a:lnTo>
                    <a:pt x="2428" y="1528"/>
                  </a:lnTo>
                  <a:lnTo>
                    <a:pt x="2428" y="1653"/>
                  </a:lnTo>
                  <a:lnTo>
                    <a:pt x="2260" y="1674"/>
                  </a:lnTo>
                  <a:lnTo>
                    <a:pt x="2114" y="1758"/>
                  </a:lnTo>
                  <a:lnTo>
                    <a:pt x="2114" y="1465"/>
                  </a:lnTo>
                  <a:lnTo>
                    <a:pt x="2114" y="1256"/>
                  </a:lnTo>
                  <a:lnTo>
                    <a:pt x="2051" y="1130"/>
                  </a:lnTo>
                  <a:lnTo>
                    <a:pt x="2114" y="1025"/>
                  </a:lnTo>
                  <a:lnTo>
                    <a:pt x="2135" y="942"/>
                  </a:lnTo>
                  <a:lnTo>
                    <a:pt x="2051" y="837"/>
                  </a:lnTo>
                  <a:lnTo>
                    <a:pt x="2135" y="712"/>
                  </a:lnTo>
                  <a:lnTo>
                    <a:pt x="2114" y="607"/>
                  </a:lnTo>
                  <a:lnTo>
                    <a:pt x="1905" y="607"/>
                  </a:lnTo>
                  <a:lnTo>
                    <a:pt x="1821" y="691"/>
                  </a:lnTo>
                  <a:lnTo>
                    <a:pt x="1716" y="628"/>
                  </a:lnTo>
                  <a:lnTo>
                    <a:pt x="1633" y="502"/>
                  </a:lnTo>
                  <a:lnTo>
                    <a:pt x="1716" y="419"/>
                  </a:lnTo>
                  <a:lnTo>
                    <a:pt x="1696" y="230"/>
                  </a:lnTo>
                  <a:lnTo>
                    <a:pt x="1591" y="105"/>
                  </a:lnTo>
                  <a:lnTo>
                    <a:pt x="1424" y="126"/>
                  </a:lnTo>
                  <a:lnTo>
                    <a:pt x="138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8" name="Google Shape;2428;p56"/>
            <p:cNvSpPr/>
            <p:nvPr/>
          </p:nvSpPr>
          <p:spPr>
            <a:xfrm>
              <a:off x="4375443" y="2948079"/>
              <a:ext cx="61050" cy="131125"/>
            </a:xfrm>
            <a:custGeom>
              <a:avLst/>
              <a:gdLst/>
              <a:ahLst/>
              <a:cxnLst/>
              <a:rect l="l" t="t" r="r" b="b"/>
              <a:pathLst>
                <a:path w="5127" h="11530" extrusionOk="0">
                  <a:moveTo>
                    <a:pt x="2407" y="0"/>
                  </a:moveTo>
                  <a:lnTo>
                    <a:pt x="2302" y="42"/>
                  </a:lnTo>
                  <a:lnTo>
                    <a:pt x="2344" y="63"/>
                  </a:lnTo>
                  <a:lnTo>
                    <a:pt x="2365" y="147"/>
                  </a:lnTo>
                  <a:lnTo>
                    <a:pt x="2260" y="251"/>
                  </a:lnTo>
                  <a:lnTo>
                    <a:pt x="2260" y="419"/>
                  </a:lnTo>
                  <a:lnTo>
                    <a:pt x="2281" y="523"/>
                  </a:lnTo>
                  <a:lnTo>
                    <a:pt x="2155" y="461"/>
                  </a:lnTo>
                  <a:lnTo>
                    <a:pt x="2072" y="377"/>
                  </a:lnTo>
                  <a:lnTo>
                    <a:pt x="1925" y="482"/>
                  </a:lnTo>
                  <a:lnTo>
                    <a:pt x="1716" y="544"/>
                  </a:lnTo>
                  <a:lnTo>
                    <a:pt x="1653" y="691"/>
                  </a:lnTo>
                  <a:lnTo>
                    <a:pt x="1528" y="858"/>
                  </a:lnTo>
                  <a:lnTo>
                    <a:pt x="1402" y="900"/>
                  </a:lnTo>
                  <a:lnTo>
                    <a:pt x="1214" y="1193"/>
                  </a:lnTo>
                  <a:lnTo>
                    <a:pt x="1193" y="1360"/>
                  </a:lnTo>
                  <a:lnTo>
                    <a:pt x="1235" y="1402"/>
                  </a:lnTo>
                  <a:lnTo>
                    <a:pt x="1151" y="1632"/>
                  </a:lnTo>
                  <a:lnTo>
                    <a:pt x="1005" y="1904"/>
                  </a:lnTo>
                  <a:lnTo>
                    <a:pt x="1005" y="2009"/>
                  </a:lnTo>
                  <a:lnTo>
                    <a:pt x="1130" y="2051"/>
                  </a:lnTo>
                  <a:lnTo>
                    <a:pt x="1005" y="2365"/>
                  </a:lnTo>
                  <a:lnTo>
                    <a:pt x="942" y="2616"/>
                  </a:lnTo>
                  <a:lnTo>
                    <a:pt x="879" y="2825"/>
                  </a:lnTo>
                  <a:lnTo>
                    <a:pt x="712" y="2825"/>
                  </a:lnTo>
                  <a:lnTo>
                    <a:pt x="607" y="2783"/>
                  </a:lnTo>
                  <a:lnTo>
                    <a:pt x="502" y="2783"/>
                  </a:lnTo>
                  <a:lnTo>
                    <a:pt x="565" y="3076"/>
                  </a:lnTo>
                  <a:lnTo>
                    <a:pt x="565" y="3202"/>
                  </a:lnTo>
                  <a:lnTo>
                    <a:pt x="565" y="3411"/>
                  </a:lnTo>
                  <a:lnTo>
                    <a:pt x="419" y="3411"/>
                  </a:lnTo>
                  <a:lnTo>
                    <a:pt x="440" y="3578"/>
                  </a:lnTo>
                  <a:lnTo>
                    <a:pt x="419" y="3704"/>
                  </a:lnTo>
                  <a:lnTo>
                    <a:pt x="440" y="3808"/>
                  </a:lnTo>
                  <a:lnTo>
                    <a:pt x="398" y="4018"/>
                  </a:lnTo>
                  <a:lnTo>
                    <a:pt x="314" y="4039"/>
                  </a:lnTo>
                  <a:lnTo>
                    <a:pt x="272" y="4018"/>
                  </a:lnTo>
                  <a:lnTo>
                    <a:pt x="251" y="4122"/>
                  </a:lnTo>
                  <a:lnTo>
                    <a:pt x="251" y="4206"/>
                  </a:lnTo>
                  <a:lnTo>
                    <a:pt x="251" y="4332"/>
                  </a:lnTo>
                  <a:lnTo>
                    <a:pt x="189" y="4457"/>
                  </a:lnTo>
                  <a:lnTo>
                    <a:pt x="147" y="4436"/>
                  </a:lnTo>
                  <a:lnTo>
                    <a:pt x="42" y="4562"/>
                  </a:lnTo>
                  <a:lnTo>
                    <a:pt x="0" y="4666"/>
                  </a:lnTo>
                  <a:lnTo>
                    <a:pt x="0" y="4729"/>
                  </a:lnTo>
                  <a:lnTo>
                    <a:pt x="84" y="4834"/>
                  </a:lnTo>
                  <a:lnTo>
                    <a:pt x="105" y="4980"/>
                  </a:lnTo>
                  <a:lnTo>
                    <a:pt x="377" y="5231"/>
                  </a:lnTo>
                  <a:lnTo>
                    <a:pt x="377" y="5231"/>
                  </a:lnTo>
                  <a:lnTo>
                    <a:pt x="314" y="5127"/>
                  </a:lnTo>
                  <a:lnTo>
                    <a:pt x="314" y="5064"/>
                  </a:lnTo>
                  <a:lnTo>
                    <a:pt x="398" y="5148"/>
                  </a:lnTo>
                  <a:lnTo>
                    <a:pt x="523" y="5148"/>
                  </a:lnTo>
                  <a:lnTo>
                    <a:pt x="419" y="5231"/>
                  </a:lnTo>
                  <a:lnTo>
                    <a:pt x="440" y="5273"/>
                  </a:lnTo>
                  <a:lnTo>
                    <a:pt x="565" y="5273"/>
                  </a:lnTo>
                  <a:lnTo>
                    <a:pt x="565" y="5189"/>
                  </a:lnTo>
                  <a:lnTo>
                    <a:pt x="586" y="5273"/>
                  </a:lnTo>
                  <a:lnTo>
                    <a:pt x="691" y="5273"/>
                  </a:lnTo>
                  <a:lnTo>
                    <a:pt x="733" y="5357"/>
                  </a:lnTo>
                  <a:lnTo>
                    <a:pt x="921" y="5399"/>
                  </a:lnTo>
                  <a:lnTo>
                    <a:pt x="1026" y="5566"/>
                  </a:lnTo>
                  <a:lnTo>
                    <a:pt x="1026" y="5671"/>
                  </a:lnTo>
                  <a:lnTo>
                    <a:pt x="942" y="5692"/>
                  </a:lnTo>
                  <a:lnTo>
                    <a:pt x="900" y="5608"/>
                  </a:lnTo>
                  <a:lnTo>
                    <a:pt x="816" y="5671"/>
                  </a:lnTo>
                  <a:lnTo>
                    <a:pt x="900" y="5754"/>
                  </a:lnTo>
                  <a:lnTo>
                    <a:pt x="921" y="5775"/>
                  </a:lnTo>
                  <a:lnTo>
                    <a:pt x="900" y="5796"/>
                  </a:lnTo>
                  <a:lnTo>
                    <a:pt x="795" y="5775"/>
                  </a:lnTo>
                  <a:lnTo>
                    <a:pt x="774" y="5671"/>
                  </a:lnTo>
                  <a:lnTo>
                    <a:pt x="670" y="5671"/>
                  </a:lnTo>
                  <a:lnTo>
                    <a:pt x="670" y="5712"/>
                  </a:lnTo>
                  <a:lnTo>
                    <a:pt x="795" y="5817"/>
                  </a:lnTo>
                  <a:lnTo>
                    <a:pt x="795" y="5880"/>
                  </a:lnTo>
                  <a:lnTo>
                    <a:pt x="900" y="6005"/>
                  </a:lnTo>
                  <a:lnTo>
                    <a:pt x="1109" y="6068"/>
                  </a:lnTo>
                  <a:lnTo>
                    <a:pt x="1088" y="5880"/>
                  </a:lnTo>
                  <a:lnTo>
                    <a:pt x="1026" y="5775"/>
                  </a:lnTo>
                  <a:lnTo>
                    <a:pt x="1151" y="5859"/>
                  </a:lnTo>
                  <a:lnTo>
                    <a:pt x="1151" y="5964"/>
                  </a:lnTo>
                  <a:lnTo>
                    <a:pt x="1214" y="6068"/>
                  </a:lnTo>
                  <a:lnTo>
                    <a:pt x="1298" y="6131"/>
                  </a:lnTo>
                  <a:lnTo>
                    <a:pt x="1319" y="6298"/>
                  </a:lnTo>
                  <a:lnTo>
                    <a:pt x="1402" y="6382"/>
                  </a:lnTo>
                  <a:lnTo>
                    <a:pt x="1360" y="6403"/>
                  </a:lnTo>
                  <a:lnTo>
                    <a:pt x="1402" y="6445"/>
                  </a:lnTo>
                  <a:lnTo>
                    <a:pt x="1465" y="6487"/>
                  </a:lnTo>
                  <a:lnTo>
                    <a:pt x="1465" y="6717"/>
                  </a:lnTo>
                  <a:lnTo>
                    <a:pt x="1570" y="6947"/>
                  </a:lnTo>
                  <a:lnTo>
                    <a:pt x="1632" y="7010"/>
                  </a:lnTo>
                  <a:lnTo>
                    <a:pt x="1486" y="7114"/>
                  </a:lnTo>
                  <a:lnTo>
                    <a:pt x="1402" y="7658"/>
                  </a:lnTo>
                  <a:lnTo>
                    <a:pt x="1444" y="7784"/>
                  </a:lnTo>
                  <a:lnTo>
                    <a:pt x="1423" y="7847"/>
                  </a:lnTo>
                  <a:lnTo>
                    <a:pt x="1444" y="7889"/>
                  </a:lnTo>
                  <a:lnTo>
                    <a:pt x="1528" y="7742"/>
                  </a:lnTo>
                  <a:lnTo>
                    <a:pt x="1653" y="7637"/>
                  </a:lnTo>
                  <a:lnTo>
                    <a:pt x="1716" y="7470"/>
                  </a:lnTo>
                  <a:lnTo>
                    <a:pt x="1716" y="7658"/>
                  </a:lnTo>
                  <a:lnTo>
                    <a:pt x="1549" y="7805"/>
                  </a:lnTo>
                  <a:lnTo>
                    <a:pt x="1549" y="7972"/>
                  </a:lnTo>
                  <a:lnTo>
                    <a:pt x="1632" y="7951"/>
                  </a:lnTo>
                  <a:lnTo>
                    <a:pt x="1632" y="7868"/>
                  </a:lnTo>
                  <a:lnTo>
                    <a:pt x="1779" y="7784"/>
                  </a:lnTo>
                  <a:lnTo>
                    <a:pt x="1863" y="7868"/>
                  </a:lnTo>
                  <a:lnTo>
                    <a:pt x="1925" y="7868"/>
                  </a:lnTo>
                  <a:lnTo>
                    <a:pt x="1925" y="7805"/>
                  </a:lnTo>
                  <a:lnTo>
                    <a:pt x="1946" y="7847"/>
                  </a:lnTo>
                  <a:lnTo>
                    <a:pt x="1988" y="7847"/>
                  </a:lnTo>
                  <a:lnTo>
                    <a:pt x="2009" y="7805"/>
                  </a:lnTo>
                  <a:lnTo>
                    <a:pt x="2135" y="7805"/>
                  </a:lnTo>
                  <a:lnTo>
                    <a:pt x="2365" y="7658"/>
                  </a:lnTo>
                  <a:lnTo>
                    <a:pt x="2386" y="7575"/>
                  </a:lnTo>
                  <a:lnTo>
                    <a:pt x="2448" y="7596"/>
                  </a:lnTo>
                  <a:lnTo>
                    <a:pt x="2511" y="7596"/>
                  </a:lnTo>
                  <a:lnTo>
                    <a:pt x="2658" y="7533"/>
                  </a:lnTo>
                  <a:lnTo>
                    <a:pt x="2574" y="7491"/>
                  </a:lnTo>
                  <a:lnTo>
                    <a:pt x="2574" y="7470"/>
                  </a:lnTo>
                  <a:lnTo>
                    <a:pt x="2511" y="7365"/>
                  </a:lnTo>
                  <a:lnTo>
                    <a:pt x="2574" y="7365"/>
                  </a:lnTo>
                  <a:lnTo>
                    <a:pt x="2616" y="7449"/>
                  </a:lnTo>
                  <a:lnTo>
                    <a:pt x="2720" y="7470"/>
                  </a:lnTo>
                  <a:lnTo>
                    <a:pt x="2888" y="7345"/>
                  </a:lnTo>
                  <a:lnTo>
                    <a:pt x="2867" y="7282"/>
                  </a:lnTo>
                  <a:lnTo>
                    <a:pt x="2909" y="7240"/>
                  </a:lnTo>
                  <a:lnTo>
                    <a:pt x="2909" y="7114"/>
                  </a:lnTo>
                  <a:lnTo>
                    <a:pt x="2867" y="7052"/>
                  </a:lnTo>
                  <a:lnTo>
                    <a:pt x="2867" y="7010"/>
                  </a:lnTo>
                  <a:lnTo>
                    <a:pt x="2888" y="6947"/>
                  </a:lnTo>
                  <a:lnTo>
                    <a:pt x="2804" y="6863"/>
                  </a:lnTo>
                  <a:lnTo>
                    <a:pt x="2909" y="6947"/>
                  </a:lnTo>
                  <a:lnTo>
                    <a:pt x="2909" y="7010"/>
                  </a:lnTo>
                  <a:lnTo>
                    <a:pt x="2992" y="7010"/>
                  </a:lnTo>
                  <a:lnTo>
                    <a:pt x="2992" y="7073"/>
                  </a:lnTo>
                  <a:lnTo>
                    <a:pt x="3118" y="7282"/>
                  </a:lnTo>
                  <a:lnTo>
                    <a:pt x="3181" y="7365"/>
                  </a:lnTo>
                  <a:lnTo>
                    <a:pt x="3202" y="7491"/>
                  </a:lnTo>
                  <a:lnTo>
                    <a:pt x="3306" y="7491"/>
                  </a:lnTo>
                  <a:lnTo>
                    <a:pt x="3390" y="7470"/>
                  </a:lnTo>
                  <a:lnTo>
                    <a:pt x="3411" y="7386"/>
                  </a:lnTo>
                  <a:lnTo>
                    <a:pt x="3411" y="7470"/>
                  </a:lnTo>
                  <a:lnTo>
                    <a:pt x="3390" y="7533"/>
                  </a:lnTo>
                  <a:lnTo>
                    <a:pt x="3432" y="7658"/>
                  </a:lnTo>
                  <a:lnTo>
                    <a:pt x="3432" y="7700"/>
                  </a:lnTo>
                  <a:lnTo>
                    <a:pt x="3411" y="7742"/>
                  </a:lnTo>
                  <a:lnTo>
                    <a:pt x="3432" y="7847"/>
                  </a:lnTo>
                  <a:lnTo>
                    <a:pt x="3495" y="7889"/>
                  </a:lnTo>
                  <a:lnTo>
                    <a:pt x="3536" y="8307"/>
                  </a:lnTo>
                  <a:lnTo>
                    <a:pt x="3578" y="8328"/>
                  </a:lnTo>
                  <a:lnTo>
                    <a:pt x="3578" y="8516"/>
                  </a:lnTo>
                  <a:lnTo>
                    <a:pt x="3725" y="8600"/>
                  </a:lnTo>
                  <a:lnTo>
                    <a:pt x="3704" y="8642"/>
                  </a:lnTo>
                  <a:lnTo>
                    <a:pt x="3704" y="8788"/>
                  </a:lnTo>
                  <a:lnTo>
                    <a:pt x="3767" y="8851"/>
                  </a:lnTo>
                  <a:lnTo>
                    <a:pt x="3767" y="9123"/>
                  </a:lnTo>
                  <a:lnTo>
                    <a:pt x="3829" y="9228"/>
                  </a:lnTo>
                  <a:lnTo>
                    <a:pt x="3829" y="9332"/>
                  </a:lnTo>
                  <a:lnTo>
                    <a:pt x="3850" y="9311"/>
                  </a:lnTo>
                  <a:lnTo>
                    <a:pt x="3871" y="9123"/>
                  </a:lnTo>
                  <a:lnTo>
                    <a:pt x="3955" y="9249"/>
                  </a:lnTo>
                  <a:lnTo>
                    <a:pt x="3976" y="9374"/>
                  </a:lnTo>
                  <a:lnTo>
                    <a:pt x="4059" y="9458"/>
                  </a:lnTo>
                  <a:lnTo>
                    <a:pt x="4080" y="9793"/>
                  </a:lnTo>
                  <a:lnTo>
                    <a:pt x="4164" y="9855"/>
                  </a:lnTo>
                  <a:lnTo>
                    <a:pt x="4185" y="9960"/>
                  </a:lnTo>
                  <a:lnTo>
                    <a:pt x="4143" y="10002"/>
                  </a:lnTo>
                  <a:lnTo>
                    <a:pt x="4164" y="10169"/>
                  </a:lnTo>
                  <a:lnTo>
                    <a:pt x="4227" y="10253"/>
                  </a:lnTo>
                  <a:lnTo>
                    <a:pt x="4290" y="10316"/>
                  </a:lnTo>
                  <a:lnTo>
                    <a:pt x="4227" y="10399"/>
                  </a:lnTo>
                  <a:lnTo>
                    <a:pt x="4269" y="10567"/>
                  </a:lnTo>
                  <a:lnTo>
                    <a:pt x="4248" y="10609"/>
                  </a:lnTo>
                  <a:lnTo>
                    <a:pt x="4227" y="10630"/>
                  </a:lnTo>
                  <a:lnTo>
                    <a:pt x="4185" y="10797"/>
                  </a:lnTo>
                  <a:lnTo>
                    <a:pt x="4227" y="10818"/>
                  </a:lnTo>
                  <a:lnTo>
                    <a:pt x="4227" y="10922"/>
                  </a:lnTo>
                  <a:lnTo>
                    <a:pt x="4143" y="11027"/>
                  </a:lnTo>
                  <a:lnTo>
                    <a:pt x="4101" y="11048"/>
                  </a:lnTo>
                  <a:lnTo>
                    <a:pt x="4059" y="11048"/>
                  </a:lnTo>
                  <a:lnTo>
                    <a:pt x="4059" y="11111"/>
                  </a:lnTo>
                  <a:lnTo>
                    <a:pt x="4101" y="11194"/>
                  </a:lnTo>
                  <a:lnTo>
                    <a:pt x="4101" y="11341"/>
                  </a:lnTo>
                  <a:lnTo>
                    <a:pt x="4164" y="11529"/>
                  </a:lnTo>
                  <a:lnTo>
                    <a:pt x="4185" y="11341"/>
                  </a:lnTo>
                  <a:lnTo>
                    <a:pt x="4248" y="11236"/>
                  </a:lnTo>
                  <a:lnTo>
                    <a:pt x="4248" y="11257"/>
                  </a:lnTo>
                  <a:lnTo>
                    <a:pt x="4269" y="11153"/>
                  </a:lnTo>
                  <a:lnTo>
                    <a:pt x="4332" y="11090"/>
                  </a:lnTo>
                  <a:lnTo>
                    <a:pt x="4332" y="10922"/>
                  </a:lnTo>
                  <a:lnTo>
                    <a:pt x="4457" y="10839"/>
                  </a:lnTo>
                  <a:lnTo>
                    <a:pt x="4583" y="10483"/>
                  </a:lnTo>
                  <a:lnTo>
                    <a:pt x="4666" y="10420"/>
                  </a:lnTo>
                  <a:lnTo>
                    <a:pt x="4666" y="10253"/>
                  </a:lnTo>
                  <a:lnTo>
                    <a:pt x="4583" y="10106"/>
                  </a:lnTo>
                  <a:lnTo>
                    <a:pt x="4604" y="9960"/>
                  </a:lnTo>
                  <a:lnTo>
                    <a:pt x="4562" y="9855"/>
                  </a:lnTo>
                  <a:lnTo>
                    <a:pt x="4541" y="9667"/>
                  </a:lnTo>
                  <a:lnTo>
                    <a:pt x="4457" y="9583"/>
                  </a:lnTo>
                  <a:lnTo>
                    <a:pt x="4478" y="9479"/>
                  </a:lnTo>
                  <a:lnTo>
                    <a:pt x="4457" y="9353"/>
                  </a:lnTo>
                  <a:lnTo>
                    <a:pt x="4478" y="9270"/>
                  </a:lnTo>
                  <a:lnTo>
                    <a:pt x="4436" y="9018"/>
                  </a:lnTo>
                  <a:lnTo>
                    <a:pt x="4269" y="8851"/>
                  </a:lnTo>
                  <a:lnTo>
                    <a:pt x="4080" y="8725"/>
                  </a:lnTo>
                  <a:lnTo>
                    <a:pt x="3934" y="8537"/>
                  </a:lnTo>
                  <a:lnTo>
                    <a:pt x="3934" y="8433"/>
                  </a:lnTo>
                  <a:lnTo>
                    <a:pt x="3850" y="8223"/>
                  </a:lnTo>
                  <a:lnTo>
                    <a:pt x="3955" y="8181"/>
                  </a:lnTo>
                  <a:lnTo>
                    <a:pt x="3976" y="8077"/>
                  </a:lnTo>
                  <a:lnTo>
                    <a:pt x="3934" y="7784"/>
                  </a:lnTo>
                  <a:lnTo>
                    <a:pt x="3955" y="7700"/>
                  </a:lnTo>
                  <a:lnTo>
                    <a:pt x="4059" y="7658"/>
                  </a:lnTo>
                  <a:lnTo>
                    <a:pt x="4059" y="7533"/>
                  </a:lnTo>
                  <a:lnTo>
                    <a:pt x="3934" y="7470"/>
                  </a:lnTo>
                  <a:lnTo>
                    <a:pt x="3934" y="7345"/>
                  </a:lnTo>
                  <a:lnTo>
                    <a:pt x="3850" y="7219"/>
                  </a:lnTo>
                  <a:lnTo>
                    <a:pt x="3767" y="7156"/>
                  </a:lnTo>
                  <a:lnTo>
                    <a:pt x="3620" y="6863"/>
                  </a:lnTo>
                  <a:lnTo>
                    <a:pt x="3495" y="6759"/>
                  </a:lnTo>
                  <a:lnTo>
                    <a:pt x="3432" y="6696"/>
                  </a:lnTo>
                  <a:lnTo>
                    <a:pt x="3348" y="6612"/>
                  </a:lnTo>
                  <a:lnTo>
                    <a:pt x="3243" y="6424"/>
                  </a:lnTo>
                  <a:lnTo>
                    <a:pt x="3181" y="6403"/>
                  </a:lnTo>
                  <a:lnTo>
                    <a:pt x="3181" y="6319"/>
                  </a:lnTo>
                  <a:lnTo>
                    <a:pt x="3306" y="6236"/>
                  </a:lnTo>
                  <a:lnTo>
                    <a:pt x="3411" y="6173"/>
                  </a:lnTo>
                  <a:lnTo>
                    <a:pt x="3390" y="6089"/>
                  </a:lnTo>
                  <a:lnTo>
                    <a:pt x="3390" y="5901"/>
                  </a:lnTo>
                  <a:lnTo>
                    <a:pt x="3453" y="5817"/>
                  </a:lnTo>
                  <a:lnTo>
                    <a:pt x="3432" y="5650"/>
                  </a:lnTo>
                  <a:lnTo>
                    <a:pt x="3515" y="5503"/>
                  </a:lnTo>
                  <a:lnTo>
                    <a:pt x="3746" y="5587"/>
                  </a:lnTo>
                  <a:lnTo>
                    <a:pt x="3871" y="5482"/>
                  </a:lnTo>
                  <a:lnTo>
                    <a:pt x="4018" y="5482"/>
                  </a:lnTo>
                  <a:lnTo>
                    <a:pt x="4039" y="5440"/>
                  </a:lnTo>
                  <a:lnTo>
                    <a:pt x="4039" y="5273"/>
                  </a:lnTo>
                  <a:lnTo>
                    <a:pt x="4101" y="5231"/>
                  </a:lnTo>
                  <a:lnTo>
                    <a:pt x="4269" y="5252"/>
                  </a:lnTo>
                  <a:lnTo>
                    <a:pt x="4290" y="5168"/>
                  </a:lnTo>
                  <a:lnTo>
                    <a:pt x="4248" y="5085"/>
                  </a:lnTo>
                  <a:lnTo>
                    <a:pt x="4248" y="5022"/>
                  </a:lnTo>
                  <a:lnTo>
                    <a:pt x="4373" y="4980"/>
                  </a:lnTo>
                  <a:lnTo>
                    <a:pt x="4541" y="4959"/>
                  </a:lnTo>
                  <a:lnTo>
                    <a:pt x="4562" y="4959"/>
                  </a:lnTo>
                  <a:lnTo>
                    <a:pt x="4604" y="4813"/>
                  </a:lnTo>
                  <a:lnTo>
                    <a:pt x="4666" y="4813"/>
                  </a:lnTo>
                  <a:lnTo>
                    <a:pt x="4792" y="4729"/>
                  </a:lnTo>
                  <a:lnTo>
                    <a:pt x="4750" y="4645"/>
                  </a:lnTo>
                  <a:lnTo>
                    <a:pt x="4792" y="4541"/>
                  </a:lnTo>
                  <a:lnTo>
                    <a:pt x="4813" y="4436"/>
                  </a:lnTo>
                  <a:lnTo>
                    <a:pt x="4980" y="4415"/>
                  </a:lnTo>
                  <a:lnTo>
                    <a:pt x="5085" y="4311"/>
                  </a:lnTo>
                  <a:lnTo>
                    <a:pt x="5127" y="4290"/>
                  </a:lnTo>
                  <a:lnTo>
                    <a:pt x="5127" y="4143"/>
                  </a:lnTo>
                  <a:lnTo>
                    <a:pt x="5022" y="4122"/>
                  </a:lnTo>
                  <a:lnTo>
                    <a:pt x="4771" y="4227"/>
                  </a:lnTo>
                  <a:lnTo>
                    <a:pt x="4624" y="4227"/>
                  </a:lnTo>
                  <a:lnTo>
                    <a:pt x="4562" y="4311"/>
                  </a:lnTo>
                  <a:lnTo>
                    <a:pt x="4436" y="4248"/>
                  </a:lnTo>
                  <a:lnTo>
                    <a:pt x="4394" y="4122"/>
                  </a:lnTo>
                  <a:lnTo>
                    <a:pt x="4436" y="3997"/>
                  </a:lnTo>
                  <a:lnTo>
                    <a:pt x="4352" y="3892"/>
                  </a:lnTo>
                  <a:lnTo>
                    <a:pt x="4269" y="3976"/>
                  </a:lnTo>
                  <a:lnTo>
                    <a:pt x="4227" y="3913"/>
                  </a:lnTo>
                  <a:lnTo>
                    <a:pt x="4039" y="3913"/>
                  </a:lnTo>
                  <a:lnTo>
                    <a:pt x="3955" y="3934"/>
                  </a:lnTo>
                  <a:lnTo>
                    <a:pt x="3934" y="3871"/>
                  </a:lnTo>
                  <a:lnTo>
                    <a:pt x="4039" y="3767"/>
                  </a:lnTo>
                  <a:lnTo>
                    <a:pt x="4185" y="3578"/>
                  </a:lnTo>
                  <a:lnTo>
                    <a:pt x="4164" y="3495"/>
                  </a:lnTo>
                  <a:lnTo>
                    <a:pt x="4227" y="3390"/>
                  </a:lnTo>
                  <a:lnTo>
                    <a:pt x="4227" y="3306"/>
                  </a:lnTo>
                  <a:lnTo>
                    <a:pt x="4101" y="3244"/>
                  </a:lnTo>
                  <a:lnTo>
                    <a:pt x="3955" y="3244"/>
                  </a:lnTo>
                  <a:lnTo>
                    <a:pt x="3934" y="3285"/>
                  </a:lnTo>
                  <a:lnTo>
                    <a:pt x="3871" y="3202"/>
                  </a:lnTo>
                  <a:lnTo>
                    <a:pt x="3913" y="3160"/>
                  </a:lnTo>
                  <a:lnTo>
                    <a:pt x="3767" y="3139"/>
                  </a:lnTo>
                  <a:lnTo>
                    <a:pt x="3704" y="3055"/>
                  </a:lnTo>
                  <a:lnTo>
                    <a:pt x="3725" y="2951"/>
                  </a:lnTo>
                  <a:lnTo>
                    <a:pt x="3704" y="2846"/>
                  </a:lnTo>
                  <a:lnTo>
                    <a:pt x="3557" y="2867"/>
                  </a:lnTo>
                  <a:lnTo>
                    <a:pt x="3495" y="2825"/>
                  </a:lnTo>
                  <a:lnTo>
                    <a:pt x="3515" y="2741"/>
                  </a:lnTo>
                  <a:lnTo>
                    <a:pt x="3495" y="2658"/>
                  </a:lnTo>
                  <a:lnTo>
                    <a:pt x="3223" y="2720"/>
                  </a:lnTo>
                  <a:lnTo>
                    <a:pt x="3097" y="2825"/>
                  </a:lnTo>
                  <a:lnTo>
                    <a:pt x="3034" y="2679"/>
                  </a:lnTo>
                  <a:lnTo>
                    <a:pt x="3055" y="2532"/>
                  </a:lnTo>
                  <a:lnTo>
                    <a:pt x="2992" y="2469"/>
                  </a:lnTo>
                  <a:lnTo>
                    <a:pt x="2930" y="2407"/>
                  </a:lnTo>
                  <a:lnTo>
                    <a:pt x="2825" y="2344"/>
                  </a:lnTo>
                  <a:lnTo>
                    <a:pt x="2825" y="2239"/>
                  </a:lnTo>
                  <a:lnTo>
                    <a:pt x="2888" y="2155"/>
                  </a:lnTo>
                  <a:lnTo>
                    <a:pt x="2825" y="2093"/>
                  </a:lnTo>
                  <a:lnTo>
                    <a:pt x="2888" y="2009"/>
                  </a:lnTo>
                  <a:lnTo>
                    <a:pt x="2971" y="1904"/>
                  </a:lnTo>
                  <a:lnTo>
                    <a:pt x="3034" y="1925"/>
                  </a:lnTo>
                  <a:lnTo>
                    <a:pt x="3097" y="1883"/>
                  </a:lnTo>
                  <a:lnTo>
                    <a:pt x="3034" y="1779"/>
                  </a:lnTo>
                  <a:lnTo>
                    <a:pt x="3055" y="1695"/>
                  </a:lnTo>
                  <a:lnTo>
                    <a:pt x="3118" y="1674"/>
                  </a:lnTo>
                  <a:lnTo>
                    <a:pt x="3139" y="1570"/>
                  </a:lnTo>
                  <a:lnTo>
                    <a:pt x="3243" y="1507"/>
                  </a:lnTo>
                  <a:lnTo>
                    <a:pt x="3285" y="1423"/>
                  </a:lnTo>
                  <a:lnTo>
                    <a:pt x="3285" y="1319"/>
                  </a:lnTo>
                  <a:lnTo>
                    <a:pt x="3306" y="1067"/>
                  </a:lnTo>
                  <a:lnTo>
                    <a:pt x="3285" y="900"/>
                  </a:lnTo>
                  <a:lnTo>
                    <a:pt x="3202" y="691"/>
                  </a:lnTo>
                  <a:lnTo>
                    <a:pt x="3202" y="544"/>
                  </a:lnTo>
                  <a:lnTo>
                    <a:pt x="3097" y="419"/>
                  </a:lnTo>
                  <a:lnTo>
                    <a:pt x="2992" y="419"/>
                  </a:lnTo>
                  <a:lnTo>
                    <a:pt x="2971" y="251"/>
                  </a:lnTo>
                  <a:lnTo>
                    <a:pt x="2825" y="147"/>
                  </a:lnTo>
                  <a:lnTo>
                    <a:pt x="2783" y="0"/>
                  </a:lnTo>
                  <a:lnTo>
                    <a:pt x="2616" y="0"/>
                  </a:lnTo>
                  <a:lnTo>
                    <a:pt x="2532" y="42"/>
                  </a:lnTo>
                  <a:lnTo>
                    <a:pt x="24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9" name="Google Shape;2429;p56"/>
            <p:cNvSpPr/>
            <p:nvPr/>
          </p:nvSpPr>
          <p:spPr>
            <a:xfrm>
              <a:off x="4343054" y="2959975"/>
              <a:ext cx="35389" cy="43557"/>
            </a:xfrm>
            <a:custGeom>
              <a:avLst/>
              <a:gdLst/>
              <a:ahLst/>
              <a:cxnLst/>
              <a:rect l="l" t="t" r="r" b="b"/>
              <a:pathLst>
                <a:path w="2972" h="3830" extrusionOk="0">
                  <a:moveTo>
                    <a:pt x="209" y="1"/>
                  </a:moveTo>
                  <a:lnTo>
                    <a:pt x="189" y="63"/>
                  </a:lnTo>
                  <a:lnTo>
                    <a:pt x="147" y="63"/>
                  </a:lnTo>
                  <a:lnTo>
                    <a:pt x="147" y="147"/>
                  </a:lnTo>
                  <a:lnTo>
                    <a:pt x="189" y="210"/>
                  </a:lnTo>
                  <a:lnTo>
                    <a:pt x="147" y="356"/>
                  </a:lnTo>
                  <a:lnTo>
                    <a:pt x="21" y="482"/>
                  </a:lnTo>
                  <a:lnTo>
                    <a:pt x="0" y="628"/>
                  </a:lnTo>
                  <a:lnTo>
                    <a:pt x="293" y="733"/>
                  </a:lnTo>
                  <a:lnTo>
                    <a:pt x="398" y="670"/>
                  </a:lnTo>
                  <a:lnTo>
                    <a:pt x="523" y="691"/>
                  </a:lnTo>
                  <a:lnTo>
                    <a:pt x="502" y="754"/>
                  </a:lnTo>
                  <a:lnTo>
                    <a:pt x="544" y="900"/>
                  </a:lnTo>
                  <a:lnTo>
                    <a:pt x="481" y="963"/>
                  </a:lnTo>
                  <a:lnTo>
                    <a:pt x="398" y="942"/>
                  </a:lnTo>
                  <a:lnTo>
                    <a:pt x="314" y="984"/>
                  </a:lnTo>
                  <a:lnTo>
                    <a:pt x="272" y="1151"/>
                  </a:lnTo>
                  <a:lnTo>
                    <a:pt x="168" y="1172"/>
                  </a:lnTo>
                  <a:lnTo>
                    <a:pt x="168" y="1402"/>
                  </a:lnTo>
                  <a:lnTo>
                    <a:pt x="293" y="1570"/>
                  </a:lnTo>
                  <a:lnTo>
                    <a:pt x="419" y="1612"/>
                  </a:lnTo>
                  <a:lnTo>
                    <a:pt x="586" y="1800"/>
                  </a:lnTo>
                  <a:lnTo>
                    <a:pt x="586" y="1988"/>
                  </a:lnTo>
                  <a:lnTo>
                    <a:pt x="628" y="2114"/>
                  </a:lnTo>
                  <a:lnTo>
                    <a:pt x="607" y="2218"/>
                  </a:lnTo>
                  <a:lnTo>
                    <a:pt x="628" y="2407"/>
                  </a:lnTo>
                  <a:lnTo>
                    <a:pt x="816" y="2637"/>
                  </a:lnTo>
                  <a:lnTo>
                    <a:pt x="816" y="2783"/>
                  </a:lnTo>
                  <a:lnTo>
                    <a:pt x="837" y="2888"/>
                  </a:lnTo>
                  <a:lnTo>
                    <a:pt x="879" y="3076"/>
                  </a:lnTo>
                  <a:lnTo>
                    <a:pt x="921" y="3055"/>
                  </a:lnTo>
                  <a:lnTo>
                    <a:pt x="984" y="3160"/>
                  </a:lnTo>
                  <a:lnTo>
                    <a:pt x="1005" y="3202"/>
                  </a:lnTo>
                  <a:lnTo>
                    <a:pt x="1046" y="3202"/>
                  </a:lnTo>
                  <a:lnTo>
                    <a:pt x="1067" y="3139"/>
                  </a:lnTo>
                  <a:lnTo>
                    <a:pt x="1130" y="3097"/>
                  </a:lnTo>
                  <a:lnTo>
                    <a:pt x="1214" y="3160"/>
                  </a:lnTo>
                  <a:lnTo>
                    <a:pt x="1214" y="3181"/>
                  </a:lnTo>
                  <a:lnTo>
                    <a:pt x="1256" y="3160"/>
                  </a:lnTo>
                  <a:lnTo>
                    <a:pt x="1298" y="3055"/>
                  </a:lnTo>
                  <a:lnTo>
                    <a:pt x="1214" y="2930"/>
                  </a:lnTo>
                  <a:lnTo>
                    <a:pt x="1256" y="2888"/>
                  </a:lnTo>
                  <a:lnTo>
                    <a:pt x="1256" y="2783"/>
                  </a:lnTo>
                  <a:lnTo>
                    <a:pt x="1318" y="2721"/>
                  </a:lnTo>
                  <a:lnTo>
                    <a:pt x="1318" y="2742"/>
                  </a:lnTo>
                  <a:lnTo>
                    <a:pt x="1256" y="2951"/>
                  </a:lnTo>
                  <a:lnTo>
                    <a:pt x="1339" y="3055"/>
                  </a:lnTo>
                  <a:lnTo>
                    <a:pt x="1423" y="2930"/>
                  </a:lnTo>
                  <a:lnTo>
                    <a:pt x="1507" y="2888"/>
                  </a:lnTo>
                  <a:lnTo>
                    <a:pt x="1507" y="2888"/>
                  </a:lnTo>
                  <a:lnTo>
                    <a:pt x="1465" y="2951"/>
                  </a:lnTo>
                  <a:lnTo>
                    <a:pt x="1423" y="2972"/>
                  </a:lnTo>
                  <a:lnTo>
                    <a:pt x="1360" y="3076"/>
                  </a:lnTo>
                  <a:lnTo>
                    <a:pt x="1465" y="3139"/>
                  </a:lnTo>
                  <a:lnTo>
                    <a:pt x="1549" y="2951"/>
                  </a:lnTo>
                  <a:lnTo>
                    <a:pt x="1653" y="2930"/>
                  </a:lnTo>
                  <a:lnTo>
                    <a:pt x="1674" y="2762"/>
                  </a:lnTo>
                  <a:lnTo>
                    <a:pt x="1590" y="2637"/>
                  </a:lnTo>
                  <a:lnTo>
                    <a:pt x="1528" y="2616"/>
                  </a:lnTo>
                  <a:lnTo>
                    <a:pt x="1632" y="2553"/>
                  </a:lnTo>
                  <a:lnTo>
                    <a:pt x="1653" y="2511"/>
                  </a:lnTo>
                  <a:lnTo>
                    <a:pt x="1570" y="2365"/>
                  </a:lnTo>
                  <a:lnTo>
                    <a:pt x="1549" y="2156"/>
                  </a:lnTo>
                  <a:lnTo>
                    <a:pt x="1590" y="2344"/>
                  </a:lnTo>
                  <a:lnTo>
                    <a:pt x="1716" y="2449"/>
                  </a:lnTo>
                  <a:lnTo>
                    <a:pt x="1779" y="2428"/>
                  </a:lnTo>
                  <a:lnTo>
                    <a:pt x="1779" y="2470"/>
                  </a:lnTo>
                  <a:lnTo>
                    <a:pt x="1988" y="2574"/>
                  </a:lnTo>
                  <a:lnTo>
                    <a:pt x="2093" y="2511"/>
                  </a:lnTo>
                  <a:lnTo>
                    <a:pt x="2155" y="2532"/>
                  </a:lnTo>
                  <a:lnTo>
                    <a:pt x="2155" y="2470"/>
                  </a:lnTo>
                  <a:lnTo>
                    <a:pt x="2197" y="2470"/>
                  </a:lnTo>
                  <a:lnTo>
                    <a:pt x="2365" y="2888"/>
                  </a:lnTo>
                  <a:lnTo>
                    <a:pt x="2448" y="2951"/>
                  </a:lnTo>
                  <a:lnTo>
                    <a:pt x="2448" y="3034"/>
                  </a:lnTo>
                  <a:lnTo>
                    <a:pt x="2406" y="3160"/>
                  </a:lnTo>
                  <a:lnTo>
                    <a:pt x="2469" y="3181"/>
                  </a:lnTo>
                  <a:lnTo>
                    <a:pt x="2406" y="3348"/>
                  </a:lnTo>
                  <a:lnTo>
                    <a:pt x="2448" y="3369"/>
                  </a:lnTo>
                  <a:lnTo>
                    <a:pt x="2511" y="3306"/>
                  </a:lnTo>
                  <a:lnTo>
                    <a:pt x="2553" y="3265"/>
                  </a:lnTo>
                  <a:lnTo>
                    <a:pt x="2553" y="3265"/>
                  </a:lnTo>
                  <a:lnTo>
                    <a:pt x="2511" y="3369"/>
                  </a:lnTo>
                  <a:lnTo>
                    <a:pt x="2490" y="3411"/>
                  </a:lnTo>
                  <a:lnTo>
                    <a:pt x="2553" y="3495"/>
                  </a:lnTo>
                  <a:lnTo>
                    <a:pt x="2637" y="3620"/>
                  </a:lnTo>
                  <a:lnTo>
                    <a:pt x="2720" y="3830"/>
                  </a:lnTo>
                  <a:lnTo>
                    <a:pt x="2762" y="3830"/>
                  </a:lnTo>
                  <a:lnTo>
                    <a:pt x="2720" y="3683"/>
                  </a:lnTo>
                  <a:lnTo>
                    <a:pt x="2720" y="3620"/>
                  </a:lnTo>
                  <a:lnTo>
                    <a:pt x="2762" y="3516"/>
                  </a:lnTo>
                  <a:lnTo>
                    <a:pt x="2867" y="3390"/>
                  </a:lnTo>
                  <a:lnTo>
                    <a:pt x="2909" y="3411"/>
                  </a:lnTo>
                  <a:lnTo>
                    <a:pt x="2971" y="3286"/>
                  </a:lnTo>
                  <a:lnTo>
                    <a:pt x="2971" y="3160"/>
                  </a:lnTo>
                  <a:lnTo>
                    <a:pt x="2930" y="3139"/>
                  </a:lnTo>
                  <a:lnTo>
                    <a:pt x="2909" y="3076"/>
                  </a:lnTo>
                  <a:lnTo>
                    <a:pt x="2909" y="3034"/>
                  </a:lnTo>
                  <a:lnTo>
                    <a:pt x="2888" y="2972"/>
                  </a:lnTo>
                  <a:lnTo>
                    <a:pt x="2867" y="2888"/>
                  </a:lnTo>
                  <a:lnTo>
                    <a:pt x="2804" y="2742"/>
                  </a:lnTo>
                  <a:lnTo>
                    <a:pt x="2783" y="2511"/>
                  </a:lnTo>
                  <a:lnTo>
                    <a:pt x="2720" y="2428"/>
                  </a:lnTo>
                  <a:lnTo>
                    <a:pt x="2720" y="2302"/>
                  </a:lnTo>
                  <a:lnTo>
                    <a:pt x="2699" y="2135"/>
                  </a:lnTo>
                  <a:lnTo>
                    <a:pt x="2637" y="2051"/>
                  </a:lnTo>
                  <a:lnTo>
                    <a:pt x="2595" y="2009"/>
                  </a:lnTo>
                  <a:lnTo>
                    <a:pt x="2511" y="2009"/>
                  </a:lnTo>
                  <a:lnTo>
                    <a:pt x="2448" y="1946"/>
                  </a:lnTo>
                  <a:lnTo>
                    <a:pt x="2386" y="2009"/>
                  </a:lnTo>
                  <a:lnTo>
                    <a:pt x="2406" y="2051"/>
                  </a:lnTo>
                  <a:lnTo>
                    <a:pt x="2386" y="2114"/>
                  </a:lnTo>
                  <a:lnTo>
                    <a:pt x="2386" y="2156"/>
                  </a:lnTo>
                  <a:lnTo>
                    <a:pt x="2344" y="2239"/>
                  </a:lnTo>
                  <a:lnTo>
                    <a:pt x="2365" y="2302"/>
                  </a:lnTo>
                  <a:lnTo>
                    <a:pt x="2365" y="2365"/>
                  </a:lnTo>
                  <a:lnTo>
                    <a:pt x="2281" y="2365"/>
                  </a:lnTo>
                  <a:lnTo>
                    <a:pt x="2197" y="2260"/>
                  </a:lnTo>
                  <a:lnTo>
                    <a:pt x="2093" y="2156"/>
                  </a:lnTo>
                  <a:lnTo>
                    <a:pt x="2093" y="2114"/>
                  </a:lnTo>
                  <a:lnTo>
                    <a:pt x="2030" y="2051"/>
                  </a:lnTo>
                  <a:lnTo>
                    <a:pt x="1967" y="1905"/>
                  </a:lnTo>
                  <a:lnTo>
                    <a:pt x="1967" y="1821"/>
                  </a:lnTo>
                  <a:lnTo>
                    <a:pt x="2030" y="1800"/>
                  </a:lnTo>
                  <a:lnTo>
                    <a:pt x="2051" y="1716"/>
                  </a:lnTo>
                  <a:lnTo>
                    <a:pt x="2155" y="1633"/>
                  </a:lnTo>
                  <a:lnTo>
                    <a:pt x="2176" y="1695"/>
                  </a:lnTo>
                  <a:lnTo>
                    <a:pt x="2260" y="1695"/>
                  </a:lnTo>
                  <a:lnTo>
                    <a:pt x="2302" y="1633"/>
                  </a:lnTo>
                  <a:lnTo>
                    <a:pt x="2302" y="1570"/>
                  </a:lnTo>
                  <a:lnTo>
                    <a:pt x="2365" y="1528"/>
                  </a:lnTo>
                  <a:lnTo>
                    <a:pt x="2448" y="1319"/>
                  </a:lnTo>
                  <a:lnTo>
                    <a:pt x="2469" y="1193"/>
                  </a:lnTo>
                  <a:lnTo>
                    <a:pt x="2511" y="1068"/>
                  </a:lnTo>
                  <a:lnTo>
                    <a:pt x="2469" y="1047"/>
                  </a:lnTo>
                  <a:lnTo>
                    <a:pt x="2365" y="942"/>
                  </a:lnTo>
                  <a:lnTo>
                    <a:pt x="2302" y="963"/>
                  </a:lnTo>
                  <a:lnTo>
                    <a:pt x="2260" y="942"/>
                  </a:lnTo>
                  <a:lnTo>
                    <a:pt x="2176" y="942"/>
                  </a:lnTo>
                  <a:lnTo>
                    <a:pt x="1967" y="963"/>
                  </a:lnTo>
                  <a:lnTo>
                    <a:pt x="1779" y="942"/>
                  </a:lnTo>
                  <a:lnTo>
                    <a:pt x="1423" y="942"/>
                  </a:lnTo>
                  <a:lnTo>
                    <a:pt x="1298" y="879"/>
                  </a:lnTo>
                  <a:lnTo>
                    <a:pt x="1193" y="900"/>
                  </a:lnTo>
                  <a:lnTo>
                    <a:pt x="1067" y="858"/>
                  </a:lnTo>
                  <a:lnTo>
                    <a:pt x="1067" y="775"/>
                  </a:lnTo>
                  <a:lnTo>
                    <a:pt x="1026" y="649"/>
                  </a:lnTo>
                  <a:lnTo>
                    <a:pt x="1026" y="565"/>
                  </a:lnTo>
                  <a:lnTo>
                    <a:pt x="1005" y="440"/>
                  </a:lnTo>
                  <a:lnTo>
                    <a:pt x="921" y="314"/>
                  </a:lnTo>
                  <a:lnTo>
                    <a:pt x="879" y="314"/>
                  </a:lnTo>
                  <a:lnTo>
                    <a:pt x="837" y="356"/>
                  </a:lnTo>
                  <a:lnTo>
                    <a:pt x="733" y="314"/>
                  </a:lnTo>
                  <a:lnTo>
                    <a:pt x="691" y="252"/>
                  </a:lnTo>
                  <a:lnTo>
                    <a:pt x="607" y="168"/>
                  </a:lnTo>
                  <a:lnTo>
                    <a:pt x="544" y="168"/>
                  </a:lnTo>
                  <a:lnTo>
                    <a:pt x="523" y="252"/>
                  </a:lnTo>
                  <a:lnTo>
                    <a:pt x="607" y="314"/>
                  </a:lnTo>
                  <a:lnTo>
                    <a:pt x="544" y="335"/>
                  </a:lnTo>
                  <a:lnTo>
                    <a:pt x="419" y="314"/>
                  </a:lnTo>
                  <a:lnTo>
                    <a:pt x="356" y="210"/>
                  </a:lnTo>
                  <a:lnTo>
                    <a:pt x="356" y="147"/>
                  </a:lnTo>
                  <a:lnTo>
                    <a:pt x="272" y="42"/>
                  </a:lnTo>
                  <a:lnTo>
                    <a:pt x="2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0" name="Google Shape;2430;p56"/>
            <p:cNvSpPr/>
            <p:nvPr/>
          </p:nvSpPr>
          <p:spPr>
            <a:xfrm>
              <a:off x="3793178" y="2712975"/>
              <a:ext cx="26423" cy="30945"/>
            </a:xfrm>
            <a:custGeom>
              <a:avLst/>
              <a:gdLst/>
              <a:ahLst/>
              <a:cxnLst/>
              <a:rect l="l" t="t" r="r" b="b"/>
              <a:pathLst>
                <a:path w="2219" h="2721" extrusionOk="0">
                  <a:moveTo>
                    <a:pt x="1298" y="1"/>
                  </a:moveTo>
                  <a:lnTo>
                    <a:pt x="1152" y="168"/>
                  </a:lnTo>
                  <a:lnTo>
                    <a:pt x="984" y="231"/>
                  </a:lnTo>
                  <a:lnTo>
                    <a:pt x="880" y="231"/>
                  </a:lnTo>
                  <a:lnTo>
                    <a:pt x="817" y="336"/>
                  </a:lnTo>
                  <a:lnTo>
                    <a:pt x="754" y="482"/>
                  </a:lnTo>
                  <a:lnTo>
                    <a:pt x="649" y="545"/>
                  </a:lnTo>
                  <a:lnTo>
                    <a:pt x="524" y="545"/>
                  </a:lnTo>
                  <a:lnTo>
                    <a:pt x="357" y="649"/>
                  </a:lnTo>
                  <a:lnTo>
                    <a:pt x="315" y="629"/>
                  </a:lnTo>
                  <a:lnTo>
                    <a:pt x="231" y="629"/>
                  </a:lnTo>
                  <a:lnTo>
                    <a:pt x="210" y="754"/>
                  </a:lnTo>
                  <a:lnTo>
                    <a:pt x="126" y="838"/>
                  </a:lnTo>
                  <a:lnTo>
                    <a:pt x="189" y="901"/>
                  </a:lnTo>
                  <a:lnTo>
                    <a:pt x="231" y="859"/>
                  </a:lnTo>
                  <a:lnTo>
                    <a:pt x="357" y="1005"/>
                  </a:lnTo>
                  <a:lnTo>
                    <a:pt x="336" y="838"/>
                  </a:lnTo>
                  <a:lnTo>
                    <a:pt x="357" y="754"/>
                  </a:lnTo>
                  <a:lnTo>
                    <a:pt x="545" y="629"/>
                  </a:lnTo>
                  <a:lnTo>
                    <a:pt x="566" y="649"/>
                  </a:lnTo>
                  <a:lnTo>
                    <a:pt x="670" y="629"/>
                  </a:lnTo>
                  <a:lnTo>
                    <a:pt x="817" y="649"/>
                  </a:lnTo>
                  <a:lnTo>
                    <a:pt x="859" y="629"/>
                  </a:lnTo>
                  <a:lnTo>
                    <a:pt x="859" y="629"/>
                  </a:lnTo>
                  <a:cubicBezTo>
                    <a:pt x="859" y="649"/>
                    <a:pt x="838" y="649"/>
                    <a:pt x="838" y="691"/>
                  </a:cubicBezTo>
                  <a:lnTo>
                    <a:pt x="754" y="712"/>
                  </a:lnTo>
                  <a:lnTo>
                    <a:pt x="670" y="712"/>
                  </a:lnTo>
                  <a:lnTo>
                    <a:pt x="629" y="733"/>
                  </a:lnTo>
                  <a:lnTo>
                    <a:pt x="733" y="859"/>
                  </a:lnTo>
                  <a:lnTo>
                    <a:pt x="691" y="921"/>
                  </a:lnTo>
                  <a:lnTo>
                    <a:pt x="775" y="1026"/>
                  </a:lnTo>
                  <a:lnTo>
                    <a:pt x="775" y="1047"/>
                  </a:lnTo>
                  <a:lnTo>
                    <a:pt x="691" y="1026"/>
                  </a:lnTo>
                  <a:lnTo>
                    <a:pt x="587" y="1047"/>
                  </a:lnTo>
                  <a:lnTo>
                    <a:pt x="566" y="1005"/>
                  </a:lnTo>
                  <a:lnTo>
                    <a:pt x="629" y="942"/>
                  </a:lnTo>
                  <a:lnTo>
                    <a:pt x="566" y="838"/>
                  </a:lnTo>
                  <a:lnTo>
                    <a:pt x="545" y="838"/>
                  </a:lnTo>
                  <a:lnTo>
                    <a:pt x="461" y="963"/>
                  </a:lnTo>
                  <a:lnTo>
                    <a:pt x="524" y="1047"/>
                  </a:lnTo>
                  <a:lnTo>
                    <a:pt x="419" y="1131"/>
                  </a:lnTo>
                  <a:lnTo>
                    <a:pt x="336" y="1047"/>
                  </a:lnTo>
                  <a:lnTo>
                    <a:pt x="231" y="1047"/>
                  </a:lnTo>
                  <a:lnTo>
                    <a:pt x="147" y="1026"/>
                  </a:lnTo>
                  <a:lnTo>
                    <a:pt x="64" y="1110"/>
                  </a:lnTo>
                  <a:lnTo>
                    <a:pt x="210" y="1173"/>
                  </a:lnTo>
                  <a:lnTo>
                    <a:pt x="210" y="1277"/>
                  </a:lnTo>
                  <a:lnTo>
                    <a:pt x="126" y="1235"/>
                  </a:lnTo>
                  <a:lnTo>
                    <a:pt x="64" y="1256"/>
                  </a:lnTo>
                  <a:lnTo>
                    <a:pt x="105" y="1424"/>
                  </a:lnTo>
                  <a:lnTo>
                    <a:pt x="168" y="1465"/>
                  </a:lnTo>
                  <a:lnTo>
                    <a:pt x="168" y="1591"/>
                  </a:lnTo>
                  <a:lnTo>
                    <a:pt x="231" y="1675"/>
                  </a:lnTo>
                  <a:lnTo>
                    <a:pt x="64" y="1758"/>
                  </a:lnTo>
                  <a:lnTo>
                    <a:pt x="1" y="1905"/>
                  </a:lnTo>
                  <a:lnTo>
                    <a:pt x="64" y="1968"/>
                  </a:lnTo>
                  <a:lnTo>
                    <a:pt x="168" y="1905"/>
                  </a:lnTo>
                  <a:lnTo>
                    <a:pt x="315" y="2051"/>
                  </a:lnTo>
                  <a:lnTo>
                    <a:pt x="336" y="2219"/>
                  </a:lnTo>
                  <a:lnTo>
                    <a:pt x="273" y="2261"/>
                  </a:lnTo>
                  <a:lnTo>
                    <a:pt x="315" y="2323"/>
                  </a:lnTo>
                  <a:lnTo>
                    <a:pt x="461" y="2323"/>
                  </a:lnTo>
                  <a:lnTo>
                    <a:pt x="608" y="2533"/>
                  </a:lnTo>
                  <a:lnTo>
                    <a:pt x="649" y="2574"/>
                  </a:lnTo>
                  <a:lnTo>
                    <a:pt x="754" y="2533"/>
                  </a:lnTo>
                  <a:lnTo>
                    <a:pt x="775" y="2470"/>
                  </a:lnTo>
                  <a:lnTo>
                    <a:pt x="691" y="2386"/>
                  </a:lnTo>
                  <a:lnTo>
                    <a:pt x="649" y="2386"/>
                  </a:lnTo>
                  <a:lnTo>
                    <a:pt x="649" y="2302"/>
                  </a:lnTo>
                  <a:lnTo>
                    <a:pt x="733" y="2261"/>
                  </a:lnTo>
                  <a:lnTo>
                    <a:pt x="733" y="2177"/>
                  </a:lnTo>
                  <a:lnTo>
                    <a:pt x="670" y="2135"/>
                  </a:lnTo>
                  <a:lnTo>
                    <a:pt x="670" y="2072"/>
                  </a:lnTo>
                  <a:lnTo>
                    <a:pt x="754" y="2009"/>
                  </a:lnTo>
                  <a:cubicBezTo>
                    <a:pt x="775" y="2051"/>
                    <a:pt x="817" y="2093"/>
                    <a:pt x="838" y="2135"/>
                  </a:cubicBezTo>
                  <a:lnTo>
                    <a:pt x="838" y="2177"/>
                  </a:lnTo>
                  <a:lnTo>
                    <a:pt x="880" y="2302"/>
                  </a:lnTo>
                  <a:lnTo>
                    <a:pt x="984" y="2407"/>
                  </a:lnTo>
                  <a:lnTo>
                    <a:pt x="1089" y="2407"/>
                  </a:lnTo>
                  <a:lnTo>
                    <a:pt x="1152" y="2449"/>
                  </a:lnTo>
                  <a:lnTo>
                    <a:pt x="1256" y="2428"/>
                  </a:lnTo>
                  <a:cubicBezTo>
                    <a:pt x="1277" y="2428"/>
                    <a:pt x="1298" y="2428"/>
                    <a:pt x="1298" y="2407"/>
                  </a:cubicBezTo>
                  <a:cubicBezTo>
                    <a:pt x="1319" y="2407"/>
                    <a:pt x="1319" y="2428"/>
                    <a:pt x="1361" y="2428"/>
                  </a:cubicBezTo>
                  <a:lnTo>
                    <a:pt x="1361" y="2449"/>
                  </a:lnTo>
                  <a:lnTo>
                    <a:pt x="1298" y="2533"/>
                  </a:lnTo>
                  <a:lnTo>
                    <a:pt x="1319" y="2595"/>
                  </a:lnTo>
                  <a:lnTo>
                    <a:pt x="1382" y="2512"/>
                  </a:lnTo>
                  <a:lnTo>
                    <a:pt x="1403" y="2449"/>
                  </a:lnTo>
                  <a:cubicBezTo>
                    <a:pt x="1445" y="2491"/>
                    <a:pt x="1486" y="2512"/>
                    <a:pt x="1507" y="2553"/>
                  </a:cubicBezTo>
                  <a:lnTo>
                    <a:pt x="1507" y="2595"/>
                  </a:lnTo>
                  <a:lnTo>
                    <a:pt x="1465" y="2616"/>
                  </a:lnTo>
                  <a:lnTo>
                    <a:pt x="1507" y="2658"/>
                  </a:lnTo>
                  <a:lnTo>
                    <a:pt x="1675" y="2721"/>
                  </a:lnTo>
                  <a:lnTo>
                    <a:pt x="1821" y="2700"/>
                  </a:lnTo>
                  <a:lnTo>
                    <a:pt x="1884" y="2616"/>
                  </a:lnTo>
                  <a:lnTo>
                    <a:pt x="1905" y="2700"/>
                  </a:lnTo>
                  <a:lnTo>
                    <a:pt x="1926" y="2721"/>
                  </a:lnTo>
                  <a:lnTo>
                    <a:pt x="1926" y="2616"/>
                  </a:lnTo>
                  <a:lnTo>
                    <a:pt x="1968" y="2574"/>
                  </a:lnTo>
                  <a:cubicBezTo>
                    <a:pt x="2009" y="2533"/>
                    <a:pt x="2030" y="2512"/>
                    <a:pt x="2030" y="2470"/>
                  </a:cubicBezTo>
                  <a:lnTo>
                    <a:pt x="2093" y="2386"/>
                  </a:lnTo>
                  <a:lnTo>
                    <a:pt x="2177" y="2344"/>
                  </a:lnTo>
                  <a:lnTo>
                    <a:pt x="2135" y="2302"/>
                  </a:lnTo>
                  <a:lnTo>
                    <a:pt x="2072" y="2323"/>
                  </a:lnTo>
                  <a:lnTo>
                    <a:pt x="2009" y="2407"/>
                  </a:lnTo>
                  <a:lnTo>
                    <a:pt x="2009" y="2386"/>
                  </a:lnTo>
                  <a:cubicBezTo>
                    <a:pt x="1989" y="2344"/>
                    <a:pt x="1989" y="2344"/>
                    <a:pt x="1989" y="2323"/>
                  </a:cubicBezTo>
                  <a:lnTo>
                    <a:pt x="2009" y="2302"/>
                  </a:lnTo>
                  <a:lnTo>
                    <a:pt x="2009" y="2219"/>
                  </a:lnTo>
                  <a:lnTo>
                    <a:pt x="2135" y="2177"/>
                  </a:lnTo>
                  <a:lnTo>
                    <a:pt x="2198" y="2114"/>
                  </a:lnTo>
                  <a:lnTo>
                    <a:pt x="2177" y="2051"/>
                  </a:lnTo>
                  <a:lnTo>
                    <a:pt x="2072" y="1968"/>
                  </a:lnTo>
                  <a:lnTo>
                    <a:pt x="2072" y="1905"/>
                  </a:lnTo>
                  <a:lnTo>
                    <a:pt x="2198" y="1863"/>
                  </a:lnTo>
                  <a:lnTo>
                    <a:pt x="2219" y="1737"/>
                  </a:lnTo>
                  <a:lnTo>
                    <a:pt x="2219" y="1591"/>
                  </a:lnTo>
                  <a:lnTo>
                    <a:pt x="2198" y="1486"/>
                  </a:lnTo>
                  <a:lnTo>
                    <a:pt x="2072" y="1486"/>
                  </a:lnTo>
                  <a:lnTo>
                    <a:pt x="1905" y="1528"/>
                  </a:lnTo>
                  <a:lnTo>
                    <a:pt x="1863" y="1633"/>
                  </a:lnTo>
                  <a:lnTo>
                    <a:pt x="1905" y="1675"/>
                  </a:lnTo>
                  <a:lnTo>
                    <a:pt x="1989" y="1737"/>
                  </a:lnTo>
                  <a:lnTo>
                    <a:pt x="1989" y="1779"/>
                  </a:lnTo>
                  <a:lnTo>
                    <a:pt x="1926" y="1758"/>
                  </a:lnTo>
                  <a:lnTo>
                    <a:pt x="1905" y="1779"/>
                  </a:lnTo>
                  <a:lnTo>
                    <a:pt x="1800" y="1696"/>
                  </a:lnTo>
                  <a:lnTo>
                    <a:pt x="1800" y="1654"/>
                  </a:lnTo>
                  <a:lnTo>
                    <a:pt x="1758" y="1570"/>
                  </a:lnTo>
                  <a:lnTo>
                    <a:pt x="1696" y="1591"/>
                  </a:lnTo>
                  <a:lnTo>
                    <a:pt x="1654" y="1675"/>
                  </a:lnTo>
                  <a:lnTo>
                    <a:pt x="1570" y="1696"/>
                  </a:lnTo>
                  <a:lnTo>
                    <a:pt x="1591" y="1779"/>
                  </a:lnTo>
                  <a:lnTo>
                    <a:pt x="1654" y="1863"/>
                  </a:lnTo>
                  <a:lnTo>
                    <a:pt x="1654" y="1989"/>
                  </a:lnTo>
                  <a:lnTo>
                    <a:pt x="1717" y="2072"/>
                  </a:lnTo>
                  <a:lnTo>
                    <a:pt x="1800" y="2072"/>
                  </a:lnTo>
                  <a:lnTo>
                    <a:pt x="1926" y="2093"/>
                  </a:lnTo>
                  <a:lnTo>
                    <a:pt x="1968" y="2156"/>
                  </a:lnTo>
                  <a:lnTo>
                    <a:pt x="1905" y="2198"/>
                  </a:lnTo>
                  <a:lnTo>
                    <a:pt x="1968" y="2261"/>
                  </a:lnTo>
                  <a:cubicBezTo>
                    <a:pt x="1926" y="2281"/>
                    <a:pt x="1926" y="2323"/>
                    <a:pt x="1926" y="2365"/>
                  </a:cubicBezTo>
                  <a:lnTo>
                    <a:pt x="1905" y="2386"/>
                  </a:lnTo>
                  <a:lnTo>
                    <a:pt x="1863" y="2386"/>
                  </a:lnTo>
                  <a:lnTo>
                    <a:pt x="1779" y="2407"/>
                  </a:lnTo>
                  <a:lnTo>
                    <a:pt x="1675" y="2261"/>
                  </a:lnTo>
                  <a:lnTo>
                    <a:pt x="1612" y="2281"/>
                  </a:lnTo>
                  <a:cubicBezTo>
                    <a:pt x="1591" y="2261"/>
                    <a:pt x="1570" y="2261"/>
                    <a:pt x="1549" y="2219"/>
                  </a:cubicBezTo>
                  <a:lnTo>
                    <a:pt x="1549" y="2198"/>
                  </a:lnTo>
                  <a:lnTo>
                    <a:pt x="1465" y="2114"/>
                  </a:lnTo>
                  <a:lnTo>
                    <a:pt x="1465" y="2177"/>
                  </a:lnTo>
                  <a:cubicBezTo>
                    <a:pt x="1465" y="2177"/>
                    <a:pt x="1445" y="2177"/>
                    <a:pt x="1445" y="2156"/>
                  </a:cubicBezTo>
                  <a:cubicBezTo>
                    <a:pt x="1403" y="2156"/>
                    <a:pt x="1403" y="2156"/>
                    <a:pt x="1382" y="2177"/>
                  </a:cubicBezTo>
                  <a:lnTo>
                    <a:pt x="1403" y="2093"/>
                  </a:lnTo>
                  <a:lnTo>
                    <a:pt x="1382" y="2009"/>
                  </a:lnTo>
                  <a:lnTo>
                    <a:pt x="1298" y="1863"/>
                  </a:lnTo>
                  <a:lnTo>
                    <a:pt x="1235" y="1863"/>
                  </a:lnTo>
                  <a:lnTo>
                    <a:pt x="1089" y="1779"/>
                  </a:lnTo>
                  <a:lnTo>
                    <a:pt x="1026" y="1612"/>
                  </a:lnTo>
                  <a:lnTo>
                    <a:pt x="1047" y="1654"/>
                  </a:lnTo>
                  <a:lnTo>
                    <a:pt x="1173" y="1591"/>
                  </a:lnTo>
                  <a:lnTo>
                    <a:pt x="1173" y="1445"/>
                  </a:lnTo>
                  <a:lnTo>
                    <a:pt x="1131" y="1340"/>
                  </a:lnTo>
                  <a:lnTo>
                    <a:pt x="1193" y="1256"/>
                  </a:lnTo>
                  <a:lnTo>
                    <a:pt x="1298" y="1235"/>
                  </a:lnTo>
                  <a:lnTo>
                    <a:pt x="1382" y="1298"/>
                  </a:lnTo>
                  <a:lnTo>
                    <a:pt x="1445" y="1277"/>
                  </a:lnTo>
                  <a:lnTo>
                    <a:pt x="1486" y="1298"/>
                  </a:lnTo>
                  <a:lnTo>
                    <a:pt x="1507" y="1256"/>
                  </a:lnTo>
                  <a:lnTo>
                    <a:pt x="1549" y="1152"/>
                  </a:lnTo>
                  <a:lnTo>
                    <a:pt x="1445" y="1047"/>
                  </a:lnTo>
                  <a:lnTo>
                    <a:pt x="1382" y="1110"/>
                  </a:lnTo>
                  <a:lnTo>
                    <a:pt x="1256" y="1110"/>
                  </a:lnTo>
                  <a:lnTo>
                    <a:pt x="1193" y="1026"/>
                  </a:lnTo>
                  <a:lnTo>
                    <a:pt x="1152" y="921"/>
                  </a:lnTo>
                  <a:lnTo>
                    <a:pt x="1089" y="921"/>
                  </a:lnTo>
                  <a:lnTo>
                    <a:pt x="1152" y="859"/>
                  </a:lnTo>
                  <a:lnTo>
                    <a:pt x="1152" y="754"/>
                  </a:lnTo>
                  <a:lnTo>
                    <a:pt x="1131" y="754"/>
                  </a:lnTo>
                  <a:cubicBezTo>
                    <a:pt x="1131" y="733"/>
                    <a:pt x="1152" y="712"/>
                    <a:pt x="1152" y="691"/>
                  </a:cubicBezTo>
                  <a:lnTo>
                    <a:pt x="1173" y="691"/>
                  </a:lnTo>
                  <a:lnTo>
                    <a:pt x="1277" y="503"/>
                  </a:lnTo>
                  <a:lnTo>
                    <a:pt x="1256" y="377"/>
                  </a:lnTo>
                  <a:lnTo>
                    <a:pt x="1277" y="315"/>
                  </a:lnTo>
                  <a:lnTo>
                    <a:pt x="1256" y="210"/>
                  </a:lnTo>
                  <a:lnTo>
                    <a:pt x="1340" y="64"/>
                  </a:lnTo>
                  <a:lnTo>
                    <a:pt x="129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1" name="Google Shape;2431;p56"/>
            <p:cNvSpPr/>
            <p:nvPr/>
          </p:nvSpPr>
          <p:spPr>
            <a:xfrm>
              <a:off x="3772256" y="2560208"/>
              <a:ext cx="138282" cy="153495"/>
            </a:xfrm>
            <a:custGeom>
              <a:avLst/>
              <a:gdLst/>
              <a:ahLst/>
              <a:cxnLst/>
              <a:rect l="l" t="t" r="r" b="b"/>
              <a:pathLst>
                <a:path w="11613" h="13497" extrusionOk="0">
                  <a:moveTo>
                    <a:pt x="9792" y="1"/>
                  </a:moveTo>
                  <a:lnTo>
                    <a:pt x="9709" y="64"/>
                  </a:lnTo>
                  <a:lnTo>
                    <a:pt x="9709" y="126"/>
                  </a:lnTo>
                  <a:lnTo>
                    <a:pt x="9792" y="231"/>
                  </a:lnTo>
                  <a:lnTo>
                    <a:pt x="9730" y="273"/>
                  </a:lnTo>
                  <a:lnTo>
                    <a:pt x="9688" y="273"/>
                  </a:lnTo>
                  <a:lnTo>
                    <a:pt x="9604" y="168"/>
                  </a:lnTo>
                  <a:lnTo>
                    <a:pt x="9541" y="231"/>
                  </a:lnTo>
                  <a:lnTo>
                    <a:pt x="9520" y="336"/>
                  </a:lnTo>
                  <a:lnTo>
                    <a:pt x="9541" y="357"/>
                  </a:lnTo>
                  <a:lnTo>
                    <a:pt x="9625" y="357"/>
                  </a:lnTo>
                  <a:lnTo>
                    <a:pt x="9688" y="419"/>
                  </a:lnTo>
                  <a:lnTo>
                    <a:pt x="9646" y="440"/>
                  </a:lnTo>
                  <a:lnTo>
                    <a:pt x="9604" y="482"/>
                  </a:lnTo>
                  <a:lnTo>
                    <a:pt x="9604" y="566"/>
                  </a:lnTo>
                  <a:lnTo>
                    <a:pt x="9520" y="587"/>
                  </a:lnTo>
                  <a:lnTo>
                    <a:pt x="9520" y="670"/>
                  </a:lnTo>
                  <a:lnTo>
                    <a:pt x="9541" y="691"/>
                  </a:lnTo>
                  <a:lnTo>
                    <a:pt x="9479" y="754"/>
                  </a:lnTo>
                  <a:lnTo>
                    <a:pt x="9520" y="859"/>
                  </a:lnTo>
                  <a:lnTo>
                    <a:pt x="9479" y="901"/>
                  </a:lnTo>
                  <a:lnTo>
                    <a:pt x="9416" y="859"/>
                  </a:lnTo>
                  <a:lnTo>
                    <a:pt x="9332" y="901"/>
                  </a:lnTo>
                  <a:lnTo>
                    <a:pt x="9332" y="942"/>
                  </a:lnTo>
                  <a:lnTo>
                    <a:pt x="9269" y="984"/>
                  </a:lnTo>
                  <a:lnTo>
                    <a:pt x="9228" y="880"/>
                  </a:lnTo>
                  <a:lnTo>
                    <a:pt x="9332" y="670"/>
                  </a:lnTo>
                  <a:lnTo>
                    <a:pt x="9269" y="649"/>
                  </a:lnTo>
                  <a:lnTo>
                    <a:pt x="9269" y="587"/>
                  </a:lnTo>
                  <a:lnTo>
                    <a:pt x="9311" y="545"/>
                  </a:lnTo>
                  <a:lnTo>
                    <a:pt x="9311" y="357"/>
                  </a:lnTo>
                  <a:lnTo>
                    <a:pt x="9290" y="315"/>
                  </a:lnTo>
                  <a:lnTo>
                    <a:pt x="9228" y="315"/>
                  </a:lnTo>
                  <a:lnTo>
                    <a:pt x="9102" y="545"/>
                  </a:lnTo>
                  <a:lnTo>
                    <a:pt x="9081" y="670"/>
                  </a:lnTo>
                  <a:lnTo>
                    <a:pt x="8956" y="880"/>
                  </a:lnTo>
                  <a:lnTo>
                    <a:pt x="8893" y="1005"/>
                  </a:lnTo>
                  <a:lnTo>
                    <a:pt x="8956" y="1068"/>
                  </a:lnTo>
                  <a:lnTo>
                    <a:pt x="8914" y="1193"/>
                  </a:lnTo>
                  <a:lnTo>
                    <a:pt x="8767" y="1361"/>
                  </a:lnTo>
                  <a:lnTo>
                    <a:pt x="8704" y="1382"/>
                  </a:lnTo>
                  <a:lnTo>
                    <a:pt x="8704" y="1298"/>
                  </a:lnTo>
                  <a:lnTo>
                    <a:pt x="8663" y="1214"/>
                  </a:lnTo>
                  <a:lnTo>
                    <a:pt x="8767" y="1068"/>
                  </a:lnTo>
                  <a:lnTo>
                    <a:pt x="8746" y="963"/>
                  </a:lnTo>
                  <a:lnTo>
                    <a:pt x="8788" y="880"/>
                  </a:lnTo>
                  <a:lnTo>
                    <a:pt x="8746" y="775"/>
                  </a:lnTo>
                  <a:lnTo>
                    <a:pt x="8893" y="587"/>
                  </a:lnTo>
                  <a:lnTo>
                    <a:pt x="8914" y="482"/>
                  </a:lnTo>
                  <a:lnTo>
                    <a:pt x="8956" y="461"/>
                  </a:lnTo>
                  <a:lnTo>
                    <a:pt x="8956" y="419"/>
                  </a:lnTo>
                  <a:lnTo>
                    <a:pt x="8851" y="419"/>
                  </a:lnTo>
                  <a:lnTo>
                    <a:pt x="8767" y="315"/>
                  </a:lnTo>
                  <a:lnTo>
                    <a:pt x="8704" y="336"/>
                  </a:lnTo>
                  <a:lnTo>
                    <a:pt x="8746" y="440"/>
                  </a:lnTo>
                  <a:lnTo>
                    <a:pt x="8663" y="482"/>
                  </a:lnTo>
                  <a:lnTo>
                    <a:pt x="8663" y="419"/>
                  </a:lnTo>
                  <a:lnTo>
                    <a:pt x="8579" y="336"/>
                  </a:lnTo>
                  <a:lnTo>
                    <a:pt x="8495" y="315"/>
                  </a:lnTo>
                  <a:lnTo>
                    <a:pt x="8432" y="336"/>
                  </a:lnTo>
                  <a:lnTo>
                    <a:pt x="8453" y="482"/>
                  </a:lnTo>
                  <a:lnTo>
                    <a:pt x="8391" y="545"/>
                  </a:lnTo>
                  <a:lnTo>
                    <a:pt x="8349" y="482"/>
                  </a:lnTo>
                  <a:lnTo>
                    <a:pt x="8286" y="461"/>
                  </a:lnTo>
                  <a:lnTo>
                    <a:pt x="8244" y="482"/>
                  </a:lnTo>
                  <a:lnTo>
                    <a:pt x="8265" y="545"/>
                  </a:lnTo>
                  <a:lnTo>
                    <a:pt x="8391" y="608"/>
                  </a:lnTo>
                  <a:lnTo>
                    <a:pt x="8432" y="733"/>
                  </a:lnTo>
                  <a:lnTo>
                    <a:pt x="8391" y="775"/>
                  </a:lnTo>
                  <a:lnTo>
                    <a:pt x="8349" y="691"/>
                  </a:lnTo>
                  <a:lnTo>
                    <a:pt x="8265" y="775"/>
                  </a:lnTo>
                  <a:lnTo>
                    <a:pt x="8265" y="838"/>
                  </a:lnTo>
                  <a:lnTo>
                    <a:pt x="8286" y="880"/>
                  </a:lnTo>
                  <a:lnTo>
                    <a:pt x="8265" y="901"/>
                  </a:lnTo>
                  <a:lnTo>
                    <a:pt x="8160" y="859"/>
                  </a:lnTo>
                  <a:lnTo>
                    <a:pt x="8119" y="859"/>
                  </a:lnTo>
                  <a:lnTo>
                    <a:pt x="8035" y="963"/>
                  </a:lnTo>
                  <a:lnTo>
                    <a:pt x="7951" y="1005"/>
                  </a:lnTo>
                  <a:lnTo>
                    <a:pt x="7951" y="1047"/>
                  </a:lnTo>
                  <a:lnTo>
                    <a:pt x="8014" y="1068"/>
                  </a:lnTo>
                  <a:lnTo>
                    <a:pt x="7909" y="1131"/>
                  </a:lnTo>
                  <a:lnTo>
                    <a:pt x="7868" y="1214"/>
                  </a:lnTo>
                  <a:lnTo>
                    <a:pt x="7972" y="1319"/>
                  </a:lnTo>
                  <a:lnTo>
                    <a:pt x="7909" y="1382"/>
                  </a:lnTo>
                  <a:lnTo>
                    <a:pt x="7972" y="1424"/>
                  </a:lnTo>
                  <a:lnTo>
                    <a:pt x="8035" y="1466"/>
                  </a:lnTo>
                  <a:lnTo>
                    <a:pt x="7972" y="1507"/>
                  </a:lnTo>
                  <a:lnTo>
                    <a:pt x="7847" y="1507"/>
                  </a:lnTo>
                  <a:lnTo>
                    <a:pt x="7805" y="1361"/>
                  </a:lnTo>
                  <a:lnTo>
                    <a:pt x="7742" y="1319"/>
                  </a:lnTo>
                  <a:lnTo>
                    <a:pt x="7805" y="1277"/>
                  </a:lnTo>
                  <a:lnTo>
                    <a:pt x="7721" y="1214"/>
                  </a:lnTo>
                  <a:lnTo>
                    <a:pt x="7491" y="1214"/>
                  </a:lnTo>
                  <a:lnTo>
                    <a:pt x="7303" y="1089"/>
                  </a:lnTo>
                  <a:lnTo>
                    <a:pt x="7240" y="1089"/>
                  </a:lnTo>
                  <a:lnTo>
                    <a:pt x="7198" y="1131"/>
                  </a:lnTo>
                  <a:lnTo>
                    <a:pt x="7177" y="1068"/>
                  </a:lnTo>
                  <a:lnTo>
                    <a:pt x="7072" y="1173"/>
                  </a:lnTo>
                  <a:lnTo>
                    <a:pt x="6968" y="1173"/>
                  </a:lnTo>
                  <a:lnTo>
                    <a:pt x="6968" y="1214"/>
                  </a:lnTo>
                  <a:lnTo>
                    <a:pt x="7093" y="1382"/>
                  </a:lnTo>
                  <a:lnTo>
                    <a:pt x="7177" y="1382"/>
                  </a:lnTo>
                  <a:lnTo>
                    <a:pt x="7219" y="1424"/>
                  </a:lnTo>
                  <a:lnTo>
                    <a:pt x="7344" y="1424"/>
                  </a:lnTo>
                  <a:lnTo>
                    <a:pt x="7303" y="1528"/>
                  </a:lnTo>
                  <a:lnTo>
                    <a:pt x="7303" y="1633"/>
                  </a:lnTo>
                  <a:lnTo>
                    <a:pt x="7407" y="1779"/>
                  </a:lnTo>
                  <a:lnTo>
                    <a:pt x="7386" y="1842"/>
                  </a:lnTo>
                  <a:lnTo>
                    <a:pt x="7303" y="1800"/>
                  </a:lnTo>
                  <a:lnTo>
                    <a:pt x="7219" y="1654"/>
                  </a:lnTo>
                  <a:lnTo>
                    <a:pt x="7114" y="1612"/>
                  </a:lnTo>
                  <a:lnTo>
                    <a:pt x="7072" y="1528"/>
                  </a:lnTo>
                  <a:lnTo>
                    <a:pt x="7031" y="1633"/>
                  </a:lnTo>
                  <a:lnTo>
                    <a:pt x="6968" y="1717"/>
                  </a:lnTo>
                  <a:lnTo>
                    <a:pt x="6926" y="1591"/>
                  </a:lnTo>
                  <a:lnTo>
                    <a:pt x="6863" y="1633"/>
                  </a:lnTo>
                  <a:lnTo>
                    <a:pt x="6863" y="1717"/>
                  </a:lnTo>
                  <a:lnTo>
                    <a:pt x="6759" y="1800"/>
                  </a:lnTo>
                  <a:lnTo>
                    <a:pt x="6759" y="1884"/>
                  </a:lnTo>
                  <a:lnTo>
                    <a:pt x="6884" y="1947"/>
                  </a:lnTo>
                  <a:lnTo>
                    <a:pt x="6926" y="2051"/>
                  </a:lnTo>
                  <a:lnTo>
                    <a:pt x="6821" y="2030"/>
                  </a:lnTo>
                  <a:lnTo>
                    <a:pt x="6779" y="1989"/>
                  </a:lnTo>
                  <a:lnTo>
                    <a:pt x="6696" y="2114"/>
                  </a:lnTo>
                  <a:lnTo>
                    <a:pt x="6675" y="2177"/>
                  </a:lnTo>
                  <a:lnTo>
                    <a:pt x="6549" y="2302"/>
                  </a:lnTo>
                  <a:lnTo>
                    <a:pt x="6549" y="2219"/>
                  </a:lnTo>
                  <a:lnTo>
                    <a:pt x="6654" y="2156"/>
                  </a:lnTo>
                  <a:lnTo>
                    <a:pt x="6591" y="2093"/>
                  </a:lnTo>
                  <a:lnTo>
                    <a:pt x="6696" y="1926"/>
                  </a:lnTo>
                  <a:lnTo>
                    <a:pt x="6612" y="1612"/>
                  </a:lnTo>
                  <a:lnTo>
                    <a:pt x="6549" y="1654"/>
                  </a:lnTo>
                  <a:lnTo>
                    <a:pt x="6403" y="1842"/>
                  </a:lnTo>
                  <a:lnTo>
                    <a:pt x="6403" y="2010"/>
                  </a:lnTo>
                  <a:lnTo>
                    <a:pt x="6445" y="2051"/>
                  </a:lnTo>
                  <a:lnTo>
                    <a:pt x="6340" y="2156"/>
                  </a:lnTo>
                  <a:lnTo>
                    <a:pt x="6340" y="2051"/>
                  </a:lnTo>
                  <a:lnTo>
                    <a:pt x="6382" y="1947"/>
                  </a:lnTo>
                  <a:lnTo>
                    <a:pt x="6340" y="1800"/>
                  </a:lnTo>
                  <a:lnTo>
                    <a:pt x="6277" y="1779"/>
                  </a:lnTo>
                  <a:lnTo>
                    <a:pt x="6173" y="1842"/>
                  </a:lnTo>
                  <a:lnTo>
                    <a:pt x="6089" y="1989"/>
                  </a:lnTo>
                  <a:lnTo>
                    <a:pt x="6152" y="2114"/>
                  </a:lnTo>
                  <a:lnTo>
                    <a:pt x="6152" y="2177"/>
                  </a:lnTo>
                  <a:lnTo>
                    <a:pt x="6298" y="2323"/>
                  </a:lnTo>
                  <a:lnTo>
                    <a:pt x="6340" y="2407"/>
                  </a:lnTo>
                  <a:lnTo>
                    <a:pt x="6277" y="2512"/>
                  </a:lnTo>
                  <a:lnTo>
                    <a:pt x="6235" y="2344"/>
                  </a:lnTo>
                  <a:lnTo>
                    <a:pt x="6131" y="2302"/>
                  </a:lnTo>
                  <a:lnTo>
                    <a:pt x="6047" y="2114"/>
                  </a:lnTo>
                  <a:lnTo>
                    <a:pt x="5984" y="2093"/>
                  </a:lnTo>
                  <a:lnTo>
                    <a:pt x="5859" y="2135"/>
                  </a:lnTo>
                  <a:lnTo>
                    <a:pt x="5838" y="2219"/>
                  </a:lnTo>
                  <a:lnTo>
                    <a:pt x="5984" y="2323"/>
                  </a:lnTo>
                  <a:lnTo>
                    <a:pt x="6047" y="2323"/>
                  </a:lnTo>
                  <a:lnTo>
                    <a:pt x="6089" y="2365"/>
                  </a:lnTo>
                  <a:lnTo>
                    <a:pt x="5984" y="2344"/>
                  </a:lnTo>
                  <a:lnTo>
                    <a:pt x="5880" y="2407"/>
                  </a:lnTo>
                  <a:lnTo>
                    <a:pt x="5963" y="2512"/>
                  </a:lnTo>
                  <a:lnTo>
                    <a:pt x="5838" y="2428"/>
                  </a:lnTo>
                  <a:lnTo>
                    <a:pt x="5838" y="2302"/>
                  </a:lnTo>
                  <a:lnTo>
                    <a:pt x="5775" y="2261"/>
                  </a:lnTo>
                  <a:lnTo>
                    <a:pt x="5754" y="2156"/>
                  </a:lnTo>
                  <a:lnTo>
                    <a:pt x="5712" y="2219"/>
                  </a:lnTo>
                  <a:lnTo>
                    <a:pt x="5671" y="2365"/>
                  </a:lnTo>
                  <a:lnTo>
                    <a:pt x="5733" y="2428"/>
                  </a:lnTo>
                  <a:lnTo>
                    <a:pt x="5712" y="2554"/>
                  </a:lnTo>
                  <a:lnTo>
                    <a:pt x="5629" y="2512"/>
                  </a:lnTo>
                  <a:lnTo>
                    <a:pt x="5545" y="2533"/>
                  </a:lnTo>
                  <a:lnTo>
                    <a:pt x="5419" y="2658"/>
                  </a:lnTo>
                  <a:lnTo>
                    <a:pt x="5440" y="2679"/>
                  </a:lnTo>
                  <a:lnTo>
                    <a:pt x="5524" y="2658"/>
                  </a:lnTo>
                  <a:lnTo>
                    <a:pt x="5608" y="2763"/>
                  </a:lnTo>
                  <a:lnTo>
                    <a:pt x="5503" y="2763"/>
                  </a:lnTo>
                  <a:lnTo>
                    <a:pt x="5440" y="2826"/>
                  </a:lnTo>
                  <a:lnTo>
                    <a:pt x="5503" y="2846"/>
                  </a:lnTo>
                  <a:lnTo>
                    <a:pt x="5461" y="2888"/>
                  </a:lnTo>
                  <a:lnTo>
                    <a:pt x="5357" y="2930"/>
                  </a:lnTo>
                  <a:lnTo>
                    <a:pt x="5357" y="2972"/>
                  </a:lnTo>
                  <a:lnTo>
                    <a:pt x="5399" y="2993"/>
                  </a:lnTo>
                  <a:lnTo>
                    <a:pt x="5336" y="2993"/>
                  </a:lnTo>
                  <a:lnTo>
                    <a:pt x="5294" y="2951"/>
                  </a:lnTo>
                  <a:lnTo>
                    <a:pt x="5210" y="2972"/>
                  </a:lnTo>
                  <a:lnTo>
                    <a:pt x="5127" y="3077"/>
                  </a:lnTo>
                  <a:lnTo>
                    <a:pt x="5147" y="3139"/>
                  </a:lnTo>
                  <a:lnTo>
                    <a:pt x="5127" y="3160"/>
                  </a:lnTo>
                  <a:lnTo>
                    <a:pt x="5022" y="3160"/>
                  </a:lnTo>
                  <a:lnTo>
                    <a:pt x="4938" y="3265"/>
                  </a:lnTo>
                  <a:lnTo>
                    <a:pt x="5043" y="3307"/>
                  </a:lnTo>
                  <a:lnTo>
                    <a:pt x="5315" y="3223"/>
                  </a:lnTo>
                  <a:lnTo>
                    <a:pt x="5357" y="3265"/>
                  </a:lnTo>
                  <a:lnTo>
                    <a:pt x="5461" y="3202"/>
                  </a:lnTo>
                  <a:lnTo>
                    <a:pt x="5524" y="3202"/>
                  </a:lnTo>
                  <a:lnTo>
                    <a:pt x="5524" y="3286"/>
                  </a:lnTo>
                  <a:lnTo>
                    <a:pt x="5461" y="3370"/>
                  </a:lnTo>
                  <a:lnTo>
                    <a:pt x="5440" y="3516"/>
                  </a:lnTo>
                  <a:lnTo>
                    <a:pt x="5419" y="3558"/>
                  </a:lnTo>
                  <a:lnTo>
                    <a:pt x="5357" y="3495"/>
                  </a:lnTo>
                  <a:lnTo>
                    <a:pt x="5336" y="3411"/>
                  </a:lnTo>
                  <a:lnTo>
                    <a:pt x="5252" y="3453"/>
                  </a:lnTo>
                  <a:lnTo>
                    <a:pt x="5210" y="3390"/>
                  </a:lnTo>
                  <a:lnTo>
                    <a:pt x="5106" y="3390"/>
                  </a:lnTo>
                  <a:lnTo>
                    <a:pt x="5127" y="3453"/>
                  </a:lnTo>
                  <a:lnTo>
                    <a:pt x="5106" y="3495"/>
                  </a:lnTo>
                  <a:lnTo>
                    <a:pt x="5022" y="3453"/>
                  </a:lnTo>
                  <a:lnTo>
                    <a:pt x="4938" y="3474"/>
                  </a:lnTo>
                  <a:lnTo>
                    <a:pt x="5043" y="3516"/>
                  </a:lnTo>
                  <a:lnTo>
                    <a:pt x="5085" y="3600"/>
                  </a:lnTo>
                  <a:lnTo>
                    <a:pt x="5022" y="3621"/>
                  </a:lnTo>
                  <a:lnTo>
                    <a:pt x="5001" y="3683"/>
                  </a:lnTo>
                  <a:lnTo>
                    <a:pt x="5001" y="3746"/>
                  </a:lnTo>
                  <a:lnTo>
                    <a:pt x="4980" y="3809"/>
                  </a:lnTo>
                  <a:lnTo>
                    <a:pt x="4938" y="3725"/>
                  </a:lnTo>
                  <a:lnTo>
                    <a:pt x="4938" y="3621"/>
                  </a:lnTo>
                  <a:lnTo>
                    <a:pt x="4875" y="3558"/>
                  </a:lnTo>
                  <a:lnTo>
                    <a:pt x="4792" y="3621"/>
                  </a:lnTo>
                  <a:lnTo>
                    <a:pt x="4708" y="3662"/>
                  </a:lnTo>
                  <a:lnTo>
                    <a:pt x="4666" y="3579"/>
                  </a:lnTo>
                  <a:lnTo>
                    <a:pt x="4687" y="3516"/>
                  </a:lnTo>
                  <a:lnTo>
                    <a:pt x="4624" y="3516"/>
                  </a:lnTo>
                  <a:lnTo>
                    <a:pt x="4520" y="3621"/>
                  </a:lnTo>
                  <a:lnTo>
                    <a:pt x="4603" y="3704"/>
                  </a:lnTo>
                  <a:lnTo>
                    <a:pt x="4729" y="3704"/>
                  </a:lnTo>
                  <a:lnTo>
                    <a:pt x="4834" y="3746"/>
                  </a:lnTo>
                  <a:lnTo>
                    <a:pt x="4792" y="3830"/>
                  </a:lnTo>
                  <a:lnTo>
                    <a:pt x="4583" y="3893"/>
                  </a:lnTo>
                  <a:lnTo>
                    <a:pt x="4520" y="3830"/>
                  </a:lnTo>
                  <a:lnTo>
                    <a:pt x="4457" y="3830"/>
                  </a:lnTo>
                  <a:lnTo>
                    <a:pt x="4394" y="3934"/>
                  </a:lnTo>
                  <a:lnTo>
                    <a:pt x="4478" y="4018"/>
                  </a:lnTo>
                  <a:lnTo>
                    <a:pt x="4394" y="4102"/>
                  </a:lnTo>
                  <a:lnTo>
                    <a:pt x="4478" y="4102"/>
                  </a:lnTo>
                  <a:lnTo>
                    <a:pt x="4583" y="3976"/>
                  </a:lnTo>
                  <a:lnTo>
                    <a:pt x="4687" y="3976"/>
                  </a:lnTo>
                  <a:lnTo>
                    <a:pt x="4729" y="4039"/>
                  </a:lnTo>
                  <a:lnTo>
                    <a:pt x="4583" y="4081"/>
                  </a:lnTo>
                  <a:lnTo>
                    <a:pt x="4562" y="4186"/>
                  </a:lnTo>
                  <a:lnTo>
                    <a:pt x="4603" y="4248"/>
                  </a:lnTo>
                  <a:lnTo>
                    <a:pt x="4729" y="4332"/>
                  </a:lnTo>
                  <a:lnTo>
                    <a:pt x="4729" y="4416"/>
                  </a:lnTo>
                  <a:lnTo>
                    <a:pt x="4666" y="4353"/>
                  </a:lnTo>
                  <a:lnTo>
                    <a:pt x="4583" y="4353"/>
                  </a:lnTo>
                  <a:lnTo>
                    <a:pt x="4499" y="4248"/>
                  </a:lnTo>
                  <a:lnTo>
                    <a:pt x="4457" y="4248"/>
                  </a:lnTo>
                  <a:lnTo>
                    <a:pt x="4373" y="4332"/>
                  </a:lnTo>
                  <a:lnTo>
                    <a:pt x="4457" y="4395"/>
                  </a:lnTo>
                  <a:lnTo>
                    <a:pt x="4352" y="4416"/>
                  </a:lnTo>
                  <a:lnTo>
                    <a:pt x="4248" y="4499"/>
                  </a:lnTo>
                  <a:lnTo>
                    <a:pt x="4248" y="4541"/>
                  </a:lnTo>
                  <a:lnTo>
                    <a:pt x="4352" y="4604"/>
                  </a:lnTo>
                  <a:lnTo>
                    <a:pt x="4457" y="4541"/>
                  </a:lnTo>
                  <a:lnTo>
                    <a:pt x="4499" y="4604"/>
                  </a:lnTo>
                  <a:lnTo>
                    <a:pt x="4603" y="4562"/>
                  </a:lnTo>
                  <a:lnTo>
                    <a:pt x="4624" y="4646"/>
                  </a:lnTo>
                  <a:lnTo>
                    <a:pt x="4708" y="4709"/>
                  </a:lnTo>
                  <a:lnTo>
                    <a:pt x="4708" y="4751"/>
                  </a:lnTo>
                  <a:lnTo>
                    <a:pt x="4562" y="4667"/>
                  </a:lnTo>
                  <a:lnTo>
                    <a:pt x="4415" y="4667"/>
                  </a:lnTo>
                  <a:lnTo>
                    <a:pt x="4373" y="4709"/>
                  </a:lnTo>
                  <a:lnTo>
                    <a:pt x="4206" y="4730"/>
                  </a:lnTo>
                  <a:lnTo>
                    <a:pt x="4206" y="4792"/>
                  </a:lnTo>
                  <a:lnTo>
                    <a:pt x="4143" y="4855"/>
                  </a:lnTo>
                  <a:lnTo>
                    <a:pt x="4080" y="4834"/>
                  </a:lnTo>
                  <a:lnTo>
                    <a:pt x="3955" y="4918"/>
                  </a:lnTo>
                  <a:lnTo>
                    <a:pt x="3871" y="4918"/>
                  </a:lnTo>
                  <a:lnTo>
                    <a:pt x="3850" y="4960"/>
                  </a:lnTo>
                  <a:lnTo>
                    <a:pt x="3955" y="4981"/>
                  </a:lnTo>
                  <a:lnTo>
                    <a:pt x="3997" y="5064"/>
                  </a:lnTo>
                  <a:lnTo>
                    <a:pt x="3934" y="5127"/>
                  </a:lnTo>
                  <a:lnTo>
                    <a:pt x="3871" y="5085"/>
                  </a:lnTo>
                  <a:lnTo>
                    <a:pt x="3850" y="5127"/>
                  </a:lnTo>
                  <a:lnTo>
                    <a:pt x="3934" y="5169"/>
                  </a:lnTo>
                  <a:lnTo>
                    <a:pt x="3892" y="5232"/>
                  </a:lnTo>
                  <a:lnTo>
                    <a:pt x="3787" y="5190"/>
                  </a:lnTo>
                  <a:lnTo>
                    <a:pt x="3766" y="5169"/>
                  </a:lnTo>
                  <a:lnTo>
                    <a:pt x="3746" y="5190"/>
                  </a:lnTo>
                  <a:lnTo>
                    <a:pt x="3829" y="5274"/>
                  </a:lnTo>
                  <a:lnTo>
                    <a:pt x="3766" y="5295"/>
                  </a:lnTo>
                  <a:lnTo>
                    <a:pt x="3787" y="5378"/>
                  </a:lnTo>
                  <a:lnTo>
                    <a:pt x="3850" y="5378"/>
                  </a:lnTo>
                  <a:lnTo>
                    <a:pt x="3787" y="5399"/>
                  </a:lnTo>
                  <a:lnTo>
                    <a:pt x="3725" y="5441"/>
                  </a:lnTo>
                  <a:lnTo>
                    <a:pt x="3662" y="5378"/>
                  </a:lnTo>
                  <a:lnTo>
                    <a:pt x="3662" y="5462"/>
                  </a:lnTo>
                  <a:lnTo>
                    <a:pt x="3641" y="5504"/>
                  </a:lnTo>
                  <a:lnTo>
                    <a:pt x="3683" y="5546"/>
                  </a:lnTo>
                  <a:lnTo>
                    <a:pt x="3850" y="5587"/>
                  </a:lnTo>
                  <a:lnTo>
                    <a:pt x="3871" y="5671"/>
                  </a:lnTo>
                  <a:lnTo>
                    <a:pt x="3934" y="5671"/>
                  </a:lnTo>
                  <a:lnTo>
                    <a:pt x="4039" y="5650"/>
                  </a:lnTo>
                  <a:lnTo>
                    <a:pt x="3955" y="5692"/>
                  </a:lnTo>
                  <a:lnTo>
                    <a:pt x="3955" y="5755"/>
                  </a:lnTo>
                  <a:lnTo>
                    <a:pt x="3850" y="5755"/>
                  </a:lnTo>
                  <a:lnTo>
                    <a:pt x="3829" y="5713"/>
                  </a:lnTo>
                  <a:lnTo>
                    <a:pt x="3662" y="5713"/>
                  </a:lnTo>
                  <a:lnTo>
                    <a:pt x="3557" y="5818"/>
                  </a:lnTo>
                  <a:lnTo>
                    <a:pt x="3578" y="5839"/>
                  </a:lnTo>
                  <a:lnTo>
                    <a:pt x="3683" y="5839"/>
                  </a:lnTo>
                  <a:lnTo>
                    <a:pt x="3725" y="5922"/>
                  </a:lnTo>
                  <a:lnTo>
                    <a:pt x="3766" y="5985"/>
                  </a:lnTo>
                  <a:lnTo>
                    <a:pt x="3766" y="6069"/>
                  </a:lnTo>
                  <a:lnTo>
                    <a:pt x="3683" y="6006"/>
                  </a:lnTo>
                  <a:lnTo>
                    <a:pt x="3641" y="6006"/>
                  </a:lnTo>
                  <a:lnTo>
                    <a:pt x="3578" y="6069"/>
                  </a:lnTo>
                  <a:lnTo>
                    <a:pt x="3578" y="6131"/>
                  </a:lnTo>
                  <a:lnTo>
                    <a:pt x="3557" y="6173"/>
                  </a:lnTo>
                  <a:lnTo>
                    <a:pt x="3620" y="6215"/>
                  </a:lnTo>
                  <a:lnTo>
                    <a:pt x="3641" y="6299"/>
                  </a:lnTo>
                  <a:lnTo>
                    <a:pt x="3578" y="6299"/>
                  </a:lnTo>
                  <a:lnTo>
                    <a:pt x="3515" y="6236"/>
                  </a:lnTo>
                  <a:lnTo>
                    <a:pt x="3474" y="6278"/>
                  </a:lnTo>
                  <a:lnTo>
                    <a:pt x="3474" y="6341"/>
                  </a:lnTo>
                  <a:lnTo>
                    <a:pt x="3578" y="6362"/>
                  </a:lnTo>
                  <a:lnTo>
                    <a:pt x="3578" y="6424"/>
                  </a:lnTo>
                  <a:lnTo>
                    <a:pt x="3578" y="6508"/>
                  </a:lnTo>
                  <a:lnTo>
                    <a:pt x="3453" y="6403"/>
                  </a:lnTo>
                  <a:lnTo>
                    <a:pt x="3411" y="6445"/>
                  </a:lnTo>
                  <a:lnTo>
                    <a:pt x="3411" y="6529"/>
                  </a:lnTo>
                  <a:lnTo>
                    <a:pt x="3432" y="6529"/>
                  </a:lnTo>
                  <a:lnTo>
                    <a:pt x="3432" y="6634"/>
                  </a:lnTo>
                  <a:lnTo>
                    <a:pt x="3474" y="6738"/>
                  </a:lnTo>
                  <a:lnTo>
                    <a:pt x="3536" y="6738"/>
                  </a:lnTo>
                  <a:lnTo>
                    <a:pt x="3578" y="6634"/>
                  </a:lnTo>
                  <a:lnTo>
                    <a:pt x="3641" y="6634"/>
                  </a:lnTo>
                  <a:lnTo>
                    <a:pt x="3578" y="6759"/>
                  </a:lnTo>
                  <a:lnTo>
                    <a:pt x="3536" y="6801"/>
                  </a:lnTo>
                  <a:lnTo>
                    <a:pt x="3432" y="6885"/>
                  </a:lnTo>
                  <a:lnTo>
                    <a:pt x="3348" y="6885"/>
                  </a:lnTo>
                  <a:lnTo>
                    <a:pt x="3264" y="6927"/>
                  </a:lnTo>
                  <a:lnTo>
                    <a:pt x="3264" y="6968"/>
                  </a:lnTo>
                  <a:lnTo>
                    <a:pt x="3202" y="7031"/>
                  </a:lnTo>
                  <a:lnTo>
                    <a:pt x="3118" y="7073"/>
                  </a:lnTo>
                  <a:lnTo>
                    <a:pt x="3202" y="7136"/>
                  </a:lnTo>
                  <a:lnTo>
                    <a:pt x="3160" y="7157"/>
                  </a:lnTo>
                  <a:lnTo>
                    <a:pt x="3013" y="7178"/>
                  </a:lnTo>
                  <a:lnTo>
                    <a:pt x="2950" y="7261"/>
                  </a:lnTo>
                  <a:lnTo>
                    <a:pt x="2950" y="7324"/>
                  </a:lnTo>
                  <a:lnTo>
                    <a:pt x="3055" y="7345"/>
                  </a:lnTo>
                  <a:lnTo>
                    <a:pt x="2992" y="7387"/>
                  </a:lnTo>
                  <a:lnTo>
                    <a:pt x="2930" y="7492"/>
                  </a:lnTo>
                  <a:lnTo>
                    <a:pt x="2846" y="7492"/>
                  </a:lnTo>
                  <a:lnTo>
                    <a:pt x="2825" y="7408"/>
                  </a:lnTo>
                  <a:lnTo>
                    <a:pt x="2783" y="7366"/>
                  </a:lnTo>
                  <a:lnTo>
                    <a:pt x="2741" y="7408"/>
                  </a:lnTo>
                  <a:lnTo>
                    <a:pt x="2678" y="7408"/>
                  </a:lnTo>
                  <a:lnTo>
                    <a:pt x="2699" y="7492"/>
                  </a:lnTo>
                  <a:lnTo>
                    <a:pt x="2637" y="7554"/>
                  </a:lnTo>
                  <a:lnTo>
                    <a:pt x="2637" y="7596"/>
                  </a:lnTo>
                  <a:lnTo>
                    <a:pt x="2678" y="7659"/>
                  </a:lnTo>
                  <a:lnTo>
                    <a:pt x="2532" y="7659"/>
                  </a:lnTo>
                  <a:lnTo>
                    <a:pt x="2490" y="7680"/>
                  </a:lnTo>
                  <a:lnTo>
                    <a:pt x="2490" y="7805"/>
                  </a:lnTo>
                  <a:lnTo>
                    <a:pt x="2386" y="7868"/>
                  </a:lnTo>
                  <a:lnTo>
                    <a:pt x="2406" y="7910"/>
                  </a:lnTo>
                  <a:lnTo>
                    <a:pt x="2386" y="8015"/>
                  </a:lnTo>
                  <a:lnTo>
                    <a:pt x="2302" y="8098"/>
                  </a:lnTo>
                  <a:lnTo>
                    <a:pt x="2197" y="8182"/>
                  </a:lnTo>
                  <a:lnTo>
                    <a:pt x="2218" y="8224"/>
                  </a:lnTo>
                  <a:lnTo>
                    <a:pt x="2365" y="8161"/>
                  </a:lnTo>
                  <a:lnTo>
                    <a:pt x="2406" y="8161"/>
                  </a:lnTo>
                  <a:lnTo>
                    <a:pt x="2406" y="8224"/>
                  </a:lnTo>
                  <a:lnTo>
                    <a:pt x="2323" y="8266"/>
                  </a:lnTo>
                  <a:lnTo>
                    <a:pt x="2323" y="8370"/>
                  </a:lnTo>
                  <a:lnTo>
                    <a:pt x="2386" y="8454"/>
                  </a:lnTo>
                  <a:lnTo>
                    <a:pt x="2511" y="8391"/>
                  </a:lnTo>
                  <a:lnTo>
                    <a:pt x="2637" y="8370"/>
                  </a:lnTo>
                  <a:lnTo>
                    <a:pt x="2804" y="8203"/>
                  </a:lnTo>
                  <a:lnTo>
                    <a:pt x="2804" y="8119"/>
                  </a:lnTo>
                  <a:lnTo>
                    <a:pt x="2720" y="8161"/>
                  </a:lnTo>
                  <a:lnTo>
                    <a:pt x="2804" y="8056"/>
                  </a:lnTo>
                  <a:lnTo>
                    <a:pt x="2825" y="7910"/>
                  </a:lnTo>
                  <a:lnTo>
                    <a:pt x="2846" y="7910"/>
                  </a:lnTo>
                  <a:lnTo>
                    <a:pt x="2909" y="7868"/>
                  </a:lnTo>
                  <a:lnTo>
                    <a:pt x="3013" y="7889"/>
                  </a:lnTo>
                  <a:lnTo>
                    <a:pt x="3055" y="7889"/>
                  </a:lnTo>
                  <a:lnTo>
                    <a:pt x="2909" y="7994"/>
                  </a:lnTo>
                  <a:lnTo>
                    <a:pt x="2909" y="8056"/>
                  </a:lnTo>
                  <a:lnTo>
                    <a:pt x="3055" y="8098"/>
                  </a:lnTo>
                  <a:lnTo>
                    <a:pt x="3013" y="8182"/>
                  </a:lnTo>
                  <a:lnTo>
                    <a:pt x="2930" y="8182"/>
                  </a:lnTo>
                  <a:lnTo>
                    <a:pt x="2783" y="8370"/>
                  </a:lnTo>
                  <a:lnTo>
                    <a:pt x="2888" y="8412"/>
                  </a:lnTo>
                  <a:lnTo>
                    <a:pt x="2804" y="8496"/>
                  </a:lnTo>
                  <a:lnTo>
                    <a:pt x="2825" y="8600"/>
                  </a:lnTo>
                  <a:lnTo>
                    <a:pt x="2720" y="8580"/>
                  </a:lnTo>
                  <a:lnTo>
                    <a:pt x="2637" y="8496"/>
                  </a:lnTo>
                  <a:lnTo>
                    <a:pt x="2511" y="8496"/>
                  </a:lnTo>
                  <a:lnTo>
                    <a:pt x="2427" y="8538"/>
                  </a:lnTo>
                  <a:lnTo>
                    <a:pt x="2427" y="8642"/>
                  </a:lnTo>
                  <a:lnTo>
                    <a:pt x="2365" y="8705"/>
                  </a:lnTo>
                  <a:lnTo>
                    <a:pt x="2260" y="8747"/>
                  </a:lnTo>
                  <a:lnTo>
                    <a:pt x="2260" y="8747"/>
                  </a:lnTo>
                  <a:lnTo>
                    <a:pt x="2323" y="8684"/>
                  </a:lnTo>
                  <a:lnTo>
                    <a:pt x="2386" y="8642"/>
                  </a:lnTo>
                  <a:lnTo>
                    <a:pt x="2302" y="8538"/>
                  </a:lnTo>
                  <a:lnTo>
                    <a:pt x="2302" y="8433"/>
                  </a:lnTo>
                  <a:lnTo>
                    <a:pt x="2218" y="8328"/>
                  </a:lnTo>
                  <a:lnTo>
                    <a:pt x="2155" y="8328"/>
                  </a:lnTo>
                  <a:lnTo>
                    <a:pt x="2093" y="8412"/>
                  </a:lnTo>
                  <a:lnTo>
                    <a:pt x="1988" y="8412"/>
                  </a:lnTo>
                  <a:lnTo>
                    <a:pt x="1988" y="8454"/>
                  </a:lnTo>
                  <a:lnTo>
                    <a:pt x="2155" y="8454"/>
                  </a:lnTo>
                  <a:lnTo>
                    <a:pt x="1988" y="8600"/>
                  </a:lnTo>
                  <a:lnTo>
                    <a:pt x="1883" y="8580"/>
                  </a:lnTo>
                  <a:lnTo>
                    <a:pt x="1800" y="8580"/>
                  </a:lnTo>
                  <a:lnTo>
                    <a:pt x="1695" y="8684"/>
                  </a:lnTo>
                  <a:lnTo>
                    <a:pt x="1758" y="8705"/>
                  </a:lnTo>
                  <a:lnTo>
                    <a:pt x="1842" y="8684"/>
                  </a:lnTo>
                  <a:lnTo>
                    <a:pt x="1862" y="8705"/>
                  </a:lnTo>
                  <a:lnTo>
                    <a:pt x="1737" y="8789"/>
                  </a:lnTo>
                  <a:lnTo>
                    <a:pt x="1674" y="8831"/>
                  </a:lnTo>
                  <a:lnTo>
                    <a:pt x="1632" y="8789"/>
                  </a:lnTo>
                  <a:lnTo>
                    <a:pt x="1549" y="8789"/>
                  </a:lnTo>
                  <a:lnTo>
                    <a:pt x="1549" y="8831"/>
                  </a:lnTo>
                  <a:lnTo>
                    <a:pt x="1674" y="8914"/>
                  </a:lnTo>
                  <a:lnTo>
                    <a:pt x="1800" y="8914"/>
                  </a:lnTo>
                  <a:lnTo>
                    <a:pt x="1779" y="8977"/>
                  </a:lnTo>
                  <a:lnTo>
                    <a:pt x="1862" y="9019"/>
                  </a:lnTo>
                  <a:lnTo>
                    <a:pt x="1842" y="9103"/>
                  </a:lnTo>
                  <a:lnTo>
                    <a:pt x="1695" y="9040"/>
                  </a:lnTo>
                  <a:lnTo>
                    <a:pt x="1695" y="8956"/>
                  </a:lnTo>
                  <a:lnTo>
                    <a:pt x="1590" y="8956"/>
                  </a:lnTo>
                  <a:lnTo>
                    <a:pt x="1486" y="8893"/>
                  </a:lnTo>
                  <a:lnTo>
                    <a:pt x="1465" y="8810"/>
                  </a:lnTo>
                  <a:lnTo>
                    <a:pt x="1444" y="8810"/>
                  </a:lnTo>
                  <a:lnTo>
                    <a:pt x="1423" y="8914"/>
                  </a:lnTo>
                  <a:lnTo>
                    <a:pt x="1528" y="9040"/>
                  </a:lnTo>
                  <a:lnTo>
                    <a:pt x="1632" y="9124"/>
                  </a:lnTo>
                  <a:lnTo>
                    <a:pt x="1695" y="9124"/>
                  </a:lnTo>
                  <a:lnTo>
                    <a:pt x="1758" y="9165"/>
                  </a:lnTo>
                  <a:lnTo>
                    <a:pt x="1653" y="9165"/>
                  </a:lnTo>
                  <a:lnTo>
                    <a:pt x="1486" y="9124"/>
                  </a:lnTo>
                  <a:lnTo>
                    <a:pt x="1360" y="8956"/>
                  </a:lnTo>
                  <a:lnTo>
                    <a:pt x="1277" y="8977"/>
                  </a:lnTo>
                  <a:lnTo>
                    <a:pt x="1214" y="8935"/>
                  </a:lnTo>
                  <a:lnTo>
                    <a:pt x="1067" y="8935"/>
                  </a:lnTo>
                  <a:lnTo>
                    <a:pt x="1026" y="8893"/>
                  </a:lnTo>
                  <a:lnTo>
                    <a:pt x="963" y="8935"/>
                  </a:lnTo>
                  <a:lnTo>
                    <a:pt x="1005" y="9019"/>
                  </a:lnTo>
                  <a:lnTo>
                    <a:pt x="942" y="9061"/>
                  </a:lnTo>
                  <a:lnTo>
                    <a:pt x="1026" y="9165"/>
                  </a:lnTo>
                  <a:lnTo>
                    <a:pt x="1214" y="9124"/>
                  </a:lnTo>
                  <a:lnTo>
                    <a:pt x="1235" y="9144"/>
                  </a:lnTo>
                  <a:lnTo>
                    <a:pt x="1151" y="9207"/>
                  </a:lnTo>
                  <a:lnTo>
                    <a:pt x="1214" y="9228"/>
                  </a:lnTo>
                  <a:lnTo>
                    <a:pt x="1339" y="9165"/>
                  </a:lnTo>
                  <a:lnTo>
                    <a:pt x="1423" y="9165"/>
                  </a:lnTo>
                  <a:lnTo>
                    <a:pt x="1381" y="9228"/>
                  </a:lnTo>
                  <a:lnTo>
                    <a:pt x="1214" y="9312"/>
                  </a:lnTo>
                  <a:lnTo>
                    <a:pt x="1151" y="9375"/>
                  </a:lnTo>
                  <a:lnTo>
                    <a:pt x="1026" y="9354"/>
                  </a:lnTo>
                  <a:lnTo>
                    <a:pt x="942" y="9228"/>
                  </a:lnTo>
                  <a:lnTo>
                    <a:pt x="900" y="9228"/>
                  </a:lnTo>
                  <a:lnTo>
                    <a:pt x="837" y="9270"/>
                  </a:lnTo>
                  <a:lnTo>
                    <a:pt x="753" y="9207"/>
                  </a:lnTo>
                  <a:lnTo>
                    <a:pt x="691" y="9249"/>
                  </a:lnTo>
                  <a:lnTo>
                    <a:pt x="628" y="9228"/>
                  </a:lnTo>
                  <a:lnTo>
                    <a:pt x="544" y="9270"/>
                  </a:lnTo>
                  <a:lnTo>
                    <a:pt x="586" y="9333"/>
                  </a:lnTo>
                  <a:lnTo>
                    <a:pt x="753" y="9354"/>
                  </a:lnTo>
                  <a:lnTo>
                    <a:pt x="858" y="9416"/>
                  </a:lnTo>
                  <a:lnTo>
                    <a:pt x="1005" y="9479"/>
                  </a:lnTo>
                  <a:lnTo>
                    <a:pt x="963" y="9584"/>
                  </a:lnTo>
                  <a:lnTo>
                    <a:pt x="1026" y="9668"/>
                  </a:lnTo>
                  <a:lnTo>
                    <a:pt x="921" y="9688"/>
                  </a:lnTo>
                  <a:lnTo>
                    <a:pt x="900" y="9668"/>
                  </a:lnTo>
                  <a:lnTo>
                    <a:pt x="900" y="9500"/>
                  </a:lnTo>
                  <a:lnTo>
                    <a:pt x="795" y="9479"/>
                  </a:lnTo>
                  <a:lnTo>
                    <a:pt x="691" y="9479"/>
                  </a:lnTo>
                  <a:lnTo>
                    <a:pt x="733" y="9563"/>
                  </a:lnTo>
                  <a:lnTo>
                    <a:pt x="712" y="9626"/>
                  </a:lnTo>
                  <a:lnTo>
                    <a:pt x="586" y="9542"/>
                  </a:lnTo>
                  <a:lnTo>
                    <a:pt x="481" y="9668"/>
                  </a:lnTo>
                  <a:lnTo>
                    <a:pt x="586" y="9730"/>
                  </a:lnTo>
                  <a:lnTo>
                    <a:pt x="502" y="9751"/>
                  </a:lnTo>
                  <a:lnTo>
                    <a:pt x="440" y="9772"/>
                  </a:lnTo>
                  <a:lnTo>
                    <a:pt x="398" y="9668"/>
                  </a:lnTo>
                  <a:lnTo>
                    <a:pt x="230" y="9647"/>
                  </a:lnTo>
                  <a:lnTo>
                    <a:pt x="293" y="9772"/>
                  </a:lnTo>
                  <a:lnTo>
                    <a:pt x="209" y="9793"/>
                  </a:lnTo>
                  <a:lnTo>
                    <a:pt x="189" y="9688"/>
                  </a:lnTo>
                  <a:lnTo>
                    <a:pt x="105" y="9626"/>
                  </a:lnTo>
                  <a:lnTo>
                    <a:pt x="63" y="9647"/>
                  </a:lnTo>
                  <a:lnTo>
                    <a:pt x="63" y="9688"/>
                  </a:lnTo>
                  <a:lnTo>
                    <a:pt x="168" y="9793"/>
                  </a:lnTo>
                  <a:lnTo>
                    <a:pt x="105" y="9856"/>
                  </a:lnTo>
                  <a:lnTo>
                    <a:pt x="168" y="9898"/>
                  </a:lnTo>
                  <a:lnTo>
                    <a:pt x="293" y="9877"/>
                  </a:lnTo>
                  <a:lnTo>
                    <a:pt x="481" y="9898"/>
                  </a:lnTo>
                  <a:lnTo>
                    <a:pt x="586" y="9981"/>
                  </a:lnTo>
                  <a:lnTo>
                    <a:pt x="733" y="9981"/>
                  </a:lnTo>
                  <a:lnTo>
                    <a:pt x="795" y="9940"/>
                  </a:lnTo>
                  <a:lnTo>
                    <a:pt x="858" y="9940"/>
                  </a:lnTo>
                  <a:lnTo>
                    <a:pt x="753" y="10023"/>
                  </a:lnTo>
                  <a:lnTo>
                    <a:pt x="607" y="10023"/>
                  </a:lnTo>
                  <a:lnTo>
                    <a:pt x="544" y="10065"/>
                  </a:lnTo>
                  <a:lnTo>
                    <a:pt x="377" y="9960"/>
                  </a:lnTo>
                  <a:lnTo>
                    <a:pt x="272" y="9981"/>
                  </a:lnTo>
                  <a:lnTo>
                    <a:pt x="209" y="9981"/>
                  </a:lnTo>
                  <a:lnTo>
                    <a:pt x="126" y="10023"/>
                  </a:lnTo>
                  <a:lnTo>
                    <a:pt x="0" y="10065"/>
                  </a:lnTo>
                  <a:lnTo>
                    <a:pt x="0" y="10107"/>
                  </a:lnTo>
                  <a:lnTo>
                    <a:pt x="189" y="10191"/>
                  </a:lnTo>
                  <a:lnTo>
                    <a:pt x="105" y="10274"/>
                  </a:lnTo>
                  <a:lnTo>
                    <a:pt x="209" y="10295"/>
                  </a:lnTo>
                  <a:lnTo>
                    <a:pt x="272" y="10253"/>
                  </a:lnTo>
                  <a:lnTo>
                    <a:pt x="419" y="10253"/>
                  </a:lnTo>
                  <a:lnTo>
                    <a:pt x="314" y="10316"/>
                  </a:lnTo>
                  <a:lnTo>
                    <a:pt x="126" y="10316"/>
                  </a:lnTo>
                  <a:lnTo>
                    <a:pt x="105" y="10358"/>
                  </a:lnTo>
                  <a:lnTo>
                    <a:pt x="63" y="10358"/>
                  </a:lnTo>
                  <a:lnTo>
                    <a:pt x="63" y="10379"/>
                  </a:lnTo>
                  <a:lnTo>
                    <a:pt x="126" y="10400"/>
                  </a:lnTo>
                  <a:lnTo>
                    <a:pt x="189" y="10400"/>
                  </a:lnTo>
                  <a:lnTo>
                    <a:pt x="105" y="10463"/>
                  </a:lnTo>
                  <a:lnTo>
                    <a:pt x="63" y="10484"/>
                  </a:lnTo>
                  <a:lnTo>
                    <a:pt x="63" y="10525"/>
                  </a:lnTo>
                  <a:lnTo>
                    <a:pt x="105" y="10546"/>
                  </a:lnTo>
                  <a:lnTo>
                    <a:pt x="168" y="10630"/>
                  </a:lnTo>
                  <a:lnTo>
                    <a:pt x="293" y="10630"/>
                  </a:lnTo>
                  <a:lnTo>
                    <a:pt x="335" y="10588"/>
                  </a:lnTo>
                  <a:lnTo>
                    <a:pt x="523" y="10546"/>
                  </a:lnTo>
                  <a:lnTo>
                    <a:pt x="649" y="10588"/>
                  </a:lnTo>
                  <a:lnTo>
                    <a:pt x="691" y="10609"/>
                  </a:lnTo>
                  <a:lnTo>
                    <a:pt x="753" y="10546"/>
                  </a:lnTo>
                  <a:lnTo>
                    <a:pt x="753" y="10484"/>
                  </a:lnTo>
                  <a:lnTo>
                    <a:pt x="837" y="10463"/>
                  </a:lnTo>
                  <a:lnTo>
                    <a:pt x="858" y="10525"/>
                  </a:lnTo>
                  <a:lnTo>
                    <a:pt x="963" y="10525"/>
                  </a:lnTo>
                  <a:lnTo>
                    <a:pt x="1067" y="10421"/>
                  </a:lnTo>
                  <a:lnTo>
                    <a:pt x="1130" y="10463"/>
                  </a:lnTo>
                  <a:lnTo>
                    <a:pt x="1130" y="10505"/>
                  </a:lnTo>
                  <a:lnTo>
                    <a:pt x="1046" y="10525"/>
                  </a:lnTo>
                  <a:lnTo>
                    <a:pt x="1151" y="10588"/>
                  </a:lnTo>
                  <a:lnTo>
                    <a:pt x="1214" y="10525"/>
                  </a:lnTo>
                  <a:lnTo>
                    <a:pt x="1214" y="10463"/>
                  </a:lnTo>
                  <a:lnTo>
                    <a:pt x="1277" y="10358"/>
                  </a:lnTo>
                  <a:lnTo>
                    <a:pt x="1256" y="10421"/>
                  </a:lnTo>
                  <a:lnTo>
                    <a:pt x="1339" y="10525"/>
                  </a:lnTo>
                  <a:lnTo>
                    <a:pt x="1277" y="10609"/>
                  </a:lnTo>
                  <a:lnTo>
                    <a:pt x="1130" y="10672"/>
                  </a:lnTo>
                  <a:lnTo>
                    <a:pt x="1046" y="10714"/>
                  </a:lnTo>
                  <a:lnTo>
                    <a:pt x="1109" y="10735"/>
                  </a:lnTo>
                  <a:lnTo>
                    <a:pt x="1046" y="10839"/>
                  </a:lnTo>
                  <a:lnTo>
                    <a:pt x="921" y="10839"/>
                  </a:lnTo>
                  <a:lnTo>
                    <a:pt x="921" y="10797"/>
                  </a:lnTo>
                  <a:lnTo>
                    <a:pt x="963" y="10735"/>
                  </a:lnTo>
                  <a:lnTo>
                    <a:pt x="942" y="10630"/>
                  </a:lnTo>
                  <a:lnTo>
                    <a:pt x="837" y="10609"/>
                  </a:lnTo>
                  <a:lnTo>
                    <a:pt x="733" y="10735"/>
                  </a:lnTo>
                  <a:lnTo>
                    <a:pt x="712" y="10797"/>
                  </a:lnTo>
                  <a:lnTo>
                    <a:pt x="628" y="10693"/>
                  </a:lnTo>
                  <a:lnTo>
                    <a:pt x="523" y="10672"/>
                  </a:lnTo>
                  <a:lnTo>
                    <a:pt x="419" y="10693"/>
                  </a:lnTo>
                  <a:lnTo>
                    <a:pt x="335" y="10672"/>
                  </a:lnTo>
                  <a:lnTo>
                    <a:pt x="209" y="10735"/>
                  </a:lnTo>
                  <a:lnTo>
                    <a:pt x="126" y="10735"/>
                  </a:lnTo>
                  <a:lnTo>
                    <a:pt x="63" y="10693"/>
                  </a:lnTo>
                  <a:lnTo>
                    <a:pt x="21" y="10693"/>
                  </a:lnTo>
                  <a:lnTo>
                    <a:pt x="63" y="10797"/>
                  </a:lnTo>
                  <a:lnTo>
                    <a:pt x="21" y="10839"/>
                  </a:lnTo>
                  <a:lnTo>
                    <a:pt x="84" y="10902"/>
                  </a:lnTo>
                  <a:lnTo>
                    <a:pt x="168" y="10881"/>
                  </a:lnTo>
                  <a:lnTo>
                    <a:pt x="209" y="10818"/>
                  </a:lnTo>
                  <a:lnTo>
                    <a:pt x="293" y="10818"/>
                  </a:lnTo>
                  <a:lnTo>
                    <a:pt x="209" y="10902"/>
                  </a:lnTo>
                  <a:lnTo>
                    <a:pt x="209" y="11007"/>
                  </a:lnTo>
                  <a:lnTo>
                    <a:pt x="168" y="11049"/>
                  </a:lnTo>
                  <a:lnTo>
                    <a:pt x="84" y="11007"/>
                  </a:lnTo>
                  <a:lnTo>
                    <a:pt x="126" y="11132"/>
                  </a:lnTo>
                  <a:lnTo>
                    <a:pt x="189" y="11195"/>
                  </a:lnTo>
                  <a:lnTo>
                    <a:pt x="335" y="11007"/>
                  </a:lnTo>
                  <a:lnTo>
                    <a:pt x="481" y="11049"/>
                  </a:lnTo>
                  <a:lnTo>
                    <a:pt x="419" y="11111"/>
                  </a:lnTo>
                  <a:lnTo>
                    <a:pt x="419" y="11195"/>
                  </a:lnTo>
                  <a:lnTo>
                    <a:pt x="293" y="11258"/>
                  </a:lnTo>
                  <a:lnTo>
                    <a:pt x="314" y="11300"/>
                  </a:lnTo>
                  <a:lnTo>
                    <a:pt x="398" y="11321"/>
                  </a:lnTo>
                  <a:lnTo>
                    <a:pt x="377" y="11404"/>
                  </a:lnTo>
                  <a:lnTo>
                    <a:pt x="419" y="11467"/>
                  </a:lnTo>
                  <a:lnTo>
                    <a:pt x="377" y="11572"/>
                  </a:lnTo>
                  <a:lnTo>
                    <a:pt x="419" y="11572"/>
                  </a:lnTo>
                  <a:lnTo>
                    <a:pt x="502" y="11446"/>
                  </a:lnTo>
                  <a:lnTo>
                    <a:pt x="586" y="11425"/>
                  </a:lnTo>
                  <a:lnTo>
                    <a:pt x="607" y="11300"/>
                  </a:lnTo>
                  <a:lnTo>
                    <a:pt x="816" y="11216"/>
                  </a:lnTo>
                  <a:lnTo>
                    <a:pt x="921" y="11216"/>
                  </a:lnTo>
                  <a:lnTo>
                    <a:pt x="1005" y="11195"/>
                  </a:lnTo>
                  <a:lnTo>
                    <a:pt x="942" y="11237"/>
                  </a:lnTo>
                  <a:lnTo>
                    <a:pt x="837" y="11321"/>
                  </a:lnTo>
                  <a:lnTo>
                    <a:pt x="837" y="11446"/>
                  </a:lnTo>
                  <a:lnTo>
                    <a:pt x="858" y="11530"/>
                  </a:lnTo>
                  <a:lnTo>
                    <a:pt x="795" y="11467"/>
                  </a:lnTo>
                  <a:lnTo>
                    <a:pt x="753" y="11341"/>
                  </a:lnTo>
                  <a:lnTo>
                    <a:pt x="712" y="11341"/>
                  </a:lnTo>
                  <a:lnTo>
                    <a:pt x="628" y="11467"/>
                  </a:lnTo>
                  <a:lnTo>
                    <a:pt x="586" y="11509"/>
                  </a:lnTo>
                  <a:lnTo>
                    <a:pt x="691" y="11530"/>
                  </a:lnTo>
                  <a:lnTo>
                    <a:pt x="586" y="11655"/>
                  </a:lnTo>
                  <a:lnTo>
                    <a:pt x="502" y="11655"/>
                  </a:lnTo>
                  <a:lnTo>
                    <a:pt x="481" y="11739"/>
                  </a:lnTo>
                  <a:lnTo>
                    <a:pt x="523" y="11760"/>
                  </a:lnTo>
                  <a:lnTo>
                    <a:pt x="691" y="11760"/>
                  </a:lnTo>
                  <a:lnTo>
                    <a:pt x="733" y="11823"/>
                  </a:lnTo>
                  <a:lnTo>
                    <a:pt x="607" y="11844"/>
                  </a:lnTo>
                  <a:lnTo>
                    <a:pt x="586" y="11885"/>
                  </a:lnTo>
                  <a:lnTo>
                    <a:pt x="544" y="11969"/>
                  </a:lnTo>
                  <a:lnTo>
                    <a:pt x="440" y="11885"/>
                  </a:lnTo>
                  <a:lnTo>
                    <a:pt x="398" y="11927"/>
                  </a:lnTo>
                  <a:lnTo>
                    <a:pt x="377" y="12032"/>
                  </a:lnTo>
                  <a:lnTo>
                    <a:pt x="335" y="11885"/>
                  </a:lnTo>
                  <a:lnTo>
                    <a:pt x="272" y="11948"/>
                  </a:lnTo>
                  <a:lnTo>
                    <a:pt x="168" y="12074"/>
                  </a:lnTo>
                  <a:lnTo>
                    <a:pt x="209" y="12178"/>
                  </a:lnTo>
                  <a:lnTo>
                    <a:pt x="335" y="12367"/>
                  </a:lnTo>
                  <a:lnTo>
                    <a:pt x="398" y="12262"/>
                  </a:lnTo>
                  <a:lnTo>
                    <a:pt x="419" y="12283"/>
                  </a:lnTo>
                  <a:lnTo>
                    <a:pt x="502" y="12262"/>
                  </a:lnTo>
                  <a:lnTo>
                    <a:pt x="481" y="12199"/>
                  </a:lnTo>
                  <a:lnTo>
                    <a:pt x="523" y="12095"/>
                  </a:lnTo>
                  <a:lnTo>
                    <a:pt x="649" y="12178"/>
                  </a:lnTo>
                  <a:lnTo>
                    <a:pt x="607" y="12241"/>
                  </a:lnTo>
                  <a:lnTo>
                    <a:pt x="649" y="12304"/>
                  </a:lnTo>
                  <a:lnTo>
                    <a:pt x="628" y="12388"/>
                  </a:lnTo>
                  <a:lnTo>
                    <a:pt x="586" y="12450"/>
                  </a:lnTo>
                  <a:lnTo>
                    <a:pt x="628" y="12597"/>
                  </a:lnTo>
                  <a:lnTo>
                    <a:pt x="691" y="12555"/>
                  </a:lnTo>
                  <a:lnTo>
                    <a:pt x="816" y="12513"/>
                  </a:lnTo>
                  <a:lnTo>
                    <a:pt x="900" y="12597"/>
                  </a:lnTo>
                  <a:lnTo>
                    <a:pt x="753" y="12597"/>
                  </a:lnTo>
                  <a:lnTo>
                    <a:pt x="712" y="12639"/>
                  </a:lnTo>
                  <a:lnTo>
                    <a:pt x="753" y="12722"/>
                  </a:lnTo>
                  <a:lnTo>
                    <a:pt x="753" y="12785"/>
                  </a:lnTo>
                  <a:lnTo>
                    <a:pt x="544" y="12618"/>
                  </a:lnTo>
                  <a:lnTo>
                    <a:pt x="481" y="12639"/>
                  </a:lnTo>
                  <a:lnTo>
                    <a:pt x="419" y="12597"/>
                  </a:lnTo>
                  <a:lnTo>
                    <a:pt x="314" y="12597"/>
                  </a:lnTo>
                  <a:lnTo>
                    <a:pt x="314" y="12701"/>
                  </a:lnTo>
                  <a:lnTo>
                    <a:pt x="272" y="12764"/>
                  </a:lnTo>
                  <a:lnTo>
                    <a:pt x="419" y="12994"/>
                  </a:lnTo>
                  <a:lnTo>
                    <a:pt x="523" y="13015"/>
                  </a:lnTo>
                  <a:lnTo>
                    <a:pt x="691" y="13141"/>
                  </a:lnTo>
                  <a:lnTo>
                    <a:pt x="900" y="13245"/>
                  </a:lnTo>
                  <a:lnTo>
                    <a:pt x="921" y="13308"/>
                  </a:lnTo>
                  <a:lnTo>
                    <a:pt x="858" y="13329"/>
                  </a:lnTo>
                  <a:lnTo>
                    <a:pt x="963" y="13413"/>
                  </a:lnTo>
                  <a:lnTo>
                    <a:pt x="1026" y="13392"/>
                  </a:lnTo>
                  <a:lnTo>
                    <a:pt x="1005" y="13287"/>
                  </a:lnTo>
                  <a:lnTo>
                    <a:pt x="1067" y="13287"/>
                  </a:lnTo>
                  <a:lnTo>
                    <a:pt x="1151" y="13329"/>
                  </a:lnTo>
                  <a:lnTo>
                    <a:pt x="1130" y="13350"/>
                  </a:lnTo>
                  <a:lnTo>
                    <a:pt x="1235" y="13497"/>
                  </a:lnTo>
                  <a:lnTo>
                    <a:pt x="1277" y="13434"/>
                  </a:lnTo>
                  <a:lnTo>
                    <a:pt x="1339" y="13455"/>
                  </a:lnTo>
                  <a:lnTo>
                    <a:pt x="1444" y="13413"/>
                  </a:lnTo>
                  <a:lnTo>
                    <a:pt x="1570" y="13308"/>
                  </a:lnTo>
                  <a:lnTo>
                    <a:pt x="1632" y="13287"/>
                  </a:lnTo>
                  <a:lnTo>
                    <a:pt x="1653" y="13225"/>
                  </a:lnTo>
                  <a:lnTo>
                    <a:pt x="1674" y="13245"/>
                  </a:lnTo>
                  <a:lnTo>
                    <a:pt x="1695" y="13329"/>
                  </a:lnTo>
                  <a:lnTo>
                    <a:pt x="1779" y="13329"/>
                  </a:lnTo>
                  <a:lnTo>
                    <a:pt x="1988" y="13120"/>
                  </a:lnTo>
                  <a:lnTo>
                    <a:pt x="1967" y="13078"/>
                  </a:lnTo>
                  <a:lnTo>
                    <a:pt x="1883" y="12932"/>
                  </a:lnTo>
                  <a:lnTo>
                    <a:pt x="2051" y="13036"/>
                  </a:lnTo>
                  <a:lnTo>
                    <a:pt x="2155" y="12911"/>
                  </a:lnTo>
                  <a:lnTo>
                    <a:pt x="2114" y="12890"/>
                  </a:lnTo>
                  <a:lnTo>
                    <a:pt x="2197" y="12827"/>
                  </a:lnTo>
                  <a:lnTo>
                    <a:pt x="2176" y="12764"/>
                  </a:lnTo>
                  <a:lnTo>
                    <a:pt x="2281" y="12701"/>
                  </a:lnTo>
                  <a:lnTo>
                    <a:pt x="2386" y="12681"/>
                  </a:lnTo>
                  <a:lnTo>
                    <a:pt x="2386" y="12597"/>
                  </a:lnTo>
                  <a:lnTo>
                    <a:pt x="2302" y="12492"/>
                  </a:lnTo>
                  <a:lnTo>
                    <a:pt x="2323" y="12409"/>
                  </a:lnTo>
                  <a:lnTo>
                    <a:pt x="2260" y="12304"/>
                  </a:lnTo>
                  <a:lnTo>
                    <a:pt x="2155" y="12241"/>
                  </a:lnTo>
                  <a:lnTo>
                    <a:pt x="2176" y="12157"/>
                  </a:lnTo>
                  <a:lnTo>
                    <a:pt x="2218" y="12178"/>
                  </a:lnTo>
                  <a:lnTo>
                    <a:pt x="2323" y="12304"/>
                  </a:lnTo>
                  <a:lnTo>
                    <a:pt x="2386" y="12471"/>
                  </a:lnTo>
                  <a:lnTo>
                    <a:pt x="2406" y="12492"/>
                  </a:lnTo>
                  <a:lnTo>
                    <a:pt x="2490" y="12513"/>
                  </a:lnTo>
                  <a:lnTo>
                    <a:pt x="2469" y="12576"/>
                  </a:lnTo>
                  <a:lnTo>
                    <a:pt x="2511" y="12639"/>
                  </a:lnTo>
                  <a:lnTo>
                    <a:pt x="2616" y="12597"/>
                  </a:lnTo>
                  <a:lnTo>
                    <a:pt x="2595" y="12513"/>
                  </a:lnTo>
                  <a:lnTo>
                    <a:pt x="2532" y="12492"/>
                  </a:lnTo>
                  <a:lnTo>
                    <a:pt x="2595" y="12409"/>
                  </a:lnTo>
                  <a:lnTo>
                    <a:pt x="2678" y="12492"/>
                  </a:lnTo>
                  <a:lnTo>
                    <a:pt x="2699" y="12555"/>
                  </a:lnTo>
                  <a:lnTo>
                    <a:pt x="2825" y="12409"/>
                  </a:lnTo>
                  <a:lnTo>
                    <a:pt x="2846" y="12283"/>
                  </a:lnTo>
                  <a:lnTo>
                    <a:pt x="2825" y="12178"/>
                  </a:lnTo>
                  <a:lnTo>
                    <a:pt x="2741" y="12157"/>
                  </a:lnTo>
                  <a:lnTo>
                    <a:pt x="2720" y="12074"/>
                  </a:lnTo>
                  <a:lnTo>
                    <a:pt x="2783" y="12053"/>
                  </a:lnTo>
                  <a:lnTo>
                    <a:pt x="2783" y="11990"/>
                  </a:lnTo>
                  <a:lnTo>
                    <a:pt x="2825" y="11990"/>
                  </a:lnTo>
                  <a:lnTo>
                    <a:pt x="2888" y="11948"/>
                  </a:lnTo>
                  <a:lnTo>
                    <a:pt x="2825" y="11865"/>
                  </a:lnTo>
                  <a:lnTo>
                    <a:pt x="2825" y="11760"/>
                  </a:lnTo>
                  <a:lnTo>
                    <a:pt x="2909" y="11718"/>
                  </a:lnTo>
                  <a:lnTo>
                    <a:pt x="2992" y="11781"/>
                  </a:lnTo>
                  <a:lnTo>
                    <a:pt x="2930" y="11885"/>
                  </a:lnTo>
                  <a:lnTo>
                    <a:pt x="2950" y="12032"/>
                  </a:lnTo>
                  <a:lnTo>
                    <a:pt x="2930" y="12095"/>
                  </a:lnTo>
                  <a:lnTo>
                    <a:pt x="2992" y="12199"/>
                  </a:lnTo>
                  <a:lnTo>
                    <a:pt x="3013" y="12283"/>
                  </a:lnTo>
                  <a:lnTo>
                    <a:pt x="3118" y="12409"/>
                  </a:lnTo>
                  <a:lnTo>
                    <a:pt x="3264" y="12409"/>
                  </a:lnTo>
                  <a:lnTo>
                    <a:pt x="3327" y="12450"/>
                  </a:lnTo>
                  <a:lnTo>
                    <a:pt x="3264" y="12492"/>
                  </a:lnTo>
                  <a:lnTo>
                    <a:pt x="3348" y="12555"/>
                  </a:lnTo>
                  <a:lnTo>
                    <a:pt x="3432" y="12639"/>
                  </a:lnTo>
                  <a:lnTo>
                    <a:pt x="3474" y="12555"/>
                  </a:lnTo>
                  <a:lnTo>
                    <a:pt x="3453" y="12178"/>
                  </a:lnTo>
                  <a:lnTo>
                    <a:pt x="3369" y="12032"/>
                  </a:lnTo>
                  <a:lnTo>
                    <a:pt x="3432" y="11948"/>
                  </a:lnTo>
                  <a:lnTo>
                    <a:pt x="3515" y="11885"/>
                  </a:lnTo>
                  <a:lnTo>
                    <a:pt x="3432" y="11781"/>
                  </a:lnTo>
                  <a:lnTo>
                    <a:pt x="3474" y="11718"/>
                  </a:lnTo>
                  <a:lnTo>
                    <a:pt x="3662" y="11676"/>
                  </a:lnTo>
                  <a:lnTo>
                    <a:pt x="3683" y="11593"/>
                  </a:lnTo>
                  <a:lnTo>
                    <a:pt x="3683" y="11467"/>
                  </a:lnTo>
                  <a:lnTo>
                    <a:pt x="3766" y="11321"/>
                  </a:lnTo>
                  <a:lnTo>
                    <a:pt x="3683" y="11195"/>
                  </a:lnTo>
                  <a:lnTo>
                    <a:pt x="3662" y="10923"/>
                  </a:lnTo>
                  <a:lnTo>
                    <a:pt x="3536" y="10714"/>
                  </a:lnTo>
                  <a:lnTo>
                    <a:pt x="3557" y="10609"/>
                  </a:lnTo>
                  <a:lnTo>
                    <a:pt x="3829" y="10525"/>
                  </a:lnTo>
                  <a:lnTo>
                    <a:pt x="3829" y="10358"/>
                  </a:lnTo>
                  <a:lnTo>
                    <a:pt x="3871" y="10212"/>
                  </a:lnTo>
                  <a:lnTo>
                    <a:pt x="3662" y="10002"/>
                  </a:lnTo>
                  <a:lnTo>
                    <a:pt x="3515" y="9898"/>
                  </a:lnTo>
                  <a:lnTo>
                    <a:pt x="3515" y="9688"/>
                  </a:lnTo>
                  <a:lnTo>
                    <a:pt x="3536" y="9479"/>
                  </a:lnTo>
                  <a:lnTo>
                    <a:pt x="3515" y="9249"/>
                  </a:lnTo>
                  <a:lnTo>
                    <a:pt x="3453" y="9103"/>
                  </a:lnTo>
                  <a:lnTo>
                    <a:pt x="3515" y="8914"/>
                  </a:lnTo>
                  <a:lnTo>
                    <a:pt x="3453" y="8621"/>
                  </a:lnTo>
                  <a:lnTo>
                    <a:pt x="3411" y="8308"/>
                  </a:lnTo>
                  <a:lnTo>
                    <a:pt x="3453" y="8077"/>
                  </a:lnTo>
                  <a:lnTo>
                    <a:pt x="3578" y="7847"/>
                  </a:lnTo>
                  <a:lnTo>
                    <a:pt x="3683" y="7764"/>
                  </a:lnTo>
                  <a:lnTo>
                    <a:pt x="3850" y="7784"/>
                  </a:lnTo>
                  <a:lnTo>
                    <a:pt x="4059" y="7805"/>
                  </a:lnTo>
                  <a:lnTo>
                    <a:pt x="4164" y="7680"/>
                  </a:lnTo>
                  <a:lnTo>
                    <a:pt x="4143" y="7450"/>
                  </a:lnTo>
                  <a:lnTo>
                    <a:pt x="4080" y="7366"/>
                  </a:lnTo>
                  <a:lnTo>
                    <a:pt x="4080" y="7240"/>
                  </a:lnTo>
                  <a:lnTo>
                    <a:pt x="4290" y="6738"/>
                  </a:lnTo>
                  <a:lnTo>
                    <a:pt x="4290" y="6487"/>
                  </a:lnTo>
                  <a:lnTo>
                    <a:pt x="4352" y="6215"/>
                  </a:lnTo>
                  <a:lnTo>
                    <a:pt x="4394" y="6069"/>
                  </a:lnTo>
                  <a:lnTo>
                    <a:pt x="4394" y="5901"/>
                  </a:lnTo>
                  <a:lnTo>
                    <a:pt x="4311" y="5818"/>
                  </a:lnTo>
                  <a:lnTo>
                    <a:pt x="4311" y="5692"/>
                  </a:lnTo>
                  <a:lnTo>
                    <a:pt x="4499" y="5587"/>
                  </a:lnTo>
                  <a:lnTo>
                    <a:pt x="4708" y="5567"/>
                  </a:lnTo>
                  <a:lnTo>
                    <a:pt x="4792" y="5483"/>
                  </a:lnTo>
                  <a:lnTo>
                    <a:pt x="4813" y="5357"/>
                  </a:lnTo>
                  <a:lnTo>
                    <a:pt x="4980" y="5064"/>
                  </a:lnTo>
                  <a:lnTo>
                    <a:pt x="5127" y="4855"/>
                  </a:lnTo>
                  <a:lnTo>
                    <a:pt x="5189" y="4730"/>
                  </a:lnTo>
                  <a:lnTo>
                    <a:pt x="5106" y="4541"/>
                  </a:lnTo>
                  <a:lnTo>
                    <a:pt x="5043" y="4458"/>
                  </a:lnTo>
                  <a:lnTo>
                    <a:pt x="5043" y="4206"/>
                  </a:lnTo>
                  <a:lnTo>
                    <a:pt x="5127" y="4186"/>
                  </a:lnTo>
                  <a:lnTo>
                    <a:pt x="5189" y="4081"/>
                  </a:lnTo>
                  <a:lnTo>
                    <a:pt x="5231" y="3934"/>
                  </a:lnTo>
                  <a:lnTo>
                    <a:pt x="5315" y="3893"/>
                  </a:lnTo>
                  <a:lnTo>
                    <a:pt x="5399" y="3704"/>
                  </a:lnTo>
                  <a:lnTo>
                    <a:pt x="5524" y="3600"/>
                  </a:lnTo>
                  <a:lnTo>
                    <a:pt x="5629" y="3683"/>
                  </a:lnTo>
                  <a:lnTo>
                    <a:pt x="5712" y="3725"/>
                  </a:lnTo>
                  <a:lnTo>
                    <a:pt x="5754" y="3725"/>
                  </a:lnTo>
                  <a:lnTo>
                    <a:pt x="5859" y="3621"/>
                  </a:lnTo>
                  <a:lnTo>
                    <a:pt x="5775" y="3516"/>
                  </a:lnTo>
                  <a:lnTo>
                    <a:pt x="5859" y="3474"/>
                  </a:lnTo>
                  <a:lnTo>
                    <a:pt x="5859" y="3390"/>
                  </a:lnTo>
                  <a:lnTo>
                    <a:pt x="5880" y="3349"/>
                  </a:lnTo>
                  <a:lnTo>
                    <a:pt x="5775" y="3181"/>
                  </a:lnTo>
                  <a:lnTo>
                    <a:pt x="5838" y="3160"/>
                  </a:lnTo>
                  <a:lnTo>
                    <a:pt x="6026" y="3160"/>
                  </a:lnTo>
                  <a:lnTo>
                    <a:pt x="6152" y="3077"/>
                  </a:lnTo>
                  <a:lnTo>
                    <a:pt x="6340" y="3139"/>
                  </a:lnTo>
                  <a:lnTo>
                    <a:pt x="6445" y="3202"/>
                  </a:lnTo>
                  <a:lnTo>
                    <a:pt x="6570" y="3223"/>
                  </a:lnTo>
                  <a:lnTo>
                    <a:pt x="6654" y="3286"/>
                  </a:lnTo>
                  <a:lnTo>
                    <a:pt x="6696" y="3265"/>
                  </a:lnTo>
                  <a:lnTo>
                    <a:pt x="6759" y="3307"/>
                  </a:lnTo>
                  <a:lnTo>
                    <a:pt x="6759" y="3160"/>
                  </a:lnTo>
                  <a:lnTo>
                    <a:pt x="6696" y="3077"/>
                  </a:lnTo>
                  <a:lnTo>
                    <a:pt x="6717" y="2888"/>
                  </a:lnTo>
                  <a:lnTo>
                    <a:pt x="6800" y="2846"/>
                  </a:lnTo>
                  <a:lnTo>
                    <a:pt x="6779" y="2700"/>
                  </a:lnTo>
                  <a:lnTo>
                    <a:pt x="6696" y="2658"/>
                  </a:lnTo>
                  <a:lnTo>
                    <a:pt x="6675" y="2554"/>
                  </a:lnTo>
                  <a:lnTo>
                    <a:pt x="6675" y="2554"/>
                  </a:lnTo>
                  <a:lnTo>
                    <a:pt x="6800" y="2616"/>
                  </a:lnTo>
                  <a:lnTo>
                    <a:pt x="6926" y="2574"/>
                  </a:lnTo>
                  <a:lnTo>
                    <a:pt x="6989" y="2554"/>
                  </a:lnTo>
                  <a:lnTo>
                    <a:pt x="7010" y="2533"/>
                  </a:lnTo>
                  <a:lnTo>
                    <a:pt x="7072" y="2533"/>
                  </a:lnTo>
                  <a:lnTo>
                    <a:pt x="7093" y="2512"/>
                  </a:lnTo>
                  <a:lnTo>
                    <a:pt x="7072" y="2428"/>
                  </a:lnTo>
                  <a:lnTo>
                    <a:pt x="7093" y="2323"/>
                  </a:lnTo>
                  <a:lnTo>
                    <a:pt x="7177" y="2261"/>
                  </a:lnTo>
                  <a:lnTo>
                    <a:pt x="7282" y="2261"/>
                  </a:lnTo>
                  <a:lnTo>
                    <a:pt x="7344" y="2407"/>
                  </a:lnTo>
                  <a:lnTo>
                    <a:pt x="7616" y="2616"/>
                  </a:lnTo>
                  <a:lnTo>
                    <a:pt x="7637" y="2742"/>
                  </a:lnTo>
                  <a:lnTo>
                    <a:pt x="7742" y="2846"/>
                  </a:lnTo>
                  <a:lnTo>
                    <a:pt x="7909" y="2930"/>
                  </a:lnTo>
                  <a:lnTo>
                    <a:pt x="8160" y="2930"/>
                  </a:lnTo>
                  <a:lnTo>
                    <a:pt x="8328" y="2784"/>
                  </a:lnTo>
                  <a:lnTo>
                    <a:pt x="8391" y="2700"/>
                  </a:lnTo>
                  <a:lnTo>
                    <a:pt x="8495" y="2700"/>
                  </a:lnTo>
                  <a:lnTo>
                    <a:pt x="8704" y="2846"/>
                  </a:lnTo>
                  <a:lnTo>
                    <a:pt x="8851" y="2867"/>
                  </a:lnTo>
                  <a:lnTo>
                    <a:pt x="8893" y="2742"/>
                  </a:lnTo>
                  <a:lnTo>
                    <a:pt x="8976" y="2679"/>
                  </a:lnTo>
                  <a:lnTo>
                    <a:pt x="9060" y="2616"/>
                  </a:lnTo>
                  <a:lnTo>
                    <a:pt x="9165" y="2616"/>
                  </a:lnTo>
                  <a:lnTo>
                    <a:pt x="9269" y="2554"/>
                  </a:lnTo>
                  <a:lnTo>
                    <a:pt x="9311" y="2470"/>
                  </a:lnTo>
                  <a:lnTo>
                    <a:pt x="9269" y="2365"/>
                  </a:lnTo>
                  <a:lnTo>
                    <a:pt x="9207" y="2219"/>
                  </a:lnTo>
                  <a:lnTo>
                    <a:pt x="9228" y="1905"/>
                  </a:lnTo>
                  <a:lnTo>
                    <a:pt x="9290" y="1821"/>
                  </a:lnTo>
                  <a:lnTo>
                    <a:pt x="9228" y="1717"/>
                  </a:lnTo>
                  <a:lnTo>
                    <a:pt x="9290" y="1696"/>
                  </a:lnTo>
                  <a:lnTo>
                    <a:pt x="9395" y="1570"/>
                  </a:lnTo>
                  <a:lnTo>
                    <a:pt x="9374" y="1507"/>
                  </a:lnTo>
                  <a:lnTo>
                    <a:pt x="9500" y="1424"/>
                  </a:lnTo>
                  <a:lnTo>
                    <a:pt x="9646" y="1486"/>
                  </a:lnTo>
                  <a:lnTo>
                    <a:pt x="9730" y="1466"/>
                  </a:lnTo>
                  <a:lnTo>
                    <a:pt x="9730" y="1403"/>
                  </a:lnTo>
                  <a:lnTo>
                    <a:pt x="9813" y="1298"/>
                  </a:lnTo>
                  <a:lnTo>
                    <a:pt x="10065" y="1298"/>
                  </a:lnTo>
                  <a:lnTo>
                    <a:pt x="10169" y="1382"/>
                  </a:lnTo>
                  <a:lnTo>
                    <a:pt x="10316" y="1528"/>
                  </a:lnTo>
                  <a:lnTo>
                    <a:pt x="10378" y="1633"/>
                  </a:lnTo>
                  <a:lnTo>
                    <a:pt x="10525" y="1654"/>
                  </a:lnTo>
                  <a:lnTo>
                    <a:pt x="10692" y="1696"/>
                  </a:lnTo>
                  <a:lnTo>
                    <a:pt x="10755" y="1800"/>
                  </a:lnTo>
                  <a:lnTo>
                    <a:pt x="10860" y="1905"/>
                  </a:lnTo>
                  <a:lnTo>
                    <a:pt x="10839" y="2030"/>
                  </a:lnTo>
                  <a:lnTo>
                    <a:pt x="10734" y="2177"/>
                  </a:lnTo>
                  <a:lnTo>
                    <a:pt x="10755" y="2428"/>
                  </a:lnTo>
                  <a:lnTo>
                    <a:pt x="10839" y="2428"/>
                  </a:lnTo>
                  <a:lnTo>
                    <a:pt x="10839" y="2219"/>
                  </a:lnTo>
                  <a:lnTo>
                    <a:pt x="10985" y="2051"/>
                  </a:lnTo>
                  <a:lnTo>
                    <a:pt x="11111" y="2030"/>
                  </a:lnTo>
                  <a:lnTo>
                    <a:pt x="11194" y="1926"/>
                  </a:lnTo>
                  <a:lnTo>
                    <a:pt x="11194" y="1779"/>
                  </a:lnTo>
                  <a:lnTo>
                    <a:pt x="11299" y="1738"/>
                  </a:lnTo>
                  <a:lnTo>
                    <a:pt x="11404" y="1800"/>
                  </a:lnTo>
                  <a:lnTo>
                    <a:pt x="11487" y="1717"/>
                  </a:lnTo>
                  <a:lnTo>
                    <a:pt x="11487" y="1591"/>
                  </a:lnTo>
                  <a:lnTo>
                    <a:pt x="11425" y="1591"/>
                  </a:lnTo>
                  <a:lnTo>
                    <a:pt x="11362" y="1507"/>
                  </a:lnTo>
                  <a:lnTo>
                    <a:pt x="11299" y="1507"/>
                  </a:lnTo>
                  <a:lnTo>
                    <a:pt x="11278" y="1528"/>
                  </a:lnTo>
                  <a:lnTo>
                    <a:pt x="11278" y="1612"/>
                  </a:lnTo>
                  <a:lnTo>
                    <a:pt x="11215" y="1570"/>
                  </a:lnTo>
                  <a:lnTo>
                    <a:pt x="11194" y="1507"/>
                  </a:lnTo>
                  <a:lnTo>
                    <a:pt x="11153" y="1507"/>
                  </a:lnTo>
                  <a:lnTo>
                    <a:pt x="11153" y="1570"/>
                  </a:lnTo>
                  <a:lnTo>
                    <a:pt x="11111" y="1696"/>
                  </a:lnTo>
                  <a:lnTo>
                    <a:pt x="11090" y="1654"/>
                  </a:lnTo>
                  <a:lnTo>
                    <a:pt x="11048" y="1591"/>
                  </a:lnTo>
                  <a:lnTo>
                    <a:pt x="10964" y="1633"/>
                  </a:lnTo>
                  <a:lnTo>
                    <a:pt x="10943" y="1696"/>
                  </a:lnTo>
                  <a:lnTo>
                    <a:pt x="10901" y="1612"/>
                  </a:lnTo>
                  <a:lnTo>
                    <a:pt x="10881" y="1486"/>
                  </a:lnTo>
                  <a:lnTo>
                    <a:pt x="10839" y="1486"/>
                  </a:lnTo>
                  <a:lnTo>
                    <a:pt x="10776" y="1361"/>
                  </a:lnTo>
                  <a:lnTo>
                    <a:pt x="10734" y="1319"/>
                  </a:lnTo>
                  <a:lnTo>
                    <a:pt x="10650" y="1319"/>
                  </a:lnTo>
                  <a:lnTo>
                    <a:pt x="10567" y="1298"/>
                  </a:lnTo>
                  <a:lnTo>
                    <a:pt x="10420" y="1277"/>
                  </a:lnTo>
                  <a:lnTo>
                    <a:pt x="10357" y="1193"/>
                  </a:lnTo>
                  <a:lnTo>
                    <a:pt x="10378" y="1173"/>
                  </a:lnTo>
                  <a:lnTo>
                    <a:pt x="10546" y="1214"/>
                  </a:lnTo>
                  <a:lnTo>
                    <a:pt x="10692" y="1193"/>
                  </a:lnTo>
                  <a:lnTo>
                    <a:pt x="10797" y="1214"/>
                  </a:lnTo>
                  <a:lnTo>
                    <a:pt x="11048" y="1256"/>
                  </a:lnTo>
                  <a:lnTo>
                    <a:pt x="11194" y="1193"/>
                  </a:lnTo>
                  <a:lnTo>
                    <a:pt x="11299" y="984"/>
                  </a:lnTo>
                  <a:lnTo>
                    <a:pt x="11508" y="942"/>
                  </a:lnTo>
                  <a:lnTo>
                    <a:pt x="11613" y="859"/>
                  </a:lnTo>
                  <a:lnTo>
                    <a:pt x="11613" y="838"/>
                  </a:lnTo>
                  <a:lnTo>
                    <a:pt x="11529" y="796"/>
                  </a:lnTo>
                  <a:lnTo>
                    <a:pt x="11508" y="754"/>
                  </a:lnTo>
                  <a:lnTo>
                    <a:pt x="11425" y="733"/>
                  </a:lnTo>
                  <a:lnTo>
                    <a:pt x="11320" y="754"/>
                  </a:lnTo>
                  <a:lnTo>
                    <a:pt x="11194" y="608"/>
                  </a:lnTo>
                  <a:lnTo>
                    <a:pt x="11111" y="608"/>
                  </a:lnTo>
                  <a:lnTo>
                    <a:pt x="11006" y="733"/>
                  </a:lnTo>
                  <a:lnTo>
                    <a:pt x="10964" y="733"/>
                  </a:lnTo>
                  <a:lnTo>
                    <a:pt x="10943" y="691"/>
                  </a:lnTo>
                  <a:lnTo>
                    <a:pt x="11048" y="649"/>
                  </a:lnTo>
                  <a:lnTo>
                    <a:pt x="11048" y="566"/>
                  </a:lnTo>
                  <a:lnTo>
                    <a:pt x="10943" y="524"/>
                  </a:lnTo>
                  <a:lnTo>
                    <a:pt x="10901" y="482"/>
                  </a:lnTo>
                  <a:lnTo>
                    <a:pt x="10839" y="482"/>
                  </a:lnTo>
                  <a:lnTo>
                    <a:pt x="10776" y="608"/>
                  </a:lnTo>
                  <a:lnTo>
                    <a:pt x="10734" y="608"/>
                  </a:lnTo>
                  <a:lnTo>
                    <a:pt x="10734" y="524"/>
                  </a:lnTo>
                  <a:lnTo>
                    <a:pt x="10671" y="545"/>
                  </a:lnTo>
                  <a:lnTo>
                    <a:pt x="10650" y="587"/>
                  </a:lnTo>
                  <a:lnTo>
                    <a:pt x="10588" y="587"/>
                  </a:lnTo>
                  <a:lnTo>
                    <a:pt x="10567" y="545"/>
                  </a:lnTo>
                  <a:lnTo>
                    <a:pt x="10650" y="482"/>
                  </a:lnTo>
                  <a:lnTo>
                    <a:pt x="10650" y="419"/>
                  </a:lnTo>
                  <a:lnTo>
                    <a:pt x="10546" y="357"/>
                  </a:lnTo>
                  <a:lnTo>
                    <a:pt x="10420" y="357"/>
                  </a:lnTo>
                  <a:lnTo>
                    <a:pt x="10357" y="377"/>
                  </a:lnTo>
                  <a:lnTo>
                    <a:pt x="10337" y="545"/>
                  </a:lnTo>
                  <a:lnTo>
                    <a:pt x="10253" y="587"/>
                  </a:lnTo>
                  <a:lnTo>
                    <a:pt x="10253" y="649"/>
                  </a:lnTo>
                  <a:lnTo>
                    <a:pt x="10316" y="796"/>
                  </a:lnTo>
                  <a:lnTo>
                    <a:pt x="10316" y="880"/>
                  </a:lnTo>
                  <a:lnTo>
                    <a:pt x="10253" y="942"/>
                  </a:lnTo>
                  <a:lnTo>
                    <a:pt x="10211" y="838"/>
                  </a:lnTo>
                  <a:lnTo>
                    <a:pt x="10127" y="838"/>
                  </a:lnTo>
                  <a:lnTo>
                    <a:pt x="10127" y="859"/>
                  </a:lnTo>
                  <a:lnTo>
                    <a:pt x="10023" y="838"/>
                  </a:lnTo>
                  <a:lnTo>
                    <a:pt x="9897" y="901"/>
                  </a:lnTo>
                  <a:lnTo>
                    <a:pt x="9897" y="901"/>
                  </a:lnTo>
                  <a:lnTo>
                    <a:pt x="10002" y="754"/>
                  </a:lnTo>
                  <a:lnTo>
                    <a:pt x="10065" y="733"/>
                  </a:lnTo>
                  <a:lnTo>
                    <a:pt x="10127" y="608"/>
                  </a:lnTo>
                  <a:lnTo>
                    <a:pt x="10127" y="566"/>
                  </a:lnTo>
                  <a:lnTo>
                    <a:pt x="10065" y="566"/>
                  </a:lnTo>
                  <a:lnTo>
                    <a:pt x="9960" y="649"/>
                  </a:lnTo>
                  <a:lnTo>
                    <a:pt x="9897" y="649"/>
                  </a:lnTo>
                  <a:lnTo>
                    <a:pt x="9918" y="587"/>
                  </a:lnTo>
                  <a:lnTo>
                    <a:pt x="10002" y="524"/>
                  </a:lnTo>
                  <a:lnTo>
                    <a:pt x="10002" y="482"/>
                  </a:lnTo>
                  <a:lnTo>
                    <a:pt x="9897" y="461"/>
                  </a:lnTo>
                  <a:lnTo>
                    <a:pt x="9855" y="419"/>
                  </a:lnTo>
                  <a:lnTo>
                    <a:pt x="9960" y="377"/>
                  </a:lnTo>
                  <a:lnTo>
                    <a:pt x="10002" y="419"/>
                  </a:lnTo>
                  <a:lnTo>
                    <a:pt x="10127" y="419"/>
                  </a:lnTo>
                  <a:lnTo>
                    <a:pt x="10169" y="231"/>
                  </a:lnTo>
                  <a:lnTo>
                    <a:pt x="10169" y="168"/>
                  </a:lnTo>
                  <a:lnTo>
                    <a:pt x="10044" y="210"/>
                  </a:lnTo>
                  <a:lnTo>
                    <a:pt x="10002" y="147"/>
                  </a:lnTo>
                  <a:lnTo>
                    <a:pt x="10023" y="64"/>
                  </a:lnTo>
                  <a:lnTo>
                    <a:pt x="10002" y="1"/>
                  </a:lnTo>
                  <a:lnTo>
                    <a:pt x="9918" y="64"/>
                  </a:lnTo>
                  <a:lnTo>
                    <a:pt x="9855" y="64"/>
                  </a:lnTo>
                  <a:lnTo>
                    <a:pt x="979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2" name="Google Shape;2432;p56"/>
            <p:cNvSpPr/>
            <p:nvPr/>
          </p:nvSpPr>
          <p:spPr>
            <a:xfrm>
              <a:off x="3810372" y="2589242"/>
              <a:ext cx="68528" cy="147786"/>
            </a:xfrm>
            <a:custGeom>
              <a:avLst/>
              <a:gdLst/>
              <a:ahLst/>
              <a:cxnLst/>
              <a:rect l="l" t="t" r="r" b="b"/>
              <a:pathLst>
                <a:path w="5755" h="12995" extrusionOk="0">
                  <a:moveTo>
                    <a:pt x="3788" y="1"/>
                  </a:moveTo>
                  <a:lnTo>
                    <a:pt x="3725" y="21"/>
                  </a:lnTo>
                  <a:lnTo>
                    <a:pt x="3599" y="63"/>
                  </a:lnTo>
                  <a:lnTo>
                    <a:pt x="3474" y="1"/>
                  </a:lnTo>
                  <a:lnTo>
                    <a:pt x="3474" y="1"/>
                  </a:lnTo>
                  <a:lnTo>
                    <a:pt x="3495" y="105"/>
                  </a:lnTo>
                  <a:lnTo>
                    <a:pt x="3578" y="147"/>
                  </a:lnTo>
                  <a:lnTo>
                    <a:pt x="3599" y="293"/>
                  </a:lnTo>
                  <a:lnTo>
                    <a:pt x="3516" y="335"/>
                  </a:lnTo>
                  <a:lnTo>
                    <a:pt x="3495" y="524"/>
                  </a:lnTo>
                  <a:lnTo>
                    <a:pt x="3558" y="607"/>
                  </a:lnTo>
                  <a:lnTo>
                    <a:pt x="3558" y="754"/>
                  </a:lnTo>
                  <a:lnTo>
                    <a:pt x="3495" y="712"/>
                  </a:lnTo>
                  <a:lnTo>
                    <a:pt x="3453" y="733"/>
                  </a:lnTo>
                  <a:lnTo>
                    <a:pt x="3369" y="670"/>
                  </a:lnTo>
                  <a:lnTo>
                    <a:pt x="3244" y="649"/>
                  </a:lnTo>
                  <a:lnTo>
                    <a:pt x="3139" y="586"/>
                  </a:lnTo>
                  <a:lnTo>
                    <a:pt x="2951" y="524"/>
                  </a:lnTo>
                  <a:lnTo>
                    <a:pt x="2825" y="607"/>
                  </a:lnTo>
                  <a:lnTo>
                    <a:pt x="2637" y="607"/>
                  </a:lnTo>
                  <a:lnTo>
                    <a:pt x="2574" y="628"/>
                  </a:lnTo>
                  <a:lnTo>
                    <a:pt x="2679" y="796"/>
                  </a:lnTo>
                  <a:lnTo>
                    <a:pt x="2658" y="837"/>
                  </a:lnTo>
                  <a:lnTo>
                    <a:pt x="2658" y="921"/>
                  </a:lnTo>
                  <a:lnTo>
                    <a:pt x="2574" y="963"/>
                  </a:lnTo>
                  <a:lnTo>
                    <a:pt x="2658" y="1068"/>
                  </a:lnTo>
                  <a:lnTo>
                    <a:pt x="2553" y="1172"/>
                  </a:lnTo>
                  <a:lnTo>
                    <a:pt x="2511" y="1172"/>
                  </a:lnTo>
                  <a:lnTo>
                    <a:pt x="2428" y="1130"/>
                  </a:lnTo>
                  <a:lnTo>
                    <a:pt x="2323" y="1047"/>
                  </a:lnTo>
                  <a:lnTo>
                    <a:pt x="2198" y="1151"/>
                  </a:lnTo>
                  <a:lnTo>
                    <a:pt x="2114" y="1340"/>
                  </a:lnTo>
                  <a:lnTo>
                    <a:pt x="2030" y="1381"/>
                  </a:lnTo>
                  <a:lnTo>
                    <a:pt x="1988" y="1528"/>
                  </a:lnTo>
                  <a:lnTo>
                    <a:pt x="1926" y="1633"/>
                  </a:lnTo>
                  <a:lnTo>
                    <a:pt x="1842" y="1653"/>
                  </a:lnTo>
                  <a:lnTo>
                    <a:pt x="1842" y="1905"/>
                  </a:lnTo>
                  <a:lnTo>
                    <a:pt x="1905" y="1988"/>
                  </a:lnTo>
                  <a:lnTo>
                    <a:pt x="1988" y="2177"/>
                  </a:lnTo>
                  <a:lnTo>
                    <a:pt x="1926" y="2302"/>
                  </a:lnTo>
                  <a:lnTo>
                    <a:pt x="1779" y="2511"/>
                  </a:lnTo>
                  <a:lnTo>
                    <a:pt x="1612" y="2804"/>
                  </a:lnTo>
                  <a:lnTo>
                    <a:pt x="1591" y="2930"/>
                  </a:lnTo>
                  <a:lnTo>
                    <a:pt x="1507" y="3014"/>
                  </a:lnTo>
                  <a:lnTo>
                    <a:pt x="1298" y="3034"/>
                  </a:lnTo>
                  <a:lnTo>
                    <a:pt x="1110" y="3139"/>
                  </a:lnTo>
                  <a:lnTo>
                    <a:pt x="1110" y="3265"/>
                  </a:lnTo>
                  <a:lnTo>
                    <a:pt x="1193" y="3348"/>
                  </a:lnTo>
                  <a:lnTo>
                    <a:pt x="1193" y="3516"/>
                  </a:lnTo>
                  <a:lnTo>
                    <a:pt x="1151" y="3662"/>
                  </a:lnTo>
                  <a:lnTo>
                    <a:pt x="1089" y="3934"/>
                  </a:lnTo>
                  <a:lnTo>
                    <a:pt x="1089" y="4185"/>
                  </a:lnTo>
                  <a:lnTo>
                    <a:pt x="879" y="4687"/>
                  </a:lnTo>
                  <a:lnTo>
                    <a:pt x="879" y="4813"/>
                  </a:lnTo>
                  <a:lnTo>
                    <a:pt x="942" y="4897"/>
                  </a:lnTo>
                  <a:lnTo>
                    <a:pt x="963" y="5127"/>
                  </a:lnTo>
                  <a:lnTo>
                    <a:pt x="858" y="5252"/>
                  </a:lnTo>
                  <a:lnTo>
                    <a:pt x="649" y="5231"/>
                  </a:lnTo>
                  <a:lnTo>
                    <a:pt x="482" y="5211"/>
                  </a:lnTo>
                  <a:lnTo>
                    <a:pt x="377" y="5294"/>
                  </a:lnTo>
                  <a:lnTo>
                    <a:pt x="252" y="5524"/>
                  </a:lnTo>
                  <a:lnTo>
                    <a:pt x="210" y="5755"/>
                  </a:lnTo>
                  <a:lnTo>
                    <a:pt x="252" y="6068"/>
                  </a:lnTo>
                  <a:lnTo>
                    <a:pt x="314" y="6361"/>
                  </a:lnTo>
                  <a:lnTo>
                    <a:pt x="252" y="6550"/>
                  </a:lnTo>
                  <a:lnTo>
                    <a:pt x="314" y="6696"/>
                  </a:lnTo>
                  <a:lnTo>
                    <a:pt x="335" y="6926"/>
                  </a:lnTo>
                  <a:lnTo>
                    <a:pt x="314" y="7135"/>
                  </a:lnTo>
                  <a:lnTo>
                    <a:pt x="314" y="7345"/>
                  </a:lnTo>
                  <a:lnTo>
                    <a:pt x="461" y="7449"/>
                  </a:lnTo>
                  <a:lnTo>
                    <a:pt x="670" y="7659"/>
                  </a:lnTo>
                  <a:lnTo>
                    <a:pt x="628" y="7805"/>
                  </a:lnTo>
                  <a:lnTo>
                    <a:pt x="628" y="7972"/>
                  </a:lnTo>
                  <a:lnTo>
                    <a:pt x="356" y="8056"/>
                  </a:lnTo>
                  <a:lnTo>
                    <a:pt x="335" y="8161"/>
                  </a:lnTo>
                  <a:lnTo>
                    <a:pt x="461" y="8370"/>
                  </a:lnTo>
                  <a:lnTo>
                    <a:pt x="482" y="8642"/>
                  </a:lnTo>
                  <a:lnTo>
                    <a:pt x="565" y="8768"/>
                  </a:lnTo>
                  <a:lnTo>
                    <a:pt x="482" y="8914"/>
                  </a:lnTo>
                  <a:lnTo>
                    <a:pt x="482" y="9040"/>
                  </a:lnTo>
                  <a:lnTo>
                    <a:pt x="461" y="9123"/>
                  </a:lnTo>
                  <a:lnTo>
                    <a:pt x="273" y="9165"/>
                  </a:lnTo>
                  <a:lnTo>
                    <a:pt x="231" y="9228"/>
                  </a:lnTo>
                  <a:lnTo>
                    <a:pt x="314" y="9332"/>
                  </a:lnTo>
                  <a:lnTo>
                    <a:pt x="231" y="9395"/>
                  </a:lnTo>
                  <a:lnTo>
                    <a:pt x="168" y="9479"/>
                  </a:lnTo>
                  <a:lnTo>
                    <a:pt x="252" y="9625"/>
                  </a:lnTo>
                  <a:lnTo>
                    <a:pt x="273" y="10002"/>
                  </a:lnTo>
                  <a:lnTo>
                    <a:pt x="231" y="10086"/>
                  </a:lnTo>
                  <a:lnTo>
                    <a:pt x="147" y="10002"/>
                  </a:lnTo>
                  <a:lnTo>
                    <a:pt x="63" y="9939"/>
                  </a:lnTo>
                  <a:lnTo>
                    <a:pt x="63" y="9960"/>
                  </a:lnTo>
                  <a:lnTo>
                    <a:pt x="1" y="10023"/>
                  </a:lnTo>
                  <a:lnTo>
                    <a:pt x="21" y="10253"/>
                  </a:lnTo>
                  <a:lnTo>
                    <a:pt x="42" y="10337"/>
                  </a:lnTo>
                  <a:lnTo>
                    <a:pt x="63" y="10525"/>
                  </a:lnTo>
                  <a:lnTo>
                    <a:pt x="147" y="10546"/>
                  </a:lnTo>
                  <a:lnTo>
                    <a:pt x="168" y="10588"/>
                  </a:lnTo>
                  <a:lnTo>
                    <a:pt x="147" y="10734"/>
                  </a:lnTo>
                  <a:lnTo>
                    <a:pt x="273" y="10672"/>
                  </a:lnTo>
                  <a:lnTo>
                    <a:pt x="210" y="10567"/>
                  </a:lnTo>
                  <a:lnTo>
                    <a:pt x="231" y="10483"/>
                  </a:lnTo>
                  <a:lnTo>
                    <a:pt x="273" y="10483"/>
                  </a:lnTo>
                  <a:lnTo>
                    <a:pt x="252" y="10546"/>
                  </a:lnTo>
                  <a:lnTo>
                    <a:pt x="335" y="10588"/>
                  </a:lnTo>
                  <a:lnTo>
                    <a:pt x="377" y="10672"/>
                  </a:lnTo>
                  <a:lnTo>
                    <a:pt x="252" y="10755"/>
                  </a:lnTo>
                  <a:lnTo>
                    <a:pt x="231" y="10860"/>
                  </a:lnTo>
                  <a:lnTo>
                    <a:pt x="273" y="10944"/>
                  </a:lnTo>
                  <a:lnTo>
                    <a:pt x="252" y="11069"/>
                  </a:lnTo>
                  <a:lnTo>
                    <a:pt x="210" y="11111"/>
                  </a:lnTo>
                  <a:lnTo>
                    <a:pt x="273" y="11216"/>
                  </a:lnTo>
                  <a:lnTo>
                    <a:pt x="356" y="11257"/>
                  </a:lnTo>
                  <a:lnTo>
                    <a:pt x="440" y="11383"/>
                  </a:lnTo>
                  <a:lnTo>
                    <a:pt x="482" y="11425"/>
                  </a:lnTo>
                  <a:lnTo>
                    <a:pt x="586" y="11634"/>
                  </a:lnTo>
                  <a:lnTo>
                    <a:pt x="586" y="11801"/>
                  </a:lnTo>
                  <a:lnTo>
                    <a:pt x="733" y="11843"/>
                  </a:lnTo>
                  <a:lnTo>
                    <a:pt x="754" y="11948"/>
                  </a:lnTo>
                  <a:lnTo>
                    <a:pt x="858" y="12094"/>
                  </a:lnTo>
                  <a:lnTo>
                    <a:pt x="984" y="12011"/>
                  </a:lnTo>
                  <a:lnTo>
                    <a:pt x="1005" y="12136"/>
                  </a:lnTo>
                  <a:lnTo>
                    <a:pt x="942" y="12304"/>
                  </a:lnTo>
                  <a:lnTo>
                    <a:pt x="775" y="12325"/>
                  </a:lnTo>
                  <a:lnTo>
                    <a:pt x="754" y="12366"/>
                  </a:lnTo>
                  <a:lnTo>
                    <a:pt x="838" y="12429"/>
                  </a:lnTo>
                  <a:lnTo>
                    <a:pt x="858" y="12534"/>
                  </a:lnTo>
                  <a:lnTo>
                    <a:pt x="984" y="12555"/>
                  </a:lnTo>
                  <a:lnTo>
                    <a:pt x="1047" y="12848"/>
                  </a:lnTo>
                  <a:lnTo>
                    <a:pt x="963" y="12952"/>
                  </a:lnTo>
                  <a:lnTo>
                    <a:pt x="1005" y="12994"/>
                  </a:lnTo>
                  <a:lnTo>
                    <a:pt x="1151" y="12994"/>
                  </a:lnTo>
                  <a:lnTo>
                    <a:pt x="1423" y="12931"/>
                  </a:lnTo>
                  <a:lnTo>
                    <a:pt x="1570" y="12973"/>
                  </a:lnTo>
                  <a:lnTo>
                    <a:pt x="1695" y="12869"/>
                  </a:lnTo>
                  <a:lnTo>
                    <a:pt x="1674" y="12764"/>
                  </a:lnTo>
                  <a:lnTo>
                    <a:pt x="1612" y="12701"/>
                  </a:lnTo>
                  <a:lnTo>
                    <a:pt x="1695" y="12534"/>
                  </a:lnTo>
                  <a:lnTo>
                    <a:pt x="1884" y="12513"/>
                  </a:lnTo>
                  <a:lnTo>
                    <a:pt x="1905" y="12325"/>
                  </a:lnTo>
                  <a:lnTo>
                    <a:pt x="1926" y="12408"/>
                  </a:lnTo>
                  <a:lnTo>
                    <a:pt x="2135" y="12450"/>
                  </a:lnTo>
                  <a:lnTo>
                    <a:pt x="2260" y="12366"/>
                  </a:lnTo>
                  <a:lnTo>
                    <a:pt x="2365" y="12429"/>
                  </a:lnTo>
                  <a:lnTo>
                    <a:pt x="2449" y="12513"/>
                  </a:lnTo>
                  <a:lnTo>
                    <a:pt x="2553" y="12345"/>
                  </a:lnTo>
                  <a:lnTo>
                    <a:pt x="2616" y="12115"/>
                  </a:lnTo>
                  <a:lnTo>
                    <a:pt x="2679" y="12032"/>
                  </a:lnTo>
                  <a:lnTo>
                    <a:pt x="2721" y="11739"/>
                  </a:lnTo>
                  <a:lnTo>
                    <a:pt x="2762" y="11634"/>
                  </a:lnTo>
                  <a:lnTo>
                    <a:pt x="2658" y="11571"/>
                  </a:lnTo>
                  <a:lnTo>
                    <a:pt x="2679" y="11467"/>
                  </a:lnTo>
                  <a:lnTo>
                    <a:pt x="2783" y="11320"/>
                  </a:lnTo>
                  <a:lnTo>
                    <a:pt x="2679" y="11216"/>
                  </a:lnTo>
                  <a:lnTo>
                    <a:pt x="2783" y="11111"/>
                  </a:lnTo>
                  <a:lnTo>
                    <a:pt x="2658" y="11048"/>
                  </a:lnTo>
                  <a:lnTo>
                    <a:pt x="2721" y="10965"/>
                  </a:lnTo>
                  <a:lnTo>
                    <a:pt x="2658" y="10839"/>
                  </a:lnTo>
                  <a:lnTo>
                    <a:pt x="2762" y="10881"/>
                  </a:lnTo>
                  <a:lnTo>
                    <a:pt x="2930" y="10860"/>
                  </a:lnTo>
                  <a:lnTo>
                    <a:pt x="2783" y="10755"/>
                  </a:lnTo>
                  <a:lnTo>
                    <a:pt x="2846" y="10609"/>
                  </a:lnTo>
                  <a:lnTo>
                    <a:pt x="2846" y="10546"/>
                  </a:lnTo>
                  <a:lnTo>
                    <a:pt x="2658" y="10483"/>
                  </a:lnTo>
                  <a:lnTo>
                    <a:pt x="2888" y="10483"/>
                  </a:lnTo>
                  <a:lnTo>
                    <a:pt x="2762" y="10358"/>
                  </a:lnTo>
                  <a:lnTo>
                    <a:pt x="2679" y="10358"/>
                  </a:lnTo>
                  <a:lnTo>
                    <a:pt x="2742" y="10274"/>
                  </a:lnTo>
                  <a:lnTo>
                    <a:pt x="2783" y="10274"/>
                  </a:lnTo>
                  <a:lnTo>
                    <a:pt x="2825" y="10316"/>
                  </a:lnTo>
                  <a:lnTo>
                    <a:pt x="2888" y="10232"/>
                  </a:lnTo>
                  <a:lnTo>
                    <a:pt x="2867" y="10148"/>
                  </a:lnTo>
                  <a:lnTo>
                    <a:pt x="2972" y="10232"/>
                  </a:lnTo>
                  <a:lnTo>
                    <a:pt x="2993" y="10128"/>
                  </a:lnTo>
                  <a:lnTo>
                    <a:pt x="3076" y="10023"/>
                  </a:lnTo>
                  <a:lnTo>
                    <a:pt x="3160" y="10023"/>
                  </a:lnTo>
                  <a:lnTo>
                    <a:pt x="3139" y="9939"/>
                  </a:lnTo>
                  <a:lnTo>
                    <a:pt x="3181" y="9897"/>
                  </a:lnTo>
                  <a:lnTo>
                    <a:pt x="3202" y="9939"/>
                  </a:lnTo>
                  <a:lnTo>
                    <a:pt x="3181" y="10044"/>
                  </a:lnTo>
                  <a:lnTo>
                    <a:pt x="3265" y="10044"/>
                  </a:lnTo>
                  <a:lnTo>
                    <a:pt x="3369" y="9897"/>
                  </a:lnTo>
                  <a:lnTo>
                    <a:pt x="3453" y="9897"/>
                  </a:lnTo>
                  <a:lnTo>
                    <a:pt x="3516" y="9835"/>
                  </a:lnTo>
                  <a:lnTo>
                    <a:pt x="3495" y="9730"/>
                  </a:lnTo>
                  <a:lnTo>
                    <a:pt x="3411" y="9646"/>
                  </a:lnTo>
                  <a:lnTo>
                    <a:pt x="3286" y="9625"/>
                  </a:lnTo>
                  <a:lnTo>
                    <a:pt x="3181" y="9688"/>
                  </a:lnTo>
                  <a:lnTo>
                    <a:pt x="3139" y="9646"/>
                  </a:lnTo>
                  <a:lnTo>
                    <a:pt x="3055" y="9709"/>
                  </a:lnTo>
                  <a:lnTo>
                    <a:pt x="2972" y="9604"/>
                  </a:lnTo>
                  <a:lnTo>
                    <a:pt x="2846" y="9563"/>
                  </a:lnTo>
                  <a:lnTo>
                    <a:pt x="2762" y="9521"/>
                  </a:lnTo>
                  <a:lnTo>
                    <a:pt x="2616" y="9542"/>
                  </a:lnTo>
                  <a:lnTo>
                    <a:pt x="2616" y="9604"/>
                  </a:lnTo>
                  <a:lnTo>
                    <a:pt x="2553" y="9542"/>
                  </a:lnTo>
                  <a:lnTo>
                    <a:pt x="2407" y="9542"/>
                  </a:lnTo>
                  <a:lnTo>
                    <a:pt x="2365" y="9500"/>
                  </a:lnTo>
                  <a:lnTo>
                    <a:pt x="2470" y="9479"/>
                  </a:lnTo>
                  <a:lnTo>
                    <a:pt x="2553" y="9521"/>
                  </a:lnTo>
                  <a:lnTo>
                    <a:pt x="2637" y="9395"/>
                  </a:lnTo>
                  <a:lnTo>
                    <a:pt x="2679" y="9437"/>
                  </a:lnTo>
                  <a:lnTo>
                    <a:pt x="2783" y="9416"/>
                  </a:lnTo>
                  <a:lnTo>
                    <a:pt x="2825" y="9332"/>
                  </a:lnTo>
                  <a:lnTo>
                    <a:pt x="2930" y="9374"/>
                  </a:lnTo>
                  <a:lnTo>
                    <a:pt x="2972" y="9416"/>
                  </a:lnTo>
                  <a:lnTo>
                    <a:pt x="3034" y="9416"/>
                  </a:lnTo>
                  <a:lnTo>
                    <a:pt x="3055" y="9332"/>
                  </a:lnTo>
                  <a:lnTo>
                    <a:pt x="3097" y="9416"/>
                  </a:lnTo>
                  <a:lnTo>
                    <a:pt x="3244" y="9437"/>
                  </a:lnTo>
                  <a:lnTo>
                    <a:pt x="3202" y="9521"/>
                  </a:lnTo>
                  <a:lnTo>
                    <a:pt x="3306" y="9563"/>
                  </a:lnTo>
                  <a:lnTo>
                    <a:pt x="3474" y="9542"/>
                  </a:lnTo>
                  <a:lnTo>
                    <a:pt x="3495" y="9416"/>
                  </a:lnTo>
                  <a:lnTo>
                    <a:pt x="3662" y="9270"/>
                  </a:lnTo>
                  <a:lnTo>
                    <a:pt x="3725" y="9102"/>
                  </a:lnTo>
                  <a:lnTo>
                    <a:pt x="3599" y="8977"/>
                  </a:lnTo>
                  <a:lnTo>
                    <a:pt x="3599" y="8893"/>
                  </a:lnTo>
                  <a:lnTo>
                    <a:pt x="3453" y="8788"/>
                  </a:lnTo>
                  <a:lnTo>
                    <a:pt x="3474" y="8747"/>
                  </a:lnTo>
                  <a:lnTo>
                    <a:pt x="3265" y="8579"/>
                  </a:lnTo>
                  <a:lnTo>
                    <a:pt x="3244" y="8475"/>
                  </a:lnTo>
                  <a:lnTo>
                    <a:pt x="3160" y="8391"/>
                  </a:lnTo>
                  <a:lnTo>
                    <a:pt x="3055" y="8516"/>
                  </a:lnTo>
                  <a:lnTo>
                    <a:pt x="2993" y="8433"/>
                  </a:lnTo>
                  <a:lnTo>
                    <a:pt x="2951" y="8454"/>
                  </a:lnTo>
                  <a:lnTo>
                    <a:pt x="2951" y="8349"/>
                  </a:lnTo>
                  <a:lnTo>
                    <a:pt x="2867" y="8349"/>
                  </a:lnTo>
                  <a:lnTo>
                    <a:pt x="2825" y="8244"/>
                  </a:lnTo>
                  <a:lnTo>
                    <a:pt x="2742" y="8182"/>
                  </a:lnTo>
                  <a:lnTo>
                    <a:pt x="2825" y="8077"/>
                  </a:lnTo>
                  <a:lnTo>
                    <a:pt x="2762" y="7952"/>
                  </a:lnTo>
                  <a:lnTo>
                    <a:pt x="2825" y="7931"/>
                  </a:lnTo>
                  <a:lnTo>
                    <a:pt x="2825" y="7847"/>
                  </a:lnTo>
                  <a:lnTo>
                    <a:pt x="2742" y="7826"/>
                  </a:lnTo>
                  <a:lnTo>
                    <a:pt x="2825" y="7721"/>
                  </a:lnTo>
                  <a:lnTo>
                    <a:pt x="2783" y="7533"/>
                  </a:lnTo>
                  <a:lnTo>
                    <a:pt x="2825" y="7512"/>
                  </a:lnTo>
                  <a:lnTo>
                    <a:pt x="2867" y="7554"/>
                  </a:lnTo>
                  <a:lnTo>
                    <a:pt x="2888" y="7449"/>
                  </a:lnTo>
                  <a:lnTo>
                    <a:pt x="2825" y="7345"/>
                  </a:lnTo>
                  <a:lnTo>
                    <a:pt x="2846" y="7198"/>
                  </a:lnTo>
                  <a:lnTo>
                    <a:pt x="2825" y="7073"/>
                  </a:lnTo>
                  <a:lnTo>
                    <a:pt x="2846" y="7010"/>
                  </a:lnTo>
                  <a:lnTo>
                    <a:pt x="2825" y="6884"/>
                  </a:lnTo>
                  <a:lnTo>
                    <a:pt x="2679" y="6696"/>
                  </a:lnTo>
                  <a:lnTo>
                    <a:pt x="2679" y="6696"/>
                  </a:lnTo>
                  <a:lnTo>
                    <a:pt x="2783" y="6759"/>
                  </a:lnTo>
                  <a:lnTo>
                    <a:pt x="2951" y="6717"/>
                  </a:lnTo>
                  <a:lnTo>
                    <a:pt x="3055" y="6571"/>
                  </a:lnTo>
                  <a:lnTo>
                    <a:pt x="2993" y="6466"/>
                  </a:lnTo>
                  <a:lnTo>
                    <a:pt x="3034" y="6403"/>
                  </a:lnTo>
                  <a:lnTo>
                    <a:pt x="3139" y="6424"/>
                  </a:lnTo>
                  <a:lnTo>
                    <a:pt x="3286" y="6299"/>
                  </a:lnTo>
                  <a:lnTo>
                    <a:pt x="3286" y="6236"/>
                  </a:lnTo>
                  <a:lnTo>
                    <a:pt x="3202" y="6236"/>
                  </a:lnTo>
                  <a:lnTo>
                    <a:pt x="3265" y="6131"/>
                  </a:lnTo>
                  <a:lnTo>
                    <a:pt x="3348" y="6047"/>
                  </a:lnTo>
                  <a:lnTo>
                    <a:pt x="3390" y="6089"/>
                  </a:lnTo>
                  <a:lnTo>
                    <a:pt x="3453" y="6089"/>
                  </a:lnTo>
                  <a:lnTo>
                    <a:pt x="3474" y="5964"/>
                  </a:lnTo>
                  <a:lnTo>
                    <a:pt x="3516" y="5964"/>
                  </a:lnTo>
                  <a:lnTo>
                    <a:pt x="3558" y="6047"/>
                  </a:lnTo>
                  <a:lnTo>
                    <a:pt x="3620" y="5964"/>
                  </a:lnTo>
                  <a:lnTo>
                    <a:pt x="3620" y="5838"/>
                  </a:lnTo>
                  <a:lnTo>
                    <a:pt x="3683" y="5734"/>
                  </a:lnTo>
                  <a:lnTo>
                    <a:pt x="3788" y="5734"/>
                  </a:lnTo>
                  <a:lnTo>
                    <a:pt x="3788" y="5817"/>
                  </a:lnTo>
                  <a:lnTo>
                    <a:pt x="3871" y="5817"/>
                  </a:lnTo>
                  <a:lnTo>
                    <a:pt x="3913" y="5713"/>
                  </a:lnTo>
                  <a:lnTo>
                    <a:pt x="4039" y="5629"/>
                  </a:lnTo>
                  <a:lnTo>
                    <a:pt x="4018" y="5524"/>
                  </a:lnTo>
                  <a:lnTo>
                    <a:pt x="4018" y="5420"/>
                  </a:lnTo>
                  <a:lnTo>
                    <a:pt x="4102" y="5503"/>
                  </a:lnTo>
                  <a:lnTo>
                    <a:pt x="4206" y="5378"/>
                  </a:lnTo>
                  <a:lnTo>
                    <a:pt x="4290" y="5378"/>
                  </a:lnTo>
                  <a:lnTo>
                    <a:pt x="4395" y="5190"/>
                  </a:lnTo>
                  <a:lnTo>
                    <a:pt x="4395" y="5001"/>
                  </a:lnTo>
                  <a:lnTo>
                    <a:pt x="4457" y="4897"/>
                  </a:lnTo>
                  <a:lnTo>
                    <a:pt x="4541" y="4897"/>
                  </a:lnTo>
                  <a:lnTo>
                    <a:pt x="4646" y="4771"/>
                  </a:lnTo>
                  <a:lnTo>
                    <a:pt x="4562" y="4771"/>
                  </a:lnTo>
                  <a:lnTo>
                    <a:pt x="4499" y="4666"/>
                  </a:lnTo>
                  <a:lnTo>
                    <a:pt x="4562" y="4625"/>
                  </a:lnTo>
                  <a:lnTo>
                    <a:pt x="4541" y="4562"/>
                  </a:lnTo>
                  <a:lnTo>
                    <a:pt x="4436" y="4562"/>
                  </a:lnTo>
                  <a:lnTo>
                    <a:pt x="4332" y="4457"/>
                  </a:lnTo>
                  <a:lnTo>
                    <a:pt x="4457" y="4415"/>
                  </a:lnTo>
                  <a:lnTo>
                    <a:pt x="4436" y="4332"/>
                  </a:lnTo>
                  <a:lnTo>
                    <a:pt x="4520" y="4164"/>
                  </a:lnTo>
                  <a:lnTo>
                    <a:pt x="4541" y="4081"/>
                  </a:lnTo>
                  <a:lnTo>
                    <a:pt x="4499" y="3997"/>
                  </a:lnTo>
                  <a:lnTo>
                    <a:pt x="4415" y="3997"/>
                  </a:lnTo>
                  <a:lnTo>
                    <a:pt x="4395" y="3934"/>
                  </a:lnTo>
                  <a:lnTo>
                    <a:pt x="4415" y="3892"/>
                  </a:lnTo>
                  <a:lnTo>
                    <a:pt x="4499" y="3934"/>
                  </a:lnTo>
                  <a:lnTo>
                    <a:pt x="4520" y="3955"/>
                  </a:lnTo>
                  <a:lnTo>
                    <a:pt x="4541" y="3955"/>
                  </a:lnTo>
                  <a:lnTo>
                    <a:pt x="4541" y="3871"/>
                  </a:lnTo>
                  <a:lnTo>
                    <a:pt x="4436" y="3850"/>
                  </a:lnTo>
                  <a:lnTo>
                    <a:pt x="4541" y="3788"/>
                  </a:lnTo>
                  <a:lnTo>
                    <a:pt x="4625" y="3788"/>
                  </a:lnTo>
                  <a:lnTo>
                    <a:pt x="4729" y="3725"/>
                  </a:lnTo>
                  <a:lnTo>
                    <a:pt x="4646" y="3662"/>
                  </a:lnTo>
                  <a:lnTo>
                    <a:pt x="4562" y="3516"/>
                  </a:lnTo>
                  <a:lnTo>
                    <a:pt x="4646" y="3537"/>
                  </a:lnTo>
                  <a:lnTo>
                    <a:pt x="4708" y="3620"/>
                  </a:lnTo>
                  <a:lnTo>
                    <a:pt x="4813" y="3578"/>
                  </a:lnTo>
                  <a:lnTo>
                    <a:pt x="4834" y="3474"/>
                  </a:lnTo>
                  <a:lnTo>
                    <a:pt x="4855" y="3369"/>
                  </a:lnTo>
                  <a:lnTo>
                    <a:pt x="4918" y="3327"/>
                  </a:lnTo>
                  <a:lnTo>
                    <a:pt x="4980" y="3453"/>
                  </a:lnTo>
                  <a:lnTo>
                    <a:pt x="5064" y="3348"/>
                  </a:lnTo>
                  <a:lnTo>
                    <a:pt x="5127" y="3453"/>
                  </a:lnTo>
                  <a:lnTo>
                    <a:pt x="5190" y="3474"/>
                  </a:lnTo>
                  <a:lnTo>
                    <a:pt x="5252" y="3369"/>
                  </a:lnTo>
                  <a:lnTo>
                    <a:pt x="5357" y="3432"/>
                  </a:lnTo>
                  <a:lnTo>
                    <a:pt x="5483" y="3348"/>
                  </a:lnTo>
                  <a:lnTo>
                    <a:pt x="5545" y="3432"/>
                  </a:lnTo>
                  <a:lnTo>
                    <a:pt x="5671" y="3432"/>
                  </a:lnTo>
                  <a:lnTo>
                    <a:pt x="5713" y="3369"/>
                  </a:lnTo>
                  <a:lnTo>
                    <a:pt x="5755" y="3411"/>
                  </a:lnTo>
                  <a:lnTo>
                    <a:pt x="5755" y="3265"/>
                  </a:lnTo>
                  <a:lnTo>
                    <a:pt x="5671" y="3202"/>
                  </a:lnTo>
                  <a:lnTo>
                    <a:pt x="5587" y="2993"/>
                  </a:lnTo>
                  <a:lnTo>
                    <a:pt x="5462" y="2951"/>
                  </a:lnTo>
                  <a:lnTo>
                    <a:pt x="5399" y="2762"/>
                  </a:lnTo>
                  <a:lnTo>
                    <a:pt x="5462" y="2700"/>
                  </a:lnTo>
                  <a:lnTo>
                    <a:pt x="5462" y="2490"/>
                  </a:lnTo>
                  <a:lnTo>
                    <a:pt x="5441" y="2386"/>
                  </a:lnTo>
                  <a:lnTo>
                    <a:pt x="5462" y="2302"/>
                  </a:lnTo>
                  <a:lnTo>
                    <a:pt x="5399" y="2093"/>
                  </a:lnTo>
                  <a:lnTo>
                    <a:pt x="5357" y="1988"/>
                  </a:lnTo>
                  <a:lnTo>
                    <a:pt x="5336" y="1842"/>
                  </a:lnTo>
                  <a:lnTo>
                    <a:pt x="5378" y="1758"/>
                  </a:lnTo>
                  <a:lnTo>
                    <a:pt x="5357" y="1633"/>
                  </a:lnTo>
                  <a:lnTo>
                    <a:pt x="5190" y="1591"/>
                  </a:lnTo>
                  <a:lnTo>
                    <a:pt x="5190" y="1486"/>
                  </a:lnTo>
                  <a:lnTo>
                    <a:pt x="5252" y="1361"/>
                  </a:lnTo>
                  <a:lnTo>
                    <a:pt x="5190" y="1172"/>
                  </a:lnTo>
                  <a:lnTo>
                    <a:pt x="5252" y="1068"/>
                  </a:lnTo>
                  <a:lnTo>
                    <a:pt x="5190" y="1005"/>
                  </a:lnTo>
                  <a:lnTo>
                    <a:pt x="5127" y="1005"/>
                  </a:lnTo>
                  <a:lnTo>
                    <a:pt x="5022" y="858"/>
                  </a:lnTo>
                  <a:lnTo>
                    <a:pt x="4939" y="858"/>
                  </a:lnTo>
                  <a:lnTo>
                    <a:pt x="4876" y="754"/>
                  </a:lnTo>
                  <a:lnTo>
                    <a:pt x="4771" y="628"/>
                  </a:lnTo>
                  <a:lnTo>
                    <a:pt x="4708" y="607"/>
                  </a:lnTo>
                  <a:lnTo>
                    <a:pt x="4604" y="545"/>
                  </a:lnTo>
                  <a:lnTo>
                    <a:pt x="4395" y="524"/>
                  </a:lnTo>
                  <a:lnTo>
                    <a:pt x="4227" y="419"/>
                  </a:lnTo>
                  <a:lnTo>
                    <a:pt x="4018" y="189"/>
                  </a:lnTo>
                  <a:lnTo>
                    <a:pt x="3892" y="105"/>
                  </a:lnTo>
                  <a:lnTo>
                    <a:pt x="378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3" name="Google Shape;2433;p56"/>
            <p:cNvSpPr/>
            <p:nvPr/>
          </p:nvSpPr>
          <p:spPr>
            <a:xfrm>
              <a:off x="3883127" y="2693471"/>
              <a:ext cx="27411" cy="23803"/>
            </a:xfrm>
            <a:custGeom>
              <a:avLst/>
              <a:gdLst/>
              <a:ahLst/>
              <a:cxnLst/>
              <a:rect l="l" t="t" r="r" b="b"/>
              <a:pathLst>
                <a:path w="2302" h="2093" extrusionOk="0">
                  <a:moveTo>
                    <a:pt x="1026" y="0"/>
                  </a:moveTo>
                  <a:lnTo>
                    <a:pt x="1026" y="63"/>
                  </a:lnTo>
                  <a:lnTo>
                    <a:pt x="942" y="63"/>
                  </a:lnTo>
                  <a:lnTo>
                    <a:pt x="942" y="105"/>
                  </a:lnTo>
                  <a:lnTo>
                    <a:pt x="1005" y="167"/>
                  </a:lnTo>
                  <a:lnTo>
                    <a:pt x="900" y="230"/>
                  </a:lnTo>
                  <a:lnTo>
                    <a:pt x="837" y="209"/>
                  </a:lnTo>
                  <a:lnTo>
                    <a:pt x="628" y="209"/>
                  </a:lnTo>
                  <a:lnTo>
                    <a:pt x="607" y="147"/>
                  </a:lnTo>
                  <a:lnTo>
                    <a:pt x="586" y="251"/>
                  </a:lnTo>
                  <a:lnTo>
                    <a:pt x="481" y="230"/>
                  </a:lnTo>
                  <a:lnTo>
                    <a:pt x="335" y="272"/>
                  </a:lnTo>
                  <a:lnTo>
                    <a:pt x="335" y="356"/>
                  </a:lnTo>
                  <a:lnTo>
                    <a:pt x="272" y="356"/>
                  </a:lnTo>
                  <a:lnTo>
                    <a:pt x="84" y="439"/>
                  </a:lnTo>
                  <a:lnTo>
                    <a:pt x="0" y="544"/>
                  </a:lnTo>
                  <a:lnTo>
                    <a:pt x="21" y="900"/>
                  </a:lnTo>
                  <a:lnTo>
                    <a:pt x="84" y="900"/>
                  </a:lnTo>
                  <a:lnTo>
                    <a:pt x="126" y="879"/>
                  </a:lnTo>
                  <a:lnTo>
                    <a:pt x="230" y="900"/>
                  </a:lnTo>
                  <a:lnTo>
                    <a:pt x="189" y="983"/>
                  </a:lnTo>
                  <a:lnTo>
                    <a:pt x="105" y="983"/>
                  </a:lnTo>
                  <a:lnTo>
                    <a:pt x="105" y="1151"/>
                  </a:lnTo>
                  <a:lnTo>
                    <a:pt x="209" y="1276"/>
                  </a:lnTo>
                  <a:lnTo>
                    <a:pt x="377" y="1423"/>
                  </a:lnTo>
                  <a:lnTo>
                    <a:pt x="419" y="1423"/>
                  </a:lnTo>
                  <a:lnTo>
                    <a:pt x="419" y="1318"/>
                  </a:lnTo>
                  <a:lnTo>
                    <a:pt x="544" y="1214"/>
                  </a:lnTo>
                  <a:lnTo>
                    <a:pt x="586" y="1318"/>
                  </a:lnTo>
                  <a:lnTo>
                    <a:pt x="523" y="1611"/>
                  </a:lnTo>
                  <a:lnTo>
                    <a:pt x="523" y="1695"/>
                  </a:lnTo>
                  <a:lnTo>
                    <a:pt x="586" y="1674"/>
                  </a:lnTo>
                  <a:lnTo>
                    <a:pt x="754" y="1569"/>
                  </a:lnTo>
                  <a:lnTo>
                    <a:pt x="900" y="1507"/>
                  </a:lnTo>
                  <a:lnTo>
                    <a:pt x="1046" y="1632"/>
                  </a:lnTo>
                  <a:lnTo>
                    <a:pt x="1130" y="1611"/>
                  </a:lnTo>
                  <a:lnTo>
                    <a:pt x="1151" y="1507"/>
                  </a:lnTo>
                  <a:lnTo>
                    <a:pt x="1235" y="1590"/>
                  </a:lnTo>
                  <a:lnTo>
                    <a:pt x="1277" y="1674"/>
                  </a:lnTo>
                  <a:lnTo>
                    <a:pt x="1339" y="1674"/>
                  </a:lnTo>
                  <a:lnTo>
                    <a:pt x="1528" y="1779"/>
                  </a:lnTo>
                  <a:lnTo>
                    <a:pt x="1570" y="1925"/>
                  </a:lnTo>
                  <a:lnTo>
                    <a:pt x="1695" y="1967"/>
                  </a:lnTo>
                  <a:lnTo>
                    <a:pt x="1779" y="2092"/>
                  </a:lnTo>
                  <a:lnTo>
                    <a:pt x="1988" y="2009"/>
                  </a:lnTo>
                  <a:lnTo>
                    <a:pt x="2155" y="2030"/>
                  </a:lnTo>
                  <a:lnTo>
                    <a:pt x="2260" y="1904"/>
                  </a:lnTo>
                  <a:lnTo>
                    <a:pt x="2218" y="1800"/>
                  </a:lnTo>
                  <a:lnTo>
                    <a:pt x="2302" y="1716"/>
                  </a:lnTo>
                  <a:lnTo>
                    <a:pt x="2302" y="1611"/>
                  </a:lnTo>
                  <a:lnTo>
                    <a:pt x="2051" y="1109"/>
                  </a:lnTo>
                  <a:lnTo>
                    <a:pt x="2093" y="691"/>
                  </a:lnTo>
                  <a:lnTo>
                    <a:pt x="2155" y="649"/>
                  </a:lnTo>
                  <a:lnTo>
                    <a:pt x="2197" y="481"/>
                  </a:lnTo>
                  <a:lnTo>
                    <a:pt x="2281" y="356"/>
                  </a:lnTo>
                  <a:lnTo>
                    <a:pt x="2302" y="335"/>
                  </a:lnTo>
                  <a:lnTo>
                    <a:pt x="2302" y="314"/>
                  </a:lnTo>
                  <a:lnTo>
                    <a:pt x="2260" y="230"/>
                  </a:lnTo>
                  <a:lnTo>
                    <a:pt x="2218" y="272"/>
                  </a:lnTo>
                  <a:lnTo>
                    <a:pt x="1758" y="251"/>
                  </a:lnTo>
                  <a:lnTo>
                    <a:pt x="1570" y="126"/>
                  </a:lnTo>
                  <a:lnTo>
                    <a:pt x="1339" y="126"/>
                  </a:lnTo>
                  <a:lnTo>
                    <a:pt x="1235" y="63"/>
                  </a:lnTo>
                  <a:lnTo>
                    <a:pt x="1130" y="105"/>
                  </a:lnTo>
                  <a:lnTo>
                    <a:pt x="10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4" name="Google Shape;2434;p56"/>
            <p:cNvSpPr/>
            <p:nvPr/>
          </p:nvSpPr>
          <p:spPr>
            <a:xfrm>
              <a:off x="3870422" y="2710598"/>
              <a:ext cx="43605" cy="22620"/>
            </a:xfrm>
            <a:custGeom>
              <a:avLst/>
              <a:gdLst/>
              <a:ahLst/>
              <a:cxnLst/>
              <a:rect l="l" t="t" r="r" b="b"/>
              <a:pathLst>
                <a:path w="3662" h="1989" extrusionOk="0">
                  <a:moveTo>
                    <a:pt x="1967" y="1"/>
                  </a:moveTo>
                  <a:lnTo>
                    <a:pt x="1821" y="63"/>
                  </a:lnTo>
                  <a:lnTo>
                    <a:pt x="1653" y="168"/>
                  </a:lnTo>
                  <a:lnTo>
                    <a:pt x="1590" y="189"/>
                  </a:lnTo>
                  <a:lnTo>
                    <a:pt x="1590" y="314"/>
                  </a:lnTo>
                  <a:lnTo>
                    <a:pt x="1653" y="586"/>
                  </a:lnTo>
                  <a:lnTo>
                    <a:pt x="1590" y="754"/>
                  </a:lnTo>
                  <a:lnTo>
                    <a:pt x="1402" y="963"/>
                  </a:lnTo>
                  <a:lnTo>
                    <a:pt x="1256" y="963"/>
                  </a:lnTo>
                  <a:lnTo>
                    <a:pt x="1130" y="838"/>
                  </a:lnTo>
                  <a:lnTo>
                    <a:pt x="1130" y="733"/>
                  </a:lnTo>
                  <a:lnTo>
                    <a:pt x="837" y="440"/>
                  </a:lnTo>
                  <a:lnTo>
                    <a:pt x="837" y="294"/>
                  </a:lnTo>
                  <a:lnTo>
                    <a:pt x="774" y="294"/>
                  </a:lnTo>
                  <a:lnTo>
                    <a:pt x="670" y="398"/>
                  </a:lnTo>
                  <a:lnTo>
                    <a:pt x="523" y="419"/>
                  </a:lnTo>
                  <a:lnTo>
                    <a:pt x="460" y="461"/>
                  </a:lnTo>
                  <a:lnTo>
                    <a:pt x="335" y="461"/>
                  </a:lnTo>
                  <a:lnTo>
                    <a:pt x="251" y="607"/>
                  </a:lnTo>
                  <a:lnTo>
                    <a:pt x="293" y="733"/>
                  </a:lnTo>
                  <a:lnTo>
                    <a:pt x="230" y="712"/>
                  </a:lnTo>
                  <a:lnTo>
                    <a:pt x="230" y="921"/>
                  </a:lnTo>
                  <a:lnTo>
                    <a:pt x="84" y="1110"/>
                  </a:lnTo>
                  <a:lnTo>
                    <a:pt x="84" y="1214"/>
                  </a:lnTo>
                  <a:lnTo>
                    <a:pt x="84" y="1319"/>
                  </a:lnTo>
                  <a:lnTo>
                    <a:pt x="0" y="1382"/>
                  </a:lnTo>
                  <a:lnTo>
                    <a:pt x="42" y="1674"/>
                  </a:lnTo>
                  <a:lnTo>
                    <a:pt x="126" y="1737"/>
                  </a:lnTo>
                  <a:lnTo>
                    <a:pt x="126" y="1758"/>
                  </a:lnTo>
                  <a:lnTo>
                    <a:pt x="230" y="1737"/>
                  </a:lnTo>
                  <a:lnTo>
                    <a:pt x="251" y="1591"/>
                  </a:lnTo>
                  <a:lnTo>
                    <a:pt x="440" y="1465"/>
                  </a:lnTo>
                  <a:lnTo>
                    <a:pt x="670" y="1382"/>
                  </a:lnTo>
                  <a:lnTo>
                    <a:pt x="879" y="1423"/>
                  </a:lnTo>
                  <a:lnTo>
                    <a:pt x="1025" y="1423"/>
                  </a:lnTo>
                  <a:lnTo>
                    <a:pt x="1088" y="1465"/>
                  </a:lnTo>
                  <a:lnTo>
                    <a:pt x="1235" y="1382"/>
                  </a:lnTo>
                  <a:lnTo>
                    <a:pt x="1339" y="1361"/>
                  </a:lnTo>
                  <a:lnTo>
                    <a:pt x="1360" y="1444"/>
                  </a:lnTo>
                  <a:lnTo>
                    <a:pt x="1465" y="1444"/>
                  </a:lnTo>
                  <a:lnTo>
                    <a:pt x="1548" y="1549"/>
                  </a:lnTo>
                  <a:lnTo>
                    <a:pt x="1716" y="1549"/>
                  </a:lnTo>
                  <a:lnTo>
                    <a:pt x="1779" y="1570"/>
                  </a:lnTo>
                  <a:lnTo>
                    <a:pt x="1967" y="1444"/>
                  </a:lnTo>
                  <a:lnTo>
                    <a:pt x="2176" y="1549"/>
                  </a:lnTo>
                  <a:lnTo>
                    <a:pt x="2344" y="1570"/>
                  </a:lnTo>
                  <a:lnTo>
                    <a:pt x="2511" y="1758"/>
                  </a:lnTo>
                  <a:lnTo>
                    <a:pt x="2637" y="1758"/>
                  </a:lnTo>
                  <a:lnTo>
                    <a:pt x="2762" y="1946"/>
                  </a:lnTo>
                  <a:lnTo>
                    <a:pt x="2929" y="1967"/>
                  </a:lnTo>
                  <a:lnTo>
                    <a:pt x="2971" y="1988"/>
                  </a:lnTo>
                  <a:lnTo>
                    <a:pt x="3160" y="1905"/>
                  </a:lnTo>
                  <a:lnTo>
                    <a:pt x="3390" y="1884"/>
                  </a:lnTo>
                  <a:lnTo>
                    <a:pt x="3432" y="1737"/>
                  </a:lnTo>
                  <a:lnTo>
                    <a:pt x="3536" y="1674"/>
                  </a:lnTo>
                  <a:lnTo>
                    <a:pt x="3578" y="1570"/>
                  </a:lnTo>
                  <a:lnTo>
                    <a:pt x="3662" y="1549"/>
                  </a:lnTo>
                  <a:lnTo>
                    <a:pt x="3662" y="1382"/>
                  </a:lnTo>
                  <a:lnTo>
                    <a:pt x="3578" y="1277"/>
                  </a:lnTo>
                  <a:lnTo>
                    <a:pt x="3494" y="1110"/>
                  </a:lnTo>
                  <a:lnTo>
                    <a:pt x="3473" y="1047"/>
                  </a:lnTo>
                  <a:lnTo>
                    <a:pt x="3390" y="921"/>
                  </a:lnTo>
                  <a:lnTo>
                    <a:pt x="3432" y="838"/>
                  </a:lnTo>
                  <a:lnTo>
                    <a:pt x="3369" y="733"/>
                  </a:lnTo>
                  <a:lnTo>
                    <a:pt x="3327" y="712"/>
                  </a:lnTo>
                  <a:lnTo>
                    <a:pt x="3348" y="649"/>
                  </a:lnTo>
                  <a:lnTo>
                    <a:pt x="3348" y="545"/>
                  </a:lnTo>
                  <a:lnTo>
                    <a:pt x="3055" y="503"/>
                  </a:lnTo>
                  <a:lnTo>
                    <a:pt x="2846" y="586"/>
                  </a:lnTo>
                  <a:lnTo>
                    <a:pt x="2762" y="461"/>
                  </a:lnTo>
                  <a:lnTo>
                    <a:pt x="2637" y="419"/>
                  </a:lnTo>
                  <a:lnTo>
                    <a:pt x="2595" y="273"/>
                  </a:lnTo>
                  <a:lnTo>
                    <a:pt x="2406" y="168"/>
                  </a:lnTo>
                  <a:lnTo>
                    <a:pt x="2344" y="168"/>
                  </a:lnTo>
                  <a:lnTo>
                    <a:pt x="2302" y="84"/>
                  </a:lnTo>
                  <a:lnTo>
                    <a:pt x="2218" y="1"/>
                  </a:lnTo>
                  <a:lnTo>
                    <a:pt x="2197" y="105"/>
                  </a:lnTo>
                  <a:lnTo>
                    <a:pt x="2113" y="126"/>
                  </a:lnTo>
                  <a:lnTo>
                    <a:pt x="196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5" name="Google Shape;2435;p56"/>
            <p:cNvSpPr/>
            <p:nvPr/>
          </p:nvSpPr>
          <p:spPr>
            <a:xfrm>
              <a:off x="3871910" y="2726065"/>
              <a:ext cx="33901" cy="23803"/>
            </a:xfrm>
            <a:custGeom>
              <a:avLst/>
              <a:gdLst/>
              <a:ahLst/>
              <a:cxnLst/>
              <a:rect l="l" t="t" r="r" b="b"/>
              <a:pathLst>
                <a:path w="2847" h="2093" extrusionOk="0">
                  <a:moveTo>
                    <a:pt x="1214" y="1"/>
                  </a:moveTo>
                  <a:lnTo>
                    <a:pt x="1110" y="22"/>
                  </a:lnTo>
                  <a:lnTo>
                    <a:pt x="963" y="105"/>
                  </a:lnTo>
                  <a:lnTo>
                    <a:pt x="900" y="63"/>
                  </a:lnTo>
                  <a:lnTo>
                    <a:pt x="754" y="63"/>
                  </a:lnTo>
                  <a:lnTo>
                    <a:pt x="545" y="22"/>
                  </a:lnTo>
                  <a:lnTo>
                    <a:pt x="315" y="105"/>
                  </a:lnTo>
                  <a:lnTo>
                    <a:pt x="126" y="231"/>
                  </a:lnTo>
                  <a:lnTo>
                    <a:pt x="105" y="377"/>
                  </a:lnTo>
                  <a:lnTo>
                    <a:pt x="1" y="398"/>
                  </a:lnTo>
                  <a:lnTo>
                    <a:pt x="1" y="586"/>
                  </a:lnTo>
                  <a:lnTo>
                    <a:pt x="63" y="712"/>
                  </a:lnTo>
                  <a:lnTo>
                    <a:pt x="1" y="796"/>
                  </a:lnTo>
                  <a:lnTo>
                    <a:pt x="22" y="817"/>
                  </a:lnTo>
                  <a:lnTo>
                    <a:pt x="231" y="754"/>
                  </a:lnTo>
                  <a:lnTo>
                    <a:pt x="398" y="1005"/>
                  </a:lnTo>
                  <a:lnTo>
                    <a:pt x="524" y="1047"/>
                  </a:lnTo>
                  <a:lnTo>
                    <a:pt x="733" y="1005"/>
                  </a:lnTo>
                  <a:lnTo>
                    <a:pt x="817" y="1047"/>
                  </a:lnTo>
                  <a:lnTo>
                    <a:pt x="838" y="1151"/>
                  </a:lnTo>
                  <a:lnTo>
                    <a:pt x="921" y="1172"/>
                  </a:lnTo>
                  <a:lnTo>
                    <a:pt x="963" y="1235"/>
                  </a:lnTo>
                  <a:lnTo>
                    <a:pt x="921" y="1340"/>
                  </a:lnTo>
                  <a:lnTo>
                    <a:pt x="921" y="1549"/>
                  </a:lnTo>
                  <a:lnTo>
                    <a:pt x="1047" y="1528"/>
                  </a:lnTo>
                  <a:lnTo>
                    <a:pt x="1172" y="1633"/>
                  </a:lnTo>
                  <a:lnTo>
                    <a:pt x="1256" y="1633"/>
                  </a:lnTo>
                  <a:lnTo>
                    <a:pt x="1319" y="1863"/>
                  </a:lnTo>
                  <a:lnTo>
                    <a:pt x="1319" y="1988"/>
                  </a:lnTo>
                  <a:lnTo>
                    <a:pt x="1361" y="2093"/>
                  </a:lnTo>
                  <a:lnTo>
                    <a:pt x="1486" y="2009"/>
                  </a:lnTo>
                  <a:lnTo>
                    <a:pt x="1696" y="1947"/>
                  </a:lnTo>
                  <a:lnTo>
                    <a:pt x="1863" y="2009"/>
                  </a:lnTo>
                  <a:lnTo>
                    <a:pt x="2009" y="1947"/>
                  </a:lnTo>
                  <a:lnTo>
                    <a:pt x="2114" y="1947"/>
                  </a:lnTo>
                  <a:lnTo>
                    <a:pt x="2051" y="1779"/>
                  </a:lnTo>
                  <a:lnTo>
                    <a:pt x="2219" y="1758"/>
                  </a:lnTo>
                  <a:lnTo>
                    <a:pt x="2281" y="1633"/>
                  </a:lnTo>
                  <a:lnTo>
                    <a:pt x="2386" y="1570"/>
                  </a:lnTo>
                  <a:lnTo>
                    <a:pt x="2407" y="1654"/>
                  </a:lnTo>
                  <a:lnTo>
                    <a:pt x="2532" y="1654"/>
                  </a:lnTo>
                  <a:lnTo>
                    <a:pt x="2532" y="1528"/>
                  </a:lnTo>
                  <a:lnTo>
                    <a:pt x="2386" y="1444"/>
                  </a:lnTo>
                  <a:lnTo>
                    <a:pt x="2428" y="1277"/>
                  </a:lnTo>
                  <a:lnTo>
                    <a:pt x="2512" y="1256"/>
                  </a:lnTo>
                  <a:lnTo>
                    <a:pt x="2616" y="1068"/>
                  </a:lnTo>
                  <a:lnTo>
                    <a:pt x="2825" y="963"/>
                  </a:lnTo>
                  <a:lnTo>
                    <a:pt x="2825" y="858"/>
                  </a:lnTo>
                  <a:lnTo>
                    <a:pt x="2721" y="817"/>
                  </a:lnTo>
                  <a:lnTo>
                    <a:pt x="2846" y="628"/>
                  </a:lnTo>
                  <a:lnTo>
                    <a:pt x="2804" y="607"/>
                  </a:lnTo>
                  <a:lnTo>
                    <a:pt x="2637" y="586"/>
                  </a:lnTo>
                  <a:lnTo>
                    <a:pt x="2512" y="398"/>
                  </a:lnTo>
                  <a:lnTo>
                    <a:pt x="2386" y="398"/>
                  </a:lnTo>
                  <a:lnTo>
                    <a:pt x="2219" y="210"/>
                  </a:lnTo>
                  <a:lnTo>
                    <a:pt x="2051" y="189"/>
                  </a:lnTo>
                  <a:lnTo>
                    <a:pt x="1842" y="84"/>
                  </a:lnTo>
                  <a:lnTo>
                    <a:pt x="1654" y="210"/>
                  </a:lnTo>
                  <a:lnTo>
                    <a:pt x="1591" y="189"/>
                  </a:lnTo>
                  <a:lnTo>
                    <a:pt x="1423" y="189"/>
                  </a:lnTo>
                  <a:lnTo>
                    <a:pt x="1340" y="84"/>
                  </a:lnTo>
                  <a:lnTo>
                    <a:pt x="1235" y="84"/>
                  </a:lnTo>
                  <a:lnTo>
                    <a:pt x="12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6" name="Google Shape;2436;p56"/>
            <p:cNvSpPr/>
            <p:nvPr/>
          </p:nvSpPr>
          <p:spPr>
            <a:xfrm>
              <a:off x="3888104" y="2727737"/>
              <a:ext cx="57573" cy="42601"/>
            </a:xfrm>
            <a:custGeom>
              <a:avLst/>
              <a:gdLst/>
              <a:ahLst/>
              <a:cxnLst/>
              <a:rect l="l" t="t" r="r" b="b"/>
              <a:pathLst>
                <a:path w="4835" h="3746" extrusionOk="0">
                  <a:moveTo>
                    <a:pt x="2470" y="0"/>
                  </a:moveTo>
                  <a:lnTo>
                    <a:pt x="2323" y="84"/>
                  </a:lnTo>
                  <a:lnTo>
                    <a:pt x="2219" y="42"/>
                  </a:lnTo>
                  <a:lnTo>
                    <a:pt x="2093" y="63"/>
                  </a:lnTo>
                  <a:lnTo>
                    <a:pt x="2051" y="167"/>
                  </a:lnTo>
                  <a:lnTo>
                    <a:pt x="1947" y="230"/>
                  </a:lnTo>
                  <a:lnTo>
                    <a:pt x="1905" y="377"/>
                  </a:lnTo>
                  <a:lnTo>
                    <a:pt x="1675" y="398"/>
                  </a:lnTo>
                  <a:lnTo>
                    <a:pt x="1486" y="481"/>
                  </a:lnTo>
                  <a:lnTo>
                    <a:pt x="1361" y="670"/>
                  </a:lnTo>
                  <a:lnTo>
                    <a:pt x="1465" y="711"/>
                  </a:lnTo>
                  <a:lnTo>
                    <a:pt x="1465" y="816"/>
                  </a:lnTo>
                  <a:lnTo>
                    <a:pt x="1256" y="921"/>
                  </a:lnTo>
                  <a:lnTo>
                    <a:pt x="1152" y="1109"/>
                  </a:lnTo>
                  <a:lnTo>
                    <a:pt x="1068" y="1130"/>
                  </a:lnTo>
                  <a:lnTo>
                    <a:pt x="1026" y="1297"/>
                  </a:lnTo>
                  <a:lnTo>
                    <a:pt x="1172" y="1381"/>
                  </a:lnTo>
                  <a:lnTo>
                    <a:pt x="1172" y="1507"/>
                  </a:lnTo>
                  <a:lnTo>
                    <a:pt x="1047" y="1507"/>
                  </a:lnTo>
                  <a:lnTo>
                    <a:pt x="1026" y="1423"/>
                  </a:lnTo>
                  <a:lnTo>
                    <a:pt x="921" y="1486"/>
                  </a:lnTo>
                  <a:lnTo>
                    <a:pt x="859" y="1611"/>
                  </a:lnTo>
                  <a:lnTo>
                    <a:pt x="691" y="1632"/>
                  </a:lnTo>
                  <a:lnTo>
                    <a:pt x="754" y="1800"/>
                  </a:lnTo>
                  <a:lnTo>
                    <a:pt x="649" y="1800"/>
                  </a:lnTo>
                  <a:lnTo>
                    <a:pt x="503" y="1862"/>
                  </a:lnTo>
                  <a:lnTo>
                    <a:pt x="336" y="1800"/>
                  </a:lnTo>
                  <a:lnTo>
                    <a:pt x="126" y="1862"/>
                  </a:lnTo>
                  <a:lnTo>
                    <a:pt x="1" y="1946"/>
                  </a:lnTo>
                  <a:lnTo>
                    <a:pt x="22" y="2009"/>
                  </a:lnTo>
                  <a:lnTo>
                    <a:pt x="126" y="2260"/>
                  </a:lnTo>
                  <a:lnTo>
                    <a:pt x="210" y="2385"/>
                  </a:lnTo>
                  <a:lnTo>
                    <a:pt x="231" y="2532"/>
                  </a:lnTo>
                  <a:lnTo>
                    <a:pt x="294" y="2574"/>
                  </a:lnTo>
                  <a:lnTo>
                    <a:pt x="294" y="2950"/>
                  </a:lnTo>
                  <a:lnTo>
                    <a:pt x="189" y="2992"/>
                  </a:lnTo>
                  <a:lnTo>
                    <a:pt x="105" y="3118"/>
                  </a:lnTo>
                  <a:lnTo>
                    <a:pt x="126" y="3306"/>
                  </a:lnTo>
                  <a:lnTo>
                    <a:pt x="273" y="3494"/>
                  </a:lnTo>
                  <a:lnTo>
                    <a:pt x="273" y="3536"/>
                  </a:lnTo>
                  <a:lnTo>
                    <a:pt x="336" y="3536"/>
                  </a:lnTo>
                  <a:lnTo>
                    <a:pt x="524" y="3620"/>
                  </a:lnTo>
                  <a:lnTo>
                    <a:pt x="628" y="3578"/>
                  </a:lnTo>
                  <a:lnTo>
                    <a:pt x="1047" y="3515"/>
                  </a:lnTo>
                  <a:lnTo>
                    <a:pt x="1235" y="3515"/>
                  </a:lnTo>
                  <a:lnTo>
                    <a:pt x="1340" y="3411"/>
                  </a:lnTo>
                  <a:lnTo>
                    <a:pt x="1424" y="3411"/>
                  </a:lnTo>
                  <a:lnTo>
                    <a:pt x="1549" y="3494"/>
                  </a:lnTo>
                  <a:lnTo>
                    <a:pt x="1884" y="3536"/>
                  </a:lnTo>
                  <a:lnTo>
                    <a:pt x="2009" y="3620"/>
                  </a:lnTo>
                  <a:lnTo>
                    <a:pt x="2051" y="3683"/>
                  </a:lnTo>
                  <a:lnTo>
                    <a:pt x="2260" y="3599"/>
                  </a:lnTo>
                  <a:lnTo>
                    <a:pt x="2365" y="3683"/>
                  </a:lnTo>
                  <a:lnTo>
                    <a:pt x="2428" y="3683"/>
                  </a:lnTo>
                  <a:lnTo>
                    <a:pt x="2470" y="3620"/>
                  </a:lnTo>
                  <a:lnTo>
                    <a:pt x="2637" y="3641"/>
                  </a:lnTo>
                  <a:lnTo>
                    <a:pt x="2721" y="3704"/>
                  </a:lnTo>
                  <a:lnTo>
                    <a:pt x="2909" y="3599"/>
                  </a:lnTo>
                  <a:lnTo>
                    <a:pt x="3056" y="3599"/>
                  </a:lnTo>
                  <a:lnTo>
                    <a:pt x="3097" y="3724"/>
                  </a:lnTo>
                  <a:lnTo>
                    <a:pt x="3202" y="3745"/>
                  </a:lnTo>
                  <a:lnTo>
                    <a:pt x="3307" y="3620"/>
                  </a:lnTo>
                  <a:lnTo>
                    <a:pt x="3411" y="3599"/>
                  </a:lnTo>
                  <a:lnTo>
                    <a:pt x="3516" y="3683"/>
                  </a:lnTo>
                  <a:lnTo>
                    <a:pt x="3662" y="3620"/>
                  </a:lnTo>
                  <a:lnTo>
                    <a:pt x="3767" y="3704"/>
                  </a:lnTo>
                  <a:lnTo>
                    <a:pt x="3893" y="3704"/>
                  </a:lnTo>
                  <a:lnTo>
                    <a:pt x="3893" y="3494"/>
                  </a:lnTo>
                  <a:lnTo>
                    <a:pt x="3997" y="3285"/>
                  </a:lnTo>
                  <a:lnTo>
                    <a:pt x="4165" y="3264"/>
                  </a:lnTo>
                  <a:lnTo>
                    <a:pt x="4395" y="3201"/>
                  </a:lnTo>
                  <a:lnTo>
                    <a:pt x="4416" y="3201"/>
                  </a:lnTo>
                  <a:lnTo>
                    <a:pt x="4416" y="3055"/>
                  </a:lnTo>
                  <a:lnTo>
                    <a:pt x="4290" y="2908"/>
                  </a:lnTo>
                  <a:lnTo>
                    <a:pt x="4311" y="2762"/>
                  </a:lnTo>
                  <a:lnTo>
                    <a:pt x="4185" y="2574"/>
                  </a:lnTo>
                  <a:lnTo>
                    <a:pt x="4185" y="2427"/>
                  </a:lnTo>
                  <a:lnTo>
                    <a:pt x="4248" y="2344"/>
                  </a:lnTo>
                  <a:lnTo>
                    <a:pt x="4374" y="2448"/>
                  </a:lnTo>
                  <a:lnTo>
                    <a:pt x="4667" y="2427"/>
                  </a:lnTo>
                  <a:lnTo>
                    <a:pt x="4771" y="2218"/>
                  </a:lnTo>
                  <a:lnTo>
                    <a:pt x="4834" y="2155"/>
                  </a:lnTo>
                  <a:lnTo>
                    <a:pt x="4688" y="2051"/>
                  </a:lnTo>
                  <a:lnTo>
                    <a:pt x="4688" y="1946"/>
                  </a:lnTo>
                  <a:lnTo>
                    <a:pt x="4457" y="1758"/>
                  </a:lnTo>
                  <a:lnTo>
                    <a:pt x="4269" y="1716"/>
                  </a:lnTo>
                  <a:lnTo>
                    <a:pt x="4206" y="1527"/>
                  </a:lnTo>
                  <a:lnTo>
                    <a:pt x="4102" y="1423"/>
                  </a:lnTo>
                  <a:lnTo>
                    <a:pt x="3955" y="1214"/>
                  </a:lnTo>
                  <a:lnTo>
                    <a:pt x="3872" y="1046"/>
                  </a:lnTo>
                  <a:lnTo>
                    <a:pt x="3746" y="921"/>
                  </a:lnTo>
                  <a:lnTo>
                    <a:pt x="3746" y="753"/>
                  </a:lnTo>
                  <a:lnTo>
                    <a:pt x="3662" y="649"/>
                  </a:lnTo>
                  <a:lnTo>
                    <a:pt x="3683" y="481"/>
                  </a:lnTo>
                  <a:lnTo>
                    <a:pt x="3662" y="356"/>
                  </a:lnTo>
                  <a:lnTo>
                    <a:pt x="3411" y="272"/>
                  </a:lnTo>
                  <a:lnTo>
                    <a:pt x="3328" y="272"/>
                  </a:lnTo>
                  <a:lnTo>
                    <a:pt x="3265" y="167"/>
                  </a:lnTo>
                  <a:lnTo>
                    <a:pt x="3097" y="230"/>
                  </a:lnTo>
                  <a:lnTo>
                    <a:pt x="2930" y="356"/>
                  </a:lnTo>
                  <a:lnTo>
                    <a:pt x="2825" y="147"/>
                  </a:lnTo>
                  <a:lnTo>
                    <a:pt x="2721" y="147"/>
                  </a:lnTo>
                  <a:lnTo>
                    <a:pt x="2574" y="188"/>
                  </a:lnTo>
                  <a:lnTo>
                    <a:pt x="24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7" name="Google Shape;2437;p56"/>
            <p:cNvSpPr/>
            <p:nvPr/>
          </p:nvSpPr>
          <p:spPr>
            <a:xfrm>
              <a:off x="3848488" y="2796972"/>
              <a:ext cx="39628" cy="24519"/>
            </a:xfrm>
            <a:custGeom>
              <a:avLst/>
              <a:gdLst/>
              <a:ahLst/>
              <a:cxnLst/>
              <a:rect l="l" t="t" r="r" b="b"/>
              <a:pathLst>
                <a:path w="3328" h="2156" extrusionOk="0">
                  <a:moveTo>
                    <a:pt x="2993" y="1"/>
                  </a:moveTo>
                  <a:lnTo>
                    <a:pt x="2867" y="64"/>
                  </a:lnTo>
                  <a:lnTo>
                    <a:pt x="2679" y="43"/>
                  </a:lnTo>
                  <a:lnTo>
                    <a:pt x="2449" y="43"/>
                  </a:lnTo>
                  <a:lnTo>
                    <a:pt x="2302" y="22"/>
                  </a:lnTo>
                  <a:lnTo>
                    <a:pt x="2135" y="43"/>
                  </a:lnTo>
                  <a:lnTo>
                    <a:pt x="2030" y="210"/>
                  </a:lnTo>
                  <a:lnTo>
                    <a:pt x="1926" y="273"/>
                  </a:lnTo>
                  <a:lnTo>
                    <a:pt x="1926" y="377"/>
                  </a:lnTo>
                  <a:lnTo>
                    <a:pt x="1758" y="210"/>
                  </a:lnTo>
                  <a:lnTo>
                    <a:pt x="1549" y="357"/>
                  </a:lnTo>
                  <a:lnTo>
                    <a:pt x="1403" y="419"/>
                  </a:lnTo>
                  <a:lnTo>
                    <a:pt x="1403" y="545"/>
                  </a:lnTo>
                  <a:lnTo>
                    <a:pt x="1089" y="566"/>
                  </a:lnTo>
                  <a:lnTo>
                    <a:pt x="880" y="629"/>
                  </a:lnTo>
                  <a:lnTo>
                    <a:pt x="691" y="587"/>
                  </a:lnTo>
                  <a:lnTo>
                    <a:pt x="294" y="357"/>
                  </a:lnTo>
                  <a:lnTo>
                    <a:pt x="294" y="440"/>
                  </a:lnTo>
                  <a:lnTo>
                    <a:pt x="315" y="566"/>
                  </a:lnTo>
                  <a:lnTo>
                    <a:pt x="294" y="670"/>
                  </a:lnTo>
                  <a:lnTo>
                    <a:pt x="64" y="670"/>
                  </a:lnTo>
                  <a:lnTo>
                    <a:pt x="43" y="733"/>
                  </a:lnTo>
                  <a:lnTo>
                    <a:pt x="147" y="838"/>
                  </a:lnTo>
                  <a:lnTo>
                    <a:pt x="85" y="984"/>
                  </a:lnTo>
                  <a:lnTo>
                    <a:pt x="64" y="1089"/>
                  </a:lnTo>
                  <a:lnTo>
                    <a:pt x="147" y="1193"/>
                  </a:lnTo>
                  <a:lnTo>
                    <a:pt x="43" y="1298"/>
                  </a:lnTo>
                  <a:lnTo>
                    <a:pt x="1" y="1298"/>
                  </a:lnTo>
                  <a:lnTo>
                    <a:pt x="168" y="1486"/>
                  </a:lnTo>
                  <a:lnTo>
                    <a:pt x="189" y="1675"/>
                  </a:lnTo>
                  <a:lnTo>
                    <a:pt x="273" y="1696"/>
                  </a:lnTo>
                  <a:lnTo>
                    <a:pt x="524" y="1905"/>
                  </a:lnTo>
                  <a:lnTo>
                    <a:pt x="629" y="1947"/>
                  </a:lnTo>
                  <a:lnTo>
                    <a:pt x="733" y="2030"/>
                  </a:lnTo>
                  <a:lnTo>
                    <a:pt x="1026" y="2093"/>
                  </a:lnTo>
                  <a:lnTo>
                    <a:pt x="1235" y="2156"/>
                  </a:lnTo>
                  <a:lnTo>
                    <a:pt x="1340" y="2030"/>
                  </a:lnTo>
                  <a:lnTo>
                    <a:pt x="1403" y="2051"/>
                  </a:lnTo>
                  <a:lnTo>
                    <a:pt x="1466" y="1989"/>
                  </a:lnTo>
                  <a:lnTo>
                    <a:pt x="1612" y="1926"/>
                  </a:lnTo>
                  <a:lnTo>
                    <a:pt x="1717" y="1926"/>
                  </a:lnTo>
                  <a:lnTo>
                    <a:pt x="1738" y="1884"/>
                  </a:lnTo>
                  <a:lnTo>
                    <a:pt x="1863" y="1779"/>
                  </a:lnTo>
                  <a:lnTo>
                    <a:pt x="1968" y="1800"/>
                  </a:lnTo>
                  <a:lnTo>
                    <a:pt x="2072" y="1821"/>
                  </a:lnTo>
                  <a:lnTo>
                    <a:pt x="2156" y="1842"/>
                  </a:lnTo>
                  <a:lnTo>
                    <a:pt x="2282" y="1717"/>
                  </a:lnTo>
                  <a:lnTo>
                    <a:pt x="2386" y="1696"/>
                  </a:lnTo>
                  <a:lnTo>
                    <a:pt x="2449" y="1591"/>
                  </a:lnTo>
                  <a:lnTo>
                    <a:pt x="2595" y="1612"/>
                  </a:lnTo>
                  <a:lnTo>
                    <a:pt x="2700" y="1507"/>
                  </a:lnTo>
                  <a:lnTo>
                    <a:pt x="2679" y="1403"/>
                  </a:lnTo>
                  <a:lnTo>
                    <a:pt x="2888" y="1089"/>
                  </a:lnTo>
                  <a:lnTo>
                    <a:pt x="3014" y="754"/>
                  </a:lnTo>
                  <a:lnTo>
                    <a:pt x="3118" y="524"/>
                  </a:lnTo>
                  <a:lnTo>
                    <a:pt x="3286" y="482"/>
                  </a:lnTo>
                  <a:lnTo>
                    <a:pt x="3328" y="357"/>
                  </a:lnTo>
                  <a:lnTo>
                    <a:pt x="3307" y="336"/>
                  </a:lnTo>
                  <a:lnTo>
                    <a:pt x="3286" y="231"/>
                  </a:lnTo>
                  <a:lnTo>
                    <a:pt x="3118" y="126"/>
                  </a:lnTo>
                  <a:lnTo>
                    <a:pt x="29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8" name="Google Shape;2438;p56"/>
            <p:cNvSpPr/>
            <p:nvPr/>
          </p:nvSpPr>
          <p:spPr>
            <a:xfrm>
              <a:off x="3851727" y="2789842"/>
              <a:ext cx="34151" cy="14284"/>
            </a:xfrm>
            <a:custGeom>
              <a:avLst/>
              <a:gdLst/>
              <a:ahLst/>
              <a:cxnLst/>
              <a:rect l="l" t="t" r="r" b="b"/>
              <a:pathLst>
                <a:path w="2868" h="1256" extrusionOk="0">
                  <a:moveTo>
                    <a:pt x="2240" y="0"/>
                  </a:moveTo>
                  <a:lnTo>
                    <a:pt x="2177" y="21"/>
                  </a:lnTo>
                  <a:lnTo>
                    <a:pt x="2093" y="105"/>
                  </a:lnTo>
                  <a:lnTo>
                    <a:pt x="2010" y="42"/>
                  </a:lnTo>
                  <a:lnTo>
                    <a:pt x="1884" y="42"/>
                  </a:lnTo>
                  <a:lnTo>
                    <a:pt x="1779" y="21"/>
                  </a:lnTo>
                  <a:lnTo>
                    <a:pt x="1696" y="42"/>
                  </a:lnTo>
                  <a:lnTo>
                    <a:pt x="1612" y="147"/>
                  </a:lnTo>
                  <a:lnTo>
                    <a:pt x="1507" y="168"/>
                  </a:lnTo>
                  <a:lnTo>
                    <a:pt x="1486" y="147"/>
                  </a:lnTo>
                  <a:lnTo>
                    <a:pt x="1235" y="126"/>
                  </a:lnTo>
                  <a:lnTo>
                    <a:pt x="1089" y="230"/>
                  </a:lnTo>
                  <a:lnTo>
                    <a:pt x="942" y="251"/>
                  </a:lnTo>
                  <a:lnTo>
                    <a:pt x="775" y="419"/>
                  </a:lnTo>
                  <a:lnTo>
                    <a:pt x="566" y="440"/>
                  </a:lnTo>
                  <a:lnTo>
                    <a:pt x="336" y="523"/>
                  </a:lnTo>
                  <a:lnTo>
                    <a:pt x="294" y="460"/>
                  </a:lnTo>
                  <a:lnTo>
                    <a:pt x="147" y="481"/>
                  </a:lnTo>
                  <a:lnTo>
                    <a:pt x="22" y="565"/>
                  </a:lnTo>
                  <a:lnTo>
                    <a:pt x="1" y="565"/>
                  </a:lnTo>
                  <a:lnTo>
                    <a:pt x="1" y="753"/>
                  </a:lnTo>
                  <a:lnTo>
                    <a:pt x="22" y="984"/>
                  </a:lnTo>
                  <a:lnTo>
                    <a:pt x="419" y="1214"/>
                  </a:lnTo>
                  <a:lnTo>
                    <a:pt x="608" y="1256"/>
                  </a:lnTo>
                  <a:lnTo>
                    <a:pt x="817" y="1193"/>
                  </a:lnTo>
                  <a:lnTo>
                    <a:pt x="1131" y="1172"/>
                  </a:lnTo>
                  <a:lnTo>
                    <a:pt x="1131" y="1046"/>
                  </a:lnTo>
                  <a:lnTo>
                    <a:pt x="1277" y="984"/>
                  </a:lnTo>
                  <a:lnTo>
                    <a:pt x="1486" y="837"/>
                  </a:lnTo>
                  <a:lnTo>
                    <a:pt x="1654" y="1004"/>
                  </a:lnTo>
                  <a:lnTo>
                    <a:pt x="1654" y="900"/>
                  </a:lnTo>
                  <a:lnTo>
                    <a:pt x="1758" y="837"/>
                  </a:lnTo>
                  <a:lnTo>
                    <a:pt x="1863" y="670"/>
                  </a:lnTo>
                  <a:lnTo>
                    <a:pt x="2030" y="649"/>
                  </a:lnTo>
                  <a:lnTo>
                    <a:pt x="2177" y="670"/>
                  </a:lnTo>
                  <a:lnTo>
                    <a:pt x="2407" y="670"/>
                  </a:lnTo>
                  <a:lnTo>
                    <a:pt x="2595" y="691"/>
                  </a:lnTo>
                  <a:lnTo>
                    <a:pt x="2742" y="628"/>
                  </a:lnTo>
                  <a:lnTo>
                    <a:pt x="2763" y="419"/>
                  </a:lnTo>
                  <a:lnTo>
                    <a:pt x="2867" y="147"/>
                  </a:lnTo>
                  <a:lnTo>
                    <a:pt x="2637" y="21"/>
                  </a:lnTo>
                  <a:lnTo>
                    <a:pt x="2407" y="21"/>
                  </a:lnTo>
                  <a:lnTo>
                    <a:pt x="2344" y="42"/>
                  </a:lnTo>
                  <a:lnTo>
                    <a:pt x="224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9" name="Google Shape;2439;p56"/>
            <p:cNvSpPr/>
            <p:nvPr/>
          </p:nvSpPr>
          <p:spPr>
            <a:xfrm>
              <a:off x="3869672" y="2845760"/>
              <a:ext cx="12967" cy="23803"/>
            </a:xfrm>
            <a:custGeom>
              <a:avLst/>
              <a:gdLst/>
              <a:ahLst/>
              <a:cxnLst/>
              <a:rect l="l" t="t" r="r" b="b"/>
              <a:pathLst>
                <a:path w="1089" h="2093" extrusionOk="0">
                  <a:moveTo>
                    <a:pt x="419" y="0"/>
                  </a:moveTo>
                  <a:lnTo>
                    <a:pt x="314" y="126"/>
                  </a:lnTo>
                  <a:lnTo>
                    <a:pt x="272" y="21"/>
                  </a:lnTo>
                  <a:lnTo>
                    <a:pt x="210" y="21"/>
                  </a:lnTo>
                  <a:lnTo>
                    <a:pt x="84" y="147"/>
                  </a:lnTo>
                  <a:lnTo>
                    <a:pt x="0" y="314"/>
                  </a:lnTo>
                  <a:lnTo>
                    <a:pt x="0" y="544"/>
                  </a:lnTo>
                  <a:lnTo>
                    <a:pt x="189" y="628"/>
                  </a:lnTo>
                  <a:lnTo>
                    <a:pt x="168" y="691"/>
                  </a:lnTo>
                  <a:lnTo>
                    <a:pt x="105" y="733"/>
                  </a:lnTo>
                  <a:lnTo>
                    <a:pt x="63" y="984"/>
                  </a:lnTo>
                  <a:lnTo>
                    <a:pt x="105" y="1172"/>
                  </a:lnTo>
                  <a:lnTo>
                    <a:pt x="63" y="1277"/>
                  </a:lnTo>
                  <a:lnTo>
                    <a:pt x="63" y="1423"/>
                  </a:lnTo>
                  <a:lnTo>
                    <a:pt x="147" y="1528"/>
                  </a:lnTo>
                  <a:lnTo>
                    <a:pt x="84" y="1674"/>
                  </a:lnTo>
                  <a:lnTo>
                    <a:pt x="147" y="1716"/>
                  </a:lnTo>
                  <a:lnTo>
                    <a:pt x="377" y="1737"/>
                  </a:lnTo>
                  <a:lnTo>
                    <a:pt x="482" y="2009"/>
                  </a:lnTo>
                  <a:lnTo>
                    <a:pt x="565" y="2093"/>
                  </a:lnTo>
                  <a:lnTo>
                    <a:pt x="628" y="2030"/>
                  </a:lnTo>
                  <a:lnTo>
                    <a:pt x="712" y="1883"/>
                  </a:lnTo>
                  <a:lnTo>
                    <a:pt x="733" y="1737"/>
                  </a:lnTo>
                  <a:lnTo>
                    <a:pt x="942" y="1674"/>
                  </a:lnTo>
                  <a:lnTo>
                    <a:pt x="1047" y="1507"/>
                  </a:lnTo>
                  <a:lnTo>
                    <a:pt x="1088" y="1360"/>
                  </a:lnTo>
                  <a:lnTo>
                    <a:pt x="942" y="1256"/>
                  </a:lnTo>
                  <a:lnTo>
                    <a:pt x="900" y="1109"/>
                  </a:lnTo>
                  <a:lnTo>
                    <a:pt x="795" y="963"/>
                  </a:lnTo>
                  <a:lnTo>
                    <a:pt x="775" y="753"/>
                  </a:lnTo>
                  <a:lnTo>
                    <a:pt x="795" y="544"/>
                  </a:lnTo>
                  <a:lnTo>
                    <a:pt x="775" y="481"/>
                  </a:lnTo>
                  <a:lnTo>
                    <a:pt x="775" y="335"/>
                  </a:lnTo>
                  <a:lnTo>
                    <a:pt x="712" y="230"/>
                  </a:lnTo>
                  <a:lnTo>
                    <a:pt x="607" y="147"/>
                  </a:lnTo>
                  <a:lnTo>
                    <a:pt x="565" y="147"/>
                  </a:lnTo>
                  <a:lnTo>
                    <a:pt x="482" y="21"/>
                  </a:lnTo>
                  <a:lnTo>
                    <a:pt x="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0" name="Google Shape;2440;p56"/>
            <p:cNvSpPr/>
            <p:nvPr/>
          </p:nvSpPr>
          <p:spPr>
            <a:xfrm>
              <a:off x="3863444" y="2836958"/>
              <a:ext cx="12467" cy="15000"/>
            </a:xfrm>
            <a:custGeom>
              <a:avLst/>
              <a:gdLst/>
              <a:ahLst/>
              <a:cxnLst/>
              <a:rect l="l" t="t" r="r" b="b"/>
              <a:pathLst>
                <a:path w="1047" h="1319" extrusionOk="0">
                  <a:moveTo>
                    <a:pt x="293" y="0"/>
                  </a:moveTo>
                  <a:lnTo>
                    <a:pt x="210" y="63"/>
                  </a:lnTo>
                  <a:lnTo>
                    <a:pt x="210" y="167"/>
                  </a:lnTo>
                  <a:lnTo>
                    <a:pt x="314" y="209"/>
                  </a:lnTo>
                  <a:lnTo>
                    <a:pt x="356" y="293"/>
                  </a:lnTo>
                  <a:lnTo>
                    <a:pt x="272" y="356"/>
                  </a:lnTo>
                  <a:lnTo>
                    <a:pt x="189" y="356"/>
                  </a:lnTo>
                  <a:lnTo>
                    <a:pt x="147" y="481"/>
                  </a:lnTo>
                  <a:lnTo>
                    <a:pt x="147" y="628"/>
                  </a:lnTo>
                  <a:lnTo>
                    <a:pt x="84" y="732"/>
                  </a:lnTo>
                  <a:lnTo>
                    <a:pt x="0" y="795"/>
                  </a:lnTo>
                  <a:lnTo>
                    <a:pt x="63" y="837"/>
                  </a:lnTo>
                  <a:lnTo>
                    <a:pt x="168" y="879"/>
                  </a:lnTo>
                  <a:lnTo>
                    <a:pt x="377" y="1151"/>
                  </a:lnTo>
                  <a:lnTo>
                    <a:pt x="398" y="1235"/>
                  </a:lnTo>
                  <a:lnTo>
                    <a:pt x="523" y="1318"/>
                  </a:lnTo>
                  <a:lnTo>
                    <a:pt x="523" y="1088"/>
                  </a:lnTo>
                  <a:lnTo>
                    <a:pt x="607" y="921"/>
                  </a:lnTo>
                  <a:lnTo>
                    <a:pt x="733" y="795"/>
                  </a:lnTo>
                  <a:lnTo>
                    <a:pt x="795" y="795"/>
                  </a:lnTo>
                  <a:lnTo>
                    <a:pt x="837" y="900"/>
                  </a:lnTo>
                  <a:lnTo>
                    <a:pt x="942" y="774"/>
                  </a:lnTo>
                  <a:lnTo>
                    <a:pt x="984" y="711"/>
                  </a:lnTo>
                  <a:lnTo>
                    <a:pt x="1046" y="628"/>
                  </a:lnTo>
                  <a:lnTo>
                    <a:pt x="1046" y="502"/>
                  </a:lnTo>
                  <a:lnTo>
                    <a:pt x="900" y="481"/>
                  </a:lnTo>
                  <a:lnTo>
                    <a:pt x="816" y="398"/>
                  </a:lnTo>
                  <a:lnTo>
                    <a:pt x="691" y="398"/>
                  </a:lnTo>
                  <a:lnTo>
                    <a:pt x="628" y="314"/>
                  </a:lnTo>
                  <a:lnTo>
                    <a:pt x="628" y="251"/>
                  </a:lnTo>
                  <a:lnTo>
                    <a:pt x="502" y="105"/>
                  </a:lnTo>
                  <a:lnTo>
                    <a:pt x="502" y="146"/>
                  </a:lnTo>
                  <a:lnTo>
                    <a:pt x="398" y="84"/>
                  </a:lnTo>
                  <a:lnTo>
                    <a:pt x="29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1" name="Google Shape;2441;p56"/>
            <p:cNvSpPr/>
            <p:nvPr/>
          </p:nvSpPr>
          <p:spPr>
            <a:xfrm>
              <a:off x="3844761" y="2824346"/>
              <a:ext cx="25923" cy="21665"/>
            </a:xfrm>
            <a:custGeom>
              <a:avLst/>
              <a:gdLst/>
              <a:ahLst/>
              <a:cxnLst/>
              <a:rect l="l" t="t" r="r" b="b"/>
              <a:pathLst>
                <a:path w="2177" h="1905" extrusionOk="0">
                  <a:moveTo>
                    <a:pt x="105" y="0"/>
                  </a:moveTo>
                  <a:lnTo>
                    <a:pt x="63" y="42"/>
                  </a:lnTo>
                  <a:lnTo>
                    <a:pt x="63" y="167"/>
                  </a:lnTo>
                  <a:lnTo>
                    <a:pt x="0" y="230"/>
                  </a:lnTo>
                  <a:lnTo>
                    <a:pt x="42" y="314"/>
                  </a:lnTo>
                  <a:lnTo>
                    <a:pt x="84" y="314"/>
                  </a:lnTo>
                  <a:lnTo>
                    <a:pt x="209" y="439"/>
                  </a:lnTo>
                  <a:lnTo>
                    <a:pt x="251" y="544"/>
                  </a:lnTo>
                  <a:lnTo>
                    <a:pt x="314" y="649"/>
                  </a:lnTo>
                  <a:lnTo>
                    <a:pt x="272" y="670"/>
                  </a:lnTo>
                  <a:lnTo>
                    <a:pt x="293" y="753"/>
                  </a:lnTo>
                  <a:lnTo>
                    <a:pt x="774" y="1151"/>
                  </a:lnTo>
                  <a:lnTo>
                    <a:pt x="1151" y="1611"/>
                  </a:lnTo>
                  <a:lnTo>
                    <a:pt x="1109" y="1695"/>
                  </a:lnTo>
                  <a:lnTo>
                    <a:pt x="1193" y="1716"/>
                  </a:lnTo>
                  <a:lnTo>
                    <a:pt x="1402" y="1737"/>
                  </a:lnTo>
                  <a:lnTo>
                    <a:pt x="1465" y="1716"/>
                  </a:lnTo>
                  <a:lnTo>
                    <a:pt x="1569" y="1904"/>
                  </a:lnTo>
                  <a:lnTo>
                    <a:pt x="1653" y="1841"/>
                  </a:lnTo>
                  <a:lnTo>
                    <a:pt x="1716" y="1737"/>
                  </a:lnTo>
                  <a:lnTo>
                    <a:pt x="1716" y="1590"/>
                  </a:lnTo>
                  <a:lnTo>
                    <a:pt x="1758" y="1465"/>
                  </a:lnTo>
                  <a:lnTo>
                    <a:pt x="1841" y="1465"/>
                  </a:lnTo>
                  <a:lnTo>
                    <a:pt x="1925" y="1402"/>
                  </a:lnTo>
                  <a:lnTo>
                    <a:pt x="1883" y="1318"/>
                  </a:lnTo>
                  <a:lnTo>
                    <a:pt x="1779" y="1276"/>
                  </a:lnTo>
                  <a:lnTo>
                    <a:pt x="1779" y="1172"/>
                  </a:lnTo>
                  <a:lnTo>
                    <a:pt x="1862" y="1109"/>
                  </a:lnTo>
                  <a:lnTo>
                    <a:pt x="1967" y="1193"/>
                  </a:lnTo>
                  <a:lnTo>
                    <a:pt x="2071" y="1255"/>
                  </a:lnTo>
                  <a:lnTo>
                    <a:pt x="2134" y="1193"/>
                  </a:lnTo>
                  <a:lnTo>
                    <a:pt x="1988" y="1046"/>
                  </a:lnTo>
                  <a:lnTo>
                    <a:pt x="1988" y="900"/>
                  </a:lnTo>
                  <a:lnTo>
                    <a:pt x="2051" y="879"/>
                  </a:lnTo>
                  <a:lnTo>
                    <a:pt x="2155" y="942"/>
                  </a:lnTo>
                  <a:lnTo>
                    <a:pt x="2176" y="858"/>
                  </a:lnTo>
                  <a:lnTo>
                    <a:pt x="2134" y="795"/>
                  </a:lnTo>
                  <a:lnTo>
                    <a:pt x="2030" y="774"/>
                  </a:lnTo>
                  <a:lnTo>
                    <a:pt x="1862" y="649"/>
                  </a:lnTo>
                  <a:lnTo>
                    <a:pt x="1862" y="565"/>
                  </a:lnTo>
                  <a:lnTo>
                    <a:pt x="1967" y="419"/>
                  </a:lnTo>
                  <a:lnTo>
                    <a:pt x="1988" y="251"/>
                  </a:lnTo>
                  <a:lnTo>
                    <a:pt x="1925" y="251"/>
                  </a:lnTo>
                  <a:lnTo>
                    <a:pt x="1862" y="272"/>
                  </a:lnTo>
                  <a:lnTo>
                    <a:pt x="1820" y="230"/>
                  </a:lnTo>
                  <a:lnTo>
                    <a:pt x="1653" y="230"/>
                  </a:lnTo>
                  <a:lnTo>
                    <a:pt x="1548" y="126"/>
                  </a:lnTo>
                  <a:lnTo>
                    <a:pt x="1465" y="147"/>
                  </a:lnTo>
                  <a:lnTo>
                    <a:pt x="1339" y="105"/>
                  </a:lnTo>
                  <a:lnTo>
                    <a:pt x="1214" y="126"/>
                  </a:lnTo>
                  <a:lnTo>
                    <a:pt x="1193" y="63"/>
                  </a:lnTo>
                  <a:lnTo>
                    <a:pt x="1088" y="126"/>
                  </a:lnTo>
                  <a:lnTo>
                    <a:pt x="942" y="63"/>
                  </a:lnTo>
                  <a:lnTo>
                    <a:pt x="900" y="126"/>
                  </a:lnTo>
                  <a:lnTo>
                    <a:pt x="837" y="21"/>
                  </a:lnTo>
                  <a:lnTo>
                    <a:pt x="732" y="0"/>
                  </a:lnTo>
                  <a:lnTo>
                    <a:pt x="690" y="42"/>
                  </a:lnTo>
                  <a:lnTo>
                    <a:pt x="607" y="0"/>
                  </a:lnTo>
                  <a:lnTo>
                    <a:pt x="565" y="63"/>
                  </a:lnTo>
                  <a:lnTo>
                    <a:pt x="481" y="42"/>
                  </a:lnTo>
                  <a:lnTo>
                    <a:pt x="377" y="63"/>
                  </a:lnTo>
                  <a:lnTo>
                    <a:pt x="377" y="147"/>
                  </a:lnTo>
                  <a:lnTo>
                    <a:pt x="293" y="167"/>
                  </a:lnTo>
                  <a:lnTo>
                    <a:pt x="251" y="105"/>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2" name="Google Shape;2442;p56"/>
            <p:cNvSpPr/>
            <p:nvPr/>
          </p:nvSpPr>
          <p:spPr>
            <a:xfrm>
              <a:off x="3830555" y="2811734"/>
              <a:ext cx="20195" cy="12146"/>
            </a:xfrm>
            <a:custGeom>
              <a:avLst/>
              <a:gdLst/>
              <a:ahLst/>
              <a:cxnLst/>
              <a:rect l="l" t="t" r="r" b="b"/>
              <a:pathLst>
                <a:path w="1696" h="1068" extrusionOk="0">
                  <a:moveTo>
                    <a:pt x="1507" y="0"/>
                  </a:moveTo>
                  <a:lnTo>
                    <a:pt x="1381" y="63"/>
                  </a:lnTo>
                  <a:lnTo>
                    <a:pt x="1130" y="209"/>
                  </a:lnTo>
                  <a:lnTo>
                    <a:pt x="1067" y="188"/>
                  </a:lnTo>
                  <a:lnTo>
                    <a:pt x="984" y="209"/>
                  </a:lnTo>
                  <a:lnTo>
                    <a:pt x="858" y="272"/>
                  </a:lnTo>
                  <a:lnTo>
                    <a:pt x="733" y="272"/>
                  </a:lnTo>
                  <a:lnTo>
                    <a:pt x="607" y="314"/>
                  </a:lnTo>
                  <a:lnTo>
                    <a:pt x="523" y="230"/>
                  </a:lnTo>
                  <a:lnTo>
                    <a:pt x="251" y="230"/>
                  </a:lnTo>
                  <a:lnTo>
                    <a:pt x="147" y="209"/>
                  </a:lnTo>
                  <a:lnTo>
                    <a:pt x="21" y="419"/>
                  </a:lnTo>
                  <a:lnTo>
                    <a:pt x="84" y="502"/>
                  </a:lnTo>
                  <a:lnTo>
                    <a:pt x="0" y="628"/>
                  </a:lnTo>
                  <a:lnTo>
                    <a:pt x="21" y="816"/>
                  </a:lnTo>
                  <a:lnTo>
                    <a:pt x="42" y="816"/>
                  </a:lnTo>
                  <a:lnTo>
                    <a:pt x="147" y="858"/>
                  </a:lnTo>
                  <a:lnTo>
                    <a:pt x="147" y="942"/>
                  </a:lnTo>
                  <a:lnTo>
                    <a:pt x="42" y="963"/>
                  </a:lnTo>
                  <a:lnTo>
                    <a:pt x="42" y="1067"/>
                  </a:lnTo>
                  <a:lnTo>
                    <a:pt x="251" y="1067"/>
                  </a:lnTo>
                  <a:lnTo>
                    <a:pt x="398" y="963"/>
                  </a:lnTo>
                  <a:lnTo>
                    <a:pt x="523" y="921"/>
                  </a:lnTo>
                  <a:lnTo>
                    <a:pt x="733" y="1025"/>
                  </a:lnTo>
                  <a:lnTo>
                    <a:pt x="858" y="1025"/>
                  </a:lnTo>
                  <a:lnTo>
                    <a:pt x="879" y="816"/>
                  </a:lnTo>
                  <a:lnTo>
                    <a:pt x="1067" y="732"/>
                  </a:lnTo>
                  <a:lnTo>
                    <a:pt x="1088" y="586"/>
                  </a:lnTo>
                  <a:lnTo>
                    <a:pt x="1444" y="398"/>
                  </a:lnTo>
                  <a:lnTo>
                    <a:pt x="1695" y="398"/>
                  </a:lnTo>
                  <a:lnTo>
                    <a:pt x="1674" y="188"/>
                  </a:lnTo>
                  <a:lnTo>
                    <a:pt x="1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3" name="Google Shape;2443;p56"/>
            <p:cNvSpPr/>
            <p:nvPr/>
          </p:nvSpPr>
          <p:spPr>
            <a:xfrm>
              <a:off x="3804645" y="2793401"/>
              <a:ext cx="47594" cy="21903"/>
            </a:xfrm>
            <a:custGeom>
              <a:avLst/>
              <a:gdLst/>
              <a:ahLst/>
              <a:cxnLst/>
              <a:rect l="l" t="t" r="r" b="b"/>
              <a:pathLst>
                <a:path w="3997" h="1926" extrusionOk="0">
                  <a:moveTo>
                    <a:pt x="2846" y="1"/>
                  </a:moveTo>
                  <a:lnTo>
                    <a:pt x="2804" y="106"/>
                  </a:lnTo>
                  <a:lnTo>
                    <a:pt x="2741" y="147"/>
                  </a:lnTo>
                  <a:lnTo>
                    <a:pt x="2720" y="252"/>
                  </a:lnTo>
                  <a:lnTo>
                    <a:pt x="2574" y="252"/>
                  </a:lnTo>
                  <a:lnTo>
                    <a:pt x="2511" y="315"/>
                  </a:lnTo>
                  <a:lnTo>
                    <a:pt x="2218" y="147"/>
                  </a:lnTo>
                  <a:lnTo>
                    <a:pt x="2155" y="147"/>
                  </a:lnTo>
                  <a:lnTo>
                    <a:pt x="2114" y="252"/>
                  </a:lnTo>
                  <a:lnTo>
                    <a:pt x="2114" y="357"/>
                  </a:lnTo>
                  <a:lnTo>
                    <a:pt x="2051" y="357"/>
                  </a:lnTo>
                  <a:lnTo>
                    <a:pt x="1967" y="461"/>
                  </a:lnTo>
                  <a:lnTo>
                    <a:pt x="1842" y="545"/>
                  </a:lnTo>
                  <a:lnTo>
                    <a:pt x="1674" y="733"/>
                  </a:lnTo>
                  <a:lnTo>
                    <a:pt x="1674" y="796"/>
                  </a:lnTo>
                  <a:lnTo>
                    <a:pt x="1842" y="880"/>
                  </a:lnTo>
                  <a:lnTo>
                    <a:pt x="1863" y="984"/>
                  </a:lnTo>
                  <a:lnTo>
                    <a:pt x="1779" y="1047"/>
                  </a:lnTo>
                  <a:lnTo>
                    <a:pt x="1653" y="963"/>
                  </a:lnTo>
                  <a:lnTo>
                    <a:pt x="1528" y="984"/>
                  </a:lnTo>
                  <a:lnTo>
                    <a:pt x="1381" y="963"/>
                  </a:lnTo>
                  <a:lnTo>
                    <a:pt x="1319" y="963"/>
                  </a:lnTo>
                  <a:lnTo>
                    <a:pt x="1130" y="1089"/>
                  </a:lnTo>
                  <a:lnTo>
                    <a:pt x="1026" y="1110"/>
                  </a:lnTo>
                  <a:lnTo>
                    <a:pt x="942" y="1089"/>
                  </a:lnTo>
                  <a:lnTo>
                    <a:pt x="837" y="1110"/>
                  </a:lnTo>
                  <a:lnTo>
                    <a:pt x="754" y="1047"/>
                  </a:lnTo>
                  <a:lnTo>
                    <a:pt x="440" y="1047"/>
                  </a:lnTo>
                  <a:lnTo>
                    <a:pt x="440" y="1110"/>
                  </a:lnTo>
                  <a:lnTo>
                    <a:pt x="419" y="1173"/>
                  </a:lnTo>
                  <a:lnTo>
                    <a:pt x="272" y="1152"/>
                  </a:lnTo>
                  <a:lnTo>
                    <a:pt x="189" y="1047"/>
                  </a:lnTo>
                  <a:lnTo>
                    <a:pt x="84" y="1089"/>
                  </a:lnTo>
                  <a:lnTo>
                    <a:pt x="21" y="1110"/>
                  </a:lnTo>
                  <a:lnTo>
                    <a:pt x="0" y="1110"/>
                  </a:lnTo>
                  <a:lnTo>
                    <a:pt x="63" y="1173"/>
                  </a:lnTo>
                  <a:lnTo>
                    <a:pt x="63" y="1256"/>
                  </a:lnTo>
                  <a:lnTo>
                    <a:pt x="105" y="1298"/>
                  </a:lnTo>
                  <a:lnTo>
                    <a:pt x="105" y="1403"/>
                  </a:lnTo>
                  <a:lnTo>
                    <a:pt x="210" y="1403"/>
                  </a:lnTo>
                  <a:lnTo>
                    <a:pt x="293" y="1382"/>
                  </a:lnTo>
                  <a:lnTo>
                    <a:pt x="398" y="1507"/>
                  </a:lnTo>
                  <a:lnTo>
                    <a:pt x="502" y="1403"/>
                  </a:lnTo>
                  <a:lnTo>
                    <a:pt x="586" y="1403"/>
                  </a:lnTo>
                  <a:lnTo>
                    <a:pt x="628" y="1507"/>
                  </a:lnTo>
                  <a:lnTo>
                    <a:pt x="837" y="1591"/>
                  </a:lnTo>
                  <a:lnTo>
                    <a:pt x="1130" y="1403"/>
                  </a:lnTo>
                  <a:lnTo>
                    <a:pt x="1256" y="1424"/>
                  </a:lnTo>
                  <a:lnTo>
                    <a:pt x="1444" y="1424"/>
                  </a:lnTo>
                  <a:lnTo>
                    <a:pt x="1444" y="1528"/>
                  </a:lnTo>
                  <a:lnTo>
                    <a:pt x="1737" y="1717"/>
                  </a:lnTo>
                  <a:lnTo>
                    <a:pt x="2072" y="1779"/>
                  </a:lnTo>
                  <a:lnTo>
                    <a:pt x="2260" y="1738"/>
                  </a:lnTo>
                  <a:lnTo>
                    <a:pt x="2323" y="1821"/>
                  </a:lnTo>
                  <a:lnTo>
                    <a:pt x="2427" y="1842"/>
                  </a:lnTo>
                  <a:lnTo>
                    <a:pt x="2699" y="1842"/>
                  </a:lnTo>
                  <a:lnTo>
                    <a:pt x="2783" y="1926"/>
                  </a:lnTo>
                  <a:lnTo>
                    <a:pt x="2909" y="1884"/>
                  </a:lnTo>
                  <a:lnTo>
                    <a:pt x="3034" y="1884"/>
                  </a:lnTo>
                  <a:lnTo>
                    <a:pt x="3160" y="1821"/>
                  </a:lnTo>
                  <a:lnTo>
                    <a:pt x="3243" y="1800"/>
                  </a:lnTo>
                  <a:lnTo>
                    <a:pt x="3306" y="1821"/>
                  </a:lnTo>
                  <a:lnTo>
                    <a:pt x="3557" y="1675"/>
                  </a:lnTo>
                  <a:lnTo>
                    <a:pt x="3683" y="1612"/>
                  </a:lnTo>
                  <a:lnTo>
                    <a:pt x="3725" y="1612"/>
                  </a:lnTo>
                  <a:lnTo>
                    <a:pt x="3829" y="1507"/>
                  </a:lnTo>
                  <a:lnTo>
                    <a:pt x="3746" y="1403"/>
                  </a:lnTo>
                  <a:lnTo>
                    <a:pt x="3767" y="1298"/>
                  </a:lnTo>
                  <a:lnTo>
                    <a:pt x="3829" y="1152"/>
                  </a:lnTo>
                  <a:lnTo>
                    <a:pt x="3725" y="1047"/>
                  </a:lnTo>
                  <a:lnTo>
                    <a:pt x="3746" y="984"/>
                  </a:lnTo>
                  <a:lnTo>
                    <a:pt x="3976" y="984"/>
                  </a:lnTo>
                  <a:lnTo>
                    <a:pt x="3997" y="880"/>
                  </a:lnTo>
                  <a:lnTo>
                    <a:pt x="3976" y="754"/>
                  </a:lnTo>
                  <a:lnTo>
                    <a:pt x="3976" y="671"/>
                  </a:lnTo>
                  <a:lnTo>
                    <a:pt x="3955" y="440"/>
                  </a:lnTo>
                  <a:lnTo>
                    <a:pt x="3955" y="252"/>
                  </a:lnTo>
                  <a:lnTo>
                    <a:pt x="3725" y="210"/>
                  </a:lnTo>
                  <a:lnTo>
                    <a:pt x="3641" y="127"/>
                  </a:lnTo>
                  <a:lnTo>
                    <a:pt x="3474" y="147"/>
                  </a:lnTo>
                  <a:lnTo>
                    <a:pt x="3327" y="147"/>
                  </a:lnTo>
                  <a:lnTo>
                    <a:pt x="3160" y="43"/>
                  </a:lnTo>
                  <a:lnTo>
                    <a:pt x="2951" y="43"/>
                  </a:lnTo>
                  <a:lnTo>
                    <a:pt x="284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4" name="Google Shape;2444;p56"/>
            <p:cNvSpPr/>
            <p:nvPr/>
          </p:nvSpPr>
          <p:spPr>
            <a:xfrm>
              <a:off x="3831556" y="2741054"/>
              <a:ext cx="63038" cy="50699"/>
            </a:xfrm>
            <a:custGeom>
              <a:avLst/>
              <a:gdLst/>
              <a:ahLst/>
              <a:cxnLst/>
              <a:rect l="l" t="t" r="r" b="b"/>
              <a:pathLst>
                <a:path w="5294" h="4458" extrusionOk="0">
                  <a:moveTo>
                    <a:pt x="1883" y="1"/>
                  </a:moveTo>
                  <a:lnTo>
                    <a:pt x="1632" y="105"/>
                  </a:lnTo>
                  <a:lnTo>
                    <a:pt x="1486" y="105"/>
                  </a:lnTo>
                  <a:lnTo>
                    <a:pt x="1318" y="147"/>
                  </a:lnTo>
                  <a:lnTo>
                    <a:pt x="1214" y="315"/>
                  </a:lnTo>
                  <a:lnTo>
                    <a:pt x="1046" y="315"/>
                  </a:lnTo>
                  <a:lnTo>
                    <a:pt x="942" y="398"/>
                  </a:lnTo>
                  <a:lnTo>
                    <a:pt x="942" y="524"/>
                  </a:lnTo>
                  <a:lnTo>
                    <a:pt x="753" y="524"/>
                  </a:lnTo>
                  <a:lnTo>
                    <a:pt x="481" y="670"/>
                  </a:lnTo>
                  <a:lnTo>
                    <a:pt x="314" y="670"/>
                  </a:lnTo>
                  <a:lnTo>
                    <a:pt x="251" y="796"/>
                  </a:lnTo>
                  <a:lnTo>
                    <a:pt x="209" y="963"/>
                  </a:lnTo>
                  <a:lnTo>
                    <a:pt x="147" y="984"/>
                  </a:lnTo>
                  <a:lnTo>
                    <a:pt x="167" y="1047"/>
                  </a:lnTo>
                  <a:lnTo>
                    <a:pt x="126" y="1047"/>
                  </a:lnTo>
                  <a:lnTo>
                    <a:pt x="167" y="1298"/>
                  </a:lnTo>
                  <a:lnTo>
                    <a:pt x="147" y="1486"/>
                  </a:lnTo>
                  <a:lnTo>
                    <a:pt x="0" y="1570"/>
                  </a:lnTo>
                  <a:lnTo>
                    <a:pt x="0" y="1633"/>
                  </a:lnTo>
                  <a:lnTo>
                    <a:pt x="167" y="1842"/>
                  </a:lnTo>
                  <a:lnTo>
                    <a:pt x="147" y="1947"/>
                  </a:lnTo>
                  <a:lnTo>
                    <a:pt x="230" y="2051"/>
                  </a:lnTo>
                  <a:lnTo>
                    <a:pt x="230" y="2135"/>
                  </a:lnTo>
                  <a:lnTo>
                    <a:pt x="272" y="2261"/>
                  </a:lnTo>
                  <a:lnTo>
                    <a:pt x="230" y="2365"/>
                  </a:lnTo>
                  <a:lnTo>
                    <a:pt x="335" y="2616"/>
                  </a:lnTo>
                  <a:lnTo>
                    <a:pt x="419" y="2658"/>
                  </a:lnTo>
                  <a:lnTo>
                    <a:pt x="481" y="2742"/>
                  </a:lnTo>
                  <a:lnTo>
                    <a:pt x="481" y="3056"/>
                  </a:lnTo>
                  <a:lnTo>
                    <a:pt x="460" y="3097"/>
                  </a:lnTo>
                  <a:lnTo>
                    <a:pt x="523" y="3181"/>
                  </a:lnTo>
                  <a:lnTo>
                    <a:pt x="565" y="3139"/>
                  </a:lnTo>
                  <a:lnTo>
                    <a:pt x="649" y="3160"/>
                  </a:lnTo>
                  <a:lnTo>
                    <a:pt x="732" y="3097"/>
                  </a:lnTo>
                  <a:lnTo>
                    <a:pt x="963" y="3160"/>
                  </a:lnTo>
                  <a:lnTo>
                    <a:pt x="942" y="3202"/>
                  </a:lnTo>
                  <a:lnTo>
                    <a:pt x="1046" y="3307"/>
                  </a:lnTo>
                  <a:lnTo>
                    <a:pt x="1151" y="3307"/>
                  </a:lnTo>
                  <a:lnTo>
                    <a:pt x="1214" y="3390"/>
                  </a:lnTo>
                  <a:lnTo>
                    <a:pt x="1172" y="3495"/>
                  </a:lnTo>
                  <a:lnTo>
                    <a:pt x="1193" y="3579"/>
                  </a:lnTo>
                  <a:lnTo>
                    <a:pt x="1255" y="3600"/>
                  </a:lnTo>
                  <a:lnTo>
                    <a:pt x="1255" y="3704"/>
                  </a:lnTo>
                  <a:lnTo>
                    <a:pt x="1318" y="3725"/>
                  </a:lnTo>
                  <a:lnTo>
                    <a:pt x="1381" y="3683"/>
                  </a:lnTo>
                  <a:lnTo>
                    <a:pt x="1465" y="3683"/>
                  </a:lnTo>
                  <a:lnTo>
                    <a:pt x="1318" y="3516"/>
                  </a:lnTo>
                  <a:lnTo>
                    <a:pt x="1381" y="3474"/>
                  </a:lnTo>
                  <a:lnTo>
                    <a:pt x="1632" y="3621"/>
                  </a:lnTo>
                  <a:lnTo>
                    <a:pt x="1820" y="3600"/>
                  </a:lnTo>
                  <a:lnTo>
                    <a:pt x="1779" y="3704"/>
                  </a:lnTo>
                  <a:lnTo>
                    <a:pt x="1904" y="3809"/>
                  </a:lnTo>
                  <a:lnTo>
                    <a:pt x="2134" y="3767"/>
                  </a:lnTo>
                  <a:lnTo>
                    <a:pt x="2302" y="3809"/>
                  </a:lnTo>
                  <a:lnTo>
                    <a:pt x="2636" y="4081"/>
                  </a:lnTo>
                  <a:lnTo>
                    <a:pt x="2762" y="4248"/>
                  </a:lnTo>
                  <a:lnTo>
                    <a:pt x="2846" y="4248"/>
                  </a:lnTo>
                  <a:lnTo>
                    <a:pt x="2888" y="4206"/>
                  </a:lnTo>
                  <a:lnTo>
                    <a:pt x="3055" y="4206"/>
                  </a:lnTo>
                  <a:lnTo>
                    <a:pt x="3139" y="4290"/>
                  </a:lnTo>
                  <a:lnTo>
                    <a:pt x="3180" y="4437"/>
                  </a:lnTo>
                  <a:lnTo>
                    <a:pt x="3201" y="4458"/>
                  </a:lnTo>
                  <a:lnTo>
                    <a:pt x="3306" y="4437"/>
                  </a:lnTo>
                  <a:lnTo>
                    <a:pt x="3390" y="4332"/>
                  </a:lnTo>
                  <a:lnTo>
                    <a:pt x="3473" y="4311"/>
                  </a:lnTo>
                  <a:lnTo>
                    <a:pt x="3578" y="4332"/>
                  </a:lnTo>
                  <a:lnTo>
                    <a:pt x="3704" y="4332"/>
                  </a:lnTo>
                  <a:lnTo>
                    <a:pt x="3787" y="4395"/>
                  </a:lnTo>
                  <a:lnTo>
                    <a:pt x="3871" y="4311"/>
                  </a:lnTo>
                  <a:lnTo>
                    <a:pt x="3934" y="4290"/>
                  </a:lnTo>
                  <a:lnTo>
                    <a:pt x="4038" y="4332"/>
                  </a:lnTo>
                  <a:lnTo>
                    <a:pt x="4101" y="4311"/>
                  </a:lnTo>
                  <a:lnTo>
                    <a:pt x="4331" y="4311"/>
                  </a:lnTo>
                  <a:lnTo>
                    <a:pt x="4561" y="4437"/>
                  </a:lnTo>
                  <a:lnTo>
                    <a:pt x="4708" y="4458"/>
                  </a:lnTo>
                  <a:lnTo>
                    <a:pt x="4708" y="4290"/>
                  </a:lnTo>
                  <a:lnTo>
                    <a:pt x="4666" y="4123"/>
                  </a:lnTo>
                  <a:lnTo>
                    <a:pt x="5043" y="3725"/>
                  </a:lnTo>
                  <a:lnTo>
                    <a:pt x="5064" y="3558"/>
                  </a:lnTo>
                  <a:lnTo>
                    <a:pt x="5168" y="3474"/>
                  </a:lnTo>
                  <a:lnTo>
                    <a:pt x="5252" y="3474"/>
                  </a:lnTo>
                  <a:lnTo>
                    <a:pt x="5294" y="3286"/>
                  </a:lnTo>
                  <a:lnTo>
                    <a:pt x="5252" y="3202"/>
                  </a:lnTo>
                  <a:lnTo>
                    <a:pt x="5231" y="3139"/>
                  </a:lnTo>
                  <a:lnTo>
                    <a:pt x="5273" y="3056"/>
                  </a:lnTo>
                  <a:lnTo>
                    <a:pt x="5147" y="2972"/>
                  </a:lnTo>
                  <a:lnTo>
                    <a:pt x="5064" y="2825"/>
                  </a:lnTo>
                  <a:lnTo>
                    <a:pt x="5022" y="2742"/>
                  </a:lnTo>
                  <a:lnTo>
                    <a:pt x="4980" y="2470"/>
                  </a:lnTo>
                  <a:lnTo>
                    <a:pt x="5022" y="2365"/>
                  </a:lnTo>
                  <a:lnTo>
                    <a:pt x="5022" y="2323"/>
                  </a:lnTo>
                  <a:lnTo>
                    <a:pt x="4875" y="2135"/>
                  </a:lnTo>
                  <a:lnTo>
                    <a:pt x="4854" y="1947"/>
                  </a:lnTo>
                  <a:lnTo>
                    <a:pt x="4938" y="1821"/>
                  </a:lnTo>
                  <a:lnTo>
                    <a:pt x="5043" y="1779"/>
                  </a:lnTo>
                  <a:lnTo>
                    <a:pt x="5043" y="1403"/>
                  </a:lnTo>
                  <a:lnTo>
                    <a:pt x="4980" y="1361"/>
                  </a:lnTo>
                  <a:lnTo>
                    <a:pt x="4959" y="1214"/>
                  </a:lnTo>
                  <a:lnTo>
                    <a:pt x="4875" y="1089"/>
                  </a:lnTo>
                  <a:lnTo>
                    <a:pt x="4771" y="838"/>
                  </a:lnTo>
                  <a:lnTo>
                    <a:pt x="4750" y="775"/>
                  </a:lnTo>
                  <a:lnTo>
                    <a:pt x="4708" y="670"/>
                  </a:lnTo>
                  <a:lnTo>
                    <a:pt x="4708" y="545"/>
                  </a:lnTo>
                  <a:lnTo>
                    <a:pt x="4645" y="315"/>
                  </a:lnTo>
                  <a:lnTo>
                    <a:pt x="4561" y="315"/>
                  </a:lnTo>
                  <a:lnTo>
                    <a:pt x="4436" y="210"/>
                  </a:lnTo>
                  <a:lnTo>
                    <a:pt x="4310" y="231"/>
                  </a:lnTo>
                  <a:lnTo>
                    <a:pt x="3683" y="273"/>
                  </a:lnTo>
                  <a:lnTo>
                    <a:pt x="2950" y="231"/>
                  </a:lnTo>
                  <a:lnTo>
                    <a:pt x="2867" y="252"/>
                  </a:lnTo>
                  <a:lnTo>
                    <a:pt x="2678" y="440"/>
                  </a:lnTo>
                  <a:lnTo>
                    <a:pt x="2511" y="482"/>
                  </a:lnTo>
                  <a:lnTo>
                    <a:pt x="2469" y="440"/>
                  </a:lnTo>
                  <a:lnTo>
                    <a:pt x="2636" y="356"/>
                  </a:lnTo>
                  <a:lnTo>
                    <a:pt x="2783" y="210"/>
                  </a:lnTo>
                  <a:lnTo>
                    <a:pt x="2741" y="210"/>
                  </a:lnTo>
                  <a:lnTo>
                    <a:pt x="2616" y="315"/>
                  </a:lnTo>
                  <a:lnTo>
                    <a:pt x="2406" y="398"/>
                  </a:lnTo>
                  <a:lnTo>
                    <a:pt x="2134" y="356"/>
                  </a:lnTo>
                  <a:lnTo>
                    <a:pt x="2092" y="210"/>
                  </a:lnTo>
                  <a:lnTo>
                    <a:pt x="2134" y="126"/>
                  </a:lnTo>
                  <a:lnTo>
                    <a:pt x="2260" y="126"/>
                  </a:lnTo>
                  <a:lnTo>
                    <a:pt x="2323" y="168"/>
                  </a:lnTo>
                  <a:lnTo>
                    <a:pt x="2323" y="126"/>
                  </a:lnTo>
                  <a:lnTo>
                    <a:pt x="2155" y="43"/>
                  </a:lnTo>
                  <a:lnTo>
                    <a:pt x="188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5" name="Google Shape;2445;p56"/>
            <p:cNvSpPr/>
            <p:nvPr/>
          </p:nvSpPr>
          <p:spPr>
            <a:xfrm>
              <a:off x="3819089" y="2776036"/>
              <a:ext cx="50345" cy="20948"/>
            </a:xfrm>
            <a:custGeom>
              <a:avLst/>
              <a:gdLst/>
              <a:ahLst/>
              <a:cxnLst/>
              <a:rect l="l" t="t" r="r" b="b"/>
              <a:pathLst>
                <a:path w="4228" h="1842" extrusionOk="0">
                  <a:moveTo>
                    <a:pt x="1403" y="1"/>
                  </a:moveTo>
                  <a:lnTo>
                    <a:pt x="1319" y="63"/>
                  </a:lnTo>
                  <a:lnTo>
                    <a:pt x="1152" y="21"/>
                  </a:lnTo>
                  <a:lnTo>
                    <a:pt x="1152" y="126"/>
                  </a:lnTo>
                  <a:lnTo>
                    <a:pt x="1068" y="189"/>
                  </a:lnTo>
                  <a:lnTo>
                    <a:pt x="984" y="168"/>
                  </a:lnTo>
                  <a:lnTo>
                    <a:pt x="775" y="168"/>
                  </a:lnTo>
                  <a:lnTo>
                    <a:pt x="733" y="273"/>
                  </a:lnTo>
                  <a:lnTo>
                    <a:pt x="587" y="273"/>
                  </a:lnTo>
                  <a:lnTo>
                    <a:pt x="482" y="398"/>
                  </a:lnTo>
                  <a:lnTo>
                    <a:pt x="378" y="398"/>
                  </a:lnTo>
                  <a:lnTo>
                    <a:pt x="168" y="586"/>
                  </a:lnTo>
                  <a:lnTo>
                    <a:pt x="106" y="545"/>
                  </a:lnTo>
                  <a:lnTo>
                    <a:pt x="22" y="503"/>
                  </a:lnTo>
                  <a:lnTo>
                    <a:pt x="1" y="524"/>
                  </a:lnTo>
                  <a:lnTo>
                    <a:pt x="1" y="628"/>
                  </a:lnTo>
                  <a:lnTo>
                    <a:pt x="147" y="712"/>
                  </a:lnTo>
                  <a:lnTo>
                    <a:pt x="252" y="900"/>
                  </a:lnTo>
                  <a:lnTo>
                    <a:pt x="252" y="1047"/>
                  </a:lnTo>
                  <a:lnTo>
                    <a:pt x="273" y="1130"/>
                  </a:lnTo>
                  <a:lnTo>
                    <a:pt x="378" y="1172"/>
                  </a:lnTo>
                  <a:lnTo>
                    <a:pt x="587" y="1319"/>
                  </a:lnTo>
                  <a:lnTo>
                    <a:pt x="691" y="1382"/>
                  </a:lnTo>
                  <a:lnTo>
                    <a:pt x="942" y="1674"/>
                  </a:lnTo>
                  <a:lnTo>
                    <a:pt x="1005" y="1674"/>
                  </a:lnTo>
                  <a:lnTo>
                    <a:pt x="1298" y="1842"/>
                  </a:lnTo>
                  <a:lnTo>
                    <a:pt x="1361" y="1779"/>
                  </a:lnTo>
                  <a:lnTo>
                    <a:pt x="1507" y="1779"/>
                  </a:lnTo>
                  <a:lnTo>
                    <a:pt x="1528" y="1674"/>
                  </a:lnTo>
                  <a:lnTo>
                    <a:pt x="1591" y="1633"/>
                  </a:lnTo>
                  <a:lnTo>
                    <a:pt x="1633" y="1528"/>
                  </a:lnTo>
                  <a:lnTo>
                    <a:pt x="1738" y="1570"/>
                  </a:lnTo>
                  <a:lnTo>
                    <a:pt x="1947" y="1570"/>
                  </a:lnTo>
                  <a:lnTo>
                    <a:pt x="2114" y="1674"/>
                  </a:lnTo>
                  <a:lnTo>
                    <a:pt x="2261" y="1674"/>
                  </a:lnTo>
                  <a:lnTo>
                    <a:pt x="2428" y="1654"/>
                  </a:lnTo>
                  <a:lnTo>
                    <a:pt x="2512" y="1737"/>
                  </a:lnTo>
                  <a:lnTo>
                    <a:pt x="2742" y="1779"/>
                  </a:lnTo>
                  <a:lnTo>
                    <a:pt x="2763" y="1779"/>
                  </a:lnTo>
                  <a:lnTo>
                    <a:pt x="2888" y="1695"/>
                  </a:lnTo>
                  <a:lnTo>
                    <a:pt x="3035" y="1674"/>
                  </a:lnTo>
                  <a:lnTo>
                    <a:pt x="3077" y="1737"/>
                  </a:lnTo>
                  <a:lnTo>
                    <a:pt x="3307" y="1654"/>
                  </a:lnTo>
                  <a:lnTo>
                    <a:pt x="3516" y="1633"/>
                  </a:lnTo>
                  <a:lnTo>
                    <a:pt x="3683" y="1465"/>
                  </a:lnTo>
                  <a:lnTo>
                    <a:pt x="3830" y="1444"/>
                  </a:lnTo>
                  <a:lnTo>
                    <a:pt x="3976" y="1340"/>
                  </a:lnTo>
                  <a:lnTo>
                    <a:pt x="4227" y="1361"/>
                  </a:lnTo>
                  <a:lnTo>
                    <a:pt x="4186" y="1214"/>
                  </a:lnTo>
                  <a:lnTo>
                    <a:pt x="4102" y="1130"/>
                  </a:lnTo>
                  <a:lnTo>
                    <a:pt x="3935" y="1130"/>
                  </a:lnTo>
                  <a:lnTo>
                    <a:pt x="3893" y="1172"/>
                  </a:lnTo>
                  <a:lnTo>
                    <a:pt x="3809" y="1172"/>
                  </a:lnTo>
                  <a:lnTo>
                    <a:pt x="3683" y="1005"/>
                  </a:lnTo>
                  <a:lnTo>
                    <a:pt x="3349" y="733"/>
                  </a:lnTo>
                  <a:lnTo>
                    <a:pt x="3181" y="691"/>
                  </a:lnTo>
                  <a:lnTo>
                    <a:pt x="2951" y="733"/>
                  </a:lnTo>
                  <a:lnTo>
                    <a:pt x="2826" y="628"/>
                  </a:lnTo>
                  <a:lnTo>
                    <a:pt x="2867" y="524"/>
                  </a:lnTo>
                  <a:lnTo>
                    <a:pt x="2679" y="545"/>
                  </a:lnTo>
                  <a:lnTo>
                    <a:pt x="2428" y="398"/>
                  </a:lnTo>
                  <a:lnTo>
                    <a:pt x="2365" y="440"/>
                  </a:lnTo>
                  <a:lnTo>
                    <a:pt x="2512" y="607"/>
                  </a:lnTo>
                  <a:lnTo>
                    <a:pt x="2428" y="607"/>
                  </a:lnTo>
                  <a:lnTo>
                    <a:pt x="2365" y="649"/>
                  </a:lnTo>
                  <a:lnTo>
                    <a:pt x="2302" y="628"/>
                  </a:lnTo>
                  <a:lnTo>
                    <a:pt x="2302" y="524"/>
                  </a:lnTo>
                  <a:lnTo>
                    <a:pt x="2240" y="503"/>
                  </a:lnTo>
                  <a:lnTo>
                    <a:pt x="2219" y="419"/>
                  </a:lnTo>
                  <a:lnTo>
                    <a:pt x="2261" y="314"/>
                  </a:lnTo>
                  <a:lnTo>
                    <a:pt x="2198" y="231"/>
                  </a:lnTo>
                  <a:lnTo>
                    <a:pt x="2093" y="231"/>
                  </a:lnTo>
                  <a:lnTo>
                    <a:pt x="1989" y="126"/>
                  </a:lnTo>
                  <a:lnTo>
                    <a:pt x="2010" y="84"/>
                  </a:lnTo>
                  <a:lnTo>
                    <a:pt x="1779" y="21"/>
                  </a:lnTo>
                  <a:lnTo>
                    <a:pt x="1696" y="84"/>
                  </a:lnTo>
                  <a:lnTo>
                    <a:pt x="1612" y="63"/>
                  </a:lnTo>
                  <a:lnTo>
                    <a:pt x="1570" y="105"/>
                  </a:lnTo>
                  <a:lnTo>
                    <a:pt x="1507" y="21"/>
                  </a:lnTo>
                  <a:lnTo>
                    <a:pt x="1486" y="63"/>
                  </a:lnTo>
                  <a:lnTo>
                    <a:pt x="140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6" name="Google Shape;2446;p56"/>
            <p:cNvSpPr/>
            <p:nvPr/>
          </p:nvSpPr>
          <p:spPr>
            <a:xfrm>
              <a:off x="3779972" y="2741293"/>
              <a:ext cx="57323" cy="65449"/>
            </a:xfrm>
            <a:custGeom>
              <a:avLst/>
              <a:gdLst/>
              <a:ahLst/>
              <a:cxnLst/>
              <a:rect l="l" t="t" r="r" b="b"/>
              <a:pathLst>
                <a:path w="4814" h="5755" extrusionOk="0">
                  <a:moveTo>
                    <a:pt x="1340" y="1"/>
                  </a:moveTo>
                  <a:lnTo>
                    <a:pt x="1340" y="22"/>
                  </a:lnTo>
                  <a:lnTo>
                    <a:pt x="1340" y="126"/>
                  </a:lnTo>
                  <a:lnTo>
                    <a:pt x="1424" y="189"/>
                  </a:lnTo>
                  <a:lnTo>
                    <a:pt x="1466" y="189"/>
                  </a:lnTo>
                  <a:lnTo>
                    <a:pt x="1466" y="252"/>
                  </a:lnTo>
                  <a:lnTo>
                    <a:pt x="1612" y="377"/>
                  </a:lnTo>
                  <a:lnTo>
                    <a:pt x="1507" y="419"/>
                  </a:lnTo>
                  <a:lnTo>
                    <a:pt x="1403" y="419"/>
                  </a:lnTo>
                  <a:lnTo>
                    <a:pt x="1403" y="524"/>
                  </a:lnTo>
                  <a:lnTo>
                    <a:pt x="1507" y="461"/>
                  </a:lnTo>
                  <a:lnTo>
                    <a:pt x="1507" y="628"/>
                  </a:lnTo>
                  <a:lnTo>
                    <a:pt x="1612" y="670"/>
                  </a:lnTo>
                  <a:lnTo>
                    <a:pt x="1528" y="754"/>
                  </a:lnTo>
                  <a:lnTo>
                    <a:pt x="1528" y="838"/>
                  </a:lnTo>
                  <a:lnTo>
                    <a:pt x="1612" y="880"/>
                  </a:lnTo>
                  <a:lnTo>
                    <a:pt x="1738" y="880"/>
                  </a:lnTo>
                  <a:lnTo>
                    <a:pt x="1926" y="1068"/>
                  </a:lnTo>
                  <a:lnTo>
                    <a:pt x="2156" y="1172"/>
                  </a:lnTo>
                  <a:lnTo>
                    <a:pt x="1926" y="1131"/>
                  </a:lnTo>
                  <a:lnTo>
                    <a:pt x="1738" y="942"/>
                  </a:lnTo>
                  <a:lnTo>
                    <a:pt x="1612" y="963"/>
                  </a:lnTo>
                  <a:lnTo>
                    <a:pt x="1507" y="942"/>
                  </a:lnTo>
                  <a:lnTo>
                    <a:pt x="1424" y="942"/>
                  </a:lnTo>
                  <a:lnTo>
                    <a:pt x="1340" y="1068"/>
                  </a:lnTo>
                  <a:lnTo>
                    <a:pt x="1361" y="1152"/>
                  </a:lnTo>
                  <a:lnTo>
                    <a:pt x="1361" y="1340"/>
                  </a:lnTo>
                  <a:lnTo>
                    <a:pt x="1424" y="1444"/>
                  </a:lnTo>
                  <a:lnTo>
                    <a:pt x="1298" y="1277"/>
                  </a:lnTo>
                  <a:lnTo>
                    <a:pt x="1319" y="1152"/>
                  </a:lnTo>
                  <a:lnTo>
                    <a:pt x="1235" y="1068"/>
                  </a:lnTo>
                  <a:lnTo>
                    <a:pt x="1194" y="1089"/>
                  </a:lnTo>
                  <a:lnTo>
                    <a:pt x="1194" y="1172"/>
                  </a:lnTo>
                  <a:lnTo>
                    <a:pt x="1235" y="1277"/>
                  </a:lnTo>
                  <a:lnTo>
                    <a:pt x="1152" y="1361"/>
                  </a:lnTo>
                  <a:lnTo>
                    <a:pt x="1089" y="1235"/>
                  </a:lnTo>
                  <a:lnTo>
                    <a:pt x="1089" y="1089"/>
                  </a:lnTo>
                  <a:lnTo>
                    <a:pt x="942" y="1026"/>
                  </a:lnTo>
                  <a:lnTo>
                    <a:pt x="880" y="1047"/>
                  </a:lnTo>
                  <a:lnTo>
                    <a:pt x="608" y="1131"/>
                  </a:lnTo>
                  <a:lnTo>
                    <a:pt x="587" y="1235"/>
                  </a:lnTo>
                  <a:lnTo>
                    <a:pt x="629" y="1340"/>
                  </a:lnTo>
                  <a:lnTo>
                    <a:pt x="775" y="1361"/>
                  </a:lnTo>
                  <a:lnTo>
                    <a:pt x="796" y="1465"/>
                  </a:lnTo>
                  <a:lnTo>
                    <a:pt x="796" y="1486"/>
                  </a:lnTo>
                  <a:lnTo>
                    <a:pt x="733" y="1507"/>
                  </a:lnTo>
                  <a:lnTo>
                    <a:pt x="733" y="1591"/>
                  </a:lnTo>
                  <a:lnTo>
                    <a:pt x="691" y="1696"/>
                  </a:lnTo>
                  <a:lnTo>
                    <a:pt x="691" y="1800"/>
                  </a:lnTo>
                  <a:lnTo>
                    <a:pt x="608" y="1863"/>
                  </a:lnTo>
                  <a:lnTo>
                    <a:pt x="503" y="1800"/>
                  </a:lnTo>
                  <a:lnTo>
                    <a:pt x="461" y="1926"/>
                  </a:lnTo>
                  <a:lnTo>
                    <a:pt x="482" y="1988"/>
                  </a:lnTo>
                  <a:lnTo>
                    <a:pt x="608" y="1988"/>
                  </a:lnTo>
                  <a:lnTo>
                    <a:pt x="670" y="2030"/>
                  </a:lnTo>
                  <a:lnTo>
                    <a:pt x="629" y="2114"/>
                  </a:lnTo>
                  <a:lnTo>
                    <a:pt x="608" y="2240"/>
                  </a:lnTo>
                  <a:lnTo>
                    <a:pt x="524" y="2302"/>
                  </a:lnTo>
                  <a:lnTo>
                    <a:pt x="608" y="2407"/>
                  </a:lnTo>
                  <a:lnTo>
                    <a:pt x="524" y="2449"/>
                  </a:lnTo>
                  <a:lnTo>
                    <a:pt x="378" y="2407"/>
                  </a:lnTo>
                  <a:lnTo>
                    <a:pt x="210" y="2449"/>
                  </a:lnTo>
                  <a:lnTo>
                    <a:pt x="168" y="2553"/>
                  </a:lnTo>
                  <a:lnTo>
                    <a:pt x="85" y="2658"/>
                  </a:lnTo>
                  <a:lnTo>
                    <a:pt x="105" y="2825"/>
                  </a:lnTo>
                  <a:lnTo>
                    <a:pt x="85" y="3035"/>
                  </a:lnTo>
                  <a:lnTo>
                    <a:pt x="43" y="3139"/>
                  </a:lnTo>
                  <a:lnTo>
                    <a:pt x="43" y="3160"/>
                  </a:lnTo>
                  <a:lnTo>
                    <a:pt x="1" y="3244"/>
                  </a:lnTo>
                  <a:lnTo>
                    <a:pt x="85" y="3432"/>
                  </a:lnTo>
                  <a:lnTo>
                    <a:pt x="85" y="3474"/>
                  </a:lnTo>
                  <a:lnTo>
                    <a:pt x="168" y="3579"/>
                  </a:lnTo>
                  <a:lnTo>
                    <a:pt x="85" y="3746"/>
                  </a:lnTo>
                  <a:lnTo>
                    <a:pt x="147" y="3746"/>
                  </a:lnTo>
                  <a:lnTo>
                    <a:pt x="273" y="3913"/>
                  </a:lnTo>
                  <a:lnTo>
                    <a:pt x="294" y="4060"/>
                  </a:lnTo>
                  <a:lnTo>
                    <a:pt x="357" y="4102"/>
                  </a:lnTo>
                  <a:lnTo>
                    <a:pt x="357" y="4290"/>
                  </a:lnTo>
                  <a:lnTo>
                    <a:pt x="461" y="4374"/>
                  </a:lnTo>
                  <a:lnTo>
                    <a:pt x="461" y="4437"/>
                  </a:lnTo>
                  <a:lnTo>
                    <a:pt x="566" y="4520"/>
                  </a:lnTo>
                  <a:lnTo>
                    <a:pt x="629" y="4478"/>
                  </a:lnTo>
                  <a:lnTo>
                    <a:pt x="733" y="4478"/>
                  </a:lnTo>
                  <a:lnTo>
                    <a:pt x="817" y="4520"/>
                  </a:lnTo>
                  <a:lnTo>
                    <a:pt x="922" y="4478"/>
                  </a:lnTo>
                  <a:lnTo>
                    <a:pt x="1047" y="4541"/>
                  </a:lnTo>
                  <a:lnTo>
                    <a:pt x="1152" y="4541"/>
                  </a:lnTo>
                  <a:lnTo>
                    <a:pt x="1298" y="4625"/>
                  </a:lnTo>
                  <a:lnTo>
                    <a:pt x="1152" y="4750"/>
                  </a:lnTo>
                  <a:lnTo>
                    <a:pt x="1089" y="4918"/>
                  </a:lnTo>
                  <a:lnTo>
                    <a:pt x="1089" y="5022"/>
                  </a:lnTo>
                  <a:lnTo>
                    <a:pt x="1005" y="5106"/>
                  </a:lnTo>
                  <a:lnTo>
                    <a:pt x="942" y="5273"/>
                  </a:lnTo>
                  <a:lnTo>
                    <a:pt x="942" y="5441"/>
                  </a:lnTo>
                  <a:lnTo>
                    <a:pt x="1047" y="5525"/>
                  </a:lnTo>
                  <a:lnTo>
                    <a:pt x="1110" y="5629"/>
                  </a:lnTo>
                  <a:lnTo>
                    <a:pt x="1214" y="5650"/>
                  </a:lnTo>
                  <a:lnTo>
                    <a:pt x="1319" y="5587"/>
                  </a:lnTo>
                  <a:lnTo>
                    <a:pt x="1445" y="5650"/>
                  </a:lnTo>
                  <a:lnTo>
                    <a:pt x="1507" y="5566"/>
                  </a:lnTo>
                  <a:lnTo>
                    <a:pt x="1466" y="5525"/>
                  </a:lnTo>
                  <a:lnTo>
                    <a:pt x="1612" y="5462"/>
                  </a:lnTo>
                  <a:lnTo>
                    <a:pt x="1633" y="5566"/>
                  </a:lnTo>
                  <a:lnTo>
                    <a:pt x="1717" y="5587"/>
                  </a:lnTo>
                  <a:lnTo>
                    <a:pt x="1758" y="5545"/>
                  </a:lnTo>
                  <a:lnTo>
                    <a:pt x="1842" y="5545"/>
                  </a:lnTo>
                  <a:lnTo>
                    <a:pt x="1989" y="5671"/>
                  </a:lnTo>
                  <a:lnTo>
                    <a:pt x="2072" y="5692"/>
                  </a:lnTo>
                  <a:lnTo>
                    <a:pt x="2093" y="5692"/>
                  </a:lnTo>
                  <a:lnTo>
                    <a:pt x="2156" y="5671"/>
                  </a:lnTo>
                  <a:lnTo>
                    <a:pt x="2261" y="5629"/>
                  </a:lnTo>
                  <a:lnTo>
                    <a:pt x="2344" y="5734"/>
                  </a:lnTo>
                  <a:lnTo>
                    <a:pt x="2491" y="5755"/>
                  </a:lnTo>
                  <a:lnTo>
                    <a:pt x="2512" y="5692"/>
                  </a:lnTo>
                  <a:lnTo>
                    <a:pt x="2512" y="5629"/>
                  </a:lnTo>
                  <a:lnTo>
                    <a:pt x="2826" y="5629"/>
                  </a:lnTo>
                  <a:lnTo>
                    <a:pt x="2909" y="5692"/>
                  </a:lnTo>
                  <a:lnTo>
                    <a:pt x="3014" y="5671"/>
                  </a:lnTo>
                  <a:lnTo>
                    <a:pt x="3098" y="5692"/>
                  </a:lnTo>
                  <a:lnTo>
                    <a:pt x="3202" y="5671"/>
                  </a:lnTo>
                  <a:lnTo>
                    <a:pt x="3391" y="5545"/>
                  </a:lnTo>
                  <a:lnTo>
                    <a:pt x="3453" y="5545"/>
                  </a:lnTo>
                  <a:lnTo>
                    <a:pt x="3600" y="5566"/>
                  </a:lnTo>
                  <a:lnTo>
                    <a:pt x="3725" y="5545"/>
                  </a:lnTo>
                  <a:lnTo>
                    <a:pt x="3851" y="5629"/>
                  </a:lnTo>
                  <a:lnTo>
                    <a:pt x="3935" y="5566"/>
                  </a:lnTo>
                  <a:lnTo>
                    <a:pt x="3914" y="5462"/>
                  </a:lnTo>
                  <a:lnTo>
                    <a:pt x="3746" y="5378"/>
                  </a:lnTo>
                  <a:lnTo>
                    <a:pt x="3746" y="5315"/>
                  </a:lnTo>
                  <a:lnTo>
                    <a:pt x="3914" y="5127"/>
                  </a:lnTo>
                  <a:lnTo>
                    <a:pt x="4039" y="5043"/>
                  </a:lnTo>
                  <a:lnTo>
                    <a:pt x="4123" y="4939"/>
                  </a:lnTo>
                  <a:lnTo>
                    <a:pt x="4186" y="4939"/>
                  </a:lnTo>
                  <a:lnTo>
                    <a:pt x="4186" y="4834"/>
                  </a:lnTo>
                  <a:lnTo>
                    <a:pt x="4227" y="4729"/>
                  </a:lnTo>
                  <a:lnTo>
                    <a:pt x="3976" y="4437"/>
                  </a:lnTo>
                  <a:lnTo>
                    <a:pt x="3872" y="4374"/>
                  </a:lnTo>
                  <a:lnTo>
                    <a:pt x="3663" y="4227"/>
                  </a:lnTo>
                  <a:lnTo>
                    <a:pt x="3558" y="4185"/>
                  </a:lnTo>
                  <a:lnTo>
                    <a:pt x="3537" y="4102"/>
                  </a:lnTo>
                  <a:lnTo>
                    <a:pt x="3537" y="3955"/>
                  </a:lnTo>
                  <a:lnTo>
                    <a:pt x="3432" y="3767"/>
                  </a:lnTo>
                  <a:lnTo>
                    <a:pt x="3286" y="3683"/>
                  </a:lnTo>
                  <a:lnTo>
                    <a:pt x="3286" y="3579"/>
                  </a:lnTo>
                  <a:lnTo>
                    <a:pt x="3307" y="3558"/>
                  </a:lnTo>
                  <a:lnTo>
                    <a:pt x="3391" y="3600"/>
                  </a:lnTo>
                  <a:lnTo>
                    <a:pt x="3453" y="3641"/>
                  </a:lnTo>
                  <a:lnTo>
                    <a:pt x="3663" y="3453"/>
                  </a:lnTo>
                  <a:lnTo>
                    <a:pt x="3767" y="3453"/>
                  </a:lnTo>
                  <a:lnTo>
                    <a:pt x="3872" y="3328"/>
                  </a:lnTo>
                  <a:lnTo>
                    <a:pt x="4018" y="3328"/>
                  </a:lnTo>
                  <a:lnTo>
                    <a:pt x="4060" y="3223"/>
                  </a:lnTo>
                  <a:lnTo>
                    <a:pt x="4269" y="3223"/>
                  </a:lnTo>
                  <a:lnTo>
                    <a:pt x="4353" y="3244"/>
                  </a:lnTo>
                  <a:lnTo>
                    <a:pt x="4437" y="3181"/>
                  </a:lnTo>
                  <a:lnTo>
                    <a:pt x="4437" y="3076"/>
                  </a:lnTo>
                  <a:lnTo>
                    <a:pt x="4604" y="3118"/>
                  </a:lnTo>
                  <a:lnTo>
                    <a:pt x="4688" y="3056"/>
                  </a:lnTo>
                  <a:lnTo>
                    <a:pt x="4771" y="3118"/>
                  </a:lnTo>
                  <a:lnTo>
                    <a:pt x="4792" y="3076"/>
                  </a:lnTo>
                  <a:lnTo>
                    <a:pt x="4813" y="3035"/>
                  </a:lnTo>
                  <a:lnTo>
                    <a:pt x="4813" y="2721"/>
                  </a:lnTo>
                  <a:lnTo>
                    <a:pt x="4751" y="2637"/>
                  </a:lnTo>
                  <a:lnTo>
                    <a:pt x="4667" y="2595"/>
                  </a:lnTo>
                  <a:lnTo>
                    <a:pt x="4562" y="2344"/>
                  </a:lnTo>
                  <a:lnTo>
                    <a:pt x="4604" y="2240"/>
                  </a:lnTo>
                  <a:lnTo>
                    <a:pt x="4562" y="2114"/>
                  </a:lnTo>
                  <a:lnTo>
                    <a:pt x="4562" y="2030"/>
                  </a:lnTo>
                  <a:lnTo>
                    <a:pt x="4479" y="1926"/>
                  </a:lnTo>
                  <a:lnTo>
                    <a:pt x="4499" y="1821"/>
                  </a:lnTo>
                  <a:lnTo>
                    <a:pt x="4332" y="1612"/>
                  </a:lnTo>
                  <a:lnTo>
                    <a:pt x="4332" y="1549"/>
                  </a:lnTo>
                  <a:lnTo>
                    <a:pt x="4479" y="1465"/>
                  </a:lnTo>
                  <a:lnTo>
                    <a:pt x="4499" y="1277"/>
                  </a:lnTo>
                  <a:lnTo>
                    <a:pt x="4458" y="1026"/>
                  </a:lnTo>
                  <a:lnTo>
                    <a:pt x="4353" y="1026"/>
                  </a:lnTo>
                  <a:lnTo>
                    <a:pt x="4269" y="963"/>
                  </a:lnTo>
                  <a:lnTo>
                    <a:pt x="4165" y="963"/>
                  </a:lnTo>
                  <a:lnTo>
                    <a:pt x="4060" y="880"/>
                  </a:lnTo>
                  <a:lnTo>
                    <a:pt x="4081" y="775"/>
                  </a:lnTo>
                  <a:lnTo>
                    <a:pt x="4039" y="670"/>
                  </a:lnTo>
                  <a:lnTo>
                    <a:pt x="3914" y="712"/>
                  </a:lnTo>
                  <a:lnTo>
                    <a:pt x="3767" y="545"/>
                  </a:lnTo>
                  <a:lnTo>
                    <a:pt x="3663" y="545"/>
                  </a:lnTo>
                  <a:lnTo>
                    <a:pt x="3621" y="461"/>
                  </a:lnTo>
                  <a:lnTo>
                    <a:pt x="3558" y="503"/>
                  </a:lnTo>
                  <a:lnTo>
                    <a:pt x="3432" y="524"/>
                  </a:lnTo>
                  <a:lnTo>
                    <a:pt x="3328" y="608"/>
                  </a:lnTo>
                  <a:lnTo>
                    <a:pt x="3286" y="545"/>
                  </a:lnTo>
                  <a:lnTo>
                    <a:pt x="3349" y="503"/>
                  </a:lnTo>
                  <a:lnTo>
                    <a:pt x="3349" y="524"/>
                  </a:lnTo>
                  <a:lnTo>
                    <a:pt x="3411" y="461"/>
                  </a:lnTo>
                  <a:lnTo>
                    <a:pt x="3516" y="419"/>
                  </a:lnTo>
                  <a:lnTo>
                    <a:pt x="3391" y="419"/>
                  </a:lnTo>
                  <a:lnTo>
                    <a:pt x="3328" y="440"/>
                  </a:lnTo>
                  <a:lnTo>
                    <a:pt x="3307" y="503"/>
                  </a:lnTo>
                  <a:lnTo>
                    <a:pt x="3202" y="545"/>
                  </a:lnTo>
                  <a:lnTo>
                    <a:pt x="3202" y="608"/>
                  </a:lnTo>
                  <a:lnTo>
                    <a:pt x="2993" y="628"/>
                  </a:lnTo>
                  <a:lnTo>
                    <a:pt x="2909" y="733"/>
                  </a:lnTo>
                  <a:lnTo>
                    <a:pt x="2888" y="838"/>
                  </a:lnTo>
                  <a:lnTo>
                    <a:pt x="2763" y="838"/>
                  </a:lnTo>
                  <a:lnTo>
                    <a:pt x="2721" y="775"/>
                  </a:lnTo>
                  <a:lnTo>
                    <a:pt x="2616" y="754"/>
                  </a:lnTo>
                  <a:lnTo>
                    <a:pt x="2574" y="775"/>
                  </a:lnTo>
                  <a:lnTo>
                    <a:pt x="2407" y="733"/>
                  </a:lnTo>
                  <a:lnTo>
                    <a:pt x="2512" y="670"/>
                  </a:lnTo>
                  <a:lnTo>
                    <a:pt x="2595" y="670"/>
                  </a:lnTo>
                  <a:lnTo>
                    <a:pt x="2679" y="608"/>
                  </a:lnTo>
                  <a:lnTo>
                    <a:pt x="2679" y="503"/>
                  </a:lnTo>
                  <a:lnTo>
                    <a:pt x="2616" y="461"/>
                  </a:lnTo>
                  <a:lnTo>
                    <a:pt x="2512" y="545"/>
                  </a:lnTo>
                  <a:lnTo>
                    <a:pt x="2491" y="566"/>
                  </a:lnTo>
                  <a:lnTo>
                    <a:pt x="2365" y="461"/>
                  </a:lnTo>
                  <a:lnTo>
                    <a:pt x="2302" y="419"/>
                  </a:lnTo>
                  <a:lnTo>
                    <a:pt x="2261" y="440"/>
                  </a:lnTo>
                  <a:lnTo>
                    <a:pt x="2240" y="524"/>
                  </a:lnTo>
                  <a:lnTo>
                    <a:pt x="2135" y="566"/>
                  </a:lnTo>
                  <a:lnTo>
                    <a:pt x="2093" y="461"/>
                  </a:lnTo>
                  <a:lnTo>
                    <a:pt x="2030" y="440"/>
                  </a:lnTo>
                  <a:lnTo>
                    <a:pt x="1968" y="377"/>
                  </a:lnTo>
                  <a:lnTo>
                    <a:pt x="2051" y="335"/>
                  </a:lnTo>
                  <a:lnTo>
                    <a:pt x="2093" y="210"/>
                  </a:lnTo>
                  <a:lnTo>
                    <a:pt x="1989" y="189"/>
                  </a:lnTo>
                  <a:lnTo>
                    <a:pt x="1863" y="84"/>
                  </a:lnTo>
                  <a:lnTo>
                    <a:pt x="1758" y="84"/>
                  </a:lnTo>
                  <a:lnTo>
                    <a:pt x="1717" y="43"/>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7" name="Google Shape;2447;p56"/>
            <p:cNvSpPr/>
            <p:nvPr/>
          </p:nvSpPr>
          <p:spPr>
            <a:xfrm>
              <a:off x="3764778" y="2755577"/>
              <a:ext cx="24672" cy="21426"/>
            </a:xfrm>
            <a:custGeom>
              <a:avLst/>
              <a:gdLst/>
              <a:ahLst/>
              <a:cxnLst/>
              <a:rect l="l" t="t" r="r" b="b"/>
              <a:pathLst>
                <a:path w="2072" h="1884" extrusionOk="0">
                  <a:moveTo>
                    <a:pt x="1695" y="0"/>
                  </a:moveTo>
                  <a:lnTo>
                    <a:pt x="1549" y="21"/>
                  </a:lnTo>
                  <a:lnTo>
                    <a:pt x="1444" y="126"/>
                  </a:lnTo>
                  <a:lnTo>
                    <a:pt x="1340" y="84"/>
                  </a:lnTo>
                  <a:lnTo>
                    <a:pt x="1277" y="126"/>
                  </a:lnTo>
                  <a:lnTo>
                    <a:pt x="1130" y="126"/>
                  </a:lnTo>
                  <a:lnTo>
                    <a:pt x="1005" y="251"/>
                  </a:lnTo>
                  <a:lnTo>
                    <a:pt x="796" y="398"/>
                  </a:lnTo>
                  <a:lnTo>
                    <a:pt x="754" y="335"/>
                  </a:lnTo>
                  <a:lnTo>
                    <a:pt x="628" y="398"/>
                  </a:lnTo>
                  <a:lnTo>
                    <a:pt x="628" y="544"/>
                  </a:lnTo>
                  <a:lnTo>
                    <a:pt x="524" y="628"/>
                  </a:lnTo>
                  <a:lnTo>
                    <a:pt x="545" y="753"/>
                  </a:lnTo>
                  <a:lnTo>
                    <a:pt x="524" y="879"/>
                  </a:lnTo>
                  <a:lnTo>
                    <a:pt x="482" y="984"/>
                  </a:lnTo>
                  <a:lnTo>
                    <a:pt x="440" y="1046"/>
                  </a:lnTo>
                  <a:lnTo>
                    <a:pt x="335" y="1130"/>
                  </a:lnTo>
                  <a:lnTo>
                    <a:pt x="335" y="1193"/>
                  </a:lnTo>
                  <a:lnTo>
                    <a:pt x="482" y="1339"/>
                  </a:lnTo>
                  <a:lnTo>
                    <a:pt x="607" y="1360"/>
                  </a:lnTo>
                  <a:lnTo>
                    <a:pt x="482" y="1360"/>
                  </a:lnTo>
                  <a:lnTo>
                    <a:pt x="419" y="1402"/>
                  </a:lnTo>
                  <a:lnTo>
                    <a:pt x="377" y="1444"/>
                  </a:lnTo>
                  <a:lnTo>
                    <a:pt x="419" y="1507"/>
                  </a:lnTo>
                  <a:lnTo>
                    <a:pt x="503" y="1507"/>
                  </a:lnTo>
                  <a:lnTo>
                    <a:pt x="503" y="1569"/>
                  </a:lnTo>
                  <a:lnTo>
                    <a:pt x="398" y="1569"/>
                  </a:lnTo>
                  <a:lnTo>
                    <a:pt x="293" y="1486"/>
                  </a:lnTo>
                  <a:lnTo>
                    <a:pt x="189" y="1444"/>
                  </a:lnTo>
                  <a:lnTo>
                    <a:pt x="105" y="1465"/>
                  </a:lnTo>
                  <a:lnTo>
                    <a:pt x="126" y="1507"/>
                  </a:lnTo>
                  <a:lnTo>
                    <a:pt x="210" y="1548"/>
                  </a:lnTo>
                  <a:lnTo>
                    <a:pt x="314" y="1611"/>
                  </a:lnTo>
                  <a:lnTo>
                    <a:pt x="335" y="1590"/>
                  </a:lnTo>
                  <a:lnTo>
                    <a:pt x="440" y="1674"/>
                  </a:lnTo>
                  <a:lnTo>
                    <a:pt x="335" y="1611"/>
                  </a:lnTo>
                  <a:lnTo>
                    <a:pt x="273" y="1653"/>
                  </a:lnTo>
                  <a:lnTo>
                    <a:pt x="105" y="1590"/>
                  </a:lnTo>
                  <a:lnTo>
                    <a:pt x="1" y="1590"/>
                  </a:lnTo>
                  <a:lnTo>
                    <a:pt x="84" y="1611"/>
                  </a:lnTo>
                  <a:lnTo>
                    <a:pt x="126" y="1695"/>
                  </a:lnTo>
                  <a:lnTo>
                    <a:pt x="210" y="1695"/>
                  </a:lnTo>
                  <a:lnTo>
                    <a:pt x="293" y="1758"/>
                  </a:lnTo>
                  <a:lnTo>
                    <a:pt x="335" y="1695"/>
                  </a:lnTo>
                  <a:lnTo>
                    <a:pt x="440" y="1674"/>
                  </a:lnTo>
                  <a:lnTo>
                    <a:pt x="482" y="1653"/>
                  </a:lnTo>
                  <a:lnTo>
                    <a:pt x="545" y="1653"/>
                  </a:lnTo>
                  <a:lnTo>
                    <a:pt x="586" y="1548"/>
                  </a:lnTo>
                  <a:lnTo>
                    <a:pt x="796" y="1548"/>
                  </a:lnTo>
                  <a:lnTo>
                    <a:pt x="837" y="1611"/>
                  </a:lnTo>
                  <a:lnTo>
                    <a:pt x="942" y="1611"/>
                  </a:lnTo>
                  <a:lnTo>
                    <a:pt x="1005" y="1695"/>
                  </a:lnTo>
                  <a:lnTo>
                    <a:pt x="1151" y="1695"/>
                  </a:lnTo>
                  <a:lnTo>
                    <a:pt x="1214" y="1779"/>
                  </a:lnTo>
                  <a:lnTo>
                    <a:pt x="1214" y="1862"/>
                  </a:lnTo>
                  <a:lnTo>
                    <a:pt x="1319" y="1883"/>
                  </a:lnTo>
                  <a:lnTo>
                    <a:pt x="1361" y="1779"/>
                  </a:lnTo>
                  <a:lnTo>
                    <a:pt x="1381" y="1569"/>
                  </a:lnTo>
                  <a:lnTo>
                    <a:pt x="1361" y="1402"/>
                  </a:lnTo>
                  <a:lnTo>
                    <a:pt x="1444" y="1297"/>
                  </a:lnTo>
                  <a:lnTo>
                    <a:pt x="1486" y="1193"/>
                  </a:lnTo>
                  <a:lnTo>
                    <a:pt x="1654" y="1151"/>
                  </a:lnTo>
                  <a:lnTo>
                    <a:pt x="1800" y="1193"/>
                  </a:lnTo>
                  <a:lnTo>
                    <a:pt x="1884" y="1151"/>
                  </a:lnTo>
                  <a:lnTo>
                    <a:pt x="1800" y="1046"/>
                  </a:lnTo>
                  <a:lnTo>
                    <a:pt x="1884" y="984"/>
                  </a:lnTo>
                  <a:lnTo>
                    <a:pt x="1905" y="858"/>
                  </a:lnTo>
                  <a:lnTo>
                    <a:pt x="1946" y="774"/>
                  </a:lnTo>
                  <a:lnTo>
                    <a:pt x="1884" y="732"/>
                  </a:lnTo>
                  <a:lnTo>
                    <a:pt x="1758" y="732"/>
                  </a:lnTo>
                  <a:lnTo>
                    <a:pt x="1737" y="670"/>
                  </a:lnTo>
                  <a:lnTo>
                    <a:pt x="1779" y="544"/>
                  </a:lnTo>
                  <a:lnTo>
                    <a:pt x="1884" y="607"/>
                  </a:lnTo>
                  <a:lnTo>
                    <a:pt x="1967" y="544"/>
                  </a:lnTo>
                  <a:lnTo>
                    <a:pt x="1967" y="440"/>
                  </a:lnTo>
                  <a:lnTo>
                    <a:pt x="2009" y="335"/>
                  </a:lnTo>
                  <a:lnTo>
                    <a:pt x="2009" y="251"/>
                  </a:lnTo>
                  <a:lnTo>
                    <a:pt x="2072" y="230"/>
                  </a:lnTo>
                  <a:lnTo>
                    <a:pt x="2072" y="209"/>
                  </a:lnTo>
                  <a:lnTo>
                    <a:pt x="1967" y="147"/>
                  </a:lnTo>
                  <a:lnTo>
                    <a:pt x="1863" y="84"/>
                  </a:lnTo>
                  <a:lnTo>
                    <a:pt x="16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8" name="Google Shape;2448;p56"/>
            <p:cNvSpPr/>
            <p:nvPr/>
          </p:nvSpPr>
          <p:spPr>
            <a:xfrm>
              <a:off x="3762540" y="2773181"/>
              <a:ext cx="19445" cy="15956"/>
            </a:xfrm>
            <a:custGeom>
              <a:avLst/>
              <a:gdLst/>
              <a:ahLst/>
              <a:cxnLst/>
              <a:rect l="l" t="t" r="r" b="b"/>
              <a:pathLst>
                <a:path w="1633" h="1403" extrusionOk="0">
                  <a:moveTo>
                    <a:pt x="774" y="0"/>
                  </a:moveTo>
                  <a:lnTo>
                    <a:pt x="733" y="105"/>
                  </a:lnTo>
                  <a:lnTo>
                    <a:pt x="670" y="105"/>
                  </a:lnTo>
                  <a:lnTo>
                    <a:pt x="628" y="126"/>
                  </a:lnTo>
                  <a:lnTo>
                    <a:pt x="523" y="147"/>
                  </a:lnTo>
                  <a:lnTo>
                    <a:pt x="481" y="210"/>
                  </a:lnTo>
                  <a:lnTo>
                    <a:pt x="398" y="147"/>
                  </a:lnTo>
                  <a:lnTo>
                    <a:pt x="314" y="147"/>
                  </a:lnTo>
                  <a:lnTo>
                    <a:pt x="272" y="63"/>
                  </a:lnTo>
                  <a:lnTo>
                    <a:pt x="189" y="42"/>
                  </a:lnTo>
                  <a:lnTo>
                    <a:pt x="84" y="126"/>
                  </a:lnTo>
                  <a:lnTo>
                    <a:pt x="0" y="272"/>
                  </a:lnTo>
                  <a:lnTo>
                    <a:pt x="63" y="335"/>
                  </a:lnTo>
                  <a:lnTo>
                    <a:pt x="84" y="524"/>
                  </a:lnTo>
                  <a:lnTo>
                    <a:pt x="209" y="565"/>
                  </a:lnTo>
                  <a:lnTo>
                    <a:pt x="251" y="670"/>
                  </a:lnTo>
                  <a:lnTo>
                    <a:pt x="398" y="796"/>
                  </a:lnTo>
                  <a:lnTo>
                    <a:pt x="481" y="796"/>
                  </a:lnTo>
                  <a:lnTo>
                    <a:pt x="565" y="858"/>
                  </a:lnTo>
                  <a:lnTo>
                    <a:pt x="628" y="879"/>
                  </a:lnTo>
                  <a:lnTo>
                    <a:pt x="628" y="1047"/>
                  </a:lnTo>
                  <a:lnTo>
                    <a:pt x="774" y="1109"/>
                  </a:lnTo>
                  <a:lnTo>
                    <a:pt x="816" y="1068"/>
                  </a:lnTo>
                  <a:lnTo>
                    <a:pt x="900" y="1068"/>
                  </a:lnTo>
                  <a:lnTo>
                    <a:pt x="942" y="1109"/>
                  </a:lnTo>
                  <a:lnTo>
                    <a:pt x="1025" y="1151"/>
                  </a:lnTo>
                  <a:lnTo>
                    <a:pt x="1151" y="1298"/>
                  </a:lnTo>
                  <a:lnTo>
                    <a:pt x="1256" y="1319"/>
                  </a:lnTo>
                  <a:lnTo>
                    <a:pt x="1360" y="1402"/>
                  </a:lnTo>
                  <a:lnTo>
                    <a:pt x="1423" y="1361"/>
                  </a:lnTo>
                  <a:lnTo>
                    <a:pt x="1507" y="1361"/>
                  </a:lnTo>
                  <a:lnTo>
                    <a:pt x="1507" y="1298"/>
                  </a:lnTo>
                  <a:lnTo>
                    <a:pt x="1444" y="1256"/>
                  </a:lnTo>
                  <a:lnTo>
                    <a:pt x="1444" y="1172"/>
                  </a:lnTo>
                  <a:lnTo>
                    <a:pt x="1423" y="1109"/>
                  </a:lnTo>
                  <a:lnTo>
                    <a:pt x="1465" y="1047"/>
                  </a:lnTo>
                  <a:lnTo>
                    <a:pt x="1528" y="942"/>
                  </a:lnTo>
                  <a:lnTo>
                    <a:pt x="1549" y="942"/>
                  </a:lnTo>
                  <a:lnTo>
                    <a:pt x="1632" y="775"/>
                  </a:lnTo>
                  <a:lnTo>
                    <a:pt x="1549" y="670"/>
                  </a:lnTo>
                  <a:lnTo>
                    <a:pt x="1549" y="628"/>
                  </a:lnTo>
                  <a:lnTo>
                    <a:pt x="1465" y="440"/>
                  </a:lnTo>
                  <a:lnTo>
                    <a:pt x="1507" y="356"/>
                  </a:lnTo>
                  <a:lnTo>
                    <a:pt x="1507" y="335"/>
                  </a:lnTo>
                  <a:lnTo>
                    <a:pt x="1402" y="314"/>
                  </a:lnTo>
                  <a:lnTo>
                    <a:pt x="1402" y="231"/>
                  </a:lnTo>
                  <a:lnTo>
                    <a:pt x="1339" y="147"/>
                  </a:lnTo>
                  <a:lnTo>
                    <a:pt x="1193" y="147"/>
                  </a:lnTo>
                  <a:lnTo>
                    <a:pt x="1130" y="63"/>
                  </a:lnTo>
                  <a:lnTo>
                    <a:pt x="1025" y="63"/>
                  </a:lnTo>
                  <a:lnTo>
                    <a:pt x="9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9" name="Google Shape;2449;p56"/>
            <p:cNvSpPr/>
            <p:nvPr/>
          </p:nvSpPr>
          <p:spPr>
            <a:xfrm>
              <a:off x="3779484" y="2783894"/>
              <a:ext cx="4739" cy="6425"/>
            </a:xfrm>
            <a:custGeom>
              <a:avLst/>
              <a:gdLst/>
              <a:ahLst/>
              <a:cxnLst/>
              <a:rect l="l" t="t" r="r" b="b"/>
              <a:pathLst>
                <a:path w="398" h="565" extrusionOk="0">
                  <a:moveTo>
                    <a:pt x="105" y="0"/>
                  </a:moveTo>
                  <a:lnTo>
                    <a:pt x="42" y="105"/>
                  </a:lnTo>
                  <a:lnTo>
                    <a:pt x="0" y="167"/>
                  </a:lnTo>
                  <a:lnTo>
                    <a:pt x="21" y="230"/>
                  </a:lnTo>
                  <a:lnTo>
                    <a:pt x="21" y="314"/>
                  </a:lnTo>
                  <a:lnTo>
                    <a:pt x="84" y="356"/>
                  </a:lnTo>
                  <a:lnTo>
                    <a:pt x="84" y="419"/>
                  </a:lnTo>
                  <a:lnTo>
                    <a:pt x="105" y="419"/>
                  </a:lnTo>
                  <a:lnTo>
                    <a:pt x="146" y="523"/>
                  </a:lnTo>
                  <a:lnTo>
                    <a:pt x="314" y="565"/>
                  </a:lnTo>
                  <a:lnTo>
                    <a:pt x="398" y="544"/>
                  </a:lnTo>
                  <a:lnTo>
                    <a:pt x="398" y="356"/>
                  </a:lnTo>
                  <a:lnTo>
                    <a:pt x="335" y="314"/>
                  </a:lnTo>
                  <a:lnTo>
                    <a:pt x="314" y="167"/>
                  </a:lnTo>
                  <a:lnTo>
                    <a:pt x="18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0" name="Google Shape;2450;p56"/>
            <p:cNvSpPr/>
            <p:nvPr/>
          </p:nvSpPr>
          <p:spPr>
            <a:xfrm>
              <a:off x="3681319" y="2737017"/>
              <a:ext cx="27661" cy="34982"/>
            </a:xfrm>
            <a:custGeom>
              <a:avLst/>
              <a:gdLst/>
              <a:ahLst/>
              <a:cxnLst/>
              <a:rect l="l" t="t" r="r" b="b"/>
              <a:pathLst>
                <a:path w="2323" h="3076" extrusionOk="0">
                  <a:moveTo>
                    <a:pt x="1737" y="0"/>
                  </a:moveTo>
                  <a:lnTo>
                    <a:pt x="1779" y="84"/>
                  </a:lnTo>
                  <a:lnTo>
                    <a:pt x="1653" y="84"/>
                  </a:lnTo>
                  <a:lnTo>
                    <a:pt x="1674" y="209"/>
                  </a:lnTo>
                  <a:lnTo>
                    <a:pt x="1590" y="314"/>
                  </a:lnTo>
                  <a:lnTo>
                    <a:pt x="1590" y="230"/>
                  </a:lnTo>
                  <a:lnTo>
                    <a:pt x="1653" y="188"/>
                  </a:lnTo>
                  <a:lnTo>
                    <a:pt x="1590" y="84"/>
                  </a:lnTo>
                  <a:lnTo>
                    <a:pt x="1528" y="105"/>
                  </a:lnTo>
                  <a:lnTo>
                    <a:pt x="1569" y="167"/>
                  </a:lnTo>
                  <a:lnTo>
                    <a:pt x="1465" y="188"/>
                  </a:lnTo>
                  <a:lnTo>
                    <a:pt x="1423" y="147"/>
                  </a:lnTo>
                  <a:lnTo>
                    <a:pt x="1256" y="167"/>
                  </a:lnTo>
                  <a:lnTo>
                    <a:pt x="1256" y="230"/>
                  </a:lnTo>
                  <a:lnTo>
                    <a:pt x="1214" y="230"/>
                  </a:lnTo>
                  <a:lnTo>
                    <a:pt x="1172" y="356"/>
                  </a:lnTo>
                  <a:lnTo>
                    <a:pt x="1256" y="377"/>
                  </a:lnTo>
                  <a:lnTo>
                    <a:pt x="1235" y="419"/>
                  </a:lnTo>
                  <a:lnTo>
                    <a:pt x="1151" y="419"/>
                  </a:lnTo>
                  <a:lnTo>
                    <a:pt x="1151" y="481"/>
                  </a:lnTo>
                  <a:lnTo>
                    <a:pt x="1046" y="502"/>
                  </a:lnTo>
                  <a:lnTo>
                    <a:pt x="1067" y="586"/>
                  </a:lnTo>
                  <a:lnTo>
                    <a:pt x="1214" y="586"/>
                  </a:lnTo>
                  <a:lnTo>
                    <a:pt x="1172" y="607"/>
                  </a:lnTo>
                  <a:lnTo>
                    <a:pt x="1276" y="586"/>
                  </a:lnTo>
                  <a:lnTo>
                    <a:pt x="1360" y="586"/>
                  </a:lnTo>
                  <a:lnTo>
                    <a:pt x="1235" y="711"/>
                  </a:lnTo>
                  <a:lnTo>
                    <a:pt x="1046" y="795"/>
                  </a:lnTo>
                  <a:lnTo>
                    <a:pt x="1130" y="837"/>
                  </a:lnTo>
                  <a:lnTo>
                    <a:pt x="942" y="879"/>
                  </a:lnTo>
                  <a:lnTo>
                    <a:pt x="858" y="837"/>
                  </a:lnTo>
                  <a:lnTo>
                    <a:pt x="795" y="921"/>
                  </a:lnTo>
                  <a:lnTo>
                    <a:pt x="753" y="816"/>
                  </a:lnTo>
                  <a:lnTo>
                    <a:pt x="502" y="753"/>
                  </a:lnTo>
                  <a:lnTo>
                    <a:pt x="502" y="816"/>
                  </a:lnTo>
                  <a:lnTo>
                    <a:pt x="335" y="753"/>
                  </a:lnTo>
                  <a:lnTo>
                    <a:pt x="314" y="942"/>
                  </a:lnTo>
                  <a:lnTo>
                    <a:pt x="398" y="879"/>
                  </a:lnTo>
                  <a:lnTo>
                    <a:pt x="419" y="942"/>
                  </a:lnTo>
                  <a:lnTo>
                    <a:pt x="440" y="984"/>
                  </a:lnTo>
                  <a:lnTo>
                    <a:pt x="481" y="1088"/>
                  </a:lnTo>
                  <a:lnTo>
                    <a:pt x="419" y="1088"/>
                  </a:lnTo>
                  <a:lnTo>
                    <a:pt x="398" y="1025"/>
                  </a:lnTo>
                  <a:lnTo>
                    <a:pt x="272" y="1025"/>
                  </a:lnTo>
                  <a:lnTo>
                    <a:pt x="419" y="1130"/>
                  </a:lnTo>
                  <a:lnTo>
                    <a:pt x="544" y="1109"/>
                  </a:lnTo>
                  <a:lnTo>
                    <a:pt x="586" y="1214"/>
                  </a:lnTo>
                  <a:lnTo>
                    <a:pt x="440" y="1235"/>
                  </a:lnTo>
                  <a:lnTo>
                    <a:pt x="419" y="1276"/>
                  </a:lnTo>
                  <a:lnTo>
                    <a:pt x="440" y="1339"/>
                  </a:lnTo>
                  <a:lnTo>
                    <a:pt x="293" y="1360"/>
                  </a:lnTo>
                  <a:lnTo>
                    <a:pt x="335" y="1444"/>
                  </a:lnTo>
                  <a:lnTo>
                    <a:pt x="272" y="1465"/>
                  </a:lnTo>
                  <a:lnTo>
                    <a:pt x="377" y="1528"/>
                  </a:lnTo>
                  <a:lnTo>
                    <a:pt x="419" y="1507"/>
                  </a:lnTo>
                  <a:lnTo>
                    <a:pt x="398" y="1548"/>
                  </a:lnTo>
                  <a:lnTo>
                    <a:pt x="523" y="1528"/>
                  </a:lnTo>
                  <a:lnTo>
                    <a:pt x="544" y="1674"/>
                  </a:lnTo>
                  <a:lnTo>
                    <a:pt x="858" y="1674"/>
                  </a:lnTo>
                  <a:lnTo>
                    <a:pt x="753" y="1758"/>
                  </a:lnTo>
                  <a:lnTo>
                    <a:pt x="691" y="1737"/>
                  </a:lnTo>
                  <a:lnTo>
                    <a:pt x="586" y="1925"/>
                  </a:lnTo>
                  <a:lnTo>
                    <a:pt x="628" y="1925"/>
                  </a:lnTo>
                  <a:lnTo>
                    <a:pt x="523" y="2051"/>
                  </a:lnTo>
                  <a:lnTo>
                    <a:pt x="335" y="2176"/>
                  </a:lnTo>
                  <a:lnTo>
                    <a:pt x="419" y="2176"/>
                  </a:lnTo>
                  <a:lnTo>
                    <a:pt x="523" y="2134"/>
                  </a:lnTo>
                  <a:lnTo>
                    <a:pt x="586" y="2155"/>
                  </a:lnTo>
                  <a:lnTo>
                    <a:pt x="732" y="2155"/>
                  </a:lnTo>
                  <a:lnTo>
                    <a:pt x="816" y="2072"/>
                  </a:lnTo>
                  <a:lnTo>
                    <a:pt x="816" y="2092"/>
                  </a:lnTo>
                  <a:lnTo>
                    <a:pt x="942" y="2134"/>
                  </a:lnTo>
                  <a:lnTo>
                    <a:pt x="691" y="2176"/>
                  </a:lnTo>
                  <a:lnTo>
                    <a:pt x="502" y="2197"/>
                  </a:lnTo>
                  <a:lnTo>
                    <a:pt x="440" y="2281"/>
                  </a:lnTo>
                  <a:lnTo>
                    <a:pt x="314" y="2302"/>
                  </a:lnTo>
                  <a:lnTo>
                    <a:pt x="377" y="2364"/>
                  </a:lnTo>
                  <a:lnTo>
                    <a:pt x="335" y="2406"/>
                  </a:lnTo>
                  <a:lnTo>
                    <a:pt x="398" y="2448"/>
                  </a:lnTo>
                  <a:lnTo>
                    <a:pt x="293" y="2469"/>
                  </a:lnTo>
                  <a:lnTo>
                    <a:pt x="209" y="2385"/>
                  </a:lnTo>
                  <a:lnTo>
                    <a:pt x="188" y="2448"/>
                  </a:lnTo>
                  <a:lnTo>
                    <a:pt x="168" y="2406"/>
                  </a:lnTo>
                  <a:lnTo>
                    <a:pt x="0" y="2490"/>
                  </a:lnTo>
                  <a:lnTo>
                    <a:pt x="21" y="2511"/>
                  </a:lnTo>
                  <a:lnTo>
                    <a:pt x="398" y="2511"/>
                  </a:lnTo>
                  <a:lnTo>
                    <a:pt x="272" y="2595"/>
                  </a:lnTo>
                  <a:lnTo>
                    <a:pt x="105" y="2657"/>
                  </a:lnTo>
                  <a:lnTo>
                    <a:pt x="63" y="2762"/>
                  </a:lnTo>
                  <a:lnTo>
                    <a:pt x="168" y="2762"/>
                  </a:lnTo>
                  <a:lnTo>
                    <a:pt x="188" y="2825"/>
                  </a:lnTo>
                  <a:lnTo>
                    <a:pt x="440" y="2762"/>
                  </a:lnTo>
                  <a:lnTo>
                    <a:pt x="440" y="2762"/>
                  </a:lnTo>
                  <a:lnTo>
                    <a:pt x="230" y="2888"/>
                  </a:lnTo>
                  <a:lnTo>
                    <a:pt x="168" y="2929"/>
                  </a:lnTo>
                  <a:lnTo>
                    <a:pt x="314" y="2929"/>
                  </a:lnTo>
                  <a:lnTo>
                    <a:pt x="502" y="2825"/>
                  </a:lnTo>
                  <a:lnTo>
                    <a:pt x="481" y="2908"/>
                  </a:lnTo>
                  <a:lnTo>
                    <a:pt x="314" y="2992"/>
                  </a:lnTo>
                  <a:lnTo>
                    <a:pt x="419" y="2992"/>
                  </a:lnTo>
                  <a:lnTo>
                    <a:pt x="398" y="3034"/>
                  </a:lnTo>
                  <a:lnTo>
                    <a:pt x="398" y="3034"/>
                  </a:lnTo>
                  <a:lnTo>
                    <a:pt x="523" y="3013"/>
                  </a:lnTo>
                  <a:lnTo>
                    <a:pt x="607" y="3076"/>
                  </a:lnTo>
                  <a:lnTo>
                    <a:pt x="795" y="3034"/>
                  </a:lnTo>
                  <a:lnTo>
                    <a:pt x="963" y="2992"/>
                  </a:lnTo>
                  <a:lnTo>
                    <a:pt x="1130" y="2888"/>
                  </a:lnTo>
                  <a:lnTo>
                    <a:pt x="1067" y="2783"/>
                  </a:lnTo>
                  <a:lnTo>
                    <a:pt x="1172" y="2783"/>
                  </a:lnTo>
                  <a:lnTo>
                    <a:pt x="1151" y="2867"/>
                  </a:lnTo>
                  <a:lnTo>
                    <a:pt x="1256" y="2867"/>
                  </a:lnTo>
                  <a:lnTo>
                    <a:pt x="1360" y="2720"/>
                  </a:lnTo>
                  <a:lnTo>
                    <a:pt x="1444" y="2762"/>
                  </a:lnTo>
                  <a:lnTo>
                    <a:pt x="1465" y="2657"/>
                  </a:lnTo>
                  <a:lnTo>
                    <a:pt x="1800" y="2595"/>
                  </a:lnTo>
                  <a:lnTo>
                    <a:pt x="1841" y="2511"/>
                  </a:lnTo>
                  <a:lnTo>
                    <a:pt x="1862" y="2616"/>
                  </a:lnTo>
                  <a:lnTo>
                    <a:pt x="1946" y="2553"/>
                  </a:lnTo>
                  <a:lnTo>
                    <a:pt x="2009" y="2574"/>
                  </a:lnTo>
                  <a:lnTo>
                    <a:pt x="2176" y="2574"/>
                  </a:lnTo>
                  <a:lnTo>
                    <a:pt x="2072" y="2406"/>
                  </a:lnTo>
                  <a:lnTo>
                    <a:pt x="2155" y="2385"/>
                  </a:lnTo>
                  <a:lnTo>
                    <a:pt x="2218" y="2281"/>
                  </a:lnTo>
                  <a:lnTo>
                    <a:pt x="2218" y="2176"/>
                  </a:lnTo>
                  <a:lnTo>
                    <a:pt x="2302" y="2072"/>
                  </a:lnTo>
                  <a:lnTo>
                    <a:pt x="2323" y="1967"/>
                  </a:lnTo>
                  <a:lnTo>
                    <a:pt x="2302" y="1716"/>
                  </a:lnTo>
                  <a:lnTo>
                    <a:pt x="2218" y="1674"/>
                  </a:lnTo>
                  <a:lnTo>
                    <a:pt x="2302" y="1632"/>
                  </a:lnTo>
                  <a:lnTo>
                    <a:pt x="2302" y="1507"/>
                  </a:lnTo>
                  <a:lnTo>
                    <a:pt x="2218" y="1402"/>
                  </a:lnTo>
                  <a:lnTo>
                    <a:pt x="2260" y="1256"/>
                  </a:lnTo>
                  <a:lnTo>
                    <a:pt x="2176" y="1214"/>
                  </a:lnTo>
                  <a:lnTo>
                    <a:pt x="2197" y="1130"/>
                  </a:lnTo>
                  <a:lnTo>
                    <a:pt x="2281" y="1151"/>
                  </a:lnTo>
                  <a:lnTo>
                    <a:pt x="2281" y="1151"/>
                  </a:lnTo>
                  <a:lnTo>
                    <a:pt x="2155" y="1088"/>
                  </a:lnTo>
                  <a:lnTo>
                    <a:pt x="2072" y="1046"/>
                  </a:lnTo>
                  <a:lnTo>
                    <a:pt x="1967" y="837"/>
                  </a:lnTo>
                  <a:lnTo>
                    <a:pt x="1800" y="732"/>
                  </a:lnTo>
                  <a:lnTo>
                    <a:pt x="1737" y="795"/>
                  </a:lnTo>
                  <a:lnTo>
                    <a:pt x="1695" y="942"/>
                  </a:lnTo>
                  <a:lnTo>
                    <a:pt x="1632" y="984"/>
                  </a:lnTo>
                  <a:lnTo>
                    <a:pt x="1360" y="732"/>
                  </a:lnTo>
                  <a:lnTo>
                    <a:pt x="1486" y="502"/>
                  </a:lnTo>
                  <a:lnTo>
                    <a:pt x="1632" y="481"/>
                  </a:lnTo>
                  <a:lnTo>
                    <a:pt x="1653" y="377"/>
                  </a:lnTo>
                  <a:lnTo>
                    <a:pt x="1737" y="356"/>
                  </a:lnTo>
                  <a:lnTo>
                    <a:pt x="1779" y="272"/>
                  </a:lnTo>
                  <a:lnTo>
                    <a:pt x="1737" y="293"/>
                  </a:lnTo>
                  <a:lnTo>
                    <a:pt x="1737" y="293"/>
                  </a:lnTo>
                  <a:lnTo>
                    <a:pt x="1841" y="188"/>
                  </a:lnTo>
                  <a:lnTo>
                    <a:pt x="1946" y="147"/>
                  </a:lnTo>
                  <a:lnTo>
                    <a:pt x="1841" y="84"/>
                  </a:lnTo>
                  <a:lnTo>
                    <a:pt x="173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451" name="Google Shape;2451;p56"/>
            <p:cNvGrpSpPr/>
            <p:nvPr/>
          </p:nvGrpSpPr>
          <p:grpSpPr>
            <a:xfrm>
              <a:off x="3697513" y="2707266"/>
              <a:ext cx="59549" cy="79733"/>
              <a:chOff x="3586375" y="2281300"/>
              <a:chExt cx="125025" cy="175275"/>
            </a:xfrm>
          </p:grpSpPr>
          <p:sp>
            <p:nvSpPr>
              <p:cNvPr id="2452" name="Google Shape;2452;p56"/>
              <p:cNvSpPr/>
              <p:nvPr/>
            </p:nvSpPr>
            <p:spPr>
              <a:xfrm>
                <a:off x="3609900" y="2281300"/>
                <a:ext cx="101500" cy="175275"/>
              </a:xfrm>
              <a:custGeom>
                <a:avLst/>
                <a:gdLst/>
                <a:ahLst/>
                <a:cxnLst/>
                <a:rect l="l" t="t" r="r" b="b"/>
                <a:pathLst>
                  <a:path w="4060" h="7011" extrusionOk="0">
                    <a:moveTo>
                      <a:pt x="1340" y="1"/>
                    </a:moveTo>
                    <a:lnTo>
                      <a:pt x="1277" y="63"/>
                    </a:lnTo>
                    <a:lnTo>
                      <a:pt x="1235" y="42"/>
                    </a:lnTo>
                    <a:lnTo>
                      <a:pt x="1110" y="84"/>
                    </a:lnTo>
                    <a:lnTo>
                      <a:pt x="1026" y="84"/>
                    </a:lnTo>
                    <a:lnTo>
                      <a:pt x="921" y="105"/>
                    </a:lnTo>
                    <a:lnTo>
                      <a:pt x="859" y="105"/>
                    </a:lnTo>
                    <a:lnTo>
                      <a:pt x="838" y="168"/>
                    </a:lnTo>
                    <a:lnTo>
                      <a:pt x="838" y="105"/>
                    </a:lnTo>
                    <a:lnTo>
                      <a:pt x="796" y="84"/>
                    </a:lnTo>
                    <a:lnTo>
                      <a:pt x="712" y="168"/>
                    </a:lnTo>
                    <a:lnTo>
                      <a:pt x="733" y="105"/>
                    </a:lnTo>
                    <a:lnTo>
                      <a:pt x="608" y="42"/>
                    </a:lnTo>
                    <a:lnTo>
                      <a:pt x="587" y="105"/>
                    </a:lnTo>
                    <a:lnTo>
                      <a:pt x="524" y="168"/>
                    </a:lnTo>
                    <a:lnTo>
                      <a:pt x="545" y="231"/>
                    </a:lnTo>
                    <a:lnTo>
                      <a:pt x="524" y="231"/>
                    </a:lnTo>
                    <a:lnTo>
                      <a:pt x="524" y="314"/>
                    </a:lnTo>
                    <a:lnTo>
                      <a:pt x="419" y="356"/>
                    </a:lnTo>
                    <a:lnTo>
                      <a:pt x="482" y="419"/>
                    </a:lnTo>
                    <a:lnTo>
                      <a:pt x="440" y="503"/>
                    </a:lnTo>
                    <a:lnTo>
                      <a:pt x="398" y="503"/>
                    </a:lnTo>
                    <a:lnTo>
                      <a:pt x="503" y="607"/>
                    </a:lnTo>
                    <a:lnTo>
                      <a:pt x="545" y="670"/>
                    </a:lnTo>
                    <a:lnTo>
                      <a:pt x="419" y="607"/>
                    </a:lnTo>
                    <a:lnTo>
                      <a:pt x="398" y="670"/>
                    </a:lnTo>
                    <a:lnTo>
                      <a:pt x="315" y="587"/>
                    </a:lnTo>
                    <a:lnTo>
                      <a:pt x="294" y="628"/>
                    </a:lnTo>
                    <a:lnTo>
                      <a:pt x="315" y="691"/>
                    </a:lnTo>
                    <a:lnTo>
                      <a:pt x="294" y="733"/>
                    </a:lnTo>
                    <a:lnTo>
                      <a:pt x="273" y="628"/>
                    </a:lnTo>
                    <a:lnTo>
                      <a:pt x="210" y="733"/>
                    </a:lnTo>
                    <a:lnTo>
                      <a:pt x="273" y="796"/>
                    </a:lnTo>
                    <a:lnTo>
                      <a:pt x="210" y="817"/>
                    </a:lnTo>
                    <a:lnTo>
                      <a:pt x="294" y="900"/>
                    </a:lnTo>
                    <a:lnTo>
                      <a:pt x="336" y="900"/>
                    </a:lnTo>
                    <a:lnTo>
                      <a:pt x="294" y="942"/>
                    </a:lnTo>
                    <a:lnTo>
                      <a:pt x="210" y="900"/>
                    </a:lnTo>
                    <a:lnTo>
                      <a:pt x="210" y="1026"/>
                    </a:lnTo>
                    <a:lnTo>
                      <a:pt x="210" y="1047"/>
                    </a:lnTo>
                    <a:lnTo>
                      <a:pt x="377" y="1026"/>
                    </a:lnTo>
                    <a:lnTo>
                      <a:pt x="273" y="1089"/>
                    </a:lnTo>
                    <a:lnTo>
                      <a:pt x="273" y="1110"/>
                    </a:lnTo>
                    <a:lnTo>
                      <a:pt x="294" y="1131"/>
                    </a:lnTo>
                    <a:lnTo>
                      <a:pt x="377" y="1110"/>
                    </a:lnTo>
                    <a:lnTo>
                      <a:pt x="336" y="1131"/>
                    </a:lnTo>
                    <a:lnTo>
                      <a:pt x="398" y="1151"/>
                    </a:lnTo>
                    <a:lnTo>
                      <a:pt x="398" y="1151"/>
                    </a:lnTo>
                    <a:lnTo>
                      <a:pt x="315" y="1131"/>
                    </a:lnTo>
                    <a:lnTo>
                      <a:pt x="294" y="1151"/>
                    </a:lnTo>
                    <a:lnTo>
                      <a:pt x="294" y="1214"/>
                    </a:lnTo>
                    <a:lnTo>
                      <a:pt x="315" y="1235"/>
                    </a:lnTo>
                    <a:lnTo>
                      <a:pt x="273" y="1256"/>
                    </a:lnTo>
                    <a:lnTo>
                      <a:pt x="231" y="1319"/>
                    </a:lnTo>
                    <a:lnTo>
                      <a:pt x="294" y="1319"/>
                    </a:lnTo>
                    <a:lnTo>
                      <a:pt x="294" y="1361"/>
                    </a:lnTo>
                    <a:lnTo>
                      <a:pt x="210" y="1340"/>
                    </a:lnTo>
                    <a:lnTo>
                      <a:pt x="189" y="1403"/>
                    </a:lnTo>
                    <a:lnTo>
                      <a:pt x="210" y="1444"/>
                    </a:lnTo>
                    <a:lnTo>
                      <a:pt x="189" y="1465"/>
                    </a:lnTo>
                    <a:lnTo>
                      <a:pt x="168" y="1528"/>
                    </a:lnTo>
                    <a:lnTo>
                      <a:pt x="63" y="1528"/>
                    </a:lnTo>
                    <a:lnTo>
                      <a:pt x="1" y="1549"/>
                    </a:lnTo>
                    <a:lnTo>
                      <a:pt x="63" y="1570"/>
                    </a:lnTo>
                    <a:lnTo>
                      <a:pt x="126" y="1570"/>
                    </a:lnTo>
                    <a:lnTo>
                      <a:pt x="189" y="1612"/>
                    </a:lnTo>
                    <a:lnTo>
                      <a:pt x="168" y="1633"/>
                    </a:lnTo>
                    <a:lnTo>
                      <a:pt x="105" y="1633"/>
                    </a:lnTo>
                    <a:lnTo>
                      <a:pt x="189" y="1716"/>
                    </a:lnTo>
                    <a:lnTo>
                      <a:pt x="210" y="1716"/>
                    </a:lnTo>
                    <a:lnTo>
                      <a:pt x="273" y="1737"/>
                    </a:lnTo>
                    <a:lnTo>
                      <a:pt x="503" y="1507"/>
                    </a:lnTo>
                    <a:lnTo>
                      <a:pt x="482" y="1570"/>
                    </a:lnTo>
                    <a:lnTo>
                      <a:pt x="503" y="1612"/>
                    </a:lnTo>
                    <a:lnTo>
                      <a:pt x="419" y="1633"/>
                    </a:lnTo>
                    <a:lnTo>
                      <a:pt x="377" y="1758"/>
                    </a:lnTo>
                    <a:lnTo>
                      <a:pt x="377" y="1779"/>
                    </a:lnTo>
                    <a:lnTo>
                      <a:pt x="315" y="1947"/>
                    </a:lnTo>
                    <a:lnTo>
                      <a:pt x="336" y="1947"/>
                    </a:lnTo>
                    <a:lnTo>
                      <a:pt x="294" y="2135"/>
                    </a:lnTo>
                    <a:lnTo>
                      <a:pt x="294" y="2239"/>
                    </a:lnTo>
                    <a:lnTo>
                      <a:pt x="231" y="2281"/>
                    </a:lnTo>
                    <a:lnTo>
                      <a:pt x="294" y="2323"/>
                    </a:lnTo>
                    <a:lnTo>
                      <a:pt x="315" y="2302"/>
                    </a:lnTo>
                    <a:lnTo>
                      <a:pt x="231" y="2449"/>
                    </a:lnTo>
                    <a:lnTo>
                      <a:pt x="231" y="2595"/>
                    </a:lnTo>
                    <a:lnTo>
                      <a:pt x="189" y="2658"/>
                    </a:lnTo>
                    <a:lnTo>
                      <a:pt x="189" y="2700"/>
                    </a:lnTo>
                    <a:lnTo>
                      <a:pt x="315" y="2700"/>
                    </a:lnTo>
                    <a:lnTo>
                      <a:pt x="294" y="2595"/>
                    </a:lnTo>
                    <a:lnTo>
                      <a:pt x="336" y="2491"/>
                    </a:lnTo>
                    <a:lnTo>
                      <a:pt x="336" y="2407"/>
                    </a:lnTo>
                    <a:lnTo>
                      <a:pt x="398" y="2323"/>
                    </a:lnTo>
                    <a:lnTo>
                      <a:pt x="336" y="2135"/>
                    </a:lnTo>
                    <a:lnTo>
                      <a:pt x="398" y="2135"/>
                    </a:lnTo>
                    <a:lnTo>
                      <a:pt x="545" y="1947"/>
                    </a:lnTo>
                    <a:lnTo>
                      <a:pt x="440" y="2135"/>
                    </a:lnTo>
                    <a:lnTo>
                      <a:pt x="419" y="2239"/>
                    </a:lnTo>
                    <a:lnTo>
                      <a:pt x="482" y="2260"/>
                    </a:lnTo>
                    <a:lnTo>
                      <a:pt x="482" y="2198"/>
                    </a:lnTo>
                    <a:lnTo>
                      <a:pt x="545" y="2135"/>
                    </a:lnTo>
                    <a:lnTo>
                      <a:pt x="587" y="2260"/>
                    </a:lnTo>
                    <a:lnTo>
                      <a:pt x="628" y="2135"/>
                    </a:lnTo>
                    <a:lnTo>
                      <a:pt x="628" y="2030"/>
                    </a:lnTo>
                    <a:lnTo>
                      <a:pt x="691" y="1988"/>
                    </a:lnTo>
                    <a:lnTo>
                      <a:pt x="649" y="2135"/>
                    </a:lnTo>
                    <a:lnTo>
                      <a:pt x="754" y="2198"/>
                    </a:lnTo>
                    <a:lnTo>
                      <a:pt x="649" y="2177"/>
                    </a:lnTo>
                    <a:lnTo>
                      <a:pt x="628" y="2323"/>
                    </a:lnTo>
                    <a:lnTo>
                      <a:pt x="649" y="2449"/>
                    </a:lnTo>
                    <a:lnTo>
                      <a:pt x="712" y="2470"/>
                    </a:lnTo>
                    <a:lnTo>
                      <a:pt x="754" y="2574"/>
                    </a:lnTo>
                    <a:lnTo>
                      <a:pt x="649" y="2658"/>
                    </a:lnTo>
                    <a:lnTo>
                      <a:pt x="587" y="2909"/>
                    </a:lnTo>
                    <a:lnTo>
                      <a:pt x="587" y="3014"/>
                    </a:lnTo>
                    <a:lnTo>
                      <a:pt x="503" y="2972"/>
                    </a:lnTo>
                    <a:lnTo>
                      <a:pt x="503" y="3097"/>
                    </a:lnTo>
                    <a:lnTo>
                      <a:pt x="628" y="3244"/>
                    </a:lnTo>
                    <a:lnTo>
                      <a:pt x="587" y="3097"/>
                    </a:lnTo>
                    <a:lnTo>
                      <a:pt x="649" y="3076"/>
                    </a:lnTo>
                    <a:lnTo>
                      <a:pt x="859" y="3223"/>
                    </a:lnTo>
                    <a:lnTo>
                      <a:pt x="859" y="3097"/>
                    </a:lnTo>
                    <a:lnTo>
                      <a:pt x="796" y="3035"/>
                    </a:lnTo>
                    <a:lnTo>
                      <a:pt x="838" y="3014"/>
                    </a:lnTo>
                    <a:lnTo>
                      <a:pt x="1005" y="3118"/>
                    </a:lnTo>
                    <a:lnTo>
                      <a:pt x="1131" y="3118"/>
                    </a:lnTo>
                    <a:lnTo>
                      <a:pt x="1131" y="3076"/>
                    </a:lnTo>
                    <a:lnTo>
                      <a:pt x="1235" y="3076"/>
                    </a:lnTo>
                    <a:lnTo>
                      <a:pt x="1256" y="2972"/>
                    </a:lnTo>
                    <a:lnTo>
                      <a:pt x="1549" y="2993"/>
                    </a:lnTo>
                    <a:lnTo>
                      <a:pt x="1361" y="3014"/>
                    </a:lnTo>
                    <a:lnTo>
                      <a:pt x="1235" y="3348"/>
                    </a:lnTo>
                    <a:lnTo>
                      <a:pt x="1382" y="3620"/>
                    </a:lnTo>
                    <a:lnTo>
                      <a:pt x="1444" y="3558"/>
                    </a:lnTo>
                    <a:lnTo>
                      <a:pt x="1444" y="3704"/>
                    </a:lnTo>
                    <a:lnTo>
                      <a:pt x="1549" y="3600"/>
                    </a:lnTo>
                    <a:lnTo>
                      <a:pt x="1654" y="3600"/>
                    </a:lnTo>
                    <a:lnTo>
                      <a:pt x="1633" y="3746"/>
                    </a:lnTo>
                    <a:lnTo>
                      <a:pt x="1654" y="3767"/>
                    </a:lnTo>
                    <a:lnTo>
                      <a:pt x="1549" y="3851"/>
                    </a:lnTo>
                    <a:lnTo>
                      <a:pt x="1570" y="4018"/>
                    </a:lnTo>
                    <a:lnTo>
                      <a:pt x="1528" y="4123"/>
                    </a:lnTo>
                    <a:lnTo>
                      <a:pt x="1570" y="4227"/>
                    </a:lnTo>
                    <a:lnTo>
                      <a:pt x="1654" y="4290"/>
                    </a:lnTo>
                    <a:lnTo>
                      <a:pt x="1737" y="4290"/>
                    </a:lnTo>
                    <a:lnTo>
                      <a:pt x="1675" y="4332"/>
                    </a:lnTo>
                    <a:lnTo>
                      <a:pt x="1591" y="4332"/>
                    </a:lnTo>
                    <a:lnTo>
                      <a:pt x="1549" y="4248"/>
                    </a:lnTo>
                    <a:lnTo>
                      <a:pt x="1465" y="4269"/>
                    </a:lnTo>
                    <a:lnTo>
                      <a:pt x="1528" y="4353"/>
                    </a:lnTo>
                    <a:lnTo>
                      <a:pt x="1591" y="4395"/>
                    </a:lnTo>
                    <a:lnTo>
                      <a:pt x="1486" y="4374"/>
                    </a:lnTo>
                    <a:lnTo>
                      <a:pt x="1424" y="4290"/>
                    </a:lnTo>
                    <a:lnTo>
                      <a:pt x="1235" y="4353"/>
                    </a:lnTo>
                    <a:lnTo>
                      <a:pt x="1152" y="4353"/>
                    </a:lnTo>
                    <a:lnTo>
                      <a:pt x="963" y="4436"/>
                    </a:lnTo>
                    <a:lnTo>
                      <a:pt x="859" y="4583"/>
                    </a:lnTo>
                    <a:lnTo>
                      <a:pt x="733" y="4667"/>
                    </a:lnTo>
                    <a:lnTo>
                      <a:pt x="691" y="4750"/>
                    </a:lnTo>
                    <a:lnTo>
                      <a:pt x="817" y="4750"/>
                    </a:lnTo>
                    <a:lnTo>
                      <a:pt x="817" y="4688"/>
                    </a:lnTo>
                    <a:lnTo>
                      <a:pt x="1026" y="4646"/>
                    </a:lnTo>
                    <a:lnTo>
                      <a:pt x="1005" y="4750"/>
                    </a:lnTo>
                    <a:lnTo>
                      <a:pt x="1068" y="4813"/>
                    </a:lnTo>
                    <a:lnTo>
                      <a:pt x="1005" y="4876"/>
                    </a:lnTo>
                    <a:lnTo>
                      <a:pt x="1026" y="4960"/>
                    </a:lnTo>
                    <a:lnTo>
                      <a:pt x="1068" y="4960"/>
                    </a:lnTo>
                    <a:lnTo>
                      <a:pt x="942" y="5190"/>
                    </a:lnTo>
                    <a:lnTo>
                      <a:pt x="859" y="5232"/>
                    </a:lnTo>
                    <a:lnTo>
                      <a:pt x="754" y="5294"/>
                    </a:lnTo>
                    <a:lnTo>
                      <a:pt x="733" y="5294"/>
                    </a:lnTo>
                    <a:lnTo>
                      <a:pt x="608" y="5378"/>
                    </a:lnTo>
                    <a:lnTo>
                      <a:pt x="524" y="5378"/>
                    </a:lnTo>
                    <a:lnTo>
                      <a:pt x="398" y="5483"/>
                    </a:lnTo>
                    <a:lnTo>
                      <a:pt x="503" y="5483"/>
                    </a:lnTo>
                    <a:lnTo>
                      <a:pt x="503" y="5545"/>
                    </a:lnTo>
                    <a:lnTo>
                      <a:pt x="419" y="5608"/>
                    </a:lnTo>
                    <a:lnTo>
                      <a:pt x="545" y="5629"/>
                    </a:lnTo>
                    <a:lnTo>
                      <a:pt x="524" y="5650"/>
                    </a:lnTo>
                    <a:lnTo>
                      <a:pt x="587" y="5692"/>
                    </a:lnTo>
                    <a:lnTo>
                      <a:pt x="649" y="5650"/>
                    </a:lnTo>
                    <a:lnTo>
                      <a:pt x="754" y="5608"/>
                    </a:lnTo>
                    <a:lnTo>
                      <a:pt x="900" y="5545"/>
                    </a:lnTo>
                    <a:lnTo>
                      <a:pt x="921" y="5629"/>
                    </a:lnTo>
                    <a:lnTo>
                      <a:pt x="1026" y="5650"/>
                    </a:lnTo>
                    <a:lnTo>
                      <a:pt x="942" y="5692"/>
                    </a:lnTo>
                    <a:lnTo>
                      <a:pt x="921" y="5734"/>
                    </a:lnTo>
                    <a:lnTo>
                      <a:pt x="1068" y="5734"/>
                    </a:lnTo>
                    <a:lnTo>
                      <a:pt x="1068" y="5713"/>
                    </a:lnTo>
                    <a:lnTo>
                      <a:pt x="1152" y="5692"/>
                    </a:lnTo>
                    <a:lnTo>
                      <a:pt x="1256" y="5796"/>
                    </a:lnTo>
                    <a:lnTo>
                      <a:pt x="1319" y="5859"/>
                    </a:lnTo>
                    <a:lnTo>
                      <a:pt x="1486" y="5859"/>
                    </a:lnTo>
                    <a:lnTo>
                      <a:pt x="1549" y="5796"/>
                    </a:lnTo>
                    <a:lnTo>
                      <a:pt x="1633" y="5755"/>
                    </a:lnTo>
                    <a:lnTo>
                      <a:pt x="1758" y="5713"/>
                    </a:lnTo>
                    <a:lnTo>
                      <a:pt x="1800" y="5650"/>
                    </a:lnTo>
                    <a:lnTo>
                      <a:pt x="1905" y="5608"/>
                    </a:lnTo>
                    <a:lnTo>
                      <a:pt x="1758" y="5755"/>
                    </a:lnTo>
                    <a:lnTo>
                      <a:pt x="1633" y="5901"/>
                    </a:lnTo>
                    <a:lnTo>
                      <a:pt x="1633" y="6048"/>
                    </a:lnTo>
                    <a:lnTo>
                      <a:pt x="1528" y="6048"/>
                    </a:lnTo>
                    <a:lnTo>
                      <a:pt x="1444" y="6068"/>
                    </a:lnTo>
                    <a:lnTo>
                      <a:pt x="1361" y="6027"/>
                    </a:lnTo>
                    <a:lnTo>
                      <a:pt x="1131" y="6006"/>
                    </a:lnTo>
                    <a:lnTo>
                      <a:pt x="963" y="6048"/>
                    </a:lnTo>
                    <a:lnTo>
                      <a:pt x="963" y="6131"/>
                    </a:lnTo>
                    <a:lnTo>
                      <a:pt x="900" y="6215"/>
                    </a:lnTo>
                    <a:lnTo>
                      <a:pt x="796" y="6215"/>
                    </a:lnTo>
                    <a:lnTo>
                      <a:pt x="796" y="6382"/>
                    </a:lnTo>
                    <a:lnTo>
                      <a:pt x="691" y="6487"/>
                    </a:lnTo>
                    <a:lnTo>
                      <a:pt x="649" y="6550"/>
                    </a:lnTo>
                    <a:lnTo>
                      <a:pt x="545" y="6550"/>
                    </a:lnTo>
                    <a:lnTo>
                      <a:pt x="524" y="6675"/>
                    </a:lnTo>
                    <a:lnTo>
                      <a:pt x="482" y="6675"/>
                    </a:lnTo>
                    <a:lnTo>
                      <a:pt x="440" y="6738"/>
                    </a:lnTo>
                    <a:lnTo>
                      <a:pt x="315" y="6843"/>
                    </a:lnTo>
                    <a:lnTo>
                      <a:pt x="231" y="6801"/>
                    </a:lnTo>
                    <a:lnTo>
                      <a:pt x="168" y="6864"/>
                    </a:lnTo>
                    <a:lnTo>
                      <a:pt x="168" y="6968"/>
                    </a:lnTo>
                    <a:lnTo>
                      <a:pt x="273" y="6968"/>
                    </a:lnTo>
                    <a:lnTo>
                      <a:pt x="273" y="6885"/>
                    </a:lnTo>
                    <a:lnTo>
                      <a:pt x="377" y="6905"/>
                    </a:lnTo>
                    <a:lnTo>
                      <a:pt x="419" y="7010"/>
                    </a:lnTo>
                    <a:lnTo>
                      <a:pt x="503" y="6968"/>
                    </a:lnTo>
                    <a:lnTo>
                      <a:pt x="482" y="6905"/>
                    </a:lnTo>
                    <a:lnTo>
                      <a:pt x="524" y="6843"/>
                    </a:lnTo>
                    <a:lnTo>
                      <a:pt x="545" y="6864"/>
                    </a:lnTo>
                    <a:lnTo>
                      <a:pt x="628" y="6801"/>
                    </a:lnTo>
                    <a:lnTo>
                      <a:pt x="649" y="6801"/>
                    </a:lnTo>
                    <a:lnTo>
                      <a:pt x="712" y="6696"/>
                    </a:lnTo>
                    <a:lnTo>
                      <a:pt x="817" y="6759"/>
                    </a:lnTo>
                    <a:lnTo>
                      <a:pt x="900" y="6696"/>
                    </a:lnTo>
                    <a:lnTo>
                      <a:pt x="963" y="6738"/>
                    </a:lnTo>
                    <a:lnTo>
                      <a:pt x="1005" y="6696"/>
                    </a:lnTo>
                    <a:lnTo>
                      <a:pt x="1047" y="6759"/>
                    </a:lnTo>
                    <a:lnTo>
                      <a:pt x="1110" y="6759"/>
                    </a:lnTo>
                    <a:lnTo>
                      <a:pt x="1172" y="6801"/>
                    </a:lnTo>
                    <a:lnTo>
                      <a:pt x="1277" y="6801"/>
                    </a:lnTo>
                    <a:lnTo>
                      <a:pt x="1256" y="6759"/>
                    </a:lnTo>
                    <a:lnTo>
                      <a:pt x="1340" y="6738"/>
                    </a:lnTo>
                    <a:lnTo>
                      <a:pt x="1361" y="6654"/>
                    </a:lnTo>
                    <a:lnTo>
                      <a:pt x="1340" y="6571"/>
                    </a:lnTo>
                    <a:lnTo>
                      <a:pt x="1382" y="6487"/>
                    </a:lnTo>
                    <a:lnTo>
                      <a:pt x="1444" y="6487"/>
                    </a:lnTo>
                    <a:lnTo>
                      <a:pt x="1465" y="6445"/>
                    </a:lnTo>
                    <a:lnTo>
                      <a:pt x="1675" y="6424"/>
                    </a:lnTo>
                    <a:lnTo>
                      <a:pt x="1779" y="6424"/>
                    </a:lnTo>
                    <a:lnTo>
                      <a:pt x="1905" y="6487"/>
                    </a:lnTo>
                    <a:lnTo>
                      <a:pt x="2093" y="6487"/>
                    </a:lnTo>
                    <a:lnTo>
                      <a:pt x="2177" y="6529"/>
                    </a:lnTo>
                    <a:lnTo>
                      <a:pt x="2198" y="6445"/>
                    </a:lnTo>
                    <a:lnTo>
                      <a:pt x="2323" y="6361"/>
                    </a:lnTo>
                    <a:lnTo>
                      <a:pt x="2407" y="6382"/>
                    </a:lnTo>
                    <a:lnTo>
                      <a:pt x="2512" y="6320"/>
                    </a:lnTo>
                    <a:lnTo>
                      <a:pt x="2616" y="6340"/>
                    </a:lnTo>
                    <a:lnTo>
                      <a:pt x="2637" y="6320"/>
                    </a:lnTo>
                    <a:lnTo>
                      <a:pt x="2721" y="6278"/>
                    </a:lnTo>
                    <a:lnTo>
                      <a:pt x="2721" y="6320"/>
                    </a:lnTo>
                    <a:lnTo>
                      <a:pt x="2804" y="6361"/>
                    </a:lnTo>
                    <a:lnTo>
                      <a:pt x="2888" y="6320"/>
                    </a:lnTo>
                    <a:lnTo>
                      <a:pt x="3056" y="6320"/>
                    </a:lnTo>
                    <a:lnTo>
                      <a:pt x="3202" y="6278"/>
                    </a:lnTo>
                    <a:lnTo>
                      <a:pt x="3307" y="6320"/>
                    </a:lnTo>
                    <a:lnTo>
                      <a:pt x="3349" y="6340"/>
                    </a:lnTo>
                    <a:lnTo>
                      <a:pt x="3453" y="6257"/>
                    </a:lnTo>
                    <a:lnTo>
                      <a:pt x="3537" y="6236"/>
                    </a:lnTo>
                    <a:lnTo>
                      <a:pt x="3621" y="6152"/>
                    </a:lnTo>
                    <a:lnTo>
                      <a:pt x="3683" y="6152"/>
                    </a:lnTo>
                    <a:lnTo>
                      <a:pt x="3746" y="6173"/>
                    </a:lnTo>
                    <a:lnTo>
                      <a:pt x="3725" y="6110"/>
                    </a:lnTo>
                    <a:lnTo>
                      <a:pt x="3851" y="6027"/>
                    </a:lnTo>
                    <a:lnTo>
                      <a:pt x="3955" y="6006"/>
                    </a:lnTo>
                    <a:lnTo>
                      <a:pt x="3955" y="5922"/>
                    </a:lnTo>
                    <a:lnTo>
                      <a:pt x="3934" y="5859"/>
                    </a:lnTo>
                    <a:lnTo>
                      <a:pt x="3955" y="5796"/>
                    </a:lnTo>
                    <a:lnTo>
                      <a:pt x="3788" y="5796"/>
                    </a:lnTo>
                    <a:lnTo>
                      <a:pt x="3683" y="5838"/>
                    </a:lnTo>
                    <a:lnTo>
                      <a:pt x="3641" y="5838"/>
                    </a:lnTo>
                    <a:lnTo>
                      <a:pt x="3537" y="5817"/>
                    </a:lnTo>
                    <a:lnTo>
                      <a:pt x="3474" y="5796"/>
                    </a:lnTo>
                    <a:lnTo>
                      <a:pt x="3537" y="5755"/>
                    </a:lnTo>
                    <a:lnTo>
                      <a:pt x="3558" y="5755"/>
                    </a:lnTo>
                    <a:lnTo>
                      <a:pt x="3558" y="5734"/>
                    </a:lnTo>
                    <a:lnTo>
                      <a:pt x="3474" y="5713"/>
                    </a:lnTo>
                    <a:lnTo>
                      <a:pt x="3411" y="5734"/>
                    </a:lnTo>
                    <a:lnTo>
                      <a:pt x="3516" y="5650"/>
                    </a:lnTo>
                    <a:lnTo>
                      <a:pt x="3579" y="5692"/>
                    </a:lnTo>
                    <a:lnTo>
                      <a:pt x="3662" y="5629"/>
                    </a:lnTo>
                    <a:lnTo>
                      <a:pt x="3641" y="5545"/>
                    </a:lnTo>
                    <a:lnTo>
                      <a:pt x="3558" y="5545"/>
                    </a:lnTo>
                    <a:lnTo>
                      <a:pt x="3621" y="5504"/>
                    </a:lnTo>
                    <a:lnTo>
                      <a:pt x="3662" y="5441"/>
                    </a:lnTo>
                    <a:lnTo>
                      <a:pt x="3725" y="5504"/>
                    </a:lnTo>
                    <a:lnTo>
                      <a:pt x="3788" y="5441"/>
                    </a:lnTo>
                    <a:lnTo>
                      <a:pt x="3851" y="5399"/>
                    </a:lnTo>
                    <a:lnTo>
                      <a:pt x="3788" y="5378"/>
                    </a:lnTo>
                    <a:lnTo>
                      <a:pt x="3830" y="5336"/>
                    </a:lnTo>
                    <a:lnTo>
                      <a:pt x="3725" y="5336"/>
                    </a:lnTo>
                    <a:lnTo>
                      <a:pt x="3767" y="5273"/>
                    </a:lnTo>
                    <a:lnTo>
                      <a:pt x="3830" y="5294"/>
                    </a:lnTo>
                    <a:lnTo>
                      <a:pt x="3851" y="5315"/>
                    </a:lnTo>
                    <a:lnTo>
                      <a:pt x="3893" y="5232"/>
                    </a:lnTo>
                    <a:lnTo>
                      <a:pt x="3976" y="5211"/>
                    </a:lnTo>
                    <a:lnTo>
                      <a:pt x="3976" y="5064"/>
                    </a:lnTo>
                    <a:lnTo>
                      <a:pt x="4060" y="4897"/>
                    </a:lnTo>
                    <a:lnTo>
                      <a:pt x="3997" y="4813"/>
                    </a:lnTo>
                    <a:lnTo>
                      <a:pt x="3976" y="4688"/>
                    </a:lnTo>
                    <a:lnTo>
                      <a:pt x="3767" y="4541"/>
                    </a:lnTo>
                    <a:lnTo>
                      <a:pt x="3349" y="4541"/>
                    </a:lnTo>
                    <a:lnTo>
                      <a:pt x="3328" y="4667"/>
                    </a:lnTo>
                    <a:lnTo>
                      <a:pt x="3307" y="4708"/>
                    </a:lnTo>
                    <a:lnTo>
                      <a:pt x="3202" y="4646"/>
                    </a:lnTo>
                    <a:lnTo>
                      <a:pt x="3097" y="4604"/>
                    </a:lnTo>
                    <a:lnTo>
                      <a:pt x="3265" y="4436"/>
                    </a:lnTo>
                    <a:lnTo>
                      <a:pt x="3265" y="4332"/>
                    </a:lnTo>
                    <a:lnTo>
                      <a:pt x="3139" y="4123"/>
                    </a:lnTo>
                    <a:lnTo>
                      <a:pt x="3097" y="4123"/>
                    </a:lnTo>
                    <a:lnTo>
                      <a:pt x="2951" y="4039"/>
                    </a:lnTo>
                    <a:lnTo>
                      <a:pt x="2909" y="3955"/>
                    </a:lnTo>
                    <a:lnTo>
                      <a:pt x="2846" y="3976"/>
                    </a:lnTo>
                    <a:lnTo>
                      <a:pt x="2825" y="3976"/>
                    </a:lnTo>
                    <a:lnTo>
                      <a:pt x="2742" y="3955"/>
                    </a:lnTo>
                    <a:lnTo>
                      <a:pt x="2825" y="3955"/>
                    </a:lnTo>
                    <a:lnTo>
                      <a:pt x="2930" y="3934"/>
                    </a:lnTo>
                    <a:lnTo>
                      <a:pt x="2993" y="3955"/>
                    </a:lnTo>
                    <a:lnTo>
                      <a:pt x="3014" y="4018"/>
                    </a:lnTo>
                    <a:lnTo>
                      <a:pt x="3139" y="4018"/>
                    </a:lnTo>
                    <a:lnTo>
                      <a:pt x="2993" y="3830"/>
                    </a:lnTo>
                    <a:lnTo>
                      <a:pt x="2909" y="3725"/>
                    </a:lnTo>
                    <a:lnTo>
                      <a:pt x="2951" y="3641"/>
                    </a:lnTo>
                    <a:lnTo>
                      <a:pt x="2993" y="3641"/>
                    </a:lnTo>
                    <a:lnTo>
                      <a:pt x="2909" y="3600"/>
                    </a:lnTo>
                    <a:lnTo>
                      <a:pt x="2888" y="3537"/>
                    </a:lnTo>
                    <a:lnTo>
                      <a:pt x="2846" y="3537"/>
                    </a:lnTo>
                    <a:lnTo>
                      <a:pt x="2784" y="3348"/>
                    </a:lnTo>
                    <a:lnTo>
                      <a:pt x="2616" y="3307"/>
                    </a:lnTo>
                    <a:lnTo>
                      <a:pt x="2428" y="3244"/>
                    </a:lnTo>
                    <a:lnTo>
                      <a:pt x="2428" y="3181"/>
                    </a:lnTo>
                    <a:lnTo>
                      <a:pt x="2386" y="3139"/>
                    </a:lnTo>
                    <a:lnTo>
                      <a:pt x="2323" y="2930"/>
                    </a:lnTo>
                    <a:lnTo>
                      <a:pt x="2260" y="2825"/>
                    </a:lnTo>
                    <a:lnTo>
                      <a:pt x="2198" y="2574"/>
                    </a:lnTo>
                    <a:lnTo>
                      <a:pt x="2156" y="2470"/>
                    </a:lnTo>
                    <a:lnTo>
                      <a:pt x="2093" y="2470"/>
                    </a:lnTo>
                    <a:lnTo>
                      <a:pt x="1947" y="2239"/>
                    </a:lnTo>
                    <a:lnTo>
                      <a:pt x="1842" y="2198"/>
                    </a:lnTo>
                    <a:lnTo>
                      <a:pt x="1758" y="2156"/>
                    </a:lnTo>
                    <a:lnTo>
                      <a:pt x="1654" y="2093"/>
                    </a:lnTo>
                    <a:lnTo>
                      <a:pt x="1591" y="2156"/>
                    </a:lnTo>
                    <a:lnTo>
                      <a:pt x="1486" y="2198"/>
                    </a:lnTo>
                    <a:lnTo>
                      <a:pt x="1361" y="2177"/>
                    </a:lnTo>
                    <a:lnTo>
                      <a:pt x="1277" y="2177"/>
                    </a:lnTo>
                    <a:lnTo>
                      <a:pt x="1172" y="2156"/>
                    </a:lnTo>
                    <a:lnTo>
                      <a:pt x="1152" y="2072"/>
                    </a:lnTo>
                    <a:lnTo>
                      <a:pt x="1152" y="2072"/>
                    </a:lnTo>
                    <a:lnTo>
                      <a:pt x="1214" y="2093"/>
                    </a:lnTo>
                    <a:lnTo>
                      <a:pt x="1340" y="2135"/>
                    </a:lnTo>
                    <a:lnTo>
                      <a:pt x="1465" y="2093"/>
                    </a:lnTo>
                    <a:lnTo>
                      <a:pt x="1486" y="1988"/>
                    </a:lnTo>
                    <a:lnTo>
                      <a:pt x="1591" y="1988"/>
                    </a:lnTo>
                    <a:lnTo>
                      <a:pt x="1696" y="1926"/>
                    </a:lnTo>
                    <a:lnTo>
                      <a:pt x="1591" y="1884"/>
                    </a:lnTo>
                    <a:lnTo>
                      <a:pt x="1591" y="1800"/>
                    </a:lnTo>
                    <a:lnTo>
                      <a:pt x="1549" y="1779"/>
                    </a:lnTo>
                    <a:lnTo>
                      <a:pt x="1424" y="1863"/>
                    </a:lnTo>
                    <a:lnTo>
                      <a:pt x="1382" y="1842"/>
                    </a:lnTo>
                    <a:lnTo>
                      <a:pt x="1486" y="1758"/>
                    </a:lnTo>
                    <a:lnTo>
                      <a:pt x="1633" y="1758"/>
                    </a:lnTo>
                    <a:lnTo>
                      <a:pt x="1696" y="1716"/>
                    </a:lnTo>
                    <a:lnTo>
                      <a:pt x="1696" y="1633"/>
                    </a:lnTo>
                    <a:lnTo>
                      <a:pt x="1758" y="1612"/>
                    </a:lnTo>
                    <a:lnTo>
                      <a:pt x="1842" y="1444"/>
                    </a:lnTo>
                    <a:lnTo>
                      <a:pt x="1884" y="1403"/>
                    </a:lnTo>
                    <a:lnTo>
                      <a:pt x="1884" y="1340"/>
                    </a:lnTo>
                    <a:lnTo>
                      <a:pt x="1947" y="1235"/>
                    </a:lnTo>
                    <a:lnTo>
                      <a:pt x="1905" y="1214"/>
                    </a:lnTo>
                    <a:lnTo>
                      <a:pt x="1968" y="1047"/>
                    </a:lnTo>
                    <a:lnTo>
                      <a:pt x="2072" y="984"/>
                    </a:lnTo>
                    <a:lnTo>
                      <a:pt x="2072" y="900"/>
                    </a:lnTo>
                    <a:lnTo>
                      <a:pt x="1905" y="754"/>
                    </a:lnTo>
                    <a:lnTo>
                      <a:pt x="1884" y="796"/>
                    </a:lnTo>
                    <a:lnTo>
                      <a:pt x="1675" y="796"/>
                    </a:lnTo>
                    <a:lnTo>
                      <a:pt x="1528" y="754"/>
                    </a:lnTo>
                    <a:lnTo>
                      <a:pt x="1486" y="817"/>
                    </a:lnTo>
                    <a:lnTo>
                      <a:pt x="1424" y="817"/>
                    </a:lnTo>
                    <a:lnTo>
                      <a:pt x="1340" y="754"/>
                    </a:lnTo>
                    <a:lnTo>
                      <a:pt x="1256" y="796"/>
                    </a:lnTo>
                    <a:lnTo>
                      <a:pt x="1256" y="817"/>
                    </a:lnTo>
                    <a:lnTo>
                      <a:pt x="1172" y="838"/>
                    </a:lnTo>
                    <a:lnTo>
                      <a:pt x="1068" y="900"/>
                    </a:lnTo>
                    <a:lnTo>
                      <a:pt x="1047" y="900"/>
                    </a:lnTo>
                    <a:lnTo>
                      <a:pt x="963" y="942"/>
                    </a:lnTo>
                    <a:lnTo>
                      <a:pt x="942" y="921"/>
                    </a:lnTo>
                    <a:lnTo>
                      <a:pt x="1047" y="817"/>
                    </a:lnTo>
                    <a:lnTo>
                      <a:pt x="1131" y="691"/>
                    </a:lnTo>
                    <a:lnTo>
                      <a:pt x="1131" y="691"/>
                    </a:lnTo>
                    <a:lnTo>
                      <a:pt x="1068" y="712"/>
                    </a:lnTo>
                    <a:lnTo>
                      <a:pt x="963" y="691"/>
                    </a:lnTo>
                    <a:lnTo>
                      <a:pt x="1026" y="670"/>
                    </a:lnTo>
                    <a:lnTo>
                      <a:pt x="1047" y="587"/>
                    </a:lnTo>
                    <a:lnTo>
                      <a:pt x="1277" y="419"/>
                    </a:lnTo>
                    <a:lnTo>
                      <a:pt x="1340" y="294"/>
                    </a:lnTo>
                    <a:lnTo>
                      <a:pt x="1424" y="273"/>
                    </a:lnTo>
                    <a:lnTo>
                      <a:pt x="1444" y="168"/>
                    </a:lnTo>
                    <a:lnTo>
                      <a:pt x="1424" y="147"/>
                    </a:lnTo>
                    <a:lnTo>
                      <a:pt x="1465" y="63"/>
                    </a:lnTo>
                    <a:lnTo>
                      <a:pt x="144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3" name="Google Shape;2453;p56"/>
              <p:cNvSpPr/>
              <p:nvPr/>
            </p:nvSpPr>
            <p:spPr>
              <a:xfrm>
                <a:off x="3586375" y="2350350"/>
                <a:ext cx="31925" cy="25125"/>
              </a:xfrm>
              <a:custGeom>
                <a:avLst/>
                <a:gdLst/>
                <a:ahLst/>
                <a:cxnLst/>
                <a:rect l="l" t="t" r="r" b="b"/>
                <a:pathLst>
                  <a:path w="1277" h="1005" extrusionOk="0">
                    <a:moveTo>
                      <a:pt x="732" y="1"/>
                    </a:moveTo>
                    <a:lnTo>
                      <a:pt x="628" y="63"/>
                    </a:lnTo>
                    <a:lnTo>
                      <a:pt x="544" y="63"/>
                    </a:lnTo>
                    <a:lnTo>
                      <a:pt x="523" y="126"/>
                    </a:lnTo>
                    <a:lnTo>
                      <a:pt x="419" y="126"/>
                    </a:lnTo>
                    <a:lnTo>
                      <a:pt x="377" y="210"/>
                    </a:lnTo>
                    <a:lnTo>
                      <a:pt x="293" y="231"/>
                    </a:lnTo>
                    <a:lnTo>
                      <a:pt x="272" y="335"/>
                    </a:lnTo>
                    <a:lnTo>
                      <a:pt x="126" y="356"/>
                    </a:lnTo>
                    <a:lnTo>
                      <a:pt x="0" y="586"/>
                    </a:lnTo>
                    <a:lnTo>
                      <a:pt x="272" y="838"/>
                    </a:lnTo>
                    <a:lnTo>
                      <a:pt x="335" y="796"/>
                    </a:lnTo>
                    <a:lnTo>
                      <a:pt x="377" y="649"/>
                    </a:lnTo>
                    <a:lnTo>
                      <a:pt x="440" y="586"/>
                    </a:lnTo>
                    <a:lnTo>
                      <a:pt x="607" y="691"/>
                    </a:lnTo>
                    <a:lnTo>
                      <a:pt x="712" y="900"/>
                    </a:lnTo>
                    <a:lnTo>
                      <a:pt x="795" y="942"/>
                    </a:lnTo>
                    <a:lnTo>
                      <a:pt x="921" y="1005"/>
                    </a:lnTo>
                    <a:lnTo>
                      <a:pt x="942" y="1005"/>
                    </a:lnTo>
                    <a:lnTo>
                      <a:pt x="942" y="942"/>
                    </a:lnTo>
                    <a:lnTo>
                      <a:pt x="1004" y="942"/>
                    </a:lnTo>
                    <a:lnTo>
                      <a:pt x="1067" y="858"/>
                    </a:lnTo>
                    <a:lnTo>
                      <a:pt x="1067" y="775"/>
                    </a:lnTo>
                    <a:lnTo>
                      <a:pt x="1214" y="796"/>
                    </a:lnTo>
                    <a:lnTo>
                      <a:pt x="1235" y="691"/>
                    </a:lnTo>
                    <a:lnTo>
                      <a:pt x="1151" y="691"/>
                    </a:lnTo>
                    <a:lnTo>
                      <a:pt x="1172" y="586"/>
                    </a:lnTo>
                    <a:lnTo>
                      <a:pt x="1151" y="545"/>
                    </a:lnTo>
                    <a:lnTo>
                      <a:pt x="1214" y="524"/>
                    </a:lnTo>
                    <a:lnTo>
                      <a:pt x="1277" y="733"/>
                    </a:lnTo>
                    <a:lnTo>
                      <a:pt x="1235" y="461"/>
                    </a:lnTo>
                    <a:lnTo>
                      <a:pt x="1109" y="461"/>
                    </a:lnTo>
                    <a:lnTo>
                      <a:pt x="1172" y="419"/>
                    </a:lnTo>
                    <a:lnTo>
                      <a:pt x="1004" y="147"/>
                    </a:lnTo>
                    <a:lnTo>
                      <a:pt x="1004" y="42"/>
                    </a:lnTo>
                    <a:lnTo>
                      <a:pt x="921" y="21"/>
                    </a:lnTo>
                    <a:lnTo>
                      <a:pt x="73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454" name="Google Shape;2454;p56"/>
            <p:cNvSpPr/>
            <p:nvPr/>
          </p:nvSpPr>
          <p:spPr>
            <a:xfrm>
              <a:off x="4037841" y="3224817"/>
              <a:ext cx="52333" cy="93527"/>
            </a:xfrm>
            <a:custGeom>
              <a:avLst/>
              <a:gdLst/>
              <a:ahLst/>
              <a:cxnLst/>
              <a:rect l="l" t="t" r="r" b="b"/>
              <a:pathLst>
                <a:path w="4395" h="8224" extrusionOk="0">
                  <a:moveTo>
                    <a:pt x="3914" y="1"/>
                  </a:moveTo>
                  <a:lnTo>
                    <a:pt x="3746" y="168"/>
                  </a:lnTo>
                  <a:lnTo>
                    <a:pt x="3809" y="252"/>
                  </a:lnTo>
                  <a:lnTo>
                    <a:pt x="3704" y="293"/>
                  </a:lnTo>
                  <a:lnTo>
                    <a:pt x="3600" y="252"/>
                  </a:lnTo>
                  <a:lnTo>
                    <a:pt x="3537" y="252"/>
                  </a:lnTo>
                  <a:lnTo>
                    <a:pt x="3621" y="377"/>
                  </a:lnTo>
                  <a:lnTo>
                    <a:pt x="3621" y="419"/>
                  </a:lnTo>
                  <a:lnTo>
                    <a:pt x="3704" y="503"/>
                  </a:lnTo>
                  <a:lnTo>
                    <a:pt x="3704" y="524"/>
                  </a:lnTo>
                  <a:lnTo>
                    <a:pt x="3600" y="670"/>
                  </a:lnTo>
                  <a:lnTo>
                    <a:pt x="3600" y="817"/>
                  </a:lnTo>
                  <a:lnTo>
                    <a:pt x="3516" y="921"/>
                  </a:lnTo>
                  <a:lnTo>
                    <a:pt x="3432" y="900"/>
                  </a:lnTo>
                  <a:lnTo>
                    <a:pt x="3328" y="1026"/>
                  </a:lnTo>
                  <a:lnTo>
                    <a:pt x="3328" y="1109"/>
                  </a:lnTo>
                  <a:lnTo>
                    <a:pt x="3244" y="1151"/>
                  </a:lnTo>
                  <a:lnTo>
                    <a:pt x="3181" y="1130"/>
                  </a:lnTo>
                  <a:lnTo>
                    <a:pt x="3181" y="1005"/>
                  </a:lnTo>
                  <a:lnTo>
                    <a:pt x="3118" y="984"/>
                  </a:lnTo>
                  <a:lnTo>
                    <a:pt x="3035" y="1047"/>
                  </a:lnTo>
                  <a:lnTo>
                    <a:pt x="3035" y="1193"/>
                  </a:lnTo>
                  <a:lnTo>
                    <a:pt x="3139" y="1298"/>
                  </a:lnTo>
                  <a:lnTo>
                    <a:pt x="3181" y="1340"/>
                  </a:lnTo>
                  <a:lnTo>
                    <a:pt x="3139" y="1402"/>
                  </a:lnTo>
                  <a:lnTo>
                    <a:pt x="3077" y="1361"/>
                  </a:lnTo>
                  <a:lnTo>
                    <a:pt x="2930" y="1402"/>
                  </a:lnTo>
                  <a:lnTo>
                    <a:pt x="2993" y="1507"/>
                  </a:lnTo>
                  <a:lnTo>
                    <a:pt x="3098" y="1549"/>
                  </a:lnTo>
                  <a:lnTo>
                    <a:pt x="3098" y="1612"/>
                  </a:lnTo>
                  <a:lnTo>
                    <a:pt x="3077" y="1674"/>
                  </a:lnTo>
                  <a:lnTo>
                    <a:pt x="2993" y="1612"/>
                  </a:lnTo>
                  <a:lnTo>
                    <a:pt x="2909" y="1633"/>
                  </a:lnTo>
                  <a:lnTo>
                    <a:pt x="2888" y="1716"/>
                  </a:lnTo>
                  <a:lnTo>
                    <a:pt x="2721" y="1842"/>
                  </a:lnTo>
                  <a:lnTo>
                    <a:pt x="2721" y="1716"/>
                  </a:lnTo>
                  <a:lnTo>
                    <a:pt x="2763" y="1674"/>
                  </a:lnTo>
                  <a:lnTo>
                    <a:pt x="2721" y="1612"/>
                  </a:lnTo>
                  <a:lnTo>
                    <a:pt x="2616" y="1716"/>
                  </a:lnTo>
                  <a:lnTo>
                    <a:pt x="2679" y="1758"/>
                  </a:lnTo>
                  <a:lnTo>
                    <a:pt x="2658" y="1821"/>
                  </a:lnTo>
                  <a:lnTo>
                    <a:pt x="2512" y="1884"/>
                  </a:lnTo>
                  <a:lnTo>
                    <a:pt x="2574" y="1988"/>
                  </a:lnTo>
                  <a:lnTo>
                    <a:pt x="2658" y="2030"/>
                  </a:lnTo>
                  <a:lnTo>
                    <a:pt x="2658" y="2072"/>
                  </a:lnTo>
                  <a:lnTo>
                    <a:pt x="2574" y="2093"/>
                  </a:lnTo>
                  <a:lnTo>
                    <a:pt x="2470" y="2156"/>
                  </a:lnTo>
                  <a:lnTo>
                    <a:pt x="2470" y="2072"/>
                  </a:lnTo>
                  <a:lnTo>
                    <a:pt x="2407" y="2072"/>
                  </a:lnTo>
                  <a:lnTo>
                    <a:pt x="2470" y="1967"/>
                  </a:lnTo>
                  <a:lnTo>
                    <a:pt x="2407" y="1946"/>
                  </a:lnTo>
                  <a:lnTo>
                    <a:pt x="2198" y="2135"/>
                  </a:lnTo>
                  <a:lnTo>
                    <a:pt x="2177" y="2281"/>
                  </a:lnTo>
                  <a:lnTo>
                    <a:pt x="2198" y="2365"/>
                  </a:lnTo>
                  <a:lnTo>
                    <a:pt x="2156" y="2407"/>
                  </a:lnTo>
                  <a:lnTo>
                    <a:pt x="2093" y="2386"/>
                  </a:lnTo>
                  <a:lnTo>
                    <a:pt x="2051" y="2365"/>
                  </a:lnTo>
                  <a:lnTo>
                    <a:pt x="2051" y="2197"/>
                  </a:lnTo>
                  <a:lnTo>
                    <a:pt x="1989" y="2197"/>
                  </a:lnTo>
                  <a:lnTo>
                    <a:pt x="1863" y="2344"/>
                  </a:lnTo>
                  <a:lnTo>
                    <a:pt x="1717" y="2239"/>
                  </a:lnTo>
                  <a:lnTo>
                    <a:pt x="1675" y="2281"/>
                  </a:lnTo>
                  <a:lnTo>
                    <a:pt x="1633" y="2281"/>
                  </a:lnTo>
                  <a:lnTo>
                    <a:pt x="1654" y="2449"/>
                  </a:lnTo>
                  <a:lnTo>
                    <a:pt x="1612" y="2449"/>
                  </a:lnTo>
                  <a:lnTo>
                    <a:pt x="1549" y="2469"/>
                  </a:lnTo>
                  <a:lnTo>
                    <a:pt x="1549" y="2365"/>
                  </a:lnTo>
                  <a:lnTo>
                    <a:pt x="1507" y="2344"/>
                  </a:lnTo>
                  <a:lnTo>
                    <a:pt x="1445" y="2449"/>
                  </a:lnTo>
                  <a:lnTo>
                    <a:pt x="1403" y="2344"/>
                  </a:lnTo>
                  <a:lnTo>
                    <a:pt x="1152" y="2553"/>
                  </a:lnTo>
                  <a:lnTo>
                    <a:pt x="1110" y="2553"/>
                  </a:lnTo>
                  <a:lnTo>
                    <a:pt x="1047" y="2511"/>
                  </a:lnTo>
                  <a:lnTo>
                    <a:pt x="921" y="2511"/>
                  </a:lnTo>
                  <a:lnTo>
                    <a:pt x="880" y="2595"/>
                  </a:lnTo>
                  <a:lnTo>
                    <a:pt x="901" y="2783"/>
                  </a:lnTo>
                  <a:lnTo>
                    <a:pt x="733" y="3034"/>
                  </a:lnTo>
                  <a:lnTo>
                    <a:pt x="733" y="3097"/>
                  </a:lnTo>
                  <a:lnTo>
                    <a:pt x="587" y="3244"/>
                  </a:lnTo>
                  <a:lnTo>
                    <a:pt x="587" y="3327"/>
                  </a:lnTo>
                  <a:lnTo>
                    <a:pt x="670" y="3411"/>
                  </a:lnTo>
                  <a:lnTo>
                    <a:pt x="587" y="3516"/>
                  </a:lnTo>
                  <a:lnTo>
                    <a:pt x="629" y="3704"/>
                  </a:lnTo>
                  <a:lnTo>
                    <a:pt x="629" y="3830"/>
                  </a:lnTo>
                  <a:lnTo>
                    <a:pt x="796" y="4143"/>
                  </a:lnTo>
                  <a:lnTo>
                    <a:pt x="796" y="4227"/>
                  </a:lnTo>
                  <a:lnTo>
                    <a:pt x="880" y="4332"/>
                  </a:lnTo>
                  <a:lnTo>
                    <a:pt x="880" y="4374"/>
                  </a:lnTo>
                  <a:lnTo>
                    <a:pt x="796" y="4457"/>
                  </a:lnTo>
                  <a:lnTo>
                    <a:pt x="817" y="4541"/>
                  </a:lnTo>
                  <a:lnTo>
                    <a:pt x="775" y="4792"/>
                  </a:lnTo>
                  <a:lnTo>
                    <a:pt x="670" y="4876"/>
                  </a:lnTo>
                  <a:lnTo>
                    <a:pt x="629" y="5022"/>
                  </a:lnTo>
                  <a:lnTo>
                    <a:pt x="566" y="5064"/>
                  </a:lnTo>
                  <a:lnTo>
                    <a:pt x="524" y="5127"/>
                  </a:lnTo>
                  <a:lnTo>
                    <a:pt x="419" y="5231"/>
                  </a:lnTo>
                  <a:lnTo>
                    <a:pt x="419" y="5441"/>
                  </a:lnTo>
                  <a:lnTo>
                    <a:pt x="357" y="5524"/>
                  </a:lnTo>
                  <a:lnTo>
                    <a:pt x="168" y="5545"/>
                  </a:lnTo>
                  <a:lnTo>
                    <a:pt x="147" y="5608"/>
                  </a:lnTo>
                  <a:lnTo>
                    <a:pt x="147" y="5796"/>
                  </a:lnTo>
                  <a:lnTo>
                    <a:pt x="43" y="5943"/>
                  </a:lnTo>
                  <a:lnTo>
                    <a:pt x="43" y="6068"/>
                  </a:lnTo>
                  <a:lnTo>
                    <a:pt x="1" y="6173"/>
                  </a:lnTo>
                  <a:lnTo>
                    <a:pt x="43" y="6236"/>
                  </a:lnTo>
                  <a:lnTo>
                    <a:pt x="43" y="6424"/>
                  </a:lnTo>
                  <a:lnTo>
                    <a:pt x="189" y="6591"/>
                  </a:lnTo>
                  <a:lnTo>
                    <a:pt x="168" y="6738"/>
                  </a:lnTo>
                  <a:lnTo>
                    <a:pt x="189" y="6843"/>
                  </a:lnTo>
                  <a:lnTo>
                    <a:pt x="273" y="6863"/>
                  </a:lnTo>
                  <a:lnTo>
                    <a:pt x="294" y="6863"/>
                  </a:lnTo>
                  <a:lnTo>
                    <a:pt x="273" y="6884"/>
                  </a:lnTo>
                  <a:lnTo>
                    <a:pt x="147" y="6905"/>
                  </a:lnTo>
                  <a:lnTo>
                    <a:pt x="147" y="7052"/>
                  </a:lnTo>
                  <a:lnTo>
                    <a:pt x="168" y="7219"/>
                  </a:lnTo>
                  <a:lnTo>
                    <a:pt x="147" y="7470"/>
                  </a:lnTo>
                  <a:lnTo>
                    <a:pt x="189" y="7512"/>
                  </a:lnTo>
                  <a:lnTo>
                    <a:pt x="189" y="7596"/>
                  </a:lnTo>
                  <a:lnTo>
                    <a:pt x="273" y="7638"/>
                  </a:lnTo>
                  <a:lnTo>
                    <a:pt x="357" y="7742"/>
                  </a:lnTo>
                  <a:lnTo>
                    <a:pt x="398" y="7784"/>
                  </a:lnTo>
                  <a:lnTo>
                    <a:pt x="461" y="7847"/>
                  </a:lnTo>
                  <a:lnTo>
                    <a:pt x="524" y="7951"/>
                  </a:lnTo>
                  <a:lnTo>
                    <a:pt x="608" y="7931"/>
                  </a:lnTo>
                  <a:lnTo>
                    <a:pt x="629" y="7951"/>
                  </a:lnTo>
                  <a:lnTo>
                    <a:pt x="733" y="7993"/>
                  </a:lnTo>
                  <a:lnTo>
                    <a:pt x="817" y="8119"/>
                  </a:lnTo>
                  <a:lnTo>
                    <a:pt x="901" y="8140"/>
                  </a:lnTo>
                  <a:lnTo>
                    <a:pt x="901" y="8161"/>
                  </a:lnTo>
                  <a:lnTo>
                    <a:pt x="921" y="8223"/>
                  </a:lnTo>
                  <a:lnTo>
                    <a:pt x="1005" y="8161"/>
                  </a:lnTo>
                  <a:lnTo>
                    <a:pt x="1131" y="8161"/>
                  </a:lnTo>
                  <a:lnTo>
                    <a:pt x="1256" y="8098"/>
                  </a:lnTo>
                  <a:lnTo>
                    <a:pt x="1361" y="7951"/>
                  </a:lnTo>
                  <a:lnTo>
                    <a:pt x="1737" y="7931"/>
                  </a:lnTo>
                  <a:lnTo>
                    <a:pt x="1842" y="7951"/>
                  </a:lnTo>
                  <a:lnTo>
                    <a:pt x="2030" y="7889"/>
                  </a:lnTo>
                  <a:lnTo>
                    <a:pt x="2093" y="7784"/>
                  </a:lnTo>
                  <a:lnTo>
                    <a:pt x="2177" y="7742"/>
                  </a:lnTo>
                  <a:lnTo>
                    <a:pt x="2240" y="7596"/>
                  </a:lnTo>
                  <a:lnTo>
                    <a:pt x="2344" y="7428"/>
                  </a:lnTo>
                  <a:lnTo>
                    <a:pt x="2344" y="7324"/>
                  </a:lnTo>
                  <a:lnTo>
                    <a:pt x="2449" y="7261"/>
                  </a:lnTo>
                  <a:lnTo>
                    <a:pt x="2449" y="7094"/>
                  </a:lnTo>
                  <a:lnTo>
                    <a:pt x="2407" y="7073"/>
                  </a:lnTo>
                  <a:lnTo>
                    <a:pt x="2491" y="6989"/>
                  </a:lnTo>
                  <a:lnTo>
                    <a:pt x="2554" y="6801"/>
                  </a:lnTo>
                  <a:lnTo>
                    <a:pt x="2512" y="6780"/>
                  </a:lnTo>
                  <a:lnTo>
                    <a:pt x="2574" y="6780"/>
                  </a:lnTo>
                  <a:lnTo>
                    <a:pt x="2679" y="6591"/>
                  </a:lnTo>
                  <a:lnTo>
                    <a:pt x="2763" y="6236"/>
                  </a:lnTo>
                  <a:lnTo>
                    <a:pt x="2805" y="6027"/>
                  </a:lnTo>
                  <a:lnTo>
                    <a:pt x="2909" y="5922"/>
                  </a:lnTo>
                  <a:lnTo>
                    <a:pt x="2972" y="5692"/>
                  </a:lnTo>
                  <a:lnTo>
                    <a:pt x="3118" y="5420"/>
                  </a:lnTo>
                  <a:lnTo>
                    <a:pt x="3286" y="4959"/>
                  </a:lnTo>
                  <a:lnTo>
                    <a:pt x="3390" y="4792"/>
                  </a:lnTo>
                  <a:lnTo>
                    <a:pt x="3390" y="4583"/>
                  </a:lnTo>
                  <a:lnTo>
                    <a:pt x="3495" y="4374"/>
                  </a:lnTo>
                  <a:lnTo>
                    <a:pt x="3516" y="4269"/>
                  </a:lnTo>
                  <a:lnTo>
                    <a:pt x="3642" y="4060"/>
                  </a:lnTo>
                  <a:lnTo>
                    <a:pt x="3704" y="3746"/>
                  </a:lnTo>
                  <a:lnTo>
                    <a:pt x="3746" y="3516"/>
                  </a:lnTo>
                  <a:lnTo>
                    <a:pt x="3809" y="3453"/>
                  </a:lnTo>
                  <a:lnTo>
                    <a:pt x="3830" y="3286"/>
                  </a:lnTo>
                  <a:lnTo>
                    <a:pt x="3809" y="3202"/>
                  </a:lnTo>
                  <a:lnTo>
                    <a:pt x="3830" y="3076"/>
                  </a:lnTo>
                  <a:lnTo>
                    <a:pt x="3934" y="2888"/>
                  </a:lnTo>
                  <a:lnTo>
                    <a:pt x="3934" y="2804"/>
                  </a:lnTo>
                  <a:lnTo>
                    <a:pt x="4018" y="2700"/>
                  </a:lnTo>
                  <a:lnTo>
                    <a:pt x="3976" y="2574"/>
                  </a:lnTo>
                  <a:lnTo>
                    <a:pt x="3934" y="2511"/>
                  </a:lnTo>
                  <a:lnTo>
                    <a:pt x="3976" y="2449"/>
                  </a:lnTo>
                  <a:lnTo>
                    <a:pt x="3976" y="2281"/>
                  </a:lnTo>
                  <a:lnTo>
                    <a:pt x="3934" y="2260"/>
                  </a:lnTo>
                  <a:lnTo>
                    <a:pt x="3934" y="2135"/>
                  </a:lnTo>
                  <a:lnTo>
                    <a:pt x="4018" y="2072"/>
                  </a:lnTo>
                  <a:lnTo>
                    <a:pt x="4060" y="2135"/>
                  </a:lnTo>
                  <a:lnTo>
                    <a:pt x="4081" y="2260"/>
                  </a:lnTo>
                  <a:lnTo>
                    <a:pt x="4186" y="2386"/>
                  </a:lnTo>
                  <a:lnTo>
                    <a:pt x="4269" y="2386"/>
                  </a:lnTo>
                  <a:lnTo>
                    <a:pt x="4290" y="2302"/>
                  </a:lnTo>
                  <a:lnTo>
                    <a:pt x="4332" y="2239"/>
                  </a:lnTo>
                  <a:lnTo>
                    <a:pt x="4353" y="2177"/>
                  </a:lnTo>
                  <a:lnTo>
                    <a:pt x="4353" y="2072"/>
                  </a:lnTo>
                  <a:lnTo>
                    <a:pt x="4395" y="2051"/>
                  </a:lnTo>
                  <a:lnTo>
                    <a:pt x="4374" y="1925"/>
                  </a:lnTo>
                  <a:lnTo>
                    <a:pt x="4269" y="1779"/>
                  </a:lnTo>
                  <a:lnTo>
                    <a:pt x="4248" y="1674"/>
                  </a:lnTo>
                  <a:lnTo>
                    <a:pt x="4269" y="1633"/>
                  </a:lnTo>
                  <a:lnTo>
                    <a:pt x="4269" y="1507"/>
                  </a:lnTo>
                  <a:lnTo>
                    <a:pt x="4248" y="1340"/>
                  </a:lnTo>
                  <a:lnTo>
                    <a:pt x="4269" y="1256"/>
                  </a:lnTo>
                  <a:lnTo>
                    <a:pt x="4269" y="984"/>
                  </a:lnTo>
                  <a:lnTo>
                    <a:pt x="4186" y="879"/>
                  </a:lnTo>
                  <a:lnTo>
                    <a:pt x="4186" y="607"/>
                  </a:lnTo>
                  <a:lnTo>
                    <a:pt x="4144" y="524"/>
                  </a:lnTo>
                  <a:lnTo>
                    <a:pt x="4081" y="524"/>
                  </a:lnTo>
                  <a:lnTo>
                    <a:pt x="3976" y="398"/>
                  </a:lnTo>
                  <a:lnTo>
                    <a:pt x="3976" y="293"/>
                  </a:lnTo>
                  <a:lnTo>
                    <a:pt x="3872" y="252"/>
                  </a:lnTo>
                  <a:lnTo>
                    <a:pt x="3934" y="147"/>
                  </a:lnTo>
                  <a:lnTo>
                    <a:pt x="39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455" name="Google Shape;2455;p56"/>
            <p:cNvGrpSpPr/>
            <p:nvPr/>
          </p:nvGrpSpPr>
          <p:grpSpPr>
            <a:xfrm>
              <a:off x="4513224" y="3221724"/>
              <a:ext cx="274563" cy="280321"/>
              <a:chOff x="5298975" y="3412225"/>
              <a:chExt cx="576450" cy="616225"/>
            </a:xfrm>
          </p:grpSpPr>
          <p:sp>
            <p:nvSpPr>
              <p:cNvPr id="2456" name="Google Shape;2456;p56"/>
              <p:cNvSpPr/>
              <p:nvPr/>
            </p:nvSpPr>
            <p:spPr>
              <a:xfrm>
                <a:off x="5298975" y="3412225"/>
                <a:ext cx="576450" cy="515275"/>
              </a:xfrm>
              <a:custGeom>
                <a:avLst/>
                <a:gdLst/>
                <a:ahLst/>
                <a:cxnLst/>
                <a:rect l="l" t="t" r="r" b="b"/>
                <a:pathLst>
                  <a:path w="23058" h="20611" extrusionOk="0">
                    <a:moveTo>
                      <a:pt x="18015" y="1"/>
                    </a:moveTo>
                    <a:lnTo>
                      <a:pt x="17890" y="42"/>
                    </a:lnTo>
                    <a:lnTo>
                      <a:pt x="17806" y="147"/>
                    </a:lnTo>
                    <a:lnTo>
                      <a:pt x="17806" y="335"/>
                    </a:lnTo>
                    <a:lnTo>
                      <a:pt x="17764" y="524"/>
                    </a:lnTo>
                    <a:lnTo>
                      <a:pt x="17764" y="565"/>
                    </a:lnTo>
                    <a:lnTo>
                      <a:pt x="17722" y="670"/>
                    </a:lnTo>
                    <a:lnTo>
                      <a:pt x="17660" y="670"/>
                    </a:lnTo>
                    <a:lnTo>
                      <a:pt x="17597" y="858"/>
                    </a:lnTo>
                    <a:lnTo>
                      <a:pt x="17492" y="1005"/>
                    </a:lnTo>
                    <a:lnTo>
                      <a:pt x="17576" y="1089"/>
                    </a:lnTo>
                    <a:lnTo>
                      <a:pt x="17681" y="1172"/>
                    </a:lnTo>
                    <a:lnTo>
                      <a:pt x="17618" y="1214"/>
                    </a:lnTo>
                    <a:lnTo>
                      <a:pt x="17555" y="1193"/>
                    </a:lnTo>
                    <a:lnTo>
                      <a:pt x="17492" y="1319"/>
                    </a:lnTo>
                    <a:lnTo>
                      <a:pt x="17450" y="1423"/>
                    </a:lnTo>
                    <a:lnTo>
                      <a:pt x="17513" y="1570"/>
                    </a:lnTo>
                    <a:lnTo>
                      <a:pt x="17513" y="1674"/>
                    </a:lnTo>
                    <a:lnTo>
                      <a:pt x="17450" y="1633"/>
                    </a:lnTo>
                    <a:lnTo>
                      <a:pt x="17367" y="1674"/>
                    </a:lnTo>
                    <a:lnTo>
                      <a:pt x="17304" y="1946"/>
                    </a:lnTo>
                    <a:lnTo>
                      <a:pt x="17367" y="2156"/>
                    </a:lnTo>
                    <a:lnTo>
                      <a:pt x="17346" y="2365"/>
                    </a:lnTo>
                    <a:lnTo>
                      <a:pt x="17388" y="2511"/>
                    </a:lnTo>
                    <a:lnTo>
                      <a:pt x="17388" y="2679"/>
                    </a:lnTo>
                    <a:lnTo>
                      <a:pt x="17262" y="2783"/>
                    </a:lnTo>
                    <a:lnTo>
                      <a:pt x="17262" y="2867"/>
                    </a:lnTo>
                    <a:lnTo>
                      <a:pt x="17157" y="3097"/>
                    </a:lnTo>
                    <a:lnTo>
                      <a:pt x="17137" y="3411"/>
                    </a:lnTo>
                    <a:lnTo>
                      <a:pt x="17032" y="3558"/>
                    </a:lnTo>
                    <a:lnTo>
                      <a:pt x="17074" y="3662"/>
                    </a:lnTo>
                    <a:lnTo>
                      <a:pt x="16990" y="3830"/>
                    </a:lnTo>
                    <a:lnTo>
                      <a:pt x="16885" y="3934"/>
                    </a:lnTo>
                    <a:lnTo>
                      <a:pt x="16885" y="4143"/>
                    </a:lnTo>
                    <a:lnTo>
                      <a:pt x="16718" y="4290"/>
                    </a:lnTo>
                    <a:lnTo>
                      <a:pt x="16341" y="4436"/>
                    </a:lnTo>
                    <a:lnTo>
                      <a:pt x="16195" y="4332"/>
                    </a:lnTo>
                    <a:lnTo>
                      <a:pt x="16028" y="4311"/>
                    </a:lnTo>
                    <a:lnTo>
                      <a:pt x="15944" y="4227"/>
                    </a:lnTo>
                    <a:lnTo>
                      <a:pt x="15818" y="4102"/>
                    </a:lnTo>
                    <a:lnTo>
                      <a:pt x="15818" y="4039"/>
                    </a:lnTo>
                    <a:lnTo>
                      <a:pt x="15776" y="3997"/>
                    </a:lnTo>
                    <a:lnTo>
                      <a:pt x="15735" y="3871"/>
                    </a:lnTo>
                    <a:lnTo>
                      <a:pt x="15609" y="3830"/>
                    </a:lnTo>
                    <a:lnTo>
                      <a:pt x="15484" y="3788"/>
                    </a:lnTo>
                    <a:lnTo>
                      <a:pt x="15316" y="3788"/>
                    </a:lnTo>
                    <a:lnTo>
                      <a:pt x="15149" y="3683"/>
                    </a:lnTo>
                    <a:lnTo>
                      <a:pt x="15107" y="3578"/>
                    </a:lnTo>
                    <a:lnTo>
                      <a:pt x="14981" y="3411"/>
                    </a:lnTo>
                    <a:lnTo>
                      <a:pt x="14835" y="3390"/>
                    </a:lnTo>
                    <a:lnTo>
                      <a:pt x="14688" y="3306"/>
                    </a:lnTo>
                    <a:lnTo>
                      <a:pt x="14688" y="3244"/>
                    </a:lnTo>
                    <a:lnTo>
                      <a:pt x="14626" y="3244"/>
                    </a:lnTo>
                    <a:lnTo>
                      <a:pt x="14563" y="3181"/>
                    </a:lnTo>
                    <a:lnTo>
                      <a:pt x="14437" y="3181"/>
                    </a:lnTo>
                    <a:lnTo>
                      <a:pt x="14333" y="3160"/>
                    </a:lnTo>
                    <a:lnTo>
                      <a:pt x="14354" y="3097"/>
                    </a:lnTo>
                    <a:lnTo>
                      <a:pt x="14207" y="2993"/>
                    </a:lnTo>
                    <a:lnTo>
                      <a:pt x="14165" y="2867"/>
                    </a:lnTo>
                    <a:lnTo>
                      <a:pt x="14040" y="2721"/>
                    </a:lnTo>
                    <a:lnTo>
                      <a:pt x="13935" y="2721"/>
                    </a:lnTo>
                    <a:lnTo>
                      <a:pt x="13810" y="2553"/>
                    </a:lnTo>
                    <a:lnTo>
                      <a:pt x="13810" y="2428"/>
                    </a:lnTo>
                    <a:lnTo>
                      <a:pt x="13914" y="2239"/>
                    </a:lnTo>
                    <a:lnTo>
                      <a:pt x="13935" y="2114"/>
                    </a:lnTo>
                    <a:lnTo>
                      <a:pt x="14061" y="2030"/>
                    </a:lnTo>
                    <a:lnTo>
                      <a:pt x="14103" y="1884"/>
                    </a:lnTo>
                    <a:lnTo>
                      <a:pt x="14144" y="1779"/>
                    </a:lnTo>
                    <a:lnTo>
                      <a:pt x="14040" y="1821"/>
                    </a:lnTo>
                    <a:lnTo>
                      <a:pt x="13956" y="1674"/>
                    </a:lnTo>
                    <a:lnTo>
                      <a:pt x="14061" y="1591"/>
                    </a:lnTo>
                    <a:lnTo>
                      <a:pt x="14040" y="1486"/>
                    </a:lnTo>
                    <a:lnTo>
                      <a:pt x="14124" y="1486"/>
                    </a:lnTo>
                    <a:lnTo>
                      <a:pt x="14165" y="1465"/>
                    </a:lnTo>
                    <a:lnTo>
                      <a:pt x="14228" y="1486"/>
                    </a:lnTo>
                    <a:lnTo>
                      <a:pt x="14333" y="1507"/>
                    </a:lnTo>
                    <a:lnTo>
                      <a:pt x="14458" y="1465"/>
                    </a:lnTo>
                    <a:lnTo>
                      <a:pt x="14521" y="1319"/>
                    </a:lnTo>
                    <a:lnTo>
                      <a:pt x="14416" y="1256"/>
                    </a:lnTo>
                    <a:lnTo>
                      <a:pt x="14479" y="1172"/>
                    </a:lnTo>
                    <a:lnTo>
                      <a:pt x="14563" y="1193"/>
                    </a:lnTo>
                    <a:lnTo>
                      <a:pt x="14626" y="1005"/>
                    </a:lnTo>
                    <a:lnTo>
                      <a:pt x="14688" y="963"/>
                    </a:lnTo>
                    <a:lnTo>
                      <a:pt x="14772" y="858"/>
                    </a:lnTo>
                    <a:lnTo>
                      <a:pt x="14772" y="796"/>
                    </a:lnTo>
                    <a:lnTo>
                      <a:pt x="14668" y="754"/>
                    </a:lnTo>
                    <a:lnTo>
                      <a:pt x="14584" y="837"/>
                    </a:lnTo>
                    <a:lnTo>
                      <a:pt x="14521" y="796"/>
                    </a:lnTo>
                    <a:lnTo>
                      <a:pt x="14521" y="586"/>
                    </a:lnTo>
                    <a:lnTo>
                      <a:pt x="14416" y="649"/>
                    </a:lnTo>
                    <a:lnTo>
                      <a:pt x="14270" y="796"/>
                    </a:lnTo>
                    <a:lnTo>
                      <a:pt x="14333" y="837"/>
                    </a:lnTo>
                    <a:lnTo>
                      <a:pt x="14333" y="900"/>
                    </a:lnTo>
                    <a:lnTo>
                      <a:pt x="14249" y="963"/>
                    </a:lnTo>
                    <a:lnTo>
                      <a:pt x="14144" y="900"/>
                    </a:lnTo>
                    <a:lnTo>
                      <a:pt x="14124" y="837"/>
                    </a:lnTo>
                    <a:lnTo>
                      <a:pt x="14103" y="775"/>
                    </a:lnTo>
                    <a:lnTo>
                      <a:pt x="14040" y="858"/>
                    </a:lnTo>
                    <a:lnTo>
                      <a:pt x="13956" y="879"/>
                    </a:lnTo>
                    <a:lnTo>
                      <a:pt x="13956" y="796"/>
                    </a:lnTo>
                    <a:lnTo>
                      <a:pt x="14040" y="733"/>
                    </a:lnTo>
                    <a:lnTo>
                      <a:pt x="14061" y="670"/>
                    </a:lnTo>
                    <a:lnTo>
                      <a:pt x="13998" y="691"/>
                    </a:lnTo>
                    <a:lnTo>
                      <a:pt x="13914" y="775"/>
                    </a:lnTo>
                    <a:lnTo>
                      <a:pt x="13789" y="837"/>
                    </a:lnTo>
                    <a:lnTo>
                      <a:pt x="13789" y="858"/>
                    </a:lnTo>
                    <a:lnTo>
                      <a:pt x="13705" y="879"/>
                    </a:lnTo>
                    <a:lnTo>
                      <a:pt x="13684" y="837"/>
                    </a:lnTo>
                    <a:lnTo>
                      <a:pt x="13538" y="837"/>
                    </a:lnTo>
                    <a:lnTo>
                      <a:pt x="13538" y="775"/>
                    </a:lnTo>
                    <a:lnTo>
                      <a:pt x="13475" y="649"/>
                    </a:lnTo>
                    <a:lnTo>
                      <a:pt x="13412" y="649"/>
                    </a:lnTo>
                    <a:lnTo>
                      <a:pt x="13287" y="691"/>
                    </a:lnTo>
                    <a:lnTo>
                      <a:pt x="13182" y="670"/>
                    </a:lnTo>
                    <a:lnTo>
                      <a:pt x="13119" y="691"/>
                    </a:lnTo>
                    <a:lnTo>
                      <a:pt x="13077" y="628"/>
                    </a:lnTo>
                    <a:lnTo>
                      <a:pt x="13015" y="628"/>
                    </a:lnTo>
                    <a:lnTo>
                      <a:pt x="12973" y="482"/>
                    </a:lnTo>
                    <a:lnTo>
                      <a:pt x="12847" y="545"/>
                    </a:lnTo>
                    <a:lnTo>
                      <a:pt x="12701" y="524"/>
                    </a:lnTo>
                    <a:lnTo>
                      <a:pt x="12575" y="461"/>
                    </a:lnTo>
                    <a:lnTo>
                      <a:pt x="12575" y="377"/>
                    </a:lnTo>
                    <a:lnTo>
                      <a:pt x="12491" y="273"/>
                    </a:lnTo>
                    <a:lnTo>
                      <a:pt x="12450" y="273"/>
                    </a:lnTo>
                    <a:lnTo>
                      <a:pt x="12450" y="335"/>
                    </a:lnTo>
                    <a:lnTo>
                      <a:pt x="12282" y="377"/>
                    </a:lnTo>
                    <a:lnTo>
                      <a:pt x="12240" y="273"/>
                    </a:lnTo>
                    <a:lnTo>
                      <a:pt x="12136" y="252"/>
                    </a:lnTo>
                    <a:lnTo>
                      <a:pt x="11968" y="168"/>
                    </a:lnTo>
                    <a:lnTo>
                      <a:pt x="11968" y="210"/>
                    </a:lnTo>
                    <a:lnTo>
                      <a:pt x="11906" y="147"/>
                    </a:lnTo>
                    <a:lnTo>
                      <a:pt x="11801" y="231"/>
                    </a:lnTo>
                    <a:lnTo>
                      <a:pt x="11906" y="314"/>
                    </a:lnTo>
                    <a:lnTo>
                      <a:pt x="11864" y="335"/>
                    </a:lnTo>
                    <a:lnTo>
                      <a:pt x="11968" y="356"/>
                    </a:lnTo>
                    <a:lnTo>
                      <a:pt x="12073" y="335"/>
                    </a:lnTo>
                    <a:lnTo>
                      <a:pt x="12240" y="461"/>
                    </a:lnTo>
                    <a:lnTo>
                      <a:pt x="12240" y="545"/>
                    </a:lnTo>
                    <a:lnTo>
                      <a:pt x="12261" y="733"/>
                    </a:lnTo>
                    <a:lnTo>
                      <a:pt x="12136" y="733"/>
                    </a:lnTo>
                    <a:lnTo>
                      <a:pt x="12115" y="858"/>
                    </a:lnTo>
                    <a:lnTo>
                      <a:pt x="12052" y="775"/>
                    </a:lnTo>
                    <a:lnTo>
                      <a:pt x="11968" y="754"/>
                    </a:lnTo>
                    <a:lnTo>
                      <a:pt x="11864" y="837"/>
                    </a:lnTo>
                    <a:lnTo>
                      <a:pt x="11550" y="837"/>
                    </a:lnTo>
                    <a:lnTo>
                      <a:pt x="11424" y="733"/>
                    </a:lnTo>
                    <a:lnTo>
                      <a:pt x="11403" y="775"/>
                    </a:lnTo>
                    <a:lnTo>
                      <a:pt x="11278" y="837"/>
                    </a:lnTo>
                    <a:lnTo>
                      <a:pt x="11299" y="942"/>
                    </a:lnTo>
                    <a:lnTo>
                      <a:pt x="11194" y="900"/>
                    </a:lnTo>
                    <a:lnTo>
                      <a:pt x="11215" y="1068"/>
                    </a:lnTo>
                    <a:lnTo>
                      <a:pt x="11173" y="1005"/>
                    </a:lnTo>
                    <a:lnTo>
                      <a:pt x="11027" y="963"/>
                    </a:lnTo>
                    <a:lnTo>
                      <a:pt x="10985" y="1047"/>
                    </a:lnTo>
                    <a:lnTo>
                      <a:pt x="11027" y="1109"/>
                    </a:lnTo>
                    <a:lnTo>
                      <a:pt x="11027" y="1172"/>
                    </a:lnTo>
                    <a:lnTo>
                      <a:pt x="10880" y="1109"/>
                    </a:lnTo>
                    <a:lnTo>
                      <a:pt x="10818" y="1193"/>
                    </a:lnTo>
                    <a:lnTo>
                      <a:pt x="10880" y="1256"/>
                    </a:lnTo>
                    <a:lnTo>
                      <a:pt x="10797" y="1298"/>
                    </a:lnTo>
                    <a:lnTo>
                      <a:pt x="10713" y="1361"/>
                    </a:lnTo>
                    <a:lnTo>
                      <a:pt x="10713" y="1402"/>
                    </a:lnTo>
                    <a:lnTo>
                      <a:pt x="10797" y="1507"/>
                    </a:lnTo>
                    <a:lnTo>
                      <a:pt x="10818" y="1570"/>
                    </a:lnTo>
                    <a:lnTo>
                      <a:pt x="10818" y="1570"/>
                    </a:lnTo>
                    <a:lnTo>
                      <a:pt x="10713" y="1507"/>
                    </a:lnTo>
                    <a:lnTo>
                      <a:pt x="10650" y="1591"/>
                    </a:lnTo>
                    <a:lnTo>
                      <a:pt x="10546" y="1591"/>
                    </a:lnTo>
                    <a:lnTo>
                      <a:pt x="10462" y="1737"/>
                    </a:lnTo>
                    <a:lnTo>
                      <a:pt x="10357" y="1925"/>
                    </a:lnTo>
                    <a:lnTo>
                      <a:pt x="10274" y="1946"/>
                    </a:lnTo>
                    <a:lnTo>
                      <a:pt x="10253" y="2114"/>
                    </a:lnTo>
                    <a:lnTo>
                      <a:pt x="10148" y="2156"/>
                    </a:lnTo>
                    <a:lnTo>
                      <a:pt x="10232" y="2239"/>
                    </a:lnTo>
                    <a:lnTo>
                      <a:pt x="10441" y="2260"/>
                    </a:lnTo>
                    <a:lnTo>
                      <a:pt x="10357" y="2302"/>
                    </a:lnTo>
                    <a:lnTo>
                      <a:pt x="10294" y="2365"/>
                    </a:lnTo>
                    <a:lnTo>
                      <a:pt x="10546" y="2449"/>
                    </a:lnTo>
                    <a:lnTo>
                      <a:pt x="10462" y="2511"/>
                    </a:lnTo>
                    <a:lnTo>
                      <a:pt x="10294" y="2469"/>
                    </a:lnTo>
                    <a:lnTo>
                      <a:pt x="10253" y="2407"/>
                    </a:lnTo>
                    <a:lnTo>
                      <a:pt x="10253" y="2407"/>
                    </a:lnTo>
                    <a:lnTo>
                      <a:pt x="10274" y="2469"/>
                    </a:lnTo>
                    <a:lnTo>
                      <a:pt x="10357" y="2553"/>
                    </a:lnTo>
                    <a:lnTo>
                      <a:pt x="10357" y="2679"/>
                    </a:lnTo>
                    <a:lnTo>
                      <a:pt x="10462" y="2825"/>
                    </a:lnTo>
                    <a:lnTo>
                      <a:pt x="10294" y="2679"/>
                    </a:lnTo>
                    <a:lnTo>
                      <a:pt x="10232" y="2532"/>
                    </a:lnTo>
                    <a:lnTo>
                      <a:pt x="10127" y="2511"/>
                    </a:lnTo>
                    <a:lnTo>
                      <a:pt x="10085" y="2574"/>
                    </a:lnTo>
                    <a:lnTo>
                      <a:pt x="10064" y="2658"/>
                    </a:lnTo>
                    <a:lnTo>
                      <a:pt x="10043" y="2574"/>
                    </a:lnTo>
                    <a:lnTo>
                      <a:pt x="9813" y="2428"/>
                    </a:lnTo>
                    <a:lnTo>
                      <a:pt x="9625" y="2449"/>
                    </a:lnTo>
                    <a:lnTo>
                      <a:pt x="9667" y="2511"/>
                    </a:lnTo>
                    <a:lnTo>
                      <a:pt x="9625" y="2574"/>
                    </a:lnTo>
                    <a:lnTo>
                      <a:pt x="9562" y="2532"/>
                    </a:lnTo>
                    <a:lnTo>
                      <a:pt x="9520" y="2532"/>
                    </a:lnTo>
                    <a:lnTo>
                      <a:pt x="9458" y="2574"/>
                    </a:lnTo>
                    <a:lnTo>
                      <a:pt x="9541" y="2721"/>
                    </a:lnTo>
                    <a:lnTo>
                      <a:pt x="9520" y="2762"/>
                    </a:lnTo>
                    <a:lnTo>
                      <a:pt x="9499" y="2721"/>
                    </a:lnTo>
                    <a:lnTo>
                      <a:pt x="9437" y="2741"/>
                    </a:lnTo>
                    <a:lnTo>
                      <a:pt x="9437" y="2783"/>
                    </a:lnTo>
                    <a:lnTo>
                      <a:pt x="9332" y="2846"/>
                    </a:lnTo>
                    <a:lnTo>
                      <a:pt x="9186" y="2888"/>
                    </a:lnTo>
                    <a:lnTo>
                      <a:pt x="9311" y="2825"/>
                    </a:lnTo>
                    <a:lnTo>
                      <a:pt x="9395" y="2721"/>
                    </a:lnTo>
                    <a:lnTo>
                      <a:pt x="9395" y="2532"/>
                    </a:lnTo>
                    <a:lnTo>
                      <a:pt x="9458" y="2428"/>
                    </a:lnTo>
                    <a:lnTo>
                      <a:pt x="9416" y="2344"/>
                    </a:lnTo>
                    <a:lnTo>
                      <a:pt x="9311" y="2323"/>
                    </a:lnTo>
                    <a:lnTo>
                      <a:pt x="9144" y="2030"/>
                    </a:lnTo>
                    <a:lnTo>
                      <a:pt x="9081" y="1905"/>
                    </a:lnTo>
                    <a:lnTo>
                      <a:pt x="8893" y="1842"/>
                    </a:lnTo>
                    <a:lnTo>
                      <a:pt x="8788" y="1800"/>
                    </a:lnTo>
                    <a:lnTo>
                      <a:pt x="8725" y="1821"/>
                    </a:lnTo>
                    <a:lnTo>
                      <a:pt x="8788" y="1884"/>
                    </a:lnTo>
                    <a:lnTo>
                      <a:pt x="8704" y="1905"/>
                    </a:lnTo>
                    <a:lnTo>
                      <a:pt x="8621" y="2030"/>
                    </a:lnTo>
                    <a:lnTo>
                      <a:pt x="8558" y="2009"/>
                    </a:lnTo>
                    <a:lnTo>
                      <a:pt x="8579" y="1946"/>
                    </a:lnTo>
                    <a:lnTo>
                      <a:pt x="8474" y="1988"/>
                    </a:lnTo>
                    <a:lnTo>
                      <a:pt x="8453" y="2051"/>
                    </a:lnTo>
                    <a:lnTo>
                      <a:pt x="8370" y="1884"/>
                    </a:lnTo>
                    <a:lnTo>
                      <a:pt x="8307" y="1884"/>
                    </a:lnTo>
                    <a:lnTo>
                      <a:pt x="8286" y="1946"/>
                    </a:lnTo>
                    <a:lnTo>
                      <a:pt x="8370" y="2009"/>
                    </a:lnTo>
                    <a:lnTo>
                      <a:pt x="8265" y="2093"/>
                    </a:lnTo>
                    <a:lnTo>
                      <a:pt x="8202" y="2218"/>
                    </a:lnTo>
                    <a:lnTo>
                      <a:pt x="8265" y="2260"/>
                    </a:lnTo>
                    <a:lnTo>
                      <a:pt x="8139" y="2344"/>
                    </a:lnTo>
                    <a:lnTo>
                      <a:pt x="8077" y="2260"/>
                    </a:lnTo>
                    <a:lnTo>
                      <a:pt x="8035" y="2260"/>
                    </a:lnTo>
                    <a:lnTo>
                      <a:pt x="7993" y="2197"/>
                    </a:lnTo>
                    <a:lnTo>
                      <a:pt x="8077" y="2114"/>
                    </a:lnTo>
                    <a:lnTo>
                      <a:pt x="7993" y="2114"/>
                    </a:lnTo>
                    <a:lnTo>
                      <a:pt x="7951" y="2239"/>
                    </a:lnTo>
                    <a:lnTo>
                      <a:pt x="7846" y="2260"/>
                    </a:lnTo>
                    <a:lnTo>
                      <a:pt x="7784" y="2323"/>
                    </a:lnTo>
                    <a:lnTo>
                      <a:pt x="7763" y="2449"/>
                    </a:lnTo>
                    <a:lnTo>
                      <a:pt x="7951" y="2511"/>
                    </a:lnTo>
                    <a:lnTo>
                      <a:pt x="7784" y="2637"/>
                    </a:lnTo>
                    <a:lnTo>
                      <a:pt x="7679" y="2574"/>
                    </a:lnTo>
                    <a:lnTo>
                      <a:pt x="7533" y="2658"/>
                    </a:lnTo>
                    <a:lnTo>
                      <a:pt x="7554" y="2741"/>
                    </a:lnTo>
                    <a:lnTo>
                      <a:pt x="7742" y="2762"/>
                    </a:lnTo>
                    <a:lnTo>
                      <a:pt x="7658" y="2846"/>
                    </a:lnTo>
                    <a:lnTo>
                      <a:pt x="7574" y="2867"/>
                    </a:lnTo>
                    <a:lnTo>
                      <a:pt x="7470" y="2741"/>
                    </a:lnTo>
                    <a:lnTo>
                      <a:pt x="7365" y="2846"/>
                    </a:lnTo>
                    <a:lnTo>
                      <a:pt x="7261" y="2867"/>
                    </a:lnTo>
                    <a:lnTo>
                      <a:pt x="7302" y="2951"/>
                    </a:lnTo>
                    <a:lnTo>
                      <a:pt x="7323" y="3034"/>
                    </a:lnTo>
                    <a:lnTo>
                      <a:pt x="7323" y="3097"/>
                    </a:lnTo>
                    <a:lnTo>
                      <a:pt x="7407" y="3076"/>
                    </a:lnTo>
                    <a:lnTo>
                      <a:pt x="7323" y="3181"/>
                    </a:lnTo>
                    <a:lnTo>
                      <a:pt x="7365" y="3286"/>
                    </a:lnTo>
                    <a:lnTo>
                      <a:pt x="7261" y="3306"/>
                    </a:lnTo>
                    <a:lnTo>
                      <a:pt x="7219" y="3390"/>
                    </a:lnTo>
                    <a:lnTo>
                      <a:pt x="7407" y="3453"/>
                    </a:lnTo>
                    <a:lnTo>
                      <a:pt x="7302" y="3495"/>
                    </a:lnTo>
                    <a:lnTo>
                      <a:pt x="7261" y="3558"/>
                    </a:lnTo>
                    <a:lnTo>
                      <a:pt x="7135" y="3516"/>
                    </a:lnTo>
                    <a:lnTo>
                      <a:pt x="7093" y="3453"/>
                    </a:lnTo>
                    <a:lnTo>
                      <a:pt x="7009" y="3390"/>
                    </a:lnTo>
                    <a:lnTo>
                      <a:pt x="6905" y="3474"/>
                    </a:lnTo>
                    <a:lnTo>
                      <a:pt x="6884" y="3369"/>
                    </a:lnTo>
                    <a:lnTo>
                      <a:pt x="6779" y="3306"/>
                    </a:lnTo>
                    <a:lnTo>
                      <a:pt x="6696" y="3369"/>
                    </a:lnTo>
                    <a:lnTo>
                      <a:pt x="6821" y="3474"/>
                    </a:lnTo>
                    <a:lnTo>
                      <a:pt x="6779" y="3495"/>
                    </a:lnTo>
                    <a:lnTo>
                      <a:pt x="6717" y="3599"/>
                    </a:lnTo>
                    <a:lnTo>
                      <a:pt x="6821" y="3704"/>
                    </a:lnTo>
                    <a:lnTo>
                      <a:pt x="6947" y="3704"/>
                    </a:lnTo>
                    <a:lnTo>
                      <a:pt x="6905" y="3809"/>
                    </a:lnTo>
                    <a:lnTo>
                      <a:pt x="6905" y="3913"/>
                    </a:lnTo>
                    <a:lnTo>
                      <a:pt x="6842" y="3871"/>
                    </a:lnTo>
                    <a:lnTo>
                      <a:pt x="6779" y="3871"/>
                    </a:lnTo>
                    <a:lnTo>
                      <a:pt x="6800" y="3997"/>
                    </a:lnTo>
                    <a:lnTo>
                      <a:pt x="6737" y="4122"/>
                    </a:lnTo>
                    <a:lnTo>
                      <a:pt x="6737" y="4248"/>
                    </a:lnTo>
                    <a:lnTo>
                      <a:pt x="6570" y="3871"/>
                    </a:lnTo>
                    <a:lnTo>
                      <a:pt x="6424" y="3620"/>
                    </a:lnTo>
                    <a:lnTo>
                      <a:pt x="6382" y="3558"/>
                    </a:lnTo>
                    <a:lnTo>
                      <a:pt x="6403" y="3390"/>
                    </a:lnTo>
                    <a:lnTo>
                      <a:pt x="6361" y="3474"/>
                    </a:lnTo>
                    <a:lnTo>
                      <a:pt x="6214" y="3558"/>
                    </a:lnTo>
                    <a:lnTo>
                      <a:pt x="6193" y="3704"/>
                    </a:lnTo>
                    <a:lnTo>
                      <a:pt x="6110" y="3725"/>
                    </a:lnTo>
                    <a:lnTo>
                      <a:pt x="6089" y="3809"/>
                    </a:lnTo>
                    <a:lnTo>
                      <a:pt x="5984" y="3788"/>
                    </a:lnTo>
                    <a:lnTo>
                      <a:pt x="5901" y="3892"/>
                    </a:lnTo>
                    <a:lnTo>
                      <a:pt x="5838" y="3976"/>
                    </a:lnTo>
                    <a:lnTo>
                      <a:pt x="5859" y="4102"/>
                    </a:lnTo>
                    <a:lnTo>
                      <a:pt x="5859" y="4415"/>
                    </a:lnTo>
                    <a:lnTo>
                      <a:pt x="5901" y="4436"/>
                    </a:lnTo>
                    <a:lnTo>
                      <a:pt x="5901" y="4541"/>
                    </a:lnTo>
                    <a:lnTo>
                      <a:pt x="5796" y="4604"/>
                    </a:lnTo>
                    <a:lnTo>
                      <a:pt x="5733" y="4708"/>
                    </a:lnTo>
                    <a:lnTo>
                      <a:pt x="5566" y="4750"/>
                    </a:lnTo>
                    <a:lnTo>
                      <a:pt x="5587" y="4834"/>
                    </a:lnTo>
                    <a:lnTo>
                      <a:pt x="5461" y="4918"/>
                    </a:lnTo>
                    <a:lnTo>
                      <a:pt x="5461" y="5064"/>
                    </a:lnTo>
                    <a:lnTo>
                      <a:pt x="5377" y="5127"/>
                    </a:lnTo>
                    <a:lnTo>
                      <a:pt x="5210" y="5378"/>
                    </a:lnTo>
                    <a:lnTo>
                      <a:pt x="4854" y="5587"/>
                    </a:lnTo>
                    <a:lnTo>
                      <a:pt x="4561" y="5608"/>
                    </a:lnTo>
                    <a:lnTo>
                      <a:pt x="4436" y="5650"/>
                    </a:lnTo>
                    <a:lnTo>
                      <a:pt x="4268" y="5671"/>
                    </a:lnTo>
                    <a:lnTo>
                      <a:pt x="4122" y="5692"/>
                    </a:lnTo>
                    <a:lnTo>
                      <a:pt x="3996" y="5671"/>
                    </a:lnTo>
                    <a:lnTo>
                      <a:pt x="3808" y="5754"/>
                    </a:lnTo>
                    <a:lnTo>
                      <a:pt x="3787" y="5859"/>
                    </a:lnTo>
                    <a:lnTo>
                      <a:pt x="3683" y="5901"/>
                    </a:lnTo>
                    <a:lnTo>
                      <a:pt x="3285" y="5880"/>
                    </a:lnTo>
                    <a:lnTo>
                      <a:pt x="3222" y="5922"/>
                    </a:lnTo>
                    <a:lnTo>
                      <a:pt x="3160" y="6027"/>
                    </a:lnTo>
                    <a:lnTo>
                      <a:pt x="2929" y="6131"/>
                    </a:lnTo>
                    <a:lnTo>
                      <a:pt x="2762" y="6131"/>
                    </a:lnTo>
                    <a:lnTo>
                      <a:pt x="2657" y="6089"/>
                    </a:lnTo>
                    <a:lnTo>
                      <a:pt x="2553" y="6110"/>
                    </a:lnTo>
                    <a:lnTo>
                      <a:pt x="2532" y="6027"/>
                    </a:lnTo>
                    <a:lnTo>
                      <a:pt x="2427" y="6089"/>
                    </a:lnTo>
                    <a:lnTo>
                      <a:pt x="2344" y="6215"/>
                    </a:lnTo>
                    <a:lnTo>
                      <a:pt x="2113" y="6278"/>
                    </a:lnTo>
                    <a:lnTo>
                      <a:pt x="2092" y="6319"/>
                    </a:lnTo>
                    <a:lnTo>
                      <a:pt x="2009" y="6319"/>
                    </a:lnTo>
                    <a:lnTo>
                      <a:pt x="1820" y="6487"/>
                    </a:lnTo>
                    <a:lnTo>
                      <a:pt x="1569" y="6612"/>
                    </a:lnTo>
                    <a:lnTo>
                      <a:pt x="1255" y="6717"/>
                    </a:lnTo>
                    <a:lnTo>
                      <a:pt x="1088" y="6905"/>
                    </a:lnTo>
                    <a:lnTo>
                      <a:pt x="1088" y="7115"/>
                    </a:lnTo>
                    <a:lnTo>
                      <a:pt x="963" y="7219"/>
                    </a:lnTo>
                    <a:lnTo>
                      <a:pt x="879" y="7156"/>
                    </a:lnTo>
                    <a:lnTo>
                      <a:pt x="900" y="7073"/>
                    </a:lnTo>
                    <a:lnTo>
                      <a:pt x="900" y="7010"/>
                    </a:lnTo>
                    <a:lnTo>
                      <a:pt x="963" y="6843"/>
                    </a:lnTo>
                    <a:lnTo>
                      <a:pt x="963" y="6738"/>
                    </a:lnTo>
                    <a:lnTo>
                      <a:pt x="774" y="6863"/>
                    </a:lnTo>
                    <a:lnTo>
                      <a:pt x="732" y="7052"/>
                    </a:lnTo>
                    <a:lnTo>
                      <a:pt x="607" y="7282"/>
                    </a:lnTo>
                    <a:lnTo>
                      <a:pt x="711" y="7470"/>
                    </a:lnTo>
                    <a:lnTo>
                      <a:pt x="628" y="7638"/>
                    </a:lnTo>
                    <a:lnTo>
                      <a:pt x="649" y="7889"/>
                    </a:lnTo>
                    <a:lnTo>
                      <a:pt x="419" y="8161"/>
                    </a:lnTo>
                    <a:lnTo>
                      <a:pt x="335" y="8537"/>
                    </a:lnTo>
                    <a:lnTo>
                      <a:pt x="377" y="8726"/>
                    </a:lnTo>
                    <a:lnTo>
                      <a:pt x="356" y="9019"/>
                    </a:lnTo>
                    <a:lnTo>
                      <a:pt x="565" y="9353"/>
                    </a:lnTo>
                    <a:lnTo>
                      <a:pt x="565" y="9479"/>
                    </a:lnTo>
                    <a:lnTo>
                      <a:pt x="649" y="9584"/>
                    </a:lnTo>
                    <a:lnTo>
                      <a:pt x="565" y="9751"/>
                    </a:lnTo>
                    <a:lnTo>
                      <a:pt x="628" y="9897"/>
                    </a:lnTo>
                    <a:lnTo>
                      <a:pt x="502" y="9960"/>
                    </a:lnTo>
                    <a:lnTo>
                      <a:pt x="439" y="9856"/>
                    </a:lnTo>
                    <a:lnTo>
                      <a:pt x="439" y="9667"/>
                    </a:lnTo>
                    <a:lnTo>
                      <a:pt x="356" y="9772"/>
                    </a:lnTo>
                    <a:lnTo>
                      <a:pt x="335" y="9730"/>
                    </a:lnTo>
                    <a:lnTo>
                      <a:pt x="335" y="9542"/>
                    </a:lnTo>
                    <a:lnTo>
                      <a:pt x="230" y="9312"/>
                    </a:lnTo>
                    <a:lnTo>
                      <a:pt x="147" y="9416"/>
                    </a:lnTo>
                    <a:lnTo>
                      <a:pt x="188" y="9667"/>
                    </a:lnTo>
                    <a:lnTo>
                      <a:pt x="335" y="9835"/>
                    </a:lnTo>
                    <a:lnTo>
                      <a:pt x="439" y="10023"/>
                    </a:lnTo>
                    <a:lnTo>
                      <a:pt x="293" y="10065"/>
                    </a:lnTo>
                    <a:lnTo>
                      <a:pt x="147" y="9897"/>
                    </a:lnTo>
                    <a:lnTo>
                      <a:pt x="126" y="9688"/>
                    </a:lnTo>
                    <a:lnTo>
                      <a:pt x="84" y="9772"/>
                    </a:lnTo>
                    <a:lnTo>
                      <a:pt x="0" y="9835"/>
                    </a:lnTo>
                    <a:lnTo>
                      <a:pt x="105" y="10002"/>
                    </a:lnTo>
                    <a:lnTo>
                      <a:pt x="314" y="10253"/>
                    </a:lnTo>
                    <a:lnTo>
                      <a:pt x="419" y="10588"/>
                    </a:lnTo>
                    <a:lnTo>
                      <a:pt x="377" y="11153"/>
                    </a:lnTo>
                    <a:lnTo>
                      <a:pt x="460" y="11257"/>
                    </a:lnTo>
                    <a:lnTo>
                      <a:pt x="544" y="11592"/>
                    </a:lnTo>
                    <a:lnTo>
                      <a:pt x="711" y="12032"/>
                    </a:lnTo>
                    <a:lnTo>
                      <a:pt x="649" y="12178"/>
                    </a:lnTo>
                    <a:lnTo>
                      <a:pt x="670" y="12827"/>
                    </a:lnTo>
                    <a:lnTo>
                      <a:pt x="649" y="12910"/>
                    </a:lnTo>
                    <a:lnTo>
                      <a:pt x="711" y="13099"/>
                    </a:lnTo>
                    <a:lnTo>
                      <a:pt x="711" y="13308"/>
                    </a:lnTo>
                    <a:lnTo>
                      <a:pt x="837" y="13559"/>
                    </a:lnTo>
                    <a:lnTo>
                      <a:pt x="837" y="13726"/>
                    </a:lnTo>
                    <a:lnTo>
                      <a:pt x="732" y="13810"/>
                    </a:lnTo>
                    <a:lnTo>
                      <a:pt x="774" y="13852"/>
                    </a:lnTo>
                    <a:lnTo>
                      <a:pt x="732" y="14019"/>
                    </a:lnTo>
                    <a:lnTo>
                      <a:pt x="711" y="14270"/>
                    </a:lnTo>
                    <a:lnTo>
                      <a:pt x="628" y="14354"/>
                    </a:lnTo>
                    <a:lnTo>
                      <a:pt x="649" y="14438"/>
                    </a:lnTo>
                    <a:lnTo>
                      <a:pt x="628" y="14584"/>
                    </a:lnTo>
                    <a:lnTo>
                      <a:pt x="523" y="14668"/>
                    </a:lnTo>
                    <a:lnTo>
                      <a:pt x="544" y="14793"/>
                    </a:lnTo>
                    <a:lnTo>
                      <a:pt x="335" y="14961"/>
                    </a:lnTo>
                    <a:lnTo>
                      <a:pt x="251" y="14877"/>
                    </a:lnTo>
                    <a:lnTo>
                      <a:pt x="126" y="15086"/>
                    </a:lnTo>
                    <a:lnTo>
                      <a:pt x="126" y="15442"/>
                    </a:lnTo>
                    <a:lnTo>
                      <a:pt x="209" y="15526"/>
                    </a:lnTo>
                    <a:lnTo>
                      <a:pt x="293" y="15526"/>
                    </a:lnTo>
                    <a:lnTo>
                      <a:pt x="544" y="15756"/>
                    </a:lnTo>
                    <a:lnTo>
                      <a:pt x="544" y="15861"/>
                    </a:lnTo>
                    <a:lnTo>
                      <a:pt x="565" y="15923"/>
                    </a:lnTo>
                    <a:lnTo>
                      <a:pt x="711" y="15944"/>
                    </a:lnTo>
                    <a:lnTo>
                      <a:pt x="753" y="16007"/>
                    </a:lnTo>
                    <a:lnTo>
                      <a:pt x="942" y="16028"/>
                    </a:lnTo>
                    <a:lnTo>
                      <a:pt x="983" y="16028"/>
                    </a:lnTo>
                    <a:lnTo>
                      <a:pt x="1025" y="16070"/>
                    </a:lnTo>
                    <a:lnTo>
                      <a:pt x="1151" y="16070"/>
                    </a:lnTo>
                    <a:lnTo>
                      <a:pt x="1297" y="16049"/>
                    </a:lnTo>
                    <a:lnTo>
                      <a:pt x="1339" y="16133"/>
                    </a:lnTo>
                    <a:lnTo>
                      <a:pt x="1402" y="16070"/>
                    </a:lnTo>
                    <a:lnTo>
                      <a:pt x="1423" y="16112"/>
                    </a:lnTo>
                    <a:lnTo>
                      <a:pt x="1611" y="16070"/>
                    </a:lnTo>
                    <a:lnTo>
                      <a:pt x="1758" y="16070"/>
                    </a:lnTo>
                    <a:lnTo>
                      <a:pt x="1779" y="16007"/>
                    </a:lnTo>
                    <a:lnTo>
                      <a:pt x="1862" y="15965"/>
                    </a:lnTo>
                    <a:lnTo>
                      <a:pt x="1946" y="15840"/>
                    </a:lnTo>
                    <a:lnTo>
                      <a:pt x="2113" y="15861"/>
                    </a:lnTo>
                    <a:lnTo>
                      <a:pt x="2113" y="15756"/>
                    </a:lnTo>
                    <a:lnTo>
                      <a:pt x="2218" y="15693"/>
                    </a:lnTo>
                    <a:lnTo>
                      <a:pt x="2323" y="15693"/>
                    </a:lnTo>
                    <a:lnTo>
                      <a:pt x="2406" y="15777"/>
                    </a:lnTo>
                    <a:lnTo>
                      <a:pt x="2511" y="15651"/>
                    </a:lnTo>
                    <a:lnTo>
                      <a:pt x="2532" y="15693"/>
                    </a:lnTo>
                    <a:lnTo>
                      <a:pt x="2616" y="15651"/>
                    </a:lnTo>
                    <a:lnTo>
                      <a:pt x="2636" y="15526"/>
                    </a:lnTo>
                    <a:lnTo>
                      <a:pt x="2950" y="15317"/>
                    </a:lnTo>
                    <a:lnTo>
                      <a:pt x="3076" y="15338"/>
                    </a:lnTo>
                    <a:lnTo>
                      <a:pt x="3160" y="15379"/>
                    </a:lnTo>
                    <a:lnTo>
                      <a:pt x="3264" y="15317"/>
                    </a:lnTo>
                    <a:lnTo>
                      <a:pt x="3557" y="15233"/>
                    </a:lnTo>
                    <a:lnTo>
                      <a:pt x="3599" y="15317"/>
                    </a:lnTo>
                    <a:lnTo>
                      <a:pt x="3787" y="15254"/>
                    </a:lnTo>
                    <a:lnTo>
                      <a:pt x="3850" y="15296"/>
                    </a:lnTo>
                    <a:lnTo>
                      <a:pt x="3955" y="15317"/>
                    </a:lnTo>
                    <a:lnTo>
                      <a:pt x="4038" y="15254"/>
                    </a:lnTo>
                    <a:lnTo>
                      <a:pt x="4101" y="15400"/>
                    </a:lnTo>
                    <a:lnTo>
                      <a:pt x="4185" y="15400"/>
                    </a:lnTo>
                    <a:lnTo>
                      <a:pt x="4268" y="15338"/>
                    </a:lnTo>
                    <a:lnTo>
                      <a:pt x="4310" y="15400"/>
                    </a:lnTo>
                    <a:lnTo>
                      <a:pt x="4415" y="15338"/>
                    </a:lnTo>
                    <a:lnTo>
                      <a:pt x="4624" y="15338"/>
                    </a:lnTo>
                    <a:lnTo>
                      <a:pt x="4624" y="15442"/>
                    </a:lnTo>
                    <a:lnTo>
                      <a:pt x="4645" y="15442"/>
                    </a:lnTo>
                    <a:lnTo>
                      <a:pt x="4792" y="15338"/>
                    </a:lnTo>
                    <a:lnTo>
                      <a:pt x="4917" y="15379"/>
                    </a:lnTo>
                    <a:lnTo>
                      <a:pt x="5064" y="15254"/>
                    </a:lnTo>
                    <a:lnTo>
                      <a:pt x="5126" y="15128"/>
                    </a:lnTo>
                    <a:lnTo>
                      <a:pt x="5168" y="15107"/>
                    </a:lnTo>
                    <a:lnTo>
                      <a:pt x="5315" y="14982"/>
                    </a:lnTo>
                    <a:lnTo>
                      <a:pt x="5377" y="14773"/>
                    </a:lnTo>
                    <a:lnTo>
                      <a:pt x="5524" y="14668"/>
                    </a:lnTo>
                    <a:lnTo>
                      <a:pt x="5670" y="14647"/>
                    </a:lnTo>
                    <a:lnTo>
                      <a:pt x="5754" y="14668"/>
                    </a:lnTo>
                    <a:lnTo>
                      <a:pt x="5984" y="14584"/>
                    </a:lnTo>
                    <a:lnTo>
                      <a:pt x="6277" y="14396"/>
                    </a:lnTo>
                    <a:lnTo>
                      <a:pt x="6486" y="14208"/>
                    </a:lnTo>
                    <a:lnTo>
                      <a:pt x="6570" y="14187"/>
                    </a:lnTo>
                    <a:lnTo>
                      <a:pt x="6737" y="14187"/>
                    </a:lnTo>
                    <a:lnTo>
                      <a:pt x="6905" y="14249"/>
                    </a:lnTo>
                    <a:lnTo>
                      <a:pt x="7051" y="14270"/>
                    </a:lnTo>
                    <a:lnTo>
                      <a:pt x="7198" y="14208"/>
                    </a:lnTo>
                    <a:lnTo>
                      <a:pt x="7407" y="14249"/>
                    </a:lnTo>
                    <a:lnTo>
                      <a:pt x="7742" y="14145"/>
                    </a:lnTo>
                    <a:lnTo>
                      <a:pt x="7930" y="14082"/>
                    </a:lnTo>
                    <a:lnTo>
                      <a:pt x="8056" y="13977"/>
                    </a:lnTo>
                    <a:lnTo>
                      <a:pt x="8139" y="13977"/>
                    </a:lnTo>
                    <a:lnTo>
                      <a:pt x="8307" y="13852"/>
                    </a:lnTo>
                    <a:lnTo>
                      <a:pt x="8558" y="13852"/>
                    </a:lnTo>
                    <a:lnTo>
                      <a:pt x="9186" y="13810"/>
                    </a:lnTo>
                    <a:lnTo>
                      <a:pt x="9395" y="13852"/>
                    </a:lnTo>
                    <a:lnTo>
                      <a:pt x="9520" y="13852"/>
                    </a:lnTo>
                    <a:lnTo>
                      <a:pt x="9709" y="13810"/>
                    </a:lnTo>
                    <a:lnTo>
                      <a:pt x="9834" y="13831"/>
                    </a:lnTo>
                    <a:lnTo>
                      <a:pt x="10022" y="13977"/>
                    </a:lnTo>
                    <a:lnTo>
                      <a:pt x="10148" y="14208"/>
                    </a:lnTo>
                    <a:lnTo>
                      <a:pt x="10253" y="14249"/>
                    </a:lnTo>
                    <a:lnTo>
                      <a:pt x="10336" y="14187"/>
                    </a:lnTo>
                    <a:lnTo>
                      <a:pt x="10378" y="14166"/>
                    </a:lnTo>
                    <a:lnTo>
                      <a:pt x="10441" y="14208"/>
                    </a:lnTo>
                    <a:lnTo>
                      <a:pt x="10504" y="14187"/>
                    </a:lnTo>
                    <a:lnTo>
                      <a:pt x="10650" y="14208"/>
                    </a:lnTo>
                    <a:lnTo>
                      <a:pt x="10755" y="14354"/>
                    </a:lnTo>
                    <a:lnTo>
                      <a:pt x="10880" y="14375"/>
                    </a:lnTo>
                    <a:lnTo>
                      <a:pt x="10964" y="14354"/>
                    </a:lnTo>
                    <a:lnTo>
                      <a:pt x="11194" y="14542"/>
                    </a:lnTo>
                    <a:lnTo>
                      <a:pt x="11194" y="14647"/>
                    </a:lnTo>
                    <a:lnTo>
                      <a:pt x="11278" y="14647"/>
                    </a:lnTo>
                    <a:lnTo>
                      <a:pt x="11341" y="14731"/>
                    </a:lnTo>
                    <a:lnTo>
                      <a:pt x="11320" y="14814"/>
                    </a:lnTo>
                    <a:lnTo>
                      <a:pt x="11215" y="14814"/>
                    </a:lnTo>
                    <a:lnTo>
                      <a:pt x="11194" y="14898"/>
                    </a:lnTo>
                    <a:lnTo>
                      <a:pt x="11299" y="15107"/>
                    </a:lnTo>
                    <a:lnTo>
                      <a:pt x="11403" y="15128"/>
                    </a:lnTo>
                    <a:lnTo>
                      <a:pt x="11508" y="15254"/>
                    </a:lnTo>
                    <a:lnTo>
                      <a:pt x="11550" y="15421"/>
                    </a:lnTo>
                    <a:lnTo>
                      <a:pt x="11529" y="15526"/>
                    </a:lnTo>
                    <a:lnTo>
                      <a:pt x="11655" y="15819"/>
                    </a:lnTo>
                    <a:lnTo>
                      <a:pt x="11613" y="15944"/>
                    </a:lnTo>
                    <a:lnTo>
                      <a:pt x="11655" y="16007"/>
                    </a:lnTo>
                    <a:lnTo>
                      <a:pt x="11634" y="16154"/>
                    </a:lnTo>
                    <a:lnTo>
                      <a:pt x="11613" y="16237"/>
                    </a:lnTo>
                    <a:lnTo>
                      <a:pt x="11529" y="16216"/>
                    </a:lnTo>
                    <a:lnTo>
                      <a:pt x="11508" y="16237"/>
                    </a:lnTo>
                    <a:lnTo>
                      <a:pt x="11592" y="16363"/>
                    </a:lnTo>
                    <a:lnTo>
                      <a:pt x="11655" y="16384"/>
                    </a:lnTo>
                    <a:lnTo>
                      <a:pt x="11717" y="16530"/>
                    </a:lnTo>
                    <a:lnTo>
                      <a:pt x="11822" y="16488"/>
                    </a:lnTo>
                    <a:lnTo>
                      <a:pt x="11927" y="16572"/>
                    </a:lnTo>
                    <a:lnTo>
                      <a:pt x="11927" y="16467"/>
                    </a:lnTo>
                    <a:lnTo>
                      <a:pt x="11864" y="16363"/>
                    </a:lnTo>
                    <a:lnTo>
                      <a:pt x="11927" y="16300"/>
                    </a:lnTo>
                    <a:lnTo>
                      <a:pt x="11968" y="16174"/>
                    </a:lnTo>
                    <a:lnTo>
                      <a:pt x="12073" y="16174"/>
                    </a:lnTo>
                    <a:lnTo>
                      <a:pt x="12136" y="16070"/>
                    </a:lnTo>
                    <a:lnTo>
                      <a:pt x="12240" y="16028"/>
                    </a:lnTo>
                    <a:lnTo>
                      <a:pt x="12261" y="15923"/>
                    </a:lnTo>
                    <a:lnTo>
                      <a:pt x="12366" y="15777"/>
                    </a:lnTo>
                    <a:lnTo>
                      <a:pt x="12596" y="15693"/>
                    </a:lnTo>
                    <a:lnTo>
                      <a:pt x="12638" y="15610"/>
                    </a:lnTo>
                    <a:lnTo>
                      <a:pt x="12680" y="15610"/>
                    </a:lnTo>
                    <a:lnTo>
                      <a:pt x="12868" y="15505"/>
                    </a:lnTo>
                    <a:lnTo>
                      <a:pt x="12910" y="15338"/>
                    </a:lnTo>
                    <a:lnTo>
                      <a:pt x="13077" y="15107"/>
                    </a:lnTo>
                    <a:lnTo>
                      <a:pt x="13224" y="15086"/>
                    </a:lnTo>
                    <a:lnTo>
                      <a:pt x="13307" y="14982"/>
                    </a:lnTo>
                    <a:lnTo>
                      <a:pt x="13266" y="14856"/>
                    </a:lnTo>
                    <a:lnTo>
                      <a:pt x="13287" y="14710"/>
                    </a:lnTo>
                    <a:lnTo>
                      <a:pt x="13370" y="14877"/>
                    </a:lnTo>
                    <a:lnTo>
                      <a:pt x="13370" y="15024"/>
                    </a:lnTo>
                    <a:lnTo>
                      <a:pt x="13370" y="15191"/>
                    </a:lnTo>
                    <a:lnTo>
                      <a:pt x="13287" y="15254"/>
                    </a:lnTo>
                    <a:lnTo>
                      <a:pt x="13266" y="15547"/>
                    </a:lnTo>
                    <a:lnTo>
                      <a:pt x="13015" y="15714"/>
                    </a:lnTo>
                    <a:lnTo>
                      <a:pt x="12973" y="15840"/>
                    </a:lnTo>
                    <a:lnTo>
                      <a:pt x="12910" y="15923"/>
                    </a:lnTo>
                    <a:lnTo>
                      <a:pt x="12910" y="16070"/>
                    </a:lnTo>
                    <a:lnTo>
                      <a:pt x="12784" y="16258"/>
                    </a:lnTo>
                    <a:lnTo>
                      <a:pt x="12805" y="16300"/>
                    </a:lnTo>
                    <a:lnTo>
                      <a:pt x="12743" y="16593"/>
                    </a:lnTo>
                    <a:lnTo>
                      <a:pt x="12450" y="16572"/>
                    </a:lnTo>
                    <a:lnTo>
                      <a:pt x="12387" y="16739"/>
                    </a:lnTo>
                    <a:lnTo>
                      <a:pt x="12324" y="16823"/>
                    </a:lnTo>
                    <a:lnTo>
                      <a:pt x="12324" y="16886"/>
                    </a:lnTo>
                    <a:lnTo>
                      <a:pt x="12491" y="16823"/>
                    </a:lnTo>
                    <a:lnTo>
                      <a:pt x="12659" y="16760"/>
                    </a:lnTo>
                    <a:lnTo>
                      <a:pt x="12868" y="16823"/>
                    </a:lnTo>
                    <a:lnTo>
                      <a:pt x="13056" y="16530"/>
                    </a:lnTo>
                    <a:lnTo>
                      <a:pt x="13098" y="16216"/>
                    </a:lnTo>
                    <a:lnTo>
                      <a:pt x="13266" y="16049"/>
                    </a:lnTo>
                    <a:lnTo>
                      <a:pt x="13307" y="16112"/>
                    </a:lnTo>
                    <a:lnTo>
                      <a:pt x="13307" y="16384"/>
                    </a:lnTo>
                    <a:lnTo>
                      <a:pt x="13370" y="16551"/>
                    </a:lnTo>
                    <a:lnTo>
                      <a:pt x="13307" y="16551"/>
                    </a:lnTo>
                    <a:lnTo>
                      <a:pt x="13328" y="16823"/>
                    </a:lnTo>
                    <a:lnTo>
                      <a:pt x="13203" y="17074"/>
                    </a:lnTo>
                    <a:lnTo>
                      <a:pt x="12994" y="17158"/>
                    </a:lnTo>
                    <a:lnTo>
                      <a:pt x="13015" y="17221"/>
                    </a:lnTo>
                    <a:lnTo>
                      <a:pt x="13161" y="17200"/>
                    </a:lnTo>
                    <a:lnTo>
                      <a:pt x="13307" y="17221"/>
                    </a:lnTo>
                    <a:lnTo>
                      <a:pt x="13391" y="17158"/>
                    </a:lnTo>
                    <a:lnTo>
                      <a:pt x="13496" y="17116"/>
                    </a:lnTo>
                    <a:lnTo>
                      <a:pt x="13600" y="17011"/>
                    </a:lnTo>
                    <a:lnTo>
                      <a:pt x="13705" y="17053"/>
                    </a:lnTo>
                    <a:lnTo>
                      <a:pt x="13789" y="17053"/>
                    </a:lnTo>
                    <a:lnTo>
                      <a:pt x="13705" y="17158"/>
                    </a:lnTo>
                    <a:lnTo>
                      <a:pt x="13642" y="17221"/>
                    </a:lnTo>
                    <a:lnTo>
                      <a:pt x="13538" y="17221"/>
                    </a:lnTo>
                    <a:lnTo>
                      <a:pt x="13517" y="17283"/>
                    </a:lnTo>
                    <a:lnTo>
                      <a:pt x="13621" y="17430"/>
                    </a:lnTo>
                    <a:lnTo>
                      <a:pt x="13684" y="17576"/>
                    </a:lnTo>
                    <a:lnTo>
                      <a:pt x="13747" y="17744"/>
                    </a:lnTo>
                    <a:lnTo>
                      <a:pt x="13747" y="17953"/>
                    </a:lnTo>
                    <a:lnTo>
                      <a:pt x="13726" y="18225"/>
                    </a:lnTo>
                    <a:lnTo>
                      <a:pt x="13600" y="18371"/>
                    </a:lnTo>
                    <a:lnTo>
                      <a:pt x="13621" y="18455"/>
                    </a:lnTo>
                    <a:lnTo>
                      <a:pt x="13600" y="18664"/>
                    </a:lnTo>
                    <a:lnTo>
                      <a:pt x="13705" y="18748"/>
                    </a:lnTo>
                    <a:lnTo>
                      <a:pt x="13789" y="18895"/>
                    </a:lnTo>
                    <a:lnTo>
                      <a:pt x="13810" y="19083"/>
                    </a:lnTo>
                    <a:lnTo>
                      <a:pt x="14019" y="19355"/>
                    </a:lnTo>
                    <a:lnTo>
                      <a:pt x="14165" y="19397"/>
                    </a:lnTo>
                    <a:lnTo>
                      <a:pt x="14270" y="19480"/>
                    </a:lnTo>
                    <a:lnTo>
                      <a:pt x="14333" y="19606"/>
                    </a:lnTo>
                    <a:lnTo>
                      <a:pt x="14437" y="19627"/>
                    </a:lnTo>
                    <a:lnTo>
                      <a:pt x="14458" y="19585"/>
                    </a:lnTo>
                    <a:lnTo>
                      <a:pt x="14542" y="19564"/>
                    </a:lnTo>
                    <a:lnTo>
                      <a:pt x="14688" y="19585"/>
                    </a:lnTo>
                    <a:lnTo>
                      <a:pt x="14835" y="19731"/>
                    </a:lnTo>
                    <a:lnTo>
                      <a:pt x="14960" y="19773"/>
                    </a:lnTo>
                    <a:lnTo>
                      <a:pt x="15086" y="19899"/>
                    </a:lnTo>
                    <a:lnTo>
                      <a:pt x="15107" y="20003"/>
                    </a:lnTo>
                    <a:lnTo>
                      <a:pt x="15212" y="20045"/>
                    </a:lnTo>
                    <a:lnTo>
                      <a:pt x="15358" y="20192"/>
                    </a:lnTo>
                    <a:lnTo>
                      <a:pt x="15421" y="20192"/>
                    </a:lnTo>
                    <a:lnTo>
                      <a:pt x="15463" y="20108"/>
                    </a:lnTo>
                    <a:lnTo>
                      <a:pt x="15693" y="20003"/>
                    </a:lnTo>
                    <a:lnTo>
                      <a:pt x="15776" y="19899"/>
                    </a:lnTo>
                    <a:lnTo>
                      <a:pt x="15902" y="19899"/>
                    </a:lnTo>
                    <a:lnTo>
                      <a:pt x="16048" y="19773"/>
                    </a:lnTo>
                    <a:lnTo>
                      <a:pt x="16153" y="19773"/>
                    </a:lnTo>
                    <a:lnTo>
                      <a:pt x="16195" y="19711"/>
                    </a:lnTo>
                    <a:lnTo>
                      <a:pt x="16153" y="19669"/>
                    </a:lnTo>
                    <a:lnTo>
                      <a:pt x="16048" y="19627"/>
                    </a:lnTo>
                    <a:lnTo>
                      <a:pt x="16090" y="19564"/>
                    </a:lnTo>
                    <a:lnTo>
                      <a:pt x="16320" y="19397"/>
                    </a:lnTo>
                    <a:lnTo>
                      <a:pt x="16509" y="19522"/>
                    </a:lnTo>
                    <a:lnTo>
                      <a:pt x="16509" y="19669"/>
                    </a:lnTo>
                    <a:lnTo>
                      <a:pt x="16258" y="19794"/>
                    </a:lnTo>
                    <a:lnTo>
                      <a:pt x="16320" y="19899"/>
                    </a:lnTo>
                    <a:lnTo>
                      <a:pt x="16404" y="19920"/>
                    </a:lnTo>
                    <a:lnTo>
                      <a:pt x="16467" y="19815"/>
                    </a:lnTo>
                    <a:lnTo>
                      <a:pt x="16572" y="19731"/>
                    </a:lnTo>
                    <a:lnTo>
                      <a:pt x="16676" y="19815"/>
                    </a:lnTo>
                    <a:lnTo>
                      <a:pt x="16676" y="19920"/>
                    </a:lnTo>
                    <a:lnTo>
                      <a:pt x="16613" y="19920"/>
                    </a:lnTo>
                    <a:lnTo>
                      <a:pt x="16509" y="20003"/>
                    </a:lnTo>
                    <a:lnTo>
                      <a:pt x="16655" y="20192"/>
                    </a:lnTo>
                    <a:lnTo>
                      <a:pt x="16676" y="20401"/>
                    </a:lnTo>
                    <a:lnTo>
                      <a:pt x="16760" y="20338"/>
                    </a:lnTo>
                    <a:lnTo>
                      <a:pt x="16844" y="20359"/>
                    </a:lnTo>
                    <a:lnTo>
                      <a:pt x="16844" y="20464"/>
                    </a:lnTo>
                    <a:lnTo>
                      <a:pt x="16927" y="20610"/>
                    </a:lnTo>
                    <a:lnTo>
                      <a:pt x="16990" y="20443"/>
                    </a:lnTo>
                    <a:lnTo>
                      <a:pt x="16990" y="20296"/>
                    </a:lnTo>
                    <a:lnTo>
                      <a:pt x="16885" y="20359"/>
                    </a:lnTo>
                    <a:lnTo>
                      <a:pt x="16885" y="20317"/>
                    </a:lnTo>
                    <a:lnTo>
                      <a:pt x="16948" y="20234"/>
                    </a:lnTo>
                    <a:lnTo>
                      <a:pt x="17241" y="20234"/>
                    </a:lnTo>
                    <a:lnTo>
                      <a:pt x="17262" y="20296"/>
                    </a:lnTo>
                    <a:lnTo>
                      <a:pt x="17304" y="20234"/>
                    </a:lnTo>
                    <a:lnTo>
                      <a:pt x="17450" y="20024"/>
                    </a:lnTo>
                    <a:lnTo>
                      <a:pt x="17764" y="19836"/>
                    </a:lnTo>
                    <a:lnTo>
                      <a:pt x="17911" y="19711"/>
                    </a:lnTo>
                    <a:lnTo>
                      <a:pt x="17827" y="19711"/>
                    </a:lnTo>
                    <a:lnTo>
                      <a:pt x="17764" y="19731"/>
                    </a:lnTo>
                    <a:lnTo>
                      <a:pt x="17785" y="19711"/>
                    </a:lnTo>
                    <a:lnTo>
                      <a:pt x="17681" y="19669"/>
                    </a:lnTo>
                    <a:lnTo>
                      <a:pt x="17932" y="19669"/>
                    </a:lnTo>
                    <a:lnTo>
                      <a:pt x="18183" y="19606"/>
                    </a:lnTo>
                    <a:lnTo>
                      <a:pt x="18622" y="19501"/>
                    </a:lnTo>
                    <a:lnTo>
                      <a:pt x="18957" y="19585"/>
                    </a:lnTo>
                    <a:lnTo>
                      <a:pt x="19124" y="19501"/>
                    </a:lnTo>
                    <a:lnTo>
                      <a:pt x="19124" y="19397"/>
                    </a:lnTo>
                    <a:lnTo>
                      <a:pt x="19229" y="19397"/>
                    </a:lnTo>
                    <a:lnTo>
                      <a:pt x="19333" y="19313"/>
                    </a:lnTo>
                    <a:lnTo>
                      <a:pt x="19438" y="19104"/>
                    </a:lnTo>
                    <a:lnTo>
                      <a:pt x="19375" y="18895"/>
                    </a:lnTo>
                    <a:lnTo>
                      <a:pt x="19375" y="18769"/>
                    </a:lnTo>
                    <a:lnTo>
                      <a:pt x="19585" y="18560"/>
                    </a:lnTo>
                    <a:lnTo>
                      <a:pt x="19585" y="18225"/>
                    </a:lnTo>
                    <a:lnTo>
                      <a:pt x="19668" y="18099"/>
                    </a:lnTo>
                    <a:lnTo>
                      <a:pt x="19710" y="17869"/>
                    </a:lnTo>
                    <a:lnTo>
                      <a:pt x="19815" y="17827"/>
                    </a:lnTo>
                    <a:lnTo>
                      <a:pt x="19815" y="17702"/>
                    </a:lnTo>
                    <a:lnTo>
                      <a:pt x="20170" y="17283"/>
                    </a:lnTo>
                    <a:lnTo>
                      <a:pt x="20275" y="17262"/>
                    </a:lnTo>
                    <a:lnTo>
                      <a:pt x="20317" y="17011"/>
                    </a:lnTo>
                    <a:lnTo>
                      <a:pt x="20442" y="16823"/>
                    </a:lnTo>
                    <a:lnTo>
                      <a:pt x="20547" y="16593"/>
                    </a:lnTo>
                    <a:lnTo>
                      <a:pt x="20694" y="16446"/>
                    </a:lnTo>
                    <a:lnTo>
                      <a:pt x="20652" y="16342"/>
                    </a:lnTo>
                    <a:lnTo>
                      <a:pt x="20756" y="16258"/>
                    </a:lnTo>
                    <a:lnTo>
                      <a:pt x="20861" y="16049"/>
                    </a:lnTo>
                    <a:lnTo>
                      <a:pt x="20798" y="15965"/>
                    </a:lnTo>
                    <a:lnTo>
                      <a:pt x="20966" y="15902"/>
                    </a:lnTo>
                    <a:lnTo>
                      <a:pt x="21070" y="15714"/>
                    </a:lnTo>
                    <a:lnTo>
                      <a:pt x="21154" y="15630"/>
                    </a:lnTo>
                    <a:lnTo>
                      <a:pt x="21258" y="15442"/>
                    </a:lnTo>
                    <a:lnTo>
                      <a:pt x="21426" y="15400"/>
                    </a:lnTo>
                    <a:lnTo>
                      <a:pt x="21530" y="15338"/>
                    </a:lnTo>
                    <a:lnTo>
                      <a:pt x="21342" y="15338"/>
                    </a:lnTo>
                    <a:lnTo>
                      <a:pt x="21384" y="15296"/>
                    </a:lnTo>
                    <a:lnTo>
                      <a:pt x="21593" y="15254"/>
                    </a:lnTo>
                    <a:lnTo>
                      <a:pt x="21782" y="15170"/>
                    </a:lnTo>
                    <a:lnTo>
                      <a:pt x="21802" y="15003"/>
                    </a:lnTo>
                    <a:lnTo>
                      <a:pt x="21782" y="14961"/>
                    </a:lnTo>
                    <a:lnTo>
                      <a:pt x="21802" y="14814"/>
                    </a:lnTo>
                    <a:lnTo>
                      <a:pt x="22012" y="14689"/>
                    </a:lnTo>
                    <a:lnTo>
                      <a:pt x="22012" y="14563"/>
                    </a:lnTo>
                    <a:lnTo>
                      <a:pt x="22158" y="14501"/>
                    </a:lnTo>
                    <a:lnTo>
                      <a:pt x="22284" y="14291"/>
                    </a:lnTo>
                    <a:lnTo>
                      <a:pt x="22263" y="14187"/>
                    </a:lnTo>
                    <a:lnTo>
                      <a:pt x="22305" y="14019"/>
                    </a:lnTo>
                    <a:lnTo>
                      <a:pt x="22284" y="13957"/>
                    </a:lnTo>
                    <a:lnTo>
                      <a:pt x="22284" y="13852"/>
                    </a:lnTo>
                    <a:lnTo>
                      <a:pt x="22430" y="13496"/>
                    </a:lnTo>
                    <a:lnTo>
                      <a:pt x="22493" y="13287"/>
                    </a:lnTo>
                    <a:lnTo>
                      <a:pt x="22702" y="12910"/>
                    </a:lnTo>
                    <a:lnTo>
                      <a:pt x="22702" y="12785"/>
                    </a:lnTo>
                    <a:lnTo>
                      <a:pt x="22807" y="12492"/>
                    </a:lnTo>
                    <a:lnTo>
                      <a:pt x="22953" y="12366"/>
                    </a:lnTo>
                    <a:lnTo>
                      <a:pt x="23016" y="12199"/>
                    </a:lnTo>
                    <a:lnTo>
                      <a:pt x="22953" y="12053"/>
                    </a:lnTo>
                    <a:lnTo>
                      <a:pt x="23058" y="11927"/>
                    </a:lnTo>
                    <a:lnTo>
                      <a:pt x="22995" y="11655"/>
                    </a:lnTo>
                    <a:lnTo>
                      <a:pt x="22995" y="11529"/>
                    </a:lnTo>
                    <a:lnTo>
                      <a:pt x="22911" y="11320"/>
                    </a:lnTo>
                    <a:lnTo>
                      <a:pt x="22891" y="11236"/>
                    </a:lnTo>
                    <a:lnTo>
                      <a:pt x="22849" y="11111"/>
                    </a:lnTo>
                    <a:lnTo>
                      <a:pt x="22911" y="11069"/>
                    </a:lnTo>
                    <a:lnTo>
                      <a:pt x="22911" y="10923"/>
                    </a:lnTo>
                    <a:lnTo>
                      <a:pt x="23016" y="10776"/>
                    </a:lnTo>
                    <a:lnTo>
                      <a:pt x="23016" y="10713"/>
                    </a:lnTo>
                    <a:lnTo>
                      <a:pt x="22995" y="10379"/>
                    </a:lnTo>
                    <a:lnTo>
                      <a:pt x="23058" y="10253"/>
                    </a:lnTo>
                    <a:lnTo>
                      <a:pt x="23016" y="10190"/>
                    </a:lnTo>
                    <a:lnTo>
                      <a:pt x="22995" y="10065"/>
                    </a:lnTo>
                    <a:lnTo>
                      <a:pt x="22995" y="9856"/>
                    </a:lnTo>
                    <a:lnTo>
                      <a:pt x="22932" y="9835"/>
                    </a:lnTo>
                    <a:lnTo>
                      <a:pt x="22995" y="9688"/>
                    </a:lnTo>
                    <a:lnTo>
                      <a:pt x="22891" y="9667"/>
                    </a:lnTo>
                    <a:lnTo>
                      <a:pt x="22828" y="9542"/>
                    </a:lnTo>
                    <a:lnTo>
                      <a:pt x="22828" y="9416"/>
                    </a:lnTo>
                    <a:lnTo>
                      <a:pt x="22702" y="9312"/>
                    </a:lnTo>
                    <a:lnTo>
                      <a:pt x="22619" y="9144"/>
                    </a:lnTo>
                    <a:lnTo>
                      <a:pt x="22598" y="8956"/>
                    </a:lnTo>
                    <a:lnTo>
                      <a:pt x="22514" y="8830"/>
                    </a:lnTo>
                    <a:lnTo>
                      <a:pt x="22430" y="8830"/>
                    </a:lnTo>
                    <a:lnTo>
                      <a:pt x="22367" y="8851"/>
                    </a:lnTo>
                    <a:lnTo>
                      <a:pt x="22284" y="8809"/>
                    </a:lnTo>
                    <a:lnTo>
                      <a:pt x="22263" y="8642"/>
                    </a:lnTo>
                    <a:lnTo>
                      <a:pt x="22200" y="8621"/>
                    </a:lnTo>
                    <a:lnTo>
                      <a:pt x="22179" y="8537"/>
                    </a:lnTo>
                    <a:lnTo>
                      <a:pt x="22054" y="8412"/>
                    </a:lnTo>
                    <a:lnTo>
                      <a:pt x="21970" y="8370"/>
                    </a:lnTo>
                    <a:lnTo>
                      <a:pt x="22012" y="8265"/>
                    </a:lnTo>
                    <a:lnTo>
                      <a:pt x="21949" y="8119"/>
                    </a:lnTo>
                    <a:lnTo>
                      <a:pt x="22054" y="7993"/>
                    </a:lnTo>
                    <a:lnTo>
                      <a:pt x="22074" y="7805"/>
                    </a:lnTo>
                    <a:lnTo>
                      <a:pt x="22012" y="7742"/>
                    </a:lnTo>
                    <a:lnTo>
                      <a:pt x="22054" y="7638"/>
                    </a:lnTo>
                    <a:lnTo>
                      <a:pt x="21970" y="7575"/>
                    </a:lnTo>
                    <a:lnTo>
                      <a:pt x="21949" y="7638"/>
                    </a:lnTo>
                    <a:lnTo>
                      <a:pt x="21991" y="7679"/>
                    </a:lnTo>
                    <a:lnTo>
                      <a:pt x="21949" y="7763"/>
                    </a:lnTo>
                    <a:lnTo>
                      <a:pt x="21677" y="7533"/>
                    </a:lnTo>
                    <a:lnTo>
                      <a:pt x="21635" y="7366"/>
                    </a:lnTo>
                    <a:lnTo>
                      <a:pt x="21572" y="7387"/>
                    </a:lnTo>
                    <a:lnTo>
                      <a:pt x="21572" y="7470"/>
                    </a:lnTo>
                    <a:lnTo>
                      <a:pt x="21551" y="7575"/>
                    </a:lnTo>
                    <a:lnTo>
                      <a:pt x="21593" y="7763"/>
                    </a:lnTo>
                    <a:lnTo>
                      <a:pt x="21468" y="7596"/>
                    </a:lnTo>
                    <a:lnTo>
                      <a:pt x="21426" y="7659"/>
                    </a:lnTo>
                    <a:lnTo>
                      <a:pt x="21426" y="7554"/>
                    </a:lnTo>
                    <a:lnTo>
                      <a:pt x="21363" y="7470"/>
                    </a:lnTo>
                    <a:lnTo>
                      <a:pt x="21342" y="7135"/>
                    </a:lnTo>
                    <a:lnTo>
                      <a:pt x="21384" y="7115"/>
                    </a:lnTo>
                    <a:lnTo>
                      <a:pt x="21384" y="7031"/>
                    </a:lnTo>
                    <a:lnTo>
                      <a:pt x="21279" y="6947"/>
                    </a:lnTo>
                    <a:lnTo>
                      <a:pt x="21321" y="6863"/>
                    </a:lnTo>
                    <a:lnTo>
                      <a:pt x="21238" y="6801"/>
                    </a:lnTo>
                    <a:lnTo>
                      <a:pt x="21258" y="6696"/>
                    </a:lnTo>
                    <a:lnTo>
                      <a:pt x="21070" y="6529"/>
                    </a:lnTo>
                    <a:lnTo>
                      <a:pt x="21028" y="6424"/>
                    </a:lnTo>
                    <a:lnTo>
                      <a:pt x="21028" y="6299"/>
                    </a:lnTo>
                    <a:lnTo>
                      <a:pt x="21133" y="6319"/>
                    </a:lnTo>
                    <a:lnTo>
                      <a:pt x="21133" y="6194"/>
                    </a:lnTo>
                    <a:lnTo>
                      <a:pt x="21028" y="6027"/>
                    </a:lnTo>
                    <a:lnTo>
                      <a:pt x="20966" y="6068"/>
                    </a:lnTo>
                    <a:lnTo>
                      <a:pt x="20861" y="6068"/>
                    </a:lnTo>
                    <a:lnTo>
                      <a:pt x="20756" y="5880"/>
                    </a:lnTo>
                    <a:lnTo>
                      <a:pt x="20694" y="5880"/>
                    </a:lnTo>
                    <a:lnTo>
                      <a:pt x="20589" y="5796"/>
                    </a:lnTo>
                    <a:lnTo>
                      <a:pt x="20505" y="5859"/>
                    </a:lnTo>
                    <a:lnTo>
                      <a:pt x="20484" y="5796"/>
                    </a:lnTo>
                    <a:lnTo>
                      <a:pt x="20338" y="5754"/>
                    </a:lnTo>
                    <a:lnTo>
                      <a:pt x="20275" y="5817"/>
                    </a:lnTo>
                    <a:lnTo>
                      <a:pt x="20317" y="5713"/>
                    </a:lnTo>
                    <a:lnTo>
                      <a:pt x="20442" y="5692"/>
                    </a:lnTo>
                    <a:lnTo>
                      <a:pt x="20442" y="5608"/>
                    </a:lnTo>
                    <a:lnTo>
                      <a:pt x="20422" y="5545"/>
                    </a:lnTo>
                    <a:lnTo>
                      <a:pt x="20296" y="5566"/>
                    </a:lnTo>
                    <a:lnTo>
                      <a:pt x="20191" y="5545"/>
                    </a:lnTo>
                    <a:lnTo>
                      <a:pt x="20170" y="5482"/>
                    </a:lnTo>
                    <a:lnTo>
                      <a:pt x="20087" y="5482"/>
                    </a:lnTo>
                    <a:lnTo>
                      <a:pt x="19857" y="5336"/>
                    </a:lnTo>
                    <a:lnTo>
                      <a:pt x="19752" y="5127"/>
                    </a:lnTo>
                    <a:lnTo>
                      <a:pt x="19710" y="4918"/>
                    </a:lnTo>
                    <a:lnTo>
                      <a:pt x="19668" y="4771"/>
                    </a:lnTo>
                    <a:lnTo>
                      <a:pt x="19668" y="4666"/>
                    </a:lnTo>
                    <a:lnTo>
                      <a:pt x="19710" y="4646"/>
                    </a:lnTo>
                    <a:lnTo>
                      <a:pt x="19773" y="4415"/>
                    </a:lnTo>
                    <a:lnTo>
                      <a:pt x="19689" y="4122"/>
                    </a:lnTo>
                    <a:lnTo>
                      <a:pt x="19647" y="3976"/>
                    </a:lnTo>
                    <a:lnTo>
                      <a:pt x="19689" y="3934"/>
                    </a:lnTo>
                    <a:lnTo>
                      <a:pt x="19606" y="3892"/>
                    </a:lnTo>
                    <a:lnTo>
                      <a:pt x="19543" y="3892"/>
                    </a:lnTo>
                    <a:lnTo>
                      <a:pt x="19438" y="3662"/>
                    </a:lnTo>
                    <a:lnTo>
                      <a:pt x="19438" y="3369"/>
                    </a:lnTo>
                    <a:lnTo>
                      <a:pt x="19459" y="3348"/>
                    </a:lnTo>
                    <a:lnTo>
                      <a:pt x="19459" y="3265"/>
                    </a:lnTo>
                    <a:lnTo>
                      <a:pt x="19396" y="3202"/>
                    </a:lnTo>
                    <a:lnTo>
                      <a:pt x="19375" y="2846"/>
                    </a:lnTo>
                    <a:lnTo>
                      <a:pt x="19438" y="2762"/>
                    </a:lnTo>
                    <a:lnTo>
                      <a:pt x="19375" y="2637"/>
                    </a:lnTo>
                    <a:lnTo>
                      <a:pt x="19438" y="2616"/>
                    </a:lnTo>
                    <a:lnTo>
                      <a:pt x="19438" y="2532"/>
                    </a:lnTo>
                    <a:lnTo>
                      <a:pt x="19250" y="2323"/>
                    </a:lnTo>
                    <a:lnTo>
                      <a:pt x="19124" y="2260"/>
                    </a:lnTo>
                    <a:lnTo>
                      <a:pt x="19145" y="2218"/>
                    </a:lnTo>
                    <a:lnTo>
                      <a:pt x="19020" y="2093"/>
                    </a:lnTo>
                    <a:lnTo>
                      <a:pt x="18915" y="2156"/>
                    </a:lnTo>
                    <a:lnTo>
                      <a:pt x="18852" y="2114"/>
                    </a:lnTo>
                    <a:lnTo>
                      <a:pt x="18769" y="2239"/>
                    </a:lnTo>
                    <a:lnTo>
                      <a:pt x="18706" y="2239"/>
                    </a:lnTo>
                    <a:lnTo>
                      <a:pt x="18559" y="2051"/>
                    </a:lnTo>
                    <a:lnTo>
                      <a:pt x="18601" y="1988"/>
                    </a:lnTo>
                    <a:lnTo>
                      <a:pt x="18517" y="1800"/>
                    </a:lnTo>
                    <a:lnTo>
                      <a:pt x="18538" y="1591"/>
                    </a:lnTo>
                    <a:lnTo>
                      <a:pt x="18517" y="1319"/>
                    </a:lnTo>
                    <a:lnTo>
                      <a:pt x="18497" y="1361"/>
                    </a:lnTo>
                    <a:lnTo>
                      <a:pt x="18434" y="1256"/>
                    </a:lnTo>
                    <a:lnTo>
                      <a:pt x="18497" y="1151"/>
                    </a:lnTo>
                    <a:lnTo>
                      <a:pt x="18413" y="1047"/>
                    </a:lnTo>
                    <a:lnTo>
                      <a:pt x="18392" y="942"/>
                    </a:lnTo>
                    <a:lnTo>
                      <a:pt x="18329" y="900"/>
                    </a:lnTo>
                    <a:lnTo>
                      <a:pt x="18329" y="754"/>
                    </a:lnTo>
                    <a:lnTo>
                      <a:pt x="18413" y="670"/>
                    </a:lnTo>
                    <a:lnTo>
                      <a:pt x="18329" y="649"/>
                    </a:lnTo>
                    <a:lnTo>
                      <a:pt x="18225" y="670"/>
                    </a:lnTo>
                    <a:lnTo>
                      <a:pt x="18141" y="586"/>
                    </a:lnTo>
                    <a:lnTo>
                      <a:pt x="18204" y="314"/>
                    </a:lnTo>
                    <a:lnTo>
                      <a:pt x="18183" y="252"/>
                    </a:lnTo>
                    <a:lnTo>
                      <a:pt x="18120" y="105"/>
                    </a:lnTo>
                    <a:lnTo>
                      <a:pt x="18015" y="63"/>
                    </a:lnTo>
                    <a:lnTo>
                      <a:pt x="1801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457" name="Google Shape;2457;p56"/>
              <p:cNvSpPr/>
              <p:nvPr/>
            </p:nvSpPr>
            <p:spPr>
              <a:xfrm>
                <a:off x="5683950" y="3957275"/>
                <a:ext cx="54950" cy="71175"/>
              </a:xfrm>
              <a:custGeom>
                <a:avLst/>
                <a:gdLst/>
                <a:ahLst/>
                <a:cxnLst/>
                <a:rect l="l" t="t" r="r" b="b"/>
                <a:pathLst>
                  <a:path w="2198" h="2847" extrusionOk="0">
                    <a:moveTo>
                      <a:pt x="168" y="1"/>
                    </a:moveTo>
                    <a:lnTo>
                      <a:pt x="126" y="64"/>
                    </a:lnTo>
                    <a:lnTo>
                      <a:pt x="126" y="189"/>
                    </a:lnTo>
                    <a:lnTo>
                      <a:pt x="105" y="210"/>
                    </a:lnTo>
                    <a:lnTo>
                      <a:pt x="105" y="336"/>
                    </a:lnTo>
                    <a:lnTo>
                      <a:pt x="126" y="587"/>
                    </a:lnTo>
                    <a:lnTo>
                      <a:pt x="105" y="733"/>
                    </a:lnTo>
                    <a:lnTo>
                      <a:pt x="126" y="1005"/>
                    </a:lnTo>
                    <a:lnTo>
                      <a:pt x="168" y="1214"/>
                    </a:lnTo>
                    <a:lnTo>
                      <a:pt x="126" y="1361"/>
                    </a:lnTo>
                    <a:lnTo>
                      <a:pt x="189" y="1382"/>
                    </a:lnTo>
                    <a:lnTo>
                      <a:pt x="189" y="1466"/>
                    </a:lnTo>
                    <a:lnTo>
                      <a:pt x="294" y="1570"/>
                    </a:lnTo>
                    <a:lnTo>
                      <a:pt x="168" y="1570"/>
                    </a:lnTo>
                    <a:lnTo>
                      <a:pt x="64" y="1466"/>
                    </a:lnTo>
                    <a:lnTo>
                      <a:pt x="1" y="1570"/>
                    </a:lnTo>
                    <a:lnTo>
                      <a:pt x="1" y="1779"/>
                    </a:lnTo>
                    <a:lnTo>
                      <a:pt x="85" y="1842"/>
                    </a:lnTo>
                    <a:lnTo>
                      <a:pt x="64" y="1884"/>
                    </a:lnTo>
                    <a:lnTo>
                      <a:pt x="64" y="2198"/>
                    </a:lnTo>
                    <a:lnTo>
                      <a:pt x="105" y="2261"/>
                    </a:lnTo>
                    <a:lnTo>
                      <a:pt x="85" y="2303"/>
                    </a:lnTo>
                    <a:lnTo>
                      <a:pt x="105" y="2470"/>
                    </a:lnTo>
                    <a:lnTo>
                      <a:pt x="210" y="2491"/>
                    </a:lnTo>
                    <a:lnTo>
                      <a:pt x="168" y="2575"/>
                    </a:lnTo>
                    <a:lnTo>
                      <a:pt x="168" y="2700"/>
                    </a:lnTo>
                    <a:lnTo>
                      <a:pt x="210" y="2721"/>
                    </a:lnTo>
                    <a:lnTo>
                      <a:pt x="315" y="2700"/>
                    </a:lnTo>
                    <a:lnTo>
                      <a:pt x="398" y="2784"/>
                    </a:lnTo>
                    <a:lnTo>
                      <a:pt x="503" y="2637"/>
                    </a:lnTo>
                    <a:lnTo>
                      <a:pt x="503" y="2742"/>
                    </a:lnTo>
                    <a:lnTo>
                      <a:pt x="545" y="2847"/>
                    </a:lnTo>
                    <a:lnTo>
                      <a:pt x="649" y="2847"/>
                    </a:lnTo>
                    <a:lnTo>
                      <a:pt x="754" y="2700"/>
                    </a:lnTo>
                    <a:lnTo>
                      <a:pt x="796" y="2595"/>
                    </a:lnTo>
                    <a:lnTo>
                      <a:pt x="838" y="2407"/>
                    </a:lnTo>
                    <a:lnTo>
                      <a:pt x="921" y="2491"/>
                    </a:lnTo>
                    <a:lnTo>
                      <a:pt x="942" y="2428"/>
                    </a:lnTo>
                    <a:lnTo>
                      <a:pt x="1047" y="2365"/>
                    </a:lnTo>
                    <a:lnTo>
                      <a:pt x="1110" y="2219"/>
                    </a:lnTo>
                    <a:lnTo>
                      <a:pt x="1110" y="2365"/>
                    </a:lnTo>
                    <a:lnTo>
                      <a:pt x="1173" y="2386"/>
                    </a:lnTo>
                    <a:lnTo>
                      <a:pt x="1235" y="2282"/>
                    </a:lnTo>
                    <a:lnTo>
                      <a:pt x="1340" y="2261"/>
                    </a:lnTo>
                    <a:lnTo>
                      <a:pt x="1382" y="2303"/>
                    </a:lnTo>
                    <a:lnTo>
                      <a:pt x="1361" y="2407"/>
                    </a:lnTo>
                    <a:lnTo>
                      <a:pt x="1256" y="2365"/>
                    </a:lnTo>
                    <a:lnTo>
                      <a:pt x="1256" y="2512"/>
                    </a:lnTo>
                    <a:lnTo>
                      <a:pt x="1361" y="2470"/>
                    </a:lnTo>
                    <a:lnTo>
                      <a:pt x="1424" y="2491"/>
                    </a:lnTo>
                    <a:lnTo>
                      <a:pt x="1549" y="2303"/>
                    </a:lnTo>
                    <a:lnTo>
                      <a:pt x="1549" y="2219"/>
                    </a:lnTo>
                    <a:lnTo>
                      <a:pt x="1466" y="2177"/>
                    </a:lnTo>
                    <a:lnTo>
                      <a:pt x="1549" y="2072"/>
                    </a:lnTo>
                    <a:lnTo>
                      <a:pt x="1549" y="1947"/>
                    </a:lnTo>
                    <a:lnTo>
                      <a:pt x="1633" y="1947"/>
                    </a:lnTo>
                    <a:lnTo>
                      <a:pt x="1675" y="1884"/>
                    </a:lnTo>
                    <a:lnTo>
                      <a:pt x="1675" y="1633"/>
                    </a:lnTo>
                    <a:lnTo>
                      <a:pt x="1758" y="1570"/>
                    </a:lnTo>
                    <a:lnTo>
                      <a:pt x="1800" y="1466"/>
                    </a:lnTo>
                    <a:lnTo>
                      <a:pt x="1842" y="1633"/>
                    </a:lnTo>
                    <a:lnTo>
                      <a:pt x="1863" y="1696"/>
                    </a:lnTo>
                    <a:lnTo>
                      <a:pt x="1905" y="1570"/>
                    </a:lnTo>
                    <a:lnTo>
                      <a:pt x="1905" y="1466"/>
                    </a:lnTo>
                    <a:lnTo>
                      <a:pt x="1947" y="1424"/>
                    </a:lnTo>
                    <a:lnTo>
                      <a:pt x="1905" y="1256"/>
                    </a:lnTo>
                    <a:lnTo>
                      <a:pt x="1989" y="1131"/>
                    </a:lnTo>
                    <a:lnTo>
                      <a:pt x="1989" y="922"/>
                    </a:lnTo>
                    <a:lnTo>
                      <a:pt x="2093" y="796"/>
                    </a:lnTo>
                    <a:lnTo>
                      <a:pt x="2156" y="503"/>
                    </a:lnTo>
                    <a:lnTo>
                      <a:pt x="2198" y="398"/>
                    </a:lnTo>
                    <a:lnTo>
                      <a:pt x="2072" y="294"/>
                    </a:lnTo>
                    <a:lnTo>
                      <a:pt x="1947" y="294"/>
                    </a:lnTo>
                    <a:lnTo>
                      <a:pt x="1947" y="315"/>
                    </a:lnTo>
                    <a:lnTo>
                      <a:pt x="1884" y="419"/>
                    </a:lnTo>
                    <a:lnTo>
                      <a:pt x="1863" y="398"/>
                    </a:lnTo>
                    <a:lnTo>
                      <a:pt x="1800" y="398"/>
                    </a:lnTo>
                    <a:lnTo>
                      <a:pt x="1738" y="440"/>
                    </a:lnTo>
                    <a:lnTo>
                      <a:pt x="1675" y="503"/>
                    </a:lnTo>
                    <a:lnTo>
                      <a:pt x="1340" y="482"/>
                    </a:lnTo>
                    <a:lnTo>
                      <a:pt x="1256" y="524"/>
                    </a:lnTo>
                    <a:lnTo>
                      <a:pt x="1256" y="629"/>
                    </a:lnTo>
                    <a:lnTo>
                      <a:pt x="1173" y="545"/>
                    </a:lnTo>
                    <a:lnTo>
                      <a:pt x="1068" y="545"/>
                    </a:lnTo>
                    <a:lnTo>
                      <a:pt x="1005" y="608"/>
                    </a:lnTo>
                    <a:lnTo>
                      <a:pt x="901" y="524"/>
                    </a:lnTo>
                    <a:lnTo>
                      <a:pt x="733" y="398"/>
                    </a:lnTo>
                    <a:lnTo>
                      <a:pt x="524" y="294"/>
                    </a:lnTo>
                    <a:lnTo>
                      <a:pt x="524" y="106"/>
                    </a:lnTo>
                    <a:lnTo>
                      <a:pt x="482" y="168"/>
                    </a:lnTo>
                    <a:lnTo>
                      <a:pt x="440" y="210"/>
                    </a:lnTo>
                    <a:lnTo>
                      <a:pt x="377" y="126"/>
                    </a:lnTo>
                    <a:lnTo>
                      <a:pt x="273" y="85"/>
                    </a:lnTo>
                    <a:lnTo>
                      <a:pt x="1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58" name="Google Shape;2458;p56"/>
            <p:cNvGrpSpPr/>
            <p:nvPr/>
          </p:nvGrpSpPr>
          <p:grpSpPr>
            <a:xfrm>
              <a:off x="4824403" y="3421846"/>
              <a:ext cx="110132" cy="130647"/>
              <a:chOff x="5952300" y="3852150"/>
              <a:chExt cx="231225" cy="287200"/>
            </a:xfrm>
          </p:grpSpPr>
          <p:sp>
            <p:nvSpPr>
              <p:cNvPr id="2459" name="Google Shape;2459;p56"/>
              <p:cNvSpPr/>
              <p:nvPr/>
            </p:nvSpPr>
            <p:spPr>
              <a:xfrm>
                <a:off x="5952300" y="3996525"/>
                <a:ext cx="145450" cy="142825"/>
              </a:xfrm>
              <a:custGeom>
                <a:avLst/>
                <a:gdLst/>
                <a:ahLst/>
                <a:cxnLst/>
                <a:rect l="l" t="t" r="r" b="b"/>
                <a:pathLst>
                  <a:path w="5818" h="5713" extrusionOk="0">
                    <a:moveTo>
                      <a:pt x="5064" y="0"/>
                    </a:moveTo>
                    <a:lnTo>
                      <a:pt x="4918" y="105"/>
                    </a:lnTo>
                    <a:lnTo>
                      <a:pt x="4834" y="126"/>
                    </a:lnTo>
                    <a:lnTo>
                      <a:pt x="4729" y="209"/>
                    </a:lnTo>
                    <a:lnTo>
                      <a:pt x="4729" y="377"/>
                    </a:lnTo>
                    <a:lnTo>
                      <a:pt x="4625" y="628"/>
                    </a:lnTo>
                    <a:lnTo>
                      <a:pt x="4520" y="753"/>
                    </a:lnTo>
                    <a:lnTo>
                      <a:pt x="4457" y="774"/>
                    </a:lnTo>
                    <a:lnTo>
                      <a:pt x="4332" y="942"/>
                    </a:lnTo>
                    <a:lnTo>
                      <a:pt x="4290" y="1025"/>
                    </a:lnTo>
                    <a:lnTo>
                      <a:pt x="4185" y="1067"/>
                    </a:lnTo>
                    <a:lnTo>
                      <a:pt x="4081" y="1046"/>
                    </a:lnTo>
                    <a:lnTo>
                      <a:pt x="3976" y="1130"/>
                    </a:lnTo>
                    <a:lnTo>
                      <a:pt x="3934" y="1235"/>
                    </a:lnTo>
                    <a:lnTo>
                      <a:pt x="3934" y="1339"/>
                    </a:lnTo>
                    <a:lnTo>
                      <a:pt x="3892" y="1360"/>
                    </a:lnTo>
                    <a:lnTo>
                      <a:pt x="3788" y="1465"/>
                    </a:lnTo>
                    <a:lnTo>
                      <a:pt x="3788" y="1590"/>
                    </a:lnTo>
                    <a:lnTo>
                      <a:pt x="3725" y="1674"/>
                    </a:lnTo>
                    <a:lnTo>
                      <a:pt x="3704" y="1758"/>
                    </a:lnTo>
                    <a:lnTo>
                      <a:pt x="3495" y="2009"/>
                    </a:lnTo>
                    <a:lnTo>
                      <a:pt x="3286" y="2176"/>
                    </a:lnTo>
                    <a:lnTo>
                      <a:pt x="3160" y="2197"/>
                    </a:lnTo>
                    <a:lnTo>
                      <a:pt x="2993" y="2281"/>
                    </a:lnTo>
                    <a:lnTo>
                      <a:pt x="2993" y="2344"/>
                    </a:lnTo>
                    <a:lnTo>
                      <a:pt x="2888" y="2344"/>
                    </a:lnTo>
                    <a:lnTo>
                      <a:pt x="2679" y="2469"/>
                    </a:lnTo>
                    <a:lnTo>
                      <a:pt x="2512" y="2616"/>
                    </a:lnTo>
                    <a:lnTo>
                      <a:pt x="2407" y="2637"/>
                    </a:lnTo>
                    <a:lnTo>
                      <a:pt x="2198" y="2783"/>
                    </a:lnTo>
                    <a:lnTo>
                      <a:pt x="2156" y="2846"/>
                    </a:lnTo>
                    <a:lnTo>
                      <a:pt x="2219" y="2929"/>
                    </a:lnTo>
                    <a:lnTo>
                      <a:pt x="2219" y="3055"/>
                    </a:lnTo>
                    <a:lnTo>
                      <a:pt x="2114" y="2950"/>
                    </a:lnTo>
                    <a:lnTo>
                      <a:pt x="2093" y="2929"/>
                    </a:lnTo>
                    <a:lnTo>
                      <a:pt x="1988" y="2950"/>
                    </a:lnTo>
                    <a:lnTo>
                      <a:pt x="1884" y="2992"/>
                    </a:lnTo>
                    <a:lnTo>
                      <a:pt x="1821" y="2950"/>
                    </a:lnTo>
                    <a:lnTo>
                      <a:pt x="1737" y="2950"/>
                    </a:lnTo>
                    <a:lnTo>
                      <a:pt x="1570" y="3118"/>
                    </a:lnTo>
                    <a:lnTo>
                      <a:pt x="1507" y="3201"/>
                    </a:lnTo>
                    <a:lnTo>
                      <a:pt x="1361" y="3327"/>
                    </a:lnTo>
                    <a:lnTo>
                      <a:pt x="1277" y="3348"/>
                    </a:lnTo>
                    <a:lnTo>
                      <a:pt x="1172" y="3453"/>
                    </a:lnTo>
                    <a:lnTo>
                      <a:pt x="1151" y="3620"/>
                    </a:lnTo>
                    <a:lnTo>
                      <a:pt x="1110" y="3536"/>
                    </a:lnTo>
                    <a:lnTo>
                      <a:pt x="1068" y="3473"/>
                    </a:lnTo>
                    <a:lnTo>
                      <a:pt x="1005" y="3557"/>
                    </a:lnTo>
                    <a:lnTo>
                      <a:pt x="942" y="3620"/>
                    </a:lnTo>
                    <a:lnTo>
                      <a:pt x="942" y="3746"/>
                    </a:lnTo>
                    <a:lnTo>
                      <a:pt x="879" y="3787"/>
                    </a:lnTo>
                    <a:lnTo>
                      <a:pt x="838" y="3766"/>
                    </a:lnTo>
                    <a:lnTo>
                      <a:pt x="670" y="3955"/>
                    </a:lnTo>
                    <a:lnTo>
                      <a:pt x="628" y="3955"/>
                    </a:lnTo>
                    <a:lnTo>
                      <a:pt x="566" y="4038"/>
                    </a:lnTo>
                    <a:lnTo>
                      <a:pt x="566" y="4206"/>
                    </a:lnTo>
                    <a:lnTo>
                      <a:pt x="524" y="4269"/>
                    </a:lnTo>
                    <a:lnTo>
                      <a:pt x="461" y="4164"/>
                    </a:lnTo>
                    <a:lnTo>
                      <a:pt x="419" y="4164"/>
                    </a:lnTo>
                    <a:lnTo>
                      <a:pt x="377" y="4206"/>
                    </a:lnTo>
                    <a:lnTo>
                      <a:pt x="335" y="4248"/>
                    </a:lnTo>
                    <a:lnTo>
                      <a:pt x="252" y="4415"/>
                    </a:lnTo>
                    <a:lnTo>
                      <a:pt x="252" y="4478"/>
                    </a:lnTo>
                    <a:lnTo>
                      <a:pt x="335" y="4582"/>
                    </a:lnTo>
                    <a:lnTo>
                      <a:pt x="377" y="4624"/>
                    </a:lnTo>
                    <a:lnTo>
                      <a:pt x="335" y="4666"/>
                    </a:lnTo>
                    <a:lnTo>
                      <a:pt x="252" y="4666"/>
                    </a:lnTo>
                    <a:lnTo>
                      <a:pt x="126" y="4687"/>
                    </a:lnTo>
                    <a:lnTo>
                      <a:pt x="1" y="4813"/>
                    </a:lnTo>
                    <a:lnTo>
                      <a:pt x="43" y="4834"/>
                    </a:lnTo>
                    <a:lnTo>
                      <a:pt x="126" y="4834"/>
                    </a:lnTo>
                    <a:lnTo>
                      <a:pt x="43" y="4896"/>
                    </a:lnTo>
                    <a:lnTo>
                      <a:pt x="43" y="5001"/>
                    </a:lnTo>
                    <a:lnTo>
                      <a:pt x="126" y="5085"/>
                    </a:lnTo>
                    <a:lnTo>
                      <a:pt x="168" y="5106"/>
                    </a:lnTo>
                    <a:lnTo>
                      <a:pt x="315" y="5106"/>
                    </a:lnTo>
                    <a:lnTo>
                      <a:pt x="335" y="5147"/>
                    </a:lnTo>
                    <a:lnTo>
                      <a:pt x="356" y="5147"/>
                    </a:lnTo>
                    <a:lnTo>
                      <a:pt x="377" y="5085"/>
                    </a:lnTo>
                    <a:lnTo>
                      <a:pt x="440" y="5085"/>
                    </a:lnTo>
                    <a:lnTo>
                      <a:pt x="524" y="5126"/>
                    </a:lnTo>
                    <a:lnTo>
                      <a:pt x="566" y="5210"/>
                    </a:lnTo>
                    <a:lnTo>
                      <a:pt x="545" y="5252"/>
                    </a:lnTo>
                    <a:lnTo>
                      <a:pt x="587" y="5315"/>
                    </a:lnTo>
                    <a:lnTo>
                      <a:pt x="670" y="5315"/>
                    </a:lnTo>
                    <a:lnTo>
                      <a:pt x="733" y="5336"/>
                    </a:lnTo>
                    <a:lnTo>
                      <a:pt x="754" y="5461"/>
                    </a:lnTo>
                    <a:lnTo>
                      <a:pt x="859" y="5545"/>
                    </a:lnTo>
                    <a:lnTo>
                      <a:pt x="942" y="5608"/>
                    </a:lnTo>
                    <a:lnTo>
                      <a:pt x="838" y="5670"/>
                    </a:lnTo>
                    <a:lnTo>
                      <a:pt x="879" y="5670"/>
                    </a:lnTo>
                    <a:lnTo>
                      <a:pt x="1005" y="5629"/>
                    </a:lnTo>
                    <a:lnTo>
                      <a:pt x="1005" y="5670"/>
                    </a:lnTo>
                    <a:lnTo>
                      <a:pt x="1110" y="5712"/>
                    </a:lnTo>
                    <a:lnTo>
                      <a:pt x="1256" y="5670"/>
                    </a:lnTo>
                    <a:lnTo>
                      <a:pt x="1465" y="5608"/>
                    </a:lnTo>
                    <a:lnTo>
                      <a:pt x="1612" y="5461"/>
                    </a:lnTo>
                    <a:lnTo>
                      <a:pt x="1737" y="5419"/>
                    </a:lnTo>
                    <a:lnTo>
                      <a:pt x="1737" y="5357"/>
                    </a:lnTo>
                    <a:lnTo>
                      <a:pt x="1716" y="5252"/>
                    </a:lnTo>
                    <a:lnTo>
                      <a:pt x="1800" y="5315"/>
                    </a:lnTo>
                    <a:lnTo>
                      <a:pt x="1779" y="5398"/>
                    </a:lnTo>
                    <a:lnTo>
                      <a:pt x="1905" y="5336"/>
                    </a:lnTo>
                    <a:lnTo>
                      <a:pt x="1926" y="5210"/>
                    </a:lnTo>
                    <a:lnTo>
                      <a:pt x="2009" y="5106"/>
                    </a:lnTo>
                    <a:lnTo>
                      <a:pt x="2198" y="5022"/>
                    </a:lnTo>
                    <a:lnTo>
                      <a:pt x="2323" y="5022"/>
                    </a:lnTo>
                    <a:lnTo>
                      <a:pt x="2365" y="5001"/>
                    </a:lnTo>
                    <a:lnTo>
                      <a:pt x="2365" y="4959"/>
                    </a:lnTo>
                    <a:lnTo>
                      <a:pt x="2260" y="4959"/>
                    </a:lnTo>
                    <a:lnTo>
                      <a:pt x="2323" y="4938"/>
                    </a:lnTo>
                    <a:lnTo>
                      <a:pt x="2344" y="4917"/>
                    </a:lnTo>
                    <a:lnTo>
                      <a:pt x="2323" y="4896"/>
                    </a:lnTo>
                    <a:lnTo>
                      <a:pt x="2449" y="4729"/>
                    </a:lnTo>
                    <a:lnTo>
                      <a:pt x="2532" y="4582"/>
                    </a:lnTo>
                    <a:lnTo>
                      <a:pt x="2574" y="4415"/>
                    </a:lnTo>
                    <a:lnTo>
                      <a:pt x="2658" y="4310"/>
                    </a:lnTo>
                    <a:lnTo>
                      <a:pt x="2930" y="4143"/>
                    </a:lnTo>
                    <a:lnTo>
                      <a:pt x="2972" y="4038"/>
                    </a:lnTo>
                    <a:lnTo>
                      <a:pt x="2993" y="3913"/>
                    </a:lnTo>
                    <a:lnTo>
                      <a:pt x="3097" y="3746"/>
                    </a:lnTo>
                    <a:lnTo>
                      <a:pt x="3160" y="3641"/>
                    </a:lnTo>
                    <a:lnTo>
                      <a:pt x="3181" y="3536"/>
                    </a:lnTo>
                    <a:lnTo>
                      <a:pt x="3265" y="3432"/>
                    </a:lnTo>
                    <a:lnTo>
                      <a:pt x="3369" y="3369"/>
                    </a:lnTo>
                    <a:lnTo>
                      <a:pt x="3390" y="3264"/>
                    </a:lnTo>
                    <a:lnTo>
                      <a:pt x="3474" y="3348"/>
                    </a:lnTo>
                    <a:lnTo>
                      <a:pt x="3516" y="3348"/>
                    </a:lnTo>
                    <a:lnTo>
                      <a:pt x="3558" y="3243"/>
                    </a:lnTo>
                    <a:lnTo>
                      <a:pt x="3662" y="3243"/>
                    </a:lnTo>
                    <a:lnTo>
                      <a:pt x="3725" y="3222"/>
                    </a:lnTo>
                    <a:lnTo>
                      <a:pt x="3788" y="3139"/>
                    </a:lnTo>
                    <a:lnTo>
                      <a:pt x="3788" y="3034"/>
                    </a:lnTo>
                    <a:lnTo>
                      <a:pt x="3704" y="2950"/>
                    </a:lnTo>
                    <a:lnTo>
                      <a:pt x="3704" y="2950"/>
                    </a:lnTo>
                    <a:lnTo>
                      <a:pt x="3809" y="3013"/>
                    </a:lnTo>
                    <a:lnTo>
                      <a:pt x="3830" y="3139"/>
                    </a:lnTo>
                    <a:lnTo>
                      <a:pt x="3892" y="3139"/>
                    </a:lnTo>
                    <a:lnTo>
                      <a:pt x="3976" y="3118"/>
                    </a:lnTo>
                    <a:lnTo>
                      <a:pt x="3976" y="3055"/>
                    </a:lnTo>
                    <a:lnTo>
                      <a:pt x="4039" y="3013"/>
                    </a:lnTo>
                    <a:lnTo>
                      <a:pt x="4123" y="3034"/>
                    </a:lnTo>
                    <a:lnTo>
                      <a:pt x="4123" y="3097"/>
                    </a:lnTo>
                    <a:lnTo>
                      <a:pt x="4018" y="3139"/>
                    </a:lnTo>
                    <a:lnTo>
                      <a:pt x="4123" y="3139"/>
                    </a:lnTo>
                    <a:lnTo>
                      <a:pt x="4227" y="3160"/>
                    </a:lnTo>
                    <a:lnTo>
                      <a:pt x="4248" y="3118"/>
                    </a:lnTo>
                    <a:lnTo>
                      <a:pt x="4248" y="3034"/>
                    </a:lnTo>
                    <a:lnTo>
                      <a:pt x="4290" y="2992"/>
                    </a:lnTo>
                    <a:lnTo>
                      <a:pt x="4311" y="3013"/>
                    </a:lnTo>
                    <a:lnTo>
                      <a:pt x="4311" y="3139"/>
                    </a:lnTo>
                    <a:lnTo>
                      <a:pt x="4332" y="3160"/>
                    </a:lnTo>
                    <a:lnTo>
                      <a:pt x="4395" y="3118"/>
                    </a:lnTo>
                    <a:lnTo>
                      <a:pt x="4416" y="2950"/>
                    </a:lnTo>
                    <a:lnTo>
                      <a:pt x="4353" y="2867"/>
                    </a:lnTo>
                    <a:lnTo>
                      <a:pt x="4290" y="2867"/>
                    </a:lnTo>
                    <a:lnTo>
                      <a:pt x="4311" y="2825"/>
                    </a:lnTo>
                    <a:lnTo>
                      <a:pt x="4311" y="2699"/>
                    </a:lnTo>
                    <a:lnTo>
                      <a:pt x="4332" y="2511"/>
                    </a:lnTo>
                    <a:lnTo>
                      <a:pt x="4416" y="2490"/>
                    </a:lnTo>
                    <a:lnTo>
                      <a:pt x="4562" y="2427"/>
                    </a:lnTo>
                    <a:lnTo>
                      <a:pt x="4750" y="2323"/>
                    </a:lnTo>
                    <a:lnTo>
                      <a:pt x="4771" y="2260"/>
                    </a:lnTo>
                    <a:lnTo>
                      <a:pt x="4918" y="2093"/>
                    </a:lnTo>
                    <a:lnTo>
                      <a:pt x="4918" y="1988"/>
                    </a:lnTo>
                    <a:lnTo>
                      <a:pt x="5043" y="1862"/>
                    </a:lnTo>
                    <a:lnTo>
                      <a:pt x="5127" y="1883"/>
                    </a:lnTo>
                    <a:lnTo>
                      <a:pt x="5127" y="1821"/>
                    </a:lnTo>
                    <a:lnTo>
                      <a:pt x="5336" y="1632"/>
                    </a:lnTo>
                    <a:lnTo>
                      <a:pt x="5336" y="1549"/>
                    </a:lnTo>
                    <a:lnTo>
                      <a:pt x="5650" y="1277"/>
                    </a:lnTo>
                    <a:lnTo>
                      <a:pt x="5755" y="1235"/>
                    </a:lnTo>
                    <a:lnTo>
                      <a:pt x="5692" y="1214"/>
                    </a:lnTo>
                    <a:lnTo>
                      <a:pt x="5671" y="1109"/>
                    </a:lnTo>
                    <a:lnTo>
                      <a:pt x="5608" y="1005"/>
                    </a:lnTo>
                    <a:lnTo>
                      <a:pt x="5650" y="900"/>
                    </a:lnTo>
                    <a:lnTo>
                      <a:pt x="5671" y="774"/>
                    </a:lnTo>
                    <a:lnTo>
                      <a:pt x="5692" y="816"/>
                    </a:lnTo>
                    <a:lnTo>
                      <a:pt x="5797" y="649"/>
                    </a:lnTo>
                    <a:lnTo>
                      <a:pt x="5713" y="691"/>
                    </a:lnTo>
                    <a:lnTo>
                      <a:pt x="5650" y="691"/>
                    </a:lnTo>
                    <a:lnTo>
                      <a:pt x="5755" y="628"/>
                    </a:lnTo>
                    <a:lnTo>
                      <a:pt x="5817" y="502"/>
                    </a:lnTo>
                    <a:lnTo>
                      <a:pt x="5797" y="502"/>
                    </a:lnTo>
                    <a:lnTo>
                      <a:pt x="5797" y="419"/>
                    </a:lnTo>
                    <a:lnTo>
                      <a:pt x="5713" y="419"/>
                    </a:lnTo>
                    <a:lnTo>
                      <a:pt x="5650" y="544"/>
                    </a:lnTo>
                    <a:lnTo>
                      <a:pt x="5671" y="586"/>
                    </a:lnTo>
                    <a:lnTo>
                      <a:pt x="5713" y="607"/>
                    </a:lnTo>
                    <a:lnTo>
                      <a:pt x="5608" y="649"/>
                    </a:lnTo>
                    <a:lnTo>
                      <a:pt x="5566" y="607"/>
                    </a:lnTo>
                    <a:lnTo>
                      <a:pt x="5566" y="544"/>
                    </a:lnTo>
                    <a:lnTo>
                      <a:pt x="5504" y="544"/>
                    </a:lnTo>
                    <a:lnTo>
                      <a:pt x="5441" y="523"/>
                    </a:lnTo>
                    <a:lnTo>
                      <a:pt x="5378" y="586"/>
                    </a:lnTo>
                    <a:lnTo>
                      <a:pt x="5294" y="691"/>
                    </a:lnTo>
                    <a:lnTo>
                      <a:pt x="5232" y="628"/>
                    </a:lnTo>
                    <a:lnTo>
                      <a:pt x="5169" y="481"/>
                    </a:lnTo>
                    <a:lnTo>
                      <a:pt x="5232" y="440"/>
                    </a:lnTo>
                    <a:lnTo>
                      <a:pt x="5273" y="377"/>
                    </a:lnTo>
                    <a:lnTo>
                      <a:pt x="5273" y="314"/>
                    </a:lnTo>
                    <a:lnTo>
                      <a:pt x="5252" y="293"/>
                    </a:lnTo>
                    <a:lnTo>
                      <a:pt x="5273" y="251"/>
                    </a:lnTo>
                    <a:lnTo>
                      <a:pt x="5232" y="209"/>
                    </a:lnTo>
                    <a:lnTo>
                      <a:pt x="5169" y="251"/>
                    </a:lnTo>
                    <a:lnTo>
                      <a:pt x="5127" y="230"/>
                    </a:lnTo>
                    <a:lnTo>
                      <a:pt x="5064" y="188"/>
                    </a:lnTo>
                    <a:lnTo>
                      <a:pt x="5085" y="105"/>
                    </a:lnTo>
                    <a:lnTo>
                      <a:pt x="516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0" name="Google Shape;2460;p56"/>
              <p:cNvSpPr/>
              <p:nvPr/>
            </p:nvSpPr>
            <p:spPr>
              <a:xfrm>
                <a:off x="6101375" y="3852150"/>
                <a:ext cx="82150" cy="171075"/>
              </a:xfrm>
              <a:custGeom>
                <a:avLst/>
                <a:gdLst/>
                <a:ahLst/>
                <a:cxnLst/>
                <a:rect l="l" t="t" r="r" b="b"/>
                <a:pathLst>
                  <a:path w="3286" h="6843" extrusionOk="0">
                    <a:moveTo>
                      <a:pt x="880" y="0"/>
                    </a:moveTo>
                    <a:lnTo>
                      <a:pt x="796" y="21"/>
                    </a:lnTo>
                    <a:lnTo>
                      <a:pt x="650" y="21"/>
                    </a:lnTo>
                    <a:lnTo>
                      <a:pt x="650" y="42"/>
                    </a:lnTo>
                    <a:lnTo>
                      <a:pt x="733" y="126"/>
                    </a:lnTo>
                    <a:lnTo>
                      <a:pt x="859" y="440"/>
                    </a:lnTo>
                    <a:lnTo>
                      <a:pt x="859" y="544"/>
                    </a:lnTo>
                    <a:lnTo>
                      <a:pt x="859" y="733"/>
                    </a:lnTo>
                    <a:lnTo>
                      <a:pt x="796" y="774"/>
                    </a:lnTo>
                    <a:lnTo>
                      <a:pt x="754" y="774"/>
                    </a:lnTo>
                    <a:lnTo>
                      <a:pt x="754" y="795"/>
                    </a:lnTo>
                    <a:lnTo>
                      <a:pt x="796" y="1046"/>
                    </a:lnTo>
                    <a:lnTo>
                      <a:pt x="838" y="1067"/>
                    </a:lnTo>
                    <a:lnTo>
                      <a:pt x="942" y="1026"/>
                    </a:lnTo>
                    <a:lnTo>
                      <a:pt x="1047" y="1026"/>
                    </a:lnTo>
                    <a:lnTo>
                      <a:pt x="963" y="1046"/>
                    </a:lnTo>
                    <a:lnTo>
                      <a:pt x="880" y="1151"/>
                    </a:lnTo>
                    <a:lnTo>
                      <a:pt x="901" y="1277"/>
                    </a:lnTo>
                    <a:lnTo>
                      <a:pt x="984" y="1444"/>
                    </a:lnTo>
                    <a:lnTo>
                      <a:pt x="1005" y="1716"/>
                    </a:lnTo>
                    <a:lnTo>
                      <a:pt x="1005" y="1904"/>
                    </a:lnTo>
                    <a:lnTo>
                      <a:pt x="1005" y="2030"/>
                    </a:lnTo>
                    <a:lnTo>
                      <a:pt x="1068" y="2009"/>
                    </a:lnTo>
                    <a:lnTo>
                      <a:pt x="1089" y="1904"/>
                    </a:lnTo>
                    <a:lnTo>
                      <a:pt x="1068" y="1821"/>
                    </a:lnTo>
                    <a:lnTo>
                      <a:pt x="1089" y="1800"/>
                    </a:lnTo>
                    <a:lnTo>
                      <a:pt x="1152" y="1842"/>
                    </a:lnTo>
                    <a:lnTo>
                      <a:pt x="1152" y="1967"/>
                    </a:lnTo>
                    <a:lnTo>
                      <a:pt x="1194" y="1967"/>
                    </a:lnTo>
                    <a:lnTo>
                      <a:pt x="1214" y="1904"/>
                    </a:lnTo>
                    <a:lnTo>
                      <a:pt x="1194" y="1842"/>
                    </a:lnTo>
                    <a:lnTo>
                      <a:pt x="1214" y="1842"/>
                    </a:lnTo>
                    <a:lnTo>
                      <a:pt x="1256" y="1925"/>
                    </a:lnTo>
                    <a:lnTo>
                      <a:pt x="1173" y="2030"/>
                    </a:lnTo>
                    <a:lnTo>
                      <a:pt x="1152" y="2134"/>
                    </a:lnTo>
                    <a:lnTo>
                      <a:pt x="1152" y="2197"/>
                    </a:lnTo>
                    <a:lnTo>
                      <a:pt x="1110" y="2218"/>
                    </a:lnTo>
                    <a:lnTo>
                      <a:pt x="1068" y="2134"/>
                    </a:lnTo>
                    <a:lnTo>
                      <a:pt x="1005" y="2134"/>
                    </a:lnTo>
                    <a:lnTo>
                      <a:pt x="1047" y="2323"/>
                    </a:lnTo>
                    <a:lnTo>
                      <a:pt x="1110" y="2532"/>
                    </a:lnTo>
                    <a:lnTo>
                      <a:pt x="1173" y="2553"/>
                    </a:lnTo>
                    <a:lnTo>
                      <a:pt x="1194" y="2532"/>
                    </a:lnTo>
                    <a:lnTo>
                      <a:pt x="1256" y="2616"/>
                    </a:lnTo>
                    <a:lnTo>
                      <a:pt x="1256" y="2658"/>
                    </a:lnTo>
                    <a:lnTo>
                      <a:pt x="1298" y="2699"/>
                    </a:lnTo>
                    <a:lnTo>
                      <a:pt x="1194" y="2762"/>
                    </a:lnTo>
                    <a:lnTo>
                      <a:pt x="1194" y="2825"/>
                    </a:lnTo>
                    <a:lnTo>
                      <a:pt x="1214" y="2867"/>
                    </a:lnTo>
                    <a:lnTo>
                      <a:pt x="1194" y="2950"/>
                    </a:lnTo>
                    <a:lnTo>
                      <a:pt x="1110" y="3139"/>
                    </a:lnTo>
                    <a:lnTo>
                      <a:pt x="1152" y="3243"/>
                    </a:lnTo>
                    <a:lnTo>
                      <a:pt x="1089" y="3264"/>
                    </a:lnTo>
                    <a:lnTo>
                      <a:pt x="1173" y="3348"/>
                    </a:lnTo>
                    <a:lnTo>
                      <a:pt x="1152" y="3369"/>
                    </a:lnTo>
                    <a:lnTo>
                      <a:pt x="1068" y="3369"/>
                    </a:lnTo>
                    <a:lnTo>
                      <a:pt x="1005" y="3474"/>
                    </a:lnTo>
                    <a:lnTo>
                      <a:pt x="1005" y="3536"/>
                    </a:lnTo>
                    <a:lnTo>
                      <a:pt x="1068" y="3599"/>
                    </a:lnTo>
                    <a:lnTo>
                      <a:pt x="1005" y="3641"/>
                    </a:lnTo>
                    <a:lnTo>
                      <a:pt x="942" y="3641"/>
                    </a:lnTo>
                    <a:lnTo>
                      <a:pt x="880" y="3767"/>
                    </a:lnTo>
                    <a:lnTo>
                      <a:pt x="796" y="4164"/>
                    </a:lnTo>
                    <a:lnTo>
                      <a:pt x="796" y="4269"/>
                    </a:lnTo>
                    <a:lnTo>
                      <a:pt x="733" y="4331"/>
                    </a:lnTo>
                    <a:lnTo>
                      <a:pt x="629" y="4331"/>
                    </a:lnTo>
                    <a:lnTo>
                      <a:pt x="545" y="4290"/>
                    </a:lnTo>
                    <a:lnTo>
                      <a:pt x="419" y="4311"/>
                    </a:lnTo>
                    <a:lnTo>
                      <a:pt x="210" y="4415"/>
                    </a:lnTo>
                    <a:lnTo>
                      <a:pt x="106" y="4520"/>
                    </a:lnTo>
                    <a:lnTo>
                      <a:pt x="64" y="4645"/>
                    </a:lnTo>
                    <a:lnTo>
                      <a:pt x="106" y="4834"/>
                    </a:lnTo>
                    <a:lnTo>
                      <a:pt x="210" y="4917"/>
                    </a:lnTo>
                    <a:lnTo>
                      <a:pt x="357" y="5022"/>
                    </a:lnTo>
                    <a:lnTo>
                      <a:pt x="440" y="5168"/>
                    </a:lnTo>
                    <a:lnTo>
                      <a:pt x="587" y="5231"/>
                    </a:lnTo>
                    <a:lnTo>
                      <a:pt x="650" y="5273"/>
                    </a:lnTo>
                    <a:lnTo>
                      <a:pt x="670" y="5545"/>
                    </a:lnTo>
                    <a:lnTo>
                      <a:pt x="691" y="5566"/>
                    </a:lnTo>
                    <a:lnTo>
                      <a:pt x="670" y="5587"/>
                    </a:lnTo>
                    <a:lnTo>
                      <a:pt x="670" y="5733"/>
                    </a:lnTo>
                    <a:lnTo>
                      <a:pt x="629" y="5838"/>
                    </a:lnTo>
                    <a:lnTo>
                      <a:pt x="378" y="6110"/>
                    </a:lnTo>
                    <a:lnTo>
                      <a:pt x="231" y="6277"/>
                    </a:lnTo>
                    <a:lnTo>
                      <a:pt x="43" y="6424"/>
                    </a:lnTo>
                    <a:lnTo>
                      <a:pt x="1" y="6508"/>
                    </a:lnTo>
                    <a:lnTo>
                      <a:pt x="22" y="6549"/>
                    </a:lnTo>
                    <a:lnTo>
                      <a:pt x="126" y="6591"/>
                    </a:lnTo>
                    <a:lnTo>
                      <a:pt x="147" y="6528"/>
                    </a:lnTo>
                    <a:lnTo>
                      <a:pt x="210" y="6528"/>
                    </a:lnTo>
                    <a:lnTo>
                      <a:pt x="210" y="6612"/>
                    </a:lnTo>
                    <a:lnTo>
                      <a:pt x="210" y="6675"/>
                    </a:lnTo>
                    <a:lnTo>
                      <a:pt x="231" y="6696"/>
                    </a:lnTo>
                    <a:lnTo>
                      <a:pt x="273" y="6675"/>
                    </a:lnTo>
                    <a:lnTo>
                      <a:pt x="315" y="6717"/>
                    </a:lnTo>
                    <a:lnTo>
                      <a:pt x="315" y="6800"/>
                    </a:lnTo>
                    <a:lnTo>
                      <a:pt x="336" y="6842"/>
                    </a:lnTo>
                    <a:lnTo>
                      <a:pt x="419" y="6821"/>
                    </a:lnTo>
                    <a:lnTo>
                      <a:pt x="629" y="6675"/>
                    </a:lnTo>
                    <a:lnTo>
                      <a:pt x="796" y="6528"/>
                    </a:lnTo>
                    <a:lnTo>
                      <a:pt x="984" y="6361"/>
                    </a:lnTo>
                    <a:lnTo>
                      <a:pt x="1152" y="6173"/>
                    </a:lnTo>
                    <a:lnTo>
                      <a:pt x="1319" y="5901"/>
                    </a:lnTo>
                    <a:lnTo>
                      <a:pt x="1424" y="5859"/>
                    </a:lnTo>
                    <a:lnTo>
                      <a:pt x="1507" y="5859"/>
                    </a:lnTo>
                    <a:lnTo>
                      <a:pt x="1570" y="5775"/>
                    </a:lnTo>
                    <a:lnTo>
                      <a:pt x="1570" y="5691"/>
                    </a:lnTo>
                    <a:lnTo>
                      <a:pt x="1612" y="5650"/>
                    </a:lnTo>
                    <a:lnTo>
                      <a:pt x="1717" y="5587"/>
                    </a:lnTo>
                    <a:lnTo>
                      <a:pt x="1800" y="5357"/>
                    </a:lnTo>
                    <a:lnTo>
                      <a:pt x="1905" y="5210"/>
                    </a:lnTo>
                    <a:lnTo>
                      <a:pt x="1905" y="5147"/>
                    </a:lnTo>
                    <a:lnTo>
                      <a:pt x="1989" y="5106"/>
                    </a:lnTo>
                    <a:lnTo>
                      <a:pt x="1884" y="4980"/>
                    </a:lnTo>
                    <a:lnTo>
                      <a:pt x="1717" y="4980"/>
                    </a:lnTo>
                    <a:lnTo>
                      <a:pt x="1800" y="4938"/>
                    </a:lnTo>
                    <a:lnTo>
                      <a:pt x="1884" y="4917"/>
                    </a:lnTo>
                    <a:lnTo>
                      <a:pt x="2114" y="4624"/>
                    </a:lnTo>
                    <a:lnTo>
                      <a:pt x="2240" y="4603"/>
                    </a:lnTo>
                    <a:lnTo>
                      <a:pt x="2428" y="4624"/>
                    </a:lnTo>
                    <a:lnTo>
                      <a:pt x="2512" y="4624"/>
                    </a:lnTo>
                    <a:lnTo>
                      <a:pt x="2512" y="4708"/>
                    </a:lnTo>
                    <a:lnTo>
                      <a:pt x="2512" y="4792"/>
                    </a:lnTo>
                    <a:lnTo>
                      <a:pt x="2616" y="4708"/>
                    </a:lnTo>
                    <a:lnTo>
                      <a:pt x="2679" y="4645"/>
                    </a:lnTo>
                    <a:lnTo>
                      <a:pt x="2533" y="4603"/>
                    </a:lnTo>
                    <a:lnTo>
                      <a:pt x="2554" y="4499"/>
                    </a:lnTo>
                    <a:lnTo>
                      <a:pt x="2637" y="4311"/>
                    </a:lnTo>
                    <a:lnTo>
                      <a:pt x="2679" y="4227"/>
                    </a:lnTo>
                    <a:lnTo>
                      <a:pt x="2784" y="4227"/>
                    </a:lnTo>
                    <a:lnTo>
                      <a:pt x="2826" y="4290"/>
                    </a:lnTo>
                    <a:lnTo>
                      <a:pt x="2867" y="4227"/>
                    </a:lnTo>
                    <a:lnTo>
                      <a:pt x="2930" y="4122"/>
                    </a:lnTo>
                    <a:lnTo>
                      <a:pt x="3077" y="3892"/>
                    </a:lnTo>
                    <a:lnTo>
                      <a:pt x="3077" y="3808"/>
                    </a:lnTo>
                    <a:lnTo>
                      <a:pt x="3077" y="3746"/>
                    </a:lnTo>
                    <a:lnTo>
                      <a:pt x="3098" y="3599"/>
                    </a:lnTo>
                    <a:lnTo>
                      <a:pt x="3202" y="3495"/>
                    </a:lnTo>
                    <a:lnTo>
                      <a:pt x="3286" y="3453"/>
                    </a:lnTo>
                    <a:lnTo>
                      <a:pt x="3286" y="3411"/>
                    </a:lnTo>
                    <a:lnTo>
                      <a:pt x="3160" y="3369"/>
                    </a:lnTo>
                    <a:lnTo>
                      <a:pt x="3098" y="3285"/>
                    </a:lnTo>
                    <a:lnTo>
                      <a:pt x="3139" y="3285"/>
                    </a:lnTo>
                    <a:lnTo>
                      <a:pt x="3160" y="3243"/>
                    </a:lnTo>
                    <a:lnTo>
                      <a:pt x="3035" y="3222"/>
                    </a:lnTo>
                    <a:lnTo>
                      <a:pt x="2888" y="3327"/>
                    </a:lnTo>
                    <a:lnTo>
                      <a:pt x="2679" y="3536"/>
                    </a:lnTo>
                    <a:lnTo>
                      <a:pt x="2554" y="3536"/>
                    </a:lnTo>
                    <a:lnTo>
                      <a:pt x="2470" y="3578"/>
                    </a:lnTo>
                    <a:lnTo>
                      <a:pt x="2365" y="3536"/>
                    </a:lnTo>
                    <a:lnTo>
                      <a:pt x="2135" y="3285"/>
                    </a:lnTo>
                    <a:lnTo>
                      <a:pt x="2051" y="3285"/>
                    </a:lnTo>
                    <a:lnTo>
                      <a:pt x="1989" y="3181"/>
                    </a:lnTo>
                    <a:lnTo>
                      <a:pt x="1947" y="3118"/>
                    </a:lnTo>
                    <a:lnTo>
                      <a:pt x="2010" y="3034"/>
                    </a:lnTo>
                    <a:lnTo>
                      <a:pt x="2030" y="2888"/>
                    </a:lnTo>
                    <a:lnTo>
                      <a:pt x="1926" y="2720"/>
                    </a:lnTo>
                    <a:lnTo>
                      <a:pt x="1926" y="2637"/>
                    </a:lnTo>
                    <a:lnTo>
                      <a:pt x="1905" y="2595"/>
                    </a:lnTo>
                    <a:lnTo>
                      <a:pt x="1905" y="2448"/>
                    </a:lnTo>
                    <a:lnTo>
                      <a:pt x="1947" y="2365"/>
                    </a:lnTo>
                    <a:lnTo>
                      <a:pt x="1884" y="2365"/>
                    </a:lnTo>
                    <a:lnTo>
                      <a:pt x="1884" y="2239"/>
                    </a:lnTo>
                    <a:lnTo>
                      <a:pt x="1842" y="2176"/>
                    </a:lnTo>
                    <a:lnTo>
                      <a:pt x="1800" y="2197"/>
                    </a:lnTo>
                    <a:lnTo>
                      <a:pt x="1717" y="2134"/>
                    </a:lnTo>
                    <a:lnTo>
                      <a:pt x="1675" y="2197"/>
                    </a:lnTo>
                    <a:lnTo>
                      <a:pt x="1779" y="2281"/>
                    </a:lnTo>
                    <a:lnTo>
                      <a:pt x="1738" y="2365"/>
                    </a:lnTo>
                    <a:lnTo>
                      <a:pt x="1779" y="2427"/>
                    </a:lnTo>
                    <a:lnTo>
                      <a:pt x="1696" y="2511"/>
                    </a:lnTo>
                    <a:lnTo>
                      <a:pt x="1696" y="2595"/>
                    </a:lnTo>
                    <a:lnTo>
                      <a:pt x="1779" y="2699"/>
                    </a:lnTo>
                    <a:lnTo>
                      <a:pt x="1779" y="2741"/>
                    </a:lnTo>
                    <a:lnTo>
                      <a:pt x="1675" y="2762"/>
                    </a:lnTo>
                    <a:lnTo>
                      <a:pt x="1612" y="2720"/>
                    </a:lnTo>
                    <a:lnTo>
                      <a:pt x="1591" y="2616"/>
                    </a:lnTo>
                    <a:lnTo>
                      <a:pt x="1486" y="2595"/>
                    </a:lnTo>
                    <a:lnTo>
                      <a:pt x="1486" y="2532"/>
                    </a:lnTo>
                    <a:lnTo>
                      <a:pt x="1382" y="2511"/>
                    </a:lnTo>
                    <a:lnTo>
                      <a:pt x="1319" y="2511"/>
                    </a:lnTo>
                    <a:lnTo>
                      <a:pt x="1298" y="2448"/>
                    </a:lnTo>
                    <a:lnTo>
                      <a:pt x="1403" y="2406"/>
                    </a:lnTo>
                    <a:lnTo>
                      <a:pt x="1424" y="2323"/>
                    </a:lnTo>
                    <a:lnTo>
                      <a:pt x="1319" y="2239"/>
                    </a:lnTo>
                    <a:lnTo>
                      <a:pt x="1403" y="2114"/>
                    </a:lnTo>
                    <a:lnTo>
                      <a:pt x="1486" y="2093"/>
                    </a:lnTo>
                    <a:lnTo>
                      <a:pt x="1507" y="1988"/>
                    </a:lnTo>
                    <a:lnTo>
                      <a:pt x="1486" y="1904"/>
                    </a:lnTo>
                    <a:lnTo>
                      <a:pt x="1507" y="1821"/>
                    </a:lnTo>
                    <a:lnTo>
                      <a:pt x="1466" y="1758"/>
                    </a:lnTo>
                    <a:lnTo>
                      <a:pt x="1486" y="1611"/>
                    </a:lnTo>
                    <a:lnTo>
                      <a:pt x="1361" y="1507"/>
                    </a:lnTo>
                    <a:lnTo>
                      <a:pt x="1361" y="1465"/>
                    </a:lnTo>
                    <a:lnTo>
                      <a:pt x="1424" y="1507"/>
                    </a:lnTo>
                    <a:lnTo>
                      <a:pt x="1528" y="1486"/>
                    </a:lnTo>
                    <a:lnTo>
                      <a:pt x="1570" y="1360"/>
                    </a:lnTo>
                    <a:lnTo>
                      <a:pt x="1591" y="1318"/>
                    </a:lnTo>
                    <a:lnTo>
                      <a:pt x="1591" y="1151"/>
                    </a:lnTo>
                    <a:lnTo>
                      <a:pt x="1570" y="1026"/>
                    </a:lnTo>
                    <a:lnTo>
                      <a:pt x="1570" y="921"/>
                    </a:lnTo>
                    <a:lnTo>
                      <a:pt x="1507" y="942"/>
                    </a:lnTo>
                    <a:lnTo>
                      <a:pt x="1382" y="984"/>
                    </a:lnTo>
                    <a:lnTo>
                      <a:pt x="1277" y="879"/>
                    </a:lnTo>
                    <a:lnTo>
                      <a:pt x="1361" y="837"/>
                    </a:lnTo>
                    <a:lnTo>
                      <a:pt x="1277" y="774"/>
                    </a:lnTo>
                    <a:lnTo>
                      <a:pt x="1214" y="754"/>
                    </a:lnTo>
                    <a:lnTo>
                      <a:pt x="1277" y="712"/>
                    </a:lnTo>
                    <a:lnTo>
                      <a:pt x="1361" y="649"/>
                    </a:lnTo>
                    <a:lnTo>
                      <a:pt x="1361" y="607"/>
                    </a:lnTo>
                    <a:lnTo>
                      <a:pt x="1256" y="565"/>
                    </a:lnTo>
                    <a:lnTo>
                      <a:pt x="1173" y="502"/>
                    </a:lnTo>
                    <a:lnTo>
                      <a:pt x="1089" y="544"/>
                    </a:lnTo>
                    <a:lnTo>
                      <a:pt x="1089" y="440"/>
                    </a:lnTo>
                    <a:lnTo>
                      <a:pt x="1110" y="440"/>
                    </a:lnTo>
                    <a:lnTo>
                      <a:pt x="1173" y="356"/>
                    </a:lnTo>
                    <a:lnTo>
                      <a:pt x="1110" y="356"/>
                    </a:lnTo>
                    <a:lnTo>
                      <a:pt x="1047" y="398"/>
                    </a:lnTo>
                    <a:lnTo>
                      <a:pt x="1047" y="461"/>
                    </a:lnTo>
                    <a:lnTo>
                      <a:pt x="1005" y="544"/>
                    </a:lnTo>
                    <a:lnTo>
                      <a:pt x="942" y="523"/>
                    </a:lnTo>
                    <a:lnTo>
                      <a:pt x="963" y="419"/>
                    </a:lnTo>
                    <a:lnTo>
                      <a:pt x="901" y="335"/>
                    </a:lnTo>
                    <a:lnTo>
                      <a:pt x="880" y="209"/>
                    </a:lnTo>
                    <a:lnTo>
                      <a:pt x="880" y="105"/>
                    </a:lnTo>
                    <a:lnTo>
                      <a:pt x="880" y="42"/>
                    </a:lnTo>
                    <a:lnTo>
                      <a:pt x="942" y="42"/>
                    </a:lnTo>
                    <a:lnTo>
                      <a:pt x="88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461" name="Google Shape;2461;p56"/>
            <p:cNvSpPr/>
            <p:nvPr/>
          </p:nvSpPr>
          <p:spPr>
            <a:xfrm>
              <a:off x="3608564" y="2619698"/>
              <a:ext cx="60550" cy="35232"/>
            </a:xfrm>
            <a:custGeom>
              <a:avLst/>
              <a:gdLst/>
              <a:ahLst/>
              <a:cxnLst/>
              <a:rect l="l" t="t" r="r" b="b"/>
              <a:pathLst>
                <a:path w="5085" h="3098" extrusionOk="0">
                  <a:moveTo>
                    <a:pt x="900" y="1"/>
                  </a:moveTo>
                  <a:lnTo>
                    <a:pt x="733" y="22"/>
                  </a:lnTo>
                  <a:lnTo>
                    <a:pt x="733" y="64"/>
                  </a:lnTo>
                  <a:lnTo>
                    <a:pt x="775" y="126"/>
                  </a:lnTo>
                  <a:lnTo>
                    <a:pt x="837" y="126"/>
                  </a:lnTo>
                  <a:lnTo>
                    <a:pt x="858" y="64"/>
                  </a:lnTo>
                  <a:lnTo>
                    <a:pt x="942" y="64"/>
                  </a:lnTo>
                  <a:lnTo>
                    <a:pt x="984" y="126"/>
                  </a:lnTo>
                  <a:lnTo>
                    <a:pt x="1088" y="147"/>
                  </a:lnTo>
                  <a:lnTo>
                    <a:pt x="1047" y="210"/>
                  </a:lnTo>
                  <a:lnTo>
                    <a:pt x="942" y="168"/>
                  </a:lnTo>
                  <a:lnTo>
                    <a:pt x="837" y="168"/>
                  </a:lnTo>
                  <a:lnTo>
                    <a:pt x="858" y="231"/>
                  </a:lnTo>
                  <a:lnTo>
                    <a:pt x="1005" y="315"/>
                  </a:lnTo>
                  <a:lnTo>
                    <a:pt x="1109" y="440"/>
                  </a:lnTo>
                  <a:lnTo>
                    <a:pt x="1088" y="524"/>
                  </a:lnTo>
                  <a:lnTo>
                    <a:pt x="1047" y="545"/>
                  </a:lnTo>
                  <a:lnTo>
                    <a:pt x="1047" y="461"/>
                  </a:lnTo>
                  <a:lnTo>
                    <a:pt x="900" y="377"/>
                  </a:lnTo>
                  <a:lnTo>
                    <a:pt x="837" y="461"/>
                  </a:lnTo>
                  <a:lnTo>
                    <a:pt x="775" y="440"/>
                  </a:lnTo>
                  <a:lnTo>
                    <a:pt x="796" y="356"/>
                  </a:lnTo>
                  <a:lnTo>
                    <a:pt x="691" y="252"/>
                  </a:lnTo>
                  <a:lnTo>
                    <a:pt x="586" y="210"/>
                  </a:lnTo>
                  <a:lnTo>
                    <a:pt x="524" y="252"/>
                  </a:lnTo>
                  <a:lnTo>
                    <a:pt x="586" y="356"/>
                  </a:lnTo>
                  <a:lnTo>
                    <a:pt x="565" y="419"/>
                  </a:lnTo>
                  <a:lnTo>
                    <a:pt x="524" y="315"/>
                  </a:lnTo>
                  <a:lnTo>
                    <a:pt x="419" y="273"/>
                  </a:lnTo>
                  <a:lnTo>
                    <a:pt x="377" y="356"/>
                  </a:lnTo>
                  <a:lnTo>
                    <a:pt x="461" y="440"/>
                  </a:lnTo>
                  <a:lnTo>
                    <a:pt x="524" y="482"/>
                  </a:lnTo>
                  <a:lnTo>
                    <a:pt x="565" y="545"/>
                  </a:lnTo>
                  <a:lnTo>
                    <a:pt x="461" y="482"/>
                  </a:lnTo>
                  <a:lnTo>
                    <a:pt x="356" y="545"/>
                  </a:lnTo>
                  <a:lnTo>
                    <a:pt x="419" y="608"/>
                  </a:lnTo>
                  <a:lnTo>
                    <a:pt x="565" y="670"/>
                  </a:lnTo>
                  <a:lnTo>
                    <a:pt x="482" y="670"/>
                  </a:lnTo>
                  <a:lnTo>
                    <a:pt x="461" y="733"/>
                  </a:lnTo>
                  <a:lnTo>
                    <a:pt x="482" y="775"/>
                  </a:lnTo>
                  <a:lnTo>
                    <a:pt x="461" y="775"/>
                  </a:lnTo>
                  <a:lnTo>
                    <a:pt x="272" y="649"/>
                  </a:lnTo>
                  <a:lnTo>
                    <a:pt x="231" y="608"/>
                  </a:lnTo>
                  <a:lnTo>
                    <a:pt x="168" y="670"/>
                  </a:lnTo>
                  <a:lnTo>
                    <a:pt x="252" y="796"/>
                  </a:lnTo>
                  <a:lnTo>
                    <a:pt x="314" y="880"/>
                  </a:lnTo>
                  <a:lnTo>
                    <a:pt x="252" y="900"/>
                  </a:lnTo>
                  <a:lnTo>
                    <a:pt x="147" y="775"/>
                  </a:lnTo>
                  <a:lnTo>
                    <a:pt x="63" y="754"/>
                  </a:lnTo>
                  <a:lnTo>
                    <a:pt x="0" y="859"/>
                  </a:lnTo>
                  <a:lnTo>
                    <a:pt x="126" y="900"/>
                  </a:lnTo>
                  <a:lnTo>
                    <a:pt x="231" y="1005"/>
                  </a:lnTo>
                  <a:lnTo>
                    <a:pt x="356" y="1047"/>
                  </a:lnTo>
                  <a:lnTo>
                    <a:pt x="440" y="942"/>
                  </a:lnTo>
                  <a:lnTo>
                    <a:pt x="565" y="900"/>
                  </a:lnTo>
                  <a:lnTo>
                    <a:pt x="628" y="796"/>
                  </a:lnTo>
                  <a:lnTo>
                    <a:pt x="649" y="859"/>
                  </a:lnTo>
                  <a:lnTo>
                    <a:pt x="649" y="900"/>
                  </a:lnTo>
                  <a:lnTo>
                    <a:pt x="691" y="900"/>
                  </a:lnTo>
                  <a:lnTo>
                    <a:pt x="775" y="880"/>
                  </a:lnTo>
                  <a:lnTo>
                    <a:pt x="796" y="984"/>
                  </a:lnTo>
                  <a:lnTo>
                    <a:pt x="858" y="984"/>
                  </a:lnTo>
                  <a:lnTo>
                    <a:pt x="942" y="900"/>
                  </a:lnTo>
                  <a:lnTo>
                    <a:pt x="963" y="859"/>
                  </a:lnTo>
                  <a:lnTo>
                    <a:pt x="984" y="963"/>
                  </a:lnTo>
                  <a:lnTo>
                    <a:pt x="1005" y="963"/>
                  </a:lnTo>
                  <a:lnTo>
                    <a:pt x="1151" y="859"/>
                  </a:lnTo>
                  <a:lnTo>
                    <a:pt x="1109" y="900"/>
                  </a:lnTo>
                  <a:lnTo>
                    <a:pt x="1088" y="1005"/>
                  </a:lnTo>
                  <a:lnTo>
                    <a:pt x="1151" y="1047"/>
                  </a:lnTo>
                  <a:lnTo>
                    <a:pt x="1214" y="984"/>
                  </a:lnTo>
                  <a:lnTo>
                    <a:pt x="1360" y="1068"/>
                  </a:lnTo>
                  <a:lnTo>
                    <a:pt x="1277" y="1089"/>
                  </a:lnTo>
                  <a:lnTo>
                    <a:pt x="1193" y="1089"/>
                  </a:lnTo>
                  <a:lnTo>
                    <a:pt x="1109" y="1131"/>
                  </a:lnTo>
                  <a:lnTo>
                    <a:pt x="1047" y="1131"/>
                  </a:lnTo>
                  <a:lnTo>
                    <a:pt x="879" y="1214"/>
                  </a:lnTo>
                  <a:lnTo>
                    <a:pt x="879" y="1256"/>
                  </a:lnTo>
                  <a:lnTo>
                    <a:pt x="1068" y="1298"/>
                  </a:lnTo>
                  <a:lnTo>
                    <a:pt x="1172" y="1298"/>
                  </a:lnTo>
                  <a:lnTo>
                    <a:pt x="1214" y="1214"/>
                  </a:lnTo>
                  <a:lnTo>
                    <a:pt x="1277" y="1193"/>
                  </a:lnTo>
                  <a:lnTo>
                    <a:pt x="1277" y="1298"/>
                  </a:lnTo>
                  <a:lnTo>
                    <a:pt x="1193" y="1382"/>
                  </a:lnTo>
                  <a:lnTo>
                    <a:pt x="1005" y="1403"/>
                  </a:lnTo>
                  <a:lnTo>
                    <a:pt x="942" y="1382"/>
                  </a:lnTo>
                  <a:lnTo>
                    <a:pt x="858" y="1486"/>
                  </a:lnTo>
                  <a:lnTo>
                    <a:pt x="796" y="1403"/>
                  </a:lnTo>
                  <a:lnTo>
                    <a:pt x="775" y="1382"/>
                  </a:lnTo>
                  <a:lnTo>
                    <a:pt x="775" y="1319"/>
                  </a:lnTo>
                  <a:lnTo>
                    <a:pt x="691" y="1319"/>
                  </a:lnTo>
                  <a:lnTo>
                    <a:pt x="691" y="1361"/>
                  </a:lnTo>
                  <a:lnTo>
                    <a:pt x="691" y="1382"/>
                  </a:lnTo>
                  <a:lnTo>
                    <a:pt x="628" y="1465"/>
                  </a:lnTo>
                  <a:lnTo>
                    <a:pt x="544" y="1403"/>
                  </a:lnTo>
                  <a:lnTo>
                    <a:pt x="461" y="1424"/>
                  </a:lnTo>
                  <a:lnTo>
                    <a:pt x="356" y="1486"/>
                  </a:lnTo>
                  <a:lnTo>
                    <a:pt x="252" y="1424"/>
                  </a:lnTo>
                  <a:lnTo>
                    <a:pt x="168" y="1465"/>
                  </a:lnTo>
                  <a:lnTo>
                    <a:pt x="126" y="1465"/>
                  </a:lnTo>
                  <a:lnTo>
                    <a:pt x="168" y="1591"/>
                  </a:lnTo>
                  <a:lnTo>
                    <a:pt x="231" y="1654"/>
                  </a:lnTo>
                  <a:lnTo>
                    <a:pt x="377" y="1696"/>
                  </a:lnTo>
                  <a:lnTo>
                    <a:pt x="377" y="1633"/>
                  </a:lnTo>
                  <a:lnTo>
                    <a:pt x="565" y="1696"/>
                  </a:lnTo>
                  <a:lnTo>
                    <a:pt x="900" y="1696"/>
                  </a:lnTo>
                  <a:lnTo>
                    <a:pt x="900" y="1737"/>
                  </a:lnTo>
                  <a:lnTo>
                    <a:pt x="837" y="1800"/>
                  </a:lnTo>
                  <a:lnTo>
                    <a:pt x="837" y="1842"/>
                  </a:lnTo>
                  <a:lnTo>
                    <a:pt x="942" y="1926"/>
                  </a:lnTo>
                  <a:lnTo>
                    <a:pt x="963" y="2009"/>
                  </a:lnTo>
                  <a:lnTo>
                    <a:pt x="1005" y="2009"/>
                  </a:lnTo>
                  <a:lnTo>
                    <a:pt x="1172" y="1905"/>
                  </a:lnTo>
                  <a:lnTo>
                    <a:pt x="1151" y="1988"/>
                  </a:lnTo>
                  <a:lnTo>
                    <a:pt x="1047" y="2030"/>
                  </a:lnTo>
                  <a:lnTo>
                    <a:pt x="984" y="2135"/>
                  </a:lnTo>
                  <a:lnTo>
                    <a:pt x="1068" y="2177"/>
                  </a:lnTo>
                  <a:lnTo>
                    <a:pt x="1214" y="2051"/>
                  </a:lnTo>
                  <a:lnTo>
                    <a:pt x="1360" y="2114"/>
                  </a:lnTo>
                  <a:lnTo>
                    <a:pt x="1381" y="2156"/>
                  </a:lnTo>
                  <a:lnTo>
                    <a:pt x="1298" y="2114"/>
                  </a:lnTo>
                  <a:lnTo>
                    <a:pt x="1193" y="2156"/>
                  </a:lnTo>
                  <a:lnTo>
                    <a:pt x="1109" y="2240"/>
                  </a:lnTo>
                  <a:lnTo>
                    <a:pt x="984" y="2240"/>
                  </a:lnTo>
                  <a:lnTo>
                    <a:pt x="984" y="2323"/>
                  </a:lnTo>
                  <a:lnTo>
                    <a:pt x="942" y="2365"/>
                  </a:lnTo>
                  <a:lnTo>
                    <a:pt x="879" y="2365"/>
                  </a:lnTo>
                  <a:lnTo>
                    <a:pt x="796" y="2407"/>
                  </a:lnTo>
                  <a:lnTo>
                    <a:pt x="775" y="2344"/>
                  </a:lnTo>
                  <a:lnTo>
                    <a:pt x="670" y="2261"/>
                  </a:lnTo>
                  <a:lnTo>
                    <a:pt x="670" y="2323"/>
                  </a:lnTo>
                  <a:lnTo>
                    <a:pt x="628" y="2323"/>
                  </a:lnTo>
                  <a:lnTo>
                    <a:pt x="649" y="2449"/>
                  </a:lnTo>
                  <a:lnTo>
                    <a:pt x="691" y="2470"/>
                  </a:lnTo>
                  <a:lnTo>
                    <a:pt x="670" y="2512"/>
                  </a:lnTo>
                  <a:lnTo>
                    <a:pt x="649" y="2700"/>
                  </a:lnTo>
                  <a:lnTo>
                    <a:pt x="775" y="2679"/>
                  </a:lnTo>
                  <a:lnTo>
                    <a:pt x="837" y="2658"/>
                  </a:lnTo>
                  <a:lnTo>
                    <a:pt x="900" y="2700"/>
                  </a:lnTo>
                  <a:lnTo>
                    <a:pt x="1088" y="2742"/>
                  </a:lnTo>
                  <a:lnTo>
                    <a:pt x="1214" y="2637"/>
                  </a:lnTo>
                  <a:lnTo>
                    <a:pt x="1360" y="2679"/>
                  </a:lnTo>
                  <a:lnTo>
                    <a:pt x="1423" y="2637"/>
                  </a:lnTo>
                  <a:lnTo>
                    <a:pt x="1465" y="2679"/>
                  </a:lnTo>
                  <a:lnTo>
                    <a:pt x="1528" y="2700"/>
                  </a:lnTo>
                  <a:lnTo>
                    <a:pt x="1632" y="2679"/>
                  </a:lnTo>
                  <a:lnTo>
                    <a:pt x="1632" y="2784"/>
                  </a:lnTo>
                  <a:lnTo>
                    <a:pt x="1779" y="2930"/>
                  </a:lnTo>
                  <a:lnTo>
                    <a:pt x="1842" y="2972"/>
                  </a:lnTo>
                  <a:lnTo>
                    <a:pt x="1946" y="2888"/>
                  </a:lnTo>
                  <a:lnTo>
                    <a:pt x="2051" y="2888"/>
                  </a:lnTo>
                  <a:lnTo>
                    <a:pt x="2239" y="3077"/>
                  </a:lnTo>
                  <a:lnTo>
                    <a:pt x="2469" y="3077"/>
                  </a:lnTo>
                  <a:lnTo>
                    <a:pt x="2574" y="3097"/>
                  </a:lnTo>
                  <a:lnTo>
                    <a:pt x="2741" y="3056"/>
                  </a:lnTo>
                  <a:lnTo>
                    <a:pt x="2721" y="2951"/>
                  </a:lnTo>
                  <a:lnTo>
                    <a:pt x="2741" y="2867"/>
                  </a:lnTo>
                  <a:lnTo>
                    <a:pt x="2762" y="2951"/>
                  </a:lnTo>
                  <a:lnTo>
                    <a:pt x="2888" y="2972"/>
                  </a:lnTo>
                  <a:lnTo>
                    <a:pt x="3034" y="2867"/>
                  </a:lnTo>
                  <a:lnTo>
                    <a:pt x="3034" y="2700"/>
                  </a:lnTo>
                  <a:lnTo>
                    <a:pt x="3181" y="2700"/>
                  </a:lnTo>
                  <a:lnTo>
                    <a:pt x="3139" y="2763"/>
                  </a:lnTo>
                  <a:lnTo>
                    <a:pt x="3181" y="2846"/>
                  </a:lnTo>
                  <a:lnTo>
                    <a:pt x="3202" y="2763"/>
                  </a:lnTo>
                  <a:lnTo>
                    <a:pt x="3306" y="2763"/>
                  </a:lnTo>
                  <a:lnTo>
                    <a:pt x="3411" y="2637"/>
                  </a:lnTo>
                  <a:lnTo>
                    <a:pt x="3474" y="2658"/>
                  </a:lnTo>
                  <a:lnTo>
                    <a:pt x="3495" y="2637"/>
                  </a:lnTo>
                  <a:lnTo>
                    <a:pt x="3599" y="2658"/>
                  </a:lnTo>
                  <a:lnTo>
                    <a:pt x="3599" y="2679"/>
                  </a:lnTo>
                  <a:lnTo>
                    <a:pt x="3662" y="2658"/>
                  </a:lnTo>
                  <a:lnTo>
                    <a:pt x="3892" y="2449"/>
                  </a:lnTo>
                  <a:lnTo>
                    <a:pt x="3976" y="2323"/>
                  </a:lnTo>
                  <a:lnTo>
                    <a:pt x="4248" y="2261"/>
                  </a:lnTo>
                  <a:lnTo>
                    <a:pt x="4332" y="2177"/>
                  </a:lnTo>
                  <a:lnTo>
                    <a:pt x="4290" y="2135"/>
                  </a:lnTo>
                  <a:lnTo>
                    <a:pt x="4311" y="2051"/>
                  </a:lnTo>
                  <a:lnTo>
                    <a:pt x="4353" y="2051"/>
                  </a:lnTo>
                  <a:lnTo>
                    <a:pt x="4394" y="2156"/>
                  </a:lnTo>
                  <a:lnTo>
                    <a:pt x="4541" y="2177"/>
                  </a:lnTo>
                  <a:lnTo>
                    <a:pt x="4625" y="2114"/>
                  </a:lnTo>
                  <a:lnTo>
                    <a:pt x="4625" y="2030"/>
                  </a:lnTo>
                  <a:lnTo>
                    <a:pt x="4604" y="2009"/>
                  </a:lnTo>
                  <a:lnTo>
                    <a:pt x="4604" y="1926"/>
                  </a:lnTo>
                  <a:lnTo>
                    <a:pt x="4666" y="1905"/>
                  </a:lnTo>
                  <a:lnTo>
                    <a:pt x="4625" y="1779"/>
                  </a:lnTo>
                  <a:lnTo>
                    <a:pt x="4666" y="1716"/>
                  </a:lnTo>
                  <a:lnTo>
                    <a:pt x="4771" y="1779"/>
                  </a:lnTo>
                  <a:lnTo>
                    <a:pt x="4771" y="1884"/>
                  </a:lnTo>
                  <a:lnTo>
                    <a:pt x="4876" y="1842"/>
                  </a:lnTo>
                  <a:lnTo>
                    <a:pt x="4938" y="1716"/>
                  </a:lnTo>
                  <a:lnTo>
                    <a:pt x="4917" y="1612"/>
                  </a:lnTo>
                  <a:lnTo>
                    <a:pt x="4813" y="1507"/>
                  </a:lnTo>
                  <a:lnTo>
                    <a:pt x="4813" y="1403"/>
                  </a:lnTo>
                  <a:lnTo>
                    <a:pt x="4855" y="1361"/>
                  </a:lnTo>
                  <a:lnTo>
                    <a:pt x="4855" y="1256"/>
                  </a:lnTo>
                  <a:lnTo>
                    <a:pt x="4959" y="1193"/>
                  </a:lnTo>
                  <a:lnTo>
                    <a:pt x="5043" y="1193"/>
                  </a:lnTo>
                  <a:lnTo>
                    <a:pt x="5085" y="1110"/>
                  </a:lnTo>
                  <a:lnTo>
                    <a:pt x="5022" y="1005"/>
                  </a:lnTo>
                  <a:lnTo>
                    <a:pt x="4771" y="984"/>
                  </a:lnTo>
                  <a:lnTo>
                    <a:pt x="4708" y="1068"/>
                  </a:lnTo>
                  <a:lnTo>
                    <a:pt x="4750" y="963"/>
                  </a:lnTo>
                  <a:lnTo>
                    <a:pt x="4750" y="859"/>
                  </a:lnTo>
                  <a:lnTo>
                    <a:pt x="4625" y="859"/>
                  </a:lnTo>
                  <a:lnTo>
                    <a:pt x="4604" y="880"/>
                  </a:lnTo>
                  <a:lnTo>
                    <a:pt x="4541" y="775"/>
                  </a:lnTo>
                  <a:lnTo>
                    <a:pt x="4625" y="670"/>
                  </a:lnTo>
                  <a:lnTo>
                    <a:pt x="4708" y="649"/>
                  </a:lnTo>
                  <a:lnTo>
                    <a:pt x="4708" y="482"/>
                  </a:lnTo>
                  <a:lnTo>
                    <a:pt x="4645" y="461"/>
                  </a:lnTo>
                  <a:lnTo>
                    <a:pt x="4562" y="545"/>
                  </a:lnTo>
                  <a:lnTo>
                    <a:pt x="4457" y="482"/>
                  </a:lnTo>
                  <a:lnTo>
                    <a:pt x="4415" y="377"/>
                  </a:lnTo>
                  <a:lnTo>
                    <a:pt x="4520" y="336"/>
                  </a:lnTo>
                  <a:lnTo>
                    <a:pt x="4541" y="252"/>
                  </a:lnTo>
                  <a:lnTo>
                    <a:pt x="4604" y="210"/>
                  </a:lnTo>
                  <a:lnTo>
                    <a:pt x="4708" y="168"/>
                  </a:lnTo>
                  <a:lnTo>
                    <a:pt x="4562" y="126"/>
                  </a:lnTo>
                  <a:lnTo>
                    <a:pt x="4499" y="147"/>
                  </a:lnTo>
                  <a:lnTo>
                    <a:pt x="4311" y="336"/>
                  </a:lnTo>
                  <a:lnTo>
                    <a:pt x="4290" y="419"/>
                  </a:lnTo>
                  <a:lnTo>
                    <a:pt x="4206" y="440"/>
                  </a:lnTo>
                  <a:lnTo>
                    <a:pt x="4122" y="315"/>
                  </a:lnTo>
                  <a:lnTo>
                    <a:pt x="4185" y="252"/>
                  </a:lnTo>
                  <a:lnTo>
                    <a:pt x="4122" y="210"/>
                  </a:lnTo>
                  <a:lnTo>
                    <a:pt x="4101" y="84"/>
                  </a:lnTo>
                  <a:lnTo>
                    <a:pt x="3997" y="64"/>
                  </a:lnTo>
                  <a:lnTo>
                    <a:pt x="3913" y="126"/>
                  </a:lnTo>
                  <a:lnTo>
                    <a:pt x="3829" y="84"/>
                  </a:lnTo>
                  <a:lnTo>
                    <a:pt x="3788" y="168"/>
                  </a:lnTo>
                  <a:lnTo>
                    <a:pt x="3829" y="315"/>
                  </a:lnTo>
                  <a:lnTo>
                    <a:pt x="3788" y="377"/>
                  </a:lnTo>
                  <a:lnTo>
                    <a:pt x="3683" y="377"/>
                  </a:lnTo>
                  <a:lnTo>
                    <a:pt x="3578" y="440"/>
                  </a:lnTo>
                  <a:lnTo>
                    <a:pt x="3557" y="336"/>
                  </a:lnTo>
                  <a:lnTo>
                    <a:pt x="3495" y="315"/>
                  </a:lnTo>
                  <a:lnTo>
                    <a:pt x="3453" y="377"/>
                  </a:lnTo>
                  <a:lnTo>
                    <a:pt x="3369" y="545"/>
                  </a:lnTo>
                  <a:lnTo>
                    <a:pt x="3265" y="545"/>
                  </a:lnTo>
                  <a:lnTo>
                    <a:pt x="3160" y="356"/>
                  </a:lnTo>
                  <a:lnTo>
                    <a:pt x="3076" y="356"/>
                  </a:lnTo>
                  <a:lnTo>
                    <a:pt x="3034" y="336"/>
                  </a:lnTo>
                  <a:lnTo>
                    <a:pt x="2951" y="356"/>
                  </a:lnTo>
                  <a:lnTo>
                    <a:pt x="2888" y="545"/>
                  </a:lnTo>
                  <a:lnTo>
                    <a:pt x="2993" y="754"/>
                  </a:lnTo>
                  <a:lnTo>
                    <a:pt x="2888" y="1047"/>
                  </a:lnTo>
                  <a:lnTo>
                    <a:pt x="2930" y="775"/>
                  </a:lnTo>
                  <a:lnTo>
                    <a:pt x="2825" y="608"/>
                  </a:lnTo>
                  <a:lnTo>
                    <a:pt x="2825" y="524"/>
                  </a:lnTo>
                  <a:lnTo>
                    <a:pt x="2762" y="482"/>
                  </a:lnTo>
                  <a:lnTo>
                    <a:pt x="2783" y="356"/>
                  </a:lnTo>
                  <a:lnTo>
                    <a:pt x="2658" y="273"/>
                  </a:lnTo>
                  <a:lnTo>
                    <a:pt x="2448" y="440"/>
                  </a:lnTo>
                  <a:lnTo>
                    <a:pt x="2428" y="566"/>
                  </a:lnTo>
                  <a:lnTo>
                    <a:pt x="2448" y="649"/>
                  </a:lnTo>
                  <a:lnTo>
                    <a:pt x="2344" y="796"/>
                  </a:lnTo>
                  <a:lnTo>
                    <a:pt x="2260" y="796"/>
                  </a:lnTo>
                  <a:lnTo>
                    <a:pt x="2260" y="649"/>
                  </a:lnTo>
                  <a:lnTo>
                    <a:pt x="2156" y="587"/>
                  </a:lnTo>
                  <a:lnTo>
                    <a:pt x="2156" y="356"/>
                  </a:lnTo>
                  <a:lnTo>
                    <a:pt x="2093" y="315"/>
                  </a:lnTo>
                  <a:lnTo>
                    <a:pt x="1925" y="440"/>
                  </a:lnTo>
                  <a:lnTo>
                    <a:pt x="1946" y="691"/>
                  </a:lnTo>
                  <a:lnTo>
                    <a:pt x="2009" y="775"/>
                  </a:lnTo>
                  <a:lnTo>
                    <a:pt x="2009" y="963"/>
                  </a:lnTo>
                  <a:lnTo>
                    <a:pt x="1925" y="1047"/>
                  </a:lnTo>
                  <a:lnTo>
                    <a:pt x="1842" y="1047"/>
                  </a:lnTo>
                  <a:lnTo>
                    <a:pt x="1821" y="900"/>
                  </a:lnTo>
                  <a:lnTo>
                    <a:pt x="1716" y="963"/>
                  </a:lnTo>
                  <a:lnTo>
                    <a:pt x="1674" y="1110"/>
                  </a:lnTo>
                  <a:lnTo>
                    <a:pt x="1612" y="1131"/>
                  </a:lnTo>
                  <a:lnTo>
                    <a:pt x="1591" y="1319"/>
                  </a:lnTo>
                  <a:lnTo>
                    <a:pt x="1507" y="1131"/>
                  </a:lnTo>
                  <a:lnTo>
                    <a:pt x="1423" y="1131"/>
                  </a:lnTo>
                  <a:lnTo>
                    <a:pt x="1465" y="1068"/>
                  </a:lnTo>
                  <a:lnTo>
                    <a:pt x="1528" y="963"/>
                  </a:lnTo>
                  <a:lnTo>
                    <a:pt x="1528" y="859"/>
                  </a:lnTo>
                  <a:lnTo>
                    <a:pt x="1402" y="859"/>
                  </a:lnTo>
                  <a:lnTo>
                    <a:pt x="1465" y="775"/>
                  </a:lnTo>
                  <a:lnTo>
                    <a:pt x="1402" y="649"/>
                  </a:lnTo>
                  <a:lnTo>
                    <a:pt x="1486" y="691"/>
                  </a:lnTo>
                  <a:lnTo>
                    <a:pt x="1570" y="608"/>
                  </a:lnTo>
                  <a:lnTo>
                    <a:pt x="1528" y="545"/>
                  </a:lnTo>
                  <a:lnTo>
                    <a:pt x="1423" y="482"/>
                  </a:lnTo>
                  <a:lnTo>
                    <a:pt x="1528" y="440"/>
                  </a:lnTo>
                  <a:lnTo>
                    <a:pt x="1465" y="336"/>
                  </a:lnTo>
                  <a:lnTo>
                    <a:pt x="1381" y="377"/>
                  </a:lnTo>
                  <a:lnTo>
                    <a:pt x="1319" y="315"/>
                  </a:lnTo>
                  <a:lnTo>
                    <a:pt x="1193" y="231"/>
                  </a:lnTo>
                  <a:lnTo>
                    <a:pt x="1193" y="126"/>
                  </a:lnTo>
                  <a:lnTo>
                    <a:pt x="1109" y="22"/>
                  </a:lnTo>
                  <a:lnTo>
                    <a:pt x="1005" y="43"/>
                  </a:lnTo>
                  <a:lnTo>
                    <a:pt x="90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2" name="Google Shape;2462;p56"/>
            <p:cNvSpPr/>
            <p:nvPr/>
          </p:nvSpPr>
          <p:spPr>
            <a:xfrm>
              <a:off x="4188328" y="2704412"/>
              <a:ext cx="421823" cy="300791"/>
            </a:xfrm>
            <a:custGeom>
              <a:avLst/>
              <a:gdLst/>
              <a:ahLst/>
              <a:cxnLst/>
              <a:rect l="l" t="t" r="r" b="b"/>
              <a:pathLst>
                <a:path w="35425" h="26449" extrusionOk="0">
                  <a:moveTo>
                    <a:pt x="27390" y="1"/>
                  </a:moveTo>
                  <a:lnTo>
                    <a:pt x="27369" y="21"/>
                  </a:lnTo>
                  <a:lnTo>
                    <a:pt x="27180" y="42"/>
                  </a:lnTo>
                  <a:lnTo>
                    <a:pt x="27139" y="126"/>
                  </a:lnTo>
                  <a:lnTo>
                    <a:pt x="27097" y="126"/>
                  </a:lnTo>
                  <a:lnTo>
                    <a:pt x="27055" y="189"/>
                  </a:lnTo>
                  <a:lnTo>
                    <a:pt x="26867" y="189"/>
                  </a:lnTo>
                  <a:lnTo>
                    <a:pt x="26741" y="147"/>
                  </a:lnTo>
                  <a:lnTo>
                    <a:pt x="26678" y="231"/>
                  </a:lnTo>
                  <a:lnTo>
                    <a:pt x="26574" y="231"/>
                  </a:lnTo>
                  <a:lnTo>
                    <a:pt x="26532" y="335"/>
                  </a:lnTo>
                  <a:lnTo>
                    <a:pt x="26448" y="356"/>
                  </a:lnTo>
                  <a:lnTo>
                    <a:pt x="26344" y="356"/>
                  </a:lnTo>
                  <a:lnTo>
                    <a:pt x="26260" y="398"/>
                  </a:lnTo>
                  <a:lnTo>
                    <a:pt x="26176" y="419"/>
                  </a:lnTo>
                  <a:lnTo>
                    <a:pt x="26051" y="419"/>
                  </a:lnTo>
                  <a:lnTo>
                    <a:pt x="25967" y="461"/>
                  </a:lnTo>
                  <a:lnTo>
                    <a:pt x="25967" y="545"/>
                  </a:lnTo>
                  <a:lnTo>
                    <a:pt x="25904" y="649"/>
                  </a:lnTo>
                  <a:lnTo>
                    <a:pt x="25862" y="754"/>
                  </a:lnTo>
                  <a:lnTo>
                    <a:pt x="25820" y="817"/>
                  </a:lnTo>
                  <a:lnTo>
                    <a:pt x="25820" y="858"/>
                  </a:lnTo>
                  <a:lnTo>
                    <a:pt x="25800" y="921"/>
                  </a:lnTo>
                  <a:lnTo>
                    <a:pt x="25800" y="1068"/>
                  </a:lnTo>
                  <a:lnTo>
                    <a:pt x="25820" y="1089"/>
                  </a:lnTo>
                  <a:lnTo>
                    <a:pt x="25862" y="1130"/>
                  </a:lnTo>
                  <a:lnTo>
                    <a:pt x="26009" y="1047"/>
                  </a:lnTo>
                  <a:lnTo>
                    <a:pt x="26072" y="984"/>
                  </a:lnTo>
                  <a:lnTo>
                    <a:pt x="26155" y="1005"/>
                  </a:lnTo>
                  <a:lnTo>
                    <a:pt x="26239" y="1151"/>
                  </a:lnTo>
                  <a:lnTo>
                    <a:pt x="26281" y="1256"/>
                  </a:lnTo>
                  <a:lnTo>
                    <a:pt x="26364" y="1340"/>
                  </a:lnTo>
                  <a:lnTo>
                    <a:pt x="26364" y="1402"/>
                  </a:lnTo>
                  <a:lnTo>
                    <a:pt x="26385" y="1486"/>
                  </a:lnTo>
                  <a:lnTo>
                    <a:pt x="26385" y="1612"/>
                  </a:lnTo>
                  <a:lnTo>
                    <a:pt x="26323" y="1674"/>
                  </a:lnTo>
                  <a:lnTo>
                    <a:pt x="26239" y="1779"/>
                  </a:lnTo>
                  <a:lnTo>
                    <a:pt x="26218" y="1926"/>
                  </a:lnTo>
                  <a:lnTo>
                    <a:pt x="26134" y="1988"/>
                  </a:lnTo>
                  <a:lnTo>
                    <a:pt x="26072" y="2093"/>
                  </a:lnTo>
                  <a:lnTo>
                    <a:pt x="26051" y="2198"/>
                  </a:lnTo>
                  <a:lnTo>
                    <a:pt x="26134" y="2281"/>
                  </a:lnTo>
                  <a:lnTo>
                    <a:pt x="26092" y="2344"/>
                  </a:lnTo>
                  <a:lnTo>
                    <a:pt x="26134" y="2490"/>
                  </a:lnTo>
                  <a:lnTo>
                    <a:pt x="26176" y="2532"/>
                  </a:lnTo>
                  <a:lnTo>
                    <a:pt x="26176" y="2658"/>
                  </a:lnTo>
                  <a:lnTo>
                    <a:pt x="26092" y="2700"/>
                  </a:lnTo>
                  <a:lnTo>
                    <a:pt x="26072" y="2742"/>
                  </a:lnTo>
                  <a:lnTo>
                    <a:pt x="26134" y="2846"/>
                  </a:lnTo>
                  <a:lnTo>
                    <a:pt x="26134" y="3034"/>
                  </a:lnTo>
                  <a:lnTo>
                    <a:pt x="26092" y="3076"/>
                  </a:lnTo>
                  <a:lnTo>
                    <a:pt x="26092" y="3244"/>
                  </a:lnTo>
                  <a:lnTo>
                    <a:pt x="26155" y="3244"/>
                  </a:lnTo>
                  <a:lnTo>
                    <a:pt x="26218" y="3265"/>
                  </a:lnTo>
                  <a:lnTo>
                    <a:pt x="26260" y="3244"/>
                  </a:lnTo>
                  <a:lnTo>
                    <a:pt x="26281" y="3265"/>
                  </a:lnTo>
                  <a:lnTo>
                    <a:pt x="26323" y="3390"/>
                  </a:lnTo>
                  <a:lnTo>
                    <a:pt x="26281" y="3495"/>
                  </a:lnTo>
                  <a:lnTo>
                    <a:pt x="26218" y="3578"/>
                  </a:lnTo>
                  <a:lnTo>
                    <a:pt x="26009" y="3620"/>
                  </a:lnTo>
                  <a:lnTo>
                    <a:pt x="25862" y="3704"/>
                  </a:lnTo>
                  <a:lnTo>
                    <a:pt x="25569" y="3976"/>
                  </a:lnTo>
                  <a:lnTo>
                    <a:pt x="25527" y="3997"/>
                  </a:lnTo>
                  <a:lnTo>
                    <a:pt x="25444" y="3913"/>
                  </a:lnTo>
                  <a:lnTo>
                    <a:pt x="25276" y="3892"/>
                  </a:lnTo>
                  <a:lnTo>
                    <a:pt x="25172" y="3913"/>
                  </a:lnTo>
                  <a:lnTo>
                    <a:pt x="25130" y="3871"/>
                  </a:lnTo>
                  <a:lnTo>
                    <a:pt x="25004" y="3871"/>
                  </a:lnTo>
                  <a:lnTo>
                    <a:pt x="25004" y="3892"/>
                  </a:lnTo>
                  <a:lnTo>
                    <a:pt x="24879" y="4792"/>
                  </a:lnTo>
                  <a:lnTo>
                    <a:pt x="24900" y="4959"/>
                  </a:lnTo>
                  <a:lnTo>
                    <a:pt x="24858" y="5148"/>
                  </a:lnTo>
                  <a:lnTo>
                    <a:pt x="24879" y="5252"/>
                  </a:lnTo>
                  <a:lnTo>
                    <a:pt x="24795" y="5524"/>
                  </a:lnTo>
                  <a:lnTo>
                    <a:pt x="24900" y="5692"/>
                  </a:lnTo>
                  <a:lnTo>
                    <a:pt x="25172" y="5838"/>
                  </a:lnTo>
                  <a:lnTo>
                    <a:pt x="25339" y="5671"/>
                  </a:lnTo>
                  <a:lnTo>
                    <a:pt x="25569" y="5671"/>
                  </a:lnTo>
                  <a:lnTo>
                    <a:pt x="25841" y="5734"/>
                  </a:lnTo>
                  <a:lnTo>
                    <a:pt x="25946" y="5838"/>
                  </a:lnTo>
                  <a:lnTo>
                    <a:pt x="26072" y="5629"/>
                  </a:lnTo>
                  <a:lnTo>
                    <a:pt x="26072" y="5483"/>
                  </a:lnTo>
                  <a:lnTo>
                    <a:pt x="26072" y="5378"/>
                  </a:lnTo>
                  <a:lnTo>
                    <a:pt x="26239" y="5336"/>
                  </a:lnTo>
                  <a:lnTo>
                    <a:pt x="26281" y="5273"/>
                  </a:lnTo>
                  <a:lnTo>
                    <a:pt x="26553" y="5357"/>
                  </a:lnTo>
                  <a:lnTo>
                    <a:pt x="26699" y="5545"/>
                  </a:lnTo>
                  <a:lnTo>
                    <a:pt x="26908" y="5734"/>
                  </a:lnTo>
                  <a:lnTo>
                    <a:pt x="27076" y="5943"/>
                  </a:lnTo>
                  <a:lnTo>
                    <a:pt x="27285" y="6089"/>
                  </a:lnTo>
                  <a:lnTo>
                    <a:pt x="27306" y="6194"/>
                  </a:lnTo>
                  <a:lnTo>
                    <a:pt x="27327" y="6278"/>
                  </a:lnTo>
                  <a:lnTo>
                    <a:pt x="27327" y="6382"/>
                  </a:lnTo>
                  <a:lnTo>
                    <a:pt x="27285" y="6424"/>
                  </a:lnTo>
                  <a:lnTo>
                    <a:pt x="27285" y="6508"/>
                  </a:lnTo>
                  <a:lnTo>
                    <a:pt x="27264" y="6591"/>
                  </a:lnTo>
                  <a:lnTo>
                    <a:pt x="27139" y="6571"/>
                  </a:lnTo>
                  <a:lnTo>
                    <a:pt x="27097" y="6508"/>
                  </a:lnTo>
                  <a:lnTo>
                    <a:pt x="26992" y="6529"/>
                  </a:lnTo>
                  <a:lnTo>
                    <a:pt x="26908" y="6591"/>
                  </a:lnTo>
                  <a:lnTo>
                    <a:pt x="26762" y="6508"/>
                  </a:lnTo>
                  <a:lnTo>
                    <a:pt x="26657" y="6529"/>
                  </a:lnTo>
                  <a:lnTo>
                    <a:pt x="26553" y="6675"/>
                  </a:lnTo>
                  <a:lnTo>
                    <a:pt x="26385" y="6801"/>
                  </a:lnTo>
                  <a:lnTo>
                    <a:pt x="26323" y="6843"/>
                  </a:lnTo>
                  <a:lnTo>
                    <a:pt x="26218" y="6780"/>
                  </a:lnTo>
                  <a:lnTo>
                    <a:pt x="26155" y="6801"/>
                  </a:lnTo>
                  <a:lnTo>
                    <a:pt x="26155" y="6905"/>
                  </a:lnTo>
                  <a:lnTo>
                    <a:pt x="26092" y="6947"/>
                  </a:lnTo>
                  <a:lnTo>
                    <a:pt x="26030" y="6989"/>
                  </a:lnTo>
                  <a:lnTo>
                    <a:pt x="25967" y="6947"/>
                  </a:lnTo>
                  <a:lnTo>
                    <a:pt x="25925" y="7031"/>
                  </a:lnTo>
                  <a:lnTo>
                    <a:pt x="25820" y="7198"/>
                  </a:lnTo>
                  <a:lnTo>
                    <a:pt x="25800" y="7366"/>
                  </a:lnTo>
                  <a:lnTo>
                    <a:pt x="25800" y="7470"/>
                  </a:lnTo>
                  <a:lnTo>
                    <a:pt x="25737" y="7554"/>
                  </a:lnTo>
                  <a:lnTo>
                    <a:pt x="25611" y="7575"/>
                  </a:lnTo>
                  <a:lnTo>
                    <a:pt x="25381" y="7763"/>
                  </a:lnTo>
                  <a:lnTo>
                    <a:pt x="25214" y="7763"/>
                  </a:lnTo>
                  <a:lnTo>
                    <a:pt x="25088" y="7742"/>
                  </a:lnTo>
                  <a:lnTo>
                    <a:pt x="25004" y="7784"/>
                  </a:lnTo>
                  <a:lnTo>
                    <a:pt x="24900" y="7993"/>
                  </a:lnTo>
                  <a:lnTo>
                    <a:pt x="24795" y="8077"/>
                  </a:lnTo>
                  <a:lnTo>
                    <a:pt x="24670" y="8182"/>
                  </a:lnTo>
                  <a:lnTo>
                    <a:pt x="24586" y="8265"/>
                  </a:lnTo>
                  <a:lnTo>
                    <a:pt x="24565" y="8370"/>
                  </a:lnTo>
                  <a:lnTo>
                    <a:pt x="24502" y="8370"/>
                  </a:lnTo>
                  <a:lnTo>
                    <a:pt x="24377" y="8307"/>
                  </a:lnTo>
                  <a:lnTo>
                    <a:pt x="24251" y="8286"/>
                  </a:lnTo>
                  <a:lnTo>
                    <a:pt x="24063" y="8203"/>
                  </a:lnTo>
                  <a:lnTo>
                    <a:pt x="23937" y="8140"/>
                  </a:lnTo>
                  <a:lnTo>
                    <a:pt x="23770" y="8098"/>
                  </a:lnTo>
                  <a:lnTo>
                    <a:pt x="23561" y="8161"/>
                  </a:lnTo>
                  <a:lnTo>
                    <a:pt x="23435" y="8265"/>
                  </a:lnTo>
                  <a:lnTo>
                    <a:pt x="23331" y="8391"/>
                  </a:lnTo>
                  <a:lnTo>
                    <a:pt x="23331" y="8621"/>
                  </a:lnTo>
                  <a:lnTo>
                    <a:pt x="23351" y="8768"/>
                  </a:lnTo>
                  <a:lnTo>
                    <a:pt x="23331" y="8830"/>
                  </a:lnTo>
                  <a:lnTo>
                    <a:pt x="23603" y="9019"/>
                  </a:lnTo>
                  <a:lnTo>
                    <a:pt x="23833" y="9144"/>
                  </a:lnTo>
                  <a:lnTo>
                    <a:pt x="23833" y="9228"/>
                  </a:lnTo>
                  <a:lnTo>
                    <a:pt x="23770" y="9332"/>
                  </a:lnTo>
                  <a:lnTo>
                    <a:pt x="23707" y="9437"/>
                  </a:lnTo>
                  <a:lnTo>
                    <a:pt x="23435" y="9730"/>
                  </a:lnTo>
                  <a:lnTo>
                    <a:pt x="23310" y="9960"/>
                  </a:lnTo>
                  <a:lnTo>
                    <a:pt x="23226" y="10169"/>
                  </a:lnTo>
                  <a:lnTo>
                    <a:pt x="23121" y="10169"/>
                  </a:lnTo>
                  <a:lnTo>
                    <a:pt x="22933" y="10232"/>
                  </a:lnTo>
                  <a:lnTo>
                    <a:pt x="22807" y="10232"/>
                  </a:lnTo>
                  <a:lnTo>
                    <a:pt x="22661" y="10337"/>
                  </a:lnTo>
                  <a:lnTo>
                    <a:pt x="22494" y="10462"/>
                  </a:lnTo>
                  <a:lnTo>
                    <a:pt x="22347" y="10462"/>
                  </a:lnTo>
                  <a:lnTo>
                    <a:pt x="22096" y="10483"/>
                  </a:lnTo>
                  <a:lnTo>
                    <a:pt x="21908" y="10546"/>
                  </a:lnTo>
                  <a:lnTo>
                    <a:pt x="21740" y="10588"/>
                  </a:lnTo>
                  <a:lnTo>
                    <a:pt x="21322" y="10755"/>
                  </a:lnTo>
                  <a:lnTo>
                    <a:pt x="21008" y="10860"/>
                  </a:lnTo>
                  <a:lnTo>
                    <a:pt x="20841" y="11027"/>
                  </a:lnTo>
                  <a:lnTo>
                    <a:pt x="20590" y="11216"/>
                  </a:lnTo>
                  <a:lnTo>
                    <a:pt x="20485" y="11320"/>
                  </a:lnTo>
                  <a:lnTo>
                    <a:pt x="20338" y="11320"/>
                  </a:lnTo>
                  <a:lnTo>
                    <a:pt x="20192" y="11278"/>
                  </a:lnTo>
                  <a:lnTo>
                    <a:pt x="20192" y="11216"/>
                  </a:lnTo>
                  <a:lnTo>
                    <a:pt x="20171" y="11111"/>
                  </a:lnTo>
                  <a:lnTo>
                    <a:pt x="19899" y="11195"/>
                  </a:lnTo>
                  <a:lnTo>
                    <a:pt x="19732" y="11216"/>
                  </a:lnTo>
                  <a:lnTo>
                    <a:pt x="19522" y="11111"/>
                  </a:lnTo>
                  <a:lnTo>
                    <a:pt x="19355" y="11090"/>
                  </a:lnTo>
                  <a:lnTo>
                    <a:pt x="18999" y="10965"/>
                  </a:lnTo>
                  <a:lnTo>
                    <a:pt x="18623" y="10797"/>
                  </a:lnTo>
                  <a:lnTo>
                    <a:pt x="18413" y="10609"/>
                  </a:lnTo>
                  <a:lnTo>
                    <a:pt x="18288" y="10588"/>
                  </a:lnTo>
                  <a:lnTo>
                    <a:pt x="17869" y="10567"/>
                  </a:lnTo>
                  <a:lnTo>
                    <a:pt x="17493" y="10567"/>
                  </a:lnTo>
                  <a:lnTo>
                    <a:pt x="17430" y="10546"/>
                  </a:lnTo>
                  <a:lnTo>
                    <a:pt x="17367" y="10588"/>
                  </a:lnTo>
                  <a:lnTo>
                    <a:pt x="17325" y="10651"/>
                  </a:lnTo>
                  <a:lnTo>
                    <a:pt x="17137" y="10713"/>
                  </a:lnTo>
                  <a:lnTo>
                    <a:pt x="16865" y="10755"/>
                  </a:lnTo>
                  <a:lnTo>
                    <a:pt x="16384" y="10693"/>
                  </a:lnTo>
                  <a:lnTo>
                    <a:pt x="16028" y="10713"/>
                  </a:lnTo>
                  <a:lnTo>
                    <a:pt x="15777" y="10693"/>
                  </a:lnTo>
                  <a:lnTo>
                    <a:pt x="15547" y="10713"/>
                  </a:lnTo>
                  <a:lnTo>
                    <a:pt x="15442" y="10755"/>
                  </a:lnTo>
                  <a:lnTo>
                    <a:pt x="15338" y="10713"/>
                  </a:lnTo>
                  <a:lnTo>
                    <a:pt x="15191" y="10462"/>
                  </a:lnTo>
                  <a:lnTo>
                    <a:pt x="15149" y="10337"/>
                  </a:lnTo>
                  <a:lnTo>
                    <a:pt x="15024" y="10169"/>
                  </a:lnTo>
                  <a:lnTo>
                    <a:pt x="14919" y="10044"/>
                  </a:lnTo>
                  <a:lnTo>
                    <a:pt x="14856" y="9877"/>
                  </a:lnTo>
                  <a:lnTo>
                    <a:pt x="14856" y="9814"/>
                  </a:lnTo>
                  <a:lnTo>
                    <a:pt x="14752" y="9709"/>
                  </a:lnTo>
                  <a:lnTo>
                    <a:pt x="14668" y="9667"/>
                  </a:lnTo>
                  <a:lnTo>
                    <a:pt x="14626" y="9667"/>
                  </a:lnTo>
                  <a:lnTo>
                    <a:pt x="14584" y="9604"/>
                  </a:lnTo>
                  <a:lnTo>
                    <a:pt x="14564" y="9500"/>
                  </a:lnTo>
                  <a:lnTo>
                    <a:pt x="14333" y="9500"/>
                  </a:lnTo>
                  <a:lnTo>
                    <a:pt x="14187" y="9416"/>
                  </a:lnTo>
                  <a:lnTo>
                    <a:pt x="13978" y="9249"/>
                  </a:lnTo>
                  <a:lnTo>
                    <a:pt x="13873" y="9249"/>
                  </a:lnTo>
                  <a:lnTo>
                    <a:pt x="13768" y="9228"/>
                  </a:lnTo>
                  <a:lnTo>
                    <a:pt x="13706" y="9186"/>
                  </a:lnTo>
                  <a:lnTo>
                    <a:pt x="13517" y="9040"/>
                  </a:lnTo>
                  <a:lnTo>
                    <a:pt x="13141" y="8977"/>
                  </a:lnTo>
                  <a:lnTo>
                    <a:pt x="13099" y="8977"/>
                  </a:lnTo>
                  <a:lnTo>
                    <a:pt x="13057" y="9019"/>
                  </a:lnTo>
                  <a:lnTo>
                    <a:pt x="12890" y="9019"/>
                  </a:lnTo>
                  <a:lnTo>
                    <a:pt x="12639" y="9040"/>
                  </a:lnTo>
                  <a:lnTo>
                    <a:pt x="12053" y="8914"/>
                  </a:lnTo>
                  <a:lnTo>
                    <a:pt x="11948" y="8830"/>
                  </a:lnTo>
                  <a:lnTo>
                    <a:pt x="11823" y="8663"/>
                  </a:lnTo>
                  <a:lnTo>
                    <a:pt x="11802" y="8558"/>
                  </a:lnTo>
                  <a:lnTo>
                    <a:pt x="11802" y="8475"/>
                  </a:lnTo>
                  <a:lnTo>
                    <a:pt x="11823" y="8412"/>
                  </a:lnTo>
                  <a:lnTo>
                    <a:pt x="11906" y="8349"/>
                  </a:lnTo>
                  <a:lnTo>
                    <a:pt x="11948" y="8244"/>
                  </a:lnTo>
                  <a:lnTo>
                    <a:pt x="11885" y="8161"/>
                  </a:lnTo>
                  <a:lnTo>
                    <a:pt x="11843" y="8035"/>
                  </a:lnTo>
                  <a:lnTo>
                    <a:pt x="11885" y="7952"/>
                  </a:lnTo>
                  <a:lnTo>
                    <a:pt x="11885" y="7826"/>
                  </a:lnTo>
                  <a:lnTo>
                    <a:pt x="11823" y="7763"/>
                  </a:lnTo>
                  <a:lnTo>
                    <a:pt x="11739" y="7638"/>
                  </a:lnTo>
                  <a:lnTo>
                    <a:pt x="11676" y="7575"/>
                  </a:lnTo>
                  <a:lnTo>
                    <a:pt x="11592" y="7533"/>
                  </a:lnTo>
                  <a:lnTo>
                    <a:pt x="11530" y="7428"/>
                  </a:lnTo>
                  <a:lnTo>
                    <a:pt x="11488" y="7345"/>
                  </a:lnTo>
                  <a:lnTo>
                    <a:pt x="11446" y="7240"/>
                  </a:lnTo>
                  <a:lnTo>
                    <a:pt x="11425" y="7136"/>
                  </a:lnTo>
                  <a:lnTo>
                    <a:pt x="11383" y="7052"/>
                  </a:lnTo>
                  <a:lnTo>
                    <a:pt x="11279" y="6989"/>
                  </a:lnTo>
                  <a:lnTo>
                    <a:pt x="11195" y="6947"/>
                  </a:lnTo>
                  <a:lnTo>
                    <a:pt x="11153" y="6884"/>
                  </a:lnTo>
                  <a:lnTo>
                    <a:pt x="11069" y="6843"/>
                  </a:lnTo>
                  <a:lnTo>
                    <a:pt x="10965" y="6843"/>
                  </a:lnTo>
                  <a:lnTo>
                    <a:pt x="10902" y="6905"/>
                  </a:lnTo>
                  <a:lnTo>
                    <a:pt x="10860" y="6926"/>
                  </a:lnTo>
                  <a:lnTo>
                    <a:pt x="10776" y="6905"/>
                  </a:lnTo>
                  <a:lnTo>
                    <a:pt x="10693" y="6801"/>
                  </a:lnTo>
                  <a:lnTo>
                    <a:pt x="10672" y="6738"/>
                  </a:lnTo>
                  <a:lnTo>
                    <a:pt x="10567" y="6738"/>
                  </a:lnTo>
                  <a:lnTo>
                    <a:pt x="10442" y="6801"/>
                  </a:lnTo>
                  <a:lnTo>
                    <a:pt x="10400" y="6843"/>
                  </a:lnTo>
                  <a:lnTo>
                    <a:pt x="10379" y="6926"/>
                  </a:lnTo>
                  <a:lnTo>
                    <a:pt x="10337" y="6926"/>
                  </a:lnTo>
                  <a:lnTo>
                    <a:pt x="10211" y="6843"/>
                  </a:lnTo>
                  <a:lnTo>
                    <a:pt x="10170" y="6780"/>
                  </a:lnTo>
                  <a:lnTo>
                    <a:pt x="10170" y="6717"/>
                  </a:lnTo>
                  <a:lnTo>
                    <a:pt x="10107" y="6633"/>
                  </a:lnTo>
                  <a:lnTo>
                    <a:pt x="10002" y="6571"/>
                  </a:lnTo>
                  <a:lnTo>
                    <a:pt x="9877" y="6466"/>
                  </a:lnTo>
                  <a:lnTo>
                    <a:pt x="9835" y="6424"/>
                  </a:lnTo>
                  <a:lnTo>
                    <a:pt x="9751" y="6382"/>
                  </a:lnTo>
                  <a:lnTo>
                    <a:pt x="9730" y="6299"/>
                  </a:lnTo>
                  <a:lnTo>
                    <a:pt x="9730" y="6215"/>
                  </a:lnTo>
                  <a:lnTo>
                    <a:pt x="9709" y="6173"/>
                  </a:lnTo>
                  <a:lnTo>
                    <a:pt x="9688" y="6173"/>
                  </a:lnTo>
                  <a:lnTo>
                    <a:pt x="9688" y="6215"/>
                  </a:lnTo>
                  <a:lnTo>
                    <a:pt x="9646" y="6215"/>
                  </a:lnTo>
                  <a:lnTo>
                    <a:pt x="9605" y="6152"/>
                  </a:lnTo>
                  <a:lnTo>
                    <a:pt x="9584" y="6110"/>
                  </a:lnTo>
                  <a:lnTo>
                    <a:pt x="9584" y="5985"/>
                  </a:lnTo>
                  <a:lnTo>
                    <a:pt x="9542" y="5943"/>
                  </a:lnTo>
                  <a:lnTo>
                    <a:pt x="9521" y="5943"/>
                  </a:lnTo>
                  <a:lnTo>
                    <a:pt x="9395" y="5880"/>
                  </a:lnTo>
                  <a:lnTo>
                    <a:pt x="9312" y="5880"/>
                  </a:lnTo>
                  <a:lnTo>
                    <a:pt x="9333" y="5901"/>
                  </a:lnTo>
                  <a:lnTo>
                    <a:pt x="9228" y="6006"/>
                  </a:lnTo>
                  <a:lnTo>
                    <a:pt x="9123" y="6068"/>
                  </a:lnTo>
                  <a:lnTo>
                    <a:pt x="8998" y="6215"/>
                  </a:lnTo>
                  <a:lnTo>
                    <a:pt x="8977" y="6319"/>
                  </a:lnTo>
                  <a:lnTo>
                    <a:pt x="9019" y="6382"/>
                  </a:lnTo>
                  <a:lnTo>
                    <a:pt x="8956" y="6508"/>
                  </a:lnTo>
                  <a:lnTo>
                    <a:pt x="8768" y="6571"/>
                  </a:lnTo>
                  <a:lnTo>
                    <a:pt x="8684" y="6633"/>
                  </a:lnTo>
                  <a:lnTo>
                    <a:pt x="8663" y="6780"/>
                  </a:lnTo>
                  <a:lnTo>
                    <a:pt x="8663" y="7010"/>
                  </a:lnTo>
                  <a:lnTo>
                    <a:pt x="8768" y="7240"/>
                  </a:lnTo>
                  <a:lnTo>
                    <a:pt x="8872" y="7408"/>
                  </a:lnTo>
                  <a:lnTo>
                    <a:pt x="8872" y="7470"/>
                  </a:lnTo>
                  <a:lnTo>
                    <a:pt x="8705" y="7638"/>
                  </a:lnTo>
                  <a:lnTo>
                    <a:pt x="8579" y="7680"/>
                  </a:lnTo>
                  <a:lnTo>
                    <a:pt x="8496" y="7784"/>
                  </a:lnTo>
                  <a:lnTo>
                    <a:pt x="8433" y="7826"/>
                  </a:lnTo>
                  <a:lnTo>
                    <a:pt x="8349" y="7826"/>
                  </a:lnTo>
                  <a:lnTo>
                    <a:pt x="8307" y="7742"/>
                  </a:lnTo>
                  <a:lnTo>
                    <a:pt x="8245" y="7742"/>
                  </a:lnTo>
                  <a:lnTo>
                    <a:pt x="8014" y="7784"/>
                  </a:lnTo>
                  <a:lnTo>
                    <a:pt x="7847" y="7763"/>
                  </a:lnTo>
                  <a:lnTo>
                    <a:pt x="7638" y="7680"/>
                  </a:lnTo>
                  <a:lnTo>
                    <a:pt x="7429" y="7680"/>
                  </a:lnTo>
                  <a:lnTo>
                    <a:pt x="7387" y="7952"/>
                  </a:lnTo>
                  <a:lnTo>
                    <a:pt x="7324" y="8098"/>
                  </a:lnTo>
                  <a:lnTo>
                    <a:pt x="7324" y="8244"/>
                  </a:lnTo>
                  <a:lnTo>
                    <a:pt x="7261" y="8579"/>
                  </a:lnTo>
                  <a:lnTo>
                    <a:pt x="7261" y="8830"/>
                  </a:lnTo>
                  <a:lnTo>
                    <a:pt x="7240" y="8914"/>
                  </a:lnTo>
                  <a:lnTo>
                    <a:pt x="7303" y="8977"/>
                  </a:lnTo>
                  <a:lnTo>
                    <a:pt x="7429" y="9019"/>
                  </a:lnTo>
                  <a:lnTo>
                    <a:pt x="7387" y="9144"/>
                  </a:lnTo>
                  <a:lnTo>
                    <a:pt x="7387" y="9228"/>
                  </a:lnTo>
                  <a:lnTo>
                    <a:pt x="7303" y="9228"/>
                  </a:lnTo>
                  <a:lnTo>
                    <a:pt x="7219" y="9291"/>
                  </a:lnTo>
                  <a:lnTo>
                    <a:pt x="7136" y="9291"/>
                  </a:lnTo>
                  <a:lnTo>
                    <a:pt x="7073" y="9228"/>
                  </a:lnTo>
                  <a:lnTo>
                    <a:pt x="6989" y="9249"/>
                  </a:lnTo>
                  <a:lnTo>
                    <a:pt x="6864" y="9291"/>
                  </a:lnTo>
                  <a:lnTo>
                    <a:pt x="6592" y="9332"/>
                  </a:lnTo>
                  <a:lnTo>
                    <a:pt x="6445" y="9416"/>
                  </a:lnTo>
                  <a:lnTo>
                    <a:pt x="6341" y="9416"/>
                  </a:lnTo>
                  <a:lnTo>
                    <a:pt x="6278" y="9353"/>
                  </a:lnTo>
                  <a:lnTo>
                    <a:pt x="6173" y="9416"/>
                  </a:lnTo>
                  <a:lnTo>
                    <a:pt x="6069" y="9521"/>
                  </a:lnTo>
                  <a:lnTo>
                    <a:pt x="6069" y="9604"/>
                  </a:lnTo>
                  <a:lnTo>
                    <a:pt x="6173" y="9667"/>
                  </a:lnTo>
                  <a:lnTo>
                    <a:pt x="6341" y="9646"/>
                  </a:lnTo>
                  <a:lnTo>
                    <a:pt x="6466" y="9667"/>
                  </a:lnTo>
                  <a:lnTo>
                    <a:pt x="6466" y="9730"/>
                  </a:lnTo>
                  <a:lnTo>
                    <a:pt x="6382" y="9814"/>
                  </a:lnTo>
                  <a:lnTo>
                    <a:pt x="6445" y="9981"/>
                  </a:lnTo>
                  <a:lnTo>
                    <a:pt x="6445" y="10065"/>
                  </a:lnTo>
                  <a:lnTo>
                    <a:pt x="6487" y="10149"/>
                  </a:lnTo>
                  <a:lnTo>
                    <a:pt x="6508" y="10253"/>
                  </a:lnTo>
                  <a:lnTo>
                    <a:pt x="6613" y="10441"/>
                  </a:lnTo>
                  <a:lnTo>
                    <a:pt x="6654" y="10546"/>
                  </a:lnTo>
                  <a:lnTo>
                    <a:pt x="6780" y="10609"/>
                  </a:lnTo>
                  <a:lnTo>
                    <a:pt x="6822" y="10860"/>
                  </a:lnTo>
                  <a:lnTo>
                    <a:pt x="6738" y="10923"/>
                  </a:lnTo>
                  <a:lnTo>
                    <a:pt x="6696" y="11027"/>
                  </a:lnTo>
                  <a:lnTo>
                    <a:pt x="6801" y="11132"/>
                  </a:lnTo>
                  <a:lnTo>
                    <a:pt x="6738" y="11174"/>
                  </a:lnTo>
                  <a:lnTo>
                    <a:pt x="6738" y="11216"/>
                  </a:lnTo>
                  <a:lnTo>
                    <a:pt x="6613" y="11299"/>
                  </a:lnTo>
                  <a:lnTo>
                    <a:pt x="6654" y="11446"/>
                  </a:lnTo>
                  <a:lnTo>
                    <a:pt x="6508" y="11509"/>
                  </a:lnTo>
                  <a:lnTo>
                    <a:pt x="6278" y="11446"/>
                  </a:lnTo>
                  <a:lnTo>
                    <a:pt x="6027" y="11174"/>
                  </a:lnTo>
                  <a:lnTo>
                    <a:pt x="5922" y="11195"/>
                  </a:lnTo>
                  <a:lnTo>
                    <a:pt x="5671" y="11090"/>
                  </a:lnTo>
                  <a:lnTo>
                    <a:pt x="5336" y="11090"/>
                  </a:lnTo>
                  <a:lnTo>
                    <a:pt x="5148" y="11132"/>
                  </a:lnTo>
                  <a:lnTo>
                    <a:pt x="4876" y="11069"/>
                  </a:lnTo>
                  <a:lnTo>
                    <a:pt x="4583" y="11132"/>
                  </a:lnTo>
                  <a:lnTo>
                    <a:pt x="4457" y="11132"/>
                  </a:lnTo>
                  <a:lnTo>
                    <a:pt x="4311" y="11111"/>
                  </a:lnTo>
                  <a:lnTo>
                    <a:pt x="4206" y="11195"/>
                  </a:lnTo>
                  <a:lnTo>
                    <a:pt x="4102" y="11237"/>
                  </a:lnTo>
                  <a:lnTo>
                    <a:pt x="3767" y="11195"/>
                  </a:lnTo>
                  <a:lnTo>
                    <a:pt x="3558" y="11132"/>
                  </a:lnTo>
                  <a:lnTo>
                    <a:pt x="3432" y="11069"/>
                  </a:lnTo>
                  <a:lnTo>
                    <a:pt x="3244" y="11069"/>
                  </a:lnTo>
                  <a:lnTo>
                    <a:pt x="3202" y="11111"/>
                  </a:lnTo>
                  <a:lnTo>
                    <a:pt x="3035" y="11090"/>
                  </a:lnTo>
                  <a:lnTo>
                    <a:pt x="2930" y="11069"/>
                  </a:lnTo>
                  <a:lnTo>
                    <a:pt x="2888" y="11111"/>
                  </a:lnTo>
                  <a:lnTo>
                    <a:pt x="2888" y="11237"/>
                  </a:lnTo>
                  <a:lnTo>
                    <a:pt x="2909" y="11383"/>
                  </a:lnTo>
                  <a:lnTo>
                    <a:pt x="2930" y="11509"/>
                  </a:lnTo>
                  <a:lnTo>
                    <a:pt x="2742" y="11550"/>
                  </a:lnTo>
                  <a:lnTo>
                    <a:pt x="2386" y="11550"/>
                  </a:lnTo>
                  <a:lnTo>
                    <a:pt x="1968" y="11509"/>
                  </a:lnTo>
                  <a:lnTo>
                    <a:pt x="1863" y="11446"/>
                  </a:lnTo>
                  <a:lnTo>
                    <a:pt x="1675" y="11425"/>
                  </a:lnTo>
                  <a:lnTo>
                    <a:pt x="1570" y="11550"/>
                  </a:lnTo>
                  <a:lnTo>
                    <a:pt x="1591" y="11613"/>
                  </a:lnTo>
                  <a:lnTo>
                    <a:pt x="1465" y="11697"/>
                  </a:lnTo>
                  <a:lnTo>
                    <a:pt x="1465" y="11739"/>
                  </a:lnTo>
                  <a:lnTo>
                    <a:pt x="1507" y="11739"/>
                  </a:lnTo>
                  <a:lnTo>
                    <a:pt x="1507" y="11864"/>
                  </a:lnTo>
                  <a:lnTo>
                    <a:pt x="1340" y="12157"/>
                  </a:lnTo>
                  <a:lnTo>
                    <a:pt x="1256" y="12283"/>
                  </a:lnTo>
                  <a:lnTo>
                    <a:pt x="1361" y="12366"/>
                  </a:lnTo>
                  <a:lnTo>
                    <a:pt x="1633" y="12450"/>
                  </a:lnTo>
                  <a:lnTo>
                    <a:pt x="1737" y="12555"/>
                  </a:lnTo>
                  <a:lnTo>
                    <a:pt x="1842" y="12576"/>
                  </a:lnTo>
                  <a:lnTo>
                    <a:pt x="1947" y="12471"/>
                  </a:lnTo>
                  <a:lnTo>
                    <a:pt x="1947" y="12325"/>
                  </a:lnTo>
                  <a:lnTo>
                    <a:pt x="2009" y="12325"/>
                  </a:lnTo>
                  <a:lnTo>
                    <a:pt x="2302" y="12555"/>
                  </a:lnTo>
                  <a:lnTo>
                    <a:pt x="2323" y="12659"/>
                  </a:lnTo>
                  <a:lnTo>
                    <a:pt x="2177" y="12848"/>
                  </a:lnTo>
                  <a:lnTo>
                    <a:pt x="1968" y="12848"/>
                  </a:lnTo>
                  <a:lnTo>
                    <a:pt x="1675" y="12890"/>
                  </a:lnTo>
                  <a:lnTo>
                    <a:pt x="1654" y="12785"/>
                  </a:lnTo>
                  <a:lnTo>
                    <a:pt x="1507" y="12659"/>
                  </a:lnTo>
                  <a:lnTo>
                    <a:pt x="1340" y="12869"/>
                  </a:lnTo>
                  <a:lnTo>
                    <a:pt x="1235" y="12848"/>
                  </a:lnTo>
                  <a:lnTo>
                    <a:pt x="1068" y="12973"/>
                  </a:lnTo>
                  <a:lnTo>
                    <a:pt x="921" y="13015"/>
                  </a:lnTo>
                  <a:lnTo>
                    <a:pt x="921" y="13162"/>
                  </a:lnTo>
                  <a:lnTo>
                    <a:pt x="1110" y="13224"/>
                  </a:lnTo>
                  <a:lnTo>
                    <a:pt x="1068" y="13371"/>
                  </a:lnTo>
                  <a:lnTo>
                    <a:pt x="900" y="13434"/>
                  </a:lnTo>
                  <a:lnTo>
                    <a:pt x="628" y="13496"/>
                  </a:lnTo>
                  <a:lnTo>
                    <a:pt x="691" y="13538"/>
                  </a:lnTo>
                  <a:lnTo>
                    <a:pt x="733" y="13622"/>
                  </a:lnTo>
                  <a:lnTo>
                    <a:pt x="503" y="13706"/>
                  </a:lnTo>
                  <a:lnTo>
                    <a:pt x="503" y="13831"/>
                  </a:lnTo>
                  <a:lnTo>
                    <a:pt x="398" y="13852"/>
                  </a:lnTo>
                  <a:lnTo>
                    <a:pt x="126" y="13831"/>
                  </a:lnTo>
                  <a:lnTo>
                    <a:pt x="1" y="13936"/>
                  </a:lnTo>
                  <a:lnTo>
                    <a:pt x="1" y="14103"/>
                  </a:lnTo>
                  <a:lnTo>
                    <a:pt x="168" y="14333"/>
                  </a:lnTo>
                  <a:lnTo>
                    <a:pt x="273" y="14270"/>
                  </a:lnTo>
                  <a:lnTo>
                    <a:pt x="419" y="14250"/>
                  </a:lnTo>
                  <a:lnTo>
                    <a:pt x="440" y="14375"/>
                  </a:lnTo>
                  <a:lnTo>
                    <a:pt x="398" y="14522"/>
                  </a:lnTo>
                  <a:lnTo>
                    <a:pt x="461" y="14668"/>
                  </a:lnTo>
                  <a:lnTo>
                    <a:pt x="587" y="14731"/>
                  </a:lnTo>
                  <a:lnTo>
                    <a:pt x="607" y="14877"/>
                  </a:lnTo>
                  <a:lnTo>
                    <a:pt x="545" y="14940"/>
                  </a:lnTo>
                  <a:lnTo>
                    <a:pt x="419" y="15212"/>
                  </a:lnTo>
                  <a:lnTo>
                    <a:pt x="377" y="15589"/>
                  </a:lnTo>
                  <a:lnTo>
                    <a:pt x="335" y="15526"/>
                  </a:lnTo>
                  <a:lnTo>
                    <a:pt x="440" y="15693"/>
                  </a:lnTo>
                  <a:lnTo>
                    <a:pt x="545" y="15714"/>
                  </a:lnTo>
                  <a:lnTo>
                    <a:pt x="733" y="15693"/>
                  </a:lnTo>
                  <a:lnTo>
                    <a:pt x="859" y="15610"/>
                  </a:lnTo>
                  <a:lnTo>
                    <a:pt x="921" y="15526"/>
                  </a:lnTo>
                  <a:lnTo>
                    <a:pt x="984" y="15505"/>
                  </a:lnTo>
                  <a:lnTo>
                    <a:pt x="1047" y="15463"/>
                  </a:lnTo>
                  <a:lnTo>
                    <a:pt x="1110" y="15484"/>
                  </a:lnTo>
                  <a:lnTo>
                    <a:pt x="1172" y="15568"/>
                  </a:lnTo>
                  <a:lnTo>
                    <a:pt x="1361" y="15589"/>
                  </a:lnTo>
                  <a:lnTo>
                    <a:pt x="1361" y="15505"/>
                  </a:lnTo>
                  <a:lnTo>
                    <a:pt x="1319" y="15463"/>
                  </a:lnTo>
                  <a:lnTo>
                    <a:pt x="1319" y="15358"/>
                  </a:lnTo>
                  <a:lnTo>
                    <a:pt x="1444" y="15317"/>
                  </a:lnTo>
                  <a:lnTo>
                    <a:pt x="1486" y="15275"/>
                  </a:lnTo>
                  <a:lnTo>
                    <a:pt x="1549" y="15275"/>
                  </a:lnTo>
                  <a:lnTo>
                    <a:pt x="1570" y="15317"/>
                  </a:lnTo>
                  <a:lnTo>
                    <a:pt x="1695" y="15317"/>
                  </a:lnTo>
                  <a:lnTo>
                    <a:pt x="1779" y="15191"/>
                  </a:lnTo>
                  <a:lnTo>
                    <a:pt x="1758" y="15045"/>
                  </a:lnTo>
                  <a:lnTo>
                    <a:pt x="1779" y="14961"/>
                  </a:lnTo>
                  <a:lnTo>
                    <a:pt x="1863" y="14898"/>
                  </a:lnTo>
                  <a:lnTo>
                    <a:pt x="1884" y="14731"/>
                  </a:lnTo>
                  <a:lnTo>
                    <a:pt x="1947" y="14626"/>
                  </a:lnTo>
                  <a:lnTo>
                    <a:pt x="2072" y="14626"/>
                  </a:lnTo>
                  <a:lnTo>
                    <a:pt x="2177" y="14689"/>
                  </a:lnTo>
                  <a:lnTo>
                    <a:pt x="2281" y="14752"/>
                  </a:lnTo>
                  <a:lnTo>
                    <a:pt x="2281" y="14835"/>
                  </a:lnTo>
                  <a:lnTo>
                    <a:pt x="2260" y="14982"/>
                  </a:lnTo>
                  <a:lnTo>
                    <a:pt x="2281" y="15086"/>
                  </a:lnTo>
                  <a:lnTo>
                    <a:pt x="2386" y="15086"/>
                  </a:lnTo>
                  <a:lnTo>
                    <a:pt x="2428" y="15191"/>
                  </a:lnTo>
                  <a:lnTo>
                    <a:pt x="2407" y="15317"/>
                  </a:lnTo>
                  <a:lnTo>
                    <a:pt x="2428" y="15463"/>
                  </a:lnTo>
                  <a:lnTo>
                    <a:pt x="2428" y="15672"/>
                  </a:lnTo>
                  <a:lnTo>
                    <a:pt x="2532" y="15798"/>
                  </a:lnTo>
                  <a:lnTo>
                    <a:pt x="2532" y="15882"/>
                  </a:lnTo>
                  <a:lnTo>
                    <a:pt x="2637" y="15903"/>
                  </a:lnTo>
                  <a:lnTo>
                    <a:pt x="2784" y="15903"/>
                  </a:lnTo>
                  <a:lnTo>
                    <a:pt x="2888" y="15819"/>
                  </a:lnTo>
                  <a:lnTo>
                    <a:pt x="2909" y="15777"/>
                  </a:lnTo>
                  <a:lnTo>
                    <a:pt x="3076" y="15693"/>
                  </a:lnTo>
                  <a:lnTo>
                    <a:pt x="3202" y="15610"/>
                  </a:lnTo>
                  <a:lnTo>
                    <a:pt x="3223" y="15484"/>
                  </a:lnTo>
                  <a:lnTo>
                    <a:pt x="3307" y="15421"/>
                  </a:lnTo>
                  <a:lnTo>
                    <a:pt x="3558" y="15275"/>
                  </a:lnTo>
                  <a:lnTo>
                    <a:pt x="3725" y="15212"/>
                  </a:lnTo>
                  <a:lnTo>
                    <a:pt x="3746" y="15358"/>
                  </a:lnTo>
                  <a:lnTo>
                    <a:pt x="3976" y="15317"/>
                  </a:lnTo>
                  <a:lnTo>
                    <a:pt x="4039" y="15212"/>
                  </a:lnTo>
                  <a:lnTo>
                    <a:pt x="4290" y="15212"/>
                  </a:lnTo>
                  <a:lnTo>
                    <a:pt x="4311" y="15317"/>
                  </a:lnTo>
                  <a:lnTo>
                    <a:pt x="4123" y="15484"/>
                  </a:lnTo>
                  <a:lnTo>
                    <a:pt x="4248" y="15505"/>
                  </a:lnTo>
                  <a:lnTo>
                    <a:pt x="4290" y="15463"/>
                  </a:lnTo>
                  <a:lnTo>
                    <a:pt x="4374" y="15463"/>
                  </a:lnTo>
                  <a:lnTo>
                    <a:pt x="4478" y="15526"/>
                  </a:lnTo>
                  <a:lnTo>
                    <a:pt x="4520" y="15505"/>
                  </a:lnTo>
                  <a:lnTo>
                    <a:pt x="4625" y="15505"/>
                  </a:lnTo>
                  <a:lnTo>
                    <a:pt x="4688" y="15463"/>
                  </a:lnTo>
                  <a:lnTo>
                    <a:pt x="4729" y="15400"/>
                  </a:lnTo>
                  <a:lnTo>
                    <a:pt x="4813" y="15400"/>
                  </a:lnTo>
                  <a:lnTo>
                    <a:pt x="4897" y="15484"/>
                  </a:lnTo>
                  <a:lnTo>
                    <a:pt x="4981" y="15672"/>
                  </a:lnTo>
                  <a:lnTo>
                    <a:pt x="5232" y="16049"/>
                  </a:lnTo>
                  <a:lnTo>
                    <a:pt x="5357" y="16133"/>
                  </a:lnTo>
                  <a:lnTo>
                    <a:pt x="5399" y="16300"/>
                  </a:lnTo>
                  <a:lnTo>
                    <a:pt x="5462" y="16363"/>
                  </a:lnTo>
                  <a:lnTo>
                    <a:pt x="5545" y="16447"/>
                  </a:lnTo>
                  <a:lnTo>
                    <a:pt x="5776" y="16467"/>
                  </a:lnTo>
                  <a:lnTo>
                    <a:pt x="5985" y="16467"/>
                  </a:lnTo>
                  <a:lnTo>
                    <a:pt x="6089" y="16509"/>
                  </a:lnTo>
                  <a:lnTo>
                    <a:pt x="6131" y="16635"/>
                  </a:lnTo>
                  <a:lnTo>
                    <a:pt x="6361" y="16719"/>
                  </a:lnTo>
                  <a:lnTo>
                    <a:pt x="6550" y="16823"/>
                  </a:lnTo>
                  <a:lnTo>
                    <a:pt x="6654" y="17095"/>
                  </a:lnTo>
                  <a:lnTo>
                    <a:pt x="6801" y="17263"/>
                  </a:lnTo>
                  <a:lnTo>
                    <a:pt x="6989" y="17367"/>
                  </a:lnTo>
                  <a:lnTo>
                    <a:pt x="7073" y="17514"/>
                  </a:lnTo>
                  <a:lnTo>
                    <a:pt x="7073" y="17786"/>
                  </a:lnTo>
                  <a:lnTo>
                    <a:pt x="7177" y="18037"/>
                  </a:lnTo>
                  <a:lnTo>
                    <a:pt x="7324" y="18079"/>
                  </a:lnTo>
                  <a:lnTo>
                    <a:pt x="7387" y="18330"/>
                  </a:lnTo>
                  <a:lnTo>
                    <a:pt x="7429" y="18539"/>
                  </a:lnTo>
                  <a:lnTo>
                    <a:pt x="7345" y="18664"/>
                  </a:lnTo>
                  <a:lnTo>
                    <a:pt x="7324" y="18602"/>
                  </a:lnTo>
                  <a:lnTo>
                    <a:pt x="7219" y="18539"/>
                  </a:lnTo>
                  <a:lnTo>
                    <a:pt x="7073" y="18727"/>
                  </a:lnTo>
                  <a:lnTo>
                    <a:pt x="7094" y="18811"/>
                  </a:lnTo>
                  <a:lnTo>
                    <a:pt x="7115" y="18874"/>
                  </a:lnTo>
                  <a:lnTo>
                    <a:pt x="7261" y="18957"/>
                  </a:lnTo>
                  <a:lnTo>
                    <a:pt x="7240" y="19188"/>
                  </a:lnTo>
                  <a:lnTo>
                    <a:pt x="7303" y="19292"/>
                  </a:lnTo>
                  <a:lnTo>
                    <a:pt x="7261" y="19376"/>
                  </a:lnTo>
                  <a:lnTo>
                    <a:pt x="7324" y="19397"/>
                  </a:lnTo>
                  <a:lnTo>
                    <a:pt x="7408" y="19501"/>
                  </a:lnTo>
                  <a:lnTo>
                    <a:pt x="7408" y="19606"/>
                  </a:lnTo>
                  <a:lnTo>
                    <a:pt x="7449" y="19606"/>
                  </a:lnTo>
                  <a:lnTo>
                    <a:pt x="7491" y="19752"/>
                  </a:lnTo>
                  <a:lnTo>
                    <a:pt x="7617" y="19794"/>
                  </a:lnTo>
                  <a:lnTo>
                    <a:pt x="7701" y="19690"/>
                  </a:lnTo>
                  <a:lnTo>
                    <a:pt x="7826" y="19690"/>
                  </a:lnTo>
                  <a:lnTo>
                    <a:pt x="7868" y="19773"/>
                  </a:lnTo>
                  <a:lnTo>
                    <a:pt x="8014" y="19794"/>
                  </a:lnTo>
                  <a:lnTo>
                    <a:pt x="8119" y="19899"/>
                  </a:lnTo>
                  <a:lnTo>
                    <a:pt x="8182" y="19920"/>
                  </a:lnTo>
                  <a:lnTo>
                    <a:pt x="8266" y="20087"/>
                  </a:lnTo>
                  <a:lnTo>
                    <a:pt x="8370" y="20087"/>
                  </a:lnTo>
                  <a:lnTo>
                    <a:pt x="8391" y="20192"/>
                  </a:lnTo>
                  <a:lnTo>
                    <a:pt x="8433" y="20171"/>
                  </a:lnTo>
                  <a:lnTo>
                    <a:pt x="8454" y="20129"/>
                  </a:lnTo>
                  <a:lnTo>
                    <a:pt x="8600" y="20213"/>
                  </a:lnTo>
                  <a:lnTo>
                    <a:pt x="8663" y="20296"/>
                  </a:lnTo>
                  <a:lnTo>
                    <a:pt x="8768" y="20296"/>
                  </a:lnTo>
                  <a:lnTo>
                    <a:pt x="8830" y="20317"/>
                  </a:lnTo>
                  <a:lnTo>
                    <a:pt x="8893" y="20213"/>
                  </a:lnTo>
                  <a:lnTo>
                    <a:pt x="9061" y="20192"/>
                  </a:lnTo>
                  <a:lnTo>
                    <a:pt x="9270" y="20276"/>
                  </a:lnTo>
                  <a:lnTo>
                    <a:pt x="9312" y="20338"/>
                  </a:lnTo>
                  <a:lnTo>
                    <a:pt x="9437" y="20338"/>
                  </a:lnTo>
                  <a:lnTo>
                    <a:pt x="9542" y="20401"/>
                  </a:lnTo>
                  <a:lnTo>
                    <a:pt x="9709" y="20589"/>
                  </a:lnTo>
                  <a:lnTo>
                    <a:pt x="9835" y="20589"/>
                  </a:lnTo>
                  <a:lnTo>
                    <a:pt x="9960" y="20652"/>
                  </a:lnTo>
                  <a:lnTo>
                    <a:pt x="10023" y="20715"/>
                  </a:lnTo>
                  <a:lnTo>
                    <a:pt x="10128" y="20840"/>
                  </a:lnTo>
                  <a:lnTo>
                    <a:pt x="10170" y="20966"/>
                  </a:lnTo>
                  <a:lnTo>
                    <a:pt x="10232" y="20945"/>
                  </a:lnTo>
                  <a:lnTo>
                    <a:pt x="10232" y="20757"/>
                  </a:lnTo>
                  <a:lnTo>
                    <a:pt x="10316" y="20715"/>
                  </a:lnTo>
                  <a:lnTo>
                    <a:pt x="10337" y="20757"/>
                  </a:lnTo>
                  <a:lnTo>
                    <a:pt x="10462" y="20757"/>
                  </a:lnTo>
                  <a:lnTo>
                    <a:pt x="10588" y="20840"/>
                  </a:lnTo>
                  <a:lnTo>
                    <a:pt x="10588" y="21008"/>
                  </a:lnTo>
                  <a:lnTo>
                    <a:pt x="10755" y="21133"/>
                  </a:lnTo>
                  <a:lnTo>
                    <a:pt x="10923" y="21071"/>
                  </a:lnTo>
                  <a:lnTo>
                    <a:pt x="11069" y="21071"/>
                  </a:lnTo>
                  <a:lnTo>
                    <a:pt x="11048" y="21322"/>
                  </a:lnTo>
                  <a:lnTo>
                    <a:pt x="11090" y="21468"/>
                  </a:lnTo>
                  <a:lnTo>
                    <a:pt x="11195" y="21447"/>
                  </a:lnTo>
                  <a:lnTo>
                    <a:pt x="11362" y="21531"/>
                  </a:lnTo>
                  <a:lnTo>
                    <a:pt x="11425" y="21447"/>
                  </a:lnTo>
                  <a:lnTo>
                    <a:pt x="11571" y="21426"/>
                  </a:lnTo>
                  <a:lnTo>
                    <a:pt x="11676" y="21322"/>
                  </a:lnTo>
                  <a:lnTo>
                    <a:pt x="11885" y="21322"/>
                  </a:lnTo>
                  <a:lnTo>
                    <a:pt x="12011" y="21384"/>
                  </a:lnTo>
                  <a:lnTo>
                    <a:pt x="12053" y="21531"/>
                  </a:lnTo>
                  <a:lnTo>
                    <a:pt x="12220" y="21594"/>
                  </a:lnTo>
                  <a:lnTo>
                    <a:pt x="12346" y="21761"/>
                  </a:lnTo>
                  <a:lnTo>
                    <a:pt x="12429" y="21782"/>
                  </a:lnTo>
                  <a:lnTo>
                    <a:pt x="12576" y="21740"/>
                  </a:lnTo>
                  <a:lnTo>
                    <a:pt x="12639" y="21761"/>
                  </a:lnTo>
                  <a:lnTo>
                    <a:pt x="12785" y="21698"/>
                  </a:lnTo>
                  <a:lnTo>
                    <a:pt x="12931" y="21698"/>
                  </a:lnTo>
                  <a:lnTo>
                    <a:pt x="13015" y="21594"/>
                  </a:lnTo>
                  <a:lnTo>
                    <a:pt x="13162" y="21594"/>
                  </a:lnTo>
                  <a:lnTo>
                    <a:pt x="13203" y="21698"/>
                  </a:lnTo>
                  <a:lnTo>
                    <a:pt x="13245" y="21866"/>
                  </a:lnTo>
                  <a:lnTo>
                    <a:pt x="13350" y="21949"/>
                  </a:lnTo>
                  <a:lnTo>
                    <a:pt x="13475" y="21887"/>
                  </a:lnTo>
                  <a:lnTo>
                    <a:pt x="13601" y="21636"/>
                  </a:lnTo>
                  <a:lnTo>
                    <a:pt x="13873" y="21468"/>
                  </a:lnTo>
                  <a:lnTo>
                    <a:pt x="14040" y="21447"/>
                  </a:lnTo>
                  <a:lnTo>
                    <a:pt x="14124" y="21552"/>
                  </a:lnTo>
                  <a:lnTo>
                    <a:pt x="14396" y="21573"/>
                  </a:lnTo>
                  <a:lnTo>
                    <a:pt x="14501" y="21636"/>
                  </a:lnTo>
                  <a:lnTo>
                    <a:pt x="14647" y="21552"/>
                  </a:lnTo>
                  <a:lnTo>
                    <a:pt x="14815" y="21573"/>
                  </a:lnTo>
                  <a:lnTo>
                    <a:pt x="14877" y="21677"/>
                  </a:lnTo>
                  <a:lnTo>
                    <a:pt x="14982" y="21677"/>
                  </a:lnTo>
                  <a:lnTo>
                    <a:pt x="15191" y="21636"/>
                  </a:lnTo>
                  <a:lnTo>
                    <a:pt x="15296" y="21636"/>
                  </a:lnTo>
                  <a:lnTo>
                    <a:pt x="15359" y="21468"/>
                  </a:lnTo>
                  <a:lnTo>
                    <a:pt x="15442" y="21426"/>
                  </a:lnTo>
                  <a:lnTo>
                    <a:pt x="15547" y="21447"/>
                  </a:lnTo>
                  <a:lnTo>
                    <a:pt x="15547" y="21364"/>
                  </a:lnTo>
                  <a:lnTo>
                    <a:pt x="15631" y="21343"/>
                  </a:lnTo>
                  <a:lnTo>
                    <a:pt x="15693" y="21217"/>
                  </a:lnTo>
                  <a:lnTo>
                    <a:pt x="15798" y="21112"/>
                  </a:lnTo>
                  <a:lnTo>
                    <a:pt x="15903" y="21071"/>
                  </a:lnTo>
                  <a:lnTo>
                    <a:pt x="16133" y="21029"/>
                  </a:lnTo>
                  <a:lnTo>
                    <a:pt x="16237" y="20861"/>
                  </a:lnTo>
                  <a:lnTo>
                    <a:pt x="16237" y="20736"/>
                  </a:lnTo>
                  <a:lnTo>
                    <a:pt x="16321" y="20736"/>
                  </a:lnTo>
                  <a:lnTo>
                    <a:pt x="16447" y="20631"/>
                  </a:lnTo>
                  <a:lnTo>
                    <a:pt x="16551" y="20799"/>
                  </a:lnTo>
                  <a:lnTo>
                    <a:pt x="16719" y="20736"/>
                  </a:lnTo>
                  <a:lnTo>
                    <a:pt x="16928" y="20820"/>
                  </a:lnTo>
                  <a:lnTo>
                    <a:pt x="17012" y="20757"/>
                  </a:lnTo>
                  <a:lnTo>
                    <a:pt x="16970" y="20652"/>
                  </a:lnTo>
                  <a:lnTo>
                    <a:pt x="17242" y="20506"/>
                  </a:lnTo>
                  <a:lnTo>
                    <a:pt x="17325" y="20527"/>
                  </a:lnTo>
                  <a:lnTo>
                    <a:pt x="17367" y="20610"/>
                  </a:lnTo>
                  <a:lnTo>
                    <a:pt x="17451" y="20610"/>
                  </a:lnTo>
                  <a:lnTo>
                    <a:pt x="17472" y="20652"/>
                  </a:lnTo>
                  <a:lnTo>
                    <a:pt x="17388" y="20820"/>
                  </a:lnTo>
                  <a:lnTo>
                    <a:pt x="17451" y="20903"/>
                  </a:lnTo>
                  <a:lnTo>
                    <a:pt x="17535" y="20903"/>
                  </a:lnTo>
                  <a:lnTo>
                    <a:pt x="17597" y="20861"/>
                  </a:lnTo>
                  <a:lnTo>
                    <a:pt x="17639" y="20945"/>
                  </a:lnTo>
                  <a:lnTo>
                    <a:pt x="17702" y="21050"/>
                  </a:lnTo>
                  <a:lnTo>
                    <a:pt x="17702" y="21133"/>
                  </a:lnTo>
                  <a:lnTo>
                    <a:pt x="17597" y="21238"/>
                  </a:lnTo>
                  <a:lnTo>
                    <a:pt x="17639" y="21343"/>
                  </a:lnTo>
                  <a:lnTo>
                    <a:pt x="17765" y="21364"/>
                  </a:lnTo>
                  <a:lnTo>
                    <a:pt x="17849" y="21322"/>
                  </a:lnTo>
                  <a:lnTo>
                    <a:pt x="17953" y="21364"/>
                  </a:lnTo>
                  <a:lnTo>
                    <a:pt x="18016" y="21468"/>
                  </a:lnTo>
                  <a:lnTo>
                    <a:pt x="18121" y="21426"/>
                  </a:lnTo>
                  <a:lnTo>
                    <a:pt x="18246" y="21468"/>
                  </a:lnTo>
                  <a:lnTo>
                    <a:pt x="18330" y="21426"/>
                  </a:lnTo>
                  <a:lnTo>
                    <a:pt x="18497" y="21426"/>
                  </a:lnTo>
                  <a:lnTo>
                    <a:pt x="18539" y="21573"/>
                  </a:lnTo>
                  <a:lnTo>
                    <a:pt x="18685" y="21677"/>
                  </a:lnTo>
                  <a:lnTo>
                    <a:pt x="18706" y="21845"/>
                  </a:lnTo>
                  <a:lnTo>
                    <a:pt x="18811" y="21845"/>
                  </a:lnTo>
                  <a:lnTo>
                    <a:pt x="18916" y="21970"/>
                  </a:lnTo>
                  <a:lnTo>
                    <a:pt x="18916" y="22117"/>
                  </a:lnTo>
                  <a:lnTo>
                    <a:pt x="18999" y="22326"/>
                  </a:lnTo>
                  <a:lnTo>
                    <a:pt x="19020" y="22493"/>
                  </a:lnTo>
                  <a:lnTo>
                    <a:pt x="18999" y="22745"/>
                  </a:lnTo>
                  <a:lnTo>
                    <a:pt x="18999" y="22849"/>
                  </a:lnTo>
                  <a:lnTo>
                    <a:pt x="18957" y="22933"/>
                  </a:lnTo>
                  <a:lnTo>
                    <a:pt x="18853" y="22996"/>
                  </a:lnTo>
                  <a:lnTo>
                    <a:pt x="18832" y="23100"/>
                  </a:lnTo>
                  <a:lnTo>
                    <a:pt x="18769" y="23121"/>
                  </a:lnTo>
                  <a:lnTo>
                    <a:pt x="18748" y="23205"/>
                  </a:lnTo>
                  <a:lnTo>
                    <a:pt x="18811" y="23309"/>
                  </a:lnTo>
                  <a:lnTo>
                    <a:pt x="18748" y="23351"/>
                  </a:lnTo>
                  <a:lnTo>
                    <a:pt x="18685" y="23330"/>
                  </a:lnTo>
                  <a:lnTo>
                    <a:pt x="18602" y="23435"/>
                  </a:lnTo>
                  <a:lnTo>
                    <a:pt x="18539" y="23519"/>
                  </a:lnTo>
                  <a:lnTo>
                    <a:pt x="18602" y="23581"/>
                  </a:lnTo>
                  <a:lnTo>
                    <a:pt x="18539" y="23665"/>
                  </a:lnTo>
                  <a:lnTo>
                    <a:pt x="18539" y="23770"/>
                  </a:lnTo>
                  <a:lnTo>
                    <a:pt x="18644" y="23833"/>
                  </a:lnTo>
                  <a:lnTo>
                    <a:pt x="18706" y="23895"/>
                  </a:lnTo>
                  <a:lnTo>
                    <a:pt x="18769" y="23958"/>
                  </a:lnTo>
                  <a:lnTo>
                    <a:pt x="18748" y="24105"/>
                  </a:lnTo>
                  <a:lnTo>
                    <a:pt x="18811" y="24251"/>
                  </a:lnTo>
                  <a:lnTo>
                    <a:pt x="18937" y="24146"/>
                  </a:lnTo>
                  <a:lnTo>
                    <a:pt x="19209" y="24084"/>
                  </a:lnTo>
                  <a:lnTo>
                    <a:pt x="19229" y="24167"/>
                  </a:lnTo>
                  <a:lnTo>
                    <a:pt x="19209" y="24251"/>
                  </a:lnTo>
                  <a:lnTo>
                    <a:pt x="19271" y="24293"/>
                  </a:lnTo>
                  <a:lnTo>
                    <a:pt x="19418" y="24272"/>
                  </a:lnTo>
                  <a:lnTo>
                    <a:pt x="19439" y="24377"/>
                  </a:lnTo>
                  <a:lnTo>
                    <a:pt x="19418" y="24481"/>
                  </a:lnTo>
                  <a:lnTo>
                    <a:pt x="19481" y="24565"/>
                  </a:lnTo>
                  <a:lnTo>
                    <a:pt x="19627" y="24586"/>
                  </a:lnTo>
                  <a:lnTo>
                    <a:pt x="19585" y="24628"/>
                  </a:lnTo>
                  <a:lnTo>
                    <a:pt x="19648" y="24711"/>
                  </a:lnTo>
                  <a:lnTo>
                    <a:pt x="19669" y="24670"/>
                  </a:lnTo>
                  <a:lnTo>
                    <a:pt x="19815" y="24670"/>
                  </a:lnTo>
                  <a:lnTo>
                    <a:pt x="19941" y="24732"/>
                  </a:lnTo>
                  <a:lnTo>
                    <a:pt x="19941" y="24816"/>
                  </a:lnTo>
                  <a:lnTo>
                    <a:pt x="19878" y="24921"/>
                  </a:lnTo>
                  <a:lnTo>
                    <a:pt x="19899" y="25004"/>
                  </a:lnTo>
                  <a:lnTo>
                    <a:pt x="19753" y="25193"/>
                  </a:lnTo>
                  <a:lnTo>
                    <a:pt x="19648" y="25297"/>
                  </a:lnTo>
                  <a:lnTo>
                    <a:pt x="19669" y="25360"/>
                  </a:lnTo>
                  <a:lnTo>
                    <a:pt x="19753" y="25339"/>
                  </a:lnTo>
                  <a:lnTo>
                    <a:pt x="19941" y="25339"/>
                  </a:lnTo>
                  <a:lnTo>
                    <a:pt x="19983" y="25402"/>
                  </a:lnTo>
                  <a:lnTo>
                    <a:pt x="20066" y="25318"/>
                  </a:lnTo>
                  <a:lnTo>
                    <a:pt x="20150" y="25423"/>
                  </a:lnTo>
                  <a:lnTo>
                    <a:pt x="20108" y="25548"/>
                  </a:lnTo>
                  <a:lnTo>
                    <a:pt x="20150" y="25674"/>
                  </a:lnTo>
                  <a:lnTo>
                    <a:pt x="20276" y="25737"/>
                  </a:lnTo>
                  <a:lnTo>
                    <a:pt x="20338" y="25653"/>
                  </a:lnTo>
                  <a:lnTo>
                    <a:pt x="20485" y="25653"/>
                  </a:lnTo>
                  <a:lnTo>
                    <a:pt x="20736" y="25548"/>
                  </a:lnTo>
                  <a:lnTo>
                    <a:pt x="20841" y="25569"/>
                  </a:lnTo>
                  <a:lnTo>
                    <a:pt x="20841" y="25716"/>
                  </a:lnTo>
                  <a:lnTo>
                    <a:pt x="20799" y="25737"/>
                  </a:lnTo>
                  <a:lnTo>
                    <a:pt x="20862" y="25778"/>
                  </a:lnTo>
                  <a:lnTo>
                    <a:pt x="20924" y="25883"/>
                  </a:lnTo>
                  <a:lnTo>
                    <a:pt x="21050" y="25841"/>
                  </a:lnTo>
                  <a:lnTo>
                    <a:pt x="21154" y="25862"/>
                  </a:lnTo>
                  <a:lnTo>
                    <a:pt x="21134" y="25716"/>
                  </a:lnTo>
                  <a:lnTo>
                    <a:pt x="21134" y="25569"/>
                  </a:lnTo>
                  <a:lnTo>
                    <a:pt x="21092" y="25465"/>
                  </a:lnTo>
                  <a:lnTo>
                    <a:pt x="21092" y="25255"/>
                  </a:lnTo>
                  <a:lnTo>
                    <a:pt x="21154" y="25214"/>
                  </a:lnTo>
                  <a:lnTo>
                    <a:pt x="21154" y="25130"/>
                  </a:lnTo>
                  <a:lnTo>
                    <a:pt x="21364" y="25130"/>
                  </a:lnTo>
                  <a:lnTo>
                    <a:pt x="21426" y="25109"/>
                  </a:lnTo>
                  <a:lnTo>
                    <a:pt x="21468" y="25088"/>
                  </a:lnTo>
                  <a:lnTo>
                    <a:pt x="21510" y="25025"/>
                  </a:lnTo>
                  <a:lnTo>
                    <a:pt x="21552" y="24983"/>
                  </a:lnTo>
                  <a:lnTo>
                    <a:pt x="21678" y="24921"/>
                  </a:lnTo>
                  <a:lnTo>
                    <a:pt x="21761" y="24942"/>
                  </a:lnTo>
                  <a:lnTo>
                    <a:pt x="21740" y="25025"/>
                  </a:lnTo>
                  <a:lnTo>
                    <a:pt x="21782" y="25046"/>
                  </a:lnTo>
                  <a:lnTo>
                    <a:pt x="21866" y="25046"/>
                  </a:lnTo>
                  <a:lnTo>
                    <a:pt x="21887" y="24942"/>
                  </a:lnTo>
                  <a:lnTo>
                    <a:pt x="21970" y="24900"/>
                  </a:lnTo>
                  <a:lnTo>
                    <a:pt x="22096" y="25004"/>
                  </a:lnTo>
                  <a:lnTo>
                    <a:pt x="22159" y="24921"/>
                  </a:lnTo>
                  <a:lnTo>
                    <a:pt x="22242" y="24921"/>
                  </a:lnTo>
                  <a:lnTo>
                    <a:pt x="22263" y="25004"/>
                  </a:lnTo>
                  <a:lnTo>
                    <a:pt x="22389" y="24942"/>
                  </a:lnTo>
                  <a:lnTo>
                    <a:pt x="22389" y="24879"/>
                  </a:lnTo>
                  <a:lnTo>
                    <a:pt x="22556" y="24816"/>
                  </a:lnTo>
                  <a:lnTo>
                    <a:pt x="22661" y="24900"/>
                  </a:lnTo>
                  <a:lnTo>
                    <a:pt x="22870" y="24816"/>
                  </a:lnTo>
                  <a:lnTo>
                    <a:pt x="22828" y="24628"/>
                  </a:lnTo>
                  <a:lnTo>
                    <a:pt x="22954" y="24586"/>
                  </a:lnTo>
                  <a:lnTo>
                    <a:pt x="23100" y="24586"/>
                  </a:lnTo>
                  <a:lnTo>
                    <a:pt x="23184" y="24502"/>
                  </a:lnTo>
                  <a:lnTo>
                    <a:pt x="23310" y="24586"/>
                  </a:lnTo>
                  <a:lnTo>
                    <a:pt x="23310" y="24670"/>
                  </a:lnTo>
                  <a:lnTo>
                    <a:pt x="23435" y="24690"/>
                  </a:lnTo>
                  <a:lnTo>
                    <a:pt x="23477" y="24774"/>
                  </a:lnTo>
                  <a:lnTo>
                    <a:pt x="23749" y="24774"/>
                  </a:lnTo>
                  <a:lnTo>
                    <a:pt x="23812" y="24816"/>
                  </a:lnTo>
                  <a:lnTo>
                    <a:pt x="23958" y="24774"/>
                  </a:lnTo>
                  <a:lnTo>
                    <a:pt x="24042" y="24837"/>
                  </a:lnTo>
                  <a:lnTo>
                    <a:pt x="24042" y="24942"/>
                  </a:lnTo>
                  <a:lnTo>
                    <a:pt x="23937" y="24983"/>
                  </a:lnTo>
                  <a:lnTo>
                    <a:pt x="23875" y="25193"/>
                  </a:lnTo>
                  <a:lnTo>
                    <a:pt x="23958" y="25214"/>
                  </a:lnTo>
                  <a:lnTo>
                    <a:pt x="23979" y="25318"/>
                  </a:lnTo>
                  <a:lnTo>
                    <a:pt x="24230" y="25402"/>
                  </a:lnTo>
                  <a:lnTo>
                    <a:pt x="24251" y="25506"/>
                  </a:lnTo>
                  <a:lnTo>
                    <a:pt x="24377" y="25527"/>
                  </a:lnTo>
                  <a:lnTo>
                    <a:pt x="24481" y="25611"/>
                  </a:lnTo>
                  <a:lnTo>
                    <a:pt x="24586" y="25548"/>
                  </a:lnTo>
                  <a:lnTo>
                    <a:pt x="24649" y="25611"/>
                  </a:lnTo>
                  <a:lnTo>
                    <a:pt x="24711" y="25569"/>
                  </a:lnTo>
                  <a:lnTo>
                    <a:pt x="24816" y="25632"/>
                  </a:lnTo>
                  <a:lnTo>
                    <a:pt x="24858" y="25632"/>
                  </a:lnTo>
                  <a:lnTo>
                    <a:pt x="24900" y="25611"/>
                  </a:lnTo>
                  <a:lnTo>
                    <a:pt x="24963" y="25653"/>
                  </a:lnTo>
                  <a:lnTo>
                    <a:pt x="25046" y="25611"/>
                  </a:lnTo>
                  <a:lnTo>
                    <a:pt x="25046" y="25548"/>
                  </a:lnTo>
                  <a:lnTo>
                    <a:pt x="25088" y="25423"/>
                  </a:lnTo>
                  <a:lnTo>
                    <a:pt x="25130" y="25527"/>
                  </a:lnTo>
                  <a:lnTo>
                    <a:pt x="25235" y="25653"/>
                  </a:lnTo>
                  <a:lnTo>
                    <a:pt x="25297" y="25632"/>
                  </a:lnTo>
                  <a:lnTo>
                    <a:pt x="25444" y="25737"/>
                  </a:lnTo>
                  <a:lnTo>
                    <a:pt x="25569" y="25737"/>
                  </a:lnTo>
                  <a:lnTo>
                    <a:pt x="25632" y="25632"/>
                  </a:lnTo>
                  <a:lnTo>
                    <a:pt x="25716" y="25716"/>
                  </a:lnTo>
                  <a:lnTo>
                    <a:pt x="25820" y="25674"/>
                  </a:lnTo>
                  <a:lnTo>
                    <a:pt x="25862" y="25716"/>
                  </a:lnTo>
                  <a:lnTo>
                    <a:pt x="25862" y="25737"/>
                  </a:lnTo>
                  <a:lnTo>
                    <a:pt x="25800" y="25758"/>
                  </a:lnTo>
                  <a:lnTo>
                    <a:pt x="25758" y="25862"/>
                  </a:lnTo>
                  <a:lnTo>
                    <a:pt x="25695" y="25967"/>
                  </a:lnTo>
                  <a:lnTo>
                    <a:pt x="25695" y="26030"/>
                  </a:lnTo>
                  <a:lnTo>
                    <a:pt x="25820" y="26197"/>
                  </a:lnTo>
                  <a:lnTo>
                    <a:pt x="25904" y="26260"/>
                  </a:lnTo>
                  <a:lnTo>
                    <a:pt x="25904" y="26302"/>
                  </a:lnTo>
                  <a:lnTo>
                    <a:pt x="25925" y="26448"/>
                  </a:lnTo>
                  <a:lnTo>
                    <a:pt x="25946" y="26406"/>
                  </a:lnTo>
                  <a:lnTo>
                    <a:pt x="26009" y="26343"/>
                  </a:lnTo>
                  <a:lnTo>
                    <a:pt x="26092" y="26364"/>
                  </a:lnTo>
                  <a:lnTo>
                    <a:pt x="26134" y="26385"/>
                  </a:lnTo>
                  <a:lnTo>
                    <a:pt x="26176" y="26385"/>
                  </a:lnTo>
                  <a:lnTo>
                    <a:pt x="26281" y="26281"/>
                  </a:lnTo>
                  <a:lnTo>
                    <a:pt x="26260" y="26239"/>
                  </a:lnTo>
                  <a:lnTo>
                    <a:pt x="26218" y="26197"/>
                  </a:lnTo>
                  <a:lnTo>
                    <a:pt x="26218" y="26176"/>
                  </a:lnTo>
                  <a:lnTo>
                    <a:pt x="26155" y="26071"/>
                  </a:lnTo>
                  <a:lnTo>
                    <a:pt x="26072" y="26071"/>
                  </a:lnTo>
                  <a:lnTo>
                    <a:pt x="26030" y="25967"/>
                  </a:lnTo>
                  <a:lnTo>
                    <a:pt x="26051" y="25925"/>
                  </a:lnTo>
                  <a:lnTo>
                    <a:pt x="26155" y="25841"/>
                  </a:lnTo>
                  <a:lnTo>
                    <a:pt x="26155" y="25758"/>
                  </a:lnTo>
                  <a:lnTo>
                    <a:pt x="26155" y="25716"/>
                  </a:lnTo>
                  <a:lnTo>
                    <a:pt x="26176" y="25716"/>
                  </a:lnTo>
                  <a:lnTo>
                    <a:pt x="26218" y="25653"/>
                  </a:lnTo>
                  <a:lnTo>
                    <a:pt x="26239" y="25716"/>
                  </a:lnTo>
                  <a:lnTo>
                    <a:pt x="26260" y="25737"/>
                  </a:lnTo>
                  <a:lnTo>
                    <a:pt x="26281" y="25737"/>
                  </a:lnTo>
                  <a:lnTo>
                    <a:pt x="26260" y="25758"/>
                  </a:lnTo>
                  <a:lnTo>
                    <a:pt x="26260" y="25778"/>
                  </a:lnTo>
                  <a:lnTo>
                    <a:pt x="26323" y="25778"/>
                  </a:lnTo>
                  <a:lnTo>
                    <a:pt x="26281" y="25820"/>
                  </a:lnTo>
                  <a:lnTo>
                    <a:pt x="26344" y="25841"/>
                  </a:lnTo>
                  <a:lnTo>
                    <a:pt x="26385" y="25758"/>
                  </a:lnTo>
                  <a:lnTo>
                    <a:pt x="26490" y="25737"/>
                  </a:lnTo>
                  <a:lnTo>
                    <a:pt x="26553" y="25653"/>
                  </a:lnTo>
                  <a:lnTo>
                    <a:pt x="26616" y="25716"/>
                  </a:lnTo>
                  <a:lnTo>
                    <a:pt x="26741" y="25653"/>
                  </a:lnTo>
                  <a:lnTo>
                    <a:pt x="26867" y="25611"/>
                  </a:lnTo>
                  <a:lnTo>
                    <a:pt x="26804" y="25527"/>
                  </a:lnTo>
                  <a:lnTo>
                    <a:pt x="26908" y="25527"/>
                  </a:lnTo>
                  <a:lnTo>
                    <a:pt x="27013" y="25465"/>
                  </a:lnTo>
                  <a:lnTo>
                    <a:pt x="27139" y="25527"/>
                  </a:lnTo>
                  <a:lnTo>
                    <a:pt x="27201" y="25506"/>
                  </a:lnTo>
                  <a:lnTo>
                    <a:pt x="27327" y="25444"/>
                  </a:lnTo>
                  <a:lnTo>
                    <a:pt x="27432" y="25339"/>
                  </a:lnTo>
                  <a:lnTo>
                    <a:pt x="27515" y="25234"/>
                  </a:lnTo>
                  <a:lnTo>
                    <a:pt x="27536" y="25193"/>
                  </a:lnTo>
                  <a:lnTo>
                    <a:pt x="27578" y="25214"/>
                  </a:lnTo>
                  <a:lnTo>
                    <a:pt x="27620" y="25255"/>
                  </a:lnTo>
                  <a:lnTo>
                    <a:pt x="27662" y="25214"/>
                  </a:lnTo>
                  <a:lnTo>
                    <a:pt x="27724" y="25130"/>
                  </a:lnTo>
                  <a:lnTo>
                    <a:pt x="27808" y="25088"/>
                  </a:lnTo>
                  <a:lnTo>
                    <a:pt x="27787" y="24942"/>
                  </a:lnTo>
                  <a:lnTo>
                    <a:pt x="27745" y="24837"/>
                  </a:lnTo>
                  <a:lnTo>
                    <a:pt x="27787" y="24774"/>
                  </a:lnTo>
                  <a:lnTo>
                    <a:pt x="27745" y="24690"/>
                  </a:lnTo>
                  <a:lnTo>
                    <a:pt x="27808" y="24732"/>
                  </a:lnTo>
                  <a:lnTo>
                    <a:pt x="27934" y="24816"/>
                  </a:lnTo>
                  <a:lnTo>
                    <a:pt x="27955" y="24900"/>
                  </a:lnTo>
                  <a:lnTo>
                    <a:pt x="28059" y="25004"/>
                  </a:lnTo>
                  <a:lnTo>
                    <a:pt x="28143" y="24983"/>
                  </a:lnTo>
                  <a:lnTo>
                    <a:pt x="28143" y="24983"/>
                  </a:lnTo>
                  <a:lnTo>
                    <a:pt x="28101" y="25046"/>
                  </a:lnTo>
                  <a:lnTo>
                    <a:pt x="28017" y="25109"/>
                  </a:lnTo>
                  <a:lnTo>
                    <a:pt x="28038" y="25151"/>
                  </a:lnTo>
                  <a:lnTo>
                    <a:pt x="28248" y="25046"/>
                  </a:lnTo>
                  <a:lnTo>
                    <a:pt x="28248" y="24921"/>
                  </a:lnTo>
                  <a:lnTo>
                    <a:pt x="28352" y="24900"/>
                  </a:lnTo>
                  <a:lnTo>
                    <a:pt x="28415" y="24837"/>
                  </a:lnTo>
                  <a:lnTo>
                    <a:pt x="28520" y="24900"/>
                  </a:lnTo>
                  <a:lnTo>
                    <a:pt x="28582" y="24879"/>
                  </a:lnTo>
                  <a:lnTo>
                    <a:pt x="28624" y="24795"/>
                  </a:lnTo>
                  <a:lnTo>
                    <a:pt x="28687" y="24795"/>
                  </a:lnTo>
                  <a:lnTo>
                    <a:pt x="28708" y="24711"/>
                  </a:lnTo>
                  <a:lnTo>
                    <a:pt x="28771" y="24795"/>
                  </a:lnTo>
                  <a:lnTo>
                    <a:pt x="28854" y="24900"/>
                  </a:lnTo>
                  <a:lnTo>
                    <a:pt x="28896" y="24837"/>
                  </a:lnTo>
                  <a:lnTo>
                    <a:pt x="28938" y="24732"/>
                  </a:lnTo>
                  <a:lnTo>
                    <a:pt x="28980" y="24732"/>
                  </a:lnTo>
                  <a:lnTo>
                    <a:pt x="29001" y="24774"/>
                  </a:lnTo>
                  <a:lnTo>
                    <a:pt x="29085" y="24774"/>
                  </a:lnTo>
                  <a:lnTo>
                    <a:pt x="29105" y="24711"/>
                  </a:lnTo>
                  <a:lnTo>
                    <a:pt x="29231" y="24711"/>
                  </a:lnTo>
                  <a:lnTo>
                    <a:pt x="29294" y="24628"/>
                  </a:lnTo>
                  <a:lnTo>
                    <a:pt x="29357" y="24586"/>
                  </a:lnTo>
                  <a:lnTo>
                    <a:pt x="29377" y="24670"/>
                  </a:lnTo>
                  <a:lnTo>
                    <a:pt x="29398" y="24607"/>
                  </a:lnTo>
                  <a:lnTo>
                    <a:pt x="29482" y="24607"/>
                  </a:lnTo>
                  <a:lnTo>
                    <a:pt x="29566" y="24586"/>
                  </a:lnTo>
                  <a:lnTo>
                    <a:pt x="29524" y="24502"/>
                  </a:lnTo>
                  <a:lnTo>
                    <a:pt x="29587" y="24418"/>
                  </a:lnTo>
                  <a:lnTo>
                    <a:pt x="29608" y="24293"/>
                  </a:lnTo>
                  <a:lnTo>
                    <a:pt x="29566" y="24188"/>
                  </a:lnTo>
                  <a:lnTo>
                    <a:pt x="29566" y="24188"/>
                  </a:lnTo>
                  <a:lnTo>
                    <a:pt x="29608" y="24209"/>
                  </a:lnTo>
                  <a:lnTo>
                    <a:pt x="29670" y="24146"/>
                  </a:lnTo>
                  <a:lnTo>
                    <a:pt x="29796" y="24105"/>
                  </a:lnTo>
                  <a:lnTo>
                    <a:pt x="29817" y="24167"/>
                  </a:lnTo>
                  <a:lnTo>
                    <a:pt x="29921" y="24167"/>
                  </a:lnTo>
                  <a:lnTo>
                    <a:pt x="29942" y="24042"/>
                  </a:lnTo>
                  <a:lnTo>
                    <a:pt x="30005" y="24042"/>
                  </a:lnTo>
                  <a:lnTo>
                    <a:pt x="30026" y="23958"/>
                  </a:lnTo>
                  <a:lnTo>
                    <a:pt x="30089" y="23958"/>
                  </a:lnTo>
                  <a:lnTo>
                    <a:pt x="30089" y="23979"/>
                  </a:lnTo>
                  <a:lnTo>
                    <a:pt x="30110" y="23979"/>
                  </a:lnTo>
                  <a:lnTo>
                    <a:pt x="30193" y="23874"/>
                  </a:lnTo>
                  <a:lnTo>
                    <a:pt x="30256" y="23958"/>
                  </a:lnTo>
                  <a:lnTo>
                    <a:pt x="30256" y="23833"/>
                  </a:lnTo>
                  <a:lnTo>
                    <a:pt x="30340" y="23833"/>
                  </a:lnTo>
                  <a:lnTo>
                    <a:pt x="30361" y="23728"/>
                  </a:lnTo>
                  <a:lnTo>
                    <a:pt x="30277" y="23686"/>
                  </a:lnTo>
                  <a:lnTo>
                    <a:pt x="30193" y="23749"/>
                  </a:lnTo>
                  <a:lnTo>
                    <a:pt x="30047" y="23623"/>
                  </a:lnTo>
                  <a:lnTo>
                    <a:pt x="30235" y="23623"/>
                  </a:lnTo>
                  <a:lnTo>
                    <a:pt x="30340" y="23477"/>
                  </a:lnTo>
                  <a:lnTo>
                    <a:pt x="30361" y="23540"/>
                  </a:lnTo>
                  <a:lnTo>
                    <a:pt x="30445" y="23477"/>
                  </a:lnTo>
                  <a:lnTo>
                    <a:pt x="30612" y="23581"/>
                  </a:lnTo>
                  <a:lnTo>
                    <a:pt x="30633" y="23456"/>
                  </a:lnTo>
                  <a:lnTo>
                    <a:pt x="30549" y="23435"/>
                  </a:lnTo>
                  <a:lnTo>
                    <a:pt x="30507" y="23372"/>
                  </a:lnTo>
                  <a:lnTo>
                    <a:pt x="30528" y="23309"/>
                  </a:lnTo>
                  <a:lnTo>
                    <a:pt x="30633" y="23372"/>
                  </a:lnTo>
                  <a:lnTo>
                    <a:pt x="30717" y="23309"/>
                  </a:lnTo>
                  <a:lnTo>
                    <a:pt x="30675" y="23268"/>
                  </a:lnTo>
                  <a:lnTo>
                    <a:pt x="30612" y="23268"/>
                  </a:lnTo>
                  <a:lnTo>
                    <a:pt x="30612" y="23163"/>
                  </a:lnTo>
                  <a:lnTo>
                    <a:pt x="30528" y="23121"/>
                  </a:lnTo>
                  <a:lnTo>
                    <a:pt x="30612" y="23100"/>
                  </a:lnTo>
                  <a:lnTo>
                    <a:pt x="30654" y="23142"/>
                  </a:lnTo>
                  <a:lnTo>
                    <a:pt x="30717" y="23142"/>
                  </a:lnTo>
                  <a:lnTo>
                    <a:pt x="30758" y="23205"/>
                  </a:lnTo>
                  <a:lnTo>
                    <a:pt x="30758" y="23121"/>
                  </a:lnTo>
                  <a:lnTo>
                    <a:pt x="30654" y="23037"/>
                  </a:lnTo>
                  <a:lnTo>
                    <a:pt x="30654" y="22933"/>
                  </a:lnTo>
                  <a:lnTo>
                    <a:pt x="30737" y="22933"/>
                  </a:lnTo>
                  <a:lnTo>
                    <a:pt x="30758" y="22891"/>
                  </a:lnTo>
                  <a:lnTo>
                    <a:pt x="30863" y="22954"/>
                  </a:lnTo>
                  <a:lnTo>
                    <a:pt x="30863" y="23037"/>
                  </a:lnTo>
                  <a:lnTo>
                    <a:pt x="30926" y="23037"/>
                  </a:lnTo>
                  <a:lnTo>
                    <a:pt x="30968" y="23121"/>
                  </a:lnTo>
                  <a:lnTo>
                    <a:pt x="30989" y="22996"/>
                  </a:lnTo>
                  <a:lnTo>
                    <a:pt x="30947" y="22912"/>
                  </a:lnTo>
                  <a:lnTo>
                    <a:pt x="30884" y="22912"/>
                  </a:lnTo>
                  <a:lnTo>
                    <a:pt x="30863" y="22828"/>
                  </a:lnTo>
                  <a:lnTo>
                    <a:pt x="30947" y="22828"/>
                  </a:lnTo>
                  <a:lnTo>
                    <a:pt x="30947" y="22745"/>
                  </a:lnTo>
                  <a:lnTo>
                    <a:pt x="30863" y="22724"/>
                  </a:lnTo>
                  <a:lnTo>
                    <a:pt x="30989" y="22598"/>
                  </a:lnTo>
                  <a:lnTo>
                    <a:pt x="30926" y="22535"/>
                  </a:lnTo>
                  <a:lnTo>
                    <a:pt x="30842" y="22535"/>
                  </a:lnTo>
                  <a:lnTo>
                    <a:pt x="30779" y="22598"/>
                  </a:lnTo>
                  <a:lnTo>
                    <a:pt x="30800" y="22493"/>
                  </a:lnTo>
                  <a:lnTo>
                    <a:pt x="30947" y="22410"/>
                  </a:lnTo>
                  <a:lnTo>
                    <a:pt x="31135" y="22326"/>
                  </a:lnTo>
                  <a:lnTo>
                    <a:pt x="31072" y="22263"/>
                  </a:lnTo>
                  <a:lnTo>
                    <a:pt x="30989" y="22326"/>
                  </a:lnTo>
                  <a:lnTo>
                    <a:pt x="30863" y="22201"/>
                  </a:lnTo>
                  <a:lnTo>
                    <a:pt x="30968" y="22201"/>
                  </a:lnTo>
                  <a:lnTo>
                    <a:pt x="30884" y="22096"/>
                  </a:lnTo>
                  <a:lnTo>
                    <a:pt x="30800" y="22096"/>
                  </a:lnTo>
                  <a:lnTo>
                    <a:pt x="30863" y="22054"/>
                  </a:lnTo>
                  <a:lnTo>
                    <a:pt x="30800" y="21991"/>
                  </a:lnTo>
                  <a:lnTo>
                    <a:pt x="30884" y="21991"/>
                  </a:lnTo>
                  <a:lnTo>
                    <a:pt x="30926" y="21908"/>
                  </a:lnTo>
                  <a:lnTo>
                    <a:pt x="31030" y="21908"/>
                  </a:lnTo>
                  <a:lnTo>
                    <a:pt x="30989" y="22012"/>
                  </a:lnTo>
                  <a:lnTo>
                    <a:pt x="31072" y="22012"/>
                  </a:lnTo>
                  <a:lnTo>
                    <a:pt x="31240" y="21866"/>
                  </a:lnTo>
                  <a:lnTo>
                    <a:pt x="31240" y="21782"/>
                  </a:lnTo>
                  <a:lnTo>
                    <a:pt x="31365" y="21803"/>
                  </a:lnTo>
                  <a:lnTo>
                    <a:pt x="31281" y="21698"/>
                  </a:lnTo>
                  <a:lnTo>
                    <a:pt x="31198" y="21698"/>
                  </a:lnTo>
                  <a:lnTo>
                    <a:pt x="31240" y="21594"/>
                  </a:lnTo>
                  <a:lnTo>
                    <a:pt x="31302" y="21677"/>
                  </a:lnTo>
                  <a:lnTo>
                    <a:pt x="31386" y="21636"/>
                  </a:lnTo>
                  <a:lnTo>
                    <a:pt x="31386" y="21531"/>
                  </a:lnTo>
                  <a:lnTo>
                    <a:pt x="31449" y="21489"/>
                  </a:lnTo>
                  <a:lnTo>
                    <a:pt x="31386" y="21426"/>
                  </a:lnTo>
                  <a:lnTo>
                    <a:pt x="31386" y="21343"/>
                  </a:lnTo>
                  <a:lnTo>
                    <a:pt x="31470" y="21322"/>
                  </a:lnTo>
                  <a:lnTo>
                    <a:pt x="31407" y="21238"/>
                  </a:lnTo>
                  <a:lnTo>
                    <a:pt x="31407" y="21175"/>
                  </a:lnTo>
                  <a:lnTo>
                    <a:pt x="31302" y="21112"/>
                  </a:lnTo>
                  <a:lnTo>
                    <a:pt x="31470" y="21154"/>
                  </a:lnTo>
                  <a:lnTo>
                    <a:pt x="31512" y="21112"/>
                  </a:lnTo>
                  <a:lnTo>
                    <a:pt x="31616" y="20903"/>
                  </a:lnTo>
                  <a:lnTo>
                    <a:pt x="31700" y="20903"/>
                  </a:lnTo>
                  <a:lnTo>
                    <a:pt x="31721" y="20966"/>
                  </a:lnTo>
                  <a:lnTo>
                    <a:pt x="31763" y="21029"/>
                  </a:lnTo>
                  <a:lnTo>
                    <a:pt x="31784" y="20924"/>
                  </a:lnTo>
                  <a:lnTo>
                    <a:pt x="31846" y="20861"/>
                  </a:lnTo>
                  <a:lnTo>
                    <a:pt x="31805" y="20736"/>
                  </a:lnTo>
                  <a:lnTo>
                    <a:pt x="31679" y="20736"/>
                  </a:lnTo>
                  <a:lnTo>
                    <a:pt x="31616" y="20694"/>
                  </a:lnTo>
                  <a:lnTo>
                    <a:pt x="31679" y="20652"/>
                  </a:lnTo>
                  <a:lnTo>
                    <a:pt x="31763" y="20652"/>
                  </a:lnTo>
                  <a:lnTo>
                    <a:pt x="31826" y="20610"/>
                  </a:lnTo>
                  <a:lnTo>
                    <a:pt x="31784" y="20548"/>
                  </a:lnTo>
                  <a:lnTo>
                    <a:pt x="31700" y="20506"/>
                  </a:lnTo>
                  <a:lnTo>
                    <a:pt x="31784" y="20443"/>
                  </a:lnTo>
                  <a:lnTo>
                    <a:pt x="31826" y="20443"/>
                  </a:lnTo>
                  <a:lnTo>
                    <a:pt x="31826" y="20401"/>
                  </a:lnTo>
                  <a:lnTo>
                    <a:pt x="31784" y="20338"/>
                  </a:lnTo>
                  <a:lnTo>
                    <a:pt x="31574" y="20338"/>
                  </a:lnTo>
                  <a:lnTo>
                    <a:pt x="31595" y="20296"/>
                  </a:lnTo>
                  <a:lnTo>
                    <a:pt x="31721" y="20192"/>
                  </a:lnTo>
                  <a:lnTo>
                    <a:pt x="31826" y="20213"/>
                  </a:lnTo>
                  <a:lnTo>
                    <a:pt x="31846" y="20192"/>
                  </a:lnTo>
                  <a:lnTo>
                    <a:pt x="31888" y="20129"/>
                  </a:lnTo>
                  <a:lnTo>
                    <a:pt x="31930" y="20192"/>
                  </a:lnTo>
                  <a:lnTo>
                    <a:pt x="31972" y="20213"/>
                  </a:lnTo>
                  <a:lnTo>
                    <a:pt x="32014" y="20171"/>
                  </a:lnTo>
                  <a:lnTo>
                    <a:pt x="31993" y="20087"/>
                  </a:lnTo>
                  <a:lnTo>
                    <a:pt x="31972" y="19920"/>
                  </a:lnTo>
                  <a:lnTo>
                    <a:pt x="31909" y="19878"/>
                  </a:lnTo>
                  <a:lnTo>
                    <a:pt x="31826" y="19962"/>
                  </a:lnTo>
                  <a:lnTo>
                    <a:pt x="31846" y="19983"/>
                  </a:lnTo>
                  <a:lnTo>
                    <a:pt x="31846" y="20024"/>
                  </a:lnTo>
                  <a:lnTo>
                    <a:pt x="31763" y="20004"/>
                  </a:lnTo>
                  <a:lnTo>
                    <a:pt x="31595" y="20129"/>
                  </a:lnTo>
                  <a:lnTo>
                    <a:pt x="31512" y="20108"/>
                  </a:lnTo>
                  <a:lnTo>
                    <a:pt x="31512" y="20004"/>
                  </a:lnTo>
                  <a:lnTo>
                    <a:pt x="31679" y="19983"/>
                  </a:lnTo>
                  <a:lnTo>
                    <a:pt x="31930" y="19752"/>
                  </a:lnTo>
                  <a:lnTo>
                    <a:pt x="31909" y="19711"/>
                  </a:lnTo>
                  <a:lnTo>
                    <a:pt x="31805" y="19711"/>
                  </a:lnTo>
                  <a:lnTo>
                    <a:pt x="31763" y="19648"/>
                  </a:lnTo>
                  <a:lnTo>
                    <a:pt x="31721" y="19690"/>
                  </a:lnTo>
                  <a:lnTo>
                    <a:pt x="31553" y="19460"/>
                  </a:lnTo>
                  <a:lnTo>
                    <a:pt x="31386" y="19439"/>
                  </a:lnTo>
                  <a:lnTo>
                    <a:pt x="31240" y="19585"/>
                  </a:lnTo>
                  <a:lnTo>
                    <a:pt x="31135" y="19564"/>
                  </a:lnTo>
                  <a:lnTo>
                    <a:pt x="31030" y="19397"/>
                  </a:lnTo>
                  <a:lnTo>
                    <a:pt x="30884" y="19439"/>
                  </a:lnTo>
                  <a:lnTo>
                    <a:pt x="30779" y="19501"/>
                  </a:lnTo>
                  <a:lnTo>
                    <a:pt x="30737" y="19606"/>
                  </a:lnTo>
                  <a:lnTo>
                    <a:pt x="30758" y="19480"/>
                  </a:lnTo>
                  <a:lnTo>
                    <a:pt x="30884" y="19376"/>
                  </a:lnTo>
                  <a:lnTo>
                    <a:pt x="30968" y="19376"/>
                  </a:lnTo>
                  <a:lnTo>
                    <a:pt x="31051" y="19334"/>
                  </a:lnTo>
                  <a:lnTo>
                    <a:pt x="31177" y="19376"/>
                  </a:lnTo>
                  <a:lnTo>
                    <a:pt x="31281" y="19355"/>
                  </a:lnTo>
                  <a:lnTo>
                    <a:pt x="31281" y="19250"/>
                  </a:lnTo>
                  <a:lnTo>
                    <a:pt x="31323" y="19188"/>
                  </a:lnTo>
                  <a:lnTo>
                    <a:pt x="31407" y="19188"/>
                  </a:lnTo>
                  <a:lnTo>
                    <a:pt x="31553" y="19041"/>
                  </a:lnTo>
                  <a:lnTo>
                    <a:pt x="31700" y="19020"/>
                  </a:lnTo>
                  <a:lnTo>
                    <a:pt x="31700" y="18936"/>
                  </a:lnTo>
                  <a:lnTo>
                    <a:pt x="31574" y="18727"/>
                  </a:lnTo>
                  <a:lnTo>
                    <a:pt x="31281" y="18539"/>
                  </a:lnTo>
                  <a:lnTo>
                    <a:pt x="31072" y="18413"/>
                  </a:lnTo>
                  <a:lnTo>
                    <a:pt x="30842" y="18204"/>
                  </a:lnTo>
                  <a:lnTo>
                    <a:pt x="30737" y="18204"/>
                  </a:lnTo>
                  <a:lnTo>
                    <a:pt x="30549" y="18330"/>
                  </a:lnTo>
                  <a:lnTo>
                    <a:pt x="30445" y="18309"/>
                  </a:lnTo>
                  <a:lnTo>
                    <a:pt x="30319" y="18183"/>
                  </a:lnTo>
                  <a:lnTo>
                    <a:pt x="30319" y="18099"/>
                  </a:lnTo>
                  <a:lnTo>
                    <a:pt x="30235" y="18079"/>
                  </a:lnTo>
                  <a:lnTo>
                    <a:pt x="30110" y="18120"/>
                  </a:lnTo>
                  <a:lnTo>
                    <a:pt x="29984" y="18120"/>
                  </a:lnTo>
                  <a:lnTo>
                    <a:pt x="29838" y="18141"/>
                  </a:lnTo>
                  <a:lnTo>
                    <a:pt x="29691" y="18351"/>
                  </a:lnTo>
                  <a:lnTo>
                    <a:pt x="29817" y="18099"/>
                  </a:lnTo>
                  <a:lnTo>
                    <a:pt x="29921" y="18037"/>
                  </a:lnTo>
                  <a:lnTo>
                    <a:pt x="29984" y="18079"/>
                  </a:lnTo>
                  <a:lnTo>
                    <a:pt x="30047" y="18079"/>
                  </a:lnTo>
                  <a:lnTo>
                    <a:pt x="30089" y="18016"/>
                  </a:lnTo>
                  <a:lnTo>
                    <a:pt x="30193" y="18079"/>
                  </a:lnTo>
                  <a:lnTo>
                    <a:pt x="30340" y="17995"/>
                  </a:lnTo>
                  <a:lnTo>
                    <a:pt x="30403" y="18183"/>
                  </a:lnTo>
                  <a:lnTo>
                    <a:pt x="30465" y="18225"/>
                  </a:lnTo>
                  <a:lnTo>
                    <a:pt x="30570" y="18225"/>
                  </a:lnTo>
                  <a:lnTo>
                    <a:pt x="30654" y="18120"/>
                  </a:lnTo>
                  <a:lnTo>
                    <a:pt x="30842" y="18141"/>
                  </a:lnTo>
                  <a:lnTo>
                    <a:pt x="30968" y="18246"/>
                  </a:lnTo>
                  <a:lnTo>
                    <a:pt x="31051" y="18246"/>
                  </a:lnTo>
                  <a:lnTo>
                    <a:pt x="31177" y="18351"/>
                  </a:lnTo>
                  <a:lnTo>
                    <a:pt x="31323" y="18288"/>
                  </a:lnTo>
                  <a:lnTo>
                    <a:pt x="31574" y="18351"/>
                  </a:lnTo>
                  <a:lnTo>
                    <a:pt x="31658" y="18330"/>
                  </a:lnTo>
                  <a:lnTo>
                    <a:pt x="31553" y="18141"/>
                  </a:lnTo>
                  <a:lnTo>
                    <a:pt x="31491" y="18120"/>
                  </a:lnTo>
                  <a:lnTo>
                    <a:pt x="31323" y="17974"/>
                  </a:lnTo>
                  <a:lnTo>
                    <a:pt x="31323" y="17911"/>
                  </a:lnTo>
                  <a:lnTo>
                    <a:pt x="31281" y="17869"/>
                  </a:lnTo>
                  <a:lnTo>
                    <a:pt x="31177" y="17890"/>
                  </a:lnTo>
                  <a:lnTo>
                    <a:pt x="31051" y="17827"/>
                  </a:lnTo>
                  <a:lnTo>
                    <a:pt x="30884" y="17597"/>
                  </a:lnTo>
                  <a:lnTo>
                    <a:pt x="30884" y="17451"/>
                  </a:lnTo>
                  <a:lnTo>
                    <a:pt x="30675" y="17283"/>
                  </a:lnTo>
                  <a:lnTo>
                    <a:pt x="30675" y="17095"/>
                  </a:lnTo>
                  <a:lnTo>
                    <a:pt x="30549" y="17074"/>
                  </a:lnTo>
                  <a:lnTo>
                    <a:pt x="30612" y="16949"/>
                  </a:lnTo>
                  <a:lnTo>
                    <a:pt x="30570" y="16928"/>
                  </a:lnTo>
                  <a:lnTo>
                    <a:pt x="30403" y="16572"/>
                  </a:lnTo>
                  <a:lnTo>
                    <a:pt x="30089" y="16405"/>
                  </a:lnTo>
                  <a:lnTo>
                    <a:pt x="30005" y="16447"/>
                  </a:lnTo>
                  <a:lnTo>
                    <a:pt x="30005" y="16363"/>
                  </a:lnTo>
                  <a:lnTo>
                    <a:pt x="29712" y="16237"/>
                  </a:lnTo>
                  <a:lnTo>
                    <a:pt x="29670" y="16237"/>
                  </a:lnTo>
                  <a:lnTo>
                    <a:pt x="29670" y="15944"/>
                  </a:lnTo>
                  <a:lnTo>
                    <a:pt x="29712" y="15735"/>
                  </a:lnTo>
                  <a:lnTo>
                    <a:pt x="29670" y="15610"/>
                  </a:lnTo>
                  <a:lnTo>
                    <a:pt x="29691" y="15463"/>
                  </a:lnTo>
                  <a:lnTo>
                    <a:pt x="29712" y="15484"/>
                  </a:lnTo>
                  <a:lnTo>
                    <a:pt x="29817" y="15463"/>
                  </a:lnTo>
                  <a:lnTo>
                    <a:pt x="29921" y="15296"/>
                  </a:lnTo>
                  <a:lnTo>
                    <a:pt x="29984" y="15317"/>
                  </a:lnTo>
                  <a:lnTo>
                    <a:pt x="30089" y="15191"/>
                  </a:lnTo>
                  <a:lnTo>
                    <a:pt x="29984" y="15149"/>
                  </a:lnTo>
                  <a:lnTo>
                    <a:pt x="29921" y="15066"/>
                  </a:lnTo>
                  <a:lnTo>
                    <a:pt x="30005" y="14961"/>
                  </a:lnTo>
                  <a:lnTo>
                    <a:pt x="30193" y="14982"/>
                  </a:lnTo>
                  <a:lnTo>
                    <a:pt x="30193" y="14856"/>
                  </a:lnTo>
                  <a:lnTo>
                    <a:pt x="30319" y="14835"/>
                  </a:lnTo>
                  <a:lnTo>
                    <a:pt x="30319" y="14731"/>
                  </a:lnTo>
                  <a:lnTo>
                    <a:pt x="30193" y="14647"/>
                  </a:lnTo>
                  <a:lnTo>
                    <a:pt x="30319" y="14647"/>
                  </a:lnTo>
                  <a:lnTo>
                    <a:pt x="30424" y="14689"/>
                  </a:lnTo>
                  <a:lnTo>
                    <a:pt x="30445" y="14647"/>
                  </a:lnTo>
                  <a:lnTo>
                    <a:pt x="30549" y="14647"/>
                  </a:lnTo>
                  <a:lnTo>
                    <a:pt x="30654" y="14563"/>
                  </a:lnTo>
                  <a:lnTo>
                    <a:pt x="30717" y="14563"/>
                  </a:lnTo>
                  <a:lnTo>
                    <a:pt x="30842" y="14375"/>
                  </a:lnTo>
                  <a:lnTo>
                    <a:pt x="30884" y="14459"/>
                  </a:lnTo>
                  <a:lnTo>
                    <a:pt x="30947" y="14417"/>
                  </a:lnTo>
                  <a:lnTo>
                    <a:pt x="30947" y="14459"/>
                  </a:lnTo>
                  <a:lnTo>
                    <a:pt x="31093" y="14563"/>
                  </a:lnTo>
                  <a:lnTo>
                    <a:pt x="31240" y="14438"/>
                  </a:lnTo>
                  <a:lnTo>
                    <a:pt x="31240" y="14375"/>
                  </a:lnTo>
                  <a:lnTo>
                    <a:pt x="31156" y="14354"/>
                  </a:lnTo>
                  <a:lnTo>
                    <a:pt x="31135" y="14250"/>
                  </a:lnTo>
                  <a:lnTo>
                    <a:pt x="31198" y="14208"/>
                  </a:lnTo>
                  <a:lnTo>
                    <a:pt x="31261" y="14208"/>
                  </a:lnTo>
                  <a:lnTo>
                    <a:pt x="31177" y="14061"/>
                  </a:lnTo>
                  <a:lnTo>
                    <a:pt x="31177" y="13998"/>
                  </a:lnTo>
                  <a:lnTo>
                    <a:pt x="31302" y="13957"/>
                  </a:lnTo>
                  <a:lnTo>
                    <a:pt x="31240" y="13936"/>
                  </a:lnTo>
                  <a:lnTo>
                    <a:pt x="31093" y="13957"/>
                  </a:lnTo>
                  <a:lnTo>
                    <a:pt x="30947" y="13957"/>
                  </a:lnTo>
                  <a:lnTo>
                    <a:pt x="30947" y="13915"/>
                  </a:lnTo>
                  <a:lnTo>
                    <a:pt x="30800" y="13915"/>
                  </a:lnTo>
                  <a:lnTo>
                    <a:pt x="30758" y="13957"/>
                  </a:lnTo>
                  <a:lnTo>
                    <a:pt x="30403" y="13998"/>
                  </a:lnTo>
                  <a:lnTo>
                    <a:pt x="30319" y="13915"/>
                  </a:lnTo>
                  <a:lnTo>
                    <a:pt x="30256" y="13894"/>
                  </a:lnTo>
                  <a:lnTo>
                    <a:pt x="30193" y="13789"/>
                  </a:lnTo>
                  <a:lnTo>
                    <a:pt x="30131" y="13747"/>
                  </a:lnTo>
                  <a:lnTo>
                    <a:pt x="30089" y="13706"/>
                  </a:lnTo>
                  <a:lnTo>
                    <a:pt x="29817" y="13831"/>
                  </a:lnTo>
                  <a:lnTo>
                    <a:pt x="29691" y="13831"/>
                  </a:lnTo>
                  <a:lnTo>
                    <a:pt x="29733" y="13894"/>
                  </a:lnTo>
                  <a:lnTo>
                    <a:pt x="29733" y="13998"/>
                  </a:lnTo>
                  <a:lnTo>
                    <a:pt x="29670" y="14040"/>
                  </a:lnTo>
                  <a:lnTo>
                    <a:pt x="29503" y="14103"/>
                  </a:lnTo>
                  <a:lnTo>
                    <a:pt x="29524" y="14124"/>
                  </a:lnTo>
                  <a:lnTo>
                    <a:pt x="29587" y="14208"/>
                  </a:lnTo>
                  <a:lnTo>
                    <a:pt x="29524" y="14312"/>
                  </a:lnTo>
                  <a:lnTo>
                    <a:pt x="29482" y="14354"/>
                  </a:lnTo>
                  <a:lnTo>
                    <a:pt x="29357" y="14312"/>
                  </a:lnTo>
                  <a:lnTo>
                    <a:pt x="29231" y="14375"/>
                  </a:lnTo>
                  <a:lnTo>
                    <a:pt x="29085" y="14354"/>
                  </a:lnTo>
                  <a:lnTo>
                    <a:pt x="28938" y="14061"/>
                  </a:lnTo>
                  <a:lnTo>
                    <a:pt x="28938" y="13915"/>
                  </a:lnTo>
                  <a:lnTo>
                    <a:pt x="28896" y="13810"/>
                  </a:lnTo>
                  <a:lnTo>
                    <a:pt x="28750" y="13810"/>
                  </a:lnTo>
                  <a:lnTo>
                    <a:pt x="28687" y="13831"/>
                  </a:lnTo>
                  <a:lnTo>
                    <a:pt x="28687" y="13789"/>
                  </a:lnTo>
                  <a:lnTo>
                    <a:pt x="28624" y="13789"/>
                  </a:lnTo>
                  <a:lnTo>
                    <a:pt x="28561" y="13852"/>
                  </a:lnTo>
                  <a:lnTo>
                    <a:pt x="28540" y="13789"/>
                  </a:lnTo>
                  <a:lnTo>
                    <a:pt x="28540" y="13831"/>
                  </a:lnTo>
                  <a:lnTo>
                    <a:pt x="28436" y="13706"/>
                  </a:lnTo>
                  <a:lnTo>
                    <a:pt x="28436" y="13622"/>
                  </a:lnTo>
                  <a:lnTo>
                    <a:pt x="28227" y="13496"/>
                  </a:lnTo>
                  <a:lnTo>
                    <a:pt x="28122" y="13413"/>
                  </a:lnTo>
                  <a:lnTo>
                    <a:pt x="28101" y="13287"/>
                  </a:lnTo>
                  <a:lnTo>
                    <a:pt x="28038" y="13162"/>
                  </a:lnTo>
                  <a:lnTo>
                    <a:pt x="28101" y="13099"/>
                  </a:lnTo>
                  <a:lnTo>
                    <a:pt x="28101" y="13057"/>
                  </a:lnTo>
                  <a:lnTo>
                    <a:pt x="28101" y="12994"/>
                  </a:lnTo>
                  <a:lnTo>
                    <a:pt x="28122" y="12869"/>
                  </a:lnTo>
                  <a:lnTo>
                    <a:pt x="28164" y="12806"/>
                  </a:lnTo>
                  <a:lnTo>
                    <a:pt x="28185" y="12764"/>
                  </a:lnTo>
                  <a:lnTo>
                    <a:pt x="28415" y="12848"/>
                  </a:lnTo>
                  <a:lnTo>
                    <a:pt x="28750" y="12848"/>
                  </a:lnTo>
                  <a:lnTo>
                    <a:pt x="28792" y="12701"/>
                  </a:lnTo>
                  <a:lnTo>
                    <a:pt x="28771" y="12659"/>
                  </a:lnTo>
                  <a:lnTo>
                    <a:pt x="28854" y="12659"/>
                  </a:lnTo>
                  <a:lnTo>
                    <a:pt x="28833" y="12492"/>
                  </a:lnTo>
                  <a:lnTo>
                    <a:pt x="28792" y="12471"/>
                  </a:lnTo>
                  <a:lnTo>
                    <a:pt x="28854" y="12429"/>
                  </a:lnTo>
                  <a:lnTo>
                    <a:pt x="28896" y="12136"/>
                  </a:lnTo>
                  <a:lnTo>
                    <a:pt x="29105" y="12011"/>
                  </a:lnTo>
                  <a:lnTo>
                    <a:pt x="29210" y="12011"/>
                  </a:lnTo>
                  <a:lnTo>
                    <a:pt x="29315" y="11843"/>
                  </a:lnTo>
                  <a:lnTo>
                    <a:pt x="29377" y="11843"/>
                  </a:lnTo>
                  <a:lnTo>
                    <a:pt x="29398" y="11613"/>
                  </a:lnTo>
                  <a:lnTo>
                    <a:pt x="29503" y="11488"/>
                  </a:lnTo>
                  <a:lnTo>
                    <a:pt x="29524" y="11341"/>
                  </a:lnTo>
                  <a:lnTo>
                    <a:pt x="29587" y="11320"/>
                  </a:lnTo>
                  <a:lnTo>
                    <a:pt x="29670" y="11195"/>
                  </a:lnTo>
                  <a:lnTo>
                    <a:pt x="29796" y="11195"/>
                  </a:lnTo>
                  <a:lnTo>
                    <a:pt x="29838" y="11216"/>
                  </a:lnTo>
                  <a:lnTo>
                    <a:pt x="29942" y="11216"/>
                  </a:lnTo>
                  <a:lnTo>
                    <a:pt x="29984" y="11111"/>
                  </a:lnTo>
                  <a:lnTo>
                    <a:pt x="30152" y="11320"/>
                  </a:lnTo>
                  <a:lnTo>
                    <a:pt x="30424" y="11488"/>
                  </a:lnTo>
                  <a:lnTo>
                    <a:pt x="30424" y="11592"/>
                  </a:lnTo>
                  <a:lnTo>
                    <a:pt x="30361" y="11613"/>
                  </a:lnTo>
                  <a:lnTo>
                    <a:pt x="30340" y="11697"/>
                  </a:lnTo>
                  <a:lnTo>
                    <a:pt x="30214" y="11843"/>
                  </a:lnTo>
                  <a:lnTo>
                    <a:pt x="30193" y="12011"/>
                  </a:lnTo>
                  <a:lnTo>
                    <a:pt x="30089" y="12011"/>
                  </a:lnTo>
                  <a:lnTo>
                    <a:pt x="30110" y="12032"/>
                  </a:lnTo>
                  <a:lnTo>
                    <a:pt x="30089" y="12178"/>
                  </a:lnTo>
                  <a:lnTo>
                    <a:pt x="30214" y="12325"/>
                  </a:lnTo>
                  <a:lnTo>
                    <a:pt x="30193" y="12387"/>
                  </a:lnTo>
                  <a:lnTo>
                    <a:pt x="30131" y="12429"/>
                  </a:lnTo>
                  <a:lnTo>
                    <a:pt x="30131" y="12471"/>
                  </a:lnTo>
                  <a:lnTo>
                    <a:pt x="30193" y="12555"/>
                  </a:lnTo>
                  <a:lnTo>
                    <a:pt x="30319" y="12492"/>
                  </a:lnTo>
                  <a:lnTo>
                    <a:pt x="30445" y="12387"/>
                  </a:lnTo>
                  <a:lnTo>
                    <a:pt x="30403" y="12492"/>
                  </a:lnTo>
                  <a:lnTo>
                    <a:pt x="30277" y="12576"/>
                  </a:lnTo>
                  <a:lnTo>
                    <a:pt x="30319" y="12638"/>
                  </a:lnTo>
                  <a:lnTo>
                    <a:pt x="30361" y="12659"/>
                  </a:lnTo>
                  <a:lnTo>
                    <a:pt x="30361" y="12701"/>
                  </a:lnTo>
                  <a:lnTo>
                    <a:pt x="30319" y="12743"/>
                  </a:lnTo>
                  <a:lnTo>
                    <a:pt x="30193" y="12743"/>
                  </a:lnTo>
                  <a:lnTo>
                    <a:pt x="30131" y="12806"/>
                  </a:lnTo>
                  <a:lnTo>
                    <a:pt x="30026" y="12806"/>
                  </a:lnTo>
                  <a:lnTo>
                    <a:pt x="29984" y="12890"/>
                  </a:lnTo>
                  <a:lnTo>
                    <a:pt x="30089" y="12973"/>
                  </a:lnTo>
                  <a:lnTo>
                    <a:pt x="30089" y="13057"/>
                  </a:lnTo>
                  <a:lnTo>
                    <a:pt x="30152" y="13057"/>
                  </a:lnTo>
                  <a:lnTo>
                    <a:pt x="30235" y="12952"/>
                  </a:lnTo>
                  <a:lnTo>
                    <a:pt x="30277" y="12952"/>
                  </a:lnTo>
                  <a:lnTo>
                    <a:pt x="30403" y="12806"/>
                  </a:lnTo>
                  <a:lnTo>
                    <a:pt x="30549" y="12743"/>
                  </a:lnTo>
                  <a:lnTo>
                    <a:pt x="30570" y="12701"/>
                  </a:lnTo>
                  <a:lnTo>
                    <a:pt x="30528" y="12576"/>
                  </a:lnTo>
                  <a:lnTo>
                    <a:pt x="30654" y="12471"/>
                  </a:lnTo>
                  <a:lnTo>
                    <a:pt x="30926" y="12283"/>
                  </a:lnTo>
                  <a:lnTo>
                    <a:pt x="30989" y="12283"/>
                  </a:lnTo>
                  <a:lnTo>
                    <a:pt x="31030" y="12178"/>
                  </a:lnTo>
                  <a:lnTo>
                    <a:pt x="31156" y="12178"/>
                  </a:lnTo>
                  <a:lnTo>
                    <a:pt x="31302" y="12053"/>
                  </a:lnTo>
                  <a:lnTo>
                    <a:pt x="31365" y="12115"/>
                  </a:lnTo>
                  <a:lnTo>
                    <a:pt x="31407" y="12115"/>
                  </a:lnTo>
                  <a:lnTo>
                    <a:pt x="31553" y="12073"/>
                  </a:lnTo>
                  <a:lnTo>
                    <a:pt x="31721" y="11906"/>
                  </a:lnTo>
                  <a:lnTo>
                    <a:pt x="31763" y="12011"/>
                  </a:lnTo>
                  <a:lnTo>
                    <a:pt x="31763" y="11655"/>
                  </a:lnTo>
                  <a:lnTo>
                    <a:pt x="31909" y="11550"/>
                  </a:lnTo>
                  <a:lnTo>
                    <a:pt x="31972" y="11404"/>
                  </a:lnTo>
                  <a:lnTo>
                    <a:pt x="31972" y="11299"/>
                  </a:lnTo>
                  <a:lnTo>
                    <a:pt x="32118" y="11195"/>
                  </a:lnTo>
                  <a:lnTo>
                    <a:pt x="32223" y="11006"/>
                  </a:lnTo>
                  <a:lnTo>
                    <a:pt x="32328" y="10965"/>
                  </a:lnTo>
                  <a:lnTo>
                    <a:pt x="32411" y="10672"/>
                  </a:lnTo>
                  <a:lnTo>
                    <a:pt x="32453" y="10567"/>
                  </a:lnTo>
                  <a:lnTo>
                    <a:pt x="32453" y="10504"/>
                  </a:lnTo>
                  <a:lnTo>
                    <a:pt x="32453" y="10337"/>
                  </a:lnTo>
                  <a:lnTo>
                    <a:pt x="32600" y="10190"/>
                  </a:lnTo>
                  <a:lnTo>
                    <a:pt x="32704" y="10358"/>
                  </a:lnTo>
                  <a:lnTo>
                    <a:pt x="32767" y="10400"/>
                  </a:lnTo>
                  <a:lnTo>
                    <a:pt x="32851" y="10483"/>
                  </a:lnTo>
                  <a:lnTo>
                    <a:pt x="32955" y="10441"/>
                  </a:lnTo>
                  <a:lnTo>
                    <a:pt x="33081" y="10483"/>
                  </a:lnTo>
                  <a:lnTo>
                    <a:pt x="33332" y="10462"/>
                  </a:lnTo>
                  <a:lnTo>
                    <a:pt x="33478" y="10483"/>
                  </a:lnTo>
                  <a:lnTo>
                    <a:pt x="33541" y="10337"/>
                  </a:lnTo>
                  <a:lnTo>
                    <a:pt x="33541" y="10253"/>
                  </a:lnTo>
                  <a:lnTo>
                    <a:pt x="33395" y="10128"/>
                  </a:lnTo>
                  <a:lnTo>
                    <a:pt x="33290" y="10044"/>
                  </a:lnTo>
                  <a:lnTo>
                    <a:pt x="33374" y="9960"/>
                  </a:lnTo>
                  <a:lnTo>
                    <a:pt x="33499" y="9960"/>
                  </a:lnTo>
                  <a:lnTo>
                    <a:pt x="33750" y="9772"/>
                  </a:lnTo>
                  <a:lnTo>
                    <a:pt x="33750" y="9646"/>
                  </a:lnTo>
                  <a:lnTo>
                    <a:pt x="33855" y="9521"/>
                  </a:lnTo>
                  <a:lnTo>
                    <a:pt x="33939" y="9521"/>
                  </a:lnTo>
                  <a:lnTo>
                    <a:pt x="34002" y="9416"/>
                  </a:lnTo>
                  <a:lnTo>
                    <a:pt x="33939" y="9312"/>
                  </a:lnTo>
                  <a:lnTo>
                    <a:pt x="33939" y="9207"/>
                  </a:lnTo>
                  <a:lnTo>
                    <a:pt x="33939" y="9081"/>
                  </a:lnTo>
                  <a:lnTo>
                    <a:pt x="34022" y="9040"/>
                  </a:lnTo>
                  <a:lnTo>
                    <a:pt x="34127" y="9123"/>
                  </a:lnTo>
                  <a:lnTo>
                    <a:pt x="34127" y="9228"/>
                  </a:lnTo>
                  <a:lnTo>
                    <a:pt x="34190" y="9312"/>
                  </a:lnTo>
                  <a:lnTo>
                    <a:pt x="34378" y="9332"/>
                  </a:lnTo>
                  <a:lnTo>
                    <a:pt x="34399" y="9395"/>
                  </a:lnTo>
                  <a:lnTo>
                    <a:pt x="34399" y="9353"/>
                  </a:lnTo>
                  <a:lnTo>
                    <a:pt x="34399" y="9291"/>
                  </a:lnTo>
                  <a:lnTo>
                    <a:pt x="34378" y="9249"/>
                  </a:lnTo>
                  <a:lnTo>
                    <a:pt x="34336" y="9144"/>
                  </a:lnTo>
                  <a:lnTo>
                    <a:pt x="34336" y="9123"/>
                  </a:lnTo>
                  <a:lnTo>
                    <a:pt x="34420" y="9081"/>
                  </a:lnTo>
                  <a:lnTo>
                    <a:pt x="34546" y="9102"/>
                  </a:lnTo>
                  <a:lnTo>
                    <a:pt x="34608" y="9081"/>
                  </a:lnTo>
                  <a:lnTo>
                    <a:pt x="34608" y="8977"/>
                  </a:lnTo>
                  <a:lnTo>
                    <a:pt x="34587" y="8914"/>
                  </a:lnTo>
                  <a:lnTo>
                    <a:pt x="34587" y="8830"/>
                  </a:lnTo>
                  <a:lnTo>
                    <a:pt x="34608" y="8788"/>
                  </a:lnTo>
                  <a:lnTo>
                    <a:pt x="34608" y="8684"/>
                  </a:lnTo>
                  <a:lnTo>
                    <a:pt x="34608" y="8579"/>
                  </a:lnTo>
                  <a:lnTo>
                    <a:pt x="34525" y="8516"/>
                  </a:lnTo>
                  <a:lnTo>
                    <a:pt x="34525" y="8349"/>
                  </a:lnTo>
                  <a:lnTo>
                    <a:pt x="34525" y="8244"/>
                  </a:lnTo>
                  <a:lnTo>
                    <a:pt x="34504" y="8098"/>
                  </a:lnTo>
                  <a:lnTo>
                    <a:pt x="34504" y="7993"/>
                  </a:lnTo>
                  <a:lnTo>
                    <a:pt x="34441" y="7889"/>
                  </a:lnTo>
                  <a:lnTo>
                    <a:pt x="34399" y="7826"/>
                  </a:lnTo>
                  <a:lnTo>
                    <a:pt x="34378" y="7742"/>
                  </a:lnTo>
                  <a:lnTo>
                    <a:pt x="34232" y="7533"/>
                  </a:lnTo>
                  <a:lnTo>
                    <a:pt x="34190" y="7428"/>
                  </a:lnTo>
                  <a:lnTo>
                    <a:pt x="34211" y="7366"/>
                  </a:lnTo>
                  <a:lnTo>
                    <a:pt x="34294" y="7345"/>
                  </a:lnTo>
                  <a:lnTo>
                    <a:pt x="34378" y="7324"/>
                  </a:lnTo>
                  <a:lnTo>
                    <a:pt x="34420" y="7261"/>
                  </a:lnTo>
                  <a:lnTo>
                    <a:pt x="34441" y="7198"/>
                  </a:lnTo>
                  <a:lnTo>
                    <a:pt x="34546" y="7010"/>
                  </a:lnTo>
                  <a:lnTo>
                    <a:pt x="34587" y="7010"/>
                  </a:lnTo>
                  <a:lnTo>
                    <a:pt x="34692" y="7031"/>
                  </a:lnTo>
                  <a:lnTo>
                    <a:pt x="34755" y="7052"/>
                  </a:lnTo>
                  <a:lnTo>
                    <a:pt x="35131" y="7115"/>
                  </a:lnTo>
                  <a:lnTo>
                    <a:pt x="35173" y="7136"/>
                  </a:lnTo>
                  <a:lnTo>
                    <a:pt x="35236" y="7136"/>
                  </a:lnTo>
                  <a:lnTo>
                    <a:pt x="35278" y="7094"/>
                  </a:lnTo>
                  <a:lnTo>
                    <a:pt x="35257" y="7010"/>
                  </a:lnTo>
                  <a:lnTo>
                    <a:pt x="35236" y="6926"/>
                  </a:lnTo>
                  <a:lnTo>
                    <a:pt x="35236" y="6884"/>
                  </a:lnTo>
                  <a:lnTo>
                    <a:pt x="35257" y="6822"/>
                  </a:lnTo>
                  <a:lnTo>
                    <a:pt x="35236" y="6780"/>
                  </a:lnTo>
                  <a:lnTo>
                    <a:pt x="35215" y="6696"/>
                  </a:lnTo>
                  <a:lnTo>
                    <a:pt x="35257" y="6591"/>
                  </a:lnTo>
                  <a:lnTo>
                    <a:pt x="35320" y="6571"/>
                  </a:lnTo>
                  <a:lnTo>
                    <a:pt x="35278" y="6466"/>
                  </a:lnTo>
                  <a:lnTo>
                    <a:pt x="35257" y="6403"/>
                  </a:lnTo>
                  <a:lnTo>
                    <a:pt x="35257" y="6382"/>
                  </a:lnTo>
                  <a:lnTo>
                    <a:pt x="35341" y="6319"/>
                  </a:lnTo>
                  <a:lnTo>
                    <a:pt x="35320" y="6278"/>
                  </a:lnTo>
                  <a:lnTo>
                    <a:pt x="35320" y="6215"/>
                  </a:lnTo>
                  <a:lnTo>
                    <a:pt x="35278" y="6152"/>
                  </a:lnTo>
                  <a:lnTo>
                    <a:pt x="35320" y="6068"/>
                  </a:lnTo>
                  <a:lnTo>
                    <a:pt x="35362" y="6047"/>
                  </a:lnTo>
                  <a:lnTo>
                    <a:pt x="35362" y="5985"/>
                  </a:lnTo>
                  <a:lnTo>
                    <a:pt x="35341" y="5943"/>
                  </a:lnTo>
                  <a:lnTo>
                    <a:pt x="35278" y="5796"/>
                  </a:lnTo>
                  <a:lnTo>
                    <a:pt x="35278" y="5671"/>
                  </a:lnTo>
                  <a:lnTo>
                    <a:pt x="35320" y="5650"/>
                  </a:lnTo>
                  <a:lnTo>
                    <a:pt x="35341" y="5629"/>
                  </a:lnTo>
                  <a:lnTo>
                    <a:pt x="35341" y="5587"/>
                  </a:lnTo>
                  <a:lnTo>
                    <a:pt x="35320" y="5545"/>
                  </a:lnTo>
                  <a:lnTo>
                    <a:pt x="35320" y="5483"/>
                  </a:lnTo>
                  <a:lnTo>
                    <a:pt x="35257" y="5441"/>
                  </a:lnTo>
                  <a:lnTo>
                    <a:pt x="35236" y="5378"/>
                  </a:lnTo>
                  <a:lnTo>
                    <a:pt x="35257" y="5315"/>
                  </a:lnTo>
                  <a:lnTo>
                    <a:pt x="35257" y="5231"/>
                  </a:lnTo>
                  <a:lnTo>
                    <a:pt x="35236" y="5169"/>
                  </a:lnTo>
                  <a:lnTo>
                    <a:pt x="35173" y="5127"/>
                  </a:lnTo>
                  <a:lnTo>
                    <a:pt x="35173" y="5064"/>
                  </a:lnTo>
                  <a:lnTo>
                    <a:pt x="35257" y="4959"/>
                  </a:lnTo>
                  <a:lnTo>
                    <a:pt x="35362" y="4939"/>
                  </a:lnTo>
                  <a:lnTo>
                    <a:pt x="35383" y="4918"/>
                  </a:lnTo>
                  <a:lnTo>
                    <a:pt x="35383" y="4813"/>
                  </a:lnTo>
                  <a:lnTo>
                    <a:pt x="35424" y="4687"/>
                  </a:lnTo>
                  <a:lnTo>
                    <a:pt x="35341" y="4646"/>
                  </a:lnTo>
                  <a:lnTo>
                    <a:pt x="35278" y="4583"/>
                  </a:lnTo>
                  <a:lnTo>
                    <a:pt x="35257" y="4499"/>
                  </a:lnTo>
                  <a:lnTo>
                    <a:pt x="35173" y="4395"/>
                  </a:lnTo>
                  <a:lnTo>
                    <a:pt x="35152" y="4332"/>
                  </a:lnTo>
                  <a:lnTo>
                    <a:pt x="35215" y="4290"/>
                  </a:lnTo>
                  <a:lnTo>
                    <a:pt x="35152" y="4185"/>
                  </a:lnTo>
                  <a:lnTo>
                    <a:pt x="35131" y="4123"/>
                  </a:lnTo>
                  <a:lnTo>
                    <a:pt x="35027" y="4102"/>
                  </a:lnTo>
                  <a:lnTo>
                    <a:pt x="34964" y="4081"/>
                  </a:lnTo>
                  <a:lnTo>
                    <a:pt x="34859" y="4018"/>
                  </a:lnTo>
                  <a:lnTo>
                    <a:pt x="34797" y="4081"/>
                  </a:lnTo>
                  <a:lnTo>
                    <a:pt x="34713" y="4102"/>
                  </a:lnTo>
                  <a:lnTo>
                    <a:pt x="34629" y="4143"/>
                  </a:lnTo>
                  <a:lnTo>
                    <a:pt x="34629" y="4227"/>
                  </a:lnTo>
                  <a:lnTo>
                    <a:pt x="34587" y="4269"/>
                  </a:lnTo>
                  <a:lnTo>
                    <a:pt x="34504" y="4269"/>
                  </a:lnTo>
                  <a:lnTo>
                    <a:pt x="34483" y="4395"/>
                  </a:lnTo>
                  <a:lnTo>
                    <a:pt x="34294" y="4395"/>
                  </a:lnTo>
                  <a:lnTo>
                    <a:pt x="34232" y="4478"/>
                  </a:lnTo>
                  <a:lnTo>
                    <a:pt x="34232" y="4583"/>
                  </a:lnTo>
                  <a:lnTo>
                    <a:pt x="34190" y="4604"/>
                  </a:lnTo>
                  <a:lnTo>
                    <a:pt x="34169" y="4729"/>
                  </a:lnTo>
                  <a:lnTo>
                    <a:pt x="34169" y="4792"/>
                  </a:lnTo>
                  <a:lnTo>
                    <a:pt x="34106" y="4813"/>
                  </a:lnTo>
                  <a:lnTo>
                    <a:pt x="34022" y="4897"/>
                  </a:lnTo>
                  <a:lnTo>
                    <a:pt x="33876" y="4918"/>
                  </a:lnTo>
                  <a:lnTo>
                    <a:pt x="33709" y="4918"/>
                  </a:lnTo>
                  <a:lnTo>
                    <a:pt x="33667" y="4939"/>
                  </a:lnTo>
                  <a:lnTo>
                    <a:pt x="33604" y="5001"/>
                  </a:lnTo>
                  <a:lnTo>
                    <a:pt x="33583" y="4918"/>
                  </a:lnTo>
                  <a:lnTo>
                    <a:pt x="33541" y="4834"/>
                  </a:lnTo>
                  <a:lnTo>
                    <a:pt x="33458" y="4834"/>
                  </a:lnTo>
                  <a:lnTo>
                    <a:pt x="33374" y="4897"/>
                  </a:lnTo>
                  <a:lnTo>
                    <a:pt x="33269" y="4918"/>
                  </a:lnTo>
                  <a:lnTo>
                    <a:pt x="33248" y="4834"/>
                  </a:lnTo>
                  <a:lnTo>
                    <a:pt x="33165" y="4729"/>
                  </a:lnTo>
                  <a:lnTo>
                    <a:pt x="33123" y="4708"/>
                  </a:lnTo>
                  <a:lnTo>
                    <a:pt x="32976" y="4583"/>
                  </a:lnTo>
                  <a:lnTo>
                    <a:pt x="32976" y="4478"/>
                  </a:lnTo>
                  <a:lnTo>
                    <a:pt x="33018" y="4436"/>
                  </a:lnTo>
                  <a:lnTo>
                    <a:pt x="33039" y="4332"/>
                  </a:lnTo>
                  <a:lnTo>
                    <a:pt x="33018" y="4227"/>
                  </a:lnTo>
                  <a:lnTo>
                    <a:pt x="32976" y="4123"/>
                  </a:lnTo>
                  <a:lnTo>
                    <a:pt x="32872" y="4143"/>
                  </a:lnTo>
                  <a:lnTo>
                    <a:pt x="32872" y="4081"/>
                  </a:lnTo>
                  <a:lnTo>
                    <a:pt x="32872" y="3997"/>
                  </a:lnTo>
                  <a:lnTo>
                    <a:pt x="32934" y="3913"/>
                  </a:lnTo>
                  <a:lnTo>
                    <a:pt x="32934" y="3871"/>
                  </a:lnTo>
                  <a:lnTo>
                    <a:pt x="32872" y="3851"/>
                  </a:lnTo>
                  <a:lnTo>
                    <a:pt x="32851" y="3851"/>
                  </a:lnTo>
                  <a:lnTo>
                    <a:pt x="32767" y="3892"/>
                  </a:lnTo>
                  <a:lnTo>
                    <a:pt x="32725" y="3892"/>
                  </a:lnTo>
                  <a:lnTo>
                    <a:pt x="32642" y="3913"/>
                  </a:lnTo>
                  <a:lnTo>
                    <a:pt x="32558" y="3892"/>
                  </a:lnTo>
                  <a:lnTo>
                    <a:pt x="32516" y="3871"/>
                  </a:lnTo>
                  <a:lnTo>
                    <a:pt x="32453" y="3851"/>
                  </a:lnTo>
                  <a:lnTo>
                    <a:pt x="32432" y="3809"/>
                  </a:lnTo>
                  <a:lnTo>
                    <a:pt x="32307" y="3767"/>
                  </a:lnTo>
                  <a:lnTo>
                    <a:pt x="32307" y="3704"/>
                  </a:lnTo>
                  <a:lnTo>
                    <a:pt x="32244" y="3662"/>
                  </a:lnTo>
                  <a:lnTo>
                    <a:pt x="32202" y="3662"/>
                  </a:lnTo>
                  <a:lnTo>
                    <a:pt x="32139" y="3599"/>
                  </a:lnTo>
                  <a:lnTo>
                    <a:pt x="32139" y="3558"/>
                  </a:lnTo>
                  <a:lnTo>
                    <a:pt x="32077" y="3558"/>
                  </a:lnTo>
                  <a:lnTo>
                    <a:pt x="32014" y="3474"/>
                  </a:lnTo>
                  <a:lnTo>
                    <a:pt x="31993" y="3432"/>
                  </a:lnTo>
                  <a:lnTo>
                    <a:pt x="31930" y="3369"/>
                  </a:lnTo>
                  <a:lnTo>
                    <a:pt x="31888" y="3369"/>
                  </a:lnTo>
                  <a:lnTo>
                    <a:pt x="31846" y="3453"/>
                  </a:lnTo>
                  <a:lnTo>
                    <a:pt x="31805" y="3432"/>
                  </a:lnTo>
                  <a:lnTo>
                    <a:pt x="31763" y="3453"/>
                  </a:lnTo>
                  <a:lnTo>
                    <a:pt x="31721" y="3495"/>
                  </a:lnTo>
                  <a:lnTo>
                    <a:pt x="31658" y="3453"/>
                  </a:lnTo>
                  <a:lnTo>
                    <a:pt x="31616" y="3390"/>
                  </a:lnTo>
                  <a:lnTo>
                    <a:pt x="31574" y="3369"/>
                  </a:lnTo>
                  <a:lnTo>
                    <a:pt x="31449" y="3369"/>
                  </a:lnTo>
                  <a:lnTo>
                    <a:pt x="31386" y="3348"/>
                  </a:lnTo>
                  <a:lnTo>
                    <a:pt x="31449" y="3286"/>
                  </a:lnTo>
                  <a:lnTo>
                    <a:pt x="31449" y="3244"/>
                  </a:lnTo>
                  <a:lnTo>
                    <a:pt x="31365" y="3244"/>
                  </a:lnTo>
                  <a:lnTo>
                    <a:pt x="31302" y="3286"/>
                  </a:lnTo>
                  <a:lnTo>
                    <a:pt x="31177" y="3286"/>
                  </a:lnTo>
                  <a:lnTo>
                    <a:pt x="31135" y="3327"/>
                  </a:lnTo>
                  <a:lnTo>
                    <a:pt x="31072" y="3265"/>
                  </a:lnTo>
                  <a:lnTo>
                    <a:pt x="31030" y="3286"/>
                  </a:lnTo>
                  <a:lnTo>
                    <a:pt x="30947" y="3286"/>
                  </a:lnTo>
                  <a:lnTo>
                    <a:pt x="30884" y="3223"/>
                  </a:lnTo>
                  <a:lnTo>
                    <a:pt x="30800" y="3181"/>
                  </a:lnTo>
                  <a:lnTo>
                    <a:pt x="30675" y="3055"/>
                  </a:lnTo>
                  <a:lnTo>
                    <a:pt x="30633" y="2930"/>
                  </a:lnTo>
                  <a:lnTo>
                    <a:pt x="30633" y="2846"/>
                  </a:lnTo>
                  <a:lnTo>
                    <a:pt x="30612" y="2742"/>
                  </a:lnTo>
                  <a:lnTo>
                    <a:pt x="30549" y="2742"/>
                  </a:lnTo>
                  <a:lnTo>
                    <a:pt x="30465" y="2721"/>
                  </a:lnTo>
                  <a:lnTo>
                    <a:pt x="30465" y="2574"/>
                  </a:lnTo>
                  <a:lnTo>
                    <a:pt x="30424" y="2553"/>
                  </a:lnTo>
                  <a:lnTo>
                    <a:pt x="30403" y="2428"/>
                  </a:lnTo>
                  <a:lnTo>
                    <a:pt x="30361" y="2323"/>
                  </a:lnTo>
                  <a:lnTo>
                    <a:pt x="30152" y="2198"/>
                  </a:lnTo>
                  <a:lnTo>
                    <a:pt x="30047" y="2030"/>
                  </a:lnTo>
                  <a:lnTo>
                    <a:pt x="30026" y="1988"/>
                  </a:lnTo>
                  <a:lnTo>
                    <a:pt x="29984" y="1884"/>
                  </a:lnTo>
                  <a:lnTo>
                    <a:pt x="29921" y="1905"/>
                  </a:lnTo>
                  <a:lnTo>
                    <a:pt x="29901" y="1905"/>
                  </a:lnTo>
                  <a:lnTo>
                    <a:pt x="29901" y="1821"/>
                  </a:lnTo>
                  <a:lnTo>
                    <a:pt x="29921" y="1779"/>
                  </a:lnTo>
                  <a:lnTo>
                    <a:pt x="29838" y="1716"/>
                  </a:lnTo>
                  <a:lnTo>
                    <a:pt x="29796" y="1612"/>
                  </a:lnTo>
                  <a:lnTo>
                    <a:pt x="29733" y="1591"/>
                  </a:lnTo>
                  <a:lnTo>
                    <a:pt x="29712" y="1507"/>
                  </a:lnTo>
                  <a:lnTo>
                    <a:pt x="29670" y="1444"/>
                  </a:lnTo>
                  <a:lnTo>
                    <a:pt x="29608" y="1340"/>
                  </a:lnTo>
                  <a:lnTo>
                    <a:pt x="29482" y="1256"/>
                  </a:lnTo>
                  <a:lnTo>
                    <a:pt x="29461" y="1193"/>
                  </a:lnTo>
                  <a:lnTo>
                    <a:pt x="29503" y="1130"/>
                  </a:lnTo>
                  <a:lnTo>
                    <a:pt x="29482" y="1047"/>
                  </a:lnTo>
                  <a:lnTo>
                    <a:pt x="29315" y="1047"/>
                  </a:lnTo>
                  <a:lnTo>
                    <a:pt x="29294" y="984"/>
                  </a:lnTo>
                  <a:lnTo>
                    <a:pt x="29294" y="942"/>
                  </a:lnTo>
                  <a:lnTo>
                    <a:pt x="29273" y="879"/>
                  </a:lnTo>
                  <a:lnTo>
                    <a:pt x="29273" y="817"/>
                  </a:lnTo>
                  <a:lnTo>
                    <a:pt x="29231" y="733"/>
                  </a:lnTo>
                  <a:lnTo>
                    <a:pt x="29168" y="712"/>
                  </a:lnTo>
                  <a:lnTo>
                    <a:pt x="29168" y="649"/>
                  </a:lnTo>
                  <a:lnTo>
                    <a:pt x="29147" y="607"/>
                  </a:lnTo>
                  <a:lnTo>
                    <a:pt x="29085" y="628"/>
                  </a:lnTo>
                  <a:lnTo>
                    <a:pt x="28980" y="607"/>
                  </a:lnTo>
                  <a:lnTo>
                    <a:pt x="28959" y="545"/>
                  </a:lnTo>
                  <a:lnTo>
                    <a:pt x="28980" y="482"/>
                  </a:lnTo>
                  <a:lnTo>
                    <a:pt x="28959" y="440"/>
                  </a:lnTo>
                  <a:lnTo>
                    <a:pt x="28875" y="419"/>
                  </a:lnTo>
                  <a:lnTo>
                    <a:pt x="28833" y="461"/>
                  </a:lnTo>
                  <a:lnTo>
                    <a:pt x="28792" y="419"/>
                  </a:lnTo>
                  <a:lnTo>
                    <a:pt x="28750" y="419"/>
                  </a:lnTo>
                  <a:lnTo>
                    <a:pt x="28708" y="356"/>
                  </a:lnTo>
                  <a:lnTo>
                    <a:pt x="28750" y="293"/>
                  </a:lnTo>
                  <a:lnTo>
                    <a:pt x="28687" y="231"/>
                  </a:lnTo>
                  <a:lnTo>
                    <a:pt x="28624" y="210"/>
                  </a:lnTo>
                  <a:lnTo>
                    <a:pt x="28561" y="231"/>
                  </a:lnTo>
                  <a:lnTo>
                    <a:pt x="28520" y="147"/>
                  </a:lnTo>
                  <a:lnTo>
                    <a:pt x="28457" y="189"/>
                  </a:lnTo>
                  <a:lnTo>
                    <a:pt x="28373" y="189"/>
                  </a:lnTo>
                  <a:lnTo>
                    <a:pt x="28331" y="147"/>
                  </a:lnTo>
                  <a:lnTo>
                    <a:pt x="28268" y="189"/>
                  </a:lnTo>
                  <a:lnTo>
                    <a:pt x="28268" y="252"/>
                  </a:lnTo>
                  <a:lnTo>
                    <a:pt x="28248" y="293"/>
                  </a:lnTo>
                  <a:lnTo>
                    <a:pt x="28143" y="231"/>
                  </a:lnTo>
                  <a:lnTo>
                    <a:pt x="28101" y="189"/>
                  </a:lnTo>
                  <a:lnTo>
                    <a:pt x="28017" y="210"/>
                  </a:lnTo>
                  <a:lnTo>
                    <a:pt x="27892" y="210"/>
                  </a:lnTo>
                  <a:lnTo>
                    <a:pt x="27892" y="189"/>
                  </a:lnTo>
                  <a:lnTo>
                    <a:pt x="27808" y="105"/>
                  </a:lnTo>
                  <a:lnTo>
                    <a:pt x="27620" y="84"/>
                  </a:lnTo>
                  <a:lnTo>
                    <a:pt x="27536" y="21"/>
                  </a:lnTo>
                  <a:lnTo>
                    <a:pt x="27432" y="21"/>
                  </a:lnTo>
                  <a:lnTo>
                    <a:pt x="2739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3" name="Google Shape;2463;p56"/>
            <p:cNvSpPr/>
            <p:nvPr/>
          </p:nvSpPr>
          <p:spPr>
            <a:xfrm>
              <a:off x="4442708" y="2990191"/>
              <a:ext cx="762" cy="967"/>
            </a:xfrm>
            <a:custGeom>
              <a:avLst/>
              <a:gdLst/>
              <a:ahLst/>
              <a:cxnLst/>
              <a:rect l="l" t="t" r="r" b="b"/>
              <a:pathLst>
                <a:path w="64" h="85" extrusionOk="0">
                  <a:moveTo>
                    <a:pt x="63" y="85"/>
                  </a:moveTo>
                  <a:lnTo>
                    <a:pt x="1" y="1"/>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4" name="Google Shape;2464;p56"/>
            <p:cNvSpPr/>
            <p:nvPr/>
          </p:nvSpPr>
          <p:spPr>
            <a:xfrm>
              <a:off x="4434742" y="2997094"/>
              <a:ext cx="1250" cy="1205"/>
            </a:xfrm>
            <a:custGeom>
              <a:avLst/>
              <a:gdLst/>
              <a:ahLst/>
              <a:cxnLst/>
              <a:rect l="l" t="t" r="r" b="b"/>
              <a:pathLst>
                <a:path w="105" h="106" extrusionOk="0">
                  <a:moveTo>
                    <a:pt x="0" y="105"/>
                  </a:moveTo>
                  <a:lnTo>
                    <a:pt x="105" y="1"/>
                  </a:lnTo>
                  <a:lnTo>
                    <a:pt x="10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5" name="Google Shape;2465;p56"/>
            <p:cNvSpPr/>
            <p:nvPr/>
          </p:nvSpPr>
          <p:spPr>
            <a:xfrm>
              <a:off x="4184339" y="2879787"/>
              <a:ext cx="2512" cy="728"/>
            </a:xfrm>
            <a:custGeom>
              <a:avLst/>
              <a:gdLst/>
              <a:ahLst/>
              <a:cxnLst/>
              <a:rect l="l" t="t" r="r" b="b"/>
              <a:pathLst>
                <a:path w="211" h="64" extrusionOk="0">
                  <a:moveTo>
                    <a:pt x="210" y="0"/>
                  </a:moveTo>
                  <a:lnTo>
                    <a:pt x="1" y="63"/>
                  </a:lnTo>
                  <a:lnTo>
                    <a:pt x="22"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6" name="Google Shape;2466;p56"/>
            <p:cNvSpPr/>
            <p:nvPr/>
          </p:nvSpPr>
          <p:spPr>
            <a:xfrm>
              <a:off x="4038591" y="2720356"/>
              <a:ext cx="260870" cy="130886"/>
            </a:xfrm>
            <a:custGeom>
              <a:avLst/>
              <a:gdLst/>
              <a:ahLst/>
              <a:cxnLst/>
              <a:rect l="l" t="t" r="r" b="b"/>
              <a:pathLst>
                <a:path w="21908" h="11509" extrusionOk="0">
                  <a:moveTo>
                    <a:pt x="10860" y="0"/>
                  </a:moveTo>
                  <a:lnTo>
                    <a:pt x="10755" y="84"/>
                  </a:lnTo>
                  <a:lnTo>
                    <a:pt x="10713" y="189"/>
                  </a:lnTo>
                  <a:lnTo>
                    <a:pt x="10567" y="189"/>
                  </a:lnTo>
                  <a:lnTo>
                    <a:pt x="10483" y="252"/>
                  </a:lnTo>
                  <a:lnTo>
                    <a:pt x="10546" y="314"/>
                  </a:lnTo>
                  <a:lnTo>
                    <a:pt x="10546" y="398"/>
                  </a:lnTo>
                  <a:lnTo>
                    <a:pt x="10400" y="419"/>
                  </a:lnTo>
                  <a:lnTo>
                    <a:pt x="10337" y="419"/>
                  </a:lnTo>
                  <a:lnTo>
                    <a:pt x="10253" y="524"/>
                  </a:lnTo>
                  <a:lnTo>
                    <a:pt x="10128" y="524"/>
                  </a:lnTo>
                  <a:lnTo>
                    <a:pt x="10044" y="586"/>
                  </a:lnTo>
                  <a:lnTo>
                    <a:pt x="9981" y="586"/>
                  </a:lnTo>
                  <a:lnTo>
                    <a:pt x="9751" y="733"/>
                  </a:lnTo>
                  <a:lnTo>
                    <a:pt x="9625" y="796"/>
                  </a:lnTo>
                  <a:lnTo>
                    <a:pt x="9521" y="837"/>
                  </a:lnTo>
                  <a:lnTo>
                    <a:pt x="9437" y="837"/>
                  </a:lnTo>
                  <a:lnTo>
                    <a:pt x="9353" y="775"/>
                  </a:lnTo>
                  <a:lnTo>
                    <a:pt x="9312" y="837"/>
                  </a:lnTo>
                  <a:lnTo>
                    <a:pt x="9291" y="921"/>
                  </a:lnTo>
                  <a:lnTo>
                    <a:pt x="9144" y="921"/>
                  </a:lnTo>
                  <a:lnTo>
                    <a:pt x="9102" y="984"/>
                  </a:lnTo>
                  <a:lnTo>
                    <a:pt x="9102" y="1088"/>
                  </a:lnTo>
                  <a:lnTo>
                    <a:pt x="9040" y="1130"/>
                  </a:lnTo>
                  <a:lnTo>
                    <a:pt x="8977" y="1109"/>
                  </a:lnTo>
                  <a:lnTo>
                    <a:pt x="8893" y="1109"/>
                  </a:lnTo>
                  <a:lnTo>
                    <a:pt x="8789" y="1151"/>
                  </a:lnTo>
                  <a:lnTo>
                    <a:pt x="8663" y="1172"/>
                  </a:lnTo>
                  <a:lnTo>
                    <a:pt x="8496" y="1256"/>
                  </a:lnTo>
                  <a:lnTo>
                    <a:pt x="8475" y="1319"/>
                  </a:lnTo>
                  <a:lnTo>
                    <a:pt x="8307" y="1340"/>
                  </a:lnTo>
                  <a:lnTo>
                    <a:pt x="8182" y="1402"/>
                  </a:lnTo>
                  <a:lnTo>
                    <a:pt x="8035" y="1423"/>
                  </a:lnTo>
                  <a:lnTo>
                    <a:pt x="7847" y="1465"/>
                  </a:lnTo>
                  <a:lnTo>
                    <a:pt x="7826" y="1549"/>
                  </a:lnTo>
                  <a:lnTo>
                    <a:pt x="7763" y="1632"/>
                  </a:lnTo>
                  <a:lnTo>
                    <a:pt x="7721" y="1528"/>
                  </a:lnTo>
                  <a:lnTo>
                    <a:pt x="7617" y="1528"/>
                  </a:lnTo>
                  <a:lnTo>
                    <a:pt x="7512" y="1570"/>
                  </a:lnTo>
                  <a:lnTo>
                    <a:pt x="7512" y="1653"/>
                  </a:lnTo>
                  <a:lnTo>
                    <a:pt x="7449" y="1695"/>
                  </a:lnTo>
                  <a:lnTo>
                    <a:pt x="7345" y="1653"/>
                  </a:lnTo>
                  <a:lnTo>
                    <a:pt x="7219" y="1653"/>
                  </a:lnTo>
                  <a:lnTo>
                    <a:pt x="7198" y="1612"/>
                  </a:lnTo>
                  <a:lnTo>
                    <a:pt x="7115" y="1612"/>
                  </a:lnTo>
                  <a:lnTo>
                    <a:pt x="7031" y="1653"/>
                  </a:lnTo>
                  <a:lnTo>
                    <a:pt x="6926" y="1674"/>
                  </a:lnTo>
                  <a:lnTo>
                    <a:pt x="6884" y="1695"/>
                  </a:lnTo>
                  <a:lnTo>
                    <a:pt x="6926" y="1842"/>
                  </a:lnTo>
                  <a:lnTo>
                    <a:pt x="6884" y="1925"/>
                  </a:lnTo>
                  <a:lnTo>
                    <a:pt x="6989" y="1946"/>
                  </a:lnTo>
                  <a:lnTo>
                    <a:pt x="7136" y="1925"/>
                  </a:lnTo>
                  <a:lnTo>
                    <a:pt x="7198" y="2051"/>
                  </a:lnTo>
                  <a:lnTo>
                    <a:pt x="7031" y="2051"/>
                  </a:lnTo>
                  <a:lnTo>
                    <a:pt x="6989" y="2093"/>
                  </a:lnTo>
                  <a:lnTo>
                    <a:pt x="6989" y="2156"/>
                  </a:lnTo>
                  <a:lnTo>
                    <a:pt x="7136" y="2176"/>
                  </a:lnTo>
                  <a:lnTo>
                    <a:pt x="7240" y="2197"/>
                  </a:lnTo>
                  <a:lnTo>
                    <a:pt x="7324" y="2156"/>
                  </a:lnTo>
                  <a:lnTo>
                    <a:pt x="7408" y="2156"/>
                  </a:lnTo>
                  <a:lnTo>
                    <a:pt x="7512" y="2260"/>
                  </a:lnTo>
                  <a:lnTo>
                    <a:pt x="7617" y="2281"/>
                  </a:lnTo>
                  <a:lnTo>
                    <a:pt x="7617" y="2386"/>
                  </a:lnTo>
                  <a:lnTo>
                    <a:pt x="7554" y="2449"/>
                  </a:lnTo>
                  <a:lnTo>
                    <a:pt x="7449" y="2407"/>
                  </a:lnTo>
                  <a:lnTo>
                    <a:pt x="7219" y="2449"/>
                  </a:lnTo>
                  <a:lnTo>
                    <a:pt x="7094" y="2553"/>
                  </a:lnTo>
                  <a:lnTo>
                    <a:pt x="6947" y="2741"/>
                  </a:lnTo>
                  <a:lnTo>
                    <a:pt x="6947" y="2867"/>
                  </a:lnTo>
                  <a:lnTo>
                    <a:pt x="7031" y="2888"/>
                  </a:lnTo>
                  <a:lnTo>
                    <a:pt x="7052" y="3013"/>
                  </a:lnTo>
                  <a:lnTo>
                    <a:pt x="6989" y="3118"/>
                  </a:lnTo>
                  <a:lnTo>
                    <a:pt x="6947" y="3244"/>
                  </a:lnTo>
                  <a:lnTo>
                    <a:pt x="6843" y="3244"/>
                  </a:lnTo>
                  <a:lnTo>
                    <a:pt x="6843" y="3306"/>
                  </a:lnTo>
                  <a:lnTo>
                    <a:pt x="6884" y="3390"/>
                  </a:lnTo>
                  <a:lnTo>
                    <a:pt x="6884" y="3453"/>
                  </a:lnTo>
                  <a:lnTo>
                    <a:pt x="7031" y="3453"/>
                  </a:lnTo>
                  <a:lnTo>
                    <a:pt x="7115" y="3537"/>
                  </a:lnTo>
                  <a:lnTo>
                    <a:pt x="7240" y="3557"/>
                  </a:lnTo>
                  <a:lnTo>
                    <a:pt x="7240" y="3620"/>
                  </a:lnTo>
                  <a:lnTo>
                    <a:pt x="7366" y="3704"/>
                  </a:lnTo>
                  <a:lnTo>
                    <a:pt x="7533" y="3725"/>
                  </a:lnTo>
                  <a:lnTo>
                    <a:pt x="7575" y="3746"/>
                  </a:lnTo>
                  <a:lnTo>
                    <a:pt x="7617" y="4227"/>
                  </a:lnTo>
                  <a:lnTo>
                    <a:pt x="7554" y="4290"/>
                  </a:lnTo>
                  <a:lnTo>
                    <a:pt x="7366" y="4373"/>
                  </a:lnTo>
                  <a:lnTo>
                    <a:pt x="7219" y="4353"/>
                  </a:lnTo>
                  <a:lnTo>
                    <a:pt x="7031" y="4248"/>
                  </a:lnTo>
                  <a:lnTo>
                    <a:pt x="6947" y="4290"/>
                  </a:lnTo>
                  <a:lnTo>
                    <a:pt x="6947" y="4394"/>
                  </a:lnTo>
                  <a:lnTo>
                    <a:pt x="6905" y="4541"/>
                  </a:lnTo>
                  <a:lnTo>
                    <a:pt x="6780" y="4562"/>
                  </a:lnTo>
                  <a:lnTo>
                    <a:pt x="6571" y="4457"/>
                  </a:lnTo>
                  <a:lnTo>
                    <a:pt x="6403" y="4457"/>
                  </a:lnTo>
                  <a:lnTo>
                    <a:pt x="6320" y="4394"/>
                  </a:lnTo>
                  <a:lnTo>
                    <a:pt x="6278" y="4436"/>
                  </a:lnTo>
                  <a:lnTo>
                    <a:pt x="6173" y="4394"/>
                  </a:lnTo>
                  <a:lnTo>
                    <a:pt x="6048" y="4269"/>
                  </a:lnTo>
                  <a:lnTo>
                    <a:pt x="6152" y="4227"/>
                  </a:lnTo>
                  <a:lnTo>
                    <a:pt x="6173" y="4143"/>
                  </a:lnTo>
                  <a:lnTo>
                    <a:pt x="6089" y="4122"/>
                  </a:lnTo>
                  <a:lnTo>
                    <a:pt x="5964" y="4039"/>
                  </a:lnTo>
                  <a:lnTo>
                    <a:pt x="5880" y="4122"/>
                  </a:lnTo>
                  <a:lnTo>
                    <a:pt x="5755" y="4081"/>
                  </a:lnTo>
                  <a:lnTo>
                    <a:pt x="5671" y="4122"/>
                  </a:lnTo>
                  <a:lnTo>
                    <a:pt x="5692" y="4269"/>
                  </a:lnTo>
                  <a:lnTo>
                    <a:pt x="5545" y="4290"/>
                  </a:lnTo>
                  <a:lnTo>
                    <a:pt x="5483" y="4227"/>
                  </a:lnTo>
                  <a:lnTo>
                    <a:pt x="5336" y="4060"/>
                  </a:lnTo>
                  <a:lnTo>
                    <a:pt x="5211" y="4081"/>
                  </a:lnTo>
                  <a:lnTo>
                    <a:pt x="5148" y="4185"/>
                  </a:lnTo>
                  <a:lnTo>
                    <a:pt x="5064" y="4081"/>
                  </a:lnTo>
                  <a:lnTo>
                    <a:pt x="5001" y="4122"/>
                  </a:lnTo>
                  <a:lnTo>
                    <a:pt x="5001" y="4248"/>
                  </a:lnTo>
                  <a:lnTo>
                    <a:pt x="4855" y="4248"/>
                  </a:lnTo>
                  <a:lnTo>
                    <a:pt x="4834" y="4457"/>
                  </a:lnTo>
                  <a:lnTo>
                    <a:pt x="4708" y="4562"/>
                  </a:lnTo>
                  <a:lnTo>
                    <a:pt x="4625" y="4541"/>
                  </a:lnTo>
                  <a:lnTo>
                    <a:pt x="4541" y="4436"/>
                  </a:lnTo>
                  <a:lnTo>
                    <a:pt x="4332" y="4394"/>
                  </a:lnTo>
                  <a:lnTo>
                    <a:pt x="4269" y="4269"/>
                  </a:lnTo>
                  <a:lnTo>
                    <a:pt x="4123" y="4353"/>
                  </a:lnTo>
                  <a:lnTo>
                    <a:pt x="4164" y="4478"/>
                  </a:lnTo>
                  <a:lnTo>
                    <a:pt x="4081" y="4604"/>
                  </a:lnTo>
                  <a:lnTo>
                    <a:pt x="3997" y="4583"/>
                  </a:lnTo>
                  <a:lnTo>
                    <a:pt x="3997" y="4457"/>
                  </a:lnTo>
                  <a:lnTo>
                    <a:pt x="3955" y="4373"/>
                  </a:lnTo>
                  <a:lnTo>
                    <a:pt x="3871" y="4373"/>
                  </a:lnTo>
                  <a:lnTo>
                    <a:pt x="3704" y="4248"/>
                  </a:lnTo>
                  <a:lnTo>
                    <a:pt x="3599" y="4122"/>
                  </a:lnTo>
                  <a:lnTo>
                    <a:pt x="3474" y="4122"/>
                  </a:lnTo>
                  <a:lnTo>
                    <a:pt x="3369" y="3976"/>
                  </a:lnTo>
                  <a:lnTo>
                    <a:pt x="3286" y="3955"/>
                  </a:lnTo>
                  <a:lnTo>
                    <a:pt x="3244" y="3871"/>
                  </a:lnTo>
                  <a:lnTo>
                    <a:pt x="3160" y="3871"/>
                  </a:lnTo>
                  <a:lnTo>
                    <a:pt x="2951" y="3955"/>
                  </a:lnTo>
                  <a:lnTo>
                    <a:pt x="2825" y="3850"/>
                  </a:lnTo>
                  <a:lnTo>
                    <a:pt x="2742" y="3704"/>
                  </a:lnTo>
                  <a:lnTo>
                    <a:pt x="2637" y="3704"/>
                  </a:lnTo>
                  <a:lnTo>
                    <a:pt x="2532" y="3809"/>
                  </a:lnTo>
                  <a:lnTo>
                    <a:pt x="2407" y="3809"/>
                  </a:lnTo>
                  <a:lnTo>
                    <a:pt x="2407" y="3871"/>
                  </a:lnTo>
                  <a:lnTo>
                    <a:pt x="2323" y="3955"/>
                  </a:lnTo>
                  <a:lnTo>
                    <a:pt x="2323" y="3850"/>
                  </a:lnTo>
                  <a:lnTo>
                    <a:pt x="2239" y="3913"/>
                  </a:lnTo>
                  <a:lnTo>
                    <a:pt x="2218" y="3976"/>
                  </a:lnTo>
                  <a:lnTo>
                    <a:pt x="2114" y="4060"/>
                  </a:lnTo>
                  <a:lnTo>
                    <a:pt x="2030" y="3976"/>
                  </a:lnTo>
                  <a:lnTo>
                    <a:pt x="2114" y="3913"/>
                  </a:lnTo>
                  <a:lnTo>
                    <a:pt x="2135" y="3829"/>
                  </a:lnTo>
                  <a:lnTo>
                    <a:pt x="2009" y="3767"/>
                  </a:lnTo>
                  <a:lnTo>
                    <a:pt x="1821" y="3662"/>
                  </a:lnTo>
                  <a:lnTo>
                    <a:pt x="1800" y="3746"/>
                  </a:lnTo>
                  <a:lnTo>
                    <a:pt x="1821" y="3850"/>
                  </a:lnTo>
                  <a:lnTo>
                    <a:pt x="1821" y="3955"/>
                  </a:lnTo>
                  <a:lnTo>
                    <a:pt x="1695" y="3913"/>
                  </a:lnTo>
                  <a:lnTo>
                    <a:pt x="1612" y="3976"/>
                  </a:lnTo>
                  <a:lnTo>
                    <a:pt x="1570" y="4143"/>
                  </a:lnTo>
                  <a:lnTo>
                    <a:pt x="1486" y="4143"/>
                  </a:lnTo>
                  <a:lnTo>
                    <a:pt x="1298" y="4248"/>
                  </a:lnTo>
                  <a:lnTo>
                    <a:pt x="1277" y="4373"/>
                  </a:lnTo>
                  <a:lnTo>
                    <a:pt x="1361" y="4478"/>
                  </a:lnTo>
                  <a:lnTo>
                    <a:pt x="1361" y="4604"/>
                  </a:lnTo>
                  <a:lnTo>
                    <a:pt x="1172" y="4604"/>
                  </a:lnTo>
                  <a:lnTo>
                    <a:pt x="984" y="4645"/>
                  </a:lnTo>
                  <a:lnTo>
                    <a:pt x="1130" y="5106"/>
                  </a:lnTo>
                  <a:lnTo>
                    <a:pt x="1047" y="5169"/>
                  </a:lnTo>
                  <a:lnTo>
                    <a:pt x="1068" y="5336"/>
                  </a:lnTo>
                  <a:lnTo>
                    <a:pt x="879" y="5336"/>
                  </a:lnTo>
                  <a:lnTo>
                    <a:pt x="733" y="5231"/>
                  </a:lnTo>
                  <a:lnTo>
                    <a:pt x="670" y="5127"/>
                  </a:lnTo>
                  <a:lnTo>
                    <a:pt x="356" y="4876"/>
                  </a:lnTo>
                  <a:lnTo>
                    <a:pt x="294" y="4980"/>
                  </a:lnTo>
                  <a:lnTo>
                    <a:pt x="294" y="5106"/>
                  </a:lnTo>
                  <a:lnTo>
                    <a:pt x="126" y="5315"/>
                  </a:lnTo>
                  <a:lnTo>
                    <a:pt x="22" y="5378"/>
                  </a:lnTo>
                  <a:lnTo>
                    <a:pt x="42" y="5629"/>
                  </a:lnTo>
                  <a:lnTo>
                    <a:pt x="126" y="5734"/>
                  </a:lnTo>
                  <a:lnTo>
                    <a:pt x="105" y="6068"/>
                  </a:lnTo>
                  <a:lnTo>
                    <a:pt x="1" y="6278"/>
                  </a:lnTo>
                  <a:lnTo>
                    <a:pt x="231" y="6382"/>
                  </a:lnTo>
                  <a:lnTo>
                    <a:pt x="335" y="6550"/>
                  </a:lnTo>
                  <a:lnTo>
                    <a:pt x="314" y="6633"/>
                  </a:lnTo>
                  <a:lnTo>
                    <a:pt x="503" y="6780"/>
                  </a:lnTo>
                  <a:lnTo>
                    <a:pt x="545" y="6696"/>
                  </a:lnTo>
                  <a:lnTo>
                    <a:pt x="921" y="6801"/>
                  </a:lnTo>
                  <a:lnTo>
                    <a:pt x="1172" y="7052"/>
                  </a:lnTo>
                  <a:lnTo>
                    <a:pt x="1402" y="7428"/>
                  </a:lnTo>
                  <a:lnTo>
                    <a:pt x="1172" y="7428"/>
                  </a:lnTo>
                  <a:lnTo>
                    <a:pt x="1172" y="7533"/>
                  </a:lnTo>
                  <a:lnTo>
                    <a:pt x="1382" y="7679"/>
                  </a:lnTo>
                  <a:lnTo>
                    <a:pt x="1549" y="7617"/>
                  </a:lnTo>
                  <a:lnTo>
                    <a:pt x="1674" y="7721"/>
                  </a:lnTo>
                  <a:lnTo>
                    <a:pt x="1716" y="7721"/>
                  </a:lnTo>
                  <a:lnTo>
                    <a:pt x="1758" y="7784"/>
                  </a:lnTo>
                  <a:lnTo>
                    <a:pt x="1821" y="7784"/>
                  </a:lnTo>
                  <a:lnTo>
                    <a:pt x="1863" y="7721"/>
                  </a:lnTo>
                  <a:lnTo>
                    <a:pt x="1905" y="7721"/>
                  </a:lnTo>
                  <a:lnTo>
                    <a:pt x="1967" y="7784"/>
                  </a:lnTo>
                  <a:lnTo>
                    <a:pt x="2009" y="7721"/>
                  </a:lnTo>
                  <a:lnTo>
                    <a:pt x="2009" y="7638"/>
                  </a:lnTo>
                  <a:lnTo>
                    <a:pt x="2072" y="7679"/>
                  </a:lnTo>
                  <a:lnTo>
                    <a:pt x="2177" y="7596"/>
                  </a:lnTo>
                  <a:lnTo>
                    <a:pt x="2218" y="7512"/>
                  </a:lnTo>
                  <a:lnTo>
                    <a:pt x="2281" y="7512"/>
                  </a:lnTo>
                  <a:lnTo>
                    <a:pt x="2344" y="7428"/>
                  </a:lnTo>
                  <a:lnTo>
                    <a:pt x="2407" y="7428"/>
                  </a:lnTo>
                  <a:lnTo>
                    <a:pt x="2428" y="7470"/>
                  </a:lnTo>
                  <a:lnTo>
                    <a:pt x="2491" y="7428"/>
                  </a:lnTo>
                  <a:lnTo>
                    <a:pt x="2511" y="7366"/>
                  </a:lnTo>
                  <a:lnTo>
                    <a:pt x="2595" y="7282"/>
                  </a:lnTo>
                  <a:lnTo>
                    <a:pt x="2721" y="7282"/>
                  </a:lnTo>
                  <a:lnTo>
                    <a:pt x="2763" y="7303"/>
                  </a:lnTo>
                  <a:lnTo>
                    <a:pt x="2846" y="7303"/>
                  </a:lnTo>
                  <a:lnTo>
                    <a:pt x="2909" y="7282"/>
                  </a:lnTo>
                  <a:lnTo>
                    <a:pt x="2930" y="7303"/>
                  </a:lnTo>
                  <a:lnTo>
                    <a:pt x="2930" y="7386"/>
                  </a:lnTo>
                  <a:lnTo>
                    <a:pt x="2972" y="7470"/>
                  </a:lnTo>
                  <a:lnTo>
                    <a:pt x="3014" y="7407"/>
                  </a:lnTo>
                  <a:lnTo>
                    <a:pt x="3076" y="7407"/>
                  </a:lnTo>
                  <a:lnTo>
                    <a:pt x="3076" y="7470"/>
                  </a:lnTo>
                  <a:lnTo>
                    <a:pt x="3160" y="7491"/>
                  </a:lnTo>
                  <a:lnTo>
                    <a:pt x="3223" y="7470"/>
                  </a:lnTo>
                  <a:lnTo>
                    <a:pt x="3244" y="7407"/>
                  </a:lnTo>
                  <a:lnTo>
                    <a:pt x="3286" y="7386"/>
                  </a:lnTo>
                  <a:lnTo>
                    <a:pt x="3286" y="7324"/>
                  </a:lnTo>
                  <a:lnTo>
                    <a:pt x="3369" y="7303"/>
                  </a:lnTo>
                  <a:lnTo>
                    <a:pt x="3453" y="7324"/>
                  </a:lnTo>
                  <a:lnTo>
                    <a:pt x="3662" y="7324"/>
                  </a:lnTo>
                  <a:lnTo>
                    <a:pt x="3662" y="7386"/>
                  </a:lnTo>
                  <a:lnTo>
                    <a:pt x="3704" y="7470"/>
                  </a:lnTo>
                  <a:lnTo>
                    <a:pt x="3788" y="7491"/>
                  </a:lnTo>
                  <a:lnTo>
                    <a:pt x="3788" y="7512"/>
                  </a:lnTo>
                  <a:lnTo>
                    <a:pt x="3746" y="7596"/>
                  </a:lnTo>
                  <a:lnTo>
                    <a:pt x="3767" y="7638"/>
                  </a:lnTo>
                  <a:lnTo>
                    <a:pt x="3871" y="7742"/>
                  </a:lnTo>
                  <a:lnTo>
                    <a:pt x="3851" y="7826"/>
                  </a:lnTo>
                  <a:lnTo>
                    <a:pt x="3788" y="7951"/>
                  </a:lnTo>
                  <a:lnTo>
                    <a:pt x="3809" y="8014"/>
                  </a:lnTo>
                  <a:lnTo>
                    <a:pt x="3851" y="8056"/>
                  </a:lnTo>
                  <a:lnTo>
                    <a:pt x="3871" y="8098"/>
                  </a:lnTo>
                  <a:lnTo>
                    <a:pt x="3851" y="8140"/>
                  </a:lnTo>
                  <a:lnTo>
                    <a:pt x="3767" y="8161"/>
                  </a:lnTo>
                  <a:lnTo>
                    <a:pt x="3746" y="8307"/>
                  </a:lnTo>
                  <a:lnTo>
                    <a:pt x="3809" y="8454"/>
                  </a:lnTo>
                  <a:lnTo>
                    <a:pt x="3913" y="8475"/>
                  </a:lnTo>
                  <a:lnTo>
                    <a:pt x="3997" y="8516"/>
                  </a:lnTo>
                  <a:lnTo>
                    <a:pt x="3997" y="8558"/>
                  </a:lnTo>
                  <a:lnTo>
                    <a:pt x="3871" y="8621"/>
                  </a:lnTo>
                  <a:lnTo>
                    <a:pt x="3788" y="8621"/>
                  </a:lnTo>
                  <a:lnTo>
                    <a:pt x="3683" y="8516"/>
                  </a:lnTo>
                  <a:lnTo>
                    <a:pt x="3599" y="8516"/>
                  </a:lnTo>
                  <a:lnTo>
                    <a:pt x="3558" y="8558"/>
                  </a:lnTo>
                  <a:lnTo>
                    <a:pt x="3495" y="8516"/>
                  </a:lnTo>
                  <a:lnTo>
                    <a:pt x="3432" y="8516"/>
                  </a:lnTo>
                  <a:lnTo>
                    <a:pt x="3286" y="8558"/>
                  </a:lnTo>
                  <a:lnTo>
                    <a:pt x="3223" y="8516"/>
                  </a:lnTo>
                  <a:lnTo>
                    <a:pt x="3118" y="8537"/>
                  </a:lnTo>
                  <a:lnTo>
                    <a:pt x="2972" y="8579"/>
                  </a:lnTo>
                  <a:lnTo>
                    <a:pt x="2930" y="8663"/>
                  </a:lnTo>
                  <a:lnTo>
                    <a:pt x="2930" y="8726"/>
                  </a:lnTo>
                  <a:lnTo>
                    <a:pt x="2930" y="8788"/>
                  </a:lnTo>
                  <a:lnTo>
                    <a:pt x="2867" y="8830"/>
                  </a:lnTo>
                  <a:lnTo>
                    <a:pt x="2867" y="8893"/>
                  </a:lnTo>
                  <a:lnTo>
                    <a:pt x="3014" y="9039"/>
                  </a:lnTo>
                  <a:lnTo>
                    <a:pt x="3014" y="9102"/>
                  </a:lnTo>
                  <a:lnTo>
                    <a:pt x="3035" y="9144"/>
                  </a:lnTo>
                  <a:lnTo>
                    <a:pt x="3139" y="9102"/>
                  </a:lnTo>
                  <a:lnTo>
                    <a:pt x="3160" y="9186"/>
                  </a:lnTo>
                  <a:lnTo>
                    <a:pt x="3139" y="9207"/>
                  </a:lnTo>
                  <a:lnTo>
                    <a:pt x="3055" y="9165"/>
                  </a:lnTo>
                  <a:lnTo>
                    <a:pt x="3014" y="9186"/>
                  </a:lnTo>
                  <a:lnTo>
                    <a:pt x="2930" y="9249"/>
                  </a:lnTo>
                  <a:lnTo>
                    <a:pt x="2867" y="9207"/>
                  </a:lnTo>
                  <a:lnTo>
                    <a:pt x="2825" y="9207"/>
                  </a:lnTo>
                  <a:lnTo>
                    <a:pt x="2763" y="9186"/>
                  </a:lnTo>
                  <a:lnTo>
                    <a:pt x="2616" y="9207"/>
                  </a:lnTo>
                  <a:lnTo>
                    <a:pt x="2532" y="9186"/>
                  </a:lnTo>
                  <a:lnTo>
                    <a:pt x="2491" y="9249"/>
                  </a:lnTo>
                  <a:lnTo>
                    <a:pt x="2491" y="9291"/>
                  </a:lnTo>
                  <a:lnTo>
                    <a:pt x="2553" y="9395"/>
                  </a:lnTo>
                  <a:lnTo>
                    <a:pt x="2637" y="9395"/>
                  </a:lnTo>
                  <a:lnTo>
                    <a:pt x="2742" y="9416"/>
                  </a:lnTo>
                  <a:lnTo>
                    <a:pt x="2804" y="9521"/>
                  </a:lnTo>
                  <a:lnTo>
                    <a:pt x="2846" y="9563"/>
                  </a:lnTo>
                  <a:lnTo>
                    <a:pt x="2909" y="9688"/>
                  </a:lnTo>
                  <a:lnTo>
                    <a:pt x="2951" y="9709"/>
                  </a:lnTo>
                  <a:lnTo>
                    <a:pt x="2972" y="9772"/>
                  </a:lnTo>
                  <a:lnTo>
                    <a:pt x="3139" y="9939"/>
                  </a:lnTo>
                  <a:lnTo>
                    <a:pt x="3139" y="10086"/>
                  </a:lnTo>
                  <a:lnTo>
                    <a:pt x="3139" y="10211"/>
                  </a:lnTo>
                  <a:lnTo>
                    <a:pt x="3181" y="10211"/>
                  </a:lnTo>
                  <a:lnTo>
                    <a:pt x="3286" y="10190"/>
                  </a:lnTo>
                  <a:lnTo>
                    <a:pt x="3327" y="10190"/>
                  </a:lnTo>
                  <a:lnTo>
                    <a:pt x="3369" y="10211"/>
                  </a:lnTo>
                  <a:lnTo>
                    <a:pt x="3432" y="10295"/>
                  </a:lnTo>
                  <a:lnTo>
                    <a:pt x="3474" y="10337"/>
                  </a:lnTo>
                  <a:lnTo>
                    <a:pt x="3537" y="10441"/>
                  </a:lnTo>
                  <a:lnTo>
                    <a:pt x="3579" y="10441"/>
                  </a:lnTo>
                  <a:lnTo>
                    <a:pt x="3662" y="10420"/>
                  </a:lnTo>
                  <a:lnTo>
                    <a:pt x="3767" y="10441"/>
                  </a:lnTo>
                  <a:lnTo>
                    <a:pt x="3871" y="10462"/>
                  </a:lnTo>
                  <a:lnTo>
                    <a:pt x="3976" y="10462"/>
                  </a:lnTo>
                  <a:lnTo>
                    <a:pt x="4018" y="10504"/>
                  </a:lnTo>
                  <a:lnTo>
                    <a:pt x="3997" y="10546"/>
                  </a:lnTo>
                  <a:lnTo>
                    <a:pt x="3997" y="10609"/>
                  </a:lnTo>
                  <a:lnTo>
                    <a:pt x="3997" y="10755"/>
                  </a:lnTo>
                  <a:lnTo>
                    <a:pt x="3913" y="10923"/>
                  </a:lnTo>
                  <a:lnTo>
                    <a:pt x="3955" y="11048"/>
                  </a:lnTo>
                  <a:lnTo>
                    <a:pt x="3976" y="11195"/>
                  </a:lnTo>
                  <a:lnTo>
                    <a:pt x="4311" y="10881"/>
                  </a:lnTo>
                  <a:lnTo>
                    <a:pt x="4604" y="10776"/>
                  </a:lnTo>
                  <a:lnTo>
                    <a:pt x="4959" y="10839"/>
                  </a:lnTo>
                  <a:lnTo>
                    <a:pt x="5378" y="11069"/>
                  </a:lnTo>
                  <a:lnTo>
                    <a:pt x="5755" y="11508"/>
                  </a:lnTo>
                  <a:lnTo>
                    <a:pt x="5985" y="11467"/>
                  </a:lnTo>
                  <a:lnTo>
                    <a:pt x="6068" y="11446"/>
                  </a:lnTo>
                  <a:lnTo>
                    <a:pt x="5629" y="8726"/>
                  </a:lnTo>
                  <a:lnTo>
                    <a:pt x="7136" y="8433"/>
                  </a:lnTo>
                  <a:lnTo>
                    <a:pt x="8056" y="9060"/>
                  </a:lnTo>
                  <a:lnTo>
                    <a:pt x="8391" y="9186"/>
                  </a:lnTo>
                  <a:lnTo>
                    <a:pt x="8893" y="9479"/>
                  </a:lnTo>
                  <a:lnTo>
                    <a:pt x="9751" y="9395"/>
                  </a:lnTo>
                  <a:lnTo>
                    <a:pt x="10693" y="9395"/>
                  </a:lnTo>
                  <a:lnTo>
                    <a:pt x="10985" y="9604"/>
                  </a:lnTo>
                  <a:lnTo>
                    <a:pt x="11132" y="9981"/>
                  </a:lnTo>
                  <a:lnTo>
                    <a:pt x="11320" y="9897"/>
                  </a:lnTo>
                  <a:lnTo>
                    <a:pt x="11341" y="10713"/>
                  </a:lnTo>
                  <a:lnTo>
                    <a:pt x="11760" y="10755"/>
                  </a:lnTo>
                  <a:lnTo>
                    <a:pt x="11990" y="11446"/>
                  </a:lnTo>
                  <a:lnTo>
                    <a:pt x="12115" y="11446"/>
                  </a:lnTo>
                  <a:lnTo>
                    <a:pt x="12366" y="11299"/>
                  </a:lnTo>
                  <a:lnTo>
                    <a:pt x="12555" y="11278"/>
                  </a:lnTo>
                  <a:lnTo>
                    <a:pt x="12743" y="11299"/>
                  </a:lnTo>
                  <a:lnTo>
                    <a:pt x="12994" y="11446"/>
                  </a:lnTo>
                  <a:lnTo>
                    <a:pt x="13078" y="11467"/>
                  </a:lnTo>
                  <a:lnTo>
                    <a:pt x="13287" y="11257"/>
                  </a:lnTo>
                  <a:lnTo>
                    <a:pt x="13413" y="11048"/>
                  </a:lnTo>
                  <a:lnTo>
                    <a:pt x="13475" y="10964"/>
                  </a:lnTo>
                  <a:lnTo>
                    <a:pt x="13538" y="10818"/>
                  </a:lnTo>
                  <a:lnTo>
                    <a:pt x="13789" y="10525"/>
                  </a:lnTo>
                  <a:lnTo>
                    <a:pt x="13894" y="10504"/>
                  </a:lnTo>
                  <a:lnTo>
                    <a:pt x="13998" y="10337"/>
                  </a:lnTo>
                  <a:lnTo>
                    <a:pt x="14040" y="10337"/>
                  </a:lnTo>
                  <a:lnTo>
                    <a:pt x="14040" y="10295"/>
                  </a:lnTo>
                  <a:lnTo>
                    <a:pt x="14166" y="10211"/>
                  </a:lnTo>
                  <a:lnTo>
                    <a:pt x="14145" y="10148"/>
                  </a:lnTo>
                  <a:lnTo>
                    <a:pt x="14250" y="10023"/>
                  </a:lnTo>
                  <a:lnTo>
                    <a:pt x="14438" y="10044"/>
                  </a:lnTo>
                  <a:lnTo>
                    <a:pt x="14543" y="10107"/>
                  </a:lnTo>
                  <a:lnTo>
                    <a:pt x="14961" y="10148"/>
                  </a:lnTo>
                  <a:lnTo>
                    <a:pt x="15317" y="10148"/>
                  </a:lnTo>
                  <a:lnTo>
                    <a:pt x="15505" y="10107"/>
                  </a:lnTo>
                  <a:lnTo>
                    <a:pt x="15484" y="9981"/>
                  </a:lnTo>
                  <a:lnTo>
                    <a:pt x="15463" y="9835"/>
                  </a:lnTo>
                  <a:lnTo>
                    <a:pt x="15463" y="9709"/>
                  </a:lnTo>
                  <a:lnTo>
                    <a:pt x="15505" y="9667"/>
                  </a:lnTo>
                  <a:lnTo>
                    <a:pt x="15610" y="9688"/>
                  </a:lnTo>
                  <a:lnTo>
                    <a:pt x="15777" y="9709"/>
                  </a:lnTo>
                  <a:lnTo>
                    <a:pt x="15819" y="9667"/>
                  </a:lnTo>
                  <a:lnTo>
                    <a:pt x="16007" y="9667"/>
                  </a:lnTo>
                  <a:lnTo>
                    <a:pt x="16133" y="9730"/>
                  </a:lnTo>
                  <a:lnTo>
                    <a:pt x="16342" y="9793"/>
                  </a:lnTo>
                  <a:lnTo>
                    <a:pt x="16677" y="9835"/>
                  </a:lnTo>
                  <a:lnTo>
                    <a:pt x="16781" y="9793"/>
                  </a:lnTo>
                  <a:lnTo>
                    <a:pt x="16886" y="9709"/>
                  </a:lnTo>
                  <a:lnTo>
                    <a:pt x="17032" y="9730"/>
                  </a:lnTo>
                  <a:lnTo>
                    <a:pt x="17158" y="9730"/>
                  </a:lnTo>
                  <a:lnTo>
                    <a:pt x="17451" y="9667"/>
                  </a:lnTo>
                  <a:lnTo>
                    <a:pt x="17723" y="9730"/>
                  </a:lnTo>
                  <a:lnTo>
                    <a:pt x="17911" y="9688"/>
                  </a:lnTo>
                  <a:lnTo>
                    <a:pt x="18246" y="9688"/>
                  </a:lnTo>
                  <a:lnTo>
                    <a:pt x="18497" y="9793"/>
                  </a:lnTo>
                  <a:lnTo>
                    <a:pt x="18602" y="9772"/>
                  </a:lnTo>
                  <a:lnTo>
                    <a:pt x="18853" y="10044"/>
                  </a:lnTo>
                  <a:lnTo>
                    <a:pt x="19083" y="10107"/>
                  </a:lnTo>
                  <a:lnTo>
                    <a:pt x="19229" y="10044"/>
                  </a:lnTo>
                  <a:lnTo>
                    <a:pt x="19188" y="9897"/>
                  </a:lnTo>
                  <a:lnTo>
                    <a:pt x="19313" y="9814"/>
                  </a:lnTo>
                  <a:lnTo>
                    <a:pt x="19313" y="9772"/>
                  </a:lnTo>
                  <a:lnTo>
                    <a:pt x="19376" y="9730"/>
                  </a:lnTo>
                  <a:lnTo>
                    <a:pt x="19271" y="9625"/>
                  </a:lnTo>
                  <a:lnTo>
                    <a:pt x="19313" y="9521"/>
                  </a:lnTo>
                  <a:lnTo>
                    <a:pt x="19397" y="9458"/>
                  </a:lnTo>
                  <a:lnTo>
                    <a:pt x="19355" y="9207"/>
                  </a:lnTo>
                  <a:lnTo>
                    <a:pt x="19229" y="9144"/>
                  </a:lnTo>
                  <a:lnTo>
                    <a:pt x="19188" y="9039"/>
                  </a:lnTo>
                  <a:lnTo>
                    <a:pt x="19083" y="8851"/>
                  </a:lnTo>
                  <a:lnTo>
                    <a:pt x="19062" y="8747"/>
                  </a:lnTo>
                  <a:lnTo>
                    <a:pt x="19020" y="8663"/>
                  </a:lnTo>
                  <a:lnTo>
                    <a:pt x="19020" y="8579"/>
                  </a:lnTo>
                  <a:lnTo>
                    <a:pt x="18957" y="8412"/>
                  </a:lnTo>
                  <a:lnTo>
                    <a:pt x="19041" y="8328"/>
                  </a:lnTo>
                  <a:lnTo>
                    <a:pt x="19041" y="8265"/>
                  </a:lnTo>
                  <a:lnTo>
                    <a:pt x="18916" y="8244"/>
                  </a:lnTo>
                  <a:lnTo>
                    <a:pt x="18748" y="8265"/>
                  </a:lnTo>
                  <a:lnTo>
                    <a:pt x="18644" y="8202"/>
                  </a:lnTo>
                  <a:lnTo>
                    <a:pt x="18644" y="8119"/>
                  </a:lnTo>
                  <a:lnTo>
                    <a:pt x="18748" y="8014"/>
                  </a:lnTo>
                  <a:lnTo>
                    <a:pt x="18853" y="7951"/>
                  </a:lnTo>
                  <a:lnTo>
                    <a:pt x="18916" y="8014"/>
                  </a:lnTo>
                  <a:lnTo>
                    <a:pt x="19020" y="8014"/>
                  </a:lnTo>
                  <a:lnTo>
                    <a:pt x="19167" y="7930"/>
                  </a:lnTo>
                  <a:lnTo>
                    <a:pt x="19439" y="7889"/>
                  </a:lnTo>
                  <a:lnTo>
                    <a:pt x="19564" y="7847"/>
                  </a:lnTo>
                  <a:lnTo>
                    <a:pt x="19648" y="7826"/>
                  </a:lnTo>
                  <a:lnTo>
                    <a:pt x="19711" y="7889"/>
                  </a:lnTo>
                  <a:lnTo>
                    <a:pt x="19794" y="7889"/>
                  </a:lnTo>
                  <a:lnTo>
                    <a:pt x="19878" y="7826"/>
                  </a:lnTo>
                  <a:lnTo>
                    <a:pt x="19962" y="7826"/>
                  </a:lnTo>
                  <a:lnTo>
                    <a:pt x="19962" y="7742"/>
                  </a:lnTo>
                  <a:lnTo>
                    <a:pt x="20004" y="7617"/>
                  </a:lnTo>
                  <a:lnTo>
                    <a:pt x="19878" y="7575"/>
                  </a:lnTo>
                  <a:lnTo>
                    <a:pt x="19815" y="7512"/>
                  </a:lnTo>
                  <a:lnTo>
                    <a:pt x="19836" y="7428"/>
                  </a:lnTo>
                  <a:lnTo>
                    <a:pt x="19836" y="7177"/>
                  </a:lnTo>
                  <a:lnTo>
                    <a:pt x="19899" y="6842"/>
                  </a:lnTo>
                  <a:lnTo>
                    <a:pt x="19899" y="6696"/>
                  </a:lnTo>
                  <a:lnTo>
                    <a:pt x="19962" y="6550"/>
                  </a:lnTo>
                  <a:lnTo>
                    <a:pt x="20004" y="6278"/>
                  </a:lnTo>
                  <a:lnTo>
                    <a:pt x="20213" y="6278"/>
                  </a:lnTo>
                  <a:lnTo>
                    <a:pt x="20422" y="6361"/>
                  </a:lnTo>
                  <a:lnTo>
                    <a:pt x="20589" y="6382"/>
                  </a:lnTo>
                  <a:lnTo>
                    <a:pt x="20820" y="6340"/>
                  </a:lnTo>
                  <a:lnTo>
                    <a:pt x="20882" y="6340"/>
                  </a:lnTo>
                  <a:lnTo>
                    <a:pt x="20924" y="6424"/>
                  </a:lnTo>
                  <a:lnTo>
                    <a:pt x="21008" y="6424"/>
                  </a:lnTo>
                  <a:lnTo>
                    <a:pt x="21071" y="6382"/>
                  </a:lnTo>
                  <a:lnTo>
                    <a:pt x="21154" y="6278"/>
                  </a:lnTo>
                  <a:lnTo>
                    <a:pt x="21280" y="6236"/>
                  </a:lnTo>
                  <a:lnTo>
                    <a:pt x="21447" y="6068"/>
                  </a:lnTo>
                  <a:lnTo>
                    <a:pt x="21447" y="6006"/>
                  </a:lnTo>
                  <a:lnTo>
                    <a:pt x="21343" y="5838"/>
                  </a:lnTo>
                  <a:lnTo>
                    <a:pt x="21238" y="5608"/>
                  </a:lnTo>
                  <a:lnTo>
                    <a:pt x="21238" y="5378"/>
                  </a:lnTo>
                  <a:lnTo>
                    <a:pt x="21259" y="5231"/>
                  </a:lnTo>
                  <a:lnTo>
                    <a:pt x="21343" y="5169"/>
                  </a:lnTo>
                  <a:lnTo>
                    <a:pt x="21531" y="5106"/>
                  </a:lnTo>
                  <a:lnTo>
                    <a:pt x="21594" y="4980"/>
                  </a:lnTo>
                  <a:lnTo>
                    <a:pt x="21552" y="4917"/>
                  </a:lnTo>
                  <a:lnTo>
                    <a:pt x="21573" y="4813"/>
                  </a:lnTo>
                  <a:lnTo>
                    <a:pt x="21698" y="4666"/>
                  </a:lnTo>
                  <a:lnTo>
                    <a:pt x="21803" y="4604"/>
                  </a:lnTo>
                  <a:lnTo>
                    <a:pt x="21908" y="4499"/>
                  </a:lnTo>
                  <a:lnTo>
                    <a:pt x="21887" y="4478"/>
                  </a:lnTo>
                  <a:lnTo>
                    <a:pt x="21866" y="4457"/>
                  </a:lnTo>
                  <a:lnTo>
                    <a:pt x="21698" y="4394"/>
                  </a:lnTo>
                  <a:lnTo>
                    <a:pt x="21573" y="4269"/>
                  </a:lnTo>
                  <a:lnTo>
                    <a:pt x="21489" y="4269"/>
                  </a:lnTo>
                  <a:lnTo>
                    <a:pt x="21447" y="4164"/>
                  </a:lnTo>
                  <a:lnTo>
                    <a:pt x="21489" y="4039"/>
                  </a:lnTo>
                  <a:lnTo>
                    <a:pt x="21447" y="3976"/>
                  </a:lnTo>
                  <a:lnTo>
                    <a:pt x="21343" y="4060"/>
                  </a:lnTo>
                  <a:lnTo>
                    <a:pt x="21259" y="4164"/>
                  </a:lnTo>
                  <a:lnTo>
                    <a:pt x="21154" y="4185"/>
                  </a:lnTo>
                  <a:lnTo>
                    <a:pt x="20861" y="4227"/>
                  </a:lnTo>
                  <a:lnTo>
                    <a:pt x="20799" y="4269"/>
                  </a:lnTo>
                  <a:lnTo>
                    <a:pt x="20757" y="4332"/>
                  </a:lnTo>
                  <a:lnTo>
                    <a:pt x="20652" y="4269"/>
                  </a:lnTo>
                  <a:lnTo>
                    <a:pt x="20548" y="4227"/>
                  </a:lnTo>
                  <a:lnTo>
                    <a:pt x="20506" y="4227"/>
                  </a:lnTo>
                  <a:lnTo>
                    <a:pt x="20485" y="4185"/>
                  </a:lnTo>
                  <a:lnTo>
                    <a:pt x="20422" y="4143"/>
                  </a:lnTo>
                  <a:lnTo>
                    <a:pt x="20401" y="4060"/>
                  </a:lnTo>
                  <a:lnTo>
                    <a:pt x="20359" y="3976"/>
                  </a:lnTo>
                  <a:lnTo>
                    <a:pt x="20401" y="3934"/>
                  </a:lnTo>
                  <a:lnTo>
                    <a:pt x="20401" y="3850"/>
                  </a:lnTo>
                  <a:lnTo>
                    <a:pt x="20317" y="3809"/>
                  </a:lnTo>
                  <a:lnTo>
                    <a:pt x="20276" y="3809"/>
                  </a:lnTo>
                  <a:lnTo>
                    <a:pt x="20129" y="3725"/>
                  </a:lnTo>
                  <a:lnTo>
                    <a:pt x="20004" y="3704"/>
                  </a:lnTo>
                  <a:lnTo>
                    <a:pt x="19962" y="3704"/>
                  </a:lnTo>
                  <a:lnTo>
                    <a:pt x="19899" y="3557"/>
                  </a:lnTo>
                  <a:lnTo>
                    <a:pt x="19794" y="3390"/>
                  </a:lnTo>
                  <a:lnTo>
                    <a:pt x="19648" y="3244"/>
                  </a:lnTo>
                  <a:lnTo>
                    <a:pt x="19460" y="3223"/>
                  </a:lnTo>
                  <a:lnTo>
                    <a:pt x="19250" y="3223"/>
                  </a:lnTo>
                  <a:lnTo>
                    <a:pt x="19062" y="3244"/>
                  </a:lnTo>
                  <a:lnTo>
                    <a:pt x="19041" y="3306"/>
                  </a:lnTo>
                  <a:lnTo>
                    <a:pt x="19083" y="3348"/>
                  </a:lnTo>
                  <a:lnTo>
                    <a:pt x="19062" y="3411"/>
                  </a:lnTo>
                  <a:lnTo>
                    <a:pt x="18936" y="3453"/>
                  </a:lnTo>
                  <a:lnTo>
                    <a:pt x="18853" y="3432"/>
                  </a:lnTo>
                  <a:lnTo>
                    <a:pt x="18727" y="3495"/>
                  </a:lnTo>
                  <a:lnTo>
                    <a:pt x="18560" y="3411"/>
                  </a:lnTo>
                  <a:lnTo>
                    <a:pt x="18497" y="3432"/>
                  </a:lnTo>
                  <a:lnTo>
                    <a:pt x="18413" y="3495"/>
                  </a:lnTo>
                  <a:lnTo>
                    <a:pt x="18309" y="3495"/>
                  </a:lnTo>
                  <a:lnTo>
                    <a:pt x="18204" y="3411"/>
                  </a:lnTo>
                  <a:lnTo>
                    <a:pt x="18079" y="3348"/>
                  </a:lnTo>
                  <a:lnTo>
                    <a:pt x="18079" y="3285"/>
                  </a:lnTo>
                  <a:lnTo>
                    <a:pt x="18100" y="3202"/>
                  </a:lnTo>
                  <a:lnTo>
                    <a:pt x="17911" y="3118"/>
                  </a:lnTo>
                  <a:lnTo>
                    <a:pt x="17828" y="3181"/>
                  </a:lnTo>
                  <a:lnTo>
                    <a:pt x="17828" y="3306"/>
                  </a:lnTo>
                  <a:lnTo>
                    <a:pt x="17869" y="3327"/>
                  </a:lnTo>
                  <a:lnTo>
                    <a:pt x="17828" y="3390"/>
                  </a:lnTo>
                  <a:lnTo>
                    <a:pt x="17744" y="3453"/>
                  </a:lnTo>
                  <a:lnTo>
                    <a:pt x="17597" y="3453"/>
                  </a:lnTo>
                  <a:lnTo>
                    <a:pt x="16175" y="1695"/>
                  </a:lnTo>
                  <a:lnTo>
                    <a:pt x="15170" y="921"/>
                  </a:lnTo>
                  <a:lnTo>
                    <a:pt x="15107" y="837"/>
                  </a:lnTo>
                  <a:lnTo>
                    <a:pt x="15191" y="816"/>
                  </a:lnTo>
                  <a:lnTo>
                    <a:pt x="15296" y="712"/>
                  </a:lnTo>
                  <a:lnTo>
                    <a:pt x="15296" y="607"/>
                  </a:lnTo>
                  <a:lnTo>
                    <a:pt x="15254" y="565"/>
                  </a:lnTo>
                  <a:lnTo>
                    <a:pt x="15087" y="607"/>
                  </a:lnTo>
                  <a:lnTo>
                    <a:pt x="14961" y="628"/>
                  </a:lnTo>
                  <a:lnTo>
                    <a:pt x="14877" y="733"/>
                  </a:lnTo>
                  <a:lnTo>
                    <a:pt x="14773" y="775"/>
                  </a:lnTo>
                  <a:lnTo>
                    <a:pt x="14647" y="900"/>
                  </a:lnTo>
                  <a:lnTo>
                    <a:pt x="14647" y="984"/>
                  </a:lnTo>
                  <a:lnTo>
                    <a:pt x="14563" y="1047"/>
                  </a:lnTo>
                  <a:lnTo>
                    <a:pt x="14522" y="1151"/>
                  </a:lnTo>
                  <a:lnTo>
                    <a:pt x="14417" y="1235"/>
                  </a:lnTo>
                  <a:lnTo>
                    <a:pt x="14229" y="1235"/>
                  </a:lnTo>
                  <a:lnTo>
                    <a:pt x="14124" y="1298"/>
                  </a:lnTo>
                  <a:lnTo>
                    <a:pt x="14145" y="1423"/>
                  </a:lnTo>
                  <a:lnTo>
                    <a:pt x="14061" y="1465"/>
                  </a:lnTo>
                  <a:lnTo>
                    <a:pt x="14019" y="1423"/>
                  </a:lnTo>
                  <a:lnTo>
                    <a:pt x="13789" y="1360"/>
                  </a:lnTo>
                  <a:lnTo>
                    <a:pt x="13643" y="1423"/>
                  </a:lnTo>
                  <a:lnTo>
                    <a:pt x="13601" y="1507"/>
                  </a:lnTo>
                  <a:lnTo>
                    <a:pt x="13517" y="1507"/>
                  </a:lnTo>
                  <a:lnTo>
                    <a:pt x="13434" y="1402"/>
                  </a:lnTo>
                  <a:lnTo>
                    <a:pt x="13434" y="1235"/>
                  </a:lnTo>
                  <a:lnTo>
                    <a:pt x="13517" y="1172"/>
                  </a:lnTo>
                  <a:lnTo>
                    <a:pt x="13538" y="1088"/>
                  </a:lnTo>
                  <a:lnTo>
                    <a:pt x="13496" y="1026"/>
                  </a:lnTo>
                  <a:lnTo>
                    <a:pt x="13413" y="1109"/>
                  </a:lnTo>
                  <a:lnTo>
                    <a:pt x="13329" y="1109"/>
                  </a:lnTo>
                  <a:lnTo>
                    <a:pt x="13120" y="1005"/>
                  </a:lnTo>
                  <a:lnTo>
                    <a:pt x="12994" y="1026"/>
                  </a:lnTo>
                  <a:lnTo>
                    <a:pt x="13015" y="1109"/>
                  </a:lnTo>
                  <a:lnTo>
                    <a:pt x="13078" y="1130"/>
                  </a:lnTo>
                  <a:lnTo>
                    <a:pt x="12994" y="1214"/>
                  </a:lnTo>
                  <a:lnTo>
                    <a:pt x="12952" y="1214"/>
                  </a:lnTo>
                  <a:lnTo>
                    <a:pt x="12869" y="1088"/>
                  </a:lnTo>
                  <a:lnTo>
                    <a:pt x="12848" y="900"/>
                  </a:lnTo>
                  <a:lnTo>
                    <a:pt x="12638" y="733"/>
                  </a:lnTo>
                  <a:lnTo>
                    <a:pt x="12597" y="775"/>
                  </a:lnTo>
                  <a:lnTo>
                    <a:pt x="12638" y="900"/>
                  </a:lnTo>
                  <a:lnTo>
                    <a:pt x="12638" y="984"/>
                  </a:lnTo>
                  <a:lnTo>
                    <a:pt x="12555" y="984"/>
                  </a:lnTo>
                  <a:lnTo>
                    <a:pt x="12513" y="879"/>
                  </a:lnTo>
                  <a:lnTo>
                    <a:pt x="12450" y="900"/>
                  </a:lnTo>
                  <a:lnTo>
                    <a:pt x="12429" y="1005"/>
                  </a:lnTo>
                  <a:lnTo>
                    <a:pt x="12366" y="1026"/>
                  </a:lnTo>
                  <a:lnTo>
                    <a:pt x="12262" y="942"/>
                  </a:lnTo>
                  <a:lnTo>
                    <a:pt x="12136" y="1026"/>
                  </a:lnTo>
                  <a:lnTo>
                    <a:pt x="12074" y="984"/>
                  </a:lnTo>
                  <a:lnTo>
                    <a:pt x="12032" y="879"/>
                  </a:lnTo>
                  <a:lnTo>
                    <a:pt x="12115" y="837"/>
                  </a:lnTo>
                  <a:lnTo>
                    <a:pt x="12136" y="796"/>
                  </a:lnTo>
                  <a:lnTo>
                    <a:pt x="12115" y="691"/>
                  </a:lnTo>
                  <a:lnTo>
                    <a:pt x="12136" y="586"/>
                  </a:lnTo>
                  <a:lnTo>
                    <a:pt x="12115" y="524"/>
                  </a:lnTo>
                  <a:lnTo>
                    <a:pt x="12032" y="482"/>
                  </a:lnTo>
                  <a:lnTo>
                    <a:pt x="11948" y="398"/>
                  </a:lnTo>
                  <a:lnTo>
                    <a:pt x="11927" y="272"/>
                  </a:lnTo>
                  <a:lnTo>
                    <a:pt x="11864" y="252"/>
                  </a:lnTo>
                  <a:lnTo>
                    <a:pt x="11822" y="84"/>
                  </a:lnTo>
                  <a:lnTo>
                    <a:pt x="11718" y="84"/>
                  </a:lnTo>
                  <a:lnTo>
                    <a:pt x="11592" y="126"/>
                  </a:lnTo>
                  <a:lnTo>
                    <a:pt x="11446" y="126"/>
                  </a:lnTo>
                  <a:lnTo>
                    <a:pt x="11299" y="42"/>
                  </a:lnTo>
                  <a:lnTo>
                    <a:pt x="11132" y="63"/>
                  </a:lnTo>
                  <a:lnTo>
                    <a:pt x="11006" y="0"/>
                  </a:lnTo>
                  <a:lnTo>
                    <a:pt x="10902" y="42"/>
                  </a:lnTo>
                  <a:lnTo>
                    <a:pt x="108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7" name="Google Shape;2467;p56"/>
            <p:cNvSpPr/>
            <p:nvPr/>
          </p:nvSpPr>
          <p:spPr>
            <a:xfrm>
              <a:off x="4105619" y="2816249"/>
              <a:ext cx="110383" cy="65688"/>
            </a:xfrm>
            <a:custGeom>
              <a:avLst/>
              <a:gdLst/>
              <a:ahLst/>
              <a:cxnLst/>
              <a:rect l="l" t="t" r="r" b="b"/>
              <a:pathLst>
                <a:path w="9270" h="5776" extrusionOk="0">
                  <a:moveTo>
                    <a:pt x="1507" y="1"/>
                  </a:moveTo>
                  <a:lnTo>
                    <a:pt x="0" y="294"/>
                  </a:lnTo>
                  <a:lnTo>
                    <a:pt x="439" y="3014"/>
                  </a:lnTo>
                  <a:lnTo>
                    <a:pt x="732" y="3014"/>
                  </a:lnTo>
                  <a:lnTo>
                    <a:pt x="963" y="3035"/>
                  </a:lnTo>
                  <a:lnTo>
                    <a:pt x="1004" y="2909"/>
                  </a:lnTo>
                  <a:lnTo>
                    <a:pt x="900" y="2804"/>
                  </a:lnTo>
                  <a:lnTo>
                    <a:pt x="879" y="2595"/>
                  </a:lnTo>
                  <a:lnTo>
                    <a:pt x="983" y="2344"/>
                  </a:lnTo>
                  <a:lnTo>
                    <a:pt x="1172" y="2323"/>
                  </a:lnTo>
                  <a:lnTo>
                    <a:pt x="1276" y="2198"/>
                  </a:lnTo>
                  <a:lnTo>
                    <a:pt x="1402" y="2114"/>
                  </a:lnTo>
                  <a:lnTo>
                    <a:pt x="1527" y="2198"/>
                  </a:lnTo>
                  <a:lnTo>
                    <a:pt x="1611" y="2135"/>
                  </a:lnTo>
                  <a:lnTo>
                    <a:pt x="1507" y="2009"/>
                  </a:lnTo>
                  <a:lnTo>
                    <a:pt x="1779" y="2030"/>
                  </a:lnTo>
                  <a:lnTo>
                    <a:pt x="2155" y="2219"/>
                  </a:lnTo>
                  <a:lnTo>
                    <a:pt x="2511" y="2428"/>
                  </a:lnTo>
                  <a:lnTo>
                    <a:pt x="2532" y="2553"/>
                  </a:lnTo>
                  <a:lnTo>
                    <a:pt x="2971" y="2804"/>
                  </a:lnTo>
                  <a:lnTo>
                    <a:pt x="3306" y="2951"/>
                  </a:lnTo>
                  <a:lnTo>
                    <a:pt x="3390" y="2909"/>
                  </a:lnTo>
                  <a:lnTo>
                    <a:pt x="3515" y="2930"/>
                  </a:lnTo>
                  <a:lnTo>
                    <a:pt x="3766" y="3076"/>
                  </a:lnTo>
                  <a:lnTo>
                    <a:pt x="3871" y="3432"/>
                  </a:lnTo>
                  <a:lnTo>
                    <a:pt x="3976" y="3537"/>
                  </a:lnTo>
                  <a:lnTo>
                    <a:pt x="4017" y="3662"/>
                  </a:lnTo>
                  <a:lnTo>
                    <a:pt x="4143" y="3913"/>
                  </a:lnTo>
                  <a:lnTo>
                    <a:pt x="4352" y="3997"/>
                  </a:lnTo>
                  <a:lnTo>
                    <a:pt x="4729" y="4227"/>
                  </a:lnTo>
                  <a:lnTo>
                    <a:pt x="5126" y="4520"/>
                  </a:lnTo>
                  <a:lnTo>
                    <a:pt x="5545" y="4708"/>
                  </a:lnTo>
                  <a:lnTo>
                    <a:pt x="5921" y="5001"/>
                  </a:lnTo>
                  <a:lnTo>
                    <a:pt x="6235" y="5022"/>
                  </a:lnTo>
                  <a:lnTo>
                    <a:pt x="6319" y="5106"/>
                  </a:lnTo>
                  <a:lnTo>
                    <a:pt x="6403" y="5106"/>
                  </a:lnTo>
                  <a:lnTo>
                    <a:pt x="6612" y="5232"/>
                  </a:lnTo>
                  <a:lnTo>
                    <a:pt x="6612" y="5378"/>
                  </a:lnTo>
                  <a:lnTo>
                    <a:pt x="6633" y="5650"/>
                  </a:lnTo>
                  <a:lnTo>
                    <a:pt x="6821" y="5587"/>
                  </a:lnTo>
                  <a:lnTo>
                    <a:pt x="6926" y="5671"/>
                  </a:lnTo>
                  <a:lnTo>
                    <a:pt x="7009" y="5776"/>
                  </a:lnTo>
                  <a:lnTo>
                    <a:pt x="7072" y="5776"/>
                  </a:lnTo>
                  <a:lnTo>
                    <a:pt x="7177" y="5671"/>
                  </a:lnTo>
                  <a:lnTo>
                    <a:pt x="7281" y="5692"/>
                  </a:lnTo>
                  <a:lnTo>
                    <a:pt x="7323" y="5755"/>
                  </a:lnTo>
                  <a:lnTo>
                    <a:pt x="7365" y="5378"/>
                  </a:lnTo>
                  <a:lnTo>
                    <a:pt x="7491" y="5106"/>
                  </a:lnTo>
                  <a:lnTo>
                    <a:pt x="7553" y="5043"/>
                  </a:lnTo>
                  <a:lnTo>
                    <a:pt x="7533" y="4897"/>
                  </a:lnTo>
                  <a:lnTo>
                    <a:pt x="7407" y="4834"/>
                  </a:lnTo>
                  <a:lnTo>
                    <a:pt x="7344" y="4688"/>
                  </a:lnTo>
                  <a:lnTo>
                    <a:pt x="7386" y="4541"/>
                  </a:lnTo>
                  <a:lnTo>
                    <a:pt x="7365" y="4416"/>
                  </a:lnTo>
                  <a:lnTo>
                    <a:pt x="7219" y="4436"/>
                  </a:lnTo>
                  <a:lnTo>
                    <a:pt x="7114" y="4499"/>
                  </a:lnTo>
                  <a:lnTo>
                    <a:pt x="6947" y="4269"/>
                  </a:lnTo>
                  <a:lnTo>
                    <a:pt x="6947" y="4102"/>
                  </a:lnTo>
                  <a:lnTo>
                    <a:pt x="7072" y="3997"/>
                  </a:lnTo>
                  <a:lnTo>
                    <a:pt x="7344" y="4018"/>
                  </a:lnTo>
                  <a:lnTo>
                    <a:pt x="7449" y="3997"/>
                  </a:lnTo>
                  <a:lnTo>
                    <a:pt x="7449" y="3872"/>
                  </a:lnTo>
                  <a:lnTo>
                    <a:pt x="7679" y="3788"/>
                  </a:lnTo>
                  <a:lnTo>
                    <a:pt x="7637" y="3704"/>
                  </a:lnTo>
                  <a:lnTo>
                    <a:pt x="7574" y="3662"/>
                  </a:lnTo>
                  <a:lnTo>
                    <a:pt x="7846" y="3600"/>
                  </a:lnTo>
                  <a:lnTo>
                    <a:pt x="8014" y="3537"/>
                  </a:lnTo>
                  <a:lnTo>
                    <a:pt x="8056" y="3390"/>
                  </a:lnTo>
                  <a:lnTo>
                    <a:pt x="7867" y="3328"/>
                  </a:lnTo>
                  <a:lnTo>
                    <a:pt x="7867" y="3181"/>
                  </a:lnTo>
                  <a:lnTo>
                    <a:pt x="8014" y="3139"/>
                  </a:lnTo>
                  <a:lnTo>
                    <a:pt x="8181" y="3014"/>
                  </a:lnTo>
                  <a:lnTo>
                    <a:pt x="8286" y="3035"/>
                  </a:lnTo>
                  <a:lnTo>
                    <a:pt x="8453" y="2825"/>
                  </a:lnTo>
                  <a:lnTo>
                    <a:pt x="8600" y="2951"/>
                  </a:lnTo>
                  <a:lnTo>
                    <a:pt x="8621" y="3056"/>
                  </a:lnTo>
                  <a:lnTo>
                    <a:pt x="8914" y="3014"/>
                  </a:lnTo>
                  <a:lnTo>
                    <a:pt x="9123" y="3014"/>
                  </a:lnTo>
                  <a:lnTo>
                    <a:pt x="9269" y="2825"/>
                  </a:lnTo>
                  <a:lnTo>
                    <a:pt x="9248" y="2721"/>
                  </a:lnTo>
                  <a:lnTo>
                    <a:pt x="8955" y="2491"/>
                  </a:lnTo>
                  <a:lnTo>
                    <a:pt x="8893" y="2491"/>
                  </a:lnTo>
                  <a:lnTo>
                    <a:pt x="8893" y="2637"/>
                  </a:lnTo>
                  <a:lnTo>
                    <a:pt x="8788" y="2742"/>
                  </a:lnTo>
                  <a:lnTo>
                    <a:pt x="8683" y="2721"/>
                  </a:lnTo>
                  <a:lnTo>
                    <a:pt x="8579" y="2616"/>
                  </a:lnTo>
                  <a:lnTo>
                    <a:pt x="8307" y="2532"/>
                  </a:lnTo>
                  <a:lnTo>
                    <a:pt x="8202" y="2449"/>
                  </a:lnTo>
                  <a:lnTo>
                    <a:pt x="8286" y="2323"/>
                  </a:lnTo>
                  <a:lnTo>
                    <a:pt x="8453" y="2030"/>
                  </a:lnTo>
                  <a:lnTo>
                    <a:pt x="8453" y="1905"/>
                  </a:lnTo>
                  <a:lnTo>
                    <a:pt x="8369" y="1905"/>
                  </a:lnTo>
                  <a:lnTo>
                    <a:pt x="8265" y="2072"/>
                  </a:lnTo>
                  <a:lnTo>
                    <a:pt x="8160" y="2093"/>
                  </a:lnTo>
                  <a:lnTo>
                    <a:pt x="7909" y="2386"/>
                  </a:lnTo>
                  <a:lnTo>
                    <a:pt x="7846" y="2532"/>
                  </a:lnTo>
                  <a:lnTo>
                    <a:pt x="7784" y="2616"/>
                  </a:lnTo>
                  <a:lnTo>
                    <a:pt x="7658" y="2825"/>
                  </a:lnTo>
                  <a:lnTo>
                    <a:pt x="7449" y="3035"/>
                  </a:lnTo>
                  <a:lnTo>
                    <a:pt x="7365" y="3014"/>
                  </a:lnTo>
                  <a:lnTo>
                    <a:pt x="7114" y="2867"/>
                  </a:lnTo>
                  <a:lnTo>
                    <a:pt x="6926" y="2846"/>
                  </a:lnTo>
                  <a:lnTo>
                    <a:pt x="6737" y="2867"/>
                  </a:lnTo>
                  <a:lnTo>
                    <a:pt x="6486" y="3014"/>
                  </a:lnTo>
                  <a:lnTo>
                    <a:pt x="6361" y="3014"/>
                  </a:lnTo>
                  <a:lnTo>
                    <a:pt x="6131" y="2323"/>
                  </a:lnTo>
                  <a:lnTo>
                    <a:pt x="5712" y="2281"/>
                  </a:lnTo>
                  <a:lnTo>
                    <a:pt x="5691" y="1465"/>
                  </a:lnTo>
                  <a:lnTo>
                    <a:pt x="5503" y="1549"/>
                  </a:lnTo>
                  <a:lnTo>
                    <a:pt x="5356" y="1172"/>
                  </a:lnTo>
                  <a:lnTo>
                    <a:pt x="5064" y="963"/>
                  </a:lnTo>
                  <a:lnTo>
                    <a:pt x="4122" y="963"/>
                  </a:lnTo>
                  <a:lnTo>
                    <a:pt x="3264" y="1047"/>
                  </a:lnTo>
                  <a:lnTo>
                    <a:pt x="2762" y="754"/>
                  </a:lnTo>
                  <a:lnTo>
                    <a:pt x="2427" y="628"/>
                  </a:lnTo>
                  <a:lnTo>
                    <a:pt x="15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8" name="Google Shape;2468;p56"/>
            <p:cNvSpPr/>
            <p:nvPr/>
          </p:nvSpPr>
          <p:spPr>
            <a:xfrm>
              <a:off x="4085936" y="2839096"/>
              <a:ext cx="98666" cy="59262"/>
            </a:xfrm>
            <a:custGeom>
              <a:avLst/>
              <a:gdLst/>
              <a:ahLst/>
              <a:cxnLst/>
              <a:rect l="l" t="t" r="r" b="b"/>
              <a:pathLst>
                <a:path w="8286" h="5211" extrusionOk="0">
                  <a:moveTo>
                    <a:pt x="3160" y="0"/>
                  </a:moveTo>
                  <a:lnTo>
                    <a:pt x="3264" y="126"/>
                  </a:lnTo>
                  <a:lnTo>
                    <a:pt x="3180" y="189"/>
                  </a:lnTo>
                  <a:lnTo>
                    <a:pt x="3055" y="105"/>
                  </a:lnTo>
                  <a:lnTo>
                    <a:pt x="2929" y="189"/>
                  </a:lnTo>
                  <a:lnTo>
                    <a:pt x="2825" y="314"/>
                  </a:lnTo>
                  <a:lnTo>
                    <a:pt x="2636" y="335"/>
                  </a:lnTo>
                  <a:lnTo>
                    <a:pt x="2532" y="586"/>
                  </a:lnTo>
                  <a:lnTo>
                    <a:pt x="2553" y="795"/>
                  </a:lnTo>
                  <a:lnTo>
                    <a:pt x="2657" y="900"/>
                  </a:lnTo>
                  <a:lnTo>
                    <a:pt x="2616" y="1026"/>
                  </a:lnTo>
                  <a:lnTo>
                    <a:pt x="2385" y="1005"/>
                  </a:lnTo>
                  <a:lnTo>
                    <a:pt x="2092" y="1005"/>
                  </a:lnTo>
                  <a:lnTo>
                    <a:pt x="2009" y="1026"/>
                  </a:lnTo>
                  <a:lnTo>
                    <a:pt x="1779" y="1067"/>
                  </a:lnTo>
                  <a:lnTo>
                    <a:pt x="1402" y="628"/>
                  </a:lnTo>
                  <a:lnTo>
                    <a:pt x="983" y="398"/>
                  </a:lnTo>
                  <a:lnTo>
                    <a:pt x="628" y="335"/>
                  </a:lnTo>
                  <a:lnTo>
                    <a:pt x="335" y="440"/>
                  </a:lnTo>
                  <a:lnTo>
                    <a:pt x="0" y="754"/>
                  </a:lnTo>
                  <a:lnTo>
                    <a:pt x="0" y="816"/>
                  </a:lnTo>
                  <a:lnTo>
                    <a:pt x="84" y="900"/>
                  </a:lnTo>
                  <a:lnTo>
                    <a:pt x="126" y="963"/>
                  </a:lnTo>
                  <a:lnTo>
                    <a:pt x="209" y="1047"/>
                  </a:lnTo>
                  <a:lnTo>
                    <a:pt x="251" y="1151"/>
                  </a:lnTo>
                  <a:lnTo>
                    <a:pt x="356" y="1360"/>
                  </a:lnTo>
                  <a:lnTo>
                    <a:pt x="335" y="1528"/>
                  </a:lnTo>
                  <a:lnTo>
                    <a:pt x="293" y="1653"/>
                  </a:lnTo>
                  <a:lnTo>
                    <a:pt x="314" y="1946"/>
                  </a:lnTo>
                  <a:lnTo>
                    <a:pt x="356" y="2009"/>
                  </a:lnTo>
                  <a:lnTo>
                    <a:pt x="398" y="2093"/>
                  </a:lnTo>
                  <a:lnTo>
                    <a:pt x="607" y="2302"/>
                  </a:lnTo>
                  <a:lnTo>
                    <a:pt x="565" y="2218"/>
                  </a:lnTo>
                  <a:lnTo>
                    <a:pt x="523" y="2155"/>
                  </a:lnTo>
                  <a:lnTo>
                    <a:pt x="544" y="2114"/>
                  </a:lnTo>
                  <a:lnTo>
                    <a:pt x="732" y="2155"/>
                  </a:lnTo>
                  <a:lnTo>
                    <a:pt x="816" y="2093"/>
                  </a:lnTo>
                  <a:lnTo>
                    <a:pt x="858" y="2114"/>
                  </a:lnTo>
                  <a:lnTo>
                    <a:pt x="837" y="2260"/>
                  </a:lnTo>
                  <a:lnTo>
                    <a:pt x="858" y="2365"/>
                  </a:lnTo>
                  <a:lnTo>
                    <a:pt x="942" y="2323"/>
                  </a:lnTo>
                  <a:lnTo>
                    <a:pt x="983" y="2427"/>
                  </a:lnTo>
                  <a:lnTo>
                    <a:pt x="963" y="2490"/>
                  </a:lnTo>
                  <a:lnTo>
                    <a:pt x="858" y="2469"/>
                  </a:lnTo>
                  <a:lnTo>
                    <a:pt x="816" y="2469"/>
                  </a:lnTo>
                  <a:lnTo>
                    <a:pt x="753" y="2427"/>
                  </a:lnTo>
                  <a:lnTo>
                    <a:pt x="649" y="2511"/>
                  </a:lnTo>
                  <a:lnTo>
                    <a:pt x="649" y="2616"/>
                  </a:lnTo>
                  <a:lnTo>
                    <a:pt x="732" y="2699"/>
                  </a:lnTo>
                  <a:lnTo>
                    <a:pt x="711" y="2574"/>
                  </a:lnTo>
                  <a:lnTo>
                    <a:pt x="774" y="2574"/>
                  </a:lnTo>
                  <a:lnTo>
                    <a:pt x="837" y="2595"/>
                  </a:lnTo>
                  <a:lnTo>
                    <a:pt x="921" y="2616"/>
                  </a:lnTo>
                  <a:lnTo>
                    <a:pt x="963" y="2720"/>
                  </a:lnTo>
                  <a:lnTo>
                    <a:pt x="1130" y="2804"/>
                  </a:lnTo>
                  <a:lnTo>
                    <a:pt x="1172" y="2909"/>
                  </a:lnTo>
                  <a:lnTo>
                    <a:pt x="1151" y="3097"/>
                  </a:lnTo>
                  <a:lnTo>
                    <a:pt x="1172" y="3160"/>
                  </a:lnTo>
                  <a:lnTo>
                    <a:pt x="1172" y="3453"/>
                  </a:lnTo>
                  <a:lnTo>
                    <a:pt x="1235" y="3662"/>
                  </a:lnTo>
                  <a:lnTo>
                    <a:pt x="1339" y="3955"/>
                  </a:lnTo>
                  <a:lnTo>
                    <a:pt x="1444" y="3871"/>
                  </a:lnTo>
                  <a:lnTo>
                    <a:pt x="1716" y="3871"/>
                  </a:lnTo>
                  <a:lnTo>
                    <a:pt x="1779" y="3725"/>
                  </a:lnTo>
                  <a:lnTo>
                    <a:pt x="1862" y="3620"/>
                  </a:lnTo>
                  <a:lnTo>
                    <a:pt x="1967" y="3620"/>
                  </a:lnTo>
                  <a:lnTo>
                    <a:pt x="2197" y="3411"/>
                  </a:lnTo>
                  <a:lnTo>
                    <a:pt x="2427" y="3348"/>
                  </a:lnTo>
                  <a:lnTo>
                    <a:pt x="2636" y="3411"/>
                  </a:lnTo>
                  <a:lnTo>
                    <a:pt x="2699" y="3264"/>
                  </a:lnTo>
                  <a:lnTo>
                    <a:pt x="2804" y="3243"/>
                  </a:lnTo>
                  <a:lnTo>
                    <a:pt x="2929" y="3306"/>
                  </a:lnTo>
                  <a:lnTo>
                    <a:pt x="3055" y="3264"/>
                  </a:lnTo>
                  <a:lnTo>
                    <a:pt x="3264" y="3453"/>
                  </a:lnTo>
                  <a:lnTo>
                    <a:pt x="3432" y="3515"/>
                  </a:lnTo>
                  <a:lnTo>
                    <a:pt x="3766" y="3725"/>
                  </a:lnTo>
                  <a:lnTo>
                    <a:pt x="3871" y="3725"/>
                  </a:lnTo>
                  <a:lnTo>
                    <a:pt x="3955" y="3641"/>
                  </a:lnTo>
                  <a:lnTo>
                    <a:pt x="4185" y="3746"/>
                  </a:lnTo>
                  <a:lnTo>
                    <a:pt x="4310" y="3767"/>
                  </a:lnTo>
                  <a:lnTo>
                    <a:pt x="4331" y="3934"/>
                  </a:lnTo>
                  <a:lnTo>
                    <a:pt x="4394" y="3976"/>
                  </a:lnTo>
                  <a:lnTo>
                    <a:pt x="4520" y="3955"/>
                  </a:lnTo>
                  <a:lnTo>
                    <a:pt x="4729" y="3997"/>
                  </a:lnTo>
                  <a:lnTo>
                    <a:pt x="4959" y="4311"/>
                  </a:lnTo>
                  <a:lnTo>
                    <a:pt x="5231" y="4352"/>
                  </a:lnTo>
                  <a:lnTo>
                    <a:pt x="5357" y="4394"/>
                  </a:lnTo>
                  <a:lnTo>
                    <a:pt x="5461" y="4562"/>
                  </a:lnTo>
                  <a:lnTo>
                    <a:pt x="5419" y="4666"/>
                  </a:lnTo>
                  <a:lnTo>
                    <a:pt x="5461" y="4792"/>
                  </a:lnTo>
                  <a:lnTo>
                    <a:pt x="5461" y="4876"/>
                  </a:lnTo>
                  <a:lnTo>
                    <a:pt x="5524" y="4980"/>
                  </a:lnTo>
                  <a:lnTo>
                    <a:pt x="5566" y="4938"/>
                  </a:lnTo>
                  <a:lnTo>
                    <a:pt x="5691" y="4980"/>
                  </a:lnTo>
                  <a:lnTo>
                    <a:pt x="5775" y="5043"/>
                  </a:lnTo>
                  <a:lnTo>
                    <a:pt x="5880" y="5043"/>
                  </a:lnTo>
                  <a:lnTo>
                    <a:pt x="5963" y="4980"/>
                  </a:lnTo>
                  <a:lnTo>
                    <a:pt x="6047" y="4980"/>
                  </a:lnTo>
                  <a:lnTo>
                    <a:pt x="6173" y="5085"/>
                  </a:lnTo>
                  <a:lnTo>
                    <a:pt x="6214" y="5148"/>
                  </a:lnTo>
                  <a:lnTo>
                    <a:pt x="6277" y="5210"/>
                  </a:lnTo>
                  <a:lnTo>
                    <a:pt x="6319" y="5148"/>
                  </a:lnTo>
                  <a:lnTo>
                    <a:pt x="6486" y="5127"/>
                  </a:lnTo>
                  <a:lnTo>
                    <a:pt x="6570" y="5022"/>
                  </a:lnTo>
                  <a:lnTo>
                    <a:pt x="6591" y="4938"/>
                  </a:lnTo>
                  <a:lnTo>
                    <a:pt x="6675" y="4896"/>
                  </a:lnTo>
                  <a:lnTo>
                    <a:pt x="6633" y="4813"/>
                  </a:lnTo>
                  <a:lnTo>
                    <a:pt x="6821" y="4708"/>
                  </a:lnTo>
                  <a:lnTo>
                    <a:pt x="7030" y="4666"/>
                  </a:lnTo>
                  <a:lnTo>
                    <a:pt x="7051" y="4604"/>
                  </a:lnTo>
                  <a:lnTo>
                    <a:pt x="7135" y="4520"/>
                  </a:lnTo>
                  <a:lnTo>
                    <a:pt x="7240" y="4499"/>
                  </a:lnTo>
                  <a:lnTo>
                    <a:pt x="7261" y="4373"/>
                  </a:lnTo>
                  <a:lnTo>
                    <a:pt x="7261" y="4206"/>
                  </a:lnTo>
                  <a:lnTo>
                    <a:pt x="7407" y="4080"/>
                  </a:lnTo>
                  <a:lnTo>
                    <a:pt x="7407" y="3955"/>
                  </a:lnTo>
                  <a:lnTo>
                    <a:pt x="7344" y="3892"/>
                  </a:lnTo>
                  <a:lnTo>
                    <a:pt x="7365" y="3850"/>
                  </a:lnTo>
                  <a:lnTo>
                    <a:pt x="7428" y="3829"/>
                  </a:lnTo>
                  <a:lnTo>
                    <a:pt x="7470" y="3767"/>
                  </a:lnTo>
                  <a:lnTo>
                    <a:pt x="7637" y="3725"/>
                  </a:lnTo>
                  <a:lnTo>
                    <a:pt x="7679" y="3725"/>
                  </a:lnTo>
                  <a:lnTo>
                    <a:pt x="7846" y="3620"/>
                  </a:lnTo>
                  <a:lnTo>
                    <a:pt x="7993" y="3557"/>
                  </a:lnTo>
                  <a:lnTo>
                    <a:pt x="8098" y="3641"/>
                  </a:lnTo>
                  <a:lnTo>
                    <a:pt x="8244" y="3620"/>
                  </a:lnTo>
                  <a:lnTo>
                    <a:pt x="8265" y="3641"/>
                  </a:lnTo>
                  <a:lnTo>
                    <a:pt x="8286" y="3641"/>
                  </a:lnTo>
                  <a:lnTo>
                    <a:pt x="8265" y="3369"/>
                  </a:lnTo>
                  <a:lnTo>
                    <a:pt x="8265" y="3223"/>
                  </a:lnTo>
                  <a:lnTo>
                    <a:pt x="8056" y="3097"/>
                  </a:lnTo>
                  <a:lnTo>
                    <a:pt x="7972" y="3097"/>
                  </a:lnTo>
                  <a:lnTo>
                    <a:pt x="7888" y="3013"/>
                  </a:lnTo>
                  <a:lnTo>
                    <a:pt x="7574" y="2992"/>
                  </a:lnTo>
                  <a:lnTo>
                    <a:pt x="7198" y="2699"/>
                  </a:lnTo>
                  <a:lnTo>
                    <a:pt x="6779" y="2511"/>
                  </a:lnTo>
                  <a:lnTo>
                    <a:pt x="6382" y="2218"/>
                  </a:lnTo>
                  <a:lnTo>
                    <a:pt x="6005" y="1988"/>
                  </a:lnTo>
                  <a:lnTo>
                    <a:pt x="5796" y="1904"/>
                  </a:lnTo>
                  <a:lnTo>
                    <a:pt x="5670" y="1653"/>
                  </a:lnTo>
                  <a:lnTo>
                    <a:pt x="5629" y="1528"/>
                  </a:lnTo>
                  <a:lnTo>
                    <a:pt x="5524" y="1423"/>
                  </a:lnTo>
                  <a:lnTo>
                    <a:pt x="5419" y="1067"/>
                  </a:lnTo>
                  <a:lnTo>
                    <a:pt x="5168" y="921"/>
                  </a:lnTo>
                  <a:lnTo>
                    <a:pt x="5043" y="900"/>
                  </a:lnTo>
                  <a:lnTo>
                    <a:pt x="4959" y="942"/>
                  </a:lnTo>
                  <a:lnTo>
                    <a:pt x="4624" y="795"/>
                  </a:lnTo>
                  <a:lnTo>
                    <a:pt x="4185" y="544"/>
                  </a:lnTo>
                  <a:lnTo>
                    <a:pt x="4164" y="419"/>
                  </a:lnTo>
                  <a:lnTo>
                    <a:pt x="3808" y="210"/>
                  </a:lnTo>
                  <a:lnTo>
                    <a:pt x="3432" y="21"/>
                  </a:lnTo>
                  <a:lnTo>
                    <a:pt x="316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469" name="Google Shape;2469;p56"/>
            <p:cNvGrpSpPr/>
            <p:nvPr/>
          </p:nvGrpSpPr>
          <p:grpSpPr>
            <a:xfrm>
              <a:off x="4295710" y="3079670"/>
              <a:ext cx="14968" cy="27135"/>
              <a:chOff x="4842300" y="3099950"/>
              <a:chExt cx="31425" cy="59650"/>
            </a:xfrm>
          </p:grpSpPr>
          <p:sp>
            <p:nvSpPr>
              <p:cNvPr id="2470" name="Google Shape;2470;p56"/>
              <p:cNvSpPr/>
              <p:nvPr/>
            </p:nvSpPr>
            <p:spPr>
              <a:xfrm>
                <a:off x="4842300" y="3122950"/>
                <a:ext cx="2125" cy="6825"/>
              </a:xfrm>
              <a:custGeom>
                <a:avLst/>
                <a:gdLst/>
                <a:ahLst/>
                <a:cxnLst/>
                <a:rect l="l" t="t" r="r" b="b"/>
                <a:pathLst>
                  <a:path w="85" h="273" extrusionOk="0">
                    <a:moveTo>
                      <a:pt x="84" y="1"/>
                    </a:moveTo>
                    <a:lnTo>
                      <a:pt x="1" y="22"/>
                    </a:lnTo>
                    <a:lnTo>
                      <a:pt x="43" y="126"/>
                    </a:lnTo>
                    <a:lnTo>
                      <a:pt x="1" y="273"/>
                    </a:lnTo>
                    <a:lnTo>
                      <a:pt x="64" y="126"/>
                    </a:lnTo>
                    <a:lnTo>
                      <a:pt x="43" y="22"/>
                    </a:lnTo>
                    <a:lnTo>
                      <a:pt x="84" y="22"/>
                    </a:lnTo>
                    <a:lnTo>
                      <a:pt x="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1" name="Google Shape;2471;p56"/>
              <p:cNvSpPr/>
              <p:nvPr/>
            </p:nvSpPr>
            <p:spPr>
              <a:xfrm>
                <a:off x="4842300" y="3106225"/>
                <a:ext cx="31425" cy="53375"/>
              </a:xfrm>
              <a:custGeom>
                <a:avLst/>
                <a:gdLst/>
                <a:ahLst/>
                <a:cxnLst/>
                <a:rect l="l" t="t" r="r" b="b"/>
                <a:pathLst>
                  <a:path w="1257" h="2135" extrusionOk="0">
                    <a:moveTo>
                      <a:pt x="273" y="0"/>
                    </a:moveTo>
                    <a:lnTo>
                      <a:pt x="273" y="21"/>
                    </a:lnTo>
                    <a:lnTo>
                      <a:pt x="294" y="42"/>
                    </a:lnTo>
                    <a:lnTo>
                      <a:pt x="273" y="63"/>
                    </a:lnTo>
                    <a:lnTo>
                      <a:pt x="252" y="105"/>
                    </a:lnTo>
                    <a:lnTo>
                      <a:pt x="252" y="126"/>
                    </a:lnTo>
                    <a:lnTo>
                      <a:pt x="252" y="209"/>
                    </a:lnTo>
                    <a:lnTo>
                      <a:pt x="189" y="314"/>
                    </a:lnTo>
                    <a:lnTo>
                      <a:pt x="147" y="272"/>
                    </a:lnTo>
                    <a:lnTo>
                      <a:pt x="84" y="230"/>
                    </a:lnTo>
                    <a:lnTo>
                      <a:pt x="1" y="230"/>
                    </a:lnTo>
                    <a:lnTo>
                      <a:pt x="1" y="251"/>
                    </a:lnTo>
                    <a:lnTo>
                      <a:pt x="84" y="272"/>
                    </a:lnTo>
                    <a:lnTo>
                      <a:pt x="105" y="335"/>
                    </a:lnTo>
                    <a:lnTo>
                      <a:pt x="84" y="356"/>
                    </a:lnTo>
                    <a:lnTo>
                      <a:pt x="147" y="461"/>
                    </a:lnTo>
                    <a:lnTo>
                      <a:pt x="147" y="628"/>
                    </a:lnTo>
                    <a:lnTo>
                      <a:pt x="84" y="691"/>
                    </a:lnTo>
                    <a:lnTo>
                      <a:pt x="64" y="942"/>
                    </a:lnTo>
                    <a:lnTo>
                      <a:pt x="84" y="1005"/>
                    </a:lnTo>
                    <a:lnTo>
                      <a:pt x="43" y="1046"/>
                    </a:lnTo>
                    <a:lnTo>
                      <a:pt x="84" y="1277"/>
                    </a:lnTo>
                    <a:lnTo>
                      <a:pt x="84" y="1360"/>
                    </a:lnTo>
                    <a:lnTo>
                      <a:pt x="168" y="1611"/>
                    </a:lnTo>
                    <a:lnTo>
                      <a:pt x="252" y="1925"/>
                    </a:lnTo>
                    <a:lnTo>
                      <a:pt x="315" y="2051"/>
                    </a:lnTo>
                    <a:lnTo>
                      <a:pt x="461" y="2134"/>
                    </a:lnTo>
                    <a:lnTo>
                      <a:pt x="587" y="2113"/>
                    </a:lnTo>
                    <a:lnTo>
                      <a:pt x="775" y="2093"/>
                    </a:lnTo>
                    <a:lnTo>
                      <a:pt x="942" y="2030"/>
                    </a:lnTo>
                    <a:lnTo>
                      <a:pt x="1131" y="1821"/>
                    </a:lnTo>
                    <a:lnTo>
                      <a:pt x="1214" y="1674"/>
                    </a:lnTo>
                    <a:lnTo>
                      <a:pt x="1256" y="1569"/>
                    </a:lnTo>
                    <a:lnTo>
                      <a:pt x="1235" y="1486"/>
                    </a:lnTo>
                    <a:lnTo>
                      <a:pt x="1256" y="1423"/>
                    </a:lnTo>
                    <a:lnTo>
                      <a:pt x="1256" y="1277"/>
                    </a:lnTo>
                    <a:lnTo>
                      <a:pt x="1235" y="1214"/>
                    </a:lnTo>
                    <a:lnTo>
                      <a:pt x="1256" y="1109"/>
                    </a:lnTo>
                    <a:lnTo>
                      <a:pt x="1152" y="1046"/>
                    </a:lnTo>
                    <a:lnTo>
                      <a:pt x="1089" y="795"/>
                    </a:lnTo>
                    <a:lnTo>
                      <a:pt x="1005" y="628"/>
                    </a:lnTo>
                    <a:lnTo>
                      <a:pt x="900" y="628"/>
                    </a:lnTo>
                    <a:lnTo>
                      <a:pt x="900" y="586"/>
                    </a:lnTo>
                    <a:lnTo>
                      <a:pt x="796" y="586"/>
                    </a:lnTo>
                    <a:lnTo>
                      <a:pt x="921" y="544"/>
                    </a:lnTo>
                    <a:lnTo>
                      <a:pt x="900" y="481"/>
                    </a:lnTo>
                    <a:lnTo>
                      <a:pt x="838" y="461"/>
                    </a:lnTo>
                    <a:lnTo>
                      <a:pt x="775" y="335"/>
                    </a:lnTo>
                    <a:lnTo>
                      <a:pt x="712" y="335"/>
                    </a:lnTo>
                    <a:lnTo>
                      <a:pt x="691" y="230"/>
                    </a:lnTo>
                    <a:lnTo>
                      <a:pt x="670" y="168"/>
                    </a:lnTo>
                    <a:lnTo>
                      <a:pt x="670" y="126"/>
                    </a:lnTo>
                    <a:lnTo>
                      <a:pt x="482" y="42"/>
                    </a:lnTo>
                    <a:lnTo>
                      <a:pt x="461" y="105"/>
                    </a:lnTo>
                    <a:lnTo>
                      <a:pt x="377" y="63"/>
                    </a:lnTo>
                    <a:lnTo>
                      <a:pt x="398" y="21"/>
                    </a:lnTo>
                    <a:lnTo>
                      <a:pt x="2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2" name="Google Shape;2472;p56"/>
              <p:cNvSpPr/>
              <p:nvPr/>
            </p:nvSpPr>
            <p:spPr>
              <a:xfrm>
                <a:off x="4844400" y="3099950"/>
                <a:ext cx="5250" cy="4725"/>
              </a:xfrm>
              <a:custGeom>
                <a:avLst/>
                <a:gdLst/>
                <a:ahLst/>
                <a:cxnLst/>
                <a:rect l="l" t="t" r="r" b="b"/>
                <a:pathLst>
                  <a:path w="210" h="189" extrusionOk="0">
                    <a:moveTo>
                      <a:pt x="189" y="0"/>
                    </a:moveTo>
                    <a:lnTo>
                      <a:pt x="0" y="42"/>
                    </a:lnTo>
                    <a:lnTo>
                      <a:pt x="0" y="105"/>
                    </a:lnTo>
                    <a:lnTo>
                      <a:pt x="126" y="188"/>
                    </a:lnTo>
                    <a:lnTo>
                      <a:pt x="126" y="147"/>
                    </a:lnTo>
                    <a:lnTo>
                      <a:pt x="168" y="147"/>
                    </a:lnTo>
                    <a:lnTo>
                      <a:pt x="210" y="42"/>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3" name="Google Shape;2473;p56"/>
              <p:cNvSpPr/>
              <p:nvPr/>
            </p:nvSpPr>
            <p:spPr>
              <a:xfrm>
                <a:off x="4849625" y="3101500"/>
                <a:ext cx="7875" cy="6300"/>
              </a:xfrm>
              <a:custGeom>
                <a:avLst/>
                <a:gdLst/>
                <a:ahLst/>
                <a:cxnLst/>
                <a:rect l="l" t="t" r="r" b="b"/>
                <a:pathLst>
                  <a:path w="315" h="252" extrusionOk="0">
                    <a:moveTo>
                      <a:pt x="43" y="1"/>
                    </a:moveTo>
                    <a:lnTo>
                      <a:pt x="43" y="43"/>
                    </a:lnTo>
                    <a:lnTo>
                      <a:pt x="84" y="85"/>
                    </a:lnTo>
                    <a:lnTo>
                      <a:pt x="1" y="85"/>
                    </a:lnTo>
                    <a:lnTo>
                      <a:pt x="1" y="105"/>
                    </a:lnTo>
                    <a:lnTo>
                      <a:pt x="126" y="147"/>
                    </a:lnTo>
                    <a:lnTo>
                      <a:pt x="189" y="210"/>
                    </a:lnTo>
                    <a:lnTo>
                      <a:pt x="273" y="210"/>
                    </a:lnTo>
                    <a:lnTo>
                      <a:pt x="315" y="252"/>
                    </a:lnTo>
                    <a:lnTo>
                      <a:pt x="294" y="210"/>
                    </a:lnTo>
                    <a:lnTo>
                      <a:pt x="168" y="105"/>
                    </a:lnTo>
                    <a:lnTo>
                      <a:pt x="168" y="22"/>
                    </a:lnTo>
                    <a:lnTo>
                      <a:pt x="4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474" name="Google Shape;2474;p56"/>
            <p:cNvSpPr/>
            <p:nvPr/>
          </p:nvSpPr>
          <p:spPr>
            <a:xfrm>
              <a:off x="4210500" y="2911903"/>
              <a:ext cx="193104" cy="180152"/>
            </a:xfrm>
            <a:custGeom>
              <a:avLst/>
              <a:gdLst/>
              <a:ahLst/>
              <a:cxnLst/>
              <a:rect l="l" t="t" r="r" b="b"/>
              <a:pathLst>
                <a:path w="16217" h="15841" extrusionOk="0">
                  <a:moveTo>
                    <a:pt x="6906" y="15150"/>
                  </a:moveTo>
                  <a:lnTo>
                    <a:pt x="6927" y="15212"/>
                  </a:lnTo>
                  <a:lnTo>
                    <a:pt x="6927" y="15171"/>
                  </a:lnTo>
                  <a:lnTo>
                    <a:pt x="6906" y="15150"/>
                  </a:lnTo>
                  <a:close/>
                  <a:moveTo>
                    <a:pt x="3997" y="1"/>
                  </a:moveTo>
                  <a:lnTo>
                    <a:pt x="3914" y="147"/>
                  </a:lnTo>
                  <a:lnTo>
                    <a:pt x="3788" y="147"/>
                  </a:lnTo>
                  <a:lnTo>
                    <a:pt x="3600" y="294"/>
                  </a:lnTo>
                  <a:lnTo>
                    <a:pt x="3453" y="587"/>
                  </a:lnTo>
                  <a:lnTo>
                    <a:pt x="3391" y="629"/>
                  </a:lnTo>
                  <a:lnTo>
                    <a:pt x="3286" y="733"/>
                  </a:lnTo>
                  <a:lnTo>
                    <a:pt x="3223" y="733"/>
                  </a:lnTo>
                  <a:lnTo>
                    <a:pt x="3119" y="817"/>
                  </a:lnTo>
                  <a:lnTo>
                    <a:pt x="3014" y="838"/>
                  </a:lnTo>
                  <a:lnTo>
                    <a:pt x="2826" y="1026"/>
                  </a:lnTo>
                  <a:lnTo>
                    <a:pt x="2846" y="1089"/>
                  </a:lnTo>
                  <a:lnTo>
                    <a:pt x="2930" y="1298"/>
                  </a:lnTo>
                  <a:lnTo>
                    <a:pt x="2867" y="1570"/>
                  </a:lnTo>
                  <a:lnTo>
                    <a:pt x="2867" y="1717"/>
                  </a:lnTo>
                  <a:lnTo>
                    <a:pt x="2763" y="1779"/>
                  </a:lnTo>
                  <a:lnTo>
                    <a:pt x="2616" y="1968"/>
                  </a:lnTo>
                  <a:lnTo>
                    <a:pt x="2700" y="2031"/>
                  </a:lnTo>
                  <a:lnTo>
                    <a:pt x="2700" y="2135"/>
                  </a:lnTo>
                  <a:lnTo>
                    <a:pt x="2637" y="2261"/>
                  </a:lnTo>
                  <a:lnTo>
                    <a:pt x="2428" y="2365"/>
                  </a:lnTo>
                  <a:lnTo>
                    <a:pt x="2323" y="2554"/>
                  </a:lnTo>
                  <a:lnTo>
                    <a:pt x="2302" y="2721"/>
                  </a:lnTo>
                  <a:lnTo>
                    <a:pt x="2219" y="2867"/>
                  </a:lnTo>
                  <a:lnTo>
                    <a:pt x="1968" y="3035"/>
                  </a:lnTo>
                  <a:lnTo>
                    <a:pt x="1863" y="3391"/>
                  </a:lnTo>
                  <a:lnTo>
                    <a:pt x="1675" y="3600"/>
                  </a:lnTo>
                  <a:lnTo>
                    <a:pt x="1361" y="3600"/>
                  </a:lnTo>
                  <a:lnTo>
                    <a:pt x="1152" y="3725"/>
                  </a:lnTo>
                  <a:lnTo>
                    <a:pt x="1068" y="3704"/>
                  </a:lnTo>
                  <a:lnTo>
                    <a:pt x="1047" y="3600"/>
                  </a:lnTo>
                  <a:lnTo>
                    <a:pt x="922" y="3537"/>
                  </a:lnTo>
                  <a:lnTo>
                    <a:pt x="838" y="3600"/>
                  </a:lnTo>
                  <a:lnTo>
                    <a:pt x="733" y="3642"/>
                  </a:lnTo>
                  <a:lnTo>
                    <a:pt x="691" y="3746"/>
                  </a:lnTo>
                  <a:lnTo>
                    <a:pt x="545" y="3956"/>
                  </a:lnTo>
                  <a:lnTo>
                    <a:pt x="461" y="3976"/>
                  </a:lnTo>
                  <a:lnTo>
                    <a:pt x="357" y="4228"/>
                  </a:lnTo>
                  <a:lnTo>
                    <a:pt x="357" y="4374"/>
                  </a:lnTo>
                  <a:lnTo>
                    <a:pt x="461" y="4353"/>
                  </a:lnTo>
                  <a:lnTo>
                    <a:pt x="608" y="4395"/>
                  </a:lnTo>
                  <a:lnTo>
                    <a:pt x="670" y="4374"/>
                  </a:lnTo>
                  <a:lnTo>
                    <a:pt x="775" y="4374"/>
                  </a:lnTo>
                  <a:lnTo>
                    <a:pt x="859" y="4562"/>
                  </a:lnTo>
                  <a:lnTo>
                    <a:pt x="838" y="4688"/>
                  </a:lnTo>
                  <a:lnTo>
                    <a:pt x="859" y="4897"/>
                  </a:lnTo>
                  <a:lnTo>
                    <a:pt x="1068" y="5023"/>
                  </a:lnTo>
                  <a:lnTo>
                    <a:pt x="1173" y="5023"/>
                  </a:lnTo>
                  <a:lnTo>
                    <a:pt x="1256" y="5085"/>
                  </a:lnTo>
                  <a:lnTo>
                    <a:pt x="1214" y="5169"/>
                  </a:lnTo>
                  <a:lnTo>
                    <a:pt x="1340" y="5316"/>
                  </a:lnTo>
                  <a:lnTo>
                    <a:pt x="1466" y="5692"/>
                  </a:lnTo>
                  <a:lnTo>
                    <a:pt x="1445" y="5755"/>
                  </a:lnTo>
                  <a:lnTo>
                    <a:pt x="1486" y="5818"/>
                  </a:lnTo>
                  <a:lnTo>
                    <a:pt x="1382" y="5860"/>
                  </a:lnTo>
                  <a:lnTo>
                    <a:pt x="1256" y="5943"/>
                  </a:lnTo>
                  <a:lnTo>
                    <a:pt x="1194" y="5860"/>
                  </a:lnTo>
                  <a:lnTo>
                    <a:pt x="1256" y="5797"/>
                  </a:lnTo>
                  <a:lnTo>
                    <a:pt x="1256" y="5797"/>
                  </a:lnTo>
                  <a:lnTo>
                    <a:pt x="1131" y="5818"/>
                  </a:lnTo>
                  <a:lnTo>
                    <a:pt x="1068" y="5860"/>
                  </a:lnTo>
                  <a:lnTo>
                    <a:pt x="838" y="5964"/>
                  </a:lnTo>
                  <a:lnTo>
                    <a:pt x="440" y="5943"/>
                  </a:lnTo>
                  <a:lnTo>
                    <a:pt x="336" y="6006"/>
                  </a:lnTo>
                  <a:lnTo>
                    <a:pt x="252" y="5964"/>
                  </a:lnTo>
                  <a:lnTo>
                    <a:pt x="210" y="6111"/>
                  </a:lnTo>
                  <a:lnTo>
                    <a:pt x="126" y="6132"/>
                  </a:lnTo>
                  <a:lnTo>
                    <a:pt x="22" y="6215"/>
                  </a:lnTo>
                  <a:lnTo>
                    <a:pt x="1" y="6362"/>
                  </a:lnTo>
                  <a:lnTo>
                    <a:pt x="168" y="6257"/>
                  </a:lnTo>
                  <a:lnTo>
                    <a:pt x="336" y="6236"/>
                  </a:lnTo>
                  <a:lnTo>
                    <a:pt x="210" y="6320"/>
                  </a:lnTo>
                  <a:lnTo>
                    <a:pt x="106" y="6445"/>
                  </a:lnTo>
                  <a:lnTo>
                    <a:pt x="85" y="6571"/>
                  </a:lnTo>
                  <a:lnTo>
                    <a:pt x="147" y="6592"/>
                  </a:lnTo>
                  <a:lnTo>
                    <a:pt x="336" y="6780"/>
                  </a:lnTo>
                  <a:lnTo>
                    <a:pt x="691" y="6906"/>
                  </a:lnTo>
                  <a:lnTo>
                    <a:pt x="817" y="6885"/>
                  </a:lnTo>
                  <a:lnTo>
                    <a:pt x="963" y="6885"/>
                  </a:lnTo>
                  <a:lnTo>
                    <a:pt x="1194" y="6780"/>
                  </a:lnTo>
                  <a:lnTo>
                    <a:pt x="1194" y="6738"/>
                  </a:lnTo>
                  <a:lnTo>
                    <a:pt x="1194" y="6697"/>
                  </a:lnTo>
                  <a:lnTo>
                    <a:pt x="1214" y="6697"/>
                  </a:lnTo>
                  <a:lnTo>
                    <a:pt x="1340" y="6738"/>
                  </a:lnTo>
                  <a:lnTo>
                    <a:pt x="1298" y="6843"/>
                  </a:lnTo>
                  <a:lnTo>
                    <a:pt x="1256" y="6843"/>
                  </a:lnTo>
                  <a:lnTo>
                    <a:pt x="1152" y="6989"/>
                  </a:lnTo>
                  <a:lnTo>
                    <a:pt x="1068" y="6989"/>
                  </a:lnTo>
                  <a:lnTo>
                    <a:pt x="838" y="7178"/>
                  </a:lnTo>
                  <a:lnTo>
                    <a:pt x="838" y="7220"/>
                  </a:lnTo>
                  <a:lnTo>
                    <a:pt x="754" y="7199"/>
                  </a:lnTo>
                  <a:lnTo>
                    <a:pt x="733" y="7199"/>
                  </a:lnTo>
                  <a:lnTo>
                    <a:pt x="650" y="7261"/>
                  </a:lnTo>
                  <a:lnTo>
                    <a:pt x="566" y="7220"/>
                  </a:lnTo>
                  <a:lnTo>
                    <a:pt x="566" y="7115"/>
                  </a:lnTo>
                  <a:lnTo>
                    <a:pt x="503" y="7115"/>
                  </a:lnTo>
                  <a:lnTo>
                    <a:pt x="461" y="7094"/>
                  </a:lnTo>
                  <a:lnTo>
                    <a:pt x="419" y="7094"/>
                  </a:lnTo>
                  <a:lnTo>
                    <a:pt x="398" y="7178"/>
                  </a:lnTo>
                  <a:lnTo>
                    <a:pt x="419" y="7261"/>
                  </a:lnTo>
                  <a:lnTo>
                    <a:pt x="650" y="7492"/>
                  </a:lnTo>
                  <a:lnTo>
                    <a:pt x="733" y="7533"/>
                  </a:lnTo>
                  <a:lnTo>
                    <a:pt x="775" y="7533"/>
                  </a:lnTo>
                  <a:lnTo>
                    <a:pt x="817" y="7575"/>
                  </a:lnTo>
                  <a:lnTo>
                    <a:pt x="984" y="7826"/>
                  </a:lnTo>
                  <a:lnTo>
                    <a:pt x="1403" y="8161"/>
                  </a:lnTo>
                  <a:lnTo>
                    <a:pt x="1612" y="8224"/>
                  </a:lnTo>
                  <a:lnTo>
                    <a:pt x="1779" y="8161"/>
                  </a:lnTo>
                  <a:lnTo>
                    <a:pt x="2072" y="7994"/>
                  </a:lnTo>
                  <a:lnTo>
                    <a:pt x="2261" y="7889"/>
                  </a:lnTo>
                  <a:lnTo>
                    <a:pt x="2261" y="7826"/>
                  </a:lnTo>
                  <a:lnTo>
                    <a:pt x="2344" y="7722"/>
                  </a:lnTo>
                  <a:lnTo>
                    <a:pt x="2386" y="7513"/>
                  </a:lnTo>
                  <a:lnTo>
                    <a:pt x="2302" y="7408"/>
                  </a:lnTo>
                  <a:lnTo>
                    <a:pt x="2386" y="7199"/>
                  </a:lnTo>
                  <a:lnTo>
                    <a:pt x="2386" y="7094"/>
                  </a:lnTo>
                  <a:lnTo>
                    <a:pt x="2407" y="7010"/>
                  </a:lnTo>
                  <a:lnTo>
                    <a:pt x="2428" y="7094"/>
                  </a:lnTo>
                  <a:lnTo>
                    <a:pt x="2595" y="7094"/>
                  </a:lnTo>
                  <a:lnTo>
                    <a:pt x="2637" y="7115"/>
                  </a:lnTo>
                  <a:lnTo>
                    <a:pt x="2742" y="7073"/>
                  </a:lnTo>
                  <a:lnTo>
                    <a:pt x="2721" y="7115"/>
                  </a:lnTo>
                  <a:lnTo>
                    <a:pt x="2616" y="7220"/>
                  </a:lnTo>
                  <a:lnTo>
                    <a:pt x="2533" y="7199"/>
                  </a:lnTo>
                  <a:lnTo>
                    <a:pt x="2512" y="7220"/>
                  </a:lnTo>
                  <a:lnTo>
                    <a:pt x="2491" y="7366"/>
                  </a:lnTo>
                  <a:lnTo>
                    <a:pt x="2533" y="7429"/>
                  </a:lnTo>
                  <a:lnTo>
                    <a:pt x="2533" y="7533"/>
                  </a:lnTo>
                  <a:lnTo>
                    <a:pt x="2595" y="7575"/>
                  </a:lnTo>
                  <a:lnTo>
                    <a:pt x="2742" y="7533"/>
                  </a:lnTo>
                  <a:lnTo>
                    <a:pt x="2826" y="7575"/>
                  </a:lnTo>
                  <a:lnTo>
                    <a:pt x="2742" y="7575"/>
                  </a:lnTo>
                  <a:lnTo>
                    <a:pt x="2700" y="7617"/>
                  </a:lnTo>
                  <a:lnTo>
                    <a:pt x="2554" y="7701"/>
                  </a:lnTo>
                  <a:lnTo>
                    <a:pt x="2616" y="7952"/>
                  </a:lnTo>
                  <a:lnTo>
                    <a:pt x="2700" y="8015"/>
                  </a:lnTo>
                  <a:lnTo>
                    <a:pt x="2742" y="8203"/>
                  </a:lnTo>
                  <a:lnTo>
                    <a:pt x="2742" y="8349"/>
                  </a:lnTo>
                  <a:lnTo>
                    <a:pt x="2700" y="8475"/>
                  </a:lnTo>
                  <a:lnTo>
                    <a:pt x="2700" y="8580"/>
                  </a:lnTo>
                  <a:lnTo>
                    <a:pt x="2784" y="8642"/>
                  </a:lnTo>
                  <a:lnTo>
                    <a:pt x="2700" y="8684"/>
                  </a:lnTo>
                  <a:lnTo>
                    <a:pt x="2721" y="8873"/>
                  </a:lnTo>
                  <a:lnTo>
                    <a:pt x="2867" y="9186"/>
                  </a:lnTo>
                  <a:lnTo>
                    <a:pt x="2909" y="9291"/>
                  </a:lnTo>
                  <a:lnTo>
                    <a:pt x="2951" y="9375"/>
                  </a:lnTo>
                  <a:lnTo>
                    <a:pt x="2867" y="9396"/>
                  </a:lnTo>
                  <a:lnTo>
                    <a:pt x="2867" y="9521"/>
                  </a:lnTo>
                  <a:lnTo>
                    <a:pt x="3035" y="9730"/>
                  </a:lnTo>
                  <a:lnTo>
                    <a:pt x="2909" y="9730"/>
                  </a:lnTo>
                  <a:lnTo>
                    <a:pt x="3035" y="9919"/>
                  </a:lnTo>
                  <a:lnTo>
                    <a:pt x="3035" y="10086"/>
                  </a:lnTo>
                  <a:lnTo>
                    <a:pt x="3265" y="10546"/>
                  </a:lnTo>
                  <a:lnTo>
                    <a:pt x="3265" y="10860"/>
                  </a:lnTo>
                  <a:lnTo>
                    <a:pt x="3370" y="11132"/>
                  </a:lnTo>
                  <a:lnTo>
                    <a:pt x="3453" y="11174"/>
                  </a:lnTo>
                  <a:lnTo>
                    <a:pt x="3495" y="11342"/>
                  </a:lnTo>
                  <a:lnTo>
                    <a:pt x="3579" y="11383"/>
                  </a:lnTo>
                  <a:lnTo>
                    <a:pt x="3579" y="11467"/>
                  </a:lnTo>
                  <a:lnTo>
                    <a:pt x="3704" y="11697"/>
                  </a:lnTo>
                  <a:lnTo>
                    <a:pt x="3767" y="11718"/>
                  </a:lnTo>
                  <a:lnTo>
                    <a:pt x="3767" y="11781"/>
                  </a:lnTo>
                  <a:lnTo>
                    <a:pt x="3893" y="11969"/>
                  </a:lnTo>
                  <a:lnTo>
                    <a:pt x="3955" y="11969"/>
                  </a:lnTo>
                  <a:lnTo>
                    <a:pt x="3955" y="12178"/>
                  </a:lnTo>
                  <a:lnTo>
                    <a:pt x="3997" y="12241"/>
                  </a:lnTo>
                  <a:lnTo>
                    <a:pt x="4081" y="12388"/>
                  </a:lnTo>
                  <a:lnTo>
                    <a:pt x="4102" y="12555"/>
                  </a:lnTo>
                  <a:lnTo>
                    <a:pt x="4207" y="12827"/>
                  </a:lnTo>
                  <a:lnTo>
                    <a:pt x="4269" y="12932"/>
                  </a:lnTo>
                  <a:lnTo>
                    <a:pt x="4290" y="13162"/>
                  </a:lnTo>
                  <a:lnTo>
                    <a:pt x="4332" y="13225"/>
                  </a:lnTo>
                  <a:lnTo>
                    <a:pt x="4416" y="13371"/>
                  </a:lnTo>
                  <a:lnTo>
                    <a:pt x="4583" y="13539"/>
                  </a:lnTo>
                  <a:lnTo>
                    <a:pt x="4604" y="13539"/>
                  </a:lnTo>
                  <a:lnTo>
                    <a:pt x="4709" y="13685"/>
                  </a:lnTo>
                  <a:lnTo>
                    <a:pt x="4876" y="13894"/>
                  </a:lnTo>
                  <a:lnTo>
                    <a:pt x="4939" y="14083"/>
                  </a:lnTo>
                  <a:lnTo>
                    <a:pt x="5002" y="14229"/>
                  </a:lnTo>
                  <a:lnTo>
                    <a:pt x="5043" y="14271"/>
                  </a:lnTo>
                  <a:lnTo>
                    <a:pt x="5043" y="14375"/>
                  </a:lnTo>
                  <a:lnTo>
                    <a:pt x="5169" y="14606"/>
                  </a:lnTo>
                  <a:lnTo>
                    <a:pt x="5232" y="14815"/>
                  </a:lnTo>
                  <a:lnTo>
                    <a:pt x="5232" y="15045"/>
                  </a:lnTo>
                  <a:lnTo>
                    <a:pt x="5441" y="15484"/>
                  </a:lnTo>
                  <a:lnTo>
                    <a:pt x="5629" y="15673"/>
                  </a:lnTo>
                  <a:lnTo>
                    <a:pt x="5776" y="15798"/>
                  </a:lnTo>
                  <a:lnTo>
                    <a:pt x="5985" y="15840"/>
                  </a:lnTo>
                  <a:lnTo>
                    <a:pt x="6194" y="15673"/>
                  </a:lnTo>
                  <a:lnTo>
                    <a:pt x="6257" y="15547"/>
                  </a:lnTo>
                  <a:lnTo>
                    <a:pt x="6215" y="15484"/>
                  </a:lnTo>
                  <a:lnTo>
                    <a:pt x="6257" y="15464"/>
                  </a:lnTo>
                  <a:lnTo>
                    <a:pt x="6278" y="15422"/>
                  </a:lnTo>
                  <a:lnTo>
                    <a:pt x="6320" y="15317"/>
                  </a:lnTo>
                  <a:lnTo>
                    <a:pt x="6529" y="15212"/>
                  </a:lnTo>
                  <a:lnTo>
                    <a:pt x="6571" y="15212"/>
                  </a:lnTo>
                  <a:lnTo>
                    <a:pt x="6822" y="15129"/>
                  </a:lnTo>
                  <a:lnTo>
                    <a:pt x="6906" y="15150"/>
                  </a:lnTo>
                  <a:lnTo>
                    <a:pt x="6717" y="15045"/>
                  </a:lnTo>
                  <a:lnTo>
                    <a:pt x="6696" y="14961"/>
                  </a:lnTo>
                  <a:lnTo>
                    <a:pt x="6738" y="14919"/>
                  </a:lnTo>
                  <a:lnTo>
                    <a:pt x="6906" y="14710"/>
                  </a:lnTo>
                  <a:lnTo>
                    <a:pt x="6885" y="14647"/>
                  </a:lnTo>
                  <a:lnTo>
                    <a:pt x="6927" y="14543"/>
                  </a:lnTo>
                  <a:lnTo>
                    <a:pt x="7094" y="14522"/>
                  </a:lnTo>
                  <a:lnTo>
                    <a:pt x="7136" y="14543"/>
                  </a:lnTo>
                  <a:lnTo>
                    <a:pt x="7261" y="14522"/>
                  </a:lnTo>
                  <a:lnTo>
                    <a:pt x="7261" y="14375"/>
                  </a:lnTo>
                  <a:lnTo>
                    <a:pt x="7220" y="13894"/>
                  </a:lnTo>
                  <a:lnTo>
                    <a:pt x="7157" y="13811"/>
                  </a:lnTo>
                  <a:lnTo>
                    <a:pt x="7157" y="13580"/>
                  </a:lnTo>
                  <a:lnTo>
                    <a:pt x="7303" y="13329"/>
                  </a:lnTo>
                  <a:lnTo>
                    <a:pt x="7429" y="12953"/>
                  </a:lnTo>
                  <a:lnTo>
                    <a:pt x="7429" y="12660"/>
                  </a:lnTo>
                  <a:lnTo>
                    <a:pt x="7261" y="12618"/>
                  </a:lnTo>
                  <a:lnTo>
                    <a:pt x="7261" y="12178"/>
                  </a:lnTo>
                  <a:lnTo>
                    <a:pt x="7240" y="12011"/>
                  </a:lnTo>
                  <a:lnTo>
                    <a:pt x="7345" y="11906"/>
                  </a:lnTo>
                  <a:lnTo>
                    <a:pt x="7240" y="11614"/>
                  </a:lnTo>
                  <a:lnTo>
                    <a:pt x="7240" y="11404"/>
                  </a:lnTo>
                  <a:lnTo>
                    <a:pt x="7303" y="11300"/>
                  </a:lnTo>
                  <a:lnTo>
                    <a:pt x="7492" y="11132"/>
                  </a:lnTo>
                  <a:lnTo>
                    <a:pt x="7533" y="11132"/>
                  </a:lnTo>
                  <a:lnTo>
                    <a:pt x="7617" y="11195"/>
                  </a:lnTo>
                  <a:lnTo>
                    <a:pt x="7680" y="11237"/>
                  </a:lnTo>
                  <a:lnTo>
                    <a:pt x="7847" y="11028"/>
                  </a:lnTo>
                  <a:lnTo>
                    <a:pt x="7847" y="10881"/>
                  </a:lnTo>
                  <a:lnTo>
                    <a:pt x="7952" y="10818"/>
                  </a:lnTo>
                  <a:lnTo>
                    <a:pt x="8203" y="10839"/>
                  </a:lnTo>
                  <a:lnTo>
                    <a:pt x="8349" y="10756"/>
                  </a:lnTo>
                  <a:lnTo>
                    <a:pt x="8454" y="10609"/>
                  </a:lnTo>
                  <a:lnTo>
                    <a:pt x="8412" y="10463"/>
                  </a:lnTo>
                  <a:lnTo>
                    <a:pt x="8454" y="10358"/>
                  </a:lnTo>
                  <a:lnTo>
                    <a:pt x="8600" y="10212"/>
                  </a:lnTo>
                  <a:lnTo>
                    <a:pt x="8810" y="10149"/>
                  </a:lnTo>
                  <a:lnTo>
                    <a:pt x="8935" y="10023"/>
                  </a:lnTo>
                  <a:lnTo>
                    <a:pt x="9019" y="9877"/>
                  </a:lnTo>
                  <a:lnTo>
                    <a:pt x="9542" y="9479"/>
                  </a:lnTo>
                  <a:lnTo>
                    <a:pt x="9626" y="9186"/>
                  </a:lnTo>
                  <a:lnTo>
                    <a:pt x="10023" y="8852"/>
                  </a:lnTo>
                  <a:lnTo>
                    <a:pt x="9961" y="8831"/>
                  </a:lnTo>
                  <a:lnTo>
                    <a:pt x="9940" y="8852"/>
                  </a:lnTo>
                  <a:lnTo>
                    <a:pt x="9856" y="8893"/>
                  </a:lnTo>
                  <a:lnTo>
                    <a:pt x="9877" y="8747"/>
                  </a:lnTo>
                  <a:lnTo>
                    <a:pt x="9940" y="8747"/>
                  </a:lnTo>
                  <a:lnTo>
                    <a:pt x="10044" y="8663"/>
                  </a:lnTo>
                  <a:lnTo>
                    <a:pt x="10065" y="8663"/>
                  </a:lnTo>
                  <a:lnTo>
                    <a:pt x="10086" y="8684"/>
                  </a:lnTo>
                  <a:lnTo>
                    <a:pt x="10086" y="8747"/>
                  </a:lnTo>
                  <a:lnTo>
                    <a:pt x="10149" y="8789"/>
                  </a:lnTo>
                  <a:lnTo>
                    <a:pt x="10463" y="8621"/>
                  </a:lnTo>
                  <a:lnTo>
                    <a:pt x="10463" y="8559"/>
                  </a:lnTo>
                  <a:lnTo>
                    <a:pt x="10672" y="8412"/>
                  </a:lnTo>
                  <a:lnTo>
                    <a:pt x="10630" y="8329"/>
                  </a:lnTo>
                  <a:lnTo>
                    <a:pt x="10714" y="8329"/>
                  </a:lnTo>
                  <a:lnTo>
                    <a:pt x="10756" y="8224"/>
                  </a:lnTo>
                  <a:lnTo>
                    <a:pt x="10881" y="8119"/>
                  </a:lnTo>
                  <a:lnTo>
                    <a:pt x="10818" y="8098"/>
                  </a:lnTo>
                  <a:lnTo>
                    <a:pt x="10860" y="8057"/>
                  </a:lnTo>
                  <a:lnTo>
                    <a:pt x="10777" y="7931"/>
                  </a:lnTo>
                  <a:lnTo>
                    <a:pt x="10777" y="7847"/>
                  </a:lnTo>
                  <a:lnTo>
                    <a:pt x="10818" y="7743"/>
                  </a:lnTo>
                  <a:lnTo>
                    <a:pt x="10860" y="7680"/>
                  </a:lnTo>
                  <a:lnTo>
                    <a:pt x="10902" y="7617"/>
                  </a:lnTo>
                  <a:lnTo>
                    <a:pt x="11279" y="7492"/>
                  </a:lnTo>
                  <a:lnTo>
                    <a:pt x="11341" y="7387"/>
                  </a:lnTo>
                  <a:lnTo>
                    <a:pt x="11341" y="7303"/>
                  </a:lnTo>
                  <a:lnTo>
                    <a:pt x="11404" y="7220"/>
                  </a:lnTo>
                  <a:lnTo>
                    <a:pt x="11425" y="7178"/>
                  </a:lnTo>
                  <a:lnTo>
                    <a:pt x="11383" y="7115"/>
                  </a:lnTo>
                  <a:lnTo>
                    <a:pt x="11321" y="7115"/>
                  </a:lnTo>
                  <a:lnTo>
                    <a:pt x="11300" y="7073"/>
                  </a:lnTo>
                  <a:lnTo>
                    <a:pt x="11404" y="7073"/>
                  </a:lnTo>
                  <a:lnTo>
                    <a:pt x="11488" y="7157"/>
                  </a:lnTo>
                  <a:lnTo>
                    <a:pt x="11488" y="7261"/>
                  </a:lnTo>
                  <a:lnTo>
                    <a:pt x="11509" y="7387"/>
                  </a:lnTo>
                  <a:lnTo>
                    <a:pt x="11593" y="7408"/>
                  </a:lnTo>
                  <a:lnTo>
                    <a:pt x="11676" y="7408"/>
                  </a:lnTo>
                  <a:lnTo>
                    <a:pt x="11718" y="7366"/>
                  </a:lnTo>
                  <a:lnTo>
                    <a:pt x="11739" y="7387"/>
                  </a:lnTo>
                  <a:lnTo>
                    <a:pt x="11739" y="7324"/>
                  </a:lnTo>
                  <a:lnTo>
                    <a:pt x="11760" y="7282"/>
                  </a:lnTo>
                  <a:lnTo>
                    <a:pt x="11802" y="7324"/>
                  </a:lnTo>
                  <a:lnTo>
                    <a:pt x="11823" y="7492"/>
                  </a:lnTo>
                  <a:lnTo>
                    <a:pt x="11906" y="7513"/>
                  </a:lnTo>
                  <a:lnTo>
                    <a:pt x="11906" y="7429"/>
                  </a:lnTo>
                  <a:lnTo>
                    <a:pt x="11969" y="7533"/>
                  </a:lnTo>
                  <a:lnTo>
                    <a:pt x="12032" y="7429"/>
                  </a:lnTo>
                  <a:lnTo>
                    <a:pt x="11969" y="7303"/>
                  </a:lnTo>
                  <a:lnTo>
                    <a:pt x="12011" y="7303"/>
                  </a:lnTo>
                  <a:lnTo>
                    <a:pt x="11969" y="7115"/>
                  </a:lnTo>
                  <a:lnTo>
                    <a:pt x="11948" y="7010"/>
                  </a:lnTo>
                  <a:lnTo>
                    <a:pt x="11948" y="6864"/>
                  </a:lnTo>
                  <a:lnTo>
                    <a:pt x="11760" y="6634"/>
                  </a:lnTo>
                  <a:lnTo>
                    <a:pt x="11739" y="6445"/>
                  </a:lnTo>
                  <a:lnTo>
                    <a:pt x="11760" y="6341"/>
                  </a:lnTo>
                  <a:lnTo>
                    <a:pt x="11718" y="6215"/>
                  </a:lnTo>
                  <a:lnTo>
                    <a:pt x="11718" y="6027"/>
                  </a:lnTo>
                  <a:lnTo>
                    <a:pt x="11551" y="5839"/>
                  </a:lnTo>
                  <a:lnTo>
                    <a:pt x="11425" y="5797"/>
                  </a:lnTo>
                  <a:lnTo>
                    <a:pt x="11300" y="5629"/>
                  </a:lnTo>
                  <a:lnTo>
                    <a:pt x="11300" y="5399"/>
                  </a:lnTo>
                  <a:lnTo>
                    <a:pt x="11404" y="5378"/>
                  </a:lnTo>
                  <a:lnTo>
                    <a:pt x="11446" y="5211"/>
                  </a:lnTo>
                  <a:lnTo>
                    <a:pt x="11530" y="5169"/>
                  </a:lnTo>
                  <a:lnTo>
                    <a:pt x="11613" y="5190"/>
                  </a:lnTo>
                  <a:lnTo>
                    <a:pt x="11676" y="5127"/>
                  </a:lnTo>
                  <a:lnTo>
                    <a:pt x="11634" y="4981"/>
                  </a:lnTo>
                  <a:lnTo>
                    <a:pt x="11655" y="4918"/>
                  </a:lnTo>
                  <a:lnTo>
                    <a:pt x="11530" y="4897"/>
                  </a:lnTo>
                  <a:lnTo>
                    <a:pt x="11425" y="4960"/>
                  </a:lnTo>
                  <a:lnTo>
                    <a:pt x="11132" y="4855"/>
                  </a:lnTo>
                  <a:lnTo>
                    <a:pt x="11153" y="4709"/>
                  </a:lnTo>
                  <a:lnTo>
                    <a:pt x="11279" y="4583"/>
                  </a:lnTo>
                  <a:lnTo>
                    <a:pt x="11321" y="4437"/>
                  </a:lnTo>
                  <a:lnTo>
                    <a:pt x="11279" y="4374"/>
                  </a:lnTo>
                  <a:lnTo>
                    <a:pt x="11279" y="4290"/>
                  </a:lnTo>
                  <a:lnTo>
                    <a:pt x="11321" y="4290"/>
                  </a:lnTo>
                  <a:lnTo>
                    <a:pt x="11341" y="4228"/>
                  </a:lnTo>
                  <a:lnTo>
                    <a:pt x="11404" y="4269"/>
                  </a:lnTo>
                  <a:lnTo>
                    <a:pt x="11488" y="4374"/>
                  </a:lnTo>
                  <a:lnTo>
                    <a:pt x="11488" y="4437"/>
                  </a:lnTo>
                  <a:lnTo>
                    <a:pt x="11551" y="4541"/>
                  </a:lnTo>
                  <a:lnTo>
                    <a:pt x="11676" y="4562"/>
                  </a:lnTo>
                  <a:lnTo>
                    <a:pt x="11739" y="4541"/>
                  </a:lnTo>
                  <a:lnTo>
                    <a:pt x="11655" y="4479"/>
                  </a:lnTo>
                  <a:lnTo>
                    <a:pt x="11676" y="4395"/>
                  </a:lnTo>
                  <a:lnTo>
                    <a:pt x="11739" y="4395"/>
                  </a:lnTo>
                  <a:lnTo>
                    <a:pt x="11823" y="4479"/>
                  </a:lnTo>
                  <a:lnTo>
                    <a:pt x="11865" y="4541"/>
                  </a:lnTo>
                  <a:lnTo>
                    <a:pt x="11969" y="4583"/>
                  </a:lnTo>
                  <a:lnTo>
                    <a:pt x="12011" y="4541"/>
                  </a:lnTo>
                  <a:lnTo>
                    <a:pt x="12053" y="4541"/>
                  </a:lnTo>
                  <a:lnTo>
                    <a:pt x="12137" y="4667"/>
                  </a:lnTo>
                  <a:lnTo>
                    <a:pt x="12158" y="4792"/>
                  </a:lnTo>
                  <a:lnTo>
                    <a:pt x="12158" y="4876"/>
                  </a:lnTo>
                  <a:lnTo>
                    <a:pt x="12199" y="5002"/>
                  </a:lnTo>
                  <a:lnTo>
                    <a:pt x="12199" y="5085"/>
                  </a:lnTo>
                  <a:lnTo>
                    <a:pt x="12325" y="5127"/>
                  </a:lnTo>
                  <a:lnTo>
                    <a:pt x="12430" y="5106"/>
                  </a:lnTo>
                  <a:lnTo>
                    <a:pt x="12555" y="5169"/>
                  </a:lnTo>
                  <a:lnTo>
                    <a:pt x="12911" y="5169"/>
                  </a:lnTo>
                  <a:lnTo>
                    <a:pt x="13099" y="5190"/>
                  </a:lnTo>
                  <a:lnTo>
                    <a:pt x="13308" y="5169"/>
                  </a:lnTo>
                  <a:lnTo>
                    <a:pt x="13392" y="5169"/>
                  </a:lnTo>
                  <a:lnTo>
                    <a:pt x="13434" y="5190"/>
                  </a:lnTo>
                  <a:lnTo>
                    <a:pt x="13497" y="5169"/>
                  </a:lnTo>
                  <a:lnTo>
                    <a:pt x="13601" y="5274"/>
                  </a:lnTo>
                  <a:lnTo>
                    <a:pt x="13643" y="5295"/>
                  </a:lnTo>
                  <a:lnTo>
                    <a:pt x="13601" y="5420"/>
                  </a:lnTo>
                  <a:lnTo>
                    <a:pt x="13580" y="5546"/>
                  </a:lnTo>
                  <a:lnTo>
                    <a:pt x="13497" y="5755"/>
                  </a:lnTo>
                  <a:lnTo>
                    <a:pt x="13434" y="5797"/>
                  </a:lnTo>
                  <a:lnTo>
                    <a:pt x="13434" y="5860"/>
                  </a:lnTo>
                  <a:lnTo>
                    <a:pt x="13392" y="5922"/>
                  </a:lnTo>
                  <a:lnTo>
                    <a:pt x="13308" y="5922"/>
                  </a:lnTo>
                  <a:lnTo>
                    <a:pt x="13287" y="5860"/>
                  </a:lnTo>
                  <a:lnTo>
                    <a:pt x="13183" y="5943"/>
                  </a:lnTo>
                  <a:lnTo>
                    <a:pt x="13162" y="6027"/>
                  </a:lnTo>
                  <a:lnTo>
                    <a:pt x="13099" y="6048"/>
                  </a:lnTo>
                  <a:lnTo>
                    <a:pt x="13099" y="6132"/>
                  </a:lnTo>
                  <a:lnTo>
                    <a:pt x="13162" y="6278"/>
                  </a:lnTo>
                  <a:lnTo>
                    <a:pt x="13225" y="6341"/>
                  </a:lnTo>
                  <a:lnTo>
                    <a:pt x="13225" y="6383"/>
                  </a:lnTo>
                  <a:lnTo>
                    <a:pt x="13329" y="6487"/>
                  </a:lnTo>
                  <a:lnTo>
                    <a:pt x="13413" y="6592"/>
                  </a:lnTo>
                  <a:lnTo>
                    <a:pt x="13497" y="6592"/>
                  </a:lnTo>
                  <a:lnTo>
                    <a:pt x="13497" y="6529"/>
                  </a:lnTo>
                  <a:lnTo>
                    <a:pt x="13476" y="6466"/>
                  </a:lnTo>
                  <a:lnTo>
                    <a:pt x="13518" y="6383"/>
                  </a:lnTo>
                  <a:lnTo>
                    <a:pt x="13518" y="6341"/>
                  </a:lnTo>
                  <a:lnTo>
                    <a:pt x="13538" y="6278"/>
                  </a:lnTo>
                  <a:lnTo>
                    <a:pt x="13518" y="6236"/>
                  </a:lnTo>
                  <a:lnTo>
                    <a:pt x="13580" y="6173"/>
                  </a:lnTo>
                  <a:lnTo>
                    <a:pt x="13643" y="6236"/>
                  </a:lnTo>
                  <a:lnTo>
                    <a:pt x="13727" y="6236"/>
                  </a:lnTo>
                  <a:lnTo>
                    <a:pt x="13769" y="6278"/>
                  </a:lnTo>
                  <a:lnTo>
                    <a:pt x="13831" y="6362"/>
                  </a:lnTo>
                  <a:lnTo>
                    <a:pt x="13852" y="6529"/>
                  </a:lnTo>
                  <a:lnTo>
                    <a:pt x="13852" y="6655"/>
                  </a:lnTo>
                  <a:lnTo>
                    <a:pt x="13915" y="6738"/>
                  </a:lnTo>
                  <a:lnTo>
                    <a:pt x="13936" y="6969"/>
                  </a:lnTo>
                  <a:lnTo>
                    <a:pt x="13999" y="7115"/>
                  </a:lnTo>
                  <a:lnTo>
                    <a:pt x="14020" y="7199"/>
                  </a:lnTo>
                  <a:lnTo>
                    <a:pt x="14041" y="7261"/>
                  </a:lnTo>
                  <a:lnTo>
                    <a:pt x="14041" y="7303"/>
                  </a:lnTo>
                  <a:lnTo>
                    <a:pt x="14062" y="7366"/>
                  </a:lnTo>
                  <a:lnTo>
                    <a:pt x="14103" y="7387"/>
                  </a:lnTo>
                  <a:lnTo>
                    <a:pt x="14103" y="7303"/>
                  </a:lnTo>
                  <a:lnTo>
                    <a:pt x="14124" y="7199"/>
                  </a:lnTo>
                  <a:lnTo>
                    <a:pt x="14166" y="7220"/>
                  </a:lnTo>
                  <a:lnTo>
                    <a:pt x="14250" y="7199"/>
                  </a:lnTo>
                  <a:lnTo>
                    <a:pt x="14292" y="6989"/>
                  </a:lnTo>
                  <a:lnTo>
                    <a:pt x="14271" y="6885"/>
                  </a:lnTo>
                  <a:lnTo>
                    <a:pt x="14292" y="6759"/>
                  </a:lnTo>
                  <a:lnTo>
                    <a:pt x="14271" y="6592"/>
                  </a:lnTo>
                  <a:lnTo>
                    <a:pt x="14417" y="6592"/>
                  </a:lnTo>
                  <a:lnTo>
                    <a:pt x="14417" y="6383"/>
                  </a:lnTo>
                  <a:lnTo>
                    <a:pt x="14417" y="6257"/>
                  </a:lnTo>
                  <a:lnTo>
                    <a:pt x="14354" y="5964"/>
                  </a:lnTo>
                  <a:lnTo>
                    <a:pt x="14459" y="5964"/>
                  </a:lnTo>
                  <a:lnTo>
                    <a:pt x="14564" y="6006"/>
                  </a:lnTo>
                  <a:lnTo>
                    <a:pt x="14731" y="6006"/>
                  </a:lnTo>
                  <a:lnTo>
                    <a:pt x="14794" y="5797"/>
                  </a:lnTo>
                  <a:lnTo>
                    <a:pt x="14857" y="5546"/>
                  </a:lnTo>
                  <a:lnTo>
                    <a:pt x="14982" y="5232"/>
                  </a:lnTo>
                  <a:lnTo>
                    <a:pt x="14857" y="5190"/>
                  </a:lnTo>
                  <a:lnTo>
                    <a:pt x="14857" y="5085"/>
                  </a:lnTo>
                  <a:lnTo>
                    <a:pt x="15003" y="4813"/>
                  </a:lnTo>
                  <a:lnTo>
                    <a:pt x="15087" y="4583"/>
                  </a:lnTo>
                  <a:lnTo>
                    <a:pt x="15045" y="4541"/>
                  </a:lnTo>
                  <a:lnTo>
                    <a:pt x="15066" y="4374"/>
                  </a:lnTo>
                  <a:lnTo>
                    <a:pt x="15254" y="4081"/>
                  </a:lnTo>
                  <a:lnTo>
                    <a:pt x="15380" y="4039"/>
                  </a:lnTo>
                  <a:lnTo>
                    <a:pt x="15505" y="3872"/>
                  </a:lnTo>
                  <a:lnTo>
                    <a:pt x="15568" y="3725"/>
                  </a:lnTo>
                  <a:lnTo>
                    <a:pt x="15777" y="3663"/>
                  </a:lnTo>
                  <a:lnTo>
                    <a:pt x="15924" y="3558"/>
                  </a:lnTo>
                  <a:lnTo>
                    <a:pt x="16007" y="3642"/>
                  </a:lnTo>
                  <a:lnTo>
                    <a:pt x="16133" y="3704"/>
                  </a:lnTo>
                  <a:lnTo>
                    <a:pt x="16112" y="3600"/>
                  </a:lnTo>
                  <a:lnTo>
                    <a:pt x="16112" y="3432"/>
                  </a:lnTo>
                  <a:lnTo>
                    <a:pt x="16217" y="3328"/>
                  </a:lnTo>
                  <a:lnTo>
                    <a:pt x="16196" y="3244"/>
                  </a:lnTo>
                  <a:lnTo>
                    <a:pt x="16154" y="3223"/>
                  </a:lnTo>
                  <a:lnTo>
                    <a:pt x="16091" y="3119"/>
                  </a:lnTo>
                  <a:lnTo>
                    <a:pt x="15987" y="3077"/>
                  </a:lnTo>
                  <a:lnTo>
                    <a:pt x="15903" y="3119"/>
                  </a:lnTo>
                  <a:lnTo>
                    <a:pt x="15777" y="3098"/>
                  </a:lnTo>
                  <a:lnTo>
                    <a:pt x="15735" y="2993"/>
                  </a:lnTo>
                  <a:lnTo>
                    <a:pt x="15840" y="2888"/>
                  </a:lnTo>
                  <a:lnTo>
                    <a:pt x="15840" y="2805"/>
                  </a:lnTo>
                  <a:lnTo>
                    <a:pt x="15777" y="2700"/>
                  </a:lnTo>
                  <a:lnTo>
                    <a:pt x="15735" y="2616"/>
                  </a:lnTo>
                  <a:lnTo>
                    <a:pt x="15673" y="2658"/>
                  </a:lnTo>
                  <a:lnTo>
                    <a:pt x="15589" y="2658"/>
                  </a:lnTo>
                  <a:lnTo>
                    <a:pt x="15526" y="2575"/>
                  </a:lnTo>
                  <a:lnTo>
                    <a:pt x="15610" y="2407"/>
                  </a:lnTo>
                  <a:lnTo>
                    <a:pt x="15589" y="2365"/>
                  </a:lnTo>
                  <a:lnTo>
                    <a:pt x="15505" y="2365"/>
                  </a:lnTo>
                  <a:lnTo>
                    <a:pt x="15463" y="2282"/>
                  </a:lnTo>
                  <a:lnTo>
                    <a:pt x="15380" y="2261"/>
                  </a:lnTo>
                  <a:lnTo>
                    <a:pt x="15108" y="2407"/>
                  </a:lnTo>
                  <a:lnTo>
                    <a:pt x="15150" y="2512"/>
                  </a:lnTo>
                  <a:lnTo>
                    <a:pt x="15066" y="2575"/>
                  </a:lnTo>
                  <a:lnTo>
                    <a:pt x="14857" y="2491"/>
                  </a:lnTo>
                  <a:lnTo>
                    <a:pt x="14689" y="2554"/>
                  </a:lnTo>
                  <a:lnTo>
                    <a:pt x="14585" y="2386"/>
                  </a:lnTo>
                  <a:lnTo>
                    <a:pt x="14459" y="2491"/>
                  </a:lnTo>
                  <a:lnTo>
                    <a:pt x="14375" y="2491"/>
                  </a:lnTo>
                  <a:lnTo>
                    <a:pt x="14375" y="2616"/>
                  </a:lnTo>
                  <a:lnTo>
                    <a:pt x="14271" y="2784"/>
                  </a:lnTo>
                  <a:lnTo>
                    <a:pt x="14041" y="2826"/>
                  </a:lnTo>
                  <a:lnTo>
                    <a:pt x="13936" y="2867"/>
                  </a:lnTo>
                  <a:lnTo>
                    <a:pt x="13831" y="2972"/>
                  </a:lnTo>
                  <a:lnTo>
                    <a:pt x="13769" y="3098"/>
                  </a:lnTo>
                  <a:lnTo>
                    <a:pt x="13685" y="3119"/>
                  </a:lnTo>
                  <a:lnTo>
                    <a:pt x="13685" y="3202"/>
                  </a:lnTo>
                  <a:lnTo>
                    <a:pt x="13580" y="3181"/>
                  </a:lnTo>
                  <a:lnTo>
                    <a:pt x="13497" y="3223"/>
                  </a:lnTo>
                  <a:lnTo>
                    <a:pt x="13434" y="3391"/>
                  </a:lnTo>
                  <a:lnTo>
                    <a:pt x="13329" y="3391"/>
                  </a:lnTo>
                  <a:lnTo>
                    <a:pt x="13120" y="3432"/>
                  </a:lnTo>
                  <a:lnTo>
                    <a:pt x="13057" y="3432"/>
                  </a:lnTo>
                  <a:lnTo>
                    <a:pt x="13015" y="3600"/>
                  </a:lnTo>
                  <a:lnTo>
                    <a:pt x="13015" y="3704"/>
                  </a:lnTo>
                  <a:lnTo>
                    <a:pt x="13204" y="3767"/>
                  </a:lnTo>
                  <a:lnTo>
                    <a:pt x="13204" y="3935"/>
                  </a:lnTo>
                  <a:lnTo>
                    <a:pt x="13204" y="4039"/>
                  </a:lnTo>
                  <a:lnTo>
                    <a:pt x="12974" y="4123"/>
                  </a:lnTo>
                  <a:lnTo>
                    <a:pt x="12806" y="4081"/>
                  </a:lnTo>
                  <a:lnTo>
                    <a:pt x="12597" y="4144"/>
                  </a:lnTo>
                  <a:lnTo>
                    <a:pt x="12492" y="4081"/>
                  </a:lnTo>
                  <a:lnTo>
                    <a:pt x="12367" y="4123"/>
                  </a:lnTo>
                  <a:lnTo>
                    <a:pt x="12262" y="4248"/>
                  </a:lnTo>
                  <a:lnTo>
                    <a:pt x="12116" y="4248"/>
                  </a:lnTo>
                  <a:lnTo>
                    <a:pt x="11823" y="4081"/>
                  </a:lnTo>
                  <a:lnTo>
                    <a:pt x="11739" y="4144"/>
                  </a:lnTo>
                  <a:lnTo>
                    <a:pt x="11530" y="4123"/>
                  </a:lnTo>
                  <a:lnTo>
                    <a:pt x="11425" y="3935"/>
                  </a:lnTo>
                  <a:lnTo>
                    <a:pt x="11488" y="3830"/>
                  </a:lnTo>
                  <a:lnTo>
                    <a:pt x="11488" y="3704"/>
                  </a:lnTo>
                  <a:lnTo>
                    <a:pt x="11383" y="3621"/>
                  </a:lnTo>
                  <a:lnTo>
                    <a:pt x="11341" y="3453"/>
                  </a:lnTo>
                  <a:lnTo>
                    <a:pt x="11300" y="3349"/>
                  </a:lnTo>
                  <a:lnTo>
                    <a:pt x="11153" y="3349"/>
                  </a:lnTo>
                  <a:lnTo>
                    <a:pt x="11069" y="3453"/>
                  </a:lnTo>
                  <a:lnTo>
                    <a:pt x="11028" y="3453"/>
                  </a:lnTo>
                  <a:lnTo>
                    <a:pt x="11090" y="3600"/>
                  </a:lnTo>
                  <a:lnTo>
                    <a:pt x="11028" y="3851"/>
                  </a:lnTo>
                  <a:lnTo>
                    <a:pt x="11132" y="4081"/>
                  </a:lnTo>
                  <a:lnTo>
                    <a:pt x="11090" y="4353"/>
                  </a:lnTo>
                  <a:lnTo>
                    <a:pt x="10756" y="4437"/>
                  </a:lnTo>
                  <a:lnTo>
                    <a:pt x="10505" y="4290"/>
                  </a:lnTo>
                  <a:lnTo>
                    <a:pt x="10400" y="4374"/>
                  </a:lnTo>
                  <a:lnTo>
                    <a:pt x="9919" y="4186"/>
                  </a:lnTo>
                  <a:lnTo>
                    <a:pt x="9709" y="4186"/>
                  </a:lnTo>
                  <a:lnTo>
                    <a:pt x="9584" y="4248"/>
                  </a:lnTo>
                  <a:lnTo>
                    <a:pt x="9291" y="4165"/>
                  </a:lnTo>
                  <a:lnTo>
                    <a:pt x="9124" y="4039"/>
                  </a:lnTo>
                  <a:lnTo>
                    <a:pt x="9103" y="3872"/>
                  </a:lnTo>
                  <a:lnTo>
                    <a:pt x="8810" y="3830"/>
                  </a:lnTo>
                  <a:lnTo>
                    <a:pt x="8517" y="3914"/>
                  </a:lnTo>
                  <a:lnTo>
                    <a:pt x="8412" y="3830"/>
                  </a:lnTo>
                  <a:lnTo>
                    <a:pt x="8140" y="3830"/>
                  </a:lnTo>
                  <a:lnTo>
                    <a:pt x="7952" y="3725"/>
                  </a:lnTo>
                  <a:lnTo>
                    <a:pt x="7784" y="3725"/>
                  </a:lnTo>
                  <a:lnTo>
                    <a:pt x="7680" y="3642"/>
                  </a:lnTo>
                  <a:lnTo>
                    <a:pt x="7450" y="3600"/>
                  </a:lnTo>
                  <a:lnTo>
                    <a:pt x="7261" y="3391"/>
                  </a:lnTo>
                  <a:lnTo>
                    <a:pt x="7010" y="3202"/>
                  </a:lnTo>
                  <a:lnTo>
                    <a:pt x="6801" y="3139"/>
                  </a:lnTo>
                  <a:lnTo>
                    <a:pt x="6717" y="3077"/>
                  </a:lnTo>
                  <a:lnTo>
                    <a:pt x="6613" y="3077"/>
                  </a:lnTo>
                  <a:lnTo>
                    <a:pt x="6508" y="2993"/>
                  </a:lnTo>
                  <a:lnTo>
                    <a:pt x="6383" y="2972"/>
                  </a:lnTo>
                  <a:lnTo>
                    <a:pt x="6362" y="2826"/>
                  </a:lnTo>
                  <a:lnTo>
                    <a:pt x="6487" y="2616"/>
                  </a:lnTo>
                  <a:lnTo>
                    <a:pt x="6487" y="2449"/>
                  </a:lnTo>
                  <a:lnTo>
                    <a:pt x="6571" y="2135"/>
                  </a:lnTo>
                  <a:lnTo>
                    <a:pt x="6571" y="1926"/>
                  </a:lnTo>
                  <a:lnTo>
                    <a:pt x="6529" y="1947"/>
                  </a:lnTo>
                  <a:lnTo>
                    <a:pt x="6508" y="1842"/>
                  </a:lnTo>
                  <a:lnTo>
                    <a:pt x="6404" y="1842"/>
                  </a:lnTo>
                  <a:lnTo>
                    <a:pt x="6320" y="1675"/>
                  </a:lnTo>
                  <a:lnTo>
                    <a:pt x="6257" y="1654"/>
                  </a:lnTo>
                  <a:lnTo>
                    <a:pt x="6152" y="1549"/>
                  </a:lnTo>
                  <a:lnTo>
                    <a:pt x="6006" y="1528"/>
                  </a:lnTo>
                  <a:lnTo>
                    <a:pt x="5964" y="1445"/>
                  </a:lnTo>
                  <a:lnTo>
                    <a:pt x="5839" y="1445"/>
                  </a:lnTo>
                  <a:lnTo>
                    <a:pt x="5755" y="1549"/>
                  </a:lnTo>
                  <a:lnTo>
                    <a:pt x="5629" y="1507"/>
                  </a:lnTo>
                  <a:lnTo>
                    <a:pt x="5587" y="1361"/>
                  </a:lnTo>
                  <a:lnTo>
                    <a:pt x="5546" y="1361"/>
                  </a:lnTo>
                  <a:lnTo>
                    <a:pt x="5546" y="1256"/>
                  </a:lnTo>
                  <a:lnTo>
                    <a:pt x="5462" y="1152"/>
                  </a:lnTo>
                  <a:lnTo>
                    <a:pt x="5399" y="1131"/>
                  </a:lnTo>
                  <a:lnTo>
                    <a:pt x="5441" y="1047"/>
                  </a:lnTo>
                  <a:lnTo>
                    <a:pt x="5378" y="943"/>
                  </a:lnTo>
                  <a:lnTo>
                    <a:pt x="5399" y="712"/>
                  </a:lnTo>
                  <a:lnTo>
                    <a:pt x="5253" y="629"/>
                  </a:lnTo>
                  <a:lnTo>
                    <a:pt x="5232" y="566"/>
                  </a:lnTo>
                  <a:lnTo>
                    <a:pt x="5211" y="482"/>
                  </a:lnTo>
                  <a:lnTo>
                    <a:pt x="4960" y="357"/>
                  </a:lnTo>
                  <a:lnTo>
                    <a:pt x="4813" y="357"/>
                  </a:lnTo>
                  <a:lnTo>
                    <a:pt x="4751" y="189"/>
                  </a:lnTo>
                  <a:lnTo>
                    <a:pt x="4604" y="106"/>
                  </a:lnTo>
                  <a:lnTo>
                    <a:pt x="4437" y="210"/>
                  </a:lnTo>
                  <a:lnTo>
                    <a:pt x="41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5" name="Google Shape;2475;p56"/>
            <p:cNvSpPr/>
            <p:nvPr/>
          </p:nvSpPr>
          <p:spPr>
            <a:xfrm>
              <a:off x="4286244" y="2933329"/>
              <a:ext cx="56823" cy="29034"/>
            </a:xfrm>
            <a:custGeom>
              <a:avLst/>
              <a:gdLst/>
              <a:ahLst/>
              <a:cxnLst/>
              <a:rect l="l" t="t" r="r" b="b"/>
              <a:pathLst>
                <a:path w="4772" h="2553" extrusionOk="0">
                  <a:moveTo>
                    <a:pt x="231" y="0"/>
                  </a:moveTo>
                  <a:lnTo>
                    <a:pt x="210" y="42"/>
                  </a:lnTo>
                  <a:lnTo>
                    <a:pt x="210" y="251"/>
                  </a:lnTo>
                  <a:lnTo>
                    <a:pt x="126" y="565"/>
                  </a:lnTo>
                  <a:lnTo>
                    <a:pt x="126" y="732"/>
                  </a:lnTo>
                  <a:lnTo>
                    <a:pt x="1" y="942"/>
                  </a:lnTo>
                  <a:lnTo>
                    <a:pt x="22" y="1088"/>
                  </a:lnTo>
                  <a:lnTo>
                    <a:pt x="147" y="1109"/>
                  </a:lnTo>
                  <a:lnTo>
                    <a:pt x="252" y="1193"/>
                  </a:lnTo>
                  <a:lnTo>
                    <a:pt x="356" y="1193"/>
                  </a:lnTo>
                  <a:lnTo>
                    <a:pt x="440" y="1255"/>
                  </a:lnTo>
                  <a:lnTo>
                    <a:pt x="649" y="1318"/>
                  </a:lnTo>
                  <a:lnTo>
                    <a:pt x="900" y="1507"/>
                  </a:lnTo>
                  <a:lnTo>
                    <a:pt x="1089" y="1716"/>
                  </a:lnTo>
                  <a:lnTo>
                    <a:pt x="1319" y="1758"/>
                  </a:lnTo>
                  <a:lnTo>
                    <a:pt x="1423" y="1841"/>
                  </a:lnTo>
                  <a:lnTo>
                    <a:pt x="1591" y="1841"/>
                  </a:lnTo>
                  <a:lnTo>
                    <a:pt x="1779" y="1946"/>
                  </a:lnTo>
                  <a:lnTo>
                    <a:pt x="2051" y="1946"/>
                  </a:lnTo>
                  <a:lnTo>
                    <a:pt x="2156" y="2030"/>
                  </a:lnTo>
                  <a:lnTo>
                    <a:pt x="2449" y="1946"/>
                  </a:lnTo>
                  <a:lnTo>
                    <a:pt x="2742" y="1988"/>
                  </a:lnTo>
                  <a:lnTo>
                    <a:pt x="2763" y="2155"/>
                  </a:lnTo>
                  <a:lnTo>
                    <a:pt x="2930" y="2281"/>
                  </a:lnTo>
                  <a:lnTo>
                    <a:pt x="3223" y="2364"/>
                  </a:lnTo>
                  <a:lnTo>
                    <a:pt x="3348" y="2302"/>
                  </a:lnTo>
                  <a:lnTo>
                    <a:pt x="3558" y="2302"/>
                  </a:lnTo>
                  <a:lnTo>
                    <a:pt x="4039" y="2490"/>
                  </a:lnTo>
                  <a:lnTo>
                    <a:pt x="4144" y="2406"/>
                  </a:lnTo>
                  <a:lnTo>
                    <a:pt x="4395" y="2553"/>
                  </a:lnTo>
                  <a:lnTo>
                    <a:pt x="4729" y="2469"/>
                  </a:lnTo>
                  <a:lnTo>
                    <a:pt x="4771" y="2197"/>
                  </a:lnTo>
                  <a:lnTo>
                    <a:pt x="4667" y="1967"/>
                  </a:lnTo>
                  <a:lnTo>
                    <a:pt x="4729" y="1716"/>
                  </a:lnTo>
                  <a:lnTo>
                    <a:pt x="4667" y="1569"/>
                  </a:lnTo>
                  <a:lnTo>
                    <a:pt x="4562" y="1569"/>
                  </a:lnTo>
                  <a:lnTo>
                    <a:pt x="4416" y="1632"/>
                  </a:lnTo>
                  <a:lnTo>
                    <a:pt x="4353" y="1611"/>
                  </a:lnTo>
                  <a:lnTo>
                    <a:pt x="4206" y="1653"/>
                  </a:lnTo>
                  <a:lnTo>
                    <a:pt x="4123" y="1632"/>
                  </a:lnTo>
                  <a:lnTo>
                    <a:pt x="3997" y="1465"/>
                  </a:lnTo>
                  <a:lnTo>
                    <a:pt x="3830" y="1402"/>
                  </a:lnTo>
                  <a:lnTo>
                    <a:pt x="3788" y="1255"/>
                  </a:lnTo>
                  <a:lnTo>
                    <a:pt x="3662" y="1193"/>
                  </a:lnTo>
                  <a:lnTo>
                    <a:pt x="3453" y="1193"/>
                  </a:lnTo>
                  <a:lnTo>
                    <a:pt x="3348" y="1297"/>
                  </a:lnTo>
                  <a:lnTo>
                    <a:pt x="3202" y="1318"/>
                  </a:lnTo>
                  <a:lnTo>
                    <a:pt x="3139" y="1402"/>
                  </a:lnTo>
                  <a:lnTo>
                    <a:pt x="2972" y="1318"/>
                  </a:lnTo>
                  <a:lnTo>
                    <a:pt x="2867" y="1339"/>
                  </a:lnTo>
                  <a:lnTo>
                    <a:pt x="2825" y="1193"/>
                  </a:lnTo>
                  <a:lnTo>
                    <a:pt x="2846" y="942"/>
                  </a:lnTo>
                  <a:lnTo>
                    <a:pt x="2700" y="942"/>
                  </a:lnTo>
                  <a:lnTo>
                    <a:pt x="2532" y="1004"/>
                  </a:lnTo>
                  <a:lnTo>
                    <a:pt x="2365" y="879"/>
                  </a:lnTo>
                  <a:lnTo>
                    <a:pt x="2365" y="711"/>
                  </a:lnTo>
                  <a:lnTo>
                    <a:pt x="2239" y="628"/>
                  </a:lnTo>
                  <a:lnTo>
                    <a:pt x="2114" y="628"/>
                  </a:lnTo>
                  <a:lnTo>
                    <a:pt x="2093" y="586"/>
                  </a:lnTo>
                  <a:lnTo>
                    <a:pt x="2009" y="628"/>
                  </a:lnTo>
                  <a:lnTo>
                    <a:pt x="2009" y="816"/>
                  </a:lnTo>
                  <a:lnTo>
                    <a:pt x="1947" y="837"/>
                  </a:lnTo>
                  <a:lnTo>
                    <a:pt x="1905" y="711"/>
                  </a:lnTo>
                  <a:lnTo>
                    <a:pt x="1800" y="586"/>
                  </a:lnTo>
                  <a:lnTo>
                    <a:pt x="1737" y="523"/>
                  </a:lnTo>
                  <a:lnTo>
                    <a:pt x="1612" y="460"/>
                  </a:lnTo>
                  <a:lnTo>
                    <a:pt x="1486" y="460"/>
                  </a:lnTo>
                  <a:lnTo>
                    <a:pt x="1319" y="272"/>
                  </a:lnTo>
                  <a:lnTo>
                    <a:pt x="1214" y="209"/>
                  </a:lnTo>
                  <a:lnTo>
                    <a:pt x="1089" y="209"/>
                  </a:lnTo>
                  <a:lnTo>
                    <a:pt x="1047" y="147"/>
                  </a:lnTo>
                  <a:lnTo>
                    <a:pt x="838" y="63"/>
                  </a:lnTo>
                  <a:lnTo>
                    <a:pt x="670" y="84"/>
                  </a:lnTo>
                  <a:lnTo>
                    <a:pt x="607" y="188"/>
                  </a:lnTo>
                  <a:lnTo>
                    <a:pt x="545" y="167"/>
                  </a:lnTo>
                  <a:lnTo>
                    <a:pt x="440" y="167"/>
                  </a:lnTo>
                  <a:lnTo>
                    <a:pt x="377" y="84"/>
                  </a:lnTo>
                  <a:lnTo>
                    <a:pt x="23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6" name="Google Shape;2476;p56"/>
            <p:cNvSpPr/>
            <p:nvPr/>
          </p:nvSpPr>
          <p:spPr>
            <a:xfrm>
              <a:off x="4155440" y="2884541"/>
              <a:ext cx="95439" cy="100431"/>
            </a:xfrm>
            <a:custGeom>
              <a:avLst/>
              <a:gdLst/>
              <a:ahLst/>
              <a:cxnLst/>
              <a:rect l="l" t="t" r="r" b="b"/>
              <a:pathLst>
                <a:path w="8015" h="8831" extrusionOk="0">
                  <a:moveTo>
                    <a:pt x="5901" y="1"/>
                  </a:moveTo>
                  <a:lnTo>
                    <a:pt x="5713" y="105"/>
                  </a:lnTo>
                  <a:lnTo>
                    <a:pt x="5587" y="252"/>
                  </a:lnTo>
                  <a:lnTo>
                    <a:pt x="5441" y="252"/>
                  </a:lnTo>
                  <a:lnTo>
                    <a:pt x="5315" y="377"/>
                  </a:lnTo>
                  <a:lnTo>
                    <a:pt x="5232" y="482"/>
                  </a:lnTo>
                  <a:lnTo>
                    <a:pt x="5462" y="838"/>
                  </a:lnTo>
                  <a:lnTo>
                    <a:pt x="5483" y="1110"/>
                  </a:lnTo>
                  <a:lnTo>
                    <a:pt x="5232" y="1444"/>
                  </a:lnTo>
                  <a:lnTo>
                    <a:pt x="5357" y="1570"/>
                  </a:lnTo>
                  <a:lnTo>
                    <a:pt x="5357" y="1737"/>
                  </a:lnTo>
                  <a:lnTo>
                    <a:pt x="5190" y="1968"/>
                  </a:lnTo>
                  <a:lnTo>
                    <a:pt x="4981" y="1968"/>
                  </a:lnTo>
                  <a:lnTo>
                    <a:pt x="4771" y="1884"/>
                  </a:lnTo>
                  <a:lnTo>
                    <a:pt x="4646" y="1968"/>
                  </a:lnTo>
                  <a:lnTo>
                    <a:pt x="4709" y="2135"/>
                  </a:lnTo>
                  <a:lnTo>
                    <a:pt x="4834" y="2198"/>
                  </a:lnTo>
                  <a:lnTo>
                    <a:pt x="4876" y="2365"/>
                  </a:lnTo>
                  <a:lnTo>
                    <a:pt x="4855" y="2449"/>
                  </a:lnTo>
                  <a:lnTo>
                    <a:pt x="4730" y="2512"/>
                  </a:lnTo>
                  <a:lnTo>
                    <a:pt x="4604" y="2553"/>
                  </a:lnTo>
                  <a:lnTo>
                    <a:pt x="4562" y="2616"/>
                  </a:lnTo>
                  <a:lnTo>
                    <a:pt x="4541" y="2825"/>
                  </a:lnTo>
                  <a:lnTo>
                    <a:pt x="4499" y="2972"/>
                  </a:lnTo>
                  <a:lnTo>
                    <a:pt x="4499" y="3035"/>
                  </a:lnTo>
                  <a:lnTo>
                    <a:pt x="4457" y="3097"/>
                  </a:lnTo>
                  <a:lnTo>
                    <a:pt x="4499" y="3328"/>
                  </a:lnTo>
                  <a:lnTo>
                    <a:pt x="4395" y="3537"/>
                  </a:lnTo>
                  <a:lnTo>
                    <a:pt x="4248" y="3390"/>
                  </a:lnTo>
                  <a:lnTo>
                    <a:pt x="4206" y="3390"/>
                  </a:lnTo>
                  <a:lnTo>
                    <a:pt x="4185" y="3453"/>
                  </a:lnTo>
                  <a:lnTo>
                    <a:pt x="4039" y="3453"/>
                  </a:lnTo>
                  <a:lnTo>
                    <a:pt x="3997" y="3411"/>
                  </a:lnTo>
                  <a:lnTo>
                    <a:pt x="3830" y="3432"/>
                  </a:lnTo>
                  <a:lnTo>
                    <a:pt x="3809" y="3495"/>
                  </a:lnTo>
                  <a:lnTo>
                    <a:pt x="3600" y="3662"/>
                  </a:lnTo>
                  <a:lnTo>
                    <a:pt x="3683" y="3704"/>
                  </a:lnTo>
                  <a:lnTo>
                    <a:pt x="3621" y="3767"/>
                  </a:lnTo>
                  <a:lnTo>
                    <a:pt x="3411" y="3872"/>
                  </a:lnTo>
                  <a:lnTo>
                    <a:pt x="3349" y="3830"/>
                  </a:lnTo>
                  <a:lnTo>
                    <a:pt x="3202" y="3851"/>
                  </a:lnTo>
                  <a:lnTo>
                    <a:pt x="3160" y="3934"/>
                  </a:lnTo>
                  <a:lnTo>
                    <a:pt x="3139" y="4039"/>
                  </a:lnTo>
                  <a:lnTo>
                    <a:pt x="3035" y="4060"/>
                  </a:lnTo>
                  <a:lnTo>
                    <a:pt x="2951" y="4165"/>
                  </a:lnTo>
                  <a:lnTo>
                    <a:pt x="2951" y="4332"/>
                  </a:lnTo>
                  <a:lnTo>
                    <a:pt x="2993" y="4499"/>
                  </a:lnTo>
                  <a:lnTo>
                    <a:pt x="2993" y="4646"/>
                  </a:lnTo>
                  <a:lnTo>
                    <a:pt x="3035" y="4750"/>
                  </a:lnTo>
                  <a:lnTo>
                    <a:pt x="3035" y="4855"/>
                  </a:lnTo>
                  <a:lnTo>
                    <a:pt x="2784" y="4960"/>
                  </a:lnTo>
                  <a:lnTo>
                    <a:pt x="2574" y="4960"/>
                  </a:lnTo>
                  <a:lnTo>
                    <a:pt x="2407" y="4981"/>
                  </a:lnTo>
                  <a:lnTo>
                    <a:pt x="2093" y="4981"/>
                  </a:lnTo>
                  <a:lnTo>
                    <a:pt x="1905" y="5022"/>
                  </a:lnTo>
                  <a:lnTo>
                    <a:pt x="1821" y="5106"/>
                  </a:lnTo>
                  <a:lnTo>
                    <a:pt x="1633" y="5085"/>
                  </a:lnTo>
                  <a:lnTo>
                    <a:pt x="1465" y="5127"/>
                  </a:lnTo>
                  <a:lnTo>
                    <a:pt x="775" y="5169"/>
                  </a:lnTo>
                  <a:lnTo>
                    <a:pt x="1" y="4918"/>
                  </a:lnTo>
                  <a:lnTo>
                    <a:pt x="273" y="5336"/>
                  </a:lnTo>
                  <a:lnTo>
                    <a:pt x="356" y="5483"/>
                  </a:lnTo>
                  <a:lnTo>
                    <a:pt x="524" y="5629"/>
                  </a:lnTo>
                  <a:lnTo>
                    <a:pt x="649" y="5713"/>
                  </a:lnTo>
                  <a:lnTo>
                    <a:pt x="691" y="5755"/>
                  </a:lnTo>
                  <a:lnTo>
                    <a:pt x="880" y="5797"/>
                  </a:lnTo>
                  <a:lnTo>
                    <a:pt x="984" y="5818"/>
                  </a:lnTo>
                  <a:lnTo>
                    <a:pt x="1005" y="5901"/>
                  </a:lnTo>
                  <a:lnTo>
                    <a:pt x="1172" y="5901"/>
                  </a:lnTo>
                  <a:lnTo>
                    <a:pt x="1172" y="6110"/>
                  </a:lnTo>
                  <a:lnTo>
                    <a:pt x="1214" y="6236"/>
                  </a:lnTo>
                  <a:lnTo>
                    <a:pt x="1214" y="6382"/>
                  </a:lnTo>
                  <a:lnTo>
                    <a:pt x="1256" y="6487"/>
                  </a:lnTo>
                  <a:lnTo>
                    <a:pt x="1403" y="6466"/>
                  </a:lnTo>
                  <a:lnTo>
                    <a:pt x="1528" y="6571"/>
                  </a:lnTo>
                  <a:lnTo>
                    <a:pt x="1570" y="6801"/>
                  </a:lnTo>
                  <a:lnTo>
                    <a:pt x="1486" y="6885"/>
                  </a:lnTo>
                  <a:lnTo>
                    <a:pt x="1319" y="6843"/>
                  </a:lnTo>
                  <a:lnTo>
                    <a:pt x="1068" y="6906"/>
                  </a:lnTo>
                  <a:lnTo>
                    <a:pt x="984" y="6968"/>
                  </a:lnTo>
                  <a:lnTo>
                    <a:pt x="838" y="7052"/>
                  </a:lnTo>
                  <a:lnTo>
                    <a:pt x="754" y="7157"/>
                  </a:lnTo>
                  <a:lnTo>
                    <a:pt x="796" y="7261"/>
                  </a:lnTo>
                  <a:lnTo>
                    <a:pt x="691" y="7387"/>
                  </a:lnTo>
                  <a:lnTo>
                    <a:pt x="754" y="7512"/>
                  </a:lnTo>
                  <a:lnTo>
                    <a:pt x="733" y="7722"/>
                  </a:lnTo>
                  <a:lnTo>
                    <a:pt x="733" y="7805"/>
                  </a:lnTo>
                  <a:lnTo>
                    <a:pt x="796" y="7805"/>
                  </a:lnTo>
                  <a:lnTo>
                    <a:pt x="796" y="7889"/>
                  </a:lnTo>
                  <a:lnTo>
                    <a:pt x="859" y="7910"/>
                  </a:lnTo>
                  <a:lnTo>
                    <a:pt x="1005" y="7805"/>
                  </a:lnTo>
                  <a:lnTo>
                    <a:pt x="1131" y="7805"/>
                  </a:lnTo>
                  <a:lnTo>
                    <a:pt x="1172" y="7847"/>
                  </a:lnTo>
                  <a:lnTo>
                    <a:pt x="1193" y="7826"/>
                  </a:lnTo>
                  <a:lnTo>
                    <a:pt x="1298" y="7784"/>
                  </a:lnTo>
                  <a:lnTo>
                    <a:pt x="1403" y="7784"/>
                  </a:lnTo>
                  <a:lnTo>
                    <a:pt x="1465" y="7805"/>
                  </a:lnTo>
                  <a:lnTo>
                    <a:pt x="1570" y="7784"/>
                  </a:lnTo>
                  <a:lnTo>
                    <a:pt x="1696" y="7784"/>
                  </a:lnTo>
                  <a:lnTo>
                    <a:pt x="1717" y="7722"/>
                  </a:lnTo>
                  <a:lnTo>
                    <a:pt x="1779" y="7638"/>
                  </a:lnTo>
                  <a:lnTo>
                    <a:pt x="1884" y="7722"/>
                  </a:lnTo>
                  <a:lnTo>
                    <a:pt x="1947" y="7722"/>
                  </a:lnTo>
                  <a:lnTo>
                    <a:pt x="1989" y="7701"/>
                  </a:lnTo>
                  <a:lnTo>
                    <a:pt x="2030" y="7701"/>
                  </a:lnTo>
                  <a:lnTo>
                    <a:pt x="2051" y="7784"/>
                  </a:lnTo>
                  <a:lnTo>
                    <a:pt x="2156" y="7784"/>
                  </a:lnTo>
                  <a:lnTo>
                    <a:pt x="2240" y="7826"/>
                  </a:lnTo>
                  <a:lnTo>
                    <a:pt x="2323" y="7826"/>
                  </a:lnTo>
                  <a:lnTo>
                    <a:pt x="2449" y="7701"/>
                  </a:lnTo>
                  <a:lnTo>
                    <a:pt x="2616" y="7701"/>
                  </a:lnTo>
                  <a:lnTo>
                    <a:pt x="2700" y="7722"/>
                  </a:lnTo>
                  <a:lnTo>
                    <a:pt x="2784" y="7680"/>
                  </a:lnTo>
                  <a:lnTo>
                    <a:pt x="2867" y="7680"/>
                  </a:lnTo>
                  <a:lnTo>
                    <a:pt x="2888" y="7617"/>
                  </a:lnTo>
                  <a:lnTo>
                    <a:pt x="2951" y="7638"/>
                  </a:lnTo>
                  <a:lnTo>
                    <a:pt x="3097" y="7680"/>
                  </a:lnTo>
                  <a:lnTo>
                    <a:pt x="3223" y="7617"/>
                  </a:lnTo>
                  <a:lnTo>
                    <a:pt x="3411" y="7617"/>
                  </a:lnTo>
                  <a:lnTo>
                    <a:pt x="3558" y="7722"/>
                  </a:lnTo>
                  <a:lnTo>
                    <a:pt x="3579" y="7847"/>
                  </a:lnTo>
                  <a:lnTo>
                    <a:pt x="3579" y="7931"/>
                  </a:lnTo>
                  <a:lnTo>
                    <a:pt x="3579" y="7952"/>
                  </a:lnTo>
                  <a:lnTo>
                    <a:pt x="3558" y="7952"/>
                  </a:lnTo>
                  <a:lnTo>
                    <a:pt x="3558" y="8014"/>
                  </a:lnTo>
                  <a:lnTo>
                    <a:pt x="3662" y="8014"/>
                  </a:lnTo>
                  <a:lnTo>
                    <a:pt x="3809" y="7931"/>
                  </a:lnTo>
                  <a:lnTo>
                    <a:pt x="3809" y="8056"/>
                  </a:lnTo>
                  <a:lnTo>
                    <a:pt x="3934" y="8203"/>
                  </a:lnTo>
                  <a:lnTo>
                    <a:pt x="3997" y="8412"/>
                  </a:lnTo>
                  <a:lnTo>
                    <a:pt x="3997" y="8433"/>
                  </a:lnTo>
                  <a:lnTo>
                    <a:pt x="3997" y="8517"/>
                  </a:lnTo>
                  <a:lnTo>
                    <a:pt x="3934" y="8538"/>
                  </a:lnTo>
                  <a:lnTo>
                    <a:pt x="4039" y="8538"/>
                  </a:lnTo>
                  <a:lnTo>
                    <a:pt x="4081" y="8663"/>
                  </a:lnTo>
                  <a:lnTo>
                    <a:pt x="4353" y="8663"/>
                  </a:lnTo>
                  <a:lnTo>
                    <a:pt x="4541" y="8747"/>
                  </a:lnTo>
                  <a:lnTo>
                    <a:pt x="4541" y="8831"/>
                  </a:lnTo>
                  <a:lnTo>
                    <a:pt x="4625" y="8768"/>
                  </a:lnTo>
                  <a:lnTo>
                    <a:pt x="4646" y="8621"/>
                  </a:lnTo>
                  <a:lnTo>
                    <a:pt x="4750" y="8538"/>
                  </a:lnTo>
                  <a:lnTo>
                    <a:pt x="4834" y="8517"/>
                  </a:lnTo>
                  <a:lnTo>
                    <a:pt x="4876" y="8370"/>
                  </a:lnTo>
                  <a:lnTo>
                    <a:pt x="4960" y="8412"/>
                  </a:lnTo>
                  <a:lnTo>
                    <a:pt x="5064" y="8349"/>
                  </a:lnTo>
                  <a:lnTo>
                    <a:pt x="5462" y="8370"/>
                  </a:lnTo>
                  <a:lnTo>
                    <a:pt x="5692" y="8266"/>
                  </a:lnTo>
                  <a:lnTo>
                    <a:pt x="5755" y="8224"/>
                  </a:lnTo>
                  <a:lnTo>
                    <a:pt x="5880" y="8203"/>
                  </a:lnTo>
                  <a:lnTo>
                    <a:pt x="5880" y="8203"/>
                  </a:lnTo>
                  <a:lnTo>
                    <a:pt x="5818" y="8266"/>
                  </a:lnTo>
                  <a:lnTo>
                    <a:pt x="5880" y="8349"/>
                  </a:lnTo>
                  <a:lnTo>
                    <a:pt x="6006" y="8266"/>
                  </a:lnTo>
                  <a:lnTo>
                    <a:pt x="6110" y="8224"/>
                  </a:lnTo>
                  <a:lnTo>
                    <a:pt x="6069" y="8161"/>
                  </a:lnTo>
                  <a:lnTo>
                    <a:pt x="6090" y="8098"/>
                  </a:lnTo>
                  <a:lnTo>
                    <a:pt x="5964" y="7722"/>
                  </a:lnTo>
                  <a:lnTo>
                    <a:pt x="5838" y="7575"/>
                  </a:lnTo>
                  <a:lnTo>
                    <a:pt x="5880" y="7491"/>
                  </a:lnTo>
                  <a:lnTo>
                    <a:pt x="5797" y="7429"/>
                  </a:lnTo>
                  <a:lnTo>
                    <a:pt x="5692" y="7429"/>
                  </a:lnTo>
                  <a:lnTo>
                    <a:pt x="5483" y="7303"/>
                  </a:lnTo>
                  <a:lnTo>
                    <a:pt x="5462" y="7094"/>
                  </a:lnTo>
                  <a:lnTo>
                    <a:pt x="5483" y="6968"/>
                  </a:lnTo>
                  <a:lnTo>
                    <a:pt x="5399" y="6780"/>
                  </a:lnTo>
                  <a:lnTo>
                    <a:pt x="5294" y="6780"/>
                  </a:lnTo>
                  <a:lnTo>
                    <a:pt x="5232" y="6801"/>
                  </a:lnTo>
                  <a:lnTo>
                    <a:pt x="5085" y="6759"/>
                  </a:lnTo>
                  <a:lnTo>
                    <a:pt x="4981" y="6780"/>
                  </a:lnTo>
                  <a:lnTo>
                    <a:pt x="4981" y="6634"/>
                  </a:lnTo>
                  <a:lnTo>
                    <a:pt x="5085" y="6382"/>
                  </a:lnTo>
                  <a:lnTo>
                    <a:pt x="5169" y="6362"/>
                  </a:lnTo>
                  <a:lnTo>
                    <a:pt x="5315" y="6152"/>
                  </a:lnTo>
                  <a:lnTo>
                    <a:pt x="5357" y="6048"/>
                  </a:lnTo>
                  <a:lnTo>
                    <a:pt x="5462" y="6006"/>
                  </a:lnTo>
                  <a:lnTo>
                    <a:pt x="5546" y="5943"/>
                  </a:lnTo>
                  <a:lnTo>
                    <a:pt x="5671" y="6006"/>
                  </a:lnTo>
                  <a:lnTo>
                    <a:pt x="5692" y="6110"/>
                  </a:lnTo>
                  <a:lnTo>
                    <a:pt x="5776" y="6131"/>
                  </a:lnTo>
                  <a:lnTo>
                    <a:pt x="5985" y="6006"/>
                  </a:lnTo>
                  <a:lnTo>
                    <a:pt x="6299" y="6006"/>
                  </a:lnTo>
                  <a:lnTo>
                    <a:pt x="6487" y="5797"/>
                  </a:lnTo>
                  <a:lnTo>
                    <a:pt x="6592" y="5441"/>
                  </a:lnTo>
                  <a:lnTo>
                    <a:pt x="6843" y="5273"/>
                  </a:lnTo>
                  <a:lnTo>
                    <a:pt x="6926" y="5127"/>
                  </a:lnTo>
                  <a:lnTo>
                    <a:pt x="6947" y="4960"/>
                  </a:lnTo>
                  <a:lnTo>
                    <a:pt x="7052" y="4771"/>
                  </a:lnTo>
                  <a:lnTo>
                    <a:pt x="7261" y="4667"/>
                  </a:lnTo>
                  <a:lnTo>
                    <a:pt x="7324" y="4541"/>
                  </a:lnTo>
                  <a:lnTo>
                    <a:pt x="7324" y="4437"/>
                  </a:lnTo>
                  <a:lnTo>
                    <a:pt x="7240" y="4374"/>
                  </a:lnTo>
                  <a:lnTo>
                    <a:pt x="7387" y="4185"/>
                  </a:lnTo>
                  <a:lnTo>
                    <a:pt x="7491" y="4123"/>
                  </a:lnTo>
                  <a:lnTo>
                    <a:pt x="7491" y="3976"/>
                  </a:lnTo>
                  <a:lnTo>
                    <a:pt x="7554" y="3704"/>
                  </a:lnTo>
                  <a:lnTo>
                    <a:pt x="7470" y="3495"/>
                  </a:lnTo>
                  <a:lnTo>
                    <a:pt x="7450" y="3432"/>
                  </a:lnTo>
                  <a:lnTo>
                    <a:pt x="7638" y="3244"/>
                  </a:lnTo>
                  <a:lnTo>
                    <a:pt x="7743" y="3223"/>
                  </a:lnTo>
                  <a:lnTo>
                    <a:pt x="7847" y="3139"/>
                  </a:lnTo>
                  <a:lnTo>
                    <a:pt x="7910" y="3139"/>
                  </a:lnTo>
                  <a:lnTo>
                    <a:pt x="8015" y="3035"/>
                  </a:lnTo>
                  <a:lnTo>
                    <a:pt x="8015" y="2909"/>
                  </a:lnTo>
                  <a:lnTo>
                    <a:pt x="7868" y="2867"/>
                  </a:lnTo>
                  <a:lnTo>
                    <a:pt x="7743" y="2909"/>
                  </a:lnTo>
                  <a:lnTo>
                    <a:pt x="7554" y="2888"/>
                  </a:lnTo>
                  <a:lnTo>
                    <a:pt x="7491" y="2721"/>
                  </a:lnTo>
                  <a:lnTo>
                    <a:pt x="7282" y="2658"/>
                  </a:lnTo>
                  <a:lnTo>
                    <a:pt x="7073" y="2595"/>
                  </a:lnTo>
                  <a:lnTo>
                    <a:pt x="6864" y="2407"/>
                  </a:lnTo>
                  <a:lnTo>
                    <a:pt x="6843" y="2240"/>
                  </a:lnTo>
                  <a:lnTo>
                    <a:pt x="6738" y="1863"/>
                  </a:lnTo>
                  <a:lnTo>
                    <a:pt x="6634" y="1675"/>
                  </a:lnTo>
                  <a:lnTo>
                    <a:pt x="6634" y="1507"/>
                  </a:lnTo>
                  <a:lnTo>
                    <a:pt x="6738" y="1465"/>
                  </a:lnTo>
                  <a:lnTo>
                    <a:pt x="6738" y="1340"/>
                  </a:lnTo>
                  <a:lnTo>
                    <a:pt x="6885" y="1235"/>
                  </a:lnTo>
                  <a:lnTo>
                    <a:pt x="6885" y="1110"/>
                  </a:lnTo>
                  <a:lnTo>
                    <a:pt x="6738" y="1047"/>
                  </a:lnTo>
                  <a:lnTo>
                    <a:pt x="6717" y="921"/>
                  </a:lnTo>
                  <a:lnTo>
                    <a:pt x="6550" y="838"/>
                  </a:lnTo>
                  <a:lnTo>
                    <a:pt x="6403" y="712"/>
                  </a:lnTo>
                  <a:lnTo>
                    <a:pt x="6278" y="566"/>
                  </a:lnTo>
                  <a:lnTo>
                    <a:pt x="6173" y="608"/>
                  </a:lnTo>
                  <a:lnTo>
                    <a:pt x="6090" y="628"/>
                  </a:lnTo>
                  <a:lnTo>
                    <a:pt x="6006" y="566"/>
                  </a:lnTo>
                  <a:lnTo>
                    <a:pt x="5985" y="315"/>
                  </a:lnTo>
                  <a:lnTo>
                    <a:pt x="6236" y="147"/>
                  </a:lnTo>
                  <a:lnTo>
                    <a:pt x="6215" y="64"/>
                  </a:lnTo>
                  <a:lnTo>
                    <a:pt x="6027" y="84"/>
                  </a:lnTo>
                  <a:lnTo>
                    <a:pt x="590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7" name="Google Shape;2477;p56"/>
            <p:cNvSpPr/>
            <p:nvPr/>
          </p:nvSpPr>
          <p:spPr>
            <a:xfrm>
              <a:off x="4148462" y="2870746"/>
              <a:ext cx="91200" cy="72579"/>
            </a:xfrm>
            <a:custGeom>
              <a:avLst/>
              <a:gdLst/>
              <a:ahLst/>
              <a:cxnLst/>
              <a:rect l="l" t="t" r="r" b="b"/>
              <a:pathLst>
                <a:path w="7659" h="6382" extrusionOk="0">
                  <a:moveTo>
                    <a:pt x="5295" y="0"/>
                  </a:moveTo>
                  <a:lnTo>
                    <a:pt x="5232" y="105"/>
                  </a:lnTo>
                  <a:lnTo>
                    <a:pt x="5211" y="272"/>
                  </a:lnTo>
                  <a:lnTo>
                    <a:pt x="5127" y="335"/>
                  </a:lnTo>
                  <a:lnTo>
                    <a:pt x="5106" y="419"/>
                  </a:lnTo>
                  <a:lnTo>
                    <a:pt x="5127" y="565"/>
                  </a:lnTo>
                  <a:lnTo>
                    <a:pt x="5043" y="691"/>
                  </a:lnTo>
                  <a:lnTo>
                    <a:pt x="4918" y="691"/>
                  </a:lnTo>
                  <a:lnTo>
                    <a:pt x="4897" y="649"/>
                  </a:lnTo>
                  <a:lnTo>
                    <a:pt x="4834" y="649"/>
                  </a:lnTo>
                  <a:lnTo>
                    <a:pt x="4792" y="691"/>
                  </a:lnTo>
                  <a:lnTo>
                    <a:pt x="4667" y="732"/>
                  </a:lnTo>
                  <a:lnTo>
                    <a:pt x="4667" y="837"/>
                  </a:lnTo>
                  <a:lnTo>
                    <a:pt x="4709" y="879"/>
                  </a:lnTo>
                  <a:lnTo>
                    <a:pt x="4709" y="963"/>
                  </a:lnTo>
                  <a:lnTo>
                    <a:pt x="4520" y="942"/>
                  </a:lnTo>
                  <a:lnTo>
                    <a:pt x="4458" y="858"/>
                  </a:lnTo>
                  <a:lnTo>
                    <a:pt x="4395" y="837"/>
                  </a:lnTo>
                  <a:lnTo>
                    <a:pt x="4332" y="879"/>
                  </a:lnTo>
                  <a:lnTo>
                    <a:pt x="4269" y="900"/>
                  </a:lnTo>
                  <a:lnTo>
                    <a:pt x="4207" y="984"/>
                  </a:lnTo>
                  <a:lnTo>
                    <a:pt x="4081" y="1067"/>
                  </a:lnTo>
                  <a:lnTo>
                    <a:pt x="3893" y="1088"/>
                  </a:lnTo>
                  <a:lnTo>
                    <a:pt x="3788" y="1067"/>
                  </a:lnTo>
                  <a:lnTo>
                    <a:pt x="3683" y="900"/>
                  </a:lnTo>
                  <a:lnTo>
                    <a:pt x="3579" y="879"/>
                  </a:lnTo>
                  <a:lnTo>
                    <a:pt x="3474" y="984"/>
                  </a:lnTo>
                  <a:lnTo>
                    <a:pt x="3411" y="984"/>
                  </a:lnTo>
                  <a:lnTo>
                    <a:pt x="3328" y="879"/>
                  </a:lnTo>
                  <a:lnTo>
                    <a:pt x="3223" y="795"/>
                  </a:lnTo>
                  <a:lnTo>
                    <a:pt x="3014" y="858"/>
                  </a:lnTo>
                  <a:lnTo>
                    <a:pt x="2993" y="837"/>
                  </a:lnTo>
                  <a:lnTo>
                    <a:pt x="2847" y="858"/>
                  </a:lnTo>
                  <a:lnTo>
                    <a:pt x="2742" y="774"/>
                  </a:lnTo>
                  <a:lnTo>
                    <a:pt x="2595" y="837"/>
                  </a:lnTo>
                  <a:lnTo>
                    <a:pt x="2428" y="942"/>
                  </a:lnTo>
                  <a:lnTo>
                    <a:pt x="2386" y="942"/>
                  </a:lnTo>
                  <a:lnTo>
                    <a:pt x="2219" y="984"/>
                  </a:lnTo>
                  <a:lnTo>
                    <a:pt x="2177" y="1046"/>
                  </a:lnTo>
                  <a:lnTo>
                    <a:pt x="2114" y="1067"/>
                  </a:lnTo>
                  <a:lnTo>
                    <a:pt x="2093" y="1109"/>
                  </a:lnTo>
                  <a:lnTo>
                    <a:pt x="2156" y="1172"/>
                  </a:lnTo>
                  <a:lnTo>
                    <a:pt x="2156" y="1297"/>
                  </a:lnTo>
                  <a:lnTo>
                    <a:pt x="2010" y="1423"/>
                  </a:lnTo>
                  <a:lnTo>
                    <a:pt x="2010" y="1590"/>
                  </a:lnTo>
                  <a:lnTo>
                    <a:pt x="1989" y="1716"/>
                  </a:lnTo>
                  <a:lnTo>
                    <a:pt x="1884" y="1737"/>
                  </a:lnTo>
                  <a:lnTo>
                    <a:pt x="1800" y="1821"/>
                  </a:lnTo>
                  <a:lnTo>
                    <a:pt x="1779" y="1883"/>
                  </a:lnTo>
                  <a:lnTo>
                    <a:pt x="1570" y="1925"/>
                  </a:lnTo>
                  <a:lnTo>
                    <a:pt x="1382" y="2030"/>
                  </a:lnTo>
                  <a:lnTo>
                    <a:pt x="1424" y="2113"/>
                  </a:lnTo>
                  <a:lnTo>
                    <a:pt x="1340" y="2155"/>
                  </a:lnTo>
                  <a:lnTo>
                    <a:pt x="1319" y="2239"/>
                  </a:lnTo>
                  <a:lnTo>
                    <a:pt x="1235" y="2344"/>
                  </a:lnTo>
                  <a:lnTo>
                    <a:pt x="1068" y="2365"/>
                  </a:lnTo>
                  <a:lnTo>
                    <a:pt x="1026" y="2427"/>
                  </a:lnTo>
                  <a:lnTo>
                    <a:pt x="963" y="2365"/>
                  </a:lnTo>
                  <a:lnTo>
                    <a:pt x="922" y="2302"/>
                  </a:lnTo>
                  <a:lnTo>
                    <a:pt x="796" y="2197"/>
                  </a:lnTo>
                  <a:lnTo>
                    <a:pt x="712" y="2197"/>
                  </a:lnTo>
                  <a:lnTo>
                    <a:pt x="629" y="2260"/>
                  </a:lnTo>
                  <a:lnTo>
                    <a:pt x="524" y="2260"/>
                  </a:lnTo>
                  <a:lnTo>
                    <a:pt x="440" y="2197"/>
                  </a:lnTo>
                  <a:lnTo>
                    <a:pt x="315" y="2155"/>
                  </a:lnTo>
                  <a:lnTo>
                    <a:pt x="273" y="2197"/>
                  </a:lnTo>
                  <a:lnTo>
                    <a:pt x="273" y="2365"/>
                  </a:lnTo>
                  <a:lnTo>
                    <a:pt x="273" y="2448"/>
                  </a:lnTo>
                  <a:lnTo>
                    <a:pt x="210" y="2532"/>
                  </a:lnTo>
                  <a:lnTo>
                    <a:pt x="294" y="2637"/>
                  </a:lnTo>
                  <a:lnTo>
                    <a:pt x="273" y="2657"/>
                  </a:lnTo>
                  <a:lnTo>
                    <a:pt x="273" y="2741"/>
                  </a:lnTo>
                  <a:lnTo>
                    <a:pt x="126" y="2846"/>
                  </a:lnTo>
                  <a:lnTo>
                    <a:pt x="1" y="2867"/>
                  </a:lnTo>
                  <a:lnTo>
                    <a:pt x="64" y="2950"/>
                  </a:lnTo>
                  <a:lnTo>
                    <a:pt x="168" y="3034"/>
                  </a:lnTo>
                  <a:lnTo>
                    <a:pt x="22" y="3181"/>
                  </a:lnTo>
                  <a:lnTo>
                    <a:pt x="85" y="3181"/>
                  </a:lnTo>
                  <a:lnTo>
                    <a:pt x="106" y="3390"/>
                  </a:lnTo>
                  <a:lnTo>
                    <a:pt x="106" y="3515"/>
                  </a:lnTo>
                  <a:lnTo>
                    <a:pt x="294" y="3557"/>
                  </a:lnTo>
                  <a:lnTo>
                    <a:pt x="336" y="3557"/>
                  </a:lnTo>
                  <a:lnTo>
                    <a:pt x="189" y="3787"/>
                  </a:lnTo>
                  <a:lnTo>
                    <a:pt x="126" y="3934"/>
                  </a:lnTo>
                  <a:lnTo>
                    <a:pt x="294" y="4227"/>
                  </a:lnTo>
                  <a:lnTo>
                    <a:pt x="378" y="4499"/>
                  </a:lnTo>
                  <a:lnTo>
                    <a:pt x="336" y="4562"/>
                  </a:lnTo>
                  <a:lnTo>
                    <a:pt x="398" y="4666"/>
                  </a:lnTo>
                  <a:lnTo>
                    <a:pt x="419" y="4875"/>
                  </a:lnTo>
                  <a:lnTo>
                    <a:pt x="922" y="4917"/>
                  </a:lnTo>
                  <a:lnTo>
                    <a:pt x="1005" y="5085"/>
                  </a:lnTo>
                  <a:lnTo>
                    <a:pt x="1005" y="5252"/>
                  </a:lnTo>
                  <a:lnTo>
                    <a:pt x="1047" y="5482"/>
                  </a:lnTo>
                  <a:lnTo>
                    <a:pt x="1005" y="5566"/>
                  </a:lnTo>
                  <a:lnTo>
                    <a:pt x="587" y="6131"/>
                  </a:lnTo>
                  <a:lnTo>
                    <a:pt x="1361" y="6382"/>
                  </a:lnTo>
                  <a:lnTo>
                    <a:pt x="2051" y="6340"/>
                  </a:lnTo>
                  <a:lnTo>
                    <a:pt x="2219" y="6298"/>
                  </a:lnTo>
                  <a:lnTo>
                    <a:pt x="2407" y="6319"/>
                  </a:lnTo>
                  <a:lnTo>
                    <a:pt x="2491" y="6235"/>
                  </a:lnTo>
                  <a:lnTo>
                    <a:pt x="2679" y="6194"/>
                  </a:lnTo>
                  <a:lnTo>
                    <a:pt x="2993" y="6194"/>
                  </a:lnTo>
                  <a:lnTo>
                    <a:pt x="3160" y="6173"/>
                  </a:lnTo>
                  <a:lnTo>
                    <a:pt x="3370" y="6173"/>
                  </a:lnTo>
                  <a:lnTo>
                    <a:pt x="3621" y="6068"/>
                  </a:lnTo>
                  <a:lnTo>
                    <a:pt x="3621" y="5963"/>
                  </a:lnTo>
                  <a:lnTo>
                    <a:pt x="3579" y="5859"/>
                  </a:lnTo>
                  <a:lnTo>
                    <a:pt x="3579" y="5712"/>
                  </a:lnTo>
                  <a:lnTo>
                    <a:pt x="3537" y="5545"/>
                  </a:lnTo>
                  <a:lnTo>
                    <a:pt x="3537" y="5378"/>
                  </a:lnTo>
                  <a:lnTo>
                    <a:pt x="3621" y="5273"/>
                  </a:lnTo>
                  <a:lnTo>
                    <a:pt x="3725" y="5252"/>
                  </a:lnTo>
                  <a:lnTo>
                    <a:pt x="3746" y="5147"/>
                  </a:lnTo>
                  <a:lnTo>
                    <a:pt x="3788" y="5064"/>
                  </a:lnTo>
                  <a:lnTo>
                    <a:pt x="3935" y="5043"/>
                  </a:lnTo>
                  <a:lnTo>
                    <a:pt x="3997" y="5085"/>
                  </a:lnTo>
                  <a:lnTo>
                    <a:pt x="4207" y="4980"/>
                  </a:lnTo>
                  <a:lnTo>
                    <a:pt x="4269" y="4917"/>
                  </a:lnTo>
                  <a:lnTo>
                    <a:pt x="4186" y="4875"/>
                  </a:lnTo>
                  <a:lnTo>
                    <a:pt x="4395" y="4708"/>
                  </a:lnTo>
                  <a:lnTo>
                    <a:pt x="4416" y="4645"/>
                  </a:lnTo>
                  <a:lnTo>
                    <a:pt x="4583" y="4624"/>
                  </a:lnTo>
                  <a:lnTo>
                    <a:pt x="4625" y="4666"/>
                  </a:lnTo>
                  <a:lnTo>
                    <a:pt x="4771" y="4666"/>
                  </a:lnTo>
                  <a:lnTo>
                    <a:pt x="4792" y="4603"/>
                  </a:lnTo>
                  <a:lnTo>
                    <a:pt x="4834" y="4603"/>
                  </a:lnTo>
                  <a:lnTo>
                    <a:pt x="4981" y="4750"/>
                  </a:lnTo>
                  <a:lnTo>
                    <a:pt x="5085" y="4541"/>
                  </a:lnTo>
                  <a:lnTo>
                    <a:pt x="5043" y="4310"/>
                  </a:lnTo>
                  <a:lnTo>
                    <a:pt x="5085" y="4248"/>
                  </a:lnTo>
                  <a:lnTo>
                    <a:pt x="5085" y="4185"/>
                  </a:lnTo>
                  <a:lnTo>
                    <a:pt x="5127" y="4038"/>
                  </a:lnTo>
                  <a:lnTo>
                    <a:pt x="5148" y="3829"/>
                  </a:lnTo>
                  <a:lnTo>
                    <a:pt x="5190" y="3766"/>
                  </a:lnTo>
                  <a:lnTo>
                    <a:pt x="5316" y="3725"/>
                  </a:lnTo>
                  <a:lnTo>
                    <a:pt x="5441" y="3662"/>
                  </a:lnTo>
                  <a:lnTo>
                    <a:pt x="5462" y="3578"/>
                  </a:lnTo>
                  <a:lnTo>
                    <a:pt x="5420" y="3411"/>
                  </a:lnTo>
                  <a:lnTo>
                    <a:pt x="5295" y="3348"/>
                  </a:lnTo>
                  <a:lnTo>
                    <a:pt x="5232" y="3181"/>
                  </a:lnTo>
                  <a:lnTo>
                    <a:pt x="5357" y="3097"/>
                  </a:lnTo>
                  <a:lnTo>
                    <a:pt x="5567" y="3181"/>
                  </a:lnTo>
                  <a:lnTo>
                    <a:pt x="5776" y="3181"/>
                  </a:lnTo>
                  <a:lnTo>
                    <a:pt x="5943" y="2950"/>
                  </a:lnTo>
                  <a:lnTo>
                    <a:pt x="5943" y="2783"/>
                  </a:lnTo>
                  <a:lnTo>
                    <a:pt x="5818" y="2657"/>
                  </a:lnTo>
                  <a:lnTo>
                    <a:pt x="6069" y="2323"/>
                  </a:lnTo>
                  <a:lnTo>
                    <a:pt x="6048" y="2051"/>
                  </a:lnTo>
                  <a:lnTo>
                    <a:pt x="5818" y="1695"/>
                  </a:lnTo>
                  <a:lnTo>
                    <a:pt x="5901" y="1590"/>
                  </a:lnTo>
                  <a:lnTo>
                    <a:pt x="6027" y="1465"/>
                  </a:lnTo>
                  <a:lnTo>
                    <a:pt x="6173" y="1465"/>
                  </a:lnTo>
                  <a:lnTo>
                    <a:pt x="6299" y="1318"/>
                  </a:lnTo>
                  <a:lnTo>
                    <a:pt x="6487" y="1214"/>
                  </a:lnTo>
                  <a:lnTo>
                    <a:pt x="6613" y="1297"/>
                  </a:lnTo>
                  <a:lnTo>
                    <a:pt x="6801" y="1277"/>
                  </a:lnTo>
                  <a:lnTo>
                    <a:pt x="7199" y="1172"/>
                  </a:lnTo>
                  <a:lnTo>
                    <a:pt x="7450" y="1067"/>
                  </a:lnTo>
                  <a:lnTo>
                    <a:pt x="7596" y="879"/>
                  </a:lnTo>
                  <a:lnTo>
                    <a:pt x="7471" y="858"/>
                  </a:lnTo>
                  <a:lnTo>
                    <a:pt x="7659" y="691"/>
                  </a:lnTo>
                  <a:lnTo>
                    <a:pt x="7638" y="586"/>
                  </a:lnTo>
                  <a:lnTo>
                    <a:pt x="7387" y="586"/>
                  </a:lnTo>
                  <a:lnTo>
                    <a:pt x="7324" y="691"/>
                  </a:lnTo>
                  <a:lnTo>
                    <a:pt x="7094" y="732"/>
                  </a:lnTo>
                  <a:lnTo>
                    <a:pt x="7073" y="586"/>
                  </a:lnTo>
                  <a:lnTo>
                    <a:pt x="6906" y="649"/>
                  </a:lnTo>
                  <a:lnTo>
                    <a:pt x="6655" y="795"/>
                  </a:lnTo>
                  <a:lnTo>
                    <a:pt x="6571" y="858"/>
                  </a:lnTo>
                  <a:lnTo>
                    <a:pt x="6550" y="984"/>
                  </a:lnTo>
                  <a:lnTo>
                    <a:pt x="6424" y="1067"/>
                  </a:lnTo>
                  <a:lnTo>
                    <a:pt x="6257" y="1151"/>
                  </a:lnTo>
                  <a:lnTo>
                    <a:pt x="6236" y="1193"/>
                  </a:lnTo>
                  <a:lnTo>
                    <a:pt x="6132" y="1277"/>
                  </a:lnTo>
                  <a:lnTo>
                    <a:pt x="5985" y="1277"/>
                  </a:lnTo>
                  <a:lnTo>
                    <a:pt x="5880" y="1256"/>
                  </a:lnTo>
                  <a:lnTo>
                    <a:pt x="5880" y="1172"/>
                  </a:lnTo>
                  <a:lnTo>
                    <a:pt x="5776" y="1046"/>
                  </a:lnTo>
                  <a:lnTo>
                    <a:pt x="5776" y="837"/>
                  </a:lnTo>
                  <a:lnTo>
                    <a:pt x="5755" y="691"/>
                  </a:lnTo>
                  <a:lnTo>
                    <a:pt x="5776" y="565"/>
                  </a:lnTo>
                  <a:lnTo>
                    <a:pt x="5734" y="460"/>
                  </a:lnTo>
                  <a:lnTo>
                    <a:pt x="5629" y="460"/>
                  </a:lnTo>
                  <a:lnTo>
                    <a:pt x="5608" y="356"/>
                  </a:lnTo>
                  <a:lnTo>
                    <a:pt x="5629" y="209"/>
                  </a:lnTo>
                  <a:lnTo>
                    <a:pt x="5629" y="126"/>
                  </a:lnTo>
                  <a:lnTo>
                    <a:pt x="5525" y="63"/>
                  </a:lnTo>
                  <a:lnTo>
                    <a:pt x="542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8" name="Google Shape;2478;p56"/>
            <p:cNvSpPr/>
            <p:nvPr/>
          </p:nvSpPr>
          <p:spPr>
            <a:xfrm>
              <a:off x="3884115" y="2761763"/>
              <a:ext cx="113133" cy="67348"/>
            </a:xfrm>
            <a:custGeom>
              <a:avLst/>
              <a:gdLst/>
              <a:ahLst/>
              <a:cxnLst/>
              <a:rect l="l" t="t" r="r" b="b"/>
              <a:pathLst>
                <a:path w="9501" h="5922" extrusionOk="0">
                  <a:moveTo>
                    <a:pt x="5064" y="0"/>
                  </a:moveTo>
                  <a:lnTo>
                    <a:pt x="4960" y="84"/>
                  </a:lnTo>
                  <a:lnTo>
                    <a:pt x="5002" y="209"/>
                  </a:lnTo>
                  <a:lnTo>
                    <a:pt x="4855" y="230"/>
                  </a:lnTo>
                  <a:lnTo>
                    <a:pt x="4751" y="209"/>
                  </a:lnTo>
                  <a:lnTo>
                    <a:pt x="4730" y="209"/>
                  </a:lnTo>
                  <a:lnTo>
                    <a:pt x="4500" y="272"/>
                  </a:lnTo>
                  <a:lnTo>
                    <a:pt x="4332" y="293"/>
                  </a:lnTo>
                  <a:lnTo>
                    <a:pt x="4228" y="502"/>
                  </a:lnTo>
                  <a:lnTo>
                    <a:pt x="4228" y="712"/>
                  </a:lnTo>
                  <a:lnTo>
                    <a:pt x="4102" y="712"/>
                  </a:lnTo>
                  <a:lnTo>
                    <a:pt x="3997" y="628"/>
                  </a:lnTo>
                  <a:lnTo>
                    <a:pt x="3851" y="691"/>
                  </a:lnTo>
                  <a:lnTo>
                    <a:pt x="3746" y="607"/>
                  </a:lnTo>
                  <a:lnTo>
                    <a:pt x="3642" y="628"/>
                  </a:lnTo>
                  <a:lnTo>
                    <a:pt x="3537" y="753"/>
                  </a:lnTo>
                  <a:lnTo>
                    <a:pt x="3432" y="732"/>
                  </a:lnTo>
                  <a:lnTo>
                    <a:pt x="3391" y="607"/>
                  </a:lnTo>
                  <a:lnTo>
                    <a:pt x="3244" y="607"/>
                  </a:lnTo>
                  <a:lnTo>
                    <a:pt x="3056" y="712"/>
                  </a:lnTo>
                  <a:lnTo>
                    <a:pt x="2972" y="649"/>
                  </a:lnTo>
                  <a:lnTo>
                    <a:pt x="2805" y="628"/>
                  </a:lnTo>
                  <a:lnTo>
                    <a:pt x="2763" y="691"/>
                  </a:lnTo>
                  <a:lnTo>
                    <a:pt x="2700" y="691"/>
                  </a:lnTo>
                  <a:lnTo>
                    <a:pt x="2595" y="607"/>
                  </a:lnTo>
                  <a:lnTo>
                    <a:pt x="2386" y="691"/>
                  </a:lnTo>
                  <a:lnTo>
                    <a:pt x="2344" y="628"/>
                  </a:lnTo>
                  <a:lnTo>
                    <a:pt x="2219" y="544"/>
                  </a:lnTo>
                  <a:lnTo>
                    <a:pt x="1884" y="502"/>
                  </a:lnTo>
                  <a:lnTo>
                    <a:pt x="1759" y="419"/>
                  </a:lnTo>
                  <a:lnTo>
                    <a:pt x="1675" y="419"/>
                  </a:lnTo>
                  <a:lnTo>
                    <a:pt x="1570" y="523"/>
                  </a:lnTo>
                  <a:lnTo>
                    <a:pt x="1382" y="523"/>
                  </a:lnTo>
                  <a:lnTo>
                    <a:pt x="963" y="586"/>
                  </a:lnTo>
                  <a:lnTo>
                    <a:pt x="859" y="628"/>
                  </a:lnTo>
                  <a:lnTo>
                    <a:pt x="671" y="544"/>
                  </a:lnTo>
                  <a:lnTo>
                    <a:pt x="608" y="544"/>
                  </a:lnTo>
                  <a:lnTo>
                    <a:pt x="566" y="649"/>
                  </a:lnTo>
                  <a:lnTo>
                    <a:pt x="608" y="921"/>
                  </a:lnTo>
                  <a:lnTo>
                    <a:pt x="650" y="1004"/>
                  </a:lnTo>
                  <a:lnTo>
                    <a:pt x="733" y="1151"/>
                  </a:lnTo>
                  <a:lnTo>
                    <a:pt x="859" y="1235"/>
                  </a:lnTo>
                  <a:lnTo>
                    <a:pt x="817" y="1318"/>
                  </a:lnTo>
                  <a:lnTo>
                    <a:pt x="838" y="1381"/>
                  </a:lnTo>
                  <a:lnTo>
                    <a:pt x="880" y="1465"/>
                  </a:lnTo>
                  <a:lnTo>
                    <a:pt x="838" y="1653"/>
                  </a:lnTo>
                  <a:lnTo>
                    <a:pt x="754" y="1653"/>
                  </a:lnTo>
                  <a:lnTo>
                    <a:pt x="650" y="1737"/>
                  </a:lnTo>
                  <a:lnTo>
                    <a:pt x="629" y="1904"/>
                  </a:lnTo>
                  <a:lnTo>
                    <a:pt x="252" y="2302"/>
                  </a:lnTo>
                  <a:lnTo>
                    <a:pt x="294" y="2469"/>
                  </a:lnTo>
                  <a:lnTo>
                    <a:pt x="294" y="2637"/>
                  </a:lnTo>
                  <a:lnTo>
                    <a:pt x="147" y="2616"/>
                  </a:lnTo>
                  <a:lnTo>
                    <a:pt x="43" y="2888"/>
                  </a:lnTo>
                  <a:lnTo>
                    <a:pt x="22" y="3097"/>
                  </a:lnTo>
                  <a:lnTo>
                    <a:pt x="1" y="3097"/>
                  </a:lnTo>
                  <a:lnTo>
                    <a:pt x="126" y="3222"/>
                  </a:lnTo>
                  <a:lnTo>
                    <a:pt x="294" y="3327"/>
                  </a:lnTo>
                  <a:lnTo>
                    <a:pt x="315" y="3432"/>
                  </a:lnTo>
                  <a:lnTo>
                    <a:pt x="440" y="3432"/>
                  </a:lnTo>
                  <a:lnTo>
                    <a:pt x="524" y="3348"/>
                  </a:lnTo>
                  <a:lnTo>
                    <a:pt x="629" y="3348"/>
                  </a:lnTo>
                  <a:lnTo>
                    <a:pt x="838" y="3453"/>
                  </a:lnTo>
                  <a:lnTo>
                    <a:pt x="984" y="3473"/>
                  </a:lnTo>
                  <a:lnTo>
                    <a:pt x="1152" y="3536"/>
                  </a:lnTo>
                  <a:lnTo>
                    <a:pt x="1194" y="3641"/>
                  </a:lnTo>
                  <a:lnTo>
                    <a:pt x="1340" y="3683"/>
                  </a:lnTo>
                  <a:lnTo>
                    <a:pt x="1487" y="3641"/>
                  </a:lnTo>
                  <a:lnTo>
                    <a:pt x="1612" y="3641"/>
                  </a:lnTo>
                  <a:lnTo>
                    <a:pt x="1717" y="3515"/>
                  </a:lnTo>
                  <a:lnTo>
                    <a:pt x="2114" y="3453"/>
                  </a:lnTo>
                  <a:lnTo>
                    <a:pt x="2240" y="3369"/>
                  </a:lnTo>
                  <a:lnTo>
                    <a:pt x="2386" y="3348"/>
                  </a:lnTo>
                  <a:lnTo>
                    <a:pt x="2344" y="3201"/>
                  </a:lnTo>
                  <a:lnTo>
                    <a:pt x="2386" y="3139"/>
                  </a:lnTo>
                  <a:lnTo>
                    <a:pt x="2344" y="2992"/>
                  </a:lnTo>
                  <a:lnTo>
                    <a:pt x="2428" y="3013"/>
                  </a:lnTo>
                  <a:lnTo>
                    <a:pt x="2449" y="2992"/>
                  </a:lnTo>
                  <a:lnTo>
                    <a:pt x="2554" y="3034"/>
                  </a:lnTo>
                  <a:lnTo>
                    <a:pt x="2616" y="2992"/>
                  </a:lnTo>
                  <a:lnTo>
                    <a:pt x="2742" y="2992"/>
                  </a:lnTo>
                  <a:lnTo>
                    <a:pt x="2763" y="2929"/>
                  </a:lnTo>
                  <a:lnTo>
                    <a:pt x="2867" y="3055"/>
                  </a:lnTo>
                  <a:lnTo>
                    <a:pt x="3014" y="3055"/>
                  </a:lnTo>
                  <a:lnTo>
                    <a:pt x="3181" y="3243"/>
                  </a:lnTo>
                  <a:lnTo>
                    <a:pt x="3370" y="3243"/>
                  </a:lnTo>
                  <a:lnTo>
                    <a:pt x="3391" y="3201"/>
                  </a:lnTo>
                  <a:lnTo>
                    <a:pt x="3453" y="3201"/>
                  </a:lnTo>
                  <a:lnTo>
                    <a:pt x="3642" y="3369"/>
                  </a:lnTo>
                  <a:lnTo>
                    <a:pt x="3788" y="3453"/>
                  </a:lnTo>
                  <a:lnTo>
                    <a:pt x="3809" y="3641"/>
                  </a:lnTo>
                  <a:lnTo>
                    <a:pt x="3809" y="3787"/>
                  </a:lnTo>
                  <a:lnTo>
                    <a:pt x="3956" y="3850"/>
                  </a:lnTo>
                  <a:lnTo>
                    <a:pt x="3956" y="3892"/>
                  </a:lnTo>
                  <a:lnTo>
                    <a:pt x="4102" y="4038"/>
                  </a:lnTo>
                  <a:lnTo>
                    <a:pt x="4269" y="4143"/>
                  </a:lnTo>
                  <a:lnTo>
                    <a:pt x="4290" y="4248"/>
                  </a:lnTo>
                  <a:lnTo>
                    <a:pt x="4269" y="4352"/>
                  </a:lnTo>
                  <a:lnTo>
                    <a:pt x="4332" y="4457"/>
                  </a:lnTo>
                  <a:lnTo>
                    <a:pt x="4311" y="4499"/>
                  </a:lnTo>
                  <a:lnTo>
                    <a:pt x="4123" y="4499"/>
                  </a:lnTo>
                  <a:lnTo>
                    <a:pt x="4060" y="4415"/>
                  </a:lnTo>
                  <a:lnTo>
                    <a:pt x="3893" y="4478"/>
                  </a:lnTo>
                  <a:lnTo>
                    <a:pt x="3788" y="4478"/>
                  </a:lnTo>
                  <a:lnTo>
                    <a:pt x="3767" y="4687"/>
                  </a:lnTo>
                  <a:lnTo>
                    <a:pt x="3767" y="4834"/>
                  </a:lnTo>
                  <a:lnTo>
                    <a:pt x="3704" y="4813"/>
                  </a:lnTo>
                  <a:lnTo>
                    <a:pt x="3600" y="5022"/>
                  </a:lnTo>
                  <a:lnTo>
                    <a:pt x="3600" y="5126"/>
                  </a:lnTo>
                  <a:lnTo>
                    <a:pt x="3495" y="5106"/>
                  </a:lnTo>
                  <a:lnTo>
                    <a:pt x="3432" y="5147"/>
                  </a:lnTo>
                  <a:lnTo>
                    <a:pt x="3537" y="5315"/>
                  </a:lnTo>
                  <a:lnTo>
                    <a:pt x="3684" y="5357"/>
                  </a:lnTo>
                  <a:lnTo>
                    <a:pt x="3893" y="5357"/>
                  </a:lnTo>
                  <a:lnTo>
                    <a:pt x="3976" y="5294"/>
                  </a:lnTo>
                  <a:lnTo>
                    <a:pt x="4165" y="5294"/>
                  </a:lnTo>
                  <a:lnTo>
                    <a:pt x="4269" y="5357"/>
                  </a:lnTo>
                  <a:lnTo>
                    <a:pt x="4290" y="5252"/>
                  </a:lnTo>
                  <a:lnTo>
                    <a:pt x="4228" y="5189"/>
                  </a:lnTo>
                  <a:lnTo>
                    <a:pt x="4228" y="5106"/>
                  </a:lnTo>
                  <a:lnTo>
                    <a:pt x="4228" y="5022"/>
                  </a:lnTo>
                  <a:lnTo>
                    <a:pt x="4290" y="5106"/>
                  </a:lnTo>
                  <a:lnTo>
                    <a:pt x="4374" y="5106"/>
                  </a:lnTo>
                  <a:lnTo>
                    <a:pt x="4583" y="4834"/>
                  </a:lnTo>
                  <a:lnTo>
                    <a:pt x="4541" y="4771"/>
                  </a:lnTo>
                  <a:lnTo>
                    <a:pt x="4604" y="4771"/>
                  </a:lnTo>
                  <a:lnTo>
                    <a:pt x="4730" y="4603"/>
                  </a:lnTo>
                  <a:lnTo>
                    <a:pt x="4730" y="4478"/>
                  </a:lnTo>
                  <a:lnTo>
                    <a:pt x="4813" y="4394"/>
                  </a:lnTo>
                  <a:lnTo>
                    <a:pt x="4939" y="4394"/>
                  </a:lnTo>
                  <a:lnTo>
                    <a:pt x="5064" y="4269"/>
                  </a:lnTo>
                  <a:lnTo>
                    <a:pt x="5127" y="4310"/>
                  </a:lnTo>
                  <a:lnTo>
                    <a:pt x="5127" y="4352"/>
                  </a:lnTo>
                  <a:lnTo>
                    <a:pt x="5232" y="4352"/>
                  </a:lnTo>
                  <a:lnTo>
                    <a:pt x="5274" y="4289"/>
                  </a:lnTo>
                  <a:lnTo>
                    <a:pt x="5336" y="4206"/>
                  </a:lnTo>
                  <a:lnTo>
                    <a:pt x="5357" y="4269"/>
                  </a:lnTo>
                  <a:lnTo>
                    <a:pt x="5441" y="4310"/>
                  </a:lnTo>
                  <a:lnTo>
                    <a:pt x="5525" y="4352"/>
                  </a:lnTo>
                  <a:lnTo>
                    <a:pt x="5692" y="4310"/>
                  </a:lnTo>
                  <a:lnTo>
                    <a:pt x="5567" y="4373"/>
                  </a:lnTo>
                  <a:lnTo>
                    <a:pt x="5483" y="4415"/>
                  </a:lnTo>
                  <a:lnTo>
                    <a:pt x="5378" y="4394"/>
                  </a:lnTo>
                  <a:lnTo>
                    <a:pt x="5211" y="4415"/>
                  </a:lnTo>
                  <a:lnTo>
                    <a:pt x="5064" y="4415"/>
                  </a:lnTo>
                  <a:lnTo>
                    <a:pt x="5127" y="4478"/>
                  </a:lnTo>
                  <a:lnTo>
                    <a:pt x="5336" y="4478"/>
                  </a:lnTo>
                  <a:lnTo>
                    <a:pt x="5483" y="4561"/>
                  </a:lnTo>
                  <a:lnTo>
                    <a:pt x="5462" y="4582"/>
                  </a:lnTo>
                  <a:lnTo>
                    <a:pt x="5420" y="4624"/>
                  </a:lnTo>
                  <a:lnTo>
                    <a:pt x="5483" y="4708"/>
                  </a:lnTo>
                  <a:lnTo>
                    <a:pt x="5567" y="4708"/>
                  </a:lnTo>
                  <a:lnTo>
                    <a:pt x="5671" y="4771"/>
                  </a:lnTo>
                  <a:lnTo>
                    <a:pt x="5797" y="4708"/>
                  </a:lnTo>
                  <a:lnTo>
                    <a:pt x="5943" y="4687"/>
                  </a:lnTo>
                  <a:lnTo>
                    <a:pt x="6069" y="4729"/>
                  </a:lnTo>
                  <a:lnTo>
                    <a:pt x="6173" y="4792"/>
                  </a:lnTo>
                  <a:lnTo>
                    <a:pt x="6194" y="4708"/>
                  </a:lnTo>
                  <a:lnTo>
                    <a:pt x="6257" y="4729"/>
                  </a:lnTo>
                  <a:lnTo>
                    <a:pt x="6278" y="4875"/>
                  </a:lnTo>
                  <a:lnTo>
                    <a:pt x="6362" y="4938"/>
                  </a:lnTo>
                  <a:lnTo>
                    <a:pt x="6299" y="4980"/>
                  </a:lnTo>
                  <a:lnTo>
                    <a:pt x="6111" y="5022"/>
                  </a:lnTo>
                  <a:lnTo>
                    <a:pt x="5943" y="5126"/>
                  </a:lnTo>
                  <a:lnTo>
                    <a:pt x="5797" y="5315"/>
                  </a:lnTo>
                  <a:lnTo>
                    <a:pt x="5901" y="5357"/>
                  </a:lnTo>
                  <a:lnTo>
                    <a:pt x="5985" y="5294"/>
                  </a:lnTo>
                  <a:lnTo>
                    <a:pt x="6111" y="5357"/>
                  </a:lnTo>
                  <a:lnTo>
                    <a:pt x="6173" y="5336"/>
                  </a:lnTo>
                  <a:lnTo>
                    <a:pt x="6362" y="5503"/>
                  </a:lnTo>
                  <a:lnTo>
                    <a:pt x="6383" y="5566"/>
                  </a:lnTo>
                  <a:lnTo>
                    <a:pt x="6299" y="5775"/>
                  </a:lnTo>
                  <a:lnTo>
                    <a:pt x="6278" y="5838"/>
                  </a:lnTo>
                  <a:lnTo>
                    <a:pt x="6383" y="5922"/>
                  </a:lnTo>
                  <a:lnTo>
                    <a:pt x="6592" y="5922"/>
                  </a:lnTo>
                  <a:lnTo>
                    <a:pt x="6780" y="5817"/>
                  </a:lnTo>
                  <a:lnTo>
                    <a:pt x="7031" y="5629"/>
                  </a:lnTo>
                  <a:lnTo>
                    <a:pt x="7220" y="5629"/>
                  </a:lnTo>
                  <a:lnTo>
                    <a:pt x="7324" y="5503"/>
                  </a:lnTo>
                  <a:lnTo>
                    <a:pt x="7450" y="5419"/>
                  </a:lnTo>
                  <a:lnTo>
                    <a:pt x="7680" y="5440"/>
                  </a:lnTo>
                  <a:lnTo>
                    <a:pt x="7889" y="5440"/>
                  </a:lnTo>
                  <a:lnTo>
                    <a:pt x="7952" y="5336"/>
                  </a:lnTo>
                  <a:lnTo>
                    <a:pt x="7889" y="5231"/>
                  </a:lnTo>
                  <a:lnTo>
                    <a:pt x="7952" y="5210"/>
                  </a:lnTo>
                  <a:lnTo>
                    <a:pt x="7994" y="5126"/>
                  </a:lnTo>
                  <a:lnTo>
                    <a:pt x="7847" y="5106"/>
                  </a:lnTo>
                  <a:lnTo>
                    <a:pt x="7659" y="5126"/>
                  </a:lnTo>
                  <a:lnTo>
                    <a:pt x="7638" y="5252"/>
                  </a:lnTo>
                  <a:lnTo>
                    <a:pt x="7513" y="5189"/>
                  </a:lnTo>
                  <a:lnTo>
                    <a:pt x="7450" y="5189"/>
                  </a:lnTo>
                  <a:lnTo>
                    <a:pt x="7345" y="5294"/>
                  </a:lnTo>
                  <a:lnTo>
                    <a:pt x="7303" y="5252"/>
                  </a:lnTo>
                  <a:lnTo>
                    <a:pt x="7010" y="4938"/>
                  </a:lnTo>
                  <a:lnTo>
                    <a:pt x="6948" y="4813"/>
                  </a:lnTo>
                  <a:lnTo>
                    <a:pt x="6885" y="4687"/>
                  </a:lnTo>
                  <a:lnTo>
                    <a:pt x="6822" y="4708"/>
                  </a:lnTo>
                  <a:lnTo>
                    <a:pt x="6885" y="4875"/>
                  </a:lnTo>
                  <a:lnTo>
                    <a:pt x="7094" y="5106"/>
                  </a:lnTo>
                  <a:lnTo>
                    <a:pt x="7261" y="5294"/>
                  </a:lnTo>
                  <a:lnTo>
                    <a:pt x="7220" y="5315"/>
                  </a:lnTo>
                  <a:lnTo>
                    <a:pt x="7094" y="5294"/>
                  </a:lnTo>
                  <a:lnTo>
                    <a:pt x="7031" y="5210"/>
                  </a:lnTo>
                  <a:lnTo>
                    <a:pt x="7010" y="5085"/>
                  </a:lnTo>
                  <a:lnTo>
                    <a:pt x="6927" y="5043"/>
                  </a:lnTo>
                  <a:lnTo>
                    <a:pt x="6885" y="5106"/>
                  </a:lnTo>
                  <a:lnTo>
                    <a:pt x="6885" y="5022"/>
                  </a:lnTo>
                  <a:lnTo>
                    <a:pt x="6822" y="5022"/>
                  </a:lnTo>
                  <a:lnTo>
                    <a:pt x="6780" y="5043"/>
                  </a:lnTo>
                  <a:lnTo>
                    <a:pt x="6780" y="5001"/>
                  </a:lnTo>
                  <a:lnTo>
                    <a:pt x="6822" y="4917"/>
                  </a:lnTo>
                  <a:lnTo>
                    <a:pt x="6801" y="4875"/>
                  </a:lnTo>
                  <a:lnTo>
                    <a:pt x="6717" y="4896"/>
                  </a:lnTo>
                  <a:lnTo>
                    <a:pt x="6676" y="4834"/>
                  </a:lnTo>
                  <a:lnTo>
                    <a:pt x="6592" y="4771"/>
                  </a:lnTo>
                  <a:lnTo>
                    <a:pt x="6404" y="4792"/>
                  </a:lnTo>
                  <a:lnTo>
                    <a:pt x="6320" y="4729"/>
                  </a:lnTo>
                  <a:lnTo>
                    <a:pt x="6362" y="4687"/>
                  </a:lnTo>
                  <a:lnTo>
                    <a:pt x="6487" y="4708"/>
                  </a:lnTo>
                  <a:lnTo>
                    <a:pt x="6529" y="4624"/>
                  </a:lnTo>
                  <a:lnTo>
                    <a:pt x="6634" y="4708"/>
                  </a:lnTo>
                  <a:lnTo>
                    <a:pt x="6738" y="4708"/>
                  </a:lnTo>
                  <a:lnTo>
                    <a:pt x="6780" y="4624"/>
                  </a:lnTo>
                  <a:lnTo>
                    <a:pt x="6885" y="4603"/>
                  </a:lnTo>
                  <a:lnTo>
                    <a:pt x="7052" y="4415"/>
                  </a:lnTo>
                  <a:lnTo>
                    <a:pt x="7052" y="4373"/>
                  </a:lnTo>
                  <a:lnTo>
                    <a:pt x="7136" y="4394"/>
                  </a:lnTo>
                  <a:lnTo>
                    <a:pt x="7136" y="4457"/>
                  </a:lnTo>
                  <a:lnTo>
                    <a:pt x="7031" y="4582"/>
                  </a:lnTo>
                  <a:lnTo>
                    <a:pt x="6989" y="4603"/>
                  </a:lnTo>
                  <a:lnTo>
                    <a:pt x="7010" y="4666"/>
                  </a:lnTo>
                  <a:lnTo>
                    <a:pt x="7094" y="4624"/>
                  </a:lnTo>
                  <a:lnTo>
                    <a:pt x="7220" y="4457"/>
                  </a:lnTo>
                  <a:lnTo>
                    <a:pt x="7241" y="4373"/>
                  </a:lnTo>
                  <a:lnTo>
                    <a:pt x="7157" y="4289"/>
                  </a:lnTo>
                  <a:lnTo>
                    <a:pt x="7136" y="4248"/>
                  </a:lnTo>
                  <a:lnTo>
                    <a:pt x="7199" y="4206"/>
                  </a:lnTo>
                  <a:lnTo>
                    <a:pt x="7261" y="4352"/>
                  </a:lnTo>
                  <a:lnTo>
                    <a:pt x="7345" y="4373"/>
                  </a:lnTo>
                  <a:lnTo>
                    <a:pt x="7450" y="4289"/>
                  </a:lnTo>
                  <a:lnTo>
                    <a:pt x="7617" y="4310"/>
                  </a:lnTo>
                  <a:lnTo>
                    <a:pt x="7722" y="4248"/>
                  </a:lnTo>
                  <a:lnTo>
                    <a:pt x="7868" y="4248"/>
                  </a:lnTo>
                  <a:lnTo>
                    <a:pt x="7973" y="4101"/>
                  </a:lnTo>
                  <a:lnTo>
                    <a:pt x="8057" y="4038"/>
                  </a:lnTo>
                  <a:lnTo>
                    <a:pt x="8182" y="4038"/>
                  </a:lnTo>
                  <a:lnTo>
                    <a:pt x="8203" y="3934"/>
                  </a:lnTo>
                  <a:lnTo>
                    <a:pt x="8287" y="3871"/>
                  </a:lnTo>
                  <a:lnTo>
                    <a:pt x="8454" y="3871"/>
                  </a:lnTo>
                  <a:lnTo>
                    <a:pt x="8580" y="3829"/>
                  </a:lnTo>
                  <a:lnTo>
                    <a:pt x="8663" y="3829"/>
                  </a:lnTo>
                  <a:lnTo>
                    <a:pt x="8663" y="3892"/>
                  </a:lnTo>
                  <a:lnTo>
                    <a:pt x="8768" y="3850"/>
                  </a:lnTo>
                  <a:lnTo>
                    <a:pt x="8789" y="3578"/>
                  </a:lnTo>
                  <a:lnTo>
                    <a:pt x="8873" y="3557"/>
                  </a:lnTo>
                  <a:lnTo>
                    <a:pt x="8998" y="3348"/>
                  </a:lnTo>
                  <a:lnTo>
                    <a:pt x="9291" y="3327"/>
                  </a:lnTo>
                  <a:lnTo>
                    <a:pt x="9396" y="3243"/>
                  </a:lnTo>
                  <a:lnTo>
                    <a:pt x="9354" y="3118"/>
                  </a:lnTo>
                  <a:lnTo>
                    <a:pt x="9438" y="2909"/>
                  </a:lnTo>
                  <a:lnTo>
                    <a:pt x="9417" y="2720"/>
                  </a:lnTo>
                  <a:lnTo>
                    <a:pt x="9228" y="2616"/>
                  </a:lnTo>
                  <a:lnTo>
                    <a:pt x="9291" y="2365"/>
                  </a:lnTo>
                  <a:lnTo>
                    <a:pt x="9396" y="2323"/>
                  </a:lnTo>
                  <a:lnTo>
                    <a:pt x="9500" y="2197"/>
                  </a:lnTo>
                  <a:lnTo>
                    <a:pt x="9500" y="2072"/>
                  </a:lnTo>
                  <a:lnTo>
                    <a:pt x="9417" y="2009"/>
                  </a:lnTo>
                  <a:lnTo>
                    <a:pt x="9354" y="1883"/>
                  </a:lnTo>
                  <a:lnTo>
                    <a:pt x="9291" y="1967"/>
                  </a:lnTo>
                  <a:lnTo>
                    <a:pt x="9103" y="1946"/>
                  </a:lnTo>
                  <a:lnTo>
                    <a:pt x="8935" y="1841"/>
                  </a:lnTo>
                  <a:lnTo>
                    <a:pt x="8810" y="1862"/>
                  </a:lnTo>
                  <a:lnTo>
                    <a:pt x="8705" y="1800"/>
                  </a:lnTo>
                  <a:lnTo>
                    <a:pt x="8559" y="1779"/>
                  </a:lnTo>
                  <a:lnTo>
                    <a:pt x="8349" y="1758"/>
                  </a:lnTo>
                  <a:lnTo>
                    <a:pt x="8266" y="1841"/>
                  </a:lnTo>
                  <a:lnTo>
                    <a:pt x="8203" y="1695"/>
                  </a:lnTo>
                  <a:lnTo>
                    <a:pt x="8057" y="1590"/>
                  </a:lnTo>
                  <a:lnTo>
                    <a:pt x="7931" y="1318"/>
                  </a:lnTo>
                  <a:lnTo>
                    <a:pt x="7826" y="1339"/>
                  </a:lnTo>
                  <a:lnTo>
                    <a:pt x="7638" y="1465"/>
                  </a:lnTo>
                  <a:lnTo>
                    <a:pt x="7513" y="1444"/>
                  </a:lnTo>
                  <a:lnTo>
                    <a:pt x="7366" y="1486"/>
                  </a:lnTo>
                  <a:lnTo>
                    <a:pt x="7220" y="1423"/>
                  </a:lnTo>
                  <a:lnTo>
                    <a:pt x="7115" y="1528"/>
                  </a:lnTo>
                  <a:lnTo>
                    <a:pt x="6843" y="1256"/>
                  </a:lnTo>
                  <a:lnTo>
                    <a:pt x="6780" y="1067"/>
                  </a:lnTo>
                  <a:lnTo>
                    <a:pt x="6780" y="921"/>
                  </a:lnTo>
                  <a:lnTo>
                    <a:pt x="6676" y="921"/>
                  </a:lnTo>
                  <a:lnTo>
                    <a:pt x="6676" y="795"/>
                  </a:lnTo>
                  <a:lnTo>
                    <a:pt x="6529" y="691"/>
                  </a:lnTo>
                  <a:lnTo>
                    <a:pt x="6215" y="732"/>
                  </a:lnTo>
                  <a:lnTo>
                    <a:pt x="6069" y="523"/>
                  </a:lnTo>
                  <a:lnTo>
                    <a:pt x="6111" y="398"/>
                  </a:lnTo>
                  <a:lnTo>
                    <a:pt x="6006" y="293"/>
                  </a:lnTo>
                  <a:lnTo>
                    <a:pt x="5901" y="21"/>
                  </a:lnTo>
                  <a:lnTo>
                    <a:pt x="5776" y="21"/>
                  </a:lnTo>
                  <a:lnTo>
                    <a:pt x="5650" y="105"/>
                  </a:lnTo>
                  <a:lnTo>
                    <a:pt x="5357" y="105"/>
                  </a:lnTo>
                  <a:lnTo>
                    <a:pt x="506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9" name="Google Shape;2479;p56"/>
            <p:cNvSpPr/>
            <p:nvPr/>
          </p:nvSpPr>
          <p:spPr>
            <a:xfrm>
              <a:off x="3912027" y="2795073"/>
              <a:ext cx="23684" cy="25236"/>
            </a:xfrm>
            <a:custGeom>
              <a:avLst/>
              <a:gdLst/>
              <a:ahLst/>
              <a:cxnLst/>
              <a:rect l="l" t="t" r="r" b="b"/>
              <a:pathLst>
                <a:path w="1989" h="2219" extrusionOk="0">
                  <a:moveTo>
                    <a:pt x="419" y="0"/>
                  </a:moveTo>
                  <a:lnTo>
                    <a:pt x="398" y="63"/>
                  </a:lnTo>
                  <a:lnTo>
                    <a:pt x="272" y="63"/>
                  </a:lnTo>
                  <a:lnTo>
                    <a:pt x="210" y="105"/>
                  </a:lnTo>
                  <a:lnTo>
                    <a:pt x="105" y="63"/>
                  </a:lnTo>
                  <a:lnTo>
                    <a:pt x="84" y="84"/>
                  </a:lnTo>
                  <a:lnTo>
                    <a:pt x="0" y="63"/>
                  </a:lnTo>
                  <a:lnTo>
                    <a:pt x="42" y="210"/>
                  </a:lnTo>
                  <a:lnTo>
                    <a:pt x="0" y="272"/>
                  </a:lnTo>
                  <a:lnTo>
                    <a:pt x="42" y="419"/>
                  </a:lnTo>
                  <a:lnTo>
                    <a:pt x="251" y="377"/>
                  </a:lnTo>
                  <a:lnTo>
                    <a:pt x="314" y="628"/>
                  </a:lnTo>
                  <a:lnTo>
                    <a:pt x="565" y="837"/>
                  </a:lnTo>
                  <a:lnTo>
                    <a:pt x="586" y="942"/>
                  </a:lnTo>
                  <a:lnTo>
                    <a:pt x="900" y="1214"/>
                  </a:lnTo>
                  <a:lnTo>
                    <a:pt x="921" y="1360"/>
                  </a:lnTo>
                  <a:lnTo>
                    <a:pt x="1026" y="1528"/>
                  </a:lnTo>
                  <a:lnTo>
                    <a:pt x="1005" y="2072"/>
                  </a:lnTo>
                  <a:lnTo>
                    <a:pt x="1088" y="2218"/>
                  </a:lnTo>
                  <a:lnTo>
                    <a:pt x="1151" y="2177"/>
                  </a:lnTo>
                  <a:lnTo>
                    <a:pt x="1256" y="2197"/>
                  </a:lnTo>
                  <a:lnTo>
                    <a:pt x="1256" y="2093"/>
                  </a:lnTo>
                  <a:lnTo>
                    <a:pt x="1360" y="1884"/>
                  </a:lnTo>
                  <a:lnTo>
                    <a:pt x="1423" y="1905"/>
                  </a:lnTo>
                  <a:lnTo>
                    <a:pt x="1423" y="1758"/>
                  </a:lnTo>
                  <a:lnTo>
                    <a:pt x="1444" y="1549"/>
                  </a:lnTo>
                  <a:lnTo>
                    <a:pt x="1549" y="1549"/>
                  </a:lnTo>
                  <a:lnTo>
                    <a:pt x="1716" y="1486"/>
                  </a:lnTo>
                  <a:lnTo>
                    <a:pt x="1779" y="1570"/>
                  </a:lnTo>
                  <a:lnTo>
                    <a:pt x="1967" y="1570"/>
                  </a:lnTo>
                  <a:lnTo>
                    <a:pt x="1988" y="1528"/>
                  </a:lnTo>
                  <a:lnTo>
                    <a:pt x="1925" y="1423"/>
                  </a:lnTo>
                  <a:lnTo>
                    <a:pt x="1946" y="1319"/>
                  </a:lnTo>
                  <a:lnTo>
                    <a:pt x="1925" y="1214"/>
                  </a:lnTo>
                  <a:lnTo>
                    <a:pt x="1758" y="1109"/>
                  </a:lnTo>
                  <a:lnTo>
                    <a:pt x="1612" y="963"/>
                  </a:lnTo>
                  <a:lnTo>
                    <a:pt x="1612" y="921"/>
                  </a:lnTo>
                  <a:lnTo>
                    <a:pt x="1465" y="858"/>
                  </a:lnTo>
                  <a:lnTo>
                    <a:pt x="1465" y="712"/>
                  </a:lnTo>
                  <a:lnTo>
                    <a:pt x="1444" y="524"/>
                  </a:lnTo>
                  <a:lnTo>
                    <a:pt x="1298" y="440"/>
                  </a:lnTo>
                  <a:lnTo>
                    <a:pt x="1109" y="272"/>
                  </a:lnTo>
                  <a:lnTo>
                    <a:pt x="1047" y="272"/>
                  </a:lnTo>
                  <a:lnTo>
                    <a:pt x="1026" y="314"/>
                  </a:lnTo>
                  <a:lnTo>
                    <a:pt x="837" y="314"/>
                  </a:lnTo>
                  <a:lnTo>
                    <a:pt x="670" y="126"/>
                  </a:lnTo>
                  <a:lnTo>
                    <a:pt x="523" y="126"/>
                  </a:lnTo>
                  <a:lnTo>
                    <a:pt x="41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0" name="Google Shape;2480;p56"/>
            <p:cNvSpPr/>
            <p:nvPr/>
          </p:nvSpPr>
          <p:spPr>
            <a:xfrm>
              <a:off x="3874161" y="2799361"/>
              <a:ext cx="60800" cy="37131"/>
            </a:xfrm>
            <a:custGeom>
              <a:avLst/>
              <a:gdLst/>
              <a:ahLst/>
              <a:cxnLst/>
              <a:rect l="l" t="t" r="r" b="b"/>
              <a:pathLst>
                <a:path w="5106" h="3265" extrusionOk="0">
                  <a:moveTo>
                    <a:pt x="3431" y="0"/>
                  </a:moveTo>
                  <a:lnTo>
                    <a:pt x="3076" y="63"/>
                  </a:lnTo>
                  <a:lnTo>
                    <a:pt x="2950" y="147"/>
                  </a:lnTo>
                  <a:lnTo>
                    <a:pt x="2553" y="209"/>
                  </a:lnTo>
                  <a:lnTo>
                    <a:pt x="2448" y="335"/>
                  </a:lnTo>
                  <a:lnTo>
                    <a:pt x="2323" y="335"/>
                  </a:lnTo>
                  <a:lnTo>
                    <a:pt x="2176" y="377"/>
                  </a:lnTo>
                  <a:lnTo>
                    <a:pt x="2030" y="335"/>
                  </a:lnTo>
                  <a:lnTo>
                    <a:pt x="1988" y="230"/>
                  </a:lnTo>
                  <a:lnTo>
                    <a:pt x="1820" y="167"/>
                  </a:lnTo>
                  <a:lnTo>
                    <a:pt x="1674" y="147"/>
                  </a:lnTo>
                  <a:lnTo>
                    <a:pt x="1465" y="42"/>
                  </a:lnTo>
                  <a:lnTo>
                    <a:pt x="1360" y="42"/>
                  </a:lnTo>
                  <a:lnTo>
                    <a:pt x="1276" y="126"/>
                  </a:lnTo>
                  <a:lnTo>
                    <a:pt x="1151" y="126"/>
                  </a:lnTo>
                  <a:lnTo>
                    <a:pt x="1172" y="147"/>
                  </a:lnTo>
                  <a:lnTo>
                    <a:pt x="1130" y="272"/>
                  </a:lnTo>
                  <a:lnTo>
                    <a:pt x="962" y="314"/>
                  </a:lnTo>
                  <a:lnTo>
                    <a:pt x="858" y="544"/>
                  </a:lnTo>
                  <a:lnTo>
                    <a:pt x="732" y="879"/>
                  </a:lnTo>
                  <a:lnTo>
                    <a:pt x="523" y="1193"/>
                  </a:lnTo>
                  <a:lnTo>
                    <a:pt x="544" y="1297"/>
                  </a:lnTo>
                  <a:lnTo>
                    <a:pt x="439" y="1402"/>
                  </a:lnTo>
                  <a:lnTo>
                    <a:pt x="293" y="1381"/>
                  </a:lnTo>
                  <a:lnTo>
                    <a:pt x="230" y="1486"/>
                  </a:lnTo>
                  <a:lnTo>
                    <a:pt x="126" y="1507"/>
                  </a:lnTo>
                  <a:lnTo>
                    <a:pt x="0" y="1632"/>
                  </a:lnTo>
                  <a:lnTo>
                    <a:pt x="126" y="1674"/>
                  </a:lnTo>
                  <a:lnTo>
                    <a:pt x="146" y="1737"/>
                  </a:lnTo>
                  <a:lnTo>
                    <a:pt x="335" y="1946"/>
                  </a:lnTo>
                  <a:lnTo>
                    <a:pt x="356" y="2051"/>
                  </a:lnTo>
                  <a:lnTo>
                    <a:pt x="523" y="2134"/>
                  </a:lnTo>
                  <a:lnTo>
                    <a:pt x="670" y="2260"/>
                  </a:lnTo>
                  <a:lnTo>
                    <a:pt x="607" y="2406"/>
                  </a:lnTo>
                  <a:lnTo>
                    <a:pt x="628" y="2448"/>
                  </a:lnTo>
                  <a:lnTo>
                    <a:pt x="837" y="2532"/>
                  </a:lnTo>
                  <a:lnTo>
                    <a:pt x="879" y="2616"/>
                  </a:lnTo>
                  <a:lnTo>
                    <a:pt x="983" y="2574"/>
                  </a:lnTo>
                  <a:lnTo>
                    <a:pt x="1088" y="2657"/>
                  </a:lnTo>
                  <a:lnTo>
                    <a:pt x="1172" y="2532"/>
                  </a:lnTo>
                  <a:lnTo>
                    <a:pt x="1381" y="2553"/>
                  </a:lnTo>
                  <a:lnTo>
                    <a:pt x="1276" y="2678"/>
                  </a:lnTo>
                  <a:lnTo>
                    <a:pt x="1297" y="2762"/>
                  </a:lnTo>
                  <a:lnTo>
                    <a:pt x="1339" y="2888"/>
                  </a:lnTo>
                  <a:lnTo>
                    <a:pt x="1486" y="2888"/>
                  </a:lnTo>
                  <a:lnTo>
                    <a:pt x="1569" y="2971"/>
                  </a:lnTo>
                  <a:lnTo>
                    <a:pt x="1569" y="3055"/>
                  </a:lnTo>
                  <a:lnTo>
                    <a:pt x="1507" y="3097"/>
                  </a:lnTo>
                  <a:lnTo>
                    <a:pt x="1590" y="3201"/>
                  </a:lnTo>
                  <a:lnTo>
                    <a:pt x="1716" y="3139"/>
                  </a:lnTo>
                  <a:lnTo>
                    <a:pt x="1883" y="3139"/>
                  </a:lnTo>
                  <a:lnTo>
                    <a:pt x="1925" y="3201"/>
                  </a:lnTo>
                  <a:lnTo>
                    <a:pt x="1988" y="3180"/>
                  </a:lnTo>
                  <a:lnTo>
                    <a:pt x="2197" y="3264"/>
                  </a:lnTo>
                  <a:lnTo>
                    <a:pt x="2343" y="3180"/>
                  </a:lnTo>
                  <a:lnTo>
                    <a:pt x="2490" y="3201"/>
                  </a:lnTo>
                  <a:lnTo>
                    <a:pt x="2553" y="3160"/>
                  </a:lnTo>
                  <a:lnTo>
                    <a:pt x="2699" y="3201"/>
                  </a:lnTo>
                  <a:lnTo>
                    <a:pt x="2804" y="3201"/>
                  </a:lnTo>
                  <a:lnTo>
                    <a:pt x="3013" y="3243"/>
                  </a:lnTo>
                  <a:lnTo>
                    <a:pt x="3076" y="3180"/>
                  </a:lnTo>
                  <a:lnTo>
                    <a:pt x="3222" y="3139"/>
                  </a:lnTo>
                  <a:lnTo>
                    <a:pt x="3264" y="3055"/>
                  </a:lnTo>
                  <a:lnTo>
                    <a:pt x="3599" y="2888"/>
                  </a:lnTo>
                  <a:lnTo>
                    <a:pt x="3766" y="2867"/>
                  </a:lnTo>
                  <a:lnTo>
                    <a:pt x="3955" y="2888"/>
                  </a:lnTo>
                  <a:lnTo>
                    <a:pt x="4122" y="2971"/>
                  </a:lnTo>
                  <a:lnTo>
                    <a:pt x="4185" y="3034"/>
                  </a:lnTo>
                  <a:lnTo>
                    <a:pt x="4289" y="2992"/>
                  </a:lnTo>
                  <a:lnTo>
                    <a:pt x="4436" y="3055"/>
                  </a:lnTo>
                  <a:lnTo>
                    <a:pt x="4478" y="3139"/>
                  </a:lnTo>
                  <a:lnTo>
                    <a:pt x="4603" y="3139"/>
                  </a:lnTo>
                  <a:lnTo>
                    <a:pt x="4582" y="2992"/>
                  </a:lnTo>
                  <a:lnTo>
                    <a:pt x="4624" y="2888"/>
                  </a:lnTo>
                  <a:lnTo>
                    <a:pt x="4624" y="2720"/>
                  </a:lnTo>
                  <a:lnTo>
                    <a:pt x="4603" y="2636"/>
                  </a:lnTo>
                  <a:lnTo>
                    <a:pt x="4645" y="2553"/>
                  </a:lnTo>
                  <a:lnTo>
                    <a:pt x="4708" y="2427"/>
                  </a:lnTo>
                  <a:lnTo>
                    <a:pt x="4896" y="2427"/>
                  </a:lnTo>
                  <a:lnTo>
                    <a:pt x="5022" y="2406"/>
                  </a:lnTo>
                  <a:lnTo>
                    <a:pt x="5105" y="2239"/>
                  </a:lnTo>
                  <a:lnTo>
                    <a:pt x="5105" y="2155"/>
                  </a:lnTo>
                  <a:lnTo>
                    <a:pt x="5043" y="2113"/>
                  </a:lnTo>
                  <a:lnTo>
                    <a:pt x="5105" y="2051"/>
                  </a:lnTo>
                  <a:lnTo>
                    <a:pt x="5001" y="1988"/>
                  </a:lnTo>
                  <a:lnTo>
                    <a:pt x="4812" y="1988"/>
                  </a:lnTo>
                  <a:lnTo>
                    <a:pt x="4729" y="2051"/>
                  </a:lnTo>
                  <a:lnTo>
                    <a:pt x="4520" y="2051"/>
                  </a:lnTo>
                  <a:lnTo>
                    <a:pt x="4373" y="2009"/>
                  </a:lnTo>
                  <a:lnTo>
                    <a:pt x="4268" y="1841"/>
                  </a:lnTo>
                  <a:lnTo>
                    <a:pt x="4185" y="1695"/>
                  </a:lnTo>
                  <a:lnTo>
                    <a:pt x="4206" y="1151"/>
                  </a:lnTo>
                  <a:lnTo>
                    <a:pt x="4101" y="983"/>
                  </a:lnTo>
                  <a:lnTo>
                    <a:pt x="4080" y="837"/>
                  </a:lnTo>
                  <a:lnTo>
                    <a:pt x="3766" y="565"/>
                  </a:lnTo>
                  <a:lnTo>
                    <a:pt x="3745" y="460"/>
                  </a:lnTo>
                  <a:lnTo>
                    <a:pt x="3494" y="251"/>
                  </a:lnTo>
                  <a:lnTo>
                    <a:pt x="343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1" name="Google Shape;2481;p56"/>
            <p:cNvSpPr/>
            <p:nvPr/>
          </p:nvSpPr>
          <p:spPr>
            <a:xfrm>
              <a:off x="3889355" y="2831954"/>
              <a:ext cx="39878" cy="24041"/>
            </a:xfrm>
            <a:custGeom>
              <a:avLst/>
              <a:gdLst/>
              <a:ahLst/>
              <a:cxnLst/>
              <a:rect l="l" t="t" r="r" b="b"/>
              <a:pathLst>
                <a:path w="3349" h="2114" extrusionOk="0">
                  <a:moveTo>
                    <a:pt x="2490" y="1"/>
                  </a:moveTo>
                  <a:lnTo>
                    <a:pt x="2323" y="22"/>
                  </a:lnTo>
                  <a:lnTo>
                    <a:pt x="1988" y="189"/>
                  </a:lnTo>
                  <a:lnTo>
                    <a:pt x="1946" y="273"/>
                  </a:lnTo>
                  <a:lnTo>
                    <a:pt x="1800" y="314"/>
                  </a:lnTo>
                  <a:lnTo>
                    <a:pt x="1737" y="377"/>
                  </a:lnTo>
                  <a:lnTo>
                    <a:pt x="1528" y="335"/>
                  </a:lnTo>
                  <a:lnTo>
                    <a:pt x="1423" y="335"/>
                  </a:lnTo>
                  <a:lnTo>
                    <a:pt x="1277" y="294"/>
                  </a:lnTo>
                  <a:lnTo>
                    <a:pt x="1214" y="335"/>
                  </a:lnTo>
                  <a:lnTo>
                    <a:pt x="1067" y="314"/>
                  </a:lnTo>
                  <a:lnTo>
                    <a:pt x="921" y="398"/>
                  </a:lnTo>
                  <a:lnTo>
                    <a:pt x="712" y="314"/>
                  </a:lnTo>
                  <a:lnTo>
                    <a:pt x="649" y="335"/>
                  </a:lnTo>
                  <a:lnTo>
                    <a:pt x="607" y="273"/>
                  </a:lnTo>
                  <a:lnTo>
                    <a:pt x="440" y="273"/>
                  </a:lnTo>
                  <a:lnTo>
                    <a:pt x="314" y="335"/>
                  </a:lnTo>
                  <a:lnTo>
                    <a:pt x="231" y="231"/>
                  </a:lnTo>
                  <a:lnTo>
                    <a:pt x="293" y="189"/>
                  </a:lnTo>
                  <a:lnTo>
                    <a:pt x="293" y="105"/>
                  </a:lnTo>
                  <a:lnTo>
                    <a:pt x="210" y="22"/>
                  </a:lnTo>
                  <a:lnTo>
                    <a:pt x="63" y="22"/>
                  </a:lnTo>
                  <a:lnTo>
                    <a:pt x="84" y="126"/>
                  </a:lnTo>
                  <a:lnTo>
                    <a:pt x="0" y="210"/>
                  </a:lnTo>
                  <a:lnTo>
                    <a:pt x="63" y="440"/>
                  </a:lnTo>
                  <a:lnTo>
                    <a:pt x="231" y="628"/>
                  </a:lnTo>
                  <a:lnTo>
                    <a:pt x="314" y="754"/>
                  </a:lnTo>
                  <a:lnTo>
                    <a:pt x="272" y="900"/>
                  </a:lnTo>
                  <a:lnTo>
                    <a:pt x="63" y="1068"/>
                  </a:lnTo>
                  <a:lnTo>
                    <a:pt x="84" y="1172"/>
                  </a:lnTo>
                  <a:lnTo>
                    <a:pt x="168" y="1277"/>
                  </a:lnTo>
                  <a:lnTo>
                    <a:pt x="105" y="1382"/>
                  </a:lnTo>
                  <a:lnTo>
                    <a:pt x="335" y="1570"/>
                  </a:lnTo>
                  <a:lnTo>
                    <a:pt x="503" y="1842"/>
                  </a:lnTo>
                  <a:lnTo>
                    <a:pt x="523" y="1988"/>
                  </a:lnTo>
                  <a:lnTo>
                    <a:pt x="523" y="2093"/>
                  </a:lnTo>
                  <a:lnTo>
                    <a:pt x="607" y="2114"/>
                  </a:lnTo>
                  <a:lnTo>
                    <a:pt x="795" y="2114"/>
                  </a:lnTo>
                  <a:lnTo>
                    <a:pt x="942" y="2093"/>
                  </a:lnTo>
                  <a:lnTo>
                    <a:pt x="1026" y="1988"/>
                  </a:lnTo>
                  <a:lnTo>
                    <a:pt x="1172" y="2009"/>
                  </a:lnTo>
                  <a:lnTo>
                    <a:pt x="1319" y="2009"/>
                  </a:lnTo>
                  <a:lnTo>
                    <a:pt x="1339" y="2114"/>
                  </a:lnTo>
                  <a:lnTo>
                    <a:pt x="1444" y="2114"/>
                  </a:lnTo>
                  <a:lnTo>
                    <a:pt x="1528" y="2051"/>
                  </a:lnTo>
                  <a:lnTo>
                    <a:pt x="1653" y="2051"/>
                  </a:lnTo>
                  <a:lnTo>
                    <a:pt x="1737" y="2114"/>
                  </a:lnTo>
                  <a:lnTo>
                    <a:pt x="1863" y="2072"/>
                  </a:lnTo>
                  <a:lnTo>
                    <a:pt x="2093" y="2072"/>
                  </a:lnTo>
                  <a:lnTo>
                    <a:pt x="2176" y="2009"/>
                  </a:lnTo>
                  <a:lnTo>
                    <a:pt x="2114" y="1905"/>
                  </a:lnTo>
                  <a:lnTo>
                    <a:pt x="2114" y="1779"/>
                  </a:lnTo>
                  <a:lnTo>
                    <a:pt x="2281" y="1675"/>
                  </a:lnTo>
                  <a:lnTo>
                    <a:pt x="2323" y="1675"/>
                  </a:lnTo>
                  <a:lnTo>
                    <a:pt x="2427" y="1570"/>
                  </a:lnTo>
                  <a:lnTo>
                    <a:pt x="2511" y="1570"/>
                  </a:lnTo>
                  <a:lnTo>
                    <a:pt x="2595" y="1486"/>
                  </a:lnTo>
                  <a:lnTo>
                    <a:pt x="2741" y="1486"/>
                  </a:lnTo>
                  <a:lnTo>
                    <a:pt x="2909" y="1633"/>
                  </a:lnTo>
                  <a:lnTo>
                    <a:pt x="3013" y="1549"/>
                  </a:lnTo>
                  <a:lnTo>
                    <a:pt x="3118" y="1570"/>
                  </a:lnTo>
                  <a:lnTo>
                    <a:pt x="3034" y="1444"/>
                  </a:lnTo>
                  <a:lnTo>
                    <a:pt x="2930" y="1256"/>
                  </a:lnTo>
                  <a:lnTo>
                    <a:pt x="2825" y="1256"/>
                  </a:lnTo>
                  <a:lnTo>
                    <a:pt x="2804" y="1172"/>
                  </a:lnTo>
                  <a:lnTo>
                    <a:pt x="2951" y="1068"/>
                  </a:lnTo>
                  <a:lnTo>
                    <a:pt x="3013" y="942"/>
                  </a:lnTo>
                  <a:lnTo>
                    <a:pt x="2992" y="712"/>
                  </a:lnTo>
                  <a:lnTo>
                    <a:pt x="3139" y="545"/>
                  </a:lnTo>
                  <a:lnTo>
                    <a:pt x="3244" y="586"/>
                  </a:lnTo>
                  <a:lnTo>
                    <a:pt x="3327" y="503"/>
                  </a:lnTo>
                  <a:lnTo>
                    <a:pt x="3348" y="294"/>
                  </a:lnTo>
                  <a:lnTo>
                    <a:pt x="3327" y="273"/>
                  </a:lnTo>
                  <a:lnTo>
                    <a:pt x="3202" y="273"/>
                  </a:lnTo>
                  <a:lnTo>
                    <a:pt x="3160" y="189"/>
                  </a:lnTo>
                  <a:lnTo>
                    <a:pt x="3013" y="126"/>
                  </a:lnTo>
                  <a:lnTo>
                    <a:pt x="2909" y="168"/>
                  </a:lnTo>
                  <a:lnTo>
                    <a:pt x="2846" y="105"/>
                  </a:lnTo>
                  <a:lnTo>
                    <a:pt x="2679" y="22"/>
                  </a:lnTo>
                  <a:lnTo>
                    <a:pt x="249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482" name="Google Shape;2482;p56"/>
            <p:cNvGrpSpPr/>
            <p:nvPr/>
          </p:nvGrpSpPr>
          <p:grpSpPr>
            <a:xfrm>
              <a:off x="3831056" y="2816010"/>
              <a:ext cx="37378" cy="27612"/>
              <a:chOff x="3866750" y="2520350"/>
              <a:chExt cx="78475" cy="60700"/>
            </a:xfrm>
          </p:grpSpPr>
          <p:sp>
            <p:nvSpPr>
              <p:cNvPr id="2483" name="Google Shape;2483;p56"/>
              <p:cNvSpPr/>
              <p:nvPr/>
            </p:nvSpPr>
            <p:spPr>
              <a:xfrm>
                <a:off x="3877200" y="2546500"/>
                <a:ext cx="4725" cy="6300"/>
              </a:xfrm>
              <a:custGeom>
                <a:avLst/>
                <a:gdLst/>
                <a:ahLst/>
                <a:cxnLst/>
                <a:rect l="l" t="t" r="r" b="b"/>
                <a:pathLst>
                  <a:path w="189" h="252" extrusionOk="0">
                    <a:moveTo>
                      <a:pt x="1" y="1"/>
                    </a:moveTo>
                    <a:lnTo>
                      <a:pt x="84" y="126"/>
                    </a:lnTo>
                    <a:lnTo>
                      <a:pt x="63" y="147"/>
                    </a:lnTo>
                    <a:lnTo>
                      <a:pt x="168" y="252"/>
                    </a:lnTo>
                    <a:lnTo>
                      <a:pt x="189" y="252"/>
                    </a:lnTo>
                    <a:lnTo>
                      <a:pt x="168" y="106"/>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4" name="Google Shape;2484;p56"/>
              <p:cNvSpPr/>
              <p:nvPr/>
            </p:nvSpPr>
            <p:spPr>
              <a:xfrm>
                <a:off x="3882425" y="2554350"/>
                <a:ext cx="2650" cy="3175"/>
              </a:xfrm>
              <a:custGeom>
                <a:avLst/>
                <a:gdLst/>
                <a:ahLst/>
                <a:cxnLst/>
                <a:rect l="l" t="t" r="r" b="b"/>
                <a:pathLst>
                  <a:path w="106" h="127" extrusionOk="0">
                    <a:moveTo>
                      <a:pt x="1" y="1"/>
                    </a:moveTo>
                    <a:lnTo>
                      <a:pt x="106" y="126"/>
                    </a:lnTo>
                    <a:lnTo>
                      <a:pt x="85" y="43"/>
                    </a:lnTo>
                    <a:lnTo>
                      <a:pt x="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5" name="Google Shape;2485;p56"/>
              <p:cNvSpPr/>
              <p:nvPr/>
            </p:nvSpPr>
            <p:spPr>
              <a:xfrm>
                <a:off x="3866750" y="2520350"/>
                <a:ext cx="78475" cy="60700"/>
              </a:xfrm>
              <a:custGeom>
                <a:avLst/>
                <a:gdLst/>
                <a:ahLst/>
                <a:cxnLst/>
                <a:rect l="l" t="t" r="r" b="b"/>
                <a:pathLst>
                  <a:path w="3139" h="2428" extrusionOk="0">
                    <a:moveTo>
                      <a:pt x="1653" y="1"/>
                    </a:moveTo>
                    <a:lnTo>
                      <a:pt x="1653" y="22"/>
                    </a:lnTo>
                    <a:lnTo>
                      <a:pt x="1402" y="22"/>
                    </a:lnTo>
                    <a:lnTo>
                      <a:pt x="1046" y="210"/>
                    </a:lnTo>
                    <a:lnTo>
                      <a:pt x="1025" y="356"/>
                    </a:lnTo>
                    <a:lnTo>
                      <a:pt x="837" y="440"/>
                    </a:lnTo>
                    <a:lnTo>
                      <a:pt x="816" y="649"/>
                    </a:lnTo>
                    <a:lnTo>
                      <a:pt x="691" y="649"/>
                    </a:lnTo>
                    <a:lnTo>
                      <a:pt x="481" y="545"/>
                    </a:lnTo>
                    <a:lnTo>
                      <a:pt x="356" y="587"/>
                    </a:lnTo>
                    <a:lnTo>
                      <a:pt x="209" y="691"/>
                    </a:lnTo>
                    <a:lnTo>
                      <a:pt x="0" y="691"/>
                    </a:lnTo>
                    <a:lnTo>
                      <a:pt x="0" y="733"/>
                    </a:lnTo>
                    <a:lnTo>
                      <a:pt x="42" y="942"/>
                    </a:lnTo>
                    <a:lnTo>
                      <a:pt x="168" y="1068"/>
                    </a:lnTo>
                    <a:lnTo>
                      <a:pt x="168" y="1110"/>
                    </a:lnTo>
                    <a:lnTo>
                      <a:pt x="209" y="1152"/>
                    </a:lnTo>
                    <a:lnTo>
                      <a:pt x="356" y="942"/>
                    </a:lnTo>
                    <a:lnTo>
                      <a:pt x="377" y="796"/>
                    </a:lnTo>
                    <a:lnTo>
                      <a:pt x="461" y="691"/>
                    </a:lnTo>
                    <a:lnTo>
                      <a:pt x="607" y="691"/>
                    </a:lnTo>
                    <a:lnTo>
                      <a:pt x="628" y="796"/>
                    </a:lnTo>
                    <a:lnTo>
                      <a:pt x="733" y="900"/>
                    </a:lnTo>
                    <a:lnTo>
                      <a:pt x="774" y="1068"/>
                    </a:lnTo>
                    <a:lnTo>
                      <a:pt x="879" y="1256"/>
                    </a:lnTo>
                    <a:lnTo>
                      <a:pt x="1025" y="1403"/>
                    </a:lnTo>
                    <a:lnTo>
                      <a:pt x="1088" y="1403"/>
                    </a:lnTo>
                    <a:lnTo>
                      <a:pt x="1193" y="1507"/>
                    </a:lnTo>
                    <a:lnTo>
                      <a:pt x="1088" y="1486"/>
                    </a:lnTo>
                    <a:lnTo>
                      <a:pt x="1005" y="1507"/>
                    </a:lnTo>
                    <a:lnTo>
                      <a:pt x="942" y="1591"/>
                    </a:lnTo>
                    <a:lnTo>
                      <a:pt x="1005" y="1696"/>
                    </a:lnTo>
                    <a:lnTo>
                      <a:pt x="1130" y="1696"/>
                    </a:lnTo>
                    <a:lnTo>
                      <a:pt x="1256" y="1821"/>
                    </a:lnTo>
                    <a:lnTo>
                      <a:pt x="1360" y="1842"/>
                    </a:lnTo>
                    <a:lnTo>
                      <a:pt x="1423" y="1947"/>
                    </a:lnTo>
                    <a:lnTo>
                      <a:pt x="1465" y="2030"/>
                    </a:lnTo>
                    <a:lnTo>
                      <a:pt x="1611" y="2009"/>
                    </a:lnTo>
                    <a:lnTo>
                      <a:pt x="1862" y="2030"/>
                    </a:lnTo>
                    <a:lnTo>
                      <a:pt x="1988" y="2093"/>
                    </a:lnTo>
                    <a:lnTo>
                      <a:pt x="2281" y="2365"/>
                    </a:lnTo>
                    <a:lnTo>
                      <a:pt x="2197" y="2407"/>
                    </a:lnTo>
                    <a:lnTo>
                      <a:pt x="2072" y="2323"/>
                    </a:lnTo>
                    <a:lnTo>
                      <a:pt x="2155" y="2407"/>
                    </a:lnTo>
                    <a:lnTo>
                      <a:pt x="2260" y="2428"/>
                    </a:lnTo>
                    <a:lnTo>
                      <a:pt x="2302" y="2344"/>
                    </a:lnTo>
                    <a:lnTo>
                      <a:pt x="1925" y="1884"/>
                    </a:lnTo>
                    <a:lnTo>
                      <a:pt x="1444" y="1486"/>
                    </a:lnTo>
                    <a:lnTo>
                      <a:pt x="1423" y="1403"/>
                    </a:lnTo>
                    <a:lnTo>
                      <a:pt x="1465" y="1382"/>
                    </a:lnTo>
                    <a:lnTo>
                      <a:pt x="1402" y="1277"/>
                    </a:lnTo>
                    <a:lnTo>
                      <a:pt x="1360" y="1172"/>
                    </a:lnTo>
                    <a:lnTo>
                      <a:pt x="1235" y="1047"/>
                    </a:lnTo>
                    <a:lnTo>
                      <a:pt x="1193" y="1047"/>
                    </a:lnTo>
                    <a:lnTo>
                      <a:pt x="1151" y="963"/>
                    </a:lnTo>
                    <a:lnTo>
                      <a:pt x="1214" y="900"/>
                    </a:lnTo>
                    <a:lnTo>
                      <a:pt x="1214" y="775"/>
                    </a:lnTo>
                    <a:lnTo>
                      <a:pt x="1256" y="733"/>
                    </a:lnTo>
                    <a:lnTo>
                      <a:pt x="1402" y="838"/>
                    </a:lnTo>
                    <a:lnTo>
                      <a:pt x="1444" y="900"/>
                    </a:lnTo>
                    <a:lnTo>
                      <a:pt x="1528" y="880"/>
                    </a:lnTo>
                    <a:lnTo>
                      <a:pt x="1528" y="796"/>
                    </a:lnTo>
                    <a:lnTo>
                      <a:pt x="1632" y="775"/>
                    </a:lnTo>
                    <a:lnTo>
                      <a:pt x="1716" y="796"/>
                    </a:lnTo>
                    <a:lnTo>
                      <a:pt x="1758" y="733"/>
                    </a:lnTo>
                    <a:lnTo>
                      <a:pt x="1841" y="775"/>
                    </a:lnTo>
                    <a:lnTo>
                      <a:pt x="1883" y="733"/>
                    </a:lnTo>
                    <a:lnTo>
                      <a:pt x="1988" y="754"/>
                    </a:lnTo>
                    <a:lnTo>
                      <a:pt x="2051" y="859"/>
                    </a:lnTo>
                    <a:lnTo>
                      <a:pt x="2093" y="796"/>
                    </a:lnTo>
                    <a:lnTo>
                      <a:pt x="2239" y="859"/>
                    </a:lnTo>
                    <a:lnTo>
                      <a:pt x="2344" y="796"/>
                    </a:lnTo>
                    <a:lnTo>
                      <a:pt x="2365" y="859"/>
                    </a:lnTo>
                    <a:lnTo>
                      <a:pt x="2490" y="838"/>
                    </a:lnTo>
                    <a:lnTo>
                      <a:pt x="2616" y="880"/>
                    </a:lnTo>
                    <a:lnTo>
                      <a:pt x="2699" y="859"/>
                    </a:lnTo>
                    <a:lnTo>
                      <a:pt x="2804" y="963"/>
                    </a:lnTo>
                    <a:lnTo>
                      <a:pt x="2971" y="963"/>
                    </a:lnTo>
                    <a:lnTo>
                      <a:pt x="2992" y="984"/>
                    </a:lnTo>
                    <a:lnTo>
                      <a:pt x="2971" y="880"/>
                    </a:lnTo>
                    <a:lnTo>
                      <a:pt x="3097" y="859"/>
                    </a:lnTo>
                    <a:lnTo>
                      <a:pt x="3139" y="859"/>
                    </a:lnTo>
                    <a:lnTo>
                      <a:pt x="3139" y="796"/>
                    </a:lnTo>
                    <a:lnTo>
                      <a:pt x="3034" y="775"/>
                    </a:lnTo>
                    <a:lnTo>
                      <a:pt x="2971" y="733"/>
                    </a:lnTo>
                    <a:lnTo>
                      <a:pt x="2930" y="566"/>
                    </a:lnTo>
                    <a:lnTo>
                      <a:pt x="2888" y="419"/>
                    </a:lnTo>
                    <a:lnTo>
                      <a:pt x="2804" y="356"/>
                    </a:lnTo>
                    <a:lnTo>
                      <a:pt x="2699" y="482"/>
                    </a:lnTo>
                    <a:lnTo>
                      <a:pt x="2490" y="419"/>
                    </a:lnTo>
                    <a:lnTo>
                      <a:pt x="2197" y="356"/>
                    </a:lnTo>
                    <a:lnTo>
                      <a:pt x="2093" y="273"/>
                    </a:lnTo>
                    <a:lnTo>
                      <a:pt x="1988" y="231"/>
                    </a:lnTo>
                    <a:lnTo>
                      <a:pt x="1737" y="22"/>
                    </a:lnTo>
                    <a:lnTo>
                      <a:pt x="165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6" name="Google Shape;2486;p56"/>
              <p:cNvSpPr/>
              <p:nvPr/>
            </p:nvSpPr>
            <p:spPr>
              <a:xfrm>
                <a:off x="3886100" y="2558550"/>
                <a:ext cx="3675" cy="5250"/>
              </a:xfrm>
              <a:custGeom>
                <a:avLst/>
                <a:gdLst/>
                <a:ahLst/>
                <a:cxnLst/>
                <a:rect l="l" t="t" r="r" b="b"/>
                <a:pathLst>
                  <a:path w="147" h="210" extrusionOk="0">
                    <a:moveTo>
                      <a:pt x="0" y="0"/>
                    </a:moveTo>
                    <a:lnTo>
                      <a:pt x="147" y="209"/>
                    </a:lnTo>
                    <a:lnTo>
                      <a:pt x="126" y="105"/>
                    </a:lnTo>
                    <a:lnTo>
                      <a:pt x="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487" name="Google Shape;2487;p56"/>
            <p:cNvSpPr/>
            <p:nvPr/>
          </p:nvSpPr>
          <p:spPr>
            <a:xfrm>
              <a:off x="3799155" y="2842190"/>
              <a:ext cx="6990" cy="13340"/>
            </a:xfrm>
            <a:custGeom>
              <a:avLst/>
              <a:gdLst/>
              <a:ahLst/>
              <a:cxnLst/>
              <a:rect l="l" t="t" r="r" b="b"/>
              <a:pathLst>
                <a:path w="587" h="1173" extrusionOk="0">
                  <a:moveTo>
                    <a:pt x="461" y="0"/>
                  </a:moveTo>
                  <a:lnTo>
                    <a:pt x="440" y="105"/>
                  </a:lnTo>
                  <a:lnTo>
                    <a:pt x="482" y="147"/>
                  </a:lnTo>
                  <a:lnTo>
                    <a:pt x="461" y="251"/>
                  </a:lnTo>
                  <a:lnTo>
                    <a:pt x="419" y="251"/>
                  </a:lnTo>
                  <a:lnTo>
                    <a:pt x="357" y="210"/>
                  </a:lnTo>
                  <a:lnTo>
                    <a:pt x="273" y="251"/>
                  </a:lnTo>
                  <a:lnTo>
                    <a:pt x="106" y="335"/>
                  </a:lnTo>
                  <a:lnTo>
                    <a:pt x="22" y="461"/>
                  </a:lnTo>
                  <a:lnTo>
                    <a:pt x="106" y="523"/>
                  </a:lnTo>
                  <a:lnTo>
                    <a:pt x="64" y="565"/>
                  </a:lnTo>
                  <a:lnTo>
                    <a:pt x="1" y="565"/>
                  </a:lnTo>
                  <a:lnTo>
                    <a:pt x="22" y="649"/>
                  </a:lnTo>
                  <a:lnTo>
                    <a:pt x="106" y="691"/>
                  </a:lnTo>
                  <a:lnTo>
                    <a:pt x="106" y="754"/>
                  </a:lnTo>
                  <a:lnTo>
                    <a:pt x="64" y="775"/>
                  </a:lnTo>
                  <a:lnTo>
                    <a:pt x="106" y="837"/>
                  </a:lnTo>
                  <a:lnTo>
                    <a:pt x="168" y="879"/>
                  </a:lnTo>
                  <a:lnTo>
                    <a:pt x="168" y="963"/>
                  </a:lnTo>
                  <a:lnTo>
                    <a:pt x="210" y="963"/>
                  </a:lnTo>
                  <a:lnTo>
                    <a:pt x="252" y="1005"/>
                  </a:lnTo>
                  <a:lnTo>
                    <a:pt x="210" y="984"/>
                  </a:lnTo>
                  <a:lnTo>
                    <a:pt x="147" y="1067"/>
                  </a:lnTo>
                  <a:lnTo>
                    <a:pt x="210" y="1109"/>
                  </a:lnTo>
                  <a:lnTo>
                    <a:pt x="357" y="1172"/>
                  </a:lnTo>
                  <a:lnTo>
                    <a:pt x="461" y="1109"/>
                  </a:lnTo>
                  <a:lnTo>
                    <a:pt x="545" y="942"/>
                  </a:lnTo>
                  <a:lnTo>
                    <a:pt x="545" y="795"/>
                  </a:lnTo>
                  <a:lnTo>
                    <a:pt x="587" y="544"/>
                  </a:lnTo>
                  <a:lnTo>
                    <a:pt x="545" y="314"/>
                  </a:lnTo>
                  <a:lnTo>
                    <a:pt x="545" y="147"/>
                  </a:lnTo>
                  <a:lnTo>
                    <a:pt x="52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8" name="Google Shape;2488;p56"/>
            <p:cNvSpPr/>
            <p:nvPr/>
          </p:nvSpPr>
          <p:spPr>
            <a:xfrm>
              <a:off x="3688535" y="2836242"/>
              <a:ext cx="76506" cy="61161"/>
            </a:xfrm>
            <a:custGeom>
              <a:avLst/>
              <a:gdLst/>
              <a:ahLst/>
              <a:cxnLst/>
              <a:rect l="l" t="t" r="r" b="b"/>
              <a:pathLst>
                <a:path w="6425" h="5378" extrusionOk="0">
                  <a:moveTo>
                    <a:pt x="817" y="0"/>
                  </a:moveTo>
                  <a:lnTo>
                    <a:pt x="733" y="42"/>
                  </a:lnTo>
                  <a:lnTo>
                    <a:pt x="712" y="21"/>
                  </a:lnTo>
                  <a:lnTo>
                    <a:pt x="503" y="126"/>
                  </a:lnTo>
                  <a:lnTo>
                    <a:pt x="524" y="209"/>
                  </a:lnTo>
                  <a:lnTo>
                    <a:pt x="608" y="251"/>
                  </a:lnTo>
                  <a:lnTo>
                    <a:pt x="524" y="335"/>
                  </a:lnTo>
                  <a:lnTo>
                    <a:pt x="336" y="356"/>
                  </a:lnTo>
                  <a:lnTo>
                    <a:pt x="252" y="335"/>
                  </a:lnTo>
                  <a:lnTo>
                    <a:pt x="43" y="419"/>
                  </a:lnTo>
                  <a:lnTo>
                    <a:pt x="1" y="544"/>
                  </a:lnTo>
                  <a:lnTo>
                    <a:pt x="43" y="670"/>
                  </a:lnTo>
                  <a:lnTo>
                    <a:pt x="126" y="649"/>
                  </a:lnTo>
                  <a:lnTo>
                    <a:pt x="126" y="691"/>
                  </a:lnTo>
                  <a:lnTo>
                    <a:pt x="189" y="733"/>
                  </a:lnTo>
                  <a:lnTo>
                    <a:pt x="147" y="879"/>
                  </a:lnTo>
                  <a:lnTo>
                    <a:pt x="210" y="900"/>
                  </a:lnTo>
                  <a:lnTo>
                    <a:pt x="294" y="837"/>
                  </a:lnTo>
                  <a:lnTo>
                    <a:pt x="252" y="963"/>
                  </a:lnTo>
                  <a:lnTo>
                    <a:pt x="315" y="1005"/>
                  </a:lnTo>
                  <a:lnTo>
                    <a:pt x="252" y="1088"/>
                  </a:lnTo>
                  <a:lnTo>
                    <a:pt x="357" y="1109"/>
                  </a:lnTo>
                  <a:lnTo>
                    <a:pt x="231" y="1256"/>
                  </a:lnTo>
                  <a:lnTo>
                    <a:pt x="231" y="1277"/>
                  </a:lnTo>
                  <a:lnTo>
                    <a:pt x="482" y="1214"/>
                  </a:lnTo>
                  <a:lnTo>
                    <a:pt x="587" y="1256"/>
                  </a:lnTo>
                  <a:lnTo>
                    <a:pt x="566" y="1381"/>
                  </a:lnTo>
                  <a:lnTo>
                    <a:pt x="629" y="1465"/>
                  </a:lnTo>
                  <a:lnTo>
                    <a:pt x="796" y="1360"/>
                  </a:lnTo>
                  <a:lnTo>
                    <a:pt x="1110" y="1423"/>
                  </a:lnTo>
                  <a:lnTo>
                    <a:pt x="1214" y="1318"/>
                  </a:lnTo>
                  <a:lnTo>
                    <a:pt x="1486" y="1360"/>
                  </a:lnTo>
                  <a:lnTo>
                    <a:pt x="1507" y="1486"/>
                  </a:lnTo>
                  <a:lnTo>
                    <a:pt x="1612" y="1632"/>
                  </a:lnTo>
                  <a:lnTo>
                    <a:pt x="1591" y="1737"/>
                  </a:lnTo>
                  <a:lnTo>
                    <a:pt x="1445" y="1737"/>
                  </a:lnTo>
                  <a:lnTo>
                    <a:pt x="1235" y="1946"/>
                  </a:lnTo>
                  <a:lnTo>
                    <a:pt x="1256" y="2114"/>
                  </a:lnTo>
                  <a:lnTo>
                    <a:pt x="1235" y="2469"/>
                  </a:lnTo>
                  <a:lnTo>
                    <a:pt x="1089" y="2616"/>
                  </a:lnTo>
                  <a:lnTo>
                    <a:pt x="1194" y="2720"/>
                  </a:lnTo>
                  <a:lnTo>
                    <a:pt x="1047" y="2930"/>
                  </a:lnTo>
                  <a:lnTo>
                    <a:pt x="942" y="2888"/>
                  </a:lnTo>
                  <a:lnTo>
                    <a:pt x="817" y="2930"/>
                  </a:lnTo>
                  <a:lnTo>
                    <a:pt x="963" y="3202"/>
                  </a:lnTo>
                  <a:lnTo>
                    <a:pt x="1089" y="3285"/>
                  </a:lnTo>
                  <a:lnTo>
                    <a:pt x="1089" y="3515"/>
                  </a:lnTo>
                  <a:lnTo>
                    <a:pt x="922" y="3704"/>
                  </a:lnTo>
                  <a:lnTo>
                    <a:pt x="984" y="3871"/>
                  </a:lnTo>
                  <a:lnTo>
                    <a:pt x="1131" y="3871"/>
                  </a:lnTo>
                  <a:lnTo>
                    <a:pt x="1089" y="3976"/>
                  </a:lnTo>
                  <a:lnTo>
                    <a:pt x="963" y="4080"/>
                  </a:lnTo>
                  <a:lnTo>
                    <a:pt x="838" y="4331"/>
                  </a:lnTo>
                  <a:lnTo>
                    <a:pt x="922" y="4457"/>
                  </a:lnTo>
                  <a:lnTo>
                    <a:pt x="922" y="4603"/>
                  </a:lnTo>
                  <a:lnTo>
                    <a:pt x="1026" y="4624"/>
                  </a:lnTo>
                  <a:lnTo>
                    <a:pt x="1173" y="4645"/>
                  </a:lnTo>
                  <a:lnTo>
                    <a:pt x="1403" y="4875"/>
                  </a:lnTo>
                  <a:lnTo>
                    <a:pt x="1382" y="4917"/>
                  </a:lnTo>
                  <a:lnTo>
                    <a:pt x="1486" y="5168"/>
                  </a:lnTo>
                  <a:lnTo>
                    <a:pt x="1675" y="5357"/>
                  </a:lnTo>
                  <a:lnTo>
                    <a:pt x="1842" y="5378"/>
                  </a:lnTo>
                  <a:lnTo>
                    <a:pt x="2010" y="5273"/>
                  </a:lnTo>
                  <a:lnTo>
                    <a:pt x="2010" y="5168"/>
                  </a:lnTo>
                  <a:lnTo>
                    <a:pt x="2093" y="5085"/>
                  </a:lnTo>
                  <a:lnTo>
                    <a:pt x="2303" y="5064"/>
                  </a:lnTo>
                  <a:lnTo>
                    <a:pt x="2470" y="4875"/>
                  </a:lnTo>
                  <a:lnTo>
                    <a:pt x="2679" y="4855"/>
                  </a:lnTo>
                  <a:lnTo>
                    <a:pt x="2784" y="4813"/>
                  </a:lnTo>
                  <a:lnTo>
                    <a:pt x="3035" y="4875"/>
                  </a:lnTo>
                  <a:lnTo>
                    <a:pt x="3181" y="4917"/>
                  </a:lnTo>
                  <a:lnTo>
                    <a:pt x="3202" y="4855"/>
                  </a:lnTo>
                  <a:lnTo>
                    <a:pt x="3307" y="4855"/>
                  </a:lnTo>
                  <a:lnTo>
                    <a:pt x="3411" y="4938"/>
                  </a:lnTo>
                  <a:lnTo>
                    <a:pt x="3495" y="4855"/>
                  </a:lnTo>
                  <a:lnTo>
                    <a:pt x="3558" y="4750"/>
                  </a:lnTo>
                  <a:lnTo>
                    <a:pt x="3663" y="4855"/>
                  </a:lnTo>
                  <a:lnTo>
                    <a:pt x="3788" y="4917"/>
                  </a:lnTo>
                  <a:lnTo>
                    <a:pt x="3914" y="4708"/>
                  </a:lnTo>
                  <a:lnTo>
                    <a:pt x="3914" y="4603"/>
                  </a:lnTo>
                  <a:lnTo>
                    <a:pt x="4248" y="4436"/>
                  </a:lnTo>
                  <a:lnTo>
                    <a:pt x="4458" y="4436"/>
                  </a:lnTo>
                  <a:lnTo>
                    <a:pt x="4520" y="4352"/>
                  </a:lnTo>
                  <a:lnTo>
                    <a:pt x="4458" y="4311"/>
                  </a:lnTo>
                  <a:lnTo>
                    <a:pt x="4499" y="4143"/>
                  </a:lnTo>
                  <a:lnTo>
                    <a:pt x="4667" y="3892"/>
                  </a:lnTo>
                  <a:lnTo>
                    <a:pt x="4667" y="3766"/>
                  </a:lnTo>
                  <a:lnTo>
                    <a:pt x="4855" y="3704"/>
                  </a:lnTo>
                  <a:lnTo>
                    <a:pt x="4981" y="3578"/>
                  </a:lnTo>
                  <a:lnTo>
                    <a:pt x="4855" y="3390"/>
                  </a:lnTo>
                  <a:lnTo>
                    <a:pt x="4771" y="3348"/>
                  </a:lnTo>
                  <a:lnTo>
                    <a:pt x="4751" y="3243"/>
                  </a:lnTo>
                  <a:lnTo>
                    <a:pt x="4646" y="3076"/>
                  </a:lnTo>
                  <a:lnTo>
                    <a:pt x="4730" y="2992"/>
                  </a:lnTo>
                  <a:lnTo>
                    <a:pt x="4960" y="2637"/>
                  </a:lnTo>
                  <a:lnTo>
                    <a:pt x="5064" y="2574"/>
                  </a:lnTo>
                  <a:lnTo>
                    <a:pt x="5232" y="2302"/>
                  </a:lnTo>
                  <a:lnTo>
                    <a:pt x="5274" y="2323"/>
                  </a:lnTo>
                  <a:lnTo>
                    <a:pt x="5253" y="2344"/>
                  </a:lnTo>
                  <a:lnTo>
                    <a:pt x="5253" y="2365"/>
                  </a:lnTo>
                  <a:lnTo>
                    <a:pt x="5336" y="2323"/>
                  </a:lnTo>
                  <a:lnTo>
                    <a:pt x="5357" y="2197"/>
                  </a:lnTo>
                  <a:lnTo>
                    <a:pt x="5295" y="2134"/>
                  </a:lnTo>
                  <a:lnTo>
                    <a:pt x="5441" y="2051"/>
                  </a:lnTo>
                  <a:lnTo>
                    <a:pt x="5567" y="1946"/>
                  </a:lnTo>
                  <a:lnTo>
                    <a:pt x="5776" y="1946"/>
                  </a:lnTo>
                  <a:lnTo>
                    <a:pt x="5964" y="1883"/>
                  </a:lnTo>
                  <a:lnTo>
                    <a:pt x="6069" y="1737"/>
                  </a:lnTo>
                  <a:lnTo>
                    <a:pt x="6278" y="1611"/>
                  </a:lnTo>
                  <a:lnTo>
                    <a:pt x="6320" y="1507"/>
                  </a:lnTo>
                  <a:lnTo>
                    <a:pt x="6341" y="1381"/>
                  </a:lnTo>
                  <a:lnTo>
                    <a:pt x="6320" y="1193"/>
                  </a:lnTo>
                  <a:lnTo>
                    <a:pt x="6424" y="1151"/>
                  </a:lnTo>
                  <a:lnTo>
                    <a:pt x="6424" y="1088"/>
                  </a:lnTo>
                  <a:lnTo>
                    <a:pt x="6341" y="1067"/>
                  </a:lnTo>
                  <a:lnTo>
                    <a:pt x="6215" y="879"/>
                  </a:lnTo>
                  <a:lnTo>
                    <a:pt x="5964" y="900"/>
                  </a:lnTo>
                  <a:lnTo>
                    <a:pt x="5797" y="837"/>
                  </a:lnTo>
                  <a:lnTo>
                    <a:pt x="5629" y="837"/>
                  </a:lnTo>
                  <a:lnTo>
                    <a:pt x="5525" y="774"/>
                  </a:lnTo>
                  <a:lnTo>
                    <a:pt x="5253" y="774"/>
                  </a:lnTo>
                  <a:lnTo>
                    <a:pt x="5148" y="879"/>
                  </a:lnTo>
                  <a:lnTo>
                    <a:pt x="5064" y="837"/>
                  </a:lnTo>
                  <a:lnTo>
                    <a:pt x="4918" y="837"/>
                  </a:lnTo>
                  <a:lnTo>
                    <a:pt x="4792" y="691"/>
                  </a:lnTo>
                  <a:lnTo>
                    <a:pt x="4688" y="753"/>
                  </a:lnTo>
                  <a:lnTo>
                    <a:pt x="4583" y="649"/>
                  </a:lnTo>
                  <a:lnTo>
                    <a:pt x="4332" y="565"/>
                  </a:lnTo>
                  <a:lnTo>
                    <a:pt x="4186" y="586"/>
                  </a:lnTo>
                  <a:lnTo>
                    <a:pt x="4207" y="523"/>
                  </a:lnTo>
                  <a:lnTo>
                    <a:pt x="4186" y="377"/>
                  </a:lnTo>
                  <a:lnTo>
                    <a:pt x="4102" y="377"/>
                  </a:lnTo>
                  <a:lnTo>
                    <a:pt x="4102" y="356"/>
                  </a:lnTo>
                  <a:lnTo>
                    <a:pt x="3997" y="314"/>
                  </a:lnTo>
                  <a:lnTo>
                    <a:pt x="3955" y="335"/>
                  </a:lnTo>
                  <a:lnTo>
                    <a:pt x="3872" y="335"/>
                  </a:lnTo>
                  <a:lnTo>
                    <a:pt x="3809" y="419"/>
                  </a:lnTo>
                  <a:lnTo>
                    <a:pt x="3495" y="230"/>
                  </a:lnTo>
                  <a:lnTo>
                    <a:pt x="3391" y="230"/>
                  </a:lnTo>
                  <a:lnTo>
                    <a:pt x="3286" y="335"/>
                  </a:lnTo>
                  <a:lnTo>
                    <a:pt x="3077" y="272"/>
                  </a:lnTo>
                  <a:lnTo>
                    <a:pt x="3035" y="168"/>
                  </a:lnTo>
                  <a:lnTo>
                    <a:pt x="2826" y="147"/>
                  </a:lnTo>
                  <a:lnTo>
                    <a:pt x="2533" y="272"/>
                  </a:lnTo>
                  <a:lnTo>
                    <a:pt x="2344" y="230"/>
                  </a:lnTo>
                  <a:lnTo>
                    <a:pt x="1926" y="168"/>
                  </a:lnTo>
                  <a:lnTo>
                    <a:pt x="1779" y="105"/>
                  </a:lnTo>
                  <a:lnTo>
                    <a:pt x="1758" y="42"/>
                  </a:lnTo>
                  <a:lnTo>
                    <a:pt x="1570" y="105"/>
                  </a:lnTo>
                  <a:lnTo>
                    <a:pt x="1403" y="147"/>
                  </a:lnTo>
                  <a:lnTo>
                    <a:pt x="1277" y="105"/>
                  </a:lnTo>
                  <a:lnTo>
                    <a:pt x="1173" y="105"/>
                  </a:lnTo>
                  <a:lnTo>
                    <a:pt x="1068" y="168"/>
                  </a:lnTo>
                  <a:lnTo>
                    <a:pt x="942" y="21"/>
                  </a:lnTo>
                  <a:lnTo>
                    <a:pt x="8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9" name="Google Shape;2489;p56"/>
            <p:cNvSpPr/>
            <p:nvPr/>
          </p:nvSpPr>
          <p:spPr>
            <a:xfrm>
              <a:off x="4036603" y="2865264"/>
              <a:ext cx="11967" cy="9064"/>
            </a:xfrm>
            <a:custGeom>
              <a:avLst/>
              <a:gdLst/>
              <a:ahLst/>
              <a:cxnLst/>
              <a:rect l="l" t="t" r="r" b="b"/>
              <a:pathLst>
                <a:path w="1005" h="797" extrusionOk="0">
                  <a:moveTo>
                    <a:pt x="189" y="1"/>
                  </a:moveTo>
                  <a:lnTo>
                    <a:pt x="84" y="64"/>
                  </a:lnTo>
                  <a:lnTo>
                    <a:pt x="0" y="64"/>
                  </a:lnTo>
                  <a:lnTo>
                    <a:pt x="0" y="106"/>
                  </a:lnTo>
                  <a:lnTo>
                    <a:pt x="42" y="106"/>
                  </a:lnTo>
                  <a:lnTo>
                    <a:pt x="105" y="189"/>
                  </a:lnTo>
                  <a:lnTo>
                    <a:pt x="189" y="189"/>
                  </a:lnTo>
                  <a:lnTo>
                    <a:pt x="251" y="294"/>
                  </a:lnTo>
                  <a:lnTo>
                    <a:pt x="209" y="378"/>
                  </a:lnTo>
                  <a:lnTo>
                    <a:pt x="481" y="503"/>
                  </a:lnTo>
                  <a:lnTo>
                    <a:pt x="502" y="629"/>
                  </a:lnTo>
                  <a:lnTo>
                    <a:pt x="670" y="712"/>
                  </a:lnTo>
                  <a:lnTo>
                    <a:pt x="795" y="712"/>
                  </a:lnTo>
                  <a:lnTo>
                    <a:pt x="984" y="796"/>
                  </a:lnTo>
                  <a:lnTo>
                    <a:pt x="1005" y="712"/>
                  </a:lnTo>
                  <a:lnTo>
                    <a:pt x="733" y="315"/>
                  </a:lnTo>
                  <a:lnTo>
                    <a:pt x="586" y="273"/>
                  </a:lnTo>
                  <a:lnTo>
                    <a:pt x="502" y="85"/>
                  </a:lnTo>
                  <a:lnTo>
                    <a:pt x="398" y="85"/>
                  </a:lnTo>
                  <a:lnTo>
                    <a:pt x="356" y="126"/>
                  </a:lnTo>
                  <a:lnTo>
                    <a:pt x="18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0" name="Google Shape;2490;p56"/>
            <p:cNvSpPr/>
            <p:nvPr/>
          </p:nvSpPr>
          <p:spPr>
            <a:xfrm>
              <a:off x="4033614" y="2866458"/>
              <a:ext cx="140532" cy="108039"/>
            </a:xfrm>
            <a:custGeom>
              <a:avLst/>
              <a:gdLst/>
              <a:ahLst/>
              <a:cxnLst/>
              <a:rect l="l" t="t" r="r" b="b"/>
              <a:pathLst>
                <a:path w="11802" h="9500" extrusionOk="0">
                  <a:moveTo>
                    <a:pt x="502" y="1863"/>
                  </a:moveTo>
                  <a:lnTo>
                    <a:pt x="502" y="1884"/>
                  </a:lnTo>
                  <a:lnTo>
                    <a:pt x="506" y="1864"/>
                  </a:lnTo>
                  <a:lnTo>
                    <a:pt x="506" y="1864"/>
                  </a:lnTo>
                  <a:lnTo>
                    <a:pt x="502" y="1863"/>
                  </a:lnTo>
                  <a:close/>
                  <a:moveTo>
                    <a:pt x="251" y="1"/>
                  </a:moveTo>
                  <a:lnTo>
                    <a:pt x="209" y="63"/>
                  </a:lnTo>
                  <a:lnTo>
                    <a:pt x="147" y="210"/>
                  </a:lnTo>
                  <a:lnTo>
                    <a:pt x="0" y="210"/>
                  </a:lnTo>
                  <a:lnTo>
                    <a:pt x="0" y="273"/>
                  </a:lnTo>
                  <a:lnTo>
                    <a:pt x="42" y="398"/>
                  </a:lnTo>
                  <a:lnTo>
                    <a:pt x="105" y="607"/>
                  </a:lnTo>
                  <a:lnTo>
                    <a:pt x="105" y="712"/>
                  </a:lnTo>
                  <a:lnTo>
                    <a:pt x="105" y="858"/>
                  </a:lnTo>
                  <a:lnTo>
                    <a:pt x="230" y="900"/>
                  </a:lnTo>
                  <a:lnTo>
                    <a:pt x="251" y="942"/>
                  </a:lnTo>
                  <a:lnTo>
                    <a:pt x="188" y="1130"/>
                  </a:lnTo>
                  <a:lnTo>
                    <a:pt x="209" y="1277"/>
                  </a:lnTo>
                  <a:lnTo>
                    <a:pt x="188" y="1361"/>
                  </a:lnTo>
                  <a:lnTo>
                    <a:pt x="335" y="1423"/>
                  </a:lnTo>
                  <a:lnTo>
                    <a:pt x="460" y="1654"/>
                  </a:lnTo>
                  <a:lnTo>
                    <a:pt x="523" y="1779"/>
                  </a:lnTo>
                  <a:lnTo>
                    <a:pt x="506" y="1864"/>
                  </a:lnTo>
                  <a:lnTo>
                    <a:pt x="506" y="1864"/>
                  </a:lnTo>
                  <a:lnTo>
                    <a:pt x="607" y="1884"/>
                  </a:lnTo>
                  <a:lnTo>
                    <a:pt x="670" y="2009"/>
                  </a:lnTo>
                  <a:lnTo>
                    <a:pt x="649" y="2114"/>
                  </a:lnTo>
                  <a:lnTo>
                    <a:pt x="712" y="2260"/>
                  </a:lnTo>
                  <a:lnTo>
                    <a:pt x="816" y="2260"/>
                  </a:lnTo>
                  <a:lnTo>
                    <a:pt x="858" y="2365"/>
                  </a:lnTo>
                  <a:lnTo>
                    <a:pt x="921" y="2490"/>
                  </a:lnTo>
                  <a:lnTo>
                    <a:pt x="1025" y="2532"/>
                  </a:lnTo>
                  <a:lnTo>
                    <a:pt x="1088" y="2574"/>
                  </a:lnTo>
                  <a:lnTo>
                    <a:pt x="1297" y="2679"/>
                  </a:lnTo>
                  <a:lnTo>
                    <a:pt x="1381" y="2700"/>
                  </a:lnTo>
                  <a:lnTo>
                    <a:pt x="1507" y="2679"/>
                  </a:lnTo>
                  <a:lnTo>
                    <a:pt x="1590" y="2721"/>
                  </a:lnTo>
                  <a:lnTo>
                    <a:pt x="1653" y="2742"/>
                  </a:lnTo>
                  <a:lnTo>
                    <a:pt x="1590" y="2783"/>
                  </a:lnTo>
                  <a:lnTo>
                    <a:pt x="1486" y="2825"/>
                  </a:lnTo>
                  <a:lnTo>
                    <a:pt x="1402" y="2825"/>
                  </a:lnTo>
                  <a:lnTo>
                    <a:pt x="1444" y="2993"/>
                  </a:lnTo>
                  <a:lnTo>
                    <a:pt x="1486" y="3014"/>
                  </a:lnTo>
                  <a:lnTo>
                    <a:pt x="1486" y="3223"/>
                  </a:lnTo>
                  <a:lnTo>
                    <a:pt x="1402" y="3244"/>
                  </a:lnTo>
                  <a:lnTo>
                    <a:pt x="1339" y="3244"/>
                  </a:lnTo>
                  <a:lnTo>
                    <a:pt x="1297" y="3432"/>
                  </a:lnTo>
                  <a:lnTo>
                    <a:pt x="1256" y="3474"/>
                  </a:lnTo>
                  <a:lnTo>
                    <a:pt x="1256" y="3683"/>
                  </a:lnTo>
                  <a:lnTo>
                    <a:pt x="1235" y="3767"/>
                  </a:lnTo>
                  <a:lnTo>
                    <a:pt x="1256" y="3830"/>
                  </a:lnTo>
                  <a:lnTo>
                    <a:pt x="1193" y="3871"/>
                  </a:lnTo>
                  <a:lnTo>
                    <a:pt x="1193" y="3955"/>
                  </a:lnTo>
                  <a:lnTo>
                    <a:pt x="1276" y="3976"/>
                  </a:lnTo>
                  <a:lnTo>
                    <a:pt x="1360" y="4060"/>
                  </a:lnTo>
                  <a:lnTo>
                    <a:pt x="1465" y="4081"/>
                  </a:lnTo>
                  <a:lnTo>
                    <a:pt x="1486" y="4164"/>
                  </a:lnTo>
                  <a:lnTo>
                    <a:pt x="1611" y="4269"/>
                  </a:lnTo>
                  <a:lnTo>
                    <a:pt x="1569" y="4394"/>
                  </a:lnTo>
                  <a:lnTo>
                    <a:pt x="1590" y="4415"/>
                  </a:lnTo>
                  <a:lnTo>
                    <a:pt x="1590" y="4499"/>
                  </a:lnTo>
                  <a:lnTo>
                    <a:pt x="1695" y="4583"/>
                  </a:lnTo>
                  <a:lnTo>
                    <a:pt x="1758" y="4562"/>
                  </a:lnTo>
                  <a:lnTo>
                    <a:pt x="1862" y="4520"/>
                  </a:lnTo>
                  <a:lnTo>
                    <a:pt x="2302" y="4813"/>
                  </a:lnTo>
                  <a:lnTo>
                    <a:pt x="2344" y="4792"/>
                  </a:lnTo>
                  <a:lnTo>
                    <a:pt x="2427" y="4834"/>
                  </a:lnTo>
                  <a:lnTo>
                    <a:pt x="2532" y="5043"/>
                  </a:lnTo>
                  <a:lnTo>
                    <a:pt x="2636" y="5106"/>
                  </a:lnTo>
                  <a:lnTo>
                    <a:pt x="2762" y="5357"/>
                  </a:lnTo>
                  <a:lnTo>
                    <a:pt x="2636" y="5462"/>
                  </a:lnTo>
                  <a:lnTo>
                    <a:pt x="2636" y="5650"/>
                  </a:lnTo>
                  <a:lnTo>
                    <a:pt x="2657" y="5817"/>
                  </a:lnTo>
                  <a:lnTo>
                    <a:pt x="2846" y="5817"/>
                  </a:lnTo>
                  <a:lnTo>
                    <a:pt x="2909" y="6152"/>
                  </a:lnTo>
                  <a:lnTo>
                    <a:pt x="3013" y="6236"/>
                  </a:lnTo>
                  <a:lnTo>
                    <a:pt x="3118" y="6278"/>
                  </a:lnTo>
                  <a:lnTo>
                    <a:pt x="3160" y="6299"/>
                  </a:lnTo>
                  <a:lnTo>
                    <a:pt x="3222" y="6278"/>
                  </a:lnTo>
                  <a:lnTo>
                    <a:pt x="3222" y="6340"/>
                  </a:lnTo>
                  <a:lnTo>
                    <a:pt x="3285" y="6445"/>
                  </a:lnTo>
                  <a:lnTo>
                    <a:pt x="3369" y="6445"/>
                  </a:lnTo>
                  <a:lnTo>
                    <a:pt x="3432" y="6382"/>
                  </a:lnTo>
                  <a:lnTo>
                    <a:pt x="3453" y="6257"/>
                  </a:lnTo>
                  <a:lnTo>
                    <a:pt x="3348" y="6194"/>
                  </a:lnTo>
                  <a:lnTo>
                    <a:pt x="3494" y="6194"/>
                  </a:lnTo>
                  <a:lnTo>
                    <a:pt x="3536" y="6173"/>
                  </a:lnTo>
                  <a:lnTo>
                    <a:pt x="3494" y="6236"/>
                  </a:lnTo>
                  <a:lnTo>
                    <a:pt x="3494" y="6299"/>
                  </a:lnTo>
                  <a:lnTo>
                    <a:pt x="3641" y="6361"/>
                  </a:lnTo>
                  <a:lnTo>
                    <a:pt x="3683" y="6340"/>
                  </a:lnTo>
                  <a:lnTo>
                    <a:pt x="3745" y="6445"/>
                  </a:lnTo>
                  <a:lnTo>
                    <a:pt x="3787" y="6445"/>
                  </a:lnTo>
                  <a:lnTo>
                    <a:pt x="3976" y="6299"/>
                  </a:lnTo>
                  <a:lnTo>
                    <a:pt x="4017" y="6340"/>
                  </a:lnTo>
                  <a:lnTo>
                    <a:pt x="4164" y="6487"/>
                  </a:lnTo>
                  <a:lnTo>
                    <a:pt x="4164" y="6591"/>
                  </a:lnTo>
                  <a:lnTo>
                    <a:pt x="4373" y="6863"/>
                  </a:lnTo>
                  <a:lnTo>
                    <a:pt x="4394" y="7031"/>
                  </a:lnTo>
                  <a:lnTo>
                    <a:pt x="4436" y="7073"/>
                  </a:lnTo>
                  <a:lnTo>
                    <a:pt x="4541" y="7073"/>
                  </a:lnTo>
                  <a:lnTo>
                    <a:pt x="4603" y="7177"/>
                  </a:lnTo>
                  <a:lnTo>
                    <a:pt x="4541" y="7177"/>
                  </a:lnTo>
                  <a:lnTo>
                    <a:pt x="4520" y="7135"/>
                  </a:lnTo>
                  <a:lnTo>
                    <a:pt x="4499" y="7177"/>
                  </a:lnTo>
                  <a:lnTo>
                    <a:pt x="4603" y="7240"/>
                  </a:lnTo>
                  <a:lnTo>
                    <a:pt x="4645" y="7219"/>
                  </a:lnTo>
                  <a:lnTo>
                    <a:pt x="4687" y="7324"/>
                  </a:lnTo>
                  <a:lnTo>
                    <a:pt x="4833" y="7721"/>
                  </a:lnTo>
                  <a:lnTo>
                    <a:pt x="4959" y="7763"/>
                  </a:lnTo>
                  <a:lnTo>
                    <a:pt x="5168" y="7763"/>
                  </a:lnTo>
                  <a:lnTo>
                    <a:pt x="5315" y="7805"/>
                  </a:lnTo>
                  <a:lnTo>
                    <a:pt x="5377" y="7868"/>
                  </a:lnTo>
                  <a:lnTo>
                    <a:pt x="5566" y="7868"/>
                  </a:lnTo>
                  <a:lnTo>
                    <a:pt x="5587" y="7931"/>
                  </a:lnTo>
                  <a:lnTo>
                    <a:pt x="5691" y="7931"/>
                  </a:lnTo>
                  <a:lnTo>
                    <a:pt x="5733" y="7972"/>
                  </a:lnTo>
                  <a:lnTo>
                    <a:pt x="5649" y="8035"/>
                  </a:lnTo>
                  <a:lnTo>
                    <a:pt x="5796" y="8224"/>
                  </a:lnTo>
                  <a:lnTo>
                    <a:pt x="5963" y="8244"/>
                  </a:lnTo>
                  <a:lnTo>
                    <a:pt x="6047" y="8328"/>
                  </a:lnTo>
                  <a:lnTo>
                    <a:pt x="6152" y="8328"/>
                  </a:lnTo>
                  <a:lnTo>
                    <a:pt x="6319" y="8496"/>
                  </a:lnTo>
                  <a:lnTo>
                    <a:pt x="6403" y="8475"/>
                  </a:lnTo>
                  <a:lnTo>
                    <a:pt x="6528" y="8454"/>
                  </a:lnTo>
                  <a:lnTo>
                    <a:pt x="6717" y="8496"/>
                  </a:lnTo>
                  <a:lnTo>
                    <a:pt x="6947" y="8663"/>
                  </a:lnTo>
                  <a:lnTo>
                    <a:pt x="7135" y="8475"/>
                  </a:lnTo>
                  <a:lnTo>
                    <a:pt x="7407" y="8349"/>
                  </a:lnTo>
                  <a:lnTo>
                    <a:pt x="7407" y="8328"/>
                  </a:lnTo>
                  <a:lnTo>
                    <a:pt x="7533" y="8328"/>
                  </a:lnTo>
                  <a:lnTo>
                    <a:pt x="7679" y="8224"/>
                  </a:lnTo>
                  <a:lnTo>
                    <a:pt x="7784" y="8161"/>
                  </a:lnTo>
                  <a:lnTo>
                    <a:pt x="7993" y="8182"/>
                  </a:lnTo>
                  <a:lnTo>
                    <a:pt x="7993" y="8244"/>
                  </a:lnTo>
                  <a:lnTo>
                    <a:pt x="8056" y="8244"/>
                  </a:lnTo>
                  <a:lnTo>
                    <a:pt x="8056" y="8286"/>
                  </a:lnTo>
                  <a:lnTo>
                    <a:pt x="8160" y="8454"/>
                  </a:lnTo>
                  <a:lnTo>
                    <a:pt x="8244" y="8663"/>
                  </a:lnTo>
                  <a:lnTo>
                    <a:pt x="8349" y="8872"/>
                  </a:lnTo>
                  <a:lnTo>
                    <a:pt x="8349" y="9019"/>
                  </a:lnTo>
                  <a:lnTo>
                    <a:pt x="8411" y="9081"/>
                  </a:lnTo>
                  <a:lnTo>
                    <a:pt x="8453" y="9123"/>
                  </a:lnTo>
                  <a:lnTo>
                    <a:pt x="8872" y="9123"/>
                  </a:lnTo>
                  <a:lnTo>
                    <a:pt x="8976" y="9207"/>
                  </a:lnTo>
                  <a:lnTo>
                    <a:pt x="9102" y="9081"/>
                  </a:lnTo>
                  <a:lnTo>
                    <a:pt x="9144" y="9102"/>
                  </a:lnTo>
                  <a:lnTo>
                    <a:pt x="9311" y="9228"/>
                  </a:lnTo>
                  <a:lnTo>
                    <a:pt x="9625" y="9207"/>
                  </a:lnTo>
                  <a:lnTo>
                    <a:pt x="9813" y="9291"/>
                  </a:lnTo>
                  <a:lnTo>
                    <a:pt x="10064" y="9312"/>
                  </a:lnTo>
                  <a:lnTo>
                    <a:pt x="10169" y="9332"/>
                  </a:lnTo>
                  <a:lnTo>
                    <a:pt x="10232" y="9312"/>
                  </a:lnTo>
                  <a:lnTo>
                    <a:pt x="10295" y="9395"/>
                  </a:lnTo>
                  <a:lnTo>
                    <a:pt x="10315" y="9395"/>
                  </a:lnTo>
                  <a:lnTo>
                    <a:pt x="10357" y="9291"/>
                  </a:lnTo>
                  <a:lnTo>
                    <a:pt x="10441" y="9291"/>
                  </a:lnTo>
                  <a:lnTo>
                    <a:pt x="10483" y="9374"/>
                  </a:lnTo>
                  <a:lnTo>
                    <a:pt x="10608" y="9416"/>
                  </a:lnTo>
                  <a:lnTo>
                    <a:pt x="10818" y="9500"/>
                  </a:lnTo>
                  <a:lnTo>
                    <a:pt x="10901" y="9437"/>
                  </a:lnTo>
                  <a:lnTo>
                    <a:pt x="10922" y="9395"/>
                  </a:lnTo>
                  <a:lnTo>
                    <a:pt x="10964" y="9395"/>
                  </a:lnTo>
                  <a:lnTo>
                    <a:pt x="10964" y="9312"/>
                  </a:lnTo>
                  <a:lnTo>
                    <a:pt x="10985" y="9102"/>
                  </a:lnTo>
                  <a:lnTo>
                    <a:pt x="10922" y="8977"/>
                  </a:lnTo>
                  <a:lnTo>
                    <a:pt x="11027" y="8851"/>
                  </a:lnTo>
                  <a:lnTo>
                    <a:pt x="10985" y="8747"/>
                  </a:lnTo>
                  <a:lnTo>
                    <a:pt x="11069" y="8642"/>
                  </a:lnTo>
                  <a:lnTo>
                    <a:pt x="11215" y="8558"/>
                  </a:lnTo>
                  <a:lnTo>
                    <a:pt x="11299" y="8496"/>
                  </a:lnTo>
                  <a:lnTo>
                    <a:pt x="11550" y="8433"/>
                  </a:lnTo>
                  <a:lnTo>
                    <a:pt x="11717" y="8475"/>
                  </a:lnTo>
                  <a:lnTo>
                    <a:pt x="11801" y="8391"/>
                  </a:lnTo>
                  <a:lnTo>
                    <a:pt x="11759" y="8161"/>
                  </a:lnTo>
                  <a:lnTo>
                    <a:pt x="11634" y="8056"/>
                  </a:lnTo>
                  <a:lnTo>
                    <a:pt x="11487" y="8077"/>
                  </a:lnTo>
                  <a:lnTo>
                    <a:pt x="11445" y="7972"/>
                  </a:lnTo>
                  <a:lnTo>
                    <a:pt x="11445" y="7826"/>
                  </a:lnTo>
                  <a:lnTo>
                    <a:pt x="11403" y="7700"/>
                  </a:lnTo>
                  <a:lnTo>
                    <a:pt x="11403" y="7491"/>
                  </a:lnTo>
                  <a:lnTo>
                    <a:pt x="11236" y="7491"/>
                  </a:lnTo>
                  <a:lnTo>
                    <a:pt x="11215" y="7408"/>
                  </a:lnTo>
                  <a:lnTo>
                    <a:pt x="11111" y="7387"/>
                  </a:lnTo>
                  <a:lnTo>
                    <a:pt x="10922" y="7345"/>
                  </a:lnTo>
                  <a:lnTo>
                    <a:pt x="10880" y="7303"/>
                  </a:lnTo>
                  <a:lnTo>
                    <a:pt x="10755" y="7219"/>
                  </a:lnTo>
                  <a:lnTo>
                    <a:pt x="10587" y="7073"/>
                  </a:lnTo>
                  <a:lnTo>
                    <a:pt x="10504" y="6926"/>
                  </a:lnTo>
                  <a:lnTo>
                    <a:pt x="10232" y="6508"/>
                  </a:lnTo>
                  <a:lnTo>
                    <a:pt x="10650" y="5943"/>
                  </a:lnTo>
                  <a:lnTo>
                    <a:pt x="10692" y="5859"/>
                  </a:lnTo>
                  <a:lnTo>
                    <a:pt x="10650" y="5629"/>
                  </a:lnTo>
                  <a:lnTo>
                    <a:pt x="10650" y="5462"/>
                  </a:lnTo>
                  <a:lnTo>
                    <a:pt x="10567" y="5294"/>
                  </a:lnTo>
                  <a:lnTo>
                    <a:pt x="10064" y="5252"/>
                  </a:lnTo>
                  <a:lnTo>
                    <a:pt x="10043" y="5043"/>
                  </a:lnTo>
                  <a:lnTo>
                    <a:pt x="9981" y="4939"/>
                  </a:lnTo>
                  <a:lnTo>
                    <a:pt x="10023" y="4876"/>
                  </a:lnTo>
                  <a:lnTo>
                    <a:pt x="9939" y="4604"/>
                  </a:lnTo>
                  <a:lnTo>
                    <a:pt x="9771" y="4311"/>
                  </a:lnTo>
                  <a:lnTo>
                    <a:pt x="9834" y="4164"/>
                  </a:lnTo>
                  <a:lnTo>
                    <a:pt x="9981" y="3934"/>
                  </a:lnTo>
                  <a:lnTo>
                    <a:pt x="9939" y="3934"/>
                  </a:lnTo>
                  <a:lnTo>
                    <a:pt x="9751" y="3892"/>
                  </a:lnTo>
                  <a:lnTo>
                    <a:pt x="9751" y="3767"/>
                  </a:lnTo>
                  <a:lnTo>
                    <a:pt x="9730" y="3558"/>
                  </a:lnTo>
                  <a:lnTo>
                    <a:pt x="9667" y="3558"/>
                  </a:lnTo>
                  <a:lnTo>
                    <a:pt x="9813" y="3411"/>
                  </a:lnTo>
                  <a:lnTo>
                    <a:pt x="9709" y="3327"/>
                  </a:lnTo>
                  <a:lnTo>
                    <a:pt x="9646" y="3244"/>
                  </a:lnTo>
                  <a:lnTo>
                    <a:pt x="9771" y="3223"/>
                  </a:lnTo>
                  <a:lnTo>
                    <a:pt x="9918" y="3118"/>
                  </a:lnTo>
                  <a:lnTo>
                    <a:pt x="9918" y="3034"/>
                  </a:lnTo>
                  <a:lnTo>
                    <a:pt x="9939" y="3014"/>
                  </a:lnTo>
                  <a:lnTo>
                    <a:pt x="9855" y="2909"/>
                  </a:lnTo>
                  <a:lnTo>
                    <a:pt x="9918" y="2825"/>
                  </a:lnTo>
                  <a:lnTo>
                    <a:pt x="9918" y="2742"/>
                  </a:lnTo>
                  <a:lnTo>
                    <a:pt x="9918" y="2574"/>
                  </a:lnTo>
                  <a:lnTo>
                    <a:pt x="9855" y="2470"/>
                  </a:lnTo>
                  <a:lnTo>
                    <a:pt x="9855" y="2386"/>
                  </a:lnTo>
                  <a:lnTo>
                    <a:pt x="9813" y="2260"/>
                  </a:lnTo>
                  <a:lnTo>
                    <a:pt x="9855" y="2156"/>
                  </a:lnTo>
                  <a:lnTo>
                    <a:pt x="9751" y="1988"/>
                  </a:lnTo>
                  <a:lnTo>
                    <a:pt x="9625" y="1946"/>
                  </a:lnTo>
                  <a:lnTo>
                    <a:pt x="9353" y="1905"/>
                  </a:lnTo>
                  <a:lnTo>
                    <a:pt x="9123" y="1591"/>
                  </a:lnTo>
                  <a:lnTo>
                    <a:pt x="8914" y="1549"/>
                  </a:lnTo>
                  <a:lnTo>
                    <a:pt x="8788" y="1570"/>
                  </a:lnTo>
                  <a:lnTo>
                    <a:pt x="8725" y="1528"/>
                  </a:lnTo>
                  <a:lnTo>
                    <a:pt x="8704" y="1361"/>
                  </a:lnTo>
                  <a:lnTo>
                    <a:pt x="8579" y="1340"/>
                  </a:lnTo>
                  <a:lnTo>
                    <a:pt x="8349" y="1235"/>
                  </a:lnTo>
                  <a:lnTo>
                    <a:pt x="8265" y="1319"/>
                  </a:lnTo>
                  <a:lnTo>
                    <a:pt x="8160" y="1319"/>
                  </a:lnTo>
                  <a:lnTo>
                    <a:pt x="7826" y="1109"/>
                  </a:lnTo>
                  <a:lnTo>
                    <a:pt x="7658" y="1047"/>
                  </a:lnTo>
                  <a:lnTo>
                    <a:pt x="7449" y="858"/>
                  </a:lnTo>
                  <a:lnTo>
                    <a:pt x="7323" y="900"/>
                  </a:lnTo>
                  <a:lnTo>
                    <a:pt x="7198" y="837"/>
                  </a:lnTo>
                  <a:lnTo>
                    <a:pt x="7093" y="858"/>
                  </a:lnTo>
                  <a:lnTo>
                    <a:pt x="7030" y="1005"/>
                  </a:lnTo>
                  <a:lnTo>
                    <a:pt x="6821" y="942"/>
                  </a:lnTo>
                  <a:lnTo>
                    <a:pt x="6591" y="1005"/>
                  </a:lnTo>
                  <a:lnTo>
                    <a:pt x="6361" y="1214"/>
                  </a:lnTo>
                  <a:lnTo>
                    <a:pt x="6256" y="1214"/>
                  </a:lnTo>
                  <a:lnTo>
                    <a:pt x="6173" y="1319"/>
                  </a:lnTo>
                  <a:lnTo>
                    <a:pt x="6110" y="1465"/>
                  </a:lnTo>
                  <a:lnTo>
                    <a:pt x="5838" y="1465"/>
                  </a:lnTo>
                  <a:lnTo>
                    <a:pt x="5733" y="1549"/>
                  </a:lnTo>
                  <a:lnTo>
                    <a:pt x="5775" y="1695"/>
                  </a:lnTo>
                  <a:lnTo>
                    <a:pt x="5859" y="1842"/>
                  </a:lnTo>
                  <a:lnTo>
                    <a:pt x="5838" y="1967"/>
                  </a:lnTo>
                  <a:lnTo>
                    <a:pt x="5691" y="1967"/>
                  </a:lnTo>
                  <a:lnTo>
                    <a:pt x="5357" y="1905"/>
                  </a:lnTo>
                  <a:lnTo>
                    <a:pt x="5064" y="1967"/>
                  </a:lnTo>
                  <a:lnTo>
                    <a:pt x="4708" y="2072"/>
                  </a:lnTo>
                  <a:lnTo>
                    <a:pt x="4520" y="2072"/>
                  </a:lnTo>
                  <a:lnTo>
                    <a:pt x="4185" y="1967"/>
                  </a:lnTo>
                  <a:lnTo>
                    <a:pt x="4059" y="1967"/>
                  </a:lnTo>
                  <a:lnTo>
                    <a:pt x="3766" y="1842"/>
                  </a:lnTo>
                  <a:lnTo>
                    <a:pt x="3662" y="1737"/>
                  </a:lnTo>
                  <a:lnTo>
                    <a:pt x="3641" y="1591"/>
                  </a:lnTo>
                  <a:lnTo>
                    <a:pt x="3557" y="1591"/>
                  </a:lnTo>
                  <a:lnTo>
                    <a:pt x="3432" y="1528"/>
                  </a:lnTo>
                  <a:lnTo>
                    <a:pt x="3264" y="1570"/>
                  </a:lnTo>
                  <a:lnTo>
                    <a:pt x="3181" y="1528"/>
                  </a:lnTo>
                  <a:lnTo>
                    <a:pt x="3055" y="1528"/>
                  </a:lnTo>
                  <a:lnTo>
                    <a:pt x="2929" y="1423"/>
                  </a:lnTo>
                  <a:lnTo>
                    <a:pt x="2846" y="1381"/>
                  </a:lnTo>
                  <a:lnTo>
                    <a:pt x="2804" y="1340"/>
                  </a:lnTo>
                  <a:lnTo>
                    <a:pt x="2825" y="1214"/>
                  </a:lnTo>
                  <a:lnTo>
                    <a:pt x="2825" y="1068"/>
                  </a:lnTo>
                  <a:lnTo>
                    <a:pt x="2741" y="942"/>
                  </a:lnTo>
                  <a:lnTo>
                    <a:pt x="2741" y="921"/>
                  </a:lnTo>
                  <a:lnTo>
                    <a:pt x="2699" y="942"/>
                  </a:lnTo>
                  <a:lnTo>
                    <a:pt x="2595" y="921"/>
                  </a:lnTo>
                  <a:lnTo>
                    <a:pt x="2553" y="858"/>
                  </a:lnTo>
                  <a:lnTo>
                    <a:pt x="2448" y="817"/>
                  </a:lnTo>
                  <a:lnTo>
                    <a:pt x="2281" y="607"/>
                  </a:lnTo>
                  <a:lnTo>
                    <a:pt x="2448" y="482"/>
                  </a:lnTo>
                  <a:lnTo>
                    <a:pt x="2323" y="398"/>
                  </a:lnTo>
                  <a:lnTo>
                    <a:pt x="2302" y="335"/>
                  </a:lnTo>
                  <a:lnTo>
                    <a:pt x="2344" y="293"/>
                  </a:lnTo>
                  <a:lnTo>
                    <a:pt x="2281" y="210"/>
                  </a:lnTo>
                  <a:lnTo>
                    <a:pt x="2218" y="105"/>
                  </a:lnTo>
                  <a:lnTo>
                    <a:pt x="2176" y="105"/>
                  </a:lnTo>
                  <a:lnTo>
                    <a:pt x="2176" y="84"/>
                  </a:lnTo>
                  <a:lnTo>
                    <a:pt x="2113" y="84"/>
                  </a:lnTo>
                  <a:lnTo>
                    <a:pt x="1988" y="168"/>
                  </a:lnTo>
                  <a:lnTo>
                    <a:pt x="1904" y="168"/>
                  </a:lnTo>
                  <a:lnTo>
                    <a:pt x="1862" y="273"/>
                  </a:lnTo>
                  <a:lnTo>
                    <a:pt x="1779" y="293"/>
                  </a:lnTo>
                  <a:lnTo>
                    <a:pt x="1674" y="419"/>
                  </a:lnTo>
                  <a:lnTo>
                    <a:pt x="1611" y="440"/>
                  </a:lnTo>
                  <a:lnTo>
                    <a:pt x="1569" y="503"/>
                  </a:lnTo>
                  <a:lnTo>
                    <a:pt x="1569" y="545"/>
                  </a:lnTo>
                  <a:lnTo>
                    <a:pt x="1465" y="607"/>
                  </a:lnTo>
                  <a:lnTo>
                    <a:pt x="1381" y="586"/>
                  </a:lnTo>
                  <a:lnTo>
                    <a:pt x="1256" y="607"/>
                  </a:lnTo>
                  <a:lnTo>
                    <a:pt x="1235" y="691"/>
                  </a:lnTo>
                  <a:lnTo>
                    <a:pt x="1046" y="607"/>
                  </a:lnTo>
                  <a:lnTo>
                    <a:pt x="921" y="607"/>
                  </a:lnTo>
                  <a:lnTo>
                    <a:pt x="753" y="524"/>
                  </a:lnTo>
                  <a:lnTo>
                    <a:pt x="732" y="398"/>
                  </a:lnTo>
                  <a:lnTo>
                    <a:pt x="460" y="273"/>
                  </a:lnTo>
                  <a:lnTo>
                    <a:pt x="502" y="189"/>
                  </a:lnTo>
                  <a:lnTo>
                    <a:pt x="440" y="84"/>
                  </a:lnTo>
                  <a:lnTo>
                    <a:pt x="356" y="84"/>
                  </a:lnTo>
                  <a:lnTo>
                    <a:pt x="29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1" name="Google Shape;2491;p56"/>
            <p:cNvSpPr/>
            <p:nvPr/>
          </p:nvSpPr>
          <p:spPr>
            <a:xfrm>
              <a:off x="4026636" y="2853369"/>
              <a:ext cx="24672" cy="20004"/>
            </a:xfrm>
            <a:custGeom>
              <a:avLst/>
              <a:gdLst/>
              <a:ahLst/>
              <a:cxnLst/>
              <a:rect l="l" t="t" r="r" b="b"/>
              <a:pathLst>
                <a:path w="2072" h="1759" extrusionOk="0">
                  <a:moveTo>
                    <a:pt x="419" y="1"/>
                  </a:moveTo>
                  <a:lnTo>
                    <a:pt x="168" y="64"/>
                  </a:lnTo>
                  <a:lnTo>
                    <a:pt x="0" y="105"/>
                  </a:lnTo>
                  <a:lnTo>
                    <a:pt x="84" y="210"/>
                  </a:lnTo>
                  <a:lnTo>
                    <a:pt x="84" y="294"/>
                  </a:lnTo>
                  <a:lnTo>
                    <a:pt x="189" y="315"/>
                  </a:lnTo>
                  <a:lnTo>
                    <a:pt x="272" y="419"/>
                  </a:lnTo>
                  <a:lnTo>
                    <a:pt x="209" y="608"/>
                  </a:lnTo>
                  <a:lnTo>
                    <a:pt x="251" y="838"/>
                  </a:lnTo>
                  <a:lnTo>
                    <a:pt x="398" y="942"/>
                  </a:lnTo>
                  <a:lnTo>
                    <a:pt x="691" y="942"/>
                  </a:lnTo>
                  <a:lnTo>
                    <a:pt x="795" y="1026"/>
                  </a:lnTo>
                  <a:lnTo>
                    <a:pt x="837" y="1110"/>
                  </a:lnTo>
                  <a:lnTo>
                    <a:pt x="921" y="1110"/>
                  </a:lnTo>
                  <a:lnTo>
                    <a:pt x="1026" y="1047"/>
                  </a:lnTo>
                  <a:lnTo>
                    <a:pt x="1193" y="1172"/>
                  </a:lnTo>
                  <a:lnTo>
                    <a:pt x="1235" y="1131"/>
                  </a:lnTo>
                  <a:lnTo>
                    <a:pt x="1339" y="1131"/>
                  </a:lnTo>
                  <a:lnTo>
                    <a:pt x="1423" y="1319"/>
                  </a:lnTo>
                  <a:lnTo>
                    <a:pt x="1570" y="1361"/>
                  </a:lnTo>
                  <a:lnTo>
                    <a:pt x="1842" y="1758"/>
                  </a:lnTo>
                  <a:lnTo>
                    <a:pt x="1967" y="1737"/>
                  </a:lnTo>
                  <a:lnTo>
                    <a:pt x="1967" y="1591"/>
                  </a:lnTo>
                  <a:lnTo>
                    <a:pt x="1988" y="1549"/>
                  </a:lnTo>
                  <a:lnTo>
                    <a:pt x="1925" y="1382"/>
                  </a:lnTo>
                  <a:lnTo>
                    <a:pt x="2072" y="1361"/>
                  </a:lnTo>
                  <a:lnTo>
                    <a:pt x="1946" y="1235"/>
                  </a:lnTo>
                  <a:lnTo>
                    <a:pt x="1758" y="1235"/>
                  </a:lnTo>
                  <a:lnTo>
                    <a:pt x="1507" y="1110"/>
                  </a:lnTo>
                  <a:lnTo>
                    <a:pt x="1423" y="921"/>
                  </a:lnTo>
                  <a:lnTo>
                    <a:pt x="1507" y="838"/>
                  </a:lnTo>
                  <a:lnTo>
                    <a:pt x="1507" y="712"/>
                  </a:lnTo>
                  <a:lnTo>
                    <a:pt x="1256" y="524"/>
                  </a:lnTo>
                  <a:lnTo>
                    <a:pt x="1256" y="419"/>
                  </a:lnTo>
                  <a:lnTo>
                    <a:pt x="1298" y="294"/>
                  </a:lnTo>
                  <a:lnTo>
                    <a:pt x="1193" y="168"/>
                  </a:lnTo>
                  <a:lnTo>
                    <a:pt x="984" y="126"/>
                  </a:lnTo>
                  <a:lnTo>
                    <a:pt x="83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2" name="Google Shape;2492;p56"/>
            <p:cNvSpPr/>
            <p:nvPr/>
          </p:nvSpPr>
          <p:spPr>
            <a:xfrm>
              <a:off x="3915766" y="2848615"/>
              <a:ext cx="124088" cy="48788"/>
            </a:xfrm>
            <a:custGeom>
              <a:avLst/>
              <a:gdLst/>
              <a:ahLst/>
              <a:cxnLst/>
              <a:rect l="l" t="t" r="r" b="b"/>
              <a:pathLst>
                <a:path w="10421" h="4290" extrusionOk="0">
                  <a:moveTo>
                    <a:pt x="4708" y="0"/>
                  </a:moveTo>
                  <a:lnTo>
                    <a:pt x="4562" y="63"/>
                  </a:lnTo>
                  <a:lnTo>
                    <a:pt x="4373" y="63"/>
                  </a:lnTo>
                  <a:lnTo>
                    <a:pt x="4290" y="21"/>
                  </a:lnTo>
                  <a:lnTo>
                    <a:pt x="4185" y="63"/>
                  </a:lnTo>
                  <a:lnTo>
                    <a:pt x="3913" y="63"/>
                  </a:lnTo>
                  <a:lnTo>
                    <a:pt x="3766" y="84"/>
                  </a:lnTo>
                  <a:lnTo>
                    <a:pt x="3494" y="189"/>
                  </a:lnTo>
                  <a:lnTo>
                    <a:pt x="3390" y="210"/>
                  </a:lnTo>
                  <a:lnTo>
                    <a:pt x="3181" y="230"/>
                  </a:lnTo>
                  <a:lnTo>
                    <a:pt x="3097" y="335"/>
                  </a:lnTo>
                  <a:lnTo>
                    <a:pt x="2992" y="377"/>
                  </a:lnTo>
                  <a:lnTo>
                    <a:pt x="2909" y="440"/>
                  </a:lnTo>
                  <a:lnTo>
                    <a:pt x="2867" y="502"/>
                  </a:lnTo>
                  <a:lnTo>
                    <a:pt x="2804" y="628"/>
                  </a:lnTo>
                  <a:lnTo>
                    <a:pt x="2762" y="649"/>
                  </a:lnTo>
                  <a:lnTo>
                    <a:pt x="2762" y="733"/>
                  </a:lnTo>
                  <a:lnTo>
                    <a:pt x="2553" y="733"/>
                  </a:lnTo>
                  <a:lnTo>
                    <a:pt x="2239" y="628"/>
                  </a:lnTo>
                  <a:lnTo>
                    <a:pt x="2155" y="628"/>
                  </a:lnTo>
                  <a:lnTo>
                    <a:pt x="2072" y="691"/>
                  </a:lnTo>
                  <a:lnTo>
                    <a:pt x="1946" y="649"/>
                  </a:lnTo>
                  <a:lnTo>
                    <a:pt x="1779" y="691"/>
                  </a:lnTo>
                  <a:lnTo>
                    <a:pt x="1674" y="649"/>
                  </a:lnTo>
                  <a:lnTo>
                    <a:pt x="1549" y="712"/>
                  </a:lnTo>
                  <a:lnTo>
                    <a:pt x="1528" y="795"/>
                  </a:lnTo>
                  <a:lnTo>
                    <a:pt x="1632" y="942"/>
                  </a:lnTo>
                  <a:lnTo>
                    <a:pt x="1779" y="963"/>
                  </a:lnTo>
                  <a:lnTo>
                    <a:pt x="1925" y="963"/>
                  </a:lnTo>
                  <a:lnTo>
                    <a:pt x="1883" y="1046"/>
                  </a:lnTo>
                  <a:lnTo>
                    <a:pt x="1653" y="1046"/>
                  </a:lnTo>
                  <a:lnTo>
                    <a:pt x="1444" y="1109"/>
                  </a:lnTo>
                  <a:lnTo>
                    <a:pt x="1402" y="1214"/>
                  </a:lnTo>
                  <a:lnTo>
                    <a:pt x="1423" y="1256"/>
                  </a:lnTo>
                  <a:lnTo>
                    <a:pt x="1528" y="1235"/>
                  </a:lnTo>
                  <a:lnTo>
                    <a:pt x="1570" y="1277"/>
                  </a:lnTo>
                  <a:lnTo>
                    <a:pt x="1507" y="1318"/>
                  </a:lnTo>
                  <a:lnTo>
                    <a:pt x="1214" y="1339"/>
                  </a:lnTo>
                  <a:lnTo>
                    <a:pt x="1109" y="1256"/>
                  </a:lnTo>
                  <a:lnTo>
                    <a:pt x="984" y="1339"/>
                  </a:lnTo>
                  <a:lnTo>
                    <a:pt x="900" y="1235"/>
                  </a:lnTo>
                  <a:lnTo>
                    <a:pt x="837" y="1235"/>
                  </a:lnTo>
                  <a:lnTo>
                    <a:pt x="733" y="1339"/>
                  </a:lnTo>
                  <a:lnTo>
                    <a:pt x="628" y="1339"/>
                  </a:lnTo>
                  <a:lnTo>
                    <a:pt x="502" y="1235"/>
                  </a:lnTo>
                  <a:lnTo>
                    <a:pt x="377" y="1235"/>
                  </a:lnTo>
                  <a:lnTo>
                    <a:pt x="105" y="1444"/>
                  </a:lnTo>
                  <a:lnTo>
                    <a:pt x="63" y="1549"/>
                  </a:lnTo>
                  <a:lnTo>
                    <a:pt x="0" y="1653"/>
                  </a:lnTo>
                  <a:lnTo>
                    <a:pt x="63" y="1695"/>
                  </a:lnTo>
                  <a:lnTo>
                    <a:pt x="63" y="1842"/>
                  </a:lnTo>
                  <a:lnTo>
                    <a:pt x="0" y="1883"/>
                  </a:lnTo>
                  <a:lnTo>
                    <a:pt x="63" y="1946"/>
                  </a:lnTo>
                  <a:lnTo>
                    <a:pt x="209" y="1883"/>
                  </a:lnTo>
                  <a:lnTo>
                    <a:pt x="251" y="1904"/>
                  </a:lnTo>
                  <a:lnTo>
                    <a:pt x="377" y="1883"/>
                  </a:lnTo>
                  <a:lnTo>
                    <a:pt x="502" y="1883"/>
                  </a:lnTo>
                  <a:lnTo>
                    <a:pt x="377" y="2009"/>
                  </a:lnTo>
                  <a:lnTo>
                    <a:pt x="398" y="2093"/>
                  </a:lnTo>
                  <a:lnTo>
                    <a:pt x="461" y="2197"/>
                  </a:lnTo>
                  <a:lnTo>
                    <a:pt x="461" y="2281"/>
                  </a:lnTo>
                  <a:lnTo>
                    <a:pt x="419" y="2302"/>
                  </a:lnTo>
                  <a:lnTo>
                    <a:pt x="481" y="2323"/>
                  </a:lnTo>
                  <a:lnTo>
                    <a:pt x="586" y="2281"/>
                  </a:lnTo>
                  <a:lnTo>
                    <a:pt x="586" y="2323"/>
                  </a:lnTo>
                  <a:lnTo>
                    <a:pt x="502" y="2406"/>
                  </a:lnTo>
                  <a:lnTo>
                    <a:pt x="377" y="2490"/>
                  </a:lnTo>
                  <a:lnTo>
                    <a:pt x="419" y="2532"/>
                  </a:lnTo>
                  <a:lnTo>
                    <a:pt x="502" y="2532"/>
                  </a:lnTo>
                  <a:lnTo>
                    <a:pt x="419" y="2595"/>
                  </a:lnTo>
                  <a:lnTo>
                    <a:pt x="377" y="2699"/>
                  </a:lnTo>
                  <a:lnTo>
                    <a:pt x="293" y="2699"/>
                  </a:lnTo>
                  <a:lnTo>
                    <a:pt x="251" y="2532"/>
                  </a:lnTo>
                  <a:lnTo>
                    <a:pt x="189" y="2511"/>
                  </a:lnTo>
                  <a:lnTo>
                    <a:pt x="189" y="2616"/>
                  </a:lnTo>
                  <a:lnTo>
                    <a:pt x="209" y="2720"/>
                  </a:lnTo>
                  <a:lnTo>
                    <a:pt x="168" y="2783"/>
                  </a:lnTo>
                  <a:lnTo>
                    <a:pt x="189" y="2846"/>
                  </a:lnTo>
                  <a:lnTo>
                    <a:pt x="293" y="2930"/>
                  </a:lnTo>
                  <a:lnTo>
                    <a:pt x="293" y="2888"/>
                  </a:lnTo>
                  <a:lnTo>
                    <a:pt x="419" y="2950"/>
                  </a:lnTo>
                  <a:lnTo>
                    <a:pt x="502" y="2950"/>
                  </a:lnTo>
                  <a:lnTo>
                    <a:pt x="628" y="3034"/>
                  </a:lnTo>
                  <a:lnTo>
                    <a:pt x="670" y="3160"/>
                  </a:lnTo>
                  <a:lnTo>
                    <a:pt x="586" y="3243"/>
                  </a:lnTo>
                  <a:lnTo>
                    <a:pt x="670" y="3327"/>
                  </a:lnTo>
                  <a:lnTo>
                    <a:pt x="670" y="3411"/>
                  </a:lnTo>
                  <a:lnTo>
                    <a:pt x="733" y="3411"/>
                  </a:lnTo>
                  <a:lnTo>
                    <a:pt x="879" y="3536"/>
                  </a:lnTo>
                  <a:lnTo>
                    <a:pt x="816" y="3641"/>
                  </a:lnTo>
                  <a:lnTo>
                    <a:pt x="733" y="3620"/>
                  </a:lnTo>
                  <a:lnTo>
                    <a:pt x="712" y="3662"/>
                  </a:lnTo>
                  <a:lnTo>
                    <a:pt x="795" y="3683"/>
                  </a:lnTo>
                  <a:lnTo>
                    <a:pt x="942" y="3662"/>
                  </a:lnTo>
                  <a:lnTo>
                    <a:pt x="1214" y="3662"/>
                  </a:lnTo>
                  <a:lnTo>
                    <a:pt x="1193" y="3725"/>
                  </a:lnTo>
                  <a:lnTo>
                    <a:pt x="1130" y="3767"/>
                  </a:lnTo>
                  <a:lnTo>
                    <a:pt x="1005" y="3829"/>
                  </a:lnTo>
                  <a:lnTo>
                    <a:pt x="816" y="3829"/>
                  </a:lnTo>
                  <a:lnTo>
                    <a:pt x="774" y="3871"/>
                  </a:lnTo>
                  <a:lnTo>
                    <a:pt x="837" y="3892"/>
                  </a:lnTo>
                  <a:lnTo>
                    <a:pt x="942" y="3871"/>
                  </a:lnTo>
                  <a:lnTo>
                    <a:pt x="1088" y="3871"/>
                  </a:lnTo>
                  <a:lnTo>
                    <a:pt x="1130" y="3829"/>
                  </a:lnTo>
                  <a:lnTo>
                    <a:pt x="1130" y="3934"/>
                  </a:lnTo>
                  <a:lnTo>
                    <a:pt x="1151" y="3955"/>
                  </a:lnTo>
                  <a:lnTo>
                    <a:pt x="1235" y="3871"/>
                  </a:lnTo>
                  <a:lnTo>
                    <a:pt x="1318" y="3767"/>
                  </a:lnTo>
                  <a:lnTo>
                    <a:pt x="1402" y="3767"/>
                  </a:lnTo>
                  <a:lnTo>
                    <a:pt x="1444" y="3829"/>
                  </a:lnTo>
                  <a:lnTo>
                    <a:pt x="1528" y="3829"/>
                  </a:lnTo>
                  <a:lnTo>
                    <a:pt x="1632" y="3892"/>
                  </a:lnTo>
                  <a:lnTo>
                    <a:pt x="1674" y="3829"/>
                  </a:lnTo>
                  <a:lnTo>
                    <a:pt x="1758" y="3850"/>
                  </a:lnTo>
                  <a:lnTo>
                    <a:pt x="1758" y="3892"/>
                  </a:lnTo>
                  <a:lnTo>
                    <a:pt x="1716" y="3934"/>
                  </a:lnTo>
                  <a:lnTo>
                    <a:pt x="1758" y="3997"/>
                  </a:lnTo>
                  <a:lnTo>
                    <a:pt x="1779" y="4080"/>
                  </a:lnTo>
                  <a:lnTo>
                    <a:pt x="1883" y="4185"/>
                  </a:lnTo>
                  <a:lnTo>
                    <a:pt x="1946" y="4164"/>
                  </a:lnTo>
                  <a:lnTo>
                    <a:pt x="2072" y="4206"/>
                  </a:lnTo>
                  <a:lnTo>
                    <a:pt x="2197" y="4185"/>
                  </a:lnTo>
                  <a:lnTo>
                    <a:pt x="2281" y="4143"/>
                  </a:lnTo>
                  <a:lnTo>
                    <a:pt x="2386" y="4143"/>
                  </a:lnTo>
                  <a:lnTo>
                    <a:pt x="2469" y="4080"/>
                  </a:lnTo>
                  <a:lnTo>
                    <a:pt x="2574" y="4143"/>
                  </a:lnTo>
                  <a:lnTo>
                    <a:pt x="2616" y="4080"/>
                  </a:lnTo>
                  <a:lnTo>
                    <a:pt x="2616" y="3955"/>
                  </a:lnTo>
                  <a:lnTo>
                    <a:pt x="2658" y="3871"/>
                  </a:lnTo>
                  <a:lnTo>
                    <a:pt x="2616" y="3767"/>
                  </a:lnTo>
                  <a:lnTo>
                    <a:pt x="2867" y="3746"/>
                  </a:lnTo>
                  <a:lnTo>
                    <a:pt x="3076" y="3746"/>
                  </a:lnTo>
                  <a:lnTo>
                    <a:pt x="3348" y="3892"/>
                  </a:lnTo>
                  <a:lnTo>
                    <a:pt x="3453" y="3892"/>
                  </a:lnTo>
                  <a:lnTo>
                    <a:pt x="3641" y="4143"/>
                  </a:lnTo>
                  <a:lnTo>
                    <a:pt x="3808" y="4248"/>
                  </a:lnTo>
                  <a:lnTo>
                    <a:pt x="4331" y="4185"/>
                  </a:lnTo>
                  <a:lnTo>
                    <a:pt x="4478" y="4101"/>
                  </a:lnTo>
                  <a:lnTo>
                    <a:pt x="4541" y="4101"/>
                  </a:lnTo>
                  <a:lnTo>
                    <a:pt x="4562" y="4143"/>
                  </a:lnTo>
                  <a:lnTo>
                    <a:pt x="4603" y="4080"/>
                  </a:lnTo>
                  <a:lnTo>
                    <a:pt x="4645" y="3976"/>
                  </a:lnTo>
                  <a:lnTo>
                    <a:pt x="4896" y="3725"/>
                  </a:lnTo>
                  <a:lnTo>
                    <a:pt x="4959" y="3683"/>
                  </a:lnTo>
                  <a:lnTo>
                    <a:pt x="5189" y="3767"/>
                  </a:lnTo>
                  <a:lnTo>
                    <a:pt x="5336" y="3850"/>
                  </a:lnTo>
                  <a:lnTo>
                    <a:pt x="5524" y="3787"/>
                  </a:lnTo>
                  <a:lnTo>
                    <a:pt x="5524" y="3746"/>
                  </a:lnTo>
                  <a:lnTo>
                    <a:pt x="5650" y="3662"/>
                  </a:lnTo>
                  <a:lnTo>
                    <a:pt x="5754" y="3683"/>
                  </a:lnTo>
                  <a:lnTo>
                    <a:pt x="5754" y="3767"/>
                  </a:lnTo>
                  <a:lnTo>
                    <a:pt x="5691" y="3934"/>
                  </a:lnTo>
                  <a:lnTo>
                    <a:pt x="5545" y="3997"/>
                  </a:lnTo>
                  <a:lnTo>
                    <a:pt x="5587" y="4059"/>
                  </a:lnTo>
                  <a:lnTo>
                    <a:pt x="5691" y="4185"/>
                  </a:lnTo>
                  <a:lnTo>
                    <a:pt x="5650" y="4269"/>
                  </a:lnTo>
                  <a:lnTo>
                    <a:pt x="5754" y="4290"/>
                  </a:lnTo>
                  <a:lnTo>
                    <a:pt x="5901" y="4269"/>
                  </a:lnTo>
                  <a:lnTo>
                    <a:pt x="6005" y="4206"/>
                  </a:lnTo>
                  <a:lnTo>
                    <a:pt x="5963" y="4080"/>
                  </a:lnTo>
                  <a:lnTo>
                    <a:pt x="6047" y="4059"/>
                  </a:lnTo>
                  <a:lnTo>
                    <a:pt x="6047" y="3829"/>
                  </a:lnTo>
                  <a:lnTo>
                    <a:pt x="6110" y="3746"/>
                  </a:lnTo>
                  <a:lnTo>
                    <a:pt x="6256" y="3787"/>
                  </a:lnTo>
                  <a:lnTo>
                    <a:pt x="6361" y="3829"/>
                  </a:lnTo>
                  <a:lnTo>
                    <a:pt x="6654" y="3683"/>
                  </a:lnTo>
                  <a:lnTo>
                    <a:pt x="6696" y="3683"/>
                  </a:lnTo>
                  <a:lnTo>
                    <a:pt x="6780" y="3641"/>
                  </a:lnTo>
                  <a:lnTo>
                    <a:pt x="7093" y="3620"/>
                  </a:lnTo>
                  <a:lnTo>
                    <a:pt x="7198" y="3641"/>
                  </a:lnTo>
                  <a:lnTo>
                    <a:pt x="7261" y="3683"/>
                  </a:lnTo>
                  <a:lnTo>
                    <a:pt x="7428" y="3746"/>
                  </a:lnTo>
                  <a:lnTo>
                    <a:pt x="7700" y="3746"/>
                  </a:lnTo>
                  <a:lnTo>
                    <a:pt x="7721" y="3683"/>
                  </a:lnTo>
                  <a:lnTo>
                    <a:pt x="7888" y="3641"/>
                  </a:lnTo>
                  <a:lnTo>
                    <a:pt x="7951" y="3557"/>
                  </a:lnTo>
                  <a:lnTo>
                    <a:pt x="8160" y="3474"/>
                  </a:lnTo>
                  <a:lnTo>
                    <a:pt x="8307" y="3474"/>
                  </a:lnTo>
                  <a:lnTo>
                    <a:pt x="8432" y="3453"/>
                  </a:lnTo>
                  <a:lnTo>
                    <a:pt x="8725" y="3474"/>
                  </a:lnTo>
                  <a:lnTo>
                    <a:pt x="8956" y="3411"/>
                  </a:lnTo>
                  <a:lnTo>
                    <a:pt x="9102" y="3411"/>
                  </a:lnTo>
                  <a:lnTo>
                    <a:pt x="9165" y="3432"/>
                  </a:lnTo>
                  <a:lnTo>
                    <a:pt x="9311" y="3306"/>
                  </a:lnTo>
                  <a:lnTo>
                    <a:pt x="9458" y="3306"/>
                  </a:lnTo>
                  <a:lnTo>
                    <a:pt x="9500" y="3264"/>
                  </a:lnTo>
                  <a:lnTo>
                    <a:pt x="9730" y="3264"/>
                  </a:lnTo>
                  <a:lnTo>
                    <a:pt x="9939" y="3327"/>
                  </a:lnTo>
                  <a:lnTo>
                    <a:pt x="10085" y="3264"/>
                  </a:lnTo>
                  <a:lnTo>
                    <a:pt x="10148" y="3327"/>
                  </a:lnTo>
                  <a:lnTo>
                    <a:pt x="10148" y="3432"/>
                  </a:lnTo>
                  <a:lnTo>
                    <a:pt x="10253" y="3474"/>
                  </a:lnTo>
                  <a:lnTo>
                    <a:pt x="10399" y="3453"/>
                  </a:lnTo>
                  <a:lnTo>
                    <a:pt x="10420" y="3348"/>
                  </a:lnTo>
                  <a:lnTo>
                    <a:pt x="10357" y="3223"/>
                  </a:lnTo>
                  <a:lnTo>
                    <a:pt x="10232" y="2992"/>
                  </a:lnTo>
                  <a:lnTo>
                    <a:pt x="10085" y="2930"/>
                  </a:lnTo>
                  <a:lnTo>
                    <a:pt x="10106" y="2846"/>
                  </a:lnTo>
                  <a:lnTo>
                    <a:pt x="10085" y="2699"/>
                  </a:lnTo>
                  <a:lnTo>
                    <a:pt x="10148" y="2511"/>
                  </a:lnTo>
                  <a:lnTo>
                    <a:pt x="10127" y="2469"/>
                  </a:lnTo>
                  <a:lnTo>
                    <a:pt x="10002" y="2427"/>
                  </a:lnTo>
                  <a:lnTo>
                    <a:pt x="10002" y="2281"/>
                  </a:lnTo>
                  <a:lnTo>
                    <a:pt x="10002" y="2176"/>
                  </a:lnTo>
                  <a:lnTo>
                    <a:pt x="9939" y="1967"/>
                  </a:lnTo>
                  <a:lnTo>
                    <a:pt x="9897" y="1842"/>
                  </a:lnTo>
                  <a:lnTo>
                    <a:pt x="9897" y="1779"/>
                  </a:lnTo>
                  <a:lnTo>
                    <a:pt x="10044" y="1779"/>
                  </a:lnTo>
                  <a:lnTo>
                    <a:pt x="10106" y="1632"/>
                  </a:lnTo>
                  <a:lnTo>
                    <a:pt x="10148" y="1570"/>
                  </a:lnTo>
                  <a:lnTo>
                    <a:pt x="10148" y="1528"/>
                  </a:lnTo>
                  <a:lnTo>
                    <a:pt x="10106" y="1444"/>
                  </a:lnTo>
                  <a:lnTo>
                    <a:pt x="10002" y="1360"/>
                  </a:lnTo>
                  <a:lnTo>
                    <a:pt x="9709" y="1360"/>
                  </a:lnTo>
                  <a:lnTo>
                    <a:pt x="9562" y="1256"/>
                  </a:lnTo>
                  <a:lnTo>
                    <a:pt x="9520" y="1026"/>
                  </a:lnTo>
                  <a:lnTo>
                    <a:pt x="9583" y="837"/>
                  </a:lnTo>
                  <a:lnTo>
                    <a:pt x="9500" y="733"/>
                  </a:lnTo>
                  <a:lnTo>
                    <a:pt x="9395" y="712"/>
                  </a:lnTo>
                  <a:lnTo>
                    <a:pt x="9395" y="628"/>
                  </a:lnTo>
                  <a:lnTo>
                    <a:pt x="9290" y="523"/>
                  </a:lnTo>
                  <a:lnTo>
                    <a:pt x="9186" y="502"/>
                  </a:lnTo>
                  <a:lnTo>
                    <a:pt x="8956" y="293"/>
                  </a:lnTo>
                  <a:lnTo>
                    <a:pt x="8851" y="272"/>
                  </a:lnTo>
                  <a:lnTo>
                    <a:pt x="8767" y="335"/>
                  </a:lnTo>
                  <a:lnTo>
                    <a:pt x="8725" y="335"/>
                  </a:lnTo>
                  <a:lnTo>
                    <a:pt x="8558" y="293"/>
                  </a:lnTo>
                  <a:lnTo>
                    <a:pt x="8516" y="377"/>
                  </a:lnTo>
                  <a:lnTo>
                    <a:pt x="8432" y="335"/>
                  </a:lnTo>
                  <a:lnTo>
                    <a:pt x="8412" y="230"/>
                  </a:lnTo>
                  <a:lnTo>
                    <a:pt x="8349" y="230"/>
                  </a:lnTo>
                  <a:lnTo>
                    <a:pt x="8328" y="272"/>
                  </a:lnTo>
                  <a:lnTo>
                    <a:pt x="8244" y="419"/>
                  </a:lnTo>
                  <a:lnTo>
                    <a:pt x="8098" y="502"/>
                  </a:lnTo>
                  <a:lnTo>
                    <a:pt x="7909" y="607"/>
                  </a:lnTo>
                  <a:lnTo>
                    <a:pt x="7888" y="691"/>
                  </a:lnTo>
                  <a:lnTo>
                    <a:pt x="7700" y="712"/>
                  </a:lnTo>
                  <a:lnTo>
                    <a:pt x="7616" y="754"/>
                  </a:lnTo>
                  <a:lnTo>
                    <a:pt x="7386" y="712"/>
                  </a:lnTo>
                  <a:lnTo>
                    <a:pt x="7324" y="649"/>
                  </a:lnTo>
                  <a:lnTo>
                    <a:pt x="7219" y="649"/>
                  </a:lnTo>
                  <a:lnTo>
                    <a:pt x="7198" y="628"/>
                  </a:lnTo>
                  <a:lnTo>
                    <a:pt x="7093" y="691"/>
                  </a:lnTo>
                  <a:lnTo>
                    <a:pt x="6884" y="691"/>
                  </a:lnTo>
                  <a:lnTo>
                    <a:pt x="6633" y="795"/>
                  </a:lnTo>
                  <a:lnTo>
                    <a:pt x="6445" y="754"/>
                  </a:lnTo>
                  <a:lnTo>
                    <a:pt x="6319" y="649"/>
                  </a:lnTo>
                  <a:lnTo>
                    <a:pt x="6235" y="712"/>
                  </a:lnTo>
                  <a:lnTo>
                    <a:pt x="6026" y="607"/>
                  </a:lnTo>
                  <a:lnTo>
                    <a:pt x="5901" y="586"/>
                  </a:lnTo>
                  <a:lnTo>
                    <a:pt x="5712" y="440"/>
                  </a:lnTo>
                  <a:lnTo>
                    <a:pt x="5629" y="440"/>
                  </a:lnTo>
                  <a:lnTo>
                    <a:pt x="5587" y="523"/>
                  </a:lnTo>
                  <a:lnTo>
                    <a:pt x="5503" y="502"/>
                  </a:lnTo>
                  <a:lnTo>
                    <a:pt x="5399" y="377"/>
                  </a:lnTo>
                  <a:lnTo>
                    <a:pt x="5378" y="210"/>
                  </a:lnTo>
                  <a:lnTo>
                    <a:pt x="5273" y="126"/>
                  </a:lnTo>
                  <a:lnTo>
                    <a:pt x="5210" y="168"/>
                  </a:lnTo>
                  <a:lnTo>
                    <a:pt x="5085" y="293"/>
                  </a:lnTo>
                  <a:lnTo>
                    <a:pt x="5022" y="272"/>
                  </a:lnTo>
                  <a:lnTo>
                    <a:pt x="4980" y="314"/>
                  </a:lnTo>
                  <a:lnTo>
                    <a:pt x="4771" y="105"/>
                  </a:lnTo>
                  <a:lnTo>
                    <a:pt x="475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3" name="Google Shape;2493;p56"/>
            <p:cNvSpPr/>
            <p:nvPr/>
          </p:nvSpPr>
          <p:spPr>
            <a:xfrm>
              <a:off x="3914265" y="2848854"/>
              <a:ext cx="18945" cy="15956"/>
            </a:xfrm>
            <a:custGeom>
              <a:avLst/>
              <a:gdLst/>
              <a:ahLst/>
              <a:cxnLst/>
              <a:rect l="l" t="t" r="r" b="b"/>
              <a:pathLst>
                <a:path w="1591" h="1403" extrusionOk="0">
                  <a:moveTo>
                    <a:pt x="503" y="0"/>
                  </a:moveTo>
                  <a:lnTo>
                    <a:pt x="419" y="84"/>
                  </a:lnTo>
                  <a:lnTo>
                    <a:pt x="335" y="84"/>
                  </a:lnTo>
                  <a:lnTo>
                    <a:pt x="231" y="189"/>
                  </a:lnTo>
                  <a:lnTo>
                    <a:pt x="210" y="356"/>
                  </a:lnTo>
                  <a:lnTo>
                    <a:pt x="335" y="398"/>
                  </a:lnTo>
                  <a:lnTo>
                    <a:pt x="335" y="523"/>
                  </a:lnTo>
                  <a:lnTo>
                    <a:pt x="189" y="628"/>
                  </a:lnTo>
                  <a:lnTo>
                    <a:pt x="210" y="733"/>
                  </a:lnTo>
                  <a:lnTo>
                    <a:pt x="126" y="879"/>
                  </a:lnTo>
                  <a:lnTo>
                    <a:pt x="1" y="921"/>
                  </a:lnTo>
                  <a:lnTo>
                    <a:pt x="22" y="921"/>
                  </a:lnTo>
                  <a:lnTo>
                    <a:pt x="84" y="1025"/>
                  </a:lnTo>
                  <a:lnTo>
                    <a:pt x="168" y="1088"/>
                  </a:lnTo>
                  <a:lnTo>
                    <a:pt x="231" y="1046"/>
                  </a:lnTo>
                  <a:lnTo>
                    <a:pt x="294" y="1088"/>
                  </a:lnTo>
                  <a:lnTo>
                    <a:pt x="398" y="1046"/>
                  </a:lnTo>
                  <a:lnTo>
                    <a:pt x="294" y="1130"/>
                  </a:lnTo>
                  <a:lnTo>
                    <a:pt x="231" y="1130"/>
                  </a:lnTo>
                  <a:lnTo>
                    <a:pt x="168" y="1318"/>
                  </a:lnTo>
                  <a:lnTo>
                    <a:pt x="189" y="1402"/>
                  </a:lnTo>
                  <a:lnTo>
                    <a:pt x="419" y="1193"/>
                  </a:lnTo>
                  <a:lnTo>
                    <a:pt x="712" y="1025"/>
                  </a:lnTo>
                  <a:lnTo>
                    <a:pt x="796" y="879"/>
                  </a:lnTo>
                  <a:lnTo>
                    <a:pt x="900" y="816"/>
                  </a:lnTo>
                  <a:lnTo>
                    <a:pt x="1110" y="837"/>
                  </a:lnTo>
                  <a:lnTo>
                    <a:pt x="1152" y="795"/>
                  </a:lnTo>
                  <a:lnTo>
                    <a:pt x="1277" y="795"/>
                  </a:lnTo>
                  <a:lnTo>
                    <a:pt x="1361" y="816"/>
                  </a:lnTo>
                  <a:lnTo>
                    <a:pt x="1486" y="837"/>
                  </a:lnTo>
                  <a:lnTo>
                    <a:pt x="1591" y="733"/>
                  </a:lnTo>
                  <a:lnTo>
                    <a:pt x="1591" y="670"/>
                  </a:lnTo>
                  <a:lnTo>
                    <a:pt x="1486" y="607"/>
                  </a:lnTo>
                  <a:lnTo>
                    <a:pt x="1361" y="481"/>
                  </a:lnTo>
                  <a:lnTo>
                    <a:pt x="1235" y="461"/>
                  </a:lnTo>
                  <a:lnTo>
                    <a:pt x="1047" y="293"/>
                  </a:lnTo>
                  <a:lnTo>
                    <a:pt x="1026" y="84"/>
                  </a:lnTo>
                  <a:lnTo>
                    <a:pt x="921" y="63"/>
                  </a:lnTo>
                  <a:lnTo>
                    <a:pt x="817" y="147"/>
                  </a:lnTo>
                  <a:lnTo>
                    <a:pt x="64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4" name="Google Shape;2494;p56"/>
            <p:cNvSpPr/>
            <p:nvPr/>
          </p:nvSpPr>
          <p:spPr>
            <a:xfrm>
              <a:off x="4004703" y="2885735"/>
              <a:ext cx="66539" cy="61161"/>
            </a:xfrm>
            <a:custGeom>
              <a:avLst/>
              <a:gdLst/>
              <a:ahLst/>
              <a:cxnLst/>
              <a:rect l="l" t="t" r="r" b="b"/>
              <a:pathLst>
                <a:path w="5588" h="5378" extrusionOk="0">
                  <a:moveTo>
                    <a:pt x="2031" y="0"/>
                  </a:moveTo>
                  <a:lnTo>
                    <a:pt x="1989" y="42"/>
                  </a:lnTo>
                  <a:lnTo>
                    <a:pt x="1842" y="42"/>
                  </a:lnTo>
                  <a:lnTo>
                    <a:pt x="1696" y="168"/>
                  </a:lnTo>
                  <a:lnTo>
                    <a:pt x="1717" y="189"/>
                  </a:lnTo>
                  <a:lnTo>
                    <a:pt x="1633" y="314"/>
                  </a:lnTo>
                  <a:lnTo>
                    <a:pt x="1591" y="314"/>
                  </a:lnTo>
                  <a:lnTo>
                    <a:pt x="1466" y="419"/>
                  </a:lnTo>
                  <a:lnTo>
                    <a:pt x="1215" y="482"/>
                  </a:lnTo>
                  <a:lnTo>
                    <a:pt x="1110" y="670"/>
                  </a:lnTo>
                  <a:lnTo>
                    <a:pt x="1110" y="837"/>
                  </a:lnTo>
                  <a:lnTo>
                    <a:pt x="1215" y="1047"/>
                  </a:lnTo>
                  <a:lnTo>
                    <a:pt x="1215" y="1235"/>
                  </a:lnTo>
                  <a:lnTo>
                    <a:pt x="1110" y="1444"/>
                  </a:lnTo>
                  <a:lnTo>
                    <a:pt x="1173" y="1549"/>
                  </a:lnTo>
                  <a:lnTo>
                    <a:pt x="1152" y="1716"/>
                  </a:lnTo>
                  <a:lnTo>
                    <a:pt x="1068" y="1842"/>
                  </a:lnTo>
                  <a:lnTo>
                    <a:pt x="1005" y="1925"/>
                  </a:lnTo>
                  <a:lnTo>
                    <a:pt x="1" y="2658"/>
                  </a:lnTo>
                  <a:lnTo>
                    <a:pt x="273" y="3411"/>
                  </a:lnTo>
                  <a:lnTo>
                    <a:pt x="775" y="3453"/>
                  </a:lnTo>
                  <a:lnTo>
                    <a:pt x="3474" y="5336"/>
                  </a:lnTo>
                  <a:lnTo>
                    <a:pt x="4562" y="5378"/>
                  </a:lnTo>
                  <a:lnTo>
                    <a:pt x="4709" y="5106"/>
                  </a:lnTo>
                  <a:lnTo>
                    <a:pt x="4834" y="4855"/>
                  </a:lnTo>
                  <a:lnTo>
                    <a:pt x="5085" y="4708"/>
                  </a:lnTo>
                  <a:lnTo>
                    <a:pt x="5274" y="4792"/>
                  </a:lnTo>
                  <a:lnTo>
                    <a:pt x="5399" y="4750"/>
                  </a:lnTo>
                  <a:lnTo>
                    <a:pt x="5462" y="4771"/>
                  </a:lnTo>
                  <a:lnTo>
                    <a:pt x="5546" y="4645"/>
                  </a:lnTo>
                  <a:lnTo>
                    <a:pt x="5588" y="4604"/>
                  </a:lnTo>
                  <a:lnTo>
                    <a:pt x="5546" y="4583"/>
                  </a:lnTo>
                  <a:lnTo>
                    <a:pt x="5441" y="4541"/>
                  </a:lnTo>
                  <a:lnTo>
                    <a:pt x="5337" y="4457"/>
                  </a:lnTo>
                  <a:lnTo>
                    <a:pt x="5274" y="4122"/>
                  </a:lnTo>
                  <a:lnTo>
                    <a:pt x="5085" y="4122"/>
                  </a:lnTo>
                  <a:lnTo>
                    <a:pt x="5064" y="3955"/>
                  </a:lnTo>
                  <a:lnTo>
                    <a:pt x="5064" y="3767"/>
                  </a:lnTo>
                  <a:lnTo>
                    <a:pt x="5190" y="3662"/>
                  </a:lnTo>
                  <a:lnTo>
                    <a:pt x="5064" y="3411"/>
                  </a:lnTo>
                  <a:lnTo>
                    <a:pt x="4960" y="3348"/>
                  </a:lnTo>
                  <a:lnTo>
                    <a:pt x="4855" y="3139"/>
                  </a:lnTo>
                  <a:lnTo>
                    <a:pt x="4772" y="3097"/>
                  </a:lnTo>
                  <a:lnTo>
                    <a:pt x="4730" y="3118"/>
                  </a:lnTo>
                  <a:lnTo>
                    <a:pt x="4290" y="2825"/>
                  </a:lnTo>
                  <a:lnTo>
                    <a:pt x="4186" y="2867"/>
                  </a:lnTo>
                  <a:lnTo>
                    <a:pt x="4123" y="2888"/>
                  </a:lnTo>
                  <a:lnTo>
                    <a:pt x="4018" y="2804"/>
                  </a:lnTo>
                  <a:lnTo>
                    <a:pt x="4018" y="2720"/>
                  </a:lnTo>
                  <a:lnTo>
                    <a:pt x="3997" y="2699"/>
                  </a:lnTo>
                  <a:lnTo>
                    <a:pt x="4039" y="2574"/>
                  </a:lnTo>
                  <a:lnTo>
                    <a:pt x="3914" y="2469"/>
                  </a:lnTo>
                  <a:lnTo>
                    <a:pt x="3893" y="2386"/>
                  </a:lnTo>
                  <a:lnTo>
                    <a:pt x="3788" y="2365"/>
                  </a:lnTo>
                  <a:lnTo>
                    <a:pt x="3704" y="2281"/>
                  </a:lnTo>
                  <a:lnTo>
                    <a:pt x="3621" y="2260"/>
                  </a:lnTo>
                  <a:lnTo>
                    <a:pt x="3621" y="2176"/>
                  </a:lnTo>
                  <a:lnTo>
                    <a:pt x="3684" y="2135"/>
                  </a:lnTo>
                  <a:lnTo>
                    <a:pt x="3663" y="2072"/>
                  </a:lnTo>
                  <a:lnTo>
                    <a:pt x="3684" y="1988"/>
                  </a:lnTo>
                  <a:lnTo>
                    <a:pt x="3684" y="1779"/>
                  </a:lnTo>
                  <a:lnTo>
                    <a:pt x="3725" y="1737"/>
                  </a:lnTo>
                  <a:lnTo>
                    <a:pt x="3767" y="1549"/>
                  </a:lnTo>
                  <a:lnTo>
                    <a:pt x="3830" y="1549"/>
                  </a:lnTo>
                  <a:lnTo>
                    <a:pt x="3914" y="1528"/>
                  </a:lnTo>
                  <a:lnTo>
                    <a:pt x="3914" y="1319"/>
                  </a:lnTo>
                  <a:lnTo>
                    <a:pt x="3872" y="1298"/>
                  </a:lnTo>
                  <a:lnTo>
                    <a:pt x="3830" y="1130"/>
                  </a:lnTo>
                  <a:lnTo>
                    <a:pt x="3914" y="1130"/>
                  </a:lnTo>
                  <a:lnTo>
                    <a:pt x="4018" y="1088"/>
                  </a:lnTo>
                  <a:lnTo>
                    <a:pt x="4081" y="1047"/>
                  </a:lnTo>
                  <a:lnTo>
                    <a:pt x="4018" y="1026"/>
                  </a:lnTo>
                  <a:lnTo>
                    <a:pt x="3935" y="984"/>
                  </a:lnTo>
                  <a:lnTo>
                    <a:pt x="3809" y="1005"/>
                  </a:lnTo>
                  <a:lnTo>
                    <a:pt x="3725" y="984"/>
                  </a:lnTo>
                  <a:lnTo>
                    <a:pt x="3516" y="879"/>
                  </a:lnTo>
                  <a:lnTo>
                    <a:pt x="3453" y="837"/>
                  </a:lnTo>
                  <a:lnTo>
                    <a:pt x="3349" y="795"/>
                  </a:lnTo>
                  <a:lnTo>
                    <a:pt x="3286" y="670"/>
                  </a:lnTo>
                  <a:lnTo>
                    <a:pt x="3244" y="565"/>
                  </a:lnTo>
                  <a:lnTo>
                    <a:pt x="3140" y="565"/>
                  </a:lnTo>
                  <a:lnTo>
                    <a:pt x="3077" y="419"/>
                  </a:lnTo>
                  <a:lnTo>
                    <a:pt x="3098" y="314"/>
                  </a:lnTo>
                  <a:lnTo>
                    <a:pt x="3035" y="189"/>
                  </a:lnTo>
                  <a:lnTo>
                    <a:pt x="2930" y="168"/>
                  </a:lnTo>
                  <a:lnTo>
                    <a:pt x="2784" y="210"/>
                  </a:lnTo>
                  <a:lnTo>
                    <a:pt x="2679" y="168"/>
                  </a:lnTo>
                  <a:lnTo>
                    <a:pt x="2679" y="63"/>
                  </a:lnTo>
                  <a:lnTo>
                    <a:pt x="2616" y="0"/>
                  </a:lnTo>
                  <a:lnTo>
                    <a:pt x="2470" y="63"/>
                  </a:lnTo>
                  <a:lnTo>
                    <a:pt x="22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5" name="Google Shape;2495;p56"/>
            <p:cNvSpPr/>
            <p:nvPr/>
          </p:nvSpPr>
          <p:spPr>
            <a:xfrm>
              <a:off x="4059025" y="2939277"/>
              <a:ext cx="11967" cy="11668"/>
            </a:xfrm>
            <a:custGeom>
              <a:avLst/>
              <a:gdLst/>
              <a:ahLst/>
              <a:cxnLst/>
              <a:rect l="l" t="t" r="r" b="b"/>
              <a:pathLst>
                <a:path w="1005" h="1026" extrusionOk="0">
                  <a:moveTo>
                    <a:pt x="523" y="0"/>
                  </a:moveTo>
                  <a:lnTo>
                    <a:pt x="272" y="147"/>
                  </a:lnTo>
                  <a:lnTo>
                    <a:pt x="147" y="398"/>
                  </a:lnTo>
                  <a:lnTo>
                    <a:pt x="0" y="670"/>
                  </a:lnTo>
                  <a:lnTo>
                    <a:pt x="84" y="670"/>
                  </a:lnTo>
                  <a:lnTo>
                    <a:pt x="607" y="816"/>
                  </a:lnTo>
                  <a:lnTo>
                    <a:pt x="628" y="1025"/>
                  </a:lnTo>
                  <a:lnTo>
                    <a:pt x="1005" y="879"/>
                  </a:lnTo>
                  <a:lnTo>
                    <a:pt x="942" y="795"/>
                  </a:lnTo>
                  <a:lnTo>
                    <a:pt x="942" y="774"/>
                  </a:lnTo>
                  <a:lnTo>
                    <a:pt x="984" y="774"/>
                  </a:lnTo>
                  <a:lnTo>
                    <a:pt x="921" y="691"/>
                  </a:lnTo>
                  <a:lnTo>
                    <a:pt x="921" y="607"/>
                  </a:lnTo>
                  <a:lnTo>
                    <a:pt x="879" y="502"/>
                  </a:lnTo>
                  <a:lnTo>
                    <a:pt x="837" y="565"/>
                  </a:lnTo>
                  <a:lnTo>
                    <a:pt x="607" y="419"/>
                  </a:lnTo>
                  <a:lnTo>
                    <a:pt x="942" y="356"/>
                  </a:lnTo>
                  <a:lnTo>
                    <a:pt x="900" y="84"/>
                  </a:lnTo>
                  <a:lnTo>
                    <a:pt x="900" y="63"/>
                  </a:lnTo>
                  <a:lnTo>
                    <a:pt x="837" y="42"/>
                  </a:lnTo>
                  <a:lnTo>
                    <a:pt x="712" y="84"/>
                  </a:lnTo>
                  <a:lnTo>
                    <a:pt x="5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6" name="Google Shape;2496;p56"/>
            <p:cNvSpPr/>
            <p:nvPr/>
          </p:nvSpPr>
          <p:spPr>
            <a:xfrm>
              <a:off x="3959359" y="2899768"/>
              <a:ext cx="15468" cy="8347"/>
            </a:xfrm>
            <a:custGeom>
              <a:avLst/>
              <a:gdLst/>
              <a:ahLst/>
              <a:cxnLst/>
              <a:rect l="l" t="t" r="r" b="b"/>
              <a:pathLst>
                <a:path w="1299" h="734" extrusionOk="0">
                  <a:moveTo>
                    <a:pt x="1194" y="1"/>
                  </a:moveTo>
                  <a:lnTo>
                    <a:pt x="1005" y="105"/>
                  </a:lnTo>
                  <a:lnTo>
                    <a:pt x="775" y="210"/>
                  </a:lnTo>
                  <a:lnTo>
                    <a:pt x="608" y="210"/>
                  </a:lnTo>
                  <a:lnTo>
                    <a:pt x="482" y="168"/>
                  </a:lnTo>
                  <a:lnTo>
                    <a:pt x="378" y="168"/>
                  </a:lnTo>
                  <a:lnTo>
                    <a:pt x="378" y="231"/>
                  </a:lnTo>
                  <a:lnTo>
                    <a:pt x="357" y="315"/>
                  </a:lnTo>
                  <a:lnTo>
                    <a:pt x="273" y="336"/>
                  </a:lnTo>
                  <a:lnTo>
                    <a:pt x="147" y="294"/>
                  </a:lnTo>
                  <a:lnTo>
                    <a:pt x="85" y="377"/>
                  </a:lnTo>
                  <a:lnTo>
                    <a:pt x="1" y="398"/>
                  </a:lnTo>
                  <a:lnTo>
                    <a:pt x="1" y="524"/>
                  </a:lnTo>
                  <a:lnTo>
                    <a:pt x="85" y="629"/>
                  </a:lnTo>
                  <a:lnTo>
                    <a:pt x="210" y="712"/>
                  </a:lnTo>
                  <a:lnTo>
                    <a:pt x="378" y="691"/>
                  </a:lnTo>
                  <a:lnTo>
                    <a:pt x="461" y="733"/>
                  </a:lnTo>
                  <a:lnTo>
                    <a:pt x="503" y="691"/>
                  </a:lnTo>
                  <a:lnTo>
                    <a:pt x="629" y="649"/>
                  </a:lnTo>
                  <a:lnTo>
                    <a:pt x="775" y="545"/>
                  </a:lnTo>
                  <a:lnTo>
                    <a:pt x="838" y="503"/>
                  </a:lnTo>
                  <a:lnTo>
                    <a:pt x="1005" y="524"/>
                  </a:lnTo>
                  <a:lnTo>
                    <a:pt x="1005" y="419"/>
                  </a:lnTo>
                  <a:lnTo>
                    <a:pt x="984" y="315"/>
                  </a:lnTo>
                  <a:lnTo>
                    <a:pt x="1110" y="168"/>
                  </a:lnTo>
                  <a:lnTo>
                    <a:pt x="1235" y="85"/>
                  </a:lnTo>
                  <a:lnTo>
                    <a:pt x="1298" y="22"/>
                  </a:lnTo>
                  <a:lnTo>
                    <a:pt x="125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7" name="Google Shape;2497;p56"/>
            <p:cNvSpPr/>
            <p:nvPr/>
          </p:nvSpPr>
          <p:spPr>
            <a:xfrm>
              <a:off x="3982281" y="2887395"/>
              <a:ext cx="42867" cy="36426"/>
            </a:xfrm>
            <a:custGeom>
              <a:avLst/>
              <a:gdLst/>
              <a:ahLst/>
              <a:cxnLst/>
              <a:rect l="l" t="t" r="r" b="b"/>
              <a:pathLst>
                <a:path w="3600" h="3203" extrusionOk="0">
                  <a:moveTo>
                    <a:pt x="3370" y="1"/>
                  </a:moveTo>
                  <a:lnTo>
                    <a:pt x="3139" y="64"/>
                  </a:lnTo>
                  <a:lnTo>
                    <a:pt x="2846" y="43"/>
                  </a:lnTo>
                  <a:lnTo>
                    <a:pt x="2721" y="64"/>
                  </a:lnTo>
                  <a:lnTo>
                    <a:pt x="2574" y="64"/>
                  </a:lnTo>
                  <a:lnTo>
                    <a:pt x="2365" y="147"/>
                  </a:lnTo>
                  <a:lnTo>
                    <a:pt x="2302" y="231"/>
                  </a:lnTo>
                  <a:lnTo>
                    <a:pt x="2135" y="273"/>
                  </a:lnTo>
                  <a:lnTo>
                    <a:pt x="2114" y="336"/>
                  </a:lnTo>
                  <a:lnTo>
                    <a:pt x="1842" y="336"/>
                  </a:lnTo>
                  <a:lnTo>
                    <a:pt x="1675" y="273"/>
                  </a:lnTo>
                  <a:lnTo>
                    <a:pt x="1612" y="231"/>
                  </a:lnTo>
                  <a:lnTo>
                    <a:pt x="1507" y="210"/>
                  </a:lnTo>
                  <a:lnTo>
                    <a:pt x="1194" y="231"/>
                  </a:lnTo>
                  <a:lnTo>
                    <a:pt x="1110" y="273"/>
                  </a:lnTo>
                  <a:lnTo>
                    <a:pt x="1068" y="273"/>
                  </a:lnTo>
                  <a:lnTo>
                    <a:pt x="775" y="419"/>
                  </a:lnTo>
                  <a:lnTo>
                    <a:pt x="670" y="377"/>
                  </a:lnTo>
                  <a:lnTo>
                    <a:pt x="524" y="336"/>
                  </a:lnTo>
                  <a:lnTo>
                    <a:pt x="461" y="419"/>
                  </a:lnTo>
                  <a:lnTo>
                    <a:pt x="461" y="649"/>
                  </a:lnTo>
                  <a:lnTo>
                    <a:pt x="377" y="670"/>
                  </a:lnTo>
                  <a:lnTo>
                    <a:pt x="419" y="796"/>
                  </a:lnTo>
                  <a:lnTo>
                    <a:pt x="315" y="859"/>
                  </a:lnTo>
                  <a:lnTo>
                    <a:pt x="168" y="880"/>
                  </a:lnTo>
                  <a:lnTo>
                    <a:pt x="64" y="859"/>
                  </a:lnTo>
                  <a:lnTo>
                    <a:pt x="1" y="901"/>
                  </a:lnTo>
                  <a:lnTo>
                    <a:pt x="22" y="1068"/>
                  </a:lnTo>
                  <a:lnTo>
                    <a:pt x="105" y="1277"/>
                  </a:lnTo>
                  <a:lnTo>
                    <a:pt x="147" y="1403"/>
                  </a:lnTo>
                  <a:lnTo>
                    <a:pt x="126" y="1528"/>
                  </a:lnTo>
                  <a:lnTo>
                    <a:pt x="105" y="1779"/>
                  </a:lnTo>
                  <a:lnTo>
                    <a:pt x="336" y="1779"/>
                  </a:lnTo>
                  <a:lnTo>
                    <a:pt x="377" y="1905"/>
                  </a:lnTo>
                  <a:lnTo>
                    <a:pt x="482" y="1947"/>
                  </a:lnTo>
                  <a:lnTo>
                    <a:pt x="482" y="2114"/>
                  </a:lnTo>
                  <a:lnTo>
                    <a:pt x="545" y="2198"/>
                  </a:lnTo>
                  <a:lnTo>
                    <a:pt x="461" y="2219"/>
                  </a:lnTo>
                  <a:lnTo>
                    <a:pt x="419" y="2219"/>
                  </a:lnTo>
                  <a:lnTo>
                    <a:pt x="315" y="2302"/>
                  </a:lnTo>
                  <a:lnTo>
                    <a:pt x="252" y="2449"/>
                  </a:lnTo>
                  <a:lnTo>
                    <a:pt x="168" y="2574"/>
                  </a:lnTo>
                  <a:lnTo>
                    <a:pt x="147" y="2574"/>
                  </a:lnTo>
                  <a:lnTo>
                    <a:pt x="168" y="2616"/>
                  </a:lnTo>
                  <a:lnTo>
                    <a:pt x="252" y="2679"/>
                  </a:lnTo>
                  <a:lnTo>
                    <a:pt x="273" y="2888"/>
                  </a:lnTo>
                  <a:lnTo>
                    <a:pt x="252" y="2993"/>
                  </a:lnTo>
                  <a:lnTo>
                    <a:pt x="315" y="2993"/>
                  </a:lnTo>
                  <a:lnTo>
                    <a:pt x="482" y="3077"/>
                  </a:lnTo>
                  <a:lnTo>
                    <a:pt x="629" y="3181"/>
                  </a:lnTo>
                  <a:lnTo>
                    <a:pt x="649" y="3181"/>
                  </a:lnTo>
                  <a:lnTo>
                    <a:pt x="733" y="3202"/>
                  </a:lnTo>
                  <a:lnTo>
                    <a:pt x="1884" y="2512"/>
                  </a:lnTo>
                  <a:lnTo>
                    <a:pt x="2888" y="1779"/>
                  </a:lnTo>
                  <a:lnTo>
                    <a:pt x="2951" y="1696"/>
                  </a:lnTo>
                  <a:lnTo>
                    <a:pt x="3035" y="1570"/>
                  </a:lnTo>
                  <a:lnTo>
                    <a:pt x="3056" y="1403"/>
                  </a:lnTo>
                  <a:lnTo>
                    <a:pt x="2993" y="1298"/>
                  </a:lnTo>
                  <a:lnTo>
                    <a:pt x="3098" y="1089"/>
                  </a:lnTo>
                  <a:lnTo>
                    <a:pt x="3098" y="901"/>
                  </a:lnTo>
                  <a:lnTo>
                    <a:pt x="2993" y="691"/>
                  </a:lnTo>
                  <a:lnTo>
                    <a:pt x="2993" y="524"/>
                  </a:lnTo>
                  <a:lnTo>
                    <a:pt x="3098" y="336"/>
                  </a:lnTo>
                  <a:lnTo>
                    <a:pt x="3349" y="273"/>
                  </a:lnTo>
                  <a:lnTo>
                    <a:pt x="3474" y="168"/>
                  </a:lnTo>
                  <a:lnTo>
                    <a:pt x="3516" y="168"/>
                  </a:lnTo>
                  <a:lnTo>
                    <a:pt x="3600" y="43"/>
                  </a:lnTo>
                  <a:lnTo>
                    <a:pt x="3579" y="22"/>
                  </a:lnTo>
                  <a:lnTo>
                    <a:pt x="351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8" name="Google Shape;2498;p56"/>
            <p:cNvSpPr/>
            <p:nvPr/>
          </p:nvSpPr>
          <p:spPr>
            <a:xfrm>
              <a:off x="3973565" y="2916668"/>
              <a:ext cx="10479" cy="29045"/>
            </a:xfrm>
            <a:custGeom>
              <a:avLst/>
              <a:gdLst/>
              <a:ahLst/>
              <a:cxnLst/>
              <a:rect l="l" t="t" r="r" b="b"/>
              <a:pathLst>
                <a:path w="880" h="2554" extrusionOk="0">
                  <a:moveTo>
                    <a:pt x="837" y="0"/>
                  </a:moveTo>
                  <a:lnTo>
                    <a:pt x="754" y="105"/>
                  </a:lnTo>
                  <a:lnTo>
                    <a:pt x="565" y="147"/>
                  </a:lnTo>
                  <a:lnTo>
                    <a:pt x="524" y="105"/>
                  </a:lnTo>
                  <a:lnTo>
                    <a:pt x="377" y="252"/>
                  </a:lnTo>
                  <a:lnTo>
                    <a:pt x="335" y="670"/>
                  </a:lnTo>
                  <a:lnTo>
                    <a:pt x="168" y="1005"/>
                  </a:lnTo>
                  <a:lnTo>
                    <a:pt x="1" y="1235"/>
                  </a:lnTo>
                  <a:lnTo>
                    <a:pt x="63" y="1256"/>
                  </a:lnTo>
                  <a:lnTo>
                    <a:pt x="168" y="1444"/>
                  </a:lnTo>
                  <a:lnTo>
                    <a:pt x="231" y="1653"/>
                  </a:lnTo>
                  <a:lnTo>
                    <a:pt x="377" y="1884"/>
                  </a:lnTo>
                  <a:lnTo>
                    <a:pt x="524" y="2197"/>
                  </a:lnTo>
                  <a:lnTo>
                    <a:pt x="461" y="2344"/>
                  </a:lnTo>
                  <a:lnTo>
                    <a:pt x="545" y="2553"/>
                  </a:lnTo>
                  <a:lnTo>
                    <a:pt x="628" y="2448"/>
                  </a:lnTo>
                  <a:lnTo>
                    <a:pt x="628" y="2407"/>
                  </a:lnTo>
                  <a:lnTo>
                    <a:pt x="628" y="2344"/>
                  </a:lnTo>
                  <a:lnTo>
                    <a:pt x="670" y="2281"/>
                  </a:lnTo>
                  <a:lnTo>
                    <a:pt x="670" y="2156"/>
                  </a:lnTo>
                  <a:lnTo>
                    <a:pt x="733" y="1988"/>
                  </a:lnTo>
                  <a:lnTo>
                    <a:pt x="691" y="1842"/>
                  </a:lnTo>
                  <a:lnTo>
                    <a:pt x="754" y="1821"/>
                  </a:lnTo>
                  <a:lnTo>
                    <a:pt x="754" y="1674"/>
                  </a:lnTo>
                  <a:lnTo>
                    <a:pt x="775" y="1549"/>
                  </a:lnTo>
                  <a:lnTo>
                    <a:pt x="775" y="1465"/>
                  </a:lnTo>
                  <a:lnTo>
                    <a:pt x="775" y="1214"/>
                  </a:lnTo>
                  <a:lnTo>
                    <a:pt x="754" y="1235"/>
                  </a:lnTo>
                  <a:lnTo>
                    <a:pt x="670" y="1235"/>
                  </a:lnTo>
                  <a:lnTo>
                    <a:pt x="565" y="1298"/>
                  </a:lnTo>
                  <a:lnTo>
                    <a:pt x="524" y="1235"/>
                  </a:lnTo>
                  <a:lnTo>
                    <a:pt x="545" y="1047"/>
                  </a:lnTo>
                  <a:lnTo>
                    <a:pt x="545" y="796"/>
                  </a:lnTo>
                  <a:lnTo>
                    <a:pt x="524" y="712"/>
                  </a:lnTo>
                  <a:lnTo>
                    <a:pt x="545" y="565"/>
                  </a:lnTo>
                  <a:lnTo>
                    <a:pt x="670" y="565"/>
                  </a:lnTo>
                  <a:lnTo>
                    <a:pt x="691" y="670"/>
                  </a:lnTo>
                  <a:lnTo>
                    <a:pt x="754" y="670"/>
                  </a:lnTo>
                  <a:lnTo>
                    <a:pt x="837" y="607"/>
                  </a:lnTo>
                  <a:lnTo>
                    <a:pt x="837" y="524"/>
                  </a:lnTo>
                  <a:lnTo>
                    <a:pt x="796" y="482"/>
                  </a:lnTo>
                  <a:lnTo>
                    <a:pt x="775" y="377"/>
                  </a:lnTo>
                  <a:lnTo>
                    <a:pt x="837" y="210"/>
                  </a:lnTo>
                  <a:lnTo>
                    <a:pt x="858" y="63"/>
                  </a:lnTo>
                  <a:lnTo>
                    <a:pt x="87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9" name="Google Shape;2499;p56"/>
            <p:cNvSpPr/>
            <p:nvPr/>
          </p:nvSpPr>
          <p:spPr>
            <a:xfrm>
              <a:off x="3982781" y="2916668"/>
              <a:ext cx="2751" cy="5959"/>
            </a:xfrm>
            <a:custGeom>
              <a:avLst/>
              <a:gdLst/>
              <a:ahLst/>
              <a:cxnLst/>
              <a:rect l="l" t="t" r="r" b="b"/>
              <a:pathLst>
                <a:path w="231" h="524" extrusionOk="0">
                  <a:moveTo>
                    <a:pt x="105" y="0"/>
                  </a:moveTo>
                  <a:lnTo>
                    <a:pt x="84" y="63"/>
                  </a:lnTo>
                  <a:lnTo>
                    <a:pt x="63" y="210"/>
                  </a:lnTo>
                  <a:lnTo>
                    <a:pt x="1" y="377"/>
                  </a:lnTo>
                  <a:lnTo>
                    <a:pt x="22" y="482"/>
                  </a:lnTo>
                  <a:lnTo>
                    <a:pt x="63" y="524"/>
                  </a:lnTo>
                  <a:lnTo>
                    <a:pt x="84" y="524"/>
                  </a:lnTo>
                  <a:lnTo>
                    <a:pt x="126" y="482"/>
                  </a:lnTo>
                  <a:lnTo>
                    <a:pt x="210" y="419"/>
                  </a:lnTo>
                  <a:lnTo>
                    <a:pt x="231" y="314"/>
                  </a:lnTo>
                  <a:lnTo>
                    <a:pt x="210" y="105"/>
                  </a:lnTo>
                  <a:lnTo>
                    <a:pt x="126" y="42"/>
                  </a:lnTo>
                  <a:lnTo>
                    <a:pt x="10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0" name="Google Shape;2500;p56"/>
            <p:cNvSpPr/>
            <p:nvPr/>
          </p:nvSpPr>
          <p:spPr>
            <a:xfrm>
              <a:off x="3979792" y="2923093"/>
              <a:ext cx="3751" cy="8336"/>
            </a:xfrm>
            <a:custGeom>
              <a:avLst/>
              <a:gdLst/>
              <a:ahLst/>
              <a:cxnLst/>
              <a:rect l="l" t="t" r="r" b="b"/>
              <a:pathLst>
                <a:path w="315" h="733" extrusionOk="0">
                  <a:moveTo>
                    <a:pt x="22" y="0"/>
                  </a:moveTo>
                  <a:lnTo>
                    <a:pt x="1" y="147"/>
                  </a:lnTo>
                  <a:lnTo>
                    <a:pt x="22" y="231"/>
                  </a:lnTo>
                  <a:lnTo>
                    <a:pt x="22" y="482"/>
                  </a:lnTo>
                  <a:lnTo>
                    <a:pt x="1" y="670"/>
                  </a:lnTo>
                  <a:lnTo>
                    <a:pt x="42" y="733"/>
                  </a:lnTo>
                  <a:lnTo>
                    <a:pt x="147" y="670"/>
                  </a:lnTo>
                  <a:lnTo>
                    <a:pt x="231" y="670"/>
                  </a:lnTo>
                  <a:lnTo>
                    <a:pt x="252" y="649"/>
                  </a:lnTo>
                  <a:lnTo>
                    <a:pt x="273" y="440"/>
                  </a:lnTo>
                  <a:lnTo>
                    <a:pt x="273" y="356"/>
                  </a:lnTo>
                  <a:lnTo>
                    <a:pt x="314" y="210"/>
                  </a:lnTo>
                  <a:lnTo>
                    <a:pt x="314" y="147"/>
                  </a:lnTo>
                  <a:lnTo>
                    <a:pt x="314" y="63"/>
                  </a:lnTo>
                  <a:lnTo>
                    <a:pt x="314" y="42"/>
                  </a:lnTo>
                  <a:lnTo>
                    <a:pt x="231" y="105"/>
                  </a:lnTo>
                  <a:lnTo>
                    <a:pt x="168" y="105"/>
                  </a:lnTo>
                  <a:lnTo>
                    <a:pt x="1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1" name="Google Shape;2501;p56"/>
            <p:cNvSpPr/>
            <p:nvPr/>
          </p:nvSpPr>
          <p:spPr>
            <a:xfrm>
              <a:off x="3979792" y="2907627"/>
              <a:ext cx="8978" cy="10713"/>
            </a:xfrm>
            <a:custGeom>
              <a:avLst/>
              <a:gdLst/>
              <a:ahLst/>
              <a:cxnLst/>
              <a:rect l="l" t="t" r="r" b="b"/>
              <a:pathLst>
                <a:path w="754" h="942" extrusionOk="0">
                  <a:moveTo>
                    <a:pt x="314" y="0"/>
                  </a:moveTo>
                  <a:lnTo>
                    <a:pt x="314" y="21"/>
                  </a:lnTo>
                  <a:lnTo>
                    <a:pt x="231" y="21"/>
                  </a:lnTo>
                  <a:lnTo>
                    <a:pt x="210" y="440"/>
                  </a:lnTo>
                  <a:lnTo>
                    <a:pt x="105" y="586"/>
                  </a:lnTo>
                  <a:lnTo>
                    <a:pt x="1" y="733"/>
                  </a:lnTo>
                  <a:lnTo>
                    <a:pt x="1" y="879"/>
                  </a:lnTo>
                  <a:lnTo>
                    <a:pt x="1" y="900"/>
                  </a:lnTo>
                  <a:lnTo>
                    <a:pt x="42" y="942"/>
                  </a:lnTo>
                  <a:lnTo>
                    <a:pt x="231" y="900"/>
                  </a:lnTo>
                  <a:lnTo>
                    <a:pt x="314" y="795"/>
                  </a:lnTo>
                  <a:lnTo>
                    <a:pt x="377" y="795"/>
                  </a:lnTo>
                  <a:lnTo>
                    <a:pt x="461" y="670"/>
                  </a:lnTo>
                  <a:lnTo>
                    <a:pt x="524" y="523"/>
                  </a:lnTo>
                  <a:lnTo>
                    <a:pt x="628" y="440"/>
                  </a:lnTo>
                  <a:lnTo>
                    <a:pt x="670" y="440"/>
                  </a:lnTo>
                  <a:lnTo>
                    <a:pt x="754" y="419"/>
                  </a:lnTo>
                  <a:lnTo>
                    <a:pt x="691" y="335"/>
                  </a:lnTo>
                  <a:lnTo>
                    <a:pt x="691" y="168"/>
                  </a:lnTo>
                  <a:lnTo>
                    <a:pt x="586" y="126"/>
                  </a:lnTo>
                  <a:lnTo>
                    <a:pt x="54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2" name="Google Shape;2502;p56"/>
            <p:cNvSpPr/>
            <p:nvPr/>
          </p:nvSpPr>
          <p:spPr>
            <a:xfrm>
              <a:off x="3980292" y="2915952"/>
              <a:ext cx="27661" cy="32616"/>
            </a:xfrm>
            <a:custGeom>
              <a:avLst/>
              <a:gdLst/>
              <a:ahLst/>
              <a:cxnLst/>
              <a:rect l="l" t="t" r="r" b="b"/>
              <a:pathLst>
                <a:path w="2323" h="2868" extrusionOk="0">
                  <a:moveTo>
                    <a:pt x="2051" y="1"/>
                  </a:moveTo>
                  <a:lnTo>
                    <a:pt x="900" y="691"/>
                  </a:lnTo>
                  <a:lnTo>
                    <a:pt x="816" y="670"/>
                  </a:lnTo>
                  <a:lnTo>
                    <a:pt x="796" y="670"/>
                  </a:lnTo>
                  <a:lnTo>
                    <a:pt x="649" y="566"/>
                  </a:lnTo>
                  <a:lnTo>
                    <a:pt x="482" y="482"/>
                  </a:lnTo>
                  <a:lnTo>
                    <a:pt x="419" y="482"/>
                  </a:lnTo>
                  <a:lnTo>
                    <a:pt x="335" y="545"/>
                  </a:lnTo>
                  <a:lnTo>
                    <a:pt x="293" y="587"/>
                  </a:lnTo>
                  <a:lnTo>
                    <a:pt x="272" y="587"/>
                  </a:lnTo>
                  <a:lnTo>
                    <a:pt x="272" y="670"/>
                  </a:lnTo>
                  <a:lnTo>
                    <a:pt x="272" y="691"/>
                  </a:lnTo>
                  <a:lnTo>
                    <a:pt x="272" y="775"/>
                  </a:lnTo>
                  <a:lnTo>
                    <a:pt x="272" y="838"/>
                  </a:lnTo>
                  <a:lnTo>
                    <a:pt x="231" y="984"/>
                  </a:lnTo>
                  <a:lnTo>
                    <a:pt x="231" y="1068"/>
                  </a:lnTo>
                  <a:lnTo>
                    <a:pt x="210" y="1528"/>
                  </a:lnTo>
                  <a:lnTo>
                    <a:pt x="210" y="1612"/>
                  </a:lnTo>
                  <a:lnTo>
                    <a:pt x="189" y="1737"/>
                  </a:lnTo>
                  <a:lnTo>
                    <a:pt x="189" y="1884"/>
                  </a:lnTo>
                  <a:lnTo>
                    <a:pt x="126" y="1905"/>
                  </a:lnTo>
                  <a:lnTo>
                    <a:pt x="168" y="2051"/>
                  </a:lnTo>
                  <a:lnTo>
                    <a:pt x="105" y="2219"/>
                  </a:lnTo>
                  <a:lnTo>
                    <a:pt x="105" y="2344"/>
                  </a:lnTo>
                  <a:lnTo>
                    <a:pt x="63" y="2407"/>
                  </a:lnTo>
                  <a:lnTo>
                    <a:pt x="63" y="2470"/>
                  </a:lnTo>
                  <a:lnTo>
                    <a:pt x="63" y="2553"/>
                  </a:lnTo>
                  <a:lnTo>
                    <a:pt x="0" y="2679"/>
                  </a:lnTo>
                  <a:lnTo>
                    <a:pt x="0" y="2721"/>
                  </a:lnTo>
                  <a:lnTo>
                    <a:pt x="189" y="2721"/>
                  </a:lnTo>
                  <a:lnTo>
                    <a:pt x="754" y="2867"/>
                  </a:lnTo>
                  <a:lnTo>
                    <a:pt x="1172" y="2449"/>
                  </a:lnTo>
                  <a:lnTo>
                    <a:pt x="1633" y="2407"/>
                  </a:lnTo>
                  <a:lnTo>
                    <a:pt x="1653" y="2219"/>
                  </a:lnTo>
                  <a:lnTo>
                    <a:pt x="1884" y="1926"/>
                  </a:lnTo>
                  <a:lnTo>
                    <a:pt x="1235" y="1214"/>
                  </a:lnTo>
                  <a:lnTo>
                    <a:pt x="2093" y="963"/>
                  </a:lnTo>
                  <a:lnTo>
                    <a:pt x="2302" y="754"/>
                  </a:lnTo>
                  <a:lnTo>
                    <a:pt x="2323" y="754"/>
                  </a:lnTo>
                  <a:lnTo>
                    <a:pt x="20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3" name="Google Shape;2503;p56"/>
            <p:cNvSpPr/>
            <p:nvPr/>
          </p:nvSpPr>
          <p:spPr>
            <a:xfrm>
              <a:off x="3979792" y="2924515"/>
              <a:ext cx="142521" cy="114714"/>
            </a:xfrm>
            <a:custGeom>
              <a:avLst/>
              <a:gdLst/>
              <a:ahLst/>
              <a:cxnLst/>
              <a:rect l="l" t="t" r="r" b="b"/>
              <a:pathLst>
                <a:path w="11969" h="10087" extrusionOk="0">
                  <a:moveTo>
                    <a:pt x="2344" y="1"/>
                  </a:moveTo>
                  <a:lnTo>
                    <a:pt x="2135" y="210"/>
                  </a:lnTo>
                  <a:lnTo>
                    <a:pt x="1277" y="461"/>
                  </a:lnTo>
                  <a:lnTo>
                    <a:pt x="1926" y="1173"/>
                  </a:lnTo>
                  <a:lnTo>
                    <a:pt x="1695" y="1466"/>
                  </a:lnTo>
                  <a:lnTo>
                    <a:pt x="1675" y="1654"/>
                  </a:lnTo>
                  <a:lnTo>
                    <a:pt x="1214" y="1696"/>
                  </a:lnTo>
                  <a:lnTo>
                    <a:pt x="796" y="2114"/>
                  </a:lnTo>
                  <a:lnTo>
                    <a:pt x="231" y="1968"/>
                  </a:lnTo>
                  <a:lnTo>
                    <a:pt x="42" y="1968"/>
                  </a:lnTo>
                  <a:lnTo>
                    <a:pt x="42" y="2177"/>
                  </a:lnTo>
                  <a:lnTo>
                    <a:pt x="42" y="2407"/>
                  </a:lnTo>
                  <a:lnTo>
                    <a:pt x="1" y="2595"/>
                  </a:lnTo>
                  <a:lnTo>
                    <a:pt x="1" y="2637"/>
                  </a:lnTo>
                  <a:lnTo>
                    <a:pt x="63" y="2616"/>
                  </a:lnTo>
                  <a:lnTo>
                    <a:pt x="105" y="2637"/>
                  </a:lnTo>
                  <a:lnTo>
                    <a:pt x="168" y="2595"/>
                  </a:lnTo>
                  <a:lnTo>
                    <a:pt x="314" y="2658"/>
                  </a:lnTo>
                  <a:lnTo>
                    <a:pt x="273" y="2700"/>
                  </a:lnTo>
                  <a:lnTo>
                    <a:pt x="524" y="2972"/>
                  </a:lnTo>
                  <a:lnTo>
                    <a:pt x="545" y="3119"/>
                  </a:lnTo>
                  <a:lnTo>
                    <a:pt x="628" y="3139"/>
                  </a:lnTo>
                  <a:lnTo>
                    <a:pt x="628" y="3244"/>
                  </a:lnTo>
                  <a:lnTo>
                    <a:pt x="754" y="3349"/>
                  </a:lnTo>
                  <a:lnTo>
                    <a:pt x="838" y="3370"/>
                  </a:lnTo>
                  <a:lnTo>
                    <a:pt x="984" y="3663"/>
                  </a:lnTo>
                  <a:lnTo>
                    <a:pt x="984" y="3746"/>
                  </a:lnTo>
                  <a:lnTo>
                    <a:pt x="1047" y="3851"/>
                  </a:lnTo>
                  <a:lnTo>
                    <a:pt x="1110" y="3851"/>
                  </a:lnTo>
                  <a:lnTo>
                    <a:pt x="1151" y="3997"/>
                  </a:lnTo>
                  <a:lnTo>
                    <a:pt x="1193" y="4081"/>
                  </a:lnTo>
                  <a:lnTo>
                    <a:pt x="1319" y="4123"/>
                  </a:lnTo>
                  <a:lnTo>
                    <a:pt x="1423" y="4416"/>
                  </a:lnTo>
                  <a:lnTo>
                    <a:pt x="1528" y="4479"/>
                  </a:lnTo>
                  <a:lnTo>
                    <a:pt x="1570" y="4625"/>
                  </a:lnTo>
                  <a:lnTo>
                    <a:pt x="1528" y="4709"/>
                  </a:lnTo>
                  <a:lnTo>
                    <a:pt x="1528" y="4792"/>
                  </a:lnTo>
                  <a:lnTo>
                    <a:pt x="1633" y="4897"/>
                  </a:lnTo>
                  <a:lnTo>
                    <a:pt x="1633" y="4960"/>
                  </a:lnTo>
                  <a:lnTo>
                    <a:pt x="1716" y="5023"/>
                  </a:lnTo>
                  <a:lnTo>
                    <a:pt x="1821" y="4939"/>
                  </a:lnTo>
                  <a:lnTo>
                    <a:pt x="1926" y="5043"/>
                  </a:lnTo>
                  <a:lnTo>
                    <a:pt x="2114" y="5127"/>
                  </a:lnTo>
                  <a:lnTo>
                    <a:pt x="2260" y="5274"/>
                  </a:lnTo>
                  <a:lnTo>
                    <a:pt x="2323" y="5378"/>
                  </a:lnTo>
                  <a:lnTo>
                    <a:pt x="2344" y="5420"/>
                  </a:lnTo>
                  <a:lnTo>
                    <a:pt x="2365" y="5546"/>
                  </a:lnTo>
                  <a:lnTo>
                    <a:pt x="2428" y="5588"/>
                  </a:lnTo>
                  <a:lnTo>
                    <a:pt x="2470" y="5797"/>
                  </a:lnTo>
                  <a:lnTo>
                    <a:pt x="2574" y="5880"/>
                  </a:lnTo>
                  <a:lnTo>
                    <a:pt x="2637" y="6090"/>
                  </a:lnTo>
                  <a:lnTo>
                    <a:pt x="2658" y="6173"/>
                  </a:lnTo>
                  <a:lnTo>
                    <a:pt x="2616" y="6362"/>
                  </a:lnTo>
                  <a:lnTo>
                    <a:pt x="2574" y="6383"/>
                  </a:lnTo>
                  <a:lnTo>
                    <a:pt x="2616" y="6487"/>
                  </a:lnTo>
                  <a:lnTo>
                    <a:pt x="2658" y="6696"/>
                  </a:lnTo>
                  <a:lnTo>
                    <a:pt x="2679" y="6906"/>
                  </a:lnTo>
                  <a:lnTo>
                    <a:pt x="2783" y="7010"/>
                  </a:lnTo>
                  <a:lnTo>
                    <a:pt x="2825" y="7094"/>
                  </a:lnTo>
                  <a:lnTo>
                    <a:pt x="3097" y="7408"/>
                  </a:lnTo>
                  <a:lnTo>
                    <a:pt x="3202" y="7429"/>
                  </a:lnTo>
                  <a:lnTo>
                    <a:pt x="3307" y="7450"/>
                  </a:lnTo>
                  <a:lnTo>
                    <a:pt x="3390" y="7554"/>
                  </a:lnTo>
                  <a:lnTo>
                    <a:pt x="3474" y="7554"/>
                  </a:lnTo>
                  <a:lnTo>
                    <a:pt x="3620" y="7680"/>
                  </a:lnTo>
                  <a:lnTo>
                    <a:pt x="3620" y="7784"/>
                  </a:lnTo>
                  <a:lnTo>
                    <a:pt x="3788" y="7826"/>
                  </a:lnTo>
                  <a:lnTo>
                    <a:pt x="3767" y="7889"/>
                  </a:lnTo>
                  <a:lnTo>
                    <a:pt x="3830" y="7931"/>
                  </a:lnTo>
                  <a:lnTo>
                    <a:pt x="3976" y="8412"/>
                  </a:lnTo>
                  <a:lnTo>
                    <a:pt x="4102" y="8496"/>
                  </a:lnTo>
                  <a:lnTo>
                    <a:pt x="4102" y="8663"/>
                  </a:lnTo>
                  <a:lnTo>
                    <a:pt x="4541" y="9082"/>
                  </a:lnTo>
                  <a:lnTo>
                    <a:pt x="4604" y="9082"/>
                  </a:lnTo>
                  <a:lnTo>
                    <a:pt x="4646" y="9333"/>
                  </a:lnTo>
                  <a:lnTo>
                    <a:pt x="4834" y="9396"/>
                  </a:lnTo>
                  <a:lnTo>
                    <a:pt x="4939" y="9668"/>
                  </a:lnTo>
                  <a:lnTo>
                    <a:pt x="5043" y="9709"/>
                  </a:lnTo>
                  <a:lnTo>
                    <a:pt x="5127" y="9730"/>
                  </a:lnTo>
                  <a:lnTo>
                    <a:pt x="5169" y="9626"/>
                  </a:lnTo>
                  <a:lnTo>
                    <a:pt x="5336" y="9521"/>
                  </a:lnTo>
                  <a:lnTo>
                    <a:pt x="5232" y="9312"/>
                  </a:lnTo>
                  <a:lnTo>
                    <a:pt x="5294" y="9040"/>
                  </a:lnTo>
                  <a:lnTo>
                    <a:pt x="5462" y="8977"/>
                  </a:lnTo>
                  <a:lnTo>
                    <a:pt x="5650" y="9124"/>
                  </a:lnTo>
                  <a:lnTo>
                    <a:pt x="5985" y="9124"/>
                  </a:lnTo>
                  <a:lnTo>
                    <a:pt x="6487" y="9333"/>
                  </a:lnTo>
                  <a:lnTo>
                    <a:pt x="7010" y="9563"/>
                  </a:lnTo>
                  <a:lnTo>
                    <a:pt x="7031" y="10086"/>
                  </a:lnTo>
                  <a:lnTo>
                    <a:pt x="8077" y="8684"/>
                  </a:lnTo>
                  <a:lnTo>
                    <a:pt x="10253" y="8036"/>
                  </a:lnTo>
                  <a:lnTo>
                    <a:pt x="11885" y="7554"/>
                  </a:lnTo>
                  <a:lnTo>
                    <a:pt x="11969" y="6299"/>
                  </a:lnTo>
                  <a:lnTo>
                    <a:pt x="11843" y="5839"/>
                  </a:lnTo>
                  <a:lnTo>
                    <a:pt x="11655" y="5985"/>
                  </a:lnTo>
                  <a:lnTo>
                    <a:pt x="9960" y="5755"/>
                  </a:lnTo>
                  <a:lnTo>
                    <a:pt x="9835" y="5274"/>
                  </a:lnTo>
                  <a:lnTo>
                    <a:pt x="9688" y="5127"/>
                  </a:lnTo>
                  <a:lnTo>
                    <a:pt x="9688" y="4939"/>
                  </a:lnTo>
                  <a:lnTo>
                    <a:pt x="9688" y="4918"/>
                  </a:lnTo>
                  <a:lnTo>
                    <a:pt x="9667" y="4939"/>
                  </a:lnTo>
                  <a:lnTo>
                    <a:pt x="9625" y="4855"/>
                  </a:lnTo>
                  <a:lnTo>
                    <a:pt x="9625" y="4792"/>
                  </a:lnTo>
                  <a:lnTo>
                    <a:pt x="9667" y="4730"/>
                  </a:lnTo>
                  <a:lnTo>
                    <a:pt x="9563" y="4730"/>
                  </a:lnTo>
                  <a:lnTo>
                    <a:pt x="9563" y="4709"/>
                  </a:lnTo>
                  <a:lnTo>
                    <a:pt x="9458" y="4709"/>
                  </a:lnTo>
                  <a:lnTo>
                    <a:pt x="9270" y="4604"/>
                  </a:lnTo>
                  <a:lnTo>
                    <a:pt x="9249" y="4541"/>
                  </a:lnTo>
                  <a:lnTo>
                    <a:pt x="9228" y="4583"/>
                  </a:lnTo>
                  <a:lnTo>
                    <a:pt x="9123" y="4437"/>
                  </a:lnTo>
                  <a:lnTo>
                    <a:pt x="9102" y="4290"/>
                  </a:lnTo>
                  <a:lnTo>
                    <a:pt x="8809" y="3914"/>
                  </a:lnTo>
                  <a:lnTo>
                    <a:pt x="8726" y="3788"/>
                  </a:lnTo>
                  <a:lnTo>
                    <a:pt x="8809" y="3788"/>
                  </a:lnTo>
                  <a:lnTo>
                    <a:pt x="8809" y="3746"/>
                  </a:lnTo>
                  <a:lnTo>
                    <a:pt x="8705" y="3453"/>
                  </a:lnTo>
                  <a:lnTo>
                    <a:pt x="8705" y="3391"/>
                  </a:lnTo>
                  <a:lnTo>
                    <a:pt x="8621" y="3265"/>
                  </a:lnTo>
                  <a:lnTo>
                    <a:pt x="8579" y="3265"/>
                  </a:lnTo>
                  <a:lnTo>
                    <a:pt x="8391" y="3014"/>
                  </a:lnTo>
                  <a:lnTo>
                    <a:pt x="8307" y="3014"/>
                  </a:lnTo>
                  <a:lnTo>
                    <a:pt x="8224" y="2909"/>
                  </a:lnTo>
                  <a:lnTo>
                    <a:pt x="8224" y="2867"/>
                  </a:lnTo>
                  <a:lnTo>
                    <a:pt x="8286" y="2867"/>
                  </a:lnTo>
                  <a:lnTo>
                    <a:pt x="8307" y="2909"/>
                  </a:lnTo>
                  <a:lnTo>
                    <a:pt x="8286" y="2826"/>
                  </a:lnTo>
                  <a:lnTo>
                    <a:pt x="8182" y="2805"/>
                  </a:lnTo>
                  <a:lnTo>
                    <a:pt x="7973" y="2763"/>
                  </a:lnTo>
                  <a:lnTo>
                    <a:pt x="7868" y="2449"/>
                  </a:lnTo>
                  <a:lnTo>
                    <a:pt x="7805" y="2323"/>
                  </a:lnTo>
                  <a:lnTo>
                    <a:pt x="7742" y="2303"/>
                  </a:lnTo>
                  <a:lnTo>
                    <a:pt x="7742" y="2198"/>
                  </a:lnTo>
                  <a:lnTo>
                    <a:pt x="7701" y="2219"/>
                  </a:lnTo>
                  <a:lnTo>
                    <a:pt x="7659" y="2177"/>
                  </a:lnTo>
                  <a:lnTo>
                    <a:pt x="7282" y="2323"/>
                  </a:lnTo>
                  <a:lnTo>
                    <a:pt x="7261" y="2114"/>
                  </a:lnTo>
                  <a:lnTo>
                    <a:pt x="6738" y="1968"/>
                  </a:lnTo>
                  <a:lnTo>
                    <a:pt x="6654" y="1968"/>
                  </a:lnTo>
                  <a:lnTo>
                    <a:pt x="5566" y="1926"/>
                  </a:lnTo>
                  <a:lnTo>
                    <a:pt x="2867" y="43"/>
                  </a:lnTo>
                  <a:lnTo>
                    <a:pt x="234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2504" name="Google Shape;2504;p56"/>
            <p:cNvSpPr/>
            <p:nvPr/>
          </p:nvSpPr>
          <p:spPr>
            <a:xfrm>
              <a:off x="4089663" y="2967116"/>
              <a:ext cx="5251" cy="10952"/>
            </a:xfrm>
            <a:custGeom>
              <a:avLst/>
              <a:gdLst/>
              <a:ahLst/>
              <a:cxnLst/>
              <a:rect l="l" t="t" r="r" b="b"/>
              <a:pathLst>
                <a:path w="441" h="963" extrusionOk="0">
                  <a:moveTo>
                    <a:pt x="147" y="0"/>
                  </a:moveTo>
                  <a:lnTo>
                    <a:pt x="147" y="42"/>
                  </a:lnTo>
                  <a:lnTo>
                    <a:pt x="106" y="42"/>
                  </a:lnTo>
                  <a:lnTo>
                    <a:pt x="106" y="105"/>
                  </a:lnTo>
                  <a:lnTo>
                    <a:pt x="43" y="126"/>
                  </a:lnTo>
                  <a:lnTo>
                    <a:pt x="85" y="209"/>
                  </a:lnTo>
                  <a:lnTo>
                    <a:pt x="43" y="209"/>
                  </a:lnTo>
                  <a:lnTo>
                    <a:pt x="85" y="377"/>
                  </a:lnTo>
                  <a:lnTo>
                    <a:pt x="43" y="356"/>
                  </a:lnTo>
                  <a:lnTo>
                    <a:pt x="1" y="356"/>
                  </a:lnTo>
                  <a:lnTo>
                    <a:pt x="1" y="544"/>
                  </a:lnTo>
                  <a:lnTo>
                    <a:pt x="22" y="628"/>
                  </a:lnTo>
                  <a:lnTo>
                    <a:pt x="43" y="670"/>
                  </a:lnTo>
                  <a:lnTo>
                    <a:pt x="43" y="795"/>
                  </a:lnTo>
                  <a:lnTo>
                    <a:pt x="22" y="795"/>
                  </a:lnTo>
                  <a:lnTo>
                    <a:pt x="43" y="858"/>
                  </a:lnTo>
                  <a:lnTo>
                    <a:pt x="231" y="963"/>
                  </a:lnTo>
                  <a:lnTo>
                    <a:pt x="336" y="963"/>
                  </a:lnTo>
                  <a:lnTo>
                    <a:pt x="398" y="942"/>
                  </a:lnTo>
                  <a:lnTo>
                    <a:pt x="440" y="670"/>
                  </a:lnTo>
                  <a:lnTo>
                    <a:pt x="398" y="544"/>
                  </a:lnTo>
                  <a:lnTo>
                    <a:pt x="336" y="544"/>
                  </a:lnTo>
                  <a:lnTo>
                    <a:pt x="315" y="356"/>
                  </a:lnTo>
                  <a:lnTo>
                    <a:pt x="336" y="356"/>
                  </a:lnTo>
                  <a:lnTo>
                    <a:pt x="398" y="168"/>
                  </a:lnTo>
                  <a:lnTo>
                    <a:pt x="357" y="126"/>
                  </a:lnTo>
                  <a:lnTo>
                    <a:pt x="315" y="126"/>
                  </a:lnTo>
                  <a:lnTo>
                    <a:pt x="315" y="63"/>
                  </a:lnTo>
                  <a:lnTo>
                    <a:pt x="21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5" name="Google Shape;2505;p56"/>
            <p:cNvSpPr/>
            <p:nvPr/>
          </p:nvSpPr>
          <p:spPr>
            <a:xfrm>
              <a:off x="4095152" y="2967833"/>
              <a:ext cx="32900" cy="24758"/>
            </a:xfrm>
            <a:custGeom>
              <a:avLst/>
              <a:gdLst/>
              <a:ahLst/>
              <a:cxnLst/>
              <a:rect l="l" t="t" r="r" b="b"/>
              <a:pathLst>
                <a:path w="2763" h="2177" extrusionOk="0">
                  <a:moveTo>
                    <a:pt x="2490" y="0"/>
                  </a:moveTo>
                  <a:lnTo>
                    <a:pt x="2490" y="84"/>
                  </a:lnTo>
                  <a:lnTo>
                    <a:pt x="2469" y="146"/>
                  </a:lnTo>
                  <a:lnTo>
                    <a:pt x="2093" y="356"/>
                  </a:lnTo>
                  <a:lnTo>
                    <a:pt x="2093" y="502"/>
                  </a:lnTo>
                  <a:lnTo>
                    <a:pt x="1779" y="795"/>
                  </a:lnTo>
                  <a:lnTo>
                    <a:pt x="1737" y="879"/>
                  </a:lnTo>
                  <a:lnTo>
                    <a:pt x="1779" y="900"/>
                  </a:lnTo>
                  <a:lnTo>
                    <a:pt x="1821" y="983"/>
                  </a:lnTo>
                  <a:lnTo>
                    <a:pt x="1653" y="1130"/>
                  </a:lnTo>
                  <a:lnTo>
                    <a:pt x="1611" y="1046"/>
                  </a:lnTo>
                  <a:lnTo>
                    <a:pt x="1549" y="1088"/>
                  </a:lnTo>
                  <a:lnTo>
                    <a:pt x="1465" y="1088"/>
                  </a:lnTo>
                  <a:lnTo>
                    <a:pt x="1507" y="1193"/>
                  </a:lnTo>
                  <a:lnTo>
                    <a:pt x="1444" y="1193"/>
                  </a:lnTo>
                  <a:lnTo>
                    <a:pt x="1423" y="1234"/>
                  </a:lnTo>
                  <a:lnTo>
                    <a:pt x="1256" y="1255"/>
                  </a:lnTo>
                  <a:lnTo>
                    <a:pt x="1130" y="1297"/>
                  </a:lnTo>
                  <a:lnTo>
                    <a:pt x="1088" y="1214"/>
                  </a:lnTo>
                  <a:lnTo>
                    <a:pt x="837" y="1214"/>
                  </a:lnTo>
                  <a:lnTo>
                    <a:pt x="628" y="1151"/>
                  </a:lnTo>
                  <a:lnTo>
                    <a:pt x="398" y="1339"/>
                  </a:lnTo>
                  <a:lnTo>
                    <a:pt x="314" y="1318"/>
                  </a:lnTo>
                  <a:lnTo>
                    <a:pt x="251" y="1318"/>
                  </a:lnTo>
                  <a:lnTo>
                    <a:pt x="147" y="1360"/>
                  </a:lnTo>
                  <a:lnTo>
                    <a:pt x="105" y="1109"/>
                  </a:lnTo>
                  <a:lnTo>
                    <a:pt x="63" y="1151"/>
                  </a:lnTo>
                  <a:lnTo>
                    <a:pt x="0" y="1130"/>
                  </a:lnTo>
                  <a:lnTo>
                    <a:pt x="0" y="1318"/>
                  </a:lnTo>
                  <a:lnTo>
                    <a:pt x="147" y="1465"/>
                  </a:lnTo>
                  <a:lnTo>
                    <a:pt x="272" y="1946"/>
                  </a:lnTo>
                  <a:lnTo>
                    <a:pt x="1967" y="2176"/>
                  </a:lnTo>
                  <a:lnTo>
                    <a:pt x="2155" y="2030"/>
                  </a:lnTo>
                  <a:lnTo>
                    <a:pt x="2658" y="502"/>
                  </a:lnTo>
                  <a:lnTo>
                    <a:pt x="2762" y="481"/>
                  </a:lnTo>
                  <a:lnTo>
                    <a:pt x="2762" y="314"/>
                  </a:lnTo>
                  <a:lnTo>
                    <a:pt x="2720" y="251"/>
                  </a:lnTo>
                  <a:lnTo>
                    <a:pt x="2678" y="272"/>
                  </a:lnTo>
                  <a:lnTo>
                    <a:pt x="2658" y="251"/>
                  </a:lnTo>
                  <a:lnTo>
                    <a:pt x="2595" y="209"/>
                  </a:lnTo>
                  <a:lnTo>
                    <a:pt x="2574" y="42"/>
                  </a:lnTo>
                  <a:lnTo>
                    <a:pt x="249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6" name="Google Shape;2506;p56"/>
            <p:cNvSpPr/>
            <p:nvPr/>
          </p:nvSpPr>
          <p:spPr>
            <a:xfrm>
              <a:off x="4101380" y="2973303"/>
              <a:ext cx="51583" cy="60684"/>
            </a:xfrm>
            <a:custGeom>
              <a:avLst/>
              <a:gdLst/>
              <a:ahLst/>
              <a:cxnLst/>
              <a:rect l="l" t="t" r="r" b="b"/>
              <a:pathLst>
                <a:path w="4332" h="5336" extrusionOk="0">
                  <a:moveTo>
                    <a:pt x="2239" y="0"/>
                  </a:moveTo>
                  <a:lnTo>
                    <a:pt x="2135" y="21"/>
                  </a:lnTo>
                  <a:lnTo>
                    <a:pt x="1632" y="1549"/>
                  </a:lnTo>
                  <a:lnTo>
                    <a:pt x="1758" y="2009"/>
                  </a:lnTo>
                  <a:lnTo>
                    <a:pt x="1674" y="3264"/>
                  </a:lnTo>
                  <a:lnTo>
                    <a:pt x="42" y="3746"/>
                  </a:lnTo>
                  <a:lnTo>
                    <a:pt x="0" y="4018"/>
                  </a:lnTo>
                  <a:lnTo>
                    <a:pt x="523" y="4708"/>
                  </a:lnTo>
                  <a:lnTo>
                    <a:pt x="461" y="4938"/>
                  </a:lnTo>
                  <a:lnTo>
                    <a:pt x="795" y="5336"/>
                  </a:lnTo>
                  <a:lnTo>
                    <a:pt x="879" y="5315"/>
                  </a:lnTo>
                  <a:lnTo>
                    <a:pt x="900" y="5336"/>
                  </a:lnTo>
                  <a:lnTo>
                    <a:pt x="1005" y="5336"/>
                  </a:lnTo>
                  <a:lnTo>
                    <a:pt x="1088" y="5231"/>
                  </a:lnTo>
                  <a:lnTo>
                    <a:pt x="1214" y="5231"/>
                  </a:lnTo>
                  <a:lnTo>
                    <a:pt x="1423" y="5127"/>
                  </a:lnTo>
                  <a:lnTo>
                    <a:pt x="1528" y="5127"/>
                  </a:lnTo>
                  <a:lnTo>
                    <a:pt x="1632" y="5106"/>
                  </a:lnTo>
                  <a:lnTo>
                    <a:pt x="1716" y="5147"/>
                  </a:lnTo>
                  <a:lnTo>
                    <a:pt x="1779" y="5147"/>
                  </a:lnTo>
                  <a:lnTo>
                    <a:pt x="1925" y="4938"/>
                  </a:lnTo>
                  <a:lnTo>
                    <a:pt x="1925" y="4917"/>
                  </a:lnTo>
                  <a:lnTo>
                    <a:pt x="1946" y="4917"/>
                  </a:lnTo>
                  <a:lnTo>
                    <a:pt x="1946" y="4834"/>
                  </a:lnTo>
                  <a:lnTo>
                    <a:pt x="1883" y="4813"/>
                  </a:lnTo>
                  <a:lnTo>
                    <a:pt x="1925" y="4750"/>
                  </a:lnTo>
                  <a:lnTo>
                    <a:pt x="1883" y="4687"/>
                  </a:lnTo>
                  <a:lnTo>
                    <a:pt x="1967" y="4603"/>
                  </a:lnTo>
                  <a:lnTo>
                    <a:pt x="2030" y="4541"/>
                  </a:lnTo>
                  <a:lnTo>
                    <a:pt x="2239" y="4541"/>
                  </a:lnTo>
                  <a:lnTo>
                    <a:pt x="2365" y="4520"/>
                  </a:lnTo>
                  <a:lnTo>
                    <a:pt x="2448" y="4583"/>
                  </a:lnTo>
                  <a:lnTo>
                    <a:pt x="2553" y="4436"/>
                  </a:lnTo>
                  <a:lnTo>
                    <a:pt x="2595" y="4415"/>
                  </a:lnTo>
                  <a:lnTo>
                    <a:pt x="2595" y="4227"/>
                  </a:lnTo>
                  <a:lnTo>
                    <a:pt x="2804" y="3976"/>
                  </a:lnTo>
                  <a:lnTo>
                    <a:pt x="2930" y="3955"/>
                  </a:lnTo>
                  <a:lnTo>
                    <a:pt x="3013" y="3976"/>
                  </a:lnTo>
                  <a:lnTo>
                    <a:pt x="3076" y="3913"/>
                  </a:lnTo>
                  <a:lnTo>
                    <a:pt x="3348" y="3913"/>
                  </a:lnTo>
                  <a:lnTo>
                    <a:pt x="3390" y="3850"/>
                  </a:lnTo>
                  <a:lnTo>
                    <a:pt x="3327" y="3808"/>
                  </a:lnTo>
                  <a:lnTo>
                    <a:pt x="3285" y="3599"/>
                  </a:lnTo>
                  <a:lnTo>
                    <a:pt x="3306" y="3599"/>
                  </a:lnTo>
                  <a:lnTo>
                    <a:pt x="3244" y="3494"/>
                  </a:lnTo>
                  <a:lnTo>
                    <a:pt x="3223" y="3474"/>
                  </a:lnTo>
                  <a:lnTo>
                    <a:pt x="3244" y="3390"/>
                  </a:lnTo>
                  <a:lnTo>
                    <a:pt x="3244" y="3285"/>
                  </a:lnTo>
                  <a:lnTo>
                    <a:pt x="3348" y="3118"/>
                  </a:lnTo>
                  <a:lnTo>
                    <a:pt x="3432" y="3076"/>
                  </a:lnTo>
                  <a:lnTo>
                    <a:pt x="3390" y="3013"/>
                  </a:lnTo>
                  <a:lnTo>
                    <a:pt x="3411" y="3013"/>
                  </a:lnTo>
                  <a:lnTo>
                    <a:pt x="3495" y="2867"/>
                  </a:lnTo>
                  <a:lnTo>
                    <a:pt x="3536" y="2846"/>
                  </a:lnTo>
                  <a:lnTo>
                    <a:pt x="3599" y="2846"/>
                  </a:lnTo>
                  <a:lnTo>
                    <a:pt x="3557" y="2909"/>
                  </a:lnTo>
                  <a:lnTo>
                    <a:pt x="3536" y="2971"/>
                  </a:lnTo>
                  <a:lnTo>
                    <a:pt x="3620" y="3013"/>
                  </a:lnTo>
                  <a:lnTo>
                    <a:pt x="3662" y="3013"/>
                  </a:lnTo>
                  <a:lnTo>
                    <a:pt x="3746" y="2804"/>
                  </a:lnTo>
                  <a:lnTo>
                    <a:pt x="3808" y="2741"/>
                  </a:lnTo>
                  <a:lnTo>
                    <a:pt x="3871" y="2616"/>
                  </a:lnTo>
                  <a:lnTo>
                    <a:pt x="4018" y="2490"/>
                  </a:lnTo>
                  <a:lnTo>
                    <a:pt x="4227" y="2134"/>
                  </a:lnTo>
                  <a:lnTo>
                    <a:pt x="4248" y="2072"/>
                  </a:lnTo>
                  <a:lnTo>
                    <a:pt x="4248" y="1988"/>
                  </a:lnTo>
                  <a:lnTo>
                    <a:pt x="4290" y="1862"/>
                  </a:lnTo>
                  <a:lnTo>
                    <a:pt x="4332" y="1758"/>
                  </a:lnTo>
                  <a:lnTo>
                    <a:pt x="4269" y="1695"/>
                  </a:lnTo>
                  <a:lnTo>
                    <a:pt x="4164" y="1674"/>
                  </a:lnTo>
                  <a:lnTo>
                    <a:pt x="3955" y="1507"/>
                  </a:lnTo>
                  <a:lnTo>
                    <a:pt x="3913" y="1402"/>
                  </a:lnTo>
                  <a:lnTo>
                    <a:pt x="3808" y="1298"/>
                  </a:lnTo>
                  <a:lnTo>
                    <a:pt x="3767" y="1151"/>
                  </a:lnTo>
                  <a:lnTo>
                    <a:pt x="3599" y="942"/>
                  </a:lnTo>
                  <a:lnTo>
                    <a:pt x="3516" y="942"/>
                  </a:lnTo>
                  <a:lnTo>
                    <a:pt x="3390" y="963"/>
                  </a:lnTo>
                  <a:lnTo>
                    <a:pt x="3118" y="921"/>
                  </a:lnTo>
                  <a:lnTo>
                    <a:pt x="3013" y="942"/>
                  </a:lnTo>
                  <a:lnTo>
                    <a:pt x="2930" y="963"/>
                  </a:lnTo>
                  <a:lnTo>
                    <a:pt x="2804" y="921"/>
                  </a:lnTo>
                  <a:lnTo>
                    <a:pt x="2469" y="649"/>
                  </a:lnTo>
                  <a:lnTo>
                    <a:pt x="2469" y="565"/>
                  </a:lnTo>
                  <a:lnTo>
                    <a:pt x="2260" y="335"/>
                  </a:lnTo>
                  <a:lnTo>
                    <a:pt x="223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7" name="Google Shape;2507;p56"/>
            <p:cNvSpPr/>
            <p:nvPr/>
          </p:nvSpPr>
          <p:spPr>
            <a:xfrm>
              <a:off x="4124802" y="2964728"/>
              <a:ext cx="2751" cy="5971"/>
            </a:xfrm>
            <a:custGeom>
              <a:avLst/>
              <a:gdLst/>
              <a:ahLst/>
              <a:cxnLst/>
              <a:rect l="l" t="t" r="r" b="b"/>
              <a:pathLst>
                <a:path w="231" h="525" extrusionOk="0">
                  <a:moveTo>
                    <a:pt x="209" y="1"/>
                  </a:moveTo>
                  <a:lnTo>
                    <a:pt x="168" y="22"/>
                  </a:lnTo>
                  <a:lnTo>
                    <a:pt x="105" y="22"/>
                  </a:lnTo>
                  <a:lnTo>
                    <a:pt x="84" y="168"/>
                  </a:lnTo>
                  <a:lnTo>
                    <a:pt x="63" y="210"/>
                  </a:lnTo>
                  <a:lnTo>
                    <a:pt x="21" y="168"/>
                  </a:lnTo>
                  <a:lnTo>
                    <a:pt x="0" y="231"/>
                  </a:lnTo>
                  <a:lnTo>
                    <a:pt x="0" y="273"/>
                  </a:lnTo>
                  <a:lnTo>
                    <a:pt x="84" y="315"/>
                  </a:lnTo>
                  <a:lnTo>
                    <a:pt x="105" y="482"/>
                  </a:lnTo>
                  <a:lnTo>
                    <a:pt x="168" y="524"/>
                  </a:lnTo>
                  <a:lnTo>
                    <a:pt x="168" y="440"/>
                  </a:lnTo>
                  <a:lnTo>
                    <a:pt x="209" y="336"/>
                  </a:lnTo>
                  <a:lnTo>
                    <a:pt x="209" y="168"/>
                  </a:lnTo>
                  <a:lnTo>
                    <a:pt x="188" y="168"/>
                  </a:lnTo>
                  <a:lnTo>
                    <a:pt x="209" y="106"/>
                  </a:lnTo>
                  <a:lnTo>
                    <a:pt x="188" y="64"/>
                  </a:lnTo>
                  <a:lnTo>
                    <a:pt x="209" y="43"/>
                  </a:lnTo>
                  <a:lnTo>
                    <a:pt x="230" y="43"/>
                  </a:lnTo>
                  <a:lnTo>
                    <a:pt x="2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8" name="Google Shape;2508;p56"/>
            <p:cNvSpPr/>
            <p:nvPr/>
          </p:nvSpPr>
          <p:spPr>
            <a:xfrm>
              <a:off x="4037591" y="3015893"/>
              <a:ext cx="73267" cy="45456"/>
            </a:xfrm>
            <a:custGeom>
              <a:avLst/>
              <a:gdLst/>
              <a:ahLst/>
              <a:cxnLst/>
              <a:rect l="l" t="t" r="r" b="b"/>
              <a:pathLst>
                <a:path w="6153" h="3997" extrusionOk="0">
                  <a:moveTo>
                    <a:pt x="5399" y="1"/>
                  </a:moveTo>
                  <a:lnTo>
                    <a:pt x="3223" y="649"/>
                  </a:lnTo>
                  <a:lnTo>
                    <a:pt x="2177" y="2051"/>
                  </a:lnTo>
                  <a:lnTo>
                    <a:pt x="2156" y="1528"/>
                  </a:lnTo>
                  <a:lnTo>
                    <a:pt x="1633" y="1298"/>
                  </a:lnTo>
                  <a:lnTo>
                    <a:pt x="1131" y="1089"/>
                  </a:lnTo>
                  <a:lnTo>
                    <a:pt x="796" y="1089"/>
                  </a:lnTo>
                  <a:lnTo>
                    <a:pt x="608" y="942"/>
                  </a:lnTo>
                  <a:lnTo>
                    <a:pt x="440" y="1005"/>
                  </a:lnTo>
                  <a:lnTo>
                    <a:pt x="378" y="1277"/>
                  </a:lnTo>
                  <a:lnTo>
                    <a:pt x="482" y="1486"/>
                  </a:lnTo>
                  <a:lnTo>
                    <a:pt x="315" y="1591"/>
                  </a:lnTo>
                  <a:lnTo>
                    <a:pt x="273" y="1695"/>
                  </a:lnTo>
                  <a:lnTo>
                    <a:pt x="189" y="1674"/>
                  </a:lnTo>
                  <a:lnTo>
                    <a:pt x="85" y="1633"/>
                  </a:lnTo>
                  <a:lnTo>
                    <a:pt x="106" y="1737"/>
                  </a:lnTo>
                  <a:lnTo>
                    <a:pt x="168" y="2030"/>
                  </a:lnTo>
                  <a:lnTo>
                    <a:pt x="168" y="2218"/>
                  </a:lnTo>
                  <a:lnTo>
                    <a:pt x="85" y="2218"/>
                  </a:lnTo>
                  <a:lnTo>
                    <a:pt x="85" y="2260"/>
                  </a:lnTo>
                  <a:lnTo>
                    <a:pt x="1" y="2239"/>
                  </a:lnTo>
                  <a:lnTo>
                    <a:pt x="1" y="2239"/>
                  </a:lnTo>
                  <a:lnTo>
                    <a:pt x="22" y="2344"/>
                  </a:lnTo>
                  <a:lnTo>
                    <a:pt x="106" y="2344"/>
                  </a:lnTo>
                  <a:lnTo>
                    <a:pt x="106" y="2428"/>
                  </a:lnTo>
                  <a:lnTo>
                    <a:pt x="231" y="2616"/>
                  </a:lnTo>
                  <a:lnTo>
                    <a:pt x="315" y="3139"/>
                  </a:lnTo>
                  <a:lnTo>
                    <a:pt x="482" y="3265"/>
                  </a:lnTo>
                  <a:lnTo>
                    <a:pt x="482" y="3453"/>
                  </a:lnTo>
                  <a:lnTo>
                    <a:pt x="419" y="3474"/>
                  </a:lnTo>
                  <a:lnTo>
                    <a:pt x="482" y="3620"/>
                  </a:lnTo>
                  <a:lnTo>
                    <a:pt x="608" y="3767"/>
                  </a:lnTo>
                  <a:lnTo>
                    <a:pt x="608" y="3913"/>
                  </a:lnTo>
                  <a:lnTo>
                    <a:pt x="650" y="3997"/>
                  </a:lnTo>
                  <a:lnTo>
                    <a:pt x="796" y="3997"/>
                  </a:lnTo>
                  <a:lnTo>
                    <a:pt x="817" y="3934"/>
                  </a:lnTo>
                  <a:lnTo>
                    <a:pt x="963" y="3997"/>
                  </a:lnTo>
                  <a:lnTo>
                    <a:pt x="1068" y="3976"/>
                  </a:lnTo>
                  <a:lnTo>
                    <a:pt x="1173" y="3871"/>
                  </a:lnTo>
                  <a:lnTo>
                    <a:pt x="1319" y="3871"/>
                  </a:lnTo>
                  <a:lnTo>
                    <a:pt x="1361" y="3934"/>
                  </a:lnTo>
                  <a:lnTo>
                    <a:pt x="1466" y="3892"/>
                  </a:lnTo>
                  <a:lnTo>
                    <a:pt x="1570" y="3725"/>
                  </a:lnTo>
                  <a:lnTo>
                    <a:pt x="1633" y="3725"/>
                  </a:lnTo>
                  <a:lnTo>
                    <a:pt x="1696" y="3579"/>
                  </a:lnTo>
                  <a:lnTo>
                    <a:pt x="1842" y="3495"/>
                  </a:lnTo>
                  <a:lnTo>
                    <a:pt x="1905" y="3474"/>
                  </a:lnTo>
                  <a:lnTo>
                    <a:pt x="2010" y="3474"/>
                  </a:lnTo>
                  <a:lnTo>
                    <a:pt x="2051" y="3495"/>
                  </a:lnTo>
                  <a:lnTo>
                    <a:pt x="2198" y="3495"/>
                  </a:lnTo>
                  <a:lnTo>
                    <a:pt x="2219" y="3558"/>
                  </a:lnTo>
                  <a:lnTo>
                    <a:pt x="2365" y="3579"/>
                  </a:lnTo>
                  <a:lnTo>
                    <a:pt x="2616" y="3474"/>
                  </a:lnTo>
                  <a:lnTo>
                    <a:pt x="2826" y="3453"/>
                  </a:lnTo>
                  <a:lnTo>
                    <a:pt x="2909" y="3369"/>
                  </a:lnTo>
                  <a:lnTo>
                    <a:pt x="2930" y="3307"/>
                  </a:lnTo>
                  <a:lnTo>
                    <a:pt x="3119" y="3160"/>
                  </a:lnTo>
                  <a:lnTo>
                    <a:pt x="3223" y="3160"/>
                  </a:lnTo>
                  <a:lnTo>
                    <a:pt x="3307" y="3202"/>
                  </a:lnTo>
                  <a:lnTo>
                    <a:pt x="3370" y="3181"/>
                  </a:lnTo>
                  <a:lnTo>
                    <a:pt x="3432" y="3139"/>
                  </a:lnTo>
                  <a:lnTo>
                    <a:pt x="3453" y="3181"/>
                  </a:lnTo>
                  <a:lnTo>
                    <a:pt x="3537" y="3181"/>
                  </a:lnTo>
                  <a:lnTo>
                    <a:pt x="3725" y="3034"/>
                  </a:lnTo>
                  <a:lnTo>
                    <a:pt x="3830" y="2846"/>
                  </a:lnTo>
                  <a:lnTo>
                    <a:pt x="3935" y="2783"/>
                  </a:lnTo>
                  <a:lnTo>
                    <a:pt x="3997" y="2783"/>
                  </a:lnTo>
                  <a:lnTo>
                    <a:pt x="4625" y="2616"/>
                  </a:lnTo>
                  <a:lnTo>
                    <a:pt x="4688" y="2532"/>
                  </a:lnTo>
                  <a:lnTo>
                    <a:pt x="5043" y="2470"/>
                  </a:lnTo>
                  <a:lnTo>
                    <a:pt x="5253" y="2365"/>
                  </a:lnTo>
                  <a:lnTo>
                    <a:pt x="5399" y="2260"/>
                  </a:lnTo>
                  <a:lnTo>
                    <a:pt x="5629" y="2218"/>
                  </a:lnTo>
                  <a:lnTo>
                    <a:pt x="5608" y="2135"/>
                  </a:lnTo>
                  <a:lnTo>
                    <a:pt x="5629" y="2114"/>
                  </a:lnTo>
                  <a:lnTo>
                    <a:pt x="5567" y="2051"/>
                  </a:lnTo>
                  <a:lnTo>
                    <a:pt x="5608" y="1905"/>
                  </a:lnTo>
                  <a:lnTo>
                    <a:pt x="5776" y="1674"/>
                  </a:lnTo>
                  <a:lnTo>
                    <a:pt x="6027" y="1612"/>
                  </a:lnTo>
                  <a:lnTo>
                    <a:pt x="6152" y="1591"/>
                  </a:lnTo>
                  <a:lnTo>
                    <a:pt x="5818" y="1193"/>
                  </a:lnTo>
                  <a:lnTo>
                    <a:pt x="5880" y="963"/>
                  </a:lnTo>
                  <a:lnTo>
                    <a:pt x="5357" y="273"/>
                  </a:lnTo>
                  <a:lnTo>
                    <a:pt x="539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9" name="Google Shape;2509;p56"/>
            <p:cNvSpPr/>
            <p:nvPr/>
          </p:nvSpPr>
          <p:spPr>
            <a:xfrm>
              <a:off x="3911526" y="2929280"/>
              <a:ext cx="85972" cy="69020"/>
            </a:xfrm>
            <a:custGeom>
              <a:avLst/>
              <a:gdLst/>
              <a:ahLst/>
              <a:cxnLst/>
              <a:rect l="l" t="t" r="r" b="b"/>
              <a:pathLst>
                <a:path w="7220" h="6069" extrusionOk="0">
                  <a:moveTo>
                    <a:pt x="503" y="0"/>
                  </a:moveTo>
                  <a:lnTo>
                    <a:pt x="210" y="21"/>
                  </a:lnTo>
                  <a:lnTo>
                    <a:pt x="147" y="21"/>
                  </a:lnTo>
                  <a:lnTo>
                    <a:pt x="126" y="126"/>
                  </a:lnTo>
                  <a:lnTo>
                    <a:pt x="84" y="356"/>
                  </a:lnTo>
                  <a:lnTo>
                    <a:pt x="126" y="523"/>
                  </a:lnTo>
                  <a:lnTo>
                    <a:pt x="126" y="649"/>
                  </a:lnTo>
                  <a:lnTo>
                    <a:pt x="42" y="858"/>
                  </a:lnTo>
                  <a:lnTo>
                    <a:pt x="1" y="1047"/>
                  </a:lnTo>
                  <a:lnTo>
                    <a:pt x="42" y="1193"/>
                  </a:lnTo>
                  <a:lnTo>
                    <a:pt x="126" y="1486"/>
                  </a:lnTo>
                  <a:lnTo>
                    <a:pt x="314" y="6068"/>
                  </a:lnTo>
                  <a:lnTo>
                    <a:pt x="7219" y="6005"/>
                  </a:lnTo>
                  <a:lnTo>
                    <a:pt x="7219" y="5985"/>
                  </a:lnTo>
                  <a:lnTo>
                    <a:pt x="7115" y="5964"/>
                  </a:lnTo>
                  <a:lnTo>
                    <a:pt x="6989" y="5796"/>
                  </a:lnTo>
                  <a:lnTo>
                    <a:pt x="6947" y="5754"/>
                  </a:lnTo>
                  <a:lnTo>
                    <a:pt x="6822" y="5692"/>
                  </a:lnTo>
                  <a:lnTo>
                    <a:pt x="6738" y="5566"/>
                  </a:lnTo>
                  <a:lnTo>
                    <a:pt x="6675" y="5587"/>
                  </a:lnTo>
                  <a:lnTo>
                    <a:pt x="6571" y="5587"/>
                  </a:lnTo>
                  <a:lnTo>
                    <a:pt x="6403" y="5461"/>
                  </a:lnTo>
                  <a:lnTo>
                    <a:pt x="6299" y="5169"/>
                  </a:lnTo>
                  <a:lnTo>
                    <a:pt x="6319" y="5106"/>
                  </a:lnTo>
                  <a:lnTo>
                    <a:pt x="6319" y="4938"/>
                  </a:lnTo>
                  <a:lnTo>
                    <a:pt x="6278" y="4855"/>
                  </a:lnTo>
                  <a:lnTo>
                    <a:pt x="6299" y="4813"/>
                  </a:lnTo>
                  <a:lnTo>
                    <a:pt x="6319" y="4855"/>
                  </a:lnTo>
                  <a:lnTo>
                    <a:pt x="6508" y="4855"/>
                  </a:lnTo>
                  <a:lnTo>
                    <a:pt x="6424" y="4792"/>
                  </a:lnTo>
                  <a:lnTo>
                    <a:pt x="6382" y="4792"/>
                  </a:lnTo>
                  <a:lnTo>
                    <a:pt x="6299" y="4624"/>
                  </a:lnTo>
                  <a:lnTo>
                    <a:pt x="6257" y="4604"/>
                  </a:lnTo>
                  <a:lnTo>
                    <a:pt x="6257" y="4645"/>
                  </a:lnTo>
                  <a:lnTo>
                    <a:pt x="6173" y="4583"/>
                  </a:lnTo>
                  <a:lnTo>
                    <a:pt x="6110" y="4415"/>
                  </a:lnTo>
                  <a:lnTo>
                    <a:pt x="5901" y="4080"/>
                  </a:lnTo>
                  <a:lnTo>
                    <a:pt x="5796" y="4018"/>
                  </a:lnTo>
                  <a:lnTo>
                    <a:pt x="5775" y="3871"/>
                  </a:lnTo>
                  <a:lnTo>
                    <a:pt x="5420" y="3327"/>
                  </a:lnTo>
                  <a:lnTo>
                    <a:pt x="5420" y="3223"/>
                  </a:lnTo>
                  <a:lnTo>
                    <a:pt x="5357" y="3118"/>
                  </a:lnTo>
                  <a:lnTo>
                    <a:pt x="5336" y="2867"/>
                  </a:lnTo>
                  <a:lnTo>
                    <a:pt x="5273" y="2825"/>
                  </a:lnTo>
                  <a:lnTo>
                    <a:pt x="5273" y="2741"/>
                  </a:lnTo>
                  <a:lnTo>
                    <a:pt x="5064" y="2532"/>
                  </a:lnTo>
                  <a:lnTo>
                    <a:pt x="5064" y="2448"/>
                  </a:lnTo>
                  <a:lnTo>
                    <a:pt x="5106" y="2344"/>
                  </a:lnTo>
                  <a:lnTo>
                    <a:pt x="5043" y="2281"/>
                  </a:lnTo>
                  <a:lnTo>
                    <a:pt x="4708" y="1988"/>
                  </a:lnTo>
                  <a:lnTo>
                    <a:pt x="4687" y="1884"/>
                  </a:lnTo>
                  <a:lnTo>
                    <a:pt x="4478" y="1653"/>
                  </a:lnTo>
                  <a:lnTo>
                    <a:pt x="4478" y="1507"/>
                  </a:lnTo>
                  <a:lnTo>
                    <a:pt x="4332" y="1360"/>
                  </a:lnTo>
                  <a:lnTo>
                    <a:pt x="4374" y="1277"/>
                  </a:lnTo>
                  <a:lnTo>
                    <a:pt x="4374" y="1193"/>
                  </a:lnTo>
                  <a:lnTo>
                    <a:pt x="4395" y="1151"/>
                  </a:lnTo>
                  <a:lnTo>
                    <a:pt x="4395" y="1193"/>
                  </a:lnTo>
                  <a:lnTo>
                    <a:pt x="4478" y="1193"/>
                  </a:lnTo>
                  <a:lnTo>
                    <a:pt x="4499" y="1339"/>
                  </a:lnTo>
                  <a:lnTo>
                    <a:pt x="4541" y="1402"/>
                  </a:lnTo>
                  <a:lnTo>
                    <a:pt x="4583" y="1465"/>
                  </a:lnTo>
                  <a:lnTo>
                    <a:pt x="4792" y="1674"/>
                  </a:lnTo>
                  <a:lnTo>
                    <a:pt x="4792" y="1779"/>
                  </a:lnTo>
                  <a:lnTo>
                    <a:pt x="4834" y="1884"/>
                  </a:lnTo>
                  <a:lnTo>
                    <a:pt x="5001" y="1967"/>
                  </a:lnTo>
                  <a:lnTo>
                    <a:pt x="5022" y="2072"/>
                  </a:lnTo>
                  <a:lnTo>
                    <a:pt x="5315" y="2344"/>
                  </a:lnTo>
                  <a:lnTo>
                    <a:pt x="5462" y="2428"/>
                  </a:lnTo>
                  <a:lnTo>
                    <a:pt x="5462" y="2490"/>
                  </a:lnTo>
                  <a:lnTo>
                    <a:pt x="5483" y="2407"/>
                  </a:lnTo>
                  <a:lnTo>
                    <a:pt x="5566" y="2323"/>
                  </a:lnTo>
                  <a:lnTo>
                    <a:pt x="5629" y="2114"/>
                  </a:lnTo>
                  <a:lnTo>
                    <a:pt x="5566" y="2072"/>
                  </a:lnTo>
                  <a:lnTo>
                    <a:pt x="5650" y="1904"/>
                  </a:lnTo>
                  <a:lnTo>
                    <a:pt x="5650" y="1779"/>
                  </a:lnTo>
                  <a:lnTo>
                    <a:pt x="5734" y="1465"/>
                  </a:lnTo>
                  <a:lnTo>
                    <a:pt x="5755" y="1444"/>
                  </a:lnTo>
                  <a:lnTo>
                    <a:pt x="5671" y="1235"/>
                  </a:lnTo>
                  <a:lnTo>
                    <a:pt x="5734" y="1088"/>
                  </a:lnTo>
                  <a:lnTo>
                    <a:pt x="5587" y="775"/>
                  </a:lnTo>
                  <a:lnTo>
                    <a:pt x="5441" y="544"/>
                  </a:lnTo>
                  <a:lnTo>
                    <a:pt x="5378" y="335"/>
                  </a:lnTo>
                  <a:lnTo>
                    <a:pt x="5273" y="147"/>
                  </a:lnTo>
                  <a:lnTo>
                    <a:pt x="5211" y="126"/>
                  </a:lnTo>
                  <a:lnTo>
                    <a:pt x="5127" y="231"/>
                  </a:lnTo>
                  <a:lnTo>
                    <a:pt x="4959" y="293"/>
                  </a:lnTo>
                  <a:lnTo>
                    <a:pt x="4604" y="231"/>
                  </a:lnTo>
                  <a:lnTo>
                    <a:pt x="4311" y="314"/>
                  </a:lnTo>
                  <a:lnTo>
                    <a:pt x="4102" y="147"/>
                  </a:lnTo>
                  <a:lnTo>
                    <a:pt x="4081" y="251"/>
                  </a:lnTo>
                  <a:lnTo>
                    <a:pt x="4164" y="398"/>
                  </a:lnTo>
                  <a:lnTo>
                    <a:pt x="4164" y="461"/>
                  </a:lnTo>
                  <a:lnTo>
                    <a:pt x="4081" y="335"/>
                  </a:lnTo>
                  <a:lnTo>
                    <a:pt x="3976" y="293"/>
                  </a:lnTo>
                  <a:lnTo>
                    <a:pt x="3955" y="189"/>
                  </a:lnTo>
                  <a:lnTo>
                    <a:pt x="3997" y="147"/>
                  </a:lnTo>
                  <a:lnTo>
                    <a:pt x="3955" y="105"/>
                  </a:lnTo>
                  <a:lnTo>
                    <a:pt x="3850" y="105"/>
                  </a:lnTo>
                  <a:lnTo>
                    <a:pt x="3746" y="84"/>
                  </a:lnTo>
                  <a:lnTo>
                    <a:pt x="3537" y="21"/>
                  </a:lnTo>
                  <a:lnTo>
                    <a:pt x="3495" y="42"/>
                  </a:lnTo>
                  <a:lnTo>
                    <a:pt x="3578" y="84"/>
                  </a:lnTo>
                  <a:lnTo>
                    <a:pt x="3599" y="105"/>
                  </a:lnTo>
                  <a:lnTo>
                    <a:pt x="3495" y="126"/>
                  </a:lnTo>
                  <a:lnTo>
                    <a:pt x="3390" y="105"/>
                  </a:lnTo>
                  <a:lnTo>
                    <a:pt x="3265" y="147"/>
                  </a:lnTo>
                  <a:lnTo>
                    <a:pt x="3223" y="126"/>
                  </a:lnTo>
                  <a:lnTo>
                    <a:pt x="3223" y="105"/>
                  </a:lnTo>
                  <a:lnTo>
                    <a:pt x="3348" y="84"/>
                  </a:lnTo>
                  <a:lnTo>
                    <a:pt x="3432" y="42"/>
                  </a:lnTo>
                  <a:lnTo>
                    <a:pt x="3327" y="42"/>
                  </a:lnTo>
                  <a:lnTo>
                    <a:pt x="3139" y="84"/>
                  </a:lnTo>
                  <a:lnTo>
                    <a:pt x="3076" y="126"/>
                  </a:lnTo>
                  <a:lnTo>
                    <a:pt x="2930" y="210"/>
                  </a:lnTo>
                  <a:lnTo>
                    <a:pt x="2846" y="231"/>
                  </a:lnTo>
                  <a:lnTo>
                    <a:pt x="2700" y="293"/>
                  </a:lnTo>
                  <a:lnTo>
                    <a:pt x="2595" y="419"/>
                  </a:lnTo>
                  <a:lnTo>
                    <a:pt x="2553" y="461"/>
                  </a:lnTo>
                  <a:lnTo>
                    <a:pt x="2386" y="461"/>
                  </a:lnTo>
                  <a:lnTo>
                    <a:pt x="2177" y="335"/>
                  </a:lnTo>
                  <a:lnTo>
                    <a:pt x="2009" y="314"/>
                  </a:lnTo>
                  <a:lnTo>
                    <a:pt x="1821" y="335"/>
                  </a:lnTo>
                  <a:lnTo>
                    <a:pt x="1674" y="231"/>
                  </a:lnTo>
                  <a:lnTo>
                    <a:pt x="1591" y="231"/>
                  </a:lnTo>
                  <a:lnTo>
                    <a:pt x="1507" y="251"/>
                  </a:lnTo>
                  <a:lnTo>
                    <a:pt x="1361" y="147"/>
                  </a:lnTo>
                  <a:lnTo>
                    <a:pt x="1172" y="105"/>
                  </a:lnTo>
                  <a:lnTo>
                    <a:pt x="733" y="84"/>
                  </a:lnTo>
                  <a:lnTo>
                    <a:pt x="50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0" name="Google Shape;2510;p56"/>
            <p:cNvSpPr/>
            <p:nvPr/>
          </p:nvSpPr>
          <p:spPr>
            <a:xfrm>
              <a:off x="3896332" y="2997572"/>
              <a:ext cx="113621" cy="124461"/>
            </a:xfrm>
            <a:custGeom>
              <a:avLst/>
              <a:gdLst/>
              <a:ahLst/>
              <a:cxnLst/>
              <a:rect l="l" t="t" r="r" b="b"/>
              <a:pathLst>
                <a:path w="9542" h="10944" extrusionOk="0">
                  <a:moveTo>
                    <a:pt x="8495" y="0"/>
                  </a:moveTo>
                  <a:lnTo>
                    <a:pt x="1590" y="63"/>
                  </a:lnTo>
                  <a:lnTo>
                    <a:pt x="1632" y="1193"/>
                  </a:lnTo>
                  <a:lnTo>
                    <a:pt x="1088" y="1235"/>
                  </a:lnTo>
                  <a:lnTo>
                    <a:pt x="1088" y="1444"/>
                  </a:lnTo>
                  <a:lnTo>
                    <a:pt x="1151" y="3725"/>
                  </a:lnTo>
                  <a:lnTo>
                    <a:pt x="1046" y="3746"/>
                  </a:lnTo>
                  <a:lnTo>
                    <a:pt x="942" y="3829"/>
                  </a:lnTo>
                  <a:lnTo>
                    <a:pt x="837" y="3767"/>
                  </a:lnTo>
                  <a:lnTo>
                    <a:pt x="691" y="3767"/>
                  </a:lnTo>
                  <a:lnTo>
                    <a:pt x="586" y="3850"/>
                  </a:lnTo>
                  <a:lnTo>
                    <a:pt x="586" y="3976"/>
                  </a:lnTo>
                  <a:lnTo>
                    <a:pt x="649" y="4060"/>
                  </a:lnTo>
                  <a:lnTo>
                    <a:pt x="586" y="4185"/>
                  </a:lnTo>
                  <a:lnTo>
                    <a:pt x="377" y="4457"/>
                  </a:lnTo>
                  <a:lnTo>
                    <a:pt x="335" y="4457"/>
                  </a:lnTo>
                  <a:lnTo>
                    <a:pt x="230" y="4541"/>
                  </a:lnTo>
                  <a:lnTo>
                    <a:pt x="251" y="4645"/>
                  </a:lnTo>
                  <a:lnTo>
                    <a:pt x="314" y="4687"/>
                  </a:lnTo>
                  <a:lnTo>
                    <a:pt x="251" y="4813"/>
                  </a:lnTo>
                  <a:lnTo>
                    <a:pt x="126" y="4897"/>
                  </a:lnTo>
                  <a:lnTo>
                    <a:pt x="105" y="4980"/>
                  </a:lnTo>
                  <a:lnTo>
                    <a:pt x="209" y="5022"/>
                  </a:lnTo>
                  <a:lnTo>
                    <a:pt x="230" y="5127"/>
                  </a:lnTo>
                  <a:lnTo>
                    <a:pt x="168" y="5231"/>
                  </a:lnTo>
                  <a:lnTo>
                    <a:pt x="0" y="5420"/>
                  </a:lnTo>
                  <a:lnTo>
                    <a:pt x="0" y="5545"/>
                  </a:lnTo>
                  <a:lnTo>
                    <a:pt x="63" y="5629"/>
                  </a:lnTo>
                  <a:lnTo>
                    <a:pt x="209" y="5524"/>
                  </a:lnTo>
                  <a:lnTo>
                    <a:pt x="251" y="5545"/>
                  </a:lnTo>
                  <a:lnTo>
                    <a:pt x="251" y="5629"/>
                  </a:lnTo>
                  <a:lnTo>
                    <a:pt x="209" y="5692"/>
                  </a:lnTo>
                  <a:lnTo>
                    <a:pt x="272" y="5734"/>
                  </a:lnTo>
                  <a:lnTo>
                    <a:pt x="230" y="5817"/>
                  </a:lnTo>
                  <a:lnTo>
                    <a:pt x="272" y="5922"/>
                  </a:lnTo>
                  <a:lnTo>
                    <a:pt x="272" y="6047"/>
                  </a:lnTo>
                  <a:lnTo>
                    <a:pt x="314" y="6152"/>
                  </a:lnTo>
                  <a:lnTo>
                    <a:pt x="544" y="6236"/>
                  </a:lnTo>
                  <a:lnTo>
                    <a:pt x="586" y="6319"/>
                  </a:lnTo>
                  <a:lnTo>
                    <a:pt x="544" y="6382"/>
                  </a:lnTo>
                  <a:lnTo>
                    <a:pt x="544" y="6466"/>
                  </a:lnTo>
                  <a:lnTo>
                    <a:pt x="523" y="6487"/>
                  </a:lnTo>
                  <a:lnTo>
                    <a:pt x="586" y="6570"/>
                  </a:lnTo>
                  <a:lnTo>
                    <a:pt x="586" y="6654"/>
                  </a:lnTo>
                  <a:lnTo>
                    <a:pt x="544" y="6675"/>
                  </a:lnTo>
                  <a:lnTo>
                    <a:pt x="670" y="6780"/>
                  </a:lnTo>
                  <a:lnTo>
                    <a:pt x="691" y="6863"/>
                  </a:lnTo>
                  <a:lnTo>
                    <a:pt x="858" y="7052"/>
                  </a:lnTo>
                  <a:lnTo>
                    <a:pt x="963" y="7282"/>
                  </a:lnTo>
                  <a:lnTo>
                    <a:pt x="984" y="7366"/>
                  </a:lnTo>
                  <a:lnTo>
                    <a:pt x="963" y="7491"/>
                  </a:lnTo>
                  <a:lnTo>
                    <a:pt x="942" y="7533"/>
                  </a:lnTo>
                  <a:lnTo>
                    <a:pt x="879" y="7638"/>
                  </a:lnTo>
                  <a:lnTo>
                    <a:pt x="879" y="7826"/>
                  </a:lnTo>
                  <a:lnTo>
                    <a:pt x="984" y="7910"/>
                  </a:lnTo>
                  <a:lnTo>
                    <a:pt x="1109" y="7910"/>
                  </a:lnTo>
                  <a:lnTo>
                    <a:pt x="1172" y="7847"/>
                  </a:lnTo>
                  <a:lnTo>
                    <a:pt x="1318" y="7847"/>
                  </a:lnTo>
                  <a:lnTo>
                    <a:pt x="1402" y="7889"/>
                  </a:lnTo>
                  <a:lnTo>
                    <a:pt x="1360" y="7951"/>
                  </a:lnTo>
                  <a:lnTo>
                    <a:pt x="1381" y="8098"/>
                  </a:lnTo>
                  <a:lnTo>
                    <a:pt x="1465" y="8140"/>
                  </a:lnTo>
                  <a:lnTo>
                    <a:pt x="1590" y="8223"/>
                  </a:lnTo>
                  <a:lnTo>
                    <a:pt x="1695" y="8223"/>
                  </a:lnTo>
                  <a:lnTo>
                    <a:pt x="1779" y="8265"/>
                  </a:lnTo>
                  <a:lnTo>
                    <a:pt x="1821" y="8349"/>
                  </a:lnTo>
                  <a:lnTo>
                    <a:pt x="1925" y="8412"/>
                  </a:lnTo>
                  <a:lnTo>
                    <a:pt x="2030" y="8412"/>
                  </a:lnTo>
                  <a:lnTo>
                    <a:pt x="2093" y="8475"/>
                  </a:lnTo>
                  <a:lnTo>
                    <a:pt x="2051" y="8558"/>
                  </a:lnTo>
                  <a:lnTo>
                    <a:pt x="1988" y="8621"/>
                  </a:lnTo>
                  <a:lnTo>
                    <a:pt x="1946" y="8663"/>
                  </a:lnTo>
                  <a:lnTo>
                    <a:pt x="1904" y="8726"/>
                  </a:lnTo>
                  <a:lnTo>
                    <a:pt x="2030" y="8830"/>
                  </a:lnTo>
                  <a:lnTo>
                    <a:pt x="2134" y="8851"/>
                  </a:lnTo>
                  <a:lnTo>
                    <a:pt x="2155" y="8830"/>
                  </a:lnTo>
                  <a:lnTo>
                    <a:pt x="2260" y="8872"/>
                  </a:lnTo>
                  <a:lnTo>
                    <a:pt x="2323" y="8851"/>
                  </a:lnTo>
                  <a:lnTo>
                    <a:pt x="2511" y="8977"/>
                  </a:lnTo>
                  <a:lnTo>
                    <a:pt x="2532" y="9039"/>
                  </a:lnTo>
                  <a:lnTo>
                    <a:pt x="2553" y="9207"/>
                  </a:lnTo>
                  <a:lnTo>
                    <a:pt x="2616" y="9270"/>
                  </a:lnTo>
                  <a:lnTo>
                    <a:pt x="2720" y="9291"/>
                  </a:lnTo>
                  <a:lnTo>
                    <a:pt x="2762" y="9353"/>
                  </a:lnTo>
                  <a:lnTo>
                    <a:pt x="2741" y="9458"/>
                  </a:lnTo>
                  <a:lnTo>
                    <a:pt x="2783" y="9521"/>
                  </a:lnTo>
                  <a:lnTo>
                    <a:pt x="2992" y="9563"/>
                  </a:lnTo>
                  <a:lnTo>
                    <a:pt x="3076" y="9625"/>
                  </a:lnTo>
                  <a:lnTo>
                    <a:pt x="3076" y="9688"/>
                  </a:lnTo>
                  <a:lnTo>
                    <a:pt x="3076" y="9876"/>
                  </a:lnTo>
                  <a:lnTo>
                    <a:pt x="3160" y="9918"/>
                  </a:lnTo>
                  <a:lnTo>
                    <a:pt x="3264" y="9981"/>
                  </a:lnTo>
                  <a:lnTo>
                    <a:pt x="3306" y="10044"/>
                  </a:lnTo>
                  <a:lnTo>
                    <a:pt x="3306" y="10086"/>
                  </a:lnTo>
                  <a:lnTo>
                    <a:pt x="3348" y="10190"/>
                  </a:lnTo>
                  <a:lnTo>
                    <a:pt x="3390" y="10232"/>
                  </a:lnTo>
                  <a:lnTo>
                    <a:pt x="3474" y="10253"/>
                  </a:lnTo>
                  <a:lnTo>
                    <a:pt x="3515" y="10337"/>
                  </a:lnTo>
                  <a:lnTo>
                    <a:pt x="3662" y="10420"/>
                  </a:lnTo>
                  <a:lnTo>
                    <a:pt x="3766" y="10462"/>
                  </a:lnTo>
                  <a:lnTo>
                    <a:pt x="3829" y="10441"/>
                  </a:lnTo>
                  <a:lnTo>
                    <a:pt x="3871" y="10399"/>
                  </a:lnTo>
                  <a:lnTo>
                    <a:pt x="3934" y="10337"/>
                  </a:lnTo>
                  <a:lnTo>
                    <a:pt x="4143" y="10337"/>
                  </a:lnTo>
                  <a:lnTo>
                    <a:pt x="4185" y="10399"/>
                  </a:lnTo>
                  <a:lnTo>
                    <a:pt x="4227" y="10399"/>
                  </a:lnTo>
                  <a:lnTo>
                    <a:pt x="4331" y="10337"/>
                  </a:lnTo>
                  <a:lnTo>
                    <a:pt x="4394" y="10295"/>
                  </a:lnTo>
                  <a:lnTo>
                    <a:pt x="4436" y="10211"/>
                  </a:lnTo>
                  <a:lnTo>
                    <a:pt x="4562" y="10211"/>
                  </a:lnTo>
                  <a:lnTo>
                    <a:pt x="4624" y="10232"/>
                  </a:lnTo>
                  <a:lnTo>
                    <a:pt x="4708" y="10399"/>
                  </a:lnTo>
                  <a:lnTo>
                    <a:pt x="4750" y="10462"/>
                  </a:lnTo>
                  <a:lnTo>
                    <a:pt x="4813" y="10525"/>
                  </a:lnTo>
                  <a:lnTo>
                    <a:pt x="4938" y="10567"/>
                  </a:lnTo>
                  <a:lnTo>
                    <a:pt x="5022" y="10630"/>
                  </a:lnTo>
                  <a:lnTo>
                    <a:pt x="5043" y="10734"/>
                  </a:lnTo>
                  <a:lnTo>
                    <a:pt x="5085" y="10755"/>
                  </a:lnTo>
                  <a:lnTo>
                    <a:pt x="5126" y="10839"/>
                  </a:lnTo>
                  <a:lnTo>
                    <a:pt x="5126" y="10923"/>
                  </a:lnTo>
                  <a:lnTo>
                    <a:pt x="5294" y="10923"/>
                  </a:lnTo>
                  <a:lnTo>
                    <a:pt x="5336" y="10944"/>
                  </a:lnTo>
                  <a:lnTo>
                    <a:pt x="5357" y="10923"/>
                  </a:lnTo>
                  <a:lnTo>
                    <a:pt x="5336" y="10860"/>
                  </a:lnTo>
                  <a:lnTo>
                    <a:pt x="5336" y="10776"/>
                  </a:lnTo>
                  <a:lnTo>
                    <a:pt x="5398" y="10713"/>
                  </a:lnTo>
                  <a:lnTo>
                    <a:pt x="5503" y="10755"/>
                  </a:lnTo>
                  <a:lnTo>
                    <a:pt x="5671" y="10818"/>
                  </a:lnTo>
                  <a:lnTo>
                    <a:pt x="5754" y="10776"/>
                  </a:lnTo>
                  <a:lnTo>
                    <a:pt x="5859" y="10818"/>
                  </a:lnTo>
                  <a:lnTo>
                    <a:pt x="5859" y="10923"/>
                  </a:lnTo>
                  <a:lnTo>
                    <a:pt x="6005" y="10944"/>
                  </a:lnTo>
                  <a:lnTo>
                    <a:pt x="6068" y="10944"/>
                  </a:lnTo>
                  <a:lnTo>
                    <a:pt x="6068" y="10860"/>
                  </a:lnTo>
                  <a:lnTo>
                    <a:pt x="6131" y="10776"/>
                  </a:lnTo>
                  <a:lnTo>
                    <a:pt x="6215" y="10818"/>
                  </a:lnTo>
                  <a:lnTo>
                    <a:pt x="6235" y="10776"/>
                  </a:lnTo>
                  <a:lnTo>
                    <a:pt x="6340" y="10776"/>
                  </a:lnTo>
                  <a:lnTo>
                    <a:pt x="6487" y="10734"/>
                  </a:lnTo>
                  <a:lnTo>
                    <a:pt x="6696" y="10713"/>
                  </a:lnTo>
                  <a:lnTo>
                    <a:pt x="6821" y="10755"/>
                  </a:lnTo>
                  <a:lnTo>
                    <a:pt x="6947" y="10713"/>
                  </a:lnTo>
                  <a:lnTo>
                    <a:pt x="7010" y="10609"/>
                  </a:lnTo>
                  <a:lnTo>
                    <a:pt x="7135" y="10525"/>
                  </a:lnTo>
                  <a:lnTo>
                    <a:pt x="7219" y="10420"/>
                  </a:lnTo>
                  <a:lnTo>
                    <a:pt x="7261" y="10399"/>
                  </a:lnTo>
                  <a:lnTo>
                    <a:pt x="7323" y="10337"/>
                  </a:lnTo>
                  <a:lnTo>
                    <a:pt x="7428" y="10232"/>
                  </a:lnTo>
                  <a:lnTo>
                    <a:pt x="7470" y="10232"/>
                  </a:lnTo>
                  <a:lnTo>
                    <a:pt x="7595" y="10023"/>
                  </a:lnTo>
                  <a:lnTo>
                    <a:pt x="7805" y="9814"/>
                  </a:lnTo>
                  <a:lnTo>
                    <a:pt x="7763" y="9604"/>
                  </a:lnTo>
                  <a:lnTo>
                    <a:pt x="7700" y="9563"/>
                  </a:lnTo>
                  <a:lnTo>
                    <a:pt x="7679" y="9353"/>
                  </a:lnTo>
                  <a:lnTo>
                    <a:pt x="7595" y="9249"/>
                  </a:lnTo>
                  <a:lnTo>
                    <a:pt x="7554" y="9144"/>
                  </a:lnTo>
                  <a:lnTo>
                    <a:pt x="7470" y="9060"/>
                  </a:lnTo>
                  <a:lnTo>
                    <a:pt x="7365" y="9060"/>
                  </a:lnTo>
                  <a:lnTo>
                    <a:pt x="7323" y="8998"/>
                  </a:lnTo>
                  <a:lnTo>
                    <a:pt x="7323" y="8956"/>
                  </a:lnTo>
                  <a:lnTo>
                    <a:pt x="7219" y="8893"/>
                  </a:lnTo>
                  <a:lnTo>
                    <a:pt x="7114" y="8726"/>
                  </a:lnTo>
                  <a:lnTo>
                    <a:pt x="7072" y="8684"/>
                  </a:lnTo>
                  <a:lnTo>
                    <a:pt x="7051" y="8621"/>
                  </a:lnTo>
                  <a:lnTo>
                    <a:pt x="6947" y="8516"/>
                  </a:lnTo>
                  <a:lnTo>
                    <a:pt x="6905" y="8433"/>
                  </a:lnTo>
                  <a:lnTo>
                    <a:pt x="6633" y="8433"/>
                  </a:lnTo>
                  <a:lnTo>
                    <a:pt x="6549" y="8412"/>
                  </a:lnTo>
                  <a:lnTo>
                    <a:pt x="6507" y="8328"/>
                  </a:lnTo>
                  <a:lnTo>
                    <a:pt x="6591" y="8203"/>
                  </a:lnTo>
                  <a:lnTo>
                    <a:pt x="6654" y="8161"/>
                  </a:lnTo>
                  <a:lnTo>
                    <a:pt x="6654" y="8035"/>
                  </a:lnTo>
                  <a:lnTo>
                    <a:pt x="6800" y="8056"/>
                  </a:lnTo>
                  <a:lnTo>
                    <a:pt x="6905" y="8035"/>
                  </a:lnTo>
                  <a:lnTo>
                    <a:pt x="6947" y="8098"/>
                  </a:lnTo>
                  <a:lnTo>
                    <a:pt x="7031" y="8098"/>
                  </a:lnTo>
                  <a:lnTo>
                    <a:pt x="7051" y="8035"/>
                  </a:lnTo>
                  <a:lnTo>
                    <a:pt x="7135" y="7951"/>
                  </a:lnTo>
                  <a:lnTo>
                    <a:pt x="7156" y="7700"/>
                  </a:lnTo>
                  <a:lnTo>
                    <a:pt x="7135" y="7470"/>
                  </a:lnTo>
                  <a:lnTo>
                    <a:pt x="7177" y="7303"/>
                  </a:lnTo>
                  <a:lnTo>
                    <a:pt x="7282" y="7177"/>
                  </a:lnTo>
                  <a:lnTo>
                    <a:pt x="7282" y="7052"/>
                  </a:lnTo>
                  <a:lnTo>
                    <a:pt x="7240" y="6968"/>
                  </a:lnTo>
                  <a:lnTo>
                    <a:pt x="7282" y="6863"/>
                  </a:lnTo>
                  <a:lnTo>
                    <a:pt x="7386" y="6696"/>
                  </a:lnTo>
                  <a:lnTo>
                    <a:pt x="7428" y="6633"/>
                  </a:lnTo>
                  <a:lnTo>
                    <a:pt x="7470" y="6633"/>
                  </a:lnTo>
                  <a:lnTo>
                    <a:pt x="7533" y="6654"/>
                  </a:lnTo>
                  <a:lnTo>
                    <a:pt x="7658" y="6215"/>
                  </a:lnTo>
                  <a:lnTo>
                    <a:pt x="7700" y="6026"/>
                  </a:lnTo>
                  <a:lnTo>
                    <a:pt x="7888" y="5922"/>
                  </a:lnTo>
                  <a:lnTo>
                    <a:pt x="7888" y="5817"/>
                  </a:lnTo>
                  <a:lnTo>
                    <a:pt x="8014" y="5608"/>
                  </a:lnTo>
                  <a:lnTo>
                    <a:pt x="8056" y="5503"/>
                  </a:lnTo>
                  <a:lnTo>
                    <a:pt x="8160" y="5482"/>
                  </a:lnTo>
                  <a:lnTo>
                    <a:pt x="8202" y="5482"/>
                  </a:lnTo>
                  <a:lnTo>
                    <a:pt x="8265" y="5294"/>
                  </a:lnTo>
                  <a:lnTo>
                    <a:pt x="8412" y="5022"/>
                  </a:lnTo>
                  <a:lnTo>
                    <a:pt x="8412" y="4813"/>
                  </a:lnTo>
                  <a:lnTo>
                    <a:pt x="8495" y="4666"/>
                  </a:lnTo>
                  <a:lnTo>
                    <a:pt x="8516" y="4604"/>
                  </a:lnTo>
                  <a:lnTo>
                    <a:pt x="8495" y="4604"/>
                  </a:lnTo>
                  <a:lnTo>
                    <a:pt x="8474" y="4478"/>
                  </a:lnTo>
                  <a:lnTo>
                    <a:pt x="8391" y="4248"/>
                  </a:lnTo>
                  <a:lnTo>
                    <a:pt x="8412" y="4122"/>
                  </a:lnTo>
                  <a:lnTo>
                    <a:pt x="8474" y="4039"/>
                  </a:lnTo>
                  <a:lnTo>
                    <a:pt x="8474" y="3934"/>
                  </a:lnTo>
                  <a:lnTo>
                    <a:pt x="8579" y="3809"/>
                  </a:lnTo>
                  <a:lnTo>
                    <a:pt x="8621" y="3516"/>
                  </a:lnTo>
                  <a:lnTo>
                    <a:pt x="8684" y="3327"/>
                  </a:lnTo>
                  <a:lnTo>
                    <a:pt x="8725" y="3285"/>
                  </a:lnTo>
                  <a:lnTo>
                    <a:pt x="8684" y="3223"/>
                  </a:lnTo>
                  <a:lnTo>
                    <a:pt x="8621" y="3202"/>
                  </a:lnTo>
                  <a:lnTo>
                    <a:pt x="8704" y="3076"/>
                  </a:lnTo>
                  <a:lnTo>
                    <a:pt x="8704" y="2930"/>
                  </a:lnTo>
                  <a:lnTo>
                    <a:pt x="8746" y="2909"/>
                  </a:lnTo>
                  <a:lnTo>
                    <a:pt x="8914" y="2909"/>
                  </a:lnTo>
                  <a:lnTo>
                    <a:pt x="8914" y="2825"/>
                  </a:lnTo>
                  <a:lnTo>
                    <a:pt x="8914" y="2783"/>
                  </a:lnTo>
                  <a:lnTo>
                    <a:pt x="8914" y="2721"/>
                  </a:lnTo>
                  <a:lnTo>
                    <a:pt x="9018" y="2700"/>
                  </a:lnTo>
                  <a:lnTo>
                    <a:pt x="9102" y="2658"/>
                  </a:lnTo>
                  <a:lnTo>
                    <a:pt x="9228" y="2658"/>
                  </a:lnTo>
                  <a:lnTo>
                    <a:pt x="9248" y="2574"/>
                  </a:lnTo>
                  <a:lnTo>
                    <a:pt x="9353" y="2553"/>
                  </a:lnTo>
                  <a:lnTo>
                    <a:pt x="9458" y="2490"/>
                  </a:lnTo>
                  <a:lnTo>
                    <a:pt x="9541" y="2386"/>
                  </a:lnTo>
                  <a:lnTo>
                    <a:pt x="9479" y="2386"/>
                  </a:lnTo>
                  <a:lnTo>
                    <a:pt x="9479" y="2302"/>
                  </a:lnTo>
                  <a:lnTo>
                    <a:pt x="9353" y="2239"/>
                  </a:lnTo>
                  <a:lnTo>
                    <a:pt x="9248" y="2239"/>
                  </a:lnTo>
                  <a:lnTo>
                    <a:pt x="9248" y="2135"/>
                  </a:lnTo>
                  <a:lnTo>
                    <a:pt x="8997" y="1946"/>
                  </a:lnTo>
                  <a:lnTo>
                    <a:pt x="8914" y="1946"/>
                  </a:lnTo>
                  <a:lnTo>
                    <a:pt x="8809" y="1737"/>
                  </a:lnTo>
                  <a:lnTo>
                    <a:pt x="8725" y="1507"/>
                  </a:lnTo>
                  <a:lnTo>
                    <a:pt x="8746" y="1256"/>
                  </a:lnTo>
                  <a:lnTo>
                    <a:pt x="8725" y="1047"/>
                  </a:lnTo>
                  <a:lnTo>
                    <a:pt x="8579" y="628"/>
                  </a:lnTo>
                  <a:lnTo>
                    <a:pt x="8579" y="524"/>
                  </a:lnTo>
                  <a:lnTo>
                    <a:pt x="8600" y="503"/>
                  </a:lnTo>
                  <a:lnTo>
                    <a:pt x="8621" y="565"/>
                  </a:lnTo>
                  <a:lnTo>
                    <a:pt x="8642" y="607"/>
                  </a:lnTo>
                  <a:lnTo>
                    <a:pt x="8684" y="607"/>
                  </a:lnTo>
                  <a:lnTo>
                    <a:pt x="8684" y="565"/>
                  </a:lnTo>
                  <a:lnTo>
                    <a:pt x="8579" y="419"/>
                  </a:lnTo>
                  <a:lnTo>
                    <a:pt x="8516" y="252"/>
                  </a:lnTo>
                  <a:lnTo>
                    <a:pt x="8495" y="210"/>
                  </a:lnTo>
                  <a:lnTo>
                    <a:pt x="8495" y="189"/>
                  </a:lnTo>
                  <a:lnTo>
                    <a:pt x="8495" y="168"/>
                  </a:lnTo>
                  <a:lnTo>
                    <a:pt x="8495" y="147"/>
                  </a:lnTo>
                  <a:lnTo>
                    <a:pt x="8474" y="84"/>
                  </a:lnTo>
                  <a:lnTo>
                    <a:pt x="8495" y="42"/>
                  </a:lnTo>
                  <a:lnTo>
                    <a:pt x="849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1" name="Google Shape;2511;p56"/>
            <p:cNvSpPr/>
            <p:nvPr/>
          </p:nvSpPr>
          <p:spPr>
            <a:xfrm>
              <a:off x="3973815" y="3045871"/>
              <a:ext cx="104655" cy="75923"/>
            </a:xfrm>
            <a:custGeom>
              <a:avLst/>
              <a:gdLst/>
              <a:ahLst/>
              <a:cxnLst/>
              <a:rect l="l" t="t" r="r" b="b"/>
              <a:pathLst>
                <a:path w="8789" h="6676" extrusionOk="0">
                  <a:moveTo>
                    <a:pt x="2511" y="1"/>
                  </a:moveTo>
                  <a:lnTo>
                    <a:pt x="2344" y="336"/>
                  </a:lnTo>
                  <a:lnTo>
                    <a:pt x="2239" y="336"/>
                  </a:lnTo>
                  <a:lnTo>
                    <a:pt x="2218" y="419"/>
                  </a:lnTo>
                  <a:lnTo>
                    <a:pt x="2093" y="398"/>
                  </a:lnTo>
                  <a:lnTo>
                    <a:pt x="2009" y="357"/>
                  </a:lnTo>
                  <a:lnTo>
                    <a:pt x="1988" y="419"/>
                  </a:lnTo>
                  <a:lnTo>
                    <a:pt x="1905" y="566"/>
                  </a:lnTo>
                  <a:lnTo>
                    <a:pt x="1905" y="775"/>
                  </a:lnTo>
                  <a:lnTo>
                    <a:pt x="1758" y="1047"/>
                  </a:lnTo>
                  <a:lnTo>
                    <a:pt x="1695" y="1235"/>
                  </a:lnTo>
                  <a:lnTo>
                    <a:pt x="1653" y="1235"/>
                  </a:lnTo>
                  <a:lnTo>
                    <a:pt x="1549" y="1256"/>
                  </a:lnTo>
                  <a:lnTo>
                    <a:pt x="1507" y="1361"/>
                  </a:lnTo>
                  <a:lnTo>
                    <a:pt x="1381" y="1570"/>
                  </a:lnTo>
                  <a:lnTo>
                    <a:pt x="1381" y="1675"/>
                  </a:lnTo>
                  <a:lnTo>
                    <a:pt x="1193" y="1779"/>
                  </a:lnTo>
                  <a:lnTo>
                    <a:pt x="1151" y="1968"/>
                  </a:lnTo>
                  <a:lnTo>
                    <a:pt x="1026" y="2407"/>
                  </a:lnTo>
                  <a:lnTo>
                    <a:pt x="963" y="2386"/>
                  </a:lnTo>
                  <a:lnTo>
                    <a:pt x="921" y="2386"/>
                  </a:lnTo>
                  <a:lnTo>
                    <a:pt x="879" y="2449"/>
                  </a:lnTo>
                  <a:lnTo>
                    <a:pt x="775" y="2616"/>
                  </a:lnTo>
                  <a:lnTo>
                    <a:pt x="733" y="2721"/>
                  </a:lnTo>
                  <a:lnTo>
                    <a:pt x="775" y="2805"/>
                  </a:lnTo>
                  <a:lnTo>
                    <a:pt x="775" y="2930"/>
                  </a:lnTo>
                  <a:lnTo>
                    <a:pt x="670" y="3056"/>
                  </a:lnTo>
                  <a:lnTo>
                    <a:pt x="628" y="3223"/>
                  </a:lnTo>
                  <a:lnTo>
                    <a:pt x="649" y="3453"/>
                  </a:lnTo>
                  <a:lnTo>
                    <a:pt x="628" y="3704"/>
                  </a:lnTo>
                  <a:lnTo>
                    <a:pt x="544" y="3788"/>
                  </a:lnTo>
                  <a:lnTo>
                    <a:pt x="524" y="3851"/>
                  </a:lnTo>
                  <a:lnTo>
                    <a:pt x="440" y="3851"/>
                  </a:lnTo>
                  <a:lnTo>
                    <a:pt x="398" y="3788"/>
                  </a:lnTo>
                  <a:lnTo>
                    <a:pt x="293" y="3809"/>
                  </a:lnTo>
                  <a:lnTo>
                    <a:pt x="147" y="3788"/>
                  </a:lnTo>
                  <a:lnTo>
                    <a:pt x="147" y="3914"/>
                  </a:lnTo>
                  <a:lnTo>
                    <a:pt x="84" y="3956"/>
                  </a:lnTo>
                  <a:lnTo>
                    <a:pt x="0" y="4081"/>
                  </a:lnTo>
                  <a:lnTo>
                    <a:pt x="42" y="4165"/>
                  </a:lnTo>
                  <a:lnTo>
                    <a:pt x="126" y="4186"/>
                  </a:lnTo>
                  <a:lnTo>
                    <a:pt x="398" y="4186"/>
                  </a:lnTo>
                  <a:lnTo>
                    <a:pt x="440" y="4269"/>
                  </a:lnTo>
                  <a:lnTo>
                    <a:pt x="544" y="4374"/>
                  </a:lnTo>
                  <a:lnTo>
                    <a:pt x="565" y="4437"/>
                  </a:lnTo>
                  <a:lnTo>
                    <a:pt x="607" y="4479"/>
                  </a:lnTo>
                  <a:lnTo>
                    <a:pt x="712" y="4646"/>
                  </a:lnTo>
                  <a:lnTo>
                    <a:pt x="816" y="4709"/>
                  </a:lnTo>
                  <a:lnTo>
                    <a:pt x="816" y="4751"/>
                  </a:lnTo>
                  <a:lnTo>
                    <a:pt x="858" y="4813"/>
                  </a:lnTo>
                  <a:lnTo>
                    <a:pt x="963" y="4813"/>
                  </a:lnTo>
                  <a:lnTo>
                    <a:pt x="1047" y="4897"/>
                  </a:lnTo>
                  <a:lnTo>
                    <a:pt x="1088" y="5002"/>
                  </a:lnTo>
                  <a:lnTo>
                    <a:pt x="1172" y="5106"/>
                  </a:lnTo>
                  <a:lnTo>
                    <a:pt x="1193" y="5316"/>
                  </a:lnTo>
                  <a:lnTo>
                    <a:pt x="1256" y="5357"/>
                  </a:lnTo>
                  <a:lnTo>
                    <a:pt x="1298" y="5567"/>
                  </a:lnTo>
                  <a:lnTo>
                    <a:pt x="1340" y="5525"/>
                  </a:lnTo>
                  <a:lnTo>
                    <a:pt x="1402" y="5629"/>
                  </a:lnTo>
                  <a:lnTo>
                    <a:pt x="1507" y="5588"/>
                  </a:lnTo>
                  <a:lnTo>
                    <a:pt x="1612" y="5629"/>
                  </a:lnTo>
                  <a:lnTo>
                    <a:pt x="1612" y="5964"/>
                  </a:lnTo>
                  <a:lnTo>
                    <a:pt x="1695" y="6069"/>
                  </a:lnTo>
                  <a:lnTo>
                    <a:pt x="1821" y="6090"/>
                  </a:lnTo>
                  <a:lnTo>
                    <a:pt x="1967" y="6048"/>
                  </a:lnTo>
                  <a:lnTo>
                    <a:pt x="2093" y="6090"/>
                  </a:lnTo>
                  <a:lnTo>
                    <a:pt x="2386" y="6069"/>
                  </a:lnTo>
                  <a:lnTo>
                    <a:pt x="2490" y="6152"/>
                  </a:lnTo>
                  <a:lnTo>
                    <a:pt x="2721" y="6383"/>
                  </a:lnTo>
                  <a:lnTo>
                    <a:pt x="2867" y="6466"/>
                  </a:lnTo>
                  <a:lnTo>
                    <a:pt x="2951" y="6571"/>
                  </a:lnTo>
                  <a:lnTo>
                    <a:pt x="3055" y="6613"/>
                  </a:lnTo>
                  <a:lnTo>
                    <a:pt x="3244" y="6613"/>
                  </a:lnTo>
                  <a:lnTo>
                    <a:pt x="3369" y="6676"/>
                  </a:lnTo>
                  <a:lnTo>
                    <a:pt x="3537" y="6634"/>
                  </a:lnTo>
                  <a:lnTo>
                    <a:pt x="3641" y="6676"/>
                  </a:lnTo>
                  <a:lnTo>
                    <a:pt x="3850" y="6676"/>
                  </a:lnTo>
                  <a:lnTo>
                    <a:pt x="3997" y="6424"/>
                  </a:lnTo>
                  <a:lnTo>
                    <a:pt x="4060" y="6362"/>
                  </a:lnTo>
                  <a:lnTo>
                    <a:pt x="4164" y="6299"/>
                  </a:lnTo>
                  <a:lnTo>
                    <a:pt x="4269" y="6299"/>
                  </a:lnTo>
                  <a:lnTo>
                    <a:pt x="4311" y="6278"/>
                  </a:lnTo>
                  <a:lnTo>
                    <a:pt x="4583" y="6257"/>
                  </a:lnTo>
                  <a:lnTo>
                    <a:pt x="4645" y="6278"/>
                  </a:lnTo>
                  <a:lnTo>
                    <a:pt x="4729" y="6404"/>
                  </a:lnTo>
                  <a:lnTo>
                    <a:pt x="4834" y="6466"/>
                  </a:lnTo>
                  <a:lnTo>
                    <a:pt x="5043" y="6424"/>
                  </a:lnTo>
                  <a:lnTo>
                    <a:pt x="5210" y="6424"/>
                  </a:lnTo>
                  <a:lnTo>
                    <a:pt x="5252" y="6320"/>
                  </a:lnTo>
                  <a:lnTo>
                    <a:pt x="5441" y="6257"/>
                  </a:lnTo>
                  <a:lnTo>
                    <a:pt x="5629" y="6215"/>
                  </a:lnTo>
                  <a:lnTo>
                    <a:pt x="5775" y="6152"/>
                  </a:lnTo>
                  <a:lnTo>
                    <a:pt x="5880" y="6069"/>
                  </a:lnTo>
                  <a:lnTo>
                    <a:pt x="5943" y="5964"/>
                  </a:lnTo>
                  <a:lnTo>
                    <a:pt x="6068" y="5880"/>
                  </a:lnTo>
                  <a:lnTo>
                    <a:pt x="6173" y="5880"/>
                  </a:lnTo>
                  <a:lnTo>
                    <a:pt x="6278" y="5797"/>
                  </a:lnTo>
                  <a:lnTo>
                    <a:pt x="7010" y="5797"/>
                  </a:lnTo>
                  <a:lnTo>
                    <a:pt x="8788" y="4018"/>
                  </a:lnTo>
                  <a:lnTo>
                    <a:pt x="8056" y="4018"/>
                  </a:lnTo>
                  <a:lnTo>
                    <a:pt x="6361" y="3495"/>
                  </a:lnTo>
                  <a:lnTo>
                    <a:pt x="6215" y="3370"/>
                  </a:lnTo>
                  <a:lnTo>
                    <a:pt x="6006" y="3349"/>
                  </a:lnTo>
                  <a:lnTo>
                    <a:pt x="5943" y="3160"/>
                  </a:lnTo>
                  <a:lnTo>
                    <a:pt x="5964" y="3014"/>
                  </a:lnTo>
                  <a:lnTo>
                    <a:pt x="5796" y="2930"/>
                  </a:lnTo>
                  <a:lnTo>
                    <a:pt x="5692" y="2616"/>
                  </a:lnTo>
                  <a:lnTo>
                    <a:pt x="5650" y="2386"/>
                  </a:lnTo>
                  <a:lnTo>
                    <a:pt x="5692" y="2323"/>
                  </a:lnTo>
                  <a:lnTo>
                    <a:pt x="5587" y="2282"/>
                  </a:lnTo>
                  <a:lnTo>
                    <a:pt x="5441" y="2303"/>
                  </a:lnTo>
                  <a:lnTo>
                    <a:pt x="5315" y="2386"/>
                  </a:lnTo>
                  <a:lnTo>
                    <a:pt x="5106" y="2386"/>
                  </a:lnTo>
                  <a:lnTo>
                    <a:pt x="5022" y="2323"/>
                  </a:lnTo>
                  <a:lnTo>
                    <a:pt x="5127" y="2198"/>
                  </a:lnTo>
                  <a:lnTo>
                    <a:pt x="5127" y="2093"/>
                  </a:lnTo>
                  <a:lnTo>
                    <a:pt x="5169" y="1989"/>
                  </a:lnTo>
                  <a:lnTo>
                    <a:pt x="5169" y="1821"/>
                  </a:lnTo>
                  <a:lnTo>
                    <a:pt x="5210" y="1717"/>
                  </a:lnTo>
                  <a:lnTo>
                    <a:pt x="5252" y="1591"/>
                  </a:lnTo>
                  <a:lnTo>
                    <a:pt x="5357" y="1570"/>
                  </a:lnTo>
                  <a:lnTo>
                    <a:pt x="5210" y="1361"/>
                  </a:lnTo>
                  <a:lnTo>
                    <a:pt x="5127" y="1361"/>
                  </a:lnTo>
                  <a:lnTo>
                    <a:pt x="5106" y="1277"/>
                  </a:lnTo>
                  <a:lnTo>
                    <a:pt x="5064" y="1173"/>
                  </a:lnTo>
                  <a:lnTo>
                    <a:pt x="4959" y="1026"/>
                  </a:lnTo>
                  <a:lnTo>
                    <a:pt x="4855" y="984"/>
                  </a:lnTo>
                  <a:lnTo>
                    <a:pt x="4687" y="838"/>
                  </a:lnTo>
                  <a:lnTo>
                    <a:pt x="4541" y="733"/>
                  </a:lnTo>
                  <a:lnTo>
                    <a:pt x="4520" y="671"/>
                  </a:lnTo>
                  <a:lnTo>
                    <a:pt x="4415" y="671"/>
                  </a:lnTo>
                  <a:lnTo>
                    <a:pt x="4394" y="629"/>
                  </a:lnTo>
                  <a:lnTo>
                    <a:pt x="4227" y="629"/>
                  </a:lnTo>
                  <a:lnTo>
                    <a:pt x="4185" y="524"/>
                  </a:lnTo>
                  <a:lnTo>
                    <a:pt x="3976" y="336"/>
                  </a:lnTo>
                  <a:lnTo>
                    <a:pt x="3871" y="315"/>
                  </a:lnTo>
                  <a:lnTo>
                    <a:pt x="3788" y="231"/>
                  </a:lnTo>
                  <a:lnTo>
                    <a:pt x="3662" y="210"/>
                  </a:lnTo>
                  <a:lnTo>
                    <a:pt x="3578" y="231"/>
                  </a:lnTo>
                  <a:lnTo>
                    <a:pt x="3557" y="252"/>
                  </a:lnTo>
                  <a:lnTo>
                    <a:pt x="3369" y="106"/>
                  </a:lnTo>
                  <a:lnTo>
                    <a:pt x="3265" y="106"/>
                  </a:lnTo>
                  <a:lnTo>
                    <a:pt x="3223" y="147"/>
                  </a:lnTo>
                  <a:lnTo>
                    <a:pt x="3139" y="85"/>
                  </a:lnTo>
                  <a:lnTo>
                    <a:pt x="3034" y="106"/>
                  </a:lnTo>
                  <a:lnTo>
                    <a:pt x="2930" y="189"/>
                  </a:lnTo>
                  <a:lnTo>
                    <a:pt x="2825" y="189"/>
                  </a:lnTo>
                  <a:lnTo>
                    <a:pt x="2595" y="106"/>
                  </a:lnTo>
                  <a:lnTo>
                    <a:pt x="2553" y="43"/>
                  </a:lnTo>
                  <a:lnTo>
                    <a:pt x="251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2" name="Google Shape;2512;p56"/>
            <p:cNvSpPr/>
            <p:nvPr/>
          </p:nvSpPr>
          <p:spPr>
            <a:xfrm>
              <a:off x="3996236" y="3024695"/>
              <a:ext cx="46106" cy="39042"/>
            </a:xfrm>
            <a:custGeom>
              <a:avLst/>
              <a:gdLst/>
              <a:ahLst/>
              <a:cxnLst/>
              <a:rect l="l" t="t" r="r" b="b"/>
              <a:pathLst>
                <a:path w="3872" h="3433" extrusionOk="0">
                  <a:moveTo>
                    <a:pt x="1151" y="1"/>
                  </a:moveTo>
                  <a:lnTo>
                    <a:pt x="1068" y="105"/>
                  </a:lnTo>
                  <a:lnTo>
                    <a:pt x="963" y="168"/>
                  </a:lnTo>
                  <a:lnTo>
                    <a:pt x="858" y="189"/>
                  </a:lnTo>
                  <a:lnTo>
                    <a:pt x="838" y="273"/>
                  </a:lnTo>
                  <a:lnTo>
                    <a:pt x="712" y="273"/>
                  </a:lnTo>
                  <a:lnTo>
                    <a:pt x="628" y="315"/>
                  </a:lnTo>
                  <a:lnTo>
                    <a:pt x="524" y="336"/>
                  </a:lnTo>
                  <a:lnTo>
                    <a:pt x="524" y="398"/>
                  </a:lnTo>
                  <a:lnTo>
                    <a:pt x="524" y="440"/>
                  </a:lnTo>
                  <a:lnTo>
                    <a:pt x="524" y="524"/>
                  </a:lnTo>
                  <a:lnTo>
                    <a:pt x="356" y="524"/>
                  </a:lnTo>
                  <a:lnTo>
                    <a:pt x="314" y="545"/>
                  </a:lnTo>
                  <a:lnTo>
                    <a:pt x="314" y="691"/>
                  </a:lnTo>
                  <a:lnTo>
                    <a:pt x="231" y="817"/>
                  </a:lnTo>
                  <a:lnTo>
                    <a:pt x="294" y="838"/>
                  </a:lnTo>
                  <a:lnTo>
                    <a:pt x="335" y="900"/>
                  </a:lnTo>
                  <a:lnTo>
                    <a:pt x="294" y="942"/>
                  </a:lnTo>
                  <a:lnTo>
                    <a:pt x="231" y="1131"/>
                  </a:lnTo>
                  <a:lnTo>
                    <a:pt x="189" y="1424"/>
                  </a:lnTo>
                  <a:lnTo>
                    <a:pt x="84" y="1549"/>
                  </a:lnTo>
                  <a:lnTo>
                    <a:pt x="84" y="1654"/>
                  </a:lnTo>
                  <a:lnTo>
                    <a:pt x="22" y="1737"/>
                  </a:lnTo>
                  <a:lnTo>
                    <a:pt x="1" y="1863"/>
                  </a:lnTo>
                  <a:lnTo>
                    <a:pt x="84" y="2093"/>
                  </a:lnTo>
                  <a:lnTo>
                    <a:pt x="105" y="2219"/>
                  </a:lnTo>
                  <a:lnTo>
                    <a:pt x="126" y="2219"/>
                  </a:lnTo>
                  <a:lnTo>
                    <a:pt x="210" y="2260"/>
                  </a:lnTo>
                  <a:lnTo>
                    <a:pt x="335" y="2281"/>
                  </a:lnTo>
                  <a:lnTo>
                    <a:pt x="356" y="2198"/>
                  </a:lnTo>
                  <a:lnTo>
                    <a:pt x="461" y="2198"/>
                  </a:lnTo>
                  <a:lnTo>
                    <a:pt x="628" y="1863"/>
                  </a:lnTo>
                  <a:lnTo>
                    <a:pt x="670" y="1905"/>
                  </a:lnTo>
                  <a:lnTo>
                    <a:pt x="712" y="1968"/>
                  </a:lnTo>
                  <a:lnTo>
                    <a:pt x="942" y="2051"/>
                  </a:lnTo>
                  <a:lnTo>
                    <a:pt x="1047" y="2051"/>
                  </a:lnTo>
                  <a:lnTo>
                    <a:pt x="1151" y="1968"/>
                  </a:lnTo>
                  <a:lnTo>
                    <a:pt x="1256" y="1947"/>
                  </a:lnTo>
                  <a:lnTo>
                    <a:pt x="1340" y="2009"/>
                  </a:lnTo>
                  <a:lnTo>
                    <a:pt x="1382" y="1968"/>
                  </a:lnTo>
                  <a:lnTo>
                    <a:pt x="1486" y="1968"/>
                  </a:lnTo>
                  <a:lnTo>
                    <a:pt x="1674" y="2114"/>
                  </a:lnTo>
                  <a:lnTo>
                    <a:pt x="1695" y="2093"/>
                  </a:lnTo>
                  <a:lnTo>
                    <a:pt x="1779" y="2072"/>
                  </a:lnTo>
                  <a:lnTo>
                    <a:pt x="1905" y="2093"/>
                  </a:lnTo>
                  <a:lnTo>
                    <a:pt x="1988" y="2177"/>
                  </a:lnTo>
                  <a:lnTo>
                    <a:pt x="2093" y="2198"/>
                  </a:lnTo>
                  <a:lnTo>
                    <a:pt x="2302" y="2386"/>
                  </a:lnTo>
                  <a:lnTo>
                    <a:pt x="2344" y="2491"/>
                  </a:lnTo>
                  <a:lnTo>
                    <a:pt x="2511" y="2491"/>
                  </a:lnTo>
                  <a:lnTo>
                    <a:pt x="2532" y="2533"/>
                  </a:lnTo>
                  <a:lnTo>
                    <a:pt x="2637" y="2533"/>
                  </a:lnTo>
                  <a:lnTo>
                    <a:pt x="2658" y="2595"/>
                  </a:lnTo>
                  <a:lnTo>
                    <a:pt x="2804" y="2700"/>
                  </a:lnTo>
                  <a:lnTo>
                    <a:pt x="2972" y="2846"/>
                  </a:lnTo>
                  <a:lnTo>
                    <a:pt x="3076" y="2888"/>
                  </a:lnTo>
                  <a:lnTo>
                    <a:pt x="3181" y="3035"/>
                  </a:lnTo>
                  <a:lnTo>
                    <a:pt x="3223" y="3139"/>
                  </a:lnTo>
                  <a:lnTo>
                    <a:pt x="3244" y="3223"/>
                  </a:lnTo>
                  <a:lnTo>
                    <a:pt x="3327" y="3223"/>
                  </a:lnTo>
                  <a:lnTo>
                    <a:pt x="3474" y="3432"/>
                  </a:lnTo>
                  <a:lnTo>
                    <a:pt x="3599" y="3369"/>
                  </a:lnTo>
                  <a:lnTo>
                    <a:pt x="3662" y="3328"/>
                  </a:lnTo>
                  <a:lnTo>
                    <a:pt x="3746" y="3307"/>
                  </a:lnTo>
                  <a:lnTo>
                    <a:pt x="3871" y="3202"/>
                  </a:lnTo>
                  <a:lnTo>
                    <a:pt x="3809" y="3160"/>
                  </a:lnTo>
                  <a:lnTo>
                    <a:pt x="3809" y="3139"/>
                  </a:lnTo>
                  <a:lnTo>
                    <a:pt x="3767" y="3202"/>
                  </a:lnTo>
                  <a:lnTo>
                    <a:pt x="3683" y="3139"/>
                  </a:lnTo>
                  <a:lnTo>
                    <a:pt x="3641" y="3139"/>
                  </a:lnTo>
                  <a:lnTo>
                    <a:pt x="3579" y="3035"/>
                  </a:lnTo>
                  <a:lnTo>
                    <a:pt x="3599" y="3014"/>
                  </a:lnTo>
                  <a:lnTo>
                    <a:pt x="3537" y="2909"/>
                  </a:lnTo>
                  <a:lnTo>
                    <a:pt x="3453" y="2888"/>
                  </a:lnTo>
                  <a:lnTo>
                    <a:pt x="3348" y="2637"/>
                  </a:lnTo>
                  <a:lnTo>
                    <a:pt x="3327" y="2595"/>
                  </a:lnTo>
                  <a:lnTo>
                    <a:pt x="3327" y="2616"/>
                  </a:lnTo>
                  <a:lnTo>
                    <a:pt x="3265" y="2616"/>
                  </a:lnTo>
                  <a:lnTo>
                    <a:pt x="3181" y="2512"/>
                  </a:lnTo>
                  <a:lnTo>
                    <a:pt x="3055" y="2470"/>
                  </a:lnTo>
                  <a:lnTo>
                    <a:pt x="2972" y="2323"/>
                  </a:lnTo>
                  <a:lnTo>
                    <a:pt x="2804" y="2093"/>
                  </a:lnTo>
                  <a:lnTo>
                    <a:pt x="2742" y="2051"/>
                  </a:lnTo>
                  <a:lnTo>
                    <a:pt x="2595" y="2009"/>
                  </a:lnTo>
                  <a:lnTo>
                    <a:pt x="2532" y="1947"/>
                  </a:lnTo>
                  <a:lnTo>
                    <a:pt x="2428" y="1800"/>
                  </a:lnTo>
                  <a:lnTo>
                    <a:pt x="2344" y="1842"/>
                  </a:lnTo>
                  <a:lnTo>
                    <a:pt x="2218" y="1842"/>
                  </a:lnTo>
                  <a:lnTo>
                    <a:pt x="2177" y="1863"/>
                  </a:lnTo>
                  <a:lnTo>
                    <a:pt x="2114" y="1800"/>
                  </a:lnTo>
                  <a:lnTo>
                    <a:pt x="2009" y="1654"/>
                  </a:lnTo>
                  <a:lnTo>
                    <a:pt x="2072" y="1633"/>
                  </a:lnTo>
                  <a:lnTo>
                    <a:pt x="1967" y="1465"/>
                  </a:lnTo>
                  <a:lnTo>
                    <a:pt x="1905" y="1486"/>
                  </a:lnTo>
                  <a:lnTo>
                    <a:pt x="1905" y="1591"/>
                  </a:lnTo>
                  <a:lnTo>
                    <a:pt x="1926" y="1591"/>
                  </a:lnTo>
                  <a:lnTo>
                    <a:pt x="1926" y="1758"/>
                  </a:lnTo>
                  <a:lnTo>
                    <a:pt x="1821" y="1737"/>
                  </a:lnTo>
                  <a:lnTo>
                    <a:pt x="1800" y="1549"/>
                  </a:lnTo>
                  <a:lnTo>
                    <a:pt x="1758" y="1444"/>
                  </a:lnTo>
                  <a:lnTo>
                    <a:pt x="1674" y="1424"/>
                  </a:lnTo>
                  <a:lnTo>
                    <a:pt x="1674" y="1361"/>
                  </a:lnTo>
                  <a:lnTo>
                    <a:pt x="1654" y="1214"/>
                  </a:lnTo>
                  <a:lnTo>
                    <a:pt x="1591" y="1172"/>
                  </a:lnTo>
                  <a:lnTo>
                    <a:pt x="1507" y="754"/>
                  </a:lnTo>
                  <a:lnTo>
                    <a:pt x="1277" y="126"/>
                  </a:lnTo>
                  <a:lnTo>
                    <a:pt x="1151"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3" name="Google Shape;2513;p56"/>
            <p:cNvSpPr/>
            <p:nvPr/>
          </p:nvSpPr>
          <p:spPr>
            <a:xfrm>
              <a:off x="4033614" y="3061110"/>
              <a:ext cx="10467" cy="11907"/>
            </a:xfrm>
            <a:custGeom>
              <a:avLst/>
              <a:gdLst/>
              <a:ahLst/>
              <a:cxnLst/>
              <a:rect l="l" t="t" r="r" b="b"/>
              <a:pathLst>
                <a:path w="879" h="1047" extrusionOk="0">
                  <a:moveTo>
                    <a:pt x="732" y="0"/>
                  </a:moveTo>
                  <a:lnTo>
                    <a:pt x="607" y="105"/>
                  </a:lnTo>
                  <a:lnTo>
                    <a:pt x="523" y="126"/>
                  </a:lnTo>
                  <a:lnTo>
                    <a:pt x="460" y="167"/>
                  </a:lnTo>
                  <a:lnTo>
                    <a:pt x="230" y="251"/>
                  </a:lnTo>
                  <a:lnTo>
                    <a:pt x="188" y="377"/>
                  </a:lnTo>
                  <a:lnTo>
                    <a:pt x="147" y="481"/>
                  </a:lnTo>
                  <a:lnTo>
                    <a:pt x="147" y="649"/>
                  </a:lnTo>
                  <a:lnTo>
                    <a:pt x="105" y="753"/>
                  </a:lnTo>
                  <a:lnTo>
                    <a:pt x="105" y="858"/>
                  </a:lnTo>
                  <a:lnTo>
                    <a:pt x="0" y="983"/>
                  </a:lnTo>
                  <a:lnTo>
                    <a:pt x="84" y="1046"/>
                  </a:lnTo>
                  <a:lnTo>
                    <a:pt x="293" y="1046"/>
                  </a:lnTo>
                  <a:lnTo>
                    <a:pt x="419" y="963"/>
                  </a:lnTo>
                  <a:lnTo>
                    <a:pt x="565" y="942"/>
                  </a:lnTo>
                  <a:lnTo>
                    <a:pt x="670" y="983"/>
                  </a:lnTo>
                  <a:lnTo>
                    <a:pt x="670" y="963"/>
                  </a:lnTo>
                  <a:lnTo>
                    <a:pt x="837" y="732"/>
                  </a:lnTo>
                  <a:lnTo>
                    <a:pt x="816" y="670"/>
                  </a:lnTo>
                  <a:lnTo>
                    <a:pt x="649" y="670"/>
                  </a:lnTo>
                  <a:lnTo>
                    <a:pt x="565" y="732"/>
                  </a:lnTo>
                  <a:lnTo>
                    <a:pt x="523" y="691"/>
                  </a:lnTo>
                  <a:lnTo>
                    <a:pt x="460" y="628"/>
                  </a:lnTo>
                  <a:lnTo>
                    <a:pt x="565" y="628"/>
                  </a:lnTo>
                  <a:lnTo>
                    <a:pt x="649" y="544"/>
                  </a:lnTo>
                  <a:lnTo>
                    <a:pt x="732" y="544"/>
                  </a:lnTo>
                  <a:lnTo>
                    <a:pt x="837" y="419"/>
                  </a:lnTo>
                  <a:lnTo>
                    <a:pt x="879" y="377"/>
                  </a:lnTo>
                  <a:lnTo>
                    <a:pt x="858" y="230"/>
                  </a:lnTo>
                  <a:lnTo>
                    <a:pt x="879" y="147"/>
                  </a:lnTo>
                  <a:lnTo>
                    <a:pt x="858" y="147"/>
                  </a:lnTo>
                  <a:lnTo>
                    <a:pt x="732" y="21"/>
                  </a:lnTo>
                  <a:lnTo>
                    <a:pt x="73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4" name="Google Shape;2514;p56"/>
            <p:cNvSpPr/>
            <p:nvPr/>
          </p:nvSpPr>
          <p:spPr>
            <a:xfrm>
              <a:off x="4029125" y="3065864"/>
              <a:ext cx="70516" cy="89240"/>
            </a:xfrm>
            <a:custGeom>
              <a:avLst/>
              <a:gdLst/>
              <a:ahLst/>
              <a:cxnLst/>
              <a:rect l="l" t="t" r="r" b="b"/>
              <a:pathLst>
                <a:path w="5922" h="7847" extrusionOk="0">
                  <a:moveTo>
                    <a:pt x="5587" y="1"/>
                  </a:moveTo>
                  <a:lnTo>
                    <a:pt x="5587" y="21"/>
                  </a:lnTo>
                  <a:lnTo>
                    <a:pt x="5545" y="21"/>
                  </a:lnTo>
                  <a:lnTo>
                    <a:pt x="5482" y="105"/>
                  </a:lnTo>
                  <a:lnTo>
                    <a:pt x="5441" y="210"/>
                  </a:lnTo>
                  <a:lnTo>
                    <a:pt x="5420" y="168"/>
                  </a:lnTo>
                  <a:lnTo>
                    <a:pt x="5315" y="273"/>
                  </a:lnTo>
                  <a:lnTo>
                    <a:pt x="5127" y="314"/>
                  </a:lnTo>
                  <a:lnTo>
                    <a:pt x="5127" y="335"/>
                  </a:lnTo>
                  <a:lnTo>
                    <a:pt x="5085" y="314"/>
                  </a:lnTo>
                  <a:lnTo>
                    <a:pt x="4897" y="335"/>
                  </a:lnTo>
                  <a:lnTo>
                    <a:pt x="4792" y="419"/>
                  </a:lnTo>
                  <a:lnTo>
                    <a:pt x="4499" y="461"/>
                  </a:lnTo>
                  <a:lnTo>
                    <a:pt x="4457" y="461"/>
                  </a:lnTo>
                  <a:lnTo>
                    <a:pt x="4394" y="440"/>
                  </a:lnTo>
                  <a:lnTo>
                    <a:pt x="4227" y="440"/>
                  </a:lnTo>
                  <a:lnTo>
                    <a:pt x="4060" y="524"/>
                  </a:lnTo>
                  <a:lnTo>
                    <a:pt x="3913" y="524"/>
                  </a:lnTo>
                  <a:lnTo>
                    <a:pt x="3830" y="545"/>
                  </a:lnTo>
                  <a:lnTo>
                    <a:pt x="3704" y="482"/>
                  </a:lnTo>
                  <a:lnTo>
                    <a:pt x="3599" y="524"/>
                  </a:lnTo>
                  <a:lnTo>
                    <a:pt x="3244" y="733"/>
                  </a:lnTo>
                  <a:lnTo>
                    <a:pt x="3076" y="754"/>
                  </a:lnTo>
                  <a:lnTo>
                    <a:pt x="2972" y="691"/>
                  </a:lnTo>
                  <a:lnTo>
                    <a:pt x="2909" y="733"/>
                  </a:lnTo>
                  <a:lnTo>
                    <a:pt x="2762" y="733"/>
                  </a:lnTo>
                  <a:lnTo>
                    <a:pt x="2700" y="691"/>
                  </a:lnTo>
                  <a:lnTo>
                    <a:pt x="2658" y="691"/>
                  </a:lnTo>
                  <a:lnTo>
                    <a:pt x="2469" y="858"/>
                  </a:lnTo>
                  <a:lnTo>
                    <a:pt x="2365" y="858"/>
                  </a:lnTo>
                  <a:lnTo>
                    <a:pt x="2239" y="942"/>
                  </a:lnTo>
                  <a:lnTo>
                    <a:pt x="2177" y="1005"/>
                  </a:lnTo>
                  <a:lnTo>
                    <a:pt x="1988" y="1047"/>
                  </a:lnTo>
                  <a:lnTo>
                    <a:pt x="1863" y="984"/>
                  </a:lnTo>
                  <a:lnTo>
                    <a:pt x="1716" y="858"/>
                  </a:lnTo>
                  <a:lnTo>
                    <a:pt x="1653" y="858"/>
                  </a:lnTo>
                  <a:lnTo>
                    <a:pt x="1633" y="754"/>
                  </a:lnTo>
                  <a:lnTo>
                    <a:pt x="1256" y="377"/>
                  </a:lnTo>
                  <a:lnTo>
                    <a:pt x="1235" y="356"/>
                  </a:lnTo>
                  <a:lnTo>
                    <a:pt x="1214" y="314"/>
                  </a:lnTo>
                  <a:lnTo>
                    <a:pt x="1047" y="545"/>
                  </a:lnTo>
                  <a:lnTo>
                    <a:pt x="1005" y="628"/>
                  </a:lnTo>
                  <a:lnTo>
                    <a:pt x="1047" y="858"/>
                  </a:lnTo>
                  <a:lnTo>
                    <a:pt x="1151" y="1172"/>
                  </a:lnTo>
                  <a:lnTo>
                    <a:pt x="1319" y="1256"/>
                  </a:lnTo>
                  <a:lnTo>
                    <a:pt x="1298" y="1402"/>
                  </a:lnTo>
                  <a:lnTo>
                    <a:pt x="1361" y="1591"/>
                  </a:lnTo>
                  <a:lnTo>
                    <a:pt x="1570" y="1612"/>
                  </a:lnTo>
                  <a:lnTo>
                    <a:pt x="1716" y="1737"/>
                  </a:lnTo>
                  <a:lnTo>
                    <a:pt x="3411" y="2260"/>
                  </a:lnTo>
                  <a:lnTo>
                    <a:pt x="4143" y="2260"/>
                  </a:lnTo>
                  <a:lnTo>
                    <a:pt x="2365" y="4039"/>
                  </a:lnTo>
                  <a:lnTo>
                    <a:pt x="1633" y="4039"/>
                  </a:lnTo>
                  <a:lnTo>
                    <a:pt x="1528" y="4122"/>
                  </a:lnTo>
                  <a:lnTo>
                    <a:pt x="1423" y="4122"/>
                  </a:lnTo>
                  <a:lnTo>
                    <a:pt x="1298" y="4206"/>
                  </a:lnTo>
                  <a:lnTo>
                    <a:pt x="1235" y="4311"/>
                  </a:lnTo>
                  <a:lnTo>
                    <a:pt x="1130" y="4394"/>
                  </a:lnTo>
                  <a:lnTo>
                    <a:pt x="984" y="4457"/>
                  </a:lnTo>
                  <a:lnTo>
                    <a:pt x="796" y="4499"/>
                  </a:lnTo>
                  <a:lnTo>
                    <a:pt x="607" y="4562"/>
                  </a:lnTo>
                  <a:lnTo>
                    <a:pt x="565" y="4666"/>
                  </a:lnTo>
                  <a:lnTo>
                    <a:pt x="0" y="5169"/>
                  </a:lnTo>
                  <a:lnTo>
                    <a:pt x="0" y="7449"/>
                  </a:lnTo>
                  <a:lnTo>
                    <a:pt x="419" y="7847"/>
                  </a:lnTo>
                  <a:lnTo>
                    <a:pt x="419" y="7805"/>
                  </a:lnTo>
                  <a:lnTo>
                    <a:pt x="900" y="7261"/>
                  </a:lnTo>
                  <a:lnTo>
                    <a:pt x="942" y="7156"/>
                  </a:lnTo>
                  <a:lnTo>
                    <a:pt x="1089" y="7031"/>
                  </a:lnTo>
                  <a:lnTo>
                    <a:pt x="1193" y="7010"/>
                  </a:lnTo>
                  <a:lnTo>
                    <a:pt x="1235" y="6926"/>
                  </a:lnTo>
                  <a:lnTo>
                    <a:pt x="1298" y="6905"/>
                  </a:lnTo>
                  <a:lnTo>
                    <a:pt x="1633" y="6529"/>
                  </a:lnTo>
                  <a:lnTo>
                    <a:pt x="1716" y="6508"/>
                  </a:lnTo>
                  <a:lnTo>
                    <a:pt x="2093" y="6089"/>
                  </a:lnTo>
                  <a:lnTo>
                    <a:pt x="2302" y="5922"/>
                  </a:lnTo>
                  <a:lnTo>
                    <a:pt x="2469" y="5817"/>
                  </a:lnTo>
                  <a:lnTo>
                    <a:pt x="2658" y="5796"/>
                  </a:lnTo>
                  <a:lnTo>
                    <a:pt x="2930" y="5566"/>
                  </a:lnTo>
                  <a:lnTo>
                    <a:pt x="3558" y="4980"/>
                  </a:lnTo>
                  <a:lnTo>
                    <a:pt x="3871" y="4625"/>
                  </a:lnTo>
                  <a:lnTo>
                    <a:pt x="4060" y="4436"/>
                  </a:lnTo>
                  <a:lnTo>
                    <a:pt x="4081" y="4311"/>
                  </a:lnTo>
                  <a:lnTo>
                    <a:pt x="4478" y="3788"/>
                  </a:lnTo>
                  <a:lnTo>
                    <a:pt x="4478" y="3683"/>
                  </a:lnTo>
                  <a:lnTo>
                    <a:pt x="4687" y="3390"/>
                  </a:lnTo>
                  <a:lnTo>
                    <a:pt x="4708" y="3202"/>
                  </a:lnTo>
                  <a:lnTo>
                    <a:pt x="5022" y="2574"/>
                  </a:lnTo>
                  <a:lnTo>
                    <a:pt x="5106" y="2532"/>
                  </a:lnTo>
                  <a:lnTo>
                    <a:pt x="5064" y="2449"/>
                  </a:lnTo>
                  <a:lnTo>
                    <a:pt x="5064" y="2365"/>
                  </a:lnTo>
                  <a:lnTo>
                    <a:pt x="5190" y="2239"/>
                  </a:lnTo>
                  <a:lnTo>
                    <a:pt x="5231" y="2239"/>
                  </a:lnTo>
                  <a:lnTo>
                    <a:pt x="5315" y="2135"/>
                  </a:lnTo>
                  <a:lnTo>
                    <a:pt x="5441" y="1842"/>
                  </a:lnTo>
                  <a:lnTo>
                    <a:pt x="5650" y="1591"/>
                  </a:lnTo>
                  <a:lnTo>
                    <a:pt x="5650" y="1423"/>
                  </a:lnTo>
                  <a:lnTo>
                    <a:pt x="5692" y="1381"/>
                  </a:lnTo>
                  <a:lnTo>
                    <a:pt x="5713" y="1214"/>
                  </a:lnTo>
                  <a:lnTo>
                    <a:pt x="5650" y="1151"/>
                  </a:lnTo>
                  <a:lnTo>
                    <a:pt x="5734" y="1005"/>
                  </a:lnTo>
                  <a:lnTo>
                    <a:pt x="5796" y="984"/>
                  </a:lnTo>
                  <a:lnTo>
                    <a:pt x="5859" y="984"/>
                  </a:lnTo>
                  <a:lnTo>
                    <a:pt x="5901" y="1005"/>
                  </a:lnTo>
                  <a:lnTo>
                    <a:pt x="5922" y="1005"/>
                  </a:lnTo>
                  <a:lnTo>
                    <a:pt x="5901" y="942"/>
                  </a:lnTo>
                  <a:lnTo>
                    <a:pt x="5838" y="942"/>
                  </a:lnTo>
                  <a:lnTo>
                    <a:pt x="5859" y="963"/>
                  </a:lnTo>
                  <a:lnTo>
                    <a:pt x="5796" y="963"/>
                  </a:lnTo>
                  <a:lnTo>
                    <a:pt x="5817" y="879"/>
                  </a:lnTo>
                  <a:lnTo>
                    <a:pt x="5817" y="775"/>
                  </a:lnTo>
                  <a:lnTo>
                    <a:pt x="5754" y="691"/>
                  </a:lnTo>
                  <a:lnTo>
                    <a:pt x="5817" y="586"/>
                  </a:lnTo>
                  <a:lnTo>
                    <a:pt x="5859" y="545"/>
                  </a:lnTo>
                  <a:lnTo>
                    <a:pt x="5859" y="482"/>
                  </a:lnTo>
                  <a:lnTo>
                    <a:pt x="5796" y="482"/>
                  </a:lnTo>
                  <a:lnTo>
                    <a:pt x="5754" y="440"/>
                  </a:lnTo>
                  <a:lnTo>
                    <a:pt x="5796" y="377"/>
                  </a:lnTo>
                  <a:lnTo>
                    <a:pt x="5796" y="314"/>
                  </a:lnTo>
                  <a:lnTo>
                    <a:pt x="5838" y="210"/>
                  </a:lnTo>
                  <a:lnTo>
                    <a:pt x="5901" y="126"/>
                  </a:lnTo>
                  <a:lnTo>
                    <a:pt x="5859" y="105"/>
                  </a:lnTo>
                  <a:lnTo>
                    <a:pt x="5796" y="105"/>
                  </a:lnTo>
                  <a:lnTo>
                    <a:pt x="5650" y="42"/>
                  </a:lnTo>
                  <a:lnTo>
                    <a:pt x="558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5" name="Google Shape;2515;p56"/>
            <p:cNvSpPr/>
            <p:nvPr/>
          </p:nvSpPr>
          <p:spPr>
            <a:xfrm>
              <a:off x="3978054" y="3108693"/>
              <a:ext cx="57811" cy="66882"/>
            </a:xfrm>
            <a:custGeom>
              <a:avLst/>
              <a:gdLst/>
              <a:ahLst/>
              <a:cxnLst/>
              <a:rect l="l" t="t" r="r" b="b"/>
              <a:pathLst>
                <a:path w="4855" h="5881" extrusionOk="0">
                  <a:moveTo>
                    <a:pt x="984" y="1"/>
                  </a:moveTo>
                  <a:lnTo>
                    <a:pt x="942" y="43"/>
                  </a:lnTo>
                  <a:lnTo>
                    <a:pt x="732" y="252"/>
                  </a:lnTo>
                  <a:lnTo>
                    <a:pt x="607" y="461"/>
                  </a:lnTo>
                  <a:lnTo>
                    <a:pt x="565" y="461"/>
                  </a:lnTo>
                  <a:lnTo>
                    <a:pt x="460" y="566"/>
                  </a:lnTo>
                  <a:lnTo>
                    <a:pt x="398" y="628"/>
                  </a:lnTo>
                  <a:lnTo>
                    <a:pt x="356" y="649"/>
                  </a:lnTo>
                  <a:lnTo>
                    <a:pt x="272" y="754"/>
                  </a:lnTo>
                  <a:lnTo>
                    <a:pt x="293" y="733"/>
                  </a:lnTo>
                  <a:lnTo>
                    <a:pt x="356" y="796"/>
                  </a:lnTo>
                  <a:lnTo>
                    <a:pt x="377" y="963"/>
                  </a:lnTo>
                  <a:lnTo>
                    <a:pt x="419" y="984"/>
                  </a:lnTo>
                  <a:lnTo>
                    <a:pt x="419" y="1089"/>
                  </a:lnTo>
                  <a:lnTo>
                    <a:pt x="502" y="1089"/>
                  </a:lnTo>
                  <a:lnTo>
                    <a:pt x="523" y="1214"/>
                  </a:lnTo>
                  <a:lnTo>
                    <a:pt x="523" y="1361"/>
                  </a:lnTo>
                  <a:lnTo>
                    <a:pt x="670" y="1486"/>
                  </a:lnTo>
                  <a:lnTo>
                    <a:pt x="732" y="1633"/>
                  </a:lnTo>
                  <a:lnTo>
                    <a:pt x="816" y="1696"/>
                  </a:lnTo>
                  <a:lnTo>
                    <a:pt x="900" y="1737"/>
                  </a:lnTo>
                  <a:lnTo>
                    <a:pt x="837" y="1800"/>
                  </a:lnTo>
                  <a:lnTo>
                    <a:pt x="921" y="1884"/>
                  </a:lnTo>
                  <a:lnTo>
                    <a:pt x="942" y="2009"/>
                  </a:lnTo>
                  <a:lnTo>
                    <a:pt x="942" y="2114"/>
                  </a:lnTo>
                  <a:lnTo>
                    <a:pt x="816" y="2261"/>
                  </a:lnTo>
                  <a:lnTo>
                    <a:pt x="816" y="2365"/>
                  </a:lnTo>
                  <a:lnTo>
                    <a:pt x="774" y="2512"/>
                  </a:lnTo>
                  <a:lnTo>
                    <a:pt x="565" y="2512"/>
                  </a:lnTo>
                  <a:lnTo>
                    <a:pt x="565" y="2553"/>
                  </a:lnTo>
                  <a:lnTo>
                    <a:pt x="502" y="2616"/>
                  </a:lnTo>
                  <a:lnTo>
                    <a:pt x="460" y="2721"/>
                  </a:lnTo>
                  <a:lnTo>
                    <a:pt x="377" y="2784"/>
                  </a:lnTo>
                  <a:lnTo>
                    <a:pt x="293" y="2930"/>
                  </a:lnTo>
                  <a:lnTo>
                    <a:pt x="188" y="3056"/>
                  </a:lnTo>
                  <a:lnTo>
                    <a:pt x="168" y="3202"/>
                  </a:lnTo>
                  <a:lnTo>
                    <a:pt x="0" y="3767"/>
                  </a:lnTo>
                  <a:lnTo>
                    <a:pt x="188" y="3767"/>
                  </a:lnTo>
                  <a:lnTo>
                    <a:pt x="2281" y="4981"/>
                  </a:lnTo>
                  <a:lnTo>
                    <a:pt x="2406" y="5169"/>
                  </a:lnTo>
                  <a:lnTo>
                    <a:pt x="2385" y="5253"/>
                  </a:lnTo>
                  <a:lnTo>
                    <a:pt x="2406" y="5294"/>
                  </a:lnTo>
                  <a:lnTo>
                    <a:pt x="2469" y="5378"/>
                  </a:lnTo>
                  <a:lnTo>
                    <a:pt x="3181" y="5880"/>
                  </a:lnTo>
                  <a:lnTo>
                    <a:pt x="3222" y="5880"/>
                  </a:lnTo>
                  <a:lnTo>
                    <a:pt x="3327" y="5818"/>
                  </a:lnTo>
                  <a:lnTo>
                    <a:pt x="3536" y="5546"/>
                  </a:lnTo>
                  <a:lnTo>
                    <a:pt x="3641" y="5357"/>
                  </a:lnTo>
                  <a:lnTo>
                    <a:pt x="3641" y="5232"/>
                  </a:lnTo>
                  <a:lnTo>
                    <a:pt x="3725" y="5085"/>
                  </a:lnTo>
                  <a:lnTo>
                    <a:pt x="3829" y="4939"/>
                  </a:lnTo>
                  <a:lnTo>
                    <a:pt x="3808" y="4918"/>
                  </a:lnTo>
                  <a:lnTo>
                    <a:pt x="3808" y="4855"/>
                  </a:lnTo>
                  <a:lnTo>
                    <a:pt x="3871" y="4750"/>
                  </a:lnTo>
                  <a:lnTo>
                    <a:pt x="3871" y="4730"/>
                  </a:lnTo>
                  <a:lnTo>
                    <a:pt x="3955" y="4709"/>
                  </a:lnTo>
                  <a:lnTo>
                    <a:pt x="4122" y="4709"/>
                  </a:lnTo>
                  <a:lnTo>
                    <a:pt x="4227" y="4541"/>
                  </a:lnTo>
                  <a:lnTo>
                    <a:pt x="4436" y="4458"/>
                  </a:lnTo>
                  <a:lnTo>
                    <a:pt x="4394" y="4416"/>
                  </a:lnTo>
                  <a:lnTo>
                    <a:pt x="4457" y="4332"/>
                  </a:lnTo>
                  <a:lnTo>
                    <a:pt x="4499" y="4332"/>
                  </a:lnTo>
                  <a:lnTo>
                    <a:pt x="4687" y="4102"/>
                  </a:lnTo>
                  <a:lnTo>
                    <a:pt x="4708" y="4081"/>
                  </a:lnTo>
                  <a:lnTo>
                    <a:pt x="4289" y="3683"/>
                  </a:lnTo>
                  <a:lnTo>
                    <a:pt x="4289" y="1403"/>
                  </a:lnTo>
                  <a:lnTo>
                    <a:pt x="4854" y="900"/>
                  </a:lnTo>
                  <a:lnTo>
                    <a:pt x="4687" y="900"/>
                  </a:lnTo>
                  <a:lnTo>
                    <a:pt x="4478" y="942"/>
                  </a:lnTo>
                  <a:lnTo>
                    <a:pt x="4373" y="880"/>
                  </a:lnTo>
                  <a:lnTo>
                    <a:pt x="4289" y="754"/>
                  </a:lnTo>
                  <a:lnTo>
                    <a:pt x="4227" y="733"/>
                  </a:lnTo>
                  <a:lnTo>
                    <a:pt x="3955" y="754"/>
                  </a:lnTo>
                  <a:lnTo>
                    <a:pt x="3913" y="775"/>
                  </a:lnTo>
                  <a:lnTo>
                    <a:pt x="3808" y="775"/>
                  </a:lnTo>
                  <a:lnTo>
                    <a:pt x="3704" y="838"/>
                  </a:lnTo>
                  <a:lnTo>
                    <a:pt x="3641" y="900"/>
                  </a:lnTo>
                  <a:lnTo>
                    <a:pt x="3494" y="1152"/>
                  </a:lnTo>
                  <a:lnTo>
                    <a:pt x="3285" y="1152"/>
                  </a:lnTo>
                  <a:lnTo>
                    <a:pt x="3181" y="1110"/>
                  </a:lnTo>
                  <a:lnTo>
                    <a:pt x="3013" y="1152"/>
                  </a:lnTo>
                  <a:lnTo>
                    <a:pt x="2888" y="1089"/>
                  </a:lnTo>
                  <a:lnTo>
                    <a:pt x="2699" y="1089"/>
                  </a:lnTo>
                  <a:lnTo>
                    <a:pt x="2595" y="1047"/>
                  </a:lnTo>
                  <a:lnTo>
                    <a:pt x="2511" y="942"/>
                  </a:lnTo>
                  <a:lnTo>
                    <a:pt x="2365" y="859"/>
                  </a:lnTo>
                  <a:lnTo>
                    <a:pt x="2134" y="628"/>
                  </a:lnTo>
                  <a:lnTo>
                    <a:pt x="2030" y="545"/>
                  </a:lnTo>
                  <a:lnTo>
                    <a:pt x="1737" y="566"/>
                  </a:lnTo>
                  <a:lnTo>
                    <a:pt x="1611" y="524"/>
                  </a:lnTo>
                  <a:lnTo>
                    <a:pt x="1465" y="566"/>
                  </a:lnTo>
                  <a:lnTo>
                    <a:pt x="1339" y="545"/>
                  </a:lnTo>
                  <a:lnTo>
                    <a:pt x="1256" y="440"/>
                  </a:lnTo>
                  <a:lnTo>
                    <a:pt x="1256" y="105"/>
                  </a:lnTo>
                  <a:lnTo>
                    <a:pt x="1151" y="64"/>
                  </a:lnTo>
                  <a:lnTo>
                    <a:pt x="1046" y="105"/>
                  </a:lnTo>
                  <a:lnTo>
                    <a:pt x="9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2516" name="Google Shape;2516;p56"/>
            <p:cNvSpPr/>
            <p:nvPr/>
          </p:nvSpPr>
          <p:spPr>
            <a:xfrm>
              <a:off x="3963598" y="3151999"/>
              <a:ext cx="5239" cy="11"/>
            </a:xfrm>
            <a:custGeom>
              <a:avLst/>
              <a:gdLst/>
              <a:ahLst/>
              <a:cxnLst/>
              <a:rect l="l" t="t" r="r" b="b"/>
              <a:pathLst>
                <a:path w="440" h="1" extrusionOk="0">
                  <a:moveTo>
                    <a:pt x="1" y="1"/>
                  </a:moveTo>
                  <a:lnTo>
                    <a:pt x="210" y="1"/>
                  </a:lnTo>
                  <a:lnTo>
                    <a:pt x="440" y="1"/>
                  </a:lnTo>
                  <a:lnTo>
                    <a:pt x="2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7" name="Google Shape;2517;p56"/>
            <p:cNvSpPr/>
            <p:nvPr/>
          </p:nvSpPr>
          <p:spPr>
            <a:xfrm>
              <a:off x="3949392" y="3117029"/>
              <a:ext cx="39878" cy="37609"/>
            </a:xfrm>
            <a:custGeom>
              <a:avLst/>
              <a:gdLst/>
              <a:ahLst/>
              <a:cxnLst/>
              <a:rect l="l" t="t" r="r" b="b"/>
              <a:pathLst>
                <a:path w="3349" h="3307" extrusionOk="0">
                  <a:moveTo>
                    <a:pt x="2700" y="0"/>
                  </a:moveTo>
                  <a:lnTo>
                    <a:pt x="2679" y="21"/>
                  </a:lnTo>
                  <a:lnTo>
                    <a:pt x="2554" y="105"/>
                  </a:lnTo>
                  <a:lnTo>
                    <a:pt x="2491" y="209"/>
                  </a:lnTo>
                  <a:lnTo>
                    <a:pt x="2365" y="251"/>
                  </a:lnTo>
                  <a:lnTo>
                    <a:pt x="2240" y="209"/>
                  </a:lnTo>
                  <a:lnTo>
                    <a:pt x="2031" y="230"/>
                  </a:lnTo>
                  <a:lnTo>
                    <a:pt x="1884" y="272"/>
                  </a:lnTo>
                  <a:lnTo>
                    <a:pt x="1779" y="272"/>
                  </a:lnTo>
                  <a:lnTo>
                    <a:pt x="1759" y="314"/>
                  </a:lnTo>
                  <a:lnTo>
                    <a:pt x="1675" y="272"/>
                  </a:lnTo>
                  <a:lnTo>
                    <a:pt x="1612" y="356"/>
                  </a:lnTo>
                  <a:lnTo>
                    <a:pt x="1612" y="440"/>
                  </a:lnTo>
                  <a:lnTo>
                    <a:pt x="1549" y="440"/>
                  </a:lnTo>
                  <a:lnTo>
                    <a:pt x="1403" y="419"/>
                  </a:lnTo>
                  <a:lnTo>
                    <a:pt x="1403" y="314"/>
                  </a:lnTo>
                  <a:lnTo>
                    <a:pt x="1298" y="272"/>
                  </a:lnTo>
                  <a:lnTo>
                    <a:pt x="1215" y="314"/>
                  </a:lnTo>
                  <a:lnTo>
                    <a:pt x="1047" y="251"/>
                  </a:lnTo>
                  <a:lnTo>
                    <a:pt x="942" y="209"/>
                  </a:lnTo>
                  <a:lnTo>
                    <a:pt x="880" y="272"/>
                  </a:lnTo>
                  <a:lnTo>
                    <a:pt x="880" y="356"/>
                  </a:lnTo>
                  <a:lnTo>
                    <a:pt x="901" y="419"/>
                  </a:lnTo>
                  <a:lnTo>
                    <a:pt x="880" y="440"/>
                  </a:lnTo>
                  <a:lnTo>
                    <a:pt x="838" y="544"/>
                  </a:lnTo>
                  <a:lnTo>
                    <a:pt x="796" y="628"/>
                  </a:lnTo>
                  <a:lnTo>
                    <a:pt x="796" y="774"/>
                  </a:lnTo>
                  <a:lnTo>
                    <a:pt x="775" y="984"/>
                  </a:lnTo>
                  <a:lnTo>
                    <a:pt x="733" y="1109"/>
                  </a:lnTo>
                  <a:lnTo>
                    <a:pt x="817" y="1172"/>
                  </a:lnTo>
                  <a:lnTo>
                    <a:pt x="880" y="1256"/>
                  </a:lnTo>
                  <a:lnTo>
                    <a:pt x="922" y="1318"/>
                  </a:lnTo>
                  <a:lnTo>
                    <a:pt x="901" y="1402"/>
                  </a:lnTo>
                  <a:lnTo>
                    <a:pt x="608" y="1800"/>
                  </a:lnTo>
                  <a:lnTo>
                    <a:pt x="419" y="2009"/>
                  </a:lnTo>
                  <a:lnTo>
                    <a:pt x="378" y="2092"/>
                  </a:lnTo>
                  <a:lnTo>
                    <a:pt x="147" y="2511"/>
                  </a:lnTo>
                  <a:lnTo>
                    <a:pt x="106" y="2553"/>
                  </a:lnTo>
                  <a:lnTo>
                    <a:pt x="106" y="2720"/>
                  </a:lnTo>
                  <a:lnTo>
                    <a:pt x="85" y="2929"/>
                  </a:lnTo>
                  <a:lnTo>
                    <a:pt x="1" y="3139"/>
                  </a:lnTo>
                  <a:lnTo>
                    <a:pt x="43" y="3264"/>
                  </a:lnTo>
                  <a:lnTo>
                    <a:pt x="1" y="3285"/>
                  </a:lnTo>
                  <a:lnTo>
                    <a:pt x="43" y="3306"/>
                  </a:lnTo>
                  <a:lnTo>
                    <a:pt x="106" y="3285"/>
                  </a:lnTo>
                  <a:lnTo>
                    <a:pt x="210" y="3201"/>
                  </a:lnTo>
                  <a:lnTo>
                    <a:pt x="273" y="3243"/>
                  </a:lnTo>
                  <a:lnTo>
                    <a:pt x="315" y="3285"/>
                  </a:lnTo>
                  <a:lnTo>
                    <a:pt x="398" y="3285"/>
                  </a:lnTo>
                  <a:lnTo>
                    <a:pt x="461" y="3243"/>
                  </a:lnTo>
                  <a:lnTo>
                    <a:pt x="461" y="3160"/>
                  </a:lnTo>
                  <a:lnTo>
                    <a:pt x="566" y="3160"/>
                  </a:lnTo>
                  <a:lnTo>
                    <a:pt x="566" y="3180"/>
                  </a:lnTo>
                  <a:lnTo>
                    <a:pt x="608" y="3139"/>
                  </a:lnTo>
                  <a:lnTo>
                    <a:pt x="670" y="3139"/>
                  </a:lnTo>
                  <a:lnTo>
                    <a:pt x="712" y="3076"/>
                  </a:lnTo>
                  <a:lnTo>
                    <a:pt x="1633" y="3076"/>
                  </a:lnTo>
                  <a:lnTo>
                    <a:pt x="2407" y="3034"/>
                  </a:lnTo>
                  <a:lnTo>
                    <a:pt x="2575" y="2469"/>
                  </a:lnTo>
                  <a:lnTo>
                    <a:pt x="2595" y="2323"/>
                  </a:lnTo>
                  <a:lnTo>
                    <a:pt x="2700" y="2197"/>
                  </a:lnTo>
                  <a:lnTo>
                    <a:pt x="2784" y="2051"/>
                  </a:lnTo>
                  <a:lnTo>
                    <a:pt x="2867" y="1988"/>
                  </a:lnTo>
                  <a:lnTo>
                    <a:pt x="2909" y="1883"/>
                  </a:lnTo>
                  <a:lnTo>
                    <a:pt x="2972" y="1820"/>
                  </a:lnTo>
                  <a:lnTo>
                    <a:pt x="2972" y="1779"/>
                  </a:lnTo>
                  <a:lnTo>
                    <a:pt x="3181" y="1779"/>
                  </a:lnTo>
                  <a:lnTo>
                    <a:pt x="3223" y="1632"/>
                  </a:lnTo>
                  <a:lnTo>
                    <a:pt x="3223" y="1528"/>
                  </a:lnTo>
                  <a:lnTo>
                    <a:pt x="3349" y="1381"/>
                  </a:lnTo>
                  <a:lnTo>
                    <a:pt x="3349" y="1276"/>
                  </a:lnTo>
                  <a:lnTo>
                    <a:pt x="3328" y="1151"/>
                  </a:lnTo>
                  <a:lnTo>
                    <a:pt x="3244" y="1067"/>
                  </a:lnTo>
                  <a:lnTo>
                    <a:pt x="3307" y="1004"/>
                  </a:lnTo>
                  <a:lnTo>
                    <a:pt x="3223" y="963"/>
                  </a:lnTo>
                  <a:lnTo>
                    <a:pt x="3139" y="900"/>
                  </a:lnTo>
                  <a:lnTo>
                    <a:pt x="3077" y="753"/>
                  </a:lnTo>
                  <a:lnTo>
                    <a:pt x="2930" y="628"/>
                  </a:lnTo>
                  <a:lnTo>
                    <a:pt x="2930" y="481"/>
                  </a:lnTo>
                  <a:lnTo>
                    <a:pt x="2909" y="356"/>
                  </a:lnTo>
                  <a:lnTo>
                    <a:pt x="2826" y="356"/>
                  </a:lnTo>
                  <a:lnTo>
                    <a:pt x="2826" y="251"/>
                  </a:lnTo>
                  <a:lnTo>
                    <a:pt x="2784" y="230"/>
                  </a:lnTo>
                  <a:lnTo>
                    <a:pt x="2763" y="63"/>
                  </a:lnTo>
                  <a:lnTo>
                    <a:pt x="270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8" name="Google Shape;2518;p56"/>
            <p:cNvSpPr/>
            <p:nvPr/>
          </p:nvSpPr>
          <p:spPr>
            <a:xfrm>
              <a:off x="3845999" y="3071334"/>
              <a:ext cx="89711" cy="57841"/>
            </a:xfrm>
            <a:custGeom>
              <a:avLst/>
              <a:gdLst/>
              <a:ahLst/>
              <a:cxnLst/>
              <a:rect l="l" t="t" r="r" b="b"/>
              <a:pathLst>
                <a:path w="7534" h="5086" extrusionOk="0">
                  <a:moveTo>
                    <a:pt x="4750" y="1"/>
                  </a:moveTo>
                  <a:lnTo>
                    <a:pt x="4708" y="64"/>
                  </a:lnTo>
                  <a:lnTo>
                    <a:pt x="4583" y="147"/>
                  </a:lnTo>
                  <a:lnTo>
                    <a:pt x="4499" y="84"/>
                  </a:lnTo>
                  <a:lnTo>
                    <a:pt x="4374" y="84"/>
                  </a:lnTo>
                  <a:lnTo>
                    <a:pt x="4269" y="168"/>
                  </a:lnTo>
                  <a:lnTo>
                    <a:pt x="4123" y="252"/>
                  </a:lnTo>
                  <a:lnTo>
                    <a:pt x="4081" y="315"/>
                  </a:lnTo>
                  <a:lnTo>
                    <a:pt x="4123" y="398"/>
                  </a:lnTo>
                  <a:lnTo>
                    <a:pt x="4039" y="419"/>
                  </a:lnTo>
                  <a:lnTo>
                    <a:pt x="3934" y="587"/>
                  </a:lnTo>
                  <a:lnTo>
                    <a:pt x="3872" y="587"/>
                  </a:lnTo>
                  <a:lnTo>
                    <a:pt x="3830" y="566"/>
                  </a:lnTo>
                  <a:lnTo>
                    <a:pt x="3746" y="670"/>
                  </a:lnTo>
                  <a:lnTo>
                    <a:pt x="3746" y="733"/>
                  </a:lnTo>
                  <a:lnTo>
                    <a:pt x="3662" y="796"/>
                  </a:lnTo>
                  <a:lnTo>
                    <a:pt x="3641" y="900"/>
                  </a:lnTo>
                  <a:lnTo>
                    <a:pt x="3662" y="984"/>
                  </a:lnTo>
                  <a:lnTo>
                    <a:pt x="3641" y="1089"/>
                  </a:lnTo>
                  <a:lnTo>
                    <a:pt x="3537" y="1131"/>
                  </a:lnTo>
                  <a:lnTo>
                    <a:pt x="3432" y="1214"/>
                  </a:lnTo>
                  <a:lnTo>
                    <a:pt x="3202" y="1235"/>
                  </a:lnTo>
                  <a:lnTo>
                    <a:pt x="3035" y="1256"/>
                  </a:lnTo>
                  <a:lnTo>
                    <a:pt x="2909" y="1235"/>
                  </a:lnTo>
                  <a:lnTo>
                    <a:pt x="2804" y="1193"/>
                  </a:lnTo>
                  <a:lnTo>
                    <a:pt x="2679" y="1214"/>
                  </a:lnTo>
                  <a:lnTo>
                    <a:pt x="2595" y="1193"/>
                  </a:lnTo>
                  <a:lnTo>
                    <a:pt x="2511" y="1235"/>
                  </a:lnTo>
                  <a:lnTo>
                    <a:pt x="2491" y="1340"/>
                  </a:lnTo>
                  <a:lnTo>
                    <a:pt x="2595" y="1445"/>
                  </a:lnTo>
                  <a:lnTo>
                    <a:pt x="2658" y="1445"/>
                  </a:lnTo>
                  <a:lnTo>
                    <a:pt x="2679" y="1528"/>
                  </a:lnTo>
                  <a:lnTo>
                    <a:pt x="2511" y="1633"/>
                  </a:lnTo>
                  <a:lnTo>
                    <a:pt x="2449" y="1737"/>
                  </a:lnTo>
                  <a:lnTo>
                    <a:pt x="2281" y="1737"/>
                  </a:lnTo>
                  <a:lnTo>
                    <a:pt x="1947" y="1821"/>
                  </a:lnTo>
                  <a:lnTo>
                    <a:pt x="1821" y="1926"/>
                  </a:lnTo>
                  <a:lnTo>
                    <a:pt x="1633" y="1968"/>
                  </a:lnTo>
                  <a:lnTo>
                    <a:pt x="1507" y="2072"/>
                  </a:lnTo>
                  <a:lnTo>
                    <a:pt x="1403" y="2093"/>
                  </a:lnTo>
                  <a:lnTo>
                    <a:pt x="1340" y="2051"/>
                  </a:lnTo>
                  <a:lnTo>
                    <a:pt x="1298" y="1926"/>
                  </a:lnTo>
                  <a:lnTo>
                    <a:pt x="1235" y="1863"/>
                  </a:lnTo>
                  <a:lnTo>
                    <a:pt x="1151" y="1926"/>
                  </a:lnTo>
                  <a:lnTo>
                    <a:pt x="1151" y="2051"/>
                  </a:lnTo>
                  <a:lnTo>
                    <a:pt x="1110" y="2177"/>
                  </a:lnTo>
                  <a:lnTo>
                    <a:pt x="942" y="2177"/>
                  </a:lnTo>
                  <a:lnTo>
                    <a:pt x="838" y="2198"/>
                  </a:lnTo>
                  <a:lnTo>
                    <a:pt x="733" y="2198"/>
                  </a:lnTo>
                  <a:lnTo>
                    <a:pt x="712" y="2072"/>
                  </a:lnTo>
                  <a:lnTo>
                    <a:pt x="670" y="2030"/>
                  </a:lnTo>
                  <a:lnTo>
                    <a:pt x="670" y="2051"/>
                  </a:lnTo>
                  <a:lnTo>
                    <a:pt x="566" y="2198"/>
                  </a:lnTo>
                  <a:lnTo>
                    <a:pt x="461" y="2240"/>
                  </a:lnTo>
                  <a:lnTo>
                    <a:pt x="398" y="2365"/>
                  </a:lnTo>
                  <a:lnTo>
                    <a:pt x="294" y="2553"/>
                  </a:lnTo>
                  <a:lnTo>
                    <a:pt x="252" y="2679"/>
                  </a:lnTo>
                  <a:lnTo>
                    <a:pt x="147" y="2867"/>
                  </a:lnTo>
                  <a:lnTo>
                    <a:pt x="63" y="2867"/>
                  </a:lnTo>
                  <a:lnTo>
                    <a:pt x="1" y="2930"/>
                  </a:lnTo>
                  <a:lnTo>
                    <a:pt x="42" y="3077"/>
                  </a:lnTo>
                  <a:lnTo>
                    <a:pt x="84" y="3223"/>
                  </a:lnTo>
                  <a:lnTo>
                    <a:pt x="63" y="3349"/>
                  </a:lnTo>
                  <a:lnTo>
                    <a:pt x="84" y="3516"/>
                  </a:lnTo>
                  <a:lnTo>
                    <a:pt x="105" y="3641"/>
                  </a:lnTo>
                  <a:lnTo>
                    <a:pt x="105" y="3872"/>
                  </a:lnTo>
                  <a:lnTo>
                    <a:pt x="168" y="3934"/>
                  </a:lnTo>
                  <a:lnTo>
                    <a:pt x="314" y="4018"/>
                  </a:lnTo>
                  <a:lnTo>
                    <a:pt x="419" y="4123"/>
                  </a:lnTo>
                  <a:lnTo>
                    <a:pt x="461" y="4248"/>
                  </a:lnTo>
                  <a:lnTo>
                    <a:pt x="607" y="4458"/>
                  </a:lnTo>
                  <a:lnTo>
                    <a:pt x="691" y="4604"/>
                  </a:lnTo>
                  <a:lnTo>
                    <a:pt x="775" y="4688"/>
                  </a:lnTo>
                  <a:lnTo>
                    <a:pt x="942" y="4813"/>
                  </a:lnTo>
                  <a:lnTo>
                    <a:pt x="942" y="4960"/>
                  </a:lnTo>
                  <a:lnTo>
                    <a:pt x="942" y="5022"/>
                  </a:lnTo>
                  <a:lnTo>
                    <a:pt x="984" y="5085"/>
                  </a:lnTo>
                  <a:lnTo>
                    <a:pt x="1005" y="5085"/>
                  </a:lnTo>
                  <a:lnTo>
                    <a:pt x="1256" y="4667"/>
                  </a:lnTo>
                  <a:lnTo>
                    <a:pt x="1403" y="4499"/>
                  </a:lnTo>
                  <a:lnTo>
                    <a:pt x="1507" y="4478"/>
                  </a:lnTo>
                  <a:lnTo>
                    <a:pt x="1549" y="4437"/>
                  </a:lnTo>
                  <a:lnTo>
                    <a:pt x="1779" y="4332"/>
                  </a:lnTo>
                  <a:lnTo>
                    <a:pt x="1884" y="4353"/>
                  </a:lnTo>
                  <a:lnTo>
                    <a:pt x="1947" y="4290"/>
                  </a:lnTo>
                  <a:lnTo>
                    <a:pt x="2135" y="4290"/>
                  </a:lnTo>
                  <a:lnTo>
                    <a:pt x="2156" y="4353"/>
                  </a:lnTo>
                  <a:lnTo>
                    <a:pt x="2260" y="4395"/>
                  </a:lnTo>
                  <a:lnTo>
                    <a:pt x="2302" y="4374"/>
                  </a:lnTo>
                  <a:lnTo>
                    <a:pt x="2386" y="4353"/>
                  </a:lnTo>
                  <a:lnTo>
                    <a:pt x="2386" y="4269"/>
                  </a:lnTo>
                  <a:lnTo>
                    <a:pt x="2407" y="4185"/>
                  </a:lnTo>
                  <a:lnTo>
                    <a:pt x="2470" y="4144"/>
                  </a:lnTo>
                  <a:lnTo>
                    <a:pt x="2365" y="4018"/>
                  </a:lnTo>
                  <a:lnTo>
                    <a:pt x="2365" y="3955"/>
                  </a:lnTo>
                  <a:lnTo>
                    <a:pt x="2449" y="3955"/>
                  </a:lnTo>
                  <a:lnTo>
                    <a:pt x="2491" y="3913"/>
                  </a:lnTo>
                  <a:lnTo>
                    <a:pt x="2491" y="3851"/>
                  </a:lnTo>
                  <a:lnTo>
                    <a:pt x="2553" y="3767"/>
                  </a:lnTo>
                  <a:lnTo>
                    <a:pt x="2553" y="3704"/>
                  </a:lnTo>
                  <a:lnTo>
                    <a:pt x="2595" y="3662"/>
                  </a:lnTo>
                  <a:lnTo>
                    <a:pt x="2679" y="3662"/>
                  </a:lnTo>
                  <a:lnTo>
                    <a:pt x="2763" y="3558"/>
                  </a:lnTo>
                  <a:lnTo>
                    <a:pt x="2867" y="3600"/>
                  </a:lnTo>
                  <a:lnTo>
                    <a:pt x="2867" y="3537"/>
                  </a:lnTo>
                  <a:lnTo>
                    <a:pt x="2930" y="3537"/>
                  </a:lnTo>
                  <a:lnTo>
                    <a:pt x="3014" y="3600"/>
                  </a:lnTo>
                  <a:lnTo>
                    <a:pt x="3076" y="3621"/>
                  </a:lnTo>
                  <a:lnTo>
                    <a:pt x="3244" y="3746"/>
                  </a:lnTo>
                  <a:lnTo>
                    <a:pt x="3327" y="3767"/>
                  </a:lnTo>
                  <a:lnTo>
                    <a:pt x="3495" y="3913"/>
                  </a:lnTo>
                  <a:lnTo>
                    <a:pt x="3516" y="3955"/>
                  </a:lnTo>
                  <a:lnTo>
                    <a:pt x="3641" y="3934"/>
                  </a:lnTo>
                  <a:lnTo>
                    <a:pt x="3767" y="4018"/>
                  </a:lnTo>
                  <a:lnTo>
                    <a:pt x="3913" y="4018"/>
                  </a:lnTo>
                  <a:lnTo>
                    <a:pt x="3976" y="4039"/>
                  </a:lnTo>
                  <a:lnTo>
                    <a:pt x="4060" y="3976"/>
                  </a:lnTo>
                  <a:lnTo>
                    <a:pt x="4144" y="3976"/>
                  </a:lnTo>
                  <a:lnTo>
                    <a:pt x="4248" y="4039"/>
                  </a:lnTo>
                  <a:lnTo>
                    <a:pt x="4374" y="4060"/>
                  </a:lnTo>
                  <a:lnTo>
                    <a:pt x="4436" y="4081"/>
                  </a:lnTo>
                  <a:lnTo>
                    <a:pt x="4562" y="4060"/>
                  </a:lnTo>
                  <a:lnTo>
                    <a:pt x="4583" y="4018"/>
                  </a:lnTo>
                  <a:lnTo>
                    <a:pt x="4541" y="3955"/>
                  </a:lnTo>
                  <a:lnTo>
                    <a:pt x="4499" y="3913"/>
                  </a:lnTo>
                  <a:lnTo>
                    <a:pt x="4604" y="3809"/>
                  </a:lnTo>
                  <a:lnTo>
                    <a:pt x="4688" y="3704"/>
                  </a:lnTo>
                  <a:lnTo>
                    <a:pt x="4792" y="3704"/>
                  </a:lnTo>
                  <a:lnTo>
                    <a:pt x="4897" y="3725"/>
                  </a:lnTo>
                  <a:lnTo>
                    <a:pt x="4980" y="3809"/>
                  </a:lnTo>
                  <a:lnTo>
                    <a:pt x="5064" y="3767"/>
                  </a:lnTo>
                  <a:lnTo>
                    <a:pt x="5294" y="3746"/>
                  </a:lnTo>
                  <a:lnTo>
                    <a:pt x="5336" y="3704"/>
                  </a:lnTo>
                  <a:lnTo>
                    <a:pt x="5420" y="3641"/>
                  </a:lnTo>
                  <a:lnTo>
                    <a:pt x="5650" y="3537"/>
                  </a:lnTo>
                  <a:lnTo>
                    <a:pt x="5734" y="3558"/>
                  </a:lnTo>
                  <a:lnTo>
                    <a:pt x="5755" y="3600"/>
                  </a:lnTo>
                  <a:lnTo>
                    <a:pt x="5796" y="3600"/>
                  </a:lnTo>
                  <a:lnTo>
                    <a:pt x="5817" y="3662"/>
                  </a:lnTo>
                  <a:lnTo>
                    <a:pt x="5859" y="3662"/>
                  </a:lnTo>
                  <a:lnTo>
                    <a:pt x="5943" y="3621"/>
                  </a:lnTo>
                  <a:lnTo>
                    <a:pt x="6068" y="3621"/>
                  </a:lnTo>
                  <a:lnTo>
                    <a:pt x="6152" y="3600"/>
                  </a:lnTo>
                  <a:lnTo>
                    <a:pt x="6236" y="3600"/>
                  </a:lnTo>
                  <a:lnTo>
                    <a:pt x="6320" y="3495"/>
                  </a:lnTo>
                  <a:lnTo>
                    <a:pt x="6278" y="3453"/>
                  </a:lnTo>
                  <a:lnTo>
                    <a:pt x="6278" y="3411"/>
                  </a:lnTo>
                  <a:lnTo>
                    <a:pt x="6361" y="3411"/>
                  </a:lnTo>
                  <a:lnTo>
                    <a:pt x="6445" y="3453"/>
                  </a:lnTo>
                  <a:lnTo>
                    <a:pt x="6633" y="3453"/>
                  </a:lnTo>
                  <a:lnTo>
                    <a:pt x="6675" y="3495"/>
                  </a:lnTo>
                  <a:lnTo>
                    <a:pt x="6759" y="3516"/>
                  </a:lnTo>
                  <a:lnTo>
                    <a:pt x="6843" y="3558"/>
                  </a:lnTo>
                  <a:lnTo>
                    <a:pt x="7073" y="3558"/>
                  </a:lnTo>
                  <a:lnTo>
                    <a:pt x="7094" y="3600"/>
                  </a:lnTo>
                  <a:lnTo>
                    <a:pt x="7282" y="3516"/>
                  </a:lnTo>
                  <a:lnTo>
                    <a:pt x="7408" y="3516"/>
                  </a:lnTo>
                  <a:lnTo>
                    <a:pt x="7512" y="3558"/>
                  </a:lnTo>
                  <a:lnTo>
                    <a:pt x="7533" y="3600"/>
                  </a:lnTo>
                  <a:lnTo>
                    <a:pt x="7533" y="3558"/>
                  </a:lnTo>
                  <a:lnTo>
                    <a:pt x="7491" y="3495"/>
                  </a:lnTo>
                  <a:lnTo>
                    <a:pt x="7387" y="3432"/>
                  </a:lnTo>
                  <a:lnTo>
                    <a:pt x="7303" y="3390"/>
                  </a:lnTo>
                  <a:lnTo>
                    <a:pt x="7303" y="3202"/>
                  </a:lnTo>
                  <a:lnTo>
                    <a:pt x="7303" y="3139"/>
                  </a:lnTo>
                  <a:lnTo>
                    <a:pt x="7219" y="3077"/>
                  </a:lnTo>
                  <a:lnTo>
                    <a:pt x="7010" y="3035"/>
                  </a:lnTo>
                  <a:lnTo>
                    <a:pt x="6968" y="2972"/>
                  </a:lnTo>
                  <a:lnTo>
                    <a:pt x="6989" y="2867"/>
                  </a:lnTo>
                  <a:lnTo>
                    <a:pt x="6947" y="2805"/>
                  </a:lnTo>
                  <a:lnTo>
                    <a:pt x="6843" y="2784"/>
                  </a:lnTo>
                  <a:lnTo>
                    <a:pt x="6780" y="2721"/>
                  </a:lnTo>
                  <a:lnTo>
                    <a:pt x="6759" y="2553"/>
                  </a:lnTo>
                  <a:lnTo>
                    <a:pt x="6738" y="2491"/>
                  </a:lnTo>
                  <a:lnTo>
                    <a:pt x="6550" y="2365"/>
                  </a:lnTo>
                  <a:lnTo>
                    <a:pt x="6487" y="2386"/>
                  </a:lnTo>
                  <a:lnTo>
                    <a:pt x="6382" y="2344"/>
                  </a:lnTo>
                  <a:lnTo>
                    <a:pt x="6361" y="2365"/>
                  </a:lnTo>
                  <a:lnTo>
                    <a:pt x="6257" y="2344"/>
                  </a:lnTo>
                  <a:lnTo>
                    <a:pt x="6131" y="2240"/>
                  </a:lnTo>
                  <a:lnTo>
                    <a:pt x="6173" y="2177"/>
                  </a:lnTo>
                  <a:lnTo>
                    <a:pt x="6215" y="2135"/>
                  </a:lnTo>
                  <a:lnTo>
                    <a:pt x="6278" y="2072"/>
                  </a:lnTo>
                  <a:lnTo>
                    <a:pt x="6320" y="1989"/>
                  </a:lnTo>
                  <a:lnTo>
                    <a:pt x="6257" y="1926"/>
                  </a:lnTo>
                  <a:lnTo>
                    <a:pt x="6152" y="1926"/>
                  </a:lnTo>
                  <a:lnTo>
                    <a:pt x="6048" y="1863"/>
                  </a:lnTo>
                  <a:lnTo>
                    <a:pt x="6006" y="1779"/>
                  </a:lnTo>
                  <a:lnTo>
                    <a:pt x="5922" y="1737"/>
                  </a:lnTo>
                  <a:lnTo>
                    <a:pt x="5817" y="1737"/>
                  </a:lnTo>
                  <a:lnTo>
                    <a:pt x="5692" y="1654"/>
                  </a:lnTo>
                  <a:lnTo>
                    <a:pt x="5608" y="1612"/>
                  </a:lnTo>
                  <a:lnTo>
                    <a:pt x="5587" y="1465"/>
                  </a:lnTo>
                  <a:lnTo>
                    <a:pt x="5629" y="1403"/>
                  </a:lnTo>
                  <a:lnTo>
                    <a:pt x="5545" y="1361"/>
                  </a:lnTo>
                  <a:lnTo>
                    <a:pt x="5399" y="1361"/>
                  </a:lnTo>
                  <a:lnTo>
                    <a:pt x="5336" y="1424"/>
                  </a:lnTo>
                  <a:lnTo>
                    <a:pt x="5211" y="1424"/>
                  </a:lnTo>
                  <a:lnTo>
                    <a:pt x="5106" y="1340"/>
                  </a:lnTo>
                  <a:lnTo>
                    <a:pt x="5106" y="1152"/>
                  </a:lnTo>
                  <a:lnTo>
                    <a:pt x="5169" y="1047"/>
                  </a:lnTo>
                  <a:lnTo>
                    <a:pt x="5190" y="1005"/>
                  </a:lnTo>
                  <a:lnTo>
                    <a:pt x="5211" y="880"/>
                  </a:lnTo>
                  <a:lnTo>
                    <a:pt x="5190" y="796"/>
                  </a:lnTo>
                  <a:lnTo>
                    <a:pt x="5085" y="566"/>
                  </a:lnTo>
                  <a:lnTo>
                    <a:pt x="4918" y="377"/>
                  </a:lnTo>
                  <a:lnTo>
                    <a:pt x="4897" y="294"/>
                  </a:lnTo>
                  <a:lnTo>
                    <a:pt x="4771" y="189"/>
                  </a:lnTo>
                  <a:lnTo>
                    <a:pt x="4813" y="168"/>
                  </a:lnTo>
                  <a:lnTo>
                    <a:pt x="4813" y="84"/>
                  </a:lnTo>
                  <a:lnTo>
                    <a:pt x="475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9" name="Google Shape;2519;p56"/>
            <p:cNvSpPr/>
            <p:nvPr/>
          </p:nvSpPr>
          <p:spPr>
            <a:xfrm>
              <a:off x="3809372" y="2919523"/>
              <a:ext cx="106405" cy="94483"/>
            </a:xfrm>
            <a:custGeom>
              <a:avLst/>
              <a:gdLst/>
              <a:ahLst/>
              <a:cxnLst/>
              <a:rect l="l" t="t" r="r" b="b"/>
              <a:pathLst>
                <a:path w="8936" h="8308" extrusionOk="0">
                  <a:moveTo>
                    <a:pt x="1068" y="1"/>
                  </a:moveTo>
                  <a:lnTo>
                    <a:pt x="1047" y="42"/>
                  </a:lnTo>
                  <a:lnTo>
                    <a:pt x="1089" y="252"/>
                  </a:lnTo>
                  <a:lnTo>
                    <a:pt x="1152" y="314"/>
                  </a:lnTo>
                  <a:lnTo>
                    <a:pt x="1026" y="482"/>
                  </a:lnTo>
                  <a:lnTo>
                    <a:pt x="670" y="691"/>
                  </a:lnTo>
                  <a:lnTo>
                    <a:pt x="670" y="775"/>
                  </a:lnTo>
                  <a:lnTo>
                    <a:pt x="566" y="900"/>
                  </a:lnTo>
                  <a:lnTo>
                    <a:pt x="440" y="900"/>
                  </a:lnTo>
                  <a:lnTo>
                    <a:pt x="357" y="963"/>
                  </a:lnTo>
                  <a:lnTo>
                    <a:pt x="357" y="1047"/>
                  </a:lnTo>
                  <a:lnTo>
                    <a:pt x="336" y="1109"/>
                  </a:lnTo>
                  <a:lnTo>
                    <a:pt x="398" y="1298"/>
                  </a:lnTo>
                  <a:lnTo>
                    <a:pt x="398" y="1423"/>
                  </a:lnTo>
                  <a:lnTo>
                    <a:pt x="357" y="1465"/>
                  </a:lnTo>
                  <a:lnTo>
                    <a:pt x="357" y="1507"/>
                  </a:lnTo>
                  <a:lnTo>
                    <a:pt x="336" y="1570"/>
                  </a:lnTo>
                  <a:lnTo>
                    <a:pt x="294" y="1674"/>
                  </a:lnTo>
                  <a:lnTo>
                    <a:pt x="189" y="1716"/>
                  </a:lnTo>
                  <a:lnTo>
                    <a:pt x="147" y="1737"/>
                  </a:lnTo>
                  <a:lnTo>
                    <a:pt x="85" y="1737"/>
                  </a:lnTo>
                  <a:lnTo>
                    <a:pt x="22" y="1800"/>
                  </a:lnTo>
                  <a:lnTo>
                    <a:pt x="22" y="2009"/>
                  </a:lnTo>
                  <a:lnTo>
                    <a:pt x="85" y="2030"/>
                  </a:lnTo>
                  <a:lnTo>
                    <a:pt x="147" y="2156"/>
                  </a:lnTo>
                  <a:lnTo>
                    <a:pt x="147" y="2553"/>
                  </a:lnTo>
                  <a:lnTo>
                    <a:pt x="189" y="2762"/>
                  </a:lnTo>
                  <a:lnTo>
                    <a:pt x="189" y="2825"/>
                  </a:lnTo>
                  <a:lnTo>
                    <a:pt x="189" y="3139"/>
                  </a:lnTo>
                  <a:lnTo>
                    <a:pt x="252" y="3286"/>
                  </a:lnTo>
                  <a:lnTo>
                    <a:pt x="210" y="3599"/>
                  </a:lnTo>
                  <a:lnTo>
                    <a:pt x="189" y="3662"/>
                  </a:lnTo>
                  <a:lnTo>
                    <a:pt x="231" y="3788"/>
                  </a:lnTo>
                  <a:lnTo>
                    <a:pt x="252" y="3997"/>
                  </a:lnTo>
                  <a:lnTo>
                    <a:pt x="210" y="4081"/>
                  </a:lnTo>
                  <a:lnTo>
                    <a:pt x="85" y="4185"/>
                  </a:lnTo>
                  <a:lnTo>
                    <a:pt x="43" y="4227"/>
                  </a:lnTo>
                  <a:lnTo>
                    <a:pt x="1" y="4290"/>
                  </a:lnTo>
                  <a:lnTo>
                    <a:pt x="85" y="4353"/>
                  </a:lnTo>
                  <a:lnTo>
                    <a:pt x="210" y="4541"/>
                  </a:lnTo>
                  <a:lnTo>
                    <a:pt x="315" y="4771"/>
                  </a:lnTo>
                  <a:lnTo>
                    <a:pt x="357" y="4813"/>
                  </a:lnTo>
                  <a:lnTo>
                    <a:pt x="398" y="4938"/>
                  </a:lnTo>
                  <a:lnTo>
                    <a:pt x="357" y="5022"/>
                  </a:lnTo>
                  <a:lnTo>
                    <a:pt x="398" y="5169"/>
                  </a:lnTo>
                  <a:lnTo>
                    <a:pt x="440" y="5252"/>
                  </a:lnTo>
                  <a:lnTo>
                    <a:pt x="461" y="5357"/>
                  </a:lnTo>
                  <a:lnTo>
                    <a:pt x="545" y="5441"/>
                  </a:lnTo>
                  <a:lnTo>
                    <a:pt x="984" y="5441"/>
                  </a:lnTo>
                  <a:lnTo>
                    <a:pt x="1089" y="5503"/>
                  </a:lnTo>
                  <a:lnTo>
                    <a:pt x="1173" y="5650"/>
                  </a:lnTo>
                  <a:lnTo>
                    <a:pt x="1277" y="5880"/>
                  </a:lnTo>
                  <a:lnTo>
                    <a:pt x="1340" y="5922"/>
                  </a:lnTo>
                  <a:lnTo>
                    <a:pt x="1403" y="6006"/>
                  </a:lnTo>
                  <a:lnTo>
                    <a:pt x="1486" y="6089"/>
                  </a:lnTo>
                  <a:lnTo>
                    <a:pt x="2491" y="6319"/>
                  </a:lnTo>
                  <a:lnTo>
                    <a:pt x="2595" y="6424"/>
                  </a:lnTo>
                  <a:lnTo>
                    <a:pt x="3118" y="6215"/>
                  </a:lnTo>
                  <a:lnTo>
                    <a:pt x="3746" y="5964"/>
                  </a:lnTo>
                  <a:lnTo>
                    <a:pt x="8391" y="8307"/>
                  </a:lnTo>
                  <a:lnTo>
                    <a:pt x="8391" y="8098"/>
                  </a:lnTo>
                  <a:lnTo>
                    <a:pt x="8935" y="8056"/>
                  </a:lnTo>
                  <a:lnTo>
                    <a:pt x="8705" y="2344"/>
                  </a:lnTo>
                  <a:lnTo>
                    <a:pt x="8621" y="2051"/>
                  </a:lnTo>
                  <a:lnTo>
                    <a:pt x="8580" y="1905"/>
                  </a:lnTo>
                  <a:lnTo>
                    <a:pt x="8621" y="1716"/>
                  </a:lnTo>
                  <a:lnTo>
                    <a:pt x="8705" y="1507"/>
                  </a:lnTo>
                  <a:lnTo>
                    <a:pt x="8705" y="1381"/>
                  </a:lnTo>
                  <a:lnTo>
                    <a:pt x="8663" y="1214"/>
                  </a:lnTo>
                  <a:lnTo>
                    <a:pt x="8705" y="984"/>
                  </a:lnTo>
                  <a:lnTo>
                    <a:pt x="8726" y="879"/>
                  </a:lnTo>
                  <a:lnTo>
                    <a:pt x="8684" y="733"/>
                  </a:lnTo>
                  <a:lnTo>
                    <a:pt x="8600" y="649"/>
                  </a:lnTo>
                  <a:lnTo>
                    <a:pt x="8496" y="628"/>
                  </a:lnTo>
                  <a:lnTo>
                    <a:pt x="8391" y="649"/>
                  </a:lnTo>
                  <a:lnTo>
                    <a:pt x="7994" y="586"/>
                  </a:lnTo>
                  <a:lnTo>
                    <a:pt x="7931" y="524"/>
                  </a:lnTo>
                  <a:lnTo>
                    <a:pt x="7764" y="524"/>
                  </a:lnTo>
                  <a:lnTo>
                    <a:pt x="7575" y="461"/>
                  </a:lnTo>
                  <a:lnTo>
                    <a:pt x="7533" y="377"/>
                  </a:lnTo>
                  <a:lnTo>
                    <a:pt x="7575" y="356"/>
                  </a:lnTo>
                  <a:lnTo>
                    <a:pt x="7554" y="314"/>
                  </a:lnTo>
                  <a:lnTo>
                    <a:pt x="7324" y="168"/>
                  </a:lnTo>
                  <a:lnTo>
                    <a:pt x="7199" y="168"/>
                  </a:lnTo>
                  <a:lnTo>
                    <a:pt x="7010" y="126"/>
                  </a:lnTo>
                  <a:lnTo>
                    <a:pt x="6948" y="105"/>
                  </a:lnTo>
                  <a:lnTo>
                    <a:pt x="6885" y="147"/>
                  </a:lnTo>
                  <a:lnTo>
                    <a:pt x="6780" y="63"/>
                  </a:lnTo>
                  <a:lnTo>
                    <a:pt x="6717" y="63"/>
                  </a:lnTo>
                  <a:lnTo>
                    <a:pt x="6529" y="168"/>
                  </a:lnTo>
                  <a:lnTo>
                    <a:pt x="6257" y="210"/>
                  </a:lnTo>
                  <a:lnTo>
                    <a:pt x="6006" y="314"/>
                  </a:lnTo>
                  <a:lnTo>
                    <a:pt x="5880" y="440"/>
                  </a:lnTo>
                  <a:lnTo>
                    <a:pt x="5839" y="586"/>
                  </a:lnTo>
                  <a:lnTo>
                    <a:pt x="5776" y="670"/>
                  </a:lnTo>
                  <a:lnTo>
                    <a:pt x="5755" y="963"/>
                  </a:lnTo>
                  <a:lnTo>
                    <a:pt x="5859" y="1109"/>
                  </a:lnTo>
                  <a:lnTo>
                    <a:pt x="5943" y="1361"/>
                  </a:lnTo>
                  <a:lnTo>
                    <a:pt x="5880" y="1486"/>
                  </a:lnTo>
                  <a:lnTo>
                    <a:pt x="5734" y="1633"/>
                  </a:lnTo>
                  <a:lnTo>
                    <a:pt x="5692" y="1695"/>
                  </a:lnTo>
                  <a:lnTo>
                    <a:pt x="5525" y="1842"/>
                  </a:lnTo>
                  <a:lnTo>
                    <a:pt x="5378" y="1905"/>
                  </a:lnTo>
                  <a:lnTo>
                    <a:pt x="5148" y="1800"/>
                  </a:lnTo>
                  <a:lnTo>
                    <a:pt x="4918" y="1612"/>
                  </a:lnTo>
                  <a:lnTo>
                    <a:pt x="4730" y="1486"/>
                  </a:lnTo>
                  <a:lnTo>
                    <a:pt x="4479" y="1319"/>
                  </a:lnTo>
                  <a:lnTo>
                    <a:pt x="4060" y="1172"/>
                  </a:lnTo>
                  <a:lnTo>
                    <a:pt x="3872" y="1151"/>
                  </a:lnTo>
                  <a:lnTo>
                    <a:pt x="3788" y="1172"/>
                  </a:lnTo>
                  <a:lnTo>
                    <a:pt x="3579" y="1172"/>
                  </a:lnTo>
                  <a:lnTo>
                    <a:pt x="3390" y="1068"/>
                  </a:lnTo>
                  <a:lnTo>
                    <a:pt x="3223" y="733"/>
                  </a:lnTo>
                  <a:lnTo>
                    <a:pt x="3223" y="545"/>
                  </a:lnTo>
                  <a:lnTo>
                    <a:pt x="3056" y="356"/>
                  </a:lnTo>
                  <a:lnTo>
                    <a:pt x="2700" y="314"/>
                  </a:lnTo>
                  <a:lnTo>
                    <a:pt x="2512" y="168"/>
                  </a:lnTo>
                  <a:lnTo>
                    <a:pt x="2198" y="168"/>
                  </a:lnTo>
                  <a:lnTo>
                    <a:pt x="2010" y="105"/>
                  </a:lnTo>
                  <a:lnTo>
                    <a:pt x="1591" y="168"/>
                  </a:lnTo>
                  <a:lnTo>
                    <a:pt x="1298" y="126"/>
                  </a:lnTo>
                  <a:lnTo>
                    <a:pt x="1194" y="21"/>
                  </a:lnTo>
                  <a:lnTo>
                    <a:pt x="106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0" name="Google Shape;2520;p56"/>
            <p:cNvSpPr/>
            <p:nvPr/>
          </p:nvSpPr>
          <p:spPr>
            <a:xfrm>
              <a:off x="3795917" y="2888589"/>
              <a:ext cx="27173" cy="50699"/>
            </a:xfrm>
            <a:custGeom>
              <a:avLst/>
              <a:gdLst/>
              <a:ahLst/>
              <a:cxnLst/>
              <a:rect l="l" t="t" r="r" b="b"/>
              <a:pathLst>
                <a:path w="2282" h="4458" extrusionOk="0">
                  <a:moveTo>
                    <a:pt x="1235" y="0"/>
                  </a:moveTo>
                  <a:lnTo>
                    <a:pt x="1110" y="21"/>
                  </a:lnTo>
                  <a:lnTo>
                    <a:pt x="1110" y="105"/>
                  </a:lnTo>
                  <a:lnTo>
                    <a:pt x="1026" y="21"/>
                  </a:lnTo>
                  <a:lnTo>
                    <a:pt x="859" y="42"/>
                  </a:lnTo>
                  <a:lnTo>
                    <a:pt x="650" y="147"/>
                  </a:lnTo>
                  <a:lnTo>
                    <a:pt x="524" y="272"/>
                  </a:lnTo>
                  <a:lnTo>
                    <a:pt x="503" y="356"/>
                  </a:lnTo>
                  <a:lnTo>
                    <a:pt x="524" y="440"/>
                  </a:lnTo>
                  <a:lnTo>
                    <a:pt x="503" y="586"/>
                  </a:lnTo>
                  <a:lnTo>
                    <a:pt x="503" y="775"/>
                  </a:lnTo>
                  <a:lnTo>
                    <a:pt x="399" y="1047"/>
                  </a:lnTo>
                  <a:lnTo>
                    <a:pt x="440" y="1193"/>
                  </a:lnTo>
                  <a:lnTo>
                    <a:pt x="503" y="1298"/>
                  </a:lnTo>
                  <a:lnTo>
                    <a:pt x="524" y="1319"/>
                  </a:lnTo>
                  <a:lnTo>
                    <a:pt x="482" y="1381"/>
                  </a:lnTo>
                  <a:lnTo>
                    <a:pt x="419" y="1465"/>
                  </a:lnTo>
                  <a:lnTo>
                    <a:pt x="503" y="1528"/>
                  </a:lnTo>
                  <a:lnTo>
                    <a:pt x="440" y="1591"/>
                  </a:lnTo>
                  <a:lnTo>
                    <a:pt x="419" y="1800"/>
                  </a:lnTo>
                  <a:lnTo>
                    <a:pt x="336" y="1842"/>
                  </a:lnTo>
                  <a:lnTo>
                    <a:pt x="294" y="1925"/>
                  </a:lnTo>
                  <a:lnTo>
                    <a:pt x="210" y="1946"/>
                  </a:lnTo>
                  <a:lnTo>
                    <a:pt x="85" y="2114"/>
                  </a:lnTo>
                  <a:lnTo>
                    <a:pt x="1" y="2365"/>
                  </a:lnTo>
                  <a:lnTo>
                    <a:pt x="64" y="2407"/>
                  </a:lnTo>
                  <a:lnTo>
                    <a:pt x="106" y="2553"/>
                  </a:lnTo>
                  <a:lnTo>
                    <a:pt x="85" y="2616"/>
                  </a:lnTo>
                  <a:lnTo>
                    <a:pt x="168" y="2741"/>
                  </a:lnTo>
                  <a:lnTo>
                    <a:pt x="210" y="2741"/>
                  </a:lnTo>
                  <a:lnTo>
                    <a:pt x="399" y="2888"/>
                  </a:lnTo>
                  <a:lnTo>
                    <a:pt x="419" y="3034"/>
                  </a:lnTo>
                  <a:lnTo>
                    <a:pt x="545" y="3076"/>
                  </a:lnTo>
                  <a:lnTo>
                    <a:pt x="608" y="3139"/>
                  </a:lnTo>
                  <a:lnTo>
                    <a:pt x="712" y="3160"/>
                  </a:lnTo>
                  <a:lnTo>
                    <a:pt x="838" y="3306"/>
                  </a:lnTo>
                  <a:lnTo>
                    <a:pt x="1215" y="4457"/>
                  </a:lnTo>
                  <a:lnTo>
                    <a:pt x="1277" y="4457"/>
                  </a:lnTo>
                  <a:lnTo>
                    <a:pt x="1319" y="4436"/>
                  </a:lnTo>
                  <a:lnTo>
                    <a:pt x="1424" y="4394"/>
                  </a:lnTo>
                  <a:lnTo>
                    <a:pt x="1466" y="4290"/>
                  </a:lnTo>
                  <a:lnTo>
                    <a:pt x="1487" y="4227"/>
                  </a:lnTo>
                  <a:lnTo>
                    <a:pt x="1487" y="4185"/>
                  </a:lnTo>
                  <a:lnTo>
                    <a:pt x="1528" y="4143"/>
                  </a:lnTo>
                  <a:lnTo>
                    <a:pt x="1528" y="4018"/>
                  </a:lnTo>
                  <a:lnTo>
                    <a:pt x="1466" y="3829"/>
                  </a:lnTo>
                  <a:lnTo>
                    <a:pt x="1487" y="3767"/>
                  </a:lnTo>
                  <a:lnTo>
                    <a:pt x="1487" y="3683"/>
                  </a:lnTo>
                  <a:lnTo>
                    <a:pt x="1570" y="3620"/>
                  </a:lnTo>
                  <a:lnTo>
                    <a:pt x="1696" y="3620"/>
                  </a:lnTo>
                  <a:lnTo>
                    <a:pt x="1800" y="3495"/>
                  </a:lnTo>
                  <a:lnTo>
                    <a:pt x="1800" y="3411"/>
                  </a:lnTo>
                  <a:lnTo>
                    <a:pt x="2156" y="3202"/>
                  </a:lnTo>
                  <a:lnTo>
                    <a:pt x="2282" y="3034"/>
                  </a:lnTo>
                  <a:lnTo>
                    <a:pt x="2219" y="2972"/>
                  </a:lnTo>
                  <a:lnTo>
                    <a:pt x="2177" y="2762"/>
                  </a:lnTo>
                  <a:lnTo>
                    <a:pt x="2198" y="2721"/>
                  </a:lnTo>
                  <a:lnTo>
                    <a:pt x="2156" y="2679"/>
                  </a:lnTo>
                  <a:lnTo>
                    <a:pt x="1968" y="2574"/>
                  </a:lnTo>
                  <a:lnTo>
                    <a:pt x="1947" y="2532"/>
                  </a:lnTo>
                  <a:lnTo>
                    <a:pt x="1947" y="2448"/>
                  </a:lnTo>
                  <a:lnTo>
                    <a:pt x="1863" y="2407"/>
                  </a:lnTo>
                  <a:lnTo>
                    <a:pt x="1842" y="2428"/>
                  </a:lnTo>
                  <a:lnTo>
                    <a:pt x="1842" y="2469"/>
                  </a:lnTo>
                  <a:lnTo>
                    <a:pt x="1779" y="2511"/>
                  </a:lnTo>
                  <a:lnTo>
                    <a:pt x="1696" y="2469"/>
                  </a:lnTo>
                  <a:lnTo>
                    <a:pt x="1675" y="2365"/>
                  </a:lnTo>
                  <a:lnTo>
                    <a:pt x="1591" y="2407"/>
                  </a:lnTo>
                  <a:lnTo>
                    <a:pt x="1424" y="2260"/>
                  </a:lnTo>
                  <a:lnTo>
                    <a:pt x="1340" y="2114"/>
                  </a:lnTo>
                  <a:lnTo>
                    <a:pt x="1382" y="1925"/>
                  </a:lnTo>
                  <a:lnTo>
                    <a:pt x="1675" y="1737"/>
                  </a:lnTo>
                  <a:lnTo>
                    <a:pt x="1842" y="1570"/>
                  </a:lnTo>
                  <a:lnTo>
                    <a:pt x="1884" y="1507"/>
                  </a:lnTo>
                  <a:lnTo>
                    <a:pt x="1842" y="1465"/>
                  </a:lnTo>
                  <a:lnTo>
                    <a:pt x="1884" y="1381"/>
                  </a:lnTo>
                  <a:lnTo>
                    <a:pt x="1863" y="1298"/>
                  </a:lnTo>
                  <a:lnTo>
                    <a:pt x="1842" y="1277"/>
                  </a:lnTo>
                  <a:lnTo>
                    <a:pt x="1842" y="1088"/>
                  </a:lnTo>
                  <a:lnTo>
                    <a:pt x="1654" y="1005"/>
                  </a:lnTo>
                  <a:lnTo>
                    <a:pt x="1528" y="837"/>
                  </a:lnTo>
                  <a:lnTo>
                    <a:pt x="1549" y="670"/>
                  </a:lnTo>
                  <a:lnTo>
                    <a:pt x="1675" y="586"/>
                  </a:lnTo>
                  <a:lnTo>
                    <a:pt x="1696" y="482"/>
                  </a:lnTo>
                  <a:lnTo>
                    <a:pt x="1800" y="314"/>
                  </a:lnTo>
                  <a:lnTo>
                    <a:pt x="1800" y="210"/>
                  </a:lnTo>
                  <a:lnTo>
                    <a:pt x="1759" y="147"/>
                  </a:lnTo>
                  <a:lnTo>
                    <a:pt x="1549" y="335"/>
                  </a:lnTo>
                  <a:lnTo>
                    <a:pt x="1487" y="419"/>
                  </a:lnTo>
                  <a:lnTo>
                    <a:pt x="1424" y="377"/>
                  </a:lnTo>
                  <a:lnTo>
                    <a:pt x="1340" y="168"/>
                  </a:lnTo>
                  <a:lnTo>
                    <a:pt x="1277" y="168"/>
                  </a:lnTo>
                  <a:lnTo>
                    <a:pt x="1277" y="63"/>
                  </a:lnTo>
                  <a:lnTo>
                    <a:pt x="1235"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1" name="Google Shape;2521;p56"/>
            <p:cNvSpPr/>
            <p:nvPr/>
          </p:nvSpPr>
          <p:spPr>
            <a:xfrm>
              <a:off x="3689035" y="2890250"/>
              <a:ext cx="138044" cy="127554"/>
            </a:xfrm>
            <a:custGeom>
              <a:avLst/>
              <a:gdLst/>
              <a:ahLst/>
              <a:cxnLst/>
              <a:rect l="l" t="t" r="r" b="b"/>
              <a:pathLst>
                <a:path w="11593" h="11216" extrusionOk="0">
                  <a:moveTo>
                    <a:pt x="8307" y="1"/>
                  </a:moveTo>
                  <a:lnTo>
                    <a:pt x="8161" y="22"/>
                  </a:lnTo>
                  <a:lnTo>
                    <a:pt x="8140" y="106"/>
                  </a:lnTo>
                  <a:lnTo>
                    <a:pt x="8035" y="126"/>
                  </a:lnTo>
                  <a:lnTo>
                    <a:pt x="7994" y="210"/>
                  </a:lnTo>
                  <a:lnTo>
                    <a:pt x="7910" y="189"/>
                  </a:lnTo>
                  <a:lnTo>
                    <a:pt x="7805" y="189"/>
                  </a:lnTo>
                  <a:lnTo>
                    <a:pt x="7701" y="294"/>
                  </a:lnTo>
                  <a:lnTo>
                    <a:pt x="7575" y="294"/>
                  </a:lnTo>
                  <a:lnTo>
                    <a:pt x="7491" y="168"/>
                  </a:lnTo>
                  <a:lnTo>
                    <a:pt x="7324" y="168"/>
                  </a:lnTo>
                  <a:lnTo>
                    <a:pt x="7261" y="126"/>
                  </a:lnTo>
                  <a:lnTo>
                    <a:pt x="7115" y="168"/>
                  </a:lnTo>
                  <a:lnTo>
                    <a:pt x="6989" y="126"/>
                  </a:lnTo>
                  <a:lnTo>
                    <a:pt x="6947" y="168"/>
                  </a:lnTo>
                  <a:lnTo>
                    <a:pt x="6843" y="106"/>
                  </a:lnTo>
                  <a:lnTo>
                    <a:pt x="6759" y="126"/>
                  </a:lnTo>
                  <a:lnTo>
                    <a:pt x="6696" y="273"/>
                  </a:lnTo>
                  <a:lnTo>
                    <a:pt x="6571" y="273"/>
                  </a:lnTo>
                  <a:lnTo>
                    <a:pt x="6466" y="210"/>
                  </a:lnTo>
                  <a:lnTo>
                    <a:pt x="6320" y="336"/>
                  </a:lnTo>
                  <a:lnTo>
                    <a:pt x="6236" y="336"/>
                  </a:lnTo>
                  <a:lnTo>
                    <a:pt x="6110" y="273"/>
                  </a:lnTo>
                  <a:lnTo>
                    <a:pt x="5964" y="315"/>
                  </a:lnTo>
                  <a:lnTo>
                    <a:pt x="5629" y="315"/>
                  </a:lnTo>
                  <a:lnTo>
                    <a:pt x="5336" y="524"/>
                  </a:lnTo>
                  <a:lnTo>
                    <a:pt x="5190" y="545"/>
                  </a:lnTo>
                  <a:lnTo>
                    <a:pt x="5106" y="545"/>
                  </a:lnTo>
                  <a:lnTo>
                    <a:pt x="4981" y="629"/>
                  </a:lnTo>
                  <a:lnTo>
                    <a:pt x="4960" y="712"/>
                  </a:lnTo>
                  <a:lnTo>
                    <a:pt x="4897" y="817"/>
                  </a:lnTo>
                  <a:lnTo>
                    <a:pt x="4813" y="817"/>
                  </a:lnTo>
                  <a:lnTo>
                    <a:pt x="4792" y="796"/>
                  </a:lnTo>
                  <a:lnTo>
                    <a:pt x="4709" y="796"/>
                  </a:lnTo>
                  <a:lnTo>
                    <a:pt x="4646" y="817"/>
                  </a:lnTo>
                  <a:lnTo>
                    <a:pt x="4604" y="859"/>
                  </a:lnTo>
                  <a:lnTo>
                    <a:pt x="4457" y="901"/>
                  </a:lnTo>
                  <a:lnTo>
                    <a:pt x="4332" y="942"/>
                  </a:lnTo>
                  <a:lnTo>
                    <a:pt x="4248" y="1026"/>
                  </a:lnTo>
                  <a:lnTo>
                    <a:pt x="4227" y="1068"/>
                  </a:lnTo>
                  <a:lnTo>
                    <a:pt x="4123" y="1214"/>
                  </a:lnTo>
                  <a:lnTo>
                    <a:pt x="3934" y="1256"/>
                  </a:lnTo>
                  <a:lnTo>
                    <a:pt x="3767" y="1256"/>
                  </a:lnTo>
                  <a:lnTo>
                    <a:pt x="3830" y="1340"/>
                  </a:lnTo>
                  <a:lnTo>
                    <a:pt x="3851" y="1382"/>
                  </a:lnTo>
                  <a:lnTo>
                    <a:pt x="3913" y="1486"/>
                  </a:lnTo>
                  <a:lnTo>
                    <a:pt x="3934" y="1591"/>
                  </a:lnTo>
                  <a:lnTo>
                    <a:pt x="3955" y="1633"/>
                  </a:lnTo>
                  <a:lnTo>
                    <a:pt x="3955" y="1800"/>
                  </a:lnTo>
                  <a:lnTo>
                    <a:pt x="3955" y="2051"/>
                  </a:lnTo>
                  <a:lnTo>
                    <a:pt x="3976" y="2114"/>
                  </a:lnTo>
                  <a:lnTo>
                    <a:pt x="4039" y="2575"/>
                  </a:lnTo>
                  <a:lnTo>
                    <a:pt x="4123" y="2721"/>
                  </a:lnTo>
                  <a:lnTo>
                    <a:pt x="4144" y="2847"/>
                  </a:lnTo>
                  <a:lnTo>
                    <a:pt x="4227" y="2847"/>
                  </a:lnTo>
                  <a:lnTo>
                    <a:pt x="4269" y="2909"/>
                  </a:lnTo>
                  <a:lnTo>
                    <a:pt x="4353" y="2930"/>
                  </a:lnTo>
                  <a:lnTo>
                    <a:pt x="4395" y="2951"/>
                  </a:lnTo>
                  <a:lnTo>
                    <a:pt x="4332" y="3119"/>
                  </a:lnTo>
                  <a:lnTo>
                    <a:pt x="4353" y="3160"/>
                  </a:lnTo>
                  <a:lnTo>
                    <a:pt x="4269" y="3265"/>
                  </a:lnTo>
                  <a:lnTo>
                    <a:pt x="3600" y="3265"/>
                  </a:lnTo>
                  <a:lnTo>
                    <a:pt x="3453" y="3307"/>
                  </a:lnTo>
                  <a:lnTo>
                    <a:pt x="3307" y="3516"/>
                  </a:lnTo>
                  <a:lnTo>
                    <a:pt x="3202" y="3621"/>
                  </a:lnTo>
                  <a:lnTo>
                    <a:pt x="3118" y="3746"/>
                  </a:lnTo>
                  <a:lnTo>
                    <a:pt x="3139" y="3935"/>
                  </a:lnTo>
                  <a:lnTo>
                    <a:pt x="3097" y="4060"/>
                  </a:lnTo>
                  <a:lnTo>
                    <a:pt x="2700" y="4311"/>
                  </a:lnTo>
                  <a:lnTo>
                    <a:pt x="2072" y="4688"/>
                  </a:lnTo>
                  <a:lnTo>
                    <a:pt x="1612" y="4939"/>
                  </a:lnTo>
                  <a:lnTo>
                    <a:pt x="1361" y="5002"/>
                  </a:lnTo>
                  <a:lnTo>
                    <a:pt x="1152" y="5002"/>
                  </a:lnTo>
                  <a:lnTo>
                    <a:pt x="1047" y="5043"/>
                  </a:lnTo>
                  <a:lnTo>
                    <a:pt x="880" y="5043"/>
                  </a:lnTo>
                  <a:lnTo>
                    <a:pt x="587" y="5106"/>
                  </a:lnTo>
                  <a:lnTo>
                    <a:pt x="398" y="5211"/>
                  </a:lnTo>
                  <a:lnTo>
                    <a:pt x="294" y="5357"/>
                  </a:lnTo>
                  <a:lnTo>
                    <a:pt x="43" y="5546"/>
                  </a:lnTo>
                  <a:lnTo>
                    <a:pt x="43" y="6048"/>
                  </a:lnTo>
                  <a:lnTo>
                    <a:pt x="1" y="6194"/>
                  </a:lnTo>
                  <a:lnTo>
                    <a:pt x="2093" y="7617"/>
                  </a:lnTo>
                  <a:lnTo>
                    <a:pt x="5901" y="10128"/>
                  </a:lnTo>
                  <a:lnTo>
                    <a:pt x="5943" y="10379"/>
                  </a:lnTo>
                  <a:lnTo>
                    <a:pt x="6069" y="10484"/>
                  </a:lnTo>
                  <a:lnTo>
                    <a:pt x="6278" y="10484"/>
                  </a:lnTo>
                  <a:lnTo>
                    <a:pt x="6445" y="10546"/>
                  </a:lnTo>
                  <a:lnTo>
                    <a:pt x="6550" y="10672"/>
                  </a:lnTo>
                  <a:lnTo>
                    <a:pt x="6696" y="10735"/>
                  </a:lnTo>
                  <a:lnTo>
                    <a:pt x="6801" y="10797"/>
                  </a:lnTo>
                  <a:lnTo>
                    <a:pt x="6801" y="10902"/>
                  </a:lnTo>
                  <a:lnTo>
                    <a:pt x="6738" y="11090"/>
                  </a:lnTo>
                  <a:lnTo>
                    <a:pt x="6780" y="11174"/>
                  </a:lnTo>
                  <a:lnTo>
                    <a:pt x="6906" y="11216"/>
                  </a:lnTo>
                  <a:lnTo>
                    <a:pt x="7178" y="11195"/>
                  </a:lnTo>
                  <a:lnTo>
                    <a:pt x="7408" y="11111"/>
                  </a:lnTo>
                  <a:lnTo>
                    <a:pt x="8266" y="10902"/>
                  </a:lnTo>
                  <a:lnTo>
                    <a:pt x="8998" y="10253"/>
                  </a:lnTo>
                  <a:lnTo>
                    <a:pt x="11592" y="8663"/>
                  </a:lnTo>
                  <a:lnTo>
                    <a:pt x="11509" y="8580"/>
                  </a:lnTo>
                  <a:lnTo>
                    <a:pt x="11446" y="8496"/>
                  </a:lnTo>
                  <a:lnTo>
                    <a:pt x="11383" y="8454"/>
                  </a:lnTo>
                  <a:lnTo>
                    <a:pt x="11279" y="8224"/>
                  </a:lnTo>
                  <a:lnTo>
                    <a:pt x="11195" y="8077"/>
                  </a:lnTo>
                  <a:lnTo>
                    <a:pt x="11090" y="8015"/>
                  </a:lnTo>
                  <a:lnTo>
                    <a:pt x="10651" y="8015"/>
                  </a:lnTo>
                  <a:lnTo>
                    <a:pt x="10567" y="7931"/>
                  </a:lnTo>
                  <a:lnTo>
                    <a:pt x="10546" y="7826"/>
                  </a:lnTo>
                  <a:lnTo>
                    <a:pt x="10504" y="7743"/>
                  </a:lnTo>
                  <a:lnTo>
                    <a:pt x="10463" y="7596"/>
                  </a:lnTo>
                  <a:lnTo>
                    <a:pt x="10504" y="7512"/>
                  </a:lnTo>
                  <a:lnTo>
                    <a:pt x="10463" y="7387"/>
                  </a:lnTo>
                  <a:lnTo>
                    <a:pt x="10421" y="7345"/>
                  </a:lnTo>
                  <a:lnTo>
                    <a:pt x="10316" y="7115"/>
                  </a:lnTo>
                  <a:lnTo>
                    <a:pt x="10191" y="6927"/>
                  </a:lnTo>
                  <a:lnTo>
                    <a:pt x="10107" y="6864"/>
                  </a:lnTo>
                  <a:lnTo>
                    <a:pt x="10149" y="6801"/>
                  </a:lnTo>
                  <a:lnTo>
                    <a:pt x="10191" y="6759"/>
                  </a:lnTo>
                  <a:lnTo>
                    <a:pt x="10316" y="6655"/>
                  </a:lnTo>
                  <a:lnTo>
                    <a:pt x="10358" y="6571"/>
                  </a:lnTo>
                  <a:lnTo>
                    <a:pt x="10337" y="6362"/>
                  </a:lnTo>
                  <a:lnTo>
                    <a:pt x="10295" y="6236"/>
                  </a:lnTo>
                  <a:lnTo>
                    <a:pt x="10316" y="6173"/>
                  </a:lnTo>
                  <a:lnTo>
                    <a:pt x="10358" y="5860"/>
                  </a:lnTo>
                  <a:lnTo>
                    <a:pt x="10295" y="5713"/>
                  </a:lnTo>
                  <a:lnTo>
                    <a:pt x="10295" y="5399"/>
                  </a:lnTo>
                  <a:lnTo>
                    <a:pt x="10295" y="5336"/>
                  </a:lnTo>
                  <a:lnTo>
                    <a:pt x="10253" y="5127"/>
                  </a:lnTo>
                  <a:lnTo>
                    <a:pt x="10253" y="4730"/>
                  </a:lnTo>
                  <a:lnTo>
                    <a:pt x="10191" y="4604"/>
                  </a:lnTo>
                  <a:lnTo>
                    <a:pt x="10128" y="4583"/>
                  </a:lnTo>
                  <a:lnTo>
                    <a:pt x="10128" y="4374"/>
                  </a:lnTo>
                  <a:lnTo>
                    <a:pt x="10191" y="4311"/>
                  </a:lnTo>
                  <a:lnTo>
                    <a:pt x="9814" y="3160"/>
                  </a:lnTo>
                  <a:lnTo>
                    <a:pt x="9688" y="3014"/>
                  </a:lnTo>
                  <a:lnTo>
                    <a:pt x="9584" y="2993"/>
                  </a:lnTo>
                  <a:lnTo>
                    <a:pt x="9521" y="2930"/>
                  </a:lnTo>
                  <a:lnTo>
                    <a:pt x="9395" y="2888"/>
                  </a:lnTo>
                  <a:lnTo>
                    <a:pt x="9375" y="2742"/>
                  </a:lnTo>
                  <a:lnTo>
                    <a:pt x="9186" y="2595"/>
                  </a:lnTo>
                  <a:lnTo>
                    <a:pt x="9144" y="2595"/>
                  </a:lnTo>
                  <a:lnTo>
                    <a:pt x="9061" y="2470"/>
                  </a:lnTo>
                  <a:lnTo>
                    <a:pt x="9082" y="2407"/>
                  </a:lnTo>
                  <a:lnTo>
                    <a:pt x="9040" y="2261"/>
                  </a:lnTo>
                  <a:lnTo>
                    <a:pt x="8977" y="2219"/>
                  </a:lnTo>
                  <a:lnTo>
                    <a:pt x="9061" y="1968"/>
                  </a:lnTo>
                  <a:lnTo>
                    <a:pt x="9186" y="1800"/>
                  </a:lnTo>
                  <a:lnTo>
                    <a:pt x="9270" y="1779"/>
                  </a:lnTo>
                  <a:lnTo>
                    <a:pt x="9312" y="1696"/>
                  </a:lnTo>
                  <a:lnTo>
                    <a:pt x="9395" y="1654"/>
                  </a:lnTo>
                  <a:lnTo>
                    <a:pt x="9416" y="1445"/>
                  </a:lnTo>
                  <a:lnTo>
                    <a:pt x="9479" y="1382"/>
                  </a:lnTo>
                  <a:lnTo>
                    <a:pt x="9395" y="1319"/>
                  </a:lnTo>
                  <a:lnTo>
                    <a:pt x="9458" y="1235"/>
                  </a:lnTo>
                  <a:lnTo>
                    <a:pt x="9500" y="1173"/>
                  </a:lnTo>
                  <a:lnTo>
                    <a:pt x="9479" y="1152"/>
                  </a:lnTo>
                  <a:lnTo>
                    <a:pt x="9416" y="1047"/>
                  </a:lnTo>
                  <a:lnTo>
                    <a:pt x="9375" y="901"/>
                  </a:lnTo>
                  <a:lnTo>
                    <a:pt x="9479" y="629"/>
                  </a:lnTo>
                  <a:lnTo>
                    <a:pt x="9479" y="440"/>
                  </a:lnTo>
                  <a:lnTo>
                    <a:pt x="9500" y="294"/>
                  </a:lnTo>
                  <a:lnTo>
                    <a:pt x="9479" y="210"/>
                  </a:lnTo>
                  <a:lnTo>
                    <a:pt x="9500" y="126"/>
                  </a:lnTo>
                  <a:lnTo>
                    <a:pt x="9479" y="106"/>
                  </a:lnTo>
                  <a:lnTo>
                    <a:pt x="9291" y="126"/>
                  </a:lnTo>
                  <a:lnTo>
                    <a:pt x="9207" y="106"/>
                  </a:lnTo>
                  <a:lnTo>
                    <a:pt x="8977" y="189"/>
                  </a:lnTo>
                  <a:lnTo>
                    <a:pt x="8851" y="85"/>
                  </a:lnTo>
                  <a:lnTo>
                    <a:pt x="8684" y="22"/>
                  </a:lnTo>
                  <a:lnTo>
                    <a:pt x="8684" y="85"/>
                  </a:lnTo>
                  <a:lnTo>
                    <a:pt x="8579" y="189"/>
                  </a:lnTo>
                  <a:lnTo>
                    <a:pt x="8370" y="168"/>
                  </a:lnTo>
                  <a:lnTo>
                    <a:pt x="8370" y="64"/>
                  </a:lnTo>
                  <a:lnTo>
                    <a:pt x="83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2" name="Google Shape;2522;p56"/>
            <p:cNvSpPr/>
            <p:nvPr/>
          </p:nvSpPr>
          <p:spPr>
            <a:xfrm>
              <a:off x="3661636" y="2898825"/>
              <a:ext cx="79733" cy="60206"/>
            </a:xfrm>
            <a:custGeom>
              <a:avLst/>
              <a:gdLst/>
              <a:ahLst/>
              <a:cxnLst/>
              <a:rect l="l" t="t" r="r" b="b"/>
              <a:pathLst>
                <a:path w="6696" h="5294" extrusionOk="0">
                  <a:moveTo>
                    <a:pt x="4269" y="0"/>
                  </a:moveTo>
                  <a:lnTo>
                    <a:pt x="4164" y="42"/>
                  </a:lnTo>
                  <a:lnTo>
                    <a:pt x="4122" y="84"/>
                  </a:lnTo>
                  <a:lnTo>
                    <a:pt x="4038" y="84"/>
                  </a:lnTo>
                  <a:lnTo>
                    <a:pt x="3913" y="188"/>
                  </a:lnTo>
                  <a:lnTo>
                    <a:pt x="3871" y="502"/>
                  </a:lnTo>
                  <a:lnTo>
                    <a:pt x="3766" y="691"/>
                  </a:lnTo>
                  <a:lnTo>
                    <a:pt x="3745" y="921"/>
                  </a:lnTo>
                  <a:lnTo>
                    <a:pt x="3662" y="1046"/>
                  </a:lnTo>
                  <a:lnTo>
                    <a:pt x="3411" y="1318"/>
                  </a:lnTo>
                  <a:lnTo>
                    <a:pt x="3327" y="1318"/>
                  </a:lnTo>
                  <a:lnTo>
                    <a:pt x="3222" y="1402"/>
                  </a:lnTo>
                  <a:lnTo>
                    <a:pt x="2992" y="1465"/>
                  </a:lnTo>
                  <a:lnTo>
                    <a:pt x="2825" y="1632"/>
                  </a:lnTo>
                  <a:lnTo>
                    <a:pt x="2783" y="1632"/>
                  </a:lnTo>
                  <a:lnTo>
                    <a:pt x="2553" y="1779"/>
                  </a:lnTo>
                  <a:lnTo>
                    <a:pt x="2406" y="1841"/>
                  </a:lnTo>
                  <a:lnTo>
                    <a:pt x="2344" y="1967"/>
                  </a:lnTo>
                  <a:lnTo>
                    <a:pt x="2072" y="2155"/>
                  </a:lnTo>
                  <a:lnTo>
                    <a:pt x="2155" y="2365"/>
                  </a:lnTo>
                  <a:lnTo>
                    <a:pt x="2155" y="2490"/>
                  </a:lnTo>
                  <a:lnTo>
                    <a:pt x="1925" y="2699"/>
                  </a:lnTo>
                  <a:lnTo>
                    <a:pt x="1758" y="3013"/>
                  </a:lnTo>
                  <a:lnTo>
                    <a:pt x="1758" y="3118"/>
                  </a:lnTo>
                  <a:lnTo>
                    <a:pt x="1862" y="3327"/>
                  </a:lnTo>
                  <a:lnTo>
                    <a:pt x="1779" y="3536"/>
                  </a:lnTo>
                  <a:lnTo>
                    <a:pt x="1841" y="3599"/>
                  </a:lnTo>
                  <a:lnTo>
                    <a:pt x="1883" y="3662"/>
                  </a:lnTo>
                  <a:lnTo>
                    <a:pt x="1862" y="3829"/>
                  </a:lnTo>
                  <a:lnTo>
                    <a:pt x="1507" y="4248"/>
                  </a:lnTo>
                  <a:lnTo>
                    <a:pt x="1444" y="4394"/>
                  </a:lnTo>
                  <a:lnTo>
                    <a:pt x="1297" y="4582"/>
                  </a:lnTo>
                  <a:lnTo>
                    <a:pt x="1109" y="4603"/>
                  </a:lnTo>
                  <a:lnTo>
                    <a:pt x="712" y="4959"/>
                  </a:lnTo>
                  <a:lnTo>
                    <a:pt x="147" y="5064"/>
                  </a:lnTo>
                  <a:lnTo>
                    <a:pt x="0" y="5273"/>
                  </a:lnTo>
                  <a:lnTo>
                    <a:pt x="2344" y="5294"/>
                  </a:lnTo>
                  <a:lnTo>
                    <a:pt x="2344" y="4792"/>
                  </a:lnTo>
                  <a:lnTo>
                    <a:pt x="2595" y="4603"/>
                  </a:lnTo>
                  <a:lnTo>
                    <a:pt x="2699" y="4457"/>
                  </a:lnTo>
                  <a:lnTo>
                    <a:pt x="2888" y="4352"/>
                  </a:lnTo>
                  <a:lnTo>
                    <a:pt x="3181" y="4289"/>
                  </a:lnTo>
                  <a:lnTo>
                    <a:pt x="3348" y="4289"/>
                  </a:lnTo>
                  <a:lnTo>
                    <a:pt x="3453" y="4248"/>
                  </a:lnTo>
                  <a:lnTo>
                    <a:pt x="3662" y="4248"/>
                  </a:lnTo>
                  <a:lnTo>
                    <a:pt x="3913" y="4185"/>
                  </a:lnTo>
                  <a:lnTo>
                    <a:pt x="4373" y="3934"/>
                  </a:lnTo>
                  <a:lnTo>
                    <a:pt x="5001" y="3557"/>
                  </a:lnTo>
                  <a:lnTo>
                    <a:pt x="5398" y="3306"/>
                  </a:lnTo>
                  <a:lnTo>
                    <a:pt x="5440" y="3181"/>
                  </a:lnTo>
                  <a:lnTo>
                    <a:pt x="5419" y="2992"/>
                  </a:lnTo>
                  <a:lnTo>
                    <a:pt x="5503" y="2867"/>
                  </a:lnTo>
                  <a:lnTo>
                    <a:pt x="5608" y="2762"/>
                  </a:lnTo>
                  <a:lnTo>
                    <a:pt x="5754" y="2553"/>
                  </a:lnTo>
                  <a:lnTo>
                    <a:pt x="5901" y="2511"/>
                  </a:lnTo>
                  <a:lnTo>
                    <a:pt x="6570" y="2511"/>
                  </a:lnTo>
                  <a:lnTo>
                    <a:pt x="6654" y="2406"/>
                  </a:lnTo>
                  <a:lnTo>
                    <a:pt x="6633" y="2365"/>
                  </a:lnTo>
                  <a:lnTo>
                    <a:pt x="6696" y="2197"/>
                  </a:lnTo>
                  <a:lnTo>
                    <a:pt x="6654" y="2176"/>
                  </a:lnTo>
                  <a:lnTo>
                    <a:pt x="6570" y="2155"/>
                  </a:lnTo>
                  <a:lnTo>
                    <a:pt x="6528" y="2093"/>
                  </a:lnTo>
                  <a:lnTo>
                    <a:pt x="6445" y="2093"/>
                  </a:lnTo>
                  <a:lnTo>
                    <a:pt x="6424" y="1967"/>
                  </a:lnTo>
                  <a:lnTo>
                    <a:pt x="6340" y="1821"/>
                  </a:lnTo>
                  <a:lnTo>
                    <a:pt x="6277" y="1360"/>
                  </a:lnTo>
                  <a:lnTo>
                    <a:pt x="6256" y="1297"/>
                  </a:lnTo>
                  <a:lnTo>
                    <a:pt x="6256" y="1046"/>
                  </a:lnTo>
                  <a:lnTo>
                    <a:pt x="6256" y="879"/>
                  </a:lnTo>
                  <a:lnTo>
                    <a:pt x="6235" y="837"/>
                  </a:lnTo>
                  <a:lnTo>
                    <a:pt x="6214" y="732"/>
                  </a:lnTo>
                  <a:lnTo>
                    <a:pt x="6152" y="628"/>
                  </a:lnTo>
                  <a:lnTo>
                    <a:pt x="6131" y="586"/>
                  </a:lnTo>
                  <a:lnTo>
                    <a:pt x="6068" y="502"/>
                  </a:lnTo>
                  <a:lnTo>
                    <a:pt x="6005" y="523"/>
                  </a:lnTo>
                  <a:lnTo>
                    <a:pt x="5691" y="502"/>
                  </a:lnTo>
                  <a:lnTo>
                    <a:pt x="5608" y="419"/>
                  </a:lnTo>
                  <a:lnTo>
                    <a:pt x="5587" y="314"/>
                  </a:lnTo>
                  <a:lnTo>
                    <a:pt x="5524" y="293"/>
                  </a:lnTo>
                  <a:lnTo>
                    <a:pt x="5419" y="398"/>
                  </a:lnTo>
                  <a:lnTo>
                    <a:pt x="5231" y="460"/>
                  </a:lnTo>
                  <a:lnTo>
                    <a:pt x="5064" y="398"/>
                  </a:lnTo>
                  <a:lnTo>
                    <a:pt x="4959" y="398"/>
                  </a:lnTo>
                  <a:lnTo>
                    <a:pt x="4854" y="460"/>
                  </a:lnTo>
                  <a:lnTo>
                    <a:pt x="4666" y="481"/>
                  </a:lnTo>
                  <a:lnTo>
                    <a:pt x="4541" y="460"/>
                  </a:lnTo>
                  <a:lnTo>
                    <a:pt x="4373" y="293"/>
                  </a:lnTo>
                  <a:lnTo>
                    <a:pt x="4331" y="251"/>
                  </a:lnTo>
                  <a:lnTo>
                    <a:pt x="4290" y="147"/>
                  </a:lnTo>
                  <a:lnTo>
                    <a:pt x="4290" y="84"/>
                  </a:lnTo>
                  <a:lnTo>
                    <a:pt x="4290" y="42"/>
                  </a:lnTo>
                  <a:lnTo>
                    <a:pt x="426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3" name="Google Shape;2523;p56"/>
            <p:cNvSpPr/>
            <p:nvPr/>
          </p:nvSpPr>
          <p:spPr>
            <a:xfrm>
              <a:off x="3632974" y="2958780"/>
              <a:ext cx="56573" cy="43318"/>
            </a:xfrm>
            <a:custGeom>
              <a:avLst/>
              <a:gdLst/>
              <a:ahLst/>
              <a:cxnLst/>
              <a:rect l="l" t="t" r="r" b="b"/>
              <a:pathLst>
                <a:path w="4751" h="3809" extrusionOk="0">
                  <a:moveTo>
                    <a:pt x="2407" y="1"/>
                  </a:moveTo>
                  <a:lnTo>
                    <a:pt x="2177" y="315"/>
                  </a:lnTo>
                  <a:lnTo>
                    <a:pt x="2177" y="524"/>
                  </a:lnTo>
                  <a:lnTo>
                    <a:pt x="2072" y="545"/>
                  </a:lnTo>
                  <a:lnTo>
                    <a:pt x="1675" y="754"/>
                  </a:lnTo>
                  <a:lnTo>
                    <a:pt x="1633" y="859"/>
                  </a:lnTo>
                  <a:lnTo>
                    <a:pt x="1466" y="942"/>
                  </a:lnTo>
                  <a:lnTo>
                    <a:pt x="1528" y="1089"/>
                  </a:lnTo>
                  <a:lnTo>
                    <a:pt x="1194" y="1612"/>
                  </a:lnTo>
                  <a:lnTo>
                    <a:pt x="1152" y="1779"/>
                  </a:lnTo>
                  <a:lnTo>
                    <a:pt x="901" y="2030"/>
                  </a:lnTo>
                  <a:lnTo>
                    <a:pt x="796" y="2093"/>
                  </a:lnTo>
                  <a:lnTo>
                    <a:pt x="671" y="2365"/>
                  </a:lnTo>
                  <a:lnTo>
                    <a:pt x="671" y="2470"/>
                  </a:lnTo>
                  <a:lnTo>
                    <a:pt x="461" y="2763"/>
                  </a:lnTo>
                  <a:lnTo>
                    <a:pt x="419" y="2847"/>
                  </a:lnTo>
                  <a:lnTo>
                    <a:pt x="503" y="2888"/>
                  </a:lnTo>
                  <a:lnTo>
                    <a:pt x="398" y="2930"/>
                  </a:lnTo>
                  <a:lnTo>
                    <a:pt x="210" y="3265"/>
                  </a:lnTo>
                  <a:lnTo>
                    <a:pt x="147" y="3286"/>
                  </a:lnTo>
                  <a:lnTo>
                    <a:pt x="64" y="3370"/>
                  </a:lnTo>
                  <a:lnTo>
                    <a:pt x="85" y="3495"/>
                  </a:lnTo>
                  <a:lnTo>
                    <a:pt x="1" y="3621"/>
                  </a:lnTo>
                  <a:lnTo>
                    <a:pt x="43" y="3809"/>
                  </a:lnTo>
                  <a:lnTo>
                    <a:pt x="2344" y="3809"/>
                  </a:lnTo>
                  <a:lnTo>
                    <a:pt x="2303" y="2742"/>
                  </a:lnTo>
                  <a:lnTo>
                    <a:pt x="2386" y="2575"/>
                  </a:lnTo>
                  <a:lnTo>
                    <a:pt x="2512" y="2512"/>
                  </a:lnTo>
                  <a:lnTo>
                    <a:pt x="2658" y="2470"/>
                  </a:lnTo>
                  <a:lnTo>
                    <a:pt x="2867" y="2470"/>
                  </a:lnTo>
                  <a:lnTo>
                    <a:pt x="2888" y="963"/>
                  </a:lnTo>
                  <a:lnTo>
                    <a:pt x="4709" y="984"/>
                  </a:lnTo>
                  <a:lnTo>
                    <a:pt x="4709" y="168"/>
                  </a:lnTo>
                  <a:lnTo>
                    <a:pt x="4751" y="22"/>
                  </a:lnTo>
                  <a:lnTo>
                    <a:pt x="2407"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4" name="Google Shape;2524;p56"/>
            <p:cNvSpPr/>
            <p:nvPr/>
          </p:nvSpPr>
          <p:spPr>
            <a:xfrm>
              <a:off x="3632736" y="2960691"/>
              <a:ext cx="81233" cy="85430"/>
            </a:xfrm>
            <a:custGeom>
              <a:avLst/>
              <a:gdLst/>
              <a:ahLst/>
              <a:cxnLst/>
              <a:rect l="l" t="t" r="r" b="b"/>
              <a:pathLst>
                <a:path w="6822" h="7512" extrusionOk="0">
                  <a:moveTo>
                    <a:pt x="4729" y="0"/>
                  </a:moveTo>
                  <a:lnTo>
                    <a:pt x="4729" y="816"/>
                  </a:lnTo>
                  <a:lnTo>
                    <a:pt x="2908" y="795"/>
                  </a:lnTo>
                  <a:lnTo>
                    <a:pt x="2887" y="2302"/>
                  </a:lnTo>
                  <a:lnTo>
                    <a:pt x="2678" y="2302"/>
                  </a:lnTo>
                  <a:lnTo>
                    <a:pt x="2532" y="2344"/>
                  </a:lnTo>
                  <a:lnTo>
                    <a:pt x="2406" y="2407"/>
                  </a:lnTo>
                  <a:lnTo>
                    <a:pt x="2323" y="2574"/>
                  </a:lnTo>
                  <a:lnTo>
                    <a:pt x="2364" y="3641"/>
                  </a:lnTo>
                  <a:lnTo>
                    <a:pt x="63" y="3641"/>
                  </a:lnTo>
                  <a:lnTo>
                    <a:pt x="63" y="3662"/>
                  </a:lnTo>
                  <a:lnTo>
                    <a:pt x="0" y="3808"/>
                  </a:lnTo>
                  <a:lnTo>
                    <a:pt x="0" y="4039"/>
                  </a:lnTo>
                  <a:lnTo>
                    <a:pt x="126" y="3871"/>
                  </a:lnTo>
                  <a:lnTo>
                    <a:pt x="188" y="4018"/>
                  </a:lnTo>
                  <a:lnTo>
                    <a:pt x="209" y="4039"/>
                  </a:lnTo>
                  <a:lnTo>
                    <a:pt x="293" y="3976"/>
                  </a:lnTo>
                  <a:lnTo>
                    <a:pt x="439" y="4248"/>
                  </a:lnTo>
                  <a:lnTo>
                    <a:pt x="398" y="4331"/>
                  </a:lnTo>
                  <a:lnTo>
                    <a:pt x="418" y="4436"/>
                  </a:lnTo>
                  <a:lnTo>
                    <a:pt x="398" y="4645"/>
                  </a:lnTo>
                  <a:lnTo>
                    <a:pt x="314" y="4645"/>
                  </a:lnTo>
                  <a:lnTo>
                    <a:pt x="230" y="4687"/>
                  </a:lnTo>
                  <a:lnTo>
                    <a:pt x="418" y="4917"/>
                  </a:lnTo>
                  <a:lnTo>
                    <a:pt x="523" y="5524"/>
                  </a:lnTo>
                  <a:lnTo>
                    <a:pt x="481" y="5943"/>
                  </a:lnTo>
                  <a:lnTo>
                    <a:pt x="335" y="6131"/>
                  </a:lnTo>
                  <a:lnTo>
                    <a:pt x="272" y="6487"/>
                  </a:lnTo>
                  <a:lnTo>
                    <a:pt x="209" y="6738"/>
                  </a:lnTo>
                  <a:lnTo>
                    <a:pt x="314" y="6654"/>
                  </a:lnTo>
                  <a:lnTo>
                    <a:pt x="398" y="6654"/>
                  </a:lnTo>
                  <a:lnTo>
                    <a:pt x="523" y="6549"/>
                  </a:lnTo>
                  <a:lnTo>
                    <a:pt x="837" y="6487"/>
                  </a:lnTo>
                  <a:lnTo>
                    <a:pt x="1130" y="6382"/>
                  </a:lnTo>
                  <a:lnTo>
                    <a:pt x="1235" y="6382"/>
                  </a:lnTo>
                  <a:lnTo>
                    <a:pt x="1486" y="6466"/>
                  </a:lnTo>
                  <a:lnTo>
                    <a:pt x="1653" y="6487"/>
                  </a:lnTo>
                  <a:lnTo>
                    <a:pt x="1779" y="6654"/>
                  </a:lnTo>
                  <a:lnTo>
                    <a:pt x="1779" y="6738"/>
                  </a:lnTo>
                  <a:lnTo>
                    <a:pt x="1862" y="6759"/>
                  </a:lnTo>
                  <a:lnTo>
                    <a:pt x="1946" y="6696"/>
                  </a:lnTo>
                  <a:lnTo>
                    <a:pt x="1988" y="6738"/>
                  </a:lnTo>
                  <a:lnTo>
                    <a:pt x="2071" y="6738"/>
                  </a:lnTo>
                  <a:lnTo>
                    <a:pt x="2113" y="6780"/>
                  </a:lnTo>
                  <a:lnTo>
                    <a:pt x="2155" y="6905"/>
                  </a:lnTo>
                  <a:lnTo>
                    <a:pt x="2281" y="7010"/>
                  </a:lnTo>
                  <a:lnTo>
                    <a:pt x="2281" y="7156"/>
                  </a:lnTo>
                  <a:lnTo>
                    <a:pt x="2406" y="7177"/>
                  </a:lnTo>
                  <a:lnTo>
                    <a:pt x="2427" y="7303"/>
                  </a:lnTo>
                  <a:lnTo>
                    <a:pt x="2532" y="7324"/>
                  </a:lnTo>
                  <a:lnTo>
                    <a:pt x="2699" y="7428"/>
                  </a:lnTo>
                  <a:lnTo>
                    <a:pt x="2720" y="7512"/>
                  </a:lnTo>
                  <a:lnTo>
                    <a:pt x="2846" y="7407"/>
                  </a:lnTo>
                  <a:lnTo>
                    <a:pt x="3034" y="7407"/>
                  </a:lnTo>
                  <a:lnTo>
                    <a:pt x="3097" y="7261"/>
                  </a:lnTo>
                  <a:lnTo>
                    <a:pt x="3097" y="7177"/>
                  </a:lnTo>
                  <a:lnTo>
                    <a:pt x="3097" y="6947"/>
                  </a:lnTo>
                  <a:lnTo>
                    <a:pt x="3264" y="6884"/>
                  </a:lnTo>
                  <a:lnTo>
                    <a:pt x="3411" y="6884"/>
                  </a:lnTo>
                  <a:lnTo>
                    <a:pt x="3431" y="7052"/>
                  </a:lnTo>
                  <a:lnTo>
                    <a:pt x="3515" y="7219"/>
                  </a:lnTo>
                  <a:lnTo>
                    <a:pt x="3578" y="7282"/>
                  </a:lnTo>
                  <a:lnTo>
                    <a:pt x="3724" y="6989"/>
                  </a:lnTo>
                  <a:lnTo>
                    <a:pt x="3996" y="6863"/>
                  </a:lnTo>
                  <a:lnTo>
                    <a:pt x="4143" y="6905"/>
                  </a:lnTo>
                  <a:lnTo>
                    <a:pt x="4164" y="7093"/>
                  </a:lnTo>
                  <a:lnTo>
                    <a:pt x="4206" y="7156"/>
                  </a:lnTo>
                  <a:lnTo>
                    <a:pt x="4310" y="7052"/>
                  </a:lnTo>
                  <a:lnTo>
                    <a:pt x="4394" y="7052"/>
                  </a:lnTo>
                  <a:lnTo>
                    <a:pt x="4457" y="7114"/>
                  </a:lnTo>
                  <a:lnTo>
                    <a:pt x="4520" y="7156"/>
                  </a:lnTo>
                  <a:lnTo>
                    <a:pt x="6570" y="7156"/>
                  </a:lnTo>
                  <a:lnTo>
                    <a:pt x="6758" y="6633"/>
                  </a:lnTo>
                  <a:lnTo>
                    <a:pt x="6570" y="6528"/>
                  </a:lnTo>
                  <a:lnTo>
                    <a:pt x="6131" y="1423"/>
                  </a:lnTo>
                  <a:lnTo>
                    <a:pt x="6821" y="1423"/>
                  </a:lnTo>
                  <a:lnTo>
                    <a:pt x="472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5" name="Google Shape;2525;p56"/>
            <p:cNvSpPr/>
            <p:nvPr/>
          </p:nvSpPr>
          <p:spPr>
            <a:xfrm>
              <a:off x="3665125" y="2976874"/>
              <a:ext cx="112121" cy="99236"/>
            </a:xfrm>
            <a:custGeom>
              <a:avLst/>
              <a:gdLst/>
              <a:ahLst/>
              <a:cxnLst/>
              <a:rect l="l" t="t" r="r" b="b"/>
              <a:pathLst>
                <a:path w="9416" h="8726" extrusionOk="0">
                  <a:moveTo>
                    <a:pt x="3411" y="0"/>
                  </a:moveTo>
                  <a:lnTo>
                    <a:pt x="3850" y="5105"/>
                  </a:lnTo>
                  <a:lnTo>
                    <a:pt x="4038" y="5210"/>
                  </a:lnTo>
                  <a:lnTo>
                    <a:pt x="3850" y="5733"/>
                  </a:lnTo>
                  <a:lnTo>
                    <a:pt x="1800" y="5733"/>
                  </a:lnTo>
                  <a:lnTo>
                    <a:pt x="1737" y="5691"/>
                  </a:lnTo>
                  <a:lnTo>
                    <a:pt x="1674" y="5629"/>
                  </a:lnTo>
                  <a:lnTo>
                    <a:pt x="1590" y="5629"/>
                  </a:lnTo>
                  <a:lnTo>
                    <a:pt x="1486" y="5733"/>
                  </a:lnTo>
                  <a:lnTo>
                    <a:pt x="1444" y="5670"/>
                  </a:lnTo>
                  <a:lnTo>
                    <a:pt x="1423" y="5482"/>
                  </a:lnTo>
                  <a:lnTo>
                    <a:pt x="1276" y="5440"/>
                  </a:lnTo>
                  <a:lnTo>
                    <a:pt x="1004" y="5566"/>
                  </a:lnTo>
                  <a:lnTo>
                    <a:pt x="858" y="5859"/>
                  </a:lnTo>
                  <a:lnTo>
                    <a:pt x="795" y="5796"/>
                  </a:lnTo>
                  <a:lnTo>
                    <a:pt x="711" y="5629"/>
                  </a:lnTo>
                  <a:lnTo>
                    <a:pt x="691" y="5461"/>
                  </a:lnTo>
                  <a:lnTo>
                    <a:pt x="544" y="5461"/>
                  </a:lnTo>
                  <a:lnTo>
                    <a:pt x="377" y="5524"/>
                  </a:lnTo>
                  <a:lnTo>
                    <a:pt x="377" y="5754"/>
                  </a:lnTo>
                  <a:lnTo>
                    <a:pt x="377" y="5838"/>
                  </a:lnTo>
                  <a:lnTo>
                    <a:pt x="314" y="5984"/>
                  </a:lnTo>
                  <a:lnTo>
                    <a:pt x="126" y="5984"/>
                  </a:lnTo>
                  <a:lnTo>
                    <a:pt x="0" y="6089"/>
                  </a:lnTo>
                  <a:lnTo>
                    <a:pt x="84" y="6173"/>
                  </a:lnTo>
                  <a:lnTo>
                    <a:pt x="84" y="6277"/>
                  </a:lnTo>
                  <a:lnTo>
                    <a:pt x="105" y="6361"/>
                  </a:lnTo>
                  <a:lnTo>
                    <a:pt x="63" y="6591"/>
                  </a:lnTo>
                  <a:lnTo>
                    <a:pt x="84" y="6675"/>
                  </a:lnTo>
                  <a:lnTo>
                    <a:pt x="209" y="6800"/>
                  </a:lnTo>
                  <a:lnTo>
                    <a:pt x="272" y="6926"/>
                  </a:lnTo>
                  <a:lnTo>
                    <a:pt x="335" y="7010"/>
                  </a:lnTo>
                  <a:lnTo>
                    <a:pt x="398" y="6989"/>
                  </a:lnTo>
                  <a:lnTo>
                    <a:pt x="481" y="7030"/>
                  </a:lnTo>
                  <a:lnTo>
                    <a:pt x="502" y="7114"/>
                  </a:lnTo>
                  <a:lnTo>
                    <a:pt x="586" y="7219"/>
                  </a:lnTo>
                  <a:lnTo>
                    <a:pt x="586" y="7261"/>
                  </a:lnTo>
                  <a:lnTo>
                    <a:pt x="523" y="7344"/>
                  </a:lnTo>
                  <a:lnTo>
                    <a:pt x="544" y="7428"/>
                  </a:lnTo>
                  <a:lnTo>
                    <a:pt x="691" y="7512"/>
                  </a:lnTo>
                  <a:lnTo>
                    <a:pt x="691" y="7616"/>
                  </a:lnTo>
                  <a:lnTo>
                    <a:pt x="649" y="7679"/>
                  </a:lnTo>
                  <a:lnTo>
                    <a:pt x="732" y="7721"/>
                  </a:lnTo>
                  <a:lnTo>
                    <a:pt x="837" y="7658"/>
                  </a:lnTo>
                  <a:lnTo>
                    <a:pt x="921" y="7679"/>
                  </a:lnTo>
                  <a:lnTo>
                    <a:pt x="1046" y="7784"/>
                  </a:lnTo>
                  <a:lnTo>
                    <a:pt x="1214" y="7784"/>
                  </a:lnTo>
                  <a:lnTo>
                    <a:pt x="1318" y="7721"/>
                  </a:lnTo>
                  <a:lnTo>
                    <a:pt x="1381" y="7679"/>
                  </a:lnTo>
                  <a:lnTo>
                    <a:pt x="1486" y="7533"/>
                  </a:lnTo>
                  <a:lnTo>
                    <a:pt x="1632" y="7533"/>
                  </a:lnTo>
                  <a:lnTo>
                    <a:pt x="1779" y="7616"/>
                  </a:lnTo>
                  <a:lnTo>
                    <a:pt x="1800" y="7554"/>
                  </a:lnTo>
                  <a:lnTo>
                    <a:pt x="1904" y="7533"/>
                  </a:lnTo>
                  <a:lnTo>
                    <a:pt x="1946" y="7574"/>
                  </a:lnTo>
                  <a:lnTo>
                    <a:pt x="2072" y="7679"/>
                  </a:lnTo>
                  <a:lnTo>
                    <a:pt x="2113" y="7826"/>
                  </a:lnTo>
                  <a:lnTo>
                    <a:pt x="2092" y="7972"/>
                  </a:lnTo>
                  <a:lnTo>
                    <a:pt x="2155" y="8035"/>
                  </a:lnTo>
                  <a:lnTo>
                    <a:pt x="2281" y="8056"/>
                  </a:lnTo>
                  <a:lnTo>
                    <a:pt x="2281" y="8098"/>
                  </a:lnTo>
                  <a:lnTo>
                    <a:pt x="2176" y="8265"/>
                  </a:lnTo>
                  <a:lnTo>
                    <a:pt x="2113" y="8411"/>
                  </a:lnTo>
                  <a:lnTo>
                    <a:pt x="2113" y="8411"/>
                  </a:lnTo>
                  <a:lnTo>
                    <a:pt x="2218" y="8390"/>
                  </a:lnTo>
                  <a:lnTo>
                    <a:pt x="2281" y="8307"/>
                  </a:lnTo>
                  <a:lnTo>
                    <a:pt x="2364" y="8307"/>
                  </a:lnTo>
                  <a:lnTo>
                    <a:pt x="2364" y="8411"/>
                  </a:lnTo>
                  <a:lnTo>
                    <a:pt x="2385" y="8495"/>
                  </a:lnTo>
                  <a:lnTo>
                    <a:pt x="2385" y="8558"/>
                  </a:lnTo>
                  <a:lnTo>
                    <a:pt x="2532" y="8579"/>
                  </a:lnTo>
                  <a:lnTo>
                    <a:pt x="2595" y="8621"/>
                  </a:lnTo>
                  <a:lnTo>
                    <a:pt x="2595" y="8704"/>
                  </a:lnTo>
                  <a:lnTo>
                    <a:pt x="2783" y="8600"/>
                  </a:lnTo>
                  <a:lnTo>
                    <a:pt x="2846" y="8600"/>
                  </a:lnTo>
                  <a:lnTo>
                    <a:pt x="2992" y="8683"/>
                  </a:lnTo>
                  <a:lnTo>
                    <a:pt x="3222" y="8683"/>
                  </a:lnTo>
                  <a:lnTo>
                    <a:pt x="3264" y="8662"/>
                  </a:lnTo>
                  <a:lnTo>
                    <a:pt x="3264" y="8600"/>
                  </a:lnTo>
                  <a:lnTo>
                    <a:pt x="3452" y="8558"/>
                  </a:lnTo>
                  <a:lnTo>
                    <a:pt x="3620" y="8579"/>
                  </a:lnTo>
                  <a:lnTo>
                    <a:pt x="3578" y="8621"/>
                  </a:lnTo>
                  <a:lnTo>
                    <a:pt x="3620" y="8683"/>
                  </a:lnTo>
                  <a:lnTo>
                    <a:pt x="3787" y="8725"/>
                  </a:lnTo>
                  <a:lnTo>
                    <a:pt x="3892" y="8579"/>
                  </a:lnTo>
                  <a:lnTo>
                    <a:pt x="3976" y="8516"/>
                  </a:lnTo>
                  <a:lnTo>
                    <a:pt x="3997" y="8390"/>
                  </a:lnTo>
                  <a:lnTo>
                    <a:pt x="3976" y="8307"/>
                  </a:lnTo>
                  <a:lnTo>
                    <a:pt x="3976" y="8181"/>
                  </a:lnTo>
                  <a:lnTo>
                    <a:pt x="4080" y="8160"/>
                  </a:lnTo>
                  <a:lnTo>
                    <a:pt x="4059" y="7993"/>
                  </a:lnTo>
                  <a:lnTo>
                    <a:pt x="4038" y="7888"/>
                  </a:lnTo>
                  <a:lnTo>
                    <a:pt x="4143" y="7826"/>
                  </a:lnTo>
                  <a:lnTo>
                    <a:pt x="4269" y="7679"/>
                  </a:lnTo>
                  <a:lnTo>
                    <a:pt x="4457" y="7407"/>
                  </a:lnTo>
                  <a:lnTo>
                    <a:pt x="4561" y="7219"/>
                  </a:lnTo>
                  <a:lnTo>
                    <a:pt x="4582" y="7135"/>
                  </a:lnTo>
                  <a:lnTo>
                    <a:pt x="4708" y="6926"/>
                  </a:lnTo>
                  <a:lnTo>
                    <a:pt x="4792" y="6905"/>
                  </a:lnTo>
                  <a:lnTo>
                    <a:pt x="4813" y="6821"/>
                  </a:lnTo>
                  <a:lnTo>
                    <a:pt x="4980" y="6800"/>
                  </a:lnTo>
                  <a:lnTo>
                    <a:pt x="5043" y="6821"/>
                  </a:lnTo>
                  <a:lnTo>
                    <a:pt x="5336" y="6738"/>
                  </a:lnTo>
                  <a:lnTo>
                    <a:pt x="5398" y="6612"/>
                  </a:lnTo>
                  <a:lnTo>
                    <a:pt x="5712" y="6403"/>
                  </a:lnTo>
                  <a:lnTo>
                    <a:pt x="6152" y="6173"/>
                  </a:lnTo>
                  <a:lnTo>
                    <a:pt x="6277" y="6047"/>
                  </a:lnTo>
                  <a:lnTo>
                    <a:pt x="6465" y="5942"/>
                  </a:lnTo>
                  <a:lnTo>
                    <a:pt x="6758" y="5901"/>
                  </a:lnTo>
                  <a:lnTo>
                    <a:pt x="6884" y="5880"/>
                  </a:lnTo>
                  <a:lnTo>
                    <a:pt x="7072" y="5942"/>
                  </a:lnTo>
                  <a:lnTo>
                    <a:pt x="7177" y="5942"/>
                  </a:lnTo>
                  <a:lnTo>
                    <a:pt x="7198" y="5984"/>
                  </a:lnTo>
                  <a:lnTo>
                    <a:pt x="7219" y="5963"/>
                  </a:lnTo>
                  <a:lnTo>
                    <a:pt x="7344" y="5984"/>
                  </a:lnTo>
                  <a:lnTo>
                    <a:pt x="7742" y="5963"/>
                  </a:lnTo>
                  <a:lnTo>
                    <a:pt x="7867" y="5963"/>
                  </a:lnTo>
                  <a:lnTo>
                    <a:pt x="8035" y="5880"/>
                  </a:lnTo>
                  <a:lnTo>
                    <a:pt x="8390" y="5880"/>
                  </a:lnTo>
                  <a:lnTo>
                    <a:pt x="8558" y="5775"/>
                  </a:lnTo>
                  <a:lnTo>
                    <a:pt x="8746" y="5775"/>
                  </a:lnTo>
                  <a:lnTo>
                    <a:pt x="8893" y="5670"/>
                  </a:lnTo>
                  <a:lnTo>
                    <a:pt x="9186" y="5524"/>
                  </a:lnTo>
                  <a:lnTo>
                    <a:pt x="9227" y="5377"/>
                  </a:lnTo>
                  <a:lnTo>
                    <a:pt x="9269" y="5210"/>
                  </a:lnTo>
                  <a:lnTo>
                    <a:pt x="9332" y="5126"/>
                  </a:lnTo>
                  <a:lnTo>
                    <a:pt x="9395" y="4624"/>
                  </a:lnTo>
                  <a:lnTo>
                    <a:pt x="9416" y="3494"/>
                  </a:lnTo>
                  <a:lnTo>
                    <a:pt x="9186" y="3578"/>
                  </a:lnTo>
                  <a:lnTo>
                    <a:pt x="8914" y="3599"/>
                  </a:lnTo>
                  <a:lnTo>
                    <a:pt x="8788" y="3557"/>
                  </a:lnTo>
                  <a:lnTo>
                    <a:pt x="8746" y="3473"/>
                  </a:lnTo>
                  <a:lnTo>
                    <a:pt x="8809" y="3285"/>
                  </a:lnTo>
                  <a:lnTo>
                    <a:pt x="8809" y="3180"/>
                  </a:lnTo>
                  <a:lnTo>
                    <a:pt x="8704" y="3118"/>
                  </a:lnTo>
                  <a:lnTo>
                    <a:pt x="8558" y="3055"/>
                  </a:lnTo>
                  <a:lnTo>
                    <a:pt x="8453" y="2929"/>
                  </a:lnTo>
                  <a:lnTo>
                    <a:pt x="8286" y="2867"/>
                  </a:lnTo>
                  <a:lnTo>
                    <a:pt x="8077" y="2867"/>
                  </a:lnTo>
                  <a:lnTo>
                    <a:pt x="7951" y="2762"/>
                  </a:lnTo>
                  <a:lnTo>
                    <a:pt x="7909" y="2511"/>
                  </a:lnTo>
                  <a:lnTo>
                    <a:pt x="410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6" name="Google Shape;2526;p56"/>
            <p:cNvSpPr/>
            <p:nvPr/>
          </p:nvSpPr>
          <p:spPr>
            <a:xfrm>
              <a:off x="3712457" y="3043733"/>
              <a:ext cx="51833" cy="35948"/>
            </a:xfrm>
            <a:custGeom>
              <a:avLst/>
              <a:gdLst/>
              <a:ahLst/>
              <a:cxnLst/>
              <a:rect l="l" t="t" r="r" b="b"/>
              <a:pathLst>
                <a:path w="4353" h="3161" extrusionOk="0">
                  <a:moveTo>
                    <a:pt x="2909" y="1"/>
                  </a:moveTo>
                  <a:lnTo>
                    <a:pt x="2783" y="22"/>
                  </a:lnTo>
                  <a:lnTo>
                    <a:pt x="2490" y="63"/>
                  </a:lnTo>
                  <a:lnTo>
                    <a:pt x="2302" y="168"/>
                  </a:lnTo>
                  <a:lnTo>
                    <a:pt x="2177" y="294"/>
                  </a:lnTo>
                  <a:lnTo>
                    <a:pt x="1737" y="524"/>
                  </a:lnTo>
                  <a:lnTo>
                    <a:pt x="1423" y="733"/>
                  </a:lnTo>
                  <a:lnTo>
                    <a:pt x="1361" y="859"/>
                  </a:lnTo>
                  <a:lnTo>
                    <a:pt x="1068" y="942"/>
                  </a:lnTo>
                  <a:lnTo>
                    <a:pt x="1005" y="921"/>
                  </a:lnTo>
                  <a:lnTo>
                    <a:pt x="838" y="942"/>
                  </a:lnTo>
                  <a:lnTo>
                    <a:pt x="817" y="1026"/>
                  </a:lnTo>
                  <a:lnTo>
                    <a:pt x="733" y="1047"/>
                  </a:lnTo>
                  <a:lnTo>
                    <a:pt x="607" y="1256"/>
                  </a:lnTo>
                  <a:lnTo>
                    <a:pt x="586" y="1340"/>
                  </a:lnTo>
                  <a:lnTo>
                    <a:pt x="482" y="1528"/>
                  </a:lnTo>
                  <a:lnTo>
                    <a:pt x="294" y="1800"/>
                  </a:lnTo>
                  <a:lnTo>
                    <a:pt x="168" y="1947"/>
                  </a:lnTo>
                  <a:lnTo>
                    <a:pt x="63" y="2009"/>
                  </a:lnTo>
                  <a:lnTo>
                    <a:pt x="84" y="2114"/>
                  </a:lnTo>
                  <a:lnTo>
                    <a:pt x="105" y="2281"/>
                  </a:lnTo>
                  <a:lnTo>
                    <a:pt x="1" y="2302"/>
                  </a:lnTo>
                  <a:lnTo>
                    <a:pt x="1" y="2428"/>
                  </a:lnTo>
                  <a:lnTo>
                    <a:pt x="22" y="2511"/>
                  </a:lnTo>
                  <a:lnTo>
                    <a:pt x="1" y="2637"/>
                  </a:lnTo>
                  <a:lnTo>
                    <a:pt x="22" y="2637"/>
                  </a:lnTo>
                  <a:lnTo>
                    <a:pt x="189" y="2783"/>
                  </a:lnTo>
                  <a:lnTo>
                    <a:pt x="398" y="2888"/>
                  </a:lnTo>
                  <a:lnTo>
                    <a:pt x="503" y="2888"/>
                  </a:lnTo>
                  <a:lnTo>
                    <a:pt x="545" y="2930"/>
                  </a:lnTo>
                  <a:lnTo>
                    <a:pt x="649" y="2930"/>
                  </a:lnTo>
                  <a:lnTo>
                    <a:pt x="754" y="2993"/>
                  </a:lnTo>
                  <a:lnTo>
                    <a:pt x="838" y="3097"/>
                  </a:lnTo>
                  <a:lnTo>
                    <a:pt x="1026" y="3160"/>
                  </a:lnTo>
                  <a:lnTo>
                    <a:pt x="1151" y="3139"/>
                  </a:lnTo>
                  <a:lnTo>
                    <a:pt x="1256" y="3055"/>
                  </a:lnTo>
                  <a:lnTo>
                    <a:pt x="1340" y="3055"/>
                  </a:lnTo>
                  <a:lnTo>
                    <a:pt x="1423" y="3139"/>
                  </a:lnTo>
                  <a:lnTo>
                    <a:pt x="1549" y="3139"/>
                  </a:lnTo>
                  <a:lnTo>
                    <a:pt x="1549" y="2993"/>
                  </a:lnTo>
                  <a:lnTo>
                    <a:pt x="1465" y="2825"/>
                  </a:lnTo>
                  <a:lnTo>
                    <a:pt x="1423" y="2783"/>
                  </a:lnTo>
                  <a:lnTo>
                    <a:pt x="1361" y="2595"/>
                  </a:lnTo>
                  <a:lnTo>
                    <a:pt x="1382" y="2470"/>
                  </a:lnTo>
                  <a:lnTo>
                    <a:pt x="1591" y="2428"/>
                  </a:lnTo>
                  <a:lnTo>
                    <a:pt x="2365" y="2428"/>
                  </a:lnTo>
                  <a:lnTo>
                    <a:pt x="2574" y="2386"/>
                  </a:lnTo>
                  <a:lnTo>
                    <a:pt x="2721" y="2386"/>
                  </a:lnTo>
                  <a:lnTo>
                    <a:pt x="2846" y="2323"/>
                  </a:lnTo>
                  <a:lnTo>
                    <a:pt x="2930" y="2323"/>
                  </a:lnTo>
                  <a:lnTo>
                    <a:pt x="3537" y="2491"/>
                  </a:lnTo>
                  <a:lnTo>
                    <a:pt x="3558" y="2428"/>
                  </a:lnTo>
                  <a:lnTo>
                    <a:pt x="3683" y="2386"/>
                  </a:lnTo>
                  <a:lnTo>
                    <a:pt x="3683" y="2281"/>
                  </a:lnTo>
                  <a:lnTo>
                    <a:pt x="3767" y="2198"/>
                  </a:lnTo>
                  <a:lnTo>
                    <a:pt x="3767" y="2093"/>
                  </a:lnTo>
                  <a:lnTo>
                    <a:pt x="3871" y="2051"/>
                  </a:lnTo>
                  <a:lnTo>
                    <a:pt x="3955" y="2072"/>
                  </a:lnTo>
                  <a:lnTo>
                    <a:pt x="4143" y="1967"/>
                  </a:lnTo>
                  <a:lnTo>
                    <a:pt x="4206" y="1967"/>
                  </a:lnTo>
                  <a:lnTo>
                    <a:pt x="4353" y="1800"/>
                  </a:lnTo>
                  <a:lnTo>
                    <a:pt x="4353" y="1737"/>
                  </a:lnTo>
                  <a:lnTo>
                    <a:pt x="4311" y="1737"/>
                  </a:lnTo>
                  <a:lnTo>
                    <a:pt x="4185" y="1570"/>
                  </a:lnTo>
                  <a:lnTo>
                    <a:pt x="4248" y="1465"/>
                  </a:lnTo>
                  <a:lnTo>
                    <a:pt x="4248" y="1361"/>
                  </a:lnTo>
                  <a:lnTo>
                    <a:pt x="4185" y="1319"/>
                  </a:lnTo>
                  <a:lnTo>
                    <a:pt x="4185" y="1256"/>
                  </a:lnTo>
                  <a:lnTo>
                    <a:pt x="4102" y="1214"/>
                  </a:lnTo>
                  <a:lnTo>
                    <a:pt x="3871" y="1340"/>
                  </a:lnTo>
                  <a:lnTo>
                    <a:pt x="3662" y="1214"/>
                  </a:lnTo>
                  <a:lnTo>
                    <a:pt x="3662" y="963"/>
                  </a:lnTo>
                  <a:lnTo>
                    <a:pt x="3118" y="607"/>
                  </a:lnTo>
                  <a:lnTo>
                    <a:pt x="3118" y="419"/>
                  </a:lnTo>
                  <a:lnTo>
                    <a:pt x="3202" y="314"/>
                  </a:lnTo>
                  <a:lnTo>
                    <a:pt x="3202" y="168"/>
                  </a:lnTo>
                  <a:lnTo>
                    <a:pt x="3223" y="105"/>
                  </a:lnTo>
                  <a:lnTo>
                    <a:pt x="3202" y="63"/>
                  </a:lnTo>
                  <a:lnTo>
                    <a:pt x="3097" y="63"/>
                  </a:lnTo>
                  <a:lnTo>
                    <a:pt x="290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7" name="Google Shape;2527;p56"/>
            <p:cNvSpPr/>
            <p:nvPr/>
          </p:nvSpPr>
          <p:spPr>
            <a:xfrm>
              <a:off x="3628997" y="3033259"/>
              <a:ext cx="44355" cy="30956"/>
            </a:xfrm>
            <a:custGeom>
              <a:avLst/>
              <a:gdLst/>
              <a:ahLst/>
              <a:cxnLst/>
              <a:rect l="l" t="t" r="r" b="b"/>
              <a:pathLst>
                <a:path w="3725" h="2722" extrusionOk="0">
                  <a:moveTo>
                    <a:pt x="1444" y="1"/>
                  </a:moveTo>
                  <a:lnTo>
                    <a:pt x="1151" y="106"/>
                  </a:lnTo>
                  <a:lnTo>
                    <a:pt x="837" y="168"/>
                  </a:lnTo>
                  <a:lnTo>
                    <a:pt x="712" y="273"/>
                  </a:lnTo>
                  <a:lnTo>
                    <a:pt x="628" y="273"/>
                  </a:lnTo>
                  <a:lnTo>
                    <a:pt x="523" y="357"/>
                  </a:lnTo>
                  <a:lnTo>
                    <a:pt x="502" y="524"/>
                  </a:lnTo>
                  <a:lnTo>
                    <a:pt x="377" y="817"/>
                  </a:lnTo>
                  <a:lnTo>
                    <a:pt x="0" y="1131"/>
                  </a:lnTo>
                  <a:lnTo>
                    <a:pt x="188" y="1298"/>
                  </a:lnTo>
                  <a:lnTo>
                    <a:pt x="314" y="1528"/>
                  </a:lnTo>
                  <a:lnTo>
                    <a:pt x="419" y="1528"/>
                  </a:lnTo>
                  <a:lnTo>
                    <a:pt x="419" y="1654"/>
                  </a:lnTo>
                  <a:lnTo>
                    <a:pt x="398" y="1654"/>
                  </a:lnTo>
                  <a:lnTo>
                    <a:pt x="523" y="1759"/>
                  </a:lnTo>
                  <a:lnTo>
                    <a:pt x="440" y="1821"/>
                  </a:lnTo>
                  <a:lnTo>
                    <a:pt x="481" y="1863"/>
                  </a:lnTo>
                  <a:lnTo>
                    <a:pt x="732" y="1863"/>
                  </a:lnTo>
                  <a:lnTo>
                    <a:pt x="795" y="1842"/>
                  </a:lnTo>
                  <a:lnTo>
                    <a:pt x="900" y="1842"/>
                  </a:lnTo>
                  <a:lnTo>
                    <a:pt x="1109" y="1675"/>
                  </a:lnTo>
                  <a:lnTo>
                    <a:pt x="1256" y="1612"/>
                  </a:lnTo>
                  <a:lnTo>
                    <a:pt x="1360" y="1633"/>
                  </a:lnTo>
                  <a:lnTo>
                    <a:pt x="1486" y="1633"/>
                  </a:lnTo>
                  <a:lnTo>
                    <a:pt x="1674" y="1759"/>
                  </a:lnTo>
                  <a:lnTo>
                    <a:pt x="1779" y="1759"/>
                  </a:lnTo>
                  <a:lnTo>
                    <a:pt x="2051" y="1926"/>
                  </a:lnTo>
                  <a:lnTo>
                    <a:pt x="2093" y="1884"/>
                  </a:lnTo>
                  <a:lnTo>
                    <a:pt x="2155" y="1968"/>
                  </a:lnTo>
                  <a:lnTo>
                    <a:pt x="2093" y="2052"/>
                  </a:lnTo>
                  <a:lnTo>
                    <a:pt x="1967" y="2052"/>
                  </a:lnTo>
                  <a:lnTo>
                    <a:pt x="1779" y="1968"/>
                  </a:lnTo>
                  <a:lnTo>
                    <a:pt x="1632" y="1926"/>
                  </a:lnTo>
                  <a:lnTo>
                    <a:pt x="1528" y="1926"/>
                  </a:lnTo>
                  <a:lnTo>
                    <a:pt x="1381" y="1821"/>
                  </a:lnTo>
                  <a:lnTo>
                    <a:pt x="1318" y="1842"/>
                  </a:lnTo>
                  <a:lnTo>
                    <a:pt x="1235" y="1926"/>
                  </a:lnTo>
                  <a:lnTo>
                    <a:pt x="1214" y="1884"/>
                  </a:lnTo>
                  <a:lnTo>
                    <a:pt x="1130" y="1863"/>
                  </a:lnTo>
                  <a:lnTo>
                    <a:pt x="1005" y="1947"/>
                  </a:lnTo>
                  <a:lnTo>
                    <a:pt x="900" y="1968"/>
                  </a:lnTo>
                  <a:lnTo>
                    <a:pt x="795" y="2093"/>
                  </a:lnTo>
                  <a:lnTo>
                    <a:pt x="419" y="2093"/>
                  </a:lnTo>
                  <a:lnTo>
                    <a:pt x="377" y="2156"/>
                  </a:lnTo>
                  <a:lnTo>
                    <a:pt x="377" y="2282"/>
                  </a:lnTo>
                  <a:lnTo>
                    <a:pt x="314" y="2344"/>
                  </a:lnTo>
                  <a:lnTo>
                    <a:pt x="335" y="2386"/>
                  </a:lnTo>
                  <a:lnTo>
                    <a:pt x="481" y="2303"/>
                  </a:lnTo>
                  <a:lnTo>
                    <a:pt x="691" y="2386"/>
                  </a:lnTo>
                  <a:lnTo>
                    <a:pt x="544" y="2470"/>
                  </a:lnTo>
                  <a:lnTo>
                    <a:pt x="502" y="2449"/>
                  </a:lnTo>
                  <a:lnTo>
                    <a:pt x="398" y="2407"/>
                  </a:lnTo>
                  <a:lnTo>
                    <a:pt x="398" y="2407"/>
                  </a:lnTo>
                  <a:lnTo>
                    <a:pt x="440" y="2470"/>
                  </a:lnTo>
                  <a:lnTo>
                    <a:pt x="419" y="2575"/>
                  </a:lnTo>
                  <a:lnTo>
                    <a:pt x="586" y="2616"/>
                  </a:lnTo>
                  <a:lnTo>
                    <a:pt x="753" y="2512"/>
                  </a:lnTo>
                  <a:lnTo>
                    <a:pt x="1151" y="2554"/>
                  </a:lnTo>
                  <a:lnTo>
                    <a:pt x="1256" y="2407"/>
                  </a:lnTo>
                  <a:lnTo>
                    <a:pt x="1465" y="2344"/>
                  </a:lnTo>
                  <a:lnTo>
                    <a:pt x="1988" y="2344"/>
                  </a:lnTo>
                  <a:lnTo>
                    <a:pt x="2113" y="2386"/>
                  </a:lnTo>
                  <a:lnTo>
                    <a:pt x="2113" y="2365"/>
                  </a:lnTo>
                  <a:lnTo>
                    <a:pt x="2260" y="2344"/>
                  </a:lnTo>
                  <a:lnTo>
                    <a:pt x="2595" y="2365"/>
                  </a:lnTo>
                  <a:lnTo>
                    <a:pt x="2825" y="2470"/>
                  </a:lnTo>
                  <a:lnTo>
                    <a:pt x="2929" y="2554"/>
                  </a:lnTo>
                  <a:lnTo>
                    <a:pt x="3118" y="2554"/>
                  </a:lnTo>
                  <a:lnTo>
                    <a:pt x="3306" y="2616"/>
                  </a:lnTo>
                  <a:lnTo>
                    <a:pt x="3411" y="2554"/>
                  </a:lnTo>
                  <a:lnTo>
                    <a:pt x="3515" y="2575"/>
                  </a:lnTo>
                  <a:lnTo>
                    <a:pt x="3557" y="2616"/>
                  </a:lnTo>
                  <a:lnTo>
                    <a:pt x="3683" y="2616"/>
                  </a:lnTo>
                  <a:lnTo>
                    <a:pt x="3683" y="2721"/>
                  </a:lnTo>
                  <a:lnTo>
                    <a:pt x="3725" y="2658"/>
                  </a:lnTo>
                  <a:lnTo>
                    <a:pt x="3725" y="2554"/>
                  </a:lnTo>
                  <a:lnTo>
                    <a:pt x="3578" y="2470"/>
                  </a:lnTo>
                  <a:lnTo>
                    <a:pt x="3557" y="2386"/>
                  </a:lnTo>
                  <a:lnTo>
                    <a:pt x="3620" y="2303"/>
                  </a:lnTo>
                  <a:lnTo>
                    <a:pt x="3620" y="2261"/>
                  </a:lnTo>
                  <a:lnTo>
                    <a:pt x="3536" y="2156"/>
                  </a:lnTo>
                  <a:lnTo>
                    <a:pt x="3515" y="2072"/>
                  </a:lnTo>
                  <a:lnTo>
                    <a:pt x="3432" y="2031"/>
                  </a:lnTo>
                  <a:lnTo>
                    <a:pt x="3369" y="2052"/>
                  </a:lnTo>
                  <a:lnTo>
                    <a:pt x="3306" y="1968"/>
                  </a:lnTo>
                  <a:lnTo>
                    <a:pt x="3243" y="1842"/>
                  </a:lnTo>
                  <a:lnTo>
                    <a:pt x="3118" y="1717"/>
                  </a:lnTo>
                  <a:lnTo>
                    <a:pt x="3097" y="1633"/>
                  </a:lnTo>
                  <a:lnTo>
                    <a:pt x="3139" y="1403"/>
                  </a:lnTo>
                  <a:lnTo>
                    <a:pt x="3118" y="1319"/>
                  </a:lnTo>
                  <a:lnTo>
                    <a:pt x="3118" y="1215"/>
                  </a:lnTo>
                  <a:lnTo>
                    <a:pt x="3034" y="1131"/>
                  </a:lnTo>
                  <a:lnTo>
                    <a:pt x="3013" y="1047"/>
                  </a:lnTo>
                  <a:lnTo>
                    <a:pt x="2846" y="943"/>
                  </a:lnTo>
                  <a:lnTo>
                    <a:pt x="2741" y="922"/>
                  </a:lnTo>
                  <a:lnTo>
                    <a:pt x="2720" y="796"/>
                  </a:lnTo>
                  <a:lnTo>
                    <a:pt x="2595" y="775"/>
                  </a:lnTo>
                  <a:lnTo>
                    <a:pt x="2595" y="629"/>
                  </a:lnTo>
                  <a:lnTo>
                    <a:pt x="2469" y="524"/>
                  </a:lnTo>
                  <a:lnTo>
                    <a:pt x="2427" y="399"/>
                  </a:lnTo>
                  <a:lnTo>
                    <a:pt x="2385" y="357"/>
                  </a:lnTo>
                  <a:lnTo>
                    <a:pt x="2302" y="357"/>
                  </a:lnTo>
                  <a:lnTo>
                    <a:pt x="2260" y="315"/>
                  </a:lnTo>
                  <a:lnTo>
                    <a:pt x="2176" y="378"/>
                  </a:lnTo>
                  <a:lnTo>
                    <a:pt x="2093" y="357"/>
                  </a:lnTo>
                  <a:lnTo>
                    <a:pt x="2093" y="273"/>
                  </a:lnTo>
                  <a:lnTo>
                    <a:pt x="1967" y="106"/>
                  </a:lnTo>
                  <a:lnTo>
                    <a:pt x="1800" y="85"/>
                  </a:lnTo>
                  <a:lnTo>
                    <a:pt x="1549"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8" name="Google Shape;2528;p56"/>
            <p:cNvSpPr/>
            <p:nvPr/>
          </p:nvSpPr>
          <p:spPr>
            <a:xfrm>
              <a:off x="3633975" y="3059916"/>
              <a:ext cx="21195" cy="12146"/>
            </a:xfrm>
            <a:custGeom>
              <a:avLst/>
              <a:gdLst/>
              <a:ahLst/>
              <a:cxnLst/>
              <a:rect l="l" t="t" r="r" b="b"/>
              <a:pathLst>
                <a:path w="1780" h="1068" extrusionOk="0">
                  <a:moveTo>
                    <a:pt x="1047" y="0"/>
                  </a:moveTo>
                  <a:lnTo>
                    <a:pt x="838" y="63"/>
                  </a:lnTo>
                  <a:lnTo>
                    <a:pt x="733" y="210"/>
                  </a:lnTo>
                  <a:lnTo>
                    <a:pt x="335" y="168"/>
                  </a:lnTo>
                  <a:lnTo>
                    <a:pt x="168" y="272"/>
                  </a:lnTo>
                  <a:lnTo>
                    <a:pt x="1" y="231"/>
                  </a:lnTo>
                  <a:lnTo>
                    <a:pt x="1" y="231"/>
                  </a:lnTo>
                  <a:lnTo>
                    <a:pt x="63" y="314"/>
                  </a:lnTo>
                  <a:lnTo>
                    <a:pt x="273" y="335"/>
                  </a:lnTo>
                  <a:lnTo>
                    <a:pt x="335" y="335"/>
                  </a:lnTo>
                  <a:lnTo>
                    <a:pt x="231" y="419"/>
                  </a:lnTo>
                  <a:lnTo>
                    <a:pt x="335" y="524"/>
                  </a:lnTo>
                  <a:lnTo>
                    <a:pt x="440" y="524"/>
                  </a:lnTo>
                  <a:lnTo>
                    <a:pt x="482" y="586"/>
                  </a:lnTo>
                  <a:lnTo>
                    <a:pt x="545" y="586"/>
                  </a:lnTo>
                  <a:lnTo>
                    <a:pt x="691" y="544"/>
                  </a:lnTo>
                  <a:lnTo>
                    <a:pt x="838" y="524"/>
                  </a:lnTo>
                  <a:lnTo>
                    <a:pt x="1005" y="586"/>
                  </a:lnTo>
                  <a:lnTo>
                    <a:pt x="942" y="649"/>
                  </a:lnTo>
                  <a:lnTo>
                    <a:pt x="649" y="649"/>
                  </a:lnTo>
                  <a:lnTo>
                    <a:pt x="691" y="691"/>
                  </a:lnTo>
                  <a:lnTo>
                    <a:pt x="796" y="691"/>
                  </a:lnTo>
                  <a:lnTo>
                    <a:pt x="838" y="754"/>
                  </a:lnTo>
                  <a:lnTo>
                    <a:pt x="817" y="796"/>
                  </a:lnTo>
                  <a:lnTo>
                    <a:pt x="859" y="796"/>
                  </a:lnTo>
                  <a:lnTo>
                    <a:pt x="733" y="963"/>
                  </a:lnTo>
                  <a:lnTo>
                    <a:pt x="963" y="942"/>
                  </a:lnTo>
                  <a:lnTo>
                    <a:pt x="963" y="1047"/>
                  </a:lnTo>
                  <a:lnTo>
                    <a:pt x="1005" y="1068"/>
                  </a:lnTo>
                  <a:lnTo>
                    <a:pt x="1131" y="1047"/>
                  </a:lnTo>
                  <a:lnTo>
                    <a:pt x="1214" y="879"/>
                  </a:lnTo>
                  <a:lnTo>
                    <a:pt x="1319" y="858"/>
                  </a:lnTo>
                  <a:lnTo>
                    <a:pt x="1465" y="775"/>
                  </a:lnTo>
                  <a:lnTo>
                    <a:pt x="1675" y="733"/>
                  </a:lnTo>
                  <a:lnTo>
                    <a:pt x="1758" y="670"/>
                  </a:lnTo>
                  <a:lnTo>
                    <a:pt x="1779" y="565"/>
                  </a:lnTo>
                  <a:lnTo>
                    <a:pt x="1695" y="482"/>
                  </a:lnTo>
                  <a:lnTo>
                    <a:pt x="1695" y="314"/>
                  </a:lnTo>
                  <a:lnTo>
                    <a:pt x="1737" y="210"/>
                  </a:lnTo>
                  <a:lnTo>
                    <a:pt x="1695" y="42"/>
                  </a:lnTo>
                  <a:lnTo>
                    <a:pt x="1570"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529" name="Google Shape;2529;p56"/>
            <p:cNvGrpSpPr/>
            <p:nvPr/>
          </p:nvGrpSpPr>
          <p:grpSpPr>
            <a:xfrm>
              <a:off x="3632736" y="3051591"/>
              <a:ext cx="63288" cy="45217"/>
              <a:chOff x="3450375" y="3038225"/>
              <a:chExt cx="132875" cy="99400"/>
            </a:xfrm>
          </p:grpSpPr>
          <p:sp>
            <p:nvSpPr>
              <p:cNvPr id="2530" name="Google Shape;2530;p56"/>
              <p:cNvSpPr/>
              <p:nvPr/>
            </p:nvSpPr>
            <p:spPr>
              <a:xfrm>
                <a:off x="3450375" y="3038225"/>
                <a:ext cx="46050" cy="13625"/>
              </a:xfrm>
              <a:custGeom>
                <a:avLst/>
                <a:gdLst/>
                <a:ahLst/>
                <a:cxnLst/>
                <a:rect l="l" t="t" r="r" b="b"/>
                <a:pathLst>
                  <a:path w="1842" h="545" extrusionOk="0">
                    <a:moveTo>
                      <a:pt x="942" y="0"/>
                    </a:moveTo>
                    <a:lnTo>
                      <a:pt x="795" y="63"/>
                    </a:lnTo>
                    <a:lnTo>
                      <a:pt x="586" y="230"/>
                    </a:lnTo>
                    <a:lnTo>
                      <a:pt x="481" y="230"/>
                    </a:lnTo>
                    <a:lnTo>
                      <a:pt x="418" y="251"/>
                    </a:lnTo>
                    <a:lnTo>
                      <a:pt x="167" y="251"/>
                    </a:lnTo>
                    <a:lnTo>
                      <a:pt x="188" y="335"/>
                    </a:lnTo>
                    <a:lnTo>
                      <a:pt x="314" y="419"/>
                    </a:lnTo>
                    <a:lnTo>
                      <a:pt x="439" y="377"/>
                    </a:lnTo>
                    <a:lnTo>
                      <a:pt x="439" y="377"/>
                    </a:lnTo>
                    <a:lnTo>
                      <a:pt x="377" y="460"/>
                    </a:lnTo>
                    <a:lnTo>
                      <a:pt x="209" y="460"/>
                    </a:lnTo>
                    <a:lnTo>
                      <a:pt x="105" y="314"/>
                    </a:lnTo>
                    <a:lnTo>
                      <a:pt x="0" y="419"/>
                    </a:lnTo>
                    <a:lnTo>
                      <a:pt x="63" y="481"/>
                    </a:lnTo>
                    <a:lnTo>
                      <a:pt x="63" y="544"/>
                    </a:lnTo>
                    <a:lnTo>
                      <a:pt x="105" y="481"/>
                    </a:lnTo>
                    <a:lnTo>
                      <a:pt x="481" y="481"/>
                    </a:lnTo>
                    <a:lnTo>
                      <a:pt x="586" y="356"/>
                    </a:lnTo>
                    <a:lnTo>
                      <a:pt x="691" y="335"/>
                    </a:lnTo>
                    <a:lnTo>
                      <a:pt x="816" y="251"/>
                    </a:lnTo>
                    <a:lnTo>
                      <a:pt x="900" y="272"/>
                    </a:lnTo>
                    <a:lnTo>
                      <a:pt x="921" y="314"/>
                    </a:lnTo>
                    <a:lnTo>
                      <a:pt x="1004" y="230"/>
                    </a:lnTo>
                    <a:lnTo>
                      <a:pt x="1067" y="209"/>
                    </a:lnTo>
                    <a:lnTo>
                      <a:pt x="1214" y="314"/>
                    </a:lnTo>
                    <a:lnTo>
                      <a:pt x="1318" y="314"/>
                    </a:lnTo>
                    <a:lnTo>
                      <a:pt x="1465" y="356"/>
                    </a:lnTo>
                    <a:lnTo>
                      <a:pt x="1653" y="440"/>
                    </a:lnTo>
                    <a:lnTo>
                      <a:pt x="1779" y="440"/>
                    </a:lnTo>
                    <a:lnTo>
                      <a:pt x="1841" y="356"/>
                    </a:lnTo>
                    <a:lnTo>
                      <a:pt x="1779" y="272"/>
                    </a:lnTo>
                    <a:lnTo>
                      <a:pt x="1737" y="314"/>
                    </a:lnTo>
                    <a:lnTo>
                      <a:pt x="1465" y="147"/>
                    </a:lnTo>
                    <a:lnTo>
                      <a:pt x="1360" y="147"/>
                    </a:lnTo>
                    <a:lnTo>
                      <a:pt x="1172" y="21"/>
                    </a:lnTo>
                    <a:lnTo>
                      <a:pt x="1046" y="21"/>
                    </a:lnTo>
                    <a:lnTo>
                      <a:pt x="94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1" name="Google Shape;2531;p56"/>
              <p:cNvSpPr/>
              <p:nvPr/>
            </p:nvSpPr>
            <p:spPr>
              <a:xfrm>
                <a:off x="3481225" y="3056525"/>
                <a:ext cx="102025" cy="81100"/>
              </a:xfrm>
              <a:custGeom>
                <a:avLst/>
                <a:gdLst/>
                <a:ahLst/>
                <a:cxnLst/>
                <a:rect l="l" t="t" r="r" b="b"/>
                <a:pathLst>
                  <a:path w="4081" h="3244" extrusionOk="0">
                    <a:moveTo>
                      <a:pt x="712" y="0"/>
                    </a:moveTo>
                    <a:lnTo>
                      <a:pt x="565" y="21"/>
                    </a:lnTo>
                    <a:lnTo>
                      <a:pt x="565" y="42"/>
                    </a:lnTo>
                    <a:lnTo>
                      <a:pt x="607" y="210"/>
                    </a:lnTo>
                    <a:lnTo>
                      <a:pt x="565" y="314"/>
                    </a:lnTo>
                    <a:lnTo>
                      <a:pt x="565" y="482"/>
                    </a:lnTo>
                    <a:lnTo>
                      <a:pt x="649" y="565"/>
                    </a:lnTo>
                    <a:lnTo>
                      <a:pt x="628" y="670"/>
                    </a:lnTo>
                    <a:lnTo>
                      <a:pt x="545" y="733"/>
                    </a:lnTo>
                    <a:lnTo>
                      <a:pt x="335" y="775"/>
                    </a:lnTo>
                    <a:lnTo>
                      <a:pt x="189" y="858"/>
                    </a:lnTo>
                    <a:lnTo>
                      <a:pt x="84" y="879"/>
                    </a:lnTo>
                    <a:lnTo>
                      <a:pt x="1" y="1046"/>
                    </a:lnTo>
                    <a:lnTo>
                      <a:pt x="21" y="1005"/>
                    </a:lnTo>
                    <a:lnTo>
                      <a:pt x="105" y="1109"/>
                    </a:lnTo>
                    <a:lnTo>
                      <a:pt x="42" y="1319"/>
                    </a:lnTo>
                    <a:lnTo>
                      <a:pt x="189" y="1507"/>
                    </a:lnTo>
                    <a:lnTo>
                      <a:pt x="314" y="1528"/>
                    </a:lnTo>
                    <a:lnTo>
                      <a:pt x="398" y="1570"/>
                    </a:lnTo>
                    <a:lnTo>
                      <a:pt x="440" y="1486"/>
                    </a:lnTo>
                    <a:lnTo>
                      <a:pt x="545" y="1528"/>
                    </a:lnTo>
                    <a:lnTo>
                      <a:pt x="503" y="1570"/>
                    </a:lnTo>
                    <a:lnTo>
                      <a:pt x="503" y="1674"/>
                    </a:lnTo>
                    <a:lnTo>
                      <a:pt x="545" y="1716"/>
                    </a:lnTo>
                    <a:lnTo>
                      <a:pt x="670" y="1716"/>
                    </a:lnTo>
                    <a:lnTo>
                      <a:pt x="733" y="1904"/>
                    </a:lnTo>
                    <a:lnTo>
                      <a:pt x="879" y="1988"/>
                    </a:lnTo>
                    <a:lnTo>
                      <a:pt x="963" y="2051"/>
                    </a:lnTo>
                    <a:lnTo>
                      <a:pt x="1047" y="2030"/>
                    </a:lnTo>
                    <a:lnTo>
                      <a:pt x="1235" y="1946"/>
                    </a:lnTo>
                    <a:lnTo>
                      <a:pt x="1235" y="1884"/>
                    </a:lnTo>
                    <a:lnTo>
                      <a:pt x="1381" y="1716"/>
                    </a:lnTo>
                    <a:lnTo>
                      <a:pt x="1486" y="1632"/>
                    </a:lnTo>
                    <a:lnTo>
                      <a:pt x="1612" y="1570"/>
                    </a:lnTo>
                    <a:lnTo>
                      <a:pt x="2114" y="1570"/>
                    </a:lnTo>
                    <a:lnTo>
                      <a:pt x="2197" y="1716"/>
                    </a:lnTo>
                    <a:lnTo>
                      <a:pt x="2239" y="1821"/>
                    </a:lnTo>
                    <a:lnTo>
                      <a:pt x="2407" y="2093"/>
                    </a:lnTo>
                    <a:lnTo>
                      <a:pt x="2386" y="2156"/>
                    </a:lnTo>
                    <a:lnTo>
                      <a:pt x="2490" y="2260"/>
                    </a:lnTo>
                    <a:lnTo>
                      <a:pt x="2490" y="2365"/>
                    </a:lnTo>
                    <a:lnTo>
                      <a:pt x="2407" y="2407"/>
                    </a:lnTo>
                    <a:lnTo>
                      <a:pt x="2407" y="2511"/>
                    </a:lnTo>
                    <a:lnTo>
                      <a:pt x="2449" y="2532"/>
                    </a:lnTo>
                    <a:lnTo>
                      <a:pt x="2449" y="2574"/>
                    </a:lnTo>
                    <a:lnTo>
                      <a:pt x="2595" y="2532"/>
                    </a:lnTo>
                    <a:lnTo>
                      <a:pt x="2637" y="2532"/>
                    </a:lnTo>
                    <a:lnTo>
                      <a:pt x="2867" y="2449"/>
                    </a:lnTo>
                    <a:lnTo>
                      <a:pt x="3014" y="2511"/>
                    </a:lnTo>
                    <a:lnTo>
                      <a:pt x="3055" y="2637"/>
                    </a:lnTo>
                    <a:lnTo>
                      <a:pt x="3181" y="2721"/>
                    </a:lnTo>
                    <a:lnTo>
                      <a:pt x="3160" y="2930"/>
                    </a:lnTo>
                    <a:lnTo>
                      <a:pt x="3139" y="3055"/>
                    </a:lnTo>
                    <a:lnTo>
                      <a:pt x="3286" y="3202"/>
                    </a:lnTo>
                    <a:lnTo>
                      <a:pt x="3369" y="3202"/>
                    </a:lnTo>
                    <a:lnTo>
                      <a:pt x="3537" y="3076"/>
                    </a:lnTo>
                    <a:lnTo>
                      <a:pt x="3578" y="3076"/>
                    </a:lnTo>
                    <a:lnTo>
                      <a:pt x="3683" y="3181"/>
                    </a:lnTo>
                    <a:lnTo>
                      <a:pt x="3704" y="3244"/>
                    </a:lnTo>
                    <a:lnTo>
                      <a:pt x="3704" y="3202"/>
                    </a:lnTo>
                    <a:lnTo>
                      <a:pt x="3809" y="3181"/>
                    </a:lnTo>
                    <a:lnTo>
                      <a:pt x="3976" y="2846"/>
                    </a:lnTo>
                    <a:lnTo>
                      <a:pt x="3976" y="2721"/>
                    </a:lnTo>
                    <a:lnTo>
                      <a:pt x="3955" y="2658"/>
                    </a:lnTo>
                    <a:lnTo>
                      <a:pt x="3850" y="2553"/>
                    </a:lnTo>
                    <a:lnTo>
                      <a:pt x="3850" y="2469"/>
                    </a:lnTo>
                    <a:lnTo>
                      <a:pt x="3913" y="2428"/>
                    </a:lnTo>
                    <a:lnTo>
                      <a:pt x="3997" y="2449"/>
                    </a:lnTo>
                    <a:lnTo>
                      <a:pt x="4018" y="2365"/>
                    </a:lnTo>
                    <a:lnTo>
                      <a:pt x="3955" y="2239"/>
                    </a:lnTo>
                    <a:lnTo>
                      <a:pt x="3871" y="2218"/>
                    </a:lnTo>
                    <a:lnTo>
                      <a:pt x="3871" y="2009"/>
                    </a:lnTo>
                    <a:lnTo>
                      <a:pt x="3892" y="1925"/>
                    </a:lnTo>
                    <a:lnTo>
                      <a:pt x="3871" y="1674"/>
                    </a:lnTo>
                    <a:lnTo>
                      <a:pt x="3809" y="1612"/>
                    </a:lnTo>
                    <a:lnTo>
                      <a:pt x="3809" y="1507"/>
                    </a:lnTo>
                    <a:lnTo>
                      <a:pt x="4060" y="1423"/>
                    </a:lnTo>
                    <a:lnTo>
                      <a:pt x="4081" y="1402"/>
                    </a:lnTo>
                    <a:lnTo>
                      <a:pt x="4081" y="1319"/>
                    </a:lnTo>
                    <a:lnTo>
                      <a:pt x="4018" y="1277"/>
                    </a:lnTo>
                    <a:lnTo>
                      <a:pt x="3871" y="1256"/>
                    </a:lnTo>
                    <a:lnTo>
                      <a:pt x="3871" y="1193"/>
                    </a:lnTo>
                    <a:lnTo>
                      <a:pt x="3850" y="1109"/>
                    </a:lnTo>
                    <a:lnTo>
                      <a:pt x="3850" y="1005"/>
                    </a:lnTo>
                    <a:lnTo>
                      <a:pt x="3767" y="1005"/>
                    </a:lnTo>
                    <a:lnTo>
                      <a:pt x="3704" y="1088"/>
                    </a:lnTo>
                    <a:lnTo>
                      <a:pt x="3599" y="1109"/>
                    </a:lnTo>
                    <a:lnTo>
                      <a:pt x="3599" y="1109"/>
                    </a:lnTo>
                    <a:lnTo>
                      <a:pt x="3662" y="963"/>
                    </a:lnTo>
                    <a:lnTo>
                      <a:pt x="3767" y="796"/>
                    </a:lnTo>
                    <a:lnTo>
                      <a:pt x="3767" y="754"/>
                    </a:lnTo>
                    <a:lnTo>
                      <a:pt x="3641" y="733"/>
                    </a:lnTo>
                    <a:lnTo>
                      <a:pt x="3578" y="670"/>
                    </a:lnTo>
                    <a:lnTo>
                      <a:pt x="3599" y="524"/>
                    </a:lnTo>
                    <a:lnTo>
                      <a:pt x="3558" y="377"/>
                    </a:lnTo>
                    <a:lnTo>
                      <a:pt x="3432" y="272"/>
                    </a:lnTo>
                    <a:lnTo>
                      <a:pt x="3390" y="231"/>
                    </a:lnTo>
                    <a:lnTo>
                      <a:pt x="3286" y="252"/>
                    </a:lnTo>
                    <a:lnTo>
                      <a:pt x="3265" y="314"/>
                    </a:lnTo>
                    <a:lnTo>
                      <a:pt x="3118" y="231"/>
                    </a:lnTo>
                    <a:lnTo>
                      <a:pt x="2972" y="231"/>
                    </a:lnTo>
                    <a:lnTo>
                      <a:pt x="2867" y="377"/>
                    </a:lnTo>
                    <a:lnTo>
                      <a:pt x="2804" y="419"/>
                    </a:lnTo>
                    <a:lnTo>
                      <a:pt x="2700" y="482"/>
                    </a:lnTo>
                    <a:lnTo>
                      <a:pt x="2532" y="482"/>
                    </a:lnTo>
                    <a:lnTo>
                      <a:pt x="2407" y="377"/>
                    </a:lnTo>
                    <a:lnTo>
                      <a:pt x="2323" y="356"/>
                    </a:lnTo>
                    <a:lnTo>
                      <a:pt x="2218" y="419"/>
                    </a:lnTo>
                    <a:lnTo>
                      <a:pt x="2135" y="377"/>
                    </a:lnTo>
                    <a:lnTo>
                      <a:pt x="2135" y="272"/>
                    </a:lnTo>
                    <a:lnTo>
                      <a:pt x="2009" y="272"/>
                    </a:lnTo>
                    <a:lnTo>
                      <a:pt x="1967" y="231"/>
                    </a:lnTo>
                    <a:lnTo>
                      <a:pt x="1863" y="210"/>
                    </a:lnTo>
                    <a:lnTo>
                      <a:pt x="1758" y="272"/>
                    </a:lnTo>
                    <a:lnTo>
                      <a:pt x="1570" y="210"/>
                    </a:lnTo>
                    <a:lnTo>
                      <a:pt x="1381" y="210"/>
                    </a:lnTo>
                    <a:lnTo>
                      <a:pt x="1277" y="126"/>
                    </a:lnTo>
                    <a:lnTo>
                      <a:pt x="1047" y="21"/>
                    </a:lnTo>
                    <a:lnTo>
                      <a:pt x="71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532" name="Google Shape;2532;p56"/>
            <p:cNvSpPr/>
            <p:nvPr/>
          </p:nvSpPr>
          <p:spPr>
            <a:xfrm>
              <a:off x="3657897" y="3077759"/>
              <a:ext cx="19195" cy="21903"/>
            </a:xfrm>
            <a:custGeom>
              <a:avLst/>
              <a:gdLst/>
              <a:ahLst/>
              <a:cxnLst/>
              <a:rect l="l" t="t" r="r" b="b"/>
              <a:pathLst>
                <a:path w="1612" h="1926" extrusionOk="0">
                  <a:moveTo>
                    <a:pt x="733" y="1"/>
                  </a:moveTo>
                  <a:lnTo>
                    <a:pt x="607" y="63"/>
                  </a:lnTo>
                  <a:lnTo>
                    <a:pt x="502" y="147"/>
                  </a:lnTo>
                  <a:lnTo>
                    <a:pt x="356" y="315"/>
                  </a:lnTo>
                  <a:lnTo>
                    <a:pt x="356" y="377"/>
                  </a:lnTo>
                  <a:lnTo>
                    <a:pt x="168" y="461"/>
                  </a:lnTo>
                  <a:lnTo>
                    <a:pt x="84" y="482"/>
                  </a:lnTo>
                  <a:lnTo>
                    <a:pt x="42" y="587"/>
                  </a:lnTo>
                  <a:lnTo>
                    <a:pt x="0" y="670"/>
                  </a:lnTo>
                  <a:lnTo>
                    <a:pt x="105" y="733"/>
                  </a:lnTo>
                  <a:lnTo>
                    <a:pt x="42" y="880"/>
                  </a:lnTo>
                  <a:lnTo>
                    <a:pt x="63" y="963"/>
                  </a:lnTo>
                  <a:lnTo>
                    <a:pt x="168" y="984"/>
                  </a:lnTo>
                  <a:lnTo>
                    <a:pt x="251" y="1172"/>
                  </a:lnTo>
                  <a:lnTo>
                    <a:pt x="251" y="1298"/>
                  </a:lnTo>
                  <a:lnTo>
                    <a:pt x="377" y="1424"/>
                  </a:lnTo>
                  <a:lnTo>
                    <a:pt x="482" y="1382"/>
                  </a:lnTo>
                  <a:lnTo>
                    <a:pt x="482" y="1403"/>
                  </a:lnTo>
                  <a:lnTo>
                    <a:pt x="419" y="1507"/>
                  </a:lnTo>
                  <a:lnTo>
                    <a:pt x="502" y="1591"/>
                  </a:lnTo>
                  <a:lnTo>
                    <a:pt x="586" y="1675"/>
                  </a:lnTo>
                  <a:lnTo>
                    <a:pt x="565" y="1737"/>
                  </a:lnTo>
                  <a:lnTo>
                    <a:pt x="691" y="1779"/>
                  </a:lnTo>
                  <a:lnTo>
                    <a:pt x="1005" y="1926"/>
                  </a:lnTo>
                  <a:lnTo>
                    <a:pt x="1046" y="1926"/>
                  </a:lnTo>
                  <a:lnTo>
                    <a:pt x="1088" y="1842"/>
                  </a:lnTo>
                  <a:lnTo>
                    <a:pt x="1151" y="1696"/>
                  </a:lnTo>
                  <a:lnTo>
                    <a:pt x="1298" y="1633"/>
                  </a:lnTo>
                  <a:lnTo>
                    <a:pt x="1402" y="1507"/>
                  </a:lnTo>
                  <a:lnTo>
                    <a:pt x="1402" y="1403"/>
                  </a:lnTo>
                  <a:lnTo>
                    <a:pt x="1444" y="1256"/>
                  </a:lnTo>
                  <a:lnTo>
                    <a:pt x="1528" y="1214"/>
                  </a:lnTo>
                  <a:lnTo>
                    <a:pt x="1528" y="1152"/>
                  </a:lnTo>
                  <a:lnTo>
                    <a:pt x="1549" y="1005"/>
                  </a:lnTo>
                  <a:lnTo>
                    <a:pt x="1570" y="1005"/>
                  </a:lnTo>
                  <a:lnTo>
                    <a:pt x="1570" y="963"/>
                  </a:lnTo>
                  <a:lnTo>
                    <a:pt x="1528" y="942"/>
                  </a:lnTo>
                  <a:lnTo>
                    <a:pt x="1528" y="838"/>
                  </a:lnTo>
                  <a:lnTo>
                    <a:pt x="1611" y="796"/>
                  </a:lnTo>
                  <a:lnTo>
                    <a:pt x="1611" y="691"/>
                  </a:lnTo>
                  <a:lnTo>
                    <a:pt x="1507" y="587"/>
                  </a:lnTo>
                  <a:lnTo>
                    <a:pt x="1528" y="524"/>
                  </a:lnTo>
                  <a:lnTo>
                    <a:pt x="1360" y="252"/>
                  </a:lnTo>
                  <a:lnTo>
                    <a:pt x="1318" y="147"/>
                  </a:lnTo>
                  <a:lnTo>
                    <a:pt x="123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3" name="Google Shape;2533;p56"/>
            <p:cNvSpPr/>
            <p:nvPr/>
          </p:nvSpPr>
          <p:spPr>
            <a:xfrm>
              <a:off x="3670352" y="3087756"/>
              <a:ext cx="27911" cy="28568"/>
            </a:xfrm>
            <a:custGeom>
              <a:avLst/>
              <a:gdLst/>
              <a:ahLst/>
              <a:cxnLst/>
              <a:rect l="l" t="t" r="r" b="b"/>
              <a:pathLst>
                <a:path w="2344" h="2512" extrusionOk="0">
                  <a:moveTo>
                    <a:pt x="942" y="1"/>
                  </a:moveTo>
                  <a:lnTo>
                    <a:pt x="712" y="84"/>
                  </a:lnTo>
                  <a:lnTo>
                    <a:pt x="670" y="84"/>
                  </a:lnTo>
                  <a:lnTo>
                    <a:pt x="524" y="126"/>
                  </a:lnTo>
                  <a:lnTo>
                    <a:pt x="503" y="126"/>
                  </a:lnTo>
                  <a:lnTo>
                    <a:pt x="482" y="273"/>
                  </a:lnTo>
                  <a:lnTo>
                    <a:pt x="482" y="335"/>
                  </a:lnTo>
                  <a:lnTo>
                    <a:pt x="398" y="377"/>
                  </a:lnTo>
                  <a:lnTo>
                    <a:pt x="356" y="524"/>
                  </a:lnTo>
                  <a:lnTo>
                    <a:pt x="356" y="628"/>
                  </a:lnTo>
                  <a:lnTo>
                    <a:pt x="252" y="754"/>
                  </a:lnTo>
                  <a:lnTo>
                    <a:pt x="105" y="817"/>
                  </a:lnTo>
                  <a:lnTo>
                    <a:pt x="42" y="963"/>
                  </a:lnTo>
                  <a:lnTo>
                    <a:pt x="0" y="1047"/>
                  </a:lnTo>
                  <a:lnTo>
                    <a:pt x="168" y="1047"/>
                  </a:lnTo>
                  <a:lnTo>
                    <a:pt x="252" y="1109"/>
                  </a:lnTo>
                  <a:lnTo>
                    <a:pt x="210" y="1172"/>
                  </a:lnTo>
                  <a:lnTo>
                    <a:pt x="293" y="1235"/>
                  </a:lnTo>
                  <a:lnTo>
                    <a:pt x="461" y="1444"/>
                  </a:lnTo>
                  <a:lnTo>
                    <a:pt x="524" y="1444"/>
                  </a:lnTo>
                  <a:lnTo>
                    <a:pt x="775" y="1591"/>
                  </a:lnTo>
                  <a:lnTo>
                    <a:pt x="796" y="1591"/>
                  </a:lnTo>
                  <a:lnTo>
                    <a:pt x="1130" y="1967"/>
                  </a:lnTo>
                  <a:lnTo>
                    <a:pt x="1256" y="1988"/>
                  </a:lnTo>
                  <a:lnTo>
                    <a:pt x="1716" y="2302"/>
                  </a:lnTo>
                  <a:lnTo>
                    <a:pt x="2260" y="2511"/>
                  </a:lnTo>
                  <a:lnTo>
                    <a:pt x="2260" y="2386"/>
                  </a:lnTo>
                  <a:lnTo>
                    <a:pt x="2197" y="2281"/>
                  </a:lnTo>
                  <a:lnTo>
                    <a:pt x="2260" y="2156"/>
                  </a:lnTo>
                  <a:lnTo>
                    <a:pt x="2239" y="2072"/>
                  </a:lnTo>
                  <a:lnTo>
                    <a:pt x="2260" y="1967"/>
                  </a:lnTo>
                  <a:lnTo>
                    <a:pt x="2302" y="1884"/>
                  </a:lnTo>
                  <a:lnTo>
                    <a:pt x="2260" y="1800"/>
                  </a:lnTo>
                  <a:lnTo>
                    <a:pt x="2344" y="1758"/>
                  </a:lnTo>
                  <a:lnTo>
                    <a:pt x="2302" y="1653"/>
                  </a:lnTo>
                  <a:lnTo>
                    <a:pt x="2239" y="1633"/>
                  </a:lnTo>
                  <a:lnTo>
                    <a:pt x="2156" y="1570"/>
                  </a:lnTo>
                  <a:lnTo>
                    <a:pt x="2093" y="1465"/>
                  </a:lnTo>
                  <a:lnTo>
                    <a:pt x="2030" y="1444"/>
                  </a:lnTo>
                  <a:lnTo>
                    <a:pt x="1967" y="1444"/>
                  </a:lnTo>
                  <a:lnTo>
                    <a:pt x="1884" y="1361"/>
                  </a:lnTo>
                  <a:lnTo>
                    <a:pt x="1779" y="1361"/>
                  </a:lnTo>
                  <a:lnTo>
                    <a:pt x="1758" y="1381"/>
                  </a:lnTo>
                  <a:lnTo>
                    <a:pt x="1653" y="1361"/>
                  </a:lnTo>
                  <a:lnTo>
                    <a:pt x="1633" y="1256"/>
                  </a:lnTo>
                  <a:lnTo>
                    <a:pt x="1716" y="1151"/>
                  </a:lnTo>
                  <a:lnTo>
                    <a:pt x="1821" y="942"/>
                  </a:lnTo>
                  <a:lnTo>
                    <a:pt x="1758" y="837"/>
                  </a:lnTo>
                  <a:lnTo>
                    <a:pt x="1779" y="796"/>
                  </a:lnTo>
                  <a:lnTo>
                    <a:pt x="1758" y="733"/>
                  </a:lnTo>
                  <a:lnTo>
                    <a:pt x="1653" y="628"/>
                  </a:lnTo>
                  <a:lnTo>
                    <a:pt x="1612" y="628"/>
                  </a:lnTo>
                  <a:lnTo>
                    <a:pt x="1444" y="754"/>
                  </a:lnTo>
                  <a:lnTo>
                    <a:pt x="1361" y="754"/>
                  </a:lnTo>
                  <a:lnTo>
                    <a:pt x="1214" y="607"/>
                  </a:lnTo>
                  <a:lnTo>
                    <a:pt x="1235" y="482"/>
                  </a:lnTo>
                  <a:lnTo>
                    <a:pt x="1256" y="273"/>
                  </a:lnTo>
                  <a:lnTo>
                    <a:pt x="1130" y="189"/>
                  </a:lnTo>
                  <a:lnTo>
                    <a:pt x="1089" y="63"/>
                  </a:lnTo>
                  <a:lnTo>
                    <a:pt x="94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4" name="Google Shape;2534;p56"/>
            <p:cNvSpPr/>
            <p:nvPr/>
          </p:nvSpPr>
          <p:spPr>
            <a:xfrm>
              <a:off x="3689785" y="3073722"/>
              <a:ext cx="42617" cy="42840"/>
            </a:xfrm>
            <a:custGeom>
              <a:avLst/>
              <a:gdLst/>
              <a:ahLst/>
              <a:cxnLst/>
              <a:rect l="l" t="t" r="r" b="b"/>
              <a:pathLst>
                <a:path w="3579" h="3767" extrusionOk="0">
                  <a:moveTo>
                    <a:pt x="1905" y="0"/>
                  </a:moveTo>
                  <a:lnTo>
                    <a:pt x="1821" y="63"/>
                  </a:lnTo>
                  <a:lnTo>
                    <a:pt x="1716" y="209"/>
                  </a:lnTo>
                  <a:lnTo>
                    <a:pt x="1549" y="167"/>
                  </a:lnTo>
                  <a:lnTo>
                    <a:pt x="1507" y="105"/>
                  </a:lnTo>
                  <a:lnTo>
                    <a:pt x="1549" y="63"/>
                  </a:lnTo>
                  <a:lnTo>
                    <a:pt x="1381" y="42"/>
                  </a:lnTo>
                  <a:lnTo>
                    <a:pt x="1193" y="84"/>
                  </a:lnTo>
                  <a:lnTo>
                    <a:pt x="1193" y="146"/>
                  </a:lnTo>
                  <a:lnTo>
                    <a:pt x="1151" y="167"/>
                  </a:lnTo>
                  <a:lnTo>
                    <a:pt x="921" y="167"/>
                  </a:lnTo>
                  <a:lnTo>
                    <a:pt x="775" y="84"/>
                  </a:lnTo>
                  <a:lnTo>
                    <a:pt x="712" y="84"/>
                  </a:lnTo>
                  <a:lnTo>
                    <a:pt x="503" y="209"/>
                  </a:lnTo>
                  <a:lnTo>
                    <a:pt x="252" y="293"/>
                  </a:lnTo>
                  <a:lnTo>
                    <a:pt x="252" y="398"/>
                  </a:lnTo>
                  <a:lnTo>
                    <a:pt x="314" y="460"/>
                  </a:lnTo>
                  <a:lnTo>
                    <a:pt x="335" y="711"/>
                  </a:lnTo>
                  <a:lnTo>
                    <a:pt x="314" y="795"/>
                  </a:lnTo>
                  <a:lnTo>
                    <a:pt x="314" y="1004"/>
                  </a:lnTo>
                  <a:lnTo>
                    <a:pt x="398" y="1025"/>
                  </a:lnTo>
                  <a:lnTo>
                    <a:pt x="461" y="1151"/>
                  </a:lnTo>
                  <a:lnTo>
                    <a:pt x="440" y="1235"/>
                  </a:lnTo>
                  <a:lnTo>
                    <a:pt x="356" y="1214"/>
                  </a:lnTo>
                  <a:lnTo>
                    <a:pt x="293" y="1255"/>
                  </a:lnTo>
                  <a:lnTo>
                    <a:pt x="293" y="1339"/>
                  </a:lnTo>
                  <a:lnTo>
                    <a:pt x="398" y="1444"/>
                  </a:lnTo>
                  <a:lnTo>
                    <a:pt x="419" y="1507"/>
                  </a:lnTo>
                  <a:lnTo>
                    <a:pt x="419" y="1632"/>
                  </a:lnTo>
                  <a:lnTo>
                    <a:pt x="252" y="1967"/>
                  </a:lnTo>
                  <a:lnTo>
                    <a:pt x="147" y="1988"/>
                  </a:lnTo>
                  <a:lnTo>
                    <a:pt x="147" y="2030"/>
                  </a:lnTo>
                  <a:lnTo>
                    <a:pt x="126" y="2071"/>
                  </a:lnTo>
                  <a:lnTo>
                    <a:pt x="189" y="2176"/>
                  </a:lnTo>
                  <a:lnTo>
                    <a:pt x="84" y="2385"/>
                  </a:lnTo>
                  <a:lnTo>
                    <a:pt x="1" y="2490"/>
                  </a:lnTo>
                  <a:lnTo>
                    <a:pt x="21" y="2595"/>
                  </a:lnTo>
                  <a:lnTo>
                    <a:pt x="126" y="2615"/>
                  </a:lnTo>
                  <a:lnTo>
                    <a:pt x="147" y="2595"/>
                  </a:lnTo>
                  <a:lnTo>
                    <a:pt x="252" y="2595"/>
                  </a:lnTo>
                  <a:lnTo>
                    <a:pt x="335" y="2678"/>
                  </a:lnTo>
                  <a:lnTo>
                    <a:pt x="398" y="2678"/>
                  </a:lnTo>
                  <a:lnTo>
                    <a:pt x="461" y="2699"/>
                  </a:lnTo>
                  <a:lnTo>
                    <a:pt x="524" y="2804"/>
                  </a:lnTo>
                  <a:lnTo>
                    <a:pt x="607" y="2867"/>
                  </a:lnTo>
                  <a:lnTo>
                    <a:pt x="670" y="2887"/>
                  </a:lnTo>
                  <a:lnTo>
                    <a:pt x="712" y="2992"/>
                  </a:lnTo>
                  <a:lnTo>
                    <a:pt x="628" y="3034"/>
                  </a:lnTo>
                  <a:lnTo>
                    <a:pt x="670" y="3118"/>
                  </a:lnTo>
                  <a:lnTo>
                    <a:pt x="628" y="3201"/>
                  </a:lnTo>
                  <a:lnTo>
                    <a:pt x="607" y="3306"/>
                  </a:lnTo>
                  <a:lnTo>
                    <a:pt x="628" y="3390"/>
                  </a:lnTo>
                  <a:lnTo>
                    <a:pt x="565" y="3515"/>
                  </a:lnTo>
                  <a:lnTo>
                    <a:pt x="628" y="3620"/>
                  </a:lnTo>
                  <a:lnTo>
                    <a:pt x="628" y="3745"/>
                  </a:lnTo>
                  <a:lnTo>
                    <a:pt x="712" y="3766"/>
                  </a:lnTo>
                  <a:lnTo>
                    <a:pt x="879" y="3599"/>
                  </a:lnTo>
                  <a:lnTo>
                    <a:pt x="1026" y="3599"/>
                  </a:lnTo>
                  <a:lnTo>
                    <a:pt x="1068" y="3536"/>
                  </a:lnTo>
                  <a:lnTo>
                    <a:pt x="1465" y="3390"/>
                  </a:lnTo>
                  <a:lnTo>
                    <a:pt x="1465" y="3327"/>
                  </a:lnTo>
                  <a:lnTo>
                    <a:pt x="1674" y="3306"/>
                  </a:lnTo>
                  <a:lnTo>
                    <a:pt x="2449" y="3306"/>
                  </a:lnTo>
                  <a:lnTo>
                    <a:pt x="2742" y="3201"/>
                  </a:lnTo>
                  <a:lnTo>
                    <a:pt x="3014" y="3327"/>
                  </a:lnTo>
                  <a:lnTo>
                    <a:pt x="3034" y="3201"/>
                  </a:lnTo>
                  <a:lnTo>
                    <a:pt x="3139" y="3180"/>
                  </a:lnTo>
                  <a:lnTo>
                    <a:pt x="3223" y="3306"/>
                  </a:lnTo>
                  <a:lnTo>
                    <a:pt x="3244" y="3285"/>
                  </a:lnTo>
                  <a:lnTo>
                    <a:pt x="3348" y="3285"/>
                  </a:lnTo>
                  <a:lnTo>
                    <a:pt x="3453" y="3243"/>
                  </a:lnTo>
                  <a:lnTo>
                    <a:pt x="3453" y="3097"/>
                  </a:lnTo>
                  <a:lnTo>
                    <a:pt x="3390" y="2992"/>
                  </a:lnTo>
                  <a:lnTo>
                    <a:pt x="3265" y="2971"/>
                  </a:lnTo>
                  <a:lnTo>
                    <a:pt x="3244" y="2804"/>
                  </a:lnTo>
                  <a:lnTo>
                    <a:pt x="3160" y="2595"/>
                  </a:lnTo>
                  <a:lnTo>
                    <a:pt x="3076" y="2511"/>
                  </a:lnTo>
                  <a:lnTo>
                    <a:pt x="3118" y="2469"/>
                  </a:lnTo>
                  <a:lnTo>
                    <a:pt x="3139" y="2448"/>
                  </a:lnTo>
                  <a:lnTo>
                    <a:pt x="3139" y="2176"/>
                  </a:lnTo>
                  <a:lnTo>
                    <a:pt x="3181" y="2092"/>
                  </a:lnTo>
                  <a:lnTo>
                    <a:pt x="3223" y="1967"/>
                  </a:lnTo>
                  <a:lnTo>
                    <a:pt x="3244" y="1883"/>
                  </a:lnTo>
                  <a:lnTo>
                    <a:pt x="3244" y="1758"/>
                  </a:lnTo>
                  <a:lnTo>
                    <a:pt x="3432" y="1507"/>
                  </a:lnTo>
                  <a:lnTo>
                    <a:pt x="3537" y="1423"/>
                  </a:lnTo>
                  <a:lnTo>
                    <a:pt x="3537" y="1318"/>
                  </a:lnTo>
                  <a:lnTo>
                    <a:pt x="3578" y="1193"/>
                  </a:lnTo>
                  <a:lnTo>
                    <a:pt x="3537" y="1025"/>
                  </a:lnTo>
                  <a:lnTo>
                    <a:pt x="3453" y="942"/>
                  </a:lnTo>
                  <a:lnTo>
                    <a:pt x="3453" y="879"/>
                  </a:lnTo>
                  <a:lnTo>
                    <a:pt x="3390" y="732"/>
                  </a:lnTo>
                  <a:lnTo>
                    <a:pt x="3453" y="565"/>
                  </a:lnTo>
                  <a:lnTo>
                    <a:pt x="3453" y="502"/>
                  </a:lnTo>
                  <a:lnTo>
                    <a:pt x="3327" y="502"/>
                  </a:lnTo>
                  <a:lnTo>
                    <a:pt x="3244" y="418"/>
                  </a:lnTo>
                  <a:lnTo>
                    <a:pt x="3160" y="418"/>
                  </a:lnTo>
                  <a:lnTo>
                    <a:pt x="3055" y="502"/>
                  </a:lnTo>
                  <a:lnTo>
                    <a:pt x="2930" y="523"/>
                  </a:lnTo>
                  <a:lnTo>
                    <a:pt x="2742" y="460"/>
                  </a:lnTo>
                  <a:lnTo>
                    <a:pt x="2658" y="356"/>
                  </a:lnTo>
                  <a:lnTo>
                    <a:pt x="2553" y="293"/>
                  </a:lnTo>
                  <a:lnTo>
                    <a:pt x="2449" y="293"/>
                  </a:lnTo>
                  <a:lnTo>
                    <a:pt x="2407" y="251"/>
                  </a:lnTo>
                  <a:lnTo>
                    <a:pt x="2302" y="251"/>
                  </a:lnTo>
                  <a:lnTo>
                    <a:pt x="2093" y="146"/>
                  </a:lnTo>
                  <a:lnTo>
                    <a:pt x="192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5" name="Google Shape;2535;p56"/>
            <p:cNvSpPr/>
            <p:nvPr/>
          </p:nvSpPr>
          <p:spPr>
            <a:xfrm>
              <a:off x="3726412" y="3070151"/>
              <a:ext cx="29161" cy="43557"/>
            </a:xfrm>
            <a:custGeom>
              <a:avLst/>
              <a:gdLst/>
              <a:ahLst/>
              <a:cxnLst/>
              <a:rect l="l" t="t" r="r" b="b"/>
              <a:pathLst>
                <a:path w="2449" h="3830" extrusionOk="0">
                  <a:moveTo>
                    <a:pt x="1674" y="0"/>
                  </a:moveTo>
                  <a:lnTo>
                    <a:pt x="1549" y="63"/>
                  </a:lnTo>
                  <a:lnTo>
                    <a:pt x="1402" y="63"/>
                  </a:lnTo>
                  <a:lnTo>
                    <a:pt x="1193" y="105"/>
                  </a:lnTo>
                  <a:lnTo>
                    <a:pt x="419" y="105"/>
                  </a:lnTo>
                  <a:lnTo>
                    <a:pt x="210" y="147"/>
                  </a:lnTo>
                  <a:lnTo>
                    <a:pt x="189" y="272"/>
                  </a:lnTo>
                  <a:lnTo>
                    <a:pt x="251" y="460"/>
                  </a:lnTo>
                  <a:lnTo>
                    <a:pt x="293" y="502"/>
                  </a:lnTo>
                  <a:lnTo>
                    <a:pt x="377" y="670"/>
                  </a:lnTo>
                  <a:lnTo>
                    <a:pt x="377" y="816"/>
                  </a:lnTo>
                  <a:lnTo>
                    <a:pt x="377" y="879"/>
                  </a:lnTo>
                  <a:lnTo>
                    <a:pt x="314" y="1046"/>
                  </a:lnTo>
                  <a:lnTo>
                    <a:pt x="377" y="1193"/>
                  </a:lnTo>
                  <a:lnTo>
                    <a:pt x="377" y="1256"/>
                  </a:lnTo>
                  <a:lnTo>
                    <a:pt x="461" y="1339"/>
                  </a:lnTo>
                  <a:lnTo>
                    <a:pt x="502" y="1507"/>
                  </a:lnTo>
                  <a:lnTo>
                    <a:pt x="461" y="1632"/>
                  </a:lnTo>
                  <a:lnTo>
                    <a:pt x="461" y="1737"/>
                  </a:lnTo>
                  <a:lnTo>
                    <a:pt x="356" y="1821"/>
                  </a:lnTo>
                  <a:lnTo>
                    <a:pt x="168" y="2072"/>
                  </a:lnTo>
                  <a:lnTo>
                    <a:pt x="168" y="2197"/>
                  </a:lnTo>
                  <a:lnTo>
                    <a:pt x="147" y="2281"/>
                  </a:lnTo>
                  <a:lnTo>
                    <a:pt x="105" y="2406"/>
                  </a:lnTo>
                  <a:lnTo>
                    <a:pt x="63" y="2490"/>
                  </a:lnTo>
                  <a:lnTo>
                    <a:pt x="63" y="2762"/>
                  </a:lnTo>
                  <a:lnTo>
                    <a:pt x="42" y="2783"/>
                  </a:lnTo>
                  <a:lnTo>
                    <a:pt x="0" y="2825"/>
                  </a:lnTo>
                  <a:lnTo>
                    <a:pt x="84" y="2909"/>
                  </a:lnTo>
                  <a:lnTo>
                    <a:pt x="168" y="3118"/>
                  </a:lnTo>
                  <a:lnTo>
                    <a:pt x="189" y="3285"/>
                  </a:lnTo>
                  <a:lnTo>
                    <a:pt x="314" y="3306"/>
                  </a:lnTo>
                  <a:lnTo>
                    <a:pt x="377" y="3411"/>
                  </a:lnTo>
                  <a:lnTo>
                    <a:pt x="377" y="3557"/>
                  </a:lnTo>
                  <a:lnTo>
                    <a:pt x="272" y="3599"/>
                  </a:lnTo>
                  <a:lnTo>
                    <a:pt x="168" y="3599"/>
                  </a:lnTo>
                  <a:lnTo>
                    <a:pt x="147" y="3620"/>
                  </a:lnTo>
                  <a:lnTo>
                    <a:pt x="168" y="3662"/>
                  </a:lnTo>
                  <a:lnTo>
                    <a:pt x="482" y="3725"/>
                  </a:lnTo>
                  <a:lnTo>
                    <a:pt x="712" y="3829"/>
                  </a:lnTo>
                  <a:lnTo>
                    <a:pt x="1214" y="3599"/>
                  </a:lnTo>
                  <a:lnTo>
                    <a:pt x="1549" y="3557"/>
                  </a:lnTo>
                  <a:lnTo>
                    <a:pt x="1863" y="3306"/>
                  </a:lnTo>
                  <a:lnTo>
                    <a:pt x="2135" y="3181"/>
                  </a:lnTo>
                  <a:lnTo>
                    <a:pt x="2448" y="3118"/>
                  </a:lnTo>
                  <a:lnTo>
                    <a:pt x="2386" y="3034"/>
                  </a:lnTo>
                  <a:lnTo>
                    <a:pt x="2302" y="2971"/>
                  </a:lnTo>
                  <a:lnTo>
                    <a:pt x="2260" y="2929"/>
                  </a:lnTo>
                  <a:lnTo>
                    <a:pt x="2197" y="2804"/>
                  </a:lnTo>
                  <a:lnTo>
                    <a:pt x="2176" y="2657"/>
                  </a:lnTo>
                  <a:lnTo>
                    <a:pt x="2197" y="2490"/>
                  </a:lnTo>
                  <a:lnTo>
                    <a:pt x="2197" y="2448"/>
                  </a:lnTo>
                  <a:lnTo>
                    <a:pt x="2260" y="2302"/>
                  </a:lnTo>
                  <a:lnTo>
                    <a:pt x="2260" y="1967"/>
                  </a:lnTo>
                  <a:lnTo>
                    <a:pt x="2197" y="1883"/>
                  </a:lnTo>
                  <a:lnTo>
                    <a:pt x="2239" y="1674"/>
                  </a:lnTo>
                  <a:lnTo>
                    <a:pt x="2176" y="1611"/>
                  </a:lnTo>
                  <a:lnTo>
                    <a:pt x="2239" y="1528"/>
                  </a:lnTo>
                  <a:lnTo>
                    <a:pt x="2197" y="1423"/>
                  </a:lnTo>
                  <a:lnTo>
                    <a:pt x="2155" y="1360"/>
                  </a:lnTo>
                  <a:lnTo>
                    <a:pt x="2176" y="1297"/>
                  </a:lnTo>
                  <a:lnTo>
                    <a:pt x="2197" y="1214"/>
                  </a:lnTo>
                  <a:lnTo>
                    <a:pt x="2197" y="1004"/>
                  </a:lnTo>
                  <a:lnTo>
                    <a:pt x="2155" y="1004"/>
                  </a:lnTo>
                  <a:lnTo>
                    <a:pt x="2093" y="942"/>
                  </a:lnTo>
                  <a:lnTo>
                    <a:pt x="2093" y="732"/>
                  </a:lnTo>
                  <a:lnTo>
                    <a:pt x="2135" y="586"/>
                  </a:lnTo>
                  <a:lnTo>
                    <a:pt x="1988" y="502"/>
                  </a:lnTo>
                  <a:lnTo>
                    <a:pt x="1946" y="419"/>
                  </a:lnTo>
                  <a:lnTo>
                    <a:pt x="1821" y="293"/>
                  </a:lnTo>
                  <a:lnTo>
                    <a:pt x="1821" y="209"/>
                  </a:lnTo>
                  <a:lnTo>
                    <a:pt x="1758" y="168"/>
                  </a:lnTo>
                  <a:lnTo>
                    <a:pt x="171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6" name="Google Shape;2536;p56"/>
            <p:cNvSpPr/>
            <p:nvPr/>
          </p:nvSpPr>
          <p:spPr>
            <a:xfrm>
              <a:off x="3746846" y="3070151"/>
              <a:ext cx="13956" cy="35459"/>
            </a:xfrm>
            <a:custGeom>
              <a:avLst/>
              <a:gdLst/>
              <a:ahLst/>
              <a:cxnLst/>
              <a:rect l="l" t="t" r="r" b="b"/>
              <a:pathLst>
                <a:path w="1172" h="3118" extrusionOk="0">
                  <a:moveTo>
                    <a:pt x="0" y="0"/>
                  </a:moveTo>
                  <a:lnTo>
                    <a:pt x="42" y="168"/>
                  </a:lnTo>
                  <a:lnTo>
                    <a:pt x="105" y="209"/>
                  </a:lnTo>
                  <a:lnTo>
                    <a:pt x="105" y="293"/>
                  </a:lnTo>
                  <a:lnTo>
                    <a:pt x="230" y="419"/>
                  </a:lnTo>
                  <a:lnTo>
                    <a:pt x="272" y="502"/>
                  </a:lnTo>
                  <a:lnTo>
                    <a:pt x="419" y="586"/>
                  </a:lnTo>
                  <a:lnTo>
                    <a:pt x="377" y="732"/>
                  </a:lnTo>
                  <a:lnTo>
                    <a:pt x="377" y="942"/>
                  </a:lnTo>
                  <a:lnTo>
                    <a:pt x="439" y="1004"/>
                  </a:lnTo>
                  <a:lnTo>
                    <a:pt x="481" y="1004"/>
                  </a:lnTo>
                  <a:lnTo>
                    <a:pt x="481" y="1214"/>
                  </a:lnTo>
                  <a:lnTo>
                    <a:pt x="460" y="1297"/>
                  </a:lnTo>
                  <a:lnTo>
                    <a:pt x="439" y="1360"/>
                  </a:lnTo>
                  <a:lnTo>
                    <a:pt x="481" y="1423"/>
                  </a:lnTo>
                  <a:lnTo>
                    <a:pt x="523" y="1528"/>
                  </a:lnTo>
                  <a:lnTo>
                    <a:pt x="460" y="1611"/>
                  </a:lnTo>
                  <a:lnTo>
                    <a:pt x="523" y="1674"/>
                  </a:lnTo>
                  <a:lnTo>
                    <a:pt x="481" y="1883"/>
                  </a:lnTo>
                  <a:lnTo>
                    <a:pt x="544" y="1967"/>
                  </a:lnTo>
                  <a:lnTo>
                    <a:pt x="544" y="2302"/>
                  </a:lnTo>
                  <a:lnTo>
                    <a:pt x="481" y="2448"/>
                  </a:lnTo>
                  <a:lnTo>
                    <a:pt x="481" y="2490"/>
                  </a:lnTo>
                  <a:lnTo>
                    <a:pt x="460" y="2657"/>
                  </a:lnTo>
                  <a:lnTo>
                    <a:pt x="481" y="2804"/>
                  </a:lnTo>
                  <a:lnTo>
                    <a:pt x="544" y="2929"/>
                  </a:lnTo>
                  <a:lnTo>
                    <a:pt x="586" y="2971"/>
                  </a:lnTo>
                  <a:lnTo>
                    <a:pt x="670" y="3034"/>
                  </a:lnTo>
                  <a:lnTo>
                    <a:pt x="732" y="3118"/>
                  </a:lnTo>
                  <a:lnTo>
                    <a:pt x="774" y="3118"/>
                  </a:lnTo>
                  <a:lnTo>
                    <a:pt x="1088" y="2929"/>
                  </a:lnTo>
                  <a:lnTo>
                    <a:pt x="1151" y="2929"/>
                  </a:lnTo>
                  <a:lnTo>
                    <a:pt x="1172" y="2825"/>
                  </a:lnTo>
                  <a:lnTo>
                    <a:pt x="1088" y="2699"/>
                  </a:lnTo>
                  <a:lnTo>
                    <a:pt x="1088" y="2553"/>
                  </a:lnTo>
                  <a:lnTo>
                    <a:pt x="1046" y="2385"/>
                  </a:lnTo>
                  <a:lnTo>
                    <a:pt x="1067" y="1716"/>
                  </a:lnTo>
                  <a:lnTo>
                    <a:pt x="1067" y="1611"/>
                  </a:lnTo>
                  <a:lnTo>
                    <a:pt x="1109" y="1528"/>
                  </a:lnTo>
                  <a:lnTo>
                    <a:pt x="1109" y="1402"/>
                  </a:lnTo>
                  <a:lnTo>
                    <a:pt x="1088" y="1297"/>
                  </a:lnTo>
                  <a:lnTo>
                    <a:pt x="1088" y="1130"/>
                  </a:lnTo>
                  <a:lnTo>
                    <a:pt x="1046" y="900"/>
                  </a:lnTo>
                  <a:lnTo>
                    <a:pt x="900" y="586"/>
                  </a:lnTo>
                  <a:lnTo>
                    <a:pt x="858" y="565"/>
                  </a:lnTo>
                  <a:lnTo>
                    <a:pt x="774" y="481"/>
                  </a:lnTo>
                  <a:lnTo>
                    <a:pt x="649" y="398"/>
                  </a:lnTo>
                  <a:lnTo>
                    <a:pt x="628" y="209"/>
                  </a:lnTo>
                  <a:lnTo>
                    <a:pt x="649" y="168"/>
                  </a:lnTo>
                  <a:lnTo>
                    <a:pt x="42"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7" name="Google Shape;2537;p56"/>
            <p:cNvSpPr/>
            <p:nvPr/>
          </p:nvSpPr>
          <p:spPr>
            <a:xfrm>
              <a:off x="3754312" y="3061110"/>
              <a:ext cx="21445" cy="42840"/>
            </a:xfrm>
            <a:custGeom>
              <a:avLst/>
              <a:gdLst/>
              <a:ahLst/>
              <a:cxnLst/>
              <a:rect l="l" t="t" r="r" b="b"/>
              <a:pathLst>
                <a:path w="1801" h="3767" extrusionOk="0">
                  <a:moveTo>
                    <a:pt x="1047" y="0"/>
                  </a:moveTo>
                  <a:lnTo>
                    <a:pt x="984" y="105"/>
                  </a:lnTo>
                  <a:lnTo>
                    <a:pt x="1005" y="147"/>
                  </a:lnTo>
                  <a:lnTo>
                    <a:pt x="900" y="209"/>
                  </a:lnTo>
                  <a:lnTo>
                    <a:pt x="838" y="209"/>
                  </a:lnTo>
                  <a:lnTo>
                    <a:pt x="838" y="272"/>
                  </a:lnTo>
                  <a:lnTo>
                    <a:pt x="691" y="439"/>
                  </a:lnTo>
                  <a:lnTo>
                    <a:pt x="628" y="439"/>
                  </a:lnTo>
                  <a:lnTo>
                    <a:pt x="440" y="544"/>
                  </a:lnTo>
                  <a:lnTo>
                    <a:pt x="356" y="523"/>
                  </a:lnTo>
                  <a:lnTo>
                    <a:pt x="252" y="565"/>
                  </a:lnTo>
                  <a:lnTo>
                    <a:pt x="252" y="670"/>
                  </a:lnTo>
                  <a:lnTo>
                    <a:pt x="168" y="753"/>
                  </a:lnTo>
                  <a:lnTo>
                    <a:pt x="168" y="858"/>
                  </a:lnTo>
                  <a:lnTo>
                    <a:pt x="43" y="900"/>
                  </a:lnTo>
                  <a:lnTo>
                    <a:pt x="22" y="963"/>
                  </a:lnTo>
                  <a:lnTo>
                    <a:pt x="1" y="1004"/>
                  </a:lnTo>
                  <a:lnTo>
                    <a:pt x="22" y="1193"/>
                  </a:lnTo>
                  <a:lnTo>
                    <a:pt x="147" y="1276"/>
                  </a:lnTo>
                  <a:lnTo>
                    <a:pt x="231" y="1360"/>
                  </a:lnTo>
                  <a:lnTo>
                    <a:pt x="273" y="1381"/>
                  </a:lnTo>
                  <a:lnTo>
                    <a:pt x="419" y="1695"/>
                  </a:lnTo>
                  <a:lnTo>
                    <a:pt x="461" y="1925"/>
                  </a:lnTo>
                  <a:lnTo>
                    <a:pt x="461" y="2092"/>
                  </a:lnTo>
                  <a:lnTo>
                    <a:pt x="482" y="2197"/>
                  </a:lnTo>
                  <a:lnTo>
                    <a:pt x="482" y="2323"/>
                  </a:lnTo>
                  <a:lnTo>
                    <a:pt x="440" y="2406"/>
                  </a:lnTo>
                  <a:lnTo>
                    <a:pt x="440" y="2511"/>
                  </a:lnTo>
                  <a:lnTo>
                    <a:pt x="419" y="3180"/>
                  </a:lnTo>
                  <a:lnTo>
                    <a:pt x="461" y="3348"/>
                  </a:lnTo>
                  <a:lnTo>
                    <a:pt x="461" y="3494"/>
                  </a:lnTo>
                  <a:lnTo>
                    <a:pt x="545" y="3620"/>
                  </a:lnTo>
                  <a:lnTo>
                    <a:pt x="524" y="3724"/>
                  </a:lnTo>
                  <a:lnTo>
                    <a:pt x="733" y="3766"/>
                  </a:lnTo>
                  <a:lnTo>
                    <a:pt x="1110" y="3620"/>
                  </a:lnTo>
                  <a:lnTo>
                    <a:pt x="1152" y="3620"/>
                  </a:lnTo>
                  <a:lnTo>
                    <a:pt x="1110" y="3515"/>
                  </a:lnTo>
                  <a:lnTo>
                    <a:pt x="1152" y="3243"/>
                  </a:lnTo>
                  <a:lnTo>
                    <a:pt x="1110" y="3139"/>
                  </a:lnTo>
                  <a:lnTo>
                    <a:pt x="1152" y="3055"/>
                  </a:lnTo>
                  <a:lnTo>
                    <a:pt x="1110" y="2825"/>
                  </a:lnTo>
                  <a:lnTo>
                    <a:pt x="1110" y="2720"/>
                  </a:lnTo>
                  <a:lnTo>
                    <a:pt x="1110" y="2657"/>
                  </a:lnTo>
                  <a:lnTo>
                    <a:pt x="1089" y="2616"/>
                  </a:lnTo>
                  <a:lnTo>
                    <a:pt x="1110" y="2553"/>
                  </a:lnTo>
                  <a:lnTo>
                    <a:pt x="1089" y="2469"/>
                  </a:lnTo>
                  <a:lnTo>
                    <a:pt x="1089" y="2427"/>
                  </a:lnTo>
                  <a:lnTo>
                    <a:pt x="1089" y="2302"/>
                  </a:lnTo>
                  <a:lnTo>
                    <a:pt x="1110" y="2218"/>
                  </a:lnTo>
                  <a:lnTo>
                    <a:pt x="1110" y="2113"/>
                  </a:lnTo>
                  <a:lnTo>
                    <a:pt x="1152" y="2051"/>
                  </a:lnTo>
                  <a:lnTo>
                    <a:pt x="1256" y="2009"/>
                  </a:lnTo>
                  <a:lnTo>
                    <a:pt x="1298" y="2009"/>
                  </a:lnTo>
                  <a:lnTo>
                    <a:pt x="1361" y="1946"/>
                  </a:lnTo>
                  <a:lnTo>
                    <a:pt x="1403" y="1841"/>
                  </a:lnTo>
                  <a:lnTo>
                    <a:pt x="1486" y="1716"/>
                  </a:lnTo>
                  <a:lnTo>
                    <a:pt x="1528" y="1611"/>
                  </a:lnTo>
                  <a:lnTo>
                    <a:pt x="1612" y="1569"/>
                  </a:lnTo>
                  <a:lnTo>
                    <a:pt x="1696" y="1569"/>
                  </a:lnTo>
                  <a:lnTo>
                    <a:pt x="1716" y="1507"/>
                  </a:lnTo>
                  <a:lnTo>
                    <a:pt x="1591" y="1381"/>
                  </a:lnTo>
                  <a:lnTo>
                    <a:pt x="1591" y="1318"/>
                  </a:lnTo>
                  <a:lnTo>
                    <a:pt x="1633" y="1255"/>
                  </a:lnTo>
                  <a:lnTo>
                    <a:pt x="1779" y="1255"/>
                  </a:lnTo>
                  <a:lnTo>
                    <a:pt x="1800" y="1172"/>
                  </a:lnTo>
                  <a:lnTo>
                    <a:pt x="1737" y="963"/>
                  </a:lnTo>
                  <a:lnTo>
                    <a:pt x="1716" y="837"/>
                  </a:lnTo>
                  <a:lnTo>
                    <a:pt x="1570" y="691"/>
                  </a:lnTo>
                  <a:lnTo>
                    <a:pt x="1528" y="628"/>
                  </a:lnTo>
                  <a:lnTo>
                    <a:pt x="1570" y="481"/>
                  </a:lnTo>
                  <a:lnTo>
                    <a:pt x="1591" y="481"/>
                  </a:lnTo>
                  <a:lnTo>
                    <a:pt x="1465" y="314"/>
                  </a:lnTo>
                  <a:lnTo>
                    <a:pt x="1319" y="272"/>
                  </a:lnTo>
                  <a:lnTo>
                    <a:pt x="1214" y="147"/>
                  </a:lnTo>
                  <a:lnTo>
                    <a:pt x="104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8" name="Google Shape;2538;p56"/>
            <p:cNvSpPr/>
            <p:nvPr/>
          </p:nvSpPr>
          <p:spPr>
            <a:xfrm>
              <a:off x="3838283" y="2987337"/>
              <a:ext cx="71755" cy="108994"/>
            </a:xfrm>
            <a:custGeom>
              <a:avLst/>
              <a:gdLst/>
              <a:ahLst/>
              <a:cxnLst/>
              <a:rect l="l" t="t" r="r" b="b"/>
              <a:pathLst>
                <a:path w="6026" h="9584" extrusionOk="0">
                  <a:moveTo>
                    <a:pt x="1318" y="1"/>
                  </a:moveTo>
                  <a:lnTo>
                    <a:pt x="690" y="252"/>
                  </a:lnTo>
                  <a:lnTo>
                    <a:pt x="732" y="336"/>
                  </a:lnTo>
                  <a:lnTo>
                    <a:pt x="1025" y="1110"/>
                  </a:lnTo>
                  <a:lnTo>
                    <a:pt x="1004" y="1277"/>
                  </a:lnTo>
                  <a:lnTo>
                    <a:pt x="962" y="1361"/>
                  </a:lnTo>
                  <a:lnTo>
                    <a:pt x="1360" y="1821"/>
                  </a:lnTo>
                  <a:lnTo>
                    <a:pt x="1339" y="2030"/>
                  </a:lnTo>
                  <a:lnTo>
                    <a:pt x="1255" y="2114"/>
                  </a:lnTo>
                  <a:lnTo>
                    <a:pt x="1109" y="3202"/>
                  </a:lnTo>
                  <a:lnTo>
                    <a:pt x="1130" y="4039"/>
                  </a:lnTo>
                  <a:lnTo>
                    <a:pt x="167" y="5022"/>
                  </a:lnTo>
                  <a:lnTo>
                    <a:pt x="126" y="5085"/>
                  </a:lnTo>
                  <a:lnTo>
                    <a:pt x="0" y="5085"/>
                  </a:lnTo>
                  <a:lnTo>
                    <a:pt x="0" y="5169"/>
                  </a:lnTo>
                  <a:lnTo>
                    <a:pt x="21" y="5901"/>
                  </a:lnTo>
                  <a:lnTo>
                    <a:pt x="105" y="5922"/>
                  </a:lnTo>
                  <a:lnTo>
                    <a:pt x="272" y="6131"/>
                  </a:lnTo>
                  <a:lnTo>
                    <a:pt x="335" y="6278"/>
                  </a:lnTo>
                  <a:lnTo>
                    <a:pt x="628" y="6424"/>
                  </a:lnTo>
                  <a:lnTo>
                    <a:pt x="753" y="6529"/>
                  </a:lnTo>
                  <a:lnTo>
                    <a:pt x="795" y="6717"/>
                  </a:lnTo>
                  <a:lnTo>
                    <a:pt x="837" y="6759"/>
                  </a:lnTo>
                  <a:lnTo>
                    <a:pt x="858" y="6864"/>
                  </a:lnTo>
                  <a:lnTo>
                    <a:pt x="942" y="7031"/>
                  </a:lnTo>
                  <a:lnTo>
                    <a:pt x="942" y="7115"/>
                  </a:lnTo>
                  <a:lnTo>
                    <a:pt x="921" y="7157"/>
                  </a:lnTo>
                  <a:lnTo>
                    <a:pt x="900" y="7219"/>
                  </a:lnTo>
                  <a:lnTo>
                    <a:pt x="962" y="7282"/>
                  </a:lnTo>
                  <a:lnTo>
                    <a:pt x="921" y="7429"/>
                  </a:lnTo>
                  <a:lnTo>
                    <a:pt x="837" y="7491"/>
                  </a:lnTo>
                  <a:lnTo>
                    <a:pt x="858" y="7596"/>
                  </a:lnTo>
                  <a:lnTo>
                    <a:pt x="962" y="7763"/>
                  </a:lnTo>
                  <a:lnTo>
                    <a:pt x="1046" y="7805"/>
                  </a:lnTo>
                  <a:lnTo>
                    <a:pt x="1067" y="7910"/>
                  </a:lnTo>
                  <a:lnTo>
                    <a:pt x="1234" y="8056"/>
                  </a:lnTo>
                  <a:lnTo>
                    <a:pt x="1276" y="8077"/>
                  </a:lnTo>
                  <a:lnTo>
                    <a:pt x="1234" y="8119"/>
                  </a:lnTo>
                  <a:lnTo>
                    <a:pt x="1151" y="8098"/>
                  </a:lnTo>
                  <a:lnTo>
                    <a:pt x="1067" y="8077"/>
                  </a:lnTo>
                  <a:lnTo>
                    <a:pt x="942" y="8056"/>
                  </a:lnTo>
                  <a:lnTo>
                    <a:pt x="900" y="8077"/>
                  </a:lnTo>
                  <a:lnTo>
                    <a:pt x="795" y="8056"/>
                  </a:lnTo>
                  <a:lnTo>
                    <a:pt x="690" y="8077"/>
                  </a:lnTo>
                  <a:lnTo>
                    <a:pt x="628" y="8056"/>
                  </a:lnTo>
                  <a:lnTo>
                    <a:pt x="439" y="8056"/>
                  </a:lnTo>
                  <a:lnTo>
                    <a:pt x="439" y="8161"/>
                  </a:lnTo>
                  <a:lnTo>
                    <a:pt x="418" y="8203"/>
                  </a:lnTo>
                  <a:lnTo>
                    <a:pt x="418" y="8307"/>
                  </a:lnTo>
                  <a:lnTo>
                    <a:pt x="418" y="8370"/>
                  </a:lnTo>
                  <a:lnTo>
                    <a:pt x="502" y="8412"/>
                  </a:lnTo>
                  <a:lnTo>
                    <a:pt x="502" y="8496"/>
                  </a:lnTo>
                  <a:lnTo>
                    <a:pt x="607" y="8517"/>
                  </a:lnTo>
                  <a:lnTo>
                    <a:pt x="816" y="8705"/>
                  </a:lnTo>
                  <a:lnTo>
                    <a:pt x="1025" y="8914"/>
                  </a:lnTo>
                  <a:lnTo>
                    <a:pt x="1109" y="8998"/>
                  </a:lnTo>
                  <a:lnTo>
                    <a:pt x="1214" y="9144"/>
                  </a:lnTo>
                  <a:lnTo>
                    <a:pt x="1276" y="9312"/>
                  </a:lnTo>
                  <a:lnTo>
                    <a:pt x="1318" y="9416"/>
                  </a:lnTo>
                  <a:lnTo>
                    <a:pt x="1360" y="9458"/>
                  </a:lnTo>
                  <a:lnTo>
                    <a:pt x="1381" y="9584"/>
                  </a:lnTo>
                  <a:lnTo>
                    <a:pt x="1486" y="9584"/>
                  </a:lnTo>
                  <a:lnTo>
                    <a:pt x="1590" y="9563"/>
                  </a:lnTo>
                  <a:lnTo>
                    <a:pt x="1758" y="9563"/>
                  </a:lnTo>
                  <a:lnTo>
                    <a:pt x="1799" y="9437"/>
                  </a:lnTo>
                  <a:lnTo>
                    <a:pt x="1799" y="9312"/>
                  </a:lnTo>
                  <a:lnTo>
                    <a:pt x="1883" y="9249"/>
                  </a:lnTo>
                  <a:lnTo>
                    <a:pt x="1946" y="9312"/>
                  </a:lnTo>
                  <a:lnTo>
                    <a:pt x="1988" y="9437"/>
                  </a:lnTo>
                  <a:lnTo>
                    <a:pt x="2051" y="9479"/>
                  </a:lnTo>
                  <a:lnTo>
                    <a:pt x="2155" y="9458"/>
                  </a:lnTo>
                  <a:lnTo>
                    <a:pt x="2281" y="9354"/>
                  </a:lnTo>
                  <a:lnTo>
                    <a:pt x="2469" y="9312"/>
                  </a:lnTo>
                  <a:lnTo>
                    <a:pt x="2595" y="9207"/>
                  </a:lnTo>
                  <a:lnTo>
                    <a:pt x="2929" y="9123"/>
                  </a:lnTo>
                  <a:lnTo>
                    <a:pt x="3097" y="9123"/>
                  </a:lnTo>
                  <a:lnTo>
                    <a:pt x="3159" y="9019"/>
                  </a:lnTo>
                  <a:lnTo>
                    <a:pt x="3327" y="8914"/>
                  </a:lnTo>
                  <a:lnTo>
                    <a:pt x="3306" y="8831"/>
                  </a:lnTo>
                  <a:lnTo>
                    <a:pt x="3243" y="8831"/>
                  </a:lnTo>
                  <a:lnTo>
                    <a:pt x="3139" y="8726"/>
                  </a:lnTo>
                  <a:lnTo>
                    <a:pt x="3159" y="8621"/>
                  </a:lnTo>
                  <a:lnTo>
                    <a:pt x="3243" y="8579"/>
                  </a:lnTo>
                  <a:lnTo>
                    <a:pt x="3327" y="8600"/>
                  </a:lnTo>
                  <a:lnTo>
                    <a:pt x="3452" y="8579"/>
                  </a:lnTo>
                  <a:lnTo>
                    <a:pt x="3557" y="8621"/>
                  </a:lnTo>
                  <a:lnTo>
                    <a:pt x="3683" y="8642"/>
                  </a:lnTo>
                  <a:lnTo>
                    <a:pt x="3850" y="8621"/>
                  </a:lnTo>
                  <a:lnTo>
                    <a:pt x="4080" y="8600"/>
                  </a:lnTo>
                  <a:lnTo>
                    <a:pt x="4185" y="8517"/>
                  </a:lnTo>
                  <a:lnTo>
                    <a:pt x="4289" y="8475"/>
                  </a:lnTo>
                  <a:lnTo>
                    <a:pt x="4310" y="8370"/>
                  </a:lnTo>
                  <a:lnTo>
                    <a:pt x="4289" y="8286"/>
                  </a:lnTo>
                  <a:lnTo>
                    <a:pt x="4310" y="8182"/>
                  </a:lnTo>
                  <a:lnTo>
                    <a:pt x="4394" y="8119"/>
                  </a:lnTo>
                  <a:lnTo>
                    <a:pt x="4394" y="8056"/>
                  </a:lnTo>
                  <a:lnTo>
                    <a:pt x="4478" y="7952"/>
                  </a:lnTo>
                  <a:lnTo>
                    <a:pt x="4520" y="7973"/>
                  </a:lnTo>
                  <a:lnTo>
                    <a:pt x="4582" y="7973"/>
                  </a:lnTo>
                  <a:lnTo>
                    <a:pt x="4687" y="7805"/>
                  </a:lnTo>
                  <a:lnTo>
                    <a:pt x="4771" y="7784"/>
                  </a:lnTo>
                  <a:lnTo>
                    <a:pt x="4729" y="7701"/>
                  </a:lnTo>
                  <a:lnTo>
                    <a:pt x="4771" y="7638"/>
                  </a:lnTo>
                  <a:lnTo>
                    <a:pt x="4917" y="7554"/>
                  </a:lnTo>
                  <a:lnTo>
                    <a:pt x="5022" y="7470"/>
                  </a:lnTo>
                  <a:lnTo>
                    <a:pt x="5147" y="7470"/>
                  </a:lnTo>
                  <a:lnTo>
                    <a:pt x="5231" y="7533"/>
                  </a:lnTo>
                  <a:lnTo>
                    <a:pt x="5356" y="7450"/>
                  </a:lnTo>
                  <a:lnTo>
                    <a:pt x="5398" y="7387"/>
                  </a:lnTo>
                  <a:lnTo>
                    <a:pt x="5419" y="7366"/>
                  </a:lnTo>
                  <a:lnTo>
                    <a:pt x="5419" y="7282"/>
                  </a:lnTo>
                  <a:lnTo>
                    <a:pt x="5461" y="7219"/>
                  </a:lnTo>
                  <a:lnTo>
                    <a:pt x="5419" y="7136"/>
                  </a:lnTo>
                  <a:lnTo>
                    <a:pt x="5189" y="7052"/>
                  </a:lnTo>
                  <a:lnTo>
                    <a:pt x="5147" y="6947"/>
                  </a:lnTo>
                  <a:lnTo>
                    <a:pt x="5147" y="6822"/>
                  </a:lnTo>
                  <a:lnTo>
                    <a:pt x="5105" y="6717"/>
                  </a:lnTo>
                  <a:lnTo>
                    <a:pt x="5147" y="6634"/>
                  </a:lnTo>
                  <a:lnTo>
                    <a:pt x="5084" y="6592"/>
                  </a:lnTo>
                  <a:lnTo>
                    <a:pt x="5126" y="6529"/>
                  </a:lnTo>
                  <a:lnTo>
                    <a:pt x="5126" y="6445"/>
                  </a:lnTo>
                  <a:lnTo>
                    <a:pt x="5084" y="6424"/>
                  </a:lnTo>
                  <a:lnTo>
                    <a:pt x="4938" y="6529"/>
                  </a:lnTo>
                  <a:lnTo>
                    <a:pt x="4875" y="6445"/>
                  </a:lnTo>
                  <a:lnTo>
                    <a:pt x="4875" y="6320"/>
                  </a:lnTo>
                  <a:lnTo>
                    <a:pt x="5043" y="6131"/>
                  </a:lnTo>
                  <a:lnTo>
                    <a:pt x="5105" y="6027"/>
                  </a:lnTo>
                  <a:lnTo>
                    <a:pt x="5084" y="5922"/>
                  </a:lnTo>
                  <a:lnTo>
                    <a:pt x="4980" y="5880"/>
                  </a:lnTo>
                  <a:lnTo>
                    <a:pt x="5001" y="5797"/>
                  </a:lnTo>
                  <a:lnTo>
                    <a:pt x="5126" y="5713"/>
                  </a:lnTo>
                  <a:lnTo>
                    <a:pt x="5189" y="5587"/>
                  </a:lnTo>
                  <a:lnTo>
                    <a:pt x="5126" y="5545"/>
                  </a:lnTo>
                  <a:lnTo>
                    <a:pt x="5105" y="5441"/>
                  </a:lnTo>
                  <a:lnTo>
                    <a:pt x="5210" y="5357"/>
                  </a:lnTo>
                  <a:lnTo>
                    <a:pt x="5252" y="5357"/>
                  </a:lnTo>
                  <a:lnTo>
                    <a:pt x="5461" y="5085"/>
                  </a:lnTo>
                  <a:lnTo>
                    <a:pt x="5524" y="4960"/>
                  </a:lnTo>
                  <a:lnTo>
                    <a:pt x="5461" y="4876"/>
                  </a:lnTo>
                  <a:lnTo>
                    <a:pt x="5461" y="4750"/>
                  </a:lnTo>
                  <a:lnTo>
                    <a:pt x="5566" y="4667"/>
                  </a:lnTo>
                  <a:lnTo>
                    <a:pt x="5712" y="4667"/>
                  </a:lnTo>
                  <a:lnTo>
                    <a:pt x="5817" y="4729"/>
                  </a:lnTo>
                  <a:lnTo>
                    <a:pt x="5921" y="4646"/>
                  </a:lnTo>
                  <a:lnTo>
                    <a:pt x="6026" y="4625"/>
                  </a:lnTo>
                  <a:lnTo>
                    <a:pt x="5963" y="2344"/>
                  </a:lnTo>
                  <a:lnTo>
                    <a:pt x="1318"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9" name="Google Shape;2539;p56"/>
            <p:cNvSpPr/>
            <p:nvPr/>
          </p:nvSpPr>
          <p:spPr>
            <a:xfrm>
              <a:off x="3829555" y="3057778"/>
              <a:ext cx="2251" cy="1194"/>
            </a:xfrm>
            <a:custGeom>
              <a:avLst/>
              <a:gdLst/>
              <a:ahLst/>
              <a:cxnLst/>
              <a:rect l="l" t="t" r="r" b="b"/>
              <a:pathLst>
                <a:path w="189" h="105" extrusionOk="0">
                  <a:moveTo>
                    <a:pt x="189" y="0"/>
                  </a:moveTo>
                  <a:lnTo>
                    <a:pt x="1" y="42"/>
                  </a:lnTo>
                  <a:lnTo>
                    <a:pt x="63" y="105"/>
                  </a:lnTo>
                  <a:lnTo>
                    <a:pt x="168" y="84"/>
                  </a:lnTo>
                  <a:lnTo>
                    <a:pt x="189"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0" name="Google Shape;2540;p56"/>
            <p:cNvSpPr/>
            <p:nvPr/>
          </p:nvSpPr>
          <p:spPr>
            <a:xfrm>
              <a:off x="3749584" y="2988770"/>
              <a:ext cx="104905" cy="77822"/>
            </a:xfrm>
            <a:custGeom>
              <a:avLst/>
              <a:gdLst/>
              <a:ahLst/>
              <a:cxnLst/>
              <a:rect l="l" t="t" r="r" b="b"/>
              <a:pathLst>
                <a:path w="8810" h="6843" extrusionOk="0">
                  <a:moveTo>
                    <a:pt x="6507" y="0"/>
                  </a:moveTo>
                  <a:lnTo>
                    <a:pt x="3913" y="1590"/>
                  </a:lnTo>
                  <a:lnTo>
                    <a:pt x="3181" y="2239"/>
                  </a:lnTo>
                  <a:lnTo>
                    <a:pt x="2323" y="2448"/>
                  </a:lnTo>
                  <a:lnTo>
                    <a:pt x="2302" y="3578"/>
                  </a:lnTo>
                  <a:lnTo>
                    <a:pt x="2239" y="4080"/>
                  </a:lnTo>
                  <a:lnTo>
                    <a:pt x="2176" y="4164"/>
                  </a:lnTo>
                  <a:lnTo>
                    <a:pt x="2134" y="4331"/>
                  </a:lnTo>
                  <a:lnTo>
                    <a:pt x="2093" y="4478"/>
                  </a:lnTo>
                  <a:lnTo>
                    <a:pt x="1800" y="4624"/>
                  </a:lnTo>
                  <a:lnTo>
                    <a:pt x="1653" y="4729"/>
                  </a:lnTo>
                  <a:lnTo>
                    <a:pt x="1465" y="4729"/>
                  </a:lnTo>
                  <a:lnTo>
                    <a:pt x="1297" y="4834"/>
                  </a:lnTo>
                  <a:lnTo>
                    <a:pt x="942" y="4834"/>
                  </a:lnTo>
                  <a:lnTo>
                    <a:pt x="774" y="4917"/>
                  </a:lnTo>
                  <a:lnTo>
                    <a:pt x="649" y="4917"/>
                  </a:lnTo>
                  <a:lnTo>
                    <a:pt x="251" y="4938"/>
                  </a:lnTo>
                  <a:lnTo>
                    <a:pt x="126" y="4917"/>
                  </a:lnTo>
                  <a:lnTo>
                    <a:pt x="84" y="5001"/>
                  </a:lnTo>
                  <a:lnTo>
                    <a:pt x="84" y="5147"/>
                  </a:lnTo>
                  <a:lnTo>
                    <a:pt x="0" y="5252"/>
                  </a:lnTo>
                  <a:lnTo>
                    <a:pt x="0" y="5440"/>
                  </a:lnTo>
                  <a:lnTo>
                    <a:pt x="544" y="5796"/>
                  </a:lnTo>
                  <a:lnTo>
                    <a:pt x="544" y="6047"/>
                  </a:lnTo>
                  <a:lnTo>
                    <a:pt x="753" y="6173"/>
                  </a:lnTo>
                  <a:lnTo>
                    <a:pt x="984" y="6047"/>
                  </a:lnTo>
                  <a:lnTo>
                    <a:pt x="1067" y="6089"/>
                  </a:lnTo>
                  <a:lnTo>
                    <a:pt x="1067" y="6152"/>
                  </a:lnTo>
                  <a:lnTo>
                    <a:pt x="1130" y="6194"/>
                  </a:lnTo>
                  <a:lnTo>
                    <a:pt x="1130" y="6298"/>
                  </a:lnTo>
                  <a:lnTo>
                    <a:pt x="1067" y="6403"/>
                  </a:lnTo>
                  <a:lnTo>
                    <a:pt x="1193" y="6570"/>
                  </a:lnTo>
                  <a:lnTo>
                    <a:pt x="1297" y="6570"/>
                  </a:lnTo>
                  <a:lnTo>
                    <a:pt x="1402" y="6508"/>
                  </a:lnTo>
                  <a:lnTo>
                    <a:pt x="1381" y="6466"/>
                  </a:lnTo>
                  <a:lnTo>
                    <a:pt x="1444" y="6361"/>
                  </a:lnTo>
                  <a:lnTo>
                    <a:pt x="1611" y="6508"/>
                  </a:lnTo>
                  <a:lnTo>
                    <a:pt x="1716" y="6633"/>
                  </a:lnTo>
                  <a:lnTo>
                    <a:pt x="1862" y="6675"/>
                  </a:lnTo>
                  <a:lnTo>
                    <a:pt x="1988" y="6842"/>
                  </a:lnTo>
                  <a:lnTo>
                    <a:pt x="2072" y="6780"/>
                  </a:lnTo>
                  <a:lnTo>
                    <a:pt x="2072" y="6717"/>
                  </a:lnTo>
                  <a:lnTo>
                    <a:pt x="2009" y="6696"/>
                  </a:lnTo>
                  <a:lnTo>
                    <a:pt x="1925" y="6528"/>
                  </a:lnTo>
                  <a:lnTo>
                    <a:pt x="1967" y="6487"/>
                  </a:lnTo>
                  <a:lnTo>
                    <a:pt x="1967" y="6403"/>
                  </a:lnTo>
                  <a:lnTo>
                    <a:pt x="2072" y="6298"/>
                  </a:lnTo>
                  <a:lnTo>
                    <a:pt x="2176" y="6298"/>
                  </a:lnTo>
                  <a:lnTo>
                    <a:pt x="2176" y="6215"/>
                  </a:lnTo>
                  <a:lnTo>
                    <a:pt x="2113" y="6173"/>
                  </a:lnTo>
                  <a:lnTo>
                    <a:pt x="2093" y="6068"/>
                  </a:lnTo>
                  <a:lnTo>
                    <a:pt x="2113" y="6005"/>
                  </a:lnTo>
                  <a:lnTo>
                    <a:pt x="2134" y="5984"/>
                  </a:lnTo>
                  <a:lnTo>
                    <a:pt x="2113" y="5943"/>
                  </a:lnTo>
                  <a:lnTo>
                    <a:pt x="2113" y="5880"/>
                  </a:lnTo>
                  <a:lnTo>
                    <a:pt x="2239" y="5775"/>
                  </a:lnTo>
                  <a:lnTo>
                    <a:pt x="2323" y="5754"/>
                  </a:lnTo>
                  <a:lnTo>
                    <a:pt x="2385" y="5733"/>
                  </a:lnTo>
                  <a:lnTo>
                    <a:pt x="2490" y="5692"/>
                  </a:lnTo>
                  <a:lnTo>
                    <a:pt x="2804" y="5692"/>
                  </a:lnTo>
                  <a:lnTo>
                    <a:pt x="2846" y="5650"/>
                  </a:lnTo>
                  <a:lnTo>
                    <a:pt x="2930" y="5650"/>
                  </a:lnTo>
                  <a:lnTo>
                    <a:pt x="3013" y="5671"/>
                  </a:lnTo>
                  <a:lnTo>
                    <a:pt x="3160" y="5692"/>
                  </a:lnTo>
                  <a:lnTo>
                    <a:pt x="3243" y="5733"/>
                  </a:lnTo>
                  <a:lnTo>
                    <a:pt x="3327" y="5754"/>
                  </a:lnTo>
                  <a:lnTo>
                    <a:pt x="3494" y="5796"/>
                  </a:lnTo>
                  <a:lnTo>
                    <a:pt x="3557" y="5880"/>
                  </a:lnTo>
                  <a:lnTo>
                    <a:pt x="3683" y="6068"/>
                  </a:lnTo>
                  <a:lnTo>
                    <a:pt x="3787" y="6152"/>
                  </a:lnTo>
                  <a:lnTo>
                    <a:pt x="3850" y="6110"/>
                  </a:lnTo>
                  <a:lnTo>
                    <a:pt x="3913" y="6047"/>
                  </a:lnTo>
                  <a:lnTo>
                    <a:pt x="3997" y="6005"/>
                  </a:lnTo>
                  <a:lnTo>
                    <a:pt x="4080" y="5984"/>
                  </a:lnTo>
                  <a:lnTo>
                    <a:pt x="4227" y="5964"/>
                  </a:lnTo>
                  <a:lnTo>
                    <a:pt x="4269" y="5943"/>
                  </a:lnTo>
                  <a:lnTo>
                    <a:pt x="4373" y="5943"/>
                  </a:lnTo>
                  <a:lnTo>
                    <a:pt x="4478" y="6005"/>
                  </a:lnTo>
                  <a:lnTo>
                    <a:pt x="4478" y="6068"/>
                  </a:lnTo>
                  <a:lnTo>
                    <a:pt x="4582" y="6089"/>
                  </a:lnTo>
                  <a:lnTo>
                    <a:pt x="4750" y="6194"/>
                  </a:lnTo>
                  <a:lnTo>
                    <a:pt x="4896" y="6215"/>
                  </a:lnTo>
                  <a:lnTo>
                    <a:pt x="5126" y="6298"/>
                  </a:lnTo>
                  <a:lnTo>
                    <a:pt x="5231" y="6319"/>
                  </a:lnTo>
                  <a:lnTo>
                    <a:pt x="5357" y="6256"/>
                  </a:lnTo>
                  <a:lnTo>
                    <a:pt x="5524" y="6047"/>
                  </a:lnTo>
                  <a:lnTo>
                    <a:pt x="5629" y="5984"/>
                  </a:lnTo>
                  <a:lnTo>
                    <a:pt x="5943" y="6005"/>
                  </a:lnTo>
                  <a:lnTo>
                    <a:pt x="6068" y="5964"/>
                  </a:lnTo>
                  <a:lnTo>
                    <a:pt x="6319" y="5984"/>
                  </a:lnTo>
                  <a:lnTo>
                    <a:pt x="6507" y="6068"/>
                  </a:lnTo>
                  <a:lnTo>
                    <a:pt x="6675" y="6089"/>
                  </a:lnTo>
                  <a:lnTo>
                    <a:pt x="6717" y="6110"/>
                  </a:lnTo>
                  <a:lnTo>
                    <a:pt x="6905" y="6068"/>
                  </a:lnTo>
                  <a:lnTo>
                    <a:pt x="6926" y="6047"/>
                  </a:lnTo>
                  <a:lnTo>
                    <a:pt x="7031" y="5984"/>
                  </a:lnTo>
                  <a:lnTo>
                    <a:pt x="7093" y="5943"/>
                  </a:lnTo>
                  <a:lnTo>
                    <a:pt x="7156" y="5901"/>
                  </a:lnTo>
                  <a:lnTo>
                    <a:pt x="7240" y="5943"/>
                  </a:lnTo>
                  <a:lnTo>
                    <a:pt x="7303" y="5901"/>
                  </a:lnTo>
                  <a:lnTo>
                    <a:pt x="7323" y="5838"/>
                  </a:lnTo>
                  <a:lnTo>
                    <a:pt x="7365" y="5733"/>
                  </a:lnTo>
                  <a:lnTo>
                    <a:pt x="7470" y="5775"/>
                  </a:lnTo>
                  <a:lnTo>
                    <a:pt x="7470" y="5775"/>
                  </a:lnTo>
                  <a:lnTo>
                    <a:pt x="7449" y="5043"/>
                  </a:lnTo>
                  <a:lnTo>
                    <a:pt x="7449" y="4959"/>
                  </a:lnTo>
                  <a:lnTo>
                    <a:pt x="7575" y="4959"/>
                  </a:lnTo>
                  <a:lnTo>
                    <a:pt x="7616" y="4896"/>
                  </a:lnTo>
                  <a:lnTo>
                    <a:pt x="8579" y="3913"/>
                  </a:lnTo>
                  <a:lnTo>
                    <a:pt x="8558" y="3076"/>
                  </a:lnTo>
                  <a:lnTo>
                    <a:pt x="8704" y="1988"/>
                  </a:lnTo>
                  <a:lnTo>
                    <a:pt x="8788" y="1904"/>
                  </a:lnTo>
                  <a:lnTo>
                    <a:pt x="8809" y="1695"/>
                  </a:lnTo>
                  <a:lnTo>
                    <a:pt x="8411" y="1235"/>
                  </a:lnTo>
                  <a:lnTo>
                    <a:pt x="8453" y="1151"/>
                  </a:lnTo>
                  <a:lnTo>
                    <a:pt x="8474" y="984"/>
                  </a:lnTo>
                  <a:lnTo>
                    <a:pt x="8181" y="210"/>
                  </a:lnTo>
                  <a:lnTo>
                    <a:pt x="8139" y="126"/>
                  </a:lnTo>
                  <a:lnTo>
                    <a:pt x="7616" y="335"/>
                  </a:lnTo>
                  <a:lnTo>
                    <a:pt x="7512" y="230"/>
                  </a:lnTo>
                  <a:lnTo>
                    <a:pt x="650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541" name="Google Shape;2541;p56"/>
            <p:cNvSpPr/>
            <p:nvPr/>
          </p:nvSpPr>
          <p:spPr>
            <a:xfrm>
              <a:off x="3767267" y="3053013"/>
              <a:ext cx="78744" cy="64493"/>
            </a:xfrm>
            <a:custGeom>
              <a:avLst/>
              <a:gdLst/>
              <a:ahLst/>
              <a:cxnLst/>
              <a:rect l="l" t="t" r="r" b="b"/>
              <a:pathLst>
                <a:path w="6613" h="5671" extrusionOk="0">
                  <a:moveTo>
                    <a:pt x="1361" y="1"/>
                  </a:moveTo>
                  <a:lnTo>
                    <a:pt x="1319" y="43"/>
                  </a:lnTo>
                  <a:lnTo>
                    <a:pt x="1005" y="43"/>
                  </a:lnTo>
                  <a:lnTo>
                    <a:pt x="900" y="84"/>
                  </a:lnTo>
                  <a:lnTo>
                    <a:pt x="838" y="105"/>
                  </a:lnTo>
                  <a:lnTo>
                    <a:pt x="754" y="126"/>
                  </a:lnTo>
                  <a:lnTo>
                    <a:pt x="628" y="231"/>
                  </a:lnTo>
                  <a:lnTo>
                    <a:pt x="628" y="294"/>
                  </a:lnTo>
                  <a:lnTo>
                    <a:pt x="649" y="335"/>
                  </a:lnTo>
                  <a:lnTo>
                    <a:pt x="628" y="356"/>
                  </a:lnTo>
                  <a:lnTo>
                    <a:pt x="608" y="419"/>
                  </a:lnTo>
                  <a:lnTo>
                    <a:pt x="628" y="524"/>
                  </a:lnTo>
                  <a:lnTo>
                    <a:pt x="691" y="566"/>
                  </a:lnTo>
                  <a:lnTo>
                    <a:pt x="691" y="649"/>
                  </a:lnTo>
                  <a:lnTo>
                    <a:pt x="587" y="649"/>
                  </a:lnTo>
                  <a:lnTo>
                    <a:pt x="482" y="754"/>
                  </a:lnTo>
                  <a:lnTo>
                    <a:pt x="482" y="838"/>
                  </a:lnTo>
                  <a:lnTo>
                    <a:pt x="440" y="879"/>
                  </a:lnTo>
                  <a:lnTo>
                    <a:pt x="524" y="1047"/>
                  </a:lnTo>
                  <a:lnTo>
                    <a:pt x="587" y="1068"/>
                  </a:lnTo>
                  <a:lnTo>
                    <a:pt x="587" y="1131"/>
                  </a:lnTo>
                  <a:lnTo>
                    <a:pt x="503" y="1193"/>
                  </a:lnTo>
                  <a:lnTo>
                    <a:pt x="482" y="1193"/>
                  </a:lnTo>
                  <a:lnTo>
                    <a:pt x="440" y="1340"/>
                  </a:lnTo>
                  <a:lnTo>
                    <a:pt x="482" y="1403"/>
                  </a:lnTo>
                  <a:lnTo>
                    <a:pt x="628" y="1549"/>
                  </a:lnTo>
                  <a:lnTo>
                    <a:pt x="649" y="1675"/>
                  </a:lnTo>
                  <a:lnTo>
                    <a:pt x="712" y="1884"/>
                  </a:lnTo>
                  <a:lnTo>
                    <a:pt x="691" y="1967"/>
                  </a:lnTo>
                  <a:lnTo>
                    <a:pt x="545" y="1967"/>
                  </a:lnTo>
                  <a:lnTo>
                    <a:pt x="503" y="2030"/>
                  </a:lnTo>
                  <a:lnTo>
                    <a:pt x="503" y="2093"/>
                  </a:lnTo>
                  <a:lnTo>
                    <a:pt x="628" y="2219"/>
                  </a:lnTo>
                  <a:lnTo>
                    <a:pt x="608" y="2281"/>
                  </a:lnTo>
                  <a:lnTo>
                    <a:pt x="524" y="2281"/>
                  </a:lnTo>
                  <a:lnTo>
                    <a:pt x="440" y="2323"/>
                  </a:lnTo>
                  <a:lnTo>
                    <a:pt x="398" y="2428"/>
                  </a:lnTo>
                  <a:lnTo>
                    <a:pt x="315" y="2553"/>
                  </a:lnTo>
                  <a:lnTo>
                    <a:pt x="273" y="2658"/>
                  </a:lnTo>
                  <a:lnTo>
                    <a:pt x="210" y="2721"/>
                  </a:lnTo>
                  <a:lnTo>
                    <a:pt x="168" y="2721"/>
                  </a:lnTo>
                  <a:lnTo>
                    <a:pt x="64" y="2763"/>
                  </a:lnTo>
                  <a:lnTo>
                    <a:pt x="22" y="2825"/>
                  </a:lnTo>
                  <a:lnTo>
                    <a:pt x="22" y="2930"/>
                  </a:lnTo>
                  <a:lnTo>
                    <a:pt x="1" y="3014"/>
                  </a:lnTo>
                  <a:lnTo>
                    <a:pt x="1" y="3139"/>
                  </a:lnTo>
                  <a:lnTo>
                    <a:pt x="1" y="3181"/>
                  </a:lnTo>
                  <a:lnTo>
                    <a:pt x="22" y="3265"/>
                  </a:lnTo>
                  <a:lnTo>
                    <a:pt x="1" y="3328"/>
                  </a:lnTo>
                  <a:lnTo>
                    <a:pt x="22" y="3369"/>
                  </a:lnTo>
                  <a:lnTo>
                    <a:pt x="22" y="3432"/>
                  </a:lnTo>
                  <a:lnTo>
                    <a:pt x="22" y="3537"/>
                  </a:lnTo>
                  <a:lnTo>
                    <a:pt x="64" y="3767"/>
                  </a:lnTo>
                  <a:lnTo>
                    <a:pt x="22" y="3851"/>
                  </a:lnTo>
                  <a:lnTo>
                    <a:pt x="64" y="3955"/>
                  </a:lnTo>
                  <a:lnTo>
                    <a:pt x="22" y="4227"/>
                  </a:lnTo>
                  <a:lnTo>
                    <a:pt x="64" y="4332"/>
                  </a:lnTo>
                  <a:lnTo>
                    <a:pt x="294" y="4395"/>
                  </a:lnTo>
                  <a:lnTo>
                    <a:pt x="482" y="4311"/>
                  </a:lnTo>
                  <a:lnTo>
                    <a:pt x="900" y="4541"/>
                  </a:lnTo>
                  <a:lnTo>
                    <a:pt x="1131" y="4750"/>
                  </a:lnTo>
                  <a:lnTo>
                    <a:pt x="1256" y="5043"/>
                  </a:lnTo>
                  <a:lnTo>
                    <a:pt x="1256" y="5232"/>
                  </a:lnTo>
                  <a:lnTo>
                    <a:pt x="1340" y="5273"/>
                  </a:lnTo>
                  <a:lnTo>
                    <a:pt x="1424" y="5462"/>
                  </a:lnTo>
                  <a:lnTo>
                    <a:pt x="1549" y="5587"/>
                  </a:lnTo>
                  <a:lnTo>
                    <a:pt x="1758" y="5671"/>
                  </a:lnTo>
                  <a:lnTo>
                    <a:pt x="2323" y="5629"/>
                  </a:lnTo>
                  <a:lnTo>
                    <a:pt x="2428" y="5566"/>
                  </a:lnTo>
                  <a:lnTo>
                    <a:pt x="2512" y="5587"/>
                  </a:lnTo>
                  <a:lnTo>
                    <a:pt x="2784" y="5483"/>
                  </a:lnTo>
                  <a:lnTo>
                    <a:pt x="2888" y="5545"/>
                  </a:lnTo>
                  <a:lnTo>
                    <a:pt x="3014" y="5524"/>
                  </a:lnTo>
                  <a:lnTo>
                    <a:pt x="3056" y="5357"/>
                  </a:lnTo>
                  <a:lnTo>
                    <a:pt x="3160" y="5462"/>
                  </a:lnTo>
                  <a:lnTo>
                    <a:pt x="3223" y="5441"/>
                  </a:lnTo>
                  <a:lnTo>
                    <a:pt x="3223" y="5357"/>
                  </a:lnTo>
                  <a:lnTo>
                    <a:pt x="3369" y="5211"/>
                  </a:lnTo>
                  <a:lnTo>
                    <a:pt x="3432" y="5043"/>
                  </a:lnTo>
                  <a:lnTo>
                    <a:pt x="3432" y="4918"/>
                  </a:lnTo>
                  <a:lnTo>
                    <a:pt x="3411" y="4792"/>
                  </a:lnTo>
                  <a:lnTo>
                    <a:pt x="3474" y="4729"/>
                  </a:lnTo>
                  <a:lnTo>
                    <a:pt x="3474" y="4646"/>
                  </a:lnTo>
                  <a:lnTo>
                    <a:pt x="3558" y="4583"/>
                  </a:lnTo>
                  <a:lnTo>
                    <a:pt x="3662" y="4499"/>
                  </a:lnTo>
                  <a:lnTo>
                    <a:pt x="3725" y="4436"/>
                  </a:lnTo>
                  <a:lnTo>
                    <a:pt x="3893" y="4311"/>
                  </a:lnTo>
                  <a:lnTo>
                    <a:pt x="3872" y="4206"/>
                  </a:lnTo>
                  <a:lnTo>
                    <a:pt x="3893" y="4123"/>
                  </a:lnTo>
                  <a:lnTo>
                    <a:pt x="4039" y="4123"/>
                  </a:lnTo>
                  <a:lnTo>
                    <a:pt x="4081" y="4060"/>
                  </a:lnTo>
                  <a:lnTo>
                    <a:pt x="4102" y="4081"/>
                  </a:lnTo>
                  <a:lnTo>
                    <a:pt x="4269" y="4123"/>
                  </a:lnTo>
                  <a:lnTo>
                    <a:pt x="4353" y="4123"/>
                  </a:lnTo>
                  <a:lnTo>
                    <a:pt x="4458" y="4185"/>
                  </a:lnTo>
                  <a:lnTo>
                    <a:pt x="4499" y="4311"/>
                  </a:lnTo>
                  <a:lnTo>
                    <a:pt x="4604" y="4374"/>
                  </a:lnTo>
                  <a:lnTo>
                    <a:pt x="4688" y="4395"/>
                  </a:lnTo>
                  <a:lnTo>
                    <a:pt x="4792" y="4332"/>
                  </a:lnTo>
                  <a:lnTo>
                    <a:pt x="4876" y="4206"/>
                  </a:lnTo>
                  <a:lnTo>
                    <a:pt x="4876" y="4164"/>
                  </a:lnTo>
                  <a:lnTo>
                    <a:pt x="4918" y="4081"/>
                  </a:lnTo>
                  <a:lnTo>
                    <a:pt x="5002" y="4060"/>
                  </a:lnTo>
                  <a:lnTo>
                    <a:pt x="5085" y="3955"/>
                  </a:lnTo>
                  <a:lnTo>
                    <a:pt x="5085" y="3872"/>
                  </a:lnTo>
                  <a:lnTo>
                    <a:pt x="5106" y="3746"/>
                  </a:lnTo>
                  <a:lnTo>
                    <a:pt x="5294" y="3558"/>
                  </a:lnTo>
                  <a:lnTo>
                    <a:pt x="5315" y="3453"/>
                  </a:lnTo>
                  <a:lnTo>
                    <a:pt x="5294" y="3369"/>
                  </a:lnTo>
                  <a:lnTo>
                    <a:pt x="5336" y="3286"/>
                  </a:lnTo>
                  <a:lnTo>
                    <a:pt x="5504" y="3139"/>
                  </a:lnTo>
                  <a:lnTo>
                    <a:pt x="5608" y="3056"/>
                  </a:lnTo>
                  <a:lnTo>
                    <a:pt x="5629" y="2930"/>
                  </a:lnTo>
                  <a:lnTo>
                    <a:pt x="5650" y="2846"/>
                  </a:lnTo>
                  <a:lnTo>
                    <a:pt x="5629" y="2658"/>
                  </a:lnTo>
                  <a:lnTo>
                    <a:pt x="5734" y="2595"/>
                  </a:lnTo>
                  <a:lnTo>
                    <a:pt x="5880" y="2553"/>
                  </a:lnTo>
                  <a:lnTo>
                    <a:pt x="5964" y="2428"/>
                  </a:lnTo>
                  <a:lnTo>
                    <a:pt x="5985" y="2302"/>
                  </a:lnTo>
                  <a:lnTo>
                    <a:pt x="5985" y="2135"/>
                  </a:lnTo>
                  <a:lnTo>
                    <a:pt x="5985" y="2030"/>
                  </a:lnTo>
                  <a:lnTo>
                    <a:pt x="6048" y="1926"/>
                  </a:lnTo>
                  <a:lnTo>
                    <a:pt x="6152" y="1758"/>
                  </a:lnTo>
                  <a:lnTo>
                    <a:pt x="6194" y="1695"/>
                  </a:lnTo>
                  <a:lnTo>
                    <a:pt x="6236" y="1654"/>
                  </a:lnTo>
                  <a:lnTo>
                    <a:pt x="6341" y="1570"/>
                  </a:lnTo>
                  <a:lnTo>
                    <a:pt x="6382" y="1570"/>
                  </a:lnTo>
                  <a:lnTo>
                    <a:pt x="6466" y="1465"/>
                  </a:lnTo>
                  <a:lnTo>
                    <a:pt x="6592" y="1403"/>
                  </a:lnTo>
                  <a:lnTo>
                    <a:pt x="6613" y="1340"/>
                  </a:lnTo>
                  <a:lnTo>
                    <a:pt x="6571" y="1193"/>
                  </a:lnTo>
                  <a:lnTo>
                    <a:pt x="6571" y="1131"/>
                  </a:lnTo>
                  <a:lnTo>
                    <a:pt x="6550" y="1047"/>
                  </a:lnTo>
                  <a:lnTo>
                    <a:pt x="6445" y="984"/>
                  </a:lnTo>
                  <a:lnTo>
                    <a:pt x="6382" y="921"/>
                  </a:lnTo>
                  <a:lnTo>
                    <a:pt x="6382" y="733"/>
                  </a:lnTo>
                  <a:lnTo>
                    <a:pt x="6362" y="628"/>
                  </a:lnTo>
                  <a:lnTo>
                    <a:pt x="6299" y="503"/>
                  </a:lnTo>
                  <a:lnTo>
                    <a:pt x="6236" y="356"/>
                  </a:lnTo>
                  <a:lnTo>
                    <a:pt x="6069" y="147"/>
                  </a:lnTo>
                  <a:lnTo>
                    <a:pt x="5985" y="126"/>
                  </a:lnTo>
                  <a:lnTo>
                    <a:pt x="5880" y="84"/>
                  </a:lnTo>
                  <a:lnTo>
                    <a:pt x="5838" y="189"/>
                  </a:lnTo>
                  <a:lnTo>
                    <a:pt x="5818" y="252"/>
                  </a:lnTo>
                  <a:lnTo>
                    <a:pt x="5755" y="294"/>
                  </a:lnTo>
                  <a:lnTo>
                    <a:pt x="5671" y="252"/>
                  </a:lnTo>
                  <a:lnTo>
                    <a:pt x="5608" y="294"/>
                  </a:lnTo>
                  <a:lnTo>
                    <a:pt x="5546" y="335"/>
                  </a:lnTo>
                  <a:lnTo>
                    <a:pt x="5441" y="398"/>
                  </a:lnTo>
                  <a:lnTo>
                    <a:pt x="5399" y="503"/>
                  </a:lnTo>
                  <a:lnTo>
                    <a:pt x="5294" y="524"/>
                  </a:lnTo>
                  <a:lnTo>
                    <a:pt x="5232" y="461"/>
                  </a:lnTo>
                  <a:lnTo>
                    <a:pt x="5190" y="440"/>
                  </a:lnTo>
                  <a:lnTo>
                    <a:pt x="5022" y="419"/>
                  </a:lnTo>
                  <a:lnTo>
                    <a:pt x="4834" y="335"/>
                  </a:lnTo>
                  <a:lnTo>
                    <a:pt x="4583" y="315"/>
                  </a:lnTo>
                  <a:lnTo>
                    <a:pt x="4458" y="356"/>
                  </a:lnTo>
                  <a:lnTo>
                    <a:pt x="4144" y="335"/>
                  </a:lnTo>
                  <a:lnTo>
                    <a:pt x="4039" y="398"/>
                  </a:lnTo>
                  <a:lnTo>
                    <a:pt x="3872" y="607"/>
                  </a:lnTo>
                  <a:lnTo>
                    <a:pt x="3746" y="670"/>
                  </a:lnTo>
                  <a:lnTo>
                    <a:pt x="3641" y="649"/>
                  </a:lnTo>
                  <a:lnTo>
                    <a:pt x="3411" y="566"/>
                  </a:lnTo>
                  <a:lnTo>
                    <a:pt x="3265" y="545"/>
                  </a:lnTo>
                  <a:lnTo>
                    <a:pt x="3097" y="440"/>
                  </a:lnTo>
                  <a:lnTo>
                    <a:pt x="2993" y="419"/>
                  </a:lnTo>
                  <a:lnTo>
                    <a:pt x="2993" y="356"/>
                  </a:lnTo>
                  <a:lnTo>
                    <a:pt x="2888" y="294"/>
                  </a:lnTo>
                  <a:lnTo>
                    <a:pt x="2784" y="294"/>
                  </a:lnTo>
                  <a:lnTo>
                    <a:pt x="2742" y="315"/>
                  </a:lnTo>
                  <a:lnTo>
                    <a:pt x="2595" y="335"/>
                  </a:lnTo>
                  <a:lnTo>
                    <a:pt x="2512" y="356"/>
                  </a:lnTo>
                  <a:lnTo>
                    <a:pt x="2428" y="398"/>
                  </a:lnTo>
                  <a:lnTo>
                    <a:pt x="2365" y="461"/>
                  </a:lnTo>
                  <a:lnTo>
                    <a:pt x="2302" y="503"/>
                  </a:lnTo>
                  <a:lnTo>
                    <a:pt x="2198" y="419"/>
                  </a:lnTo>
                  <a:lnTo>
                    <a:pt x="2072" y="231"/>
                  </a:lnTo>
                  <a:lnTo>
                    <a:pt x="2009" y="147"/>
                  </a:lnTo>
                  <a:lnTo>
                    <a:pt x="1842" y="105"/>
                  </a:lnTo>
                  <a:lnTo>
                    <a:pt x="1758" y="84"/>
                  </a:lnTo>
                  <a:lnTo>
                    <a:pt x="1675" y="43"/>
                  </a:lnTo>
                  <a:lnTo>
                    <a:pt x="1528" y="22"/>
                  </a:lnTo>
                  <a:lnTo>
                    <a:pt x="144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2" name="Google Shape;2542;p56"/>
            <p:cNvSpPr/>
            <p:nvPr/>
          </p:nvSpPr>
          <p:spPr>
            <a:xfrm>
              <a:off x="3805645" y="3058722"/>
              <a:ext cx="52322" cy="74968"/>
            </a:xfrm>
            <a:custGeom>
              <a:avLst/>
              <a:gdLst/>
              <a:ahLst/>
              <a:cxnLst/>
              <a:rect l="l" t="t" r="r" b="b"/>
              <a:pathLst>
                <a:path w="4394" h="6592" extrusionOk="0">
                  <a:moveTo>
                    <a:pt x="3076" y="1"/>
                  </a:moveTo>
                  <a:lnTo>
                    <a:pt x="3139" y="126"/>
                  </a:lnTo>
                  <a:lnTo>
                    <a:pt x="3159" y="231"/>
                  </a:lnTo>
                  <a:lnTo>
                    <a:pt x="3159" y="419"/>
                  </a:lnTo>
                  <a:lnTo>
                    <a:pt x="3222" y="482"/>
                  </a:lnTo>
                  <a:lnTo>
                    <a:pt x="3327" y="545"/>
                  </a:lnTo>
                  <a:lnTo>
                    <a:pt x="3348" y="629"/>
                  </a:lnTo>
                  <a:lnTo>
                    <a:pt x="3348" y="691"/>
                  </a:lnTo>
                  <a:lnTo>
                    <a:pt x="3390" y="838"/>
                  </a:lnTo>
                  <a:lnTo>
                    <a:pt x="3369" y="901"/>
                  </a:lnTo>
                  <a:lnTo>
                    <a:pt x="3243" y="963"/>
                  </a:lnTo>
                  <a:lnTo>
                    <a:pt x="3159" y="1068"/>
                  </a:lnTo>
                  <a:lnTo>
                    <a:pt x="3118" y="1068"/>
                  </a:lnTo>
                  <a:lnTo>
                    <a:pt x="3013" y="1152"/>
                  </a:lnTo>
                  <a:lnTo>
                    <a:pt x="2971" y="1193"/>
                  </a:lnTo>
                  <a:lnTo>
                    <a:pt x="2929" y="1256"/>
                  </a:lnTo>
                  <a:lnTo>
                    <a:pt x="2825" y="1424"/>
                  </a:lnTo>
                  <a:lnTo>
                    <a:pt x="2762" y="1528"/>
                  </a:lnTo>
                  <a:lnTo>
                    <a:pt x="2762" y="1633"/>
                  </a:lnTo>
                  <a:lnTo>
                    <a:pt x="2762" y="1800"/>
                  </a:lnTo>
                  <a:lnTo>
                    <a:pt x="2741" y="1926"/>
                  </a:lnTo>
                  <a:lnTo>
                    <a:pt x="2657" y="2051"/>
                  </a:lnTo>
                  <a:lnTo>
                    <a:pt x="2511" y="2093"/>
                  </a:lnTo>
                  <a:lnTo>
                    <a:pt x="2406" y="2156"/>
                  </a:lnTo>
                  <a:lnTo>
                    <a:pt x="2427" y="2344"/>
                  </a:lnTo>
                  <a:lnTo>
                    <a:pt x="2406" y="2428"/>
                  </a:lnTo>
                  <a:lnTo>
                    <a:pt x="2385" y="2554"/>
                  </a:lnTo>
                  <a:lnTo>
                    <a:pt x="2281" y="2637"/>
                  </a:lnTo>
                  <a:lnTo>
                    <a:pt x="2113" y="2784"/>
                  </a:lnTo>
                  <a:lnTo>
                    <a:pt x="2071" y="2867"/>
                  </a:lnTo>
                  <a:lnTo>
                    <a:pt x="2092" y="2951"/>
                  </a:lnTo>
                  <a:lnTo>
                    <a:pt x="2071" y="3056"/>
                  </a:lnTo>
                  <a:lnTo>
                    <a:pt x="1883" y="3244"/>
                  </a:lnTo>
                  <a:lnTo>
                    <a:pt x="1862" y="3370"/>
                  </a:lnTo>
                  <a:lnTo>
                    <a:pt x="1862" y="3453"/>
                  </a:lnTo>
                  <a:lnTo>
                    <a:pt x="1779" y="3558"/>
                  </a:lnTo>
                  <a:lnTo>
                    <a:pt x="1695" y="3579"/>
                  </a:lnTo>
                  <a:lnTo>
                    <a:pt x="1653" y="3662"/>
                  </a:lnTo>
                  <a:lnTo>
                    <a:pt x="1653" y="3704"/>
                  </a:lnTo>
                  <a:lnTo>
                    <a:pt x="1569" y="3830"/>
                  </a:lnTo>
                  <a:lnTo>
                    <a:pt x="1465" y="3893"/>
                  </a:lnTo>
                  <a:lnTo>
                    <a:pt x="1381" y="3872"/>
                  </a:lnTo>
                  <a:lnTo>
                    <a:pt x="1276" y="3809"/>
                  </a:lnTo>
                  <a:lnTo>
                    <a:pt x="1235" y="3683"/>
                  </a:lnTo>
                  <a:lnTo>
                    <a:pt x="1130" y="3621"/>
                  </a:lnTo>
                  <a:lnTo>
                    <a:pt x="1046" y="3621"/>
                  </a:lnTo>
                  <a:lnTo>
                    <a:pt x="879" y="3579"/>
                  </a:lnTo>
                  <a:lnTo>
                    <a:pt x="858" y="3558"/>
                  </a:lnTo>
                  <a:lnTo>
                    <a:pt x="816" y="3621"/>
                  </a:lnTo>
                  <a:lnTo>
                    <a:pt x="670" y="3621"/>
                  </a:lnTo>
                  <a:lnTo>
                    <a:pt x="649" y="3704"/>
                  </a:lnTo>
                  <a:lnTo>
                    <a:pt x="670" y="3809"/>
                  </a:lnTo>
                  <a:lnTo>
                    <a:pt x="502" y="3934"/>
                  </a:lnTo>
                  <a:lnTo>
                    <a:pt x="439" y="3997"/>
                  </a:lnTo>
                  <a:lnTo>
                    <a:pt x="335" y="4081"/>
                  </a:lnTo>
                  <a:lnTo>
                    <a:pt x="251" y="4144"/>
                  </a:lnTo>
                  <a:lnTo>
                    <a:pt x="251" y="4227"/>
                  </a:lnTo>
                  <a:lnTo>
                    <a:pt x="188" y="4290"/>
                  </a:lnTo>
                  <a:lnTo>
                    <a:pt x="209" y="4416"/>
                  </a:lnTo>
                  <a:lnTo>
                    <a:pt x="209" y="4541"/>
                  </a:lnTo>
                  <a:lnTo>
                    <a:pt x="146" y="4709"/>
                  </a:lnTo>
                  <a:lnTo>
                    <a:pt x="0" y="4855"/>
                  </a:lnTo>
                  <a:lnTo>
                    <a:pt x="0" y="4939"/>
                  </a:lnTo>
                  <a:lnTo>
                    <a:pt x="84" y="4960"/>
                  </a:lnTo>
                  <a:lnTo>
                    <a:pt x="188" y="4918"/>
                  </a:lnTo>
                  <a:lnTo>
                    <a:pt x="230" y="5274"/>
                  </a:lnTo>
                  <a:lnTo>
                    <a:pt x="335" y="5274"/>
                  </a:lnTo>
                  <a:lnTo>
                    <a:pt x="398" y="5357"/>
                  </a:lnTo>
                  <a:lnTo>
                    <a:pt x="565" y="5274"/>
                  </a:lnTo>
                  <a:lnTo>
                    <a:pt x="649" y="5399"/>
                  </a:lnTo>
                  <a:lnTo>
                    <a:pt x="628" y="5483"/>
                  </a:lnTo>
                  <a:lnTo>
                    <a:pt x="628" y="5650"/>
                  </a:lnTo>
                  <a:lnTo>
                    <a:pt x="732" y="5797"/>
                  </a:lnTo>
                  <a:lnTo>
                    <a:pt x="732" y="6006"/>
                  </a:lnTo>
                  <a:lnTo>
                    <a:pt x="649" y="6215"/>
                  </a:lnTo>
                  <a:lnTo>
                    <a:pt x="753" y="6299"/>
                  </a:lnTo>
                  <a:lnTo>
                    <a:pt x="649" y="6403"/>
                  </a:lnTo>
                  <a:lnTo>
                    <a:pt x="649" y="6403"/>
                  </a:lnTo>
                  <a:lnTo>
                    <a:pt x="732" y="6383"/>
                  </a:lnTo>
                  <a:lnTo>
                    <a:pt x="816" y="6383"/>
                  </a:lnTo>
                  <a:lnTo>
                    <a:pt x="837" y="6403"/>
                  </a:lnTo>
                  <a:lnTo>
                    <a:pt x="1507" y="6403"/>
                  </a:lnTo>
                  <a:lnTo>
                    <a:pt x="1548" y="6383"/>
                  </a:lnTo>
                  <a:lnTo>
                    <a:pt x="1590" y="6341"/>
                  </a:lnTo>
                  <a:lnTo>
                    <a:pt x="1653" y="6383"/>
                  </a:lnTo>
                  <a:lnTo>
                    <a:pt x="1695" y="6320"/>
                  </a:lnTo>
                  <a:lnTo>
                    <a:pt x="1862" y="6341"/>
                  </a:lnTo>
                  <a:lnTo>
                    <a:pt x="1904" y="6320"/>
                  </a:lnTo>
                  <a:lnTo>
                    <a:pt x="2092" y="6320"/>
                  </a:lnTo>
                  <a:lnTo>
                    <a:pt x="2134" y="6341"/>
                  </a:lnTo>
                  <a:lnTo>
                    <a:pt x="2239" y="6320"/>
                  </a:lnTo>
                  <a:lnTo>
                    <a:pt x="2323" y="6320"/>
                  </a:lnTo>
                  <a:lnTo>
                    <a:pt x="2323" y="6341"/>
                  </a:lnTo>
                  <a:lnTo>
                    <a:pt x="2490" y="6383"/>
                  </a:lnTo>
                  <a:lnTo>
                    <a:pt x="2511" y="6341"/>
                  </a:lnTo>
                  <a:lnTo>
                    <a:pt x="2553" y="6341"/>
                  </a:lnTo>
                  <a:lnTo>
                    <a:pt x="2595" y="6403"/>
                  </a:lnTo>
                  <a:lnTo>
                    <a:pt x="3327" y="6403"/>
                  </a:lnTo>
                  <a:lnTo>
                    <a:pt x="3390" y="6424"/>
                  </a:lnTo>
                  <a:lnTo>
                    <a:pt x="3431" y="6403"/>
                  </a:lnTo>
                  <a:lnTo>
                    <a:pt x="3452" y="6403"/>
                  </a:lnTo>
                  <a:lnTo>
                    <a:pt x="3536" y="6487"/>
                  </a:lnTo>
                  <a:lnTo>
                    <a:pt x="3578" y="6445"/>
                  </a:lnTo>
                  <a:lnTo>
                    <a:pt x="3662" y="6487"/>
                  </a:lnTo>
                  <a:lnTo>
                    <a:pt x="3683" y="6529"/>
                  </a:lnTo>
                  <a:lnTo>
                    <a:pt x="3745" y="6508"/>
                  </a:lnTo>
                  <a:lnTo>
                    <a:pt x="3766" y="6487"/>
                  </a:lnTo>
                  <a:lnTo>
                    <a:pt x="3808" y="6487"/>
                  </a:lnTo>
                  <a:lnTo>
                    <a:pt x="3892" y="6550"/>
                  </a:lnTo>
                  <a:lnTo>
                    <a:pt x="3955" y="6529"/>
                  </a:lnTo>
                  <a:lnTo>
                    <a:pt x="4059" y="6529"/>
                  </a:lnTo>
                  <a:lnTo>
                    <a:pt x="4101" y="6550"/>
                  </a:lnTo>
                  <a:lnTo>
                    <a:pt x="4206" y="6550"/>
                  </a:lnTo>
                  <a:lnTo>
                    <a:pt x="4206" y="6592"/>
                  </a:lnTo>
                  <a:lnTo>
                    <a:pt x="4289" y="6592"/>
                  </a:lnTo>
                  <a:lnTo>
                    <a:pt x="4310" y="6529"/>
                  </a:lnTo>
                  <a:lnTo>
                    <a:pt x="4268" y="6424"/>
                  </a:lnTo>
                  <a:lnTo>
                    <a:pt x="4268" y="6403"/>
                  </a:lnTo>
                  <a:lnTo>
                    <a:pt x="4331" y="6299"/>
                  </a:lnTo>
                  <a:lnTo>
                    <a:pt x="4373" y="6215"/>
                  </a:lnTo>
                  <a:lnTo>
                    <a:pt x="4394" y="6194"/>
                  </a:lnTo>
                  <a:lnTo>
                    <a:pt x="4373" y="6194"/>
                  </a:lnTo>
                  <a:lnTo>
                    <a:pt x="4331" y="6131"/>
                  </a:lnTo>
                  <a:lnTo>
                    <a:pt x="4331" y="6069"/>
                  </a:lnTo>
                  <a:lnTo>
                    <a:pt x="4331" y="5922"/>
                  </a:lnTo>
                  <a:lnTo>
                    <a:pt x="4164" y="5797"/>
                  </a:lnTo>
                  <a:lnTo>
                    <a:pt x="4080" y="5713"/>
                  </a:lnTo>
                  <a:lnTo>
                    <a:pt x="3996" y="5567"/>
                  </a:lnTo>
                  <a:lnTo>
                    <a:pt x="3850" y="5357"/>
                  </a:lnTo>
                  <a:lnTo>
                    <a:pt x="3808" y="5232"/>
                  </a:lnTo>
                  <a:lnTo>
                    <a:pt x="3703" y="5127"/>
                  </a:lnTo>
                  <a:lnTo>
                    <a:pt x="3557" y="5043"/>
                  </a:lnTo>
                  <a:lnTo>
                    <a:pt x="3494" y="4981"/>
                  </a:lnTo>
                  <a:lnTo>
                    <a:pt x="3494" y="4750"/>
                  </a:lnTo>
                  <a:lnTo>
                    <a:pt x="3473" y="4625"/>
                  </a:lnTo>
                  <a:lnTo>
                    <a:pt x="3452" y="4458"/>
                  </a:lnTo>
                  <a:lnTo>
                    <a:pt x="3473" y="4332"/>
                  </a:lnTo>
                  <a:lnTo>
                    <a:pt x="3431" y="4186"/>
                  </a:lnTo>
                  <a:lnTo>
                    <a:pt x="3390" y="4039"/>
                  </a:lnTo>
                  <a:lnTo>
                    <a:pt x="3452" y="3976"/>
                  </a:lnTo>
                  <a:lnTo>
                    <a:pt x="3536" y="3976"/>
                  </a:lnTo>
                  <a:lnTo>
                    <a:pt x="3641" y="3788"/>
                  </a:lnTo>
                  <a:lnTo>
                    <a:pt x="3683" y="3662"/>
                  </a:lnTo>
                  <a:lnTo>
                    <a:pt x="3787" y="3474"/>
                  </a:lnTo>
                  <a:lnTo>
                    <a:pt x="3850" y="3349"/>
                  </a:lnTo>
                  <a:lnTo>
                    <a:pt x="3955" y="3307"/>
                  </a:lnTo>
                  <a:lnTo>
                    <a:pt x="4059" y="3160"/>
                  </a:lnTo>
                  <a:lnTo>
                    <a:pt x="4059" y="3139"/>
                  </a:lnTo>
                  <a:lnTo>
                    <a:pt x="4017" y="3035"/>
                  </a:lnTo>
                  <a:lnTo>
                    <a:pt x="3955" y="2867"/>
                  </a:lnTo>
                  <a:lnTo>
                    <a:pt x="3850" y="2721"/>
                  </a:lnTo>
                  <a:lnTo>
                    <a:pt x="3766" y="2637"/>
                  </a:lnTo>
                  <a:lnTo>
                    <a:pt x="3557" y="2428"/>
                  </a:lnTo>
                  <a:lnTo>
                    <a:pt x="3348" y="2240"/>
                  </a:lnTo>
                  <a:lnTo>
                    <a:pt x="3243" y="2219"/>
                  </a:lnTo>
                  <a:lnTo>
                    <a:pt x="3243" y="2135"/>
                  </a:lnTo>
                  <a:lnTo>
                    <a:pt x="3159" y="2093"/>
                  </a:lnTo>
                  <a:lnTo>
                    <a:pt x="3159" y="2030"/>
                  </a:lnTo>
                  <a:lnTo>
                    <a:pt x="3159" y="1926"/>
                  </a:lnTo>
                  <a:lnTo>
                    <a:pt x="3180" y="1884"/>
                  </a:lnTo>
                  <a:lnTo>
                    <a:pt x="3180" y="1779"/>
                  </a:lnTo>
                  <a:lnTo>
                    <a:pt x="3369" y="1779"/>
                  </a:lnTo>
                  <a:lnTo>
                    <a:pt x="3431" y="1800"/>
                  </a:lnTo>
                  <a:lnTo>
                    <a:pt x="3536" y="1779"/>
                  </a:lnTo>
                  <a:lnTo>
                    <a:pt x="3641" y="1800"/>
                  </a:lnTo>
                  <a:lnTo>
                    <a:pt x="3683" y="1779"/>
                  </a:lnTo>
                  <a:lnTo>
                    <a:pt x="3808" y="1800"/>
                  </a:lnTo>
                  <a:lnTo>
                    <a:pt x="3892" y="1821"/>
                  </a:lnTo>
                  <a:lnTo>
                    <a:pt x="3975" y="1842"/>
                  </a:lnTo>
                  <a:lnTo>
                    <a:pt x="4017" y="1800"/>
                  </a:lnTo>
                  <a:lnTo>
                    <a:pt x="3975" y="1779"/>
                  </a:lnTo>
                  <a:lnTo>
                    <a:pt x="3808" y="1633"/>
                  </a:lnTo>
                  <a:lnTo>
                    <a:pt x="3787" y="1528"/>
                  </a:lnTo>
                  <a:lnTo>
                    <a:pt x="3703" y="1486"/>
                  </a:lnTo>
                  <a:lnTo>
                    <a:pt x="3599" y="1319"/>
                  </a:lnTo>
                  <a:lnTo>
                    <a:pt x="3578" y="1214"/>
                  </a:lnTo>
                  <a:lnTo>
                    <a:pt x="3662" y="1152"/>
                  </a:lnTo>
                  <a:lnTo>
                    <a:pt x="3703" y="1005"/>
                  </a:lnTo>
                  <a:lnTo>
                    <a:pt x="3641" y="942"/>
                  </a:lnTo>
                  <a:lnTo>
                    <a:pt x="3662" y="880"/>
                  </a:lnTo>
                  <a:lnTo>
                    <a:pt x="3683" y="838"/>
                  </a:lnTo>
                  <a:lnTo>
                    <a:pt x="3683" y="754"/>
                  </a:lnTo>
                  <a:lnTo>
                    <a:pt x="3599" y="587"/>
                  </a:lnTo>
                  <a:lnTo>
                    <a:pt x="3578" y="482"/>
                  </a:lnTo>
                  <a:lnTo>
                    <a:pt x="3536" y="440"/>
                  </a:lnTo>
                  <a:lnTo>
                    <a:pt x="3494" y="252"/>
                  </a:lnTo>
                  <a:lnTo>
                    <a:pt x="3369" y="147"/>
                  </a:lnTo>
                  <a:lnTo>
                    <a:pt x="307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3" name="Google Shape;2543;p56"/>
            <p:cNvSpPr/>
            <p:nvPr/>
          </p:nvSpPr>
          <p:spPr>
            <a:xfrm>
              <a:off x="3805883" y="3130585"/>
              <a:ext cx="39378" cy="40702"/>
            </a:xfrm>
            <a:custGeom>
              <a:avLst/>
              <a:gdLst/>
              <a:ahLst/>
              <a:cxnLst/>
              <a:rect l="l" t="t" r="r" b="b"/>
              <a:pathLst>
                <a:path w="3307" h="3579" extrusionOk="0">
                  <a:moveTo>
                    <a:pt x="1675" y="1"/>
                  </a:moveTo>
                  <a:lnTo>
                    <a:pt x="1633" y="64"/>
                  </a:lnTo>
                  <a:lnTo>
                    <a:pt x="1570" y="22"/>
                  </a:lnTo>
                  <a:lnTo>
                    <a:pt x="1528" y="64"/>
                  </a:lnTo>
                  <a:lnTo>
                    <a:pt x="1487" y="84"/>
                  </a:lnTo>
                  <a:lnTo>
                    <a:pt x="1487" y="754"/>
                  </a:lnTo>
                  <a:lnTo>
                    <a:pt x="712" y="754"/>
                  </a:lnTo>
                  <a:lnTo>
                    <a:pt x="691" y="733"/>
                  </a:lnTo>
                  <a:lnTo>
                    <a:pt x="608" y="754"/>
                  </a:lnTo>
                  <a:lnTo>
                    <a:pt x="524" y="817"/>
                  </a:lnTo>
                  <a:lnTo>
                    <a:pt x="482" y="796"/>
                  </a:lnTo>
                  <a:lnTo>
                    <a:pt x="482" y="921"/>
                  </a:lnTo>
                  <a:lnTo>
                    <a:pt x="336" y="942"/>
                  </a:lnTo>
                  <a:lnTo>
                    <a:pt x="440" y="1131"/>
                  </a:lnTo>
                  <a:lnTo>
                    <a:pt x="629" y="1172"/>
                  </a:lnTo>
                  <a:lnTo>
                    <a:pt x="378" y="1235"/>
                  </a:lnTo>
                  <a:lnTo>
                    <a:pt x="315" y="1152"/>
                  </a:lnTo>
                  <a:lnTo>
                    <a:pt x="294" y="1340"/>
                  </a:lnTo>
                  <a:lnTo>
                    <a:pt x="273" y="1654"/>
                  </a:lnTo>
                  <a:lnTo>
                    <a:pt x="168" y="1737"/>
                  </a:lnTo>
                  <a:lnTo>
                    <a:pt x="22" y="1675"/>
                  </a:lnTo>
                  <a:lnTo>
                    <a:pt x="1" y="1758"/>
                  </a:lnTo>
                  <a:lnTo>
                    <a:pt x="126" y="1988"/>
                  </a:lnTo>
                  <a:lnTo>
                    <a:pt x="210" y="2051"/>
                  </a:lnTo>
                  <a:lnTo>
                    <a:pt x="210" y="2156"/>
                  </a:lnTo>
                  <a:lnTo>
                    <a:pt x="315" y="2281"/>
                  </a:lnTo>
                  <a:lnTo>
                    <a:pt x="315" y="2470"/>
                  </a:lnTo>
                  <a:lnTo>
                    <a:pt x="398" y="2533"/>
                  </a:lnTo>
                  <a:lnTo>
                    <a:pt x="440" y="2679"/>
                  </a:lnTo>
                  <a:lnTo>
                    <a:pt x="608" y="2805"/>
                  </a:lnTo>
                  <a:lnTo>
                    <a:pt x="545" y="2825"/>
                  </a:lnTo>
                  <a:lnTo>
                    <a:pt x="712" y="2993"/>
                  </a:lnTo>
                  <a:lnTo>
                    <a:pt x="963" y="3202"/>
                  </a:lnTo>
                  <a:lnTo>
                    <a:pt x="1026" y="3328"/>
                  </a:lnTo>
                  <a:lnTo>
                    <a:pt x="1235" y="3432"/>
                  </a:lnTo>
                  <a:lnTo>
                    <a:pt x="1256" y="3537"/>
                  </a:lnTo>
                  <a:lnTo>
                    <a:pt x="1361" y="3558"/>
                  </a:lnTo>
                  <a:lnTo>
                    <a:pt x="1382" y="3579"/>
                  </a:lnTo>
                  <a:lnTo>
                    <a:pt x="1466" y="3474"/>
                  </a:lnTo>
                  <a:lnTo>
                    <a:pt x="1466" y="3411"/>
                  </a:lnTo>
                  <a:lnTo>
                    <a:pt x="1528" y="3369"/>
                  </a:lnTo>
                  <a:lnTo>
                    <a:pt x="1633" y="3369"/>
                  </a:lnTo>
                  <a:lnTo>
                    <a:pt x="1675" y="3307"/>
                  </a:lnTo>
                  <a:lnTo>
                    <a:pt x="1696" y="3307"/>
                  </a:lnTo>
                  <a:lnTo>
                    <a:pt x="1884" y="3432"/>
                  </a:lnTo>
                  <a:lnTo>
                    <a:pt x="1884" y="3328"/>
                  </a:lnTo>
                  <a:lnTo>
                    <a:pt x="1863" y="3035"/>
                  </a:lnTo>
                  <a:lnTo>
                    <a:pt x="1779" y="2951"/>
                  </a:lnTo>
                  <a:lnTo>
                    <a:pt x="1696" y="2930"/>
                  </a:lnTo>
                  <a:lnTo>
                    <a:pt x="1633" y="2951"/>
                  </a:lnTo>
                  <a:lnTo>
                    <a:pt x="1549" y="2993"/>
                  </a:lnTo>
                  <a:lnTo>
                    <a:pt x="1549" y="2846"/>
                  </a:lnTo>
                  <a:lnTo>
                    <a:pt x="1528" y="2784"/>
                  </a:lnTo>
                  <a:lnTo>
                    <a:pt x="1570" y="2721"/>
                  </a:lnTo>
                  <a:lnTo>
                    <a:pt x="1675" y="2721"/>
                  </a:lnTo>
                  <a:lnTo>
                    <a:pt x="1800" y="2784"/>
                  </a:lnTo>
                  <a:lnTo>
                    <a:pt x="1863" y="2721"/>
                  </a:lnTo>
                  <a:lnTo>
                    <a:pt x="1884" y="2679"/>
                  </a:lnTo>
                  <a:lnTo>
                    <a:pt x="1968" y="2679"/>
                  </a:lnTo>
                  <a:lnTo>
                    <a:pt x="2177" y="2637"/>
                  </a:lnTo>
                  <a:lnTo>
                    <a:pt x="2198" y="2574"/>
                  </a:lnTo>
                  <a:lnTo>
                    <a:pt x="2177" y="2407"/>
                  </a:lnTo>
                  <a:lnTo>
                    <a:pt x="2219" y="2365"/>
                  </a:lnTo>
                  <a:lnTo>
                    <a:pt x="2365" y="2365"/>
                  </a:lnTo>
                  <a:lnTo>
                    <a:pt x="2428" y="2595"/>
                  </a:lnTo>
                  <a:lnTo>
                    <a:pt x="2512" y="2700"/>
                  </a:lnTo>
                  <a:lnTo>
                    <a:pt x="2637" y="2637"/>
                  </a:lnTo>
                  <a:lnTo>
                    <a:pt x="2721" y="2679"/>
                  </a:lnTo>
                  <a:lnTo>
                    <a:pt x="2805" y="2616"/>
                  </a:lnTo>
                  <a:lnTo>
                    <a:pt x="2909" y="2616"/>
                  </a:lnTo>
                  <a:lnTo>
                    <a:pt x="3035" y="2679"/>
                  </a:lnTo>
                  <a:lnTo>
                    <a:pt x="3056" y="2742"/>
                  </a:lnTo>
                  <a:lnTo>
                    <a:pt x="3119" y="2742"/>
                  </a:lnTo>
                  <a:lnTo>
                    <a:pt x="3119" y="2637"/>
                  </a:lnTo>
                  <a:lnTo>
                    <a:pt x="3098" y="2533"/>
                  </a:lnTo>
                  <a:lnTo>
                    <a:pt x="3244" y="2114"/>
                  </a:lnTo>
                  <a:lnTo>
                    <a:pt x="3307" y="1884"/>
                  </a:lnTo>
                  <a:lnTo>
                    <a:pt x="3307" y="1779"/>
                  </a:lnTo>
                  <a:lnTo>
                    <a:pt x="3244" y="1696"/>
                  </a:lnTo>
                  <a:lnTo>
                    <a:pt x="3223" y="1654"/>
                  </a:lnTo>
                  <a:lnTo>
                    <a:pt x="3139" y="1570"/>
                  </a:lnTo>
                  <a:lnTo>
                    <a:pt x="3119" y="1528"/>
                  </a:lnTo>
                  <a:lnTo>
                    <a:pt x="3035" y="1486"/>
                  </a:lnTo>
                  <a:lnTo>
                    <a:pt x="3014" y="1444"/>
                  </a:lnTo>
                  <a:lnTo>
                    <a:pt x="2993" y="1382"/>
                  </a:lnTo>
                  <a:lnTo>
                    <a:pt x="2993" y="1340"/>
                  </a:lnTo>
                  <a:lnTo>
                    <a:pt x="3035" y="1319"/>
                  </a:lnTo>
                  <a:lnTo>
                    <a:pt x="3056" y="1277"/>
                  </a:lnTo>
                  <a:lnTo>
                    <a:pt x="3119" y="1277"/>
                  </a:lnTo>
                  <a:lnTo>
                    <a:pt x="3098" y="1214"/>
                  </a:lnTo>
                  <a:lnTo>
                    <a:pt x="3056" y="1172"/>
                  </a:lnTo>
                  <a:lnTo>
                    <a:pt x="3056" y="1110"/>
                  </a:lnTo>
                  <a:lnTo>
                    <a:pt x="3202" y="1026"/>
                  </a:lnTo>
                  <a:lnTo>
                    <a:pt x="3307" y="1005"/>
                  </a:lnTo>
                  <a:lnTo>
                    <a:pt x="3307" y="900"/>
                  </a:lnTo>
                  <a:lnTo>
                    <a:pt x="3265" y="838"/>
                  </a:lnTo>
                  <a:lnTo>
                    <a:pt x="3307" y="754"/>
                  </a:lnTo>
                  <a:lnTo>
                    <a:pt x="3307" y="587"/>
                  </a:lnTo>
                  <a:lnTo>
                    <a:pt x="3244" y="545"/>
                  </a:lnTo>
                  <a:lnTo>
                    <a:pt x="3056" y="524"/>
                  </a:lnTo>
                  <a:lnTo>
                    <a:pt x="2930" y="587"/>
                  </a:lnTo>
                  <a:lnTo>
                    <a:pt x="2805" y="628"/>
                  </a:lnTo>
                  <a:lnTo>
                    <a:pt x="2721" y="608"/>
                  </a:lnTo>
                  <a:lnTo>
                    <a:pt x="2616" y="649"/>
                  </a:lnTo>
                  <a:lnTo>
                    <a:pt x="2575" y="608"/>
                  </a:lnTo>
                  <a:lnTo>
                    <a:pt x="2595" y="545"/>
                  </a:lnTo>
                  <a:lnTo>
                    <a:pt x="2575" y="440"/>
                  </a:lnTo>
                  <a:lnTo>
                    <a:pt x="2575" y="315"/>
                  </a:lnTo>
                  <a:lnTo>
                    <a:pt x="2533" y="189"/>
                  </a:lnTo>
                  <a:lnTo>
                    <a:pt x="2575" y="84"/>
                  </a:lnTo>
                  <a:lnTo>
                    <a:pt x="2533" y="22"/>
                  </a:lnTo>
                  <a:lnTo>
                    <a:pt x="2491" y="22"/>
                  </a:lnTo>
                  <a:lnTo>
                    <a:pt x="2470" y="64"/>
                  </a:lnTo>
                  <a:lnTo>
                    <a:pt x="2303" y="22"/>
                  </a:lnTo>
                  <a:lnTo>
                    <a:pt x="2303" y="1"/>
                  </a:lnTo>
                  <a:lnTo>
                    <a:pt x="2219" y="1"/>
                  </a:lnTo>
                  <a:lnTo>
                    <a:pt x="2114" y="22"/>
                  </a:lnTo>
                  <a:lnTo>
                    <a:pt x="2072" y="1"/>
                  </a:lnTo>
                  <a:lnTo>
                    <a:pt x="1884" y="1"/>
                  </a:lnTo>
                  <a:lnTo>
                    <a:pt x="1842" y="22"/>
                  </a:lnTo>
                  <a:lnTo>
                    <a:pt x="167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4" name="Google Shape;2544;p56"/>
            <p:cNvSpPr/>
            <p:nvPr/>
          </p:nvSpPr>
          <p:spPr>
            <a:xfrm>
              <a:off x="3809622" y="3131301"/>
              <a:ext cx="13967" cy="8575"/>
            </a:xfrm>
            <a:custGeom>
              <a:avLst/>
              <a:gdLst/>
              <a:ahLst/>
              <a:cxnLst/>
              <a:rect l="l" t="t" r="r" b="b"/>
              <a:pathLst>
                <a:path w="1173" h="754" extrusionOk="0">
                  <a:moveTo>
                    <a:pt x="398" y="1"/>
                  </a:moveTo>
                  <a:lnTo>
                    <a:pt x="315" y="21"/>
                  </a:lnTo>
                  <a:lnTo>
                    <a:pt x="294" y="42"/>
                  </a:lnTo>
                  <a:lnTo>
                    <a:pt x="336" y="147"/>
                  </a:lnTo>
                  <a:lnTo>
                    <a:pt x="168" y="335"/>
                  </a:lnTo>
                  <a:lnTo>
                    <a:pt x="1" y="628"/>
                  </a:lnTo>
                  <a:lnTo>
                    <a:pt x="168" y="691"/>
                  </a:lnTo>
                  <a:lnTo>
                    <a:pt x="168" y="733"/>
                  </a:lnTo>
                  <a:lnTo>
                    <a:pt x="210" y="754"/>
                  </a:lnTo>
                  <a:lnTo>
                    <a:pt x="294" y="691"/>
                  </a:lnTo>
                  <a:lnTo>
                    <a:pt x="377" y="670"/>
                  </a:lnTo>
                  <a:lnTo>
                    <a:pt x="398" y="691"/>
                  </a:lnTo>
                  <a:lnTo>
                    <a:pt x="1173" y="691"/>
                  </a:lnTo>
                  <a:lnTo>
                    <a:pt x="1173" y="21"/>
                  </a:lnTo>
                  <a:lnTo>
                    <a:pt x="503" y="21"/>
                  </a:lnTo>
                  <a:lnTo>
                    <a:pt x="48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5" name="Google Shape;2545;p56"/>
            <p:cNvSpPr/>
            <p:nvPr/>
          </p:nvSpPr>
          <p:spPr>
            <a:xfrm>
              <a:off x="3822327" y="3120122"/>
              <a:ext cx="52834" cy="59023"/>
            </a:xfrm>
            <a:custGeom>
              <a:avLst/>
              <a:gdLst/>
              <a:ahLst/>
              <a:cxnLst/>
              <a:rect l="l" t="t" r="r" b="b"/>
              <a:pathLst>
                <a:path w="4437" h="5190" extrusionOk="0">
                  <a:moveTo>
                    <a:pt x="3935" y="0"/>
                  </a:moveTo>
                  <a:lnTo>
                    <a:pt x="3872" y="63"/>
                  </a:lnTo>
                  <a:lnTo>
                    <a:pt x="3767" y="42"/>
                  </a:lnTo>
                  <a:lnTo>
                    <a:pt x="3537" y="147"/>
                  </a:lnTo>
                  <a:lnTo>
                    <a:pt x="3495" y="188"/>
                  </a:lnTo>
                  <a:lnTo>
                    <a:pt x="3391" y="209"/>
                  </a:lnTo>
                  <a:lnTo>
                    <a:pt x="3244" y="377"/>
                  </a:lnTo>
                  <a:lnTo>
                    <a:pt x="2972" y="816"/>
                  </a:lnTo>
                  <a:lnTo>
                    <a:pt x="2930" y="900"/>
                  </a:lnTo>
                  <a:lnTo>
                    <a:pt x="2867" y="1004"/>
                  </a:lnTo>
                  <a:lnTo>
                    <a:pt x="2867" y="1025"/>
                  </a:lnTo>
                  <a:lnTo>
                    <a:pt x="2909" y="1130"/>
                  </a:lnTo>
                  <a:lnTo>
                    <a:pt x="2888" y="1193"/>
                  </a:lnTo>
                  <a:lnTo>
                    <a:pt x="2805" y="1193"/>
                  </a:lnTo>
                  <a:lnTo>
                    <a:pt x="2805" y="1151"/>
                  </a:lnTo>
                  <a:lnTo>
                    <a:pt x="2700" y="1151"/>
                  </a:lnTo>
                  <a:lnTo>
                    <a:pt x="2658" y="1130"/>
                  </a:lnTo>
                  <a:lnTo>
                    <a:pt x="2554" y="1130"/>
                  </a:lnTo>
                  <a:lnTo>
                    <a:pt x="2491" y="1151"/>
                  </a:lnTo>
                  <a:lnTo>
                    <a:pt x="2407" y="1088"/>
                  </a:lnTo>
                  <a:lnTo>
                    <a:pt x="2365" y="1088"/>
                  </a:lnTo>
                  <a:lnTo>
                    <a:pt x="2344" y="1109"/>
                  </a:lnTo>
                  <a:lnTo>
                    <a:pt x="2282" y="1130"/>
                  </a:lnTo>
                  <a:lnTo>
                    <a:pt x="2261" y="1088"/>
                  </a:lnTo>
                  <a:lnTo>
                    <a:pt x="2177" y="1046"/>
                  </a:lnTo>
                  <a:lnTo>
                    <a:pt x="2135" y="1088"/>
                  </a:lnTo>
                  <a:lnTo>
                    <a:pt x="2051" y="1004"/>
                  </a:lnTo>
                  <a:lnTo>
                    <a:pt x="2030" y="1004"/>
                  </a:lnTo>
                  <a:lnTo>
                    <a:pt x="1989" y="1025"/>
                  </a:lnTo>
                  <a:lnTo>
                    <a:pt x="1926" y="1004"/>
                  </a:lnTo>
                  <a:lnTo>
                    <a:pt x="1194" y="1004"/>
                  </a:lnTo>
                  <a:lnTo>
                    <a:pt x="1152" y="1109"/>
                  </a:lnTo>
                  <a:lnTo>
                    <a:pt x="1194" y="1235"/>
                  </a:lnTo>
                  <a:lnTo>
                    <a:pt x="1194" y="1360"/>
                  </a:lnTo>
                  <a:lnTo>
                    <a:pt x="1214" y="1465"/>
                  </a:lnTo>
                  <a:lnTo>
                    <a:pt x="1194" y="1528"/>
                  </a:lnTo>
                  <a:lnTo>
                    <a:pt x="1235" y="1569"/>
                  </a:lnTo>
                  <a:lnTo>
                    <a:pt x="1340" y="1528"/>
                  </a:lnTo>
                  <a:lnTo>
                    <a:pt x="1424" y="1548"/>
                  </a:lnTo>
                  <a:lnTo>
                    <a:pt x="1549" y="1507"/>
                  </a:lnTo>
                  <a:lnTo>
                    <a:pt x="1675" y="1444"/>
                  </a:lnTo>
                  <a:lnTo>
                    <a:pt x="1863" y="1465"/>
                  </a:lnTo>
                  <a:lnTo>
                    <a:pt x="1926" y="1507"/>
                  </a:lnTo>
                  <a:lnTo>
                    <a:pt x="1926" y="1674"/>
                  </a:lnTo>
                  <a:lnTo>
                    <a:pt x="1884" y="1758"/>
                  </a:lnTo>
                  <a:lnTo>
                    <a:pt x="1926" y="1820"/>
                  </a:lnTo>
                  <a:lnTo>
                    <a:pt x="1926" y="1925"/>
                  </a:lnTo>
                  <a:lnTo>
                    <a:pt x="1821" y="1946"/>
                  </a:lnTo>
                  <a:lnTo>
                    <a:pt x="1675" y="2030"/>
                  </a:lnTo>
                  <a:lnTo>
                    <a:pt x="1675" y="2092"/>
                  </a:lnTo>
                  <a:lnTo>
                    <a:pt x="1717" y="2134"/>
                  </a:lnTo>
                  <a:lnTo>
                    <a:pt x="1738" y="2197"/>
                  </a:lnTo>
                  <a:lnTo>
                    <a:pt x="1675" y="2197"/>
                  </a:lnTo>
                  <a:lnTo>
                    <a:pt x="1654" y="2239"/>
                  </a:lnTo>
                  <a:lnTo>
                    <a:pt x="1612" y="2260"/>
                  </a:lnTo>
                  <a:lnTo>
                    <a:pt x="1612" y="2302"/>
                  </a:lnTo>
                  <a:lnTo>
                    <a:pt x="1633" y="2364"/>
                  </a:lnTo>
                  <a:lnTo>
                    <a:pt x="1654" y="2406"/>
                  </a:lnTo>
                  <a:lnTo>
                    <a:pt x="1738" y="2448"/>
                  </a:lnTo>
                  <a:lnTo>
                    <a:pt x="1758" y="2490"/>
                  </a:lnTo>
                  <a:lnTo>
                    <a:pt x="1842" y="2574"/>
                  </a:lnTo>
                  <a:lnTo>
                    <a:pt x="1863" y="2616"/>
                  </a:lnTo>
                  <a:lnTo>
                    <a:pt x="1926" y="2699"/>
                  </a:lnTo>
                  <a:lnTo>
                    <a:pt x="1926" y="2804"/>
                  </a:lnTo>
                  <a:lnTo>
                    <a:pt x="1863" y="3034"/>
                  </a:lnTo>
                  <a:lnTo>
                    <a:pt x="1717" y="3453"/>
                  </a:lnTo>
                  <a:lnTo>
                    <a:pt x="1738" y="3557"/>
                  </a:lnTo>
                  <a:lnTo>
                    <a:pt x="1738" y="3662"/>
                  </a:lnTo>
                  <a:lnTo>
                    <a:pt x="1675" y="3662"/>
                  </a:lnTo>
                  <a:lnTo>
                    <a:pt x="1654" y="3599"/>
                  </a:lnTo>
                  <a:lnTo>
                    <a:pt x="1528" y="3536"/>
                  </a:lnTo>
                  <a:lnTo>
                    <a:pt x="1424" y="3536"/>
                  </a:lnTo>
                  <a:lnTo>
                    <a:pt x="1340" y="3599"/>
                  </a:lnTo>
                  <a:lnTo>
                    <a:pt x="1256" y="3557"/>
                  </a:lnTo>
                  <a:lnTo>
                    <a:pt x="1131" y="3620"/>
                  </a:lnTo>
                  <a:lnTo>
                    <a:pt x="1047" y="3515"/>
                  </a:lnTo>
                  <a:lnTo>
                    <a:pt x="984" y="3285"/>
                  </a:lnTo>
                  <a:lnTo>
                    <a:pt x="838" y="3285"/>
                  </a:lnTo>
                  <a:lnTo>
                    <a:pt x="796" y="3327"/>
                  </a:lnTo>
                  <a:lnTo>
                    <a:pt x="817" y="3494"/>
                  </a:lnTo>
                  <a:lnTo>
                    <a:pt x="796" y="3557"/>
                  </a:lnTo>
                  <a:lnTo>
                    <a:pt x="587" y="3599"/>
                  </a:lnTo>
                  <a:lnTo>
                    <a:pt x="503" y="3599"/>
                  </a:lnTo>
                  <a:lnTo>
                    <a:pt x="482" y="3641"/>
                  </a:lnTo>
                  <a:lnTo>
                    <a:pt x="419" y="3704"/>
                  </a:lnTo>
                  <a:lnTo>
                    <a:pt x="294" y="3641"/>
                  </a:lnTo>
                  <a:lnTo>
                    <a:pt x="189" y="3641"/>
                  </a:lnTo>
                  <a:lnTo>
                    <a:pt x="147" y="3704"/>
                  </a:lnTo>
                  <a:lnTo>
                    <a:pt x="168" y="3766"/>
                  </a:lnTo>
                  <a:lnTo>
                    <a:pt x="168" y="3913"/>
                  </a:lnTo>
                  <a:lnTo>
                    <a:pt x="252" y="3871"/>
                  </a:lnTo>
                  <a:lnTo>
                    <a:pt x="315" y="3850"/>
                  </a:lnTo>
                  <a:lnTo>
                    <a:pt x="398" y="3871"/>
                  </a:lnTo>
                  <a:lnTo>
                    <a:pt x="482" y="3955"/>
                  </a:lnTo>
                  <a:lnTo>
                    <a:pt x="503" y="4248"/>
                  </a:lnTo>
                  <a:lnTo>
                    <a:pt x="503" y="4352"/>
                  </a:lnTo>
                  <a:lnTo>
                    <a:pt x="315" y="4227"/>
                  </a:lnTo>
                  <a:lnTo>
                    <a:pt x="294" y="4227"/>
                  </a:lnTo>
                  <a:lnTo>
                    <a:pt x="252" y="4289"/>
                  </a:lnTo>
                  <a:lnTo>
                    <a:pt x="147" y="4289"/>
                  </a:lnTo>
                  <a:lnTo>
                    <a:pt x="85" y="4331"/>
                  </a:lnTo>
                  <a:lnTo>
                    <a:pt x="85" y="4394"/>
                  </a:lnTo>
                  <a:lnTo>
                    <a:pt x="1" y="4499"/>
                  </a:lnTo>
                  <a:lnTo>
                    <a:pt x="106" y="4603"/>
                  </a:lnTo>
                  <a:lnTo>
                    <a:pt x="168" y="4687"/>
                  </a:lnTo>
                  <a:lnTo>
                    <a:pt x="315" y="4792"/>
                  </a:lnTo>
                  <a:lnTo>
                    <a:pt x="315" y="4896"/>
                  </a:lnTo>
                  <a:lnTo>
                    <a:pt x="419" y="5001"/>
                  </a:lnTo>
                  <a:lnTo>
                    <a:pt x="419" y="5126"/>
                  </a:lnTo>
                  <a:lnTo>
                    <a:pt x="482" y="5189"/>
                  </a:lnTo>
                  <a:lnTo>
                    <a:pt x="524" y="5168"/>
                  </a:lnTo>
                  <a:lnTo>
                    <a:pt x="608" y="5022"/>
                  </a:lnTo>
                  <a:lnTo>
                    <a:pt x="629" y="5022"/>
                  </a:lnTo>
                  <a:lnTo>
                    <a:pt x="712" y="4980"/>
                  </a:lnTo>
                  <a:lnTo>
                    <a:pt x="775" y="4875"/>
                  </a:lnTo>
                  <a:lnTo>
                    <a:pt x="838" y="4854"/>
                  </a:lnTo>
                  <a:lnTo>
                    <a:pt x="942" y="4771"/>
                  </a:lnTo>
                  <a:lnTo>
                    <a:pt x="1005" y="4771"/>
                  </a:lnTo>
                  <a:lnTo>
                    <a:pt x="1047" y="4813"/>
                  </a:lnTo>
                  <a:lnTo>
                    <a:pt x="1110" y="4896"/>
                  </a:lnTo>
                  <a:lnTo>
                    <a:pt x="1110" y="5001"/>
                  </a:lnTo>
                  <a:lnTo>
                    <a:pt x="1131" y="4980"/>
                  </a:lnTo>
                  <a:lnTo>
                    <a:pt x="1194" y="5001"/>
                  </a:lnTo>
                  <a:lnTo>
                    <a:pt x="1298" y="4959"/>
                  </a:lnTo>
                  <a:lnTo>
                    <a:pt x="1319" y="5001"/>
                  </a:lnTo>
                  <a:lnTo>
                    <a:pt x="1319" y="5064"/>
                  </a:lnTo>
                  <a:lnTo>
                    <a:pt x="1424" y="5064"/>
                  </a:lnTo>
                  <a:lnTo>
                    <a:pt x="1507" y="4980"/>
                  </a:lnTo>
                  <a:lnTo>
                    <a:pt x="1507" y="4875"/>
                  </a:lnTo>
                  <a:lnTo>
                    <a:pt x="1570" y="4854"/>
                  </a:lnTo>
                  <a:lnTo>
                    <a:pt x="1654" y="4875"/>
                  </a:lnTo>
                  <a:lnTo>
                    <a:pt x="1758" y="4771"/>
                  </a:lnTo>
                  <a:lnTo>
                    <a:pt x="1947" y="4708"/>
                  </a:lnTo>
                  <a:lnTo>
                    <a:pt x="1947" y="4771"/>
                  </a:lnTo>
                  <a:lnTo>
                    <a:pt x="1863" y="4896"/>
                  </a:lnTo>
                  <a:lnTo>
                    <a:pt x="1884" y="4917"/>
                  </a:lnTo>
                  <a:lnTo>
                    <a:pt x="1947" y="5022"/>
                  </a:lnTo>
                  <a:lnTo>
                    <a:pt x="2072" y="5105"/>
                  </a:lnTo>
                  <a:lnTo>
                    <a:pt x="2198" y="5022"/>
                  </a:lnTo>
                  <a:lnTo>
                    <a:pt x="2282" y="4917"/>
                  </a:lnTo>
                  <a:lnTo>
                    <a:pt x="2512" y="4687"/>
                  </a:lnTo>
                  <a:lnTo>
                    <a:pt x="2574" y="4603"/>
                  </a:lnTo>
                  <a:lnTo>
                    <a:pt x="2658" y="4541"/>
                  </a:lnTo>
                  <a:lnTo>
                    <a:pt x="2763" y="4499"/>
                  </a:lnTo>
                  <a:lnTo>
                    <a:pt x="2867" y="4352"/>
                  </a:lnTo>
                  <a:lnTo>
                    <a:pt x="2867" y="4248"/>
                  </a:lnTo>
                  <a:lnTo>
                    <a:pt x="2888" y="4080"/>
                  </a:lnTo>
                  <a:lnTo>
                    <a:pt x="2909" y="3766"/>
                  </a:lnTo>
                  <a:lnTo>
                    <a:pt x="2888" y="3745"/>
                  </a:lnTo>
                  <a:lnTo>
                    <a:pt x="2867" y="3557"/>
                  </a:lnTo>
                  <a:lnTo>
                    <a:pt x="2909" y="3453"/>
                  </a:lnTo>
                  <a:lnTo>
                    <a:pt x="3098" y="3285"/>
                  </a:lnTo>
                  <a:lnTo>
                    <a:pt x="3098" y="3139"/>
                  </a:lnTo>
                  <a:lnTo>
                    <a:pt x="3202" y="3013"/>
                  </a:lnTo>
                  <a:lnTo>
                    <a:pt x="3328" y="2908"/>
                  </a:lnTo>
                  <a:lnTo>
                    <a:pt x="3411" y="2929"/>
                  </a:lnTo>
                  <a:lnTo>
                    <a:pt x="3516" y="2867"/>
                  </a:lnTo>
                  <a:lnTo>
                    <a:pt x="3621" y="2825"/>
                  </a:lnTo>
                  <a:lnTo>
                    <a:pt x="3809" y="2511"/>
                  </a:lnTo>
                  <a:lnTo>
                    <a:pt x="3809" y="2344"/>
                  </a:lnTo>
                  <a:lnTo>
                    <a:pt x="3851" y="2155"/>
                  </a:lnTo>
                  <a:lnTo>
                    <a:pt x="3935" y="2092"/>
                  </a:lnTo>
                  <a:lnTo>
                    <a:pt x="3955" y="1946"/>
                  </a:lnTo>
                  <a:lnTo>
                    <a:pt x="3935" y="1925"/>
                  </a:lnTo>
                  <a:lnTo>
                    <a:pt x="3955" y="1737"/>
                  </a:lnTo>
                  <a:lnTo>
                    <a:pt x="3955" y="1653"/>
                  </a:lnTo>
                  <a:lnTo>
                    <a:pt x="3955" y="1507"/>
                  </a:lnTo>
                  <a:lnTo>
                    <a:pt x="4060" y="1402"/>
                  </a:lnTo>
                  <a:lnTo>
                    <a:pt x="4060" y="1256"/>
                  </a:lnTo>
                  <a:lnTo>
                    <a:pt x="4081" y="1130"/>
                  </a:lnTo>
                  <a:lnTo>
                    <a:pt x="4039" y="921"/>
                  </a:lnTo>
                  <a:lnTo>
                    <a:pt x="4290" y="607"/>
                  </a:lnTo>
                  <a:lnTo>
                    <a:pt x="4332" y="502"/>
                  </a:lnTo>
                  <a:lnTo>
                    <a:pt x="4437" y="460"/>
                  </a:lnTo>
                  <a:lnTo>
                    <a:pt x="4437" y="209"/>
                  </a:lnTo>
                  <a:lnTo>
                    <a:pt x="4374" y="105"/>
                  </a:lnTo>
                  <a:lnTo>
                    <a:pt x="4374" y="63"/>
                  </a:lnTo>
                  <a:lnTo>
                    <a:pt x="4290" y="84"/>
                  </a:lnTo>
                  <a:lnTo>
                    <a:pt x="4248" y="105"/>
                  </a:lnTo>
                  <a:lnTo>
                    <a:pt x="4144" y="63"/>
                  </a:lnTo>
                  <a:lnTo>
                    <a:pt x="412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6" name="Google Shape;2546;p56"/>
            <p:cNvSpPr/>
            <p:nvPr/>
          </p:nvSpPr>
          <p:spPr>
            <a:xfrm>
              <a:off x="3828067" y="3174369"/>
              <a:ext cx="7478" cy="9769"/>
            </a:xfrm>
            <a:custGeom>
              <a:avLst/>
              <a:gdLst/>
              <a:ahLst/>
              <a:cxnLst/>
              <a:rect l="l" t="t" r="r" b="b"/>
              <a:pathLst>
                <a:path w="628" h="859" extrusionOk="0">
                  <a:moveTo>
                    <a:pt x="460" y="1"/>
                  </a:moveTo>
                  <a:lnTo>
                    <a:pt x="356" y="84"/>
                  </a:lnTo>
                  <a:lnTo>
                    <a:pt x="293" y="105"/>
                  </a:lnTo>
                  <a:lnTo>
                    <a:pt x="230" y="210"/>
                  </a:lnTo>
                  <a:lnTo>
                    <a:pt x="147" y="252"/>
                  </a:lnTo>
                  <a:lnTo>
                    <a:pt x="126" y="252"/>
                  </a:lnTo>
                  <a:lnTo>
                    <a:pt x="42" y="398"/>
                  </a:lnTo>
                  <a:lnTo>
                    <a:pt x="0" y="419"/>
                  </a:lnTo>
                  <a:lnTo>
                    <a:pt x="84" y="503"/>
                  </a:lnTo>
                  <a:lnTo>
                    <a:pt x="105" y="670"/>
                  </a:lnTo>
                  <a:lnTo>
                    <a:pt x="42" y="775"/>
                  </a:lnTo>
                  <a:lnTo>
                    <a:pt x="84" y="859"/>
                  </a:lnTo>
                  <a:lnTo>
                    <a:pt x="188" y="775"/>
                  </a:lnTo>
                  <a:lnTo>
                    <a:pt x="293" y="775"/>
                  </a:lnTo>
                  <a:lnTo>
                    <a:pt x="356" y="712"/>
                  </a:lnTo>
                  <a:lnTo>
                    <a:pt x="335" y="503"/>
                  </a:lnTo>
                  <a:lnTo>
                    <a:pt x="398" y="440"/>
                  </a:lnTo>
                  <a:lnTo>
                    <a:pt x="523" y="335"/>
                  </a:lnTo>
                  <a:lnTo>
                    <a:pt x="628" y="231"/>
                  </a:lnTo>
                  <a:lnTo>
                    <a:pt x="628" y="126"/>
                  </a:lnTo>
                  <a:lnTo>
                    <a:pt x="565" y="43"/>
                  </a:lnTo>
                  <a:lnTo>
                    <a:pt x="52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7" name="Google Shape;2547;p56"/>
            <p:cNvSpPr/>
            <p:nvPr/>
          </p:nvSpPr>
          <p:spPr>
            <a:xfrm>
              <a:off x="3947654" y="3151533"/>
              <a:ext cx="76994" cy="74956"/>
            </a:xfrm>
            <a:custGeom>
              <a:avLst/>
              <a:gdLst/>
              <a:ahLst/>
              <a:cxnLst/>
              <a:rect l="l" t="t" r="r" b="b"/>
              <a:pathLst>
                <a:path w="6466" h="6591" extrusionOk="0">
                  <a:moveTo>
                    <a:pt x="2553" y="0"/>
                  </a:moveTo>
                  <a:lnTo>
                    <a:pt x="1779" y="42"/>
                  </a:lnTo>
                  <a:lnTo>
                    <a:pt x="858" y="42"/>
                  </a:lnTo>
                  <a:lnTo>
                    <a:pt x="816" y="105"/>
                  </a:lnTo>
                  <a:lnTo>
                    <a:pt x="754" y="105"/>
                  </a:lnTo>
                  <a:lnTo>
                    <a:pt x="712" y="146"/>
                  </a:lnTo>
                  <a:lnTo>
                    <a:pt x="775" y="230"/>
                  </a:lnTo>
                  <a:lnTo>
                    <a:pt x="858" y="314"/>
                  </a:lnTo>
                  <a:lnTo>
                    <a:pt x="858" y="356"/>
                  </a:lnTo>
                  <a:lnTo>
                    <a:pt x="921" y="439"/>
                  </a:lnTo>
                  <a:lnTo>
                    <a:pt x="963" y="628"/>
                  </a:lnTo>
                  <a:lnTo>
                    <a:pt x="984" y="732"/>
                  </a:lnTo>
                  <a:lnTo>
                    <a:pt x="942" y="795"/>
                  </a:lnTo>
                  <a:lnTo>
                    <a:pt x="942" y="879"/>
                  </a:lnTo>
                  <a:lnTo>
                    <a:pt x="879" y="942"/>
                  </a:lnTo>
                  <a:lnTo>
                    <a:pt x="816" y="963"/>
                  </a:lnTo>
                  <a:lnTo>
                    <a:pt x="754" y="963"/>
                  </a:lnTo>
                  <a:lnTo>
                    <a:pt x="733" y="942"/>
                  </a:lnTo>
                  <a:lnTo>
                    <a:pt x="733" y="983"/>
                  </a:lnTo>
                  <a:lnTo>
                    <a:pt x="754" y="1046"/>
                  </a:lnTo>
                  <a:lnTo>
                    <a:pt x="754" y="1109"/>
                  </a:lnTo>
                  <a:lnTo>
                    <a:pt x="858" y="1151"/>
                  </a:lnTo>
                  <a:lnTo>
                    <a:pt x="858" y="1214"/>
                  </a:lnTo>
                  <a:lnTo>
                    <a:pt x="942" y="1214"/>
                  </a:lnTo>
                  <a:lnTo>
                    <a:pt x="963" y="1402"/>
                  </a:lnTo>
                  <a:lnTo>
                    <a:pt x="963" y="1486"/>
                  </a:lnTo>
                  <a:lnTo>
                    <a:pt x="858" y="1590"/>
                  </a:lnTo>
                  <a:lnTo>
                    <a:pt x="775" y="1674"/>
                  </a:lnTo>
                  <a:lnTo>
                    <a:pt x="733" y="1716"/>
                  </a:lnTo>
                  <a:lnTo>
                    <a:pt x="565" y="1883"/>
                  </a:lnTo>
                  <a:lnTo>
                    <a:pt x="461" y="2030"/>
                  </a:lnTo>
                  <a:lnTo>
                    <a:pt x="293" y="2092"/>
                  </a:lnTo>
                  <a:lnTo>
                    <a:pt x="0" y="2092"/>
                  </a:lnTo>
                  <a:lnTo>
                    <a:pt x="84" y="2553"/>
                  </a:lnTo>
                  <a:lnTo>
                    <a:pt x="210" y="3243"/>
                  </a:lnTo>
                  <a:lnTo>
                    <a:pt x="628" y="3808"/>
                  </a:lnTo>
                  <a:lnTo>
                    <a:pt x="754" y="4248"/>
                  </a:lnTo>
                  <a:lnTo>
                    <a:pt x="942" y="4352"/>
                  </a:lnTo>
                  <a:lnTo>
                    <a:pt x="1026" y="4352"/>
                  </a:lnTo>
                  <a:lnTo>
                    <a:pt x="1130" y="4394"/>
                  </a:lnTo>
                  <a:lnTo>
                    <a:pt x="1172" y="4394"/>
                  </a:lnTo>
                  <a:lnTo>
                    <a:pt x="1256" y="4436"/>
                  </a:lnTo>
                  <a:lnTo>
                    <a:pt x="1256" y="4499"/>
                  </a:lnTo>
                  <a:lnTo>
                    <a:pt x="1340" y="4561"/>
                  </a:lnTo>
                  <a:lnTo>
                    <a:pt x="1444" y="4561"/>
                  </a:lnTo>
                  <a:lnTo>
                    <a:pt x="1695" y="4645"/>
                  </a:lnTo>
                  <a:lnTo>
                    <a:pt x="1779" y="4645"/>
                  </a:lnTo>
                  <a:lnTo>
                    <a:pt x="1821" y="4708"/>
                  </a:lnTo>
                  <a:lnTo>
                    <a:pt x="1884" y="4729"/>
                  </a:lnTo>
                  <a:lnTo>
                    <a:pt x="1925" y="4812"/>
                  </a:lnTo>
                  <a:lnTo>
                    <a:pt x="2030" y="4917"/>
                  </a:lnTo>
                  <a:lnTo>
                    <a:pt x="2093" y="4917"/>
                  </a:lnTo>
                  <a:lnTo>
                    <a:pt x="2093" y="4938"/>
                  </a:lnTo>
                  <a:lnTo>
                    <a:pt x="2114" y="4917"/>
                  </a:lnTo>
                  <a:lnTo>
                    <a:pt x="2177" y="4917"/>
                  </a:lnTo>
                  <a:lnTo>
                    <a:pt x="2197" y="4980"/>
                  </a:lnTo>
                  <a:lnTo>
                    <a:pt x="2281" y="4980"/>
                  </a:lnTo>
                  <a:lnTo>
                    <a:pt x="2302" y="5022"/>
                  </a:lnTo>
                  <a:lnTo>
                    <a:pt x="2323" y="4980"/>
                  </a:lnTo>
                  <a:lnTo>
                    <a:pt x="2407" y="5022"/>
                  </a:lnTo>
                  <a:lnTo>
                    <a:pt x="2428" y="5043"/>
                  </a:lnTo>
                  <a:lnTo>
                    <a:pt x="2490" y="5043"/>
                  </a:lnTo>
                  <a:lnTo>
                    <a:pt x="2511" y="5084"/>
                  </a:lnTo>
                  <a:lnTo>
                    <a:pt x="2553" y="5126"/>
                  </a:lnTo>
                  <a:lnTo>
                    <a:pt x="2637" y="5189"/>
                  </a:lnTo>
                  <a:lnTo>
                    <a:pt x="2825" y="5398"/>
                  </a:lnTo>
                  <a:lnTo>
                    <a:pt x="2846" y="5608"/>
                  </a:lnTo>
                  <a:lnTo>
                    <a:pt x="2846" y="6591"/>
                  </a:lnTo>
                  <a:lnTo>
                    <a:pt x="2951" y="6193"/>
                  </a:lnTo>
                  <a:lnTo>
                    <a:pt x="3495" y="6173"/>
                  </a:lnTo>
                  <a:lnTo>
                    <a:pt x="3599" y="6131"/>
                  </a:lnTo>
                  <a:lnTo>
                    <a:pt x="3641" y="6110"/>
                  </a:lnTo>
                  <a:lnTo>
                    <a:pt x="3704" y="6089"/>
                  </a:lnTo>
                  <a:lnTo>
                    <a:pt x="3704" y="6131"/>
                  </a:lnTo>
                  <a:lnTo>
                    <a:pt x="3788" y="6173"/>
                  </a:lnTo>
                  <a:lnTo>
                    <a:pt x="3871" y="6214"/>
                  </a:lnTo>
                  <a:lnTo>
                    <a:pt x="3955" y="6214"/>
                  </a:lnTo>
                  <a:lnTo>
                    <a:pt x="3997" y="6298"/>
                  </a:lnTo>
                  <a:lnTo>
                    <a:pt x="3976" y="6319"/>
                  </a:lnTo>
                  <a:lnTo>
                    <a:pt x="4164" y="6298"/>
                  </a:lnTo>
                  <a:lnTo>
                    <a:pt x="4269" y="6193"/>
                  </a:lnTo>
                  <a:lnTo>
                    <a:pt x="4332" y="6193"/>
                  </a:lnTo>
                  <a:lnTo>
                    <a:pt x="4394" y="6131"/>
                  </a:lnTo>
                  <a:lnTo>
                    <a:pt x="4436" y="6173"/>
                  </a:lnTo>
                  <a:lnTo>
                    <a:pt x="4436" y="6214"/>
                  </a:lnTo>
                  <a:lnTo>
                    <a:pt x="4520" y="6214"/>
                  </a:lnTo>
                  <a:lnTo>
                    <a:pt x="4604" y="6277"/>
                  </a:lnTo>
                  <a:lnTo>
                    <a:pt x="4729" y="6214"/>
                  </a:lnTo>
                  <a:lnTo>
                    <a:pt x="4897" y="6193"/>
                  </a:lnTo>
                  <a:lnTo>
                    <a:pt x="4918" y="6110"/>
                  </a:lnTo>
                  <a:lnTo>
                    <a:pt x="4897" y="6068"/>
                  </a:lnTo>
                  <a:lnTo>
                    <a:pt x="4938" y="6005"/>
                  </a:lnTo>
                  <a:lnTo>
                    <a:pt x="5043" y="6026"/>
                  </a:lnTo>
                  <a:lnTo>
                    <a:pt x="5127" y="6026"/>
                  </a:lnTo>
                  <a:lnTo>
                    <a:pt x="5210" y="6089"/>
                  </a:lnTo>
                  <a:lnTo>
                    <a:pt x="5315" y="6068"/>
                  </a:lnTo>
                  <a:lnTo>
                    <a:pt x="5357" y="6026"/>
                  </a:lnTo>
                  <a:lnTo>
                    <a:pt x="5566" y="5963"/>
                  </a:lnTo>
                  <a:lnTo>
                    <a:pt x="5650" y="5984"/>
                  </a:lnTo>
                  <a:lnTo>
                    <a:pt x="5754" y="5963"/>
                  </a:lnTo>
                  <a:lnTo>
                    <a:pt x="5775" y="5900"/>
                  </a:lnTo>
                  <a:lnTo>
                    <a:pt x="5901" y="5900"/>
                  </a:lnTo>
                  <a:lnTo>
                    <a:pt x="5985" y="5817"/>
                  </a:lnTo>
                  <a:lnTo>
                    <a:pt x="6110" y="5796"/>
                  </a:lnTo>
                  <a:lnTo>
                    <a:pt x="6194" y="5712"/>
                  </a:lnTo>
                  <a:lnTo>
                    <a:pt x="6278" y="5649"/>
                  </a:lnTo>
                  <a:lnTo>
                    <a:pt x="6382" y="5670"/>
                  </a:lnTo>
                  <a:lnTo>
                    <a:pt x="6424" y="5608"/>
                  </a:lnTo>
                  <a:lnTo>
                    <a:pt x="6466" y="5587"/>
                  </a:lnTo>
                  <a:lnTo>
                    <a:pt x="6424" y="5587"/>
                  </a:lnTo>
                  <a:lnTo>
                    <a:pt x="6424" y="5545"/>
                  </a:lnTo>
                  <a:lnTo>
                    <a:pt x="6298" y="5440"/>
                  </a:lnTo>
                  <a:lnTo>
                    <a:pt x="6173" y="5398"/>
                  </a:lnTo>
                  <a:lnTo>
                    <a:pt x="5964" y="5189"/>
                  </a:lnTo>
                  <a:lnTo>
                    <a:pt x="5985" y="5126"/>
                  </a:lnTo>
                  <a:lnTo>
                    <a:pt x="5901" y="4938"/>
                  </a:lnTo>
                  <a:lnTo>
                    <a:pt x="5859" y="4875"/>
                  </a:lnTo>
                  <a:lnTo>
                    <a:pt x="5901" y="4771"/>
                  </a:lnTo>
                  <a:lnTo>
                    <a:pt x="5859" y="4729"/>
                  </a:lnTo>
                  <a:lnTo>
                    <a:pt x="5838" y="4624"/>
                  </a:lnTo>
                  <a:lnTo>
                    <a:pt x="5796" y="4540"/>
                  </a:lnTo>
                  <a:lnTo>
                    <a:pt x="5838" y="4540"/>
                  </a:lnTo>
                  <a:lnTo>
                    <a:pt x="5775" y="4394"/>
                  </a:lnTo>
                  <a:lnTo>
                    <a:pt x="5754" y="4248"/>
                  </a:lnTo>
                  <a:lnTo>
                    <a:pt x="5838" y="4206"/>
                  </a:lnTo>
                  <a:lnTo>
                    <a:pt x="5838" y="4038"/>
                  </a:lnTo>
                  <a:lnTo>
                    <a:pt x="5754" y="3976"/>
                  </a:lnTo>
                  <a:lnTo>
                    <a:pt x="5754" y="3766"/>
                  </a:lnTo>
                  <a:lnTo>
                    <a:pt x="5775" y="3620"/>
                  </a:lnTo>
                  <a:lnTo>
                    <a:pt x="5859" y="3578"/>
                  </a:lnTo>
                  <a:lnTo>
                    <a:pt x="5880" y="3599"/>
                  </a:lnTo>
                  <a:lnTo>
                    <a:pt x="5943" y="3515"/>
                  </a:lnTo>
                  <a:lnTo>
                    <a:pt x="5859" y="3306"/>
                  </a:lnTo>
                  <a:lnTo>
                    <a:pt x="5775" y="3306"/>
                  </a:lnTo>
                  <a:lnTo>
                    <a:pt x="5650" y="3180"/>
                  </a:lnTo>
                  <a:lnTo>
                    <a:pt x="5482" y="3055"/>
                  </a:lnTo>
                  <a:lnTo>
                    <a:pt x="5482" y="2929"/>
                  </a:lnTo>
                  <a:lnTo>
                    <a:pt x="5566" y="2657"/>
                  </a:lnTo>
                  <a:lnTo>
                    <a:pt x="5692" y="2302"/>
                  </a:lnTo>
                  <a:lnTo>
                    <a:pt x="5754" y="2239"/>
                  </a:lnTo>
                  <a:lnTo>
                    <a:pt x="5734" y="2134"/>
                  </a:lnTo>
                  <a:lnTo>
                    <a:pt x="5692" y="2113"/>
                  </a:lnTo>
                  <a:lnTo>
                    <a:pt x="5734" y="2113"/>
                  </a:lnTo>
                  <a:lnTo>
                    <a:pt x="5022" y="1611"/>
                  </a:lnTo>
                  <a:lnTo>
                    <a:pt x="4959" y="1527"/>
                  </a:lnTo>
                  <a:lnTo>
                    <a:pt x="4938" y="1486"/>
                  </a:lnTo>
                  <a:lnTo>
                    <a:pt x="4959" y="1402"/>
                  </a:lnTo>
                  <a:lnTo>
                    <a:pt x="4834" y="1214"/>
                  </a:lnTo>
                  <a:lnTo>
                    <a:pt x="274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8" name="Google Shape;2548;p56"/>
            <p:cNvSpPr/>
            <p:nvPr/>
          </p:nvSpPr>
          <p:spPr>
            <a:xfrm>
              <a:off x="3945415" y="3152954"/>
              <a:ext cx="13956" cy="10963"/>
            </a:xfrm>
            <a:custGeom>
              <a:avLst/>
              <a:gdLst/>
              <a:ahLst/>
              <a:cxnLst/>
              <a:rect l="l" t="t" r="r" b="b"/>
              <a:pathLst>
                <a:path w="1172" h="964" extrusionOk="0">
                  <a:moveTo>
                    <a:pt x="795" y="1"/>
                  </a:moveTo>
                  <a:lnTo>
                    <a:pt x="795" y="84"/>
                  </a:lnTo>
                  <a:lnTo>
                    <a:pt x="732" y="126"/>
                  </a:lnTo>
                  <a:lnTo>
                    <a:pt x="649" y="126"/>
                  </a:lnTo>
                  <a:lnTo>
                    <a:pt x="607" y="84"/>
                  </a:lnTo>
                  <a:lnTo>
                    <a:pt x="544" y="42"/>
                  </a:lnTo>
                  <a:lnTo>
                    <a:pt x="440" y="126"/>
                  </a:lnTo>
                  <a:lnTo>
                    <a:pt x="377" y="147"/>
                  </a:lnTo>
                  <a:lnTo>
                    <a:pt x="335" y="126"/>
                  </a:lnTo>
                  <a:lnTo>
                    <a:pt x="209" y="231"/>
                  </a:lnTo>
                  <a:lnTo>
                    <a:pt x="105" y="356"/>
                  </a:lnTo>
                  <a:lnTo>
                    <a:pt x="0" y="733"/>
                  </a:lnTo>
                  <a:lnTo>
                    <a:pt x="0" y="817"/>
                  </a:lnTo>
                  <a:lnTo>
                    <a:pt x="209" y="817"/>
                  </a:lnTo>
                  <a:lnTo>
                    <a:pt x="272" y="921"/>
                  </a:lnTo>
                  <a:lnTo>
                    <a:pt x="335" y="963"/>
                  </a:lnTo>
                  <a:lnTo>
                    <a:pt x="398" y="921"/>
                  </a:lnTo>
                  <a:lnTo>
                    <a:pt x="419" y="921"/>
                  </a:lnTo>
                  <a:lnTo>
                    <a:pt x="481" y="963"/>
                  </a:lnTo>
                  <a:lnTo>
                    <a:pt x="607" y="921"/>
                  </a:lnTo>
                  <a:lnTo>
                    <a:pt x="607" y="858"/>
                  </a:lnTo>
                  <a:lnTo>
                    <a:pt x="691" y="670"/>
                  </a:lnTo>
                  <a:lnTo>
                    <a:pt x="649" y="566"/>
                  </a:lnTo>
                  <a:lnTo>
                    <a:pt x="712" y="566"/>
                  </a:lnTo>
                  <a:lnTo>
                    <a:pt x="753" y="628"/>
                  </a:lnTo>
                  <a:lnTo>
                    <a:pt x="816" y="628"/>
                  </a:lnTo>
                  <a:lnTo>
                    <a:pt x="858" y="733"/>
                  </a:lnTo>
                  <a:lnTo>
                    <a:pt x="921" y="754"/>
                  </a:lnTo>
                  <a:lnTo>
                    <a:pt x="921" y="817"/>
                  </a:lnTo>
                  <a:lnTo>
                    <a:pt x="942" y="838"/>
                  </a:lnTo>
                  <a:lnTo>
                    <a:pt x="1004" y="838"/>
                  </a:lnTo>
                  <a:lnTo>
                    <a:pt x="1067" y="817"/>
                  </a:lnTo>
                  <a:lnTo>
                    <a:pt x="1130" y="754"/>
                  </a:lnTo>
                  <a:lnTo>
                    <a:pt x="1130" y="670"/>
                  </a:lnTo>
                  <a:lnTo>
                    <a:pt x="1172" y="607"/>
                  </a:lnTo>
                  <a:lnTo>
                    <a:pt x="1151" y="503"/>
                  </a:lnTo>
                  <a:lnTo>
                    <a:pt x="1109" y="314"/>
                  </a:lnTo>
                  <a:lnTo>
                    <a:pt x="1046" y="231"/>
                  </a:lnTo>
                  <a:lnTo>
                    <a:pt x="1046" y="189"/>
                  </a:lnTo>
                  <a:lnTo>
                    <a:pt x="963" y="105"/>
                  </a:lnTo>
                  <a:lnTo>
                    <a:pt x="900" y="21"/>
                  </a:lnTo>
                  <a:lnTo>
                    <a:pt x="900"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9" name="Google Shape;2549;p56"/>
            <p:cNvSpPr/>
            <p:nvPr/>
          </p:nvSpPr>
          <p:spPr>
            <a:xfrm>
              <a:off x="3945415" y="3159380"/>
              <a:ext cx="13706" cy="15956"/>
            </a:xfrm>
            <a:custGeom>
              <a:avLst/>
              <a:gdLst/>
              <a:ahLst/>
              <a:cxnLst/>
              <a:rect l="l" t="t" r="r" b="b"/>
              <a:pathLst>
                <a:path w="1151" h="1403" extrusionOk="0">
                  <a:moveTo>
                    <a:pt x="649" y="1"/>
                  </a:moveTo>
                  <a:lnTo>
                    <a:pt x="691" y="105"/>
                  </a:lnTo>
                  <a:lnTo>
                    <a:pt x="607" y="293"/>
                  </a:lnTo>
                  <a:lnTo>
                    <a:pt x="607" y="356"/>
                  </a:lnTo>
                  <a:lnTo>
                    <a:pt x="481" y="398"/>
                  </a:lnTo>
                  <a:lnTo>
                    <a:pt x="419" y="356"/>
                  </a:lnTo>
                  <a:lnTo>
                    <a:pt x="398" y="356"/>
                  </a:lnTo>
                  <a:lnTo>
                    <a:pt x="335" y="398"/>
                  </a:lnTo>
                  <a:lnTo>
                    <a:pt x="272" y="356"/>
                  </a:lnTo>
                  <a:lnTo>
                    <a:pt x="209" y="252"/>
                  </a:lnTo>
                  <a:lnTo>
                    <a:pt x="0" y="252"/>
                  </a:lnTo>
                  <a:lnTo>
                    <a:pt x="0" y="314"/>
                  </a:lnTo>
                  <a:lnTo>
                    <a:pt x="63" y="419"/>
                  </a:lnTo>
                  <a:lnTo>
                    <a:pt x="84" y="565"/>
                  </a:lnTo>
                  <a:lnTo>
                    <a:pt x="84" y="712"/>
                  </a:lnTo>
                  <a:lnTo>
                    <a:pt x="188" y="1402"/>
                  </a:lnTo>
                  <a:lnTo>
                    <a:pt x="481" y="1402"/>
                  </a:lnTo>
                  <a:lnTo>
                    <a:pt x="649" y="1340"/>
                  </a:lnTo>
                  <a:lnTo>
                    <a:pt x="753" y="1193"/>
                  </a:lnTo>
                  <a:lnTo>
                    <a:pt x="921" y="1026"/>
                  </a:lnTo>
                  <a:lnTo>
                    <a:pt x="963" y="984"/>
                  </a:lnTo>
                  <a:lnTo>
                    <a:pt x="1046" y="900"/>
                  </a:lnTo>
                  <a:lnTo>
                    <a:pt x="1151" y="796"/>
                  </a:lnTo>
                  <a:lnTo>
                    <a:pt x="1151" y="712"/>
                  </a:lnTo>
                  <a:lnTo>
                    <a:pt x="1130" y="524"/>
                  </a:lnTo>
                  <a:lnTo>
                    <a:pt x="1046" y="524"/>
                  </a:lnTo>
                  <a:lnTo>
                    <a:pt x="1046" y="461"/>
                  </a:lnTo>
                  <a:lnTo>
                    <a:pt x="942" y="419"/>
                  </a:lnTo>
                  <a:lnTo>
                    <a:pt x="942" y="356"/>
                  </a:lnTo>
                  <a:lnTo>
                    <a:pt x="921" y="293"/>
                  </a:lnTo>
                  <a:lnTo>
                    <a:pt x="921" y="252"/>
                  </a:lnTo>
                  <a:lnTo>
                    <a:pt x="921" y="189"/>
                  </a:lnTo>
                  <a:lnTo>
                    <a:pt x="858" y="168"/>
                  </a:lnTo>
                  <a:lnTo>
                    <a:pt x="816" y="63"/>
                  </a:lnTo>
                  <a:lnTo>
                    <a:pt x="753" y="63"/>
                  </a:lnTo>
                  <a:lnTo>
                    <a:pt x="712"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0" name="Google Shape;2550;p56"/>
            <p:cNvSpPr/>
            <p:nvPr/>
          </p:nvSpPr>
          <p:spPr>
            <a:xfrm>
              <a:off x="3829055" y="3110126"/>
              <a:ext cx="131316" cy="124222"/>
            </a:xfrm>
            <a:custGeom>
              <a:avLst/>
              <a:gdLst/>
              <a:ahLst/>
              <a:cxnLst/>
              <a:rect l="l" t="t" r="r" b="b"/>
              <a:pathLst>
                <a:path w="11028" h="10923" extrusionOk="0">
                  <a:moveTo>
                    <a:pt x="7701" y="0"/>
                  </a:moveTo>
                  <a:lnTo>
                    <a:pt x="7701" y="42"/>
                  </a:lnTo>
                  <a:lnTo>
                    <a:pt x="7743" y="84"/>
                  </a:lnTo>
                  <a:lnTo>
                    <a:pt x="7659" y="189"/>
                  </a:lnTo>
                  <a:lnTo>
                    <a:pt x="7575" y="189"/>
                  </a:lnTo>
                  <a:lnTo>
                    <a:pt x="7491" y="210"/>
                  </a:lnTo>
                  <a:lnTo>
                    <a:pt x="7366" y="210"/>
                  </a:lnTo>
                  <a:lnTo>
                    <a:pt x="7282" y="251"/>
                  </a:lnTo>
                  <a:lnTo>
                    <a:pt x="7240" y="251"/>
                  </a:lnTo>
                  <a:lnTo>
                    <a:pt x="7219" y="189"/>
                  </a:lnTo>
                  <a:lnTo>
                    <a:pt x="7178" y="189"/>
                  </a:lnTo>
                  <a:lnTo>
                    <a:pt x="7157" y="147"/>
                  </a:lnTo>
                  <a:lnTo>
                    <a:pt x="7073" y="126"/>
                  </a:lnTo>
                  <a:lnTo>
                    <a:pt x="6843" y="230"/>
                  </a:lnTo>
                  <a:lnTo>
                    <a:pt x="6759" y="293"/>
                  </a:lnTo>
                  <a:lnTo>
                    <a:pt x="6717" y="335"/>
                  </a:lnTo>
                  <a:lnTo>
                    <a:pt x="6487" y="356"/>
                  </a:lnTo>
                  <a:lnTo>
                    <a:pt x="6403" y="398"/>
                  </a:lnTo>
                  <a:lnTo>
                    <a:pt x="6320" y="314"/>
                  </a:lnTo>
                  <a:lnTo>
                    <a:pt x="6215" y="293"/>
                  </a:lnTo>
                  <a:lnTo>
                    <a:pt x="6111" y="293"/>
                  </a:lnTo>
                  <a:lnTo>
                    <a:pt x="6027" y="398"/>
                  </a:lnTo>
                  <a:lnTo>
                    <a:pt x="5922" y="502"/>
                  </a:lnTo>
                  <a:lnTo>
                    <a:pt x="5964" y="544"/>
                  </a:lnTo>
                  <a:lnTo>
                    <a:pt x="6006" y="607"/>
                  </a:lnTo>
                  <a:lnTo>
                    <a:pt x="5985" y="649"/>
                  </a:lnTo>
                  <a:lnTo>
                    <a:pt x="5859" y="670"/>
                  </a:lnTo>
                  <a:lnTo>
                    <a:pt x="5797" y="649"/>
                  </a:lnTo>
                  <a:lnTo>
                    <a:pt x="5671" y="628"/>
                  </a:lnTo>
                  <a:lnTo>
                    <a:pt x="5567" y="565"/>
                  </a:lnTo>
                  <a:lnTo>
                    <a:pt x="5483" y="565"/>
                  </a:lnTo>
                  <a:lnTo>
                    <a:pt x="5399" y="628"/>
                  </a:lnTo>
                  <a:lnTo>
                    <a:pt x="5336" y="607"/>
                  </a:lnTo>
                  <a:lnTo>
                    <a:pt x="5190" y="607"/>
                  </a:lnTo>
                  <a:lnTo>
                    <a:pt x="5064" y="523"/>
                  </a:lnTo>
                  <a:lnTo>
                    <a:pt x="4939" y="544"/>
                  </a:lnTo>
                  <a:lnTo>
                    <a:pt x="4918" y="502"/>
                  </a:lnTo>
                  <a:lnTo>
                    <a:pt x="4750" y="356"/>
                  </a:lnTo>
                  <a:lnTo>
                    <a:pt x="4667" y="335"/>
                  </a:lnTo>
                  <a:lnTo>
                    <a:pt x="4499" y="210"/>
                  </a:lnTo>
                  <a:lnTo>
                    <a:pt x="4437" y="189"/>
                  </a:lnTo>
                  <a:lnTo>
                    <a:pt x="4353" y="126"/>
                  </a:lnTo>
                  <a:lnTo>
                    <a:pt x="4290" y="126"/>
                  </a:lnTo>
                  <a:lnTo>
                    <a:pt x="4290" y="189"/>
                  </a:lnTo>
                  <a:lnTo>
                    <a:pt x="4186" y="147"/>
                  </a:lnTo>
                  <a:lnTo>
                    <a:pt x="4102" y="251"/>
                  </a:lnTo>
                  <a:lnTo>
                    <a:pt x="4018" y="251"/>
                  </a:lnTo>
                  <a:lnTo>
                    <a:pt x="3976" y="293"/>
                  </a:lnTo>
                  <a:lnTo>
                    <a:pt x="3976" y="356"/>
                  </a:lnTo>
                  <a:lnTo>
                    <a:pt x="3914" y="440"/>
                  </a:lnTo>
                  <a:lnTo>
                    <a:pt x="3914" y="502"/>
                  </a:lnTo>
                  <a:lnTo>
                    <a:pt x="3872" y="544"/>
                  </a:lnTo>
                  <a:lnTo>
                    <a:pt x="3788" y="544"/>
                  </a:lnTo>
                  <a:lnTo>
                    <a:pt x="3788" y="607"/>
                  </a:lnTo>
                  <a:lnTo>
                    <a:pt x="3893" y="733"/>
                  </a:lnTo>
                  <a:lnTo>
                    <a:pt x="3830" y="774"/>
                  </a:lnTo>
                  <a:lnTo>
                    <a:pt x="3809" y="858"/>
                  </a:lnTo>
                  <a:lnTo>
                    <a:pt x="3809" y="984"/>
                  </a:lnTo>
                  <a:lnTo>
                    <a:pt x="3872" y="1088"/>
                  </a:lnTo>
                  <a:lnTo>
                    <a:pt x="3872" y="1339"/>
                  </a:lnTo>
                  <a:lnTo>
                    <a:pt x="3767" y="1381"/>
                  </a:lnTo>
                  <a:lnTo>
                    <a:pt x="3725" y="1486"/>
                  </a:lnTo>
                  <a:lnTo>
                    <a:pt x="3474" y="1800"/>
                  </a:lnTo>
                  <a:lnTo>
                    <a:pt x="3516" y="2009"/>
                  </a:lnTo>
                  <a:lnTo>
                    <a:pt x="3495" y="2135"/>
                  </a:lnTo>
                  <a:lnTo>
                    <a:pt x="3495" y="2281"/>
                  </a:lnTo>
                  <a:lnTo>
                    <a:pt x="3390" y="2386"/>
                  </a:lnTo>
                  <a:lnTo>
                    <a:pt x="3390" y="2532"/>
                  </a:lnTo>
                  <a:lnTo>
                    <a:pt x="3390" y="2616"/>
                  </a:lnTo>
                  <a:lnTo>
                    <a:pt x="3370" y="2804"/>
                  </a:lnTo>
                  <a:lnTo>
                    <a:pt x="3390" y="2825"/>
                  </a:lnTo>
                  <a:lnTo>
                    <a:pt x="3370" y="2971"/>
                  </a:lnTo>
                  <a:lnTo>
                    <a:pt x="3286" y="3034"/>
                  </a:lnTo>
                  <a:lnTo>
                    <a:pt x="3244" y="3223"/>
                  </a:lnTo>
                  <a:lnTo>
                    <a:pt x="3244" y="3390"/>
                  </a:lnTo>
                  <a:lnTo>
                    <a:pt x="3056" y="3704"/>
                  </a:lnTo>
                  <a:lnTo>
                    <a:pt x="2951" y="3746"/>
                  </a:lnTo>
                  <a:lnTo>
                    <a:pt x="2846" y="3808"/>
                  </a:lnTo>
                  <a:lnTo>
                    <a:pt x="2763" y="3787"/>
                  </a:lnTo>
                  <a:lnTo>
                    <a:pt x="2637" y="3892"/>
                  </a:lnTo>
                  <a:lnTo>
                    <a:pt x="2533" y="4018"/>
                  </a:lnTo>
                  <a:lnTo>
                    <a:pt x="2533" y="4164"/>
                  </a:lnTo>
                  <a:lnTo>
                    <a:pt x="2344" y="4332"/>
                  </a:lnTo>
                  <a:lnTo>
                    <a:pt x="2302" y="4436"/>
                  </a:lnTo>
                  <a:lnTo>
                    <a:pt x="2323" y="4624"/>
                  </a:lnTo>
                  <a:lnTo>
                    <a:pt x="2344" y="4645"/>
                  </a:lnTo>
                  <a:lnTo>
                    <a:pt x="2323" y="4959"/>
                  </a:lnTo>
                  <a:lnTo>
                    <a:pt x="2302" y="5127"/>
                  </a:lnTo>
                  <a:lnTo>
                    <a:pt x="2302" y="5231"/>
                  </a:lnTo>
                  <a:lnTo>
                    <a:pt x="2198" y="5378"/>
                  </a:lnTo>
                  <a:lnTo>
                    <a:pt x="2093" y="5420"/>
                  </a:lnTo>
                  <a:lnTo>
                    <a:pt x="2009" y="5482"/>
                  </a:lnTo>
                  <a:lnTo>
                    <a:pt x="1947" y="5566"/>
                  </a:lnTo>
                  <a:lnTo>
                    <a:pt x="1717" y="5796"/>
                  </a:lnTo>
                  <a:lnTo>
                    <a:pt x="1633" y="5901"/>
                  </a:lnTo>
                  <a:lnTo>
                    <a:pt x="1507" y="5984"/>
                  </a:lnTo>
                  <a:lnTo>
                    <a:pt x="1382" y="5901"/>
                  </a:lnTo>
                  <a:lnTo>
                    <a:pt x="1319" y="5796"/>
                  </a:lnTo>
                  <a:lnTo>
                    <a:pt x="1298" y="5775"/>
                  </a:lnTo>
                  <a:lnTo>
                    <a:pt x="1382" y="5650"/>
                  </a:lnTo>
                  <a:lnTo>
                    <a:pt x="1382" y="5587"/>
                  </a:lnTo>
                  <a:lnTo>
                    <a:pt x="1193" y="5650"/>
                  </a:lnTo>
                  <a:lnTo>
                    <a:pt x="1089" y="5754"/>
                  </a:lnTo>
                  <a:lnTo>
                    <a:pt x="1005" y="5733"/>
                  </a:lnTo>
                  <a:lnTo>
                    <a:pt x="942" y="5754"/>
                  </a:lnTo>
                  <a:lnTo>
                    <a:pt x="942" y="5859"/>
                  </a:lnTo>
                  <a:lnTo>
                    <a:pt x="859" y="5943"/>
                  </a:lnTo>
                  <a:lnTo>
                    <a:pt x="754" y="5943"/>
                  </a:lnTo>
                  <a:lnTo>
                    <a:pt x="754" y="5880"/>
                  </a:lnTo>
                  <a:lnTo>
                    <a:pt x="733" y="5838"/>
                  </a:lnTo>
                  <a:lnTo>
                    <a:pt x="629" y="5880"/>
                  </a:lnTo>
                  <a:lnTo>
                    <a:pt x="566" y="5859"/>
                  </a:lnTo>
                  <a:lnTo>
                    <a:pt x="440" y="5984"/>
                  </a:lnTo>
                  <a:lnTo>
                    <a:pt x="315" y="6089"/>
                  </a:lnTo>
                  <a:lnTo>
                    <a:pt x="252" y="6152"/>
                  </a:lnTo>
                  <a:lnTo>
                    <a:pt x="273" y="6361"/>
                  </a:lnTo>
                  <a:lnTo>
                    <a:pt x="210" y="6424"/>
                  </a:lnTo>
                  <a:lnTo>
                    <a:pt x="105" y="6424"/>
                  </a:lnTo>
                  <a:lnTo>
                    <a:pt x="1" y="6508"/>
                  </a:lnTo>
                  <a:lnTo>
                    <a:pt x="22" y="6570"/>
                  </a:lnTo>
                  <a:lnTo>
                    <a:pt x="210" y="6591"/>
                  </a:lnTo>
                  <a:lnTo>
                    <a:pt x="252" y="6633"/>
                  </a:lnTo>
                  <a:lnTo>
                    <a:pt x="273" y="6633"/>
                  </a:lnTo>
                  <a:lnTo>
                    <a:pt x="273" y="6612"/>
                  </a:lnTo>
                  <a:lnTo>
                    <a:pt x="315" y="6591"/>
                  </a:lnTo>
                  <a:lnTo>
                    <a:pt x="377" y="6591"/>
                  </a:lnTo>
                  <a:lnTo>
                    <a:pt x="482" y="6570"/>
                  </a:lnTo>
                  <a:lnTo>
                    <a:pt x="566" y="6528"/>
                  </a:lnTo>
                  <a:lnTo>
                    <a:pt x="1256" y="6528"/>
                  </a:lnTo>
                  <a:lnTo>
                    <a:pt x="1424" y="6570"/>
                  </a:lnTo>
                  <a:lnTo>
                    <a:pt x="1633" y="6528"/>
                  </a:lnTo>
                  <a:lnTo>
                    <a:pt x="2637" y="6528"/>
                  </a:lnTo>
                  <a:lnTo>
                    <a:pt x="2637" y="6612"/>
                  </a:lnTo>
                  <a:lnTo>
                    <a:pt x="2637" y="6633"/>
                  </a:lnTo>
                  <a:lnTo>
                    <a:pt x="2637" y="6717"/>
                  </a:lnTo>
                  <a:lnTo>
                    <a:pt x="2679" y="6780"/>
                  </a:lnTo>
                  <a:lnTo>
                    <a:pt x="2721" y="6842"/>
                  </a:lnTo>
                  <a:lnTo>
                    <a:pt x="2679" y="6905"/>
                  </a:lnTo>
                  <a:lnTo>
                    <a:pt x="2679" y="6989"/>
                  </a:lnTo>
                  <a:lnTo>
                    <a:pt x="2742" y="7093"/>
                  </a:lnTo>
                  <a:lnTo>
                    <a:pt x="2763" y="7219"/>
                  </a:lnTo>
                  <a:lnTo>
                    <a:pt x="2784" y="7261"/>
                  </a:lnTo>
                  <a:lnTo>
                    <a:pt x="2784" y="7345"/>
                  </a:lnTo>
                  <a:lnTo>
                    <a:pt x="2846" y="7365"/>
                  </a:lnTo>
                  <a:lnTo>
                    <a:pt x="2888" y="7449"/>
                  </a:lnTo>
                  <a:lnTo>
                    <a:pt x="2972" y="7554"/>
                  </a:lnTo>
                  <a:lnTo>
                    <a:pt x="2993" y="7763"/>
                  </a:lnTo>
                  <a:lnTo>
                    <a:pt x="3056" y="7784"/>
                  </a:lnTo>
                  <a:lnTo>
                    <a:pt x="3202" y="7784"/>
                  </a:lnTo>
                  <a:lnTo>
                    <a:pt x="3307" y="7763"/>
                  </a:lnTo>
                  <a:lnTo>
                    <a:pt x="3390" y="7784"/>
                  </a:lnTo>
                  <a:lnTo>
                    <a:pt x="3579" y="7826"/>
                  </a:lnTo>
                  <a:lnTo>
                    <a:pt x="3662" y="7763"/>
                  </a:lnTo>
                  <a:lnTo>
                    <a:pt x="4102" y="7742"/>
                  </a:lnTo>
                  <a:lnTo>
                    <a:pt x="4102" y="7575"/>
                  </a:lnTo>
                  <a:lnTo>
                    <a:pt x="4081" y="7470"/>
                  </a:lnTo>
                  <a:lnTo>
                    <a:pt x="4123" y="7449"/>
                  </a:lnTo>
                  <a:lnTo>
                    <a:pt x="4186" y="7345"/>
                  </a:lnTo>
                  <a:lnTo>
                    <a:pt x="4186" y="7198"/>
                  </a:lnTo>
                  <a:lnTo>
                    <a:pt x="4750" y="7156"/>
                  </a:lnTo>
                  <a:lnTo>
                    <a:pt x="4750" y="7114"/>
                  </a:lnTo>
                  <a:lnTo>
                    <a:pt x="4939" y="7135"/>
                  </a:lnTo>
                  <a:lnTo>
                    <a:pt x="4918" y="7219"/>
                  </a:lnTo>
                  <a:lnTo>
                    <a:pt x="4876" y="7261"/>
                  </a:lnTo>
                  <a:lnTo>
                    <a:pt x="4918" y="7324"/>
                  </a:lnTo>
                  <a:lnTo>
                    <a:pt x="5567" y="7365"/>
                  </a:lnTo>
                  <a:lnTo>
                    <a:pt x="5587" y="7449"/>
                  </a:lnTo>
                  <a:lnTo>
                    <a:pt x="5587" y="7533"/>
                  </a:lnTo>
                  <a:lnTo>
                    <a:pt x="5587" y="7617"/>
                  </a:lnTo>
                  <a:lnTo>
                    <a:pt x="5546" y="7721"/>
                  </a:lnTo>
                  <a:lnTo>
                    <a:pt x="5504" y="7826"/>
                  </a:lnTo>
                  <a:lnTo>
                    <a:pt x="5567" y="7889"/>
                  </a:lnTo>
                  <a:lnTo>
                    <a:pt x="5567" y="7972"/>
                  </a:lnTo>
                  <a:lnTo>
                    <a:pt x="5546" y="8035"/>
                  </a:lnTo>
                  <a:lnTo>
                    <a:pt x="5546" y="8056"/>
                  </a:lnTo>
                  <a:lnTo>
                    <a:pt x="5567" y="8140"/>
                  </a:lnTo>
                  <a:lnTo>
                    <a:pt x="5567" y="8349"/>
                  </a:lnTo>
                  <a:lnTo>
                    <a:pt x="5504" y="8453"/>
                  </a:lnTo>
                  <a:lnTo>
                    <a:pt x="5567" y="8495"/>
                  </a:lnTo>
                  <a:lnTo>
                    <a:pt x="5567" y="8579"/>
                  </a:lnTo>
                  <a:lnTo>
                    <a:pt x="5608" y="8621"/>
                  </a:lnTo>
                  <a:lnTo>
                    <a:pt x="5608" y="8705"/>
                  </a:lnTo>
                  <a:lnTo>
                    <a:pt x="5650" y="8725"/>
                  </a:lnTo>
                  <a:lnTo>
                    <a:pt x="5671" y="8788"/>
                  </a:lnTo>
                  <a:lnTo>
                    <a:pt x="5713" y="8809"/>
                  </a:lnTo>
                  <a:lnTo>
                    <a:pt x="5755" y="8872"/>
                  </a:lnTo>
                  <a:lnTo>
                    <a:pt x="5713" y="8935"/>
                  </a:lnTo>
                  <a:lnTo>
                    <a:pt x="5713" y="9018"/>
                  </a:lnTo>
                  <a:lnTo>
                    <a:pt x="5797" y="9081"/>
                  </a:lnTo>
                  <a:lnTo>
                    <a:pt x="5797" y="9144"/>
                  </a:lnTo>
                  <a:lnTo>
                    <a:pt x="5776" y="9186"/>
                  </a:lnTo>
                  <a:lnTo>
                    <a:pt x="5776" y="9311"/>
                  </a:lnTo>
                  <a:lnTo>
                    <a:pt x="5859" y="9353"/>
                  </a:lnTo>
                  <a:lnTo>
                    <a:pt x="5818" y="9437"/>
                  </a:lnTo>
                  <a:lnTo>
                    <a:pt x="5818" y="9458"/>
                  </a:lnTo>
                  <a:lnTo>
                    <a:pt x="5776" y="9500"/>
                  </a:lnTo>
                  <a:lnTo>
                    <a:pt x="5776" y="9625"/>
                  </a:lnTo>
                  <a:lnTo>
                    <a:pt x="5797" y="9646"/>
                  </a:lnTo>
                  <a:lnTo>
                    <a:pt x="5859" y="9646"/>
                  </a:lnTo>
                  <a:lnTo>
                    <a:pt x="5901" y="9625"/>
                  </a:lnTo>
                  <a:lnTo>
                    <a:pt x="5964" y="9604"/>
                  </a:lnTo>
                  <a:lnTo>
                    <a:pt x="5985" y="9562"/>
                  </a:lnTo>
                  <a:lnTo>
                    <a:pt x="6027" y="9562"/>
                  </a:lnTo>
                  <a:lnTo>
                    <a:pt x="6111" y="9625"/>
                  </a:lnTo>
                  <a:lnTo>
                    <a:pt x="6173" y="9646"/>
                  </a:lnTo>
                  <a:lnTo>
                    <a:pt x="6320" y="9646"/>
                  </a:lnTo>
                  <a:lnTo>
                    <a:pt x="6383" y="9667"/>
                  </a:lnTo>
                  <a:lnTo>
                    <a:pt x="6424" y="9646"/>
                  </a:lnTo>
                  <a:lnTo>
                    <a:pt x="6508" y="9625"/>
                  </a:lnTo>
                  <a:lnTo>
                    <a:pt x="6592" y="9562"/>
                  </a:lnTo>
                  <a:lnTo>
                    <a:pt x="6696" y="9541"/>
                  </a:lnTo>
                  <a:lnTo>
                    <a:pt x="6801" y="9541"/>
                  </a:lnTo>
                  <a:lnTo>
                    <a:pt x="6843" y="9604"/>
                  </a:lnTo>
                  <a:lnTo>
                    <a:pt x="6906" y="9562"/>
                  </a:lnTo>
                  <a:lnTo>
                    <a:pt x="7010" y="9625"/>
                  </a:lnTo>
                  <a:lnTo>
                    <a:pt x="7031" y="9646"/>
                  </a:lnTo>
                  <a:lnTo>
                    <a:pt x="7031" y="9751"/>
                  </a:lnTo>
                  <a:lnTo>
                    <a:pt x="7052" y="9772"/>
                  </a:lnTo>
                  <a:lnTo>
                    <a:pt x="7073" y="9814"/>
                  </a:lnTo>
                  <a:lnTo>
                    <a:pt x="7157" y="9751"/>
                  </a:lnTo>
                  <a:lnTo>
                    <a:pt x="7240" y="9709"/>
                  </a:lnTo>
                  <a:lnTo>
                    <a:pt x="7324" y="9709"/>
                  </a:lnTo>
                  <a:lnTo>
                    <a:pt x="7345" y="9667"/>
                  </a:lnTo>
                  <a:lnTo>
                    <a:pt x="7491" y="9625"/>
                  </a:lnTo>
                  <a:lnTo>
                    <a:pt x="7554" y="9625"/>
                  </a:lnTo>
                  <a:lnTo>
                    <a:pt x="7554" y="9751"/>
                  </a:lnTo>
                  <a:lnTo>
                    <a:pt x="7575" y="9814"/>
                  </a:lnTo>
                  <a:lnTo>
                    <a:pt x="7575" y="9876"/>
                  </a:lnTo>
                  <a:lnTo>
                    <a:pt x="7575" y="9939"/>
                  </a:lnTo>
                  <a:lnTo>
                    <a:pt x="7638" y="9939"/>
                  </a:lnTo>
                  <a:lnTo>
                    <a:pt x="7743" y="9981"/>
                  </a:lnTo>
                  <a:lnTo>
                    <a:pt x="7784" y="9981"/>
                  </a:lnTo>
                  <a:lnTo>
                    <a:pt x="7910" y="10065"/>
                  </a:lnTo>
                  <a:lnTo>
                    <a:pt x="8056" y="10086"/>
                  </a:lnTo>
                  <a:lnTo>
                    <a:pt x="8182" y="10127"/>
                  </a:lnTo>
                  <a:lnTo>
                    <a:pt x="8182" y="10148"/>
                  </a:lnTo>
                  <a:lnTo>
                    <a:pt x="8287" y="10148"/>
                  </a:lnTo>
                  <a:lnTo>
                    <a:pt x="8433" y="10086"/>
                  </a:lnTo>
                  <a:lnTo>
                    <a:pt x="8475" y="10044"/>
                  </a:lnTo>
                  <a:lnTo>
                    <a:pt x="8517" y="9876"/>
                  </a:lnTo>
                  <a:lnTo>
                    <a:pt x="8600" y="9876"/>
                  </a:lnTo>
                  <a:lnTo>
                    <a:pt x="8642" y="9855"/>
                  </a:lnTo>
                  <a:lnTo>
                    <a:pt x="8684" y="9855"/>
                  </a:lnTo>
                  <a:lnTo>
                    <a:pt x="8684" y="10023"/>
                  </a:lnTo>
                  <a:lnTo>
                    <a:pt x="8789" y="10127"/>
                  </a:lnTo>
                  <a:lnTo>
                    <a:pt x="8789" y="10190"/>
                  </a:lnTo>
                  <a:lnTo>
                    <a:pt x="8935" y="10274"/>
                  </a:lnTo>
                  <a:lnTo>
                    <a:pt x="9144" y="10337"/>
                  </a:lnTo>
                  <a:lnTo>
                    <a:pt x="9270" y="10441"/>
                  </a:lnTo>
                  <a:lnTo>
                    <a:pt x="9375" y="10588"/>
                  </a:lnTo>
                  <a:lnTo>
                    <a:pt x="9479" y="10671"/>
                  </a:lnTo>
                  <a:lnTo>
                    <a:pt x="9584" y="10797"/>
                  </a:lnTo>
                  <a:lnTo>
                    <a:pt x="9730" y="10922"/>
                  </a:lnTo>
                  <a:lnTo>
                    <a:pt x="9793" y="10922"/>
                  </a:lnTo>
                  <a:lnTo>
                    <a:pt x="9898" y="10902"/>
                  </a:lnTo>
                  <a:lnTo>
                    <a:pt x="9981" y="10860"/>
                  </a:lnTo>
                  <a:lnTo>
                    <a:pt x="10002" y="10881"/>
                  </a:lnTo>
                  <a:lnTo>
                    <a:pt x="10044" y="10902"/>
                  </a:lnTo>
                  <a:lnTo>
                    <a:pt x="10107" y="10922"/>
                  </a:lnTo>
                  <a:lnTo>
                    <a:pt x="10170" y="10881"/>
                  </a:lnTo>
                  <a:lnTo>
                    <a:pt x="10107" y="10253"/>
                  </a:lnTo>
                  <a:lnTo>
                    <a:pt x="10065" y="10232"/>
                  </a:lnTo>
                  <a:lnTo>
                    <a:pt x="9940" y="10253"/>
                  </a:lnTo>
                  <a:lnTo>
                    <a:pt x="9940" y="10337"/>
                  </a:lnTo>
                  <a:lnTo>
                    <a:pt x="9981" y="10378"/>
                  </a:lnTo>
                  <a:lnTo>
                    <a:pt x="9688" y="10378"/>
                  </a:lnTo>
                  <a:lnTo>
                    <a:pt x="9647" y="10295"/>
                  </a:lnTo>
                  <a:lnTo>
                    <a:pt x="9626" y="10232"/>
                  </a:lnTo>
                  <a:lnTo>
                    <a:pt x="9458" y="10065"/>
                  </a:lnTo>
                  <a:lnTo>
                    <a:pt x="9375" y="9981"/>
                  </a:lnTo>
                  <a:lnTo>
                    <a:pt x="9375" y="9855"/>
                  </a:lnTo>
                  <a:lnTo>
                    <a:pt x="9375" y="9521"/>
                  </a:lnTo>
                  <a:lnTo>
                    <a:pt x="9375" y="9437"/>
                  </a:lnTo>
                  <a:lnTo>
                    <a:pt x="9479" y="9332"/>
                  </a:lnTo>
                  <a:lnTo>
                    <a:pt x="9542" y="9290"/>
                  </a:lnTo>
                  <a:lnTo>
                    <a:pt x="9521" y="9249"/>
                  </a:lnTo>
                  <a:lnTo>
                    <a:pt x="9563" y="9228"/>
                  </a:lnTo>
                  <a:lnTo>
                    <a:pt x="9563" y="9102"/>
                  </a:lnTo>
                  <a:lnTo>
                    <a:pt x="9563" y="9018"/>
                  </a:lnTo>
                  <a:lnTo>
                    <a:pt x="9563" y="8935"/>
                  </a:lnTo>
                  <a:lnTo>
                    <a:pt x="9563" y="8872"/>
                  </a:lnTo>
                  <a:lnTo>
                    <a:pt x="9584" y="8809"/>
                  </a:lnTo>
                  <a:lnTo>
                    <a:pt x="9626" y="8767"/>
                  </a:lnTo>
                  <a:lnTo>
                    <a:pt x="9542" y="8725"/>
                  </a:lnTo>
                  <a:lnTo>
                    <a:pt x="9479" y="8663"/>
                  </a:lnTo>
                  <a:lnTo>
                    <a:pt x="9458" y="8558"/>
                  </a:lnTo>
                  <a:lnTo>
                    <a:pt x="9688" y="8077"/>
                  </a:lnTo>
                  <a:lnTo>
                    <a:pt x="10630" y="7868"/>
                  </a:lnTo>
                  <a:lnTo>
                    <a:pt x="10714" y="7889"/>
                  </a:lnTo>
                  <a:lnTo>
                    <a:pt x="10588" y="7449"/>
                  </a:lnTo>
                  <a:lnTo>
                    <a:pt x="10170" y="6884"/>
                  </a:lnTo>
                  <a:lnTo>
                    <a:pt x="10044" y="6194"/>
                  </a:lnTo>
                  <a:lnTo>
                    <a:pt x="9960" y="5733"/>
                  </a:lnTo>
                  <a:lnTo>
                    <a:pt x="9856" y="5043"/>
                  </a:lnTo>
                  <a:lnTo>
                    <a:pt x="9856" y="4896"/>
                  </a:lnTo>
                  <a:lnTo>
                    <a:pt x="9835" y="4750"/>
                  </a:lnTo>
                  <a:lnTo>
                    <a:pt x="9772" y="4645"/>
                  </a:lnTo>
                  <a:lnTo>
                    <a:pt x="9772" y="4583"/>
                  </a:lnTo>
                  <a:lnTo>
                    <a:pt x="9772" y="4499"/>
                  </a:lnTo>
                  <a:lnTo>
                    <a:pt x="9877" y="4122"/>
                  </a:lnTo>
                  <a:lnTo>
                    <a:pt x="9981" y="3997"/>
                  </a:lnTo>
                  <a:lnTo>
                    <a:pt x="10107" y="3892"/>
                  </a:lnTo>
                  <a:lnTo>
                    <a:pt x="10149" y="3871"/>
                  </a:lnTo>
                  <a:lnTo>
                    <a:pt x="10107" y="3746"/>
                  </a:lnTo>
                  <a:lnTo>
                    <a:pt x="10191" y="3536"/>
                  </a:lnTo>
                  <a:lnTo>
                    <a:pt x="10212" y="3327"/>
                  </a:lnTo>
                  <a:lnTo>
                    <a:pt x="10212" y="3160"/>
                  </a:lnTo>
                  <a:lnTo>
                    <a:pt x="10253" y="3118"/>
                  </a:lnTo>
                  <a:lnTo>
                    <a:pt x="10484" y="2699"/>
                  </a:lnTo>
                  <a:lnTo>
                    <a:pt x="10525" y="2616"/>
                  </a:lnTo>
                  <a:lnTo>
                    <a:pt x="10714" y="2407"/>
                  </a:lnTo>
                  <a:lnTo>
                    <a:pt x="11007" y="2009"/>
                  </a:lnTo>
                  <a:lnTo>
                    <a:pt x="11028" y="1925"/>
                  </a:lnTo>
                  <a:lnTo>
                    <a:pt x="10986" y="1863"/>
                  </a:lnTo>
                  <a:lnTo>
                    <a:pt x="10923" y="1779"/>
                  </a:lnTo>
                  <a:lnTo>
                    <a:pt x="10839" y="1716"/>
                  </a:lnTo>
                  <a:lnTo>
                    <a:pt x="10881" y="1591"/>
                  </a:lnTo>
                  <a:lnTo>
                    <a:pt x="10902" y="1381"/>
                  </a:lnTo>
                  <a:lnTo>
                    <a:pt x="10902" y="1235"/>
                  </a:lnTo>
                  <a:lnTo>
                    <a:pt x="10944" y="1151"/>
                  </a:lnTo>
                  <a:lnTo>
                    <a:pt x="10986" y="1047"/>
                  </a:lnTo>
                  <a:lnTo>
                    <a:pt x="10944" y="1026"/>
                  </a:lnTo>
                  <a:lnTo>
                    <a:pt x="10776" y="1026"/>
                  </a:lnTo>
                  <a:lnTo>
                    <a:pt x="10776" y="942"/>
                  </a:lnTo>
                  <a:lnTo>
                    <a:pt x="10735" y="858"/>
                  </a:lnTo>
                  <a:lnTo>
                    <a:pt x="10693" y="837"/>
                  </a:lnTo>
                  <a:lnTo>
                    <a:pt x="10672" y="733"/>
                  </a:lnTo>
                  <a:lnTo>
                    <a:pt x="10588" y="670"/>
                  </a:lnTo>
                  <a:lnTo>
                    <a:pt x="10463" y="628"/>
                  </a:lnTo>
                  <a:lnTo>
                    <a:pt x="10400" y="565"/>
                  </a:lnTo>
                  <a:lnTo>
                    <a:pt x="10358" y="502"/>
                  </a:lnTo>
                  <a:lnTo>
                    <a:pt x="10274" y="335"/>
                  </a:lnTo>
                  <a:lnTo>
                    <a:pt x="10212" y="314"/>
                  </a:lnTo>
                  <a:lnTo>
                    <a:pt x="10086" y="314"/>
                  </a:lnTo>
                  <a:lnTo>
                    <a:pt x="10044" y="398"/>
                  </a:lnTo>
                  <a:lnTo>
                    <a:pt x="9981" y="440"/>
                  </a:lnTo>
                  <a:lnTo>
                    <a:pt x="9877" y="502"/>
                  </a:lnTo>
                  <a:lnTo>
                    <a:pt x="9835" y="502"/>
                  </a:lnTo>
                  <a:lnTo>
                    <a:pt x="9793" y="440"/>
                  </a:lnTo>
                  <a:lnTo>
                    <a:pt x="9584" y="440"/>
                  </a:lnTo>
                  <a:lnTo>
                    <a:pt x="9521" y="502"/>
                  </a:lnTo>
                  <a:lnTo>
                    <a:pt x="9479" y="544"/>
                  </a:lnTo>
                  <a:lnTo>
                    <a:pt x="9416" y="565"/>
                  </a:lnTo>
                  <a:lnTo>
                    <a:pt x="9312" y="523"/>
                  </a:lnTo>
                  <a:lnTo>
                    <a:pt x="9165" y="440"/>
                  </a:lnTo>
                  <a:lnTo>
                    <a:pt x="9124" y="356"/>
                  </a:lnTo>
                  <a:lnTo>
                    <a:pt x="9040" y="335"/>
                  </a:lnTo>
                  <a:lnTo>
                    <a:pt x="8998" y="293"/>
                  </a:lnTo>
                  <a:lnTo>
                    <a:pt x="8956" y="189"/>
                  </a:lnTo>
                  <a:lnTo>
                    <a:pt x="8935" y="147"/>
                  </a:lnTo>
                  <a:lnTo>
                    <a:pt x="8831" y="105"/>
                  </a:lnTo>
                  <a:lnTo>
                    <a:pt x="8705" y="105"/>
                  </a:lnTo>
                  <a:lnTo>
                    <a:pt x="8517" y="189"/>
                  </a:lnTo>
                  <a:lnTo>
                    <a:pt x="8496" y="147"/>
                  </a:lnTo>
                  <a:lnTo>
                    <a:pt x="8266" y="147"/>
                  </a:lnTo>
                  <a:lnTo>
                    <a:pt x="8182" y="105"/>
                  </a:lnTo>
                  <a:lnTo>
                    <a:pt x="8098" y="84"/>
                  </a:lnTo>
                  <a:lnTo>
                    <a:pt x="8056" y="42"/>
                  </a:lnTo>
                  <a:lnTo>
                    <a:pt x="7868" y="42"/>
                  </a:lnTo>
                  <a:lnTo>
                    <a:pt x="7784"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A6CBC2"/>
                </a:solidFill>
              </a:endParaRPr>
            </a:p>
          </p:txBody>
        </p:sp>
        <p:sp>
          <p:nvSpPr>
            <p:cNvPr id="2551" name="Google Shape;2551;p56"/>
            <p:cNvSpPr/>
            <p:nvPr/>
          </p:nvSpPr>
          <p:spPr>
            <a:xfrm>
              <a:off x="3970326" y="3207451"/>
              <a:ext cx="21934" cy="52837"/>
            </a:xfrm>
            <a:custGeom>
              <a:avLst/>
              <a:gdLst/>
              <a:ahLst/>
              <a:cxnLst/>
              <a:rect l="l" t="t" r="r" b="b"/>
              <a:pathLst>
                <a:path w="1842" h="4646" extrusionOk="0">
                  <a:moveTo>
                    <a:pt x="210" y="0"/>
                  </a:moveTo>
                  <a:lnTo>
                    <a:pt x="189" y="21"/>
                  </a:lnTo>
                  <a:lnTo>
                    <a:pt x="210" y="105"/>
                  </a:lnTo>
                  <a:lnTo>
                    <a:pt x="231" y="126"/>
                  </a:lnTo>
                  <a:lnTo>
                    <a:pt x="273" y="209"/>
                  </a:lnTo>
                  <a:lnTo>
                    <a:pt x="377" y="251"/>
                  </a:lnTo>
                  <a:lnTo>
                    <a:pt x="419" y="272"/>
                  </a:lnTo>
                  <a:lnTo>
                    <a:pt x="419" y="314"/>
                  </a:lnTo>
                  <a:lnTo>
                    <a:pt x="377" y="460"/>
                  </a:lnTo>
                  <a:lnTo>
                    <a:pt x="377" y="523"/>
                  </a:lnTo>
                  <a:lnTo>
                    <a:pt x="482" y="586"/>
                  </a:lnTo>
                  <a:lnTo>
                    <a:pt x="503" y="670"/>
                  </a:lnTo>
                  <a:lnTo>
                    <a:pt x="503" y="795"/>
                  </a:lnTo>
                  <a:lnTo>
                    <a:pt x="482" y="837"/>
                  </a:lnTo>
                  <a:lnTo>
                    <a:pt x="482" y="879"/>
                  </a:lnTo>
                  <a:lnTo>
                    <a:pt x="335" y="1004"/>
                  </a:lnTo>
                  <a:lnTo>
                    <a:pt x="335" y="1088"/>
                  </a:lnTo>
                  <a:lnTo>
                    <a:pt x="377" y="1193"/>
                  </a:lnTo>
                  <a:lnTo>
                    <a:pt x="377" y="1276"/>
                  </a:lnTo>
                  <a:lnTo>
                    <a:pt x="398" y="1360"/>
                  </a:lnTo>
                  <a:lnTo>
                    <a:pt x="335" y="1423"/>
                  </a:lnTo>
                  <a:lnTo>
                    <a:pt x="398" y="1507"/>
                  </a:lnTo>
                  <a:lnTo>
                    <a:pt x="398" y="1590"/>
                  </a:lnTo>
                  <a:lnTo>
                    <a:pt x="335" y="1611"/>
                  </a:lnTo>
                  <a:lnTo>
                    <a:pt x="377" y="1695"/>
                  </a:lnTo>
                  <a:lnTo>
                    <a:pt x="398" y="1737"/>
                  </a:lnTo>
                  <a:lnTo>
                    <a:pt x="440" y="1779"/>
                  </a:lnTo>
                  <a:lnTo>
                    <a:pt x="440" y="1820"/>
                  </a:lnTo>
                  <a:lnTo>
                    <a:pt x="398" y="1820"/>
                  </a:lnTo>
                  <a:lnTo>
                    <a:pt x="377" y="1904"/>
                  </a:lnTo>
                  <a:lnTo>
                    <a:pt x="293" y="1925"/>
                  </a:lnTo>
                  <a:lnTo>
                    <a:pt x="168" y="2030"/>
                  </a:lnTo>
                  <a:lnTo>
                    <a:pt x="126" y="2051"/>
                  </a:lnTo>
                  <a:lnTo>
                    <a:pt x="126" y="2134"/>
                  </a:lnTo>
                  <a:lnTo>
                    <a:pt x="168" y="2197"/>
                  </a:lnTo>
                  <a:lnTo>
                    <a:pt x="126" y="2260"/>
                  </a:lnTo>
                  <a:lnTo>
                    <a:pt x="126" y="2344"/>
                  </a:lnTo>
                  <a:lnTo>
                    <a:pt x="63" y="2448"/>
                  </a:lnTo>
                  <a:lnTo>
                    <a:pt x="1" y="2469"/>
                  </a:lnTo>
                  <a:lnTo>
                    <a:pt x="1" y="2532"/>
                  </a:lnTo>
                  <a:lnTo>
                    <a:pt x="84" y="2636"/>
                  </a:lnTo>
                  <a:lnTo>
                    <a:pt x="126" y="2741"/>
                  </a:lnTo>
                  <a:lnTo>
                    <a:pt x="168" y="2783"/>
                  </a:lnTo>
                  <a:lnTo>
                    <a:pt x="314" y="2762"/>
                  </a:lnTo>
                  <a:lnTo>
                    <a:pt x="335" y="2825"/>
                  </a:lnTo>
                  <a:lnTo>
                    <a:pt x="377" y="2867"/>
                  </a:lnTo>
                  <a:lnTo>
                    <a:pt x="419" y="2929"/>
                  </a:lnTo>
                  <a:lnTo>
                    <a:pt x="419" y="2992"/>
                  </a:lnTo>
                  <a:lnTo>
                    <a:pt x="524" y="3055"/>
                  </a:lnTo>
                  <a:lnTo>
                    <a:pt x="586" y="3034"/>
                  </a:lnTo>
                  <a:lnTo>
                    <a:pt x="628" y="3034"/>
                  </a:lnTo>
                  <a:lnTo>
                    <a:pt x="691" y="2971"/>
                  </a:lnTo>
                  <a:lnTo>
                    <a:pt x="817" y="2971"/>
                  </a:lnTo>
                  <a:lnTo>
                    <a:pt x="963" y="2992"/>
                  </a:lnTo>
                  <a:lnTo>
                    <a:pt x="1026" y="3097"/>
                  </a:lnTo>
                  <a:lnTo>
                    <a:pt x="1026" y="3264"/>
                  </a:lnTo>
                  <a:lnTo>
                    <a:pt x="1005" y="3390"/>
                  </a:lnTo>
                  <a:lnTo>
                    <a:pt x="900" y="3515"/>
                  </a:lnTo>
                  <a:lnTo>
                    <a:pt x="837" y="3662"/>
                  </a:lnTo>
                  <a:lnTo>
                    <a:pt x="796" y="3766"/>
                  </a:lnTo>
                  <a:lnTo>
                    <a:pt x="796" y="3871"/>
                  </a:lnTo>
                  <a:lnTo>
                    <a:pt x="837" y="3996"/>
                  </a:lnTo>
                  <a:lnTo>
                    <a:pt x="837" y="4080"/>
                  </a:lnTo>
                  <a:lnTo>
                    <a:pt x="942" y="4206"/>
                  </a:lnTo>
                  <a:lnTo>
                    <a:pt x="1047" y="4289"/>
                  </a:lnTo>
                  <a:lnTo>
                    <a:pt x="1130" y="4331"/>
                  </a:lnTo>
                  <a:lnTo>
                    <a:pt x="1172" y="4394"/>
                  </a:lnTo>
                  <a:lnTo>
                    <a:pt x="1256" y="4499"/>
                  </a:lnTo>
                  <a:lnTo>
                    <a:pt x="1235" y="4541"/>
                  </a:lnTo>
                  <a:lnTo>
                    <a:pt x="1256" y="4645"/>
                  </a:lnTo>
                  <a:lnTo>
                    <a:pt x="1361" y="4624"/>
                  </a:lnTo>
                  <a:lnTo>
                    <a:pt x="1381" y="4499"/>
                  </a:lnTo>
                  <a:lnTo>
                    <a:pt x="1361" y="4352"/>
                  </a:lnTo>
                  <a:lnTo>
                    <a:pt x="1423" y="4248"/>
                  </a:lnTo>
                  <a:lnTo>
                    <a:pt x="1423" y="4143"/>
                  </a:lnTo>
                  <a:lnTo>
                    <a:pt x="1486" y="3996"/>
                  </a:lnTo>
                  <a:lnTo>
                    <a:pt x="1591" y="3976"/>
                  </a:lnTo>
                  <a:lnTo>
                    <a:pt x="1674" y="3913"/>
                  </a:lnTo>
                  <a:lnTo>
                    <a:pt x="1695" y="3808"/>
                  </a:lnTo>
                  <a:lnTo>
                    <a:pt x="1737" y="3599"/>
                  </a:lnTo>
                  <a:lnTo>
                    <a:pt x="1653" y="3515"/>
                  </a:lnTo>
                  <a:lnTo>
                    <a:pt x="1674" y="3473"/>
                  </a:lnTo>
                  <a:lnTo>
                    <a:pt x="1653" y="3452"/>
                  </a:lnTo>
                  <a:lnTo>
                    <a:pt x="1674" y="3390"/>
                  </a:lnTo>
                  <a:lnTo>
                    <a:pt x="1737" y="3390"/>
                  </a:lnTo>
                  <a:lnTo>
                    <a:pt x="1758" y="3306"/>
                  </a:lnTo>
                  <a:lnTo>
                    <a:pt x="1842" y="3306"/>
                  </a:lnTo>
                  <a:lnTo>
                    <a:pt x="1842" y="3243"/>
                  </a:lnTo>
                  <a:lnTo>
                    <a:pt x="1779" y="3160"/>
                  </a:lnTo>
                  <a:lnTo>
                    <a:pt x="1737" y="3034"/>
                  </a:lnTo>
                  <a:lnTo>
                    <a:pt x="1591" y="2846"/>
                  </a:lnTo>
                  <a:lnTo>
                    <a:pt x="1570" y="2741"/>
                  </a:lnTo>
                  <a:lnTo>
                    <a:pt x="1361" y="2553"/>
                  </a:lnTo>
                  <a:lnTo>
                    <a:pt x="1319" y="2532"/>
                  </a:lnTo>
                  <a:lnTo>
                    <a:pt x="1277" y="2469"/>
                  </a:lnTo>
                  <a:lnTo>
                    <a:pt x="1172" y="2406"/>
                  </a:lnTo>
                  <a:lnTo>
                    <a:pt x="1005" y="2323"/>
                  </a:lnTo>
                  <a:lnTo>
                    <a:pt x="921" y="1779"/>
                  </a:lnTo>
                  <a:lnTo>
                    <a:pt x="942" y="1674"/>
                  </a:lnTo>
                  <a:lnTo>
                    <a:pt x="942" y="691"/>
                  </a:lnTo>
                  <a:lnTo>
                    <a:pt x="921" y="481"/>
                  </a:lnTo>
                  <a:lnTo>
                    <a:pt x="733" y="272"/>
                  </a:lnTo>
                  <a:lnTo>
                    <a:pt x="649" y="209"/>
                  </a:lnTo>
                  <a:lnTo>
                    <a:pt x="607" y="167"/>
                  </a:lnTo>
                  <a:lnTo>
                    <a:pt x="586" y="126"/>
                  </a:lnTo>
                  <a:lnTo>
                    <a:pt x="524" y="126"/>
                  </a:lnTo>
                  <a:lnTo>
                    <a:pt x="503" y="105"/>
                  </a:lnTo>
                  <a:lnTo>
                    <a:pt x="419" y="63"/>
                  </a:lnTo>
                  <a:lnTo>
                    <a:pt x="398" y="105"/>
                  </a:lnTo>
                  <a:lnTo>
                    <a:pt x="377" y="63"/>
                  </a:lnTo>
                  <a:lnTo>
                    <a:pt x="293" y="63"/>
                  </a:lnTo>
                  <a:lnTo>
                    <a:pt x="27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2" name="Google Shape;2552;p56"/>
            <p:cNvSpPr/>
            <p:nvPr/>
          </p:nvSpPr>
          <p:spPr>
            <a:xfrm>
              <a:off x="3895082" y="3199593"/>
              <a:ext cx="81233" cy="66165"/>
            </a:xfrm>
            <a:custGeom>
              <a:avLst/>
              <a:gdLst/>
              <a:ahLst/>
              <a:cxnLst/>
              <a:rect l="l" t="t" r="r" b="b"/>
              <a:pathLst>
                <a:path w="6822" h="5818" extrusionOk="0">
                  <a:moveTo>
                    <a:pt x="5085" y="1"/>
                  </a:moveTo>
                  <a:lnTo>
                    <a:pt x="4143" y="210"/>
                  </a:lnTo>
                  <a:lnTo>
                    <a:pt x="3913" y="691"/>
                  </a:lnTo>
                  <a:lnTo>
                    <a:pt x="3934" y="796"/>
                  </a:lnTo>
                  <a:lnTo>
                    <a:pt x="3997" y="858"/>
                  </a:lnTo>
                  <a:lnTo>
                    <a:pt x="4081" y="900"/>
                  </a:lnTo>
                  <a:lnTo>
                    <a:pt x="4039" y="942"/>
                  </a:lnTo>
                  <a:lnTo>
                    <a:pt x="4018" y="1005"/>
                  </a:lnTo>
                  <a:lnTo>
                    <a:pt x="4018" y="1068"/>
                  </a:lnTo>
                  <a:lnTo>
                    <a:pt x="4018" y="1151"/>
                  </a:lnTo>
                  <a:lnTo>
                    <a:pt x="4018" y="1235"/>
                  </a:lnTo>
                  <a:lnTo>
                    <a:pt x="4018" y="1361"/>
                  </a:lnTo>
                  <a:lnTo>
                    <a:pt x="3976" y="1382"/>
                  </a:lnTo>
                  <a:lnTo>
                    <a:pt x="3997" y="1423"/>
                  </a:lnTo>
                  <a:lnTo>
                    <a:pt x="3934" y="1465"/>
                  </a:lnTo>
                  <a:lnTo>
                    <a:pt x="3830" y="1570"/>
                  </a:lnTo>
                  <a:lnTo>
                    <a:pt x="3830" y="1654"/>
                  </a:lnTo>
                  <a:lnTo>
                    <a:pt x="3830" y="1988"/>
                  </a:lnTo>
                  <a:lnTo>
                    <a:pt x="3830" y="2114"/>
                  </a:lnTo>
                  <a:lnTo>
                    <a:pt x="3913" y="2198"/>
                  </a:lnTo>
                  <a:lnTo>
                    <a:pt x="4081" y="2365"/>
                  </a:lnTo>
                  <a:lnTo>
                    <a:pt x="4102" y="2428"/>
                  </a:lnTo>
                  <a:lnTo>
                    <a:pt x="4143" y="2511"/>
                  </a:lnTo>
                  <a:lnTo>
                    <a:pt x="4436" y="2511"/>
                  </a:lnTo>
                  <a:lnTo>
                    <a:pt x="4395" y="2470"/>
                  </a:lnTo>
                  <a:lnTo>
                    <a:pt x="4395" y="2386"/>
                  </a:lnTo>
                  <a:lnTo>
                    <a:pt x="4520" y="2365"/>
                  </a:lnTo>
                  <a:lnTo>
                    <a:pt x="4562" y="2386"/>
                  </a:lnTo>
                  <a:lnTo>
                    <a:pt x="4625" y="3014"/>
                  </a:lnTo>
                  <a:lnTo>
                    <a:pt x="4562" y="3055"/>
                  </a:lnTo>
                  <a:lnTo>
                    <a:pt x="4499" y="3035"/>
                  </a:lnTo>
                  <a:lnTo>
                    <a:pt x="4457" y="3014"/>
                  </a:lnTo>
                  <a:lnTo>
                    <a:pt x="4436" y="2993"/>
                  </a:lnTo>
                  <a:lnTo>
                    <a:pt x="4353" y="3035"/>
                  </a:lnTo>
                  <a:lnTo>
                    <a:pt x="4248" y="3055"/>
                  </a:lnTo>
                  <a:lnTo>
                    <a:pt x="4185" y="3055"/>
                  </a:lnTo>
                  <a:lnTo>
                    <a:pt x="4039" y="2930"/>
                  </a:lnTo>
                  <a:lnTo>
                    <a:pt x="3934" y="2804"/>
                  </a:lnTo>
                  <a:lnTo>
                    <a:pt x="3830" y="2721"/>
                  </a:lnTo>
                  <a:lnTo>
                    <a:pt x="3725" y="2574"/>
                  </a:lnTo>
                  <a:lnTo>
                    <a:pt x="3599" y="2470"/>
                  </a:lnTo>
                  <a:lnTo>
                    <a:pt x="3390" y="2407"/>
                  </a:lnTo>
                  <a:lnTo>
                    <a:pt x="3244" y="2323"/>
                  </a:lnTo>
                  <a:lnTo>
                    <a:pt x="3244" y="2260"/>
                  </a:lnTo>
                  <a:lnTo>
                    <a:pt x="3139" y="2156"/>
                  </a:lnTo>
                  <a:lnTo>
                    <a:pt x="3139" y="1988"/>
                  </a:lnTo>
                  <a:lnTo>
                    <a:pt x="3097" y="1988"/>
                  </a:lnTo>
                  <a:lnTo>
                    <a:pt x="3055" y="2009"/>
                  </a:lnTo>
                  <a:lnTo>
                    <a:pt x="2972" y="2009"/>
                  </a:lnTo>
                  <a:lnTo>
                    <a:pt x="2930" y="2177"/>
                  </a:lnTo>
                  <a:lnTo>
                    <a:pt x="2888" y="2219"/>
                  </a:lnTo>
                  <a:lnTo>
                    <a:pt x="2742" y="2281"/>
                  </a:lnTo>
                  <a:lnTo>
                    <a:pt x="2637" y="2281"/>
                  </a:lnTo>
                  <a:lnTo>
                    <a:pt x="2637" y="2260"/>
                  </a:lnTo>
                  <a:lnTo>
                    <a:pt x="2511" y="2219"/>
                  </a:lnTo>
                  <a:lnTo>
                    <a:pt x="2365" y="2198"/>
                  </a:lnTo>
                  <a:lnTo>
                    <a:pt x="2239" y="2114"/>
                  </a:lnTo>
                  <a:lnTo>
                    <a:pt x="2198" y="2114"/>
                  </a:lnTo>
                  <a:lnTo>
                    <a:pt x="2093" y="2072"/>
                  </a:lnTo>
                  <a:lnTo>
                    <a:pt x="2030" y="2072"/>
                  </a:lnTo>
                  <a:lnTo>
                    <a:pt x="2030" y="2009"/>
                  </a:lnTo>
                  <a:lnTo>
                    <a:pt x="2030" y="1947"/>
                  </a:lnTo>
                  <a:lnTo>
                    <a:pt x="2009" y="1884"/>
                  </a:lnTo>
                  <a:lnTo>
                    <a:pt x="2009" y="1758"/>
                  </a:lnTo>
                  <a:lnTo>
                    <a:pt x="1946" y="1758"/>
                  </a:lnTo>
                  <a:lnTo>
                    <a:pt x="1800" y="1800"/>
                  </a:lnTo>
                  <a:lnTo>
                    <a:pt x="1779" y="1842"/>
                  </a:lnTo>
                  <a:lnTo>
                    <a:pt x="1695" y="1842"/>
                  </a:lnTo>
                  <a:lnTo>
                    <a:pt x="1612" y="1884"/>
                  </a:lnTo>
                  <a:lnTo>
                    <a:pt x="1528" y="1947"/>
                  </a:lnTo>
                  <a:lnTo>
                    <a:pt x="1507" y="1905"/>
                  </a:lnTo>
                  <a:lnTo>
                    <a:pt x="1486" y="1884"/>
                  </a:lnTo>
                  <a:lnTo>
                    <a:pt x="1486" y="1779"/>
                  </a:lnTo>
                  <a:lnTo>
                    <a:pt x="1465" y="1758"/>
                  </a:lnTo>
                  <a:lnTo>
                    <a:pt x="1361" y="1695"/>
                  </a:lnTo>
                  <a:lnTo>
                    <a:pt x="1298" y="1737"/>
                  </a:lnTo>
                  <a:lnTo>
                    <a:pt x="1256" y="1674"/>
                  </a:lnTo>
                  <a:lnTo>
                    <a:pt x="1256" y="1695"/>
                  </a:lnTo>
                  <a:lnTo>
                    <a:pt x="1256" y="1758"/>
                  </a:lnTo>
                  <a:lnTo>
                    <a:pt x="1214" y="1779"/>
                  </a:lnTo>
                  <a:lnTo>
                    <a:pt x="1256" y="2009"/>
                  </a:lnTo>
                  <a:lnTo>
                    <a:pt x="1256" y="2219"/>
                  </a:lnTo>
                  <a:lnTo>
                    <a:pt x="1256" y="2365"/>
                  </a:lnTo>
                  <a:lnTo>
                    <a:pt x="1298" y="2470"/>
                  </a:lnTo>
                  <a:lnTo>
                    <a:pt x="1298" y="2574"/>
                  </a:lnTo>
                  <a:lnTo>
                    <a:pt x="1277" y="2616"/>
                  </a:lnTo>
                  <a:lnTo>
                    <a:pt x="1256" y="2783"/>
                  </a:lnTo>
                  <a:lnTo>
                    <a:pt x="1277" y="2825"/>
                  </a:lnTo>
                  <a:lnTo>
                    <a:pt x="42" y="2825"/>
                  </a:lnTo>
                  <a:lnTo>
                    <a:pt x="1" y="4771"/>
                  </a:lnTo>
                  <a:lnTo>
                    <a:pt x="22" y="4813"/>
                  </a:lnTo>
                  <a:lnTo>
                    <a:pt x="105" y="4918"/>
                  </a:lnTo>
                  <a:lnTo>
                    <a:pt x="168" y="4980"/>
                  </a:lnTo>
                  <a:lnTo>
                    <a:pt x="231" y="5043"/>
                  </a:lnTo>
                  <a:lnTo>
                    <a:pt x="314" y="5085"/>
                  </a:lnTo>
                  <a:lnTo>
                    <a:pt x="419" y="5232"/>
                  </a:lnTo>
                  <a:lnTo>
                    <a:pt x="482" y="5294"/>
                  </a:lnTo>
                  <a:lnTo>
                    <a:pt x="566" y="5336"/>
                  </a:lnTo>
                  <a:lnTo>
                    <a:pt x="628" y="5399"/>
                  </a:lnTo>
                  <a:lnTo>
                    <a:pt x="670" y="5462"/>
                  </a:lnTo>
                  <a:lnTo>
                    <a:pt x="754" y="5504"/>
                  </a:lnTo>
                  <a:lnTo>
                    <a:pt x="775" y="5608"/>
                  </a:lnTo>
                  <a:lnTo>
                    <a:pt x="1319" y="5462"/>
                  </a:lnTo>
                  <a:lnTo>
                    <a:pt x="1402" y="5504"/>
                  </a:lnTo>
                  <a:lnTo>
                    <a:pt x="1528" y="5441"/>
                  </a:lnTo>
                  <a:lnTo>
                    <a:pt x="1570" y="5462"/>
                  </a:lnTo>
                  <a:lnTo>
                    <a:pt x="1591" y="5462"/>
                  </a:lnTo>
                  <a:lnTo>
                    <a:pt x="1612" y="5504"/>
                  </a:lnTo>
                  <a:lnTo>
                    <a:pt x="1695" y="5504"/>
                  </a:lnTo>
                  <a:lnTo>
                    <a:pt x="1716" y="5524"/>
                  </a:lnTo>
                  <a:lnTo>
                    <a:pt x="1737" y="5524"/>
                  </a:lnTo>
                  <a:lnTo>
                    <a:pt x="1821" y="5629"/>
                  </a:lnTo>
                  <a:lnTo>
                    <a:pt x="1884" y="5629"/>
                  </a:lnTo>
                  <a:lnTo>
                    <a:pt x="2030" y="5650"/>
                  </a:lnTo>
                  <a:lnTo>
                    <a:pt x="2135" y="5713"/>
                  </a:lnTo>
                  <a:lnTo>
                    <a:pt x="2198" y="5755"/>
                  </a:lnTo>
                  <a:lnTo>
                    <a:pt x="2239" y="5755"/>
                  </a:lnTo>
                  <a:lnTo>
                    <a:pt x="2344" y="5671"/>
                  </a:lnTo>
                  <a:lnTo>
                    <a:pt x="2470" y="5650"/>
                  </a:lnTo>
                  <a:lnTo>
                    <a:pt x="2532" y="5713"/>
                  </a:lnTo>
                  <a:lnTo>
                    <a:pt x="2553" y="5671"/>
                  </a:lnTo>
                  <a:lnTo>
                    <a:pt x="2574" y="5713"/>
                  </a:lnTo>
                  <a:lnTo>
                    <a:pt x="2616" y="5713"/>
                  </a:lnTo>
                  <a:lnTo>
                    <a:pt x="2679" y="5776"/>
                  </a:lnTo>
                  <a:lnTo>
                    <a:pt x="2783" y="5817"/>
                  </a:lnTo>
                  <a:lnTo>
                    <a:pt x="2951" y="5755"/>
                  </a:lnTo>
                  <a:lnTo>
                    <a:pt x="3139" y="5504"/>
                  </a:lnTo>
                  <a:lnTo>
                    <a:pt x="3390" y="5190"/>
                  </a:lnTo>
                  <a:lnTo>
                    <a:pt x="3725" y="4939"/>
                  </a:lnTo>
                  <a:lnTo>
                    <a:pt x="3934" y="4876"/>
                  </a:lnTo>
                  <a:lnTo>
                    <a:pt x="3976" y="4834"/>
                  </a:lnTo>
                  <a:lnTo>
                    <a:pt x="3997" y="4792"/>
                  </a:lnTo>
                  <a:lnTo>
                    <a:pt x="3976" y="4729"/>
                  </a:lnTo>
                  <a:lnTo>
                    <a:pt x="3997" y="4687"/>
                  </a:lnTo>
                  <a:lnTo>
                    <a:pt x="3997" y="4625"/>
                  </a:lnTo>
                  <a:lnTo>
                    <a:pt x="4039" y="4562"/>
                  </a:lnTo>
                  <a:lnTo>
                    <a:pt x="4206" y="4457"/>
                  </a:lnTo>
                  <a:lnTo>
                    <a:pt x="4290" y="4415"/>
                  </a:lnTo>
                  <a:lnTo>
                    <a:pt x="4353" y="4395"/>
                  </a:lnTo>
                  <a:lnTo>
                    <a:pt x="4499" y="4353"/>
                  </a:lnTo>
                  <a:lnTo>
                    <a:pt x="4646" y="4353"/>
                  </a:lnTo>
                  <a:lnTo>
                    <a:pt x="4667" y="4395"/>
                  </a:lnTo>
                  <a:lnTo>
                    <a:pt x="4729" y="4374"/>
                  </a:lnTo>
                  <a:lnTo>
                    <a:pt x="4855" y="4395"/>
                  </a:lnTo>
                  <a:lnTo>
                    <a:pt x="4918" y="4395"/>
                  </a:lnTo>
                  <a:lnTo>
                    <a:pt x="4918" y="4311"/>
                  </a:lnTo>
                  <a:lnTo>
                    <a:pt x="4876" y="4143"/>
                  </a:lnTo>
                  <a:lnTo>
                    <a:pt x="4918" y="4060"/>
                  </a:lnTo>
                  <a:lnTo>
                    <a:pt x="5148" y="3955"/>
                  </a:lnTo>
                  <a:lnTo>
                    <a:pt x="5273" y="3955"/>
                  </a:lnTo>
                  <a:lnTo>
                    <a:pt x="5859" y="3683"/>
                  </a:lnTo>
                  <a:lnTo>
                    <a:pt x="5964" y="3662"/>
                  </a:lnTo>
                  <a:lnTo>
                    <a:pt x="6299" y="3537"/>
                  </a:lnTo>
                  <a:lnTo>
                    <a:pt x="6487" y="3474"/>
                  </a:lnTo>
                  <a:lnTo>
                    <a:pt x="6445" y="3432"/>
                  </a:lnTo>
                  <a:lnTo>
                    <a:pt x="6403" y="3327"/>
                  </a:lnTo>
                  <a:lnTo>
                    <a:pt x="6320" y="3223"/>
                  </a:lnTo>
                  <a:lnTo>
                    <a:pt x="6320" y="3160"/>
                  </a:lnTo>
                  <a:lnTo>
                    <a:pt x="6382" y="3139"/>
                  </a:lnTo>
                  <a:lnTo>
                    <a:pt x="6445" y="3035"/>
                  </a:lnTo>
                  <a:lnTo>
                    <a:pt x="6445" y="2951"/>
                  </a:lnTo>
                  <a:lnTo>
                    <a:pt x="6487" y="2888"/>
                  </a:lnTo>
                  <a:lnTo>
                    <a:pt x="6445" y="2825"/>
                  </a:lnTo>
                  <a:lnTo>
                    <a:pt x="6445" y="2742"/>
                  </a:lnTo>
                  <a:lnTo>
                    <a:pt x="6487" y="2721"/>
                  </a:lnTo>
                  <a:lnTo>
                    <a:pt x="6612" y="2616"/>
                  </a:lnTo>
                  <a:lnTo>
                    <a:pt x="6696" y="2595"/>
                  </a:lnTo>
                  <a:lnTo>
                    <a:pt x="6717" y="2511"/>
                  </a:lnTo>
                  <a:lnTo>
                    <a:pt x="6759" y="2511"/>
                  </a:lnTo>
                  <a:lnTo>
                    <a:pt x="6759" y="2470"/>
                  </a:lnTo>
                  <a:lnTo>
                    <a:pt x="6717" y="2428"/>
                  </a:lnTo>
                  <a:lnTo>
                    <a:pt x="6696" y="2386"/>
                  </a:lnTo>
                  <a:lnTo>
                    <a:pt x="6654" y="2302"/>
                  </a:lnTo>
                  <a:lnTo>
                    <a:pt x="6717" y="2281"/>
                  </a:lnTo>
                  <a:lnTo>
                    <a:pt x="6717" y="2198"/>
                  </a:lnTo>
                  <a:lnTo>
                    <a:pt x="6654" y="2114"/>
                  </a:lnTo>
                  <a:lnTo>
                    <a:pt x="6717" y="2051"/>
                  </a:lnTo>
                  <a:lnTo>
                    <a:pt x="6696" y="1967"/>
                  </a:lnTo>
                  <a:lnTo>
                    <a:pt x="6696" y="1884"/>
                  </a:lnTo>
                  <a:lnTo>
                    <a:pt x="6654" y="1779"/>
                  </a:lnTo>
                  <a:lnTo>
                    <a:pt x="6654" y="1695"/>
                  </a:lnTo>
                  <a:lnTo>
                    <a:pt x="6801" y="1570"/>
                  </a:lnTo>
                  <a:lnTo>
                    <a:pt x="6801" y="1528"/>
                  </a:lnTo>
                  <a:lnTo>
                    <a:pt x="6822" y="1486"/>
                  </a:lnTo>
                  <a:lnTo>
                    <a:pt x="6822" y="1361"/>
                  </a:lnTo>
                  <a:lnTo>
                    <a:pt x="6801" y="1277"/>
                  </a:lnTo>
                  <a:lnTo>
                    <a:pt x="6696" y="1214"/>
                  </a:lnTo>
                  <a:lnTo>
                    <a:pt x="6696" y="1151"/>
                  </a:lnTo>
                  <a:lnTo>
                    <a:pt x="6738" y="1005"/>
                  </a:lnTo>
                  <a:lnTo>
                    <a:pt x="6738" y="963"/>
                  </a:lnTo>
                  <a:lnTo>
                    <a:pt x="6696" y="942"/>
                  </a:lnTo>
                  <a:lnTo>
                    <a:pt x="6592" y="900"/>
                  </a:lnTo>
                  <a:lnTo>
                    <a:pt x="6550" y="817"/>
                  </a:lnTo>
                  <a:lnTo>
                    <a:pt x="6529" y="796"/>
                  </a:lnTo>
                  <a:lnTo>
                    <a:pt x="6508" y="712"/>
                  </a:lnTo>
                  <a:lnTo>
                    <a:pt x="6508" y="691"/>
                  </a:lnTo>
                  <a:lnTo>
                    <a:pt x="6445" y="691"/>
                  </a:lnTo>
                  <a:lnTo>
                    <a:pt x="6340" y="586"/>
                  </a:lnTo>
                  <a:lnTo>
                    <a:pt x="6299" y="503"/>
                  </a:lnTo>
                  <a:lnTo>
                    <a:pt x="6236" y="482"/>
                  </a:lnTo>
                  <a:lnTo>
                    <a:pt x="6194" y="419"/>
                  </a:lnTo>
                  <a:lnTo>
                    <a:pt x="6110" y="419"/>
                  </a:lnTo>
                  <a:lnTo>
                    <a:pt x="5859" y="335"/>
                  </a:lnTo>
                  <a:lnTo>
                    <a:pt x="5755" y="335"/>
                  </a:lnTo>
                  <a:lnTo>
                    <a:pt x="5671" y="273"/>
                  </a:lnTo>
                  <a:lnTo>
                    <a:pt x="5671" y="210"/>
                  </a:lnTo>
                  <a:lnTo>
                    <a:pt x="5587" y="168"/>
                  </a:lnTo>
                  <a:lnTo>
                    <a:pt x="5545" y="168"/>
                  </a:lnTo>
                  <a:lnTo>
                    <a:pt x="5441" y="126"/>
                  </a:lnTo>
                  <a:lnTo>
                    <a:pt x="5357" y="126"/>
                  </a:lnTo>
                  <a:lnTo>
                    <a:pt x="5169" y="22"/>
                  </a:lnTo>
                  <a:lnTo>
                    <a:pt x="508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3" name="Google Shape;2553;p56"/>
            <p:cNvSpPr/>
            <p:nvPr/>
          </p:nvSpPr>
          <p:spPr>
            <a:xfrm>
              <a:off x="3824328" y="3184365"/>
              <a:ext cx="86210" cy="81393"/>
            </a:xfrm>
            <a:custGeom>
              <a:avLst/>
              <a:gdLst/>
              <a:ahLst/>
              <a:cxnLst/>
              <a:rect l="l" t="t" r="r" b="b"/>
              <a:pathLst>
                <a:path w="7240" h="7157" extrusionOk="0">
                  <a:moveTo>
                    <a:pt x="963" y="0"/>
                  </a:moveTo>
                  <a:lnTo>
                    <a:pt x="879" y="42"/>
                  </a:lnTo>
                  <a:lnTo>
                    <a:pt x="774" y="63"/>
                  </a:lnTo>
                  <a:lnTo>
                    <a:pt x="712" y="63"/>
                  </a:lnTo>
                  <a:lnTo>
                    <a:pt x="670" y="84"/>
                  </a:lnTo>
                  <a:lnTo>
                    <a:pt x="670" y="105"/>
                  </a:lnTo>
                  <a:lnTo>
                    <a:pt x="649" y="105"/>
                  </a:lnTo>
                  <a:lnTo>
                    <a:pt x="502" y="189"/>
                  </a:lnTo>
                  <a:lnTo>
                    <a:pt x="544" y="273"/>
                  </a:lnTo>
                  <a:lnTo>
                    <a:pt x="544" y="356"/>
                  </a:lnTo>
                  <a:lnTo>
                    <a:pt x="858" y="712"/>
                  </a:lnTo>
                  <a:lnTo>
                    <a:pt x="879" y="1151"/>
                  </a:lnTo>
                  <a:lnTo>
                    <a:pt x="1046" y="1402"/>
                  </a:lnTo>
                  <a:lnTo>
                    <a:pt x="1026" y="1633"/>
                  </a:lnTo>
                  <a:lnTo>
                    <a:pt x="837" y="1863"/>
                  </a:lnTo>
                  <a:lnTo>
                    <a:pt x="942" y="1925"/>
                  </a:lnTo>
                  <a:lnTo>
                    <a:pt x="942" y="2135"/>
                  </a:lnTo>
                  <a:lnTo>
                    <a:pt x="1046" y="2260"/>
                  </a:lnTo>
                  <a:lnTo>
                    <a:pt x="1046" y="2407"/>
                  </a:lnTo>
                  <a:lnTo>
                    <a:pt x="1256" y="2783"/>
                  </a:lnTo>
                  <a:lnTo>
                    <a:pt x="1256" y="2867"/>
                  </a:lnTo>
                  <a:lnTo>
                    <a:pt x="1339" y="2972"/>
                  </a:lnTo>
                  <a:lnTo>
                    <a:pt x="1339" y="3453"/>
                  </a:lnTo>
                  <a:lnTo>
                    <a:pt x="1088" y="3871"/>
                  </a:lnTo>
                  <a:lnTo>
                    <a:pt x="1026" y="3871"/>
                  </a:lnTo>
                  <a:lnTo>
                    <a:pt x="754" y="4081"/>
                  </a:lnTo>
                  <a:lnTo>
                    <a:pt x="754" y="4227"/>
                  </a:lnTo>
                  <a:lnTo>
                    <a:pt x="440" y="4499"/>
                  </a:lnTo>
                  <a:lnTo>
                    <a:pt x="440" y="4687"/>
                  </a:lnTo>
                  <a:lnTo>
                    <a:pt x="398" y="4750"/>
                  </a:lnTo>
                  <a:lnTo>
                    <a:pt x="398" y="5210"/>
                  </a:lnTo>
                  <a:lnTo>
                    <a:pt x="230" y="5399"/>
                  </a:lnTo>
                  <a:lnTo>
                    <a:pt x="210" y="5608"/>
                  </a:lnTo>
                  <a:lnTo>
                    <a:pt x="42" y="5796"/>
                  </a:lnTo>
                  <a:lnTo>
                    <a:pt x="42" y="6006"/>
                  </a:lnTo>
                  <a:lnTo>
                    <a:pt x="21" y="6173"/>
                  </a:lnTo>
                  <a:lnTo>
                    <a:pt x="21" y="6466"/>
                  </a:lnTo>
                  <a:lnTo>
                    <a:pt x="0" y="6654"/>
                  </a:lnTo>
                  <a:lnTo>
                    <a:pt x="21" y="6696"/>
                  </a:lnTo>
                  <a:lnTo>
                    <a:pt x="105" y="6738"/>
                  </a:lnTo>
                  <a:lnTo>
                    <a:pt x="126" y="6759"/>
                  </a:lnTo>
                  <a:lnTo>
                    <a:pt x="189" y="6738"/>
                  </a:lnTo>
                  <a:lnTo>
                    <a:pt x="210" y="6654"/>
                  </a:lnTo>
                  <a:lnTo>
                    <a:pt x="398" y="6654"/>
                  </a:lnTo>
                  <a:lnTo>
                    <a:pt x="461" y="6696"/>
                  </a:lnTo>
                  <a:lnTo>
                    <a:pt x="523" y="6675"/>
                  </a:lnTo>
                  <a:lnTo>
                    <a:pt x="523" y="6591"/>
                  </a:lnTo>
                  <a:lnTo>
                    <a:pt x="712" y="6466"/>
                  </a:lnTo>
                  <a:lnTo>
                    <a:pt x="754" y="6466"/>
                  </a:lnTo>
                  <a:lnTo>
                    <a:pt x="858" y="6529"/>
                  </a:lnTo>
                  <a:lnTo>
                    <a:pt x="879" y="6529"/>
                  </a:lnTo>
                  <a:lnTo>
                    <a:pt x="921" y="6487"/>
                  </a:lnTo>
                  <a:lnTo>
                    <a:pt x="963" y="6466"/>
                  </a:lnTo>
                  <a:lnTo>
                    <a:pt x="1046" y="6529"/>
                  </a:lnTo>
                  <a:lnTo>
                    <a:pt x="1046" y="6550"/>
                  </a:lnTo>
                  <a:lnTo>
                    <a:pt x="1130" y="6571"/>
                  </a:lnTo>
                  <a:lnTo>
                    <a:pt x="1088" y="6633"/>
                  </a:lnTo>
                  <a:lnTo>
                    <a:pt x="1151" y="6654"/>
                  </a:lnTo>
                  <a:lnTo>
                    <a:pt x="1256" y="6759"/>
                  </a:lnTo>
                  <a:lnTo>
                    <a:pt x="1381" y="6801"/>
                  </a:lnTo>
                  <a:lnTo>
                    <a:pt x="1486" y="6759"/>
                  </a:lnTo>
                  <a:lnTo>
                    <a:pt x="1507" y="6759"/>
                  </a:lnTo>
                  <a:lnTo>
                    <a:pt x="1590" y="6696"/>
                  </a:lnTo>
                  <a:lnTo>
                    <a:pt x="1653" y="6696"/>
                  </a:lnTo>
                  <a:lnTo>
                    <a:pt x="1674" y="6738"/>
                  </a:lnTo>
                  <a:lnTo>
                    <a:pt x="3850" y="6738"/>
                  </a:lnTo>
                  <a:lnTo>
                    <a:pt x="3871" y="6759"/>
                  </a:lnTo>
                  <a:lnTo>
                    <a:pt x="3913" y="6863"/>
                  </a:lnTo>
                  <a:lnTo>
                    <a:pt x="3976" y="6905"/>
                  </a:lnTo>
                  <a:lnTo>
                    <a:pt x="4101" y="6968"/>
                  </a:lnTo>
                  <a:lnTo>
                    <a:pt x="4206" y="6989"/>
                  </a:lnTo>
                  <a:lnTo>
                    <a:pt x="4311" y="6968"/>
                  </a:lnTo>
                  <a:lnTo>
                    <a:pt x="4373" y="6989"/>
                  </a:lnTo>
                  <a:lnTo>
                    <a:pt x="4394" y="7052"/>
                  </a:lnTo>
                  <a:lnTo>
                    <a:pt x="4478" y="7073"/>
                  </a:lnTo>
                  <a:lnTo>
                    <a:pt x="4541" y="7010"/>
                  </a:lnTo>
                  <a:lnTo>
                    <a:pt x="4645" y="6989"/>
                  </a:lnTo>
                  <a:lnTo>
                    <a:pt x="4792" y="7010"/>
                  </a:lnTo>
                  <a:lnTo>
                    <a:pt x="4855" y="7010"/>
                  </a:lnTo>
                  <a:lnTo>
                    <a:pt x="4896" y="6947"/>
                  </a:lnTo>
                  <a:lnTo>
                    <a:pt x="4917" y="6968"/>
                  </a:lnTo>
                  <a:lnTo>
                    <a:pt x="4959" y="6968"/>
                  </a:lnTo>
                  <a:lnTo>
                    <a:pt x="5106" y="7094"/>
                  </a:lnTo>
                  <a:lnTo>
                    <a:pt x="5210" y="7115"/>
                  </a:lnTo>
                  <a:lnTo>
                    <a:pt x="5357" y="7115"/>
                  </a:lnTo>
                  <a:lnTo>
                    <a:pt x="5357" y="7073"/>
                  </a:lnTo>
                  <a:lnTo>
                    <a:pt x="5440" y="7052"/>
                  </a:lnTo>
                  <a:lnTo>
                    <a:pt x="5482" y="7073"/>
                  </a:lnTo>
                  <a:lnTo>
                    <a:pt x="5545" y="7094"/>
                  </a:lnTo>
                  <a:lnTo>
                    <a:pt x="5587" y="7073"/>
                  </a:lnTo>
                  <a:lnTo>
                    <a:pt x="5629" y="7115"/>
                  </a:lnTo>
                  <a:lnTo>
                    <a:pt x="5671" y="7115"/>
                  </a:lnTo>
                  <a:lnTo>
                    <a:pt x="5692" y="7156"/>
                  </a:lnTo>
                  <a:lnTo>
                    <a:pt x="5838" y="7156"/>
                  </a:lnTo>
                  <a:lnTo>
                    <a:pt x="6717" y="6947"/>
                  </a:lnTo>
                  <a:lnTo>
                    <a:pt x="6696" y="6843"/>
                  </a:lnTo>
                  <a:lnTo>
                    <a:pt x="6612" y="6801"/>
                  </a:lnTo>
                  <a:lnTo>
                    <a:pt x="6570" y="6738"/>
                  </a:lnTo>
                  <a:lnTo>
                    <a:pt x="6508" y="6675"/>
                  </a:lnTo>
                  <a:lnTo>
                    <a:pt x="6424" y="6633"/>
                  </a:lnTo>
                  <a:lnTo>
                    <a:pt x="6361" y="6571"/>
                  </a:lnTo>
                  <a:lnTo>
                    <a:pt x="6256" y="6424"/>
                  </a:lnTo>
                  <a:lnTo>
                    <a:pt x="6173" y="6382"/>
                  </a:lnTo>
                  <a:lnTo>
                    <a:pt x="6110" y="6319"/>
                  </a:lnTo>
                  <a:lnTo>
                    <a:pt x="6047" y="6257"/>
                  </a:lnTo>
                  <a:lnTo>
                    <a:pt x="5964" y="6152"/>
                  </a:lnTo>
                  <a:lnTo>
                    <a:pt x="5943" y="6110"/>
                  </a:lnTo>
                  <a:lnTo>
                    <a:pt x="5984" y="4164"/>
                  </a:lnTo>
                  <a:lnTo>
                    <a:pt x="7219" y="4164"/>
                  </a:lnTo>
                  <a:lnTo>
                    <a:pt x="7198" y="4122"/>
                  </a:lnTo>
                  <a:lnTo>
                    <a:pt x="7219" y="3955"/>
                  </a:lnTo>
                  <a:lnTo>
                    <a:pt x="7240" y="3913"/>
                  </a:lnTo>
                  <a:lnTo>
                    <a:pt x="7240" y="3809"/>
                  </a:lnTo>
                  <a:lnTo>
                    <a:pt x="7198" y="3704"/>
                  </a:lnTo>
                  <a:lnTo>
                    <a:pt x="7198" y="3558"/>
                  </a:lnTo>
                  <a:lnTo>
                    <a:pt x="7198" y="3348"/>
                  </a:lnTo>
                  <a:lnTo>
                    <a:pt x="7156" y="3118"/>
                  </a:lnTo>
                  <a:lnTo>
                    <a:pt x="7198" y="3097"/>
                  </a:lnTo>
                  <a:lnTo>
                    <a:pt x="7198" y="3034"/>
                  </a:lnTo>
                  <a:lnTo>
                    <a:pt x="7198" y="3013"/>
                  </a:lnTo>
                  <a:lnTo>
                    <a:pt x="7093" y="3013"/>
                  </a:lnTo>
                  <a:lnTo>
                    <a:pt x="6989" y="3034"/>
                  </a:lnTo>
                  <a:lnTo>
                    <a:pt x="6905" y="3097"/>
                  </a:lnTo>
                  <a:lnTo>
                    <a:pt x="6821" y="3118"/>
                  </a:lnTo>
                  <a:lnTo>
                    <a:pt x="6780" y="3139"/>
                  </a:lnTo>
                  <a:lnTo>
                    <a:pt x="6717" y="3118"/>
                  </a:lnTo>
                  <a:lnTo>
                    <a:pt x="6570" y="3118"/>
                  </a:lnTo>
                  <a:lnTo>
                    <a:pt x="6508" y="3097"/>
                  </a:lnTo>
                  <a:lnTo>
                    <a:pt x="6424" y="3034"/>
                  </a:lnTo>
                  <a:lnTo>
                    <a:pt x="6382" y="3034"/>
                  </a:lnTo>
                  <a:lnTo>
                    <a:pt x="6361" y="3076"/>
                  </a:lnTo>
                  <a:lnTo>
                    <a:pt x="6298" y="3097"/>
                  </a:lnTo>
                  <a:lnTo>
                    <a:pt x="6256" y="3118"/>
                  </a:lnTo>
                  <a:lnTo>
                    <a:pt x="6194" y="3118"/>
                  </a:lnTo>
                  <a:lnTo>
                    <a:pt x="6173" y="3097"/>
                  </a:lnTo>
                  <a:lnTo>
                    <a:pt x="6173" y="2972"/>
                  </a:lnTo>
                  <a:lnTo>
                    <a:pt x="6215" y="2930"/>
                  </a:lnTo>
                  <a:lnTo>
                    <a:pt x="6215" y="2909"/>
                  </a:lnTo>
                  <a:lnTo>
                    <a:pt x="6256" y="2825"/>
                  </a:lnTo>
                  <a:lnTo>
                    <a:pt x="6173" y="2783"/>
                  </a:lnTo>
                  <a:lnTo>
                    <a:pt x="6173" y="2658"/>
                  </a:lnTo>
                  <a:lnTo>
                    <a:pt x="6194" y="2616"/>
                  </a:lnTo>
                  <a:lnTo>
                    <a:pt x="6194" y="2553"/>
                  </a:lnTo>
                  <a:lnTo>
                    <a:pt x="6110" y="2490"/>
                  </a:lnTo>
                  <a:lnTo>
                    <a:pt x="6110" y="2407"/>
                  </a:lnTo>
                  <a:lnTo>
                    <a:pt x="6152" y="2344"/>
                  </a:lnTo>
                  <a:lnTo>
                    <a:pt x="6110" y="2281"/>
                  </a:lnTo>
                  <a:lnTo>
                    <a:pt x="6068" y="2260"/>
                  </a:lnTo>
                  <a:lnTo>
                    <a:pt x="6047" y="2197"/>
                  </a:lnTo>
                  <a:lnTo>
                    <a:pt x="6005" y="2177"/>
                  </a:lnTo>
                  <a:lnTo>
                    <a:pt x="6005" y="2093"/>
                  </a:lnTo>
                  <a:lnTo>
                    <a:pt x="5964" y="2051"/>
                  </a:lnTo>
                  <a:lnTo>
                    <a:pt x="5964" y="1967"/>
                  </a:lnTo>
                  <a:lnTo>
                    <a:pt x="5901" y="1925"/>
                  </a:lnTo>
                  <a:lnTo>
                    <a:pt x="5964" y="1821"/>
                  </a:lnTo>
                  <a:lnTo>
                    <a:pt x="5964" y="1612"/>
                  </a:lnTo>
                  <a:lnTo>
                    <a:pt x="5943" y="1528"/>
                  </a:lnTo>
                  <a:lnTo>
                    <a:pt x="5943" y="1507"/>
                  </a:lnTo>
                  <a:lnTo>
                    <a:pt x="5964" y="1444"/>
                  </a:lnTo>
                  <a:lnTo>
                    <a:pt x="5964" y="1361"/>
                  </a:lnTo>
                  <a:lnTo>
                    <a:pt x="5901" y="1298"/>
                  </a:lnTo>
                  <a:lnTo>
                    <a:pt x="5943" y="1193"/>
                  </a:lnTo>
                  <a:lnTo>
                    <a:pt x="5984" y="1089"/>
                  </a:lnTo>
                  <a:lnTo>
                    <a:pt x="5984" y="1005"/>
                  </a:lnTo>
                  <a:lnTo>
                    <a:pt x="5984" y="921"/>
                  </a:lnTo>
                  <a:lnTo>
                    <a:pt x="5964" y="837"/>
                  </a:lnTo>
                  <a:lnTo>
                    <a:pt x="5315" y="796"/>
                  </a:lnTo>
                  <a:lnTo>
                    <a:pt x="5273" y="733"/>
                  </a:lnTo>
                  <a:lnTo>
                    <a:pt x="5315" y="691"/>
                  </a:lnTo>
                  <a:lnTo>
                    <a:pt x="5336" y="607"/>
                  </a:lnTo>
                  <a:lnTo>
                    <a:pt x="5147" y="586"/>
                  </a:lnTo>
                  <a:lnTo>
                    <a:pt x="5147" y="628"/>
                  </a:lnTo>
                  <a:lnTo>
                    <a:pt x="4583" y="670"/>
                  </a:lnTo>
                  <a:lnTo>
                    <a:pt x="4583" y="817"/>
                  </a:lnTo>
                  <a:lnTo>
                    <a:pt x="4520" y="921"/>
                  </a:lnTo>
                  <a:lnTo>
                    <a:pt x="4478" y="942"/>
                  </a:lnTo>
                  <a:lnTo>
                    <a:pt x="4499" y="1047"/>
                  </a:lnTo>
                  <a:lnTo>
                    <a:pt x="4499" y="1214"/>
                  </a:lnTo>
                  <a:lnTo>
                    <a:pt x="4059" y="1235"/>
                  </a:lnTo>
                  <a:lnTo>
                    <a:pt x="3976" y="1298"/>
                  </a:lnTo>
                  <a:lnTo>
                    <a:pt x="3787" y="1256"/>
                  </a:lnTo>
                  <a:lnTo>
                    <a:pt x="3704" y="1235"/>
                  </a:lnTo>
                  <a:lnTo>
                    <a:pt x="3599" y="1256"/>
                  </a:lnTo>
                  <a:lnTo>
                    <a:pt x="3453" y="1256"/>
                  </a:lnTo>
                  <a:lnTo>
                    <a:pt x="3390" y="1235"/>
                  </a:lnTo>
                  <a:lnTo>
                    <a:pt x="3369" y="1026"/>
                  </a:lnTo>
                  <a:lnTo>
                    <a:pt x="3285" y="921"/>
                  </a:lnTo>
                  <a:lnTo>
                    <a:pt x="3243" y="837"/>
                  </a:lnTo>
                  <a:lnTo>
                    <a:pt x="3181" y="817"/>
                  </a:lnTo>
                  <a:lnTo>
                    <a:pt x="3181" y="733"/>
                  </a:lnTo>
                  <a:lnTo>
                    <a:pt x="3160" y="691"/>
                  </a:lnTo>
                  <a:lnTo>
                    <a:pt x="3139" y="565"/>
                  </a:lnTo>
                  <a:lnTo>
                    <a:pt x="3076" y="461"/>
                  </a:lnTo>
                  <a:lnTo>
                    <a:pt x="3076" y="377"/>
                  </a:lnTo>
                  <a:lnTo>
                    <a:pt x="3118" y="314"/>
                  </a:lnTo>
                  <a:lnTo>
                    <a:pt x="3076" y="252"/>
                  </a:lnTo>
                  <a:lnTo>
                    <a:pt x="3034" y="189"/>
                  </a:lnTo>
                  <a:lnTo>
                    <a:pt x="3034" y="105"/>
                  </a:lnTo>
                  <a:lnTo>
                    <a:pt x="3034" y="84"/>
                  </a:lnTo>
                  <a:lnTo>
                    <a:pt x="3034" y="0"/>
                  </a:lnTo>
                  <a:lnTo>
                    <a:pt x="2030" y="0"/>
                  </a:lnTo>
                  <a:lnTo>
                    <a:pt x="1821" y="42"/>
                  </a:lnTo>
                  <a:lnTo>
                    <a:pt x="165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4" name="Google Shape;2554;p56"/>
            <p:cNvSpPr/>
            <p:nvPr/>
          </p:nvSpPr>
          <p:spPr>
            <a:xfrm>
              <a:off x="3916754" y="3249086"/>
              <a:ext cx="53834" cy="46889"/>
            </a:xfrm>
            <a:custGeom>
              <a:avLst/>
              <a:gdLst/>
              <a:ahLst/>
              <a:cxnLst/>
              <a:rect l="l" t="t" r="r" b="b"/>
              <a:pathLst>
                <a:path w="4521" h="4123" extrusionOk="0">
                  <a:moveTo>
                    <a:pt x="2679" y="1"/>
                  </a:moveTo>
                  <a:lnTo>
                    <a:pt x="2533" y="43"/>
                  </a:lnTo>
                  <a:lnTo>
                    <a:pt x="2470" y="63"/>
                  </a:lnTo>
                  <a:lnTo>
                    <a:pt x="2386" y="105"/>
                  </a:lnTo>
                  <a:lnTo>
                    <a:pt x="2219" y="210"/>
                  </a:lnTo>
                  <a:lnTo>
                    <a:pt x="2177" y="273"/>
                  </a:lnTo>
                  <a:lnTo>
                    <a:pt x="2177" y="335"/>
                  </a:lnTo>
                  <a:lnTo>
                    <a:pt x="2156" y="377"/>
                  </a:lnTo>
                  <a:lnTo>
                    <a:pt x="2177" y="440"/>
                  </a:lnTo>
                  <a:lnTo>
                    <a:pt x="2156" y="482"/>
                  </a:lnTo>
                  <a:lnTo>
                    <a:pt x="2114" y="524"/>
                  </a:lnTo>
                  <a:lnTo>
                    <a:pt x="1905" y="587"/>
                  </a:lnTo>
                  <a:lnTo>
                    <a:pt x="1570" y="838"/>
                  </a:lnTo>
                  <a:lnTo>
                    <a:pt x="1319" y="1152"/>
                  </a:lnTo>
                  <a:lnTo>
                    <a:pt x="1131" y="1403"/>
                  </a:lnTo>
                  <a:lnTo>
                    <a:pt x="963" y="1465"/>
                  </a:lnTo>
                  <a:lnTo>
                    <a:pt x="859" y="1424"/>
                  </a:lnTo>
                  <a:lnTo>
                    <a:pt x="796" y="1361"/>
                  </a:lnTo>
                  <a:lnTo>
                    <a:pt x="754" y="1361"/>
                  </a:lnTo>
                  <a:lnTo>
                    <a:pt x="733" y="1319"/>
                  </a:lnTo>
                  <a:lnTo>
                    <a:pt x="712" y="1361"/>
                  </a:lnTo>
                  <a:lnTo>
                    <a:pt x="650" y="1298"/>
                  </a:lnTo>
                  <a:lnTo>
                    <a:pt x="524" y="1319"/>
                  </a:lnTo>
                  <a:lnTo>
                    <a:pt x="419" y="1403"/>
                  </a:lnTo>
                  <a:lnTo>
                    <a:pt x="378" y="1403"/>
                  </a:lnTo>
                  <a:lnTo>
                    <a:pt x="315" y="1361"/>
                  </a:lnTo>
                  <a:lnTo>
                    <a:pt x="210" y="1298"/>
                  </a:lnTo>
                  <a:lnTo>
                    <a:pt x="64" y="1277"/>
                  </a:lnTo>
                  <a:lnTo>
                    <a:pt x="1" y="1277"/>
                  </a:lnTo>
                  <a:lnTo>
                    <a:pt x="22" y="1319"/>
                  </a:lnTo>
                  <a:lnTo>
                    <a:pt x="22" y="1382"/>
                  </a:lnTo>
                  <a:lnTo>
                    <a:pt x="22" y="1424"/>
                  </a:lnTo>
                  <a:lnTo>
                    <a:pt x="22" y="1486"/>
                  </a:lnTo>
                  <a:lnTo>
                    <a:pt x="106" y="1570"/>
                  </a:lnTo>
                  <a:lnTo>
                    <a:pt x="168" y="1591"/>
                  </a:lnTo>
                  <a:lnTo>
                    <a:pt x="231" y="1633"/>
                  </a:lnTo>
                  <a:lnTo>
                    <a:pt x="294" y="1716"/>
                  </a:lnTo>
                  <a:lnTo>
                    <a:pt x="294" y="1779"/>
                  </a:lnTo>
                  <a:lnTo>
                    <a:pt x="315" y="1800"/>
                  </a:lnTo>
                  <a:lnTo>
                    <a:pt x="378" y="1884"/>
                  </a:lnTo>
                  <a:lnTo>
                    <a:pt x="398" y="1988"/>
                  </a:lnTo>
                  <a:lnTo>
                    <a:pt x="440" y="2030"/>
                  </a:lnTo>
                  <a:lnTo>
                    <a:pt x="503" y="2114"/>
                  </a:lnTo>
                  <a:lnTo>
                    <a:pt x="545" y="2156"/>
                  </a:lnTo>
                  <a:lnTo>
                    <a:pt x="587" y="2156"/>
                  </a:lnTo>
                  <a:lnTo>
                    <a:pt x="629" y="2240"/>
                  </a:lnTo>
                  <a:lnTo>
                    <a:pt x="796" y="2512"/>
                  </a:lnTo>
                  <a:lnTo>
                    <a:pt x="901" y="2574"/>
                  </a:lnTo>
                  <a:lnTo>
                    <a:pt x="1005" y="2637"/>
                  </a:lnTo>
                  <a:lnTo>
                    <a:pt x="1047" y="2679"/>
                  </a:lnTo>
                  <a:lnTo>
                    <a:pt x="1131" y="2742"/>
                  </a:lnTo>
                  <a:lnTo>
                    <a:pt x="1131" y="2763"/>
                  </a:lnTo>
                  <a:lnTo>
                    <a:pt x="1131" y="2825"/>
                  </a:lnTo>
                  <a:lnTo>
                    <a:pt x="1152" y="2867"/>
                  </a:lnTo>
                  <a:lnTo>
                    <a:pt x="1256" y="2888"/>
                  </a:lnTo>
                  <a:lnTo>
                    <a:pt x="1340" y="2972"/>
                  </a:lnTo>
                  <a:lnTo>
                    <a:pt x="1319" y="3056"/>
                  </a:lnTo>
                  <a:lnTo>
                    <a:pt x="1340" y="3181"/>
                  </a:lnTo>
                  <a:lnTo>
                    <a:pt x="1340" y="3265"/>
                  </a:lnTo>
                  <a:lnTo>
                    <a:pt x="1382" y="3369"/>
                  </a:lnTo>
                  <a:lnTo>
                    <a:pt x="1487" y="3453"/>
                  </a:lnTo>
                  <a:lnTo>
                    <a:pt x="1549" y="3558"/>
                  </a:lnTo>
                  <a:lnTo>
                    <a:pt x="1675" y="3579"/>
                  </a:lnTo>
                  <a:lnTo>
                    <a:pt x="1759" y="3558"/>
                  </a:lnTo>
                  <a:lnTo>
                    <a:pt x="1884" y="3600"/>
                  </a:lnTo>
                  <a:lnTo>
                    <a:pt x="1968" y="3600"/>
                  </a:lnTo>
                  <a:lnTo>
                    <a:pt x="2093" y="3683"/>
                  </a:lnTo>
                  <a:lnTo>
                    <a:pt x="2156" y="3683"/>
                  </a:lnTo>
                  <a:lnTo>
                    <a:pt x="2198" y="3725"/>
                  </a:lnTo>
                  <a:lnTo>
                    <a:pt x="2198" y="3788"/>
                  </a:lnTo>
                  <a:lnTo>
                    <a:pt x="2261" y="3830"/>
                  </a:lnTo>
                  <a:lnTo>
                    <a:pt x="2303" y="3893"/>
                  </a:lnTo>
                  <a:lnTo>
                    <a:pt x="2491" y="3872"/>
                  </a:lnTo>
                  <a:lnTo>
                    <a:pt x="2616" y="3893"/>
                  </a:lnTo>
                  <a:lnTo>
                    <a:pt x="2679" y="3976"/>
                  </a:lnTo>
                  <a:lnTo>
                    <a:pt x="2742" y="3976"/>
                  </a:lnTo>
                  <a:lnTo>
                    <a:pt x="2888" y="4018"/>
                  </a:lnTo>
                  <a:lnTo>
                    <a:pt x="2909" y="4039"/>
                  </a:lnTo>
                  <a:lnTo>
                    <a:pt x="3014" y="4018"/>
                  </a:lnTo>
                  <a:lnTo>
                    <a:pt x="3160" y="3997"/>
                  </a:lnTo>
                  <a:lnTo>
                    <a:pt x="3349" y="4039"/>
                  </a:lnTo>
                  <a:lnTo>
                    <a:pt x="3453" y="4123"/>
                  </a:lnTo>
                  <a:lnTo>
                    <a:pt x="4081" y="3474"/>
                  </a:lnTo>
                  <a:lnTo>
                    <a:pt x="4081" y="3286"/>
                  </a:lnTo>
                  <a:lnTo>
                    <a:pt x="4102" y="3202"/>
                  </a:lnTo>
                  <a:lnTo>
                    <a:pt x="4144" y="3056"/>
                  </a:lnTo>
                  <a:lnTo>
                    <a:pt x="4165" y="2972"/>
                  </a:lnTo>
                  <a:lnTo>
                    <a:pt x="4144" y="2867"/>
                  </a:lnTo>
                  <a:lnTo>
                    <a:pt x="4165" y="2784"/>
                  </a:lnTo>
                  <a:lnTo>
                    <a:pt x="4248" y="2784"/>
                  </a:lnTo>
                  <a:lnTo>
                    <a:pt x="4269" y="2742"/>
                  </a:lnTo>
                  <a:lnTo>
                    <a:pt x="4374" y="2637"/>
                  </a:lnTo>
                  <a:lnTo>
                    <a:pt x="4458" y="2532"/>
                  </a:lnTo>
                  <a:lnTo>
                    <a:pt x="4416" y="2449"/>
                  </a:lnTo>
                  <a:lnTo>
                    <a:pt x="4374" y="2407"/>
                  </a:lnTo>
                  <a:lnTo>
                    <a:pt x="4374" y="2302"/>
                  </a:lnTo>
                  <a:lnTo>
                    <a:pt x="4416" y="2240"/>
                  </a:lnTo>
                  <a:lnTo>
                    <a:pt x="4395" y="2135"/>
                  </a:lnTo>
                  <a:lnTo>
                    <a:pt x="4290" y="2051"/>
                  </a:lnTo>
                  <a:lnTo>
                    <a:pt x="4290" y="2009"/>
                  </a:lnTo>
                  <a:lnTo>
                    <a:pt x="4374" y="1988"/>
                  </a:lnTo>
                  <a:lnTo>
                    <a:pt x="4374" y="1842"/>
                  </a:lnTo>
                  <a:lnTo>
                    <a:pt x="4374" y="1737"/>
                  </a:lnTo>
                  <a:lnTo>
                    <a:pt x="4479" y="1696"/>
                  </a:lnTo>
                  <a:lnTo>
                    <a:pt x="4500" y="1612"/>
                  </a:lnTo>
                  <a:lnTo>
                    <a:pt x="4416" y="1612"/>
                  </a:lnTo>
                  <a:lnTo>
                    <a:pt x="4374" y="1570"/>
                  </a:lnTo>
                  <a:lnTo>
                    <a:pt x="4416" y="1465"/>
                  </a:lnTo>
                  <a:lnTo>
                    <a:pt x="4458" y="1298"/>
                  </a:lnTo>
                  <a:lnTo>
                    <a:pt x="4500" y="1214"/>
                  </a:lnTo>
                  <a:lnTo>
                    <a:pt x="4500" y="1152"/>
                  </a:lnTo>
                  <a:lnTo>
                    <a:pt x="4479" y="1068"/>
                  </a:lnTo>
                  <a:lnTo>
                    <a:pt x="4500" y="984"/>
                  </a:lnTo>
                  <a:lnTo>
                    <a:pt x="4479" y="900"/>
                  </a:lnTo>
                  <a:lnTo>
                    <a:pt x="4520" y="796"/>
                  </a:lnTo>
                  <a:lnTo>
                    <a:pt x="4520" y="733"/>
                  </a:lnTo>
                  <a:lnTo>
                    <a:pt x="4395" y="691"/>
                  </a:lnTo>
                  <a:lnTo>
                    <a:pt x="4353" y="628"/>
                  </a:lnTo>
                  <a:lnTo>
                    <a:pt x="4248" y="545"/>
                  </a:lnTo>
                  <a:lnTo>
                    <a:pt x="4060" y="545"/>
                  </a:lnTo>
                  <a:lnTo>
                    <a:pt x="3956" y="524"/>
                  </a:lnTo>
                  <a:lnTo>
                    <a:pt x="3851" y="377"/>
                  </a:lnTo>
                  <a:lnTo>
                    <a:pt x="3683" y="273"/>
                  </a:lnTo>
                  <a:lnTo>
                    <a:pt x="3537" y="252"/>
                  </a:lnTo>
                  <a:lnTo>
                    <a:pt x="3474" y="315"/>
                  </a:lnTo>
                  <a:lnTo>
                    <a:pt x="3432" y="335"/>
                  </a:lnTo>
                  <a:lnTo>
                    <a:pt x="3411" y="252"/>
                  </a:lnTo>
                  <a:lnTo>
                    <a:pt x="3328" y="252"/>
                  </a:lnTo>
                  <a:lnTo>
                    <a:pt x="3119" y="231"/>
                  </a:lnTo>
                  <a:lnTo>
                    <a:pt x="3098" y="43"/>
                  </a:lnTo>
                  <a:lnTo>
                    <a:pt x="3035" y="43"/>
                  </a:lnTo>
                  <a:lnTo>
                    <a:pt x="2909" y="22"/>
                  </a:lnTo>
                  <a:lnTo>
                    <a:pt x="2847" y="43"/>
                  </a:lnTo>
                  <a:lnTo>
                    <a:pt x="28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5" name="Google Shape;2555;p56"/>
            <p:cNvSpPr/>
            <p:nvPr/>
          </p:nvSpPr>
          <p:spPr>
            <a:xfrm>
              <a:off x="3879638" y="3263609"/>
              <a:ext cx="64539" cy="61639"/>
            </a:xfrm>
            <a:custGeom>
              <a:avLst/>
              <a:gdLst/>
              <a:ahLst/>
              <a:cxnLst/>
              <a:rect l="l" t="t" r="r" b="b"/>
              <a:pathLst>
                <a:path w="5420" h="5420" extrusionOk="0">
                  <a:moveTo>
                    <a:pt x="3118" y="0"/>
                  </a:moveTo>
                  <a:lnTo>
                    <a:pt x="3013" y="21"/>
                  </a:lnTo>
                  <a:lnTo>
                    <a:pt x="2825" y="105"/>
                  </a:lnTo>
                  <a:lnTo>
                    <a:pt x="2762" y="147"/>
                  </a:lnTo>
                  <a:lnTo>
                    <a:pt x="2679" y="126"/>
                  </a:lnTo>
                  <a:lnTo>
                    <a:pt x="2658" y="105"/>
                  </a:lnTo>
                  <a:lnTo>
                    <a:pt x="2511" y="105"/>
                  </a:lnTo>
                  <a:lnTo>
                    <a:pt x="2407" y="230"/>
                  </a:lnTo>
                  <a:lnTo>
                    <a:pt x="2281" y="356"/>
                  </a:lnTo>
                  <a:lnTo>
                    <a:pt x="2093" y="502"/>
                  </a:lnTo>
                  <a:lnTo>
                    <a:pt x="2051" y="502"/>
                  </a:lnTo>
                  <a:lnTo>
                    <a:pt x="2072" y="419"/>
                  </a:lnTo>
                  <a:lnTo>
                    <a:pt x="2093" y="356"/>
                  </a:lnTo>
                  <a:lnTo>
                    <a:pt x="2051" y="335"/>
                  </a:lnTo>
                  <a:lnTo>
                    <a:pt x="2030" y="251"/>
                  </a:lnTo>
                  <a:lnTo>
                    <a:pt x="1988" y="230"/>
                  </a:lnTo>
                  <a:lnTo>
                    <a:pt x="1883" y="230"/>
                  </a:lnTo>
                  <a:lnTo>
                    <a:pt x="1716" y="293"/>
                  </a:lnTo>
                  <a:lnTo>
                    <a:pt x="1151" y="419"/>
                  </a:lnTo>
                  <a:lnTo>
                    <a:pt x="733" y="419"/>
                  </a:lnTo>
                  <a:lnTo>
                    <a:pt x="628" y="2490"/>
                  </a:lnTo>
                  <a:lnTo>
                    <a:pt x="105" y="2490"/>
                  </a:lnTo>
                  <a:lnTo>
                    <a:pt x="0" y="4310"/>
                  </a:lnTo>
                  <a:lnTo>
                    <a:pt x="210" y="4436"/>
                  </a:lnTo>
                  <a:lnTo>
                    <a:pt x="272" y="4624"/>
                  </a:lnTo>
                  <a:lnTo>
                    <a:pt x="419" y="4938"/>
                  </a:lnTo>
                  <a:lnTo>
                    <a:pt x="398" y="5105"/>
                  </a:lnTo>
                  <a:lnTo>
                    <a:pt x="314" y="5273"/>
                  </a:lnTo>
                  <a:lnTo>
                    <a:pt x="314" y="5377"/>
                  </a:lnTo>
                  <a:lnTo>
                    <a:pt x="482" y="5357"/>
                  </a:lnTo>
                  <a:lnTo>
                    <a:pt x="628" y="5419"/>
                  </a:lnTo>
                  <a:lnTo>
                    <a:pt x="712" y="5357"/>
                  </a:lnTo>
                  <a:lnTo>
                    <a:pt x="879" y="5377"/>
                  </a:lnTo>
                  <a:lnTo>
                    <a:pt x="942" y="5294"/>
                  </a:lnTo>
                  <a:lnTo>
                    <a:pt x="1088" y="5273"/>
                  </a:lnTo>
                  <a:lnTo>
                    <a:pt x="1193" y="5210"/>
                  </a:lnTo>
                  <a:lnTo>
                    <a:pt x="1235" y="5126"/>
                  </a:lnTo>
                  <a:lnTo>
                    <a:pt x="1423" y="5043"/>
                  </a:lnTo>
                  <a:lnTo>
                    <a:pt x="1528" y="4938"/>
                  </a:lnTo>
                  <a:lnTo>
                    <a:pt x="1611" y="4708"/>
                  </a:lnTo>
                  <a:lnTo>
                    <a:pt x="1758" y="4582"/>
                  </a:lnTo>
                  <a:lnTo>
                    <a:pt x="1925" y="4540"/>
                  </a:lnTo>
                  <a:lnTo>
                    <a:pt x="2093" y="4603"/>
                  </a:lnTo>
                  <a:lnTo>
                    <a:pt x="2155" y="4645"/>
                  </a:lnTo>
                  <a:lnTo>
                    <a:pt x="2239" y="4687"/>
                  </a:lnTo>
                  <a:lnTo>
                    <a:pt x="2448" y="4771"/>
                  </a:lnTo>
                  <a:lnTo>
                    <a:pt x="2511" y="4771"/>
                  </a:lnTo>
                  <a:lnTo>
                    <a:pt x="2616" y="4812"/>
                  </a:lnTo>
                  <a:lnTo>
                    <a:pt x="2762" y="4771"/>
                  </a:lnTo>
                  <a:lnTo>
                    <a:pt x="2888" y="4771"/>
                  </a:lnTo>
                  <a:lnTo>
                    <a:pt x="2992" y="4750"/>
                  </a:lnTo>
                  <a:lnTo>
                    <a:pt x="3013" y="4812"/>
                  </a:lnTo>
                  <a:lnTo>
                    <a:pt x="3097" y="4854"/>
                  </a:lnTo>
                  <a:lnTo>
                    <a:pt x="3223" y="4750"/>
                  </a:lnTo>
                  <a:lnTo>
                    <a:pt x="3202" y="4729"/>
                  </a:lnTo>
                  <a:lnTo>
                    <a:pt x="3223" y="4624"/>
                  </a:lnTo>
                  <a:lnTo>
                    <a:pt x="3223" y="4540"/>
                  </a:lnTo>
                  <a:lnTo>
                    <a:pt x="3285" y="4499"/>
                  </a:lnTo>
                  <a:lnTo>
                    <a:pt x="3285" y="4331"/>
                  </a:lnTo>
                  <a:lnTo>
                    <a:pt x="3327" y="4227"/>
                  </a:lnTo>
                  <a:lnTo>
                    <a:pt x="3432" y="4206"/>
                  </a:lnTo>
                  <a:lnTo>
                    <a:pt x="3515" y="4164"/>
                  </a:lnTo>
                  <a:lnTo>
                    <a:pt x="3599" y="4164"/>
                  </a:lnTo>
                  <a:lnTo>
                    <a:pt x="3641" y="4101"/>
                  </a:lnTo>
                  <a:lnTo>
                    <a:pt x="3662" y="4080"/>
                  </a:lnTo>
                  <a:lnTo>
                    <a:pt x="3704" y="3996"/>
                  </a:lnTo>
                  <a:lnTo>
                    <a:pt x="3767" y="3955"/>
                  </a:lnTo>
                  <a:lnTo>
                    <a:pt x="3850" y="3913"/>
                  </a:lnTo>
                  <a:lnTo>
                    <a:pt x="3871" y="3871"/>
                  </a:lnTo>
                  <a:lnTo>
                    <a:pt x="3955" y="3850"/>
                  </a:lnTo>
                  <a:lnTo>
                    <a:pt x="3955" y="3766"/>
                  </a:lnTo>
                  <a:lnTo>
                    <a:pt x="3934" y="3704"/>
                  </a:lnTo>
                  <a:lnTo>
                    <a:pt x="3955" y="3578"/>
                  </a:lnTo>
                  <a:lnTo>
                    <a:pt x="4080" y="3369"/>
                  </a:lnTo>
                  <a:lnTo>
                    <a:pt x="4185" y="3327"/>
                  </a:lnTo>
                  <a:lnTo>
                    <a:pt x="4248" y="3327"/>
                  </a:lnTo>
                  <a:lnTo>
                    <a:pt x="4290" y="3264"/>
                  </a:lnTo>
                  <a:lnTo>
                    <a:pt x="4373" y="3243"/>
                  </a:lnTo>
                  <a:lnTo>
                    <a:pt x="4394" y="3180"/>
                  </a:lnTo>
                  <a:lnTo>
                    <a:pt x="4457" y="3139"/>
                  </a:lnTo>
                  <a:lnTo>
                    <a:pt x="4541" y="3076"/>
                  </a:lnTo>
                  <a:lnTo>
                    <a:pt x="4645" y="2971"/>
                  </a:lnTo>
                  <a:lnTo>
                    <a:pt x="4771" y="2950"/>
                  </a:lnTo>
                  <a:lnTo>
                    <a:pt x="4792" y="2971"/>
                  </a:lnTo>
                  <a:lnTo>
                    <a:pt x="4855" y="2950"/>
                  </a:lnTo>
                  <a:lnTo>
                    <a:pt x="4959" y="2950"/>
                  </a:lnTo>
                  <a:lnTo>
                    <a:pt x="5022" y="2867"/>
                  </a:lnTo>
                  <a:lnTo>
                    <a:pt x="5106" y="2867"/>
                  </a:lnTo>
                  <a:lnTo>
                    <a:pt x="5127" y="2762"/>
                  </a:lnTo>
                  <a:lnTo>
                    <a:pt x="5127" y="2720"/>
                  </a:lnTo>
                  <a:lnTo>
                    <a:pt x="5189" y="2657"/>
                  </a:lnTo>
                  <a:lnTo>
                    <a:pt x="5294" y="2657"/>
                  </a:lnTo>
                  <a:lnTo>
                    <a:pt x="5336" y="2616"/>
                  </a:lnTo>
                  <a:lnTo>
                    <a:pt x="5420" y="2616"/>
                  </a:lnTo>
                  <a:lnTo>
                    <a:pt x="5378" y="2553"/>
                  </a:lnTo>
                  <a:lnTo>
                    <a:pt x="5315" y="2511"/>
                  </a:lnTo>
                  <a:lnTo>
                    <a:pt x="5315" y="2448"/>
                  </a:lnTo>
                  <a:lnTo>
                    <a:pt x="5273" y="2406"/>
                  </a:lnTo>
                  <a:lnTo>
                    <a:pt x="5210" y="2406"/>
                  </a:lnTo>
                  <a:lnTo>
                    <a:pt x="5085" y="2323"/>
                  </a:lnTo>
                  <a:lnTo>
                    <a:pt x="5001" y="2323"/>
                  </a:lnTo>
                  <a:lnTo>
                    <a:pt x="4876" y="2281"/>
                  </a:lnTo>
                  <a:lnTo>
                    <a:pt x="4792" y="2302"/>
                  </a:lnTo>
                  <a:lnTo>
                    <a:pt x="4666" y="2281"/>
                  </a:lnTo>
                  <a:lnTo>
                    <a:pt x="4604" y="2176"/>
                  </a:lnTo>
                  <a:lnTo>
                    <a:pt x="4499" y="2092"/>
                  </a:lnTo>
                  <a:lnTo>
                    <a:pt x="4457" y="1988"/>
                  </a:lnTo>
                  <a:lnTo>
                    <a:pt x="4457" y="1904"/>
                  </a:lnTo>
                  <a:lnTo>
                    <a:pt x="4436" y="1779"/>
                  </a:lnTo>
                  <a:lnTo>
                    <a:pt x="4457" y="1695"/>
                  </a:lnTo>
                  <a:lnTo>
                    <a:pt x="4373" y="1611"/>
                  </a:lnTo>
                  <a:lnTo>
                    <a:pt x="4269" y="1590"/>
                  </a:lnTo>
                  <a:lnTo>
                    <a:pt x="4248" y="1548"/>
                  </a:lnTo>
                  <a:lnTo>
                    <a:pt x="4248" y="1486"/>
                  </a:lnTo>
                  <a:lnTo>
                    <a:pt x="4248" y="1465"/>
                  </a:lnTo>
                  <a:lnTo>
                    <a:pt x="4164" y="1402"/>
                  </a:lnTo>
                  <a:lnTo>
                    <a:pt x="4122" y="1360"/>
                  </a:lnTo>
                  <a:lnTo>
                    <a:pt x="4018" y="1297"/>
                  </a:lnTo>
                  <a:lnTo>
                    <a:pt x="3913" y="1235"/>
                  </a:lnTo>
                  <a:lnTo>
                    <a:pt x="3746" y="963"/>
                  </a:lnTo>
                  <a:lnTo>
                    <a:pt x="3704" y="879"/>
                  </a:lnTo>
                  <a:lnTo>
                    <a:pt x="3662" y="879"/>
                  </a:lnTo>
                  <a:lnTo>
                    <a:pt x="3620" y="837"/>
                  </a:lnTo>
                  <a:lnTo>
                    <a:pt x="3557" y="753"/>
                  </a:lnTo>
                  <a:lnTo>
                    <a:pt x="3515" y="711"/>
                  </a:lnTo>
                  <a:lnTo>
                    <a:pt x="3495" y="607"/>
                  </a:lnTo>
                  <a:lnTo>
                    <a:pt x="3432" y="523"/>
                  </a:lnTo>
                  <a:lnTo>
                    <a:pt x="3411" y="502"/>
                  </a:lnTo>
                  <a:lnTo>
                    <a:pt x="3411" y="439"/>
                  </a:lnTo>
                  <a:lnTo>
                    <a:pt x="3348" y="356"/>
                  </a:lnTo>
                  <a:lnTo>
                    <a:pt x="3285" y="314"/>
                  </a:lnTo>
                  <a:lnTo>
                    <a:pt x="3223" y="293"/>
                  </a:lnTo>
                  <a:lnTo>
                    <a:pt x="3139" y="209"/>
                  </a:lnTo>
                  <a:lnTo>
                    <a:pt x="3139" y="147"/>
                  </a:lnTo>
                  <a:lnTo>
                    <a:pt x="3139" y="105"/>
                  </a:lnTo>
                  <a:lnTo>
                    <a:pt x="3139" y="42"/>
                  </a:lnTo>
                  <a:lnTo>
                    <a:pt x="3118"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6" name="Google Shape;2556;p56"/>
            <p:cNvSpPr/>
            <p:nvPr/>
          </p:nvSpPr>
          <p:spPr>
            <a:xfrm>
              <a:off x="3824578" y="3257889"/>
              <a:ext cx="92188" cy="82826"/>
            </a:xfrm>
            <a:custGeom>
              <a:avLst/>
              <a:gdLst/>
              <a:ahLst/>
              <a:cxnLst/>
              <a:rect l="l" t="t" r="r" b="b"/>
              <a:pathLst>
                <a:path w="7742" h="7283" extrusionOk="0">
                  <a:moveTo>
                    <a:pt x="691" y="1"/>
                  </a:moveTo>
                  <a:lnTo>
                    <a:pt x="502" y="126"/>
                  </a:lnTo>
                  <a:lnTo>
                    <a:pt x="502" y="210"/>
                  </a:lnTo>
                  <a:lnTo>
                    <a:pt x="440" y="231"/>
                  </a:lnTo>
                  <a:lnTo>
                    <a:pt x="377" y="189"/>
                  </a:lnTo>
                  <a:lnTo>
                    <a:pt x="189" y="189"/>
                  </a:lnTo>
                  <a:lnTo>
                    <a:pt x="168" y="273"/>
                  </a:lnTo>
                  <a:lnTo>
                    <a:pt x="105" y="294"/>
                  </a:lnTo>
                  <a:lnTo>
                    <a:pt x="84" y="273"/>
                  </a:lnTo>
                  <a:lnTo>
                    <a:pt x="0" y="231"/>
                  </a:lnTo>
                  <a:lnTo>
                    <a:pt x="21" y="733"/>
                  </a:lnTo>
                  <a:lnTo>
                    <a:pt x="377" y="1068"/>
                  </a:lnTo>
                  <a:lnTo>
                    <a:pt x="544" y="1382"/>
                  </a:lnTo>
                  <a:lnTo>
                    <a:pt x="837" y="2051"/>
                  </a:lnTo>
                  <a:lnTo>
                    <a:pt x="858" y="2302"/>
                  </a:lnTo>
                  <a:lnTo>
                    <a:pt x="1151" y="2700"/>
                  </a:lnTo>
                  <a:lnTo>
                    <a:pt x="1151" y="2847"/>
                  </a:lnTo>
                  <a:lnTo>
                    <a:pt x="1465" y="3307"/>
                  </a:lnTo>
                  <a:lnTo>
                    <a:pt x="1465" y="3537"/>
                  </a:lnTo>
                  <a:lnTo>
                    <a:pt x="1381" y="3579"/>
                  </a:lnTo>
                  <a:lnTo>
                    <a:pt x="1465" y="3872"/>
                  </a:lnTo>
                  <a:lnTo>
                    <a:pt x="1486" y="4311"/>
                  </a:lnTo>
                  <a:lnTo>
                    <a:pt x="1674" y="4751"/>
                  </a:lnTo>
                  <a:lnTo>
                    <a:pt x="1653" y="5023"/>
                  </a:lnTo>
                  <a:lnTo>
                    <a:pt x="1695" y="5190"/>
                  </a:lnTo>
                  <a:lnTo>
                    <a:pt x="1632" y="5232"/>
                  </a:lnTo>
                  <a:lnTo>
                    <a:pt x="1674" y="5315"/>
                  </a:lnTo>
                  <a:lnTo>
                    <a:pt x="1737" y="5629"/>
                  </a:lnTo>
                  <a:lnTo>
                    <a:pt x="1800" y="5650"/>
                  </a:lnTo>
                  <a:lnTo>
                    <a:pt x="1862" y="5755"/>
                  </a:lnTo>
                  <a:lnTo>
                    <a:pt x="1800" y="5797"/>
                  </a:lnTo>
                  <a:lnTo>
                    <a:pt x="1800" y="5943"/>
                  </a:lnTo>
                  <a:lnTo>
                    <a:pt x="1883" y="6027"/>
                  </a:lnTo>
                  <a:lnTo>
                    <a:pt x="1904" y="6257"/>
                  </a:lnTo>
                  <a:lnTo>
                    <a:pt x="2009" y="6383"/>
                  </a:lnTo>
                  <a:lnTo>
                    <a:pt x="2155" y="6676"/>
                  </a:lnTo>
                  <a:lnTo>
                    <a:pt x="2281" y="6801"/>
                  </a:lnTo>
                  <a:lnTo>
                    <a:pt x="2302" y="6885"/>
                  </a:lnTo>
                  <a:lnTo>
                    <a:pt x="2511" y="7031"/>
                  </a:lnTo>
                  <a:lnTo>
                    <a:pt x="2595" y="6989"/>
                  </a:lnTo>
                  <a:lnTo>
                    <a:pt x="2720" y="6968"/>
                  </a:lnTo>
                  <a:lnTo>
                    <a:pt x="2720" y="6885"/>
                  </a:lnTo>
                  <a:lnTo>
                    <a:pt x="2678" y="6843"/>
                  </a:lnTo>
                  <a:lnTo>
                    <a:pt x="2720" y="6759"/>
                  </a:lnTo>
                  <a:lnTo>
                    <a:pt x="2888" y="6696"/>
                  </a:lnTo>
                  <a:lnTo>
                    <a:pt x="2930" y="6801"/>
                  </a:lnTo>
                  <a:lnTo>
                    <a:pt x="3055" y="6822"/>
                  </a:lnTo>
                  <a:lnTo>
                    <a:pt x="3013" y="6927"/>
                  </a:lnTo>
                  <a:lnTo>
                    <a:pt x="3097" y="7115"/>
                  </a:lnTo>
                  <a:lnTo>
                    <a:pt x="3264" y="7136"/>
                  </a:lnTo>
                  <a:lnTo>
                    <a:pt x="3411" y="7220"/>
                  </a:lnTo>
                  <a:lnTo>
                    <a:pt x="3515" y="7199"/>
                  </a:lnTo>
                  <a:lnTo>
                    <a:pt x="3557" y="7220"/>
                  </a:lnTo>
                  <a:lnTo>
                    <a:pt x="3662" y="7240"/>
                  </a:lnTo>
                  <a:lnTo>
                    <a:pt x="3725" y="7199"/>
                  </a:lnTo>
                  <a:lnTo>
                    <a:pt x="3787" y="7199"/>
                  </a:lnTo>
                  <a:lnTo>
                    <a:pt x="3850" y="7282"/>
                  </a:lnTo>
                  <a:lnTo>
                    <a:pt x="3976" y="7282"/>
                  </a:lnTo>
                  <a:lnTo>
                    <a:pt x="3997" y="7178"/>
                  </a:lnTo>
                  <a:lnTo>
                    <a:pt x="4038" y="7115"/>
                  </a:lnTo>
                  <a:lnTo>
                    <a:pt x="4101" y="7094"/>
                  </a:lnTo>
                  <a:lnTo>
                    <a:pt x="4164" y="6968"/>
                  </a:lnTo>
                  <a:lnTo>
                    <a:pt x="4310" y="6885"/>
                  </a:lnTo>
                  <a:lnTo>
                    <a:pt x="4499" y="6906"/>
                  </a:lnTo>
                  <a:lnTo>
                    <a:pt x="4562" y="6906"/>
                  </a:lnTo>
                  <a:lnTo>
                    <a:pt x="4624" y="4813"/>
                  </a:lnTo>
                  <a:lnTo>
                    <a:pt x="4729" y="2993"/>
                  </a:lnTo>
                  <a:lnTo>
                    <a:pt x="5252" y="2993"/>
                  </a:lnTo>
                  <a:lnTo>
                    <a:pt x="5357" y="922"/>
                  </a:lnTo>
                  <a:lnTo>
                    <a:pt x="5775" y="922"/>
                  </a:lnTo>
                  <a:lnTo>
                    <a:pt x="6340" y="796"/>
                  </a:lnTo>
                  <a:lnTo>
                    <a:pt x="6507" y="733"/>
                  </a:lnTo>
                  <a:lnTo>
                    <a:pt x="6612" y="733"/>
                  </a:lnTo>
                  <a:lnTo>
                    <a:pt x="6654" y="754"/>
                  </a:lnTo>
                  <a:lnTo>
                    <a:pt x="6675" y="838"/>
                  </a:lnTo>
                  <a:lnTo>
                    <a:pt x="6717" y="859"/>
                  </a:lnTo>
                  <a:lnTo>
                    <a:pt x="6696" y="922"/>
                  </a:lnTo>
                  <a:lnTo>
                    <a:pt x="6675" y="1005"/>
                  </a:lnTo>
                  <a:lnTo>
                    <a:pt x="6717" y="1005"/>
                  </a:lnTo>
                  <a:lnTo>
                    <a:pt x="6905" y="859"/>
                  </a:lnTo>
                  <a:lnTo>
                    <a:pt x="7031" y="733"/>
                  </a:lnTo>
                  <a:lnTo>
                    <a:pt x="7135" y="608"/>
                  </a:lnTo>
                  <a:lnTo>
                    <a:pt x="7282" y="608"/>
                  </a:lnTo>
                  <a:lnTo>
                    <a:pt x="7303" y="629"/>
                  </a:lnTo>
                  <a:lnTo>
                    <a:pt x="7386" y="650"/>
                  </a:lnTo>
                  <a:lnTo>
                    <a:pt x="7449" y="608"/>
                  </a:lnTo>
                  <a:lnTo>
                    <a:pt x="7637" y="524"/>
                  </a:lnTo>
                  <a:lnTo>
                    <a:pt x="7742" y="503"/>
                  </a:lnTo>
                  <a:lnTo>
                    <a:pt x="7658" y="398"/>
                  </a:lnTo>
                  <a:lnTo>
                    <a:pt x="7637" y="398"/>
                  </a:lnTo>
                  <a:lnTo>
                    <a:pt x="7616" y="378"/>
                  </a:lnTo>
                  <a:lnTo>
                    <a:pt x="7533" y="378"/>
                  </a:lnTo>
                  <a:lnTo>
                    <a:pt x="7512" y="336"/>
                  </a:lnTo>
                  <a:lnTo>
                    <a:pt x="7491" y="336"/>
                  </a:lnTo>
                  <a:lnTo>
                    <a:pt x="7449" y="315"/>
                  </a:lnTo>
                  <a:lnTo>
                    <a:pt x="7323" y="378"/>
                  </a:lnTo>
                  <a:lnTo>
                    <a:pt x="7240" y="336"/>
                  </a:lnTo>
                  <a:lnTo>
                    <a:pt x="6696" y="482"/>
                  </a:lnTo>
                  <a:lnTo>
                    <a:pt x="5817" y="691"/>
                  </a:lnTo>
                  <a:lnTo>
                    <a:pt x="5671" y="691"/>
                  </a:lnTo>
                  <a:lnTo>
                    <a:pt x="5650" y="650"/>
                  </a:lnTo>
                  <a:lnTo>
                    <a:pt x="5608" y="650"/>
                  </a:lnTo>
                  <a:lnTo>
                    <a:pt x="5566" y="608"/>
                  </a:lnTo>
                  <a:lnTo>
                    <a:pt x="5524" y="629"/>
                  </a:lnTo>
                  <a:lnTo>
                    <a:pt x="5461" y="608"/>
                  </a:lnTo>
                  <a:lnTo>
                    <a:pt x="5419" y="587"/>
                  </a:lnTo>
                  <a:lnTo>
                    <a:pt x="5336" y="608"/>
                  </a:lnTo>
                  <a:lnTo>
                    <a:pt x="5336" y="650"/>
                  </a:lnTo>
                  <a:lnTo>
                    <a:pt x="5189" y="650"/>
                  </a:lnTo>
                  <a:lnTo>
                    <a:pt x="5085" y="629"/>
                  </a:lnTo>
                  <a:lnTo>
                    <a:pt x="4938" y="503"/>
                  </a:lnTo>
                  <a:lnTo>
                    <a:pt x="4896" y="503"/>
                  </a:lnTo>
                  <a:lnTo>
                    <a:pt x="4875" y="482"/>
                  </a:lnTo>
                  <a:lnTo>
                    <a:pt x="4834" y="545"/>
                  </a:lnTo>
                  <a:lnTo>
                    <a:pt x="4771" y="545"/>
                  </a:lnTo>
                  <a:lnTo>
                    <a:pt x="4624" y="524"/>
                  </a:lnTo>
                  <a:lnTo>
                    <a:pt x="4520" y="545"/>
                  </a:lnTo>
                  <a:lnTo>
                    <a:pt x="4457" y="608"/>
                  </a:lnTo>
                  <a:lnTo>
                    <a:pt x="4373" y="587"/>
                  </a:lnTo>
                  <a:lnTo>
                    <a:pt x="4352" y="524"/>
                  </a:lnTo>
                  <a:lnTo>
                    <a:pt x="4290" y="503"/>
                  </a:lnTo>
                  <a:lnTo>
                    <a:pt x="4185" y="524"/>
                  </a:lnTo>
                  <a:lnTo>
                    <a:pt x="4080" y="503"/>
                  </a:lnTo>
                  <a:lnTo>
                    <a:pt x="3955" y="440"/>
                  </a:lnTo>
                  <a:lnTo>
                    <a:pt x="3892" y="398"/>
                  </a:lnTo>
                  <a:lnTo>
                    <a:pt x="3850" y="294"/>
                  </a:lnTo>
                  <a:lnTo>
                    <a:pt x="3829" y="273"/>
                  </a:lnTo>
                  <a:lnTo>
                    <a:pt x="1653" y="273"/>
                  </a:lnTo>
                  <a:lnTo>
                    <a:pt x="1632" y="231"/>
                  </a:lnTo>
                  <a:lnTo>
                    <a:pt x="1569" y="231"/>
                  </a:lnTo>
                  <a:lnTo>
                    <a:pt x="1486" y="294"/>
                  </a:lnTo>
                  <a:lnTo>
                    <a:pt x="1465" y="294"/>
                  </a:lnTo>
                  <a:lnTo>
                    <a:pt x="1360" y="336"/>
                  </a:lnTo>
                  <a:lnTo>
                    <a:pt x="1235" y="294"/>
                  </a:lnTo>
                  <a:lnTo>
                    <a:pt x="1130" y="189"/>
                  </a:lnTo>
                  <a:lnTo>
                    <a:pt x="1067" y="168"/>
                  </a:lnTo>
                  <a:lnTo>
                    <a:pt x="1109" y="106"/>
                  </a:lnTo>
                  <a:lnTo>
                    <a:pt x="1025" y="85"/>
                  </a:lnTo>
                  <a:lnTo>
                    <a:pt x="1025" y="64"/>
                  </a:lnTo>
                  <a:lnTo>
                    <a:pt x="942" y="1"/>
                  </a:lnTo>
                  <a:lnTo>
                    <a:pt x="900" y="22"/>
                  </a:lnTo>
                  <a:lnTo>
                    <a:pt x="858" y="64"/>
                  </a:lnTo>
                  <a:lnTo>
                    <a:pt x="837" y="64"/>
                  </a:lnTo>
                  <a:lnTo>
                    <a:pt x="733"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6B65"/>
                </a:solidFill>
              </a:endParaRPr>
            </a:p>
          </p:txBody>
        </p:sp>
        <p:sp>
          <p:nvSpPr>
            <p:cNvPr id="2557" name="Google Shape;2557;p56"/>
            <p:cNvSpPr/>
            <p:nvPr/>
          </p:nvSpPr>
          <p:spPr>
            <a:xfrm>
              <a:off x="3953131" y="3215060"/>
              <a:ext cx="71767" cy="110427"/>
            </a:xfrm>
            <a:custGeom>
              <a:avLst/>
              <a:gdLst/>
              <a:ahLst/>
              <a:cxnLst/>
              <a:rect l="l" t="t" r="r" b="b"/>
              <a:pathLst>
                <a:path w="6027" h="9710" extrusionOk="0">
                  <a:moveTo>
                    <a:pt x="6006" y="1"/>
                  </a:moveTo>
                  <a:lnTo>
                    <a:pt x="5964" y="22"/>
                  </a:lnTo>
                  <a:lnTo>
                    <a:pt x="5922" y="84"/>
                  </a:lnTo>
                  <a:lnTo>
                    <a:pt x="5818" y="63"/>
                  </a:lnTo>
                  <a:lnTo>
                    <a:pt x="5734" y="126"/>
                  </a:lnTo>
                  <a:lnTo>
                    <a:pt x="5650" y="210"/>
                  </a:lnTo>
                  <a:lnTo>
                    <a:pt x="5525" y="231"/>
                  </a:lnTo>
                  <a:lnTo>
                    <a:pt x="5441" y="314"/>
                  </a:lnTo>
                  <a:lnTo>
                    <a:pt x="5315" y="314"/>
                  </a:lnTo>
                  <a:lnTo>
                    <a:pt x="5294" y="377"/>
                  </a:lnTo>
                  <a:lnTo>
                    <a:pt x="5190" y="398"/>
                  </a:lnTo>
                  <a:lnTo>
                    <a:pt x="5106" y="377"/>
                  </a:lnTo>
                  <a:lnTo>
                    <a:pt x="4897" y="440"/>
                  </a:lnTo>
                  <a:lnTo>
                    <a:pt x="4855" y="482"/>
                  </a:lnTo>
                  <a:lnTo>
                    <a:pt x="4750" y="503"/>
                  </a:lnTo>
                  <a:lnTo>
                    <a:pt x="4667" y="440"/>
                  </a:lnTo>
                  <a:lnTo>
                    <a:pt x="4583" y="440"/>
                  </a:lnTo>
                  <a:lnTo>
                    <a:pt x="4478" y="419"/>
                  </a:lnTo>
                  <a:lnTo>
                    <a:pt x="4437" y="482"/>
                  </a:lnTo>
                  <a:lnTo>
                    <a:pt x="4458" y="524"/>
                  </a:lnTo>
                  <a:lnTo>
                    <a:pt x="4437" y="607"/>
                  </a:lnTo>
                  <a:lnTo>
                    <a:pt x="4269" y="628"/>
                  </a:lnTo>
                  <a:lnTo>
                    <a:pt x="4144" y="691"/>
                  </a:lnTo>
                  <a:lnTo>
                    <a:pt x="4060" y="628"/>
                  </a:lnTo>
                  <a:lnTo>
                    <a:pt x="3976" y="628"/>
                  </a:lnTo>
                  <a:lnTo>
                    <a:pt x="3976" y="587"/>
                  </a:lnTo>
                  <a:lnTo>
                    <a:pt x="3934" y="545"/>
                  </a:lnTo>
                  <a:lnTo>
                    <a:pt x="3872" y="607"/>
                  </a:lnTo>
                  <a:lnTo>
                    <a:pt x="3809" y="607"/>
                  </a:lnTo>
                  <a:lnTo>
                    <a:pt x="3704" y="712"/>
                  </a:lnTo>
                  <a:lnTo>
                    <a:pt x="3516" y="733"/>
                  </a:lnTo>
                  <a:lnTo>
                    <a:pt x="3537" y="712"/>
                  </a:lnTo>
                  <a:lnTo>
                    <a:pt x="3495" y="628"/>
                  </a:lnTo>
                  <a:lnTo>
                    <a:pt x="3411" y="628"/>
                  </a:lnTo>
                  <a:lnTo>
                    <a:pt x="3328" y="587"/>
                  </a:lnTo>
                  <a:lnTo>
                    <a:pt x="3244" y="545"/>
                  </a:lnTo>
                  <a:lnTo>
                    <a:pt x="3244" y="503"/>
                  </a:lnTo>
                  <a:lnTo>
                    <a:pt x="3181" y="524"/>
                  </a:lnTo>
                  <a:lnTo>
                    <a:pt x="3139" y="545"/>
                  </a:lnTo>
                  <a:lnTo>
                    <a:pt x="3035" y="587"/>
                  </a:lnTo>
                  <a:lnTo>
                    <a:pt x="2491" y="607"/>
                  </a:lnTo>
                  <a:lnTo>
                    <a:pt x="2365" y="1110"/>
                  </a:lnTo>
                  <a:lnTo>
                    <a:pt x="2449" y="1654"/>
                  </a:lnTo>
                  <a:lnTo>
                    <a:pt x="2616" y="1737"/>
                  </a:lnTo>
                  <a:lnTo>
                    <a:pt x="2721" y="1800"/>
                  </a:lnTo>
                  <a:lnTo>
                    <a:pt x="2763" y="1863"/>
                  </a:lnTo>
                  <a:lnTo>
                    <a:pt x="2805" y="1884"/>
                  </a:lnTo>
                  <a:lnTo>
                    <a:pt x="3014" y="2072"/>
                  </a:lnTo>
                  <a:lnTo>
                    <a:pt x="3035" y="2177"/>
                  </a:lnTo>
                  <a:lnTo>
                    <a:pt x="3181" y="2365"/>
                  </a:lnTo>
                  <a:lnTo>
                    <a:pt x="3223" y="2491"/>
                  </a:lnTo>
                  <a:lnTo>
                    <a:pt x="3286" y="2574"/>
                  </a:lnTo>
                  <a:lnTo>
                    <a:pt x="3286" y="2637"/>
                  </a:lnTo>
                  <a:lnTo>
                    <a:pt x="3202" y="2637"/>
                  </a:lnTo>
                  <a:lnTo>
                    <a:pt x="3181" y="2721"/>
                  </a:lnTo>
                  <a:lnTo>
                    <a:pt x="3118" y="2721"/>
                  </a:lnTo>
                  <a:lnTo>
                    <a:pt x="3097" y="2783"/>
                  </a:lnTo>
                  <a:lnTo>
                    <a:pt x="3118" y="2804"/>
                  </a:lnTo>
                  <a:lnTo>
                    <a:pt x="3097" y="2846"/>
                  </a:lnTo>
                  <a:lnTo>
                    <a:pt x="3181" y="2930"/>
                  </a:lnTo>
                  <a:lnTo>
                    <a:pt x="3139" y="3139"/>
                  </a:lnTo>
                  <a:lnTo>
                    <a:pt x="3118" y="3244"/>
                  </a:lnTo>
                  <a:lnTo>
                    <a:pt x="3035" y="3307"/>
                  </a:lnTo>
                  <a:lnTo>
                    <a:pt x="2930" y="3327"/>
                  </a:lnTo>
                  <a:lnTo>
                    <a:pt x="2867" y="3474"/>
                  </a:lnTo>
                  <a:lnTo>
                    <a:pt x="2867" y="3579"/>
                  </a:lnTo>
                  <a:lnTo>
                    <a:pt x="2805" y="3683"/>
                  </a:lnTo>
                  <a:lnTo>
                    <a:pt x="2825" y="3830"/>
                  </a:lnTo>
                  <a:lnTo>
                    <a:pt x="2805" y="3955"/>
                  </a:lnTo>
                  <a:lnTo>
                    <a:pt x="2700" y="3976"/>
                  </a:lnTo>
                  <a:lnTo>
                    <a:pt x="2679" y="3872"/>
                  </a:lnTo>
                  <a:lnTo>
                    <a:pt x="2700" y="3830"/>
                  </a:lnTo>
                  <a:lnTo>
                    <a:pt x="2616" y="3725"/>
                  </a:lnTo>
                  <a:lnTo>
                    <a:pt x="2574" y="3662"/>
                  </a:lnTo>
                  <a:lnTo>
                    <a:pt x="2491" y="3620"/>
                  </a:lnTo>
                  <a:lnTo>
                    <a:pt x="2386" y="3537"/>
                  </a:lnTo>
                  <a:lnTo>
                    <a:pt x="2281" y="3411"/>
                  </a:lnTo>
                  <a:lnTo>
                    <a:pt x="2281" y="3327"/>
                  </a:lnTo>
                  <a:lnTo>
                    <a:pt x="2240" y="3202"/>
                  </a:lnTo>
                  <a:lnTo>
                    <a:pt x="2240" y="3097"/>
                  </a:lnTo>
                  <a:lnTo>
                    <a:pt x="2281" y="2993"/>
                  </a:lnTo>
                  <a:lnTo>
                    <a:pt x="2344" y="2846"/>
                  </a:lnTo>
                  <a:lnTo>
                    <a:pt x="2449" y="2721"/>
                  </a:lnTo>
                  <a:lnTo>
                    <a:pt x="2470" y="2595"/>
                  </a:lnTo>
                  <a:lnTo>
                    <a:pt x="2470" y="2428"/>
                  </a:lnTo>
                  <a:lnTo>
                    <a:pt x="2407" y="2323"/>
                  </a:lnTo>
                  <a:lnTo>
                    <a:pt x="2261" y="2302"/>
                  </a:lnTo>
                  <a:lnTo>
                    <a:pt x="2135" y="2302"/>
                  </a:lnTo>
                  <a:lnTo>
                    <a:pt x="2072" y="2365"/>
                  </a:lnTo>
                  <a:lnTo>
                    <a:pt x="2030" y="2365"/>
                  </a:lnTo>
                  <a:lnTo>
                    <a:pt x="1968" y="2386"/>
                  </a:lnTo>
                  <a:lnTo>
                    <a:pt x="1863" y="2323"/>
                  </a:lnTo>
                  <a:lnTo>
                    <a:pt x="1863" y="2260"/>
                  </a:lnTo>
                  <a:lnTo>
                    <a:pt x="1821" y="2198"/>
                  </a:lnTo>
                  <a:lnTo>
                    <a:pt x="1779" y="2156"/>
                  </a:lnTo>
                  <a:lnTo>
                    <a:pt x="1758" y="2093"/>
                  </a:lnTo>
                  <a:lnTo>
                    <a:pt x="1612" y="2114"/>
                  </a:lnTo>
                  <a:lnTo>
                    <a:pt x="1424" y="2177"/>
                  </a:lnTo>
                  <a:lnTo>
                    <a:pt x="1089" y="2302"/>
                  </a:lnTo>
                  <a:lnTo>
                    <a:pt x="984" y="2323"/>
                  </a:lnTo>
                  <a:lnTo>
                    <a:pt x="398" y="2595"/>
                  </a:lnTo>
                  <a:lnTo>
                    <a:pt x="273" y="2595"/>
                  </a:lnTo>
                  <a:lnTo>
                    <a:pt x="43" y="2700"/>
                  </a:lnTo>
                  <a:lnTo>
                    <a:pt x="1" y="2783"/>
                  </a:lnTo>
                  <a:lnTo>
                    <a:pt x="43" y="2951"/>
                  </a:lnTo>
                  <a:lnTo>
                    <a:pt x="43" y="3035"/>
                  </a:lnTo>
                  <a:lnTo>
                    <a:pt x="64" y="3223"/>
                  </a:lnTo>
                  <a:lnTo>
                    <a:pt x="273" y="3244"/>
                  </a:lnTo>
                  <a:lnTo>
                    <a:pt x="356" y="3244"/>
                  </a:lnTo>
                  <a:lnTo>
                    <a:pt x="377" y="3327"/>
                  </a:lnTo>
                  <a:lnTo>
                    <a:pt x="419" y="3307"/>
                  </a:lnTo>
                  <a:lnTo>
                    <a:pt x="482" y="3244"/>
                  </a:lnTo>
                  <a:lnTo>
                    <a:pt x="628" y="3265"/>
                  </a:lnTo>
                  <a:lnTo>
                    <a:pt x="796" y="3369"/>
                  </a:lnTo>
                  <a:lnTo>
                    <a:pt x="901" y="3516"/>
                  </a:lnTo>
                  <a:lnTo>
                    <a:pt x="1005" y="3537"/>
                  </a:lnTo>
                  <a:lnTo>
                    <a:pt x="1193" y="3537"/>
                  </a:lnTo>
                  <a:lnTo>
                    <a:pt x="1298" y="3620"/>
                  </a:lnTo>
                  <a:lnTo>
                    <a:pt x="1340" y="3683"/>
                  </a:lnTo>
                  <a:lnTo>
                    <a:pt x="1465" y="3725"/>
                  </a:lnTo>
                  <a:lnTo>
                    <a:pt x="1465" y="3788"/>
                  </a:lnTo>
                  <a:lnTo>
                    <a:pt x="1424" y="3892"/>
                  </a:lnTo>
                  <a:lnTo>
                    <a:pt x="1445" y="3976"/>
                  </a:lnTo>
                  <a:lnTo>
                    <a:pt x="1424" y="4060"/>
                  </a:lnTo>
                  <a:lnTo>
                    <a:pt x="1445" y="4144"/>
                  </a:lnTo>
                  <a:lnTo>
                    <a:pt x="1445" y="4206"/>
                  </a:lnTo>
                  <a:lnTo>
                    <a:pt x="1403" y="4290"/>
                  </a:lnTo>
                  <a:lnTo>
                    <a:pt x="1361" y="4457"/>
                  </a:lnTo>
                  <a:lnTo>
                    <a:pt x="1319" y="4562"/>
                  </a:lnTo>
                  <a:lnTo>
                    <a:pt x="1361" y="4604"/>
                  </a:lnTo>
                  <a:lnTo>
                    <a:pt x="1445" y="4604"/>
                  </a:lnTo>
                  <a:lnTo>
                    <a:pt x="1424" y="4688"/>
                  </a:lnTo>
                  <a:lnTo>
                    <a:pt x="1319" y="4729"/>
                  </a:lnTo>
                  <a:lnTo>
                    <a:pt x="1319" y="4834"/>
                  </a:lnTo>
                  <a:lnTo>
                    <a:pt x="1319" y="4980"/>
                  </a:lnTo>
                  <a:lnTo>
                    <a:pt x="1235" y="5001"/>
                  </a:lnTo>
                  <a:lnTo>
                    <a:pt x="1235" y="5043"/>
                  </a:lnTo>
                  <a:lnTo>
                    <a:pt x="1340" y="5127"/>
                  </a:lnTo>
                  <a:lnTo>
                    <a:pt x="1361" y="5232"/>
                  </a:lnTo>
                  <a:lnTo>
                    <a:pt x="1319" y="5294"/>
                  </a:lnTo>
                  <a:lnTo>
                    <a:pt x="1319" y="5399"/>
                  </a:lnTo>
                  <a:lnTo>
                    <a:pt x="1361" y="5441"/>
                  </a:lnTo>
                  <a:lnTo>
                    <a:pt x="1403" y="5524"/>
                  </a:lnTo>
                  <a:lnTo>
                    <a:pt x="1319" y="5629"/>
                  </a:lnTo>
                  <a:lnTo>
                    <a:pt x="1214" y="5734"/>
                  </a:lnTo>
                  <a:lnTo>
                    <a:pt x="1193" y="5776"/>
                  </a:lnTo>
                  <a:lnTo>
                    <a:pt x="1110" y="5776"/>
                  </a:lnTo>
                  <a:lnTo>
                    <a:pt x="1089" y="5859"/>
                  </a:lnTo>
                  <a:lnTo>
                    <a:pt x="1110" y="5964"/>
                  </a:lnTo>
                  <a:lnTo>
                    <a:pt x="1089" y="6048"/>
                  </a:lnTo>
                  <a:lnTo>
                    <a:pt x="1047" y="6194"/>
                  </a:lnTo>
                  <a:lnTo>
                    <a:pt x="1026" y="6278"/>
                  </a:lnTo>
                  <a:lnTo>
                    <a:pt x="1026" y="6466"/>
                  </a:lnTo>
                  <a:lnTo>
                    <a:pt x="398" y="7115"/>
                  </a:lnTo>
                  <a:lnTo>
                    <a:pt x="461" y="7282"/>
                  </a:lnTo>
                  <a:lnTo>
                    <a:pt x="482" y="7429"/>
                  </a:lnTo>
                  <a:lnTo>
                    <a:pt x="566" y="7554"/>
                  </a:lnTo>
                  <a:lnTo>
                    <a:pt x="566" y="7847"/>
                  </a:lnTo>
                  <a:lnTo>
                    <a:pt x="524" y="7868"/>
                  </a:lnTo>
                  <a:lnTo>
                    <a:pt x="524" y="7973"/>
                  </a:lnTo>
                  <a:lnTo>
                    <a:pt x="587" y="8077"/>
                  </a:lnTo>
                  <a:lnTo>
                    <a:pt x="608" y="8224"/>
                  </a:lnTo>
                  <a:lnTo>
                    <a:pt x="608" y="8684"/>
                  </a:lnTo>
                  <a:lnTo>
                    <a:pt x="566" y="8851"/>
                  </a:lnTo>
                  <a:lnTo>
                    <a:pt x="566" y="9019"/>
                  </a:lnTo>
                  <a:lnTo>
                    <a:pt x="566" y="9207"/>
                  </a:lnTo>
                  <a:lnTo>
                    <a:pt x="566" y="9228"/>
                  </a:lnTo>
                  <a:lnTo>
                    <a:pt x="628" y="9270"/>
                  </a:lnTo>
                  <a:lnTo>
                    <a:pt x="691" y="9333"/>
                  </a:lnTo>
                  <a:lnTo>
                    <a:pt x="733" y="9395"/>
                  </a:lnTo>
                  <a:lnTo>
                    <a:pt x="712" y="9437"/>
                  </a:lnTo>
                  <a:lnTo>
                    <a:pt x="712" y="9521"/>
                  </a:lnTo>
                  <a:lnTo>
                    <a:pt x="691" y="9626"/>
                  </a:lnTo>
                  <a:lnTo>
                    <a:pt x="691" y="9646"/>
                  </a:lnTo>
                  <a:lnTo>
                    <a:pt x="733" y="9646"/>
                  </a:lnTo>
                  <a:lnTo>
                    <a:pt x="942" y="9709"/>
                  </a:lnTo>
                  <a:lnTo>
                    <a:pt x="1047" y="9709"/>
                  </a:lnTo>
                  <a:lnTo>
                    <a:pt x="1089" y="9605"/>
                  </a:lnTo>
                  <a:lnTo>
                    <a:pt x="1131" y="9500"/>
                  </a:lnTo>
                  <a:lnTo>
                    <a:pt x="1152" y="9333"/>
                  </a:lnTo>
                  <a:lnTo>
                    <a:pt x="1131" y="9291"/>
                  </a:lnTo>
                  <a:lnTo>
                    <a:pt x="1110" y="9291"/>
                  </a:lnTo>
                  <a:lnTo>
                    <a:pt x="1089" y="9395"/>
                  </a:lnTo>
                  <a:lnTo>
                    <a:pt x="1005" y="9374"/>
                  </a:lnTo>
                  <a:lnTo>
                    <a:pt x="942" y="9437"/>
                  </a:lnTo>
                  <a:lnTo>
                    <a:pt x="942" y="9333"/>
                  </a:lnTo>
                  <a:lnTo>
                    <a:pt x="901" y="9228"/>
                  </a:lnTo>
                  <a:lnTo>
                    <a:pt x="880" y="9207"/>
                  </a:lnTo>
                  <a:lnTo>
                    <a:pt x="921" y="9165"/>
                  </a:lnTo>
                  <a:lnTo>
                    <a:pt x="984" y="9165"/>
                  </a:lnTo>
                  <a:lnTo>
                    <a:pt x="1026" y="9019"/>
                  </a:lnTo>
                  <a:lnTo>
                    <a:pt x="1110" y="8977"/>
                  </a:lnTo>
                  <a:lnTo>
                    <a:pt x="1131" y="8893"/>
                  </a:lnTo>
                  <a:lnTo>
                    <a:pt x="1298" y="8872"/>
                  </a:lnTo>
                  <a:lnTo>
                    <a:pt x="1465" y="8663"/>
                  </a:lnTo>
                  <a:lnTo>
                    <a:pt x="1989" y="8579"/>
                  </a:lnTo>
                  <a:lnTo>
                    <a:pt x="2365" y="8391"/>
                  </a:lnTo>
                  <a:lnTo>
                    <a:pt x="2574" y="8182"/>
                  </a:lnTo>
                  <a:lnTo>
                    <a:pt x="2616" y="8035"/>
                  </a:lnTo>
                  <a:lnTo>
                    <a:pt x="2679" y="7931"/>
                  </a:lnTo>
                  <a:lnTo>
                    <a:pt x="2679" y="7847"/>
                  </a:lnTo>
                  <a:lnTo>
                    <a:pt x="2574" y="7910"/>
                  </a:lnTo>
                  <a:lnTo>
                    <a:pt x="2553" y="7805"/>
                  </a:lnTo>
                  <a:lnTo>
                    <a:pt x="2595" y="7805"/>
                  </a:lnTo>
                  <a:lnTo>
                    <a:pt x="2595" y="7701"/>
                  </a:lnTo>
                  <a:lnTo>
                    <a:pt x="2658" y="7617"/>
                  </a:lnTo>
                  <a:lnTo>
                    <a:pt x="2658" y="7533"/>
                  </a:lnTo>
                  <a:lnTo>
                    <a:pt x="2721" y="7345"/>
                  </a:lnTo>
                  <a:lnTo>
                    <a:pt x="2700" y="7324"/>
                  </a:lnTo>
                  <a:lnTo>
                    <a:pt x="2700" y="7177"/>
                  </a:lnTo>
                  <a:lnTo>
                    <a:pt x="2763" y="7115"/>
                  </a:lnTo>
                  <a:lnTo>
                    <a:pt x="2763" y="6968"/>
                  </a:lnTo>
                  <a:lnTo>
                    <a:pt x="2721" y="6968"/>
                  </a:lnTo>
                  <a:lnTo>
                    <a:pt x="2721" y="6822"/>
                  </a:lnTo>
                  <a:lnTo>
                    <a:pt x="2658" y="6968"/>
                  </a:lnTo>
                  <a:lnTo>
                    <a:pt x="2658" y="7073"/>
                  </a:lnTo>
                  <a:lnTo>
                    <a:pt x="2595" y="7094"/>
                  </a:lnTo>
                  <a:lnTo>
                    <a:pt x="2574" y="6968"/>
                  </a:lnTo>
                  <a:lnTo>
                    <a:pt x="2595" y="6592"/>
                  </a:lnTo>
                  <a:lnTo>
                    <a:pt x="2553" y="6466"/>
                  </a:lnTo>
                  <a:lnTo>
                    <a:pt x="2553" y="6340"/>
                  </a:lnTo>
                  <a:lnTo>
                    <a:pt x="2470" y="6236"/>
                  </a:lnTo>
                  <a:lnTo>
                    <a:pt x="2407" y="6194"/>
                  </a:lnTo>
                  <a:lnTo>
                    <a:pt x="2491" y="6152"/>
                  </a:lnTo>
                  <a:lnTo>
                    <a:pt x="2491" y="6068"/>
                  </a:lnTo>
                  <a:lnTo>
                    <a:pt x="2302" y="5838"/>
                  </a:lnTo>
                  <a:lnTo>
                    <a:pt x="2386" y="5755"/>
                  </a:lnTo>
                  <a:lnTo>
                    <a:pt x="2365" y="5650"/>
                  </a:lnTo>
                  <a:lnTo>
                    <a:pt x="2407" y="5608"/>
                  </a:lnTo>
                  <a:lnTo>
                    <a:pt x="2407" y="5524"/>
                  </a:lnTo>
                  <a:lnTo>
                    <a:pt x="2365" y="5441"/>
                  </a:lnTo>
                  <a:lnTo>
                    <a:pt x="2365" y="5399"/>
                  </a:lnTo>
                  <a:lnTo>
                    <a:pt x="2407" y="5399"/>
                  </a:lnTo>
                  <a:lnTo>
                    <a:pt x="2512" y="5462"/>
                  </a:lnTo>
                  <a:lnTo>
                    <a:pt x="2574" y="5399"/>
                  </a:lnTo>
                  <a:lnTo>
                    <a:pt x="2721" y="5399"/>
                  </a:lnTo>
                  <a:lnTo>
                    <a:pt x="2825" y="5315"/>
                  </a:lnTo>
                  <a:lnTo>
                    <a:pt x="2805" y="5190"/>
                  </a:lnTo>
                  <a:lnTo>
                    <a:pt x="3118" y="4980"/>
                  </a:lnTo>
                  <a:lnTo>
                    <a:pt x="3244" y="4980"/>
                  </a:lnTo>
                  <a:lnTo>
                    <a:pt x="3244" y="4897"/>
                  </a:lnTo>
                  <a:lnTo>
                    <a:pt x="3307" y="4876"/>
                  </a:lnTo>
                  <a:lnTo>
                    <a:pt x="3349" y="4813"/>
                  </a:lnTo>
                  <a:lnTo>
                    <a:pt x="3349" y="4771"/>
                  </a:lnTo>
                  <a:lnTo>
                    <a:pt x="3600" y="4625"/>
                  </a:lnTo>
                  <a:lnTo>
                    <a:pt x="3621" y="4562"/>
                  </a:lnTo>
                  <a:lnTo>
                    <a:pt x="3662" y="4520"/>
                  </a:lnTo>
                  <a:lnTo>
                    <a:pt x="3704" y="4374"/>
                  </a:lnTo>
                  <a:lnTo>
                    <a:pt x="3746" y="4478"/>
                  </a:lnTo>
                  <a:lnTo>
                    <a:pt x="3830" y="4416"/>
                  </a:lnTo>
                  <a:lnTo>
                    <a:pt x="3955" y="4269"/>
                  </a:lnTo>
                  <a:lnTo>
                    <a:pt x="3955" y="4185"/>
                  </a:lnTo>
                  <a:lnTo>
                    <a:pt x="4018" y="4248"/>
                  </a:lnTo>
                  <a:lnTo>
                    <a:pt x="4248" y="4081"/>
                  </a:lnTo>
                  <a:lnTo>
                    <a:pt x="4437" y="3997"/>
                  </a:lnTo>
                  <a:lnTo>
                    <a:pt x="4437" y="3976"/>
                  </a:lnTo>
                  <a:lnTo>
                    <a:pt x="4562" y="3976"/>
                  </a:lnTo>
                  <a:lnTo>
                    <a:pt x="4918" y="3788"/>
                  </a:lnTo>
                  <a:lnTo>
                    <a:pt x="4960" y="3725"/>
                  </a:lnTo>
                  <a:lnTo>
                    <a:pt x="5022" y="3683"/>
                  </a:lnTo>
                  <a:lnTo>
                    <a:pt x="5399" y="3474"/>
                  </a:lnTo>
                  <a:lnTo>
                    <a:pt x="5399" y="3369"/>
                  </a:lnTo>
                  <a:lnTo>
                    <a:pt x="5504" y="3369"/>
                  </a:lnTo>
                  <a:lnTo>
                    <a:pt x="5608" y="3223"/>
                  </a:lnTo>
                  <a:lnTo>
                    <a:pt x="5608" y="3139"/>
                  </a:lnTo>
                  <a:lnTo>
                    <a:pt x="5734" y="2993"/>
                  </a:lnTo>
                  <a:lnTo>
                    <a:pt x="5818" y="2951"/>
                  </a:lnTo>
                  <a:lnTo>
                    <a:pt x="5818" y="2846"/>
                  </a:lnTo>
                  <a:lnTo>
                    <a:pt x="5859" y="2783"/>
                  </a:lnTo>
                  <a:lnTo>
                    <a:pt x="5797" y="2783"/>
                  </a:lnTo>
                  <a:lnTo>
                    <a:pt x="5755" y="2804"/>
                  </a:lnTo>
                  <a:lnTo>
                    <a:pt x="5734" y="2742"/>
                  </a:lnTo>
                  <a:lnTo>
                    <a:pt x="5838" y="2679"/>
                  </a:lnTo>
                  <a:lnTo>
                    <a:pt x="5901" y="2679"/>
                  </a:lnTo>
                  <a:lnTo>
                    <a:pt x="5922" y="2616"/>
                  </a:lnTo>
                  <a:lnTo>
                    <a:pt x="5901" y="2574"/>
                  </a:lnTo>
                  <a:lnTo>
                    <a:pt x="5943" y="2532"/>
                  </a:lnTo>
                  <a:lnTo>
                    <a:pt x="6006" y="2470"/>
                  </a:lnTo>
                  <a:lnTo>
                    <a:pt x="5964" y="2219"/>
                  </a:lnTo>
                  <a:lnTo>
                    <a:pt x="5943" y="2198"/>
                  </a:lnTo>
                  <a:lnTo>
                    <a:pt x="5838" y="2198"/>
                  </a:lnTo>
                  <a:lnTo>
                    <a:pt x="5797" y="2177"/>
                  </a:lnTo>
                  <a:lnTo>
                    <a:pt x="5818" y="2114"/>
                  </a:lnTo>
                  <a:lnTo>
                    <a:pt x="5901" y="2114"/>
                  </a:lnTo>
                  <a:lnTo>
                    <a:pt x="5901" y="1863"/>
                  </a:lnTo>
                  <a:lnTo>
                    <a:pt x="5859" y="1800"/>
                  </a:lnTo>
                  <a:lnTo>
                    <a:pt x="5901" y="1800"/>
                  </a:lnTo>
                  <a:lnTo>
                    <a:pt x="5922" y="1528"/>
                  </a:lnTo>
                  <a:lnTo>
                    <a:pt x="5901" y="1361"/>
                  </a:lnTo>
                  <a:lnTo>
                    <a:pt x="5964" y="1319"/>
                  </a:lnTo>
                  <a:lnTo>
                    <a:pt x="5943" y="1151"/>
                  </a:lnTo>
                  <a:lnTo>
                    <a:pt x="5922" y="1131"/>
                  </a:lnTo>
                  <a:lnTo>
                    <a:pt x="5922" y="963"/>
                  </a:lnTo>
                  <a:lnTo>
                    <a:pt x="5964" y="942"/>
                  </a:lnTo>
                  <a:lnTo>
                    <a:pt x="5901" y="817"/>
                  </a:lnTo>
                  <a:lnTo>
                    <a:pt x="5859" y="628"/>
                  </a:lnTo>
                  <a:lnTo>
                    <a:pt x="5922" y="587"/>
                  </a:lnTo>
                  <a:lnTo>
                    <a:pt x="5901" y="545"/>
                  </a:lnTo>
                  <a:lnTo>
                    <a:pt x="5901" y="503"/>
                  </a:lnTo>
                  <a:lnTo>
                    <a:pt x="5901" y="440"/>
                  </a:lnTo>
                  <a:lnTo>
                    <a:pt x="6027" y="273"/>
                  </a:lnTo>
                  <a:lnTo>
                    <a:pt x="5964" y="231"/>
                  </a:lnTo>
                  <a:lnTo>
                    <a:pt x="6027" y="168"/>
                  </a:lnTo>
                  <a:lnTo>
                    <a:pt x="6027" y="22"/>
                  </a:lnTo>
                  <a:lnTo>
                    <a:pt x="600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8" name="Google Shape;2558;p56"/>
            <p:cNvSpPr/>
            <p:nvPr/>
          </p:nvSpPr>
          <p:spPr>
            <a:xfrm>
              <a:off x="3951893" y="3317378"/>
              <a:ext cx="9978" cy="10724"/>
            </a:xfrm>
            <a:custGeom>
              <a:avLst/>
              <a:gdLst/>
              <a:ahLst/>
              <a:cxnLst/>
              <a:rect l="l" t="t" r="r" b="b"/>
              <a:pathLst>
                <a:path w="838" h="943" extrusionOk="0">
                  <a:moveTo>
                    <a:pt x="314" y="1"/>
                  </a:moveTo>
                  <a:lnTo>
                    <a:pt x="209" y="43"/>
                  </a:lnTo>
                  <a:lnTo>
                    <a:pt x="188" y="189"/>
                  </a:lnTo>
                  <a:lnTo>
                    <a:pt x="63" y="440"/>
                  </a:lnTo>
                  <a:lnTo>
                    <a:pt x="0" y="566"/>
                  </a:lnTo>
                  <a:lnTo>
                    <a:pt x="42" y="649"/>
                  </a:lnTo>
                  <a:lnTo>
                    <a:pt x="105" y="712"/>
                  </a:lnTo>
                  <a:lnTo>
                    <a:pt x="168" y="817"/>
                  </a:lnTo>
                  <a:lnTo>
                    <a:pt x="377" y="921"/>
                  </a:lnTo>
                  <a:lnTo>
                    <a:pt x="586" y="942"/>
                  </a:lnTo>
                  <a:lnTo>
                    <a:pt x="670" y="921"/>
                  </a:lnTo>
                  <a:lnTo>
                    <a:pt x="712" y="817"/>
                  </a:lnTo>
                  <a:lnTo>
                    <a:pt x="691" y="712"/>
                  </a:lnTo>
                  <a:lnTo>
                    <a:pt x="774" y="691"/>
                  </a:lnTo>
                  <a:lnTo>
                    <a:pt x="795" y="649"/>
                  </a:lnTo>
                  <a:lnTo>
                    <a:pt x="795" y="629"/>
                  </a:lnTo>
                  <a:lnTo>
                    <a:pt x="816" y="524"/>
                  </a:lnTo>
                  <a:lnTo>
                    <a:pt x="816" y="440"/>
                  </a:lnTo>
                  <a:lnTo>
                    <a:pt x="837" y="398"/>
                  </a:lnTo>
                  <a:lnTo>
                    <a:pt x="795" y="336"/>
                  </a:lnTo>
                  <a:lnTo>
                    <a:pt x="732" y="273"/>
                  </a:lnTo>
                  <a:lnTo>
                    <a:pt x="670" y="231"/>
                  </a:lnTo>
                  <a:lnTo>
                    <a:pt x="670" y="210"/>
                  </a:lnTo>
                  <a:lnTo>
                    <a:pt x="565" y="189"/>
                  </a:lnTo>
                  <a:lnTo>
                    <a:pt x="481" y="105"/>
                  </a:lnTo>
                  <a:lnTo>
                    <a:pt x="31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9" name="Google Shape;2559;p56"/>
            <p:cNvSpPr/>
            <p:nvPr/>
          </p:nvSpPr>
          <p:spPr>
            <a:xfrm>
              <a:off x="3925232" y="3338554"/>
              <a:ext cx="15956" cy="14295"/>
            </a:xfrm>
            <a:custGeom>
              <a:avLst/>
              <a:gdLst/>
              <a:ahLst/>
              <a:cxnLst/>
              <a:rect l="l" t="t" r="r" b="b"/>
              <a:pathLst>
                <a:path w="1340" h="1257" extrusionOk="0">
                  <a:moveTo>
                    <a:pt x="775" y="1"/>
                  </a:moveTo>
                  <a:lnTo>
                    <a:pt x="754" y="43"/>
                  </a:lnTo>
                  <a:lnTo>
                    <a:pt x="670" y="106"/>
                  </a:lnTo>
                  <a:lnTo>
                    <a:pt x="628" y="147"/>
                  </a:lnTo>
                  <a:lnTo>
                    <a:pt x="419" y="189"/>
                  </a:lnTo>
                  <a:lnTo>
                    <a:pt x="293" y="315"/>
                  </a:lnTo>
                  <a:lnTo>
                    <a:pt x="231" y="440"/>
                  </a:lnTo>
                  <a:lnTo>
                    <a:pt x="84" y="566"/>
                  </a:lnTo>
                  <a:lnTo>
                    <a:pt x="0" y="629"/>
                  </a:lnTo>
                  <a:lnTo>
                    <a:pt x="42" y="733"/>
                  </a:lnTo>
                  <a:lnTo>
                    <a:pt x="126" y="796"/>
                  </a:lnTo>
                  <a:lnTo>
                    <a:pt x="126" y="859"/>
                  </a:lnTo>
                  <a:lnTo>
                    <a:pt x="210" y="943"/>
                  </a:lnTo>
                  <a:lnTo>
                    <a:pt x="210" y="1047"/>
                  </a:lnTo>
                  <a:lnTo>
                    <a:pt x="293" y="1131"/>
                  </a:lnTo>
                  <a:lnTo>
                    <a:pt x="356" y="1194"/>
                  </a:lnTo>
                  <a:lnTo>
                    <a:pt x="503" y="1256"/>
                  </a:lnTo>
                  <a:lnTo>
                    <a:pt x="607" y="1256"/>
                  </a:lnTo>
                  <a:lnTo>
                    <a:pt x="628" y="1194"/>
                  </a:lnTo>
                  <a:lnTo>
                    <a:pt x="670" y="1152"/>
                  </a:lnTo>
                  <a:lnTo>
                    <a:pt x="712" y="1026"/>
                  </a:lnTo>
                  <a:lnTo>
                    <a:pt x="816" y="984"/>
                  </a:lnTo>
                  <a:lnTo>
                    <a:pt x="879" y="943"/>
                  </a:lnTo>
                  <a:lnTo>
                    <a:pt x="984" y="922"/>
                  </a:lnTo>
                  <a:lnTo>
                    <a:pt x="1067" y="943"/>
                  </a:lnTo>
                  <a:lnTo>
                    <a:pt x="1172" y="859"/>
                  </a:lnTo>
                  <a:lnTo>
                    <a:pt x="1193" y="775"/>
                  </a:lnTo>
                  <a:lnTo>
                    <a:pt x="1151" y="733"/>
                  </a:lnTo>
                  <a:lnTo>
                    <a:pt x="1130" y="650"/>
                  </a:lnTo>
                  <a:lnTo>
                    <a:pt x="1235" y="608"/>
                  </a:lnTo>
                  <a:lnTo>
                    <a:pt x="1339" y="524"/>
                  </a:lnTo>
                  <a:lnTo>
                    <a:pt x="1339" y="399"/>
                  </a:lnTo>
                  <a:lnTo>
                    <a:pt x="1256" y="147"/>
                  </a:lnTo>
                  <a:lnTo>
                    <a:pt x="1130" y="43"/>
                  </a:lnTo>
                  <a:lnTo>
                    <a:pt x="1026" y="85"/>
                  </a:lnTo>
                  <a:lnTo>
                    <a:pt x="942" y="22"/>
                  </a:lnTo>
                  <a:lnTo>
                    <a:pt x="921" y="43"/>
                  </a:lnTo>
                  <a:lnTo>
                    <a:pt x="858" y="22"/>
                  </a:lnTo>
                  <a:lnTo>
                    <a:pt x="775"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0" name="Google Shape;2560;p56"/>
            <p:cNvSpPr/>
            <p:nvPr/>
          </p:nvSpPr>
          <p:spPr>
            <a:xfrm>
              <a:off x="4226694" y="2879548"/>
              <a:ext cx="50095" cy="39508"/>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1" name="Google Shape;2561;p56"/>
            <p:cNvSpPr/>
            <p:nvPr/>
          </p:nvSpPr>
          <p:spPr>
            <a:xfrm>
              <a:off x="4226694" y="2879548"/>
              <a:ext cx="50095" cy="39508"/>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2" name="Google Shape;2562;p56"/>
            <p:cNvSpPr/>
            <p:nvPr/>
          </p:nvSpPr>
          <p:spPr>
            <a:xfrm>
              <a:off x="4014919" y="2846238"/>
              <a:ext cx="33651" cy="9053"/>
            </a:xfrm>
            <a:custGeom>
              <a:avLst/>
              <a:gdLst/>
              <a:ahLst/>
              <a:cxnLst/>
              <a:rect l="l" t="t" r="r" b="b"/>
              <a:pathLst>
                <a:path w="2826" h="796" extrusionOk="0">
                  <a:moveTo>
                    <a:pt x="2240" y="0"/>
                  </a:moveTo>
                  <a:cubicBezTo>
                    <a:pt x="2240" y="0"/>
                    <a:pt x="1717" y="230"/>
                    <a:pt x="1612" y="230"/>
                  </a:cubicBezTo>
                  <a:cubicBezTo>
                    <a:pt x="1507" y="230"/>
                    <a:pt x="1382" y="105"/>
                    <a:pt x="1382" y="105"/>
                  </a:cubicBezTo>
                  <a:lnTo>
                    <a:pt x="733" y="126"/>
                  </a:lnTo>
                  <a:lnTo>
                    <a:pt x="754" y="293"/>
                  </a:lnTo>
                  <a:cubicBezTo>
                    <a:pt x="775" y="419"/>
                    <a:pt x="231" y="419"/>
                    <a:pt x="22" y="419"/>
                  </a:cubicBezTo>
                  <a:lnTo>
                    <a:pt x="22" y="439"/>
                  </a:lnTo>
                  <a:lnTo>
                    <a:pt x="1" y="481"/>
                  </a:lnTo>
                  <a:lnTo>
                    <a:pt x="85" y="481"/>
                  </a:lnTo>
                  <a:lnTo>
                    <a:pt x="105" y="586"/>
                  </a:lnTo>
                  <a:lnTo>
                    <a:pt x="189" y="586"/>
                  </a:lnTo>
                  <a:lnTo>
                    <a:pt x="231" y="502"/>
                  </a:lnTo>
                  <a:lnTo>
                    <a:pt x="398" y="544"/>
                  </a:lnTo>
                  <a:lnTo>
                    <a:pt x="461" y="544"/>
                  </a:lnTo>
                  <a:lnTo>
                    <a:pt x="545" y="460"/>
                  </a:lnTo>
                  <a:lnTo>
                    <a:pt x="649" y="502"/>
                  </a:lnTo>
                  <a:lnTo>
                    <a:pt x="880" y="711"/>
                  </a:lnTo>
                  <a:lnTo>
                    <a:pt x="984" y="732"/>
                  </a:lnTo>
                  <a:lnTo>
                    <a:pt x="1173" y="691"/>
                  </a:lnTo>
                  <a:lnTo>
                    <a:pt x="1424" y="628"/>
                  </a:lnTo>
                  <a:lnTo>
                    <a:pt x="1507" y="649"/>
                  </a:lnTo>
                  <a:lnTo>
                    <a:pt x="1821" y="649"/>
                  </a:lnTo>
                  <a:lnTo>
                    <a:pt x="1863" y="691"/>
                  </a:lnTo>
                  <a:lnTo>
                    <a:pt x="1863" y="586"/>
                  </a:lnTo>
                  <a:lnTo>
                    <a:pt x="2072" y="502"/>
                  </a:lnTo>
                  <a:lnTo>
                    <a:pt x="2386" y="691"/>
                  </a:lnTo>
                  <a:lnTo>
                    <a:pt x="2595" y="691"/>
                  </a:lnTo>
                  <a:lnTo>
                    <a:pt x="2805" y="795"/>
                  </a:lnTo>
                  <a:lnTo>
                    <a:pt x="2826" y="586"/>
                  </a:lnTo>
                  <a:lnTo>
                    <a:pt x="2742" y="481"/>
                  </a:lnTo>
                  <a:lnTo>
                    <a:pt x="2595" y="377"/>
                  </a:lnTo>
                  <a:lnTo>
                    <a:pt x="2637" y="188"/>
                  </a:lnTo>
                  <a:cubicBezTo>
                    <a:pt x="2628" y="188"/>
                    <a:pt x="2594" y="197"/>
                    <a:pt x="2555" y="197"/>
                  </a:cubicBezTo>
                  <a:cubicBezTo>
                    <a:pt x="2507" y="197"/>
                    <a:pt x="2451" y="184"/>
                    <a:pt x="2428" y="126"/>
                  </a:cubicBezTo>
                  <a:cubicBezTo>
                    <a:pt x="2386" y="21"/>
                    <a:pt x="2240" y="0"/>
                    <a:pt x="224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3" name="Google Shape;2563;p56"/>
            <p:cNvSpPr/>
            <p:nvPr/>
          </p:nvSpPr>
          <p:spPr>
            <a:xfrm>
              <a:off x="4036853" y="2853608"/>
              <a:ext cx="1250" cy="1205"/>
            </a:xfrm>
            <a:custGeom>
              <a:avLst/>
              <a:gdLst/>
              <a:ahLst/>
              <a:cxnLst/>
              <a:rect l="l" t="t" r="r" b="b"/>
              <a:pathLst>
                <a:path w="105" h="106" fill="none" extrusionOk="0">
                  <a:moveTo>
                    <a:pt x="105" y="105"/>
                  </a:moveTo>
                  <a:lnTo>
                    <a:pt x="0" y="1"/>
                  </a:lnTo>
                </a:path>
              </a:pathLst>
            </a:custGeom>
            <a:solidFill>
              <a:srgbClr val="5F7D95"/>
            </a:solidFill>
            <a:ln w="25"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4" name="Google Shape;2564;p56"/>
            <p:cNvSpPr/>
            <p:nvPr/>
          </p:nvSpPr>
          <p:spPr>
            <a:xfrm>
              <a:off x="4346543" y="2948318"/>
              <a:ext cx="21183" cy="11907"/>
            </a:xfrm>
            <a:custGeom>
              <a:avLst/>
              <a:gdLst/>
              <a:ahLst/>
              <a:cxnLst/>
              <a:rect l="l" t="t" r="r" b="b"/>
              <a:pathLst>
                <a:path w="1779" h="1047" extrusionOk="0">
                  <a:moveTo>
                    <a:pt x="753" y="0"/>
                  </a:moveTo>
                  <a:lnTo>
                    <a:pt x="586" y="21"/>
                  </a:lnTo>
                  <a:lnTo>
                    <a:pt x="314" y="189"/>
                  </a:lnTo>
                  <a:lnTo>
                    <a:pt x="188" y="440"/>
                  </a:lnTo>
                  <a:lnTo>
                    <a:pt x="63" y="502"/>
                  </a:lnTo>
                  <a:lnTo>
                    <a:pt x="63" y="628"/>
                  </a:lnTo>
                  <a:lnTo>
                    <a:pt x="0" y="733"/>
                  </a:lnTo>
                  <a:lnTo>
                    <a:pt x="105" y="921"/>
                  </a:lnTo>
                  <a:lnTo>
                    <a:pt x="314" y="942"/>
                  </a:lnTo>
                  <a:lnTo>
                    <a:pt x="398" y="879"/>
                  </a:lnTo>
                  <a:lnTo>
                    <a:pt x="691" y="1046"/>
                  </a:lnTo>
                  <a:lnTo>
                    <a:pt x="837" y="1046"/>
                  </a:lnTo>
                  <a:lnTo>
                    <a:pt x="942" y="921"/>
                  </a:lnTo>
                  <a:lnTo>
                    <a:pt x="1067" y="879"/>
                  </a:lnTo>
                  <a:lnTo>
                    <a:pt x="1172" y="942"/>
                  </a:lnTo>
                  <a:lnTo>
                    <a:pt x="1381" y="879"/>
                  </a:lnTo>
                  <a:lnTo>
                    <a:pt x="1549" y="921"/>
                  </a:lnTo>
                  <a:lnTo>
                    <a:pt x="1779" y="837"/>
                  </a:lnTo>
                  <a:lnTo>
                    <a:pt x="1779" y="733"/>
                  </a:lnTo>
                  <a:lnTo>
                    <a:pt x="1779" y="565"/>
                  </a:lnTo>
                  <a:lnTo>
                    <a:pt x="1590" y="502"/>
                  </a:lnTo>
                  <a:lnTo>
                    <a:pt x="1590" y="398"/>
                  </a:lnTo>
                  <a:lnTo>
                    <a:pt x="1632" y="230"/>
                  </a:lnTo>
                  <a:lnTo>
                    <a:pt x="1590" y="230"/>
                  </a:lnTo>
                  <a:lnTo>
                    <a:pt x="1528" y="126"/>
                  </a:lnTo>
                  <a:lnTo>
                    <a:pt x="1360" y="105"/>
                  </a:lnTo>
                  <a:lnTo>
                    <a:pt x="1214" y="189"/>
                  </a:lnTo>
                  <a:lnTo>
                    <a:pt x="1109" y="126"/>
                  </a:lnTo>
                  <a:lnTo>
                    <a:pt x="837" y="105"/>
                  </a:lnTo>
                  <a:lnTo>
                    <a:pt x="753"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5" name="Google Shape;2565;p56"/>
            <p:cNvSpPr/>
            <p:nvPr/>
          </p:nvSpPr>
          <p:spPr>
            <a:xfrm>
              <a:off x="3878888" y="2847660"/>
              <a:ext cx="16706" cy="13579"/>
            </a:xfrm>
            <a:custGeom>
              <a:avLst/>
              <a:gdLst/>
              <a:ahLst/>
              <a:cxnLst/>
              <a:rect l="l" t="t" r="r" b="b"/>
              <a:pathLst>
                <a:path w="1403" h="1194" extrusionOk="0">
                  <a:moveTo>
                    <a:pt x="900" y="1"/>
                  </a:moveTo>
                  <a:lnTo>
                    <a:pt x="754" y="42"/>
                  </a:lnTo>
                  <a:lnTo>
                    <a:pt x="628" y="42"/>
                  </a:lnTo>
                  <a:lnTo>
                    <a:pt x="419" y="84"/>
                  </a:lnTo>
                  <a:lnTo>
                    <a:pt x="314" y="168"/>
                  </a:lnTo>
                  <a:lnTo>
                    <a:pt x="210" y="189"/>
                  </a:lnTo>
                  <a:lnTo>
                    <a:pt x="42" y="273"/>
                  </a:lnTo>
                  <a:lnTo>
                    <a:pt x="63" y="356"/>
                  </a:lnTo>
                  <a:lnTo>
                    <a:pt x="21" y="398"/>
                  </a:lnTo>
                  <a:lnTo>
                    <a:pt x="21" y="377"/>
                  </a:lnTo>
                  <a:lnTo>
                    <a:pt x="1" y="586"/>
                  </a:lnTo>
                  <a:lnTo>
                    <a:pt x="21" y="796"/>
                  </a:lnTo>
                  <a:lnTo>
                    <a:pt x="126" y="942"/>
                  </a:lnTo>
                  <a:lnTo>
                    <a:pt x="168" y="1089"/>
                  </a:lnTo>
                  <a:lnTo>
                    <a:pt x="314" y="1193"/>
                  </a:lnTo>
                  <a:lnTo>
                    <a:pt x="314" y="1151"/>
                  </a:lnTo>
                  <a:lnTo>
                    <a:pt x="524" y="1026"/>
                  </a:lnTo>
                  <a:lnTo>
                    <a:pt x="691" y="984"/>
                  </a:lnTo>
                  <a:lnTo>
                    <a:pt x="691" y="921"/>
                  </a:lnTo>
                  <a:lnTo>
                    <a:pt x="837" y="838"/>
                  </a:lnTo>
                  <a:lnTo>
                    <a:pt x="1110" y="879"/>
                  </a:lnTo>
                  <a:lnTo>
                    <a:pt x="1256" y="796"/>
                  </a:lnTo>
                  <a:lnTo>
                    <a:pt x="1361" y="775"/>
                  </a:lnTo>
                  <a:lnTo>
                    <a:pt x="1402" y="712"/>
                  </a:lnTo>
                  <a:lnTo>
                    <a:pt x="1402" y="607"/>
                  </a:lnTo>
                  <a:lnTo>
                    <a:pt x="1382" y="461"/>
                  </a:lnTo>
                  <a:lnTo>
                    <a:pt x="1214" y="189"/>
                  </a:lnTo>
                  <a:lnTo>
                    <a:pt x="984"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6" name="Google Shape;2566;p56"/>
            <p:cNvSpPr/>
            <p:nvPr/>
          </p:nvSpPr>
          <p:spPr>
            <a:xfrm>
              <a:off x="3865182" y="2817204"/>
              <a:ext cx="27923" cy="34993"/>
            </a:xfrm>
            <a:custGeom>
              <a:avLst/>
              <a:gdLst/>
              <a:ahLst/>
              <a:cxnLst/>
              <a:rect l="l" t="t" r="r" b="b"/>
              <a:pathLst>
                <a:path w="2345" h="3077" extrusionOk="0">
                  <a:moveTo>
                    <a:pt x="461" y="0"/>
                  </a:moveTo>
                  <a:lnTo>
                    <a:pt x="336" y="105"/>
                  </a:lnTo>
                  <a:lnTo>
                    <a:pt x="315" y="147"/>
                  </a:lnTo>
                  <a:lnTo>
                    <a:pt x="210" y="147"/>
                  </a:lnTo>
                  <a:lnTo>
                    <a:pt x="64" y="210"/>
                  </a:lnTo>
                  <a:lnTo>
                    <a:pt x="1" y="272"/>
                  </a:lnTo>
                  <a:lnTo>
                    <a:pt x="22" y="314"/>
                  </a:lnTo>
                  <a:lnTo>
                    <a:pt x="64" y="461"/>
                  </a:lnTo>
                  <a:lnTo>
                    <a:pt x="105" y="628"/>
                  </a:lnTo>
                  <a:lnTo>
                    <a:pt x="168" y="670"/>
                  </a:lnTo>
                  <a:lnTo>
                    <a:pt x="273" y="691"/>
                  </a:lnTo>
                  <a:lnTo>
                    <a:pt x="273" y="754"/>
                  </a:lnTo>
                  <a:lnTo>
                    <a:pt x="231" y="754"/>
                  </a:lnTo>
                  <a:lnTo>
                    <a:pt x="105" y="775"/>
                  </a:lnTo>
                  <a:lnTo>
                    <a:pt x="126" y="879"/>
                  </a:lnTo>
                  <a:lnTo>
                    <a:pt x="147" y="900"/>
                  </a:lnTo>
                  <a:lnTo>
                    <a:pt x="210" y="879"/>
                  </a:lnTo>
                  <a:lnTo>
                    <a:pt x="273" y="879"/>
                  </a:lnTo>
                  <a:lnTo>
                    <a:pt x="252" y="1047"/>
                  </a:lnTo>
                  <a:lnTo>
                    <a:pt x="147" y="1193"/>
                  </a:lnTo>
                  <a:lnTo>
                    <a:pt x="147" y="1277"/>
                  </a:lnTo>
                  <a:lnTo>
                    <a:pt x="315" y="1402"/>
                  </a:lnTo>
                  <a:lnTo>
                    <a:pt x="419" y="1423"/>
                  </a:lnTo>
                  <a:lnTo>
                    <a:pt x="461" y="1486"/>
                  </a:lnTo>
                  <a:lnTo>
                    <a:pt x="440" y="1570"/>
                  </a:lnTo>
                  <a:lnTo>
                    <a:pt x="336" y="1507"/>
                  </a:lnTo>
                  <a:lnTo>
                    <a:pt x="273" y="1528"/>
                  </a:lnTo>
                  <a:lnTo>
                    <a:pt x="273" y="1674"/>
                  </a:lnTo>
                  <a:lnTo>
                    <a:pt x="419" y="1821"/>
                  </a:lnTo>
                  <a:lnTo>
                    <a:pt x="356" y="1842"/>
                  </a:lnTo>
                  <a:lnTo>
                    <a:pt x="482" y="1988"/>
                  </a:lnTo>
                  <a:lnTo>
                    <a:pt x="482" y="2051"/>
                  </a:lnTo>
                  <a:lnTo>
                    <a:pt x="545" y="2135"/>
                  </a:lnTo>
                  <a:lnTo>
                    <a:pt x="670" y="2135"/>
                  </a:lnTo>
                  <a:lnTo>
                    <a:pt x="754" y="2218"/>
                  </a:lnTo>
                  <a:lnTo>
                    <a:pt x="900" y="2239"/>
                  </a:lnTo>
                  <a:lnTo>
                    <a:pt x="900" y="2365"/>
                  </a:lnTo>
                  <a:lnTo>
                    <a:pt x="838" y="2448"/>
                  </a:lnTo>
                  <a:lnTo>
                    <a:pt x="796" y="2511"/>
                  </a:lnTo>
                  <a:lnTo>
                    <a:pt x="859" y="2532"/>
                  </a:lnTo>
                  <a:lnTo>
                    <a:pt x="942" y="2658"/>
                  </a:lnTo>
                  <a:lnTo>
                    <a:pt x="984" y="2658"/>
                  </a:lnTo>
                  <a:lnTo>
                    <a:pt x="1089" y="2741"/>
                  </a:lnTo>
                  <a:lnTo>
                    <a:pt x="1152" y="2846"/>
                  </a:lnTo>
                  <a:lnTo>
                    <a:pt x="1152" y="2992"/>
                  </a:lnTo>
                  <a:lnTo>
                    <a:pt x="1172" y="3076"/>
                  </a:lnTo>
                  <a:lnTo>
                    <a:pt x="1214" y="3034"/>
                  </a:lnTo>
                  <a:lnTo>
                    <a:pt x="1193" y="2951"/>
                  </a:lnTo>
                  <a:lnTo>
                    <a:pt x="1361" y="2867"/>
                  </a:lnTo>
                  <a:lnTo>
                    <a:pt x="1465" y="2846"/>
                  </a:lnTo>
                  <a:lnTo>
                    <a:pt x="1570" y="2762"/>
                  </a:lnTo>
                  <a:lnTo>
                    <a:pt x="1779" y="2720"/>
                  </a:lnTo>
                  <a:lnTo>
                    <a:pt x="1905" y="2720"/>
                  </a:lnTo>
                  <a:lnTo>
                    <a:pt x="2051" y="2679"/>
                  </a:lnTo>
                  <a:lnTo>
                    <a:pt x="2135" y="2679"/>
                  </a:lnTo>
                  <a:lnTo>
                    <a:pt x="2198" y="2574"/>
                  </a:lnTo>
                  <a:lnTo>
                    <a:pt x="2114" y="2469"/>
                  </a:lnTo>
                  <a:lnTo>
                    <a:pt x="2093" y="2365"/>
                  </a:lnTo>
                  <a:lnTo>
                    <a:pt x="2302" y="2197"/>
                  </a:lnTo>
                  <a:lnTo>
                    <a:pt x="2344" y="2051"/>
                  </a:lnTo>
                  <a:lnTo>
                    <a:pt x="2261" y="1925"/>
                  </a:lnTo>
                  <a:lnTo>
                    <a:pt x="2093" y="1737"/>
                  </a:lnTo>
                  <a:lnTo>
                    <a:pt x="2030" y="1507"/>
                  </a:lnTo>
                  <a:lnTo>
                    <a:pt x="2114" y="1423"/>
                  </a:lnTo>
                  <a:lnTo>
                    <a:pt x="2093" y="1319"/>
                  </a:lnTo>
                  <a:lnTo>
                    <a:pt x="2051" y="1193"/>
                  </a:lnTo>
                  <a:lnTo>
                    <a:pt x="2030" y="1109"/>
                  </a:lnTo>
                  <a:lnTo>
                    <a:pt x="2135" y="984"/>
                  </a:lnTo>
                  <a:lnTo>
                    <a:pt x="1926" y="963"/>
                  </a:lnTo>
                  <a:lnTo>
                    <a:pt x="1842" y="1088"/>
                  </a:lnTo>
                  <a:lnTo>
                    <a:pt x="1737" y="1005"/>
                  </a:lnTo>
                  <a:lnTo>
                    <a:pt x="1633" y="1047"/>
                  </a:lnTo>
                  <a:lnTo>
                    <a:pt x="1591" y="963"/>
                  </a:lnTo>
                  <a:lnTo>
                    <a:pt x="1382" y="879"/>
                  </a:lnTo>
                  <a:lnTo>
                    <a:pt x="1361" y="837"/>
                  </a:lnTo>
                  <a:lnTo>
                    <a:pt x="1424" y="691"/>
                  </a:lnTo>
                  <a:lnTo>
                    <a:pt x="1277" y="565"/>
                  </a:lnTo>
                  <a:lnTo>
                    <a:pt x="1110" y="482"/>
                  </a:lnTo>
                  <a:lnTo>
                    <a:pt x="1089" y="377"/>
                  </a:lnTo>
                  <a:lnTo>
                    <a:pt x="900" y="168"/>
                  </a:lnTo>
                  <a:lnTo>
                    <a:pt x="880" y="105"/>
                  </a:lnTo>
                  <a:lnTo>
                    <a:pt x="754" y="63"/>
                  </a:lnTo>
                  <a:lnTo>
                    <a:pt x="670" y="42"/>
                  </a:lnTo>
                  <a:lnTo>
                    <a:pt x="566" y="21"/>
                  </a:lnTo>
                  <a:lnTo>
                    <a:pt x="46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67" name="Google Shape;2567;p56"/>
          <p:cNvGrpSpPr/>
          <p:nvPr/>
        </p:nvGrpSpPr>
        <p:grpSpPr>
          <a:xfrm>
            <a:off x="719116" y="2869970"/>
            <a:ext cx="2622876" cy="1333540"/>
            <a:chOff x="238125" y="1038125"/>
            <a:chExt cx="7146800" cy="3633625"/>
          </a:xfrm>
        </p:grpSpPr>
        <p:sp>
          <p:nvSpPr>
            <p:cNvPr id="2568" name="Google Shape;2568;p56"/>
            <p:cNvSpPr/>
            <p:nvPr/>
          </p:nvSpPr>
          <p:spPr>
            <a:xfrm>
              <a:off x="6256150" y="3780375"/>
              <a:ext cx="62400" cy="53425"/>
            </a:xfrm>
            <a:custGeom>
              <a:avLst/>
              <a:gdLst/>
              <a:ahLst/>
              <a:cxnLst/>
              <a:rect l="l" t="t" r="r" b="b"/>
              <a:pathLst>
                <a:path w="2496" h="2137" extrusionOk="0">
                  <a:moveTo>
                    <a:pt x="1065" y="0"/>
                  </a:moveTo>
                  <a:cubicBezTo>
                    <a:pt x="472"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9" name="Google Shape;2569;p56"/>
            <p:cNvSpPr/>
            <p:nvPr/>
          </p:nvSpPr>
          <p:spPr>
            <a:xfrm>
              <a:off x="6256150" y="3856775"/>
              <a:ext cx="62200" cy="53250"/>
            </a:xfrm>
            <a:custGeom>
              <a:avLst/>
              <a:gdLst/>
              <a:ahLst/>
              <a:cxnLst/>
              <a:rect l="l" t="t" r="r" b="b"/>
              <a:pathLst>
                <a:path w="2488" h="2130" extrusionOk="0">
                  <a:moveTo>
                    <a:pt x="1065" y="1"/>
                  </a:moveTo>
                  <a:cubicBezTo>
                    <a:pt x="480" y="1"/>
                    <a:pt x="0" y="472"/>
                    <a:pt x="0" y="1066"/>
                  </a:cubicBezTo>
                  <a:cubicBezTo>
                    <a:pt x="0" y="1704"/>
                    <a:pt x="524" y="2129"/>
                    <a:pt x="1070" y="2129"/>
                  </a:cubicBezTo>
                  <a:cubicBezTo>
                    <a:pt x="1331" y="2129"/>
                    <a:pt x="1597" y="2032"/>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0" name="Google Shape;2570;p56"/>
            <p:cNvSpPr/>
            <p:nvPr/>
          </p:nvSpPr>
          <p:spPr>
            <a:xfrm>
              <a:off x="6256150" y="3932800"/>
              <a:ext cx="62200" cy="53425"/>
            </a:xfrm>
            <a:custGeom>
              <a:avLst/>
              <a:gdLst/>
              <a:ahLst/>
              <a:cxnLst/>
              <a:rect l="l" t="t" r="r" b="b"/>
              <a:pathLst>
                <a:path w="2488" h="2137" extrusionOk="0">
                  <a:moveTo>
                    <a:pt x="1065" y="0"/>
                  </a:moveTo>
                  <a:cubicBezTo>
                    <a:pt x="472" y="0"/>
                    <a:pt x="0" y="480"/>
                    <a:pt x="0" y="1065"/>
                  </a:cubicBezTo>
                  <a:cubicBezTo>
                    <a:pt x="0" y="1709"/>
                    <a:pt x="525" y="2137"/>
                    <a:pt x="1071" y="2137"/>
                  </a:cubicBezTo>
                  <a:cubicBezTo>
                    <a:pt x="1332" y="2137"/>
                    <a:pt x="1597"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1" name="Google Shape;2571;p56"/>
            <p:cNvSpPr/>
            <p:nvPr/>
          </p:nvSpPr>
          <p:spPr>
            <a:xfrm>
              <a:off x="6332350"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2" name="Google Shape;2572;p56"/>
            <p:cNvSpPr/>
            <p:nvPr/>
          </p:nvSpPr>
          <p:spPr>
            <a:xfrm>
              <a:off x="6332350"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3" name="Google Shape;2573;p56"/>
            <p:cNvSpPr/>
            <p:nvPr/>
          </p:nvSpPr>
          <p:spPr>
            <a:xfrm>
              <a:off x="6408350" y="385677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4" name="Google Shape;2574;p56"/>
            <p:cNvSpPr/>
            <p:nvPr/>
          </p:nvSpPr>
          <p:spPr>
            <a:xfrm>
              <a:off x="6408350" y="3932800"/>
              <a:ext cx="62425" cy="53425"/>
            </a:xfrm>
            <a:custGeom>
              <a:avLst/>
              <a:gdLst/>
              <a:ahLst/>
              <a:cxnLst/>
              <a:rect l="l" t="t" r="r" b="b"/>
              <a:pathLst>
                <a:path w="2497" h="2137" extrusionOk="0">
                  <a:moveTo>
                    <a:pt x="1074" y="0"/>
                  </a:moveTo>
                  <a:cubicBezTo>
                    <a:pt x="481" y="0"/>
                    <a:pt x="1" y="480"/>
                    <a:pt x="1" y="1065"/>
                  </a:cubicBezTo>
                  <a:cubicBezTo>
                    <a:pt x="1" y="1709"/>
                    <a:pt x="526" y="2137"/>
                    <a:pt x="1075" y="2137"/>
                  </a:cubicBezTo>
                  <a:cubicBezTo>
                    <a:pt x="1337" y="2137"/>
                    <a:pt x="1604" y="2039"/>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5" name="Google Shape;2575;p56"/>
            <p:cNvSpPr/>
            <p:nvPr/>
          </p:nvSpPr>
          <p:spPr>
            <a:xfrm>
              <a:off x="6408350" y="4085225"/>
              <a:ext cx="62425" cy="53350"/>
            </a:xfrm>
            <a:custGeom>
              <a:avLst/>
              <a:gdLst/>
              <a:ahLst/>
              <a:cxnLst/>
              <a:rect l="l" t="t" r="r" b="b"/>
              <a:pathLst>
                <a:path w="2497" h="2134" extrusionOk="0">
                  <a:moveTo>
                    <a:pt x="1074" y="0"/>
                  </a:moveTo>
                  <a:cubicBezTo>
                    <a:pt x="481" y="0"/>
                    <a:pt x="9" y="480"/>
                    <a:pt x="1" y="1065"/>
                  </a:cubicBezTo>
                  <a:cubicBezTo>
                    <a:pt x="1" y="1709"/>
                    <a:pt x="526" y="2133"/>
                    <a:pt x="1075" y="2133"/>
                  </a:cubicBezTo>
                  <a:cubicBezTo>
                    <a:pt x="1337" y="2133"/>
                    <a:pt x="1604"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6" name="Google Shape;2576;p56"/>
            <p:cNvSpPr/>
            <p:nvPr/>
          </p:nvSpPr>
          <p:spPr>
            <a:xfrm>
              <a:off x="6484575" y="385677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7" name="Google Shape;2577;p56"/>
            <p:cNvSpPr/>
            <p:nvPr/>
          </p:nvSpPr>
          <p:spPr>
            <a:xfrm>
              <a:off x="648457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8" name="Google Shape;2578;p56"/>
            <p:cNvSpPr/>
            <p:nvPr/>
          </p:nvSpPr>
          <p:spPr>
            <a:xfrm>
              <a:off x="6484575" y="4161425"/>
              <a:ext cx="62425" cy="53300"/>
            </a:xfrm>
            <a:custGeom>
              <a:avLst/>
              <a:gdLst/>
              <a:ahLst/>
              <a:cxnLst/>
              <a:rect l="l" t="t" r="r" b="b"/>
              <a:pathLst>
                <a:path w="2497" h="2132" extrusionOk="0">
                  <a:moveTo>
                    <a:pt x="1065" y="1"/>
                  </a:moveTo>
                  <a:cubicBezTo>
                    <a:pt x="480" y="1"/>
                    <a:pt x="1" y="472"/>
                    <a:pt x="1" y="1066"/>
                  </a:cubicBezTo>
                  <a:cubicBezTo>
                    <a:pt x="1" y="1708"/>
                    <a:pt x="523" y="2131"/>
                    <a:pt x="1070" y="2131"/>
                  </a:cubicBezTo>
                  <a:cubicBezTo>
                    <a:pt x="1333" y="2131"/>
                    <a:pt x="1602"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9" name="Google Shape;2579;p56"/>
            <p:cNvSpPr/>
            <p:nvPr/>
          </p:nvSpPr>
          <p:spPr>
            <a:xfrm>
              <a:off x="6484575" y="40852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0" name="Google Shape;2580;p56"/>
            <p:cNvSpPr/>
            <p:nvPr/>
          </p:nvSpPr>
          <p:spPr>
            <a:xfrm>
              <a:off x="6484575" y="4009000"/>
              <a:ext cx="62425" cy="53350"/>
            </a:xfrm>
            <a:custGeom>
              <a:avLst/>
              <a:gdLst/>
              <a:ahLst/>
              <a:cxnLst/>
              <a:rect l="l" t="t" r="r" b="b"/>
              <a:pathLst>
                <a:path w="2497" h="2134" extrusionOk="0">
                  <a:moveTo>
                    <a:pt x="1065" y="1"/>
                  </a:moveTo>
                  <a:cubicBezTo>
                    <a:pt x="480" y="1"/>
                    <a:pt x="1" y="480"/>
                    <a:pt x="1" y="1066"/>
                  </a:cubicBezTo>
                  <a:cubicBezTo>
                    <a:pt x="1" y="1710"/>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1" name="Google Shape;2581;p56"/>
            <p:cNvSpPr/>
            <p:nvPr/>
          </p:nvSpPr>
          <p:spPr>
            <a:xfrm>
              <a:off x="6638425" y="3856775"/>
              <a:ext cx="62425" cy="53250"/>
            </a:xfrm>
            <a:custGeom>
              <a:avLst/>
              <a:gdLst/>
              <a:ahLst/>
              <a:cxnLst/>
              <a:rect l="l" t="t" r="r" b="b"/>
              <a:pathLst>
                <a:path w="2497" h="2130" extrusionOk="0">
                  <a:moveTo>
                    <a:pt x="1065" y="1"/>
                  </a:moveTo>
                  <a:cubicBezTo>
                    <a:pt x="480" y="1"/>
                    <a:pt x="9"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2" name="Google Shape;2582;p56"/>
            <p:cNvSpPr/>
            <p:nvPr/>
          </p:nvSpPr>
          <p:spPr>
            <a:xfrm>
              <a:off x="663842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3" name="Google Shape;2583;p56"/>
            <p:cNvSpPr/>
            <p:nvPr/>
          </p:nvSpPr>
          <p:spPr>
            <a:xfrm>
              <a:off x="6638425" y="4161425"/>
              <a:ext cx="62425" cy="53300"/>
            </a:xfrm>
            <a:custGeom>
              <a:avLst/>
              <a:gdLst/>
              <a:ahLst/>
              <a:cxnLst/>
              <a:rect l="l" t="t" r="r" b="b"/>
              <a:pathLst>
                <a:path w="2497" h="2132" extrusionOk="0">
                  <a:moveTo>
                    <a:pt x="1065" y="1"/>
                  </a:moveTo>
                  <a:cubicBezTo>
                    <a:pt x="480" y="1"/>
                    <a:pt x="1" y="472"/>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4" name="Google Shape;2584;p56"/>
            <p:cNvSpPr/>
            <p:nvPr/>
          </p:nvSpPr>
          <p:spPr>
            <a:xfrm>
              <a:off x="6638425" y="4085225"/>
              <a:ext cx="62425" cy="53350"/>
            </a:xfrm>
            <a:custGeom>
              <a:avLst/>
              <a:gdLst/>
              <a:ahLst/>
              <a:cxnLst/>
              <a:rect l="l" t="t" r="r" b="b"/>
              <a:pathLst>
                <a:path w="2497" h="2134" extrusionOk="0">
                  <a:moveTo>
                    <a:pt x="1065" y="0"/>
                  </a:moveTo>
                  <a:cubicBezTo>
                    <a:pt x="480" y="0"/>
                    <a:pt x="9" y="480"/>
                    <a:pt x="1" y="1065"/>
                  </a:cubicBezTo>
                  <a:cubicBezTo>
                    <a:pt x="1" y="1709"/>
                    <a:pt x="526" y="2133"/>
                    <a:pt x="1074"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5" name="Google Shape;2585;p56"/>
            <p:cNvSpPr/>
            <p:nvPr/>
          </p:nvSpPr>
          <p:spPr>
            <a:xfrm>
              <a:off x="6638425" y="4009000"/>
              <a:ext cx="62425" cy="53350"/>
            </a:xfrm>
            <a:custGeom>
              <a:avLst/>
              <a:gdLst/>
              <a:ahLst/>
              <a:cxnLst/>
              <a:rect l="l" t="t" r="r" b="b"/>
              <a:pathLst>
                <a:path w="2497" h="2134" extrusionOk="0">
                  <a:moveTo>
                    <a:pt x="1065" y="1"/>
                  </a:moveTo>
                  <a:cubicBezTo>
                    <a:pt x="480" y="1"/>
                    <a:pt x="1" y="480"/>
                    <a:pt x="1" y="1066"/>
                  </a:cubicBezTo>
                  <a:cubicBezTo>
                    <a:pt x="1" y="1710"/>
                    <a:pt x="530" y="2134"/>
                    <a:pt x="1078" y="2134"/>
                  </a:cubicBezTo>
                  <a:cubicBezTo>
                    <a:pt x="1340" y="2134"/>
                    <a:pt x="1606"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6" name="Google Shape;2586;p56"/>
            <p:cNvSpPr/>
            <p:nvPr/>
          </p:nvSpPr>
          <p:spPr>
            <a:xfrm>
              <a:off x="6715450" y="393280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7" name="Google Shape;2587;p56"/>
            <p:cNvSpPr/>
            <p:nvPr/>
          </p:nvSpPr>
          <p:spPr>
            <a:xfrm>
              <a:off x="6715450" y="40852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8" name="Google Shape;2588;p56"/>
            <p:cNvSpPr/>
            <p:nvPr/>
          </p:nvSpPr>
          <p:spPr>
            <a:xfrm>
              <a:off x="6715450" y="4009000"/>
              <a:ext cx="62225" cy="53350"/>
            </a:xfrm>
            <a:custGeom>
              <a:avLst/>
              <a:gdLst/>
              <a:ahLst/>
              <a:cxnLst/>
              <a:rect l="l" t="t" r="r" b="b"/>
              <a:pathLst>
                <a:path w="2489" h="2134" extrusionOk="0">
                  <a:moveTo>
                    <a:pt x="1066" y="1"/>
                  </a:moveTo>
                  <a:cubicBezTo>
                    <a:pt x="480" y="1"/>
                    <a:pt x="1" y="480"/>
                    <a:pt x="1" y="1066"/>
                  </a:cubicBezTo>
                  <a:cubicBezTo>
                    <a:pt x="1" y="1710"/>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9" name="Google Shape;2589;p56"/>
            <p:cNvSpPr/>
            <p:nvPr/>
          </p:nvSpPr>
          <p:spPr>
            <a:xfrm>
              <a:off x="6408350" y="4009000"/>
              <a:ext cx="62425" cy="53350"/>
            </a:xfrm>
            <a:custGeom>
              <a:avLst/>
              <a:gdLst/>
              <a:ahLst/>
              <a:cxnLst/>
              <a:rect l="l" t="t" r="r" b="b"/>
              <a:pathLst>
                <a:path w="2497" h="2134" extrusionOk="0">
                  <a:moveTo>
                    <a:pt x="1074" y="1"/>
                  </a:moveTo>
                  <a:cubicBezTo>
                    <a:pt x="481" y="1"/>
                    <a:pt x="1"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0" name="Google Shape;2590;p56"/>
            <p:cNvSpPr/>
            <p:nvPr/>
          </p:nvSpPr>
          <p:spPr>
            <a:xfrm>
              <a:off x="6332350"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1" name="Google Shape;2591;p56"/>
            <p:cNvSpPr/>
            <p:nvPr/>
          </p:nvSpPr>
          <p:spPr>
            <a:xfrm>
              <a:off x="6256150" y="4009000"/>
              <a:ext cx="62200" cy="53350"/>
            </a:xfrm>
            <a:custGeom>
              <a:avLst/>
              <a:gdLst/>
              <a:ahLst/>
              <a:cxnLst/>
              <a:rect l="l" t="t" r="r" b="b"/>
              <a:pathLst>
                <a:path w="2488" h="2134" extrusionOk="0">
                  <a:moveTo>
                    <a:pt x="1065" y="1"/>
                  </a:moveTo>
                  <a:cubicBezTo>
                    <a:pt x="472" y="1"/>
                    <a:pt x="0" y="480"/>
                    <a:pt x="0" y="1066"/>
                  </a:cubicBezTo>
                  <a:cubicBezTo>
                    <a:pt x="0" y="1710"/>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2" name="Google Shape;2592;p56"/>
            <p:cNvSpPr/>
            <p:nvPr/>
          </p:nvSpPr>
          <p:spPr>
            <a:xfrm>
              <a:off x="5951475"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3" name="Google Shape;2593;p56"/>
            <p:cNvSpPr/>
            <p:nvPr/>
          </p:nvSpPr>
          <p:spPr>
            <a:xfrm>
              <a:off x="5951475" y="4009000"/>
              <a:ext cx="62225" cy="53350"/>
            </a:xfrm>
            <a:custGeom>
              <a:avLst/>
              <a:gdLst/>
              <a:ahLst/>
              <a:cxnLst/>
              <a:rect l="l" t="t" r="r" b="b"/>
              <a:pathLst>
                <a:path w="2489" h="2134" extrusionOk="0">
                  <a:moveTo>
                    <a:pt x="1066" y="1"/>
                  </a:moveTo>
                  <a:cubicBezTo>
                    <a:pt x="472"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4" name="Google Shape;2594;p56"/>
            <p:cNvSpPr/>
            <p:nvPr/>
          </p:nvSpPr>
          <p:spPr>
            <a:xfrm>
              <a:off x="6027500" y="385677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5" name="Google Shape;2595;p56"/>
            <p:cNvSpPr/>
            <p:nvPr/>
          </p:nvSpPr>
          <p:spPr>
            <a:xfrm>
              <a:off x="6027500" y="39328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5"/>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6" name="Google Shape;2596;p56"/>
            <p:cNvSpPr/>
            <p:nvPr/>
          </p:nvSpPr>
          <p:spPr>
            <a:xfrm>
              <a:off x="6027500" y="4009000"/>
              <a:ext cx="62425" cy="53350"/>
            </a:xfrm>
            <a:custGeom>
              <a:avLst/>
              <a:gdLst/>
              <a:ahLst/>
              <a:cxnLst/>
              <a:rect l="l" t="t" r="r" b="b"/>
              <a:pathLst>
                <a:path w="2497" h="2134" extrusionOk="0">
                  <a:moveTo>
                    <a:pt x="1073" y="1"/>
                  </a:moveTo>
                  <a:cubicBezTo>
                    <a:pt x="480" y="1"/>
                    <a:pt x="9" y="480"/>
                    <a:pt x="0" y="1066"/>
                  </a:cubicBezTo>
                  <a:cubicBezTo>
                    <a:pt x="0" y="1710"/>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7" name="Google Shape;2597;p56"/>
            <p:cNvSpPr/>
            <p:nvPr/>
          </p:nvSpPr>
          <p:spPr>
            <a:xfrm>
              <a:off x="6103700" y="3780375"/>
              <a:ext cx="62425" cy="53475"/>
            </a:xfrm>
            <a:custGeom>
              <a:avLst/>
              <a:gdLst/>
              <a:ahLst/>
              <a:cxnLst/>
              <a:rect l="l" t="t" r="r" b="b"/>
              <a:pathLst>
                <a:path w="2497" h="2139" extrusionOk="0">
                  <a:moveTo>
                    <a:pt x="1066" y="0"/>
                  </a:moveTo>
                  <a:cubicBezTo>
                    <a:pt x="481" y="0"/>
                    <a:pt x="1" y="480"/>
                    <a:pt x="1" y="1073"/>
                  </a:cubicBezTo>
                  <a:cubicBezTo>
                    <a:pt x="6" y="1715"/>
                    <a:pt x="530" y="2139"/>
                    <a:pt x="1078" y="2139"/>
                  </a:cubicBezTo>
                  <a:cubicBezTo>
                    <a:pt x="1342" y="2139"/>
                    <a:pt x="1611" y="2040"/>
                    <a:pt x="1830"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8" name="Google Shape;2598;p56"/>
            <p:cNvSpPr/>
            <p:nvPr/>
          </p:nvSpPr>
          <p:spPr>
            <a:xfrm>
              <a:off x="6103700" y="3856775"/>
              <a:ext cx="62425" cy="53300"/>
            </a:xfrm>
            <a:custGeom>
              <a:avLst/>
              <a:gdLst/>
              <a:ahLst/>
              <a:cxnLst/>
              <a:rect l="l" t="t" r="r" b="b"/>
              <a:pathLst>
                <a:path w="2497" h="2132" extrusionOk="0">
                  <a:moveTo>
                    <a:pt x="1066" y="1"/>
                  </a:moveTo>
                  <a:cubicBezTo>
                    <a:pt x="481" y="1"/>
                    <a:pt x="1" y="480"/>
                    <a:pt x="1" y="1066"/>
                  </a:cubicBezTo>
                  <a:cubicBezTo>
                    <a:pt x="6" y="1708"/>
                    <a:pt x="530" y="2131"/>
                    <a:pt x="1075" y="2131"/>
                  </a:cubicBezTo>
                  <a:cubicBezTo>
                    <a:pt x="1338"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9" name="Google Shape;2599;p56"/>
            <p:cNvSpPr/>
            <p:nvPr/>
          </p:nvSpPr>
          <p:spPr>
            <a:xfrm>
              <a:off x="6103700" y="3932800"/>
              <a:ext cx="62425" cy="53475"/>
            </a:xfrm>
            <a:custGeom>
              <a:avLst/>
              <a:gdLst/>
              <a:ahLst/>
              <a:cxnLst/>
              <a:rect l="l" t="t" r="r" b="b"/>
              <a:pathLst>
                <a:path w="2497" h="2139" extrusionOk="0">
                  <a:moveTo>
                    <a:pt x="1066" y="0"/>
                  </a:moveTo>
                  <a:cubicBezTo>
                    <a:pt x="481" y="0"/>
                    <a:pt x="1" y="480"/>
                    <a:pt x="1" y="1073"/>
                  </a:cubicBezTo>
                  <a:cubicBezTo>
                    <a:pt x="6" y="1715"/>
                    <a:pt x="530" y="2139"/>
                    <a:pt x="1075" y="2139"/>
                  </a:cubicBezTo>
                  <a:cubicBezTo>
                    <a:pt x="1338" y="2139"/>
                    <a:pt x="1605" y="2041"/>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0" name="Google Shape;2600;p56"/>
            <p:cNvSpPr/>
            <p:nvPr/>
          </p:nvSpPr>
          <p:spPr>
            <a:xfrm>
              <a:off x="6103700" y="4009000"/>
              <a:ext cx="62425" cy="53350"/>
            </a:xfrm>
            <a:custGeom>
              <a:avLst/>
              <a:gdLst/>
              <a:ahLst/>
              <a:cxnLst/>
              <a:rect l="l" t="t" r="r" b="b"/>
              <a:pathLst>
                <a:path w="2497" h="2134" extrusionOk="0">
                  <a:moveTo>
                    <a:pt x="1066" y="1"/>
                  </a:moveTo>
                  <a:cubicBezTo>
                    <a:pt x="481" y="1"/>
                    <a:pt x="1" y="480"/>
                    <a:pt x="1" y="1066"/>
                  </a:cubicBezTo>
                  <a:cubicBezTo>
                    <a:pt x="1" y="1710"/>
                    <a:pt x="530" y="2134"/>
                    <a:pt x="1079" y="2134"/>
                  </a:cubicBezTo>
                  <a:cubicBezTo>
                    <a:pt x="1340" y="2134"/>
                    <a:pt x="1607"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1" name="Google Shape;2601;p56"/>
            <p:cNvSpPr/>
            <p:nvPr/>
          </p:nvSpPr>
          <p:spPr>
            <a:xfrm>
              <a:off x="61799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2" name="Google Shape;2602;p56"/>
            <p:cNvSpPr/>
            <p:nvPr/>
          </p:nvSpPr>
          <p:spPr>
            <a:xfrm>
              <a:off x="61799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3" name="Google Shape;2603;p56"/>
            <p:cNvSpPr/>
            <p:nvPr/>
          </p:nvSpPr>
          <p:spPr>
            <a:xfrm>
              <a:off x="61799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4" name="Google Shape;2604;p56"/>
            <p:cNvSpPr/>
            <p:nvPr/>
          </p:nvSpPr>
          <p:spPr>
            <a:xfrm>
              <a:off x="61799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5" name="Google Shape;2605;p56"/>
            <p:cNvSpPr/>
            <p:nvPr/>
          </p:nvSpPr>
          <p:spPr>
            <a:xfrm>
              <a:off x="61799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6" name="Google Shape;2606;p56"/>
            <p:cNvSpPr/>
            <p:nvPr/>
          </p:nvSpPr>
          <p:spPr>
            <a:xfrm>
              <a:off x="717030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7" name="Google Shape;2607;p56"/>
            <p:cNvSpPr/>
            <p:nvPr/>
          </p:nvSpPr>
          <p:spPr>
            <a:xfrm>
              <a:off x="68656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8" name="Google Shape;2608;p56"/>
            <p:cNvSpPr/>
            <p:nvPr/>
          </p:nvSpPr>
          <p:spPr>
            <a:xfrm>
              <a:off x="686565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9" name="Google Shape;2609;p56"/>
            <p:cNvSpPr/>
            <p:nvPr/>
          </p:nvSpPr>
          <p:spPr>
            <a:xfrm>
              <a:off x="69418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0" name="Google Shape;2610;p56"/>
            <p:cNvSpPr/>
            <p:nvPr/>
          </p:nvSpPr>
          <p:spPr>
            <a:xfrm>
              <a:off x="6789225" y="3627950"/>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1" name="Google Shape;2611;p56"/>
            <p:cNvSpPr/>
            <p:nvPr/>
          </p:nvSpPr>
          <p:spPr>
            <a:xfrm>
              <a:off x="6637000" y="3475725"/>
              <a:ext cx="62225" cy="53350"/>
            </a:xfrm>
            <a:custGeom>
              <a:avLst/>
              <a:gdLst/>
              <a:ahLst/>
              <a:cxnLst/>
              <a:rect l="l" t="t" r="r" b="b"/>
              <a:pathLst>
                <a:path w="2489" h="2134" extrusionOk="0">
                  <a:moveTo>
                    <a:pt x="1066" y="0"/>
                  </a:moveTo>
                  <a:cubicBezTo>
                    <a:pt x="472" y="0"/>
                    <a:pt x="1" y="472"/>
                    <a:pt x="1" y="1065"/>
                  </a:cubicBezTo>
                  <a:cubicBezTo>
                    <a:pt x="1" y="1709"/>
                    <a:pt x="526" y="2133"/>
                    <a:pt x="1072" y="2133"/>
                  </a:cubicBezTo>
                  <a:cubicBezTo>
                    <a:pt x="1333" y="2133"/>
                    <a:pt x="1598" y="2037"/>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2" name="Google Shape;2612;p56"/>
            <p:cNvSpPr/>
            <p:nvPr/>
          </p:nvSpPr>
          <p:spPr>
            <a:xfrm>
              <a:off x="6256150" y="3399500"/>
              <a:ext cx="62200" cy="53350"/>
            </a:xfrm>
            <a:custGeom>
              <a:avLst/>
              <a:gdLst/>
              <a:ahLst/>
              <a:cxnLst/>
              <a:rect l="l" t="t" r="r" b="b"/>
              <a:pathLst>
                <a:path w="2488" h="2134" extrusionOk="0">
                  <a:moveTo>
                    <a:pt x="1065" y="1"/>
                  </a:moveTo>
                  <a:cubicBezTo>
                    <a:pt x="472" y="1"/>
                    <a:pt x="0" y="480"/>
                    <a:pt x="0" y="1066"/>
                  </a:cubicBezTo>
                  <a:cubicBezTo>
                    <a:pt x="0" y="1709"/>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3" name="Google Shape;2613;p56"/>
            <p:cNvSpPr/>
            <p:nvPr/>
          </p:nvSpPr>
          <p:spPr>
            <a:xfrm>
              <a:off x="6484575" y="355192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4" name="Google Shape;2614;p56"/>
            <p:cNvSpPr/>
            <p:nvPr/>
          </p:nvSpPr>
          <p:spPr>
            <a:xfrm>
              <a:off x="6484575" y="34757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5" name="Google Shape;2615;p56"/>
            <p:cNvSpPr/>
            <p:nvPr/>
          </p:nvSpPr>
          <p:spPr>
            <a:xfrm>
              <a:off x="6408350" y="355192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6" name="Google Shape;2616;p56"/>
            <p:cNvSpPr/>
            <p:nvPr/>
          </p:nvSpPr>
          <p:spPr>
            <a:xfrm>
              <a:off x="6408350" y="3475725"/>
              <a:ext cx="62425" cy="53350"/>
            </a:xfrm>
            <a:custGeom>
              <a:avLst/>
              <a:gdLst/>
              <a:ahLst/>
              <a:cxnLst/>
              <a:rect l="l" t="t" r="r" b="b"/>
              <a:pathLst>
                <a:path w="2497" h="2134" extrusionOk="0">
                  <a:moveTo>
                    <a:pt x="1074" y="0"/>
                  </a:moveTo>
                  <a:cubicBezTo>
                    <a:pt x="481" y="0"/>
                    <a:pt x="1" y="472"/>
                    <a:pt x="1" y="1065"/>
                  </a:cubicBezTo>
                  <a:cubicBezTo>
                    <a:pt x="1" y="1709"/>
                    <a:pt x="526" y="2133"/>
                    <a:pt x="1075" y="2133"/>
                  </a:cubicBezTo>
                  <a:cubicBezTo>
                    <a:pt x="1337" y="2133"/>
                    <a:pt x="1604"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7" name="Google Shape;2617;p56"/>
            <p:cNvSpPr/>
            <p:nvPr/>
          </p:nvSpPr>
          <p:spPr>
            <a:xfrm>
              <a:off x="6332350"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8" name="Google Shape;2618;p56"/>
            <p:cNvSpPr/>
            <p:nvPr/>
          </p:nvSpPr>
          <p:spPr>
            <a:xfrm>
              <a:off x="6332350" y="33995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9" name="Google Shape;2619;p56"/>
            <p:cNvSpPr/>
            <p:nvPr/>
          </p:nvSpPr>
          <p:spPr>
            <a:xfrm>
              <a:off x="7094075" y="4237450"/>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40"/>
                    <a:pt x="1822" y="1821"/>
                  </a:cubicBezTo>
                  <a:cubicBezTo>
                    <a:pt x="2496"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0" name="Google Shape;2620;p56"/>
            <p:cNvSpPr/>
            <p:nvPr/>
          </p:nvSpPr>
          <p:spPr>
            <a:xfrm>
              <a:off x="7017875" y="4389875"/>
              <a:ext cx="62400" cy="53350"/>
            </a:xfrm>
            <a:custGeom>
              <a:avLst/>
              <a:gdLst/>
              <a:ahLst/>
              <a:cxnLst/>
              <a:rect l="l" t="t" r="r" b="b"/>
              <a:pathLst>
                <a:path w="2496" h="2134" extrusionOk="0">
                  <a:moveTo>
                    <a:pt x="1073" y="0"/>
                  </a:moveTo>
                  <a:cubicBezTo>
                    <a:pt x="480" y="0"/>
                    <a:pt x="8"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1" name="Google Shape;2621;p56"/>
            <p:cNvSpPr/>
            <p:nvPr/>
          </p:nvSpPr>
          <p:spPr>
            <a:xfrm>
              <a:off x="7017875" y="4313650"/>
              <a:ext cx="62400" cy="53450"/>
            </a:xfrm>
            <a:custGeom>
              <a:avLst/>
              <a:gdLst/>
              <a:ahLst/>
              <a:cxnLst/>
              <a:rect l="l" t="t" r="r" b="b"/>
              <a:pathLst>
                <a:path w="2496" h="2138" extrusionOk="0">
                  <a:moveTo>
                    <a:pt x="1073" y="1"/>
                  </a:moveTo>
                  <a:cubicBezTo>
                    <a:pt x="480" y="1"/>
                    <a:pt x="8" y="480"/>
                    <a:pt x="0" y="1066"/>
                  </a:cubicBezTo>
                  <a:cubicBezTo>
                    <a:pt x="0" y="1709"/>
                    <a:pt x="529" y="2137"/>
                    <a:pt x="1078"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2" name="Google Shape;2622;p56"/>
            <p:cNvSpPr/>
            <p:nvPr/>
          </p:nvSpPr>
          <p:spPr>
            <a:xfrm>
              <a:off x="6941850" y="438987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3" name="Google Shape;2623;p56"/>
            <p:cNvSpPr/>
            <p:nvPr/>
          </p:nvSpPr>
          <p:spPr>
            <a:xfrm>
              <a:off x="6484575" y="438987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4" name="Google Shape;2624;p56"/>
            <p:cNvSpPr/>
            <p:nvPr/>
          </p:nvSpPr>
          <p:spPr>
            <a:xfrm>
              <a:off x="6560800" y="42374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5" name="Google Shape;2625;p56"/>
            <p:cNvSpPr/>
            <p:nvPr/>
          </p:nvSpPr>
          <p:spPr>
            <a:xfrm>
              <a:off x="6560800" y="4161425"/>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6" name="Google Shape;2626;p56"/>
            <p:cNvSpPr/>
            <p:nvPr/>
          </p:nvSpPr>
          <p:spPr>
            <a:xfrm>
              <a:off x="6560800" y="40852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7" name="Google Shape;2627;p56"/>
            <p:cNvSpPr/>
            <p:nvPr/>
          </p:nvSpPr>
          <p:spPr>
            <a:xfrm>
              <a:off x="6560800" y="4009000"/>
              <a:ext cx="62200" cy="53350"/>
            </a:xfrm>
            <a:custGeom>
              <a:avLst/>
              <a:gdLst/>
              <a:ahLst/>
              <a:cxnLst/>
              <a:rect l="l" t="t" r="r" b="b"/>
              <a:pathLst>
                <a:path w="2488" h="2134" extrusionOk="0">
                  <a:moveTo>
                    <a:pt x="1065" y="1"/>
                  </a:moveTo>
                  <a:cubicBezTo>
                    <a:pt x="480"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8" name="Google Shape;2628;p56"/>
            <p:cNvSpPr/>
            <p:nvPr/>
          </p:nvSpPr>
          <p:spPr>
            <a:xfrm>
              <a:off x="6560800" y="39328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9" name="Google Shape;2629;p56"/>
            <p:cNvSpPr/>
            <p:nvPr/>
          </p:nvSpPr>
          <p:spPr>
            <a:xfrm>
              <a:off x="65608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0" name="Google Shape;2630;p56"/>
            <p:cNvSpPr/>
            <p:nvPr/>
          </p:nvSpPr>
          <p:spPr>
            <a:xfrm>
              <a:off x="65608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1" name="Google Shape;2631;p56"/>
            <p:cNvSpPr/>
            <p:nvPr/>
          </p:nvSpPr>
          <p:spPr>
            <a:xfrm>
              <a:off x="6484575" y="4237450"/>
              <a:ext cx="62425" cy="53425"/>
            </a:xfrm>
            <a:custGeom>
              <a:avLst/>
              <a:gdLst/>
              <a:ahLst/>
              <a:cxnLst/>
              <a:rect l="l" t="t" r="r" b="b"/>
              <a:pathLst>
                <a:path w="2497" h="2137" extrusionOk="0">
                  <a:moveTo>
                    <a:pt x="1065" y="0"/>
                  </a:moveTo>
                  <a:cubicBezTo>
                    <a:pt x="480" y="8"/>
                    <a:pt x="1" y="480"/>
                    <a:pt x="1" y="1073"/>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2" name="Google Shape;2632;p56"/>
            <p:cNvSpPr/>
            <p:nvPr/>
          </p:nvSpPr>
          <p:spPr>
            <a:xfrm>
              <a:off x="6484575" y="3780375"/>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3" name="Google Shape;2633;p56"/>
            <p:cNvSpPr/>
            <p:nvPr/>
          </p:nvSpPr>
          <p:spPr>
            <a:xfrm>
              <a:off x="6484575" y="3704150"/>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4" name="Google Shape;2634;p56"/>
            <p:cNvSpPr/>
            <p:nvPr/>
          </p:nvSpPr>
          <p:spPr>
            <a:xfrm>
              <a:off x="6408350" y="4237450"/>
              <a:ext cx="62425" cy="53425"/>
            </a:xfrm>
            <a:custGeom>
              <a:avLst/>
              <a:gdLst/>
              <a:ahLst/>
              <a:cxnLst/>
              <a:rect l="l" t="t" r="r" b="b"/>
              <a:pathLst>
                <a:path w="2497" h="2137" extrusionOk="0">
                  <a:moveTo>
                    <a:pt x="1074" y="0"/>
                  </a:moveTo>
                  <a:cubicBezTo>
                    <a:pt x="481" y="8"/>
                    <a:pt x="9" y="480"/>
                    <a:pt x="1" y="1073"/>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5" name="Google Shape;2635;p56"/>
            <p:cNvSpPr/>
            <p:nvPr/>
          </p:nvSpPr>
          <p:spPr>
            <a:xfrm>
              <a:off x="6408350" y="4161425"/>
              <a:ext cx="62425" cy="53300"/>
            </a:xfrm>
            <a:custGeom>
              <a:avLst/>
              <a:gdLst/>
              <a:ahLst/>
              <a:cxnLst/>
              <a:rect l="l" t="t" r="r" b="b"/>
              <a:pathLst>
                <a:path w="2497" h="2132" extrusionOk="0">
                  <a:moveTo>
                    <a:pt x="1074" y="1"/>
                  </a:moveTo>
                  <a:cubicBezTo>
                    <a:pt x="481" y="1"/>
                    <a:pt x="1"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6" name="Google Shape;2636;p56"/>
            <p:cNvSpPr/>
            <p:nvPr/>
          </p:nvSpPr>
          <p:spPr>
            <a:xfrm>
              <a:off x="6408350" y="3780375"/>
              <a:ext cx="62425" cy="53425"/>
            </a:xfrm>
            <a:custGeom>
              <a:avLst/>
              <a:gdLst/>
              <a:ahLst/>
              <a:cxnLst/>
              <a:rect l="l" t="t" r="r" b="b"/>
              <a:pathLst>
                <a:path w="2497" h="2137" extrusionOk="0">
                  <a:moveTo>
                    <a:pt x="1074" y="0"/>
                  </a:moveTo>
                  <a:cubicBezTo>
                    <a:pt x="481" y="0"/>
                    <a:pt x="1"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7" name="Google Shape;2637;p56"/>
            <p:cNvSpPr/>
            <p:nvPr/>
          </p:nvSpPr>
          <p:spPr>
            <a:xfrm>
              <a:off x="6408350" y="3704150"/>
              <a:ext cx="62425" cy="53450"/>
            </a:xfrm>
            <a:custGeom>
              <a:avLst/>
              <a:gdLst/>
              <a:ahLst/>
              <a:cxnLst/>
              <a:rect l="l" t="t" r="r" b="b"/>
              <a:pathLst>
                <a:path w="2497" h="2138" extrusionOk="0">
                  <a:moveTo>
                    <a:pt x="1074" y="1"/>
                  </a:moveTo>
                  <a:cubicBezTo>
                    <a:pt x="481" y="1"/>
                    <a:pt x="9"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8" name="Google Shape;2638;p56"/>
            <p:cNvSpPr/>
            <p:nvPr/>
          </p:nvSpPr>
          <p:spPr>
            <a:xfrm>
              <a:off x="6332350"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9" name="Google Shape;2639;p56"/>
            <p:cNvSpPr/>
            <p:nvPr/>
          </p:nvSpPr>
          <p:spPr>
            <a:xfrm>
              <a:off x="6332350"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0" name="Google Shape;2640;p56"/>
            <p:cNvSpPr/>
            <p:nvPr/>
          </p:nvSpPr>
          <p:spPr>
            <a:xfrm>
              <a:off x="633235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1" name="Google Shape;2641;p56"/>
            <p:cNvSpPr/>
            <p:nvPr/>
          </p:nvSpPr>
          <p:spPr>
            <a:xfrm>
              <a:off x="63323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2" name="Google Shape;2642;p56"/>
            <p:cNvSpPr/>
            <p:nvPr/>
          </p:nvSpPr>
          <p:spPr>
            <a:xfrm>
              <a:off x="6256150" y="4085225"/>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3" name="Google Shape;2643;p56"/>
            <p:cNvSpPr/>
            <p:nvPr/>
          </p:nvSpPr>
          <p:spPr>
            <a:xfrm>
              <a:off x="6256150" y="3704150"/>
              <a:ext cx="62200" cy="53450"/>
            </a:xfrm>
            <a:custGeom>
              <a:avLst/>
              <a:gdLst/>
              <a:ahLst/>
              <a:cxnLst/>
              <a:rect l="l" t="t" r="r" b="b"/>
              <a:pathLst>
                <a:path w="2488" h="2138" extrusionOk="0">
                  <a:moveTo>
                    <a:pt x="1065" y="1"/>
                  </a:moveTo>
                  <a:cubicBezTo>
                    <a:pt x="480" y="1"/>
                    <a:pt x="0" y="480"/>
                    <a:pt x="0" y="1066"/>
                  </a:cubicBezTo>
                  <a:cubicBezTo>
                    <a:pt x="0" y="1709"/>
                    <a:pt x="525" y="2137"/>
                    <a:pt x="1071" y="2137"/>
                  </a:cubicBezTo>
                  <a:cubicBezTo>
                    <a:pt x="1332" y="2137"/>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4" name="Google Shape;2644;p56"/>
            <p:cNvSpPr/>
            <p:nvPr/>
          </p:nvSpPr>
          <p:spPr>
            <a:xfrm>
              <a:off x="6256150" y="3627950"/>
              <a:ext cx="62200" cy="53425"/>
            </a:xfrm>
            <a:custGeom>
              <a:avLst/>
              <a:gdLst/>
              <a:ahLst/>
              <a:cxnLst/>
              <a:rect l="l" t="t" r="r" b="b"/>
              <a:pathLst>
                <a:path w="2488" h="2137" extrusionOk="0">
                  <a:moveTo>
                    <a:pt x="1065" y="0"/>
                  </a:moveTo>
                  <a:cubicBezTo>
                    <a:pt x="472" y="8"/>
                    <a:pt x="0" y="480"/>
                    <a:pt x="0" y="1073"/>
                  </a:cubicBezTo>
                  <a:cubicBezTo>
                    <a:pt x="0" y="1711"/>
                    <a:pt x="524" y="2137"/>
                    <a:pt x="1070" y="2137"/>
                  </a:cubicBezTo>
                  <a:cubicBezTo>
                    <a:pt x="1331"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5" name="Google Shape;2645;p56"/>
            <p:cNvSpPr/>
            <p:nvPr/>
          </p:nvSpPr>
          <p:spPr>
            <a:xfrm>
              <a:off x="617992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6" name="Google Shape;2646;p56"/>
            <p:cNvSpPr/>
            <p:nvPr/>
          </p:nvSpPr>
          <p:spPr>
            <a:xfrm>
              <a:off x="61799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7" name="Google Shape;2647;p56"/>
            <p:cNvSpPr/>
            <p:nvPr/>
          </p:nvSpPr>
          <p:spPr>
            <a:xfrm>
              <a:off x="6103700" y="4085225"/>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7"/>
                    <a:pt x="1822" y="1821"/>
                  </a:cubicBezTo>
                  <a:cubicBezTo>
                    <a:pt x="2497"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8" name="Google Shape;2648;p56"/>
            <p:cNvSpPr/>
            <p:nvPr/>
          </p:nvSpPr>
          <p:spPr>
            <a:xfrm>
              <a:off x="6103700" y="3704150"/>
              <a:ext cx="62425" cy="53450"/>
            </a:xfrm>
            <a:custGeom>
              <a:avLst/>
              <a:gdLst/>
              <a:ahLst/>
              <a:cxnLst/>
              <a:rect l="l" t="t" r="r" b="b"/>
              <a:pathLst>
                <a:path w="2497" h="2138" extrusionOk="0">
                  <a:moveTo>
                    <a:pt x="1066" y="1"/>
                  </a:moveTo>
                  <a:cubicBezTo>
                    <a:pt x="481" y="1"/>
                    <a:pt x="9"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9" name="Google Shape;2649;p56"/>
            <p:cNvSpPr/>
            <p:nvPr/>
          </p:nvSpPr>
          <p:spPr>
            <a:xfrm>
              <a:off x="6027500" y="4085225"/>
              <a:ext cx="62425" cy="53350"/>
            </a:xfrm>
            <a:custGeom>
              <a:avLst/>
              <a:gdLst/>
              <a:ahLst/>
              <a:cxnLst/>
              <a:rect l="l" t="t" r="r" b="b"/>
              <a:pathLst>
                <a:path w="2497" h="2134" extrusionOk="0">
                  <a:moveTo>
                    <a:pt x="1073" y="0"/>
                  </a:moveTo>
                  <a:cubicBezTo>
                    <a:pt x="480" y="0"/>
                    <a:pt x="9"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0" name="Google Shape;2650;p56"/>
            <p:cNvSpPr/>
            <p:nvPr/>
          </p:nvSpPr>
          <p:spPr>
            <a:xfrm>
              <a:off x="6027500" y="3780375"/>
              <a:ext cx="62425" cy="53425"/>
            </a:xfrm>
            <a:custGeom>
              <a:avLst/>
              <a:gdLst/>
              <a:ahLst/>
              <a:cxnLst/>
              <a:rect l="l" t="t" r="r" b="b"/>
              <a:pathLst>
                <a:path w="2497" h="2137" extrusionOk="0">
                  <a:moveTo>
                    <a:pt x="1073" y="0"/>
                  </a:moveTo>
                  <a:cubicBezTo>
                    <a:pt x="480" y="0"/>
                    <a:pt x="9" y="480"/>
                    <a:pt x="0" y="1065"/>
                  </a:cubicBezTo>
                  <a:cubicBezTo>
                    <a:pt x="0" y="1709"/>
                    <a:pt x="529" y="2137"/>
                    <a:pt x="1080" y="2137"/>
                  </a:cubicBezTo>
                  <a:cubicBezTo>
                    <a:pt x="1343" y="2137"/>
                    <a:pt x="1611" y="2039"/>
                    <a:pt x="1830" y="1821"/>
                  </a:cubicBezTo>
                  <a:cubicBezTo>
                    <a:pt x="2496" y="1146"/>
                    <a:pt x="2025"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1" name="Google Shape;2651;p56"/>
            <p:cNvSpPr/>
            <p:nvPr/>
          </p:nvSpPr>
          <p:spPr>
            <a:xfrm>
              <a:off x="6027500" y="3704150"/>
              <a:ext cx="62425" cy="53450"/>
            </a:xfrm>
            <a:custGeom>
              <a:avLst/>
              <a:gdLst/>
              <a:ahLst/>
              <a:cxnLst/>
              <a:rect l="l" t="t" r="r" b="b"/>
              <a:pathLst>
                <a:path w="2497" h="2138" extrusionOk="0">
                  <a:moveTo>
                    <a:pt x="1073" y="1"/>
                  </a:moveTo>
                  <a:cubicBezTo>
                    <a:pt x="480" y="1"/>
                    <a:pt x="9" y="480"/>
                    <a:pt x="0" y="1066"/>
                  </a:cubicBezTo>
                  <a:cubicBezTo>
                    <a:pt x="0" y="1709"/>
                    <a:pt x="529" y="2137"/>
                    <a:pt x="1078" y="2137"/>
                  </a:cubicBezTo>
                  <a:cubicBezTo>
                    <a:pt x="1340"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2" name="Google Shape;2652;p56"/>
            <p:cNvSpPr/>
            <p:nvPr/>
          </p:nvSpPr>
          <p:spPr>
            <a:xfrm>
              <a:off x="59514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3" name="Google Shape;2653;p56"/>
            <p:cNvSpPr/>
            <p:nvPr/>
          </p:nvSpPr>
          <p:spPr>
            <a:xfrm>
              <a:off x="5951475"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4" name="Google Shape;2654;p56"/>
            <p:cNvSpPr/>
            <p:nvPr/>
          </p:nvSpPr>
          <p:spPr>
            <a:xfrm>
              <a:off x="5951475" y="3780375"/>
              <a:ext cx="62425" cy="53425"/>
            </a:xfrm>
            <a:custGeom>
              <a:avLst/>
              <a:gdLst/>
              <a:ahLst/>
              <a:cxnLst/>
              <a:rect l="l" t="t" r="r" b="b"/>
              <a:pathLst>
                <a:path w="2497" h="2137" extrusionOk="0">
                  <a:moveTo>
                    <a:pt x="1066" y="0"/>
                  </a:moveTo>
                  <a:cubicBezTo>
                    <a:pt x="472"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5" name="Google Shape;2655;p56"/>
            <p:cNvSpPr/>
            <p:nvPr/>
          </p:nvSpPr>
          <p:spPr>
            <a:xfrm>
              <a:off x="587527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6" name="Google Shape;2656;p56"/>
            <p:cNvSpPr/>
            <p:nvPr/>
          </p:nvSpPr>
          <p:spPr>
            <a:xfrm>
              <a:off x="587527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7" name="Google Shape;2657;p56"/>
            <p:cNvSpPr/>
            <p:nvPr/>
          </p:nvSpPr>
          <p:spPr>
            <a:xfrm>
              <a:off x="587527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8" name="Google Shape;2658;p56"/>
            <p:cNvSpPr/>
            <p:nvPr/>
          </p:nvSpPr>
          <p:spPr>
            <a:xfrm>
              <a:off x="587527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9" name="Google Shape;2659;p56"/>
            <p:cNvSpPr/>
            <p:nvPr/>
          </p:nvSpPr>
          <p:spPr>
            <a:xfrm>
              <a:off x="45040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0" name="Google Shape;2660;p56"/>
            <p:cNvSpPr/>
            <p:nvPr/>
          </p:nvSpPr>
          <p:spPr>
            <a:xfrm>
              <a:off x="450405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1" name="Google Shape;2661;p56"/>
            <p:cNvSpPr/>
            <p:nvPr/>
          </p:nvSpPr>
          <p:spPr>
            <a:xfrm>
              <a:off x="450405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2" name="Google Shape;2662;p56"/>
            <p:cNvSpPr/>
            <p:nvPr/>
          </p:nvSpPr>
          <p:spPr>
            <a:xfrm>
              <a:off x="4427825" y="39328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3" name="Google Shape;2663;p56"/>
            <p:cNvSpPr/>
            <p:nvPr/>
          </p:nvSpPr>
          <p:spPr>
            <a:xfrm>
              <a:off x="4427825" y="3856775"/>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4"/>
                    <a:pt x="525" y="2129"/>
                    <a:pt x="1073" y="2129"/>
                  </a:cubicBezTo>
                  <a:cubicBezTo>
                    <a:pt x="1335" y="2129"/>
                    <a:pt x="1603" y="2032"/>
                    <a:pt x="1822" y="1814"/>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4" name="Google Shape;2664;p56"/>
            <p:cNvSpPr/>
            <p:nvPr/>
          </p:nvSpPr>
          <p:spPr>
            <a:xfrm>
              <a:off x="4427825" y="3780375"/>
              <a:ext cx="62425" cy="53425"/>
            </a:xfrm>
            <a:custGeom>
              <a:avLst/>
              <a:gdLst/>
              <a:ahLst/>
              <a:cxnLst/>
              <a:rect l="l" t="t" r="r" b="b"/>
              <a:pathLst>
                <a:path w="2497" h="2137" extrusionOk="0">
                  <a:moveTo>
                    <a:pt x="1065" y="0"/>
                  </a:moveTo>
                  <a:cubicBezTo>
                    <a:pt x="480" y="0"/>
                    <a:pt x="1" y="480"/>
                    <a:pt x="1" y="1065"/>
                  </a:cubicBezTo>
                  <a:cubicBezTo>
                    <a:pt x="1" y="1709"/>
                    <a:pt x="529" y="2137"/>
                    <a:pt x="1080" y="2137"/>
                  </a:cubicBezTo>
                  <a:cubicBezTo>
                    <a:pt x="1343" y="2137"/>
                    <a:pt x="1612" y="2039"/>
                    <a:pt x="1830"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5" name="Google Shape;2665;p56"/>
            <p:cNvSpPr/>
            <p:nvPr/>
          </p:nvSpPr>
          <p:spPr>
            <a:xfrm>
              <a:off x="4351600" y="3171075"/>
              <a:ext cx="62425" cy="53350"/>
            </a:xfrm>
            <a:custGeom>
              <a:avLst/>
              <a:gdLst/>
              <a:ahLst/>
              <a:cxnLst/>
              <a:rect l="l" t="t" r="r" b="b"/>
              <a:pathLst>
                <a:path w="2497" h="2134" extrusionOk="0">
                  <a:moveTo>
                    <a:pt x="1074" y="0"/>
                  </a:moveTo>
                  <a:cubicBezTo>
                    <a:pt x="481" y="0"/>
                    <a:pt x="9" y="472"/>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6" name="Google Shape;2666;p56"/>
            <p:cNvSpPr/>
            <p:nvPr/>
          </p:nvSpPr>
          <p:spPr>
            <a:xfrm>
              <a:off x="435160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7" name="Google Shape;2667;p56"/>
            <p:cNvSpPr/>
            <p:nvPr/>
          </p:nvSpPr>
          <p:spPr>
            <a:xfrm>
              <a:off x="3970950" y="27902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8" name="Google Shape;2668;p56"/>
            <p:cNvSpPr/>
            <p:nvPr/>
          </p:nvSpPr>
          <p:spPr>
            <a:xfrm>
              <a:off x="3970950" y="2866425"/>
              <a:ext cx="62225" cy="53275"/>
            </a:xfrm>
            <a:custGeom>
              <a:avLst/>
              <a:gdLst/>
              <a:ahLst/>
              <a:cxnLst/>
              <a:rect l="l" t="t" r="r" b="b"/>
              <a:pathLst>
                <a:path w="2489" h="2131" extrusionOk="0">
                  <a:moveTo>
                    <a:pt x="1065" y="0"/>
                  </a:moveTo>
                  <a:cubicBezTo>
                    <a:pt x="472" y="0"/>
                    <a:pt x="1" y="472"/>
                    <a:pt x="1" y="1065"/>
                  </a:cubicBezTo>
                  <a:cubicBezTo>
                    <a:pt x="1" y="1707"/>
                    <a:pt x="523" y="2131"/>
                    <a:pt x="1067" y="2131"/>
                  </a:cubicBezTo>
                  <a:cubicBezTo>
                    <a:pt x="1329" y="2131"/>
                    <a:pt x="1597" y="2032"/>
                    <a:pt x="1813"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9" name="Google Shape;2669;p56"/>
            <p:cNvSpPr/>
            <p:nvPr/>
          </p:nvSpPr>
          <p:spPr>
            <a:xfrm>
              <a:off x="3970950" y="2942425"/>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0" name="Google Shape;2670;p56"/>
            <p:cNvSpPr/>
            <p:nvPr/>
          </p:nvSpPr>
          <p:spPr>
            <a:xfrm>
              <a:off x="3970950" y="301865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1" name="Google Shape;2671;p56"/>
            <p:cNvSpPr/>
            <p:nvPr/>
          </p:nvSpPr>
          <p:spPr>
            <a:xfrm>
              <a:off x="3970950" y="309485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2" name="Google Shape;2672;p56"/>
            <p:cNvSpPr/>
            <p:nvPr/>
          </p:nvSpPr>
          <p:spPr>
            <a:xfrm>
              <a:off x="3970950" y="317107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3" name="Google Shape;2673;p56"/>
            <p:cNvSpPr/>
            <p:nvPr/>
          </p:nvSpPr>
          <p:spPr>
            <a:xfrm>
              <a:off x="3970950" y="3247075"/>
              <a:ext cx="62225" cy="53450"/>
            </a:xfrm>
            <a:custGeom>
              <a:avLst/>
              <a:gdLst/>
              <a:ahLst/>
              <a:cxnLst/>
              <a:rect l="l" t="t" r="r" b="b"/>
              <a:pathLst>
                <a:path w="2489" h="2138" extrusionOk="0">
                  <a:moveTo>
                    <a:pt x="1065" y="1"/>
                  </a:moveTo>
                  <a:cubicBezTo>
                    <a:pt x="472" y="9"/>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4" name="Google Shape;2674;p56"/>
            <p:cNvSpPr/>
            <p:nvPr/>
          </p:nvSpPr>
          <p:spPr>
            <a:xfrm>
              <a:off x="3970950" y="33233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5" name="Google Shape;2675;p56"/>
            <p:cNvSpPr/>
            <p:nvPr/>
          </p:nvSpPr>
          <p:spPr>
            <a:xfrm>
              <a:off x="3970950" y="33995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6" name="Google Shape;2676;p56"/>
            <p:cNvSpPr/>
            <p:nvPr/>
          </p:nvSpPr>
          <p:spPr>
            <a:xfrm>
              <a:off x="3970950" y="347572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7" name="Google Shape;2677;p56"/>
            <p:cNvSpPr/>
            <p:nvPr/>
          </p:nvSpPr>
          <p:spPr>
            <a:xfrm>
              <a:off x="3970950" y="355192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8" name="Google Shape;2678;p56"/>
            <p:cNvSpPr/>
            <p:nvPr/>
          </p:nvSpPr>
          <p:spPr>
            <a:xfrm>
              <a:off x="3970950" y="3627950"/>
              <a:ext cx="62225" cy="53425"/>
            </a:xfrm>
            <a:custGeom>
              <a:avLst/>
              <a:gdLst/>
              <a:ahLst/>
              <a:cxnLst/>
              <a:rect l="l" t="t" r="r" b="b"/>
              <a:pathLst>
                <a:path w="2489" h="2137" extrusionOk="0">
                  <a:moveTo>
                    <a:pt x="1065" y="0"/>
                  </a:moveTo>
                  <a:cubicBezTo>
                    <a:pt x="472" y="8"/>
                    <a:pt x="1" y="480"/>
                    <a:pt x="1" y="1073"/>
                  </a:cubicBezTo>
                  <a:cubicBezTo>
                    <a:pt x="1" y="1711"/>
                    <a:pt x="525" y="2137"/>
                    <a:pt x="1071"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9" name="Google Shape;2679;p56"/>
            <p:cNvSpPr/>
            <p:nvPr/>
          </p:nvSpPr>
          <p:spPr>
            <a:xfrm>
              <a:off x="3970950" y="3704150"/>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0" name="Google Shape;2680;p56"/>
            <p:cNvSpPr/>
            <p:nvPr/>
          </p:nvSpPr>
          <p:spPr>
            <a:xfrm>
              <a:off x="3970950" y="3780375"/>
              <a:ext cx="62425" cy="53425"/>
            </a:xfrm>
            <a:custGeom>
              <a:avLst/>
              <a:gdLst/>
              <a:ahLst/>
              <a:cxnLst/>
              <a:rect l="l" t="t" r="r" b="b"/>
              <a:pathLst>
                <a:path w="2497" h="2137" extrusionOk="0">
                  <a:moveTo>
                    <a:pt x="1065" y="0"/>
                  </a:moveTo>
                  <a:cubicBezTo>
                    <a:pt x="472"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1" name="Google Shape;2681;p56"/>
            <p:cNvSpPr/>
            <p:nvPr/>
          </p:nvSpPr>
          <p:spPr>
            <a:xfrm>
              <a:off x="3970950" y="385677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2" name="Google Shape;2682;p56"/>
            <p:cNvSpPr/>
            <p:nvPr/>
          </p:nvSpPr>
          <p:spPr>
            <a:xfrm>
              <a:off x="3970950" y="4009000"/>
              <a:ext cx="62225" cy="53350"/>
            </a:xfrm>
            <a:custGeom>
              <a:avLst/>
              <a:gdLst/>
              <a:ahLst/>
              <a:cxnLst/>
              <a:rect l="l" t="t" r="r" b="b"/>
              <a:pathLst>
                <a:path w="2489" h="2134" extrusionOk="0">
                  <a:moveTo>
                    <a:pt x="1065" y="1"/>
                  </a:moveTo>
                  <a:cubicBezTo>
                    <a:pt x="472" y="1"/>
                    <a:pt x="1" y="480"/>
                    <a:pt x="1" y="1066"/>
                  </a:cubicBezTo>
                  <a:cubicBezTo>
                    <a:pt x="1" y="1710"/>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3" name="Google Shape;2683;p56"/>
            <p:cNvSpPr/>
            <p:nvPr/>
          </p:nvSpPr>
          <p:spPr>
            <a:xfrm>
              <a:off x="404695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4" name="Google Shape;2684;p56"/>
            <p:cNvSpPr/>
            <p:nvPr/>
          </p:nvSpPr>
          <p:spPr>
            <a:xfrm>
              <a:off x="4046950" y="286642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5" name="Google Shape;2685;p56"/>
            <p:cNvSpPr/>
            <p:nvPr/>
          </p:nvSpPr>
          <p:spPr>
            <a:xfrm>
              <a:off x="4046950" y="2942425"/>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6" name="Google Shape;2686;p56"/>
            <p:cNvSpPr/>
            <p:nvPr/>
          </p:nvSpPr>
          <p:spPr>
            <a:xfrm>
              <a:off x="404695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7" name="Google Shape;2687;p56"/>
            <p:cNvSpPr/>
            <p:nvPr/>
          </p:nvSpPr>
          <p:spPr>
            <a:xfrm>
              <a:off x="404695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8" name="Google Shape;2688;p56"/>
            <p:cNvSpPr/>
            <p:nvPr/>
          </p:nvSpPr>
          <p:spPr>
            <a:xfrm>
              <a:off x="4046950"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9" name="Google Shape;2689;p56"/>
            <p:cNvSpPr/>
            <p:nvPr/>
          </p:nvSpPr>
          <p:spPr>
            <a:xfrm>
              <a:off x="404695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0" name="Google Shape;2690;p56"/>
            <p:cNvSpPr/>
            <p:nvPr/>
          </p:nvSpPr>
          <p:spPr>
            <a:xfrm>
              <a:off x="4046950" y="3323300"/>
              <a:ext cx="62425" cy="53425"/>
            </a:xfrm>
            <a:custGeom>
              <a:avLst/>
              <a:gdLst/>
              <a:ahLst/>
              <a:cxnLst/>
              <a:rect l="l" t="t" r="r" b="b"/>
              <a:pathLst>
                <a:path w="2497" h="2137" extrusionOk="0">
                  <a:moveTo>
                    <a:pt x="1074" y="0"/>
                  </a:moveTo>
                  <a:cubicBezTo>
                    <a:pt x="481" y="8"/>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1" name="Google Shape;2691;p56"/>
            <p:cNvSpPr/>
            <p:nvPr/>
          </p:nvSpPr>
          <p:spPr>
            <a:xfrm>
              <a:off x="404695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2" name="Google Shape;2692;p56"/>
            <p:cNvSpPr/>
            <p:nvPr/>
          </p:nvSpPr>
          <p:spPr>
            <a:xfrm>
              <a:off x="4046950" y="34757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3" name="Google Shape;2693;p56"/>
            <p:cNvSpPr/>
            <p:nvPr/>
          </p:nvSpPr>
          <p:spPr>
            <a:xfrm>
              <a:off x="4046950" y="355192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4" name="Google Shape;2694;p56"/>
            <p:cNvSpPr/>
            <p:nvPr/>
          </p:nvSpPr>
          <p:spPr>
            <a:xfrm>
              <a:off x="4046950"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5" name="Google Shape;2695;p56"/>
            <p:cNvSpPr/>
            <p:nvPr/>
          </p:nvSpPr>
          <p:spPr>
            <a:xfrm>
              <a:off x="4046950"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6" name="Google Shape;2696;p56"/>
            <p:cNvSpPr/>
            <p:nvPr/>
          </p:nvSpPr>
          <p:spPr>
            <a:xfrm>
              <a:off x="41231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7" name="Google Shape;2697;p56"/>
            <p:cNvSpPr/>
            <p:nvPr/>
          </p:nvSpPr>
          <p:spPr>
            <a:xfrm>
              <a:off x="4123175" y="2866425"/>
              <a:ext cx="62425" cy="53275"/>
            </a:xfrm>
            <a:custGeom>
              <a:avLst/>
              <a:gdLst/>
              <a:ahLst/>
              <a:cxnLst/>
              <a:rect l="l" t="t" r="r" b="b"/>
              <a:pathLst>
                <a:path w="2497" h="2131" extrusionOk="0">
                  <a:moveTo>
                    <a:pt x="1065" y="0"/>
                  </a:moveTo>
                  <a:cubicBezTo>
                    <a:pt x="480" y="0"/>
                    <a:pt x="0" y="472"/>
                    <a:pt x="0" y="1065"/>
                  </a:cubicBezTo>
                  <a:cubicBezTo>
                    <a:pt x="0" y="1707"/>
                    <a:pt x="523" y="2131"/>
                    <a:pt x="1070" y="2131"/>
                  </a:cubicBezTo>
                  <a:cubicBezTo>
                    <a:pt x="1333" y="2131"/>
                    <a:pt x="1602" y="2032"/>
                    <a:pt x="1821"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8" name="Google Shape;2698;p56"/>
            <p:cNvSpPr/>
            <p:nvPr/>
          </p:nvSpPr>
          <p:spPr>
            <a:xfrm>
              <a:off x="4123175" y="29424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9" name="Google Shape;2699;p56"/>
            <p:cNvSpPr/>
            <p:nvPr/>
          </p:nvSpPr>
          <p:spPr>
            <a:xfrm>
              <a:off x="4123175" y="301865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0" name="Google Shape;2700;p56"/>
            <p:cNvSpPr/>
            <p:nvPr/>
          </p:nvSpPr>
          <p:spPr>
            <a:xfrm>
              <a:off x="41231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1" name="Google Shape;2701;p56"/>
            <p:cNvSpPr/>
            <p:nvPr/>
          </p:nvSpPr>
          <p:spPr>
            <a:xfrm>
              <a:off x="4123175" y="317107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2" name="Google Shape;2702;p56"/>
            <p:cNvSpPr/>
            <p:nvPr/>
          </p:nvSpPr>
          <p:spPr>
            <a:xfrm>
              <a:off x="41231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3" name="Google Shape;2703;p56"/>
            <p:cNvSpPr/>
            <p:nvPr/>
          </p:nvSpPr>
          <p:spPr>
            <a:xfrm>
              <a:off x="4123175" y="33233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4" name="Google Shape;2704;p56"/>
            <p:cNvSpPr/>
            <p:nvPr/>
          </p:nvSpPr>
          <p:spPr>
            <a:xfrm>
              <a:off x="4123175" y="33995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5" name="Google Shape;2705;p56"/>
            <p:cNvSpPr/>
            <p:nvPr/>
          </p:nvSpPr>
          <p:spPr>
            <a:xfrm>
              <a:off x="4123175" y="347572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6" name="Google Shape;2706;p56"/>
            <p:cNvSpPr/>
            <p:nvPr/>
          </p:nvSpPr>
          <p:spPr>
            <a:xfrm>
              <a:off x="4123175" y="355192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7" name="Google Shape;2707;p56"/>
            <p:cNvSpPr/>
            <p:nvPr/>
          </p:nvSpPr>
          <p:spPr>
            <a:xfrm>
              <a:off x="4123175" y="3627950"/>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8" name="Google Shape;2708;p56"/>
            <p:cNvSpPr/>
            <p:nvPr/>
          </p:nvSpPr>
          <p:spPr>
            <a:xfrm>
              <a:off x="4199400"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9" name="Google Shape;2709;p56"/>
            <p:cNvSpPr/>
            <p:nvPr/>
          </p:nvSpPr>
          <p:spPr>
            <a:xfrm>
              <a:off x="419940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0" name="Google Shape;2710;p56"/>
            <p:cNvSpPr/>
            <p:nvPr/>
          </p:nvSpPr>
          <p:spPr>
            <a:xfrm>
              <a:off x="4199400" y="317107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1" name="Google Shape;2711;p56"/>
            <p:cNvSpPr/>
            <p:nvPr/>
          </p:nvSpPr>
          <p:spPr>
            <a:xfrm>
              <a:off x="4199400" y="3247075"/>
              <a:ext cx="62200" cy="53450"/>
            </a:xfrm>
            <a:custGeom>
              <a:avLst/>
              <a:gdLst/>
              <a:ahLst/>
              <a:cxnLst/>
              <a:rect l="l" t="t" r="r" b="b"/>
              <a:pathLst>
                <a:path w="2488" h="2138" extrusionOk="0">
                  <a:moveTo>
                    <a:pt x="1065" y="1"/>
                  </a:moveTo>
                  <a:cubicBezTo>
                    <a:pt x="480" y="9"/>
                    <a:pt x="0" y="480"/>
                    <a:pt x="0" y="1074"/>
                  </a:cubicBezTo>
                  <a:cubicBezTo>
                    <a:pt x="0" y="1712"/>
                    <a:pt x="524"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2" name="Google Shape;2712;p56"/>
            <p:cNvSpPr/>
            <p:nvPr/>
          </p:nvSpPr>
          <p:spPr>
            <a:xfrm>
              <a:off x="4275600" y="3018650"/>
              <a:ext cx="62225" cy="53425"/>
            </a:xfrm>
            <a:custGeom>
              <a:avLst/>
              <a:gdLst/>
              <a:ahLst/>
              <a:cxnLst/>
              <a:rect l="l" t="t" r="r" b="b"/>
              <a:pathLst>
                <a:path w="2489" h="2137" extrusionOk="0">
                  <a:moveTo>
                    <a:pt x="1066" y="0"/>
                  </a:moveTo>
                  <a:cubicBezTo>
                    <a:pt x="472"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3" name="Google Shape;2713;p56"/>
            <p:cNvSpPr/>
            <p:nvPr/>
          </p:nvSpPr>
          <p:spPr>
            <a:xfrm>
              <a:off x="4275600"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4" name="Google Shape;2714;p56"/>
            <p:cNvSpPr/>
            <p:nvPr/>
          </p:nvSpPr>
          <p:spPr>
            <a:xfrm>
              <a:off x="4275600" y="317107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29" y="2131"/>
                    <a:pt x="1597" y="2032"/>
                    <a:pt x="1813"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5" name="Google Shape;2715;p56"/>
            <p:cNvSpPr/>
            <p:nvPr/>
          </p:nvSpPr>
          <p:spPr>
            <a:xfrm>
              <a:off x="4275600" y="32470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6" name="Google Shape;2716;p56"/>
            <p:cNvSpPr/>
            <p:nvPr/>
          </p:nvSpPr>
          <p:spPr>
            <a:xfrm>
              <a:off x="4275475" y="3323300"/>
              <a:ext cx="62350" cy="53425"/>
            </a:xfrm>
            <a:custGeom>
              <a:avLst/>
              <a:gdLst/>
              <a:ahLst/>
              <a:cxnLst/>
              <a:rect l="l" t="t" r="r" b="b"/>
              <a:pathLst>
                <a:path w="2494" h="2137" extrusionOk="0">
                  <a:moveTo>
                    <a:pt x="1071" y="0"/>
                  </a:moveTo>
                  <a:cubicBezTo>
                    <a:pt x="485" y="8"/>
                    <a:pt x="6" y="480"/>
                    <a:pt x="6" y="1065"/>
                  </a:cubicBezTo>
                  <a:cubicBezTo>
                    <a:pt x="0" y="1709"/>
                    <a:pt x="527" y="2137"/>
                    <a:pt x="1075" y="2137"/>
                  </a:cubicBezTo>
                  <a:cubicBezTo>
                    <a:pt x="1337" y="2137"/>
                    <a:pt x="1603" y="2039"/>
                    <a:pt x="1818"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7" name="Google Shape;2717;p56"/>
            <p:cNvSpPr/>
            <p:nvPr/>
          </p:nvSpPr>
          <p:spPr>
            <a:xfrm>
              <a:off x="4199400" y="33233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8" name="Google Shape;2718;p56"/>
            <p:cNvSpPr/>
            <p:nvPr/>
          </p:nvSpPr>
          <p:spPr>
            <a:xfrm>
              <a:off x="4199400" y="33995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9" name="Google Shape;2719;p56"/>
            <p:cNvSpPr/>
            <p:nvPr/>
          </p:nvSpPr>
          <p:spPr>
            <a:xfrm>
              <a:off x="4199400" y="34757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0" name="Google Shape;2720;p56"/>
            <p:cNvSpPr/>
            <p:nvPr/>
          </p:nvSpPr>
          <p:spPr>
            <a:xfrm>
              <a:off x="4199400" y="355192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1" name="Google Shape;2721;p56"/>
            <p:cNvSpPr/>
            <p:nvPr/>
          </p:nvSpPr>
          <p:spPr>
            <a:xfrm>
              <a:off x="4199400" y="36279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2" name="Google Shape;2722;p56"/>
            <p:cNvSpPr/>
            <p:nvPr/>
          </p:nvSpPr>
          <p:spPr>
            <a:xfrm>
              <a:off x="419940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3" name="Google Shape;2723;p56"/>
            <p:cNvSpPr/>
            <p:nvPr/>
          </p:nvSpPr>
          <p:spPr>
            <a:xfrm>
              <a:off x="4123175" y="3704150"/>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4" name="Google Shape;2724;p56"/>
            <p:cNvSpPr/>
            <p:nvPr/>
          </p:nvSpPr>
          <p:spPr>
            <a:xfrm>
              <a:off x="412317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5" name="Google Shape;2725;p56"/>
            <p:cNvSpPr/>
            <p:nvPr/>
          </p:nvSpPr>
          <p:spPr>
            <a:xfrm>
              <a:off x="4046950" y="3780375"/>
              <a:ext cx="62425" cy="53425"/>
            </a:xfrm>
            <a:custGeom>
              <a:avLst/>
              <a:gdLst/>
              <a:ahLst/>
              <a:cxnLst/>
              <a:rect l="l" t="t" r="r" b="b"/>
              <a:pathLst>
                <a:path w="2497" h="2137" extrusionOk="0">
                  <a:moveTo>
                    <a:pt x="1074" y="0"/>
                  </a:moveTo>
                  <a:cubicBezTo>
                    <a:pt x="481" y="0"/>
                    <a:pt x="9"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6" name="Google Shape;2726;p56"/>
            <p:cNvSpPr/>
            <p:nvPr/>
          </p:nvSpPr>
          <p:spPr>
            <a:xfrm>
              <a:off x="4046950" y="385677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7" name="Google Shape;2727;p56"/>
            <p:cNvSpPr/>
            <p:nvPr/>
          </p:nvSpPr>
          <p:spPr>
            <a:xfrm>
              <a:off x="4046950"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8" name="Google Shape;2728;p56"/>
            <p:cNvSpPr/>
            <p:nvPr/>
          </p:nvSpPr>
          <p:spPr>
            <a:xfrm>
              <a:off x="4046950" y="3932800"/>
              <a:ext cx="62425" cy="53425"/>
            </a:xfrm>
            <a:custGeom>
              <a:avLst/>
              <a:gdLst/>
              <a:ahLst/>
              <a:cxnLst/>
              <a:rect l="l" t="t" r="r" b="b"/>
              <a:pathLst>
                <a:path w="2497" h="2137" extrusionOk="0">
                  <a:moveTo>
                    <a:pt x="1074" y="0"/>
                  </a:moveTo>
                  <a:cubicBezTo>
                    <a:pt x="481" y="8"/>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9" name="Google Shape;2729;p56"/>
            <p:cNvSpPr/>
            <p:nvPr/>
          </p:nvSpPr>
          <p:spPr>
            <a:xfrm>
              <a:off x="3970950" y="39328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0" name="Google Shape;2730;p56"/>
            <p:cNvSpPr/>
            <p:nvPr/>
          </p:nvSpPr>
          <p:spPr>
            <a:xfrm>
              <a:off x="35898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1" name="Google Shape;2731;p56"/>
            <p:cNvSpPr/>
            <p:nvPr/>
          </p:nvSpPr>
          <p:spPr>
            <a:xfrm>
              <a:off x="35898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2" name="Google Shape;2732;p56"/>
            <p:cNvSpPr/>
            <p:nvPr/>
          </p:nvSpPr>
          <p:spPr>
            <a:xfrm>
              <a:off x="358987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3" name="Google Shape;2733;p56"/>
            <p:cNvSpPr/>
            <p:nvPr/>
          </p:nvSpPr>
          <p:spPr>
            <a:xfrm>
              <a:off x="358987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4" name="Google Shape;2734;p56"/>
            <p:cNvSpPr/>
            <p:nvPr/>
          </p:nvSpPr>
          <p:spPr>
            <a:xfrm>
              <a:off x="358987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5" name="Google Shape;2735;p56"/>
            <p:cNvSpPr/>
            <p:nvPr/>
          </p:nvSpPr>
          <p:spPr>
            <a:xfrm>
              <a:off x="358987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7"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6" name="Google Shape;2736;p56"/>
            <p:cNvSpPr/>
            <p:nvPr/>
          </p:nvSpPr>
          <p:spPr>
            <a:xfrm>
              <a:off x="358987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7" name="Google Shape;2737;p56"/>
            <p:cNvSpPr/>
            <p:nvPr/>
          </p:nvSpPr>
          <p:spPr>
            <a:xfrm>
              <a:off x="328522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8" name="Google Shape;2738;p56"/>
            <p:cNvSpPr/>
            <p:nvPr/>
          </p:nvSpPr>
          <p:spPr>
            <a:xfrm>
              <a:off x="328522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9" name="Google Shape;2739;p56"/>
            <p:cNvSpPr/>
            <p:nvPr/>
          </p:nvSpPr>
          <p:spPr>
            <a:xfrm>
              <a:off x="328522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0" name="Google Shape;2740;p56"/>
            <p:cNvSpPr/>
            <p:nvPr/>
          </p:nvSpPr>
          <p:spPr>
            <a:xfrm>
              <a:off x="3361450" y="279020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1" name="Google Shape;2741;p56"/>
            <p:cNvSpPr/>
            <p:nvPr/>
          </p:nvSpPr>
          <p:spPr>
            <a:xfrm>
              <a:off x="3361450" y="2866425"/>
              <a:ext cx="62200" cy="53275"/>
            </a:xfrm>
            <a:custGeom>
              <a:avLst/>
              <a:gdLst/>
              <a:ahLst/>
              <a:cxnLst/>
              <a:rect l="l" t="t" r="r" b="b"/>
              <a:pathLst>
                <a:path w="2488" h="2131" extrusionOk="0">
                  <a:moveTo>
                    <a:pt x="1065" y="0"/>
                  </a:moveTo>
                  <a:cubicBezTo>
                    <a:pt x="472"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2" name="Google Shape;2742;p56"/>
            <p:cNvSpPr/>
            <p:nvPr/>
          </p:nvSpPr>
          <p:spPr>
            <a:xfrm>
              <a:off x="3361450" y="2942425"/>
              <a:ext cx="62200" cy="53450"/>
            </a:xfrm>
            <a:custGeom>
              <a:avLst/>
              <a:gdLst/>
              <a:ahLst/>
              <a:cxnLst/>
              <a:rect l="l" t="t" r="r" b="b"/>
              <a:pathLst>
                <a:path w="2488" h="2138" extrusionOk="0">
                  <a:moveTo>
                    <a:pt x="1065" y="1"/>
                  </a:moveTo>
                  <a:cubicBezTo>
                    <a:pt x="472" y="9"/>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3" name="Google Shape;2743;p56"/>
            <p:cNvSpPr/>
            <p:nvPr/>
          </p:nvSpPr>
          <p:spPr>
            <a:xfrm>
              <a:off x="3361450" y="3018650"/>
              <a:ext cx="62200" cy="53425"/>
            </a:xfrm>
            <a:custGeom>
              <a:avLst/>
              <a:gdLst/>
              <a:ahLst/>
              <a:cxnLst/>
              <a:rect l="l" t="t" r="r" b="b"/>
              <a:pathLst>
                <a:path w="2488" h="2137" extrusionOk="0">
                  <a:moveTo>
                    <a:pt x="1065" y="0"/>
                  </a:moveTo>
                  <a:cubicBezTo>
                    <a:pt x="472"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4" name="Google Shape;2744;p56"/>
            <p:cNvSpPr/>
            <p:nvPr/>
          </p:nvSpPr>
          <p:spPr>
            <a:xfrm>
              <a:off x="3361450" y="309485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5" name="Google Shape;2745;p56"/>
            <p:cNvSpPr/>
            <p:nvPr/>
          </p:nvSpPr>
          <p:spPr>
            <a:xfrm>
              <a:off x="3437450"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6" name="Google Shape;2746;p56"/>
            <p:cNvSpPr/>
            <p:nvPr/>
          </p:nvSpPr>
          <p:spPr>
            <a:xfrm>
              <a:off x="3437450"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7" name="Google Shape;2747;p56"/>
            <p:cNvSpPr/>
            <p:nvPr/>
          </p:nvSpPr>
          <p:spPr>
            <a:xfrm>
              <a:off x="3437450" y="279020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8" name="Google Shape;2748;p56"/>
            <p:cNvSpPr/>
            <p:nvPr/>
          </p:nvSpPr>
          <p:spPr>
            <a:xfrm>
              <a:off x="3437450" y="286642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9" name="Google Shape;2749;p56"/>
            <p:cNvSpPr/>
            <p:nvPr/>
          </p:nvSpPr>
          <p:spPr>
            <a:xfrm>
              <a:off x="3437450" y="2942425"/>
              <a:ext cx="62425" cy="53450"/>
            </a:xfrm>
            <a:custGeom>
              <a:avLst/>
              <a:gdLst/>
              <a:ahLst/>
              <a:cxnLst/>
              <a:rect l="l" t="t" r="r" b="b"/>
              <a:pathLst>
                <a:path w="2497" h="2138" extrusionOk="0">
                  <a:moveTo>
                    <a:pt x="1074" y="1"/>
                  </a:moveTo>
                  <a:cubicBezTo>
                    <a:pt x="480" y="9"/>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0" name="Google Shape;2750;p56"/>
            <p:cNvSpPr/>
            <p:nvPr/>
          </p:nvSpPr>
          <p:spPr>
            <a:xfrm>
              <a:off x="3437450" y="3018650"/>
              <a:ext cx="62425" cy="53425"/>
            </a:xfrm>
            <a:custGeom>
              <a:avLst/>
              <a:gdLst/>
              <a:ahLst/>
              <a:cxnLst/>
              <a:rect l="l" t="t" r="r" b="b"/>
              <a:pathLst>
                <a:path w="2497" h="2137" extrusionOk="0">
                  <a:moveTo>
                    <a:pt x="1074" y="0"/>
                  </a:moveTo>
                  <a:cubicBezTo>
                    <a:pt x="480" y="0"/>
                    <a:pt x="9" y="480"/>
                    <a:pt x="1" y="1065"/>
                  </a:cubicBezTo>
                  <a:cubicBezTo>
                    <a:pt x="1" y="1709"/>
                    <a:pt x="530" y="2137"/>
                    <a:pt x="1078" y="2137"/>
                  </a:cubicBezTo>
                  <a:cubicBezTo>
                    <a:pt x="1340" y="2137"/>
                    <a:pt x="1606" y="2039"/>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1" name="Google Shape;2751;p56"/>
            <p:cNvSpPr/>
            <p:nvPr/>
          </p:nvSpPr>
          <p:spPr>
            <a:xfrm>
              <a:off x="3437450" y="309485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2" name="Google Shape;2752;p56"/>
            <p:cNvSpPr/>
            <p:nvPr/>
          </p:nvSpPr>
          <p:spPr>
            <a:xfrm>
              <a:off x="3513675" y="26377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3" name="Google Shape;2753;p56"/>
            <p:cNvSpPr/>
            <p:nvPr/>
          </p:nvSpPr>
          <p:spPr>
            <a:xfrm>
              <a:off x="35136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4" name="Google Shape;2754;p56"/>
            <p:cNvSpPr/>
            <p:nvPr/>
          </p:nvSpPr>
          <p:spPr>
            <a:xfrm>
              <a:off x="35136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5" name="Google Shape;2755;p56"/>
            <p:cNvSpPr/>
            <p:nvPr/>
          </p:nvSpPr>
          <p:spPr>
            <a:xfrm>
              <a:off x="3513675" y="286642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6" name="Google Shape;2756;p56"/>
            <p:cNvSpPr/>
            <p:nvPr/>
          </p:nvSpPr>
          <p:spPr>
            <a:xfrm>
              <a:off x="3513675" y="2942425"/>
              <a:ext cx="62425" cy="53450"/>
            </a:xfrm>
            <a:custGeom>
              <a:avLst/>
              <a:gdLst/>
              <a:ahLst/>
              <a:cxnLst/>
              <a:rect l="l" t="t" r="r" b="b"/>
              <a:pathLst>
                <a:path w="2497" h="2138" extrusionOk="0">
                  <a:moveTo>
                    <a:pt x="1065" y="1"/>
                  </a:moveTo>
                  <a:cubicBezTo>
                    <a:pt x="480" y="9"/>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7" name="Google Shape;2757;p56"/>
            <p:cNvSpPr/>
            <p:nvPr/>
          </p:nvSpPr>
          <p:spPr>
            <a:xfrm>
              <a:off x="3513675" y="3018650"/>
              <a:ext cx="62425" cy="53425"/>
            </a:xfrm>
            <a:custGeom>
              <a:avLst/>
              <a:gdLst/>
              <a:ahLst/>
              <a:cxnLst/>
              <a:rect l="l" t="t" r="r" b="b"/>
              <a:pathLst>
                <a:path w="2497"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8" name="Google Shape;2758;p56"/>
            <p:cNvSpPr/>
            <p:nvPr/>
          </p:nvSpPr>
          <p:spPr>
            <a:xfrm>
              <a:off x="35136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9" name="Google Shape;2759;p56"/>
            <p:cNvSpPr/>
            <p:nvPr/>
          </p:nvSpPr>
          <p:spPr>
            <a:xfrm>
              <a:off x="3513675" y="317107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0" name="Google Shape;2760;p56"/>
            <p:cNvSpPr/>
            <p:nvPr/>
          </p:nvSpPr>
          <p:spPr>
            <a:xfrm>
              <a:off x="358987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1" name="Google Shape;2761;p56"/>
            <p:cNvSpPr/>
            <p:nvPr/>
          </p:nvSpPr>
          <p:spPr>
            <a:xfrm>
              <a:off x="3666100"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2" name="Google Shape;2762;p56"/>
            <p:cNvSpPr/>
            <p:nvPr/>
          </p:nvSpPr>
          <p:spPr>
            <a:xfrm>
              <a:off x="3666100" y="271400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3" name="Google Shape;2763;p56"/>
            <p:cNvSpPr/>
            <p:nvPr/>
          </p:nvSpPr>
          <p:spPr>
            <a:xfrm>
              <a:off x="3666100"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4" name="Google Shape;2764;p56"/>
            <p:cNvSpPr/>
            <p:nvPr/>
          </p:nvSpPr>
          <p:spPr>
            <a:xfrm>
              <a:off x="366610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5" name="Google Shape;2765;p56"/>
            <p:cNvSpPr/>
            <p:nvPr/>
          </p:nvSpPr>
          <p:spPr>
            <a:xfrm>
              <a:off x="3666100" y="3018650"/>
              <a:ext cx="62200" cy="53425"/>
            </a:xfrm>
            <a:custGeom>
              <a:avLst/>
              <a:gdLst/>
              <a:ahLst/>
              <a:cxnLst/>
              <a:rect l="l" t="t" r="r" b="b"/>
              <a:pathLst>
                <a:path w="2488"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6" name="Google Shape;2766;p56"/>
            <p:cNvSpPr/>
            <p:nvPr/>
          </p:nvSpPr>
          <p:spPr>
            <a:xfrm>
              <a:off x="3666100"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7" name="Google Shape;2767;p56"/>
            <p:cNvSpPr/>
            <p:nvPr/>
          </p:nvSpPr>
          <p:spPr>
            <a:xfrm>
              <a:off x="3666100" y="317107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8" name="Google Shape;2768;p56"/>
            <p:cNvSpPr/>
            <p:nvPr/>
          </p:nvSpPr>
          <p:spPr>
            <a:xfrm>
              <a:off x="3742300" y="2637775"/>
              <a:ext cx="62225" cy="53450"/>
            </a:xfrm>
            <a:custGeom>
              <a:avLst/>
              <a:gdLst/>
              <a:ahLst/>
              <a:cxnLst/>
              <a:rect l="l" t="t" r="r" b="b"/>
              <a:pathLst>
                <a:path w="2489" h="2138" extrusionOk="0">
                  <a:moveTo>
                    <a:pt x="1066" y="1"/>
                  </a:moveTo>
                  <a:cubicBezTo>
                    <a:pt x="481" y="1"/>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9" name="Google Shape;2769;p56"/>
            <p:cNvSpPr/>
            <p:nvPr/>
          </p:nvSpPr>
          <p:spPr>
            <a:xfrm>
              <a:off x="3742300" y="271400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0" name="Google Shape;2770;p56"/>
            <p:cNvSpPr/>
            <p:nvPr/>
          </p:nvSpPr>
          <p:spPr>
            <a:xfrm>
              <a:off x="3742300" y="2790200"/>
              <a:ext cx="62225" cy="53350"/>
            </a:xfrm>
            <a:custGeom>
              <a:avLst/>
              <a:gdLst/>
              <a:ahLst/>
              <a:cxnLst/>
              <a:rect l="l" t="t" r="r" b="b"/>
              <a:pathLst>
                <a:path w="2489" h="2134" extrusionOk="0">
                  <a:moveTo>
                    <a:pt x="1066" y="1"/>
                  </a:moveTo>
                  <a:cubicBezTo>
                    <a:pt x="481" y="1"/>
                    <a:pt x="1" y="472"/>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1" name="Google Shape;2771;p56"/>
            <p:cNvSpPr/>
            <p:nvPr/>
          </p:nvSpPr>
          <p:spPr>
            <a:xfrm>
              <a:off x="3742300" y="2942425"/>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2" name="Google Shape;2772;p56"/>
            <p:cNvSpPr/>
            <p:nvPr/>
          </p:nvSpPr>
          <p:spPr>
            <a:xfrm>
              <a:off x="3742300" y="301865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3" name="Google Shape;2773;p56"/>
            <p:cNvSpPr/>
            <p:nvPr/>
          </p:nvSpPr>
          <p:spPr>
            <a:xfrm>
              <a:off x="3742300" y="309485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4" name="Google Shape;2774;p56"/>
            <p:cNvSpPr/>
            <p:nvPr/>
          </p:nvSpPr>
          <p:spPr>
            <a:xfrm>
              <a:off x="3742300" y="3171075"/>
              <a:ext cx="62225" cy="53300"/>
            </a:xfrm>
            <a:custGeom>
              <a:avLst/>
              <a:gdLst/>
              <a:ahLst/>
              <a:cxnLst/>
              <a:rect l="l" t="t" r="r" b="b"/>
              <a:pathLst>
                <a:path w="2489" h="2132" extrusionOk="0">
                  <a:moveTo>
                    <a:pt x="1066" y="0"/>
                  </a:moveTo>
                  <a:cubicBezTo>
                    <a:pt x="481" y="0"/>
                    <a:pt x="1" y="472"/>
                    <a:pt x="1" y="1065"/>
                  </a:cubicBezTo>
                  <a:cubicBezTo>
                    <a:pt x="1" y="1705"/>
                    <a:pt x="528" y="2131"/>
                    <a:pt x="1076" y="2131"/>
                  </a:cubicBezTo>
                  <a:cubicBezTo>
                    <a:pt x="1335" y="2131"/>
                    <a:pt x="1599"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5" name="Google Shape;2775;p56"/>
            <p:cNvSpPr/>
            <p:nvPr/>
          </p:nvSpPr>
          <p:spPr>
            <a:xfrm>
              <a:off x="3742300" y="3247075"/>
              <a:ext cx="62225" cy="53450"/>
            </a:xfrm>
            <a:custGeom>
              <a:avLst/>
              <a:gdLst/>
              <a:ahLst/>
              <a:cxnLst/>
              <a:rect l="l" t="t" r="r" b="b"/>
              <a:pathLst>
                <a:path w="2489" h="2138" extrusionOk="0">
                  <a:moveTo>
                    <a:pt x="1066" y="1"/>
                  </a:moveTo>
                  <a:cubicBezTo>
                    <a:pt x="481" y="9"/>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6" name="Google Shape;2776;p56"/>
            <p:cNvSpPr/>
            <p:nvPr/>
          </p:nvSpPr>
          <p:spPr>
            <a:xfrm>
              <a:off x="381852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7" name="Google Shape;2777;p56"/>
            <p:cNvSpPr/>
            <p:nvPr/>
          </p:nvSpPr>
          <p:spPr>
            <a:xfrm>
              <a:off x="3818525" y="27902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8" name="Google Shape;2778;p56"/>
            <p:cNvSpPr/>
            <p:nvPr/>
          </p:nvSpPr>
          <p:spPr>
            <a:xfrm>
              <a:off x="3818525" y="29424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9" name="Google Shape;2779;p56"/>
            <p:cNvSpPr/>
            <p:nvPr/>
          </p:nvSpPr>
          <p:spPr>
            <a:xfrm>
              <a:off x="3818525" y="301865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0" name="Google Shape;2780;p56"/>
            <p:cNvSpPr/>
            <p:nvPr/>
          </p:nvSpPr>
          <p:spPr>
            <a:xfrm>
              <a:off x="3818525" y="309485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1" name="Google Shape;2781;p56"/>
            <p:cNvSpPr/>
            <p:nvPr/>
          </p:nvSpPr>
          <p:spPr>
            <a:xfrm>
              <a:off x="3818525"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2" name="Google Shape;2782;p56"/>
            <p:cNvSpPr/>
            <p:nvPr/>
          </p:nvSpPr>
          <p:spPr>
            <a:xfrm>
              <a:off x="381852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3" name="Google Shape;2783;p56"/>
            <p:cNvSpPr/>
            <p:nvPr/>
          </p:nvSpPr>
          <p:spPr>
            <a:xfrm>
              <a:off x="381852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4" name="Google Shape;2784;p56"/>
            <p:cNvSpPr/>
            <p:nvPr/>
          </p:nvSpPr>
          <p:spPr>
            <a:xfrm>
              <a:off x="381852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5" name="Google Shape;2785;p56"/>
            <p:cNvSpPr/>
            <p:nvPr/>
          </p:nvSpPr>
          <p:spPr>
            <a:xfrm>
              <a:off x="38185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6" name="Google Shape;2786;p56"/>
            <p:cNvSpPr/>
            <p:nvPr/>
          </p:nvSpPr>
          <p:spPr>
            <a:xfrm>
              <a:off x="3894725" y="27902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7" name="Google Shape;2787;p56"/>
            <p:cNvSpPr/>
            <p:nvPr/>
          </p:nvSpPr>
          <p:spPr>
            <a:xfrm>
              <a:off x="3894725" y="393280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8" name="Google Shape;2788;p56"/>
            <p:cNvSpPr/>
            <p:nvPr/>
          </p:nvSpPr>
          <p:spPr>
            <a:xfrm>
              <a:off x="3894725" y="385677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9" name="Google Shape;2789;p56"/>
            <p:cNvSpPr/>
            <p:nvPr/>
          </p:nvSpPr>
          <p:spPr>
            <a:xfrm>
              <a:off x="3894725" y="3780375"/>
              <a:ext cx="62425" cy="53425"/>
            </a:xfrm>
            <a:custGeom>
              <a:avLst/>
              <a:gdLst/>
              <a:ahLst/>
              <a:cxnLst/>
              <a:rect l="l" t="t" r="r" b="b"/>
              <a:pathLst>
                <a:path w="2497" h="2137" extrusionOk="0">
                  <a:moveTo>
                    <a:pt x="1066" y="0"/>
                  </a:moveTo>
                  <a:cubicBezTo>
                    <a:pt x="481"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0" name="Google Shape;2790;p56"/>
            <p:cNvSpPr/>
            <p:nvPr/>
          </p:nvSpPr>
          <p:spPr>
            <a:xfrm>
              <a:off x="3894725" y="3704150"/>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1" name="Google Shape;2791;p56"/>
            <p:cNvSpPr/>
            <p:nvPr/>
          </p:nvSpPr>
          <p:spPr>
            <a:xfrm>
              <a:off x="3894725"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2" name="Google Shape;2792;p56"/>
            <p:cNvSpPr/>
            <p:nvPr/>
          </p:nvSpPr>
          <p:spPr>
            <a:xfrm>
              <a:off x="3894725" y="355192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3" name="Google Shape;2793;p56"/>
            <p:cNvSpPr/>
            <p:nvPr/>
          </p:nvSpPr>
          <p:spPr>
            <a:xfrm>
              <a:off x="3894725"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4" name="Google Shape;2794;p56"/>
            <p:cNvSpPr/>
            <p:nvPr/>
          </p:nvSpPr>
          <p:spPr>
            <a:xfrm>
              <a:off x="3894725"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5" name="Google Shape;2795;p56"/>
            <p:cNvSpPr/>
            <p:nvPr/>
          </p:nvSpPr>
          <p:spPr>
            <a:xfrm>
              <a:off x="3894600" y="3323300"/>
              <a:ext cx="62350" cy="53425"/>
            </a:xfrm>
            <a:custGeom>
              <a:avLst/>
              <a:gdLst/>
              <a:ahLst/>
              <a:cxnLst/>
              <a:rect l="l" t="t" r="r" b="b"/>
              <a:pathLst>
                <a:path w="2494" h="2137" extrusionOk="0">
                  <a:moveTo>
                    <a:pt x="1071" y="0"/>
                  </a:moveTo>
                  <a:cubicBezTo>
                    <a:pt x="486" y="8"/>
                    <a:pt x="6" y="480"/>
                    <a:pt x="6" y="1065"/>
                  </a:cubicBezTo>
                  <a:cubicBezTo>
                    <a:pt x="0" y="1709"/>
                    <a:pt x="528" y="2137"/>
                    <a:pt x="1076"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6" name="Google Shape;2796;p56"/>
            <p:cNvSpPr/>
            <p:nvPr/>
          </p:nvSpPr>
          <p:spPr>
            <a:xfrm>
              <a:off x="3894725" y="32470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7" name="Google Shape;2797;p56"/>
            <p:cNvSpPr/>
            <p:nvPr/>
          </p:nvSpPr>
          <p:spPr>
            <a:xfrm>
              <a:off x="3894725"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8" name="Google Shape;2798;p56"/>
            <p:cNvSpPr/>
            <p:nvPr/>
          </p:nvSpPr>
          <p:spPr>
            <a:xfrm>
              <a:off x="3894725" y="309485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9" name="Google Shape;2799;p56"/>
            <p:cNvSpPr/>
            <p:nvPr/>
          </p:nvSpPr>
          <p:spPr>
            <a:xfrm>
              <a:off x="3894725" y="301865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0" name="Google Shape;2800;p56"/>
            <p:cNvSpPr/>
            <p:nvPr/>
          </p:nvSpPr>
          <p:spPr>
            <a:xfrm>
              <a:off x="3894725"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1" name="Google Shape;2801;p56"/>
            <p:cNvSpPr/>
            <p:nvPr/>
          </p:nvSpPr>
          <p:spPr>
            <a:xfrm>
              <a:off x="3894725"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2" name="Google Shape;2802;p56"/>
            <p:cNvSpPr/>
            <p:nvPr/>
          </p:nvSpPr>
          <p:spPr>
            <a:xfrm>
              <a:off x="3818525"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3" name="Google Shape;2803;p56"/>
            <p:cNvSpPr/>
            <p:nvPr/>
          </p:nvSpPr>
          <p:spPr>
            <a:xfrm>
              <a:off x="3742300" y="2866425"/>
              <a:ext cx="62225" cy="53225"/>
            </a:xfrm>
            <a:custGeom>
              <a:avLst/>
              <a:gdLst/>
              <a:ahLst/>
              <a:cxnLst/>
              <a:rect l="l" t="t" r="r" b="b"/>
              <a:pathLst>
                <a:path w="2489" h="2129" extrusionOk="0">
                  <a:moveTo>
                    <a:pt x="1066" y="0"/>
                  </a:moveTo>
                  <a:cubicBezTo>
                    <a:pt x="481" y="0"/>
                    <a:pt x="1" y="472"/>
                    <a:pt x="1" y="1065"/>
                  </a:cubicBezTo>
                  <a:cubicBezTo>
                    <a:pt x="1" y="1703"/>
                    <a:pt x="525" y="2129"/>
                    <a:pt x="1071" y="2129"/>
                  </a:cubicBezTo>
                  <a:cubicBezTo>
                    <a:pt x="1332" y="2129"/>
                    <a:pt x="1598" y="2031"/>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4" name="Google Shape;2804;p56"/>
            <p:cNvSpPr/>
            <p:nvPr/>
          </p:nvSpPr>
          <p:spPr>
            <a:xfrm>
              <a:off x="366610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5" name="Google Shape;2805;p56"/>
            <p:cNvSpPr/>
            <p:nvPr/>
          </p:nvSpPr>
          <p:spPr>
            <a:xfrm>
              <a:off x="450405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6" name="Google Shape;2806;p56"/>
            <p:cNvSpPr/>
            <p:nvPr/>
          </p:nvSpPr>
          <p:spPr>
            <a:xfrm>
              <a:off x="4504050" y="3171075"/>
              <a:ext cx="62200" cy="53350"/>
            </a:xfrm>
            <a:custGeom>
              <a:avLst/>
              <a:gdLst/>
              <a:ahLst/>
              <a:cxnLst/>
              <a:rect l="l" t="t" r="r" b="b"/>
              <a:pathLst>
                <a:path w="2488" h="2134" extrusionOk="0">
                  <a:moveTo>
                    <a:pt x="1065" y="0"/>
                  </a:moveTo>
                  <a:cubicBezTo>
                    <a:pt x="480" y="0"/>
                    <a:pt x="0" y="472"/>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7" name="Google Shape;2807;p56"/>
            <p:cNvSpPr/>
            <p:nvPr/>
          </p:nvSpPr>
          <p:spPr>
            <a:xfrm>
              <a:off x="450405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8" name="Google Shape;2808;p56"/>
            <p:cNvSpPr/>
            <p:nvPr/>
          </p:nvSpPr>
          <p:spPr>
            <a:xfrm>
              <a:off x="4427825" y="33233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9" name="Google Shape;2809;p56"/>
            <p:cNvSpPr/>
            <p:nvPr/>
          </p:nvSpPr>
          <p:spPr>
            <a:xfrm>
              <a:off x="4427825" y="32470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0" name="Google Shape;2810;p56"/>
            <p:cNvSpPr/>
            <p:nvPr/>
          </p:nvSpPr>
          <p:spPr>
            <a:xfrm>
              <a:off x="4427825" y="3171075"/>
              <a:ext cx="62425" cy="53275"/>
            </a:xfrm>
            <a:custGeom>
              <a:avLst/>
              <a:gdLst/>
              <a:ahLst/>
              <a:cxnLst/>
              <a:rect l="l" t="t" r="r" b="b"/>
              <a:pathLst>
                <a:path w="2497" h="2131" extrusionOk="0">
                  <a:moveTo>
                    <a:pt x="1065" y="0"/>
                  </a:moveTo>
                  <a:cubicBezTo>
                    <a:pt x="480" y="0"/>
                    <a:pt x="9" y="472"/>
                    <a:pt x="1" y="1065"/>
                  </a:cubicBezTo>
                  <a:cubicBezTo>
                    <a:pt x="1" y="1707"/>
                    <a:pt x="523" y="2131"/>
                    <a:pt x="1070" y="2131"/>
                  </a:cubicBezTo>
                  <a:cubicBezTo>
                    <a:pt x="1333" y="2131"/>
                    <a:pt x="1602"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1" name="Google Shape;2811;p56"/>
            <p:cNvSpPr/>
            <p:nvPr/>
          </p:nvSpPr>
          <p:spPr>
            <a:xfrm>
              <a:off x="4427825" y="3094850"/>
              <a:ext cx="62425" cy="53350"/>
            </a:xfrm>
            <a:custGeom>
              <a:avLst/>
              <a:gdLst/>
              <a:ahLst/>
              <a:cxnLst/>
              <a:rect l="l" t="t" r="r" b="b"/>
              <a:pathLst>
                <a:path w="2497" h="2134" extrusionOk="0">
                  <a:moveTo>
                    <a:pt x="1065" y="1"/>
                  </a:moveTo>
                  <a:cubicBezTo>
                    <a:pt x="480" y="1"/>
                    <a:pt x="1"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2" name="Google Shape;2812;p56"/>
            <p:cNvSpPr/>
            <p:nvPr/>
          </p:nvSpPr>
          <p:spPr>
            <a:xfrm>
              <a:off x="4427825" y="3018650"/>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3" name="Google Shape;2813;p56"/>
            <p:cNvSpPr/>
            <p:nvPr/>
          </p:nvSpPr>
          <p:spPr>
            <a:xfrm>
              <a:off x="435160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4" name="Google Shape;2814;p56"/>
            <p:cNvSpPr/>
            <p:nvPr/>
          </p:nvSpPr>
          <p:spPr>
            <a:xfrm>
              <a:off x="4351600" y="332330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5" name="Google Shape;2815;p56"/>
            <p:cNvSpPr/>
            <p:nvPr/>
          </p:nvSpPr>
          <p:spPr>
            <a:xfrm>
              <a:off x="435160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6" name="Google Shape;2816;p56"/>
            <p:cNvSpPr/>
            <p:nvPr/>
          </p:nvSpPr>
          <p:spPr>
            <a:xfrm>
              <a:off x="435160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7" name="Google Shape;2817;p56"/>
            <p:cNvSpPr/>
            <p:nvPr/>
          </p:nvSpPr>
          <p:spPr>
            <a:xfrm>
              <a:off x="4351600" y="29424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8" name="Google Shape;2818;p56"/>
            <p:cNvSpPr/>
            <p:nvPr/>
          </p:nvSpPr>
          <p:spPr>
            <a:xfrm>
              <a:off x="427560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9" name="Google Shape;2819;p56"/>
            <p:cNvSpPr/>
            <p:nvPr/>
          </p:nvSpPr>
          <p:spPr>
            <a:xfrm>
              <a:off x="427560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0" name="Google Shape;2820;p56"/>
            <p:cNvSpPr/>
            <p:nvPr/>
          </p:nvSpPr>
          <p:spPr>
            <a:xfrm>
              <a:off x="4275600"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1" name="Google Shape;2821;p56"/>
            <p:cNvSpPr/>
            <p:nvPr/>
          </p:nvSpPr>
          <p:spPr>
            <a:xfrm>
              <a:off x="4275600"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2" name="Google Shape;2822;p56"/>
            <p:cNvSpPr/>
            <p:nvPr/>
          </p:nvSpPr>
          <p:spPr>
            <a:xfrm>
              <a:off x="42756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3" name="Google Shape;2823;p56"/>
            <p:cNvSpPr/>
            <p:nvPr/>
          </p:nvSpPr>
          <p:spPr>
            <a:xfrm>
              <a:off x="4275600" y="3399500"/>
              <a:ext cx="62225" cy="53350"/>
            </a:xfrm>
            <a:custGeom>
              <a:avLst/>
              <a:gdLst/>
              <a:ahLst/>
              <a:cxnLst/>
              <a:rect l="l" t="t" r="r" b="b"/>
              <a:pathLst>
                <a:path w="2489" h="2134" extrusionOk="0">
                  <a:moveTo>
                    <a:pt x="1066" y="1"/>
                  </a:moveTo>
                  <a:cubicBezTo>
                    <a:pt x="472"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4" name="Google Shape;2824;p56"/>
            <p:cNvSpPr/>
            <p:nvPr/>
          </p:nvSpPr>
          <p:spPr>
            <a:xfrm>
              <a:off x="427560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5" name="Google Shape;2825;p56"/>
            <p:cNvSpPr/>
            <p:nvPr/>
          </p:nvSpPr>
          <p:spPr>
            <a:xfrm>
              <a:off x="427560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6" name="Google Shape;2826;p56"/>
            <p:cNvSpPr/>
            <p:nvPr/>
          </p:nvSpPr>
          <p:spPr>
            <a:xfrm>
              <a:off x="41994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7" name="Google Shape;2827;p56"/>
            <p:cNvSpPr/>
            <p:nvPr/>
          </p:nvSpPr>
          <p:spPr>
            <a:xfrm>
              <a:off x="41994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8" name="Google Shape;2828;p56"/>
            <p:cNvSpPr/>
            <p:nvPr/>
          </p:nvSpPr>
          <p:spPr>
            <a:xfrm>
              <a:off x="419940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9" name="Google Shape;2829;p56"/>
            <p:cNvSpPr/>
            <p:nvPr/>
          </p:nvSpPr>
          <p:spPr>
            <a:xfrm>
              <a:off x="419940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0" name="Google Shape;2830;p56"/>
            <p:cNvSpPr/>
            <p:nvPr/>
          </p:nvSpPr>
          <p:spPr>
            <a:xfrm>
              <a:off x="4123175" y="4085225"/>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7"/>
                    <a:pt x="1821"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1" name="Google Shape;2831;p56"/>
            <p:cNvSpPr/>
            <p:nvPr/>
          </p:nvSpPr>
          <p:spPr>
            <a:xfrm>
              <a:off x="4123175" y="4009000"/>
              <a:ext cx="62425" cy="53350"/>
            </a:xfrm>
            <a:custGeom>
              <a:avLst/>
              <a:gdLst/>
              <a:ahLst/>
              <a:cxnLst/>
              <a:rect l="l" t="t" r="r" b="b"/>
              <a:pathLst>
                <a:path w="2497" h="2134" extrusionOk="0">
                  <a:moveTo>
                    <a:pt x="1065" y="1"/>
                  </a:moveTo>
                  <a:cubicBezTo>
                    <a:pt x="480" y="1"/>
                    <a:pt x="0" y="480"/>
                    <a:pt x="0" y="1066"/>
                  </a:cubicBezTo>
                  <a:cubicBezTo>
                    <a:pt x="0" y="1710"/>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2" name="Google Shape;2832;p56"/>
            <p:cNvSpPr/>
            <p:nvPr/>
          </p:nvSpPr>
          <p:spPr>
            <a:xfrm>
              <a:off x="4123175" y="39328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3" name="Google Shape;2833;p56"/>
            <p:cNvSpPr/>
            <p:nvPr/>
          </p:nvSpPr>
          <p:spPr>
            <a:xfrm>
              <a:off x="4123175" y="385677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4" name="Google Shape;2834;p56"/>
            <p:cNvSpPr/>
            <p:nvPr/>
          </p:nvSpPr>
          <p:spPr>
            <a:xfrm>
              <a:off x="41231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5" name="Google Shape;2835;p56"/>
            <p:cNvSpPr/>
            <p:nvPr/>
          </p:nvSpPr>
          <p:spPr>
            <a:xfrm>
              <a:off x="4046950"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6" name="Google Shape;2836;p56"/>
            <p:cNvSpPr/>
            <p:nvPr/>
          </p:nvSpPr>
          <p:spPr>
            <a:xfrm>
              <a:off x="404695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7" name="Google Shape;2837;p56"/>
            <p:cNvSpPr/>
            <p:nvPr/>
          </p:nvSpPr>
          <p:spPr>
            <a:xfrm>
              <a:off x="4046950" y="26377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8" name="Google Shape;2838;p56"/>
            <p:cNvSpPr/>
            <p:nvPr/>
          </p:nvSpPr>
          <p:spPr>
            <a:xfrm>
              <a:off x="3970950" y="4085225"/>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7"/>
                    <a:pt x="1813"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9" name="Google Shape;2839;p56"/>
            <p:cNvSpPr/>
            <p:nvPr/>
          </p:nvSpPr>
          <p:spPr>
            <a:xfrm>
              <a:off x="3970950" y="2714000"/>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0" name="Google Shape;2840;p56"/>
            <p:cNvSpPr/>
            <p:nvPr/>
          </p:nvSpPr>
          <p:spPr>
            <a:xfrm>
              <a:off x="3970950" y="2637775"/>
              <a:ext cx="62225" cy="53450"/>
            </a:xfrm>
            <a:custGeom>
              <a:avLst/>
              <a:gdLst/>
              <a:ahLst/>
              <a:cxnLst/>
              <a:rect l="l" t="t" r="r" b="b"/>
              <a:pathLst>
                <a:path w="2489" h="2138" extrusionOk="0">
                  <a:moveTo>
                    <a:pt x="1065" y="1"/>
                  </a:moveTo>
                  <a:cubicBezTo>
                    <a:pt x="472" y="1"/>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1" name="Google Shape;2841;p56"/>
            <p:cNvSpPr/>
            <p:nvPr/>
          </p:nvSpPr>
          <p:spPr>
            <a:xfrm>
              <a:off x="3894725" y="408522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2" name="Google Shape;2842;p56"/>
            <p:cNvSpPr/>
            <p:nvPr/>
          </p:nvSpPr>
          <p:spPr>
            <a:xfrm>
              <a:off x="3894725" y="4009000"/>
              <a:ext cx="62225" cy="53350"/>
            </a:xfrm>
            <a:custGeom>
              <a:avLst/>
              <a:gdLst/>
              <a:ahLst/>
              <a:cxnLst/>
              <a:rect l="l" t="t" r="r" b="b"/>
              <a:pathLst>
                <a:path w="2489" h="2134" extrusionOk="0">
                  <a:moveTo>
                    <a:pt x="1066" y="1"/>
                  </a:moveTo>
                  <a:cubicBezTo>
                    <a:pt x="481"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3" name="Google Shape;2843;p56"/>
            <p:cNvSpPr/>
            <p:nvPr/>
          </p:nvSpPr>
          <p:spPr>
            <a:xfrm>
              <a:off x="3894725" y="2714000"/>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4" name="Google Shape;2844;p56"/>
            <p:cNvSpPr/>
            <p:nvPr/>
          </p:nvSpPr>
          <p:spPr>
            <a:xfrm>
              <a:off x="3894725" y="26377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5" name="Google Shape;2845;p56"/>
            <p:cNvSpPr/>
            <p:nvPr/>
          </p:nvSpPr>
          <p:spPr>
            <a:xfrm>
              <a:off x="38185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6" name="Google Shape;2846;p56"/>
            <p:cNvSpPr/>
            <p:nvPr/>
          </p:nvSpPr>
          <p:spPr>
            <a:xfrm>
              <a:off x="38185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7" name="Google Shape;2847;p56"/>
            <p:cNvSpPr/>
            <p:nvPr/>
          </p:nvSpPr>
          <p:spPr>
            <a:xfrm>
              <a:off x="38185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8" name="Google Shape;2848;p56"/>
            <p:cNvSpPr/>
            <p:nvPr/>
          </p:nvSpPr>
          <p:spPr>
            <a:xfrm>
              <a:off x="38185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9" name="Google Shape;2849;p56"/>
            <p:cNvSpPr/>
            <p:nvPr/>
          </p:nvSpPr>
          <p:spPr>
            <a:xfrm>
              <a:off x="38185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0" name="Google Shape;2850;p56"/>
            <p:cNvSpPr/>
            <p:nvPr/>
          </p:nvSpPr>
          <p:spPr>
            <a:xfrm>
              <a:off x="381852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1" name="Google Shape;2851;p56"/>
            <p:cNvSpPr/>
            <p:nvPr/>
          </p:nvSpPr>
          <p:spPr>
            <a:xfrm>
              <a:off x="3818525"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2" name="Google Shape;2852;p56"/>
            <p:cNvSpPr/>
            <p:nvPr/>
          </p:nvSpPr>
          <p:spPr>
            <a:xfrm>
              <a:off x="3818525" y="26377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3" name="Google Shape;2853;p56"/>
            <p:cNvSpPr/>
            <p:nvPr/>
          </p:nvSpPr>
          <p:spPr>
            <a:xfrm>
              <a:off x="3742300" y="3780375"/>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4" name="Google Shape;2854;p56"/>
            <p:cNvSpPr/>
            <p:nvPr/>
          </p:nvSpPr>
          <p:spPr>
            <a:xfrm>
              <a:off x="3742300" y="3704150"/>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5" name="Google Shape;2855;p56"/>
            <p:cNvSpPr/>
            <p:nvPr/>
          </p:nvSpPr>
          <p:spPr>
            <a:xfrm>
              <a:off x="3742300" y="3475725"/>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6" name="Google Shape;2856;p56"/>
            <p:cNvSpPr/>
            <p:nvPr/>
          </p:nvSpPr>
          <p:spPr>
            <a:xfrm>
              <a:off x="3742300" y="339950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7" name="Google Shape;2857;p56"/>
            <p:cNvSpPr/>
            <p:nvPr/>
          </p:nvSpPr>
          <p:spPr>
            <a:xfrm>
              <a:off x="3742175" y="332330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8" name="Google Shape;2858;p56"/>
            <p:cNvSpPr/>
            <p:nvPr/>
          </p:nvSpPr>
          <p:spPr>
            <a:xfrm>
              <a:off x="3742300" y="2561575"/>
              <a:ext cx="62225" cy="53425"/>
            </a:xfrm>
            <a:custGeom>
              <a:avLst/>
              <a:gdLst/>
              <a:ahLst/>
              <a:cxnLst/>
              <a:rect l="l" t="t" r="r" b="b"/>
              <a:pathLst>
                <a:path w="2489" h="2137" extrusionOk="0">
                  <a:moveTo>
                    <a:pt x="1066" y="0"/>
                  </a:moveTo>
                  <a:cubicBezTo>
                    <a:pt x="481" y="8"/>
                    <a:pt x="1" y="480"/>
                    <a:pt x="1" y="1073"/>
                  </a:cubicBezTo>
                  <a:cubicBezTo>
                    <a:pt x="1" y="1711"/>
                    <a:pt x="525" y="2137"/>
                    <a:pt x="1071" y="2137"/>
                  </a:cubicBezTo>
                  <a:cubicBezTo>
                    <a:pt x="1332" y="2137"/>
                    <a:pt x="1598" y="2039"/>
                    <a:pt x="1814" y="1821"/>
                  </a:cubicBezTo>
                  <a:cubicBezTo>
                    <a:pt x="2489"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9" name="Google Shape;2859;p56"/>
            <p:cNvSpPr/>
            <p:nvPr/>
          </p:nvSpPr>
          <p:spPr>
            <a:xfrm>
              <a:off x="3665950"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0" name="Google Shape;2860;p56"/>
            <p:cNvSpPr/>
            <p:nvPr/>
          </p:nvSpPr>
          <p:spPr>
            <a:xfrm>
              <a:off x="366610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1" name="Google Shape;2861;p56"/>
            <p:cNvSpPr/>
            <p:nvPr/>
          </p:nvSpPr>
          <p:spPr>
            <a:xfrm>
              <a:off x="36661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2" name="Google Shape;2862;p56"/>
            <p:cNvSpPr/>
            <p:nvPr/>
          </p:nvSpPr>
          <p:spPr>
            <a:xfrm>
              <a:off x="3589875" y="32470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3" name="Google Shape;2863;p56"/>
            <p:cNvSpPr/>
            <p:nvPr/>
          </p:nvSpPr>
          <p:spPr>
            <a:xfrm>
              <a:off x="35898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4" name="Google Shape;2864;p56"/>
            <p:cNvSpPr/>
            <p:nvPr/>
          </p:nvSpPr>
          <p:spPr>
            <a:xfrm>
              <a:off x="35898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5" name="Google Shape;2865;p56"/>
            <p:cNvSpPr/>
            <p:nvPr/>
          </p:nvSpPr>
          <p:spPr>
            <a:xfrm>
              <a:off x="35136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6" name="Google Shape;2866;p56"/>
            <p:cNvSpPr/>
            <p:nvPr/>
          </p:nvSpPr>
          <p:spPr>
            <a:xfrm>
              <a:off x="3513675"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7" name="Google Shape;2867;p56"/>
            <p:cNvSpPr/>
            <p:nvPr/>
          </p:nvSpPr>
          <p:spPr>
            <a:xfrm>
              <a:off x="3513675" y="2485550"/>
              <a:ext cx="62425" cy="53300"/>
            </a:xfrm>
            <a:custGeom>
              <a:avLst/>
              <a:gdLst/>
              <a:ahLst/>
              <a:cxnLst/>
              <a:rect l="l" t="t" r="r" b="b"/>
              <a:pathLst>
                <a:path w="2497"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8" name="Google Shape;2868;p56"/>
            <p:cNvSpPr/>
            <p:nvPr/>
          </p:nvSpPr>
          <p:spPr>
            <a:xfrm>
              <a:off x="3437450" y="32470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9" name="Google Shape;2869;p56"/>
            <p:cNvSpPr/>
            <p:nvPr/>
          </p:nvSpPr>
          <p:spPr>
            <a:xfrm>
              <a:off x="3437450" y="317107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0" name="Google Shape;2870;p56"/>
            <p:cNvSpPr/>
            <p:nvPr/>
          </p:nvSpPr>
          <p:spPr>
            <a:xfrm>
              <a:off x="3437450"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1" name="Google Shape;2871;p56"/>
            <p:cNvSpPr/>
            <p:nvPr/>
          </p:nvSpPr>
          <p:spPr>
            <a:xfrm>
              <a:off x="3437450" y="2485550"/>
              <a:ext cx="62425" cy="53300"/>
            </a:xfrm>
            <a:custGeom>
              <a:avLst/>
              <a:gdLst/>
              <a:ahLst/>
              <a:cxnLst/>
              <a:rect l="l" t="t" r="r" b="b"/>
              <a:pathLst>
                <a:path w="2497" h="2132" extrusionOk="0">
                  <a:moveTo>
                    <a:pt x="1074" y="1"/>
                  </a:moveTo>
                  <a:cubicBezTo>
                    <a:pt x="480" y="1"/>
                    <a:pt x="9" y="480"/>
                    <a:pt x="1" y="1066"/>
                  </a:cubicBezTo>
                  <a:cubicBezTo>
                    <a:pt x="1" y="1708"/>
                    <a:pt x="527"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2" name="Google Shape;2872;p56"/>
            <p:cNvSpPr/>
            <p:nvPr/>
          </p:nvSpPr>
          <p:spPr>
            <a:xfrm>
              <a:off x="3361450" y="3171075"/>
              <a:ext cx="62200" cy="53275"/>
            </a:xfrm>
            <a:custGeom>
              <a:avLst/>
              <a:gdLst/>
              <a:ahLst/>
              <a:cxnLst/>
              <a:rect l="l" t="t" r="r" b="b"/>
              <a:pathLst>
                <a:path w="2488"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3" name="Google Shape;2873;p56"/>
            <p:cNvSpPr/>
            <p:nvPr/>
          </p:nvSpPr>
          <p:spPr>
            <a:xfrm>
              <a:off x="3361450"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4" name="Google Shape;2874;p56"/>
            <p:cNvSpPr/>
            <p:nvPr/>
          </p:nvSpPr>
          <p:spPr>
            <a:xfrm>
              <a:off x="3361450" y="2637775"/>
              <a:ext cx="62200" cy="53450"/>
            </a:xfrm>
            <a:custGeom>
              <a:avLst/>
              <a:gdLst/>
              <a:ahLst/>
              <a:cxnLst/>
              <a:rect l="l" t="t" r="r" b="b"/>
              <a:pathLst>
                <a:path w="2488" h="2138" extrusionOk="0">
                  <a:moveTo>
                    <a:pt x="1065" y="1"/>
                  </a:moveTo>
                  <a:cubicBezTo>
                    <a:pt x="472"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5" name="Google Shape;2875;p56"/>
            <p:cNvSpPr/>
            <p:nvPr/>
          </p:nvSpPr>
          <p:spPr>
            <a:xfrm>
              <a:off x="3361450" y="2561575"/>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2"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6" name="Google Shape;2876;p56"/>
            <p:cNvSpPr/>
            <p:nvPr/>
          </p:nvSpPr>
          <p:spPr>
            <a:xfrm>
              <a:off x="328522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7" name="Google Shape;2877;p56"/>
            <p:cNvSpPr/>
            <p:nvPr/>
          </p:nvSpPr>
          <p:spPr>
            <a:xfrm>
              <a:off x="328522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8" name="Google Shape;2878;p56"/>
            <p:cNvSpPr/>
            <p:nvPr/>
          </p:nvSpPr>
          <p:spPr>
            <a:xfrm>
              <a:off x="328522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9" name="Google Shape;2879;p56"/>
            <p:cNvSpPr/>
            <p:nvPr/>
          </p:nvSpPr>
          <p:spPr>
            <a:xfrm>
              <a:off x="328522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0" name="Google Shape;2880;p56"/>
            <p:cNvSpPr/>
            <p:nvPr/>
          </p:nvSpPr>
          <p:spPr>
            <a:xfrm>
              <a:off x="3209025"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1" name="Google Shape;2881;p56"/>
            <p:cNvSpPr/>
            <p:nvPr/>
          </p:nvSpPr>
          <p:spPr>
            <a:xfrm>
              <a:off x="3209025"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2" name="Google Shape;2882;p56"/>
            <p:cNvSpPr/>
            <p:nvPr/>
          </p:nvSpPr>
          <p:spPr>
            <a:xfrm>
              <a:off x="3209025" y="2942425"/>
              <a:ext cx="62200" cy="53450"/>
            </a:xfrm>
            <a:custGeom>
              <a:avLst/>
              <a:gdLst/>
              <a:ahLst/>
              <a:cxnLst/>
              <a:rect l="l" t="t" r="r" b="b"/>
              <a:pathLst>
                <a:path w="2488" h="2138" extrusionOk="0">
                  <a:moveTo>
                    <a:pt x="1065" y="1"/>
                  </a:moveTo>
                  <a:cubicBezTo>
                    <a:pt x="480" y="9"/>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3" name="Google Shape;2883;p56"/>
            <p:cNvSpPr/>
            <p:nvPr/>
          </p:nvSpPr>
          <p:spPr>
            <a:xfrm>
              <a:off x="3209025"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4" name="Google Shape;2884;p56"/>
            <p:cNvSpPr/>
            <p:nvPr/>
          </p:nvSpPr>
          <p:spPr>
            <a:xfrm>
              <a:off x="3209025"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5" name="Google Shape;2885;p56"/>
            <p:cNvSpPr/>
            <p:nvPr/>
          </p:nvSpPr>
          <p:spPr>
            <a:xfrm>
              <a:off x="419940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6" name="Google Shape;2886;p56"/>
            <p:cNvSpPr/>
            <p:nvPr/>
          </p:nvSpPr>
          <p:spPr>
            <a:xfrm>
              <a:off x="3132800" y="11143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7" name="Google Shape;2887;p56"/>
            <p:cNvSpPr/>
            <p:nvPr/>
          </p:nvSpPr>
          <p:spPr>
            <a:xfrm>
              <a:off x="305680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8" name="Google Shape;2888;p56"/>
            <p:cNvSpPr/>
            <p:nvPr/>
          </p:nvSpPr>
          <p:spPr>
            <a:xfrm>
              <a:off x="4351600" y="164740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9" name="Google Shape;2889;p56"/>
            <p:cNvSpPr/>
            <p:nvPr/>
          </p:nvSpPr>
          <p:spPr>
            <a:xfrm>
              <a:off x="435160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0" name="Google Shape;2890;p56"/>
            <p:cNvSpPr/>
            <p:nvPr/>
          </p:nvSpPr>
          <p:spPr>
            <a:xfrm>
              <a:off x="435160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1" name="Google Shape;2891;p56"/>
            <p:cNvSpPr/>
            <p:nvPr/>
          </p:nvSpPr>
          <p:spPr>
            <a:xfrm>
              <a:off x="4351600" y="1876050"/>
              <a:ext cx="62425" cy="53350"/>
            </a:xfrm>
            <a:custGeom>
              <a:avLst/>
              <a:gdLst/>
              <a:ahLst/>
              <a:cxnLst/>
              <a:rect l="l" t="t" r="r" b="b"/>
              <a:pathLst>
                <a:path w="2497" h="2134" extrusionOk="0">
                  <a:moveTo>
                    <a:pt x="1074" y="1"/>
                  </a:moveTo>
                  <a:cubicBezTo>
                    <a:pt x="481" y="1"/>
                    <a:pt x="9" y="472"/>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2" name="Google Shape;2892;p56"/>
            <p:cNvSpPr/>
            <p:nvPr/>
          </p:nvSpPr>
          <p:spPr>
            <a:xfrm>
              <a:off x="435160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3" name="Google Shape;2893;p56"/>
            <p:cNvSpPr/>
            <p:nvPr/>
          </p:nvSpPr>
          <p:spPr>
            <a:xfrm>
              <a:off x="435160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4" name="Google Shape;2894;p56"/>
            <p:cNvSpPr/>
            <p:nvPr/>
          </p:nvSpPr>
          <p:spPr>
            <a:xfrm>
              <a:off x="435160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5" name="Google Shape;2895;p56"/>
            <p:cNvSpPr/>
            <p:nvPr/>
          </p:nvSpPr>
          <p:spPr>
            <a:xfrm>
              <a:off x="3970950" y="1876050"/>
              <a:ext cx="62225" cy="53350"/>
            </a:xfrm>
            <a:custGeom>
              <a:avLst/>
              <a:gdLst/>
              <a:ahLst/>
              <a:cxnLst/>
              <a:rect l="l" t="t" r="r" b="b"/>
              <a:pathLst>
                <a:path w="2489" h="2134" extrusionOk="0">
                  <a:moveTo>
                    <a:pt x="1065" y="1"/>
                  </a:moveTo>
                  <a:cubicBezTo>
                    <a:pt x="472" y="1"/>
                    <a:pt x="1" y="472"/>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6" name="Google Shape;2896;p56"/>
            <p:cNvSpPr/>
            <p:nvPr/>
          </p:nvSpPr>
          <p:spPr>
            <a:xfrm>
              <a:off x="3970950" y="1952050"/>
              <a:ext cx="62225" cy="53450"/>
            </a:xfrm>
            <a:custGeom>
              <a:avLst/>
              <a:gdLst/>
              <a:ahLst/>
              <a:cxnLst/>
              <a:rect l="l" t="t" r="r" b="b"/>
              <a:pathLst>
                <a:path w="2489" h="2138" extrusionOk="0">
                  <a:moveTo>
                    <a:pt x="1065" y="1"/>
                  </a:moveTo>
                  <a:cubicBezTo>
                    <a:pt x="472" y="9"/>
                    <a:pt x="1" y="481"/>
                    <a:pt x="1" y="1074"/>
                  </a:cubicBezTo>
                  <a:cubicBezTo>
                    <a:pt x="1" y="1712"/>
                    <a:pt x="525" y="2138"/>
                    <a:pt x="1071"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7" name="Google Shape;2897;p56"/>
            <p:cNvSpPr/>
            <p:nvPr/>
          </p:nvSpPr>
          <p:spPr>
            <a:xfrm>
              <a:off x="36661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8" name="Google Shape;2898;p56"/>
            <p:cNvSpPr/>
            <p:nvPr/>
          </p:nvSpPr>
          <p:spPr>
            <a:xfrm>
              <a:off x="3742300" y="2028275"/>
              <a:ext cx="62225" cy="53450"/>
            </a:xfrm>
            <a:custGeom>
              <a:avLst/>
              <a:gdLst/>
              <a:ahLst/>
              <a:cxnLst/>
              <a:rect l="l" t="t" r="r" b="b"/>
              <a:pathLst>
                <a:path w="2489" h="2138" extrusionOk="0">
                  <a:moveTo>
                    <a:pt x="1066" y="1"/>
                  </a:moveTo>
                  <a:cubicBezTo>
                    <a:pt x="481" y="1"/>
                    <a:pt x="1" y="480"/>
                    <a:pt x="1" y="1065"/>
                  </a:cubicBezTo>
                  <a:cubicBezTo>
                    <a:pt x="1" y="1709"/>
                    <a:pt x="526" y="2137"/>
                    <a:pt x="1072" y="2137"/>
                  </a:cubicBezTo>
                  <a:cubicBezTo>
                    <a:pt x="1333" y="2137"/>
                    <a:pt x="1598" y="2040"/>
                    <a:pt x="1814" y="1821"/>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9" name="Google Shape;2899;p56"/>
            <p:cNvSpPr/>
            <p:nvPr/>
          </p:nvSpPr>
          <p:spPr>
            <a:xfrm>
              <a:off x="3742300" y="1952050"/>
              <a:ext cx="62225" cy="53450"/>
            </a:xfrm>
            <a:custGeom>
              <a:avLst/>
              <a:gdLst/>
              <a:ahLst/>
              <a:cxnLst/>
              <a:rect l="l" t="t" r="r" b="b"/>
              <a:pathLst>
                <a:path w="2489" h="2138" extrusionOk="0">
                  <a:moveTo>
                    <a:pt x="1066" y="1"/>
                  </a:moveTo>
                  <a:cubicBezTo>
                    <a:pt x="481" y="9"/>
                    <a:pt x="1" y="481"/>
                    <a:pt x="1" y="1074"/>
                  </a:cubicBezTo>
                  <a:cubicBezTo>
                    <a:pt x="1" y="1712"/>
                    <a:pt x="525" y="2138"/>
                    <a:pt x="1071" y="2138"/>
                  </a:cubicBezTo>
                  <a:cubicBezTo>
                    <a:pt x="1332"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0" name="Google Shape;2900;p56"/>
            <p:cNvSpPr/>
            <p:nvPr/>
          </p:nvSpPr>
          <p:spPr>
            <a:xfrm>
              <a:off x="38185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1" name="Google Shape;2901;p56"/>
            <p:cNvSpPr/>
            <p:nvPr/>
          </p:nvSpPr>
          <p:spPr>
            <a:xfrm>
              <a:off x="3894725"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2" name="Google Shape;2902;p56"/>
            <p:cNvSpPr/>
            <p:nvPr/>
          </p:nvSpPr>
          <p:spPr>
            <a:xfrm>
              <a:off x="3894725"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3" name="Google Shape;2903;p56"/>
            <p:cNvSpPr/>
            <p:nvPr/>
          </p:nvSpPr>
          <p:spPr>
            <a:xfrm>
              <a:off x="3970950" y="2028275"/>
              <a:ext cx="62225" cy="53450"/>
            </a:xfrm>
            <a:custGeom>
              <a:avLst/>
              <a:gdLst/>
              <a:ahLst/>
              <a:cxnLst/>
              <a:rect l="l" t="t" r="r" b="b"/>
              <a:pathLst>
                <a:path w="2489" h="2138" extrusionOk="0">
                  <a:moveTo>
                    <a:pt x="1065" y="1"/>
                  </a:moveTo>
                  <a:cubicBezTo>
                    <a:pt x="472" y="1"/>
                    <a:pt x="1" y="480"/>
                    <a:pt x="1" y="1065"/>
                  </a:cubicBezTo>
                  <a:cubicBezTo>
                    <a:pt x="1" y="1709"/>
                    <a:pt x="526" y="2137"/>
                    <a:pt x="1072" y="2137"/>
                  </a:cubicBezTo>
                  <a:cubicBezTo>
                    <a:pt x="1332" y="2137"/>
                    <a:pt x="1598" y="2040"/>
                    <a:pt x="1813"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4" name="Google Shape;2904;p56"/>
            <p:cNvSpPr/>
            <p:nvPr/>
          </p:nvSpPr>
          <p:spPr>
            <a:xfrm>
              <a:off x="3970950" y="21045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5" name="Google Shape;2905;p56"/>
            <p:cNvSpPr/>
            <p:nvPr/>
          </p:nvSpPr>
          <p:spPr>
            <a:xfrm>
              <a:off x="4046950"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6" name="Google Shape;2906;p56"/>
            <p:cNvSpPr/>
            <p:nvPr/>
          </p:nvSpPr>
          <p:spPr>
            <a:xfrm>
              <a:off x="404695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7" name="Google Shape;2907;p56"/>
            <p:cNvSpPr/>
            <p:nvPr/>
          </p:nvSpPr>
          <p:spPr>
            <a:xfrm>
              <a:off x="404695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8" name="Google Shape;2908;p56"/>
            <p:cNvSpPr/>
            <p:nvPr/>
          </p:nvSpPr>
          <p:spPr>
            <a:xfrm>
              <a:off x="404695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9" name="Google Shape;2909;p56"/>
            <p:cNvSpPr/>
            <p:nvPr/>
          </p:nvSpPr>
          <p:spPr>
            <a:xfrm>
              <a:off x="412317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0" name="Google Shape;2910;p56"/>
            <p:cNvSpPr/>
            <p:nvPr/>
          </p:nvSpPr>
          <p:spPr>
            <a:xfrm>
              <a:off x="41231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1" name="Google Shape;2911;p56"/>
            <p:cNvSpPr/>
            <p:nvPr/>
          </p:nvSpPr>
          <p:spPr>
            <a:xfrm>
              <a:off x="4123175" y="1876050"/>
              <a:ext cx="62425" cy="53350"/>
            </a:xfrm>
            <a:custGeom>
              <a:avLst/>
              <a:gdLst/>
              <a:ahLst/>
              <a:cxnLst/>
              <a:rect l="l" t="t" r="r" b="b"/>
              <a:pathLst>
                <a:path w="2497" h="2134" extrusionOk="0">
                  <a:moveTo>
                    <a:pt x="1065" y="1"/>
                  </a:moveTo>
                  <a:cubicBezTo>
                    <a:pt x="480" y="1"/>
                    <a:pt x="0" y="472"/>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2" name="Google Shape;2912;p56"/>
            <p:cNvSpPr/>
            <p:nvPr/>
          </p:nvSpPr>
          <p:spPr>
            <a:xfrm>
              <a:off x="41231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3" name="Google Shape;2913;p56"/>
            <p:cNvSpPr/>
            <p:nvPr/>
          </p:nvSpPr>
          <p:spPr>
            <a:xfrm>
              <a:off x="4123175" y="2028275"/>
              <a:ext cx="62425" cy="53450"/>
            </a:xfrm>
            <a:custGeom>
              <a:avLst/>
              <a:gdLst/>
              <a:ahLst/>
              <a:cxnLst/>
              <a:rect l="l" t="t" r="r" b="b"/>
              <a:pathLst>
                <a:path w="2497" h="2138" extrusionOk="0">
                  <a:moveTo>
                    <a:pt x="1065" y="1"/>
                  </a:moveTo>
                  <a:cubicBezTo>
                    <a:pt x="480" y="1"/>
                    <a:pt x="0" y="480"/>
                    <a:pt x="0" y="1065"/>
                  </a:cubicBezTo>
                  <a:cubicBezTo>
                    <a:pt x="0" y="1709"/>
                    <a:pt x="526" y="2137"/>
                    <a:pt x="1074" y="2137"/>
                  </a:cubicBezTo>
                  <a:cubicBezTo>
                    <a:pt x="1336" y="2137"/>
                    <a:pt x="1603" y="2040"/>
                    <a:pt x="1821"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4" name="Google Shape;2914;p56"/>
            <p:cNvSpPr/>
            <p:nvPr/>
          </p:nvSpPr>
          <p:spPr>
            <a:xfrm>
              <a:off x="41231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5" name="Google Shape;2915;p56"/>
            <p:cNvSpPr/>
            <p:nvPr/>
          </p:nvSpPr>
          <p:spPr>
            <a:xfrm>
              <a:off x="419940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6" name="Google Shape;2916;p56"/>
            <p:cNvSpPr/>
            <p:nvPr/>
          </p:nvSpPr>
          <p:spPr>
            <a:xfrm>
              <a:off x="419940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7" name="Google Shape;2917;p56"/>
            <p:cNvSpPr/>
            <p:nvPr/>
          </p:nvSpPr>
          <p:spPr>
            <a:xfrm>
              <a:off x="4199400"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8" name="Google Shape;2918;p56"/>
            <p:cNvSpPr/>
            <p:nvPr/>
          </p:nvSpPr>
          <p:spPr>
            <a:xfrm>
              <a:off x="4199400"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9" name="Google Shape;2919;p56"/>
            <p:cNvSpPr/>
            <p:nvPr/>
          </p:nvSpPr>
          <p:spPr>
            <a:xfrm>
              <a:off x="41994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0" name="Google Shape;2920;p56"/>
            <p:cNvSpPr/>
            <p:nvPr/>
          </p:nvSpPr>
          <p:spPr>
            <a:xfrm>
              <a:off x="419940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1" name="Google Shape;2921;p56"/>
            <p:cNvSpPr/>
            <p:nvPr/>
          </p:nvSpPr>
          <p:spPr>
            <a:xfrm>
              <a:off x="419940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2" name="Google Shape;2922;p56"/>
            <p:cNvSpPr/>
            <p:nvPr/>
          </p:nvSpPr>
          <p:spPr>
            <a:xfrm>
              <a:off x="427560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3" name="Google Shape;2923;p56"/>
            <p:cNvSpPr/>
            <p:nvPr/>
          </p:nvSpPr>
          <p:spPr>
            <a:xfrm>
              <a:off x="42756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4" name="Google Shape;2924;p56"/>
            <p:cNvSpPr/>
            <p:nvPr/>
          </p:nvSpPr>
          <p:spPr>
            <a:xfrm>
              <a:off x="42756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5" name="Google Shape;2925;p56"/>
            <p:cNvSpPr/>
            <p:nvPr/>
          </p:nvSpPr>
          <p:spPr>
            <a:xfrm>
              <a:off x="42756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6" name="Google Shape;2926;p56"/>
            <p:cNvSpPr/>
            <p:nvPr/>
          </p:nvSpPr>
          <p:spPr>
            <a:xfrm>
              <a:off x="42756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7" name="Google Shape;2927;p56"/>
            <p:cNvSpPr/>
            <p:nvPr/>
          </p:nvSpPr>
          <p:spPr>
            <a:xfrm>
              <a:off x="42756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3"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8" name="Google Shape;2928;p56"/>
            <p:cNvSpPr/>
            <p:nvPr/>
          </p:nvSpPr>
          <p:spPr>
            <a:xfrm>
              <a:off x="42756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9" name="Google Shape;2929;p56"/>
            <p:cNvSpPr/>
            <p:nvPr/>
          </p:nvSpPr>
          <p:spPr>
            <a:xfrm>
              <a:off x="42756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0" name="Google Shape;2930;p56"/>
            <p:cNvSpPr/>
            <p:nvPr/>
          </p:nvSpPr>
          <p:spPr>
            <a:xfrm>
              <a:off x="435160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1" name="Google Shape;2931;p56"/>
            <p:cNvSpPr/>
            <p:nvPr/>
          </p:nvSpPr>
          <p:spPr>
            <a:xfrm>
              <a:off x="4427825" y="1647400"/>
              <a:ext cx="62425" cy="53450"/>
            </a:xfrm>
            <a:custGeom>
              <a:avLst/>
              <a:gdLst/>
              <a:ahLst/>
              <a:cxnLst/>
              <a:rect l="l" t="t" r="r" b="b"/>
              <a:pathLst>
                <a:path w="2497" h="2138" extrusionOk="0">
                  <a:moveTo>
                    <a:pt x="1065" y="1"/>
                  </a:moveTo>
                  <a:cubicBezTo>
                    <a:pt x="480" y="9"/>
                    <a:pt x="9"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2" name="Google Shape;2932;p56"/>
            <p:cNvSpPr/>
            <p:nvPr/>
          </p:nvSpPr>
          <p:spPr>
            <a:xfrm>
              <a:off x="4427825" y="1723625"/>
              <a:ext cx="62425" cy="53350"/>
            </a:xfrm>
            <a:custGeom>
              <a:avLst/>
              <a:gdLst/>
              <a:ahLst/>
              <a:cxnLst/>
              <a:rect l="l" t="t" r="r" b="b"/>
              <a:pathLst>
                <a:path w="2497" h="2134" extrusionOk="0">
                  <a:moveTo>
                    <a:pt x="1065" y="1"/>
                  </a:moveTo>
                  <a:cubicBezTo>
                    <a:pt x="480" y="1"/>
                    <a:pt x="9"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3" name="Google Shape;2933;p56"/>
            <p:cNvSpPr/>
            <p:nvPr/>
          </p:nvSpPr>
          <p:spPr>
            <a:xfrm>
              <a:off x="4427825" y="179985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4" name="Google Shape;2934;p56"/>
            <p:cNvSpPr/>
            <p:nvPr/>
          </p:nvSpPr>
          <p:spPr>
            <a:xfrm>
              <a:off x="4427825" y="1876050"/>
              <a:ext cx="62425" cy="53275"/>
            </a:xfrm>
            <a:custGeom>
              <a:avLst/>
              <a:gdLst/>
              <a:ahLst/>
              <a:cxnLst/>
              <a:rect l="l" t="t" r="r" b="b"/>
              <a:pathLst>
                <a:path w="2497" h="2131" extrusionOk="0">
                  <a:moveTo>
                    <a:pt x="1065" y="1"/>
                  </a:moveTo>
                  <a:cubicBezTo>
                    <a:pt x="480" y="1"/>
                    <a:pt x="9" y="472"/>
                    <a:pt x="1" y="1066"/>
                  </a:cubicBezTo>
                  <a:cubicBezTo>
                    <a:pt x="1" y="1707"/>
                    <a:pt x="523" y="2131"/>
                    <a:pt x="1070" y="2131"/>
                  </a:cubicBezTo>
                  <a:cubicBezTo>
                    <a:pt x="1333" y="2131"/>
                    <a:pt x="1602" y="2033"/>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5" name="Google Shape;2935;p56"/>
            <p:cNvSpPr/>
            <p:nvPr/>
          </p:nvSpPr>
          <p:spPr>
            <a:xfrm>
              <a:off x="4427825" y="1952050"/>
              <a:ext cx="62425" cy="53450"/>
            </a:xfrm>
            <a:custGeom>
              <a:avLst/>
              <a:gdLst/>
              <a:ahLst/>
              <a:cxnLst/>
              <a:rect l="l" t="t" r="r" b="b"/>
              <a:pathLst>
                <a:path w="2497" h="2138" extrusionOk="0">
                  <a:moveTo>
                    <a:pt x="1065" y="1"/>
                  </a:moveTo>
                  <a:cubicBezTo>
                    <a:pt x="480" y="9"/>
                    <a:pt x="9" y="481"/>
                    <a:pt x="1" y="1074"/>
                  </a:cubicBezTo>
                  <a:cubicBezTo>
                    <a:pt x="1" y="1712"/>
                    <a:pt x="525" y="2138"/>
                    <a:pt x="1073" y="2138"/>
                  </a:cubicBezTo>
                  <a:cubicBezTo>
                    <a:pt x="1335" y="2138"/>
                    <a:pt x="1603"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6" name="Google Shape;2936;p56"/>
            <p:cNvSpPr/>
            <p:nvPr/>
          </p:nvSpPr>
          <p:spPr>
            <a:xfrm>
              <a:off x="4427825" y="2028275"/>
              <a:ext cx="62425" cy="53450"/>
            </a:xfrm>
            <a:custGeom>
              <a:avLst/>
              <a:gdLst/>
              <a:ahLst/>
              <a:cxnLst/>
              <a:rect l="l" t="t" r="r" b="b"/>
              <a:pathLst>
                <a:path w="2497" h="2138" extrusionOk="0">
                  <a:moveTo>
                    <a:pt x="1065" y="1"/>
                  </a:moveTo>
                  <a:cubicBezTo>
                    <a:pt x="480" y="1"/>
                    <a:pt x="9" y="480"/>
                    <a:pt x="1" y="1065"/>
                  </a:cubicBezTo>
                  <a:cubicBezTo>
                    <a:pt x="1" y="1709"/>
                    <a:pt x="526" y="2137"/>
                    <a:pt x="1074" y="2137"/>
                  </a:cubicBezTo>
                  <a:cubicBezTo>
                    <a:pt x="1336" y="2137"/>
                    <a:pt x="1603" y="2040"/>
                    <a:pt x="1822"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7" name="Google Shape;2937;p56"/>
            <p:cNvSpPr/>
            <p:nvPr/>
          </p:nvSpPr>
          <p:spPr>
            <a:xfrm>
              <a:off x="4427825" y="210450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8" name="Google Shape;2938;p56"/>
            <p:cNvSpPr/>
            <p:nvPr/>
          </p:nvSpPr>
          <p:spPr>
            <a:xfrm>
              <a:off x="4427825" y="2180700"/>
              <a:ext cx="62425" cy="53350"/>
            </a:xfrm>
            <a:custGeom>
              <a:avLst/>
              <a:gdLst/>
              <a:ahLst/>
              <a:cxnLst/>
              <a:rect l="l" t="t" r="r" b="b"/>
              <a:pathLst>
                <a:path w="2497" h="2134" extrusionOk="0">
                  <a:moveTo>
                    <a:pt x="1065" y="1"/>
                  </a:moveTo>
                  <a:cubicBezTo>
                    <a:pt x="480" y="1"/>
                    <a:pt x="9" y="480"/>
                    <a:pt x="1" y="1066"/>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9" name="Google Shape;2939;p56"/>
            <p:cNvSpPr/>
            <p:nvPr/>
          </p:nvSpPr>
          <p:spPr>
            <a:xfrm>
              <a:off x="4427825" y="1571400"/>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3"/>
                    <a:pt x="525" y="2129"/>
                    <a:pt x="1073" y="2129"/>
                  </a:cubicBezTo>
                  <a:cubicBezTo>
                    <a:pt x="1335" y="2129"/>
                    <a:pt x="1603" y="2032"/>
                    <a:pt x="1822" y="1813"/>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0" name="Google Shape;2940;p56"/>
            <p:cNvSpPr/>
            <p:nvPr/>
          </p:nvSpPr>
          <p:spPr>
            <a:xfrm>
              <a:off x="435160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1" name="Google Shape;2941;p56"/>
            <p:cNvSpPr/>
            <p:nvPr/>
          </p:nvSpPr>
          <p:spPr>
            <a:xfrm>
              <a:off x="42756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2" name="Google Shape;2942;p56"/>
            <p:cNvSpPr/>
            <p:nvPr/>
          </p:nvSpPr>
          <p:spPr>
            <a:xfrm>
              <a:off x="42756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3" name="Google Shape;2943;p56"/>
            <p:cNvSpPr/>
            <p:nvPr/>
          </p:nvSpPr>
          <p:spPr>
            <a:xfrm>
              <a:off x="41994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4" name="Google Shape;2944;p56"/>
            <p:cNvSpPr/>
            <p:nvPr/>
          </p:nvSpPr>
          <p:spPr>
            <a:xfrm>
              <a:off x="41994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5" name="Google Shape;2945;p56"/>
            <p:cNvSpPr/>
            <p:nvPr/>
          </p:nvSpPr>
          <p:spPr>
            <a:xfrm>
              <a:off x="41994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6" name="Google Shape;2946;p56"/>
            <p:cNvSpPr/>
            <p:nvPr/>
          </p:nvSpPr>
          <p:spPr>
            <a:xfrm>
              <a:off x="41994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7" name="Google Shape;2947;p56"/>
            <p:cNvSpPr/>
            <p:nvPr/>
          </p:nvSpPr>
          <p:spPr>
            <a:xfrm>
              <a:off x="41231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8" name="Google Shape;2948;p56"/>
            <p:cNvSpPr/>
            <p:nvPr/>
          </p:nvSpPr>
          <p:spPr>
            <a:xfrm>
              <a:off x="4123175" y="164740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9" name="Google Shape;2949;p56"/>
            <p:cNvSpPr/>
            <p:nvPr/>
          </p:nvSpPr>
          <p:spPr>
            <a:xfrm>
              <a:off x="4123175"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0" name="Google Shape;2950;p56"/>
            <p:cNvSpPr/>
            <p:nvPr/>
          </p:nvSpPr>
          <p:spPr>
            <a:xfrm>
              <a:off x="4123175"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1" name="Google Shape;2951;p56"/>
            <p:cNvSpPr/>
            <p:nvPr/>
          </p:nvSpPr>
          <p:spPr>
            <a:xfrm>
              <a:off x="4123175"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2" name="Google Shape;2952;p56"/>
            <p:cNvSpPr/>
            <p:nvPr/>
          </p:nvSpPr>
          <p:spPr>
            <a:xfrm>
              <a:off x="4123175" y="134275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3" name="Google Shape;2953;p56"/>
            <p:cNvSpPr/>
            <p:nvPr/>
          </p:nvSpPr>
          <p:spPr>
            <a:xfrm>
              <a:off x="404695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4" name="Google Shape;2954;p56"/>
            <p:cNvSpPr/>
            <p:nvPr/>
          </p:nvSpPr>
          <p:spPr>
            <a:xfrm>
              <a:off x="404695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5" name="Google Shape;2955;p56"/>
            <p:cNvSpPr/>
            <p:nvPr/>
          </p:nvSpPr>
          <p:spPr>
            <a:xfrm>
              <a:off x="404695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6" name="Google Shape;2956;p56"/>
            <p:cNvSpPr/>
            <p:nvPr/>
          </p:nvSpPr>
          <p:spPr>
            <a:xfrm>
              <a:off x="4046950" y="1647400"/>
              <a:ext cx="62425" cy="53450"/>
            </a:xfrm>
            <a:custGeom>
              <a:avLst/>
              <a:gdLst/>
              <a:ahLst/>
              <a:cxnLst/>
              <a:rect l="l" t="t" r="r" b="b"/>
              <a:pathLst>
                <a:path w="2497" h="2138" extrusionOk="0">
                  <a:moveTo>
                    <a:pt x="1074" y="1"/>
                  </a:moveTo>
                  <a:cubicBezTo>
                    <a:pt x="481" y="9"/>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7" name="Google Shape;2957;p56"/>
            <p:cNvSpPr/>
            <p:nvPr/>
          </p:nvSpPr>
          <p:spPr>
            <a:xfrm>
              <a:off x="404695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8" name="Google Shape;2958;p56"/>
            <p:cNvSpPr/>
            <p:nvPr/>
          </p:nvSpPr>
          <p:spPr>
            <a:xfrm>
              <a:off x="4046950"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9" name="Google Shape;2959;p56"/>
            <p:cNvSpPr/>
            <p:nvPr/>
          </p:nvSpPr>
          <p:spPr>
            <a:xfrm>
              <a:off x="4046950" y="141897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0" name="Google Shape;2960;p56"/>
            <p:cNvSpPr/>
            <p:nvPr/>
          </p:nvSpPr>
          <p:spPr>
            <a:xfrm>
              <a:off x="4046950" y="134275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1" name="Google Shape;2961;p56"/>
            <p:cNvSpPr/>
            <p:nvPr/>
          </p:nvSpPr>
          <p:spPr>
            <a:xfrm>
              <a:off x="3970950" y="2256925"/>
              <a:ext cx="62350" cy="53425"/>
            </a:xfrm>
            <a:custGeom>
              <a:avLst/>
              <a:gdLst/>
              <a:ahLst/>
              <a:cxnLst/>
              <a:rect l="l" t="t" r="r" b="b"/>
              <a:pathLst>
                <a:path w="2494" h="2137" extrusionOk="0">
                  <a:moveTo>
                    <a:pt x="1075" y="0"/>
                  </a:moveTo>
                  <a:cubicBezTo>
                    <a:pt x="1072" y="0"/>
                    <a:pt x="1069" y="0"/>
                    <a:pt x="1065" y="0"/>
                  </a:cubicBezTo>
                  <a:cubicBezTo>
                    <a:pt x="472" y="0"/>
                    <a:pt x="1" y="480"/>
                    <a:pt x="1" y="1065"/>
                  </a:cubicBezTo>
                  <a:cubicBezTo>
                    <a:pt x="1" y="1709"/>
                    <a:pt x="526" y="2137"/>
                    <a:pt x="1074" y="2137"/>
                  </a:cubicBezTo>
                  <a:cubicBezTo>
                    <a:pt x="1336" y="2137"/>
                    <a:pt x="1603" y="2039"/>
                    <a:pt x="1822"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2" name="Google Shape;2962;p56"/>
            <p:cNvSpPr/>
            <p:nvPr/>
          </p:nvSpPr>
          <p:spPr>
            <a:xfrm>
              <a:off x="3970950" y="2180700"/>
              <a:ext cx="62225" cy="53350"/>
            </a:xfrm>
            <a:custGeom>
              <a:avLst/>
              <a:gdLst/>
              <a:ahLst/>
              <a:cxnLst/>
              <a:rect l="l" t="t" r="r" b="b"/>
              <a:pathLst>
                <a:path w="2489" h="2134" extrusionOk="0">
                  <a:moveTo>
                    <a:pt x="1065" y="1"/>
                  </a:moveTo>
                  <a:cubicBezTo>
                    <a:pt x="472" y="1"/>
                    <a:pt x="1" y="480"/>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3" name="Google Shape;2963;p56"/>
            <p:cNvSpPr/>
            <p:nvPr/>
          </p:nvSpPr>
          <p:spPr>
            <a:xfrm>
              <a:off x="3970950" y="179985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4" name="Google Shape;2964;p56"/>
            <p:cNvSpPr/>
            <p:nvPr/>
          </p:nvSpPr>
          <p:spPr>
            <a:xfrm>
              <a:off x="3970950" y="164740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5" name="Google Shape;2965;p56"/>
            <p:cNvSpPr/>
            <p:nvPr/>
          </p:nvSpPr>
          <p:spPr>
            <a:xfrm>
              <a:off x="3970950" y="1571400"/>
              <a:ext cx="62225" cy="53250"/>
            </a:xfrm>
            <a:custGeom>
              <a:avLst/>
              <a:gdLst/>
              <a:ahLst/>
              <a:cxnLst/>
              <a:rect l="l" t="t" r="r" b="b"/>
              <a:pathLst>
                <a:path w="2489" h="2130" extrusionOk="0">
                  <a:moveTo>
                    <a:pt x="1065" y="1"/>
                  </a:moveTo>
                  <a:cubicBezTo>
                    <a:pt x="472" y="1"/>
                    <a:pt x="1" y="472"/>
                    <a:pt x="1" y="1066"/>
                  </a:cubicBezTo>
                  <a:cubicBezTo>
                    <a:pt x="1" y="1703"/>
                    <a:pt x="525" y="2129"/>
                    <a:pt x="1071" y="2129"/>
                  </a:cubicBezTo>
                  <a:cubicBezTo>
                    <a:pt x="1332" y="2129"/>
                    <a:pt x="1598" y="2032"/>
                    <a:pt x="1813"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6" name="Google Shape;2966;p56"/>
            <p:cNvSpPr/>
            <p:nvPr/>
          </p:nvSpPr>
          <p:spPr>
            <a:xfrm>
              <a:off x="3970950" y="14952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7" name="Google Shape;2967;p56"/>
            <p:cNvSpPr/>
            <p:nvPr/>
          </p:nvSpPr>
          <p:spPr>
            <a:xfrm>
              <a:off x="3970950" y="141897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8" name="Google Shape;2968;p56"/>
            <p:cNvSpPr/>
            <p:nvPr/>
          </p:nvSpPr>
          <p:spPr>
            <a:xfrm>
              <a:off x="3970950" y="134275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9" name="Google Shape;2969;p56"/>
            <p:cNvSpPr/>
            <p:nvPr/>
          </p:nvSpPr>
          <p:spPr>
            <a:xfrm>
              <a:off x="3970950" y="111432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0" name="Google Shape;2970;p56"/>
            <p:cNvSpPr/>
            <p:nvPr/>
          </p:nvSpPr>
          <p:spPr>
            <a:xfrm>
              <a:off x="3894725"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1" name="Google Shape;2971;p56"/>
            <p:cNvSpPr/>
            <p:nvPr/>
          </p:nvSpPr>
          <p:spPr>
            <a:xfrm>
              <a:off x="3894725"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4"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2" name="Google Shape;2972;p56"/>
            <p:cNvSpPr/>
            <p:nvPr/>
          </p:nvSpPr>
          <p:spPr>
            <a:xfrm>
              <a:off x="3894725"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3" name="Google Shape;2973;p56"/>
            <p:cNvSpPr/>
            <p:nvPr/>
          </p:nvSpPr>
          <p:spPr>
            <a:xfrm>
              <a:off x="3894725" y="17236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4" name="Google Shape;2974;p56"/>
            <p:cNvSpPr/>
            <p:nvPr/>
          </p:nvSpPr>
          <p:spPr>
            <a:xfrm>
              <a:off x="3894725"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5" name="Google Shape;2975;p56"/>
            <p:cNvSpPr/>
            <p:nvPr/>
          </p:nvSpPr>
          <p:spPr>
            <a:xfrm>
              <a:off x="3894725" y="1571400"/>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3"/>
                    <a:pt x="525" y="2129"/>
                    <a:pt x="1074" y="2129"/>
                  </a:cubicBezTo>
                  <a:cubicBezTo>
                    <a:pt x="1336" y="2129"/>
                    <a:pt x="1604"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6" name="Google Shape;2976;p56"/>
            <p:cNvSpPr/>
            <p:nvPr/>
          </p:nvSpPr>
          <p:spPr>
            <a:xfrm>
              <a:off x="3894725"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7" name="Google Shape;2977;p56"/>
            <p:cNvSpPr/>
            <p:nvPr/>
          </p:nvSpPr>
          <p:spPr>
            <a:xfrm>
              <a:off x="3894725"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8" name="Google Shape;2978;p56"/>
            <p:cNvSpPr/>
            <p:nvPr/>
          </p:nvSpPr>
          <p:spPr>
            <a:xfrm>
              <a:off x="3894725" y="1342750"/>
              <a:ext cx="62225" cy="53450"/>
            </a:xfrm>
            <a:custGeom>
              <a:avLst/>
              <a:gdLst/>
              <a:ahLst/>
              <a:cxnLst/>
              <a:rect l="l" t="t" r="r" b="b"/>
              <a:pathLst>
                <a:path w="2489" h="2138" extrusionOk="0">
                  <a:moveTo>
                    <a:pt x="1066" y="1"/>
                  </a:moveTo>
                  <a:cubicBezTo>
                    <a:pt x="481" y="1"/>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9" name="Google Shape;2979;p56"/>
            <p:cNvSpPr/>
            <p:nvPr/>
          </p:nvSpPr>
          <p:spPr>
            <a:xfrm>
              <a:off x="3894725"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0" name="Google Shape;2980;p56"/>
            <p:cNvSpPr/>
            <p:nvPr/>
          </p:nvSpPr>
          <p:spPr>
            <a:xfrm>
              <a:off x="381852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1" name="Google Shape;2981;p56"/>
            <p:cNvSpPr/>
            <p:nvPr/>
          </p:nvSpPr>
          <p:spPr>
            <a:xfrm>
              <a:off x="381852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2" name="Google Shape;2982;p56"/>
            <p:cNvSpPr/>
            <p:nvPr/>
          </p:nvSpPr>
          <p:spPr>
            <a:xfrm>
              <a:off x="38185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3" name="Google Shape;2983;p56"/>
            <p:cNvSpPr/>
            <p:nvPr/>
          </p:nvSpPr>
          <p:spPr>
            <a:xfrm>
              <a:off x="38185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4" name="Google Shape;2984;p56"/>
            <p:cNvSpPr/>
            <p:nvPr/>
          </p:nvSpPr>
          <p:spPr>
            <a:xfrm>
              <a:off x="38185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5" name="Google Shape;2985;p56"/>
            <p:cNvSpPr/>
            <p:nvPr/>
          </p:nvSpPr>
          <p:spPr>
            <a:xfrm>
              <a:off x="38185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6" name="Google Shape;2986;p56"/>
            <p:cNvSpPr/>
            <p:nvPr/>
          </p:nvSpPr>
          <p:spPr>
            <a:xfrm>
              <a:off x="38185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7" name="Google Shape;2987;p56"/>
            <p:cNvSpPr/>
            <p:nvPr/>
          </p:nvSpPr>
          <p:spPr>
            <a:xfrm>
              <a:off x="38185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8" name="Google Shape;2988;p56"/>
            <p:cNvSpPr/>
            <p:nvPr/>
          </p:nvSpPr>
          <p:spPr>
            <a:xfrm>
              <a:off x="38185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9" name="Google Shape;2989;p56"/>
            <p:cNvSpPr/>
            <p:nvPr/>
          </p:nvSpPr>
          <p:spPr>
            <a:xfrm>
              <a:off x="3818525"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0" name="Google Shape;2990;p56"/>
            <p:cNvSpPr/>
            <p:nvPr/>
          </p:nvSpPr>
          <p:spPr>
            <a:xfrm>
              <a:off x="3818525"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1" name="Google Shape;2991;p56"/>
            <p:cNvSpPr/>
            <p:nvPr/>
          </p:nvSpPr>
          <p:spPr>
            <a:xfrm>
              <a:off x="3742300" y="2180700"/>
              <a:ext cx="62225" cy="53350"/>
            </a:xfrm>
            <a:custGeom>
              <a:avLst/>
              <a:gdLst/>
              <a:ahLst/>
              <a:cxnLst/>
              <a:rect l="l" t="t" r="r" b="b"/>
              <a:pathLst>
                <a:path w="2489" h="2134" extrusionOk="0">
                  <a:moveTo>
                    <a:pt x="1066" y="1"/>
                  </a:moveTo>
                  <a:cubicBezTo>
                    <a:pt x="481"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2" name="Google Shape;2992;p56"/>
            <p:cNvSpPr/>
            <p:nvPr/>
          </p:nvSpPr>
          <p:spPr>
            <a:xfrm>
              <a:off x="3742300" y="2104500"/>
              <a:ext cx="62225" cy="53325"/>
            </a:xfrm>
            <a:custGeom>
              <a:avLst/>
              <a:gdLst/>
              <a:ahLst/>
              <a:cxnLst/>
              <a:rect l="l" t="t" r="r" b="b"/>
              <a:pathLst>
                <a:path w="2489" h="2133" extrusionOk="0">
                  <a:moveTo>
                    <a:pt x="1066" y="0"/>
                  </a:moveTo>
                  <a:cubicBezTo>
                    <a:pt x="481" y="0"/>
                    <a:pt x="1" y="480"/>
                    <a:pt x="1" y="1065"/>
                  </a:cubicBezTo>
                  <a:cubicBezTo>
                    <a:pt x="1" y="1709"/>
                    <a:pt x="526" y="2133"/>
                    <a:pt x="1072" y="2133"/>
                  </a:cubicBezTo>
                  <a:cubicBezTo>
                    <a:pt x="1333" y="2133"/>
                    <a:pt x="1598" y="2036"/>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3" name="Google Shape;2993;p56"/>
            <p:cNvSpPr/>
            <p:nvPr/>
          </p:nvSpPr>
          <p:spPr>
            <a:xfrm>
              <a:off x="3742300" y="1876050"/>
              <a:ext cx="62225" cy="53300"/>
            </a:xfrm>
            <a:custGeom>
              <a:avLst/>
              <a:gdLst/>
              <a:ahLst/>
              <a:cxnLst/>
              <a:rect l="l" t="t" r="r" b="b"/>
              <a:pathLst>
                <a:path w="2489" h="2132" extrusionOk="0">
                  <a:moveTo>
                    <a:pt x="1066" y="1"/>
                  </a:moveTo>
                  <a:cubicBezTo>
                    <a:pt x="481" y="1"/>
                    <a:pt x="1" y="472"/>
                    <a:pt x="1" y="1066"/>
                  </a:cubicBezTo>
                  <a:cubicBezTo>
                    <a:pt x="1" y="1705"/>
                    <a:pt x="528" y="2132"/>
                    <a:pt x="1076" y="2132"/>
                  </a:cubicBezTo>
                  <a:cubicBezTo>
                    <a:pt x="1335" y="2132"/>
                    <a:pt x="1599" y="2036"/>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4" name="Google Shape;2994;p56"/>
            <p:cNvSpPr/>
            <p:nvPr/>
          </p:nvSpPr>
          <p:spPr>
            <a:xfrm>
              <a:off x="3742300" y="179985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5" name="Google Shape;2995;p56"/>
            <p:cNvSpPr/>
            <p:nvPr/>
          </p:nvSpPr>
          <p:spPr>
            <a:xfrm>
              <a:off x="3742300" y="17236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6" name="Google Shape;2996;p56"/>
            <p:cNvSpPr/>
            <p:nvPr/>
          </p:nvSpPr>
          <p:spPr>
            <a:xfrm>
              <a:off x="3742300" y="1647400"/>
              <a:ext cx="62225" cy="53450"/>
            </a:xfrm>
            <a:custGeom>
              <a:avLst/>
              <a:gdLst/>
              <a:ahLst/>
              <a:cxnLst/>
              <a:rect l="l" t="t" r="r" b="b"/>
              <a:pathLst>
                <a:path w="2489" h="2138" extrusionOk="0">
                  <a:moveTo>
                    <a:pt x="1066" y="1"/>
                  </a:moveTo>
                  <a:cubicBezTo>
                    <a:pt x="481" y="1"/>
                    <a:pt x="1" y="481"/>
                    <a:pt x="1" y="1066"/>
                  </a:cubicBezTo>
                  <a:cubicBezTo>
                    <a:pt x="1" y="1710"/>
                    <a:pt x="526" y="2138"/>
                    <a:pt x="1072" y="2138"/>
                  </a:cubicBezTo>
                  <a:cubicBezTo>
                    <a:pt x="1333"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7" name="Google Shape;2997;p56"/>
            <p:cNvSpPr/>
            <p:nvPr/>
          </p:nvSpPr>
          <p:spPr>
            <a:xfrm>
              <a:off x="3742300" y="1571400"/>
              <a:ext cx="62225" cy="53250"/>
            </a:xfrm>
            <a:custGeom>
              <a:avLst/>
              <a:gdLst/>
              <a:ahLst/>
              <a:cxnLst/>
              <a:rect l="l" t="t" r="r" b="b"/>
              <a:pathLst>
                <a:path w="2489" h="2130" extrusionOk="0">
                  <a:moveTo>
                    <a:pt x="1066" y="1"/>
                  </a:moveTo>
                  <a:cubicBezTo>
                    <a:pt x="481"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8" name="Google Shape;2998;p56"/>
            <p:cNvSpPr/>
            <p:nvPr/>
          </p:nvSpPr>
          <p:spPr>
            <a:xfrm>
              <a:off x="3742300" y="149520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9" name="Google Shape;2999;p56"/>
            <p:cNvSpPr/>
            <p:nvPr/>
          </p:nvSpPr>
          <p:spPr>
            <a:xfrm>
              <a:off x="3742300" y="11143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0" name="Google Shape;3000;p56"/>
            <p:cNvSpPr/>
            <p:nvPr/>
          </p:nvSpPr>
          <p:spPr>
            <a:xfrm>
              <a:off x="36661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1" name="Google Shape;3001;p56"/>
            <p:cNvSpPr/>
            <p:nvPr/>
          </p:nvSpPr>
          <p:spPr>
            <a:xfrm>
              <a:off x="366610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2" name="Google Shape;3002;p56"/>
            <p:cNvSpPr/>
            <p:nvPr/>
          </p:nvSpPr>
          <p:spPr>
            <a:xfrm>
              <a:off x="36661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3" name="Google Shape;3003;p56"/>
            <p:cNvSpPr/>
            <p:nvPr/>
          </p:nvSpPr>
          <p:spPr>
            <a:xfrm>
              <a:off x="3666100" y="1647400"/>
              <a:ext cx="62200" cy="53450"/>
            </a:xfrm>
            <a:custGeom>
              <a:avLst/>
              <a:gdLst/>
              <a:ahLst/>
              <a:cxnLst/>
              <a:rect l="l" t="t" r="r" b="b"/>
              <a:pathLst>
                <a:path w="2488"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4" name="Google Shape;3004;p56"/>
            <p:cNvSpPr/>
            <p:nvPr/>
          </p:nvSpPr>
          <p:spPr>
            <a:xfrm>
              <a:off x="3666100" y="1571400"/>
              <a:ext cx="62150" cy="53250"/>
            </a:xfrm>
            <a:custGeom>
              <a:avLst/>
              <a:gdLst/>
              <a:ahLst/>
              <a:cxnLst/>
              <a:rect l="l" t="t" r="r" b="b"/>
              <a:pathLst>
                <a:path w="2486" h="2130" extrusionOk="0">
                  <a:moveTo>
                    <a:pt x="1075" y="1"/>
                  </a:moveTo>
                  <a:cubicBezTo>
                    <a:pt x="1072" y="1"/>
                    <a:pt x="1069" y="1"/>
                    <a:pt x="1065" y="1"/>
                  </a:cubicBezTo>
                  <a:cubicBezTo>
                    <a:pt x="480" y="1"/>
                    <a:pt x="0" y="472"/>
                    <a:pt x="0" y="1066"/>
                  </a:cubicBezTo>
                  <a:cubicBezTo>
                    <a:pt x="0" y="1703"/>
                    <a:pt x="525" y="2129"/>
                    <a:pt x="1073" y="2129"/>
                  </a:cubicBezTo>
                  <a:cubicBezTo>
                    <a:pt x="1335" y="2129"/>
                    <a:pt x="1603" y="2032"/>
                    <a:pt x="1821"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5" name="Google Shape;3005;p56"/>
            <p:cNvSpPr/>
            <p:nvPr/>
          </p:nvSpPr>
          <p:spPr>
            <a:xfrm>
              <a:off x="35898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6" name="Google Shape;3006;p56"/>
            <p:cNvSpPr/>
            <p:nvPr/>
          </p:nvSpPr>
          <p:spPr>
            <a:xfrm>
              <a:off x="35898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7" name="Google Shape;3007;p56"/>
            <p:cNvSpPr/>
            <p:nvPr/>
          </p:nvSpPr>
          <p:spPr>
            <a:xfrm>
              <a:off x="35898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8" name="Google Shape;3008;p56"/>
            <p:cNvSpPr/>
            <p:nvPr/>
          </p:nvSpPr>
          <p:spPr>
            <a:xfrm>
              <a:off x="35898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9" name="Google Shape;3009;p56"/>
            <p:cNvSpPr/>
            <p:nvPr/>
          </p:nvSpPr>
          <p:spPr>
            <a:xfrm>
              <a:off x="35898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0" name="Google Shape;3010;p56"/>
            <p:cNvSpPr/>
            <p:nvPr/>
          </p:nvSpPr>
          <p:spPr>
            <a:xfrm>
              <a:off x="35136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1" name="Google Shape;3011;p56"/>
            <p:cNvSpPr/>
            <p:nvPr/>
          </p:nvSpPr>
          <p:spPr>
            <a:xfrm>
              <a:off x="35136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56"/>
            <p:cNvSpPr/>
            <p:nvPr/>
          </p:nvSpPr>
          <p:spPr>
            <a:xfrm>
              <a:off x="35136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3" name="Google Shape;3013;p56"/>
            <p:cNvSpPr/>
            <p:nvPr/>
          </p:nvSpPr>
          <p:spPr>
            <a:xfrm>
              <a:off x="3513675"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4" name="Google Shape;3014;p56"/>
            <p:cNvSpPr/>
            <p:nvPr/>
          </p:nvSpPr>
          <p:spPr>
            <a:xfrm>
              <a:off x="35136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5" name="Google Shape;3015;p56"/>
            <p:cNvSpPr/>
            <p:nvPr/>
          </p:nvSpPr>
          <p:spPr>
            <a:xfrm>
              <a:off x="351367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3016;p56"/>
            <p:cNvSpPr/>
            <p:nvPr/>
          </p:nvSpPr>
          <p:spPr>
            <a:xfrm>
              <a:off x="35136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3017;p56"/>
            <p:cNvSpPr/>
            <p:nvPr/>
          </p:nvSpPr>
          <p:spPr>
            <a:xfrm>
              <a:off x="34374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3018;p56"/>
            <p:cNvSpPr/>
            <p:nvPr/>
          </p:nvSpPr>
          <p:spPr>
            <a:xfrm>
              <a:off x="34374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3019;p56"/>
            <p:cNvSpPr/>
            <p:nvPr/>
          </p:nvSpPr>
          <p:spPr>
            <a:xfrm>
              <a:off x="34374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0" name="Google Shape;3020;p56"/>
            <p:cNvSpPr/>
            <p:nvPr/>
          </p:nvSpPr>
          <p:spPr>
            <a:xfrm>
              <a:off x="34374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3021;p56"/>
            <p:cNvSpPr/>
            <p:nvPr/>
          </p:nvSpPr>
          <p:spPr>
            <a:xfrm>
              <a:off x="34374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3022;p56"/>
            <p:cNvSpPr/>
            <p:nvPr/>
          </p:nvSpPr>
          <p:spPr>
            <a:xfrm>
              <a:off x="34374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3023;p56"/>
            <p:cNvSpPr/>
            <p:nvPr/>
          </p:nvSpPr>
          <p:spPr>
            <a:xfrm>
              <a:off x="34374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3024;p56"/>
            <p:cNvSpPr/>
            <p:nvPr/>
          </p:nvSpPr>
          <p:spPr>
            <a:xfrm>
              <a:off x="3361450" y="2333125"/>
              <a:ext cx="62200" cy="53450"/>
            </a:xfrm>
            <a:custGeom>
              <a:avLst/>
              <a:gdLst/>
              <a:ahLst/>
              <a:cxnLst/>
              <a:rect l="l" t="t" r="r" b="b"/>
              <a:pathLst>
                <a:path w="2488" h="2138" extrusionOk="0">
                  <a:moveTo>
                    <a:pt x="1065" y="1"/>
                  </a:moveTo>
                  <a:cubicBezTo>
                    <a:pt x="472" y="1"/>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3025;p56"/>
            <p:cNvSpPr/>
            <p:nvPr/>
          </p:nvSpPr>
          <p:spPr>
            <a:xfrm>
              <a:off x="33614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6" name="Google Shape;3026;p56"/>
            <p:cNvSpPr/>
            <p:nvPr/>
          </p:nvSpPr>
          <p:spPr>
            <a:xfrm>
              <a:off x="3361450" y="2180700"/>
              <a:ext cx="62200" cy="53350"/>
            </a:xfrm>
            <a:custGeom>
              <a:avLst/>
              <a:gdLst/>
              <a:ahLst/>
              <a:cxnLst/>
              <a:rect l="l" t="t" r="r" b="b"/>
              <a:pathLst>
                <a:path w="2488" h="2134" extrusionOk="0">
                  <a:moveTo>
                    <a:pt x="1065" y="1"/>
                  </a:moveTo>
                  <a:cubicBezTo>
                    <a:pt x="472" y="1"/>
                    <a:pt x="0" y="480"/>
                    <a:pt x="0" y="1066"/>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7" name="Google Shape;3027;p56"/>
            <p:cNvSpPr/>
            <p:nvPr/>
          </p:nvSpPr>
          <p:spPr>
            <a:xfrm>
              <a:off x="33614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8" name="Google Shape;3028;p56"/>
            <p:cNvSpPr/>
            <p:nvPr/>
          </p:nvSpPr>
          <p:spPr>
            <a:xfrm>
              <a:off x="328522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9" name="Google Shape;3029;p56"/>
            <p:cNvSpPr/>
            <p:nvPr/>
          </p:nvSpPr>
          <p:spPr>
            <a:xfrm>
              <a:off x="31328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0" name="Google Shape;3030;p56"/>
            <p:cNvSpPr/>
            <p:nvPr/>
          </p:nvSpPr>
          <p:spPr>
            <a:xfrm>
              <a:off x="30568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1" name="Google Shape;3031;p56"/>
            <p:cNvSpPr/>
            <p:nvPr/>
          </p:nvSpPr>
          <p:spPr>
            <a:xfrm>
              <a:off x="3056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2" name="Google Shape;3032;p56"/>
            <p:cNvSpPr/>
            <p:nvPr/>
          </p:nvSpPr>
          <p:spPr>
            <a:xfrm>
              <a:off x="29805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3" name="Google Shape;3033;p56"/>
            <p:cNvSpPr/>
            <p:nvPr/>
          </p:nvSpPr>
          <p:spPr>
            <a:xfrm>
              <a:off x="29805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4" name="Google Shape;3034;p56"/>
            <p:cNvSpPr/>
            <p:nvPr/>
          </p:nvSpPr>
          <p:spPr>
            <a:xfrm>
              <a:off x="2980575"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5" name="Google Shape;3035;p56"/>
            <p:cNvSpPr/>
            <p:nvPr/>
          </p:nvSpPr>
          <p:spPr>
            <a:xfrm>
              <a:off x="29805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6" name="Google Shape;3036;p56"/>
            <p:cNvSpPr/>
            <p:nvPr/>
          </p:nvSpPr>
          <p:spPr>
            <a:xfrm>
              <a:off x="2980575"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7" name="Google Shape;3037;p56"/>
            <p:cNvSpPr/>
            <p:nvPr/>
          </p:nvSpPr>
          <p:spPr>
            <a:xfrm>
              <a:off x="2980575"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8" name="Google Shape;3038;p56"/>
            <p:cNvSpPr/>
            <p:nvPr/>
          </p:nvSpPr>
          <p:spPr>
            <a:xfrm>
              <a:off x="290437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9" name="Google Shape;3039;p56"/>
            <p:cNvSpPr/>
            <p:nvPr/>
          </p:nvSpPr>
          <p:spPr>
            <a:xfrm>
              <a:off x="290437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0" name="Google Shape;3040;p56"/>
            <p:cNvSpPr/>
            <p:nvPr/>
          </p:nvSpPr>
          <p:spPr>
            <a:xfrm>
              <a:off x="290437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1" name="Google Shape;3041;p56"/>
            <p:cNvSpPr/>
            <p:nvPr/>
          </p:nvSpPr>
          <p:spPr>
            <a:xfrm>
              <a:off x="290437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2" name="Google Shape;3042;p56"/>
            <p:cNvSpPr/>
            <p:nvPr/>
          </p:nvSpPr>
          <p:spPr>
            <a:xfrm>
              <a:off x="290437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3" name="Google Shape;3043;p56"/>
            <p:cNvSpPr/>
            <p:nvPr/>
          </p:nvSpPr>
          <p:spPr>
            <a:xfrm>
              <a:off x="290437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4" name="Google Shape;3044;p56"/>
            <p:cNvSpPr/>
            <p:nvPr/>
          </p:nvSpPr>
          <p:spPr>
            <a:xfrm>
              <a:off x="290437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5" name="Google Shape;3045;p56"/>
            <p:cNvSpPr/>
            <p:nvPr/>
          </p:nvSpPr>
          <p:spPr>
            <a:xfrm>
              <a:off x="2828150" y="1571400"/>
              <a:ext cx="62150" cy="53250"/>
            </a:xfrm>
            <a:custGeom>
              <a:avLst/>
              <a:gdLst/>
              <a:ahLst/>
              <a:cxnLst/>
              <a:rect l="l" t="t" r="r" b="b"/>
              <a:pathLst>
                <a:path w="2486" h="2130" extrusionOk="0">
                  <a:moveTo>
                    <a:pt x="1076" y="1"/>
                  </a:moveTo>
                  <a:cubicBezTo>
                    <a:pt x="1072" y="1"/>
                    <a:pt x="1069" y="1"/>
                    <a:pt x="1066" y="1"/>
                  </a:cubicBezTo>
                  <a:cubicBezTo>
                    <a:pt x="480" y="1"/>
                    <a:pt x="1" y="472"/>
                    <a:pt x="1" y="1066"/>
                  </a:cubicBezTo>
                  <a:cubicBezTo>
                    <a:pt x="1" y="1703"/>
                    <a:pt x="525" y="2129"/>
                    <a:pt x="1073" y="2129"/>
                  </a:cubicBezTo>
                  <a:cubicBezTo>
                    <a:pt x="1336" y="2129"/>
                    <a:pt x="1603"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6" name="Google Shape;3046;p56"/>
            <p:cNvSpPr/>
            <p:nvPr/>
          </p:nvSpPr>
          <p:spPr>
            <a:xfrm>
              <a:off x="28281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7" name="Google Shape;3047;p56"/>
            <p:cNvSpPr/>
            <p:nvPr/>
          </p:nvSpPr>
          <p:spPr>
            <a:xfrm>
              <a:off x="282815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8" name="Google Shape;3048;p56"/>
            <p:cNvSpPr/>
            <p:nvPr/>
          </p:nvSpPr>
          <p:spPr>
            <a:xfrm>
              <a:off x="28281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9" name="Google Shape;3049;p56"/>
            <p:cNvSpPr/>
            <p:nvPr/>
          </p:nvSpPr>
          <p:spPr>
            <a:xfrm>
              <a:off x="28281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0" name="Google Shape;3050;p56"/>
            <p:cNvSpPr/>
            <p:nvPr/>
          </p:nvSpPr>
          <p:spPr>
            <a:xfrm>
              <a:off x="282815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1" name="Google Shape;3051;p56"/>
            <p:cNvSpPr/>
            <p:nvPr/>
          </p:nvSpPr>
          <p:spPr>
            <a:xfrm>
              <a:off x="282815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2" name="Google Shape;3052;p56"/>
            <p:cNvSpPr/>
            <p:nvPr/>
          </p:nvSpPr>
          <p:spPr>
            <a:xfrm>
              <a:off x="282815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3" name="Google Shape;3053;p56"/>
            <p:cNvSpPr/>
            <p:nvPr/>
          </p:nvSpPr>
          <p:spPr>
            <a:xfrm>
              <a:off x="27519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4" name="Google Shape;3054;p56"/>
            <p:cNvSpPr/>
            <p:nvPr/>
          </p:nvSpPr>
          <p:spPr>
            <a:xfrm>
              <a:off x="27519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5" name="Google Shape;3055;p56"/>
            <p:cNvSpPr/>
            <p:nvPr/>
          </p:nvSpPr>
          <p:spPr>
            <a:xfrm>
              <a:off x="275195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6" name="Google Shape;3056;p56"/>
            <p:cNvSpPr/>
            <p:nvPr/>
          </p:nvSpPr>
          <p:spPr>
            <a:xfrm>
              <a:off x="27519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3057;p56"/>
            <p:cNvSpPr/>
            <p:nvPr/>
          </p:nvSpPr>
          <p:spPr>
            <a:xfrm>
              <a:off x="27519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8" name="Google Shape;3058;p56"/>
            <p:cNvSpPr/>
            <p:nvPr/>
          </p:nvSpPr>
          <p:spPr>
            <a:xfrm>
              <a:off x="2751950"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9" name="Google Shape;3059;p56"/>
            <p:cNvSpPr/>
            <p:nvPr/>
          </p:nvSpPr>
          <p:spPr>
            <a:xfrm>
              <a:off x="27519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0" name="Google Shape;3060;p56"/>
            <p:cNvSpPr/>
            <p:nvPr/>
          </p:nvSpPr>
          <p:spPr>
            <a:xfrm>
              <a:off x="2751950"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1" name="Google Shape;3061;p56"/>
            <p:cNvSpPr/>
            <p:nvPr/>
          </p:nvSpPr>
          <p:spPr>
            <a:xfrm>
              <a:off x="26759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2" name="Google Shape;3062;p56"/>
            <p:cNvSpPr/>
            <p:nvPr/>
          </p:nvSpPr>
          <p:spPr>
            <a:xfrm>
              <a:off x="26759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3" name="Google Shape;3063;p56"/>
            <p:cNvSpPr/>
            <p:nvPr/>
          </p:nvSpPr>
          <p:spPr>
            <a:xfrm>
              <a:off x="26759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4" name="Google Shape;3064;p56"/>
            <p:cNvSpPr/>
            <p:nvPr/>
          </p:nvSpPr>
          <p:spPr>
            <a:xfrm>
              <a:off x="26759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5" name="Google Shape;3065;p56"/>
            <p:cNvSpPr/>
            <p:nvPr/>
          </p:nvSpPr>
          <p:spPr>
            <a:xfrm>
              <a:off x="26759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6" name="Google Shape;3066;p56"/>
            <p:cNvSpPr/>
            <p:nvPr/>
          </p:nvSpPr>
          <p:spPr>
            <a:xfrm>
              <a:off x="267592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7" name="Google Shape;3067;p56"/>
            <p:cNvSpPr/>
            <p:nvPr/>
          </p:nvSpPr>
          <p:spPr>
            <a:xfrm>
              <a:off x="267592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8" name="Google Shape;3068;p56"/>
            <p:cNvSpPr/>
            <p:nvPr/>
          </p:nvSpPr>
          <p:spPr>
            <a:xfrm>
              <a:off x="267592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9" name="Google Shape;3069;p56"/>
            <p:cNvSpPr/>
            <p:nvPr/>
          </p:nvSpPr>
          <p:spPr>
            <a:xfrm>
              <a:off x="25997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0" name="Google Shape;3070;p56"/>
            <p:cNvSpPr/>
            <p:nvPr/>
          </p:nvSpPr>
          <p:spPr>
            <a:xfrm>
              <a:off x="25997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3071;p56"/>
            <p:cNvSpPr/>
            <p:nvPr/>
          </p:nvSpPr>
          <p:spPr>
            <a:xfrm>
              <a:off x="25997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2" name="Google Shape;3072;p56"/>
            <p:cNvSpPr/>
            <p:nvPr/>
          </p:nvSpPr>
          <p:spPr>
            <a:xfrm>
              <a:off x="25997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3" name="Google Shape;3073;p56"/>
            <p:cNvSpPr/>
            <p:nvPr/>
          </p:nvSpPr>
          <p:spPr>
            <a:xfrm>
              <a:off x="25997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4" name="Google Shape;3074;p56"/>
            <p:cNvSpPr/>
            <p:nvPr/>
          </p:nvSpPr>
          <p:spPr>
            <a:xfrm>
              <a:off x="25997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5" name="Google Shape;3075;p56"/>
            <p:cNvSpPr/>
            <p:nvPr/>
          </p:nvSpPr>
          <p:spPr>
            <a:xfrm>
              <a:off x="259972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6" name="Google Shape;3076;p56"/>
            <p:cNvSpPr/>
            <p:nvPr/>
          </p:nvSpPr>
          <p:spPr>
            <a:xfrm>
              <a:off x="259972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7" name="Google Shape;3077;p56"/>
            <p:cNvSpPr/>
            <p:nvPr/>
          </p:nvSpPr>
          <p:spPr>
            <a:xfrm>
              <a:off x="259972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8" name="Google Shape;3078;p56"/>
            <p:cNvSpPr/>
            <p:nvPr/>
          </p:nvSpPr>
          <p:spPr>
            <a:xfrm>
              <a:off x="25235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9" name="Google Shape;3079;p56"/>
            <p:cNvSpPr/>
            <p:nvPr/>
          </p:nvSpPr>
          <p:spPr>
            <a:xfrm>
              <a:off x="25235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0" name="Google Shape;3080;p56"/>
            <p:cNvSpPr/>
            <p:nvPr/>
          </p:nvSpPr>
          <p:spPr>
            <a:xfrm>
              <a:off x="25235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1" name="Google Shape;3081;p56"/>
            <p:cNvSpPr/>
            <p:nvPr/>
          </p:nvSpPr>
          <p:spPr>
            <a:xfrm>
              <a:off x="25235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2" name="Google Shape;3082;p56"/>
            <p:cNvSpPr/>
            <p:nvPr/>
          </p:nvSpPr>
          <p:spPr>
            <a:xfrm>
              <a:off x="25235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3" name="Google Shape;3083;p56"/>
            <p:cNvSpPr/>
            <p:nvPr/>
          </p:nvSpPr>
          <p:spPr>
            <a:xfrm>
              <a:off x="25235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4" name="Google Shape;3084;p56"/>
            <p:cNvSpPr/>
            <p:nvPr/>
          </p:nvSpPr>
          <p:spPr>
            <a:xfrm>
              <a:off x="252350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5" name="Google Shape;3085;p56"/>
            <p:cNvSpPr/>
            <p:nvPr/>
          </p:nvSpPr>
          <p:spPr>
            <a:xfrm>
              <a:off x="2523500" y="119055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6" name="Google Shape;3086;p56"/>
            <p:cNvSpPr/>
            <p:nvPr/>
          </p:nvSpPr>
          <p:spPr>
            <a:xfrm>
              <a:off x="252350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7" name="Google Shape;3087;p56"/>
            <p:cNvSpPr/>
            <p:nvPr/>
          </p:nvSpPr>
          <p:spPr>
            <a:xfrm>
              <a:off x="252350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8" name="Google Shape;3088;p56"/>
            <p:cNvSpPr/>
            <p:nvPr/>
          </p:nvSpPr>
          <p:spPr>
            <a:xfrm>
              <a:off x="24473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9" name="Google Shape;3089;p56"/>
            <p:cNvSpPr/>
            <p:nvPr/>
          </p:nvSpPr>
          <p:spPr>
            <a:xfrm>
              <a:off x="2447300" y="1647400"/>
              <a:ext cx="62400" cy="53450"/>
            </a:xfrm>
            <a:custGeom>
              <a:avLst/>
              <a:gdLst/>
              <a:ahLst/>
              <a:cxnLst/>
              <a:rect l="l" t="t" r="r" b="b"/>
              <a:pathLst>
                <a:path w="2496"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0" name="Google Shape;3090;p56"/>
            <p:cNvSpPr/>
            <p:nvPr/>
          </p:nvSpPr>
          <p:spPr>
            <a:xfrm>
              <a:off x="2447300" y="1571400"/>
              <a:ext cx="62400" cy="53250"/>
            </a:xfrm>
            <a:custGeom>
              <a:avLst/>
              <a:gdLst/>
              <a:ahLst/>
              <a:cxnLst/>
              <a:rect l="l" t="t" r="r" b="b"/>
              <a:pathLst>
                <a:path w="2496"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1" name="Google Shape;3091;p56"/>
            <p:cNvSpPr/>
            <p:nvPr/>
          </p:nvSpPr>
          <p:spPr>
            <a:xfrm>
              <a:off x="24473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2" name="Google Shape;3092;p56"/>
            <p:cNvSpPr/>
            <p:nvPr/>
          </p:nvSpPr>
          <p:spPr>
            <a:xfrm>
              <a:off x="2447300" y="1418975"/>
              <a:ext cx="62400" cy="53350"/>
            </a:xfrm>
            <a:custGeom>
              <a:avLst/>
              <a:gdLst/>
              <a:ahLst/>
              <a:cxnLst/>
              <a:rect l="l" t="t" r="r" b="b"/>
              <a:pathLst>
                <a:path w="2496" h="2134" extrusionOk="0">
                  <a:moveTo>
                    <a:pt x="1065" y="1"/>
                  </a:moveTo>
                  <a:cubicBezTo>
                    <a:pt x="480" y="1"/>
                    <a:pt x="8"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3" name="Google Shape;3093;p56"/>
            <p:cNvSpPr/>
            <p:nvPr/>
          </p:nvSpPr>
          <p:spPr>
            <a:xfrm>
              <a:off x="24473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4" name="Google Shape;3094;p56"/>
            <p:cNvSpPr/>
            <p:nvPr/>
          </p:nvSpPr>
          <p:spPr>
            <a:xfrm>
              <a:off x="2447300" y="1266550"/>
              <a:ext cx="62400" cy="53450"/>
            </a:xfrm>
            <a:custGeom>
              <a:avLst/>
              <a:gdLst/>
              <a:ahLst/>
              <a:cxnLst/>
              <a:rect l="l" t="t" r="r" b="b"/>
              <a:pathLst>
                <a:path w="2496"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5" name="Google Shape;3095;p56"/>
            <p:cNvSpPr/>
            <p:nvPr/>
          </p:nvSpPr>
          <p:spPr>
            <a:xfrm>
              <a:off x="2447300" y="1190550"/>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6" name="Google Shape;3096;p56"/>
            <p:cNvSpPr/>
            <p:nvPr/>
          </p:nvSpPr>
          <p:spPr>
            <a:xfrm>
              <a:off x="2447300" y="11143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7" name="Google Shape;3097;p56"/>
            <p:cNvSpPr/>
            <p:nvPr/>
          </p:nvSpPr>
          <p:spPr>
            <a:xfrm>
              <a:off x="2447300" y="1038125"/>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8" name="Google Shape;3098;p56"/>
            <p:cNvSpPr/>
            <p:nvPr/>
          </p:nvSpPr>
          <p:spPr>
            <a:xfrm>
              <a:off x="237127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9" name="Google Shape;3099;p56"/>
            <p:cNvSpPr/>
            <p:nvPr/>
          </p:nvSpPr>
          <p:spPr>
            <a:xfrm>
              <a:off x="23712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0" name="Google Shape;3100;p56"/>
            <p:cNvSpPr/>
            <p:nvPr/>
          </p:nvSpPr>
          <p:spPr>
            <a:xfrm>
              <a:off x="23712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1" name="Google Shape;3101;p56"/>
            <p:cNvSpPr/>
            <p:nvPr/>
          </p:nvSpPr>
          <p:spPr>
            <a:xfrm>
              <a:off x="23712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2" name="Google Shape;3102;p56"/>
            <p:cNvSpPr/>
            <p:nvPr/>
          </p:nvSpPr>
          <p:spPr>
            <a:xfrm>
              <a:off x="23712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3" name="Google Shape;3103;p56"/>
            <p:cNvSpPr/>
            <p:nvPr/>
          </p:nvSpPr>
          <p:spPr>
            <a:xfrm>
              <a:off x="237127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4" name="Google Shape;3104;p56"/>
            <p:cNvSpPr/>
            <p:nvPr/>
          </p:nvSpPr>
          <p:spPr>
            <a:xfrm>
              <a:off x="237127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5" name="Google Shape;3105;p56"/>
            <p:cNvSpPr/>
            <p:nvPr/>
          </p:nvSpPr>
          <p:spPr>
            <a:xfrm>
              <a:off x="237127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6" name="Google Shape;3106;p56"/>
            <p:cNvSpPr/>
            <p:nvPr/>
          </p:nvSpPr>
          <p:spPr>
            <a:xfrm>
              <a:off x="237127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7" name="Google Shape;3107;p56"/>
            <p:cNvSpPr/>
            <p:nvPr/>
          </p:nvSpPr>
          <p:spPr>
            <a:xfrm>
              <a:off x="229507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8" name="Google Shape;3108;p56"/>
            <p:cNvSpPr/>
            <p:nvPr/>
          </p:nvSpPr>
          <p:spPr>
            <a:xfrm>
              <a:off x="22950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9" name="Google Shape;3109;p56"/>
            <p:cNvSpPr/>
            <p:nvPr/>
          </p:nvSpPr>
          <p:spPr>
            <a:xfrm>
              <a:off x="2295075" y="11905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0" name="Google Shape;3110;p56"/>
            <p:cNvSpPr/>
            <p:nvPr/>
          </p:nvSpPr>
          <p:spPr>
            <a:xfrm>
              <a:off x="2295075" y="11143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1" name="Google Shape;3111;p56"/>
            <p:cNvSpPr/>
            <p:nvPr/>
          </p:nvSpPr>
          <p:spPr>
            <a:xfrm>
              <a:off x="2218650" y="1266550"/>
              <a:ext cx="62225" cy="53450"/>
            </a:xfrm>
            <a:custGeom>
              <a:avLst/>
              <a:gdLst/>
              <a:ahLst/>
              <a:cxnLst/>
              <a:rect l="l" t="t" r="r" b="b"/>
              <a:pathLst>
                <a:path w="2489" h="2138" extrusionOk="0">
                  <a:moveTo>
                    <a:pt x="1074" y="0"/>
                  </a:moveTo>
                  <a:cubicBezTo>
                    <a:pt x="480" y="9"/>
                    <a:pt x="0" y="480"/>
                    <a:pt x="0" y="1074"/>
                  </a:cubicBezTo>
                  <a:cubicBezTo>
                    <a:pt x="0" y="1711"/>
                    <a:pt x="525" y="2137"/>
                    <a:pt x="1073" y="2137"/>
                  </a:cubicBezTo>
                  <a:cubicBezTo>
                    <a:pt x="1335" y="2137"/>
                    <a:pt x="1603" y="2040"/>
                    <a:pt x="1821" y="1821"/>
                  </a:cubicBezTo>
                  <a:cubicBezTo>
                    <a:pt x="2488" y="1155"/>
                    <a:pt x="2017" y="9"/>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2" name="Google Shape;3112;p56"/>
            <p:cNvSpPr/>
            <p:nvPr/>
          </p:nvSpPr>
          <p:spPr>
            <a:xfrm>
              <a:off x="2218650" y="1190550"/>
              <a:ext cx="62225" cy="53325"/>
            </a:xfrm>
            <a:custGeom>
              <a:avLst/>
              <a:gdLst/>
              <a:ahLst/>
              <a:cxnLst/>
              <a:rect l="l" t="t" r="r" b="b"/>
              <a:pathLst>
                <a:path w="2489" h="2133" extrusionOk="0">
                  <a:moveTo>
                    <a:pt x="1074" y="0"/>
                  </a:moveTo>
                  <a:cubicBezTo>
                    <a:pt x="480" y="0"/>
                    <a:pt x="0" y="480"/>
                    <a:pt x="0" y="1065"/>
                  </a:cubicBezTo>
                  <a:cubicBezTo>
                    <a:pt x="0" y="1709"/>
                    <a:pt x="526" y="2133"/>
                    <a:pt x="1074" y="2133"/>
                  </a:cubicBezTo>
                  <a:cubicBezTo>
                    <a:pt x="1336" y="2133"/>
                    <a:pt x="1603" y="2036"/>
                    <a:pt x="1821" y="1821"/>
                  </a:cubicBezTo>
                  <a:cubicBezTo>
                    <a:pt x="2488"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3" name="Google Shape;3113;p56"/>
            <p:cNvSpPr/>
            <p:nvPr/>
          </p:nvSpPr>
          <p:spPr>
            <a:xfrm>
              <a:off x="2218650" y="1114325"/>
              <a:ext cx="62225" cy="53350"/>
            </a:xfrm>
            <a:custGeom>
              <a:avLst/>
              <a:gdLst/>
              <a:ahLst/>
              <a:cxnLst/>
              <a:rect l="l" t="t" r="r" b="b"/>
              <a:pathLst>
                <a:path w="2489" h="2134" extrusionOk="0">
                  <a:moveTo>
                    <a:pt x="1074" y="1"/>
                  </a:moveTo>
                  <a:cubicBezTo>
                    <a:pt x="480" y="1"/>
                    <a:pt x="0" y="480"/>
                    <a:pt x="0" y="1065"/>
                  </a:cubicBezTo>
                  <a:cubicBezTo>
                    <a:pt x="0" y="1709"/>
                    <a:pt x="526" y="2133"/>
                    <a:pt x="1074" y="2133"/>
                  </a:cubicBezTo>
                  <a:cubicBezTo>
                    <a:pt x="1336" y="2133"/>
                    <a:pt x="1603" y="2037"/>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4" name="Google Shape;3114;p56"/>
            <p:cNvSpPr/>
            <p:nvPr/>
          </p:nvSpPr>
          <p:spPr>
            <a:xfrm>
              <a:off x="2142425" y="1266550"/>
              <a:ext cx="62425" cy="53450"/>
            </a:xfrm>
            <a:custGeom>
              <a:avLst/>
              <a:gdLst/>
              <a:ahLst/>
              <a:cxnLst/>
              <a:rect l="l" t="t" r="r" b="b"/>
              <a:pathLst>
                <a:path w="2497" h="2138" extrusionOk="0">
                  <a:moveTo>
                    <a:pt x="1074" y="0"/>
                  </a:moveTo>
                  <a:cubicBezTo>
                    <a:pt x="481"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5" name="Google Shape;3115;p56"/>
            <p:cNvSpPr/>
            <p:nvPr/>
          </p:nvSpPr>
          <p:spPr>
            <a:xfrm>
              <a:off x="2142425" y="11905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6" name="Google Shape;3116;p56"/>
            <p:cNvSpPr/>
            <p:nvPr/>
          </p:nvSpPr>
          <p:spPr>
            <a:xfrm>
              <a:off x="2751950"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7" name="Google Shape;3117;p56"/>
            <p:cNvSpPr/>
            <p:nvPr/>
          </p:nvSpPr>
          <p:spPr>
            <a:xfrm>
              <a:off x="2751950" y="3551925"/>
              <a:ext cx="62350" cy="53300"/>
            </a:xfrm>
            <a:custGeom>
              <a:avLst/>
              <a:gdLst/>
              <a:ahLst/>
              <a:cxnLst/>
              <a:rect l="l" t="t" r="r" b="b"/>
              <a:pathLst>
                <a:path w="2494" h="2132" extrusionOk="0">
                  <a:moveTo>
                    <a:pt x="1075" y="1"/>
                  </a:moveTo>
                  <a:cubicBezTo>
                    <a:pt x="1072" y="1"/>
                    <a:pt x="1068" y="1"/>
                    <a:pt x="1065" y="1"/>
                  </a:cubicBezTo>
                  <a:cubicBezTo>
                    <a:pt x="480" y="1"/>
                    <a:pt x="0" y="480"/>
                    <a:pt x="0" y="1066"/>
                  </a:cubicBezTo>
                  <a:cubicBezTo>
                    <a:pt x="6" y="1708"/>
                    <a:pt x="530" y="2131"/>
                    <a:pt x="1075" y="2131"/>
                  </a:cubicBezTo>
                  <a:cubicBezTo>
                    <a:pt x="1337" y="2131"/>
                    <a:pt x="1604" y="2033"/>
                    <a:pt x="1821" y="1814"/>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8" name="Google Shape;3118;p56"/>
            <p:cNvSpPr/>
            <p:nvPr/>
          </p:nvSpPr>
          <p:spPr>
            <a:xfrm>
              <a:off x="2751950" y="3475725"/>
              <a:ext cx="62350" cy="53275"/>
            </a:xfrm>
            <a:custGeom>
              <a:avLst/>
              <a:gdLst/>
              <a:ahLst/>
              <a:cxnLst/>
              <a:rect l="l" t="t" r="r" b="b"/>
              <a:pathLst>
                <a:path w="2494" h="2131" extrusionOk="0">
                  <a:moveTo>
                    <a:pt x="1075" y="0"/>
                  </a:moveTo>
                  <a:cubicBezTo>
                    <a:pt x="1072" y="0"/>
                    <a:pt x="1068" y="0"/>
                    <a:pt x="1065" y="0"/>
                  </a:cubicBezTo>
                  <a:cubicBezTo>
                    <a:pt x="480" y="0"/>
                    <a:pt x="0" y="480"/>
                    <a:pt x="0" y="1065"/>
                  </a:cubicBezTo>
                  <a:cubicBezTo>
                    <a:pt x="0" y="1707"/>
                    <a:pt x="526" y="2131"/>
                    <a:pt x="1073" y="2131"/>
                  </a:cubicBezTo>
                  <a:cubicBezTo>
                    <a:pt x="1336" y="2131"/>
                    <a:pt x="1604" y="2032"/>
                    <a:pt x="1821" y="1813"/>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9" name="Google Shape;3119;p56"/>
            <p:cNvSpPr/>
            <p:nvPr/>
          </p:nvSpPr>
          <p:spPr>
            <a:xfrm>
              <a:off x="2675925" y="385677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0" name="Google Shape;3120;p56"/>
            <p:cNvSpPr/>
            <p:nvPr/>
          </p:nvSpPr>
          <p:spPr>
            <a:xfrm>
              <a:off x="2675725" y="3780375"/>
              <a:ext cx="62425" cy="53475"/>
            </a:xfrm>
            <a:custGeom>
              <a:avLst/>
              <a:gdLst/>
              <a:ahLst/>
              <a:cxnLst/>
              <a:rect l="l" t="t" r="r" b="b"/>
              <a:pathLst>
                <a:path w="2497" h="2139" extrusionOk="0">
                  <a:moveTo>
                    <a:pt x="1074" y="0"/>
                  </a:moveTo>
                  <a:cubicBezTo>
                    <a:pt x="480" y="0"/>
                    <a:pt x="1" y="480"/>
                    <a:pt x="9" y="1073"/>
                  </a:cubicBezTo>
                  <a:cubicBezTo>
                    <a:pt x="9" y="1715"/>
                    <a:pt x="535" y="2139"/>
                    <a:pt x="1081" y="2139"/>
                  </a:cubicBezTo>
                  <a:cubicBezTo>
                    <a:pt x="1345" y="2139"/>
                    <a:pt x="1613"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1" name="Google Shape;3121;p56"/>
            <p:cNvSpPr/>
            <p:nvPr/>
          </p:nvSpPr>
          <p:spPr>
            <a:xfrm>
              <a:off x="267592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2" name="Google Shape;3122;p56"/>
            <p:cNvSpPr/>
            <p:nvPr/>
          </p:nvSpPr>
          <p:spPr>
            <a:xfrm>
              <a:off x="2675925"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3" name="Google Shape;3123;p56"/>
            <p:cNvSpPr/>
            <p:nvPr/>
          </p:nvSpPr>
          <p:spPr>
            <a:xfrm>
              <a:off x="2675925" y="355192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4" name="Google Shape;3124;p56"/>
            <p:cNvSpPr/>
            <p:nvPr/>
          </p:nvSpPr>
          <p:spPr>
            <a:xfrm>
              <a:off x="26759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5" name="Google Shape;3125;p56"/>
            <p:cNvSpPr/>
            <p:nvPr/>
          </p:nvSpPr>
          <p:spPr>
            <a:xfrm>
              <a:off x="259972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6" name="Google Shape;3126;p56"/>
            <p:cNvSpPr/>
            <p:nvPr/>
          </p:nvSpPr>
          <p:spPr>
            <a:xfrm>
              <a:off x="2599725" y="3780375"/>
              <a:ext cx="62400" cy="53475"/>
            </a:xfrm>
            <a:custGeom>
              <a:avLst/>
              <a:gdLst/>
              <a:ahLst/>
              <a:cxnLst/>
              <a:rect l="l" t="t" r="r" b="b"/>
              <a:pathLst>
                <a:path w="2496" h="2139" extrusionOk="0">
                  <a:moveTo>
                    <a:pt x="1065" y="0"/>
                  </a:moveTo>
                  <a:cubicBezTo>
                    <a:pt x="472" y="0"/>
                    <a:pt x="0" y="480"/>
                    <a:pt x="0" y="1073"/>
                  </a:cubicBezTo>
                  <a:cubicBezTo>
                    <a:pt x="0" y="1715"/>
                    <a:pt x="526" y="2139"/>
                    <a:pt x="1073" y="2139"/>
                  </a:cubicBezTo>
                  <a:cubicBezTo>
                    <a:pt x="1336" y="2139"/>
                    <a:pt x="1604" y="2040"/>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7" name="Google Shape;3127;p56"/>
            <p:cNvSpPr/>
            <p:nvPr/>
          </p:nvSpPr>
          <p:spPr>
            <a:xfrm>
              <a:off x="2599725"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8" name="Google Shape;3128;p56"/>
            <p:cNvSpPr/>
            <p:nvPr/>
          </p:nvSpPr>
          <p:spPr>
            <a:xfrm>
              <a:off x="2599725"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9" name="Google Shape;3129;p56"/>
            <p:cNvSpPr/>
            <p:nvPr/>
          </p:nvSpPr>
          <p:spPr>
            <a:xfrm>
              <a:off x="259972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0" name="Google Shape;3130;p56"/>
            <p:cNvSpPr/>
            <p:nvPr/>
          </p:nvSpPr>
          <p:spPr>
            <a:xfrm>
              <a:off x="259972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1" name="Google Shape;3131;p56"/>
            <p:cNvSpPr/>
            <p:nvPr/>
          </p:nvSpPr>
          <p:spPr>
            <a:xfrm>
              <a:off x="2523500" y="3932800"/>
              <a:ext cx="62225" cy="53475"/>
            </a:xfrm>
            <a:custGeom>
              <a:avLst/>
              <a:gdLst/>
              <a:ahLst/>
              <a:cxnLst/>
              <a:rect l="l" t="t" r="r" b="b"/>
              <a:pathLst>
                <a:path w="2489" h="2139" extrusionOk="0">
                  <a:moveTo>
                    <a:pt x="1066" y="0"/>
                  </a:moveTo>
                  <a:cubicBezTo>
                    <a:pt x="480" y="0"/>
                    <a:pt x="1" y="480"/>
                    <a:pt x="1" y="1073"/>
                  </a:cubicBezTo>
                  <a:cubicBezTo>
                    <a:pt x="6" y="1715"/>
                    <a:pt x="530" y="2139"/>
                    <a:pt x="1075" y="2139"/>
                  </a:cubicBezTo>
                  <a:cubicBezTo>
                    <a:pt x="1338" y="2139"/>
                    <a:pt x="1605" y="2041"/>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2" name="Google Shape;3132;p56"/>
            <p:cNvSpPr/>
            <p:nvPr/>
          </p:nvSpPr>
          <p:spPr>
            <a:xfrm>
              <a:off x="2523500" y="385677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3" name="Google Shape;3133;p56"/>
            <p:cNvSpPr/>
            <p:nvPr/>
          </p:nvSpPr>
          <p:spPr>
            <a:xfrm>
              <a:off x="2523500" y="3780375"/>
              <a:ext cx="62425" cy="53475"/>
            </a:xfrm>
            <a:custGeom>
              <a:avLst/>
              <a:gdLst/>
              <a:ahLst/>
              <a:cxnLst/>
              <a:rect l="l" t="t" r="r" b="b"/>
              <a:pathLst>
                <a:path w="2497" h="2139" extrusionOk="0">
                  <a:moveTo>
                    <a:pt x="1066" y="0"/>
                  </a:moveTo>
                  <a:cubicBezTo>
                    <a:pt x="480" y="0"/>
                    <a:pt x="1" y="480"/>
                    <a:pt x="1" y="1073"/>
                  </a:cubicBezTo>
                  <a:cubicBezTo>
                    <a:pt x="6" y="1715"/>
                    <a:pt x="530" y="2139"/>
                    <a:pt x="1078" y="2139"/>
                  </a:cubicBezTo>
                  <a:cubicBezTo>
                    <a:pt x="1341" y="2139"/>
                    <a:pt x="1610" y="2040"/>
                    <a:pt x="1830"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4" name="Google Shape;3134;p56"/>
            <p:cNvSpPr/>
            <p:nvPr/>
          </p:nvSpPr>
          <p:spPr>
            <a:xfrm>
              <a:off x="2523500" y="3704150"/>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5" name="Google Shape;3135;p56"/>
            <p:cNvSpPr/>
            <p:nvPr/>
          </p:nvSpPr>
          <p:spPr>
            <a:xfrm>
              <a:off x="2523500" y="3627950"/>
              <a:ext cx="62225" cy="53475"/>
            </a:xfrm>
            <a:custGeom>
              <a:avLst/>
              <a:gdLst/>
              <a:ahLst/>
              <a:cxnLst/>
              <a:rect l="l" t="t" r="r" b="b"/>
              <a:pathLst>
                <a:path w="2489" h="2139" extrusionOk="0">
                  <a:moveTo>
                    <a:pt x="1066" y="0"/>
                  </a:moveTo>
                  <a:cubicBezTo>
                    <a:pt x="480" y="8"/>
                    <a:pt x="1" y="488"/>
                    <a:pt x="1" y="1073"/>
                  </a:cubicBezTo>
                  <a:cubicBezTo>
                    <a:pt x="1" y="1715"/>
                    <a:pt x="527" y="2139"/>
                    <a:pt x="1073" y="2139"/>
                  </a:cubicBezTo>
                  <a:cubicBezTo>
                    <a:pt x="1337" y="2139"/>
                    <a:pt x="1605" y="2040"/>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6" name="Google Shape;3136;p56"/>
            <p:cNvSpPr/>
            <p:nvPr/>
          </p:nvSpPr>
          <p:spPr>
            <a:xfrm>
              <a:off x="2523500" y="355192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7" name="Google Shape;3137;p56"/>
            <p:cNvSpPr/>
            <p:nvPr/>
          </p:nvSpPr>
          <p:spPr>
            <a:xfrm>
              <a:off x="2523500" y="34757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8" name="Google Shape;3138;p56"/>
            <p:cNvSpPr/>
            <p:nvPr/>
          </p:nvSpPr>
          <p:spPr>
            <a:xfrm>
              <a:off x="2523500" y="33995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9" name="Google Shape;3139;p56"/>
            <p:cNvSpPr/>
            <p:nvPr/>
          </p:nvSpPr>
          <p:spPr>
            <a:xfrm>
              <a:off x="2447300" y="4085225"/>
              <a:ext cx="62400" cy="53350"/>
            </a:xfrm>
            <a:custGeom>
              <a:avLst/>
              <a:gdLst/>
              <a:ahLst/>
              <a:cxnLst/>
              <a:rect l="l" t="t" r="r" b="b"/>
              <a:pathLst>
                <a:path w="2496" h="2134" extrusionOk="0">
                  <a:moveTo>
                    <a:pt x="1065" y="0"/>
                  </a:moveTo>
                  <a:cubicBezTo>
                    <a:pt x="480" y="0"/>
                    <a:pt x="8" y="480"/>
                    <a:pt x="0" y="1065"/>
                  </a:cubicBezTo>
                  <a:cubicBezTo>
                    <a:pt x="0" y="1709"/>
                    <a:pt x="525" y="2133"/>
                    <a:pt x="1074" y="2133"/>
                  </a:cubicBezTo>
                  <a:cubicBezTo>
                    <a:pt x="1336" y="2133"/>
                    <a:pt x="1603" y="2037"/>
                    <a:pt x="1821" y="1821"/>
                  </a:cubicBezTo>
                  <a:cubicBezTo>
                    <a:pt x="2496"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0" name="Google Shape;3140;p56"/>
            <p:cNvSpPr/>
            <p:nvPr/>
          </p:nvSpPr>
          <p:spPr>
            <a:xfrm>
              <a:off x="2447300" y="4009000"/>
              <a:ext cx="62400" cy="53350"/>
            </a:xfrm>
            <a:custGeom>
              <a:avLst/>
              <a:gdLst/>
              <a:ahLst/>
              <a:cxnLst/>
              <a:rect l="l" t="t" r="r" b="b"/>
              <a:pathLst>
                <a:path w="2496" h="2134" extrusionOk="0">
                  <a:moveTo>
                    <a:pt x="1065" y="1"/>
                  </a:moveTo>
                  <a:cubicBezTo>
                    <a:pt x="480" y="1"/>
                    <a:pt x="0" y="480"/>
                    <a:pt x="0" y="1066"/>
                  </a:cubicBezTo>
                  <a:cubicBezTo>
                    <a:pt x="0" y="1710"/>
                    <a:pt x="529" y="2134"/>
                    <a:pt x="1078" y="2134"/>
                  </a:cubicBezTo>
                  <a:cubicBezTo>
                    <a:pt x="1339" y="2134"/>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1" name="Google Shape;3141;p56"/>
            <p:cNvSpPr/>
            <p:nvPr/>
          </p:nvSpPr>
          <p:spPr>
            <a:xfrm>
              <a:off x="2447300" y="3932800"/>
              <a:ext cx="62200" cy="53475"/>
            </a:xfrm>
            <a:custGeom>
              <a:avLst/>
              <a:gdLst/>
              <a:ahLst/>
              <a:cxnLst/>
              <a:rect l="l" t="t" r="r" b="b"/>
              <a:pathLst>
                <a:path w="2488" h="2139" extrusionOk="0">
                  <a:moveTo>
                    <a:pt x="1065" y="0"/>
                  </a:moveTo>
                  <a:cubicBezTo>
                    <a:pt x="480" y="0"/>
                    <a:pt x="0" y="480"/>
                    <a:pt x="0" y="1073"/>
                  </a:cubicBezTo>
                  <a:cubicBezTo>
                    <a:pt x="6" y="1715"/>
                    <a:pt x="530" y="2139"/>
                    <a:pt x="1075" y="2139"/>
                  </a:cubicBezTo>
                  <a:cubicBezTo>
                    <a:pt x="1337" y="2139"/>
                    <a:pt x="1604" y="2041"/>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2" name="Google Shape;3142;p56"/>
            <p:cNvSpPr/>
            <p:nvPr/>
          </p:nvSpPr>
          <p:spPr>
            <a:xfrm>
              <a:off x="2447300" y="385677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3" name="Google Shape;3143;p56"/>
            <p:cNvSpPr/>
            <p:nvPr/>
          </p:nvSpPr>
          <p:spPr>
            <a:xfrm>
              <a:off x="2447300" y="3780375"/>
              <a:ext cx="62400" cy="53475"/>
            </a:xfrm>
            <a:custGeom>
              <a:avLst/>
              <a:gdLst/>
              <a:ahLst/>
              <a:cxnLst/>
              <a:rect l="l" t="t" r="r" b="b"/>
              <a:pathLst>
                <a:path w="2496" h="2139" extrusionOk="0">
                  <a:moveTo>
                    <a:pt x="1065" y="0"/>
                  </a:moveTo>
                  <a:cubicBezTo>
                    <a:pt x="480" y="0"/>
                    <a:pt x="0" y="480"/>
                    <a:pt x="0" y="1073"/>
                  </a:cubicBezTo>
                  <a:cubicBezTo>
                    <a:pt x="6" y="1715"/>
                    <a:pt x="530" y="2139"/>
                    <a:pt x="1077" y="2139"/>
                  </a:cubicBezTo>
                  <a:cubicBezTo>
                    <a:pt x="1341" y="2139"/>
                    <a:pt x="1610" y="2040"/>
                    <a:pt x="1829"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4" name="Google Shape;3144;p56"/>
            <p:cNvSpPr/>
            <p:nvPr/>
          </p:nvSpPr>
          <p:spPr>
            <a:xfrm>
              <a:off x="2447300" y="3704150"/>
              <a:ext cx="62400" cy="53450"/>
            </a:xfrm>
            <a:custGeom>
              <a:avLst/>
              <a:gdLst/>
              <a:ahLst/>
              <a:cxnLst/>
              <a:rect l="l" t="t" r="r" b="b"/>
              <a:pathLst>
                <a:path w="2496" h="2138" extrusionOk="0">
                  <a:moveTo>
                    <a:pt x="1065" y="1"/>
                  </a:moveTo>
                  <a:cubicBezTo>
                    <a:pt x="480" y="1"/>
                    <a:pt x="8"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5" name="Google Shape;3145;p56"/>
            <p:cNvSpPr/>
            <p:nvPr/>
          </p:nvSpPr>
          <p:spPr>
            <a:xfrm>
              <a:off x="2447300" y="3627950"/>
              <a:ext cx="62400" cy="53425"/>
            </a:xfrm>
            <a:custGeom>
              <a:avLst/>
              <a:gdLst/>
              <a:ahLst/>
              <a:cxnLst/>
              <a:rect l="l" t="t" r="r" b="b"/>
              <a:pathLst>
                <a:path w="2496" h="2137" extrusionOk="0">
                  <a:moveTo>
                    <a:pt x="1065" y="0"/>
                  </a:moveTo>
                  <a:cubicBezTo>
                    <a:pt x="480" y="8"/>
                    <a:pt x="0" y="480"/>
                    <a:pt x="0" y="1073"/>
                  </a:cubicBezTo>
                  <a:cubicBezTo>
                    <a:pt x="0" y="1711"/>
                    <a:pt x="528" y="2137"/>
                    <a:pt x="1076" y="2137"/>
                  </a:cubicBezTo>
                  <a:cubicBezTo>
                    <a:pt x="1339" y="2137"/>
                    <a:pt x="1605"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6" name="Google Shape;3146;p56"/>
            <p:cNvSpPr/>
            <p:nvPr/>
          </p:nvSpPr>
          <p:spPr>
            <a:xfrm>
              <a:off x="2447300" y="355192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7" name="Google Shape;3147;p56"/>
            <p:cNvSpPr/>
            <p:nvPr/>
          </p:nvSpPr>
          <p:spPr>
            <a:xfrm>
              <a:off x="2447300" y="3475725"/>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7"/>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8" name="Google Shape;3148;p56"/>
            <p:cNvSpPr/>
            <p:nvPr/>
          </p:nvSpPr>
          <p:spPr>
            <a:xfrm>
              <a:off x="2447300" y="3399500"/>
              <a:ext cx="62400" cy="53350"/>
            </a:xfrm>
            <a:custGeom>
              <a:avLst/>
              <a:gdLst/>
              <a:ahLst/>
              <a:cxnLst/>
              <a:rect l="l" t="t" r="r" b="b"/>
              <a:pathLst>
                <a:path w="2496" h="2134" extrusionOk="0">
                  <a:moveTo>
                    <a:pt x="1065" y="1"/>
                  </a:moveTo>
                  <a:cubicBezTo>
                    <a:pt x="480" y="1"/>
                    <a:pt x="0" y="480"/>
                    <a:pt x="0" y="1066"/>
                  </a:cubicBezTo>
                  <a:cubicBezTo>
                    <a:pt x="0" y="1709"/>
                    <a:pt x="525"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9" name="Google Shape;3149;p56"/>
            <p:cNvSpPr/>
            <p:nvPr/>
          </p:nvSpPr>
          <p:spPr>
            <a:xfrm>
              <a:off x="2447300" y="3323300"/>
              <a:ext cx="62400" cy="53425"/>
            </a:xfrm>
            <a:custGeom>
              <a:avLst/>
              <a:gdLst/>
              <a:ahLst/>
              <a:cxnLst/>
              <a:rect l="l" t="t" r="r" b="b"/>
              <a:pathLst>
                <a:path w="2496" h="2137" extrusionOk="0">
                  <a:moveTo>
                    <a:pt x="1065" y="0"/>
                  </a:moveTo>
                  <a:cubicBezTo>
                    <a:pt x="480" y="0"/>
                    <a:pt x="8" y="480"/>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0" name="Google Shape;3150;p56"/>
            <p:cNvSpPr/>
            <p:nvPr/>
          </p:nvSpPr>
          <p:spPr>
            <a:xfrm>
              <a:off x="2371275" y="42374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1" name="Google Shape;3151;p56"/>
            <p:cNvSpPr/>
            <p:nvPr/>
          </p:nvSpPr>
          <p:spPr>
            <a:xfrm>
              <a:off x="2371275"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2" name="Google Shape;3152;p56"/>
            <p:cNvSpPr/>
            <p:nvPr/>
          </p:nvSpPr>
          <p:spPr>
            <a:xfrm>
              <a:off x="23712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3" name="Google Shape;3153;p56"/>
            <p:cNvSpPr/>
            <p:nvPr/>
          </p:nvSpPr>
          <p:spPr>
            <a:xfrm>
              <a:off x="2371275"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4" name="Google Shape;3154;p56"/>
            <p:cNvSpPr/>
            <p:nvPr/>
          </p:nvSpPr>
          <p:spPr>
            <a:xfrm>
              <a:off x="2371075" y="3932800"/>
              <a:ext cx="62425" cy="53475"/>
            </a:xfrm>
            <a:custGeom>
              <a:avLst/>
              <a:gdLst/>
              <a:ahLst/>
              <a:cxnLst/>
              <a:rect l="l" t="t" r="r" b="b"/>
              <a:pathLst>
                <a:path w="2497" h="2139" extrusionOk="0">
                  <a:moveTo>
                    <a:pt x="1074" y="0"/>
                  </a:moveTo>
                  <a:cubicBezTo>
                    <a:pt x="480" y="0"/>
                    <a:pt x="1" y="480"/>
                    <a:pt x="1" y="1073"/>
                  </a:cubicBezTo>
                  <a:cubicBezTo>
                    <a:pt x="6" y="1715"/>
                    <a:pt x="530" y="2139"/>
                    <a:pt x="1075" y="2139"/>
                  </a:cubicBezTo>
                  <a:cubicBezTo>
                    <a:pt x="1337" y="2139"/>
                    <a:pt x="1605" y="2041"/>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5" name="Google Shape;3155;p56"/>
            <p:cNvSpPr/>
            <p:nvPr/>
          </p:nvSpPr>
          <p:spPr>
            <a:xfrm>
              <a:off x="2371075" y="385677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6" name="Google Shape;3156;p56"/>
            <p:cNvSpPr/>
            <p:nvPr/>
          </p:nvSpPr>
          <p:spPr>
            <a:xfrm>
              <a:off x="2371075" y="3780375"/>
              <a:ext cx="62425" cy="53475"/>
            </a:xfrm>
            <a:custGeom>
              <a:avLst/>
              <a:gdLst/>
              <a:ahLst/>
              <a:cxnLst/>
              <a:rect l="l" t="t" r="r" b="b"/>
              <a:pathLst>
                <a:path w="2497" h="2139" extrusionOk="0">
                  <a:moveTo>
                    <a:pt x="1074" y="0"/>
                  </a:moveTo>
                  <a:cubicBezTo>
                    <a:pt x="480" y="0"/>
                    <a:pt x="1" y="480"/>
                    <a:pt x="1" y="1073"/>
                  </a:cubicBezTo>
                  <a:cubicBezTo>
                    <a:pt x="6" y="1715"/>
                    <a:pt x="530" y="2139"/>
                    <a:pt x="1078" y="2139"/>
                  </a:cubicBezTo>
                  <a:cubicBezTo>
                    <a:pt x="1341" y="2139"/>
                    <a:pt x="1610"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7" name="Google Shape;3157;p56"/>
            <p:cNvSpPr/>
            <p:nvPr/>
          </p:nvSpPr>
          <p:spPr>
            <a:xfrm>
              <a:off x="237127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8" name="Google Shape;3158;p56"/>
            <p:cNvSpPr/>
            <p:nvPr/>
          </p:nvSpPr>
          <p:spPr>
            <a:xfrm>
              <a:off x="2371275" y="36279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9" name="Google Shape;3159;p56"/>
            <p:cNvSpPr/>
            <p:nvPr/>
          </p:nvSpPr>
          <p:spPr>
            <a:xfrm>
              <a:off x="2371075" y="355192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0" name="Google Shape;3160;p56"/>
            <p:cNvSpPr/>
            <p:nvPr/>
          </p:nvSpPr>
          <p:spPr>
            <a:xfrm>
              <a:off x="2371075" y="3475725"/>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7"/>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1" name="Google Shape;3161;p56"/>
            <p:cNvSpPr/>
            <p:nvPr/>
          </p:nvSpPr>
          <p:spPr>
            <a:xfrm>
              <a:off x="2371075" y="33995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2" name="Google Shape;3162;p56"/>
            <p:cNvSpPr/>
            <p:nvPr/>
          </p:nvSpPr>
          <p:spPr>
            <a:xfrm>
              <a:off x="2371075" y="3323300"/>
              <a:ext cx="62425" cy="53425"/>
            </a:xfrm>
            <a:custGeom>
              <a:avLst/>
              <a:gdLst/>
              <a:ahLst/>
              <a:cxnLst/>
              <a:rect l="l" t="t" r="r" b="b"/>
              <a:pathLst>
                <a:path w="2497" h="2137" extrusionOk="0">
                  <a:moveTo>
                    <a:pt x="1074" y="0"/>
                  </a:moveTo>
                  <a:cubicBezTo>
                    <a:pt x="480" y="0"/>
                    <a:pt x="9" y="480"/>
                    <a:pt x="1" y="1065"/>
                  </a:cubicBezTo>
                  <a:cubicBezTo>
                    <a:pt x="1" y="1709"/>
                    <a:pt x="526" y="2137"/>
                    <a:pt x="1074" y="2137"/>
                  </a:cubicBezTo>
                  <a:cubicBezTo>
                    <a:pt x="1336" y="2137"/>
                    <a:pt x="1603" y="2039"/>
                    <a:pt x="1822" y="1821"/>
                  </a:cubicBezTo>
                  <a:cubicBezTo>
                    <a:pt x="2496" y="1154"/>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3" name="Google Shape;3163;p56"/>
            <p:cNvSpPr/>
            <p:nvPr/>
          </p:nvSpPr>
          <p:spPr>
            <a:xfrm>
              <a:off x="2371075" y="3247075"/>
              <a:ext cx="62425" cy="53450"/>
            </a:xfrm>
            <a:custGeom>
              <a:avLst/>
              <a:gdLst/>
              <a:ahLst/>
              <a:cxnLst/>
              <a:rect l="l" t="t" r="r" b="b"/>
              <a:pathLst>
                <a:path w="2497" h="2138" extrusionOk="0">
                  <a:moveTo>
                    <a:pt x="1074" y="1"/>
                  </a:moveTo>
                  <a:cubicBezTo>
                    <a:pt x="480" y="9"/>
                    <a:pt x="9" y="480"/>
                    <a:pt x="1" y="1066"/>
                  </a:cubicBezTo>
                  <a:cubicBezTo>
                    <a:pt x="1" y="1709"/>
                    <a:pt x="526" y="2137"/>
                    <a:pt x="1074" y="2137"/>
                  </a:cubicBezTo>
                  <a:cubicBezTo>
                    <a:pt x="1336" y="2137"/>
                    <a:pt x="1603"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4" name="Google Shape;3164;p56"/>
            <p:cNvSpPr/>
            <p:nvPr/>
          </p:nvSpPr>
          <p:spPr>
            <a:xfrm>
              <a:off x="2295075" y="43136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5" name="Google Shape;3165;p56"/>
            <p:cNvSpPr/>
            <p:nvPr/>
          </p:nvSpPr>
          <p:spPr>
            <a:xfrm>
              <a:off x="2295075" y="4237450"/>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6" name="Google Shape;3166;p56"/>
            <p:cNvSpPr/>
            <p:nvPr/>
          </p:nvSpPr>
          <p:spPr>
            <a:xfrm>
              <a:off x="2295075" y="4161425"/>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7" name="Google Shape;3167;p56"/>
            <p:cNvSpPr/>
            <p:nvPr/>
          </p:nvSpPr>
          <p:spPr>
            <a:xfrm>
              <a:off x="2295075" y="4085225"/>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8" name="Google Shape;3168;p56"/>
            <p:cNvSpPr/>
            <p:nvPr/>
          </p:nvSpPr>
          <p:spPr>
            <a:xfrm>
              <a:off x="2295075" y="4009000"/>
              <a:ext cx="62200" cy="53350"/>
            </a:xfrm>
            <a:custGeom>
              <a:avLst/>
              <a:gdLst/>
              <a:ahLst/>
              <a:cxnLst/>
              <a:rect l="l" t="t" r="r" b="b"/>
              <a:pathLst>
                <a:path w="2488" h="2134" extrusionOk="0">
                  <a:moveTo>
                    <a:pt x="1065" y="1"/>
                  </a:moveTo>
                  <a:cubicBezTo>
                    <a:pt x="472"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9" name="Google Shape;3169;p56"/>
            <p:cNvSpPr/>
            <p:nvPr/>
          </p:nvSpPr>
          <p:spPr>
            <a:xfrm>
              <a:off x="2294850" y="3932800"/>
              <a:ext cx="62425" cy="53475"/>
            </a:xfrm>
            <a:custGeom>
              <a:avLst/>
              <a:gdLst/>
              <a:ahLst/>
              <a:cxnLst/>
              <a:rect l="l" t="t" r="r" b="b"/>
              <a:pathLst>
                <a:path w="2497" h="2139" extrusionOk="0">
                  <a:moveTo>
                    <a:pt x="1074" y="0"/>
                  </a:moveTo>
                  <a:cubicBezTo>
                    <a:pt x="481" y="0"/>
                    <a:pt x="1" y="480"/>
                    <a:pt x="9" y="1073"/>
                  </a:cubicBezTo>
                  <a:cubicBezTo>
                    <a:pt x="9" y="1715"/>
                    <a:pt x="531" y="2139"/>
                    <a:pt x="1078" y="2139"/>
                  </a:cubicBezTo>
                  <a:cubicBezTo>
                    <a:pt x="1342" y="2139"/>
                    <a:pt x="1611" y="2041"/>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0" name="Google Shape;3170;p56"/>
            <p:cNvSpPr/>
            <p:nvPr/>
          </p:nvSpPr>
          <p:spPr>
            <a:xfrm>
              <a:off x="229507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1" name="Google Shape;3171;p56"/>
            <p:cNvSpPr/>
            <p:nvPr/>
          </p:nvSpPr>
          <p:spPr>
            <a:xfrm>
              <a:off x="2294850" y="3780375"/>
              <a:ext cx="62625" cy="53475"/>
            </a:xfrm>
            <a:custGeom>
              <a:avLst/>
              <a:gdLst/>
              <a:ahLst/>
              <a:cxnLst/>
              <a:rect l="l" t="t" r="r" b="b"/>
              <a:pathLst>
                <a:path w="2505" h="2139" extrusionOk="0">
                  <a:moveTo>
                    <a:pt x="1074" y="0"/>
                  </a:moveTo>
                  <a:cubicBezTo>
                    <a:pt x="481" y="0"/>
                    <a:pt x="1" y="480"/>
                    <a:pt x="9" y="1073"/>
                  </a:cubicBezTo>
                  <a:cubicBezTo>
                    <a:pt x="9" y="1715"/>
                    <a:pt x="535" y="2139"/>
                    <a:pt x="1082" y="2139"/>
                  </a:cubicBezTo>
                  <a:cubicBezTo>
                    <a:pt x="1345" y="2139"/>
                    <a:pt x="1613" y="2040"/>
                    <a:pt x="1830" y="1821"/>
                  </a:cubicBezTo>
                  <a:cubicBezTo>
                    <a:pt x="2505"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2" name="Google Shape;3172;p56"/>
            <p:cNvSpPr/>
            <p:nvPr/>
          </p:nvSpPr>
          <p:spPr>
            <a:xfrm>
              <a:off x="2295075" y="37041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3" name="Google Shape;3173;p56"/>
            <p:cNvSpPr/>
            <p:nvPr/>
          </p:nvSpPr>
          <p:spPr>
            <a:xfrm>
              <a:off x="2295075" y="3627950"/>
              <a:ext cx="62200" cy="53425"/>
            </a:xfrm>
            <a:custGeom>
              <a:avLst/>
              <a:gdLst/>
              <a:ahLst/>
              <a:cxnLst/>
              <a:rect l="l" t="t" r="r" b="b"/>
              <a:pathLst>
                <a:path w="2488" h="2137" extrusionOk="0">
                  <a:moveTo>
                    <a:pt x="1065" y="0"/>
                  </a:moveTo>
                  <a:cubicBezTo>
                    <a:pt x="472"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4" name="Google Shape;3174;p56"/>
            <p:cNvSpPr/>
            <p:nvPr/>
          </p:nvSpPr>
          <p:spPr>
            <a:xfrm>
              <a:off x="229507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5" name="Google Shape;3175;p56"/>
            <p:cNvSpPr/>
            <p:nvPr/>
          </p:nvSpPr>
          <p:spPr>
            <a:xfrm>
              <a:off x="229507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6" name="Google Shape;3176;p56"/>
            <p:cNvSpPr/>
            <p:nvPr/>
          </p:nvSpPr>
          <p:spPr>
            <a:xfrm>
              <a:off x="2295075" y="33995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7" name="Google Shape;3177;p56"/>
            <p:cNvSpPr/>
            <p:nvPr/>
          </p:nvSpPr>
          <p:spPr>
            <a:xfrm>
              <a:off x="2294925" y="3323300"/>
              <a:ext cx="62350" cy="53425"/>
            </a:xfrm>
            <a:custGeom>
              <a:avLst/>
              <a:gdLst/>
              <a:ahLst/>
              <a:cxnLst/>
              <a:rect l="l" t="t" r="r" b="b"/>
              <a:pathLst>
                <a:path w="2494" h="2137" extrusionOk="0">
                  <a:moveTo>
                    <a:pt x="1071" y="0"/>
                  </a:moveTo>
                  <a:cubicBezTo>
                    <a:pt x="486" y="8"/>
                    <a:pt x="6" y="480"/>
                    <a:pt x="6" y="1065"/>
                  </a:cubicBezTo>
                  <a:cubicBezTo>
                    <a:pt x="1" y="1709"/>
                    <a:pt x="528" y="2137"/>
                    <a:pt x="1076" y="2137"/>
                  </a:cubicBezTo>
                  <a:cubicBezTo>
                    <a:pt x="1337" y="2137"/>
                    <a:pt x="1604"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8" name="Google Shape;3178;p56"/>
            <p:cNvSpPr/>
            <p:nvPr/>
          </p:nvSpPr>
          <p:spPr>
            <a:xfrm>
              <a:off x="2294925" y="3247075"/>
              <a:ext cx="62350" cy="53450"/>
            </a:xfrm>
            <a:custGeom>
              <a:avLst/>
              <a:gdLst/>
              <a:ahLst/>
              <a:cxnLst/>
              <a:rect l="l" t="t" r="r" b="b"/>
              <a:pathLst>
                <a:path w="2494"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9" name="Google Shape;3179;p56"/>
            <p:cNvSpPr/>
            <p:nvPr/>
          </p:nvSpPr>
          <p:spPr>
            <a:xfrm>
              <a:off x="2295075" y="3171075"/>
              <a:ext cx="62200" cy="53275"/>
            </a:xfrm>
            <a:custGeom>
              <a:avLst/>
              <a:gdLst/>
              <a:ahLst/>
              <a:cxnLst/>
              <a:rect l="l" t="t" r="r" b="b"/>
              <a:pathLst>
                <a:path w="2488" h="2131" extrusionOk="0">
                  <a:moveTo>
                    <a:pt x="1065" y="0"/>
                  </a:moveTo>
                  <a:cubicBezTo>
                    <a:pt x="472" y="0"/>
                    <a:pt x="0" y="472"/>
                    <a:pt x="0" y="1065"/>
                  </a:cubicBezTo>
                  <a:cubicBezTo>
                    <a:pt x="0" y="1707"/>
                    <a:pt x="522" y="2131"/>
                    <a:pt x="1067" y="2131"/>
                  </a:cubicBezTo>
                  <a:cubicBezTo>
                    <a:pt x="1329" y="2131"/>
                    <a:pt x="1596"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0" name="Google Shape;3180;p56"/>
            <p:cNvSpPr/>
            <p:nvPr/>
          </p:nvSpPr>
          <p:spPr>
            <a:xfrm>
              <a:off x="22950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1" name="Google Shape;3181;p56"/>
            <p:cNvSpPr/>
            <p:nvPr/>
          </p:nvSpPr>
          <p:spPr>
            <a:xfrm>
              <a:off x="2218650" y="438987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2" name="Google Shape;3182;p56"/>
            <p:cNvSpPr/>
            <p:nvPr/>
          </p:nvSpPr>
          <p:spPr>
            <a:xfrm>
              <a:off x="2218650" y="43136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3" name="Google Shape;3183;p56"/>
            <p:cNvSpPr/>
            <p:nvPr/>
          </p:nvSpPr>
          <p:spPr>
            <a:xfrm>
              <a:off x="2218650" y="42374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40"/>
                    <a:pt x="1821" y="1821"/>
                  </a:cubicBezTo>
                  <a:cubicBezTo>
                    <a:pt x="2488" y="1155"/>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4" name="Google Shape;3184;p56"/>
            <p:cNvSpPr/>
            <p:nvPr/>
          </p:nvSpPr>
          <p:spPr>
            <a:xfrm>
              <a:off x="2218650" y="4161425"/>
              <a:ext cx="62225" cy="53250"/>
            </a:xfrm>
            <a:custGeom>
              <a:avLst/>
              <a:gdLst/>
              <a:ahLst/>
              <a:cxnLst/>
              <a:rect l="l" t="t" r="r" b="b"/>
              <a:pathLst>
                <a:path w="2489" h="2130" extrusionOk="0">
                  <a:moveTo>
                    <a:pt x="1074" y="1"/>
                  </a:moveTo>
                  <a:cubicBezTo>
                    <a:pt x="480" y="1"/>
                    <a:pt x="0" y="472"/>
                    <a:pt x="0" y="1066"/>
                  </a:cubicBezTo>
                  <a:cubicBezTo>
                    <a:pt x="0" y="1704"/>
                    <a:pt x="525" y="2129"/>
                    <a:pt x="1073" y="2129"/>
                  </a:cubicBezTo>
                  <a:cubicBezTo>
                    <a:pt x="1335" y="2129"/>
                    <a:pt x="1603" y="2032"/>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5" name="Google Shape;3185;p56"/>
            <p:cNvSpPr/>
            <p:nvPr/>
          </p:nvSpPr>
          <p:spPr>
            <a:xfrm>
              <a:off x="2218650" y="4085225"/>
              <a:ext cx="62225" cy="53350"/>
            </a:xfrm>
            <a:custGeom>
              <a:avLst/>
              <a:gdLst/>
              <a:ahLst/>
              <a:cxnLst/>
              <a:rect l="l" t="t" r="r" b="b"/>
              <a:pathLst>
                <a:path w="2489" h="2134" extrusionOk="0">
                  <a:moveTo>
                    <a:pt x="1074" y="0"/>
                  </a:moveTo>
                  <a:cubicBezTo>
                    <a:pt x="480" y="0"/>
                    <a:pt x="0" y="472"/>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6" name="Google Shape;3186;p56"/>
            <p:cNvSpPr/>
            <p:nvPr/>
          </p:nvSpPr>
          <p:spPr>
            <a:xfrm>
              <a:off x="2218650" y="4009000"/>
              <a:ext cx="62225" cy="53350"/>
            </a:xfrm>
            <a:custGeom>
              <a:avLst/>
              <a:gdLst/>
              <a:ahLst/>
              <a:cxnLst/>
              <a:rect l="l" t="t" r="r" b="b"/>
              <a:pathLst>
                <a:path w="2489" h="2134" extrusionOk="0">
                  <a:moveTo>
                    <a:pt x="1074" y="1"/>
                  </a:moveTo>
                  <a:cubicBezTo>
                    <a:pt x="480" y="1"/>
                    <a:pt x="0" y="480"/>
                    <a:pt x="0" y="1066"/>
                  </a:cubicBezTo>
                  <a:cubicBezTo>
                    <a:pt x="0" y="1710"/>
                    <a:pt x="526" y="2134"/>
                    <a:pt x="1074" y="2134"/>
                  </a:cubicBezTo>
                  <a:cubicBezTo>
                    <a:pt x="1336" y="2134"/>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7" name="Google Shape;3187;p56"/>
            <p:cNvSpPr/>
            <p:nvPr/>
          </p:nvSpPr>
          <p:spPr>
            <a:xfrm>
              <a:off x="2218650" y="3932800"/>
              <a:ext cx="62225" cy="53475"/>
            </a:xfrm>
            <a:custGeom>
              <a:avLst/>
              <a:gdLst/>
              <a:ahLst/>
              <a:cxnLst/>
              <a:rect l="l" t="t" r="r" b="b"/>
              <a:pathLst>
                <a:path w="2489" h="2139" extrusionOk="0">
                  <a:moveTo>
                    <a:pt x="1074" y="0"/>
                  </a:moveTo>
                  <a:cubicBezTo>
                    <a:pt x="480" y="0"/>
                    <a:pt x="0" y="480"/>
                    <a:pt x="0" y="1073"/>
                  </a:cubicBezTo>
                  <a:cubicBezTo>
                    <a:pt x="6" y="1715"/>
                    <a:pt x="530" y="2139"/>
                    <a:pt x="1075" y="2139"/>
                  </a:cubicBezTo>
                  <a:cubicBezTo>
                    <a:pt x="1337" y="2139"/>
                    <a:pt x="1605" y="2041"/>
                    <a:pt x="1821" y="1821"/>
                  </a:cubicBezTo>
                  <a:cubicBezTo>
                    <a:pt x="2488" y="1146"/>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8" name="Google Shape;3188;p56"/>
            <p:cNvSpPr/>
            <p:nvPr/>
          </p:nvSpPr>
          <p:spPr>
            <a:xfrm>
              <a:off x="2218650" y="385677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9" name="Google Shape;3189;p56"/>
            <p:cNvSpPr/>
            <p:nvPr/>
          </p:nvSpPr>
          <p:spPr>
            <a:xfrm>
              <a:off x="2218650" y="3780375"/>
              <a:ext cx="62425" cy="53475"/>
            </a:xfrm>
            <a:custGeom>
              <a:avLst/>
              <a:gdLst/>
              <a:ahLst/>
              <a:cxnLst/>
              <a:rect l="l" t="t" r="r" b="b"/>
              <a:pathLst>
                <a:path w="2497" h="2139" extrusionOk="0">
                  <a:moveTo>
                    <a:pt x="1074" y="0"/>
                  </a:moveTo>
                  <a:cubicBezTo>
                    <a:pt x="480" y="0"/>
                    <a:pt x="0" y="480"/>
                    <a:pt x="0" y="1073"/>
                  </a:cubicBezTo>
                  <a:cubicBezTo>
                    <a:pt x="6" y="1715"/>
                    <a:pt x="530" y="2139"/>
                    <a:pt x="1077" y="2139"/>
                  </a:cubicBezTo>
                  <a:cubicBezTo>
                    <a:pt x="1341" y="2139"/>
                    <a:pt x="1610" y="2040"/>
                    <a:pt x="1830"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0" name="Google Shape;3190;p56"/>
            <p:cNvSpPr/>
            <p:nvPr/>
          </p:nvSpPr>
          <p:spPr>
            <a:xfrm>
              <a:off x="2218650" y="37041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1" name="Google Shape;3191;p56"/>
            <p:cNvSpPr/>
            <p:nvPr/>
          </p:nvSpPr>
          <p:spPr>
            <a:xfrm>
              <a:off x="2218650" y="36279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39"/>
                    <a:pt x="1821" y="1821"/>
                  </a:cubicBezTo>
                  <a:cubicBezTo>
                    <a:pt x="2488"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2" name="Google Shape;3192;p56"/>
            <p:cNvSpPr/>
            <p:nvPr/>
          </p:nvSpPr>
          <p:spPr>
            <a:xfrm>
              <a:off x="2218650" y="355192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3" name="Google Shape;3193;p56"/>
            <p:cNvSpPr/>
            <p:nvPr/>
          </p:nvSpPr>
          <p:spPr>
            <a:xfrm>
              <a:off x="2218650" y="347572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4" name="Google Shape;3194;p56"/>
            <p:cNvSpPr/>
            <p:nvPr/>
          </p:nvSpPr>
          <p:spPr>
            <a:xfrm>
              <a:off x="2218650" y="3399500"/>
              <a:ext cx="62425" cy="53350"/>
            </a:xfrm>
            <a:custGeom>
              <a:avLst/>
              <a:gdLst/>
              <a:ahLst/>
              <a:cxnLst/>
              <a:rect l="l" t="t" r="r" b="b"/>
              <a:pathLst>
                <a:path w="2497" h="2134" extrusionOk="0">
                  <a:moveTo>
                    <a:pt x="1074" y="1"/>
                  </a:moveTo>
                  <a:cubicBezTo>
                    <a:pt x="480" y="1"/>
                    <a:pt x="9" y="480"/>
                    <a:pt x="0" y="1066"/>
                  </a:cubicBezTo>
                  <a:cubicBezTo>
                    <a:pt x="0" y="1709"/>
                    <a:pt x="526" y="2134"/>
                    <a:pt x="1074" y="2134"/>
                  </a:cubicBezTo>
                  <a:cubicBezTo>
                    <a:pt x="1336" y="2134"/>
                    <a:pt x="1603" y="2037"/>
                    <a:pt x="1821"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5" name="Google Shape;3195;p56"/>
            <p:cNvSpPr/>
            <p:nvPr/>
          </p:nvSpPr>
          <p:spPr>
            <a:xfrm>
              <a:off x="2218650" y="3323300"/>
              <a:ext cx="62425" cy="53425"/>
            </a:xfrm>
            <a:custGeom>
              <a:avLst/>
              <a:gdLst/>
              <a:ahLst/>
              <a:cxnLst/>
              <a:rect l="l" t="t" r="r" b="b"/>
              <a:pathLst>
                <a:path w="2497" h="2137" extrusionOk="0">
                  <a:moveTo>
                    <a:pt x="1074" y="0"/>
                  </a:moveTo>
                  <a:cubicBezTo>
                    <a:pt x="480" y="0"/>
                    <a:pt x="9" y="480"/>
                    <a:pt x="0" y="1065"/>
                  </a:cubicBezTo>
                  <a:cubicBezTo>
                    <a:pt x="0" y="1709"/>
                    <a:pt x="526" y="2137"/>
                    <a:pt x="1074" y="2137"/>
                  </a:cubicBezTo>
                  <a:cubicBezTo>
                    <a:pt x="1336" y="2137"/>
                    <a:pt x="1603" y="2039"/>
                    <a:pt x="1821"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6" name="Google Shape;3196;p56"/>
            <p:cNvSpPr/>
            <p:nvPr/>
          </p:nvSpPr>
          <p:spPr>
            <a:xfrm>
              <a:off x="2218650" y="3247075"/>
              <a:ext cx="62425" cy="53500"/>
            </a:xfrm>
            <a:custGeom>
              <a:avLst/>
              <a:gdLst/>
              <a:ahLst/>
              <a:cxnLst/>
              <a:rect l="l" t="t" r="r" b="b"/>
              <a:pathLst>
                <a:path w="2497" h="2140" extrusionOk="0">
                  <a:moveTo>
                    <a:pt x="1074" y="1"/>
                  </a:moveTo>
                  <a:cubicBezTo>
                    <a:pt x="480" y="9"/>
                    <a:pt x="9" y="480"/>
                    <a:pt x="0" y="1066"/>
                  </a:cubicBezTo>
                  <a:cubicBezTo>
                    <a:pt x="0" y="1711"/>
                    <a:pt x="529" y="2140"/>
                    <a:pt x="1079" y="2140"/>
                  </a:cubicBezTo>
                  <a:cubicBezTo>
                    <a:pt x="1339" y="2140"/>
                    <a:pt x="1605" y="2044"/>
                    <a:pt x="1821" y="1830"/>
                  </a:cubicBezTo>
                  <a:cubicBezTo>
                    <a:pt x="2496"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7" name="Google Shape;3197;p56"/>
            <p:cNvSpPr/>
            <p:nvPr/>
          </p:nvSpPr>
          <p:spPr>
            <a:xfrm>
              <a:off x="2218650" y="3171075"/>
              <a:ext cx="62225" cy="53300"/>
            </a:xfrm>
            <a:custGeom>
              <a:avLst/>
              <a:gdLst/>
              <a:ahLst/>
              <a:cxnLst/>
              <a:rect l="l" t="t" r="r" b="b"/>
              <a:pathLst>
                <a:path w="2489" h="2132" extrusionOk="0">
                  <a:moveTo>
                    <a:pt x="1074" y="0"/>
                  </a:moveTo>
                  <a:cubicBezTo>
                    <a:pt x="480" y="0"/>
                    <a:pt x="0" y="472"/>
                    <a:pt x="0" y="1065"/>
                  </a:cubicBezTo>
                  <a:cubicBezTo>
                    <a:pt x="0" y="1705"/>
                    <a:pt x="528" y="2131"/>
                    <a:pt x="1078" y="2131"/>
                  </a:cubicBezTo>
                  <a:cubicBezTo>
                    <a:pt x="1339" y="2131"/>
                    <a:pt x="1604" y="2036"/>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8" name="Google Shape;3198;p56"/>
            <p:cNvSpPr/>
            <p:nvPr/>
          </p:nvSpPr>
          <p:spPr>
            <a:xfrm>
              <a:off x="2218650" y="2180700"/>
              <a:ext cx="62225" cy="53350"/>
            </a:xfrm>
            <a:custGeom>
              <a:avLst/>
              <a:gdLst/>
              <a:ahLst/>
              <a:cxnLst/>
              <a:rect l="l" t="t" r="r" b="b"/>
              <a:pathLst>
                <a:path w="2489" h="2134" extrusionOk="0">
                  <a:moveTo>
                    <a:pt x="1074" y="1"/>
                  </a:moveTo>
                  <a:cubicBezTo>
                    <a:pt x="480" y="1"/>
                    <a:pt x="0" y="472"/>
                    <a:pt x="0" y="1066"/>
                  </a:cubicBezTo>
                  <a:cubicBezTo>
                    <a:pt x="0" y="1709"/>
                    <a:pt x="526" y="2133"/>
                    <a:pt x="1074" y="2133"/>
                  </a:cubicBezTo>
                  <a:cubicBezTo>
                    <a:pt x="1336" y="2133"/>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9" name="Google Shape;3199;p56"/>
            <p:cNvSpPr/>
            <p:nvPr/>
          </p:nvSpPr>
          <p:spPr>
            <a:xfrm>
              <a:off x="2218650" y="2028275"/>
              <a:ext cx="62225" cy="53450"/>
            </a:xfrm>
            <a:custGeom>
              <a:avLst/>
              <a:gdLst/>
              <a:ahLst/>
              <a:cxnLst/>
              <a:rect l="l" t="t" r="r" b="b"/>
              <a:pathLst>
                <a:path w="2489" h="2138" extrusionOk="0">
                  <a:moveTo>
                    <a:pt x="1074" y="1"/>
                  </a:moveTo>
                  <a:cubicBezTo>
                    <a:pt x="480" y="1"/>
                    <a:pt x="0" y="480"/>
                    <a:pt x="0" y="1065"/>
                  </a:cubicBezTo>
                  <a:cubicBezTo>
                    <a:pt x="0" y="1709"/>
                    <a:pt x="526" y="2137"/>
                    <a:pt x="1074" y="2137"/>
                  </a:cubicBezTo>
                  <a:cubicBezTo>
                    <a:pt x="1336" y="2137"/>
                    <a:pt x="1603" y="2040"/>
                    <a:pt x="1821" y="1821"/>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0" name="Google Shape;3200;p56"/>
            <p:cNvSpPr/>
            <p:nvPr/>
          </p:nvSpPr>
          <p:spPr>
            <a:xfrm>
              <a:off x="2218650" y="1952050"/>
              <a:ext cx="62225" cy="53450"/>
            </a:xfrm>
            <a:custGeom>
              <a:avLst/>
              <a:gdLst/>
              <a:ahLst/>
              <a:cxnLst/>
              <a:rect l="l" t="t" r="r" b="b"/>
              <a:pathLst>
                <a:path w="2489" h="2138" extrusionOk="0">
                  <a:moveTo>
                    <a:pt x="1074" y="1"/>
                  </a:moveTo>
                  <a:cubicBezTo>
                    <a:pt x="480" y="9"/>
                    <a:pt x="0" y="481"/>
                    <a:pt x="0" y="1074"/>
                  </a:cubicBezTo>
                  <a:cubicBezTo>
                    <a:pt x="0" y="1712"/>
                    <a:pt x="525" y="2138"/>
                    <a:pt x="1073" y="2138"/>
                  </a:cubicBezTo>
                  <a:cubicBezTo>
                    <a:pt x="1335" y="2138"/>
                    <a:pt x="1603" y="2040"/>
                    <a:pt x="1821" y="1822"/>
                  </a:cubicBezTo>
                  <a:cubicBezTo>
                    <a:pt x="2488"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1" name="Google Shape;3201;p56"/>
            <p:cNvSpPr/>
            <p:nvPr/>
          </p:nvSpPr>
          <p:spPr>
            <a:xfrm>
              <a:off x="2142425" y="4618300"/>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2" name="Google Shape;3202;p56"/>
            <p:cNvSpPr/>
            <p:nvPr/>
          </p:nvSpPr>
          <p:spPr>
            <a:xfrm>
              <a:off x="2142425" y="438987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3" name="Google Shape;3203;p56"/>
            <p:cNvSpPr/>
            <p:nvPr/>
          </p:nvSpPr>
          <p:spPr>
            <a:xfrm>
              <a:off x="2142425" y="43136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4" name="Google Shape;3204;p56"/>
            <p:cNvSpPr/>
            <p:nvPr/>
          </p:nvSpPr>
          <p:spPr>
            <a:xfrm>
              <a:off x="2142425" y="42374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5" name="Google Shape;3205;p56"/>
            <p:cNvSpPr/>
            <p:nvPr/>
          </p:nvSpPr>
          <p:spPr>
            <a:xfrm>
              <a:off x="2142425" y="4161425"/>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6" name="Google Shape;3206;p56"/>
            <p:cNvSpPr/>
            <p:nvPr/>
          </p:nvSpPr>
          <p:spPr>
            <a:xfrm>
              <a:off x="2142425"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7" name="Google Shape;3207;p56"/>
            <p:cNvSpPr/>
            <p:nvPr/>
          </p:nvSpPr>
          <p:spPr>
            <a:xfrm>
              <a:off x="2142425"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8" name="Google Shape;3208;p56"/>
            <p:cNvSpPr/>
            <p:nvPr/>
          </p:nvSpPr>
          <p:spPr>
            <a:xfrm>
              <a:off x="2142425" y="3932800"/>
              <a:ext cx="62425" cy="53475"/>
            </a:xfrm>
            <a:custGeom>
              <a:avLst/>
              <a:gdLst/>
              <a:ahLst/>
              <a:cxnLst/>
              <a:rect l="l" t="t" r="r" b="b"/>
              <a:pathLst>
                <a:path w="2497" h="2139" extrusionOk="0">
                  <a:moveTo>
                    <a:pt x="1074" y="0"/>
                  </a:moveTo>
                  <a:cubicBezTo>
                    <a:pt x="481" y="0"/>
                    <a:pt x="1" y="480"/>
                    <a:pt x="1" y="1073"/>
                  </a:cubicBezTo>
                  <a:cubicBezTo>
                    <a:pt x="6" y="1715"/>
                    <a:pt x="530" y="2139"/>
                    <a:pt x="1075" y="2139"/>
                  </a:cubicBezTo>
                  <a:cubicBezTo>
                    <a:pt x="1338" y="2139"/>
                    <a:pt x="1605" y="2041"/>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9" name="Google Shape;3209;p56"/>
            <p:cNvSpPr/>
            <p:nvPr/>
          </p:nvSpPr>
          <p:spPr>
            <a:xfrm>
              <a:off x="2142425" y="385677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0" name="Google Shape;3210;p56"/>
            <p:cNvSpPr/>
            <p:nvPr/>
          </p:nvSpPr>
          <p:spPr>
            <a:xfrm>
              <a:off x="2142425" y="3780375"/>
              <a:ext cx="62425" cy="53475"/>
            </a:xfrm>
            <a:custGeom>
              <a:avLst/>
              <a:gdLst/>
              <a:ahLst/>
              <a:cxnLst/>
              <a:rect l="l" t="t" r="r" b="b"/>
              <a:pathLst>
                <a:path w="2497" h="2139" extrusionOk="0">
                  <a:moveTo>
                    <a:pt x="1074" y="0"/>
                  </a:moveTo>
                  <a:cubicBezTo>
                    <a:pt x="481" y="0"/>
                    <a:pt x="1" y="480"/>
                    <a:pt x="1" y="1073"/>
                  </a:cubicBezTo>
                  <a:cubicBezTo>
                    <a:pt x="6" y="1715"/>
                    <a:pt x="530" y="2139"/>
                    <a:pt x="1078" y="2139"/>
                  </a:cubicBezTo>
                  <a:cubicBezTo>
                    <a:pt x="1342" y="2139"/>
                    <a:pt x="1611" y="2040"/>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1" name="Google Shape;3211;p56"/>
            <p:cNvSpPr/>
            <p:nvPr/>
          </p:nvSpPr>
          <p:spPr>
            <a:xfrm>
              <a:off x="2142425"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2" name="Google Shape;3212;p56"/>
            <p:cNvSpPr/>
            <p:nvPr/>
          </p:nvSpPr>
          <p:spPr>
            <a:xfrm>
              <a:off x="2142425"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3" name="Google Shape;3213;p56"/>
            <p:cNvSpPr/>
            <p:nvPr/>
          </p:nvSpPr>
          <p:spPr>
            <a:xfrm>
              <a:off x="2142425" y="355192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4" name="Google Shape;3214;p56"/>
            <p:cNvSpPr/>
            <p:nvPr/>
          </p:nvSpPr>
          <p:spPr>
            <a:xfrm>
              <a:off x="2142425" y="3475725"/>
              <a:ext cx="62425" cy="53350"/>
            </a:xfrm>
            <a:custGeom>
              <a:avLst/>
              <a:gdLst/>
              <a:ahLst/>
              <a:cxnLst/>
              <a:rect l="l" t="t" r="r" b="b"/>
              <a:pathLst>
                <a:path w="2497" h="2134" extrusionOk="0">
                  <a:moveTo>
                    <a:pt x="1074" y="0"/>
                  </a:moveTo>
                  <a:cubicBezTo>
                    <a:pt x="481" y="0"/>
                    <a:pt x="1"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5" name="Google Shape;3215;p56"/>
            <p:cNvSpPr/>
            <p:nvPr/>
          </p:nvSpPr>
          <p:spPr>
            <a:xfrm>
              <a:off x="2142425" y="3399500"/>
              <a:ext cx="62425" cy="53350"/>
            </a:xfrm>
            <a:custGeom>
              <a:avLst/>
              <a:gdLst/>
              <a:ahLst/>
              <a:cxnLst/>
              <a:rect l="l" t="t" r="r" b="b"/>
              <a:pathLst>
                <a:path w="2497" h="2134" extrusionOk="0">
                  <a:moveTo>
                    <a:pt x="1074" y="1"/>
                  </a:moveTo>
                  <a:cubicBezTo>
                    <a:pt x="481" y="1"/>
                    <a:pt x="9" y="480"/>
                    <a:pt x="1" y="1066"/>
                  </a:cubicBezTo>
                  <a:cubicBezTo>
                    <a:pt x="1" y="1709"/>
                    <a:pt x="526" y="2134"/>
                    <a:pt x="1075" y="2134"/>
                  </a:cubicBezTo>
                  <a:cubicBezTo>
                    <a:pt x="1337" y="2134"/>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6" name="Google Shape;3216;p56"/>
            <p:cNvSpPr/>
            <p:nvPr/>
          </p:nvSpPr>
          <p:spPr>
            <a:xfrm>
              <a:off x="2142425" y="3323300"/>
              <a:ext cx="62425" cy="53425"/>
            </a:xfrm>
            <a:custGeom>
              <a:avLst/>
              <a:gdLst/>
              <a:ahLst/>
              <a:cxnLst/>
              <a:rect l="l" t="t" r="r" b="b"/>
              <a:pathLst>
                <a:path w="2497" h="2137" extrusionOk="0">
                  <a:moveTo>
                    <a:pt x="1074" y="0"/>
                  </a:moveTo>
                  <a:cubicBezTo>
                    <a:pt x="481" y="0"/>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7" name="Google Shape;3217;p56"/>
            <p:cNvSpPr/>
            <p:nvPr/>
          </p:nvSpPr>
          <p:spPr>
            <a:xfrm>
              <a:off x="2142425" y="3247075"/>
              <a:ext cx="62425" cy="53450"/>
            </a:xfrm>
            <a:custGeom>
              <a:avLst/>
              <a:gdLst/>
              <a:ahLst/>
              <a:cxnLst/>
              <a:rect l="l" t="t" r="r" b="b"/>
              <a:pathLst>
                <a:path w="2497" h="2138" extrusionOk="0">
                  <a:moveTo>
                    <a:pt x="1074" y="1"/>
                  </a:moveTo>
                  <a:cubicBezTo>
                    <a:pt x="481" y="9"/>
                    <a:pt x="9" y="480"/>
                    <a:pt x="1" y="1066"/>
                  </a:cubicBezTo>
                  <a:cubicBezTo>
                    <a:pt x="1" y="1709"/>
                    <a:pt x="526" y="2137"/>
                    <a:pt x="1075" y="2137"/>
                  </a:cubicBezTo>
                  <a:cubicBezTo>
                    <a:pt x="1337" y="2137"/>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8" name="Google Shape;3218;p56"/>
            <p:cNvSpPr/>
            <p:nvPr/>
          </p:nvSpPr>
          <p:spPr>
            <a:xfrm>
              <a:off x="2142425"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9" name="Google Shape;3219;p56"/>
            <p:cNvSpPr/>
            <p:nvPr/>
          </p:nvSpPr>
          <p:spPr>
            <a:xfrm>
              <a:off x="2142425"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0" name="Google Shape;3220;p56"/>
            <p:cNvSpPr/>
            <p:nvPr/>
          </p:nvSpPr>
          <p:spPr>
            <a:xfrm>
              <a:off x="2142425"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1" name="Google Shape;3221;p56"/>
            <p:cNvSpPr/>
            <p:nvPr/>
          </p:nvSpPr>
          <p:spPr>
            <a:xfrm>
              <a:off x="2142425"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2" name="Google Shape;3222;p56"/>
            <p:cNvSpPr/>
            <p:nvPr/>
          </p:nvSpPr>
          <p:spPr>
            <a:xfrm>
              <a:off x="2142425"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3" name="Google Shape;3223;p56"/>
            <p:cNvSpPr/>
            <p:nvPr/>
          </p:nvSpPr>
          <p:spPr>
            <a:xfrm>
              <a:off x="2142425"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4" name="Google Shape;3224;p56"/>
            <p:cNvSpPr/>
            <p:nvPr/>
          </p:nvSpPr>
          <p:spPr>
            <a:xfrm>
              <a:off x="2142425"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5" name="Google Shape;3225;p56"/>
            <p:cNvSpPr/>
            <p:nvPr/>
          </p:nvSpPr>
          <p:spPr>
            <a:xfrm>
              <a:off x="2142425"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6" name="Google Shape;3226;p56"/>
            <p:cNvSpPr/>
            <p:nvPr/>
          </p:nvSpPr>
          <p:spPr>
            <a:xfrm>
              <a:off x="2142425" y="1038125"/>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7" name="Google Shape;3227;p56"/>
            <p:cNvSpPr/>
            <p:nvPr/>
          </p:nvSpPr>
          <p:spPr>
            <a:xfrm>
              <a:off x="2066425" y="4618300"/>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8" name="Google Shape;3228;p56"/>
            <p:cNvSpPr/>
            <p:nvPr/>
          </p:nvSpPr>
          <p:spPr>
            <a:xfrm>
              <a:off x="2066425" y="4542300"/>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3"/>
                    <a:pt x="1813" y="1813"/>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9" name="Google Shape;3229;p56"/>
            <p:cNvSpPr/>
            <p:nvPr/>
          </p:nvSpPr>
          <p:spPr>
            <a:xfrm>
              <a:off x="2066425" y="446607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0" name="Google Shape;3230;p56"/>
            <p:cNvSpPr/>
            <p:nvPr/>
          </p:nvSpPr>
          <p:spPr>
            <a:xfrm>
              <a:off x="2066425" y="438987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1" name="Google Shape;3231;p56"/>
            <p:cNvSpPr/>
            <p:nvPr/>
          </p:nvSpPr>
          <p:spPr>
            <a:xfrm>
              <a:off x="2066425" y="43136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2" name="Google Shape;3232;p56"/>
            <p:cNvSpPr/>
            <p:nvPr/>
          </p:nvSpPr>
          <p:spPr>
            <a:xfrm>
              <a:off x="2066425" y="42374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40"/>
                    <a:pt x="1813" y="1821"/>
                  </a:cubicBezTo>
                  <a:cubicBezTo>
                    <a:pt x="2488" y="1155"/>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3" name="Google Shape;3233;p56"/>
            <p:cNvSpPr/>
            <p:nvPr/>
          </p:nvSpPr>
          <p:spPr>
            <a:xfrm>
              <a:off x="2066425" y="416142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4" name="Google Shape;3234;p56"/>
            <p:cNvSpPr/>
            <p:nvPr/>
          </p:nvSpPr>
          <p:spPr>
            <a:xfrm>
              <a:off x="2066425" y="37041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5" name="Google Shape;3235;p56"/>
            <p:cNvSpPr/>
            <p:nvPr/>
          </p:nvSpPr>
          <p:spPr>
            <a:xfrm>
              <a:off x="2066425" y="36279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6" name="Google Shape;3236;p56"/>
            <p:cNvSpPr/>
            <p:nvPr/>
          </p:nvSpPr>
          <p:spPr>
            <a:xfrm>
              <a:off x="2066425" y="3551925"/>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7" name="Google Shape;3237;p56"/>
            <p:cNvSpPr/>
            <p:nvPr/>
          </p:nvSpPr>
          <p:spPr>
            <a:xfrm>
              <a:off x="2066425"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8" name="Google Shape;3238;p56"/>
            <p:cNvSpPr/>
            <p:nvPr/>
          </p:nvSpPr>
          <p:spPr>
            <a:xfrm>
              <a:off x="2066275" y="3399500"/>
              <a:ext cx="62375" cy="53350"/>
            </a:xfrm>
            <a:custGeom>
              <a:avLst/>
              <a:gdLst/>
              <a:ahLst/>
              <a:cxnLst/>
              <a:rect l="l" t="t" r="r" b="b"/>
              <a:pathLst>
                <a:path w="2495" h="2134" extrusionOk="0">
                  <a:moveTo>
                    <a:pt x="1071" y="1"/>
                  </a:moveTo>
                  <a:cubicBezTo>
                    <a:pt x="478" y="1"/>
                    <a:pt x="6" y="480"/>
                    <a:pt x="6" y="1066"/>
                  </a:cubicBezTo>
                  <a:cubicBezTo>
                    <a:pt x="1" y="1709"/>
                    <a:pt x="528" y="2134"/>
                    <a:pt x="1076" y="2134"/>
                  </a:cubicBezTo>
                  <a:cubicBezTo>
                    <a:pt x="1338" y="2134"/>
                    <a:pt x="1604" y="2037"/>
                    <a:pt x="1819" y="1822"/>
                  </a:cubicBezTo>
                  <a:cubicBezTo>
                    <a:pt x="2494" y="1147"/>
                    <a:pt x="2014"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9" name="Google Shape;3239;p56"/>
            <p:cNvSpPr/>
            <p:nvPr/>
          </p:nvSpPr>
          <p:spPr>
            <a:xfrm>
              <a:off x="2066275" y="3323300"/>
              <a:ext cx="62375" cy="53425"/>
            </a:xfrm>
            <a:custGeom>
              <a:avLst/>
              <a:gdLst/>
              <a:ahLst/>
              <a:cxnLst/>
              <a:rect l="l" t="t" r="r" b="b"/>
              <a:pathLst>
                <a:path w="2495" h="2137" extrusionOk="0">
                  <a:moveTo>
                    <a:pt x="1071" y="0"/>
                  </a:moveTo>
                  <a:cubicBezTo>
                    <a:pt x="478" y="8"/>
                    <a:pt x="6" y="480"/>
                    <a:pt x="6" y="1065"/>
                  </a:cubicBezTo>
                  <a:cubicBezTo>
                    <a:pt x="1" y="1709"/>
                    <a:pt x="524" y="2137"/>
                    <a:pt x="1072" y="2137"/>
                  </a:cubicBezTo>
                  <a:cubicBezTo>
                    <a:pt x="1334" y="2137"/>
                    <a:pt x="1601" y="2039"/>
                    <a:pt x="1819" y="1821"/>
                  </a:cubicBezTo>
                  <a:cubicBezTo>
                    <a:pt x="2494" y="1154"/>
                    <a:pt x="2023"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0" name="Google Shape;3240;p56"/>
            <p:cNvSpPr/>
            <p:nvPr/>
          </p:nvSpPr>
          <p:spPr>
            <a:xfrm>
              <a:off x="2066275" y="3247075"/>
              <a:ext cx="62375" cy="53450"/>
            </a:xfrm>
            <a:custGeom>
              <a:avLst/>
              <a:gdLst/>
              <a:ahLst/>
              <a:cxnLst/>
              <a:rect l="l" t="t" r="r" b="b"/>
              <a:pathLst>
                <a:path w="2495"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3"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1" name="Google Shape;3241;p56"/>
            <p:cNvSpPr/>
            <p:nvPr/>
          </p:nvSpPr>
          <p:spPr>
            <a:xfrm>
              <a:off x="206642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2" name="Google Shape;3242;p56"/>
            <p:cNvSpPr/>
            <p:nvPr/>
          </p:nvSpPr>
          <p:spPr>
            <a:xfrm>
              <a:off x="206642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3" name="Google Shape;3243;p56"/>
            <p:cNvSpPr/>
            <p:nvPr/>
          </p:nvSpPr>
          <p:spPr>
            <a:xfrm>
              <a:off x="2066425" y="2942425"/>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4" name="Google Shape;3244;p56"/>
            <p:cNvSpPr/>
            <p:nvPr/>
          </p:nvSpPr>
          <p:spPr>
            <a:xfrm>
              <a:off x="206642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5" name="Google Shape;3245;p56"/>
            <p:cNvSpPr/>
            <p:nvPr/>
          </p:nvSpPr>
          <p:spPr>
            <a:xfrm>
              <a:off x="206642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6" name="Google Shape;3246;p56"/>
            <p:cNvSpPr/>
            <p:nvPr/>
          </p:nvSpPr>
          <p:spPr>
            <a:xfrm>
              <a:off x="206642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7" name="Google Shape;3247;p56"/>
            <p:cNvSpPr/>
            <p:nvPr/>
          </p:nvSpPr>
          <p:spPr>
            <a:xfrm>
              <a:off x="206642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8" name="Google Shape;3248;p56"/>
            <p:cNvSpPr/>
            <p:nvPr/>
          </p:nvSpPr>
          <p:spPr>
            <a:xfrm>
              <a:off x="2066425"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9" name="Google Shape;3249;p56"/>
            <p:cNvSpPr/>
            <p:nvPr/>
          </p:nvSpPr>
          <p:spPr>
            <a:xfrm>
              <a:off x="2066425"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0" name="Google Shape;3250;p56"/>
            <p:cNvSpPr/>
            <p:nvPr/>
          </p:nvSpPr>
          <p:spPr>
            <a:xfrm>
              <a:off x="2066425" y="1571400"/>
              <a:ext cx="62225" cy="53250"/>
            </a:xfrm>
            <a:custGeom>
              <a:avLst/>
              <a:gdLst/>
              <a:ahLst/>
              <a:cxnLst/>
              <a:rect l="l" t="t" r="r" b="b"/>
              <a:pathLst>
                <a:path w="2489"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1" name="Google Shape;3251;p56"/>
            <p:cNvSpPr/>
            <p:nvPr/>
          </p:nvSpPr>
          <p:spPr>
            <a:xfrm>
              <a:off x="2066425"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2" name="Google Shape;3252;p56"/>
            <p:cNvSpPr/>
            <p:nvPr/>
          </p:nvSpPr>
          <p:spPr>
            <a:xfrm>
              <a:off x="206642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3" name="Google Shape;3253;p56"/>
            <p:cNvSpPr/>
            <p:nvPr/>
          </p:nvSpPr>
          <p:spPr>
            <a:xfrm>
              <a:off x="206642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4" name="Google Shape;3254;p56"/>
            <p:cNvSpPr/>
            <p:nvPr/>
          </p:nvSpPr>
          <p:spPr>
            <a:xfrm>
              <a:off x="2066425" y="1038125"/>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5" name="Google Shape;3255;p56"/>
            <p:cNvSpPr/>
            <p:nvPr/>
          </p:nvSpPr>
          <p:spPr>
            <a:xfrm>
              <a:off x="1990200" y="4542300"/>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3"/>
                    <a:pt x="1822" y="1813"/>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6" name="Google Shape;3256;p56"/>
            <p:cNvSpPr/>
            <p:nvPr/>
          </p:nvSpPr>
          <p:spPr>
            <a:xfrm>
              <a:off x="1990200" y="4466075"/>
              <a:ext cx="62225" cy="53300"/>
            </a:xfrm>
            <a:custGeom>
              <a:avLst/>
              <a:gdLst/>
              <a:ahLst/>
              <a:cxnLst/>
              <a:rect l="l" t="t" r="r" b="b"/>
              <a:pathLst>
                <a:path w="2489" h="2132" extrusionOk="0">
                  <a:moveTo>
                    <a:pt x="1066" y="1"/>
                  </a:moveTo>
                  <a:cubicBezTo>
                    <a:pt x="481" y="1"/>
                    <a:pt x="1" y="472"/>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7" name="Google Shape;3257;p56"/>
            <p:cNvSpPr/>
            <p:nvPr/>
          </p:nvSpPr>
          <p:spPr>
            <a:xfrm>
              <a:off x="1990200" y="438987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8" name="Google Shape;3258;p56"/>
            <p:cNvSpPr/>
            <p:nvPr/>
          </p:nvSpPr>
          <p:spPr>
            <a:xfrm>
              <a:off x="1990200"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9" name="Google Shape;3259;p56"/>
            <p:cNvSpPr/>
            <p:nvPr/>
          </p:nvSpPr>
          <p:spPr>
            <a:xfrm>
              <a:off x="1990200" y="3551925"/>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0" name="Google Shape;3260;p56"/>
            <p:cNvSpPr/>
            <p:nvPr/>
          </p:nvSpPr>
          <p:spPr>
            <a:xfrm>
              <a:off x="19902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1" name="Google Shape;3261;p56"/>
            <p:cNvSpPr/>
            <p:nvPr/>
          </p:nvSpPr>
          <p:spPr>
            <a:xfrm>
              <a:off x="1990200"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2" name="Google Shape;3262;p56"/>
            <p:cNvSpPr/>
            <p:nvPr/>
          </p:nvSpPr>
          <p:spPr>
            <a:xfrm>
              <a:off x="1990075" y="3323300"/>
              <a:ext cx="62350" cy="53425"/>
            </a:xfrm>
            <a:custGeom>
              <a:avLst/>
              <a:gdLst/>
              <a:ahLst/>
              <a:cxnLst/>
              <a:rect l="l" t="t" r="r" b="b"/>
              <a:pathLst>
                <a:path w="2494" h="2137" extrusionOk="0">
                  <a:moveTo>
                    <a:pt x="1071" y="0"/>
                  </a:moveTo>
                  <a:cubicBezTo>
                    <a:pt x="486" y="8"/>
                    <a:pt x="6" y="480"/>
                    <a:pt x="6" y="1065"/>
                  </a:cubicBezTo>
                  <a:cubicBezTo>
                    <a:pt x="0" y="1709"/>
                    <a:pt x="528" y="2137"/>
                    <a:pt x="1075"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3" name="Google Shape;3263;p56"/>
            <p:cNvSpPr/>
            <p:nvPr/>
          </p:nvSpPr>
          <p:spPr>
            <a:xfrm>
              <a:off x="1990075" y="3247075"/>
              <a:ext cx="62350" cy="53450"/>
            </a:xfrm>
            <a:custGeom>
              <a:avLst/>
              <a:gdLst/>
              <a:ahLst/>
              <a:cxnLst/>
              <a:rect l="l" t="t" r="r" b="b"/>
              <a:pathLst>
                <a:path w="2494" h="2138" extrusionOk="0">
                  <a:moveTo>
                    <a:pt x="1071" y="1"/>
                  </a:moveTo>
                  <a:cubicBezTo>
                    <a:pt x="486" y="9"/>
                    <a:pt x="6" y="480"/>
                    <a:pt x="6" y="1066"/>
                  </a:cubicBezTo>
                  <a:cubicBezTo>
                    <a:pt x="0" y="1709"/>
                    <a:pt x="528" y="2137"/>
                    <a:pt x="1075" y="2137"/>
                  </a:cubicBezTo>
                  <a:cubicBezTo>
                    <a:pt x="1337" y="2137"/>
                    <a:pt x="1603"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4" name="Google Shape;3264;p56"/>
            <p:cNvSpPr/>
            <p:nvPr/>
          </p:nvSpPr>
          <p:spPr>
            <a:xfrm>
              <a:off x="1990200"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5" name="Google Shape;3265;p56"/>
            <p:cNvSpPr/>
            <p:nvPr/>
          </p:nvSpPr>
          <p:spPr>
            <a:xfrm>
              <a:off x="1990200"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6" name="Google Shape;3266;p56"/>
            <p:cNvSpPr/>
            <p:nvPr/>
          </p:nvSpPr>
          <p:spPr>
            <a:xfrm>
              <a:off x="1990200"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7" name="Google Shape;3267;p56"/>
            <p:cNvSpPr/>
            <p:nvPr/>
          </p:nvSpPr>
          <p:spPr>
            <a:xfrm>
              <a:off x="1990200" y="2333125"/>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8" name="Google Shape;3268;p56"/>
            <p:cNvSpPr/>
            <p:nvPr/>
          </p:nvSpPr>
          <p:spPr>
            <a:xfrm>
              <a:off x="199020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30" y="2137"/>
                    <a:pt x="1078" y="2137"/>
                  </a:cubicBezTo>
                  <a:cubicBezTo>
                    <a:pt x="1340" y="2137"/>
                    <a:pt x="1607"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9" name="Google Shape;3269;p56"/>
            <p:cNvSpPr/>
            <p:nvPr/>
          </p:nvSpPr>
          <p:spPr>
            <a:xfrm>
              <a:off x="1990200" y="2180700"/>
              <a:ext cx="62225" cy="53350"/>
            </a:xfrm>
            <a:custGeom>
              <a:avLst/>
              <a:gdLst/>
              <a:ahLst/>
              <a:cxnLst/>
              <a:rect l="l" t="t" r="r" b="b"/>
              <a:pathLst>
                <a:path w="2489" h="2134" extrusionOk="0">
                  <a:moveTo>
                    <a:pt x="1066" y="1"/>
                  </a:moveTo>
                  <a:cubicBezTo>
                    <a:pt x="481" y="1"/>
                    <a:pt x="1" y="480"/>
                    <a:pt x="1" y="1066"/>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0" name="Google Shape;3270;p56"/>
            <p:cNvSpPr/>
            <p:nvPr/>
          </p:nvSpPr>
          <p:spPr>
            <a:xfrm>
              <a:off x="1990200"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1" name="Google Shape;3271;p56"/>
            <p:cNvSpPr/>
            <p:nvPr/>
          </p:nvSpPr>
          <p:spPr>
            <a:xfrm>
              <a:off x="1990200"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2" name="Google Shape;3272;p56"/>
            <p:cNvSpPr/>
            <p:nvPr/>
          </p:nvSpPr>
          <p:spPr>
            <a:xfrm>
              <a:off x="1990200"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3" name="Google Shape;3273;p56"/>
            <p:cNvSpPr/>
            <p:nvPr/>
          </p:nvSpPr>
          <p:spPr>
            <a:xfrm>
              <a:off x="1990200"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3"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4" name="Google Shape;3274;p56"/>
            <p:cNvSpPr/>
            <p:nvPr/>
          </p:nvSpPr>
          <p:spPr>
            <a:xfrm>
              <a:off x="1990200"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5" name="Google Shape;3275;p56"/>
            <p:cNvSpPr/>
            <p:nvPr/>
          </p:nvSpPr>
          <p:spPr>
            <a:xfrm>
              <a:off x="1990200"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6" name="Google Shape;3276;p56"/>
            <p:cNvSpPr/>
            <p:nvPr/>
          </p:nvSpPr>
          <p:spPr>
            <a:xfrm>
              <a:off x="1990200" y="1571400"/>
              <a:ext cx="62225" cy="53250"/>
            </a:xfrm>
            <a:custGeom>
              <a:avLst/>
              <a:gdLst/>
              <a:ahLst/>
              <a:cxnLst/>
              <a:rect l="l" t="t" r="r" b="b"/>
              <a:pathLst>
                <a:path w="2489" h="2130" extrusionOk="0">
                  <a:moveTo>
                    <a:pt x="1066" y="1"/>
                  </a:moveTo>
                  <a:cubicBezTo>
                    <a:pt x="481" y="1"/>
                    <a:pt x="1" y="472"/>
                    <a:pt x="1" y="1066"/>
                  </a:cubicBezTo>
                  <a:cubicBezTo>
                    <a:pt x="1" y="1703"/>
                    <a:pt x="525" y="2129"/>
                    <a:pt x="1074" y="2129"/>
                  </a:cubicBezTo>
                  <a:cubicBezTo>
                    <a:pt x="1336" y="2129"/>
                    <a:pt x="1604" y="2032"/>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7" name="Google Shape;3277;p56"/>
            <p:cNvSpPr/>
            <p:nvPr/>
          </p:nvSpPr>
          <p:spPr>
            <a:xfrm>
              <a:off x="1990200"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8" name="Google Shape;3278;p56"/>
            <p:cNvSpPr/>
            <p:nvPr/>
          </p:nvSpPr>
          <p:spPr>
            <a:xfrm>
              <a:off x="1990200"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9" name="Google Shape;3279;p56"/>
            <p:cNvSpPr/>
            <p:nvPr/>
          </p:nvSpPr>
          <p:spPr>
            <a:xfrm>
              <a:off x="1990200"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0" name="Google Shape;3280;p56"/>
            <p:cNvSpPr/>
            <p:nvPr/>
          </p:nvSpPr>
          <p:spPr>
            <a:xfrm>
              <a:off x="1990200" y="1038125"/>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1" name="Google Shape;3281;p56"/>
            <p:cNvSpPr/>
            <p:nvPr/>
          </p:nvSpPr>
          <p:spPr>
            <a:xfrm>
              <a:off x="1914000" y="3551925"/>
              <a:ext cx="62225" cy="53300"/>
            </a:xfrm>
            <a:custGeom>
              <a:avLst/>
              <a:gdLst/>
              <a:ahLst/>
              <a:cxnLst/>
              <a:rect l="l" t="t" r="r" b="b"/>
              <a:pathLst>
                <a:path w="2489" h="2132" extrusionOk="0">
                  <a:moveTo>
                    <a:pt x="1065" y="1"/>
                  </a:moveTo>
                  <a:cubicBezTo>
                    <a:pt x="480" y="1"/>
                    <a:pt x="0" y="480"/>
                    <a:pt x="0" y="1066"/>
                  </a:cubicBezTo>
                  <a:cubicBezTo>
                    <a:pt x="0" y="1708"/>
                    <a:pt x="526" y="2131"/>
                    <a:pt x="1073" y="2131"/>
                  </a:cubicBezTo>
                  <a:cubicBezTo>
                    <a:pt x="1337" y="2131"/>
                    <a:pt x="1605"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2" name="Google Shape;3282;p56"/>
            <p:cNvSpPr/>
            <p:nvPr/>
          </p:nvSpPr>
          <p:spPr>
            <a:xfrm>
              <a:off x="1914000"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3" name="Google Shape;3283;p56"/>
            <p:cNvSpPr/>
            <p:nvPr/>
          </p:nvSpPr>
          <p:spPr>
            <a:xfrm>
              <a:off x="1914000"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4" name="Google Shape;3284;p56"/>
            <p:cNvSpPr/>
            <p:nvPr/>
          </p:nvSpPr>
          <p:spPr>
            <a:xfrm>
              <a:off x="1914000" y="3323300"/>
              <a:ext cx="62225" cy="53425"/>
            </a:xfrm>
            <a:custGeom>
              <a:avLst/>
              <a:gdLst/>
              <a:ahLst/>
              <a:cxnLst/>
              <a:rect l="l" t="t" r="r" b="b"/>
              <a:pathLst>
                <a:path w="2489" h="2137" extrusionOk="0">
                  <a:moveTo>
                    <a:pt x="1065" y="0"/>
                  </a:moveTo>
                  <a:cubicBezTo>
                    <a:pt x="480" y="8"/>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5" name="Google Shape;3285;p56"/>
            <p:cNvSpPr/>
            <p:nvPr/>
          </p:nvSpPr>
          <p:spPr>
            <a:xfrm>
              <a:off x="1914000" y="3247075"/>
              <a:ext cx="62425" cy="53450"/>
            </a:xfrm>
            <a:custGeom>
              <a:avLst/>
              <a:gdLst/>
              <a:ahLst/>
              <a:cxnLst/>
              <a:rect l="l" t="t" r="r" b="b"/>
              <a:pathLst>
                <a:path w="2497" h="2138" extrusionOk="0">
                  <a:moveTo>
                    <a:pt x="1065" y="1"/>
                  </a:moveTo>
                  <a:cubicBezTo>
                    <a:pt x="480" y="9"/>
                    <a:pt x="9"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6" name="Google Shape;3286;p56"/>
            <p:cNvSpPr/>
            <p:nvPr/>
          </p:nvSpPr>
          <p:spPr>
            <a:xfrm>
              <a:off x="1914000"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7" name="Google Shape;3287;p56"/>
            <p:cNvSpPr/>
            <p:nvPr/>
          </p:nvSpPr>
          <p:spPr>
            <a:xfrm>
              <a:off x="1914000"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8" name="Google Shape;3288;p56"/>
            <p:cNvSpPr/>
            <p:nvPr/>
          </p:nvSpPr>
          <p:spPr>
            <a:xfrm>
              <a:off x="1914000"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9" name="Google Shape;3289;p56"/>
            <p:cNvSpPr/>
            <p:nvPr/>
          </p:nvSpPr>
          <p:spPr>
            <a:xfrm>
              <a:off x="1914000"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0" name="Google Shape;3290;p56"/>
            <p:cNvSpPr/>
            <p:nvPr/>
          </p:nvSpPr>
          <p:spPr>
            <a:xfrm>
              <a:off x="1914000"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1" name="Google Shape;3291;p56"/>
            <p:cNvSpPr/>
            <p:nvPr/>
          </p:nvSpPr>
          <p:spPr>
            <a:xfrm>
              <a:off x="191400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2" name="Google Shape;3292;p56"/>
            <p:cNvSpPr/>
            <p:nvPr/>
          </p:nvSpPr>
          <p:spPr>
            <a:xfrm>
              <a:off x="1914000"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3" name="Google Shape;3293;p56"/>
            <p:cNvSpPr/>
            <p:nvPr/>
          </p:nvSpPr>
          <p:spPr>
            <a:xfrm>
              <a:off x="1914000"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4" name="Google Shape;3294;p56"/>
            <p:cNvSpPr/>
            <p:nvPr/>
          </p:nvSpPr>
          <p:spPr>
            <a:xfrm>
              <a:off x="1914000"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5" name="Google Shape;3295;p56"/>
            <p:cNvSpPr/>
            <p:nvPr/>
          </p:nvSpPr>
          <p:spPr>
            <a:xfrm>
              <a:off x="1914000"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6" name="Google Shape;3296;p56"/>
            <p:cNvSpPr/>
            <p:nvPr/>
          </p:nvSpPr>
          <p:spPr>
            <a:xfrm>
              <a:off x="1914000"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7" name="Google Shape;3297;p56"/>
            <p:cNvSpPr/>
            <p:nvPr/>
          </p:nvSpPr>
          <p:spPr>
            <a:xfrm>
              <a:off x="1914000"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8" name="Google Shape;3298;p56"/>
            <p:cNvSpPr/>
            <p:nvPr/>
          </p:nvSpPr>
          <p:spPr>
            <a:xfrm>
              <a:off x="1914000"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9" name="Google Shape;3299;p56"/>
            <p:cNvSpPr/>
            <p:nvPr/>
          </p:nvSpPr>
          <p:spPr>
            <a:xfrm>
              <a:off x="1837775"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0" name="Google Shape;3300;p56"/>
            <p:cNvSpPr/>
            <p:nvPr/>
          </p:nvSpPr>
          <p:spPr>
            <a:xfrm>
              <a:off x="1837775" y="2866425"/>
              <a:ext cx="62425" cy="53275"/>
            </a:xfrm>
            <a:custGeom>
              <a:avLst/>
              <a:gdLst/>
              <a:ahLst/>
              <a:cxnLst/>
              <a:rect l="l" t="t" r="r" b="b"/>
              <a:pathLst>
                <a:path w="2497" h="2131" extrusionOk="0">
                  <a:moveTo>
                    <a:pt x="1066" y="0"/>
                  </a:moveTo>
                  <a:cubicBezTo>
                    <a:pt x="481" y="0"/>
                    <a:pt x="1" y="472"/>
                    <a:pt x="1" y="1065"/>
                  </a:cubicBezTo>
                  <a:cubicBezTo>
                    <a:pt x="1" y="1707"/>
                    <a:pt x="527" y="2131"/>
                    <a:pt x="1074" y="2131"/>
                  </a:cubicBezTo>
                  <a:cubicBezTo>
                    <a:pt x="1337" y="2131"/>
                    <a:pt x="1605"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1" name="Google Shape;3301;p56"/>
            <p:cNvSpPr/>
            <p:nvPr/>
          </p:nvSpPr>
          <p:spPr>
            <a:xfrm>
              <a:off x="1837775" y="2714000"/>
              <a:ext cx="62425" cy="53350"/>
            </a:xfrm>
            <a:custGeom>
              <a:avLst/>
              <a:gdLst/>
              <a:ahLst/>
              <a:cxnLst/>
              <a:rect l="l" t="t" r="r" b="b"/>
              <a:pathLst>
                <a:path w="2497" h="2134"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2" name="Google Shape;3302;p56"/>
            <p:cNvSpPr/>
            <p:nvPr/>
          </p:nvSpPr>
          <p:spPr>
            <a:xfrm>
              <a:off x="1837775" y="2637775"/>
              <a:ext cx="62425" cy="53450"/>
            </a:xfrm>
            <a:custGeom>
              <a:avLst/>
              <a:gdLst/>
              <a:ahLst/>
              <a:cxnLst/>
              <a:rect l="l" t="t" r="r" b="b"/>
              <a:pathLst>
                <a:path w="2497" h="2138" extrusionOk="0">
                  <a:moveTo>
                    <a:pt x="1066" y="1"/>
                  </a:moveTo>
                  <a:cubicBezTo>
                    <a:pt x="481" y="9"/>
                    <a:pt x="1" y="480"/>
                    <a:pt x="1" y="1074"/>
                  </a:cubicBezTo>
                  <a:cubicBezTo>
                    <a:pt x="1" y="1712"/>
                    <a:pt x="529" y="2137"/>
                    <a:pt x="1077" y="2137"/>
                  </a:cubicBezTo>
                  <a:cubicBezTo>
                    <a:pt x="1339" y="2137"/>
                    <a:pt x="1606"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3" name="Google Shape;3303;p56"/>
            <p:cNvSpPr/>
            <p:nvPr/>
          </p:nvSpPr>
          <p:spPr>
            <a:xfrm>
              <a:off x="1837775" y="2561575"/>
              <a:ext cx="62425" cy="53425"/>
            </a:xfrm>
            <a:custGeom>
              <a:avLst/>
              <a:gdLst/>
              <a:ahLst/>
              <a:cxnLst/>
              <a:rect l="l" t="t" r="r" b="b"/>
              <a:pathLst>
                <a:path w="2497" h="2137" extrusionOk="0">
                  <a:moveTo>
                    <a:pt x="1066" y="0"/>
                  </a:moveTo>
                  <a:cubicBezTo>
                    <a:pt x="481" y="8"/>
                    <a:pt x="9" y="480"/>
                    <a:pt x="1" y="1073"/>
                  </a:cubicBezTo>
                  <a:cubicBezTo>
                    <a:pt x="1" y="1711"/>
                    <a:pt x="525" y="2137"/>
                    <a:pt x="1074" y="2137"/>
                  </a:cubicBezTo>
                  <a:cubicBezTo>
                    <a:pt x="1336" y="2137"/>
                    <a:pt x="1604"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4" name="Google Shape;3304;p56"/>
            <p:cNvSpPr/>
            <p:nvPr/>
          </p:nvSpPr>
          <p:spPr>
            <a:xfrm>
              <a:off x="1837775" y="2485550"/>
              <a:ext cx="62425" cy="53300"/>
            </a:xfrm>
            <a:custGeom>
              <a:avLst/>
              <a:gdLst/>
              <a:ahLst/>
              <a:cxnLst/>
              <a:rect l="l" t="t" r="r" b="b"/>
              <a:pathLst>
                <a:path w="2497" h="2132" extrusionOk="0">
                  <a:moveTo>
                    <a:pt x="1066" y="1"/>
                  </a:moveTo>
                  <a:cubicBezTo>
                    <a:pt x="481" y="1"/>
                    <a:pt x="1" y="480"/>
                    <a:pt x="1" y="1066"/>
                  </a:cubicBezTo>
                  <a:cubicBezTo>
                    <a:pt x="1" y="1708"/>
                    <a:pt x="527" y="2131"/>
                    <a:pt x="1074" y="2131"/>
                  </a:cubicBezTo>
                  <a:cubicBezTo>
                    <a:pt x="1337"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5" name="Google Shape;3305;p56"/>
            <p:cNvSpPr/>
            <p:nvPr/>
          </p:nvSpPr>
          <p:spPr>
            <a:xfrm>
              <a:off x="1837775" y="2409350"/>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6" name="Google Shape;3306;p56"/>
            <p:cNvSpPr/>
            <p:nvPr/>
          </p:nvSpPr>
          <p:spPr>
            <a:xfrm>
              <a:off x="1837775"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7" name="Google Shape;3307;p56"/>
            <p:cNvSpPr/>
            <p:nvPr/>
          </p:nvSpPr>
          <p:spPr>
            <a:xfrm>
              <a:off x="1837775"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8" name="Google Shape;3308;p56"/>
            <p:cNvSpPr/>
            <p:nvPr/>
          </p:nvSpPr>
          <p:spPr>
            <a:xfrm>
              <a:off x="1837775"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9" name="Google Shape;3309;p56"/>
            <p:cNvSpPr/>
            <p:nvPr/>
          </p:nvSpPr>
          <p:spPr>
            <a:xfrm>
              <a:off x="1837775" y="2104500"/>
              <a:ext cx="62425" cy="53325"/>
            </a:xfrm>
            <a:custGeom>
              <a:avLst/>
              <a:gdLst/>
              <a:ahLst/>
              <a:cxnLst/>
              <a:rect l="l" t="t" r="r" b="b"/>
              <a:pathLst>
                <a:path w="2497" h="2133"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0" name="Google Shape;3310;p56"/>
            <p:cNvSpPr/>
            <p:nvPr/>
          </p:nvSpPr>
          <p:spPr>
            <a:xfrm>
              <a:off x="1837775"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1" name="Google Shape;3311;p56"/>
            <p:cNvSpPr/>
            <p:nvPr/>
          </p:nvSpPr>
          <p:spPr>
            <a:xfrm>
              <a:off x="1837775"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2" name="Google Shape;3312;p56"/>
            <p:cNvSpPr/>
            <p:nvPr/>
          </p:nvSpPr>
          <p:spPr>
            <a:xfrm>
              <a:off x="1837775"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3" name="Google Shape;3313;p56"/>
            <p:cNvSpPr/>
            <p:nvPr/>
          </p:nvSpPr>
          <p:spPr>
            <a:xfrm>
              <a:off x="1837775"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4" name="Google Shape;3314;p56"/>
            <p:cNvSpPr/>
            <p:nvPr/>
          </p:nvSpPr>
          <p:spPr>
            <a:xfrm>
              <a:off x="1837775"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5" name="Google Shape;3315;p56"/>
            <p:cNvSpPr/>
            <p:nvPr/>
          </p:nvSpPr>
          <p:spPr>
            <a:xfrm>
              <a:off x="1837775" y="11905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6" name="Google Shape;3316;p56"/>
            <p:cNvSpPr/>
            <p:nvPr/>
          </p:nvSpPr>
          <p:spPr>
            <a:xfrm>
              <a:off x="1837775" y="1114325"/>
              <a:ext cx="62425" cy="53350"/>
            </a:xfrm>
            <a:custGeom>
              <a:avLst/>
              <a:gdLst/>
              <a:ahLst/>
              <a:cxnLst/>
              <a:rect l="l" t="t" r="r" b="b"/>
              <a:pathLst>
                <a:path w="2497" h="2134" extrusionOk="0">
                  <a:moveTo>
                    <a:pt x="1066" y="1"/>
                  </a:moveTo>
                  <a:cubicBezTo>
                    <a:pt x="481"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7" name="Google Shape;3317;p56"/>
            <p:cNvSpPr/>
            <p:nvPr/>
          </p:nvSpPr>
          <p:spPr>
            <a:xfrm>
              <a:off x="176177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8" name="Google Shape;3318;p56"/>
            <p:cNvSpPr/>
            <p:nvPr/>
          </p:nvSpPr>
          <p:spPr>
            <a:xfrm>
              <a:off x="176177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9" name="Google Shape;3319;p56"/>
            <p:cNvSpPr/>
            <p:nvPr/>
          </p:nvSpPr>
          <p:spPr>
            <a:xfrm>
              <a:off x="1761775"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0" name="Google Shape;3320;p56"/>
            <p:cNvSpPr/>
            <p:nvPr/>
          </p:nvSpPr>
          <p:spPr>
            <a:xfrm>
              <a:off x="1761775"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1" name="Google Shape;3321;p56"/>
            <p:cNvSpPr/>
            <p:nvPr/>
          </p:nvSpPr>
          <p:spPr>
            <a:xfrm>
              <a:off x="1761775" y="2485550"/>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2" name="Google Shape;3322;p56"/>
            <p:cNvSpPr/>
            <p:nvPr/>
          </p:nvSpPr>
          <p:spPr>
            <a:xfrm>
              <a:off x="1761775"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3" name="Google Shape;3323;p56"/>
            <p:cNvSpPr/>
            <p:nvPr/>
          </p:nvSpPr>
          <p:spPr>
            <a:xfrm>
              <a:off x="1761775"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4" name="Google Shape;3324;p56"/>
            <p:cNvSpPr/>
            <p:nvPr/>
          </p:nvSpPr>
          <p:spPr>
            <a:xfrm>
              <a:off x="176177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5" name="Google Shape;3325;p56"/>
            <p:cNvSpPr/>
            <p:nvPr/>
          </p:nvSpPr>
          <p:spPr>
            <a:xfrm>
              <a:off x="176177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6" name="Google Shape;3326;p56"/>
            <p:cNvSpPr/>
            <p:nvPr/>
          </p:nvSpPr>
          <p:spPr>
            <a:xfrm>
              <a:off x="176177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7" name="Google Shape;3327;p56"/>
            <p:cNvSpPr/>
            <p:nvPr/>
          </p:nvSpPr>
          <p:spPr>
            <a:xfrm>
              <a:off x="176177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8" name="Google Shape;3328;p56"/>
            <p:cNvSpPr/>
            <p:nvPr/>
          </p:nvSpPr>
          <p:spPr>
            <a:xfrm>
              <a:off x="1761775"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9" name="Google Shape;3329;p56"/>
            <p:cNvSpPr/>
            <p:nvPr/>
          </p:nvSpPr>
          <p:spPr>
            <a:xfrm>
              <a:off x="1761775" y="164740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0" name="Google Shape;3330;p56"/>
            <p:cNvSpPr/>
            <p:nvPr/>
          </p:nvSpPr>
          <p:spPr>
            <a:xfrm>
              <a:off x="176177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1" name="Google Shape;3331;p56"/>
            <p:cNvSpPr/>
            <p:nvPr/>
          </p:nvSpPr>
          <p:spPr>
            <a:xfrm>
              <a:off x="1761775" y="11905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2" name="Google Shape;3332;p56"/>
            <p:cNvSpPr/>
            <p:nvPr/>
          </p:nvSpPr>
          <p:spPr>
            <a:xfrm>
              <a:off x="176177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3" name="Google Shape;3333;p56"/>
            <p:cNvSpPr/>
            <p:nvPr/>
          </p:nvSpPr>
          <p:spPr>
            <a:xfrm>
              <a:off x="1685550" y="3018650"/>
              <a:ext cx="62225" cy="53425"/>
            </a:xfrm>
            <a:custGeom>
              <a:avLst/>
              <a:gdLst/>
              <a:ahLst/>
              <a:cxnLst/>
              <a:rect l="l" t="t" r="r" b="b"/>
              <a:pathLst>
                <a:path w="2489" h="2137" extrusionOk="0">
                  <a:moveTo>
                    <a:pt x="1066" y="0"/>
                  </a:moveTo>
                  <a:cubicBezTo>
                    <a:pt x="472"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4" name="Google Shape;3334;p56"/>
            <p:cNvSpPr/>
            <p:nvPr/>
          </p:nvSpPr>
          <p:spPr>
            <a:xfrm>
              <a:off x="168555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5" name="Google Shape;3335;p56"/>
            <p:cNvSpPr/>
            <p:nvPr/>
          </p:nvSpPr>
          <p:spPr>
            <a:xfrm>
              <a:off x="168555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6" name="Google Shape;3336;p56"/>
            <p:cNvSpPr/>
            <p:nvPr/>
          </p:nvSpPr>
          <p:spPr>
            <a:xfrm>
              <a:off x="168555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7" name="Google Shape;3337;p56"/>
            <p:cNvSpPr/>
            <p:nvPr/>
          </p:nvSpPr>
          <p:spPr>
            <a:xfrm>
              <a:off x="168555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8" name="Google Shape;3338;p56"/>
            <p:cNvSpPr/>
            <p:nvPr/>
          </p:nvSpPr>
          <p:spPr>
            <a:xfrm>
              <a:off x="16855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9" name="Google Shape;3339;p56"/>
            <p:cNvSpPr/>
            <p:nvPr/>
          </p:nvSpPr>
          <p:spPr>
            <a:xfrm>
              <a:off x="16855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0" name="Google Shape;3340;p56"/>
            <p:cNvSpPr/>
            <p:nvPr/>
          </p:nvSpPr>
          <p:spPr>
            <a:xfrm>
              <a:off x="168555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1" name="Google Shape;3341;p56"/>
            <p:cNvSpPr/>
            <p:nvPr/>
          </p:nvSpPr>
          <p:spPr>
            <a:xfrm>
              <a:off x="168555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2" name="Google Shape;3342;p56"/>
            <p:cNvSpPr/>
            <p:nvPr/>
          </p:nvSpPr>
          <p:spPr>
            <a:xfrm>
              <a:off x="168555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3" name="Google Shape;3343;p56"/>
            <p:cNvSpPr/>
            <p:nvPr/>
          </p:nvSpPr>
          <p:spPr>
            <a:xfrm>
              <a:off x="168555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4" name="Google Shape;3344;p56"/>
            <p:cNvSpPr/>
            <p:nvPr/>
          </p:nvSpPr>
          <p:spPr>
            <a:xfrm>
              <a:off x="16855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5" name="Google Shape;3345;p56"/>
            <p:cNvSpPr/>
            <p:nvPr/>
          </p:nvSpPr>
          <p:spPr>
            <a:xfrm>
              <a:off x="1685550"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6" name="Google Shape;3346;p56"/>
            <p:cNvSpPr/>
            <p:nvPr/>
          </p:nvSpPr>
          <p:spPr>
            <a:xfrm>
              <a:off x="16855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7" name="Google Shape;3347;p56"/>
            <p:cNvSpPr/>
            <p:nvPr/>
          </p:nvSpPr>
          <p:spPr>
            <a:xfrm>
              <a:off x="16855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8" name="Google Shape;3348;p56"/>
            <p:cNvSpPr/>
            <p:nvPr/>
          </p:nvSpPr>
          <p:spPr>
            <a:xfrm>
              <a:off x="1685550"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9" name="Google Shape;3349;p56"/>
            <p:cNvSpPr/>
            <p:nvPr/>
          </p:nvSpPr>
          <p:spPr>
            <a:xfrm>
              <a:off x="160935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0" name="Google Shape;3350;p56"/>
            <p:cNvSpPr/>
            <p:nvPr/>
          </p:nvSpPr>
          <p:spPr>
            <a:xfrm>
              <a:off x="160935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1" name="Google Shape;3351;p56"/>
            <p:cNvSpPr/>
            <p:nvPr/>
          </p:nvSpPr>
          <p:spPr>
            <a:xfrm>
              <a:off x="16093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2" name="Google Shape;3352;p56"/>
            <p:cNvSpPr/>
            <p:nvPr/>
          </p:nvSpPr>
          <p:spPr>
            <a:xfrm>
              <a:off x="160935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3" name="Google Shape;3353;p56"/>
            <p:cNvSpPr/>
            <p:nvPr/>
          </p:nvSpPr>
          <p:spPr>
            <a:xfrm>
              <a:off x="160935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4" name="Google Shape;3354;p56"/>
            <p:cNvSpPr/>
            <p:nvPr/>
          </p:nvSpPr>
          <p:spPr>
            <a:xfrm>
              <a:off x="1609350" y="2333125"/>
              <a:ext cx="62200" cy="53450"/>
            </a:xfrm>
            <a:custGeom>
              <a:avLst/>
              <a:gdLst/>
              <a:ahLst/>
              <a:cxnLst/>
              <a:rect l="l" t="t" r="r" b="b"/>
              <a:pathLst>
                <a:path w="2488"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5" name="Google Shape;3355;p56"/>
            <p:cNvSpPr/>
            <p:nvPr/>
          </p:nvSpPr>
          <p:spPr>
            <a:xfrm>
              <a:off x="160935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6" name="Google Shape;3356;p56"/>
            <p:cNvSpPr/>
            <p:nvPr/>
          </p:nvSpPr>
          <p:spPr>
            <a:xfrm>
              <a:off x="160935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7" name="Google Shape;3357;p56"/>
            <p:cNvSpPr/>
            <p:nvPr/>
          </p:nvSpPr>
          <p:spPr>
            <a:xfrm>
              <a:off x="160935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8" name="Google Shape;3358;p56"/>
            <p:cNvSpPr/>
            <p:nvPr/>
          </p:nvSpPr>
          <p:spPr>
            <a:xfrm>
              <a:off x="160935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9" name="Google Shape;3359;p56"/>
            <p:cNvSpPr/>
            <p:nvPr/>
          </p:nvSpPr>
          <p:spPr>
            <a:xfrm>
              <a:off x="16093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0" name="Google Shape;3360;p56"/>
            <p:cNvSpPr/>
            <p:nvPr/>
          </p:nvSpPr>
          <p:spPr>
            <a:xfrm>
              <a:off x="160935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1" name="Google Shape;3361;p56"/>
            <p:cNvSpPr/>
            <p:nvPr/>
          </p:nvSpPr>
          <p:spPr>
            <a:xfrm>
              <a:off x="16093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2" name="Google Shape;3362;p56"/>
            <p:cNvSpPr/>
            <p:nvPr/>
          </p:nvSpPr>
          <p:spPr>
            <a:xfrm>
              <a:off x="1609350" y="1647400"/>
              <a:ext cx="62200" cy="53450"/>
            </a:xfrm>
            <a:custGeom>
              <a:avLst/>
              <a:gdLst/>
              <a:ahLst/>
              <a:cxnLst/>
              <a:rect l="l" t="t" r="r" b="b"/>
              <a:pathLst>
                <a:path w="2488" h="2138" extrusionOk="0">
                  <a:moveTo>
                    <a:pt x="1065" y="1"/>
                  </a:moveTo>
                  <a:cubicBezTo>
                    <a:pt x="480" y="9"/>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3" name="Google Shape;3363;p56"/>
            <p:cNvSpPr/>
            <p:nvPr/>
          </p:nvSpPr>
          <p:spPr>
            <a:xfrm>
              <a:off x="16093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4" name="Google Shape;3364;p56"/>
            <p:cNvSpPr/>
            <p:nvPr/>
          </p:nvSpPr>
          <p:spPr>
            <a:xfrm>
              <a:off x="16093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5" name="Google Shape;3365;p56"/>
            <p:cNvSpPr/>
            <p:nvPr/>
          </p:nvSpPr>
          <p:spPr>
            <a:xfrm>
              <a:off x="16093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6" name="Google Shape;3366;p56"/>
            <p:cNvSpPr/>
            <p:nvPr/>
          </p:nvSpPr>
          <p:spPr>
            <a:xfrm>
              <a:off x="160935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7" name="Google Shape;3367;p56"/>
            <p:cNvSpPr/>
            <p:nvPr/>
          </p:nvSpPr>
          <p:spPr>
            <a:xfrm>
              <a:off x="1533125" y="2942425"/>
              <a:ext cx="62425" cy="53450"/>
            </a:xfrm>
            <a:custGeom>
              <a:avLst/>
              <a:gdLst/>
              <a:ahLst/>
              <a:cxnLst/>
              <a:rect l="l" t="t" r="r" b="b"/>
              <a:pathLst>
                <a:path w="2497" h="2138" extrusionOk="0">
                  <a:moveTo>
                    <a:pt x="1066" y="1"/>
                  </a:moveTo>
                  <a:cubicBezTo>
                    <a:pt x="480" y="9"/>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8" name="Google Shape;3368;p56"/>
            <p:cNvSpPr/>
            <p:nvPr/>
          </p:nvSpPr>
          <p:spPr>
            <a:xfrm>
              <a:off x="1533125"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9" name="Google Shape;3369;p56"/>
            <p:cNvSpPr/>
            <p:nvPr/>
          </p:nvSpPr>
          <p:spPr>
            <a:xfrm>
              <a:off x="1533125" y="2561575"/>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0" name="Google Shape;3370;p56"/>
            <p:cNvSpPr/>
            <p:nvPr/>
          </p:nvSpPr>
          <p:spPr>
            <a:xfrm>
              <a:off x="1533125"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1" name="Google Shape;3371;p56"/>
            <p:cNvSpPr/>
            <p:nvPr/>
          </p:nvSpPr>
          <p:spPr>
            <a:xfrm>
              <a:off x="1533125" y="2409350"/>
              <a:ext cx="62425" cy="53350"/>
            </a:xfrm>
            <a:custGeom>
              <a:avLst/>
              <a:gdLst/>
              <a:ahLst/>
              <a:cxnLst/>
              <a:rect l="l" t="t" r="r" b="b"/>
              <a:pathLst>
                <a:path w="2497" h="2134"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2" name="Google Shape;3372;p56"/>
            <p:cNvSpPr/>
            <p:nvPr/>
          </p:nvSpPr>
          <p:spPr>
            <a:xfrm>
              <a:off x="1533125" y="2333125"/>
              <a:ext cx="62425" cy="53450"/>
            </a:xfrm>
            <a:custGeom>
              <a:avLst/>
              <a:gdLst/>
              <a:ahLst/>
              <a:cxnLst/>
              <a:rect l="l" t="t" r="r" b="b"/>
              <a:pathLst>
                <a:path w="2497" h="2138" extrusionOk="0">
                  <a:moveTo>
                    <a:pt x="1066" y="1"/>
                  </a:moveTo>
                  <a:cubicBezTo>
                    <a:pt x="480"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3" name="Google Shape;3373;p56"/>
            <p:cNvSpPr/>
            <p:nvPr/>
          </p:nvSpPr>
          <p:spPr>
            <a:xfrm>
              <a:off x="1533125" y="2256925"/>
              <a:ext cx="62575" cy="53425"/>
            </a:xfrm>
            <a:custGeom>
              <a:avLst/>
              <a:gdLst/>
              <a:ahLst/>
              <a:cxnLst/>
              <a:rect l="l" t="t" r="r" b="b"/>
              <a:pathLst>
                <a:path w="2503" h="2137" extrusionOk="0">
                  <a:moveTo>
                    <a:pt x="1076" y="0"/>
                  </a:moveTo>
                  <a:cubicBezTo>
                    <a:pt x="1073" y="0"/>
                    <a:pt x="1069" y="0"/>
                    <a:pt x="1066" y="0"/>
                  </a:cubicBezTo>
                  <a:cubicBezTo>
                    <a:pt x="480"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4" name="Google Shape;3374;p56"/>
            <p:cNvSpPr/>
            <p:nvPr/>
          </p:nvSpPr>
          <p:spPr>
            <a:xfrm>
              <a:off x="1533125" y="2180700"/>
              <a:ext cx="62425" cy="53350"/>
            </a:xfrm>
            <a:custGeom>
              <a:avLst/>
              <a:gdLst/>
              <a:ahLst/>
              <a:cxnLst/>
              <a:rect l="l" t="t" r="r" b="b"/>
              <a:pathLst>
                <a:path w="2497" h="2134" extrusionOk="0">
                  <a:moveTo>
                    <a:pt x="1066" y="1"/>
                  </a:moveTo>
                  <a:cubicBezTo>
                    <a:pt x="480" y="1"/>
                    <a:pt x="1"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5" name="Google Shape;3375;p56"/>
            <p:cNvSpPr/>
            <p:nvPr/>
          </p:nvSpPr>
          <p:spPr>
            <a:xfrm>
              <a:off x="1533125" y="21045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6" name="Google Shape;3376;p56"/>
            <p:cNvSpPr/>
            <p:nvPr/>
          </p:nvSpPr>
          <p:spPr>
            <a:xfrm>
              <a:off x="1533125" y="2028275"/>
              <a:ext cx="62425" cy="53450"/>
            </a:xfrm>
            <a:custGeom>
              <a:avLst/>
              <a:gdLst/>
              <a:ahLst/>
              <a:cxnLst/>
              <a:rect l="l" t="t" r="r" b="b"/>
              <a:pathLst>
                <a:path w="2497" h="2138" extrusionOk="0">
                  <a:moveTo>
                    <a:pt x="1066" y="1"/>
                  </a:moveTo>
                  <a:cubicBezTo>
                    <a:pt x="480" y="1"/>
                    <a:pt x="1"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7" name="Google Shape;3377;p56"/>
            <p:cNvSpPr/>
            <p:nvPr/>
          </p:nvSpPr>
          <p:spPr>
            <a:xfrm>
              <a:off x="1533125" y="1952050"/>
              <a:ext cx="62425" cy="53450"/>
            </a:xfrm>
            <a:custGeom>
              <a:avLst/>
              <a:gdLst/>
              <a:ahLst/>
              <a:cxnLst/>
              <a:rect l="l" t="t" r="r" b="b"/>
              <a:pathLst>
                <a:path w="2497" h="2138" extrusionOk="0">
                  <a:moveTo>
                    <a:pt x="1066" y="1"/>
                  </a:moveTo>
                  <a:cubicBezTo>
                    <a:pt x="480" y="9"/>
                    <a:pt x="1" y="481"/>
                    <a:pt x="1" y="1074"/>
                  </a:cubicBezTo>
                  <a:cubicBezTo>
                    <a:pt x="1" y="1712"/>
                    <a:pt x="525" y="2138"/>
                    <a:pt x="1073" y="2138"/>
                  </a:cubicBezTo>
                  <a:cubicBezTo>
                    <a:pt x="1336" y="2138"/>
                    <a:pt x="1603"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8" name="Google Shape;3378;p56"/>
            <p:cNvSpPr/>
            <p:nvPr/>
          </p:nvSpPr>
          <p:spPr>
            <a:xfrm>
              <a:off x="1533125" y="1876050"/>
              <a:ext cx="62425" cy="53275"/>
            </a:xfrm>
            <a:custGeom>
              <a:avLst/>
              <a:gdLst/>
              <a:ahLst/>
              <a:cxnLst/>
              <a:rect l="l" t="t" r="r" b="b"/>
              <a:pathLst>
                <a:path w="2497" h="2131" extrusionOk="0">
                  <a:moveTo>
                    <a:pt x="1066" y="1"/>
                  </a:moveTo>
                  <a:cubicBezTo>
                    <a:pt x="480" y="1"/>
                    <a:pt x="1" y="472"/>
                    <a:pt x="1" y="1066"/>
                  </a:cubicBezTo>
                  <a:cubicBezTo>
                    <a:pt x="1" y="1707"/>
                    <a:pt x="523" y="2131"/>
                    <a:pt x="1070" y="2131"/>
                  </a:cubicBezTo>
                  <a:cubicBezTo>
                    <a:pt x="1333" y="2131"/>
                    <a:pt x="1602"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9" name="Google Shape;3379;p56"/>
            <p:cNvSpPr/>
            <p:nvPr/>
          </p:nvSpPr>
          <p:spPr>
            <a:xfrm>
              <a:off x="1533125"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0" name="Google Shape;3380;p56"/>
            <p:cNvSpPr/>
            <p:nvPr/>
          </p:nvSpPr>
          <p:spPr>
            <a:xfrm>
              <a:off x="1533125"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1" name="Google Shape;3381;p56"/>
            <p:cNvSpPr/>
            <p:nvPr/>
          </p:nvSpPr>
          <p:spPr>
            <a:xfrm>
              <a:off x="1533125" y="164740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2" name="Google Shape;3382;p56"/>
            <p:cNvSpPr/>
            <p:nvPr/>
          </p:nvSpPr>
          <p:spPr>
            <a:xfrm>
              <a:off x="1533125" y="134275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3" name="Google Shape;3383;p56"/>
            <p:cNvSpPr/>
            <p:nvPr/>
          </p:nvSpPr>
          <p:spPr>
            <a:xfrm>
              <a:off x="1456925"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4" name="Google Shape;3384;p56"/>
            <p:cNvSpPr/>
            <p:nvPr/>
          </p:nvSpPr>
          <p:spPr>
            <a:xfrm>
              <a:off x="1456925" y="2790200"/>
              <a:ext cx="62425" cy="53350"/>
            </a:xfrm>
            <a:custGeom>
              <a:avLst/>
              <a:gdLst/>
              <a:ahLst/>
              <a:cxnLst/>
              <a:rect l="l" t="t" r="r" b="b"/>
              <a:pathLst>
                <a:path w="2497" h="2134" extrusionOk="0">
                  <a:moveTo>
                    <a:pt x="1065" y="1"/>
                  </a:moveTo>
                  <a:cubicBezTo>
                    <a:pt x="480" y="1"/>
                    <a:pt x="8"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5" name="Google Shape;3385;p56"/>
            <p:cNvSpPr/>
            <p:nvPr/>
          </p:nvSpPr>
          <p:spPr>
            <a:xfrm>
              <a:off x="145692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6" name="Google Shape;3386;p56"/>
            <p:cNvSpPr/>
            <p:nvPr/>
          </p:nvSpPr>
          <p:spPr>
            <a:xfrm>
              <a:off x="1456925"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7" name="Google Shape;3387;p56"/>
            <p:cNvSpPr/>
            <p:nvPr/>
          </p:nvSpPr>
          <p:spPr>
            <a:xfrm>
              <a:off x="1456925" y="2561575"/>
              <a:ext cx="62425" cy="53425"/>
            </a:xfrm>
            <a:custGeom>
              <a:avLst/>
              <a:gdLst/>
              <a:ahLst/>
              <a:cxnLst/>
              <a:rect l="l" t="t" r="r" b="b"/>
              <a:pathLst>
                <a:path w="2497"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8" name="Google Shape;3388;p56"/>
            <p:cNvSpPr/>
            <p:nvPr/>
          </p:nvSpPr>
          <p:spPr>
            <a:xfrm>
              <a:off x="1456925" y="2485550"/>
              <a:ext cx="62425" cy="53300"/>
            </a:xfrm>
            <a:custGeom>
              <a:avLst/>
              <a:gdLst/>
              <a:ahLst/>
              <a:cxnLst/>
              <a:rect l="l" t="t" r="r" b="b"/>
              <a:pathLst>
                <a:path w="2497"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9" name="Google Shape;3389;p56"/>
            <p:cNvSpPr/>
            <p:nvPr/>
          </p:nvSpPr>
          <p:spPr>
            <a:xfrm>
              <a:off x="1456925" y="2409350"/>
              <a:ext cx="62425" cy="53350"/>
            </a:xfrm>
            <a:custGeom>
              <a:avLst/>
              <a:gdLst/>
              <a:ahLst/>
              <a:cxnLst/>
              <a:rect l="l" t="t" r="r" b="b"/>
              <a:pathLst>
                <a:path w="2497"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0" name="Google Shape;3390;p56"/>
            <p:cNvSpPr/>
            <p:nvPr/>
          </p:nvSpPr>
          <p:spPr>
            <a:xfrm>
              <a:off x="1456925"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1" name="Google Shape;3391;p56"/>
            <p:cNvSpPr/>
            <p:nvPr/>
          </p:nvSpPr>
          <p:spPr>
            <a:xfrm>
              <a:off x="145692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2" name="Google Shape;3392;p56"/>
            <p:cNvSpPr/>
            <p:nvPr/>
          </p:nvSpPr>
          <p:spPr>
            <a:xfrm>
              <a:off x="1456925" y="2180700"/>
              <a:ext cx="62425" cy="53350"/>
            </a:xfrm>
            <a:custGeom>
              <a:avLst/>
              <a:gdLst/>
              <a:ahLst/>
              <a:cxnLst/>
              <a:rect l="l" t="t" r="r" b="b"/>
              <a:pathLst>
                <a:path w="2497" h="2134" extrusionOk="0">
                  <a:moveTo>
                    <a:pt x="1065" y="1"/>
                  </a:moveTo>
                  <a:cubicBezTo>
                    <a:pt x="480" y="1"/>
                    <a:pt x="8"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3" name="Google Shape;3393;p56"/>
            <p:cNvSpPr/>
            <p:nvPr/>
          </p:nvSpPr>
          <p:spPr>
            <a:xfrm>
              <a:off x="145692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4" name="Google Shape;3394;p56"/>
            <p:cNvSpPr/>
            <p:nvPr/>
          </p:nvSpPr>
          <p:spPr>
            <a:xfrm>
              <a:off x="1456925" y="2028275"/>
              <a:ext cx="62425" cy="53450"/>
            </a:xfrm>
            <a:custGeom>
              <a:avLst/>
              <a:gdLst/>
              <a:ahLst/>
              <a:cxnLst/>
              <a:rect l="l" t="t" r="r" b="b"/>
              <a:pathLst>
                <a:path w="2497" h="2138" extrusionOk="0">
                  <a:moveTo>
                    <a:pt x="1065" y="1"/>
                  </a:moveTo>
                  <a:cubicBezTo>
                    <a:pt x="480" y="1"/>
                    <a:pt x="8"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5" name="Google Shape;3395;p56"/>
            <p:cNvSpPr/>
            <p:nvPr/>
          </p:nvSpPr>
          <p:spPr>
            <a:xfrm>
              <a:off x="1456925" y="1952050"/>
              <a:ext cx="62425" cy="53450"/>
            </a:xfrm>
            <a:custGeom>
              <a:avLst/>
              <a:gdLst/>
              <a:ahLst/>
              <a:cxnLst/>
              <a:rect l="l" t="t" r="r" b="b"/>
              <a:pathLst>
                <a:path w="2497" h="2138" extrusionOk="0">
                  <a:moveTo>
                    <a:pt x="1065" y="1"/>
                  </a:moveTo>
                  <a:cubicBezTo>
                    <a:pt x="480" y="9"/>
                    <a:pt x="8"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6" name="Google Shape;3396;p56"/>
            <p:cNvSpPr/>
            <p:nvPr/>
          </p:nvSpPr>
          <p:spPr>
            <a:xfrm>
              <a:off x="145692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7" name="Google Shape;3397;p56"/>
            <p:cNvSpPr/>
            <p:nvPr/>
          </p:nvSpPr>
          <p:spPr>
            <a:xfrm>
              <a:off x="1456925" y="1799850"/>
              <a:ext cx="62425" cy="53325"/>
            </a:xfrm>
            <a:custGeom>
              <a:avLst/>
              <a:gdLst/>
              <a:ahLst/>
              <a:cxnLst/>
              <a:rect l="l" t="t" r="r" b="b"/>
              <a:pathLst>
                <a:path w="2497" h="2133"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8" name="Google Shape;3398;p56"/>
            <p:cNvSpPr/>
            <p:nvPr/>
          </p:nvSpPr>
          <p:spPr>
            <a:xfrm>
              <a:off x="145692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9" name="Google Shape;3399;p56"/>
            <p:cNvSpPr/>
            <p:nvPr/>
          </p:nvSpPr>
          <p:spPr>
            <a:xfrm>
              <a:off x="1456925" y="1647400"/>
              <a:ext cx="62425" cy="53450"/>
            </a:xfrm>
            <a:custGeom>
              <a:avLst/>
              <a:gdLst/>
              <a:ahLst/>
              <a:cxnLst/>
              <a:rect l="l" t="t" r="r" b="b"/>
              <a:pathLst>
                <a:path w="2497"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0" name="Google Shape;3400;p56"/>
            <p:cNvSpPr/>
            <p:nvPr/>
          </p:nvSpPr>
          <p:spPr>
            <a:xfrm>
              <a:off x="1456925" y="1571400"/>
              <a:ext cx="62425" cy="53250"/>
            </a:xfrm>
            <a:custGeom>
              <a:avLst/>
              <a:gdLst/>
              <a:ahLst/>
              <a:cxnLst/>
              <a:rect l="l" t="t" r="r" b="b"/>
              <a:pathLst>
                <a:path w="2497"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1" name="Google Shape;3401;p56"/>
            <p:cNvSpPr/>
            <p:nvPr/>
          </p:nvSpPr>
          <p:spPr>
            <a:xfrm>
              <a:off x="1456925" y="1266550"/>
              <a:ext cx="62425" cy="53450"/>
            </a:xfrm>
            <a:custGeom>
              <a:avLst/>
              <a:gdLst/>
              <a:ahLst/>
              <a:cxnLst/>
              <a:rect l="l" t="t" r="r" b="b"/>
              <a:pathLst>
                <a:path w="2497"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2" name="Google Shape;3402;p56"/>
            <p:cNvSpPr/>
            <p:nvPr/>
          </p:nvSpPr>
          <p:spPr>
            <a:xfrm>
              <a:off x="1380900"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3" name="Google Shape;3403;p56"/>
            <p:cNvSpPr/>
            <p:nvPr/>
          </p:nvSpPr>
          <p:spPr>
            <a:xfrm>
              <a:off x="1380900"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4" name="Google Shape;3404;p56"/>
            <p:cNvSpPr/>
            <p:nvPr/>
          </p:nvSpPr>
          <p:spPr>
            <a:xfrm>
              <a:off x="1380900"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5" name="Google Shape;3405;p56"/>
            <p:cNvSpPr/>
            <p:nvPr/>
          </p:nvSpPr>
          <p:spPr>
            <a:xfrm>
              <a:off x="13809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6" name="Google Shape;3406;p56"/>
            <p:cNvSpPr/>
            <p:nvPr/>
          </p:nvSpPr>
          <p:spPr>
            <a:xfrm>
              <a:off x="1380900"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7" name="Google Shape;3407;p56"/>
            <p:cNvSpPr/>
            <p:nvPr/>
          </p:nvSpPr>
          <p:spPr>
            <a:xfrm>
              <a:off x="13809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8" name="Google Shape;3408;p56"/>
            <p:cNvSpPr/>
            <p:nvPr/>
          </p:nvSpPr>
          <p:spPr>
            <a:xfrm>
              <a:off x="13809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9" name="Google Shape;3409;p56"/>
            <p:cNvSpPr/>
            <p:nvPr/>
          </p:nvSpPr>
          <p:spPr>
            <a:xfrm>
              <a:off x="1380900"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0" name="Google Shape;3410;p56"/>
            <p:cNvSpPr/>
            <p:nvPr/>
          </p:nvSpPr>
          <p:spPr>
            <a:xfrm>
              <a:off x="13809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1" name="Google Shape;3411;p56"/>
            <p:cNvSpPr/>
            <p:nvPr/>
          </p:nvSpPr>
          <p:spPr>
            <a:xfrm>
              <a:off x="13809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2" name="Google Shape;3412;p56"/>
            <p:cNvSpPr/>
            <p:nvPr/>
          </p:nvSpPr>
          <p:spPr>
            <a:xfrm>
              <a:off x="13809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3" name="Google Shape;3413;p56"/>
            <p:cNvSpPr/>
            <p:nvPr/>
          </p:nvSpPr>
          <p:spPr>
            <a:xfrm>
              <a:off x="13809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4" name="Google Shape;3414;p56"/>
            <p:cNvSpPr/>
            <p:nvPr/>
          </p:nvSpPr>
          <p:spPr>
            <a:xfrm>
              <a:off x="13809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5" name="Google Shape;3415;p56"/>
            <p:cNvSpPr/>
            <p:nvPr/>
          </p:nvSpPr>
          <p:spPr>
            <a:xfrm>
              <a:off x="13809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6" name="Google Shape;3416;p56"/>
            <p:cNvSpPr/>
            <p:nvPr/>
          </p:nvSpPr>
          <p:spPr>
            <a:xfrm>
              <a:off x="13809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7" name="Google Shape;3417;p56"/>
            <p:cNvSpPr/>
            <p:nvPr/>
          </p:nvSpPr>
          <p:spPr>
            <a:xfrm>
              <a:off x="138090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8" name="Google Shape;3418;p56"/>
            <p:cNvSpPr/>
            <p:nvPr/>
          </p:nvSpPr>
          <p:spPr>
            <a:xfrm>
              <a:off x="13809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9" name="Google Shape;3419;p56"/>
            <p:cNvSpPr/>
            <p:nvPr/>
          </p:nvSpPr>
          <p:spPr>
            <a:xfrm>
              <a:off x="13809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0" name="Google Shape;3420;p56"/>
            <p:cNvSpPr/>
            <p:nvPr/>
          </p:nvSpPr>
          <p:spPr>
            <a:xfrm>
              <a:off x="13047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1" name="Google Shape;3421;p56"/>
            <p:cNvSpPr/>
            <p:nvPr/>
          </p:nvSpPr>
          <p:spPr>
            <a:xfrm>
              <a:off x="130470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2" name="Google Shape;3422;p56"/>
            <p:cNvSpPr/>
            <p:nvPr/>
          </p:nvSpPr>
          <p:spPr>
            <a:xfrm>
              <a:off x="130470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3" name="Google Shape;3423;p56"/>
            <p:cNvSpPr/>
            <p:nvPr/>
          </p:nvSpPr>
          <p:spPr>
            <a:xfrm>
              <a:off x="13047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4" name="Google Shape;3424;p56"/>
            <p:cNvSpPr/>
            <p:nvPr/>
          </p:nvSpPr>
          <p:spPr>
            <a:xfrm>
              <a:off x="130470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5" name="Google Shape;3425;p56"/>
            <p:cNvSpPr/>
            <p:nvPr/>
          </p:nvSpPr>
          <p:spPr>
            <a:xfrm>
              <a:off x="130470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6" name="Google Shape;3426;p56"/>
            <p:cNvSpPr/>
            <p:nvPr/>
          </p:nvSpPr>
          <p:spPr>
            <a:xfrm>
              <a:off x="13047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7" name="Google Shape;3427;p56"/>
            <p:cNvSpPr/>
            <p:nvPr/>
          </p:nvSpPr>
          <p:spPr>
            <a:xfrm>
              <a:off x="13047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8" name="Google Shape;3428;p56"/>
            <p:cNvSpPr/>
            <p:nvPr/>
          </p:nvSpPr>
          <p:spPr>
            <a:xfrm>
              <a:off x="13047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9" name="Google Shape;3429;p56"/>
            <p:cNvSpPr/>
            <p:nvPr/>
          </p:nvSpPr>
          <p:spPr>
            <a:xfrm>
              <a:off x="13047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0" name="Google Shape;3430;p56"/>
            <p:cNvSpPr/>
            <p:nvPr/>
          </p:nvSpPr>
          <p:spPr>
            <a:xfrm>
              <a:off x="1304700" y="17998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1" name="Google Shape;3431;p56"/>
            <p:cNvSpPr/>
            <p:nvPr/>
          </p:nvSpPr>
          <p:spPr>
            <a:xfrm>
              <a:off x="13047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2" name="Google Shape;3432;p56"/>
            <p:cNvSpPr/>
            <p:nvPr/>
          </p:nvSpPr>
          <p:spPr>
            <a:xfrm>
              <a:off x="130470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3" name="Google Shape;3433;p56"/>
            <p:cNvSpPr/>
            <p:nvPr/>
          </p:nvSpPr>
          <p:spPr>
            <a:xfrm>
              <a:off x="130470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4" name="Google Shape;3434;p56"/>
            <p:cNvSpPr/>
            <p:nvPr/>
          </p:nvSpPr>
          <p:spPr>
            <a:xfrm>
              <a:off x="13047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5" name="Google Shape;3435;p56"/>
            <p:cNvSpPr/>
            <p:nvPr/>
          </p:nvSpPr>
          <p:spPr>
            <a:xfrm>
              <a:off x="13047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6" name="Google Shape;3436;p56"/>
            <p:cNvSpPr/>
            <p:nvPr/>
          </p:nvSpPr>
          <p:spPr>
            <a:xfrm>
              <a:off x="1304700" y="11905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7" name="Google Shape;3437;p56"/>
            <p:cNvSpPr/>
            <p:nvPr/>
          </p:nvSpPr>
          <p:spPr>
            <a:xfrm>
              <a:off x="12284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8" name="Google Shape;3438;p56"/>
            <p:cNvSpPr/>
            <p:nvPr/>
          </p:nvSpPr>
          <p:spPr>
            <a:xfrm>
              <a:off x="12284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9" name="Google Shape;3439;p56"/>
            <p:cNvSpPr/>
            <p:nvPr/>
          </p:nvSpPr>
          <p:spPr>
            <a:xfrm>
              <a:off x="12284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0" name="Google Shape;3440;p56"/>
            <p:cNvSpPr/>
            <p:nvPr/>
          </p:nvSpPr>
          <p:spPr>
            <a:xfrm>
              <a:off x="12284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1" name="Google Shape;3441;p56"/>
            <p:cNvSpPr/>
            <p:nvPr/>
          </p:nvSpPr>
          <p:spPr>
            <a:xfrm>
              <a:off x="1228475"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2" name="Google Shape;3442;p56"/>
            <p:cNvSpPr/>
            <p:nvPr/>
          </p:nvSpPr>
          <p:spPr>
            <a:xfrm>
              <a:off x="1228475"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3" name="Google Shape;3443;p56"/>
            <p:cNvSpPr/>
            <p:nvPr/>
          </p:nvSpPr>
          <p:spPr>
            <a:xfrm>
              <a:off x="1228475"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81" y="2137"/>
                  </a:cubicBezTo>
                  <a:cubicBezTo>
                    <a:pt x="1344" y="2137"/>
                    <a:pt x="1612" y="2039"/>
                    <a:pt x="1830"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4" name="Google Shape;3444;p56"/>
            <p:cNvSpPr/>
            <p:nvPr/>
          </p:nvSpPr>
          <p:spPr>
            <a:xfrm>
              <a:off x="12284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5" name="Google Shape;3445;p56"/>
            <p:cNvSpPr/>
            <p:nvPr/>
          </p:nvSpPr>
          <p:spPr>
            <a:xfrm>
              <a:off x="12284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6" name="Google Shape;3446;p56"/>
            <p:cNvSpPr/>
            <p:nvPr/>
          </p:nvSpPr>
          <p:spPr>
            <a:xfrm>
              <a:off x="12284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7" name="Google Shape;3447;p56"/>
            <p:cNvSpPr/>
            <p:nvPr/>
          </p:nvSpPr>
          <p:spPr>
            <a:xfrm>
              <a:off x="12284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8" name="Google Shape;3448;p56"/>
            <p:cNvSpPr/>
            <p:nvPr/>
          </p:nvSpPr>
          <p:spPr>
            <a:xfrm>
              <a:off x="122847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9" name="Google Shape;3449;p56"/>
            <p:cNvSpPr/>
            <p:nvPr/>
          </p:nvSpPr>
          <p:spPr>
            <a:xfrm>
              <a:off x="12284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0" name="Google Shape;3450;p56"/>
            <p:cNvSpPr/>
            <p:nvPr/>
          </p:nvSpPr>
          <p:spPr>
            <a:xfrm>
              <a:off x="12284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1" name="Google Shape;3451;p56"/>
            <p:cNvSpPr/>
            <p:nvPr/>
          </p:nvSpPr>
          <p:spPr>
            <a:xfrm>
              <a:off x="12284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2" name="Google Shape;3452;p56"/>
            <p:cNvSpPr/>
            <p:nvPr/>
          </p:nvSpPr>
          <p:spPr>
            <a:xfrm>
              <a:off x="12284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3" name="Google Shape;3453;p56"/>
            <p:cNvSpPr/>
            <p:nvPr/>
          </p:nvSpPr>
          <p:spPr>
            <a:xfrm>
              <a:off x="1228475"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4" name="Google Shape;3454;p56"/>
            <p:cNvSpPr/>
            <p:nvPr/>
          </p:nvSpPr>
          <p:spPr>
            <a:xfrm>
              <a:off x="12284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5" name="Google Shape;3455;p56"/>
            <p:cNvSpPr/>
            <p:nvPr/>
          </p:nvSpPr>
          <p:spPr>
            <a:xfrm>
              <a:off x="1152275" y="2561575"/>
              <a:ext cx="62400" cy="53425"/>
            </a:xfrm>
            <a:custGeom>
              <a:avLst/>
              <a:gdLst/>
              <a:ahLst/>
              <a:cxnLst/>
              <a:rect l="l" t="t" r="r" b="b"/>
              <a:pathLst>
                <a:path w="2496"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6" name="Google Shape;3456;p56"/>
            <p:cNvSpPr/>
            <p:nvPr/>
          </p:nvSpPr>
          <p:spPr>
            <a:xfrm>
              <a:off x="1152275" y="2485550"/>
              <a:ext cx="62400" cy="53300"/>
            </a:xfrm>
            <a:custGeom>
              <a:avLst/>
              <a:gdLst/>
              <a:ahLst/>
              <a:cxnLst/>
              <a:rect l="l" t="t" r="r" b="b"/>
              <a:pathLst>
                <a:path w="2496"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7" name="Google Shape;3457;p56"/>
            <p:cNvSpPr/>
            <p:nvPr/>
          </p:nvSpPr>
          <p:spPr>
            <a:xfrm>
              <a:off x="1152275" y="2409350"/>
              <a:ext cx="62400" cy="53350"/>
            </a:xfrm>
            <a:custGeom>
              <a:avLst/>
              <a:gdLst/>
              <a:ahLst/>
              <a:cxnLst/>
              <a:rect l="l" t="t" r="r" b="b"/>
              <a:pathLst>
                <a:path w="2496"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8" name="Google Shape;3458;p56"/>
            <p:cNvSpPr/>
            <p:nvPr/>
          </p:nvSpPr>
          <p:spPr>
            <a:xfrm>
              <a:off x="1152275"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9" name="Google Shape;3459;p56"/>
            <p:cNvSpPr/>
            <p:nvPr/>
          </p:nvSpPr>
          <p:spPr>
            <a:xfrm>
              <a:off x="11522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0" name="Google Shape;3460;p56"/>
            <p:cNvSpPr/>
            <p:nvPr/>
          </p:nvSpPr>
          <p:spPr>
            <a:xfrm>
              <a:off x="1152275" y="2180700"/>
              <a:ext cx="62400" cy="53350"/>
            </a:xfrm>
            <a:custGeom>
              <a:avLst/>
              <a:gdLst/>
              <a:ahLst/>
              <a:cxnLst/>
              <a:rect l="l" t="t" r="r" b="b"/>
              <a:pathLst>
                <a:path w="2496"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1" name="Google Shape;3461;p56"/>
            <p:cNvSpPr/>
            <p:nvPr/>
          </p:nvSpPr>
          <p:spPr>
            <a:xfrm>
              <a:off x="1152275" y="210450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2" name="Google Shape;3462;p56"/>
            <p:cNvSpPr/>
            <p:nvPr/>
          </p:nvSpPr>
          <p:spPr>
            <a:xfrm>
              <a:off x="1152275"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3" name="Google Shape;3463;p56"/>
            <p:cNvSpPr/>
            <p:nvPr/>
          </p:nvSpPr>
          <p:spPr>
            <a:xfrm>
              <a:off x="1152275"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4" name="Google Shape;3464;p56"/>
            <p:cNvSpPr/>
            <p:nvPr/>
          </p:nvSpPr>
          <p:spPr>
            <a:xfrm>
              <a:off x="1152275"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5" name="Google Shape;3465;p56"/>
            <p:cNvSpPr/>
            <p:nvPr/>
          </p:nvSpPr>
          <p:spPr>
            <a:xfrm>
              <a:off x="1152275" y="179985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6" name="Google Shape;3466;p56"/>
            <p:cNvSpPr/>
            <p:nvPr/>
          </p:nvSpPr>
          <p:spPr>
            <a:xfrm>
              <a:off x="1152275" y="1723625"/>
              <a:ext cx="62400" cy="53350"/>
            </a:xfrm>
            <a:custGeom>
              <a:avLst/>
              <a:gdLst/>
              <a:ahLst/>
              <a:cxnLst/>
              <a:rect l="l" t="t" r="r" b="b"/>
              <a:pathLst>
                <a:path w="2496"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7" name="Google Shape;3467;p56"/>
            <p:cNvSpPr/>
            <p:nvPr/>
          </p:nvSpPr>
          <p:spPr>
            <a:xfrm>
              <a:off x="11522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8" name="Google Shape;3468;p56"/>
            <p:cNvSpPr/>
            <p:nvPr/>
          </p:nvSpPr>
          <p:spPr>
            <a:xfrm>
              <a:off x="1152275"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9" name="Google Shape;3469;p56"/>
            <p:cNvSpPr/>
            <p:nvPr/>
          </p:nvSpPr>
          <p:spPr>
            <a:xfrm>
              <a:off x="1152275"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0" name="Google Shape;3470;p56"/>
            <p:cNvSpPr/>
            <p:nvPr/>
          </p:nvSpPr>
          <p:spPr>
            <a:xfrm>
              <a:off x="1076050"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1" name="Google Shape;3471;p56"/>
            <p:cNvSpPr/>
            <p:nvPr/>
          </p:nvSpPr>
          <p:spPr>
            <a:xfrm>
              <a:off x="10760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2" name="Google Shape;3472;p56"/>
            <p:cNvSpPr/>
            <p:nvPr/>
          </p:nvSpPr>
          <p:spPr>
            <a:xfrm>
              <a:off x="10760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3" name="Google Shape;3473;p56"/>
            <p:cNvSpPr/>
            <p:nvPr/>
          </p:nvSpPr>
          <p:spPr>
            <a:xfrm>
              <a:off x="10760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4" name="Google Shape;3474;p56"/>
            <p:cNvSpPr/>
            <p:nvPr/>
          </p:nvSpPr>
          <p:spPr>
            <a:xfrm>
              <a:off x="1076050"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5" name="Google Shape;3475;p56"/>
            <p:cNvSpPr/>
            <p:nvPr/>
          </p:nvSpPr>
          <p:spPr>
            <a:xfrm>
              <a:off x="10760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6" name="Google Shape;3476;p56"/>
            <p:cNvSpPr/>
            <p:nvPr/>
          </p:nvSpPr>
          <p:spPr>
            <a:xfrm>
              <a:off x="1076050"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7" name="Google Shape;3477;p56"/>
            <p:cNvSpPr/>
            <p:nvPr/>
          </p:nvSpPr>
          <p:spPr>
            <a:xfrm>
              <a:off x="10760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8" name="Google Shape;3478;p56"/>
            <p:cNvSpPr/>
            <p:nvPr/>
          </p:nvSpPr>
          <p:spPr>
            <a:xfrm>
              <a:off x="10760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9" name="Google Shape;3479;p56"/>
            <p:cNvSpPr/>
            <p:nvPr/>
          </p:nvSpPr>
          <p:spPr>
            <a:xfrm>
              <a:off x="10760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0" name="Google Shape;3480;p56"/>
            <p:cNvSpPr/>
            <p:nvPr/>
          </p:nvSpPr>
          <p:spPr>
            <a:xfrm>
              <a:off x="1076050"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1" name="Google Shape;3481;p56"/>
            <p:cNvSpPr/>
            <p:nvPr/>
          </p:nvSpPr>
          <p:spPr>
            <a:xfrm>
              <a:off x="1076050" y="1571400"/>
              <a:ext cx="62425" cy="53250"/>
            </a:xfrm>
            <a:custGeom>
              <a:avLst/>
              <a:gdLst/>
              <a:ahLst/>
              <a:cxnLst/>
              <a:rect l="l" t="t" r="r" b="b"/>
              <a:pathLst>
                <a:path w="2497" h="2130" extrusionOk="0">
                  <a:moveTo>
                    <a:pt x="1074" y="1"/>
                  </a:moveTo>
                  <a:cubicBezTo>
                    <a:pt x="480" y="1"/>
                    <a:pt x="9" y="472"/>
                    <a:pt x="1" y="1066"/>
                  </a:cubicBezTo>
                  <a:cubicBezTo>
                    <a:pt x="1" y="1703"/>
                    <a:pt x="529" y="2129"/>
                    <a:pt x="1077" y="2129"/>
                  </a:cubicBezTo>
                  <a:cubicBezTo>
                    <a:pt x="1339" y="2129"/>
                    <a:pt x="1606"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2" name="Google Shape;3482;p56"/>
            <p:cNvSpPr/>
            <p:nvPr/>
          </p:nvSpPr>
          <p:spPr>
            <a:xfrm>
              <a:off x="1076050"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3" name="Google Shape;3483;p56"/>
            <p:cNvSpPr/>
            <p:nvPr/>
          </p:nvSpPr>
          <p:spPr>
            <a:xfrm>
              <a:off x="1076050"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4" name="Google Shape;3484;p56"/>
            <p:cNvSpPr/>
            <p:nvPr/>
          </p:nvSpPr>
          <p:spPr>
            <a:xfrm>
              <a:off x="1076050"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6"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5" name="Google Shape;3485;p56"/>
            <p:cNvSpPr/>
            <p:nvPr/>
          </p:nvSpPr>
          <p:spPr>
            <a:xfrm>
              <a:off x="1000050"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6" name="Google Shape;3486;p56"/>
            <p:cNvSpPr/>
            <p:nvPr/>
          </p:nvSpPr>
          <p:spPr>
            <a:xfrm>
              <a:off x="1000050" y="2028275"/>
              <a:ext cx="62200" cy="53450"/>
            </a:xfrm>
            <a:custGeom>
              <a:avLst/>
              <a:gdLst/>
              <a:ahLst/>
              <a:cxnLst/>
              <a:rect l="l" t="t" r="r" b="b"/>
              <a:pathLst>
                <a:path w="2488" h="2138" extrusionOk="0">
                  <a:moveTo>
                    <a:pt x="1065" y="1"/>
                  </a:moveTo>
                  <a:cubicBezTo>
                    <a:pt x="472" y="1"/>
                    <a:pt x="0" y="480"/>
                    <a:pt x="0" y="1065"/>
                  </a:cubicBezTo>
                  <a:cubicBezTo>
                    <a:pt x="0" y="1709"/>
                    <a:pt x="525" y="2137"/>
                    <a:pt x="1072"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7" name="Google Shape;3487;p56"/>
            <p:cNvSpPr/>
            <p:nvPr/>
          </p:nvSpPr>
          <p:spPr>
            <a:xfrm>
              <a:off x="1000050"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8" name="Google Shape;3488;p56"/>
            <p:cNvSpPr/>
            <p:nvPr/>
          </p:nvSpPr>
          <p:spPr>
            <a:xfrm>
              <a:off x="1000050"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9" name="Google Shape;3489;p56"/>
            <p:cNvSpPr/>
            <p:nvPr/>
          </p:nvSpPr>
          <p:spPr>
            <a:xfrm>
              <a:off x="10000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0" name="Google Shape;3490;p56"/>
            <p:cNvSpPr/>
            <p:nvPr/>
          </p:nvSpPr>
          <p:spPr>
            <a:xfrm>
              <a:off x="1000050"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1" name="Google Shape;3491;p56"/>
            <p:cNvSpPr/>
            <p:nvPr/>
          </p:nvSpPr>
          <p:spPr>
            <a:xfrm>
              <a:off x="1000050" y="164740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2" name="Google Shape;3492;p56"/>
            <p:cNvSpPr/>
            <p:nvPr/>
          </p:nvSpPr>
          <p:spPr>
            <a:xfrm>
              <a:off x="1000050"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2"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3" name="Google Shape;3493;p56"/>
            <p:cNvSpPr/>
            <p:nvPr/>
          </p:nvSpPr>
          <p:spPr>
            <a:xfrm>
              <a:off x="1000050" y="134275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4" name="Google Shape;3494;p56"/>
            <p:cNvSpPr/>
            <p:nvPr/>
          </p:nvSpPr>
          <p:spPr>
            <a:xfrm>
              <a:off x="92382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5" name="Google Shape;3495;p56"/>
            <p:cNvSpPr/>
            <p:nvPr/>
          </p:nvSpPr>
          <p:spPr>
            <a:xfrm>
              <a:off x="92382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6" name="Google Shape;3496;p56"/>
            <p:cNvSpPr/>
            <p:nvPr/>
          </p:nvSpPr>
          <p:spPr>
            <a:xfrm>
              <a:off x="923825"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7" name="Google Shape;3497;p56"/>
            <p:cNvSpPr/>
            <p:nvPr/>
          </p:nvSpPr>
          <p:spPr>
            <a:xfrm>
              <a:off x="92382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8" name="Google Shape;3498;p56"/>
            <p:cNvSpPr/>
            <p:nvPr/>
          </p:nvSpPr>
          <p:spPr>
            <a:xfrm>
              <a:off x="92382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9" name="Google Shape;3499;p56"/>
            <p:cNvSpPr/>
            <p:nvPr/>
          </p:nvSpPr>
          <p:spPr>
            <a:xfrm>
              <a:off x="92382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0" name="Google Shape;3500;p56"/>
            <p:cNvSpPr/>
            <p:nvPr/>
          </p:nvSpPr>
          <p:spPr>
            <a:xfrm>
              <a:off x="92382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1" name="Google Shape;3501;p56"/>
            <p:cNvSpPr/>
            <p:nvPr/>
          </p:nvSpPr>
          <p:spPr>
            <a:xfrm>
              <a:off x="8476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2" name="Google Shape;3502;p56"/>
            <p:cNvSpPr/>
            <p:nvPr/>
          </p:nvSpPr>
          <p:spPr>
            <a:xfrm>
              <a:off x="8476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3" name="Google Shape;3503;p56"/>
            <p:cNvSpPr/>
            <p:nvPr/>
          </p:nvSpPr>
          <p:spPr>
            <a:xfrm>
              <a:off x="8476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4" name="Google Shape;3504;p56"/>
            <p:cNvSpPr/>
            <p:nvPr/>
          </p:nvSpPr>
          <p:spPr>
            <a:xfrm>
              <a:off x="8476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5" name="Google Shape;3505;p56"/>
            <p:cNvSpPr/>
            <p:nvPr/>
          </p:nvSpPr>
          <p:spPr>
            <a:xfrm>
              <a:off x="8476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6" name="Google Shape;3506;p56"/>
            <p:cNvSpPr/>
            <p:nvPr/>
          </p:nvSpPr>
          <p:spPr>
            <a:xfrm>
              <a:off x="8476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7" name="Google Shape;3507;p56"/>
            <p:cNvSpPr/>
            <p:nvPr/>
          </p:nvSpPr>
          <p:spPr>
            <a:xfrm>
              <a:off x="771400"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8" name="Google Shape;3508;p56"/>
            <p:cNvSpPr/>
            <p:nvPr/>
          </p:nvSpPr>
          <p:spPr>
            <a:xfrm>
              <a:off x="771400"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9" name="Google Shape;3509;p56"/>
            <p:cNvSpPr/>
            <p:nvPr/>
          </p:nvSpPr>
          <p:spPr>
            <a:xfrm>
              <a:off x="7714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0" name="Google Shape;3510;p56"/>
            <p:cNvSpPr/>
            <p:nvPr/>
          </p:nvSpPr>
          <p:spPr>
            <a:xfrm>
              <a:off x="771400"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1" name="Google Shape;3511;p56"/>
            <p:cNvSpPr/>
            <p:nvPr/>
          </p:nvSpPr>
          <p:spPr>
            <a:xfrm>
              <a:off x="695200" y="1799850"/>
              <a:ext cx="62200" cy="53325"/>
            </a:xfrm>
            <a:custGeom>
              <a:avLst/>
              <a:gdLst/>
              <a:ahLst/>
              <a:cxnLst/>
              <a:rect l="l" t="t" r="r" b="b"/>
              <a:pathLst>
                <a:path w="2488" h="2133" extrusionOk="0">
                  <a:moveTo>
                    <a:pt x="1065" y="0"/>
                  </a:moveTo>
                  <a:cubicBezTo>
                    <a:pt x="480" y="0"/>
                    <a:pt x="0" y="472"/>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2" name="Google Shape;3512;p56"/>
            <p:cNvSpPr/>
            <p:nvPr/>
          </p:nvSpPr>
          <p:spPr>
            <a:xfrm>
              <a:off x="695200" y="1723625"/>
              <a:ext cx="62200" cy="53350"/>
            </a:xfrm>
            <a:custGeom>
              <a:avLst/>
              <a:gdLst/>
              <a:ahLst/>
              <a:cxnLst/>
              <a:rect l="l" t="t" r="r" b="b"/>
              <a:pathLst>
                <a:path w="2488" h="2134" extrusionOk="0">
                  <a:moveTo>
                    <a:pt x="1065" y="1"/>
                  </a:moveTo>
                  <a:cubicBezTo>
                    <a:pt x="480" y="1"/>
                    <a:pt x="0" y="480"/>
                    <a:pt x="0" y="1065"/>
                  </a:cubicBezTo>
                  <a:cubicBezTo>
                    <a:pt x="0" y="1709"/>
                    <a:pt x="525" y="2133"/>
                    <a:pt x="1072" y="2133"/>
                  </a:cubicBezTo>
                  <a:cubicBezTo>
                    <a:pt x="1332" y="2133"/>
                    <a:pt x="1598"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3" name="Google Shape;3513;p56"/>
            <p:cNvSpPr/>
            <p:nvPr/>
          </p:nvSpPr>
          <p:spPr>
            <a:xfrm>
              <a:off x="69520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4" name="Google Shape;3514;p56"/>
            <p:cNvSpPr/>
            <p:nvPr/>
          </p:nvSpPr>
          <p:spPr>
            <a:xfrm>
              <a:off x="695200" y="1571400"/>
              <a:ext cx="62200" cy="53250"/>
            </a:xfrm>
            <a:custGeom>
              <a:avLst/>
              <a:gdLst/>
              <a:ahLst/>
              <a:cxnLst/>
              <a:rect l="l" t="t" r="r" b="b"/>
              <a:pathLst>
                <a:path w="2488" h="2130" extrusionOk="0">
                  <a:moveTo>
                    <a:pt x="1065" y="1"/>
                  </a:moveTo>
                  <a:cubicBezTo>
                    <a:pt x="480"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5" name="Google Shape;3515;p56"/>
            <p:cNvSpPr/>
            <p:nvPr/>
          </p:nvSpPr>
          <p:spPr>
            <a:xfrm>
              <a:off x="6189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6" name="Google Shape;3516;p56"/>
            <p:cNvSpPr/>
            <p:nvPr/>
          </p:nvSpPr>
          <p:spPr>
            <a:xfrm>
              <a:off x="6189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7" name="Google Shape;3517;p56"/>
            <p:cNvSpPr/>
            <p:nvPr/>
          </p:nvSpPr>
          <p:spPr>
            <a:xfrm>
              <a:off x="618975" y="1647400"/>
              <a:ext cx="62225" cy="53450"/>
            </a:xfrm>
            <a:custGeom>
              <a:avLst/>
              <a:gdLst/>
              <a:ahLst/>
              <a:cxnLst/>
              <a:rect l="l" t="t" r="r" b="b"/>
              <a:pathLst>
                <a:path w="2489" h="2138" extrusionOk="0">
                  <a:moveTo>
                    <a:pt x="1066" y="1"/>
                  </a:moveTo>
                  <a:cubicBezTo>
                    <a:pt x="480" y="9"/>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8" name="Google Shape;3518;p56"/>
            <p:cNvSpPr/>
            <p:nvPr/>
          </p:nvSpPr>
          <p:spPr>
            <a:xfrm>
              <a:off x="6189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9" name="Google Shape;3519;p56"/>
            <p:cNvSpPr/>
            <p:nvPr/>
          </p:nvSpPr>
          <p:spPr>
            <a:xfrm>
              <a:off x="542775"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0" name="Google Shape;3520;p56"/>
            <p:cNvSpPr/>
            <p:nvPr/>
          </p:nvSpPr>
          <p:spPr>
            <a:xfrm>
              <a:off x="542775"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1" name="Google Shape;3521;p56"/>
            <p:cNvSpPr/>
            <p:nvPr/>
          </p:nvSpPr>
          <p:spPr>
            <a:xfrm>
              <a:off x="5427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2" name="Google Shape;3522;p56"/>
            <p:cNvSpPr/>
            <p:nvPr/>
          </p:nvSpPr>
          <p:spPr>
            <a:xfrm>
              <a:off x="542775" y="1571400"/>
              <a:ext cx="62400" cy="53250"/>
            </a:xfrm>
            <a:custGeom>
              <a:avLst/>
              <a:gdLst/>
              <a:ahLst/>
              <a:cxnLst/>
              <a:rect l="l" t="t" r="r" b="b"/>
              <a:pathLst>
                <a:path w="2496" h="2130" extrusionOk="0">
                  <a:moveTo>
                    <a:pt x="1065" y="1"/>
                  </a:moveTo>
                  <a:cubicBezTo>
                    <a:pt x="480" y="1"/>
                    <a:pt x="0" y="472"/>
                    <a:pt x="0" y="1066"/>
                  </a:cubicBezTo>
                  <a:cubicBezTo>
                    <a:pt x="0" y="1703"/>
                    <a:pt x="524"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3" name="Google Shape;3523;p56"/>
            <p:cNvSpPr/>
            <p:nvPr/>
          </p:nvSpPr>
          <p:spPr>
            <a:xfrm>
              <a:off x="466550" y="1799850"/>
              <a:ext cx="62425" cy="53325"/>
            </a:xfrm>
            <a:custGeom>
              <a:avLst/>
              <a:gdLst/>
              <a:ahLst/>
              <a:cxnLst/>
              <a:rect l="l" t="t" r="r" b="b"/>
              <a:pathLst>
                <a:path w="2497" h="2133" extrusionOk="0">
                  <a:moveTo>
                    <a:pt x="1074" y="0"/>
                  </a:moveTo>
                  <a:cubicBezTo>
                    <a:pt x="480" y="0"/>
                    <a:pt x="9" y="480"/>
                    <a:pt x="0" y="1065"/>
                  </a:cubicBezTo>
                  <a:cubicBezTo>
                    <a:pt x="0" y="1709"/>
                    <a:pt x="530" y="2133"/>
                    <a:pt x="1078" y="2133"/>
                  </a:cubicBezTo>
                  <a:cubicBezTo>
                    <a:pt x="1340" y="2133"/>
                    <a:pt x="1606" y="2036"/>
                    <a:pt x="1821"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4" name="Google Shape;3524;p56"/>
            <p:cNvSpPr/>
            <p:nvPr/>
          </p:nvSpPr>
          <p:spPr>
            <a:xfrm>
              <a:off x="466550" y="1723625"/>
              <a:ext cx="62425" cy="53350"/>
            </a:xfrm>
            <a:custGeom>
              <a:avLst/>
              <a:gdLst/>
              <a:ahLst/>
              <a:cxnLst/>
              <a:rect l="l" t="t" r="r" b="b"/>
              <a:pathLst>
                <a:path w="2497" h="2134" extrusionOk="0">
                  <a:moveTo>
                    <a:pt x="1074" y="1"/>
                  </a:moveTo>
                  <a:cubicBezTo>
                    <a:pt x="480" y="1"/>
                    <a:pt x="9" y="480"/>
                    <a:pt x="0" y="1065"/>
                  </a:cubicBezTo>
                  <a:cubicBezTo>
                    <a:pt x="0" y="1709"/>
                    <a:pt x="530" y="2133"/>
                    <a:pt x="1078" y="2133"/>
                  </a:cubicBezTo>
                  <a:cubicBezTo>
                    <a:pt x="1340" y="2133"/>
                    <a:pt x="1606" y="2037"/>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5" name="Google Shape;3525;p56"/>
            <p:cNvSpPr/>
            <p:nvPr/>
          </p:nvSpPr>
          <p:spPr>
            <a:xfrm>
              <a:off x="466550" y="1647400"/>
              <a:ext cx="62425" cy="53450"/>
            </a:xfrm>
            <a:custGeom>
              <a:avLst/>
              <a:gdLst/>
              <a:ahLst/>
              <a:cxnLst/>
              <a:rect l="l" t="t" r="r" b="b"/>
              <a:pathLst>
                <a:path w="2497" h="2138" extrusionOk="0">
                  <a:moveTo>
                    <a:pt x="1074" y="1"/>
                  </a:moveTo>
                  <a:cubicBezTo>
                    <a:pt x="480" y="9"/>
                    <a:pt x="9" y="481"/>
                    <a:pt x="0" y="1066"/>
                  </a:cubicBezTo>
                  <a:cubicBezTo>
                    <a:pt x="0" y="1710"/>
                    <a:pt x="529" y="2138"/>
                    <a:pt x="1078" y="2138"/>
                  </a:cubicBezTo>
                  <a:cubicBezTo>
                    <a:pt x="1340" y="2138"/>
                    <a:pt x="1606" y="2040"/>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6" name="Google Shape;3526;p56"/>
            <p:cNvSpPr/>
            <p:nvPr/>
          </p:nvSpPr>
          <p:spPr>
            <a:xfrm>
              <a:off x="466550" y="1571400"/>
              <a:ext cx="62425" cy="53250"/>
            </a:xfrm>
            <a:custGeom>
              <a:avLst/>
              <a:gdLst/>
              <a:ahLst/>
              <a:cxnLst/>
              <a:rect l="l" t="t" r="r" b="b"/>
              <a:pathLst>
                <a:path w="2497" h="2130" extrusionOk="0">
                  <a:moveTo>
                    <a:pt x="1074" y="1"/>
                  </a:moveTo>
                  <a:cubicBezTo>
                    <a:pt x="480" y="1"/>
                    <a:pt x="9" y="472"/>
                    <a:pt x="0" y="1066"/>
                  </a:cubicBezTo>
                  <a:cubicBezTo>
                    <a:pt x="0" y="1703"/>
                    <a:pt x="529" y="2129"/>
                    <a:pt x="1077" y="2129"/>
                  </a:cubicBezTo>
                  <a:cubicBezTo>
                    <a:pt x="1339" y="2129"/>
                    <a:pt x="1606" y="2032"/>
                    <a:pt x="1821"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7" name="Google Shape;3527;p56"/>
            <p:cNvSpPr/>
            <p:nvPr/>
          </p:nvSpPr>
          <p:spPr>
            <a:xfrm>
              <a:off x="390550" y="1876050"/>
              <a:ext cx="62350" cy="53275"/>
            </a:xfrm>
            <a:custGeom>
              <a:avLst/>
              <a:gdLst/>
              <a:ahLst/>
              <a:cxnLst/>
              <a:rect l="l" t="t" r="r" b="b"/>
              <a:pathLst>
                <a:path w="2494" h="2131" extrusionOk="0">
                  <a:moveTo>
                    <a:pt x="1075" y="1"/>
                  </a:moveTo>
                  <a:cubicBezTo>
                    <a:pt x="1072" y="1"/>
                    <a:pt x="1068" y="1"/>
                    <a:pt x="1065" y="1"/>
                  </a:cubicBezTo>
                  <a:cubicBezTo>
                    <a:pt x="480" y="1"/>
                    <a:pt x="0" y="480"/>
                    <a:pt x="0" y="1066"/>
                  </a:cubicBezTo>
                  <a:cubicBezTo>
                    <a:pt x="0" y="1707"/>
                    <a:pt x="522" y="2131"/>
                    <a:pt x="1069" y="2131"/>
                  </a:cubicBezTo>
                  <a:cubicBezTo>
                    <a:pt x="1333" y="2131"/>
                    <a:pt x="1602" y="2033"/>
                    <a:pt x="1821" y="1813"/>
                  </a:cubicBezTo>
                  <a:cubicBezTo>
                    <a:pt x="2493"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8" name="Google Shape;3528;p56"/>
            <p:cNvSpPr/>
            <p:nvPr/>
          </p:nvSpPr>
          <p:spPr>
            <a:xfrm>
              <a:off x="390550" y="1799825"/>
              <a:ext cx="62350" cy="53300"/>
            </a:xfrm>
            <a:custGeom>
              <a:avLst/>
              <a:gdLst/>
              <a:ahLst/>
              <a:cxnLst/>
              <a:rect l="l" t="t" r="r" b="b"/>
              <a:pathLst>
                <a:path w="2494" h="2132" extrusionOk="0">
                  <a:moveTo>
                    <a:pt x="1075" y="1"/>
                  </a:moveTo>
                  <a:cubicBezTo>
                    <a:pt x="1072" y="1"/>
                    <a:pt x="1068" y="1"/>
                    <a:pt x="1065" y="1"/>
                  </a:cubicBezTo>
                  <a:cubicBezTo>
                    <a:pt x="480" y="1"/>
                    <a:pt x="0" y="481"/>
                    <a:pt x="0" y="1066"/>
                  </a:cubicBezTo>
                  <a:cubicBezTo>
                    <a:pt x="0" y="1708"/>
                    <a:pt x="526" y="2131"/>
                    <a:pt x="1073" y="2131"/>
                  </a:cubicBezTo>
                  <a:cubicBezTo>
                    <a:pt x="1336" y="2131"/>
                    <a:pt x="1604" y="2033"/>
                    <a:pt x="1821" y="1814"/>
                  </a:cubicBezTo>
                  <a:cubicBezTo>
                    <a:pt x="2493" y="1150"/>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9" name="Google Shape;3529;p56"/>
            <p:cNvSpPr/>
            <p:nvPr/>
          </p:nvSpPr>
          <p:spPr>
            <a:xfrm>
              <a:off x="390550" y="1723625"/>
              <a:ext cx="62400" cy="53350"/>
            </a:xfrm>
            <a:custGeom>
              <a:avLst/>
              <a:gdLst/>
              <a:ahLst/>
              <a:cxnLst/>
              <a:rect l="l" t="t" r="r" b="b"/>
              <a:pathLst>
                <a:path w="2496" h="2134" extrusionOk="0">
                  <a:moveTo>
                    <a:pt x="1065" y="1"/>
                  </a:moveTo>
                  <a:cubicBezTo>
                    <a:pt x="480" y="1"/>
                    <a:pt x="0" y="480"/>
                    <a:pt x="0" y="1065"/>
                  </a:cubicBezTo>
                  <a:cubicBezTo>
                    <a:pt x="0" y="1709"/>
                    <a:pt x="529" y="2133"/>
                    <a:pt x="1078" y="2133"/>
                  </a:cubicBezTo>
                  <a:cubicBezTo>
                    <a:pt x="1339" y="2133"/>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0" name="Google Shape;3530;p56"/>
            <p:cNvSpPr/>
            <p:nvPr/>
          </p:nvSpPr>
          <p:spPr>
            <a:xfrm>
              <a:off x="39055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1" name="Google Shape;3531;p56"/>
            <p:cNvSpPr/>
            <p:nvPr/>
          </p:nvSpPr>
          <p:spPr>
            <a:xfrm>
              <a:off x="390550" y="1571400"/>
              <a:ext cx="62350" cy="53275"/>
            </a:xfrm>
            <a:custGeom>
              <a:avLst/>
              <a:gdLst/>
              <a:ahLst/>
              <a:cxnLst/>
              <a:rect l="l" t="t" r="r" b="b"/>
              <a:pathLst>
                <a:path w="2494" h="2131" extrusionOk="0">
                  <a:moveTo>
                    <a:pt x="1075" y="1"/>
                  </a:moveTo>
                  <a:cubicBezTo>
                    <a:pt x="1072" y="1"/>
                    <a:pt x="1068" y="1"/>
                    <a:pt x="1065" y="1"/>
                  </a:cubicBezTo>
                  <a:cubicBezTo>
                    <a:pt x="480" y="1"/>
                    <a:pt x="0" y="472"/>
                    <a:pt x="0" y="1066"/>
                  </a:cubicBezTo>
                  <a:cubicBezTo>
                    <a:pt x="0" y="1708"/>
                    <a:pt x="522" y="2131"/>
                    <a:pt x="1069" y="2131"/>
                  </a:cubicBezTo>
                  <a:cubicBezTo>
                    <a:pt x="1333" y="2131"/>
                    <a:pt x="1602" y="2033"/>
                    <a:pt x="1821" y="1813"/>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2" name="Google Shape;3532;p56"/>
            <p:cNvSpPr/>
            <p:nvPr/>
          </p:nvSpPr>
          <p:spPr>
            <a:xfrm>
              <a:off x="314325" y="1952050"/>
              <a:ext cx="62225" cy="53450"/>
            </a:xfrm>
            <a:custGeom>
              <a:avLst/>
              <a:gdLst/>
              <a:ahLst/>
              <a:cxnLst/>
              <a:rect l="l" t="t" r="r" b="b"/>
              <a:pathLst>
                <a:path w="2489" h="2138" extrusionOk="0">
                  <a:moveTo>
                    <a:pt x="1065" y="1"/>
                  </a:moveTo>
                  <a:cubicBezTo>
                    <a:pt x="480" y="9"/>
                    <a:pt x="1" y="481"/>
                    <a:pt x="1" y="1074"/>
                  </a:cubicBezTo>
                  <a:cubicBezTo>
                    <a:pt x="1" y="1712"/>
                    <a:pt x="525" y="2138"/>
                    <a:pt x="1073" y="2138"/>
                  </a:cubicBezTo>
                  <a:cubicBezTo>
                    <a:pt x="1335" y="2138"/>
                    <a:pt x="1603"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3" name="Google Shape;3533;p56"/>
            <p:cNvSpPr/>
            <p:nvPr/>
          </p:nvSpPr>
          <p:spPr>
            <a:xfrm>
              <a:off x="314325" y="1876050"/>
              <a:ext cx="62225" cy="53275"/>
            </a:xfrm>
            <a:custGeom>
              <a:avLst/>
              <a:gdLst/>
              <a:ahLst/>
              <a:cxnLst/>
              <a:rect l="l" t="t" r="r" b="b"/>
              <a:pathLst>
                <a:path w="2489" h="2131" extrusionOk="0">
                  <a:moveTo>
                    <a:pt x="1065" y="1"/>
                  </a:moveTo>
                  <a:cubicBezTo>
                    <a:pt x="480" y="1"/>
                    <a:pt x="1" y="472"/>
                    <a:pt x="1" y="1066"/>
                  </a:cubicBezTo>
                  <a:cubicBezTo>
                    <a:pt x="1" y="1707"/>
                    <a:pt x="523" y="2131"/>
                    <a:pt x="1070" y="2131"/>
                  </a:cubicBezTo>
                  <a:cubicBezTo>
                    <a:pt x="1333" y="2131"/>
                    <a:pt x="1602" y="2033"/>
                    <a:pt x="1822"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4" name="Google Shape;3534;p56"/>
            <p:cNvSpPr/>
            <p:nvPr/>
          </p:nvSpPr>
          <p:spPr>
            <a:xfrm>
              <a:off x="314325" y="1799850"/>
              <a:ext cx="62225" cy="53325"/>
            </a:xfrm>
            <a:custGeom>
              <a:avLst/>
              <a:gdLst/>
              <a:ahLst/>
              <a:cxnLst/>
              <a:rect l="l" t="t" r="r" b="b"/>
              <a:pathLst>
                <a:path w="2489" h="2133" extrusionOk="0">
                  <a:moveTo>
                    <a:pt x="1065" y="0"/>
                  </a:moveTo>
                  <a:cubicBezTo>
                    <a:pt x="480" y="0"/>
                    <a:pt x="1" y="480"/>
                    <a:pt x="1" y="1065"/>
                  </a:cubicBezTo>
                  <a:cubicBezTo>
                    <a:pt x="1" y="1709"/>
                    <a:pt x="526" y="2133"/>
                    <a:pt x="1075" y="2133"/>
                  </a:cubicBezTo>
                  <a:cubicBezTo>
                    <a:pt x="1336" y="2133"/>
                    <a:pt x="1604" y="2036"/>
                    <a:pt x="1822"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5" name="Google Shape;3535;p56"/>
            <p:cNvSpPr/>
            <p:nvPr/>
          </p:nvSpPr>
          <p:spPr>
            <a:xfrm>
              <a:off x="314325" y="1723625"/>
              <a:ext cx="62225" cy="53350"/>
            </a:xfrm>
            <a:custGeom>
              <a:avLst/>
              <a:gdLst/>
              <a:ahLst/>
              <a:cxnLst/>
              <a:rect l="l" t="t" r="r" b="b"/>
              <a:pathLst>
                <a:path w="2489" h="2134" extrusionOk="0">
                  <a:moveTo>
                    <a:pt x="1065" y="1"/>
                  </a:moveTo>
                  <a:cubicBezTo>
                    <a:pt x="480" y="1"/>
                    <a:pt x="1" y="480"/>
                    <a:pt x="1" y="1065"/>
                  </a:cubicBezTo>
                  <a:cubicBezTo>
                    <a:pt x="1" y="1709"/>
                    <a:pt x="526" y="2133"/>
                    <a:pt x="1075" y="2133"/>
                  </a:cubicBezTo>
                  <a:cubicBezTo>
                    <a:pt x="1336" y="2133"/>
                    <a:pt x="1604" y="2037"/>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6" name="Google Shape;3536;p56"/>
            <p:cNvSpPr/>
            <p:nvPr/>
          </p:nvSpPr>
          <p:spPr>
            <a:xfrm>
              <a:off x="314325" y="1647400"/>
              <a:ext cx="62225" cy="53450"/>
            </a:xfrm>
            <a:custGeom>
              <a:avLst/>
              <a:gdLst/>
              <a:ahLst/>
              <a:cxnLst/>
              <a:rect l="l" t="t" r="r" b="b"/>
              <a:pathLst>
                <a:path w="2489" h="2138" extrusionOk="0">
                  <a:moveTo>
                    <a:pt x="1065" y="1"/>
                  </a:moveTo>
                  <a:cubicBezTo>
                    <a:pt x="480" y="9"/>
                    <a:pt x="1" y="481"/>
                    <a:pt x="1" y="1066"/>
                  </a:cubicBezTo>
                  <a:cubicBezTo>
                    <a:pt x="1" y="1710"/>
                    <a:pt x="526" y="2138"/>
                    <a:pt x="1074" y="2138"/>
                  </a:cubicBezTo>
                  <a:cubicBezTo>
                    <a:pt x="1336" y="2138"/>
                    <a:pt x="1604"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7" name="Google Shape;3537;p56"/>
            <p:cNvSpPr/>
            <p:nvPr/>
          </p:nvSpPr>
          <p:spPr>
            <a:xfrm>
              <a:off x="314325" y="1571400"/>
              <a:ext cx="62150" cy="53250"/>
            </a:xfrm>
            <a:custGeom>
              <a:avLst/>
              <a:gdLst/>
              <a:ahLst/>
              <a:cxnLst/>
              <a:rect l="l" t="t" r="r" b="b"/>
              <a:pathLst>
                <a:path w="2486" h="2130" extrusionOk="0">
                  <a:moveTo>
                    <a:pt x="1075" y="1"/>
                  </a:moveTo>
                  <a:cubicBezTo>
                    <a:pt x="1072" y="1"/>
                    <a:pt x="1069" y="1"/>
                    <a:pt x="1065" y="1"/>
                  </a:cubicBezTo>
                  <a:cubicBezTo>
                    <a:pt x="480" y="1"/>
                    <a:pt x="1" y="472"/>
                    <a:pt x="1" y="1066"/>
                  </a:cubicBezTo>
                  <a:cubicBezTo>
                    <a:pt x="1" y="1703"/>
                    <a:pt x="525" y="2129"/>
                    <a:pt x="1073" y="2129"/>
                  </a:cubicBezTo>
                  <a:cubicBezTo>
                    <a:pt x="1335" y="2129"/>
                    <a:pt x="1603" y="2032"/>
                    <a:pt x="1822"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8" name="Google Shape;3538;p56"/>
            <p:cNvSpPr/>
            <p:nvPr/>
          </p:nvSpPr>
          <p:spPr>
            <a:xfrm>
              <a:off x="238125"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9" name="Google Shape;3539;p56"/>
            <p:cNvSpPr/>
            <p:nvPr/>
          </p:nvSpPr>
          <p:spPr>
            <a:xfrm>
              <a:off x="238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0" name="Google Shape;3540;p56"/>
            <p:cNvSpPr/>
            <p:nvPr/>
          </p:nvSpPr>
          <p:spPr>
            <a:xfrm>
              <a:off x="238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1" name="Google Shape;3541;p56"/>
            <p:cNvSpPr/>
            <p:nvPr/>
          </p:nvSpPr>
          <p:spPr>
            <a:xfrm>
              <a:off x="2381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2" name="Google Shape;3542;p56"/>
            <p:cNvSpPr/>
            <p:nvPr/>
          </p:nvSpPr>
          <p:spPr>
            <a:xfrm>
              <a:off x="4427825" y="26377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3" name="Google Shape;3543;p56"/>
            <p:cNvSpPr/>
            <p:nvPr/>
          </p:nvSpPr>
          <p:spPr>
            <a:xfrm>
              <a:off x="4427825" y="2714000"/>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4" name="Google Shape;3544;p56"/>
            <p:cNvSpPr/>
            <p:nvPr/>
          </p:nvSpPr>
          <p:spPr>
            <a:xfrm>
              <a:off x="4504050"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5" name="Google Shape;3545;p56"/>
            <p:cNvSpPr/>
            <p:nvPr/>
          </p:nvSpPr>
          <p:spPr>
            <a:xfrm>
              <a:off x="450405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6" name="Google Shape;3546;p56"/>
            <p:cNvSpPr/>
            <p:nvPr/>
          </p:nvSpPr>
          <p:spPr>
            <a:xfrm>
              <a:off x="458025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7" name="Google Shape;3547;p56"/>
            <p:cNvSpPr/>
            <p:nvPr/>
          </p:nvSpPr>
          <p:spPr>
            <a:xfrm>
              <a:off x="450405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8" name="Google Shape;3548;p56"/>
            <p:cNvSpPr/>
            <p:nvPr/>
          </p:nvSpPr>
          <p:spPr>
            <a:xfrm>
              <a:off x="5113350" y="14952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9" name="Google Shape;3549;p56"/>
            <p:cNvSpPr/>
            <p:nvPr/>
          </p:nvSpPr>
          <p:spPr>
            <a:xfrm>
              <a:off x="5113350" y="1571400"/>
              <a:ext cx="62400" cy="53250"/>
            </a:xfrm>
            <a:custGeom>
              <a:avLst/>
              <a:gdLst/>
              <a:ahLst/>
              <a:cxnLst/>
              <a:rect l="l" t="t" r="r" b="b"/>
              <a:pathLst>
                <a:path w="2496" h="2130" extrusionOk="0">
                  <a:moveTo>
                    <a:pt x="1073" y="1"/>
                  </a:moveTo>
                  <a:cubicBezTo>
                    <a:pt x="480" y="1"/>
                    <a:pt x="8" y="472"/>
                    <a:pt x="0" y="1066"/>
                  </a:cubicBezTo>
                  <a:cubicBezTo>
                    <a:pt x="0" y="1703"/>
                    <a:pt x="525" y="2129"/>
                    <a:pt x="1073" y="2129"/>
                  </a:cubicBezTo>
                  <a:cubicBezTo>
                    <a:pt x="1335" y="2129"/>
                    <a:pt x="1603"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0" name="Google Shape;3550;p56"/>
            <p:cNvSpPr/>
            <p:nvPr/>
          </p:nvSpPr>
          <p:spPr>
            <a:xfrm>
              <a:off x="5113350" y="164740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1" name="Google Shape;3551;p56"/>
            <p:cNvSpPr/>
            <p:nvPr/>
          </p:nvSpPr>
          <p:spPr>
            <a:xfrm>
              <a:off x="5113350" y="172362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2" name="Google Shape;3552;p56"/>
            <p:cNvSpPr/>
            <p:nvPr/>
          </p:nvSpPr>
          <p:spPr>
            <a:xfrm>
              <a:off x="5113350" y="179985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3" name="Google Shape;3553;p56"/>
            <p:cNvSpPr/>
            <p:nvPr/>
          </p:nvSpPr>
          <p:spPr>
            <a:xfrm>
              <a:off x="5113350" y="1876050"/>
              <a:ext cx="62400" cy="53350"/>
            </a:xfrm>
            <a:custGeom>
              <a:avLst/>
              <a:gdLst/>
              <a:ahLst/>
              <a:cxnLst/>
              <a:rect l="l" t="t" r="r" b="b"/>
              <a:pathLst>
                <a:path w="2496" h="2134" extrusionOk="0">
                  <a:moveTo>
                    <a:pt x="1073" y="1"/>
                  </a:moveTo>
                  <a:cubicBezTo>
                    <a:pt x="480" y="1"/>
                    <a:pt x="8" y="472"/>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4" name="Google Shape;3554;p56"/>
            <p:cNvSpPr/>
            <p:nvPr/>
          </p:nvSpPr>
          <p:spPr>
            <a:xfrm>
              <a:off x="5113350" y="1952050"/>
              <a:ext cx="62400" cy="53450"/>
            </a:xfrm>
            <a:custGeom>
              <a:avLst/>
              <a:gdLst/>
              <a:ahLst/>
              <a:cxnLst/>
              <a:rect l="l" t="t" r="r" b="b"/>
              <a:pathLst>
                <a:path w="2496" h="2138" extrusionOk="0">
                  <a:moveTo>
                    <a:pt x="1073" y="1"/>
                  </a:moveTo>
                  <a:cubicBezTo>
                    <a:pt x="480" y="9"/>
                    <a:pt x="8" y="481"/>
                    <a:pt x="0" y="1074"/>
                  </a:cubicBezTo>
                  <a:cubicBezTo>
                    <a:pt x="0" y="1712"/>
                    <a:pt x="525" y="2138"/>
                    <a:pt x="1073" y="2138"/>
                  </a:cubicBezTo>
                  <a:cubicBezTo>
                    <a:pt x="1335"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5" name="Google Shape;3555;p56"/>
            <p:cNvSpPr/>
            <p:nvPr/>
          </p:nvSpPr>
          <p:spPr>
            <a:xfrm>
              <a:off x="5113350" y="2028275"/>
              <a:ext cx="62400" cy="53450"/>
            </a:xfrm>
            <a:custGeom>
              <a:avLst/>
              <a:gdLst/>
              <a:ahLst/>
              <a:cxnLst/>
              <a:rect l="l" t="t" r="r" b="b"/>
              <a:pathLst>
                <a:path w="2496" h="2138" extrusionOk="0">
                  <a:moveTo>
                    <a:pt x="1073" y="1"/>
                  </a:moveTo>
                  <a:cubicBezTo>
                    <a:pt x="480" y="1"/>
                    <a:pt x="8" y="480"/>
                    <a:pt x="0" y="1065"/>
                  </a:cubicBezTo>
                  <a:cubicBezTo>
                    <a:pt x="0" y="1709"/>
                    <a:pt x="525" y="2137"/>
                    <a:pt x="1074" y="2137"/>
                  </a:cubicBezTo>
                  <a:cubicBezTo>
                    <a:pt x="1336" y="2137"/>
                    <a:pt x="1603"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6" name="Google Shape;3556;p56"/>
            <p:cNvSpPr/>
            <p:nvPr/>
          </p:nvSpPr>
          <p:spPr>
            <a:xfrm>
              <a:off x="5113350" y="21045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7" name="Google Shape;3557;p56"/>
            <p:cNvSpPr/>
            <p:nvPr/>
          </p:nvSpPr>
          <p:spPr>
            <a:xfrm>
              <a:off x="5113350" y="2180700"/>
              <a:ext cx="62400" cy="53350"/>
            </a:xfrm>
            <a:custGeom>
              <a:avLst/>
              <a:gdLst/>
              <a:ahLst/>
              <a:cxnLst/>
              <a:rect l="l" t="t" r="r" b="b"/>
              <a:pathLst>
                <a:path w="2496" h="2134" extrusionOk="0">
                  <a:moveTo>
                    <a:pt x="1073" y="1"/>
                  </a:moveTo>
                  <a:cubicBezTo>
                    <a:pt x="480" y="1"/>
                    <a:pt x="8" y="480"/>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8" name="Google Shape;3558;p56"/>
            <p:cNvSpPr/>
            <p:nvPr/>
          </p:nvSpPr>
          <p:spPr>
            <a:xfrm>
              <a:off x="5113350" y="2256925"/>
              <a:ext cx="62550" cy="53425"/>
            </a:xfrm>
            <a:custGeom>
              <a:avLst/>
              <a:gdLst/>
              <a:ahLst/>
              <a:cxnLst/>
              <a:rect l="l" t="t" r="r" b="b"/>
              <a:pathLst>
                <a:path w="2502" h="2137" extrusionOk="0">
                  <a:moveTo>
                    <a:pt x="1083" y="0"/>
                  </a:moveTo>
                  <a:cubicBezTo>
                    <a:pt x="1080" y="0"/>
                    <a:pt x="1077" y="0"/>
                    <a:pt x="1073" y="0"/>
                  </a:cubicBezTo>
                  <a:cubicBezTo>
                    <a:pt x="480" y="0"/>
                    <a:pt x="0" y="480"/>
                    <a:pt x="0" y="1065"/>
                  </a:cubicBezTo>
                  <a:cubicBezTo>
                    <a:pt x="0" y="1709"/>
                    <a:pt x="529" y="2137"/>
                    <a:pt x="1080" y="2137"/>
                  </a:cubicBezTo>
                  <a:cubicBezTo>
                    <a:pt x="1343" y="2137"/>
                    <a:pt x="1611" y="2039"/>
                    <a:pt x="1829" y="1821"/>
                  </a:cubicBezTo>
                  <a:cubicBezTo>
                    <a:pt x="2502" y="1149"/>
                    <a:pt x="2028" y="0"/>
                    <a:pt x="108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9" name="Google Shape;3559;p56"/>
            <p:cNvSpPr/>
            <p:nvPr/>
          </p:nvSpPr>
          <p:spPr>
            <a:xfrm>
              <a:off x="5113350" y="2333125"/>
              <a:ext cx="62400" cy="53450"/>
            </a:xfrm>
            <a:custGeom>
              <a:avLst/>
              <a:gdLst/>
              <a:ahLst/>
              <a:cxnLst/>
              <a:rect l="l" t="t" r="r" b="b"/>
              <a:pathLst>
                <a:path w="2496" h="2138" extrusionOk="0">
                  <a:moveTo>
                    <a:pt x="1073" y="1"/>
                  </a:moveTo>
                  <a:cubicBezTo>
                    <a:pt x="480" y="1"/>
                    <a:pt x="0" y="480"/>
                    <a:pt x="0" y="1066"/>
                  </a:cubicBezTo>
                  <a:cubicBezTo>
                    <a:pt x="0" y="1709"/>
                    <a:pt x="525" y="2137"/>
                    <a:pt x="1074" y="2137"/>
                  </a:cubicBezTo>
                  <a:cubicBezTo>
                    <a:pt x="1336" y="2137"/>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0" name="Google Shape;3560;p56"/>
            <p:cNvSpPr/>
            <p:nvPr/>
          </p:nvSpPr>
          <p:spPr>
            <a:xfrm>
              <a:off x="5113350" y="2409350"/>
              <a:ext cx="62400" cy="53350"/>
            </a:xfrm>
            <a:custGeom>
              <a:avLst/>
              <a:gdLst/>
              <a:ahLst/>
              <a:cxnLst/>
              <a:rect l="l" t="t" r="r" b="b"/>
              <a:pathLst>
                <a:path w="2496" h="2134"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1" name="Google Shape;3561;p56"/>
            <p:cNvSpPr/>
            <p:nvPr/>
          </p:nvSpPr>
          <p:spPr>
            <a:xfrm>
              <a:off x="5113350" y="2485550"/>
              <a:ext cx="62400" cy="53300"/>
            </a:xfrm>
            <a:custGeom>
              <a:avLst/>
              <a:gdLst/>
              <a:ahLst/>
              <a:cxnLst/>
              <a:rect l="l" t="t" r="r" b="b"/>
              <a:pathLst>
                <a:path w="2496" h="2132" extrusionOk="0">
                  <a:moveTo>
                    <a:pt x="1073" y="1"/>
                  </a:moveTo>
                  <a:cubicBezTo>
                    <a:pt x="480" y="1"/>
                    <a:pt x="0" y="472"/>
                    <a:pt x="0" y="1066"/>
                  </a:cubicBezTo>
                  <a:cubicBezTo>
                    <a:pt x="0" y="1708"/>
                    <a:pt x="526" y="2131"/>
                    <a:pt x="1073" y="2131"/>
                  </a:cubicBezTo>
                  <a:cubicBezTo>
                    <a:pt x="1336" y="2131"/>
                    <a:pt x="1604"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2" name="Google Shape;3562;p56"/>
            <p:cNvSpPr/>
            <p:nvPr/>
          </p:nvSpPr>
          <p:spPr>
            <a:xfrm>
              <a:off x="473247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3" name="Google Shape;3563;p56"/>
            <p:cNvSpPr/>
            <p:nvPr/>
          </p:nvSpPr>
          <p:spPr>
            <a:xfrm>
              <a:off x="473247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4" name="Google Shape;3564;p56"/>
            <p:cNvSpPr/>
            <p:nvPr/>
          </p:nvSpPr>
          <p:spPr>
            <a:xfrm>
              <a:off x="4732475" y="164740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5" name="Google Shape;3565;p56"/>
            <p:cNvSpPr/>
            <p:nvPr/>
          </p:nvSpPr>
          <p:spPr>
            <a:xfrm>
              <a:off x="473247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6" name="Google Shape;3566;p56"/>
            <p:cNvSpPr/>
            <p:nvPr/>
          </p:nvSpPr>
          <p:spPr>
            <a:xfrm>
              <a:off x="473247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7" name="Google Shape;3567;p56"/>
            <p:cNvSpPr/>
            <p:nvPr/>
          </p:nvSpPr>
          <p:spPr>
            <a:xfrm>
              <a:off x="4732475" y="1876050"/>
              <a:ext cx="62425" cy="53350"/>
            </a:xfrm>
            <a:custGeom>
              <a:avLst/>
              <a:gdLst/>
              <a:ahLst/>
              <a:cxnLst/>
              <a:rect l="l" t="t" r="r" b="b"/>
              <a:pathLst>
                <a:path w="2497" h="2134" extrusionOk="0">
                  <a:moveTo>
                    <a:pt x="1074" y="1"/>
                  </a:moveTo>
                  <a:cubicBezTo>
                    <a:pt x="480" y="1"/>
                    <a:pt x="9" y="472"/>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8" name="Google Shape;3568;p56"/>
            <p:cNvSpPr/>
            <p:nvPr/>
          </p:nvSpPr>
          <p:spPr>
            <a:xfrm>
              <a:off x="4732475" y="1952050"/>
              <a:ext cx="62425" cy="53450"/>
            </a:xfrm>
            <a:custGeom>
              <a:avLst/>
              <a:gdLst/>
              <a:ahLst/>
              <a:cxnLst/>
              <a:rect l="l" t="t" r="r" b="b"/>
              <a:pathLst>
                <a:path w="2497" h="2138" extrusionOk="0">
                  <a:moveTo>
                    <a:pt x="1074" y="1"/>
                  </a:moveTo>
                  <a:cubicBezTo>
                    <a:pt x="480" y="9"/>
                    <a:pt x="9" y="481"/>
                    <a:pt x="1" y="1074"/>
                  </a:cubicBezTo>
                  <a:cubicBezTo>
                    <a:pt x="1" y="1712"/>
                    <a:pt x="525" y="2138"/>
                    <a:pt x="1073" y="2138"/>
                  </a:cubicBezTo>
                  <a:cubicBezTo>
                    <a:pt x="1335" y="2138"/>
                    <a:pt x="1603"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9" name="Google Shape;3569;p56"/>
            <p:cNvSpPr/>
            <p:nvPr/>
          </p:nvSpPr>
          <p:spPr>
            <a:xfrm>
              <a:off x="4732475" y="2028275"/>
              <a:ext cx="62425" cy="53450"/>
            </a:xfrm>
            <a:custGeom>
              <a:avLst/>
              <a:gdLst/>
              <a:ahLst/>
              <a:cxnLst/>
              <a:rect l="l" t="t" r="r" b="b"/>
              <a:pathLst>
                <a:path w="2497" h="2138" extrusionOk="0">
                  <a:moveTo>
                    <a:pt x="1074" y="1"/>
                  </a:moveTo>
                  <a:cubicBezTo>
                    <a:pt x="480" y="1"/>
                    <a:pt x="9" y="480"/>
                    <a:pt x="1" y="1065"/>
                  </a:cubicBezTo>
                  <a:cubicBezTo>
                    <a:pt x="1" y="1709"/>
                    <a:pt x="526" y="2137"/>
                    <a:pt x="1074" y="2137"/>
                  </a:cubicBezTo>
                  <a:cubicBezTo>
                    <a:pt x="1336" y="2137"/>
                    <a:pt x="1604"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0" name="Google Shape;3570;p56"/>
            <p:cNvSpPr/>
            <p:nvPr/>
          </p:nvSpPr>
          <p:spPr>
            <a:xfrm>
              <a:off x="4732475" y="21045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1" name="Google Shape;3571;p56"/>
            <p:cNvSpPr/>
            <p:nvPr/>
          </p:nvSpPr>
          <p:spPr>
            <a:xfrm>
              <a:off x="4732475" y="2180700"/>
              <a:ext cx="62425" cy="53350"/>
            </a:xfrm>
            <a:custGeom>
              <a:avLst/>
              <a:gdLst/>
              <a:ahLst/>
              <a:cxnLst/>
              <a:rect l="l" t="t" r="r" b="b"/>
              <a:pathLst>
                <a:path w="2497" h="2134" extrusionOk="0">
                  <a:moveTo>
                    <a:pt x="1074" y="1"/>
                  </a:moveTo>
                  <a:cubicBezTo>
                    <a:pt x="480" y="1"/>
                    <a:pt x="9" y="480"/>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2" name="Google Shape;3572;p56"/>
            <p:cNvSpPr/>
            <p:nvPr/>
          </p:nvSpPr>
          <p:spPr>
            <a:xfrm>
              <a:off x="4732475" y="2256925"/>
              <a:ext cx="62575" cy="53425"/>
            </a:xfrm>
            <a:custGeom>
              <a:avLst/>
              <a:gdLst/>
              <a:ahLst/>
              <a:cxnLst/>
              <a:rect l="l" t="t" r="r" b="b"/>
              <a:pathLst>
                <a:path w="2503" h="2137" extrusionOk="0">
                  <a:moveTo>
                    <a:pt x="1084" y="0"/>
                  </a:moveTo>
                  <a:cubicBezTo>
                    <a:pt x="1080" y="0"/>
                    <a:pt x="1077" y="0"/>
                    <a:pt x="1074" y="0"/>
                  </a:cubicBezTo>
                  <a:cubicBezTo>
                    <a:pt x="480" y="0"/>
                    <a:pt x="1" y="480"/>
                    <a:pt x="1" y="1065"/>
                  </a:cubicBezTo>
                  <a:cubicBezTo>
                    <a:pt x="1" y="1709"/>
                    <a:pt x="529" y="2137"/>
                    <a:pt x="1080"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3" name="Google Shape;3573;p56"/>
            <p:cNvSpPr/>
            <p:nvPr/>
          </p:nvSpPr>
          <p:spPr>
            <a:xfrm>
              <a:off x="4732475" y="2333125"/>
              <a:ext cx="62425" cy="53450"/>
            </a:xfrm>
            <a:custGeom>
              <a:avLst/>
              <a:gdLst/>
              <a:ahLst/>
              <a:cxnLst/>
              <a:rect l="l" t="t" r="r" b="b"/>
              <a:pathLst>
                <a:path w="2497" h="2138" extrusionOk="0">
                  <a:moveTo>
                    <a:pt x="1074" y="1"/>
                  </a:moveTo>
                  <a:cubicBezTo>
                    <a:pt x="480" y="1"/>
                    <a:pt x="1" y="480"/>
                    <a:pt x="1" y="1066"/>
                  </a:cubicBezTo>
                  <a:cubicBezTo>
                    <a:pt x="1" y="1709"/>
                    <a:pt x="526" y="2137"/>
                    <a:pt x="1074" y="2137"/>
                  </a:cubicBezTo>
                  <a:cubicBezTo>
                    <a:pt x="1336" y="2137"/>
                    <a:pt x="1604"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4" name="Google Shape;3574;p56"/>
            <p:cNvSpPr/>
            <p:nvPr/>
          </p:nvSpPr>
          <p:spPr>
            <a:xfrm>
              <a:off x="4351600" y="2256925"/>
              <a:ext cx="62575" cy="53425"/>
            </a:xfrm>
            <a:custGeom>
              <a:avLst/>
              <a:gdLst/>
              <a:ahLst/>
              <a:cxnLst/>
              <a:rect l="l" t="t" r="r" b="b"/>
              <a:pathLst>
                <a:path w="2503" h="2137" extrusionOk="0">
                  <a:moveTo>
                    <a:pt x="1084" y="0"/>
                  </a:moveTo>
                  <a:cubicBezTo>
                    <a:pt x="1081" y="0"/>
                    <a:pt x="1077" y="0"/>
                    <a:pt x="1074" y="0"/>
                  </a:cubicBezTo>
                  <a:cubicBezTo>
                    <a:pt x="481" y="0"/>
                    <a:pt x="9"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5" name="Google Shape;3575;p56"/>
            <p:cNvSpPr/>
            <p:nvPr/>
          </p:nvSpPr>
          <p:spPr>
            <a:xfrm>
              <a:off x="4351600" y="2485550"/>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6" name="Google Shape;3576;p56"/>
            <p:cNvSpPr/>
            <p:nvPr/>
          </p:nvSpPr>
          <p:spPr>
            <a:xfrm>
              <a:off x="4351600" y="240935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7" name="Google Shape;3577;p56"/>
            <p:cNvSpPr/>
            <p:nvPr/>
          </p:nvSpPr>
          <p:spPr>
            <a:xfrm>
              <a:off x="4351600" y="23331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8" name="Google Shape;3578;p56"/>
            <p:cNvSpPr/>
            <p:nvPr/>
          </p:nvSpPr>
          <p:spPr>
            <a:xfrm>
              <a:off x="4427825" y="2256925"/>
              <a:ext cx="62575" cy="53425"/>
            </a:xfrm>
            <a:custGeom>
              <a:avLst/>
              <a:gdLst/>
              <a:ahLst/>
              <a:cxnLst/>
              <a:rect l="l" t="t" r="r" b="b"/>
              <a:pathLst>
                <a:path w="2503" h="2137" extrusionOk="0">
                  <a:moveTo>
                    <a:pt x="1076" y="0"/>
                  </a:moveTo>
                  <a:cubicBezTo>
                    <a:pt x="1072" y="0"/>
                    <a:pt x="1069" y="0"/>
                    <a:pt x="1065" y="0"/>
                  </a:cubicBezTo>
                  <a:cubicBezTo>
                    <a:pt x="480" y="0"/>
                    <a:pt x="1" y="480"/>
                    <a:pt x="1" y="1065"/>
                  </a:cubicBezTo>
                  <a:cubicBezTo>
                    <a:pt x="1" y="1709"/>
                    <a:pt x="529" y="2137"/>
                    <a:pt x="1080" y="2137"/>
                  </a:cubicBezTo>
                  <a:cubicBezTo>
                    <a:pt x="1343"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9" name="Google Shape;3579;p56"/>
            <p:cNvSpPr/>
            <p:nvPr/>
          </p:nvSpPr>
          <p:spPr>
            <a:xfrm>
              <a:off x="4427825" y="2333125"/>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0" name="Google Shape;3580;p56"/>
            <p:cNvSpPr/>
            <p:nvPr/>
          </p:nvSpPr>
          <p:spPr>
            <a:xfrm>
              <a:off x="45040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1" name="Google Shape;3581;p56"/>
            <p:cNvSpPr/>
            <p:nvPr/>
          </p:nvSpPr>
          <p:spPr>
            <a:xfrm>
              <a:off x="450405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2" name="Google Shape;3582;p56"/>
            <p:cNvSpPr/>
            <p:nvPr/>
          </p:nvSpPr>
          <p:spPr>
            <a:xfrm>
              <a:off x="450405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3" name="Google Shape;3583;p56"/>
            <p:cNvSpPr/>
            <p:nvPr/>
          </p:nvSpPr>
          <p:spPr>
            <a:xfrm>
              <a:off x="450405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4" name="Google Shape;3584;p56"/>
            <p:cNvSpPr/>
            <p:nvPr/>
          </p:nvSpPr>
          <p:spPr>
            <a:xfrm>
              <a:off x="4504050" y="1876050"/>
              <a:ext cx="62200" cy="53350"/>
            </a:xfrm>
            <a:custGeom>
              <a:avLst/>
              <a:gdLst/>
              <a:ahLst/>
              <a:cxnLst/>
              <a:rect l="l" t="t" r="r" b="b"/>
              <a:pathLst>
                <a:path w="2488" h="2134" extrusionOk="0">
                  <a:moveTo>
                    <a:pt x="1065" y="1"/>
                  </a:moveTo>
                  <a:cubicBezTo>
                    <a:pt x="480" y="1"/>
                    <a:pt x="0" y="472"/>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5" name="Google Shape;3585;p56"/>
            <p:cNvSpPr/>
            <p:nvPr/>
          </p:nvSpPr>
          <p:spPr>
            <a:xfrm>
              <a:off x="45040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6" name="Google Shape;3586;p56"/>
            <p:cNvSpPr/>
            <p:nvPr/>
          </p:nvSpPr>
          <p:spPr>
            <a:xfrm>
              <a:off x="450405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7" name="Google Shape;3587;p56"/>
            <p:cNvSpPr/>
            <p:nvPr/>
          </p:nvSpPr>
          <p:spPr>
            <a:xfrm>
              <a:off x="450405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8" name="Google Shape;3588;p56"/>
            <p:cNvSpPr/>
            <p:nvPr/>
          </p:nvSpPr>
          <p:spPr>
            <a:xfrm>
              <a:off x="450405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9" name="Google Shape;3589;p56"/>
            <p:cNvSpPr/>
            <p:nvPr/>
          </p:nvSpPr>
          <p:spPr>
            <a:xfrm>
              <a:off x="450405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0" name="Google Shape;3590;p56"/>
            <p:cNvSpPr/>
            <p:nvPr/>
          </p:nvSpPr>
          <p:spPr>
            <a:xfrm>
              <a:off x="450405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1" name="Google Shape;3591;p56"/>
            <p:cNvSpPr/>
            <p:nvPr/>
          </p:nvSpPr>
          <p:spPr>
            <a:xfrm>
              <a:off x="4504050"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2" name="Google Shape;3592;p56"/>
            <p:cNvSpPr/>
            <p:nvPr/>
          </p:nvSpPr>
          <p:spPr>
            <a:xfrm>
              <a:off x="458025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3" name="Google Shape;3593;p56"/>
            <p:cNvSpPr/>
            <p:nvPr/>
          </p:nvSpPr>
          <p:spPr>
            <a:xfrm>
              <a:off x="458025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4" name="Google Shape;3594;p56"/>
            <p:cNvSpPr/>
            <p:nvPr/>
          </p:nvSpPr>
          <p:spPr>
            <a:xfrm>
              <a:off x="458025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5" name="Google Shape;3595;p56"/>
            <p:cNvSpPr/>
            <p:nvPr/>
          </p:nvSpPr>
          <p:spPr>
            <a:xfrm>
              <a:off x="458025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6" name="Google Shape;3596;p56"/>
            <p:cNvSpPr/>
            <p:nvPr/>
          </p:nvSpPr>
          <p:spPr>
            <a:xfrm>
              <a:off x="4580250"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7" name="Google Shape;3597;p56"/>
            <p:cNvSpPr/>
            <p:nvPr/>
          </p:nvSpPr>
          <p:spPr>
            <a:xfrm>
              <a:off x="458025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8" name="Google Shape;3598;p56"/>
            <p:cNvSpPr/>
            <p:nvPr/>
          </p:nvSpPr>
          <p:spPr>
            <a:xfrm>
              <a:off x="458025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9" name="Google Shape;3599;p56"/>
            <p:cNvSpPr/>
            <p:nvPr/>
          </p:nvSpPr>
          <p:spPr>
            <a:xfrm>
              <a:off x="458025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0" name="Google Shape;3600;p56"/>
            <p:cNvSpPr/>
            <p:nvPr/>
          </p:nvSpPr>
          <p:spPr>
            <a:xfrm>
              <a:off x="458025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1" name="Google Shape;3601;p56"/>
            <p:cNvSpPr/>
            <p:nvPr/>
          </p:nvSpPr>
          <p:spPr>
            <a:xfrm>
              <a:off x="4580250" y="2256925"/>
              <a:ext cx="62350" cy="53425"/>
            </a:xfrm>
            <a:custGeom>
              <a:avLst/>
              <a:gdLst/>
              <a:ahLst/>
              <a:cxnLst/>
              <a:rect l="l" t="t" r="r" b="b"/>
              <a:pathLst>
                <a:path w="2494" h="2137" extrusionOk="0">
                  <a:moveTo>
                    <a:pt x="1076" y="0"/>
                  </a:moveTo>
                  <a:cubicBezTo>
                    <a:pt x="1072" y="0"/>
                    <a:pt x="1069" y="0"/>
                    <a:pt x="1066" y="0"/>
                  </a:cubicBezTo>
                  <a:cubicBezTo>
                    <a:pt x="480" y="0"/>
                    <a:pt x="1" y="480"/>
                    <a:pt x="1" y="1065"/>
                  </a:cubicBezTo>
                  <a:cubicBezTo>
                    <a:pt x="1" y="1709"/>
                    <a:pt x="529"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2" name="Google Shape;3602;p56"/>
            <p:cNvSpPr/>
            <p:nvPr/>
          </p:nvSpPr>
          <p:spPr>
            <a:xfrm>
              <a:off x="458025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3" name="Google Shape;3603;p56"/>
            <p:cNvSpPr/>
            <p:nvPr/>
          </p:nvSpPr>
          <p:spPr>
            <a:xfrm>
              <a:off x="458025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4" name="Google Shape;3604;p56"/>
            <p:cNvSpPr/>
            <p:nvPr/>
          </p:nvSpPr>
          <p:spPr>
            <a:xfrm>
              <a:off x="465647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5" name="Google Shape;3605;p56"/>
            <p:cNvSpPr/>
            <p:nvPr/>
          </p:nvSpPr>
          <p:spPr>
            <a:xfrm>
              <a:off x="465647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6" name="Google Shape;3606;p56"/>
            <p:cNvSpPr/>
            <p:nvPr/>
          </p:nvSpPr>
          <p:spPr>
            <a:xfrm>
              <a:off x="4656475" y="17236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7" name="Google Shape;3607;p56"/>
            <p:cNvSpPr/>
            <p:nvPr/>
          </p:nvSpPr>
          <p:spPr>
            <a:xfrm>
              <a:off x="465647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8" name="Google Shape;3608;p56"/>
            <p:cNvSpPr/>
            <p:nvPr/>
          </p:nvSpPr>
          <p:spPr>
            <a:xfrm>
              <a:off x="465647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9" name="Google Shape;3609;p56"/>
            <p:cNvSpPr/>
            <p:nvPr/>
          </p:nvSpPr>
          <p:spPr>
            <a:xfrm>
              <a:off x="4656475"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0" name="Google Shape;3610;p56"/>
            <p:cNvSpPr/>
            <p:nvPr/>
          </p:nvSpPr>
          <p:spPr>
            <a:xfrm>
              <a:off x="46564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1" name="Google Shape;3611;p56"/>
            <p:cNvSpPr/>
            <p:nvPr/>
          </p:nvSpPr>
          <p:spPr>
            <a:xfrm>
              <a:off x="4656475" y="21045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2" name="Google Shape;3612;p56"/>
            <p:cNvSpPr/>
            <p:nvPr/>
          </p:nvSpPr>
          <p:spPr>
            <a:xfrm>
              <a:off x="4656475" y="2180700"/>
              <a:ext cx="62200" cy="53350"/>
            </a:xfrm>
            <a:custGeom>
              <a:avLst/>
              <a:gdLst/>
              <a:ahLst/>
              <a:cxnLst/>
              <a:rect l="l" t="t" r="r" b="b"/>
              <a:pathLst>
                <a:path w="2488" h="2134" extrusionOk="0">
                  <a:moveTo>
                    <a:pt x="1065" y="1"/>
                  </a:moveTo>
                  <a:cubicBezTo>
                    <a:pt x="472" y="1"/>
                    <a:pt x="0" y="480"/>
                    <a:pt x="0" y="1066"/>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3" name="Google Shape;3613;p56"/>
            <p:cNvSpPr/>
            <p:nvPr/>
          </p:nvSpPr>
          <p:spPr>
            <a:xfrm>
              <a:off x="465647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4" name="Google Shape;3614;p56"/>
            <p:cNvSpPr/>
            <p:nvPr/>
          </p:nvSpPr>
          <p:spPr>
            <a:xfrm>
              <a:off x="4656475" y="2333125"/>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5" name="Google Shape;3615;p56"/>
            <p:cNvSpPr/>
            <p:nvPr/>
          </p:nvSpPr>
          <p:spPr>
            <a:xfrm>
              <a:off x="4656475" y="240935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6" name="Google Shape;3616;p56"/>
            <p:cNvSpPr/>
            <p:nvPr/>
          </p:nvSpPr>
          <p:spPr>
            <a:xfrm>
              <a:off x="4732475" y="2409350"/>
              <a:ext cx="62425" cy="53350"/>
            </a:xfrm>
            <a:custGeom>
              <a:avLst/>
              <a:gdLst/>
              <a:ahLst/>
              <a:cxnLst/>
              <a:rect l="l" t="t" r="r" b="b"/>
              <a:pathLst>
                <a:path w="2497" h="2134"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7" name="Google Shape;3617;p56"/>
            <p:cNvSpPr/>
            <p:nvPr/>
          </p:nvSpPr>
          <p:spPr>
            <a:xfrm>
              <a:off x="4732475" y="2485550"/>
              <a:ext cx="62425" cy="53300"/>
            </a:xfrm>
            <a:custGeom>
              <a:avLst/>
              <a:gdLst/>
              <a:ahLst/>
              <a:cxnLst/>
              <a:rect l="l" t="t" r="r" b="b"/>
              <a:pathLst>
                <a:path w="2497" h="2132" extrusionOk="0">
                  <a:moveTo>
                    <a:pt x="1074" y="1"/>
                  </a:moveTo>
                  <a:cubicBezTo>
                    <a:pt x="480" y="1"/>
                    <a:pt x="1" y="472"/>
                    <a:pt x="1" y="1066"/>
                  </a:cubicBezTo>
                  <a:cubicBezTo>
                    <a:pt x="1" y="1708"/>
                    <a:pt x="526"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8" name="Google Shape;3618;p56"/>
            <p:cNvSpPr/>
            <p:nvPr/>
          </p:nvSpPr>
          <p:spPr>
            <a:xfrm>
              <a:off x="48087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9" name="Google Shape;3619;p56"/>
            <p:cNvSpPr/>
            <p:nvPr/>
          </p:nvSpPr>
          <p:spPr>
            <a:xfrm>
              <a:off x="4808700"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0" name="Google Shape;3620;p56"/>
            <p:cNvSpPr/>
            <p:nvPr/>
          </p:nvSpPr>
          <p:spPr>
            <a:xfrm>
              <a:off x="480870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1" name="Google Shape;3621;p56"/>
            <p:cNvSpPr/>
            <p:nvPr/>
          </p:nvSpPr>
          <p:spPr>
            <a:xfrm>
              <a:off x="48087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2" name="Google Shape;3622;p56"/>
            <p:cNvSpPr/>
            <p:nvPr/>
          </p:nvSpPr>
          <p:spPr>
            <a:xfrm>
              <a:off x="4808700"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3" name="Google Shape;3623;p56"/>
            <p:cNvSpPr/>
            <p:nvPr/>
          </p:nvSpPr>
          <p:spPr>
            <a:xfrm>
              <a:off x="4808700"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4" name="Google Shape;3624;p56"/>
            <p:cNvSpPr/>
            <p:nvPr/>
          </p:nvSpPr>
          <p:spPr>
            <a:xfrm>
              <a:off x="4808700"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5" name="Google Shape;3625;p56"/>
            <p:cNvSpPr/>
            <p:nvPr/>
          </p:nvSpPr>
          <p:spPr>
            <a:xfrm>
              <a:off x="4808700"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6" name="Google Shape;3626;p56"/>
            <p:cNvSpPr/>
            <p:nvPr/>
          </p:nvSpPr>
          <p:spPr>
            <a:xfrm>
              <a:off x="4808700" y="21045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7" name="Google Shape;3627;p56"/>
            <p:cNvSpPr/>
            <p:nvPr/>
          </p:nvSpPr>
          <p:spPr>
            <a:xfrm>
              <a:off x="4808700" y="2180700"/>
              <a:ext cx="62400" cy="53350"/>
            </a:xfrm>
            <a:custGeom>
              <a:avLst/>
              <a:gdLst/>
              <a:ahLst/>
              <a:cxnLst/>
              <a:rect l="l" t="t" r="r" b="b"/>
              <a:pathLst>
                <a:path w="2496" h="2134" extrusionOk="0">
                  <a:moveTo>
                    <a:pt x="1065" y="1"/>
                  </a:moveTo>
                  <a:cubicBezTo>
                    <a:pt x="480" y="1"/>
                    <a:pt x="0" y="480"/>
                    <a:pt x="0" y="1066"/>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8" name="Google Shape;3628;p56"/>
            <p:cNvSpPr/>
            <p:nvPr/>
          </p:nvSpPr>
          <p:spPr>
            <a:xfrm>
              <a:off x="4808700" y="2256925"/>
              <a:ext cx="62550" cy="53425"/>
            </a:xfrm>
            <a:custGeom>
              <a:avLst/>
              <a:gdLst/>
              <a:ahLst/>
              <a:cxnLst/>
              <a:rect l="l" t="t" r="r" b="b"/>
              <a:pathLst>
                <a:path w="2502"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9" name="Google Shape;3629;p56"/>
            <p:cNvSpPr/>
            <p:nvPr/>
          </p:nvSpPr>
          <p:spPr>
            <a:xfrm>
              <a:off x="4808700"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0" name="Google Shape;3630;p56"/>
            <p:cNvSpPr/>
            <p:nvPr/>
          </p:nvSpPr>
          <p:spPr>
            <a:xfrm>
              <a:off x="4808700" y="2409350"/>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1" name="Google Shape;3631;p56"/>
            <p:cNvSpPr/>
            <p:nvPr/>
          </p:nvSpPr>
          <p:spPr>
            <a:xfrm>
              <a:off x="4808700" y="2485550"/>
              <a:ext cx="62400" cy="53300"/>
            </a:xfrm>
            <a:custGeom>
              <a:avLst/>
              <a:gdLst/>
              <a:ahLst/>
              <a:cxnLst/>
              <a:rect l="l" t="t" r="r" b="b"/>
              <a:pathLst>
                <a:path w="2496"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2" name="Google Shape;3632;p56"/>
            <p:cNvSpPr/>
            <p:nvPr/>
          </p:nvSpPr>
          <p:spPr>
            <a:xfrm>
              <a:off x="48849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3" name="Google Shape;3633;p56"/>
            <p:cNvSpPr/>
            <p:nvPr/>
          </p:nvSpPr>
          <p:spPr>
            <a:xfrm>
              <a:off x="48849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4" name="Google Shape;3634;p56"/>
            <p:cNvSpPr/>
            <p:nvPr/>
          </p:nvSpPr>
          <p:spPr>
            <a:xfrm>
              <a:off x="48849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5" name="Google Shape;3635;p56"/>
            <p:cNvSpPr/>
            <p:nvPr/>
          </p:nvSpPr>
          <p:spPr>
            <a:xfrm>
              <a:off x="48849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6" name="Google Shape;3636;p56"/>
            <p:cNvSpPr/>
            <p:nvPr/>
          </p:nvSpPr>
          <p:spPr>
            <a:xfrm>
              <a:off x="48849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7" name="Google Shape;3637;p56"/>
            <p:cNvSpPr/>
            <p:nvPr/>
          </p:nvSpPr>
          <p:spPr>
            <a:xfrm>
              <a:off x="4884900"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8" name="Google Shape;3638;p56"/>
            <p:cNvSpPr/>
            <p:nvPr/>
          </p:nvSpPr>
          <p:spPr>
            <a:xfrm>
              <a:off x="488490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9" name="Google Shape;3639;p56"/>
            <p:cNvSpPr/>
            <p:nvPr/>
          </p:nvSpPr>
          <p:spPr>
            <a:xfrm>
              <a:off x="488490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0" name="Google Shape;3640;p56"/>
            <p:cNvSpPr/>
            <p:nvPr/>
          </p:nvSpPr>
          <p:spPr>
            <a:xfrm>
              <a:off x="48849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1" name="Google Shape;3641;p56"/>
            <p:cNvSpPr/>
            <p:nvPr/>
          </p:nvSpPr>
          <p:spPr>
            <a:xfrm>
              <a:off x="48849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2" name="Google Shape;3642;p56"/>
            <p:cNvSpPr/>
            <p:nvPr/>
          </p:nvSpPr>
          <p:spPr>
            <a:xfrm>
              <a:off x="48849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3" name="Google Shape;3643;p56"/>
            <p:cNvSpPr/>
            <p:nvPr/>
          </p:nvSpPr>
          <p:spPr>
            <a:xfrm>
              <a:off x="488490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4" name="Google Shape;3644;p56"/>
            <p:cNvSpPr/>
            <p:nvPr/>
          </p:nvSpPr>
          <p:spPr>
            <a:xfrm>
              <a:off x="48849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5" name="Google Shape;3645;p56"/>
            <p:cNvSpPr/>
            <p:nvPr/>
          </p:nvSpPr>
          <p:spPr>
            <a:xfrm>
              <a:off x="48849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6" name="Google Shape;3646;p56"/>
            <p:cNvSpPr/>
            <p:nvPr/>
          </p:nvSpPr>
          <p:spPr>
            <a:xfrm>
              <a:off x="4884900"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7" name="Google Shape;3647;p56"/>
            <p:cNvSpPr/>
            <p:nvPr/>
          </p:nvSpPr>
          <p:spPr>
            <a:xfrm>
              <a:off x="49611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8" name="Google Shape;3648;p56"/>
            <p:cNvSpPr/>
            <p:nvPr/>
          </p:nvSpPr>
          <p:spPr>
            <a:xfrm>
              <a:off x="4961125"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9" name="Google Shape;3649;p56"/>
            <p:cNvSpPr/>
            <p:nvPr/>
          </p:nvSpPr>
          <p:spPr>
            <a:xfrm>
              <a:off x="4961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0" name="Google Shape;3650;p56"/>
            <p:cNvSpPr/>
            <p:nvPr/>
          </p:nvSpPr>
          <p:spPr>
            <a:xfrm>
              <a:off x="4961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1" name="Google Shape;3651;p56"/>
            <p:cNvSpPr/>
            <p:nvPr/>
          </p:nvSpPr>
          <p:spPr>
            <a:xfrm>
              <a:off x="49611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2" name="Google Shape;3652;p56"/>
            <p:cNvSpPr/>
            <p:nvPr/>
          </p:nvSpPr>
          <p:spPr>
            <a:xfrm>
              <a:off x="49611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3" name="Google Shape;3653;p56"/>
            <p:cNvSpPr/>
            <p:nvPr/>
          </p:nvSpPr>
          <p:spPr>
            <a:xfrm>
              <a:off x="4961125"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4" name="Google Shape;3654;p56"/>
            <p:cNvSpPr/>
            <p:nvPr/>
          </p:nvSpPr>
          <p:spPr>
            <a:xfrm>
              <a:off x="4961125"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5" name="Google Shape;3655;p56"/>
            <p:cNvSpPr/>
            <p:nvPr/>
          </p:nvSpPr>
          <p:spPr>
            <a:xfrm>
              <a:off x="4961125"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6" name="Google Shape;3656;p56"/>
            <p:cNvSpPr/>
            <p:nvPr/>
          </p:nvSpPr>
          <p:spPr>
            <a:xfrm>
              <a:off x="496112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9" y="2137"/>
                    <a:pt x="1078" y="2137"/>
                  </a:cubicBezTo>
                  <a:cubicBezTo>
                    <a:pt x="1339"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7" name="Google Shape;3657;p56"/>
            <p:cNvSpPr/>
            <p:nvPr/>
          </p:nvSpPr>
          <p:spPr>
            <a:xfrm>
              <a:off x="4961125"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8" name="Google Shape;3658;p56"/>
            <p:cNvSpPr/>
            <p:nvPr/>
          </p:nvSpPr>
          <p:spPr>
            <a:xfrm>
              <a:off x="4961125"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9" name="Google Shape;3659;p56"/>
            <p:cNvSpPr/>
            <p:nvPr/>
          </p:nvSpPr>
          <p:spPr>
            <a:xfrm>
              <a:off x="4961125" y="2485550"/>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0" name="Google Shape;3660;p56"/>
            <p:cNvSpPr/>
            <p:nvPr/>
          </p:nvSpPr>
          <p:spPr>
            <a:xfrm>
              <a:off x="4961125"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1" name="Google Shape;3661;p56"/>
            <p:cNvSpPr/>
            <p:nvPr/>
          </p:nvSpPr>
          <p:spPr>
            <a:xfrm>
              <a:off x="50373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2" name="Google Shape;3662;p56"/>
            <p:cNvSpPr/>
            <p:nvPr/>
          </p:nvSpPr>
          <p:spPr>
            <a:xfrm>
              <a:off x="503732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3" name="Google Shape;3663;p56"/>
            <p:cNvSpPr/>
            <p:nvPr/>
          </p:nvSpPr>
          <p:spPr>
            <a:xfrm>
              <a:off x="50373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4" name="Google Shape;3664;p56"/>
            <p:cNvSpPr/>
            <p:nvPr/>
          </p:nvSpPr>
          <p:spPr>
            <a:xfrm>
              <a:off x="50373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5" name="Google Shape;3665;p56"/>
            <p:cNvSpPr/>
            <p:nvPr/>
          </p:nvSpPr>
          <p:spPr>
            <a:xfrm>
              <a:off x="5037325"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6" name="Google Shape;3666;p56"/>
            <p:cNvSpPr/>
            <p:nvPr/>
          </p:nvSpPr>
          <p:spPr>
            <a:xfrm>
              <a:off x="50373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7" name="Google Shape;3667;p56"/>
            <p:cNvSpPr/>
            <p:nvPr/>
          </p:nvSpPr>
          <p:spPr>
            <a:xfrm>
              <a:off x="50373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8" name="Google Shape;3668;p56"/>
            <p:cNvSpPr/>
            <p:nvPr/>
          </p:nvSpPr>
          <p:spPr>
            <a:xfrm>
              <a:off x="50373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9" name="Google Shape;3669;p56"/>
            <p:cNvSpPr/>
            <p:nvPr/>
          </p:nvSpPr>
          <p:spPr>
            <a:xfrm>
              <a:off x="50373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0" name="Google Shape;3670;p56"/>
            <p:cNvSpPr/>
            <p:nvPr/>
          </p:nvSpPr>
          <p:spPr>
            <a:xfrm>
              <a:off x="5037325"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1" name="Google Shape;3671;p56"/>
            <p:cNvSpPr/>
            <p:nvPr/>
          </p:nvSpPr>
          <p:spPr>
            <a:xfrm>
              <a:off x="50373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2" name="Google Shape;3672;p56"/>
            <p:cNvSpPr/>
            <p:nvPr/>
          </p:nvSpPr>
          <p:spPr>
            <a:xfrm>
              <a:off x="50373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3" name="Google Shape;3673;p56"/>
            <p:cNvSpPr/>
            <p:nvPr/>
          </p:nvSpPr>
          <p:spPr>
            <a:xfrm>
              <a:off x="5037325"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4" name="Google Shape;3674;p56"/>
            <p:cNvSpPr/>
            <p:nvPr/>
          </p:nvSpPr>
          <p:spPr>
            <a:xfrm>
              <a:off x="50373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5" name="Google Shape;3675;p56"/>
            <p:cNvSpPr/>
            <p:nvPr/>
          </p:nvSpPr>
          <p:spPr>
            <a:xfrm>
              <a:off x="5113350" y="2561575"/>
              <a:ext cx="62400" cy="53425"/>
            </a:xfrm>
            <a:custGeom>
              <a:avLst/>
              <a:gdLst/>
              <a:ahLst/>
              <a:cxnLst/>
              <a:rect l="l" t="t" r="r" b="b"/>
              <a:pathLst>
                <a:path w="2496" h="2137" extrusionOk="0">
                  <a:moveTo>
                    <a:pt x="1073" y="0"/>
                  </a:moveTo>
                  <a:cubicBezTo>
                    <a:pt x="480" y="8"/>
                    <a:pt x="8" y="480"/>
                    <a:pt x="0" y="1073"/>
                  </a:cubicBezTo>
                  <a:cubicBezTo>
                    <a:pt x="0" y="1711"/>
                    <a:pt x="525" y="2137"/>
                    <a:pt x="1073" y="2137"/>
                  </a:cubicBezTo>
                  <a:cubicBezTo>
                    <a:pt x="1335" y="2137"/>
                    <a:pt x="1603"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6" name="Google Shape;3676;p56"/>
            <p:cNvSpPr/>
            <p:nvPr/>
          </p:nvSpPr>
          <p:spPr>
            <a:xfrm>
              <a:off x="5113350" y="2637775"/>
              <a:ext cx="62400" cy="53450"/>
            </a:xfrm>
            <a:custGeom>
              <a:avLst/>
              <a:gdLst/>
              <a:ahLst/>
              <a:cxnLst/>
              <a:rect l="l" t="t" r="r" b="b"/>
              <a:pathLst>
                <a:path w="2496" h="2138" extrusionOk="0">
                  <a:moveTo>
                    <a:pt x="1073" y="1"/>
                  </a:moveTo>
                  <a:cubicBezTo>
                    <a:pt x="480" y="1"/>
                    <a:pt x="0" y="480"/>
                    <a:pt x="0" y="1074"/>
                  </a:cubicBezTo>
                  <a:cubicBezTo>
                    <a:pt x="0" y="1712"/>
                    <a:pt x="528" y="2137"/>
                    <a:pt x="1076" y="2137"/>
                  </a:cubicBezTo>
                  <a:cubicBezTo>
                    <a:pt x="1339" y="2137"/>
                    <a:pt x="1605"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7" name="Google Shape;3677;p56"/>
            <p:cNvSpPr/>
            <p:nvPr/>
          </p:nvSpPr>
          <p:spPr>
            <a:xfrm>
              <a:off x="518955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8" name="Google Shape;3678;p56"/>
            <p:cNvSpPr/>
            <p:nvPr/>
          </p:nvSpPr>
          <p:spPr>
            <a:xfrm>
              <a:off x="5189550" y="1495200"/>
              <a:ext cx="62225" cy="53325"/>
            </a:xfrm>
            <a:custGeom>
              <a:avLst/>
              <a:gdLst/>
              <a:ahLst/>
              <a:cxnLst/>
              <a:rect l="l" t="t" r="r" b="b"/>
              <a:pathLst>
                <a:path w="2489" h="2133" extrusionOk="0">
                  <a:moveTo>
                    <a:pt x="1066" y="0"/>
                  </a:moveTo>
                  <a:cubicBezTo>
                    <a:pt x="480" y="0"/>
                    <a:pt x="1" y="472"/>
                    <a:pt x="1" y="1065"/>
                  </a:cubicBezTo>
                  <a:cubicBezTo>
                    <a:pt x="1" y="1709"/>
                    <a:pt x="522" y="2133"/>
                    <a:pt x="1069" y="2133"/>
                  </a:cubicBezTo>
                  <a:cubicBezTo>
                    <a:pt x="1329" y="2133"/>
                    <a:pt x="1596" y="2036"/>
                    <a:pt x="1814"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9" name="Google Shape;3679;p56"/>
            <p:cNvSpPr/>
            <p:nvPr/>
          </p:nvSpPr>
          <p:spPr>
            <a:xfrm>
              <a:off x="5189550" y="1571400"/>
              <a:ext cx="62225" cy="53300"/>
            </a:xfrm>
            <a:custGeom>
              <a:avLst/>
              <a:gdLst/>
              <a:ahLst/>
              <a:cxnLst/>
              <a:rect l="l" t="t" r="r" b="b"/>
              <a:pathLst>
                <a:path w="2489" h="2132" extrusionOk="0">
                  <a:moveTo>
                    <a:pt x="1051" y="0"/>
                  </a:moveTo>
                  <a:cubicBezTo>
                    <a:pt x="472" y="0"/>
                    <a:pt x="1" y="477"/>
                    <a:pt x="1" y="1066"/>
                  </a:cubicBezTo>
                  <a:cubicBezTo>
                    <a:pt x="1" y="1705"/>
                    <a:pt x="524" y="2132"/>
                    <a:pt x="1072" y="2132"/>
                  </a:cubicBezTo>
                  <a:cubicBezTo>
                    <a:pt x="1332" y="2132"/>
                    <a:pt x="1597" y="2036"/>
                    <a:pt x="1814" y="1822"/>
                  </a:cubicBezTo>
                  <a:cubicBezTo>
                    <a:pt x="2488" y="1147"/>
                    <a:pt x="2017" y="1"/>
                    <a:pt x="1066" y="1"/>
                  </a:cubicBezTo>
                  <a:cubicBezTo>
                    <a:pt x="1061" y="1"/>
                    <a:pt x="1056"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0" name="Google Shape;3680;p56"/>
            <p:cNvSpPr/>
            <p:nvPr/>
          </p:nvSpPr>
          <p:spPr>
            <a:xfrm>
              <a:off x="5189550" y="1647400"/>
              <a:ext cx="62225" cy="53450"/>
            </a:xfrm>
            <a:custGeom>
              <a:avLst/>
              <a:gdLst/>
              <a:ahLst/>
              <a:cxnLst/>
              <a:rect l="l" t="t" r="r" b="b"/>
              <a:pathLst>
                <a:path w="2489" h="2138" extrusionOk="0">
                  <a:moveTo>
                    <a:pt x="1066" y="1"/>
                  </a:moveTo>
                  <a:cubicBezTo>
                    <a:pt x="480" y="1"/>
                    <a:pt x="1" y="481"/>
                    <a:pt x="1" y="1066"/>
                  </a:cubicBezTo>
                  <a:cubicBezTo>
                    <a:pt x="1" y="1710"/>
                    <a:pt x="522" y="2138"/>
                    <a:pt x="1068" y="2138"/>
                  </a:cubicBezTo>
                  <a:cubicBezTo>
                    <a:pt x="1329" y="2138"/>
                    <a:pt x="1596"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1" name="Google Shape;3681;p56"/>
            <p:cNvSpPr/>
            <p:nvPr/>
          </p:nvSpPr>
          <p:spPr>
            <a:xfrm>
              <a:off x="5189550" y="172362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2" name="Google Shape;3682;p56"/>
            <p:cNvSpPr/>
            <p:nvPr/>
          </p:nvSpPr>
          <p:spPr>
            <a:xfrm>
              <a:off x="5189550" y="1799850"/>
              <a:ext cx="62225" cy="53325"/>
            </a:xfrm>
            <a:custGeom>
              <a:avLst/>
              <a:gdLst/>
              <a:ahLst/>
              <a:cxnLst/>
              <a:rect l="l" t="t" r="r" b="b"/>
              <a:pathLst>
                <a:path w="2489" h="2133"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3" name="Google Shape;3683;p56"/>
            <p:cNvSpPr/>
            <p:nvPr/>
          </p:nvSpPr>
          <p:spPr>
            <a:xfrm>
              <a:off x="5189550" y="1876050"/>
              <a:ext cx="62225" cy="53300"/>
            </a:xfrm>
            <a:custGeom>
              <a:avLst/>
              <a:gdLst/>
              <a:ahLst/>
              <a:cxnLst/>
              <a:rect l="l" t="t" r="r" b="b"/>
              <a:pathLst>
                <a:path w="2489" h="2132" extrusionOk="0">
                  <a:moveTo>
                    <a:pt x="1066" y="1"/>
                  </a:moveTo>
                  <a:cubicBezTo>
                    <a:pt x="480" y="1"/>
                    <a:pt x="1" y="472"/>
                    <a:pt x="1" y="1066"/>
                  </a:cubicBezTo>
                  <a:cubicBezTo>
                    <a:pt x="1" y="1705"/>
                    <a:pt x="524"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4" name="Google Shape;3684;p56"/>
            <p:cNvSpPr/>
            <p:nvPr/>
          </p:nvSpPr>
          <p:spPr>
            <a:xfrm>
              <a:off x="5189550" y="1952050"/>
              <a:ext cx="62225" cy="53450"/>
            </a:xfrm>
            <a:custGeom>
              <a:avLst/>
              <a:gdLst/>
              <a:ahLst/>
              <a:cxnLst/>
              <a:rect l="l" t="t" r="r" b="b"/>
              <a:pathLst>
                <a:path w="2489" h="2138" extrusionOk="0">
                  <a:moveTo>
                    <a:pt x="1066" y="1"/>
                  </a:moveTo>
                  <a:cubicBezTo>
                    <a:pt x="480" y="1"/>
                    <a:pt x="1" y="481"/>
                    <a:pt x="1" y="1074"/>
                  </a:cubicBezTo>
                  <a:cubicBezTo>
                    <a:pt x="1" y="1712"/>
                    <a:pt x="525" y="2138"/>
                    <a:pt x="1071" y="2138"/>
                  </a:cubicBezTo>
                  <a:cubicBezTo>
                    <a:pt x="1332" y="2138"/>
                    <a:pt x="1598"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5" name="Google Shape;3685;p56"/>
            <p:cNvSpPr/>
            <p:nvPr/>
          </p:nvSpPr>
          <p:spPr>
            <a:xfrm>
              <a:off x="5189550" y="20282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1"/>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6" name="Google Shape;3686;p56"/>
            <p:cNvSpPr/>
            <p:nvPr/>
          </p:nvSpPr>
          <p:spPr>
            <a:xfrm>
              <a:off x="5189550" y="2104500"/>
              <a:ext cx="62225" cy="53325"/>
            </a:xfrm>
            <a:custGeom>
              <a:avLst/>
              <a:gdLst/>
              <a:ahLst/>
              <a:cxnLst/>
              <a:rect l="l" t="t" r="r" b="b"/>
              <a:pathLst>
                <a:path w="2489" h="2133" extrusionOk="0">
                  <a:moveTo>
                    <a:pt x="1066" y="0"/>
                  </a:moveTo>
                  <a:cubicBezTo>
                    <a:pt x="480" y="0"/>
                    <a:pt x="1" y="480"/>
                    <a:pt x="1" y="1065"/>
                  </a:cubicBezTo>
                  <a:cubicBezTo>
                    <a:pt x="1" y="1709"/>
                    <a:pt x="522" y="2133"/>
                    <a:pt x="1069" y="2133"/>
                  </a:cubicBezTo>
                  <a:cubicBezTo>
                    <a:pt x="1329" y="2133"/>
                    <a:pt x="1596" y="2036"/>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7" name="Google Shape;3687;p56"/>
            <p:cNvSpPr/>
            <p:nvPr/>
          </p:nvSpPr>
          <p:spPr>
            <a:xfrm>
              <a:off x="5189550" y="2180700"/>
              <a:ext cx="62225" cy="53350"/>
            </a:xfrm>
            <a:custGeom>
              <a:avLst/>
              <a:gdLst/>
              <a:ahLst/>
              <a:cxnLst/>
              <a:rect l="l" t="t" r="r" b="b"/>
              <a:pathLst>
                <a:path w="2489" h="2134" extrusionOk="0">
                  <a:moveTo>
                    <a:pt x="1066" y="1"/>
                  </a:moveTo>
                  <a:cubicBezTo>
                    <a:pt x="480" y="1"/>
                    <a:pt x="1" y="472"/>
                    <a:pt x="1" y="1066"/>
                  </a:cubicBezTo>
                  <a:cubicBezTo>
                    <a:pt x="1" y="1709"/>
                    <a:pt x="522" y="2133"/>
                    <a:pt x="1069" y="2133"/>
                  </a:cubicBezTo>
                  <a:cubicBezTo>
                    <a:pt x="1329" y="2133"/>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8" name="Google Shape;3688;p56"/>
            <p:cNvSpPr/>
            <p:nvPr/>
          </p:nvSpPr>
          <p:spPr>
            <a:xfrm>
              <a:off x="5189550" y="2256925"/>
              <a:ext cx="62425" cy="53425"/>
            </a:xfrm>
            <a:custGeom>
              <a:avLst/>
              <a:gdLst/>
              <a:ahLst/>
              <a:cxnLst/>
              <a:rect l="l" t="t" r="r" b="b"/>
              <a:pathLst>
                <a:path w="2497" h="2137" extrusionOk="0">
                  <a:moveTo>
                    <a:pt x="1066" y="0"/>
                  </a:moveTo>
                  <a:cubicBezTo>
                    <a:pt x="480" y="0"/>
                    <a:pt x="1" y="472"/>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9" name="Google Shape;3689;p56"/>
            <p:cNvSpPr/>
            <p:nvPr/>
          </p:nvSpPr>
          <p:spPr>
            <a:xfrm>
              <a:off x="5189550" y="2333125"/>
              <a:ext cx="62225" cy="53350"/>
            </a:xfrm>
            <a:custGeom>
              <a:avLst/>
              <a:gdLst/>
              <a:ahLst/>
              <a:cxnLst/>
              <a:rect l="l" t="t" r="r" b="b"/>
              <a:pathLst>
                <a:path w="2489" h="2134" extrusionOk="0">
                  <a:moveTo>
                    <a:pt x="1066" y="1"/>
                  </a:moveTo>
                  <a:cubicBezTo>
                    <a:pt x="480" y="1"/>
                    <a:pt x="1" y="480"/>
                    <a:pt x="1" y="1066"/>
                  </a:cubicBezTo>
                  <a:cubicBezTo>
                    <a:pt x="1" y="1709"/>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0" name="Google Shape;3690;p56"/>
            <p:cNvSpPr/>
            <p:nvPr/>
          </p:nvSpPr>
          <p:spPr>
            <a:xfrm>
              <a:off x="5189550" y="2409350"/>
              <a:ext cx="62225" cy="53350"/>
            </a:xfrm>
            <a:custGeom>
              <a:avLst/>
              <a:gdLst/>
              <a:ahLst/>
              <a:cxnLst/>
              <a:rect l="l" t="t" r="r" b="b"/>
              <a:pathLst>
                <a:path w="2489" h="2134"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1" name="Google Shape;3691;p56"/>
            <p:cNvSpPr/>
            <p:nvPr/>
          </p:nvSpPr>
          <p:spPr>
            <a:xfrm>
              <a:off x="5189550"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2" name="Google Shape;3692;p56"/>
            <p:cNvSpPr/>
            <p:nvPr/>
          </p:nvSpPr>
          <p:spPr>
            <a:xfrm>
              <a:off x="5189550" y="2561575"/>
              <a:ext cx="62225" cy="53425"/>
            </a:xfrm>
            <a:custGeom>
              <a:avLst/>
              <a:gdLst/>
              <a:ahLst/>
              <a:cxnLst/>
              <a:rect l="l" t="t" r="r" b="b"/>
              <a:pathLst>
                <a:path w="2489" h="2137" extrusionOk="0">
                  <a:moveTo>
                    <a:pt x="1066" y="0"/>
                  </a:moveTo>
                  <a:cubicBezTo>
                    <a:pt x="480" y="0"/>
                    <a:pt x="1" y="480"/>
                    <a:pt x="1" y="1073"/>
                  </a:cubicBezTo>
                  <a:cubicBezTo>
                    <a:pt x="1" y="1711"/>
                    <a:pt x="521" y="2137"/>
                    <a:pt x="1067" y="2137"/>
                  </a:cubicBezTo>
                  <a:cubicBezTo>
                    <a:pt x="1328"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3" name="Google Shape;3693;p56"/>
            <p:cNvSpPr/>
            <p:nvPr/>
          </p:nvSpPr>
          <p:spPr>
            <a:xfrm>
              <a:off x="5189550" y="2714000"/>
              <a:ext cx="62225" cy="53350"/>
            </a:xfrm>
            <a:custGeom>
              <a:avLst/>
              <a:gdLst/>
              <a:ahLst/>
              <a:cxnLst/>
              <a:rect l="l" t="t" r="r" b="b"/>
              <a:pathLst>
                <a:path w="2489" h="2134" extrusionOk="0">
                  <a:moveTo>
                    <a:pt x="1066" y="0"/>
                  </a:moveTo>
                  <a:cubicBezTo>
                    <a:pt x="480" y="0"/>
                    <a:pt x="1" y="480"/>
                    <a:pt x="1" y="1065"/>
                  </a:cubicBezTo>
                  <a:cubicBezTo>
                    <a:pt x="1" y="1709"/>
                    <a:pt x="522" y="2133"/>
                    <a:pt x="1069" y="2133"/>
                  </a:cubicBezTo>
                  <a:cubicBezTo>
                    <a:pt x="1329" y="2133"/>
                    <a:pt x="1596" y="2036"/>
                    <a:pt x="1814" y="1821"/>
                  </a:cubicBezTo>
                  <a:cubicBezTo>
                    <a:pt x="2488" y="1155"/>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4" name="Google Shape;3694;p56"/>
            <p:cNvSpPr/>
            <p:nvPr/>
          </p:nvSpPr>
          <p:spPr>
            <a:xfrm>
              <a:off x="5189550" y="2637775"/>
              <a:ext cx="62425" cy="53450"/>
            </a:xfrm>
            <a:custGeom>
              <a:avLst/>
              <a:gdLst/>
              <a:ahLst/>
              <a:cxnLst/>
              <a:rect l="l" t="t" r="r" b="b"/>
              <a:pathLst>
                <a:path w="2497" h="2138" extrusionOk="0">
                  <a:moveTo>
                    <a:pt x="1066" y="1"/>
                  </a:moveTo>
                  <a:cubicBezTo>
                    <a:pt x="480" y="9"/>
                    <a:pt x="1" y="480"/>
                    <a:pt x="1" y="1074"/>
                  </a:cubicBezTo>
                  <a:cubicBezTo>
                    <a:pt x="1" y="1712"/>
                    <a:pt x="525" y="2137"/>
                    <a:pt x="1073" y="2137"/>
                  </a:cubicBezTo>
                  <a:cubicBezTo>
                    <a:pt x="1336" y="2137"/>
                    <a:pt x="1603"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5" name="Google Shape;3695;p56"/>
            <p:cNvSpPr/>
            <p:nvPr/>
          </p:nvSpPr>
          <p:spPr>
            <a:xfrm>
              <a:off x="5265775" y="1342750"/>
              <a:ext cx="62200" cy="53350"/>
            </a:xfrm>
            <a:custGeom>
              <a:avLst/>
              <a:gdLst/>
              <a:ahLst/>
              <a:cxnLst/>
              <a:rect l="l" t="t" r="r" b="b"/>
              <a:pathLst>
                <a:path w="2488" h="2134" extrusionOk="0">
                  <a:moveTo>
                    <a:pt x="1065" y="1"/>
                  </a:moveTo>
                  <a:cubicBezTo>
                    <a:pt x="480" y="1"/>
                    <a:pt x="0" y="481"/>
                    <a:pt x="0" y="1066"/>
                  </a:cubicBezTo>
                  <a:cubicBezTo>
                    <a:pt x="0" y="1710"/>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6" name="Google Shape;3696;p56"/>
            <p:cNvSpPr/>
            <p:nvPr/>
          </p:nvSpPr>
          <p:spPr>
            <a:xfrm>
              <a:off x="5265775" y="14189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7" name="Google Shape;3697;p56"/>
            <p:cNvSpPr/>
            <p:nvPr/>
          </p:nvSpPr>
          <p:spPr>
            <a:xfrm>
              <a:off x="5265775" y="149520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8" name="Google Shape;3698;p56"/>
            <p:cNvSpPr/>
            <p:nvPr/>
          </p:nvSpPr>
          <p:spPr>
            <a:xfrm>
              <a:off x="5265775" y="1571400"/>
              <a:ext cx="62200" cy="53300"/>
            </a:xfrm>
            <a:custGeom>
              <a:avLst/>
              <a:gdLst/>
              <a:ahLst/>
              <a:cxnLst/>
              <a:rect l="l" t="t" r="r" b="b"/>
              <a:pathLst>
                <a:path w="2488" h="2132" extrusionOk="0">
                  <a:moveTo>
                    <a:pt x="1051" y="0"/>
                  </a:moveTo>
                  <a:cubicBezTo>
                    <a:pt x="472" y="0"/>
                    <a:pt x="0" y="477"/>
                    <a:pt x="0" y="1066"/>
                  </a:cubicBezTo>
                  <a:cubicBezTo>
                    <a:pt x="0" y="1705"/>
                    <a:pt x="524" y="2132"/>
                    <a:pt x="1072" y="2132"/>
                  </a:cubicBezTo>
                  <a:cubicBezTo>
                    <a:pt x="1331" y="2132"/>
                    <a:pt x="1596" y="2036"/>
                    <a:pt x="1813" y="1822"/>
                  </a:cubicBezTo>
                  <a:cubicBezTo>
                    <a:pt x="2488" y="1147"/>
                    <a:pt x="2016" y="1"/>
                    <a:pt x="1065" y="1"/>
                  </a:cubicBezTo>
                  <a:cubicBezTo>
                    <a:pt x="1060" y="1"/>
                    <a:pt x="1055" y="0"/>
                    <a:pt x="105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9" name="Google Shape;3699;p56"/>
            <p:cNvSpPr/>
            <p:nvPr/>
          </p:nvSpPr>
          <p:spPr>
            <a:xfrm>
              <a:off x="5265775" y="1647400"/>
              <a:ext cx="62200" cy="53450"/>
            </a:xfrm>
            <a:custGeom>
              <a:avLst/>
              <a:gdLst/>
              <a:ahLst/>
              <a:cxnLst/>
              <a:rect l="l" t="t" r="r" b="b"/>
              <a:pathLst>
                <a:path w="2488" h="2138" extrusionOk="0">
                  <a:moveTo>
                    <a:pt x="1065" y="1"/>
                  </a:moveTo>
                  <a:cubicBezTo>
                    <a:pt x="480" y="1"/>
                    <a:pt x="0" y="481"/>
                    <a:pt x="0" y="1066"/>
                  </a:cubicBezTo>
                  <a:cubicBezTo>
                    <a:pt x="0" y="1710"/>
                    <a:pt x="522" y="2138"/>
                    <a:pt x="1068" y="2138"/>
                  </a:cubicBezTo>
                  <a:cubicBezTo>
                    <a:pt x="1329"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0" name="Google Shape;3700;p56"/>
            <p:cNvSpPr/>
            <p:nvPr/>
          </p:nvSpPr>
          <p:spPr>
            <a:xfrm>
              <a:off x="5265775" y="172362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1" name="Google Shape;3701;p56"/>
            <p:cNvSpPr/>
            <p:nvPr/>
          </p:nvSpPr>
          <p:spPr>
            <a:xfrm>
              <a:off x="5265775" y="179985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2" name="Google Shape;3702;p56"/>
            <p:cNvSpPr/>
            <p:nvPr/>
          </p:nvSpPr>
          <p:spPr>
            <a:xfrm>
              <a:off x="5265775" y="1876050"/>
              <a:ext cx="62200" cy="53300"/>
            </a:xfrm>
            <a:custGeom>
              <a:avLst/>
              <a:gdLst/>
              <a:ahLst/>
              <a:cxnLst/>
              <a:rect l="l" t="t" r="r" b="b"/>
              <a:pathLst>
                <a:path w="2488" h="2132" extrusionOk="0">
                  <a:moveTo>
                    <a:pt x="1065" y="1"/>
                  </a:moveTo>
                  <a:cubicBezTo>
                    <a:pt x="480" y="1"/>
                    <a:pt x="0" y="472"/>
                    <a:pt x="0" y="1066"/>
                  </a:cubicBezTo>
                  <a:cubicBezTo>
                    <a:pt x="0" y="1705"/>
                    <a:pt x="524" y="2132"/>
                    <a:pt x="1072" y="2132"/>
                  </a:cubicBezTo>
                  <a:cubicBezTo>
                    <a:pt x="1331" y="2132"/>
                    <a:pt x="1596" y="2036"/>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3" name="Google Shape;3703;p56"/>
            <p:cNvSpPr/>
            <p:nvPr/>
          </p:nvSpPr>
          <p:spPr>
            <a:xfrm>
              <a:off x="5265775" y="1952050"/>
              <a:ext cx="62200" cy="53450"/>
            </a:xfrm>
            <a:custGeom>
              <a:avLst/>
              <a:gdLst/>
              <a:ahLst/>
              <a:cxnLst/>
              <a:rect l="l" t="t" r="r" b="b"/>
              <a:pathLst>
                <a:path w="2488" h="2138" extrusionOk="0">
                  <a:moveTo>
                    <a:pt x="1065" y="1"/>
                  </a:moveTo>
                  <a:cubicBezTo>
                    <a:pt x="480" y="1"/>
                    <a:pt x="0" y="481"/>
                    <a:pt x="0" y="1074"/>
                  </a:cubicBezTo>
                  <a:cubicBezTo>
                    <a:pt x="0" y="1712"/>
                    <a:pt x="521" y="2138"/>
                    <a:pt x="1067" y="2138"/>
                  </a:cubicBezTo>
                  <a:cubicBezTo>
                    <a:pt x="1328"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4" name="Google Shape;3704;p56"/>
            <p:cNvSpPr/>
            <p:nvPr/>
          </p:nvSpPr>
          <p:spPr>
            <a:xfrm>
              <a:off x="5265775" y="20282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1"/>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5" name="Google Shape;3705;p56"/>
            <p:cNvSpPr/>
            <p:nvPr/>
          </p:nvSpPr>
          <p:spPr>
            <a:xfrm>
              <a:off x="5265775" y="2104500"/>
              <a:ext cx="62200" cy="53325"/>
            </a:xfrm>
            <a:custGeom>
              <a:avLst/>
              <a:gdLst/>
              <a:ahLst/>
              <a:cxnLst/>
              <a:rect l="l" t="t" r="r" b="b"/>
              <a:pathLst>
                <a:path w="2488" h="2133" extrusionOk="0">
                  <a:moveTo>
                    <a:pt x="1065" y="0"/>
                  </a:moveTo>
                  <a:cubicBezTo>
                    <a:pt x="480" y="0"/>
                    <a:pt x="0" y="480"/>
                    <a:pt x="0" y="1065"/>
                  </a:cubicBezTo>
                  <a:cubicBezTo>
                    <a:pt x="0" y="1709"/>
                    <a:pt x="522" y="2133"/>
                    <a:pt x="1068" y="2133"/>
                  </a:cubicBezTo>
                  <a:cubicBezTo>
                    <a:pt x="1329" y="2133"/>
                    <a:pt x="1595" y="2036"/>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6" name="Google Shape;3706;p56"/>
            <p:cNvSpPr/>
            <p:nvPr/>
          </p:nvSpPr>
          <p:spPr>
            <a:xfrm>
              <a:off x="5265775" y="2180700"/>
              <a:ext cx="62200" cy="53350"/>
            </a:xfrm>
            <a:custGeom>
              <a:avLst/>
              <a:gdLst/>
              <a:ahLst/>
              <a:cxnLst/>
              <a:rect l="l" t="t" r="r" b="b"/>
              <a:pathLst>
                <a:path w="2488" h="2134" extrusionOk="0">
                  <a:moveTo>
                    <a:pt x="1065" y="1"/>
                  </a:moveTo>
                  <a:cubicBezTo>
                    <a:pt x="480" y="1"/>
                    <a:pt x="0" y="472"/>
                    <a:pt x="0" y="1066"/>
                  </a:cubicBezTo>
                  <a:cubicBezTo>
                    <a:pt x="0" y="1709"/>
                    <a:pt x="522" y="2133"/>
                    <a:pt x="1068" y="2133"/>
                  </a:cubicBezTo>
                  <a:cubicBezTo>
                    <a:pt x="1329" y="2133"/>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7" name="Google Shape;3707;p56"/>
            <p:cNvSpPr/>
            <p:nvPr/>
          </p:nvSpPr>
          <p:spPr>
            <a:xfrm>
              <a:off x="5265775" y="2256925"/>
              <a:ext cx="62400" cy="53425"/>
            </a:xfrm>
            <a:custGeom>
              <a:avLst/>
              <a:gdLst/>
              <a:ahLst/>
              <a:cxnLst/>
              <a:rect l="l" t="t" r="r" b="b"/>
              <a:pathLst>
                <a:path w="2496" h="2137" extrusionOk="0">
                  <a:moveTo>
                    <a:pt x="1065" y="0"/>
                  </a:moveTo>
                  <a:cubicBezTo>
                    <a:pt x="480" y="0"/>
                    <a:pt x="0" y="472"/>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8" name="Google Shape;3708;p56"/>
            <p:cNvSpPr/>
            <p:nvPr/>
          </p:nvSpPr>
          <p:spPr>
            <a:xfrm>
              <a:off x="5265775" y="2333125"/>
              <a:ext cx="62200" cy="53350"/>
            </a:xfrm>
            <a:custGeom>
              <a:avLst/>
              <a:gdLst/>
              <a:ahLst/>
              <a:cxnLst/>
              <a:rect l="l" t="t" r="r" b="b"/>
              <a:pathLst>
                <a:path w="2488" h="2134" extrusionOk="0">
                  <a:moveTo>
                    <a:pt x="1065" y="1"/>
                  </a:moveTo>
                  <a:cubicBezTo>
                    <a:pt x="480" y="1"/>
                    <a:pt x="0" y="480"/>
                    <a:pt x="0" y="1066"/>
                  </a:cubicBezTo>
                  <a:cubicBezTo>
                    <a:pt x="0" y="1709"/>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9" name="Google Shape;3709;p56"/>
            <p:cNvSpPr/>
            <p:nvPr/>
          </p:nvSpPr>
          <p:spPr>
            <a:xfrm>
              <a:off x="5265775" y="2409350"/>
              <a:ext cx="62200" cy="53350"/>
            </a:xfrm>
            <a:custGeom>
              <a:avLst/>
              <a:gdLst/>
              <a:ahLst/>
              <a:cxnLst/>
              <a:rect l="l" t="t" r="r" b="b"/>
              <a:pathLst>
                <a:path w="2488" h="2134" extrusionOk="0">
                  <a:moveTo>
                    <a:pt x="1065" y="0"/>
                  </a:moveTo>
                  <a:cubicBezTo>
                    <a:pt x="480" y="0"/>
                    <a:pt x="0" y="472"/>
                    <a:pt x="0" y="1065"/>
                  </a:cubicBezTo>
                  <a:cubicBezTo>
                    <a:pt x="0" y="1709"/>
                    <a:pt x="522" y="2133"/>
                    <a:pt x="1068" y="2133"/>
                  </a:cubicBezTo>
                  <a:cubicBezTo>
                    <a:pt x="1329" y="2133"/>
                    <a:pt x="1595" y="2036"/>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0" name="Google Shape;3710;p56"/>
            <p:cNvSpPr/>
            <p:nvPr/>
          </p:nvSpPr>
          <p:spPr>
            <a:xfrm>
              <a:off x="5265775" y="2485550"/>
              <a:ext cx="62200" cy="53350"/>
            </a:xfrm>
            <a:custGeom>
              <a:avLst/>
              <a:gdLst/>
              <a:ahLst/>
              <a:cxnLst/>
              <a:rect l="l" t="t" r="r" b="b"/>
              <a:pathLst>
                <a:path w="2488" h="2134" extrusionOk="0">
                  <a:moveTo>
                    <a:pt x="1065" y="1"/>
                  </a:moveTo>
                  <a:cubicBezTo>
                    <a:pt x="480" y="1"/>
                    <a:pt x="0" y="472"/>
                    <a:pt x="0" y="1066"/>
                  </a:cubicBezTo>
                  <a:cubicBezTo>
                    <a:pt x="0" y="1710"/>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1" name="Google Shape;3711;p56"/>
            <p:cNvSpPr/>
            <p:nvPr/>
          </p:nvSpPr>
          <p:spPr>
            <a:xfrm>
              <a:off x="5265775" y="2561575"/>
              <a:ext cx="62200" cy="53425"/>
            </a:xfrm>
            <a:custGeom>
              <a:avLst/>
              <a:gdLst/>
              <a:ahLst/>
              <a:cxnLst/>
              <a:rect l="l" t="t" r="r" b="b"/>
              <a:pathLst>
                <a:path w="2488" h="2137" extrusionOk="0">
                  <a:moveTo>
                    <a:pt x="1065" y="0"/>
                  </a:moveTo>
                  <a:cubicBezTo>
                    <a:pt x="480" y="0"/>
                    <a:pt x="0" y="480"/>
                    <a:pt x="0" y="1073"/>
                  </a:cubicBezTo>
                  <a:cubicBezTo>
                    <a:pt x="0" y="1711"/>
                    <a:pt x="521" y="2137"/>
                    <a:pt x="1067" y="2137"/>
                  </a:cubicBezTo>
                  <a:cubicBezTo>
                    <a:pt x="1328" y="2137"/>
                    <a:pt x="1595"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2" name="Google Shape;3712;p56"/>
            <p:cNvSpPr/>
            <p:nvPr/>
          </p:nvSpPr>
          <p:spPr>
            <a:xfrm>
              <a:off x="5265775"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3" name="Google Shape;3713;p56"/>
            <p:cNvSpPr/>
            <p:nvPr/>
          </p:nvSpPr>
          <p:spPr>
            <a:xfrm>
              <a:off x="5341975"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4" name="Google Shape;3714;p56"/>
            <p:cNvSpPr/>
            <p:nvPr/>
          </p:nvSpPr>
          <p:spPr>
            <a:xfrm>
              <a:off x="5341975"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5" name="Google Shape;3715;p56"/>
            <p:cNvSpPr/>
            <p:nvPr/>
          </p:nvSpPr>
          <p:spPr>
            <a:xfrm>
              <a:off x="5341975" y="14952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6" name="Google Shape;3716;p56"/>
            <p:cNvSpPr/>
            <p:nvPr/>
          </p:nvSpPr>
          <p:spPr>
            <a:xfrm>
              <a:off x="5341975" y="1571400"/>
              <a:ext cx="62375" cy="53250"/>
            </a:xfrm>
            <a:custGeom>
              <a:avLst/>
              <a:gdLst/>
              <a:ahLst/>
              <a:cxnLst/>
              <a:rect l="l" t="t" r="r" b="b"/>
              <a:pathLst>
                <a:path w="2495" h="2130" extrusionOk="0">
                  <a:moveTo>
                    <a:pt x="1084" y="1"/>
                  </a:moveTo>
                  <a:cubicBezTo>
                    <a:pt x="1080" y="1"/>
                    <a:pt x="1077" y="1"/>
                    <a:pt x="1074" y="1"/>
                  </a:cubicBezTo>
                  <a:cubicBezTo>
                    <a:pt x="480" y="1"/>
                    <a:pt x="9" y="472"/>
                    <a:pt x="1" y="1066"/>
                  </a:cubicBezTo>
                  <a:cubicBezTo>
                    <a:pt x="1" y="1703"/>
                    <a:pt x="529" y="2129"/>
                    <a:pt x="1077" y="2129"/>
                  </a:cubicBezTo>
                  <a:cubicBezTo>
                    <a:pt x="1339" y="2129"/>
                    <a:pt x="1606" y="2032"/>
                    <a:pt x="1822" y="1813"/>
                  </a:cubicBezTo>
                  <a:cubicBezTo>
                    <a:pt x="2494" y="1149"/>
                    <a:pt x="2020" y="1"/>
                    <a:pt x="108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7" name="Google Shape;3717;p56"/>
            <p:cNvSpPr/>
            <p:nvPr/>
          </p:nvSpPr>
          <p:spPr>
            <a:xfrm>
              <a:off x="5341975"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8" name="Google Shape;3718;p56"/>
            <p:cNvSpPr/>
            <p:nvPr/>
          </p:nvSpPr>
          <p:spPr>
            <a:xfrm>
              <a:off x="5341975"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9" name="Google Shape;3719;p56"/>
            <p:cNvSpPr/>
            <p:nvPr/>
          </p:nvSpPr>
          <p:spPr>
            <a:xfrm>
              <a:off x="5341975"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0" name="Google Shape;3720;p56"/>
            <p:cNvSpPr/>
            <p:nvPr/>
          </p:nvSpPr>
          <p:spPr>
            <a:xfrm>
              <a:off x="5341975" y="1876050"/>
              <a:ext cx="62425" cy="53275"/>
            </a:xfrm>
            <a:custGeom>
              <a:avLst/>
              <a:gdLst/>
              <a:ahLst/>
              <a:cxnLst/>
              <a:rect l="l" t="t" r="r" b="b"/>
              <a:pathLst>
                <a:path w="2497" h="2131" extrusionOk="0">
                  <a:moveTo>
                    <a:pt x="1074" y="1"/>
                  </a:moveTo>
                  <a:cubicBezTo>
                    <a:pt x="480"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1" name="Google Shape;3721;p56"/>
            <p:cNvSpPr/>
            <p:nvPr/>
          </p:nvSpPr>
          <p:spPr>
            <a:xfrm>
              <a:off x="5341975"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2" name="Google Shape;3722;p56"/>
            <p:cNvSpPr/>
            <p:nvPr/>
          </p:nvSpPr>
          <p:spPr>
            <a:xfrm>
              <a:off x="5341975"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3" name="Google Shape;3723;p56"/>
            <p:cNvSpPr/>
            <p:nvPr/>
          </p:nvSpPr>
          <p:spPr>
            <a:xfrm>
              <a:off x="5341975"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4" name="Google Shape;3724;p56"/>
            <p:cNvSpPr/>
            <p:nvPr/>
          </p:nvSpPr>
          <p:spPr>
            <a:xfrm>
              <a:off x="5341975"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5" name="Google Shape;3725;p56"/>
            <p:cNvSpPr/>
            <p:nvPr/>
          </p:nvSpPr>
          <p:spPr>
            <a:xfrm>
              <a:off x="5341975" y="2256925"/>
              <a:ext cx="62575" cy="53425"/>
            </a:xfrm>
            <a:custGeom>
              <a:avLst/>
              <a:gdLst/>
              <a:ahLst/>
              <a:cxnLst/>
              <a:rect l="l" t="t" r="r" b="b"/>
              <a:pathLst>
                <a:path w="2503" h="2137" extrusionOk="0">
                  <a:moveTo>
                    <a:pt x="1084" y="0"/>
                  </a:moveTo>
                  <a:cubicBezTo>
                    <a:pt x="1081"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6" name="Google Shape;3726;p56"/>
            <p:cNvSpPr/>
            <p:nvPr/>
          </p:nvSpPr>
          <p:spPr>
            <a:xfrm>
              <a:off x="5341975"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7" name="Google Shape;3727;p56"/>
            <p:cNvSpPr/>
            <p:nvPr/>
          </p:nvSpPr>
          <p:spPr>
            <a:xfrm>
              <a:off x="5341975" y="2485550"/>
              <a:ext cx="62425" cy="53300"/>
            </a:xfrm>
            <a:custGeom>
              <a:avLst/>
              <a:gdLst/>
              <a:ahLst/>
              <a:cxnLst/>
              <a:rect l="l" t="t" r="r" b="b"/>
              <a:pathLst>
                <a:path w="2497" h="2132" extrusionOk="0">
                  <a:moveTo>
                    <a:pt x="1074" y="1"/>
                  </a:moveTo>
                  <a:cubicBezTo>
                    <a:pt x="480" y="1"/>
                    <a:pt x="9" y="480"/>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8" name="Google Shape;3728;p56"/>
            <p:cNvSpPr/>
            <p:nvPr/>
          </p:nvSpPr>
          <p:spPr>
            <a:xfrm>
              <a:off x="5341975"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9" name="Google Shape;3729;p56"/>
            <p:cNvSpPr/>
            <p:nvPr/>
          </p:nvSpPr>
          <p:spPr>
            <a:xfrm>
              <a:off x="5341975"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0" name="Google Shape;3730;p56"/>
            <p:cNvSpPr/>
            <p:nvPr/>
          </p:nvSpPr>
          <p:spPr>
            <a:xfrm>
              <a:off x="5418200" y="134275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1" name="Google Shape;3731;p56"/>
            <p:cNvSpPr/>
            <p:nvPr/>
          </p:nvSpPr>
          <p:spPr>
            <a:xfrm>
              <a:off x="5418200"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2" name="Google Shape;3732;p56"/>
            <p:cNvSpPr/>
            <p:nvPr/>
          </p:nvSpPr>
          <p:spPr>
            <a:xfrm>
              <a:off x="5418200"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3" name="Google Shape;3733;p56"/>
            <p:cNvSpPr/>
            <p:nvPr/>
          </p:nvSpPr>
          <p:spPr>
            <a:xfrm>
              <a:off x="5418200"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4" name="Google Shape;3734;p56"/>
            <p:cNvSpPr/>
            <p:nvPr/>
          </p:nvSpPr>
          <p:spPr>
            <a:xfrm>
              <a:off x="5418200" y="164740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5" name="Google Shape;3735;p56"/>
            <p:cNvSpPr/>
            <p:nvPr/>
          </p:nvSpPr>
          <p:spPr>
            <a:xfrm>
              <a:off x="5418200"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6" name="Google Shape;3736;p56"/>
            <p:cNvSpPr/>
            <p:nvPr/>
          </p:nvSpPr>
          <p:spPr>
            <a:xfrm>
              <a:off x="5418200"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7" name="Google Shape;3737;p56"/>
            <p:cNvSpPr/>
            <p:nvPr/>
          </p:nvSpPr>
          <p:spPr>
            <a:xfrm>
              <a:off x="5418200"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8" name="Google Shape;3738;p56"/>
            <p:cNvSpPr/>
            <p:nvPr/>
          </p:nvSpPr>
          <p:spPr>
            <a:xfrm>
              <a:off x="5418200"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9" name="Google Shape;3739;p56"/>
            <p:cNvSpPr/>
            <p:nvPr/>
          </p:nvSpPr>
          <p:spPr>
            <a:xfrm>
              <a:off x="5418200"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0" name="Google Shape;3740;p56"/>
            <p:cNvSpPr/>
            <p:nvPr/>
          </p:nvSpPr>
          <p:spPr>
            <a:xfrm>
              <a:off x="5418200"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1" name="Google Shape;3741;p56"/>
            <p:cNvSpPr/>
            <p:nvPr/>
          </p:nvSpPr>
          <p:spPr>
            <a:xfrm>
              <a:off x="5418200"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2" name="Google Shape;3742;p56"/>
            <p:cNvSpPr/>
            <p:nvPr/>
          </p:nvSpPr>
          <p:spPr>
            <a:xfrm>
              <a:off x="5418200"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3" name="Google Shape;3743;p56"/>
            <p:cNvSpPr/>
            <p:nvPr/>
          </p:nvSpPr>
          <p:spPr>
            <a:xfrm>
              <a:off x="5418200"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4" name="Google Shape;3744;p56"/>
            <p:cNvSpPr/>
            <p:nvPr/>
          </p:nvSpPr>
          <p:spPr>
            <a:xfrm>
              <a:off x="5418200" y="2485550"/>
              <a:ext cx="62425" cy="53300"/>
            </a:xfrm>
            <a:custGeom>
              <a:avLst/>
              <a:gdLst/>
              <a:ahLst/>
              <a:cxnLst/>
              <a:rect l="l" t="t" r="r" b="b"/>
              <a:pathLst>
                <a:path w="2497" h="2132" extrusionOk="0">
                  <a:moveTo>
                    <a:pt x="1065" y="1"/>
                  </a:moveTo>
                  <a:cubicBezTo>
                    <a:pt x="480" y="1"/>
                    <a:pt x="0" y="472"/>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5" name="Google Shape;3745;p56"/>
            <p:cNvSpPr/>
            <p:nvPr/>
          </p:nvSpPr>
          <p:spPr>
            <a:xfrm>
              <a:off x="5418200"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6" name="Google Shape;3746;p56"/>
            <p:cNvSpPr/>
            <p:nvPr/>
          </p:nvSpPr>
          <p:spPr>
            <a:xfrm>
              <a:off x="5418200"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7" name="Google Shape;3747;p56"/>
            <p:cNvSpPr/>
            <p:nvPr/>
          </p:nvSpPr>
          <p:spPr>
            <a:xfrm>
              <a:off x="5418200"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8" name="Google Shape;3748;p56"/>
            <p:cNvSpPr/>
            <p:nvPr/>
          </p:nvSpPr>
          <p:spPr>
            <a:xfrm>
              <a:off x="5494400" y="1266550"/>
              <a:ext cx="62225" cy="53450"/>
            </a:xfrm>
            <a:custGeom>
              <a:avLst/>
              <a:gdLst/>
              <a:ahLst/>
              <a:cxnLst/>
              <a:rect l="l" t="t" r="r" b="b"/>
              <a:pathLst>
                <a:path w="2489" h="2138" extrusionOk="0">
                  <a:moveTo>
                    <a:pt x="1066" y="0"/>
                  </a:moveTo>
                  <a:cubicBezTo>
                    <a:pt x="480" y="9"/>
                    <a:pt x="1" y="480"/>
                    <a:pt x="1" y="1074"/>
                  </a:cubicBezTo>
                  <a:cubicBezTo>
                    <a:pt x="1" y="1711"/>
                    <a:pt x="525" y="2137"/>
                    <a:pt x="1074" y="2137"/>
                  </a:cubicBezTo>
                  <a:cubicBezTo>
                    <a:pt x="1336" y="2137"/>
                    <a:pt x="1604"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9" name="Google Shape;3749;p56"/>
            <p:cNvSpPr/>
            <p:nvPr/>
          </p:nvSpPr>
          <p:spPr>
            <a:xfrm>
              <a:off x="5494400"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0" name="Google Shape;3750;p56"/>
            <p:cNvSpPr/>
            <p:nvPr/>
          </p:nvSpPr>
          <p:spPr>
            <a:xfrm>
              <a:off x="54944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1" name="Google Shape;3751;p56"/>
            <p:cNvSpPr/>
            <p:nvPr/>
          </p:nvSpPr>
          <p:spPr>
            <a:xfrm>
              <a:off x="54944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2" name="Google Shape;3752;p56"/>
            <p:cNvSpPr/>
            <p:nvPr/>
          </p:nvSpPr>
          <p:spPr>
            <a:xfrm>
              <a:off x="5494400" y="1571400"/>
              <a:ext cx="62225" cy="53250"/>
            </a:xfrm>
            <a:custGeom>
              <a:avLst/>
              <a:gdLst/>
              <a:ahLst/>
              <a:cxnLst/>
              <a:rect l="l" t="t" r="r" b="b"/>
              <a:pathLst>
                <a:path w="2489" h="2130" extrusionOk="0">
                  <a:moveTo>
                    <a:pt x="1066" y="1"/>
                  </a:moveTo>
                  <a:cubicBezTo>
                    <a:pt x="480" y="1"/>
                    <a:pt x="1" y="472"/>
                    <a:pt x="1" y="1066"/>
                  </a:cubicBezTo>
                  <a:cubicBezTo>
                    <a:pt x="1" y="1703"/>
                    <a:pt x="525" y="2129"/>
                    <a:pt x="1074" y="2129"/>
                  </a:cubicBezTo>
                  <a:cubicBezTo>
                    <a:pt x="1336" y="2129"/>
                    <a:pt x="1604"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3" name="Google Shape;3753;p56"/>
            <p:cNvSpPr/>
            <p:nvPr/>
          </p:nvSpPr>
          <p:spPr>
            <a:xfrm>
              <a:off x="63323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4" name="Google Shape;3754;p56"/>
            <p:cNvSpPr/>
            <p:nvPr/>
          </p:nvSpPr>
          <p:spPr>
            <a:xfrm>
              <a:off x="63323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5" name="Google Shape;3755;p56"/>
            <p:cNvSpPr/>
            <p:nvPr/>
          </p:nvSpPr>
          <p:spPr>
            <a:xfrm>
              <a:off x="6408350" y="1418975"/>
              <a:ext cx="62425" cy="53350"/>
            </a:xfrm>
            <a:custGeom>
              <a:avLst/>
              <a:gdLst/>
              <a:ahLst/>
              <a:cxnLst/>
              <a:rect l="l" t="t" r="r" b="b"/>
              <a:pathLst>
                <a:path w="2497" h="2134" extrusionOk="0">
                  <a:moveTo>
                    <a:pt x="1074" y="1"/>
                  </a:moveTo>
                  <a:cubicBezTo>
                    <a:pt x="481" y="1"/>
                    <a:pt x="9" y="480"/>
                    <a:pt x="1" y="1065"/>
                  </a:cubicBezTo>
                  <a:cubicBezTo>
                    <a:pt x="1" y="1709"/>
                    <a:pt x="526" y="2133"/>
                    <a:pt x="1075" y="2133"/>
                  </a:cubicBezTo>
                  <a:cubicBezTo>
                    <a:pt x="1337" y="2133"/>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6" name="Google Shape;3756;p56"/>
            <p:cNvSpPr/>
            <p:nvPr/>
          </p:nvSpPr>
          <p:spPr>
            <a:xfrm>
              <a:off x="6408350" y="14952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7" name="Google Shape;3757;p56"/>
            <p:cNvSpPr/>
            <p:nvPr/>
          </p:nvSpPr>
          <p:spPr>
            <a:xfrm>
              <a:off x="6484575" y="1342750"/>
              <a:ext cx="62425" cy="53450"/>
            </a:xfrm>
            <a:custGeom>
              <a:avLst/>
              <a:gdLst/>
              <a:ahLst/>
              <a:cxnLst/>
              <a:rect l="l" t="t" r="r" b="b"/>
              <a:pathLst>
                <a:path w="2497" h="2138" extrusionOk="0">
                  <a:moveTo>
                    <a:pt x="1065" y="1"/>
                  </a:moveTo>
                  <a:cubicBezTo>
                    <a:pt x="480" y="1"/>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8" name="Google Shape;3758;p56"/>
            <p:cNvSpPr/>
            <p:nvPr/>
          </p:nvSpPr>
          <p:spPr>
            <a:xfrm>
              <a:off x="6484575" y="1418975"/>
              <a:ext cx="62425" cy="53350"/>
            </a:xfrm>
            <a:custGeom>
              <a:avLst/>
              <a:gdLst/>
              <a:ahLst/>
              <a:cxnLst/>
              <a:rect l="l" t="t" r="r" b="b"/>
              <a:pathLst>
                <a:path w="2497" h="2134" extrusionOk="0">
                  <a:moveTo>
                    <a:pt x="1065" y="1"/>
                  </a:moveTo>
                  <a:cubicBezTo>
                    <a:pt x="480" y="1"/>
                    <a:pt x="1"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9" name="Google Shape;3759;p56"/>
            <p:cNvSpPr/>
            <p:nvPr/>
          </p:nvSpPr>
          <p:spPr>
            <a:xfrm>
              <a:off x="6484575" y="1495200"/>
              <a:ext cx="62425" cy="53325"/>
            </a:xfrm>
            <a:custGeom>
              <a:avLst/>
              <a:gdLst/>
              <a:ahLst/>
              <a:cxnLst/>
              <a:rect l="l" t="t" r="r" b="b"/>
              <a:pathLst>
                <a:path w="2497" h="2133"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0" name="Google Shape;3760;p56"/>
            <p:cNvSpPr/>
            <p:nvPr/>
          </p:nvSpPr>
          <p:spPr>
            <a:xfrm>
              <a:off x="65608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1" name="Google Shape;3761;p56"/>
            <p:cNvSpPr/>
            <p:nvPr/>
          </p:nvSpPr>
          <p:spPr>
            <a:xfrm>
              <a:off x="65608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2" name="Google Shape;3762;p56"/>
            <p:cNvSpPr/>
            <p:nvPr/>
          </p:nvSpPr>
          <p:spPr>
            <a:xfrm>
              <a:off x="663700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3" name="Google Shape;3763;p56"/>
            <p:cNvSpPr/>
            <p:nvPr/>
          </p:nvSpPr>
          <p:spPr>
            <a:xfrm>
              <a:off x="7094075" y="14952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4" name="Google Shape;3764;p56"/>
            <p:cNvSpPr/>
            <p:nvPr/>
          </p:nvSpPr>
          <p:spPr>
            <a:xfrm>
              <a:off x="671322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5" name="Google Shape;3765;p56"/>
            <p:cNvSpPr/>
            <p:nvPr/>
          </p:nvSpPr>
          <p:spPr>
            <a:xfrm>
              <a:off x="678922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6" name="Google Shape;3766;p56"/>
            <p:cNvSpPr/>
            <p:nvPr/>
          </p:nvSpPr>
          <p:spPr>
            <a:xfrm>
              <a:off x="686565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7" name="Google Shape;3767;p56"/>
            <p:cNvSpPr/>
            <p:nvPr/>
          </p:nvSpPr>
          <p:spPr>
            <a:xfrm>
              <a:off x="701787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8" name="Google Shape;3768;p56"/>
            <p:cNvSpPr/>
            <p:nvPr/>
          </p:nvSpPr>
          <p:spPr>
            <a:xfrm>
              <a:off x="69418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9" name="Google Shape;3769;p56"/>
            <p:cNvSpPr/>
            <p:nvPr/>
          </p:nvSpPr>
          <p:spPr>
            <a:xfrm>
              <a:off x="68656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0" name="Google Shape;3770;p56"/>
            <p:cNvSpPr/>
            <p:nvPr/>
          </p:nvSpPr>
          <p:spPr>
            <a:xfrm>
              <a:off x="678922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1" name="Google Shape;3771;p56"/>
            <p:cNvSpPr/>
            <p:nvPr/>
          </p:nvSpPr>
          <p:spPr>
            <a:xfrm>
              <a:off x="671322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2" name="Google Shape;3772;p56"/>
            <p:cNvSpPr/>
            <p:nvPr/>
          </p:nvSpPr>
          <p:spPr>
            <a:xfrm>
              <a:off x="6637000" y="1495200"/>
              <a:ext cx="62225" cy="53325"/>
            </a:xfrm>
            <a:custGeom>
              <a:avLst/>
              <a:gdLst/>
              <a:ahLst/>
              <a:cxnLst/>
              <a:rect l="l" t="t" r="r" b="b"/>
              <a:pathLst>
                <a:path w="2489" h="2133" extrusionOk="0">
                  <a:moveTo>
                    <a:pt x="1066" y="0"/>
                  </a:moveTo>
                  <a:cubicBezTo>
                    <a:pt x="480"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3" name="Google Shape;3773;p56"/>
            <p:cNvSpPr/>
            <p:nvPr/>
          </p:nvSpPr>
          <p:spPr>
            <a:xfrm>
              <a:off x="6637000" y="1571400"/>
              <a:ext cx="62225" cy="53250"/>
            </a:xfrm>
            <a:custGeom>
              <a:avLst/>
              <a:gdLst/>
              <a:ahLst/>
              <a:cxnLst/>
              <a:rect l="l" t="t" r="r" b="b"/>
              <a:pathLst>
                <a:path w="2489" h="2130" extrusionOk="0">
                  <a:moveTo>
                    <a:pt x="1066" y="1"/>
                  </a:moveTo>
                  <a:cubicBezTo>
                    <a:pt x="480"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4" name="Google Shape;3774;p56"/>
            <p:cNvSpPr/>
            <p:nvPr/>
          </p:nvSpPr>
          <p:spPr>
            <a:xfrm>
              <a:off x="65608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5" name="Google Shape;3775;p56"/>
            <p:cNvSpPr/>
            <p:nvPr/>
          </p:nvSpPr>
          <p:spPr>
            <a:xfrm>
              <a:off x="6484575" y="1571400"/>
              <a:ext cx="62425" cy="53250"/>
            </a:xfrm>
            <a:custGeom>
              <a:avLst/>
              <a:gdLst/>
              <a:ahLst/>
              <a:cxnLst/>
              <a:rect l="l" t="t" r="r" b="b"/>
              <a:pathLst>
                <a:path w="2497" h="2130" extrusionOk="0">
                  <a:moveTo>
                    <a:pt x="1065" y="1"/>
                  </a:moveTo>
                  <a:cubicBezTo>
                    <a:pt x="480" y="1"/>
                    <a:pt x="1" y="472"/>
                    <a:pt x="1" y="1066"/>
                  </a:cubicBezTo>
                  <a:cubicBezTo>
                    <a:pt x="1" y="1703"/>
                    <a:pt x="525" y="2129"/>
                    <a:pt x="1073" y="2129"/>
                  </a:cubicBezTo>
                  <a:cubicBezTo>
                    <a:pt x="1335" y="2129"/>
                    <a:pt x="1603" y="2032"/>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6" name="Google Shape;3776;p56"/>
            <p:cNvSpPr/>
            <p:nvPr/>
          </p:nvSpPr>
          <p:spPr>
            <a:xfrm>
              <a:off x="6408350" y="1571400"/>
              <a:ext cx="62425" cy="53250"/>
            </a:xfrm>
            <a:custGeom>
              <a:avLst/>
              <a:gdLst/>
              <a:ahLst/>
              <a:cxnLst/>
              <a:rect l="l" t="t" r="r" b="b"/>
              <a:pathLst>
                <a:path w="2497" h="2130" extrusionOk="0">
                  <a:moveTo>
                    <a:pt x="1074" y="1"/>
                  </a:moveTo>
                  <a:cubicBezTo>
                    <a:pt x="481" y="1"/>
                    <a:pt x="9" y="472"/>
                    <a:pt x="1" y="1066"/>
                  </a:cubicBezTo>
                  <a:cubicBezTo>
                    <a:pt x="1" y="1703"/>
                    <a:pt x="525" y="2129"/>
                    <a:pt x="1074" y="2129"/>
                  </a:cubicBezTo>
                  <a:cubicBezTo>
                    <a:pt x="1336" y="2129"/>
                    <a:pt x="1604"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7" name="Google Shape;3777;p56"/>
            <p:cNvSpPr/>
            <p:nvPr/>
          </p:nvSpPr>
          <p:spPr>
            <a:xfrm>
              <a:off x="63323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8" name="Google Shape;3778;p56"/>
            <p:cNvSpPr/>
            <p:nvPr/>
          </p:nvSpPr>
          <p:spPr>
            <a:xfrm>
              <a:off x="587527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9" name="Google Shape;3779;p56"/>
            <p:cNvSpPr/>
            <p:nvPr/>
          </p:nvSpPr>
          <p:spPr>
            <a:xfrm>
              <a:off x="587527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0" name="Google Shape;3780;p56"/>
            <p:cNvSpPr/>
            <p:nvPr/>
          </p:nvSpPr>
          <p:spPr>
            <a:xfrm>
              <a:off x="59514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1" name="Google Shape;3781;p56"/>
            <p:cNvSpPr/>
            <p:nvPr/>
          </p:nvSpPr>
          <p:spPr>
            <a:xfrm>
              <a:off x="59514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2" name="Google Shape;3782;p56"/>
            <p:cNvSpPr/>
            <p:nvPr/>
          </p:nvSpPr>
          <p:spPr>
            <a:xfrm>
              <a:off x="59514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3" name="Google Shape;3783;p56"/>
            <p:cNvSpPr/>
            <p:nvPr/>
          </p:nvSpPr>
          <p:spPr>
            <a:xfrm>
              <a:off x="595147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4" name="Google Shape;3784;p56"/>
            <p:cNvSpPr/>
            <p:nvPr/>
          </p:nvSpPr>
          <p:spPr>
            <a:xfrm>
              <a:off x="595147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5" name="Google Shape;3785;p56"/>
            <p:cNvSpPr/>
            <p:nvPr/>
          </p:nvSpPr>
          <p:spPr>
            <a:xfrm>
              <a:off x="595147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6" name="Google Shape;3786;p56"/>
            <p:cNvSpPr/>
            <p:nvPr/>
          </p:nvSpPr>
          <p:spPr>
            <a:xfrm>
              <a:off x="5951475"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7" name="Google Shape;3787;p56"/>
            <p:cNvSpPr/>
            <p:nvPr/>
          </p:nvSpPr>
          <p:spPr>
            <a:xfrm>
              <a:off x="595147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8" name="Google Shape;3788;p56"/>
            <p:cNvSpPr/>
            <p:nvPr/>
          </p:nvSpPr>
          <p:spPr>
            <a:xfrm>
              <a:off x="595147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9" name="Google Shape;3789;p56"/>
            <p:cNvSpPr/>
            <p:nvPr/>
          </p:nvSpPr>
          <p:spPr>
            <a:xfrm>
              <a:off x="6027500" y="141897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0" name="Google Shape;3790;p56"/>
            <p:cNvSpPr/>
            <p:nvPr/>
          </p:nvSpPr>
          <p:spPr>
            <a:xfrm>
              <a:off x="6027500" y="14952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1" name="Google Shape;3791;p56"/>
            <p:cNvSpPr/>
            <p:nvPr/>
          </p:nvSpPr>
          <p:spPr>
            <a:xfrm>
              <a:off x="6027500" y="1571400"/>
              <a:ext cx="62425" cy="53250"/>
            </a:xfrm>
            <a:custGeom>
              <a:avLst/>
              <a:gdLst/>
              <a:ahLst/>
              <a:cxnLst/>
              <a:rect l="l" t="t" r="r" b="b"/>
              <a:pathLst>
                <a:path w="2497" h="2130" extrusionOk="0">
                  <a:moveTo>
                    <a:pt x="1073" y="1"/>
                  </a:moveTo>
                  <a:cubicBezTo>
                    <a:pt x="480" y="1"/>
                    <a:pt x="9" y="472"/>
                    <a:pt x="0" y="1066"/>
                  </a:cubicBezTo>
                  <a:cubicBezTo>
                    <a:pt x="0" y="1703"/>
                    <a:pt x="529" y="2129"/>
                    <a:pt x="1077" y="2129"/>
                  </a:cubicBezTo>
                  <a:cubicBezTo>
                    <a:pt x="1339" y="2129"/>
                    <a:pt x="1606"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2" name="Google Shape;3792;p56"/>
            <p:cNvSpPr/>
            <p:nvPr/>
          </p:nvSpPr>
          <p:spPr>
            <a:xfrm>
              <a:off x="6027500" y="164740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3" name="Google Shape;3793;p56"/>
            <p:cNvSpPr/>
            <p:nvPr/>
          </p:nvSpPr>
          <p:spPr>
            <a:xfrm>
              <a:off x="6027500" y="172362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4" name="Google Shape;3794;p56"/>
            <p:cNvSpPr/>
            <p:nvPr/>
          </p:nvSpPr>
          <p:spPr>
            <a:xfrm>
              <a:off x="6027500" y="179985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5" name="Google Shape;3795;p56"/>
            <p:cNvSpPr/>
            <p:nvPr/>
          </p:nvSpPr>
          <p:spPr>
            <a:xfrm>
              <a:off x="6027500" y="1876050"/>
              <a:ext cx="62425" cy="53350"/>
            </a:xfrm>
            <a:custGeom>
              <a:avLst/>
              <a:gdLst/>
              <a:ahLst/>
              <a:cxnLst/>
              <a:rect l="l" t="t" r="r" b="b"/>
              <a:pathLst>
                <a:path w="2497" h="2134" extrusionOk="0">
                  <a:moveTo>
                    <a:pt x="1073" y="1"/>
                  </a:moveTo>
                  <a:cubicBezTo>
                    <a:pt x="480" y="1"/>
                    <a:pt x="9" y="472"/>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6" name="Google Shape;3796;p56"/>
            <p:cNvSpPr/>
            <p:nvPr/>
          </p:nvSpPr>
          <p:spPr>
            <a:xfrm>
              <a:off x="6027500" y="1952050"/>
              <a:ext cx="62425" cy="53450"/>
            </a:xfrm>
            <a:custGeom>
              <a:avLst/>
              <a:gdLst/>
              <a:ahLst/>
              <a:cxnLst/>
              <a:rect l="l" t="t" r="r" b="b"/>
              <a:pathLst>
                <a:path w="2497" h="2138" extrusionOk="0">
                  <a:moveTo>
                    <a:pt x="1073" y="1"/>
                  </a:moveTo>
                  <a:cubicBezTo>
                    <a:pt x="480" y="9"/>
                    <a:pt x="9" y="481"/>
                    <a:pt x="0" y="1074"/>
                  </a:cubicBezTo>
                  <a:cubicBezTo>
                    <a:pt x="0" y="1712"/>
                    <a:pt x="529" y="2138"/>
                    <a:pt x="1077" y="2138"/>
                  </a:cubicBezTo>
                  <a:cubicBezTo>
                    <a:pt x="1339"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7" name="Google Shape;3797;p56"/>
            <p:cNvSpPr/>
            <p:nvPr/>
          </p:nvSpPr>
          <p:spPr>
            <a:xfrm>
              <a:off x="6103700"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8" name="Google Shape;3798;p56"/>
            <p:cNvSpPr/>
            <p:nvPr/>
          </p:nvSpPr>
          <p:spPr>
            <a:xfrm>
              <a:off x="6103700" y="14952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9" name="Google Shape;3799;p56"/>
            <p:cNvSpPr/>
            <p:nvPr/>
          </p:nvSpPr>
          <p:spPr>
            <a:xfrm>
              <a:off x="6103700"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0" name="Google Shape;3800;p56"/>
            <p:cNvSpPr/>
            <p:nvPr/>
          </p:nvSpPr>
          <p:spPr>
            <a:xfrm>
              <a:off x="6103700"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1" name="Google Shape;3801;p56"/>
            <p:cNvSpPr/>
            <p:nvPr/>
          </p:nvSpPr>
          <p:spPr>
            <a:xfrm>
              <a:off x="6103700" y="172362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2" name="Google Shape;3802;p56"/>
            <p:cNvSpPr/>
            <p:nvPr/>
          </p:nvSpPr>
          <p:spPr>
            <a:xfrm>
              <a:off x="6103700" y="17998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3" name="Google Shape;3803;p56"/>
            <p:cNvSpPr/>
            <p:nvPr/>
          </p:nvSpPr>
          <p:spPr>
            <a:xfrm>
              <a:off x="6103700" y="1876050"/>
              <a:ext cx="62425" cy="53275"/>
            </a:xfrm>
            <a:custGeom>
              <a:avLst/>
              <a:gdLst/>
              <a:ahLst/>
              <a:cxnLst/>
              <a:rect l="l" t="t" r="r" b="b"/>
              <a:pathLst>
                <a:path w="2497" h="2131" extrusionOk="0">
                  <a:moveTo>
                    <a:pt x="1066" y="1"/>
                  </a:moveTo>
                  <a:cubicBezTo>
                    <a:pt x="481" y="1"/>
                    <a:pt x="9" y="472"/>
                    <a:pt x="1" y="1066"/>
                  </a:cubicBezTo>
                  <a:cubicBezTo>
                    <a:pt x="1" y="1707"/>
                    <a:pt x="523" y="2131"/>
                    <a:pt x="1070" y="2131"/>
                  </a:cubicBezTo>
                  <a:cubicBezTo>
                    <a:pt x="1333" y="2131"/>
                    <a:pt x="1603"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4" name="Google Shape;3804;p56"/>
            <p:cNvSpPr/>
            <p:nvPr/>
          </p:nvSpPr>
          <p:spPr>
            <a:xfrm>
              <a:off x="6103700"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5" name="Google Shape;3805;p56"/>
            <p:cNvSpPr/>
            <p:nvPr/>
          </p:nvSpPr>
          <p:spPr>
            <a:xfrm>
              <a:off x="61799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6" name="Google Shape;3806;p56"/>
            <p:cNvSpPr/>
            <p:nvPr/>
          </p:nvSpPr>
          <p:spPr>
            <a:xfrm>
              <a:off x="61799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7" name="Google Shape;3807;p56"/>
            <p:cNvSpPr/>
            <p:nvPr/>
          </p:nvSpPr>
          <p:spPr>
            <a:xfrm>
              <a:off x="61799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8" name="Google Shape;3808;p56"/>
            <p:cNvSpPr/>
            <p:nvPr/>
          </p:nvSpPr>
          <p:spPr>
            <a:xfrm>
              <a:off x="6256150" y="141897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9" name="Google Shape;3809;p56"/>
            <p:cNvSpPr/>
            <p:nvPr/>
          </p:nvSpPr>
          <p:spPr>
            <a:xfrm>
              <a:off x="6256150" y="149520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0" name="Google Shape;3810;p56"/>
            <p:cNvSpPr/>
            <p:nvPr/>
          </p:nvSpPr>
          <p:spPr>
            <a:xfrm>
              <a:off x="6256150" y="1571400"/>
              <a:ext cx="62200" cy="53250"/>
            </a:xfrm>
            <a:custGeom>
              <a:avLst/>
              <a:gdLst/>
              <a:ahLst/>
              <a:cxnLst/>
              <a:rect l="l" t="t" r="r" b="b"/>
              <a:pathLst>
                <a:path w="2488" h="2130" extrusionOk="0">
                  <a:moveTo>
                    <a:pt x="1065" y="1"/>
                  </a:moveTo>
                  <a:cubicBezTo>
                    <a:pt x="480" y="1"/>
                    <a:pt x="0" y="472"/>
                    <a:pt x="0" y="1066"/>
                  </a:cubicBezTo>
                  <a:cubicBezTo>
                    <a:pt x="0" y="1703"/>
                    <a:pt x="524"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1" name="Google Shape;3811;p56"/>
            <p:cNvSpPr/>
            <p:nvPr/>
          </p:nvSpPr>
          <p:spPr>
            <a:xfrm>
              <a:off x="625615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2" name="Google Shape;3812;p56"/>
            <p:cNvSpPr/>
            <p:nvPr/>
          </p:nvSpPr>
          <p:spPr>
            <a:xfrm>
              <a:off x="61799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3" name="Google Shape;3813;p56"/>
            <p:cNvSpPr/>
            <p:nvPr/>
          </p:nvSpPr>
          <p:spPr>
            <a:xfrm>
              <a:off x="61799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4" name="Google Shape;3814;p56"/>
            <p:cNvSpPr/>
            <p:nvPr/>
          </p:nvSpPr>
          <p:spPr>
            <a:xfrm>
              <a:off x="617992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5" name="Google Shape;3815;p56"/>
            <p:cNvSpPr/>
            <p:nvPr/>
          </p:nvSpPr>
          <p:spPr>
            <a:xfrm>
              <a:off x="61799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6" name="Google Shape;3816;p56"/>
            <p:cNvSpPr/>
            <p:nvPr/>
          </p:nvSpPr>
          <p:spPr>
            <a:xfrm>
              <a:off x="61799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7" name="Google Shape;3817;p56"/>
            <p:cNvSpPr/>
            <p:nvPr/>
          </p:nvSpPr>
          <p:spPr>
            <a:xfrm>
              <a:off x="61799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8" name="Google Shape;3818;p56"/>
            <p:cNvSpPr/>
            <p:nvPr/>
          </p:nvSpPr>
          <p:spPr>
            <a:xfrm>
              <a:off x="6103700"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9" name="Google Shape;3819;p56"/>
            <p:cNvSpPr/>
            <p:nvPr/>
          </p:nvSpPr>
          <p:spPr>
            <a:xfrm>
              <a:off x="6027500" y="2028275"/>
              <a:ext cx="62425" cy="53450"/>
            </a:xfrm>
            <a:custGeom>
              <a:avLst/>
              <a:gdLst/>
              <a:ahLst/>
              <a:cxnLst/>
              <a:rect l="l" t="t" r="r" b="b"/>
              <a:pathLst>
                <a:path w="2497" h="2138" extrusionOk="0">
                  <a:moveTo>
                    <a:pt x="1073" y="1"/>
                  </a:moveTo>
                  <a:cubicBezTo>
                    <a:pt x="480" y="1"/>
                    <a:pt x="9" y="480"/>
                    <a:pt x="0" y="1065"/>
                  </a:cubicBezTo>
                  <a:cubicBezTo>
                    <a:pt x="0" y="1709"/>
                    <a:pt x="529" y="2137"/>
                    <a:pt x="1078" y="2137"/>
                  </a:cubicBezTo>
                  <a:cubicBezTo>
                    <a:pt x="1340" y="2137"/>
                    <a:pt x="1606"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0" name="Google Shape;3820;p56"/>
            <p:cNvSpPr/>
            <p:nvPr/>
          </p:nvSpPr>
          <p:spPr>
            <a:xfrm>
              <a:off x="6027500" y="21045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1" name="Google Shape;3821;p56"/>
            <p:cNvSpPr/>
            <p:nvPr/>
          </p:nvSpPr>
          <p:spPr>
            <a:xfrm>
              <a:off x="595147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2" name="Google Shape;3822;p56"/>
            <p:cNvSpPr/>
            <p:nvPr/>
          </p:nvSpPr>
          <p:spPr>
            <a:xfrm>
              <a:off x="5494400" y="164740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3" name="Google Shape;3823;p56"/>
            <p:cNvSpPr/>
            <p:nvPr/>
          </p:nvSpPr>
          <p:spPr>
            <a:xfrm>
              <a:off x="54944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4" name="Google Shape;3824;p56"/>
            <p:cNvSpPr/>
            <p:nvPr/>
          </p:nvSpPr>
          <p:spPr>
            <a:xfrm>
              <a:off x="54944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5" name="Google Shape;3825;p56"/>
            <p:cNvSpPr/>
            <p:nvPr/>
          </p:nvSpPr>
          <p:spPr>
            <a:xfrm>
              <a:off x="5494400" y="1876050"/>
              <a:ext cx="62225" cy="53300"/>
            </a:xfrm>
            <a:custGeom>
              <a:avLst/>
              <a:gdLst/>
              <a:ahLst/>
              <a:cxnLst/>
              <a:rect l="l" t="t" r="r" b="b"/>
              <a:pathLst>
                <a:path w="2489" h="2132" extrusionOk="0">
                  <a:moveTo>
                    <a:pt x="1066" y="1"/>
                  </a:moveTo>
                  <a:cubicBezTo>
                    <a:pt x="480" y="1"/>
                    <a:pt x="1" y="472"/>
                    <a:pt x="1" y="1066"/>
                  </a:cubicBezTo>
                  <a:cubicBezTo>
                    <a:pt x="1" y="1705"/>
                    <a:pt x="525"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6" name="Google Shape;3826;p56"/>
            <p:cNvSpPr/>
            <p:nvPr/>
          </p:nvSpPr>
          <p:spPr>
            <a:xfrm>
              <a:off x="5494400" y="1952050"/>
              <a:ext cx="62225" cy="53450"/>
            </a:xfrm>
            <a:custGeom>
              <a:avLst/>
              <a:gdLst/>
              <a:ahLst/>
              <a:cxnLst/>
              <a:rect l="l" t="t" r="r" b="b"/>
              <a:pathLst>
                <a:path w="2489" h="2138" extrusionOk="0">
                  <a:moveTo>
                    <a:pt x="1066" y="1"/>
                  </a:moveTo>
                  <a:cubicBezTo>
                    <a:pt x="480" y="9"/>
                    <a:pt x="1" y="481"/>
                    <a:pt x="1" y="1074"/>
                  </a:cubicBezTo>
                  <a:cubicBezTo>
                    <a:pt x="1" y="1712"/>
                    <a:pt x="525"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7" name="Google Shape;3827;p56"/>
            <p:cNvSpPr/>
            <p:nvPr/>
          </p:nvSpPr>
          <p:spPr>
            <a:xfrm>
              <a:off x="5494400"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8" name="Google Shape;3828;p56"/>
            <p:cNvSpPr/>
            <p:nvPr/>
          </p:nvSpPr>
          <p:spPr>
            <a:xfrm>
              <a:off x="54944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9" name="Google Shape;3829;p56"/>
            <p:cNvSpPr/>
            <p:nvPr/>
          </p:nvSpPr>
          <p:spPr>
            <a:xfrm>
              <a:off x="54944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0" name="Google Shape;3830;p56"/>
            <p:cNvSpPr/>
            <p:nvPr/>
          </p:nvSpPr>
          <p:spPr>
            <a:xfrm>
              <a:off x="54944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1" name="Google Shape;3831;p56"/>
            <p:cNvSpPr/>
            <p:nvPr/>
          </p:nvSpPr>
          <p:spPr>
            <a:xfrm>
              <a:off x="5494400"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2" name="Google Shape;3832;p56"/>
            <p:cNvSpPr/>
            <p:nvPr/>
          </p:nvSpPr>
          <p:spPr>
            <a:xfrm>
              <a:off x="54944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3"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3" name="Google Shape;3833;p56"/>
            <p:cNvSpPr/>
            <p:nvPr/>
          </p:nvSpPr>
          <p:spPr>
            <a:xfrm>
              <a:off x="5494400" y="2561575"/>
              <a:ext cx="62225" cy="53425"/>
            </a:xfrm>
            <a:custGeom>
              <a:avLst/>
              <a:gdLst/>
              <a:ahLst/>
              <a:cxnLst/>
              <a:rect l="l" t="t" r="r" b="b"/>
              <a:pathLst>
                <a:path w="2489" h="2137" extrusionOk="0">
                  <a:moveTo>
                    <a:pt x="1066" y="0"/>
                  </a:moveTo>
                  <a:cubicBezTo>
                    <a:pt x="480" y="0"/>
                    <a:pt x="1" y="480"/>
                    <a:pt x="1" y="1073"/>
                  </a:cubicBezTo>
                  <a:cubicBezTo>
                    <a:pt x="1" y="1711"/>
                    <a:pt x="522" y="2137"/>
                    <a:pt x="1067" y="2137"/>
                  </a:cubicBezTo>
                  <a:cubicBezTo>
                    <a:pt x="1329"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4" name="Google Shape;3834;p56"/>
            <p:cNvSpPr/>
            <p:nvPr/>
          </p:nvSpPr>
          <p:spPr>
            <a:xfrm>
              <a:off x="5494400" y="2637775"/>
              <a:ext cx="62225" cy="53450"/>
            </a:xfrm>
            <a:custGeom>
              <a:avLst/>
              <a:gdLst/>
              <a:ahLst/>
              <a:cxnLst/>
              <a:rect l="l" t="t" r="r" b="b"/>
              <a:pathLst>
                <a:path w="2489" h="2138" extrusionOk="0">
                  <a:moveTo>
                    <a:pt x="1066" y="1"/>
                  </a:moveTo>
                  <a:cubicBezTo>
                    <a:pt x="480" y="1"/>
                    <a:pt x="1" y="480"/>
                    <a:pt x="1" y="1074"/>
                  </a:cubicBezTo>
                  <a:cubicBezTo>
                    <a:pt x="1" y="1712"/>
                    <a:pt x="525" y="2137"/>
                    <a:pt x="1074" y="2137"/>
                  </a:cubicBezTo>
                  <a:cubicBezTo>
                    <a:pt x="1336"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5" name="Google Shape;3835;p56"/>
            <p:cNvSpPr/>
            <p:nvPr/>
          </p:nvSpPr>
          <p:spPr>
            <a:xfrm>
              <a:off x="549440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6" name="Google Shape;3836;p56"/>
            <p:cNvSpPr/>
            <p:nvPr/>
          </p:nvSpPr>
          <p:spPr>
            <a:xfrm>
              <a:off x="549440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7" name="Google Shape;3837;p56"/>
            <p:cNvSpPr/>
            <p:nvPr/>
          </p:nvSpPr>
          <p:spPr>
            <a:xfrm>
              <a:off x="5570625" y="1266550"/>
              <a:ext cx="62200" cy="53450"/>
            </a:xfrm>
            <a:custGeom>
              <a:avLst/>
              <a:gdLst/>
              <a:ahLst/>
              <a:cxnLst/>
              <a:rect l="l" t="t" r="r" b="b"/>
              <a:pathLst>
                <a:path w="2488" h="2138" extrusionOk="0">
                  <a:moveTo>
                    <a:pt x="1065" y="0"/>
                  </a:moveTo>
                  <a:cubicBezTo>
                    <a:pt x="472" y="9"/>
                    <a:pt x="0" y="480"/>
                    <a:pt x="0" y="1074"/>
                  </a:cubicBezTo>
                  <a:cubicBezTo>
                    <a:pt x="0" y="1711"/>
                    <a:pt x="525" y="2137"/>
                    <a:pt x="1071" y="2137"/>
                  </a:cubicBezTo>
                  <a:cubicBezTo>
                    <a:pt x="1332" y="2137"/>
                    <a:pt x="1598"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8" name="Google Shape;3838;p56"/>
            <p:cNvSpPr/>
            <p:nvPr/>
          </p:nvSpPr>
          <p:spPr>
            <a:xfrm>
              <a:off x="5570625" y="134275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9" name="Google Shape;3839;p56"/>
            <p:cNvSpPr/>
            <p:nvPr/>
          </p:nvSpPr>
          <p:spPr>
            <a:xfrm>
              <a:off x="5570625" y="141897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0" name="Google Shape;3840;p56"/>
            <p:cNvSpPr/>
            <p:nvPr/>
          </p:nvSpPr>
          <p:spPr>
            <a:xfrm>
              <a:off x="5570625" y="1495200"/>
              <a:ext cx="62200" cy="53325"/>
            </a:xfrm>
            <a:custGeom>
              <a:avLst/>
              <a:gdLst/>
              <a:ahLst/>
              <a:cxnLst/>
              <a:rect l="l" t="t" r="r" b="b"/>
              <a:pathLst>
                <a:path w="2488" h="2133" extrusionOk="0">
                  <a:moveTo>
                    <a:pt x="1065" y="0"/>
                  </a:moveTo>
                  <a:cubicBezTo>
                    <a:pt x="472" y="0"/>
                    <a:pt x="0" y="472"/>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1" name="Google Shape;3841;p56"/>
            <p:cNvSpPr/>
            <p:nvPr/>
          </p:nvSpPr>
          <p:spPr>
            <a:xfrm>
              <a:off x="5570625" y="1571400"/>
              <a:ext cx="62200" cy="53250"/>
            </a:xfrm>
            <a:custGeom>
              <a:avLst/>
              <a:gdLst/>
              <a:ahLst/>
              <a:cxnLst/>
              <a:rect l="l" t="t" r="r" b="b"/>
              <a:pathLst>
                <a:path w="2488"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2" name="Google Shape;3842;p56"/>
            <p:cNvSpPr/>
            <p:nvPr/>
          </p:nvSpPr>
          <p:spPr>
            <a:xfrm>
              <a:off x="5570625" y="164740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3" name="Google Shape;3843;p56"/>
            <p:cNvSpPr/>
            <p:nvPr/>
          </p:nvSpPr>
          <p:spPr>
            <a:xfrm>
              <a:off x="5570625"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4" name="Google Shape;3844;p56"/>
            <p:cNvSpPr/>
            <p:nvPr/>
          </p:nvSpPr>
          <p:spPr>
            <a:xfrm>
              <a:off x="5570625"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5" name="Google Shape;3845;p56"/>
            <p:cNvSpPr/>
            <p:nvPr/>
          </p:nvSpPr>
          <p:spPr>
            <a:xfrm>
              <a:off x="5570625" y="187605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6" name="Google Shape;3846;p56"/>
            <p:cNvSpPr/>
            <p:nvPr/>
          </p:nvSpPr>
          <p:spPr>
            <a:xfrm>
              <a:off x="5570625" y="1952050"/>
              <a:ext cx="62200" cy="53450"/>
            </a:xfrm>
            <a:custGeom>
              <a:avLst/>
              <a:gdLst/>
              <a:ahLst/>
              <a:cxnLst/>
              <a:rect l="l" t="t" r="r" b="b"/>
              <a:pathLst>
                <a:path w="2488"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7" name="Google Shape;3847;p56"/>
            <p:cNvSpPr/>
            <p:nvPr/>
          </p:nvSpPr>
          <p:spPr>
            <a:xfrm>
              <a:off x="5570625" y="2028275"/>
              <a:ext cx="62200" cy="53450"/>
            </a:xfrm>
            <a:custGeom>
              <a:avLst/>
              <a:gdLst/>
              <a:ahLst/>
              <a:cxnLst/>
              <a:rect l="l" t="t" r="r" b="b"/>
              <a:pathLst>
                <a:path w="2488" h="2138" extrusionOk="0">
                  <a:moveTo>
                    <a:pt x="1065" y="1"/>
                  </a:moveTo>
                  <a:cubicBezTo>
                    <a:pt x="472" y="1"/>
                    <a:pt x="0" y="480"/>
                    <a:pt x="0" y="1065"/>
                  </a:cubicBezTo>
                  <a:cubicBezTo>
                    <a:pt x="0" y="1709"/>
                    <a:pt x="526" y="2137"/>
                    <a:pt x="1072" y="2137"/>
                  </a:cubicBezTo>
                  <a:cubicBezTo>
                    <a:pt x="1332" y="2137"/>
                    <a:pt x="1598" y="2040"/>
                    <a:pt x="1813" y="1821"/>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8" name="Google Shape;3848;p56"/>
            <p:cNvSpPr/>
            <p:nvPr/>
          </p:nvSpPr>
          <p:spPr>
            <a:xfrm>
              <a:off x="5570625"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9" name="Google Shape;3849;p56"/>
            <p:cNvSpPr/>
            <p:nvPr/>
          </p:nvSpPr>
          <p:spPr>
            <a:xfrm>
              <a:off x="5570625" y="218070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0" name="Google Shape;3850;p56"/>
            <p:cNvSpPr/>
            <p:nvPr/>
          </p:nvSpPr>
          <p:spPr>
            <a:xfrm>
              <a:off x="5570625" y="2256925"/>
              <a:ext cx="62425" cy="53425"/>
            </a:xfrm>
            <a:custGeom>
              <a:avLst/>
              <a:gdLst/>
              <a:ahLst/>
              <a:cxnLst/>
              <a:rect l="l" t="t" r="r" b="b"/>
              <a:pathLst>
                <a:path w="2497" h="2137" extrusionOk="0">
                  <a:moveTo>
                    <a:pt x="1065" y="0"/>
                  </a:moveTo>
                  <a:cubicBezTo>
                    <a:pt x="472" y="0"/>
                    <a:pt x="0" y="480"/>
                    <a:pt x="0" y="1065"/>
                  </a:cubicBezTo>
                  <a:cubicBezTo>
                    <a:pt x="0" y="1709"/>
                    <a:pt x="526"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1" name="Google Shape;3851;p56"/>
            <p:cNvSpPr/>
            <p:nvPr/>
          </p:nvSpPr>
          <p:spPr>
            <a:xfrm>
              <a:off x="5570625" y="2333125"/>
              <a:ext cx="62200" cy="53450"/>
            </a:xfrm>
            <a:custGeom>
              <a:avLst/>
              <a:gdLst/>
              <a:ahLst/>
              <a:cxnLst/>
              <a:rect l="l" t="t" r="r" b="b"/>
              <a:pathLst>
                <a:path w="2488" h="2138" extrusionOk="0">
                  <a:moveTo>
                    <a:pt x="1065" y="1"/>
                  </a:moveTo>
                  <a:cubicBezTo>
                    <a:pt x="472" y="1"/>
                    <a:pt x="0" y="480"/>
                    <a:pt x="0" y="1066"/>
                  </a:cubicBezTo>
                  <a:cubicBezTo>
                    <a:pt x="0" y="1709"/>
                    <a:pt x="526" y="2137"/>
                    <a:pt x="1072"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2" name="Google Shape;3852;p56"/>
            <p:cNvSpPr/>
            <p:nvPr/>
          </p:nvSpPr>
          <p:spPr>
            <a:xfrm>
              <a:off x="5570625" y="2485550"/>
              <a:ext cx="62200" cy="53300"/>
            </a:xfrm>
            <a:custGeom>
              <a:avLst/>
              <a:gdLst/>
              <a:ahLst/>
              <a:cxnLst/>
              <a:rect l="l" t="t" r="r" b="b"/>
              <a:pathLst>
                <a:path w="2488" h="2132" extrusionOk="0">
                  <a:moveTo>
                    <a:pt x="1065" y="1"/>
                  </a:moveTo>
                  <a:cubicBezTo>
                    <a:pt x="480" y="1"/>
                    <a:pt x="0" y="480"/>
                    <a:pt x="0" y="1066"/>
                  </a:cubicBezTo>
                  <a:cubicBezTo>
                    <a:pt x="0" y="1708"/>
                    <a:pt x="523" y="2131"/>
                    <a:pt x="1070"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3" name="Google Shape;3853;p56"/>
            <p:cNvSpPr/>
            <p:nvPr/>
          </p:nvSpPr>
          <p:spPr>
            <a:xfrm>
              <a:off x="5570625" y="2561575"/>
              <a:ext cx="62200" cy="53425"/>
            </a:xfrm>
            <a:custGeom>
              <a:avLst/>
              <a:gdLst/>
              <a:ahLst/>
              <a:cxnLst/>
              <a:rect l="l" t="t" r="r" b="b"/>
              <a:pathLst>
                <a:path w="2488"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4" name="Google Shape;3854;p56"/>
            <p:cNvSpPr/>
            <p:nvPr/>
          </p:nvSpPr>
          <p:spPr>
            <a:xfrm>
              <a:off x="55706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5" name="Google Shape;3855;p56"/>
            <p:cNvSpPr/>
            <p:nvPr/>
          </p:nvSpPr>
          <p:spPr>
            <a:xfrm>
              <a:off x="5570625" y="2866425"/>
              <a:ext cx="62200" cy="53275"/>
            </a:xfrm>
            <a:custGeom>
              <a:avLst/>
              <a:gdLst/>
              <a:ahLst/>
              <a:cxnLst/>
              <a:rect l="l" t="t" r="r" b="b"/>
              <a:pathLst>
                <a:path w="2488"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6" name="Google Shape;3856;p56"/>
            <p:cNvSpPr/>
            <p:nvPr/>
          </p:nvSpPr>
          <p:spPr>
            <a:xfrm>
              <a:off x="5570625" y="2790200"/>
              <a:ext cx="62200" cy="53350"/>
            </a:xfrm>
            <a:custGeom>
              <a:avLst/>
              <a:gdLst/>
              <a:ahLst/>
              <a:cxnLst/>
              <a:rect l="l" t="t" r="r" b="b"/>
              <a:pathLst>
                <a:path w="2488" h="2134" extrusionOk="0">
                  <a:moveTo>
                    <a:pt x="1065" y="1"/>
                  </a:moveTo>
                  <a:cubicBezTo>
                    <a:pt x="472" y="1"/>
                    <a:pt x="0" y="472"/>
                    <a:pt x="0" y="1066"/>
                  </a:cubicBezTo>
                  <a:cubicBezTo>
                    <a:pt x="0" y="1709"/>
                    <a:pt x="526" y="2134"/>
                    <a:pt x="1072" y="2134"/>
                  </a:cubicBezTo>
                  <a:cubicBezTo>
                    <a:pt x="1333"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7" name="Google Shape;3857;p56"/>
            <p:cNvSpPr/>
            <p:nvPr/>
          </p:nvSpPr>
          <p:spPr>
            <a:xfrm>
              <a:off x="5570625"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8" name="Google Shape;3858;p56"/>
            <p:cNvSpPr/>
            <p:nvPr/>
          </p:nvSpPr>
          <p:spPr>
            <a:xfrm>
              <a:off x="56468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9" name="Google Shape;3859;p56"/>
            <p:cNvSpPr/>
            <p:nvPr/>
          </p:nvSpPr>
          <p:spPr>
            <a:xfrm>
              <a:off x="56468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0" name="Google Shape;3860;p56"/>
            <p:cNvSpPr/>
            <p:nvPr/>
          </p:nvSpPr>
          <p:spPr>
            <a:xfrm>
              <a:off x="56468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1" name="Google Shape;3861;p56"/>
            <p:cNvSpPr/>
            <p:nvPr/>
          </p:nvSpPr>
          <p:spPr>
            <a:xfrm>
              <a:off x="564682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2" name="Google Shape;3862;p56"/>
            <p:cNvSpPr/>
            <p:nvPr/>
          </p:nvSpPr>
          <p:spPr>
            <a:xfrm>
              <a:off x="56468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3" name="Google Shape;3863;p56"/>
            <p:cNvSpPr/>
            <p:nvPr/>
          </p:nvSpPr>
          <p:spPr>
            <a:xfrm>
              <a:off x="56468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4" name="Google Shape;3864;p56"/>
            <p:cNvSpPr/>
            <p:nvPr/>
          </p:nvSpPr>
          <p:spPr>
            <a:xfrm>
              <a:off x="5646825" y="1876050"/>
              <a:ext cx="62225" cy="53350"/>
            </a:xfrm>
            <a:custGeom>
              <a:avLst/>
              <a:gdLst/>
              <a:ahLst/>
              <a:cxnLst/>
              <a:rect l="l" t="t" r="r" b="b"/>
              <a:pathLst>
                <a:path w="2489" h="2134" extrusionOk="0">
                  <a:moveTo>
                    <a:pt x="1066" y="1"/>
                  </a:moveTo>
                  <a:cubicBezTo>
                    <a:pt x="472"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5" name="Google Shape;3865;p56"/>
            <p:cNvSpPr/>
            <p:nvPr/>
          </p:nvSpPr>
          <p:spPr>
            <a:xfrm>
              <a:off x="56468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6" name="Google Shape;3866;p56"/>
            <p:cNvSpPr/>
            <p:nvPr/>
          </p:nvSpPr>
          <p:spPr>
            <a:xfrm>
              <a:off x="56468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7" name="Google Shape;3867;p56"/>
            <p:cNvSpPr/>
            <p:nvPr/>
          </p:nvSpPr>
          <p:spPr>
            <a:xfrm>
              <a:off x="56468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8" name="Google Shape;3868;p56"/>
            <p:cNvSpPr/>
            <p:nvPr/>
          </p:nvSpPr>
          <p:spPr>
            <a:xfrm>
              <a:off x="56468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9" name="Google Shape;3869;p56"/>
            <p:cNvSpPr/>
            <p:nvPr/>
          </p:nvSpPr>
          <p:spPr>
            <a:xfrm>
              <a:off x="5646825"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0" name="Google Shape;3870;p56"/>
            <p:cNvSpPr/>
            <p:nvPr/>
          </p:nvSpPr>
          <p:spPr>
            <a:xfrm>
              <a:off x="56468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1" name="Google Shape;3871;p56"/>
            <p:cNvSpPr/>
            <p:nvPr/>
          </p:nvSpPr>
          <p:spPr>
            <a:xfrm>
              <a:off x="5646825" y="2485550"/>
              <a:ext cx="62225" cy="53300"/>
            </a:xfrm>
            <a:custGeom>
              <a:avLst/>
              <a:gdLst/>
              <a:ahLst/>
              <a:cxnLst/>
              <a:rect l="l" t="t" r="r" b="b"/>
              <a:pathLst>
                <a:path w="2489" h="2132" extrusionOk="0">
                  <a:moveTo>
                    <a:pt x="1066" y="1"/>
                  </a:moveTo>
                  <a:cubicBezTo>
                    <a:pt x="472" y="1"/>
                    <a:pt x="1" y="472"/>
                    <a:pt x="1" y="1066"/>
                  </a:cubicBezTo>
                  <a:cubicBezTo>
                    <a:pt x="1" y="1708"/>
                    <a:pt x="523" y="2131"/>
                    <a:pt x="1068" y="2131"/>
                  </a:cubicBezTo>
                  <a:cubicBezTo>
                    <a:pt x="1330" y="2131"/>
                    <a:pt x="1597" y="2033"/>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2" name="Google Shape;3872;p56"/>
            <p:cNvSpPr/>
            <p:nvPr/>
          </p:nvSpPr>
          <p:spPr>
            <a:xfrm>
              <a:off x="56468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3" name="Google Shape;3873;p56"/>
            <p:cNvSpPr/>
            <p:nvPr/>
          </p:nvSpPr>
          <p:spPr>
            <a:xfrm>
              <a:off x="56468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4" name="Google Shape;3874;p56"/>
            <p:cNvSpPr/>
            <p:nvPr/>
          </p:nvSpPr>
          <p:spPr>
            <a:xfrm>
              <a:off x="5646825" y="2637775"/>
              <a:ext cx="62225" cy="53450"/>
            </a:xfrm>
            <a:custGeom>
              <a:avLst/>
              <a:gdLst/>
              <a:ahLst/>
              <a:cxnLst/>
              <a:rect l="l" t="t" r="r" b="b"/>
              <a:pathLst>
                <a:path w="2489" h="2138" extrusionOk="0">
                  <a:moveTo>
                    <a:pt x="1066" y="1"/>
                  </a:moveTo>
                  <a:cubicBezTo>
                    <a:pt x="472" y="1"/>
                    <a:pt x="1" y="480"/>
                    <a:pt x="1" y="1074"/>
                  </a:cubicBezTo>
                  <a:cubicBezTo>
                    <a:pt x="1" y="1712"/>
                    <a:pt x="525" y="2137"/>
                    <a:pt x="1071" y="2137"/>
                  </a:cubicBezTo>
                  <a:cubicBezTo>
                    <a:pt x="1332"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5" name="Google Shape;3875;p56"/>
            <p:cNvSpPr/>
            <p:nvPr/>
          </p:nvSpPr>
          <p:spPr>
            <a:xfrm>
              <a:off x="5723050"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6" name="Google Shape;3876;p56"/>
            <p:cNvSpPr/>
            <p:nvPr/>
          </p:nvSpPr>
          <p:spPr>
            <a:xfrm>
              <a:off x="5723050"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7" name="Google Shape;3877;p56"/>
            <p:cNvSpPr/>
            <p:nvPr/>
          </p:nvSpPr>
          <p:spPr>
            <a:xfrm>
              <a:off x="5723050" y="1571400"/>
              <a:ext cx="62150" cy="53250"/>
            </a:xfrm>
            <a:custGeom>
              <a:avLst/>
              <a:gdLst/>
              <a:ahLst/>
              <a:cxnLst/>
              <a:rect l="l" t="t" r="r" b="b"/>
              <a:pathLst>
                <a:path w="2486" h="2130" extrusionOk="0">
                  <a:moveTo>
                    <a:pt x="1075" y="1"/>
                  </a:moveTo>
                  <a:cubicBezTo>
                    <a:pt x="1072" y="1"/>
                    <a:pt x="1069" y="1"/>
                    <a:pt x="1065" y="1"/>
                  </a:cubicBezTo>
                  <a:cubicBezTo>
                    <a:pt x="472" y="1"/>
                    <a:pt x="0" y="472"/>
                    <a:pt x="0" y="1066"/>
                  </a:cubicBezTo>
                  <a:cubicBezTo>
                    <a:pt x="0" y="1703"/>
                    <a:pt x="525" y="2129"/>
                    <a:pt x="1071" y="2129"/>
                  </a:cubicBezTo>
                  <a:cubicBezTo>
                    <a:pt x="1332" y="2129"/>
                    <a:pt x="1598" y="2032"/>
                    <a:pt x="1813" y="1813"/>
                  </a:cubicBezTo>
                  <a:cubicBezTo>
                    <a:pt x="2486" y="1149"/>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8" name="Google Shape;3878;p56"/>
            <p:cNvSpPr/>
            <p:nvPr/>
          </p:nvSpPr>
          <p:spPr>
            <a:xfrm>
              <a:off x="5723050"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9" name="Google Shape;3879;p56"/>
            <p:cNvSpPr/>
            <p:nvPr/>
          </p:nvSpPr>
          <p:spPr>
            <a:xfrm>
              <a:off x="5723050" y="17236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0" name="Google Shape;3880;p56"/>
            <p:cNvSpPr/>
            <p:nvPr/>
          </p:nvSpPr>
          <p:spPr>
            <a:xfrm>
              <a:off x="5723050" y="17998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1" name="Google Shape;3881;p56"/>
            <p:cNvSpPr/>
            <p:nvPr/>
          </p:nvSpPr>
          <p:spPr>
            <a:xfrm>
              <a:off x="5723050"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2" name="Google Shape;3882;p56"/>
            <p:cNvSpPr/>
            <p:nvPr/>
          </p:nvSpPr>
          <p:spPr>
            <a:xfrm>
              <a:off x="5723050"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3" name="Google Shape;3883;p56"/>
            <p:cNvSpPr/>
            <p:nvPr/>
          </p:nvSpPr>
          <p:spPr>
            <a:xfrm>
              <a:off x="5723050"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4" name="Google Shape;3884;p56"/>
            <p:cNvSpPr/>
            <p:nvPr/>
          </p:nvSpPr>
          <p:spPr>
            <a:xfrm>
              <a:off x="5723050"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5" name="Google Shape;3885;p56"/>
            <p:cNvSpPr/>
            <p:nvPr/>
          </p:nvSpPr>
          <p:spPr>
            <a:xfrm>
              <a:off x="5723050"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6" name="Google Shape;3886;p56"/>
            <p:cNvSpPr/>
            <p:nvPr/>
          </p:nvSpPr>
          <p:spPr>
            <a:xfrm>
              <a:off x="57230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7" name="Google Shape;3887;p56"/>
            <p:cNvSpPr/>
            <p:nvPr/>
          </p:nvSpPr>
          <p:spPr>
            <a:xfrm>
              <a:off x="5723050"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8" name="Google Shape;3888;p56"/>
            <p:cNvSpPr/>
            <p:nvPr/>
          </p:nvSpPr>
          <p:spPr>
            <a:xfrm>
              <a:off x="5722850" y="2485550"/>
              <a:ext cx="62425" cy="53300"/>
            </a:xfrm>
            <a:custGeom>
              <a:avLst/>
              <a:gdLst/>
              <a:ahLst/>
              <a:cxnLst/>
              <a:rect l="l" t="t" r="r" b="b"/>
              <a:pathLst>
                <a:path w="2497" h="2132" extrusionOk="0">
                  <a:moveTo>
                    <a:pt x="1073" y="1"/>
                  </a:moveTo>
                  <a:cubicBezTo>
                    <a:pt x="480" y="1"/>
                    <a:pt x="8" y="480"/>
                    <a:pt x="0" y="1066"/>
                  </a:cubicBezTo>
                  <a:cubicBezTo>
                    <a:pt x="0" y="1708"/>
                    <a:pt x="526" y="2131"/>
                    <a:pt x="1073" y="2131"/>
                  </a:cubicBezTo>
                  <a:cubicBezTo>
                    <a:pt x="1336" y="2131"/>
                    <a:pt x="1605"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9" name="Google Shape;3889;p56"/>
            <p:cNvSpPr/>
            <p:nvPr/>
          </p:nvSpPr>
          <p:spPr>
            <a:xfrm>
              <a:off x="5723050"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0" name="Google Shape;3890;p56"/>
            <p:cNvSpPr/>
            <p:nvPr/>
          </p:nvSpPr>
          <p:spPr>
            <a:xfrm>
              <a:off x="5722850" y="2637775"/>
              <a:ext cx="62425" cy="53450"/>
            </a:xfrm>
            <a:custGeom>
              <a:avLst/>
              <a:gdLst/>
              <a:ahLst/>
              <a:cxnLst/>
              <a:rect l="l" t="t" r="r" b="b"/>
              <a:pathLst>
                <a:path w="2497" h="2138" extrusionOk="0">
                  <a:moveTo>
                    <a:pt x="1073" y="1"/>
                  </a:moveTo>
                  <a:cubicBezTo>
                    <a:pt x="480" y="9"/>
                    <a:pt x="8" y="480"/>
                    <a:pt x="0" y="1074"/>
                  </a:cubicBezTo>
                  <a:cubicBezTo>
                    <a:pt x="0" y="1712"/>
                    <a:pt x="529" y="2137"/>
                    <a:pt x="1077"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1" name="Google Shape;3891;p56"/>
            <p:cNvSpPr/>
            <p:nvPr/>
          </p:nvSpPr>
          <p:spPr>
            <a:xfrm>
              <a:off x="5799275" y="141897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2" name="Google Shape;3892;p56"/>
            <p:cNvSpPr/>
            <p:nvPr/>
          </p:nvSpPr>
          <p:spPr>
            <a:xfrm>
              <a:off x="5799275" y="149520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0"/>
                    <a:pt x="1067" y="2130"/>
                  </a:cubicBezTo>
                  <a:cubicBezTo>
                    <a:pt x="1329" y="2130"/>
                    <a:pt x="1596" y="2032"/>
                    <a:pt x="1813"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3" name="Google Shape;3893;p56"/>
            <p:cNvSpPr/>
            <p:nvPr/>
          </p:nvSpPr>
          <p:spPr>
            <a:xfrm>
              <a:off x="5799275" y="1571400"/>
              <a:ext cx="62150" cy="53275"/>
            </a:xfrm>
            <a:custGeom>
              <a:avLst/>
              <a:gdLst/>
              <a:ahLst/>
              <a:cxnLst/>
              <a:rect l="l" t="t" r="r" b="b"/>
              <a:pathLst>
                <a:path w="2486" h="2131" extrusionOk="0">
                  <a:moveTo>
                    <a:pt x="1067" y="1"/>
                  </a:moveTo>
                  <a:cubicBezTo>
                    <a:pt x="1064" y="1"/>
                    <a:pt x="1060" y="1"/>
                    <a:pt x="1057" y="1"/>
                  </a:cubicBezTo>
                  <a:cubicBezTo>
                    <a:pt x="472" y="1"/>
                    <a:pt x="0" y="472"/>
                    <a:pt x="0" y="1066"/>
                  </a:cubicBezTo>
                  <a:cubicBezTo>
                    <a:pt x="0" y="1708"/>
                    <a:pt x="522" y="2131"/>
                    <a:pt x="1067" y="2131"/>
                  </a:cubicBezTo>
                  <a:cubicBezTo>
                    <a:pt x="1329" y="2131"/>
                    <a:pt x="1596" y="2033"/>
                    <a:pt x="1813" y="1813"/>
                  </a:cubicBezTo>
                  <a:cubicBezTo>
                    <a:pt x="2485" y="1141"/>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4" name="Google Shape;3894;p56"/>
            <p:cNvSpPr/>
            <p:nvPr/>
          </p:nvSpPr>
          <p:spPr>
            <a:xfrm>
              <a:off x="5799275" y="164740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5" name="Google Shape;3895;p56"/>
            <p:cNvSpPr/>
            <p:nvPr/>
          </p:nvSpPr>
          <p:spPr>
            <a:xfrm>
              <a:off x="5799275" y="172362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6" name="Google Shape;3896;p56"/>
            <p:cNvSpPr/>
            <p:nvPr/>
          </p:nvSpPr>
          <p:spPr>
            <a:xfrm>
              <a:off x="5799275" y="1799825"/>
              <a:ext cx="62150" cy="53300"/>
            </a:xfrm>
            <a:custGeom>
              <a:avLst/>
              <a:gdLst/>
              <a:ahLst/>
              <a:cxnLst/>
              <a:rect l="l" t="t" r="r" b="b"/>
              <a:pathLst>
                <a:path w="2486" h="2132" extrusionOk="0">
                  <a:moveTo>
                    <a:pt x="1067" y="1"/>
                  </a:moveTo>
                  <a:cubicBezTo>
                    <a:pt x="1064" y="1"/>
                    <a:pt x="1060" y="1"/>
                    <a:pt x="1057" y="1"/>
                  </a:cubicBezTo>
                  <a:cubicBezTo>
                    <a:pt x="472" y="1"/>
                    <a:pt x="0" y="481"/>
                    <a:pt x="0" y="1066"/>
                  </a:cubicBezTo>
                  <a:cubicBezTo>
                    <a:pt x="0" y="1708"/>
                    <a:pt x="522" y="2131"/>
                    <a:pt x="1069" y="2131"/>
                  </a:cubicBezTo>
                  <a:cubicBezTo>
                    <a:pt x="1333" y="2131"/>
                    <a:pt x="1602" y="2033"/>
                    <a:pt x="1821" y="1814"/>
                  </a:cubicBezTo>
                  <a:cubicBezTo>
                    <a:pt x="2485" y="1150"/>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7" name="Google Shape;3897;p56"/>
            <p:cNvSpPr/>
            <p:nvPr/>
          </p:nvSpPr>
          <p:spPr>
            <a:xfrm>
              <a:off x="5799275" y="187605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8" name="Google Shape;3898;p56"/>
            <p:cNvSpPr/>
            <p:nvPr/>
          </p:nvSpPr>
          <p:spPr>
            <a:xfrm>
              <a:off x="5799275" y="1952050"/>
              <a:ext cx="62200" cy="53500"/>
            </a:xfrm>
            <a:custGeom>
              <a:avLst/>
              <a:gdLst/>
              <a:ahLst/>
              <a:cxnLst/>
              <a:rect l="l" t="t" r="r" b="b"/>
              <a:pathLst>
                <a:path w="2488" h="2140" extrusionOk="0">
                  <a:moveTo>
                    <a:pt x="1057" y="1"/>
                  </a:moveTo>
                  <a:cubicBezTo>
                    <a:pt x="472" y="9"/>
                    <a:pt x="0" y="481"/>
                    <a:pt x="0" y="1074"/>
                  </a:cubicBezTo>
                  <a:cubicBezTo>
                    <a:pt x="0" y="1716"/>
                    <a:pt x="522" y="2139"/>
                    <a:pt x="1069" y="2139"/>
                  </a:cubicBezTo>
                  <a:cubicBezTo>
                    <a:pt x="1333" y="2139"/>
                    <a:pt x="1602" y="2041"/>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9" name="Google Shape;3899;p56"/>
            <p:cNvSpPr/>
            <p:nvPr/>
          </p:nvSpPr>
          <p:spPr>
            <a:xfrm>
              <a:off x="5799275" y="2028275"/>
              <a:ext cx="62200" cy="53450"/>
            </a:xfrm>
            <a:custGeom>
              <a:avLst/>
              <a:gdLst/>
              <a:ahLst/>
              <a:cxnLst/>
              <a:rect l="l" t="t" r="r" b="b"/>
              <a:pathLst>
                <a:path w="2488" h="2138" extrusionOk="0">
                  <a:moveTo>
                    <a:pt x="1057" y="1"/>
                  </a:moveTo>
                  <a:cubicBezTo>
                    <a:pt x="472" y="9"/>
                    <a:pt x="0" y="480"/>
                    <a:pt x="0" y="1065"/>
                  </a:cubicBezTo>
                  <a:cubicBezTo>
                    <a:pt x="0" y="1709"/>
                    <a:pt x="525" y="2137"/>
                    <a:pt x="1074" y="2137"/>
                  </a:cubicBezTo>
                  <a:cubicBezTo>
                    <a:pt x="1336" y="2137"/>
                    <a:pt x="1603" y="2040"/>
                    <a:pt x="1821" y="1821"/>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0" name="Google Shape;3900;p56"/>
            <p:cNvSpPr/>
            <p:nvPr/>
          </p:nvSpPr>
          <p:spPr>
            <a:xfrm>
              <a:off x="587527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1" name="Google Shape;3901;p56"/>
            <p:cNvSpPr/>
            <p:nvPr/>
          </p:nvSpPr>
          <p:spPr>
            <a:xfrm>
              <a:off x="587527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2" name="Google Shape;3902;p56"/>
            <p:cNvSpPr/>
            <p:nvPr/>
          </p:nvSpPr>
          <p:spPr>
            <a:xfrm>
              <a:off x="587527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3" name="Google Shape;3903;p56"/>
            <p:cNvSpPr/>
            <p:nvPr/>
          </p:nvSpPr>
          <p:spPr>
            <a:xfrm>
              <a:off x="587527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4" name="Google Shape;3904;p56"/>
            <p:cNvSpPr/>
            <p:nvPr/>
          </p:nvSpPr>
          <p:spPr>
            <a:xfrm>
              <a:off x="587527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5" name="Google Shape;3905;p56"/>
            <p:cNvSpPr/>
            <p:nvPr/>
          </p:nvSpPr>
          <p:spPr>
            <a:xfrm>
              <a:off x="587527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6" name="Google Shape;3906;p56"/>
            <p:cNvSpPr/>
            <p:nvPr/>
          </p:nvSpPr>
          <p:spPr>
            <a:xfrm>
              <a:off x="5875275" y="1876050"/>
              <a:ext cx="62225" cy="53350"/>
            </a:xfrm>
            <a:custGeom>
              <a:avLst/>
              <a:gdLst/>
              <a:ahLst/>
              <a:cxnLst/>
              <a:rect l="l" t="t" r="r" b="b"/>
              <a:pathLst>
                <a:path w="2489" h="2134" extrusionOk="0">
                  <a:moveTo>
                    <a:pt x="1065" y="1"/>
                  </a:moveTo>
                  <a:cubicBezTo>
                    <a:pt x="480" y="1"/>
                    <a:pt x="0" y="472"/>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7" name="Google Shape;3907;p56"/>
            <p:cNvSpPr/>
            <p:nvPr/>
          </p:nvSpPr>
          <p:spPr>
            <a:xfrm>
              <a:off x="587527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8" name="Google Shape;3908;p56"/>
            <p:cNvSpPr/>
            <p:nvPr/>
          </p:nvSpPr>
          <p:spPr>
            <a:xfrm>
              <a:off x="587527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9" name="Google Shape;3909;p56"/>
            <p:cNvSpPr/>
            <p:nvPr/>
          </p:nvSpPr>
          <p:spPr>
            <a:xfrm>
              <a:off x="587527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0" name="Google Shape;3910;p56"/>
            <p:cNvSpPr/>
            <p:nvPr/>
          </p:nvSpPr>
          <p:spPr>
            <a:xfrm>
              <a:off x="5799275" y="2104500"/>
              <a:ext cx="62200" cy="53325"/>
            </a:xfrm>
            <a:custGeom>
              <a:avLst/>
              <a:gdLst/>
              <a:ahLst/>
              <a:cxnLst/>
              <a:rect l="l" t="t" r="r" b="b"/>
              <a:pathLst>
                <a:path w="2488" h="2133"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1" name="Google Shape;3911;p56"/>
            <p:cNvSpPr/>
            <p:nvPr/>
          </p:nvSpPr>
          <p:spPr>
            <a:xfrm>
              <a:off x="5799275" y="218070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2" name="Google Shape;3912;p56"/>
            <p:cNvSpPr/>
            <p:nvPr/>
          </p:nvSpPr>
          <p:spPr>
            <a:xfrm>
              <a:off x="5799275" y="2256925"/>
              <a:ext cx="62350" cy="53425"/>
            </a:xfrm>
            <a:custGeom>
              <a:avLst/>
              <a:gdLst/>
              <a:ahLst/>
              <a:cxnLst/>
              <a:rect l="l" t="t" r="r" b="b"/>
              <a:pathLst>
                <a:path w="2494" h="2137" extrusionOk="0">
                  <a:moveTo>
                    <a:pt x="1067" y="0"/>
                  </a:moveTo>
                  <a:cubicBezTo>
                    <a:pt x="1064" y="0"/>
                    <a:pt x="1060" y="0"/>
                    <a:pt x="1057" y="0"/>
                  </a:cubicBezTo>
                  <a:cubicBezTo>
                    <a:pt x="472" y="0"/>
                    <a:pt x="0" y="480"/>
                    <a:pt x="0" y="1065"/>
                  </a:cubicBezTo>
                  <a:cubicBezTo>
                    <a:pt x="0" y="1709"/>
                    <a:pt x="529" y="2137"/>
                    <a:pt x="1077" y="2137"/>
                  </a:cubicBezTo>
                  <a:cubicBezTo>
                    <a:pt x="1339" y="2137"/>
                    <a:pt x="1606" y="2039"/>
                    <a:pt x="1821" y="1821"/>
                  </a:cubicBezTo>
                  <a:cubicBezTo>
                    <a:pt x="2493" y="1149"/>
                    <a:pt x="2019"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3" name="Google Shape;3913;p56"/>
            <p:cNvSpPr/>
            <p:nvPr/>
          </p:nvSpPr>
          <p:spPr>
            <a:xfrm>
              <a:off x="5799275" y="2333125"/>
              <a:ext cx="62200" cy="53450"/>
            </a:xfrm>
            <a:custGeom>
              <a:avLst/>
              <a:gdLst/>
              <a:ahLst/>
              <a:cxnLst/>
              <a:rect l="l" t="t" r="r" b="b"/>
              <a:pathLst>
                <a:path w="2488" h="2138" extrusionOk="0">
                  <a:moveTo>
                    <a:pt x="1057" y="1"/>
                  </a:moveTo>
                  <a:cubicBezTo>
                    <a:pt x="472" y="9"/>
                    <a:pt x="0" y="480"/>
                    <a:pt x="0" y="1066"/>
                  </a:cubicBezTo>
                  <a:cubicBezTo>
                    <a:pt x="0" y="1709"/>
                    <a:pt x="525" y="2137"/>
                    <a:pt x="1071" y="2137"/>
                  </a:cubicBezTo>
                  <a:cubicBezTo>
                    <a:pt x="1332" y="2137"/>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4" name="Google Shape;3914;p56"/>
            <p:cNvSpPr/>
            <p:nvPr/>
          </p:nvSpPr>
          <p:spPr>
            <a:xfrm>
              <a:off x="5799050" y="2637775"/>
              <a:ext cx="62425" cy="53450"/>
            </a:xfrm>
            <a:custGeom>
              <a:avLst/>
              <a:gdLst/>
              <a:ahLst/>
              <a:cxnLst/>
              <a:rect l="l" t="t" r="r" b="b"/>
              <a:pathLst>
                <a:path w="2497" h="2138" extrusionOk="0">
                  <a:moveTo>
                    <a:pt x="1066" y="1"/>
                  </a:moveTo>
                  <a:cubicBezTo>
                    <a:pt x="481" y="9"/>
                    <a:pt x="1" y="480"/>
                    <a:pt x="1" y="1074"/>
                  </a:cubicBezTo>
                  <a:cubicBezTo>
                    <a:pt x="1" y="1712"/>
                    <a:pt x="525" y="2137"/>
                    <a:pt x="1074" y="2137"/>
                  </a:cubicBezTo>
                  <a:cubicBezTo>
                    <a:pt x="1336"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5" name="Google Shape;3915;p56"/>
            <p:cNvSpPr/>
            <p:nvPr/>
          </p:nvSpPr>
          <p:spPr>
            <a:xfrm>
              <a:off x="5799275" y="2561575"/>
              <a:ext cx="62200" cy="53425"/>
            </a:xfrm>
            <a:custGeom>
              <a:avLst/>
              <a:gdLst/>
              <a:ahLst/>
              <a:cxnLst/>
              <a:rect l="l" t="t" r="r" b="b"/>
              <a:pathLst>
                <a:path w="2488" h="2137" extrusionOk="0">
                  <a:moveTo>
                    <a:pt x="1057" y="0"/>
                  </a:moveTo>
                  <a:cubicBezTo>
                    <a:pt x="472" y="8"/>
                    <a:pt x="0" y="480"/>
                    <a:pt x="0" y="1073"/>
                  </a:cubicBezTo>
                  <a:cubicBezTo>
                    <a:pt x="0" y="1711"/>
                    <a:pt x="524" y="2137"/>
                    <a:pt x="1070" y="2137"/>
                  </a:cubicBezTo>
                  <a:cubicBezTo>
                    <a:pt x="1331" y="2137"/>
                    <a:pt x="1597" y="2039"/>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6" name="Google Shape;3916;p56"/>
            <p:cNvSpPr/>
            <p:nvPr/>
          </p:nvSpPr>
          <p:spPr>
            <a:xfrm>
              <a:off x="5799050" y="2485550"/>
              <a:ext cx="62425" cy="53300"/>
            </a:xfrm>
            <a:custGeom>
              <a:avLst/>
              <a:gdLst/>
              <a:ahLst/>
              <a:cxnLst/>
              <a:rect l="l" t="t" r="r" b="b"/>
              <a:pathLst>
                <a:path w="2497" h="2132" extrusionOk="0">
                  <a:moveTo>
                    <a:pt x="1066" y="1"/>
                  </a:moveTo>
                  <a:cubicBezTo>
                    <a:pt x="481" y="1"/>
                    <a:pt x="1" y="472"/>
                    <a:pt x="1" y="1066"/>
                  </a:cubicBezTo>
                  <a:cubicBezTo>
                    <a:pt x="1" y="1708"/>
                    <a:pt x="523" y="2131"/>
                    <a:pt x="1070" y="2131"/>
                  </a:cubicBezTo>
                  <a:cubicBezTo>
                    <a:pt x="1333" y="2131"/>
                    <a:pt x="1603"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7" name="Google Shape;3917;p56"/>
            <p:cNvSpPr/>
            <p:nvPr/>
          </p:nvSpPr>
          <p:spPr>
            <a:xfrm>
              <a:off x="5799275" y="240935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1"/>
                    <a:pt x="1069" y="2131"/>
                  </a:cubicBezTo>
                  <a:cubicBezTo>
                    <a:pt x="1333" y="2131"/>
                    <a:pt x="1602" y="2032"/>
                    <a:pt x="1821"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8" name="Google Shape;3918;p56"/>
            <p:cNvSpPr/>
            <p:nvPr/>
          </p:nvSpPr>
          <p:spPr>
            <a:xfrm>
              <a:off x="5723050"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9" name="Google Shape;3919;p56"/>
            <p:cNvSpPr/>
            <p:nvPr/>
          </p:nvSpPr>
          <p:spPr>
            <a:xfrm>
              <a:off x="56468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0" name="Google Shape;3920;p56"/>
            <p:cNvSpPr/>
            <p:nvPr/>
          </p:nvSpPr>
          <p:spPr>
            <a:xfrm>
              <a:off x="5570625" y="240935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1" name="Google Shape;3921;p56"/>
            <p:cNvSpPr/>
            <p:nvPr/>
          </p:nvSpPr>
          <p:spPr>
            <a:xfrm>
              <a:off x="54944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2" name="Google Shape;3922;p56"/>
            <p:cNvSpPr/>
            <p:nvPr/>
          </p:nvSpPr>
          <p:spPr>
            <a:xfrm>
              <a:off x="5418200" y="240935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3" name="Google Shape;3923;p56"/>
            <p:cNvSpPr/>
            <p:nvPr/>
          </p:nvSpPr>
          <p:spPr>
            <a:xfrm>
              <a:off x="5341975"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4" name="Google Shape;3924;p56"/>
            <p:cNvSpPr/>
            <p:nvPr/>
          </p:nvSpPr>
          <p:spPr>
            <a:xfrm>
              <a:off x="6027500" y="3399500"/>
              <a:ext cx="62425" cy="53350"/>
            </a:xfrm>
            <a:custGeom>
              <a:avLst/>
              <a:gdLst/>
              <a:ahLst/>
              <a:cxnLst/>
              <a:rect l="l" t="t" r="r" b="b"/>
              <a:pathLst>
                <a:path w="2497" h="2134" extrusionOk="0">
                  <a:moveTo>
                    <a:pt x="1073" y="1"/>
                  </a:moveTo>
                  <a:cubicBezTo>
                    <a:pt x="480" y="1"/>
                    <a:pt x="9" y="480"/>
                    <a:pt x="0" y="1066"/>
                  </a:cubicBezTo>
                  <a:cubicBezTo>
                    <a:pt x="0" y="1709"/>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5" name="Google Shape;3925;p56"/>
            <p:cNvSpPr/>
            <p:nvPr/>
          </p:nvSpPr>
          <p:spPr>
            <a:xfrm>
              <a:off x="6027500" y="33233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6" name="Google Shape;3926;p56"/>
            <p:cNvSpPr/>
            <p:nvPr/>
          </p:nvSpPr>
          <p:spPr>
            <a:xfrm>
              <a:off x="6103700"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7" name="Google Shape;3927;p56"/>
            <p:cNvSpPr/>
            <p:nvPr/>
          </p:nvSpPr>
          <p:spPr>
            <a:xfrm>
              <a:off x="6103700" y="3094850"/>
              <a:ext cx="62425" cy="53350"/>
            </a:xfrm>
            <a:custGeom>
              <a:avLst/>
              <a:gdLst/>
              <a:ahLst/>
              <a:cxnLst/>
              <a:rect l="l" t="t" r="r" b="b"/>
              <a:pathLst>
                <a:path w="2497" h="2134" extrusionOk="0">
                  <a:moveTo>
                    <a:pt x="1066" y="1"/>
                  </a:moveTo>
                  <a:cubicBezTo>
                    <a:pt x="481" y="1"/>
                    <a:pt x="1" y="480"/>
                    <a:pt x="1" y="1066"/>
                  </a:cubicBezTo>
                  <a:cubicBezTo>
                    <a:pt x="1" y="1709"/>
                    <a:pt x="526" y="2134"/>
                    <a:pt x="1075" y="2134"/>
                  </a:cubicBezTo>
                  <a:cubicBezTo>
                    <a:pt x="1337" y="2134"/>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8" name="Google Shape;3928;p56"/>
            <p:cNvSpPr/>
            <p:nvPr/>
          </p:nvSpPr>
          <p:spPr>
            <a:xfrm>
              <a:off x="5951475"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9" name="Google Shape;3929;p56"/>
            <p:cNvSpPr/>
            <p:nvPr/>
          </p:nvSpPr>
          <p:spPr>
            <a:xfrm>
              <a:off x="595147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0" name="Google Shape;3930;p56"/>
            <p:cNvSpPr/>
            <p:nvPr/>
          </p:nvSpPr>
          <p:spPr>
            <a:xfrm>
              <a:off x="587527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1" name="Google Shape;3931;p56"/>
            <p:cNvSpPr/>
            <p:nvPr/>
          </p:nvSpPr>
          <p:spPr>
            <a:xfrm>
              <a:off x="587527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2" name="Google Shape;3932;p56"/>
            <p:cNvSpPr/>
            <p:nvPr/>
          </p:nvSpPr>
          <p:spPr>
            <a:xfrm>
              <a:off x="587527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3" name="Google Shape;3933;p56"/>
            <p:cNvSpPr/>
            <p:nvPr/>
          </p:nvSpPr>
          <p:spPr>
            <a:xfrm>
              <a:off x="5799125" y="3399500"/>
              <a:ext cx="62350" cy="53450"/>
            </a:xfrm>
            <a:custGeom>
              <a:avLst/>
              <a:gdLst/>
              <a:ahLst/>
              <a:cxnLst/>
              <a:rect l="l" t="t" r="r" b="b"/>
              <a:pathLst>
                <a:path w="2494" h="2138" extrusionOk="0">
                  <a:moveTo>
                    <a:pt x="1063" y="1"/>
                  </a:moveTo>
                  <a:cubicBezTo>
                    <a:pt x="478" y="1"/>
                    <a:pt x="6" y="480"/>
                    <a:pt x="6" y="1066"/>
                  </a:cubicBezTo>
                  <a:cubicBezTo>
                    <a:pt x="1" y="1709"/>
                    <a:pt x="528" y="2137"/>
                    <a:pt x="1076" y="2137"/>
                  </a:cubicBezTo>
                  <a:cubicBezTo>
                    <a:pt x="1337" y="2137"/>
                    <a:pt x="1603" y="2040"/>
                    <a:pt x="1819" y="1822"/>
                  </a:cubicBezTo>
                  <a:cubicBezTo>
                    <a:pt x="2494" y="1147"/>
                    <a:pt x="2014" y="1"/>
                    <a:pt x="106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4" name="Google Shape;3934;p56"/>
            <p:cNvSpPr/>
            <p:nvPr/>
          </p:nvSpPr>
          <p:spPr>
            <a:xfrm>
              <a:off x="5799125" y="3323300"/>
              <a:ext cx="62350" cy="53425"/>
            </a:xfrm>
            <a:custGeom>
              <a:avLst/>
              <a:gdLst/>
              <a:ahLst/>
              <a:cxnLst/>
              <a:rect l="l" t="t" r="r" b="b"/>
              <a:pathLst>
                <a:path w="2494" h="2137" extrusionOk="0">
                  <a:moveTo>
                    <a:pt x="1063" y="0"/>
                  </a:moveTo>
                  <a:cubicBezTo>
                    <a:pt x="478" y="8"/>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5" name="Google Shape;3935;p56"/>
            <p:cNvSpPr/>
            <p:nvPr/>
          </p:nvSpPr>
          <p:spPr>
            <a:xfrm>
              <a:off x="6027500" y="355192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6" name="Google Shape;3936;p56"/>
            <p:cNvSpPr/>
            <p:nvPr/>
          </p:nvSpPr>
          <p:spPr>
            <a:xfrm>
              <a:off x="5951475"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7" name="Google Shape;3937;p56"/>
            <p:cNvSpPr/>
            <p:nvPr/>
          </p:nvSpPr>
          <p:spPr>
            <a:xfrm>
              <a:off x="587527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8" name="Google Shape;3938;p56"/>
            <p:cNvSpPr/>
            <p:nvPr/>
          </p:nvSpPr>
          <p:spPr>
            <a:xfrm>
              <a:off x="5799050" y="3551925"/>
              <a:ext cx="62375" cy="53300"/>
            </a:xfrm>
            <a:custGeom>
              <a:avLst/>
              <a:gdLst/>
              <a:ahLst/>
              <a:cxnLst/>
              <a:rect l="l" t="t" r="r" b="b"/>
              <a:pathLst>
                <a:path w="2495" h="2132" extrusionOk="0">
                  <a:moveTo>
                    <a:pt x="1076" y="1"/>
                  </a:moveTo>
                  <a:cubicBezTo>
                    <a:pt x="1073" y="1"/>
                    <a:pt x="1069" y="1"/>
                    <a:pt x="1066" y="1"/>
                  </a:cubicBezTo>
                  <a:cubicBezTo>
                    <a:pt x="481" y="1"/>
                    <a:pt x="1" y="480"/>
                    <a:pt x="9" y="1066"/>
                  </a:cubicBezTo>
                  <a:cubicBezTo>
                    <a:pt x="9" y="1708"/>
                    <a:pt x="531" y="2131"/>
                    <a:pt x="1078" y="2131"/>
                  </a:cubicBezTo>
                  <a:cubicBezTo>
                    <a:pt x="1342" y="2131"/>
                    <a:pt x="1611" y="2033"/>
                    <a:pt x="1830" y="1814"/>
                  </a:cubicBezTo>
                  <a:cubicBezTo>
                    <a:pt x="2494" y="1141"/>
                    <a:pt x="2020" y="1"/>
                    <a:pt x="107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9" name="Google Shape;3939;p56"/>
            <p:cNvSpPr/>
            <p:nvPr/>
          </p:nvSpPr>
          <p:spPr>
            <a:xfrm>
              <a:off x="5723050" y="3551925"/>
              <a:ext cx="62150" cy="53300"/>
            </a:xfrm>
            <a:custGeom>
              <a:avLst/>
              <a:gdLst/>
              <a:ahLst/>
              <a:cxnLst/>
              <a:rect l="l" t="t" r="r" b="b"/>
              <a:pathLst>
                <a:path w="2486" h="2132" extrusionOk="0">
                  <a:moveTo>
                    <a:pt x="1075" y="1"/>
                  </a:moveTo>
                  <a:cubicBezTo>
                    <a:pt x="1072" y="1"/>
                    <a:pt x="1069" y="1"/>
                    <a:pt x="1065" y="1"/>
                  </a:cubicBezTo>
                  <a:cubicBezTo>
                    <a:pt x="472" y="1"/>
                    <a:pt x="0" y="480"/>
                    <a:pt x="0" y="1066"/>
                  </a:cubicBezTo>
                  <a:cubicBezTo>
                    <a:pt x="0" y="1708"/>
                    <a:pt x="523" y="2131"/>
                    <a:pt x="1070" y="2131"/>
                  </a:cubicBezTo>
                  <a:cubicBezTo>
                    <a:pt x="1333" y="2131"/>
                    <a:pt x="1602" y="2033"/>
                    <a:pt x="1821" y="1814"/>
                  </a:cubicBezTo>
                  <a:cubicBezTo>
                    <a:pt x="2486" y="1141"/>
                    <a:pt x="2012" y="1"/>
                    <a:pt x="107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0" name="Google Shape;3940;p56"/>
            <p:cNvSpPr/>
            <p:nvPr/>
          </p:nvSpPr>
          <p:spPr>
            <a:xfrm>
              <a:off x="5723050"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1" name="Google Shape;3941;p56"/>
            <p:cNvSpPr/>
            <p:nvPr/>
          </p:nvSpPr>
          <p:spPr>
            <a:xfrm>
              <a:off x="56468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2" name="Google Shape;3942;p56"/>
            <p:cNvSpPr/>
            <p:nvPr/>
          </p:nvSpPr>
          <p:spPr>
            <a:xfrm>
              <a:off x="5646700" y="3399500"/>
              <a:ext cx="62350" cy="53350"/>
            </a:xfrm>
            <a:custGeom>
              <a:avLst/>
              <a:gdLst/>
              <a:ahLst/>
              <a:cxnLst/>
              <a:rect l="l" t="t" r="r" b="b"/>
              <a:pathLst>
                <a:path w="2494" h="2134" extrusionOk="0">
                  <a:moveTo>
                    <a:pt x="1071" y="1"/>
                  </a:moveTo>
                  <a:cubicBezTo>
                    <a:pt x="477" y="1"/>
                    <a:pt x="6" y="480"/>
                    <a:pt x="6" y="1066"/>
                  </a:cubicBezTo>
                  <a:cubicBezTo>
                    <a:pt x="0" y="1709"/>
                    <a:pt x="528" y="2134"/>
                    <a:pt x="1076" y="2134"/>
                  </a:cubicBezTo>
                  <a:cubicBezTo>
                    <a:pt x="1337" y="2134"/>
                    <a:pt x="1603" y="2037"/>
                    <a:pt x="1819" y="1822"/>
                  </a:cubicBezTo>
                  <a:cubicBezTo>
                    <a:pt x="2494" y="1147"/>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3" name="Google Shape;3943;p56"/>
            <p:cNvSpPr/>
            <p:nvPr/>
          </p:nvSpPr>
          <p:spPr>
            <a:xfrm>
              <a:off x="5570475" y="3399500"/>
              <a:ext cx="62350" cy="53350"/>
            </a:xfrm>
            <a:custGeom>
              <a:avLst/>
              <a:gdLst/>
              <a:ahLst/>
              <a:cxnLst/>
              <a:rect l="l" t="t" r="r" b="b"/>
              <a:pathLst>
                <a:path w="2494" h="2134" extrusionOk="0">
                  <a:moveTo>
                    <a:pt x="1071" y="1"/>
                  </a:moveTo>
                  <a:cubicBezTo>
                    <a:pt x="486" y="1"/>
                    <a:pt x="6" y="480"/>
                    <a:pt x="6" y="1066"/>
                  </a:cubicBezTo>
                  <a:cubicBezTo>
                    <a:pt x="1" y="1709"/>
                    <a:pt x="528" y="2134"/>
                    <a:pt x="1076" y="2134"/>
                  </a:cubicBezTo>
                  <a:cubicBezTo>
                    <a:pt x="1338" y="2134"/>
                    <a:pt x="1604" y="2037"/>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4" name="Google Shape;3944;p56"/>
            <p:cNvSpPr/>
            <p:nvPr/>
          </p:nvSpPr>
          <p:spPr>
            <a:xfrm>
              <a:off x="5570475"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5" name="Google Shape;3945;p56"/>
            <p:cNvSpPr/>
            <p:nvPr/>
          </p:nvSpPr>
          <p:spPr>
            <a:xfrm>
              <a:off x="5494275" y="3323300"/>
              <a:ext cx="62350" cy="53425"/>
            </a:xfrm>
            <a:custGeom>
              <a:avLst/>
              <a:gdLst/>
              <a:ahLst/>
              <a:cxnLst/>
              <a:rect l="l" t="t" r="r" b="b"/>
              <a:pathLst>
                <a:path w="2494" h="2137" extrusionOk="0">
                  <a:moveTo>
                    <a:pt x="1071" y="0"/>
                  </a:moveTo>
                  <a:cubicBezTo>
                    <a:pt x="485" y="0"/>
                    <a:pt x="6" y="480"/>
                    <a:pt x="6" y="1065"/>
                  </a:cubicBezTo>
                  <a:cubicBezTo>
                    <a:pt x="0" y="1709"/>
                    <a:pt x="524" y="2137"/>
                    <a:pt x="1072" y="2137"/>
                  </a:cubicBezTo>
                  <a:cubicBezTo>
                    <a:pt x="1333" y="2137"/>
                    <a:pt x="1601" y="2039"/>
                    <a:pt x="1819" y="1821"/>
                  </a:cubicBezTo>
                  <a:cubicBezTo>
                    <a:pt x="2493" y="1154"/>
                    <a:pt x="2022" y="8"/>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6" name="Google Shape;3946;p56"/>
            <p:cNvSpPr/>
            <p:nvPr/>
          </p:nvSpPr>
          <p:spPr>
            <a:xfrm>
              <a:off x="5494275" y="3247075"/>
              <a:ext cx="62350" cy="53500"/>
            </a:xfrm>
            <a:custGeom>
              <a:avLst/>
              <a:gdLst/>
              <a:ahLst/>
              <a:cxnLst/>
              <a:rect l="l" t="t" r="r" b="b"/>
              <a:pathLst>
                <a:path w="2494" h="2140" extrusionOk="0">
                  <a:moveTo>
                    <a:pt x="1071" y="1"/>
                  </a:moveTo>
                  <a:cubicBezTo>
                    <a:pt x="485" y="1"/>
                    <a:pt x="6" y="480"/>
                    <a:pt x="6" y="1066"/>
                  </a:cubicBezTo>
                  <a:cubicBezTo>
                    <a:pt x="0" y="1711"/>
                    <a:pt x="527" y="2140"/>
                    <a:pt x="1077" y="2140"/>
                  </a:cubicBezTo>
                  <a:cubicBezTo>
                    <a:pt x="1337" y="2140"/>
                    <a:pt x="1602" y="2044"/>
                    <a:pt x="1819" y="1830"/>
                  </a:cubicBezTo>
                  <a:cubicBezTo>
                    <a:pt x="2493" y="1155"/>
                    <a:pt x="2022" y="9"/>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7" name="Google Shape;3947;p56"/>
            <p:cNvSpPr/>
            <p:nvPr/>
          </p:nvSpPr>
          <p:spPr>
            <a:xfrm>
              <a:off x="5646700" y="3247075"/>
              <a:ext cx="62350" cy="53450"/>
            </a:xfrm>
            <a:custGeom>
              <a:avLst/>
              <a:gdLst/>
              <a:ahLst/>
              <a:cxnLst/>
              <a:rect l="l" t="t" r="r" b="b"/>
              <a:pathLst>
                <a:path w="2494" h="2138" extrusionOk="0">
                  <a:moveTo>
                    <a:pt x="1071" y="1"/>
                  </a:moveTo>
                  <a:cubicBezTo>
                    <a:pt x="486" y="9"/>
                    <a:pt x="6" y="480"/>
                    <a:pt x="6" y="1066"/>
                  </a:cubicBezTo>
                  <a:cubicBezTo>
                    <a:pt x="0" y="1709"/>
                    <a:pt x="524" y="2137"/>
                    <a:pt x="1072" y="2137"/>
                  </a:cubicBezTo>
                  <a:cubicBezTo>
                    <a:pt x="1333"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8" name="Google Shape;3948;p56"/>
            <p:cNvSpPr/>
            <p:nvPr/>
          </p:nvSpPr>
          <p:spPr>
            <a:xfrm>
              <a:off x="5570625" y="3171075"/>
              <a:ext cx="62200" cy="53350"/>
            </a:xfrm>
            <a:custGeom>
              <a:avLst/>
              <a:gdLst/>
              <a:ahLst/>
              <a:cxnLst/>
              <a:rect l="l" t="t" r="r" b="b"/>
              <a:pathLst>
                <a:path w="2488" h="2134" extrusionOk="0">
                  <a:moveTo>
                    <a:pt x="1065" y="0"/>
                  </a:moveTo>
                  <a:cubicBezTo>
                    <a:pt x="472" y="0"/>
                    <a:pt x="0" y="472"/>
                    <a:pt x="0" y="1065"/>
                  </a:cubicBezTo>
                  <a:cubicBezTo>
                    <a:pt x="0" y="1709"/>
                    <a:pt x="526" y="2133"/>
                    <a:pt x="1072" y="2133"/>
                  </a:cubicBezTo>
                  <a:cubicBezTo>
                    <a:pt x="1333" y="2133"/>
                    <a:pt x="1598" y="2037"/>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9" name="Google Shape;3949;p56"/>
            <p:cNvSpPr/>
            <p:nvPr/>
          </p:nvSpPr>
          <p:spPr>
            <a:xfrm>
              <a:off x="5494400"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0" name="Google Shape;3950;p56"/>
            <p:cNvSpPr/>
            <p:nvPr/>
          </p:nvSpPr>
          <p:spPr>
            <a:xfrm>
              <a:off x="732252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1" name="Google Shape;3951;p56"/>
            <p:cNvSpPr/>
            <p:nvPr/>
          </p:nvSpPr>
          <p:spPr>
            <a:xfrm>
              <a:off x="72465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2" name="Google Shape;3952;p56"/>
            <p:cNvSpPr/>
            <p:nvPr/>
          </p:nvSpPr>
          <p:spPr>
            <a:xfrm>
              <a:off x="72465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3" name="Google Shape;3953;p56"/>
            <p:cNvSpPr/>
            <p:nvPr/>
          </p:nvSpPr>
          <p:spPr>
            <a:xfrm>
              <a:off x="71703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4" name="Google Shape;3954;p56"/>
            <p:cNvSpPr/>
            <p:nvPr/>
          </p:nvSpPr>
          <p:spPr>
            <a:xfrm>
              <a:off x="71703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5" name="Google Shape;3955;p56"/>
            <p:cNvSpPr/>
            <p:nvPr/>
          </p:nvSpPr>
          <p:spPr>
            <a:xfrm>
              <a:off x="7094075"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6" name="Google Shape;3956;p56"/>
            <p:cNvSpPr/>
            <p:nvPr/>
          </p:nvSpPr>
          <p:spPr>
            <a:xfrm>
              <a:off x="7094075" y="141897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7" name="Google Shape;3957;p56"/>
            <p:cNvSpPr/>
            <p:nvPr/>
          </p:nvSpPr>
          <p:spPr>
            <a:xfrm>
              <a:off x="7017875" y="1571400"/>
              <a:ext cx="62400" cy="53250"/>
            </a:xfrm>
            <a:custGeom>
              <a:avLst/>
              <a:gdLst/>
              <a:ahLst/>
              <a:cxnLst/>
              <a:rect l="l" t="t" r="r" b="b"/>
              <a:pathLst>
                <a:path w="2496" h="2130" extrusionOk="0">
                  <a:moveTo>
                    <a:pt x="1073" y="1"/>
                  </a:moveTo>
                  <a:cubicBezTo>
                    <a:pt x="480" y="1"/>
                    <a:pt x="8" y="472"/>
                    <a:pt x="0" y="1066"/>
                  </a:cubicBezTo>
                  <a:cubicBezTo>
                    <a:pt x="0" y="1703"/>
                    <a:pt x="528" y="2129"/>
                    <a:pt x="1076" y="2129"/>
                  </a:cubicBezTo>
                  <a:cubicBezTo>
                    <a:pt x="1339" y="2129"/>
                    <a:pt x="1605"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8" name="Google Shape;3958;p56"/>
            <p:cNvSpPr/>
            <p:nvPr/>
          </p:nvSpPr>
          <p:spPr>
            <a:xfrm>
              <a:off x="7017875" y="1418975"/>
              <a:ext cx="62400" cy="53350"/>
            </a:xfrm>
            <a:custGeom>
              <a:avLst/>
              <a:gdLst/>
              <a:ahLst/>
              <a:cxnLst/>
              <a:rect l="l" t="t" r="r" b="b"/>
              <a:pathLst>
                <a:path w="2496" h="2134" extrusionOk="0">
                  <a:moveTo>
                    <a:pt x="1073" y="1"/>
                  </a:moveTo>
                  <a:cubicBezTo>
                    <a:pt x="480" y="1"/>
                    <a:pt x="8"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9" name="Google Shape;3959;p56"/>
            <p:cNvSpPr/>
            <p:nvPr/>
          </p:nvSpPr>
          <p:spPr>
            <a:xfrm>
              <a:off x="694185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0" name="Google Shape;3960;p56"/>
            <p:cNvSpPr/>
            <p:nvPr/>
          </p:nvSpPr>
          <p:spPr>
            <a:xfrm>
              <a:off x="69418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1" name="Google Shape;3961;p56"/>
            <p:cNvSpPr/>
            <p:nvPr/>
          </p:nvSpPr>
          <p:spPr>
            <a:xfrm>
              <a:off x="69418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2" name="Google Shape;3962;p56"/>
            <p:cNvSpPr/>
            <p:nvPr/>
          </p:nvSpPr>
          <p:spPr>
            <a:xfrm>
              <a:off x="69418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3" name="Google Shape;3963;p56"/>
            <p:cNvSpPr/>
            <p:nvPr/>
          </p:nvSpPr>
          <p:spPr>
            <a:xfrm>
              <a:off x="68656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4" name="Google Shape;3964;p56"/>
            <p:cNvSpPr/>
            <p:nvPr/>
          </p:nvSpPr>
          <p:spPr>
            <a:xfrm>
              <a:off x="686565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5" name="Google Shape;3965;p56"/>
            <p:cNvSpPr/>
            <p:nvPr/>
          </p:nvSpPr>
          <p:spPr>
            <a:xfrm>
              <a:off x="68656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6" name="Google Shape;3966;p56"/>
            <p:cNvSpPr/>
            <p:nvPr/>
          </p:nvSpPr>
          <p:spPr>
            <a:xfrm>
              <a:off x="68656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7" name="Google Shape;3967;p56"/>
            <p:cNvSpPr/>
            <p:nvPr/>
          </p:nvSpPr>
          <p:spPr>
            <a:xfrm>
              <a:off x="678922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8" name="Google Shape;3968;p56"/>
            <p:cNvSpPr/>
            <p:nvPr/>
          </p:nvSpPr>
          <p:spPr>
            <a:xfrm>
              <a:off x="678922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9" name="Google Shape;3969;p56"/>
            <p:cNvSpPr/>
            <p:nvPr/>
          </p:nvSpPr>
          <p:spPr>
            <a:xfrm>
              <a:off x="678922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0" name="Google Shape;3970;p56"/>
            <p:cNvSpPr/>
            <p:nvPr/>
          </p:nvSpPr>
          <p:spPr>
            <a:xfrm>
              <a:off x="6789225" y="134275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1" name="Google Shape;3971;p56"/>
            <p:cNvSpPr/>
            <p:nvPr/>
          </p:nvSpPr>
          <p:spPr>
            <a:xfrm>
              <a:off x="671322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2" name="Google Shape;3972;p56"/>
            <p:cNvSpPr/>
            <p:nvPr/>
          </p:nvSpPr>
          <p:spPr>
            <a:xfrm>
              <a:off x="671322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3" name="Google Shape;3973;p56"/>
            <p:cNvSpPr/>
            <p:nvPr/>
          </p:nvSpPr>
          <p:spPr>
            <a:xfrm>
              <a:off x="671322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4" name="Google Shape;3974;p56"/>
            <p:cNvSpPr/>
            <p:nvPr/>
          </p:nvSpPr>
          <p:spPr>
            <a:xfrm>
              <a:off x="671322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5" name="Google Shape;3975;p56"/>
            <p:cNvSpPr/>
            <p:nvPr/>
          </p:nvSpPr>
          <p:spPr>
            <a:xfrm>
              <a:off x="671322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6" name="Google Shape;3976;p56"/>
            <p:cNvSpPr/>
            <p:nvPr/>
          </p:nvSpPr>
          <p:spPr>
            <a:xfrm>
              <a:off x="6637000" y="164740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7" name="Google Shape;3977;p56"/>
            <p:cNvSpPr/>
            <p:nvPr/>
          </p:nvSpPr>
          <p:spPr>
            <a:xfrm>
              <a:off x="6637000" y="134275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8" name="Google Shape;3978;p56"/>
            <p:cNvSpPr/>
            <p:nvPr/>
          </p:nvSpPr>
          <p:spPr>
            <a:xfrm>
              <a:off x="6560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9" name="Google Shape;3979;p56"/>
            <p:cNvSpPr/>
            <p:nvPr/>
          </p:nvSpPr>
          <p:spPr>
            <a:xfrm>
              <a:off x="656080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0" name="Google Shape;3980;p56"/>
            <p:cNvSpPr/>
            <p:nvPr/>
          </p:nvSpPr>
          <p:spPr>
            <a:xfrm>
              <a:off x="6560800" y="1266550"/>
              <a:ext cx="62200" cy="53450"/>
            </a:xfrm>
            <a:custGeom>
              <a:avLst/>
              <a:gdLst/>
              <a:ahLst/>
              <a:cxnLst/>
              <a:rect l="l" t="t" r="r" b="b"/>
              <a:pathLst>
                <a:path w="2488" h="2138" extrusionOk="0">
                  <a:moveTo>
                    <a:pt x="1065" y="0"/>
                  </a:moveTo>
                  <a:cubicBezTo>
                    <a:pt x="480" y="9"/>
                    <a:pt x="0" y="480"/>
                    <a:pt x="0" y="1074"/>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1" name="Google Shape;3981;p56"/>
            <p:cNvSpPr/>
            <p:nvPr/>
          </p:nvSpPr>
          <p:spPr>
            <a:xfrm>
              <a:off x="6484575" y="1647400"/>
              <a:ext cx="62425" cy="53450"/>
            </a:xfrm>
            <a:custGeom>
              <a:avLst/>
              <a:gdLst/>
              <a:ahLst/>
              <a:cxnLst/>
              <a:rect l="l" t="t" r="r" b="b"/>
              <a:pathLst>
                <a:path w="2497" h="2138" extrusionOk="0">
                  <a:moveTo>
                    <a:pt x="1065" y="1"/>
                  </a:moveTo>
                  <a:cubicBezTo>
                    <a:pt x="480" y="9"/>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2" name="Google Shape;3982;p56"/>
            <p:cNvSpPr/>
            <p:nvPr/>
          </p:nvSpPr>
          <p:spPr>
            <a:xfrm>
              <a:off x="6484575" y="1266550"/>
              <a:ext cx="62425" cy="53450"/>
            </a:xfrm>
            <a:custGeom>
              <a:avLst/>
              <a:gdLst/>
              <a:ahLst/>
              <a:cxnLst/>
              <a:rect l="l" t="t" r="r" b="b"/>
              <a:pathLst>
                <a:path w="2497" h="2138" extrusionOk="0">
                  <a:moveTo>
                    <a:pt x="1065" y="0"/>
                  </a:moveTo>
                  <a:cubicBezTo>
                    <a:pt x="480" y="9"/>
                    <a:pt x="1" y="480"/>
                    <a:pt x="1" y="1074"/>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3" name="Google Shape;3983;p56"/>
            <p:cNvSpPr/>
            <p:nvPr/>
          </p:nvSpPr>
          <p:spPr>
            <a:xfrm>
              <a:off x="6408350" y="2333125"/>
              <a:ext cx="62425" cy="53450"/>
            </a:xfrm>
            <a:custGeom>
              <a:avLst/>
              <a:gdLst/>
              <a:ahLst/>
              <a:cxnLst/>
              <a:rect l="l" t="t" r="r" b="b"/>
              <a:pathLst>
                <a:path w="2497" h="2138" extrusionOk="0">
                  <a:moveTo>
                    <a:pt x="1074" y="1"/>
                  </a:moveTo>
                  <a:cubicBezTo>
                    <a:pt x="481" y="1"/>
                    <a:pt x="1"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4" name="Google Shape;3984;p56"/>
            <p:cNvSpPr/>
            <p:nvPr/>
          </p:nvSpPr>
          <p:spPr>
            <a:xfrm>
              <a:off x="6408350" y="2256925"/>
              <a:ext cx="62575" cy="53425"/>
            </a:xfrm>
            <a:custGeom>
              <a:avLst/>
              <a:gdLst/>
              <a:ahLst/>
              <a:cxnLst/>
              <a:rect l="l" t="t" r="r" b="b"/>
              <a:pathLst>
                <a:path w="2503" h="2137" extrusionOk="0">
                  <a:moveTo>
                    <a:pt x="1084" y="0"/>
                  </a:moveTo>
                  <a:cubicBezTo>
                    <a:pt x="1081" y="0"/>
                    <a:pt x="1077" y="0"/>
                    <a:pt x="1074" y="0"/>
                  </a:cubicBezTo>
                  <a:cubicBezTo>
                    <a:pt x="481" y="0"/>
                    <a:pt x="1"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5" name="Google Shape;3985;p56"/>
            <p:cNvSpPr/>
            <p:nvPr/>
          </p:nvSpPr>
          <p:spPr>
            <a:xfrm>
              <a:off x="6408350" y="21045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6" name="Google Shape;3986;p56"/>
            <p:cNvSpPr/>
            <p:nvPr/>
          </p:nvSpPr>
          <p:spPr>
            <a:xfrm>
              <a:off x="6408350" y="179985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7" name="Google Shape;3987;p56"/>
            <p:cNvSpPr/>
            <p:nvPr/>
          </p:nvSpPr>
          <p:spPr>
            <a:xfrm>
              <a:off x="6408350" y="164740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8" name="Google Shape;3988;p56"/>
            <p:cNvSpPr/>
            <p:nvPr/>
          </p:nvSpPr>
          <p:spPr>
            <a:xfrm>
              <a:off x="6408350" y="134275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9" name="Google Shape;3989;p56"/>
            <p:cNvSpPr/>
            <p:nvPr/>
          </p:nvSpPr>
          <p:spPr>
            <a:xfrm>
              <a:off x="6408350" y="1266550"/>
              <a:ext cx="62425" cy="53450"/>
            </a:xfrm>
            <a:custGeom>
              <a:avLst/>
              <a:gdLst/>
              <a:ahLst/>
              <a:cxnLst/>
              <a:rect l="l" t="t" r="r" b="b"/>
              <a:pathLst>
                <a:path w="2497" h="2138" extrusionOk="0">
                  <a:moveTo>
                    <a:pt x="1074" y="0"/>
                  </a:moveTo>
                  <a:cubicBezTo>
                    <a:pt x="481" y="9"/>
                    <a:pt x="9" y="480"/>
                    <a:pt x="1" y="1074"/>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0" name="Google Shape;3990;p56"/>
            <p:cNvSpPr/>
            <p:nvPr/>
          </p:nvSpPr>
          <p:spPr>
            <a:xfrm>
              <a:off x="63323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1" name="Google Shape;3991;p56"/>
            <p:cNvSpPr/>
            <p:nvPr/>
          </p:nvSpPr>
          <p:spPr>
            <a:xfrm>
              <a:off x="63323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2" name="Google Shape;3992;p56"/>
            <p:cNvSpPr/>
            <p:nvPr/>
          </p:nvSpPr>
          <p:spPr>
            <a:xfrm>
              <a:off x="63323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3" name="Google Shape;3993;p56"/>
            <p:cNvSpPr/>
            <p:nvPr/>
          </p:nvSpPr>
          <p:spPr>
            <a:xfrm>
              <a:off x="633235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4" name="Google Shape;3994;p56"/>
            <p:cNvSpPr/>
            <p:nvPr/>
          </p:nvSpPr>
          <p:spPr>
            <a:xfrm>
              <a:off x="633235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5" name="Google Shape;3995;p56"/>
            <p:cNvSpPr/>
            <p:nvPr/>
          </p:nvSpPr>
          <p:spPr>
            <a:xfrm>
              <a:off x="63323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6" name="Google Shape;3996;p56"/>
            <p:cNvSpPr/>
            <p:nvPr/>
          </p:nvSpPr>
          <p:spPr>
            <a:xfrm>
              <a:off x="63323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7" name="Google Shape;3997;p56"/>
            <p:cNvSpPr/>
            <p:nvPr/>
          </p:nvSpPr>
          <p:spPr>
            <a:xfrm>
              <a:off x="6256150" y="2485550"/>
              <a:ext cx="62200" cy="53300"/>
            </a:xfrm>
            <a:custGeom>
              <a:avLst/>
              <a:gdLst/>
              <a:ahLst/>
              <a:cxnLst/>
              <a:rect l="l" t="t" r="r" b="b"/>
              <a:pathLst>
                <a:path w="2488" h="2132" extrusionOk="0">
                  <a:moveTo>
                    <a:pt x="1065" y="1"/>
                  </a:moveTo>
                  <a:cubicBezTo>
                    <a:pt x="472" y="1"/>
                    <a:pt x="0" y="472"/>
                    <a:pt x="0" y="1066"/>
                  </a:cubicBezTo>
                  <a:cubicBezTo>
                    <a:pt x="0" y="1708"/>
                    <a:pt x="522" y="2131"/>
                    <a:pt x="1067" y="2131"/>
                  </a:cubicBezTo>
                  <a:cubicBezTo>
                    <a:pt x="1329" y="2131"/>
                    <a:pt x="1596" y="2033"/>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8" name="Google Shape;3998;p56"/>
            <p:cNvSpPr/>
            <p:nvPr/>
          </p:nvSpPr>
          <p:spPr>
            <a:xfrm>
              <a:off x="6256150" y="2409350"/>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9" name="Google Shape;3999;p56"/>
            <p:cNvSpPr/>
            <p:nvPr/>
          </p:nvSpPr>
          <p:spPr>
            <a:xfrm>
              <a:off x="6256150" y="2028275"/>
              <a:ext cx="62200" cy="53450"/>
            </a:xfrm>
            <a:custGeom>
              <a:avLst/>
              <a:gdLst/>
              <a:ahLst/>
              <a:cxnLst/>
              <a:rect l="l" t="t" r="r" b="b"/>
              <a:pathLst>
                <a:path w="2488" h="2138" extrusionOk="0">
                  <a:moveTo>
                    <a:pt x="1065" y="1"/>
                  </a:moveTo>
                  <a:cubicBezTo>
                    <a:pt x="480" y="1"/>
                    <a:pt x="0" y="480"/>
                    <a:pt x="0" y="1065"/>
                  </a:cubicBezTo>
                  <a:cubicBezTo>
                    <a:pt x="0" y="1709"/>
                    <a:pt x="525" y="2137"/>
                    <a:pt x="1071" y="2137"/>
                  </a:cubicBezTo>
                  <a:cubicBezTo>
                    <a:pt x="1332" y="2137"/>
                    <a:pt x="1597"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0" name="Google Shape;4000;p56"/>
            <p:cNvSpPr/>
            <p:nvPr/>
          </p:nvSpPr>
          <p:spPr>
            <a:xfrm>
              <a:off x="6256150" y="1952050"/>
              <a:ext cx="62200" cy="53450"/>
            </a:xfrm>
            <a:custGeom>
              <a:avLst/>
              <a:gdLst/>
              <a:ahLst/>
              <a:cxnLst/>
              <a:rect l="l" t="t" r="r" b="b"/>
              <a:pathLst>
                <a:path w="2488" h="2138" extrusionOk="0">
                  <a:moveTo>
                    <a:pt x="1065" y="1"/>
                  </a:moveTo>
                  <a:cubicBezTo>
                    <a:pt x="480" y="9"/>
                    <a:pt x="0" y="481"/>
                    <a:pt x="0" y="1074"/>
                  </a:cubicBezTo>
                  <a:cubicBezTo>
                    <a:pt x="0" y="1712"/>
                    <a:pt x="524"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1" name="Google Shape;4001;p56"/>
            <p:cNvSpPr/>
            <p:nvPr/>
          </p:nvSpPr>
          <p:spPr>
            <a:xfrm>
              <a:off x="6256150" y="1876050"/>
              <a:ext cx="62200" cy="53350"/>
            </a:xfrm>
            <a:custGeom>
              <a:avLst/>
              <a:gdLst/>
              <a:ahLst/>
              <a:cxnLst/>
              <a:rect l="l" t="t" r="r" b="b"/>
              <a:pathLst>
                <a:path w="2488" h="2134" extrusionOk="0">
                  <a:moveTo>
                    <a:pt x="1065" y="1"/>
                  </a:moveTo>
                  <a:cubicBezTo>
                    <a:pt x="480" y="1"/>
                    <a:pt x="0" y="472"/>
                    <a:pt x="0" y="1066"/>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2" name="Google Shape;4002;p56"/>
            <p:cNvSpPr/>
            <p:nvPr/>
          </p:nvSpPr>
          <p:spPr>
            <a:xfrm>
              <a:off x="6256150" y="179985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3" name="Google Shape;4003;p56"/>
            <p:cNvSpPr/>
            <p:nvPr/>
          </p:nvSpPr>
          <p:spPr>
            <a:xfrm>
              <a:off x="6256150" y="172362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4" name="Google Shape;4004;p56"/>
            <p:cNvSpPr/>
            <p:nvPr/>
          </p:nvSpPr>
          <p:spPr>
            <a:xfrm>
              <a:off x="6256150" y="134275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5" name="Google Shape;4005;p56"/>
            <p:cNvSpPr/>
            <p:nvPr/>
          </p:nvSpPr>
          <p:spPr>
            <a:xfrm>
              <a:off x="617992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6" name="Google Shape;4006;p56"/>
            <p:cNvSpPr/>
            <p:nvPr/>
          </p:nvSpPr>
          <p:spPr>
            <a:xfrm>
              <a:off x="617992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7" name="Google Shape;4007;p56"/>
            <p:cNvSpPr/>
            <p:nvPr/>
          </p:nvSpPr>
          <p:spPr>
            <a:xfrm>
              <a:off x="617992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8" name="Google Shape;4008;p56"/>
            <p:cNvSpPr/>
            <p:nvPr/>
          </p:nvSpPr>
          <p:spPr>
            <a:xfrm>
              <a:off x="617992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9" name="Google Shape;4009;p56"/>
            <p:cNvSpPr/>
            <p:nvPr/>
          </p:nvSpPr>
          <p:spPr>
            <a:xfrm>
              <a:off x="6103700"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0" name="Google Shape;4010;p56"/>
            <p:cNvSpPr/>
            <p:nvPr/>
          </p:nvSpPr>
          <p:spPr>
            <a:xfrm>
              <a:off x="6103700"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9"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1" name="Google Shape;4011;p56"/>
            <p:cNvSpPr/>
            <p:nvPr/>
          </p:nvSpPr>
          <p:spPr>
            <a:xfrm>
              <a:off x="6103700"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2" name="Google Shape;4012;p56"/>
            <p:cNvSpPr/>
            <p:nvPr/>
          </p:nvSpPr>
          <p:spPr>
            <a:xfrm>
              <a:off x="6103700" y="21045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3" name="Google Shape;4013;p56"/>
            <p:cNvSpPr/>
            <p:nvPr/>
          </p:nvSpPr>
          <p:spPr>
            <a:xfrm>
              <a:off x="6103700" y="1342750"/>
              <a:ext cx="62425" cy="53450"/>
            </a:xfrm>
            <a:custGeom>
              <a:avLst/>
              <a:gdLst/>
              <a:ahLst/>
              <a:cxnLst/>
              <a:rect l="l" t="t" r="r" b="b"/>
              <a:pathLst>
                <a:path w="2497" h="2138" extrusionOk="0">
                  <a:moveTo>
                    <a:pt x="1066" y="1"/>
                  </a:moveTo>
                  <a:cubicBezTo>
                    <a:pt x="481" y="1"/>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4" name="Google Shape;4014;p56"/>
            <p:cNvSpPr/>
            <p:nvPr/>
          </p:nvSpPr>
          <p:spPr>
            <a:xfrm>
              <a:off x="6027500" y="2180700"/>
              <a:ext cx="62425" cy="53350"/>
            </a:xfrm>
            <a:custGeom>
              <a:avLst/>
              <a:gdLst/>
              <a:ahLst/>
              <a:cxnLst/>
              <a:rect l="l" t="t" r="r" b="b"/>
              <a:pathLst>
                <a:path w="2497" h="2134" extrusionOk="0">
                  <a:moveTo>
                    <a:pt x="1073" y="1"/>
                  </a:moveTo>
                  <a:cubicBezTo>
                    <a:pt x="480" y="1"/>
                    <a:pt x="9" y="480"/>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5" name="Google Shape;4015;p56"/>
            <p:cNvSpPr/>
            <p:nvPr/>
          </p:nvSpPr>
          <p:spPr>
            <a:xfrm>
              <a:off x="6027500" y="134275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6" name="Google Shape;4016;p56"/>
            <p:cNvSpPr/>
            <p:nvPr/>
          </p:nvSpPr>
          <p:spPr>
            <a:xfrm>
              <a:off x="5951475"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7" name="Google Shape;4017;p56"/>
            <p:cNvSpPr/>
            <p:nvPr/>
          </p:nvSpPr>
          <p:spPr>
            <a:xfrm>
              <a:off x="595147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8" name="Google Shape;4018;p56"/>
            <p:cNvSpPr/>
            <p:nvPr/>
          </p:nvSpPr>
          <p:spPr>
            <a:xfrm>
              <a:off x="595147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9" name="Google Shape;4019;p56"/>
            <p:cNvSpPr/>
            <p:nvPr/>
          </p:nvSpPr>
          <p:spPr>
            <a:xfrm>
              <a:off x="595147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0" name="Google Shape;4020;p56"/>
            <p:cNvSpPr/>
            <p:nvPr/>
          </p:nvSpPr>
          <p:spPr>
            <a:xfrm>
              <a:off x="59514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1" name="Google Shape;4021;p56"/>
            <p:cNvSpPr/>
            <p:nvPr/>
          </p:nvSpPr>
          <p:spPr>
            <a:xfrm>
              <a:off x="587527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2" name="Google Shape;4022;p56"/>
            <p:cNvSpPr/>
            <p:nvPr/>
          </p:nvSpPr>
          <p:spPr>
            <a:xfrm>
              <a:off x="5875275" y="2637775"/>
              <a:ext cx="62225" cy="53450"/>
            </a:xfrm>
            <a:custGeom>
              <a:avLst/>
              <a:gdLst/>
              <a:ahLst/>
              <a:cxnLst/>
              <a:rect l="l" t="t" r="r" b="b"/>
              <a:pathLst>
                <a:path w="2489"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3" name="Google Shape;4023;p56"/>
            <p:cNvSpPr/>
            <p:nvPr/>
          </p:nvSpPr>
          <p:spPr>
            <a:xfrm>
              <a:off x="5875275" y="2561575"/>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4" name="Google Shape;4024;p56"/>
            <p:cNvSpPr/>
            <p:nvPr/>
          </p:nvSpPr>
          <p:spPr>
            <a:xfrm>
              <a:off x="587527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5" name="Google Shape;4025;p56"/>
            <p:cNvSpPr/>
            <p:nvPr/>
          </p:nvSpPr>
          <p:spPr>
            <a:xfrm>
              <a:off x="5875275"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6" name="Google Shape;4026;p56"/>
            <p:cNvSpPr/>
            <p:nvPr/>
          </p:nvSpPr>
          <p:spPr>
            <a:xfrm>
              <a:off x="587527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7" name="Google Shape;4027;p56"/>
            <p:cNvSpPr/>
            <p:nvPr/>
          </p:nvSpPr>
          <p:spPr>
            <a:xfrm>
              <a:off x="587527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8" name="Google Shape;4028;p56"/>
            <p:cNvSpPr/>
            <p:nvPr/>
          </p:nvSpPr>
          <p:spPr>
            <a:xfrm>
              <a:off x="5799275" y="2714000"/>
              <a:ext cx="62200" cy="53350"/>
            </a:xfrm>
            <a:custGeom>
              <a:avLst/>
              <a:gdLst/>
              <a:ahLst/>
              <a:cxnLst/>
              <a:rect l="l" t="t" r="r" b="b"/>
              <a:pathLst>
                <a:path w="2488" h="2134"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9" name="Google Shape;4029;p56"/>
            <p:cNvSpPr/>
            <p:nvPr/>
          </p:nvSpPr>
          <p:spPr>
            <a:xfrm>
              <a:off x="5799275" y="134275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0" name="Google Shape;4030;p56"/>
            <p:cNvSpPr/>
            <p:nvPr/>
          </p:nvSpPr>
          <p:spPr>
            <a:xfrm>
              <a:off x="5799125" y="1190550"/>
              <a:ext cx="62350" cy="53425"/>
            </a:xfrm>
            <a:custGeom>
              <a:avLst/>
              <a:gdLst/>
              <a:ahLst/>
              <a:cxnLst/>
              <a:rect l="l" t="t" r="r" b="b"/>
              <a:pathLst>
                <a:path w="2494" h="2137" extrusionOk="0">
                  <a:moveTo>
                    <a:pt x="1063" y="0"/>
                  </a:moveTo>
                  <a:cubicBezTo>
                    <a:pt x="478" y="0"/>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1" name="Google Shape;4031;p56"/>
            <p:cNvSpPr/>
            <p:nvPr/>
          </p:nvSpPr>
          <p:spPr>
            <a:xfrm>
              <a:off x="5723050"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2" name="Google Shape;4032;p56"/>
            <p:cNvSpPr/>
            <p:nvPr/>
          </p:nvSpPr>
          <p:spPr>
            <a:xfrm>
              <a:off x="5723050"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3" name="Google Shape;4033;p56"/>
            <p:cNvSpPr/>
            <p:nvPr/>
          </p:nvSpPr>
          <p:spPr>
            <a:xfrm>
              <a:off x="5723050" y="2942425"/>
              <a:ext cx="62225" cy="53450"/>
            </a:xfrm>
            <a:custGeom>
              <a:avLst/>
              <a:gdLst/>
              <a:ahLst/>
              <a:cxnLst/>
              <a:rect l="l" t="t" r="r" b="b"/>
              <a:pathLst>
                <a:path w="2489" h="2138" extrusionOk="0">
                  <a:moveTo>
                    <a:pt x="1065" y="1"/>
                  </a:moveTo>
                  <a:cubicBezTo>
                    <a:pt x="472" y="9"/>
                    <a:pt x="0" y="480"/>
                    <a:pt x="0" y="1074"/>
                  </a:cubicBezTo>
                  <a:cubicBezTo>
                    <a:pt x="0" y="1712"/>
                    <a:pt x="525" y="2137"/>
                    <a:pt x="1071"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4" name="Google Shape;4034;p56"/>
            <p:cNvSpPr/>
            <p:nvPr/>
          </p:nvSpPr>
          <p:spPr>
            <a:xfrm>
              <a:off x="5723050" y="271400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5" name="Google Shape;4035;p56"/>
            <p:cNvSpPr/>
            <p:nvPr/>
          </p:nvSpPr>
          <p:spPr>
            <a:xfrm>
              <a:off x="5723050" y="134275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6" name="Google Shape;4036;p56"/>
            <p:cNvSpPr/>
            <p:nvPr/>
          </p:nvSpPr>
          <p:spPr>
            <a:xfrm>
              <a:off x="5722900" y="1190550"/>
              <a:ext cx="62375" cy="53425"/>
            </a:xfrm>
            <a:custGeom>
              <a:avLst/>
              <a:gdLst/>
              <a:ahLst/>
              <a:cxnLst/>
              <a:rect l="l" t="t" r="r" b="b"/>
              <a:pathLst>
                <a:path w="2495" h="2137" extrusionOk="0">
                  <a:moveTo>
                    <a:pt x="1071" y="0"/>
                  </a:moveTo>
                  <a:cubicBezTo>
                    <a:pt x="478" y="0"/>
                    <a:pt x="6" y="480"/>
                    <a:pt x="6" y="1065"/>
                  </a:cubicBezTo>
                  <a:cubicBezTo>
                    <a:pt x="1" y="1709"/>
                    <a:pt x="524" y="2137"/>
                    <a:pt x="1072" y="2137"/>
                  </a:cubicBezTo>
                  <a:cubicBezTo>
                    <a:pt x="1334" y="2137"/>
                    <a:pt x="1601" y="2039"/>
                    <a:pt x="1819" y="1821"/>
                  </a:cubicBezTo>
                  <a:cubicBezTo>
                    <a:pt x="2494" y="1146"/>
                    <a:pt x="2014"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7" name="Google Shape;4037;p56"/>
            <p:cNvSpPr/>
            <p:nvPr/>
          </p:nvSpPr>
          <p:spPr>
            <a:xfrm>
              <a:off x="56468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8" name="Google Shape;4038;p56"/>
            <p:cNvSpPr/>
            <p:nvPr/>
          </p:nvSpPr>
          <p:spPr>
            <a:xfrm>
              <a:off x="5646825" y="2866425"/>
              <a:ext cx="62225" cy="53275"/>
            </a:xfrm>
            <a:custGeom>
              <a:avLst/>
              <a:gdLst/>
              <a:ahLst/>
              <a:cxnLst/>
              <a:rect l="l" t="t" r="r" b="b"/>
              <a:pathLst>
                <a:path w="2489" h="2131" extrusionOk="0">
                  <a:moveTo>
                    <a:pt x="1066" y="0"/>
                  </a:moveTo>
                  <a:cubicBezTo>
                    <a:pt x="472" y="0"/>
                    <a:pt x="1" y="472"/>
                    <a:pt x="1" y="1065"/>
                  </a:cubicBezTo>
                  <a:cubicBezTo>
                    <a:pt x="1" y="1707"/>
                    <a:pt x="523" y="2131"/>
                    <a:pt x="1068" y="2131"/>
                  </a:cubicBezTo>
                  <a:cubicBezTo>
                    <a:pt x="1330" y="2131"/>
                    <a:pt x="1597" y="2032"/>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9" name="Google Shape;4039;p56"/>
            <p:cNvSpPr/>
            <p:nvPr/>
          </p:nvSpPr>
          <p:spPr>
            <a:xfrm>
              <a:off x="56468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0" name="Google Shape;4040;p56"/>
            <p:cNvSpPr/>
            <p:nvPr/>
          </p:nvSpPr>
          <p:spPr>
            <a:xfrm>
              <a:off x="56468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1" name="Google Shape;4041;p56"/>
            <p:cNvSpPr/>
            <p:nvPr/>
          </p:nvSpPr>
          <p:spPr>
            <a:xfrm>
              <a:off x="56468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2" name="Google Shape;4042;p56"/>
            <p:cNvSpPr/>
            <p:nvPr/>
          </p:nvSpPr>
          <p:spPr>
            <a:xfrm>
              <a:off x="5646700" y="119055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3" name="Google Shape;4043;p56"/>
            <p:cNvSpPr/>
            <p:nvPr/>
          </p:nvSpPr>
          <p:spPr>
            <a:xfrm>
              <a:off x="5570625" y="3018650"/>
              <a:ext cx="62200" cy="53425"/>
            </a:xfrm>
            <a:custGeom>
              <a:avLst/>
              <a:gdLst/>
              <a:ahLst/>
              <a:cxnLst/>
              <a:rect l="l" t="t" r="r" b="b"/>
              <a:pathLst>
                <a:path w="2488" h="2137" extrusionOk="0">
                  <a:moveTo>
                    <a:pt x="1065" y="0"/>
                  </a:moveTo>
                  <a:cubicBezTo>
                    <a:pt x="472" y="0"/>
                    <a:pt x="0" y="480"/>
                    <a:pt x="0" y="1065"/>
                  </a:cubicBezTo>
                  <a:cubicBezTo>
                    <a:pt x="0" y="1709"/>
                    <a:pt x="526" y="2137"/>
                    <a:pt x="1072" y="2137"/>
                  </a:cubicBezTo>
                  <a:cubicBezTo>
                    <a:pt x="1332" y="2137"/>
                    <a:pt x="1598"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4" name="Google Shape;4044;p56"/>
            <p:cNvSpPr/>
            <p:nvPr/>
          </p:nvSpPr>
          <p:spPr>
            <a:xfrm>
              <a:off x="5570625" y="2942425"/>
              <a:ext cx="62200" cy="53450"/>
            </a:xfrm>
            <a:custGeom>
              <a:avLst/>
              <a:gdLst/>
              <a:ahLst/>
              <a:cxnLst/>
              <a:rect l="l" t="t" r="r" b="b"/>
              <a:pathLst>
                <a:path w="2488" h="2138" extrusionOk="0">
                  <a:moveTo>
                    <a:pt x="1065" y="1"/>
                  </a:moveTo>
                  <a:cubicBezTo>
                    <a:pt x="472" y="1"/>
                    <a:pt x="0" y="480"/>
                    <a:pt x="0" y="1074"/>
                  </a:cubicBezTo>
                  <a:cubicBezTo>
                    <a:pt x="0" y="1712"/>
                    <a:pt x="525" y="2137"/>
                    <a:pt x="1071"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5" name="Google Shape;4045;p56"/>
            <p:cNvSpPr/>
            <p:nvPr/>
          </p:nvSpPr>
          <p:spPr>
            <a:xfrm>
              <a:off x="5570475" y="1190550"/>
              <a:ext cx="62350" cy="53325"/>
            </a:xfrm>
            <a:custGeom>
              <a:avLst/>
              <a:gdLst/>
              <a:ahLst/>
              <a:cxnLst/>
              <a:rect l="l" t="t" r="r" b="b"/>
              <a:pathLst>
                <a:path w="2494" h="2133" extrusionOk="0">
                  <a:moveTo>
                    <a:pt x="1071" y="0"/>
                  </a:moveTo>
                  <a:cubicBezTo>
                    <a:pt x="486" y="0"/>
                    <a:pt x="6" y="472"/>
                    <a:pt x="6" y="1065"/>
                  </a:cubicBezTo>
                  <a:cubicBezTo>
                    <a:pt x="1" y="1709"/>
                    <a:pt x="524" y="2133"/>
                    <a:pt x="1073" y="2133"/>
                  </a:cubicBezTo>
                  <a:cubicBezTo>
                    <a:pt x="1334" y="2133"/>
                    <a:pt x="1601" y="2036"/>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6" name="Google Shape;4046;p56"/>
            <p:cNvSpPr/>
            <p:nvPr/>
          </p:nvSpPr>
          <p:spPr>
            <a:xfrm>
              <a:off x="5494400" y="29424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7" name="Google Shape;4047;p56"/>
            <p:cNvSpPr/>
            <p:nvPr/>
          </p:nvSpPr>
          <p:spPr>
            <a:xfrm>
              <a:off x="549440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3"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8" name="Google Shape;4048;p56"/>
            <p:cNvSpPr/>
            <p:nvPr/>
          </p:nvSpPr>
          <p:spPr>
            <a:xfrm>
              <a:off x="5494275" y="1190550"/>
              <a:ext cx="62350" cy="53325"/>
            </a:xfrm>
            <a:custGeom>
              <a:avLst/>
              <a:gdLst/>
              <a:ahLst/>
              <a:cxnLst/>
              <a:rect l="l" t="t" r="r" b="b"/>
              <a:pathLst>
                <a:path w="2494" h="2133" extrusionOk="0">
                  <a:moveTo>
                    <a:pt x="1071" y="0"/>
                  </a:moveTo>
                  <a:cubicBezTo>
                    <a:pt x="485" y="0"/>
                    <a:pt x="6" y="472"/>
                    <a:pt x="6" y="1065"/>
                  </a:cubicBezTo>
                  <a:cubicBezTo>
                    <a:pt x="0" y="1709"/>
                    <a:pt x="524" y="2133"/>
                    <a:pt x="1072" y="2133"/>
                  </a:cubicBezTo>
                  <a:cubicBezTo>
                    <a:pt x="1334" y="2133"/>
                    <a:pt x="1601" y="2036"/>
                    <a:pt x="1819"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9" name="Google Shape;4049;p56"/>
            <p:cNvSpPr/>
            <p:nvPr/>
          </p:nvSpPr>
          <p:spPr>
            <a:xfrm>
              <a:off x="5418200"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0" name="Google Shape;4050;p56"/>
            <p:cNvSpPr/>
            <p:nvPr/>
          </p:nvSpPr>
          <p:spPr>
            <a:xfrm>
              <a:off x="5418200"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1" name="Google Shape;4051;p56"/>
            <p:cNvSpPr/>
            <p:nvPr/>
          </p:nvSpPr>
          <p:spPr>
            <a:xfrm>
              <a:off x="5418200" y="1266550"/>
              <a:ext cx="62425" cy="53450"/>
            </a:xfrm>
            <a:custGeom>
              <a:avLst/>
              <a:gdLst/>
              <a:ahLst/>
              <a:cxnLst/>
              <a:rect l="l" t="t" r="r" b="b"/>
              <a:pathLst>
                <a:path w="2497" h="2138" extrusionOk="0">
                  <a:moveTo>
                    <a:pt x="1065" y="0"/>
                  </a:moveTo>
                  <a:cubicBezTo>
                    <a:pt x="480" y="9"/>
                    <a:pt x="0"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2" name="Google Shape;4052;p56"/>
            <p:cNvSpPr/>
            <p:nvPr/>
          </p:nvSpPr>
          <p:spPr>
            <a:xfrm>
              <a:off x="5418200" y="11905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3" name="Google Shape;4053;p56"/>
            <p:cNvSpPr/>
            <p:nvPr/>
          </p:nvSpPr>
          <p:spPr>
            <a:xfrm>
              <a:off x="5341975"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4" name="Google Shape;4054;p56"/>
            <p:cNvSpPr/>
            <p:nvPr/>
          </p:nvSpPr>
          <p:spPr>
            <a:xfrm>
              <a:off x="5341975"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5" name="Google Shape;4055;p56"/>
            <p:cNvSpPr/>
            <p:nvPr/>
          </p:nvSpPr>
          <p:spPr>
            <a:xfrm>
              <a:off x="5265775" y="2790200"/>
              <a:ext cx="62200" cy="53350"/>
            </a:xfrm>
            <a:custGeom>
              <a:avLst/>
              <a:gdLst/>
              <a:ahLst/>
              <a:cxnLst/>
              <a:rect l="l" t="t" r="r" b="b"/>
              <a:pathLst>
                <a:path w="2488" h="2134" extrusionOk="0">
                  <a:moveTo>
                    <a:pt x="1065" y="1"/>
                  </a:moveTo>
                  <a:cubicBezTo>
                    <a:pt x="480" y="1"/>
                    <a:pt x="0" y="472"/>
                    <a:pt x="0" y="1066"/>
                  </a:cubicBezTo>
                  <a:cubicBezTo>
                    <a:pt x="0" y="1709"/>
                    <a:pt x="522" y="2134"/>
                    <a:pt x="1068" y="2134"/>
                  </a:cubicBezTo>
                  <a:cubicBezTo>
                    <a:pt x="1329" y="2134"/>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6" name="Google Shape;4056;p56"/>
            <p:cNvSpPr/>
            <p:nvPr/>
          </p:nvSpPr>
          <p:spPr>
            <a:xfrm>
              <a:off x="5265775" y="2714000"/>
              <a:ext cx="62200" cy="53350"/>
            </a:xfrm>
            <a:custGeom>
              <a:avLst/>
              <a:gdLst/>
              <a:ahLst/>
              <a:cxnLst/>
              <a:rect l="l" t="t" r="r" b="b"/>
              <a:pathLst>
                <a:path w="2488" h="2134" extrusionOk="0">
                  <a:moveTo>
                    <a:pt x="1065" y="0"/>
                  </a:moveTo>
                  <a:cubicBezTo>
                    <a:pt x="480" y="0"/>
                    <a:pt x="0" y="480"/>
                    <a:pt x="0" y="1065"/>
                  </a:cubicBezTo>
                  <a:cubicBezTo>
                    <a:pt x="0" y="1709"/>
                    <a:pt x="522" y="2133"/>
                    <a:pt x="1068" y="2133"/>
                  </a:cubicBezTo>
                  <a:cubicBezTo>
                    <a:pt x="1329" y="2133"/>
                    <a:pt x="1595" y="2036"/>
                    <a:pt x="1813" y="1821"/>
                  </a:cubicBezTo>
                  <a:cubicBezTo>
                    <a:pt x="2488" y="1155"/>
                    <a:pt x="2016" y="8"/>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7" name="Google Shape;4057;p56"/>
            <p:cNvSpPr/>
            <p:nvPr/>
          </p:nvSpPr>
          <p:spPr>
            <a:xfrm>
              <a:off x="5265775" y="1266550"/>
              <a:ext cx="62200" cy="53450"/>
            </a:xfrm>
            <a:custGeom>
              <a:avLst/>
              <a:gdLst/>
              <a:ahLst/>
              <a:cxnLst/>
              <a:rect l="l" t="t" r="r" b="b"/>
              <a:pathLst>
                <a:path w="2488" h="2138" extrusionOk="0">
                  <a:moveTo>
                    <a:pt x="1065" y="0"/>
                  </a:moveTo>
                  <a:cubicBezTo>
                    <a:pt x="480" y="0"/>
                    <a:pt x="0" y="480"/>
                    <a:pt x="0" y="1074"/>
                  </a:cubicBezTo>
                  <a:cubicBezTo>
                    <a:pt x="0" y="1711"/>
                    <a:pt x="521" y="2137"/>
                    <a:pt x="1067" y="2137"/>
                  </a:cubicBezTo>
                  <a:cubicBezTo>
                    <a:pt x="1328" y="2137"/>
                    <a:pt x="1595"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8" name="Google Shape;4058;p56"/>
            <p:cNvSpPr/>
            <p:nvPr/>
          </p:nvSpPr>
          <p:spPr>
            <a:xfrm>
              <a:off x="5189550"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9" name="Google Shape;4059;p56"/>
            <p:cNvSpPr/>
            <p:nvPr/>
          </p:nvSpPr>
          <p:spPr>
            <a:xfrm>
              <a:off x="5189550" y="2790200"/>
              <a:ext cx="62225" cy="53350"/>
            </a:xfrm>
            <a:custGeom>
              <a:avLst/>
              <a:gdLst/>
              <a:ahLst/>
              <a:cxnLst/>
              <a:rect l="l" t="t" r="r" b="b"/>
              <a:pathLst>
                <a:path w="2489" h="2134" extrusionOk="0">
                  <a:moveTo>
                    <a:pt x="1066" y="1"/>
                  </a:moveTo>
                  <a:cubicBezTo>
                    <a:pt x="480" y="1"/>
                    <a:pt x="1" y="472"/>
                    <a:pt x="1" y="1066"/>
                  </a:cubicBezTo>
                  <a:cubicBezTo>
                    <a:pt x="1" y="1709"/>
                    <a:pt x="522" y="2134"/>
                    <a:pt x="1069" y="2134"/>
                  </a:cubicBezTo>
                  <a:cubicBezTo>
                    <a:pt x="1329" y="2134"/>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0" name="Google Shape;4060;p56"/>
            <p:cNvSpPr/>
            <p:nvPr/>
          </p:nvSpPr>
          <p:spPr>
            <a:xfrm>
              <a:off x="5189550" y="1342750"/>
              <a:ext cx="62225" cy="53350"/>
            </a:xfrm>
            <a:custGeom>
              <a:avLst/>
              <a:gdLst/>
              <a:ahLst/>
              <a:cxnLst/>
              <a:rect l="l" t="t" r="r" b="b"/>
              <a:pathLst>
                <a:path w="2489" h="2134" extrusionOk="0">
                  <a:moveTo>
                    <a:pt x="1066" y="1"/>
                  </a:moveTo>
                  <a:cubicBezTo>
                    <a:pt x="480" y="1"/>
                    <a:pt x="1" y="481"/>
                    <a:pt x="1" y="1066"/>
                  </a:cubicBezTo>
                  <a:cubicBezTo>
                    <a:pt x="1" y="1710"/>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1" name="Google Shape;4061;p56"/>
            <p:cNvSpPr/>
            <p:nvPr/>
          </p:nvSpPr>
          <p:spPr>
            <a:xfrm>
              <a:off x="5113350" y="3094850"/>
              <a:ext cx="62400" cy="53350"/>
            </a:xfrm>
            <a:custGeom>
              <a:avLst/>
              <a:gdLst/>
              <a:ahLst/>
              <a:cxnLst/>
              <a:rect l="l" t="t" r="r" b="b"/>
              <a:pathLst>
                <a:path w="2496" h="2134" extrusionOk="0">
                  <a:moveTo>
                    <a:pt x="1073" y="1"/>
                  </a:moveTo>
                  <a:cubicBezTo>
                    <a:pt x="480" y="1"/>
                    <a:pt x="0"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2" name="Google Shape;4062;p56"/>
            <p:cNvSpPr/>
            <p:nvPr/>
          </p:nvSpPr>
          <p:spPr>
            <a:xfrm>
              <a:off x="5113350" y="3018650"/>
              <a:ext cx="62400" cy="53425"/>
            </a:xfrm>
            <a:custGeom>
              <a:avLst/>
              <a:gdLst/>
              <a:ahLst/>
              <a:cxnLst/>
              <a:rect l="l" t="t" r="r" b="b"/>
              <a:pathLst>
                <a:path w="2496" h="2137" extrusionOk="0">
                  <a:moveTo>
                    <a:pt x="1073" y="0"/>
                  </a:moveTo>
                  <a:cubicBezTo>
                    <a:pt x="480" y="0"/>
                    <a:pt x="0" y="480"/>
                    <a:pt x="0" y="1065"/>
                  </a:cubicBezTo>
                  <a:cubicBezTo>
                    <a:pt x="0" y="1709"/>
                    <a:pt x="529" y="2137"/>
                    <a:pt x="1078" y="2137"/>
                  </a:cubicBezTo>
                  <a:cubicBezTo>
                    <a:pt x="1339" y="2137"/>
                    <a:pt x="1606" y="2039"/>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3" name="Google Shape;4063;p56"/>
            <p:cNvSpPr/>
            <p:nvPr/>
          </p:nvSpPr>
          <p:spPr>
            <a:xfrm>
              <a:off x="5113350" y="2942425"/>
              <a:ext cx="62400" cy="53450"/>
            </a:xfrm>
            <a:custGeom>
              <a:avLst/>
              <a:gdLst/>
              <a:ahLst/>
              <a:cxnLst/>
              <a:rect l="l" t="t" r="r" b="b"/>
              <a:pathLst>
                <a:path w="2496" h="2138" extrusionOk="0">
                  <a:moveTo>
                    <a:pt x="1073" y="1"/>
                  </a:moveTo>
                  <a:cubicBezTo>
                    <a:pt x="480" y="1"/>
                    <a:pt x="8" y="480"/>
                    <a:pt x="0" y="1066"/>
                  </a:cubicBezTo>
                  <a:cubicBezTo>
                    <a:pt x="0" y="1709"/>
                    <a:pt x="525" y="2137"/>
                    <a:pt x="1074" y="2137"/>
                  </a:cubicBezTo>
                  <a:cubicBezTo>
                    <a:pt x="1336" y="2137"/>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4" name="Google Shape;4064;p56"/>
            <p:cNvSpPr/>
            <p:nvPr/>
          </p:nvSpPr>
          <p:spPr>
            <a:xfrm>
              <a:off x="5113350" y="2866425"/>
              <a:ext cx="62400" cy="53275"/>
            </a:xfrm>
            <a:custGeom>
              <a:avLst/>
              <a:gdLst/>
              <a:ahLst/>
              <a:cxnLst/>
              <a:rect l="l" t="t" r="r" b="b"/>
              <a:pathLst>
                <a:path w="2496" h="2131" extrusionOk="0">
                  <a:moveTo>
                    <a:pt x="1073" y="0"/>
                  </a:moveTo>
                  <a:cubicBezTo>
                    <a:pt x="480" y="0"/>
                    <a:pt x="0" y="472"/>
                    <a:pt x="0" y="1065"/>
                  </a:cubicBezTo>
                  <a:cubicBezTo>
                    <a:pt x="0" y="1707"/>
                    <a:pt x="526" y="2131"/>
                    <a:pt x="1073" y="2131"/>
                  </a:cubicBezTo>
                  <a:cubicBezTo>
                    <a:pt x="1336" y="2131"/>
                    <a:pt x="1604" y="2032"/>
                    <a:pt x="1821" y="1813"/>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5" name="Google Shape;4065;p56"/>
            <p:cNvSpPr/>
            <p:nvPr/>
          </p:nvSpPr>
          <p:spPr>
            <a:xfrm>
              <a:off x="5113350" y="2790200"/>
              <a:ext cx="62400" cy="53350"/>
            </a:xfrm>
            <a:custGeom>
              <a:avLst/>
              <a:gdLst/>
              <a:ahLst/>
              <a:cxnLst/>
              <a:rect l="l" t="t" r="r" b="b"/>
              <a:pathLst>
                <a:path w="2496" h="2134" extrusionOk="0">
                  <a:moveTo>
                    <a:pt x="1073" y="1"/>
                  </a:moveTo>
                  <a:cubicBezTo>
                    <a:pt x="480" y="1"/>
                    <a:pt x="8"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6" name="Google Shape;4066;p56"/>
            <p:cNvSpPr/>
            <p:nvPr/>
          </p:nvSpPr>
          <p:spPr>
            <a:xfrm>
              <a:off x="5113350" y="2714000"/>
              <a:ext cx="62400" cy="53350"/>
            </a:xfrm>
            <a:custGeom>
              <a:avLst/>
              <a:gdLst/>
              <a:ahLst/>
              <a:cxnLst/>
              <a:rect l="l" t="t" r="r" b="b"/>
              <a:pathLst>
                <a:path w="2496" h="2134" extrusionOk="0">
                  <a:moveTo>
                    <a:pt x="1073" y="0"/>
                  </a:moveTo>
                  <a:cubicBezTo>
                    <a:pt x="480" y="0"/>
                    <a:pt x="0"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7" name="Google Shape;4067;p56"/>
            <p:cNvSpPr/>
            <p:nvPr/>
          </p:nvSpPr>
          <p:spPr>
            <a:xfrm>
              <a:off x="5113350" y="141897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8" name="Google Shape;4068;p56"/>
            <p:cNvSpPr/>
            <p:nvPr/>
          </p:nvSpPr>
          <p:spPr>
            <a:xfrm>
              <a:off x="5113350" y="134275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9" name="Google Shape;4069;p56"/>
            <p:cNvSpPr/>
            <p:nvPr/>
          </p:nvSpPr>
          <p:spPr>
            <a:xfrm>
              <a:off x="50373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0" name="Google Shape;4070;p56"/>
            <p:cNvSpPr/>
            <p:nvPr/>
          </p:nvSpPr>
          <p:spPr>
            <a:xfrm>
              <a:off x="503732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1" name="Google Shape;4071;p56"/>
            <p:cNvSpPr/>
            <p:nvPr/>
          </p:nvSpPr>
          <p:spPr>
            <a:xfrm>
              <a:off x="5037325" y="286642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30" y="2131"/>
                    <a:pt x="1597" y="2032"/>
                    <a:pt x="1814" y="1813"/>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2" name="Google Shape;4072;p56"/>
            <p:cNvSpPr/>
            <p:nvPr/>
          </p:nvSpPr>
          <p:spPr>
            <a:xfrm>
              <a:off x="50373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3" name="Google Shape;4073;p56"/>
            <p:cNvSpPr/>
            <p:nvPr/>
          </p:nvSpPr>
          <p:spPr>
            <a:xfrm>
              <a:off x="50373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4" name="Google Shape;4074;p56"/>
            <p:cNvSpPr/>
            <p:nvPr/>
          </p:nvSpPr>
          <p:spPr>
            <a:xfrm>
              <a:off x="5037325"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5" name="Google Shape;4075;p56"/>
            <p:cNvSpPr/>
            <p:nvPr/>
          </p:nvSpPr>
          <p:spPr>
            <a:xfrm>
              <a:off x="50373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6" name="Google Shape;4076;p56"/>
            <p:cNvSpPr/>
            <p:nvPr/>
          </p:nvSpPr>
          <p:spPr>
            <a:xfrm>
              <a:off x="4961125"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7" name="Google Shape;4077;p56"/>
            <p:cNvSpPr/>
            <p:nvPr/>
          </p:nvSpPr>
          <p:spPr>
            <a:xfrm>
              <a:off x="49611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8" name="Google Shape;4078;p56"/>
            <p:cNvSpPr/>
            <p:nvPr/>
          </p:nvSpPr>
          <p:spPr>
            <a:xfrm>
              <a:off x="49611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9" name="Google Shape;4079;p56"/>
            <p:cNvSpPr/>
            <p:nvPr/>
          </p:nvSpPr>
          <p:spPr>
            <a:xfrm>
              <a:off x="49611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0" name="Google Shape;4080;p56"/>
            <p:cNvSpPr/>
            <p:nvPr/>
          </p:nvSpPr>
          <p:spPr>
            <a:xfrm>
              <a:off x="49611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1" name="Google Shape;4081;p56"/>
            <p:cNvSpPr/>
            <p:nvPr/>
          </p:nvSpPr>
          <p:spPr>
            <a:xfrm>
              <a:off x="49611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2" name="Google Shape;4082;p56"/>
            <p:cNvSpPr/>
            <p:nvPr/>
          </p:nvSpPr>
          <p:spPr>
            <a:xfrm>
              <a:off x="4884900" y="2637775"/>
              <a:ext cx="62225" cy="53450"/>
            </a:xfrm>
            <a:custGeom>
              <a:avLst/>
              <a:gdLst/>
              <a:ahLst/>
              <a:cxnLst/>
              <a:rect l="l" t="t" r="r" b="b"/>
              <a:pathLst>
                <a:path w="2489" h="2138" extrusionOk="0">
                  <a:moveTo>
                    <a:pt x="1066" y="1"/>
                  </a:moveTo>
                  <a:cubicBezTo>
                    <a:pt x="480" y="1"/>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3" name="Google Shape;4083;p56"/>
            <p:cNvSpPr/>
            <p:nvPr/>
          </p:nvSpPr>
          <p:spPr>
            <a:xfrm>
              <a:off x="48849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4" name="Google Shape;4084;p56"/>
            <p:cNvSpPr/>
            <p:nvPr/>
          </p:nvSpPr>
          <p:spPr>
            <a:xfrm>
              <a:off x="48849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5" name="Google Shape;4085;p56"/>
            <p:cNvSpPr/>
            <p:nvPr/>
          </p:nvSpPr>
          <p:spPr>
            <a:xfrm>
              <a:off x="488490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6" name="Google Shape;4086;p56"/>
            <p:cNvSpPr/>
            <p:nvPr/>
          </p:nvSpPr>
          <p:spPr>
            <a:xfrm>
              <a:off x="4808700" y="2637775"/>
              <a:ext cx="62400" cy="53450"/>
            </a:xfrm>
            <a:custGeom>
              <a:avLst/>
              <a:gdLst/>
              <a:ahLst/>
              <a:cxnLst/>
              <a:rect l="l" t="t" r="r" b="b"/>
              <a:pathLst>
                <a:path w="2496"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7" name="Google Shape;4087;p56"/>
            <p:cNvSpPr/>
            <p:nvPr/>
          </p:nvSpPr>
          <p:spPr>
            <a:xfrm>
              <a:off x="4808700" y="2561575"/>
              <a:ext cx="62400" cy="53425"/>
            </a:xfrm>
            <a:custGeom>
              <a:avLst/>
              <a:gdLst/>
              <a:ahLst/>
              <a:cxnLst/>
              <a:rect l="l" t="t" r="r" b="b"/>
              <a:pathLst>
                <a:path w="2496"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8" name="Google Shape;4088;p56"/>
            <p:cNvSpPr/>
            <p:nvPr/>
          </p:nvSpPr>
          <p:spPr>
            <a:xfrm>
              <a:off x="4808700" y="141897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9" name="Google Shape;4089;p56"/>
            <p:cNvSpPr/>
            <p:nvPr/>
          </p:nvSpPr>
          <p:spPr>
            <a:xfrm>
              <a:off x="48087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0" name="Google Shape;4090;p56"/>
            <p:cNvSpPr/>
            <p:nvPr/>
          </p:nvSpPr>
          <p:spPr>
            <a:xfrm>
              <a:off x="4808700" y="11905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1" name="Google Shape;4091;p56"/>
            <p:cNvSpPr/>
            <p:nvPr/>
          </p:nvSpPr>
          <p:spPr>
            <a:xfrm>
              <a:off x="4808700" y="1038125"/>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2" name="Google Shape;4092;p56"/>
            <p:cNvSpPr/>
            <p:nvPr/>
          </p:nvSpPr>
          <p:spPr>
            <a:xfrm>
              <a:off x="4732475" y="27902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3" name="Google Shape;4093;p56"/>
            <p:cNvSpPr/>
            <p:nvPr/>
          </p:nvSpPr>
          <p:spPr>
            <a:xfrm>
              <a:off x="4732475" y="2714000"/>
              <a:ext cx="62425" cy="53350"/>
            </a:xfrm>
            <a:custGeom>
              <a:avLst/>
              <a:gdLst/>
              <a:ahLst/>
              <a:cxnLst/>
              <a:rect l="l" t="t" r="r" b="b"/>
              <a:pathLst>
                <a:path w="2497" h="2134" extrusionOk="0">
                  <a:moveTo>
                    <a:pt x="1074" y="0"/>
                  </a:moveTo>
                  <a:cubicBezTo>
                    <a:pt x="480" y="0"/>
                    <a:pt x="1"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4" name="Google Shape;4094;p56"/>
            <p:cNvSpPr/>
            <p:nvPr/>
          </p:nvSpPr>
          <p:spPr>
            <a:xfrm>
              <a:off x="4732475" y="2561575"/>
              <a:ext cx="62425" cy="53425"/>
            </a:xfrm>
            <a:custGeom>
              <a:avLst/>
              <a:gdLst/>
              <a:ahLst/>
              <a:cxnLst/>
              <a:rect l="l" t="t" r="r" b="b"/>
              <a:pathLst>
                <a:path w="2497" h="2137" extrusionOk="0">
                  <a:moveTo>
                    <a:pt x="1074" y="0"/>
                  </a:moveTo>
                  <a:cubicBezTo>
                    <a:pt x="480" y="8"/>
                    <a:pt x="9" y="480"/>
                    <a:pt x="1" y="1073"/>
                  </a:cubicBezTo>
                  <a:cubicBezTo>
                    <a:pt x="1" y="1711"/>
                    <a:pt x="525" y="2137"/>
                    <a:pt x="1073" y="2137"/>
                  </a:cubicBezTo>
                  <a:cubicBezTo>
                    <a:pt x="1335" y="2137"/>
                    <a:pt x="1603"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5" name="Google Shape;4095;p56"/>
            <p:cNvSpPr/>
            <p:nvPr/>
          </p:nvSpPr>
          <p:spPr>
            <a:xfrm>
              <a:off x="473247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6" name="Google Shape;4096;p56"/>
            <p:cNvSpPr/>
            <p:nvPr/>
          </p:nvSpPr>
          <p:spPr>
            <a:xfrm>
              <a:off x="4732475" y="11905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7" name="Google Shape;4097;p56"/>
            <p:cNvSpPr/>
            <p:nvPr/>
          </p:nvSpPr>
          <p:spPr>
            <a:xfrm>
              <a:off x="4656475" y="2866425"/>
              <a:ext cx="62200" cy="53275"/>
            </a:xfrm>
            <a:custGeom>
              <a:avLst/>
              <a:gdLst/>
              <a:ahLst/>
              <a:cxnLst/>
              <a:rect l="l" t="t" r="r" b="b"/>
              <a:pathLst>
                <a:path w="2488" h="2131" extrusionOk="0">
                  <a:moveTo>
                    <a:pt x="1065" y="0"/>
                  </a:moveTo>
                  <a:cubicBezTo>
                    <a:pt x="472"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8" name="Google Shape;4098;p56"/>
            <p:cNvSpPr/>
            <p:nvPr/>
          </p:nvSpPr>
          <p:spPr>
            <a:xfrm>
              <a:off x="4656475" y="27902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9" name="Google Shape;4099;p56"/>
            <p:cNvSpPr/>
            <p:nvPr/>
          </p:nvSpPr>
          <p:spPr>
            <a:xfrm>
              <a:off x="4656475" y="271400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0" name="Google Shape;4100;p56"/>
            <p:cNvSpPr/>
            <p:nvPr/>
          </p:nvSpPr>
          <p:spPr>
            <a:xfrm>
              <a:off x="4656475" y="2485550"/>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1" name="Google Shape;4101;p56"/>
            <p:cNvSpPr/>
            <p:nvPr/>
          </p:nvSpPr>
          <p:spPr>
            <a:xfrm>
              <a:off x="465647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2" name="Google Shape;4102;p56"/>
            <p:cNvSpPr/>
            <p:nvPr/>
          </p:nvSpPr>
          <p:spPr>
            <a:xfrm>
              <a:off x="465647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3" name="Google Shape;4103;p56"/>
            <p:cNvSpPr/>
            <p:nvPr/>
          </p:nvSpPr>
          <p:spPr>
            <a:xfrm>
              <a:off x="46564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4" name="Google Shape;4104;p56"/>
            <p:cNvSpPr/>
            <p:nvPr/>
          </p:nvSpPr>
          <p:spPr>
            <a:xfrm>
              <a:off x="4656475" y="1038125"/>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5" name="Google Shape;4105;p56"/>
            <p:cNvSpPr/>
            <p:nvPr/>
          </p:nvSpPr>
          <p:spPr>
            <a:xfrm>
              <a:off x="4580250" y="29424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6" name="Google Shape;4106;p56"/>
            <p:cNvSpPr/>
            <p:nvPr/>
          </p:nvSpPr>
          <p:spPr>
            <a:xfrm>
              <a:off x="458025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7" name="Google Shape;4107;p56"/>
            <p:cNvSpPr/>
            <p:nvPr/>
          </p:nvSpPr>
          <p:spPr>
            <a:xfrm>
              <a:off x="458025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8" name="Google Shape;4108;p56"/>
            <p:cNvSpPr/>
            <p:nvPr/>
          </p:nvSpPr>
          <p:spPr>
            <a:xfrm>
              <a:off x="4580250"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9" name="Google Shape;4109;p56"/>
            <p:cNvSpPr/>
            <p:nvPr/>
          </p:nvSpPr>
          <p:spPr>
            <a:xfrm>
              <a:off x="458025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0" name="Google Shape;4110;p56"/>
            <p:cNvSpPr/>
            <p:nvPr/>
          </p:nvSpPr>
          <p:spPr>
            <a:xfrm>
              <a:off x="45802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1" name="Google Shape;4111;p56"/>
            <p:cNvSpPr/>
            <p:nvPr/>
          </p:nvSpPr>
          <p:spPr>
            <a:xfrm>
              <a:off x="45802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2" name="Google Shape;4112;p56"/>
            <p:cNvSpPr/>
            <p:nvPr/>
          </p:nvSpPr>
          <p:spPr>
            <a:xfrm>
              <a:off x="45802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3" name="Google Shape;4113;p56"/>
            <p:cNvSpPr/>
            <p:nvPr/>
          </p:nvSpPr>
          <p:spPr>
            <a:xfrm>
              <a:off x="450405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4" name="Google Shape;4114;p56"/>
            <p:cNvSpPr/>
            <p:nvPr/>
          </p:nvSpPr>
          <p:spPr>
            <a:xfrm>
              <a:off x="4504050"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5" name="Google Shape;4115;p56"/>
            <p:cNvSpPr/>
            <p:nvPr/>
          </p:nvSpPr>
          <p:spPr>
            <a:xfrm>
              <a:off x="45040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6" name="Google Shape;4116;p56"/>
            <p:cNvSpPr/>
            <p:nvPr/>
          </p:nvSpPr>
          <p:spPr>
            <a:xfrm>
              <a:off x="450405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7" name="Google Shape;4117;p56"/>
            <p:cNvSpPr/>
            <p:nvPr/>
          </p:nvSpPr>
          <p:spPr>
            <a:xfrm>
              <a:off x="45040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8" name="Google Shape;4118;p56"/>
            <p:cNvSpPr/>
            <p:nvPr/>
          </p:nvSpPr>
          <p:spPr>
            <a:xfrm>
              <a:off x="45040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9" name="Google Shape;4119;p56"/>
            <p:cNvSpPr/>
            <p:nvPr/>
          </p:nvSpPr>
          <p:spPr>
            <a:xfrm>
              <a:off x="4427825" y="2942425"/>
              <a:ext cx="62425" cy="53450"/>
            </a:xfrm>
            <a:custGeom>
              <a:avLst/>
              <a:gdLst/>
              <a:ahLst/>
              <a:cxnLst/>
              <a:rect l="l" t="t" r="r" b="b"/>
              <a:pathLst>
                <a:path w="2497" h="2138" extrusionOk="0">
                  <a:moveTo>
                    <a:pt x="1065" y="1"/>
                  </a:moveTo>
                  <a:cubicBezTo>
                    <a:pt x="480" y="9"/>
                    <a:pt x="9"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0" name="Google Shape;4120;p56"/>
            <p:cNvSpPr/>
            <p:nvPr/>
          </p:nvSpPr>
          <p:spPr>
            <a:xfrm>
              <a:off x="4427825" y="2866425"/>
              <a:ext cx="62425" cy="53275"/>
            </a:xfrm>
            <a:custGeom>
              <a:avLst/>
              <a:gdLst/>
              <a:ahLst/>
              <a:cxnLst/>
              <a:rect l="l" t="t" r="r" b="b"/>
              <a:pathLst>
                <a:path w="2497" h="2131" extrusionOk="0">
                  <a:moveTo>
                    <a:pt x="1065" y="0"/>
                  </a:moveTo>
                  <a:cubicBezTo>
                    <a:pt x="480" y="0"/>
                    <a:pt x="1" y="472"/>
                    <a:pt x="1" y="1065"/>
                  </a:cubicBezTo>
                  <a:cubicBezTo>
                    <a:pt x="1" y="1707"/>
                    <a:pt x="526" y="2131"/>
                    <a:pt x="1073" y="2131"/>
                  </a:cubicBezTo>
                  <a:cubicBezTo>
                    <a:pt x="1337" y="2131"/>
                    <a:pt x="1605"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1" name="Google Shape;4121;p56"/>
            <p:cNvSpPr/>
            <p:nvPr/>
          </p:nvSpPr>
          <p:spPr>
            <a:xfrm>
              <a:off x="4427825" y="2790200"/>
              <a:ext cx="62425" cy="53350"/>
            </a:xfrm>
            <a:custGeom>
              <a:avLst/>
              <a:gdLst/>
              <a:ahLst/>
              <a:cxnLst/>
              <a:rect l="l" t="t" r="r" b="b"/>
              <a:pathLst>
                <a:path w="2497" h="2134" extrusionOk="0">
                  <a:moveTo>
                    <a:pt x="1065" y="1"/>
                  </a:moveTo>
                  <a:cubicBezTo>
                    <a:pt x="480" y="1"/>
                    <a:pt x="9"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2" name="Google Shape;4122;p56"/>
            <p:cNvSpPr/>
            <p:nvPr/>
          </p:nvSpPr>
          <p:spPr>
            <a:xfrm>
              <a:off x="4427825" y="2561575"/>
              <a:ext cx="62425" cy="53425"/>
            </a:xfrm>
            <a:custGeom>
              <a:avLst/>
              <a:gdLst/>
              <a:ahLst/>
              <a:cxnLst/>
              <a:rect l="l" t="t" r="r" b="b"/>
              <a:pathLst>
                <a:path w="2497" h="2137" extrusionOk="0">
                  <a:moveTo>
                    <a:pt x="1065" y="0"/>
                  </a:moveTo>
                  <a:cubicBezTo>
                    <a:pt x="480" y="8"/>
                    <a:pt x="9" y="480"/>
                    <a:pt x="1" y="1073"/>
                  </a:cubicBezTo>
                  <a:cubicBezTo>
                    <a:pt x="1" y="1711"/>
                    <a:pt x="525" y="2137"/>
                    <a:pt x="1073" y="2137"/>
                  </a:cubicBezTo>
                  <a:cubicBezTo>
                    <a:pt x="1335"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3" name="Google Shape;4123;p56"/>
            <p:cNvSpPr/>
            <p:nvPr/>
          </p:nvSpPr>
          <p:spPr>
            <a:xfrm>
              <a:off x="4427825" y="2485550"/>
              <a:ext cx="62425" cy="53300"/>
            </a:xfrm>
            <a:custGeom>
              <a:avLst/>
              <a:gdLst/>
              <a:ahLst/>
              <a:cxnLst/>
              <a:rect l="l" t="t" r="r" b="b"/>
              <a:pathLst>
                <a:path w="2497" h="2132" extrusionOk="0">
                  <a:moveTo>
                    <a:pt x="1065" y="1"/>
                  </a:moveTo>
                  <a:cubicBezTo>
                    <a:pt x="480" y="1"/>
                    <a:pt x="1" y="480"/>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4" name="Google Shape;4124;p56"/>
            <p:cNvSpPr/>
            <p:nvPr/>
          </p:nvSpPr>
          <p:spPr>
            <a:xfrm>
              <a:off x="4427825" y="2409350"/>
              <a:ext cx="62425" cy="53350"/>
            </a:xfrm>
            <a:custGeom>
              <a:avLst/>
              <a:gdLst/>
              <a:ahLst/>
              <a:cxnLst/>
              <a:rect l="l" t="t" r="r" b="b"/>
              <a:pathLst>
                <a:path w="2497" h="2134"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5" name="Google Shape;4125;p56"/>
            <p:cNvSpPr/>
            <p:nvPr/>
          </p:nvSpPr>
          <p:spPr>
            <a:xfrm>
              <a:off x="435160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6" name="Google Shape;4126;p56"/>
            <p:cNvSpPr/>
            <p:nvPr/>
          </p:nvSpPr>
          <p:spPr>
            <a:xfrm>
              <a:off x="435160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7" name="Google Shape;4127;p56"/>
            <p:cNvSpPr/>
            <p:nvPr/>
          </p:nvSpPr>
          <p:spPr>
            <a:xfrm>
              <a:off x="4351600" y="2637775"/>
              <a:ext cx="62425" cy="53450"/>
            </a:xfrm>
            <a:custGeom>
              <a:avLst/>
              <a:gdLst/>
              <a:ahLst/>
              <a:cxnLst/>
              <a:rect l="l" t="t" r="r" b="b"/>
              <a:pathLst>
                <a:path w="2497" h="2138" extrusionOk="0">
                  <a:moveTo>
                    <a:pt x="1074" y="1"/>
                  </a:moveTo>
                  <a:cubicBezTo>
                    <a:pt x="481" y="1"/>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8" name="Google Shape;4128;p56"/>
            <p:cNvSpPr/>
            <p:nvPr/>
          </p:nvSpPr>
          <p:spPr>
            <a:xfrm>
              <a:off x="4351600" y="2561575"/>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9" name="Google Shape;4129;p56"/>
            <p:cNvSpPr/>
            <p:nvPr/>
          </p:nvSpPr>
          <p:spPr>
            <a:xfrm>
              <a:off x="4275600" y="26377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0" name="Google Shape;4130;p56"/>
            <p:cNvSpPr/>
            <p:nvPr/>
          </p:nvSpPr>
          <p:spPr>
            <a:xfrm>
              <a:off x="42756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3"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1" name="Google Shape;4131;p56"/>
            <p:cNvSpPr/>
            <p:nvPr/>
          </p:nvSpPr>
          <p:spPr>
            <a:xfrm>
              <a:off x="427560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2" name="Google Shape;4132;p56"/>
            <p:cNvSpPr/>
            <p:nvPr/>
          </p:nvSpPr>
          <p:spPr>
            <a:xfrm>
              <a:off x="42756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3" name="Google Shape;4133;p56"/>
            <p:cNvSpPr/>
            <p:nvPr/>
          </p:nvSpPr>
          <p:spPr>
            <a:xfrm>
              <a:off x="42756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4" name="Google Shape;4134;p56"/>
            <p:cNvSpPr/>
            <p:nvPr/>
          </p:nvSpPr>
          <p:spPr>
            <a:xfrm>
              <a:off x="4275600" y="2256925"/>
              <a:ext cx="62350" cy="53425"/>
            </a:xfrm>
            <a:custGeom>
              <a:avLst/>
              <a:gdLst/>
              <a:ahLst/>
              <a:cxnLst/>
              <a:rect l="l" t="t" r="r" b="b"/>
              <a:pathLst>
                <a:path w="2494" h="2137" extrusionOk="0">
                  <a:moveTo>
                    <a:pt x="1076" y="0"/>
                  </a:moveTo>
                  <a:cubicBezTo>
                    <a:pt x="1072" y="0"/>
                    <a:pt x="1069" y="0"/>
                    <a:pt x="1066" y="0"/>
                  </a:cubicBezTo>
                  <a:cubicBezTo>
                    <a:pt x="472" y="0"/>
                    <a:pt x="1" y="480"/>
                    <a:pt x="1" y="1065"/>
                  </a:cubicBezTo>
                  <a:cubicBezTo>
                    <a:pt x="1" y="1709"/>
                    <a:pt x="526" y="2137"/>
                    <a:pt x="1074"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5" name="Google Shape;4135;p56"/>
            <p:cNvSpPr/>
            <p:nvPr/>
          </p:nvSpPr>
          <p:spPr>
            <a:xfrm>
              <a:off x="419940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6" name="Google Shape;4136;p56"/>
            <p:cNvSpPr/>
            <p:nvPr/>
          </p:nvSpPr>
          <p:spPr>
            <a:xfrm>
              <a:off x="41994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7" name="Google Shape;4137;p56"/>
            <p:cNvSpPr/>
            <p:nvPr/>
          </p:nvSpPr>
          <p:spPr>
            <a:xfrm>
              <a:off x="419940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19" y="0"/>
                    <a:pt x="1075"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8" name="Google Shape;4138;p56"/>
            <p:cNvSpPr/>
            <p:nvPr/>
          </p:nvSpPr>
          <p:spPr>
            <a:xfrm>
              <a:off x="4123175" y="23331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9" name="Google Shape;4139;p56"/>
            <p:cNvSpPr/>
            <p:nvPr/>
          </p:nvSpPr>
          <p:spPr>
            <a:xfrm>
              <a:off x="4123175" y="2256925"/>
              <a:ext cx="62350" cy="53425"/>
            </a:xfrm>
            <a:custGeom>
              <a:avLst/>
              <a:gdLst/>
              <a:ahLst/>
              <a:cxnLst/>
              <a:rect l="l" t="t" r="r" b="b"/>
              <a:pathLst>
                <a:path w="2494" h="2137" extrusionOk="0">
                  <a:moveTo>
                    <a:pt x="1076"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40" name="Google Shape;4140;p56"/>
          <p:cNvGrpSpPr/>
          <p:nvPr/>
        </p:nvGrpSpPr>
        <p:grpSpPr>
          <a:xfrm>
            <a:off x="5834044" y="1012080"/>
            <a:ext cx="2590840" cy="1380235"/>
            <a:chOff x="233350" y="949250"/>
            <a:chExt cx="7137300" cy="3802300"/>
          </a:xfrm>
        </p:grpSpPr>
        <p:sp>
          <p:nvSpPr>
            <p:cNvPr id="4141" name="Google Shape;4141;p56"/>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2" name="Google Shape;4142;p56"/>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3" name="Google Shape;4143;p56"/>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4" name="Google Shape;4144;p56"/>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5" name="Google Shape;4145;p56"/>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6" name="Google Shape;4146;p56"/>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7" name="Google Shape;4147;p56"/>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8" name="Google Shape;4148;p56"/>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9" name="Google Shape;4149;p56"/>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0" name="Google Shape;4150;p56"/>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1" name="Google Shape;4151;p56"/>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2" name="Google Shape;4152;p56"/>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3" name="Google Shape;4153;p56"/>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4" name="Google Shape;4154;p56"/>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5" name="Google Shape;4155;p56"/>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6" name="Google Shape;4156;p56"/>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7" name="Google Shape;4157;p56"/>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8" name="Google Shape;4158;p56"/>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9" name="Google Shape;4159;p56"/>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0" name="Google Shape;4160;p56"/>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1" name="Google Shape;4161;p56"/>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2" name="Google Shape;4162;p56"/>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3" name="Google Shape;4163;p56"/>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4" name="Google Shape;4164;p56"/>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5" name="Google Shape;4165;p56"/>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6" name="Google Shape;4166;p56"/>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7" name="Google Shape;4167;p56"/>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8" name="Google Shape;4168;p56"/>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9" name="Google Shape;4169;p56"/>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0" name="Google Shape;4170;p56"/>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1" name="Google Shape;4171;p56"/>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2" name="Google Shape;4172;p56"/>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3" name="Google Shape;4173;p56"/>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4" name="Google Shape;4174;p56"/>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5" name="Google Shape;4175;p56"/>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6" name="Google Shape;4176;p56"/>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7" name="Google Shape;4177;p56"/>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8" name="Google Shape;4178;p56"/>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9" name="Google Shape;4179;p56"/>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0" name="Google Shape;4180;p56"/>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1" name="Google Shape;4181;p56"/>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2" name="Google Shape;4182;p56"/>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3" name="Google Shape;4183;p56"/>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4" name="Google Shape;4184;p56"/>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5" name="Google Shape;4185;p56"/>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6" name="Google Shape;4186;p56"/>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7" name="Google Shape;4187;p56"/>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8" name="Google Shape;4188;p56"/>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9" name="Google Shape;4189;p56"/>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0" name="Google Shape;4190;p56"/>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1" name="Google Shape;4191;p56"/>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92" name="Google Shape;4192;p56"/>
          <p:cNvGrpSpPr/>
          <p:nvPr/>
        </p:nvGrpSpPr>
        <p:grpSpPr>
          <a:xfrm>
            <a:off x="7648473" y="3056853"/>
            <a:ext cx="104231" cy="320340"/>
            <a:chOff x="7564426" y="3224343"/>
            <a:chExt cx="119985" cy="368801"/>
          </a:xfrm>
        </p:grpSpPr>
        <p:sp>
          <p:nvSpPr>
            <p:cNvPr id="4193" name="Google Shape;4193;p56"/>
            <p:cNvSpPr/>
            <p:nvPr/>
          </p:nvSpPr>
          <p:spPr>
            <a:xfrm>
              <a:off x="7564426" y="3224379"/>
              <a:ext cx="119985" cy="368765"/>
            </a:xfrm>
            <a:custGeom>
              <a:avLst/>
              <a:gdLst/>
              <a:ahLst/>
              <a:cxnLst/>
              <a:rect l="l" t="t" r="r" b="b"/>
              <a:pathLst>
                <a:path w="13196" h="40557" extrusionOk="0">
                  <a:moveTo>
                    <a:pt x="2529" y="1"/>
                  </a:moveTo>
                  <a:lnTo>
                    <a:pt x="2547" y="1348"/>
                  </a:lnTo>
                  <a:lnTo>
                    <a:pt x="10244" y="1459"/>
                  </a:lnTo>
                  <a:lnTo>
                    <a:pt x="10227" y="108"/>
                  </a:lnTo>
                  <a:lnTo>
                    <a:pt x="2529" y="1"/>
                  </a:lnTo>
                  <a:close/>
                  <a:moveTo>
                    <a:pt x="3107" y="1850"/>
                  </a:moveTo>
                  <a:lnTo>
                    <a:pt x="556" y="15262"/>
                  </a:lnTo>
                  <a:lnTo>
                    <a:pt x="12617" y="15439"/>
                  </a:lnTo>
                  <a:lnTo>
                    <a:pt x="9489" y="1872"/>
                  </a:lnTo>
                  <a:lnTo>
                    <a:pt x="3107" y="1850"/>
                  </a:lnTo>
                  <a:close/>
                  <a:moveTo>
                    <a:pt x="1" y="15688"/>
                  </a:moveTo>
                  <a:lnTo>
                    <a:pt x="23" y="17035"/>
                  </a:lnTo>
                  <a:lnTo>
                    <a:pt x="13195" y="17226"/>
                  </a:lnTo>
                  <a:lnTo>
                    <a:pt x="13177" y="15879"/>
                  </a:lnTo>
                  <a:lnTo>
                    <a:pt x="1" y="15688"/>
                  </a:lnTo>
                  <a:close/>
                  <a:moveTo>
                    <a:pt x="4658" y="17528"/>
                  </a:moveTo>
                  <a:lnTo>
                    <a:pt x="4658" y="17528"/>
                  </a:lnTo>
                  <a:cubicBezTo>
                    <a:pt x="4685" y="21359"/>
                    <a:pt x="6027" y="32838"/>
                    <a:pt x="6902" y="40557"/>
                  </a:cubicBezTo>
                  <a:cubicBezTo>
                    <a:pt x="6902" y="40557"/>
                    <a:pt x="8813" y="21274"/>
                    <a:pt x="8560" y="17586"/>
                  </a:cubicBezTo>
                  <a:lnTo>
                    <a:pt x="4658" y="17528"/>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4" name="Google Shape;4194;p56"/>
            <p:cNvSpPr/>
            <p:nvPr/>
          </p:nvSpPr>
          <p:spPr>
            <a:xfrm>
              <a:off x="7564426" y="3224343"/>
              <a:ext cx="119985" cy="368801"/>
            </a:xfrm>
            <a:custGeom>
              <a:avLst/>
              <a:gdLst/>
              <a:ahLst/>
              <a:cxnLst/>
              <a:rect l="l" t="t" r="r" b="b"/>
              <a:pathLst>
                <a:path w="13196" h="40561" extrusionOk="0">
                  <a:moveTo>
                    <a:pt x="2529" y="1"/>
                  </a:moveTo>
                  <a:lnTo>
                    <a:pt x="2529" y="5"/>
                  </a:lnTo>
                  <a:lnTo>
                    <a:pt x="2547" y="1352"/>
                  </a:lnTo>
                  <a:lnTo>
                    <a:pt x="10244" y="1463"/>
                  </a:lnTo>
                  <a:lnTo>
                    <a:pt x="10227" y="112"/>
                  </a:lnTo>
                  <a:lnTo>
                    <a:pt x="2529" y="1"/>
                  </a:lnTo>
                  <a:close/>
                  <a:moveTo>
                    <a:pt x="3107" y="1854"/>
                  </a:moveTo>
                  <a:lnTo>
                    <a:pt x="556" y="15266"/>
                  </a:lnTo>
                  <a:lnTo>
                    <a:pt x="12617" y="15443"/>
                  </a:lnTo>
                  <a:lnTo>
                    <a:pt x="9489" y="1876"/>
                  </a:lnTo>
                  <a:lnTo>
                    <a:pt x="3107" y="1854"/>
                  </a:lnTo>
                  <a:close/>
                  <a:moveTo>
                    <a:pt x="1" y="15692"/>
                  </a:moveTo>
                  <a:lnTo>
                    <a:pt x="23" y="17039"/>
                  </a:lnTo>
                  <a:lnTo>
                    <a:pt x="13195" y="17230"/>
                  </a:lnTo>
                  <a:lnTo>
                    <a:pt x="13177" y="15883"/>
                  </a:lnTo>
                  <a:lnTo>
                    <a:pt x="1" y="15692"/>
                  </a:lnTo>
                  <a:close/>
                  <a:moveTo>
                    <a:pt x="4658" y="17532"/>
                  </a:moveTo>
                  <a:lnTo>
                    <a:pt x="4658" y="17532"/>
                  </a:lnTo>
                  <a:cubicBezTo>
                    <a:pt x="4685" y="21363"/>
                    <a:pt x="6027" y="32842"/>
                    <a:pt x="6902" y="40561"/>
                  </a:cubicBezTo>
                  <a:cubicBezTo>
                    <a:pt x="6902" y="40561"/>
                    <a:pt x="8813" y="21278"/>
                    <a:pt x="8560" y="17590"/>
                  </a:cubicBezTo>
                  <a:lnTo>
                    <a:pt x="4658" y="17532"/>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95" name="Google Shape;4195;p56"/>
          <p:cNvGrpSpPr/>
          <p:nvPr/>
        </p:nvGrpSpPr>
        <p:grpSpPr>
          <a:xfrm>
            <a:off x="7347962" y="3050954"/>
            <a:ext cx="189489" cy="332132"/>
            <a:chOff x="8370831" y="3202002"/>
            <a:chExt cx="218129" cy="382376"/>
          </a:xfrm>
        </p:grpSpPr>
        <p:sp>
          <p:nvSpPr>
            <p:cNvPr id="4196" name="Google Shape;4196;p56"/>
            <p:cNvSpPr/>
            <p:nvPr/>
          </p:nvSpPr>
          <p:spPr>
            <a:xfrm>
              <a:off x="8370831" y="3202002"/>
              <a:ext cx="218129" cy="382376"/>
            </a:xfrm>
            <a:custGeom>
              <a:avLst/>
              <a:gdLst/>
              <a:ahLst/>
              <a:cxnLst/>
              <a:rect l="l" t="t" r="r" b="b"/>
              <a:pathLst>
                <a:path w="23990" h="42054" extrusionOk="0">
                  <a:moveTo>
                    <a:pt x="11991" y="0"/>
                  </a:moveTo>
                  <a:cubicBezTo>
                    <a:pt x="11992" y="0"/>
                    <a:pt x="11992" y="0"/>
                    <a:pt x="11993" y="0"/>
                  </a:cubicBezTo>
                  <a:lnTo>
                    <a:pt x="11993" y="0"/>
                  </a:lnTo>
                  <a:cubicBezTo>
                    <a:pt x="11994" y="0"/>
                    <a:pt x="11995" y="0"/>
                    <a:pt x="11995" y="0"/>
                  </a:cubicBezTo>
                  <a:close/>
                  <a:moveTo>
                    <a:pt x="11993" y="0"/>
                  </a:moveTo>
                  <a:cubicBezTo>
                    <a:pt x="5373" y="1"/>
                    <a:pt x="1" y="4974"/>
                    <a:pt x="1" y="11110"/>
                  </a:cubicBezTo>
                  <a:cubicBezTo>
                    <a:pt x="1" y="14754"/>
                    <a:pt x="1894" y="17985"/>
                    <a:pt x="4823" y="20011"/>
                  </a:cubicBezTo>
                  <a:lnTo>
                    <a:pt x="12062" y="42054"/>
                  </a:lnTo>
                  <a:lnTo>
                    <a:pt x="18950" y="20154"/>
                  </a:lnTo>
                  <a:cubicBezTo>
                    <a:pt x="21999" y="18136"/>
                    <a:pt x="23990" y="14843"/>
                    <a:pt x="23990" y="11110"/>
                  </a:cubicBezTo>
                  <a:cubicBezTo>
                    <a:pt x="23990" y="4978"/>
                    <a:pt x="18618" y="1"/>
                    <a:pt x="11993"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7" name="Google Shape;4197;p56"/>
            <p:cNvSpPr/>
            <p:nvPr/>
          </p:nvSpPr>
          <p:spPr>
            <a:xfrm>
              <a:off x="8397745" y="3226607"/>
              <a:ext cx="164347" cy="152181"/>
            </a:xfrm>
            <a:custGeom>
              <a:avLst/>
              <a:gdLst/>
              <a:ahLst/>
              <a:cxnLst/>
              <a:rect l="l" t="t" r="r" b="b"/>
              <a:pathLst>
                <a:path w="18075" h="16737" extrusionOk="0">
                  <a:moveTo>
                    <a:pt x="9035" y="0"/>
                  </a:moveTo>
                  <a:cubicBezTo>
                    <a:pt x="4045" y="0"/>
                    <a:pt x="1" y="3747"/>
                    <a:pt x="1" y="8368"/>
                  </a:cubicBezTo>
                  <a:cubicBezTo>
                    <a:pt x="1" y="12990"/>
                    <a:pt x="4045" y="16736"/>
                    <a:pt x="9035" y="16736"/>
                  </a:cubicBezTo>
                  <a:cubicBezTo>
                    <a:pt x="14026" y="16736"/>
                    <a:pt x="18075" y="12990"/>
                    <a:pt x="18075" y="8368"/>
                  </a:cubicBezTo>
                  <a:cubicBezTo>
                    <a:pt x="18075" y="3747"/>
                    <a:pt x="14030" y="0"/>
                    <a:pt x="903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98" name="Google Shape;4198;p56"/>
          <p:cNvGrpSpPr/>
          <p:nvPr/>
        </p:nvGrpSpPr>
        <p:grpSpPr>
          <a:xfrm>
            <a:off x="8071351" y="3462086"/>
            <a:ext cx="309429" cy="267000"/>
            <a:chOff x="6742064" y="3750480"/>
            <a:chExt cx="399315" cy="344560"/>
          </a:xfrm>
        </p:grpSpPr>
        <p:sp>
          <p:nvSpPr>
            <p:cNvPr id="4199" name="Google Shape;4199;p56"/>
            <p:cNvSpPr/>
            <p:nvPr/>
          </p:nvSpPr>
          <p:spPr>
            <a:xfrm>
              <a:off x="6742064" y="3750480"/>
              <a:ext cx="399315" cy="344560"/>
            </a:xfrm>
            <a:custGeom>
              <a:avLst/>
              <a:gdLst/>
              <a:ahLst/>
              <a:cxnLst/>
              <a:rect l="l" t="t" r="r" b="b"/>
              <a:pathLst>
                <a:path w="43917" h="37895" extrusionOk="0">
                  <a:moveTo>
                    <a:pt x="37846" y="1"/>
                  </a:moveTo>
                  <a:lnTo>
                    <a:pt x="6071" y="1"/>
                  </a:lnTo>
                  <a:cubicBezTo>
                    <a:pt x="2729" y="1"/>
                    <a:pt x="0" y="2734"/>
                    <a:pt x="0" y="6071"/>
                  </a:cubicBezTo>
                  <a:lnTo>
                    <a:pt x="0" y="18212"/>
                  </a:lnTo>
                  <a:cubicBezTo>
                    <a:pt x="0" y="21550"/>
                    <a:pt x="2729" y="24278"/>
                    <a:pt x="6071" y="24278"/>
                  </a:cubicBezTo>
                  <a:lnTo>
                    <a:pt x="18927" y="24278"/>
                  </a:lnTo>
                  <a:cubicBezTo>
                    <a:pt x="19332" y="24278"/>
                    <a:pt x="19754" y="24705"/>
                    <a:pt x="19821" y="25105"/>
                  </a:cubicBezTo>
                  <a:lnTo>
                    <a:pt x="21958" y="37895"/>
                  </a:lnTo>
                  <a:lnTo>
                    <a:pt x="24096" y="25101"/>
                  </a:lnTo>
                  <a:cubicBezTo>
                    <a:pt x="24162" y="24687"/>
                    <a:pt x="24629" y="24278"/>
                    <a:pt x="25051" y="24278"/>
                  </a:cubicBezTo>
                  <a:lnTo>
                    <a:pt x="37846" y="24278"/>
                  </a:lnTo>
                  <a:cubicBezTo>
                    <a:pt x="41183" y="24278"/>
                    <a:pt x="43916" y="21550"/>
                    <a:pt x="43916" y="18212"/>
                  </a:cubicBezTo>
                  <a:lnTo>
                    <a:pt x="43916" y="6071"/>
                  </a:lnTo>
                  <a:cubicBezTo>
                    <a:pt x="43916" y="2734"/>
                    <a:pt x="41183" y="1"/>
                    <a:pt x="3784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0" name="Google Shape;4200;p56"/>
            <p:cNvSpPr/>
            <p:nvPr/>
          </p:nvSpPr>
          <p:spPr>
            <a:xfrm>
              <a:off x="6764168" y="3772584"/>
              <a:ext cx="355108" cy="176549"/>
            </a:xfrm>
            <a:custGeom>
              <a:avLst/>
              <a:gdLst/>
              <a:ahLst/>
              <a:cxnLst/>
              <a:rect l="l" t="t" r="r" b="b"/>
              <a:pathLst>
                <a:path w="39055" h="19417" extrusionOk="0">
                  <a:moveTo>
                    <a:pt x="3755" y="1"/>
                  </a:moveTo>
                  <a:lnTo>
                    <a:pt x="35295" y="1"/>
                  </a:lnTo>
                  <a:cubicBezTo>
                    <a:pt x="37370" y="10"/>
                    <a:pt x="39045" y="1685"/>
                    <a:pt x="39054" y="3756"/>
                  </a:cubicBezTo>
                  <a:lnTo>
                    <a:pt x="39054" y="15666"/>
                  </a:lnTo>
                  <a:cubicBezTo>
                    <a:pt x="39045" y="17737"/>
                    <a:pt x="37370" y="19412"/>
                    <a:pt x="35295" y="19417"/>
                  </a:cubicBezTo>
                  <a:lnTo>
                    <a:pt x="3755" y="19417"/>
                  </a:lnTo>
                  <a:cubicBezTo>
                    <a:pt x="1680" y="19412"/>
                    <a:pt x="5" y="17737"/>
                    <a:pt x="0" y="15666"/>
                  </a:cubicBezTo>
                  <a:lnTo>
                    <a:pt x="0" y="3756"/>
                  </a:lnTo>
                  <a:cubicBezTo>
                    <a:pt x="5" y="1685"/>
                    <a:pt x="1680" y="10"/>
                    <a:pt x="37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01" name="Google Shape;4201;p56"/>
          <p:cNvGrpSpPr/>
          <p:nvPr/>
        </p:nvGrpSpPr>
        <p:grpSpPr>
          <a:xfrm>
            <a:off x="7610370" y="3813134"/>
            <a:ext cx="180437" cy="281608"/>
            <a:chOff x="7248525" y="3739696"/>
            <a:chExt cx="230531" cy="359790"/>
          </a:xfrm>
        </p:grpSpPr>
        <p:sp>
          <p:nvSpPr>
            <p:cNvPr id="4202" name="Google Shape;4202;p56"/>
            <p:cNvSpPr/>
            <p:nvPr/>
          </p:nvSpPr>
          <p:spPr>
            <a:xfrm>
              <a:off x="7248525" y="3739696"/>
              <a:ext cx="230531" cy="359790"/>
            </a:xfrm>
            <a:custGeom>
              <a:avLst/>
              <a:gdLst/>
              <a:ahLst/>
              <a:cxnLst/>
              <a:rect l="l" t="t" r="r" b="b"/>
              <a:pathLst>
                <a:path w="25354" h="39570" extrusionOk="0">
                  <a:moveTo>
                    <a:pt x="19434" y="18"/>
                  </a:moveTo>
                  <a:lnTo>
                    <a:pt x="6338" y="5"/>
                  </a:lnTo>
                  <a:cubicBezTo>
                    <a:pt x="2854" y="0"/>
                    <a:pt x="1" y="2858"/>
                    <a:pt x="1" y="6342"/>
                  </a:cubicBezTo>
                  <a:lnTo>
                    <a:pt x="1" y="19016"/>
                  </a:lnTo>
                  <a:cubicBezTo>
                    <a:pt x="1" y="29006"/>
                    <a:pt x="6280" y="22820"/>
                    <a:pt x="12679" y="39570"/>
                  </a:cubicBezTo>
                  <a:cubicBezTo>
                    <a:pt x="19074" y="22820"/>
                    <a:pt x="25354" y="29006"/>
                    <a:pt x="25354" y="19016"/>
                  </a:cubicBezTo>
                  <a:lnTo>
                    <a:pt x="25354" y="6342"/>
                  </a:lnTo>
                  <a:cubicBezTo>
                    <a:pt x="25354" y="2858"/>
                    <a:pt x="22923" y="18"/>
                    <a:pt x="19434" y="18"/>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3" name="Google Shape;4203;p56"/>
            <p:cNvSpPr/>
            <p:nvPr/>
          </p:nvSpPr>
          <p:spPr>
            <a:xfrm>
              <a:off x="7271639" y="3762810"/>
              <a:ext cx="184350" cy="184387"/>
            </a:xfrm>
            <a:custGeom>
              <a:avLst/>
              <a:gdLst/>
              <a:ahLst/>
              <a:cxnLst/>
              <a:rect l="l" t="t" r="r" b="b"/>
              <a:pathLst>
                <a:path w="20275" h="20279" extrusionOk="0">
                  <a:moveTo>
                    <a:pt x="3738" y="0"/>
                  </a:moveTo>
                  <a:lnTo>
                    <a:pt x="16532" y="0"/>
                  </a:lnTo>
                  <a:cubicBezTo>
                    <a:pt x="18594" y="5"/>
                    <a:pt x="20270" y="1680"/>
                    <a:pt x="20274" y="3742"/>
                  </a:cubicBezTo>
                  <a:lnTo>
                    <a:pt x="20274" y="16536"/>
                  </a:lnTo>
                  <a:cubicBezTo>
                    <a:pt x="20270" y="18598"/>
                    <a:pt x="18594" y="20274"/>
                    <a:pt x="16532" y="20278"/>
                  </a:cubicBezTo>
                  <a:lnTo>
                    <a:pt x="3738" y="20278"/>
                  </a:lnTo>
                  <a:cubicBezTo>
                    <a:pt x="1676" y="20274"/>
                    <a:pt x="5" y="18598"/>
                    <a:pt x="1" y="16536"/>
                  </a:cubicBezTo>
                  <a:lnTo>
                    <a:pt x="1" y="3742"/>
                  </a:lnTo>
                  <a:cubicBezTo>
                    <a:pt x="5" y="1680"/>
                    <a:pt x="1676" y="5"/>
                    <a:pt x="373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04" name="Google Shape;4204;p56"/>
          <p:cNvGrpSpPr/>
          <p:nvPr/>
        </p:nvGrpSpPr>
        <p:grpSpPr>
          <a:xfrm>
            <a:off x="7856289" y="3456358"/>
            <a:ext cx="162896" cy="278710"/>
            <a:chOff x="7601242" y="3729267"/>
            <a:chExt cx="222566" cy="380803"/>
          </a:xfrm>
        </p:grpSpPr>
        <p:sp>
          <p:nvSpPr>
            <p:cNvPr id="4205" name="Google Shape;4205;p56"/>
            <p:cNvSpPr/>
            <p:nvPr/>
          </p:nvSpPr>
          <p:spPr>
            <a:xfrm>
              <a:off x="7601242" y="3729267"/>
              <a:ext cx="222566" cy="380803"/>
            </a:xfrm>
            <a:custGeom>
              <a:avLst/>
              <a:gdLst/>
              <a:ahLst/>
              <a:cxnLst/>
              <a:rect l="l" t="t" r="r" b="b"/>
              <a:pathLst>
                <a:path w="24478" h="41881" extrusionOk="0">
                  <a:moveTo>
                    <a:pt x="12239" y="1"/>
                  </a:moveTo>
                  <a:cubicBezTo>
                    <a:pt x="5480" y="1"/>
                    <a:pt x="0" y="5320"/>
                    <a:pt x="0" y="11875"/>
                  </a:cubicBezTo>
                  <a:cubicBezTo>
                    <a:pt x="0" y="17537"/>
                    <a:pt x="4080" y="22270"/>
                    <a:pt x="9537" y="23461"/>
                  </a:cubicBezTo>
                  <a:cubicBezTo>
                    <a:pt x="10235" y="23616"/>
                    <a:pt x="10190" y="24114"/>
                    <a:pt x="10270" y="24825"/>
                  </a:cubicBezTo>
                  <a:lnTo>
                    <a:pt x="12239" y="41881"/>
                  </a:lnTo>
                  <a:lnTo>
                    <a:pt x="14181" y="25065"/>
                  </a:lnTo>
                  <a:cubicBezTo>
                    <a:pt x="14257" y="24385"/>
                    <a:pt x="14230" y="23612"/>
                    <a:pt x="14897" y="23469"/>
                  </a:cubicBezTo>
                  <a:cubicBezTo>
                    <a:pt x="20381" y="22296"/>
                    <a:pt x="24478" y="17550"/>
                    <a:pt x="24478" y="11875"/>
                  </a:cubicBezTo>
                  <a:cubicBezTo>
                    <a:pt x="24478" y="5320"/>
                    <a:pt x="18998" y="1"/>
                    <a:pt x="1223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6" name="Google Shape;4206;p56"/>
            <p:cNvSpPr/>
            <p:nvPr/>
          </p:nvSpPr>
          <p:spPr>
            <a:xfrm>
              <a:off x="7621200" y="3748625"/>
              <a:ext cx="182696" cy="177276"/>
            </a:xfrm>
            <a:custGeom>
              <a:avLst/>
              <a:gdLst/>
              <a:ahLst/>
              <a:cxnLst/>
              <a:rect l="l" t="t" r="r" b="b"/>
              <a:pathLst>
                <a:path w="20093" h="19497" extrusionOk="0">
                  <a:moveTo>
                    <a:pt x="10044" y="19496"/>
                  </a:moveTo>
                  <a:cubicBezTo>
                    <a:pt x="15577" y="19496"/>
                    <a:pt x="20092" y="15119"/>
                    <a:pt x="20092" y="9751"/>
                  </a:cubicBezTo>
                  <a:cubicBezTo>
                    <a:pt x="20092" y="4378"/>
                    <a:pt x="15577" y="0"/>
                    <a:pt x="10044" y="0"/>
                  </a:cubicBezTo>
                  <a:cubicBezTo>
                    <a:pt x="4511" y="0"/>
                    <a:pt x="1" y="4378"/>
                    <a:pt x="1" y="9751"/>
                  </a:cubicBezTo>
                  <a:cubicBezTo>
                    <a:pt x="1" y="15119"/>
                    <a:pt x="4511" y="19496"/>
                    <a:pt x="10044" y="19496"/>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207" name="Google Shape;4207;p56"/>
          <p:cNvSpPr/>
          <p:nvPr/>
        </p:nvSpPr>
        <p:spPr>
          <a:xfrm>
            <a:off x="7822315" y="3068715"/>
            <a:ext cx="230844" cy="296575"/>
          </a:xfrm>
          <a:custGeom>
            <a:avLst/>
            <a:gdLst/>
            <a:ahLst/>
            <a:cxnLst/>
            <a:rect l="l" t="t" r="r" b="b"/>
            <a:pathLst>
              <a:path w="29230" h="37553" extrusionOk="0">
                <a:moveTo>
                  <a:pt x="9655" y="0"/>
                </a:moveTo>
                <a:cubicBezTo>
                  <a:pt x="7693" y="0"/>
                  <a:pt x="5983" y="1692"/>
                  <a:pt x="5974" y="3671"/>
                </a:cubicBezTo>
                <a:cubicBezTo>
                  <a:pt x="5974" y="4182"/>
                  <a:pt x="6085" y="4693"/>
                  <a:pt x="6245" y="5036"/>
                </a:cubicBezTo>
                <a:cubicBezTo>
                  <a:pt x="7169" y="7653"/>
                  <a:pt x="7369" y="9675"/>
                  <a:pt x="6863" y="11515"/>
                </a:cubicBezTo>
                <a:lnTo>
                  <a:pt x="6716" y="11933"/>
                </a:lnTo>
                <a:cubicBezTo>
                  <a:pt x="6089" y="13821"/>
                  <a:pt x="5018" y="16181"/>
                  <a:pt x="1850" y="19345"/>
                </a:cubicBezTo>
                <a:cubicBezTo>
                  <a:pt x="1" y="21194"/>
                  <a:pt x="623" y="24331"/>
                  <a:pt x="3041" y="25340"/>
                </a:cubicBezTo>
                <a:cubicBezTo>
                  <a:pt x="3475" y="25523"/>
                  <a:pt x="3948" y="25620"/>
                  <a:pt x="4422" y="25620"/>
                </a:cubicBezTo>
                <a:cubicBezTo>
                  <a:pt x="4433" y="25620"/>
                  <a:pt x="4443" y="25620"/>
                  <a:pt x="4454" y="25620"/>
                </a:cubicBezTo>
                <a:lnTo>
                  <a:pt x="12866" y="25620"/>
                </a:lnTo>
                <a:lnTo>
                  <a:pt x="14862" y="37552"/>
                </a:lnTo>
                <a:lnTo>
                  <a:pt x="16848" y="25625"/>
                </a:lnTo>
                <a:lnTo>
                  <a:pt x="25243" y="25625"/>
                </a:lnTo>
                <a:cubicBezTo>
                  <a:pt x="25254" y="25625"/>
                  <a:pt x="25264" y="25625"/>
                  <a:pt x="25275" y="25625"/>
                </a:cubicBezTo>
                <a:cubicBezTo>
                  <a:pt x="25753" y="25625"/>
                  <a:pt x="26230" y="25527"/>
                  <a:pt x="26669" y="25345"/>
                </a:cubicBezTo>
                <a:cubicBezTo>
                  <a:pt x="27576" y="24976"/>
                  <a:pt x="28292" y="24256"/>
                  <a:pt x="28660" y="23354"/>
                </a:cubicBezTo>
                <a:cubicBezTo>
                  <a:pt x="29229" y="21980"/>
                  <a:pt x="28914" y="20398"/>
                  <a:pt x="27865" y="19345"/>
                </a:cubicBezTo>
                <a:cubicBezTo>
                  <a:pt x="24701" y="16177"/>
                  <a:pt x="23630" y="13821"/>
                  <a:pt x="22999" y="11933"/>
                </a:cubicBezTo>
                <a:cubicBezTo>
                  <a:pt x="22354" y="9999"/>
                  <a:pt x="22505" y="7880"/>
                  <a:pt x="23443" y="5213"/>
                </a:cubicBezTo>
                <a:cubicBezTo>
                  <a:pt x="23661" y="4733"/>
                  <a:pt x="23772" y="4218"/>
                  <a:pt x="23772" y="3693"/>
                </a:cubicBezTo>
                <a:cubicBezTo>
                  <a:pt x="23759" y="1670"/>
                  <a:pt x="22105" y="27"/>
                  <a:pt x="20100" y="27"/>
                </a:cubicBezTo>
                <a:cubicBezTo>
                  <a:pt x="20098" y="27"/>
                  <a:pt x="20095" y="27"/>
                  <a:pt x="20092" y="27"/>
                </a:cubicBezTo>
                <a:lnTo>
                  <a:pt x="9662" y="0"/>
                </a:lnTo>
                <a:cubicBezTo>
                  <a:pt x="9660" y="0"/>
                  <a:pt x="9657" y="0"/>
                  <a:pt x="9655" y="0"/>
                </a:cubicBezTo>
                <a:close/>
              </a:path>
            </a:pathLst>
          </a:custGeom>
          <a:solidFill>
            <a:srgbClr val="A5B7C6">
              <a:alpha val="723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208" name="Google Shape;4208;p56"/>
          <p:cNvGrpSpPr/>
          <p:nvPr/>
        </p:nvGrpSpPr>
        <p:grpSpPr>
          <a:xfrm>
            <a:off x="7345935" y="3457498"/>
            <a:ext cx="193543" cy="275990"/>
            <a:chOff x="8304647" y="3738687"/>
            <a:chExt cx="225076" cy="320956"/>
          </a:xfrm>
        </p:grpSpPr>
        <p:sp>
          <p:nvSpPr>
            <p:cNvPr id="4209" name="Google Shape;4209;p56"/>
            <p:cNvSpPr/>
            <p:nvPr/>
          </p:nvSpPr>
          <p:spPr>
            <a:xfrm>
              <a:off x="8335725"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0" name="Google Shape;4210;p56"/>
            <p:cNvSpPr/>
            <p:nvPr/>
          </p:nvSpPr>
          <p:spPr>
            <a:xfrm>
              <a:off x="8337943" y="3738687"/>
              <a:ext cx="191779" cy="86151"/>
            </a:xfrm>
            <a:custGeom>
              <a:avLst/>
              <a:gdLst/>
              <a:ahLst/>
              <a:cxnLst/>
              <a:rect l="l" t="t" r="r" b="b"/>
              <a:pathLst>
                <a:path w="21092" h="9475" extrusionOk="0">
                  <a:moveTo>
                    <a:pt x="1" y="0"/>
                  </a:moveTo>
                  <a:lnTo>
                    <a:pt x="432" y="9475"/>
                  </a:lnTo>
                  <a:lnTo>
                    <a:pt x="21092" y="9475"/>
                  </a:lnTo>
                  <a:lnTo>
                    <a:pt x="17648" y="4524"/>
                  </a:lnTo>
                  <a:lnTo>
                    <a:pt x="21092"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1" name="Google Shape;4211;p56"/>
            <p:cNvSpPr/>
            <p:nvPr/>
          </p:nvSpPr>
          <p:spPr>
            <a:xfrm>
              <a:off x="8304647" y="4044004"/>
              <a:ext cx="76341" cy="15639"/>
            </a:xfrm>
            <a:custGeom>
              <a:avLst/>
              <a:gdLst/>
              <a:ahLst/>
              <a:cxnLst/>
              <a:rect l="l" t="t" r="r" b="b"/>
              <a:pathLst>
                <a:path w="8396" h="1720" extrusionOk="0">
                  <a:moveTo>
                    <a:pt x="4200" y="0"/>
                  </a:moveTo>
                  <a:cubicBezTo>
                    <a:pt x="1881" y="0"/>
                    <a:pt x="1" y="382"/>
                    <a:pt x="1" y="862"/>
                  </a:cubicBezTo>
                  <a:cubicBezTo>
                    <a:pt x="1" y="1338"/>
                    <a:pt x="1881" y="1720"/>
                    <a:pt x="4200" y="1720"/>
                  </a:cubicBezTo>
                  <a:cubicBezTo>
                    <a:pt x="6516" y="1720"/>
                    <a:pt x="8395" y="1338"/>
                    <a:pt x="8395" y="862"/>
                  </a:cubicBezTo>
                  <a:cubicBezTo>
                    <a:pt x="8395" y="382"/>
                    <a:pt x="6516" y="0"/>
                    <a:pt x="420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212" name="Google Shape;4212;p56"/>
          <p:cNvGrpSpPr/>
          <p:nvPr/>
        </p:nvGrpSpPr>
        <p:grpSpPr>
          <a:xfrm>
            <a:off x="7618427" y="3457498"/>
            <a:ext cx="178492" cy="275990"/>
            <a:chOff x="8615101" y="3738687"/>
            <a:chExt cx="207573" cy="320956"/>
          </a:xfrm>
        </p:grpSpPr>
        <p:sp>
          <p:nvSpPr>
            <p:cNvPr id="4213" name="Google Shape;4213;p56"/>
            <p:cNvSpPr/>
            <p:nvPr/>
          </p:nvSpPr>
          <p:spPr>
            <a:xfrm>
              <a:off x="8646134"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4" name="Google Shape;4214;p56"/>
            <p:cNvSpPr/>
            <p:nvPr/>
          </p:nvSpPr>
          <p:spPr>
            <a:xfrm>
              <a:off x="8615101" y="4044004"/>
              <a:ext cx="76332" cy="15639"/>
            </a:xfrm>
            <a:custGeom>
              <a:avLst/>
              <a:gdLst/>
              <a:ahLst/>
              <a:cxnLst/>
              <a:rect l="l" t="t" r="r" b="b"/>
              <a:pathLst>
                <a:path w="8395" h="1720" extrusionOk="0">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5" name="Google Shape;4215;p56"/>
            <p:cNvSpPr/>
            <p:nvPr/>
          </p:nvSpPr>
          <p:spPr>
            <a:xfrm>
              <a:off x="8651953" y="3738687"/>
              <a:ext cx="170721" cy="99808"/>
            </a:xfrm>
            <a:custGeom>
              <a:avLst/>
              <a:gdLst/>
              <a:ahLst/>
              <a:cxnLst/>
              <a:rect l="l" t="t" r="r" b="b"/>
              <a:pathLst>
                <a:path w="18776" h="10977" extrusionOk="0">
                  <a:moveTo>
                    <a:pt x="707" y="0"/>
                  </a:moveTo>
                  <a:lnTo>
                    <a:pt x="0" y="10977"/>
                  </a:lnTo>
                  <a:lnTo>
                    <a:pt x="18776" y="4360"/>
                  </a:lnTo>
                  <a:lnTo>
                    <a:pt x="70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216" name="Google Shape;4216;p56"/>
          <p:cNvSpPr/>
          <p:nvPr/>
        </p:nvSpPr>
        <p:spPr>
          <a:xfrm>
            <a:off x="8114867" y="3047381"/>
            <a:ext cx="222397" cy="288694"/>
          </a:xfrm>
          <a:custGeom>
            <a:avLst/>
            <a:gdLst/>
            <a:ahLst/>
            <a:cxnLst/>
            <a:rect l="l" t="t" r="r" b="b"/>
            <a:pathLst>
              <a:path w="2810" h="3648" extrusionOk="0">
                <a:moveTo>
                  <a:pt x="1365" y="241"/>
                </a:moveTo>
                <a:cubicBezTo>
                  <a:pt x="1630" y="241"/>
                  <a:pt x="1899" y="338"/>
                  <a:pt x="2120" y="555"/>
                </a:cubicBezTo>
                <a:cubicBezTo>
                  <a:pt x="2810" y="1245"/>
                  <a:pt x="2329" y="2416"/>
                  <a:pt x="1356" y="2416"/>
                </a:cubicBezTo>
                <a:cubicBezTo>
                  <a:pt x="764" y="2416"/>
                  <a:pt x="272" y="1935"/>
                  <a:pt x="272" y="1344"/>
                </a:cubicBezTo>
                <a:cubicBezTo>
                  <a:pt x="263" y="681"/>
                  <a:pt x="802" y="241"/>
                  <a:pt x="1365" y="241"/>
                </a:cubicBezTo>
                <a:close/>
                <a:moveTo>
                  <a:pt x="1356" y="1"/>
                </a:moveTo>
                <a:cubicBezTo>
                  <a:pt x="604" y="1"/>
                  <a:pt x="0" y="604"/>
                  <a:pt x="0" y="1356"/>
                </a:cubicBezTo>
                <a:cubicBezTo>
                  <a:pt x="0" y="2391"/>
                  <a:pt x="1183" y="3512"/>
                  <a:pt x="1331" y="3648"/>
                </a:cubicBezTo>
                <a:lnTo>
                  <a:pt x="1368" y="3648"/>
                </a:lnTo>
                <a:cubicBezTo>
                  <a:pt x="1528" y="3512"/>
                  <a:pt x="2711" y="2453"/>
                  <a:pt x="2711" y="1356"/>
                </a:cubicBezTo>
                <a:cubicBezTo>
                  <a:pt x="2711" y="604"/>
                  <a:pt x="2095" y="1"/>
                  <a:pt x="135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217" name="Google Shape;4217;p56"/>
          <p:cNvGrpSpPr/>
          <p:nvPr/>
        </p:nvGrpSpPr>
        <p:grpSpPr>
          <a:xfrm>
            <a:off x="6013132" y="3578986"/>
            <a:ext cx="557671" cy="511283"/>
            <a:chOff x="6015419" y="3716859"/>
            <a:chExt cx="557671" cy="511283"/>
          </a:xfrm>
        </p:grpSpPr>
        <p:sp>
          <p:nvSpPr>
            <p:cNvPr id="4218" name="Google Shape;4218;p56"/>
            <p:cNvSpPr/>
            <p:nvPr/>
          </p:nvSpPr>
          <p:spPr>
            <a:xfrm>
              <a:off x="6015419" y="3716859"/>
              <a:ext cx="557671" cy="511283"/>
            </a:xfrm>
            <a:custGeom>
              <a:avLst/>
              <a:gdLst/>
              <a:ahLst/>
              <a:cxnLst/>
              <a:rect l="l" t="t" r="r" b="b"/>
              <a:pathLst>
                <a:path w="96650" h="88649" extrusionOk="0">
                  <a:moveTo>
                    <a:pt x="48692" y="0"/>
                  </a:moveTo>
                  <a:cubicBezTo>
                    <a:pt x="46526" y="0"/>
                    <a:pt x="44332" y="152"/>
                    <a:pt x="42124" y="465"/>
                  </a:cubicBezTo>
                  <a:cubicBezTo>
                    <a:pt x="17336" y="3960"/>
                    <a:pt x="1" y="26441"/>
                    <a:pt x="3443" y="50679"/>
                  </a:cubicBezTo>
                  <a:cubicBezTo>
                    <a:pt x="6564" y="72751"/>
                    <a:pt x="25836" y="88649"/>
                    <a:pt x="48004" y="88649"/>
                  </a:cubicBezTo>
                  <a:cubicBezTo>
                    <a:pt x="50160" y="88649"/>
                    <a:pt x="52345" y="88498"/>
                    <a:pt x="54544" y="88188"/>
                  </a:cubicBezTo>
                  <a:cubicBezTo>
                    <a:pt x="79332" y="84675"/>
                    <a:pt x="96649" y="62194"/>
                    <a:pt x="93225" y="37975"/>
                  </a:cubicBezTo>
                  <a:cubicBezTo>
                    <a:pt x="90105" y="15895"/>
                    <a:pt x="70848" y="0"/>
                    <a:pt x="4869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219" name="Google Shape;4219;p56"/>
            <p:cNvGrpSpPr/>
            <p:nvPr/>
          </p:nvGrpSpPr>
          <p:grpSpPr>
            <a:xfrm>
              <a:off x="6036094" y="3716980"/>
              <a:ext cx="529860" cy="510468"/>
              <a:chOff x="6036094" y="3716980"/>
              <a:chExt cx="529860" cy="510468"/>
            </a:xfrm>
          </p:grpSpPr>
          <p:sp>
            <p:nvSpPr>
              <p:cNvPr id="4220" name="Google Shape;4220;p56"/>
              <p:cNvSpPr/>
              <p:nvPr/>
            </p:nvSpPr>
            <p:spPr>
              <a:xfrm>
                <a:off x="6220140" y="3716980"/>
                <a:ext cx="80065" cy="64273"/>
              </a:xfrm>
              <a:custGeom>
                <a:avLst/>
                <a:gdLst/>
                <a:ahLst/>
                <a:cxnLst/>
                <a:rect l="l" t="t" r="r" b="b"/>
                <a:pathLst>
                  <a:path w="13876" h="11144" extrusionOk="0">
                    <a:moveTo>
                      <a:pt x="11055" y="0"/>
                    </a:moveTo>
                    <a:cubicBezTo>
                      <a:pt x="9600" y="71"/>
                      <a:pt x="8127" y="213"/>
                      <a:pt x="6654" y="426"/>
                    </a:cubicBezTo>
                    <a:cubicBezTo>
                      <a:pt x="4401" y="746"/>
                      <a:pt x="2165" y="1225"/>
                      <a:pt x="1" y="1863"/>
                    </a:cubicBezTo>
                    <a:lnTo>
                      <a:pt x="54" y="2307"/>
                    </a:lnTo>
                    <a:lnTo>
                      <a:pt x="2165" y="2396"/>
                    </a:lnTo>
                    <a:lnTo>
                      <a:pt x="1739" y="4117"/>
                    </a:lnTo>
                    <a:lnTo>
                      <a:pt x="3194" y="4401"/>
                    </a:lnTo>
                    <a:lnTo>
                      <a:pt x="1828" y="5146"/>
                    </a:lnTo>
                    <a:cubicBezTo>
                      <a:pt x="2893" y="6015"/>
                      <a:pt x="1207" y="7417"/>
                      <a:pt x="2538" y="8393"/>
                    </a:cubicBezTo>
                    <a:cubicBezTo>
                      <a:pt x="3088" y="8783"/>
                      <a:pt x="3088" y="9937"/>
                      <a:pt x="3301" y="10611"/>
                    </a:cubicBezTo>
                    <a:lnTo>
                      <a:pt x="6335" y="11143"/>
                    </a:lnTo>
                    <a:cubicBezTo>
                      <a:pt x="6583" y="10611"/>
                      <a:pt x="6832" y="10061"/>
                      <a:pt x="7098" y="9493"/>
                    </a:cubicBezTo>
                    <a:cubicBezTo>
                      <a:pt x="7670" y="8245"/>
                      <a:pt x="7649" y="6456"/>
                      <a:pt x="9632" y="6456"/>
                    </a:cubicBezTo>
                    <a:cubicBezTo>
                      <a:pt x="9679" y="6456"/>
                      <a:pt x="9728" y="6457"/>
                      <a:pt x="9777" y="6459"/>
                    </a:cubicBezTo>
                    <a:cubicBezTo>
                      <a:pt x="10380" y="5217"/>
                      <a:pt x="11410" y="4791"/>
                      <a:pt x="12723" y="4685"/>
                    </a:cubicBezTo>
                    <a:cubicBezTo>
                      <a:pt x="13113" y="4649"/>
                      <a:pt x="13450" y="3939"/>
                      <a:pt x="13876" y="3443"/>
                    </a:cubicBezTo>
                    <a:cubicBezTo>
                      <a:pt x="13166" y="2378"/>
                      <a:pt x="12687" y="1012"/>
                      <a:pt x="11729" y="391"/>
                    </a:cubicBezTo>
                    <a:cubicBezTo>
                      <a:pt x="11516" y="249"/>
                      <a:pt x="11285" y="125"/>
                      <a:pt x="1105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1" name="Google Shape;4221;p56"/>
              <p:cNvSpPr/>
              <p:nvPr/>
            </p:nvSpPr>
            <p:spPr>
              <a:xfrm>
                <a:off x="6368562" y="3771936"/>
                <a:ext cx="39115" cy="36745"/>
              </a:xfrm>
              <a:custGeom>
                <a:avLst/>
                <a:gdLst/>
                <a:ahLst/>
                <a:cxnLst/>
                <a:rect l="l" t="t" r="r" b="b"/>
                <a:pathLst>
                  <a:path w="6779" h="6371" extrusionOk="0">
                    <a:moveTo>
                      <a:pt x="870" y="1"/>
                    </a:moveTo>
                    <a:lnTo>
                      <a:pt x="1" y="1154"/>
                    </a:lnTo>
                    <a:lnTo>
                      <a:pt x="1509" y="2698"/>
                    </a:lnTo>
                    <a:lnTo>
                      <a:pt x="2272" y="3283"/>
                    </a:lnTo>
                    <a:cubicBezTo>
                      <a:pt x="3567" y="3922"/>
                      <a:pt x="3301" y="5625"/>
                      <a:pt x="4436" y="6370"/>
                    </a:cubicBezTo>
                    <a:cubicBezTo>
                      <a:pt x="4880" y="5341"/>
                      <a:pt x="5838" y="5554"/>
                      <a:pt x="6654" y="5377"/>
                    </a:cubicBezTo>
                    <a:cubicBezTo>
                      <a:pt x="6778" y="4117"/>
                      <a:pt x="5732" y="3549"/>
                      <a:pt x="4933" y="3265"/>
                    </a:cubicBezTo>
                    <a:cubicBezTo>
                      <a:pt x="3762" y="2875"/>
                      <a:pt x="2928" y="2360"/>
                      <a:pt x="2325" y="1278"/>
                    </a:cubicBezTo>
                    <a:cubicBezTo>
                      <a:pt x="2023" y="746"/>
                      <a:pt x="1367" y="426"/>
                      <a:pt x="87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2" name="Google Shape;4222;p56"/>
              <p:cNvSpPr/>
              <p:nvPr/>
            </p:nvSpPr>
            <p:spPr>
              <a:xfrm>
                <a:off x="6304793" y="3747169"/>
                <a:ext cx="25088" cy="13311"/>
              </a:xfrm>
              <a:custGeom>
                <a:avLst/>
                <a:gdLst/>
                <a:ahLst/>
                <a:cxnLst/>
                <a:rect l="l" t="t" r="r" b="b"/>
                <a:pathLst>
                  <a:path w="4348" h="2308" extrusionOk="0">
                    <a:moveTo>
                      <a:pt x="3957" y="1"/>
                    </a:moveTo>
                    <a:cubicBezTo>
                      <a:pt x="2680" y="355"/>
                      <a:pt x="1296" y="143"/>
                      <a:pt x="0" y="906"/>
                    </a:cubicBezTo>
                    <a:cubicBezTo>
                      <a:pt x="728" y="1651"/>
                      <a:pt x="728" y="1615"/>
                      <a:pt x="1544" y="1757"/>
                    </a:cubicBezTo>
                    <a:cubicBezTo>
                      <a:pt x="2147" y="1917"/>
                      <a:pt x="2733" y="2094"/>
                      <a:pt x="3318" y="2307"/>
                    </a:cubicBezTo>
                    <a:lnTo>
                      <a:pt x="4348" y="639"/>
                    </a:lnTo>
                    <a:lnTo>
                      <a:pt x="3957"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3" name="Google Shape;4223;p56"/>
              <p:cNvSpPr/>
              <p:nvPr/>
            </p:nvSpPr>
            <p:spPr>
              <a:xfrm>
                <a:off x="6365182" y="3787492"/>
                <a:ext cx="18025" cy="16582"/>
              </a:xfrm>
              <a:custGeom>
                <a:avLst/>
                <a:gdLst/>
                <a:ahLst/>
                <a:cxnLst/>
                <a:rect l="l" t="t" r="r" b="b"/>
                <a:pathLst>
                  <a:path w="3124" h="2875" extrusionOk="0">
                    <a:moveTo>
                      <a:pt x="2095" y="1"/>
                    </a:moveTo>
                    <a:lnTo>
                      <a:pt x="1" y="1030"/>
                    </a:lnTo>
                    <a:cubicBezTo>
                      <a:pt x="498" y="1455"/>
                      <a:pt x="782" y="1615"/>
                      <a:pt x="941" y="1864"/>
                    </a:cubicBezTo>
                    <a:cubicBezTo>
                      <a:pt x="1119" y="2112"/>
                      <a:pt x="1154" y="2449"/>
                      <a:pt x="1279" y="2875"/>
                    </a:cubicBezTo>
                    <a:lnTo>
                      <a:pt x="3124" y="2467"/>
                    </a:lnTo>
                    <a:lnTo>
                      <a:pt x="2858" y="586"/>
                    </a:lnTo>
                    <a:lnTo>
                      <a:pt x="2095"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4" name="Google Shape;4224;p56"/>
              <p:cNvSpPr/>
              <p:nvPr/>
            </p:nvSpPr>
            <p:spPr>
              <a:xfrm>
                <a:off x="6367131" y="3727108"/>
                <a:ext cx="198823" cy="438001"/>
              </a:xfrm>
              <a:custGeom>
                <a:avLst/>
                <a:gdLst/>
                <a:ahLst/>
                <a:cxnLst/>
                <a:rect l="l" t="t" r="r" b="b"/>
                <a:pathLst>
                  <a:path w="34458" h="75943" extrusionOk="0">
                    <a:moveTo>
                      <a:pt x="8836" y="6211"/>
                    </a:moveTo>
                    <a:cubicBezTo>
                      <a:pt x="10061" y="6371"/>
                      <a:pt x="10061" y="6371"/>
                      <a:pt x="12438" y="9352"/>
                    </a:cubicBezTo>
                    <a:lnTo>
                      <a:pt x="10930" y="10416"/>
                    </a:lnTo>
                    <a:cubicBezTo>
                      <a:pt x="10646" y="10044"/>
                      <a:pt x="9244" y="10079"/>
                      <a:pt x="10309" y="8997"/>
                    </a:cubicBezTo>
                    <a:lnTo>
                      <a:pt x="8836" y="6211"/>
                    </a:lnTo>
                    <a:close/>
                    <a:moveTo>
                      <a:pt x="13237" y="17585"/>
                    </a:moveTo>
                    <a:cubicBezTo>
                      <a:pt x="14213" y="18330"/>
                      <a:pt x="14976" y="19235"/>
                      <a:pt x="15951" y="19572"/>
                    </a:cubicBezTo>
                    <a:cubicBezTo>
                      <a:pt x="17034" y="19945"/>
                      <a:pt x="17548" y="20761"/>
                      <a:pt x="18294" y="21506"/>
                    </a:cubicBezTo>
                    <a:lnTo>
                      <a:pt x="16892" y="22216"/>
                    </a:lnTo>
                    <a:lnTo>
                      <a:pt x="19092" y="23440"/>
                    </a:lnTo>
                    <a:lnTo>
                      <a:pt x="18826" y="19359"/>
                    </a:lnTo>
                    <a:lnTo>
                      <a:pt x="18826" y="19359"/>
                    </a:lnTo>
                    <a:cubicBezTo>
                      <a:pt x="19500" y="20264"/>
                      <a:pt x="19890" y="20867"/>
                      <a:pt x="20352" y="21382"/>
                    </a:cubicBezTo>
                    <a:cubicBezTo>
                      <a:pt x="20813" y="21914"/>
                      <a:pt x="21328" y="22340"/>
                      <a:pt x="22091" y="23050"/>
                    </a:cubicBezTo>
                    <a:lnTo>
                      <a:pt x="22587" y="21346"/>
                    </a:lnTo>
                    <a:lnTo>
                      <a:pt x="25267" y="23742"/>
                    </a:lnTo>
                    <a:lnTo>
                      <a:pt x="26402" y="22713"/>
                    </a:lnTo>
                    <a:lnTo>
                      <a:pt x="27999" y="26261"/>
                    </a:lnTo>
                    <a:cubicBezTo>
                      <a:pt x="27384" y="26597"/>
                      <a:pt x="26823" y="26720"/>
                      <a:pt x="26292" y="26720"/>
                    </a:cubicBezTo>
                    <a:cubicBezTo>
                      <a:pt x="24969" y="26720"/>
                      <a:pt x="23833" y="25957"/>
                      <a:pt x="22516" y="25818"/>
                    </a:cubicBezTo>
                    <a:cubicBezTo>
                      <a:pt x="22516" y="26527"/>
                      <a:pt x="22499" y="27131"/>
                      <a:pt x="22499" y="27787"/>
                    </a:cubicBezTo>
                    <a:cubicBezTo>
                      <a:pt x="22392" y="27787"/>
                      <a:pt x="22270" y="27819"/>
                      <a:pt x="22169" y="27819"/>
                    </a:cubicBezTo>
                    <a:cubicBezTo>
                      <a:pt x="22118" y="27819"/>
                      <a:pt x="22073" y="27811"/>
                      <a:pt x="22037" y="27787"/>
                    </a:cubicBezTo>
                    <a:cubicBezTo>
                      <a:pt x="21133" y="27288"/>
                      <a:pt x="20502" y="26308"/>
                      <a:pt x="19338" y="26308"/>
                    </a:cubicBezTo>
                    <a:cubicBezTo>
                      <a:pt x="19178" y="26308"/>
                      <a:pt x="19008" y="26327"/>
                      <a:pt x="18826" y="26368"/>
                    </a:cubicBezTo>
                    <a:cubicBezTo>
                      <a:pt x="18808" y="26372"/>
                      <a:pt x="18788" y="26375"/>
                      <a:pt x="18768" y="26375"/>
                    </a:cubicBezTo>
                    <a:cubicBezTo>
                      <a:pt x="18417" y="26375"/>
                      <a:pt x="17797" y="25667"/>
                      <a:pt x="17495" y="25197"/>
                    </a:cubicBezTo>
                    <a:cubicBezTo>
                      <a:pt x="16998" y="24416"/>
                      <a:pt x="16661" y="23529"/>
                      <a:pt x="16360" y="22925"/>
                    </a:cubicBezTo>
                    <a:cubicBezTo>
                      <a:pt x="16129" y="22764"/>
                      <a:pt x="15928" y="22701"/>
                      <a:pt x="15748" y="22701"/>
                    </a:cubicBezTo>
                    <a:cubicBezTo>
                      <a:pt x="15114" y="22701"/>
                      <a:pt x="14724" y="23479"/>
                      <a:pt x="14110" y="23479"/>
                    </a:cubicBezTo>
                    <a:cubicBezTo>
                      <a:pt x="13959" y="23479"/>
                      <a:pt x="13794" y="23432"/>
                      <a:pt x="13609" y="23316"/>
                    </a:cubicBezTo>
                    <a:cubicBezTo>
                      <a:pt x="13398" y="23182"/>
                      <a:pt x="13213" y="23127"/>
                      <a:pt x="13048" y="23127"/>
                    </a:cubicBezTo>
                    <a:cubicBezTo>
                      <a:pt x="12310" y="23127"/>
                      <a:pt x="11952" y="24236"/>
                      <a:pt x="11285" y="24540"/>
                    </a:cubicBezTo>
                    <a:cubicBezTo>
                      <a:pt x="10309" y="24984"/>
                      <a:pt x="9475" y="24913"/>
                      <a:pt x="8357" y="25126"/>
                    </a:cubicBezTo>
                    <a:cubicBezTo>
                      <a:pt x="8712" y="23440"/>
                      <a:pt x="10007" y="23263"/>
                      <a:pt x="10877" y="22588"/>
                    </a:cubicBezTo>
                    <a:cubicBezTo>
                      <a:pt x="9333" y="21453"/>
                      <a:pt x="11161" y="20583"/>
                      <a:pt x="11107" y="19732"/>
                    </a:cubicBezTo>
                    <a:cubicBezTo>
                      <a:pt x="10966" y="17815"/>
                      <a:pt x="13183" y="19075"/>
                      <a:pt x="13237" y="17585"/>
                    </a:cubicBezTo>
                    <a:close/>
                    <a:moveTo>
                      <a:pt x="444" y="1"/>
                    </a:moveTo>
                    <a:lnTo>
                      <a:pt x="444" y="1"/>
                    </a:lnTo>
                    <a:cubicBezTo>
                      <a:pt x="373" y="746"/>
                      <a:pt x="0" y="1438"/>
                      <a:pt x="1278" y="1758"/>
                    </a:cubicBezTo>
                    <a:cubicBezTo>
                      <a:pt x="2147" y="1953"/>
                      <a:pt x="2662" y="2929"/>
                      <a:pt x="2857" y="3869"/>
                    </a:cubicBezTo>
                    <a:cubicBezTo>
                      <a:pt x="3034" y="4756"/>
                      <a:pt x="3123" y="5643"/>
                      <a:pt x="3247" y="6530"/>
                    </a:cubicBezTo>
                    <a:lnTo>
                      <a:pt x="3549" y="6140"/>
                    </a:lnTo>
                    <a:lnTo>
                      <a:pt x="5412" y="8145"/>
                    </a:lnTo>
                    <a:lnTo>
                      <a:pt x="6654" y="6903"/>
                    </a:lnTo>
                    <a:lnTo>
                      <a:pt x="8393" y="10505"/>
                    </a:lnTo>
                    <a:lnTo>
                      <a:pt x="6654" y="14426"/>
                    </a:lnTo>
                    <a:lnTo>
                      <a:pt x="5944" y="14036"/>
                    </a:lnTo>
                    <a:cubicBezTo>
                      <a:pt x="5678" y="14338"/>
                      <a:pt x="5447" y="14657"/>
                      <a:pt x="5252" y="14976"/>
                    </a:cubicBezTo>
                    <a:cubicBezTo>
                      <a:pt x="5163" y="15154"/>
                      <a:pt x="5217" y="15402"/>
                      <a:pt x="5199" y="15615"/>
                    </a:cubicBezTo>
                    <a:cubicBezTo>
                      <a:pt x="7346" y="16591"/>
                      <a:pt x="7701" y="17017"/>
                      <a:pt x="8162" y="19004"/>
                    </a:cubicBezTo>
                    <a:lnTo>
                      <a:pt x="4471" y="18827"/>
                    </a:lnTo>
                    <a:lnTo>
                      <a:pt x="4471" y="18827"/>
                    </a:lnTo>
                    <a:cubicBezTo>
                      <a:pt x="4755" y="21754"/>
                      <a:pt x="5057" y="22606"/>
                      <a:pt x="6193" y="24114"/>
                    </a:cubicBezTo>
                    <a:lnTo>
                      <a:pt x="7754" y="24061"/>
                    </a:lnTo>
                    <a:lnTo>
                      <a:pt x="7754" y="24061"/>
                    </a:lnTo>
                    <a:cubicBezTo>
                      <a:pt x="8073" y="25480"/>
                      <a:pt x="7914" y="26740"/>
                      <a:pt x="6920" y="27379"/>
                    </a:cubicBezTo>
                    <a:cubicBezTo>
                      <a:pt x="5518" y="28319"/>
                      <a:pt x="7026" y="29703"/>
                      <a:pt x="5962" y="30857"/>
                    </a:cubicBezTo>
                    <a:cubicBezTo>
                      <a:pt x="4241" y="32720"/>
                      <a:pt x="3850" y="35399"/>
                      <a:pt x="2644" y="37812"/>
                    </a:cubicBezTo>
                    <a:lnTo>
                      <a:pt x="4471" y="38380"/>
                    </a:lnTo>
                    <a:cubicBezTo>
                      <a:pt x="4400" y="39161"/>
                      <a:pt x="4436" y="40012"/>
                      <a:pt x="4259" y="40829"/>
                    </a:cubicBezTo>
                    <a:cubicBezTo>
                      <a:pt x="3939" y="42319"/>
                      <a:pt x="4329" y="43579"/>
                      <a:pt x="5252" y="44732"/>
                    </a:cubicBezTo>
                    <a:cubicBezTo>
                      <a:pt x="5838" y="45460"/>
                      <a:pt x="6370" y="46240"/>
                      <a:pt x="7026" y="46932"/>
                    </a:cubicBezTo>
                    <a:cubicBezTo>
                      <a:pt x="7789" y="47731"/>
                      <a:pt x="9209" y="47678"/>
                      <a:pt x="9670" y="48920"/>
                    </a:cubicBezTo>
                    <a:cubicBezTo>
                      <a:pt x="9723" y="49026"/>
                      <a:pt x="9812" y="49097"/>
                      <a:pt x="9919" y="49132"/>
                    </a:cubicBezTo>
                    <a:cubicBezTo>
                      <a:pt x="10191" y="49213"/>
                      <a:pt x="10478" y="49350"/>
                      <a:pt x="10740" y="49350"/>
                    </a:cubicBezTo>
                    <a:cubicBezTo>
                      <a:pt x="10768" y="49350"/>
                      <a:pt x="10796" y="49349"/>
                      <a:pt x="10824" y="49345"/>
                    </a:cubicBezTo>
                    <a:cubicBezTo>
                      <a:pt x="11569" y="49257"/>
                      <a:pt x="12279" y="49257"/>
                      <a:pt x="12917" y="48547"/>
                    </a:cubicBezTo>
                    <a:cubicBezTo>
                      <a:pt x="12958" y="48500"/>
                      <a:pt x="13033" y="48481"/>
                      <a:pt x="13131" y="48481"/>
                    </a:cubicBezTo>
                    <a:cubicBezTo>
                      <a:pt x="13526" y="48481"/>
                      <a:pt x="14291" y="48790"/>
                      <a:pt x="14670" y="48790"/>
                    </a:cubicBezTo>
                    <a:cubicBezTo>
                      <a:pt x="14764" y="48790"/>
                      <a:pt x="14834" y="48771"/>
                      <a:pt x="14869" y="48724"/>
                    </a:cubicBezTo>
                    <a:cubicBezTo>
                      <a:pt x="15721" y="47642"/>
                      <a:pt x="16892" y="47944"/>
                      <a:pt x="17921" y="47695"/>
                    </a:cubicBezTo>
                    <a:cubicBezTo>
                      <a:pt x="17948" y="47687"/>
                      <a:pt x="17976" y="47684"/>
                      <a:pt x="18005" y="47684"/>
                    </a:cubicBezTo>
                    <a:cubicBezTo>
                      <a:pt x="18165" y="47684"/>
                      <a:pt x="18357" y="47795"/>
                      <a:pt x="18613" y="47855"/>
                    </a:cubicBezTo>
                    <a:cubicBezTo>
                      <a:pt x="18550" y="48716"/>
                      <a:pt x="18847" y="48890"/>
                      <a:pt x="19260" y="48890"/>
                    </a:cubicBezTo>
                    <a:cubicBezTo>
                      <a:pt x="19540" y="48890"/>
                      <a:pt x="19874" y="48810"/>
                      <a:pt x="20185" y="48810"/>
                    </a:cubicBezTo>
                    <a:cubicBezTo>
                      <a:pt x="20457" y="48810"/>
                      <a:pt x="20713" y="48871"/>
                      <a:pt x="20902" y="49097"/>
                    </a:cubicBezTo>
                    <a:cubicBezTo>
                      <a:pt x="20831" y="49558"/>
                      <a:pt x="20902" y="50233"/>
                      <a:pt x="20636" y="50765"/>
                    </a:cubicBezTo>
                    <a:cubicBezTo>
                      <a:pt x="20228" y="51546"/>
                      <a:pt x="21150" y="52592"/>
                      <a:pt x="20068" y="53178"/>
                    </a:cubicBezTo>
                    <a:cubicBezTo>
                      <a:pt x="21771" y="55112"/>
                      <a:pt x="20955" y="57649"/>
                      <a:pt x="21594" y="59424"/>
                    </a:cubicBezTo>
                    <a:cubicBezTo>
                      <a:pt x="20742" y="61713"/>
                      <a:pt x="19589" y="63327"/>
                      <a:pt x="19624" y="65776"/>
                    </a:cubicBezTo>
                    <a:cubicBezTo>
                      <a:pt x="19678" y="68597"/>
                      <a:pt x="18453" y="71436"/>
                      <a:pt x="17406" y="74168"/>
                    </a:cubicBezTo>
                    <a:cubicBezTo>
                      <a:pt x="17247" y="74577"/>
                      <a:pt x="17158" y="75002"/>
                      <a:pt x="16910" y="75943"/>
                    </a:cubicBezTo>
                    <a:cubicBezTo>
                      <a:pt x="28177" y="66379"/>
                      <a:pt x="34458" y="51617"/>
                      <a:pt x="32258" y="36144"/>
                    </a:cubicBezTo>
                    <a:cubicBezTo>
                      <a:pt x="29756" y="18472"/>
                      <a:pt x="16874" y="4756"/>
                      <a:pt x="44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5" name="Google Shape;4225;p56"/>
              <p:cNvSpPr/>
              <p:nvPr/>
            </p:nvSpPr>
            <p:spPr>
              <a:xfrm>
                <a:off x="6036094" y="3734681"/>
                <a:ext cx="181628" cy="303024"/>
              </a:xfrm>
              <a:custGeom>
                <a:avLst/>
                <a:gdLst/>
                <a:ahLst/>
                <a:cxnLst/>
                <a:rect l="l" t="t" r="r" b="b"/>
                <a:pathLst>
                  <a:path w="31478" h="52540" extrusionOk="0">
                    <a:moveTo>
                      <a:pt x="28337" y="1"/>
                    </a:moveTo>
                    <a:cubicBezTo>
                      <a:pt x="13326" y="5785"/>
                      <a:pt x="2556" y="18986"/>
                      <a:pt x="1" y="34405"/>
                    </a:cubicBezTo>
                    <a:cubicBezTo>
                      <a:pt x="516" y="36961"/>
                      <a:pt x="764" y="39569"/>
                      <a:pt x="1154" y="42159"/>
                    </a:cubicBezTo>
                    <a:cubicBezTo>
                      <a:pt x="1172" y="42266"/>
                      <a:pt x="1438" y="42355"/>
                      <a:pt x="1687" y="42496"/>
                    </a:cubicBezTo>
                    <a:cubicBezTo>
                      <a:pt x="1687" y="41574"/>
                      <a:pt x="1704" y="40704"/>
                      <a:pt x="1704" y="39835"/>
                    </a:cubicBezTo>
                    <a:lnTo>
                      <a:pt x="2112" y="39817"/>
                    </a:lnTo>
                    <a:lnTo>
                      <a:pt x="3905" y="45513"/>
                    </a:lnTo>
                    <a:cubicBezTo>
                      <a:pt x="4490" y="45956"/>
                      <a:pt x="5289" y="46595"/>
                      <a:pt x="6122" y="47145"/>
                    </a:cubicBezTo>
                    <a:cubicBezTo>
                      <a:pt x="6548" y="47465"/>
                      <a:pt x="7045" y="47678"/>
                      <a:pt x="7560" y="47784"/>
                    </a:cubicBezTo>
                    <a:cubicBezTo>
                      <a:pt x="9813" y="48068"/>
                      <a:pt x="12492" y="48884"/>
                      <a:pt x="13557" y="50481"/>
                    </a:cubicBezTo>
                    <a:cubicBezTo>
                      <a:pt x="14515" y="51971"/>
                      <a:pt x="15810" y="52202"/>
                      <a:pt x="16751" y="52539"/>
                    </a:cubicBezTo>
                    <a:lnTo>
                      <a:pt x="18827" y="51652"/>
                    </a:lnTo>
                    <a:cubicBezTo>
                      <a:pt x="18720" y="51475"/>
                      <a:pt x="18632" y="51155"/>
                      <a:pt x="18525" y="51138"/>
                    </a:cubicBezTo>
                    <a:cubicBezTo>
                      <a:pt x="15367" y="50960"/>
                      <a:pt x="15367" y="50978"/>
                      <a:pt x="14905" y="48015"/>
                    </a:cubicBezTo>
                    <a:cubicBezTo>
                      <a:pt x="14870" y="47695"/>
                      <a:pt x="14799" y="47376"/>
                      <a:pt x="14675" y="46755"/>
                    </a:cubicBezTo>
                    <a:lnTo>
                      <a:pt x="11818" y="46152"/>
                    </a:lnTo>
                    <a:lnTo>
                      <a:pt x="12031" y="42461"/>
                    </a:lnTo>
                    <a:cubicBezTo>
                      <a:pt x="12009" y="42460"/>
                      <a:pt x="11988" y="42460"/>
                      <a:pt x="11967" y="42460"/>
                    </a:cubicBezTo>
                    <a:cubicBezTo>
                      <a:pt x="9761" y="42460"/>
                      <a:pt x="10756" y="45214"/>
                      <a:pt x="9157" y="45531"/>
                    </a:cubicBezTo>
                    <a:cubicBezTo>
                      <a:pt x="7577" y="44537"/>
                      <a:pt x="7577" y="44537"/>
                      <a:pt x="6832" y="39036"/>
                    </a:cubicBezTo>
                    <a:cubicBezTo>
                      <a:pt x="7471" y="36162"/>
                      <a:pt x="10807" y="37120"/>
                      <a:pt x="11570" y="34867"/>
                    </a:cubicBezTo>
                    <a:lnTo>
                      <a:pt x="13876" y="35683"/>
                    </a:lnTo>
                    <a:cubicBezTo>
                      <a:pt x="13930" y="37014"/>
                      <a:pt x="14213" y="38274"/>
                      <a:pt x="15651" y="39090"/>
                    </a:cubicBezTo>
                    <a:lnTo>
                      <a:pt x="14870" y="33554"/>
                    </a:lnTo>
                    <a:cubicBezTo>
                      <a:pt x="15012" y="33305"/>
                      <a:pt x="15189" y="33092"/>
                      <a:pt x="15367" y="32880"/>
                    </a:cubicBezTo>
                    <a:cubicBezTo>
                      <a:pt x="16733" y="31584"/>
                      <a:pt x="18720" y="30662"/>
                      <a:pt x="18277" y="28231"/>
                    </a:cubicBezTo>
                    <a:cubicBezTo>
                      <a:pt x="19217" y="27148"/>
                      <a:pt x="19501" y="25569"/>
                      <a:pt x="20903" y="24824"/>
                    </a:cubicBezTo>
                    <a:cubicBezTo>
                      <a:pt x="21169" y="24664"/>
                      <a:pt x="21701" y="24540"/>
                      <a:pt x="21701" y="24416"/>
                    </a:cubicBezTo>
                    <a:cubicBezTo>
                      <a:pt x="21701" y="22606"/>
                      <a:pt x="23298" y="22375"/>
                      <a:pt x="24345" y="21453"/>
                    </a:cubicBezTo>
                    <a:cubicBezTo>
                      <a:pt x="24698" y="21969"/>
                      <a:pt x="25002" y="22149"/>
                      <a:pt x="25280" y="22149"/>
                    </a:cubicBezTo>
                    <a:cubicBezTo>
                      <a:pt x="25925" y="22149"/>
                      <a:pt x="26432" y="21185"/>
                      <a:pt x="27082" y="21185"/>
                    </a:cubicBezTo>
                    <a:cubicBezTo>
                      <a:pt x="27098" y="21185"/>
                      <a:pt x="27114" y="21185"/>
                      <a:pt x="27131" y="21187"/>
                    </a:cubicBezTo>
                    <a:cubicBezTo>
                      <a:pt x="27184" y="21187"/>
                      <a:pt x="27237" y="20867"/>
                      <a:pt x="27255" y="20832"/>
                    </a:cubicBezTo>
                    <a:lnTo>
                      <a:pt x="25250" y="19909"/>
                    </a:lnTo>
                    <a:lnTo>
                      <a:pt x="25835" y="18348"/>
                    </a:lnTo>
                    <a:lnTo>
                      <a:pt x="24274" y="17851"/>
                    </a:lnTo>
                    <a:cubicBezTo>
                      <a:pt x="25161" y="17514"/>
                      <a:pt x="26048" y="17727"/>
                      <a:pt x="26829" y="17531"/>
                    </a:cubicBezTo>
                    <a:cubicBezTo>
                      <a:pt x="27610" y="17336"/>
                      <a:pt x="28266" y="16751"/>
                      <a:pt x="28976" y="16325"/>
                    </a:cubicBezTo>
                    <a:cubicBezTo>
                      <a:pt x="29774" y="15846"/>
                      <a:pt x="30573" y="15349"/>
                      <a:pt x="31478" y="14781"/>
                    </a:cubicBezTo>
                    <a:cubicBezTo>
                      <a:pt x="30466" y="12723"/>
                      <a:pt x="27769" y="12049"/>
                      <a:pt x="27698" y="9565"/>
                    </a:cubicBezTo>
                    <a:lnTo>
                      <a:pt x="25143" y="11836"/>
                    </a:lnTo>
                    <a:cubicBezTo>
                      <a:pt x="25764" y="8571"/>
                      <a:pt x="23600" y="8908"/>
                      <a:pt x="22269" y="8465"/>
                    </a:cubicBezTo>
                    <a:cubicBezTo>
                      <a:pt x="21932" y="8855"/>
                      <a:pt x="21559" y="9032"/>
                      <a:pt x="21027" y="9316"/>
                    </a:cubicBezTo>
                    <a:lnTo>
                      <a:pt x="21825" y="10132"/>
                    </a:lnTo>
                    <a:lnTo>
                      <a:pt x="20353" y="11197"/>
                    </a:lnTo>
                    <a:cubicBezTo>
                      <a:pt x="21772" y="12244"/>
                      <a:pt x="20956" y="13628"/>
                      <a:pt x="20690" y="13734"/>
                    </a:cubicBezTo>
                    <a:cubicBezTo>
                      <a:pt x="18756" y="14444"/>
                      <a:pt x="19217" y="16396"/>
                      <a:pt x="18401" y="17620"/>
                    </a:cubicBezTo>
                    <a:lnTo>
                      <a:pt x="17460" y="16910"/>
                    </a:lnTo>
                    <a:cubicBezTo>
                      <a:pt x="17052" y="16502"/>
                      <a:pt x="17886" y="16360"/>
                      <a:pt x="17851" y="16023"/>
                    </a:cubicBezTo>
                    <a:cubicBezTo>
                      <a:pt x="17833" y="15580"/>
                      <a:pt x="17744" y="15136"/>
                      <a:pt x="17673" y="14639"/>
                    </a:cubicBezTo>
                    <a:lnTo>
                      <a:pt x="14781" y="13805"/>
                    </a:lnTo>
                    <a:cubicBezTo>
                      <a:pt x="14391" y="10558"/>
                      <a:pt x="17727" y="10026"/>
                      <a:pt x="19075" y="8056"/>
                    </a:cubicBezTo>
                    <a:cubicBezTo>
                      <a:pt x="19476" y="8451"/>
                      <a:pt x="19895" y="8555"/>
                      <a:pt x="20323" y="8555"/>
                    </a:cubicBezTo>
                    <a:cubicBezTo>
                      <a:pt x="20808" y="8555"/>
                      <a:pt x="21305" y="8420"/>
                      <a:pt x="21802" y="8420"/>
                    </a:cubicBezTo>
                    <a:cubicBezTo>
                      <a:pt x="21952" y="8420"/>
                      <a:pt x="22102" y="8433"/>
                      <a:pt x="22251" y="8465"/>
                    </a:cubicBezTo>
                    <a:cubicBezTo>
                      <a:pt x="22127" y="7702"/>
                      <a:pt x="22056" y="7152"/>
                      <a:pt x="21967" y="6495"/>
                    </a:cubicBezTo>
                    <a:cubicBezTo>
                      <a:pt x="23198" y="6481"/>
                      <a:pt x="23566" y="4540"/>
                      <a:pt x="24952" y="4540"/>
                    </a:cubicBezTo>
                    <a:cubicBezTo>
                      <a:pt x="25264" y="4540"/>
                      <a:pt x="25629" y="4639"/>
                      <a:pt x="26066" y="4880"/>
                    </a:cubicBezTo>
                    <a:cubicBezTo>
                      <a:pt x="25374" y="5963"/>
                      <a:pt x="24274" y="6335"/>
                      <a:pt x="23458" y="7010"/>
                    </a:cubicBezTo>
                    <a:lnTo>
                      <a:pt x="26243" y="8376"/>
                    </a:lnTo>
                    <a:lnTo>
                      <a:pt x="28089" y="7205"/>
                    </a:lnTo>
                    <a:lnTo>
                      <a:pt x="28160" y="5324"/>
                    </a:lnTo>
                    <a:cubicBezTo>
                      <a:pt x="28332" y="5383"/>
                      <a:pt x="28506" y="5414"/>
                      <a:pt x="28690" y="5414"/>
                    </a:cubicBezTo>
                    <a:cubicBezTo>
                      <a:pt x="29226" y="5414"/>
                      <a:pt x="29853" y="5151"/>
                      <a:pt x="30804" y="4543"/>
                    </a:cubicBezTo>
                    <a:lnTo>
                      <a:pt x="29029" y="3621"/>
                    </a:lnTo>
                    <a:lnTo>
                      <a:pt x="29561" y="2733"/>
                    </a:lnTo>
                    <a:lnTo>
                      <a:pt x="28231" y="1722"/>
                    </a:lnTo>
                    <a:cubicBezTo>
                      <a:pt x="28355" y="1190"/>
                      <a:pt x="28692" y="586"/>
                      <a:pt x="28515" y="232"/>
                    </a:cubicBezTo>
                    <a:cubicBezTo>
                      <a:pt x="28479" y="161"/>
                      <a:pt x="28408" y="72"/>
                      <a:pt x="2833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6" name="Google Shape;4226;p56"/>
              <p:cNvSpPr/>
              <p:nvPr/>
            </p:nvSpPr>
            <p:spPr>
              <a:xfrm>
                <a:off x="6143575" y="4010833"/>
                <a:ext cx="186233" cy="216616"/>
              </a:xfrm>
              <a:custGeom>
                <a:avLst/>
                <a:gdLst/>
                <a:ahLst/>
                <a:cxnLst/>
                <a:rect l="l" t="t" r="r" b="b"/>
                <a:pathLst>
                  <a:path w="32276" h="37558" extrusionOk="0">
                    <a:moveTo>
                      <a:pt x="3376" y="1"/>
                    </a:moveTo>
                    <a:cubicBezTo>
                      <a:pt x="3358" y="1"/>
                      <a:pt x="3345" y="4"/>
                      <a:pt x="3336" y="12"/>
                    </a:cubicBezTo>
                    <a:cubicBezTo>
                      <a:pt x="905" y="2621"/>
                      <a:pt x="905" y="2621"/>
                      <a:pt x="1243" y="6400"/>
                    </a:cubicBezTo>
                    <a:cubicBezTo>
                      <a:pt x="1260" y="6595"/>
                      <a:pt x="1118" y="6790"/>
                      <a:pt x="1065" y="7003"/>
                    </a:cubicBezTo>
                    <a:cubicBezTo>
                      <a:pt x="693" y="8405"/>
                      <a:pt x="338" y="9807"/>
                      <a:pt x="1" y="11155"/>
                    </a:cubicBezTo>
                    <a:lnTo>
                      <a:pt x="1118" y="14012"/>
                    </a:lnTo>
                    <a:cubicBezTo>
                      <a:pt x="2147" y="15148"/>
                      <a:pt x="3106" y="16283"/>
                      <a:pt x="4188" y="17330"/>
                    </a:cubicBezTo>
                    <a:cubicBezTo>
                      <a:pt x="5271" y="18413"/>
                      <a:pt x="5677" y="20424"/>
                      <a:pt x="7592" y="20424"/>
                    </a:cubicBezTo>
                    <a:cubicBezTo>
                      <a:pt x="7779" y="20424"/>
                      <a:pt x="7980" y="20405"/>
                      <a:pt x="8198" y="20364"/>
                    </a:cubicBezTo>
                    <a:cubicBezTo>
                      <a:pt x="9263" y="21234"/>
                      <a:pt x="10735" y="21553"/>
                      <a:pt x="11179" y="23221"/>
                    </a:cubicBezTo>
                    <a:cubicBezTo>
                      <a:pt x="11587" y="24711"/>
                      <a:pt x="12669" y="26024"/>
                      <a:pt x="13024" y="27515"/>
                    </a:cubicBezTo>
                    <a:cubicBezTo>
                      <a:pt x="13361" y="28863"/>
                      <a:pt x="14461" y="29662"/>
                      <a:pt x="14834" y="30780"/>
                    </a:cubicBezTo>
                    <a:cubicBezTo>
                      <a:pt x="15278" y="32128"/>
                      <a:pt x="15970" y="33246"/>
                      <a:pt x="16573" y="34470"/>
                    </a:cubicBezTo>
                    <a:cubicBezTo>
                      <a:pt x="17070" y="35428"/>
                      <a:pt x="18223" y="35038"/>
                      <a:pt x="18525" y="36191"/>
                    </a:cubicBezTo>
                    <a:cubicBezTo>
                      <a:pt x="18631" y="36564"/>
                      <a:pt x="18844" y="36901"/>
                      <a:pt x="19146" y="37185"/>
                    </a:cubicBezTo>
                    <a:cubicBezTo>
                      <a:pt x="20299" y="37345"/>
                      <a:pt x="21470" y="37469"/>
                      <a:pt x="22659" y="37558"/>
                    </a:cubicBezTo>
                    <a:cubicBezTo>
                      <a:pt x="22559" y="37158"/>
                      <a:pt x="22490" y="36790"/>
                      <a:pt x="21808" y="36790"/>
                    </a:cubicBezTo>
                    <a:cubicBezTo>
                      <a:pt x="21763" y="36790"/>
                      <a:pt x="21716" y="36791"/>
                      <a:pt x="21665" y="36795"/>
                    </a:cubicBezTo>
                    <a:cubicBezTo>
                      <a:pt x="21645" y="36796"/>
                      <a:pt x="21626" y="36796"/>
                      <a:pt x="21608" y="36796"/>
                    </a:cubicBezTo>
                    <a:cubicBezTo>
                      <a:pt x="20725" y="36796"/>
                      <a:pt x="22437" y="35547"/>
                      <a:pt x="21115" y="35251"/>
                    </a:cubicBezTo>
                    <a:cubicBezTo>
                      <a:pt x="20388" y="35073"/>
                      <a:pt x="22109" y="33707"/>
                      <a:pt x="20725" y="33246"/>
                    </a:cubicBezTo>
                    <a:lnTo>
                      <a:pt x="20920" y="32980"/>
                    </a:lnTo>
                    <a:lnTo>
                      <a:pt x="22783" y="32394"/>
                    </a:lnTo>
                    <a:lnTo>
                      <a:pt x="21860" y="30017"/>
                    </a:lnTo>
                    <a:lnTo>
                      <a:pt x="23191" y="29839"/>
                    </a:lnTo>
                    <a:cubicBezTo>
                      <a:pt x="23599" y="29041"/>
                      <a:pt x="24007" y="28313"/>
                      <a:pt x="24380" y="27550"/>
                    </a:cubicBezTo>
                    <a:cubicBezTo>
                      <a:pt x="24646" y="26982"/>
                      <a:pt x="25178" y="26308"/>
                      <a:pt x="25036" y="25829"/>
                    </a:cubicBezTo>
                    <a:cubicBezTo>
                      <a:pt x="24451" y="23718"/>
                      <a:pt x="26083" y="22972"/>
                      <a:pt x="27343" y="22529"/>
                    </a:cubicBezTo>
                    <a:cubicBezTo>
                      <a:pt x="28603" y="22068"/>
                      <a:pt x="29082" y="21482"/>
                      <a:pt x="29242" y="20311"/>
                    </a:cubicBezTo>
                    <a:cubicBezTo>
                      <a:pt x="29419" y="19069"/>
                      <a:pt x="29809" y="17862"/>
                      <a:pt x="29898" y="16620"/>
                    </a:cubicBezTo>
                    <a:cubicBezTo>
                      <a:pt x="29987" y="15467"/>
                      <a:pt x="30005" y="14438"/>
                      <a:pt x="31087" y="13675"/>
                    </a:cubicBezTo>
                    <a:cubicBezTo>
                      <a:pt x="31442" y="13444"/>
                      <a:pt x="31531" y="12788"/>
                      <a:pt x="31655" y="12309"/>
                    </a:cubicBezTo>
                    <a:cubicBezTo>
                      <a:pt x="32276" y="10144"/>
                      <a:pt x="31868" y="9612"/>
                      <a:pt x="29490" y="9133"/>
                    </a:cubicBezTo>
                    <a:cubicBezTo>
                      <a:pt x="29100" y="9062"/>
                      <a:pt x="28816" y="8494"/>
                      <a:pt x="28266" y="7926"/>
                    </a:cubicBezTo>
                    <a:lnTo>
                      <a:pt x="24895" y="8778"/>
                    </a:lnTo>
                    <a:cubicBezTo>
                      <a:pt x="24522" y="7678"/>
                      <a:pt x="23315" y="7678"/>
                      <a:pt x="22215" y="7465"/>
                    </a:cubicBezTo>
                    <a:lnTo>
                      <a:pt x="21647" y="8157"/>
                    </a:lnTo>
                    <a:lnTo>
                      <a:pt x="18063" y="3597"/>
                    </a:lnTo>
                    <a:cubicBezTo>
                      <a:pt x="16840" y="3528"/>
                      <a:pt x="15905" y="3374"/>
                      <a:pt x="15067" y="3374"/>
                    </a:cubicBezTo>
                    <a:cubicBezTo>
                      <a:pt x="14823" y="3374"/>
                      <a:pt x="14587" y="3387"/>
                      <a:pt x="14355" y="3419"/>
                    </a:cubicBezTo>
                    <a:cubicBezTo>
                      <a:pt x="14295" y="3427"/>
                      <a:pt x="14238" y="3430"/>
                      <a:pt x="14183" y="3430"/>
                    </a:cubicBezTo>
                    <a:cubicBezTo>
                      <a:pt x="13092" y="3430"/>
                      <a:pt x="13035" y="1981"/>
                      <a:pt x="11835" y="1964"/>
                    </a:cubicBezTo>
                    <a:cubicBezTo>
                      <a:pt x="11108" y="1964"/>
                      <a:pt x="9901" y="1467"/>
                      <a:pt x="9582" y="438"/>
                    </a:cubicBezTo>
                    <a:cubicBezTo>
                      <a:pt x="8677" y="793"/>
                      <a:pt x="7914" y="1361"/>
                      <a:pt x="7133" y="1361"/>
                    </a:cubicBezTo>
                    <a:cubicBezTo>
                      <a:pt x="7119" y="1361"/>
                      <a:pt x="7105" y="1361"/>
                      <a:pt x="7091" y="1361"/>
                    </a:cubicBezTo>
                    <a:cubicBezTo>
                      <a:pt x="6288" y="1361"/>
                      <a:pt x="5470" y="877"/>
                      <a:pt x="4703" y="616"/>
                    </a:cubicBezTo>
                    <a:lnTo>
                      <a:pt x="4170" y="1184"/>
                    </a:lnTo>
                    <a:lnTo>
                      <a:pt x="3585" y="48"/>
                    </a:lnTo>
                    <a:cubicBezTo>
                      <a:pt x="3517" y="34"/>
                      <a:pt x="3429" y="1"/>
                      <a:pt x="337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7" name="Google Shape;4227;p56"/>
              <p:cNvSpPr/>
              <p:nvPr/>
            </p:nvSpPr>
            <p:spPr>
              <a:xfrm>
                <a:off x="6110513" y="3969114"/>
                <a:ext cx="33997" cy="13957"/>
              </a:xfrm>
              <a:custGeom>
                <a:avLst/>
                <a:gdLst/>
                <a:ahLst/>
                <a:cxnLst/>
                <a:rect l="l" t="t" r="r" b="b"/>
                <a:pathLst>
                  <a:path w="5892" h="2420" extrusionOk="0">
                    <a:moveTo>
                      <a:pt x="2076" y="1"/>
                    </a:moveTo>
                    <a:cubicBezTo>
                      <a:pt x="1454" y="1"/>
                      <a:pt x="791" y="230"/>
                      <a:pt x="0" y="592"/>
                    </a:cubicBezTo>
                    <a:cubicBezTo>
                      <a:pt x="564" y="957"/>
                      <a:pt x="1113" y="1415"/>
                      <a:pt x="1254" y="1415"/>
                    </a:cubicBezTo>
                    <a:cubicBezTo>
                      <a:pt x="1264" y="1415"/>
                      <a:pt x="1272" y="1412"/>
                      <a:pt x="1278" y="1408"/>
                    </a:cubicBezTo>
                    <a:cubicBezTo>
                      <a:pt x="1606" y="1108"/>
                      <a:pt x="1874" y="952"/>
                      <a:pt x="2167" y="952"/>
                    </a:cubicBezTo>
                    <a:cubicBezTo>
                      <a:pt x="2429" y="952"/>
                      <a:pt x="2710" y="1077"/>
                      <a:pt x="3070" y="1337"/>
                    </a:cubicBezTo>
                    <a:cubicBezTo>
                      <a:pt x="3815" y="1869"/>
                      <a:pt x="4773" y="2011"/>
                      <a:pt x="5838" y="2419"/>
                    </a:cubicBezTo>
                    <a:lnTo>
                      <a:pt x="5891" y="1071"/>
                    </a:lnTo>
                    <a:cubicBezTo>
                      <a:pt x="5040" y="893"/>
                      <a:pt x="4170" y="964"/>
                      <a:pt x="3656" y="574"/>
                    </a:cubicBezTo>
                    <a:cubicBezTo>
                      <a:pt x="3121" y="171"/>
                      <a:pt x="2614" y="1"/>
                      <a:pt x="207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8" name="Google Shape;4228;p56"/>
              <p:cNvSpPr/>
              <p:nvPr/>
            </p:nvSpPr>
            <p:spPr>
              <a:xfrm>
                <a:off x="6151865" y="3979381"/>
                <a:ext cx="35739" cy="11875"/>
              </a:xfrm>
              <a:custGeom>
                <a:avLst/>
                <a:gdLst/>
                <a:ahLst/>
                <a:cxnLst/>
                <a:rect l="l" t="t" r="r" b="b"/>
                <a:pathLst>
                  <a:path w="6194" h="2059" extrusionOk="0">
                    <a:moveTo>
                      <a:pt x="6193" y="0"/>
                    </a:moveTo>
                    <a:lnTo>
                      <a:pt x="6193" y="0"/>
                    </a:lnTo>
                    <a:cubicBezTo>
                      <a:pt x="4801" y="195"/>
                      <a:pt x="3970" y="433"/>
                      <a:pt x="3202" y="433"/>
                    </a:cubicBezTo>
                    <a:cubicBezTo>
                      <a:pt x="3128" y="433"/>
                      <a:pt x="3055" y="431"/>
                      <a:pt x="2982" y="426"/>
                    </a:cubicBezTo>
                    <a:cubicBezTo>
                      <a:pt x="2453" y="395"/>
                      <a:pt x="1944" y="74"/>
                      <a:pt x="1353" y="74"/>
                    </a:cubicBezTo>
                    <a:cubicBezTo>
                      <a:pt x="951" y="74"/>
                      <a:pt x="511" y="222"/>
                      <a:pt x="1" y="710"/>
                    </a:cubicBezTo>
                    <a:lnTo>
                      <a:pt x="1473" y="2059"/>
                    </a:lnTo>
                    <a:cubicBezTo>
                      <a:pt x="2432" y="409"/>
                      <a:pt x="4472" y="1526"/>
                      <a:pt x="619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9" name="Google Shape;4229;p56"/>
              <p:cNvSpPr/>
              <p:nvPr/>
            </p:nvSpPr>
            <p:spPr>
              <a:xfrm>
                <a:off x="6203762" y="3831292"/>
                <a:ext cx="19768" cy="12285"/>
              </a:xfrm>
              <a:custGeom>
                <a:avLst/>
                <a:gdLst/>
                <a:ahLst/>
                <a:cxnLst/>
                <a:rect l="l" t="t" r="r" b="b"/>
                <a:pathLst>
                  <a:path w="3426" h="2130" extrusionOk="0">
                    <a:moveTo>
                      <a:pt x="1473" y="1"/>
                    </a:moveTo>
                    <a:lnTo>
                      <a:pt x="1" y="1828"/>
                    </a:lnTo>
                    <a:lnTo>
                      <a:pt x="3372" y="2130"/>
                    </a:lnTo>
                    <a:cubicBezTo>
                      <a:pt x="3407" y="1917"/>
                      <a:pt x="3425" y="1704"/>
                      <a:pt x="3425" y="1509"/>
                    </a:cubicBezTo>
                    <a:cubicBezTo>
                      <a:pt x="3390" y="1172"/>
                      <a:pt x="3301" y="870"/>
                      <a:pt x="3248" y="586"/>
                    </a:cubicBezTo>
                    <a:lnTo>
                      <a:pt x="147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230" name="Google Shape;4230;p56"/>
          <p:cNvGrpSpPr/>
          <p:nvPr/>
        </p:nvGrpSpPr>
        <p:grpSpPr>
          <a:xfrm>
            <a:off x="6642017" y="2935755"/>
            <a:ext cx="576302" cy="511871"/>
            <a:chOff x="6644304" y="3073628"/>
            <a:chExt cx="576302" cy="511871"/>
          </a:xfrm>
        </p:grpSpPr>
        <p:sp>
          <p:nvSpPr>
            <p:cNvPr id="4231" name="Google Shape;4231;p56"/>
            <p:cNvSpPr/>
            <p:nvPr/>
          </p:nvSpPr>
          <p:spPr>
            <a:xfrm>
              <a:off x="6644304" y="3073628"/>
              <a:ext cx="576302" cy="511871"/>
            </a:xfrm>
            <a:custGeom>
              <a:avLst/>
              <a:gdLst/>
              <a:ahLst/>
              <a:cxnLst/>
              <a:rect l="l" t="t" r="r" b="b"/>
              <a:pathLst>
                <a:path w="99879" h="88751" extrusionOk="0">
                  <a:moveTo>
                    <a:pt x="50483" y="1"/>
                  </a:moveTo>
                  <a:cubicBezTo>
                    <a:pt x="46751" y="1"/>
                    <a:pt x="42953" y="456"/>
                    <a:pt x="39160" y="1409"/>
                  </a:cubicBezTo>
                  <a:cubicBezTo>
                    <a:pt x="14870" y="7513"/>
                    <a:pt x="1" y="31697"/>
                    <a:pt x="5963" y="55420"/>
                  </a:cubicBezTo>
                  <a:cubicBezTo>
                    <a:pt x="10993" y="75452"/>
                    <a:pt x="29236" y="88750"/>
                    <a:pt x="49406" y="88750"/>
                  </a:cubicBezTo>
                  <a:cubicBezTo>
                    <a:pt x="53141" y="88750"/>
                    <a:pt x="56941" y="88294"/>
                    <a:pt x="60736" y="87341"/>
                  </a:cubicBezTo>
                  <a:cubicBezTo>
                    <a:pt x="85027" y="81237"/>
                    <a:pt x="99878" y="57053"/>
                    <a:pt x="93917" y="33330"/>
                  </a:cubicBezTo>
                  <a:cubicBezTo>
                    <a:pt x="88901" y="13311"/>
                    <a:pt x="70655" y="1"/>
                    <a:pt x="5048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232" name="Google Shape;4232;p56"/>
            <p:cNvGrpSpPr/>
            <p:nvPr/>
          </p:nvGrpSpPr>
          <p:grpSpPr>
            <a:xfrm>
              <a:off x="6712169" y="3085440"/>
              <a:ext cx="481622" cy="494913"/>
              <a:chOff x="6712169" y="3085440"/>
              <a:chExt cx="481622" cy="494913"/>
            </a:xfrm>
          </p:grpSpPr>
          <p:sp>
            <p:nvSpPr>
              <p:cNvPr id="4233" name="Google Shape;4233;p56"/>
              <p:cNvSpPr/>
              <p:nvPr/>
            </p:nvSpPr>
            <p:spPr>
              <a:xfrm>
                <a:off x="6712169" y="3085440"/>
                <a:ext cx="238757" cy="315615"/>
              </a:xfrm>
              <a:custGeom>
                <a:avLst/>
                <a:gdLst/>
                <a:ahLst/>
                <a:cxnLst/>
                <a:rect l="l" t="t" r="r" b="b"/>
                <a:pathLst>
                  <a:path w="41379" h="54723" extrusionOk="0">
                    <a:moveTo>
                      <a:pt x="20938" y="3904"/>
                    </a:moveTo>
                    <a:lnTo>
                      <a:pt x="22677" y="6583"/>
                    </a:lnTo>
                    <a:lnTo>
                      <a:pt x="22091" y="7097"/>
                    </a:lnTo>
                    <a:lnTo>
                      <a:pt x="18951" y="4400"/>
                    </a:lnTo>
                    <a:lnTo>
                      <a:pt x="20938" y="3904"/>
                    </a:lnTo>
                    <a:close/>
                    <a:moveTo>
                      <a:pt x="25072" y="0"/>
                    </a:moveTo>
                    <a:lnTo>
                      <a:pt x="25072" y="0"/>
                    </a:lnTo>
                    <a:cubicBezTo>
                      <a:pt x="24433" y="195"/>
                      <a:pt x="23812" y="408"/>
                      <a:pt x="23191" y="621"/>
                    </a:cubicBezTo>
                    <a:lnTo>
                      <a:pt x="23493" y="1047"/>
                    </a:lnTo>
                    <a:lnTo>
                      <a:pt x="21861" y="1136"/>
                    </a:lnTo>
                    <a:cubicBezTo>
                      <a:pt x="20920" y="1491"/>
                      <a:pt x="19980" y="1899"/>
                      <a:pt x="19075" y="2307"/>
                    </a:cubicBezTo>
                    <a:lnTo>
                      <a:pt x="17709" y="4489"/>
                    </a:lnTo>
                    <a:lnTo>
                      <a:pt x="19341" y="6778"/>
                    </a:lnTo>
                    <a:lnTo>
                      <a:pt x="19341" y="6778"/>
                    </a:lnTo>
                    <a:lnTo>
                      <a:pt x="16697" y="6086"/>
                    </a:lnTo>
                    <a:lnTo>
                      <a:pt x="17017" y="4542"/>
                    </a:lnTo>
                    <a:lnTo>
                      <a:pt x="15473" y="4205"/>
                    </a:lnTo>
                    <a:cubicBezTo>
                      <a:pt x="14124" y="4968"/>
                      <a:pt x="12811" y="5820"/>
                      <a:pt x="11552" y="6725"/>
                    </a:cubicBezTo>
                    <a:lnTo>
                      <a:pt x="12581" y="6920"/>
                    </a:lnTo>
                    <a:lnTo>
                      <a:pt x="11836" y="8091"/>
                    </a:lnTo>
                    <a:cubicBezTo>
                      <a:pt x="11392" y="7967"/>
                      <a:pt x="10842" y="7772"/>
                      <a:pt x="10363" y="7612"/>
                    </a:cubicBezTo>
                    <a:cubicBezTo>
                      <a:pt x="6300" y="10753"/>
                      <a:pt x="2804" y="14567"/>
                      <a:pt x="1" y="18897"/>
                    </a:cubicBezTo>
                    <a:cubicBezTo>
                      <a:pt x="356" y="19536"/>
                      <a:pt x="498" y="20299"/>
                      <a:pt x="373" y="21026"/>
                    </a:cubicBezTo>
                    <a:cubicBezTo>
                      <a:pt x="285" y="21895"/>
                      <a:pt x="870" y="22800"/>
                      <a:pt x="977" y="23723"/>
                    </a:cubicBezTo>
                    <a:cubicBezTo>
                      <a:pt x="1101" y="24681"/>
                      <a:pt x="835" y="25710"/>
                      <a:pt x="1048" y="26633"/>
                    </a:cubicBezTo>
                    <a:cubicBezTo>
                      <a:pt x="1580" y="28922"/>
                      <a:pt x="1651" y="28904"/>
                      <a:pt x="1314" y="30696"/>
                    </a:cubicBezTo>
                    <a:cubicBezTo>
                      <a:pt x="1260" y="30998"/>
                      <a:pt x="1243" y="31335"/>
                      <a:pt x="1189" y="31654"/>
                    </a:cubicBezTo>
                    <a:cubicBezTo>
                      <a:pt x="906" y="33943"/>
                      <a:pt x="852" y="36090"/>
                      <a:pt x="2378" y="38184"/>
                    </a:cubicBezTo>
                    <a:cubicBezTo>
                      <a:pt x="3194" y="39302"/>
                      <a:pt x="4490" y="39461"/>
                      <a:pt x="5217" y="40473"/>
                    </a:cubicBezTo>
                    <a:cubicBezTo>
                      <a:pt x="5377" y="41147"/>
                      <a:pt x="5679" y="41821"/>
                      <a:pt x="5679" y="42496"/>
                    </a:cubicBezTo>
                    <a:cubicBezTo>
                      <a:pt x="5679" y="43170"/>
                      <a:pt x="7311" y="43347"/>
                      <a:pt x="6406" y="44146"/>
                    </a:cubicBezTo>
                    <a:lnTo>
                      <a:pt x="8429" y="45122"/>
                    </a:lnTo>
                    <a:lnTo>
                      <a:pt x="8429" y="45122"/>
                    </a:lnTo>
                    <a:lnTo>
                      <a:pt x="8269" y="43170"/>
                    </a:lnTo>
                    <a:lnTo>
                      <a:pt x="8269" y="43170"/>
                    </a:lnTo>
                    <a:cubicBezTo>
                      <a:pt x="8872" y="43613"/>
                      <a:pt x="9298" y="43826"/>
                      <a:pt x="9600" y="44146"/>
                    </a:cubicBezTo>
                    <a:cubicBezTo>
                      <a:pt x="10345" y="44909"/>
                      <a:pt x="10948" y="45849"/>
                      <a:pt x="11765" y="46523"/>
                    </a:cubicBezTo>
                    <a:cubicBezTo>
                      <a:pt x="12652" y="47251"/>
                      <a:pt x="13734" y="47730"/>
                      <a:pt x="13255" y="49167"/>
                    </a:cubicBezTo>
                    <a:cubicBezTo>
                      <a:pt x="15142" y="50239"/>
                      <a:pt x="17068" y="51273"/>
                      <a:pt x="19240" y="51273"/>
                    </a:cubicBezTo>
                    <a:cubicBezTo>
                      <a:pt x="19621" y="51273"/>
                      <a:pt x="20009" y="51241"/>
                      <a:pt x="20406" y="51172"/>
                    </a:cubicBezTo>
                    <a:cubicBezTo>
                      <a:pt x="21066" y="51051"/>
                      <a:pt x="21687" y="50867"/>
                      <a:pt x="22299" y="50867"/>
                    </a:cubicBezTo>
                    <a:cubicBezTo>
                      <a:pt x="22856" y="50867"/>
                      <a:pt x="23406" y="51019"/>
                      <a:pt x="23972" y="51509"/>
                    </a:cubicBezTo>
                    <a:cubicBezTo>
                      <a:pt x="24575" y="52042"/>
                      <a:pt x="25551" y="52219"/>
                      <a:pt x="26403" y="52414"/>
                    </a:cubicBezTo>
                    <a:cubicBezTo>
                      <a:pt x="26412" y="52417"/>
                      <a:pt x="26421" y="52418"/>
                      <a:pt x="26431" y="52418"/>
                    </a:cubicBezTo>
                    <a:cubicBezTo>
                      <a:pt x="26612" y="52418"/>
                      <a:pt x="26911" y="51958"/>
                      <a:pt x="27130" y="51722"/>
                    </a:cubicBezTo>
                    <a:cubicBezTo>
                      <a:pt x="29563" y="53875"/>
                      <a:pt x="30553" y="54722"/>
                      <a:pt x="31970" y="54722"/>
                    </a:cubicBezTo>
                    <a:cubicBezTo>
                      <a:pt x="32888" y="54722"/>
                      <a:pt x="33985" y="54367"/>
                      <a:pt x="35771" y="53780"/>
                    </a:cubicBezTo>
                    <a:cubicBezTo>
                      <a:pt x="35754" y="53674"/>
                      <a:pt x="35736" y="53568"/>
                      <a:pt x="35700" y="53461"/>
                    </a:cubicBezTo>
                    <a:cubicBezTo>
                      <a:pt x="35026" y="53479"/>
                      <a:pt x="34387" y="53550"/>
                      <a:pt x="33731" y="53568"/>
                    </a:cubicBezTo>
                    <a:cubicBezTo>
                      <a:pt x="33590" y="53572"/>
                      <a:pt x="33456" y="53574"/>
                      <a:pt x="33329" y="53574"/>
                    </a:cubicBezTo>
                    <a:cubicBezTo>
                      <a:pt x="31461" y="53574"/>
                      <a:pt x="31079" y="53047"/>
                      <a:pt x="30697" y="50871"/>
                    </a:cubicBezTo>
                    <a:cubicBezTo>
                      <a:pt x="30590" y="50179"/>
                      <a:pt x="30005" y="49575"/>
                      <a:pt x="29650" y="48972"/>
                    </a:cubicBezTo>
                    <a:lnTo>
                      <a:pt x="26030" y="49628"/>
                    </a:lnTo>
                    <a:lnTo>
                      <a:pt x="26030" y="49628"/>
                    </a:lnTo>
                    <a:lnTo>
                      <a:pt x="26385" y="45406"/>
                    </a:lnTo>
                    <a:lnTo>
                      <a:pt x="24167" y="45956"/>
                    </a:lnTo>
                    <a:cubicBezTo>
                      <a:pt x="23812" y="46931"/>
                      <a:pt x="24007" y="48085"/>
                      <a:pt x="22553" y="48564"/>
                    </a:cubicBezTo>
                    <a:cubicBezTo>
                      <a:pt x="22259" y="48659"/>
                      <a:pt x="21992" y="48700"/>
                      <a:pt x="21745" y="48700"/>
                    </a:cubicBezTo>
                    <a:cubicBezTo>
                      <a:pt x="20706" y="48700"/>
                      <a:pt x="20016" y="47976"/>
                      <a:pt x="19199" y="47517"/>
                    </a:cubicBezTo>
                    <a:lnTo>
                      <a:pt x="17851" y="42123"/>
                    </a:lnTo>
                    <a:cubicBezTo>
                      <a:pt x="19459" y="40109"/>
                      <a:pt x="19754" y="39740"/>
                      <a:pt x="21393" y="39740"/>
                    </a:cubicBezTo>
                    <a:cubicBezTo>
                      <a:pt x="21761" y="39740"/>
                      <a:pt x="22197" y="39758"/>
                      <a:pt x="22730" y="39781"/>
                    </a:cubicBezTo>
                    <a:lnTo>
                      <a:pt x="22890" y="38237"/>
                    </a:lnTo>
                    <a:lnTo>
                      <a:pt x="27042" y="38113"/>
                    </a:lnTo>
                    <a:lnTo>
                      <a:pt x="30324" y="41786"/>
                    </a:lnTo>
                    <a:cubicBezTo>
                      <a:pt x="30679" y="39550"/>
                      <a:pt x="29064" y="38290"/>
                      <a:pt x="28532" y="36374"/>
                    </a:cubicBezTo>
                    <a:cubicBezTo>
                      <a:pt x="29366" y="35363"/>
                      <a:pt x="30324" y="34280"/>
                      <a:pt x="31229" y="33163"/>
                    </a:cubicBezTo>
                    <a:cubicBezTo>
                      <a:pt x="32045" y="32133"/>
                      <a:pt x="31974" y="31885"/>
                      <a:pt x="30644" y="30359"/>
                    </a:cubicBezTo>
                    <a:cubicBezTo>
                      <a:pt x="31105" y="29916"/>
                      <a:pt x="31886" y="29490"/>
                      <a:pt x="31957" y="28993"/>
                    </a:cubicBezTo>
                    <a:cubicBezTo>
                      <a:pt x="32152" y="27378"/>
                      <a:pt x="33411" y="26757"/>
                      <a:pt x="34441" y="25906"/>
                    </a:cubicBezTo>
                    <a:lnTo>
                      <a:pt x="34245" y="24273"/>
                    </a:lnTo>
                    <a:lnTo>
                      <a:pt x="36588" y="22996"/>
                    </a:lnTo>
                    <a:lnTo>
                      <a:pt x="37120" y="24096"/>
                    </a:lnTo>
                    <a:lnTo>
                      <a:pt x="40438" y="20849"/>
                    </a:lnTo>
                    <a:lnTo>
                      <a:pt x="40048" y="20387"/>
                    </a:lnTo>
                    <a:lnTo>
                      <a:pt x="38184" y="21700"/>
                    </a:lnTo>
                    <a:lnTo>
                      <a:pt x="36410" y="20547"/>
                    </a:lnTo>
                    <a:cubicBezTo>
                      <a:pt x="37315" y="19429"/>
                      <a:pt x="38309" y="18631"/>
                      <a:pt x="38752" y="17584"/>
                    </a:cubicBezTo>
                    <a:cubicBezTo>
                      <a:pt x="39285" y="16377"/>
                      <a:pt x="40686" y="16271"/>
                      <a:pt x="41378" y="15295"/>
                    </a:cubicBezTo>
                    <a:cubicBezTo>
                      <a:pt x="40314" y="14177"/>
                      <a:pt x="39285" y="13663"/>
                      <a:pt x="37989" y="13521"/>
                    </a:cubicBezTo>
                    <a:cubicBezTo>
                      <a:pt x="37031" y="13467"/>
                      <a:pt x="36162" y="12971"/>
                      <a:pt x="35647" y="12154"/>
                    </a:cubicBezTo>
                    <a:cubicBezTo>
                      <a:pt x="35257" y="11622"/>
                      <a:pt x="34813" y="11161"/>
                      <a:pt x="34281" y="10770"/>
                    </a:cubicBezTo>
                    <a:cubicBezTo>
                      <a:pt x="34068" y="10593"/>
                      <a:pt x="33678" y="10628"/>
                      <a:pt x="33323" y="10557"/>
                    </a:cubicBezTo>
                    <a:lnTo>
                      <a:pt x="32773" y="12509"/>
                    </a:lnTo>
                    <a:cubicBezTo>
                      <a:pt x="31022" y="12013"/>
                      <a:pt x="29978" y="9739"/>
                      <a:pt x="28235" y="9739"/>
                    </a:cubicBezTo>
                    <a:cubicBezTo>
                      <a:pt x="27735" y="9739"/>
                      <a:pt x="27176" y="9927"/>
                      <a:pt x="26527" y="10398"/>
                    </a:cubicBezTo>
                    <a:cubicBezTo>
                      <a:pt x="26793" y="11711"/>
                      <a:pt x="25942" y="13290"/>
                      <a:pt x="27343" y="14479"/>
                    </a:cubicBezTo>
                    <a:cubicBezTo>
                      <a:pt x="27538" y="14638"/>
                      <a:pt x="27609" y="15295"/>
                      <a:pt x="27485" y="15419"/>
                    </a:cubicBezTo>
                    <a:cubicBezTo>
                      <a:pt x="26154" y="16590"/>
                      <a:pt x="27095" y="18169"/>
                      <a:pt x="26935" y="19447"/>
                    </a:cubicBezTo>
                    <a:cubicBezTo>
                      <a:pt x="26757" y="19471"/>
                      <a:pt x="26594" y="19483"/>
                      <a:pt x="26444" y="19483"/>
                    </a:cubicBezTo>
                    <a:cubicBezTo>
                      <a:pt x="24534" y="19483"/>
                      <a:pt x="24803" y="17604"/>
                      <a:pt x="24309" y="16732"/>
                    </a:cubicBezTo>
                    <a:cubicBezTo>
                      <a:pt x="23538" y="16756"/>
                      <a:pt x="22881" y="16829"/>
                      <a:pt x="22272" y="16829"/>
                    </a:cubicBezTo>
                    <a:cubicBezTo>
                      <a:pt x="21985" y="16829"/>
                      <a:pt x="21708" y="16813"/>
                      <a:pt x="21435" y="16768"/>
                    </a:cubicBezTo>
                    <a:cubicBezTo>
                      <a:pt x="20583" y="16626"/>
                      <a:pt x="19767" y="16235"/>
                      <a:pt x="18968" y="15880"/>
                    </a:cubicBezTo>
                    <a:cubicBezTo>
                      <a:pt x="18099" y="15508"/>
                      <a:pt x="17904" y="14745"/>
                      <a:pt x="18117" y="13929"/>
                    </a:cubicBezTo>
                    <a:cubicBezTo>
                      <a:pt x="18489" y="12562"/>
                      <a:pt x="19820" y="11799"/>
                      <a:pt x="20317" y="10433"/>
                    </a:cubicBezTo>
                    <a:cubicBezTo>
                      <a:pt x="20420" y="10159"/>
                      <a:pt x="20643" y="10069"/>
                      <a:pt x="20926" y="10069"/>
                    </a:cubicBezTo>
                    <a:cubicBezTo>
                      <a:pt x="21466" y="10069"/>
                      <a:pt x="22224" y="10398"/>
                      <a:pt x="22783" y="10398"/>
                    </a:cubicBezTo>
                    <a:cubicBezTo>
                      <a:pt x="23422" y="10398"/>
                      <a:pt x="24078" y="10114"/>
                      <a:pt x="25445" y="9777"/>
                    </a:cubicBezTo>
                    <a:lnTo>
                      <a:pt x="22925" y="8836"/>
                    </a:lnTo>
                    <a:cubicBezTo>
                      <a:pt x="23351" y="8002"/>
                      <a:pt x="23759" y="7435"/>
                      <a:pt x="23972" y="6796"/>
                    </a:cubicBezTo>
                    <a:cubicBezTo>
                      <a:pt x="24489" y="5333"/>
                      <a:pt x="24808" y="4715"/>
                      <a:pt x="25467" y="4715"/>
                    </a:cubicBezTo>
                    <a:cubicBezTo>
                      <a:pt x="25870" y="4715"/>
                      <a:pt x="26401" y="4947"/>
                      <a:pt x="27184" y="5359"/>
                    </a:cubicBezTo>
                    <a:cubicBezTo>
                      <a:pt x="27485" y="5518"/>
                      <a:pt x="27787" y="5713"/>
                      <a:pt x="28177" y="5944"/>
                    </a:cubicBezTo>
                    <a:lnTo>
                      <a:pt x="26012" y="8694"/>
                    </a:lnTo>
                    <a:cubicBezTo>
                      <a:pt x="26754" y="8600"/>
                      <a:pt x="27262" y="8535"/>
                      <a:pt x="27696" y="8535"/>
                    </a:cubicBezTo>
                    <a:cubicBezTo>
                      <a:pt x="28642" y="8535"/>
                      <a:pt x="29231" y="8844"/>
                      <a:pt x="31105" y="9830"/>
                    </a:cubicBezTo>
                    <a:lnTo>
                      <a:pt x="32844" y="8304"/>
                    </a:lnTo>
                    <a:lnTo>
                      <a:pt x="31886" y="7346"/>
                    </a:lnTo>
                    <a:lnTo>
                      <a:pt x="32861" y="5341"/>
                    </a:lnTo>
                    <a:lnTo>
                      <a:pt x="25232" y="2005"/>
                    </a:lnTo>
                    <a:lnTo>
                      <a:pt x="21577" y="2733"/>
                    </a:lnTo>
                    <a:lnTo>
                      <a:pt x="21452" y="2218"/>
                    </a:lnTo>
                    <a:lnTo>
                      <a:pt x="24540" y="1437"/>
                    </a:lnTo>
                    <a:lnTo>
                      <a:pt x="25072"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4" name="Google Shape;4234;p56"/>
              <p:cNvSpPr/>
              <p:nvPr/>
            </p:nvSpPr>
            <p:spPr>
              <a:xfrm>
                <a:off x="6913100" y="3367694"/>
                <a:ext cx="190537" cy="212659"/>
              </a:xfrm>
              <a:custGeom>
                <a:avLst/>
                <a:gdLst/>
                <a:ahLst/>
                <a:cxnLst/>
                <a:rect l="l" t="t" r="r" b="b"/>
                <a:pathLst>
                  <a:path w="33022" h="36872" extrusionOk="0">
                    <a:moveTo>
                      <a:pt x="11233" y="0"/>
                    </a:moveTo>
                    <a:cubicBezTo>
                      <a:pt x="10639" y="505"/>
                      <a:pt x="10418" y="1084"/>
                      <a:pt x="9687" y="1084"/>
                    </a:cubicBezTo>
                    <a:cubicBezTo>
                      <a:pt x="9544" y="1084"/>
                      <a:pt x="9381" y="1061"/>
                      <a:pt x="9192" y="1012"/>
                    </a:cubicBezTo>
                    <a:cubicBezTo>
                      <a:pt x="8542" y="845"/>
                      <a:pt x="7805" y="576"/>
                      <a:pt x="7089" y="576"/>
                    </a:cubicBezTo>
                    <a:cubicBezTo>
                      <a:pt x="6437" y="576"/>
                      <a:pt x="5804" y="799"/>
                      <a:pt x="5271" y="1526"/>
                    </a:cubicBezTo>
                    <a:lnTo>
                      <a:pt x="4632" y="231"/>
                    </a:lnTo>
                    <a:cubicBezTo>
                      <a:pt x="3940" y="1030"/>
                      <a:pt x="3780" y="2165"/>
                      <a:pt x="2591" y="2325"/>
                    </a:cubicBezTo>
                    <a:cubicBezTo>
                      <a:pt x="1208" y="2502"/>
                      <a:pt x="2538" y="4649"/>
                      <a:pt x="959" y="4844"/>
                    </a:cubicBezTo>
                    <a:lnTo>
                      <a:pt x="2006" y="8961"/>
                    </a:lnTo>
                    <a:lnTo>
                      <a:pt x="1" y="12190"/>
                    </a:lnTo>
                    <a:cubicBezTo>
                      <a:pt x="1190" y="12935"/>
                      <a:pt x="143" y="14302"/>
                      <a:pt x="640" y="15153"/>
                    </a:cubicBezTo>
                    <a:cubicBezTo>
                      <a:pt x="1882" y="15987"/>
                      <a:pt x="3071" y="16697"/>
                      <a:pt x="4135" y="17531"/>
                    </a:cubicBezTo>
                    <a:cubicBezTo>
                      <a:pt x="5058" y="18276"/>
                      <a:pt x="5732" y="19359"/>
                      <a:pt x="6726" y="19980"/>
                    </a:cubicBezTo>
                    <a:cubicBezTo>
                      <a:pt x="7808" y="20654"/>
                      <a:pt x="9121" y="20973"/>
                      <a:pt x="10044" y="21364"/>
                    </a:cubicBezTo>
                    <a:cubicBezTo>
                      <a:pt x="11250" y="25161"/>
                      <a:pt x="11587" y="28638"/>
                      <a:pt x="10878" y="32152"/>
                    </a:cubicBezTo>
                    <a:cubicBezTo>
                      <a:pt x="11091" y="32506"/>
                      <a:pt x="11623" y="32968"/>
                      <a:pt x="11605" y="33394"/>
                    </a:cubicBezTo>
                    <a:cubicBezTo>
                      <a:pt x="11552" y="34405"/>
                      <a:pt x="11605" y="35416"/>
                      <a:pt x="11783" y="36428"/>
                    </a:cubicBezTo>
                    <a:cubicBezTo>
                      <a:pt x="11800" y="36587"/>
                      <a:pt x="11836" y="36729"/>
                      <a:pt x="11871" y="36871"/>
                    </a:cubicBezTo>
                    <a:cubicBezTo>
                      <a:pt x="12634" y="36712"/>
                      <a:pt x="13379" y="36552"/>
                      <a:pt x="14125" y="36357"/>
                    </a:cubicBezTo>
                    <a:lnTo>
                      <a:pt x="14568" y="36233"/>
                    </a:lnTo>
                    <a:cubicBezTo>
                      <a:pt x="15172" y="34139"/>
                      <a:pt x="15828" y="32045"/>
                      <a:pt x="17798" y="30785"/>
                    </a:cubicBezTo>
                    <a:cubicBezTo>
                      <a:pt x="18543" y="30324"/>
                      <a:pt x="18951" y="29845"/>
                      <a:pt x="19235" y="29117"/>
                    </a:cubicBezTo>
                    <a:cubicBezTo>
                      <a:pt x="19377" y="28763"/>
                      <a:pt x="19465" y="28230"/>
                      <a:pt x="19732" y="28124"/>
                    </a:cubicBezTo>
                    <a:cubicBezTo>
                      <a:pt x="22233" y="27059"/>
                      <a:pt x="23334" y="24930"/>
                      <a:pt x="24008" y="22535"/>
                    </a:cubicBezTo>
                    <a:cubicBezTo>
                      <a:pt x="24345" y="21346"/>
                      <a:pt x="25232" y="20423"/>
                      <a:pt x="26403" y="20051"/>
                    </a:cubicBezTo>
                    <a:cubicBezTo>
                      <a:pt x="28550" y="19447"/>
                      <a:pt x="29065" y="17904"/>
                      <a:pt x="29615" y="16147"/>
                    </a:cubicBezTo>
                    <a:cubicBezTo>
                      <a:pt x="30449" y="13503"/>
                      <a:pt x="30999" y="10735"/>
                      <a:pt x="32844" y="8517"/>
                    </a:cubicBezTo>
                    <a:cubicBezTo>
                      <a:pt x="32933" y="8429"/>
                      <a:pt x="32986" y="8340"/>
                      <a:pt x="33021" y="8216"/>
                    </a:cubicBezTo>
                    <a:cubicBezTo>
                      <a:pt x="33021" y="7683"/>
                      <a:pt x="33021" y="7133"/>
                      <a:pt x="33021" y="6424"/>
                    </a:cubicBezTo>
                    <a:cubicBezTo>
                      <a:pt x="32898" y="6449"/>
                      <a:pt x="32778" y="6461"/>
                      <a:pt x="32662" y="6461"/>
                    </a:cubicBezTo>
                    <a:cubicBezTo>
                      <a:pt x="31610" y="6461"/>
                      <a:pt x="30838" y="5512"/>
                      <a:pt x="29835" y="5512"/>
                    </a:cubicBezTo>
                    <a:cubicBezTo>
                      <a:pt x="29647" y="5512"/>
                      <a:pt x="29450" y="5546"/>
                      <a:pt x="29242" y="5625"/>
                    </a:cubicBezTo>
                    <a:cubicBezTo>
                      <a:pt x="28763" y="5810"/>
                      <a:pt x="28295" y="5881"/>
                      <a:pt x="27833" y="5881"/>
                    </a:cubicBezTo>
                    <a:cubicBezTo>
                      <a:pt x="27010" y="5881"/>
                      <a:pt x="26203" y="5659"/>
                      <a:pt x="25374" y="5465"/>
                    </a:cubicBezTo>
                    <a:cubicBezTo>
                      <a:pt x="25322" y="5454"/>
                      <a:pt x="25270" y="5449"/>
                      <a:pt x="25215" y="5449"/>
                    </a:cubicBezTo>
                    <a:cubicBezTo>
                      <a:pt x="24767" y="5449"/>
                      <a:pt x="24231" y="5812"/>
                      <a:pt x="23582" y="6033"/>
                    </a:cubicBezTo>
                    <a:lnTo>
                      <a:pt x="20637" y="2112"/>
                    </a:lnTo>
                    <a:lnTo>
                      <a:pt x="16467" y="2201"/>
                    </a:lnTo>
                    <a:lnTo>
                      <a:pt x="11233"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5" name="Google Shape;4235;p56"/>
              <p:cNvSpPr/>
              <p:nvPr/>
            </p:nvSpPr>
            <p:spPr>
              <a:xfrm>
                <a:off x="7135734" y="3186037"/>
                <a:ext cx="58058" cy="152383"/>
              </a:xfrm>
              <a:custGeom>
                <a:avLst/>
                <a:gdLst/>
                <a:ahLst/>
                <a:cxnLst/>
                <a:rect l="l" t="t" r="r" b="b"/>
                <a:pathLst>
                  <a:path w="10062" h="26421" extrusionOk="0">
                    <a:moveTo>
                      <a:pt x="2520" y="1"/>
                    </a:moveTo>
                    <a:lnTo>
                      <a:pt x="2254" y="19"/>
                    </a:lnTo>
                    <a:cubicBezTo>
                      <a:pt x="2077" y="515"/>
                      <a:pt x="2041" y="1474"/>
                      <a:pt x="1545" y="1864"/>
                    </a:cubicBezTo>
                    <a:cubicBezTo>
                      <a:pt x="107" y="3035"/>
                      <a:pt x="214" y="4401"/>
                      <a:pt x="586" y="5927"/>
                    </a:cubicBezTo>
                    <a:cubicBezTo>
                      <a:pt x="746" y="6566"/>
                      <a:pt x="1012" y="7311"/>
                      <a:pt x="835" y="7897"/>
                    </a:cubicBezTo>
                    <a:cubicBezTo>
                      <a:pt x="1" y="10523"/>
                      <a:pt x="799" y="13202"/>
                      <a:pt x="72" y="15917"/>
                    </a:cubicBezTo>
                    <a:lnTo>
                      <a:pt x="1686" y="15846"/>
                    </a:lnTo>
                    <a:cubicBezTo>
                      <a:pt x="1811" y="17177"/>
                      <a:pt x="2698" y="18241"/>
                      <a:pt x="1970" y="19590"/>
                    </a:cubicBezTo>
                    <a:cubicBezTo>
                      <a:pt x="1740" y="20051"/>
                      <a:pt x="2024" y="21293"/>
                      <a:pt x="2414" y="21506"/>
                    </a:cubicBezTo>
                    <a:cubicBezTo>
                      <a:pt x="4596" y="22642"/>
                      <a:pt x="4632" y="25587"/>
                      <a:pt x="6885" y="26421"/>
                    </a:cubicBezTo>
                    <a:lnTo>
                      <a:pt x="10061" y="24079"/>
                    </a:lnTo>
                    <a:cubicBezTo>
                      <a:pt x="9973" y="15491"/>
                      <a:pt x="7364" y="7098"/>
                      <a:pt x="252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6" name="Google Shape;4236;p56"/>
              <p:cNvSpPr/>
              <p:nvPr/>
            </p:nvSpPr>
            <p:spPr>
              <a:xfrm>
                <a:off x="6870416" y="3332822"/>
                <a:ext cx="47510" cy="11685"/>
              </a:xfrm>
              <a:custGeom>
                <a:avLst/>
                <a:gdLst/>
                <a:ahLst/>
                <a:cxnLst/>
                <a:rect l="l" t="t" r="r" b="b"/>
                <a:pathLst>
                  <a:path w="8234" h="2026" extrusionOk="0">
                    <a:moveTo>
                      <a:pt x="3405" y="1"/>
                    </a:moveTo>
                    <a:cubicBezTo>
                      <a:pt x="2255" y="1"/>
                      <a:pt x="1201" y="655"/>
                      <a:pt x="1" y="919"/>
                    </a:cubicBezTo>
                    <a:cubicBezTo>
                      <a:pt x="371" y="1711"/>
                      <a:pt x="675" y="1974"/>
                      <a:pt x="943" y="1974"/>
                    </a:cubicBezTo>
                    <a:cubicBezTo>
                      <a:pt x="1419" y="1974"/>
                      <a:pt x="1781" y="1142"/>
                      <a:pt x="2201" y="972"/>
                    </a:cubicBezTo>
                    <a:cubicBezTo>
                      <a:pt x="2266" y="967"/>
                      <a:pt x="2330" y="964"/>
                      <a:pt x="2394" y="964"/>
                    </a:cubicBezTo>
                    <a:cubicBezTo>
                      <a:pt x="3717" y="964"/>
                      <a:pt x="4976" y="2025"/>
                      <a:pt x="6356" y="2025"/>
                    </a:cubicBezTo>
                    <a:cubicBezTo>
                      <a:pt x="6954" y="2025"/>
                      <a:pt x="7575" y="1826"/>
                      <a:pt x="8234" y="1256"/>
                    </a:cubicBezTo>
                    <a:cubicBezTo>
                      <a:pt x="7932" y="936"/>
                      <a:pt x="7684" y="440"/>
                      <a:pt x="7400" y="422"/>
                    </a:cubicBezTo>
                    <a:cubicBezTo>
                      <a:pt x="7374" y="421"/>
                      <a:pt x="7348" y="420"/>
                      <a:pt x="7322" y="420"/>
                    </a:cubicBezTo>
                    <a:cubicBezTo>
                      <a:pt x="6763" y="420"/>
                      <a:pt x="6090" y="679"/>
                      <a:pt x="5591" y="679"/>
                    </a:cubicBezTo>
                    <a:cubicBezTo>
                      <a:pt x="5418" y="679"/>
                      <a:pt x="5266" y="648"/>
                      <a:pt x="5147" y="564"/>
                    </a:cubicBezTo>
                    <a:cubicBezTo>
                      <a:pt x="4527" y="150"/>
                      <a:pt x="3955" y="1"/>
                      <a:pt x="340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7" name="Google Shape;4237;p56"/>
              <p:cNvSpPr/>
              <p:nvPr/>
            </p:nvSpPr>
            <p:spPr>
              <a:xfrm>
                <a:off x="6925590" y="3336277"/>
                <a:ext cx="38094" cy="14228"/>
              </a:xfrm>
              <a:custGeom>
                <a:avLst/>
                <a:gdLst/>
                <a:ahLst/>
                <a:cxnLst/>
                <a:rect l="l" t="t" r="r" b="b"/>
                <a:pathLst>
                  <a:path w="6602" h="2467" extrusionOk="0">
                    <a:moveTo>
                      <a:pt x="6601" y="0"/>
                    </a:moveTo>
                    <a:cubicBezTo>
                      <a:pt x="4188" y="231"/>
                      <a:pt x="2254" y="391"/>
                      <a:pt x="338" y="604"/>
                    </a:cubicBezTo>
                    <a:cubicBezTo>
                      <a:pt x="231" y="621"/>
                      <a:pt x="160" y="976"/>
                      <a:pt x="1" y="1384"/>
                    </a:cubicBezTo>
                    <a:lnTo>
                      <a:pt x="1438" y="2467"/>
                    </a:lnTo>
                    <a:cubicBezTo>
                      <a:pt x="2573" y="621"/>
                      <a:pt x="4862" y="1491"/>
                      <a:pt x="660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238" name="Google Shape;4238;p56"/>
            <p:cNvSpPr/>
            <p:nvPr/>
          </p:nvSpPr>
          <p:spPr>
            <a:xfrm>
              <a:off x="6867451" y="3073651"/>
              <a:ext cx="102383" cy="56919"/>
            </a:xfrm>
            <a:custGeom>
              <a:avLst/>
              <a:gdLst/>
              <a:ahLst/>
              <a:cxnLst/>
              <a:rect l="l" t="t" r="r" b="b"/>
              <a:pathLst>
                <a:path w="17744" h="9869" extrusionOk="0">
                  <a:moveTo>
                    <a:pt x="11775" y="1"/>
                  </a:moveTo>
                  <a:cubicBezTo>
                    <a:pt x="7969" y="1"/>
                    <a:pt x="4175" y="474"/>
                    <a:pt x="479" y="1405"/>
                  </a:cubicBezTo>
                  <a:lnTo>
                    <a:pt x="0" y="1530"/>
                  </a:lnTo>
                  <a:cubicBezTo>
                    <a:pt x="266" y="1749"/>
                    <a:pt x="570" y="1886"/>
                    <a:pt x="955" y="1886"/>
                  </a:cubicBezTo>
                  <a:cubicBezTo>
                    <a:pt x="1161" y="1886"/>
                    <a:pt x="1391" y="1847"/>
                    <a:pt x="1651" y="1760"/>
                  </a:cubicBezTo>
                  <a:cubicBezTo>
                    <a:pt x="2029" y="1630"/>
                    <a:pt x="2392" y="1564"/>
                    <a:pt x="2739" y="1564"/>
                  </a:cubicBezTo>
                  <a:cubicBezTo>
                    <a:pt x="3580" y="1564"/>
                    <a:pt x="4337" y="1950"/>
                    <a:pt x="5040" y="2754"/>
                  </a:cubicBezTo>
                  <a:cubicBezTo>
                    <a:pt x="5749" y="3588"/>
                    <a:pt x="7204" y="3428"/>
                    <a:pt x="7967" y="4422"/>
                  </a:cubicBezTo>
                  <a:cubicBezTo>
                    <a:pt x="8017" y="4486"/>
                    <a:pt x="8125" y="4504"/>
                    <a:pt x="8257" y="4504"/>
                  </a:cubicBezTo>
                  <a:cubicBezTo>
                    <a:pt x="8429" y="4504"/>
                    <a:pt x="8642" y="4473"/>
                    <a:pt x="8821" y="4473"/>
                  </a:cubicBezTo>
                  <a:cubicBezTo>
                    <a:pt x="8844" y="4473"/>
                    <a:pt x="8868" y="4474"/>
                    <a:pt x="8890" y="4475"/>
                  </a:cubicBezTo>
                  <a:lnTo>
                    <a:pt x="8233" y="6054"/>
                  </a:lnTo>
                  <a:cubicBezTo>
                    <a:pt x="9475" y="6533"/>
                    <a:pt x="11019" y="6640"/>
                    <a:pt x="11605" y="7420"/>
                  </a:cubicBezTo>
                  <a:cubicBezTo>
                    <a:pt x="13095" y="9479"/>
                    <a:pt x="15065" y="9745"/>
                    <a:pt x="17744" y="9869"/>
                  </a:cubicBezTo>
                  <a:cubicBezTo>
                    <a:pt x="17105" y="8982"/>
                    <a:pt x="16271" y="8325"/>
                    <a:pt x="16342" y="7828"/>
                  </a:cubicBezTo>
                  <a:cubicBezTo>
                    <a:pt x="16502" y="6888"/>
                    <a:pt x="16892" y="6125"/>
                    <a:pt x="15632" y="5717"/>
                  </a:cubicBezTo>
                  <a:lnTo>
                    <a:pt x="16857" y="4706"/>
                  </a:lnTo>
                  <a:lnTo>
                    <a:pt x="16484" y="3215"/>
                  </a:lnTo>
                  <a:cubicBezTo>
                    <a:pt x="16786" y="3073"/>
                    <a:pt x="17123" y="3002"/>
                    <a:pt x="17336" y="2772"/>
                  </a:cubicBezTo>
                  <a:cubicBezTo>
                    <a:pt x="17531" y="2559"/>
                    <a:pt x="17549" y="2222"/>
                    <a:pt x="17744" y="1689"/>
                  </a:cubicBezTo>
                  <a:cubicBezTo>
                    <a:pt x="16928" y="1441"/>
                    <a:pt x="16218" y="1281"/>
                    <a:pt x="15579" y="660"/>
                  </a:cubicBezTo>
                  <a:cubicBezTo>
                    <a:pt x="15384" y="465"/>
                    <a:pt x="15171" y="270"/>
                    <a:pt x="14940" y="110"/>
                  </a:cubicBezTo>
                  <a:cubicBezTo>
                    <a:pt x="13885" y="37"/>
                    <a:pt x="12830" y="1"/>
                    <a:pt x="1177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9" name="Google Shape;4239;p56"/>
            <p:cNvSpPr/>
            <p:nvPr/>
          </p:nvSpPr>
          <p:spPr>
            <a:xfrm>
              <a:off x="7069097" y="3119476"/>
              <a:ext cx="78535" cy="76898"/>
            </a:xfrm>
            <a:custGeom>
              <a:avLst/>
              <a:gdLst/>
              <a:ahLst/>
              <a:cxnLst/>
              <a:rect l="l" t="t" r="r" b="b"/>
              <a:pathLst>
                <a:path w="13611" h="13333" extrusionOk="0">
                  <a:moveTo>
                    <a:pt x="1947" y="1"/>
                  </a:moveTo>
                  <a:cubicBezTo>
                    <a:pt x="1321" y="1"/>
                    <a:pt x="678" y="263"/>
                    <a:pt x="1" y="842"/>
                  </a:cubicBezTo>
                  <a:lnTo>
                    <a:pt x="1420" y="2634"/>
                  </a:lnTo>
                  <a:lnTo>
                    <a:pt x="5856" y="2829"/>
                  </a:lnTo>
                  <a:lnTo>
                    <a:pt x="5342" y="5224"/>
                  </a:lnTo>
                  <a:lnTo>
                    <a:pt x="8802" y="7105"/>
                  </a:lnTo>
                  <a:lnTo>
                    <a:pt x="7453" y="8702"/>
                  </a:lnTo>
                  <a:lnTo>
                    <a:pt x="9884" y="12925"/>
                  </a:lnTo>
                  <a:lnTo>
                    <a:pt x="12386" y="13333"/>
                  </a:lnTo>
                  <a:cubicBezTo>
                    <a:pt x="11889" y="12109"/>
                    <a:pt x="13610" y="10813"/>
                    <a:pt x="11694" y="9891"/>
                  </a:cubicBezTo>
                  <a:cubicBezTo>
                    <a:pt x="11605" y="9181"/>
                    <a:pt x="11232" y="8436"/>
                    <a:pt x="11179" y="7726"/>
                  </a:cubicBezTo>
                  <a:cubicBezTo>
                    <a:pt x="8713" y="4852"/>
                    <a:pt x="5892" y="2297"/>
                    <a:pt x="2769" y="150"/>
                  </a:cubicBezTo>
                  <a:cubicBezTo>
                    <a:pt x="2497" y="52"/>
                    <a:pt x="2224" y="1"/>
                    <a:pt x="194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0" name="Google Shape;4240;p56"/>
            <p:cNvSpPr/>
            <p:nvPr/>
          </p:nvSpPr>
          <p:spPr>
            <a:xfrm>
              <a:off x="6946266" y="3181844"/>
              <a:ext cx="21095" cy="14742"/>
            </a:xfrm>
            <a:custGeom>
              <a:avLst/>
              <a:gdLst/>
              <a:ahLst/>
              <a:cxnLst/>
              <a:rect l="l" t="t" r="r" b="b"/>
              <a:pathLst>
                <a:path w="3656" h="2556" extrusionOk="0">
                  <a:moveTo>
                    <a:pt x="498" y="0"/>
                  </a:moveTo>
                  <a:cubicBezTo>
                    <a:pt x="444" y="426"/>
                    <a:pt x="373" y="852"/>
                    <a:pt x="302" y="1278"/>
                  </a:cubicBezTo>
                  <a:cubicBezTo>
                    <a:pt x="231" y="1686"/>
                    <a:pt x="107" y="2076"/>
                    <a:pt x="1" y="2555"/>
                  </a:cubicBezTo>
                  <a:lnTo>
                    <a:pt x="3656" y="2467"/>
                  </a:lnTo>
                  <a:lnTo>
                    <a:pt x="3319" y="1100"/>
                  </a:lnTo>
                  <a:lnTo>
                    <a:pt x="498"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241" name="Google Shape;4241;p56"/>
          <p:cNvSpPr/>
          <p:nvPr/>
        </p:nvSpPr>
        <p:spPr>
          <a:xfrm>
            <a:off x="6986052" y="2952384"/>
            <a:ext cx="24269" cy="11004"/>
          </a:xfrm>
          <a:custGeom>
            <a:avLst/>
            <a:gdLst/>
            <a:ahLst/>
            <a:cxnLst/>
            <a:rect l="l" t="t" r="r" b="b"/>
            <a:pathLst>
              <a:path w="4206" h="1908" extrusionOk="0">
                <a:moveTo>
                  <a:pt x="2533" y="1"/>
                </a:moveTo>
                <a:cubicBezTo>
                  <a:pt x="1985" y="1"/>
                  <a:pt x="1354" y="226"/>
                  <a:pt x="0" y="709"/>
                </a:cubicBezTo>
                <a:cubicBezTo>
                  <a:pt x="1204" y="1500"/>
                  <a:pt x="1825" y="1908"/>
                  <a:pt x="2340" y="1908"/>
                </a:cubicBezTo>
                <a:cubicBezTo>
                  <a:pt x="2889" y="1908"/>
                  <a:pt x="3319" y="1447"/>
                  <a:pt x="4206" y="496"/>
                </a:cubicBezTo>
                <a:cubicBezTo>
                  <a:pt x="3427" y="173"/>
                  <a:pt x="3012" y="1"/>
                  <a:pt x="253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242" name="Google Shape;4242;p56"/>
          <p:cNvGrpSpPr/>
          <p:nvPr/>
        </p:nvGrpSpPr>
        <p:grpSpPr>
          <a:xfrm>
            <a:off x="6649868" y="3578750"/>
            <a:ext cx="560631" cy="511352"/>
            <a:chOff x="6652154" y="3716623"/>
            <a:chExt cx="560631" cy="511352"/>
          </a:xfrm>
        </p:grpSpPr>
        <p:sp>
          <p:nvSpPr>
            <p:cNvPr id="4243" name="Google Shape;4243;p56"/>
            <p:cNvSpPr/>
            <p:nvPr/>
          </p:nvSpPr>
          <p:spPr>
            <a:xfrm>
              <a:off x="6652154" y="3716623"/>
              <a:ext cx="560631" cy="511352"/>
            </a:xfrm>
            <a:custGeom>
              <a:avLst/>
              <a:gdLst/>
              <a:ahLst/>
              <a:cxnLst/>
              <a:rect l="l" t="t" r="r" b="b"/>
              <a:pathLst>
                <a:path w="97163" h="88661" extrusionOk="0">
                  <a:moveTo>
                    <a:pt x="48942" y="1"/>
                  </a:moveTo>
                  <a:cubicBezTo>
                    <a:pt x="46560" y="1"/>
                    <a:pt x="44145" y="185"/>
                    <a:pt x="41715" y="565"/>
                  </a:cubicBezTo>
                  <a:cubicBezTo>
                    <a:pt x="16981" y="4433"/>
                    <a:pt x="0" y="27180"/>
                    <a:pt x="3779" y="51346"/>
                  </a:cubicBezTo>
                  <a:cubicBezTo>
                    <a:pt x="7187" y="73133"/>
                    <a:pt x="26312" y="88661"/>
                    <a:pt x="48182" y="88661"/>
                  </a:cubicBezTo>
                  <a:cubicBezTo>
                    <a:pt x="50571" y="88661"/>
                    <a:pt x="52993" y="88476"/>
                    <a:pt x="55431" y="88093"/>
                  </a:cubicBezTo>
                  <a:cubicBezTo>
                    <a:pt x="80165" y="84225"/>
                    <a:pt x="97163" y="61496"/>
                    <a:pt x="93366" y="37311"/>
                  </a:cubicBezTo>
                  <a:cubicBezTo>
                    <a:pt x="89958" y="15517"/>
                    <a:pt x="70820" y="1"/>
                    <a:pt x="4894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244" name="Google Shape;4244;p56"/>
            <p:cNvGrpSpPr/>
            <p:nvPr/>
          </p:nvGrpSpPr>
          <p:grpSpPr>
            <a:xfrm>
              <a:off x="6669657" y="3716715"/>
              <a:ext cx="466779" cy="464290"/>
              <a:chOff x="6669657" y="3716715"/>
              <a:chExt cx="466779" cy="464290"/>
            </a:xfrm>
          </p:grpSpPr>
          <p:sp>
            <p:nvSpPr>
              <p:cNvPr id="4245" name="Google Shape;4245;p56"/>
              <p:cNvSpPr/>
              <p:nvPr/>
            </p:nvSpPr>
            <p:spPr>
              <a:xfrm>
                <a:off x="6669657" y="3716715"/>
                <a:ext cx="386382" cy="464290"/>
              </a:xfrm>
              <a:custGeom>
                <a:avLst/>
                <a:gdLst/>
                <a:ahLst/>
                <a:cxnLst/>
                <a:rect l="l" t="t" r="r" b="b"/>
                <a:pathLst>
                  <a:path w="66964" h="80501" extrusionOk="0">
                    <a:moveTo>
                      <a:pt x="45863" y="0"/>
                    </a:moveTo>
                    <a:cubicBezTo>
                      <a:pt x="43461" y="0"/>
                      <a:pt x="41054" y="188"/>
                      <a:pt x="38663" y="566"/>
                    </a:cubicBezTo>
                    <a:cubicBezTo>
                      <a:pt x="20352" y="3441"/>
                      <a:pt x="6281" y="16660"/>
                      <a:pt x="1757" y="33161"/>
                    </a:cubicBezTo>
                    <a:lnTo>
                      <a:pt x="4081" y="32487"/>
                    </a:lnTo>
                    <a:lnTo>
                      <a:pt x="4081" y="32487"/>
                    </a:lnTo>
                    <a:cubicBezTo>
                      <a:pt x="4756" y="33871"/>
                      <a:pt x="3939" y="34971"/>
                      <a:pt x="3496" y="36213"/>
                    </a:cubicBezTo>
                    <a:cubicBezTo>
                      <a:pt x="3088" y="37384"/>
                      <a:pt x="2129" y="37207"/>
                      <a:pt x="1384" y="37295"/>
                    </a:cubicBezTo>
                    <a:cubicBezTo>
                      <a:pt x="1207" y="37313"/>
                      <a:pt x="1012" y="37348"/>
                      <a:pt x="816" y="37366"/>
                    </a:cubicBezTo>
                    <a:cubicBezTo>
                      <a:pt x="36" y="41997"/>
                      <a:pt x="0" y="46717"/>
                      <a:pt x="728" y="51348"/>
                    </a:cubicBezTo>
                    <a:cubicBezTo>
                      <a:pt x="2644" y="63591"/>
                      <a:pt x="9528" y="73847"/>
                      <a:pt x="19057" y="80501"/>
                    </a:cubicBezTo>
                    <a:cubicBezTo>
                      <a:pt x="18897" y="80217"/>
                      <a:pt x="18737" y="79950"/>
                      <a:pt x="18560" y="79684"/>
                    </a:cubicBezTo>
                    <a:cubicBezTo>
                      <a:pt x="18099" y="79010"/>
                      <a:pt x="17069" y="77928"/>
                      <a:pt x="17194" y="77768"/>
                    </a:cubicBezTo>
                    <a:cubicBezTo>
                      <a:pt x="18081" y="76703"/>
                      <a:pt x="16094" y="76632"/>
                      <a:pt x="16626" y="75834"/>
                    </a:cubicBezTo>
                    <a:cubicBezTo>
                      <a:pt x="15206" y="74876"/>
                      <a:pt x="14816" y="73652"/>
                      <a:pt x="15277" y="71948"/>
                    </a:cubicBezTo>
                    <a:cubicBezTo>
                      <a:pt x="15455" y="71292"/>
                      <a:pt x="15100" y="70529"/>
                      <a:pt x="14426" y="69854"/>
                    </a:cubicBezTo>
                    <a:cubicBezTo>
                      <a:pt x="13468" y="68896"/>
                      <a:pt x="12811" y="67601"/>
                      <a:pt x="12101" y="66394"/>
                    </a:cubicBezTo>
                    <a:cubicBezTo>
                      <a:pt x="11782" y="65862"/>
                      <a:pt x="11338" y="65152"/>
                      <a:pt x="11463" y="64620"/>
                    </a:cubicBezTo>
                    <a:cubicBezTo>
                      <a:pt x="11871" y="62739"/>
                      <a:pt x="12172" y="60734"/>
                      <a:pt x="13095" y="59102"/>
                    </a:cubicBezTo>
                    <a:cubicBezTo>
                      <a:pt x="14337" y="56919"/>
                      <a:pt x="14284" y="54914"/>
                      <a:pt x="13343" y="51969"/>
                    </a:cubicBezTo>
                    <a:lnTo>
                      <a:pt x="13343" y="51969"/>
                    </a:lnTo>
                    <a:cubicBezTo>
                      <a:pt x="12811" y="53619"/>
                      <a:pt x="11888" y="53229"/>
                      <a:pt x="11090" y="53353"/>
                    </a:cubicBezTo>
                    <a:cubicBezTo>
                      <a:pt x="10814" y="53401"/>
                      <a:pt x="10612" y="53439"/>
                      <a:pt x="10447" y="53439"/>
                    </a:cubicBezTo>
                    <a:cubicBezTo>
                      <a:pt x="9997" y="53439"/>
                      <a:pt x="9823" y="53151"/>
                      <a:pt x="9174" y="51969"/>
                    </a:cubicBezTo>
                    <a:cubicBezTo>
                      <a:pt x="7861" y="50763"/>
                      <a:pt x="6619" y="49485"/>
                      <a:pt x="5447" y="48136"/>
                    </a:cubicBezTo>
                    <a:cubicBezTo>
                      <a:pt x="5270" y="47853"/>
                      <a:pt x="5146" y="47551"/>
                      <a:pt x="5110" y="47214"/>
                    </a:cubicBezTo>
                    <a:cubicBezTo>
                      <a:pt x="4862" y="45759"/>
                      <a:pt x="4649" y="44304"/>
                      <a:pt x="4773" y="42796"/>
                    </a:cubicBezTo>
                    <a:lnTo>
                      <a:pt x="4773" y="42796"/>
                    </a:lnTo>
                    <a:lnTo>
                      <a:pt x="9653" y="51756"/>
                    </a:lnTo>
                    <a:cubicBezTo>
                      <a:pt x="11924" y="50745"/>
                      <a:pt x="13680" y="49201"/>
                      <a:pt x="15650" y="47995"/>
                    </a:cubicBezTo>
                    <a:cubicBezTo>
                      <a:pt x="17034" y="47161"/>
                      <a:pt x="17584" y="45954"/>
                      <a:pt x="18045" y="44606"/>
                    </a:cubicBezTo>
                    <a:cubicBezTo>
                      <a:pt x="18205" y="44109"/>
                      <a:pt x="18329" y="43594"/>
                      <a:pt x="18436" y="43080"/>
                    </a:cubicBezTo>
                    <a:lnTo>
                      <a:pt x="15597" y="40542"/>
                    </a:lnTo>
                    <a:lnTo>
                      <a:pt x="15224" y="41749"/>
                    </a:lnTo>
                    <a:cubicBezTo>
                      <a:pt x="14000" y="41092"/>
                      <a:pt x="12793" y="40507"/>
                      <a:pt x="11640" y="39833"/>
                    </a:cubicBezTo>
                    <a:cubicBezTo>
                      <a:pt x="10593" y="39212"/>
                      <a:pt x="10433" y="38395"/>
                      <a:pt x="11374" y="37082"/>
                    </a:cubicBezTo>
                    <a:lnTo>
                      <a:pt x="11374" y="37082"/>
                    </a:lnTo>
                    <a:cubicBezTo>
                      <a:pt x="12448" y="38789"/>
                      <a:pt x="13681" y="39825"/>
                      <a:pt x="15346" y="39825"/>
                    </a:cubicBezTo>
                    <a:cubicBezTo>
                      <a:pt x="15689" y="39825"/>
                      <a:pt x="16049" y="39781"/>
                      <a:pt x="16431" y="39691"/>
                    </a:cubicBezTo>
                    <a:cubicBezTo>
                      <a:pt x="16437" y="39689"/>
                      <a:pt x="16444" y="39688"/>
                      <a:pt x="16450" y="39688"/>
                    </a:cubicBezTo>
                    <a:cubicBezTo>
                      <a:pt x="16592" y="39688"/>
                      <a:pt x="16795" y="40029"/>
                      <a:pt x="16998" y="40063"/>
                    </a:cubicBezTo>
                    <a:cubicBezTo>
                      <a:pt x="17810" y="40257"/>
                      <a:pt x="18605" y="40492"/>
                      <a:pt x="19428" y="40492"/>
                    </a:cubicBezTo>
                    <a:cubicBezTo>
                      <a:pt x="19811" y="40492"/>
                      <a:pt x="20200" y="40441"/>
                      <a:pt x="20600" y="40312"/>
                    </a:cubicBezTo>
                    <a:cubicBezTo>
                      <a:pt x="21150" y="40152"/>
                      <a:pt x="21718" y="40045"/>
                      <a:pt x="22304" y="40010"/>
                    </a:cubicBezTo>
                    <a:cubicBezTo>
                      <a:pt x="24003" y="41489"/>
                      <a:pt x="25144" y="42940"/>
                      <a:pt x="27015" y="42940"/>
                    </a:cubicBezTo>
                    <a:cubicBezTo>
                      <a:pt x="27253" y="42940"/>
                      <a:pt x="27504" y="42917"/>
                      <a:pt x="27769" y="42867"/>
                    </a:cubicBezTo>
                    <a:cubicBezTo>
                      <a:pt x="27999" y="44251"/>
                      <a:pt x="27875" y="45564"/>
                      <a:pt x="28407" y="46486"/>
                    </a:cubicBezTo>
                    <a:cubicBezTo>
                      <a:pt x="29614" y="48616"/>
                      <a:pt x="31158" y="50532"/>
                      <a:pt x="32701" y="52732"/>
                    </a:cubicBezTo>
                    <a:lnTo>
                      <a:pt x="34600" y="50425"/>
                    </a:lnTo>
                    <a:lnTo>
                      <a:pt x="34103" y="47196"/>
                    </a:lnTo>
                    <a:cubicBezTo>
                      <a:pt x="34972" y="46096"/>
                      <a:pt x="36268" y="45173"/>
                      <a:pt x="36286" y="44251"/>
                    </a:cubicBezTo>
                    <a:cubicBezTo>
                      <a:pt x="36303" y="42707"/>
                      <a:pt x="38503" y="42955"/>
                      <a:pt x="38202" y="41394"/>
                    </a:cubicBezTo>
                    <a:cubicBezTo>
                      <a:pt x="38184" y="41305"/>
                      <a:pt x="39604" y="40986"/>
                      <a:pt x="40313" y="40702"/>
                    </a:cubicBezTo>
                    <a:cubicBezTo>
                      <a:pt x="40650" y="40560"/>
                      <a:pt x="40899" y="40223"/>
                      <a:pt x="41378" y="39797"/>
                    </a:cubicBezTo>
                    <a:lnTo>
                      <a:pt x="44785" y="44978"/>
                    </a:lnTo>
                    <a:lnTo>
                      <a:pt x="46630" y="43914"/>
                    </a:lnTo>
                    <a:cubicBezTo>
                      <a:pt x="47553" y="45102"/>
                      <a:pt x="46754" y="46699"/>
                      <a:pt x="48067" y="47480"/>
                    </a:cubicBezTo>
                    <a:cubicBezTo>
                      <a:pt x="47020" y="50124"/>
                      <a:pt x="48741" y="51508"/>
                      <a:pt x="50445" y="52980"/>
                    </a:cubicBezTo>
                    <a:cubicBezTo>
                      <a:pt x="50764" y="53247"/>
                      <a:pt x="50640" y="54010"/>
                      <a:pt x="50746" y="54684"/>
                    </a:cubicBezTo>
                    <a:cubicBezTo>
                      <a:pt x="49546" y="54279"/>
                      <a:pt x="48739" y="53108"/>
                      <a:pt x="47515" y="53108"/>
                    </a:cubicBezTo>
                    <a:cubicBezTo>
                      <a:pt x="47074" y="53108"/>
                      <a:pt x="46579" y="53260"/>
                      <a:pt x="45991" y="53655"/>
                    </a:cubicBezTo>
                    <a:cubicBezTo>
                      <a:pt x="46130" y="53637"/>
                      <a:pt x="46261" y="53629"/>
                      <a:pt x="46385" y="53629"/>
                    </a:cubicBezTo>
                    <a:cubicBezTo>
                      <a:pt x="47902" y="53629"/>
                      <a:pt x="48314" y="54868"/>
                      <a:pt x="48954" y="55606"/>
                    </a:cubicBezTo>
                    <a:cubicBezTo>
                      <a:pt x="49646" y="56387"/>
                      <a:pt x="51119" y="56937"/>
                      <a:pt x="50782" y="58712"/>
                    </a:cubicBezTo>
                    <a:cubicBezTo>
                      <a:pt x="50925" y="58653"/>
                      <a:pt x="51063" y="58628"/>
                      <a:pt x="51196" y="58628"/>
                    </a:cubicBezTo>
                    <a:cubicBezTo>
                      <a:pt x="52116" y="58628"/>
                      <a:pt x="52822" y="59846"/>
                      <a:pt x="53828" y="59846"/>
                    </a:cubicBezTo>
                    <a:cubicBezTo>
                      <a:pt x="54135" y="59846"/>
                      <a:pt x="54469" y="59733"/>
                      <a:pt x="54845" y="59439"/>
                    </a:cubicBezTo>
                    <a:lnTo>
                      <a:pt x="55431" y="57026"/>
                    </a:lnTo>
                    <a:cubicBezTo>
                      <a:pt x="55147" y="56955"/>
                      <a:pt x="54863" y="56902"/>
                      <a:pt x="54579" y="56849"/>
                    </a:cubicBezTo>
                    <a:cubicBezTo>
                      <a:pt x="53053" y="56760"/>
                      <a:pt x="51385" y="55819"/>
                      <a:pt x="51793" y="55269"/>
                    </a:cubicBezTo>
                    <a:lnTo>
                      <a:pt x="52787" y="54844"/>
                    </a:lnTo>
                    <a:lnTo>
                      <a:pt x="52414" y="52501"/>
                    </a:lnTo>
                    <a:cubicBezTo>
                      <a:pt x="48866" y="49893"/>
                      <a:pt x="48440" y="48917"/>
                      <a:pt x="49770" y="46291"/>
                    </a:cubicBezTo>
                    <a:lnTo>
                      <a:pt x="49770" y="46291"/>
                    </a:lnTo>
                    <a:cubicBezTo>
                      <a:pt x="50462" y="46859"/>
                      <a:pt x="51208" y="47338"/>
                      <a:pt x="51775" y="47977"/>
                    </a:cubicBezTo>
                    <a:cubicBezTo>
                      <a:pt x="52326" y="48562"/>
                      <a:pt x="52698" y="49325"/>
                      <a:pt x="53088" y="49929"/>
                    </a:cubicBezTo>
                    <a:lnTo>
                      <a:pt x="55821" y="46948"/>
                    </a:lnTo>
                    <a:lnTo>
                      <a:pt x="55200" y="42955"/>
                    </a:lnTo>
                    <a:lnTo>
                      <a:pt x="52805" y="41447"/>
                    </a:lnTo>
                    <a:lnTo>
                      <a:pt x="53585" y="38253"/>
                    </a:lnTo>
                    <a:lnTo>
                      <a:pt x="55111" y="39229"/>
                    </a:lnTo>
                    <a:cubicBezTo>
                      <a:pt x="55111" y="40045"/>
                      <a:pt x="55111" y="40542"/>
                      <a:pt x="55111" y="41039"/>
                    </a:cubicBezTo>
                    <a:lnTo>
                      <a:pt x="56300" y="41021"/>
                    </a:lnTo>
                    <a:lnTo>
                      <a:pt x="56034" y="38466"/>
                    </a:lnTo>
                    <a:cubicBezTo>
                      <a:pt x="59778" y="37011"/>
                      <a:pt x="60754" y="35876"/>
                      <a:pt x="62546" y="30925"/>
                    </a:cubicBezTo>
                    <a:lnTo>
                      <a:pt x="59370" y="25407"/>
                    </a:lnTo>
                    <a:lnTo>
                      <a:pt x="60754" y="24609"/>
                    </a:lnTo>
                    <a:cubicBezTo>
                      <a:pt x="60620" y="24079"/>
                      <a:pt x="60336" y="23926"/>
                      <a:pt x="59999" y="23926"/>
                    </a:cubicBezTo>
                    <a:cubicBezTo>
                      <a:pt x="59536" y="23926"/>
                      <a:pt x="58975" y="24215"/>
                      <a:pt x="58567" y="24215"/>
                    </a:cubicBezTo>
                    <a:cubicBezTo>
                      <a:pt x="58326" y="24215"/>
                      <a:pt x="58138" y="24114"/>
                      <a:pt x="58057" y="23792"/>
                    </a:cubicBezTo>
                    <a:lnTo>
                      <a:pt x="59316" y="21344"/>
                    </a:lnTo>
                    <a:lnTo>
                      <a:pt x="60062" y="22692"/>
                    </a:lnTo>
                    <a:lnTo>
                      <a:pt x="61286" y="21858"/>
                    </a:lnTo>
                    <a:lnTo>
                      <a:pt x="63504" y="23775"/>
                    </a:lnTo>
                    <a:lnTo>
                      <a:pt x="64178" y="27040"/>
                    </a:lnTo>
                    <a:cubicBezTo>
                      <a:pt x="64959" y="25993"/>
                      <a:pt x="65598" y="25478"/>
                      <a:pt x="65775" y="24822"/>
                    </a:cubicBezTo>
                    <a:cubicBezTo>
                      <a:pt x="66201" y="23367"/>
                      <a:pt x="64356" y="23225"/>
                      <a:pt x="64089" y="22515"/>
                    </a:cubicBezTo>
                    <a:lnTo>
                      <a:pt x="64444" y="18647"/>
                    </a:lnTo>
                    <a:cubicBezTo>
                      <a:pt x="66520" y="17955"/>
                      <a:pt x="66538" y="17902"/>
                      <a:pt x="66609" y="16305"/>
                    </a:cubicBezTo>
                    <a:cubicBezTo>
                      <a:pt x="66698" y="14229"/>
                      <a:pt x="66840" y="12171"/>
                      <a:pt x="66964" y="10059"/>
                    </a:cubicBezTo>
                    <a:cubicBezTo>
                      <a:pt x="65951" y="8994"/>
                      <a:pt x="64617" y="8884"/>
                      <a:pt x="63235" y="8884"/>
                    </a:cubicBezTo>
                    <a:cubicBezTo>
                      <a:pt x="62876" y="8884"/>
                      <a:pt x="62514" y="8891"/>
                      <a:pt x="62153" y="8891"/>
                    </a:cubicBezTo>
                    <a:cubicBezTo>
                      <a:pt x="62029" y="8891"/>
                      <a:pt x="61906" y="8890"/>
                      <a:pt x="61783" y="8888"/>
                    </a:cubicBezTo>
                    <a:cubicBezTo>
                      <a:pt x="61978" y="8001"/>
                      <a:pt x="62209" y="7362"/>
                      <a:pt x="62262" y="6741"/>
                    </a:cubicBezTo>
                    <a:cubicBezTo>
                      <a:pt x="62297" y="6102"/>
                      <a:pt x="62173" y="5464"/>
                      <a:pt x="62120" y="4701"/>
                    </a:cubicBezTo>
                    <a:lnTo>
                      <a:pt x="65119" y="4239"/>
                    </a:lnTo>
                    <a:cubicBezTo>
                      <a:pt x="59052" y="1427"/>
                      <a:pt x="52479" y="0"/>
                      <a:pt x="4586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6" name="Google Shape;4246;p56"/>
              <p:cNvSpPr/>
              <p:nvPr/>
            </p:nvSpPr>
            <p:spPr>
              <a:xfrm>
                <a:off x="7010819" y="4061082"/>
                <a:ext cx="117645" cy="102137"/>
              </a:xfrm>
              <a:custGeom>
                <a:avLst/>
                <a:gdLst/>
                <a:ahLst/>
                <a:cxnLst/>
                <a:rect l="l" t="t" r="r" b="b"/>
                <a:pathLst>
                  <a:path w="20389" h="17709" extrusionOk="0">
                    <a:moveTo>
                      <a:pt x="17567" y="0"/>
                    </a:moveTo>
                    <a:lnTo>
                      <a:pt x="17567" y="0"/>
                    </a:lnTo>
                    <a:cubicBezTo>
                      <a:pt x="17070" y="1331"/>
                      <a:pt x="16644" y="2697"/>
                      <a:pt x="16307" y="4081"/>
                    </a:cubicBezTo>
                    <a:cubicBezTo>
                      <a:pt x="16278" y="4199"/>
                      <a:pt x="16114" y="4268"/>
                      <a:pt x="16100" y="4268"/>
                    </a:cubicBezTo>
                    <a:cubicBezTo>
                      <a:pt x="16097" y="4268"/>
                      <a:pt x="16100" y="4265"/>
                      <a:pt x="16112" y="4259"/>
                    </a:cubicBezTo>
                    <a:lnTo>
                      <a:pt x="13912" y="3034"/>
                    </a:lnTo>
                    <a:lnTo>
                      <a:pt x="14391" y="1437"/>
                    </a:lnTo>
                    <a:lnTo>
                      <a:pt x="12617" y="337"/>
                    </a:lnTo>
                    <a:cubicBezTo>
                      <a:pt x="12563" y="2112"/>
                      <a:pt x="10416" y="1970"/>
                      <a:pt x="10523" y="3655"/>
                    </a:cubicBezTo>
                    <a:cubicBezTo>
                      <a:pt x="10523" y="3709"/>
                      <a:pt x="10239" y="3797"/>
                      <a:pt x="10079" y="3815"/>
                    </a:cubicBezTo>
                    <a:cubicBezTo>
                      <a:pt x="8287" y="4028"/>
                      <a:pt x="8553" y="4418"/>
                      <a:pt x="7276" y="5305"/>
                    </a:cubicBezTo>
                    <a:cubicBezTo>
                      <a:pt x="5785" y="6352"/>
                      <a:pt x="5466" y="8730"/>
                      <a:pt x="3017" y="8765"/>
                    </a:cubicBezTo>
                    <a:cubicBezTo>
                      <a:pt x="2166" y="8783"/>
                      <a:pt x="1154" y="9919"/>
                      <a:pt x="569" y="10770"/>
                    </a:cubicBezTo>
                    <a:cubicBezTo>
                      <a:pt x="178" y="11356"/>
                      <a:pt x="1" y="12705"/>
                      <a:pt x="374" y="13095"/>
                    </a:cubicBezTo>
                    <a:cubicBezTo>
                      <a:pt x="1687" y="14443"/>
                      <a:pt x="746" y="15810"/>
                      <a:pt x="569" y="17708"/>
                    </a:cubicBezTo>
                    <a:cubicBezTo>
                      <a:pt x="3337" y="16519"/>
                      <a:pt x="5839" y="15668"/>
                      <a:pt x="8074" y="14213"/>
                    </a:cubicBezTo>
                    <a:lnTo>
                      <a:pt x="10558" y="15934"/>
                    </a:lnTo>
                    <a:lnTo>
                      <a:pt x="9866" y="17336"/>
                    </a:lnTo>
                    <a:cubicBezTo>
                      <a:pt x="11960" y="17300"/>
                      <a:pt x="13592" y="16998"/>
                      <a:pt x="14710" y="15508"/>
                    </a:cubicBezTo>
                    <a:cubicBezTo>
                      <a:pt x="16094" y="13645"/>
                      <a:pt x="17585" y="11835"/>
                      <a:pt x="18773" y="9866"/>
                    </a:cubicBezTo>
                    <a:cubicBezTo>
                      <a:pt x="19590" y="8482"/>
                      <a:pt x="20388" y="6885"/>
                      <a:pt x="18862" y="5305"/>
                    </a:cubicBezTo>
                    <a:cubicBezTo>
                      <a:pt x="18596" y="5039"/>
                      <a:pt x="18330" y="4330"/>
                      <a:pt x="18472" y="4099"/>
                    </a:cubicBezTo>
                    <a:cubicBezTo>
                      <a:pt x="19732" y="2307"/>
                      <a:pt x="17372" y="1491"/>
                      <a:pt x="1756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7" name="Google Shape;4247;p56"/>
              <p:cNvSpPr/>
              <p:nvPr/>
            </p:nvSpPr>
            <p:spPr>
              <a:xfrm>
                <a:off x="6995058" y="4000087"/>
                <a:ext cx="41059" cy="51071"/>
              </a:xfrm>
              <a:custGeom>
                <a:avLst/>
                <a:gdLst/>
                <a:ahLst/>
                <a:cxnLst/>
                <a:rect l="l" t="t" r="r" b="b"/>
                <a:pathLst>
                  <a:path w="7116" h="8855" extrusionOk="0">
                    <a:moveTo>
                      <a:pt x="5359" y="0"/>
                    </a:moveTo>
                    <a:cubicBezTo>
                      <a:pt x="4649" y="976"/>
                      <a:pt x="3993" y="1774"/>
                      <a:pt x="3460" y="2644"/>
                    </a:cubicBezTo>
                    <a:cubicBezTo>
                      <a:pt x="2910" y="3513"/>
                      <a:pt x="1455" y="3638"/>
                      <a:pt x="1828" y="5181"/>
                    </a:cubicBezTo>
                    <a:cubicBezTo>
                      <a:pt x="1354" y="4803"/>
                      <a:pt x="1037" y="4660"/>
                      <a:pt x="815" y="4660"/>
                    </a:cubicBezTo>
                    <a:cubicBezTo>
                      <a:pt x="256" y="4660"/>
                      <a:pt x="305" y="5571"/>
                      <a:pt x="1" y="5926"/>
                    </a:cubicBezTo>
                    <a:cubicBezTo>
                      <a:pt x="1136" y="7417"/>
                      <a:pt x="1438" y="7577"/>
                      <a:pt x="5412" y="8854"/>
                    </a:cubicBezTo>
                    <a:cubicBezTo>
                      <a:pt x="5590" y="7896"/>
                      <a:pt x="5625" y="7239"/>
                      <a:pt x="5820" y="6636"/>
                    </a:cubicBezTo>
                    <a:cubicBezTo>
                      <a:pt x="6033" y="6015"/>
                      <a:pt x="6335" y="5430"/>
                      <a:pt x="6708" y="4880"/>
                    </a:cubicBezTo>
                    <a:cubicBezTo>
                      <a:pt x="7116" y="4294"/>
                      <a:pt x="5696" y="4170"/>
                      <a:pt x="6459" y="3354"/>
                    </a:cubicBezTo>
                    <a:cubicBezTo>
                      <a:pt x="6849" y="2928"/>
                      <a:pt x="6637" y="1686"/>
                      <a:pt x="6778" y="1384"/>
                    </a:cubicBezTo>
                    <a:cubicBezTo>
                      <a:pt x="6832" y="1224"/>
                      <a:pt x="6867" y="1047"/>
                      <a:pt x="6885" y="870"/>
                    </a:cubicBezTo>
                    <a:lnTo>
                      <a:pt x="5359"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8" name="Google Shape;4248;p56"/>
              <p:cNvSpPr/>
              <p:nvPr/>
            </p:nvSpPr>
            <p:spPr>
              <a:xfrm>
                <a:off x="7078892" y="4018504"/>
                <a:ext cx="57544" cy="36030"/>
              </a:xfrm>
              <a:custGeom>
                <a:avLst/>
                <a:gdLst/>
                <a:ahLst/>
                <a:cxnLst/>
                <a:rect l="l" t="t" r="r" b="b"/>
                <a:pathLst>
                  <a:path w="9973" h="6247" extrusionOk="0">
                    <a:moveTo>
                      <a:pt x="0" y="1"/>
                    </a:moveTo>
                    <a:lnTo>
                      <a:pt x="266" y="1722"/>
                    </a:lnTo>
                    <a:lnTo>
                      <a:pt x="1668" y="1970"/>
                    </a:lnTo>
                    <a:lnTo>
                      <a:pt x="870" y="3177"/>
                    </a:lnTo>
                    <a:cubicBezTo>
                      <a:pt x="1300" y="3058"/>
                      <a:pt x="1704" y="3001"/>
                      <a:pt x="2079" y="3001"/>
                    </a:cubicBezTo>
                    <a:cubicBezTo>
                      <a:pt x="3221" y="3001"/>
                      <a:pt x="4106" y="3533"/>
                      <a:pt x="4720" y="4508"/>
                    </a:cubicBezTo>
                    <a:cubicBezTo>
                      <a:pt x="5319" y="5452"/>
                      <a:pt x="5558" y="5867"/>
                      <a:pt x="5945" y="5867"/>
                    </a:cubicBezTo>
                    <a:cubicBezTo>
                      <a:pt x="6235" y="5867"/>
                      <a:pt x="6607" y="5635"/>
                      <a:pt x="7275" y="5218"/>
                    </a:cubicBezTo>
                    <a:cubicBezTo>
                      <a:pt x="7453" y="5111"/>
                      <a:pt x="7648" y="5058"/>
                      <a:pt x="7861" y="5022"/>
                    </a:cubicBezTo>
                    <a:lnTo>
                      <a:pt x="9564" y="6247"/>
                    </a:lnTo>
                    <a:lnTo>
                      <a:pt x="9972" y="5679"/>
                    </a:lnTo>
                    <a:cubicBezTo>
                      <a:pt x="9582" y="4809"/>
                      <a:pt x="9262" y="3887"/>
                      <a:pt x="8819" y="3035"/>
                    </a:cubicBezTo>
                    <a:cubicBezTo>
                      <a:pt x="8151" y="1821"/>
                      <a:pt x="7070" y="1194"/>
                      <a:pt x="5857" y="1194"/>
                    </a:cubicBezTo>
                    <a:cubicBezTo>
                      <a:pt x="5138" y="1194"/>
                      <a:pt x="4373" y="1415"/>
                      <a:pt x="3620" y="1864"/>
                    </a:cubicBezTo>
                    <a:cubicBezTo>
                      <a:pt x="3336" y="2024"/>
                      <a:pt x="3052" y="2166"/>
                      <a:pt x="2644" y="2396"/>
                    </a:cubicBezTo>
                    <a:lnTo>
                      <a:pt x="1970" y="462"/>
                    </a:lnTo>
                    <a:lnTo>
                      <a:pt x="0"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9" name="Google Shape;4249;p56"/>
              <p:cNvSpPr/>
              <p:nvPr/>
            </p:nvSpPr>
            <p:spPr>
              <a:xfrm>
                <a:off x="7051663" y="3806456"/>
                <a:ext cx="38503" cy="70819"/>
              </a:xfrm>
              <a:custGeom>
                <a:avLst/>
                <a:gdLst/>
                <a:ahLst/>
                <a:cxnLst/>
                <a:rect l="l" t="t" r="r" b="b"/>
                <a:pathLst>
                  <a:path w="6673" h="12279" extrusionOk="0">
                    <a:moveTo>
                      <a:pt x="6672" y="1"/>
                    </a:moveTo>
                    <a:lnTo>
                      <a:pt x="6672" y="1"/>
                    </a:lnTo>
                    <a:cubicBezTo>
                      <a:pt x="6223" y="198"/>
                      <a:pt x="5784" y="260"/>
                      <a:pt x="5357" y="260"/>
                    </a:cubicBezTo>
                    <a:cubicBezTo>
                      <a:pt x="4670" y="260"/>
                      <a:pt x="4013" y="100"/>
                      <a:pt x="3390" y="89"/>
                    </a:cubicBezTo>
                    <a:lnTo>
                      <a:pt x="3088" y="2786"/>
                    </a:lnTo>
                    <a:lnTo>
                      <a:pt x="4809" y="5164"/>
                    </a:lnTo>
                    <a:lnTo>
                      <a:pt x="1" y="10771"/>
                    </a:lnTo>
                    <a:lnTo>
                      <a:pt x="1083" y="12279"/>
                    </a:lnTo>
                    <a:lnTo>
                      <a:pt x="6388" y="7772"/>
                    </a:lnTo>
                    <a:cubicBezTo>
                      <a:pt x="4454" y="6495"/>
                      <a:pt x="6175" y="3709"/>
                      <a:pt x="4383" y="2502"/>
                    </a:cubicBezTo>
                    <a:lnTo>
                      <a:pt x="6672"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0" name="Google Shape;4250;p56"/>
              <p:cNvSpPr/>
              <p:nvPr/>
            </p:nvSpPr>
            <p:spPr>
              <a:xfrm>
                <a:off x="6984824" y="4061618"/>
                <a:ext cx="42081" cy="8893"/>
              </a:xfrm>
              <a:custGeom>
                <a:avLst/>
                <a:gdLst/>
                <a:ahLst/>
                <a:cxnLst/>
                <a:rect l="l" t="t" r="r" b="b"/>
                <a:pathLst>
                  <a:path w="7293" h="1542" extrusionOk="0">
                    <a:moveTo>
                      <a:pt x="4286" y="0"/>
                    </a:moveTo>
                    <a:cubicBezTo>
                      <a:pt x="2949" y="0"/>
                      <a:pt x="1596" y="367"/>
                      <a:pt x="0" y="510"/>
                    </a:cubicBezTo>
                    <a:cubicBezTo>
                      <a:pt x="787" y="973"/>
                      <a:pt x="1302" y="1542"/>
                      <a:pt x="1738" y="1542"/>
                    </a:cubicBezTo>
                    <a:cubicBezTo>
                      <a:pt x="1970" y="1542"/>
                      <a:pt x="2179" y="1380"/>
                      <a:pt x="2396" y="954"/>
                    </a:cubicBezTo>
                    <a:cubicBezTo>
                      <a:pt x="2708" y="1325"/>
                      <a:pt x="3056" y="1432"/>
                      <a:pt x="3417" y="1432"/>
                    </a:cubicBezTo>
                    <a:cubicBezTo>
                      <a:pt x="3816" y="1432"/>
                      <a:pt x="4231" y="1302"/>
                      <a:pt x="4631" y="1256"/>
                    </a:cubicBezTo>
                    <a:cubicBezTo>
                      <a:pt x="5394" y="1149"/>
                      <a:pt x="6157" y="1025"/>
                      <a:pt x="7293" y="830"/>
                    </a:cubicBezTo>
                    <a:cubicBezTo>
                      <a:pt x="6240" y="198"/>
                      <a:pt x="5268" y="0"/>
                      <a:pt x="42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1" name="Google Shape;4251;p56"/>
              <p:cNvSpPr/>
              <p:nvPr/>
            </p:nvSpPr>
            <p:spPr>
              <a:xfrm>
                <a:off x="7035181" y="4030478"/>
                <a:ext cx="15469" cy="21703"/>
              </a:xfrm>
              <a:custGeom>
                <a:avLst/>
                <a:gdLst/>
                <a:ahLst/>
                <a:cxnLst/>
                <a:rect l="l" t="t" r="r" b="b"/>
                <a:pathLst>
                  <a:path w="2681" h="3763" extrusionOk="0">
                    <a:moveTo>
                      <a:pt x="2662" y="1"/>
                    </a:moveTo>
                    <a:cubicBezTo>
                      <a:pt x="19" y="675"/>
                      <a:pt x="1" y="764"/>
                      <a:pt x="1012" y="3763"/>
                    </a:cubicBezTo>
                    <a:lnTo>
                      <a:pt x="1491" y="2148"/>
                    </a:lnTo>
                    <a:lnTo>
                      <a:pt x="2201" y="3408"/>
                    </a:lnTo>
                    <a:lnTo>
                      <a:pt x="2680" y="3372"/>
                    </a:lnTo>
                    <a:cubicBezTo>
                      <a:pt x="2574" y="2840"/>
                      <a:pt x="2485" y="2308"/>
                      <a:pt x="2450" y="1758"/>
                    </a:cubicBezTo>
                    <a:cubicBezTo>
                      <a:pt x="2485" y="1172"/>
                      <a:pt x="2556" y="586"/>
                      <a:pt x="266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2" name="Google Shape;4252;p56"/>
              <p:cNvSpPr/>
              <p:nvPr/>
            </p:nvSpPr>
            <p:spPr>
              <a:xfrm>
                <a:off x="7045011" y="3983609"/>
                <a:ext cx="19047" cy="18121"/>
              </a:xfrm>
              <a:custGeom>
                <a:avLst/>
                <a:gdLst/>
                <a:ahLst/>
                <a:cxnLst/>
                <a:rect l="l" t="t" r="r" b="b"/>
                <a:pathLst>
                  <a:path w="3301" h="3142" extrusionOk="0">
                    <a:moveTo>
                      <a:pt x="3301" y="0"/>
                    </a:moveTo>
                    <a:lnTo>
                      <a:pt x="0" y="1455"/>
                    </a:lnTo>
                    <a:lnTo>
                      <a:pt x="550" y="2520"/>
                    </a:lnTo>
                    <a:lnTo>
                      <a:pt x="1154" y="1793"/>
                    </a:lnTo>
                    <a:lnTo>
                      <a:pt x="2804" y="3141"/>
                    </a:lnTo>
                    <a:lnTo>
                      <a:pt x="3301"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3" name="Google Shape;4253;p56"/>
              <p:cNvSpPr/>
              <p:nvPr/>
            </p:nvSpPr>
            <p:spPr>
              <a:xfrm>
                <a:off x="7034362" y="3943182"/>
                <a:ext cx="9734" cy="24570"/>
              </a:xfrm>
              <a:custGeom>
                <a:avLst/>
                <a:gdLst/>
                <a:ahLst/>
                <a:cxnLst/>
                <a:rect l="l" t="t" r="r" b="b"/>
                <a:pathLst>
                  <a:path w="1687" h="4260" extrusionOk="0">
                    <a:moveTo>
                      <a:pt x="249" y="1"/>
                    </a:moveTo>
                    <a:cubicBezTo>
                      <a:pt x="1" y="2627"/>
                      <a:pt x="1" y="2627"/>
                      <a:pt x="977" y="4259"/>
                    </a:cubicBezTo>
                    <a:cubicBezTo>
                      <a:pt x="1687" y="1261"/>
                      <a:pt x="1687" y="1261"/>
                      <a:pt x="249"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4" name="Google Shape;4254;p56"/>
              <p:cNvSpPr/>
              <p:nvPr/>
            </p:nvSpPr>
            <p:spPr>
              <a:xfrm>
                <a:off x="6724214" y="4015234"/>
                <a:ext cx="1131" cy="513"/>
              </a:xfrm>
              <a:custGeom>
                <a:avLst/>
                <a:gdLst/>
                <a:ahLst/>
                <a:cxnLst/>
                <a:rect l="l" t="t" r="r" b="b"/>
                <a:pathLst>
                  <a:path w="196" h="89" extrusionOk="0">
                    <a:moveTo>
                      <a:pt x="196" y="0"/>
                    </a:moveTo>
                    <a:lnTo>
                      <a:pt x="1" y="89"/>
                    </a:lnTo>
                    <a:lnTo>
                      <a:pt x="1" y="89"/>
                    </a:lnTo>
                    <a:lnTo>
                      <a:pt x="196" y="18"/>
                    </a:lnTo>
                    <a:lnTo>
                      <a:pt x="196"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5" name="Google Shape;4255;p56"/>
              <p:cNvSpPr/>
              <p:nvPr/>
            </p:nvSpPr>
            <p:spPr>
              <a:xfrm>
                <a:off x="7071623" y="3755083"/>
                <a:ext cx="16589" cy="16380"/>
              </a:xfrm>
              <a:custGeom>
                <a:avLst/>
                <a:gdLst/>
                <a:ahLst/>
                <a:cxnLst/>
                <a:rect l="l" t="t" r="r" b="b"/>
                <a:pathLst>
                  <a:path w="2875" h="2840" extrusionOk="0">
                    <a:moveTo>
                      <a:pt x="1" y="0"/>
                    </a:moveTo>
                    <a:lnTo>
                      <a:pt x="1" y="0"/>
                    </a:lnTo>
                    <a:cubicBezTo>
                      <a:pt x="835" y="1029"/>
                      <a:pt x="1739" y="1970"/>
                      <a:pt x="2733" y="2839"/>
                    </a:cubicBezTo>
                    <a:cubicBezTo>
                      <a:pt x="2840" y="2520"/>
                      <a:pt x="2875" y="2201"/>
                      <a:pt x="2822" y="1881"/>
                    </a:cubicBezTo>
                    <a:cubicBezTo>
                      <a:pt x="1899" y="1225"/>
                      <a:pt x="959" y="604"/>
                      <a:pt x="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6" name="Google Shape;4256;p56"/>
              <p:cNvSpPr/>
              <p:nvPr/>
            </p:nvSpPr>
            <p:spPr>
              <a:xfrm>
                <a:off x="6722575" y="4015741"/>
                <a:ext cx="1541" cy="727"/>
              </a:xfrm>
              <a:custGeom>
                <a:avLst/>
                <a:gdLst/>
                <a:ahLst/>
                <a:cxnLst/>
                <a:rect l="l" t="t" r="r" b="b"/>
                <a:pathLst>
                  <a:path w="267" h="126" extrusionOk="0">
                    <a:moveTo>
                      <a:pt x="267" y="1"/>
                    </a:moveTo>
                    <a:cubicBezTo>
                      <a:pt x="178" y="36"/>
                      <a:pt x="89" y="72"/>
                      <a:pt x="1" y="125"/>
                    </a:cubicBezTo>
                    <a:cubicBezTo>
                      <a:pt x="107" y="90"/>
                      <a:pt x="178" y="36"/>
                      <a:pt x="26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7" name="Google Shape;4257;p56"/>
              <p:cNvSpPr/>
              <p:nvPr/>
            </p:nvSpPr>
            <p:spPr>
              <a:xfrm>
                <a:off x="6772321" y="4116142"/>
                <a:ext cx="30927" cy="46769"/>
              </a:xfrm>
              <a:custGeom>
                <a:avLst/>
                <a:gdLst/>
                <a:ahLst/>
                <a:cxnLst/>
                <a:rect l="l" t="t" r="r" b="b"/>
                <a:pathLst>
                  <a:path w="5360" h="8109" extrusionOk="0">
                    <a:moveTo>
                      <a:pt x="1828" y="0"/>
                    </a:moveTo>
                    <a:lnTo>
                      <a:pt x="1" y="2946"/>
                    </a:lnTo>
                    <a:cubicBezTo>
                      <a:pt x="444" y="3762"/>
                      <a:pt x="1030" y="4738"/>
                      <a:pt x="1527" y="5785"/>
                    </a:cubicBezTo>
                    <a:cubicBezTo>
                      <a:pt x="2308" y="7328"/>
                      <a:pt x="3479" y="8091"/>
                      <a:pt x="5359" y="8109"/>
                    </a:cubicBezTo>
                    <a:cubicBezTo>
                      <a:pt x="4667" y="6689"/>
                      <a:pt x="3993" y="5625"/>
                      <a:pt x="3798" y="4205"/>
                    </a:cubicBezTo>
                    <a:cubicBezTo>
                      <a:pt x="3621" y="2768"/>
                      <a:pt x="2574" y="1491"/>
                      <a:pt x="182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258" name="Google Shape;4258;p56"/>
          <p:cNvGrpSpPr/>
          <p:nvPr/>
        </p:nvGrpSpPr>
        <p:grpSpPr>
          <a:xfrm>
            <a:off x="7843959" y="3860159"/>
            <a:ext cx="187557" cy="187557"/>
            <a:chOff x="8565775" y="671075"/>
            <a:chExt cx="441000" cy="441000"/>
          </a:xfrm>
        </p:grpSpPr>
        <p:sp>
          <p:nvSpPr>
            <p:cNvPr id="4259" name="Google Shape;4259;p56"/>
            <p:cNvSpPr/>
            <p:nvPr/>
          </p:nvSpPr>
          <p:spPr>
            <a:xfrm>
              <a:off x="8565775" y="671075"/>
              <a:ext cx="441000" cy="441000"/>
            </a:xfrm>
            <a:prstGeom prst="ellipse">
              <a:avLst/>
            </a:prstGeom>
            <a:gradFill>
              <a:gsLst>
                <a:gs pos="0">
                  <a:srgbClr val="869FB1">
                    <a:alpha val="65920"/>
                  </a:srgbClr>
                </a:gs>
                <a:gs pos="100000">
                  <a:srgbClr val="FFFFFF">
                    <a:alpha val="0"/>
                    <a:alpha val="659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0" name="Google Shape;4260;p56"/>
            <p:cNvSpPr/>
            <p:nvPr/>
          </p:nvSpPr>
          <p:spPr>
            <a:xfrm>
              <a:off x="8706625" y="811925"/>
              <a:ext cx="159300" cy="159300"/>
            </a:xfrm>
            <a:prstGeom prst="ellipse">
              <a:avLst/>
            </a:pr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261" name="Google Shape;4261;p56"/>
          <p:cNvSpPr/>
          <p:nvPr/>
        </p:nvSpPr>
        <p:spPr>
          <a:xfrm>
            <a:off x="8145173" y="3856079"/>
            <a:ext cx="193683" cy="195716"/>
          </a:xfrm>
          <a:custGeom>
            <a:avLst/>
            <a:gdLst/>
            <a:ahLst/>
            <a:cxnLst/>
            <a:rect l="l" t="t" r="r" b="b"/>
            <a:pathLst>
              <a:path w="194168" h="196207" extrusionOk="0">
                <a:moveTo>
                  <a:pt x="11576" y="0"/>
                </a:moveTo>
                <a:cubicBezTo>
                  <a:pt x="8883" y="0"/>
                  <a:pt x="6181" y="987"/>
                  <a:pt x="4103" y="3065"/>
                </a:cubicBezTo>
                <a:cubicBezTo>
                  <a:pt x="1026" y="5799"/>
                  <a:pt x="1" y="10243"/>
                  <a:pt x="1368" y="14004"/>
                </a:cubicBezTo>
                <a:lnTo>
                  <a:pt x="65293" y="189369"/>
                </a:lnTo>
                <a:cubicBezTo>
                  <a:pt x="67002" y="193471"/>
                  <a:pt x="70762" y="196206"/>
                  <a:pt x="74864" y="196206"/>
                </a:cubicBezTo>
                <a:cubicBezTo>
                  <a:pt x="79308" y="196206"/>
                  <a:pt x="83410" y="193813"/>
                  <a:pt x="85120" y="190053"/>
                </a:cubicBezTo>
                <a:lnTo>
                  <a:pt x="114176" y="124077"/>
                </a:lnTo>
                <a:cubicBezTo>
                  <a:pt x="115202" y="121342"/>
                  <a:pt x="117595" y="119291"/>
                  <a:pt x="119988" y="118266"/>
                </a:cubicBezTo>
                <a:lnTo>
                  <a:pt x="187331" y="92286"/>
                </a:lnTo>
                <a:cubicBezTo>
                  <a:pt x="191433" y="90577"/>
                  <a:pt x="193826" y="86816"/>
                  <a:pt x="193826" y="82714"/>
                </a:cubicBezTo>
                <a:cubicBezTo>
                  <a:pt x="194168" y="78270"/>
                  <a:pt x="191433" y="74510"/>
                  <a:pt x="187673" y="72801"/>
                </a:cubicBezTo>
                <a:lnTo>
                  <a:pt x="15384" y="672"/>
                </a:lnTo>
                <a:cubicBezTo>
                  <a:pt x="14163" y="228"/>
                  <a:pt x="12871" y="0"/>
                  <a:pt x="11576" y="0"/>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2" name="Google Shape;4262;p56"/>
          <p:cNvSpPr/>
          <p:nvPr/>
        </p:nvSpPr>
        <p:spPr>
          <a:xfrm flipH="1">
            <a:off x="7353412" y="3822535"/>
            <a:ext cx="178589" cy="262805"/>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263" name="Google Shape;4263;p56"/>
          <p:cNvGrpSpPr/>
          <p:nvPr/>
        </p:nvGrpSpPr>
        <p:grpSpPr>
          <a:xfrm>
            <a:off x="5997814" y="2938377"/>
            <a:ext cx="587871" cy="512373"/>
            <a:chOff x="6000100" y="3076250"/>
            <a:chExt cx="587871" cy="512373"/>
          </a:xfrm>
        </p:grpSpPr>
        <p:sp>
          <p:nvSpPr>
            <p:cNvPr id="4264" name="Google Shape;4264;p56"/>
            <p:cNvSpPr/>
            <p:nvPr/>
          </p:nvSpPr>
          <p:spPr>
            <a:xfrm>
              <a:off x="6000100" y="3076250"/>
              <a:ext cx="587871" cy="512373"/>
            </a:xfrm>
            <a:custGeom>
              <a:avLst/>
              <a:gdLst/>
              <a:ahLst/>
              <a:cxnLst/>
              <a:rect l="l" t="t" r="r" b="b"/>
              <a:pathLst>
                <a:path w="101884" h="88838" extrusionOk="0">
                  <a:moveTo>
                    <a:pt x="50272" y="0"/>
                  </a:moveTo>
                  <a:cubicBezTo>
                    <a:pt x="31897" y="0"/>
                    <a:pt x="14791" y="11087"/>
                    <a:pt x="8322" y="29000"/>
                  </a:cubicBezTo>
                  <a:cubicBezTo>
                    <a:pt x="1" y="51995"/>
                    <a:pt x="12332" y="77546"/>
                    <a:pt x="35878" y="86063"/>
                  </a:cubicBezTo>
                  <a:cubicBezTo>
                    <a:pt x="41078" y="87945"/>
                    <a:pt x="46391" y="88838"/>
                    <a:pt x="51602" y="88838"/>
                  </a:cubicBezTo>
                  <a:cubicBezTo>
                    <a:pt x="69970" y="88838"/>
                    <a:pt x="87079" y="77751"/>
                    <a:pt x="93562" y="59838"/>
                  </a:cubicBezTo>
                  <a:cubicBezTo>
                    <a:pt x="101883" y="36843"/>
                    <a:pt x="89534" y="11292"/>
                    <a:pt x="66006" y="2775"/>
                  </a:cubicBezTo>
                  <a:cubicBezTo>
                    <a:pt x="60802" y="893"/>
                    <a:pt x="55486" y="0"/>
                    <a:pt x="5027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265" name="Google Shape;4265;p56"/>
            <p:cNvGrpSpPr/>
            <p:nvPr/>
          </p:nvGrpSpPr>
          <p:grpSpPr>
            <a:xfrm>
              <a:off x="6031360" y="3076713"/>
              <a:ext cx="539107" cy="480965"/>
              <a:chOff x="6031360" y="3076713"/>
              <a:chExt cx="539107" cy="480965"/>
            </a:xfrm>
          </p:grpSpPr>
          <p:sp>
            <p:nvSpPr>
              <p:cNvPr id="4266" name="Google Shape;4266;p56"/>
              <p:cNvSpPr/>
              <p:nvPr/>
            </p:nvSpPr>
            <p:spPr>
              <a:xfrm>
                <a:off x="6160232" y="3107767"/>
                <a:ext cx="410235" cy="449911"/>
              </a:xfrm>
              <a:custGeom>
                <a:avLst/>
                <a:gdLst/>
                <a:ahLst/>
                <a:cxnLst/>
                <a:rect l="l" t="t" r="r" b="b"/>
                <a:pathLst>
                  <a:path w="71098" h="78008" extrusionOk="0">
                    <a:moveTo>
                      <a:pt x="36108" y="3531"/>
                    </a:moveTo>
                    <a:lnTo>
                      <a:pt x="36835" y="4631"/>
                    </a:lnTo>
                    <a:cubicBezTo>
                      <a:pt x="36551" y="4826"/>
                      <a:pt x="36268" y="5039"/>
                      <a:pt x="35948" y="5217"/>
                    </a:cubicBezTo>
                    <a:cubicBezTo>
                      <a:pt x="35043" y="5749"/>
                      <a:pt x="34635" y="6459"/>
                      <a:pt x="35132" y="7488"/>
                    </a:cubicBezTo>
                    <a:cubicBezTo>
                      <a:pt x="35486" y="8208"/>
                      <a:pt x="35984" y="8561"/>
                      <a:pt x="36635" y="8561"/>
                    </a:cubicBezTo>
                    <a:cubicBezTo>
                      <a:pt x="36866" y="8561"/>
                      <a:pt x="37116" y="8517"/>
                      <a:pt x="37385" y="8428"/>
                    </a:cubicBezTo>
                    <a:cubicBezTo>
                      <a:pt x="37776" y="8304"/>
                      <a:pt x="38184" y="8198"/>
                      <a:pt x="38752" y="8056"/>
                    </a:cubicBezTo>
                    <a:lnTo>
                      <a:pt x="38752" y="8056"/>
                    </a:lnTo>
                    <a:cubicBezTo>
                      <a:pt x="38412" y="9075"/>
                      <a:pt x="37909" y="9331"/>
                      <a:pt x="37373" y="9331"/>
                    </a:cubicBezTo>
                    <a:cubicBezTo>
                      <a:pt x="36833" y="9331"/>
                      <a:pt x="36258" y="9072"/>
                      <a:pt x="35779" y="9072"/>
                    </a:cubicBezTo>
                    <a:cubicBezTo>
                      <a:pt x="35690" y="9072"/>
                      <a:pt x="35604" y="9081"/>
                      <a:pt x="35522" y="9102"/>
                    </a:cubicBezTo>
                    <a:lnTo>
                      <a:pt x="33162" y="11977"/>
                    </a:lnTo>
                    <a:lnTo>
                      <a:pt x="28585" y="11037"/>
                    </a:lnTo>
                    <a:lnTo>
                      <a:pt x="31832" y="10238"/>
                    </a:lnTo>
                    <a:cubicBezTo>
                      <a:pt x="32825" y="8162"/>
                      <a:pt x="33127" y="7062"/>
                      <a:pt x="32914" y="6228"/>
                    </a:cubicBezTo>
                    <a:lnTo>
                      <a:pt x="36108" y="3531"/>
                    </a:lnTo>
                    <a:close/>
                    <a:moveTo>
                      <a:pt x="38947" y="36232"/>
                    </a:moveTo>
                    <a:lnTo>
                      <a:pt x="38947" y="36232"/>
                    </a:lnTo>
                    <a:cubicBezTo>
                      <a:pt x="40402" y="36374"/>
                      <a:pt x="40561" y="37705"/>
                      <a:pt x="41253" y="38486"/>
                    </a:cubicBezTo>
                    <a:cubicBezTo>
                      <a:pt x="40278" y="40029"/>
                      <a:pt x="42194" y="41076"/>
                      <a:pt x="41963" y="42673"/>
                    </a:cubicBezTo>
                    <a:cubicBezTo>
                      <a:pt x="41786" y="43862"/>
                      <a:pt x="42833" y="45264"/>
                      <a:pt x="43241" y="46648"/>
                    </a:cubicBezTo>
                    <a:cubicBezTo>
                      <a:pt x="43560" y="47641"/>
                      <a:pt x="43507" y="48741"/>
                      <a:pt x="43046" y="49699"/>
                    </a:cubicBezTo>
                    <a:lnTo>
                      <a:pt x="40473" y="45760"/>
                    </a:lnTo>
                    <a:cubicBezTo>
                      <a:pt x="41449" y="42726"/>
                      <a:pt x="39160" y="39728"/>
                      <a:pt x="38947" y="36232"/>
                    </a:cubicBezTo>
                    <a:close/>
                    <a:moveTo>
                      <a:pt x="36430" y="1"/>
                    </a:moveTo>
                    <a:cubicBezTo>
                      <a:pt x="35873" y="1"/>
                      <a:pt x="35316" y="87"/>
                      <a:pt x="34759" y="284"/>
                    </a:cubicBezTo>
                    <a:cubicBezTo>
                      <a:pt x="33659" y="657"/>
                      <a:pt x="32346" y="870"/>
                      <a:pt x="31885" y="2005"/>
                    </a:cubicBezTo>
                    <a:cubicBezTo>
                      <a:pt x="31264" y="3567"/>
                      <a:pt x="29809" y="3549"/>
                      <a:pt x="28656" y="3992"/>
                    </a:cubicBezTo>
                    <a:cubicBezTo>
                      <a:pt x="26331" y="4826"/>
                      <a:pt x="26012" y="5465"/>
                      <a:pt x="27006" y="7683"/>
                    </a:cubicBezTo>
                    <a:lnTo>
                      <a:pt x="29791" y="7736"/>
                    </a:lnTo>
                    <a:lnTo>
                      <a:pt x="29046" y="10327"/>
                    </a:lnTo>
                    <a:lnTo>
                      <a:pt x="28425" y="7736"/>
                    </a:lnTo>
                    <a:lnTo>
                      <a:pt x="26633" y="11143"/>
                    </a:lnTo>
                    <a:cubicBezTo>
                      <a:pt x="25746" y="11374"/>
                      <a:pt x="24734" y="11391"/>
                      <a:pt x="24113" y="11870"/>
                    </a:cubicBezTo>
                    <a:cubicBezTo>
                      <a:pt x="22960" y="12775"/>
                      <a:pt x="21328" y="12509"/>
                      <a:pt x="20352" y="13680"/>
                    </a:cubicBezTo>
                    <a:lnTo>
                      <a:pt x="19695" y="12900"/>
                    </a:lnTo>
                    <a:lnTo>
                      <a:pt x="18808" y="14106"/>
                    </a:lnTo>
                    <a:cubicBezTo>
                      <a:pt x="18523" y="13971"/>
                      <a:pt x="18518" y="13452"/>
                      <a:pt x="18160" y="13452"/>
                    </a:cubicBezTo>
                    <a:cubicBezTo>
                      <a:pt x="18049" y="13452"/>
                      <a:pt x="17905" y="13501"/>
                      <a:pt x="17708" y="13627"/>
                    </a:cubicBezTo>
                    <a:lnTo>
                      <a:pt x="18560" y="17193"/>
                    </a:lnTo>
                    <a:cubicBezTo>
                      <a:pt x="17972" y="17718"/>
                      <a:pt x="17385" y="18062"/>
                      <a:pt x="16823" y="18062"/>
                    </a:cubicBezTo>
                    <a:cubicBezTo>
                      <a:pt x="16435" y="18062"/>
                      <a:pt x="16059" y="17897"/>
                      <a:pt x="15703" y="17513"/>
                    </a:cubicBezTo>
                    <a:cubicBezTo>
                      <a:pt x="14869" y="16626"/>
                      <a:pt x="13929" y="16750"/>
                      <a:pt x="13112" y="16643"/>
                    </a:cubicBezTo>
                    <a:lnTo>
                      <a:pt x="11196" y="21381"/>
                    </a:lnTo>
                    <a:cubicBezTo>
                      <a:pt x="11922" y="22616"/>
                      <a:pt x="12753" y="22986"/>
                      <a:pt x="13632" y="22986"/>
                    </a:cubicBezTo>
                    <a:cubicBezTo>
                      <a:pt x="14835" y="22986"/>
                      <a:pt x="16130" y="22292"/>
                      <a:pt x="17371" y="22179"/>
                    </a:cubicBezTo>
                    <a:lnTo>
                      <a:pt x="17868" y="20618"/>
                    </a:lnTo>
                    <a:cubicBezTo>
                      <a:pt x="19961" y="20600"/>
                      <a:pt x="19961" y="20600"/>
                      <a:pt x="21594" y="18879"/>
                    </a:cubicBezTo>
                    <a:lnTo>
                      <a:pt x="22587" y="19784"/>
                    </a:lnTo>
                    <a:lnTo>
                      <a:pt x="24646" y="19181"/>
                    </a:lnTo>
                    <a:lnTo>
                      <a:pt x="28762" y="24788"/>
                    </a:lnTo>
                    <a:lnTo>
                      <a:pt x="24930" y="23971"/>
                    </a:lnTo>
                    <a:lnTo>
                      <a:pt x="24930" y="23971"/>
                    </a:lnTo>
                    <a:lnTo>
                      <a:pt x="26544" y="25746"/>
                    </a:lnTo>
                    <a:cubicBezTo>
                      <a:pt x="28177" y="25604"/>
                      <a:pt x="29507" y="24930"/>
                      <a:pt x="30182" y="23209"/>
                    </a:cubicBezTo>
                    <a:cubicBezTo>
                      <a:pt x="29738" y="22747"/>
                      <a:pt x="29365" y="22321"/>
                      <a:pt x="28957" y="21949"/>
                    </a:cubicBezTo>
                    <a:cubicBezTo>
                      <a:pt x="28017" y="21150"/>
                      <a:pt x="27165" y="20352"/>
                      <a:pt x="27502" y="18400"/>
                    </a:cubicBezTo>
                    <a:lnTo>
                      <a:pt x="27502" y="18400"/>
                    </a:lnTo>
                    <a:cubicBezTo>
                      <a:pt x="28336" y="19678"/>
                      <a:pt x="28709" y="20902"/>
                      <a:pt x="29472" y="21239"/>
                    </a:cubicBezTo>
                    <a:cubicBezTo>
                      <a:pt x="30678" y="21771"/>
                      <a:pt x="30785" y="22641"/>
                      <a:pt x="30927" y="23617"/>
                    </a:cubicBezTo>
                    <a:cubicBezTo>
                      <a:pt x="31016" y="24255"/>
                      <a:pt x="30874" y="24965"/>
                      <a:pt x="31087" y="25551"/>
                    </a:cubicBezTo>
                    <a:cubicBezTo>
                      <a:pt x="31282" y="26083"/>
                      <a:pt x="31832" y="26473"/>
                      <a:pt x="32187" y="26952"/>
                    </a:cubicBezTo>
                    <a:cubicBezTo>
                      <a:pt x="32275" y="27077"/>
                      <a:pt x="32329" y="27236"/>
                      <a:pt x="32329" y="27396"/>
                    </a:cubicBezTo>
                    <a:lnTo>
                      <a:pt x="34369" y="26225"/>
                    </a:lnTo>
                    <a:cubicBezTo>
                      <a:pt x="33860" y="25322"/>
                      <a:pt x="33670" y="24632"/>
                      <a:pt x="34867" y="24632"/>
                    </a:cubicBezTo>
                    <a:cubicBezTo>
                      <a:pt x="34964" y="24632"/>
                      <a:pt x="35070" y="24636"/>
                      <a:pt x="35185" y="24646"/>
                    </a:cubicBezTo>
                    <a:cubicBezTo>
                      <a:pt x="35416" y="25462"/>
                      <a:pt x="35718" y="26189"/>
                      <a:pt x="35753" y="26917"/>
                    </a:cubicBezTo>
                    <a:cubicBezTo>
                      <a:pt x="35859" y="28390"/>
                      <a:pt x="37013" y="29011"/>
                      <a:pt x="38024" y="29224"/>
                    </a:cubicBezTo>
                    <a:cubicBezTo>
                      <a:pt x="38126" y="29247"/>
                      <a:pt x="38227" y="29254"/>
                      <a:pt x="38330" y="29254"/>
                    </a:cubicBezTo>
                    <a:cubicBezTo>
                      <a:pt x="38476" y="29254"/>
                      <a:pt x="38623" y="29240"/>
                      <a:pt x="38773" y="29240"/>
                    </a:cubicBezTo>
                    <a:cubicBezTo>
                      <a:pt x="39073" y="29240"/>
                      <a:pt x="39384" y="29296"/>
                      <a:pt x="39710" y="29632"/>
                    </a:cubicBezTo>
                    <a:cubicBezTo>
                      <a:pt x="39812" y="29734"/>
                      <a:pt x="39986" y="29769"/>
                      <a:pt x="40202" y="29769"/>
                    </a:cubicBezTo>
                    <a:cubicBezTo>
                      <a:pt x="40620" y="29769"/>
                      <a:pt x="41193" y="29637"/>
                      <a:pt x="41697" y="29614"/>
                    </a:cubicBezTo>
                    <a:lnTo>
                      <a:pt x="41697" y="29614"/>
                    </a:lnTo>
                    <a:cubicBezTo>
                      <a:pt x="41182" y="31175"/>
                      <a:pt x="41608" y="32825"/>
                      <a:pt x="39657" y="33517"/>
                    </a:cubicBezTo>
                    <a:cubicBezTo>
                      <a:pt x="37368" y="32683"/>
                      <a:pt x="34369" y="33198"/>
                      <a:pt x="32488" y="30608"/>
                    </a:cubicBezTo>
                    <a:cubicBezTo>
                      <a:pt x="32240" y="30253"/>
                      <a:pt x="31388" y="30306"/>
                      <a:pt x="30820" y="30217"/>
                    </a:cubicBezTo>
                    <a:cubicBezTo>
                      <a:pt x="30607" y="30217"/>
                      <a:pt x="30395" y="30270"/>
                      <a:pt x="30182" y="30324"/>
                    </a:cubicBezTo>
                    <a:lnTo>
                      <a:pt x="29507" y="32151"/>
                    </a:lnTo>
                    <a:cubicBezTo>
                      <a:pt x="27875" y="31246"/>
                      <a:pt x="26686" y="29969"/>
                      <a:pt x="25373" y="29259"/>
                    </a:cubicBezTo>
                    <a:cubicBezTo>
                      <a:pt x="23918" y="28496"/>
                      <a:pt x="23794" y="27431"/>
                      <a:pt x="23794" y="26456"/>
                    </a:cubicBezTo>
                    <a:cubicBezTo>
                      <a:pt x="23808" y="24745"/>
                      <a:pt x="23906" y="24354"/>
                      <a:pt x="23055" y="24354"/>
                    </a:cubicBezTo>
                    <a:cubicBezTo>
                      <a:pt x="22802" y="24354"/>
                      <a:pt x="22466" y="24388"/>
                      <a:pt x="22020" y="24433"/>
                    </a:cubicBezTo>
                    <a:cubicBezTo>
                      <a:pt x="21712" y="24458"/>
                      <a:pt x="21377" y="24558"/>
                      <a:pt x="21074" y="24558"/>
                    </a:cubicBezTo>
                    <a:cubicBezTo>
                      <a:pt x="20958" y="24558"/>
                      <a:pt x="20846" y="24543"/>
                      <a:pt x="20742" y="24504"/>
                    </a:cubicBezTo>
                    <a:cubicBezTo>
                      <a:pt x="20157" y="24291"/>
                      <a:pt x="19678" y="23670"/>
                      <a:pt x="19092" y="23546"/>
                    </a:cubicBezTo>
                    <a:cubicBezTo>
                      <a:pt x="19019" y="23530"/>
                      <a:pt x="18944" y="23524"/>
                      <a:pt x="18868" y="23524"/>
                    </a:cubicBezTo>
                    <a:cubicBezTo>
                      <a:pt x="18388" y="23524"/>
                      <a:pt x="17849" y="23788"/>
                      <a:pt x="17363" y="23788"/>
                    </a:cubicBezTo>
                    <a:cubicBezTo>
                      <a:pt x="17305" y="23788"/>
                      <a:pt x="17249" y="23784"/>
                      <a:pt x="17193" y="23776"/>
                    </a:cubicBezTo>
                    <a:cubicBezTo>
                      <a:pt x="17025" y="23751"/>
                      <a:pt x="16855" y="23741"/>
                      <a:pt x="16686" y="23741"/>
                    </a:cubicBezTo>
                    <a:cubicBezTo>
                      <a:pt x="15885" y="23741"/>
                      <a:pt x="15077" y="23971"/>
                      <a:pt x="14280" y="23971"/>
                    </a:cubicBezTo>
                    <a:cubicBezTo>
                      <a:pt x="13809" y="23971"/>
                      <a:pt x="13342" y="23890"/>
                      <a:pt x="12882" y="23634"/>
                    </a:cubicBezTo>
                    <a:cubicBezTo>
                      <a:pt x="12688" y="23891"/>
                      <a:pt x="12389" y="23939"/>
                      <a:pt x="12067" y="23939"/>
                    </a:cubicBezTo>
                    <a:cubicBezTo>
                      <a:pt x="11878" y="23939"/>
                      <a:pt x="11682" y="23923"/>
                      <a:pt x="11494" y="23923"/>
                    </a:cubicBezTo>
                    <a:cubicBezTo>
                      <a:pt x="11005" y="23923"/>
                      <a:pt x="10573" y="24032"/>
                      <a:pt x="10486" y="24823"/>
                    </a:cubicBezTo>
                    <a:cubicBezTo>
                      <a:pt x="8943" y="25125"/>
                      <a:pt x="8925" y="26935"/>
                      <a:pt x="7594" y="27644"/>
                    </a:cubicBezTo>
                    <a:cubicBezTo>
                      <a:pt x="6636" y="28159"/>
                      <a:pt x="5270" y="28461"/>
                      <a:pt x="4720" y="29365"/>
                    </a:cubicBezTo>
                    <a:cubicBezTo>
                      <a:pt x="3992" y="30554"/>
                      <a:pt x="2733" y="30874"/>
                      <a:pt x="1899" y="31779"/>
                    </a:cubicBezTo>
                    <a:cubicBezTo>
                      <a:pt x="1420" y="32311"/>
                      <a:pt x="1100" y="33021"/>
                      <a:pt x="692" y="33695"/>
                    </a:cubicBezTo>
                    <a:lnTo>
                      <a:pt x="2058" y="34529"/>
                    </a:lnTo>
                    <a:lnTo>
                      <a:pt x="0" y="40331"/>
                    </a:lnTo>
                    <a:cubicBezTo>
                      <a:pt x="568" y="41839"/>
                      <a:pt x="1828" y="42460"/>
                      <a:pt x="1579" y="43844"/>
                    </a:cubicBezTo>
                    <a:cubicBezTo>
                      <a:pt x="1526" y="44093"/>
                      <a:pt x="4542" y="47659"/>
                      <a:pt x="4720" y="47677"/>
                    </a:cubicBezTo>
                    <a:cubicBezTo>
                      <a:pt x="6407" y="47823"/>
                      <a:pt x="7973" y="48589"/>
                      <a:pt x="9698" y="48589"/>
                    </a:cubicBezTo>
                    <a:cubicBezTo>
                      <a:pt x="10059" y="48589"/>
                      <a:pt x="10428" y="48555"/>
                      <a:pt x="10806" y="48475"/>
                    </a:cubicBezTo>
                    <a:cubicBezTo>
                      <a:pt x="10987" y="48438"/>
                      <a:pt x="11194" y="48420"/>
                      <a:pt x="11413" y="48420"/>
                    </a:cubicBezTo>
                    <a:cubicBezTo>
                      <a:pt x="12352" y="48420"/>
                      <a:pt x="13516" y="48748"/>
                      <a:pt x="13875" y="49309"/>
                    </a:cubicBezTo>
                    <a:cubicBezTo>
                      <a:pt x="14692" y="50587"/>
                      <a:pt x="15916" y="50622"/>
                      <a:pt x="17140" y="51048"/>
                    </a:cubicBezTo>
                    <a:lnTo>
                      <a:pt x="16076" y="56140"/>
                    </a:lnTo>
                    <a:cubicBezTo>
                      <a:pt x="17477" y="57542"/>
                      <a:pt x="16874" y="59405"/>
                      <a:pt x="17513" y="60896"/>
                    </a:cubicBezTo>
                    <a:cubicBezTo>
                      <a:pt x="17939" y="61907"/>
                      <a:pt x="17566" y="62439"/>
                      <a:pt x="17105" y="63291"/>
                    </a:cubicBezTo>
                    <a:cubicBezTo>
                      <a:pt x="16484" y="64409"/>
                      <a:pt x="14922" y="65544"/>
                      <a:pt x="15526" y="66751"/>
                    </a:cubicBezTo>
                    <a:cubicBezTo>
                      <a:pt x="16359" y="68454"/>
                      <a:pt x="16218" y="70264"/>
                      <a:pt x="16218" y="71879"/>
                    </a:cubicBezTo>
                    <a:cubicBezTo>
                      <a:pt x="16218" y="73795"/>
                      <a:pt x="17726" y="75427"/>
                      <a:pt x="16697" y="77361"/>
                    </a:cubicBezTo>
                    <a:cubicBezTo>
                      <a:pt x="17566" y="77539"/>
                      <a:pt x="18134" y="77610"/>
                      <a:pt x="18684" y="77787"/>
                    </a:cubicBezTo>
                    <a:cubicBezTo>
                      <a:pt x="19160" y="77941"/>
                      <a:pt x="19615" y="78007"/>
                      <a:pt x="20054" y="78007"/>
                    </a:cubicBezTo>
                    <a:cubicBezTo>
                      <a:pt x="21942" y="78007"/>
                      <a:pt x="23543" y="76798"/>
                      <a:pt x="25284" y="76208"/>
                    </a:cubicBezTo>
                    <a:cubicBezTo>
                      <a:pt x="25497" y="74416"/>
                      <a:pt x="27183" y="74310"/>
                      <a:pt x="28336" y="73671"/>
                    </a:cubicBezTo>
                    <a:cubicBezTo>
                      <a:pt x="29472" y="73032"/>
                      <a:pt x="29064" y="71826"/>
                      <a:pt x="29436" y="71240"/>
                    </a:cubicBezTo>
                    <a:cubicBezTo>
                      <a:pt x="30359" y="70814"/>
                      <a:pt x="31051" y="70495"/>
                      <a:pt x="31761" y="70175"/>
                    </a:cubicBezTo>
                    <a:cubicBezTo>
                      <a:pt x="32701" y="69750"/>
                      <a:pt x="34032" y="69998"/>
                      <a:pt x="34351" y="68472"/>
                    </a:cubicBezTo>
                    <a:cubicBezTo>
                      <a:pt x="34564" y="67407"/>
                      <a:pt x="35593" y="66680"/>
                      <a:pt x="35682" y="65456"/>
                    </a:cubicBezTo>
                    <a:cubicBezTo>
                      <a:pt x="35789" y="64196"/>
                      <a:pt x="36179" y="62972"/>
                      <a:pt x="36427" y="61783"/>
                    </a:cubicBezTo>
                    <a:cubicBezTo>
                      <a:pt x="38255" y="60576"/>
                      <a:pt x="39869" y="58979"/>
                      <a:pt x="41786" y="58376"/>
                    </a:cubicBezTo>
                    <a:cubicBezTo>
                      <a:pt x="44997" y="57365"/>
                      <a:pt x="46843" y="55306"/>
                      <a:pt x="48156" y="52432"/>
                    </a:cubicBezTo>
                    <a:cubicBezTo>
                      <a:pt x="47847" y="52304"/>
                      <a:pt x="47534" y="52259"/>
                      <a:pt x="47221" y="52259"/>
                    </a:cubicBezTo>
                    <a:cubicBezTo>
                      <a:pt x="46487" y="52259"/>
                      <a:pt x="45750" y="52505"/>
                      <a:pt x="45050" y="52505"/>
                    </a:cubicBezTo>
                    <a:cubicBezTo>
                      <a:pt x="44519" y="52505"/>
                      <a:pt x="44011" y="52363"/>
                      <a:pt x="43542" y="51864"/>
                    </a:cubicBezTo>
                    <a:cubicBezTo>
                      <a:pt x="44838" y="50108"/>
                      <a:pt x="44909" y="50037"/>
                      <a:pt x="46293" y="49859"/>
                    </a:cubicBezTo>
                    <a:cubicBezTo>
                      <a:pt x="49646" y="49451"/>
                      <a:pt x="52822" y="48599"/>
                      <a:pt x="55395" y="46222"/>
                    </a:cubicBezTo>
                    <a:cubicBezTo>
                      <a:pt x="55484" y="45760"/>
                      <a:pt x="55697" y="45281"/>
                      <a:pt x="55643" y="44838"/>
                    </a:cubicBezTo>
                    <a:cubicBezTo>
                      <a:pt x="55519" y="44022"/>
                      <a:pt x="55359" y="43205"/>
                      <a:pt x="55164" y="42389"/>
                    </a:cubicBezTo>
                    <a:lnTo>
                      <a:pt x="54224" y="42886"/>
                    </a:lnTo>
                    <a:lnTo>
                      <a:pt x="53887" y="41254"/>
                    </a:lnTo>
                    <a:lnTo>
                      <a:pt x="53017" y="42655"/>
                    </a:lnTo>
                    <a:cubicBezTo>
                      <a:pt x="51775" y="40810"/>
                      <a:pt x="49327" y="39763"/>
                      <a:pt x="49735" y="36906"/>
                    </a:cubicBezTo>
                    <a:lnTo>
                      <a:pt x="49735" y="36906"/>
                    </a:lnTo>
                    <a:cubicBezTo>
                      <a:pt x="51738" y="37643"/>
                      <a:pt x="51709" y="40841"/>
                      <a:pt x="54224" y="40841"/>
                    </a:cubicBezTo>
                    <a:cubicBezTo>
                      <a:pt x="54315" y="40841"/>
                      <a:pt x="54410" y="40836"/>
                      <a:pt x="54508" y="40828"/>
                    </a:cubicBezTo>
                    <a:cubicBezTo>
                      <a:pt x="55927" y="42620"/>
                      <a:pt x="57968" y="43134"/>
                      <a:pt x="59831" y="43365"/>
                    </a:cubicBezTo>
                    <a:lnTo>
                      <a:pt x="61091" y="47286"/>
                    </a:lnTo>
                    <a:lnTo>
                      <a:pt x="62244" y="46683"/>
                    </a:lnTo>
                    <a:lnTo>
                      <a:pt x="61215" y="57010"/>
                    </a:lnTo>
                    <a:cubicBezTo>
                      <a:pt x="61641" y="57382"/>
                      <a:pt x="62102" y="57613"/>
                      <a:pt x="62208" y="57950"/>
                    </a:cubicBezTo>
                    <a:cubicBezTo>
                      <a:pt x="62350" y="58411"/>
                      <a:pt x="62226" y="58944"/>
                      <a:pt x="62226" y="59547"/>
                    </a:cubicBezTo>
                    <a:cubicBezTo>
                      <a:pt x="64054" y="58323"/>
                      <a:pt x="61783" y="56531"/>
                      <a:pt x="63397" y="55164"/>
                    </a:cubicBezTo>
                    <a:cubicBezTo>
                      <a:pt x="64338" y="54348"/>
                      <a:pt x="63894" y="52503"/>
                      <a:pt x="65420" y="51421"/>
                    </a:cubicBezTo>
                    <a:cubicBezTo>
                      <a:pt x="66236" y="50835"/>
                      <a:pt x="66627" y="49575"/>
                      <a:pt x="67407" y="48670"/>
                    </a:cubicBezTo>
                    <a:cubicBezTo>
                      <a:pt x="71098" y="31370"/>
                      <a:pt x="63805" y="13556"/>
                      <a:pt x="49451" y="3265"/>
                    </a:cubicBezTo>
                    <a:lnTo>
                      <a:pt x="47836" y="4223"/>
                    </a:lnTo>
                    <a:lnTo>
                      <a:pt x="47286" y="3425"/>
                    </a:lnTo>
                    <a:lnTo>
                      <a:pt x="45068" y="5465"/>
                    </a:lnTo>
                    <a:lnTo>
                      <a:pt x="44802" y="2963"/>
                    </a:lnTo>
                    <a:cubicBezTo>
                      <a:pt x="44483" y="4383"/>
                      <a:pt x="44412" y="5554"/>
                      <a:pt x="43383" y="6193"/>
                    </a:cubicBezTo>
                    <a:lnTo>
                      <a:pt x="41094" y="4844"/>
                    </a:lnTo>
                    <a:lnTo>
                      <a:pt x="41253" y="4702"/>
                    </a:lnTo>
                    <a:lnTo>
                      <a:pt x="43436" y="4525"/>
                    </a:lnTo>
                    <a:cubicBezTo>
                      <a:pt x="43312" y="3975"/>
                      <a:pt x="43329" y="3673"/>
                      <a:pt x="43205" y="3567"/>
                    </a:cubicBezTo>
                    <a:cubicBezTo>
                      <a:pt x="41857" y="2502"/>
                      <a:pt x="40153" y="1934"/>
                      <a:pt x="38929" y="657"/>
                    </a:cubicBezTo>
                    <a:cubicBezTo>
                      <a:pt x="38787" y="497"/>
                      <a:pt x="38592" y="390"/>
                      <a:pt x="38379" y="319"/>
                    </a:cubicBezTo>
                    <a:cubicBezTo>
                      <a:pt x="37729" y="119"/>
                      <a:pt x="37080" y="1"/>
                      <a:pt x="3643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7" name="Google Shape;4267;p56"/>
              <p:cNvSpPr/>
              <p:nvPr/>
            </p:nvSpPr>
            <p:spPr>
              <a:xfrm>
                <a:off x="6031360" y="3319580"/>
                <a:ext cx="62149" cy="151155"/>
              </a:xfrm>
              <a:custGeom>
                <a:avLst/>
                <a:gdLst/>
                <a:ahLst/>
                <a:cxnLst/>
                <a:rect l="l" t="t" r="r" b="b"/>
                <a:pathLst>
                  <a:path w="10771" h="26208" extrusionOk="0">
                    <a:moveTo>
                      <a:pt x="266" y="1"/>
                    </a:moveTo>
                    <a:lnTo>
                      <a:pt x="266" y="1"/>
                    </a:lnTo>
                    <a:cubicBezTo>
                      <a:pt x="0" y="9316"/>
                      <a:pt x="2679" y="18489"/>
                      <a:pt x="7914" y="26208"/>
                    </a:cubicBezTo>
                    <a:lnTo>
                      <a:pt x="9014" y="25995"/>
                    </a:lnTo>
                    <a:cubicBezTo>
                      <a:pt x="9954" y="24078"/>
                      <a:pt x="9617" y="22073"/>
                      <a:pt x="9475" y="20068"/>
                    </a:cubicBezTo>
                    <a:cubicBezTo>
                      <a:pt x="9422" y="19412"/>
                      <a:pt x="9120" y="18347"/>
                      <a:pt x="9386" y="18188"/>
                    </a:cubicBezTo>
                    <a:cubicBezTo>
                      <a:pt x="10753" y="17336"/>
                      <a:pt x="10274" y="15881"/>
                      <a:pt x="10770" y="14834"/>
                    </a:cubicBezTo>
                    <a:cubicBezTo>
                      <a:pt x="9777" y="13415"/>
                      <a:pt x="8890" y="12137"/>
                      <a:pt x="7328" y="11161"/>
                    </a:cubicBezTo>
                    <a:cubicBezTo>
                      <a:pt x="5270" y="9901"/>
                      <a:pt x="3194" y="8216"/>
                      <a:pt x="3247" y="5235"/>
                    </a:cubicBezTo>
                    <a:cubicBezTo>
                      <a:pt x="3265" y="4649"/>
                      <a:pt x="2999" y="3709"/>
                      <a:pt x="2591" y="3514"/>
                    </a:cubicBezTo>
                    <a:cubicBezTo>
                      <a:pt x="1295" y="2893"/>
                      <a:pt x="479" y="1562"/>
                      <a:pt x="408" y="604"/>
                    </a:cubicBezTo>
                    <a:cubicBezTo>
                      <a:pt x="373" y="391"/>
                      <a:pt x="337" y="196"/>
                      <a:pt x="26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8" name="Google Shape;4268;p56"/>
              <p:cNvSpPr/>
              <p:nvPr/>
            </p:nvSpPr>
            <p:spPr>
              <a:xfrm>
                <a:off x="6189159" y="3076713"/>
                <a:ext cx="117131" cy="35868"/>
              </a:xfrm>
              <a:custGeom>
                <a:avLst/>
                <a:gdLst/>
                <a:ahLst/>
                <a:cxnLst/>
                <a:rect l="l" t="t" r="r" b="b"/>
                <a:pathLst>
                  <a:path w="20300" h="6219" extrusionOk="0">
                    <a:moveTo>
                      <a:pt x="17629" y="0"/>
                    </a:moveTo>
                    <a:cubicBezTo>
                      <a:pt x="12187" y="0"/>
                      <a:pt x="6775" y="976"/>
                      <a:pt x="1651" y="2882"/>
                    </a:cubicBezTo>
                    <a:cubicBezTo>
                      <a:pt x="1207" y="3344"/>
                      <a:pt x="764" y="3823"/>
                      <a:pt x="302" y="4266"/>
                    </a:cubicBezTo>
                    <a:cubicBezTo>
                      <a:pt x="1" y="4568"/>
                      <a:pt x="231" y="5402"/>
                      <a:pt x="214" y="6218"/>
                    </a:cubicBezTo>
                    <a:cubicBezTo>
                      <a:pt x="1402" y="5473"/>
                      <a:pt x="2201" y="4834"/>
                      <a:pt x="3141" y="4408"/>
                    </a:cubicBezTo>
                    <a:cubicBezTo>
                      <a:pt x="5525" y="3347"/>
                      <a:pt x="8003" y="2632"/>
                      <a:pt x="10607" y="2632"/>
                    </a:cubicBezTo>
                    <a:cubicBezTo>
                      <a:pt x="11182" y="2632"/>
                      <a:pt x="11763" y="2666"/>
                      <a:pt x="12350" y="2740"/>
                    </a:cubicBezTo>
                    <a:cubicBezTo>
                      <a:pt x="12586" y="2362"/>
                      <a:pt x="12876" y="2257"/>
                      <a:pt x="13186" y="2257"/>
                    </a:cubicBezTo>
                    <a:cubicBezTo>
                      <a:pt x="13571" y="2257"/>
                      <a:pt x="13986" y="2419"/>
                      <a:pt x="14364" y="2419"/>
                    </a:cubicBezTo>
                    <a:cubicBezTo>
                      <a:pt x="14550" y="2419"/>
                      <a:pt x="14727" y="2379"/>
                      <a:pt x="14887" y="2261"/>
                    </a:cubicBezTo>
                    <a:cubicBezTo>
                      <a:pt x="16502" y="1072"/>
                      <a:pt x="18472" y="718"/>
                      <a:pt x="20299" y="79"/>
                    </a:cubicBezTo>
                    <a:cubicBezTo>
                      <a:pt x="19409" y="26"/>
                      <a:pt x="18519" y="0"/>
                      <a:pt x="1762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9" name="Google Shape;4269;p56"/>
              <p:cNvSpPr/>
              <p:nvPr/>
            </p:nvSpPr>
            <p:spPr>
              <a:xfrm>
                <a:off x="6350006" y="3503923"/>
                <a:ext cx="45156" cy="42581"/>
              </a:xfrm>
              <a:custGeom>
                <a:avLst/>
                <a:gdLst/>
                <a:ahLst/>
                <a:cxnLst/>
                <a:rect l="l" t="t" r="r" b="b"/>
                <a:pathLst>
                  <a:path w="7826" h="7383" extrusionOk="0">
                    <a:moveTo>
                      <a:pt x="7648" y="1"/>
                    </a:moveTo>
                    <a:lnTo>
                      <a:pt x="7648" y="1"/>
                    </a:lnTo>
                    <a:cubicBezTo>
                      <a:pt x="6488" y="417"/>
                      <a:pt x="5728" y="1543"/>
                      <a:pt x="4541" y="1543"/>
                    </a:cubicBezTo>
                    <a:cubicBezTo>
                      <a:pt x="4311" y="1543"/>
                      <a:pt x="4065" y="1501"/>
                      <a:pt x="3797" y="1403"/>
                    </a:cubicBezTo>
                    <a:cubicBezTo>
                      <a:pt x="3766" y="1397"/>
                      <a:pt x="3735" y="1395"/>
                      <a:pt x="3704" y="1395"/>
                    </a:cubicBezTo>
                    <a:cubicBezTo>
                      <a:pt x="3523" y="1395"/>
                      <a:pt x="3348" y="1482"/>
                      <a:pt x="3212" y="1633"/>
                    </a:cubicBezTo>
                    <a:cubicBezTo>
                      <a:pt x="2520" y="3567"/>
                      <a:pt x="142" y="4490"/>
                      <a:pt x="0" y="7045"/>
                    </a:cubicBezTo>
                    <a:lnTo>
                      <a:pt x="1633" y="7382"/>
                    </a:lnTo>
                    <a:cubicBezTo>
                      <a:pt x="2662" y="6353"/>
                      <a:pt x="3655" y="5306"/>
                      <a:pt x="4844" y="4419"/>
                    </a:cubicBezTo>
                    <a:cubicBezTo>
                      <a:pt x="6211" y="3390"/>
                      <a:pt x="7825" y="2219"/>
                      <a:pt x="764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0" name="Google Shape;4270;p56"/>
              <p:cNvSpPr/>
              <p:nvPr/>
            </p:nvSpPr>
            <p:spPr>
              <a:xfrm>
                <a:off x="6262180" y="3141947"/>
                <a:ext cx="28469" cy="38688"/>
              </a:xfrm>
              <a:custGeom>
                <a:avLst/>
                <a:gdLst/>
                <a:ahLst/>
                <a:cxnLst/>
                <a:rect l="l" t="t" r="r" b="b"/>
                <a:pathLst>
                  <a:path w="4934" h="6708" extrusionOk="0">
                    <a:moveTo>
                      <a:pt x="2094" y="0"/>
                    </a:moveTo>
                    <a:lnTo>
                      <a:pt x="2094" y="0"/>
                    </a:lnTo>
                    <a:cubicBezTo>
                      <a:pt x="0" y="1420"/>
                      <a:pt x="3052" y="2467"/>
                      <a:pt x="1988" y="4454"/>
                    </a:cubicBezTo>
                    <a:lnTo>
                      <a:pt x="817" y="4756"/>
                    </a:lnTo>
                    <a:cubicBezTo>
                      <a:pt x="1243" y="6707"/>
                      <a:pt x="2822" y="6228"/>
                      <a:pt x="3851" y="6619"/>
                    </a:cubicBezTo>
                    <a:lnTo>
                      <a:pt x="4933" y="5430"/>
                    </a:lnTo>
                    <a:cubicBezTo>
                      <a:pt x="4685" y="3993"/>
                      <a:pt x="2768" y="2875"/>
                      <a:pt x="4206" y="1207"/>
                    </a:cubicBezTo>
                    <a:cubicBezTo>
                      <a:pt x="3883" y="979"/>
                      <a:pt x="3846" y="221"/>
                      <a:pt x="3400" y="221"/>
                    </a:cubicBezTo>
                    <a:cubicBezTo>
                      <a:pt x="3257" y="221"/>
                      <a:pt x="3072" y="299"/>
                      <a:pt x="2822" y="497"/>
                    </a:cubicBezTo>
                    <a:cubicBezTo>
                      <a:pt x="2815" y="502"/>
                      <a:pt x="2807" y="505"/>
                      <a:pt x="2796" y="505"/>
                    </a:cubicBezTo>
                    <a:cubicBezTo>
                      <a:pt x="2667" y="505"/>
                      <a:pt x="2259" y="115"/>
                      <a:pt x="209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1" name="Google Shape;4271;p56"/>
              <p:cNvSpPr/>
              <p:nvPr/>
            </p:nvSpPr>
            <p:spPr>
              <a:xfrm>
                <a:off x="6251907" y="3101042"/>
                <a:ext cx="26011" cy="13686"/>
              </a:xfrm>
              <a:custGeom>
                <a:avLst/>
                <a:gdLst/>
                <a:ahLst/>
                <a:cxnLst/>
                <a:rect l="l" t="t" r="r" b="b"/>
                <a:pathLst>
                  <a:path w="4508" h="2373" extrusionOk="0">
                    <a:moveTo>
                      <a:pt x="1606" y="0"/>
                    </a:moveTo>
                    <a:cubicBezTo>
                      <a:pt x="1091" y="0"/>
                      <a:pt x="558" y="171"/>
                      <a:pt x="0" y="723"/>
                    </a:cubicBezTo>
                    <a:cubicBezTo>
                      <a:pt x="430" y="1555"/>
                      <a:pt x="972" y="2195"/>
                      <a:pt x="1679" y="2195"/>
                    </a:cubicBezTo>
                    <a:cubicBezTo>
                      <a:pt x="1906" y="2195"/>
                      <a:pt x="2151" y="2129"/>
                      <a:pt x="2414" y="1982"/>
                    </a:cubicBezTo>
                    <a:cubicBezTo>
                      <a:pt x="2981" y="1663"/>
                      <a:pt x="4507" y="2373"/>
                      <a:pt x="4064" y="456"/>
                    </a:cubicBezTo>
                    <a:lnTo>
                      <a:pt x="4064" y="456"/>
                    </a:lnTo>
                    <a:cubicBezTo>
                      <a:pt x="4046" y="457"/>
                      <a:pt x="4028" y="457"/>
                      <a:pt x="4010" y="457"/>
                    </a:cubicBezTo>
                    <a:cubicBezTo>
                      <a:pt x="3239" y="457"/>
                      <a:pt x="2447" y="0"/>
                      <a:pt x="160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2" name="Google Shape;4272;p56"/>
              <p:cNvSpPr/>
              <p:nvPr/>
            </p:nvSpPr>
            <p:spPr>
              <a:xfrm>
                <a:off x="6250613" y="3155645"/>
                <a:ext cx="21609" cy="17008"/>
              </a:xfrm>
              <a:custGeom>
                <a:avLst/>
                <a:gdLst/>
                <a:ahLst/>
                <a:cxnLst/>
                <a:rect l="l" t="t" r="r" b="b"/>
                <a:pathLst>
                  <a:path w="3745" h="2949" extrusionOk="0">
                    <a:moveTo>
                      <a:pt x="1345" y="1"/>
                    </a:moveTo>
                    <a:cubicBezTo>
                      <a:pt x="985" y="1"/>
                      <a:pt x="770" y="142"/>
                      <a:pt x="568" y="429"/>
                    </a:cubicBezTo>
                    <a:cubicBezTo>
                      <a:pt x="213" y="943"/>
                      <a:pt x="249" y="1706"/>
                      <a:pt x="0" y="2948"/>
                    </a:cubicBezTo>
                    <a:lnTo>
                      <a:pt x="3744" y="695"/>
                    </a:lnTo>
                    <a:cubicBezTo>
                      <a:pt x="2515" y="235"/>
                      <a:pt x="1810" y="1"/>
                      <a:pt x="134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273" name="Google Shape;4273;p56"/>
          <p:cNvGrpSpPr/>
          <p:nvPr/>
        </p:nvGrpSpPr>
        <p:grpSpPr>
          <a:xfrm>
            <a:off x="3416805" y="919691"/>
            <a:ext cx="2310381" cy="1488888"/>
            <a:chOff x="229225" y="549050"/>
            <a:chExt cx="7161750" cy="4615275"/>
          </a:xfrm>
        </p:grpSpPr>
        <p:sp>
          <p:nvSpPr>
            <p:cNvPr id="4274" name="Google Shape;4274;p56"/>
            <p:cNvSpPr/>
            <p:nvPr/>
          </p:nvSpPr>
          <p:spPr>
            <a:xfrm>
              <a:off x="627425" y="2326500"/>
              <a:ext cx="1488625" cy="1368700"/>
            </a:xfrm>
            <a:custGeom>
              <a:avLst/>
              <a:gdLst/>
              <a:ahLst/>
              <a:cxnLst/>
              <a:rect l="l" t="t" r="r" b="b"/>
              <a:pathLst>
                <a:path w="59545" h="54748" extrusionOk="0">
                  <a:moveTo>
                    <a:pt x="5992" y="0"/>
                  </a:moveTo>
                  <a:cubicBezTo>
                    <a:pt x="5592" y="0"/>
                    <a:pt x="5194" y="84"/>
                    <a:pt x="4807" y="273"/>
                  </a:cubicBezTo>
                  <a:cubicBezTo>
                    <a:pt x="3416" y="951"/>
                    <a:pt x="2616" y="2256"/>
                    <a:pt x="1629" y="3414"/>
                  </a:cubicBezTo>
                  <a:cubicBezTo>
                    <a:pt x="852" y="4326"/>
                    <a:pt x="353" y="4825"/>
                    <a:pt x="1" y="5082"/>
                  </a:cubicBezTo>
                  <a:cubicBezTo>
                    <a:pt x="973" y="4476"/>
                    <a:pt x="1889" y="3789"/>
                    <a:pt x="2683" y="2859"/>
                  </a:cubicBezTo>
                  <a:cubicBezTo>
                    <a:pt x="3861" y="1479"/>
                    <a:pt x="4985" y="934"/>
                    <a:pt x="6056" y="934"/>
                  </a:cubicBezTo>
                  <a:cubicBezTo>
                    <a:pt x="8542" y="934"/>
                    <a:pt x="10743" y="3871"/>
                    <a:pt x="12680" y="6136"/>
                  </a:cubicBezTo>
                  <a:cubicBezTo>
                    <a:pt x="14851" y="8677"/>
                    <a:pt x="17660" y="9566"/>
                    <a:pt x="19112" y="12886"/>
                  </a:cubicBezTo>
                  <a:cubicBezTo>
                    <a:pt x="19886" y="14656"/>
                    <a:pt x="21431" y="16154"/>
                    <a:pt x="22490" y="17759"/>
                  </a:cubicBezTo>
                  <a:cubicBezTo>
                    <a:pt x="23507" y="19301"/>
                    <a:pt x="22210" y="21616"/>
                    <a:pt x="21901" y="23187"/>
                  </a:cubicBezTo>
                  <a:cubicBezTo>
                    <a:pt x="21566" y="24879"/>
                    <a:pt x="21916" y="26316"/>
                    <a:pt x="22776" y="27760"/>
                  </a:cubicBezTo>
                  <a:cubicBezTo>
                    <a:pt x="24514" y="30679"/>
                    <a:pt x="27294" y="32974"/>
                    <a:pt x="29136" y="35907"/>
                  </a:cubicBezTo>
                  <a:cubicBezTo>
                    <a:pt x="30216" y="37625"/>
                    <a:pt x="31619" y="39943"/>
                    <a:pt x="33709" y="40555"/>
                  </a:cubicBezTo>
                  <a:cubicBezTo>
                    <a:pt x="37012" y="41522"/>
                    <a:pt x="36839" y="43208"/>
                    <a:pt x="38490" y="45526"/>
                  </a:cubicBezTo>
                  <a:cubicBezTo>
                    <a:pt x="39359" y="46751"/>
                    <a:pt x="41187" y="47189"/>
                    <a:pt x="42538" y="47536"/>
                  </a:cubicBezTo>
                  <a:cubicBezTo>
                    <a:pt x="45670" y="48335"/>
                    <a:pt x="48040" y="48044"/>
                    <a:pt x="50679" y="50252"/>
                  </a:cubicBezTo>
                  <a:cubicBezTo>
                    <a:pt x="52448" y="51733"/>
                    <a:pt x="54940" y="54748"/>
                    <a:pt x="57473" y="54748"/>
                  </a:cubicBezTo>
                  <a:cubicBezTo>
                    <a:pt x="58135" y="54748"/>
                    <a:pt x="58800" y="54542"/>
                    <a:pt x="59455" y="54049"/>
                  </a:cubicBezTo>
                  <a:cubicBezTo>
                    <a:pt x="59544" y="53982"/>
                    <a:pt x="59491" y="53846"/>
                    <a:pt x="59403" y="53846"/>
                  </a:cubicBezTo>
                  <a:cubicBezTo>
                    <a:pt x="59385" y="53846"/>
                    <a:pt x="59366" y="53852"/>
                    <a:pt x="59346" y="53864"/>
                  </a:cubicBezTo>
                  <a:cubicBezTo>
                    <a:pt x="58755" y="54244"/>
                    <a:pt x="58163" y="54408"/>
                    <a:pt x="57572" y="54408"/>
                  </a:cubicBezTo>
                  <a:cubicBezTo>
                    <a:pt x="54047" y="54408"/>
                    <a:pt x="50535" y="48579"/>
                    <a:pt x="47269" y="47917"/>
                  </a:cubicBezTo>
                  <a:cubicBezTo>
                    <a:pt x="45419" y="47542"/>
                    <a:pt x="43551" y="47397"/>
                    <a:pt x="41712" y="46930"/>
                  </a:cubicBezTo>
                  <a:cubicBezTo>
                    <a:pt x="39192" y="46286"/>
                    <a:pt x="37838" y="44461"/>
                    <a:pt x="37933" y="41909"/>
                  </a:cubicBezTo>
                  <a:cubicBezTo>
                    <a:pt x="37933" y="41831"/>
                    <a:pt x="37890" y="41759"/>
                    <a:pt x="37823" y="41718"/>
                  </a:cubicBezTo>
                  <a:cubicBezTo>
                    <a:pt x="35210" y="39842"/>
                    <a:pt x="32422" y="39726"/>
                    <a:pt x="30285" y="36848"/>
                  </a:cubicBezTo>
                  <a:cubicBezTo>
                    <a:pt x="28562" y="34524"/>
                    <a:pt x="27280" y="32096"/>
                    <a:pt x="25270" y="29980"/>
                  </a:cubicBezTo>
                  <a:cubicBezTo>
                    <a:pt x="22199" y="26746"/>
                    <a:pt x="21708" y="24203"/>
                    <a:pt x="23307" y="20008"/>
                  </a:cubicBezTo>
                  <a:cubicBezTo>
                    <a:pt x="23853" y="18579"/>
                    <a:pt x="22929" y="17375"/>
                    <a:pt x="22063" y="16264"/>
                  </a:cubicBezTo>
                  <a:cubicBezTo>
                    <a:pt x="20565" y="14327"/>
                    <a:pt x="19600" y="11647"/>
                    <a:pt x="17969" y="9875"/>
                  </a:cubicBezTo>
                  <a:cubicBezTo>
                    <a:pt x="15969" y="7695"/>
                    <a:pt x="13347" y="6457"/>
                    <a:pt x="11563" y="4003"/>
                  </a:cubicBezTo>
                  <a:cubicBezTo>
                    <a:pt x="10516" y="2565"/>
                    <a:pt x="8210" y="0"/>
                    <a:pt x="59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5" name="Google Shape;4275;p56"/>
            <p:cNvSpPr/>
            <p:nvPr/>
          </p:nvSpPr>
          <p:spPr>
            <a:xfrm>
              <a:off x="229225" y="2394575"/>
              <a:ext cx="390500" cy="214975"/>
            </a:xfrm>
            <a:custGeom>
              <a:avLst/>
              <a:gdLst/>
              <a:ahLst/>
              <a:cxnLst/>
              <a:rect l="l" t="t" r="r" b="b"/>
              <a:pathLst>
                <a:path w="15620" h="8599" extrusionOk="0">
                  <a:moveTo>
                    <a:pt x="10697" y="0"/>
                  </a:moveTo>
                  <a:cubicBezTo>
                    <a:pt x="10637" y="0"/>
                    <a:pt x="10578" y="28"/>
                    <a:pt x="10538" y="93"/>
                  </a:cubicBezTo>
                  <a:cubicBezTo>
                    <a:pt x="8310" y="3760"/>
                    <a:pt x="4308" y="3234"/>
                    <a:pt x="1551" y="5832"/>
                  </a:cubicBezTo>
                  <a:cubicBezTo>
                    <a:pt x="1110" y="6251"/>
                    <a:pt x="1" y="7083"/>
                    <a:pt x="469" y="7888"/>
                  </a:cubicBezTo>
                  <a:cubicBezTo>
                    <a:pt x="766" y="8395"/>
                    <a:pt x="1409" y="8598"/>
                    <a:pt x="2237" y="8598"/>
                  </a:cubicBezTo>
                  <a:cubicBezTo>
                    <a:pt x="4937" y="8598"/>
                    <a:pt x="9598" y="6438"/>
                    <a:pt x="10637" y="5599"/>
                  </a:cubicBezTo>
                  <a:cubicBezTo>
                    <a:pt x="12224" y="4317"/>
                    <a:pt x="13988" y="3529"/>
                    <a:pt x="15620" y="2550"/>
                  </a:cubicBezTo>
                  <a:lnTo>
                    <a:pt x="15620" y="2550"/>
                  </a:lnTo>
                  <a:cubicBezTo>
                    <a:pt x="15532" y="2588"/>
                    <a:pt x="15458" y="2604"/>
                    <a:pt x="15393" y="2604"/>
                  </a:cubicBezTo>
                  <a:cubicBezTo>
                    <a:pt x="15081" y="2604"/>
                    <a:pt x="14984" y="2237"/>
                    <a:pt x="14587" y="2237"/>
                  </a:cubicBezTo>
                  <a:cubicBezTo>
                    <a:pt x="14382" y="2237"/>
                    <a:pt x="14098" y="2334"/>
                    <a:pt x="13662" y="2631"/>
                  </a:cubicBezTo>
                  <a:cubicBezTo>
                    <a:pt x="12184" y="3638"/>
                    <a:pt x="10966" y="4940"/>
                    <a:pt x="9387" y="5809"/>
                  </a:cubicBezTo>
                  <a:cubicBezTo>
                    <a:pt x="7854" y="6652"/>
                    <a:pt x="6052" y="7132"/>
                    <a:pt x="4375" y="7605"/>
                  </a:cubicBezTo>
                  <a:cubicBezTo>
                    <a:pt x="3510" y="7973"/>
                    <a:pt x="2866" y="8157"/>
                    <a:pt x="2443" y="8157"/>
                  </a:cubicBezTo>
                  <a:cubicBezTo>
                    <a:pt x="1498" y="8157"/>
                    <a:pt x="1657" y="7238"/>
                    <a:pt x="2920" y="5399"/>
                  </a:cubicBezTo>
                  <a:cubicBezTo>
                    <a:pt x="4274" y="4782"/>
                    <a:pt x="5642" y="4187"/>
                    <a:pt x="7019" y="3618"/>
                  </a:cubicBezTo>
                  <a:cubicBezTo>
                    <a:pt x="8751" y="2893"/>
                    <a:pt x="9932" y="1837"/>
                    <a:pt x="10870" y="289"/>
                  </a:cubicBezTo>
                  <a:cubicBezTo>
                    <a:pt x="10963" y="139"/>
                    <a:pt x="10830" y="0"/>
                    <a:pt x="10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6" name="Google Shape;4276;p56"/>
            <p:cNvSpPr/>
            <p:nvPr/>
          </p:nvSpPr>
          <p:spPr>
            <a:xfrm>
              <a:off x="619700" y="2453625"/>
              <a:ext cx="7750" cy="4700"/>
            </a:xfrm>
            <a:custGeom>
              <a:avLst/>
              <a:gdLst/>
              <a:ahLst/>
              <a:cxnLst/>
              <a:rect l="l" t="t" r="r" b="b"/>
              <a:pathLst>
                <a:path w="310" h="188" extrusionOk="0">
                  <a:moveTo>
                    <a:pt x="310" y="0"/>
                  </a:moveTo>
                  <a:lnTo>
                    <a:pt x="310" y="0"/>
                  </a:lnTo>
                  <a:cubicBezTo>
                    <a:pt x="208" y="64"/>
                    <a:pt x="105" y="127"/>
                    <a:pt x="1" y="188"/>
                  </a:cubicBezTo>
                  <a:cubicBezTo>
                    <a:pt x="110" y="136"/>
                    <a:pt x="214" y="72"/>
                    <a:pt x="31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7" name="Google Shape;4277;p56"/>
            <p:cNvSpPr/>
            <p:nvPr/>
          </p:nvSpPr>
          <p:spPr>
            <a:xfrm>
              <a:off x="485900" y="2399275"/>
              <a:ext cx="75" cy="175"/>
            </a:xfrm>
            <a:custGeom>
              <a:avLst/>
              <a:gdLst/>
              <a:ahLst/>
              <a:cxnLst/>
              <a:rect l="l" t="t" r="r" b="b"/>
              <a:pathLst>
                <a:path w="3" h="7" extrusionOk="0">
                  <a:moveTo>
                    <a:pt x="0" y="0"/>
                  </a:moveTo>
                  <a:lnTo>
                    <a:pt x="0" y="6"/>
                  </a:lnTo>
                  <a:cubicBezTo>
                    <a:pt x="3" y="6"/>
                    <a:pt x="3" y="0"/>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8" name="Google Shape;4278;p56"/>
            <p:cNvSpPr/>
            <p:nvPr/>
          </p:nvSpPr>
          <p:spPr>
            <a:xfrm>
              <a:off x="485900" y="2399275"/>
              <a:ext cx="75" cy="175"/>
            </a:xfrm>
            <a:custGeom>
              <a:avLst/>
              <a:gdLst/>
              <a:ahLst/>
              <a:cxnLst/>
              <a:rect l="l" t="t" r="r" b="b"/>
              <a:pathLst>
                <a:path w="3" h="7" fill="none" extrusionOk="0">
                  <a:moveTo>
                    <a:pt x="0" y="6"/>
                  </a:moveTo>
                  <a:cubicBezTo>
                    <a:pt x="3" y="6"/>
                    <a:pt x="3" y="0"/>
                    <a:pt x="0" y="0"/>
                  </a:cubicBezTo>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9" name="Google Shape;4279;p56"/>
            <p:cNvSpPr/>
            <p:nvPr/>
          </p:nvSpPr>
          <p:spPr>
            <a:xfrm>
              <a:off x="974450" y="2255775"/>
              <a:ext cx="21025" cy="28625"/>
            </a:xfrm>
            <a:custGeom>
              <a:avLst/>
              <a:gdLst/>
              <a:ahLst/>
              <a:cxnLst/>
              <a:rect l="l" t="t" r="r" b="b"/>
              <a:pathLst>
                <a:path w="841" h="1145" extrusionOk="0">
                  <a:moveTo>
                    <a:pt x="840" y="1"/>
                  </a:moveTo>
                  <a:lnTo>
                    <a:pt x="840" y="1"/>
                  </a:lnTo>
                  <a:cubicBezTo>
                    <a:pt x="560" y="382"/>
                    <a:pt x="277" y="763"/>
                    <a:pt x="0" y="1144"/>
                  </a:cubicBezTo>
                  <a:cubicBezTo>
                    <a:pt x="136" y="980"/>
                    <a:pt x="269" y="812"/>
                    <a:pt x="399" y="642"/>
                  </a:cubicBezTo>
                  <a:cubicBezTo>
                    <a:pt x="546" y="422"/>
                    <a:pt x="693" y="209"/>
                    <a:pt x="8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0" name="Google Shape;4280;p56"/>
            <p:cNvSpPr/>
            <p:nvPr/>
          </p:nvSpPr>
          <p:spPr>
            <a:xfrm>
              <a:off x="277475" y="1782875"/>
              <a:ext cx="1282325" cy="813425"/>
            </a:xfrm>
            <a:custGeom>
              <a:avLst/>
              <a:gdLst/>
              <a:ahLst/>
              <a:cxnLst/>
              <a:rect l="l" t="t" r="r" b="b"/>
              <a:pathLst>
                <a:path w="51293" h="32537" extrusionOk="0">
                  <a:moveTo>
                    <a:pt x="11877" y="434"/>
                  </a:moveTo>
                  <a:lnTo>
                    <a:pt x="11877" y="434"/>
                  </a:lnTo>
                  <a:cubicBezTo>
                    <a:pt x="12001" y="437"/>
                    <a:pt x="12122" y="455"/>
                    <a:pt x="12243" y="463"/>
                  </a:cubicBezTo>
                  <a:cubicBezTo>
                    <a:pt x="11524" y="1147"/>
                    <a:pt x="10742" y="1765"/>
                    <a:pt x="9934" y="2351"/>
                  </a:cubicBezTo>
                  <a:cubicBezTo>
                    <a:pt x="10095" y="2149"/>
                    <a:pt x="10214" y="1999"/>
                    <a:pt x="10263" y="1939"/>
                  </a:cubicBezTo>
                  <a:cubicBezTo>
                    <a:pt x="10788" y="1462"/>
                    <a:pt x="11314" y="1000"/>
                    <a:pt x="11842" y="587"/>
                  </a:cubicBezTo>
                  <a:cubicBezTo>
                    <a:pt x="11894" y="544"/>
                    <a:pt x="11894" y="489"/>
                    <a:pt x="11877" y="434"/>
                  </a:cubicBezTo>
                  <a:close/>
                  <a:moveTo>
                    <a:pt x="13814" y="729"/>
                  </a:moveTo>
                  <a:cubicBezTo>
                    <a:pt x="13918" y="758"/>
                    <a:pt x="14016" y="792"/>
                    <a:pt x="14117" y="827"/>
                  </a:cubicBezTo>
                  <a:cubicBezTo>
                    <a:pt x="13300" y="1399"/>
                    <a:pt x="12503" y="2034"/>
                    <a:pt x="11721" y="2704"/>
                  </a:cubicBezTo>
                  <a:cubicBezTo>
                    <a:pt x="12411" y="2071"/>
                    <a:pt x="13095" y="1439"/>
                    <a:pt x="13782" y="801"/>
                  </a:cubicBezTo>
                  <a:cubicBezTo>
                    <a:pt x="13799" y="781"/>
                    <a:pt x="13811" y="755"/>
                    <a:pt x="13814" y="729"/>
                  </a:cubicBezTo>
                  <a:close/>
                  <a:moveTo>
                    <a:pt x="33552" y="2467"/>
                  </a:moveTo>
                  <a:lnTo>
                    <a:pt x="33552" y="2467"/>
                  </a:lnTo>
                  <a:cubicBezTo>
                    <a:pt x="33694" y="2490"/>
                    <a:pt x="33832" y="2522"/>
                    <a:pt x="33971" y="2551"/>
                  </a:cubicBezTo>
                  <a:cubicBezTo>
                    <a:pt x="33437" y="3082"/>
                    <a:pt x="32926" y="3636"/>
                    <a:pt x="32423" y="4199"/>
                  </a:cubicBezTo>
                  <a:cubicBezTo>
                    <a:pt x="32807" y="3682"/>
                    <a:pt x="33186" y="3157"/>
                    <a:pt x="33541" y="2605"/>
                  </a:cubicBezTo>
                  <a:cubicBezTo>
                    <a:pt x="33567" y="2565"/>
                    <a:pt x="33572" y="2513"/>
                    <a:pt x="33552" y="2467"/>
                  </a:cubicBezTo>
                  <a:close/>
                  <a:moveTo>
                    <a:pt x="11597" y="1523"/>
                  </a:moveTo>
                  <a:cubicBezTo>
                    <a:pt x="11132" y="1910"/>
                    <a:pt x="10139" y="2741"/>
                    <a:pt x="9919" y="2940"/>
                  </a:cubicBezTo>
                  <a:cubicBezTo>
                    <a:pt x="9391" y="3431"/>
                    <a:pt x="8851" y="3899"/>
                    <a:pt x="8317" y="4364"/>
                  </a:cubicBezTo>
                  <a:cubicBezTo>
                    <a:pt x="8499" y="4141"/>
                    <a:pt x="8799" y="3769"/>
                    <a:pt x="9117" y="3376"/>
                  </a:cubicBezTo>
                  <a:cubicBezTo>
                    <a:pt x="9140" y="3356"/>
                    <a:pt x="9166" y="3339"/>
                    <a:pt x="9192" y="3321"/>
                  </a:cubicBezTo>
                  <a:cubicBezTo>
                    <a:pt x="9757" y="2932"/>
                    <a:pt x="10511" y="2424"/>
                    <a:pt x="11042" y="1982"/>
                  </a:cubicBezTo>
                  <a:lnTo>
                    <a:pt x="11597" y="1523"/>
                  </a:lnTo>
                  <a:close/>
                  <a:moveTo>
                    <a:pt x="33099" y="2553"/>
                  </a:moveTo>
                  <a:lnTo>
                    <a:pt x="33099" y="2553"/>
                  </a:lnTo>
                  <a:cubicBezTo>
                    <a:pt x="32227" y="3365"/>
                    <a:pt x="31398" y="4219"/>
                    <a:pt x="30607" y="5111"/>
                  </a:cubicBezTo>
                  <a:cubicBezTo>
                    <a:pt x="31095" y="4465"/>
                    <a:pt x="31520" y="3769"/>
                    <a:pt x="31820" y="2992"/>
                  </a:cubicBezTo>
                  <a:cubicBezTo>
                    <a:pt x="31832" y="2963"/>
                    <a:pt x="31832" y="2929"/>
                    <a:pt x="31820" y="2900"/>
                  </a:cubicBezTo>
                  <a:cubicBezTo>
                    <a:pt x="32239" y="2758"/>
                    <a:pt x="32666" y="2643"/>
                    <a:pt x="33099" y="2553"/>
                  </a:cubicBezTo>
                  <a:close/>
                  <a:moveTo>
                    <a:pt x="18328" y="3141"/>
                  </a:moveTo>
                  <a:lnTo>
                    <a:pt x="18328" y="3141"/>
                  </a:lnTo>
                  <a:cubicBezTo>
                    <a:pt x="18504" y="3256"/>
                    <a:pt x="18679" y="3371"/>
                    <a:pt x="18854" y="3483"/>
                  </a:cubicBezTo>
                  <a:cubicBezTo>
                    <a:pt x="18118" y="3991"/>
                    <a:pt x="17428" y="4560"/>
                    <a:pt x="16790" y="5186"/>
                  </a:cubicBezTo>
                  <a:cubicBezTo>
                    <a:pt x="17324" y="4505"/>
                    <a:pt x="17838" y="3825"/>
                    <a:pt x="18328" y="3141"/>
                  </a:cubicBezTo>
                  <a:close/>
                  <a:moveTo>
                    <a:pt x="9345" y="781"/>
                  </a:moveTo>
                  <a:lnTo>
                    <a:pt x="9345" y="781"/>
                  </a:lnTo>
                  <a:cubicBezTo>
                    <a:pt x="7592" y="2227"/>
                    <a:pt x="5799" y="3581"/>
                    <a:pt x="4284" y="5256"/>
                  </a:cubicBezTo>
                  <a:cubicBezTo>
                    <a:pt x="4982" y="3064"/>
                    <a:pt x="7012" y="1448"/>
                    <a:pt x="9345" y="781"/>
                  </a:cubicBezTo>
                  <a:close/>
                  <a:moveTo>
                    <a:pt x="19980" y="4164"/>
                  </a:moveTo>
                  <a:cubicBezTo>
                    <a:pt x="20229" y="4306"/>
                    <a:pt x="20477" y="4439"/>
                    <a:pt x="20731" y="4566"/>
                  </a:cubicBezTo>
                  <a:cubicBezTo>
                    <a:pt x="20258" y="4716"/>
                    <a:pt x="19767" y="5120"/>
                    <a:pt x="19308" y="5582"/>
                  </a:cubicBezTo>
                  <a:cubicBezTo>
                    <a:pt x="19611" y="5149"/>
                    <a:pt x="19799" y="4745"/>
                    <a:pt x="19749" y="4430"/>
                  </a:cubicBezTo>
                  <a:cubicBezTo>
                    <a:pt x="19813" y="4375"/>
                    <a:pt x="19871" y="4317"/>
                    <a:pt x="19934" y="4263"/>
                  </a:cubicBezTo>
                  <a:cubicBezTo>
                    <a:pt x="19960" y="4237"/>
                    <a:pt x="19977" y="4202"/>
                    <a:pt x="19980" y="4164"/>
                  </a:cubicBezTo>
                  <a:close/>
                  <a:moveTo>
                    <a:pt x="11493" y="446"/>
                  </a:moveTo>
                  <a:lnTo>
                    <a:pt x="11493" y="446"/>
                  </a:lnTo>
                  <a:cubicBezTo>
                    <a:pt x="11106" y="743"/>
                    <a:pt x="10739" y="1064"/>
                    <a:pt x="10396" y="1407"/>
                  </a:cubicBezTo>
                  <a:cubicBezTo>
                    <a:pt x="9789" y="1761"/>
                    <a:pt x="8270" y="3050"/>
                    <a:pt x="8271" y="3050"/>
                  </a:cubicBezTo>
                  <a:cubicBezTo>
                    <a:pt x="8271" y="3050"/>
                    <a:pt x="8271" y="3050"/>
                    <a:pt x="8271" y="3050"/>
                  </a:cubicBezTo>
                  <a:lnTo>
                    <a:pt x="8271" y="3050"/>
                  </a:lnTo>
                  <a:cubicBezTo>
                    <a:pt x="7583" y="3633"/>
                    <a:pt x="4587" y="6182"/>
                    <a:pt x="4258" y="6182"/>
                  </a:cubicBezTo>
                  <a:cubicBezTo>
                    <a:pt x="4124" y="6182"/>
                    <a:pt x="4431" y="5760"/>
                    <a:pt x="5514" y="4615"/>
                  </a:cubicBezTo>
                  <a:cubicBezTo>
                    <a:pt x="6917" y="3131"/>
                    <a:pt x="8704" y="2083"/>
                    <a:pt x="10113" y="590"/>
                  </a:cubicBezTo>
                  <a:cubicBezTo>
                    <a:pt x="10569" y="507"/>
                    <a:pt x="11031" y="457"/>
                    <a:pt x="11493" y="446"/>
                  </a:cubicBezTo>
                  <a:close/>
                  <a:moveTo>
                    <a:pt x="21236" y="4794"/>
                  </a:moveTo>
                  <a:cubicBezTo>
                    <a:pt x="21473" y="4895"/>
                    <a:pt x="21713" y="4987"/>
                    <a:pt x="21958" y="5071"/>
                  </a:cubicBezTo>
                  <a:cubicBezTo>
                    <a:pt x="21343" y="5426"/>
                    <a:pt x="20748" y="5813"/>
                    <a:pt x="20180" y="6237"/>
                  </a:cubicBezTo>
                  <a:cubicBezTo>
                    <a:pt x="20538" y="5761"/>
                    <a:pt x="20901" y="5290"/>
                    <a:pt x="21236" y="4794"/>
                  </a:cubicBezTo>
                  <a:close/>
                  <a:moveTo>
                    <a:pt x="38151" y="4089"/>
                  </a:moveTo>
                  <a:cubicBezTo>
                    <a:pt x="38327" y="4179"/>
                    <a:pt x="38503" y="4265"/>
                    <a:pt x="38677" y="4355"/>
                  </a:cubicBezTo>
                  <a:cubicBezTo>
                    <a:pt x="37891" y="5146"/>
                    <a:pt x="37123" y="5963"/>
                    <a:pt x="36367" y="6794"/>
                  </a:cubicBezTo>
                  <a:cubicBezTo>
                    <a:pt x="36953" y="5865"/>
                    <a:pt x="37545" y="4961"/>
                    <a:pt x="38148" y="4101"/>
                  </a:cubicBezTo>
                  <a:cubicBezTo>
                    <a:pt x="38151" y="4098"/>
                    <a:pt x="38148" y="4095"/>
                    <a:pt x="38151" y="4089"/>
                  </a:cubicBezTo>
                  <a:close/>
                  <a:moveTo>
                    <a:pt x="38957" y="4502"/>
                  </a:moveTo>
                  <a:cubicBezTo>
                    <a:pt x="39144" y="4600"/>
                    <a:pt x="39335" y="4698"/>
                    <a:pt x="39520" y="4800"/>
                  </a:cubicBezTo>
                  <a:cubicBezTo>
                    <a:pt x="38769" y="5481"/>
                    <a:pt x="38056" y="6203"/>
                    <a:pt x="37386" y="6965"/>
                  </a:cubicBezTo>
                  <a:cubicBezTo>
                    <a:pt x="37912" y="6122"/>
                    <a:pt x="38434" y="5299"/>
                    <a:pt x="38957" y="4502"/>
                  </a:cubicBezTo>
                  <a:close/>
                  <a:moveTo>
                    <a:pt x="8106" y="4055"/>
                  </a:moveTo>
                  <a:lnTo>
                    <a:pt x="8106" y="4055"/>
                  </a:lnTo>
                  <a:cubicBezTo>
                    <a:pt x="7809" y="4407"/>
                    <a:pt x="7509" y="4756"/>
                    <a:pt x="7188" y="5094"/>
                  </a:cubicBezTo>
                  <a:cubicBezTo>
                    <a:pt x="6949" y="5344"/>
                    <a:pt x="4827" y="7325"/>
                    <a:pt x="4569" y="7325"/>
                  </a:cubicBezTo>
                  <a:cubicBezTo>
                    <a:pt x="4497" y="7325"/>
                    <a:pt x="4573" y="7168"/>
                    <a:pt x="4881" y="6768"/>
                  </a:cubicBezTo>
                  <a:cubicBezTo>
                    <a:pt x="5118" y="6471"/>
                    <a:pt x="5375" y="6188"/>
                    <a:pt x="5655" y="5928"/>
                  </a:cubicBezTo>
                  <a:cubicBezTo>
                    <a:pt x="6256" y="5498"/>
                    <a:pt x="6842" y="5025"/>
                    <a:pt x="7416" y="4525"/>
                  </a:cubicBezTo>
                  <a:cubicBezTo>
                    <a:pt x="7644" y="4366"/>
                    <a:pt x="7875" y="4208"/>
                    <a:pt x="8106" y="4055"/>
                  </a:cubicBezTo>
                  <a:close/>
                  <a:moveTo>
                    <a:pt x="40472" y="5302"/>
                  </a:moveTo>
                  <a:lnTo>
                    <a:pt x="40472" y="5302"/>
                  </a:lnTo>
                  <a:cubicBezTo>
                    <a:pt x="40712" y="5429"/>
                    <a:pt x="40952" y="5559"/>
                    <a:pt x="41194" y="5686"/>
                  </a:cubicBezTo>
                  <a:cubicBezTo>
                    <a:pt x="40596" y="6231"/>
                    <a:pt x="40060" y="6829"/>
                    <a:pt x="39549" y="7450"/>
                  </a:cubicBezTo>
                  <a:cubicBezTo>
                    <a:pt x="39918" y="6812"/>
                    <a:pt x="40262" y="6159"/>
                    <a:pt x="40539" y="5466"/>
                  </a:cubicBezTo>
                  <a:cubicBezTo>
                    <a:pt x="40568" y="5400"/>
                    <a:pt x="40527" y="5337"/>
                    <a:pt x="40472" y="5302"/>
                  </a:cubicBezTo>
                  <a:close/>
                  <a:moveTo>
                    <a:pt x="12624" y="492"/>
                  </a:moveTo>
                  <a:cubicBezTo>
                    <a:pt x="12907" y="527"/>
                    <a:pt x="13187" y="576"/>
                    <a:pt x="13464" y="645"/>
                  </a:cubicBezTo>
                  <a:cubicBezTo>
                    <a:pt x="12688" y="1321"/>
                    <a:pt x="11952" y="2028"/>
                    <a:pt x="11227" y="2753"/>
                  </a:cubicBezTo>
                  <a:cubicBezTo>
                    <a:pt x="10878" y="3050"/>
                    <a:pt x="10569" y="3321"/>
                    <a:pt x="10442" y="3437"/>
                  </a:cubicBezTo>
                  <a:cubicBezTo>
                    <a:pt x="9414" y="4378"/>
                    <a:pt x="8366" y="5299"/>
                    <a:pt x="7312" y="6211"/>
                  </a:cubicBezTo>
                  <a:cubicBezTo>
                    <a:pt x="6438" y="6972"/>
                    <a:pt x="5536" y="7689"/>
                    <a:pt x="5385" y="7689"/>
                  </a:cubicBezTo>
                  <a:cubicBezTo>
                    <a:pt x="5279" y="7689"/>
                    <a:pt x="5548" y="7330"/>
                    <a:pt x="6469" y="6376"/>
                  </a:cubicBezTo>
                  <a:cubicBezTo>
                    <a:pt x="8438" y="4332"/>
                    <a:pt x="10794" y="2810"/>
                    <a:pt x="12593" y="582"/>
                  </a:cubicBezTo>
                  <a:cubicBezTo>
                    <a:pt x="12613" y="556"/>
                    <a:pt x="12621" y="524"/>
                    <a:pt x="12624" y="492"/>
                  </a:cubicBezTo>
                  <a:close/>
                  <a:moveTo>
                    <a:pt x="32609" y="3487"/>
                  </a:moveTo>
                  <a:cubicBezTo>
                    <a:pt x="32663" y="3487"/>
                    <a:pt x="32190" y="4108"/>
                    <a:pt x="30659" y="5946"/>
                  </a:cubicBezTo>
                  <a:cubicBezTo>
                    <a:pt x="30033" y="6696"/>
                    <a:pt x="29363" y="7412"/>
                    <a:pt x="28682" y="8120"/>
                  </a:cubicBezTo>
                  <a:cubicBezTo>
                    <a:pt x="29233" y="7407"/>
                    <a:pt x="29788" y="6693"/>
                    <a:pt x="30345" y="5983"/>
                  </a:cubicBezTo>
                  <a:cubicBezTo>
                    <a:pt x="30860" y="5329"/>
                    <a:pt x="32516" y="3487"/>
                    <a:pt x="32609" y="3487"/>
                  </a:cubicBezTo>
                  <a:close/>
                  <a:moveTo>
                    <a:pt x="15096" y="1217"/>
                  </a:moveTo>
                  <a:cubicBezTo>
                    <a:pt x="15422" y="1367"/>
                    <a:pt x="15745" y="1534"/>
                    <a:pt x="16063" y="1716"/>
                  </a:cubicBezTo>
                  <a:lnTo>
                    <a:pt x="16054" y="1716"/>
                  </a:lnTo>
                  <a:cubicBezTo>
                    <a:pt x="14131" y="3044"/>
                    <a:pt x="12673" y="4762"/>
                    <a:pt x="11034" y="6408"/>
                  </a:cubicBezTo>
                  <a:cubicBezTo>
                    <a:pt x="10442" y="7002"/>
                    <a:pt x="9838" y="7577"/>
                    <a:pt x="9229" y="8148"/>
                  </a:cubicBezTo>
                  <a:cubicBezTo>
                    <a:pt x="11239" y="5865"/>
                    <a:pt x="13378" y="3760"/>
                    <a:pt x="15096" y="1217"/>
                  </a:cubicBezTo>
                  <a:close/>
                  <a:moveTo>
                    <a:pt x="16517" y="2708"/>
                  </a:moveTo>
                  <a:cubicBezTo>
                    <a:pt x="16768" y="2708"/>
                    <a:pt x="14815" y="4967"/>
                    <a:pt x="14411" y="5368"/>
                  </a:cubicBezTo>
                  <a:cubicBezTo>
                    <a:pt x="13311" y="6462"/>
                    <a:pt x="12090" y="7441"/>
                    <a:pt x="10956" y="8501"/>
                  </a:cubicBezTo>
                  <a:lnTo>
                    <a:pt x="10953" y="8504"/>
                  </a:lnTo>
                  <a:cubicBezTo>
                    <a:pt x="12451" y="6754"/>
                    <a:pt x="13906" y="4950"/>
                    <a:pt x="15624" y="3402"/>
                  </a:cubicBezTo>
                  <a:cubicBezTo>
                    <a:pt x="16177" y="2904"/>
                    <a:pt x="16443" y="2708"/>
                    <a:pt x="16517" y="2708"/>
                  </a:cubicBezTo>
                  <a:close/>
                  <a:moveTo>
                    <a:pt x="5537" y="6985"/>
                  </a:moveTo>
                  <a:lnTo>
                    <a:pt x="5537" y="6985"/>
                  </a:lnTo>
                  <a:cubicBezTo>
                    <a:pt x="5078" y="7482"/>
                    <a:pt x="4656" y="8013"/>
                    <a:pt x="4269" y="8573"/>
                  </a:cubicBezTo>
                  <a:cubicBezTo>
                    <a:pt x="4229" y="8423"/>
                    <a:pt x="4194" y="8275"/>
                    <a:pt x="4162" y="8128"/>
                  </a:cubicBezTo>
                  <a:cubicBezTo>
                    <a:pt x="4624" y="7750"/>
                    <a:pt x="5081" y="7369"/>
                    <a:pt x="5537" y="6985"/>
                  </a:cubicBezTo>
                  <a:close/>
                  <a:moveTo>
                    <a:pt x="41503" y="5839"/>
                  </a:moveTo>
                  <a:cubicBezTo>
                    <a:pt x="42089" y="6128"/>
                    <a:pt x="42692" y="6376"/>
                    <a:pt x="43310" y="6584"/>
                  </a:cubicBezTo>
                  <a:cubicBezTo>
                    <a:pt x="42571" y="7288"/>
                    <a:pt x="41873" y="8021"/>
                    <a:pt x="41214" y="8789"/>
                  </a:cubicBezTo>
                  <a:cubicBezTo>
                    <a:pt x="41659" y="8076"/>
                    <a:pt x="42063" y="7337"/>
                    <a:pt x="42381" y="6549"/>
                  </a:cubicBezTo>
                  <a:cubicBezTo>
                    <a:pt x="42424" y="6437"/>
                    <a:pt x="42321" y="6351"/>
                    <a:pt x="42220" y="6351"/>
                  </a:cubicBezTo>
                  <a:cubicBezTo>
                    <a:pt x="42181" y="6351"/>
                    <a:pt x="42142" y="6364"/>
                    <a:pt x="42112" y="6393"/>
                  </a:cubicBezTo>
                  <a:cubicBezTo>
                    <a:pt x="41434" y="7063"/>
                    <a:pt x="40793" y="7770"/>
                    <a:pt x="40189" y="8509"/>
                  </a:cubicBezTo>
                  <a:cubicBezTo>
                    <a:pt x="40689" y="7637"/>
                    <a:pt x="41142" y="6754"/>
                    <a:pt x="41503" y="5839"/>
                  </a:cubicBezTo>
                  <a:close/>
                  <a:moveTo>
                    <a:pt x="35383" y="2914"/>
                  </a:moveTo>
                  <a:cubicBezTo>
                    <a:pt x="36237" y="3191"/>
                    <a:pt x="37060" y="3564"/>
                    <a:pt x="37874" y="3959"/>
                  </a:cubicBezTo>
                  <a:cubicBezTo>
                    <a:pt x="36523" y="5126"/>
                    <a:pt x="35256" y="6439"/>
                    <a:pt x="34046" y="7842"/>
                  </a:cubicBezTo>
                  <a:cubicBezTo>
                    <a:pt x="34967" y="6477"/>
                    <a:pt x="35873" y="5094"/>
                    <a:pt x="36731" y="3662"/>
                  </a:cubicBezTo>
                  <a:cubicBezTo>
                    <a:pt x="36787" y="3568"/>
                    <a:pt x="36709" y="3470"/>
                    <a:pt x="36618" y="3470"/>
                  </a:cubicBezTo>
                  <a:cubicBezTo>
                    <a:pt x="36597" y="3470"/>
                    <a:pt x="36575" y="3475"/>
                    <a:pt x="36555" y="3486"/>
                  </a:cubicBezTo>
                  <a:cubicBezTo>
                    <a:pt x="36130" y="3717"/>
                    <a:pt x="35746" y="4014"/>
                    <a:pt x="35414" y="4364"/>
                  </a:cubicBezTo>
                  <a:cubicBezTo>
                    <a:pt x="35582" y="4014"/>
                    <a:pt x="35761" y="3665"/>
                    <a:pt x="35905" y="3313"/>
                  </a:cubicBezTo>
                  <a:cubicBezTo>
                    <a:pt x="35947" y="3209"/>
                    <a:pt x="35847" y="3124"/>
                    <a:pt x="35752" y="3124"/>
                  </a:cubicBezTo>
                  <a:cubicBezTo>
                    <a:pt x="35715" y="3124"/>
                    <a:pt x="35678" y="3137"/>
                    <a:pt x="35651" y="3165"/>
                  </a:cubicBezTo>
                  <a:cubicBezTo>
                    <a:pt x="33676" y="5261"/>
                    <a:pt x="31817" y="7493"/>
                    <a:pt x="30016" y="9783"/>
                  </a:cubicBezTo>
                  <a:cubicBezTo>
                    <a:pt x="31465" y="7562"/>
                    <a:pt x="33292" y="4011"/>
                    <a:pt x="35313" y="2998"/>
                  </a:cubicBezTo>
                  <a:cubicBezTo>
                    <a:pt x="35345" y="2981"/>
                    <a:pt x="35371" y="2949"/>
                    <a:pt x="35383" y="2914"/>
                  </a:cubicBezTo>
                  <a:close/>
                  <a:moveTo>
                    <a:pt x="8551" y="5542"/>
                  </a:moveTo>
                  <a:lnTo>
                    <a:pt x="8551" y="5542"/>
                  </a:lnTo>
                  <a:cubicBezTo>
                    <a:pt x="8256" y="5859"/>
                    <a:pt x="7962" y="6174"/>
                    <a:pt x="7670" y="6491"/>
                  </a:cubicBezTo>
                  <a:cubicBezTo>
                    <a:pt x="6492" y="7655"/>
                    <a:pt x="5326" y="8812"/>
                    <a:pt x="4151" y="9904"/>
                  </a:cubicBezTo>
                  <a:cubicBezTo>
                    <a:pt x="4290" y="9580"/>
                    <a:pt x="4376" y="9289"/>
                    <a:pt x="4367" y="9041"/>
                  </a:cubicBezTo>
                  <a:cubicBezTo>
                    <a:pt x="5797" y="7912"/>
                    <a:pt x="7182" y="6737"/>
                    <a:pt x="8551" y="5542"/>
                  </a:cubicBezTo>
                  <a:close/>
                  <a:moveTo>
                    <a:pt x="28465" y="5063"/>
                  </a:moveTo>
                  <a:cubicBezTo>
                    <a:pt x="28540" y="5063"/>
                    <a:pt x="28546" y="5140"/>
                    <a:pt x="28500" y="5264"/>
                  </a:cubicBezTo>
                  <a:cubicBezTo>
                    <a:pt x="27839" y="5946"/>
                    <a:pt x="27218" y="6665"/>
                    <a:pt x="26641" y="7421"/>
                  </a:cubicBezTo>
                  <a:cubicBezTo>
                    <a:pt x="25321" y="8680"/>
                    <a:pt x="23970" y="9878"/>
                    <a:pt x="22677" y="11165"/>
                  </a:cubicBezTo>
                  <a:cubicBezTo>
                    <a:pt x="22966" y="10790"/>
                    <a:pt x="23254" y="10415"/>
                    <a:pt x="23549" y="10048"/>
                  </a:cubicBezTo>
                  <a:cubicBezTo>
                    <a:pt x="24984" y="8573"/>
                    <a:pt x="26401" y="7083"/>
                    <a:pt x="27752" y="5547"/>
                  </a:cubicBezTo>
                  <a:cubicBezTo>
                    <a:pt x="28141" y="5201"/>
                    <a:pt x="28365" y="5063"/>
                    <a:pt x="28465" y="5063"/>
                  </a:cubicBezTo>
                  <a:close/>
                  <a:moveTo>
                    <a:pt x="22183" y="6180"/>
                  </a:moveTo>
                  <a:cubicBezTo>
                    <a:pt x="21386" y="7753"/>
                    <a:pt x="19611" y="9104"/>
                    <a:pt x="18384" y="10360"/>
                  </a:cubicBezTo>
                  <a:cubicBezTo>
                    <a:pt x="18084" y="10666"/>
                    <a:pt x="17795" y="10984"/>
                    <a:pt x="17503" y="11298"/>
                  </a:cubicBezTo>
                  <a:cubicBezTo>
                    <a:pt x="17723" y="11041"/>
                    <a:pt x="17948" y="10787"/>
                    <a:pt x="18164" y="10524"/>
                  </a:cubicBezTo>
                  <a:cubicBezTo>
                    <a:pt x="19184" y="9280"/>
                    <a:pt x="21519" y="7487"/>
                    <a:pt x="22183" y="6180"/>
                  </a:cubicBezTo>
                  <a:close/>
                  <a:moveTo>
                    <a:pt x="22839" y="7063"/>
                  </a:moveTo>
                  <a:lnTo>
                    <a:pt x="22839" y="7063"/>
                  </a:lnTo>
                  <a:cubicBezTo>
                    <a:pt x="21638" y="8561"/>
                    <a:pt x="20203" y="9970"/>
                    <a:pt x="18765" y="11336"/>
                  </a:cubicBezTo>
                  <a:lnTo>
                    <a:pt x="18765" y="11336"/>
                  </a:lnTo>
                  <a:cubicBezTo>
                    <a:pt x="20102" y="9884"/>
                    <a:pt x="21456" y="8454"/>
                    <a:pt x="22839" y="7063"/>
                  </a:cubicBezTo>
                  <a:close/>
                  <a:moveTo>
                    <a:pt x="29092" y="4055"/>
                  </a:moveTo>
                  <a:lnTo>
                    <a:pt x="29092" y="4055"/>
                  </a:lnTo>
                  <a:cubicBezTo>
                    <a:pt x="28910" y="4205"/>
                    <a:pt x="28722" y="4349"/>
                    <a:pt x="28543" y="4499"/>
                  </a:cubicBezTo>
                  <a:cubicBezTo>
                    <a:pt x="28518" y="4452"/>
                    <a:pt x="28470" y="4426"/>
                    <a:pt x="28422" y="4426"/>
                  </a:cubicBezTo>
                  <a:cubicBezTo>
                    <a:pt x="28388" y="4426"/>
                    <a:pt x="28354" y="4439"/>
                    <a:pt x="28327" y="4465"/>
                  </a:cubicBezTo>
                  <a:cubicBezTo>
                    <a:pt x="25812" y="6523"/>
                    <a:pt x="23427" y="8951"/>
                    <a:pt x="21115" y="11443"/>
                  </a:cubicBezTo>
                  <a:lnTo>
                    <a:pt x="21115" y="11443"/>
                  </a:lnTo>
                  <a:cubicBezTo>
                    <a:pt x="22873" y="9528"/>
                    <a:pt x="24565" y="7562"/>
                    <a:pt x="25991" y="5406"/>
                  </a:cubicBezTo>
                  <a:cubicBezTo>
                    <a:pt x="26023" y="5360"/>
                    <a:pt x="26023" y="5299"/>
                    <a:pt x="25991" y="5250"/>
                  </a:cubicBezTo>
                  <a:cubicBezTo>
                    <a:pt x="27077" y="4996"/>
                    <a:pt x="28078" y="4534"/>
                    <a:pt x="29092" y="4055"/>
                  </a:cubicBezTo>
                  <a:close/>
                  <a:moveTo>
                    <a:pt x="39768" y="4929"/>
                  </a:moveTo>
                  <a:lnTo>
                    <a:pt x="39768" y="4929"/>
                  </a:lnTo>
                  <a:cubicBezTo>
                    <a:pt x="39998" y="5053"/>
                    <a:pt x="40228" y="5171"/>
                    <a:pt x="40457" y="5294"/>
                  </a:cubicBezTo>
                  <a:lnTo>
                    <a:pt x="40457" y="5294"/>
                  </a:lnTo>
                  <a:cubicBezTo>
                    <a:pt x="40433" y="5281"/>
                    <a:pt x="40405" y="5274"/>
                    <a:pt x="40378" y="5274"/>
                  </a:cubicBezTo>
                  <a:cubicBezTo>
                    <a:pt x="40343" y="5274"/>
                    <a:pt x="40309" y="5287"/>
                    <a:pt x="40285" y="5319"/>
                  </a:cubicBezTo>
                  <a:cubicBezTo>
                    <a:pt x="38648" y="7424"/>
                    <a:pt x="37074" y="9578"/>
                    <a:pt x="35504" y="11731"/>
                  </a:cubicBezTo>
                  <a:cubicBezTo>
                    <a:pt x="37017" y="9508"/>
                    <a:pt x="38451" y="7242"/>
                    <a:pt x="39765" y="4961"/>
                  </a:cubicBezTo>
                  <a:cubicBezTo>
                    <a:pt x="39771" y="4950"/>
                    <a:pt x="39765" y="4941"/>
                    <a:pt x="39768" y="4929"/>
                  </a:cubicBezTo>
                  <a:close/>
                  <a:moveTo>
                    <a:pt x="24530" y="6379"/>
                  </a:moveTo>
                  <a:cubicBezTo>
                    <a:pt x="24650" y="6379"/>
                    <a:pt x="21572" y="10289"/>
                    <a:pt x="21086" y="10793"/>
                  </a:cubicBezTo>
                  <a:cubicBezTo>
                    <a:pt x="20754" y="11139"/>
                    <a:pt x="20428" y="11486"/>
                    <a:pt x="20102" y="11835"/>
                  </a:cubicBezTo>
                  <a:cubicBezTo>
                    <a:pt x="20566" y="11290"/>
                    <a:pt x="21023" y="10738"/>
                    <a:pt x="21450" y="10169"/>
                  </a:cubicBezTo>
                  <a:cubicBezTo>
                    <a:pt x="22365" y="8951"/>
                    <a:pt x="23266" y="7733"/>
                    <a:pt x="24296" y="6607"/>
                  </a:cubicBezTo>
                  <a:cubicBezTo>
                    <a:pt x="24441" y="6449"/>
                    <a:pt x="24514" y="6379"/>
                    <a:pt x="24530" y="6379"/>
                  </a:cubicBezTo>
                  <a:close/>
                  <a:moveTo>
                    <a:pt x="35282" y="4813"/>
                  </a:moveTo>
                  <a:cubicBezTo>
                    <a:pt x="35377" y="4813"/>
                    <a:pt x="33831" y="7827"/>
                    <a:pt x="33737" y="7975"/>
                  </a:cubicBezTo>
                  <a:cubicBezTo>
                    <a:pt x="33471" y="8388"/>
                    <a:pt x="33191" y="8792"/>
                    <a:pt x="32911" y="9196"/>
                  </a:cubicBezTo>
                  <a:cubicBezTo>
                    <a:pt x="32172" y="10112"/>
                    <a:pt x="31453" y="11053"/>
                    <a:pt x="30749" y="12011"/>
                  </a:cubicBezTo>
                  <a:cubicBezTo>
                    <a:pt x="30864" y="11835"/>
                    <a:pt x="30971" y="11650"/>
                    <a:pt x="31090" y="11480"/>
                  </a:cubicBezTo>
                  <a:cubicBezTo>
                    <a:pt x="32097" y="10011"/>
                    <a:pt x="33021" y="8527"/>
                    <a:pt x="33930" y="7014"/>
                  </a:cubicBezTo>
                  <a:cubicBezTo>
                    <a:pt x="34170" y="6639"/>
                    <a:pt x="34392" y="6260"/>
                    <a:pt x="34612" y="5882"/>
                  </a:cubicBezTo>
                  <a:cubicBezTo>
                    <a:pt x="34646" y="5822"/>
                    <a:pt x="34681" y="5767"/>
                    <a:pt x="34716" y="5709"/>
                  </a:cubicBezTo>
                  <a:cubicBezTo>
                    <a:pt x="35091" y="5065"/>
                    <a:pt x="35255" y="4813"/>
                    <a:pt x="35282" y="4813"/>
                  </a:cubicBezTo>
                  <a:close/>
                  <a:moveTo>
                    <a:pt x="8429" y="7438"/>
                  </a:moveTo>
                  <a:lnTo>
                    <a:pt x="8429" y="7438"/>
                  </a:lnTo>
                  <a:cubicBezTo>
                    <a:pt x="7506" y="8498"/>
                    <a:pt x="6570" y="9552"/>
                    <a:pt x="5563" y="10539"/>
                  </a:cubicBezTo>
                  <a:cubicBezTo>
                    <a:pt x="4438" y="11641"/>
                    <a:pt x="3992" y="12059"/>
                    <a:pt x="3963" y="12059"/>
                  </a:cubicBezTo>
                  <a:cubicBezTo>
                    <a:pt x="3878" y="12059"/>
                    <a:pt x="7167" y="8675"/>
                    <a:pt x="7789" y="8071"/>
                  </a:cubicBezTo>
                  <a:cubicBezTo>
                    <a:pt x="8002" y="7863"/>
                    <a:pt x="8213" y="7649"/>
                    <a:pt x="8429" y="7438"/>
                  </a:cubicBezTo>
                  <a:close/>
                  <a:moveTo>
                    <a:pt x="13144" y="1921"/>
                  </a:moveTo>
                  <a:cubicBezTo>
                    <a:pt x="13171" y="1921"/>
                    <a:pt x="10818" y="4559"/>
                    <a:pt x="10528" y="4860"/>
                  </a:cubicBezTo>
                  <a:cubicBezTo>
                    <a:pt x="8083" y="7395"/>
                    <a:pt x="5482" y="9768"/>
                    <a:pt x="3057" y="12323"/>
                  </a:cubicBezTo>
                  <a:cubicBezTo>
                    <a:pt x="3169" y="11841"/>
                    <a:pt x="3449" y="11298"/>
                    <a:pt x="3724" y="10773"/>
                  </a:cubicBezTo>
                  <a:lnTo>
                    <a:pt x="3724" y="10770"/>
                  </a:lnTo>
                  <a:cubicBezTo>
                    <a:pt x="4206" y="10366"/>
                    <a:pt x="4673" y="9950"/>
                    <a:pt x="5130" y="9526"/>
                  </a:cubicBezTo>
                  <a:cubicBezTo>
                    <a:pt x="6371" y="8429"/>
                    <a:pt x="7633" y="7360"/>
                    <a:pt x="8871" y="6260"/>
                  </a:cubicBezTo>
                  <a:cubicBezTo>
                    <a:pt x="10176" y="5106"/>
                    <a:pt x="11363" y="3855"/>
                    <a:pt x="12535" y="2574"/>
                  </a:cubicBezTo>
                  <a:cubicBezTo>
                    <a:pt x="12962" y="2107"/>
                    <a:pt x="13137" y="1921"/>
                    <a:pt x="13144" y="1921"/>
                  </a:cubicBezTo>
                  <a:close/>
                  <a:moveTo>
                    <a:pt x="16302" y="1852"/>
                  </a:moveTo>
                  <a:cubicBezTo>
                    <a:pt x="16467" y="1947"/>
                    <a:pt x="16629" y="2045"/>
                    <a:pt x="16790" y="2146"/>
                  </a:cubicBezTo>
                  <a:cubicBezTo>
                    <a:pt x="13089" y="4727"/>
                    <a:pt x="10722" y="8657"/>
                    <a:pt x="7485" y="11754"/>
                  </a:cubicBezTo>
                  <a:cubicBezTo>
                    <a:pt x="6459" y="12735"/>
                    <a:pt x="6019" y="13111"/>
                    <a:pt x="5946" y="13111"/>
                  </a:cubicBezTo>
                  <a:cubicBezTo>
                    <a:pt x="5729" y="13111"/>
                    <a:pt x="8813" y="9739"/>
                    <a:pt x="9356" y="9150"/>
                  </a:cubicBezTo>
                  <a:cubicBezTo>
                    <a:pt x="11623" y="6705"/>
                    <a:pt x="14172" y="4603"/>
                    <a:pt x="16271" y="1996"/>
                  </a:cubicBezTo>
                  <a:cubicBezTo>
                    <a:pt x="16299" y="1956"/>
                    <a:pt x="16311" y="1904"/>
                    <a:pt x="16302" y="1855"/>
                  </a:cubicBezTo>
                  <a:lnTo>
                    <a:pt x="16302" y="1852"/>
                  </a:lnTo>
                  <a:close/>
                  <a:moveTo>
                    <a:pt x="38847" y="7685"/>
                  </a:moveTo>
                  <a:cubicBezTo>
                    <a:pt x="38877" y="7685"/>
                    <a:pt x="36215" y="11407"/>
                    <a:pt x="35862" y="11844"/>
                  </a:cubicBezTo>
                  <a:cubicBezTo>
                    <a:pt x="35449" y="12349"/>
                    <a:pt x="35056" y="12872"/>
                    <a:pt x="34661" y="13388"/>
                  </a:cubicBezTo>
                  <a:cubicBezTo>
                    <a:pt x="35963" y="11604"/>
                    <a:pt x="37259" y="9811"/>
                    <a:pt x="38578" y="8036"/>
                  </a:cubicBezTo>
                  <a:cubicBezTo>
                    <a:pt x="38761" y="7790"/>
                    <a:pt x="38842" y="7685"/>
                    <a:pt x="38847" y="7685"/>
                  </a:cubicBezTo>
                  <a:close/>
                  <a:moveTo>
                    <a:pt x="13960" y="2085"/>
                  </a:moveTo>
                  <a:cubicBezTo>
                    <a:pt x="14178" y="2085"/>
                    <a:pt x="11694" y="4989"/>
                    <a:pt x="11334" y="5386"/>
                  </a:cubicBezTo>
                  <a:cubicBezTo>
                    <a:pt x="9948" y="6919"/>
                    <a:pt x="8574" y="8452"/>
                    <a:pt x="7226" y="10011"/>
                  </a:cubicBezTo>
                  <a:cubicBezTo>
                    <a:pt x="6025" y="11131"/>
                    <a:pt x="4838" y="12265"/>
                    <a:pt x="3735" y="13495"/>
                  </a:cubicBezTo>
                  <a:cubicBezTo>
                    <a:pt x="3695" y="13541"/>
                    <a:pt x="3686" y="13605"/>
                    <a:pt x="3706" y="13663"/>
                  </a:cubicBezTo>
                  <a:cubicBezTo>
                    <a:pt x="3276" y="13492"/>
                    <a:pt x="3074" y="13230"/>
                    <a:pt x="3022" y="12909"/>
                  </a:cubicBezTo>
                  <a:cubicBezTo>
                    <a:pt x="6420" y="10646"/>
                    <a:pt x="8811" y="7444"/>
                    <a:pt x="11507" y="4424"/>
                  </a:cubicBezTo>
                  <a:cubicBezTo>
                    <a:pt x="12047" y="3830"/>
                    <a:pt x="12613" y="3264"/>
                    <a:pt x="13207" y="2721"/>
                  </a:cubicBezTo>
                  <a:cubicBezTo>
                    <a:pt x="13680" y="2268"/>
                    <a:pt x="13905" y="2085"/>
                    <a:pt x="13960" y="2085"/>
                  </a:cubicBezTo>
                  <a:close/>
                  <a:moveTo>
                    <a:pt x="15072" y="2758"/>
                  </a:moveTo>
                  <a:cubicBezTo>
                    <a:pt x="15144" y="2758"/>
                    <a:pt x="13384" y="4726"/>
                    <a:pt x="13190" y="4927"/>
                  </a:cubicBezTo>
                  <a:cubicBezTo>
                    <a:pt x="12197" y="5946"/>
                    <a:pt x="11135" y="6910"/>
                    <a:pt x="10110" y="7900"/>
                  </a:cubicBezTo>
                  <a:cubicBezTo>
                    <a:pt x="8207" y="9736"/>
                    <a:pt x="6553" y="11815"/>
                    <a:pt x="4702" y="13709"/>
                  </a:cubicBezTo>
                  <a:cubicBezTo>
                    <a:pt x="4665" y="13746"/>
                    <a:pt x="4650" y="13801"/>
                    <a:pt x="4665" y="13856"/>
                  </a:cubicBezTo>
                  <a:cubicBezTo>
                    <a:pt x="4431" y="13839"/>
                    <a:pt x="4200" y="13804"/>
                    <a:pt x="3972" y="13746"/>
                  </a:cubicBezTo>
                  <a:cubicBezTo>
                    <a:pt x="5363" y="12713"/>
                    <a:pt x="6472" y="11425"/>
                    <a:pt x="7566" y="10106"/>
                  </a:cubicBezTo>
                  <a:cubicBezTo>
                    <a:pt x="7742" y="9944"/>
                    <a:pt x="7918" y="9780"/>
                    <a:pt x="8092" y="9618"/>
                  </a:cubicBezTo>
                  <a:cubicBezTo>
                    <a:pt x="10182" y="7684"/>
                    <a:pt x="12180" y="5715"/>
                    <a:pt x="14154" y="3665"/>
                  </a:cubicBezTo>
                  <a:cubicBezTo>
                    <a:pt x="14791" y="3005"/>
                    <a:pt x="15047" y="2758"/>
                    <a:pt x="15072" y="2758"/>
                  </a:cubicBezTo>
                  <a:close/>
                  <a:moveTo>
                    <a:pt x="7474" y="12115"/>
                  </a:moveTo>
                  <a:lnTo>
                    <a:pt x="7474" y="12115"/>
                  </a:lnTo>
                  <a:cubicBezTo>
                    <a:pt x="6980" y="12678"/>
                    <a:pt x="6501" y="13256"/>
                    <a:pt x="6039" y="13839"/>
                  </a:cubicBezTo>
                  <a:cubicBezTo>
                    <a:pt x="5719" y="13862"/>
                    <a:pt x="5430" y="13874"/>
                    <a:pt x="5169" y="13874"/>
                  </a:cubicBezTo>
                  <a:cubicBezTo>
                    <a:pt x="5140" y="13874"/>
                    <a:pt x="5112" y="13874"/>
                    <a:pt x="5083" y="13873"/>
                  </a:cubicBezTo>
                  <a:cubicBezTo>
                    <a:pt x="5950" y="13357"/>
                    <a:pt x="6732" y="12759"/>
                    <a:pt x="7474" y="12115"/>
                  </a:cubicBezTo>
                  <a:close/>
                  <a:moveTo>
                    <a:pt x="17255" y="2441"/>
                  </a:moveTo>
                  <a:cubicBezTo>
                    <a:pt x="17486" y="2588"/>
                    <a:pt x="17714" y="2738"/>
                    <a:pt x="17945" y="2888"/>
                  </a:cubicBezTo>
                  <a:cubicBezTo>
                    <a:pt x="15869" y="4609"/>
                    <a:pt x="13964" y="6474"/>
                    <a:pt x="12090" y="8411"/>
                  </a:cubicBezTo>
                  <a:cubicBezTo>
                    <a:pt x="11103" y="9433"/>
                    <a:pt x="10121" y="10461"/>
                    <a:pt x="9125" y="11477"/>
                  </a:cubicBezTo>
                  <a:cubicBezTo>
                    <a:pt x="8828" y="11780"/>
                    <a:pt x="6625" y="14032"/>
                    <a:pt x="6250" y="14266"/>
                  </a:cubicBezTo>
                  <a:cubicBezTo>
                    <a:pt x="6238" y="14252"/>
                    <a:pt x="6227" y="14237"/>
                    <a:pt x="6212" y="14226"/>
                  </a:cubicBezTo>
                  <a:cubicBezTo>
                    <a:pt x="6253" y="14159"/>
                    <a:pt x="6296" y="14096"/>
                    <a:pt x="6345" y="14032"/>
                  </a:cubicBezTo>
                  <a:lnTo>
                    <a:pt x="6391" y="14029"/>
                  </a:lnTo>
                  <a:cubicBezTo>
                    <a:pt x="6463" y="14018"/>
                    <a:pt x="6478" y="13943"/>
                    <a:pt x="6458" y="13885"/>
                  </a:cubicBezTo>
                  <a:cubicBezTo>
                    <a:pt x="6541" y="13775"/>
                    <a:pt x="6648" y="13642"/>
                    <a:pt x="6778" y="13487"/>
                  </a:cubicBezTo>
                  <a:cubicBezTo>
                    <a:pt x="9968" y="9627"/>
                    <a:pt x="14645" y="6722"/>
                    <a:pt x="17255" y="2441"/>
                  </a:cubicBezTo>
                  <a:close/>
                  <a:moveTo>
                    <a:pt x="19400" y="4748"/>
                  </a:moveTo>
                  <a:lnTo>
                    <a:pt x="19400" y="4748"/>
                  </a:lnTo>
                  <a:cubicBezTo>
                    <a:pt x="19106" y="5654"/>
                    <a:pt x="16946" y="7528"/>
                    <a:pt x="16522" y="7993"/>
                  </a:cubicBezTo>
                  <a:cubicBezTo>
                    <a:pt x="14928" y="9742"/>
                    <a:pt x="13297" y="11454"/>
                    <a:pt x="11674" y="13175"/>
                  </a:cubicBezTo>
                  <a:cubicBezTo>
                    <a:pt x="11181" y="13700"/>
                    <a:pt x="10664" y="14223"/>
                    <a:pt x="10144" y="14751"/>
                  </a:cubicBezTo>
                  <a:cubicBezTo>
                    <a:pt x="13095" y="11287"/>
                    <a:pt x="15979" y="7770"/>
                    <a:pt x="19400" y="4748"/>
                  </a:cubicBezTo>
                  <a:close/>
                  <a:moveTo>
                    <a:pt x="20035" y="5595"/>
                  </a:moveTo>
                  <a:lnTo>
                    <a:pt x="20035" y="5595"/>
                  </a:lnTo>
                  <a:cubicBezTo>
                    <a:pt x="19660" y="5937"/>
                    <a:pt x="19004" y="6827"/>
                    <a:pt x="18297" y="7770"/>
                  </a:cubicBezTo>
                  <a:cubicBezTo>
                    <a:pt x="16617" y="9286"/>
                    <a:pt x="15084" y="11041"/>
                    <a:pt x="13606" y="12857"/>
                  </a:cubicBezTo>
                  <a:cubicBezTo>
                    <a:pt x="13043" y="13383"/>
                    <a:pt x="12483" y="13905"/>
                    <a:pt x="11923" y="14431"/>
                  </a:cubicBezTo>
                  <a:cubicBezTo>
                    <a:pt x="11729" y="14612"/>
                    <a:pt x="11539" y="14800"/>
                    <a:pt x="11345" y="14982"/>
                  </a:cubicBezTo>
                  <a:cubicBezTo>
                    <a:pt x="14092" y="11733"/>
                    <a:pt x="16871" y="8450"/>
                    <a:pt x="20035" y="5595"/>
                  </a:cubicBezTo>
                  <a:close/>
                  <a:moveTo>
                    <a:pt x="43095" y="7399"/>
                  </a:moveTo>
                  <a:cubicBezTo>
                    <a:pt x="43114" y="7399"/>
                    <a:pt x="43114" y="7423"/>
                    <a:pt x="43088" y="7476"/>
                  </a:cubicBezTo>
                  <a:cubicBezTo>
                    <a:pt x="41748" y="10230"/>
                    <a:pt x="38913" y="12638"/>
                    <a:pt x="36944" y="15164"/>
                  </a:cubicBezTo>
                  <a:cubicBezTo>
                    <a:pt x="37196" y="14765"/>
                    <a:pt x="37444" y="14367"/>
                    <a:pt x="37698" y="13972"/>
                  </a:cubicBezTo>
                  <a:cubicBezTo>
                    <a:pt x="38711" y="12384"/>
                    <a:pt x="39823" y="10880"/>
                    <a:pt x="41004" y="9410"/>
                  </a:cubicBezTo>
                  <a:lnTo>
                    <a:pt x="41004" y="9410"/>
                  </a:lnTo>
                  <a:cubicBezTo>
                    <a:pt x="41001" y="9413"/>
                    <a:pt x="41000" y="9415"/>
                    <a:pt x="41001" y="9415"/>
                  </a:cubicBezTo>
                  <a:cubicBezTo>
                    <a:pt x="41016" y="9415"/>
                    <a:pt x="42914" y="7399"/>
                    <a:pt x="43095" y="7399"/>
                  </a:cubicBezTo>
                  <a:close/>
                  <a:moveTo>
                    <a:pt x="37289" y="4570"/>
                  </a:moveTo>
                  <a:cubicBezTo>
                    <a:pt x="37379" y="4570"/>
                    <a:pt x="36232" y="6345"/>
                    <a:pt x="35937" y="6780"/>
                  </a:cubicBezTo>
                  <a:cubicBezTo>
                    <a:pt x="35504" y="7415"/>
                    <a:pt x="35088" y="8056"/>
                    <a:pt x="34667" y="8697"/>
                  </a:cubicBezTo>
                  <a:cubicBezTo>
                    <a:pt x="33304" y="10268"/>
                    <a:pt x="31979" y="11873"/>
                    <a:pt x="30688" y="13478"/>
                  </a:cubicBezTo>
                  <a:cubicBezTo>
                    <a:pt x="29883" y="14474"/>
                    <a:pt x="29043" y="15479"/>
                    <a:pt x="28211" y="16498"/>
                  </a:cubicBezTo>
                  <a:cubicBezTo>
                    <a:pt x="28598" y="15966"/>
                    <a:pt x="28985" y="15435"/>
                    <a:pt x="29378" y="14913"/>
                  </a:cubicBezTo>
                  <a:cubicBezTo>
                    <a:pt x="31321" y="12323"/>
                    <a:pt x="33411" y="9852"/>
                    <a:pt x="35296" y="7219"/>
                  </a:cubicBezTo>
                  <a:cubicBezTo>
                    <a:pt x="36725" y="5222"/>
                    <a:pt x="37235" y="4570"/>
                    <a:pt x="37289" y="4570"/>
                  </a:cubicBezTo>
                  <a:close/>
                  <a:moveTo>
                    <a:pt x="20053" y="12597"/>
                  </a:moveTo>
                  <a:lnTo>
                    <a:pt x="20053" y="12597"/>
                  </a:lnTo>
                  <a:cubicBezTo>
                    <a:pt x="18395" y="14402"/>
                    <a:pt x="16770" y="16218"/>
                    <a:pt x="15153" y="17933"/>
                  </a:cubicBezTo>
                  <a:lnTo>
                    <a:pt x="15153" y="17935"/>
                  </a:lnTo>
                  <a:cubicBezTo>
                    <a:pt x="15104" y="17987"/>
                    <a:pt x="15055" y="18039"/>
                    <a:pt x="15003" y="18091"/>
                  </a:cubicBezTo>
                  <a:cubicBezTo>
                    <a:pt x="16617" y="16212"/>
                    <a:pt x="18346" y="14410"/>
                    <a:pt x="20053" y="12597"/>
                  </a:cubicBezTo>
                  <a:close/>
                  <a:moveTo>
                    <a:pt x="17446" y="3783"/>
                  </a:moveTo>
                  <a:cubicBezTo>
                    <a:pt x="13499" y="9349"/>
                    <a:pt x="8288" y="13946"/>
                    <a:pt x="3753" y="19018"/>
                  </a:cubicBezTo>
                  <a:cubicBezTo>
                    <a:pt x="3767" y="18911"/>
                    <a:pt x="3781" y="18804"/>
                    <a:pt x="3807" y="18695"/>
                  </a:cubicBezTo>
                  <a:cubicBezTo>
                    <a:pt x="4148" y="17269"/>
                    <a:pt x="5410" y="16065"/>
                    <a:pt x="6117" y="14754"/>
                  </a:cubicBezTo>
                  <a:cubicBezTo>
                    <a:pt x="7947" y="13152"/>
                    <a:pt x="9665" y="11448"/>
                    <a:pt x="11357" y="9690"/>
                  </a:cubicBezTo>
                  <a:cubicBezTo>
                    <a:pt x="13181" y="7799"/>
                    <a:pt x="15993" y="5827"/>
                    <a:pt x="17446" y="3783"/>
                  </a:cubicBezTo>
                  <a:close/>
                  <a:moveTo>
                    <a:pt x="19212" y="3708"/>
                  </a:moveTo>
                  <a:cubicBezTo>
                    <a:pt x="19371" y="3809"/>
                    <a:pt x="19533" y="3907"/>
                    <a:pt x="19695" y="4003"/>
                  </a:cubicBezTo>
                  <a:cubicBezTo>
                    <a:pt x="19689" y="4006"/>
                    <a:pt x="19686" y="4003"/>
                    <a:pt x="19680" y="4009"/>
                  </a:cubicBezTo>
                  <a:cubicBezTo>
                    <a:pt x="14165" y="8704"/>
                    <a:pt x="10109" y="14743"/>
                    <a:pt x="5040" y="19875"/>
                  </a:cubicBezTo>
                  <a:lnTo>
                    <a:pt x="5040" y="19875"/>
                  </a:lnTo>
                  <a:cubicBezTo>
                    <a:pt x="7502" y="17382"/>
                    <a:pt x="9537" y="14550"/>
                    <a:pt x="11871" y="11936"/>
                  </a:cubicBezTo>
                  <a:cubicBezTo>
                    <a:pt x="14328" y="9185"/>
                    <a:pt x="16952" y="6627"/>
                    <a:pt x="19212" y="3708"/>
                  </a:cubicBezTo>
                  <a:close/>
                  <a:moveTo>
                    <a:pt x="25451" y="5365"/>
                  </a:moveTo>
                  <a:lnTo>
                    <a:pt x="25451" y="5365"/>
                  </a:lnTo>
                  <a:cubicBezTo>
                    <a:pt x="22916" y="6881"/>
                    <a:pt x="21378" y="9791"/>
                    <a:pt x="19403" y="11910"/>
                  </a:cubicBezTo>
                  <a:cubicBezTo>
                    <a:pt x="16779" y="14722"/>
                    <a:pt x="14342" y="17686"/>
                    <a:pt x="11755" y="20524"/>
                  </a:cubicBezTo>
                  <a:lnTo>
                    <a:pt x="11755" y="20524"/>
                  </a:lnTo>
                  <a:cubicBezTo>
                    <a:pt x="13132" y="18548"/>
                    <a:pt x="14386" y="16474"/>
                    <a:pt x="15956" y="14618"/>
                  </a:cubicBezTo>
                  <a:cubicBezTo>
                    <a:pt x="18407" y="11728"/>
                    <a:pt x="22071" y="9225"/>
                    <a:pt x="23996" y="5920"/>
                  </a:cubicBezTo>
                  <a:cubicBezTo>
                    <a:pt x="24146" y="5770"/>
                    <a:pt x="24294" y="5617"/>
                    <a:pt x="24447" y="5472"/>
                  </a:cubicBezTo>
                  <a:cubicBezTo>
                    <a:pt x="24784" y="5461"/>
                    <a:pt x="25119" y="5426"/>
                    <a:pt x="25451" y="5365"/>
                  </a:cubicBezTo>
                  <a:close/>
                  <a:moveTo>
                    <a:pt x="34392" y="2634"/>
                  </a:moveTo>
                  <a:cubicBezTo>
                    <a:pt x="34586" y="2680"/>
                    <a:pt x="34773" y="2735"/>
                    <a:pt x="34961" y="2790"/>
                  </a:cubicBezTo>
                  <a:cubicBezTo>
                    <a:pt x="33636" y="3596"/>
                    <a:pt x="32383" y="5960"/>
                    <a:pt x="31523" y="7118"/>
                  </a:cubicBezTo>
                  <a:cubicBezTo>
                    <a:pt x="29279" y="10141"/>
                    <a:pt x="27149" y="13247"/>
                    <a:pt x="24929" y="16287"/>
                  </a:cubicBezTo>
                  <a:cubicBezTo>
                    <a:pt x="24181" y="17315"/>
                    <a:pt x="21886" y="20124"/>
                    <a:pt x="21401" y="20779"/>
                  </a:cubicBezTo>
                  <a:cubicBezTo>
                    <a:pt x="23003" y="18614"/>
                    <a:pt x="24455" y="16339"/>
                    <a:pt x="25835" y="14029"/>
                  </a:cubicBezTo>
                  <a:cubicBezTo>
                    <a:pt x="28298" y="9910"/>
                    <a:pt x="32140" y="6812"/>
                    <a:pt x="34392" y="2634"/>
                  </a:cubicBezTo>
                  <a:close/>
                  <a:moveTo>
                    <a:pt x="17438" y="5317"/>
                  </a:moveTo>
                  <a:cubicBezTo>
                    <a:pt x="17460" y="5317"/>
                    <a:pt x="17420" y="5380"/>
                    <a:pt x="17298" y="5527"/>
                  </a:cubicBezTo>
                  <a:cubicBezTo>
                    <a:pt x="12979" y="10735"/>
                    <a:pt x="8173" y="15479"/>
                    <a:pt x="4021" y="20854"/>
                  </a:cubicBezTo>
                  <a:cubicBezTo>
                    <a:pt x="4001" y="20883"/>
                    <a:pt x="3992" y="20921"/>
                    <a:pt x="3998" y="20958"/>
                  </a:cubicBezTo>
                  <a:cubicBezTo>
                    <a:pt x="3822" y="20537"/>
                    <a:pt x="3724" y="20086"/>
                    <a:pt x="3709" y="19633"/>
                  </a:cubicBezTo>
                  <a:cubicBezTo>
                    <a:pt x="6261" y="17179"/>
                    <a:pt x="8712" y="14638"/>
                    <a:pt x="11109" y="12031"/>
                  </a:cubicBezTo>
                  <a:cubicBezTo>
                    <a:pt x="12416" y="10608"/>
                    <a:pt x="13724" y="9179"/>
                    <a:pt x="14948" y="7681"/>
                  </a:cubicBezTo>
                  <a:cubicBezTo>
                    <a:pt x="15223" y="7347"/>
                    <a:pt x="17315" y="5317"/>
                    <a:pt x="17438" y="5317"/>
                  </a:cubicBezTo>
                  <a:close/>
                  <a:moveTo>
                    <a:pt x="14521" y="14179"/>
                  </a:moveTo>
                  <a:lnTo>
                    <a:pt x="14521" y="14179"/>
                  </a:lnTo>
                  <a:cubicBezTo>
                    <a:pt x="12419" y="16599"/>
                    <a:pt x="10320" y="19006"/>
                    <a:pt x="7994" y="21221"/>
                  </a:cubicBezTo>
                  <a:cubicBezTo>
                    <a:pt x="10072" y="19160"/>
                    <a:pt x="12197" y="16541"/>
                    <a:pt x="14290" y="14419"/>
                  </a:cubicBezTo>
                  <a:cubicBezTo>
                    <a:pt x="14368" y="14341"/>
                    <a:pt x="14443" y="14260"/>
                    <a:pt x="14521" y="14179"/>
                  </a:cubicBezTo>
                  <a:close/>
                  <a:moveTo>
                    <a:pt x="29661" y="6214"/>
                  </a:moveTo>
                  <a:lnTo>
                    <a:pt x="29661" y="6214"/>
                  </a:lnTo>
                  <a:cubicBezTo>
                    <a:pt x="28439" y="7672"/>
                    <a:pt x="27282" y="9194"/>
                    <a:pt x="26141" y="10718"/>
                  </a:cubicBezTo>
                  <a:cubicBezTo>
                    <a:pt x="25925" y="10943"/>
                    <a:pt x="25702" y="11165"/>
                    <a:pt x="25486" y="11393"/>
                  </a:cubicBezTo>
                  <a:cubicBezTo>
                    <a:pt x="24094" y="12869"/>
                    <a:pt x="22977" y="14523"/>
                    <a:pt x="21915" y="16215"/>
                  </a:cubicBezTo>
                  <a:cubicBezTo>
                    <a:pt x="20688" y="17751"/>
                    <a:pt x="19449" y="19275"/>
                    <a:pt x="18179" y="20779"/>
                  </a:cubicBezTo>
                  <a:cubicBezTo>
                    <a:pt x="18009" y="20978"/>
                    <a:pt x="17832" y="21169"/>
                    <a:pt x="17659" y="21368"/>
                  </a:cubicBezTo>
                  <a:cubicBezTo>
                    <a:pt x="20370" y="17722"/>
                    <a:pt x="22778" y="13793"/>
                    <a:pt x="25639" y="10288"/>
                  </a:cubicBezTo>
                  <a:cubicBezTo>
                    <a:pt x="26831" y="8830"/>
                    <a:pt x="28361" y="7603"/>
                    <a:pt x="29661" y="6214"/>
                  </a:cubicBezTo>
                  <a:close/>
                  <a:moveTo>
                    <a:pt x="31404" y="10507"/>
                  </a:moveTo>
                  <a:cubicBezTo>
                    <a:pt x="30527" y="11812"/>
                    <a:pt x="29626" y="13105"/>
                    <a:pt x="28734" y="14405"/>
                  </a:cubicBezTo>
                  <a:cubicBezTo>
                    <a:pt x="28445" y="14823"/>
                    <a:pt x="28182" y="15250"/>
                    <a:pt x="27923" y="15681"/>
                  </a:cubicBezTo>
                  <a:cubicBezTo>
                    <a:pt x="26863" y="17020"/>
                    <a:pt x="25798" y="18357"/>
                    <a:pt x="24689" y="19656"/>
                  </a:cubicBezTo>
                  <a:cubicBezTo>
                    <a:pt x="24144" y="20298"/>
                    <a:pt x="22870" y="21427"/>
                    <a:pt x="22565" y="21427"/>
                  </a:cubicBezTo>
                  <a:cubicBezTo>
                    <a:pt x="22340" y="21427"/>
                    <a:pt x="22640" y="20815"/>
                    <a:pt x="24141" y="18949"/>
                  </a:cubicBezTo>
                  <a:cubicBezTo>
                    <a:pt x="25033" y="17837"/>
                    <a:pt x="26037" y="16801"/>
                    <a:pt x="26973" y="15724"/>
                  </a:cubicBezTo>
                  <a:cubicBezTo>
                    <a:pt x="28376" y="14107"/>
                    <a:pt x="29938" y="12349"/>
                    <a:pt x="31404" y="10507"/>
                  </a:cubicBezTo>
                  <a:close/>
                  <a:moveTo>
                    <a:pt x="15708" y="9401"/>
                  </a:moveTo>
                  <a:cubicBezTo>
                    <a:pt x="14074" y="11188"/>
                    <a:pt x="12517" y="13059"/>
                    <a:pt x="10956" y="14893"/>
                  </a:cubicBezTo>
                  <a:cubicBezTo>
                    <a:pt x="10090" y="15912"/>
                    <a:pt x="9232" y="16937"/>
                    <a:pt x="8369" y="17956"/>
                  </a:cubicBezTo>
                  <a:cubicBezTo>
                    <a:pt x="7950" y="18403"/>
                    <a:pt x="7546" y="18862"/>
                    <a:pt x="7142" y="19324"/>
                  </a:cubicBezTo>
                  <a:cubicBezTo>
                    <a:pt x="6530" y="19965"/>
                    <a:pt x="5883" y="20563"/>
                    <a:pt x="5153" y="21079"/>
                  </a:cubicBezTo>
                  <a:cubicBezTo>
                    <a:pt x="4806" y="21422"/>
                    <a:pt x="4616" y="21593"/>
                    <a:pt x="4584" y="21593"/>
                  </a:cubicBezTo>
                  <a:cubicBezTo>
                    <a:pt x="4552" y="21593"/>
                    <a:pt x="4677" y="21423"/>
                    <a:pt x="4959" y="21082"/>
                  </a:cubicBezTo>
                  <a:cubicBezTo>
                    <a:pt x="5924" y="19847"/>
                    <a:pt x="7024" y="18700"/>
                    <a:pt x="8086" y="17546"/>
                  </a:cubicBezTo>
                  <a:cubicBezTo>
                    <a:pt x="10606" y="14812"/>
                    <a:pt x="13179" y="12127"/>
                    <a:pt x="15708" y="9401"/>
                  </a:cubicBezTo>
                  <a:close/>
                  <a:moveTo>
                    <a:pt x="12053" y="14794"/>
                  </a:moveTo>
                  <a:lnTo>
                    <a:pt x="12053" y="14794"/>
                  </a:lnTo>
                  <a:cubicBezTo>
                    <a:pt x="10243" y="17069"/>
                    <a:pt x="8455" y="19330"/>
                    <a:pt x="6504" y="21209"/>
                  </a:cubicBezTo>
                  <a:cubicBezTo>
                    <a:pt x="5963" y="21589"/>
                    <a:pt x="5639" y="21779"/>
                    <a:pt x="5529" y="21779"/>
                  </a:cubicBezTo>
                  <a:cubicBezTo>
                    <a:pt x="5353" y="21779"/>
                    <a:pt x="5730" y="21292"/>
                    <a:pt x="6651" y="20326"/>
                  </a:cubicBezTo>
                  <a:cubicBezTo>
                    <a:pt x="7656" y="19451"/>
                    <a:pt x="8545" y="18429"/>
                    <a:pt x="9397" y="17378"/>
                  </a:cubicBezTo>
                  <a:lnTo>
                    <a:pt x="9521" y="17248"/>
                  </a:lnTo>
                  <a:cubicBezTo>
                    <a:pt x="10344" y="16408"/>
                    <a:pt x="11192" y="15597"/>
                    <a:pt x="12053" y="14794"/>
                  </a:cubicBezTo>
                  <a:close/>
                  <a:moveTo>
                    <a:pt x="29871" y="7239"/>
                  </a:moveTo>
                  <a:cubicBezTo>
                    <a:pt x="26089" y="12092"/>
                    <a:pt x="22859" y="17462"/>
                    <a:pt x="18603" y="21865"/>
                  </a:cubicBezTo>
                  <a:cubicBezTo>
                    <a:pt x="20506" y="19893"/>
                    <a:pt x="21857" y="17344"/>
                    <a:pt x="23381" y="14936"/>
                  </a:cubicBezTo>
                  <a:cubicBezTo>
                    <a:pt x="24574" y="13423"/>
                    <a:pt x="25760" y="11899"/>
                    <a:pt x="26935" y="10371"/>
                  </a:cubicBezTo>
                  <a:cubicBezTo>
                    <a:pt x="27917" y="9318"/>
                    <a:pt x="28910" y="8290"/>
                    <a:pt x="29871" y="7239"/>
                  </a:cubicBezTo>
                  <a:close/>
                  <a:moveTo>
                    <a:pt x="5713" y="21056"/>
                  </a:moveTo>
                  <a:lnTo>
                    <a:pt x="5713" y="21056"/>
                  </a:lnTo>
                  <a:cubicBezTo>
                    <a:pt x="5407" y="21449"/>
                    <a:pt x="5104" y="21842"/>
                    <a:pt x="4812" y="22249"/>
                  </a:cubicBezTo>
                  <a:cubicBezTo>
                    <a:pt x="4694" y="22107"/>
                    <a:pt x="4581" y="21960"/>
                    <a:pt x="4477" y="21807"/>
                  </a:cubicBezTo>
                  <a:cubicBezTo>
                    <a:pt x="4907" y="21587"/>
                    <a:pt x="5320" y="21336"/>
                    <a:pt x="5713" y="21056"/>
                  </a:cubicBezTo>
                  <a:close/>
                  <a:moveTo>
                    <a:pt x="32943" y="11333"/>
                  </a:moveTo>
                  <a:cubicBezTo>
                    <a:pt x="32689" y="11728"/>
                    <a:pt x="32432" y="12121"/>
                    <a:pt x="32178" y="12517"/>
                  </a:cubicBezTo>
                  <a:cubicBezTo>
                    <a:pt x="30307" y="15378"/>
                    <a:pt x="28315" y="18155"/>
                    <a:pt x="26205" y="20854"/>
                  </a:cubicBezTo>
                  <a:cubicBezTo>
                    <a:pt x="25889" y="21257"/>
                    <a:pt x="24779" y="22414"/>
                    <a:pt x="24526" y="22414"/>
                  </a:cubicBezTo>
                  <a:cubicBezTo>
                    <a:pt x="24384" y="22414"/>
                    <a:pt x="24513" y="22050"/>
                    <a:pt x="25203" y="20981"/>
                  </a:cubicBezTo>
                  <a:cubicBezTo>
                    <a:pt x="25252" y="20903"/>
                    <a:pt x="25316" y="20828"/>
                    <a:pt x="25368" y="20750"/>
                  </a:cubicBezTo>
                  <a:cubicBezTo>
                    <a:pt x="25642" y="20398"/>
                    <a:pt x="25899" y="20028"/>
                    <a:pt x="26153" y="19656"/>
                  </a:cubicBezTo>
                  <a:cubicBezTo>
                    <a:pt x="27097" y="18438"/>
                    <a:pt x="28168" y="17269"/>
                    <a:pt x="29098" y="16065"/>
                  </a:cubicBezTo>
                  <a:cubicBezTo>
                    <a:pt x="30348" y="14448"/>
                    <a:pt x="31638" y="12886"/>
                    <a:pt x="32943" y="11333"/>
                  </a:cubicBezTo>
                  <a:close/>
                  <a:moveTo>
                    <a:pt x="22992" y="5342"/>
                  </a:moveTo>
                  <a:cubicBezTo>
                    <a:pt x="23127" y="5368"/>
                    <a:pt x="23263" y="5403"/>
                    <a:pt x="23401" y="5420"/>
                  </a:cubicBezTo>
                  <a:cubicBezTo>
                    <a:pt x="23586" y="5443"/>
                    <a:pt x="23762" y="5452"/>
                    <a:pt x="23938" y="5464"/>
                  </a:cubicBezTo>
                  <a:cubicBezTo>
                    <a:pt x="21785" y="7571"/>
                    <a:pt x="19850" y="9933"/>
                    <a:pt x="17850" y="12208"/>
                  </a:cubicBezTo>
                  <a:cubicBezTo>
                    <a:pt x="17096" y="12926"/>
                    <a:pt x="16363" y="13634"/>
                    <a:pt x="15685" y="14344"/>
                  </a:cubicBezTo>
                  <a:cubicBezTo>
                    <a:pt x="15136" y="14930"/>
                    <a:pt x="14625" y="15551"/>
                    <a:pt x="14154" y="16200"/>
                  </a:cubicBezTo>
                  <a:cubicBezTo>
                    <a:pt x="13505" y="16885"/>
                    <a:pt x="12864" y="17575"/>
                    <a:pt x="12211" y="18256"/>
                  </a:cubicBezTo>
                  <a:cubicBezTo>
                    <a:pt x="11490" y="19006"/>
                    <a:pt x="10765" y="19754"/>
                    <a:pt x="10038" y="20499"/>
                  </a:cubicBezTo>
                  <a:cubicBezTo>
                    <a:pt x="9964" y="20572"/>
                    <a:pt x="8039" y="22810"/>
                    <a:pt x="7971" y="22810"/>
                  </a:cubicBezTo>
                  <a:cubicBezTo>
                    <a:pt x="7950" y="22810"/>
                    <a:pt x="8102" y="22603"/>
                    <a:pt x="8531" y="22064"/>
                  </a:cubicBezTo>
                  <a:cubicBezTo>
                    <a:pt x="11062" y="18882"/>
                    <a:pt x="13981" y="15900"/>
                    <a:pt x="16686" y="12863"/>
                  </a:cubicBezTo>
                  <a:cubicBezTo>
                    <a:pt x="18811" y="10475"/>
                    <a:pt x="21519" y="8290"/>
                    <a:pt x="22983" y="5412"/>
                  </a:cubicBezTo>
                  <a:cubicBezTo>
                    <a:pt x="22989" y="5388"/>
                    <a:pt x="22992" y="5365"/>
                    <a:pt x="22992" y="5342"/>
                  </a:cubicBezTo>
                  <a:close/>
                  <a:moveTo>
                    <a:pt x="16608" y="19087"/>
                  </a:moveTo>
                  <a:lnTo>
                    <a:pt x="16608" y="19087"/>
                  </a:lnTo>
                  <a:cubicBezTo>
                    <a:pt x="15713" y="20375"/>
                    <a:pt x="14810" y="21657"/>
                    <a:pt x="13871" y="22913"/>
                  </a:cubicBezTo>
                  <a:cubicBezTo>
                    <a:pt x="14735" y="21605"/>
                    <a:pt x="15656" y="20335"/>
                    <a:pt x="16608" y="19087"/>
                  </a:cubicBezTo>
                  <a:close/>
                  <a:moveTo>
                    <a:pt x="21192" y="5840"/>
                  </a:moveTo>
                  <a:cubicBezTo>
                    <a:pt x="21454" y="5840"/>
                    <a:pt x="19325" y="8486"/>
                    <a:pt x="18649" y="9274"/>
                  </a:cubicBezTo>
                  <a:cubicBezTo>
                    <a:pt x="17194" y="10978"/>
                    <a:pt x="15604" y="12568"/>
                    <a:pt x="14036" y="14165"/>
                  </a:cubicBezTo>
                  <a:cubicBezTo>
                    <a:pt x="11204" y="17046"/>
                    <a:pt x="8383" y="19901"/>
                    <a:pt x="5883" y="23083"/>
                  </a:cubicBezTo>
                  <a:cubicBezTo>
                    <a:pt x="5851" y="23123"/>
                    <a:pt x="5837" y="23175"/>
                    <a:pt x="5843" y="23227"/>
                  </a:cubicBezTo>
                  <a:cubicBezTo>
                    <a:pt x="5597" y="23034"/>
                    <a:pt x="5366" y="22826"/>
                    <a:pt x="5147" y="22604"/>
                  </a:cubicBezTo>
                  <a:cubicBezTo>
                    <a:pt x="7806" y="20871"/>
                    <a:pt x="9599" y="18247"/>
                    <a:pt x="11735" y="15938"/>
                  </a:cubicBezTo>
                  <a:cubicBezTo>
                    <a:pt x="14388" y="13071"/>
                    <a:pt x="16865" y="10048"/>
                    <a:pt x="19611" y="7271"/>
                  </a:cubicBezTo>
                  <a:cubicBezTo>
                    <a:pt x="20637" y="6231"/>
                    <a:pt x="21092" y="5840"/>
                    <a:pt x="21192" y="5840"/>
                  </a:cubicBezTo>
                  <a:close/>
                  <a:moveTo>
                    <a:pt x="10875" y="18845"/>
                  </a:moveTo>
                  <a:lnTo>
                    <a:pt x="10875" y="18845"/>
                  </a:lnTo>
                  <a:cubicBezTo>
                    <a:pt x="9420" y="20447"/>
                    <a:pt x="7985" y="22067"/>
                    <a:pt x="6738" y="23834"/>
                  </a:cubicBezTo>
                  <a:cubicBezTo>
                    <a:pt x="6501" y="23692"/>
                    <a:pt x="6270" y="23539"/>
                    <a:pt x="6045" y="23375"/>
                  </a:cubicBezTo>
                  <a:cubicBezTo>
                    <a:pt x="6079" y="23372"/>
                    <a:pt x="6114" y="23357"/>
                    <a:pt x="6140" y="23337"/>
                  </a:cubicBezTo>
                  <a:cubicBezTo>
                    <a:pt x="7838" y="21945"/>
                    <a:pt x="9388" y="20427"/>
                    <a:pt x="10875" y="18845"/>
                  </a:cubicBezTo>
                  <a:close/>
                  <a:moveTo>
                    <a:pt x="13421" y="17245"/>
                  </a:moveTo>
                  <a:lnTo>
                    <a:pt x="13421" y="17245"/>
                  </a:lnTo>
                  <a:cubicBezTo>
                    <a:pt x="12526" y="18579"/>
                    <a:pt x="11700" y="19971"/>
                    <a:pt x="10808" y="21273"/>
                  </a:cubicBezTo>
                  <a:cubicBezTo>
                    <a:pt x="10549" y="21651"/>
                    <a:pt x="10320" y="21980"/>
                    <a:pt x="10127" y="22269"/>
                  </a:cubicBezTo>
                  <a:cubicBezTo>
                    <a:pt x="9477" y="22944"/>
                    <a:pt x="8822" y="23614"/>
                    <a:pt x="8141" y="24264"/>
                  </a:cubicBezTo>
                  <a:cubicBezTo>
                    <a:pt x="8031" y="24371"/>
                    <a:pt x="8100" y="24503"/>
                    <a:pt x="8207" y="24555"/>
                  </a:cubicBezTo>
                  <a:cubicBezTo>
                    <a:pt x="7817" y="24405"/>
                    <a:pt x="7439" y="24232"/>
                    <a:pt x="7075" y="24033"/>
                  </a:cubicBezTo>
                  <a:cubicBezTo>
                    <a:pt x="9249" y="21842"/>
                    <a:pt x="11342" y="19552"/>
                    <a:pt x="13421" y="17245"/>
                  </a:cubicBezTo>
                  <a:close/>
                  <a:moveTo>
                    <a:pt x="36996" y="11067"/>
                  </a:moveTo>
                  <a:lnTo>
                    <a:pt x="36996" y="11067"/>
                  </a:lnTo>
                  <a:cubicBezTo>
                    <a:pt x="35928" y="12765"/>
                    <a:pt x="34900" y="14491"/>
                    <a:pt x="33685" y="16053"/>
                  </a:cubicBezTo>
                  <a:cubicBezTo>
                    <a:pt x="31375" y="19017"/>
                    <a:pt x="28916" y="22122"/>
                    <a:pt x="26790" y="25026"/>
                  </a:cubicBezTo>
                  <a:lnTo>
                    <a:pt x="26790" y="25026"/>
                  </a:lnTo>
                  <a:cubicBezTo>
                    <a:pt x="29341" y="21490"/>
                    <a:pt x="31718" y="17889"/>
                    <a:pt x="34349" y="14387"/>
                  </a:cubicBezTo>
                  <a:cubicBezTo>
                    <a:pt x="35192" y="13267"/>
                    <a:pt x="36110" y="12176"/>
                    <a:pt x="36996" y="11067"/>
                  </a:cubicBezTo>
                  <a:close/>
                  <a:moveTo>
                    <a:pt x="38197" y="12736"/>
                  </a:moveTo>
                  <a:lnTo>
                    <a:pt x="38197" y="12736"/>
                  </a:lnTo>
                  <a:cubicBezTo>
                    <a:pt x="34988" y="17396"/>
                    <a:pt x="32331" y="22480"/>
                    <a:pt x="28403" y="26629"/>
                  </a:cubicBezTo>
                  <a:lnTo>
                    <a:pt x="28403" y="26629"/>
                  </a:lnTo>
                  <a:cubicBezTo>
                    <a:pt x="31159" y="23716"/>
                    <a:pt x="33241" y="19230"/>
                    <a:pt x="35634" y="15912"/>
                  </a:cubicBezTo>
                  <a:cubicBezTo>
                    <a:pt x="36422" y="14815"/>
                    <a:pt x="37314" y="13778"/>
                    <a:pt x="38197" y="12736"/>
                  </a:cubicBezTo>
                  <a:close/>
                  <a:moveTo>
                    <a:pt x="31860" y="23903"/>
                  </a:moveTo>
                  <a:cubicBezTo>
                    <a:pt x="31297" y="24980"/>
                    <a:pt x="30642" y="26007"/>
                    <a:pt x="29900" y="26969"/>
                  </a:cubicBezTo>
                  <a:cubicBezTo>
                    <a:pt x="30033" y="25895"/>
                    <a:pt x="30527" y="25040"/>
                    <a:pt x="31378" y="24402"/>
                  </a:cubicBezTo>
                  <a:cubicBezTo>
                    <a:pt x="31546" y="24241"/>
                    <a:pt x="31699" y="24067"/>
                    <a:pt x="31860" y="23903"/>
                  </a:cubicBezTo>
                  <a:close/>
                  <a:moveTo>
                    <a:pt x="25272" y="9269"/>
                  </a:moveTo>
                  <a:lnTo>
                    <a:pt x="25272" y="9269"/>
                  </a:lnTo>
                  <a:cubicBezTo>
                    <a:pt x="24695" y="10080"/>
                    <a:pt x="24126" y="10900"/>
                    <a:pt x="23540" y="11699"/>
                  </a:cubicBezTo>
                  <a:cubicBezTo>
                    <a:pt x="19954" y="16599"/>
                    <a:pt x="15809" y="21042"/>
                    <a:pt x="12142" y="25875"/>
                  </a:cubicBezTo>
                  <a:cubicBezTo>
                    <a:pt x="11476" y="26754"/>
                    <a:pt x="11194" y="27094"/>
                    <a:pt x="11156" y="27094"/>
                  </a:cubicBezTo>
                  <a:cubicBezTo>
                    <a:pt x="11105" y="27094"/>
                    <a:pt x="11484" y="26496"/>
                    <a:pt x="11963" y="25768"/>
                  </a:cubicBezTo>
                  <a:cubicBezTo>
                    <a:pt x="15046" y="22176"/>
                    <a:pt x="17645" y="18152"/>
                    <a:pt x="20405" y="14260"/>
                  </a:cubicBezTo>
                  <a:lnTo>
                    <a:pt x="20405" y="14257"/>
                  </a:lnTo>
                  <a:cubicBezTo>
                    <a:pt x="21840" y="12439"/>
                    <a:pt x="23569" y="10862"/>
                    <a:pt x="25272" y="9269"/>
                  </a:cubicBezTo>
                  <a:close/>
                  <a:moveTo>
                    <a:pt x="9114" y="24766"/>
                  </a:moveTo>
                  <a:cubicBezTo>
                    <a:pt x="8848" y="25113"/>
                    <a:pt x="8580" y="25462"/>
                    <a:pt x="8320" y="25820"/>
                  </a:cubicBezTo>
                  <a:cubicBezTo>
                    <a:pt x="7612" y="26781"/>
                    <a:pt x="6911" y="27734"/>
                    <a:pt x="6180" y="28664"/>
                  </a:cubicBezTo>
                  <a:cubicBezTo>
                    <a:pt x="7032" y="27327"/>
                    <a:pt x="8034" y="26025"/>
                    <a:pt x="9114" y="24766"/>
                  </a:cubicBezTo>
                  <a:close/>
                  <a:moveTo>
                    <a:pt x="21560" y="12092"/>
                  </a:moveTo>
                  <a:cubicBezTo>
                    <a:pt x="21161" y="12620"/>
                    <a:pt x="20769" y="13152"/>
                    <a:pt x="20382" y="13689"/>
                  </a:cubicBezTo>
                  <a:cubicBezTo>
                    <a:pt x="17281" y="17323"/>
                    <a:pt x="14382" y="21241"/>
                    <a:pt x="11943" y="25367"/>
                  </a:cubicBezTo>
                  <a:cubicBezTo>
                    <a:pt x="11366" y="26068"/>
                    <a:pt x="10779" y="26758"/>
                    <a:pt x="10167" y="27425"/>
                  </a:cubicBezTo>
                  <a:cubicBezTo>
                    <a:pt x="9293" y="28378"/>
                    <a:pt x="8320" y="29229"/>
                    <a:pt x="7341" y="30072"/>
                  </a:cubicBezTo>
                  <a:cubicBezTo>
                    <a:pt x="6932" y="30425"/>
                    <a:pt x="6725" y="30569"/>
                    <a:pt x="6660" y="30569"/>
                  </a:cubicBezTo>
                  <a:cubicBezTo>
                    <a:pt x="6376" y="30569"/>
                    <a:pt x="8779" y="27840"/>
                    <a:pt x="8785" y="27840"/>
                  </a:cubicBezTo>
                  <a:lnTo>
                    <a:pt x="8785" y="27840"/>
                  </a:lnTo>
                  <a:cubicBezTo>
                    <a:pt x="8785" y="27840"/>
                    <a:pt x="8785" y="27840"/>
                    <a:pt x="8785" y="27841"/>
                  </a:cubicBezTo>
                  <a:cubicBezTo>
                    <a:pt x="10598" y="25626"/>
                    <a:pt x="12200" y="23273"/>
                    <a:pt x="13857" y="20944"/>
                  </a:cubicBezTo>
                  <a:cubicBezTo>
                    <a:pt x="16120" y="17762"/>
                    <a:pt x="18817" y="14907"/>
                    <a:pt x="21560" y="12092"/>
                  </a:cubicBezTo>
                  <a:close/>
                  <a:moveTo>
                    <a:pt x="11328" y="1"/>
                  </a:moveTo>
                  <a:cubicBezTo>
                    <a:pt x="8630" y="1"/>
                    <a:pt x="6960" y="1767"/>
                    <a:pt x="4281" y="4020"/>
                  </a:cubicBezTo>
                  <a:cubicBezTo>
                    <a:pt x="3314" y="4831"/>
                    <a:pt x="2439" y="5593"/>
                    <a:pt x="2808" y="6927"/>
                  </a:cubicBezTo>
                  <a:cubicBezTo>
                    <a:pt x="3441" y="9225"/>
                    <a:pt x="3614" y="9552"/>
                    <a:pt x="2396" y="11627"/>
                  </a:cubicBezTo>
                  <a:cubicBezTo>
                    <a:pt x="1241" y="13602"/>
                    <a:pt x="3998" y="14073"/>
                    <a:pt x="5618" y="14073"/>
                  </a:cubicBezTo>
                  <a:cubicBezTo>
                    <a:pt x="5703" y="14073"/>
                    <a:pt x="5785" y="14072"/>
                    <a:pt x="5863" y="14070"/>
                  </a:cubicBezTo>
                  <a:lnTo>
                    <a:pt x="5863" y="14070"/>
                  </a:lnTo>
                  <a:cubicBezTo>
                    <a:pt x="5531" y="14497"/>
                    <a:pt x="5196" y="14924"/>
                    <a:pt x="4887" y="15360"/>
                  </a:cubicBezTo>
                  <a:cubicBezTo>
                    <a:pt x="4791" y="15494"/>
                    <a:pt x="4918" y="15619"/>
                    <a:pt x="5050" y="15619"/>
                  </a:cubicBezTo>
                  <a:cubicBezTo>
                    <a:pt x="5092" y="15619"/>
                    <a:pt x="5134" y="15606"/>
                    <a:pt x="5170" y="15577"/>
                  </a:cubicBezTo>
                  <a:cubicBezTo>
                    <a:pt x="5199" y="15551"/>
                    <a:pt x="5228" y="15522"/>
                    <a:pt x="5260" y="15496"/>
                  </a:cubicBezTo>
                  <a:lnTo>
                    <a:pt x="5260" y="15496"/>
                  </a:lnTo>
                  <a:cubicBezTo>
                    <a:pt x="4391" y="16740"/>
                    <a:pt x="3282" y="18103"/>
                    <a:pt x="3302" y="19512"/>
                  </a:cubicBezTo>
                  <a:cubicBezTo>
                    <a:pt x="3299" y="19515"/>
                    <a:pt x="3296" y="19517"/>
                    <a:pt x="3293" y="19520"/>
                  </a:cubicBezTo>
                  <a:cubicBezTo>
                    <a:pt x="3221" y="19601"/>
                    <a:pt x="3233" y="19725"/>
                    <a:pt x="3319" y="19789"/>
                  </a:cubicBezTo>
                  <a:cubicBezTo>
                    <a:pt x="3328" y="19878"/>
                    <a:pt x="3343" y="19968"/>
                    <a:pt x="3360" y="20054"/>
                  </a:cubicBezTo>
                  <a:cubicBezTo>
                    <a:pt x="3582" y="20996"/>
                    <a:pt x="4035" y="21801"/>
                    <a:pt x="4633" y="22480"/>
                  </a:cubicBezTo>
                  <a:cubicBezTo>
                    <a:pt x="4610" y="22511"/>
                    <a:pt x="4584" y="22543"/>
                    <a:pt x="4561" y="22578"/>
                  </a:cubicBezTo>
                  <a:cubicBezTo>
                    <a:pt x="4473" y="22703"/>
                    <a:pt x="4597" y="22852"/>
                    <a:pt x="4728" y="22852"/>
                  </a:cubicBezTo>
                  <a:cubicBezTo>
                    <a:pt x="4756" y="22852"/>
                    <a:pt x="4785" y="22845"/>
                    <a:pt x="4812" y="22829"/>
                  </a:cubicBezTo>
                  <a:cubicBezTo>
                    <a:pt x="4850" y="22809"/>
                    <a:pt x="4878" y="22783"/>
                    <a:pt x="4913" y="22760"/>
                  </a:cubicBezTo>
                  <a:cubicBezTo>
                    <a:pt x="5450" y="23288"/>
                    <a:pt x="6062" y="23733"/>
                    <a:pt x="6735" y="24073"/>
                  </a:cubicBezTo>
                  <a:cubicBezTo>
                    <a:pt x="6771" y="24117"/>
                    <a:pt x="6827" y="24146"/>
                    <a:pt x="6885" y="24146"/>
                  </a:cubicBezTo>
                  <a:cubicBezTo>
                    <a:pt x="6888" y="24146"/>
                    <a:pt x="6891" y="24145"/>
                    <a:pt x="6894" y="24145"/>
                  </a:cubicBezTo>
                  <a:cubicBezTo>
                    <a:pt x="7353" y="24371"/>
                    <a:pt x="7832" y="24558"/>
                    <a:pt x="8323" y="24705"/>
                  </a:cubicBezTo>
                  <a:cubicBezTo>
                    <a:pt x="8328" y="24707"/>
                    <a:pt x="8333" y="24708"/>
                    <a:pt x="8338" y="24708"/>
                  </a:cubicBezTo>
                  <a:cubicBezTo>
                    <a:pt x="8390" y="24708"/>
                    <a:pt x="8404" y="24631"/>
                    <a:pt x="8349" y="24607"/>
                  </a:cubicBezTo>
                  <a:cubicBezTo>
                    <a:pt x="8326" y="24599"/>
                    <a:pt x="8300" y="24587"/>
                    <a:pt x="8274" y="24578"/>
                  </a:cubicBezTo>
                  <a:lnTo>
                    <a:pt x="8274" y="24578"/>
                  </a:lnTo>
                  <a:cubicBezTo>
                    <a:pt x="8277" y="24579"/>
                    <a:pt x="8281" y="24579"/>
                    <a:pt x="8285" y="24579"/>
                  </a:cubicBezTo>
                  <a:cubicBezTo>
                    <a:pt x="8332" y="24579"/>
                    <a:pt x="8377" y="24561"/>
                    <a:pt x="8412" y="24526"/>
                  </a:cubicBezTo>
                  <a:cubicBezTo>
                    <a:pt x="8793" y="24171"/>
                    <a:pt x="9157" y="23802"/>
                    <a:pt x="9503" y="23418"/>
                  </a:cubicBezTo>
                  <a:cubicBezTo>
                    <a:pt x="9685" y="23285"/>
                    <a:pt x="10084" y="22895"/>
                    <a:pt x="10762" y="22205"/>
                  </a:cubicBezTo>
                  <a:cubicBezTo>
                    <a:pt x="12324" y="20612"/>
                    <a:pt x="13773" y="18903"/>
                    <a:pt x="15237" y="17219"/>
                  </a:cubicBezTo>
                  <a:cubicBezTo>
                    <a:pt x="15265" y="17183"/>
                    <a:pt x="15298" y="17150"/>
                    <a:pt x="15328" y="17114"/>
                  </a:cubicBezTo>
                  <a:lnTo>
                    <a:pt x="15328" y="17114"/>
                  </a:lnTo>
                  <a:cubicBezTo>
                    <a:pt x="14882" y="17638"/>
                    <a:pt x="14436" y="18159"/>
                    <a:pt x="13996" y="18692"/>
                  </a:cubicBezTo>
                  <a:cubicBezTo>
                    <a:pt x="13141" y="19722"/>
                    <a:pt x="12289" y="20759"/>
                    <a:pt x="11444" y="21795"/>
                  </a:cubicBezTo>
                  <a:cubicBezTo>
                    <a:pt x="9117" y="24258"/>
                    <a:pt x="6827" y="26894"/>
                    <a:pt x="5280" y="29763"/>
                  </a:cubicBezTo>
                  <a:cubicBezTo>
                    <a:pt x="4855" y="30266"/>
                    <a:pt x="4422" y="30762"/>
                    <a:pt x="3965" y="31245"/>
                  </a:cubicBezTo>
                  <a:lnTo>
                    <a:pt x="3965" y="31245"/>
                  </a:lnTo>
                  <a:cubicBezTo>
                    <a:pt x="4642" y="30526"/>
                    <a:pt x="5406" y="28683"/>
                    <a:pt x="5932" y="27705"/>
                  </a:cubicBezTo>
                  <a:cubicBezTo>
                    <a:pt x="5992" y="27593"/>
                    <a:pt x="5894" y="27467"/>
                    <a:pt x="5791" y="27467"/>
                  </a:cubicBezTo>
                  <a:cubicBezTo>
                    <a:pt x="5756" y="27467"/>
                    <a:pt x="5720" y="27482"/>
                    <a:pt x="5690" y="27517"/>
                  </a:cubicBezTo>
                  <a:cubicBezTo>
                    <a:pt x="4838" y="28485"/>
                    <a:pt x="4018" y="29475"/>
                    <a:pt x="3184" y="30459"/>
                  </a:cubicBezTo>
                  <a:cubicBezTo>
                    <a:pt x="2661" y="31077"/>
                    <a:pt x="2424" y="31317"/>
                    <a:pt x="2369" y="31317"/>
                  </a:cubicBezTo>
                  <a:cubicBezTo>
                    <a:pt x="2193" y="31317"/>
                    <a:pt x="3886" y="28860"/>
                    <a:pt x="4102" y="28461"/>
                  </a:cubicBezTo>
                  <a:cubicBezTo>
                    <a:pt x="4170" y="28336"/>
                    <a:pt x="4070" y="28230"/>
                    <a:pt x="3964" y="28230"/>
                  </a:cubicBezTo>
                  <a:cubicBezTo>
                    <a:pt x="3916" y="28230"/>
                    <a:pt x="3866" y="28252"/>
                    <a:pt x="3830" y="28303"/>
                  </a:cubicBezTo>
                  <a:cubicBezTo>
                    <a:pt x="3213" y="29686"/>
                    <a:pt x="2240" y="30676"/>
                    <a:pt x="909" y="31273"/>
                  </a:cubicBezTo>
                  <a:cubicBezTo>
                    <a:pt x="1405" y="30592"/>
                    <a:pt x="1890" y="29905"/>
                    <a:pt x="2367" y="29209"/>
                  </a:cubicBezTo>
                  <a:cubicBezTo>
                    <a:pt x="2443" y="29101"/>
                    <a:pt x="2343" y="28999"/>
                    <a:pt x="2240" y="28999"/>
                  </a:cubicBezTo>
                  <a:cubicBezTo>
                    <a:pt x="2195" y="28999"/>
                    <a:pt x="2150" y="29018"/>
                    <a:pt x="2118" y="29065"/>
                  </a:cubicBezTo>
                  <a:cubicBezTo>
                    <a:pt x="1356" y="30136"/>
                    <a:pt x="643" y="31109"/>
                    <a:pt x="54" y="32287"/>
                  </a:cubicBezTo>
                  <a:cubicBezTo>
                    <a:pt x="1" y="32396"/>
                    <a:pt x="84" y="32537"/>
                    <a:pt x="193" y="32537"/>
                  </a:cubicBezTo>
                  <a:cubicBezTo>
                    <a:pt x="220" y="32537"/>
                    <a:pt x="248" y="32528"/>
                    <a:pt x="277" y="32509"/>
                  </a:cubicBezTo>
                  <a:cubicBezTo>
                    <a:pt x="1388" y="31750"/>
                    <a:pt x="2300" y="30716"/>
                    <a:pt x="2728" y="30179"/>
                  </a:cubicBezTo>
                  <a:lnTo>
                    <a:pt x="2728" y="30179"/>
                  </a:lnTo>
                  <a:cubicBezTo>
                    <a:pt x="2474" y="30537"/>
                    <a:pt x="2032" y="31193"/>
                    <a:pt x="1342" y="32284"/>
                  </a:cubicBezTo>
                  <a:cubicBezTo>
                    <a:pt x="1259" y="32410"/>
                    <a:pt x="1373" y="32534"/>
                    <a:pt x="1493" y="32534"/>
                  </a:cubicBezTo>
                  <a:cubicBezTo>
                    <a:pt x="1533" y="32534"/>
                    <a:pt x="1573" y="32520"/>
                    <a:pt x="1607" y="32489"/>
                  </a:cubicBezTo>
                  <a:cubicBezTo>
                    <a:pt x="2894" y="31321"/>
                    <a:pt x="3973" y="30032"/>
                    <a:pt x="5074" y="28691"/>
                  </a:cubicBezTo>
                  <a:lnTo>
                    <a:pt x="5074" y="28691"/>
                  </a:lnTo>
                  <a:cubicBezTo>
                    <a:pt x="4236" y="29712"/>
                    <a:pt x="3578" y="31012"/>
                    <a:pt x="2944" y="32168"/>
                  </a:cubicBezTo>
                  <a:cubicBezTo>
                    <a:pt x="2866" y="32311"/>
                    <a:pt x="2981" y="32444"/>
                    <a:pt x="3109" y="32444"/>
                  </a:cubicBezTo>
                  <a:cubicBezTo>
                    <a:pt x="3152" y="32444"/>
                    <a:pt x="3196" y="32428"/>
                    <a:pt x="3236" y="32394"/>
                  </a:cubicBezTo>
                  <a:cubicBezTo>
                    <a:pt x="3727" y="31963"/>
                    <a:pt x="4194" y="31507"/>
                    <a:pt x="4656" y="31040"/>
                  </a:cubicBezTo>
                  <a:lnTo>
                    <a:pt x="4656" y="31040"/>
                  </a:lnTo>
                  <a:cubicBezTo>
                    <a:pt x="4575" y="31224"/>
                    <a:pt x="4489" y="31406"/>
                    <a:pt x="4414" y="31591"/>
                  </a:cubicBezTo>
                  <a:cubicBezTo>
                    <a:pt x="4386" y="31659"/>
                    <a:pt x="4441" y="31703"/>
                    <a:pt x="4499" y="31703"/>
                  </a:cubicBezTo>
                  <a:cubicBezTo>
                    <a:pt x="4537" y="31703"/>
                    <a:pt x="4577" y="31684"/>
                    <a:pt x="4596" y="31640"/>
                  </a:cubicBezTo>
                  <a:cubicBezTo>
                    <a:pt x="4743" y="31294"/>
                    <a:pt x="4902" y="30950"/>
                    <a:pt x="5072" y="30606"/>
                  </a:cubicBezTo>
                  <a:cubicBezTo>
                    <a:pt x="7947" y="27595"/>
                    <a:pt x="10349" y="24004"/>
                    <a:pt x="12887" y="20695"/>
                  </a:cubicBezTo>
                  <a:cubicBezTo>
                    <a:pt x="14146" y="19411"/>
                    <a:pt x="15387" y="18169"/>
                    <a:pt x="16507" y="16977"/>
                  </a:cubicBezTo>
                  <a:cubicBezTo>
                    <a:pt x="18419" y="14947"/>
                    <a:pt x="20411" y="13004"/>
                    <a:pt x="22371" y="11035"/>
                  </a:cubicBezTo>
                  <a:lnTo>
                    <a:pt x="22371" y="11035"/>
                  </a:lnTo>
                  <a:lnTo>
                    <a:pt x="22354" y="11056"/>
                  </a:lnTo>
                  <a:cubicBezTo>
                    <a:pt x="20387" y="13042"/>
                    <a:pt x="18407" y="15017"/>
                    <a:pt x="16551" y="17090"/>
                  </a:cubicBezTo>
                  <a:cubicBezTo>
                    <a:pt x="12466" y="21648"/>
                    <a:pt x="9160" y="26891"/>
                    <a:pt x="5260" y="31617"/>
                  </a:cubicBezTo>
                  <a:cubicBezTo>
                    <a:pt x="5175" y="31718"/>
                    <a:pt x="5249" y="31885"/>
                    <a:pt x="5363" y="31885"/>
                  </a:cubicBezTo>
                  <a:cubicBezTo>
                    <a:pt x="5388" y="31885"/>
                    <a:pt x="5416" y="31876"/>
                    <a:pt x="5444" y="31857"/>
                  </a:cubicBezTo>
                  <a:cubicBezTo>
                    <a:pt x="7598" y="30321"/>
                    <a:pt x="9480" y="28548"/>
                    <a:pt x="11204" y="26634"/>
                  </a:cubicBezTo>
                  <a:lnTo>
                    <a:pt x="11204" y="26634"/>
                  </a:lnTo>
                  <a:cubicBezTo>
                    <a:pt x="10855" y="27258"/>
                    <a:pt x="10511" y="27884"/>
                    <a:pt x="10182" y="28516"/>
                  </a:cubicBezTo>
                  <a:cubicBezTo>
                    <a:pt x="10114" y="28647"/>
                    <a:pt x="10216" y="28757"/>
                    <a:pt x="10326" y="28757"/>
                  </a:cubicBezTo>
                  <a:cubicBezTo>
                    <a:pt x="10376" y="28757"/>
                    <a:pt x="10427" y="28734"/>
                    <a:pt x="10465" y="28681"/>
                  </a:cubicBezTo>
                  <a:cubicBezTo>
                    <a:pt x="13669" y="24212"/>
                    <a:pt x="17307" y="20101"/>
                    <a:pt x="20780" y="15845"/>
                  </a:cubicBezTo>
                  <a:cubicBezTo>
                    <a:pt x="22856" y="13302"/>
                    <a:pt x="24660" y="10507"/>
                    <a:pt x="26687" y="7915"/>
                  </a:cubicBezTo>
                  <a:cubicBezTo>
                    <a:pt x="27784" y="6841"/>
                    <a:pt x="28818" y="5720"/>
                    <a:pt x="29718" y="4496"/>
                  </a:cubicBezTo>
                  <a:lnTo>
                    <a:pt x="29718" y="4496"/>
                  </a:lnTo>
                  <a:cubicBezTo>
                    <a:pt x="30281" y="5163"/>
                    <a:pt x="30128" y="5712"/>
                    <a:pt x="29259" y="6136"/>
                  </a:cubicBezTo>
                  <a:cubicBezTo>
                    <a:pt x="28460" y="7002"/>
                    <a:pt x="27567" y="7796"/>
                    <a:pt x="26722" y="8616"/>
                  </a:cubicBezTo>
                  <a:cubicBezTo>
                    <a:pt x="25408" y="9892"/>
                    <a:pt x="24273" y="11376"/>
                    <a:pt x="23173" y="12840"/>
                  </a:cubicBezTo>
                  <a:cubicBezTo>
                    <a:pt x="19726" y="17413"/>
                    <a:pt x="16761" y="22609"/>
                    <a:pt x="12682" y="26643"/>
                  </a:cubicBezTo>
                  <a:cubicBezTo>
                    <a:pt x="12557" y="26765"/>
                    <a:pt x="12675" y="26939"/>
                    <a:pt x="12810" y="26939"/>
                  </a:cubicBezTo>
                  <a:cubicBezTo>
                    <a:pt x="12849" y="26939"/>
                    <a:pt x="12891" y="26924"/>
                    <a:pt x="12927" y="26888"/>
                  </a:cubicBezTo>
                  <a:cubicBezTo>
                    <a:pt x="15595" y="24269"/>
                    <a:pt x="18058" y="21475"/>
                    <a:pt x="20431" y="18599"/>
                  </a:cubicBezTo>
                  <a:lnTo>
                    <a:pt x="20431" y="18599"/>
                  </a:lnTo>
                  <a:cubicBezTo>
                    <a:pt x="19565" y="19991"/>
                    <a:pt x="18670" y="21365"/>
                    <a:pt x="17630" y="22647"/>
                  </a:cubicBezTo>
                  <a:cubicBezTo>
                    <a:pt x="17513" y="22791"/>
                    <a:pt x="17621" y="22960"/>
                    <a:pt x="17762" y="22960"/>
                  </a:cubicBezTo>
                  <a:cubicBezTo>
                    <a:pt x="17805" y="22960"/>
                    <a:pt x="17850" y="22945"/>
                    <a:pt x="17893" y="22910"/>
                  </a:cubicBezTo>
                  <a:cubicBezTo>
                    <a:pt x="20771" y="20594"/>
                    <a:pt x="22680" y="17245"/>
                    <a:pt x="24995" y="14413"/>
                  </a:cubicBezTo>
                  <a:cubicBezTo>
                    <a:pt x="25394" y="13925"/>
                    <a:pt x="25775" y="13429"/>
                    <a:pt x="26161" y="12935"/>
                  </a:cubicBezTo>
                  <a:lnTo>
                    <a:pt x="26161" y="12935"/>
                  </a:lnTo>
                  <a:cubicBezTo>
                    <a:pt x="24279" y="15949"/>
                    <a:pt x="22452" y="19024"/>
                    <a:pt x="20105" y="21674"/>
                  </a:cubicBezTo>
                  <a:cubicBezTo>
                    <a:pt x="19980" y="21814"/>
                    <a:pt x="20100" y="21997"/>
                    <a:pt x="20244" y="21997"/>
                  </a:cubicBezTo>
                  <a:cubicBezTo>
                    <a:pt x="20287" y="21997"/>
                    <a:pt x="20332" y="21981"/>
                    <a:pt x="20373" y="21943"/>
                  </a:cubicBezTo>
                  <a:cubicBezTo>
                    <a:pt x="21124" y="21250"/>
                    <a:pt x="21822" y="20522"/>
                    <a:pt x="22498" y="19774"/>
                  </a:cubicBezTo>
                  <a:lnTo>
                    <a:pt x="22498" y="19774"/>
                  </a:lnTo>
                  <a:cubicBezTo>
                    <a:pt x="21941" y="20516"/>
                    <a:pt x="21383" y="21253"/>
                    <a:pt x="20821" y="21986"/>
                  </a:cubicBezTo>
                  <a:cubicBezTo>
                    <a:pt x="20781" y="22038"/>
                    <a:pt x="20839" y="22102"/>
                    <a:pt x="20892" y="22102"/>
                  </a:cubicBezTo>
                  <a:cubicBezTo>
                    <a:pt x="20909" y="22102"/>
                    <a:pt x="20926" y="22095"/>
                    <a:pt x="20939" y="22078"/>
                  </a:cubicBezTo>
                  <a:cubicBezTo>
                    <a:pt x="25662" y="16275"/>
                    <a:pt x="30033" y="10123"/>
                    <a:pt x="34874" y="4430"/>
                  </a:cubicBezTo>
                  <a:lnTo>
                    <a:pt x="34874" y="4430"/>
                  </a:lnTo>
                  <a:cubicBezTo>
                    <a:pt x="32646" y="7051"/>
                    <a:pt x="30628" y="10294"/>
                    <a:pt x="28578" y="13120"/>
                  </a:cubicBezTo>
                  <a:cubicBezTo>
                    <a:pt x="26340" y="16209"/>
                    <a:pt x="23422" y="18781"/>
                    <a:pt x="21623" y="22165"/>
                  </a:cubicBezTo>
                  <a:cubicBezTo>
                    <a:pt x="21567" y="22268"/>
                    <a:pt x="21647" y="22386"/>
                    <a:pt x="21748" y="22386"/>
                  </a:cubicBezTo>
                  <a:cubicBezTo>
                    <a:pt x="21772" y="22386"/>
                    <a:pt x="21797" y="22379"/>
                    <a:pt x="21822" y="22364"/>
                  </a:cubicBezTo>
                  <a:cubicBezTo>
                    <a:pt x="23817" y="21186"/>
                    <a:pt x="25330" y="19466"/>
                    <a:pt x="26753" y="17661"/>
                  </a:cubicBezTo>
                  <a:lnTo>
                    <a:pt x="26753" y="17661"/>
                  </a:lnTo>
                  <a:cubicBezTo>
                    <a:pt x="25457" y="19512"/>
                    <a:pt x="24164" y="21325"/>
                    <a:pt x="22830" y="22996"/>
                  </a:cubicBezTo>
                  <a:cubicBezTo>
                    <a:pt x="22739" y="23112"/>
                    <a:pt x="22824" y="23247"/>
                    <a:pt x="22936" y="23247"/>
                  </a:cubicBezTo>
                  <a:cubicBezTo>
                    <a:pt x="22969" y="23247"/>
                    <a:pt x="23004" y="23235"/>
                    <a:pt x="23038" y="23207"/>
                  </a:cubicBezTo>
                  <a:cubicBezTo>
                    <a:pt x="23427" y="22878"/>
                    <a:pt x="23797" y="22532"/>
                    <a:pt x="24146" y="22162"/>
                  </a:cubicBezTo>
                  <a:lnTo>
                    <a:pt x="24146" y="22162"/>
                  </a:lnTo>
                  <a:cubicBezTo>
                    <a:pt x="23901" y="22586"/>
                    <a:pt x="23667" y="23019"/>
                    <a:pt x="23451" y="23455"/>
                  </a:cubicBezTo>
                  <a:cubicBezTo>
                    <a:pt x="23404" y="23552"/>
                    <a:pt x="23478" y="23688"/>
                    <a:pt x="23578" y="23688"/>
                  </a:cubicBezTo>
                  <a:cubicBezTo>
                    <a:pt x="23603" y="23688"/>
                    <a:pt x="23629" y="23680"/>
                    <a:pt x="23656" y="23660"/>
                  </a:cubicBezTo>
                  <a:cubicBezTo>
                    <a:pt x="28552" y="20034"/>
                    <a:pt x="31907" y="14058"/>
                    <a:pt x="35232" y="8622"/>
                  </a:cubicBezTo>
                  <a:cubicBezTo>
                    <a:pt x="35440" y="8374"/>
                    <a:pt x="35648" y="8131"/>
                    <a:pt x="35853" y="7883"/>
                  </a:cubicBezTo>
                  <a:lnTo>
                    <a:pt x="35853" y="7883"/>
                  </a:lnTo>
                  <a:cubicBezTo>
                    <a:pt x="35828" y="7913"/>
                    <a:pt x="35816" y="7926"/>
                    <a:pt x="35816" y="7926"/>
                  </a:cubicBezTo>
                  <a:cubicBezTo>
                    <a:pt x="35809" y="7926"/>
                    <a:pt x="37809" y="5484"/>
                    <a:pt x="37928" y="5484"/>
                  </a:cubicBezTo>
                  <a:cubicBezTo>
                    <a:pt x="37949" y="5484"/>
                    <a:pt x="37909" y="5564"/>
                    <a:pt x="37785" y="5752"/>
                  </a:cubicBezTo>
                  <a:cubicBezTo>
                    <a:pt x="36803" y="7242"/>
                    <a:pt x="35813" y="8723"/>
                    <a:pt x="34814" y="10201"/>
                  </a:cubicBezTo>
                  <a:lnTo>
                    <a:pt x="34776" y="10256"/>
                  </a:lnTo>
                  <a:cubicBezTo>
                    <a:pt x="33818" y="11578"/>
                    <a:pt x="32900" y="12944"/>
                    <a:pt x="31985" y="14309"/>
                  </a:cubicBezTo>
                  <a:cubicBezTo>
                    <a:pt x="30942" y="15793"/>
                    <a:pt x="29894" y="17271"/>
                    <a:pt x="28838" y="18747"/>
                  </a:cubicBezTo>
                  <a:cubicBezTo>
                    <a:pt x="28800" y="18802"/>
                    <a:pt x="28760" y="18859"/>
                    <a:pt x="28719" y="18917"/>
                  </a:cubicBezTo>
                  <a:cubicBezTo>
                    <a:pt x="29155" y="18328"/>
                    <a:pt x="29594" y="17742"/>
                    <a:pt x="30042" y="17162"/>
                  </a:cubicBezTo>
                  <a:lnTo>
                    <a:pt x="30042" y="17162"/>
                  </a:lnTo>
                  <a:cubicBezTo>
                    <a:pt x="29470" y="17979"/>
                    <a:pt x="28881" y="18776"/>
                    <a:pt x="28278" y="19558"/>
                  </a:cubicBezTo>
                  <a:cubicBezTo>
                    <a:pt x="27305" y="21004"/>
                    <a:pt x="26271" y="22630"/>
                    <a:pt x="24995" y="23681"/>
                  </a:cubicBezTo>
                  <a:cubicBezTo>
                    <a:pt x="26049" y="22812"/>
                    <a:pt x="26849" y="21495"/>
                    <a:pt x="27642" y="20386"/>
                  </a:cubicBezTo>
                  <a:cubicBezTo>
                    <a:pt x="27720" y="20280"/>
                    <a:pt x="27801" y="20170"/>
                    <a:pt x="27879" y="20063"/>
                  </a:cubicBezTo>
                  <a:lnTo>
                    <a:pt x="27879" y="20063"/>
                  </a:lnTo>
                  <a:cubicBezTo>
                    <a:pt x="26644" y="21608"/>
                    <a:pt x="25313" y="23051"/>
                    <a:pt x="23800" y="24293"/>
                  </a:cubicBezTo>
                  <a:cubicBezTo>
                    <a:pt x="23695" y="24378"/>
                    <a:pt x="23794" y="24546"/>
                    <a:pt x="23905" y="24546"/>
                  </a:cubicBezTo>
                  <a:cubicBezTo>
                    <a:pt x="23929" y="24546"/>
                    <a:pt x="23953" y="24538"/>
                    <a:pt x="23976" y="24521"/>
                  </a:cubicBezTo>
                  <a:cubicBezTo>
                    <a:pt x="28335" y="21201"/>
                    <a:pt x="31705" y="16151"/>
                    <a:pt x="34788" y="11180"/>
                  </a:cubicBezTo>
                  <a:cubicBezTo>
                    <a:pt x="35406" y="10438"/>
                    <a:pt x="34950" y="11056"/>
                    <a:pt x="35931" y="9751"/>
                  </a:cubicBezTo>
                  <a:cubicBezTo>
                    <a:pt x="36224" y="9364"/>
                    <a:pt x="38672" y="5974"/>
                    <a:pt x="38816" y="5974"/>
                  </a:cubicBezTo>
                  <a:cubicBezTo>
                    <a:pt x="38839" y="5974"/>
                    <a:pt x="38801" y="6064"/>
                    <a:pt x="38682" y="6272"/>
                  </a:cubicBezTo>
                  <a:cubicBezTo>
                    <a:pt x="34814" y="13053"/>
                    <a:pt x="29788" y="19494"/>
                    <a:pt x="24553" y="25263"/>
                  </a:cubicBezTo>
                  <a:cubicBezTo>
                    <a:pt x="24456" y="25369"/>
                    <a:pt x="24551" y="25514"/>
                    <a:pt x="24662" y="25514"/>
                  </a:cubicBezTo>
                  <a:cubicBezTo>
                    <a:pt x="24696" y="25514"/>
                    <a:pt x="24730" y="25501"/>
                    <a:pt x="24761" y="25470"/>
                  </a:cubicBezTo>
                  <a:cubicBezTo>
                    <a:pt x="26693" y="23513"/>
                    <a:pt x="28474" y="21440"/>
                    <a:pt x="30177" y="19307"/>
                  </a:cubicBezTo>
                  <a:lnTo>
                    <a:pt x="30177" y="19307"/>
                  </a:lnTo>
                  <a:cubicBezTo>
                    <a:pt x="28653" y="21637"/>
                    <a:pt x="27313" y="24105"/>
                    <a:pt x="25408" y="26114"/>
                  </a:cubicBezTo>
                  <a:cubicBezTo>
                    <a:pt x="25299" y="26230"/>
                    <a:pt x="25403" y="26385"/>
                    <a:pt x="25525" y="26385"/>
                  </a:cubicBezTo>
                  <a:cubicBezTo>
                    <a:pt x="25561" y="26385"/>
                    <a:pt x="25599" y="26372"/>
                    <a:pt x="25633" y="26339"/>
                  </a:cubicBezTo>
                  <a:cubicBezTo>
                    <a:pt x="30844" y="21325"/>
                    <a:pt x="35030" y="14904"/>
                    <a:pt x="38899" y="8824"/>
                  </a:cubicBezTo>
                  <a:cubicBezTo>
                    <a:pt x="39997" y="7100"/>
                    <a:pt x="40461" y="6501"/>
                    <a:pt x="40567" y="6501"/>
                  </a:cubicBezTo>
                  <a:cubicBezTo>
                    <a:pt x="40772" y="6501"/>
                    <a:pt x="39658" y="8712"/>
                    <a:pt x="39185" y="9401"/>
                  </a:cubicBezTo>
                  <a:cubicBezTo>
                    <a:pt x="38021" y="11093"/>
                    <a:pt x="36722" y="12684"/>
                    <a:pt x="35570" y="14387"/>
                  </a:cubicBezTo>
                  <a:cubicBezTo>
                    <a:pt x="34831" y="15481"/>
                    <a:pt x="34112" y="16587"/>
                    <a:pt x="33393" y="17690"/>
                  </a:cubicBezTo>
                  <a:cubicBezTo>
                    <a:pt x="30965" y="20638"/>
                    <a:pt x="28107" y="23600"/>
                    <a:pt x="26453" y="26900"/>
                  </a:cubicBezTo>
                  <a:cubicBezTo>
                    <a:pt x="26391" y="27024"/>
                    <a:pt x="26488" y="27152"/>
                    <a:pt x="26601" y="27152"/>
                  </a:cubicBezTo>
                  <a:cubicBezTo>
                    <a:pt x="26639" y="27152"/>
                    <a:pt x="26680" y="27137"/>
                    <a:pt x="26716" y="27102"/>
                  </a:cubicBezTo>
                  <a:cubicBezTo>
                    <a:pt x="28003" y="25837"/>
                    <a:pt x="29155" y="24440"/>
                    <a:pt x="30238" y="22985"/>
                  </a:cubicBezTo>
                  <a:lnTo>
                    <a:pt x="30238" y="22985"/>
                  </a:lnTo>
                  <a:cubicBezTo>
                    <a:pt x="29236" y="24550"/>
                    <a:pt x="28260" y="26114"/>
                    <a:pt x="27325" y="27659"/>
                  </a:cubicBezTo>
                  <a:cubicBezTo>
                    <a:pt x="27256" y="27775"/>
                    <a:pt x="27356" y="27890"/>
                    <a:pt x="27464" y="27890"/>
                  </a:cubicBezTo>
                  <a:cubicBezTo>
                    <a:pt x="27501" y="27890"/>
                    <a:pt x="27538" y="27877"/>
                    <a:pt x="27570" y="27846"/>
                  </a:cubicBezTo>
                  <a:cubicBezTo>
                    <a:pt x="30021" y="25534"/>
                    <a:pt x="31979" y="22878"/>
                    <a:pt x="33803" y="20112"/>
                  </a:cubicBezTo>
                  <a:lnTo>
                    <a:pt x="33803" y="20112"/>
                  </a:lnTo>
                  <a:cubicBezTo>
                    <a:pt x="33448" y="20759"/>
                    <a:pt x="33108" y="21414"/>
                    <a:pt x="32776" y="22081"/>
                  </a:cubicBezTo>
                  <a:cubicBezTo>
                    <a:pt x="31012" y="24030"/>
                    <a:pt x="29196" y="25976"/>
                    <a:pt x="28272" y="28340"/>
                  </a:cubicBezTo>
                  <a:cubicBezTo>
                    <a:pt x="28228" y="28448"/>
                    <a:pt x="28334" y="28550"/>
                    <a:pt x="28436" y="28550"/>
                  </a:cubicBezTo>
                  <a:cubicBezTo>
                    <a:pt x="28462" y="28550"/>
                    <a:pt x="28488" y="28543"/>
                    <a:pt x="28511" y="28528"/>
                  </a:cubicBezTo>
                  <a:cubicBezTo>
                    <a:pt x="30509" y="27208"/>
                    <a:pt x="31658" y="25170"/>
                    <a:pt x="32677" y="23057"/>
                  </a:cubicBezTo>
                  <a:cubicBezTo>
                    <a:pt x="32845" y="22875"/>
                    <a:pt x="33024" y="22705"/>
                    <a:pt x="33188" y="22523"/>
                  </a:cubicBezTo>
                  <a:cubicBezTo>
                    <a:pt x="34895" y="20707"/>
                    <a:pt x="36153" y="18380"/>
                    <a:pt x="37574" y="16348"/>
                  </a:cubicBezTo>
                  <a:cubicBezTo>
                    <a:pt x="39739" y="13253"/>
                    <a:pt x="42164" y="10348"/>
                    <a:pt x="44309" y="7239"/>
                  </a:cubicBezTo>
                  <a:cubicBezTo>
                    <a:pt x="44394" y="7114"/>
                    <a:pt x="44278" y="6994"/>
                    <a:pt x="44159" y="6994"/>
                  </a:cubicBezTo>
                  <a:cubicBezTo>
                    <a:pt x="44108" y="6994"/>
                    <a:pt x="44057" y="7016"/>
                    <a:pt x="44020" y="7069"/>
                  </a:cubicBezTo>
                  <a:cubicBezTo>
                    <a:pt x="41272" y="11050"/>
                    <a:pt x="38223" y="14806"/>
                    <a:pt x="35486" y="18796"/>
                  </a:cubicBezTo>
                  <a:cubicBezTo>
                    <a:pt x="34915" y="19630"/>
                    <a:pt x="34248" y="20427"/>
                    <a:pt x="33555" y="21212"/>
                  </a:cubicBezTo>
                  <a:cubicBezTo>
                    <a:pt x="33723" y="20860"/>
                    <a:pt x="33893" y="20511"/>
                    <a:pt x="34066" y="20167"/>
                  </a:cubicBezTo>
                  <a:cubicBezTo>
                    <a:pt x="36621" y="15178"/>
                    <a:pt x="41263" y="11636"/>
                    <a:pt x="43790" y="6734"/>
                  </a:cubicBezTo>
                  <a:cubicBezTo>
                    <a:pt x="45805" y="7366"/>
                    <a:pt x="47944" y="7733"/>
                    <a:pt x="49910" y="8408"/>
                  </a:cubicBezTo>
                  <a:cubicBezTo>
                    <a:pt x="49927" y="8414"/>
                    <a:pt x="49944" y="8417"/>
                    <a:pt x="49962" y="8417"/>
                  </a:cubicBezTo>
                  <a:cubicBezTo>
                    <a:pt x="50042" y="8417"/>
                    <a:pt x="50120" y="8357"/>
                    <a:pt x="50141" y="8278"/>
                  </a:cubicBezTo>
                  <a:cubicBezTo>
                    <a:pt x="51293" y="4101"/>
                    <a:pt x="45617" y="6702"/>
                    <a:pt x="44191" y="3760"/>
                  </a:cubicBezTo>
                  <a:cubicBezTo>
                    <a:pt x="44160" y="3706"/>
                    <a:pt x="44102" y="3676"/>
                    <a:pt x="44043" y="3676"/>
                  </a:cubicBezTo>
                  <a:cubicBezTo>
                    <a:pt x="44014" y="3676"/>
                    <a:pt x="43984" y="3683"/>
                    <a:pt x="43957" y="3700"/>
                  </a:cubicBezTo>
                  <a:cubicBezTo>
                    <a:pt x="43634" y="3913"/>
                    <a:pt x="43688" y="3850"/>
                    <a:pt x="43504" y="4190"/>
                  </a:cubicBezTo>
                  <a:cubicBezTo>
                    <a:pt x="43449" y="4290"/>
                    <a:pt x="43514" y="4424"/>
                    <a:pt x="43636" y="4424"/>
                  </a:cubicBezTo>
                  <a:cubicBezTo>
                    <a:pt x="43637" y="4424"/>
                    <a:pt x="43638" y="4424"/>
                    <a:pt x="43639" y="4424"/>
                  </a:cubicBezTo>
                  <a:lnTo>
                    <a:pt x="43824" y="4421"/>
                  </a:lnTo>
                  <a:cubicBezTo>
                    <a:pt x="43974" y="4416"/>
                    <a:pt x="44015" y="4185"/>
                    <a:pt x="43862" y="4153"/>
                  </a:cubicBezTo>
                  <a:lnTo>
                    <a:pt x="43862" y="4153"/>
                  </a:lnTo>
                  <a:cubicBezTo>
                    <a:pt x="44376" y="4257"/>
                    <a:pt x="44881" y="5409"/>
                    <a:pt x="45562" y="5608"/>
                  </a:cubicBezTo>
                  <a:cubicBezTo>
                    <a:pt x="46131" y="5775"/>
                    <a:pt x="46662" y="5862"/>
                    <a:pt x="47248" y="5917"/>
                  </a:cubicBezTo>
                  <a:cubicBezTo>
                    <a:pt x="47609" y="5940"/>
                    <a:pt x="47970" y="5960"/>
                    <a:pt x="48331" y="5980"/>
                  </a:cubicBezTo>
                  <a:cubicBezTo>
                    <a:pt x="48445" y="5968"/>
                    <a:pt x="48550" y="5962"/>
                    <a:pt x="48646" y="5962"/>
                  </a:cubicBezTo>
                  <a:cubicBezTo>
                    <a:pt x="49543" y="5962"/>
                    <a:pt x="49591" y="6514"/>
                    <a:pt x="48787" y="7623"/>
                  </a:cubicBezTo>
                  <a:cubicBezTo>
                    <a:pt x="45325" y="6422"/>
                    <a:pt x="42063" y="5715"/>
                    <a:pt x="38746" y="4020"/>
                  </a:cubicBezTo>
                  <a:cubicBezTo>
                    <a:pt x="37623" y="3446"/>
                    <a:pt x="36480" y="2995"/>
                    <a:pt x="35290" y="2689"/>
                  </a:cubicBezTo>
                  <a:cubicBezTo>
                    <a:pt x="35276" y="2680"/>
                    <a:pt x="35258" y="2678"/>
                    <a:pt x="35241" y="2675"/>
                  </a:cubicBezTo>
                  <a:cubicBezTo>
                    <a:pt x="34970" y="2605"/>
                    <a:pt x="34695" y="2548"/>
                    <a:pt x="34421" y="2493"/>
                  </a:cubicBezTo>
                  <a:cubicBezTo>
                    <a:pt x="34407" y="2404"/>
                    <a:pt x="34327" y="2333"/>
                    <a:pt x="34239" y="2333"/>
                  </a:cubicBezTo>
                  <a:cubicBezTo>
                    <a:pt x="34198" y="2333"/>
                    <a:pt x="34156" y="2349"/>
                    <a:pt x="34118" y="2386"/>
                  </a:cubicBezTo>
                  <a:cubicBezTo>
                    <a:pt x="34104" y="2403"/>
                    <a:pt x="34089" y="2421"/>
                    <a:pt x="34072" y="2435"/>
                  </a:cubicBezTo>
                  <a:cubicBezTo>
                    <a:pt x="33876" y="2403"/>
                    <a:pt x="33682" y="2360"/>
                    <a:pt x="33480" y="2337"/>
                  </a:cubicBezTo>
                  <a:cubicBezTo>
                    <a:pt x="33483" y="2239"/>
                    <a:pt x="33415" y="2126"/>
                    <a:pt x="33292" y="2126"/>
                  </a:cubicBezTo>
                  <a:cubicBezTo>
                    <a:pt x="33281" y="2126"/>
                    <a:pt x="33270" y="2127"/>
                    <a:pt x="33258" y="2129"/>
                  </a:cubicBezTo>
                  <a:cubicBezTo>
                    <a:pt x="32233" y="2305"/>
                    <a:pt x="31286" y="2683"/>
                    <a:pt x="30362" y="3111"/>
                  </a:cubicBezTo>
                  <a:cubicBezTo>
                    <a:pt x="30333" y="3111"/>
                    <a:pt x="30307" y="3116"/>
                    <a:pt x="30287" y="3131"/>
                  </a:cubicBezTo>
                  <a:cubicBezTo>
                    <a:pt x="30270" y="3142"/>
                    <a:pt x="30255" y="3157"/>
                    <a:pt x="30238" y="3168"/>
                  </a:cubicBezTo>
                  <a:cubicBezTo>
                    <a:pt x="28405" y="4029"/>
                    <a:pt x="26649" y="5077"/>
                    <a:pt x="24545" y="5192"/>
                  </a:cubicBezTo>
                  <a:cubicBezTo>
                    <a:pt x="24535" y="5193"/>
                    <a:pt x="24525" y="5193"/>
                    <a:pt x="24516" y="5193"/>
                  </a:cubicBezTo>
                  <a:cubicBezTo>
                    <a:pt x="24497" y="5193"/>
                    <a:pt x="24477" y="5192"/>
                    <a:pt x="24458" y="5192"/>
                  </a:cubicBezTo>
                  <a:cubicBezTo>
                    <a:pt x="24422" y="5155"/>
                    <a:pt x="24374" y="5136"/>
                    <a:pt x="24326" y="5136"/>
                  </a:cubicBezTo>
                  <a:cubicBezTo>
                    <a:pt x="24281" y="5136"/>
                    <a:pt x="24236" y="5153"/>
                    <a:pt x="24201" y="5186"/>
                  </a:cubicBezTo>
                  <a:lnTo>
                    <a:pt x="24198" y="5192"/>
                  </a:lnTo>
                  <a:cubicBezTo>
                    <a:pt x="22466" y="5175"/>
                    <a:pt x="20858" y="4352"/>
                    <a:pt x="19299" y="3382"/>
                  </a:cubicBezTo>
                  <a:cubicBezTo>
                    <a:pt x="19270" y="3344"/>
                    <a:pt x="19227" y="3319"/>
                    <a:pt x="19181" y="3310"/>
                  </a:cubicBezTo>
                  <a:cubicBezTo>
                    <a:pt x="18958" y="3168"/>
                    <a:pt x="18736" y="3027"/>
                    <a:pt x="18517" y="2885"/>
                  </a:cubicBezTo>
                  <a:cubicBezTo>
                    <a:pt x="18531" y="2865"/>
                    <a:pt x="18546" y="2845"/>
                    <a:pt x="18560" y="2825"/>
                  </a:cubicBezTo>
                  <a:cubicBezTo>
                    <a:pt x="18656" y="2687"/>
                    <a:pt x="18529" y="2564"/>
                    <a:pt x="18397" y="2564"/>
                  </a:cubicBezTo>
                  <a:cubicBezTo>
                    <a:pt x="18355" y="2564"/>
                    <a:pt x="18313" y="2577"/>
                    <a:pt x="18277" y="2605"/>
                  </a:cubicBezTo>
                  <a:cubicBezTo>
                    <a:pt x="18248" y="2629"/>
                    <a:pt x="18222" y="2654"/>
                    <a:pt x="18193" y="2678"/>
                  </a:cubicBezTo>
                  <a:cubicBezTo>
                    <a:pt x="17933" y="2510"/>
                    <a:pt x="17677" y="2343"/>
                    <a:pt x="17417" y="2178"/>
                  </a:cubicBezTo>
                  <a:cubicBezTo>
                    <a:pt x="17437" y="2141"/>
                    <a:pt x="17463" y="2106"/>
                    <a:pt x="17483" y="2068"/>
                  </a:cubicBezTo>
                  <a:cubicBezTo>
                    <a:pt x="17553" y="1947"/>
                    <a:pt x="17451" y="1795"/>
                    <a:pt x="17327" y="1795"/>
                  </a:cubicBezTo>
                  <a:cubicBezTo>
                    <a:pt x="17298" y="1795"/>
                    <a:pt x="17267" y="1804"/>
                    <a:pt x="17238" y="1823"/>
                  </a:cubicBezTo>
                  <a:cubicBezTo>
                    <a:pt x="17174" y="1863"/>
                    <a:pt x="17119" y="1913"/>
                    <a:pt x="17059" y="1953"/>
                  </a:cubicBezTo>
                  <a:cubicBezTo>
                    <a:pt x="16340" y="1505"/>
                    <a:pt x="15621" y="1101"/>
                    <a:pt x="14902" y="813"/>
                  </a:cubicBezTo>
                  <a:cubicBezTo>
                    <a:pt x="13495" y="249"/>
                    <a:pt x="12339" y="1"/>
                    <a:pt x="1132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1" name="Google Shape;4281;p56"/>
            <p:cNvSpPr/>
            <p:nvPr/>
          </p:nvSpPr>
          <p:spPr>
            <a:xfrm>
              <a:off x="1982300" y="2504500"/>
              <a:ext cx="64825" cy="112625"/>
            </a:xfrm>
            <a:custGeom>
              <a:avLst/>
              <a:gdLst/>
              <a:ahLst/>
              <a:cxnLst/>
              <a:rect l="l" t="t" r="r" b="b"/>
              <a:pathLst>
                <a:path w="2593" h="4505" extrusionOk="0">
                  <a:moveTo>
                    <a:pt x="0" y="1"/>
                  </a:moveTo>
                  <a:lnTo>
                    <a:pt x="0" y="1"/>
                  </a:lnTo>
                  <a:cubicBezTo>
                    <a:pt x="67" y="463"/>
                    <a:pt x="125" y="922"/>
                    <a:pt x="197" y="1369"/>
                  </a:cubicBezTo>
                  <a:cubicBezTo>
                    <a:pt x="425" y="2833"/>
                    <a:pt x="1040" y="3722"/>
                    <a:pt x="2275" y="4478"/>
                  </a:cubicBezTo>
                  <a:cubicBezTo>
                    <a:pt x="2305" y="4496"/>
                    <a:pt x="2333" y="4504"/>
                    <a:pt x="2360" y="4504"/>
                  </a:cubicBezTo>
                  <a:cubicBezTo>
                    <a:pt x="2501" y="4504"/>
                    <a:pt x="2593" y="4290"/>
                    <a:pt x="2443" y="4195"/>
                  </a:cubicBezTo>
                  <a:cubicBezTo>
                    <a:pt x="927" y="3243"/>
                    <a:pt x="399" y="1669"/>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2" name="Google Shape;4282;p56"/>
            <p:cNvSpPr/>
            <p:nvPr/>
          </p:nvSpPr>
          <p:spPr>
            <a:xfrm>
              <a:off x="1965925" y="2438400"/>
              <a:ext cx="16400" cy="66125"/>
            </a:xfrm>
            <a:custGeom>
              <a:avLst/>
              <a:gdLst/>
              <a:ahLst/>
              <a:cxnLst/>
              <a:rect l="l" t="t" r="r" b="b"/>
              <a:pathLst>
                <a:path w="656" h="2645" extrusionOk="0">
                  <a:moveTo>
                    <a:pt x="0" y="0"/>
                  </a:moveTo>
                  <a:lnTo>
                    <a:pt x="0" y="0"/>
                  </a:lnTo>
                  <a:cubicBezTo>
                    <a:pt x="263" y="858"/>
                    <a:pt x="445" y="1761"/>
                    <a:pt x="655" y="2645"/>
                  </a:cubicBezTo>
                  <a:cubicBezTo>
                    <a:pt x="525" y="1738"/>
                    <a:pt x="358" y="834"/>
                    <a:pt x="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3" name="Google Shape;4283;p56"/>
            <p:cNvSpPr/>
            <p:nvPr/>
          </p:nvSpPr>
          <p:spPr>
            <a:xfrm>
              <a:off x="1646825" y="2096200"/>
              <a:ext cx="445350" cy="351225"/>
            </a:xfrm>
            <a:custGeom>
              <a:avLst/>
              <a:gdLst/>
              <a:ahLst/>
              <a:cxnLst/>
              <a:rect l="l" t="t" r="r" b="b"/>
              <a:pathLst>
                <a:path w="17814" h="14049" extrusionOk="0">
                  <a:moveTo>
                    <a:pt x="14905" y="1"/>
                  </a:moveTo>
                  <a:cubicBezTo>
                    <a:pt x="14856" y="1"/>
                    <a:pt x="14804" y="43"/>
                    <a:pt x="14825" y="96"/>
                  </a:cubicBezTo>
                  <a:cubicBezTo>
                    <a:pt x="15383" y="1444"/>
                    <a:pt x="15165" y="4172"/>
                    <a:pt x="13744" y="4172"/>
                  </a:cubicBezTo>
                  <a:cubicBezTo>
                    <a:pt x="13466" y="4172"/>
                    <a:pt x="13142" y="4068"/>
                    <a:pt x="12770" y="3829"/>
                  </a:cubicBezTo>
                  <a:cubicBezTo>
                    <a:pt x="11886" y="3260"/>
                    <a:pt x="11136" y="2637"/>
                    <a:pt x="10128" y="2322"/>
                  </a:cubicBezTo>
                  <a:cubicBezTo>
                    <a:pt x="10111" y="2316"/>
                    <a:pt x="10095" y="2314"/>
                    <a:pt x="10079" y="2314"/>
                  </a:cubicBezTo>
                  <a:cubicBezTo>
                    <a:pt x="10004" y="2314"/>
                    <a:pt x="9946" y="2371"/>
                    <a:pt x="9917" y="2440"/>
                  </a:cubicBezTo>
                  <a:cubicBezTo>
                    <a:pt x="8916" y="4868"/>
                    <a:pt x="1" y="10772"/>
                    <a:pt x="5616" y="14026"/>
                  </a:cubicBezTo>
                  <a:cubicBezTo>
                    <a:pt x="5642" y="14041"/>
                    <a:pt x="5670" y="14048"/>
                    <a:pt x="5698" y="14048"/>
                  </a:cubicBezTo>
                  <a:cubicBezTo>
                    <a:pt x="5771" y="14048"/>
                    <a:pt x="5841" y="14000"/>
                    <a:pt x="5864" y="13925"/>
                  </a:cubicBezTo>
                  <a:cubicBezTo>
                    <a:pt x="6325" y="12116"/>
                    <a:pt x="7798" y="11147"/>
                    <a:pt x="9301" y="11147"/>
                  </a:cubicBezTo>
                  <a:cubicBezTo>
                    <a:pt x="10415" y="11147"/>
                    <a:pt x="11545" y="11679"/>
                    <a:pt x="12293" y="12793"/>
                  </a:cubicBezTo>
                  <a:cubicBezTo>
                    <a:pt x="12481" y="13076"/>
                    <a:pt x="12637" y="13376"/>
                    <a:pt x="12767" y="13688"/>
                  </a:cubicBezTo>
                  <a:cubicBezTo>
                    <a:pt x="12262" y="12037"/>
                    <a:pt x="11430" y="10576"/>
                    <a:pt x="9360" y="9877"/>
                  </a:cubicBezTo>
                  <a:cubicBezTo>
                    <a:pt x="9169" y="9813"/>
                    <a:pt x="8983" y="9784"/>
                    <a:pt x="8801" y="9784"/>
                  </a:cubicBezTo>
                  <a:cubicBezTo>
                    <a:pt x="8010" y="9784"/>
                    <a:pt x="7314" y="10328"/>
                    <a:pt x="6765" y="10859"/>
                  </a:cubicBezTo>
                  <a:cubicBezTo>
                    <a:pt x="6338" y="11275"/>
                    <a:pt x="6058" y="12123"/>
                    <a:pt x="5844" y="12640"/>
                  </a:cubicBezTo>
                  <a:cubicBezTo>
                    <a:pt x="4158" y="12504"/>
                    <a:pt x="3736" y="11514"/>
                    <a:pt x="4571" y="9672"/>
                  </a:cubicBezTo>
                  <a:cubicBezTo>
                    <a:pt x="5015" y="8252"/>
                    <a:pt x="5861" y="7094"/>
                    <a:pt x="7108" y="6199"/>
                  </a:cubicBezTo>
                  <a:cubicBezTo>
                    <a:pt x="8076" y="5466"/>
                    <a:pt x="9282" y="4868"/>
                    <a:pt x="9779" y="3667"/>
                  </a:cubicBezTo>
                  <a:cubicBezTo>
                    <a:pt x="9933" y="3293"/>
                    <a:pt x="10198" y="3147"/>
                    <a:pt x="10530" y="3147"/>
                  </a:cubicBezTo>
                  <a:cubicBezTo>
                    <a:pt x="11743" y="3147"/>
                    <a:pt x="13853" y="5099"/>
                    <a:pt x="14739" y="5099"/>
                  </a:cubicBezTo>
                  <a:cubicBezTo>
                    <a:pt x="17813" y="5099"/>
                    <a:pt x="15510" y="1135"/>
                    <a:pt x="14967" y="38"/>
                  </a:cubicBezTo>
                  <a:cubicBezTo>
                    <a:pt x="14954" y="12"/>
                    <a:pt x="14930" y="1"/>
                    <a:pt x="1490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4" name="Google Shape;4284;p56"/>
            <p:cNvSpPr/>
            <p:nvPr/>
          </p:nvSpPr>
          <p:spPr>
            <a:xfrm>
              <a:off x="2029925" y="2223150"/>
              <a:ext cx="265325" cy="386075"/>
            </a:xfrm>
            <a:custGeom>
              <a:avLst/>
              <a:gdLst/>
              <a:ahLst/>
              <a:cxnLst/>
              <a:rect l="l" t="t" r="r" b="b"/>
              <a:pathLst>
                <a:path w="10613" h="15443" extrusionOk="0">
                  <a:moveTo>
                    <a:pt x="4356" y="1"/>
                  </a:moveTo>
                  <a:cubicBezTo>
                    <a:pt x="3578" y="1"/>
                    <a:pt x="2813" y="172"/>
                    <a:pt x="2120" y="550"/>
                  </a:cubicBezTo>
                  <a:cubicBezTo>
                    <a:pt x="2068" y="578"/>
                    <a:pt x="2036" y="633"/>
                    <a:pt x="2036" y="694"/>
                  </a:cubicBezTo>
                  <a:cubicBezTo>
                    <a:pt x="2178" y="1944"/>
                    <a:pt x="1193" y="3708"/>
                    <a:pt x="1606" y="4900"/>
                  </a:cubicBezTo>
                  <a:cubicBezTo>
                    <a:pt x="2215" y="6653"/>
                    <a:pt x="3927" y="7998"/>
                    <a:pt x="2986" y="10175"/>
                  </a:cubicBezTo>
                  <a:cubicBezTo>
                    <a:pt x="2157" y="12095"/>
                    <a:pt x="99" y="13120"/>
                    <a:pt x="1037" y="15392"/>
                  </a:cubicBezTo>
                  <a:cubicBezTo>
                    <a:pt x="1051" y="15427"/>
                    <a:pt x="1082" y="15443"/>
                    <a:pt x="1112" y="15443"/>
                  </a:cubicBezTo>
                  <a:cubicBezTo>
                    <a:pt x="1159" y="15443"/>
                    <a:pt x="1204" y="15407"/>
                    <a:pt x="1184" y="15351"/>
                  </a:cubicBezTo>
                  <a:cubicBezTo>
                    <a:pt x="1" y="12040"/>
                    <a:pt x="4964" y="10550"/>
                    <a:pt x="3110" y="7019"/>
                  </a:cubicBezTo>
                  <a:cubicBezTo>
                    <a:pt x="2003" y="4915"/>
                    <a:pt x="1291" y="301"/>
                    <a:pt x="4621" y="301"/>
                  </a:cubicBezTo>
                  <a:cubicBezTo>
                    <a:pt x="4799" y="301"/>
                    <a:pt x="4989" y="314"/>
                    <a:pt x="5192" y="342"/>
                  </a:cubicBezTo>
                  <a:cubicBezTo>
                    <a:pt x="7646" y="680"/>
                    <a:pt x="10247" y="3185"/>
                    <a:pt x="10137" y="5732"/>
                  </a:cubicBezTo>
                  <a:cubicBezTo>
                    <a:pt x="10133" y="5843"/>
                    <a:pt x="10217" y="5898"/>
                    <a:pt x="10304" y="5898"/>
                  </a:cubicBezTo>
                  <a:cubicBezTo>
                    <a:pt x="10390" y="5898"/>
                    <a:pt x="10479" y="5843"/>
                    <a:pt x="10484" y="5732"/>
                  </a:cubicBezTo>
                  <a:cubicBezTo>
                    <a:pt x="10612" y="2607"/>
                    <a:pt x="7390" y="1"/>
                    <a:pt x="4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5" name="Google Shape;4285;p56"/>
            <p:cNvSpPr/>
            <p:nvPr/>
          </p:nvSpPr>
          <p:spPr>
            <a:xfrm>
              <a:off x="2287025" y="2324375"/>
              <a:ext cx="290100" cy="308650"/>
            </a:xfrm>
            <a:custGeom>
              <a:avLst/>
              <a:gdLst/>
              <a:ahLst/>
              <a:cxnLst/>
              <a:rect l="l" t="t" r="r" b="b"/>
              <a:pathLst>
                <a:path w="11604" h="12346" extrusionOk="0">
                  <a:moveTo>
                    <a:pt x="2880" y="0"/>
                  </a:moveTo>
                  <a:cubicBezTo>
                    <a:pt x="1456" y="0"/>
                    <a:pt x="1" y="1150"/>
                    <a:pt x="659" y="1931"/>
                  </a:cubicBezTo>
                  <a:cubicBezTo>
                    <a:pt x="666" y="1940"/>
                    <a:pt x="674" y="1943"/>
                    <a:pt x="682" y="1943"/>
                  </a:cubicBezTo>
                  <a:cubicBezTo>
                    <a:pt x="707" y="1943"/>
                    <a:pt x="729" y="1911"/>
                    <a:pt x="716" y="1885"/>
                  </a:cubicBezTo>
                  <a:cubicBezTo>
                    <a:pt x="844" y="903"/>
                    <a:pt x="1265" y="412"/>
                    <a:pt x="1980" y="412"/>
                  </a:cubicBezTo>
                  <a:cubicBezTo>
                    <a:pt x="2621" y="412"/>
                    <a:pt x="3498" y="806"/>
                    <a:pt x="4611" y="1593"/>
                  </a:cubicBezTo>
                  <a:cubicBezTo>
                    <a:pt x="4799" y="2052"/>
                    <a:pt x="4923" y="2549"/>
                    <a:pt x="5090" y="3017"/>
                  </a:cubicBezTo>
                  <a:cubicBezTo>
                    <a:pt x="5338" y="3724"/>
                    <a:pt x="5806" y="4298"/>
                    <a:pt x="6280" y="4867"/>
                  </a:cubicBezTo>
                  <a:cubicBezTo>
                    <a:pt x="8101" y="7064"/>
                    <a:pt x="11465" y="8851"/>
                    <a:pt x="10838" y="12160"/>
                  </a:cubicBezTo>
                  <a:cubicBezTo>
                    <a:pt x="10817" y="12273"/>
                    <a:pt x="10905" y="12346"/>
                    <a:pt x="10991" y="12346"/>
                  </a:cubicBezTo>
                  <a:cubicBezTo>
                    <a:pt x="11047" y="12346"/>
                    <a:pt x="11102" y="12314"/>
                    <a:pt x="11124" y="12241"/>
                  </a:cubicBezTo>
                  <a:cubicBezTo>
                    <a:pt x="11603" y="10635"/>
                    <a:pt x="10925" y="9365"/>
                    <a:pt x="9940" y="8115"/>
                  </a:cubicBezTo>
                  <a:cubicBezTo>
                    <a:pt x="8090" y="5771"/>
                    <a:pt x="5939" y="4463"/>
                    <a:pt x="4926" y="1507"/>
                  </a:cubicBezTo>
                  <a:cubicBezTo>
                    <a:pt x="4547" y="399"/>
                    <a:pt x="3719" y="0"/>
                    <a:pt x="288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6" name="Google Shape;4286;p56"/>
            <p:cNvSpPr/>
            <p:nvPr/>
          </p:nvSpPr>
          <p:spPr>
            <a:xfrm>
              <a:off x="2000425" y="3668900"/>
              <a:ext cx="255750" cy="503975"/>
            </a:xfrm>
            <a:custGeom>
              <a:avLst/>
              <a:gdLst/>
              <a:ahLst/>
              <a:cxnLst/>
              <a:rect l="l" t="t" r="r" b="b"/>
              <a:pathLst>
                <a:path w="10230" h="20159" extrusionOk="0">
                  <a:moveTo>
                    <a:pt x="5137" y="0"/>
                  </a:moveTo>
                  <a:cubicBezTo>
                    <a:pt x="5120" y="0"/>
                    <a:pt x="5104" y="9"/>
                    <a:pt x="5098" y="30"/>
                  </a:cubicBezTo>
                  <a:cubicBezTo>
                    <a:pt x="4157" y="2406"/>
                    <a:pt x="3199" y="4239"/>
                    <a:pt x="1732" y="6352"/>
                  </a:cubicBezTo>
                  <a:cubicBezTo>
                    <a:pt x="1132" y="7215"/>
                    <a:pt x="1045" y="9144"/>
                    <a:pt x="1683" y="9998"/>
                  </a:cubicBezTo>
                  <a:cubicBezTo>
                    <a:pt x="3057" y="11846"/>
                    <a:pt x="3323" y="14404"/>
                    <a:pt x="4535" y="16127"/>
                  </a:cubicBezTo>
                  <a:cubicBezTo>
                    <a:pt x="5913" y="18082"/>
                    <a:pt x="7778" y="19014"/>
                    <a:pt x="9865" y="20135"/>
                  </a:cubicBezTo>
                  <a:cubicBezTo>
                    <a:pt x="9895" y="20151"/>
                    <a:pt x="9925" y="20158"/>
                    <a:pt x="9954" y="20158"/>
                  </a:cubicBezTo>
                  <a:cubicBezTo>
                    <a:pt x="10119" y="20158"/>
                    <a:pt x="10229" y="19913"/>
                    <a:pt x="10050" y="19817"/>
                  </a:cubicBezTo>
                  <a:cubicBezTo>
                    <a:pt x="7220" y="18296"/>
                    <a:pt x="5425" y="17646"/>
                    <a:pt x="4498" y="13627"/>
                  </a:cubicBezTo>
                  <a:cubicBezTo>
                    <a:pt x="4215" y="12406"/>
                    <a:pt x="3949" y="11881"/>
                    <a:pt x="3086" y="10994"/>
                  </a:cubicBezTo>
                  <a:cubicBezTo>
                    <a:pt x="0" y="7819"/>
                    <a:pt x="2564" y="6023"/>
                    <a:pt x="4111" y="3913"/>
                  </a:cubicBezTo>
                  <a:cubicBezTo>
                    <a:pt x="4974" y="2738"/>
                    <a:pt x="4925" y="1441"/>
                    <a:pt x="5179" y="53"/>
                  </a:cubicBezTo>
                  <a:cubicBezTo>
                    <a:pt x="5188" y="21"/>
                    <a:pt x="5162" y="0"/>
                    <a:pt x="513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7" name="Google Shape;4287;p56"/>
            <p:cNvSpPr/>
            <p:nvPr/>
          </p:nvSpPr>
          <p:spPr>
            <a:xfrm>
              <a:off x="2105800" y="4171775"/>
              <a:ext cx="307475" cy="989675"/>
            </a:xfrm>
            <a:custGeom>
              <a:avLst/>
              <a:gdLst/>
              <a:ahLst/>
              <a:cxnLst/>
              <a:rect l="l" t="t" r="r" b="b"/>
              <a:pathLst>
                <a:path w="12299" h="39587" extrusionOk="0">
                  <a:moveTo>
                    <a:pt x="6182" y="0"/>
                  </a:moveTo>
                  <a:cubicBezTo>
                    <a:pt x="6141" y="0"/>
                    <a:pt x="6100" y="27"/>
                    <a:pt x="6097" y="80"/>
                  </a:cubicBezTo>
                  <a:cubicBezTo>
                    <a:pt x="5586" y="10621"/>
                    <a:pt x="0" y="20861"/>
                    <a:pt x="2344" y="31436"/>
                  </a:cubicBezTo>
                  <a:cubicBezTo>
                    <a:pt x="3197" y="35281"/>
                    <a:pt x="5317" y="39586"/>
                    <a:pt x="8757" y="39586"/>
                  </a:cubicBezTo>
                  <a:cubicBezTo>
                    <a:pt x="9777" y="39586"/>
                    <a:pt x="10914" y="39207"/>
                    <a:pt x="12169" y="38324"/>
                  </a:cubicBezTo>
                  <a:cubicBezTo>
                    <a:pt x="12298" y="38236"/>
                    <a:pt x="12220" y="38045"/>
                    <a:pt x="12099" y="38045"/>
                  </a:cubicBezTo>
                  <a:cubicBezTo>
                    <a:pt x="12074" y="38045"/>
                    <a:pt x="12048" y="38052"/>
                    <a:pt x="12022" y="38070"/>
                  </a:cubicBezTo>
                  <a:cubicBezTo>
                    <a:pt x="10779" y="38909"/>
                    <a:pt x="9675" y="39272"/>
                    <a:pt x="8698" y="39272"/>
                  </a:cubicBezTo>
                  <a:cubicBezTo>
                    <a:pt x="3795" y="39272"/>
                    <a:pt x="2075" y="30121"/>
                    <a:pt x="1972" y="25844"/>
                  </a:cubicBezTo>
                  <a:cubicBezTo>
                    <a:pt x="1764" y="17157"/>
                    <a:pt x="6239" y="8863"/>
                    <a:pt x="6262" y="80"/>
                  </a:cubicBezTo>
                  <a:cubicBezTo>
                    <a:pt x="6262" y="27"/>
                    <a:pt x="6222" y="0"/>
                    <a:pt x="61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8" name="Google Shape;4288;p56"/>
            <p:cNvSpPr/>
            <p:nvPr/>
          </p:nvSpPr>
          <p:spPr>
            <a:xfrm>
              <a:off x="2271275" y="4054625"/>
              <a:ext cx="651325" cy="1046350"/>
            </a:xfrm>
            <a:custGeom>
              <a:avLst/>
              <a:gdLst/>
              <a:ahLst/>
              <a:cxnLst/>
              <a:rect l="l" t="t" r="r" b="b"/>
              <a:pathLst>
                <a:path w="26053" h="41854" extrusionOk="0">
                  <a:moveTo>
                    <a:pt x="25847" y="1"/>
                  </a:moveTo>
                  <a:cubicBezTo>
                    <a:pt x="25779" y="1"/>
                    <a:pt x="25712" y="37"/>
                    <a:pt x="25687" y="121"/>
                  </a:cubicBezTo>
                  <a:cubicBezTo>
                    <a:pt x="24722" y="3227"/>
                    <a:pt x="24272" y="6247"/>
                    <a:pt x="21474" y="8381"/>
                  </a:cubicBezTo>
                  <a:cubicBezTo>
                    <a:pt x="20034" y="9475"/>
                    <a:pt x="18622" y="10049"/>
                    <a:pt x="17407" y="11438"/>
                  </a:cubicBezTo>
                  <a:cubicBezTo>
                    <a:pt x="16209" y="12807"/>
                    <a:pt x="15709" y="15041"/>
                    <a:pt x="14918" y="16620"/>
                  </a:cubicBezTo>
                  <a:cubicBezTo>
                    <a:pt x="13934" y="18583"/>
                    <a:pt x="12040" y="19389"/>
                    <a:pt x="10478" y="20723"/>
                  </a:cubicBezTo>
                  <a:cubicBezTo>
                    <a:pt x="10442" y="20752"/>
                    <a:pt x="10476" y="20808"/>
                    <a:pt x="10516" y="20808"/>
                  </a:cubicBezTo>
                  <a:cubicBezTo>
                    <a:pt x="10525" y="20808"/>
                    <a:pt x="10533" y="20806"/>
                    <a:pt x="10541" y="20801"/>
                  </a:cubicBezTo>
                  <a:cubicBezTo>
                    <a:pt x="10556" y="20792"/>
                    <a:pt x="10573" y="20780"/>
                    <a:pt x="10588" y="20772"/>
                  </a:cubicBezTo>
                  <a:lnTo>
                    <a:pt x="10588" y="20772"/>
                  </a:lnTo>
                  <a:cubicBezTo>
                    <a:pt x="10651" y="23676"/>
                    <a:pt x="8411" y="24404"/>
                    <a:pt x="6687" y="25914"/>
                  </a:cubicBezTo>
                  <a:cubicBezTo>
                    <a:pt x="4715" y="27637"/>
                    <a:pt x="4496" y="30287"/>
                    <a:pt x="2117" y="31806"/>
                  </a:cubicBezTo>
                  <a:cubicBezTo>
                    <a:pt x="2045" y="31855"/>
                    <a:pt x="2016" y="31968"/>
                    <a:pt x="2088" y="32031"/>
                  </a:cubicBezTo>
                  <a:cubicBezTo>
                    <a:pt x="4020" y="33746"/>
                    <a:pt x="3367" y="33122"/>
                    <a:pt x="2423" y="34422"/>
                  </a:cubicBezTo>
                  <a:cubicBezTo>
                    <a:pt x="1675" y="35455"/>
                    <a:pt x="1436" y="36474"/>
                    <a:pt x="1395" y="37736"/>
                  </a:cubicBezTo>
                  <a:cubicBezTo>
                    <a:pt x="1323" y="39918"/>
                    <a:pt x="2715" y="41604"/>
                    <a:pt x="4819" y="41853"/>
                  </a:cubicBezTo>
                  <a:cubicBezTo>
                    <a:pt x="4822" y="41853"/>
                    <a:pt x="4824" y="41853"/>
                    <a:pt x="4827" y="41853"/>
                  </a:cubicBezTo>
                  <a:cubicBezTo>
                    <a:pt x="4892" y="41853"/>
                    <a:pt x="4904" y="41740"/>
                    <a:pt x="4837" y="41726"/>
                  </a:cubicBezTo>
                  <a:cubicBezTo>
                    <a:pt x="1459" y="41027"/>
                    <a:pt x="1" y="34664"/>
                    <a:pt x="4199" y="33821"/>
                  </a:cubicBezTo>
                  <a:cubicBezTo>
                    <a:pt x="4303" y="33798"/>
                    <a:pt x="4340" y="33651"/>
                    <a:pt x="4262" y="33581"/>
                  </a:cubicBezTo>
                  <a:cubicBezTo>
                    <a:pt x="168" y="29938"/>
                    <a:pt x="11009" y="25102"/>
                    <a:pt x="10879" y="20757"/>
                  </a:cubicBezTo>
                  <a:cubicBezTo>
                    <a:pt x="10879" y="20705"/>
                    <a:pt x="10845" y="20659"/>
                    <a:pt x="10795" y="20639"/>
                  </a:cubicBezTo>
                  <a:cubicBezTo>
                    <a:pt x="12164" y="19784"/>
                    <a:pt x="13397" y="18976"/>
                    <a:pt x="14517" y="17781"/>
                  </a:cubicBezTo>
                  <a:cubicBezTo>
                    <a:pt x="16324" y="15847"/>
                    <a:pt x="16564" y="12899"/>
                    <a:pt x="18348" y="10875"/>
                  </a:cubicBezTo>
                  <a:cubicBezTo>
                    <a:pt x="19713" y="9328"/>
                    <a:pt x="22110" y="8932"/>
                    <a:pt x="23319" y="7183"/>
                  </a:cubicBezTo>
                  <a:cubicBezTo>
                    <a:pt x="24777" y="5081"/>
                    <a:pt x="25265" y="2627"/>
                    <a:pt x="26013" y="211"/>
                  </a:cubicBezTo>
                  <a:cubicBezTo>
                    <a:pt x="26053" y="84"/>
                    <a:pt x="25950" y="1"/>
                    <a:pt x="2584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9" name="Google Shape;4289;p56"/>
            <p:cNvSpPr/>
            <p:nvPr/>
          </p:nvSpPr>
          <p:spPr>
            <a:xfrm>
              <a:off x="1583375" y="3415625"/>
              <a:ext cx="27825" cy="21875"/>
            </a:xfrm>
            <a:custGeom>
              <a:avLst/>
              <a:gdLst/>
              <a:ahLst/>
              <a:cxnLst/>
              <a:rect l="l" t="t" r="r" b="b"/>
              <a:pathLst>
                <a:path w="1113" h="875" extrusionOk="0">
                  <a:moveTo>
                    <a:pt x="1082" y="1"/>
                  </a:moveTo>
                  <a:cubicBezTo>
                    <a:pt x="1078" y="1"/>
                    <a:pt x="1073" y="2"/>
                    <a:pt x="1069" y="4"/>
                  </a:cubicBezTo>
                  <a:cubicBezTo>
                    <a:pt x="347" y="379"/>
                    <a:pt x="662" y="154"/>
                    <a:pt x="59" y="734"/>
                  </a:cubicBezTo>
                  <a:cubicBezTo>
                    <a:pt x="1" y="792"/>
                    <a:pt x="56" y="874"/>
                    <a:pt x="120" y="874"/>
                  </a:cubicBezTo>
                  <a:cubicBezTo>
                    <a:pt x="139" y="874"/>
                    <a:pt x="159" y="867"/>
                    <a:pt x="177" y="850"/>
                  </a:cubicBezTo>
                  <a:cubicBezTo>
                    <a:pt x="445" y="599"/>
                    <a:pt x="769" y="316"/>
                    <a:pt x="1112" y="16"/>
                  </a:cubicBezTo>
                  <a:cubicBezTo>
                    <a:pt x="1104" y="9"/>
                    <a:pt x="1093" y="1"/>
                    <a:pt x="108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0" name="Google Shape;4290;p56"/>
            <p:cNvSpPr/>
            <p:nvPr/>
          </p:nvSpPr>
          <p:spPr>
            <a:xfrm>
              <a:off x="1611100" y="3392825"/>
              <a:ext cx="26300" cy="24650"/>
            </a:xfrm>
            <a:custGeom>
              <a:avLst/>
              <a:gdLst/>
              <a:ahLst/>
              <a:cxnLst/>
              <a:rect l="l" t="t" r="r" b="b"/>
              <a:pathLst>
                <a:path w="1052" h="986" extrusionOk="0">
                  <a:moveTo>
                    <a:pt x="1051" y="1"/>
                  </a:moveTo>
                  <a:cubicBezTo>
                    <a:pt x="690" y="327"/>
                    <a:pt x="338" y="633"/>
                    <a:pt x="3" y="928"/>
                  </a:cubicBezTo>
                  <a:cubicBezTo>
                    <a:pt x="18" y="945"/>
                    <a:pt x="26" y="968"/>
                    <a:pt x="1" y="985"/>
                  </a:cubicBezTo>
                  <a:cubicBezTo>
                    <a:pt x="315" y="792"/>
                    <a:pt x="673" y="440"/>
                    <a:pt x="105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1" name="Google Shape;4291;p56"/>
            <p:cNvSpPr/>
            <p:nvPr/>
          </p:nvSpPr>
          <p:spPr>
            <a:xfrm>
              <a:off x="2233600" y="3828000"/>
              <a:ext cx="18275" cy="19275"/>
            </a:xfrm>
            <a:custGeom>
              <a:avLst/>
              <a:gdLst/>
              <a:ahLst/>
              <a:cxnLst/>
              <a:rect l="l" t="t" r="r" b="b"/>
              <a:pathLst>
                <a:path w="731" h="771" extrusionOk="0">
                  <a:moveTo>
                    <a:pt x="731" y="0"/>
                  </a:moveTo>
                  <a:lnTo>
                    <a:pt x="731" y="0"/>
                  </a:lnTo>
                  <a:cubicBezTo>
                    <a:pt x="488" y="257"/>
                    <a:pt x="246" y="514"/>
                    <a:pt x="1" y="770"/>
                  </a:cubicBezTo>
                  <a:cubicBezTo>
                    <a:pt x="246" y="517"/>
                    <a:pt x="488" y="257"/>
                    <a:pt x="7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2" name="Google Shape;4292;p56"/>
            <p:cNvSpPr/>
            <p:nvPr/>
          </p:nvSpPr>
          <p:spPr>
            <a:xfrm>
              <a:off x="2564525" y="3930825"/>
              <a:ext cx="88525" cy="91100"/>
            </a:xfrm>
            <a:custGeom>
              <a:avLst/>
              <a:gdLst/>
              <a:ahLst/>
              <a:cxnLst/>
              <a:rect l="l" t="t" r="r" b="b"/>
              <a:pathLst>
                <a:path w="3541" h="3644" extrusionOk="0">
                  <a:moveTo>
                    <a:pt x="3540" y="1"/>
                  </a:moveTo>
                  <a:lnTo>
                    <a:pt x="3540" y="1"/>
                  </a:lnTo>
                  <a:cubicBezTo>
                    <a:pt x="2565" y="858"/>
                    <a:pt x="1568" y="1707"/>
                    <a:pt x="754" y="2714"/>
                  </a:cubicBezTo>
                  <a:cubicBezTo>
                    <a:pt x="500" y="3023"/>
                    <a:pt x="252" y="3335"/>
                    <a:pt x="1" y="3644"/>
                  </a:cubicBezTo>
                  <a:cubicBezTo>
                    <a:pt x="1187" y="2429"/>
                    <a:pt x="2394" y="1239"/>
                    <a:pt x="354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3" name="Google Shape;4293;p56"/>
            <p:cNvSpPr/>
            <p:nvPr/>
          </p:nvSpPr>
          <p:spPr>
            <a:xfrm>
              <a:off x="1589325" y="3178675"/>
              <a:ext cx="1345850" cy="1985650"/>
            </a:xfrm>
            <a:custGeom>
              <a:avLst/>
              <a:gdLst/>
              <a:ahLst/>
              <a:cxnLst/>
              <a:rect l="l" t="t" r="r" b="b"/>
              <a:pathLst>
                <a:path w="53834" h="79426" extrusionOk="0">
                  <a:moveTo>
                    <a:pt x="11761" y="7120"/>
                  </a:moveTo>
                  <a:lnTo>
                    <a:pt x="11761" y="7120"/>
                  </a:lnTo>
                  <a:cubicBezTo>
                    <a:pt x="11141" y="7764"/>
                    <a:pt x="10523" y="8411"/>
                    <a:pt x="9908" y="9061"/>
                  </a:cubicBezTo>
                  <a:cubicBezTo>
                    <a:pt x="10101" y="8708"/>
                    <a:pt x="10295" y="8359"/>
                    <a:pt x="10474" y="7981"/>
                  </a:cubicBezTo>
                  <a:cubicBezTo>
                    <a:pt x="10485" y="7949"/>
                    <a:pt x="10488" y="7917"/>
                    <a:pt x="10482" y="7886"/>
                  </a:cubicBezTo>
                  <a:cubicBezTo>
                    <a:pt x="10950" y="7490"/>
                    <a:pt x="11383" y="7196"/>
                    <a:pt x="11761" y="7120"/>
                  </a:cubicBezTo>
                  <a:close/>
                  <a:moveTo>
                    <a:pt x="12197" y="7152"/>
                  </a:moveTo>
                  <a:cubicBezTo>
                    <a:pt x="12310" y="7198"/>
                    <a:pt x="12411" y="7268"/>
                    <a:pt x="12492" y="7360"/>
                  </a:cubicBezTo>
                  <a:lnTo>
                    <a:pt x="12489" y="7360"/>
                  </a:lnTo>
                  <a:cubicBezTo>
                    <a:pt x="11447" y="8371"/>
                    <a:pt x="10508" y="9453"/>
                    <a:pt x="9593" y="10562"/>
                  </a:cubicBezTo>
                  <a:cubicBezTo>
                    <a:pt x="10488" y="9456"/>
                    <a:pt x="11386" y="8319"/>
                    <a:pt x="12197" y="7152"/>
                  </a:cubicBezTo>
                  <a:close/>
                  <a:moveTo>
                    <a:pt x="4783" y="7161"/>
                  </a:moveTo>
                  <a:cubicBezTo>
                    <a:pt x="4893" y="8065"/>
                    <a:pt x="5485" y="8775"/>
                    <a:pt x="6380" y="9254"/>
                  </a:cubicBezTo>
                  <a:cubicBezTo>
                    <a:pt x="5548" y="10074"/>
                    <a:pt x="4743" y="10920"/>
                    <a:pt x="3917" y="11748"/>
                  </a:cubicBezTo>
                  <a:cubicBezTo>
                    <a:pt x="4726" y="10934"/>
                    <a:pt x="5150" y="10005"/>
                    <a:pt x="5626" y="8951"/>
                  </a:cubicBezTo>
                  <a:cubicBezTo>
                    <a:pt x="5682" y="8824"/>
                    <a:pt x="5594" y="8710"/>
                    <a:pt x="5485" y="8710"/>
                  </a:cubicBezTo>
                  <a:cubicBezTo>
                    <a:pt x="5447" y="8710"/>
                    <a:pt x="5407" y="8724"/>
                    <a:pt x="5369" y="8755"/>
                  </a:cubicBezTo>
                  <a:cubicBezTo>
                    <a:pt x="4319" y="9627"/>
                    <a:pt x="3316" y="10553"/>
                    <a:pt x="2365" y="11530"/>
                  </a:cubicBezTo>
                  <a:lnTo>
                    <a:pt x="2365" y="11530"/>
                  </a:lnTo>
                  <a:cubicBezTo>
                    <a:pt x="3389" y="10473"/>
                    <a:pt x="4254" y="9523"/>
                    <a:pt x="5087" y="8304"/>
                  </a:cubicBezTo>
                  <a:cubicBezTo>
                    <a:pt x="5170" y="8182"/>
                    <a:pt x="5056" y="8069"/>
                    <a:pt x="4939" y="8069"/>
                  </a:cubicBezTo>
                  <a:cubicBezTo>
                    <a:pt x="4902" y="8069"/>
                    <a:pt x="4864" y="8081"/>
                    <a:pt x="4832" y="8108"/>
                  </a:cubicBezTo>
                  <a:cubicBezTo>
                    <a:pt x="3831" y="8945"/>
                    <a:pt x="2543" y="10120"/>
                    <a:pt x="1790" y="10865"/>
                  </a:cubicBezTo>
                  <a:cubicBezTo>
                    <a:pt x="2976" y="9690"/>
                    <a:pt x="3946" y="8555"/>
                    <a:pt x="4783" y="7161"/>
                  </a:cubicBezTo>
                  <a:close/>
                  <a:moveTo>
                    <a:pt x="9094" y="8988"/>
                  </a:moveTo>
                  <a:lnTo>
                    <a:pt x="9094" y="8988"/>
                  </a:lnTo>
                  <a:cubicBezTo>
                    <a:pt x="8447" y="9699"/>
                    <a:pt x="7809" y="10415"/>
                    <a:pt x="7177" y="11145"/>
                  </a:cubicBezTo>
                  <a:cubicBezTo>
                    <a:pt x="6471" y="11964"/>
                    <a:pt x="6161" y="12269"/>
                    <a:pt x="6091" y="12269"/>
                  </a:cubicBezTo>
                  <a:cubicBezTo>
                    <a:pt x="5908" y="12269"/>
                    <a:pt x="7399" y="10137"/>
                    <a:pt x="7673" y="9707"/>
                  </a:cubicBezTo>
                  <a:cubicBezTo>
                    <a:pt x="7699" y="9661"/>
                    <a:pt x="7699" y="9609"/>
                    <a:pt x="7673" y="9563"/>
                  </a:cubicBezTo>
                  <a:cubicBezTo>
                    <a:pt x="8167" y="9511"/>
                    <a:pt x="8646" y="9283"/>
                    <a:pt x="9094" y="8988"/>
                  </a:cubicBezTo>
                  <a:close/>
                  <a:moveTo>
                    <a:pt x="6689" y="9407"/>
                  </a:moveTo>
                  <a:cubicBezTo>
                    <a:pt x="6712" y="9419"/>
                    <a:pt x="6732" y="9430"/>
                    <a:pt x="6758" y="9442"/>
                  </a:cubicBezTo>
                  <a:cubicBezTo>
                    <a:pt x="6949" y="9520"/>
                    <a:pt x="7154" y="9563"/>
                    <a:pt x="7361" y="9569"/>
                  </a:cubicBezTo>
                  <a:cubicBezTo>
                    <a:pt x="6513" y="10510"/>
                    <a:pt x="5667" y="11451"/>
                    <a:pt x="4795" y="12375"/>
                  </a:cubicBezTo>
                  <a:cubicBezTo>
                    <a:pt x="5522" y="11604"/>
                    <a:pt x="6137" y="10316"/>
                    <a:pt x="6689" y="9407"/>
                  </a:cubicBezTo>
                  <a:close/>
                  <a:moveTo>
                    <a:pt x="9308" y="12320"/>
                  </a:moveTo>
                  <a:cubicBezTo>
                    <a:pt x="9288" y="12342"/>
                    <a:pt x="9269" y="12364"/>
                    <a:pt x="9250" y="12386"/>
                  </a:cubicBezTo>
                  <a:cubicBezTo>
                    <a:pt x="9269" y="12364"/>
                    <a:pt x="9288" y="12342"/>
                    <a:pt x="9308" y="12320"/>
                  </a:cubicBezTo>
                  <a:close/>
                  <a:moveTo>
                    <a:pt x="12685" y="7623"/>
                  </a:moveTo>
                  <a:cubicBezTo>
                    <a:pt x="12803" y="7839"/>
                    <a:pt x="12910" y="8128"/>
                    <a:pt x="12994" y="8506"/>
                  </a:cubicBezTo>
                  <a:cubicBezTo>
                    <a:pt x="13104" y="8977"/>
                    <a:pt x="13086" y="9312"/>
                    <a:pt x="13014" y="9595"/>
                  </a:cubicBezTo>
                  <a:cubicBezTo>
                    <a:pt x="12985" y="9567"/>
                    <a:pt x="12949" y="9554"/>
                    <a:pt x="12914" y="9554"/>
                  </a:cubicBezTo>
                  <a:cubicBezTo>
                    <a:pt x="12871" y="9554"/>
                    <a:pt x="12829" y="9573"/>
                    <a:pt x="12801" y="9609"/>
                  </a:cubicBezTo>
                  <a:cubicBezTo>
                    <a:pt x="11833" y="10680"/>
                    <a:pt x="10734" y="12014"/>
                    <a:pt x="10035" y="13039"/>
                  </a:cubicBezTo>
                  <a:lnTo>
                    <a:pt x="10035" y="13036"/>
                  </a:lnTo>
                  <a:cubicBezTo>
                    <a:pt x="11037" y="11569"/>
                    <a:pt x="12082" y="10184"/>
                    <a:pt x="12954" y="8627"/>
                  </a:cubicBezTo>
                  <a:cubicBezTo>
                    <a:pt x="13020" y="8509"/>
                    <a:pt x="12918" y="8382"/>
                    <a:pt x="12807" y="8382"/>
                  </a:cubicBezTo>
                  <a:cubicBezTo>
                    <a:pt x="12769" y="8382"/>
                    <a:pt x="12730" y="8397"/>
                    <a:pt x="12697" y="8431"/>
                  </a:cubicBezTo>
                  <a:cubicBezTo>
                    <a:pt x="11770" y="9395"/>
                    <a:pt x="10928" y="10424"/>
                    <a:pt x="10065" y="11441"/>
                  </a:cubicBezTo>
                  <a:lnTo>
                    <a:pt x="10065" y="11441"/>
                  </a:lnTo>
                  <a:cubicBezTo>
                    <a:pt x="11067" y="10247"/>
                    <a:pt x="11942" y="9052"/>
                    <a:pt x="12685" y="7623"/>
                  </a:cubicBezTo>
                  <a:close/>
                  <a:moveTo>
                    <a:pt x="12347" y="11156"/>
                  </a:moveTo>
                  <a:cubicBezTo>
                    <a:pt x="12335" y="11270"/>
                    <a:pt x="12398" y="11389"/>
                    <a:pt x="12518" y="11512"/>
                  </a:cubicBezTo>
                  <a:cubicBezTo>
                    <a:pt x="11420" y="12648"/>
                    <a:pt x="11008" y="13093"/>
                    <a:pt x="10985" y="13093"/>
                  </a:cubicBezTo>
                  <a:cubicBezTo>
                    <a:pt x="10952" y="13093"/>
                    <a:pt x="11680" y="12221"/>
                    <a:pt x="12347" y="11156"/>
                  </a:cubicBezTo>
                  <a:close/>
                  <a:moveTo>
                    <a:pt x="12812" y="11753"/>
                  </a:moveTo>
                  <a:lnTo>
                    <a:pt x="12812" y="11753"/>
                  </a:lnTo>
                  <a:cubicBezTo>
                    <a:pt x="12946" y="11839"/>
                    <a:pt x="13081" y="11916"/>
                    <a:pt x="13225" y="11988"/>
                  </a:cubicBezTo>
                  <a:cubicBezTo>
                    <a:pt x="12318" y="13025"/>
                    <a:pt x="11983" y="13427"/>
                    <a:pt x="11949" y="13427"/>
                  </a:cubicBezTo>
                  <a:cubicBezTo>
                    <a:pt x="11902" y="13427"/>
                    <a:pt x="12424" y="12668"/>
                    <a:pt x="12812" y="11753"/>
                  </a:cubicBezTo>
                  <a:close/>
                  <a:moveTo>
                    <a:pt x="13505" y="12129"/>
                  </a:moveTo>
                  <a:cubicBezTo>
                    <a:pt x="13768" y="12251"/>
                    <a:pt x="14054" y="12366"/>
                    <a:pt x="14342" y="12476"/>
                  </a:cubicBezTo>
                  <a:cubicBezTo>
                    <a:pt x="13238" y="13481"/>
                    <a:pt x="12656" y="14171"/>
                    <a:pt x="12565" y="14171"/>
                  </a:cubicBezTo>
                  <a:cubicBezTo>
                    <a:pt x="12482" y="14171"/>
                    <a:pt x="12802" y="13604"/>
                    <a:pt x="13502" y="12190"/>
                  </a:cubicBezTo>
                  <a:lnTo>
                    <a:pt x="13499" y="12190"/>
                  </a:lnTo>
                  <a:cubicBezTo>
                    <a:pt x="13505" y="12170"/>
                    <a:pt x="13508" y="12150"/>
                    <a:pt x="13505" y="12129"/>
                  </a:cubicBezTo>
                  <a:close/>
                  <a:moveTo>
                    <a:pt x="14692" y="12603"/>
                  </a:moveTo>
                  <a:cubicBezTo>
                    <a:pt x="15182" y="12776"/>
                    <a:pt x="15650" y="12918"/>
                    <a:pt x="16005" y="13013"/>
                  </a:cubicBezTo>
                  <a:cubicBezTo>
                    <a:pt x="15973" y="13016"/>
                    <a:pt x="15942" y="13030"/>
                    <a:pt x="15921" y="13056"/>
                  </a:cubicBezTo>
                  <a:cubicBezTo>
                    <a:pt x="14855" y="14300"/>
                    <a:pt x="14198" y="15091"/>
                    <a:pt x="14116" y="15091"/>
                  </a:cubicBezTo>
                  <a:cubicBezTo>
                    <a:pt x="14046" y="15091"/>
                    <a:pt x="14415" y="14487"/>
                    <a:pt x="15335" y="13053"/>
                  </a:cubicBezTo>
                  <a:cubicBezTo>
                    <a:pt x="15416" y="12927"/>
                    <a:pt x="15295" y="12789"/>
                    <a:pt x="15173" y="12789"/>
                  </a:cubicBezTo>
                  <a:cubicBezTo>
                    <a:pt x="15133" y="12789"/>
                    <a:pt x="15092" y="12804"/>
                    <a:pt x="15058" y="12840"/>
                  </a:cubicBezTo>
                  <a:cubicBezTo>
                    <a:pt x="13912" y="14072"/>
                    <a:pt x="13332" y="14734"/>
                    <a:pt x="13279" y="14734"/>
                  </a:cubicBezTo>
                  <a:cubicBezTo>
                    <a:pt x="13226" y="14734"/>
                    <a:pt x="13708" y="14060"/>
                    <a:pt x="14686" y="12620"/>
                  </a:cubicBezTo>
                  <a:cubicBezTo>
                    <a:pt x="14692" y="12614"/>
                    <a:pt x="14686" y="12609"/>
                    <a:pt x="14692" y="12603"/>
                  </a:cubicBezTo>
                  <a:close/>
                  <a:moveTo>
                    <a:pt x="16909" y="14381"/>
                  </a:moveTo>
                  <a:cubicBezTo>
                    <a:pt x="16949" y="14609"/>
                    <a:pt x="17004" y="14837"/>
                    <a:pt x="17073" y="15060"/>
                  </a:cubicBezTo>
                  <a:cubicBezTo>
                    <a:pt x="17045" y="15066"/>
                    <a:pt x="17016" y="15080"/>
                    <a:pt x="16995" y="15100"/>
                  </a:cubicBezTo>
                  <a:cubicBezTo>
                    <a:pt x="16677" y="15495"/>
                    <a:pt x="15297" y="17216"/>
                    <a:pt x="15096" y="17216"/>
                  </a:cubicBezTo>
                  <a:cubicBezTo>
                    <a:pt x="15009" y="17216"/>
                    <a:pt x="15142" y="16895"/>
                    <a:pt x="15676" y="16007"/>
                  </a:cubicBezTo>
                  <a:cubicBezTo>
                    <a:pt x="15667" y="15940"/>
                    <a:pt x="15653" y="15874"/>
                    <a:pt x="15636" y="15810"/>
                  </a:cubicBezTo>
                  <a:cubicBezTo>
                    <a:pt x="16089" y="15360"/>
                    <a:pt x="16513" y="14881"/>
                    <a:pt x="16909" y="14381"/>
                  </a:cubicBezTo>
                  <a:close/>
                  <a:moveTo>
                    <a:pt x="17212" y="15444"/>
                  </a:moveTo>
                  <a:cubicBezTo>
                    <a:pt x="17264" y="15568"/>
                    <a:pt x="17322" y="15686"/>
                    <a:pt x="17388" y="15802"/>
                  </a:cubicBezTo>
                  <a:cubicBezTo>
                    <a:pt x="16695" y="16567"/>
                    <a:pt x="16297" y="17063"/>
                    <a:pt x="16124" y="17289"/>
                  </a:cubicBezTo>
                  <a:cubicBezTo>
                    <a:pt x="16305" y="17026"/>
                    <a:pt x="16701" y="16411"/>
                    <a:pt x="17212" y="15444"/>
                  </a:cubicBezTo>
                  <a:close/>
                  <a:moveTo>
                    <a:pt x="27835" y="15386"/>
                  </a:moveTo>
                  <a:cubicBezTo>
                    <a:pt x="27854" y="15386"/>
                    <a:pt x="27872" y="15386"/>
                    <a:pt x="27891" y="15386"/>
                  </a:cubicBezTo>
                  <a:cubicBezTo>
                    <a:pt x="27065" y="16001"/>
                    <a:pt x="26398" y="16760"/>
                    <a:pt x="25778" y="17566"/>
                  </a:cubicBezTo>
                  <a:cubicBezTo>
                    <a:pt x="26193" y="16884"/>
                    <a:pt x="26566" y="16177"/>
                    <a:pt x="26898" y="15449"/>
                  </a:cubicBezTo>
                  <a:cubicBezTo>
                    <a:pt x="27209" y="15409"/>
                    <a:pt x="27522" y="15386"/>
                    <a:pt x="27835" y="15386"/>
                  </a:cubicBezTo>
                  <a:close/>
                  <a:moveTo>
                    <a:pt x="17683" y="16220"/>
                  </a:moveTo>
                  <a:cubicBezTo>
                    <a:pt x="17838" y="16402"/>
                    <a:pt x="18020" y="16558"/>
                    <a:pt x="18225" y="16682"/>
                  </a:cubicBezTo>
                  <a:cubicBezTo>
                    <a:pt x="17465" y="17490"/>
                    <a:pt x="17132" y="17836"/>
                    <a:pt x="17052" y="17836"/>
                  </a:cubicBezTo>
                  <a:cubicBezTo>
                    <a:pt x="16942" y="17836"/>
                    <a:pt x="17297" y="17201"/>
                    <a:pt x="17683" y="16220"/>
                  </a:cubicBezTo>
                  <a:close/>
                  <a:moveTo>
                    <a:pt x="30899" y="16047"/>
                  </a:moveTo>
                  <a:cubicBezTo>
                    <a:pt x="31165" y="16137"/>
                    <a:pt x="31436" y="16232"/>
                    <a:pt x="31710" y="16333"/>
                  </a:cubicBezTo>
                  <a:cubicBezTo>
                    <a:pt x="30983" y="16919"/>
                    <a:pt x="30293" y="17554"/>
                    <a:pt x="29649" y="18235"/>
                  </a:cubicBezTo>
                  <a:cubicBezTo>
                    <a:pt x="30111" y="17534"/>
                    <a:pt x="30530" y="16803"/>
                    <a:pt x="30899" y="16047"/>
                  </a:cubicBezTo>
                  <a:close/>
                  <a:moveTo>
                    <a:pt x="18592" y="16867"/>
                  </a:moveTo>
                  <a:cubicBezTo>
                    <a:pt x="18690" y="16907"/>
                    <a:pt x="18791" y="16939"/>
                    <a:pt x="18892" y="16968"/>
                  </a:cubicBezTo>
                  <a:cubicBezTo>
                    <a:pt x="18047" y="17809"/>
                    <a:pt x="17614" y="18385"/>
                    <a:pt x="17611" y="18385"/>
                  </a:cubicBezTo>
                  <a:cubicBezTo>
                    <a:pt x="17609" y="18385"/>
                    <a:pt x="17932" y="17948"/>
                    <a:pt x="18592" y="16867"/>
                  </a:cubicBezTo>
                  <a:close/>
                  <a:moveTo>
                    <a:pt x="19400" y="17063"/>
                  </a:moveTo>
                  <a:cubicBezTo>
                    <a:pt x="19579" y="17084"/>
                    <a:pt x="19758" y="17094"/>
                    <a:pt x="19938" y="17094"/>
                  </a:cubicBezTo>
                  <a:cubicBezTo>
                    <a:pt x="19982" y="17094"/>
                    <a:pt x="20026" y="17093"/>
                    <a:pt x="20070" y="17092"/>
                  </a:cubicBezTo>
                  <a:lnTo>
                    <a:pt x="20070" y="17092"/>
                  </a:lnTo>
                  <a:cubicBezTo>
                    <a:pt x="19363" y="17840"/>
                    <a:pt x="18947" y="18357"/>
                    <a:pt x="18733" y="18651"/>
                  </a:cubicBezTo>
                  <a:cubicBezTo>
                    <a:pt x="18898" y="18354"/>
                    <a:pt x="19149" y="17823"/>
                    <a:pt x="19400" y="17063"/>
                  </a:cubicBezTo>
                  <a:close/>
                  <a:moveTo>
                    <a:pt x="32097" y="16474"/>
                  </a:moveTo>
                  <a:cubicBezTo>
                    <a:pt x="32242" y="16529"/>
                    <a:pt x="32386" y="16587"/>
                    <a:pt x="32530" y="16645"/>
                  </a:cubicBezTo>
                  <a:cubicBezTo>
                    <a:pt x="31523" y="17638"/>
                    <a:pt x="30605" y="18712"/>
                    <a:pt x="29718" y="19806"/>
                  </a:cubicBezTo>
                  <a:lnTo>
                    <a:pt x="29716" y="19806"/>
                  </a:lnTo>
                  <a:cubicBezTo>
                    <a:pt x="30515" y="18700"/>
                    <a:pt x="31309" y="17592"/>
                    <a:pt x="32097" y="16474"/>
                  </a:cubicBezTo>
                  <a:close/>
                  <a:moveTo>
                    <a:pt x="34502" y="17563"/>
                  </a:moveTo>
                  <a:cubicBezTo>
                    <a:pt x="34733" y="17690"/>
                    <a:pt x="34958" y="17823"/>
                    <a:pt x="35178" y="17964"/>
                  </a:cubicBezTo>
                  <a:cubicBezTo>
                    <a:pt x="34170" y="18544"/>
                    <a:pt x="33281" y="19260"/>
                    <a:pt x="32467" y="20057"/>
                  </a:cubicBezTo>
                  <a:cubicBezTo>
                    <a:pt x="33142" y="19220"/>
                    <a:pt x="33821" y="18388"/>
                    <a:pt x="34502" y="17563"/>
                  </a:cubicBezTo>
                  <a:close/>
                  <a:moveTo>
                    <a:pt x="26283" y="15559"/>
                  </a:moveTo>
                  <a:cubicBezTo>
                    <a:pt x="24767" y="17118"/>
                    <a:pt x="23474" y="18853"/>
                    <a:pt x="22048" y="20496"/>
                  </a:cubicBezTo>
                  <a:cubicBezTo>
                    <a:pt x="22628" y="19823"/>
                    <a:pt x="24141" y="17722"/>
                    <a:pt x="24808" y="16278"/>
                  </a:cubicBezTo>
                  <a:cubicBezTo>
                    <a:pt x="24866" y="16157"/>
                    <a:pt x="24773" y="16035"/>
                    <a:pt x="24664" y="16035"/>
                  </a:cubicBezTo>
                  <a:cubicBezTo>
                    <a:pt x="24627" y="16035"/>
                    <a:pt x="24589" y="16049"/>
                    <a:pt x="24554" y="16082"/>
                  </a:cubicBezTo>
                  <a:cubicBezTo>
                    <a:pt x="23797" y="16792"/>
                    <a:pt x="23139" y="17525"/>
                    <a:pt x="22487" y="18331"/>
                  </a:cubicBezTo>
                  <a:cubicBezTo>
                    <a:pt x="22057" y="18857"/>
                    <a:pt x="21853" y="19060"/>
                    <a:pt x="21793" y="19060"/>
                  </a:cubicBezTo>
                  <a:cubicBezTo>
                    <a:pt x="21611" y="19060"/>
                    <a:pt x="22774" y="17173"/>
                    <a:pt x="22928" y="16899"/>
                  </a:cubicBezTo>
                  <a:cubicBezTo>
                    <a:pt x="22976" y="16815"/>
                    <a:pt x="22905" y="16739"/>
                    <a:pt x="22832" y="16739"/>
                  </a:cubicBezTo>
                  <a:cubicBezTo>
                    <a:pt x="22799" y="16739"/>
                    <a:pt x="22766" y="16754"/>
                    <a:pt x="22743" y="16792"/>
                  </a:cubicBezTo>
                  <a:cubicBezTo>
                    <a:pt x="22738" y="16798"/>
                    <a:pt x="22735" y="16806"/>
                    <a:pt x="22732" y="16812"/>
                  </a:cubicBezTo>
                  <a:cubicBezTo>
                    <a:pt x="22697" y="16779"/>
                    <a:pt x="22654" y="16758"/>
                    <a:pt x="22609" y="16758"/>
                  </a:cubicBezTo>
                  <a:cubicBezTo>
                    <a:pt x="22568" y="16758"/>
                    <a:pt x="22526" y="16776"/>
                    <a:pt x="22489" y="16821"/>
                  </a:cubicBezTo>
                  <a:cubicBezTo>
                    <a:pt x="22046" y="17363"/>
                    <a:pt x="21336" y="18652"/>
                    <a:pt x="21231" y="18652"/>
                  </a:cubicBezTo>
                  <a:cubicBezTo>
                    <a:pt x="21174" y="18652"/>
                    <a:pt x="21293" y="18280"/>
                    <a:pt x="21721" y="17219"/>
                  </a:cubicBezTo>
                  <a:cubicBezTo>
                    <a:pt x="21775" y="17084"/>
                    <a:pt x="21656" y="16991"/>
                    <a:pt x="21539" y="16991"/>
                  </a:cubicBezTo>
                  <a:cubicBezTo>
                    <a:pt x="21493" y="16991"/>
                    <a:pt x="21448" y="17006"/>
                    <a:pt x="21413" y="17037"/>
                  </a:cubicBezTo>
                  <a:cubicBezTo>
                    <a:pt x="20307" y="18026"/>
                    <a:pt x="19823" y="18755"/>
                    <a:pt x="19732" y="18904"/>
                  </a:cubicBezTo>
                  <a:lnTo>
                    <a:pt x="19732" y="18904"/>
                  </a:lnTo>
                  <a:cubicBezTo>
                    <a:pt x="19799" y="18784"/>
                    <a:pt x="20066" y="18272"/>
                    <a:pt x="20428" y="17219"/>
                  </a:cubicBezTo>
                  <a:cubicBezTo>
                    <a:pt x="20443" y="17167"/>
                    <a:pt x="20434" y="17112"/>
                    <a:pt x="20399" y="17072"/>
                  </a:cubicBezTo>
                  <a:cubicBezTo>
                    <a:pt x="20956" y="17020"/>
                    <a:pt x="21508" y="16922"/>
                    <a:pt x="22051" y="16778"/>
                  </a:cubicBezTo>
                  <a:cubicBezTo>
                    <a:pt x="23465" y="16422"/>
                    <a:pt x="24863" y="15851"/>
                    <a:pt x="26283" y="15559"/>
                  </a:cubicBezTo>
                  <a:close/>
                  <a:moveTo>
                    <a:pt x="28723" y="16523"/>
                  </a:moveTo>
                  <a:cubicBezTo>
                    <a:pt x="28745" y="16523"/>
                    <a:pt x="28603" y="16792"/>
                    <a:pt x="28183" y="17514"/>
                  </a:cubicBezTo>
                  <a:lnTo>
                    <a:pt x="28185" y="17517"/>
                  </a:lnTo>
                  <a:cubicBezTo>
                    <a:pt x="27265" y="19096"/>
                    <a:pt x="26035" y="20505"/>
                    <a:pt x="24886" y="21934"/>
                  </a:cubicBezTo>
                  <a:cubicBezTo>
                    <a:pt x="25668" y="20834"/>
                    <a:pt x="26433" y="19742"/>
                    <a:pt x="27201" y="18738"/>
                  </a:cubicBezTo>
                  <a:cubicBezTo>
                    <a:pt x="27442" y="18421"/>
                    <a:pt x="28664" y="16523"/>
                    <a:pt x="28723" y="16523"/>
                  </a:cubicBezTo>
                  <a:close/>
                  <a:moveTo>
                    <a:pt x="35027" y="19757"/>
                  </a:moveTo>
                  <a:cubicBezTo>
                    <a:pt x="35073" y="19757"/>
                    <a:pt x="34147" y="20878"/>
                    <a:pt x="33509" y="21613"/>
                  </a:cubicBezTo>
                  <a:cubicBezTo>
                    <a:pt x="33157" y="21977"/>
                    <a:pt x="32816" y="22352"/>
                    <a:pt x="32490" y="22739"/>
                  </a:cubicBezTo>
                  <a:cubicBezTo>
                    <a:pt x="32190" y="23065"/>
                    <a:pt x="31884" y="23393"/>
                    <a:pt x="31586" y="23722"/>
                  </a:cubicBezTo>
                  <a:lnTo>
                    <a:pt x="31586" y="23722"/>
                  </a:lnTo>
                  <a:cubicBezTo>
                    <a:pt x="32440" y="22682"/>
                    <a:pt x="33289" y="21662"/>
                    <a:pt x="34147" y="20701"/>
                  </a:cubicBezTo>
                  <a:cubicBezTo>
                    <a:pt x="34758" y="20016"/>
                    <a:pt x="35005" y="19757"/>
                    <a:pt x="35027" y="19757"/>
                  </a:cubicBezTo>
                  <a:close/>
                  <a:moveTo>
                    <a:pt x="28429" y="23607"/>
                  </a:moveTo>
                  <a:lnTo>
                    <a:pt x="28429" y="23607"/>
                  </a:lnTo>
                  <a:cubicBezTo>
                    <a:pt x="28323" y="23750"/>
                    <a:pt x="28217" y="23892"/>
                    <a:pt x="28112" y="24035"/>
                  </a:cubicBezTo>
                  <a:lnTo>
                    <a:pt x="28112" y="24035"/>
                  </a:lnTo>
                  <a:cubicBezTo>
                    <a:pt x="28197" y="23922"/>
                    <a:pt x="28281" y="23809"/>
                    <a:pt x="28364" y="23695"/>
                  </a:cubicBezTo>
                  <a:cubicBezTo>
                    <a:pt x="28386" y="23665"/>
                    <a:pt x="28407" y="23636"/>
                    <a:pt x="28429" y="23607"/>
                  </a:cubicBezTo>
                  <a:close/>
                  <a:moveTo>
                    <a:pt x="30141" y="16890"/>
                  </a:moveTo>
                  <a:cubicBezTo>
                    <a:pt x="28459" y="18908"/>
                    <a:pt x="26575" y="21742"/>
                    <a:pt x="24666" y="23960"/>
                  </a:cubicBezTo>
                  <a:cubicBezTo>
                    <a:pt x="24533" y="24115"/>
                    <a:pt x="24400" y="24271"/>
                    <a:pt x="24268" y="24427"/>
                  </a:cubicBezTo>
                  <a:lnTo>
                    <a:pt x="24268" y="24427"/>
                  </a:lnTo>
                  <a:cubicBezTo>
                    <a:pt x="26238" y="21929"/>
                    <a:pt x="28099" y="19336"/>
                    <a:pt x="30141" y="16890"/>
                  </a:cubicBezTo>
                  <a:close/>
                  <a:moveTo>
                    <a:pt x="40836" y="23328"/>
                  </a:moveTo>
                  <a:cubicBezTo>
                    <a:pt x="41041" y="23357"/>
                    <a:pt x="41246" y="23397"/>
                    <a:pt x="41445" y="23452"/>
                  </a:cubicBezTo>
                  <a:cubicBezTo>
                    <a:pt x="40868" y="23943"/>
                    <a:pt x="40354" y="24489"/>
                    <a:pt x="39872" y="25063"/>
                  </a:cubicBezTo>
                  <a:cubicBezTo>
                    <a:pt x="40233" y="24561"/>
                    <a:pt x="40574" y="24047"/>
                    <a:pt x="40859" y="23496"/>
                  </a:cubicBezTo>
                  <a:cubicBezTo>
                    <a:pt x="40885" y="23441"/>
                    <a:pt x="40877" y="23374"/>
                    <a:pt x="40836" y="23328"/>
                  </a:cubicBezTo>
                  <a:close/>
                  <a:moveTo>
                    <a:pt x="34630" y="18645"/>
                  </a:moveTo>
                  <a:cubicBezTo>
                    <a:pt x="34743" y="18645"/>
                    <a:pt x="34589" y="18938"/>
                    <a:pt x="33971" y="19725"/>
                  </a:cubicBezTo>
                  <a:lnTo>
                    <a:pt x="33971" y="19728"/>
                  </a:lnTo>
                  <a:cubicBezTo>
                    <a:pt x="33024" y="20929"/>
                    <a:pt x="31849" y="21974"/>
                    <a:pt x="30816" y="23106"/>
                  </a:cubicBezTo>
                  <a:cubicBezTo>
                    <a:pt x="30030" y="23966"/>
                    <a:pt x="29219" y="24803"/>
                    <a:pt x="28399" y="25632"/>
                  </a:cubicBezTo>
                  <a:cubicBezTo>
                    <a:pt x="29513" y="24102"/>
                    <a:pt x="30593" y="22543"/>
                    <a:pt x="31823" y="21099"/>
                  </a:cubicBezTo>
                  <a:cubicBezTo>
                    <a:pt x="32167" y="20699"/>
                    <a:pt x="34330" y="18645"/>
                    <a:pt x="34630" y="18645"/>
                  </a:cubicBezTo>
                  <a:close/>
                  <a:moveTo>
                    <a:pt x="35657" y="20447"/>
                  </a:moveTo>
                  <a:cubicBezTo>
                    <a:pt x="35605" y="20537"/>
                    <a:pt x="35674" y="20614"/>
                    <a:pt x="35755" y="20629"/>
                  </a:cubicBezTo>
                  <a:cubicBezTo>
                    <a:pt x="34597" y="22459"/>
                    <a:pt x="32201" y="24310"/>
                    <a:pt x="30934" y="25664"/>
                  </a:cubicBezTo>
                  <a:cubicBezTo>
                    <a:pt x="30587" y="26030"/>
                    <a:pt x="30247" y="26403"/>
                    <a:pt x="29909" y="26772"/>
                  </a:cubicBezTo>
                  <a:cubicBezTo>
                    <a:pt x="30198" y="26325"/>
                    <a:pt x="30481" y="25874"/>
                    <a:pt x="30778" y="25433"/>
                  </a:cubicBezTo>
                  <a:cubicBezTo>
                    <a:pt x="31185" y="24826"/>
                    <a:pt x="31615" y="24240"/>
                    <a:pt x="32060" y="23666"/>
                  </a:cubicBezTo>
                  <a:lnTo>
                    <a:pt x="32060" y="23669"/>
                  </a:lnTo>
                  <a:cubicBezTo>
                    <a:pt x="32611" y="23088"/>
                    <a:pt x="33160" y="22508"/>
                    <a:pt x="33682" y="21908"/>
                  </a:cubicBezTo>
                  <a:cubicBezTo>
                    <a:pt x="34441" y="21357"/>
                    <a:pt x="35494" y="20728"/>
                    <a:pt x="35657" y="20447"/>
                  </a:cubicBezTo>
                  <a:close/>
                  <a:moveTo>
                    <a:pt x="46186" y="25459"/>
                  </a:moveTo>
                  <a:cubicBezTo>
                    <a:pt x="46325" y="25548"/>
                    <a:pt x="46454" y="25646"/>
                    <a:pt x="46579" y="25753"/>
                  </a:cubicBezTo>
                  <a:cubicBezTo>
                    <a:pt x="46177" y="26180"/>
                    <a:pt x="45785" y="26614"/>
                    <a:pt x="45386" y="27044"/>
                  </a:cubicBezTo>
                  <a:cubicBezTo>
                    <a:pt x="45718" y="26550"/>
                    <a:pt x="45987" y="26019"/>
                    <a:pt x="46186" y="25459"/>
                  </a:cubicBezTo>
                  <a:close/>
                  <a:moveTo>
                    <a:pt x="31064" y="17263"/>
                  </a:moveTo>
                  <a:cubicBezTo>
                    <a:pt x="31197" y="17263"/>
                    <a:pt x="29285" y="19885"/>
                    <a:pt x="29080" y="20170"/>
                  </a:cubicBezTo>
                  <a:cubicBezTo>
                    <a:pt x="28108" y="21518"/>
                    <a:pt x="27109" y="22846"/>
                    <a:pt x="26104" y="24171"/>
                  </a:cubicBezTo>
                  <a:cubicBezTo>
                    <a:pt x="25772" y="24532"/>
                    <a:pt x="25434" y="24884"/>
                    <a:pt x="25085" y="25228"/>
                  </a:cubicBezTo>
                  <a:cubicBezTo>
                    <a:pt x="24354" y="25941"/>
                    <a:pt x="23607" y="26648"/>
                    <a:pt x="22899" y="27387"/>
                  </a:cubicBezTo>
                  <a:cubicBezTo>
                    <a:pt x="25604" y="24194"/>
                    <a:pt x="27957" y="20698"/>
                    <a:pt x="30749" y="17571"/>
                  </a:cubicBezTo>
                  <a:cubicBezTo>
                    <a:pt x="30942" y="17355"/>
                    <a:pt x="31039" y="17263"/>
                    <a:pt x="31064" y="17263"/>
                  </a:cubicBezTo>
                  <a:close/>
                  <a:moveTo>
                    <a:pt x="28367" y="15406"/>
                  </a:moveTo>
                  <a:cubicBezTo>
                    <a:pt x="28650" y="15432"/>
                    <a:pt x="28933" y="15478"/>
                    <a:pt x="29210" y="15545"/>
                  </a:cubicBezTo>
                  <a:cubicBezTo>
                    <a:pt x="27536" y="17771"/>
                    <a:pt x="25778" y="19930"/>
                    <a:pt x="24109" y="22159"/>
                  </a:cubicBezTo>
                  <a:cubicBezTo>
                    <a:pt x="23301" y="23244"/>
                    <a:pt x="22533" y="24350"/>
                    <a:pt x="21701" y="25418"/>
                  </a:cubicBezTo>
                  <a:cubicBezTo>
                    <a:pt x="21037" y="26279"/>
                    <a:pt x="19337" y="27217"/>
                    <a:pt x="18875" y="27996"/>
                  </a:cubicBezTo>
                  <a:cubicBezTo>
                    <a:pt x="21577" y="23438"/>
                    <a:pt x="25931" y="20184"/>
                    <a:pt x="28367" y="15418"/>
                  </a:cubicBezTo>
                  <a:cubicBezTo>
                    <a:pt x="28367" y="15415"/>
                    <a:pt x="28367" y="15412"/>
                    <a:pt x="28367" y="15406"/>
                  </a:cubicBezTo>
                  <a:close/>
                  <a:moveTo>
                    <a:pt x="44162" y="24509"/>
                  </a:moveTo>
                  <a:lnTo>
                    <a:pt x="44162" y="24509"/>
                  </a:lnTo>
                  <a:cubicBezTo>
                    <a:pt x="44748" y="24725"/>
                    <a:pt x="45343" y="24962"/>
                    <a:pt x="45868" y="25262"/>
                  </a:cubicBezTo>
                  <a:cubicBezTo>
                    <a:pt x="45161" y="25843"/>
                    <a:pt x="44485" y="26463"/>
                    <a:pt x="43847" y="27122"/>
                  </a:cubicBezTo>
                  <a:cubicBezTo>
                    <a:pt x="44272" y="26475"/>
                    <a:pt x="44662" y="25805"/>
                    <a:pt x="44965" y="25075"/>
                  </a:cubicBezTo>
                  <a:cubicBezTo>
                    <a:pt x="45008" y="24969"/>
                    <a:pt x="44911" y="24894"/>
                    <a:pt x="44817" y="24894"/>
                  </a:cubicBezTo>
                  <a:cubicBezTo>
                    <a:pt x="44780" y="24894"/>
                    <a:pt x="44744" y="24905"/>
                    <a:pt x="44716" y="24930"/>
                  </a:cubicBezTo>
                  <a:cubicBezTo>
                    <a:pt x="43536" y="25993"/>
                    <a:pt x="42430" y="27148"/>
                    <a:pt x="41362" y="28349"/>
                  </a:cubicBezTo>
                  <a:cubicBezTo>
                    <a:pt x="42312" y="27073"/>
                    <a:pt x="43250" y="25797"/>
                    <a:pt x="44165" y="24512"/>
                  </a:cubicBezTo>
                  <a:lnTo>
                    <a:pt x="44162" y="24509"/>
                  </a:lnTo>
                  <a:close/>
                  <a:moveTo>
                    <a:pt x="47332" y="26781"/>
                  </a:moveTo>
                  <a:cubicBezTo>
                    <a:pt x="47401" y="26951"/>
                    <a:pt x="47450" y="27133"/>
                    <a:pt x="47476" y="27318"/>
                  </a:cubicBezTo>
                  <a:cubicBezTo>
                    <a:pt x="47482" y="27353"/>
                    <a:pt x="47497" y="27384"/>
                    <a:pt x="47517" y="27413"/>
                  </a:cubicBezTo>
                  <a:cubicBezTo>
                    <a:pt x="47055" y="27754"/>
                    <a:pt x="46602" y="28109"/>
                    <a:pt x="46163" y="28490"/>
                  </a:cubicBezTo>
                  <a:cubicBezTo>
                    <a:pt x="46567" y="27930"/>
                    <a:pt x="46963" y="27361"/>
                    <a:pt x="47332" y="26781"/>
                  </a:cubicBezTo>
                  <a:close/>
                  <a:moveTo>
                    <a:pt x="29551" y="15623"/>
                  </a:moveTo>
                  <a:lnTo>
                    <a:pt x="29551" y="15623"/>
                  </a:lnTo>
                  <a:cubicBezTo>
                    <a:pt x="29571" y="15628"/>
                    <a:pt x="29589" y="15628"/>
                    <a:pt x="29609" y="15634"/>
                  </a:cubicBezTo>
                  <a:cubicBezTo>
                    <a:pt x="29900" y="15727"/>
                    <a:pt x="30221" y="15828"/>
                    <a:pt x="30553" y="15937"/>
                  </a:cubicBezTo>
                  <a:cubicBezTo>
                    <a:pt x="26882" y="20151"/>
                    <a:pt x="23875" y="24900"/>
                    <a:pt x="19962" y="28909"/>
                  </a:cubicBezTo>
                  <a:lnTo>
                    <a:pt x="19962" y="28909"/>
                  </a:lnTo>
                  <a:cubicBezTo>
                    <a:pt x="21381" y="27416"/>
                    <a:pt x="22850" y="25260"/>
                    <a:pt x="24164" y="23395"/>
                  </a:cubicBezTo>
                  <a:cubicBezTo>
                    <a:pt x="26014" y="20770"/>
                    <a:pt x="28151" y="18559"/>
                    <a:pt x="29551" y="15637"/>
                  </a:cubicBezTo>
                  <a:cubicBezTo>
                    <a:pt x="29554" y="15631"/>
                    <a:pt x="29551" y="15628"/>
                    <a:pt x="29551" y="15623"/>
                  </a:cubicBezTo>
                  <a:close/>
                  <a:moveTo>
                    <a:pt x="37050" y="23522"/>
                  </a:moveTo>
                  <a:cubicBezTo>
                    <a:pt x="37125" y="23522"/>
                    <a:pt x="36886" y="23893"/>
                    <a:pt x="36119" y="24876"/>
                  </a:cubicBezTo>
                  <a:cubicBezTo>
                    <a:pt x="34970" y="26348"/>
                    <a:pt x="33550" y="27679"/>
                    <a:pt x="32178" y="29021"/>
                  </a:cubicBezTo>
                  <a:cubicBezTo>
                    <a:pt x="32701" y="28334"/>
                    <a:pt x="33220" y="27647"/>
                    <a:pt x="33752" y="26966"/>
                  </a:cubicBezTo>
                  <a:cubicBezTo>
                    <a:pt x="34141" y="26463"/>
                    <a:pt x="36839" y="23522"/>
                    <a:pt x="37050" y="23522"/>
                  </a:cubicBezTo>
                  <a:close/>
                  <a:moveTo>
                    <a:pt x="50236" y="27581"/>
                  </a:moveTo>
                  <a:cubicBezTo>
                    <a:pt x="50499" y="27618"/>
                    <a:pt x="50756" y="27673"/>
                    <a:pt x="51013" y="27742"/>
                  </a:cubicBezTo>
                  <a:cubicBezTo>
                    <a:pt x="50314" y="28340"/>
                    <a:pt x="49624" y="28964"/>
                    <a:pt x="48940" y="29604"/>
                  </a:cubicBezTo>
                  <a:cubicBezTo>
                    <a:pt x="49422" y="28981"/>
                    <a:pt x="49867" y="28320"/>
                    <a:pt x="50236" y="27592"/>
                  </a:cubicBezTo>
                  <a:cubicBezTo>
                    <a:pt x="50239" y="27589"/>
                    <a:pt x="50236" y="27584"/>
                    <a:pt x="50236" y="27581"/>
                  </a:cubicBezTo>
                  <a:close/>
                  <a:moveTo>
                    <a:pt x="41731" y="23536"/>
                  </a:moveTo>
                  <a:lnTo>
                    <a:pt x="41731" y="23536"/>
                  </a:lnTo>
                  <a:cubicBezTo>
                    <a:pt x="41887" y="23588"/>
                    <a:pt x="42037" y="23651"/>
                    <a:pt x="42185" y="23727"/>
                  </a:cubicBezTo>
                  <a:cubicBezTo>
                    <a:pt x="42635" y="23963"/>
                    <a:pt x="43221" y="24168"/>
                    <a:pt x="43842" y="24391"/>
                  </a:cubicBezTo>
                  <a:cubicBezTo>
                    <a:pt x="42029" y="26004"/>
                    <a:pt x="40501" y="27930"/>
                    <a:pt x="38966" y="29850"/>
                  </a:cubicBezTo>
                  <a:cubicBezTo>
                    <a:pt x="40337" y="28066"/>
                    <a:pt x="41552" y="26212"/>
                    <a:pt x="42485" y="24255"/>
                  </a:cubicBezTo>
                  <a:cubicBezTo>
                    <a:pt x="42535" y="24149"/>
                    <a:pt x="42454" y="23997"/>
                    <a:pt x="42346" y="23997"/>
                  </a:cubicBezTo>
                  <a:cubicBezTo>
                    <a:pt x="42318" y="23997"/>
                    <a:pt x="42289" y="24007"/>
                    <a:pt x="42260" y="24030"/>
                  </a:cubicBezTo>
                  <a:cubicBezTo>
                    <a:pt x="41460" y="24645"/>
                    <a:pt x="40721" y="25340"/>
                    <a:pt x="40016" y="26082"/>
                  </a:cubicBezTo>
                  <a:cubicBezTo>
                    <a:pt x="40600" y="25268"/>
                    <a:pt x="41171" y="24448"/>
                    <a:pt x="41720" y="23602"/>
                  </a:cubicBezTo>
                  <a:cubicBezTo>
                    <a:pt x="41728" y="23582"/>
                    <a:pt x="41734" y="23559"/>
                    <a:pt x="41731" y="23536"/>
                  </a:cubicBezTo>
                  <a:close/>
                  <a:moveTo>
                    <a:pt x="35435" y="18137"/>
                  </a:moveTo>
                  <a:cubicBezTo>
                    <a:pt x="36416" y="18804"/>
                    <a:pt x="37216" y="19610"/>
                    <a:pt x="37623" y="20585"/>
                  </a:cubicBezTo>
                  <a:cubicBezTo>
                    <a:pt x="37609" y="20581"/>
                    <a:pt x="37595" y="20578"/>
                    <a:pt x="37582" y="20578"/>
                  </a:cubicBezTo>
                  <a:cubicBezTo>
                    <a:pt x="37546" y="20578"/>
                    <a:pt x="37513" y="20594"/>
                    <a:pt x="37490" y="20623"/>
                  </a:cubicBezTo>
                  <a:cubicBezTo>
                    <a:pt x="36492" y="21765"/>
                    <a:pt x="35505" y="22935"/>
                    <a:pt x="34521" y="24108"/>
                  </a:cubicBezTo>
                  <a:lnTo>
                    <a:pt x="34521" y="24108"/>
                  </a:lnTo>
                  <a:cubicBezTo>
                    <a:pt x="35467" y="22835"/>
                    <a:pt x="36364" y="21550"/>
                    <a:pt x="37184" y="20259"/>
                  </a:cubicBezTo>
                  <a:cubicBezTo>
                    <a:pt x="37247" y="20157"/>
                    <a:pt x="37150" y="20044"/>
                    <a:pt x="37052" y="20044"/>
                  </a:cubicBezTo>
                  <a:cubicBezTo>
                    <a:pt x="37019" y="20044"/>
                    <a:pt x="36986" y="20057"/>
                    <a:pt x="36959" y="20086"/>
                  </a:cubicBezTo>
                  <a:cubicBezTo>
                    <a:pt x="33983" y="23371"/>
                    <a:pt x="30917" y="26602"/>
                    <a:pt x="27905" y="29873"/>
                  </a:cubicBezTo>
                  <a:cubicBezTo>
                    <a:pt x="27940" y="29821"/>
                    <a:pt x="27978" y="29769"/>
                    <a:pt x="28009" y="29714"/>
                  </a:cubicBezTo>
                  <a:cubicBezTo>
                    <a:pt x="28321" y="29241"/>
                    <a:pt x="28627" y="28761"/>
                    <a:pt x="28933" y="28282"/>
                  </a:cubicBezTo>
                  <a:cubicBezTo>
                    <a:pt x="29970" y="27156"/>
                    <a:pt x="31003" y="26027"/>
                    <a:pt x="32051" y="24910"/>
                  </a:cubicBezTo>
                  <a:cubicBezTo>
                    <a:pt x="33463" y="23406"/>
                    <a:pt x="35885" y="21688"/>
                    <a:pt x="36564" y="19690"/>
                  </a:cubicBezTo>
                  <a:cubicBezTo>
                    <a:pt x="36587" y="19624"/>
                    <a:pt x="36555" y="19552"/>
                    <a:pt x="36491" y="19526"/>
                  </a:cubicBezTo>
                  <a:lnTo>
                    <a:pt x="36633" y="19283"/>
                  </a:lnTo>
                  <a:cubicBezTo>
                    <a:pt x="36684" y="19197"/>
                    <a:pt x="36609" y="19084"/>
                    <a:pt x="36519" y="19084"/>
                  </a:cubicBezTo>
                  <a:cubicBezTo>
                    <a:pt x="36497" y="19084"/>
                    <a:pt x="36475" y="19090"/>
                    <a:pt x="36454" y="19104"/>
                  </a:cubicBezTo>
                  <a:cubicBezTo>
                    <a:pt x="35957" y="19442"/>
                    <a:pt x="35478" y="19806"/>
                    <a:pt x="35022" y="20196"/>
                  </a:cubicBezTo>
                  <a:cubicBezTo>
                    <a:pt x="35299" y="19800"/>
                    <a:pt x="35550" y="19390"/>
                    <a:pt x="35778" y="18966"/>
                  </a:cubicBezTo>
                  <a:cubicBezTo>
                    <a:pt x="35832" y="18860"/>
                    <a:pt x="35746" y="18749"/>
                    <a:pt x="35651" y="18749"/>
                  </a:cubicBezTo>
                  <a:cubicBezTo>
                    <a:pt x="35619" y="18749"/>
                    <a:pt x="35585" y="18762"/>
                    <a:pt x="35556" y="18793"/>
                  </a:cubicBezTo>
                  <a:cubicBezTo>
                    <a:pt x="34461" y="19921"/>
                    <a:pt x="33387" y="21073"/>
                    <a:pt x="32326" y="22240"/>
                  </a:cubicBezTo>
                  <a:lnTo>
                    <a:pt x="32326" y="22240"/>
                  </a:lnTo>
                  <a:cubicBezTo>
                    <a:pt x="33471" y="20939"/>
                    <a:pt x="34527" y="19583"/>
                    <a:pt x="35435" y="18137"/>
                  </a:cubicBezTo>
                  <a:close/>
                  <a:moveTo>
                    <a:pt x="24629" y="24520"/>
                  </a:moveTo>
                  <a:lnTo>
                    <a:pt x="24629" y="24520"/>
                  </a:lnTo>
                  <a:cubicBezTo>
                    <a:pt x="23428" y="26163"/>
                    <a:pt x="22215" y="27777"/>
                    <a:pt x="20884" y="29203"/>
                  </a:cubicBezTo>
                  <a:lnTo>
                    <a:pt x="20887" y="29203"/>
                  </a:lnTo>
                  <a:cubicBezTo>
                    <a:pt x="20437" y="29685"/>
                    <a:pt x="20246" y="29877"/>
                    <a:pt x="20228" y="29877"/>
                  </a:cubicBezTo>
                  <a:cubicBezTo>
                    <a:pt x="20159" y="29877"/>
                    <a:pt x="22437" y="27259"/>
                    <a:pt x="22700" y="26925"/>
                  </a:cubicBezTo>
                  <a:cubicBezTo>
                    <a:pt x="23347" y="26117"/>
                    <a:pt x="23982" y="25317"/>
                    <a:pt x="24629" y="24520"/>
                  </a:cubicBezTo>
                  <a:close/>
                  <a:moveTo>
                    <a:pt x="51440" y="27884"/>
                  </a:moveTo>
                  <a:cubicBezTo>
                    <a:pt x="51715" y="27988"/>
                    <a:pt x="51977" y="28123"/>
                    <a:pt x="52223" y="28285"/>
                  </a:cubicBezTo>
                  <a:cubicBezTo>
                    <a:pt x="51481" y="28935"/>
                    <a:pt x="50745" y="29602"/>
                    <a:pt x="50014" y="30289"/>
                  </a:cubicBezTo>
                  <a:cubicBezTo>
                    <a:pt x="50540" y="29518"/>
                    <a:pt x="51016" y="28712"/>
                    <a:pt x="51440" y="27884"/>
                  </a:cubicBezTo>
                  <a:close/>
                  <a:moveTo>
                    <a:pt x="24837" y="25805"/>
                  </a:moveTo>
                  <a:lnTo>
                    <a:pt x="24837" y="25805"/>
                  </a:lnTo>
                  <a:cubicBezTo>
                    <a:pt x="23973" y="26908"/>
                    <a:pt x="23099" y="28002"/>
                    <a:pt x="22215" y="29088"/>
                  </a:cubicBezTo>
                  <a:cubicBezTo>
                    <a:pt x="21690" y="29726"/>
                    <a:pt x="21158" y="30364"/>
                    <a:pt x="20624" y="30996"/>
                  </a:cubicBezTo>
                  <a:cubicBezTo>
                    <a:pt x="21245" y="30257"/>
                    <a:pt x="21785" y="29070"/>
                    <a:pt x="22449" y="28291"/>
                  </a:cubicBezTo>
                  <a:cubicBezTo>
                    <a:pt x="23200" y="27419"/>
                    <a:pt x="24014" y="26611"/>
                    <a:pt x="24837" y="25805"/>
                  </a:cubicBezTo>
                  <a:close/>
                  <a:moveTo>
                    <a:pt x="32839" y="16772"/>
                  </a:moveTo>
                  <a:cubicBezTo>
                    <a:pt x="33041" y="16855"/>
                    <a:pt x="33243" y="16945"/>
                    <a:pt x="33446" y="17037"/>
                  </a:cubicBezTo>
                  <a:cubicBezTo>
                    <a:pt x="33428" y="17046"/>
                    <a:pt x="33411" y="17043"/>
                    <a:pt x="33394" y="17060"/>
                  </a:cubicBezTo>
                  <a:cubicBezTo>
                    <a:pt x="31490" y="19021"/>
                    <a:pt x="30034" y="21400"/>
                    <a:pt x="28429" y="23607"/>
                  </a:cubicBezTo>
                  <a:lnTo>
                    <a:pt x="28429" y="23607"/>
                  </a:lnTo>
                  <a:cubicBezTo>
                    <a:pt x="30050" y="21417"/>
                    <a:pt x="31696" y="19247"/>
                    <a:pt x="33613" y="17277"/>
                  </a:cubicBezTo>
                  <a:cubicBezTo>
                    <a:pt x="33653" y="17234"/>
                    <a:pt x="33662" y="17173"/>
                    <a:pt x="33636" y="17121"/>
                  </a:cubicBezTo>
                  <a:lnTo>
                    <a:pt x="33636" y="17121"/>
                  </a:lnTo>
                  <a:cubicBezTo>
                    <a:pt x="33835" y="17216"/>
                    <a:pt x="34035" y="17314"/>
                    <a:pt x="34231" y="17418"/>
                  </a:cubicBezTo>
                  <a:cubicBezTo>
                    <a:pt x="31812" y="19442"/>
                    <a:pt x="30030" y="21968"/>
                    <a:pt x="27986" y="24353"/>
                  </a:cubicBezTo>
                  <a:lnTo>
                    <a:pt x="27983" y="24353"/>
                  </a:lnTo>
                  <a:cubicBezTo>
                    <a:pt x="27804" y="24561"/>
                    <a:pt x="27611" y="24757"/>
                    <a:pt x="27426" y="24962"/>
                  </a:cubicBezTo>
                  <a:cubicBezTo>
                    <a:pt x="27655" y="24653"/>
                    <a:pt x="27883" y="24344"/>
                    <a:pt x="28112" y="24035"/>
                  </a:cubicBezTo>
                  <a:lnTo>
                    <a:pt x="28112" y="24035"/>
                  </a:lnTo>
                  <a:cubicBezTo>
                    <a:pt x="27814" y="24431"/>
                    <a:pt x="27506" y="24820"/>
                    <a:pt x="27201" y="25210"/>
                  </a:cubicBezTo>
                  <a:cubicBezTo>
                    <a:pt x="26967" y="25464"/>
                    <a:pt x="26739" y="25724"/>
                    <a:pt x="26502" y="25973"/>
                  </a:cubicBezTo>
                  <a:cubicBezTo>
                    <a:pt x="26696" y="25771"/>
                    <a:pt x="26889" y="25566"/>
                    <a:pt x="27083" y="25361"/>
                  </a:cubicBezTo>
                  <a:lnTo>
                    <a:pt x="27083" y="25361"/>
                  </a:lnTo>
                  <a:cubicBezTo>
                    <a:pt x="26292" y="26368"/>
                    <a:pt x="25486" y="27361"/>
                    <a:pt x="24655" y="28334"/>
                  </a:cubicBezTo>
                  <a:cubicBezTo>
                    <a:pt x="24086" y="28998"/>
                    <a:pt x="23029" y="29801"/>
                    <a:pt x="22215" y="30589"/>
                  </a:cubicBezTo>
                  <a:cubicBezTo>
                    <a:pt x="23358" y="29304"/>
                    <a:pt x="24559" y="28019"/>
                    <a:pt x="25769" y="26743"/>
                  </a:cubicBezTo>
                  <a:lnTo>
                    <a:pt x="25769" y="26743"/>
                  </a:lnTo>
                  <a:cubicBezTo>
                    <a:pt x="24375" y="28175"/>
                    <a:pt x="22954" y="29587"/>
                    <a:pt x="21620" y="31083"/>
                  </a:cubicBezTo>
                  <a:cubicBezTo>
                    <a:pt x="24577" y="25765"/>
                    <a:pt x="30143" y="22344"/>
                    <a:pt x="32839" y="16772"/>
                  </a:cubicBezTo>
                  <a:close/>
                  <a:moveTo>
                    <a:pt x="46743" y="28437"/>
                  </a:moveTo>
                  <a:cubicBezTo>
                    <a:pt x="46787" y="28437"/>
                    <a:pt x="46560" y="28734"/>
                    <a:pt x="45871" y="29524"/>
                  </a:cubicBezTo>
                  <a:lnTo>
                    <a:pt x="45776" y="29630"/>
                  </a:lnTo>
                  <a:cubicBezTo>
                    <a:pt x="45126" y="30228"/>
                    <a:pt x="44485" y="30834"/>
                    <a:pt x="43856" y="31449"/>
                  </a:cubicBezTo>
                  <a:cubicBezTo>
                    <a:pt x="43951" y="31325"/>
                    <a:pt x="44041" y="31195"/>
                    <a:pt x="44139" y="31071"/>
                  </a:cubicBezTo>
                  <a:cubicBezTo>
                    <a:pt x="44471" y="30651"/>
                    <a:pt x="46622" y="28437"/>
                    <a:pt x="46743" y="28437"/>
                  </a:cubicBezTo>
                  <a:close/>
                  <a:moveTo>
                    <a:pt x="53574" y="30410"/>
                  </a:moveTo>
                  <a:cubicBezTo>
                    <a:pt x="53606" y="30612"/>
                    <a:pt x="53617" y="30817"/>
                    <a:pt x="53614" y="31025"/>
                  </a:cubicBezTo>
                  <a:cubicBezTo>
                    <a:pt x="53603" y="31031"/>
                    <a:pt x="53588" y="31028"/>
                    <a:pt x="53577" y="31036"/>
                  </a:cubicBezTo>
                  <a:cubicBezTo>
                    <a:pt x="53311" y="31239"/>
                    <a:pt x="53054" y="31455"/>
                    <a:pt x="52800" y="31674"/>
                  </a:cubicBezTo>
                  <a:cubicBezTo>
                    <a:pt x="53080" y="31267"/>
                    <a:pt x="53337" y="30846"/>
                    <a:pt x="53574" y="30410"/>
                  </a:cubicBezTo>
                  <a:close/>
                  <a:moveTo>
                    <a:pt x="53138" y="29235"/>
                  </a:moveTo>
                  <a:cubicBezTo>
                    <a:pt x="53259" y="29425"/>
                    <a:pt x="53363" y="29630"/>
                    <a:pt x="53444" y="29844"/>
                  </a:cubicBezTo>
                  <a:cubicBezTo>
                    <a:pt x="53484" y="29954"/>
                    <a:pt x="53496" y="30072"/>
                    <a:pt x="53522" y="30188"/>
                  </a:cubicBezTo>
                  <a:cubicBezTo>
                    <a:pt x="53495" y="30171"/>
                    <a:pt x="53465" y="30163"/>
                    <a:pt x="53435" y="30163"/>
                  </a:cubicBezTo>
                  <a:cubicBezTo>
                    <a:pt x="53397" y="30163"/>
                    <a:pt x="53359" y="30176"/>
                    <a:pt x="53328" y="30202"/>
                  </a:cubicBezTo>
                  <a:cubicBezTo>
                    <a:pt x="52581" y="30826"/>
                    <a:pt x="51859" y="31484"/>
                    <a:pt x="51152" y="32162"/>
                  </a:cubicBezTo>
                  <a:cubicBezTo>
                    <a:pt x="51899" y="31250"/>
                    <a:pt x="52584" y="30289"/>
                    <a:pt x="53138" y="29235"/>
                  </a:cubicBezTo>
                  <a:close/>
                  <a:moveTo>
                    <a:pt x="28740" y="24633"/>
                  </a:moveTo>
                  <a:lnTo>
                    <a:pt x="28425" y="25069"/>
                  </a:lnTo>
                  <a:cubicBezTo>
                    <a:pt x="27689" y="26088"/>
                    <a:pt x="26863" y="27052"/>
                    <a:pt x="26020" y="28008"/>
                  </a:cubicBezTo>
                  <a:cubicBezTo>
                    <a:pt x="24854" y="29163"/>
                    <a:pt x="23688" y="30318"/>
                    <a:pt x="22553" y="31504"/>
                  </a:cubicBezTo>
                  <a:cubicBezTo>
                    <a:pt x="21862" y="32228"/>
                    <a:pt x="21595" y="32501"/>
                    <a:pt x="21586" y="32501"/>
                  </a:cubicBezTo>
                  <a:cubicBezTo>
                    <a:pt x="21563" y="32501"/>
                    <a:pt x="23290" y="30645"/>
                    <a:pt x="23797" y="30098"/>
                  </a:cubicBezTo>
                  <a:cubicBezTo>
                    <a:pt x="24874" y="28938"/>
                    <a:pt x="25980" y="27815"/>
                    <a:pt x="27031" y="26631"/>
                  </a:cubicBezTo>
                  <a:cubicBezTo>
                    <a:pt x="27611" y="25973"/>
                    <a:pt x="28177" y="25306"/>
                    <a:pt x="28740" y="24633"/>
                  </a:cubicBezTo>
                  <a:close/>
                  <a:moveTo>
                    <a:pt x="30533" y="25320"/>
                  </a:moveTo>
                  <a:lnTo>
                    <a:pt x="30533" y="25320"/>
                  </a:lnTo>
                  <a:cubicBezTo>
                    <a:pt x="30059" y="26004"/>
                    <a:pt x="29597" y="26706"/>
                    <a:pt x="29138" y="27416"/>
                  </a:cubicBezTo>
                  <a:cubicBezTo>
                    <a:pt x="29002" y="27627"/>
                    <a:pt x="28867" y="27838"/>
                    <a:pt x="28731" y="28048"/>
                  </a:cubicBezTo>
                  <a:cubicBezTo>
                    <a:pt x="27126" y="29798"/>
                    <a:pt x="25506" y="31539"/>
                    <a:pt x="23841" y="33236"/>
                  </a:cubicBezTo>
                  <a:lnTo>
                    <a:pt x="23838" y="33236"/>
                  </a:lnTo>
                  <a:cubicBezTo>
                    <a:pt x="26107" y="30820"/>
                    <a:pt x="28174" y="28063"/>
                    <a:pt x="30310" y="25568"/>
                  </a:cubicBezTo>
                  <a:cubicBezTo>
                    <a:pt x="30382" y="25485"/>
                    <a:pt x="30458" y="25404"/>
                    <a:pt x="30533" y="25320"/>
                  </a:cubicBezTo>
                  <a:close/>
                  <a:moveTo>
                    <a:pt x="43821" y="26129"/>
                  </a:moveTo>
                  <a:lnTo>
                    <a:pt x="43821" y="26129"/>
                  </a:lnTo>
                  <a:cubicBezTo>
                    <a:pt x="42722" y="27272"/>
                    <a:pt x="42046" y="28981"/>
                    <a:pt x="40845" y="30199"/>
                  </a:cubicBezTo>
                  <a:cubicBezTo>
                    <a:pt x="39852" y="31210"/>
                    <a:pt x="38888" y="32220"/>
                    <a:pt x="37938" y="33245"/>
                  </a:cubicBezTo>
                  <a:cubicBezTo>
                    <a:pt x="39220" y="31617"/>
                    <a:pt x="40481" y="29980"/>
                    <a:pt x="41760" y="28395"/>
                  </a:cubicBezTo>
                  <a:lnTo>
                    <a:pt x="41757" y="28395"/>
                  </a:lnTo>
                  <a:cubicBezTo>
                    <a:pt x="42404" y="27604"/>
                    <a:pt x="43094" y="26847"/>
                    <a:pt x="43821" y="26129"/>
                  </a:cubicBezTo>
                  <a:close/>
                  <a:moveTo>
                    <a:pt x="46448" y="27726"/>
                  </a:moveTo>
                  <a:cubicBezTo>
                    <a:pt x="46467" y="27726"/>
                    <a:pt x="46001" y="28267"/>
                    <a:pt x="44676" y="29757"/>
                  </a:cubicBezTo>
                  <a:cubicBezTo>
                    <a:pt x="43614" y="30953"/>
                    <a:pt x="42534" y="32125"/>
                    <a:pt x="41448" y="33288"/>
                  </a:cubicBezTo>
                  <a:cubicBezTo>
                    <a:pt x="42006" y="32653"/>
                    <a:pt x="42563" y="32024"/>
                    <a:pt x="43111" y="31380"/>
                  </a:cubicBezTo>
                  <a:lnTo>
                    <a:pt x="43108" y="31380"/>
                  </a:lnTo>
                  <a:cubicBezTo>
                    <a:pt x="43695" y="30690"/>
                    <a:pt x="46402" y="27726"/>
                    <a:pt x="46448" y="27726"/>
                  </a:cubicBezTo>
                  <a:close/>
                  <a:moveTo>
                    <a:pt x="31523" y="23128"/>
                  </a:moveTo>
                  <a:cubicBezTo>
                    <a:pt x="28721" y="26244"/>
                    <a:pt x="25999" y="29445"/>
                    <a:pt x="23205" y="32552"/>
                  </a:cubicBezTo>
                  <a:cubicBezTo>
                    <a:pt x="22795" y="33104"/>
                    <a:pt x="22244" y="33531"/>
                    <a:pt x="21609" y="33794"/>
                  </a:cubicBezTo>
                  <a:cubicBezTo>
                    <a:pt x="22178" y="32930"/>
                    <a:pt x="22821" y="32119"/>
                    <a:pt x="23532" y="31366"/>
                  </a:cubicBezTo>
                  <a:cubicBezTo>
                    <a:pt x="24467" y="30315"/>
                    <a:pt x="25463" y="29330"/>
                    <a:pt x="26372" y="28256"/>
                  </a:cubicBezTo>
                  <a:cubicBezTo>
                    <a:pt x="26424" y="28196"/>
                    <a:pt x="26468" y="28132"/>
                    <a:pt x="26517" y="28074"/>
                  </a:cubicBezTo>
                  <a:cubicBezTo>
                    <a:pt x="28224" y="26457"/>
                    <a:pt x="29941" y="24836"/>
                    <a:pt x="31523" y="23128"/>
                  </a:cubicBezTo>
                  <a:close/>
                  <a:moveTo>
                    <a:pt x="44038" y="31631"/>
                  </a:moveTo>
                  <a:cubicBezTo>
                    <a:pt x="43244" y="32546"/>
                    <a:pt x="42450" y="33461"/>
                    <a:pt x="41656" y="34377"/>
                  </a:cubicBezTo>
                  <a:lnTo>
                    <a:pt x="41653" y="34377"/>
                  </a:lnTo>
                  <a:cubicBezTo>
                    <a:pt x="42026" y="33877"/>
                    <a:pt x="42407" y="33386"/>
                    <a:pt x="42773" y="32887"/>
                  </a:cubicBezTo>
                  <a:cubicBezTo>
                    <a:pt x="43189" y="32463"/>
                    <a:pt x="43617" y="32047"/>
                    <a:pt x="44038" y="31631"/>
                  </a:cubicBezTo>
                  <a:close/>
                  <a:moveTo>
                    <a:pt x="53493" y="32064"/>
                  </a:moveTo>
                  <a:lnTo>
                    <a:pt x="53493" y="32064"/>
                  </a:lnTo>
                  <a:cubicBezTo>
                    <a:pt x="53276" y="32985"/>
                    <a:pt x="52838" y="33897"/>
                    <a:pt x="52402" y="34697"/>
                  </a:cubicBezTo>
                  <a:lnTo>
                    <a:pt x="52402" y="34694"/>
                  </a:lnTo>
                  <a:cubicBezTo>
                    <a:pt x="52101" y="34818"/>
                    <a:pt x="51807" y="34960"/>
                    <a:pt x="51524" y="35116"/>
                  </a:cubicBezTo>
                  <a:cubicBezTo>
                    <a:pt x="52335" y="34137"/>
                    <a:pt x="53028" y="33118"/>
                    <a:pt x="53493" y="32064"/>
                  </a:cubicBezTo>
                  <a:close/>
                  <a:moveTo>
                    <a:pt x="41373" y="25104"/>
                  </a:moveTo>
                  <a:cubicBezTo>
                    <a:pt x="41579" y="25104"/>
                    <a:pt x="39508" y="28176"/>
                    <a:pt x="39072" y="28704"/>
                  </a:cubicBezTo>
                  <a:cubicBezTo>
                    <a:pt x="38059" y="29939"/>
                    <a:pt x="37046" y="31169"/>
                    <a:pt x="35998" y="32376"/>
                  </a:cubicBezTo>
                  <a:cubicBezTo>
                    <a:pt x="35163" y="33340"/>
                    <a:pt x="34312" y="34290"/>
                    <a:pt x="33457" y="35234"/>
                  </a:cubicBezTo>
                  <a:cubicBezTo>
                    <a:pt x="34358" y="33944"/>
                    <a:pt x="35285" y="32668"/>
                    <a:pt x="36275" y="31435"/>
                  </a:cubicBezTo>
                  <a:cubicBezTo>
                    <a:pt x="37715" y="29636"/>
                    <a:pt x="39078" y="27765"/>
                    <a:pt x="40542" y="25993"/>
                  </a:cubicBezTo>
                  <a:cubicBezTo>
                    <a:pt x="41067" y="25356"/>
                    <a:pt x="41313" y="25104"/>
                    <a:pt x="41373" y="25104"/>
                  </a:cubicBezTo>
                  <a:close/>
                  <a:moveTo>
                    <a:pt x="46818" y="25981"/>
                  </a:moveTo>
                  <a:cubicBezTo>
                    <a:pt x="46954" y="26123"/>
                    <a:pt x="47069" y="26282"/>
                    <a:pt x="47170" y="26452"/>
                  </a:cubicBezTo>
                  <a:cubicBezTo>
                    <a:pt x="44078" y="29550"/>
                    <a:pt x="40966" y="32763"/>
                    <a:pt x="37920" y="36057"/>
                  </a:cubicBezTo>
                  <a:cubicBezTo>
                    <a:pt x="40807" y="32630"/>
                    <a:pt x="43744" y="29244"/>
                    <a:pt x="46818" y="25981"/>
                  </a:cubicBezTo>
                  <a:close/>
                  <a:moveTo>
                    <a:pt x="37710" y="20834"/>
                  </a:moveTo>
                  <a:cubicBezTo>
                    <a:pt x="37817" y="21131"/>
                    <a:pt x="37880" y="21443"/>
                    <a:pt x="37906" y="21760"/>
                  </a:cubicBezTo>
                  <a:cubicBezTo>
                    <a:pt x="37871" y="21763"/>
                    <a:pt x="37837" y="21778"/>
                    <a:pt x="37814" y="21804"/>
                  </a:cubicBezTo>
                  <a:cubicBezTo>
                    <a:pt x="35140" y="24636"/>
                    <a:pt x="32790" y="27728"/>
                    <a:pt x="30426" y="30811"/>
                  </a:cubicBezTo>
                  <a:cubicBezTo>
                    <a:pt x="29621" y="31689"/>
                    <a:pt x="25190" y="36479"/>
                    <a:pt x="24922" y="36479"/>
                  </a:cubicBezTo>
                  <a:cubicBezTo>
                    <a:pt x="24831" y="36479"/>
                    <a:pt x="25226" y="35918"/>
                    <a:pt x="26421" y="34449"/>
                  </a:cubicBezTo>
                  <a:lnTo>
                    <a:pt x="26421" y="34452"/>
                  </a:lnTo>
                  <a:cubicBezTo>
                    <a:pt x="30180" y="29830"/>
                    <a:pt x="34756" y="26088"/>
                    <a:pt x="37710" y="20834"/>
                  </a:cubicBezTo>
                  <a:close/>
                  <a:moveTo>
                    <a:pt x="37860" y="22511"/>
                  </a:moveTo>
                  <a:cubicBezTo>
                    <a:pt x="37857" y="22549"/>
                    <a:pt x="37874" y="22586"/>
                    <a:pt x="37906" y="22606"/>
                  </a:cubicBezTo>
                  <a:cubicBezTo>
                    <a:pt x="38328" y="22933"/>
                    <a:pt x="38804" y="23071"/>
                    <a:pt x="39306" y="23152"/>
                  </a:cubicBezTo>
                  <a:cubicBezTo>
                    <a:pt x="37242" y="25361"/>
                    <a:pt x="35342" y="27696"/>
                    <a:pt x="33269" y="29885"/>
                  </a:cubicBezTo>
                  <a:cubicBezTo>
                    <a:pt x="33887" y="29111"/>
                    <a:pt x="34494" y="28326"/>
                    <a:pt x="35097" y="27540"/>
                  </a:cubicBezTo>
                  <a:cubicBezTo>
                    <a:pt x="36272" y="26123"/>
                    <a:pt x="37427" y="24691"/>
                    <a:pt x="38489" y="23175"/>
                  </a:cubicBezTo>
                  <a:cubicBezTo>
                    <a:pt x="38563" y="23069"/>
                    <a:pt x="38451" y="22940"/>
                    <a:pt x="38345" y="22940"/>
                  </a:cubicBezTo>
                  <a:cubicBezTo>
                    <a:pt x="38310" y="22940"/>
                    <a:pt x="38276" y="22954"/>
                    <a:pt x="38250" y="22987"/>
                  </a:cubicBezTo>
                  <a:cubicBezTo>
                    <a:pt x="37025" y="24526"/>
                    <a:pt x="35836" y="26091"/>
                    <a:pt x="34635" y="27641"/>
                  </a:cubicBezTo>
                  <a:cubicBezTo>
                    <a:pt x="33304" y="29235"/>
                    <a:pt x="31901" y="30944"/>
                    <a:pt x="31503" y="31426"/>
                  </a:cubicBezTo>
                  <a:cubicBezTo>
                    <a:pt x="31205" y="31787"/>
                    <a:pt x="30960" y="32099"/>
                    <a:pt x="30726" y="32405"/>
                  </a:cubicBezTo>
                  <a:cubicBezTo>
                    <a:pt x="29487" y="33574"/>
                    <a:pt x="28295" y="34738"/>
                    <a:pt x="27239" y="36019"/>
                  </a:cubicBezTo>
                  <a:cubicBezTo>
                    <a:pt x="27036" y="36210"/>
                    <a:pt x="26840" y="36406"/>
                    <a:pt x="26632" y="36591"/>
                  </a:cubicBezTo>
                  <a:cubicBezTo>
                    <a:pt x="26038" y="37117"/>
                    <a:pt x="25762" y="37323"/>
                    <a:pt x="25694" y="37323"/>
                  </a:cubicBezTo>
                  <a:cubicBezTo>
                    <a:pt x="25460" y="37323"/>
                    <a:pt x="27632" y="34939"/>
                    <a:pt x="27761" y="34781"/>
                  </a:cubicBezTo>
                  <a:cubicBezTo>
                    <a:pt x="28376" y="34027"/>
                    <a:pt x="29205" y="32930"/>
                    <a:pt x="29796" y="32159"/>
                  </a:cubicBezTo>
                  <a:cubicBezTo>
                    <a:pt x="30123" y="31732"/>
                    <a:pt x="30446" y="31305"/>
                    <a:pt x="30769" y="30878"/>
                  </a:cubicBezTo>
                  <a:cubicBezTo>
                    <a:pt x="31471" y="30121"/>
                    <a:pt x="32167" y="29359"/>
                    <a:pt x="32862" y="28594"/>
                  </a:cubicBezTo>
                  <a:cubicBezTo>
                    <a:pt x="34678" y="26585"/>
                    <a:pt x="36864" y="25040"/>
                    <a:pt x="37860" y="22511"/>
                  </a:cubicBezTo>
                  <a:close/>
                  <a:moveTo>
                    <a:pt x="28575" y="35142"/>
                  </a:moveTo>
                  <a:cubicBezTo>
                    <a:pt x="27504" y="36380"/>
                    <a:pt x="26098" y="37936"/>
                    <a:pt x="25942" y="38245"/>
                  </a:cubicBezTo>
                  <a:cubicBezTo>
                    <a:pt x="26234" y="37665"/>
                    <a:pt x="26600" y="37116"/>
                    <a:pt x="27002" y="36585"/>
                  </a:cubicBezTo>
                  <a:cubicBezTo>
                    <a:pt x="27542" y="36120"/>
                    <a:pt x="28067" y="35638"/>
                    <a:pt x="28575" y="35142"/>
                  </a:cubicBezTo>
                  <a:close/>
                  <a:moveTo>
                    <a:pt x="39745" y="23207"/>
                  </a:moveTo>
                  <a:cubicBezTo>
                    <a:pt x="40040" y="23239"/>
                    <a:pt x="40334" y="23265"/>
                    <a:pt x="40634" y="23299"/>
                  </a:cubicBezTo>
                  <a:cubicBezTo>
                    <a:pt x="40628" y="23305"/>
                    <a:pt x="40623" y="23302"/>
                    <a:pt x="40617" y="23308"/>
                  </a:cubicBezTo>
                  <a:cubicBezTo>
                    <a:pt x="38336" y="25846"/>
                    <a:pt x="36027" y="28499"/>
                    <a:pt x="33815" y="31233"/>
                  </a:cubicBezTo>
                  <a:cubicBezTo>
                    <a:pt x="33544" y="31504"/>
                    <a:pt x="33281" y="31773"/>
                    <a:pt x="33044" y="32038"/>
                  </a:cubicBezTo>
                  <a:cubicBezTo>
                    <a:pt x="31898" y="33317"/>
                    <a:pt x="30764" y="34608"/>
                    <a:pt x="29617" y="35884"/>
                  </a:cubicBezTo>
                  <a:cubicBezTo>
                    <a:pt x="28849" y="36730"/>
                    <a:pt x="28070" y="37561"/>
                    <a:pt x="27273" y="38378"/>
                  </a:cubicBezTo>
                  <a:cubicBezTo>
                    <a:pt x="27874" y="37656"/>
                    <a:pt x="28471" y="36935"/>
                    <a:pt x="29063" y="36207"/>
                  </a:cubicBezTo>
                  <a:cubicBezTo>
                    <a:pt x="32588" y="31914"/>
                    <a:pt x="37161" y="28178"/>
                    <a:pt x="39745" y="23207"/>
                  </a:cubicBezTo>
                  <a:close/>
                  <a:moveTo>
                    <a:pt x="38919" y="26276"/>
                  </a:moveTo>
                  <a:lnTo>
                    <a:pt x="38919" y="26276"/>
                  </a:lnTo>
                  <a:cubicBezTo>
                    <a:pt x="38065" y="27431"/>
                    <a:pt x="37268" y="28637"/>
                    <a:pt x="36338" y="29737"/>
                  </a:cubicBezTo>
                  <a:cubicBezTo>
                    <a:pt x="33656" y="32919"/>
                    <a:pt x="30963" y="36089"/>
                    <a:pt x="28217" y="39218"/>
                  </a:cubicBezTo>
                  <a:cubicBezTo>
                    <a:pt x="27980" y="39489"/>
                    <a:pt x="27878" y="39603"/>
                    <a:pt x="27874" y="39603"/>
                  </a:cubicBezTo>
                  <a:cubicBezTo>
                    <a:pt x="27853" y="39603"/>
                    <a:pt x="30352" y="36681"/>
                    <a:pt x="30533" y="36461"/>
                  </a:cubicBezTo>
                  <a:cubicBezTo>
                    <a:pt x="31130" y="35742"/>
                    <a:pt x="31823" y="34735"/>
                    <a:pt x="32354" y="33990"/>
                  </a:cubicBezTo>
                  <a:cubicBezTo>
                    <a:pt x="34046" y="31637"/>
                    <a:pt x="36650" y="29209"/>
                    <a:pt x="38550" y="26700"/>
                  </a:cubicBezTo>
                  <a:cubicBezTo>
                    <a:pt x="38674" y="26562"/>
                    <a:pt x="38798" y="26417"/>
                    <a:pt x="38919" y="26276"/>
                  </a:cubicBezTo>
                  <a:close/>
                  <a:moveTo>
                    <a:pt x="48665" y="27473"/>
                  </a:moveTo>
                  <a:cubicBezTo>
                    <a:pt x="49060" y="27473"/>
                    <a:pt x="49455" y="27493"/>
                    <a:pt x="49850" y="27532"/>
                  </a:cubicBezTo>
                  <a:cubicBezTo>
                    <a:pt x="45565" y="31140"/>
                    <a:pt x="41743" y="35546"/>
                    <a:pt x="38013" y="39836"/>
                  </a:cubicBezTo>
                  <a:cubicBezTo>
                    <a:pt x="39722" y="37806"/>
                    <a:pt x="41454" y="35800"/>
                    <a:pt x="43259" y="33843"/>
                  </a:cubicBezTo>
                  <a:cubicBezTo>
                    <a:pt x="45066" y="31888"/>
                    <a:pt x="47300" y="29991"/>
                    <a:pt x="48507" y="27589"/>
                  </a:cubicBezTo>
                  <a:cubicBezTo>
                    <a:pt x="48527" y="27555"/>
                    <a:pt x="48530" y="27511"/>
                    <a:pt x="48516" y="27474"/>
                  </a:cubicBezTo>
                  <a:cubicBezTo>
                    <a:pt x="48565" y="27473"/>
                    <a:pt x="48615" y="27473"/>
                    <a:pt x="48665" y="27473"/>
                  </a:cubicBezTo>
                  <a:close/>
                  <a:moveTo>
                    <a:pt x="34771" y="32783"/>
                  </a:moveTo>
                  <a:lnTo>
                    <a:pt x="34771" y="32783"/>
                  </a:lnTo>
                  <a:cubicBezTo>
                    <a:pt x="34560" y="33066"/>
                    <a:pt x="34349" y="33349"/>
                    <a:pt x="34138" y="33623"/>
                  </a:cubicBezTo>
                  <a:cubicBezTo>
                    <a:pt x="33151" y="34899"/>
                    <a:pt x="32239" y="36224"/>
                    <a:pt x="31341" y="37564"/>
                  </a:cubicBezTo>
                  <a:cubicBezTo>
                    <a:pt x="30980" y="37959"/>
                    <a:pt x="30616" y="38358"/>
                    <a:pt x="30253" y="38756"/>
                  </a:cubicBezTo>
                  <a:cubicBezTo>
                    <a:pt x="29554" y="39527"/>
                    <a:pt x="28500" y="40647"/>
                    <a:pt x="27954" y="41464"/>
                  </a:cubicBezTo>
                  <a:cubicBezTo>
                    <a:pt x="29135" y="39695"/>
                    <a:pt x="30489" y="38040"/>
                    <a:pt x="31823" y="36383"/>
                  </a:cubicBezTo>
                  <a:cubicBezTo>
                    <a:pt x="32796" y="35173"/>
                    <a:pt x="33786" y="33978"/>
                    <a:pt x="34771" y="32783"/>
                  </a:cubicBezTo>
                  <a:close/>
                  <a:moveTo>
                    <a:pt x="51159" y="29727"/>
                  </a:moveTo>
                  <a:cubicBezTo>
                    <a:pt x="51208" y="29727"/>
                    <a:pt x="50752" y="30319"/>
                    <a:pt x="49466" y="31888"/>
                  </a:cubicBezTo>
                  <a:cubicBezTo>
                    <a:pt x="45715" y="36461"/>
                    <a:pt x="41223" y="40376"/>
                    <a:pt x="37187" y="44698"/>
                  </a:cubicBezTo>
                  <a:cubicBezTo>
                    <a:pt x="37447" y="44380"/>
                    <a:pt x="37698" y="44057"/>
                    <a:pt x="37961" y="43745"/>
                  </a:cubicBezTo>
                  <a:cubicBezTo>
                    <a:pt x="39208" y="42264"/>
                    <a:pt x="40484" y="40841"/>
                    <a:pt x="41801" y="39455"/>
                  </a:cubicBezTo>
                  <a:cubicBezTo>
                    <a:pt x="43004" y="38268"/>
                    <a:pt x="44237" y="37062"/>
                    <a:pt x="45427" y="35820"/>
                  </a:cubicBezTo>
                  <a:cubicBezTo>
                    <a:pt x="45620" y="35638"/>
                    <a:pt x="45805" y="35451"/>
                    <a:pt x="45998" y="35266"/>
                  </a:cubicBezTo>
                  <a:cubicBezTo>
                    <a:pt x="46841" y="34470"/>
                    <a:pt x="51020" y="29727"/>
                    <a:pt x="51159" y="29727"/>
                  </a:cubicBezTo>
                  <a:close/>
                  <a:moveTo>
                    <a:pt x="51261" y="39302"/>
                  </a:moveTo>
                  <a:lnTo>
                    <a:pt x="51261" y="39305"/>
                  </a:lnTo>
                  <a:cubicBezTo>
                    <a:pt x="51091" y="39686"/>
                    <a:pt x="50863" y="40053"/>
                    <a:pt x="50612" y="40411"/>
                  </a:cubicBezTo>
                  <a:cubicBezTo>
                    <a:pt x="50060" y="40754"/>
                    <a:pt x="49601" y="41378"/>
                    <a:pt x="49220" y="41880"/>
                  </a:cubicBezTo>
                  <a:cubicBezTo>
                    <a:pt x="49093" y="42047"/>
                    <a:pt x="48963" y="42221"/>
                    <a:pt x="48833" y="42400"/>
                  </a:cubicBezTo>
                  <a:cubicBezTo>
                    <a:pt x="47938" y="43234"/>
                    <a:pt x="46963" y="44013"/>
                    <a:pt x="46094" y="44764"/>
                  </a:cubicBezTo>
                  <a:cubicBezTo>
                    <a:pt x="47453" y="43404"/>
                    <a:pt x="48738" y="41995"/>
                    <a:pt x="49812" y="40509"/>
                  </a:cubicBezTo>
                  <a:cubicBezTo>
                    <a:pt x="50499" y="39983"/>
                    <a:pt x="51198" y="39446"/>
                    <a:pt x="51261" y="39302"/>
                  </a:cubicBezTo>
                  <a:close/>
                  <a:moveTo>
                    <a:pt x="45451" y="26309"/>
                  </a:moveTo>
                  <a:cubicBezTo>
                    <a:pt x="45585" y="26309"/>
                    <a:pt x="45384" y="26692"/>
                    <a:pt x="44523" y="27791"/>
                  </a:cubicBezTo>
                  <a:cubicBezTo>
                    <a:pt x="43899" y="28585"/>
                    <a:pt x="43233" y="29345"/>
                    <a:pt x="42545" y="30087"/>
                  </a:cubicBezTo>
                  <a:cubicBezTo>
                    <a:pt x="42690" y="29960"/>
                    <a:pt x="42834" y="29830"/>
                    <a:pt x="42978" y="29700"/>
                  </a:cubicBezTo>
                  <a:lnTo>
                    <a:pt x="42978" y="29700"/>
                  </a:lnTo>
                  <a:cubicBezTo>
                    <a:pt x="40559" y="32422"/>
                    <a:pt x="38200" y="35199"/>
                    <a:pt x="35868" y="37997"/>
                  </a:cubicBezTo>
                  <a:cubicBezTo>
                    <a:pt x="34416" y="39741"/>
                    <a:pt x="32966" y="41487"/>
                    <a:pt x="31523" y="43240"/>
                  </a:cubicBezTo>
                  <a:cubicBezTo>
                    <a:pt x="30501" y="44435"/>
                    <a:pt x="29499" y="45636"/>
                    <a:pt x="28512" y="46846"/>
                  </a:cubicBezTo>
                  <a:lnTo>
                    <a:pt x="28509" y="46846"/>
                  </a:lnTo>
                  <a:cubicBezTo>
                    <a:pt x="31967" y="42449"/>
                    <a:pt x="35484" y="38075"/>
                    <a:pt x="39009" y="33730"/>
                  </a:cubicBezTo>
                  <a:lnTo>
                    <a:pt x="39009" y="33730"/>
                  </a:lnTo>
                  <a:cubicBezTo>
                    <a:pt x="38928" y="33811"/>
                    <a:pt x="38853" y="33892"/>
                    <a:pt x="38775" y="33970"/>
                  </a:cubicBezTo>
                  <a:cubicBezTo>
                    <a:pt x="39387" y="33196"/>
                    <a:pt x="39996" y="32419"/>
                    <a:pt x="40594" y="31634"/>
                  </a:cubicBezTo>
                  <a:cubicBezTo>
                    <a:pt x="41448" y="30494"/>
                    <a:pt x="42323" y="29368"/>
                    <a:pt x="43218" y="28262"/>
                  </a:cubicBezTo>
                  <a:cubicBezTo>
                    <a:pt x="43496" y="27919"/>
                    <a:pt x="45177" y="26309"/>
                    <a:pt x="45451" y="26309"/>
                  </a:cubicBezTo>
                  <a:close/>
                  <a:moveTo>
                    <a:pt x="40464" y="31083"/>
                  </a:moveTo>
                  <a:cubicBezTo>
                    <a:pt x="39098" y="32861"/>
                    <a:pt x="37793" y="34686"/>
                    <a:pt x="36405" y="36383"/>
                  </a:cubicBezTo>
                  <a:cubicBezTo>
                    <a:pt x="33229" y="40275"/>
                    <a:pt x="29329" y="43722"/>
                    <a:pt x="26349" y="47735"/>
                  </a:cubicBezTo>
                  <a:lnTo>
                    <a:pt x="26346" y="47735"/>
                  </a:lnTo>
                  <a:cubicBezTo>
                    <a:pt x="29609" y="43344"/>
                    <a:pt x="33512" y="38774"/>
                    <a:pt x="37178" y="34489"/>
                  </a:cubicBezTo>
                  <a:cubicBezTo>
                    <a:pt x="38195" y="33303"/>
                    <a:pt x="39344" y="32203"/>
                    <a:pt x="40464" y="31083"/>
                  </a:cubicBezTo>
                  <a:close/>
                  <a:moveTo>
                    <a:pt x="39462" y="36398"/>
                  </a:moveTo>
                  <a:lnTo>
                    <a:pt x="39462" y="36398"/>
                  </a:lnTo>
                  <a:cubicBezTo>
                    <a:pt x="38567" y="37648"/>
                    <a:pt x="37681" y="38892"/>
                    <a:pt x="36780" y="40079"/>
                  </a:cubicBezTo>
                  <a:cubicBezTo>
                    <a:pt x="36685" y="40191"/>
                    <a:pt x="36587" y="40304"/>
                    <a:pt x="36491" y="40416"/>
                  </a:cubicBezTo>
                  <a:cubicBezTo>
                    <a:pt x="35637" y="41430"/>
                    <a:pt x="34794" y="42443"/>
                    <a:pt x="33951" y="43456"/>
                  </a:cubicBezTo>
                  <a:cubicBezTo>
                    <a:pt x="32369" y="45180"/>
                    <a:pt x="30703" y="46825"/>
                    <a:pt x="29115" y="48546"/>
                  </a:cubicBezTo>
                  <a:cubicBezTo>
                    <a:pt x="29349" y="48260"/>
                    <a:pt x="29586" y="47977"/>
                    <a:pt x="29820" y="47694"/>
                  </a:cubicBezTo>
                  <a:cubicBezTo>
                    <a:pt x="32981" y="43872"/>
                    <a:pt x="36130" y="40055"/>
                    <a:pt x="39462" y="36398"/>
                  </a:cubicBezTo>
                  <a:close/>
                  <a:moveTo>
                    <a:pt x="47601" y="40916"/>
                  </a:moveTo>
                  <a:cubicBezTo>
                    <a:pt x="46977" y="41663"/>
                    <a:pt x="46362" y="42420"/>
                    <a:pt x="45704" y="43116"/>
                  </a:cubicBezTo>
                  <a:cubicBezTo>
                    <a:pt x="43524" y="45422"/>
                    <a:pt x="41269" y="47593"/>
                    <a:pt x="39110" y="49886"/>
                  </a:cubicBezTo>
                  <a:cubicBezTo>
                    <a:pt x="41394" y="47287"/>
                    <a:pt x="43807" y="44807"/>
                    <a:pt x="46197" y="42307"/>
                  </a:cubicBezTo>
                  <a:cubicBezTo>
                    <a:pt x="46642" y="41837"/>
                    <a:pt x="47118" y="41378"/>
                    <a:pt x="47601" y="40916"/>
                  </a:cubicBezTo>
                  <a:close/>
                  <a:moveTo>
                    <a:pt x="50764" y="28467"/>
                  </a:moveTo>
                  <a:cubicBezTo>
                    <a:pt x="50889" y="28467"/>
                    <a:pt x="50535" y="29024"/>
                    <a:pt x="49113" y="30673"/>
                  </a:cubicBezTo>
                  <a:cubicBezTo>
                    <a:pt x="48086" y="31868"/>
                    <a:pt x="46991" y="33014"/>
                    <a:pt x="45935" y="34186"/>
                  </a:cubicBezTo>
                  <a:cubicBezTo>
                    <a:pt x="43273" y="37145"/>
                    <a:pt x="40571" y="40067"/>
                    <a:pt x="37863" y="42983"/>
                  </a:cubicBezTo>
                  <a:cubicBezTo>
                    <a:pt x="35723" y="45290"/>
                    <a:pt x="33535" y="47576"/>
                    <a:pt x="31578" y="50044"/>
                  </a:cubicBezTo>
                  <a:cubicBezTo>
                    <a:pt x="32389" y="48878"/>
                    <a:pt x="33180" y="47744"/>
                    <a:pt x="33988" y="46722"/>
                  </a:cubicBezTo>
                  <a:cubicBezTo>
                    <a:pt x="38778" y="40641"/>
                    <a:pt x="44546" y="35555"/>
                    <a:pt x="49503" y="29651"/>
                  </a:cubicBezTo>
                  <a:lnTo>
                    <a:pt x="49503" y="29648"/>
                  </a:lnTo>
                  <a:cubicBezTo>
                    <a:pt x="50004" y="29052"/>
                    <a:pt x="50635" y="28467"/>
                    <a:pt x="50764" y="28467"/>
                  </a:cubicBezTo>
                  <a:close/>
                  <a:moveTo>
                    <a:pt x="51865" y="35768"/>
                  </a:moveTo>
                  <a:lnTo>
                    <a:pt x="51865" y="35768"/>
                  </a:lnTo>
                  <a:cubicBezTo>
                    <a:pt x="51287" y="37018"/>
                    <a:pt x="49399" y="38548"/>
                    <a:pt x="48420" y="39536"/>
                  </a:cubicBezTo>
                  <a:cubicBezTo>
                    <a:pt x="44800" y="43194"/>
                    <a:pt x="41275" y="46932"/>
                    <a:pt x="37903" y="50818"/>
                  </a:cubicBezTo>
                  <a:cubicBezTo>
                    <a:pt x="40213" y="48055"/>
                    <a:pt x="42545" y="45316"/>
                    <a:pt x="44939" y="42610"/>
                  </a:cubicBezTo>
                  <a:cubicBezTo>
                    <a:pt x="46004" y="41407"/>
                    <a:pt x="46960" y="40102"/>
                    <a:pt x="47961" y="38846"/>
                  </a:cubicBezTo>
                  <a:cubicBezTo>
                    <a:pt x="48360" y="38456"/>
                    <a:pt x="48767" y="38055"/>
                    <a:pt x="49177" y="37648"/>
                  </a:cubicBezTo>
                  <a:cubicBezTo>
                    <a:pt x="50213" y="36868"/>
                    <a:pt x="51862" y="35771"/>
                    <a:pt x="51865" y="35768"/>
                  </a:cubicBezTo>
                  <a:close/>
                  <a:moveTo>
                    <a:pt x="38457" y="37076"/>
                  </a:moveTo>
                  <a:lnTo>
                    <a:pt x="38457" y="37076"/>
                  </a:lnTo>
                  <a:cubicBezTo>
                    <a:pt x="33954" y="42099"/>
                    <a:pt x="29759" y="47414"/>
                    <a:pt x="25359" y="52539"/>
                  </a:cubicBezTo>
                  <a:cubicBezTo>
                    <a:pt x="25355" y="52539"/>
                    <a:pt x="25350" y="52540"/>
                    <a:pt x="25347" y="52540"/>
                  </a:cubicBezTo>
                  <a:cubicBezTo>
                    <a:pt x="25255" y="52540"/>
                    <a:pt x="25287" y="52410"/>
                    <a:pt x="25498" y="52091"/>
                  </a:cubicBezTo>
                  <a:cubicBezTo>
                    <a:pt x="27028" y="49788"/>
                    <a:pt x="28751" y="47619"/>
                    <a:pt x="30492" y="45477"/>
                  </a:cubicBezTo>
                  <a:cubicBezTo>
                    <a:pt x="32877" y="42535"/>
                    <a:pt x="35689" y="39824"/>
                    <a:pt x="38457" y="37076"/>
                  </a:cubicBezTo>
                  <a:close/>
                  <a:moveTo>
                    <a:pt x="45672" y="38092"/>
                  </a:moveTo>
                  <a:lnTo>
                    <a:pt x="45672" y="38092"/>
                  </a:lnTo>
                  <a:cubicBezTo>
                    <a:pt x="43438" y="40728"/>
                    <a:pt x="41269" y="43433"/>
                    <a:pt x="38980" y="45942"/>
                  </a:cubicBezTo>
                  <a:lnTo>
                    <a:pt x="38977" y="45942"/>
                  </a:lnTo>
                  <a:cubicBezTo>
                    <a:pt x="36457" y="48705"/>
                    <a:pt x="33948" y="51479"/>
                    <a:pt x="31425" y="54242"/>
                  </a:cubicBezTo>
                  <a:cubicBezTo>
                    <a:pt x="33688" y="51528"/>
                    <a:pt x="35937" y="48806"/>
                    <a:pt x="38290" y="46153"/>
                  </a:cubicBezTo>
                  <a:cubicBezTo>
                    <a:pt x="40709" y="43430"/>
                    <a:pt x="43215" y="40783"/>
                    <a:pt x="45672" y="38092"/>
                  </a:cubicBezTo>
                  <a:close/>
                  <a:moveTo>
                    <a:pt x="36402" y="45099"/>
                  </a:moveTo>
                  <a:lnTo>
                    <a:pt x="36402" y="45099"/>
                  </a:lnTo>
                  <a:cubicBezTo>
                    <a:pt x="33847" y="48153"/>
                    <a:pt x="31529" y="51416"/>
                    <a:pt x="28919" y="54421"/>
                  </a:cubicBezTo>
                  <a:lnTo>
                    <a:pt x="28922" y="54421"/>
                  </a:lnTo>
                  <a:cubicBezTo>
                    <a:pt x="28422" y="54996"/>
                    <a:pt x="27853" y="55527"/>
                    <a:pt x="27262" y="56047"/>
                  </a:cubicBezTo>
                  <a:cubicBezTo>
                    <a:pt x="30325" y="52415"/>
                    <a:pt x="33249" y="48676"/>
                    <a:pt x="36402" y="45099"/>
                  </a:cubicBezTo>
                  <a:close/>
                  <a:moveTo>
                    <a:pt x="35905" y="43878"/>
                  </a:moveTo>
                  <a:lnTo>
                    <a:pt x="35905" y="43878"/>
                  </a:lnTo>
                  <a:cubicBezTo>
                    <a:pt x="32102" y="48671"/>
                    <a:pt x="28737" y="54690"/>
                    <a:pt x="23971" y="58300"/>
                  </a:cubicBezTo>
                  <a:lnTo>
                    <a:pt x="23971" y="58300"/>
                  </a:lnTo>
                  <a:cubicBezTo>
                    <a:pt x="26099" y="56687"/>
                    <a:pt x="27945" y="53210"/>
                    <a:pt x="29638" y="51095"/>
                  </a:cubicBezTo>
                  <a:cubicBezTo>
                    <a:pt x="31633" y="48604"/>
                    <a:pt x="33760" y="46236"/>
                    <a:pt x="35905" y="43878"/>
                  </a:cubicBezTo>
                  <a:close/>
                  <a:moveTo>
                    <a:pt x="50926" y="38378"/>
                  </a:moveTo>
                  <a:lnTo>
                    <a:pt x="50926" y="38381"/>
                  </a:lnTo>
                  <a:cubicBezTo>
                    <a:pt x="50762" y="38730"/>
                    <a:pt x="50577" y="39071"/>
                    <a:pt x="50366" y="39397"/>
                  </a:cubicBezTo>
                  <a:cubicBezTo>
                    <a:pt x="47476" y="41805"/>
                    <a:pt x="44832" y="44689"/>
                    <a:pt x="42343" y="47640"/>
                  </a:cubicBezTo>
                  <a:cubicBezTo>
                    <a:pt x="40250" y="49816"/>
                    <a:pt x="38157" y="51996"/>
                    <a:pt x="36107" y="54219"/>
                  </a:cubicBezTo>
                  <a:cubicBezTo>
                    <a:pt x="34742" y="55700"/>
                    <a:pt x="33437" y="57236"/>
                    <a:pt x="32164" y="58795"/>
                  </a:cubicBezTo>
                  <a:cubicBezTo>
                    <a:pt x="33321" y="57291"/>
                    <a:pt x="34453" y="55795"/>
                    <a:pt x="35594" y="54418"/>
                  </a:cubicBezTo>
                  <a:cubicBezTo>
                    <a:pt x="38120" y="51378"/>
                    <a:pt x="40680" y="48483"/>
                    <a:pt x="43518" y="45725"/>
                  </a:cubicBezTo>
                  <a:cubicBezTo>
                    <a:pt x="44728" y="44550"/>
                    <a:pt x="45891" y="43329"/>
                    <a:pt x="47049" y="42099"/>
                  </a:cubicBezTo>
                  <a:cubicBezTo>
                    <a:pt x="47719" y="41401"/>
                    <a:pt x="48348" y="40662"/>
                    <a:pt x="48934" y="39891"/>
                  </a:cubicBezTo>
                  <a:cubicBezTo>
                    <a:pt x="49376" y="39100"/>
                    <a:pt x="50040" y="38595"/>
                    <a:pt x="50926" y="38378"/>
                  </a:cubicBezTo>
                  <a:close/>
                  <a:moveTo>
                    <a:pt x="52491" y="28481"/>
                  </a:moveTo>
                  <a:cubicBezTo>
                    <a:pt x="52667" y="28629"/>
                    <a:pt x="52829" y="28799"/>
                    <a:pt x="52970" y="28984"/>
                  </a:cubicBezTo>
                  <a:cubicBezTo>
                    <a:pt x="52942" y="28987"/>
                    <a:pt x="52918" y="28998"/>
                    <a:pt x="52898" y="29018"/>
                  </a:cubicBezTo>
                  <a:cubicBezTo>
                    <a:pt x="47782" y="34911"/>
                    <a:pt x="41881" y="40041"/>
                    <a:pt x="36907" y="46057"/>
                  </a:cubicBezTo>
                  <a:lnTo>
                    <a:pt x="36907" y="46055"/>
                  </a:lnTo>
                  <a:cubicBezTo>
                    <a:pt x="34600" y="48843"/>
                    <a:pt x="32216" y="51566"/>
                    <a:pt x="29955" y="54389"/>
                  </a:cubicBezTo>
                  <a:cubicBezTo>
                    <a:pt x="29011" y="55564"/>
                    <a:pt x="28056" y="56725"/>
                    <a:pt x="27071" y="57865"/>
                  </a:cubicBezTo>
                  <a:cubicBezTo>
                    <a:pt x="26741" y="58251"/>
                    <a:pt x="23985" y="60925"/>
                    <a:pt x="23972" y="60925"/>
                  </a:cubicBezTo>
                  <a:cubicBezTo>
                    <a:pt x="23968" y="60925"/>
                    <a:pt x="24203" y="60691"/>
                    <a:pt x="24811" y="60097"/>
                  </a:cubicBezTo>
                  <a:cubicBezTo>
                    <a:pt x="29811" y="55201"/>
                    <a:pt x="33330" y="49337"/>
                    <a:pt x="38056" y="44204"/>
                  </a:cubicBezTo>
                  <a:cubicBezTo>
                    <a:pt x="42895" y="38947"/>
                    <a:pt x="48302" y="34316"/>
                    <a:pt x="52491" y="28481"/>
                  </a:cubicBezTo>
                  <a:close/>
                  <a:moveTo>
                    <a:pt x="36145" y="56202"/>
                  </a:moveTo>
                  <a:lnTo>
                    <a:pt x="36145" y="56202"/>
                  </a:lnTo>
                  <a:cubicBezTo>
                    <a:pt x="35533" y="56979"/>
                    <a:pt x="34924" y="57759"/>
                    <a:pt x="34329" y="58555"/>
                  </a:cubicBezTo>
                  <a:cubicBezTo>
                    <a:pt x="32490" y="61030"/>
                    <a:pt x="30388" y="63192"/>
                    <a:pt x="28292" y="65357"/>
                  </a:cubicBezTo>
                  <a:cubicBezTo>
                    <a:pt x="28543" y="65014"/>
                    <a:pt x="28795" y="64673"/>
                    <a:pt x="29043" y="64324"/>
                  </a:cubicBezTo>
                  <a:cubicBezTo>
                    <a:pt x="31546" y="61771"/>
                    <a:pt x="33873" y="59011"/>
                    <a:pt x="36145" y="56202"/>
                  </a:cubicBezTo>
                  <a:close/>
                  <a:moveTo>
                    <a:pt x="45279" y="41626"/>
                  </a:moveTo>
                  <a:lnTo>
                    <a:pt x="45279" y="41626"/>
                  </a:lnTo>
                  <a:cubicBezTo>
                    <a:pt x="43025" y="44351"/>
                    <a:pt x="40643" y="46973"/>
                    <a:pt x="38330" y="49649"/>
                  </a:cubicBezTo>
                  <a:cubicBezTo>
                    <a:pt x="36237" y="52074"/>
                    <a:pt x="34355" y="54762"/>
                    <a:pt x="32297" y="57265"/>
                  </a:cubicBezTo>
                  <a:cubicBezTo>
                    <a:pt x="30743" y="58957"/>
                    <a:pt x="29147" y="60594"/>
                    <a:pt x="27493" y="62196"/>
                  </a:cubicBezTo>
                  <a:cubicBezTo>
                    <a:pt x="27288" y="62384"/>
                    <a:pt x="27088" y="62577"/>
                    <a:pt x="26889" y="62773"/>
                  </a:cubicBezTo>
                  <a:cubicBezTo>
                    <a:pt x="26061" y="63567"/>
                    <a:pt x="25223" y="64358"/>
                    <a:pt x="24363" y="65149"/>
                  </a:cubicBezTo>
                  <a:cubicBezTo>
                    <a:pt x="23635" y="65819"/>
                    <a:pt x="23337" y="66083"/>
                    <a:pt x="23321" y="66083"/>
                  </a:cubicBezTo>
                  <a:cubicBezTo>
                    <a:pt x="23267" y="66083"/>
                    <a:pt x="26645" y="62857"/>
                    <a:pt x="27111" y="62343"/>
                  </a:cubicBezTo>
                  <a:cubicBezTo>
                    <a:pt x="29508" y="59699"/>
                    <a:pt x="31843" y="57002"/>
                    <a:pt x="34115" y="54251"/>
                  </a:cubicBezTo>
                  <a:cubicBezTo>
                    <a:pt x="37718" y="49880"/>
                    <a:pt x="41440" y="45763"/>
                    <a:pt x="45279" y="41626"/>
                  </a:cubicBezTo>
                  <a:close/>
                  <a:moveTo>
                    <a:pt x="35137" y="54433"/>
                  </a:moveTo>
                  <a:lnTo>
                    <a:pt x="35137" y="54433"/>
                  </a:lnTo>
                  <a:cubicBezTo>
                    <a:pt x="32963" y="57031"/>
                    <a:pt x="30787" y="59621"/>
                    <a:pt x="28691" y="62291"/>
                  </a:cubicBezTo>
                  <a:cubicBezTo>
                    <a:pt x="27524" y="63778"/>
                    <a:pt x="26240" y="65169"/>
                    <a:pt x="24851" y="66451"/>
                  </a:cubicBezTo>
                  <a:cubicBezTo>
                    <a:pt x="24334" y="66929"/>
                    <a:pt x="24066" y="67115"/>
                    <a:pt x="23963" y="67115"/>
                  </a:cubicBezTo>
                  <a:cubicBezTo>
                    <a:pt x="23636" y="67115"/>
                    <a:pt x="24979" y="65234"/>
                    <a:pt x="25238" y="64941"/>
                  </a:cubicBezTo>
                  <a:lnTo>
                    <a:pt x="25238" y="64941"/>
                  </a:lnTo>
                  <a:cubicBezTo>
                    <a:pt x="25221" y="64962"/>
                    <a:pt x="25212" y="64988"/>
                    <a:pt x="25212" y="65014"/>
                  </a:cubicBezTo>
                  <a:cubicBezTo>
                    <a:pt x="25088" y="65276"/>
                    <a:pt x="24998" y="65553"/>
                    <a:pt x="24943" y="65839"/>
                  </a:cubicBezTo>
                  <a:cubicBezTo>
                    <a:pt x="24923" y="65963"/>
                    <a:pt x="25027" y="66043"/>
                    <a:pt x="25121" y="66043"/>
                  </a:cubicBezTo>
                  <a:cubicBezTo>
                    <a:pt x="25183" y="66043"/>
                    <a:pt x="25241" y="66008"/>
                    <a:pt x="25255" y="65926"/>
                  </a:cubicBezTo>
                  <a:cubicBezTo>
                    <a:pt x="25567" y="64121"/>
                    <a:pt x="27724" y="62545"/>
                    <a:pt x="28988" y="61327"/>
                  </a:cubicBezTo>
                  <a:cubicBezTo>
                    <a:pt x="30429" y="59935"/>
                    <a:pt x="31673" y="58376"/>
                    <a:pt x="32937" y="56826"/>
                  </a:cubicBezTo>
                  <a:cubicBezTo>
                    <a:pt x="33677" y="56038"/>
                    <a:pt x="34410" y="55241"/>
                    <a:pt x="35137" y="54433"/>
                  </a:cubicBezTo>
                  <a:close/>
                  <a:moveTo>
                    <a:pt x="39615" y="50942"/>
                  </a:moveTo>
                  <a:lnTo>
                    <a:pt x="38284" y="52585"/>
                  </a:lnTo>
                  <a:cubicBezTo>
                    <a:pt x="38073" y="52845"/>
                    <a:pt x="37868" y="53110"/>
                    <a:pt x="37658" y="53373"/>
                  </a:cubicBezTo>
                  <a:cubicBezTo>
                    <a:pt x="35022" y="56306"/>
                    <a:pt x="32484" y="59332"/>
                    <a:pt x="30079" y="62334"/>
                  </a:cubicBezTo>
                  <a:cubicBezTo>
                    <a:pt x="29822" y="62658"/>
                    <a:pt x="29580" y="62990"/>
                    <a:pt x="29329" y="63319"/>
                  </a:cubicBezTo>
                  <a:cubicBezTo>
                    <a:pt x="27533" y="65025"/>
                    <a:pt x="25613" y="66575"/>
                    <a:pt x="23988" y="68244"/>
                  </a:cubicBezTo>
                  <a:cubicBezTo>
                    <a:pt x="29060" y="63036"/>
                    <a:pt x="33567" y="57377"/>
                    <a:pt x="38544" y="52045"/>
                  </a:cubicBezTo>
                  <a:cubicBezTo>
                    <a:pt x="38888" y="51678"/>
                    <a:pt x="39248" y="51312"/>
                    <a:pt x="39615" y="50942"/>
                  </a:cubicBezTo>
                  <a:close/>
                  <a:moveTo>
                    <a:pt x="42456" y="49352"/>
                  </a:moveTo>
                  <a:lnTo>
                    <a:pt x="42456" y="49354"/>
                  </a:lnTo>
                  <a:lnTo>
                    <a:pt x="42644" y="50021"/>
                  </a:lnTo>
                  <a:cubicBezTo>
                    <a:pt x="41997" y="51075"/>
                    <a:pt x="41235" y="52051"/>
                    <a:pt x="40372" y="52937"/>
                  </a:cubicBezTo>
                  <a:cubicBezTo>
                    <a:pt x="39543" y="53852"/>
                    <a:pt x="38634" y="54701"/>
                    <a:pt x="37776" y="55587"/>
                  </a:cubicBezTo>
                  <a:cubicBezTo>
                    <a:pt x="35539" y="57900"/>
                    <a:pt x="33685" y="60674"/>
                    <a:pt x="31670" y="63183"/>
                  </a:cubicBezTo>
                  <a:cubicBezTo>
                    <a:pt x="30541" y="64592"/>
                    <a:pt x="29372" y="65986"/>
                    <a:pt x="28185" y="67361"/>
                  </a:cubicBezTo>
                  <a:cubicBezTo>
                    <a:pt x="27215" y="68146"/>
                    <a:pt x="26179" y="68853"/>
                    <a:pt x="25189" y="69613"/>
                  </a:cubicBezTo>
                  <a:cubicBezTo>
                    <a:pt x="24761" y="69939"/>
                    <a:pt x="24294" y="70300"/>
                    <a:pt x="23890" y="70713"/>
                  </a:cubicBezTo>
                  <a:cubicBezTo>
                    <a:pt x="24776" y="69774"/>
                    <a:pt x="25619" y="68816"/>
                    <a:pt x="26416" y="67823"/>
                  </a:cubicBezTo>
                  <a:cubicBezTo>
                    <a:pt x="27400" y="66905"/>
                    <a:pt x="28474" y="65926"/>
                    <a:pt x="29271" y="65164"/>
                  </a:cubicBezTo>
                  <a:cubicBezTo>
                    <a:pt x="34205" y="60449"/>
                    <a:pt x="37791" y="54361"/>
                    <a:pt x="42456" y="49352"/>
                  </a:cubicBezTo>
                  <a:close/>
                  <a:moveTo>
                    <a:pt x="18508" y="0"/>
                  </a:moveTo>
                  <a:cubicBezTo>
                    <a:pt x="18472" y="0"/>
                    <a:pt x="18437" y="14"/>
                    <a:pt x="18410" y="47"/>
                  </a:cubicBezTo>
                  <a:cubicBezTo>
                    <a:pt x="17942" y="622"/>
                    <a:pt x="17960" y="951"/>
                    <a:pt x="18084" y="1676"/>
                  </a:cubicBezTo>
                  <a:cubicBezTo>
                    <a:pt x="18144" y="2036"/>
                    <a:pt x="18427" y="2620"/>
                    <a:pt x="18566" y="2946"/>
                  </a:cubicBezTo>
                  <a:cubicBezTo>
                    <a:pt x="18220" y="3072"/>
                    <a:pt x="17917" y="3135"/>
                    <a:pt x="17656" y="3135"/>
                  </a:cubicBezTo>
                  <a:cubicBezTo>
                    <a:pt x="17140" y="3135"/>
                    <a:pt x="16791" y="2888"/>
                    <a:pt x="16609" y="2397"/>
                  </a:cubicBezTo>
                  <a:cubicBezTo>
                    <a:pt x="16493" y="2146"/>
                    <a:pt x="16380" y="1898"/>
                    <a:pt x="16271" y="1647"/>
                  </a:cubicBezTo>
                  <a:cubicBezTo>
                    <a:pt x="15915" y="845"/>
                    <a:pt x="15291" y="235"/>
                    <a:pt x="14600" y="235"/>
                  </a:cubicBezTo>
                  <a:cubicBezTo>
                    <a:pt x="14249" y="235"/>
                    <a:pt x="13880" y="392"/>
                    <a:pt x="13519" y="763"/>
                  </a:cubicBezTo>
                  <a:cubicBezTo>
                    <a:pt x="12929" y="1370"/>
                    <a:pt x="12390" y="1570"/>
                    <a:pt x="11791" y="1570"/>
                  </a:cubicBezTo>
                  <a:cubicBezTo>
                    <a:pt x="11326" y="1570"/>
                    <a:pt x="10826" y="1450"/>
                    <a:pt x="10237" y="1306"/>
                  </a:cubicBezTo>
                  <a:cubicBezTo>
                    <a:pt x="10211" y="1300"/>
                    <a:pt x="10182" y="1297"/>
                    <a:pt x="10153" y="1297"/>
                  </a:cubicBezTo>
                  <a:cubicBezTo>
                    <a:pt x="9796" y="1297"/>
                    <a:pt x="9215" y="1727"/>
                    <a:pt x="8978" y="1860"/>
                  </a:cubicBezTo>
                  <a:cubicBezTo>
                    <a:pt x="7457" y="2715"/>
                    <a:pt x="5369" y="4254"/>
                    <a:pt x="4884" y="6032"/>
                  </a:cubicBezTo>
                  <a:cubicBezTo>
                    <a:pt x="4838" y="6202"/>
                    <a:pt x="4806" y="6379"/>
                    <a:pt x="4789" y="6555"/>
                  </a:cubicBezTo>
                  <a:cubicBezTo>
                    <a:pt x="4246" y="7087"/>
                    <a:pt x="1928" y="9139"/>
                    <a:pt x="1802" y="9139"/>
                  </a:cubicBezTo>
                  <a:cubicBezTo>
                    <a:pt x="1761" y="9139"/>
                    <a:pt x="1950" y="8924"/>
                    <a:pt x="2503" y="8373"/>
                  </a:cubicBezTo>
                  <a:cubicBezTo>
                    <a:pt x="3744" y="7135"/>
                    <a:pt x="4653" y="6130"/>
                    <a:pt x="5404" y="4531"/>
                  </a:cubicBezTo>
                  <a:cubicBezTo>
                    <a:pt x="5456" y="4419"/>
                    <a:pt x="5367" y="4297"/>
                    <a:pt x="5267" y="4297"/>
                  </a:cubicBezTo>
                  <a:cubicBezTo>
                    <a:pt x="5232" y="4297"/>
                    <a:pt x="5196" y="4311"/>
                    <a:pt x="5164" y="4346"/>
                  </a:cubicBezTo>
                  <a:cubicBezTo>
                    <a:pt x="4304" y="5284"/>
                    <a:pt x="3031" y="7294"/>
                    <a:pt x="1925" y="8567"/>
                  </a:cubicBezTo>
                  <a:cubicBezTo>
                    <a:pt x="2855" y="7735"/>
                    <a:pt x="3787" y="6829"/>
                    <a:pt x="4339" y="5974"/>
                  </a:cubicBezTo>
                  <a:lnTo>
                    <a:pt x="4339" y="5974"/>
                  </a:lnTo>
                  <a:cubicBezTo>
                    <a:pt x="3259" y="7759"/>
                    <a:pt x="1195" y="9052"/>
                    <a:pt x="69" y="10839"/>
                  </a:cubicBezTo>
                  <a:cubicBezTo>
                    <a:pt x="1" y="10950"/>
                    <a:pt x="100" y="11076"/>
                    <a:pt x="211" y="11076"/>
                  </a:cubicBezTo>
                  <a:cubicBezTo>
                    <a:pt x="236" y="11076"/>
                    <a:pt x="261" y="11070"/>
                    <a:pt x="285" y="11055"/>
                  </a:cubicBezTo>
                  <a:cubicBezTo>
                    <a:pt x="1495" y="10354"/>
                    <a:pt x="2332" y="9600"/>
                    <a:pt x="3311" y="8576"/>
                  </a:cubicBezTo>
                  <a:cubicBezTo>
                    <a:pt x="3917" y="7940"/>
                    <a:pt x="4167" y="7687"/>
                    <a:pt x="4181" y="7687"/>
                  </a:cubicBezTo>
                  <a:cubicBezTo>
                    <a:pt x="4233" y="7687"/>
                    <a:pt x="1057" y="11142"/>
                    <a:pt x="632" y="11558"/>
                  </a:cubicBezTo>
                  <a:cubicBezTo>
                    <a:pt x="512" y="11675"/>
                    <a:pt x="622" y="11826"/>
                    <a:pt x="751" y="11826"/>
                  </a:cubicBezTo>
                  <a:cubicBezTo>
                    <a:pt x="787" y="11826"/>
                    <a:pt x="825" y="11814"/>
                    <a:pt x="860" y="11786"/>
                  </a:cubicBezTo>
                  <a:cubicBezTo>
                    <a:pt x="1943" y="10934"/>
                    <a:pt x="3002" y="10062"/>
                    <a:pt x="4059" y="9182"/>
                  </a:cubicBezTo>
                  <a:lnTo>
                    <a:pt x="4059" y="9182"/>
                  </a:lnTo>
                  <a:cubicBezTo>
                    <a:pt x="3022" y="10048"/>
                    <a:pt x="2119" y="11532"/>
                    <a:pt x="1359" y="12669"/>
                  </a:cubicBezTo>
                  <a:cubicBezTo>
                    <a:pt x="1284" y="12784"/>
                    <a:pt x="1396" y="12915"/>
                    <a:pt x="1509" y="12915"/>
                  </a:cubicBezTo>
                  <a:cubicBezTo>
                    <a:pt x="1547" y="12915"/>
                    <a:pt x="1585" y="12900"/>
                    <a:pt x="1616" y="12866"/>
                  </a:cubicBezTo>
                  <a:cubicBezTo>
                    <a:pt x="2361" y="12019"/>
                    <a:pt x="4416" y="9962"/>
                    <a:pt x="4720" y="9962"/>
                  </a:cubicBezTo>
                  <a:cubicBezTo>
                    <a:pt x="4892" y="9962"/>
                    <a:pt x="4504" y="10620"/>
                    <a:pt x="3002" y="12528"/>
                  </a:cubicBezTo>
                  <a:cubicBezTo>
                    <a:pt x="2902" y="12652"/>
                    <a:pt x="2995" y="12802"/>
                    <a:pt x="3118" y="12802"/>
                  </a:cubicBezTo>
                  <a:cubicBezTo>
                    <a:pt x="3155" y="12802"/>
                    <a:pt x="3195" y="12788"/>
                    <a:pt x="3233" y="12756"/>
                  </a:cubicBezTo>
                  <a:cubicBezTo>
                    <a:pt x="4152" y="11974"/>
                    <a:pt x="4977" y="11147"/>
                    <a:pt x="5811" y="10269"/>
                  </a:cubicBezTo>
                  <a:lnTo>
                    <a:pt x="5811" y="10269"/>
                  </a:lnTo>
                  <a:cubicBezTo>
                    <a:pt x="5023" y="11103"/>
                    <a:pt x="4431" y="12345"/>
                    <a:pt x="3839" y="13316"/>
                  </a:cubicBezTo>
                  <a:cubicBezTo>
                    <a:pt x="3766" y="13435"/>
                    <a:pt x="3872" y="13558"/>
                    <a:pt x="3985" y="13558"/>
                  </a:cubicBezTo>
                  <a:cubicBezTo>
                    <a:pt x="4023" y="13558"/>
                    <a:pt x="4061" y="13544"/>
                    <a:pt x="4093" y="13512"/>
                  </a:cubicBezTo>
                  <a:cubicBezTo>
                    <a:pt x="5024" y="12608"/>
                    <a:pt x="5903" y="11677"/>
                    <a:pt x="6770" y="10715"/>
                  </a:cubicBezTo>
                  <a:lnTo>
                    <a:pt x="6770" y="10715"/>
                  </a:lnTo>
                  <a:cubicBezTo>
                    <a:pt x="6080" y="11481"/>
                    <a:pt x="5556" y="12400"/>
                    <a:pt x="5023" y="13316"/>
                  </a:cubicBezTo>
                  <a:cubicBezTo>
                    <a:pt x="4954" y="13437"/>
                    <a:pt x="5056" y="13557"/>
                    <a:pt x="5169" y="13557"/>
                  </a:cubicBezTo>
                  <a:cubicBezTo>
                    <a:pt x="5207" y="13557"/>
                    <a:pt x="5246" y="13543"/>
                    <a:pt x="5280" y="13512"/>
                  </a:cubicBezTo>
                  <a:cubicBezTo>
                    <a:pt x="6767" y="12132"/>
                    <a:pt x="8057" y="10617"/>
                    <a:pt x="9397" y="9095"/>
                  </a:cubicBezTo>
                  <a:cubicBezTo>
                    <a:pt x="9406" y="9085"/>
                    <a:pt x="9411" y="9081"/>
                    <a:pt x="9412" y="9081"/>
                  </a:cubicBezTo>
                  <a:cubicBezTo>
                    <a:pt x="9438" y="9081"/>
                    <a:pt x="8635" y="10227"/>
                    <a:pt x="8005" y="11177"/>
                  </a:cubicBezTo>
                  <a:cubicBezTo>
                    <a:pt x="7416" y="11867"/>
                    <a:pt x="6845" y="12568"/>
                    <a:pt x="6314" y="13313"/>
                  </a:cubicBezTo>
                  <a:cubicBezTo>
                    <a:pt x="6231" y="13431"/>
                    <a:pt x="6349" y="13560"/>
                    <a:pt x="6467" y="13560"/>
                  </a:cubicBezTo>
                  <a:cubicBezTo>
                    <a:pt x="6504" y="13560"/>
                    <a:pt x="6542" y="13547"/>
                    <a:pt x="6573" y="13515"/>
                  </a:cubicBezTo>
                  <a:cubicBezTo>
                    <a:pt x="7532" y="12548"/>
                    <a:pt x="8389" y="11486"/>
                    <a:pt x="9137" y="10351"/>
                  </a:cubicBezTo>
                  <a:cubicBezTo>
                    <a:pt x="9905" y="9543"/>
                    <a:pt x="10739" y="8726"/>
                    <a:pt x="11233" y="8013"/>
                  </a:cubicBezTo>
                  <a:lnTo>
                    <a:pt x="11233" y="8013"/>
                  </a:lnTo>
                  <a:cubicBezTo>
                    <a:pt x="9865" y="9999"/>
                    <a:pt x="8251" y="11702"/>
                    <a:pt x="6969" y="13749"/>
                  </a:cubicBezTo>
                  <a:cubicBezTo>
                    <a:pt x="6898" y="13861"/>
                    <a:pt x="7005" y="13989"/>
                    <a:pt x="7114" y="13989"/>
                  </a:cubicBezTo>
                  <a:cubicBezTo>
                    <a:pt x="7150" y="13989"/>
                    <a:pt x="7187" y="13975"/>
                    <a:pt x="7217" y="13940"/>
                  </a:cubicBezTo>
                  <a:cubicBezTo>
                    <a:pt x="8741" y="12159"/>
                    <a:pt x="10156" y="10294"/>
                    <a:pt x="11720" y="8547"/>
                  </a:cubicBezTo>
                  <a:lnTo>
                    <a:pt x="11720" y="8547"/>
                  </a:lnTo>
                  <a:cubicBezTo>
                    <a:pt x="10701" y="9685"/>
                    <a:pt x="9353" y="11838"/>
                    <a:pt x="8262" y="13316"/>
                  </a:cubicBezTo>
                  <a:cubicBezTo>
                    <a:pt x="8179" y="13430"/>
                    <a:pt x="8292" y="13549"/>
                    <a:pt x="8407" y="13549"/>
                  </a:cubicBezTo>
                  <a:cubicBezTo>
                    <a:pt x="8443" y="13549"/>
                    <a:pt x="8480" y="13537"/>
                    <a:pt x="8511" y="13509"/>
                  </a:cubicBezTo>
                  <a:cubicBezTo>
                    <a:pt x="9806" y="12307"/>
                    <a:pt x="10882" y="10966"/>
                    <a:pt x="12012" y="9616"/>
                  </a:cubicBezTo>
                  <a:lnTo>
                    <a:pt x="12012" y="9616"/>
                  </a:lnTo>
                  <a:cubicBezTo>
                    <a:pt x="10954" y="10880"/>
                    <a:pt x="9976" y="12544"/>
                    <a:pt x="9010" y="13960"/>
                  </a:cubicBezTo>
                  <a:cubicBezTo>
                    <a:pt x="8928" y="14077"/>
                    <a:pt x="9047" y="14213"/>
                    <a:pt x="9163" y="14213"/>
                  </a:cubicBezTo>
                  <a:cubicBezTo>
                    <a:pt x="9201" y="14213"/>
                    <a:pt x="9239" y="14198"/>
                    <a:pt x="9270" y="14162"/>
                  </a:cubicBezTo>
                  <a:cubicBezTo>
                    <a:pt x="10196" y="13074"/>
                    <a:pt x="11132" y="11991"/>
                    <a:pt x="12076" y="10920"/>
                  </a:cubicBezTo>
                  <a:lnTo>
                    <a:pt x="12076" y="10920"/>
                  </a:lnTo>
                  <a:cubicBezTo>
                    <a:pt x="11645" y="11409"/>
                    <a:pt x="10502" y="13475"/>
                    <a:pt x="9867" y="14387"/>
                  </a:cubicBezTo>
                  <a:cubicBezTo>
                    <a:pt x="9785" y="14508"/>
                    <a:pt x="9904" y="14646"/>
                    <a:pt x="10024" y="14646"/>
                  </a:cubicBezTo>
                  <a:cubicBezTo>
                    <a:pt x="10064" y="14646"/>
                    <a:pt x="10104" y="14631"/>
                    <a:pt x="10136" y="14595"/>
                  </a:cubicBezTo>
                  <a:cubicBezTo>
                    <a:pt x="10929" y="13707"/>
                    <a:pt x="11575" y="13007"/>
                    <a:pt x="11722" y="13007"/>
                  </a:cubicBezTo>
                  <a:cubicBezTo>
                    <a:pt x="11840" y="13007"/>
                    <a:pt x="11640" y="13453"/>
                    <a:pt x="10944" y="14604"/>
                  </a:cubicBezTo>
                  <a:cubicBezTo>
                    <a:pt x="10871" y="14727"/>
                    <a:pt x="10985" y="14864"/>
                    <a:pt x="11101" y="14864"/>
                  </a:cubicBezTo>
                  <a:cubicBezTo>
                    <a:pt x="11140" y="14864"/>
                    <a:pt x="11180" y="14849"/>
                    <a:pt x="11213" y="14811"/>
                  </a:cubicBezTo>
                  <a:cubicBezTo>
                    <a:pt x="12109" y="13788"/>
                    <a:pt x="12477" y="13403"/>
                    <a:pt x="12539" y="13403"/>
                  </a:cubicBezTo>
                  <a:cubicBezTo>
                    <a:pt x="12640" y="13403"/>
                    <a:pt x="11931" y="14422"/>
                    <a:pt x="11374" y="15357"/>
                  </a:cubicBezTo>
                  <a:cubicBezTo>
                    <a:pt x="11299" y="15485"/>
                    <a:pt x="11411" y="15616"/>
                    <a:pt x="11531" y="15616"/>
                  </a:cubicBezTo>
                  <a:cubicBezTo>
                    <a:pt x="11571" y="15616"/>
                    <a:pt x="11611" y="15602"/>
                    <a:pt x="11646" y="15568"/>
                  </a:cubicBezTo>
                  <a:cubicBezTo>
                    <a:pt x="12816" y="14430"/>
                    <a:pt x="13344" y="13850"/>
                    <a:pt x="13393" y="13850"/>
                  </a:cubicBezTo>
                  <a:cubicBezTo>
                    <a:pt x="13447" y="13850"/>
                    <a:pt x="12915" y="14558"/>
                    <a:pt x="12018" y="16004"/>
                  </a:cubicBezTo>
                  <a:cubicBezTo>
                    <a:pt x="11938" y="16134"/>
                    <a:pt x="12053" y="16262"/>
                    <a:pt x="12176" y="16262"/>
                  </a:cubicBezTo>
                  <a:cubicBezTo>
                    <a:pt x="12217" y="16262"/>
                    <a:pt x="12259" y="16248"/>
                    <a:pt x="12295" y="16215"/>
                  </a:cubicBezTo>
                  <a:cubicBezTo>
                    <a:pt x="13509" y="15081"/>
                    <a:pt x="14055" y="14349"/>
                    <a:pt x="14085" y="14349"/>
                  </a:cubicBezTo>
                  <a:cubicBezTo>
                    <a:pt x="14113" y="14349"/>
                    <a:pt x="13709" y="14960"/>
                    <a:pt x="12988" y="16434"/>
                  </a:cubicBezTo>
                  <a:cubicBezTo>
                    <a:pt x="12926" y="16561"/>
                    <a:pt x="13030" y="16704"/>
                    <a:pt x="13147" y="16704"/>
                  </a:cubicBezTo>
                  <a:cubicBezTo>
                    <a:pt x="13187" y="16704"/>
                    <a:pt x="13229" y="16687"/>
                    <a:pt x="13265" y="16648"/>
                  </a:cubicBezTo>
                  <a:cubicBezTo>
                    <a:pt x="14426" y="15382"/>
                    <a:pt x="14947" y="14741"/>
                    <a:pt x="14992" y="14741"/>
                  </a:cubicBezTo>
                  <a:cubicBezTo>
                    <a:pt x="15040" y="14741"/>
                    <a:pt x="14516" y="15513"/>
                    <a:pt x="13632" y="17081"/>
                  </a:cubicBezTo>
                  <a:cubicBezTo>
                    <a:pt x="13567" y="17196"/>
                    <a:pt x="13666" y="17355"/>
                    <a:pt x="13786" y="17355"/>
                  </a:cubicBezTo>
                  <a:cubicBezTo>
                    <a:pt x="13816" y="17355"/>
                    <a:pt x="13847" y="17345"/>
                    <a:pt x="13877" y="17323"/>
                  </a:cubicBezTo>
                  <a:cubicBezTo>
                    <a:pt x="14334" y="16982"/>
                    <a:pt x="14772" y="16616"/>
                    <a:pt x="15191" y="16229"/>
                  </a:cubicBezTo>
                  <a:lnTo>
                    <a:pt x="15191" y="16229"/>
                  </a:lnTo>
                  <a:cubicBezTo>
                    <a:pt x="14804" y="16847"/>
                    <a:pt x="14464" y="17491"/>
                    <a:pt x="14172" y="18157"/>
                  </a:cubicBezTo>
                  <a:cubicBezTo>
                    <a:pt x="14112" y="18295"/>
                    <a:pt x="14207" y="18425"/>
                    <a:pt x="14326" y="18425"/>
                  </a:cubicBezTo>
                  <a:cubicBezTo>
                    <a:pt x="14367" y="18425"/>
                    <a:pt x="14411" y="18409"/>
                    <a:pt x="14452" y="18374"/>
                  </a:cubicBezTo>
                  <a:cubicBezTo>
                    <a:pt x="15174" y="17759"/>
                    <a:pt x="15644" y="17291"/>
                    <a:pt x="15916" y="16994"/>
                  </a:cubicBezTo>
                  <a:lnTo>
                    <a:pt x="15916" y="16994"/>
                  </a:lnTo>
                  <a:cubicBezTo>
                    <a:pt x="15676" y="17314"/>
                    <a:pt x="15301" y="17860"/>
                    <a:pt x="14816" y="18694"/>
                  </a:cubicBezTo>
                  <a:cubicBezTo>
                    <a:pt x="14740" y="18826"/>
                    <a:pt x="14858" y="18969"/>
                    <a:pt x="14982" y="18969"/>
                  </a:cubicBezTo>
                  <a:cubicBezTo>
                    <a:pt x="15023" y="18969"/>
                    <a:pt x="15066" y="18953"/>
                    <a:pt x="15102" y="18914"/>
                  </a:cubicBezTo>
                  <a:cubicBezTo>
                    <a:pt x="15919" y="18020"/>
                    <a:pt x="16588" y="17268"/>
                    <a:pt x="16742" y="17268"/>
                  </a:cubicBezTo>
                  <a:cubicBezTo>
                    <a:pt x="16862" y="17268"/>
                    <a:pt x="16672" y="17720"/>
                    <a:pt x="16002" y="18908"/>
                  </a:cubicBezTo>
                  <a:cubicBezTo>
                    <a:pt x="15925" y="19049"/>
                    <a:pt x="16038" y="19179"/>
                    <a:pt x="16164" y="19179"/>
                  </a:cubicBezTo>
                  <a:cubicBezTo>
                    <a:pt x="16206" y="19179"/>
                    <a:pt x="16250" y="19165"/>
                    <a:pt x="16288" y="19130"/>
                  </a:cubicBezTo>
                  <a:cubicBezTo>
                    <a:pt x="17293" y="18241"/>
                    <a:pt x="17689" y="17751"/>
                    <a:pt x="17696" y="17751"/>
                  </a:cubicBezTo>
                  <a:lnTo>
                    <a:pt x="17696" y="17751"/>
                  </a:lnTo>
                  <a:cubicBezTo>
                    <a:pt x="17704" y="17751"/>
                    <a:pt x="17263" y="18316"/>
                    <a:pt x="16649" y="19555"/>
                  </a:cubicBezTo>
                  <a:cubicBezTo>
                    <a:pt x="16585" y="19686"/>
                    <a:pt x="16697" y="19839"/>
                    <a:pt x="16818" y="19839"/>
                  </a:cubicBezTo>
                  <a:cubicBezTo>
                    <a:pt x="16859" y="19839"/>
                    <a:pt x="16901" y="19821"/>
                    <a:pt x="16938" y="19777"/>
                  </a:cubicBezTo>
                  <a:cubicBezTo>
                    <a:pt x="17472" y="19128"/>
                    <a:pt x="18003" y="18475"/>
                    <a:pt x="18534" y="17823"/>
                  </a:cubicBezTo>
                  <a:lnTo>
                    <a:pt x="18534" y="17823"/>
                  </a:lnTo>
                  <a:cubicBezTo>
                    <a:pt x="18404" y="18692"/>
                    <a:pt x="18052" y="19511"/>
                    <a:pt x="17512" y="20204"/>
                  </a:cubicBezTo>
                  <a:cubicBezTo>
                    <a:pt x="17426" y="20350"/>
                    <a:pt x="17545" y="20469"/>
                    <a:pt x="17671" y="20469"/>
                  </a:cubicBezTo>
                  <a:cubicBezTo>
                    <a:pt x="17728" y="20469"/>
                    <a:pt x="17787" y="20445"/>
                    <a:pt x="17830" y="20389"/>
                  </a:cubicBezTo>
                  <a:cubicBezTo>
                    <a:pt x="19068" y="18767"/>
                    <a:pt x="19550" y="18201"/>
                    <a:pt x="19643" y="18201"/>
                  </a:cubicBezTo>
                  <a:cubicBezTo>
                    <a:pt x="19768" y="18201"/>
                    <a:pt x="19186" y="19232"/>
                    <a:pt x="18803" y="20095"/>
                  </a:cubicBezTo>
                  <a:cubicBezTo>
                    <a:pt x="18737" y="20244"/>
                    <a:pt x="18848" y="20369"/>
                    <a:pt x="18969" y="20369"/>
                  </a:cubicBezTo>
                  <a:cubicBezTo>
                    <a:pt x="19023" y="20369"/>
                    <a:pt x="19080" y="20344"/>
                    <a:pt x="19123" y="20282"/>
                  </a:cubicBezTo>
                  <a:cubicBezTo>
                    <a:pt x="20019" y="18858"/>
                    <a:pt x="20534" y="18146"/>
                    <a:pt x="20667" y="18146"/>
                  </a:cubicBezTo>
                  <a:cubicBezTo>
                    <a:pt x="20787" y="18146"/>
                    <a:pt x="20597" y="18723"/>
                    <a:pt x="20096" y="19878"/>
                  </a:cubicBezTo>
                  <a:cubicBezTo>
                    <a:pt x="20027" y="20013"/>
                    <a:pt x="20144" y="20164"/>
                    <a:pt x="20267" y="20164"/>
                  </a:cubicBezTo>
                  <a:cubicBezTo>
                    <a:pt x="20310" y="20164"/>
                    <a:pt x="20353" y="20146"/>
                    <a:pt x="20391" y="20103"/>
                  </a:cubicBezTo>
                  <a:cubicBezTo>
                    <a:pt x="21023" y="19370"/>
                    <a:pt x="21594" y="18596"/>
                    <a:pt x="22183" y="17831"/>
                  </a:cubicBezTo>
                  <a:lnTo>
                    <a:pt x="22183" y="17831"/>
                  </a:lnTo>
                  <a:cubicBezTo>
                    <a:pt x="21823" y="18513"/>
                    <a:pt x="21493" y="19200"/>
                    <a:pt x="21190" y="19933"/>
                  </a:cubicBezTo>
                  <a:cubicBezTo>
                    <a:pt x="21148" y="20033"/>
                    <a:pt x="21249" y="20123"/>
                    <a:pt x="21344" y="20123"/>
                  </a:cubicBezTo>
                  <a:cubicBezTo>
                    <a:pt x="21380" y="20123"/>
                    <a:pt x="21415" y="20110"/>
                    <a:pt x="21441" y="20080"/>
                  </a:cubicBezTo>
                  <a:cubicBezTo>
                    <a:pt x="22157" y="19249"/>
                    <a:pt x="23699" y="17898"/>
                    <a:pt x="24092" y="17063"/>
                  </a:cubicBezTo>
                  <a:lnTo>
                    <a:pt x="24092" y="17063"/>
                  </a:lnTo>
                  <a:cubicBezTo>
                    <a:pt x="23364" y="18614"/>
                    <a:pt x="22091" y="19942"/>
                    <a:pt x="21184" y="21394"/>
                  </a:cubicBezTo>
                  <a:cubicBezTo>
                    <a:pt x="21106" y="21519"/>
                    <a:pt x="21222" y="21655"/>
                    <a:pt x="21343" y="21655"/>
                  </a:cubicBezTo>
                  <a:cubicBezTo>
                    <a:pt x="21383" y="21655"/>
                    <a:pt x="21424" y="21640"/>
                    <a:pt x="21459" y="21605"/>
                  </a:cubicBezTo>
                  <a:cubicBezTo>
                    <a:pt x="22856" y="20173"/>
                    <a:pt x="24057" y="18596"/>
                    <a:pt x="25324" y="17049"/>
                  </a:cubicBezTo>
                  <a:cubicBezTo>
                    <a:pt x="25854" y="16402"/>
                    <a:pt x="26101" y="16153"/>
                    <a:pt x="26169" y="16153"/>
                  </a:cubicBezTo>
                  <a:cubicBezTo>
                    <a:pt x="26370" y="16153"/>
                    <a:pt x="24971" y="18365"/>
                    <a:pt x="24675" y="18813"/>
                  </a:cubicBezTo>
                  <a:cubicBezTo>
                    <a:pt x="22683" y="21812"/>
                    <a:pt x="20041" y="24362"/>
                    <a:pt x="17853" y="27217"/>
                  </a:cubicBezTo>
                  <a:cubicBezTo>
                    <a:pt x="17768" y="27330"/>
                    <a:pt x="17889" y="27466"/>
                    <a:pt x="18006" y="27466"/>
                  </a:cubicBezTo>
                  <a:cubicBezTo>
                    <a:pt x="18045" y="27466"/>
                    <a:pt x="18083" y="27451"/>
                    <a:pt x="18113" y="27416"/>
                  </a:cubicBezTo>
                  <a:cubicBezTo>
                    <a:pt x="19995" y="25257"/>
                    <a:pt x="21828" y="23054"/>
                    <a:pt x="23644" y="20840"/>
                  </a:cubicBezTo>
                  <a:cubicBezTo>
                    <a:pt x="24132" y="20245"/>
                    <a:pt x="24793" y="19483"/>
                    <a:pt x="25252" y="18868"/>
                  </a:cubicBezTo>
                  <a:cubicBezTo>
                    <a:pt x="25627" y="18367"/>
                    <a:pt x="27242" y="16311"/>
                    <a:pt x="27444" y="16311"/>
                  </a:cubicBezTo>
                  <a:cubicBezTo>
                    <a:pt x="27509" y="16311"/>
                    <a:pt x="27424" y="16530"/>
                    <a:pt x="27097" y="17092"/>
                  </a:cubicBezTo>
                  <a:cubicBezTo>
                    <a:pt x="24623" y="21351"/>
                    <a:pt x="20593" y="24474"/>
                    <a:pt x="18069" y="28727"/>
                  </a:cubicBezTo>
                  <a:cubicBezTo>
                    <a:pt x="18001" y="28839"/>
                    <a:pt x="18099" y="28976"/>
                    <a:pt x="18214" y="28976"/>
                  </a:cubicBezTo>
                  <a:cubicBezTo>
                    <a:pt x="18240" y="28976"/>
                    <a:pt x="18268" y="28969"/>
                    <a:pt x="18295" y="28952"/>
                  </a:cubicBezTo>
                  <a:cubicBezTo>
                    <a:pt x="20033" y="27878"/>
                    <a:pt x="21502" y="26339"/>
                    <a:pt x="22845" y="24665"/>
                  </a:cubicBezTo>
                  <a:lnTo>
                    <a:pt x="22845" y="24665"/>
                  </a:lnTo>
                  <a:cubicBezTo>
                    <a:pt x="21589" y="26429"/>
                    <a:pt x="20373" y="28222"/>
                    <a:pt x="18959" y="29879"/>
                  </a:cubicBezTo>
                  <a:cubicBezTo>
                    <a:pt x="18854" y="30001"/>
                    <a:pt x="18954" y="30158"/>
                    <a:pt x="19077" y="30158"/>
                  </a:cubicBezTo>
                  <a:cubicBezTo>
                    <a:pt x="19114" y="30158"/>
                    <a:pt x="19153" y="30144"/>
                    <a:pt x="19190" y="30110"/>
                  </a:cubicBezTo>
                  <a:cubicBezTo>
                    <a:pt x="20350" y="29017"/>
                    <a:pt x="21426" y="27854"/>
                    <a:pt x="22454" y="26648"/>
                  </a:cubicBezTo>
                  <a:lnTo>
                    <a:pt x="22454" y="26648"/>
                  </a:lnTo>
                  <a:cubicBezTo>
                    <a:pt x="21371" y="28012"/>
                    <a:pt x="20317" y="29399"/>
                    <a:pt x="19259" y="30774"/>
                  </a:cubicBezTo>
                  <a:cubicBezTo>
                    <a:pt x="19169" y="30890"/>
                    <a:pt x="19287" y="31011"/>
                    <a:pt x="19405" y="31011"/>
                  </a:cubicBezTo>
                  <a:cubicBezTo>
                    <a:pt x="19442" y="31011"/>
                    <a:pt x="19479" y="30999"/>
                    <a:pt x="19510" y="30970"/>
                  </a:cubicBezTo>
                  <a:cubicBezTo>
                    <a:pt x="20287" y="30260"/>
                    <a:pt x="21011" y="29506"/>
                    <a:pt x="21716" y="28735"/>
                  </a:cubicBezTo>
                  <a:lnTo>
                    <a:pt x="21716" y="28735"/>
                  </a:lnTo>
                  <a:cubicBezTo>
                    <a:pt x="20919" y="29717"/>
                    <a:pt x="20235" y="30777"/>
                    <a:pt x="19790" y="32001"/>
                  </a:cubicBezTo>
                  <a:cubicBezTo>
                    <a:pt x="19753" y="32103"/>
                    <a:pt x="19850" y="32193"/>
                    <a:pt x="19943" y="32193"/>
                  </a:cubicBezTo>
                  <a:cubicBezTo>
                    <a:pt x="19979" y="32193"/>
                    <a:pt x="20015" y="32179"/>
                    <a:pt x="20041" y="32148"/>
                  </a:cubicBezTo>
                  <a:cubicBezTo>
                    <a:pt x="22282" y="29558"/>
                    <a:pt x="24421" y="26891"/>
                    <a:pt x="26491" y="24171"/>
                  </a:cubicBezTo>
                  <a:cubicBezTo>
                    <a:pt x="26953" y="23701"/>
                    <a:pt x="27406" y="23218"/>
                    <a:pt x="27836" y="22716"/>
                  </a:cubicBezTo>
                  <a:cubicBezTo>
                    <a:pt x="28812" y="21573"/>
                    <a:pt x="29704" y="20323"/>
                    <a:pt x="30637" y="19145"/>
                  </a:cubicBezTo>
                  <a:cubicBezTo>
                    <a:pt x="31377" y="18210"/>
                    <a:pt x="31886" y="17640"/>
                    <a:pt x="31993" y="17640"/>
                  </a:cubicBezTo>
                  <a:cubicBezTo>
                    <a:pt x="32090" y="17640"/>
                    <a:pt x="31860" y="18103"/>
                    <a:pt x="31179" y="19179"/>
                  </a:cubicBezTo>
                  <a:cubicBezTo>
                    <a:pt x="28214" y="23868"/>
                    <a:pt x="23477" y="27070"/>
                    <a:pt x="20832" y="31992"/>
                  </a:cubicBezTo>
                  <a:cubicBezTo>
                    <a:pt x="20769" y="32064"/>
                    <a:pt x="20702" y="32133"/>
                    <a:pt x="20642" y="32209"/>
                  </a:cubicBezTo>
                  <a:cubicBezTo>
                    <a:pt x="20616" y="32243"/>
                    <a:pt x="20624" y="32292"/>
                    <a:pt x="20659" y="32312"/>
                  </a:cubicBezTo>
                  <a:cubicBezTo>
                    <a:pt x="20627" y="32376"/>
                    <a:pt x="20590" y="32439"/>
                    <a:pt x="20558" y="32503"/>
                  </a:cubicBezTo>
                  <a:cubicBezTo>
                    <a:pt x="20498" y="32617"/>
                    <a:pt x="20591" y="32730"/>
                    <a:pt x="20694" y="32730"/>
                  </a:cubicBezTo>
                  <a:cubicBezTo>
                    <a:pt x="20729" y="32730"/>
                    <a:pt x="20766" y="32718"/>
                    <a:pt x="20798" y="32688"/>
                  </a:cubicBezTo>
                  <a:cubicBezTo>
                    <a:pt x="23309" y="30419"/>
                    <a:pt x="25333" y="27794"/>
                    <a:pt x="27302" y="25141"/>
                  </a:cubicBezTo>
                  <a:cubicBezTo>
                    <a:pt x="29533" y="22798"/>
                    <a:pt x="31721" y="20500"/>
                    <a:pt x="33541" y="18306"/>
                  </a:cubicBezTo>
                  <a:lnTo>
                    <a:pt x="33541" y="18306"/>
                  </a:lnTo>
                  <a:cubicBezTo>
                    <a:pt x="31298" y="21011"/>
                    <a:pt x="29141" y="23776"/>
                    <a:pt x="26849" y="26440"/>
                  </a:cubicBezTo>
                  <a:cubicBezTo>
                    <a:pt x="24816" y="28805"/>
                    <a:pt x="22495" y="30852"/>
                    <a:pt x="20789" y="33482"/>
                  </a:cubicBezTo>
                  <a:cubicBezTo>
                    <a:pt x="20728" y="33577"/>
                    <a:pt x="20820" y="33683"/>
                    <a:pt x="20913" y="33683"/>
                  </a:cubicBezTo>
                  <a:cubicBezTo>
                    <a:pt x="20943" y="33683"/>
                    <a:pt x="20974" y="33672"/>
                    <a:pt x="21000" y="33643"/>
                  </a:cubicBezTo>
                  <a:cubicBezTo>
                    <a:pt x="21649" y="32904"/>
                    <a:pt x="22331" y="32183"/>
                    <a:pt x="23035" y="31467"/>
                  </a:cubicBezTo>
                  <a:lnTo>
                    <a:pt x="23035" y="31467"/>
                  </a:lnTo>
                  <a:cubicBezTo>
                    <a:pt x="22241" y="32448"/>
                    <a:pt x="21502" y="33464"/>
                    <a:pt x="20899" y="34561"/>
                  </a:cubicBezTo>
                  <a:cubicBezTo>
                    <a:pt x="20850" y="34647"/>
                    <a:pt x="20923" y="34763"/>
                    <a:pt x="21011" y="34763"/>
                  </a:cubicBezTo>
                  <a:cubicBezTo>
                    <a:pt x="21033" y="34763"/>
                    <a:pt x="21056" y="34756"/>
                    <a:pt x="21078" y="34740"/>
                  </a:cubicBezTo>
                  <a:cubicBezTo>
                    <a:pt x="22345" y="33848"/>
                    <a:pt x="23543" y="32809"/>
                    <a:pt x="24686" y="31677"/>
                  </a:cubicBezTo>
                  <a:lnTo>
                    <a:pt x="24686" y="31677"/>
                  </a:lnTo>
                  <a:cubicBezTo>
                    <a:pt x="23685" y="32867"/>
                    <a:pt x="22694" y="34068"/>
                    <a:pt x="21747" y="35309"/>
                  </a:cubicBezTo>
                  <a:cubicBezTo>
                    <a:pt x="21671" y="35412"/>
                    <a:pt x="21774" y="35521"/>
                    <a:pt x="21879" y="35521"/>
                  </a:cubicBezTo>
                  <a:cubicBezTo>
                    <a:pt x="21913" y="35521"/>
                    <a:pt x="21947" y="35509"/>
                    <a:pt x="21976" y="35482"/>
                  </a:cubicBezTo>
                  <a:cubicBezTo>
                    <a:pt x="23985" y="33600"/>
                    <a:pt x="25873" y="31602"/>
                    <a:pt x="27741" y="29584"/>
                  </a:cubicBezTo>
                  <a:lnTo>
                    <a:pt x="27741" y="29584"/>
                  </a:lnTo>
                  <a:cubicBezTo>
                    <a:pt x="27342" y="30191"/>
                    <a:pt x="26935" y="30794"/>
                    <a:pt x="26517" y="31392"/>
                  </a:cubicBezTo>
                  <a:cubicBezTo>
                    <a:pt x="25093" y="32959"/>
                    <a:pt x="23682" y="34535"/>
                    <a:pt x="22313" y="36144"/>
                  </a:cubicBezTo>
                  <a:cubicBezTo>
                    <a:pt x="22217" y="36246"/>
                    <a:pt x="22309" y="36383"/>
                    <a:pt x="22416" y="36383"/>
                  </a:cubicBezTo>
                  <a:cubicBezTo>
                    <a:pt x="22447" y="36383"/>
                    <a:pt x="22480" y="36371"/>
                    <a:pt x="22510" y="36343"/>
                  </a:cubicBezTo>
                  <a:cubicBezTo>
                    <a:pt x="24040" y="35035"/>
                    <a:pt x="25293" y="33565"/>
                    <a:pt x="26447" y="31986"/>
                  </a:cubicBezTo>
                  <a:cubicBezTo>
                    <a:pt x="26603" y="31825"/>
                    <a:pt x="26756" y="31663"/>
                    <a:pt x="26912" y="31501"/>
                  </a:cubicBezTo>
                  <a:cubicBezTo>
                    <a:pt x="28832" y="29495"/>
                    <a:pt x="30778" y="27520"/>
                    <a:pt x="32643" y="25459"/>
                  </a:cubicBezTo>
                  <a:cubicBezTo>
                    <a:pt x="33798" y="24180"/>
                    <a:pt x="34895" y="22846"/>
                    <a:pt x="36027" y="21547"/>
                  </a:cubicBezTo>
                  <a:lnTo>
                    <a:pt x="36027" y="21547"/>
                  </a:lnTo>
                  <a:cubicBezTo>
                    <a:pt x="35192" y="22771"/>
                    <a:pt x="34289" y="23946"/>
                    <a:pt x="33324" y="25066"/>
                  </a:cubicBezTo>
                  <a:cubicBezTo>
                    <a:pt x="29970" y="29131"/>
                    <a:pt x="26081" y="32682"/>
                    <a:pt x="22931" y="36926"/>
                  </a:cubicBezTo>
                  <a:cubicBezTo>
                    <a:pt x="22852" y="37031"/>
                    <a:pt x="22957" y="37139"/>
                    <a:pt x="23064" y="37139"/>
                  </a:cubicBezTo>
                  <a:cubicBezTo>
                    <a:pt x="23099" y="37139"/>
                    <a:pt x="23133" y="37128"/>
                    <a:pt x="23162" y="37102"/>
                  </a:cubicBezTo>
                  <a:cubicBezTo>
                    <a:pt x="25896" y="34637"/>
                    <a:pt x="28275" y="31888"/>
                    <a:pt x="30619" y="29059"/>
                  </a:cubicBezTo>
                  <a:cubicBezTo>
                    <a:pt x="32478" y="26804"/>
                    <a:pt x="35342" y="24443"/>
                    <a:pt x="36760" y="21916"/>
                  </a:cubicBezTo>
                  <a:lnTo>
                    <a:pt x="36760" y="21916"/>
                  </a:lnTo>
                  <a:cubicBezTo>
                    <a:pt x="33394" y="27918"/>
                    <a:pt x="27397" y="32079"/>
                    <a:pt x="23566" y="37783"/>
                  </a:cubicBezTo>
                  <a:cubicBezTo>
                    <a:pt x="23490" y="37894"/>
                    <a:pt x="23596" y="38009"/>
                    <a:pt x="23705" y="38009"/>
                  </a:cubicBezTo>
                  <a:cubicBezTo>
                    <a:pt x="23740" y="38009"/>
                    <a:pt x="23776" y="37997"/>
                    <a:pt x="23806" y="37968"/>
                  </a:cubicBezTo>
                  <a:cubicBezTo>
                    <a:pt x="25431" y="36429"/>
                    <a:pt x="27008" y="34841"/>
                    <a:pt x="28555" y="33228"/>
                  </a:cubicBezTo>
                  <a:lnTo>
                    <a:pt x="28555" y="33228"/>
                  </a:lnTo>
                  <a:cubicBezTo>
                    <a:pt x="27201" y="34957"/>
                    <a:pt x="25821" y="36663"/>
                    <a:pt x="24346" y="38291"/>
                  </a:cubicBezTo>
                  <a:cubicBezTo>
                    <a:pt x="24253" y="38391"/>
                    <a:pt x="24336" y="38558"/>
                    <a:pt x="24451" y="38558"/>
                  </a:cubicBezTo>
                  <a:cubicBezTo>
                    <a:pt x="24476" y="38558"/>
                    <a:pt x="24503" y="38550"/>
                    <a:pt x="24531" y="38531"/>
                  </a:cubicBezTo>
                  <a:cubicBezTo>
                    <a:pt x="25180" y="38078"/>
                    <a:pt x="25801" y="37593"/>
                    <a:pt x="26407" y="37096"/>
                  </a:cubicBezTo>
                  <a:lnTo>
                    <a:pt x="26407" y="37096"/>
                  </a:lnTo>
                  <a:cubicBezTo>
                    <a:pt x="25905" y="37792"/>
                    <a:pt x="25460" y="38525"/>
                    <a:pt x="25073" y="39290"/>
                  </a:cubicBezTo>
                  <a:cubicBezTo>
                    <a:pt x="25013" y="39412"/>
                    <a:pt x="25105" y="39516"/>
                    <a:pt x="25210" y="39516"/>
                  </a:cubicBezTo>
                  <a:cubicBezTo>
                    <a:pt x="25246" y="39516"/>
                    <a:pt x="25283" y="39505"/>
                    <a:pt x="25316" y="39478"/>
                  </a:cubicBezTo>
                  <a:cubicBezTo>
                    <a:pt x="27663" y="37581"/>
                    <a:pt x="29199" y="35026"/>
                    <a:pt x="30971" y="32621"/>
                  </a:cubicBezTo>
                  <a:cubicBezTo>
                    <a:pt x="31098" y="32477"/>
                    <a:pt x="31223" y="32327"/>
                    <a:pt x="31353" y="32183"/>
                  </a:cubicBezTo>
                  <a:cubicBezTo>
                    <a:pt x="31838" y="31750"/>
                    <a:pt x="32317" y="31325"/>
                    <a:pt x="32764" y="30904"/>
                  </a:cubicBezTo>
                  <a:cubicBezTo>
                    <a:pt x="34681" y="29100"/>
                    <a:pt x="37873" y="26288"/>
                    <a:pt x="39028" y="23985"/>
                  </a:cubicBezTo>
                  <a:lnTo>
                    <a:pt x="39028" y="23985"/>
                  </a:lnTo>
                  <a:cubicBezTo>
                    <a:pt x="37371" y="27290"/>
                    <a:pt x="34130" y="29943"/>
                    <a:pt x="31664" y="32644"/>
                  </a:cubicBezTo>
                  <a:cubicBezTo>
                    <a:pt x="29661" y="34844"/>
                    <a:pt x="27781" y="37200"/>
                    <a:pt x="26043" y="39614"/>
                  </a:cubicBezTo>
                  <a:cubicBezTo>
                    <a:pt x="25962" y="39723"/>
                    <a:pt x="26074" y="39842"/>
                    <a:pt x="26185" y="39842"/>
                  </a:cubicBezTo>
                  <a:cubicBezTo>
                    <a:pt x="26221" y="39842"/>
                    <a:pt x="26256" y="39830"/>
                    <a:pt x="26286" y="39801"/>
                  </a:cubicBezTo>
                  <a:cubicBezTo>
                    <a:pt x="28004" y="38084"/>
                    <a:pt x="29641" y="36297"/>
                    <a:pt x="31266" y="34492"/>
                  </a:cubicBezTo>
                  <a:lnTo>
                    <a:pt x="31266" y="34492"/>
                  </a:lnTo>
                  <a:cubicBezTo>
                    <a:pt x="29756" y="36490"/>
                    <a:pt x="28315" y="38522"/>
                    <a:pt x="27010" y="40581"/>
                  </a:cubicBezTo>
                  <a:cubicBezTo>
                    <a:pt x="26939" y="40693"/>
                    <a:pt x="27047" y="40820"/>
                    <a:pt x="27156" y="40820"/>
                  </a:cubicBezTo>
                  <a:cubicBezTo>
                    <a:pt x="27192" y="40820"/>
                    <a:pt x="27229" y="40806"/>
                    <a:pt x="27259" y="40771"/>
                  </a:cubicBezTo>
                  <a:cubicBezTo>
                    <a:pt x="30019" y="37659"/>
                    <a:pt x="32727" y="34501"/>
                    <a:pt x="35415" y="31325"/>
                  </a:cubicBezTo>
                  <a:cubicBezTo>
                    <a:pt x="35876" y="30777"/>
                    <a:pt x="37323" y="29137"/>
                    <a:pt x="37739" y="28562"/>
                  </a:cubicBezTo>
                  <a:cubicBezTo>
                    <a:pt x="38097" y="28066"/>
                    <a:pt x="40639" y="24587"/>
                    <a:pt x="40714" y="24587"/>
                  </a:cubicBezTo>
                  <a:cubicBezTo>
                    <a:pt x="40724" y="24587"/>
                    <a:pt x="40689" y="24651"/>
                    <a:pt x="40597" y="24795"/>
                  </a:cubicBezTo>
                  <a:cubicBezTo>
                    <a:pt x="39826" y="25993"/>
                    <a:pt x="38992" y="27145"/>
                    <a:pt x="38137" y="28279"/>
                  </a:cubicBezTo>
                  <a:cubicBezTo>
                    <a:pt x="37733" y="28790"/>
                    <a:pt x="37334" y="29307"/>
                    <a:pt x="36945" y="29830"/>
                  </a:cubicBezTo>
                  <a:cubicBezTo>
                    <a:pt x="33567" y="34097"/>
                    <a:pt x="29828" y="38098"/>
                    <a:pt x="26797" y="42628"/>
                  </a:cubicBezTo>
                  <a:cubicBezTo>
                    <a:pt x="26721" y="42741"/>
                    <a:pt x="26832" y="42868"/>
                    <a:pt x="26944" y="42868"/>
                  </a:cubicBezTo>
                  <a:cubicBezTo>
                    <a:pt x="26981" y="42868"/>
                    <a:pt x="27018" y="42854"/>
                    <a:pt x="27048" y="42821"/>
                  </a:cubicBezTo>
                  <a:cubicBezTo>
                    <a:pt x="27937" y="41814"/>
                    <a:pt x="28887" y="40809"/>
                    <a:pt x="29860" y="39798"/>
                  </a:cubicBezTo>
                  <a:lnTo>
                    <a:pt x="29860" y="39798"/>
                  </a:lnTo>
                  <a:cubicBezTo>
                    <a:pt x="29747" y="39972"/>
                    <a:pt x="29635" y="40142"/>
                    <a:pt x="29522" y="40315"/>
                  </a:cubicBezTo>
                  <a:cubicBezTo>
                    <a:pt x="28465" y="41588"/>
                    <a:pt x="27469" y="42919"/>
                    <a:pt x="26580" y="44351"/>
                  </a:cubicBezTo>
                  <a:cubicBezTo>
                    <a:pt x="26509" y="44465"/>
                    <a:pt x="26619" y="44597"/>
                    <a:pt x="26728" y="44597"/>
                  </a:cubicBezTo>
                  <a:cubicBezTo>
                    <a:pt x="26765" y="44597"/>
                    <a:pt x="26802" y="44582"/>
                    <a:pt x="26831" y="44545"/>
                  </a:cubicBezTo>
                  <a:cubicBezTo>
                    <a:pt x="28108" y="42971"/>
                    <a:pt x="29277" y="41326"/>
                    <a:pt x="30423" y="39663"/>
                  </a:cubicBezTo>
                  <a:cubicBezTo>
                    <a:pt x="30769" y="39270"/>
                    <a:pt x="31119" y="38886"/>
                    <a:pt x="31465" y="38499"/>
                  </a:cubicBezTo>
                  <a:cubicBezTo>
                    <a:pt x="34531" y="35093"/>
                    <a:pt x="37990" y="32076"/>
                    <a:pt x="40773" y="28412"/>
                  </a:cubicBezTo>
                  <a:cubicBezTo>
                    <a:pt x="41518" y="27344"/>
                    <a:pt x="42332" y="26322"/>
                    <a:pt x="43204" y="25352"/>
                  </a:cubicBezTo>
                  <a:lnTo>
                    <a:pt x="43204" y="25352"/>
                  </a:lnTo>
                  <a:cubicBezTo>
                    <a:pt x="42000" y="26706"/>
                    <a:pt x="40986" y="28297"/>
                    <a:pt x="39840" y="29720"/>
                  </a:cubicBezTo>
                  <a:cubicBezTo>
                    <a:pt x="37695" y="32376"/>
                    <a:pt x="35435" y="34940"/>
                    <a:pt x="33272" y="37584"/>
                  </a:cubicBezTo>
                  <a:cubicBezTo>
                    <a:pt x="32579" y="38433"/>
                    <a:pt x="31913" y="39302"/>
                    <a:pt x="31254" y="40177"/>
                  </a:cubicBezTo>
                  <a:cubicBezTo>
                    <a:pt x="29130" y="42244"/>
                    <a:pt x="26881" y="44386"/>
                    <a:pt x="26023" y="47085"/>
                  </a:cubicBezTo>
                  <a:cubicBezTo>
                    <a:pt x="25990" y="47192"/>
                    <a:pt x="26090" y="47290"/>
                    <a:pt x="26188" y="47290"/>
                  </a:cubicBezTo>
                  <a:cubicBezTo>
                    <a:pt x="26226" y="47290"/>
                    <a:pt x="26263" y="47276"/>
                    <a:pt x="26292" y="47241"/>
                  </a:cubicBezTo>
                  <a:cubicBezTo>
                    <a:pt x="27175" y="46176"/>
                    <a:pt x="28061" y="45108"/>
                    <a:pt x="28948" y="44034"/>
                  </a:cubicBezTo>
                  <a:lnTo>
                    <a:pt x="28948" y="44034"/>
                  </a:lnTo>
                  <a:cubicBezTo>
                    <a:pt x="27750" y="45616"/>
                    <a:pt x="26580" y="47218"/>
                    <a:pt x="25501" y="48878"/>
                  </a:cubicBezTo>
                  <a:cubicBezTo>
                    <a:pt x="25420" y="49001"/>
                    <a:pt x="25527" y="49109"/>
                    <a:pt x="25641" y="49109"/>
                  </a:cubicBezTo>
                  <a:cubicBezTo>
                    <a:pt x="25690" y="49109"/>
                    <a:pt x="25741" y="49089"/>
                    <a:pt x="25778" y="49040"/>
                  </a:cubicBezTo>
                  <a:cubicBezTo>
                    <a:pt x="28047" y="45991"/>
                    <a:pt x="30726" y="43222"/>
                    <a:pt x="33316" y="40396"/>
                  </a:cubicBezTo>
                  <a:lnTo>
                    <a:pt x="33316" y="40396"/>
                  </a:lnTo>
                  <a:cubicBezTo>
                    <a:pt x="30481" y="43904"/>
                    <a:pt x="27568" y="47351"/>
                    <a:pt x="24958" y="51032"/>
                  </a:cubicBezTo>
                  <a:cubicBezTo>
                    <a:pt x="24897" y="51116"/>
                    <a:pt x="24949" y="51205"/>
                    <a:pt x="25024" y="51248"/>
                  </a:cubicBezTo>
                  <a:cubicBezTo>
                    <a:pt x="24938" y="51361"/>
                    <a:pt x="24848" y="51471"/>
                    <a:pt x="24764" y="51583"/>
                  </a:cubicBezTo>
                  <a:cubicBezTo>
                    <a:pt x="24687" y="51685"/>
                    <a:pt x="24785" y="51783"/>
                    <a:pt x="24887" y="51783"/>
                  </a:cubicBezTo>
                  <a:cubicBezTo>
                    <a:pt x="24929" y="51783"/>
                    <a:pt x="24973" y="51766"/>
                    <a:pt x="25004" y="51725"/>
                  </a:cubicBezTo>
                  <a:cubicBezTo>
                    <a:pt x="26973" y="49164"/>
                    <a:pt x="29072" y="46730"/>
                    <a:pt x="31234" y="44348"/>
                  </a:cubicBezTo>
                  <a:lnTo>
                    <a:pt x="31234" y="44348"/>
                  </a:lnTo>
                  <a:cubicBezTo>
                    <a:pt x="28774" y="47178"/>
                    <a:pt x="26427" y="50114"/>
                    <a:pt x="24317" y="53298"/>
                  </a:cubicBezTo>
                  <a:cubicBezTo>
                    <a:pt x="24237" y="53420"/>
                    <a:pt x="24347" y="53527"/>
                    <a:pt x="24461" y="53527"/>
                  </a:cubicBezTo>
                  <a:cubicBezTo>
                    <a:pt x="24482" y="53527"/>
                    <a:pt x="24504" y="53523"/>
                    <a:pt x="24525" y="53515"/>
                  </a:cubicBezTo>
                  <a:lnTo>
                    <a:pt x="24525" y="53515"/>
                  </a:lnTo>
                  <a:cubicBezTo>
                    <a:pt x="24502" y="53544"/>
                    <a:pt x="24479" y="53569"/>
                    <a:pt x="24455" y="53595"/>
                  </a:cubicBezTo>
                  <a:cubicBezTo>
                    <a:pt x="24349" y="53704"/>
                    <a:pt x="24449" y="53852"/>
                    <a:pt x="24563" y="53852"/>
                  </a:cubicBezTo>
                  <a:cubicBezTo>
                    <a:pt x="24598" y="53852"/>
                    <a:pt x="24634" y="53838"/>
                    <a:pt x="24666" y="53806"/>
                  </a:cubicBezTo>
                  <a:cubicBezTo>
                    <a:pt x="24998" y="53518"/>
                    <a:pt x="25322" y="53209"/>
                    <a:pt x="25651" y="52911"/>
                  </a:cubicBezTo>
                  <a:cubicBezTo>
                    <a:pt x="28050" y="51453"/>
                    <a:pt x="29871" y="49144"/>
                    <a:pt x="31612" y="46831"/>
                  </a:cubicBezTo>
                  <a:cubicBezTo>
                    <a:pt x="33538" y="44654"/>
                    <a:pt x="35391" y="42388"/>
                    <a:pt x="37184" y="40128"/>
                  </a:cubicBezTo>
                  <a:cubicBezTo>
                    <a:pt x="40270" y="36631"/>
                    <a:pt x="43357" y="33106"/>
                    <a:pt x="46322" y="29524"/>
                  </a:cubicBezTo>
                  <a:cubicBezTo>
                    <a:pt x="46812" y="29104"/>
                    <a:pt x="47268" y="28742"/>
                    <a:pt x="47378" y="28742"/>
                  </a:cubicBezTo>
                  <a:cubicBezTo>
                    <a:pt x="47457" y="28742"/>
                    <a:pt x="47358" y="28929"/>
                    <a:pt x="46965" y="29414"/>
                  </a:cubicBezTo>
                  <a:cubicBezTo>
                    <a:pt x="45779" y="30883"/>
                    <a:pt x="44324" y="32232"/>
                    <a:pt x="43048" y="33629"/>
                  </a:cubicBezTo>
                  <a:cubicBezTo>
                    <a:pt x="39915" y="37059"/>
                    <a:pt x="36948" y="40587"/>
                    <a:pt x="34017" y="44190"/>
                  </a:cubicBezTo>
                  <a:cubicBezTo>
                    <a:pt x="32432" y="46138"/>
                    <a:pt x="30752" y="48026"/>
                    <a:pt x="29176" y="49990"/>
                  </a:cubicBezTo>
                  <a:cubicBezTo>
                    <a:pt x="29023" y="50160"/>
                    <a:pt x="28875" y="50336"/>
                    <a:pt x="28722" y="50506"/>
                  </a:cubicBezTo>
                  <a:cubicBezTo>
                    <a:pt x="26909" y="52527"/>
                    <a:pt x="24684" y="54522"/>
                    <a:pt x="23459" y="56965"/>
                  </a:cubicBezTo>
                  <a:cubicBezTo>
                    <a:pt x="23411" y="57064"/>
                    <a:pt x="23489" y="57203"/>
                    <a:pt x="23591" y="57203"/>
                  </a:cubicBezTo>
                  <a:cubicBezTo>
                    <a:pt x="23617" y="57203"/>
                    <a:pt x="23643" y="57195"/>
                    <a:pt x="23670" y="57175"/>
                  </a:cubicBezTo>
                  <a:cubicBezTo>
                    <a:pt x="25249" y="55983"/>
                    <a:pt x="26202" y="54375"/>
                    <a:pt x="27386" y="52807"/>
                  </a:cubicBezTo>
                  <a:cubicBezTo>
                    <a:pt x="28567" y="51248"/>
                    <a:pt x="29805" y="49730"/>
                    <a:pt x="31049" y="48220"/>
                  </a:cubicBezTo>
                  <a:cubicBezTo>
                    <a:pt x="35504" y="43081"/>
                    <a:pt x="40065" y="38029"/>
                    <a:pt x="44766" y="33118"/>
                  </a:cubicBezTo>
                  <a:cubicBezTo>
                    <a:pt x="45909" y="31926"/>
                    <a:pt x="47026" y="30707"/>
                    <a:pt x="48166" y="29515"/>
                  </a:cubicBezTo>
                  <a:cubicBezTo>
                    <a:pt x="48860" y="28790"/>
                    <a:pt x="49163" y="28508"/>
                    <a:pt x="49215" y="28508"/>
                  </a:cubicBezTo>
                  <a:cubicBezTo>
                    <a:pt x="49373" y="28508"/>
                    <a:pt x="47169" y="31143"/>
                    <a:pt x="46538" y="31752"/>
                  </a:cubicBezTo>
                  <a:cubicBezTo>
                    <a:pt x="43882" y="34319"/>
                    <a:pt x="41457" y="37114"/>
                    <a:pt x="39049" y="39914"/>
                  </a:cubicBezTo>
                  <a:cubicBezTo>
                    <a:pt x="33633" y="46205"/>
                    <a:pt x="28298" y="52530"/>
                    <a:pt x="22940" y="58870"/>
                  </a:cubicBezTo>
                  <a:cubicBezTo>
                    <a:pt x="22844" y="58982"/>
                    <a:pt x="22925" y="59140"/>
                    <a:pt x="23049" y="59140"/>
                  </a:cubicBezTo>
                  <a:cubicBezTo>
                    <a:pt x="23075" y="59140"/>
                    <a:pt x="23102" y="59134"/>
                    <a:pt x="23130" y="59118"/>
                  </a:cubicBezTo>
                  <a:cubicBezTo>
                    <a:pt x="24822" y="58200"/>
                    <a:pt x="26289" y="56855"/>
                    <a:pt x="27625" y="55325"/>
                  </a:cubicBezTo>
                  <a:lnTo>
                    <a:pt x="27625" y="55325"/>
                  </a:lnTo>
                  <a:cubicBezTo>
                    <a:pt x="27348" y="55723"/>
                    <a:pt x="27057" y="56110"/>
                    <a:pt x="26754" y="56482"/>
                  </a:cubicBezTo>
                  <a:cubicBezTo>
                    <a:pt x="25192" y="57819"/>
                    <a:pt x="23549" y="59110"/>
                    <a:pt x="22585" y="60839"/>
                  </a:cubicBezTo>
                  <a:cubicBezTo>
                    <a:pt x="22516" y="60959"/>
                    <a:pt x="22620" y="61089"/>
                    <a:pt x="22733" y="61089"/>
                  </a:cubicBezTo>
                  <a:cubicBezTo>
                    <a:pt x="22771" y="61089"/>
                    <a:pt x="22811" y="61074"/>
                    <a:pt x="22845" y="61038"/>
                  </a:cubicBezTo>
                  <a:cubicBezTo>
                    <a:pt x="23895" y="59927"/>
                    <a:pt x="24909" y="58783"/>
                    <a:pt x="25905" y="57631"/>
                  </a:cubicBezTo>
                  <a:cubicBezTo>
                    <a:pt x="27368" y="56286"/>
                    <a:pt x="28864" y="54984"/>
                    <a:pt x="30189" y="53457"/>
                  </a:cubicBezTo>
                  <a:cubicBezTo>
                    <a:pt x="30735" y="52830"/>
                    <a:pt x="31260" y="52184"/>
                    <a:pt x="31783" y="51534"/>
                  </a:cubicBezTo>
                  <a:lnTo>
                    <a:pt x="31783" y="51534"/>
                  </a:lnTo>
                  <a:cubicBezTo>
                    <a:pt x="31324" y="52195"/>
                    <a:pt x="30865" y="52856"/>
                    <a:pt x="30394" y="53512"/>
                  </a:cubicBezTo>
                  <a:cubicBezTo>
                    <a:pt x="28139" y="56659"/>
                    <a:pt x="25157" y="58939"/>
                    <a:pt x="22720" y="61884"/>
                  </a:cubicBezTo>
                  <a:cubicBezTo>
                    <a:pt x="22631" y="61992"/>
                    <a:pt x="22713" y="62174"/>
                    <a:pt x="22832" y="62174"/>
                  </a:cubicBezTo>
                  <a:cubicBezTo>
                    <a:pt x="22860" y="62174"/>
                    <a:pt x="22890" y="62164"/>
                    <a:pt x="22920" y="62141"/>
                  </a:cubicBezTo>
                  <a:cubicBezTo>
                    <a:pt x="30663" y="56228"/>
                    <a:pt x="35695" y="47082"/>
                    <a:pt x="42577" y="40229"/>
                  </a:cubicBezTo>
                  <a:cubicBezTo>
                    <a:pt x="44575" y="38239"/>
                    <a:pt x="46584" y="36262"/>
                    <a:pt x="48556" y="34244"/>
                  </a:cubicBezTo>
                  <a:cubicBezTo>
                    <a:pt x="49247" y="33537"/>
                    <a:pt x="52165" y="30343"/>
                    <a:pt x="52253" y="30343"/>
                  </a:cubicBezTo>
                  <a:cubicBezTo>
                    <a:pt x="52290" y="30343"/>
                    <a:pt x="51826" y="30908"/>
                    <a:pt x="50485" y="32463"/>
                  </a:cubicBezTo>
                  <a:cubicBezTo>
                    <a:pt x="46861" y="36663"/>
                    <a:pt x="42927" y="40673"/>
                    <a:pt x="39136" y="44724"/>
                  </a:cubicBezTo>
                  <a:cubicBezTo>
                    <a:pt x="35299" y="48823"/>
                    <a:pt x="31999" y="53367"/>
                    <a:pt x="28318" y="57603"/>
                  </a:cubicBezTo>
                  <a:cubicBezTo>
                    <a:pt x="28261" y="57669"/>
                    <a:pt x="28197" y="57744"/>
                    <a:pt x="28136" y="57813"/>
                  </a:cubicBezTo>
                  <a:cubicBezTo>
                    <a:pt x="26205" y="59904"/>
                    <a:pt x="24262" y="61985"/>
                    <a:pt x="22284" y="64035"/>
                  </a:cubicBezTo>
                  <a:cubicBezTo>
                    <a:pt x="22168" y="64155"/>
                    <a:pt x="22282" y="64324"/>
                    <a:pt x="22410" y="64324"/>
                  </a:cubicBezTo>
                  <a:cubicBezTo>
                    <a:pt x="22447" y="64324"/>
                    <a:pt x="22486" y="64309"/>
                    <a:pt x="22521" y="64274"/>
                  </a:cubicBezTo>
                  <a:cubicBezTo>
                    <a:pt x="23026" y="63763"/>
                    <a:pt x="23514" y="63241"/>
                    <a:pt x="24008" y="62721"/>
                  </a:cubicBezTo>
                  <a:lnTo>
                    <a:pt x="24008" y="62721"/>
                  </a:lnTo>
                  <a:cubicBezTo>
                    <a:pt x="23921" y="62817"/>
                    <a:pt x="23829" y="62918"/>
                    <a:pt x="23754" y="62998"/>
                  </a:cubicBezTo>
                  <a:cubicBezTo>
                    <a:pt x="25792" y="60882"/>
                    <a:pt x="27787" y="58723"/>
                    <a:pt x="29776" y="56560"/>
                  </a:cubicBezTo>
                  <a:cubicBezTo>
                    <a:pt x="33740" y="52259"/>
                    <a:pt x="37635" y="47894"/>
                    <a:pt x="41587" y="43580"/>
                  </a:cubicBezTo>
                  <a:cubicBezTo>
                    <a:pt x="45285" y="39553"/>
                    <a:pt x="48478" y="35061"/>
                    <a:pt x="52485" y="31325"/>
                  </a:cubicBezTo>
                  <a:lnTo>
                    <a:pt x="52485" y="31325"/>
                  </a:lnTo>
                  <a:cubicBezTo>
                    <a:pt x="49399" y="34206"/>
                    <a:pt x="46047" y="38846"/>
                    <a:pt x="42889" y="42330"/>
                  </a:cubicBezTo>
                  <a:cubicBezTo>
                    <a:pt x="38980" y="46644"/>
                    <a:pt x="35342" y="51248"/>
                    <a:pt x="31575" y="55689"/>
                  </a:cubicBezTo>
                  <a:cubicBezTo>
                    <a:pt x="31119" y="56228"/>
                    <a:pt x="30637" y="56742"/>
                    <a:pt x="30166" y="57265"/>
                  </a:cubicBezTo>
                  <a:cubicBezTo>
                    <a:pt x="29791" y="57663"/>
                    <a:pt x="29418" y="58067"/>
                    <a:pt x="29037" y="58463"/>
                  </a:cubicBezTo>
                  <a:cubicBezTo>
                    <a:pt x="26932" y="60643"/>
                    <a:pt x="24100" y="62765"/>
                    <a:pt x="22691" y="65475"/>
                  </a:cubicBezTo>
                  <a:cubicBezTo>
                    <a:pt x="22629" y="65596"/>
                    <a:pt x="22733" y="65732"/>
                    <a:pt x="22844" y="65732"/>
                  </a:cubicBezTo>
                  <a:cubicBezTo>
                    <a:pt x="22882" y="65732"/>
                    <a:pt x="22921" y="65716"/>
                    <a:pt x="22954" y="65678"/>
                  </a:cubicBezTo>
                  <a:cubicBezTo>
                    <a:pt x="24444" y="63977"/>
                    <a:pt x="25939" y="62288"/>
                    <a:pt x="27443" y="60605"/>
                  </a:cubicBezTo>
                  <a:cubicBezTo>
                    <a:pt x="31150" y="56814"/>
                    <a:pt x="34670" y="52859"/>
                    <a:pt x="38091" y="48806"/>
                  </a:cubicBezTo>
                  <a:cubicBezTo>
                    <a:pt x="41818" y="44392"/>
                    <a:pt x="45646" y="40064"/>
                    <a:pt x="49572" y="35823"/>
                  </a:cubicBezTo>
                  <a:cubicBezTo>
                    <a:pt x="50141" y="35217"/>
                    <a:pt x="50675" y="34582"/>
                    <a:pt x="51175" y="33921"/>
                  </a:cubicBezTo>
                  <a:cubicBezTo>
                    <a:pt x="51753" y="33195"/>
                    <a:pt x="52015" y="32929"/>
                    <a:pt x="52083" y="32929"/>
                  </a:cubicBezTo>
                  <a:cubicBezTo>
                    <a:pt x="52251" y="32929"/>
                    <a:pt x="51233" y="34555"/>
                    <a:pt x="50886" y="34896"/>
                  </a:cubicBezTo>
                  <a:cubicBezTo>
                    <a:pt x="49154" y="36608"/>
                    <a:pt x="47632" y="38534"/>
                    <a:pt x="46016" y="40353"/>
                  </a:cubicBezTo>
                  <a:cubicBezTo>
                    <a:pt x="38024" y="49343"/>
                    <a:pt x="30186" y="58489"/>
                    <a:pt x="22071" y="67384"/>
                  </a:cubicBezTo>
                  <a:cubicBezTo>
                    <a:pt x="21960" y="67504"/>
                    <a:pt x="22069" y="67668"/>
                    <a:pt x="22194" y="67668"/>
                  </a:cubicBezTo>
                  <a:cubicBezTo>
                    <a:pt x="22231" y="67668"/>
                    <a:pt x="22270" y="67653"/>
                    <a:pt x="22305" y="67618"/>
                  </a:cubicBezTo>
                  <a:cubicBezTo>
                    <a:pt x="23393" y="66532"/>
                    <a:pt x="24470" y="65455"/>
                    <a:pt x="25544" y="64390"/>
                  </a:cubicBezTo>
                  <a:lnTo>
                    <a:pt x="25544" y="64390"/>
                  </a:lnTo>
                  <a:cubicBezTo>
                    <a:pt x="25477" y="64494"/>
                    <a:pt x="25434" y="64601"/>
                    <a:pt x="25376" y="64708"/>
                  </a:cubicBezTo>
                  <a:cubicBezTo>
                    <a:pt x="24701" y="65539"/>
                    <a:pt x="23119" y="67505"/>
                    <a:pt x="22729" y="67932"/>
                  </a:cubicBezTo>
                  <a:cubicBezTo>
                    <a:pt x="22634" y="68035"/>
                    <a:pt x="22718" y="68195"/>
                    <a:pt x="22836" y="68195"/>
                  </a:cubicBezTo>
                  <a:cubicBezTo>
                    <a:pt x="22861" y="68195"/>
                    <a:pt x="22887" y="68188"/>
                    <a:pt x="22914" y="68172"/>
                  </a:cubicBezTo>
                  <a:cubicBezTo>
                    <a:pt x="25163" y="66786"/>
                    <a:pt x="27132" y="64878"/>
                    <a:pt x="28953" y="62779"/>
                  </a:cubicBezTo>
                  <a:lnTo>
                    <a:pt x="28953" y="62779"/>
                  </a:lnTo>
                  <a:lnTo>
                    <a:pt x="28633" y="63180"/>
                  </a:lnTo>
                  <a:cubicBezTo>
                    <a:pt x="26629" y="65675"/>
                    <a:pt x="23991" y="67476"/>
                    <a:pt x="22053" y="70008"/>
                  </a:cubicBezTo>
                  <a:cubicBezTo>
                    <a:pt x="21976" y="70109"/>
                    <a:pt x="22085" y="70247"/>
                    <a:pt x="22196" y="70247"/>
                  </a:cubicBezTo>
                  <a:cubicBezTo>
                    <a:pt x="22221" y="70247"/>
                    <a:pt x="22247" y="70240"/>
                    <a:pt x="22270" y="70225"/>
                  </a:cubicBezTo>
                  <a:cubicBezTo>
                    <a:pt x="24057" y="68940"/>
                    <a:pt x="25734" y="67522"/>
                    <a:pt x="27334" y="66010"/>
                  </a:cubicBezTo>
                  <a:lnTo>
                    <a:pt x="27334" y="66010"/>
                  </a:lnTo>
                  <a:cubicBezTo>
                    <a:pt x="26927" y="66564"/>
                    <a:pt x="26514" y="67112"/>
                    <a:pt x="26098" y="67658"/>
                  </a:cubicBezTo>
                  <a:cubicBezTo>
                    <a:pt x="25044" y="68784"/>
                    <a:pt x="24017" y="69936"/>
                    <a:pt x="23049" y="71163"/>
                  </a:cubicBezTo>
                  <a:cubicBezTo>
                    <a:pt x="22959" y="71280"/>
                    <a:pt x="23050" y="71432"/>
                    <a:pt x="23163" y="71432"/>
                  </a:cubicBezTo>
                  <a:cubicBezTo>
                    <a:pt x="23198" y="71432"/>
                    <a:pt x="23235" y="71417"/>
                    <a:pt x="23269" y="71382"/>
                  </a:cubicBezTo>
                  <a:cubicBezTo>
                    <a:pt x="23459" y="71192"/>
                    <a:pt x="23630" y="70993"/>
                    <a:pt x="23815" y="70799"/>
                  </a:cubicBezTo>
                  <a:lnTo>
                    <a:pt x="23815" y="70799"/>
                  </a:lnTo>
                  <a:cubicBezTo>
                    <a:pt x="23428" y="71215"/>
                    <a:pt x="23113" y="71680"/>
                    <a:pt x="22980" y="72222"/>
                  </a:cubicBezTo>
                  <a:cubicBezTo>
                    <a:pt x="22968" y="72278"/>
                    <a:pt x="23014" y="72315"/>
                    <a:pt x="23058" y="72315"/>
                  </a:cubicBezTo>
                  <a:cubicBezTo>
                    <a:pt x="23086" y="72315"/>
                    <a:pt x="23114" y="72299"/>
                    <a:pt x="23125" y="72263"/>
                  </a:cubicBezTo>
                  <a:cubicBezTo>
                    <a:pt x="23589" y="70585"/>
                    <a:pt x="25732" y="69468"/>
                    <a:pt x="27172" y="68501"/>
                  </a:cubicBezTo>
                  <a:lnTo>
                    <a:pt x="27172" y="68501"/>
                  </a:lnTo>
                  <a:cubicBezTo>
                    <a:pt x="26831" y="68885"/>
                    <a:pt x="26494" y="69278"/>
                    <a:pt x="26144" y="69659"/>
                  </a:cubicBezTo>
                  <a:cubicBezTo>
                    <a:pt x="25555" y="70245"/>
                    <a:pt x="24972" y="70840"/>
                    <a:pt x="24409" y="71452"/>
                  </a:cubicBezTo>
                  <a:cubicBezTo>
                    <a:pt x="24314" y="71550"/>
                    <a:pt x="24224" y="71648"/>
                    <a:pt x="24132" y="71749"/>
                  </a:cubicBezTo>
                  <a:cubicBezTo>
                    <a:pt x="23800" y="72118"/>
                    <a:pt x="23471" y="72494"/>
                    <a:pt x="23156" y="72886"/>
                  </a:cubicBezTo>
                  <a:cubicBezTo>
                    <a:pt x="23087" y="72970"/>
                    <a:pt x="23116" y="73097"/>
                    <a:pt x="23217" y="73143"/>
                  </a:cubicBezTo>
                  <a:cubicBezTo>
                    <a:pt x="23182" y="73224"/>
                    <a:pt x="23145" y="73302"/>
                    <a:pt x="23116" y="73386"/>
                  </a:cubicBezTo>
                  <a:cubicBezTo>
                    <a:pt x="23079" y="73502"/>
                    <a:pt x="23175" y="73578"/>
                    <a:pt x="23270" y="73578"/>
                  </a:cubicBezTo>
                  <a:cubicBezTo>
                    <a:pt x="23333" y="73578"/>
                    <a:pt x="23395" y="73545"/>
                    <a:pt x="23419" y="73470"/>
                  </a:cubicBezTo>
                  <a:cubicBezTo>
                    <a:pt x="23483" y="73282"/>
                    <a:pt x="23560" y="73100"/>
                    <a:pt x="23653" y="72924"/>
                  </a:cubicBezTo>
                  <a:cubicBezTo>
                    <a:pt x="25573" y="71668"/>
                    <a:pt x="27192" y="70057"/>
                    <a:pt x="28942" y="68573"/>
                  </a:cubicBezTo>
                  <a:cubicBezTo>
                    <a:pt x="29324" y="68208"/>
                    <a:pt x="29525" y="68025"/>
                    <a:pt x="29542" y="68025"/>
                  </a:cubicBezTo>
                  <a:cubicBezTo>
                    <a:pt x="29562" y="68025"/>
                    <a:pt x="29343" y="68265"/>
                    <a:pt x="28884" y="68744"/>
                  </a:cubicBezTo>
                  <a:cubicBezTo>
                    <a:pt x="28223" y="69465"/>
                    <a:pt x="27519" y="70150"/>
                    <a:pt x="26826" y="70842"/>
                  </a:cubicBezTo>
                  <a:cubicBezTo>
                    <a:pt x="25671" y="71994"/>
                    <a:pt x="24542" y="73158"/>
                    <a:pt x="23480" y="74393"/>
                  </a:cubicBezTo>
                  <a:cubicBezTo>
                    <a:pt x="23375" y="74516"/>
                    <a:pt x="23472" y="74660"/>
                    <a:pt x="23595" y="74660"/>
                  </a:cubicBezTo>
                  <a:cubicBezTo>
                    <a:pt x="23631" y="74660"/>
                    <a:pt x="23669" y="74647"/>
                    <a:pt x="23705" y="74619"/>
                  </a:cubicBezTo>
                  <a:cubicBezTo>
                    <a:pt x="25732" y="72987"/>
                    <a:pt x="27851" y="71212"/>
                    <a:pt x="29609" y="69292"/>
                  </a:cubicBezTo>
                  <a:lnTo>
                    <a:pt x="29609" y="69292"/>
                  </a:lnTo>
                  <a:cubicBezTo>
                    <a:pt x="27819" y="71250"/>
                    <a:pt x="25928" y="73103"/>
                    <a:pt x="24224" y="75141"/>
                  </a:cubicBezTo>
                  <a:cubicBezTo>
                    <a:pt x="24109" y="75264"/>
                    <a:pt x="24220" y="75429"/>
                    <a:pt x="24351" y="75429"/>
                  </a:cubicBezTo>
                  <a:cubicBezTo>
                    <a:pt x="24390" y="75429"/>
                    <a:pt x="24430" y="75415"/>
                    <a:pt x="24467" y="75381"/>
                  </a:cubicBezTo>
                  <a:cubicBezTo>
                    <a:pt x="25368" y="74636"/>
                    <a:pt x="26266" y="73903"/>
                    <a:pt x="27236" y="73244"/>
                  </a:cubicBezTo>
                  <a:cubicBezTo>
                    <a:pt x="27292" y="73206"/>
                    <a:pt x="27328" y="73189"/>
                    <a:pt x="27348" y="73189"/>
                  </a:cubicBezTo>
                  <a:cubicBezTo>
                    <a:pt x="27537" y="73189"/>
                    <a:pt x="26299" y="74703"/>
                    <a:pt x="25936" y="75138"/>
                  </a:cubicBezTo>
                  <a:cubicBezTo>
                    <a:pt x="25700" y="75389"/>
                    <a:pt x="25480" y="75655"/>
                    <a:pt x="25278" y="75932"/>
                  </a:cubicBezTo>
                  <a:cubicBezTo>
                    <a:pt x="25196" y="76047"/>
                    <a:pt x="25317" y="76185"/>
                    <a:pt x="25434" y="76185"/>
                  </a:cubicBezTo>
                  <a:cubicBezTo>
                    <a:pt x="25473" y="76185"/>
                    <a:pt x="25511" y="76170"/>
                    <a:pt x="25541" y="76134"/>
                  </a:cubicBezTo>
                  <a:cubicBezTo>
                    <a:pt x="25997" y="75583"/>
                    <a:pt x="26453" y="75052"/>
                    <a:pt x="26881" y="74500"/>
                  </a:cubicBezTo>
                  <a:cubicBezTo>
                    <a:pt x="27279" y="74222"/>
                    <a:pt x="27657" y="73973"/>
                    <a:pt x="27733" y="73973"/>
                  </a:cubicBezTo>
                  <a:cubicBezTo>
                    <a:pt x="27770" y="73973"/>
                    <a:pt x="27739" y="74028"/>
                    <a:pt x="27611" y="74162"/>
                  </a:cubicBezTo>
                  <a:cubicBezTo>
                    <a:pt x="26811" y="75003"/>
                    <a:pt x="25960" y="75773"/>
                    <a:pt x="25197" y="76654"/>
                  </a:cubicBezTo>
                  <a:cubicBezTo>
                    <a:pt x="25101" y="76762"/>
                    <a:pt x="25189" y="76948"/>
                    <a:pt x="25312" y="76948"/>
                  </a:cubicBezTo>
                  <a:cubicBezTo>
                    <a:pt x="25340" y="76948"/>
                    <a:pt x="25370" y="76938"/>
                    <a:pt x="25399" y="76917"/>
                  </a:cubicBezTo>
                  <a:cubicBezTo>
                    <a:pt x="26267" y="76281"/>
                    <a:pt x="27117" y="75629"/>
                    <a:pt x="28017" y="75038"/>
                  </a:cubicBezTo>
                  <a:lnTo>
                    <a:pt x="28017" y="75038"/>
                  </a:lnTo>
                  <a:cubicBezTo>
                    <a:pt x="27241" y="75550"/>
                    <a:pt x="26524" y="76337"/>
                    <a:pt x="25838" y="76972"/>
                  </a:cubicBezTo>
                  <a:cubicBezTo>
                    <a:pt x="25718" y="77085"/>
                    <a:pt x="25829" y="77266"/>
                    <a:pt x="25966" y="77266"/>
                  </a:cubicBezTo>
                  <a:cubicBezTo>
                    <a:pt x="25993" y="77266"/>
                    <a:pt x="26021" y="77259"/>
                    <a:pt x="26049" y="77243"/>
                  </a:cubicBezTo>
                  <a:cubicBezTo>
                    <a:pt x="26875" y="76755"/>
                    <a:pt x="27905" y="76238"/>
                    <a:pt x="28529" y="75548"/>
                  </a:cubicBezTo>
                  <a:lnTo>
                    <a:pt x="28529" y="75548"/>
                  </a:lnTo>
                  <a:cubicBezTo>
                    <a:pt x="27801" y="76354"/>
                    <a:pt x="26857" y="76995"/>
                    <a:pt x="26058" y="77731"/>
                  </a:cubicBezTo>
                  <a:cubicBezTo>
                    <a:pt x="25943" y="77839"/>
                    <a:pt x="26049" y="78018"/>
                    <a:pt x="26179" y="78018"/>
                  </a:cubicBezTo>
                  <a:cubicBezTo>
                    <a:pt x="26205" y="78018"/>
                    <a:pt x="26233" y="78011"/>
                    <a:pt x="26260" y="77994"/>
                  </a:cubicBezTo>
                  <a:cubicBezTo>
                    <a:pt x="27094" y="77462"/>
                    <a:pt x="27908" y="76905"/>
                    <a:pt x="28731" y="76357"/>
                  </a:cubicBezTo>
                  <a:lnTo>
                    <a:pt x="28731" y="76357"/>
                  </a:lnTo>
                  <a:cubicBezTo>
                    <a:pt x="28035" y="76821"/>
                    <a:pt x="27357" y="78054"/>
                    <a:pt x="26808" y="78698"/>
                  </a:cubicBezTo>
                  <a:cubicBezTo>
                    <a:pt x="26700" y="78826"/>
                    <a:pt x="26805" y="78992"/>
                    <a:pt x="26935" y="78992"/>
                  </a:cubicBezTo>
                  <a:cubicBezTo>
                    <a:pt x="26974" y="78992"/>
                    <a:pt x="27015" y="78977"/>
                    <a:pt x="27054" y="78940"/>
                  </a:cubicBezTo>
                  <a:cubicBezTo>
                    <a:pt x="27879" y="78173"/>
                    <a:pt x="28766" y="77474"/>
                    <a:pt x="29707" y="76847"/>
                  </a:cubicBezTo>
                  <a:lnTo>
                    <a:pt x="29707" y="76847"/>
                  </a:lnTo>
                  <a:cubicBezTo>
                    <a:pt x="29164" y="77211"/>
                    <a:pt x="28650" y="77994"/>
                    <a:pt x="28209" y="78479"/>
                  </a:cubicBezTo>
                  <a:cubicBezTo>
                    <a:pt x="28102" y="78594"/>
                    <a:pt x="28199" y="78787"/>
                    <a:pt x="28331" y="78787"/>
                  </a:cubicBezTo>
                  <a:cubicBezTo>
                    <a:pt x="28360" y="78787"/>
                    <a:pt x="28391" y="78778"/>
                    <a:pt x="28422" y="78756"/>
                  </a:cubicBezTo>
                  <a:cubicBezTo>
                    <a:pt x="28959" y="78363"/>
                    <a:pt x="29534" y="77962"/>
                    <a:pt x="30048" y="77540"/>
                  </a:cubicBezTo>
                  <a:cubicBezTo>
                    <a:pt x="30163" y="77445"/>
                    <a:pt x="30221" y="77404"/>
                    <a:pt x="30237" y="77404"/>
                  </a:cubicBezTo>
                  <a:cubicBezTo>
                    <a:pt x="30332" y="77404"/>
                    <a:pt x="28763" y="78986"/>
                    <a:pt x="28636" y="79122"/>
                  </a:cubicBezTo>
                  <a:cubicBezTo>
                    <a:pt x="28513" y="79254"/>
                    <a:pt x="28630" y="79426"/>
                    <a:pt x="28769" y="79426"/>
                  </a:cubicBezTo>
                  <a:cubicBezTo>
                    <a:pt x="28809" y="79426"/>
                    <a:pt x="28851" y="79411"/>
                    <a:pt x="28890" y="79376"/>
                  </a:cubicBezTo>
                  <a:cubicBezTo>
                    <a:pt x="29098" y="79186"/>
                    <a:pt x="29311" y="79001"/>
                    <a:pt x="29522" y="78813"/>
                  </a:cubicBezTo>
                  <a:cubicBezTo>
                    <a:pt x="29565" y="78790"/>
                    <a:pt x="29603" y="78756"/>
                    <a:pt x="29632" y="78715"/>
                  </a:cubicBezTo>
                  <a:cubicBezTo>
                    <a:pt x="29874" y="78499"/>
                    <a:pt x="30114" y="78282"/>
                    <a:pt x="30359" y="78071"/>
                  </a:cubicBezTo>
                  <a:cubicBezTo>
                    <a:pt x="30876" y="77617"/>
                    <a:pt x="31134" y="77446"/>
                    <a:pt x="31230" y="77446"/>
                  </a:cubicBezTo>
                  <a:cubicBezTo>
                    <a:pt x="31484" y="77446"/>
                    <a:pt x="30615" y="78637"/>
                    <a:pt x="30437" y="78940"/>
                  </a:cubicBezTo>
                  <a:cubicBezTo>
                    <a:pt x="30360" y="79072"/>
                    <a:pt x="30481" y="79219"/>
                    <a:pt x="30605" y="79219"/>
                  </a:cubicBezTo>
                  <a:cubicBezTo>
                    <a:pt x="30646" y="79219"/>
                    <a:pt x="30688" y="79202"/>
                    <a:pt x="30723" y="79163"/>
                  </a:cubicBezTo>
                  <a:cubicBezTo>
                    <a:pt x="30954" y="78770"/>
                    <a:pt x="31306" y="78464"/>
                    <a:pt x="31725" y="78294"/>
                  </a:cubicBezTo>
                  <a:lnTo>
                    <a:pt x="31725" y="78294"/>
                  </a:lnTo>
                  <a:cubicBezTo>
                    <a:pt x="31654" y="78427"/>
                    <a:pt x="31775" y="78582"/>
                    <a:pt x="31898" y="78582"/>
                  </a:cubicBezTo>
                  <a:cubicBezTo>
                    <a:pt x="31941" y="78582"/>
                    <a:pt x="31984" y="78563"/>
                    <a:pt x="32019" y="78519"/>
                  </a:cubicBezTo>
                  <a:cubicBezTo>
                    <a:pt x="32245" y="78210"/>
                    <a:pt x="32496" y="77918"/>
                    <a:pt x="32773" y="77656"/>
                  </a:cubicBezTo>
                  <a:cubicBezTo>
                    <a:pt x="32902" y="77523"/>
                    <a:pt x="32776" y="77336"/>
                    <a:pt x="32635" y="77336"/>
                  </a:cubicBezTo>
                  <a:cubicBezTo>
                    <a:pt x="32593" y="77336"/>
                    <a:pt x="32549" y="77353"/>
                    <a:pt x="32510" y="77393"/>
                  </a:cubicBezTo>
                  <a:cubicBezTo>
                    <a:pt x="32504" y="77399"/>
                    <a:pt x="32502" y="77405"/>
                    <a:pt x="32499" y="77410"/>
                  </a:cubicBezTo>
                  <a:cubicBezTo>
                    <a:pt x="32492" y="77314"/>
                    <a:pt x="32402" y="77226"/>
                    <a:pt x="32310" y="77226"/>
                  </a:cubicBezTo>
                  <a:cubicBezTo>
                    <a:pt x="32281" y="77226"/>
                    <a:pt x="32251" y="77234"/>
                    <a:pt x="32224" y="77254"/>
                  </a:cubicBezTo>
                  <a:cubicBezTo>
                    <a:pt x="31492" y="77814"/>
                    <a:pt x="31678" y="77653"/>
                    <a:pt x="31009" y="78291"/>
                  </a:cubicBezTo>
                  <a:lnTo>
                    <a:pt x="31009" y="78291"/>
                  </a:lnTo>
                  <a:cubicBezTo>
                    <a:pt x="31174" y="78133"/>
                    <a:pt x="31703" y="77445"/>
                    <a:pt x="31936" y="76969"/>
                  </a:cubicBezTo>
                  <a:cubicBezTo>
                    <a:pt x="31996" y="76845"/>
                    <a:pt x="31904" y="76696"/>
                    <a:pt x="31781" y="76696"/>
                  </a:cubicBezTo>
                  <a:cubicBezTo>
                    <a:pt x="31752" y="76696"/>
                    <a:pt x="31721" y="76705"/>
                    <a:pt x="31690" y="76723"/>
                  </a:cubicBezTo>
                  <a:cubicBezTo>
                    <a:pt x="31199" y="77024"/>
                    <a:pt x="30726" y="77353"/>
                    <a:pt x="30279" y="77711"/>
                  </a:cubicBezTo>
                  <a:cubicBezTo>
                    <a:pt x="30475" y="77428"/>
                    <a:pt x="30668" y="77142"/>
                    <a:pt x="30856" y="76859"/>
                  </a:cubicBezTo>
                  <a:cubicBezTo>
                    <a:pt x="30945" y="76724"/>
                    <a:pt x="30824" y="76604"/>
                    <a:pt x="30697" y="76604"/>
                  </a:cubicBezTo>
                  <a:cubicBezTo>
                    <a:pt x="30656" y="76604"/>
                    <a:pt x="30614" y="76616"/>
                    <a:pt x="30579" y="76645"/>
                  </a:cubicBezTo>
                  <a:cubicBezTo>
                    <a:pt x="29370" y="77634"/>
                    <a:pt x="28953" y="77994"/>
                    <a:pt x="28947" y="77994"/>
                  </a:cubicBezTo>
                  <a:cubicBezTo>
                    <a:pt x="28938" y="77994"/>
                    <a:pt x="29987" y="77069"/>
                    <a:pt x="30530" y="76322"/>
                  </a:cubicBezTo>
                  <a:cubicBezTo>
                    <a:pt x="30617" y="76204"/>
                    <a:pt x="30497" y="76060"/>
                    <a:pt x="30373" y="76060"/>
                  </a:cubicBezTo>
                  <a:cubicBezTo>
                    <a:pt x="30346" y="76060"/>
                    <a:pt x="30318" y="76067"/>
                    <a:pt x="30293" y="76082"/>
                  </a:cubicBezTo>
                  <a:cubicBezTo>
                    <a:pt x="29629" y="76487"/>
                    <a:pt x="28965" y="76905"/>
                    <a:pt x="28347" y="77381"/>
                  </a:cubicBezTo>
                  <a:cubicBezTo>
                    <a:pt x="28774" y="76856"/>
                    <a:pt x="29196" y="76328"/>
                    <a:pt x="29638" y="75814"/>
                  </a:cubicBezTo>
                  <a:cubicBezTo>
                    <a:pt x="29735" y="75698"/>
                    <a:pt x="29651" y="75525"/>
                    <a:pt x="29521" y="75525"/>
                  </a:cubicBezTo>
                  <a:cubicBezTo>
                    <a:pt x="29493" y="75525"/>
                    <a:pt x="29463" y="75533"/>
                    <a:pt x="29433" y="75551"/>
                  </a:cubicBezTo>
                  <a:cubicBezTo>
                    <a:pt x="28522" y="76094"/>
                    <a:pt x="27591" y="76760"/>
                    <a:pt x="26908" y="77398"/>
                  </a:cubicBezTo>
                  <a:lnTo>
                    <a:pt x="26908" y="77398"/>
                  </a:lnTo>
                  <a:cubicBezTo>
                    <a:pt x="27716" y="76643"/>
                    <a:pt x="28564" y="75987"/>
                    <a:pt x="29306" y="75159"/>
                  </a:cubicBezTo>
                  <a:cubicBezTo>
                    <a:pt x="29401" y="75054"/>
                    <a:pt x="29318" y="74888"/>
                    <a:pt x="29196" y="74888"/>
                  </a:cubicBezTo>
                  <a:cubicBezTo>
                    <a:pt x="29171" y="74888"/>
                    <a:pt x="29143" y="74896"/>
                    <a:pt x="29115" y="74913"/>
                  </a:cubicBezTo>
                  <a:cubicBezTo>
                    <a:pt x="28312" y="75413"/>
                    <a:pt x="27524" y="75932"/>
                    <a:pt x="26730" y="76446"/>
                  </a:cubicBezTo>
                  <a:cubicBezTo>
                    <a:pt x="27181" y="76155"/>
                    <a:pt x="28191" y="75280"/>
                    <a:pt x="28774" y="74627"/>
                  </a:cubicBezTo>
                  <a:cubicBezTo>
                    <a:pt x="28883" y="74512"/>
                    <a:pt x="28786" y="74343"/>
                    <a:pt x="28653" y="74343"/>
                  </a:cubicBezTo>
                  <a:cubicBezTo>
                    <a:pt x="28627" y="74343"/>
                    <a:pt x="28600" y="74350"/>
                    <a:pt x="28572" y="74365"/>
                  </a:cubicBezTo>
                  <a:cubicBezTo>
                    <a:pt x="27602" y="74878"/>
                    <a:pt x="26751" y="75496"/>
                    <a:pt x="25879" y="76155"/>
                  </a:cubicBezTo>
                  <a:cubicBezTo>
                    <a:pt x="26612" y="75600"/>
                    <a:pt x="27666" y="74593"/>
                    <a:pt x="28448" y="73764"/>
                  </a:cubicBezTo>
                  <a:cubicBezTo>
                    <a:pt x="28563" y="73645"/>
                    <a:pt x="28461" y="73487"/>
                    <a:pt x="28327" y="73487"/>
                  </a:cubicBezTo>
                  <a:cubicBezTo>
                    <a:pt x="28302" y="73487"/>
                    <a:pt x="28275" y="73492"/>
                    <a:pt x="28249" y="73504"/>
                  </a:cubicBezTo>
                  <a:cubicBezTo>
                    <a:pt x="27868" y="73686"/>
                    <a:pt x="27501" y="73894"/>
                    <a:pt x="27152" y="74131"/>
                  </a:cubicBezTo>
                  <a:cubicBezTo>
                    <a:pt x="27481" y="73695"/>
                    <a:pt x="27778" y="73239"/>
                    <a:pt x="28047" y="72762"/>
                  </a:cubicBezTo>
                  <a:cubicBezTo>
                    <a:pt x="28113" y="72642"/>
                    <a:pt x="28017" y="72510"/>
                    <a:pt x="27898" y="72510"/>
                  </a:cubicBezTo>
                  <a:cubicBezTo>
                    <a:pt x="27871" y="72510"/>
                    <a:pt x="27843" y="72517"/>
                    <a:pt x="27816" y="72531"/>
                  </a:cubicBezTo>
                  <a:cubicBezTo>
                    <a:pt x="27074" y="72956"/>
                    <a:pt x="26361" y="73429"/>
                    <a:pt x="25682" y="73952"/>
                  </a:cubicBezTo>
                  <a:cubicBezTo>
                    <a:pt x="25703" y="73929"/>
                    <a:pt x="25720" y="73914"/>
                    <a:pt x="25740" y="73888"/>
                  </a:cubicBezTo>
                  <a:cubicBezTo>
                    <a:pt x="27267" y="72142"/>
                    <a:pt x="28927" y="70516"/>
                    <a:pt x="30495" y="68804"/>
                  </a:cubicBezTo>
                  <a:cubicBezTo>
                    <a:pt x="30592" y="68698"/>
                    <a:pt x="30502" y="68521"/>
                    <a:pt x="30382" y="68521"/>
                  </a:cubicBezTo>
                  <a:cubicBezTo>
                    <a:pt x="30355" y="68521"/>
                    <a:pt x="30327" y="68530"/>
                    <a:pt x="30299" y="68550"/>
                  </a:cubicBezTo>
                  <a:cubicBezTo>
                    <a:pt x="28153" y="70130"/>
                    <a:pt x="26285" y="72013"/>
                    <a:pt x="24275" y="73754"/>
                  </a:cubicBezTo>
                  <a:lnTo>
                    <a:pt x="24275" y="73754"/>
                  </a:lnTo>
                  <a:cubicBezTo>
                    <a:pt x="26219" y="72069"/>
                    <a:pt x="28519" y="69651"/>
                    <a:pt x="30380" y="67505"/>
                  </a:cubicBezTo>
                  <a:cubicBezTo>
                    <a:pt x="30467" y="67404"/>
                    <a:pt x="30389" y="67241"/>
                    <a:pt x="30275" y="67241"/>
                  </a:cubicBezTo>
                  <a:cubicBezTo>
                    <a:pt x="30250" y="67241"/>
                    <a:pt x="30222" y="67249"/>
                    <a:pt x="30195" y="67268"/>
                  </a:cubicBezTo>
                  <a:cubicBezTo>
                    <a:pt x="28223" y="68631"/>
                    <a:pt x="26546" y="70346"/>
                    <a:pt x="24666" y="71824"/>
                  </a:cubicBezTo>
                  <a:cubicBezTo>
                    <a:pt x="26358" y="70389"/>
                    <a:pt x="28021" y="68322"/>
                    <a:pt x="29464" y="66746"/>
                  </a:cubicBezTo>
                  <a:cubicBezTo>
                    <a:pt x="29655" y="66541"/>
                    <a:pt x="29785" y="66388"/>
                    <a:pt x="29871" y="66275"/>
                  </a:cubicBezTo>
                  <a:cubicBezTo>
                    <a:pt x="30149" y="65981"/>
                    <a:pt x="30403" y="65660"/>
                    <a:pt x="30628" y="65325"/>
                  </a:cubicBezTo>
                  <a:cubicBezTo>
                    <a:pt x="30700" y="65210"/>
                    <a:pt x="30587" y="65080"/>
                    <a:pt x="30478" y="65077"/>
                  </a:cubicBezTo>
                  <a:cubicBezTo>
                    <a:pt x="32051" y="63186"/>
                    <a:pt x="33596" y="61272"/>
                    <a:pt x="35117" y="59338"/>
                  </a:cubicBezTo>
                  <a:cubicBezTo>
                    <a:pt x="37903" y="55792"/>
                    <a:pt x="42522" y="52550"/>
                    <a:pt x="43677" y="48041"/>
                  </a:cubicBezTo>
                  <a:cubicBezTo>
                    <a:pt x="43704" y="47933"/>
                    <a:pt x="43615" y="47841"/>
                    <a:pt x="43520" y="47841"/>
                  </a:cubicBezTo>
                  <a:cubicBezTo>
                    <a:pt x="43484" y="47841"/>
                    <a:pt x="43446" y="47855"/>
                    <a:pt x="43414" y="47888"/>
                  </a:cubicBezTo>
                  <a:cubicBezTo>
                    <a:pt x="41206" y="50206"/>
                    <a:pt x="39098" y="52579"/>
                    <a:pt x="37086" y="55045"/>
                  </a:cubicBezTo>
                  <a:cubicBezTo>
                    <a:pt x="37892" y="54043"/>
                    <a:pt x="38694" y="53041"/>
                    <a:pt x="39497" y="52039"/>
                  </a:cubicBezTo>
                  <a:cubicBezTo>
                    <a:pt x="41645" y="49588"/>
                    <a:pt x="43920" y="47204"/>
                    <a:pt x="46261" y="44972"/>
                  </a:cubicBezTo>
                  <a:cubicBezTo>
                    <a:pt x="47012" y="44256"/>
                    <a:pt x="47782" y="43572"/>
                    <a:pt x="48524" y="42870"/>
                  </a:cubicBezTo>
                  <a:lnTo>
                    <a:pt x="48524" y="42870"/>
                  </a:lnTo>
                  <a:cubicBezTo>
                    <a:pt x="48386" y="43087"/>
                    <a:pt x="48279" y="43318"/>
                    <a:pt x="48198" y="43563"/>
                  </a:cubicBezTo>
                  <a:cubicBezTo>
                    <a:pt x="48183" y="43612"/>
                    <a:pt x="48225" y="43648"/>
                    <a:pt x="48268" y="43648"/>
                  </a:cubicBezTo>
                  <a:cubicBezTo>
                    <a:pt x="48290" y="43648"/>
                    <a:pt x="48313" y="43638"/>
                    <a:pt x="48328" y="43615"/>
                  </a:cubicBezTo>
                  <a:cubicBezTo>
                    <a:pt x="48672" y="43072"/>
                    <a:pt x="49004" y="42538"/>
                    <a:pt x="49402" y="42030"/>
                  </a:cubicBezTo>
                  <a:cubicBezTo>
                    <a:pt x="49835" y="41482"/>
                    <a:pt x="50366" y="41049"/>
                    <a:pt x="50825" y="40535"/>
                  </a:cubicBezTo>
                  <a:cubicBezTo>
                    <a:pt x="50869" y="40486"/>
                    <a:pt x="50863" y="40411"/>
                    <a:pt x="50811" y="40373"/>
                  </a:cubicBezTo>
                  <a:cubicBezTo>
                    <a:pt x="51253" y="39781"/>
                    <a:pt x="51634" y="39149"/>
                    <a:pt x="51948" y="38482"/>
                  </a:cubicBezTo>
                  <a:cubicBezTo>
                    <a:pt x="51992" y="38387"/>
                    <a:pt x="51920" y="38252"/>
                    <a:pt x="51824" y="38252"/>
                  </a:cubicBezTo>
                  <a:cubicBezTo>
                    <a:pt x="51800" y="38252"/>
                    <a:pt x="51775" y="38260"/>
                    <a:pt x="51749" y="38280"/>
                  </a:cubicBezTo>
                  <a:cubicBezTo>
                    <a:pt x="51409" y="38537"/>
                    <a:pt x="51082" y="38817"/>
                    <a:pt x="50750" y="39088"/>
                  </a:cubicBezTo>
                  <a:cubicBezTo>
                    <a:pt x="51068" y="38577"/>
                    <a:pt x="51357" y="38046"/>
                    <a:pt x="51616" y="37503"/>
                  </a:cubicBezTo>
                  <a:cubicBezTo>
                    <a:pt x="51661" y="37413"/>
                    <a:pt x="51594" y="37303"/>
                    <a:pt x="51504" y="37303"/>
                  </a:cubicBezTo>
                  <a:cubicBezTo>
                    <a:pt x="51482" y="37303"/>
                    <a:pt x="51458" y="37310"/>
                    <a:pt x="51435" y="37324"/>
                  </a:cubicBezTo>
                  <a:cubicBezTo>
                    <a:pt x="51166" y="37486"/>
                    <a:pt x="50906" y="37659"/>
                    <a:pt x="50655" y="37847"/>
                  </a:cubicBezTo>
                  <a:cubicBezTo>
                    <a:pt x="51435" y="36952"/>
                    <a:pt x="52125" y="35996"/>
                    <a:pt x="52612" y="34937"/>
                  </a:cubicBezTo>
                  <a:cubicBezTo>
                    <a:pt x="52618" y="34917"/>
                    <a:pt x="52621" y="34896"/>
                    <a:pt x="52621" y="34876"/>
                  </a:cubicBezTo>
                  <a:cubicBezTo>
                    <a:pt x="53210" y="33742"/>
                    <a:pt x="53626" y="32561"/>
                    <a:pt x="53730" y="31467"/>
                  </a:cubicBezTo>
                  <a:cubicBezTo>
                    <a:pt x="53756" y="31389"/>
                    <a:pt x="53790" y="31311"/>
                    <a:pt x="53813" y="31233"/>
                  </a:cubicBezTo>
                  <a:cubicBezTo>
                    <a:pt x="53834" y="31166"/>
                    <a:pt x="53813" y="31097"/>
                    <a:pt x="53761" y="31057"/>
                  </a:cubicBezTo>
                  <a:cubicBezTo>
                    <a:pt x="53793" y="29581"/>
                    <a:pt x="53184" y="28314"/>
                    <a:pt x="51547" y="27621"/>
                  </a:cubicBezTo>
                  <a:cubicBezTo>
                    <a:pt x="51545" y="27526"/>
                    <a:pt x="51467" y="27464"/>
                    <a:pt x="51386" y="27464"/>
                  </a:cubicBezTo>
                  <a:cubicBezTo>
                    <a:pt x="51350" y="27464"/>
                    <a:pt x="51312" y="27477"/>
                    <a:pt x="51282" y="27506"/>
                  </a:cubicBezTo>
                  <a:lnTo>
                    <a:pt x="51270" y="27517"/>
                  </a:lnTo>
                  <a:cubicBezTo>
                    <a:pt x="50889" y="27379"/>
                    <a:pt x="50499" y="27272"/>
                    <a:pt x="50101" y="27205"/>
                  </a:cubicBezTo>
                  <a:cubicBezTo>
                    <a:pt x="48851" y="26989"/>
                    <a:pt x="48074" y="27162"/>
                    <a:pt x="47436" y="25987"/>
                  </a:cubicBezTo>
                  <a:cubicBezTo>
                    <a:pt x="47072" y="25314"/>
                    <a:pt x="45796" y="24884"/>
                    <a:pt x="45150" y="24596"/>
                  </a:cubicBezTo>
                  <a:cubicBezTo>
                    <a:pt x="43778" y="23986"/>
                    <a:pt x="42407" y="23412"/>
                    <a:pt x="41041" y="22777"/>
                  </a:cubicBezTo>
                  <a:cubicBezTo>
                    <a:pt x="40746" y="22638"/>
                    <a:pt x="40430" y="22604"/>
                    <a:pt x="40109" y="22604"/>
                  </a:cubicBezTo>
                  <a:cubicBezTo>
                    <a:pt x="39797" y="22604"/>
                    <a:pt x="39480" y="22637"/>
                    <a:pt x="39172" y="22637"/>
                  </a:cubicBezTo>
                  <a:cubicBezTo>
                    <a:pt x="38806" y="22637"/>
                    <a:pt x="38452" y="22591"/>
                    <a:pt x="38137" y="22390"/>
                  </a:cubicBezTo>
                  <a:cubicBezTo>
                    <a:pt x="38608" y="19012"/>
                    <a:pt x="34930" y="17335"/>
                    <a:pt x="32253" y="16215"/>
                  </a:cubicBezTo>
                  <a:cubicBezTo>
                    <a:pt x="32260" y="16127"/>
                    <a:pt x="32183" y="16036"/>
                    <a:pt x="32099" y="16036"/>
                  </a:cubicBezTo>
                  <a:cubicBezTo>
                    <a:pt x="32074" y="16036"/>
                    <a:pt x="32049" y="16044"/>
                    <a:pt x="32025" y="16062"/>
                  </a:cubicBezTo>
                  <a:cubicBezTo>
                    <a:pt x="32008" y="16076"/>
                    <a:pt x="31996" y="16090"/>
                    <a:pt x="31979" y="16102"/>
                  </a:cubicBezTo>
                  <a:cubicBezTo>
                    <a:pt x="30672" y="15557"/>
                    <a:pt x="29263" y="14981"/>
                    <a:pt x="27830" y="14981"/>
                  </a:cubicBezTo>
                  <a:cubicBezTo>
                    <a:pt x="27509" y="14981"/>
                    <a:pt x="27188" y="15010"/>
                    <a:pt x="26866" y="15074"/>
                  </a:cubicBezTo>
                  <a:cubicBezTo>
                    <a:pt x="26863" y="15074"/>
                    <a:pt x="26860" y="15074"/>
                    <a:pt x="26857" y="15077"/>
                  </a:cubicBezTo>
                  <a:cubicBezTo>
                    <a:pt x="26842" y="15072"/>
                    <a:pt x="26825" y="15069"/>
                    <a:pt x="26809" y="15069"/>
                  </a:cubicBezTo>
                  <a:cubicBezTo>
                    <a:pt x="26771" y="15069"/>
                    <a:pt x="26734" y="15083"/>
                    <a:pt x="26707" y="15112"/>
                  </a:cubicBezTo>
                  <a:cubicBezTo>
                    <a:pt x="25097" y="15479"/>
                    <a:pt x="22400" y="16711"/>
                    <a:pt x="20274" y="16711"/>
                  </a:cubicBezTo>
                  <a:cubicBezTo>
                    <a:pt x="18746" y="16711"/>
                    <a:pt x="17513" y="16074"/>
                    <a:pt x="17195" y="14020"/>
                  </a:cubicBezTo>
                  <a:cubicBezTo>
                    <a:pt x="17224" y="13986"/>
                    <a:pt x="17252" y="13954"/>
                    <a:pt x="17278" y="13916"/>
                  </a:cubicBezTo>
                  <a:cubicBezTo>
                    <a:pt x="17369" y="13795"/>
                    <a:pt x="17239" y="13653"/>
                    <a:pt x="17117" y="13653"/>
                  </a:cubicBezTo>
                  <a:cubicBezTo>
                    <a:pt x="17111" y="13653"/>
                    <a:pt x="17105" y="13653"/>
                    <a:pt x="17099" y="13654"/>
                  </a:cubicBezTo>
                  <a:cubicBezTo>
                    <a:pt x="17063" y="13609"/>
                    <a:pt x="17009" y="13587"/>
                    <a:pt x="16958" y="13587"/>
                  </a:cubicBezTo>
                  <a:cubicBezTo>
                    <a:pt x="16883" y="13587"/>
                    <a:pt x="16817" y="13635"/>
                    <a:pt x="16825" y="13735"/>
                  </a:cubicBezTo>
                  <a:cubicBezTo>
                    <a:pt x="16831" y="13792"/>
                    <a:pt x="16840" y="13844"/>
                    <a:pt x="16845" y="13899"/>
                  </a:cubicBezTo>
                  <a:cubicBezTo>
                    <a:pt x="16389" y="14471"/>
                    <a:pt x="15962" y="15040"/>
                    <a:pt x="15569" y="15626"/>
                  </a:cubicBezTo>
                  <a:cubicBezTo>
                    <a:pt x="15513" y="15531"/>
                    <a:pt x="15440" y="15484"/>
                    <a:pt x="15348" y="15484"/>
                  </a:cubicBezTo>
                  <a:cubicBezTo>
                    <a:pt x="15181" y="15484"/>
                    <a:pt x="14954" y="15643"/>
                    <a:pt x="14669" y="15960"/>
                  </a:cubicBezTo>
                  <a:cubicBezTo>
                    <a:pt x="15229" y="15091"/>
                    <a:pt x="15742" y="14194"/>
                    <a:pt x="16202" y="13270"/>
                  </a:cubicBezTo>
                  <a:cubicBezTo>
                    <a:pt x="16239" y="13195"/>
                    <a:pt x="16219" y="13105"/>
                    <a:pt x="16155" y="13053"/>
                  </a:cubicBezTo>
                  <a:lnTo>
                    <a:pt x="16155" y="13053"/>
                  </a:lnTo>
                  <a:cubicBezTo>
                    <a:pt x="16323" y="13094"/>
                    <a:pt x="16453" y="13123"/>
                    <a:pt x="16531" y="13134"/>
                  </a:cubicBezTo>
                  <a:cubicBezTo>
                    <a:pt x="16534" y="13135"/>
                    <a:pt x="16538" y="13135"/>
                    <a:pt x="16541" y="13135"/>
                  </a:cubicBezTo>
                  <a:cubicBezTo>
                    <a:pt x="16606" y="13135"/>
                    <a:pt x="16631" y="13038"/>
                    <a:pt x="16559" y="13022"/>
                  </a:cubicBezTo>
                  <a:cubicBezTo>
                    <a:pt x="15255" y="12736"/>
                    <a:pt x="14054" y="11933"/>
                    <a:pt x="12870" y="11324"/>
                  </a:cubicBezTo>
                  <a:cubicBezTo>
                    <a:pt x="12607" y="11185"/>
                    <a:pt x="13202" y="10677"/>
                    <a:pt x="13294" y="10518"/>
                  </a:cubicBezTo>
                  <a:cubicBezTo>
                    <a:pt x="13834" y="9600"/>
                    <a:pt x="13268" y="7926"/>
                    <a:pt x="12873" y="7060"/>
                  </a:cubicBezTo>
                  <a:cubicBezTo>
                    <a:pt x="12709" y="6700"/>
                    <a:pt x="12450" y="6555"/>
                    <a:pt x="12131" y="6555"/>
                  </a:cubicBezTo>
                  <a:cubicBezTo>
                    <a:pt x="10839" y="6555"/>
                    <a:pt x="8583" y="8959"/>
                    <a:pt x="7890" y="9170"/>
                  </a:cubicBezTo>
                  <a:cubicBezTo>
                    <a:pt x="7655" y="9242"/>
                    <a:pt x="7435" y="9275"/>
                    <a:pt x="7232" y="9275"/>
                  </a:cubicBezTo>
                  <a:cubicBezTo>
                    <a:pt x="7028" y="9275"/>
                    <a:pt x="6840" y="9242"/>
                    <a:pt x="6669" y="9185"/>
                  </a:cubicBezTo>
                  <a:cubicBezTo>
                    <a:pt x="6640" y="9162"/>
                    <a:pt x="6605" y="9147"/>
                    <a:pt x="6570" y="9144"/>
                  </a:cubicBezTo>
                  <a:cubicBezTo>
                    <a:pt x="5286" y="8613"/>
                    <a:pt x="4934" y="6537"/>
                    <a:pt x="5595" y="5354"/>
                  </a:cubicBezTo>
                  <a:cubicBezTo>
                    <a:pt x="6218" y="4236"/>
                    <a:pt x="7387" y="3350"/>
                    <a:pt x="8404" y="2628"/>
                  </a:cubicBezTo>
                  <a:cubicBezTo>
                    <a:pt x="9226" y="2045"/>
                    <a:pt x="9825" y="1881"/>
                    <a:pt x="10478" y="1881"/>
                  </a:cubicBezTo>
                  <a:cubicBezTo>
                    <a:pt x="11023" y="1881"/>
                    <a:pt x="11604" y="1995"/>
                    <a:pt x="12385" y="2074"/>
                  </a:cubicBezTo>
                  <a:cubicBezTo>
                    <a:pt x="12413" y="2077"/>
                    <a:pt x="12441" y="2079"/>
                    <a:pt x="12467" y="2079"/>
                  </a:cubicBezTo>
                  <a:cubicBezTo>
                    <a:pt x="12786" y="2079"/>
                    <a:pt x="12994" y="1865"/>
                    <a:pt x="13231" y="1684"/>
                  </a:cubicBezTo>
                  <a:cubicBezTo>
                    <a:pt x="13713" y="1310"/>
                    <a:pt x="14164" y="1142"/>
                    <a:pt x="14573" y="1142"/>
                  </a:cubicBezTo>
                  <a:cubicBezTo>
                    <a:pt x="15317" y="1142"/>
                    <a:pt x="15921" y="1697"/>
                    <a:pt x="16320" y="2565"/>
                  </a:cubicBezTo>
                  <a:cubicBezTo>
                    <a:pt x="16713" y="3429"/>
                    <a:pt x="17287" y="3754"/>
                    <a:pt x="18014" y="3754"/>
                  </a:cubicBezTo>
                  <a:cubicBezTo>
                    <a:pt x="18317" y="3754"/>
                    <a:pt x="18646" y="3698"/>
                    <a:pt x="18999" y="3601"/>
                  </a:cubicBezTo>
                  <a:cubicBezTo>
                    <a:pt x="19114" y="3569"/>
                    <a:pt x="19140" y="3451"/>
                    <a:pt x="19100" y="3356"/>
                  </a:cubicBezTo>
                  <a:cubicBezTo>
                    <a:pt x="18728" y="2475"/>
                    <a:pt x="17942" y="1217"/>
                    <a:pt x="18647" y="229"/>
                  </a:cubicBezTo>
                  <a:cubicBezTo>
                    <a:pt x="18723" y="125"/>
                    <a:pt x="18613" y="0"/>
                    <a:pt x="185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4" name="Google Shape;4294;p56"/>
            <p:cNvSpPr/>
            <p:nvPr/>
          </p:nvSpPr>
          <p:spPr>
            <a:xfrm>
              <a:off x="2003525" y="3325225"/>
              <a:ext cx="305325" cy="147250"/>
            </a:xfrm>
            <a:custGeom>
              <a:avLst/>
              <a:gdLst/>
              <a:ahLst/>
              <a:cxnLst/>
              <a:rect l="l" t="t" r="r" b="b"/>
              <a:pathLst>
                <a:path w="12213" h="5890" extrusionOk="0">
                  <a:moveTo>
                    <a:pt x="2191" y="1056"/>
                  </a:moveTo>
                  <a:cubicBezTo>
                    <a:pt x="2082" y="1388"/>
                    <a:pt x="1975" y="1723"/>
                    <a:pt x="1836" y="2047"/>
                  </a:cubicBezTo>
                  <a:cubicBezTo>
                    <a:pt x="1698" y="1937"/>
                    <a:pt x="1559" y="1824"/>
                    <a:pt x="1423" y="1706"/>
                  </a:cubicBezTo>
                  <a:cubicBezTo>
                    <a:pt x="1672" y="1478"/>
                    <a:pt x="1929" y="1264"/>
                    <a:pt x="2191" y="1056"/>
                  </a:cubicBezTo>
                  <a:close/>
                  <a:moveTo>
                    <a:pt x="3459" y="1256"/>
                  </a:moveTo>
                  <a:lnTo>
                    <a:pt x="3459" y="1256"/>
                  </a:lnTo>
                  <a:cubicBezTo>
                    <a:pt x="3245" y="1746"/>
                    <a:pt x="3008" y="2223"/>
                    <a:pt x="2887" y="2751"/>
                  </a:cubicBezTo>
                  <a:cubicBezTo>
                    <a:pt x="2884" y="2765"/>
                    <a:pt x="2890" y="2774"/>
                    <a:pt x="2890" y="2786"/>
                  </a:cubicBezTo>
                  <a:cubicBezTo>
                    <a:pt x="2607" y="2621"/>
                    <a:pt x="2339" y="2439"/>
                    <a:pt x="2079" y="2237"/>
                  </a:cubicBezTo>
                  <a:cubicBezTo>
                    <a:pt x="2541" y="1911"/>
                    <a:pt x="2988" y="1567"/>
                    <a:pt x="3459" y="1256"/>
                  </a:cubicBezTo>
                  <a:close/>
                  <a:moveTo>
                    <a:pt x="4207" y="1986"/>
                  </a:moveTo>
                  <a:lnTo>
                    <a:pt x="4207" y="1986"/>
                  </a:lnTo>
                  <a:cubicBezTo>
                    <a:pt x="4065" y="2358"/>
                    <a:pt x="3883" y="2711"/>
                    <a:pt x="3658" y="3037"/>
                  </a:cubicBezTo>
                  <a:cubicBezTo>
                    <a:pt x="3641" y="3062"/>
                    <a:pt x="3635" y="3093"/>
                    <a:pt x="3638" y="3123"/>
                  </a:cubicBezTo>
                  <a:lnTo>
                    <a:pt x="3638" y="3123"/>
                  </a:lnTo>
                  <a:cubicBezTo>
                    <a:pt x="3462" y="3066"/>
                    <a:pt x="3288" y="2994"/>
                    <a:pt x="3124" y="2907"/>
                  </a:cubicBezTo>
                  <a:cubicBezTo>
                    <a:pt x="3130" y="2904"/>
                    <a:pt x="3138" y="2904"/>
                    <a:pt x="3144" y="2901"/>
                  </a:cubicBezTo>
                  <a:cubicBezTo>
                    <a:pt x="3505" y="2604"/>
                    <a:pt x="3854" y="2292"/>
                    <a:pt x="4207" y="1986"/>
                  </a:cubicBezTo>
                  <a:close/>
                  <a:moveTo>
                    <a:pt x="2837" y="346"/>
                  </a:moveTo>
                  <a:cubicBezTo>
                    <a:pt x="3987" y="346"/>
                    <a:pt x="5059" y="1056"/>
                    <a:pt x="6187" y="1992"/>
                  </a:cubicBezTo>
                  <a:cubicBezTo>
                    <a:pt x="6496" y="2243"/>
                    <a:pt x="6834" y="2581"/>
                    <a:pt x="7197" y="2846"/>
                  </a:cubicBezTo>
                  <a:cubicBezTo>
                    <a:pt x="7013" y="2953"/>
                    <a:pt x="6822" y="3066"/>
                    <a:pt x="6629" y="3164"/>
                  </a:cubicBezTo>
                  <a:cubicBezTo>
                    <a:pt x="6588" y="3051"/>
                    <a:pt x="6551" y="2947"/>
                    <a:pt x="6519" y="2846"/>
                  </a:cubicBezTo>
                  <a:cubicBezTo>
                    <a:pt x="6548" y="2731"/>
                    <a:pt x="6574" y="2618"/>
                    <a:pt x="6609" y="2503"/>
                  </a:cubicBezTo>
                  <a:cubicBezTo>
                    <a:pt x="6637" y="2408"/>
                    <a:pt x="6561" y="2342"/>
                    <a:pt x="6481" y="2342"/>
                  </a:cubicBezTo>
                  <a:cubicBezTo>
                    <a:pt x="6449" y="2342"/>
                    <a:pt x="6416" y="2353"/>
                    <a:pt x="6389" y="2376"/>
                  </a:cubicBezTo>
                  <a:cubicBezTo>
                    <a:pt x="6152" y="2578"/>
                    <a:pt x="5910" y="2745"/>
                    <a:pt x="5676" y="2927"/>
                  </a:cubicBezTo>
                  <a:cubicBezTo>
                    <a:pt x="5748" y="2765"/>
                    <a:pt x="5823" y="2604"/>
                    <a:pt x="5919" y="2410"/>
                  </a:cubicBezTo>
                  <a:cubicBezTo>
                    <a:pt x="5951" y="2346"/>
                    <a:pt x="5902" y="2259"/>
                    <a:pt x="5837" y="2259"/>
                  </a:cubicBezTo>
                  <a:cubicBezTo>
                    <a:pt x="5821" y="2259"/>
                    <a:pt x="5803" y="2265"/>
                    <a:pt x="5786" y="2278"/>
                  </a:cubicBezTo>
                  <a:cubicBezTo>
                    <a:pt x="5485" y="2488"/>
                    <a:pt x="5200" y="2716"/>
                    <a:pt x="4925" y="2959"/>
                  </a:cubicBezTo>
                  <a:cubicBezTo>
                    <a:pt x="4876" y="3006"/>
                    <a:pt x="4923" y="3071"/>
                    <a:pt x="4976" y="3071"/>
                  </a:cubicBezTo>
                  <a:cubicBezTo>
                    <a:pt x="4991" y="3071"/>
                    <a:pt x="5007" y="3066"/>
                    <a:pt x="5021" y="3054"/>
                  </a:cubicBezTo>
                  <a:cubicBezTo>
                    <a:pt x="5359" y="2774"/>
                    <a:pt x="5518" y="2668"/>
                    <a:pt x="5569" y="2668"/>
                  </a:cubicBezTo>
                  <a:cubicBezTo>
                    <a:pt x="5642" y="2668"/>
                    <a:pt x="5496" y="2884"/>
                    <a:pt x="5347" y="3115"/>
                  </a:cubicBezTo>
                  <a:cubicBezTo>
                    <a:pt x="5136" y="3187"/>
                    <a:pt x="4917" y="3233"/>
                    <a:pt x="4694" y="3248"/>
                  </a:cubicBezTo>
                  <a:cubicBezTo>
                    <a:pt x="4729" y="3239"/>
                    <a:pt x="4755" y="3219"/>
                    <a:pt x="4772" y="3187"/>
                  </a:cubicBezTo>
                  <a:cubicBezTo>
                    <a:pt x="5000" y="2763"/>
                    <a:pt x="5214" y="2330"/>
                    <a:pt x="5431" y="1899"/>
                  </a:cubicBezTo>
                  <a:cubicBezTo>
                    <a:pt x="5484" y="1790"/>
                    <a:pt x="5389" y="1661"/>
                    <a:pt x="5288" y="1661"/>
                  </a:cubicBezTo>
                  <a:cubicBezTo>
                    <a:pt x="5253" y="1661"/>
                    <a:pt x="5218" y="1676"/>
                    <a:pt x="5188" y="1712"/>
                  </a:cubicBezTo>
                  <a:cubicBezTo>
                    <a:pt x="4914" y="2041"/>
                    <a:pt x="4605" y="2335"/>
                    <a:pt x="4267" y="2595"/>
                  </a:cubicBezTo>
                  <a:cubicBezTo>
                    <a:pt x="4446" y="2260"/>
                    <a:pt x="4590" y="1905"/>
                    <a:pt x="4689" y="1539"/>
                  </a:cubicBezTo>
                  <a:cubicBezTo>
                    <a:pt x="4717" y="1427"/>
                    <a:pt x="4635" y="1353"/>
                    <a:pt x="4544" y="1353"/>
                  </a:cubicBezTo>
                  <a:cubicBezTo>
                    <a:pt x="4507" y="1353"/>
                    <a:pt x="4470" y="1365"/>
                    <a:pt x="4437" y="1391"/>
                  </a:cubicBezTo>
                  <a:cubicBezTo>
                    <a:pt x="4062" y="1697"/>
                    <a:pt x="3698" y="2021"/>
                    <a:pt x="3332" y="2335"/>
                  </a:cubicBezTo>
                  <a:cubicBezTo>
                    <a:pt x="3508" y="1845"/>
                    <a:pt x="3753" y="1383"/>
                    <a:pt x="3938" y="892"/>
                  </a:cubicBezTo>
                  <a:cubicBezTo>
                    <a:pt x="3977" y="786"/>
                    <a:pt x="3879" y="701"/>
                    <a:pt x="3784" y="701"/>
                  </a:cubicBezTo>
                  <a:cubicBezTo>
                    <a:pt x="3759" y="701"/>
                    <a:pt x="3735" y="706"/>
                    <a:pt x="3713" y="719"/>
                  </a:cubicBezTo>
                  <a:cubicBezTo>
                    <a:pt x="3190" y="1007"/>
                    <a:pt x="2731" y="1377"/>
                    <a:pt x="2258" y="1732"/>
                  </a:cubicBezTo>
                  <a:cubicBezTo>
                    <a:pt x="2373" y="1388"/>
                    <a:pt x="2480" y="1045"/>
                    <a:pt x="2622" y="710"/>
                  </a:cubicBezTo>
                  <a:cubicBezTo>
                    <a:pt x="2661" y="618"/>
                    <a:pt x="2595" y="482"/>
                    <a:pt x="2500" y="482"/>
                  </a:cubicBezTo>
                  <a:cubicBezTo>
                    <a:pt x="2475" y="482"/>
                    <a:pt x="2449" y="490"/>
                    <a:pt x="2422" y="511"/>
                  </a:cubicBezTo>
                  <a:cubicBezTo>
                    <a:pt x="2203" y="675"/>
                    <a:pt x="1986" y="846"/>
                    <a:pt x="1773" y="1019"/>
                  </a:cubicBezTo>
                  <a:cubicBezTo>
                    <a:pt x="1888" y="840"/>
                    <a:pt x="2015" y="670"/>
                    <a:pt x="2151" y="508"/>
                  </a:cubicBezTo>
                  <a:cubicBezTo>
                    <a:pt x="2171" y="485"/>
                    <a:pt x="2180" y="456"/>
                    <a:pt x="2180" y="424"/>
                  </a:cubicBezTo>
                  <a:cubicBezTo>
                    <a:pt x="2402" y="371"/>
                    <a:pt x="2621" y="346"/>
                    <a:pt x="2837" y="346"/>
                  </a:cubicBezTo>
                  <a:close/>
                  <a:moveTo>
                    <a:pt x="7555" y="3074"/>
                  </a:moveTo>
                  <a:cubicBezTo>
                    <a:pt x="7729" y="3170"/>
                    <a:pt x="7919" y="3236"/>
                    <a:pt x="8113" y="3268"/>
                  </a:cubicBezTo>
                  <a:cubicBezTo>
                    <a:pt x="8156" y="3274"/>
                    <a:pt x="8196" y="3276"/>
                    <a:pt x="8240" y="3282"/>
                  </a:cubicBezTo>
                  <a:cubicBezTo>
                    <a:pt x="7940" y="3452"/>
                    <a:pt x="7334" y="3745"/>
                    <a:pt x="7247" y="3924"/>
                  </a:cubicBezTo>
                  <a:lnTo>
                    <a:pt x="7247" y="3924"/>
                  </a:lnTo>
                  <a:cubicBezTo>
                    <a:pt x="7391" y="3622"/>
                    <a:pt x="7420" y="3357"/>
                    <a:pt x="7555" y="3074"/>
                  </a:cubicBezTo>
                  <a:close/>
                  <a:moveTo>
                    <a:pt x="8551" y="3314"/>
                  </a:moveTo>
                  <a:lnTo>
                    <a:pt x="8551" y="3314"/>
                  </a:lnTo>
                  <a:cubicBezTo>
                    <a:pt x="8736" y="3334"/>
                    <a:pt x="8921" y="3357"/>
                    <a:pt x="9106" y="3375"/>
                  </a:cubicBezTo>
                  <a:cubicBezTo>
                    <a:pt x="8777" y="3637"/>
                    <a:pt x="8456" y="3915"/>
                    <a:pt x="8147" y="4203"/>
                  </a:cubicBezTo>
                  <a:cubicBezTo>
                    <a:pt x="8289" y="3940"/>
                    <a:pt x="8422" y="3678"/>
                    <a:pt x="8543" y="3401"/>
                  </a:cubicBezTo>
                  <a:cubicBezTo>
                    <a:pt x="8554" y="3375"/>
                    <a:pt x="8557" y="3343"/>
                    <a:pt x="8551" y="3314"/>
                  </a:cubicBezTo>
                  <a:close/>
                  <a:moveTo>
                    <a:pt x="8078" y="3710"/>
                  </a:moveTo>
                  <a:lnTo>
                    <a:pt x="8078" y="3710"/>
                  </a:lnTo>
                  <a:cubicBezTo>
                    <a:pt x="7902" y="4059"/>
                    <a:pt x="7714" y="4400"/>
                    <a:pt x="7512" y="4737"/>
                  </a:cubicBezTo>
                  <a:cubicBezTo>
                    <a:pt x="7371" y="4564"/>
                    <a:pt x="7241" y="4379"/>
                    <a:pt x="7125" y="4186"/>
                  </a:cubicBezTo>
                  <a:cubicBezTo>
                    <a:pt x="7457" y="4059"/>
                    <a:pt x="7778" y="3900"/>
                    <a:pt x="8078" y="3710"/>
                  </a:cubicBezTo>
                  <a:close/>
                  <a:moveTo>
                    <a:pt x="9524" y="3427"/>
                  </a:moveTo>
                  <a:cubicBezTo>
                    <a:pt x="9813" y="3455"/>
                    <a:pt x="10102" y="3484"/>
                    <a:pt x="10388" y="3542"/>
                  </a:cubicBezTo>
                  <a:cubicBezTo>
                    <a:pt x="10407" y="3545"/>
                    <a:pt x="10418" y="3553"/>
                    <a:pt x="10437" y="3559"/>
                  </a:cubicBezTo>
                  <a:lnTo>
                    <a:pt x="10437" y="3559"/>
                  </a:lnTo>
                  <a:cubicBezTo>
                    <a:pt x="9892" y="3945"/>
                    <a:pt x="9417" y="4409"/>
                    <a:pt x="8924" y="4853"/>
                  </a:cubicBezTo>
                  <a:cubicBezTo>
                    <a:pt x="9166" y="4397"/>
                    <a:pt x="9394" y="3938"/>
                    <a:pt x="9524" y="3427"/>
                  </a:cubicBezTo>
                  <a:close/>
                  <a:moveTo>
                    <a:pt x="10731" y="3646"/>
                  </a:moveTo>
                  <a:lnTo>
                    <a:pt x="10731" y="3646"/>
                  </a:lnTo>
                  <a:cubicBezTo>
                    <a:pt x="10922" y="3730"/>
                    <a:pt x="11031" y="3842"/>
                    <a:pt x="11072" y="3972"/>
                  </a:cubicBezTo>
                  <a:cubicBezTo>
                    <a:pt x="11054" y="3972"/>
                    <a:pt x="11037" y="3978"/>
                    <a:pt x="11020" y="3990"/>
                  </a:cubicBezTo>
                  <a:cubicBezTo>
                    <a:pt x="10659" y="4290"/>
                    <a:pt x="10341" y="4639"/>
                    <a:pt x="10007" y="4965"/>
                  </a:cubicBezTo>
                  <a:cubicBezTo>
                    <a:pt x="10252" y="4558"/>
                    <a:pt x="10494" y="4154"/>
                    <a:pt x="10720" y="3736"/>
                  </a:cubicBezTo>
                  <a:cubicBezTo>
                    <a:pt x="10731" y="3707"/>
                    <a:pt x="10737" y="3678"/>
                    <a:pt x="10731" y="3646"/>
                  </a:cubicBezTo>
                  <a:close/>
                  <a:moveTo>
                    <a:pt x="9086" y="3790"/>
                  </a:moveTo>
                  <a:lnTo>
                    <a:pt x="9086" y="3790"/>
                  </a:lnTo>
                  <a:cubicBezTo>
                    <a:pt x="8869" y="4348"/>
                    <a:pt x="8551" y="4861"/>
                    <a:pt x="8289" y="5404"/>
                  </a:cubicBezTo>
                  <a:cubicBezTo>
                    <a:pt x="8087" y="5292"/>
                    <a:pt x="7899" y="5150"/>
                    <a:pt x="7737" y="4986"/>
                  </a:cubicBezTo>
                  <a:lnTo>
                    <a:pt x="7737" y="4983"/>
                  </a:lnTo>
                  <a:cubicBezTo>
                    <a:pt x="8191" y="4587"/>
                    <a:pt x="8627" y="4174"/>
                    <a:pt x="9086" y="3790"/>
                  </a:cubicBezTo>
                  <a:close/>
                  <a:moveTo>
                    <a:pt x="10018" y="4301"/>
                  </a:moveTo>
                  <a:cubicBezTo>
                    <a:pt x="9761" y="4734"/>
                    <a:pt x="9501" y="5162"/>
                    <a:pt x="9262" y="5606"/>
                  </a:cubicBezTo>
                  <a:cubicBezTo>
                    <a:pt x="9202" y="5613"/>
                    <a:pt x="9142" y="5617"/>
                    <a:pt x="9082" y="5617"/>
                  </a:cubicBezTo>
                  <a:cubicBezTo>
                    <a:pt x="8919" y="5617"/>
                    <a:pt x="8757" y="5591"/>
                    <a:pt x="8603" y="5543"/>
                  </a:cubicBezTo>
                  <a:lnTo>
                    <a:pt x="8603" y="5540"/>
                  </a:lnTo>
                  <a:cubicBezTo>
                    <a:pt x="9097" y="5150"/>
                    <a:pt x="9542" y="4708"/>
                    <a:pt x="10018" y="4301"/>
                  </a:cubicBezTo>
                  <a:close/>
                  <a:moveTo>
                    <a:pt x="2955" y="0"/>
                  </a:moveTo>
                  <a:cubicBezTo>
                    <a:pt x="2104" y="0"/>
                    <a:pt x="1362" y="380"/>
                    <a:pt x="609" y="1016"/>
                  </a:cubicBezTo>
                  <a:cubicBezTo>
                    <a:pt x="505" y="929"/>
                    <a:pt x="401" y="843"/>
                    <a:pt x="298" y="759"/>
                  </a:cubicBezTo>
                  <a:cubicBezTo>
                    <a:pt x="263" y="733"/>
                    <a:pt x="228" y="721"/>
                    <a:pt x="195" y="721"/>
                  </a:cubicBezTo>
                  <a:cubicBezTo>
                    <a:pt x="83" y="721"/>
                    <a:pt x="1" y="851"/>
                    <a:pt x="90" y="967"/>
                  </a:cubicBezTo>
                  <a:cubicBezTo>
                    <a:pt x="165" y="1062"/>
                    <a:pt x="260" y="1157"/>
                    <a:pt x="344" y="1256"/>
                  </a:cubicBezTo>
                  <a:cubicBezTo>
                    <a:pt x="300" y="1314"/>
                    <a:pt x="351" y="1381"/>
                    <a:pt x="413" y="1381"/>
                  </a:cubicBezTo>
                  <a:cubicBezTo>
                    <a:pt x="424" y="1381"/>
                    <a:pt x="436" y="1379"/>
                    <a:pt x="448" y="1374"/>
                  </a:cubicBezTo>
                  <a:cubicBezTo>
                    <a:pt x="1161" y="2168"/>
                    <a:pt x="2122" y="2942"/>
                    <a:pt x="3066" y="3308"/>
                  </a:cubicBezTo>
                  <a:cubicBezTo>
                    <a:pt x="3274" y="3392"/>
                    <a:pt x="4334" y="3467"/>
                    <a:pt x="5188" y="3490"/>
                  </a:cubicBezTo>
                  <a:cubicBezTo>
                    <a:pt x="5212" y="3536"/>
                    <a:pt x="5257" y="3569"/>
                    <a:pt x="5304" y="3569"/>
                  </a:cubicBezTo>
                  <a:cubicBezTo>
                    <a:pt x="5332" y="3569"/>
                    <a:pt x="5360" y="3557"/>
                    <a:pt x="5384" y="3531"/>
                  </a:cubicBezTo>
                  <a:cubicBezTo>
                    <a:pt x="5399" y="3516"/>
                    <a:pt x="5413" y="3507"/>
                    <a:pt x="5425" y="3493"/>
                  </a:cubicBezTo>
                  <a:cubicBezTo>
                    <a:pt x="5483" y="3494"/>
                    <a:pt x="5539" y="3494"/>
                    <a:pt x="5593" y="3494"/>
                  </a:cubicBezTo>
                  <a:cubicBezTo>
                    <a:pt x="5768" y="3494"/>
                    <a:pt x="5921" y="3490"/>
                    <a:pt x="6043" y="3481"/>
                  </a:cubicBezTo>
                  <a:lnTo>
                    <a:pt x="6043" y="3481"/>
                  </a:lnTo>
                  <a:cubicBezTo>
                    <a:pt x="5991" y="3578"/>
                    <a:pt x="6066" y="3683"/>
                    <a:pt x="6160" y="3683"/>
                  </a:cubicBezTo>
                  <a:cubicBezTo>
                    <a:pt x="6181" y="3683"/>
                    <a:pt x="6203" y="3678"/>
                    <a:pt x="6225" y="3666"/>
                  </a:cubicBezTo>
                  <a:cubicBezTo>
                    <a:pt x="6288" y="3634"/>
                    <a:pt x="6346" y="3606"/>
                    <a:pt x="6406" y="3577"/>
                  </a:cubicBezTo>
                  <a:cubicBezTo>
                    <a:pt x="6658" y="4091"/>
                    <a:pt x="7001" y="4555"/>
                    <a:pt x="7420" y="4948"/>
                  </a:cubicBezTo>
                  <a:cubicBezTo>
                    <a:pt x="7420" y="5025"/>
                    <a:pt x="7484" y="5088"/>
                    <a:pt x="7560" y="5088"/>
                  </a:cubicBezTo>
                  <a:cubicBezTo>
                    <a:pt x="7566" y="5088"/>
                    <a:pt x="7572" y="5088"/>
                    <a:pt x="7579" y="5087"/>
                  </a:cubicBezTo>
                  <a:cubicBezTo>
                    <a:pt x="7798" y="5274"/>
                    <a:pt x="8040" y="5439"/>
                    <a:pt x="8300" y="5572"/>
                  </a:cubicBezTo>
                  <a:cubicBezTo>
                    <a:pt x="8328" y="5613"/>
                    <a:pt x="8371" y="5638"/>
                    <a:pt x="8419" y="5638"/>
                  </a:cubicBezTo>
                  <a:cubicBezTo>
                    <a:pt x="8422" y="5638"/>
                    <a:pt x="8425" y="5638"/>
                    <a:pt x="8427" y="5638"/>
                  </a:cubicBezTo>
                  <a:cubicBezTo>
                    <a:pt x="8776" y="5799"/>
                    <a:pt x="9138" y="5890"/>
                    <a:pt x="9494" y="5890"/>
                  </a:cubicBezTo>
                  <a:cubicBezTo>
                    <a:pt x="10284" y="5890"/>
                    <a:pt x="11049" y="5444"/>
                    <a:pt x="11594" y="4324"/>
                  </a:cubicBezTo>
                  <a:cubicBezTo>
                    <a:pt x="12212" y="3054"/>
                    <a:pt x="8904" y="3005"/>
                    <a:pt x="8375" y="2962"/>
                  </a:cubicBezTo>
                  <a:cubicBezTo>
                    <a:pt x="8139" y="2942"/>
                    <a:pt x="7913" y="2864"/>
                    <a:pt x="7694" y="2765"/>
                  </a:cubicBezTo>
                  <a:cubicBezTo>
                    <a:pt x="7678" y="2703"/>
                    <a:pt x="7621" y="2663"/>
                    <a:pt x="7560" y="2663"/>
                  </a:cubicBezTo>
                  <a:cubicBezTo>
                    <a:pt x="7542" y="2663"/>
                    <a:pt x="7524" y="2666"/>
                    <a:pt x="7506" y="2673"/>
                  </a:cubicBezTo>
                  <a:cubicBezTo>
                    <a:pt x="6392" y="2084"/>
                    <a:pt x="5428" y="745"/>
                    <a:pt x="4290" y="286"/>
                  </a:cubicBezTo>
                  <a:cubicBezTo>
                    <a:pt x="3810" y="90"/>
                    <a:pt x="3370" y="0"/>
                    <a:pt x="295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5" name="Google Shape;4295;p56"/>
            <p:cNvSpPr/>
            <p:nvPr/>
          </p:nvSpPr>
          <p:spPr>
            <a:xfrm>
              <a:off x="2053850" y="2646725"/>
              <a:ext cx="613050" cy="516425"/>
            </a:xfrm>
            <a:custGeom>
              <a:avLst/>
              <a:gdLst/>
              <a:ahLst/>
              <a:cxnLst/>
              <a:rect l="l" t="t" r="r" b="b"/>
              <a:pathLst>
                <a:path w="24522" h="20657" extrusionOk="0">
                  <a:moveTo>
                    <a:pt x="19439" y="1"/>
                  </a:moveTo>
                  <a:cubicBezTo>
                    <a:pt x="19306" y="1"/>
                    <a:pt x="19174" y="135"/>
                    <a:pt x="19267" y="276"/>
                  </a:cubicBezTo>
                  <a:cubicBezTo>
                    <a:pt x="19695" y="920"/>
                    <a:pt x="19787" y="1223"/>
                    <a:pt x="20540" y="1538"/>
                  </a:cubicBezTo>
                  <a:cubicBezTo>
                    <a:pt x="22247" y="2257"/>
                    <a:pt x="21776" y="4864"/>
                    <a:pt x="19934" y="4968"/>
                  </a:cubicBezTo>
                  <a:cubicBezTo>
                    <a:pt x="19054" y="5017"/>
                    <a:pt x="18410" y="5173"/>
                    <a:pt x="17463" y="5256"/>
                  </a:cubicBezTo>
                  <a:cubicBezTo>
                    <a:pt x="15849" y="5395"/>
                    <a:pt x="14294" y="7939"/>
                    <a:pt x="12733" y="7939"/>
                  </a:cubicBezTo>
                  <a:cubicBezTo>
                    <a:pt x="12381" y="7939"/>
                    <a:pt x="12030" y="7810"/>
                    <a:pt x="11677" y="7497"/>
                  </a:cubicBezTo>
                  <a:cubicBezTo>
                    <a:pt x="11499" y="7337"/>
                    <a:pt x="11301" y="7269"/>
                    <a:pt x="11097" y="7269"/>
                  </a:cubicBezTo>
                  <a:cubicBezTo>
                    <a:pt x="10235" y="7269"/>
                    <a:pt x="9245" y="8464"/>
                    <a:pt x="8995" y="9012"/>
                  </a:cubicBezTo>
                  <a:cubicBezTo>
                    <a:pt x="8138" y="10886"/>
                    <a:pt x="6258" y="12249"/>
                    <a:pt x="5029" y="13888"/>
                  </a:cubicBezTo>
                  <a:cubicBezTo>
                    <a:pt x="3377" y="16097"/>
                    <a:pt x="2153" y="18519"/>
                    <a:pt x="77" y="20482"/>
                  </a:cubicBezTo>
                  <a:cubicBezTo>
                    <a:pt x="1" y="20554"/>
                    <a:pt x="74" y="20657"/>
                    <a:pt x="157" y="20657"/>
                  </a:cubicBezTo>
                  <a:cubicBezTo>
                    <a:pt x="181" y="20657"/>
                    <a:pt x="205" y="20649"/>
                    <a:pt x="227" y="20630"/>
                  </a:cubicBezTo>
                  <a:cubicBezTo>
                    <a:pt x="1977" y="19114"/>
                    <a:pt x="3371" y="18831"/>
                    <a:pt x="4457" y="16801"/>
                  </a:cubicBezTo>
                  <a:cubicBezTo>
                    <a:pt x="5828" y="14232"/>
                    <a:pt x="7159" y="12162"/>
                    <a:pt x="8969" y="9884"/>
                  </a:cubicBezTo>
                  <a:cubicBezTo>
                    <a:pt x="9584" y="9110"/>
                    <a:pt x="10372" y="8741"/>
                    <a:pt x="11188" y="8741"/>
                  </a:cubicBezTo>
                  <a:cubicBezTo>
                    <a:pt x="11789" y="8741"/>
                    <a:pt x="12407" y="8941"/>
                    <a:pt x="12982" y="9327"/>
                  </a:cubicBezTo>
                  <a:cubicBezTo>
                    <a:pt x="13035" y="9363"/>
                    <a:pt x="13101" y="9378"/>
                    <a:pt x="13174" y="9378"/>
                  </a:cubicBezTo>
                  <a:cubicBezTo>
                    <a:pt x="13496" y="9378"/>
                    <a:pt x="13956" y="9075"/>
                    <a:pt x="14074" y="8882"/>
                  </a:cubicBezTo>
                  <a:cubicBezTo>
                    <a:pt x="15638" y="6284"/>
                    <a:pt x="17985" y="5455"/>
                    <a:pt x="20740" y="5300"/>
                  </a:cubicBezTo>
                  <a:cubicBezTo>
                    <a:pt x="21326" y="5268"/>
                    <a:pt x="22651" y="5199"/>
                    <a:pt x="22994" y="4575"/>
                  </a:cubicBezTo>
                  <a:cubicBezTo>
                    <a:pt x="24522" y="1821"/>
                    <a:pt x="20725" y="1789"/>
                    <a:pt x="19593" y="86"/>
                  </a:cubicBezTo>
                  <a:cubicBezTo>
                    <a:pt x="19554" y="26"/>
                    <a:pt x="19496" y="1"/>
                    <a:pt x="1943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6" name="Google Shape;4296;p56"/>
            <p:cNvSpPr/>
            <p:nvPr/>
          </p:nvSpPr>
          <p:spPr>
            <a:xfrm>
              <a:off x="2878850" y="956500"/>
              <a:ext cx="59000" cy="79050"/>
            </a:xfrm>
            <a:custGeom>
              <a:avLst/>
              <a:gdLst/>
              <a:ahLst/>
              <a:cxnLst/>
              <a:rect l="l" t="t" r="r" b="b"/>
              <a:pathLst>
                <a:path w="2360" h="3162" extrusionOk="0">
                  <a:moveTo>
                    <a:pt x="2359" y="0"/>
                  </a:moveTo>
                  <a:lnTo>
                    <a:pt x="2359" y="0"/>
                  </a:lnTo>
                  <a:cubicBezTo>
                    <a:pt x="1542" y="1034"/>
                    <a:pt x="757" y="2087"/>
                    <a:pt x="1" y="3161"/>
                  </a:cubicBezTo>
                  <a:cubicBezTo>
                    <a:pt x="780" y="2113"/>
                    <a:pt x="1568" y="1063"/>
                    <a:pt x="23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7" name="Google Shape;4297;p56"/>
            <p:cNvSpPr/>
            <p:nvPr/>
          </p:nvSpPr>
          <p:spPr>
            <a:xfrm>
              <a:off x="2591950" y="1603975"/>
              <a:ext cx="3275" cy="3925"/>
            </a:xfrm>
            <a:custGeom>
              <a:avLst/>
              <a:gdLst/>
              <a:ahLst/>
              <a:cxnLst/>
              <a:rect l="l" t="t" r="r" b="b"/>
              <a:pathLst>
                <a:path w="131" h="157" extrusionOk="0">
                  <a:moveTo>
                    <a:pt x="131" y="0"/>
                  </a:moveTo>
                  <a:cubicBezTo>
                    <a:pt x="88" y="52"/>
                    <a:pt x="47" y="104"/>
                    <a:pt x="1" y="156"/>
                  </a:cubicBezTo>
                  <a:cubicBezTo>
                    <a:pt x="47" y="107"/>
                    <a:pt x="90" y="55"/>
                    <a:pt x="13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8" name="Google Shape;4298;p56"/>
            <p:cNvSpPr/>
            <p:nvPr/>
          </p:nvSpPr>
          <p:spPr>
            <a:xfrm>
              <a:off x="2741575" y="1422025"/>
              <a:ext cx="117325" cy="137075"/>
            </a:xfrm>
            <a:custGeom>
              <a:avLst/>
              <a:gdLst/>
              <a:ahLst/>
              <a:cxnLst/>
              <a:rect l="l" t="t" r="r" b="b"/>
              <a:pathLst>
                <a:path w="4693" h="5483" extrusionOk="0">
                  <a:moveTo>
                    <a:pt x="4692" y="0"/>
                  </a:moveTo>
                  <a:lnTo>
                    <a:pt x="4692" y="0"/>
                  </a:lnTo>
                  <a:cubicBezTo>
                    <a:pt x="3061" y="1779"/>
                    <a:pt x="1476" y="3592"/>
                    <a:pt x="1" y="5483"/>
                  </a:cubicBezTo>
                  <a:cubicBezTo>
                    <a:pt x="1568" y="3661"/>
                    <a:pt x="3130" y="1834"/>
                    <a:pt x="46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9" name="Google Shape;4299;p56"/>
            <p:cNvSpPr/>
            <p:nvPr/>
          </p:nvSpPr>
          <p:spPr>
            <a:xfrm>
              <a:off x="2753550" y="1723425"/>
              <a:ext cx="46075" cy="54600"/>
            </a:xfrm>
            <a:custGeom>
              <a:avLst/>
              <a:gdLst/>
              <a:ahLst/>
              <a:cxnLst/>
              <a:rect l="l" t="t" r="r" b="b"/>
              <a:pathLst>
                <a:path w="1843" h="2184" extrusionOk="0">
                  <a:moveTo>
                    <a:pt x="1843" y="0"/>
                  </a:moveTo>
                  <a:cubicBezTo>
                    <a:pt x="1511" y="379"/>
                    <a:pt x="1185" y="766"/>
                    <a:pt x="853" y="1141"/>
                  </a:cubicBezTo>
                  <a:cubicBezTo>
                    <a:pt x="573" y="1490"/>
                    <a:pt x="287" y="1834"/>
                    <a:pt x="1" y="2183"/>
                  </a:cubicBezTo>
                  <a:cubicBezTo>
                    <a:pt x="362" y="1799"/>
                    <a:pt x="717" y="1406"/>
                    <a:pt x="1055" y="996"/>
                  </a:cubicBezTo>
                  <a:cubicBezTo>
                    <a:pt x="1323" y="670"/>
                    <a:pt x="1577" y="330"/>
                    <a:pt x="184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0" name="Google Shape;4300;p56"/>
            <p:cNvSpPr/>
            <p:nvPr/>
          </p:nvSpPr>
          <p:spPr>
            <a:xfrm>
              <a:off x="3013825" y="1258700"/>
              <a:ext cx="106550" cy="113700"/>
            </a:xfrm>
            <a:custGeom>
              <a:avLst/>
              <a:gdLst/>
              <a:ahLst/>
              <a:cxnLst/>
              <a:rect l="l" t="t" r="r" b="b"/>
              <a:pathLst>
                <a:path w="4262" h="4548" extrusionOk="0">
                  <a:moveTo>
                    <a:pt x="4262" y="0"/>
                  </a:moveTo>
                  <a:lnTo>
                    <a:pt x="4262" y="0"/>
                  </a:lnTo>
                  <a:cubicBezTo>
                    <a:pt x="3179" y="1103"/>
                    <a:pt x="2076" y="2191"/>
                    <a:pt x="1063" y="3346"/>
                  </a:cubicBezTo>
                  <a:cubicBezTo>
                    <a:pt x="711" y="3744"/>
                    <a:pt x="353" y="4146"/>
                    <a:pt x="0" y="4547"/>
                  </a:cubicBezTo>
                  <a:cubicBezTo>
                    <a:pt x="953" y="3603"/>
                    <a:pt x="1941" y="2636"/>
                    <a:pt x="2908" y="1649"/>
                  </a:cubicBezTo>
                  <a:cubicBezTo>
                    <a:pt x="3358" y="1097"/>
                    <a:pt x="3808" y="549"/>
                    <a:pt x="426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1" name="Google Shape;4301;p56"/>
            <p:cNvSpPr/>
            <p:nvPr/>
          </p:nvSpPr>
          <p:spPr>
            <a:xfrm>
              <a:off x="3189500" y="1467850"/>
              <a:ext cx="5950" cy="5300"/>
            </a:xfrm>
            <a:custGeom>
              <a:avLst/>
              <a:gdLst/>
              <a:ahLst/>
              <a:cxnLst/>
              <a:rect l="l" t="t" r="r" b="b"/>
              <a:pathLst>
                <a:path w="238" h="212" extrusionOk="0">
                  <a:moveTo>
                    <a:pt x="237" y="1"/>
                  </a:moveTo>
                  <a:lnTo>
                    <a:pt x="237" y="1"/>
                  </a:lnTo>
                  <a:cubicBezTo>
                    <a:pt x="142" y="53"/>
                    <a:pt x="64" y="125"/>
                    <a:pt x="0" y="211"/>
                  </a:cubicBezTo>
                  <a:cubicBezTo>
                    <a:pt x="78" y="139"/>
                    <a:pt x="159" y="73"/>
                    <a:pt x="23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2" name="Google Shape;4302;p56"/>
            <p:cNvSpPr/>
            <p:nvPr/>
          </p:nvSpPr>
          <p:spPr>
            <a:xfrm>
              <a:off x="1570450" y="549050"/>
              <a:ext cx="1813800" cy="1774475"/>
            </a:xfrm>
            <a:custGeom>
              <a:avLst/>
              <a:gdLst/>
              <a:ahLst/>
              <a:cxnLst/>
              <a:rect l="l" t="t" r="r" b="b"/>
              <a:pathLst>
                <a:path w="72552" h="70979" extrusionOk="0">
                  <a:moveTo>
                    <a:pt x="55353" y="377"/>
                  </a:moveTo>
                  <a:cubicBezTo>
                    <a:pt x="54860" y="734"/>
                    <a:pt x="54375" y="1110"/>
                    <a:pt x="53899" y="1499"/>
                  </a:cubicBezTo>
                  <a:cubicBezTo>
                    <a:pt x="54156" y="1153"/>
                    <a:pt x="54424" y="812"/>
                    <a:pt x="54664" y="454"/>
                  </a:cubicBezTo>
                  <a:cubicBezTo>
                    <a:pt x="54891" y="417"/>
                    <a:pt x="55121" y="394"/>
                    <a:pt x="55353" y="377"/>
                  </a:cubicBezTo>
                  <a:close/>
                  <a:moveTo>
                    <a:pt x="58324" y="682"/>
                  </a:moveTo>
                  <a:cubicBezTo>
                    <a:pt x="58503" y="734"/>
                    <a:pt x="58680" y="795"/>
                    <a:pt x="58856" y="861"/>
                  </a:cubicBezTo>
                  <a:cubicBezTo>
                    <a:pt x="58313" y="1208"/>
                    <a:pt x="57796" y="1583"/>
                    <a:pt x="57276" y="1958"/>
                  </a:cubicBezTo>
                  <a:cubicBezTo>
                    <a:pt x="57629" y="1534"/>
                    <a:pt x="57984" y="1115"/>
                    <a:pt x="58324" y="682"/>
                  </a:cubicBezTo>
                  <a:close/>
                  <a:moveTo>
                    <a:pt x="54008" y="584"/>
                  </a:moveTo>
                  <a:lnTo>
                    <a:pt x="54008" y="584"/>
                  </a:lnTo>
                  <a:cubicBezTo>
                    <a:pt x="52694" y="1778"/>
                    <a:pt x="52147" y="2227"/>
                    <a:pt x="52096" y="2227"/>
                  </a:cubicBezTo>
                  <a:cubicBezTo>
                    <a:pt x="52037" y="2227"/>
                    <a:pt x="52626" y="1642"/>
                    <a:pt x="53457" y="910"/>
                  </a:cubicBezTo>
                  <a:cubicBezTo>
                    <a:pt x="53509" y="870"/>
                    <a:pt x="53523" y="795"/>
                    <a:pt x="53492" y="737"/>
                  </a:cubicBezTo>
                  <a:lnTo>
                    <a:pt x="53486" y="737"/>
                  </a:lnTo>
                  <a:cubicBezTo>
                    <a:pt x="53656" y="679"/>
                    <a:pt x="53832" y="630"/>
                    <a:pt x="54008" y="584"/>
                  </a:cubicBezTo>
                  <a:close/>
                  <a:moveTo>
                    <a:pt x="55946" y="353"/>
                  </a:moveTo>
                  <a:cubicBezTo>
                    <a:pt x="56234" y="353"/>
                    <a:pt x="56523" y="368"/>
                    <a:pt x="56812" y="394"/>
                  </a:cubicBezTo>
                  <a:cubicBezTo>
                    <a:pt x="56041" y="1026"/>
                    <a:pt x="55279" y="1681"/>
                    <a:pt x="54525" y="2357"/>
                  </a:cubicBezTo>
                  <a:cubicBezTo>
                    <a:pt x="55016" y="1699"/>
                    <a:pt x="55495" y="1035"/>
                    <a:pt x="55946" y="353"/>
                  </a:cubicBezTo>
                  <a:close/>
                  <a:moveTo>
                    <a:pt x="52802" y="1027"/>
                  </a:moveTo>
                  <a:lnTo>
                    <a:pt x="52802" y="1027"/>
                  </a:lnTo>
                  <a:cubicBezTo>
                    <a:pt x="52127" y="1588"/>
                    <a:pt x="51523" y="2216"/>
                    <a:pt x="51023" y="2946"/>
                  </a:cubicBezTo>
                  <a:cubicBezTo>
                    <a:pt x="51253" y="2111"/>
                    <a:pt x="51914" y="1466"/>
                    <a:pt x="52802" y="1027"/>
                  </a:cubicBezTo>
                  <a:close/>
                  <a:moveTo>
                    <a:pt x="57242" y="446"/>
                  </a:moveTo>
                  <a:cubicBezTo>
                    <a:pt x="57476" y="480"/>
                    <a:pt x="57707" y="526"/>
                    <a:pt x="57935" y="578"/>
                  </a:cubicBezTo>
                  <a:cubicBezTo>
                    <a:pt x="57086" y="1395"/>
                    <a:pt x="56226" y="2198"/>
                    <a:pt x="55359" y="2992"/>
                  </a:cubicBezTo>
                  <a:cubicBezTo>
                    <a:pt x="56009" y="2158"/>
                    <a:pt x="56638" y="1309"/>
                    <a:pt x="57242" y="446"/>
                  </a:cubicBezTo>
                  <a:close/>
                  <a:moveTo>
                    <a:pt x="53570" y="1414"/>
                  </a:moveTo>
                  <a:cubicBezTo>
                    <a:pt x="53627" y="1414"/>
                    <a:pt x="53228" y="1840"/>
                    <a:pt x="52507" y="2663"/>
                  </a:cubicBezTo>
                  <a:cubicBezTo>
                    <a:pt x="52441" y="2738"/>
                    <a:pt x="52369" y="2807"/>
                    <a:pt x="52302" y="2882"/>
                  </a:cubicBezTo>
                  <a:cubicBezTo>
                    <a:pt x="51858" y="3289"/>
                    <a:pt x="51424" y="3711"/>
                    <a:pt x="50997" y="4138"/>
                  </a:cubicBezTo>
                  <a:cubicBezTo>
                    <a:pt x="50942" y="3855"/>
                    <a:pt x="50931" y="3566"/>
                    <a:pt x="50965" y="3278"/>
                  </a:cubicBezTo>
                  <a:lnTo>
                    <a:pt x="50965" y="3278"/>
                  </a:lnTo>
                  <a:cubicBezTo>
                    <a:pt x="50997" y="3308"/>
                    <a:pt x="51038" y="3323"/>
                    <a:pt x="51080" y="3323"/>
                  </a:cubicBezTo>
                  <a:cubicBezTo>
                    <a:pt x="51121" y="3323"/>
                    <a:pt x="51163" y="3308"/>
                    <a:pt x="51196" y="3278"/>
                  </a:cubicBezTo>
                  <a:cubicBezTo>
                    <a:pt x="52786" y="2018"/>
                    <a:pt x="53501" y="1414"/>
                    <a:pt x="53570" y="1414"/>
                  </a:cubicBezTo>
                  <a:close/>
                  <a:moveTo>
                    <a:pt x="47666" y="3252"/>
                  </a:moveTo>
                  <a:cubicBezTo>
                    <a:pt x="47775" y="3252"/>
                    <a:pt x="47888" y="3263"/>
                    <a:pt x="47995" y="3286"/>
                  </a:cubicBezTo>
                  <a:cubicBezTo>
                    <a:pt x="47429" y="3846"/>
                    <a:pt x="46269" y="4974"/>
                    <a:pt x="46201" y="4974"/>
                  </a:cubicBezTo>
                  <a:cubicBezTo>
                    <a:pt x="46165" y="4974"/>
                    <a:pt x="46448" y="4644"/>
                    <a:pt x="47319" y="3714"/>
                  </a:cubicBezTo>
                  <a:cubicBezTo>
                    <a:pt x="47585" y="3431"/>
                    <a:pt x="47547" y="3361"/>
                    <a:pt x="47469" y="3315"/>
                  </a:cubicBezTo>
                  <a:lnTo>
                    <a:pt x="47469" y="3315"/>
                  </a:lnTo>
                  <a:cubicBezTo>
                    <a:pt x="47491" y="3326"/>
                    <a:pt x="47514" y="3332"/>
                    <a:pt x="47536" y="3332"/>
                  </a:cubicBezTo>
                  <a:cubicBezTo>
                    <a:pt x="47589" y="3332"/>
                    <a:pt x="47639" y="3302"/>
                    <a:pt x="47666" y="3252"/>
                  </a:cubicBezTo>
                  <a:close/>
                  <a:moveTo>
                    <a:pt x="48413" y="3425"/>
                  </a:moveTo>
                  <a:cubicBezTo>
                    <a:pt x="48578" y="3500"/>
                    <a:pt x="48740" y="3587"/>
                    <a:pt x="48893" y="3688"/>
                  </a:cubicBezTo>
                  <a:cubicBezTo>
                    <a:pt x="47835" y="4793"/>
                    <a:pt x="47293" y="5332"/>
                    <a:pt x="47198" y="5332"/>
                  </a:cubicBezTo>
                  <a:cubicBezTo>
                    <a:pt x="47095" y="5332"/>
                    <a:pt x="47529" y="4684"/>
                    <a:pt x="48410" y="3425"/>
                  </a:cubicBezTo>
                  <a:close/>
                  <a:moveTo>
                    <a:pt x="24572" y="4280"/>
                  </a:moveTo>
                  <a:lnTo>
                    <a:pt x="24572" y="4280"/>
                  </a:lnTo>
                  <a:cubicBezTo>
                    <a:pt x="23923" y="4770"/>
                    <a:pt x="23305" y="5296"/>
                    <a:pt x="22713" y="5856"/>
                  </a:cubicBezTo>
                  <a:cubicBezTo>
                    <a:pt x="23063" y="5411"/>
                    <a:pt x="23397" y="4958"/>
                    <a:pt x="23732" y="4502"/>
                  </a:cubicBezTo>
                  <a:cubicBezTo>
                    <a:pt x="24012" y="4430"/>
                    <a:pt x="24287" y="4340"/>
                    <a:pt x="24572" y="4280"/>
                  </a:cubicBezTo>
                  <a:close/>
                  <a:moveTo>
                    <a:pt x="47036" y="3431"/>
                  </a:moveTo>
                  <a:lnTo>
                    <a:pt x="47036" y="3431"/>
                  </a:lnTo>
                  <a:cubicBezTo>
                    <a:pt x="46401" y="4245"/>
                    <a:pt x="45783" y="4952"/>
                    <a:pt x="45206" y="5870"/>
                  </a:cubicBezTo>
                  <a:cubicBezTo>
                    <a:pt x="45198" y="5890"/>
                    <a:pt x="45192" y="5912"/>
                    <a:pt x="45194" y="5936"/>
                  </a:cubicBezTo>
                  <a:lnTo>
                    <a:pt x="45194" y="5936"/>
                  </a:lnTo>
                  <a:cubicBezTo>
                    <a:pt x="45123" y="5859"/>
                    <a:pt x="45057" y="5780"/>
                    <a:pt x="44984" y="5706"/>
                  </a:cubicBezTo>
                  <a:cubicBezTo>
                    <a:pt x="44989" y="5700"/>
                    <a:pt x="44995" y="5697"/>
                    <a:pt x="44998" y="5688"/>
                  </a:cubicBezTo>
                  <a:cubicBezTo>
                    <a:pt x="45150" y="5016"/>
                    <a:pt x="45144" y="4277"/>
                    <a:pt x="45947" y="4277"/>
                  </a:cubicBezTo>
                  <a:cubicBezTo>
                    <a:pt x="46016" y="4277"/>
                    <a:pt x="46091" y="4283"/>
                    <a:pt x="46173" y="4294"/>
                  </a:cubicBezTo>
                  <a:cubicBezTo>
                    <a:pt x="46185" y="4295"/>
                    <a:pt x="46197" y="4296"/>
                    <a:pt x="46210" y="4296"/>
                  </a:cubicBezTo>
                  <a:cubicBezTo>
                    <a:pt x="46272" y="4296"/>
                    <a:pt x="46335" y="4276"/>
                    <a:pt x="46366" y="4216"/>
                  </a:cubicBezTo>
                  <a:cubicBezTo>
                    <a:pt x="46563" y="3826"/>
                    <a:pt x="46791" y="3581"/>
                    <a:pt x="47036" y="3431"/>
                  </a:cubicBezTo>
                  <a:close/>
                  <a:moveTo>
                    <a:pt x="49181" y="3887"/>
                  </a:moveTo>
                  <a:cubicBezTo>
                    <a:pt x="49334" y="4002"/>
                    <a:pt x="49479" y="4127"/>
                    <a:pt x="49617" y="4251"/>
                  </a:cubicBezTo>
                  <a:cubicBezTo>
                    <a:pt x="48205" y="5470"/>
                    <a:pt x="47619" y="6029"/>
                    <a:pt x="47574" y="6029"/>
                  </a:cubicBezTo>
                  <a:cubicBezTo>
                    <a:pt x="47521" y="6029"/>
                    <a:pt x="48210" y="5263"/>
                    <a:pt x="49181" y="3896"/>
                  </a:cubicBezTo>
                  <a:cubicBezTo>
                    <a:pt x="49181" y="3893"/>
                    <a:pt x="49178" y="3890"/>
                    <a:pt x="49181" y="3887"/>
                  </a:cubicBezTo>
                  <a:close/>
                  <a:moveTo>
                    <a:pt x="63247" y="4479"/>
                  </a:moveTo>
                  <a:cubicBezTo>
                    <a:pt x="63388" y="4496"/>
                    <a:pt x="63527" y="4525"/>
                    <a:pt x="63662" y="4562"/>
                  </a:cubicBezTo>
                  <a:cubicBezTo>
                    <a:pt x="63154" y="5056"/>
                    <a:pt x="62655" y="5558"/>
                    <a:pt x="62161" y="6067"/>
                  </a:cubicBezTo>
                  <a:cubicBezTo>
                    <a:pt x="62539" y="5556"/>
                    <a:pt x="62906" y="5030"/>
                    <a:pt x="63247" y="4479"/>
                  </a:cubicBezTo>
                  <a:close/>
                  <a:moveTo>
                    <a:pt x="61572" y="3110"/>
                  </a:moveTo>
                  <a:cubicBezTo>
                    <a:pt x="61647" y="3249"/>
                    <a:pt x="61728" y="3382"/>
                    <a:pt x="61792" y="3529"/>
                  </a:cubicBezTo>
                  <a:cubicBezTo>
                    <a:pt x="60928" y="4453"/>
                    <a:pt x="60077" y="5385"/>
                    <a:pt x="59222" y="6318"/>
                  </a:cubicBezTo>
                  <a:cubicBezTo>
                    <a:pt x="60054" y="5284"/>
                    <a:pt x="60848" y="4225"/>
                    <a:pt x="61572" y="3110"/>
                  </a:cubicBezTo>
                  <a:close/>
                  <a:moveTo>
                    <a:pt x="47285" y="4438"/>
                  </a:moveTo>
                  <a:cubicBezTo>
                    <a:pt x="47328" y="4438"/>
                    <a:pt x="46817" y="5090"/>
                    <a:pt x="45965" y="6517"/>
                  </a:cubicBezTo>
                  <a:cubicBezTo>
                    <a:pt x="45881" y="6656"/>
                    <a:pt x="45996" y="6778"/>
                    <a:pt x="46122" y="6778"/>
                  </a:cubicBezTo>
                  <a:cubicBezTo>
                    <a:pt x="46164" y="6778"/>
                    <a:pt x="46208" y="6764"/>
                    <a:pt x="46245" y="6733"/>
                  </a:cubicBezTo>
                  <a:cubicBezTo>
                    <a:pt x="46493" y="6549"/>
                    <a:pt x="46722" y="6344"/>
                    <a:pt x="46955" y="6142"/>
                  </a:cubicBezTo>
                  <a:lnTo>
                    <a:pt x="46955" y="6142"/>
                  </a:lnTo>
                  <a:cubicBezTo>
                    <a:pt x="46656" y="6459"/>
                    <a:pt x="46368" y="6787"/>
                    <a:pt x="46091" y="7124"/>
                  </a:cubicBezTo>
                  <a:lnTo>
                    <a:pt x="46091" y="7124"/>
                  </a:lnTo>
                  <a:cubicBezTo>
                    <a:pt x="45875" y="6776"/>
                    <a:pt x="45636" y="6444"/>
                    <a:pt x="45370" y="6130"/>
                  </a:cubicBezTo>
                  <a:cubicBezTo>
                    <a:pt x="45414" y="6130"/>
                    <a:pt x="45457" y="6116"/>
                    <a:pt x="45489" y="6087"/>
                  </a:cubicBezTo>
                  <a:cubicBezTo>
                    <a:pt x="46705" y="5023"/>
                    <a:pt x="47244" y="4438"/>
                    <a:pt x="47285" y="4438"/>
                  </a:cubicBezTo>
                  <a:close/>
                  <a:moveTo>
                    <a:pt x="32910" y="5752"/>
                  </a:moveTo>
                  <a:cubicBezTo>
                    <a:pt x="33095" y="5977"/>
                    <a:pt x="33265" y="6214"/>
                    <a:pt x="33421" y="6462"/>
                  </a:cubicBezTo>
                  <a:lnTo>
                    <a:pt x="33424" y="6462"/>
                  </a:lnTo>
                  <a:cubicBezTo>
                    <a:pt x="33410" y="6468"/>
                    <a:pt x="33395" y="6468"/>
                    <a:pt x="33384" y="6479"/>
                  </a:cubicBezTo>
                  <a:cubicBezTo>
                    <a:pt x="33098" y="6811"/>
                    <a:pt x="32823" y="7155"/>
                    <a:pt x="32543" y="7490"/>
                  </a:cubicBezTo>
                  <a:cubicBezTo>
                    <a:pt x="32766" y="6912"/>
                    <a:pt x="32896" y="6332"/>
                    <a:pt x="32910" y="5752"/>
                  </a:cubicBezTo>
                  <a:close/>
                  <a:moveTo>
                    <a:pt x="32246" y="5076"/>
                  </a:moveTo>
                  <a:cubicBezTo>
                    <a:pt x="32373" y="5183"/>
                    <a:pt x="32500" y="5302"/>
                    <a:pt x="32619" y="5426"/>
                  </a:cubicBezTo>
                  <a:cubicBezTo>
                    <a:pt x="31949" y="6162"/>
                    <a:pt x="31348" y="6953"/>
                    <a:pt x="30788" y="7773"/>
                  </a:cubicBezTo>
                  <a:cubicBezTo>
                    <a:pt x="31308" y="6898"/>
                    <a:pt x="31793" y="5997"/>
                    <a:pt x="32243" y="5076"/>
                  </a:cubicBezTo>
                  <a:close/>
                  <a:moveTo>
                    <a:pt x="60905" y="2192"/>
                  </a:moveTo>
                  <a:cubicBezTo>
                    <a:pt x="61076" y="2365"/>
                    <a:pt x="61232" y="2553"/>
                    <a:pt x="61373" y="2752"/>
                  </a:cubicBezTo>
                  <a:cubicBezTo>
                    <a:pt x="59635" y="4404"/>
                    <a:pt x="57969" y="6121"/>
                    <a:pt x="56347" y="7877"/>
                  </a:cubicBezTo>
                  <a:cubicBezTo>
                    <a:pt x="57923" y="6029"/>
                    <a:pt x="59468" y="4153"/>
                    <a:pt x="60905" y="2192"/>
                  </a:cubicBezTo>
                  <a:close/>
                  <a:moveTo>
                    <a:pt x="19191" y="6165"/>
                  </a:moveTo>
                  <a:cubicBezTo>
                    <a:pt x="18539" y="6757"/>
                    <a:pt x="17880" y="7351"/>
                    <a:pt x="17234" y="7960"/>
                  </a:cubicBezTo>
                  <a:cubicBezTo>
                    <a:pt x="17701" y="7383"/>
                    <a:pt x="18062" y="6927"/>
                    <a:pt x="18215" y="6733"/>
                  </a:cubicBezTo>
                  <a:cubicBezTo>
                    <a:pt x="18235" y="6702"/>
                    <a:pt x="18247" y="6667"/>
                    <a:pt x="18247" y="6630"/>
                  </a:cubicBezTo>
                  <a:lnTo>
                    <a:pt x="18244" y="6630"/>
                  </a:lnTo>
                  <a:cubicBezTo>
                    <a:pt x="18559" y="6471"/>
                    <a:pt x="18873" y="6315"/>
                    <a:pt x="19191" y="6165"/>
                  </a:cubicBezTo>
                  <a:close/>
                  <a:moveTo>
                    <a:pt x="15360" y="8272"/>
                  </a:moveTo>
                  <a:lnTo>
                    <a:pt x="15360" y="8272"/>
                  </a:lnTo>
                  <a:cubicBezTo>
                    <a:pt x="15358" y="8274"/>
                    <a:pt x="15356" y="8276"/>
                    <a:pt x="15354" y="8279"/>
                  </a:cubicBezTo>
                  <a:lnTo>
                    <a:pt x="15354" y="8279"/>
                  </a:lnTo>
                  <a:cubicBezTo>
                    <a:pt x="15356" y="8276"/>
                    <a:pt x="15358" y="8274"/>
                    <a:pt x="15360" y="8272"/>
                  </a:cubicBezTo>
                  <a:close/>
                  <a:moveTo>
                    <a:pt x="43179" y="7239"/>
                  </a:moveTo>
                  <a:lnTo>
                    <a:pt x="43179" y="7239"/>
                  </a:lnTo>
                  <a:cubicBezTo>
                    <a:pt x="42911" y="7628"/>
                    <a:pt x="42642" y="8012"/>
                    <a:pt x="42371" y="8399"/>
                  </a:cubicBezTo>
                  <a:cubicBezTo>
                    <a:pt x="42293" y="7787"/>
                    <a:pt x="42495" y="7299"/>
                    <a:pt x="43179" y="7239"/>
                  </a:cubicBezTo>
                  <a:close/>
                  <a:moveTo>
                    <a:pt x="55960" y="1588"/>
                  </a:moveTo>
                  <a:cubicBezTo>
                    <a:pt x="56013" y="1588"/>
                    <a:pt x="55782" y="1923"/>
                    <a:pt x="55100" y="2787"/>
                  </a:cubicBezTo>
                  <a:cubicBezTo>
                    <a:pt x="54632" y="3379"/>
                    <a:pt x="54147" y="3956"/>
                    <a:pt x="53668" y="4539"/>
                  </a:cubicBezTo>
                  <a:cubicBezTo>
                    <a:pt x="52227" y="5850"/>
                    <a:pt x="50792" y="7161"/>
                    <a:pt x="49386" y="8500"/>
                  </a:cubicBezTo>
                  <a:lnTo>
                    <a:pt x="49383" y="8500"/>
                  </a:lnTo>
                  <a:cubicBezTo>
                    <a:pt x="49915" y="7911"/>
                    <a:pt x="50440" y="7322"/>
                    <a:pt x="50963" y="6728"/>
                  </a:cubicBezTo>
                  <a:cubicBezTo>
                    <a:pt x="51390" y="6315"/>
                    <a:pt x="51817" y="5899"/>
                    <a:pt x="52239" y="5481"/>
                  </a:cubicBezTo>
                  <a:cubicBezTo>
                    <a:pt x="52752" y="4971"/>
                    <a:pt x="55791" y="1588"/>
                    <a:pt x="55960" y="1588"/>
                  </a:cubicBezTo>
                  <a:close/>
                  <a:moveTo>
                    <a:pt x="30629" y="4155"/>
                  </a:moveTo>
                  <a:cubicBezTo>
                    <a:pt x="30777" y="4207"/>
                    <a:pt x="30915" y="4271"/>
                    <a:pt x="31057" y="4332"/>
                  </a:cubicBezTo>
                  <a:cubicBezTo>
                    <a:pt x="29879" y="5700"/>
                    <a:pt x="28724" y="7117"/>
                    <a:pt x="27592" y="8564"/>
                  </a:cubicBezTo>
                  <a:cubicBezTo>
                    <a:pt x="28588" y="7048"/>
                    <a:pt x="29590" y="5561"/>
                    <a:pt x="30629" y="4155"/>
                  </a:cubicBezTo>
                  <a:close/>
                  <a:moveTo>
                    <a:pt x="43595" y="7262"/>
                  </a:moveTo>
                  <a:cubicBezTo>
                    <a:pt x="43687" y="7270"/>
                    <a:pt x="43759" y="7265"/>
                    <a:pt x="43863" y="7288"/>
                  </a:cubicBezTo>
                  <a:cubicBezTo>
                    <a:pt x="44210" y="7366"/>
                    <a:pt x="44550" y="7467"/>
                    <a:pt x="44880" y="7594"/>
                  </a:cubicBezTo>
                  <a:cubicBezTo>
                    <a:pt x="44530" y="7845"/>
                    <a:pt x="44195" y="8108"/>
                    <a:pt x="43872" y="8382"/>
                  </a:cubicBezTo>
                  <a:cubicBezTo>
                    <a:pt x="44060" y="8142"/>
                    <a:pt x="44250" y="7906"/>
                    <a:pt x="44435" y="7666"/>
                  </a:cubicBezTo>
                  <a:cubicBezTo>
                    <a:pt x="44532" y="7538"/>
                    <a:pt x="44401" y="7413"/>
                    <a:pt x="44273" y="7413"/>
                  </a:cubicBezTo>
                  <a:cubicBezTo>
                    <a:pt x="44233" y="7413"/>
                    <a:pt x="44193" y="7425"/>
                    <a:pt x="44161" y="7452"/>
                  </a:cubicBezTo>
                  <a:cubicBezTo>
                    <a:pt x="43368" y="8116"/>
                    <a:pt x="42733" y="8726"/>
                    <a:pt x="42565" y="8726"/>
                  </a:cubicBezTo>
                  <a:cubicBezTo>
                    <a:pt x="42451" y="8726"/>
                    <a:pt x="42550" y="8446"/>
                    <a:pt x="42959" y="7714"/>
                  </a:cubicBezTo>
                  <a:lnTo>
                    <a:pt x="42959" y="7714"/>
                  </a:lnTo>
                  <a:cubicBezTo>
                    <a:pt x="42891" y="7837"/>
                    <a:pt x="42999" y="7952"/>
                    <a:pt x="43107" y="7952"/>
                  </a:cubicBezTo>
                  <a:cubicBezTo>
                    <a:pt x="43156" y="7952"/>
                    <a:pt x="43204" y="7929"/>
                    <a:pt x="43237" y="7874"/>
                  </a:cubicBezTo>
                  <a:lnTo>
                    <a:pt x="43595" y="7262"/>
                  </a:lnTo>
                  <a:close/>
                  <a:moveTo>
                    <a:pt x="33612" y="6774"/>
                  </a:moveTo>
                  <a:cubicBezTo>
                    <a:pt x="33840" y="7172"/>
                    <a:pt x="34045" y="7559"/>
                    <a:pt x="34253" y="7940"/>
                  </a:cubicBezTo>
                  <a:cubicBezTo>
                    <a:pt x="34248" y="7940"/>
                    <a:pt x="34243" y="7940"/>
                    <a:pt x="34238" y="7940"/>
                  </a:cubicBezTo>
                  <a:cubicBezTo>
                    <a:pt x="34214" y="7940"/>
                    <a:pt x="34191" y="7946"/>
                    <a:pt x="34172" y="7958"/>
                  </a:cubicBezTo>
                  <a:cubicBezTo>
                    <a:pt x="33799" y="8232"/>
                    <a:pt x="33447" y="8529"/>
                    <a:pt x="33109" y="8844"/>
                  </a:cubicBezTo>
                  <a:cubicBezTo>
                    <a:pt x="33369" y="8454"/>
                    <a:pt x="33629" y="8067"/>
                    <a:pt x="33880" y="7669"/>
                  </a:cubicBezTo>
                  <a:cubicBezTo>
                    <a:pt x="33969" y="7528"/>
                    <a:pt x="33848" y="7401"/>
                    <a:pt x="33717" y="7401"/>
                  </a:cubicBezTo>
                  <a:cubicBezTo>
                    <a:pt x="33674" y="7401"/>
                    <a:pt x="33629" y="7415"/>
                    <a:pt x="33591" y="7447"/>
                  </a:cubicBezTo>
                  <a:cubicBezTo>
                    <a:pt x="33274" y="7709"/>
                    <a:pt x="32988" y="7998"/>
                    <a:pt x="32691" y="8275"/>
                  </a:cubicBezTo>
                  <a:cubicBezTo>
                    <a:pt x="33000" y="7776"/>
                    <a:pt x="33314" y="7279"/>
                    <a:pt x="33612" y="6774"/>
                  </a:cubicBezTo>
                  <a:close/>
                  <a:moveTo>
                    <a:pt x="15626" y="8027"/>
                  </a:moveTo>
                  <a:cubicBezTo>
                    <a:pt x="15444" y="8223"/>
                    <a:pt x="15253" y="8420"/>
                    <a:pt x="15080" y="8619"/>
                  </a:cubicBezTo>
                  <a:cubicBezTo>
                    <a:pt x="15217" y="8446"/>
                    <a:pt x="15313" y="8323"/>
                    <a:pt x="15354" y="8279"/>
                  </a:cubicBezTo>
                  <a:lnTo>
                    <a:pt x="15354" y="8279"/>
                  </a:lnTo>
                  <a:cubicBezTo>
                    <a:pt x="15111" y="8530"/>
                    <a:pt x="14718" y="8920"/>
                    <a:pt x="14300" y="9338"/>
                  </a:cubicBezTo>
                  <a:cubicBezTo>
                    <a:pt x="14286" y="9320"/>
                    <a:pt x="14269" y="9303"/>
                    <a:pt x="14251" y="9286"/>
                  </a:cubicBezTo>
                  <a:cubicBezTo>
                    <a:pt x="14471" y="8980"/>
                    <a:pt x="14667" y="8700"/>
                    <a:pt x="14832" y="8474"/>
                  </a:cubicBezTo>
                  <a:lnTo>
                    <a:pt x="14829" y="8474"/>
                  </a:lnTo>
                  <a:cubicBezTo>
                    <a:pt x="15103" y="8316"/>
                    <a:pt x="15372" y="8165"/>
                    <a:pt x="15626" y="8027"/>
                  </a:cubicBezTo>
                  <a:close/>
                  <a:moveTo>
                    <a:pt x="61901" y="3916"/>
                  </a:moveTo>
                  <a:cubicBezTo>
                    <a:pt x="61948" y="4072"/>
                    <a:pt x="62008" y="4222"/>
                    <a:pt x="62040" y="4392"/>
                  </a:cubicBezTo>
                  <a:cubicBezTo>
                    <a:pt x="60507" y="6113"/>
                    <a:pt x="58934" y="7779"/>
                    <a:pt x="57346" y="9427"/>
                  </a:cubicBezTo>
                  <a:cubicBezTo>
                    <a:pt x="58858" y="7585"/>
                    <a:pt x="60366" y="5737"/>
                    <a:pt x="61901" y="3916"/>
                  </a:cubicBezTo>
                  <a:close/>
                  <a:moveTo>
                    <a:pt x="38929" y="8428"/>
                  </a:moveTo>
                  <a:cubicBezTo>
                    <a:pt x="38470" y="8956"/>
                    <a:pt x="38032" y="9496"/>
                    <a:pt x="37610" y="10054"/>
                  </a:cubicBezTo>
                  <a:cubicBezTo>
                    <a:pt x="37821" y="9652"/>
                    <a:pt x="38020" y="9239"/>
                    <a:pt x="38196" y="8809"/>
                  </a:cubicBezTo>
                  <a:cubicBezTo>
                    <a:pt x="38225" y="8737"/>
                    <a:pt x="38188" y="8674"/>
                    <a:pt x="38133" y="8636"/>
                  </a:cubicBezTo>
                  <a:cubicBezTo>
                    <a:pt x="38393" y="8549"/>
                    <a:pt x="38658" y="8480"/>
                    <a:pt x="38927" y="8428"/>
                  </a:cubicBezTo>
                  <a:close/>
                  <a:moveTo>
                    <a:pt x="26634" y="3916"/>
                  </a:moveTo>
                  <a:cubicBezTo>
                    <a:pt x="24720" y="6055"/>
                    <a:pt x="22863" y="8238"/>
                    <a:pt x="21062" y="10466"/>
                  </a:cubicBezTo>
                  <a:cubicBezTo>
                    <a:pt x="22707" y="8362"/>
                    <a:pt x="24327" y="6237"/>
                    <a:pt x="25898" y="4109"/>
                  </a:cubicBezTo>
                  <a:cubicBezTo>
                    <a:pt x="25915" y="4083"/>
                    <a:pt x="25924" y="4051"/>
                    <a:pt x="25921" y="4023"/>
                  </a:cubicBezTo>
                  <a:cubicBezTo>
                    <a:pt x="26157" y="3982"/>
                    <a:pt x="26397" y="3948"/>
                    <a:pt x="26634" y="3916"/>
                  </a:cubicBezTo>
                  <a:close/>
                  <a:moveTo>
                    <a:pt x="62147" y="5400"/>
                  </a:moveTo>
                  <a:lnTo>
                    <a:pt x="62147" y="5400"/>
                  </a:lnTo>
                  <a:cubicBezTo>
                    <a:pt x="60842" y="6635"/>
                    <a:pt x="59159" y="9182"/>
                    <a:pt x="57588" y="10770"/>
                  </a:cubicBezTo>
                  <a:cubicBezTo>
                    <a:pt x="57539" y="10819"/>
                    <a:pt x="57493" y="10871"/>
                    <a:pt x="57444" y="10923"/>
                  </a:cubicBezTo>
                  <a:cubicBezTo>
                    <a:pt x="58639" y="9531"/>
                    <a:pt x="59800" y="8113"/>
                    <a:pt x="60900" y="6641"/>
                  </a:cubicBezTo>
                  <a:cubicBezTo>
                    <a:pt x="61315" y="6225"/>
                    <a:pt x="61720" y="5804"/>
                    <a:pt x="62147" y="5400"/>
                  </a:cubicBezTo>
                  <a:close/>
                  <a:moveTo>
                    <a:pt x="65230" y="8330"/>
                  </a:moveTo>
                  <a:cubicBezTo>
                    <a:pt x="65242" y="8598"/>
                    <a:pt x="65250" y="8867"/>
                    <a:pt x="65268" y="9133"/>
                  </a:cubicBezTo>
                  <a:lnTo>
                    <a:pt x="65268" y="9130"/>
                  </a:lnTo>
                  <a:cubicBezTo>
                    <a:pt x="65268" y="9150"/>
                    <a:pt x="65271" y="9173"/>
                    <a:pt x="65273" y="9193"/>
                  </a:cubicBezTo>
                  <a:cubicBezTo>
                    <a:pt x="64575" y="9750"/>
                    <a:pt x="63902" y="10345"/>
                    <a:pt x="63241" y="10963"/>
                  </a:cubicBezTo>
                  <a:cubicBezTo>
                    <a:pt x="63937" y="10103"/>
                    <a:pt x="64612" y="9231"/>
                    <a:pt x="65230" y="8330"/>
                  </a:cubicBezTo>
                  <a:close/>
                  <a:moveTo>
                    <a:pt x="19096" y="7322"/>
                  </a:moveTo>
                  <a:cubicBezTo>
                    <a:pt x="17941" y="8627"/>
                    <a:pt x="16812" y="9955"/>
                    <a:pt x="15675" y="11278"/>
                  </a:cubicBezTo>
                  <a:lnTo>
                    <a:pt x="15672" y="11278"/>
                  </a:lnTo>
                  <a:cubicBezTo>
                    <a:pt x="16679" y="9857"/>
                    <a:pt x="17866" y="8558"/>
                    <a:pt x="19096" y="7322"/>
                  </a:cubicBezTo>
                  <a:close/>
                  <a:moveTo>
                    <a:pt x="40558" y="8495"/>
                  </a:moveTo>
                  <a:cubicBezTo>
                    <a:pt x="40795" y="8570"/>
                    <a:pt x="41023" y="8668"/>
                    <a:pt x="41239" y="8795"/>
                  </a:cubicBezTo>
                  <a:cubicBezTo>
                    <a:pt x="40494" y="9646"/>
                    <a:pt x="39749" y="10498"/>
                    <a:pt x="39007" y="11353"/>
                  </a:cubicBezTo>
                  <a:cubicBezTo>
                    <a:pt x="39579" y="10443"/>
                    <a:pt x="40093" y="9499"/>
                    <a:pt x="40555" y="8526"/>
                  </a:cubicBezTo>
                  <a:cubicBezTo>
                    <a:pt x="40558" y="8518"/>
                    <a:pt x="40555" y="8506"/>
                    <a:pt x="40558" y="8495"/>
                  </a:cubicBezTo>
                  <a:close/>
                  <a:moveTo>
                    <a:pt x="34397" y="8203"/>
                  </a:moveTo>
                  <a:cubicBezTo>
                    <a:pt x="34417" y="8243"/>
                    <a:pt x="34443" y="8281"/>
                    <a:pt x="34463" y="8321"/>
                  </a:cubicBezTo>
                  <a:cubicBezTo>
                    <a:pt x="33802" y="9058"/>
                    <a:pt x="32581" y="10166"/>
                    <a:pt x="31293" y="11434"/>
                  </a:cubicBezTo>
                  <a:cubicBezTo>
                    <a:pt x="31371" y="11327"/>
                    <a:pt x="31452" y="11220"/>
                    <a:pt x="31530" y="11113"/>
                  </a:cubicBezTo>
                  <a:cubicBezTo>
                    <a:pt x="32362" y="10054"/>
                    <a:pt x="33271" y="9072"/>
                    <a:pt x="34354" y="8272"/>
                  </a:cubicBezTo>
                  <a:cubicBezTo>
                    <a:pt x="34377" y="8252"/>
                    <a:pt x="34382" y="8226"/>
                    <a:pt x="34394" y="8203"/>
                  </a:cubicBezTo>
                  <a:close/>
                  <a:moveTo>
                    <a:pt x="34677" y="8691"/>
                  </a:moveTo>
                  <a:cubicBezTo>
                    <a:pt x="34813" y="8919"/>
                    <a:pt x="34963" y="9144"/>
                    <a:pt x="35124" y="9366"/>
                  </a:cubicBezTo>
                  <a:cubicBezTo>
                    <a:pt x="34359" y="10030"/>
                    <a:pt x="33638" y="10732"/>
                    <a:pt x="32948" y="11462"/>
                  </a:cubicBezTo>
                  <a:cubicBezTo>
                    <a:pt x="33537" y="10547"/>
                    <a:pt x="34108" y="9620"/>
                    <a:pt x="34677" y="8691"/>
                  </a:cubicBezTo>
                  <a:close/>
                  <a:moveTo>
                    <a:pt x="31233" y="7657"/>
                  </a:moveTo>
                  <a:cubicBezTo>
                    <a:pt x="31308" y="8682"/>
                    <a:pt x="30947" y="9491"/>
                    <a:pt x="30150" y="10077"/>
                  </a:cubicBezTo>
                  <a:cubicBezTo>
                    <a:pt x="29726" y="10547"/>
                    <a:pt x="29313" y="11029"/>
                    <a:pt x="28900" y="11511"/>
                  </a:cubicBezTo>
                  <a:cubicBezTo>
                    <a:pt x="29671" y="10233"/>
                    <a:pt x="30436" y="8945"/>
                    <a:pt x="31233" y="7657"/>
                  </a:cubicBezTo>
                  <a:close/>
                  <a:moveTo>
                    <a:pt x="48789" y="5492"/>
                  </a:moveTo>
                  <a:lnTo>
                    <a:pt x="48789" y="5492"/>
                  </a:lnTo>
                  <a:cubicBezTo>
                    <a:pt x="47666" y="7152"/>
                    <a:pt x="46228" y="8656"/>
                    <a:pt x="44888" y="10152"/>
                  </a:cubicBezTo>
                  <a:cubicBezTo>
                    <a:pt x="44400" y="10697"/>
                    <a:pt x="43938" y="11257"/>
                    <a:pt x="43459" y="11812"/>
                  </a:cubicBezTo>
                  <a:cubicBezTo>
                    <a:pt x="44343" y="10585"/>
                    <a:pt x="45145" y="9314"/>
                    <a:pt x="45789" y="7966"/>
                  </a:cubicBezTo>
                  <a:cubicBezTo>
                    <a:pt x="45974" y="8050"/>
                    <a:pt x="46161" y="8139"/>
                    <a:pt x="46346" y="8229"/>
                  </a:cubicBezTo>
                  <a:cubicBezTo>
                    <a:pt x="46375" y="8243"/>
                    <a:pt x="46404" y="8249"/>
                    <a:pt x="46432" y="8249"/>
                  </a:cubicBezTo>
                  <a:cubicBezTo>
                    <a:pt x="46559" y="8249"/>
                    <a:pt x="46663" y="8118"/>
                    <a:pt x="46592" y="7984"/>
                  </a:cubicBezTo>
                  <a:cubicBezTo>
                    <a:pt x="46493" y="7802"/>
                    <a:pt x="46392" y="7626"/>
                    <a:pt x="46288" y="7449"/>
                  </a:cubicBezTo>
                  <a:cubicBezTo>
                    <a:pt x="46629" y="7187"/>
                    <a:pt x="48682" y="5648"/>
                    <a:pt x="48789" y="5492"/>
                  </a:cubicBezTo>
                  <a:close/>
                  <a:moveTo>
                    <a:pt x="17456" y="7045"/>
                  </a:moveTo>
                  <a:lnTo>
                    <a:pt x="13660" y="11226"/>
                  </a:lnTo>
                  <a:cubicBezTo>
                    <a:pt x="12926" y="12033"/>
                    <a:pt x="12589" y="12349"/>
                    <a:pt x="12512" y="12349"/>
                  </a:cubicBezTo>
                  <a:cubicBezTo>
                    <a:pt x="12433" y="12349"/>
                    <a:pt x="12630" y="12014"/>
                    <a:pt x="12952" y="11535"/>
                  </a:cubicBezTo>
                  <a:cubicBezTo>
                    <a:pt x="14208" y="10247"/>
                    <a:pt x="15317" y="8832"/>
                    <a:pt x="16570" y="7519"/>
                  </a:cubicBezTo>
                  <a:cubicBezTo>
                    <a:pt x="16708" y="7447"/>
                    <a:pt x="16835" y="7377"/>
                    <a:pt x="16939" y="7320"/>
                  </a:cubicBezTo>
                  <a:lnTo>
                    <a:pt x="16936" y="7320"/>
                  </a:lnTo>
                  <a:cubicBezTo>
                    <a:pt x="17107" y="7224"/>
                    <a:pt x="17286" y="7141"/>
                    <a:pt x="17456" y="7045"/>
                  </a:cubicBezTo>
                  <a:close/>
                  <a:moveTo>
                    <a:pt x="13793" y="9108"/>
                  </a:moveTo>
                  <a:cubicBezTo>
                    <a:pt x="13657" y="9272"/>
                    <a:pt x="13527" y="9439"/>
                    <a:pt x="13394" y="9606"/>
                  </a:cubicBezTo>
                  <a:cubicBezTo>
                    <a:pt x="12614" y="10521"/>
                    <a:pt x="11829" y="11428"/>
                    <a:pt x="11079" y="12372"/>
                  </a:cubicBezTo>
                  <a:cubicBezTo>
                    <a:pt x="10877" y="11286"/>
                    <a:pt x="12267" y="10091"/>
                    <a:pt x="13793" y="9108"/>
                  </a:cubicBezTo>
                  <a:close/>
                  <a:moveTo>
                    <a:pt x="37832" y="8740"/>
                  </a:moveTo>
                  <a:lnTo>
                    <a:pt x="37832" y="8740"/>
                  </a:lnTo>
                  <a:cubicBezTo>
                    <a:pt x="36707" y="10004"/>
                    <a:pt x="35618" y="11295"/>
                    <a:pt x="34544" y="12600"/>
                  </a:cubicBezTo>
                  <a:cubicBezTo>
                    <a:pt x="35110" y="11641"/>
                    <a:pt x="35641" y="10671"/>
                    <a:pt x="36132" y="9710"/>
                  </a:cubicBezTo>
                  <a:cubicBezTo>
                    <a:pt x="36167" y="9644"/>
                    <a:pt x="36155" y="9563"/>
                    <a:pt x="36100" y="9514"/>
                  </a:cubicBezTo>
                  <a:cubicBezTo>
                    <a:pt x="36698" y="9216"/>
                    <a:pt x="37275" y="8945"/>
                    <a:pt x="37832" y="8740"/>
                  </a:cubicBezTo>
                  <a:close/>
                  <a:moveTo>
                    <a:pt x="42198" y="9543"/>
                  </a:moveTo>
                  <a:cubicBezTo>
                    <a:pt x="42270" y="9615"/>
                    <a:pt x="42345" y="9696"/>
                    <a:pt x="42417" y="9774"/>
                  </a:cubicBezTo>
                  <a:cubicBezTo>
                    <a:pt x="41788" y="10443"/>
                    <a:pt x="41196" y="11145"/>
                    <a:pt x="40644" y="11878"/>
                  </a:cubicBezTo>
                  <a:cubicBezTo>
                    <a:pt x="40399" y="12144"/>
                    <a:pt x="40206" y="12360"/>
                    <a:pt x="40119" y="12467"/>
                  </a:cubicBezTo>
                  <a:cubicBezTo>
                    <a:pt x="40064" y="12531"/>
                    <a:pt x="40012" y="12600"/>
                    <a:pt x="39957" y="12666"/>
                  </a:cubicBezTo>
                  <a:cubicBezTo>
                    <a:pt x="40575" y="11763"/>
                    <a:pt x="41164" y="10836"/>
                    <a:pt x="41724" y="9889"/>
                  </a:cubicBezTo>
                  <a:cubicBezTo>
                    <a:pt x="41756" y="9886"/>
                    <a:pt x="41791" y="9875"/>
                    <a:pt x="41819" y="9854"/>
                  </a:cubicBezTo>
                  <a:cubicBezTo>
                    <a:pt x="41967" y="9730"/>
                    <a:pt x="42079" y="9641"/>
                    <a:pt x="42198" y="9543"/>
                  </a:cubicBezTo>
                  <a:close/>
                  <a:moveTo>
                    <a:pt x="28314" y="3795"/>
                  </a:moveTo>
                  <a:cubicBezTo>
                    <a:pt x="28531" y="3795"/>
                    <a:pt x="28747" y="3806"/>
                    <a:pt x="28958" y="3821"/>
                  </a:cubicBezTo>
                  <a:cubicBezTo>
                    <a:pt x="26354" y="6832"/>
                    <a:pt x="23729" y="9817"/>
                    <a:pt x="21232" y="12909"/>
                  </a:cubicBezTo>
                  <a:cubicBezTo>
                    <a:pt x="21530" y="12499"/>
                    <a:pt x="21833" y="12080"/>
                    <a:pt x="22142" y="11659"/>
                  </a:cubicBezTo>
                  <a:cubicBezTo>
                    <a:pt x="24249" y="9078"/>
                    <a:pt x="26354" y="6494"/>
                    <a:pt x="28314" y="3797"/>
                  </a:cubicBezTo>
                  <a:lnTo>
                    <a:pt x="28314" y="3795"/>
                  </a:lnTo>
                  <a:close/>
                  <a:moveTo>
                    <a:pt x="12499" y="11959"/>
                  </a:moveTo>
                  <a:cubicBezTo>
                    <a:pt x="12210" y="12395"/>
                    <a:pt x="11936" y="12854"/>
                    <a:pt x="11668" y="13316"/>
                  </a:cubicBezTo>
                  <a:cubicBezTo>
                    <a:pt x="11610" y="13241"/>
                    <a:pt x="11546" y="13166"/>
                    <a:pt x="11480" y="13096"/>
                  </a:cubicBezTo>
                  <a:lnTo>
                    <a:pt x="11474" y="13096"/>
                  </a:lnTo>
                  <a:cubicBezTo>
                    <a:pt x="11387" y="13001"/>
                    <a:pt x="11310" y="12897"/>
                    <a:pt x="11243" y="12785"/>
                  </a:cubicBezTo>
                  <a:lnTo>
                    <a:pt x="11393" y="12750"/>
                  </a:lnTo>
                  <a:cubicBezTo>
                    <a:pt x="11428" y="12790"/>
                    <a:pt x="11478" y="12810"/>
                    <a:pt x="11527" y="12810"/>
                  </a:cubicBezTo>
                  <a:cubicBezTo>
                    <a:pt x="11568" y="12810"/>
                    <a:pt x="11609" y="12796"/>
                    <a:pt x="11642" y="12767"/>
                  </a:cubicBezTo>
                  <a:cubicBezTo>
                    <a:pt x="11942" y="12510"/>
                    <a:pt x="12219" y="12233"/>
                    <a:pt x="12499" y="11959"/>
                  </a:cubicBezTo>
                  <a:close/>
                  <a:moveTo>
                    <a:pt x="15129" y="11477"/>
                  </a:moveTo>
                  <a:lnTo>
                    <a:pt x="15129" y="11477"/>
                  </a:lnTo>
                  <a:cubicBezTo>
                    <a:pt x="14777" y="11988"/>
                    <a:pt x="14445" y="12510"/>
                    <a:pt x="14133" y="13044"/>
                  </a:cubicBezTo>
                  <a:cubicBezTo>
                    <a:pt x="13688" y="13539"/>
                    <a:pt x="13489" y="13739"/>
                    <a:pt x="13456" y="13739"/>
                  </a:cubicBezTo>
                  <a:cubicBezTo>
                    <a:pt x="13374" y="13739"/>
                    <a:pt x="14341" y="12484"/>
                    <a:pt x="15129" y="11477"/>
                  </a:cubicBezTo>
                  <a:close/>
                  <a:moveTo>
                    <a:pt x="39645" y="8367"/>
                  </a:moveTo>
                  <a:cubicBezTo>
                    <a:pt x="39831" y="8367"/>
                    <a:pt x="40016" y="8382"/>
                    <a:pt x="40200" y="8414"/>
                  </a:cubicBezTo>
                  <a:lnTo>
                    <a:pt x="40203" y="8414"/>
                  </a:lnTo>
                  <a:cubicBezTo>
                    <a:pt x="38687" y="10221"/>
                    <a:pt x="37269" y="12106"/>
                    <a:pt x="35843" y="13983"/>
                  </a:cubicBezTo>
                  <a:cubicBezTo>
                    <a:pt x="37157" y="12173"/>
                    <a:pt x="38401" y="10273"/>
                    <a:pt x="39438" y="8373"/>
                  </a:cubicBezTo>
                  <a:cubicBezTo>
                    <a:pt x="39507" y="8369"/>
                    <a:pt x="39576" y="8367"/>
                    <a:pt x="39645" y="8367"/>
                  </a:cubicBezTo>
                  <a:close/>
                  <a:moveTo>
                    <a:pt x="22205" y="4941"/>
                  </a:moveTo>
                  <a:cubicBezTo>
                    <a:pt x="19613" y="7380"/>
                    <a:pt x="17433" y="10149"/>
                    <a:pt x="15149" y="12880"/>
                  </a:cubicBezTo>
                  <a:cubicBezTo>
                    <a:pt x="14357" y="13828"/>
                    <a:pt x="14010" y="14176"/>
                    <a:pt x="13927" y="14176"/>
                  </a:cubicBezTo>
                  <a:cubicBezTo>
                    <a:pt x="13835" y="14176"/>
                    <a:pt x="14074" y="13739"/>
                    <a:pt x="14390" y="13218"/>
                  </a:cubicBezTo>
                  <a:cubicBezTo>
                    <a:pt x="16798" y="10567"/>
                    <a:pt x="19084" y="7816"/>
                    <a:pt x="21521" y="5189"/>
                  </a:cubicBezTo>
                  <a:cubicBezTo>
                    <a:pt x="21749" y="5105"/>
                    <a:pt x="21974" y="5019"/>
                    <a:pt x="22205" y="4941"/>
                  </a:cubicBezTo>
                  <a:close/>
                  <a:moveTo>
                    <a:pt x="15117" y="10966"/>
                  </a:moveTo>
                  <a:cubicBezTo>
                    <a:pt x="14150" y="12196"/>
                    <a:pt x="13232" y="13469"/>
                    <a:pt x="12401" y="14832"/>
                  </a:cubicBezTo>
                  <a:lnTo>
                    <a:pt x="12398" y="14832"/>
                  </a:lnTo>
                  <a:cubicBezTo>
                    <a:pt x="12329" y="14647"/>
                    <a:pt x="12259" y="14459"/>
                    <a:pt x="12181" y="14271"/>
                  </a:cubicBezTo>
                  <a:cubicBezTo>
                    <a:pt x="13163" y="13244"/>
                    <a:pt x="14150" y="12103"/>
                    <a:pt x="15117" y="10966"/>
                  </a:cubicBezTo>
                  <a:close/>
                  <a:moveTo>
                    <a:pt x="25459" y="4106"/>
                  </a:moveTo>
                  <a:cubicBezTo>
                    <a:pt x="24217" y="5717"/>
                    <a:pt x="22941" y="7296"/>
                    <a:pt x="21674" y="8887"/>
                  </a:cubicBezTo>
                  <a:cubicBezTo>
                    <a:pt x="21186" y="9401"/>
                    <a:pt x="20707" y="9921"/>
                    <a:pt x="20277" y="10443"/>
                  </a:cubicBezTo>
                  <a:cubicBezTo>
                    <a:pt x="19032" y="11945"/>
                    <a:pt x="16457" y="14476"/>
                    <a:pt x="15683" y="16044"/>
                  </a:cubicBezTo>
                  <a:cubicBezTo>
                    <a:pt x="17863" y="11630"/>
                    <a:pt x="22410" y="8512"/>
                    <a:pt x="25026" y="4317"/>
                  </a:cubicBezTo>
                  <a:cubicBezTo>
                    <a:pt x="25046" y="4277"/>
                    <a:pt x="25049" y="4230"/>
                    <a:pt x="25029" y="4187"/>
                  </a:cubicBezTo>
                  <a:cubicBezTo>
                    <a:pt x="25173" y="4158"/>
                    <a:pt x="25314" y="4132"/>
                    <a:pt x="25459" y="4106"/>
                  </a:cubicBezTo>
                  <a:close/>
                  <a:moveTo>
                    <a:pt x="13521" y="14153"/>
                  </a:moveTo>
                  <a:lnTo>
                    <a:pt x="13521" y="14153"/>
                  </a:lnTo>
                  <a:cubicBezTo>
                    <a:pt x="13336" y="14514"/>
                    <a:pt x="13149" y="14875"/>
                    <a:pt x="12984" y="15247"/>
                  </a:cubicBezTo>
                  <a:cubicBezTo>
                    <a:pt x="12928" y="15374"/>
                    <a:pt x="13026" y="15515"/>
                    <a:pt x="13140" y="15515"/>
                  </a:cubicBezTo>
                  <a:cubicBezTo>
                    <a:pt x="13179" y="15515"/>
                    <a:pt x="13220" y="15498"/>
                    <a:pt x="13258" y="15458"/>
                  </a:cubicBezTo>
                  <a:cubicBezTo>
                    <a:pt x="13515" y="15190"/>
                    <a:pt x="13755" y="14904"/>
                    <a:pt x="14006" y="14629"/>
                  </a:cubicBezTo>
                  <a:lnTo>
                    <a:pt x="14006" y="14629"/>
                  </a:lnTo>
                  <a:cubicBezTo>
                    <a:pt x="13712" y="15109"/>
                    <a:pt x="13443" y="15602"/>
                    <a:pt x="13203" y="16110"/>
                  </a:cubicBezTo>
                  <a:cubicBezTo>
                    <a:pt x="13195" y="16142"/>
                    <a:pt x="13192" y="16174"/>
                    <a:pt x="13201" y="16206"/>
                  </a:cubicBezTo>
                  <a:lnTo>
                    <a:pt x="13198" y="16206"/>
                  </a:lnTo>
                  <a:cubicBezTo>
                    <a:pt x="12894" y="15972"/>
                    <a:pt x="12701" y="15597"/>
                    <a:pt x="12531" y="15172"/>
                  </a:cubicBezTo>
                  <a:cubicBezTo>
                    <a:pt x="12560" y="15169"/>
                    <a:pt x="12588" y="15155"/>
                    <a:pt x="12612" y="15135"/>
                  </a:cubicBezTo>
                  <a:cubicBezTo>
                    <a:pt x="12920" y="14814"/>
                    <a:pt x="13218" y="14479"/>
                    <a:pt x="13521" y="14153"/>
                  </a:cubicBezTo>
                  <a:close/>
                  <a:moveTo>
                    <a:pt x="44713" y="8825"/>
                  </a:moveTo>
                  <a:cubicBezTo>
                    <a:pt x="44871" y="8825"/>
                    <a:pt x="42923" y="11924"/>
                    <a:pt x="42264" y="12738"/>
                  </a:cubicBezTo>
                  <a:cubicBezTo>
                    <a:pt x="41268" y="13968"/>
                    <a:pt x="40269" y="15181"/>
                    <a:pt x="39273" y="16399"/>
                  </a:cubicBezTo>
                  <a:cubicBezTo>
                    <a:pt x="39481" y="16108"/>
                    <a:pt x="39697" y="15825"/>
                    <a:pt x="39902" y="15527"/>
                  </a:cubicBezTo>
                  <a:cubicBezTo>
                    <a:pt x="40266" y="14993"/>
                    <a:pt x="40639" y="14465"/>
                    <a:pt x="41008" y="13934"/>
                  </a:cubicBezTo>
                  <a:cubicBezTo>
                    <a:pt x="42359" y="12354"/>
                    <a:pt x="43632" y="10718"/>
                    <a:pt x="44608" y="8913"/>
                  </a:cubicBezTo>
                  <a:cubicBezTo>
                    <a:pt x="44664" y="8853"/>
                    <a:pt x="44698" y="8825"/>
                    <a:pt x="44713" y="8825"/>
                  </a:cubicBezTo>
                  <a:close/>
                  <a:moveTo>
                    <a:pt x="15438" y="14142"/>
                  </a:moveTo>
                  <a:cubicBezTo>
                    <a:pt x="14869" y="14892"/>
                    <a:pt x="14315" y="15657"/>
                    <a:pt x="13789" y="16442"/>
                  </a:cubicBezTo>
                  <a:cubicBezTo>
                    <a:pt x="13662" y="16428"/>
                    <a:pt x="13538" y="16393"/>
                    <a:pt x="13420" y="16341"/>
                  </a:cubicBezTo>
                  <a:lnTo>
                    <a:pt x="13417" y="16341"/>
                  </a:lnTo>
                  <a:cubicBezTo>
                    <a:pt x="13434" y="16333"/>
                    <a:pt x="13455" y="16333"/>
                    <a:pt x="13469" y="16318"/>
                  </a:cubicBezTo>
                  <a:cubicBezTo>
                    <a:pt x="14139" y="15608"/>
                    <a:pt x="14788" y="14875"/>
                    <a:pt x="15438" y="14142"/>
                  </a:cubicBezTo>
                  <a:close/>
                  <a:moveTo>
                    <a:pt x="60773" y="5105"/>
                  </a:moveTo>
                  <a:cubicBezTo>
                    <a:pt x="58785" y="7283"/>
                    <a:pt x="56717" y="9710"/>
                    <a:pt x="54658" y="12216"/>
                  </a:cubicBezTo>
                  <a:cubicBezTo>
                    <a:pt x="53255" y="13671"/>
                    <a:pt x="51866" y="15135"/>
                    <a:pt x="50506" y="16630"/>
                  </a:cubicBezTo>
                  <a:cubicBezTo>
                    <a:pt x="53844" y="12715"/>
                    <a:pt x="57312" y="8893"/>
                    <a:pt x="60773" y="5105"/>
                  </a:cubicBezTo>
                  <a:close/>
                  <a:moveTo>
                    <a:pt x="18611" y="13558"/>
                  </a:moveTo>
                  <a:lnTo>
                    <a:pt x="18611" y="13558"/>
                  </a:lnTo>
                  <a:cubicBezTo>
                    <a:pt x="17970" y="14384"/>
                    <a:pt x="17329" y="15213"/>
                    <a:pt x="16700" y="16047"/>
                  </a:cubicBezTo>
                  <a:cubicBezTo>
                    <a:pt x="15895" y="17119"/>
                    <a:pt x="15586" y="17522"/>
                    <a:pt x="15578" y="17522"/>
                  </a:cubicBezTo>
                  <a:cubicBezTo>
                    <a:pt x="15565" y="17522"/>
                    <a:pt x="16339" y="16462"/>
                    <a:pt x="17060" y="15472"/>
                  </a:cubicBezTo>
                  <a:cubicBezTo>
                    <a:pt x="17580" y="14837"/>
                    <a:pt x="18097" y="14199"/>
                    <a:pt x="18611" y="13558"/>
                  </a:cubicBezTo>
                  <a:close/>
                  <a:moveTo>
                    <a:pt x="70503" y="12383"/>
                  </a:moveTo>
                  <a:cubicBezTo>
                    <a:pt x="70537" y="12383"/>
                    <a:pt x="70288" y="12690"/>
                    <a:pt x="69514" y="13555"/>
                  </a:cubicBezTo>
                  <a:cubicBezTo>
                    <a:pt x="68308" y="14907"/>
                    <a:pt x="67034" y="16200"/>
                    <a:pt x="65802" y="17531"/>
                  </a:cubicBezTo>
                  <a:cubicBezTo>
                    <a:pt x="66801" y="16428"/>
                    <a:pt x="67788" y="15308"/>
                    <a:pt x="68738" y="14156"/>
                  </a:cubicBezTo>
                  <a:cubicBezTo>
                    <a:pt x="68941" y="13909"/>
                    <a:pt x="70426" y="12383"/>
                    <a:pt x="70503" y="12383"/>
                  </a:cubicBezTo>
                  <a:close/>
                  <a:moveTo>
                    <a:pt x="24043" y="5082"/>
                  </a:moveTo>
                  <a:cubicBezTo>
                    <a:pt x="24194" y="5082"/>
                    <a:pt x="23784" y="5718"/>
                    <a:pt x="22147" y="7669"/>
                  </a:cubicBezTo>
                  <a:cubicBezTo>
                    <a:pt x="19494" y="10833"/>
                    <a:pt x="16131" y="13732"/>
                    <a:pt x="14658" y="17675"/>
                  </a:cubicBezTo>
                  <a:cubicBezTo>
                    <a:pt x="14583" y="17309"/>
                    <a:pt x="14503" y="16942"/>
                    <a:pt x="14396" y="16570"/>
                  </a:cubicBezTo>
                  <a:lnTo>
                    <a:pt x="14393" y="16570"/>
                  </a:lnTo>
                  <a:cubicBezTo>
                    <a:pt x="14373" y="16503"/>
                    <a:pt x="14315" y="16457"/>
                    <a:pt x="14246" y="16451"/>
                  </a:cubicBezTo>
                  <a:cubicBezTo>
                    <a:pt x="15709" y="14820"/>
                    <a:pt x="17037" y="13102"/>
                    <a:pt x="18357" y="11350"/>
                  </a:cubicBezTo>
                  <a:cubicBezTo>
                    <a:pt x="19500" y="9831"/>
                    <a:pt x="20658" y="8391"/>
                    <a:pt x="21928" y="6985"/>
                  </a:cubicBezTo>
                  <a:cubicBezTo>
                    <a:pt x="22490" y="6362"/>
                    <a:pt x="23830" y="5082"/>
                    <a:pt x="24043" y="5082"/>
                  </a:cubicBezTo>
                  <a:close/>
                  <a:moveTo>
                    <a:pt x="35012" y="13708"/>
                  </a:moveTo>
                  <a:cubicBezTo>
                    <a:pt x="33889" y="15345"/>
                    <a:pt x="32740" y="16965"/>
                    <a:pt x="31409" y="18446"/>
                  </a:cubicBezTo>
                  <a:cubicBezTo>
                    <a:pt x="32673" y="16977"/>
                    <a:pt x="33788" y="15244"/>
                    <a:pt x="35012" y="13708"/>
                  </a:cubicBezTo>
                  <a:close/>
                  <a:moveTo>
                    <a:pt x="34495" y="8821"/>
                  </a:moveTo>
                  <a:cubicBezTo>
                    <a:pt x="33285" y="10157"/>
                    <a:pt x="32336" y="11740"/>
                    <a:pt x="31331" y="13273"/>
                  </a:cubicBezTo>
                  <a:cubicBezTo>
                    <a:pt x="29928" y="14921"/>
                    <a:pt x="28611" y="16647"/>
                    <a:pt x="27246" y="18342"/>
                  </a:cubicBezTo>
                  <a:cubicBezTo>
                    <a:pt x="27145" y="18468"/>
                    <a:pt x="27245" y="18633"/>
                    <a:pt x="27367" y="18633"/>
                  </a:cubicBezTo>
                  <a:cubicBezTo>
                    <a:pt x="27405" y="18633"/>
                    <a:pt x="27445" y="18617"/>
                    <a:pt x="27483" y="18579"/>
                  </a:cubicBezTo>
                  <a:cubicBezTo>
                    <a:pt x="29065" y="16953"/>
                    <a:pt x="30436" y="15175"/>
                    <a:pt x="31712" y="13322"/>
                  </a:cubicBezTo>
                  <a:cubicBezTo>
                    <a:pt x="32312" y="12611"/>
                    <a:pt x="32927" y="11910"/>
                    <a:pt x="33568" y="11226"/>
                  </a:cubicBezTo>
                  <a:cubicBezTo>
                    <a:pt x="34089" y="10672"/>
                    <a:pt x="34334" y="10447"/>
                    <a:pt x="34387" y="10447"/>
                  </a:cubicBezTo>
                  <a:cubicBezTo>
                    <a:pt x="34600" y="10447"/>
                    <a:pt x="31738" y="14060"/>
                    <a:pt x="31288" y="14615"/>
                  </a:cubicBezTo>
                  <a:cubicBezTo>
                    <a:pt x="30144" y="16021"/>
                    <a:pt x="29079" y="17459"/>
                    <a:pt x="28106" y="18986"/>
                  </a:cubicBezTo>
                  <a:cubicBezTo>
                    <a:pt x="27808" y="18904"/>
                    <a:pt x="27508" y="18858"/>
                    <a:pt x="27214" y="18858"/>
                  </a:cubicBezTo>
                  <a:cubicBezTo>
                    <a:pt x="26839" y="18858"/>
                    <a:pt x="26475" y="18932"/>
                    <a:pt x="26143" y="19096"/>
                  </a:cubicBezTo>
                  <a:cubicBezTo>
                    <a:pt x="26351" y="18807"/>
                    <a:pt x="26556" y="18518"/>
                    <a:pt x="26767" y="18232"/>
                  </a:cubicBezTo>
                  <a:cubicBezTo>
                    <a:pt x="26769" y="18426"/>
                    <a:pt x="26798" y="18619"/>
                    <a:pt x="26853" y="18807"/>
                  </a:cubicBezTo>
                  <a:cubicBezTo>
                    <a:pt x="26865" y="18848"/>
                    <a:pt x="26897" y="18865"/>
                    <a:pt x="26929" y="18865"/>
                  </a:cubicBezTo>
                  <a:cubicBezTo>
                    <a:pt x="26978" y="18865"/>
                    <a:pt x="27027" y="18826"/>
                    <a:pt x="27012" y="18764"/>
                  </a:cubicBezTo>
                  <a:cubicBezTo>
                    <a:pt x="26943" y="18495"/>
                    <a:pt x="26943" y="18209"/>
                    <a:pt x="26998" y="17912"/>
                  </a:cubicBezTo>
                  <a:cubicBezTo>
                    <a:pt x="27006" y="17900"/>
                    <a:pt x="27015" y="17886"/>
                    <a:pt x="27026" y="17874"/>
                  </a:cubicBezTo>
                  <a:cubicBezTo>
                    <a:pt x="27887" y="16662"/>
                    <a:pt x="28678" y="15351"/>
                    <a:pt x="29501" y="14058"/>
                  </a:cubicBezTo>
                  <a:cubicBezTo>
                    <a:pt x="30410" y="13088"/>
                    <a:pt x="31340" y="12230"/>
                    <a:pt x="31862" y="11662"/>
                  </a:cubicBezTo>
                  <a:cubicBezTo>
                    <a:pt x="32734" y="10709"/>
                    <a:pt x="33629" y="9776"/>
                    <a:pt x="34495" y="8821"/>
                  </a:cubicBezTo>
                  <a:close/>
                  <a:moveTo>
                    <a:pt x="27858" y="3809"/>
                  </a:moveTo>
                  <a:lnTo>
                    <a:pt x="27858" y="3809"/>
                  </a:lnTo>
                  <a:cubicBezTo>
                    <a:pt x="26166" y="5986"/>
                    <a:pt x="24466" y="8154"/>
                    <a:pt x="22797" y="10342"/>
                  </a:cubicBezTo>
                  <a:cubicBezTo>
                    <a:pt x="21864" y="11471"/>
                    <a:pt x="20926" y="12594"/>
                    <a:pt x="20002" y="13723"/>
                  </a:cubicBezTo>
                  <a:cubicBezTo>
                    <a:pt x="18713" y="15295"/>
                    <a:pt x="16570" y="17387"/>
                    <a:pt x="15774" y="19265"/>
                  </a:cubicBezTo>
                  <a:lnTo>
                    <a:pt x="15774" y="19265"/>
                  </a:lnTo>
                  <a:cubicBezTo>
                    <a:pt x="18246" y="13421"/>
                    <a:pt x="23543" y="9033"/>
                    <a:pt x="27119" y="3858"/>
                  </a:cubicBezTo>
                  <a:cubicBezTo>
                    <a:pt x="27366" y="3835"/>
                    <a:pt x="27613" y="3818"/>
                    <a:pt x="27858" y="3809"/>
                  </a:cubicBezTo>
                  <a:close/>
                  <a:moveTo>
                    <a:pt x="35211" y="10545"/>
                  </a:moveTo>
                  <a:cubicBezTo>
                    <a:pt x="35436" y="10545"/>
                    <a:pt x="34014" y="12709"/>
                    <a:pt x="33805" y="13027"/>
                  </a:cubicBezTo>
                  <a:cubicBezTo>
                    <a:pt x="33098" y="14116"/>
                    <a:pt x="32362" y="15192"/>
                    <a:pt x="31631" y="16266"/>
                  </a:cubicBezTo>
                  <a:cubicBezTo>
                    <a:pt x="30829" y="17317"/>
                    <a:pt x="30038" y="18377"/>
                    <a:pt x="29267" y="19454"/>
                  </a:cubicBezTo>
                  <a:cubicBezTo>
                    <a:pt x="29252" y="19474"/>
                    <a:pt x="29258" y="19491"/>
                    <a:pt x="29255" y="19508"/>
                  </a:cubicBezTo>
                  <a:cubicBezTo>
                    <a:pt x="28998" y="19344"/>
                    <a:pt x="28727" y="19208"/>
                    <a:pt x="28441" y="19099"/>
                  </a:cubicBezTo>
                  <a:cubicBezTo>
                    <a:pt x="30485" y="16567"/>
                    <a:pt x="32232" y="13812"/>
                    <a:pt x="34377" y="11361"/>
                  </a:cubicBezTo>
                  <a:cubicBezTo>
                    <a:pt x="34892" y="10772"/>
                    <a:pt x="35138" y="10545"/>
                    <a:pt x="35211" y="10545"/>
                  </a:cubicBezTo>
                  <a:close/>
                  <a:moveTo>
                    <a:pt x="37051" y="10278"/>
                  </a:moveTo>
                  <a:cubicBezTo>
                    <a:pt x="37106" y="10278"/>
                    <a:pt x="37052" y="10428"/>
                    <a:pt x="36839" y="10793"/>
                  </a:cubicBezTo>
                  <a:cubicBezTo>
                    <a:pt x="35015" y="13931"/>
                    <a:pt x="32044" y="16988"/>
                    <a:pt x="29824" y="19936"/>
                  </a:cubicBezTo>
                  <a:cubicBezTo>
                    <a:pt x="29720" y="19843"/>
                    <a:pt x="29607" y="19757"/>
                    <a:pt x="29495" y="19673"/>
                  </a:cubicBezTo>
                  <a:cubicBezTo>
                    <a:pt x="29506" y="19664"/>
                    <a:pt x="29518" y="19667"/>
                    <a:pt x="29529" y="19659"/>
                  </a:cubicBezTo>
                  <a:cubicBezTo>
                    <a:pt x="30808" y="18178"/>
                    <a:pt x="32027" y="16552"/>
                    <a:pt x="33141" y="14858"/>
                  </a:cubicBezTo>
                  <a:cubicBezTo>
                    <a:pt x="33485" y="14422"/>
                    <a:pt x="33817" y="13974"/>
                    <a:pt x="34166" y="13544"/>
                  </a:cubicBezTo>
                  <a:cubicBezTo>
                    <a:pt x="34427" y="13217"/>
                    <a:pt x="36807" y="10278"/>
                    <a:pt x="37051" y="10278"/>
                  </a:cubicBezTo>
                  <a:close/>
                  <a:moveTo>
                    <a:pt x="53226" y="13010"/>
                  </a:moveTo>
                  <a:lnTo>
                    <a:pt x="53226" y="13010"/>
                  </a:lnTo>
                  <a:cubicBezTo>
                    <a:pt x="51228" y="15296"/>
                    <a:pt x="49265" y="17606"/>
                    <a:pt x="47336" y="19942"/>
                  </a:cubicBezTo>
                  <a:cubicBezTo>
                    <a:pt x="47403" y="19849"/>
                    <a:pt x="47466" y="19754"/>
                    <a:pt x="47533" y="19662"/>
                  </a:cubicBezTo>
                  <a:cubicBezTo>
                    <a:pt x="49251" y="17303"/>
                    <a:pt x="51225" y="15143"/>
                    <a:pt x="53226" y="13010"/>
                  </a:cubicBezTo>
                  <a:close/>
                  <a:moveTo>
                    <a:pt x="25908" y="5044"/>
                  </a:moveTo>
                  <a:cubicBezTo>
                    <a:pt x="25931" y="5044"/>
                    <a:pt x="25496" y="5615"/>
                    <a:pt x="24313" y="7117"/>
                  </a:cubicBezTo>
                  <a:cubicBezTo>
                    <a:pt x="20984" y="11350"/>
                    <a:pt x="17306" y="15126"/>
                    <a:pt x="15094" y="20103"/>
                  </a:cubicBezTo>
                  <a:cubicBezTo>
                    <a:pt x="15028" y="19760"/>
                    <a:pt x="14967" y="19413"/>
                    <a:pt x="14910" y="19067"/>
                  </a:cubicBezTo>
                  <a:lnTo>
                    <a:pt x="14907" y="19067"/>
                  </a:lnTo>
                  <a:cubicBezTo>
                    <a:pt x="16980" y="16194"/>
                    <a:pt x="19119" y="13374"/>
                    <a:pt x="21327" y="10605"/>
                  </a:cubicBezTo>
                  <a:cubicBezTo>
                    <a:pt x="22031" y="9723"/>
                    <a:pt x="25844" y="5044"/>
                    <a:pt x="25908" y="5044"/>
                  </a:cubicBezTo>
                  <a:close/>
                  <a:moveTo>
                    <a:pt x="55573" y="12002"/>
                  </a:moveTo>
                  <a:lnTo>
                    <a:pt x="55573" y="12002"/>
                  </a:lnTo>
                  <a:cubicBezTo>
                    <a:pt x="54415" y="13431"/>
                    <a:pt x="53301" y="14901"/>
                    <a:pt x="52221" y="16396"/>
                  </a:cubicBezTo>
                  <a:cubicBezTo>
                    <a:pt x="50994" y="17710"/>
                    <a:pt x="49779" y="19023"/>
                    <a:pt x="48592" y="20354"/>
                  </a:cubicBezTo>
                  <a:cubicBezTo>
                    <a:pt x="50385" y="18053"/>
                    <a:pt x="52192" y="15764"/>
                    <a:pt x="54020" y="13489"/>
                  </a:cubicBezTo>
                  <a:cubicBezTo>
                    <a:pt x="54540" y="12995"/>
                    <a:pt x="55056" y="12499"/>
                    <a:pt x="55573" y="12002"/>
                  </a:cubicBezTo>
                  <a:close/>
                  <a:moveTo>
                    <a:pt x="32154" y="18085"/>
                  </a:moveTo>
                  <a:lnTo>
                    <a:pt x="32154" y="18085"/>
                  </a:lnTo>
                  <a:cubicBezTo>
                    <a:pt x="31568" y="18908"/>
                    <a:pt x="30979" y="19722"/>
                    <a:pt x="30381" y="20530"/>
                  </a:cubicBezTo>
                  <a:cubicBezTo>
                    <a:pt x="30289" y="20412"/>
                    <a:pt x="30191" y="20297"/>
                    <a:pt x="30087" y="20187"/>
                  </a:cubicBezTo>
                  <a:cubicBezTo>
                    <a:pt x="30823" y="19534"/>
                    <a:pt x="31516" y="18833"/>
                    <a:pt x="32154" y="18085"/>
                  </a:cubicBezTo>
                  <a:close/>
                  <a:moveTo>
                    <a:pt x="31324" y="6277"/>
                  </a:moveTo>
                  <a:cubicBezTo>
                    <a:pt x="31400" y="6277"/>
                    <a:pt x="29210" y="9473"/>
                    <a:pt x="28750" y="10120"/>
                  </a:cubicBezTo>
                  <a:cubicBezTo>
                    <a:pt x="27263" y="12216"/>
                    <a:pt x="25843" y="14347"/>
                    <a:pt x="24301" y="16405"/>
                  </a:cubicBezTo>
                  <a:cubicBezTo>
                    <a:pt x="23192" y="17886"/>
                    <a:pt x="22072" y="19350"/>
                    <a:pt x="20975" y="20825"/>
                  </a:cubicBezTo>
                  <a:cubicBezTo>
                    <a:pt x="23675" y="16289"/>
                    <a:pt x="27067" y="12040"/>
                    <a:pt x="30170" y="7793"/>
                  </a:cubicBezTo>
                  <a:cubicBezTo>
                    <a:pt x="30974" y="6693"/>
                    <a:pt x="31297" y="6277"/>
                    <a:pt x="31324" y="6277"/>
                  </a:cubicBezTo>
                  <a:close/>
                  <a:moveTo>
                    <a:pt x="64049" y="4730"/>
                  </a:moveTo>
                  <a:cubicBezTo>
                    <a:pt x="64456" y="4955"/>
                    <a:pt x="64760" y="5339"/>
                    <a:pt x="64947" y="5986"/>
                  </a:cubicBezTo>
                  <a:cubicBezTo>
                    <a:pt x="65129" y="6595"/>
                    <a:pt x="65181" y="7244"/>
                    <a:pt x="65210" y="7894"/>
                  </a:cubicBezTo>
                  <a:cubicBezTo>
                    <a:pt x="63925" y="8264"/>
                    <a:pt x="62678" y="9109"/>
                    <a:pt x="61480" y="10186"/>
                  </a:cubicBezTo>
                  <a:cubicBezTo>
                    <a:pt x="62571" y="8907"/>
                    <a:pt x="63688" y="7660"/>
                    <a:pt x="64863" y="6491"/>
                  </a:cubicBezTo>
                  <a:cubicBezTo>
                    <a:pt x="64966" y="6390"/>
                    <a:pt x="64867" y="6243"/>
                    <a:pt x="64754" y="6243"/>
                  </a:cubicBezTo>
                  <a:cubicBezTo>
                    <a:pt x="64721" y="6243"/>
                    <a:pt x="64686" y="6256"/>
                    <a:pt x="64656" y="6286"/>
                  </a:cubicBezTo>
                  <a:cubicBezTo>
                    <a:pt x="62626" y="8307"/>
                    <a:pt x="60764" y="10510"/>
                    <a:pt x="58974" y="12788"/>
                  </a:cubicBezTo>
                  <a:cubicBezTo>
                    <a:pt x="57375" y="14624"/>
                    <a:pt x="55902" y="16564"/>
                    <a:pt x="54600" y="17883"/>
                  </a:cubicBezTo>
                  <a:cubicBezTo>
                    <a:pt x="53656" y="18839"/>
                    <a:pt x="52741" y="19838"/>
                    <a:pt x="51834" y="20851"/>
                  </a:cubicBezTo>
                  <a:cubicBezTo>
                    <a:pt x="53344" y="18920"/>
                    <a:pt x="54877" y="17005"/>
                    <a:pt x="56474" y="15132"/>
                  </a:cubicBezTo>
                  <a:cubicBezTo>
                    <a:pt x="59188" y="11942"/>
                    <a:pt x="61364" y="8290"/>
                    <a:pt x="64448" y="5434"/>
                  </a:cubicBezTo>
                  <a:cubicBezTo>
                    <a:pt x="64576" y="5315"/>
                    <a:pt x="64456" y="5144"/>
                    <a:pt x="64320" y="5144"/>
                  </a:cubicBezTo>
                  <a:cubicBezTo>
                    <a:pt x="64281" y="5144"/>
                    <a:pt x="64241" y="5158"/>
                    <a:pt x="64205" y="5192"/>
                  </a:cubicBezTo>
                  <a:cubicBezTo>
                    <a:pt x="63914" y="5460"/>
                    <a:pt x="63636" y="5755"/>
                    <a:pt x="63348" y="6035"/>
                  </a:cubicBezTo>
                  <a:cubicBezTo>
                    <a:pt x="63608" y="5613"/>
                    <a:pt x="63841" y="5177"/>
                    <a:pt x="64049" y="4730"/>
                  </a:cubicBezTo>
                  <a:close/>
                  <a:moveTo>
                    <a:pt x="25912" y="8601"/>
                  </a:moveTo>
                  <a:lnTo>
                    <a:pt x="25912" y="8601"/>
                  </a:lnTo>
                  <a:cubicBezTo>
                    <a:pt x="25173" y="9641"/>
                    <a:pt x="24440" y="10686"/>
                    <a:pt x="23715" y="11740"/>
                  </a:cubicBezTo>
                  <a:cubicBezTo>
                    <a:pt x="23178" y="12516"/>
                    <a:pt x="22627" y="13284"/>
                    <a:pt x="22081" y="14058"/>
                  </a:cubicBezTo>
                  <a:cubicBezTo>
                    <a:pt x="21954" y="14231"/>
                    <a:pt x="21824" y="14404"/>
                    <a:pt x="21700" y="14580"/>
                  </a:cubicBezTo>
                  <a:cubicBezTo>
                    <a:pt x="21200" y="15270"/>
                    <a:pt x="20672" y="15963"/>
                    <a:pt x="20138" y="16662"/>
                  </a:cubicBezTo>
                  <a:cubicBezTo>
                    <a:pt x="18975" y="17984"/>
                    <a:pt x="17190" y="19742"/>
                    <a:pt x="16601" y="20940"/>
                  </a:cubicBezTo>
                  <a:lnTo>
                    <a:pt x="16599" y="20940"/>
                  </a:lnTo>
                  <a:cubicBezTo>
                    <a:pt x="18871" y="16310"/>
                    <a:pt x="22621" y="12603"/>
                    <a:pt x="25912" y="8601"/>
                  </a:cubicBezTo>
                  <a:close/>
                  <a:moveTo>
                    <a:pt x="39689" y="9545"/>
                  </a:moveTo>
                  <a:lnTo>
                    <a:pt x="39689" y="9545"/>
                  </a:lnTo>
                  <a:cubicBezTo>
                    <a:pt x="39140" y="10712"/>
                    <a:pt x="38462" y="11812"/>
                    <a:pt x="37714" y="12871"/>
                  </a:cubicBezTo>
                  <a:cubicBezTo>
                    <a:pt x="35589" y="15363"/>
                    <a:pt x="33519" y="17892"/>
                    <a:pt x="31614" y="20565"/>
                  </a:cubicBezTo>
                  <a:cubicBezTo>
                    <a:pt x="31744" y="20383"/>
                    <a:pt x="31920" y="20158"/>
                    <a:pt x="32119" y="19916"/>
                  </a:cubicBezTo>
                  <a:lnTo>
                    <a:pt x="32119" y="19916"/>
                  </a:lnTo>
                  <a:cubicBezTo>
                    <a:pt x="31703" y="20464"/>
                    <a:pt x="31305" y="21021"/>
                    <a:pt x="30930" y="21590"/>
                  </a:cubicBezTo>
                  <a:cubicBezTo>
                    <a:pt x="30855" y="21330"/>
                    <a:pt x="30742" y="21082"/>
                    <a:pt x="30600" y="20851"/>
                  </a:cubicBezTo>
                  <a:cubicBezTo>
                    <a:pt x="31917" y="19471"/>
                    <a:pt x="33173" y="18051"/>
                    <a:pt x="34339" y="16535"/>
                  </a:cubicBezTo>
                  <a:cubicBezTo>
                    <a:pt x="35956" y="14433"/>
                    <a:pt x="38583" y="11895"/>
                    <a:pt x="39689" y="9545"/>
                  </a:cubicBezTo>
                  <a:close/>
                  <a:moveTo>
                    <a:pt x="29781" y="3936"/>
                  </a:moveTo>
                  <a:lnTo>
                    <a:pt x="29781" y="3936"/>
                  </a:lnTo>
                  <a:cubicBezTo>
                    <a:pt x="29948" y="3968"/>
                    <a:pt x="30113" y="4005"/>
                    <a:pt x="30271" y="4051"/>
                  </a:cubicBezTo>
                  <a:cubicBezTo>
                    <a:pt x="28940" y="5769"/>
                    <a:pt x="27687" y="7539"/>
                    <a:pt x="26484" y="9343"/>
                  </a:cubicBezTo>
                  <a:cubicBezTo>
                    <a:pt x="25869" y="10224"/>
                    <a:pt x="25254" y="11107"/>
                    <a:pt x="24642" y="11988"/>
                  </a:cubicBezTo>
                  <a:cubicBezTo>
                    <a:pt x="23106" y="14196"/>
                    <a:pt x="21527" y="16365"/>
                    <a:pt x="19913" y="18515"/>
                  </a:cubicBezTo>
                  <a:cubicBezTo>
                    <a:pt x="19116" y="19708"/>
                    <a:pt x="18261" y="20860"/>
                    <a:pt x="17346" y="21968"/>
                  </a:cubicBezTo>
                  <a:lnTo>
                    <a:pt x="17343" y="21968"/>
                  </a:lnTo>
                  <a:cubicBezTo>
                    <a:pt x="18204" y="20929"/>
                    <a:pt x="19015" y="18868"/>
                    <a:pt x="19930" y="17713"/>
                  </a:cubicBezTo>
                  <a:cubicBezTo>
                    <a:pt x="23395" y="13330"/>
                    <a:pt x="26556" y="8575"/>
                    <a:pt x="29772" y="4000"/>
                  </a:cubicBezTo>
                  <a:cubicBezTo>
                    <a:pt x="29786" y="3976"/>
                    <a:pt x="29778" y="3956"/>
                    <a:pt x="29781" y="3936"/>
                  </a:cubicBezTo>
                  <a:close/>
                  <a:moveTo>
                    <a:pt x="28226" y="4971"/>
                  </a:moveTo>
                  <a:cubicBezTo>
                    <a:pt x="28263" y="4971"/>
                    <a:pt x="28078" y="5282"/>
                    <a:pt x="27520" y="6113"/>
                  </a:cubicBezTo>
                  <a:cubicBezTo>
                    <a:pt x="23790" y="11664"/>
                    <a:pt x="18671" y="15960"/>
                    <a:pt x="15686" y="22040"/>
                  </a:cubicBezTo>
                  <a:lnTo>
                    <a:pt x="15683" y="22040"/>
                  </a:lnTo>
                  <a:cubicBezTo>
                    <a:pt x="15675" y="22066"/>
                    <a:pt x="15672" y="22092"/>
                    <a:pt x="15675" y="22121"/>
                  </a:cubicBezTo>
                  <a:cubicBezTo>
                    <a:pt x="15475" y="21628"/>
                    <a:pt x="15317" y="21117"/>
                    <a:pt x="15201" y="20597"/>
                  </a:cubicBezTo>
                  <a:cubicBezTo>
                    <a:pt x="15204" y="20594"/>
                    <a:pt x="15210" y="20594"/>
                    <a:pt x="15213" y="20591"/>
                  </a:cubicBezTo>
                  <a:cubicBezTo>
                    <a:pt x="16373" y="18934"/>
                    <a:pt x="17597" y="17329"/>
                    <a:pt x="18847" y="15744"/>
                  </a:cubicBezTo>
                  <a:lnTo>
                    <a:pt x="18847" y="15744"/>
                  </a:lnTo>
                  <a:cubicBezTo>
                    <a:pt x="17713" y="17378"/>
                    <a:pt x="16613" y="19041"/>
                    <a:pt x="15582" y="20750"/>
                  </a:cubicBezTo>
                  <a:cubicBezTo>
                    <a:pt x="15506" y="20876"/>
                    <a:pt x="15616" y="20991"/>
                    <a:pt x="15727" y="20991"/>
                  </a:cubicBezTo>
                  <a:cubicBezTo>
                    <a:pt x="15776" y="20991"/>
                    <a:pt x="15826" y="20968"/>
                    <a:pt x="15859" y="20914"/>
                  </a:cubicBezTo>
                  <a:cubicBezTo>
                    <a:pt x="17918" y="17594"/>
                    <a:pt x="20259" y="14511"/>
                    <a:pt x="22748" y="11503"/>
                  </a:cubicBezTo>
                  <a:cubicBezTo>
                    <a:pt x="23822" y="10207"/>
                    <a:pt x="24936" y="8945"/>
                    <a:pt x="26039" y="7675"/>
                  </a:cubicBezTo>
                  <a:cubicBezTo>
                    <a:pt x="26350" y="7319"/>
                    <a:pt x="28125" y="4971"/>
                    <a:pt x="28226" y="4971"/>
                  </a:cubicBezTo>
                  <a:close/>
                  <a:moveTo>
                    <a:pt x="40708" y="9785"/>
                  </a:moveTo>
                  <a:cubicBezTo>
                    <a:pt x="40258" y="10539"/>
                    <a:pt x="39755" y="11266"/>
                    <a:pt x="39238" y="11985"/>
                  </a:cubicBezTo>
                  <a:cubicBezTo>
                    <a:pt x="38852" y="12476"/>
                    <a:pt x="38479" y="12978"/>
                    <a:pt x="38115" y="13489"/>
                  </a:cubicBezTo>
                  <a:cubicBezTo>
                    <a:pt x="37593" y="14165"/>
                    <a:pt x="37062" y="14837"/>
                    <a:pt x="36533" y="15498"/>
                  </a:cubicBezTo>
                  <a:cubicBezTo>
                    <a:pt x="34749" y="17745"/>
                    <a:pt x="32893" y="19924"/>
                    <a:pt x="31207" y="22245"/>
                  </a:cubicBezTo>
                  <a:cubicBezTo>
                    <a:pt x="31149" y="22326"/>
                    <a:pt x="31094" y="22413"/>
                    <a:pt x="31034" y="22494"/>
                  </a:cubicBezTo>
                  <a:cubicBezTo>
                    <a:pt x="31048" y="22338"/>
                    <a:pt x="31045" y="22182"/>
                    <a:pt x="31025" y="22026"/>
                  </a:cubicBezTo>
                  <a:cubicBezTo>
                    <a:pt x="31039" y="22014"/>
                    <a:pt x="31057" y="22014"/>
                    <a:pt x="31068" y="21997"/>
                  </a:cubicBezTo>
                  <a:cubicBezTo>
                    <a:pt x="33375" y="18567"/>
                    <a:pt x="35973" y="15389"/>
                    <a:pt x="38667" y="12262"/>
                  </a:cubicBezTo>
                  <a:cubicBezTo>
                    <a:pt x="39264" y="11569"/>
                    <a:pt x="40260" y="10533"/>
                    <a:pt x="40708" y="9785"/>
                  </a:cubicBezTo>
                  <a:close/>
                  <a:moveTo>
                    <a:pt x="26972" y="15588"/>
                  </a:moveTo>
                  <a:lnTo>
                    <a:pt x="26972" y="15588"/>
                  </a:lnTo>
                  <a:cubicBezTo>
                    <a:pt x="26394" y="16489"/>
                    <a:pt x="25817" y="17392"/>
                    <a:pt x="25231" y="18290"/>
                  </a:cubicBezTo>
                  <a:cubicBezTo>
                    <a:pt x="24073" y="19768"/>
                    <a:pt x="22901" y="21244"/>
                    <a:pt x="21737" y="22722"/>
                  </a:cubicBezTo>
                  <a:cubicBezTo>
                    <a:pt x="22185" y="22046"/>
                    <a:pt x="22632" y="21373"/>
                    <a:pt x="23091" y="20704"/>
                  </a:cubicBezTo>
                  <a:cubicBezTo>
                    <a:pt x="24313" y="18934"/>
                    <a:pt x="25641" y="17260"/>
                    <a:pt x="26972" y="15588"/>
                  </a:cubicBezTo>
                  <a:close/>
                  <a:moveTo>
                    <a:pt x="35231" y="17635"/>
                  </a:moveTo>
                  <a:lnTo>
                    <a:pt x="35231" y="17635"/>
                  </a:lnTo>
                  <a:cubicBezTo>
                    <a:pt x="33903" y="19485"/>
                    <a:pt x="32523" y="21296"/>
                    <a:pt x="31143" y="23106"/>
                  </a:cubicBezTo>
                  <a:cubicBezTo>
                    <a:pt x="32082" y="21729"/>
                    <a:pt x="33040" y="20369"/>
                    <a:pt x="34085" y="19061"/>
                  </a:cubicBezTo>
                  <a:cubicBezTo>
                    <a:pt x="34466" y="18585"/>
                    <a:pt x="34847" y="18111"/>
                    <a:pt x="35231" y="17635"/>
                  </a:cubicBezTo>
                  <a:close/>
                  <a:moveTo>
                    <a:pt x="37197" y="16826"/>
                  </a:moveTo>
                  <a:lnTo>
                    <a:pt x="37197" y="16826"/>
                  </a:lnTo>
                  <a:cubicBezTo>
                    <a:pt x="35650" y="19044"/>
                    <a:pt x="33952" y="21117"/>
                    <a:pt x="32281" y="23201"/>
                  </a:cubicBezTo>
                  <a:cubicBezTo>
                    <a:pt x="32304" y="23166"/>
                    <a:pt x="32327" y="23129"/>
                    <a:pt x="32350" y="23094"/>
                  </a:cubicBezTo>
                  <a:cubicBezTo>
                    <a:pt x="33935" y="20975"/>
                    <a:pt x="35560" y="18896"/>
                    <a:pt x="37197" y="16826"/>
                  </a:cubicBezTo>
                  <a:close/>
                  <a:moveTo>
                    <a:pt x="60475" y="16610"/>
                  </a:moveTo>
                  <a:lnTo>
                    <a:pt x="60475" y="16610"/>
                  </a:lnTo>
                  <a:cubicBezTo>
                    <a:pt x="58934" y="18287"/>
                    <a:pt x="57450" y="20019"/>
                    <a:pt x="55937" y="21708"/>
                  </a:cubicBezTo>
                  <a:cubicBezTo>
                    <a:pt x="55333" y="22384"/>
                    <a:pt x="54742" y="23077"/>
                    <a:pt x="54144" y="23761"/>
                  </a:cubicBezTo>
                  <a:cubicBezTo>
                    <a:pt x="55553" y="22069"/>
                    <a:pt x="56959" y="20375"/>
                    <a:pt x="58431" y="18732"/>
                  </a:cubicBezTo>
                  <a:cubicBezTo>
                    <a:pt x="59075" y="18013"/>
                    <a:pt x="59771" y="17314"/>
                    <a:pt x="60475" y="16610"/>
                  </a:cubicBezTo>
                  <a:close/>
                  <a:moveTo>
                    <a:pt x="63899" y="8743"/>
                  </a:moveTo>
                  <a:lnTo>
                    <a:pt x="63899" y="8743"/>
                  </a:lnTo>
                  <a:cubicBezTo>
                    <a:pt x="63893" y="9675"/>
                    <a:pt x="63495" y="10388"/>
                    <a:pt x="62704" y="10885"/>
                  </a:cubicBezTo>
                  <a:cubicBezTo>
                    <a:pt x="60784" y="12854"/>
                    <a:pt x="58962" y="14921"/>
                    <a:pt x="57129" y="16971"/>
                  </a:cubicBezTo>
                  <a:lnTo>
                    <a:pt x="57126" y="16971"/>
                  </a:lnTo>
                  <a:cubicBezTo>
                    <a:pt x="54929" y="19431"/>
                    <a:pt x="52790" y="21939"/>
                    <a:pt x="50711" y="24497"/>
                  </a:cubicBezTo>
                  <a:cubicBezTo>
                    <a:pt x="52960" y="21475"/>
                    <a:pt x="55172" y="18302"/>
                    <a:pt x="57484" y="15216"/>
                  </a:cubicBezTo>
                  <a:cubicBezTo>
                    <a:pt x="58853" y="13798"/>
                    <a:pt x="60215" y="12375"/>
                    <a:pt x="61538" y="10902"/>
                  </a:cubicBezTo>
                  <a:cubicBezTo>
                    <a:pt x="62254" y="10106"/>
                    <a:pt x="63045" y="9384"/>
                    <a:pt x="63899" y="8743"/>
                  </a:cubicBezTo>
                  <a:close/>
                  <a:moveTo>
                    <a:pt x="65288" y="9413"/>
                  </a:moveTo>
                  <a:cubicBezTo>
                    <a:pt x="65308" y="9729"/>
                    <a:pt x="65345" y="10043"/>
                    <a:pt x="65403" y="10357"/>
                  </a:cubicBezTo>
                  <a:lnTo>
                    <a:pt x="65403" y="10357"/>
                  </a:lnTo>
                  <a:cubicBezTo>
                    <a:pt x="65380" y="10357"/>
                    <a:pt x="65357" y="10363"/>
                    <a:pt x="65340" y="10374"/>
                  </a:cubicBezTo>
                  <a:cubicBezTo>
                    <a:pt x="60383" y="14017"/>
                    <a:pt x="56405" y="19419"/>
                    <a:pt x="52374" y="24021"/>
                  </a:cubicBezTo>
                  <a:cubicBezTo>
                    <a:pt x="52164" y="24260"/>
                    <a:pt x="51964" y="24512"/>
                    <a:pt x="51756" y="24754"/>
                  </a:cubicBezTo>
                  <a:cubicBezTo>
                    <a:pt x="54003" y="21916"/>
                    <a:pt x="56301" y="18888"/>
                    <a:pt x="58749" y="16021"/>
                  </a:cubicBezTo>
                  <a:cubicBezTo>
                    <a:pt x="59880" y="14829"/>
                    <a:pt x="60998" y="13628"/>
                    <a:pt x="62063" y="12392"/>
                  </a:cubicBezTo>
                  <a:cubicBezTo>
                    <a:pt x="63105" y="11335"/>
                    <a:pt x="64173" y="10331"/>
                    <a:pt x="65288" y="9413"/>
                  </a:cubicBezTo>
                  <a:close/>
                  <a:moveTo>
                    <a:pt x="52172" y="6347"/>
                  </a:moveTo>
                  <a:cubicBezTo>
                    <a:pt x="52106" y="6427"/>
                    <a:pt x="52037" y="6505"/>
                    <a:pt x="51967" y="6583"/>
                  </a:cubicBezTo>
                  <a:cubicBezTo>
                    <a:pt x="50428" y="8168"/>
                    <a:pt x="48973" y="9831"/>
                    <a:pt x="47608" y="11569"/>
                  </a:cubicBezTo>
                  <a:cubicBezTo>
                    <a:pt x="43748" y="15897"/>
                    <a:pt x="39850" y="20196"/>
                    <a:pt x="36334" y="24841"/>
                  </a:cubicBezTo>
                  <a:cubicBezTo>
                    <a:pt x="36663" y="24356"/>
                    <a:pt x="36992" y="23871"/>
                    <a:pt x="37321" y="23386"/>
                  </a:cubicBezTo>
                  <a:cubicBezTo>
                    <a:pt x="38944" y="21264"/>
                    <a:pt x="40564" y="19136"/>
                    <a:pt x="42177" y="17000"/>
                  </a:cubicBezTo>
                  <a:cubicBezTo>
                    <a:pt x="45186" y="13030"/>
                    <a:pt x="48566" y="9652"/>
                    <a:pt x="52172" y="6347"/>
                  </a:cubicBezTo>
                  <a:close/>
                  <a:moveTo>
                    <a:pt x="71371" y="13501"/>
                  </a:moveTo>
                  <a:cubicBezTo>
                    <a:pt x="71307" y="13931"/>
                    <a:pt x="71073" y="14364"/>
                    <a:pt x="70672" y="14797"/>
                  </a:cubicBezTo>
                  <a:lnTo>
                    <a:pt x="70675" y="14797"/>
                  </a:lnTo>
                  <a:cubicBezTo>
                    <a:pt x="70415" y="15230"/>
                    <a:pt x="70132" y="15643"/>
                    <a:pt x="69846" y="16053"/>
                  </a:cubicBezTo>
                  <a:cubicBezTo>
                    <a:pt x="69834" y="16049"/>
                    <a:pt x="69822" y="16047"/>
                    <a:pt x="69810" y="16047"/>
                  </a:cubicBezTo>
                  <a:cubicBezTo>
                    <a:pt x="69775" y="16047"/>
                    <a:pt x="69740" y="16062"/>
                    <a:pt x="69717" y="16087"/>
                  </a:cubicBezTo>
                  <a:cubicBezTo>
                    <a:pt x="67462" y="18616"/>
                    <a:pt x="65230" y="21169"/>
                    <a:pt x="63022" y="23738"/>
                  </a:cubicBezTo>
                  <a:cubicBezTo>
                    <a:pt x="62410" y="24292"/>
                    <a:pt x="61795" y="24844"/>
                    <a:pt x="61177" y="25389"/>
                  </a:cubicBezTo>
                  <a:cubicBezTo>
                    <a:pt x="62219" y="24107"/>
                    <a:pt x="63284" y="22846"/>
                    <a:pt x="64416" y="21639"/>
                  </a:cubicBezTo>
                  <a:cubicBezTo>
                    <a:pt x="66890" y="18997"/>
                    <a:pt x="69439" y="16555"/>
                    <a:pt x="71371" y="13501"/>
                  </a:cubicBezTo>
                  <a:close/>
                  <a:moveTo>
                    <a:pt x="69411" y="12054"/>
                  </a:moveTo>
                  <a:cubicBezTo>
                    <a:pt x="68744" y="12863"/>
                    <a:pt x="68059" y="13657"/>
                    <a:pt x="67358" y="14430"/>
                  </a:cubicBezTo>
                  <a:cubicBezTo>
                    <a:pt x="63888" y="18348"/>
                    <a:pt x="59988" y="21850"/>
                    <a:pt x="56316" y="25572"/>
                  </a:cubicBezTo>
                  <a:lnTo>
                    <a:pt x="56316" y="25572"/>
                  </a:lnTo>
                  <a:cubicBezTo>
                    <a:pt x="58874" y="22854"/>
                    <a:pt x="61506" y="20232"/>
                    <a:pt x="63966" y="17418"/>
                  </a:cubicBezTo>
                  <a:cubicBezTo>
                    <a:pt x="64988" y="16249"/>
                    <a:pt x="66036" y="15114"/>
                    <a:pt x="67112" y="14000"/>
                  </a:cubicBezTo>
                  <a:cubicBezTo>
                    <a:pt x="67791" y="13255"/>
                    <a:pt x="68562" y="12600"/>
                    <a:pt x="69411" y="12054"/>
                  </a:cubicBezTo>
                  <a:close/>
                  <a:moveTo>
                    <a:pt x="60440" y="4124"/>
                  </a:moveTo>
                  <a:cubicBezTo>
                    <a:pt x="60626" y="4124"/>
                    <a:pt x="55900" y="9463"/>
                    <a:pt x="55365" y="10022"/>
                  </a:cubicBezTo>
                  <a:cubicBezTo>
                    <a:pt x="53209" y="12268"/>
                    <a:pt x="51147" y="14592"/>
                    <a:pt x="49181" y="17000"/>
                  </a:cubicBezTo>
                  <a:lnTo>
                    <a:pt x="49181" y="17003"/>
                  </a:lnTo>
                  <a:cubicBezTo>
                    <a:pt x="47657" y="18873"/>
                    <a:pt x="46271" y="20839"/>
                    <a:pt x="44920" y="22829"/>
                  </a:cubicBezTo>
                  <a:cubicBezTo>
                    <a:pt x="44054" y="23848"/>
                    <a:pt x="43173" y="24867"/>
                    <a:pt x="42296" y="25895"/>
                  </a:cubicBezTo>
                  <a:cubicBezTo>
                    <a:pt x="43303" y="24388"/>
                    <a:pt x="44268" y="22889"/>
                    <a:pt x="45215" y="21501"/>
                  </a:cubicBezTo>
                  <a:cubicBezTo>
                    <a:pt x="45671" y="20831"/>
                    <a:pt x="46150" y="20181"/>
                    <a:pt x="46629" y="19532"/>
                  </a:cubicBezTo>
                  <a:cubicBezTo>
                    <a:pt x="50821" y="14681"/>
                    <a:pt x="54892" y="9739"/>
                    <a:pt x="59372" y="5146"/>
                  </a:cubicBezTo>
                  <a:cubicBezTo>
                    <a:pt x="60080" y="4421"/>
                    <a:pt x="60397" y="4124"/>
                    <a:pt x="60440" y="4124"/>
                  </a:cubicBezTo>
                  <a:close/>
                  <a:moveTo>
                    <a:pt x="31420" y="4516"/>
                  </a:moveTo>
                  <a:cubicBezTo>
                    <a:pt x="31602" y="4617"/>
                    <a:pt x="31778" y="4730"/>
                    <a:pt x="31949" y="4854"/>
                  </a:cubicBezTo>
                  <a:cubicBezTo>
                    <a:pt x="29059" y="8714"/>
                    <a:pt x="26250" y="12632"/>
                    <a:pt x="23478" y="16578"/>
                  </a:cubicBezTo>
                  <a:cubicBezTo>
                    <a:pt x="22361" y="18169"/>
                    <a:pt x="21223" y="19748"/>
                    <a:pt x="20222" y="21417"/>
                  </a:cubicBezTo>
                  <a:cubicBezTo>
                    <a:pt x="19809" y="22141"/>
                    <a:pt x="19396" y="22866"/>
                    <a:pt x="18977" y="23591"/>
                  </a:cubicBezTo>
                  <a:cubicBezTo>
                    <a:pt x="18908" y="23706"/>
                    <a:pt x="18833" y="23816"/>
                    <a:pt x="18752" y="23923"/>
                  </a:cubicBezTo>
                  <a:cubicBezTo>
                    <a:pt x="18726" y="23963"/>
                    <a:pt x="18697" y="24001"/>
                    <a:pt x="18671" y="24041"/>
                  </a:cubicBezTo>
                  <a:cubicBezTo>
                    <a:pt x="17896" y="25056"/>
                    <a:pt x="16512" y="26224"/>
                    <a:pt x="16216" y="26845"/>
                  </a:cubicBezTo>
                  <a:lnTo>
                    <a:pt x="16216" y="26845"/>
                  </a:lnTo>
                  <a:cubicBezTo>
                    <a:pt x="18026" y="23044"/>
                    <a:pt x="20935" y="19745"/>
                    <a:pt x="23481" y="16431"/>
                  </a:cubicBezTo>
                  <a:cubicBezTo>
                    <a:pt x="26383" y="12652"/>
                    <a:pt x="28822" y="8512"/>
                    <a:pt x="31420" y="4516"/>
                  </a:cubicBezTo>
                  <a:close/>
                  <a:moveTo>
                    <a:pt x="30404" y="23400"/>
                  </a:moveTo>
                  <a:lnTo>
                    <a:pt x="30404" y="23400"/>
                  </a:lnTo>
                  <a:cubicBezTo>
                    <a:pt x="29578" y="24636"/>
                    <a:pt x="28802" y="25912"/>
                    <a:pt x="27979" y="27148"/>
                  </a:cubicBezTo>
                  <a:cubicBezTo>
                    <a:pt x="27808" y="27195"/>
                    <a:pt x="27674" y="27219"/>
                    <a:pt x="27575" y="27219"/>
                  </a:cubicBezTo>
                  <a:cubicBezTo>
                    <a:pt x="27174" y="27219"/>
                    <a:pt x="27373" y="26822"/>
                    <a:pt x="28173" y="26027"/>
                  </a:cubicBezTo>
                  <a:cubicBezTo>
                    <a:pt x="28655" y="25282"/>
                    <a:pt x="29148" y="24546"/>
                    <a:pt x="29654" y="23819"/>
                  </a:cubicBezTo>
                  <a:cubicBezTo>
                    <a:pt x="29662" y="23801"/>
                    <a:pt x="29665" y="23778"/>
                    <a:pt x="29662" y="23758"/>
                  </a:cubicBezTo>
                  <a:cubicBezTo>
                    <a:pt x="29899" y="23631"/>
                    <a:pt x="30144" y="23513"/>
                    <a:pt x="30404" y="23400"/>
                  </a:cubicBezTo>
                  <a:close/>
                  <a:moveTo>
                    <a:pt x="29018" y="24145"/>
                  </a:moveTo>
                  <a:cubicBezTo>
                    <a:pt x="28207" y="25199"/>
                    <a:pt x="27410" y="26267"/>
                    <a:pt x="26593" y="27321"/>
                  </a:cubicBezTo>
                  <a:cubicBezTo>
                    <a:pt x="26969" y="26056"/>
                    <a:pt x="27780" y="24974"/>
                    <a:pt x="29018" y="24145"/>
                  </a:cubicBezTo>
                  <a:close/>
                  <a:moveTo>
                    <a:pt x="57871" y="10931"/>
                  </a:moveTo>
                  <a:lnTo>
                    <a:pt x="57871" y="10931"/>
                  </a:lnTo>
                  <a:cubicBezTo>
                    <a:pt x="55305" y="14046"/>
                    <a:pt x="52885" y="17303"/>
                    <a:pt x="50454" y="20464"/>
                  </a:cubicBezTo>
                  <a:cubicBezTo>
                    <a:pt x="48653" y="22808"/>
                    <a:pt x="46889" y="25181"/>
                    <a:pt x="45160" y="27586"/>
                  </a:cubicBezTo>
                  <a:cubicBezTo>
                    <a:pt x="46436" y="25571"/>
                    <a:pt x="47712" y="23553"/>
                    <a:pt x="49080" y="21602"/>
                  </a:cubicBezTo>
                  <a:cubicBezTo>
                    <a:pt x="51445" y="18232"/>
                    <a:pt x="53890" y="14973"/>
                    <a:pt x="56783" y="12037"/>
                  </a:cubicBezTo>
                  <a:cubicBezTo>
                    <a:pt x="57147" y="11667"/>
                    <a:pt x="57510" y="11298"/>
                    <a:pt x="57871" y="10931"/>
                  </a:cubicBezTo>
                  <a:close/>
                  <a:moveTo>
                    <a:pt x="27015" y="16942"/>
                  </a:moveTo>
                  <a:cubicBezTo>
                    <a:pt x="26928" y="17170"/>
                    <a:pt x="26865" y="17404"/>
                    <a:pt x="26819" y="17643"/>
                  </a:cubicBezTo>
                  <a:cubicBezTo>
                    <a:pt x="26391" y="18287"/>
                    <a:pt x="25958" y="18928"/>
                    <a:pt x="25516" y="19566"/>
                  </a:cubicBezTo>
                  <a:cubicBezTo>
                    <a:pt x="25488" y="19598"/>
                    <a:pt x="25453" y="19618"/>
                    <a:pt x="25427" y="19653"/>
                  </a:cubicBezTo>
                  <a:cubicBezTo>
                    <a:pt x="25280" y="19835"/>
                    <a:pt x="25153" y="20034"/>
                    <a:pt x="25049" y="20245"/>
                  </a:cubicBezTo>
                  <a:cubicBezTo>
                    <a:pt x="23267" y="22777"/>
                    <a:pt x="21388" y="25254"/>
                    <a:pt x="19506" y="27722"/>
                  </a:cubicBezTo>
                  <a:cubicBezTo>
                    <a:pt x="20360" y="26302"/>
                    <a:pt x="21212" y="24873"/>
                    <a:pt x="22113" y="23478"/>
                  </a:cubicBezTo>
                  <a:cubicBezTo>
                    <a:pt x="22930" y="22352"/>
                    <a:pt x="23738" y="21223"/>
                    <a:pt x="24526" y="20080"/>
                  </a:cubicBezTo>
                  <a:cubicBezTo>
                    <a:pt x="25349" y="19023"/>
                    <a:pt x="26183" y="17987"/>
                    <a:pt x="27015" y="16942"/>
                  </a:cubicBezTo>
                  <a:close/>
                  <a:moveTo>
                    <a:pt x="30395" y="5526"/>
                  </a:moveTo>
                  <a:cubicBezTo>
                    <a:pt x="30489" y="5526"/>
                    <a:pt x="27391" y="10027"/>
                    <a:pt x="26784" y="11050"/>
                  </a:cubicBezTo>
                  <a:cubicBezTo>
                    <a:pt x="23322" y="16867"/>
                    <a:pt x="18432" y="21645"/>
                    <a:pt x="15426" y="27754"/>
                  </a:cubicBezTo>
                  <a:cubicBezTo>
                    <a:pt x="15346" y="27529"/>
                    <a:pt x="15279" y="27298"/>
                    <a:pt x="15224" y="27067"/>
                  </a:cubicBezTo>
                  <a:cubicBezTo>
                    <a:pt x="15224" y="27067"/>
                    <a:pt x="15227" y="27067"/>
                    <a:pt x="15227" y="27064"/>
                  </a:cubicBezTo>
                  <a:cubicBezTo>
                    <a:pt x="16916" y="24870"/>
                    <a:pt x="18466" y="22592"/>
                    <a:pt x="19965" y="20276"/>
                  </a:cubicBezTo>
                  <a:cubicBezTo>
                    <a:pt x="20938" y="18980"/>
                    <a:pt x="21908" y="17684"/>
                    <a:pt x="22808" y="16344"/>
                  </a:cubicBezTo>
                  <a:cubicBezTo>
                    <a:pt x="24679" y="13555"/>
                    <a:pt x="26518" y="10755"/>
                    <a:pt x="28499" y="8044"/>
                  </a:cubicBezTo>
                  <a:cubicBezTo>
                    <a:pt x="29839" y="6208"/>
                    <a:pt x="30359" y="5526"/>
                    <a:pt x="30395" y="5526"/>
                  </a:cubicBezTo>
                  <a:close/>
                  <a:moveTo>
                    <a:pt x="43780" y="12562"/>
                  </a:moveTo>
                  <a:lnTo>
                    <a:pt x="43780" y="12562"/>
                  </a:lnTo>
                  <a:cubicBezTo>
                    <a:pt x="42351" y="14390"/>
                    <a:pt x="40948" y="16200"/>
                    <a:pt x="39542" y="17898"/>
                  </a:cubicBezTo>
                  <a:cubicBezTo>
                    <a:pt x="36926" y="21059"/>
                    <a:pt x="34599" y="24477"/>
                    <a:pt x="31920" y="27575"/>
                  </a:cubicBezTo>
                  <a:cubicBezTo>
                    <a:pt x="31865" y="27638"/>
                    <a:pt x="31807" y="27699"/>
                    <a:pt x="31752" y="27762"/>
                  </a:cubicBezTo>
                  <a:cubicBezTo>
                    <a:pt x="32171" y="27197"/>
                    <a:pt x="32578" y="26631"/>
                    <a:pt x="32979" y="26056"/>
                  </a:cubicBezTo>
                  <a:cubicBezTo>
                    <a:pt x="33620" y="25291"/>
                    <a:pt x="34264" y="24526"/>
                    <a:pt x="34888" y="23747"/>
                  </a:cubicBezTo>
                  <a:cubicBezTo>
                    <a:pt x="36978" y="21128"/>
                    <a:pt x="38924" y="18397"/>
                    <a:pt x="40997" y="15767"/>
                  </a:cubicBezTo>
                  <a:cubicBezTo>
                    <a:pt x="41868" y="14661"/>
                    <a:pt x="42813" y="13605"/>
                    <a:pt x="43780" y="12562"/>
                  </a:cubicBezTo>
                  <a:close/>
                  <a:moveTo>
                    <a:pt x="29425" y="9929"/>
                  </a:moveTo>
                  <a:cubicBezTo>
                    <a:pt x="28822" y="10946"/>
                    <a:pt x="28239" y="11979"/>
                    <a:pt x="27644" y="13004"/>
                  </a:cubicBezTo>
                  <a:cubicBezTo>
                    <a:pt x="26767" y="14069"/>
                    <a:pt x="25918" y="15158"/>
                    <a:pt x="25083" y="16261"/>
                  </a:cubicBezTo>
                  <a:cubicBezTo>
                    <a:pt x="23770" y="18001"/>
                    <a:pt x="22644" y="19884"/>
                    <a:pt x="21463" y="21714"/>
                  </a:cubicBezTo>
                  <a:cubicBezTo>
                    <a:pt x="20127" y="23779"/>
                    <a:pt x="17565" y="26042"/>
                    <a:pt x="16589" y="27849"/>
                  </a:cubicBezTo>
                  <a:lnTo>
                    <a:pt x="16589" y="27849"/>
                  </a:lnTo>
                  <a:cubicBezTo>
                    <a:pt x="16815" y="27430"/>
                    <a:pt x="17052" y="27019"/>
                    <a:pt x="17289" y="26611"/>
                  </a:cubicBezTo>
                  <a:cubicBezTo>
                    <a:pt x="18409" y="25308"/>
                    <a:pt x="19269" y="23799"/>
                    <a:pt x="20129" y="22280"/>
                  </a:cubicBezTo>
                  <a:cubicBezTo>
                    <a:pt x="23135" y="18105"/>
                    <a:pt x="26579" y="14202"/>
                    <a:pt x="29425" y="9929"/>
                  </a:cubicBezTo>
                  <a:close/>
                  <a:moveTo>
                    <a:pt x="16483" y="27462"/>
                  </a:moveTo>
                  <a:lnTo>
                    <a:pt x="16483" y="27462"/>
                  </a:lnTo>
                  <a:cubicBezTo>
                    <a:pt x="16241" y="27872"/>
                    <a:pt x="16007" y="28291"/>
                    <a:pt x="15779" y="28715"/>
                  </a:cubicBezTo>
                  <a:cubicBezTo>
                    <a:pt x="15718" y="28551"/>
                    <a:pt x="15654" y="28383"/>
                    <a:pt x="15594" y="28219"/>
                  </a:cubicBezTo>
                  <a:cubicBezTo>
                    <a:pt x="15906" y="27985"/>
                    <a:pt x="16203" y="27731"/>
                    <a:pt x="16483" y="27462"/>
                  </a:cubicBezTo>
                  <a:close/>
                  <a:moveTo>
                    <a:pt x="24203" y="18654"/>
                  </a:moveTo>
                  <a:lnTo>
                    <a:pt x="24203" y="18654"/>
                  </a:lnTo>
                  <a:cubicBezTo>
                    <a:pt x="22401" y="21249"/>
                    <a:pt x="20629" y="23862"/>
                    <a:pt x="18845" y="26426"/>
                  </a:cubicBezTo>
                  <a:cubicBezTo>
                    <a:pt x="17651" y="28138"/>
                    <a:pt x="17189" y="28739"/>
                    <a:pt x="17131" y="28739"/>
                  </a:cubicBezTo>
                  <a:cubicBezTo>
                    <a:pt x="17031" y="28739"/>
                    <a:pt x="18122" y="26966"/>
                    <a:pt x="18741" y="26004"/>
                  </a:cubicBezTo>
                  <a:cubicBezTo>
                    <a:pt x="19766" y="24711"/>
                    <a:pt x="20710" y="23363"/>
                    <a:pt x="21631" y="21991"/>
                  </a:cubicBezTo>
                  <a:cubicBezTo>
                    <a:pt x="22410" y="20972"/>
                    <a:pt x="23201" y="19965"/>
                    <a:pt x="23981" y="18951"/>
                  </a:cubicBezTo>
                  <a:cubicBezTo>
                    <a:pt x="24056" y="18853"/>
                    <a:pt x="24128" y="18752"/>
                    <a:pt x="24203" y="18654"/>
                  </a:cubicBezTo>
                  <a:close/>
                  <a:moveTo>
                    <a:pt x="67014" y="25837"/>
                  </a:moveTo>
                  <a:lnTo>
                    <a:pt x="67014" y="25837"/>
                  </a:lnTo>
                  <a:cubicBezTo>
                    <a:pt x="66948" y="26388"/>
                    <a:pt x="66824" y="26934"/>
                    <a:pt x="66645" y="27459"/>
                  </a:cubicBezTo>
                  <a:cubicBezTo>
                    <a:pt x="66033" y="28011"/>
                    <a:pt x="65441" y="28579"/>
                    <a:pt x="64866" y="29163"/>
                  </a:cubicBezTo>
                  <a:cubicBezTo>
                    <a:pt x="65643" y="28077"/>
                    <a:pt x="66359" y="26969"/>
                    <a:pt x="67014" y="25837"/>
                  </a:cubicBezTo>
                  <a:close/>
                  <a:moveTo>
                    <a:pt x="27835" y="25972"/>
                  </a:moveTo>
                  <a:lnTo>
                    <a:pt x="27835" y="25972"/>
                  </a:lnTo>
                  <a:cubicBezTo>
                    <a:pt x="27220" y="26986"/>
                    <a:pt x="26720" y="28063"/>
                    <a:pt x="26345" y="29186"/>
                  </a:cubicBezTo>
                  <a:cubicBezTo>
                    <a:pt x="26339" y="28782"/>
                    <a:pt x="26371" y="28380"/>
                    <a:pt x="26440" y="27985"/>
                  </a:cubicBezTo>
                  <a:lnTo>
                    <a:pt x="26440" y="27982"/>
                  </a:lnTo>
                  <a:cubicBezTo>
                    <a:pt x="26463" y="27979"/>
                    <a:pt x="26487" y="27967"/>
                    <a:pt x="26504" y="27950"/>
                  </a:cubicBezTo>
                  <a:cubicBezTo>
                    <a:pt x="27006" y="27309"/>
                    <a:pt x="27419" y="26642"/>
                    <a:pt x="27835" y="25972"/>
                  </a:cubicBezTo>
                  <a:close/>
                  <a:moveTo>
                    <a:pt x="17138" y="27898"/>
                  </a:moveTo>
                  <a:cubicBezTo>
                    <a:pt x="16789" y="28452"/>
                    <a:pt x="16446" y="29013"/>
                    <a:pt x="16116" y="29584"/>
                  </a:cubicBezTo>
                  <a:cubicBezTo>
                    <a:pt x="16108" y="29596"/>
                    <a:pt x="16116" y="29607"/>
                    <a:pt x="16111" y="29619"/>
                  </a:cubicBezTo>
                  <a:cubicBezTo>
                    <a:pt x="16096" y="29625"/>
                    <a:pt x="16088" y="29636"/>
                    <a:pt x="16073" y="29642"/>
                  </a:cubicBezTo>
                  <a:cubicBezTo>
                    <a:pt x="16038" y="29486"/>
                    <a:pt x="15986" y="29321"/>
                    <a:pt x="15929" y="29148"/>
                  </a:cubicBezTo>
                  <a:cubicBezTo>
                    <a:pt x="16347" y="28741"/>
                    <a:pt x="16749" y="28325"/>
                    <a:pt x="17138" y="27898"/>
                  </a:cubicBezTo>
                  <a:close/>
                  <a:moveTo>
                    <a:pt x="63642" y="12098"/>
                  </a:moveTo>
                  <a:cubicBezTo>
                    <a:pt x="63380" y="12378"/>
                    <a:pt x="62476" y="13980"/>
                    <a:pt x="61855" y="14586"/>
                  </a:cubicBezTo>
                  <a:cubicBezTo>
                    <a:pt x="58890" y="17490"/>
                    <a:pt x="56179" y="20753"/>
                    <a:pt x="53558" y="23963"/>
                  </a:cubicBezTo>
                  <a:cubicBezTo>
                    <a:pt x="51898" y="25996"/>
                    <a:pt x="50108" y="27962"/>
                    <a:pt x="48315" y="29931"/>
                  </a:cubicBezTo>
                  <a:cubicBezTo>
                    <a:pt x="52247" y="24610"/>
                    <a:pt x="56303" y="19431"/>
                    <a:pt x="61073" y="14774"/>
                  </a:cubicBezTo>
                  <a:cubicBezTo>
                    <a:pt x="61956" y="13908"/>
                    <a:pt x="62788" y="12993"/>
                    <a:pt x="63642" y="12098"/>
                  </a:cubicBezTo>
                  <a:close/>
                  <a:moveTo>
                    <a:pt x="21781" y="27875"/>
                  </a:moveTo>
                  <a:lnTo>
                    <a:pt x="21781" y="27875"/>
                  </a:lnTo>
                  <a:cubicBezTo>
                    <a:pt x="21726" y="27956"/>
                    <a:pt x="21671" y="28040"/>
                    <a:pt x="21622" y="28118"/>
                  </a:cubicBezTo>
                  <a:cubicBezTo>
                    <a:pt x="21484" y="28324"/>
                    <a:pt x="20080" y="29959"/>
                    <a:pt x="20018" y="29959"/>
                  </a:cubicBezTo>
                  <a:cubicBezTo>
                    <a:pt x="19993" y="29959"/>
                    <a:pt x="20181" y="29700"/>
                    <a:pt x="20747" y="28987"/>
                  </a:cubicBezTo>
                  <a:cubicBezTo>
                    <a:pt x="21062" y="28591"/>
                    <a:pt x="21420" y="28233"/>
                    <a:pt x="21781" y="27875"/>
                  </a:cubicBezTo>
                  <a:close/>
                  <a:moveTo>
                    <a:pt x="65822" y="24324"/>
                  </a:moveTo>
                  <a:lnTo>
                    <a:pt x="65822" y="24324"/>
                  </a:lnTo>
                  <a:cubicBezTo>
                    <a:pt x="64803" y="25866"/>
                    <a:pt x="63449" y="27275"/>
                    <a:pt x="62225" y="28640"/>
                  </a:cubicBezTo>
                  <a:cubicBezTo>
                    <a:pt x="61740" y="29183"/>
                    <a:pt x="61269" y="29734"/>
                    <a:pt x="60801" y="30289"/>
                  </a:cubicBezTo>
                  <a:cubicBezTo>
                    <a:pt x="61777" y="29116"/>
                    <a:pt x="62753" y="27941"/>
                    <a:pt x="63712" y="26755"/>
                  </a:cubicBezTo>
                  <a:cubicBezTo>
                    <a:pt x="64300" y="26027"/>
                    <a:pt x="65213" y="25147"/>
                    <a:pt x="65822" y="24324"/>
                  </a:cubicBezTo>
                  <a:close/>
                  <a:moveTo>
                    <a:pt x="23227" y="24841"/>
                  </a:moveTo>
                  <a:cubicBezTo>
                    <a:pt x="23267" y="24841"/>
                    <a:pt x="23252" y="24968"/>
                    <a:pt x="23149" y="25285"/>
                  </a:cubicBezTo>
                  <a:cubicBezTo>
                    <a:pt x="22996" y="25759"/>
                    <a:pt x="22780" y="26212"/>
                    <a:pt x="22534" y="26654"/>
                  </a:cubicBezTo>
                  <a:cubicBezTo>
                    <a:pt x="21483" y="27846"/>
                    <a:pt x="20213" y="28816"/>
                    <a:pt x="19589" y="30315"/>
                  </a:cubicBezTo>
                  <a:cubicBezTo>
                    <a:pt x="19615" y="30173"/>
                    <a:pt x="19644" y="30032"/>
                    <a:pt x="19662" y="29884"/>
                  </a:cubicBezTo>
                  <a:cubicBezTo>
                    <a:pt x="19665" y="29841"/>
                    <a:pt x="19644" y="29798"/>
                    <a:pt x="19610" y="29772"/>
                  </a:cubicBezTo>
                  <a:cubicBezTo>
                    <a:pt x="20441" y="28796"/>
                    <a:pt x="21255" y="27823"/>
                    <a:pt x="22003" y="26775"/>
                  </a:cubicBezTo>
                  <a:cubicBezTo>
                    <a:pt x="22166" y="26548"/>
                    <a:pt x="23077" y="24841"/>
                    <a:pt x="23227" y="24841"/>
                  </a:cubicBezTo>
                  <a:close/>
                  <a:moveTo>
                    <a:pt x="24275" y="22554"/>
                  </a:moveTo>
                  <a:lnTo>
                    <a:pt x="24275" y="22554"/>
                  </a:lnTo>
                  <a:cubicBezTo>
                    <a:pt x="24122" y="23169"/>
                    <a:pt x="23986" y="23761"/>
                    <a:pt x="23836" y="24232"/>
                  </a:cubicBezTo>
                  <a:cubicBezTo>
                    <a:pt x="23045" y="26680"/>
                    <a:pt x="22453" y="29197"/>
                    <a:pt x="20069" y="30502"/>
                  </a:cubicBezTo>
                  <a:cubicBezTo>
                    <a:pt x="20054" y="30456"/>
                    <a:pt x="20020" y="30418"/>
                    <a:pt x="19973" y="30404"/>
                  </a:cubicBezTo>
                  <a:cubicBezTo>
                    <a:pt x="21163" y="29391"/>
                    <a:pt x="22142" y="28152"/>
                    <a:pt x="22849" y="26761"/>
                  </a:cubicBezTo>
                  <a:cubicBezTo>
                    <a:pt x="22881" y="26726"/>
                    <a:pt x="22915" y="26691"/>
                    <a:pt x="22947" y="26654"/>
                  </a:cubicBezTo>
                  <a:cubicBezTo>
                    <a:pt x="22982" y="26613"/>
                    <a:pt x="22990" y="26556"/>
                    <a:pt x="22970" y="26507"/>
                  </a:cubicBezTo>
                  <a:cubicBezTo>
                    <a:pt x="23311" y="25811"/>
                    <a:pt x="23571" y="25078"/>
                    <a:pt x="23744" y="24324"/>
                  </a:cubicBezTo>
                  <a:cubicBezTo>
                    <a:pt x="23769" y="24220"/>
                    <a:pt x="23678" y="24118"/>
                    <a:pt x="23583" y="24118"/>
                  </a:cubicBezTo>
                  <a:cubicBezTo>
                    <a:pt x="23546" y="24118"/>
                    <a:pt x="23509" y="24133"/>
                    <a:pt x="23478" y="24168"/>
                  </a:cubicBezTo>
                  <a:cubicBezTo>
                    <a:pt x="23195" y="24494"/>
                    <a:pt x="22933" y="24832"/>
                    <a:pt x="22676" y="25179"/>
                  </a:cubicBezTo>
                  <a:cubicBezTo>
                    <a:pt x="23221" y="24312"/>
                    <a:pt x="23753" y="23438"/>
                    <a:pt x="24275" y="22554"/>
                  </a:cubicBezTo>
                  <a:close/>
                  <a:moveTo>
                    <a:pt x="40986" y="10409"/>
                  </a:moveTo>
                  <a:cubicBezTo>
                    <a:pt x="41013" y="10409"/>
                    <a:pt x="40977" y="10500"/>
                    <a:pt x="40858" y="10709"/>
                  </a:cubicBezTo>
                  <a:cubicBezTo>
                    <a:pt x="40067" y="12095"/>
                    <a:pt x="39111" y="13391"/>
                    <a:pt x="38188" y="14687"/>
                  </a:cubicBezTo>
                  <a:cubicBezTo>
                    <a:pt x="37350" y="15856"/>
                    <a:pt x="36478" y="17000"/>
                    <a:pt x="35604" y="18137"/>
                  </a:cubicBezTo>
                  <a:cubicBezTo>
                    <a:pt x="35465" y="18313"/>
                    <a:pt x="35329" y="18486"/>
                    <a:pt x="35191" y="18660"/>
                  </a:cubicBezTo>
                  <a:cubicBezTo>
                    <a:pt x="32211" y="22419"/>
                    <a:pt x="28738" y="26316"/>
                    <a:pt x="26515" y="30597"/>
                  </a:cubicBezTo>
                  <a:cubicBezTo>
                    <a:pt x="26466" y="30346"/>
                    <a:pt x="26426" y="30095"/>
                    <a:pt x="26397" y="29850"/>
                  </a:cubicBezTo>
                  <a:cubicBezTo>
                    <a:pt x="26423" y="29850"/>
                    <a:pt x="26446" y="29838"/>
                    <a:pt x="26461" y="29815"/>
                  </a:cubicBezTo>
                  <a:cubicBezTo>
                    <a:pt x="26726" y="29440"/>
                    <a:pt x="26998" y="29067"/>
                    <a:pt x="27266" y="28695"/>
                  </a:cubicBezTo>
                  <a:cubicBezTo>
                    <a:pt x="27592" y="28256"/>
                    <a:pt x="27916" y="27812"/>
                    <a:pt x="28230" y="27364"/>
                  </a:cubicBezTo>
                  <a:cubicBezTo>
                    <a:pt x="31530" y="22895"/>
                    <a:pt x="35070" y="18614"/>
                    <a:pt x="38173" y="13994"/>
                  </a:cubicBezTo>
                  <a:cubicBezTo>
                    <a:pt x="38248" y="13885"/>
                    <a:pt x="40821" y="10409"/>
                    <a:pt x="40986" y="10409"/>
                  </a:cubicBezTo>
                  <a:close/>
                  <a:moveTo>
                    <a:pt x="61953" y="24956"/>
                  </a:moveTo>
                  <a:lnTo>
                    <a:pt x="61953" y="24956"/>
                  </a:lnTo>
                  <a:cubicBezTo>
                    <a:pt x="60267" y="26914"/>
                    <a:pt x="58604" y="28888"/>
                    <a:pt x="56936" y="30863"/>
                  </a:cubicBezTo>
                  <a:cubicBezTo>
                    <a:pt x="58027" y="29402"/>
                    <a:pt x="59130" y="27953"/>
                    <a:pt x="60259" y="26521"/>
                  </a:cubicBezTo>
                  <a:cubicBezTo>
                    <a:pt x="60822" y="25996"/>
                    <a:pt x="61388" y="25476"/>
                    <a:pt x="61953" y="24956"/>
                  </a:cubicBezTo>
                  <a:close/>
                  <a:moveTo>
                    <a:pt x="37740" y="17681"/>
                  </a:moveTo>
                  <a:lnTo>
                    <a:pt x="37740" y="17681"/>
                  </a:lnTo>
                  <a:cubicBezTo>
                    <a:pt x="36906" y="18931"/>
                    <a:pt x="36083" y="20187"/>
                    <a:pt x="35251" y="21440"/>
                  </a:cubicBezTo>
                  <a:cubicBezTo>
                    <a:pt x="33909" y="23189"/>
                    <a:pt x="32679" y="25011"/>
                    <a:pt x="31484" y="26859"/>
                  </a:cubicBezTo>
                  <a:cubicBezTo>
                    <a:pt x="30325" y="28409"/>
                    <a:pt x="29112" y="29902"/>
                    <a:pt x="27795" y="31306"/>
                  </a:cubicBezTo>
                  <a:lnTo>
                    <a:pt x="27795" y="31306"/>
                  </a:lnTo>
                  <a:cubicBezTo>
                    <a:pt x="29397" y="29597"/>
                    <a:pt x="30571" y="27078"/>
                    <a:pt x="31891" y="25138"/>
                  </a:cubicBezTo>
                  <a:cubicBezTo>
                    <a:pt x="33666" y="22534"/>
                    <a:pt x="35679" y="20126"/>
                    <a:pt x="37705" y="17721"/>
                  </a:cubicBezTo>
                  <a:cubicBezTo>
                    <a:pt x="37717" y="17707"/>
                    <a:pt x="37729" y="17695"/>
                    <a:pt x="37740" y="17681"/>
                  </a:cubicBezTo>
                  <a:close/>
                  <a:moveTo>
                    <a:pt x="42931" y="17964"/>
                  </a:moveTo>
                  <a:cubicBezTo>
                    <a:pt x="39604" y="22773"/>
                    <a:pt x="36443" y="27693"/>
                    <a:pt x="32904" y="31969"/>
                  </a:cubicBezTo>
                  <a:cubicBezTo>
                    <a:pt x="33895" y="30623"/>
                    <a:pt x="34830" y="29238"/>
                    <a:pt x="35774" y="27861"/>
                  </a:cubicBezTo>
                  <a:cubicBezTo>
                    <a:pt x="38083" y="24489"/>
                    <a:pt x="40444" y="21198"/>
                    <a:pt x="42931" y="17964"/>
                  </a:cubicBezTo>
                  <a:close/>
                  <a:moveTo>
                    <a:pt x="44383" y="8740"/>
                  </a:moveTo>
                  <a:cubicBezTo>
                    <a:pt x="44331" y="8858"/>
                    <a:pt x="44268" y="8977"/>
                    <a:pt x="44210" y="9095"/>
                  </a:cubicBezTo>
                  <a:cubicBezTo>
                    <a:pt x="42149" y="11370"/>
                    <a:pt x="40327" y="13864"/>
                    <a:pt x="38583" y="16428"/>
                  </a:cubicBezTo>
                  <a:cubicBezTo>
                    <a:pt x="37474" y="17612"/>
                    <a:pt x="36386" y="18761"/>
                    <a:pt x="35459" y="19864"/>
                  </a:cubicBezTo>
                  <a:cubicBezTo>
                    <a:pt x="32266" y="23669"/>
                    <a:pt x="29674" y="27904"/>
                    <a:pt x="26902" y="32015"/>
                  </a:cubicBezTo>
                  <a:cubicBezTo>
                    <a:pt x="26894" y="31989"/>
                    <a:pt x="26882" y="31969"/>
                    <a:pt x="26873" y="31943"/>
                  </a:cubicBezTo>
                  <a:cubicBezTo>
                    <a:pt x="26836" y="31833"/>
                    <a:pt x="26813" y="31732"/>
                    <a:pt x="26781" y="31628"/>
                  </a:cubicBezTo>
                  <a:cubicBezTo>
                    <a:pt x="26911" y="31487"/>
                    <a:pt x="27041" y="31342"/>
                    <a:pt x="27171" y="31201"/>
                  </a:cubicBezTo>
                  <a:cubicBezTo>
                    <a:pt x="27191" y="31178"/>
                    <a:pt x="27171" y="31147"/>
                    <a:pt x="27146" y="31147"/>
                  </a:cubicBezTo>
                  <a:cubicBezTo>
                    <a:pt x="27139" y="31147"/>
                    <a:pt x="27131" y="31149"/>
                    <a:pt x="27125" y="31155"/>
                  </a:cubicBezTo>
                  <a:cubicBezTo>
                    <a:pt x="27662" y="30667"/>
                    <a:pt x="28198" y="29717"/>
                    <a:pt x="28712" y="28758"/>
                  </a:cubicBezTo>
                  <a:cubicBezTo>
                    <a:pt x="29630" y="27503"/>
                    <a:pt x="30436" y="26166"/>
                    <a:pt x="31256" y="24829"/>
                  </a:cubicBezTo>
                  <a:cubicBezTo>
                    <a:pt x="32783" y="22834"/>
                    <a:pt x="34408" y="20909"/>
                    <a:pt x="35985" y="18960"/>
                  </a:cubicBezTo>
                  <a:cubicBezTo>
                    <a:pt x="37125" y="17551"/>
                    <a:pt x="38150" y="16079"/>
                    <a:pt x="39160" y="14575"/>
                  </a:cubicBezTo>
                  <a:cubicBezTo>
                    <a:pt x="39562" y="13974"/>
                    <a:pt x="39977" y="13382"/>
                    <a:pt x="40396" y="12790"/>
                  </a:cubicBezTo>
                  <a:cubicBezTo>
                    <a:pt x="40581" y="12559"/>
                    <a:pt x="40766" y="12326"/>
                    <a:pt x="40950" y="12092"/>
                  </a:cubicBezTo>
                  <a:cubicBezTo>
                    <a:pt x="41776" y="11281"/>
                    <a:pt x="44216" y="9118"/>
                    <a:pt x="44383" y="8740"/>
                  </a:cubicBezTo>
                  <a:close/>
                  <a:moveTo>
                    <a:pt x="57142" y="17706"/>
                  </a:moveTo>
                  <a:cubicBezTo>
                    <a:pt x="55448" y="19804"/>
                    <a:pt x="53810" y="21931"/>
                    <a:pt x="52155" y="23923"/>
                  </a:cubicBezTo>
                  <a:cubicBezTo>
                    <a:pt x="49906" y="26631"/>
                    <a:pt x="47657" y="29345"/>
                    <a:pt x="45408" y="32064"/>
                  </a:cubicBezTo>
                  <a:cubicBezTo>
                    <a:pt x="47484" y="29295"/>
                    <a:pt x="49473" y="26455"/>
                    <a:pt x="51577" y="23856"/>
                  </a:cubicBezTo>
                  <a:cubicBezTo>
                    <a:pt x="53298" y="21735"/>
                    <a:pt x="55214" y="19721"/>
                    <a:pt x="57142" y="17706"/>
                  </a:cubicBezTo>
                  <a:close/>
                  <a:moveTo>
                    <a:pt x="59089" y="954"/>
                  </a:moveTo>
                  <a:lnTo>
                    <a:pt x="59089" y="954"/>
                  </a:lnTo>
                  <a:cubicBezTo>
                    <a:pt x="59364" y="1069"/>
                    <a:pt x="59629" y="1205"/>
                    <a:pt x="59886" y="1361"/>
                  </a:cubicBezTo>
                  <a:cubicBezTo>
                    <a:pt x="59843" y="1361"/>
                    <a:pt x="59805" y="1378"/>
                    <a:pt x="59777" y="1410"/>
                  </a:cubicBezTo>
                  <a:cubicBezTo>
                    <a:pt x="55212" y="6716"/>
                    <a:pt x="50235" y="11572"/>
                    <a:pt x="45786" y="16994"/>
                  </a:cubicBezTo>
                  <a:cubicBezTo>
                    <a:pt x="41687" y="21988"/>
                    <a:pt x="38465" y="27953"/>
                    <a:pt x="34102" y="32722"/>
                  </a:cubicBezTo>
                  <a:cubicBezTo>
                    <a:pt x="38574" y="27739"/>
                    <a:pt x="41808" y="21085"/>
                    <a:pt x="45977" y="15926"/>
                  </a:cubicBezTo>
                  <a:cubicBezTo>
                    <a:pt x="48332" y="13007"/>
                    <a:pt x="50801" y="10195"/>
                    <a:pt x="53382" y="7484"/>
                  </a:cubicBezTo>
                  <a:cubicBezTo>
                    <a:pt x="55359" y="5405"/>
                    <a:pt x="57672" y="3616"/>
                    <a:pt x="59084" y="1087"/>
                  </a:cubicBezTo>
                  <a:cubicBezTo>
                    <a:pt x="59104" y="1046"/>
                    <a:pt x="59107" y="997"/>
                    <a:pt x="59089" y="954"/>
                  </a:cubicBezTo>
                  <a:close/>
                  <a:moveTo>
                    <a:pt x="29783" y="29411"/>
                  </a:moveTo>
                  <a:cubicBezTo>
                    <a:pt x="29529" y="29821"/>
                    <a:pt x="29290" y="30237"/>
                    <a:pt x="29062" y="30655"/>
                  </a:cubicBezTo>
                  <a:cubicBezTo>
                    <a:pt x="28525" y="31490"/>
                    <a:pt x="28005" y="32330"/>
                    <a:pt x="27514" y="33176"/>
                  </a:cubicBezTo>
                  <a:cubicBezTo>
                    <a:pt x="27327" y="32924"/>
                    <a:pt x="27168" y="32656"/>
                    <a:pt x="27044" y="32370"/>
                  </a:cubicBezTo>
                  <a:cubicBezTo>
                    <a:pt x="28089" y="31464"/>
                    <a:pt x="28969" y="30465"/>
                    <a:pt x="29783" y="29411"/>
                  </a:cubicBezTo>
                  <a:close/>
                  <a:moveTo>
                    <a:pt x="39946" y="18972"/>
                  </a:moveTo>
                  <a:lnTo>
                    <a:pt x="39946" y="18972"/>
                  </a:lnTo>
                  <a:cubicBezTo>
                    <a:pt x="37558" y="22104"/>
                    <a:pt x="35182" y="25248"/>
                    <a:pt x="32849" y="28418"/>
                  </a:cubicBezTo>
                  <a:cubicBezTo>
                    <a:pt x="32292" y="29215"/>
                    <a:pt x="31744" y="30020"/>
                    <a:pt x="31204" y="30828"/>
                  </a:cubicBezTo>
                  <a:cubicBezTo>
                    <a:pt x="29981" y="32638"/>
                    <a:pt x="29486" y="33269"/>
                    <a:pt x="29397" y="33269"/>
                  </a:cubicBezTo>
                  <a:cubicBezTo>
                    <a:pt x="29214" y="33269"/>
                    <a:pt x="30747" y="30605"/>
                    <a:pt x="31201" y="30035"/>
                  </a:cubicBezTo>
                  <a:cubicBezTo>
                    <a:pt x="32269" y="28692"/>
                    <a:pt x="33450" y="27445"/>
                    <a:pt x="34498" y="26085"/>
                  </a:cubicBezTo>
                  <a:cubicBezTo>
                    <a:pt x="36334" y="23709"/>
                    <a:pt x="38115" y="21322"/>
                    <a:pt x="39946" y="18972"/>
                  </a:cubicBezTo>
                  <a:close/>
                  <a:moveTo>
                    <a:pt x="20187" y="31481"/>
                  </a:moveTo>
                  <a:cubicBezTo>
                    <a:pt x="20476" y="31772"/>
                    <a:pt x="20675" y="32099"/>
                    <a:pt x="20779" y="32442"/>
                  </a:cubicBezTo>
                  <a:cubicBezTo>
                    <a:pt x="20776" y="32448"/>
                    <a:pt x="20770" y="32445"/>
                    <a:pt x="20764" y="32451"/>
                  </a:cubicBezTo>
                  <a:cubicBezTo>
                    <a:pt x="20562" y="32691"/>
                    <a:pt x="20375" y="32939"/>
                    <a:pt x="20181" y="33187"/>
                  </a:cubicBezTo>
                  <a:cubicBezTo>
                    <a:pt x="20323" y="32867"/>
                    <a:pt x="20438" y="32535"/>
                    <a:pt x="20531" y="32197"/>
                  </a:cubicBezTo>
                  <a:cubicBezTo>
                    <a:pt x="20566" y="32061"/>
                    <a:pt x="20468" y="31978"/>
                    <a:pt x="20362" y="31978"/>
                  </a:cubicBezTo>
                  <a:cubicBezTo>
                    <a:pt x="20304" y="31978"/>
                    <a:pt x="20244" y="32003"/>
                    <a:pt x="20201" y="32058"/>
                  </a:cubicBezTo>
                  <a:cubicBezTo>
                    <a:pt x="19887" y="32471"/>
                    <a:pt x="19581" y="32890"/>
                    <a:pt x="19275" y="33311"/>
                  </a:cubicBezTo>
                  <a:cubicBezTo>
                    <a:pt x="19601" y="32711"/>
                    <a:pt x="19916" y="32107"/>
                    <a:pt x="20187" y="31481"/>
                  </a:cubicBezTo>
                  <a:close/>
                  <a:moveTo>
                    <a:pt x="14638" y="29498"/>
                  </a:moveTo>
                  <a:cubicBezTo>
                    <a:pt x="14757" y="29567"/>
                    <a:pt x="14875" y="29636"/>
                    <a:pt x="14988" y="29705"/>
                  </a:cubicBezTo>
                  <a:cubicBezTo>
                    <a:pt x="14160" y="30833"/>
                    <a:pt x="13024" y="32410"/>
                    <a:pt x="12475" y="33326"/>
                  </a:cubicBezTo>
                  <a:lnTo>
                    <a:pt x="12475" y="33326"/>
                  </a:lnTo>
                  <a:cubicBezTo>
                    <a:pt x="13239" y="32051"/>
                    <a:pt x="14032" y="30856"/>
                    <a:pt x="14638" y="29498"/>
                  </a:cubicBezTo>
                  <a:close/>
                  <a:moveTo>
                    <a:pt x="63354" y="5319"/>
                  </a:moveTo>
                  <a:cubicBezTo>
                    <a:pt x="63471" y="5319"/>
                    <a:pt x="62297" y="6873"/>
                    <a:pt x="61506" y="7926"/>
                  </a:cubicBezTo>
                  <a:cubicBezTo>
                    <a:pt x="59101" y="10530"/>
                    <a:pt x="56861" y="13405"/>
                    <a:pt x="54693" y="16298"/>
                  </a:cubicBezTo>
                  <a:cubicBezTo>
                    <a:pt x="55588" y="15164"/>
                    <a:pt x="56520" y="14061"/>
                    <a:pt x="57473" y="12981"/>
                  </a:cubicBezTo>
                  <a:lnTo>
                    <a:pt x="57473" y="12981"/>
                  </a:lnTo>
                  <a:cubicBezTo>
                    <a:pt x="55316" y="15666"/>
                    <a:pt x="53235" y="18368"/>
                    <a:pt x="51188" y="21117"/>
                  </a:cubicBezTo>
                  <a:cubicBezTo>
                    <a:pt x="51563" y="20559"/>
                    <a:pt x="51944" y="20008"/>
                    <a:pt x="52334" y="19459"/>
                  </a:cubicBezTo>
                  <a:lnTo>
                    <a:pt x="52334" y="19459"/>
                  </a:lnTo>
                  <a:cubicBezTo>
                    <a:pt x="51537" y="20528"/>
                    <a:pt x="50740" y="21590"/>
                    <a:pt x="49946" y="22615"/>
                  </a:cubicBezTo>
                  <a:cubicBezTo>
                    <a:pt x="47229" y="26116"/>
                    <a:pt x="44049" y="29617"/>
                    <a:pt x="41360" y="33354"/>
                  </a:cubicBezTo>
                  <a:lnTo>
                    <a:pt x="41360" y="33354"/>
                  </a:lnTo>
                  <a:cubicBezTo>
                    <a:pt x="41610" y="32999"/>
                    <a:pt x="41858" y="32641"/>
                    <a:pt x="42102" y="32281"/>
                  </a:cubicBezTo>
                  <a:cubicBezTo>
                    <a:pt x="44054" y="29780"/>
                    <a:pt x="45858" y="27156"/>
                    <a:pt x="47738" y="24613"/>
                  </a:cubicBezTo>
                  <a:cubicBezTo>
                    <a:pt x="50657" y="20666"/>
                    <a:pt x="53737" y="16861"/>
                    <a:pt x="56768" y="13007"/>
                  </a:cubicBezTo>
                  <a:cubicBezTo>
                    <a:pt x="58108" y="11304"/>
                    <a:pt x="59453" y="9615"/>
                    <a:pt x="60853" y="7963"/>
                  </a:cubicBezTo>
                  <a:cubicBezTo>
                    <a:pt x="61543" y="7164"/>
                    <a:pt x="62262" y="6387"/>
                    <a:pt x="63004" y="5636"/>
                  </a:cubicBezTo>
                  <a:cubicBezTo>
                    <a:pt x="63217" y="5415"/>
                    <a:pt x="63325" y="5319"/>
                    <a:pt x="63354" y="5319"/>
                  </a:cubicBezTo>
                  <a:close/>
                  <a:moveTo>
                    <a:pt x="7666" y="32382"/>
                  </a:moveTo>
                  <a:lnTo>
                    <a:pt x="7666" y="32382"/>
                  </a:lnTo>
                  <a:cubicBezTo>
                    <a:pt x="7649" y="32411"/>
                    <a:pt x="7634" y="32439"/>
                    <a:pt x="7617" y="32468"/>
                  </a:cubicBezTo>
                  <a:cubicBezTo>
                    <a:pt x="7392" y="32832"/>
                    <a:pt x="7155" y="33187"/>
                    <a:pt x="6915" y="33545"/>
                  </a:cubicBezTo>
                  <a:lnTo>
                    <a:pt x="6913" y="33545"/>
                  </a:lnTo>
                  <a:cubicBezTo>
                    <a:pt x="6895" y="33522"/>
                    <a:pt x="6878" y="33499"/>
                    <a:pt x="6861" y="33479"/>
                  </a:cubicBezTo>
                  <a:cubicBezTo>
                    <a:pt x="6269" y="32743"/>
                    <a:pt x="6967" y="32439"/>
                    <a:pt x="7666" y="32382"/>
                  </a:cubicBezTo>
                  <a:close/>
                  <a:moveTo>
                    <a:pt x="18957" y="27705"/>
                  </a:moveTo>
                  <a:lnTo>
                    <a:pt x="18957" y="27705"/>
                  </a:lnTo>
                  <a:cubicBezTo>
                    <a:pt x="18311" y="28834"/>
                    <a:pt x="17658" y="29959"/>
                    <a:pt x="16971" y="31065"/>
                  </a:cubicBezTo>
                  <a:cubicBezTo>
                    <a:pt x="16350" y="31888"/>
                    <a:pt x="15738" y="32714"/>
                    <a:pt x="15129" y="33539"/>
                  </a:cubicBezTo>
                  <a:cubicBezTo>
                    <a:pt x="14913" y="33554"/>
                    <a:pt x="14696" y="33568"/>
                    <a:pt x="14479" y="33591"/>
                  </a:cubicBezTo>
                  <a:cubicBezTo>
                    <a:pt x="14494" y="33568"/>
                    <a:pt x="14505" y="33545"/>
                    <a:pt x="14520" y="33525"/>
                  </a:cubicBezTo>
                  <a:cubicBezTo>
                    <a:pt x="14527" y="33527"/>
                    <a:pt x="14535" y="33528"/>
                    <a:pt x="14542" y="33528"/>
                  </a:cubicBezTo>
                  <a:cubicBezTo>
                    <a:pt x="14580" y="33528"/>
                    <a:pt x="14614" y="33503"/>
                    <a:pt x="14624" y="33464"/>
                  </a:cubicBezTo>
                  <a:cubicBezTo>
                    <a:pt x="14661" y="33343"/>
                    <a:pt x="14725" y="33228"/>
                    <a:pt x="14771" y="33109"/>
                  </a:cubicBezTo>
                  <a:cubicBezTo>
                    <a:pt x="15080" y="32618"/>
                    <a:pt x="15357" y="32107"/>
                    <a:pt x="15602" y="31582"/>
                  </a:cubicBezTo>
                  <a:cubicBezTo>
                    <a:pt x="16561" y="30208"/>
                    <a:pt x="17903" y="28955"/>
                    <a:pt x="18957" y="27705"/>
                  </a:cubicBezTo>
                  <a:close/>
                  <a:moveTo>
                    <a:pt x="33297" y="29090"/>
                  </a:moveTo>
                  <a:cubicBezTo>
                    <a:pt x="32685" y="30020"/>
                    <a:pt x="32102" y="30964"/>
                    <a:pt x="31556" y="31957"/>
                  </a:cubicBezTo>
                  <a:cubicBezTo>
                    <a:pt x="31250" y="32780"/>
                    <a:pt x="30670" y="33329"/>
                    <a:pt x="29815" y="33603"/>
                  </a:cubicBezTo>
                  <a:cubicBezTo>
                    <a:pt x="29977" y="33245"/>
                    <a:pt x="30159" y="32896"/>
                    <a:pt x="30358" y="32558"/>
                  </a:cubicBezTo>
                  <a:cubicBezTo>
                    <a:pt x="31386" y="31487"/>
                    <a:pt x="32359" y="30312"/>
                    <a:pt x="33297" y="29090"/>
                  </a:cubicBezTo>
                  <a:close/>
                  <a:moveTo>
                    <a:pt x="8567" y="32460"/>
                  </a:moveTo>
                  <a:lnTo>
                    <a:pt x="8567" y="32460"/>
                  </a:lnTo>
                  <a:cubicBezTo>
                    <a:pt x="8671" y="32488"/>
                    <a:pt x="8766" y="32517"/>
                    <a:pt x="8861" y="32546"/>
                  </a:cubicBezTo>
                  <a:cubicBezTo>
                    <a:pt x="8570" y="32947"/>
                    <a:pt x="8220" y="33297"/>
                    <a:pt x="7848" y="33623"/>
                  </a:cubicBezTo>
                  <a:cubicBezTo>
                    <a:pt x="8067" y="33262"/>
                    <a:pt x="8313" y="32916"/>
                    <a:pt x="8550" y="32564"/>
                  </a:cubicBezTo>
                  <a:cubicBezTo>
                    <a:pt x="8567" y="32532"/>
                    <a:pt x="8576" y="32494"/>
                    <a:pt x="8567" y="32460"/>
                  </a:cubicBezTo>
                  <a:close/>
                  <a:moveTo>
                    <a:pt x="15328" y="29925"/>
                  </a:moveTo>
                  <a:cubicBezTo>
                    <a:pt x="15449" y="30003"/>
                    <a:pt x="15551" y="30075"/>
                    <a:pt x="15637" y="30136"/>
                  </a:cubicBezTo>
                  <a:cubicBezTo>
                    <a:pt x="14676" y="31328"/>
                    <a:pt x="13613" y="32442"/>
                    <a:pt x="12678" y="33629"/>
                  </a:cubicBezTo>
                  <a:cubicBezTo>
                    <a:pt x="12730" y="33562"/>
                    <a:pt x="12698" y="33464"/>
                    <a:pt x="12617" y="33441"/>
                  </a:cubicBezTo>
                  <a:cubicBezTo>
                    <a:pt x="13619" y="32347"/>
                    <a:pt x="14445" y="31132"/>
                    <a:pt x="15328" y="29925"/>
                  </a:cubicBezTo>
                  <a:close/>
                  <a:moveTo>
                    <a:pt x="23916" y="22709"/>
                  </a:moveTo>
                  <a:cubicBezTo>
                    <a:pt x="23973" y="22709"/>
                    <a:pt x="23052" y="23981"/>
                    <a:pt x="22912" y="24209"/>
                  </a:cubicBezTo>
                  <a:cubicBezTo>
                    <a:pt x="21732" y="26143"/>
                    <a:pt x="20450" y="28014"/>
                    <a:pt x="19122" y="29847"/>
                  </a:cubicBezTo>
                  <a:cubicBezTo>
                    <a:pt x="19001" y="30011"/>
                    <a:pt x="18873" y="30173"/>
                    <a:pt x="18752" y="30335"/>
                  </a:cubicBezTo>
                  <a:cubicBezTo>
                    <a:pt x="17811" y="31429"/>
                    <a:pt x="16879" y="32523"/>
                    <a:pt x="16064" y="33727"/>
                  </a:cubicBezTo>
                  <a:cubicBezTo>
                    <a:pt x="15909" y="33652"/>
                    <a:pt x="15744" y="33591"/>
                    <a:pt x="15577" y="33551"/>
                  </a:cubicBezTo>
                  <a:cubicBezTo>
                    <a:pt x="15680" y="33424"/>
                    <a:pt x="15773" y="33288"/>
                    <a:pt x="15874" y="33158"/>
                  </a:cubicBezTo>
                  <a:cubicBezTo>
                    <a:pt x="17774" y="30869"/>
                    <a:pt x="19690" y="28499"/>
                    <a:pt x="21402" y="26068"/>
                  </a:cubicBezTo>
                  <a:cubicBezTo>
                    <a:pt x="22092" y="25089"/>
                    <a:pt x="22739" y="24105"/>
                    <a:pt x="23504" y="23175"/>
                  </a:cubicBezTo>
                  <a:cubicBezTo>
                    <a:pt x="23780" y="22839"/>
                    <a:pt x="23898" y="22709"/>
                    <a:pt x="23916" y="22709"/>
                  </a:cubicBezTo>
                  <a:close/>
                  <a:moveTo>
                    <a:pt x="14918" y="31868"/>
                  </a:moveTo>
                  <a:cubicBezTo>
                    <a:pt x="14981" y="31868"/>
                    <a:pt x="15001" y="31929"/>
                    <a:pt x="14962" y="32070"/>
                  </a:cubicBezTo>
                  <a:cubicBezTo>
                    <a:pt x="14632" y="32590"/>
                    <a:pt x="14309" y="33112"/>
                    <a:pt x="13997" y="33640"/>
                  </a:cubicBezTo>
                  <a:lnTo>
                    <a:pt x="14000" y="33640"/>
                  </a:lnTo>
                  <a:cubicBezTo>
                    <a:pt x="13582" y="33687"/>
                    <a:pt x="13163" y="33727"/>
                    <a:pt x="12744" y="33753"/>
                  </a:cubicBezTo>
                  <a:cubicBezTo>
                    <a:pt x="13509" y="33047"/>
                    <a:pt x="14640" y="31868"/>
                    <a:pt x="14918" y="31868"/>
                  </a:cubicBezTo>
                  <a:close/>
                  <a:moveTo>
                    <a:pt x="18744" y="31879"/>
                  </a:moveTo>
                  <a:lnTo>
                    <a:pt x="18744" y="31879"/>
                  </a:lnTo>
                  <a:cubicBezTo>
                    <a:pt x="18576" y="32246"/>
                    <a:pt x="18391" y="32607"/>
                    <a:pt x="18201" y="32962"/>
                  </a:cubicBezTo>
                  <a:cubicBezTo>
                    <a:pt x="17932" y="33279"/>
                    <a:pt x="17618" y="33551"/>
                    <a:pt x="17263" y="33767"/>
                  </a:cubicBezTo>
                  <a:cubicBezTo>
                    <a:pt x="17280" y="33710"/>
                    <a:pt x="17289" y="33646"/>
                    <a:pt x="17306" y="33591"/>
                  </a:cubicBezTo>
                  <a:cubicBezTo>
                    <a:pt x="17704" y="32985"/>
                    <a:pt x="18209" y="32413"/>
                    <a:pt x="18744" y="31879"/>
                  </a:cubicBezTo>
                  <a:close/>
                  <a:moveTo>
                    <a:pt x="66440" y="29578"/>
                  </a:moveTo>
                  <a:cubicBezTo>
                    <a:pt x="66659" y="29907"/>
                    <a:pt x="66792" y="30176"/>
                    <a:pt x="66864" y="30398"/>
                  </a:cubicBezTo>
                  <a:cubicBezTo>
                    <a:pt x="66844" y="30404"/>
                    <a:pt x="66824" y="30404"/>
                    <a:pt x="66806" y="30424"/>
                  </a:cubicBezTo>
                  <a:cubicBezTo>
                    <a:pt x="65836" y="31550"/>
                    <a:pt x="64861" y="32667"/>
                    <a:pt x="63879" y="33779"/>
                  </a:cubicBezTo>
                  <a:cubicBezTo>
                    <a:pt x="64869" y="32445"/>
                    <a:pt x="65744" y="31054"/>
                    <a:pt x="66440" y="29578"/>
                  </a:cubicBezTo>
                  <a:close/>
                  <a:moveTo>
                    <a:pt x="53696" y="2429"/>
                  </a:moveTo>
                  <a:cubicBezTo>
                    <a:pt x="53845" y="2429"/>
                    <a:pt x="53297" y="3167"/>
                    <a:pt x="52019" y="4485"/>
                  </a:cubicBezTo>
                  <a:cubicBezTo>
                    <a:pt x="50824" y="5717"/>
                    <a:pt x="49660" y="6999"/>
                    <a:pt x="48514" y="8301"/>
                  </a:cubicBezTo>
                  <a:cubicBezTo>
                    <a:pt x="45630" y="11396"/>
                    <a:pt x="42893" y="14647"/>
                    <a:pt x="40330" y="17788"/>
                  </a:cubicBezTo>
                  <a:cubicBezTo>
                    <a:pt x="37691" y="21018"/>
                    <a:pt x="35448" y="24564"/>
                    <a:pt x="32760" y="27754"/>
                  </a:cubicBezTo>
                  <a:cubicBezTo>
                    <a:pt x="31094" y="29728"/>
                    <a:pt x="29356" y="31542"/>
                    <a:pt x="28432" y="33984"/>
                  </a:cubicBezTo>
                  <a:cubicBezTo>
                    <a:pt x="28314" y="33912"/>
                    <a:pt x="28201" y="33834"/>
                    <a:pt x="28092" y="33747"/>
                  </a:cubicBezTo>
                  <a:cubicBezTo>
                    <a:pt x="28109" y="33733"/>
                    <a:pt x="28123" y="33713"/>
                    <a:pt x="28129" y="33689"/>
                  </a:cubicBezTo>
                  <a:cubicBezTo>
                    <a:pt x="28222" y="33135"/>
                    <a:pt x="28415" y="32595"/>
                    <a:pt x="28666" y="32070"/>
                  </a:cubicBezTo>
                  <a:cubicBezTo>
                    <a:pt x="28837" y="31747"/>
                    <a:pt x="29013" y="31426"/>
                    <a:pt x="29197" y="31114"/>
                  </a:cubicBezTo>
                  <a:lnTo>
                    <a:pt x="29252" y="31031"/>
                  </a:lnTo>
                  <a:cubicBezTo>
                    <a:pt x="29815" y="30323"/>
                    <a:pt x="30447" y="29495"/>
                    <a:pt x="30794" y="29033"/>
                  </a:cubicBezTo>
                  <a:cubicBezTo>
                    <a:pt x="32027" y="27624"/>
                    <a:pt x="33418" y="26299"/>
                    <a:pt x="34388" y="25008"/>
                  </a:cubicBezTo>
                  <a:cubicBezTo>
                    <a:pt x="38208" y="19918"/>
                    <a:pt x="42382" y="15126"/>
                    <a:pt x="46416" y="10209"/>
                  </a:cubicBezTo>
                  <a:cubicBezTo>
                    <a:pt x="47270" y="9164"/>
                    <a:pt x="48142" y="8142"/>
                    <a:pt x="49037" y="7141"/>
                  </a:cubicBezTo>
                  <a:cubicBezTo>
                    <a:pt x="49969" y="6176"/>
                    <a:pt x="50882" y="5200"/>
                    <a:pt x="51754" y="4199"/>
                  </a:cubicBezTo>
                  <a:cubicBezTo>
                    <a:pt x="51771" y="4181"/>
                    <a:pt x="51785" y="4161"/>
                    <a:pt x="51803" y="4147"/>
                  </a:cubicBezTo>
                  <a:cubicBezTo>
                    <a:pt x="52931" y="2969"/>
                    <a:pt x="53569" y="2429"/>
                    <a:pt x="53696" y="2429"/>
                  </a:cubicBezTo>
                  <a:close/>
                  <a:moveTo>
                    <a:pt x="67121" y="24491"/>
                  </a:moveTo>
                  <a:lnTo>
                    <a:pt x="67121" y="24491"/>
                  </a:lnTo>
                  <a:cubicBezTo>
                    <a:pt x="67110" y="24740"/>
                    <a:pt x="67095" y="24985"/>
                    <a:pt x="67075" y="25233"/>
                  </a:cubicBezTo>
                  <a:cubicBezTo>
                    <a:pt x="67060" y="25239"/>
                    <a:pt x="67043" y="25239"/>
                    <a:pt x="67029" y="25257"/>
                  </a:cubicBezTo>
                  <a:cubicBezTo>
                    <a:pt x="64604" y="28204"/>
                    <a:pt x="62127" y="31114"/>
                    <a:pt x="59635" y="34010"/>
                  </a:cubicBezTo>
                  <a:cubicBezTo>
                    <a:pt x="60022" y="33502"/>
                    <a:pt x="60403" y="32991"/>
                    <a:pt x="60784" y="32480"/>
                  </a:cubicBezTo>
                  <a:cubicBezTo>
                    <a:pt x="63030" y="29913"/>
                    <a:pt x="65210" y="27298"/>
                    <a:pt x="67121" y="24491"/>
                  </a:cubicBezTo>
                  <a:close/>
                  <a:moveTo>
                    <a:pt x="17060" y="33314"/>
                  </a:moveTo>
                  <a:lnTo>
                    <a:pt x="17060" y="33314"/>
                  </a:lnTo>
                  <a:cubicBezTo>
                    <a:pt x="16965" y="33551"/>
                    <a:pt x="16899" y="33796"/>
                    <a:pt x="16861" y="34045"/>
                  </a:cubicBezTo>
                  <a:cubicBezTo>
                    <a:pt x="16855" y="34085"/>
                    <a:pt x="16864" y="34125"/>
                    <a:pt x="16884" y="34163"/>
                  </a:cubicBezTo>
                  <a:cubicBezTo>
                    <a:pt x="16881" y="34163"/>
                    <a:pt x="16881" y="34163"/>
                    <a:pt x="16881" y="34166"/>
                  </a:cubicBezTo>
                  <a:cubicBezTo>
                    <a:pt x="16723" y="34073"/>
                    <a:pt x="16549" y="33972"/>
                    <a:pt x="16362" y="33874"/>
                  </a:cubicBezTo>
                  <a:cubicBezTo>
                    <a:pt x="16506" y="33701"/>
                    <a:pt x="16636" y="33525"/>
                    <a:pt x="16778" y="33352"/>
                  </a:cubicBezTo>
                  <a:cubicBezTo>
                    <a:pt x="16814" y="33375"/>
                    <a:pt x="16850" y="33385"/>
                    <a:pt x="16886" y="33385"/>
                  </a:cubicBezTo>
                  <a:cubicBezTo>
                    <a:pt x="16944" y="33385"/>
                    <a:pt x="17002" y="33359"/>
                    <a:pt x="17060" y="33314"/>
                  </a:cubicBezTo>
                  <a:close/>
                  <a:moveTo>
                    <a:pt x="29769" y="33150"/>
                  </a:moveTo>
                  <a:cubicBezTo>
                    <a:pt x="29553" y="33536"/>
                    <a:pt x="29350" y="33932"/>
                    <a:pt x="29157" y="34336"/>
                  </a:cubicBezTo>
                  <a:cubicBezTo>
                    <a:pt x="29004" y="34278"/>
                    <a:pt x="28854" y="34215"/>
                    <a:pt x="28709" y="34143"/>
                  </a:cubicBezTo>
                  <a:cubicBezTo>
                    <a:pt x="29070" y="33825"/>
                    <a:pt x="29423" y="33493"/>
                    <a:pt x="29769" y="33150"/>
                  </a:cubicBezTo>
                  <a:close/>
                  <a:moveTo>
                    <a:pt x="43609" y="23005"/>
                  </a:moveTo>
                  <a:lnTo>
                    <a:pt x="43609" y="23005"/>
                  </a:lnTo>
                  <a:cubicBezTo>
                    <a:pt x="41254" y="26273"/>
                    <a:pt x="38961" y="29596"/>
                    <a:pt x="36447" y="32748"/>
                  </a:cubicBezTo>
                  <a:cubicBezTo>
                    <a:pt x="36161" y="33107"/>
                    <a:pt x="34846" y="34546"/>
                    <a:pt x="34637" y="34546"/>
                  </a:cubicBezTo>
                  <a:cubicBezTo>
                    <a:pt x="34529" y="34546"/>
                    <a:pt x="34715" y="34164"/>
                    <a:pt x="35485" y="33057"/>
                  </a:cubicBezTo>
                  <a:cubicBezTo>
                    <a:pt x="36750" y="31241"/>
                    <a:pt x="38150" y="29521"/>
                    <a:pt x="39542" y="27800"/>
                  </a:cubicBezTo>
                  <a:cubicBezTo>
                    <a:pt x="40861" y="26172"/>
                    <a:pt x="42232" y="24584"/>
                    <a:pt x="43609" y="23005"/>
                  </a:cubicBezTo>
                  <a:close/>
                  <a:moveTo>
                    <a:pt x="64792" y="12711"/>
                  </a:moveTo>
                  <a:cubicBezTo>
                    <a:pt x="64973" y="12711"/>
                    <a:pt x="62293" y="16014"/>
                    <a:pt x="61982" y="16327"/>
                  </a:cubicBezTo>
                  <a:cubicBezTo>
                    <a:pt x="60871" y="17450"/>
                    <a:pt x="59759" y="18550"/>
                    <a:pt x="58685" y="19713"/>
                  </a:cubicBezTo>
                  <a:cubicBezTo>
                    <a:pt x="55798" y="22843"/>
                    <a:pt x="53148" y="26189"/>
                    <a:pt x="50440" y="29469"/>
                  </a:cubicBezTo>
                  <a:cubicBezTo>
                    <a:pt x="48965" y="31253"/>
                    <a:pt x="47394" y="32945"/>
                    <a:pt x="45835" y="34642"/>
                  </a:cubicBezTo>
                  <a:cubicBezTo>
                    <a:pt x="47438" y="32543"/>
                    <a:pt x="48999" y="30421"/>
                    <a:pt x="50633" y="28435"/>
                  </a:cubicBezTo>
                  <a:cubicBezTo>
                    <a:pt x="55053" y="23068"/>
                    <a:pt x="59520" y="17652"/>
                    <a:pt x="64581" y="12877"/>
                  </a:cubicBezTo>
                  <a:cubicBezTo>
                    <a:pt x="64702" y="12762"/>
                    <a:pt x="64769" y="12711"/>
                    <a:pt x="64792" y="12711"/>
                  </a:cubicBezTo>
                  <a:close/>
                  <a:moveTo>
                    <a:pt x="19171" y="32794"/>
                  </a:moveTo>
                  <a:lnTo>
                    <a:pt x="19171" y="32794"/>
                  </a:lnTo>
                  <a:cubicBezTo>
                    <a:pt x="18810" y="33461"/>
                    <a:pt x="18446" y="34125"/>
                    <a:pt x="18129" y="34815"/>
                  </a:cubicBezTo>
                  <a:cubicBezTo>
                    <a:pt x="18004" y="34763"/>
                    <a:pt x="17880" y="34703"/>
                    <a:pt x="17756" y="34639"/>
                  </a:cubicBezTo>
                  <a:cubicBezTo>
                    <a:pt x="18293" y="34073"/>
                    <a:pt x="18738" y="33438"/>
                    <a:pt x="19171" y="32794"/>
                  </a:cubicBezTo>
                  <a:close/>
                  <a:moveTo>
                    <a:pt x="20860" y="33043"/>
                  </a:moveTo>
                  <a:lnTo>
                    <a:pt x="20860" y="33043"/>
                  </a:lnTo>
                  <a:cubicBezTo>
                    <a:pt x="20834" y="33614"/>
                    <a:pt x="20542" y="34186"/>
                    <a:pt x="19878" y="34654"/>
                  </a:cubicBezTo>
                  <a:cubicBezTo>
                    <a:pt x="19716" y="34769"/>
                    <a:pt x="19535" y="34856"/>
                    <a:pt x="19344" y="34914"/>
                  </a:cubicBezTo>
                  <a:cubicBezTo>
                    <a:pt x="19517" y="34671"/>
                    <a:pt x="19696" y="34431"/>
                    <a:pt x="19872" y="34192"/>
                  </a:cubicBezTo>
                  <a:cubicBezTo>
                    <a:pt x="19874" y="34293"/>
                    <a:pt x="19961" y="34370"/>
                    <a:pt x="20050" y="34370"/>
                  </a:cubicBezTo>
                  <a:cubicBezTo>
                    <a:pt x="20100" y="34370"/>
                    <a:pt x="20151" y="34345"/>
                    <a:pt x="20187" y="34284"/>
                  </a:cubicBezTo>
                  <a:cubicBezTo>
                    <a:pt x="20427" y="33880"/>
                    <a:pt x="20637" y="33458"/>
                    <a:pt x="20860" y="33043"/>
                  </a:cubicBezTo>
                  <a:close/>
                  <a:moveTo>
                    <a:pt x="19763" y="33248"/>
                  </a:moveTo>
                  <a:lnTo>
                    <a:pt x="19763" y="33248"/>
                  </a:lnTo>
                  <a:cubicBezTo>
                    <a:pt x="19535" y="33756"/>
                    <a:pt x="19272" y="34250"/>
                    <a:pt x="19015" y="34752"/>
                  </a:cubicBezTo>
                  <a:cubicBezTo>
                    <a:pt x="18972" y="34827"/>
                    <a:pt x="18992" y="34925"/>
                    <a:pt x="19067" y="34977"/>
                  </a:cubicBezTo>
                  <a:cubicBezTo>
                    <a:pt x="19008" y="34983"/>
                    <a:pt x="18949" y="34987"/>
                    <a:pt x="18890" y="34987"/>
                  </a:cubicBezTo>
                  <a:cubicBezTo>
                    <a:pt x="18761" y="34987"/>
                    <a:pt x="18632" y="34971"/>
                    <a:pt x="18507" y="34940"/>
                  </a:cubicBezTo>
                  <a:cubicBezTo>
                    <a:pt x="18931" y="34379"/>
                    <a:pt x="19347" y="33814"/>
                    <a:pt x="19763" y="33248"/>
                  </a:cubicBezTo>
                  <a:close/>
                  <a:moveTo>
                    <a:pt x="39025" y="30502"/>
                  </a:moveTo>
                  <a:cubicBezTo>
                    <a:pt x="38164" y="31689"/>
                    <a:pt x="37382" y="32901"/>
                    <a:pt x="36735" y="34146"/>
                  </a:cubicBezTo>
                  <a:cubicBezTo>
                    <a:pt x="36222" y="34733"/>
                    <a:pt x="35956" y="34999"/>
                    <a:pt x="35891" y="34999"/>
                  </a:cubicBezTo>
                  <a:cubicBezTo>
                    <a:pt x="35802" y="34999"/>
                    <a:pt x="36089" y="34502"/>
                    <a:pt x="36634" y="33652"/>
                  </a:cubicBezTo>
                  <a:cubicBezTo>
                    <a:pt x="37339" y="32552"/>
                    <a:pt x="38170" y="31516"/>
                    <a:pt x="39025" y="30502"/>
                  </a:cubicBezTo>
                  <a:close/>
                  <a:moveTo>
                    <a:pt x="57147" y="2550"/>
                  </a:moveTo>
                  <a:lnTo>
                    <a:pt x="57300" y="3093"/>
                  </a:lnTo>
                  <a:cubicBezTo>
                    <a:pt x="56667" y="3731"/>
                    <a:pt x="56026" y="4360"/>
                    <a:pt x="55374" y="4978"/>
                  </a:cubicBezTo>
                  <a:cubicBezTo>
                    <a:pt x="54234" y="6075"/>
                    <a:pt x="53151" y="7239"/>
                    <a:pt x="52060" y="8385"/>
                  </a:cubicBezTo>
                  <a:cubicBezTo>
                    <a:pt x="49453" y="11119"/>
                    <a:pt x="47059" y="14043"/>
                    <a:pt x="44686" y="16977"/>
                  </a:cubicBezTo>
                  <a:cubicBezTo>
                    <a:pt x="40018" y="22751"/>
                    <a:pt x="36216" y="29174"/>
                    <a:pt x="31660" y="35041"/>
                  </a:cubicBezTo>
                  <a:cubicBezTo>
                    <a:pt x="31657" y="35049"/>
                    <a:pt x="31657" y="35052"/>
                    <a:pt x="31654" y="35058"/>
                  </a:cubicBezTo>
                  <a:cubicBezTo>
                    <a:pt x="31553" y="35026"/>
                    <a:pt x="31449" y="34994"/>
                    <a:pt x="31348" y="34966"/>
                  </a:cubicBezTo>
                  <a:cubicBezTo>
                    <a:pt x="30814" y="34815"/>
                    <a:pt x="30309" y="34697"/>
                    <a:pt x="29838" y="34561"/>
                  </a:cubicBezTo>
                  <a:cubicBezTo>
                    <a:pt x="31262" y="33513"/>
                    <a:pt x="31986" y="31848"/>
                    <a:pt x="32855" y="30283"/>
                  </a:cubicBezTo>
                  <a:cubicBezTo>
                    <a:pt x="35026" y="26368"/>
                    <a:pt x="38240" y="22595"/>
                    <a:pt x="41098" y="19191"/>
                  </a:cubicBezTo>
                  <a:cubicBezTo>
                    <a:pt x="42088" y="18013"/>
                    <a:pt x="43116" y="16855"/>
                    <a:pt x="44155" y="15701"/>
                  </a:cubicBezTo>
                  <a:lnTo>
                    <a:pt x="44155" y="15701"/>
                  </a:lnTo>
                  <a:cubicBezTo>
                    <a:pt x="39365" y="21778"/>
                    <a:pt x="35254" y="28403"/>
                    <a:pt x="30566" y="34547"/>
                  </a:cubicBezTo>
                  <a:cubicBezTo>
                    <a:pt x="30481" y="34656"/>
                    <a:pt x="30599" y="34785"/>
                    <a:pt x="30714" y="34785"/>
                  </a:cubicBezTo>
                  <a:cubicBezTo>
                    <a:pt x="30751" y="34785"/>
                    <a:pt x="30788" y="34772"/>
                    <a:pt x="30817" y="34740"/>
                  </a:cubicBezTo>
                  <a:cubicBezTo>
                    <a:pt x="35275" y="30037"/>
                    <a:pt x="38771" y="24636"/>
                    <a:pt x="42460" y="19332"/>
                  </a:cubicBezTo>
                  <a:cubicBezTo>
                    <a:pt x="44663" y="16162"/>
                    <a:pt x="47059" y="13151"/>
                    <a:pt x="49609" y="10276"/>
                  </a:cubicBezTo>
                  <a:cubicBezTo>
                    <a:pt x="51326" y="8477"/>
                    <a:pt x="53064" y="6702"/>
                    <a:pt x="54739" y="4871"/>
                  </a:cubicBezTo>
                  <a:cubicBezTo>
                    <a:pt x="55533" y="4089"/>
                    <a:pt x="56335" y="3315"/>
                    <a:pt x="57147" y="2550"/>
                  </a:cubicBezTo>
                  <a:close/>
                  <a:moveTo>
                    <a:pt x="13477" y="29024"/>
                  </a:moveTo>
                  <a:cubicBezTo>
                    <a:pt x="13662" y="29024"/>
                    <a:pt x="13948" y="29135"/>
                    <a:pt x="14260" y="29293"/>
                  </a:cubicBezTo>
                  <a:cubicBezTo>
                    <a:pt x="12935" y="31365"/>
                    <a:pt x="11474" y="33329"/>
                    <a:pt x="9941" y="35246"/>
                  </a:cubicBezTo>
                  <a:cubicBezTo>
                    <a:pt x="10227" y="34830"/>
                    <a:pt x="10510" y="34411"/>
                    <a:pt x="10781" y="33990"/>
                  </a:cubicBezTo>
                  <a:cubicBezTo>
                    <a:pt x="11148" y="33458"/>
                    <a:pt x="11486" y="32913"/>
                    <a:pt x="11800" y="32356"/>
                  </a:cubicBezTo>
                  <a:cubicBezTo>
                    <a:pt x="12144" y="32081"/>
                    <a:pt x="12280" y="31810"/>
                    <a:pt x="12239" y="31536"/>
                  </a:cubicBezTo>
                  <a:cubicBezTo>
                    <a:pt x="12381" y="31259"/>
                    <a:pt x="12519" y="30979"/>
                    <a:pt x="12643" y="30693"/>
                  </a:cubicBezTo>
                  <a:lnTo>
                    <a:pt x="12877" y="30782"/>
                  </a:lnTo>
                  <a:cubicBezTo>
                    <a:pt x="12892" y="30788"/>
                    <a:pt x="12907" y="30791"/>
                    <a:pt x="12921" y="30791"/>
                  </a:cubicBezTo>
                  <a:cubicBezTo>
                    <a:pt x="13000" y="30791"/>
                    <a:pt x="13063" y="30711"/>
                    <a:pt x="13068" y="30635"/>
                  </a:cubicBezTo>
                  <a:cubicBezTo>
                    <a:pt x="13105" y="30150"/>
                    <a:pt x="13232" y="29677"/>
                    <a:pt x="13267" y="29192"/>
                  </a:cubicBezTo>
                  <a:cubicBezTo>
                    <a:pt x="13276" y="29074"/>
                    <a:pt x="13354" y="29024"/>
                    <a:pt x="13477" y="29024"/>
                  </a:cubicBezTo>
                  <a:close/>
                  <a:moveTo>
                    <a:pt x="60059" y="1470"/>
                  </a:moveTo>
                  <a:cubicBezTo>
                    <a:pt x="60276" y="1618"/>
                    <a:pt x="60484" y="1782"/>
                    <a:pt x="60677" y="1961"/>
                  </a:cubicBezTo>
                  <a:cubicBezTo>
                    <a:pt x="50605" y="12536"/>
                    <a:pt x="42610" y="24899"/>
                    <a:pt x="32356" y="35272"/>
                  </a:cubicBezTo>
                  <a:cubicBezTo>
                    <a:pt x="32252" y="35240"/>
                    <a:pt x="32145" y="35202"/>
                    <a:pt x="32041" y="35170"/>
                  </a:cubicBezTo>
                  <a:cubicBezTo>
                    <a:pt x="37394" y="30771"/>
                    <a:pt x="40670" y="23940"/>
                    <a:pt x="44952" y="18590"/>
                  </a:cubicBezTo>
                  <a:cubicBezTo>
                    <a:pt x="49701" y="12655"/>
                    <a:pt x="55094" y="7415"/>
                    <a:pt x="60042" y="1673"/>
                  </a:cubicBezTo>
                  <a:cubicBezTo>
                    <a:pt x="60088" y="1615"/>
                    <a:pt x="60097" y="1534"/>
                    <a:pt x="60059" y="1470"/>
                  </a:cubicBezTo>
                  <a:close/>
                  <a:moveTo>
                    <a:pt x="10467" y="32714"/>
                  </a:moveTo>
                  <a:lnTo>
                    <a:pt x="10467" y="32714"/>
                  </a:lnTo>
                  <a:cubicBezTo>
                    <a:pt x="9823" y="33637"/>
                    <a:pt x="9127" y="34524"/>
                    <a:pt x="8376" y="35367"/>
                  </a:cubicBezTo>
                  <a:cubicBezTo>
                    <a:pt x="8934" y="34530"/>
                    <a:pt x="9470" y="33698"/>
                    <a:pt x="9921" y="32786"/>
                  </a:cubicBezTo>
                  <a:cubicBezTo>
                    <a:pt x="9966" y="32790"/>
                    <a:pt x="10009" y="32791"/>
                    <a:pt x="10051" y="32791"/>
                  </a:cubicBezTo>
                  <a:cubicBezTo>
                    <a:pt x="10207" y="32791"/>
                    <a:pt x="10344" y="32766"/>
                    <a:pt x="10467" y="32714"/>
                  </a:cubicBezTo>
                  <a:close/>
                  <a:moveTo>
                    <a:pt x="9188" y="32636"/>
                  </a:moveTo>
                  <a:cubicBezTo>
                    <a:pt x="9280" y="32662"/>
                    <a:pt x="9375" y="32688"/>
                    <a:pt x="9459" y="32708"/>
                  </a:cubicBezTo>
                  <a:cubicBezTo>
                    <a:pt x="8809" y="33637"/>
                    <a:pt x="8171" y="34576"/>
                    <a:pt x="7542" y="35517"/>
                  </a:cubicBezTo>
                  <a:cubicBezTo>
                    <a:pt x="7565" y="35263"/>
                    <a:pt x="7556" y="35006"/>
                    <a:pt x="7510" y="34752"/>
                  </a:cubicBezTo>
                  <a:cubicBezTo>
                    <a:pt x="7738" y="34382"/>
                    <a:pt x="7992" y="34030"/>
                    <a:pt x="8270" y="33695"/>
                  </a:cubicBezTo>
                  <a:lnTo>
                    <a:pt x="8267" y="33695"/>
                  </a:lnTo>
                  <a:cubicBezTo>
                    <a:pt x="8596" y="33392"/>
                    <a:pt x="8893" y="33057"/>
                    <a:pt x="9153" y="32696"/>
                  </a:cubicBezTo>
                  <a:lnTo>
                    <a:pt x="9156" y="32693"/>
                  </a:lnTo>
                  <a:cubicBezTo>
                    <a:pt x="9164" y="32682"/>
                    <a:pt x="9173" y="32673"/>
                    <a:pt x="9182" y="32662"/>
                  </a:cubicBezTo>
                  <a:cubicBezTo>
                    <a:pt x="9190" y="32650"/>
                    <a:pt x="9182" y="32644"/>
                    <a:pt x="9188" y="32636"/>
                  </a:cubicBezTo>
                  <a:close/>
                  <a:moveTo>
                    <a:pt x="36435" y="31311"/>
                  </a:moveTo>
                  <a:lnTo>
                    <a:pt x="36435" y="31311"/>
                  </a:lnTo>
                  <a:cubicBezTo>
                    <a:pt x="35376" y="32717"/>
                    <a:pt x="34348" y="34148"/>
                    <a:pt x="33375" y="35627"/>
                  </a:cubicBezTo>
                  <a:cubicBezTo>
                    <a:pt x="33372" y="35632"/>
                    <a:pt x="33372" y="35635"/>
                    <a:pt x="33372" y="35641"/>
                  </a:cubicBezTo>
                  <a:cubicBezTo>
                    <a:pt x="33124" y="35537"/>
                    <a:pt x="32873" y="35442"/>
                    <a:pt x="32619" y="35355"/>
                  </a:cubicBezTo>
                  <a:cubicBezTo>
                    <a:pt x="33929" y="34042"/>
                    <a:pt x="35194" y="32685"/>
                    <a:pt x="36435" y="31311"/>
                  </a:cubicBezTo>
                  <a:close/>
                  <a:moveTo>
                    <a:pt x="52190" y="15265"/>
                  </a:moveTo>
                  <a:cubicBezTo>
                    <a:pt x="50896" y="16876"/>
                    <a:pt x="49623" y="18489"/>
                    <a:pt x="48393" y="20063"/>
                  </a:cubicBezTo>
                  <a:cubicBezTo>
                    <a:pt x="47212" y="21573"/>
                    <a:pt x="46078" y="23143"/>
                    <a:pt x="44952" y="24725"/>
                  </a:cubicBezTo>
                  <a:cubicBezTo>
                    <a:pt x="43171" y="27015"/>
                    <a:pt x="41490" y="29391"/>
                    <a:pt x="39865" y="31798"/>
                  </a:cubicBezTo>
                  <a:cubicBezTo>
                    <a:pt x="38771" y="33248"/>
                    <a:pt x="37645" y="34662"/>
                    <a:pt x="36455" y="36005"/>
                  </a:cubicBezTo>
                  <a:cubicBezTo>
                    <a:pt x="36608" y="35477"/>
                    <a:pt x="36761" y="34951"/>
                    <a:pt x="36914" y="34426"/>
                  </a:cubicBezTo>
                  <a:cubicBezTo>
                    <a:pt x="36995" y="34293"/>
                    <a:pt x="37088" y="34169"/>
                    <a:pt x="37168" y="34036"/>
                  </a:cubicBezTo>
                  <a:cubicBezTo>
                    <a:pt x="38635" y="32347"/>
                    <a:pt x="39977" y="30571"/>
                    <a:pt x="41259" y="28756"/>
                  </a:cubicBezTo>
                  <a:cubicBezTo>
                    <a:pt x="41612" y="28337"/>
                    <a:pt x="41967" y="27924"/>
                    <a:pt x="42313" y="27500"/>
                  </a:cubicBezTo>
                  <a:cubicBezTo>
                    <a:pt x="44467" y="24858"/>
                    <a:pt x="46340" y="21971"/>
                    <a:pt x="48471" y="19301"/>
                  </a:cubicBezTo>
                  <a:cubicBezTo>
                    <a:pt x="49594" y="17898"/>
                    <a:pt x="50867" y="16567"/>
                    <a:pt x="52190" y="15265"/>
                  </a:cubicBezTo>
                  <a:close/>
                  <a:moveTo>
                    <a:pt x="55850" y="16910"/>
                  </a:moveTo>
                  <a:cubicBezTo>
                    <a:pt x="52885" y="20975"/>
                    <a:pt x="50042" y="25141"/>
                    <a:pt x="46941" y="28987"/>
                  </a:cubicBezTo>
                  <a:cubicBezTo>
                    <a:pt x="45610" y="30635"/>
                    <a:pt x="44230" y="32243"/>
                    <a:pt x="42905" y="33897"/>
                  </a:cubicBezTo>
                  <a:cubicBezTo>
                    <a:pt x="42403" y="34550"/>
                    <a:pt x="41880" y="35188"/>
                    <a:pt x="41343" y="35811"/>
                  </a:cubicBezTo>
                  <a:cubicBezTo>
                    <a:pt x="41069" y="36139"/>
                    <a:pt x="40929" y="36271"/>
                    <a:pt x="40883" y="36271"/>
                  </a:cubicBezTo>
                  <a:cubicBezTo>
                    <a:pt x="40856" y="36271"/>
                    <a:pt x="40861" y="36225"/>
                    <a:pt x="40890" y="36146"/>
                  </a:cubicBezTo>
                  <a:lnTo>
                    <a:pt x="40887" y="36146"/>
                  </a:lnTo>
                  <a:cubicBezTo>
                    <a:pt x="41531" y="35179"/>
                    <a:pt x="42151" y="34189"/>
                    <a:pt x="42815" y="33204"/>
                  </a:cubicBezTo>
                  <a:cubicBezTo>
                    <a:pt x="43843" y="31680"/>
                    <a:pt x="44897" y="30170"/>
                    <a:pt x="45954" y="28666"/>
                  </a:cubicBezTo>
                  <a:cubicBezTo>
                    <a:pt x="48405" y="25407"/>
                    <a:pt x="50954" y="22179"/>
                    <a:pt x="53665" y="19234"/>
                  </a:cubicBezTo>
                  <a:cubicBezTo>
                    <a:pt x="54387" y="18449"/>
                    <a:pt x="55117" y="17678"/>
                    <a:pt x="55850" y="16910"/>
                  </a:cubicBezTo>
                  <a:close/>
                  <a:moveTo>
                    <a:pt x="50994" y="18114"/>
                  </a:moveTo>
                  <a:lnTo>
                    <a:pt x="50994" y="18114"/>
                  </a:lnTo>
                  <a:cubicBezTo>
                    <a:pt x="47042" y="23738"/>
                    <a:pt x="43384" y="29607"/>
                    <a:pt x="39057" y="34841"/>
                  </a:cubicBezTo>
                  <a:cubicBezTo>
                    <a:pt x="38701" y="35270"/>
                    <a:pt x="37633" y="36419"/>
                    <a:pt x="37411" y="36419"/>
                  </a:cubicBezTo>
                  <a:cubicBezTo>
                    <a:pt x="37280" y="36419"/>
                    <a:pt x="37445" y="36018"/>
                    <a:pt x="38225" y="34830"/>
                  </a:cubicBezTo>
                  <a:cubicBezTo>
                    <a:pt x="39175" y="33386"/>
                    <a:pt x="40154" y="31966"/>
                    <a:pt x="41132" y="30546"/>
                  </a:cubicBezTo>
                  <a:cubicBezTo>
                    <a:pt x="43653" y="26896"/>
                    <a:pt x="46349" y="23383"/>
                    <a:pt x="49274" y="20048"/>
                  </a:cubicBezTo>
                  <a:cubicBezTo>
                    <a:pt x="49842" y="19399"/>
                    <a:pt x="50417" y="18755"/>
                    <a:pt x="50994" y="18114"/>
                  </a:cubicBezTo>
                  <a:close/>
                  <a:moveTo>
                    <a:pt x="1925" y="33554"/>
                  </a:moveTo>
                  <a:cubicBezTo>
                    <a:pt x="2971" y="33554"/>
                    <a:pt x="3816" y="33809"/>
                    <a:pt x="4571" y="34252"/>
                  </a:cubicBezTo>
                  <a:cubicBezTo>
                    <a:pt x="4542" y="34255"/>
                    <a:pt x="4514" y="34264"/>
                    <a:pt x="4490" y="34281"/>
                  </a:cubicBezTo>
                  <a:cubicBezTo>
                    <a:pt x="3643" y="34959"/>
                    <a:pt x="2933" y="35723"/>
                    <a:pt x="2212" y="36531"/>
                  </a:cubicBezTo>
                  <a:lnTo>
                    <a:pt x="2212" y="36531"/>
                  </a:lnTo>
                  <a:cubicBezTo>
                    <a:pt x="2601" y="36094"/>
                    <a:pt x="3137" y="35207"/>
                    <a:pt x="3489" y="34506"/>
                  </a:cubicBezTo>
                  <a:cubicBezTo>
                    <a:pt x="3566" y="34369"/>
                    <a:pt x="3453" y="34230"/>
                    <a:pt x="3327" y="34230"/>
                  </a:cubicBezTo>
                  <a:cubicBezTo>
                    <a:pt x="3284" y="34230"/>
                    <a:pt x="3239" y="34246"/>
                    <a:pt x="3200" y="34284"/>
                  </a:cubicBezTo>
                  <a:cubicBezTo>
                    <a:pt x="2455" y="34947"/>
                    <a:pt x="2159" y="35311"/>
                    <a:pt x="2103" y="35311"/>
                  </a:cubicBezTo>
                  <a:cubicBezTo>
                    <a:pt x="2040" y="35311"/>
                    <a:pt x="2285" y="34843"/>
                    <a:pt x="2530" y="33814"/>
                  </a:cubicBezTo>
                  <a:cubicBezTo>
                    <a:pt x="2557" y="33690"/>
                    <a:pt x="2458" y="33594"/>
                    <a:pt x="2351" y="33594"/>
                  </a:cubicBezTo>
                  <a:cubicBezTo>
                    <a:pt x="2310" y="33594"/>
                    <a:pt x="2269" y="33608"/>
                    <a:pt x="2233" y="33640"/>
                  </a:cubicBezTo>
                  <a:cubicBezTo>
                    <a:pt x="1748" y="34100"/>
                    <a:pt x="1531" y="34357"/>
                    <a:pt x="1466" y="34357"/>
                  </a:cubicBezTo>
                  <a:cubicBezTo>
                    <a:pt x="1401" y="34357"/>
                    <a:pt x="1483" y="34109"/>
                    <a:pt x="1601" y="33562"/>
                  </a:cubicBezTo>
                  <a:cubicBezTo>
                    <a:pt x="1711" y="33557"/>
                    <a:pt x="1819" y="33554"/>
                    <a:pt x="1925" y="33554"/>
                  </a:cubicBezTo>
                  <a:close/>
                  <a:moveTo>
                    <a:pt x="65539" y="32604"/>
                  </a:moveTo>
                  <a:cubicBezTo>
                    <a:pt x="65533" y="32679"/>
                    <a:pt x="65533" y="32754"/>
                    <a:pt x="65542" y="32826"/>
                  </a:cubicBezTo>
                  <a:cubicBezTo>
                    <a:pt x="65574" y="32997"/>
                    <a:pt x="65614" y="33167"/>
                    <a:pt x="65663" y="33331"/>
                  </a:cubicBezTo>
                  <a:cubicBezTo>
                    <a:pt x="65164" y="33903"/>
                    <a:pt x="64658" y="34472"/>
                    <a:pt x="64153" y="35038"/>
                  </a:cubicBezTo>
                  <a:cubicBezTo>
                    <a:pt x="63504" y="35500"/>
                    <a:pt x="62912" y="36054"/>
                    <a:pt x="62358" y="36657"/>
                  </a:cubicBezTo>
                  <a:cubicBezTo>
                    <a:pt x="63437" y="35323"/>
                    <a:pt x="64497" y="33972"/>
                    <a:pt x="65539" y="32604"/>
                  </a:cubicBezTo>
                  <a:close/>
                  <a:moveTo>
                    <a:pt x="1874" y="34625"/>
                  </a:moveTo>
                  <a:cubicBezTo>
                    <a:pt x="2081" y="34625"/>
                    <a:pt x="1602" y="35525"/>
                    <a:pt x="1323" y="36198"/>
                  </a:cubicBezTo>
                  <a:cubicBezTo>
                    <a:pt x="1273" y="36319"/>
                    <a:pt x="1393" y="36423"/>
                    <a:pt x="1507" y="36423"/>
                  </a:cubicBezTo>
                  <a:cubicBezTo>
                    <a:pt x="1551" y="36423"/>
                    <a:pt x="1594" y="36408"/>
                    <a:pt x="1627" y="36371"/>
                  </a:cubicBezTo>
                  <a:cubicBezTo>
                    <a:pt x="2343" y="35567"/>
                    <a:pt x="2639" y="35252"/>
                    <a:pt x="2688" y="35252"/>
                  </a:cubicBezTo>
                  <a:cubicBezTo>
                    <a:pt x="2772" y="35252"/>
                    <a:pt x="2160" y="36140"/>
                    <a:pt x="1678" y="37090"/>
                  </a:cubicBezTo>
                  <a:cubicBezTo>
                    <a:pt x="1254" y="36758"/>
                    <a:pt x="1139" y="36074"/>
                    <a:pt x="994" y="35381"/>
                  </a:cubicBezTo>
                  <a:cubicBezTo>
                    <a:pt x="1514" y="34835"/>
                    <a:pt x="1774" y="34625"/>
                    <a:pt x="1874" y="34625"/>
                  </a:cubicBezTo>
                  <a:close/>
                  <a:moveTo>
                    <a:pt x="4799" y="34405"/>
                  </a:moveTo>
                  <a:lnTo>
                    <a:pt x="4799" y="34405"/>
                  </a:lnTo>
                  <a:cubicBezTo>
                    <a:pt x="5212" y="34677"/>
                    <a:pt x="5602" y="34983"/>
                    <a:pt x="5963" y="35321"/>
                  </a:cubicBezTo>
                  <a:cubicBezTo>
                    <a:pt x="5934" y="35323"/>
                    <a:pt x="5908" y="35335"/>
                    <a:pt x="5885" y="35352"/>
                  </a:cubicBezTo>
                  <a:cubicBezTo>
                    <a:pt x="5157" y="35982"/>
                    <a:pt x="4551" y="36822"/>
                    <a:pt x="4222" y="37382"/>
                  </a:cubicBezTo>
                  <a:cubicBezTo>
                    <a:pt x="4661" y="36631"/>
                    <a:pt x="4955" y="35820"/>
                    <a:pt x="5241" y="35000"/>
                  </a:cubicBezTo>
                  <a:cubicBezTo>
                    <a:pt x="5285" y="34871"/>
                    <a:pt x="5162" y="34755"/>
                    <a:pt x="5042" y="34755"/>
                  </a:cubicBezTo>
                  <a:cubicBezTo>
                    <a:pt x="4996" y="34755"/>
                    <a:pt x="4950" y="34772"/>
                    <a:pt x="4915" y="34812"/>
                  </a:cubicBezTo>
                  <a:cubicBezTo>
                    <a:pt x="4277" y="35534"/>
                    <a:pt x="3645" y="36259"/>
                    <a:pt x="3024" y="36995"/>
                  </a:cubicBezTo>
                  <a:cubicBezTo>
                    <a:pt x="3486" y="36447"/>
                    <a:pt x="4306" y="35419"/>
                    <a:pt x="4782" y="34506"/>
                  </a:cubicBezTo>
                  <a:cubicBezTo>
                    <a:pt x="4799" y="34475"/>
                    <a:pt x="4805" y="34440"/>
                    <a:pt x="4799" y="34405"/>
                  </a:cubicBezTo>
                  <a:close/>
                  <a:moveTo>
                    <a:pt x="36530" y="33305"/>
                  </a:moveTo>
                  <a:cubicBezTo>
                    <a:pt x="35907" y="34238"/>
                    <a:pt x="35306" y="35182"/>
                    <a:pt x="34769" y="36161"/>
                  </a:cubicBezTo>
                  <a:cubicBezTo>
                    <a:pt x="34702" y="36280"/>
                    <a:pt x="34804" y="36404"/>
                    <a:pt x="34913" y="36404"/>
                  </a:cubicBezTo>
                  <a:cubicBezTo>
                    <a:pt x="34950" y="36404"/>
                    <a:pt x="34988" y="36390"/>
                    <a:pt x="35020" y="36357"/>
                  </a:cubicBezTo>
                  <a:cubicBezTo>
                    <a:pt x="35474" y="35907"/>
                    <a:pt x="35901" y="35439"/>
                    <a:pt x="36328" y="34971"/>
                  </a:cubicBezTo>
                  <a:lnTo>
                    <a:pt x="36328" y="34971"/>
                  </a:lnTo>
                  <a:cubicBezTo>
                    <a:pt x="36057" y="35549"/>
                    <a:pt x="35820" y="36138"/>
                    <a:pt x="35615" y="36741"/>
                  </a:cubicBezTo>
                  <a:cubicBezTo>
                    <a:pt x="35578" y="36858"/>
                    <a:pt x="35671" y="36934"/>
                    <a:pt x="35768" y="36934"/>
                  </a:cubicBezTo>
                  <a:cubicBezTo>
                    <a:pt x="35808" y="36934"/>
                    <a:pt x="35848" y="36922"/>
                    <a:pt x="35881" y="36894"/>
                  </a:cubicBezTo>
                  <a:cubicBezTo>
                    <a:pt x="36669" y="36236"/>
                    <a:pt x="37324" y="35494"/>
                    <a:pt x="37928" y="34706"/>
                  </a:cubicBezTo>
                  <a:lnTo>
                    <a:pt x="37928" y="34706"/>
                  </a:lnTo>
                  <a:cubicBezTo>
                    <a:pt x="37310" y="35647"/>
                    <a:pt x="36695" y="36591"/>
                    <a:pt x="36086" y="37532"/>
                  </a:cubicBezTo>
                  <a:cubicBezTo>
                    <a:pt x="35462" y="36738"/>
                    <a:pt x="34602" y="36187"/>
                    <a:pt x="33672" y="35771"/>
                  </a:cubicBezTo>
                  <a:cubicBezTo>
                    <a:pt x="34680" y="35055"/>
                    <a:pt x="35627" y="34218"/>
                    <a:pt x="36530" y="33305"/>
                  </a:cubicBezTo>
                  <a:close/>
                  <a:moveTo>
                    <a:pt x="4125" y="35050"/>
                  </a:moveTo>
                  <a:lnTo>
                    <a:pt x="4125" y="35050"/>
                  </a:lnTo>
                  <a:cubicBezTo>
                    <a:pt x="3465" y="35698"/>
                    <a:pt x="2961" y="36802"/>
                    <a:pt x="2487" y="37627"/>
                  </a:cubicBezTo>
                  <a:cubicBezTo>
                    <a:pt x="2323" y="37521"/>
                    <a:pt x="2156" y="37414"/>
                    <a:pt x="1992" y="37305"/>
                  </a:cubicBezTo>
                  <a:lnTo>
                    <a:pt x="1992" y="37305"/>
                  </a:lnTo>
                  <a:cubicBezTo>
                    <a:pt x="2702" y="36549"/>
                    <a:pt x="3384" y="35775"/>
                    <a:pt x="4125" y="35050"/>
                  </a:cubicBezTo>
                  <a:close/>
                  <a:moveTo>
                    <a:pt x="66356" y="35967"/>
                  </a:moveTo>
                  <a:lnTo>
                    <a:pt x="66356" y="35967"/>
                  </a:lnTo>
                  <a:cubicBezTo>
                    <a:pt x="66469" y="36718"/>
                    <a:pt x="66422" y="37359"/>
                    <a:pt x="66004" y="37604"/>
                  </a:cubicBezTo>
                  <a:lnTo>
                    <a:pt x="66001" y="37601"/>
                  </a:lnTo>
                  <a:cubicBezTo>
                    <a:pt x="66027" y="37570"/>
                    <a:pt x="66053" y="37538"/>
                    <a:pt x="66079" y="37506"/>
                  </a:cubicBezTo>
                  <a:cubicBezTo>
                    <a:pt x="66162" y="37393"/>
                    <a:pt x="66054" y="37283"/>
                    <a:pt x="65942" y="37283"/>
                  </a:cubicBezTo>
                  <a:cubicBezTo>
                    <a:pt x="65894" y="37283"/>
                    <a:pt x="65846" y="37303"/>
                    <a:pt x="65810" y="37350"/>
                  </a:cubicBezTo>
                  <a:cubicBezTo>
                    <a:pt x="65649" y="37570"/>
                    <a:pt x="65478" y="37786"/>
                    <a:pt x="65311" y="38006"/>
                  </a:cubicBezTo>
                  <a:cubicBezTo>
                    <a:pt x="65689" y="37336"/>
                    <a:pt x="66041" y="36657"/>
                    <a:pt x="66356" y="35967"/>
                  </a:cubicBezTo>
                  <a:close/>
                  <a:moveTo>
                    <a:pt x="6199" y="35542"/>
                  </a:moveTo>
                  <a:cubicBezTo>
                    <a:pt x="6337" y="35677"/>
                    <a:pt x="6477" y="35809"/>
                    <a:pt x="6618" y="35950"/>
                  </a:cubicBezTo>
                  <a:cubicBezTo>
                    <a:pt x="6583" y="35956"/>
                    <a:pt x="6552" y="35970"/>
                    <a:pt x="6529" y="35993"/>
                  </a:cubicBezTo>
                  <a:cubicBezTo>
                    <a:pt x="5947" y="36638"/>
                    <a:pt x="5033" y="37437"/>
                    <a:pt x="4679" y="38223"/>
                  </a:cubicBezTo>
                  <a:lnTo>
                    <a:pt x="4679" y="38223"/>
                  </a:lnTo>
                  <a:cubicBezTo>
                    <a:pt x="5092" y="37305"/>
                    <a:pt x="5750" y="36499"/>
                    <a:pt x="6191" y="35589"/>
                  </a:cubicBezTo>
                  <a:cubicBezTo>
                    <a:pt x="6199" y="35573"/>
                    <a:pt x="6194" y="35559"/>
                    <a:pt x="6199" y="35542"/>
                  </a:cubicBezTo>
                  <a:close/>
                  <a:moveTo>
                    <a:pt x="12051" y="30950"/>
                  </a:moveTo>
                  <a:cubicBezTo>
                    <a:pt x="11722" y="31619"/>
                    <a:pt x="11373" y="32275"/>
                    <a:pt x="10992" y="32910"/>
                  </a:cubicBezTo>
                  <a:lnTo>
                    <a:pt x="10799" y="33207"/>
                  </a:lnTo>
                  <a:cubicBezTo>
                    <a:pt x="9854" y="34683"/>
                    <a:pt x="8685" y="36013"/>
                    <a:pt x="7504" y="37301"/>
                  </a:cubicBezTo>
                  <a:cubicBezTo>
                    <a:pt x="7144" y="37685"/>
                    <a:pt x="6774" y="38060"/>
                    <a:pt x="6396" y="38424"/>
                  </a:cubicBezTo>
                  <a:cubicBezTo>
                    <a:pt x="6959" y="37870"/>
                    <a:pt x="7372" y="36882"/>
                    <a:pt x="7808" y="36221"/>
                  </a:cubicBezTo>
                  <a:lnTo>
                    <a:pt x="7914" y="36060"/>
                  </a:lnTo>
                  <a:cubicBezTo>
                    <a:pt x="9514" y="34556"/>
                    <a:pt x="10833" y="32777"/>
                    <a:pt x="12051" y="30950"/>
                  </a:cubicBezTo>
                  <a:close/>
                  <a:moveTo>
                    <a:pt x="38569" y="35794"/>
                  </a:moveTo>
                  <a:cubicBezTo>
                    <a:pt x="37858" y="36672"/>
                    <a:pt x="37200" y="37581"/>
                    <a:pt x="36640" y="38540"/>
                  </a:cubicBezTo>
                  <a:cubicBezTo>
                    <a:pt x="36530" y="38251"/>
                    <a:pt x="36435" y="38029"/>
                    <a:pt x="36360" y="37904"/>
                  </a:cubicBezTo>
                  <a:cubicBezTo>
                    <a:pt x="36331" y="37861"/>
                    <a:pt x="36299" y="37824"/>
                    <a:pt x="36271" y="37783"/>
                  </a:cubicBezTo>
                  <a:cubicBezTo>
                    <a:pt x="36273" y="37783"/>
                    <a:pt x="36276" y="37783"/>
                    <a:pt x="36282" y="37780"/>
                  </a:cubicBezTo>
                  <a:cubicBezTo>
                    <a:pt x="37088" y="37171"/>
                    <a:pt x="37850" y="36507"/>
                    <a:pt x="38569" y="35794"/>
                  </a:cubicBezTo>
                  <a:close/>
                  <a:moveTo>
                    <a:pt x="4541" y="35822"/>
                  </a:moveTo>
                  <a:lnTo>
                    <a:pt x="4541" y="35822"/>
                  </a:lnTo>
                  <a:cubicBezTo>
                    <a:pt x="4108" y="36320"/>
                    <a:pt x="3828" y="37286"/>
                    <a:pt x="3486" y="37873"/>
                  </a:cubicBezTo>
                  <a:cubicBezTo>
                    <a:pt x="3404" y="38013"/>
                    <a:pt x="3533" y="38171"/>
                    <a:pt x="3665" y="38171"/>
                  </a:cubicBezTo>
                  <a:cubicBezTo>
                    <a:pt x="3709" y="38171"/>
                    <a:pt x="3754" y="38153"/>
                    <a:pt x="3792" y="38109"/>
                  </a:cubicBezTo>
                  <a:cubicBezTo>
                    <a:pt x="4329" y="37483"/>
                    <a:pt x="5189" y="36764"/>
                    <a:pt x="5541" y="36042"/>
                  </a:cubicBezTo>
                  <a:lnTo>
                    <a:pt x="5541" y="36042"/>
                  </a:lnTo>
                  <a:cubicBezTo>
                    <a:pt x="5111" y="36926"/>
                    <a:pt x="4519" y="37708"/>
                    <a:pt x="4092" y="38597"/>
                  </a:cubicBezTo>
                  <a:cubicBezTo>
                    <a:pt x="3668" y="38358"/>
                    <a:pt x="3250" y="38107"/>
                    <a:pt x="2835" y="37851"/>
                  </a:cubicBezTo>
                  <a:lnTo>
                    <a:pt x="2835" y="37851"/>
                  </a:lnTo>
                  <a:cubicBezTo>
                    <a:pt x="3393" y="37163"/>
                    <a:pt x="3960" y="36487"/>
                    <a:pt x="4541" y="35822"/>
                  </a:cubicBezTo>
                  <a:close/>
                  <a:moveTo>
                    <a:pt x="15421" y="37148"/>
                  </a:moveTo>
                  <a:cubicBezTo>
                    <a:pt x="15419" y="37150"/>
                    <a:pt x="15418" y="37150"/>
                    <a:pt x="15416" y="37150"/>
                  </a:cubicBezTo>
                  <a:cubicBezTo>
                    <a:pt x="15414" y="37150"/>
                    <a:pt x="15412" y="37150"/>
                    <a:pt x="15409" y="37151"/>
                  </a:cubicBezTo>
                  <a:cubicBezTo>
                    <a:pt x="14774" y="37587"/>
                    <a:pt x="14173" y="38072"/>
                    <a:pt x="13616" y="38603"/>
                  </a:cubicBezTo>
                  <a:cubicBezTo>
                    <a:pt x="13613" y="38606"/>
                    <a:pt x="13613" y="38606"/>
                    <a:pt x="13610" y="38606"/>
                  </a:cubicBezTo>
                  <a:cubicBezTo>
                    <a:pt x="13870" y="38176"/>
                    <a:pt x="14136" y="37751"/>
                    <a:pt x="14378" y="37307"/>
                  </a:cubicBezTo>
                  <a:cubicBezTo>
                    <a:pt x="14390" y="37284"/>
                    <a:pt x="14393" y="37258"/>
                    <a:pt x="14393" y="37232"/>
                  </a:cubicBezTo>
                  <a:cubicBezTo>
                    <a:pt x="14517" y="37217"/>
                    <a:pt x="14638" y="37206"/>
                    <a:pt x="14762" y="37191"/>
                  </a:cubicBezTo>
                  <a:cubicBezTo>
                    <a:pt x="15005" y="37165"/>
                    <a:pt x="15219" y="37154"/>
                    <a:pt x="15421" y="37148"/>
                  </a:cubicBezTo>
                  <a:close/>
                  <a:moveTo>
                    <a:pt x="43390" y="31542"/>
                  </a:moveTo>
                  <a:lnTo>
                    <a:pt x="43390" y="31542"/>
                  </a:lnTo>
                  <a:cubicBezTo>
                    <a:pt x="42125" y="33317"/>
                    <a:pt x="40896" y="35101"/>
                    <a:pt x="39697" y="36877"/>
                  </a:cubicBezTo>
                  <a:cubicBezTo>
                    <a:pt x="39054" y="37708"/>
                    <a:pt x="38482" y="38467"/>
                    <a:pt x="38335" y="38794"/>
                  </a:cubicBezTo>
                  <a:cubicBezTo>
                    <a:pt x="39544" y="36103"/>
                    <a:pt x="41456" y="33802"/>
                    <a:pt x="43390" y="31542"/>
                  </a:cubicBezTo>
                  <a:close/>
                  <a:moveTo>
                    <a:pt x="6206" y="36944"/>
                  </a:moveTo>
                  <a:lnTo>
                    <a:pt x="6206" y="36944"/>
                  </a:lnTo>
                  <a:cubicBezTo>
                    <a:pt x="6208" y="36944"/>
                    <a:pt x="6102" y="37077"/>
                    <a:pt x="5888" y="37344"/>
                  </a:cubicBezTo>
                  <a:cubicBezTo>
                    <a:pt x="5556" y="37948"/>
                    <a:pt x="5273" y="38453"/>
                    <a:pt x="5053" y="39071"/>
                  </a:cubicBezTo>
                  <a:lnTo>
                    <a:pt x="5053" y="39074"/>
                  </a:lnTo>
                  <a:cubicBezTo>
                    <a:pt x="4877" y="38996"/>
                    <a:pt x="4690" y="38935"/>
                    <a:pt x="4525" y="38846"/>
                  </a:cubicBezTo>
                  <a:cubicBezTo>
                    <a:pt x="4514" y="38837"/>
                    <a:pt x="4502" y="38831"/>
                    <a:pt x="4490" y="38825"/>
                  </a:cubicBezTo>
                  <a:cubicBezTo>
                    <a:pt x="4900" y="38476"/>
                    <a:pt x="5276" y="38086"/>
                    <a:pt x="5611" y="37665"/>
                  </a:cubicBezTo>
                  <a:cubicBezTo>
                    <a:pt x="6005" y="37185"/>
                    <a:pt x="6203" y="36944"/>
                    <a:pt x="6206" y="36944"/>
                  </a:cubicBezTo>
                  <a:close/>
                  <a:moveTo>
                    <a:pt x="15591" y="37154"/>
                  </a:moveTo>
                  <a:lnTo>
                    <a:pt x="15591" y="37154"/>
                  </a:lnTo>
                  <a:cubicBezTo>
                    <a:pt x="15839" y="37157"/>
                    <a:pt x="16088" y="37177"/>
                    <a:pt x="16333" y="37214"/>
                  </a:cubicBezTo>
                  <a:cubicBezTo>
                    <a:pt x="15989" y="37506"/>
                    <a:pt x="15660" y="37818"/>
                    <a:pt x="15351" y="38150"/>
                  </a:cubicBezTo>
                  <a:cubicBezTo>
                    <a:pt x="15037" y="38441"/>
                    <a:pt x="14762" y="38773"/>
                    <a:pt x="14529" y="39134"/>
                  </a:cubicBezTo>
                  <a:cubicBezTo>
                    <a:pt x="14904" y="38551"/>
                    <a:pt x="15325" y="38023"/>
                    <a:pt x="15678" y="37419"/>
                  </a:cubicBezTo>
                  <a:cubicBezTo>
                    <a:pt x="15738" y="37318"/>
                    <a:pt x="15678" y="37203"/>
                    <a:pt x="15591" y="37154"/>
                  </a:cubicBezTo>
                  <a:close/>
                  <a:moveTo>
                    <a:pt x="13850" y="37278"/>
                  </a:moveTo>
                  <a:lnTo>
                    <a:pt x="13850" y="37278"/>
                  </a:lnTo>
                  <a:cubicBezTo>
                    <a:pt x="13143" y="37870"/>
                    <a:pt x="12470" y="38491"/>
                    <a:pt x="11809" y="39137"/>
                  </a:cubicBezTo>
                  <a:cubicBezTo>
                    <a:pt x="12066" y="38886"/>
                    <a:pt x="12741" y="38023"/>
                    <a:pt x="13085" y="37417"/>
                  </a:cubicBezTo>
                  <a:cubicBezTo>
                    <a:pt x="13105" y="37379"/>
                    <a:pt x="13111" y="37333"/>
                    <a:pt x="13102" y="37290"/>
                  </a:cubicBezTo>
                  <a:lnTo>
                    <a:pt x="13102" y="37290"/>
                  </a:lnTo>
                  <a:cubicBezTo>
                    <a:pt x="13190" y="37294"/>
                    <a:pt x="13279" y="37296"/>
                    <a:pt x="13367" y="37296"/>
                  </a:cubicBezTo>
                  <a:cubicBezTo>
                    <a:pt x="13528" y="37296"/>
                    <a:pt x="13690" y="37289"/>
                    <a:pt x="13850" y="37278"/>
                  </a:cubicBezTo>
                  <a:close/>
                  <a:moveTo>
                    <a:pt x="16861" y="38612"/>
                  </a:moveTo>
                  <a:cubicBezTo>
                    <a:pt x="16968" y="38612"/>
                    <a:pt x="16955" y="38798"/>
                    <a:pt x="16708" y="39308"/>
                  </a:cubicBezTo>
                  <a:cubicBezTo>
                    <a:pt x="16437" y="39374"/>
                    <a:pt x="16165" y="39429"/>
                    <a:pt x="15891" y="39478"/>
                  </a:cubicBezTo>
                  <a:cubicBezTo>
                    <a:pt x="16213" y="39089"/>
                    <a:pt x="16691" y="38612"/>
                    <a:pt x="16861" y="38612"/>
                  </a:cubicBezTo>
                  <a:close/>
                  <a:moveTo>
                    <a:pt x="7782" y="37601"/>
                  </a:moveTo>
                  <a:cubicBezTo>
                    <a:pt x="7669" y="37757"/>
                    <a:pt x="7556" y="37913"/>
                    <a:pt x="7444" y="38069"/>
                  </a:cubicBezTo>
                  <a:lnTo>
                    <a:pt x="7441" y="38069"/>
                  </a:lnTo>
                  <a:cubicBezTo>
                    <a:pt x="7210" y="38225"/>
                    <a:pt x="7103" y="38372"/>
                    <a:pt x="7123" y="38511"/>
                  </a:cubicBezTo>
                  <a:cubicBezTo>
                    <a:pt x="6915" y="38799"/>
                    <a:pt x="6705" y="39088"/>
                    <a:pt x="6500" y="39377"/>
                  </a:cubicBezTo>
                  <a:cubicBezTo>
                    <a:pt x="6465" y="39429"/>
                    <a:pt x="6462" y="39498"/>
                    <a:pt x="6497" y="39550"/>
                  </a:cubicBezTo>
                  <a:cubicBezTo>
                    <a:pt x="6156" y="39472"/>
                    <a:pt x="5818" y="39374"/>
                    <a:pt x="5486" y="39258"/>
                  </a:cubicBezTo>
                  <a:cubicBezTo>
                    <a:pt x="5709" y="38941"/>
                    <a:pt x="5934" y="38618"/>
                    <a:pt x="6159" y="38291"/>
                  </a:cubicBezTo>
                  <a:lnTo>
                    <a:pt x="6159" y="38291"/>
                  </a:lnTo>
                  <a:cubicBezTo>
                    <a:pt x="6044" y="38522"/>
                    <a:pt x="5931" y="38753"/>
                    <a:pt x="5830" y="38993"/>
                  </a:cubicBezTo>
                  <a:cubicBezTo>
                    <a:pt x="5770" y="39136"/>
                    <a:pt x="5903" y="39239"/>
                    <a:pt x="6031" y="39239"/>
                  </a:cubicBezTo>
                  <a:cubicBezTo>
                    <a:pt x="6081" y="39239"/>
                    <a:pt x="6131" y="39224"/>
                    <a:pt x="6168" y="39189"/>
                  </a:cubicBezTo>
                  <a:cubicBezTo>
                    <a:pt x="6716" y="38681"/>
                    <a:pt x="7253" y="38150"/>
                    <a:pt x="7782" y="37601"/>
                  </a:cubicBezTo>
                  <a:close/>
                  <a:moveTo>
                    <a:pt x="16069" y="38133"/>
                  </a:moveTo>
                  <a:cubicBezTo>
                    <a:pt x="16174" y="38133"/>
                    <a:pt x="16057" y="38430"/>
                    <a:pt x="15551" y="39267"/>
                  </a:cubicBezTo>
                  <a:cubicBezTo>
                    <a:pt x="15493" y="39362"/>
                    <a:pt x="15536" y="39466"/>
                    <a:pt x="15608" y="39527"/>
                  </a:cubicBezTo>
                  <a:cubicBezTo>
                    <a:pt x="15305" y="39573"/>
                    <a:pt x="14999" y="39614"/>
                    <a:pt x="14693" y="39637"/>
                  </a:cubicBezTo>
                  <a:cubicBezTo>
                    <a:pt x="14531" y="39654"/>
                    <a:pt x="14361" y="39668"/>
                    <a:pt x="14197" y="39686"/>
                  </a:cubicBezTo>
                  <a:cubicBezTo>
                    <a:pt x="14867" y="39200"/>
                    <a:pt x="15868" y="38133"/>
                    <a:pt x="16069" y="38133"/>
                  </a:cubicBezTo>
                  <a:close/>
                  <a:moveTo>
                    <a:pt x="14959" y="37938"/>
                  </a:moveTo>
                  <a:cubicBezTo>
                    <a:pt x="15084" y="37938"/>
                    <a:pt x="14009" y="39205"/>
                    <a:pt x="13830" y="39484"/>
                  </a:cubicBezTo>
                  <a:cubicBezTo>
                    <a:pt x="13781" y="39562"/>
                    <a:pt x="13795" y="39660"/>
                    <a:pt x="13862" y="39720"/>
                  </a:cubicBezTo>
                  <a:cubicBezTo>
                    <a:pt x="13576" y="39749"/>
                    <a:pt x="13281" y="39775"/>
                    <a:pt x="12984" y="39798"/>
                  </a:cubicBezTo>
                  <a:cubicBezTo>
                    <a:pt x="13463" y="39313"/>
                    <a:pt x="13942" y="38831"/>
                    <a:pt x="14442" y="38364"/>
                  </a:cubicBezTo>
                  <a:cubicBezTo>
                    <a:pt x="14769" y="38058"/>
                    <a:pt x="14921" y="37938"/>
                    <a:pt x="14959" y="37938"/>
                  </a:cubicBezTo>
                  <a:close/>
                  <a:moveTo>
                    <a:pt x="10802" y="35207"/>
                  </a:moveTo>
                  <a:cubicBezTo>
                    <a:pt x="10820" y="35207"/>
                    <a:pt x="10740" y="35417"/>
                    <a:pt x="10495" y="35988"/>
                  </a:cubicBezTo>
                  <a:cubicBezTo>
                    <a:pt x="10241" y="36582"/>
                    <a:pt x="9892" y="37137"/>
                    <a:pt x="9537" y="37679"/>
                  </a:cubicBezTo>
                  <a:cubicBezTo>
                    <a:pt x="8974" y="38358"/>
                    <a:pt x="8448" y="39071"/>
                    <a:pt x="7963" y="39807"/>
                  </a:cubicBezTo>
                  <a:cubicBezTo>
                    <a:pt x="7614" y="39767"/>
                    <a:pt x="7268" y="39715"/>
                    <a:pt x="6930" y="39651"/>
                  </a:cubicBezTo>
                  <a:cubicBezTo>
                    <a:pt x="6959" y="39637"/>
                    <a:pt x="6979" y="39619"/>
                    <a:pt x="7008" y="39605"/>
                  </a:cubicBezTo>
                  <a:cubicBezTo>
                    <a:pt x="7032" y="39594"/>
                    <a:pt x="7016" y="39561"/>
                    <a:pt x="6993" y="39561"/>
                  </a:cubicBezTo>
                  <a:cubicBezTo>
                    <a:pt x="6991" y="39561"/>
                    <a:pt x="6990" y="39561"/>
                    <a:pt x="6988" y="39562"/>
                  </a:cubicBezTo>
                  <a:cubicBezTo>
                    <a:pt x="6915" y="39573"/>
                    <a:pt x="6875" y="39582"/>
                    <a:pt x="6835" y="39588"/>
                  </a:cubicBezTo>
                  <a:lnTo>
                    <a:pt x="6864" y="39550"/>
                  </a:lnTo>
                  <a:cubicBezTo>
                    <a:pt x="7071" y="39489"/>
                    <a:pt x="7450" y="39377"/>
                    <a:pt x="7580" y="39290"/>
                  </a:cubicBezTo>
                  <a:cubicBezTo>
                    <a:pt x="8128" y="38926"/>
                    <a:pt x="8576" y="38398"/>
                    <a:pt x="9011" y="37913"/>
                  </a:cubicBezTo>
                  <a:cubicBezTo>
                    <a:pt x="9274" y="37622"/>
                    <a:pt x="9629" y="37125"/>
                    <a:pt x="9863" y="36810"/>
                  </a:cubicBezTo>
                  <a:cubicBezTo>
                    <a:pt x="10123" y="36464"/>
                    <a:pt x="10757" y="35207"/>
                    <a:pt x="10802" y="35207"/>
                  </a:cubicBezTo>
                  <a:close/>
                  <a:moveTo>
                    <a:pt x="13764" y="37831"/>
                  </a:moveTo>
                  <a:cubicBezTo>
                    <a:pt x="13356" y="38194"/>
                    <a:pt x="12876" y="39093"/>
                    <a:pt x="12542" y="39703"/>
                  </a:cubicBezTo>
                  <a:cubicBezTo>
                    <a:pt x="12519" y="39744"/>
                    <a:pt x="12513" y="39790"/>
                    <a:pt x="12522" y="39833"/>
                  </a:cubicBezTo>
                  <a:cubicBezTo>
                    <a:pt x="12216" y="39856"/>
                    <a:pt x="11907" y="39876"/>
                    <a:pt x="11595" y="39891"/>
                  </a:cubicBezTo>
                  <a:cubicBezTo>
                    <a:pt x="12304" y="39185"/>
                    <a:pt x="13016" y="38493"/>
                    <a:pt x="13764" y="37831"/>
                  </a:cubicBezTo>
                  <a:close/>
                  <a:moveTo>
                    <a:pt x="10917" y="36508"/>
                  </a:moveTo>
                  <a:cubicBezTo>
                    <a:pt x="10977" y="36508"/>
                    <a:pt x="10931" y="36695"/>
                    <a:pt x="10703" y="37200"/>
                  </a:cubicBezTo>
                  <a:lnTo>
                    <a:pt x="10703" y="37197"/>
                  </a:lnTo>
                  <a:cubicBezTo>
                    <a:pt x="10406" y="37853"/>
                    <a:pt x="10028" y="38476"/>
                    <a:pt x="9647" y="39091"/>
                  </a:cubicBezTo>
                  <a:cubicBezTo>
                    <a:pt x="9499" y="39334"/>
                    <a:pt x="9352" y="39573"/>
                    <a:pt x="9208" y="39813"/>
                  </a:cubicBezTo>
                  <a:cubicBezTo>
                    <a:pt x="9196" y="39842"/>
                    <a:pt x="9193" y="39871"/>
                    <a:pt x="9196" y="39899"/>
                  </a:cubicBezTo>
                  <a:cubicBezTo>
                    <a:pt x="8928" y="39888"/>
                    <a:pt x="8659" y="39871"/>
                    <a:pt x="8394" y="39847"/>
                  </a:cubicBezTo>
                  <a:cubicBezTo>
                    <a:pt x="8838" y="39267"/>
                    <a:pt x="9263" y="38678"/>
                    <a:pt x="9658" y="38072"/>
                  </a:cubicBezTo>
                  <a:cubicBezTo>
                    <a:pt x="9670" y="38057"/>
                    <a:pt x="9681" y="38040"/>
                    <a:pt x="9693" y="38026"/>
                  </a:cubicBezTo>
                  <a:cubicBezTo>
                    <a:pt x="9925" y="37735"/>
                    <a:pt x="10765" y="36508"/>
                    <a:pt x="10917" y="36508"/>
                  </a:cubicBezTo>
                  <a:close/>
                  <a:moveTo>
                    <a:pt x="12365" y="38005"/>
                  </a:moveTo>
                  <a:cubicBezTo>
                    <a:pt x="12491" y="38005"/>
                    <a:pt x="11398" y="39439"/>
                    <a:pt x="11249" y="39703"/>
                  </a:cubicBezTo>
                  <a:cubicBezTo>
                    <a:pt x="11214" y="39767"/>
                    <a:pt x="11223" y="39847"/>
                    <a:pt x="11269" y="39902"/>
                  </a:cubicBezTo>
                  <a:cubicBezTo>
                    <a:pt x="11053" y="39911"/>
                    <a:pt x="10842" y="39917"/>
                    <a:pt x="10625" y="39920"/>
                  </a:cubicBezTo>
                  <a:cubicBezTo>
                    <a:pt x="11058" y="39339"/>
                    <a:pt x="11535" y="38791"/>
                    <a:pt x="12046" y="38277"/>
                  </a:cubicBezTo>
                  <a:cubicBezTo>
                    <a:pt x="12238" y="38085"/>
                    <a:pt x="12335" y="38005"/>
                    <a:pt x="12365" y="38005"/>
                  </a:cubicBezTo>
                  <a:close/>
                  <a:moveTo>
                    <a:pt x="11796" y="37384"/>
                  </a:moveTo>
                  <a:cubicBezTo>
                    <a:pt x="11154" y="38054"/>
                    <a:pt x="10636" y="39118"/>
                    <a:pt x="10129" y="39922"/>
                  </a:cubicBezTo>
                  <a:cubicBezTo>
                    <a:pt x="9947" y="39922"/>
                    <a:pt x="9771" y="39922"/>
                    <a:pt x="9592" y="39917"/>
                  </a:cubicBezTo>
                  <a:cubicBezTo>
                    <a:pt x="10297" y="39045"/>
                    <a:pt x="11017" y="38193"/>
                    <a:pt x="11796" y="37384"/>
                  </a:cubicBezTo>
                  <a:close/>
                  <a:moveTo>
                    <a:pt x="65978" y="28885"/>
                  </a:moveTo>
                  <a:cubicBezTo>
                    <a:pt x="65978" y="28894"/>
                    <a:pt x="65978" y="28906"/>
                    <a:pt x="65981" y="28914"/>
                  </a:cubicBezTo>
                  <a:cubicBezTo>
                    <a:pt x="65063" y="30563"/>
                    <a:pt x="63022" y="32272"/>
                    <a:pt x="61870" y="33666"/>
                  </a:cubicBezTo>
                  <a:lnTo>
                    <a:pt x="61867" y="33666"/>
                  </a:lnTo>
                  <a:cubicBezTo>
                    <a:pt x="59982" y="35950"/>
                    <a:pt x="58059" y="38213"/>
                    <a:pt x="56064" y="40402"/>
                  </a:cubicBezTo>
                  <a:cubicBezTo>
                    <a:pt x="55997" y="40474"/>
                    <a:pt x="55937" y="40549"/>
                    <a:pt x="55870" y="40621"/>
                  </a:cubicBezTo>
                  <a:cubicBezTo>
                    <a:pt x="56145" y="40255"/>
                    <a:pt x="56413" y="39894"/>
                    <a:pt x="56685" y="39539"/>
                  </a:cubicBezTo>
                  <a:cubicBezTo>
                    <a:pt x="57978" y="37844"/>
                    <a:pt x="59280" y="36155"/>
                    <a:pt x="60594" y="34472"/>
                  </a:cubicBezTo>
                  <a:cubicBezTo>
                    <a:pt x="61174" y="33811"/>
                    <a:pt x="61745" y="33141"/>
                    <a:pt x="62306" y="32462"/>
                  </a:cubicBezTo>
                  <a:cubicBezTo>
                    <a:pt x="63498" y="31325"/>
                    <a:pt x="65268" y="29933"/>
                    <a:pt x="65978" y="28885"/>
                  </a:cubicBezTo>
                  <a:close/>
                  <a:moveTo>
                    <a:pt x="40993" y="33870"/>
                  </a:moveTo>
                  <a:cubicBezTo>
                    <a:pt x="39628" y="35813"/>
                    <a:pt x="38405" y="37823"/>
                    <a:pt x="37457" y="39931"/>
                  </a:cubicBezTo>
                  <a:cubicBezTo>
                    <a:pt x="37399" y="40056"/>
                    <a:pt x="37493" y="40187"/>
                    <a:pt x="37606" y="40187"/>
                  </a:cubicBezTo>
                  <a:cubicBezTo>
                    <a:pt x="37645" y="40187"/>
                    <a:pt x="37685" y="40172"/>
                    <a:pt x="37723" y="40136"/>
                  </a:cubicBezTo>
                  <a:cubicBezTo>
                    <a:pt x="38730" y="39152"/>
                    <a:pt x="39568" y="38069"/>
                    <a:pt x="40347" y="36946"/>
                  </a:cubicBezTo>
                  <a:cubicBezTo>
                    <a:pt x="41282" y="36299"/>
                    <a:pt x="42169" y="35502"/>
                    <a:pt x="43017" y="34616"/>
                  </a:cubicBezTo>
                  <a:lnTo>
                    <a:pt x="43017" y="34616"/>
                  </a:lnTo>
                  <a:cubicBezTo>
                    <a:pt x="41300" y="36842"/>
                    <a:pt x="39475" y="38970"/>
                    <a:pt x="37373" y="40789"/>
                  </a:cubicBezTo>
                  <a:cubicBezTo>
                    <a:pt x="37157" y="40090"/>
                    <a:pt x="36963" y="39472"/>
                    <a:pt x="36796" y="38981"/>
                  </a:cubicBezTo>
                  <a:cubicBezTo>
                    <a:pt x="38334" y="37381"/>
                    <a:pt x="39708" y="35659"/>
                    <a:pt x="40993" y="33870"/>
                  </a:cubicBezTo>
                  <a:close/>
                  <a:moveTo>
                    <a:pt x="48994" y="28175"/>
                  </a:moveTo>
                  <a:lnTo>
                    <a:pt x="48994" y="28175"/>
                  </a:lnTo>
                  <a:cubicBezTo>
                    <a:pt x="47637" y="29942"/>
                    <a:pt x="46323" y="31755"/>
                    <a:pt x="45024" y="33574"/>
                  </a:cubicBezTo>
                  <a:cubicBezTo>
                    <a:pt x="43474" y="35332"/>
                    <a:pt x="41970" y="37116"/>
                    <a:pt x="40607" y="38978"/>
                  </a:cubicBezTo>
                  <a:cubicBezTo>
                    <a:pt x="40245" y="39472"/>
                    <a:pt x="38898" y="40868"/>
                    <a:pt x="38731" y="40868"/>
                  </a:cubicBezTo>
                  <a:cubicBezTo>
                    <a:pt x="38642" y="40868"/>
                    <a:pt x="38888" y="40472"/>
                    <a:pt x="39796" y="39334"/>
                  </a:cubicBezTo>
                  <a:cubicBezTo>
                    <a:pt x="40927" y="37916"/>
                    <a:pt x="42094" y="36527"/>
                    <a:pt x="43251" y="35136"/>
                  </a:cubicBezTo>
                  <a:cubicBezTo>
                    <a:pt x="45177" y="32823"/>
                    <a:pt x="47091" y="30502"/>
                    <a:pt x="48994" y="28175"/>
                  </a:cubicBezTo>
                  <a:close/>
                  <a:moveTo>
                    <a:pt x="65662" y="30178"/>
                  </a:moveTo>
                  <a:cubicBezTo>
                    <a:pt x="65773" y="30178"/>
                    <a:pt x="65661" y="30504"/>
                    <a:pt x="65141" y="31403"/>
                  </a:cubicBezTo>
                  <a:cubicBezTo>
                    <a:pt x="63735" y="33834"/>
                    <a:pt x="61503" y="35895"/>
                    <a:pt x="59577" y="37913"/>
                  </a:cubicBezTo>
                  <a:cubicBezTo>
                    <a:pt x="58567" y="38976"/>
                    <a:pt x="57559" y="40076"/>
                    <a:pt x="56563" y="41190"/>
                  </a:cubicBezTo>
                  <a:lnTo>
                    <a:pt x="56563" y="41187"/>
                  </a:lnTo>
                  <a:cubicBezTo>
                    <a:pt x="58893" y="38271"/>
                    <a:pt x="61203" y="35326"/>
                    <a:pt x="63573" y="32393"/>
                  </a:cubicBezTo>
                  <a:cubicBezTo>
                    <a:pt x="63884" y="32009"/>
                    <a:pt x="65399" y="30178"/>
                    <a:pt x="65662" y="30178"/>
                  </a:cubicBezTo>
                  <a:close/>
                  <a:moveTo>
                    <a:pt x="66244" y="26642"/>
                  </a:moveTo>
                  <a:lnTo>
                    <a:pt x="66244" y="26642"/>
                  </a:lnTo>
                  <a:cubicBezTo>
                    <a:pt x="65602" y="27787"/>
                    <a:pt x="64856" y="28915"/>
                    <a:pt x="64038" y="30029"/>
                  </a:cubicBezTo>
                  <a:cubicBezTo>
                    <a:pt x="62300" y="31882"/>
                    <a:pt x="60692" y="33848"/>
                    <a:pt x="59127" y="35858"/>
                  </a:cubicBezTo>
                  <a:lnTo>
                    <a:pt x="59124" y="35858"/>
                  </a:lnTo>
                  <a:cubicBezTo>
                    <a:pt x="57398" y="37717"/>
                    <a:pt x="55625" y="39515"/>
                    <a:pt x="53979" y="41251"/>
                  </a:cubicBezTo>
                  <a:cubicBezTo>
                    <a:pt x="54961" y="40035"/>
                    <a:pt x="55931" y="38811"/>
                    <a:pt x="56892" y="37572"/>
                  </a:cubicBezTo>
                  <a:cubicBezTo>
                    <a:pt x="58160" y="36091"/>
                    <a:pt x="59427" y="34610"/>
                    <a:pt x="60698" y="33126"/>
                  </a:cubicBezTo>
                  <a:cubicBezTo>
                    <a:pt x="62442" y="31100"/>
                    <a:pt x="64933" y="28979"/>
                    <a:pt x="66244" y="26642"/>
                  </a:cubicBezTo>
                  <a:close/>
                  <a:moveTo>
                    <a:pt x="65591" y="38130"/>
                  </a:moveTo>
                  <a:cubicBezTo>
                    <a:pt x="65623" y="38335"/>
                    <a:pt x="65675" y="38580"/>
                    <a:pt x="65727" y="38843"/>
                  </a:cubicBezTo>
                  <a:cubicBezTo>
                    <a:pt x="64819" y="39609"/>
                    <a:pt x="63949" y="40473"/>
                    <a:pt x="63113" y="41403"/>
                  </a:cubicBezTo>
                  <a:lnTo>
                    <a:pt x="63113" y="41403"/>
                  </a:lnTo>
                  <a:cubicBezTo>
                    <a:pt x="63387" y="41018"/>
                    <a:pt x="63660" y="40630"/>
                    <a:pt x="63922" y="40240"/>
                  </a:cubicBezTo>
                  <a:cubicBezTo>
                    <a:pt x="64497" y="39553"/>
                    <a:pt x="65045" y="38843"/>
                    <a:pt x="65591" y="38130"/>
                  </a:cubicBezTo>
                  <a:close/>
                  <a:moveTo>
                    <a:pt x="59855" y="31435"/>
                  </a:moveTo>
                  <a:cubicBezTo>
                    <a:pt x="58570" y="33002"/>
                    <a:pt x="57317" y="34596"/>
                    <a:pt x="56029" y="36158"/>
                  </a:cubicBezTo>
                  <a:cubicBezTo>
                    <a:pt x="54540" y="37962"/>
                    <a:pt x="53047" y="39769"/>
                    <a:pt x="51549" y="41577"/>
                  </a:cubicBezTo>
                  <a:cubicBezTo>
                    <a:pt x="54239" y="38144"/>
                    <a:pt x="57051" y="34789"/>
                    <a:pt x="59855" y="31435"/>
                  </a:cubicBezTo>
                  <a:close/>
                  <a:moveTo>
                    <a:pt x="40976" y="37495"/>
                  </a:moveTo>
                  <a:lnTo>
                    <a:pt x="40976" y="37495"/>
                  </a:lnTo>
                  <a:cubicBezTo>
                    <a:pt x="39856" y="38883"/>
                    <a:pt x="38748" y="40280"/>
                    <a:pt x="37645" y="41681"/>
                  </a:cubicBezTo>
                  <a:lnTo>
                    <a:pt x="37417" y="40936"/>
                  </a:lnTo>
                  <a:cubicBezTo>
                    <a:pt x="37425" y="40933"/>
                    <a:pt x="37434" y="40936"/>
                    <a:pt x="37440" y="40930"/>
                  </a:cubicBezTo>
                  <a:cubicBezTo>
                    <a:pt x="38696" y="39882"/>
                    <a:pt x="39856" y="38716"/>
                    <a:pt x="40976" y="37495"/>
                  </a:cubicBezTo>
                  <a:close/>
                  <a:moveTo>
                    <a:pt x="50620" y="27915"/>
                  </a:moveTo>
                  <a:cubicBezTo>
                    <a:pt x="48266" y="30770"/>
                    <a:pt x="45971" y="33679"/>
                    <a:pt x="43774" y="36631"/>
                  </a:cubicBezTo>
                  <a:cubicBezTo>
                    <a:pt x="42546" y="38286"/>
                    <a:pt x="40229" y="40425"/>
                    <a:pt x="39251" y="41857"/>
                  </a:cubicBezTo>
                  <a:lnTo>
                    <a:pt x="39251" y="41857"/>
                  </a:lnTo>
                  <a:cubicBezTo>
                    <a:pt x="40731" y="39688"/>
                    <a:pt x="42410" y="37689"/>
                    <a:pt x="44037" y="35641"/>
                  </a:cubicBezTo>
                  <a:cubicBezTo>
                    <a:pt x="46254" y="33106"/>
                    <a:pt x="48364" y="30470"/>
                    <a:pt x="50593" y="27944"/>
                  </a:cubicBezTo>
                  <a:cubicBezTo>
                    <a:pt x="50602" y="27935"/>
                    <a:pt x="50611" y="27925"/>
                    <a:pt x="50620" y="27915"/>
                  </a:cubicBezTo>
                  <a:close/>
                  <a:moveTo>
                    <a:pt x="70279" y="11347"/>
                  </a:moveTo>
                  <a:cubicBezTo>
                    <a:pt x="70453" y="11497"/>
                    <a:pt x="70614" y="11659"/>
                    <a:pt x="70765" y="11832"/>
                  </a:cubicBezTo>
                  <a:cubicBezTo>
                    <a:pt x="68071" y="14020"/>
                    <a:pt x="66030" y="17011"/>
                    <a:pt x="63616" y="19491"/>
                  </a:cubicBezTo>
                  <a:cubicBezTo>
                    <a:pt x="59621" y="23588"/>
                    <a:pt x="55648" y="27641"/>
                    <a:pt x="51959" y="32021"/>
                  </a:cubicBezTo>
                  <a:cubicBezTo>
                    <a:pt x="49305" y="35168"/>
                    <a:pt x="46883" y="38534"/>
                    <a:pt x="44014" y="41484"/>
                  </a:cubicBezTo>
                  <a:cubicBezTo>
                    <a:pt x="43731" y="41773"/>
                    <a:pt x="43396" y="42088"/>
                    <a:pt x="43038" y="42420"/>
                  </a:cubicBezTo>
                  <a:cubicBezTo>
                    <a:pt x="46846" y="37746"/>
                    <a:pt x="50189" y="32737"/>
                    <a:pt x="54193" y="28190"/>
                  </a:cubicBezTo>
                  <a:cubicBezTo>
                    <a:pt x="59335" y="22349"/>
                    <a:pt x="65380" y="17418"/>
                    <a:pt x="70279" y="11347"/>
                  </a:cubicBezTo>
                  <a:close/>
                  <a:moveTo>
                    <a:pt x="41609" y="38335"/>
                  </a:moveTo>
                  <a:lnTo>
                    <a:pt x="41609" y="38335"/>
                  </a:lnTo>
                  <a:cubicBezTo>
                    <a:pt x="40491" y="39862"/>
                    <a:pt x="39354" y="41375"/>
                    <a:pt x="38167" y="42844"/>
                  </a:cubicBezTo>
                  <a:cubicBezTo>
                    <a:pt x="38089" y="42929"/>
                    <a:pt x="38164" y="43039"/>
                    <a:pt x="38251" y="43039"/>
                  </a:cubicBezTo>
                  <a:cubicBezTo>
                    <a:pt x="38277" y="43039"/>
                    <a:pt x="38304" y="43029"/>
                    <a:pt x="38329" y="43006"/>
                  </a:cubicBezTo>
                  <a:cubicBezTo>
                    <a:pt x="39010" y="42428"/>
                    <a:pt x="39660" y="41811"/>
                    <a:pt x="40295" y="41175"/>
                  </a:cubicBezTo>
                  <a:lnTo>
                    <a:pt x="40295" y="41175"/>
                  </a:lnTo>
                  <a:cubicBezTo>
                    <a:pt x="39617" y="42094"/>
                    <a:pt x="38961" y="43032"/>
                    <a:pt x="38367" y="44025"/>
                  </a:cubicBezTo>
                  <a:cubicBezTo>
                    <a:pt x="38153" y="43352"/>
                    <a:pt x="37951" y="42694"/>
                    <a:pt x="37760" y="42068"/>
                  </a:cubicBezTo>
                  <a:lnTo>
                    <a:pt x="37763" y="42068"/>
                  </a:lnTo>
                  <a:cubicBezTo>
                    <a:pt x="39475" y="41320"/>
                    <a:pt x="40393" y="39741"/>
                    <a:pt x="41609" y="38335"/>
                  </a:cubicBezTo>
                  <a:close/>
                  <a:moveTo>
                    <a:pt x="47830" y="35023"/>
                  </a:moveTo>
                  <a:lnTo>
                    <a:pt x="47830" y="35023"/>
                  </a:lnTo>
                  <a:cubicBezTo>
                    <a:pt x="47279" y="35768"/>
                    <a:pt x="46730" y="36516"/>
                    <a:pt x="46173" y="37255"/>
                  </a:cubicBezTo>
                  <a:cubicBezTo>
                    <a:pt x="44891" y="38961"/>
                    <a:pt x="43552" y="40598"/>
                    <a:pt x="42157" y="42215"/>
                  </a:cubicBezTo>
                  <a:cubicBezTo>
                    <a:pt x="41470" y="42997"/>
                    <a:pt x="40754" y="43754"/>
                    <a:pt x="40012" y="44484"/>
                  </a:cubicBezTo>
                  <a:cubicBezTo>
                    <a:pt x="40644" y="43618"/>
                    <a:pt x="41306" y="42775"/>
                    <a:pt x="42001" y="41955"/>
                  </a:cubicBezTo>
                  <a:cubicBezTo>
                    <a:pt x="43907" y="39628"/>
                    <a:pt x="45850" y="37316"/>
                    <a:pt x="47830" y="35023"/>
                  </a:cubicBezTo>
                  <a:close/>
                  <a:moveTo>
                    <a:pt x="64716" y="35248"/>
                  </a:moveTo>
                  <a:cubicBezTo>
                    <a:pt x="63818" y="36496"/>
                    <a:pt x="62072" y="38641"/>
                    <a:pt x="61653" y="39172"/>
                  </a:cubicBezTo>
                  <a:cubicBezTo>
                    <a:pt x="60172" y="41048"/>
                    <a:pt x="58570" y="42830"/>
                    <a:pt x="56956" y="44594"/>
                  </a:cubicBezTo>
                  <a:cubicBezTo>
                    <a:pt x="58830" y="41825"/>
                    <a:pt x="60752" y="39094"/>
                    <a:pt x="62903" y="36608"/>
                  </a:cubicBezTo>
                  <a:cubicBezTo>
                    <a:pt x="63302" y="36146"/>
                    <a:pt x="64199" y="35422"/>
                    <a:pt x="64716" y="35248"/>
                  </a:cubicBezTo>
                  <a:close/>
                  <a:moveTo>
                    <a:pt x="53229" y="35809"/>
                  </a:moveTo>
                  <a:lnTo>
                    <a:pt x="53229" y="35811"/>
                  </a:lnTo>
                  <a:cubicBezTo>
                    <a:pt x="50867" y="38791"/>
                    <a:pt x="48526" y="41808"/>
                    <a:pt x="46101" y="44839"/>
                  </a:cubicBezTo>
                  <a:cubicBezTo>
                    <a:pt x="45798" y="45217"/>
                    <a:pt x="45460" y="45636"/>
                    <a:pt x="45108" y="46069"/>
                  </a:cubicBezTo>
                  <a:cubicBezTo>
                    <a:pt x="45832" y="45160"/>
                    <a:pt x="46548" y="44244"/>
                    <a:pt x="47259" y="43329"/>
                  </a:cubicBezTo>
                  <a:cubicBezTo>
                    <a:pt x="49227" y="40797"/>
                    <a:pt x="51217" y="38291"/>
                    <a:pt x="53229" y="35809"/>
                  </a:cubicBezTo>
                  <a:close/>
                  <a:moveTo>
                    <a:pt x="52112" y="30150"/>
                  </a:moveTo>
                  <a:lnTo>
                    <a:pt x="52112" y="30150"/>
                  </a:lnTo>
                  <a:cubicBezTo>
                    <a:pt x="47625" y="35451"/>
                    <a:pt x="43976" y="41360"/>
                    <a:pt x="39152" y="46424"/>
                  </a:cubicBezTo>
                  <a:cubicBezTo>
                    <a:pt x="39074" y="46190"/>
                    <a:pt x="38993" y="45956"/>
                    <a:pt x="38915" y="45722"/>
                  </a:cubicBezTo>
                  <a:lnTo>
                    <a:pt x="38915" y="45722"/>
                  </a:lnTo>
                  <a:cubicBezTo>
                    <a:pt x="38942" y="45743"/>
                    <a:pt x="38974" y="45754"/>
                    <a:pt x="39005" y="45754"/>
                  </a:cubicBezTo>
                  <a:cubicBezTo>
                    <a:pt x="39039" y="45754"/>
                    <a:pt x="39073" y="45742"/>
                    <a:pt x="39100" y="45717"/>
                  </a:cubicBezTo>
                  <a:cubicBezTo>
                    <a:pt x="43445" y="41649"/>
                    <a:pt x="46857" y="36799"/>
                    <a:pt x="50414" y="32064"/>
                  </a:cubicBezTo>
                  <a:cubicBezTo>
                    <a:pt x="50980" y="31426"/>
                    <a:pt x="51543" y="30785"/>
                    <a:pt x="52112" y="30150"/>
                  </a:cubicBezTo>
                  <a:close/>
                  <a:moveTo>
                    <a:pt x="63443" y="20083"/>
                  </a:moveTo>
                  <a:lnTo>
                    <a:pt x="63443" y="20083"/>
                  </a:lnTo>
                  <a:cubicBezTo>
                    <a:pt x="60859" y="22869"/>
                    <a:pt x="58232" y="25615"/>
                    <a:pt x="55738" y="28481"/>
                  </a:cubicBezTo>
                  <a:cubicBezTo>
                    <a:pt x="50391" y="34625"/>
                    <a:pt x="45570" y="41005"/>
                    <a:pt x="39897" y="46860"/>
                  </a:cubicBezTo>
                  <a:cubicBezTo>
                    <a:pt x="40047" y="46222"/>
                    <a:pt x="40408" y="45575"/>
                    <a:pt x="40890" y="44949"/>
                  </a:cubicBezTo>
                  <a:cubicBezTo>
                    <a:pt x="41204" y="44591"/>
                    <a:pt x="41519" y="44230"/>
                    <a:pt x="41828" y="43866"/>
                  </a:cubicBezTo>
                  <a:cubicBezTo>
                    <a:pt x="42862" y="42786"/>
                    <a:pt x="44065" y="41793"/>
                    <a:pt x="44848" y="40999"/>
                  </a:cubicBezTo>
                  <a:cubicBezTo>
                    <a:pt x="47504" y="38303"/>
                    <a:pt x="49750" y="35142"/>
                    <a:pt x="52166" y="32232"/>
                  </a:cubicBezTo>
                  <a:cubicBezTo>
                    <a:pt x="55703" y="27973"/>
                    <a:pt x="59650" y="24096"/>
                    <a:pt x="63443" y="20083"/>
                  </a:cubicBezTo>
                  <a:close/>
                  <a:moveTo>
                    <a:pt x="71027" y="12173"/>
                  </a:moveTo>
                  <a:cubicBezTo>
                    <a:pt x="71163" y="12380"/>
                    <a:pt x="71264" y="12609"/>
                    <a:pt x="71322" y="12848"/>
                  </a:cubicBezTo>
                  <a:cubicBezTo>
                    <a:pt x="66134" y="17488"/>
                    <a:pt x="61590" y="23452"/>
                    <a:pt x="56965" y="28660"/>
                  </a:cubicBezTo>
                  <a:cubicBezTo>
                    <a:pt x="55128" y="30725"/>
                    <a:pt x="53330" y="32820"/>
                    <a:pt x="51537" y="34922"/>
                  </a:cubicBezTo>
                  <a:cubicBezTo>
                    <a:pt x="54135" y="32090"/>
                    <a:pt x="56829" y="29330"/>
                    <a:pt x="59318" y="26432"/>
                  </a:cubicBezTo>
                  <a:cubicBezTo>
                    <a:pt x="62970" y="22179"/>
                    <a:pt x="66824" y="17938"/>
                    <a:pt x="70649" y="13847"/>
                  </a:cubicBezTo>
                  <a:lnTo>
                    <a:pt x="70649" y="13847"/>
                  </a:lnTo>
                  <a:cubicBezTo>
                    <a:pt x="69029" y="15579"/>
                    <a:pt x="67179" y="18365"/>
                    <a:pt x="65204" y="20380"/>
                  </a:cubicBezTo>
                  <a:cubicBezTo>
                    <a:pt x="63267" y="22364"/>
                    <a:pt x="61503" y="24460"/>
                    <a:pt x="59788" y="26625"/>
                  </a:cubicBezTo>
                  <a:cubicBezTo>
                    <a:pt x="58983" y="27347"/>
                    <a:pt x="58186" y="28068"/>
                    <a:pt x="57429" y="28808"/>
                  </a:cubicBezTo>
                  <a:cubicBezTo>
                    <a:pt x="53650" y="32494"/>
                    <a:pt x="50567" y="36744"/>
                    <a:pt x="47062" y="40664"/>
                  </a:cubicBezTo>
                  <a:cubicBezTo>
                    <a:pt x="46193" y="41640"/>
                    <a:pt x="45307" y="42579"/>
                    <a:pt x="44458" y="43534"/>
                  </a:cubicBezTo>
                  <a:cubicBezTo>
                    <a:pt x="45012" y="42827"/>
                    <a:pt x="45547" y="42105"/>
                    <a:pt x="46078" y="41389"/>
                  </a:cubicBezTo>
                  <a:cubicBezTo>
                    <a:pt x="46326" y="41057"/>
                    <a:pt x="46589" y="40731"/>
                    <a:pt x="46846" y="40402"/>
                  </a:cubicBezTo>
                  <a:lnTo>
                    <a:pt x="46846" y="40402"/>
                  </a:lnTo>
                  <a:cubicBezTo>
                    <a:pt x="45440" y="42039"/>
                    <a:pt x="44028" y="43670"/>
                    <a:pt x="42596" y="45278"/>
                  </a:cubicBezTo>
                  <a:cubicBezTo>
                    <a:pt x="42220" y="45700"/>
                    <a:pt x="40613" y="47000"/>
                    <a:pt x="40395" y="47000"/>
                  </a:cubicBezTo>
                  <a:cubicBezTo>
                    <a:pt x="40281" y="47000"/>
                    <a:pt x="40542" y="46649"/>
                    <a:pt x="41545" y="45642"/>
                  </a:cubicBezTo>
                  <a:cubicBezTo>
                    <a:pt x="43156" y="44022"/>
                    <a:pt x="44727" y="42362"/>
                    <a:pt x="46271" y="40679"/>
                  </a:cubicBezTo>
                  <a:cubicBezTo>
                    <a:pt x="49357" y="37307"/>
                    <a:pt x="51956" y="33536"/>
                    <a:pt x="54846" y="30003"/>
                  </a:cubicBezTo>
                  <a:cubicBezTo>
                    <a:pt x="59921" y="23796"/>
                    <a:pt x="66024" y="18429"/>
                    <a:pt x="71027" y="12173"/>
                  </a:cubicBezTo>
                  <a:close/>
                  <a:moveTo>
                    <a:pt x="40050" y="45867"/>
                  </a:moveTo>
                  <a:lnTo>
                    <a:pt x="40050" y="45867"/>
                  </a:lnTo>
                  <a:cubicBezTo>
                    <a:pt x="39859" y="46236"/>
                    <a:pt x="39723" y="46615"/>
                    <a:pt x="39663" y="46996"/>
                  </a:cubicBezTo>
                  <a:cubicBezTo>
                    <a:pt x="39657" y="47025"/>
                    <a:pt x="39666" y="47056"/>
                    <a:pt x="39689" y="47079"/>
                  </a:cubicBezTo>
                  <a:cubicBezTo>
                    <a:pt x="39612" y="47154"/>
                    <a:pt x="39540" y="47231"/>
                    <a:pt x="39466" y="47305"/>
                  </a:cubicBezTo>
                  <a:lnTo>
                    <a:pt x="39466" y="47305"/>
                  </a:lnTo>
                  <a:cubicBezTo>
                    <a:pt x="39397" y="47115"/>
                    <a:pt x="39328" y="46923"/>
                    <a:pt x="39259" y="46730"/>
                  </a:cubicBezTo>
                  <a:cubicBezTo>
                    <a:pt x="39530" y="46447"/>
                    <a:pt x="39784" y="46153"/>
                    <a:pt x="40050" y="45867"/>
                  </a:cubicBezTo>
                  <a:close/>
                  <a:moveTo>
                    <a:pt x="60937" y="35222"/>
                  </a:moveTo>
                  <a:lnTo>
                    <a:pt x="60937" y="35222"/>
                  </a:lnTo>
                  <a:cubicBezTo>
                    <a:pt x="58922" y="37855"/>
                    <a:pt x="57005" y="40578"/>
                    <a:pt x="54869" y="43101"/>
                  </a:cubicBezTo>
                  <a:cubicBezTo>
                    <a:pt x="53422" y="44807"/>
                    <a:pt x="51904" y="46462"/>
                    <a:pt x="50371" y="48101"/>
                  </a:cubicBezTo>
                  <a:lnTo>
                    <a:pt x="50622" y="47755"/>
                  </a:lnTo>
                  <a:cubicBezTo>
                    <a:pt x="51456" y="46684"/>
                    <a:pt x="52259" y="45593"/>
                    <a:pt x="53047" y="44510"/>
                  </a:cubicBezTo>
                  <a:cubicBezTo>
                    <a:pt x="53448" y="43990"/>
                    <a:pt x="53847" y="43471"/>
                    <a:pt x="54262" y="42963"/>
                  </a:cubicBezTo>
                  <a:cubicBezTo>
                    <a:pt x="56413" y="40324"/>
                    <a:pt x="58714" y="37803"/>
                    <a:pt x="60937" y="35222"/>
                  </a:cubicBezTo>
                  <a:close/>
                  <a:moveTo>
                    <a:pt x="58714" y="27991"/>
                  </a:moveTo>
                  <a:cubicBezTo>
                    <a:pt x="55071" y="32662"/>
                    <a:pt x="51497" y="37304"/>
                    <a:pt x="47565" y="41750"/>
                  </a:cubicBezTo>
                  <a:cubicBezTo>
                    <a:pt x="45746" y="43806"/>
                    <a:pt x="44204" y="46078"/>
                    <a:pt x="42371" y="48116"/>
                  </a:cubicBezTo>
                  <a:cubicBezTo>
                    <a:pt x="42151" y="47908"/>
                    <a:pt x="41935" y="47697"/>
                    <a:pt x="41715" y="47489"/>
                  </a:cubicBezTo>
                  <a:cubicBezTo>
                    <a:pt x="42460" y="46277"/>
                    <a:pt x="43324" y="45136"/>
                    <a:pt x="44291" y="44091"/>
                  </a:cubicBezTo>
                  <a:cubicBezTo>
                    <a:pt x="45235" y="42980"/>
                    <a:pt x="46271" y="41938"/>
                    <a:pt x="47264" y="40869"/>
                  </a:cubicBezTo>
                  <a:cubicBezTo>
                    <a:pt x="51173" y="36663"/>
                    <a:pt x="54534" y="32055"/>
                    <a:pt x="58671" y="28031"/>
                  </a:cubicBezTo>
                  <a:cubicBezTo>
                    <a:pt x="58685" y="28016"/>
                    <a:pt x="58700" y="28002"/>
                    <a:pt x="58714" y="27991"/>
                  </a:cubicBezTo>
                  <a:close/>
                  <a:moveTo>
                    <a:pt x="66036" y="34582"/>
                  </a:moveTo>
                  <a:cubicBezTo>
                    <a:pt x="66140" y="34942"/>
                    <a:pt x="66235" y="35318"/>
                    <a:pt x="66304" y="35681"/>
                  </a:cubicBezTo>
                  <a:cubicBezTo>
                    <a:pt x="66288" y="35676"/>
                    <a:pt x="66271" y="35673"/>
                    <a:pt x="66254" y="35673"/>
                  </a:cubicBezTo>
                  <a:cubicBezTo>
                    <a:pt x="66220" y="35673"/>
                    <a:pt x="66187" y="35684"/>
                    <a:pt x="66160" y="35707"/>
                  </a:cubicBezTo>
                  <a:cubicBezTo>
                    <a:pt x="65756" y="36034"/>
                    <a:pt x="65377" y="36395"/>
                    <a:pt x="64996" y="36753"/>
                  </a:cubicBezTo>
                  <a:cubicBezTo>
                    <a:pt x="65046" y="36728"/>
                    <a:pt x="65096" y="36716"/>
                    <a:pt x="65146" y="36716"/>
                  </a:cubicBezTo>
                  <a:cubicBezTo>
                    <a:pt x="65285" y="36716"/>
                    <a:pt x="65423" y="36812"/>
                    <a:pt x="65559" y="37012"/>
                  </a:cubicBezTo>
                  <a:lnTo>
                    <a:pt x="65562" y="37012"/>
                  </a:lnTo>
                  <a:cubicBezTo>
                    <a:pt x="65155" y="37907"/>
                    <a:pt x="64644" y="38762"/>
                    <a:pt x="64081" y="39596"/>
                  </a:cubicBezTo>
                  <a:cubicBezTo>
                    <a:pt x="61506" y="42807"/>
                    <a:pt x="58700" y="45835"/>
                    <a:pt x="56084" y="49019"/>
                  </a:cubicBezTo>
                  <a:cubicBezTo>
                    <a:pt x="57175" y="47533"/>
                    <a:pt x="58264" y="46063"/>
                    <a:pt x="59375" y="44654"/>
                  </a:cubicBezTo>
                  <a:cubicBezTo>
                    <a:pt x="60247" y="43543"/>
                    <a:pt x="61009" y="42339"/>
                    <a:pt x="61792" y="41167"/>
                  </a:cubicBezTo>
                  <a:cubicBezTo>
                    <a:pt x="62574" y="39977"/>
                    <a:pt x="63432" y="38837"/>
                    <a:pt x="64355" y="37754"/>
                  </a:cubicBezTo>
                  <a:cubicBezTo>
                    <a:pt x="64491" y="37396"/>
                    <a:pt x="64627" y="37139"/>
                    <a:pt x="64762" y="36963"/>
                  </a:cubicBezTo>
                  <a:lnTo>
                    <a:pt x="64762" y="36963"/>
                  </a:lnTo>
                  <a:cubicBezTo>
                    <a:pt x="64725" y="37001"/>
                    <a:pt x="64682" y="37033"/>
                    <a:pt x="64644" y="37070"/>
                  </a:cubicBezTo>
                  <a:cubicBezTo>
                    <a:pt x="65155" y="36268"/>
                    <a:pt x="65620" y="35436"/>
                    <a:pt x="66036" y="34582"/>
                  </a:cubicBezTo>
                  <a:close/>
                  <a:moveTo>
                    <a:pt x="58029" y="40401"/>
                  </a:moveTo>
                  <a:cubicBezTo>
                    <a:pt x="56729" y="41891"/>
                    <a:pt x="55431" y="43387"/>
                    <a:pt x="54158" y="44908"/>
                  </a:cubicBezTo>
                  <a:cubicBezTo>
                    <a:pt x="52862" y="46462"/>
                    <a:pt x="51583" y="48058"/>
                    <a:pt x="50296" y="49657"/>
                  </a:cubicBezTo>
                  <a:cubicBezTo>
                    <a:pt x="51364" y="48145"/>
                    <a:pt x="52449" y="46638"/>
                    <a:pt x="53630" y="45209"/>
                  </a:cubicBezTo>
                  <a:cubicBezTo>
                    <a:pt x="54978" y="43583"/>
                    <a:pt x="56496" y="42000"/>
                    <a:pt x="58029" y="40401"/>
                  </a:cubicBezTo>
                  <a:close/>
                  <a:moveTo>
                    <a:pt x="43145" y="45090"/>
                  </a:moveTo>
                  <a:lnTo>
                    <a:pt x="43145" y="45090"/>
                  </a:lnTo>
                  <a:cubicBezTo>
                    <a:pt x="42042" y="46470"/>
                    <a:pt x="41080" y="47951"/>
                    <a:pt x="40419" y="49681"/>
                  </a:cubicBezTo>
                  <a:cubicBezTo>
                    <a:pt x="40162" y="49118"/>
                    <a:pt x="39905" y="48491"/>
                    <a:pt x="39654" y="47821"/>
                  </a:cubicBezTo>
                  <a:cubicBezTo>
                    <a:pt x="41002" y="47140"/>
                    <a:pt x="42134" y="46184"/>
                    <a:pt x="43145" y="45090"/>
                  </a:cubicBezTo>
                  <a:close/>
                  <a:moveTo>
                    <a:pt x="60039" y="39729"/>
                  </a:moveTo>
                  <a:lnTo>
                    <a:pt x="60039" y="39732"/>
                  </a:lnTo>
                  <a:cubicBezTo>
                    <a:pt x="59468" y="40604"/>
                    <a:pt x="58931" y="41479"/>
                    <a:pt x="58408" y="42293"/>
                  </a:cubicBezTo>
                  <a:cubicBezTo>
                    <a:pt x="57874" y="43124"/>
                    <a:pt x="57331" y="43956"/>
                    <a:pt x="56780" y="44790"/>
                  </a:cubicBezTo>
                  <a:cubicBezTo>
                    <a:pt x="56338" y="45269"/>
                    <a:pt x="55899" y="45751"/>
                    <a:pt x="55460" y="46233"/>
                  </a:cubicBezTo>
                  <a:cubicBezTo>
                    <a:pt x="54274" y="47533"/>
                    <a:pt x="53142" y="48864"/>
                    <a:pt x="52042" y="50212"/>
                  </a:cubicBezTo>
                  <a:cubicBezTo>
                    <a:pt x="54667" y="46716"/>
                    <a:pt x="57224" y="43095"/>
                    <a:pt x="60039" y="39729"/>
                  </a:cubicBezTo>
                  <a:close/>
                  <a:moveTo>
                    <a:pt x="49935" y="39394"/>
                  </a:moveTo>
                  <a:lnTo>
                    <a:pt x="49935" y="39394"/>
                  </a:lnTo>
                  <a:cubicBezTo>
                    <a:pt x="46981" y="43179"/>
                    <a:pt x="44083" y="47007"/>
                    <a:pt x="40858" y="50570"/>
                  </a:cubicBezTo>
                  <a:cubicBezTo>
                    <a:pt x="40754" y="50376"/>
                    <a:pt x="40650" y="50174"/>
                    <a:pt x="40546" y="49958"/>
                  </a:cubicBezTo>
                  <a:cubicBezTo>
                    <a:pt x="40561" y="49952"/>
                    <a:pt x="40572" y="49958"/>
                    <a:pt x="40584" y="49946"/>
                  </a:cubicBezTo>
                  <a:cubicBezTo>
                    <a:pt x="43101" y="48136"/>
                    <a:pt x="44724" y="45633"/>
                    <a:pt x="46646" y="43243"/>
                  </a:cubicBezTo>
                  <a:cubicBezTo>
                    <a:pt x="47706" y="41926"/>
                    <a:pt x="48817" y="40659"/>
                    <a:pt x="49935" y="39394"/>
                  </a:cubicBezTo>
                  <a:close/>
                  <a:moveTo>
                    <a:pt x="67528" y="20031"/>
                  </a:moveTo>
                  <a:lnTo>
                    <a:pt x="67528" y="20031"/>
                  </a:lnTo>
                  <a:cubicBezTo>
                    <a:pt x="67130" y="21397"/>
                    <a:pt x="67173" y="22857"/>
                    <a:pt x="67127" y="24310"/>
                  </a:cubicBezTo>
                  <a:cubicBezTo>
                    <a:pt x="67100" y="24275"/>
                    <a:pt x="67060" y="24257"/>
                    <a:pt x="67019" y="24257"/>
                  </a:cubicBezTo>
                  <a:cubicBezTo>
                    <a:pt x="66986" y="24257"/>
                    <a:pt x="66952" y="24269"/>
                    <a:pt x="66925" y="24292"/>
                  </a:cubicBezTo>
                  <a:cubicBezTo>
                    <a:pt x="63798" y="27254"/>
                    <a:pt x="61116" y="30912"/>
                    <a:pt x="58532" y="34527"/>
                  </a:cubicBezTo>
                  <a:cubicBezTo>
                    <a:pt x="57588" y="35604"/>
                    <a:pt x="56644" y="36680"/>
                    <a:pt x="55715" y="37772"/>
                  </a:cubicBezTo>
                  <a:cubicBezTo>
                    <a:pt x="53578" y="40272"/>
                    <a:pt x="51347" y="42708"/>
                    <a:pt x="49326" y="45304"/>
                  </a:cubicBezTo>
                  <a:cubicBezTo>
                    <a:pt x="48358" y="46548"/>
                    <a:pt x="47674" y="47458"/>
                    <a:pt x="46724" y="48607"/>
                  </a:cubicBezTo>
                  <a:cubicBezTo>
                    <a:pt x="46534" y="48837"/>
                    <a:pt x="43793" y="51310"/>
                    <a:pt x="43624" y="51310"/>
                  </a:cubicBezTo>
                  <a:cubicBezTo>
                    <a:pt x="43588" y="51310"/>
                    <a:pt x="43671" y="51195"/>
                    <a:pt x="43924" y="50919"/>
                  </a:cubicBezTo>
                  <a:cubicBezTo>
                    <a:pt x="44242" y="50570"/>
                    <a:pt x="44545" y="50212"/>
                    <a:pt x="44859" y="49860"/>
                  </a:cubicBezTo>
                  <a:cubicBezTo>
                    <a:pt x="46008" y="48806"/>
                    <a:pt x="47010" y="47570"/>
                    <a:pt x="47960" y="46300"/>
                  </a:cubicBezTo>
                  <a:cubicBezTo>
                    <a:pt x="50743" y="43014"/>
                    <a:pt x="53445" y="39657"/>
                    <a:pt x="56226" y="36354"/>
                  </a:cubicBezTo>
                  <a:cubicBezTo>
                    <a:pt x="59906" y="31980"/>
                    <a:pt x="64173" y="27633"/>
                    <a:pt x="67141" y="22736"/>
                  </a:cubicBezTo>
                  <a:cubicBezTo>
                    <a:pt x="67202" y="22637"/>
                    <a:pt x="67110" y="22526"/>
                    <a:pt x="67016" y="22526"/>
                  </a:cubicBezTo>
                  <a:cubicBezTo>
                    <a:pt x="66984" y="22526"/>
                    <a:pt x="66952" y="22539"/>
                    <a:pt x="66925" y="22569"/>
                  </a:cubicBezTo>
                  <a:cubicBezTo>
                    <a:pt x="66532" y="23013"/>
                    <a:pt x="66151" y="23475"/>
                    <a:pt x="65761" y="23926"/>
                  </a:cubicBezTo>
                  <a:cubicBezTo>
                    <a:pt x="66495" y="22800"/>
                    <a:pt x="67095" y="21587"/>
                    <a:pt x="67473" y="20224"/>
                  </a:cubicBezTo>
                  <a:cubicBezTo>
                    <a:pt x="67482" y="20184"/>
                    <a:pt x="67473" y="20144"/>
                    <a:pt x="67444" y="20112"/>
                  </a:cubicBezTo>
                  <a:cubicBezTo>
                    <a:pt x="67473" y="20086"/>
                    <a:pt x="67499" y="20060"/>
                    <a:pt x="67528" y="20031"/>
                  </a:cubicBezTo>
                  <a:close/>
                  <a:moveTo>
                    <a:pt x="65900" y="21636"/>
                  </a:moveTo>
                  <a:lnTo>
                    <a:pt x="65900" y="21636"/>
                  </a:lnTo>
                  <a:cubicBezTo>
                    <a:pt x="61310" y="26827"/>
                    <a:pt x="57077" y="32307"/>
                    <a:pt x="52802" y="37760"/>
                  </a:cubicBezTo>
                  <a:cubicBezTo>
                    <a:pt x="49259" y="42278"/>
                    <a:pt x="44845" y="46378"/>
                    <a:pt x="41571" y="51046"/>
                  </a:cubicBezTo>
                  <a:cubicBezTo>
                    <a:pt x="41496" y="51151"/>
                    <a:pt x="41596" y="51254"/>
                    <a:pt x="41699" y="51254"/>
                  </a:cubicBezTo>
                  <a:cubicBezTo>
                    <a:pt x="41743" y="51254"/>
                    <a:pt x="41787" y="51235"/>
                    <a:pt x="41819" y="51190"/>
                  </a:cubicBezTo>
                  <a:cubicBezTo>
                    <a:pt x="45414" y="46072"/>
                    <a:pt x="50218" y="41528"/>
                    <a:pt x="54095" y="36571"/>
                  </a:cubicBezTo>
                  <a:cubicBezTo>
                    <a:pt x="56260" y="33802"/>
                    <a:pt x="58414" y="31022"/>
                    <a:pt x="60608" y="28276"/>
                  </a:cubicBezTo>
                  <a:cubicBezTo>
                    <a:pt x="61702" y="26911"/>
                    <a:pt x="62825" y="25565"/>
                    <a:pt x="63951" y="24226"/>
                  </a:cubicBezTo>
                  <a:lnTo>
                    <a:pt x="63951" y="24226"/>
                  </a:lnTo>
                  <a:cubicBezTo>
                    <a:pt x="63950" y="24228"/>
                    <a:pt x="63949" y="24228"/>
                    <a:pt x="63949" y="24228"/>
                  </a:cubicBezTo>
                  <a:cubicBezTo>
                    <a:pt x="63951" y="24228"/>
                    <a:pt x="66083" y="21685"/>
                    <a:pt x="66525" y="21685"/>
                  </a:cubicBezTo>
                  <a:cubicBezTo>
                    <a:pt x="66647" y="21685"/>
                    <a:pt x="66640" y="21880"/>
                    <a:pt x="66422" y="22378"/>
                  </a:cubicBezTo>
                  <a:cubicBezTo>
                    <a:pt x="66111" y="23094"/>
                    <a:pt x="65715" y="23801"/>
                    <a:pt x="65268" y="24500"/>
                  </a:cubicBezTo>
                  <a:cubicBezTo>
                    <a:pt x="64165" y="25785"/>
                    <a:pt x="63074" y="27081"/>
                    <a:pt x="61997" y="28386"/>
                  </a:cubicBezTo>
                  <a:cubicBezTo>
                    <a:pt x="62796" y="27572"/>
                    <a:pt x="63579" y="26743"/>
                    <a:pt x="64306" y="25880"/>
                  </a:cubicBezTo>
                  <a:lnTo>
                    <a:pt x="64306" y="25880"/>
                  </a:lnTo>
                  <a:cubicBezTo>
                    <a:pt x="63232" y="27303"/>
                    <a:pt x="61962" y="28689"/>
                    <a:pt x="60643" y="30037"/>
                  </a:cubicBezTo>
                  <a:cubicBezTo>
                    <a:pt x="58203" y="33034"/>
                    <a:pt x="55792" y="36054"/>
                    <a:pt x="53318" y="39019"/>
                  </a:cubicBezTo>
                  <a:cubicBezTo>
                    <a:pt x="51670" y="40996"/>
                    <a:pt x="50073" y="43014"/>
                    <a:pt x="48532" y="45076"/>
                  </a:cubicBezTo>
                  <a:cubicBezTo>
                    <a:pt x="48257" y="45442"/>
                    <a:pt x="47980" y="45789"/>
                    <a:pt x="47703" y="46147"/>
                  </a:cubicBezTo>
                  <a:cubicBezTo>
                    <a:pt x="46600" y="47440"/>
                    <a:pt x="45483" y="48719"/>
                    <a:pt x="44351" y="49989"/>
                  </a:cubicBezTo>
                  <a:cubicBezTo>
                    <a:pt x="44135" y="49949"/>
                    <a:pt x="43921" y="49721"/>
                    <a:pt x="43719" y="49279"/>
                  </a:cubicBezTo>
                  <a:cubicBezTo>
                    <a:pt x="44415" y="48396"/>
                    <a:pt x="45125" y="47518"/>
                    <a:pt x="45844" y="46652"/>
                  </a:cubicBezTo>
                  <a:cubicBezTo>
                    <a:pt x="49675" y="41981"/>
                    <a:pt x="53731" y="37466"/>
                    <a:pt x="57735" y="32933"/>
                  </a:cubicBezTo>
                  <a:lnTo>
                    <a:pt x="57735" y="32933"/>
                  </a:lnTo>
                  <a:cubicBezTo>
                    <a:pt x="56595" y="34062"/>
                    <a:pt x="55510" y="35162"/>
                    <a:pt x="54580" y="36227"/>
                  </a:cubicBezTo>
                  <a:cubicBezTo>
                    <a:pt x="50160" y="41308"/>
                    <a:pt x="45623" y="46267"/>
                    <a:pt x="41584" y="51665"/>
                  </a:cubicBezTo>
                  <a:lnTo>
                    <a:pt x="41584" y="51665"/>
                  </a:lnTo>
                  <a:cubicBezTo>
                    <a:pt x="41359" y="51400"/>
                    <a:pt x="41161" y="51112"/>
                    <a:pt x="40991" y="50807"/>
                  </a:cubicBezTo>
                  <a:cubicBezTo>
                    <a:pt x="41008" y="50798"/>
                    <a:pt x="41025" y="50801"/>
                    <a:pt x="41043" y="50786"/>
                  </a:cubicBezTo>
                  <a:cubicBezTo>
                    <a:pt x="45177" y="46707"/>
                    <a:pt x="48638" y="42114"/>
                    <a:pt x="52086" y="37457"/>
                  </a:cubicBezTo>
                  <a:cubicBezTo>
                    <a:pt x="56306" y="31755"/>
                    <a:pt x="60908" y="26608"/>
                    <a:pt x="65900" y="21636"/>
                  </a:cubicBezTo>
                  <a:close/>
                  <a:moveTo>
                    <a:pt x="62805" y="47351"/>
                  </a:moveTo>
                  <a:cubicBezTo>
                    <a:pt x="61760" y="48843"/>
                    <a:pt x="60542" y="50232"/>
                    <a:pt x="59355" y="51595"/>
                  </a:cubicBezTo>
                  <a:cubicBezTo>
                    <a:pt x="59323" y="51629"/>
                    <a:pt x="59294" y="51661"/>
                    <a:pt x="59266" y="51696"/>
                  </a:cubicBezTo>
                  <a:cubicBezTo>
                    <a:pt x="60149" y="50584"/>
                    <a:pt x="61047" y="49481"/>
                    <a:pt x="61982" y="48407"/>
                  </a:cubicBezTo>
                  <a:cubicBezTo>
                    <a:pt x="62248" y="48107"/>
                    <a:pt x="62531" y="47735"/>
                    <a:pt x="62805" y="47351"/>
                  </a:cubicBezTo>
                  <a:close/>
                  <a:moveTo>
                    <a:pt x="57920" y="47204"/>
                  </a:moveTo>
                  <a:cubicBezTo>
                    <a:pt x="57764" y="47409"/>
                    <a:pt x="57600" y="47611"/>
                    <a:pt x="57450" y="47818"/>
                  </a:cubicBezTo>
                  <a:cubicBezTo>
                    <a:pt x="56379" y="49285"/>
                    <a:pt x="55253" y="50705"/>
                    <a:pt x="54121" y="52126"/>
                  </a:cubicBezTo>
                  <a:cubicBezTo>
                    <a:pt x="55212" y="50645"/>
                    <a:pt x="56309" y="49172"/>
                    <a:pt x="57464" y="47746"/>
                  </a:cubicBezTo>
                  <a:cubicBezTo>
                    <a:pt x="57611" y="47562"/>
                    <a:pt x="57770" y="47385"/>
                    <a:pt x="57920" y="47204"/>
                  </a:cubicBezTo>
                  <a:close/>
                  <a:moveTo>
                    <a:pt x="43514" y="50925"/>
                  </a:moveTo>
                  <a:lnTo>
                    <a:pt x="43514" y="50925"/>
                  </a:lnTo>
                  <a:cubicBezTo>
                    <a:pt x="43196" y="51277"/>
                    <a:pt x="42885" y="51638"/>
                    <a:pt x="42567" y="51987"/>
                  </a:cubicBezTo>
                  <a:cubicBezTo>
                    <a:pt x="42518" y="52042"/>
                    <a:pt x="42518" y="52123"/>
                    <a:pt x="42570" y="52175"/>
                  </a:cubicBezTo>
                  <a:lnTo>
                    <a:pt x="42567" y="52172"/>
                  </a:lnTo>
                  <a:cubicBezTo>
                    <a:pt x="42523" y="52182"/>
                    <a:pt x="42478" y="52187"/>
                    <a:pt x="42433" y="52187"/>
                  </a:cubicBezTo>
                  <a:cubicBezTo>
                    <a:pt x="42230" y="52187"/>
                    <a:pt x="42023" y="52087"/>
                    <a:pt x="41811" y="51901"/>
                  </a:cubicBezTo>
                  <a:cubicBezTo>
                    <a:pt x="42408" y="51629"/>
                    <a:pt x="42977" y="51303"/>
                    <a:pt x="43514" y="50925"/>
                  </a:cubicBezTo>
                  <a:close/>
                  <a:moveTo>
                    <a:pt x="56670" y="37119"/>
                  </a:moveTo>
                  <a:lnTo>
                    <a:pt x="56670" y="37119"/>
                  </a:lnTo>
                  <a:cubicBezTo>
                    <a:pt x="56257" y="37694"/>
                    <a:pt x="55844" y="38265"/>
                    <a:pt x="55429" y="38825"/>
                  </a:cubicBezTo>
                  <a:cubicBezTo>
                    <a:pt x="55339" y="38944"/>
                    <a:pt x="55253" y="39059"/>
                    <a:pt x="55163" y="39178"/>
                  </a:cubicBezTo>
                  <a:lnTo>
                    <a:pt x="55051" y="39308"/>
                  </a:lnTo>
                  <a:cubicBezTo>
                    <a:pt x="51653" y="43205"/>
                    <a:pt x="48578" y="47429"/>
                    <a:pt x="45142" y="51303"/>
                  </a:cubicBezTo>
                  <a:cubicBezTo>
                    <a:pt x="44167" y="52218"/>
                    <a:pt x="43182" y="53128"/>
                    <a:pt x="42261" y="54101"/>
                  </a:cubicBezTo>
                  <a:cubicBezTo>
                    <a:pt x="42547" y="53483"/>
                    <a:pt x="42700" y="53240"/>
                    <a:pt x="42781" y="52472"/>
                  </a:cubicBezTo>
                  <a:lnTo>
                    <a:pt x="42778" y="52469"/>
                  </a:lnTo>
                  <a:cubicBezTo>
                    <a:pt x="42888" y="52400"/>
                    <a:pt x="42896" y="52247"/>
                    <a:pt x="42798" y="52166"/>
                  </a:cubicBezTo>
                  <a:cubicBezTo>
                    <a:pt x="47741" y="49398"/>
                    <a:pt x="51124" y="43572"/>
                    <a:pt x="54730" y="39348"/>
                  </a:cubicBezTo>
                  <a:cubicBezTo>
                    <a:pt x="55368" y="38603"/>
                    <a:pt x="56015" y="37858"/>
                    <a:pt x="56670" y="37119"/>
                  </a:cubicBezTo>
                  <a:close/>
                  <a:moveTo>
                    <a:pt x="64937" y="35211"/>
                  </a:moveTo>
                  <a:lnTo>
                    <a:pt x="64937" y="35211"/>
                  </a:lnTo>
                  <a:cubicBezTo>
                    <a:pt x="65201" y="35232"/>
                    <a:pt x="65198" y="35605"/>
                    <a:pt x="64589" y="36640"/>
                  </a:cubicBezTo>
                  <a:cubicBezTo>
                    <a:pt x="64202" y="37304"/>
                    <a:pt x="63738" y="37933"/>
                    <a:pt x="63247" y="38551"/>
                  </a:cubicBezTo>
                  <a:cubicBezTo>
                    <a:pt x="62857" y="38993"/>
                    <a:pt x="62479" y="39452"/>
                    <a:pt x="62106" y="39920"/>
                  </a:cubicBezTo>
                  <a:cubicBezTo>
                    <a:pt x="61688" y="40396"/>
                    <a:pt x="61266" y="40867"/>
                    <a:pt x="60856" y="41331"/>
                  </a:cubicBezTo>
                  <a:cubicBezTo>
                    <a:pt x="58809" y="43641"/>
                    <a:pt x="56823" y="45907"/>
                    <a:pt x="54978" y="48381"/>
                  </a:cubicBezTo>
                  <a:cubicBezTo>
                    <a:pt x="53411" y="50483"/>
                    <a:pt x="51745" y="52533"/>
                    <a:pt x="50076" y="54580"/>
                  </a:cubicBezTo>
                  <a:cubicBezTo>
                    <a:pt x="50515" y="53922"/>
                    <a:pt x="50951" y="53278"/>
                    <a:pt x="51404" y="52669"/>
                  </a:cubicBezTo>
                  <a:cubicBezTo>
                    <a:pt x="52914" y="50625"/>
                    <a:pt x="54346" y="48482"/>
                    <a:pt x="55784" y="46337"/>
                  </a:cubicBezTo>
                  <a:cubicBezTo>
                    <a:pt x="59014" y="42758"/>
                    <a:pt x="62229" y="39200"/>
                    <a:pt x="64937" y="35211"/>
                  </a:cubicBezTo>
                  <a:close/>
                  <a:moveTo>
                    <a:pt x="65805" y="47917"/>
                  </a:moveTo>
                  <a:cubicBezTo>
                    <a:pt x="65903" y="48289"/>
                    <a:pt x="65955" y="48673"/>
                    <a:pt x="65961" y="49057"/>
                  </a:cubicBezTo>
                  <a:cubicBezTo>
                    <a:pt x="65922" y="49022"/>
                    <a:pt x="65870" y="48998"/>
                    <a:pt x="65820" y="48998"/>
                  </a:cubicBezTo>
                  <a:cubicBezTo>
                    <a:pt x="65780" y="48998"/>
                    <a:pt x="65742" y="49013"/>
                    <a:pt x="65712" y="49048"/>
                  </a:cubicBezTo>
                  <a:cubicBezTo>
                    <a:pt x="64107" y="50994"/>
                    <a:pt x="61899" y="53055"/>
                    <a:pt x="60568" y="55102"/>
                  </a:cubicBezTo>
                  <a:cubicBezTo>
                    <a:pt x="62181" y="52617"/>
                    <a:pt x="64162" y="50388"/>
                    <a:pt x="65805" y="47917"/>
                  </a:cubicBezTo>
                  <a:close/>
                  <a:moveTo>
                    <a:pt x="65963" y="49325"/>
                  </a:moveTo>
                  <a:lnTo>
                    <a:pt x="65963" y="49325"/>
                  </a:lnTo>
                  <a:cubicBezTo>
                    <a:pt x="65894" y="51315"/>
                    <a:pt x="64684" y="53301"/>
                    <a:pt x="63001" y="54733"/>
                  </a:cubicBezTo>
                  <a:lnTo>
                    <a:pt x="63001" y="54730"/>
                  </a:lnTo>
                  <a:cubicBezTo>
                    <a:pt x="63700" y="53818"/>
                    <a:pt x="64399" y="52905"/>
                    <a:pt x="65100" y="51996"/>
                  </a:cubicBezTo>
                  <a:cubicBezTo>
                    <a:pt x="65205" y="51860"/>
                    <a:pt x="65088" y="51683"/>
                    <a:pt x="64965" y="51683"/>
                  </a:cubicBezTo>
                  <a:cubicBezTo>
                    <a:pt x="64926" y="51683"/>
                    <a:pt x="64886" y="51701"/>
                    <a:pt x="64852" y="51745"/>
                  </a:cubicBezTo>
                  <a:cubicBezTo>
                    <a:pt x="64432" y="52288"/>
                    <a:pt x="62405" y="55181"/>
                    <a:pt x="62379" y="55181"/>
                  </a:cubicBezTo>
                  <a:cubicBezTo>
                    <a:pt x="62370" y="55181"/>
                    <a:pt x="62558" y="54896"/>
                    <a:pt x="63053" y="54167"/>
                  </a:cubicBezTo>
                  <a:cubicBezTo>
                    <a:pt x="64156" y="52547"/>
                    <a:pt x="65210" y="51127"/>
                    <a:pt x="65963" y="49325"/>
                  </a:cubicBezTo>
                  <a:close/>
                  <a:moveTo>
                    <a:pt x="57854" y="37506"/>
                  </a:moveTo>
                  <a:lnTo>
                    <a:pt x="57854" y="37506"/>
                  </a:lnTo>
                  <a:cubicBezTo>
                    <a:pt x="56728" y="38973"/>
                    <a:pt x="55608" y="40445"/>
                    <a:pt x="54456" y="41889"/>
                  </a:cubicBezTo>
                  <a:cubicBezTo>
                    <a:pt x="52776" y="44002"/>
                    <a:pt x="51075" y="46095"/>
                    <a:pt x="49441" y="48243"/>
                  </a:cubicBezTo>
                  <a:lnTo>
                    <a:pt x="49438" y="48240"/>
                  </a:lnTo>
                  <a:cubicBezTo>
                    <a:pt x="47370" y="50958"/>
                    <a:pt x="43825" y="53775"/>
                    <a:pt x="42252" y="55435"/>
                  </a:cubicBezTo>
                  <a:lnTo>
                    <a:pt x="42252" y="55435"/>
                  </a:lnTo>
                  <a:cubicBezTo>
                    <a:pt x="44034" y="53550"/>
                    <a:pt x="46006" y="52132"/>
                    <a:pt x="47553" y="49995"/>
                  </a:cubicBezTo>
                  <a:cubicBezTo>
                    <a:pt x="50018" y="46594"/>
                    <a:pt x="52412" y="43349"/>
                    <a:pt x="55287" y="40263"/>
                  </a:cubicBezTo>
                  <a:cubicBezTo>
                    <a:pt x="56125" y="39360"/>
                    <a:pt x="56988" y="38439"/>
                    <a:pt x="57854" y="37506"/>
                  </a:cubicBezTo>
                  <a:close/>
                  <a:moveTo>
                    <a:pt x="52605" y="42579"/>
                  </a:moveTo>
                  <a:lnTo>
                    <a:pt x="52605" y="42579"/>
                  </a:lnTo>
                  <a:cubicBezTo>
                    <a:pt x="52317" y="42960"/>
                    <a:pt x="52028" y="43341"/>
                    <a:pt x="51739" y="43719"/>
                  </a:cubicBezTo>
                  <a:cubicBezTo>
                    <a:pt x="51147" y="44418"/>
                    <a:pt x="50587" y="45134"/>
                    <a:pt x="50042" y="45861"/>
                  </a:cubicBezTo>
                  <a:cubicBezTo>
                    <a:pt x="49750" y="46233"/>
                    <a:pt x="49458" y="46606"/>
                    <a:pt x="49164" y="46973"/>
                  </a:cubicBezTo>
                  <a:cubicBezTo>
                    <a:pt x="49305" y="46811"/>
                    <a:pt x="49447" y="46646"/>
                    <a:pt x="49588" y="46482"/>
                  </a:cubicBezTo>
                  <a:lnTo>
                    <a:pt x="49588" y="46482"/>
                  </a:lnTo>
                  <a:cubicBezTo>
                    <a:pt x="49089" y="47175"/>
                    <a:pt x="48601" y="47876"/>
                    <a:pt x="48125" y="48601"/>
                  </a:cubicBezTo>
                  <a:cubicBezTo>
                    <a:pt x="46260" y="51442"/>
                    <a:pt x="43918" y="53359"/>
                    <a:pt x="41635" y="55688"/>
                  </a:cubicBezTo>
                  <a:cubicBezTo>
                    <a:pt x="41707" y="55481"/>
                    <a:pt x="41782" y="55270"/>
                    <a:pt x="41866" y="55050"/>
                  </a:cubicBezTo>
                  <a:lnTo>
                    <a:pt x="41863" y="55050"/>
                  </a:lnTo>
                  <a:cubicBezTo>
                    <a:pt x="43840" y="53237"/>
                    <a:pt x="45619" y="51231"/>
                    <a:pt x="47322" y="49155"/>
                  </a:cubicBezTo>
                  <a:lnTo>
                    <a:pt x="47322" y="49155"/>
                  </a:lnTo>
                  <a:cubicBezTo>
                    <a:pt x="46901" y="49603"/>
                    <a:pt x="46465" y="50039"/>
                    <a:pt x="46023" y="50463"/>
                  </a:cubicBezTo>
                  <a:cubicBezTo>
                    <a:pt x="46745" y="49689"/>
                    <a:pt x="47463" y="48913"/>
                    <a:pt x="48174" y="48113"/>
                  </a:cubicBezTo>
                  <a:cubicBezTo>
                    <a:pt x="49655" y="46274"/>
                    <a:pt x="51101" y="44397"/>
                    <a:pt x="52605" y="42579"/>
                  </a:cubicBezTo>
                  <a:close/>
                  <a:moveTo>
                    <a:pt x="64871" y="48529"/>
                  </a:moveTo>
                  <a:cubicBezTo>
                    <a:pt x="65033" y="48529"/>
                    <a:pt x="62071" y="52456"/>
                    <a:pt x="62080" y="52456"/>
                  </a:cubicBezTo>
                  <a:cubicBezTo>
                    <a:pt x="62080" y="52456"/>
                    <a:pt x="62092" y="52442"/>
                    <a:pt x="62115" y="52412"/>
                  </a:cubicBezTo>
                  <a:lnTo>
                    <a:pt x="62115" y="52412"/>
                  </a:lnTo>
                  <a:cubicBezTo>
                    <a:pt x="61162" y="53642"/>
                    <a:pt x="60279" y="54895"/>
                    <a:pt x="59433" y="56199"/>
                  </a:cubicBezTo>
                  <a:cubicBezTo>
                    <a:pt x="59346" y="56332"/>
                    <a:pt x="59467" y="56462"/>
                    <a:pt x="59594" y="56462"/>
                  </a:cubicBezTo>
                  <a:cubicBezTo>
                    <a:pt x="59636" y="56462"/>
                    <a:pt x="59678" y="56448"/>
                    <a:pt x="59713" y="56416"/>
                  </a:cubicBezTo>
                  <a:cubicBezTo>
                    <a:pt x="61687" y="54628"/>
                    <a:pt x="63311" y="52604"/>
                    <a:pt x="64961" y="50521"/>
                  </a:cubicBezTo>
                  <a:lnTo>
                    <a:pt x="64961" y="50521"/>
                  </a:lnTo>
                  <a:cubicBezTo>
                    <a:pt x="63779" y="52017"/>
                    <a:pt x="62644" y="53934"/>
                    <a:pt x="61673" y="55686"/>
                  </a:cubicBezTo>
                  <a:lnTo>
                    <a:pt x="61673" y="55683"/>
                  </a:lnTo>
                  <a:cubicBezTo>
                    <a:pt x="60712" y="56257"/>
                    <a:pt x="59670" y="56653"/>
                    <a:pt x="58636" y="56791"/>
                  </a:cubicBezTo>
                  <a:cubicBezTo>
                    <a:pt x="58685" y="56710"/>
                    <a:pt x="58642" y="56612"/>
                    <a:pt x="58564" y="56560"/>
                  </a:cubicBezTo>
                  <a:cubicBezTo>
                    <a:pt x="60501" y="54268"/>
                    <a:pt x="62080" y="51707"/>
                    <a:pt x="64041" y="49421"/>
                  </a:cubicBezTo>
                  <a:cubicBezTo>
                    <a:pt x="64586" y="48783"/>
                    <a:pt x="64830" y="48529"/>
                    <a:pt x="64871" y="48529"/>
                  </a:cubicBezTo>
                  <a:close/>
                  <a:moveTo>
                    <a:pt x="44968" y="54583"/>
                  </a:moveTo>
                  <a:cubicBezTo>
                    <a:pt x="44608" y="55002"/>
                    <a:pt x="44261" y="55428"/>
                    <a:pt x="43889" y="55839"/>
                  </a:cubicBezTo>
                  <a:cubicBezTo>
                    <a:pt x="42746" y="57104"/>
                    <a:pt x="42195" y="57641"/>
                    <a:pt x="42141" y="57641"/>
                  </a:cubicBezTo>
                  <a:cubicBezTo>
                    <a:pt x="42073" y="57641"/>
                    <a:pt x="42780" y="56804"/>
                    <a:pt x="44074" y="55504"/>
                  </a:cubicBezTo>
                  <a:cubicBezTo>
                    <a:pt x="44383" y="55203"/>
                    <a:pt x="44671" y="54890"/>
                    <a:pt x="44968" y="54583"/>
                  </a:cubicBezTo>
                  <a:close/>
                  <a:moveTo>
                    <a:pt x="44810" y="54040"/>
                  </a:moveTo>
                  <a:lnTo>
                    <a:pt x="44810" y="54040"/>
                  </a:lnTo>
                  <a:cubicBezTo>
                    <a:pt x="43566" y="55400"/>
                    <a:pt x="42353" y="56783"/>
                    <a:pt x="41190" y="58200"/>
                  </a:cubicBezTo>
                  <a:cubicBezTo>
                    <a:pt x="41196" y="57611"/>
                    <a:pt x="41274" y="57025"/>
                    <a:pt x="41418" y="56453"/>
                  </a:cubicBezTo>
                  <a:lnTo>
                    <a:pt x="41415" y="56451"/>
                  </a:lnTo>
                  <a:cubicBezTo>
                    <a:pt x="42605" y="55772"/>
                    <a:pt x="43736" y="54958"/>
                    <a:pt x="44810" y="54040"/>
                  </a:cubicBezTo>
                  <a:close/>
                  <a:moveTo>
                    <a:pt x="64943" y="39709"/>
                  </a:moveTo>
                  <a:cubicBezTo>
                    <a:pt x="65081" y="39709"/>
                    <a:pt x="64998" y="40181"/>
                    <a:pt x="64693" y="41123"/>
                  </a:cubicBezTo>
                  <a:lnTo>
                    <a:pt x="64696" y="41126"/>
                  </a:lnTo>
                  <a:cubicBezTo>
                    <a:pt x="63807" y="42772"/>
                    <a:pt x="62519" y="44201"/>
                    <a:pt x="61321" y="45627"/>
                  </a:cubicBezTo>
                  <a:cubicBezTo>
                    <a:pt x="59367" y="47957"/>
                    <a:pt x="57403" y="50261"/>
                    <a:pt x="55518" y="52651"/>
                  </a:cubicBezTo>
                  <a:cubicBezTo>
                    <a:pt x="53939" y="54655"/>
                    <a:pt x="52340" y="56606"/>
                    <a:pt x="50772" y="58575"/>
                  </a:cubicBezTo>
                  <a:cubicBezTo>
                    <a:pt x="50925" y="58359"/>
                    <a:pt x="51075" y="58139"/>
                    <a:pt x="51231" y="57929"/>
                  </a:cubicBezTo>
                  <a:cubicBezTo>
                    <a:pt x="55180" y="52614"/>
                    <a:pt x="59621" y="47527"/>
                    <a:pt x="63319" y="42044"/>
                  </a:cubicBezTo>
                  <a:cubicBezTo>
                    <a:pt x="64225" y="40488"/>
                    <a:pt x="64766" y="39709"/>
                    <a:pt x="64943" y="39709"/>
                  </a:cubicBezTo>
                  <a:close/>
                  <a:moveTo>
                    <a:pt x="64318" y="45468"/>
                  </a:moveTo>
                  <a:cubicBezTo>
                    <a:pt x="64967" y="46098"/>
                    <a:pt x="65403" y="46776"/>
                    <a:pt x="65663" y="47478"/>
                  </a:cubicBezTo>
                  <a:lnTo>
                    <a:pt x="65666" y="47478"/>
                  </a:lnTo>
                  <a:cubicBezTo>
                    <a:pt x="62513" y="50067"/>
                    <a:pt x="60608" y="53656"/>
                    <a:pt x="58001" y="56748"/>
                  </a:cubicBezTo>
                  <a:cubicBezTo>
                    <a:pt x="58088" y="55963"/>
                    <a:pt x="58414" y="55224"/>
                    <a:pt x="58931" y="54629"/>
                  </a:cubicBezTo>
                  <a:cubicBezTo>
                    <a:pt x="59811" y="53214"/>
                    <a:pt x="61064" y="51924"/>
                    <a:pt x="62153" y="50653"/>
                  </a:cubicBezTo>
                  <a:cubicBezTo>
                    <a:pt x="63247" y="49375"/>
                    <a:pt x="64208" y="48049"/>
                    <a:pt x="65011" y="46565"/>
                  </a:cubicBezTo>
                  <a:cubicBezTo>
                    <a:pt x="65075" y="46447"/>
                    <a:pt x="64969" y="46311"/>
                    <a:pt x="64860" y="46311"/>
                  </a:cubicBezTo>
                  <a:cubicBezTo>
                    <a:pt x="64823" y="46311"/>
                    <a:pt x="64785" y="46326"/>
                    <a:pt x="64754" y="46363"/>
                  </a:cubicBezTo>
                  <a:cubicBezTo>
                    <a:pt x="62817" y="48644"/>
                    <a:pt x="61032" y="51032"/>
                    <a:pt x="59191" y="53385"/>
                  </a:cubicBezTo>
                  <a:cubicBezTo>
                    <a:pt x="57819" y="55134"/>
                    <a:pt x="54860" y="57221"/>
                    <a:pt x="53925" y="58769"/>
                  </a:cubicBezTo>
                  <a:cubicBezTo>
                    <a:pt x="54135" y="58420"/>
                    <a:pt x="54372" y="58090"/>
                    <a:pt x="54597" y="57753"/>
                  </a:cubicBezTo>
                  <a:cubicBezTo>
                    <a:pt x="55481" y="56598"/>
                    <a:pt x="56361" y="55440"/>
                    <a:pt x="57245" y="54282"/>
                  </a:cubicBezTo>
                  <a:cubicBezTo>
                    <a:pt x="59678" y="51410"/>
                    <a:pt x="62332" y="48708"/>
                    <a:pt x="64318" y="45468"/>
                  </a:cubicBezTo>
                  <a:close/>
                  <a:moveTo>
                    <a:pt x="51407" y="47475"/>
                  </a:moveTo>
                  <a:lnTo>
                    <a:pt x="51407" y="47475"/>
                  </a:lnTo>
                  <a:cubicBezTo>
                    <a:pt x="51367" y="47527"/>
                    <a:pt x="51326" y="47579"/>
                    <a:pt x="51286" y="47631"/>
                  </a:cubicBezTo>
                  <a:cubicBezTo>
                    <a:pt x="50018" y="49363"/>
                    <a:pt x="48832" y="51193"/>
                    <a:pt x="47585" y="52980"/>
                  </a:cubicBezTo>
                  <a:cubicBezTo>
                    <a:pt x="45613" y="55339"/>
                    <a:pt x="43566" y="57620"/>
                    <a:pt x="41337" y="59675"/>
                  </a:cubicBezTo>
                  <a:cubicBezTo>
                    <a:pt x="41282" y="59366"/>
                    <a:pt x="41242" y="59052"/>
                    <a:pt x="41222" y="58740"/>
                  </a:cubicBezTo>
                  <a:cubicBezTo>
                    <a:pt x="43722" y="56627"/>
                    <a:pt x="45818" y="54167"/>
                    <a:pt x="47781" y="51595"/>
                  </a:cubicBezTo>
                  <a:cubicBezTo>
                    <a:pt x="49017" y="50238"/>
                    <a:pt x="50223" y="48864"/>
                    <a:pt x="51407" y="47475"/>
                  </a:cubicBezTo>
                  <a:close/>
                  <a:moveTo>
                    <a:pt x="60975" y="38369"/>
                  </a:moveTo>
                  <a:lnTo>
                    <a:pt x="60975" y="38369"/>
                  </a:lnTo>
                  <a:cubicBezTo>
                    <a:pt x="60721" y="38719"/>
                    <a:pt x="60475" y="39074"/>
                    <a:pt x="60236" y="39435"/>
                  </a:cubicBezTo>
                  <a:lnTo>
                    <a:pt x="60233" y="39435"/>
                  </a:lnTo>
                  <a:cubicBezTo>
                    <a:pt x="58379" y="41522"/>
                    <a:pt x="56552" y="43638"/>
                    <a:pt x="54820" y="45867"/>
                  </a:cubicBezTo>
                  <a:cubicBezTo>
                    <a:pt x="50971" y="50812"/>
                    <a:pt x="47729" y="56846"/>
                    <a:pt x="42688" y="60686"/>
                  </a:cubicBezTo>
                  <a:cubicBezTo>
                    <a:pt x="43572" y="60013"/>
                    <a:pt x="44709" y="57839"/>
                    <a:pt x="45572" y="56921"/>
                  </a:cubicBezTo>
                  <a:cubicBezTo>
                    <a:pt x="46612" y="55810"/>
                    <a:pt x="47663" y="54718"/>
                    <a:pt x="48667" y="53572"/>
                  </a:cubicBezTo>
                  <a:cubicBezTo>
                    <a:pt x="50896" y="51037"/>
                    <a:pt x="52819" y="48202"/>
                    <a:pt x="54967" y="45593"/>
                  </a:cubicBezTo>
                  <a:cubicBezTo>
                    <a:pt x="56962" y="43173"/>
                    <a:pt x="58986" y="40783"/>
                    <a:pt x="60975" y="38369"/>
                  </a:cubicBezTo>
                  <a:close/>
                  <a:moveTo>
                    <a:pt x="65611" y="32240"/>
                  </a:moveTo>
                  <a:cubicBezTo>
                    <a:pt x="65603" y="32260"/>
                    <a:pt x="65594" y="32281"/>
                    <a:pt x="65585" y="32304"/>
                  </a:cubicBezTo>
                  <a:cubicBezTo>
                    <a:pt x="63818" y="34296"/>
                    <a:pt x="62089" y="36568"/>
                    <a:pt x="60360" y="38661"/>
                  </a:cubicBezTo>
                  <a:cubicBezTo>
                    <a:pt x="57025" y="42703"/>
                    <a:pt x="53595" y="46655"/>
                    <a:pt x="50382" y="50798"/>
                  </a:cubicBezTo>
                  <a:cubicBezTo>
                    <a:pt x="47625" y="54355"/>
                    <a:pt x="44207" y="57409"/>
                    <a:pt x="41710" y="61156"/>
                  </a:cubicBezTo>
                  <a:cubicBezTo>
                    <a:pt x="41672" y="61032"/>
                    <a:pt x="41632" y="60917"/>
                    <a:pt x="41597" y="60793"/>
                  </a:cubicBezTo>
                  <a:cubicBezTo>
                    <a:pt x="41525" y="60539"/>
                    <a:pt x="41467" y="60296"/>
                    <a:pt x="41412" y="60056"/>
                  </a:cubicBezTo>
                  <a:cubicBezTo>
                    <a:pt x="44190" y="57911"/>
                    <a:pt x="46317" y="55232"/>
                    <a:pt x="48327" y="52443"/>
                  </a:cubicBezTo>
                  <a:cubicBezTo>
                    <a:pt x="49568" y="50856"/>
                    <a:pt x="50801" y="49262"/>
                    <a:pt x="52117" y="47772"/>
                  </a:cubicBezTo>
                  <a:cubicBezTo>
                    <a:pt x="54785" y="44752"/>
                    <a:pt x="57233" y="41548"/>
                    <a:pt x="59849" y="38491"/>
                  </a:cubicBezTo>
                  <a:cubicBezTo>
                    <a:pt x="60744" y="37541"/>
                    <a:pt x="61621" y="36576"/>
                    <a:pt x="62447" y="35586"/>
                  </a:cubicBezTo>
                  <a:cubicBezTo>
                    <a:pt x="63501" y="34466"/>
                    <a:pt x="64566" y="33363"/>
                    <a:pt x="65611" y="32240"/>
                  </a:cubicBezTo>
                  <a:close/>
                  <a:moveTo>
                    <a:pt x="58804" y="54311"/>
                  </a:moveTo>
                  <a:cubicBezTo>
                    <a:pt x="58189" y="55252"/>
                    <a:pt x="57655" y="56217"/>
                    <a:pt x="57268" y="57169"/>
                  </a:cubicBezTo>
                  <a:lnTo>
                    <a:pt x="57271" y="57169"/>
                  </a:lnTo>
                  <a:cubicBezTo>
                    <a:pt x="55281" y="58307"/>
                    <a:pt x="53483" y="59719"/>
                    <a:pt x="51840" y="61333"/>
                  </a:cubicBezTo>
                  <a:cubicBezTo>
                    <a:pt x="51748" y="61425"/>
                    <a:pt x="51676" y="61520"/>
                    <a:pt x="51589" y="61613"/>
                  </a:cubicBezTo>
                  <a:cubicBezTo>
                    <a:pt x="52016" y="61081"/>
                    <a:pt x="52438" y="60541"/>
                    <a:pt x="52859" y="60004"/>
                  </a:cubicBezTo>
                  <a:cubicBezTo>
                    <a:pt x="52889" y="60072"/>
                    <a:pt x="52954" y="60110"/>
                    <a:pt x="53021" y="60110"/>
                  </a:cubicBezTo>
                  <a:cubicBezTo>
                    <a:pt x="53059" y="60110"/>
                    <a:pt x="53098" y="60097"/>
                    <a:pt x="53131" y="60071"/>
                  </a:cubicBezTo>
                  <a:cubicBezTo>
                    <a:pt x="55261" y="58350"/>
                    <a:pt x="57086" y="56378"/>
                    <a:pt x="58804" y="54311"/>
                  </a:cubicBezTo>
                  <a:close/>
                  <a:moveTo>
                    <a:pt x="55648" y="46488"/>
                  </a:moveTo>
                  <a:cubicBezTo>
                    <a:pt x="53232" y="50091"/>
                    <a:pt x="50682" y="53676"/>
                    <a:pt x="48041" y="57100"/>
                  </a:cubicBezTo>
                  <a:cubicBezTo>
                    <a:pt x="47420" y="57877"/>
                    <a:pt x="46805" y="58656"/>
                    <a:pt x="46199" y="59439"/>
                  </a:cubicBezTo>
                  <a:cubicBezTo>
                    <a:pt x="46055" y="59621"/>
                    <a:pt x="45913" y="59800"/>
                    <a:pt x="45772" y="59981"/>
                  </a:cubicBezTo>
                  <a:cubicBezTo>
                    <a:pt x="45553" y="60250"/>
                    <a:pt x="43291" y="62352"/>
                    <a:pt x="43057" y="62352"/>
                  </a:cubicBezTo>
                  <a:cubicBezTo>
                    <a:pt x="42992" y="62352"/>
                    <a:pt x="43086" y="62187"/>
                    <a:pt x="43430" y="61768"/>
                  </a:cubicBezTo>
                  <a:cubicBezTo>
                    <a:pt x="44129" y="60923"/>
                    <a:pt x="44871" y="59880"/>
                    <a:pt x="45521" y="58997"/>
                  </a:cubicBezTo>
                  <a:cubicBezTo>
                    <a:pt x="48107" y="55489"/>
                    <a:pt x="50691" y="52045"/>
                    <a:pt x="53587" y="48786"/>
                  </a:cubicBezTo>
                  <a:cubicBezTo>
                    <a:pt x="54271" y="48015"/>
                    <a:pt x="54958" y="47250"/>
                    <a:pt x="55648" y="46488"/>
                  </a:cubicBezTo>
                  <a:close/>
                  <a:moveTo>
                    <a:pt x="45590" y="58483"/>
                  </a:moveTo>
                  <a:cubicBezTo>
                    <a:pt x="44504" y="59892"/>
                    <a:pt x="43401" y="61295"/>
                    <a:pt x="42267" y="62681"/>
                  </a:cubicBezTo>
                  <a:cubicBezTo>
                    <a:pt x="42117" y="62320"/>
                    <a:pt x="41972" y="61950"/>
                    <a:pt x="41840" y="61563"/>
                  </a:cubicBezTo>
                  <a:cubicBezTo>
                    <a:pt x="43263" y="60715"/>
                    <a:pt x="44484" y="59655"/>
                    <a:pt x="45590" y="58483"/>
                  </a:cubicBezTo>
                  <a:close/>
                  <a:moveTo>
                    <a:pt x="58737" y="44504"/>
                  </a:moveTo>
                  <a:cubicBezTo>
                    <a:pt x="57556" y="46196"/>
                    <a:pt x="56381" y="47873"/>
                    <a:pt x="55123" y="49403"/>
                  </a:cubicBezTo>
                  <a:cubicBezTo>
                    <a:pt x="51308" y="54035"/>
                    <a:pt x="48203" y="59277"/>
                    <a:pt x="43809" y="63402"/>
                  </a:cubicBezTo>
                  <a:lnTo>
                    <a:pt x="43809" y="63402"/>
                  </a:lnTo>
                  <a:cubicBezTo>
                    <a:pt x="45707" y="61620"/>
                    <a:pt x="47619" y="58452"/>
                    <a:pt x="49409" y="56277"/>
                  </a:cubicBezTo>
                  <a:cubicBezTo>
                    <a:pt x="51116" y="54210"/>
                    <a:pt x="52703" y="52039"/>
                    <a:pt x="54285" y="49874"/>
                  </a:cubicBezTo>
                  <a:cubicBezTo>
                    <a:pt x="55637" y="48023"/>
                    <a:pt x="57181" y="46265"/>
                    <a:pt x="58737" y="44504"/>
                  </a:cubicBezTo>
                  <a:close/>
                  <a:moveTo>
                    <a:pt x="44571" y="61618"/>
                  </a:moveTo>
                  <a:cubicBezTo>
                    <a:pt x="43993" y="62409"/>
                    <a:pt x="43430" y="63209"/>
                    <a:pt x="42890" y="64023"/>
                  </a:cubicBezTo>
                  <a:cubicBezTo>
                    <a:pt x="42729" y="63703"/>
                    <a:pt x="42576" y="63377"/>
                    <a:pt x="42429" y="63047"/>
                  </a:cubicBezTo>
                  <a:lnTo>
                    <a:pt x="42429" y="63045"/>
                  </a:lnTo>
                  <a:cubicBezTo>
                    <a:pt x="43194" y="62655"/>
                    <a:pt x="43912" y="62176"/>
                    <a:pt x="44571" y="61618"/>
                  </a:cubicBezTo>
                  <a:close/>
                  <a:moveTo>
                    <a:pt x="48924" y="59006"/>
                  </a:moveTo>
                  <a:lnTo>
                    <a:pt x="48924" y="59006"/>
                  </a:lnTo>
                  <a:cubicBezTo>
                    <a:pt x="47530" y="61038"/>
                    <a:pt x="46159" y="63047"/>
                    <a:pt x="44579" y="64956"/>
                  </a:cubicBezTo>
                  <a:cubicBezTo>
                    <a:pt x="45676" y="63628"/>
                    <a:pt x="47284" y="61021"/>
                    <a:pt x="48705" y="59286"/>
                  </a:cubicBezTo>
                  <a:cubicBezTo>
                    <a:pt x="48780" y="59190"/>
                    <a:pt x="48849" y="59095"/>
                    <a:pt x="48924" y="59006"/>
                  </a:cubicBezTo>
                  <a:close/>
                  <a:moveTo>
                    <a:pt x="46947" y="60683"/>
                  </a:moveTo>
                  <a:lnTo>
                    <a:pt x="46947" y="60683"/>
                  </a:lnTo>
                  <a:cubicBezTo>
                    <a:pt x="45783" y="62288"/>
                    <a:pt x="44704" y="63931"/>
                    <a:pt x="43771" y="65640"/>
                  </a:cubicBezTo>
                  <a:cubicBezTo>
                    <a:pt x="43534" y="65230"/>
                    <a:pt x="43312" y="64823"/>
                    <a:pt x="43098" y="64413"/>
                  </a:cubicBezTo>
                  <a:cubicBezTo>
                    <a:pt x="44449" y="63264"/>
                    <a:pt x="45726" y="62008"/>
                    <a:pt x="46947" y="60683"/>
                  </a:cubicBezTo>
                  <a:close/>
                  <a:moveTo>
                    <a:pt x="59055" y="46557"/>
                  </a:moveTo>
                  <a:lnTo>
                    <a:pt x="59055" y="46557"/>
                  </a:lnTo>
                  <a:cubicBezTo>
                    <a:pt x="57926" y="48119"/>
                    <a:pt x="56835" y="49683"/>
                    <a:pt x="55764" y="51118"/>
                  </a:cubicBezTo>
                  <a:cubicBezTo>
                    <a:pt x="53795" y="53757"/>
                    <a:pt x="51938" y="56477"/>
                    <a:pt x="49978" y="59124"/>
                  </a:cubicBezTo>
                  <a:cubicBezTo>
                    <a:pt x="49141" y="60253"/>
                    <a:pt x="48399" y="61512"/>
                    <a:pt x="47596" y="62715"/>
                  </a:cubicBezTo>
                  <a:cubicBezTo>
                    <a:pt x="47259" y="63177"/>
                    <a:pt x="46918" y="63639"/>
                    <a:pt x="46589" y="64107"/>
                  </a:cubicBezTo>
                  <a:cubicBezTo>
                    <a:pt x="45988" y="64875"/>
                    <a:pt x="45330" y="65591"/>
                    <a:pt x="44553" y="66183"/>
                  </a:cubicBezTo>
                  <a:cubicBezTo>
                    <a:pt x="44637" y="66118"/>
                    <a:pt x="44584" y="65987"/>
                    <a:pt x="44505" y="65987"/>
                  </a:cubicBezTo>
                  <a:cubicBezTo>
                    <a:pt x="44488" y="65987"/>
                    <a:pt x="44470" y="65993"/>
                    <a:pt x="44452" y="66007"/>
                  </a:cubicBezTo>
                  <a:lnTo>
                    <a:pt x="44126" y="66249"/>
                  </a:lnTo>
                  <a:lnTo>
                    <a:pt x="44002" y="66038"/>
                  </a:lnTo>
                  <a:cubicBezTo>
                    <a:pt x="48306" y="61350"/>
                    <a:pt x="51638" y="55743"/>
                    <a:pt x="55593" y="50757"/>
                  </a:cubicBezTo>
                  <a:cubicBezTo>
                    <a:pt x="56690" y="49372"/>
                    <a:pt x="57871" y="47974"/>
                    <a:pt x="59055" y="46557"/>
                  </a:cubicBezTo>
                  <a:close/>
                  <a:moveTo>
                    <a:pt x="65829" y="39399"/>
                  </a:moveTo>
                  <a:lnTo>
                    <a:pt x="65829" y="39399"/>
                  </a:lnTo>
                  <a:cubicBezTo>
                    <a:pt x="65903" y="39825"/>
                    <a:pt x="65949" y="40262"/>
                    <a:pt x="65917" y="40647"/>
                  </a:cubicBezTo>
                  <a:cubicBezTo>
                    <a:pt x="62724" y="44894"/>
                    <a:pt x="59592" y="49181"/>
                    <a:pt x="56381" y="53411"/>
                  </a:cubicBezTo>
                  <a:cubicBezTo>
                    <a:pt x="54866" y="55316"/>
                    <a:pt x="53356" y="57230"/>
                    <a:pt x="51849" y="59159"/>
                  </a:cubicBezTo>
                  <a:cubicBezTo>
                    <a:pt x="51144" y="60025"/>
                    <a:pt x="50440" y="60891"/>
                    <a:pt x="49721" y="61745"/>
                  </a:cubicBezTo>
                  <a:cubicBezTo>
                    <a:pt x="49260" y="62294"/>
                    <a:pt x="45788" y="66515"/>
                    <a:pt x="45444" y="66515"/>
                  </a:cubicBezTo>
                  <a:cubicBezTo>
                    <a:pt x="45343" y="66515"/>
                    <a:pt x="45514" y="66148"/>
                    <a:pt x="46115" y="65210"/>
                  </a:cubicBezTo>
                  <a:cubicBezTo>
                    <a:pt x="46343" y="64849"/>
                    <a:pt x="46592" y="64500"/>
                    <a:pt x="46828" y="64144"/>
                  </a:cubicBezTo>
                  <a:cubicBezTo>
                    <a:pt x="47899" y="62909"/>
                    <a:pt x="48817" y="61506"/>
                    <a:pt x="49724" y="60123"/>
                  </a:cubicBezTo>
                  <a:cubicBezTo>
                    <a:pt x="52628" y="56332"/>
                    <a:pt x="55821" y="52703"/>
                    <a:pt x="58781" y="49019"/>
                  </a:cubicBezTo>
                  <a:cubicBezTo>
                    <a:pt x="61317" y="45868"/>
                    <a:pt x="64134" y="43095"/>
                    <a:pt x="65829" y="39399"/>
                  </a:cubicBezTo>
                  <a:close/>
                  <a:moveTo>
                    <a:pt x="45887" y="65129"/>
                  </a:moveTo>
                  <a:lnTo>
                    <a:pt x="45887" y="65129"/>
                  </a:lnTo>
                  <a:cubicBezTo>
                    <a:pt x="45448" y="65773"/>
                    <a:pt x="45021" y="66422"/>
                    <a:pt x="44605" y="67086"/>
                  </a:cubicBezTo>
                  <a:lnTo>
                    <a:pt x="44605" y="67083"/>
                  </a:lnTo>
                  <a:cubicBezTo>
                    <a:pt x="44478" y="66861"/>
                    <a:pt x="44354" y="66647"/>
                    <a:pt x="44230" y="66434"/>
                  </a:cubicBezTo>
                  <a:cubicBezTo>
                    <a:pt x="44833" y="66061"/>
                    <a:pt x="45376" y="65614"/>
                    <a:pt x="45887" y="65129"/>
                  </a:cubicBezTo>
                  <a:close/>
                  <a:moveTo>
                    <a:pt x="65103" y="42544"/>
                  </a:moveTo>
                  <a:cubicBezTo>
                    <a:pt x="64863" y="43263"/>
                    <a:pt x="64621" y="43982"/>
                    <a:pt x="64381" y="44698"/>
                  </a:cubicBezTo>
                  <a:cubicBezTo>
                    <a:pt x="61745" y="48581"/>
                    <a:pt x="58449" y="52065"/>
                    <a:pt x="55665" y="55856"/>
                  </a:cubicBezTo>
                  <a:cubicBezTo>
                    <a:pt x="53694" y="58538"/>
                    <a:pt x="51673" y="61177"/>
                    <a:pt x="49528" y="63723"/>
                  </a:cubicBezTo>
                  <a:cubicBezTo>
                    <a:pt x="49214" y="64093"/>
                    <a:pt x="46444" y="67302"/>
                    <a:pt x="46232" y="67302"/>
                  </a:cubicBezTo>
                  <a:cubicBezTo>
                    <a:pt x="46163" y="67302"/>
                    <a:pt x="46367" y="66960"/>
                    <a:pt x="47019" y="66064"/>
                  </a:cubicBezTo>
                  <a:cubicBezTo>
                    <a:pt x="52854" y="58050"/>
                    <a:pt x="59678" y="50850"/>
                    <a:pt x="65103" y="42544"/>
                  </a:cubicBezTo>
                  <a:close/>
                  <a:moveTo>
                    <a:pt x="48589" y="63431"/>
                  </a:moveTo>
                  <a:cubicBezTo>
                    <a:pt x="47429" y="64979"/>
                    <a:pt x="46288" y="66535"/>
                    <a:pt x="45191" y="68100"/>
                  </a:cubicBezTo>
                  <a:cubicBezTo>
                    <a:pt x="45076" y="67906"/>
                    <a:pt x="44963" y="67716"/>
                    <a:pt x="44857" y="67525"/>
                  </a:cubicBezTo>
                  <a:cubicBezTo>
                    <a:pt x="46133" y="66186"/>
                    <a:pt x="47377" y="64820"/>
                    <a:pt x="48589" y="63431"/>
                  </a:cubicBezTo>
                  <a:close/>
                  <a:moveTo>
                    <a:pt x="51130" y="62173"/>
                  </a:moveTo>
                  <a:lnTo>
                    <a:pt x="51130" y="62173"/>
                  </a:lnTo>
                  <a:cubicBezTo>
                    <a:pt x="50045" y="63665"/>
                    <a:pt x="49926" y="65272"/>
                    <a:pt x="49883" y="67266"/>
                  </a:cubicBezTo>
                  <a:lnTo>
                    <a:pt x="49883" y="67266"/>
                  </a:lnTo>
                  <a:cubicBezTo>
                    <a:pt x="49853" y="67243"/>
                    <a:pt x="49817" y="67231"/>
                    <a:pt x="49781" y="67231"/>
                  </a:cubicBezTo>
                  <a:cubicBezTo>
                    <a:pt x="49741" y="67231"/>
                    <a:pt x="49701" y="67245"/>
                    <a:pt x="49669" y="67274"/>
                  </a:cubicBezTo>
                  <a:cubicBezTo>
                    <a:pt x="49453" y="67491"/>
                    <a:pt x="49245" y="67721"/>
                    <a:pt x="49048" y="67961"/>
                  </a:cubicBezTo>
                  <a:cubicBezTo>
                    <a:pt x="49274" y="67551"/>
                    <a:pt x="49484" y="67133"/>
                    <a:pt x="49635" y="66682"/>
                  </a:cubicBezTo>
                  <a:cubicBezTo>
                    <a:pt x="49674" y="66557"/>
                    <a:pt x="49563" y="66456"/>
                    <a:pt x="49452" y="66456"/>
                  </a:cubicBezTo>
                  <a:cubicBezTo>
                    <a:pt x="49409" y="66456"/>
                    <a:pt x="49366" y="66471"/>
                    <a:pt x="49331" y="66506"/>
                  </a:cubicBezTo>
                  <a:cubicBezTo>
                    <a:pt x="48587" y="67274"/>
                    <a:pt x="47908" y="68103"/>
                    <a:pt x="47198" y="68902"/>
                  </a:cubicBezTo>
                  <a:cubicBezTo>
                    <a:pt x="48234" y="67343"/>
                    <a:pt x="49372" y="65851"/>
                    <a:pt x="50140" y="64133"/>
                  </a:cubicBezTo>
                  <a:cubicBezTo>
                    <a:pt x="50201" y="63997"/>
                    <a:pt x="50105" y="63889"/>
                    <a:pt x="49998" y="63889"/>
                  </a:cubicBezTo>
                  <a:cubicBezTo>
                    <a:pt x="49949" y="63889"/>
                    <a:pt x="49897" y="63912"/>
                    <a:pt x="49857" y="63965"/>
                  </a:cubicBezTo>
                  <a:cubicBezTo>
                    <a:pt x="48549" y="65675"/>
                    <a:pt x="47123" y="67277"/>
                    <a:pt x="45708" y="68896"/>
                  </a:cubicBezTo>
                  <a:cubicBezTo>
                    <a:pt x="45601" y="68746"/>
                    <a:pt x="45492" y="68596"/>
                    <a:pt x="45396" y="68437"/>
                  </a:cubicBezTo>
                  <a:cubicBezTo>
                    <a:pt x="47466" y="66477"/>
                    <a:pt x="49343" y="64361"/>
                    <a:pt x="51130" y="62173"/>
                  </a:cubicBezTo>
                  <a:close/>
                  <a:moveTo>
                    <a:pt x="49886" y="67516"/>
                  </a:moveTo>
                  <a:lnTo>
                    <a:pt x="49886" y="67516"/>
                  </a:lnTo>
                  <a:cubicBezTo>
                    <a:pt x="49966" y="68641"/>
                    <a:pt x="49425" y="69325"/>
                    <a:pt x="48261" y="69568"/>
                  </a:cubicBezTo>
                  <a:lnTo>
                    <a:pt x="48261" y="69568"/>
                  </a:lnTo>
                  <a:cubicBezTo>
                    <a:pt x="48809" y="68890"/>
                    <a:pt x="49355" y="68209"/>
                    <a:pt x="49886" y="67516"/>
                  </a:cubicBezTo>
                  <a:close/>
                  <a:moveTo>
                    <a:pt x="49109" y="65377"/>
                  </a:moveTo>
                  <a:cubicBezTo>
                    <a:pt x="48249" y="66832"/>
                    <a:pt x="47207" y="68178"/>
                    <a:pt x="46320" y="69618"/>
                  </a:cubicBezTo>
                  <a:cubicBezTo>
                    <a:pt x="46133" y="69442"/>
                    <a:pt x="45962" y="69249"/>
                    <a:pt x="45806" y="69044"/>
                  </a:cubicBezTo>
                  <a:lnTo>
                    <a:pt x="45809" y="69041"/>
                  </a:lnTo>
                  <a:cubicBezTo>
                    <a:pt x="45844" y="69000"/>
                    <a:pt x="45879" y="68954"/>
                    <a:pt x="45916" y="68911"/>
                  </a:cubicBezTo>
                  <a:lnTo>
                    <a:pt x="45916" y="68908"/>
                  </a:lnTo>
                  <a:cubicBezTo>
                    <a:pt x="46112" y="68755"/>
                    <a:pt x="46346" y="68562"/>
                    <a:pt x="46421" y="68481"/>
                  </a:cubicBezTo>
                  <a:cubicBezTo>
                    <a:pt x="46857" y="68013"/>
                    <a:pt x="47284" y="67542"/>
                    <a:pt x="47706" y="67063"/>
                  </a:cubicBezTo>
                  <a:cubicBezTo>
                    <a:pt x="48191" y="66518"/>
                    <a:pt x="48644" y="65943"/>
                    <a:pt x="49109" y="65377"/>
                  </a:cubicBezTo>
                  <a:close/>
                  <a:moveTo>
                    <a:pt x="48884" y="67528"/>
                  </a:moveTo>
                  <a:lnTo>
                    <a:pt x="48884" y="67528"/>
                  </a:lnTo>
                  <a:cubicBezTo>
                    <a:pt x="48511" y="68253"/>
                    <a:pt x="48050" y="68934"/>
                    <a:pt x="47657" y="69653"/>
                  </a:cubicBezTo>
                  <a:cubicBezTo>
                    <a:pt x="47471" y="69667"/>
                    <a:pt x="47280" y="69674"/>
                    <a:pt x="47091" y="69674"/>
                  </a:cubicBezTo>
                  <a:cubicBezTo>
                    <a:pt x="47055" y="69674"/>
                    <a:pt x="47018" y="69674"/>
                    <a:pt x="46981" y="69673"/>
                  </a:cubicBezTo>
                  <a:lnTo>
                    <a:pt x="46984" y="69670"/>
                  </a:lnTo>
                  <a:cubicBezTo>
                    <a:pt x="47637" y="68974"/>
                    <a:pt x="48249" y="68241"/>
                    <a:pt x="48884" y="67528"/>
                  </a:cubicBezTo>
                  <a:close/>
                  <a:moveTo>
                    <a:pt x="56030" y="1"/>
                  </a:moveTo>
                  <a:cubicBezTo>
                    <a:pt x="52889" y="1"/>
                    <a:pt x="49939" y="1620"/>
                    <a:pt x="50763" y="4375"/>
                  </a:cubicBezTo>
                  <a:cubicBezTo>
                    <a:pt x="49929" y="5218"/>
                    <a:pt x="49118" y="6095"/>
                    <a:pt x="48330" y="6999"/>
                  </a:cubicBezTo>
                  <a:cubicBezTo>
                    <a:pt x="48162" y="7172"/>
                    <a:pt x="47989" y="7346"/>
                    <a:pt x="47827" y="7522"/>
                  </a:cubicBezTo>
                  <a:cubicBezTo>
                    <a:pt x="47599" y="7767"/>
                    <a:pt x="47374" y="8012"/>
                    <a:pt x="47146" y="8261"/>
                  </a:cubicBezTo>
                  <a:cubicBezTo>
                    <a:pt x="48093" y="7034"/>
                    <a:pt x="49020" y="5789"/>
                    <a:pt x="49883" y="4502"/>
                  </a:cubicBezTo>
                  <a:cubicBezTo>
                    <a:pt x="49941" y="4560"/>
                    <a:pt x="49998" y="4617"/>
                    <a:pt x="50053" y="4672"/>
                  </a:cubicBezTo>
                  <a:cubicBezTo>
                    <a:pt x="50084" y="4704"/>
                    <a:pt x="50119" y="4718"/>
                    <a:pt x="50154" y="4718"/>
                  </a:cubicBezTo>
                  <a:cubicBezTo>
                    <a:pt x="50254" y="4718"/>
                    <a:pt x="50345" y="4601"/>
                    <a:pt x="50287" y="4493"/>
                  </a:cubicBezTo>
                  <a:cubicBezTo>
                    <a:pt x="49949" y="3835"/>
                    <a:pt x="49253" y="3278"/>
                    <a:pt x="48497" y="3035"/>
                  </a:cubicBezTo>
                  <a:cubicBezTo>
                    <a:pt x="48462" y="3005"/>
                    <a:pt x="48418" y="2988"/>
                    <a:pt x="48372" y="2988"/>
                  </a:cubicBezTo>
                  <a:cubicBezTo>
                    <a:pt x="48366" y="2988"/>
                    <a:pt x="48359" y="2988"/>
                    <a:pt x="48353" y="2989"/>
                  </a:cubicBezTo>
                  <a:cubicBezTo>
                    <a:pt x="48153" y="2937"/>
                    <a:pt x="47951" y="2908"/>
                    <a:pt x="47744" y="2905"/>
                  </a:cubicBezTo>
                  <a:cubicBezTo>
                    <a:pt x="47711" y="2845"/>
                    <a:pt x="47651" y="2815"/>
                    <a:pt x="47592" y="2815"/>
                  </a:cubicBezTo>
                  <a:cubicBezTo>
                    <a:pt x="47537" y="2815"/>
                    <a:pt x="47482" y="2841"/>
                    <a:pt x="47449" y="2894"/>
                  </a:cubicBezTo>
                  <a:cubicBezTo>
                    <a:pt x="47438" y="2911"/>
                    <a:pt x="47423" y="2928"/>
                    <a:pt x="47412" y="2943"/>
                  </a:cubicBezTo>
                  <a:cubicBezTo>
                    <a:pt x="47172" y="2986"/>
                    <a:pt x="46938" y="3053"/>
                    <a:pt x="46722" y="3194"/>
                  </a:cubicBezTo>
                  <a:cubicBezTo>
                    <a:pt x="46527" y="3318"/>
                    <a:pt x="46202" y="3928"/>
                    <a:pt x="45956" y="3928"/>
                  </a:cubicBezTo>
                  <a:cubicBezTo>
                    <a:pt x="45950" y="3928"/>
                    <a:pt x="45945" y="3928"/>
                    <a:pt x="45939" y="3927"/>
                  </a:cubicBezTo>
                  <a:cubicBezTo>
                    <a:pt x="45894" y="3921"/>
                    <a:pt x="45848" y="3918"/>
                    <a:pt x="45802" y="3918"/>
                  </a:cubicBezTo>
                  <a:cubicBezTo>
                    <a:pt x="45586" y="3918"/>
                    <a:pt x="45373" y="3986"/>
                    <a:pt x="45191" y="4112"/>
                  </a:cubicBezTo>
                  <a:cubicBezTo>
                    <a:pt x="44819" y="4381"/>
                    <a:pt x="44851" y="5108"/>
                    <a:pt x="44813" y="5550"/>
                  </a:cubicBezTo>
                  <a:cubicBezTo>
                    <a:pt x="44735" y="5478"/>
                    <a:pt x="44663" y="5397"/>
                    <a:pt x="44579" y="5330"/>
                  </a:cubicBezTo>
                  <a:cubicBezTo>
                    <a:pt x="44545" y="5303"/>
                    <a:pt x="44508" y="5292"/>
                    <a:pt x="44472" y="5292"/>
                  </a:cubicBezTo>
                  <a:cubicBezTo>
                    <a:pt x="44338" y="5292"/>
                    <a:pt x="44223" y="5449"/>
                    <a:pt x="44348" y="5558"/>
                  </a:cubicBezTo>
                  <a:cubicBezTo>
                    <a:pt x="44894" y="6035"/>
                    <a:pt x="45318" y="6592"/>
                    <a:pt x="45720" y="7190"/>
                  </a:cubicBezTo>
                  <a:cubicBezTo>
                    <a:pt x="45947" y="7526"/>
                    <a:pt x="46197" y="7719"/>
                    <a:pt x="46136" y="7719"/>
                  </a:cubicBezTo>
                  <a:cubicBezTo>
                    <a:pt x="46109" y="7719"/>
                    <a:pt x="46024" y="7682"/>
                    <a:pt x="45853" y="7605"/>
                  </a:cubicBezTo>
                  <a:cubicBezTo>
                    <a:pt x="45134" y="7279"/>
                    <a:pt x="44377" y="7031"/>
                    <a:pt x="43604" y="6869"/>
                  </a:cubicBezTo>
                  <a:cubicBezTo>
                    <a:pt x="43386" y="6822"/>
                    <a:pt x="43155" y="6792"/>
                    <a:pt x="42931" y="6792"/>
                  </a:cubicBezTo>
                  <a:cubicBezTo>
                    <a:pt x="42352" y="6792"/>
                    <a:pt x="41822" y="6997"/>
                    <a:pt x="41695" y="7660"/>
                  </a:cubicBezTo>
                  <a:cubicBezTo>
                    <a:pt x="41635" y="7981"/>
                    <a:pt x="41770" y="8399"/>
                    <a:pt x="41909" y="8714"/>
                  </a:cubicBezTo>
                  <a:cubicBezTo>
                    <a:pt x="41851" y="8659"/>
                    <a:pt x="41782" y="8604"/>
                    <a:pt x="41707" y="8547"/>
                  </a:cubicBezTo>
                  <a:cubicBezTo>
                    <a:pt x="41689" y="8529"/>
                    <a:pt x="41669" y="8512"/>
                    <a:pt x="41646" y="8503"/>
                  </a:cubicBezTo>
                  <a:cubicBezTo>
                    <a:pt x="41447" y="8359"/>
                    <a:pt x="41219" y="8223"/>
                    <a:pt x="41031" y="8154"/>
                  </a:cubicBezTo>
                  <a:cubicBezTo>
                    <a:pt x="40608" y="8000"/>
                    <a:pt x="40192" y="7933"/>
                    <a:pt x="39782" y="7933"/>
                  </a:cubicBezTo>
                  <a:cubicBezTo>
                    <a:pt x="38319" y="7933"/>
                    <a:pt x="36941" y="8782"/>
                    <a:pt x="35656" y="9519"/>
                  </a:cubicBezTo>
                  <a:cubicBezTo>
                    <a:pt x="35627" y="9485"/>
                    <a:pt x="35604" y="9447"/>
                    <a:pt x="35572" y="9413"/>
                  </a:cubicBezTo>
                  <a:cubicBezTo>
                    <a:pt x="35578" y="9404"/>
                    <a:pt x="35583" y="9395"/>
                    <a:pt x="35589" y="9387"/>
                  </a:cubicBezTo>
                  <a:cubicBezTo>
                    <a:pt x="35670" y="9260"/>
                    <a:pt x="35562" y="9153"/>
                    <a:pt x="35445" y="9153"/>
                  </a:cubicBezTo>
                  <a:cubicBezTo>
                    <a:pt x="35424" y="9153"/>
                    <a:pt x="35402" y="9157"/>
                    <a:pt x="35381" y="9164"/>
                  </a:cubicBezTo>
                  <a:cubicBezTo>
                    <a:pt x="35188" y="8910"/>
                    <a:pt x="35009" y="8653"/>
                    <a:pt x="34844" y="8396"/>
                  </a:cubicBezTo>
                  <a:cubicBezTo>
                    <a:pt x="34891" y="8284"/>
                    <a:pt x="34801" y="8168"/>
                    <a:pt x="34694" y="8160"/>
                  </a:cubicBezTo>
                  <a:cubicBezTo>
                    <a:pt x="33935" y="6921"/>
                    <a:pt x="33395" y="5706"/>
                    <a:pt x="32364" y="4773"/>
                  </a:cubicBezTo>
                  <a:cubicBezTo>
                    <a:pt x="32364" y="4686"/>
                    <a:pt x="32292" y="4618"/>
                    <a:pt x="32207" y="4618"/>
                  </a:cubicBezTo>
                  <a:cubicBezTo>
                    <a:pt x="32199" y="4618"/>
                    <a:pt x="32191" y="4619"/>
                    <a:pt x="32183" y="4620"/>
                  </a:cubicBezTo>
                  <a:cubicBezTo>
                    <a:pt x="32004" y="4470"/>
                    <a:pt x="31813" y="4332"/>
                    <a:pt x="31614" y="4207"/>
                  </a:cubicBezTo>
                  <a:cubicBezTo>
                    <a:pt x="31680" y="4085"/>
                    <a:pt x="31564" y="3950"/>
                    <a:pt x="31446" y="3950"/>
                  </a:cubicBezTo>
                  <a:cubicBezTo>
                    <a:pt x="31405" y="3950"/>
                    <a:pt x="31364" y="3967"/>
                    <a:pt x="31331" y="4005"/>
                  </a:cubicBezTo>
                  <a:cubicBezTo>
                    <a:pt x="31325" y="4014"/>
                    <a:pt x="31316" y="4023"/>
                    <a:pt x="31308" y="4034"/>
                  </a:cubicBezTo>
                  <a:cubicBezTo>
                    <a:pt x="31111" y="3927"/>
                    <a:pt x="30912" y="3832"/>
                    <a:pt x="30704" y="3748"/>
                  </a:cubicBezTo>
                  <a:cubicBezTo>
                    <a:pt x="30035" y="3477"/>
                    <a:pt x="29258" y="3370"/>
                    <a:pt x="28444" y="3359"/>
                  </a:cubicBezTo>
                  <a:cubicBezTo>
                    <a:pt x="28407" y="3326"/>
                    <a:pt x="28361" y="3305"/>
                    <a:pt x="28316" y="3305"/>
                  </a:cubicBezTo>
                  <a:cubicBezTo>
                    <a:pt x="28277" y="3305"/>
                    <a:pt x="28240" y="3321"/>
                    <a:pt x="28210" y="3359"/>
                  </a:cubicBezTo>
                  <a:cubicBezTo>
                    <a:pt x="26795" y="3370"/>
                    <a:pt x="25280" y="3662"/>
                    <a:pt x="23926" y="4031"/>
                  </a:cubicBezTo>
                  <a:cubicBezTo>
                    <a:pt x="23890" y="3992"/>
                    <a:pt x="23840" y="3965"/>
                    <a:pt x="23790" y="3965"/>
                  </a:cubicBezTo>
                  <a:cubicBezTo>
                    <a:pt x="23755" y="3965"/>
                    <a:pt x="23721" y="3979"/>
                    <a:pt x="23692" y="4011"/>
                  </a:cubicBezTo>
                  <a:cubicBezTo>
                    <a:pt x="23657" y="4049"/>
                    <a:pt x="23623" y="4089"/>
                    <a:pt x="23588" y="4127"/>
                  </a:cubicBezTo>
                  <a:cubicBezTo>
                    <a:pt x="23094" y="4268"/>
                    <a:pt x="22618" y="4412"/>
                    <a:pt x="22194" y="4551"/>
                  </a:cubicBezTo>
                  <a:cubicBezTo>
                    <a:pt x="22110" y="4580"/>
                    <a:pt x="22015" y="4614"/>
                    <a:pt x="21925" y="4643"/>
                  </a:cubicBezTo>
                  <a:cubicBezTo>
                    <a:pt x="21908" y="4555"/>
                    <a:pt x="21832" y="4501"/>
                    <a:pt x="21753" y="4501"/>
                  </a:cubicBezTo>
                  <a:cubicBezTo>
                    <a:pt x="21712" y="4501"/>
                    <a:pt x="21671" y="4515"/>
                    <a:pt x="21636" y="4545"/>
                  </a:cubicBezTo>
                  <a:cubicBezTo>
                    <a:pt x="21506" y="4652"/>
                    <a:pt x="21382" y="4767"/>
                    <a:pt x="21252" y="4874"/>
                  </a:cubicBezTo>
                  <a:cubicBezTo>
                    <a:pt x="17407" y="6225"/>
                    <a:pt x="11050" y="8936"/>
                    <a:pt x="10123" y="12848"/>
                  </a:cubicBezTo>
                  <a:cubicBezTo>
                    <a:pt x="10100" y="12938"/>
                    <a:pt x="10155" y="13033"/>
                    <a:pt x="10244" y="13059"/>
                  </a:cubicBezTo>
                  <a:cubicBezTo>
                    <a:pt x="11803" y="14017"/>
                    <a:pt x="12493" y="15276"/>
                    <a:pt x="12311" y="16835"/>
                  </a:cubicBezTo>
                  <a:cubicBezTo>
                    <a:pt x="12311" y="16914"/>
                    <a:pt x="12378" y="17006"/>
                    <a:pt x="12466" y="17006"/>
                  </a:cubicBezTo>
                  <a:cubicBezTo>
                    <a:pt x="12471" y="17006"/>
                    <a:pt x="12476" y="17006"/>
                    <a:pt x="12482" y="17005"/>
                  </a:cubicBezTo>
                  <a:cubicBezTo>
                    <a:pt x="12543" y="16998"/>
                    <a:pt x="12602" y="16994"/>
                    <a:pt x="12660" y="16994"/>
                  </a:cubicBezTo>
                  <a:cubicBezTo>
                    <a:pt x="13880" y="16994"/>
                    <a:pt x="14436" y="18635"/>
                    <a:pt x="14970" y="20360"/>
                  </a:cubicBezTo>
                  <a:cubicBezTo>
                    <a:pt x="14962" y="20383"/>
                    <a:pt x="14947" y="20406"/>
                    <a:pt x="14938" y="20429"/>
                  </a:cubicBezTo>
                  <a:cubicBezTo>
                    <a:pt x="14889" y="20528"/>
                    <a:pt x="14953" y="20646"/>
                    <a:pt x="15063" y="20658"/>
                  </a:cubicBezTo>
                  <a:cubicBezTo>
                    <a:pt x="15424" y="21824"/>
                    <a:pt x="15796" y="22990"/>
                    <a:pt x="16373" y="23677"/>
                  </a:cubicBezTo>
                  <a:cubicBezTo>
                    <a:pt x="16386" y="23692"/>
                    <a:pt x="16403" y="23699"/>
                    <a:pt x="16419" y="23699"/>
                  </a:cubicBezTo>
                  <a:cubicBezTo>
                    <a:pt x="16469" y="23699"/>
                    <a:pt x="16520" y="23641"/>
                    <a:pt x="16483" y="23591"/>
                  </a:cubicBezTo>
                  <a:cubicBezTo>
                    <a:pt x="16189" y="23178"/>
                    <a:pt x="15940" y="22730"/>
                    <a:pt x="15744" y="22263"/>
                  </a:cubicBezTo>
                  <a:lnTo>
                    <a:pt x="15744" y="22263"/>
                  </a:lnTo>
                  <a:cubicBezTo>
                    <a:pt x="15771" y="22286"/>
                    <a:pt x="15806" y="22298"/>
                    <a:pt x="15840" y="22298"/>
                  </a:cubicBezTo>
                  <a:cubicBezTo>
                    <a:pt x="15882" y="22298"/>
                    <a:pt x="15923" y="22280"/>
                    <a:pt x="15952" y="22245"/>
                  </a:cubicBezTo>
                  <a:cubicBezTo>
                    <a:pt x="16460" y="21703"/>
                    <a:pt x="16951" y="21148"/>
                    <a:pt x="17433" y="20591"/>
                  </a:cubicBezTo>
                  <a:lnTo>
                    <a:pt x="17433" y="20591"/>
                  </a:lnTo>
                  <a:cubicBezTo>
                    <a:pt x="16994" y="21350"/>
                    <a:pt x="16610" y="22133"/>
                    <a:pt x="16318" y="22944"/>
                  </a:cubicBezTo>
                  <a:cubicBezTo>
                    <a:pt x="16277" y="23062"/>
                    <a:pt x="16378" y="23146"/>
                    <a:pt x="16480" y="23146"/>
                  </a:cubicBezTo>
                  <a:cubicBezTo>
                    <a:pt x="16520" y="23146"/>
                    <a:pt x="16561" y="23132"/>
                    <a:pt x="16593" y="23103"/>
                  </a:cubicBezTo>
                  <a:cubicBezTo>
                    <a:pt x="17387" y="22381"/>
                    <a:pt x="18143" y="21604"/>
                    <a:pt x="18871" y="20793"/>
                  </a:cubicBezTo>
                  <a:lnTo>
                    <a:pt x="18871" y="20793"/>
                  </a:lnTo>
                  <a:cubicBezTo>
                    <a:pt x="18241" y="21746"/>
                    <a:pt x="17621" y="22696"/>
                    <a:pt x="17008" y="23646"/>
                  </a:cubicBezTo>
                  <a:cubicBezTo>
                    <a:pt x="17003" y="23625"/>
                    <a:pt x="17006" y="23608"/>
                    <a:pt x="17000" y="23588"/>
                  </a:cubicBezTo>
                  <a:cubicBezTo>
                    <a:pt x="16986" y="23516"/>
                    <a:pt x="16924" y="23484"/>
                    <a:pt x="16861" y="23484"/>
                  </a:cubicBezTo>
                  <a:cubicBezTo>
                    <a:pt x="16782" y="23484"/>
                    <a:pt x="16701" y="23535"/>
                    <a:pt x="16711" y="23625"/>
                  </a:cubicBezTo>
                  <a:cubicBezTo>
                    <a:pt x="16731" y="23790"/>
                    <a:pt x="16728" y="23954"/>
                    <a:pt x="16700" y="24119"/>
                  </a:cubicBezTo>
                  <a:cubicBezTo>
                    <a:pt x="16512" y="24411"/>
                    <a:pt x="16327" y="24699"/>
                    <a:pt x="16142" y="24991"/>
                  </a:cubicBezTo>
                  <a:cubicBezTo>
                    <a:pt x="15455" y="25505"/>
                    <a:pt x="14451" y="25672"/>
                    <a:pt x="14754" y="26798"/>
                  </a:cubicBezTo>
                  <a:cubicBezTo>
                    <a:pt x="14849" y="27145"/>
                    <a:pt x="14976" y="27480"/>
                    <a:pt x="15135" y="27803"/>
                  </a:cubicBezTo>
                  <a:cubicBezTo>
                    <a:pt x="15164" y="27863"/>
                    <a:pt x="15207" y="27970"/>
                    <a:pt x="15250" y="28092"/>
                  </a:cubicBezTo>
                  <a:cubicBezTo>
                    <a:pt x="15224" y="28172"/>
                    <a:pt x="15259" y="28262"/>
                    <a:pt x="15331" y="28308"/>
                  </a:cubicBezTo>
                  <a:cubicBezTo>
                    <a:pt x="15415" y="28551"/>
                    <a:pt x="15504" y="28828"/>
                    <a:pt x="15582" y="29079"/>
                  </a:cubicBezTo>
                  <a:cubicBezTo>
                    <a:pt x="15559" y="29142"/>
                    <a:pt x="15579" y="29215"/>
                    <a:pt x="15637" y="29255"/>
                  </a:cubicBezTo>
                  <a:cubicBezTo>
                    <a:pt x="15716" y="29537"/>
                    <a:pt x="15763" y="29744"/>
                    <a:pt x="15733" y="29744"/>
                  </a:cubicBezTo>
                  <a:cubicBezTo>
                    <a:pt x="15730" y="29744"/>
                    <a:pt x="15726" y="29742"/>
                    <a:pt x="15721" y="29737"/>
                  </a:cubicBezTo>
                  <a:cubicBezTo>
                    <a:pt x="14996" y="29064"/>
                    <a:pt x="14101" y="28782"/>
                    <a:pt x="13137" y="28727"/>
                  </a:cubicBezTo>
                  <a:cubicBezTo>
                    <a:pt x="13134" y="28726"/>
                    <a:pt x="13131" y="28726"/>
                    <a:pt x="13128" y="28726"/>
                  </a:cubicBezTo>
                  <a:cubicBezTo>
                    <a:pt x="13043" y="28726"/>
                    <a:pt x="12987" y="28804"/>
                    <a:pt x="12981" y="28883"/>
                  </a:cubicBezTo>
                  <a:cubicBezTo>
                    <a:pt x="12921" y="29707"/>
                    <a:pt x="13015" y="30240"/>
                    <a:pt x="12508" y="30240"/>
                  </a:cubicBezTo>
                  <a:cubicBezTo>
                    <a:pt x="12478" y="30240"/>
                    <a:pt x="12445" y="30238"/>
                    <a:pt x="12409" y="30234"/>
                  </a:cubicBezTo>
                  <a:cubicBezTo>
                    <a:pt x="12377" y="30184"/>
                    <a:pt x="12324" y="30152"/>
                    <a:pt x="12269" y="30152"/>
                  </a:cubicBezTo>
                  <a:cubicBezTo>
                    <a:pt x="12238" y="30152"/>
                    <a:pt x="12205" y="30163"/>
                    <a:pt x="12176" y="30188"/>
                  </a:cubicBezTo>
                  <a:cubicBezTo>
                    <a:pt x="12109" y="30167"/>
                    <a:pt x="12051" y="30159"/>
                    <a:pt x="11974" y="30130"/>
                  </a:cubicBezTo>
                  <a:cubicBezTo>
                    <a:pt x="11354" y="29917"/>
                    <a:pt x="10734" y="29803"/>
                    <a:pt x="10098" y="29803"/>
                  </a:cubicBezTo>
                  <a:cubicBezTo>
                    <a:pt x="9872" y="29803"/>
                    <a:pt x="9644" y="29817"/>
                    <a:pt x="9413" y="29847"/>
                  </a:cubicBezTo>
                  <a:cubicBezTo>
                    <a:pt x="9303" y="29861"/>
                    <a:pt x="9242" y="29977"/>
                    <a:pt x="9320" y="30066"/>
                  </a:cubicBezTo>
                  <a:cubicBezTo>
                    <a:pt x="9488" y="30263"/>
                    <a:pt x="9647" y="30468"/>
                    <a:pt x="9794" y="30681"/>
                  </a:cubicBezTo>
                  <a:cubicBezTo>
                    <a:pt x="9797" y="30696"/>
                    <a:pt x="9814" y="30701"/>
                    <a:pt x="9820" y="30716"/>
                  </a:cubicBezTo>
                  <a:cubicBezTo>
                    <a:pt x="10025" y="31002"/>
                    <a:pt x="10227" y="31290"/>
                    <a:pt x="10458" y="31559"/>
                  </a:cubicBezTo>
                  <a:cubicBezTo>
                    <a:pt x="10471" y="31574"/>
                    <a:pt x="10486" y="31580"/>
                    <a:pt x="10503" y="31580"/>
                  </a:cubicBezTo>
                  <a:cubicBezTo>
                    <a:pt x="10553" y="31580"/>
                    <a:pt x="10605" y="31520"/>
                    <a:pt x="10568" y="31472"/>
                  </a:cubicBezTo>
                  <a:cubicBezTo>
                    <a:pt x="10556" y="31458"/>
                    <a:pt x="10518" y="31409"/>
                    <a:pt x="10472" y="31348"/>
                  </a:cubicBezTo>
                  <a:cubicBezTo>
                    <a:pt x="10510" y="31342"/>
                    <a:pt x="10544" y="31328"/>
                    <a:pt x="10570" y="31305"/>
                  </a:cubicBezTo>
                  <a:cubicBezTo>
                    <a:pt x="10637" y="31253"/>
                    <a:pt x="10703" y="31204"/>
                    <a:pt x="10770" y="31155"/>
                  </a:cubicBezTo>
                  <a:lnTo>
                    <a:pt x="10770" y="31155"/>
                  </a:lnTo>
                  <a:cubicBezTo>
                    <a:pt x="10709" y="32116"/>
                    <a:pt x="10374" y="32405"/>
                    <a:pt x="9906" y="32416"/>
                  </a:cubicBezTo>
                  <a:cubicBezTo>
                    <a:pt x="9874" y="32395"/>
                    <a:pt x="9838" y="32384"/>
                    <a:pt x="9803" y="32384"/>
                  </a:cubicBezTo>
                  <a:cubicBezTo>
                    <a:pt x="9771" y="32384"/>
                    <a:pt x="9739" y="32393"/>
                    <a:pt x="9710" y="32411"/>
                  </a:cubicBezTo>
                  <a:cubicBezTo>
                    <a:pt x="9248" y="32361"/>
                    <a:pt x="8694" y="32130"/>
                    <a:pt x="8151" y="32029"/>
                  </a:cubicBezTo>
                  <a:cubicBezTo>
                    <a:pt x="8145" y="32027"/>
                    <a:pt x="8142" y="32018"/>
                    <a:pt x="8134" y="32018"/>
                  </a:cubicBezTo>
                  <a:cubicBezTo>
                    <a:pt x="8132" y="32017"/>
                    <a:pt x="8130" y="32017"/>
                    <a:pt x="8129" y="32017"/>
                  </a:cubicBezTo>
                  <a:cubicBezTo>
                    <a:pt x="8122" y="32017"/>
                    <a:pt x="8114" y="32021"/>
                    <a:pt x="8105" y="32021"/>
                  </a:cubicBezTo>
                  <a:cubicBezTo>
                    <a:pt x="7960" y="31995"/>
                    <a:pt x="7816" y="31978"/>
                    <a:pt x="7675" y="31978"/>
                  </a:cubicBezTo>
                  <a:cubicBezTo>
                    <a:pt x="7579" y="31978"/>
                    <a:pt x="7486" y="31986"/>
                    <a:pt x="7395" y="32003"/>
                  </a:cubicBezTo>
                  <a:cubicBezTo>
                    <a:pt x="6878" y="32102"/>
                    <a:pt x="5997" y="32543"/>
                    <a:pt x="6237" y="33181"/>
                  </a:cubicBezTo>
                  <a:cubicBezTo>
                    <a:pt x="6324" y="33415"/>
                    <a:pt x="6534" y="33637"/>
                    <a:pt x="6716" y="33842"/>
                  </a:cubicBezTo>
                  <a:cubicBezTo>
                    <a:pt x="6685" y="33892"/>
                    <a:pt x="6653" y="33944"/>
                    <a:pt x="6621" y="33993"/>
                  </a:cubicBezTo>
                  <a:cubicBezTo>
                    <a:pt x="6539" y="34112"/>
                    <a:pt x="6654" y="34269"/>
                    <a:pt x="6781" y="34269"/>
                  </a:cubicBezTo>
                  <a:cubicBezTo>
                    <a:pt x="6811" y="34269"/>
                    <a:pt x="6841" y="34261"/>
                    <a:pt x="6869" y="34241"/>
                  </a:cubicBezTo>
                  <a:cubicBezTo>
                    <a:pt x="6901" y="34221"/>
                    <a:pt x="6927" y="34195"/>
                    <a:pt x="6956" y="34174"/>
                  </a:cubicBezTo>
                  <a:cubicBezTo>
                    <a:pt x="7086" y="34379"/>
                    <a:pt x="7175" y="34610"/>
                    <a:pt x="7216" y="34850"/>
                  </a:cubicBezTo>
                  <a:cubicBezTo>
                    <a:pt x="7187" y="34905"/>
                    <a:pt x="7155" y="34951"/>
                    <a:pt x="7126" y="35006"/>
                  </a:cubicBezTo>
                  <a:cubicBezTo>
                    <a:pt x="7093" y="35072"/>
                    <a:pt x="7143" y="35146"/>
                    <a:pt x="7211" y="35146"/>
                  </a:cubicBezTo>
                  <a:cubicBezTo>
                    <a:pt x="7220" y="35146"/>
                    <a:pt x="7230" y="35144"/>
                    <a:pt x="7239" y="35142"/>
                  </a:cubicBezTo>
                  <a:lnTo>
                    <a:pt x="7239" y="35142"/>
                  </a:lnTo>
                  <a:cubicBezTo>
                    <a:pt x="7248" y="35370"/>
                    <a:pt x="7236" y="35598"/>
                    <a:pt x="7201" y="35826"/>
                  </a:cubicBezTo>
                  <a:cubicBezTo>
                    <a:pt x="7198" y="35845"/>
                    <a:pt x="7187" y="35854"/>
                    <a:pt x="7168" y="35854"/>
                  </a:cubicBezTo>
                  <a:cubicBezTo>
                    <a:pt x="6972" y="35854"/>
                    <a:pt x="6004" y="34900"/>
                    <a:pt x="5917" y="34818"/>
                  </a:cubicBezTo>
                  <a:cubicBezTo>
                    <a:pt x="4813" y="33776"/>
                    <a:pt x="3606" y="33350"/>
                    <a:pt x="2205" y="33350"/>
                  </a:cubicBezTo>
                  <a:cubicBezTo>
                    <a:pt x="2020" y="33350"/>
                    <a:pt x="1831" y="33357"/>
                    <a:pt x="1638" y="33372"/>
                  </a:cubicBezTo>
                  <a:lnTo>
                    <a:pt x="1638" y="33369"/>
                  </a:lnTo>
                  <a:cubicBezTo>
                    <a:pt x="1659" y="33267"/>
                    <a:pt x="1579" y="33182"/>
                    <a:pt x="1492" y="33182"/>
                  </a:cubicBezTo>
                  <a:cubicBezTo>
                    <a:pt x="1458" y="33182"/>
                    <a:pt x="1423" y="33195"/>
                    <a:pt x="1393" y="33225"/>
                  </a:cubicBezTo>
                  <a:cubicBezTo>
                    <a:pt x="827" y="33773"/>
                    <a:pt x="965" y="33516"/>
                    <a:pt x="755" y="34163"/>
                  </a:cubicBezTo>
                  <a:cubicBezTo>
                    <a:pt x="734" y="34232"/>
                    <a:pt x="800" y="34288"/>
                    <a:pt x="860" y="34288"/>
                  </a:cubicBezTo>
                  <a:cubicBezTo>
                    <a:pt x="891" y="34288"/>
                    <a:pt x="921" y="34273"/>
                    <a:pt x="937" y="34238"/>
                  </a:cubicBezTo>
                  <a:lnTo>
                    <a:pt x="937" y="34238"/>
                  </a:lnTo>
                  <a:cubicBezTo>
                    <a:pt x="899" y="34394"/>
                    <a:pt x="859" y="34547"/>
                    <a:pt x="821" y="34700"/>
                  </a:cubicBezTo>
                  <a:cubicBezTo>
                    <a:pt x="711" y="34356"/>
                    <a:pt x="564" y="34039"/>
                    <a:pt x="319" y="33811"/>
                  </a:cubicBezTo>
                  <a:cubicBezTo>
                    <a:pt x="286" y="33780"/>
                    <a:pt x="250" y="33767"/>
                    <a:pt x="216" y="33767"/>
                  </a:cubicBezTo>
                  <a:cubicBezTo>
                    <a:pt x="100" y="33767"/>
                    <a:pt x="0" y="33915"/>
                    <a:pt x="105" y="34021"/>
                  </a:cubicBezTo>
                  <a:cubicBezTo>
                    <a:pt x="1058" y="35015"/>
                    <a:pt x="411" y="36545"/>
                    <a:pt x="1511" y="37393"/>
                  </a:cubicBezTo>
                  <a:cubicBezTo>
                    <a:pt x="2495" y="38156"/>
                    <a:pt x="3647" y="38759"/>
                    <a:pt x="4739" y="39351"/>
                  </a:cubicBezTo>
                  <a:cubicBezTo>
                    <a:pt x="4814" y="39394"/>
                    <a:pt x="4900" y="39414"/>
                    <a:pt x="4978" y="39452"/>
                  </a:cubicBezTo>
                  <a:cubicBezTo>
                    <a:pt x="5017" y="39519"/>
                    <a:pt x="5087" y="39558"/>
                    <a:pt x="5160" y="39558"/>
                  </a:cubicBezTo>
                  <a:cubicBezTo>
                    <a:pt x="5176" y="39558"/>
                    <a:pt x="5191" y="39556"/>
                    <a:pt x="5206" y="39553"/>
                  </a:cubicBezTo>
                  <a:cubicBezTo>
                    <a:pt x="5989" y="39899"/>
                    <a:pt x="6884" y="40099"/>
                    <a:pt x="7825" y="40208"/>
                  </a:cubicBezTo>
                  <a:cubicBezTo>
                    <a:pt x="7862" y="40265"/>
                    <a:pt x="7923" y="40305"/>
                    <a:pt x="7983" y="40305"/>
                  </a:cubicBezTo>
                  <a:cubicBezTo>
                    <a:pt x="8022" y="40305"/>
                    <a:pt x="8060" y="40288"/>
                    <a:pt x="8091" y="40249"/>
                  </a:cubicBezTo>
                  <a:lnTo>
                    <a:pt x="8102" y="40234"/>
                  </a:lnTo>
                  <a:cubicBezTo>
                    <a:pt x="8694" y="40292"/>
                    <a:pt x="9302" y="40317"/>
                    <a:pt x="9915" y="40317"/>
                  </a:cubicBezTo>
                  <a:cubicBezTo>
                    <a:pt x="11853" y="40317"/>
                    <a:pt x="13825" y="40075"/>
                    <a:pt x="15400" y="39908"/>
                  </a:cubicBezTo>
                  <a:cubicBezTo>
                    <a:pt x="15816" y="39853"/>
                    <a:pt x="16226" y="39775"/>
                    <a:pt x="16633" y="39680"/>
                  </a:cubicBezTo>
                  <a:cubicBezTo>
                    <a:pt x="16673" y="39745"/>
                    <a:pt x="16742" y="39779"/>
                    <a:pt x="16810" y="39779"/>
                  </a:cubicBezTo>
                  <a:cubicBezTo>
                    <a:pt x="16875" y="39779"/>
                    <a:pt x="16940" y="39749"/>
                    <a:pt x="16982" y="39689"/>
                  </a:cubicBezTo>
                  <a:cubicBezTo>
                    <a:pt x="17017" y="39645"/>
                    <a:pt x="17052" y="39605"/>
                    <a:pt x="17086" y="39562"/>
                  </a:cubicBezTo>
                  <a:cubicBezTo>
                    <a:pt x="18209" y="39250"/>
                    <a:pt x="19387" y="38722"/>
                    <a:pt x="18937" y="37951"/>
                  </a:cubicBezTo>
                  <a:cubicBezTo>
                    <a:pt x="18579" y="37344"/>
                    <a:pt x="17901" y="37090"/>
                    <a:pt x="17101" y="36986"/>
                  </a:cubicBezTo>
                  <a:cubicBezTo>
                    <a:pt x="17092" y="36884"/>
                    <a:pt x="17004" y="36791"/>
                    <a:pt x="16906" y="36791"/>
                  </a:cubicBezTo>
                  <a:cubicBezTo>
                    <a:pt x="16874" y="36791"/>
                    <a:pt x="16841" y="36801"/>
                    <a:pt x="16809" y="36825"/>
                  </a:cubicBezTo>
                  <a:cubicBezTo>
                    <a:pt x="16754" y="36862"/>
                    <a:pt x="16711" y="36906"/>
                    <a:pt x="16659" y="36946"/>
                  </a:cubicBezTo>
                  <a:cubicBezTo>
                    <a:pt x="16285" y="36920"/>
                    <a:pt x="15895" y="36916"/>
                    <a:pt x="15505" y="36916"/>
                  </a:cubicBezTo>
                  <a:cubicBezTo>
                    <a:pt x="15350" y="36916"/>
                    <a:pt x="15195" y="36917"/>
                    <a:pt x="15041" y="36917"/>
                  </a:cubicBezTo>
                  <a:cubicBezTo>
                    <a:pt x="13126" y="36917"/>
                    <a:pt x="11418" y="36826"/>
                    <a:pt x="12121" y="34382"/>
                  </a:cubicBezTo>
                  <a:cubicBezTo>
                    <a:pt x="12138" y="34320"/>
                    <a:pt x="12090" y="34281"/>
                    <a:pt x="12042" y="34281"/>
                  </a:cubicBezTo>
                  <a:cubicBezTo>
                    <a:pt x="12010" y="34281"/>
                    <a:pt x="11978" y="34298"/>
                    <a:pt x="11965" y="34339"/>
                  </a:cubicBezTo>
                  <a:cubicBezTo>
                    <a:pt x="11769" y="34922"/>
                    <a:pt x="11327" y="36227"/>
                    <a:pt x="11832" y="36865"/>
                  </a:cubicBezTo>
                  <a:cubicBezTo>
                    <a:pt x="11408" y="37275"/>
                    <a:pt x="10998" y="37691"/>
                    <a:pt x="10599" y="38133"/>
                  </a:cubicBezTo>
                  <a:cubicBezTo>
                    <a:pt x="10597" y="38138"/>
                    <a:pt x="10591" y="38141"/>
                    <a:pt x="10588" y="38146"/>
                  </a:cubicBezTo>
                  <a:lnTo>
                    <a:pt x="10588" y="38146"/>
                  </a:lnTo>
                  <a:cubicBezTo>
                    <a:pt x="10969" y="37442"/>
                    <a:pt x="11313" y="36729"/>
                    <a:pt x="11590" y="35967"/>
                  </a:cubicBezTo>
                  <a:cubicBezTo>
                    <a:pt x="11635" y="35839"/>
                    <a:pt x="11523" y="35743"/>
                    <a:pt x="11410" y="35743"/>
                  </a:cubicBezTo>
                  <a:cubicBezTo>
                    <a:pt x="11366" y="35743"/>
                    <a:pt x="11321" y="35758"/>
                    <a:pt x="11286" y="35791"/>
                  </a:cubicBezTo>
                  <a:cubicBezTo>
                    <a:pt x="11038" y="36028"/>
                    <a:pt x="10804" y="36273"/>
                    <a:pt x="10570" y="36522"/>
                  </a:cubicBezTo>
                  <a:cubicBezTo>
                    <a:pt x="10874" y="35927"/>
                    <a:pt x="11154" y="35321"/>
                    <a:pt x="11367" y="34671"/>
                  </a:cubicBezTo>
                  <a:cubicBezTo>
                    <a:pt x="11412" y="34540"/>
                    <a:pt x="11310" y="34457"/>
                    <a:pt x="11203" y="34457"/>
                  </a:cubicBezTo>
                  <a:cubicBezTo>
                    <a:pt x="11145" y="34457"/>
                    <a:pt x="11085" y="34482"/>
                    <a:pt x="11047" y="34535"/>
                  </a:cubicBezTo>
                  <a:cubicBezTo>
                    <a:pt x="9834" y="36204"/>
                    <a:pt x="8804" y="38037"/>
                    <a:pt x="7126" y="39244"/>
                  </a:cubicBezTo>
                  <a:cubicBezTo>
                    <a:pt x="8752" y="37353"/>
                    <a:pt x="10348" y="35445"/>
                    <a:pt x="11867" y="33464"/>
                  </a:cubicBezTo>
                  <a:cubicBezTo>
                    <a:pt x="12054" y="33222"/>
                    <a:pt x="12242" y="32959"/>
                    <a:pt x="12427" y="32693"/>
                  </a:cubicBezTo>
                  <a:lnTo>
                    <a:pt x="12427" y="32693"/>
                  </a:lnTo>
                  <a:cubicBezTo>
                    <a:pt x="12167" y="33086"/>
                    <a:pt x="11910" y="33482"/>
                    <a:pt x="11670" y="33877"/>
                  </a:cubicBezTo>
                  <a:cubicBezTo>
                    <a:pt x="11581" y="34027"/>
                    <a:pt x="11713" y="34177"/>
                    <a:pt x="11853" y="34177"/>
                  </a:cubicBezTo>
                  <a:cubicBezTo>
                    <a:pt x="11900" y="34177"/>
                    <a:pt x="11947" y="34160"/>
                    <a:pt x="11988" y="34123"/>
                  </a:cubicBezTo>
                  <a:cubicBezTo>
                    <a:pt x="11997" y="34114"/>
                    <a:pt x="12002" y="34105"/>
                    <a:pt x="12011" y="34097"/>
                  </a:cubicBezTo>
                  <a:cubicBezTo>
                    <a:pt x="12020" y="34098"/>
                    <a:pt x="12028" y="34098"/>
                    <a:pt x="12037" y="34098"/>
                  </a:cubicBezTo>
                  <a:cubicBezTo>
                    <a:pt x="12045" y="34098"/>
                    <a:pt x="12053" y="34098"/>
                    <a:pt x="12060" y="34099"/>
                  </a:cubicBezTo>
                  <a:cubicBezTo>
                    <a:pt x="12069" y="34159"/>
                    <a:pt x="12110" y="34212"/>
                    <a:pt x="12165" y="34212"/>
                  </a:cubicBezTo>
                  <a:cubicBezTo>
                    <a:pt x="12186" y="34212"/>
                    <a:pt x="12207" y="34205"/>
                    <a:pt x="12230" y="34189"/>
                  </a:cubicBezTo>
                  <a:cubicBezTo>
                    <a:pt x="12256" y="34172"/>
                    <a:pt x="12294" y="34140"/>
                    <a:pt x="12329" y="34114"/>
                  </a:cubicBezTo>
                  <a:cubicBezTo>
                    <a:pt x="12457" y="34122"/>
                    <a:pt x="12586" y="34126"/>
                    <a:pt x="12715" y="34126"/>
                  </a:cubicBezTo>
                  <a:cubicBezTo>
                    <a:pt x="12991" y="34126"/>
                    <a:pt x="13267" y="34107"/>
                    <a:pt x="13541" y="34068"/>
                  </a:cubicBezTo>
                  <a:cubicBezTo>
                    <a:pt x="13642" y="34053"/>
                    <a:pt x="13735" y="34045"/>
                    <a:pt x="13830" y="34036"/>
                  </a:cubicBezTo>
                  <a:cubicBezTo>
                    <a:pt x="13862" y="34110"/>
                    <a:pt x="13933" y="34150"/>
                    <a:pt x="14004" y="34150"/>
                  </a:cubicBezTo>
                  <a:cubicBezTo>
                    <a:pt x="14061" y="34150"/>
                    <a:pt x="14118" y="34124"/>
                    <a:pt x="14156" y="34071"/>
                  </a:cubicBezTo>
                  <a:cubicBezTo>
                    <a:pt x="14171" y="34047"/>
                    <a:pt x="14185" y="34024"/>
                    <a:pt x="14202" y="34001"/>
                  </a:cubicBezTo>
                  <a:cubicBezTo>
                    <a:pt x="14342" y="33992"/>
                    <a:pt x="14475" y="33987"/>
                    <a:pt x="14605" y="33987"/>
                  </a:cubicBezTo>
                  <a:cubicBezTo>
                    <a:pt x="15423" y="33987"/>
                    <a:pt x="16084" y="34174"/>
                    <a:pt x="16971" y="34625"/>
                  </a:cubicBezTo>
                  <a:cubicBezTo>
                    <a:pt x="17092" y="34688"/>
                    <a:pt x="17205" y="34749"/>
                    <a:pt x="17314" y="34804"/>
                  </a:cubicBezTo>
                  <a:cubicBezTo>
                    <a:pt x="17340" y="34861"/>
                    <a:pt x="17397" y="34895"/>
                    <a:pt x="17458" y="34895"/>
                  </a:cubicBezTo>
                  <a:cubicBezTo>
                    <a:pt x="17465" y="34895"/>
                    <a:pt x="17472" y="34894"/>
                    <a:pt x="17479" y="34893"/>
                  </a:cubicBezTo>
                  <a:cubicBezTo>
                    <a:pt x="17684" y="35006"/>
                    <a:pt x="17898" y="35110"/>
                    <a:pt x="18117" y="35199"/>
                  </a:cubicBezTo>
                  <a:cubicBezTo>
                    <a:pt x="18120" y="35202"/>
                    <a:pt x="18123" y="35202"/>
                    <a:pt x="18129" y="35202"/>
                  </a:cubicBezTo>
                  <a:cubicBezTo>
                    <a:pt x="18345" y="35286"/>
                    <a:pt x="18557" y="35336"/>
                    <a:pt x="18794" y="35336"/>
                  </a:cubicBezTo>
                  <a:cubicBezTo>
                    <a:pt x="19058" y="35336"/>
                    <a:pt x="19352" y="35274"/>
                    <a:pt x="19719" y="35127"/>
                  </a:cubicBezTo>
                  <a:cubicBezTo>
                    <a:pt x="21602" y="34379"/>
                    <a:pt x="21509" y="32364"/>
                    <a:pt x="20279" y="31279"/>
                  </a:cubicBezTo>
                  <a:cubicBezTo>
                    <a:pt x="20288" y="31261"/>
                    <a:pt x="20300" y="31244"/>
                    <a:pt x="20305" y="31224"/>
                  </a:cubicBezTo>
                  <a:cubicBezTo>
                    <a:pt x="20351" y="31109"/>
                    <a:pt x="20241" y="31010"/>
                    <a:pt x="20136" y="31010"/>
                  </a:cubicBezTo>
                  <a:cubicBezTo>
                    <a:pt x="20095" y="31010"/>
                    <a:pt x="20055" y="31025"/>
                    <a:pt x="20025" y="31059"/>
                  </a:cubicBezTo>
                  <a:cubicBezTo>
                    <a:pt x="20023" y="31062"/>
                    <a:pt x="20020" y="31068"/>
                    <a:pt x="20017" y="31074"/>
                  </a:cubicBezTo>
                  <a:cubicBezTo>
                    <a:pt x="19962" y="31036"/>
                    <a:pt x="19910" y="30996"/>
                    <a:pt x="19852" y="30961"/>
                  </a:cubicBezTo>
                  <a:cubicBezTo>
                    <a:pt x="19913" y="30854"/>
                    <a:pt x="19973" y="30748"/>
                    <a:pt x="20034" y="30644"/>
                  </a:cubicBezTo>
                  <a:cubicBezTo>
                    <a:pt x="22153" y="30265"/>
                    <a:pt x="23022" y="27742"/>
                    <a:pt x="23646" y="25958"/>
                  </a:cubicBezTo>
                  <a:cubicBezTo>
                    <a:pt x="24122" y="24587"/>
                    <a:pt x="24604" y="23198"/>
                    <a:pt x="25029" y="21809"/>
                  </a:cubicBezTo>
                  <a:cubicBezTo>
                    <a:pt x="25297" y="20920"/>
                    <a:pt x="25384" y="19757"/>
                    <a:pt x="26458" y="19350"/>
                  </a:cubicBezTo>
                  <a:cubicBezTo>
                    <a:pt x="26744" y="19241"/>
                    <a:pt x="27038" y="19191"/>
                    <a:pt x="27330" y="19191"/>
                  </a:cubicBezTo>
                  <a:cubicBezTo>
                    <a:pt x="29057" y="19191"/>
                    <a:pt x="30742" y="20928"/>
                    <a:pt x="30728" y="22528"/>
                  </a:cubicBezTo>
                  <a:cubicBezTo>
                    <a:pt x="30728" y="22627"/>
                    <a:pt x="30793" y="22669"/>
                    <a:pt x="30865" y="22669"/>
                  </a:cubicBezTo>
                  <a:cubicBezTo>
                    <a:pt x="30884" y="22669"/>
                    <a:pt x="30903" y="22666"/>
                    <a:pt x="30921" y="22661"/>
                  </a:cubicBezTo>
                  <a:lnTo>
                    <a:pt x="30921" y="22661"/>
                  </a:lnTo>
                  <a:cubicBezTo>
                    <a:pt x="30817" y="22808"/>
                    <a:pt x="30713" y="22956"/>
                    <a:pt x="30612" y="23106"/>
                  </a:cubicBezTo>
                  <a:cubicBezTo>
                    <a:pt x="26954" y="24292"/>
                    <a:pt x="25765" y="25895"/>
                    <a:pt x="26100" y="29757"/>
                  </a:cubicBezTo>
                  <a:cubicBezTo>
                    <a:pt x="26137" y="30188"/>
                    <a:pt x="26198" y="30615"/>
                    <a:pt x="26282" y="31036"/>
                  </a:cubicBezTo>
                  <a:cubicBezTo>
                    <a:pt x="26270" y="31057"/>
                    <a:pt x="26258" y="31074"/>
                    <a:pt x="26250" y="31094"/>
                  </a:cubicBezTo>
                  <a:cubicBezTo>
                    <a:pt x="26204" y="31184"/>
                    <a:pt x="26250" y="31296"/>
                    <a:pt x="26348" y="31328"/>
                  </a:cubicBezTo>
                  <a:cubicBezTo>
                    <a:pt x="26374" y="31449"/>
                    <a:pt x="26411" y="31559"/>
                    <a:pt x="26446" y="31674"/>
                  </a:cubicBezTo>
                  <a:cubicBezTo>
                    <a:pt x="26406" y="31747"/>
                    <a:pt x="26362" y="31819"/>
                    <a:pt x="26325" y="31891"/>
                  </a:cubicBezTo>
                  <a:cubicBezTo>
                    <a:pt x="26295" y="31951"/>
                    <a:pt x="26345" y="32018"/>
                    <a:pt x="26399" y="32018"/>
                  </a:cubicBezTo>
                  <a:cubicBezTo>
                    <a:pt x="26417" y="32018"/>
                    <a:pt x="26436" y="32010"/>
                    <a:pt x="26452" y="31992"/>
                  </a:cubicBezTo>
                  <a:lnTo>
                    <a:pt x="26515" y="31923"/>
                  </a:lnTo>
                  <a:cubicBezTo>
                    <a:pt x="26712" y="32526"/>
                    <a:pt x="26983" y="33028"/>
                    <a:pt x="27350" y="33450"/>
                  </a:cubicBezTo>
                  <a:lnTo>
                    <a:pt x="27338" y="33473"/>
                  </a:lnTo>
                  <a:cubicBezTo>
                    <a:pt x="27271" y="33591"/>
                    <a:pt x="27370" y="33691"/>
                    <a:pt x="27473" y="33691"/>
                  </a:cubicBezTo>
                  <a:cubicBezTo>
                    <a:pt x="27498" y="33691"/>
                    <a:pt x="27523" y="33685"/>
                    <a:pt x="27546" y="33672"/>
                  </a:cubicBezTo>
                  <a:cubicBezTo>
                    <a:pt x="27933" y="34053"/>
                    <a:pt x="28424" y="34356"/>
                    <a:pt x="29021" y="34616"/>
                  </a:cubicBezTo>
                  <a:cubicBezTo>
                    <a:pt x="28998" y="34668"/>
                    <a:pt x="28972" y="34711"/>
                    <a:pt x="28949" y="34761"/>
                  </a:cubicBezTo>
                  <a:cubicBezTo>
                    <a:pt x="28895" y="34878"/>
                    <a:pt x="28974" y="35002"/>
                    <a:pt x="29086" y="35002"/>
                  </a:cubicBezTo>
                  <a:cubicBezTo>
                    <a:pt x="29112" y="35002"/>
                    <a:pt x="29140" y="34995"/>
                    <a:pt x="29169" y="34980"/>
                  </a:cubicBezTo>
                  <a:cubicBezTo>
                    <a:pt x="29272" y="34928"/>
                    <a:pt x="29359" y="34862"/>
                    <a:pt x="29457" y="34801"/>
                  </a:cubicBezTo>
                  <a:cubicBezTo>
                    <a:pt x="29714" y="34893"/>
                    <a:pt x="29988" y="34980"/>
                    <a:pt x="30286" y="35061"/>
                  </a:cubicBezTo>
                  <a:cubicBezTo>
                    <a:pt x="33259" y="35863"/>
                    <a:pt x="35145" y="37061"/>
                    <a:pt x="36372" y="39054"/>
                  </a:cubicBezTo>
                  <a:cubicBezTo>
                    <a:pt x="36377" y="39105"/>
                    <a:pt x="36406" y="39152"/>
                    <a:pt x="36450" y="39178"/>
                  </a:cubicBezTo>
                  <a:cubicBezTo>
                    <a:pt x="36900" y="39934"/>
                    <a:pt x="37258" y="40800"/>
                    <a:pt x="37547" y="41805"/>
                  </a:cubicBezTo>
                  <a:cubicBezTo>
                    <a:pt x="37500" y="41863"/>
                    <a:pt x="37454" y="41920"/>
                    <a:pt x="37408" y="41978"/>
                  </a:cubicBezTo>
                  <a:cubicBezTo>
                    <a:pt x="37352" y="42052"/>
                    <a:pt x="37388" y="42185"/>
                    <a:pt x="37482" y="42185"/>
                  </a:cubicBezTo>
                  <a:cubicBezTo>
                    <a:pt x="37494" y="42185"/>
                    <a:pt x="37508" y="42183"/>
                    <a:pt x="37524" y="42177"/>
                  </a:cubicBezTo>
                  <a:cubicBezTo>
                    <a:pt x="37561" y="42163"/>
                    <a:pt x="37593" y="42143"/>
                    <a:pt x="37630" y="42128"/>
                  </a:cubicBezTo>
                  <a:cubicBezTo>
                    <a:pt x="37694" y="42371"/>
                    <a:pt x="37760" y="42607"/>
                    <a:pt x="37815" y="42864"/>
                  </a:cubicBezTo>
                  <a:cubicBezTo>
                    <a:pt x="38014" y="43762"/>
                    <a:pt x="38566" y="45194"/>
                    <a:pt x="38984" y="46603"/>
                  </a:cubicBezTo>
                  <a:cubicBezTo>
                    <a:pt x="38918" y="46672"/>
                    <a:pt x="38860" y="46744"/>
                    <a:pt x="38794" y="46811"/>
                  </a:cubicBezTo>
                  <a:cubicBezTo>
                    <a:pt x="38694" y="46913"/>
                    <a:pt x="38791" y="47056"/>
                    <a:pt x="38900" y="47056"/>
                  </a:cubicBezTo>
                  <a:cubicBezTo>
                    <a:pt x="38932" y="47056"/>
                    <a:pt x="38966" y="47044"/>
                    <a:pt x="38996" y="47013"/>
                  </a:cubicBezTo>
                  <a:cubicBezTo>
                    <a:pt x="39022" y="46984"/>
                    <a:pt x="39048" y="46952"/>
                    <a:pt x="39077" y="46923"/>
                  </a:cubicBezTo>
                  <a:cubicBezTo>
                    <a:pt x="39134" y="47134"/>
                    <a:pt x="39184" y="47339"/>
                    <a:pt x="39233" y="47544"/>
                  </a:cubicBezTo>
                  <a:cubicBezTo>
                    <a:pt x="39120" y="47660"/>
                    <a:pt x="39013" y="47775"/>
                    <a:pt x="38901" y="47888"/>
                  </a:cubicBezTo>
                  <a:cubicBezTo>
                    <a:pt x="38819" y="47971"/>
                    <a:pt x="38881" y="48138"/>
                    <a:pt x="38991" y="48138"/>
                  </a:cubicBezTo>
                  <a:cubicBezTo>
                    <a:pt x="39006" y="48138"/>
                    <a:pt x="39022" y="48134"/>
                    <a:pt x="39039" y="48127"/>
                  </a:cubicBezTo>
                  <a:cubicBezTo>
                    <a:pt x="39143" y="48084"/>
                    <a:pt x="39236" y="48026"/>
                    <a:pt x="39337" y="47980"/>
                  </a:cubicBezTo>
                  <a:cubicBezTo>
                    <a:pt x="39527" y="48898"/>
                    <a:pt x="39588" y="49721"/>
                    <a:pt x="39342" y="50261"/>
                  </a:cubicBezTo>
                  <a:cubicBezTo>
                    <a:pt x="38595" y="51905"/>
                    <a:pt x="40324" y="52654"/>
                    <a:pt x="41728" y="52654"/>
                  </a:cubicBezTo>
                  <a:cubicBezTo>
                    <a:pt x="42033" y="52654"/>
                    <a:pt x="42322" y="52619"/>
                    <a:pt x="42567" y="52550"/>
                  </a:cubicBezTo>
                  <a:lnTo>
                    <a:pt x="42567" y="52550"/>
                  </a:lnTo>
                  <a:cubicBezTo>
                    <a:pt x="42356" y="53486"/>
                    <a:pt x="41840" y="54259"/>
                    <a:pt x="41392" y="55071"/>
                  </a:cubicBezTo>
                  <a:cubicBezTo>
                    <a:pt x="41320" y="55157"/>
                    <a:pt x="41239" y="55238"/>
                    <a:pt x="41167" y="55328"/>
                  </a:cubicBezTo>
                  <a:cubicBezTo>
                    <a:pt x="41124" y="55377"/>
                    <a:pt x="41121" y="55455"/>
                    <a:pt x="41164" y="55507"/>
                  </a:cubicBezTo>
                  <a:cubicBezTo>
                    <a:pt x="40994" y="55841"/>
                    <a:pt x="40858" y="56197"/>
                    <a:pt x="40763" y="56563"/>
                  </a:cubicBezTo>
                  <a:cubicBezTo>
                    <a:pt x="40592" y="57236"/>
                    <a:pt x="40636" y="57984"/>
                    <a:pt x="40757" y="58728"/>
                  </a:cubicBezTo>
                  <a:cubicBezTo>
                    <a:pt x="40745" y="58740"/>
                    <a:pt x="40734" y="58754"/>
                    <a:pt x="40725" y="58766"/>
                  </a:cubicBezTo>
                  <a:cubicBezTo>
                    <a:pt x="40644" y="58855"/>
                    <a:pt x="40693" y="59000"/>
                    <a:pt x="40812" y="59020"/>
                  </a:cubicBezTo>
                  <a:cubicBezTo>
                    <a:pt x="40875" y="59355"/>
                    <a:pt x="40948" y="59684"/>
                    <a:pt x="41023" y="60004"/>
                  </a:cubicBezTo>
                  <a:cubicBezTo>
                    <a:pt x="40999" y="60062"/>
                    <a:pt x="41014" y="60132"/>
                    <a:pt x="41063" y="60175"/>
                  </a:cubicBezTo>
                  <a:cubicBezTo>
                    <a:pt x="41121" y="60420"/>
                    <a:pt x="41178" y="60663"/>
                    <a:pt x="41230" y="60894"/>
                  </a:cubicBezTo>
                  <a:cubicBezTo>
                    <a:pt x="41643" y="62770"/>
                    <a:pt x="42483" y="64500"/>
                    <a:pt x="43500" y="66113"/>
                  </a:cubicBezTo>
                  <a:lnTo>
                    <a:pt x="43494" y="66122"/>
                  </a:lnTo>
                  <a:cubicBezTo>
                    <a:pt x="43438" y="66233"/>
                    <a:pt x="43521" y="66362"/>
                    <a:pt x="43643" y="66362"/>
                  </a:cubicBezTo>
                  <a:cubicBezTo>
                    <a:pt x="43648" y="66362"/>
                    <a:pt x="43653" y="66362"/>
                    <a:pt x="43658" y="66362"/>
                  </a:cubicBezTo>
                  <a:cubicBezTo>
                    <a:pt x="43866" y="66685"/>
                    <a:pt x="44077" y="67003"/>
                    <a:pt x="44296" y="67317"/>
                  </a:cubicBezTo>
                  <a:cubicBezTo>
                    <a:pt x="44325" y="67355"/>
                    <a:pt x="44351" y="67398"/>
                    <a:pt x="44377" y="67439"/>
                  </a:cubicBezTo>
                  <a:cubicBezTo>
                    <a:pt x="44270" y="67615"/>
                    <a:pt x="44155" y="67785"/>
                    <a:pt x="44048" y="67961"/>
                  </a:cubicBezTo>
                  <a:cubicBezTo>
                    <a:pt x="43983" y="68069"/>
                    <a:pt x="44079" y="68184"/>
                    <a:pt x="44180" y="68184"/>
                  </a:cubicBezTo>
                  <a:cubicBezTo>
                    <a:pt x="44214" y="68184"/>
                    <a:pt x="44249" y="68171"/>
                    <a:pt x="44279" y="68140"/>
                  </a:cubicBezTo>
                  <a:cubicBezTo>
                    <a:pt x="44389" y="68025"/>
                    <a:pt x="44496" y="67906"/>
                    <a:pt x="44602" y="67791"/>
                  </a:cubicBezTo>
                  <a:cubicBezTo>
                    <a:pt x="44724" y="67990"/>
                    <a:pt x="44845" y="68198"/>
                    <a:pt x="44966" y="68409"/>
                  </a:cubicBezTo>
                  <a:cubicBezTo>
                    <a:pt x="44946" y="68437"/>
                    <a:pt x="44923" y="68466"/>
                    <a:pt x="44903" y="68498"/>
                  </a:cubicBezTo>
                  <a:cubicBezTo>
                    <a:pt x="44825" y="68609"/>
                    <a:pt x="44931" y="68721"/>
                    <a:pt x="45040" y="68721"/>
                  </a:cubicBezTo>
                  <a:cubicBezTo>
                    <a:pt x="45073" y="68721"/>
                    <a:pt x="45105" y="68711"/>
                    <a:pt x="45134" y="68689"/>
                  </a:cubicBezTo>
                  <a:cubicBezTo>
                    <a:pt x="45235" y="68859"/>
                    <a:pt x="45339" y="69026"/>
                    <a:pt x="45448" y="69194"/>
                  </a:cubicBezTo>
                  <a:cubicBezTo>
                    <a:pt x="45396" y="69252"/>
                    <a:pt x="45344" y="69312"/>
                    <a:pt x="45292" y="69370"/>
                  </a:cubicBezTo>
                  <a:cubicBezTo>
                    <a:pt x="45231" y="69442"/>
                    <a:pt x="45298" y="69538"/>
                    <a:pt x="45365" y="69538"/>
                  </a:cubicBezTo>
                  <a:cubicBezTo>
                    <a:pt x="45387" y="69538"/>
                    <a:pt x="45408" y="69529"/>
                    <a:pt x="45425" y="69506"/>
                  </a:cubicBezTo>
                  <a:cubicBezTo>
                    <a:pt x="45469" y="69451"/>
                    <a:pt x="45515" y="69399"/>
                    <a:pt x="45558" y="69347"/>
                  </a:cubicBezTo>
                  <a:cubicBezTo>
                    <a:pt x="45717" y="69575"/>
                    <a:pt x="45896" y="69791"/>
                    <a:pt x="46089" y="69991"/>
                  </a:cubicBezTo>
                  <a:cubicBezTo>
                    <a:pt x="46046" y="70063"/>
                    <a:pt x="46000" y="70135"/>
                    <a:pt x="45959" y="70207"/>
                  </a:cubicBezTo>
                  <a:cubicBezTo>
                    <a:pt x="45882" y="70343"/>
                    <a:pt x="45994" y="70475"/>
                    <a:pt x="46117" y="70475"/>
                  </a:cubicBezTo>
                  <a:cubicBezTo>
                    <a:pt x="46159" y="70475"/>
                    <a:pt x="46202" y="70460"/>
                    <a:pt x="46239" y="70424"/>
                  </a:cubicBezTo>
                  <a:cubicBezTo>
                    <a:pt x="46294" y="70375"/>
                    <a:pt x="46343" y="70317"/>
                    <a:pt x="46398" y="70265"/>
                  </a:cubicBezTo>
                  <a:cubicBezTo>
                    <a:pt x="46491" y="70346"/>
                    <a:pt x="46589" y="70418"/>
                    <a:pt x="46690" y="70487"/>
                  </a:cubicBezTo>
                  <a:cubicBezTo>
                    <a:pt x="47228" y="70816"/>
                    <a:pt x="47744" y="70978"/>
                    <a:pt x="48208" y="70978"/>
                  </a:cubicBezTo>
                  <a:cubicBezTo>
                    <a:pt x="49125" y="70978"/>
                    <a:pt x="49842" y="70346"/>
                    <a:pt x="50137" y="69119"/>
                  </a:cubicBezTo>
                  <a:cubicBezTo>
                    <a:pt x="50807" y="66344"/>
                    <a:pt x="49819" y="64118"/>
                    <a:pt x="52100" y="61595"/>
                  </a:cubicBezTo>
                  <a:cubicBezTo>
                    <a:pt x="53500" y="60051"/>
                    <a:pt x="55241" y="58763"/>
                    <a:pt x="57066" y="57701"/>
                  </a:cubicBezTo>
                  <a:lnTo>
                    <a:pt x="57066" y="57701"/>
                  </a:lnTo>
                  <a:cubicBezTo>
                    <a:pt x="57060" y="57718"/>
                    <a:pt x="57051" y="57735"/>
                    <a:pt x="57045" y="57750"/>
                  </a:cubicBezTo>
                  <a:cubicBezTo>
                    <a:pt x="57004" y="57872"/>
                    <a:pt x="57111" y="57969"/>
                    <a:pt x="57219" y="57969"/>
                  </a:cubicBezTo>
                  <a:cubicBezTo>
                    <a:pt x="57261" y="57969"/>
                    <a:pt x="57304" y="57954"/>
                    <a:pt x="57337" y="57920"/>
                  </a:cubicBezTo>
                  <a:cubicBezTo>
                    <a:pt x="57580" y="57672"/>
                    <a:pt x="57811" y="57415"/>
                    <a:pt x="58041" y="57158"/>
                  </a:cubicBezTo>
                  <a:cubicBezTo>
                    <a:pt x="58157" y="57097"/>
                    <a:pt x="58272" y="57025"/>
                    <a:pt x="58388" y="56964"/>
                  </a:cubicBezTo>
                  <a:cubicBezTo>
                    <a:pt x="58396" y="57006"/>
                    <a:pt x="58433" y="57034"/>
                    <a:pt x="58477" y="57034"/>
                  </a:cubicBezTo>
                  <a:cubicBezTo>
                    <a:pt x="58479" y="57034"/>
                    <a:pt x="58481" y="57034"/>
                    <a:pt x="58483" y="57034"/>
                  </a:cubicBezTo>
                  <a:cubicBezTo>
                    <a:pt x="59456" y="56967"/>
                    <a:pt x="60458" y="56653"/>
                    <a:pt x="61402" y="56165"/>
                  </a:cubicBezTo>
                  <a:lnTo>
                    <a:pt x="61402" y="56165"/>
                  </a:lnTo>
                  <a:cubicBezTo>
                    <a:pt x="61359" y="56246"/>
                    <a:pt x="61307" y="56332"/>
                    <a:pt x="61263" y="56413"/>
                  </a:cubicBezTo>
                  <a:cubicBezTo>
                    <a:pt x="61195" y="56540"/>
                    <a:pt x="61313" y="56689"/>
                    <a:pt x="61431" y="56689"/>
                  </a:cubicBezTo>
                  <a:cubicBezTo>
                    <a:pt x="61471" y="56689"/>
                    <a:pt x="61511" y="56672"/>
                    <a:pt x="61543" y="56630"/>
                  </a:cubicBezTo>
                  <a:cubicBezTo>
                    <a:pt x="61800" y="56298"/>
                    <a:pt x="62054" y="55963"/>
                    <a:pt x="62311" y="55631"/>
                  </a:cubicBezTo>
                  <a:cubicBezTo>
                    <a:pt x="65894" y="53249"/>
                    <a:pt x="68238" y="48393"/>
                    <a:pt x="64517" y="45197"/>
                  </a:cubicBezTo>
                  <a:cubicBezTo>
                    <a:pt x="65432" y="44348"/>
                    <a:pt x="65854" y="41779"/>
                    <a:pt x="66668" y="41288"/>
                  </a:cubicBezTo>
                  <a:cubicBezTo>
                    <a:pt x="66743" y="41245"/>
                    <a:pt x="66769" y="41147"/>
                    <a:pt x="66726" y="41072"/>
                  </a:cubicBezTo>
                  <a:cubicBezTo>
                    <a:pt x="66610" y="40849"/>
                    <a:pt x="66509" y="40647"/>
                    <a:pt x="66417" y="40457"/>
                  </a:cubicBezTo>
                  <a:cubicBezTo>
                    <a:pt x="66425" y="40402"/>
                    <a:pt x="66399" y="40347"/>
                    <a:pt x="66353" y="40318"/>
                  </a:cubicBezTo>
                  <a:cubicBezTo>
                    <a:pt x="66142" y="39876"/>
                    <a:pt x="65995" y="39513"/>
                    <a:pt x="65909" y="39224"/>
                  </a:cubicBezTo>
                  <a:cubicBezTo>
                    <a:pt x="65963" y="39103"/>
                    <a:pt x="66027" y="38990"/>
                    <a:pt x="66079" y="38866"/>
                  </a:cubicBezTo>
                  <a:cubicBezTo>
                    <a:pt x="66120" y="38765"/>
                    <a:pt x="66030" y="38701"/>
                    <a:pt x="65942" y="38701"/>
                  </a:cubicBezTo>
                  <a:cubicBezTo>
                    <a:pt x="65907" y="38701"/>
                    <a:pt x="65871" y="38711"/>
                    <a:pt x="65845" y="38733"/>
                  </a:cubicBezTo>
                  <a:cubicBezTo>
                    <a:pt x="65833" y="38742"/>
                    <a:pt x="65825" y="38753"/>
                    <a:pt x="65813" y="38762"/>
                  </a:cubicBezTo>
                  <a:cubicBezTo>
                    <a:pt x="65735" y="37954"/>
                    <a:pt x="66382" y="37948"/>
                    <a:pt x="67289" y="37806"/>
                  </a:cubicBezTo>
                  <a:cubicBezTo>
                    <a:pt x="67381" y="37789"/>
                    <a:pt x="67418" y="37682"/>
                    <a:pt x="67404" y="37604"/>
                  </a:cubicBezTo>
                  <a:cubicBezTo>
                    <a:pt x="66887" y="35145"/>
                    <a:pt x="66090" y="33057"/>
                    <a:pt x="67254" y="30722"/>
                  </a:cubicBezTo>
                  <a:cubicBezTo>
                    <a:pt x="67336" y="30559"/>
                    <a:pt x="67049" y="27985"/>
                    <a:pt x="66940" y="27985"/>
                  </a:cubicBezTo>
                  <a:cubicBezTo>
                    <a:pt x="66934" y="27985"/>
                    <a:pt x="66929" y="27991"/>
                    <a:pt x="66925" y="28004"/>
                  </a:cubicBezTo>
                  <a:lnTo>
                    <a:pt x="66925" y="28004"/>
                  </a:lnTo>
                  <a:cubicBezTo>
                    <a:pt x="68183" y="24358"/>
                    <a:pt x="67219" y="20490"/>
                    <a:pt x="69486" y="17107"/>
                  </a:cubicBezTo>
                  <a:cubicBezTo>
                    <a:pt x="71016" y="14817"/>
                    <a:pt x="72552" y="13105"/>
                    <a:pt x="72246" y="10264"/>
                  </a:cubicBezTo>
                  <a:cubicBezTo>
                    <a:pt x="72237" y="10172"/>
                    <a:pt x="72174" y="10082"/>
                    <a:pt x="72076" y="10082"/>
                  </a:cubicBezTo>
                  <a:cubicBezTo>
                    <a:pt x="72073" y="10082"/>
                    <a:pt x="72070" y="10082"/>
                    <a:pt x="72067" y="10082"/>
                  </a:cubicBezTo>
                  <a:cubicBezTo>
                    <a:pt x="70210" y="10178"/>
                    <a:pt x="68749" y="10871"/>
                    <a:pt x="67003" y="11491"/>
                  </a:cubicBezTo>
                  <a:cubicBezTo>
                    <a:pt x="66906" y="11525"/>
                    <a:pt x="66933" y="11669"/>
                    <a:pt x="67023" y="11669"/>
                  </a:cubicBezTo>
                  <a:cubicBezTo>
                    <a:pt x="67032" y="11669"/>
                    <a:pt x="67042" y="11668"/>
                    <a:pt x="67052" y="11664"/>
                  </a:cubicBezTo>
                  <a:cubicBezTo>
                    <a:pt x="67909" y="11428"/>
                    <a:pt x="68755" y="11148"/>
                    <a:pt x="69587" y="10821"/>
                  </a:cubicBezTo>
                  <a:cubicBezTo>
                    <a:pt x="69740" y="10925"/>
                    <a:pt x="69867" y="11029"/>
                    <a:pt x="70002" y="11133"/>
                  </a:cubicBezTo>
                  <a:cubicBezTo>
                    <a:pt x="64390" y="15516"/>
                    <a:pt x="59727" y="21547"/>
                    <a:pt x="54866" y="26717"/>
                  </a:cubicBezTo>
                  <a:cubicBezTo>
                    <a:pt x="54288" y="27332"/>
                    <a:pt x="53711" y="27950"/>
                    <a:pt x="53134" y="28574"/>
                  </a:cubicBezTo>
                  <a:cubicBezTo>
                    <a:pt x="57724" y="22803"/>
                    <a:pt x="62756" y="17381"/>
                    <a:pt x="67664" y="11881"/>
                  </a:cubicBezTo>
                  <a:cubicBezTo>
                    <a:pt x="67759" y="11775"/>
                    <a:pt x="67662" y="11631"/>
                    <a:pt x="67555" y="11631"/>
                  </a:cubicBezTo>
                  <a:cubicBezTo>
                    <a:pt x="67522" y="11631"/>
                    <a:pt x="67488" y="11644"/>
                    <a:pt x="67459" y="11676"/>
                  </a:cubicBezTo>
                  <a:cubicBezTo>
                    <a:pt x="62554" y="17026"/>
                    <a:pt x="57441" y="22188"/>
                    <a:pt x="52672" y="27659"/>
                  </a:cubicBezTo>
                  <a:cubicBezTo>
                    <a:pt x="50319" y="30358"/>
                    <a:pt x="47974" y="33072"/>
                    <a:pt x="45697" y="35837"/>
                  </a:cubicBezTo>
                  <a:cubicBezTo>
                    <a:pt x="44626" y="37137"/>
                    <a:pt x="43615" y="38485"/>
                    <a:pt x="42570" y="39804"/>
                  </a:cubicBezTo>
                  <a:cubicBezTo>
                    <a:pt x="42192" y="40237"/>
                    <a:pt x="41825" y="40682"/>
                    <a:pt x="41476" y="41135"/>
                  </a:cubicBezTo>
                  <a:cubicBezTo>
                    <a:pt x="41357" y="41574"/>
                    <a:pt x="41196" y="41926"/>
                    <a:pt x="40991" y="42197"/>
                  </a:cubicBezTo>
                  <a:cubicBezTo>
                    <a:pt x="41591" y="41499"/>
                    <a:pt x="42143" y="40734"/>
                    <a:pt x="42758" y="39992"/>
                  </a:cubicBezTo>
                  <a:cubicBezTo>
                    <a:pt x="45344" y="36862"/>
                    <a:pt x="47862" y="33692"/>
                    <a:pt x="50504" y="30606"/>
                  </a:cubicBezTo>
                  <a:cubicBezTo>
                    <a:pt x="55611" y="24633"/>
                    <a:pt x="61307" y="18611"/>
                    <a:pt x="66344" y="12932"/>
                  </a:cubicBezTo>
                  <a:lnTo>
                    <a:pt x="66344" y="12932"/>
                  </a:lnTo>
                  <a:cubicBezTo>
                    <a:pt x="61474" y="18423"/>
                    <a:pt x="56529" y="23836"/>
                    <a:pt x="51953" y="29581"/>
                  </a:cubicBezTo>
                  <a:cubicBezTo>
                    <a:pt x="51526" y="30118"/>
                    <a:pt x="51118" y="30673"/>
                    <a:pt x="50700" y="31221"/>
                  </a:cubicBezTo>
                  <a:cubicBezTo>
                    <a:pt x="46537" y="35809"/>
                    <a:pt x="42460" y="40607"/>
                    <a:pt x="38880" y="45549"/>
                  </a:cubicBezTo>
                  <a:cubicBezTo>
                    <a:pt x="38869" y="45567"/>
                    <a:pt x="38875" y="45581"/>
                    <a:pt x="38872" y="45598"/>
                  </a:cubicBezTo>
                  <a:cubicBezTo>
                    <a:pt x="38719" y="45142"/>
                    <a:pt x="38574" y="44683"/>
                    <a:pt x="38430" y="44227"/>
                  </a:cubicBezTo>
                  <a:lnTo>
                    <a:pt x="38430" y="44227"/>
                  </a:lnTo>
                  <a:cubicBezTo>
                    <a:pt x="38445" y="44232"/>
                    <a:pt x="38461" y="44235"/>
                    <a:pt x="38476" y="44235"/>
                  </a:cubicBezTo>
                  <a:cubicBezTo>
                    <a:pt x="38494" y="44235"/>
                    <a:pt x="38511" y="44232"/>
                    <a:pt x="38528" y="44224"/>
                  </a:cubicBezTo>
                  <a:cubicBezTo>
                    <a:pt x="39475" y="43756"/>
                    <a:pt x="40203" y="43098"/>
                    <a:pt x="40861" y="42353"/>
                  </a:cubicBezTo>
                  <a:lnTo>
                    <a:pt x="40861" y="42353"/>
                  </a:lnTo>
                  <a:cubicBezTo>
                    <a:pt x="40543" y="42693"/>
                    <a:pt x="40143" y="42867"/>
                    <a:pt x="39651" y="42867"/>
                  </a:cubicBezTo>
                  <a:cubicBezTo>
                    <a:pt x="39562" y="42867"/>
                    <a:pt x="39469" y="42861"/>
                    <a:pt x="39374" y="42850"/>
                  </a:cubicBezTo>
                  <a:cubicBezTo>
                    <a:pt x="39856" y="42044"/>
                    <a:pt x="40387" y="41262"/>
                    <a:pt x="40945" y="40494"/>
                  </a:cubicBezTo>
                  <a:cubicBezTo>
                    <a:pt x="42677" y="38672"/>
                    <a:pt x="44273" y="36686"/>
                    <a:pt x="45821" y="34662"/>
                  </a:cubicBezTo>
                  <a:cubicBezTo>
                    <a:pt x="48240" y="32041"/>
                    <a:pt x="50763" y="29492"/>
                    <a:pt x="52957" y="26830"/>
                  </a:cubicBezTo>
                  <a:cubicBezTo>
                    <a:pt x="55276" y="24012"/>
                    <a:pt x="57634" y="21238"/>
                    <a:pt x="60109" y="18553"/>
                  </a:cubicBezTo>
                  <a:cubicBezTo>
                    <a:pt x="62158" y="16330"/>
                    <a:pt x="64370" y="14528"/>
                    <a:pt x="65845" y="11849"/>
                  </a:cubicBezTo>
                  <a:cubicBezTo>
                    <a:pt x="65897" y="11760"/>
                    <a:pt x="65831" y="11647"/>
                    <a:pt x="65727" y="11644"/>
                  </a:cubicBezTo>
                  <a:cubicBezTo>
                    <a:pt x="64996" y="11644"/>
                    <a:pt x="63729" y="13304"/>
                    <a:pt x="63270" y="13737"/>
                  </a:cubicBezTo>
                  <a:cubicBezTo>
                    <a:pt x="63166" y="13836"/>
                    <a:pt x="63071" y="13942"/>
                    <a:pt x="62967" y="14041"/>
                  </a:cubicBezTo>
                  <a:cubicBezTo>
                    <a:pt x="63925" y="12984"/>
                    <a:pt x="64797" y="11869"/>
                    <a:pt x="65464" y="10642"/>
                  </a:cubicBezTo>
                  <a:cubicBezTo>
                    <a:pt x="65646" y="11390"/>
                    <a:pt x="66012" y="12060"/>
                    <a:pt x="66806" y="12158"/>
                  </a:cubicBezTo>
                  <a:cubicBezTo>
                    <a:pt x="66812" y="12159"/>
                    <a:pt x="66817" y="12159"/>
                    <a:pt x="66822" y="12159"/>
                  </a:cubicBezTo>
                  <a:cubicBezTo>
                    <a:pt x="66952" y="12159"/>
                    <a:pt x="66995" y="11951"/>
                    <a:pt x="66879" y="11895"/>
                  </a:cubicBezTo>
                  <a:cubicBezTo>
                    <a:pt x="64563" y="10747"/>
                    <a:pt x="66607" y="4132"/>
                    <a:pt x="63347" y="4132"/>
                  </a:cubicBezTo>
                  <a:cubicBezTo>
                    <a:pt x="63132" y="4132"/>
                    <a:pt x="62893" y="4161"/>
                    <a:pt x="62629" y="4222"/>
                  </a:cubicBezTo>
                  <a:lnTo>
                    <a:pt x="62638" y="4210"/>
                  </a:lnTo>
                  <a:cubicBezTo>
                    <a:pt x="62713" y="4096"/>
                    <a:pt x="62599" y="3965"/>
                    <a:pt x="62486" y="3965"/>
                  </a:cubicBezTo>
                  <a:cubicBezTo>
                    <a:pt x="62449" y="3965"/>
                    <a:pt x="62411" y="3979"/>
                    <a:pt x="62381" y="4014"/>
                  </a:cubicBezTo>
                  <a:cubicBezTo>
                    <a:pt x="62360" y="4037"/>
                    <a:pt x="62340" y="4057"/>
                    <a:pt x="62320" y="4080"/>
                  </a:cubicBezTo>
                  <a:cubicBezTo>
                    <a:pt x="62219" y="3601"/>
                    <a:pt x="62040" y="3142"/>
                    <a:pt x="61795" y="2721"/>
                  </a:cubicBezTo>
                  <a:cubicBezTo>
                    <a:pt x="61792" y="2666"/>
                    <a:pt x="61757" y="2617"/>
                    <a:pt x="61708" y="2594"/>
                  </a:cubicBezTo>
                  <a:cubicBezTo>
                    <a:pt x="60561" y="808"/>
                    <a:pt x="58248" y="1"/>
                    <a:pt x="56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3" name="Google Shape;4303;p56"/>
            <p:cNvSpPr/>
            <p:nvPr/>
          </p:nvSpPr>
          <p:spPr>
            <a:xfrm>
              <a:off x="1156325" y="1192300"/>
              <a:ext cx="429675" cy="394375"/>
            </a:xfrm>
            <a:custGeom>
              <a:avLst/>
              <a:gdLst/>
              <a:ahLst/>
              <a:cxnLst/>
              <a:rect l="l" t="t" r="r" b="b"/>
              <a:pathLst>
                <a:path w="17187" h="15775" extrusionOk="0">
                  <a:moveTo>
                    <a:pt x="11450" y="1377"/>
                  </a:moveTo>
                  <a:cubicBezTo>
                    <a:pt x="11655" y="1755"/>
                    <a:pt x="11857" y="2303"/>
                    <a:pt x="12051" y="3016"/>
                  </a:cubicBezTo>
                  <a:lnTo>
                    <a:pt x="12051" y="3016"/>
                  </a:lnTo>
                  <a:cubicBezTo>
                    <a:pt x="11692" y="3283"/>
                    <a:pt x="11562" y="3384"/>
                    <a:pt x="11159" y="3716"/>
                  </a:cubicBezTo>
                  <a:cubicBezTo>
                    <a:pt x="10929" y="3984"/>
                    <a:pt x="10803" y="4119"/>
                    <a:pt x="10783" y="4119"/>
                  </a:cubicBezTo>
                  <a:cubicBezTo>
                    <a:pt x="10759" y="4119"/>
                    <a:pt x="10875" y="3938"/>
                    <a:pt x="11133" y="3577"/>
                  </a:cubicBezTo>
                  <a:cubicBezTo>
                    <a:pt x="11372" y="3207"/>
                    <a:pt x="11577" y="2815"/>
                    <a:pt x="11739" y="2405"/>
                  </a:cubicBezTo>
                  <a:cubicBezTo>
                    <a:pt x="11795" y="2280"/>
                    <a:pt x="11705" y="2163"/>
                    <a:pt x="11596" y="2163"/>
                  </a:cubicBezTo>
                  <a:cubicBezTo>
                    <a:pt x="11558" y="2163"/>
                    <a:pt x="11519" y="2177"/>
                    <a:pt x="11482" y="2209"/>
                  </a:cubicBezTo>
                  <a:cubicBezTo>
                    <a:pt x="11089" y="2543"/>
                    <a:pt x="10682" y="2881"/>
                    <a:pt x="10272" y="3222"/>
                  </a:cubicBezTo>
                  <a:cubicBezTo>
                    <a:pt x="10691" y="2627"/>
                    <a:pt x="11084" y="2012"/>
                    <a:pt x="11450" y="1377"/>
                  </a:cubicBezTo>
                  <a:close/>
                  <a:moveTo>
                    <a:pt x="11796" y="3664"/>
                  </a:moveTo>
                  <a:cubicBezTo>
                    <a:pt x="11910" y="3664"/>
                    <a:pt x="11269" y="4389"/>
                    <a:pt x="11130" y="4611"/>
                  </a:cubicBezTo>
                  <a:cubicBezTo>
                    <a:pt x="11124" y="4619"/>
                    <a:pt x="11130" y="4628"/>
                    <a:pt x="11127" y="4637"/>
                  </a:cubicBezTo>
                  <a:cubicBezTo>
                    <a:pt x="11086" y="4638"/>
                    <a:pt x="11045" y="4639"/>
                    <a:pt x="11005" y="4639"/>
                  </a:cubicBezTo>
                  <a:cubicBezTo>
                    <a:pt x="10855" y="4639"/>
                    <a:pt x="10706" y="4627"/>
                    <a:pt x="10558" y="4602"/>
                  </a:cubicBezTo>
                  <a:cubicBezTo>
                    <a:pt x="10870" y="4368"/>
                    <a:pt x="11009" y="4258"/>
                    <a:pt x="11390" y="3947"/>
                  </a:cubicBezTo>
                  <a:cubicBezTo>
                    <a:pt x="11638" y="3743"/>
                    <a:pt x="11758" y="3664"/>
                    <a:pt x="11796" y="3664"/>
                  </a:cubicBezTo>
                  <a:close/>
                  <a:moveTo>
                    <a:pt x="11320" y="2772"/>
                  </a:moveTo>
                  <a:lnTo>
                    <a:pt x="11320" y="2772"/>
                  </a:lnTo>
                  <a:cubicBezTo>
                    <a:pt x="10844" y="3176"/>
                    <a:pt x="10495" y="3961"/>
                    <a:pt x="10163" y="4504"/>
                  </a:cubicBezTo>
                  <a:cubicBezTo>
                    <a:pt x="10154" y="4518"/>
                    <a:pt x="10157" y="4535"/>
                    <a:pt x="10154" y="4550"/>
                  </a:cubicBezTo>
                  <a:cubicBezTo>
                    <a:pt x="10101" y="4546"/>
                    <a:pt x="10048" y="4544"/>
                    <a:pt x="9994" y="4544"/>
                  </a:cubicBezTo>
                  <a:cubicBezTo>
                    <a:pt x="9755" y="4544"/>
                    <a:pt x="9505" y="4589"/>
                    <a:pt x="9239" y="4749"/>
                  </a:cubicBezTo>
                  <a:cubicBezTo>
                    <a:pt x="9149" y="4804"/>
                    <a:pt x="9080" y="4847"/>
                    <a:pt x="8999" y="4899"/>
                  </a:cubicBezTo>
                  <a:cubicBezTo>
                    <a:pt x="9118" y="4752"/>
                    <a:pt x="9239" y="4605"/>
                    <a:pt x="9354" y="4455"/>
                  </a:cubicBezTo>
                  <a:cubicBezTo>
                    <a:pt x="9565" y="4273"/>
                    <a:pt x="9776" y="4085"/>
                    <a:pt x="9987" y="3903"/>
                  </a:cubicBezTo>
                  <a:cubicBezTo>
                    <a:pt x="10428" y="3522"/>
                    <a:pt x="10873" y="3147"/>
                    <a:pt x="11320" y="2772"/>
                  </a:cubicBezTo>
                  <a:close/>
                  <a:moveTo>
                    <a:pt x="11263" y="1088"/>
                  </a:moveTo>
                  <a:cubicBezTo>
                    <a:pt x="10717" y="2125"/>
                    <a:pt x="10041" y="3092"/>
                    <a:pt x="9311" y="4022"/>
                  </a:cubicBezTo>
                  <a:cubicBezTo>
                    <a:pt x="8944" y="4328"/>
                    <a:pt x="8584" y="4642"/>
                    <a:pt x="8223" y="4966"/>
                  </a:cubicBezTo>
                  <a:cubicBezTo>
                    <a:pt x="8459" y="4657"/>
                    <a:pt x="8696" y="4351"/>
                    <a:pt x="8930" y="4039"/>
                  </a:cubicBezTo>
                  <a:cubicBezTo>
                    <a:pt x="9603" y="3147"/>
                    <a:pt x="10700" y="1995"/>
                    <a:pt x="11263" y="1088"/>
                  </a:cubicBezTo>
                  <a:close/>
                  <a:moveTo>
                    <a:pt x="8145" y="3696"/>
                  </a:moveTo>
                  <a:cubicBezTo>
                    <a:pt x="7411" y="5133"/>
                    <a:pt x="6164" y="6340"/>
                    <a:pt x="5073" y="7509"/>
                  </a:cubicBezTo>
                  <a:cubicBezTo>
                    <a:pt x="4833" y="7766"/>
                    <a:pt x="4602" y="8026"/>
                    <a:pt x="4369" y="8283"/>
                  </a:cubicBezTo>
                  <a:cubicBezTo>
                    <a:pt x="4715" y="7549"/>
                    <a:pt x="5087" y="6831"/>
                    <a:pt x="5503" y="6132"/>
                  </a:cubicBezTo>
                  <a:cubicBezTo>
                    <a:pt x="5809" y="5635"/>
                    <a:pt x="6156" y="5165"/>
                    <a:pt x="6537" y="4723"/>
                  </a:cubicBezTo>
                  <a:lnTo>
                    <a:pt x="6540" y="4723"/>
                  </a:lnTo>
                  <a:cubicBezTo>
                    <a:pt x="6842" y="4357"/>
                    <a:pt x="8099" y="3783"/>
                    <a:pt x="8145" y="3696"/>
                  </a:cubicBezTo>
                  <a:close/>
                  <a:moveTo>
                    <a:pt x="10733" y="751"/>
                  </a:moveTo>
                  <a:cubicBezTo>
                    <a:pt x="10844" y="751"/>
                    <a:pt x="10955" y="794"/>
                    <a:pt x="11063" y="881"/>
                  </a:cubicBezTo>
                  <a:cubicBezTo>
                    <a:pt x="9600" y="2546"/>
                    <a:pt x="8327" y="4362"/>
                    <a:pt x="6950" y="6100"/>
                  </a:cubicBezTo>
                  <a:cubicBezTo>
                    <a:pt x="6516" y="6649"/>
                    <a:pt x="6049" y="7163"/>
                    <a:pt x="5575" y="7674"/>
                  </a:cubicBezTo>
                  <a:cubicBezTo>
                    <a:pt x="5385" y="7879"/>
                    <a:pt x="5015" y="8147"/>
                    <a:pt x="4675" y="8421"/>
                  </a:cubicBezTo>
                  <a:cubicBezTo>
                    <a:pt x="6037" y="6935"/>
                    <a:pt x="7443" y="5488"/>
                    <a:pt x="8448" y="3727"/>
                  </a:cubicBezTo>
                  <a:cubicBezTo>
                    <a:pt x="8454" y="3728"/>
                    <a:pt x="8460" y="3728"/>
                    <a:pt x="8466" y="3728"/>
                  </a:cubicBezTo>
                  <a:cubicBezTo>
                    <a:pt x="8514" y="3728"/>
                    <a:pt x="8558" y="3708"/>
                    <a:pt x="8586" y="3669"/>
                  </a:cubicBezTo>
                  <a:cubicBezTo>
                    <a:pt x="8921" y="3222"/>
                    <a:pt x="9190" y="2751"/>
                    <a:pt x="9461" y="2261"/>
                  </a:cubicBezTo>
                  <a:cubicBezTo>
                    <a:pt x="9597" y="2009"/>
                    <a:pt x="9741" y="1758"/>
                    <a:pt x="9894" y="1516"/>
                  </a:cubicBezTo>
                  <a:cubicBezTo>
                    <a:pt x="10182" y="1005"/>
                    <a:pt x="10462" y="751"/>
                    <a:pt x="10733" y="751"/>
                  </a:cubicBezTo>
                  <a:close/>
                  <a:moveTo>
                    <a:pt x="7715" y="5970"/>
                  </a:moveTo>
                  <a:cubicBezTo>
                    <a:pt x="6840" y="7001"/>
                    <a:pt x="5936" y="8011"/>
                    <a:pt x="5067" y="9045"/>
                  </a:cubicBezTo>
                  <a:lnTo>
                    <a:pt x="5061" y="9051"/>
                  </a:lnTo>
                  <a:cubicBezTo>
                    <a:pt x="5090" y="9013"/>
                    <a:pt x="5116" y="8976"/>
                    <a:pt x="5131" y="8950"/>
                  </a:cubicBezTo>
                  <a:cubicBezTo>
                    <a:pt x="5662" y="8072"/>
                    <a:pt x="6389" y="7313"/>
                    <a:pt x="7094" y="6571"/>
                  </a:cubicBezTo>
                  <a:cubicBezTo>
                    <a:pt x="7290" y="6363"/>
                    <a:pt x="7507" y="6172"/>
                    <a:pt x="7712" y="5970"/>
                  </a:cubicBezTo>
                  <a:close/>
                  <a:moveTo>
                    <a:pt x="2212" y="8317"/>
                  </a:moveTo>
                  <a:lnTo>
                    <a:pt x="2212" y="8317"/>
                  </a:lnTo>
                  <a:cubicBezTo>
                    <a:pt x="1825" y="8903"/>
                    <a:pt x="1471" y="9566"/>
                    <a:pt x="1122" y="10146"/>
                  </a:cubicBezTo>
                  <a:lnTo>
                    <a:pt x="1122" y="10146"/>
                  </a:lnTo>
                  <a:cubicBezTo>
                    <a:pt x="1021" y="10063"/>
                    <a:pt x="938" y="9962"/>
                    <a:pt x="878" y="9845"/>
                  </a:cubicBezTo>
                  <a:cubicBezTo>
                    <a:pt x="1274" y="9605"/>
                    <a:pt x="1764" y="8935"/>
                    <a:pt x="2212" y="8317"/>
                  </a:cubicBezTo>
                  <a:close/>
                  <a:moveTo>
                    <a:pt x="4989" y="8609"/>
                  </a:moveTo>
                  <a:lnTo>
                    <a:pt x="4989" y="8609"/>
                  </a:lnTo>
                  <a:cubicBezTo>
                    <a:pt x="4672" y="9097"/>
                    <a:pt x="4395" y="9614"/>
                    <a:pt x="4166" y="10148"/>
                  </a:cubicBezTo>
                  <a:cubicBezTo>
                    <a:pt x="4007" y="10107"/>
                    <a:pt x="3849" y="10089"/>
                    <a:pt x="3687" y="10089"/>
                  </a:cubicBezTo>
                  <a:cubicBezTo>
                    <a:pt x="3528" y="10089"/>
                    <a:pt x="3366" y="10106"/>
                    <a:pt x="3199" y="10136"/>
                  </a:cubicBezTo>
                  <a:lnTo>
                    <a:pt x="3202" y="10133"/>
                  </a:lnTo>
                  <a:cubicBezTo>
                    <a:pt x="3321" y="9980"/>
                    <a:pt x="3442" y="9830"/>
                    <a:pt x="3566" y="9683"/>
                  </a:cubicBezTo>
                  <a:cubicBezTo>
                    <a:pt x="3585" y="9696"/>
                    <a:pt x="3607" y="9703"/>
                    <a:pt x="3630" y="9703"/>
                  </a:cubicBezTo>
                  <a:cubicBezTo>
                    <a:pt x="3656" y="9703"/>
                    <a:pt x="3682" y="9694"/>
                    <a:pt x="3702" y="9677"/>
                  </a:cubicBezTo>
                  <a:cubicBezTo>
                    <a:pt x="4149" y="9345"/>
                    <a:pt x="4579" y="8990"/>
                    <a:pt x="4989" y="8609"/>
                  </a:cubicBezTo>
                  <a:close/>
                  <a:moveTo>
                    <a:pt x="7931" y="7116"/>
                  </a:moveTo>
                  <a:cubicBezTo>
                    <a:pt x="8021" y="7333"/>
                    <a:pt x="8139" y="7570"/>
                    <a:pt x="8292" y="7847"/>
                  </a:cubicBezTo>
                  <a:cubicBezTo>
                    <a:pt x="8326" y="7909"/>
                    <a:pt x="8379" y="7935"/>
                    <a:pt x="8433" y="7935"/>
                  </a:cubicBezTo>
                  <a:cubicBezTo>
                    <a:pt x="8472" y="7935"/>
                    <a:pt x="8512" y="7922"/>
                    <a:pt x="8546" y="7899"/>
                  </a:cubicBezTo>
                  <a:lnTo>
                    <a:pt x="8546" y="7899"/>
                  </a:lnTo>
                  <a:cubicBezTo>
                    <a:pt x="8084" y="8439"/>
                    <a:pt x="7608" y="8961"/>
                    <a:pt x="7105" y="9469"/>
                  </a:cubicBezTo>
                  <a:lnTo>
                    <a:pt x="6369" y="10203"/>
                  </a:lnTo>
                  <a:cubicBezTo>
                    <a:pt x="7007" y="9230"/>
                    <a:pt x="7605" y="8263"/>
                    <a:pt x="7931" y="7116"/>
                  </a:cubicBezTo>
                  <a:close/>
                  <a:moveTo>
                    <a:pt x="4568" y="6014"/>
                  </a:moveTo>
                  <a:lnTo>
                    <a:pt x="4568" y="6014"/>
                  </a:lnTo>
                  <a:cubicBezTo>
                    <a:pt x="3869" y="6883"/>
                    <a:pt x="3277" y="7830"/>
                    <a:pt x="2636" y="8759"/>
                  </a:cubicBezTo>
                  <a:cubicBezTo>
                    <a:pt x="2530" y="8913"/>
                    <a:pt x="1531" y="10232"/>
                    <a:pt x="1474" y="10232"/>
                  </a:cubicBezTo>
                  <a:cubicBezTo>
                    <a:pt x="1452" y="10232"/>
                    <a:pt x="1570" y="10037"/>
                    <a:pt x="1932" y="9504"/>
                  </a:cubicBezTo>
                  <a:lnTo>
                    <a:pt x="1935" y="9504"/>
                  </a:lnTo>
                  <a:cubicBezTo>
                    <a:pt x="2524" y="8644"/>
                    <a:pt x="3055" y="7743"/>
                    <a:pt x="3526" y="6810"/>
                  </a:cubicBezTo>
                  <a:cubicBezTo>
                    <a:pt x="3531" y="6799"/>
                    <a:pt x="3526" y="6790"/>
                    <a:pt x="3531" y="6779"/>
                  </a:cubicBezTo>
                  <a:cubicBezTo>
                    <a:pt x="3872" y="6516"/>
                    <a:pt x="4218" y="6265"/>
                    <a:pt x="4568" y="6014"/>
                  </a:cubicBezTo>
                  <a:close/>
                  <a:moveTo>
                    <a:pt x="7732" y="6432"/>
                  </a:moveTo>
                  <a:cubicBezTo>
                    <a:pt x="7749" y="6562"/>
                    <a:pt x="7778" y="6692"/>
                    <a:pt x="7821" y="6816"/>
                  </a:cubicBezTo>
                  <a:cubicBezTo>
                    <a:pt x="7769" y="6816"/>
                    <a:pt x="7723" y="6839"/>
                    <a:pt x="7691" y="6877"/>
                  </a:cubicBezTo>
                  <a:cubicBezTo>
                    <a:pt x="6745" y="8115"/>
                    <a:pt x="5621" y="9172"/>
                    <a:pt x="4568" y="10312"/>
                  </a:cubicBezTo>
                  <a:cubicBezTo>
                    <a:pt x="4542" y="10304"/>
                    <a:pt x="4522" y="10283"/>
                    <a:pt x="4496" y="10275"/>
                  </a:cubicBezTo>
                  <a:lnTo>
                    <a:pt x="4496" y="10272"/>
                  </a:lnTo>
                  <a:cubicBezTo>
                    <a:pt x="5535" y="8961"/>
                    <a:pt x="6646" y="7705"/>
                    <a:pt x="7732" y="6432"/>
                  </a:cubicBezTo>
                  <a:close/>
                  <a:moveTo>
                    <a:pt x="5150" y="5666"/>
                  </a:moveTo>
                  <a:cubicBezTo>
                    <a:pt x="5228" y="5666"/>
                    <a:pt x="4267" y="7260"/>
                    <a:pt x="4042" y="7633"/>
                  </a:cubicBezTo>
                  <a:cubicBezTo>
                    <a:pt x="3534" y="8485"/>
                    <a:pt x="3090" y="9334"/>
                    <a:pt x="2720" y="10249"/>
                  </a:cubicBezTo>
                  <a:cubicBezTo>
                    <a:pt x="2440" y="10332"/>
                    <a:pt x="2146" y="10439"/>
                    <a:pt x="1815" y="10566"/>
                  </a:cubicBezTo>
                  <a:lnTo>
                    <a:pt x="1815" y="10566"/>
                  </a:lnTo>
                  <a:cubicBezTo>
                    <a:pt x="1706" y="10517"/>
                    <a:pt x="1614" y="10465"/>
                    <a:pt x="1522" y="10416"/>
                  </a:cubicBezTo>
                  <a:cubicBezTo>
                    <a:pt x="2694" y="9348"/>
                    <a:pt x="3476" y="8014"/>
                    <a:pt x="4386" y="6695"/>
                  </a:cubicBezTo>
                  <a:cubicBezTo>
                    <a:pt x="4906" y="5941"/>
                    <a:pt x="5118" y="5666"/>
                    <a:pt x="5150" y="5666"/>
                  </a:cubicBezTo>
                  <a:close/>
                  <a:moveTo>
                    <a:pt x="8864" y="8179"/>
                  </a:moveTo>
                  <a:cubicBezTo>
                    <a:pt x="8970" y="8251"/>
                    <a:pt x="9126" y="8329"/>
                    <a:pt x="9328" y="8447"/>
                  </a:cubicBezTo>
                  <a:cubicBezTo>
                    <a:pt x="9327" y="8449"/>
                    <a:pt x="9326" y="8449"/>
                    <a:pt x="9324" y="8449"/>
                  </a:cubicBezTo>
                  <a:cubicBezTo>
                    <a:pt x="9323" y="8449"/>
                    <a:pt x="9321" y="8449"/>
                    <a:pt x="9320" y="8450"/>
                  </a:cubicBezTo>
                  <a:cubicBezTo>
                    <a:pt x="8633" y="9169"/>
                    <a:pt x="7983" y="9923"/>
                    <a:pt x="7313" y="10656"/>
                  </a:cubicBezTo>
                  <a:cubicBezTo>
                    <a:pt x="7486" y="10457"/>
                    <a:pt x="7665" y="10237"/>
                    <a:pt x="7772" y="10067"/>
                  </a:cubicBezTo>
                  <a:cubicBezTo>
                    <a:pt x="8153" y="9449"/>
                    <a:pt x="8508" y="8814"/>
                    <a:pt x="8864" y="8179"/>
                  </a:cubicBezTo>
                  <a:close/>
                  <a:moveTo>
                    <a:pt x="9600" y="8609"/>
                  </a:moveTo>
                  <a:cubicBezTo>
                    <a:pt x="9718" y="8681"/>
                    <a:pt x="9839" y="8753"/>
                    <a:pt x="9961" y="8828"/>
                  </a:cubicBezTo>
                  <a:cubicBezTo>
                    <a:pt x="10103" y="8916"/>
                    <a:pt x="10204" y="8944"/>
                    <a:pt x="10286" y="8944"/>
                  </a:cubicBezTo>
                  <a:cubicBezTo>
                    <a:pt x="10418" y="8944"/>
                    <a:pt x="10496" y="8872"/>
                    <a:pt x="10602" y="8872"/>
                  </a:cubicBezTo>
                  <a:cubicBezTo>
                    <a:pt x="10630" y="8872"/>
                    <a:pt x="10660" y="8876"/>
                    <a:pt x="10693" y="8889"/>
                  </a:cubicBezTo>
                  <a:lnTo>
                    <a:pt x="10693" y="8889"/>
                  </a:lnTo>
                  <a:cubicBezTo>
                    <a:pt x="10673" y="8881"/>
                    <a:pt x="10654" y="8878"/>
                    <a:pt x="10635" y="8878"/>
                  </a:cubicBezTo>
                  <a:cubicBezTo>
                    <a:pt x="10505" y="8878"/>
                    <a:pt x="10420" y="9047"/>
                    <a:pt x="10486" y="9160"/>
                  </a:cubicBezTo>
                  <a:cubicBezTo>
                    <a:pt x="10561" y="9299"/>
                    <a:pt x="10642" y="9440"/>
                    <a:pt x="10720" y="9579"/>
                  </a:cubicBezTo>
                  <a:cubicBezTo>
                    <a:pt x="10677" y="9582"/>
                    <a:pt x="10636" y="9599"/>
                    <a:pt x="10607" y="9628"/>
                  </a:cubicBezTo>
                  <a:cubicBezTo>
                    <a:pt x="10272" y="9946"/>
                    <a:pt x="9961" y="10272"/>
                    <a:pt x="9655" y="10607"/>
                  </a:cubicBezTo>
                  <a:cubicBezTo>
                    <a:pt x="9917" y="10142"/>
                    <a:pt x="10171" y="9669"/>
                    <a:pt x="10371" y="9160"/>
                  </a:cubicBezTo>
                  <a:cubicBezTo>
                    <a:pt x="10422" y="9028"/>
                    <a:pt x="10308" y="8940"/>
                    <a:pt x="10195" y="8940"/>
                  </a:cubicBezTo>
                  <a:cubicBezTo>
                    <a:pt x="10150" y="8940"/>
                    <a:pt x="10105" y="8954"/>
                    <a:pt x="10070" y="8984"/>
                  </a:cubicBezTo>
                  <a:cubicBezTo>
                    <a:pt x="9461" y="9510"/>
                    <a:pt x="8921" y="10090"/>
                    <a:pt x="8396" y="10691"/>
                  </a:cubicBezTo>
                  <a:cubicBezTo>
                    <a:pt x="8800" y="10015"/>
                    <a:pt x="9207" y="9345"/>
                    <a:pt x="9594" y="8661"/>
                  </a:cubicBezTo>
                  <a:cubicBezTo>
                    <a:pt x="9600" y="8644"/>
                    <a:pt x="9594" y="8626"/>
                    <a:pt x="9597" y="8609"/>
                  </a:cubicBezTo>
                  <a:close/>
                  <a:moveTo>
                    <a:pt x="15091" y="8618"/>
                  </a:moveTo>
                  <a:cubicBezTo>
                    <a:pt x="15232" y="8690"/>
                    <a:pt x="15374" y="8762"/>
                    <a:pt x="15512" y="8834"/>
                  </a:cubicBezTo>
                  <a:cubicBezTo>
                    <a:pt x="15535" y="8849"/>
                    <a:pt x="15553" y="8866"/>
                    <a:pt x="15576" y="8880"/>
                  </a:cubicBezTo>
                  <a:cubicBezTo>
                    <a:pt x="14978" y="9591"/>
                    <a:pt x="14294" y="10240"/>
                    <a:pt x="13604" y="10890"/>
                  </a:cubicBezTo>
                  <a:cubicBezTo>
                    <a:pt x="14291" y="10217"/>
                    <a:pt x="14978" y="9426"/>
                    <a:pt x="15091" y="8618"/>
                  </a:cubicBezTo>
                  <a:close/>
                  <a:moveTo>
                    <a:pt x="7548" y="7534"/>
                  </a:moveTo>
                  <a:cubicBezTo>
                    <a:pt x="7404" y="7692"/>
                    <a:pt x="6784" y="9006"/>
                    <a:pt x="6493" y="9469"/>
                  </a:cubicBezTo>
                  <a:cubicBezTo>
                    <a:pt x="6170" y="9986"/>
                    <a:pt x="5824" y="10483"/>
                    <a:pt x="5486" y="10988"/>
                  </a:cubicBezTo>
                  <a:lnTo>
                    <a:pt x="5486" y="10985"/>
                  </a:lnTo>
                  <a:lnTo>
                    <a:pt x="5474" y="10976"/>
                  </a:lnTo>
                  <a:cubicBezTo>
                    <a:pt x="5246" y="10748"/>
                    <a:pt x="4989" y="10552"/>
                    <a:pt x="4709" y="10396"/>
                  </a:cubicBezTo>
                  <a:cubicBezTo>
                    <a:pt x="5650" y="9435"/>
                    <a:pt x="6634" y="8521"/>
                    <a:pt x="7548" y="7534"/>
                  </a:cubicBezTo>
                  <a:close/>
                  <a:moveTo>
                    <a:pt x="10882" y="9871"/>
                  </a:moveTo>
                  <a:cubicBezTo>
                    <a:pt x="10991" y="10070"/>
                    <a:pt x="11101" y="10266"/>
                    <a:pt x="11214" y="10462"/>
                  </a:cubicBezTo>
                  <a:cubicBezTo>
                    <a:pt x="11192" y="10455"/>
                    <a:pt x="11170" y="10452"/>
                    <a:pt x="11149" y="10452"/>
                  </a:cubicBezTo>
                  <a:cubicBezTo>
                    <a:pt x="11108" y="10452"/>
                    <a:pt x="11068" y="10464"/>
                    <a:pt x="11035" y="10488"/>
                  </a:cubicBezTo>
                  <a:cubicBezTo>
                    <a:pt x="10604" y="10829"/>
                    <a:pt x="10197" y="11196"/>
                    <a:pt x="9816" y="11588"/>
                  </a:cubicBezTo>
                  <a:cubicBezTo>
                    <a:pt x="10203" y="11043"/>
                    <a:pt x="10584" y="10491"/>
                    <a:pt x="10882" y="9874"/>
                  </a:cubicBezTo>
                  <a:lnTo>
                    <a:pt x="10882" y="9871"/>
                  </a:lnTo>
                  <a:close/>
                  <a:moveTo>
                    <a:pt x="8125" y="8843"/>
                  </a:moveTo>
                  <a:cubicBezTo>
                    <a:pt x="8032" y="8999"/>
                    <a:pt x="7946" y="9158"/>
                    <a:pt x="7853" y="9313"/>
                  </a:cubicBezTo>
                  <a:cubicBezTo>
                    <a:pt x="7391" y="10096"/>
                    <a:pt x="6889" y="10855"/>
                    <a:pt x="6389" y="11612"/>
                  </a:cubicBezTo>
                  <a:cubicBezTo>
                    <a:pt x="6359" y="11654"/>
                    <a:pt x="6355" y="11709"/>
                    <a:pt x="6379" y="11755"/>
                  </a:cubicBezTo>
                  <a:lnTo>
                    <a:pt x="6379" y="11755"/>
                  </a:lnTo>
                  <a:cubicBezTo>
                    <a:pt x="6178" y="11597"/>
                    <a:pt x="5987" y="11428"/>
                    <a:pt x="5792" y="11256"/>
                  </a:cubicBezTo>
                  <a:cubicBezTo>
                    <a:pt x="6568" y="10451"/>
                    <a:pt x="7359" y="9660"/>
                    <a:pt x="8125" y="8843"/>
                  </a:cubicBezTo>
                  <a:close/>
                  <a:moveTo>
                    <a:pt x="8480" y="9876"/>
                  </a:moveTo>
                  <a:lnTo>
                    <a:pt x="8480" y="9876"/>
                  </a:lnTo>
                  <a:cubicBezTo>
                    <a:pt x="8442" y="9934"/>
                    <a:pt x="8410" y="9992"/>
                    <a:pt x="8376" y="10050"/>
                  </a:cubicBezTo>
                  <a:cubicBezTo>
                    <a:pt x="7957" y="10745"/>
                    <a:pt x="7536" y="11438"/>
                    <a:pt x="7134" y="12146"/>
                  </a:cubicBezTo>
                  <a:cubicBezTo>
                    <a:pt x="7108" y="12198"/>
                    <a:pt x="7111" y="12261"/>
                    <a:pt x="7146" y="12310"/>
                  </a:cubicBezTo>
                  <a:cubicBezTo>
                    <a:pt x="6926" y="12166"/>
                    <a:pt x="6716" y="12010"/>
                    <a:pt x="6505" y="11851"/>
                  </a:cubicBezTo>
                  <a:lnTo>
                    <a:pt x="6508" y="11851"/>
                  </a:lnTo>
                  <a:cubicBezTo>
                    <a:pt x="6519" y="11854"/>
                    <a:pt x="6530" y="11855"/>
                    <a:pt x="6542" y="11855"/>
                  </a:cubicBezTo>
                  <a:cubicBezTo>
                    <a:pt x="6581" y="11855"/>
                    <a:pt x="6621" y="11840"/>
                    <a:pt x="6652" y="11814"/>
                  </a:cubicBezTo>
                  <a:cubicBezTo>
                    <a:pt x="7299" y="11202"/>
                    <a:pt x="7891" y="10540"/>
                    <a:pt x="8480" y="9876"/>
                  </a:cubicBezTo>
                  <a:close/>
                  <a:moveTo>
                    <a:pt x="9871" y="9625"/>
                  </a:moveTo>
                  <a:lnTo>
                    <a:pt x="9871" y="9625"/>
                  </a:lnTo>
                  <a:cubicBezTo>
                    <a:pt x="9092" y="10387"/>
                    <a:pt x="8506" y="11834"/>
                    <a:pt x="7992" y="12789"/>
                  </a:cubicBezTo>
                  <a:cubicBezTo>
                    <a:pt x="7977" y="12815"/>
                    <a:pt x="7986" y="12836"/>
                    <a:pt x="7986" y="12856"/>
                  </a:cubicBezTo>
                  <a:cubicBezTo>
                    <a:pt x="7755" y="12711"/>
                    <a:pt x="7530" y="12567"/>
                    <a:pt x="7302" y="12414"/>
                  </a:cubicBezTo>
                  <a:cubicBezTo>
                    <a:pt x="7342" y="12411"/>
                    <a:pt x="7383" y="12394"/>
                    <a:pt x="7409" y="12359"/>
                  </a:cubicBezTo>
                  <a:cubicBezTo>
                    <a:pt x="8220" y="11438"/>
                    <a:pt x="8991" y="10483"/>
                    <a:pt x="9871" y="9625"/>
                  </a:cubicBezTo>
                  <a:close/>
                  <a:moveTo>
                    <a:pt x="16699" y="10653"/>
                  </a:moveTo>
                  <a:cubicBezTo>
                    <a:pt x="16716" y="10835"/>
                    <a:pt x="16719" y="11017"/>
                    <a:pt x="16708" y="11199"/>
                  </a:cubicBezTo>
                  <a:cubicBezTo>
                    <a:pt x="16664" y="11210"/>
                    <a:pt x="16624" y="11239"/>
                    <a:pt x="16601" y="11277"/>
                  </a:cubicBezTo>
                  <a:cubicBezTo>
                    <a:pt x="16197" y="11894"/>
                    <a:pt x="15717" y="12440"/>
                    <a:pt x="15206" y="12954"/>
                  </a:cubicBezTo>
                  <a:cubicBezTo>
                    <a:pt x="15732" y="12206"/>
                    <a:pt x="16263" y="11459"/>
                    <a:pt x="16699" y="10653"/>
                  </a:cubicBezTo>
                  <a:close/>
                  <a:moveTo>
                    <a:pt x="10088" y="10607"/>
                  </a:moveTo>
                  <a:lnTo>
                    <a:pt x="10088" y="10607"/>
                  </a:lnTo>
                  <a:cubicBezTo>
                    <a:pt x="9591" y="11473"/>
                    <a:pt x="8921" y="12255"/>
                    <a:pt x="8393" y="13101"/>
                  </a:cubicBezTo>
                  <a:lnTo>
                    <a:pt x="8252" y="13015"/>
                  </a:lnTo>
                  <a:cubicBezTo>
                    <a:pt x="8269" y="13000"/>
                    <a:pt x="8292" y="12997"/>
                    <a:pt x="8306" y="12974"/>
                  </a:cubicBezTo>
                  <a:cubicBezTo>
                    <a:pt x="8820" y="12198"/>
                    <a:pt x="9608" y="11363"/>
                    <a:pt x="10088" y="10607"/>
                  </a:cubicBezTo>
                  <a:close/>
                  <a:moveTo>
                    <a:pt x="16546" y="9966"/>
                  </a:moveTo>
                  <a:cubicBezTo>
                    <a:pt x="16595" y="10096"/>
                    <a:pt x="16635" y="10229"/>
                    <a:pt x="16661" y="10364"/>
                  </a:cubicBezTo>
                  <a:cubicBezTo>
                    <a:pt x="16627" y="10340"/>
                    <a:pt x="16588" y="10328"/>
                    <a:pt x="16549" y="10328"/>
                  </a:cubicBezTo>
                  <a:cubicBezTo>
                    <a:pt x="16486" y="10328"/>
                    <a:pt x="16425" y="10359"/>
                    <a:pt x="16387" y="10416"/>
                  </a:cubicBezTo>
                  <a:cubicBezTo>
                    <a:pt x="15665" y="11386"/>
                    <a:pt x="14895" y="12310"/>
                    <a:pt x="14095" y="13214"/>
                  </a:cubicBezTo>
                  <a:cubicBezTo>
                    <a:pt x="14528" y="12590"/>
                    <a:pt x="14975" y="11975"/>
                    <a:pt x="15437" y="11375"/>
                  </a:cubicBezTo>
                  <a:cubicBezTo>
                    <a:pt x="15824" y="10922"/>
                    <a:pt x="16194" y="10454"/>
                    <a:pt x="16546" y="9966"/>
                  </a:cubicBezTo>
                  <a:close/>
                  <a:moveTo>
                    <a:pt x="15891" y="9088"/>
                  </a:moveTo>
                  <a:cubicBezTo>
                    <a:pt x="16072" y="9233"/>
                    <a:pt x="16231" y="9406"/>
                    <a:pt x="16355" y="9602"/>
                  </a:cubicBezTo>
                  <a:cubicBezTo>
                    <a:pt x="15937" y="10119"/>
                    <a:pt x="15527" y="10644"/>
                    <a:pt x="15123" y="11173"/>
                  </a:cubicBezTo>
                  <a:cubicBezTo>
                    <a:pt x="14395" y="12010"/>
                    <a:pt x="13618" y="12804"/>
                    <a:pt x="12801" y="13552"/>
                  </a:cubicBezTo>
                  <a:lnTo>
                    <a:pt x="12801" y="13549"/>
                  </a:lnTo>
                  <a:cubicBezTo>
                    <a:pt x="13910" y="12120"/>
                    <a:pt x="14941" y="10630"/>
                    <a:pt x="15891" y="9088"/>
                  </a:cubicBezTo>
                  <a:close/>
                  <a:moveTo>
                    <a:pt x="11335" y="10679"/>
                  </a:moveTo>
                  <a:cubicBezTo>
                    <a:pt x="11419" y="10829"/>
                    <a:pt x="11499" y="10982"/>
                    <a:pt x="11589" y="11129"/>
                  </a:cubicBezTo>
                  <a:cubicBezTo>
                    <a:pt x="11592" y="11135"/>
                    <a:pt x="11598" y="11135"/>
                    <a:pt x="11600" y="11141"/>
                  </a:cubicBezTo>
                  <a:cubicBezTo>
                    <a:pt x="11491" y="11271"/>
                    <a:pt x="11378" y="11401"/>
                    <a:pt x="11266" y="11528"/>
                  </a:cubicBezTo>
                  <a:cubicBezTo>
                    <a:pt x="10698" y="12179"/>
                    <a:pt x="9930" y="13030"/>
                    <a:pt x="9671" y="13576"/>
                  </a:cubicBezTo>
                  <a:lnTo>
                    <a:pt x="9671" y="13576"/>
                  </a:lnTo>
                  <a:cubicBezTo>
                    <a:pt x="10141" y="12582"/>
                    <a:pt x="10741" y="11645"/>
                    <a:pt x="11326" y="10717"/>
                  </a:cubicBezTo>
                  <a:cubicBezTo>
                    <a:pt x="11335" y="10702"/>
                    <a:pt x="11329" y="10693"/>
                    <a:pt x="11335" y="10679"/>
                  </a:cubicBezTo>
                  <a:close/>
                  <a:moveTo>
                    <a:pt x="10786" y="11152"/>
                  </a:moveTo>
                  <a:cubicBezTo>
                    <a:pt x="10180" y="11718"/>
                    <a:pt x="9672" y="12710"/>
                    <a:pt x="9240" y="13608"/>
                  </a:cubicBezTo>
                  <a:lnTo>
                    <a:pt x="9240" y="13608"/>
                  </a:lnTo>
                  <a:cubicBezTo>
                    <a:pt x="9070" y="13507"/>
                    <a:pt x="8903" y="13407"/>
                    <a:pt x="8734" y="13306"/>
                  </a:cubicBezTo>
                  <a:cubicBezTo>
                    <a:pt x="9412" y="12582"/>
                    <a:pt x="10059" y="11831"/>
                    <a:pt x="10786" y="11152"/>
                  </a:cubicBezTo>
                  <a:close/>
                  <a:moveTo>
                    <a:pt x="14294" y="8205"/>
                  </a:moveTo>
                  <a:cubicBezTo>
                    <a:pt x="14467" y="8294"/>
                    <a:pt x="14640" y="8384"/>
                    <a:pt x="14814" y="8473"/>
                  </a:cubicBezTo>
                  <a:cubicBezTo>
                    <a:pt x="14069" y="9305"/>
                    <a:pt x="13474" y="10240"/>
                    <a:pt x="12903" y="11190"/>
                  </a:cubicBezTo>
                  <a:cubicBezTo>
                    <a:pt x="12510" y="11557"/>
                    <a:pt x="12120" y="11900"/>
                    <a:pt x="11808" y="12200"/>
                  </a:cubicBezTo>
                  <a:cubicBezTo>
                    <a:pt x="11390" y="12602"/>
                    <a:pt x="10183" y="13367"/>
                    <a:pt x="9854" y="13979"/>
                  </a:cubicBezTo>
                  <a:cubicBezTo>
                    <a:pt x="9790" y="13941"/>
                    <a:pt x="9730" y="13898"/>
                    <a:pt x="9666" y="13860"/>
                  </a:cubicBezTo>
                  <a:cubicBezTo>
                    <a:pt x="11306" y="12050"/>
                    <a:pt x="12966" y="10266"/>
                    <a:pt x="14294" y="8205"/>
                  </a:cubicBezTo>
                  <a:close/>
                  <a:moveTo>
                    <a:pt x="15813" y="12893"/>
                  </a:moveTo>
                  <a:lnTo>
                    <a:pt x="15813" y="12893"/>
                  </a:lnTo>
                  <a:cubicBezTo>
                    <a:pt x="15660" y="13153"/>
                    <a:pt x="15492" y="13407"/>
                    <a:pt x="15310" y="13650"/>
                  </a:cubicBezTo>
                  <a:cubicBezTo>
                    <a:pt x="15224" y="13762"/>
                    <a:pt x="15296" y="13860"/>
                    <a:pt x="15400" y="13901"/>
                  </a:cubicBezTo>
                  <a:cubicBezTo>
                    <a:pt x="15065" y="14112"/>
                    <a:pt x="14684" y="14253"/>
                    <a:pt x="14280" y="14369"/>
                  </a:cubicBezTo>
                  <a:cubicBezTo>
                    <a:pt x="14811" y="13892"/>
                    <a:pt x="15330" y="13410"/>
                    <a:pt x="15813" y="12893"/>
                  </a:cubicBezTo>
                  <a:close/>
                  <a:moveTo>
                    <a:pt x="12392" y="12027"/>
                  </a:moveTo>
                  <a:cubicBezTo>
                    <a:pt x="12366" y="12071"/>
                    <a:pt x="12340" y="12111"/>
                    <a:pt x="12314" y="12154"/>
                  </a:cubicBezTo>
                  <a:cubicBezTo>
                    <a:pt x="11647" y="12853"/>
                    <a:pt x="11052" y="13606"/>
                    <a:pt x="10619" y="14473"/>
                  </a:cubicBezTo>
                  <a:cubicBezTo>
                    <a:pt x="10431" y="14348"/>
                    <a:pt x="10241" y="14227"/>
                    <a:pt x="10047" y="14109"/>
                  </a:cubicBezTo>
                  <a:cubicBezTo>
                    <a:pt x="10218" y="13889"/>
                    <a:pt x="10697" y="13580"/>
                    <a:pt x="10853" y="13442"/>
                  </a:cubicBezTo>
                  <a:cubicBezTo>
                    <a:pt x="11375" y="12983"/>
                    <a:pt x="11886" y="12506"/>
                    <a:pt x="12392" y="12027"/>
                  </a:cubicBezTo>
                  <a:close/>
                  <a:moveTo>
                    <a:pt x="14594" y="10448"/>
                  </a:moveTo>
                  <a:cubicBezTo>
                    <a:pt x="13555" y="11990"/>
                    <a:pt x="12441" y="13479"/>
                    <a:pt x="11251" y="14908"/>
                  </a:cubicBezTo>
                  <a:cubicBezTo>
                    <a:pt x="11248" y="14911"/>
                    <a:pt x="11251" y="14914"/>
                    <a:pt x="11248" y="14917"/>
                  </a:cubicBezTo>
                  <a:cubicBezTo>
                    <a:pt x="11147" y="14845"/>
                    <a:pt x="11055" y="14761"/>
                    <a:pt x="10954" y="14692"/>
                  </a:cubicBezTo>
                  <a:cubicBezTo>
                    <a:pt x="11494" y="14042"/>
                    <a:pt x="11956" y="13329"/>
                    <a:pt x="12383" y="12602"/>
                  </a:cubicBezTo>
                  <a:lnTo>
                    <a:pt x="12383" y="12599"/>
                  </a:lnTo>
                  <a:cubicBezTo>
                    <a:pt x="13076" y="11848"/>
                    <a:pt x="13855" y="11161"/>
                    <a:pt x="14594" y="10448"/>
                  </a:cubicBezTo>
                  <a:close/>
                  <a:moveTo>
                    <a:pt x="11914" y="1"/>
                  </a:moveTo>
                  <a:cubicBezTo>
                    <a:pt x="11876" y="1"/>
                    <a:pt x="11837" y="16"/>
                    <a:pt x="11803" y="52"/>
                  </a:cubicBezTo>
                  <a:cubicBezTo>
                    <a:pt x="11745" y="113"/>
                    <a:pt x="11696" y="176"/>
                    <a:pt x="11641" y="234"/>
                  </a:cubicBezTo>
                  <a:cubicBezTo>
                    <a:pt x="11559" y="214"/>
                    <a:pt x="11477" y="204"/>
                    <a:pt x="11396" y="204"/>
                  </a:cubicBezTo>
                  <a:cubicBezTo>
                    <a:pt x="10335" y="204"/>
                    <a:pt x="9419" y="1871"/>
                    <a:pt x="8641" y="3046"/>
                  </a:cubicBezTo>
                  <a:cubicBezTo>
                    <a:pt x="8621" y="3035"/>
                    <a:pt x="8598" y="3028"/>
                    <a:pt x="8575" y="3028"/>
                  </a:cubicBezTo>
                  <a:cubicBezTo>
                    <a:pt x="8562" y="3028"/>
                    <a:pt x="8550" y="3030"/>
                    <a:pt x="8537" y="3034"/>
                  </a:cubicBezTo>
                  <a:cubicBezTo>
                    <a:pt x="8506" y="3046"/>
                    <a:pt x="8480" y="3063"/>
                    <a:pt x="8451" y="3075"/>
                  </a:cubicBezTo>
                  <a:cubicBezTo>
                    <a:pt x="8447" y="3074"/>
                    <a:pt x="8443" y="3074"/>
                    <a:pt x="8439" y="3074"/>
                  </a:cubicBezTo>
                  <a:cubicBezTo>
                    <a:pt x="8427" y="3074"/>
                    <a:pt x="8416" y="3076"/>
                    <a:pt x="8407" y="3080"/>
                  </a:cubicBezTo>
                  <a:lnTo>
                    <a:pt x="8318" y="3132"/>
                  </a:lnTo>
                  <a:cubicBezTo>
                    <a:pt x="7795" y="3334"/>
                    <a:pt x="7307" y="3620"/>
                    <a:pt x="6874" y="3978"/>
                  </a:cubicBezTo>
                  <a:cubicBezTo>
                    <a:pt x="4331" y="5448"/>
                    <a:pt x="1057" y="7385"/>
                    <a:pt x="266" y="9874"/>
                  </a:cubicBezTo>
                  <a:cubicBezTo>
                    <a:pt x="0" y="10706"/>
                    <a:pt x="656" y="10965"/>
                    <a:pt x="1296" y="10965"/>
                  </a:cubicBezTo>
                  <a:cubicBezTo>
                    <a:pt x="1511" y="10965"/>
                    <a:pt x="1724" y="10936"/>
                    <a:pt x="1900" y="10890"/>
                  </a:cubicBezTo>
                  <a:cubicBezTo>
                    <a:pt x="2659" y="10691"/>
                    <a:pt x="3057" y="10327"/>
                    <a:pt x="3582" y="10327"/>
                  </a:cubicBezTo>
                  <a:cubicBezTo>
                    <a:pt x="3986" y="10327"/>
                    <a:pt x="4464" y="10542"/>
                    <a:pt x="5238" y="11210"/>
                  </a:cubicBezTo>
                  <a:cubicBezTo>
                    <a:pt x="5258" y="11228"/>
                    <a:pt x="5275" y="11251"/>
                    <a:pt x="5295" y="11268"/>
                  </a:cubicBezTo>
                  <a:cubicBezTo>
                    <a:pt x="5266" y="11314"/>
                    <a:pt x="5235" y="11357"/>
                    <a:pt x="5206" y="11404"/>
                  </a:cubicBezTo>
                  <a:cubicBezTo>
                    <a:pt x="5132" y="11519"/>
                    <a:pt x="5241" y="11643"/>
                    <a:pt x="5352" y="11643"/>
                  </a:cubicBezTo>
                  <a:cubicBezTo>
                    <a:pt x="5389" y="11643"/>
                    <a:pt x="5426" y="11629"/>
                    <a:pt x="5457" y="11597"/>
                  </a:cubicBezTo>
                  <a:cubicBezTo>
                    <a:pt x="5486" y="11568"/>
                    <a:pt x="5515" y="11539"/>
                    <a:pt x="5544" y="11510"/>
                  </a:cubicBezTo>
                  <a:cubicBezTo>
                    <a:pt x="5878" y="11866"/>
                    <a:pt x="6208" y="12273"/>
                    <a:pt x="6615" y="12495"/>
                  </a:cubicBezTo>
                  <a:cubicBezTo>
                    <a:pt x="7463" y="12957"/>
                    <a:pt x="8292" y="13410"/>
                    <a:pt x="9106" y="13889"/>
                  </a:cubicBezTo>
                  <a:cubicBezTo>
                    <a:pt x="9092" y="13918"/>
                    <a:pt x="9077" y="13947"/>
                    <a:pt x="9066" y="13976"/>
                  </a:cubicBezTo>
                  <a:cubicBezTo>
                    <a:pt x="9001" y="14110"/>
                    <a:pt x="9113" y="14264"/>
                    <a:pt x="9237" y="14264"/>
                  </a:cubicBezTo>
                  <a:cubicBezTo>
                    <a:pt x="9279" y="14264"/>
                    <a:pt x="9322" y="14246"/>
                    <a:pt x="9360" y="14204"/>
                  </a:cubicBezTo>
                  <a:cubicBezTo>
                    <a:pt x="9389" y="14167"/>
                    <a:pt x="9421" y="14135"/>
                    <a:pt x="9453" y="14100"/>
                  </a:cubicBezTo>
                  <a:cubicBezTo>
                    <a:pt x="9799" y="14308"/>
                    <a:pt x="10140" y="14527"/>
                    <a:pt x="10477" y="14753"/>
                  </a:cubicBezTo>
                  <a:cubicBezTo>
                    <a:pt x="10435" y="14873"/>
                    <a:pt x="10528" y="15005"/>
                    <a:pt x="10634" y="15005"/>
                  </a:cubicBezTo>
                  <a:cubicBezTo>
                    <a:pt x="10672" y="15005"/>
                    <a:pt x="10713" y="14988"/>
                    <a:pt x="10749" y="14946"/>
                  </a:cubicBezTo>
                  <a:cubicBezTo>
                    <a:pt x="10752" y="14943"/>
                    <a:pt x="10755" y="14940"/>
                    <a:pt x="10757" y="14940"/>
                  </a:cubicBezTo>
                  <a:cubicBezTo>
                    <a:pt x="11130" y="15191"/>
                    <a:pt x="11497" y="15457"/>
                    <a:pt x="11857" y="15740"/>
                  </a:cubicBezTo>
                  <a:cubicBezTo>
                    <a:pt x="11888" y="15764"/>
                    <a:pt x="11921" y="15774"/>
                    <a:pt x="11953" y="15774"/>
                  </a:cubicBezTo>
                  <a:cubicBezTo>
                    <a:pt x="12070" y="15774"/>
                    <a:pt x="12171" y="15636"/>
                    <a:pt x="12060" y="15541"/>
                  </a:cubicBezTo>
                  <a:cubicBezTo>
                    <a:pt x="11895" y="15396"/>
                    <a:pt x="11713" y="15278"/>
                    <a:pt x="11543" y="15145"/>
                  </a:cubicBezTo>
                  <a:cubicBezTo>
                    <a:pt x="12227" y="14576"/>
                    <a:pt x="12885" y="13982"/>
                    <a:pt x="13526" y="13370"/>
                  </a:cubicBezTo>
                  <a:lnTo>
                    <a:pt x="13526" y="13370"/>
                  </a:lnTo>
                  <a:cubicBezTo>
                    <a:pt x="13214" y="13829"/>
                    <a:pt x="12914" y="14296"/>
                    <a:pt x="12622" y="14770"/>
                  </a:cubicBezTo>
                  <a:cubicBezTo>
                    <a:pt x="12464" y="14810"/>
                    <a:pt x="12308" y="14848"/>
                    <a:pt x="12152" y="14894"/>
                  </a:cubicBezTo>
                  <a:cubicBezTo>
                    <a:pt x="12049" y="14926"/>
                    <a:pt x="12079" y="15077"/>
                    <a:pt x="12174" y="15077"/>
                  </a:cubicBezTo>
                  <a:cubicBezTo>
                    <a:pt x="12182" y="15077"/>
                    <a:pt x="12191" y="15076"/>
                    <a:pt x="12201" y="15073"/>
                  </a:cubicBezTo>
                  <a:cubicBezTo>
                    <a:pt x="12296" y="15047"/>
                    <a:pt x="12403" y="15030"/>
                    <a:pt x="12501" y="15007"/>
                  </a:cubicBezTo>
                  <a:lnTo>
                    <a:pt x="12501" y="15007"/>
                  </a:lnTo>
                  <a:cubicBezTo>
                    <a:pt x="12478" y="15123"/>
                    <a:pt x="12578" y="15230"/>
                    <a:pt x="12686" y="15230"/>
                  </a:cubicBezTo>
                  <a:cubicBezTo>
                    <a:pt x="12728" y="15230"/>
                    <a:pt x="12772" y="15213"/>
                    <a:pt x="12810" y="15174"/>
                  </a:cubicBezTo>
                  <a:cubicBezTo>
                    <a:pt x="12905" y="15079"/>
                    <a:pt x="12992" y="14975"/>
                    <a:pt x="13084" y="14880"/>
                  </a:cubicBezTo>
                  <a:cubicBezTo>
                    <a:pt x="13901" y="14729"/>
                    <a:pt x="14765" y="14611"/>
                    <a:pt x="15463" y="14253"/>
                  </a:cubicBezTo>
                  <a:cubicBezTo>
                    <a:pt x="16373" y="13783"/>
                    <a:pt x="16679" y="12899"/>
                    <a:pt x="16924" y="11955"/>
                  </a:cubicBezTo>
                  <a:cubicBezTo>
                    <a:pt x="17187" y="10933"/>
                    <a:pt x="17071" y="10226"/>
                    <a:pt x="16728" y="9677"/>
                  </a:cubicBezTo>
                  <a:cubicBezTo>
                    <a:pt x="16739" y="9582"/>
                    <a:pt x="16676" y="9495"/>
                    <a:pt x="16581" y="9475"/>
                  </a:cubicBezTo>
                  <a:cubicBezTo>
                    <a:pt x="16404" y="9256"/>
                    <a:pt x="16197" y="9059"/>
                    <a:pt x="15971" y="8889"/>
                  </a:cubicBezTo>
                  <a:cubicBezTo>
                    <a:pt x="15961" y="8794"/>
                    <a:pt x="15882" y="8725"/>
                    <a:pt x="15792" y="8725"/>
                  </a:cubicBezTo>
                  <a:cubicBezTo>
                    <a:pt x="15778" y="8725"/>
                    <a:pt x="15763" y="8727"/>
                    <a:pt x="15749" y="8730"/>
                  </a:cubicBezTo>
                  <a:cubicBezTo>
                    <a:pt x="15172" y="8332"/>
                    <a:pt x="14479" y="7991"/>
                    <a:pt x="13809" y="7552"/>
                  </a:cubicBezTo>
                  <a:cubicBezTo>
                    <a:pt x="13784" y="7479"/>
                    <a:pt x="13712" y="7431"/>
                    <a:pt x="13634" y="7431"/>
                  </a:cubicBezTo>
                  <a:cubicBezTo>
                    <a:pt x="13632" y="7431"/>
                    <a:pt x="13629" y="7431"/>
                    <a:pt x="13627" y="7431"/>
                  </a:cubicBezTo>
                  <a:cubicBezTo>
                    <a:pt x="13610" y="7417"/>
                    <a:pt x="13593" y="7408"/>
                    <a:pt x="13572" y="7394"/>
                  </a:cubicBezTo>
                  <a:cubicBezTo>
                    <a:pt x="13543" y="7373"/>
                    <a:pt x="13514" y="7365"/>
                    <a:pt x="13488" y="7365"/>
                  </a:cubicBezTo>
                  <a:cubicBezTo>
                    <a:pt x="13374" y="7365"/>
                    <a:pt x="13302" y="7525"/>
                    <a:pt x="13379" y="7630"/>
                  </a:cubicBezTo>
                  <a:cubicBezTo>
                    <a:pt x="13113" y="7928"/>
                    <a:pt x="12888" y="8289"/>
                    <a:pt x="12680" y="8664"/>
                  </a:cubicBezTo>
                  <a:cubicBezTo>
                    <a:pt x="12695" y="8592"/>
                    <a:pt x="12718" y="8520"/>
                    <a:pt x="12729" y="8444"/>
                  </a:cubicBezTo>
                  <a:cubicBezTo>
                    <a:pt x="12741" y="8354"/>
                    <a:pt x="12665" y="8294"/>
                    <a:pt x="12596" y="8294"/>
                  </a:cubicBezTo>
                  <a:cubicBezTo>
                    <a:pt x="12550" y="8294"/>
                    <a:pt x="12509" y="8320"/>
                    <a:pt x="12498" y="8381"/>
                  </a:cubicBezTo>
                  <a:cubicBezTo>
                    <a:pt x="12420" y="8820"/>
                    <a:pt x="12282" y="9212"/>
                    <a:pt x="12123" y="9608"/>
                  </a:cubicBezTo>
                  <a:cubicBezTo>
                    <a:pt x="12109" y="9625"/>
                    <a:pt x="12097" y="9648"/>
                    <a:pt x="12083" y="9669"/>
                  </a:cubicBezTo>
                  <a:cubicBezTo>
                    <a:pt x="12071" y="9692"/>
                    <a:pt x="12065" y="9718"/>
                    <a:pt x="12065" y="9744"/>
                  </a:cubicBezTo>
                  <a:cubicBezTo>
                    <a:pt x="11973" y="9963"/>
                    <a:pt x="11878" y="10185"/>
                    <a:pt x="11777" y="10416"/>
                  </a:cubicBezTo>
                  <a:cubicBezTo>
                    <a:pt x="11725" y="10540"/>
                    <a:pt x="11817" y="10783"/>
                    <a:pt x="11846" y="10858"/>
                  </a:cubicBezTo>
                  <a:cubicBezTo>
                    <a:pt x="11843" y="10861"/>
                    <a:pt x="11843" y="10861"/>
                    <a:pt x="11840" y="10864"/>
                  </a:cubicBezTo>
                  <a:cubicBezTo>
                    <a:pt x="11829" y="10841"/>
                    <a:pt x="11805" y="10797"/>
                    <a:pt x="11753" y="10702"/>
                  </a:cubicBezTo>
                  <a:cubicBezTo>
                    <a:pt x="11589" y="10402"/>
                    <a:pt x="11421" y="10102"/>
                    <a:pt x="11257" y="9801"/>
                  </a:cubicBezTo>
                  <a:cubicBezTo>
                    <a:pt x="11150" y="9608"/>
                    <a:pt x="11046" y="9417"/>
                    <a:pt x="10939" y="9227"/>
                  </a:cubicBezTo>
                  <a:cubicBezTo>
                    <a:pt x="10928" y="9172"/>
                    <a:pt x="10905" y="9120"/>
                    <a:pt x="10870" y="9077"/>
                  </a:cubicBezTo>
                  <a:cubicBezTo>
                    <a:pt x="10873" y="9031"/>
                    <a:pt x="10853" y="8987"/>
                    <a:pt x="10818" y="8958"/>
                  </a:cubicBezTo>
                  <a:cubicBezTo>
                    <a:pt x="10267" y="8531"/>
                    <a:pt x="9681" y="8156"/>
                    <a:pt x="9063" y="7832"/>
                  </a:cubicBezTo>
                  <a:cubicBezTo>
                    <a:pt x="9092" y="7783"/>
                    <a:pt x="9121" y="7734"/>
                    <a:pt x="9149" y="7685"/>
                  </a:cubicBezTo>
                  <a:cubicBezTo>
                    <a:pt x="9212" y="7571"/>
                    <a:pt x="9107" y="7440"/>
                    <a:pt x="9000" y="7440"/>
                  </a:cubicBezTo>
                  <a:cubicBezTo>
                    <a:pt x="8963" y="7440"/>
                    <a:pt x="8926" y="7455"/>
                    <a:pt x="8895" y="7492"/>
                  </a:cubicBezTo>
                  <a:cubicBezTo>
                    <a:pt x="8846" y="7555"/>
                    <a:pt x="8791" y="7613"/>
                    <a:pt x="8739" y="7674"/>
                  </a:cubicBezTo>
                  <a:cubicBezTo>
                    <a:pt x="8676" y="7642"/>
                    <a:pt x="8610" y="7607"/>
                    <a:pt x="8546" y="7575"/>
                  </a:cubicBezTo>
                  <a:cubicBezTo>
                    <a:pt x="8515" y="7562"/>
                    <a:pt x="8484" y="7555"/>
                    <a:pt x="8453" y="7555"/>
                  </a:cubicBezTo>
                  <a:cubicBezTo>
                    <a:pt x="8356" y="7555"/>
                    <a:pt x="8273" y="7623"/>
                    <a:pt x="8266" y="7737"/>
                  </a:cubicBezTo>
                  <a:cubicBezTo>
                    <a:pt x="8312" y="6909"/>
                    <a:pt x="7588" y="6233"/>
                    <a:pt x="8552" y="5592"/>
                  </a:cubicBezTo>
                  <a:cubicBezTo>
                    <a:pt x="9093" y="5233"/>
                    <a:pt x="9728" y="4992"/>
                    <a:pt x="10373" y="4992"/>
                  </a:cubicBezTo>
                  <a:cubicBezTo>
                    <a:pt x="10547" y="4992"/>
                    <a:pt x="10722" y="5009"/>
                    <a:pt x="10896" y="5046"/>
                  </a:cubicBezTo>
                  <a:cubicBezTo>
                    <a:pt x="10997" y="5068"/>
                    <a:pt x="11091" y="5078"/>
                    <a:pt x="11178" y="5078"/>
                  </a:cubicBezTo>
                  <a:cubicBezTo>
                    <a:pt x="11522" y="5078"/>
                    <a:pt x="11778" y="4922"/>
                    <a:pt x="12088" y="4691"/>
                  </a:cubicBezTo>
                  <a:cubicBezTo>
                    <a:pt x="12917" y="4076"/>
                    <a:pt x="13569" y="2529"/>
                    <a:pt x="12995" y="1542"/>
                  </a:cubicBezTo>
                  <a:cubicBezTo>
                    <a:pt x="12646" y="944"/>
                    <a:pt x="12311" y="580"/>
                    <a:pt x="11987" y="384"/>
                  </a:cubicBezTo>
                  <a:cubicBezTo>
                    <a:pt x="12010" y="341"/>
                    <a:pt x="12039" y="297"/>
                    <a:pt x="12060" y="251"/>
                  </a:cubicBezTo>
                  <a:cubicBezTo>
                    <a:pt x="12120" y="131"/>
                    <a:pt x="12023" y="1"/>
                    <a:pt x="1191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4" name="Google Shape;4304;p56"/>
            <p:cNvSpPr/>
            <p:nvPr/>
          </p:nvSpPr>
          <p:spPr>
            <a:xfrm>
              <a:off x="1539350" y="1278375"/>
              <a:ext cx="75750" cy="77625"/>
            </a:xfrm>
            <a:custGeom>
              <a:avLst/>
              <a:gdLst/>
              <a:ahLst/>
              <a:cxnLst/>
              <a:rect l="l" t="t" r="r" b="b"/>
              <a:pathLst>
                <a:path w="3030" h="3105" extrusionOk="0">
                  <a:moveTo>
                    <a:pt x="2033" y="1173"/>
                  </a:moveTo>
                  <a:cubicBezTo>
                    <a:pt x="2224" y="1326"/>
                    <a:pt x="2385" y="1514"/>
                    <a:pt x="2507" y="1728"/>
                  </a:cubicBezTo>
                  <a:cubicBezTo>
                    <a:pt x="2712" y="2109"/>
                    <a:pt x="2553" y="2487"/>
                    <a:pt x="2186" y="2683"/>
                  </a:cubicBezTo>
                  <a:cubicBezTo>
                    <a:pt x="2175" y="2689"/>
                    <a:pt x="2160" y="2689"/>
                    <a:pt x="2146" y="2698"/>
                  </a:cubicBezTo>
                  <a:cubicBezTo>
                    <a:pt x="2308" y="2507"/>
                    <a:pt x="2423" y="2031"/>
                    <a:pt x="2484" y="1837"/>
                  </a:cubicBezTo>
                  <a:cubicBezTo>
                    <a:pt x="2523" y="1718"/>
                    <a:pt x="2408" y="1605"/>
                    <a:pt x="2298" y="1605"/>
                  </a:cubicBezTo>
                  <a:cubicBezTo>
                    <a:pt x="2256" y="1605"/>
                    <a:pt x="2215" y="1622"/>
                    <a:pt x="2183" y="1661"/>
                  </a:cubicBezTo>
                  <a:cubicBezTo>
                    <a:pt x="2039" y="1837"/>
                    <a:pt x="1886" y="2002"/>
                    <a:pt x="1721" y="2155"/>
                  </a:cubicBezTo>
                  <a:cubicBezTo>
                    <a:pt x="1851" y="1837"/>
                    <a:pt x="1958" y="1508"/>
                    <a:pt x="2033" y="1173"/>
                  </a:cubicBezTo>
                  <a:close/>
                  <a:moveTo>
                    <a:pt x="576" y="0"/>
                  </a:moveTo>
                  <a:cubicBezTo>
                    <a:pt x="441" y="0"/>
                    <a:pt x="372" y="202"/>
                    <a:pt x="503" y="278"/>
                  </a:cubicBezTo>
                  <a:cubicBezTo>
                    <a:pt x="555" y="307"/>
                    <a:pt x="613" y="333"/>
                    <a:pt x="668" y="362"/>
                  </a:cubicBezTo>
                  <a:cubicBezTo>
                    <a:pt x="497" y="605"/>
                    <a:pt x="359" y="870"/>
                    <a:pt x="255" y="1150"/>
                  </a:cubicBezTo>
                  <a:cubicBezTo>
                    <a:pt x="238" y="963"/>
                    <a:pt x="229" y="775"/>
                    <a:pt x="232" y="587"/>
                  </a:cubicBezTo>
                  <a:cubicBezTo>
                    <a:pt x="233" y="528"/>
                    <a:pt x="189" y="498"/>
                    <a:pt x="144" y="498"/>
                  </a:cubicBezTo>
                  <a:cubicBezTo>
                    <a:pt x="99" y="498"/>
                    <a:pt x="53" y="528"/>
                    <a:pt x="50" y="587"/>
                  </a:cubicBezTo>
                  <a:cubicBezTo>
                    <a:pt x="1" y="1381"/>
                    <a:pt x="122" y="2282"/>
                    <a:pt x="789" y="2802"/>
                  </a:cubicBezTo>
                  <a:cubicBezTo>
                    <a:pt x="884" y="2874"/>
                    <a:pt x="988" y="2931"/>
                    <a:pt x="1098" y="2978"/>
                  </a:cubicBezTo>
                  <a:cubicBezTo>
                    <a:pt x="1135" y="3017"/>
                    <a:pt x="1186" y="3037"/>
                    <a:pt x="1239" y="3037"/>
                  </a:cubicBezTo>
                  <a:cubicBezTo>
                    <a:pt x="1249" y="3037"/>
                    <a:pt x="1259" y="3037"/>
                    <a:pt x="1268" y="3035"/>
                  </a:cubicBezTo>
                  <a:cubicBezTo>
                    <a:pt x="1415" y="3082"/>
                    <a:pt x="1566" y="3104"/>
                    <a:pt x="1717" y="3104"/>
                  </a:cubicBezTo>
                  <a:cubicBezTo>
                    <a:pt x="1934" y="3104"/>
                    <a:pt x="2150" y="3057"/>
                    <a:pt x="2351" y="2963"/>
                  </a:cubicBezTo>
                  <a:cubicBezTo>
                    <a:pt x="2807" y="2750"/>
                    <a:pt x="3029" y="2227"/>
                    <a:pt x="2871" y="1751"/>
                  </a:cubicBezTo>
                  <a:cubicBezTo>
                    <a:pt x="2596" y="882"/>
                    <a:pt x="1418" y="244"/>
                    <a:pt x="619" y="7"/>
                  </a:cubicBezTo>
                  <a:cubicBezTo>
                    <a:pt x="604" y="2"/>
                    <a:pt x="589" y="0"/>
                    <a:pt x="57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5" name="Google Shape;4305;p56"/>
            <p:cNvSpPr/>
            <p:nvPr/>
          </p:nvSpPr>
          <p:spPr>
            <a:xfrm>
              <a:off x="1546875" y="1112825"/>
              <a:ext cx="224550" cy="180650"/>
            </a:xfrm>
            <a:custGeom>
              <a:avLst/>
              <a:gdLst/>
              <a:ahLst/>
              <a:cxnLst/>
              <a:rect l="l" t="t" r="r" b="b"/>
              <a:pathLst>
                <a:path w="8982" h="7226" extrusionOk="0">
                  <a:moveTo>
                    <a:pt x="1738" y="363"/>
                  </a:moveTo>
                  <a:cubicBezTo>
                    <a:pt x="1981" y="363"/>
                    <a:pt x="2234" y="440"/>
                    <a:pt x="2480" y="610"/>
                  </a:cubicBezTo>
                  <a:cubicBezTo>
                    <a:pt x="2462" y="603"/>
                    <a:pt x="2444" y="600"/>
                    <a:pt x="2426" y="600"/>
                  </a:cubicBezTo>
                  <a:cubicBezTo>
                    <a:pt x="2388" y="600"/>
                    <a:pt x="2351" y="614"/>
                    <a:pt x="2324" y="641"/>
                  </a:cubicBezTo>
                  <a:cubicBezTo>
                    <a:pt x="1799" y="1218"/>
                    <a:pt x="1349" y="1849"/>
                    <a:pt x="845" y="2438"/>
                  </a:cubicBezTo>
                  <a:lnTo>
                    <a:pt x="845" y="2438"/>
                  </a:lnTo>
                  <a:cubicBezTo>
                    <a:pt x="1150" y="2080"/>
                    <a:pt x="1441" y="946"/>
                    <a:pt x="1588" y="373"/>
                  </a:cubicBezTo>
                  <a:cubicBezTo>
                    <a:pt x="1637" y="366"/>
                    <a:pt x="1688" y="363"/>
                    <a:pt x="1738" y="363"/>
                  </a:cubicBezTo>
                  <a:close/>
                  <a:moveTo>
                    <a:pt x="2567" y="664"/>
                  </a:moveTo>
                  <a:cubicBezTo>
                    <a:pt x="2590" y="682"/>
                    <a:pt x="2616" y="690"/>
                    <a:pt x="2639" y="711"/>
                  </a:cubicBezTo>
                  <a:cubicBezTo>
                    <a:pt x="2850" y="895"/>
                    <a:pt x="2994" y="1115"/>
                    <a:pt x="3118" y="1340"/>
                  </a:cubicBezTo>
                  <a:cubicBezTo>
                    <a:pt x="2613" y="1767"/>
                    <a:pt x="2160" y="2249"/>
                    <a:pt x="1709" y="2734"/>
                  </a:cubicBezTo>
                  <a:cubicBezTo>
                    <a:pt x="2047" y="2111"/>
                    <a:pt x="2362" y="1481"/>
                    <a:pt x="2598" y="803"/>
                  </a:cubicBezTo>
                  <a:cubicBezTo>
                    <a:pt x="2616" y="754"/>
                    <a:pt x="2601" y="702"/>
                    <a:pt x="2567" y="664"/>
                  </a:cubicBezTo>
                  <a:close/>
                  <a:moveTo>
                    <a:pt x="3317" y="1756"/>
                  </a:moveTo>
                  <a:cubicBezTo>
                    <a:pt x="3384" y="1917"/>
                    <a:pt x="3450" y="2082"/>
                    <a:pt x="3519" y="2241"/>
                  </a:cubicBezTo>
                  <a:lnTo>
                    <a:pt x="3522" y="2241"/>
                  </a:lnTo>
                  <a:cubicBezTo>
                    <a:pt x="3514" y="2246"/>
                    <a:pt x="3508" y="2244"/>
                    <a:pt x="3499" y="2249"/>
                  </a:cubicBezTo>
                  <a:cubicBezTo>
                    <a:pt x="3176" y="2538"/>
                    <a:pt x="2867" y="2844"/>
                    <a:pt x="2564" y="3153"/>
                  </a:cubicBezTo>
                  <a:cubicBezTo>
                    <a:pt x="2829" y="2694"/>
                    <a:pt x="3081" y="2229"/>
                    <a:pt x="3317" y="1756"/>
                  </a:cubicBezTo>
                  <a:close/>
                  <a:moveTo>
                    <a:pt x="2277" y="1183"/>
                  </a:moveTo>
                  <a:cubicBezTo>
                    <a:pt x="2305" y="1183"/>
                    <a:pt x="1758" y="1964"/>
                    <a:pt x="1625" y="2226"/>
                  </a:cubicBezTo>
                  <a:cubicBezTo>
                    <a:pt x="1371" y="2714"/>
                    <a:pt x="1074" y="3188"/>
                    <a:pt x="800" y="3664"/>
                  </a:cubicBezTo>
                  <a:cubicBezTo>
                    <a:pt x="707" y="3569"/>
                    <a:pt x="635" y="3456"/>
                    <a:pt x="589" y="3332"/>
                  </a:cubicBezTo>
                  <a:lnTo>
                    <a:pt x="586" y="3332"/>
                  </a:lnTo>
                  <a:cubicBezTo>
                    <a:pt x="563" y="3266"/>
                    <a:pt x="543" y="3196"/>
                    <a:pt x="528" y="3127"/>
                  </a:cubicBezTo>
                  <a:cubicBezTo>
                    <a:pt x="961" y="2775"/>
                    <a:pt x="1354" y="2371"/>
                    <a:pt x="1689" y="1923"/>
                  </a:cubicBezTo>
                  <a:cubicBezTo>
                    <a:pt x="2108" y="1376"/>
                    <a:pt x="2264" y="1183"/>
                    <a:pt x="2277" y="1183"/>
                  </a:cubicBezTo>
                  <a:close/>
                  <a:moveTo>
                    <a:pt x="3713" y="2616"/>
                  </a:moveTo>
                  <a:cubicBezTo>
                    <a:pt x="3811" y="2778"/>
                    <a:pt x="3935" y="2922"/>
                    <a:pt x="4082" y="3043"/>
                  </a:cubicBezTo>
                  <a:lnTo>
                    <a:pt x="4085" y="3043"/>
                  </a:lnTo>
                  <a:cubicBezTo>
                    <a:pt x="3719" y="3294"/>
                    <a:pt x="3372" y="3577"/>
                    <a:pt x="3049" y="3883"/>
                  </a:cubicBezTo>
                  <a:lnTo>
                    <a:pt x="3049" y="3883"/>
                  </a:lnTo>
                  <a:cubicBezTo>
                    <a:pt x="3285" y="3471"/>
                    <a:pt x="3514" y="3052"/>
                    <a:pt x="3713" y="2616"/>
                  </a:cubicBezTo>
                  <a:close/>
                  <a:moveTo>
                    <a:pt x="2659" y="2246"/>
                  </a:moveTo>
                  <a:lnTo>
                    <a:pt x="2659" y="2246"/>
                  </a:lnTo>
                  <a:cubicBezTo>
                    <a:pt x="2321" y="2864"/>
                    <a:pt x="1969" y="3473"/>
                    <a:pt x="1617" y="4083"/>
                  </a:cubicBezTo>
                  <a:cubicBezTo>
                    <a:pt x="1438" y="4002"/>
                    <a:pt x="1253" y="3950"/>
                    <a:pt x="1086" y="3869"/>
                  </a:cubicBezTo>
                  <a:cubicBezTo>
                    <a:pt x="1634" y="3352"/>
                    <a:pt x="2131" y="2783"/>
                    <a:pt x="2659" y="2246"/>
                  </a:cubicBezTo>
                  <a:close/>
                  <a:moveTo>
                    <a:pt x="2994" y="3240"/>
                  </a:moveTo>
                  <a:cubicBezTo>
                    <a:pt x="2743" y="3693"/>
                    <a:pt x="2480" y="4137"/>
                    <a:pt x="2226" y="4588"/>
                  </a:cubicBezTo>
                  <a:lnTo>
                    <a:pt x="2226" y="4591"/>
                  </a:lnTo>
                  <a:cubicBezTo>
                    <a:pt x="2142" y="4484"/>
                    <a:pt x="2053" y="4386"/>
                    <a:pt x="1955" y="4296"/>
                  </a:cubicBezTo>
                  <a:cubicBezTo>
                    <a:pt x="2298" y="3941"/>
                    <a:pt x="2645" y="3589"/>
                    <a:pt x="2994" y="3240"/>
                  </a:cubicBezTo>
                  <a:close/>
                  <a:moveTo>
                    <a:pt x="4420" y="3248"/>
                  </a:moveTo>
                  <a:cubicBezTo>
                    <a:pt x="4538" y="3306"/>
                    <a:pt x="4663" y="3349"/>
                    <a:pt x="4792" y="3375"/>
                  </a:cubicBezTo>
                  <a:cubicBezTo>
                    <a:pt x="4850" y="3387"/>
                    <a:pt x="4911" y="3393"/>
                    <a:pt x="4971" y="3398"/>
                  </a:cubicBezTo>
                  <a:cubicBezTo>
                    <a:pt x="4946" y="3404"/>
                    <a:pt x="4920" y="3413"/>
                    <a:pt x="4896" y="3430"/>
                  </a:cubicBezTo>
                  <a:cubicBezTo>
                    <a:pt x="4429" y="3846"/>
                    <a:pt x="3975" y="4273"/>
                    <a:pt x="3528" y="4709"/>
                  </a:cubicBezTo>
                  <a:cubicBezTo>
                    <a:pt x="3840" y="4233"/>
                    <a:pt x="4169" y="3768"/>
                    <a:pt x="4420" y="3248"/>
                  </a:cubicBezTo>
                  <a:close/>
                  <a:moveTo>
                    <a:pt x="3687" y="3817"/>
                  </a:moveTo>
                  <a:cubicBezTo>
                    <a:pt x="3361" y="4337"/>
                    <a:pt x="3008" y="4836"/>
                    <a:pt x="2734" y="5388"/>
                  </a:cubicBezTo>
                  <a:cubicBezTo>
                    <a:pt x="2653" y="5243"/>
                    <a:pt x="2572" y="5099"/>
                    <a:pt x="2486" y="4963"/>
                  </a:cubicBezTo>
                  <a:cubicBezTo>
                    <a:pt x="2878" y="4562"/>
                    <a:pt x="3265" y="4175"/>
                    <a:pt x="3684" y="3817"/>
                  </a:cubicBezTo>
                  <a:close/>
                  <a:moveTo>
                    <a:pt x="5139" y="3421"/>
                  </a:moveTo>
                  <a:lnTo>
                    <a:pt x="5139" y="3421"/>
                  </a:lnTo>
                  <a:cubicBezTo>
                    <a:pt x="5256" y="3429"/>
                    <a:pt x="5373" y="3432"/>
                    <a:pt x="5489" y="3432"/>
                  </a:cubicBezTo>
                  <a:cubicBezTo>
                    <a:pt x="5655" y="3432"/>
                    <a:pt x="5821" y="3427"/>
                    <a:pt x="5986" y="3427"/>
                  </a:cubicBezTo>
                  <a:cubicBezTo>
                    <a:pt x="6350" y="3427"/>
                    <a:pt x="6707" y="3450"/>
                    <a:pt x="7044" y="3595"/>
                  </a:cubicBezTo>
                  <a:cubicBezTo>
                    <a:pt x="6660" y="3953"/>
                    <a:pt x="6291" y="4322"/>
                    <a:pt x="5942" y="4706"/>
                  </a:cubicBezTo>
                  <a:cubicBezTo>
                    <a:pt x="6115" y="4478"/>
                    <a:pt x="6276" y="4247"/>
                    <a:pt x="6455" y="4019"/>
                  </a:cubicBezTo>
                  <a:cubicBezTo>
                    <a:pt x="6569" y="3872"/>
                    <a:pt x="6461" y="3701"/>
                    <a:pt x="6318" y="3701"/>
                  </a:cubicBezTo>
                  <a:cubicBezTo>
                    <a:pt x="6276" y="3701"/>
                    <a:pt x="6230" y="3716"/>
                    <a:pt x="6187" y="3751"/>
                  </a:cubicBezTo>
                  <a:cubicBezTo>
                    <a:pt x="5448" y="4351"/>
                    <a:pt x="4749" y="4989"/>
                    <a:pt x="4074" y="5650"/>
                  </a:cubicBezTo>
                  <a:cubicBezTo>
                    <a:pt x="4460" y="4995"/>
                    <a:pt x="4870" y="4351"/>
                    <a:pt x="5188" y="3655"/>
                  </a:cubicBezTo>
                  <a:cubicBezTo>
                    <a:pt x="5228" y="3575"/>
                    <a:pt x="5208" y="3479"/>
                    <a:pt x="5139" y="3421"/>
                  </a:cubicBezTo>
                  <a:close/>
                  <a:moveTo>
                    <a:pt x="8237" y="5194"/>
                  </a:moveTo>
                  <a:lnTo>
                    <a:pt x="8237" y="5194"/>
                  </a:lnTo>
                  <a:cubicBezTo>
                    <a:pt x="8248" y="5382"/>
                    <a:pt x="8214" y="5569"/>
                    <a:pt x="8139" y="5740"/>
                  </a:cubicBezTo>
                  <a:cubicBezTo>
                    <a:pt x="7960" y="6130"/>
                    <a:pt x="7541" y="6265"/>
                    <a:pt x="7088" y="6294"/>
                  </a:cubicBezTo>
                  <a:cubicBezTo>
                    <a:pt x="7287" y="6072"/>
                    <a:pt x="7495" y="5855"/>
                    <a:pt x="7700" y="5639"/>
                  </a:cubicBezTo>
                  <a:cubicBezTo>
                    <a:pt x="7741" y="5673"/>
                    <a:pt x="7793" y="5694"/>
                    <a:pt x="7844" y="5694"/>
                  </a:cubicBezTo>
                  <a:cubicBezTo>
                    <a:pt x="7902" y="5694"/>
                    <a:pt x="7959" y="5668"/>
                    <a:pt x="8000" y="5604"/>
                  </a:cubicBezTo>
                  <a:cubicBezTo>
                    <a:pt x="8092" y="5474"/>
                    <a:pt x="8159" y="5330"/>
                    <a:pt x="8237" y="5194"/>
                  </a:cubicBezTo>
                  <a:close/>
                  <a:moveTo>
                    <a:pt x="4354" y="4438"/>
                  </a:moveTo>
                  <a:lnTo>
                    <a:pt x="4354" y="4438"/>
                  </a:lnTo>
                  <a:cubicBezTo>
                    <a:pt x="3990" y="5064"/>
                    <a:pt x="3603" y="5676"/>
                    <a:pt x="3280" y="6326"/>
                  </a:cubicBezTo>
                  <a:cubicBezTo>
                    <a:pt x="3158" y="6153"/>
                    <a:pt x="3049" y="5974"/>
                    <a:pt x="2951" y="5789"/>
                  </a:cubicBezTo>
                  <a:cubicBezTo>
                    <a:pt x="3413" y="5333"/>
                    <a:pt x="3880" y="4882"/>
                    <a:pt x="4354" y="4438"/>
                  </a:cubicBezTo>
                  <a:close/>
                  <a:moveTo>
                    <a:pt x="5156" y="5139"/>
                  </a:moveTo>
                  <a:lnTo>
                    <a:pt x="5156" y="5139"/>
                  </a:lnTo>
                  <a:cubicBezTo>
                    <a:pt x="4775" y="5673"/>
                    <a:pt x="4426" y="6231"/>
                    <a:pt x="4111" y="6808"/>
                  </a:cubicBezTo>
                  <a:cubicBezTo>
                    <a:pt x="4103" y="6822"/>
                    <a:pt x="4111" y="6837"/>
                    <a:pt x="4105" y="6851"/>
                  </a:cubicBezTo>
                  <a:cubicBezTo>
                    <a:pt x="3918" y="6851"/>
                    <a:pt x="3736" y="6785"/>
                    <a:pt x="3594" y="6666"/>
                  </a:cubicBezTo>
                  <a:lnTo>
                    <a:pt x="3594" y="6664"/>
                  </a:lnTo>
                  <a:cubicBezTo>
                    <a:pt x="4094" y="6132"/>
                    <a:pt x="4616" y="5627"/>
                    <a:pt x="5156" y="5139"/>
                  </a:cubicBezTo>
                  <a:close/>
                  <a:moveTo>
                    <a:pt x="1518" y="0"/>
                  </a:moveTo>
                  <a:cubicBezTo>
                    <a:pt x="577" y="0"/>
                    <a:pt x="135" y="796"/>
                    <a:pt x="40" y="1646"/>
                  </a:cubicBezTo>
                  <a:cubicBezTo>
                    <a:pt x="0" y="2018"/>
                    <a:pt x="6" y="2599"/>
                    <a:pt x="130" y="3115"/>
                  </a:cubicBezTo>
                  <a:cubicBezTo>
                    <a:pt x="124" y="3153"/>
                    <a:pt x="136" y="3193"/>
                    <a:pt x="162" y="3222"/>
                  </a:cubicBezTo>
                  <a:cubicBezTo>
                    <a:pt x="286" y="3655"/>
                    <a:pt x="497" y="4031"/>
                    <a:pt x="863" y="4166"/>
                  </a:cubicBezTo>
                  <a:cubicBezTo>
                    <a:pt x="2266" y="4698"/>
                    <a:pt x="2307" y="5951"/>
                    <a:pt x="3268" y="6921"/>
                  </a:cubicBezTo>
                  <a:cubicBezTo>
                    <a:pt x="3483" y="7138"/>
                    <a:pt x="3713" y="7225"/>
                    <a:pt x="3945" y="7225"/>
                  </a:cubicBezTo>
                  <a:cubicBezTo>
                    <a:pt x="4568" y="7225"/>
                    <a:pt x="5204" y="6595"/>
                    <a:pt x="5598" y="6176"/>
                  </a:cubicBezTo>
                  <a:cubicBezTo>
                    <a:pt x="5658" y="6111"/>
                    <a:pt x="5600" y="6025"/>
                    <a:pt x="5534" y="6025"/>
                  </a:cubicBezTo>
                  <a:cubicBezTo>
                    <a:pt x="5513" y="6025"/>
                    <a:pt x="5493" y="6033"/>
                    <a:pt x="5474" y="6052"/>
                  </a:cubicBezTo>
                  <a:cubicBezTo>
                    <a:pt x="5257" y="6268"/>
                    <a:pt x="5018" y="6462"/>
                    <a:pt x="4761" y="6629"/>
                  </a:cubicBezTo>
                  <a:cubicBezTo>
                    <a:pt x="5350" y="5951"/>
                    <a:pt x="5933" y="5266"/>
                    <a:pt x="6548" y="4617"/>
                  </a:cubicBezTo>
                  <a:lnTo>
                    <a:pt x="6548" y="4617"/>
                  </a:lnTo>
                  <a:cubicBezTo>
                    <a:pt x="6343" y="4914"/>
                    <a:pt x="6152" y="5217"/>
                    <a:pt x="5939" y="5512"/>
                  </a:cubicBezTo>
                  <a:cubicBezTo>
                    <a:pt x="5838" y="5652"/>
                    <a:pt x="5975" y="5793"/>
                    <a:pt x="6114" y="5793"/>
                  </a:cubicBezTo>
                  <a:cubicBezTo>
                    <a:pt x="6159" y="5793"/>
                    <a:pt x="6204" y="5779"/>
                    <a:pt x="6242" y="5746"/>
                  </a:cubicBezTo>
                  <a:cubicBezTo>
                    <a:pt x="6533" y="5477"/>
                    <a:pt x="6834" y="5223"/>
                    <a:pt x="7134" y="4966"/>
                  </a:cubicBezTo>
                  <a:lnTo>
                    <a:pt x="7134" y="4966"/>
                  </a:lnTo>
                  <a:cubicBezTo>
                    <a:pt x="6912" y="5396"/>
                    <a:pt x="6704" y="5829"/>
                    <a:pt x="6516" y="6277"/>
                  </a:cubicBezTo>
                  <a:cubicBezTo>
                    <a:pt x="6239" y="6251"/>
                    <a:pt x="5985" y="6205"/>
                    <a:pt x="5800" y="6173"/>
                  </a:cubicBezTo>
                  <a:cubicBezTo>
                    <a:pt x="5788" y="6170"/>
                    <a:pt x="5775" y="6169"/>
                    <a:pt x="5764" y="6169"/>
                  </a:cubicBezTo>
                  <a:cubicBezTo>
                    <a:pt x="5580" y="6169"/>
                    <a:pt x="5512" y="6452"/>
                    <a:pt x="5711" y="6490"/>
                  </a:cubicBezTo>
                  <a:cubicBezTo>
                    <a:pt x="5973" y="6542"/>
                    <a:pt x="6239" y="6580"/>
                    <a:pt x="6504" y="6603"/>
                  </a:cubicBezTo>
                  <a:cubicBezTo>
                    <a:pt x="6548" y="6643"/>
                    <a:pt x="6604" y="6668"/>
                    <a:pt x="6659" y="6668"/>
                  </a:cubicBezTo>
                  <a:cubicBezTo>
                    <a:pt x="6704" y="6668"/>
                    <a:pt x="6747" y="6652"/>
                    <a:pt x="6782" y="6615"/>
                  </a:cubicBezTo>
                  <a:cubicBezTo>
                    <a:pt x="6793" y="6615"/>
                    <a:pt x="6803" y="6615"/>
                    <a:pt x="6814" y="6615"/>
                  </a:cubicBezTo>
                  <a:cubicBezTo>
                    <a:pt x="7432" y="6615"/>
                    <a:pt x="8019" y="6452"/>
                    <a:pt x="8424" y="5904"/>
                  </a:cubicBezTo>
                  <a:cubicBezTo>
                    <a:pt x="8982" y="5154"/>
                    <a:pt x="8202" y="4129"/>
                    <a:pt x="7697" y="3618"/>
                  </a:cubicBezTo>
                  <a:cubicBezTo>
                    <a:pt x="7757" y="3523"/>
                    <a:pt x="7827" y="3430"/>
                    <a:pt x="7887" y="3335"/>
                  </a:cubicBezTo>
                  <a:cubicBezTo>
                    <a:pt x="7983" y="3187"/>
                    <a:pt x="7853" y="3058"/>
                    <a:pt x="7717" y="3058"/>
                  </a:cubicBezTo>
                  <a:cubicBezTo>
                    <a:pt x="7672" y="3058"/>
                    <a:pt x="7626" y="3072"/>
                    <a:pt x="7587" y="3104"/>
                  </a:cubicBezTo>
                  <a:cubicBezTo>
                    <a:pt x="7495" y="3179"/>
                    <a:pt x="7411" y="3266"/>
                    <a:pt x="7322" y="3344"/>
                  </a:cubicBezTo>
                  <a:cubicBezTo>
                    <a:pt x="6222" y="2760"/>
                    <a:pt x="4634" y="3624"/>
                    <a:pt x="3872" y="2336"/>
                  </a:cubicBezTo>
                  <a:cubicBezTo>
                    <a:pt x="3704" y="2056"/>
                    <a:pt x="3574" y="1773"/>
                    <a:pt x="3447" y="1505"/>
                  </a:cubicBezTo>
                  <a:lnTo>
                    <a:pt x="3453" y="1493"/>
                  </a:lnTo>
                  <a:cubicBezTo>
                    <a:pt x="3514" y="1383"/>
                    <a:pt x="3441" y="1250"/>
                    <a:pt x="3317" y="1242"/>
                  </a:cubicBezTo>
                  <a:cubicBezTo>
                    <a:pt x="2982" y="581"/>
                    <a:pt x="2601" y="61"/>
                    <a:pt x="1623" y="3"/>
                  </a:cubicBezTo>
                  <a:cubicBezTo>
                    <a:pt x="1587" y="1"/>
                    <a:pt x="1553" y="0"/>
                    <a:pt x="15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6" name="Google Shape;4306;p56"/>
            <p:cNvSpPr/>
            <p:nvPr/>
          </p:nvSpPr>
          <p:spPr>
            <a:xfrm>
              <a:off x="1737125" y="905350"/>
              <a:ext cx="192825" cy="321850"/>
            </a:xfrm>
            <a:custGeom>
              <a:avLst/>
              <a:gdLst/>
              <a:ahLst/>
              <a:cxnLst/>
              <a:rect l="l" t="t" r="r" b="b"/>
              <a:pathLst>
                <a:path w="7713" h="12874" extrusionOk="0">
                  <a:moveTo>
                    <a:pt x="2523" y="1009"/>
                  </a:moveTo>
                  <a:cubicBezTo>
                    <a:pt x="1921" y="1856"/>
                    <a:pt x="1371" y="2721"/>
                    <a:pt x="901" y="3654"/>
                  </a:cubicBezTo>
                  <a:cubicBezTo>
                    <a:pt x="1260" y="2540"/>
                    <a:pt x="1908" y="1342"/>
                    <a:pt x="2523" y="1009"/>
                  </a:cubicBezTo>
                  <a:close/>
                  <a:moveTo>
                    <a:pt x="3306" y="1189"/>
                  </a:moveTo>
                  <a:cubicBezTo>
                    <a:pt x="3418" y="1342"/>
                    <a:pt x="3508" y="1512"/>
                    <a:pt x="3569" y="1694"/>
                  </a:cubicBezTo>
                  <a:cubicBezTo>
                    <a:pt x="3561" y="1693"/>
                    <a:pt x="3554" y="1692"/>
                    <a:pt x="3546" y="1692"/>
                  </a:cubicBezTo>
                  <a:cubicBezTo>
                    <a:pt x="3496" y="1692"/>
                    <a:pt x="3446" y="1717"/>
                    <a:pt x="3416" y="1757"/>
                  </a:cubicBezTo>
                  <a:cubicBezTo>
                    <a:pt x="2864" y="2551"/>
                    <a:pt x="2310" y="3319"/>
                    <a:pt x="1698" y="4067"/>
                  </a:cubicBezTo>
                  <a:cubicBezTo>
                    <a:pt x="1571" y="4229"/>
                    <a:pt x="1213" y="4696"/>
                    <a:pt x="982" y="4979"/>
                  </a:cubicBezTo>
                  <a:lnTo>
                    <a:pt x="979" y="4979"/>
                  </a:lnTo>
                  <a:cubicBezTo>
                    <a:pt x="988" y="4950"/>
                    <a:pt x="982" y="4922"/>
                    <a:pt x="967" y="4896"/>
                  </a:cubicBezTo>
                  <a:cubicBezTo>
                    <a:pt x="1028" y="4803"/>
                    <a:pt x="1097" y="4699"/>
                    <a:pt x="1193" y="4561"/>
                  </a:cubicBezTo>
                  <a:cubicBezTo>
                    <a:pt x="1686" y="3839"/>
                    <a:pt x="2128" y="3120"/>
                    <a:pt x="2509" y="2369"/>
                  </a:cubicBezTo>
                  <a:cubicBezTo>
                    <a:pt x="2769" y="1971"/>
                    <a:pt x="3032" y="1576"/>
                    <a:pt x="3306" y="1189"/>
                  </a:cubicBezTo>
                  <a:close/>
                  <a:moveTo>
                    <a:pt x="3667" y="2009"/>
                  </a:moveTo>
                  <a:cubicBezTo>
                    <a:pt x="3742" y="2297"/>
                    <a:pt x="3800" y="2589"/>
                    <a:pt x="3840" y="2883"/>
                  </a:cubicBezTo>
                  <a:cubicBezTo>
                    <a:pt x="3872" y="3062"/>
                    <a:pt x="3903" y="3227"/>
                    <a:pt x="3938" y="3397"/>
                  </a:cubicBezTo>
                  <a:lnTo>
                    <a:pt x="3932" y="3397"/>
                  </a:lnTo>
                  <a:cubicBezTo>
                    <a:pt x="3903" y="3323"/>
                    <a:pt x="3834" y="3282"/>
                    <a:pt x="3763" y="3282"/>
                  </a:cubicBezTo>
                  <a:cubicBezTo>
                    <a:pt x="3721" y="3282"/>
                    <a:pt x="3678" y="3297"/>
                    <a:pt x="3644" y="3328"/>
                  </a:cubicBezTo>
                  <a:cubicBezTo>
                    <a:pt x="3330" y="3617"/>
                    <a:pt x="1992" y="5145"/>
                    <a:pt x="1930" y="5145"/>
                  </a:cubicBezTo>
                  <a:cubicBezTo>
                    <a:pt x="1911" y="5145"/>
                    <a:pt x="2006" y="5009"/>
                    <a:pt x="2275" y="4665"/>
                  </a:cubicBezTo>
                  <a:cubicBezTo>
                    <a:pt x="2913" y="3848"/>
                    <a:pt x="3349" y="2979"/>
                    <a:pt x="3667" y="2009"/>
                  </a:cubicBezTo>
                  <a:close/>
                  <a:moveTo>
                    <a:pt x="3941" y="3446"/>
                  </a:moveTo>
                  <a:lnTo>
                    <a:pt x="3941" y="3446"/>
                  </a:lnTo>
                  <a:cubicBezTo>
                    <a:pt x="4004" y="3790"/>
                    <a:pt x="4097" y="4128"/>
                    <a:pt x="4218" y="4454"/>
                  </a:cubicBezTo>
                  <a:cubicBezTo>
                    <a:pt x="4211" y="4453"/>
                    <a:pt x="4203" y="4452"/>
                    <a:pt x="4196" y="4452"/>
                  </a:cubicBezTo>
                  <a:cubicBezTo>
                    <a:pt x="4166" y="4452"/>
                    <a:pt x="4137" y="4461"/>
                    <a:pt x="4111" y="4480"/>
                  </a:cubicBezTo>
                  <a:lnTo>
                    <a:pt x="4108" y="4480"/>
                  </a:lnTo>
                  <a:cubicBezTo>
                    <a:pt x="3297" y="5054"/>
                    <a:pt x="2541" y="5701"/>
                    <a:pt x="1854" y="6420"/>
                  </a:cubicBezTo>
                  <a:cubicBezTo>
                    <a:pt x="2342" y="5909"/>
                    <a:pt x="3369" y="4543"/>
                    <a:pt x="3927" y="3547"/>
                  </a:cubicBezTo>
                  <a:cubicBezTo>
                    <a:pt x="3941" y="3516"/>
                    <a:pt x="3947" y="3481"/>
                    <a:pt x="3941" y="3446"/>
                  </a:cubicBezTo>
                  <a:close/>
                  <a:moveTo>
                    <a:pt x="4752" y="5456"/>
                  </a:moveTo>
                  <a:cubicBezTo>
                    <a:pt x="4816" y="5551"/>
                    <a:pt x="4868" y="5646"/>
                    <a:pt x="4940" y="5742"/>
                  </a:cubicBezTo>
                  <a:cubicBezTo>
                    <a:pt x="4975" y="5785"/>
                    <a:pt x="5015" y="5822"/>
                    <a:pt x="5050" y="5863"/>
                  </a:cubicBezTo>
                  <a:lnTo>
                    <a:pt x="5047" y="5863"/>
                  </a:lnTo>
                  <a:cubicBezTo>
                    <a:pt x="4703" y="6088"/>
                    <a:pt x="4380" y="6336"/>
                    <a:pt x="4077" y="6610"/>
                  </a:cubicBezTo>
                  <a:cubicBezTo>
                    <a:pt x="4316" y="6235"/>
                    <a:pt x="4541" y="5851"/>
                    <a:pt x="4752" y="5456"/>
                  </a:cubicBezTo>
                  <a:close/>
                  <a:moveTo>
                    <a:pt x="3168" y="2472"/>
                  </a:moveTo>
                  <a:cubicBezTo>
                    <a:pt x="3184" y="2472"/>
                    <a:pt x="3110" y="2651"/>
                    <a:pt x="2879" y="3146"/>
                  </a:cubicBezTo>
                  <a:cubicBezTo>
                    <a:pt x="2448" y="4064"/>
                    <a:pt x="1730" y="4838"/>
                    <a:pt x="1068" y="5594"/>
                  </a:cubicBezTo>
                  <a:cubicBezTo>
                    <a:pt x="967" y="5710"/>
                    <a:pt x="1060" y="5901"/>
                    <a:pt x="1188" y="5901"/>
                  </a:cubicBezTo>
                  <a:cubicBezTo>
                    <a:pt x="1217" y="5901"/>
                    <a:pt x="1248" y="5892"/>
                    <a:pt x="1279" y="5869"/>
                  </a:cubicBezTo>
                  <a:cubicBezTo>
                    <a:pt x="2036" y="5311"/>
                    <a:pt x="2714" y="4694"/>
                    <a:pt x="3398" y="4044"/>
                  </a:cubicBezTo>
                  <a:lnTo>
                    <a:pt x="3398" y="4044"/>
                  </a:lnTo>
                  <a:cubicBezTo>
                    <a:pt x="2711" y="4696"/>
                    <a:pt x="2004" y="5782"/>
                    <a:pt x="1484" y="6778"/>
                  </a:cubicBezTo>
                  <a:cubicBezTo>
                    <a:pt x="1331" y="6408"/>
                    <a:pt x="1149" y="6024"/>
                    <a:pt x="800" y="5661"/>
                  </a:cubicBezTo>
                  <a:cubicBezTo>
                    <a:pt x="757" y="5612"/>
                    <a:pt x="725" y="5554"/>
                    <a:pt x="705" y="5493"/>
                  </a:cubicBezTo>
                  <a:cubicBezTo>
                    <a:pt x="1328" y="4945"/>
                    <a:pt x="1914" y="4367"/>
                    <a:pt x="2420" y="3698"/>
                  </a:cubicBezTo>
                  <a:cubicBezTo>
                    <a:pt x="2588" y="3474"/>
                    <a:pt x="3130" y="2472"/>
                    <a:pt x="3168" y="2472"/>
                  </a:cubicBezTo>
                  <a:close/>
                  <a:moveTo>
                    <a:pt x="3647" y="5141"/>
                  </a:moveTo>
                  <a:cubicBezTo>
                    <a:pt x="3104" y="5952"/>
                    <a:pt x="2544" y="6755"/>
                    <a:pt x="1995" y="7563"/>
                  </a:cubicBezTo>
                  <a:cubicBezTo>
                    <a:pt x="1902" y="7698"/>
                    <a:pt x="2038" y="7853"/>
                    <a:pt x="2173" y="7853"/>
                  </a:cubicBezTo>
                  <a:cubicBezTo>
                    <a:pt x="2218" y="7853"/>
                    <a:pt x="2262" y="7836"/>
                    <a:pt x="2298" y="7797"/>
                  </a:cubicBezTo>
                  <a:cubicBezTo>
                    <a:pt x="2959" y="7082"/>
                    <a:pt x="3653" y="6407"/>
                    <a:pt x="4354" y="5730"/>
                  </a:cubicBezTo>
                  <a:lnTo>
                    <a:pt x="4354" y="5730"/>
                  </a:lnTo>
                  <a:cubicBezTo>
                    <a:pt x="3760" y="6305"/>
                    <a:pt x="3074" y="7394"/>
                    <a:pt x="2489" y="8221"/>
                  </a:cubicBezTo>
                  <a:cubicBezTo>
                    <a:pt x="2054" y="7965"/>
                    <a:pt x="1843" y="7616"/>
                    <a:pt x="1673" y="7224"/>
                  </a:cubicBezTo>
                  <a:lnTo>
                    <a:pt x="1673" y="7224"/>
                  </a:lnTo>
                  <a:cubicBezTo>
                    <a:pt x="2282" y="6512"/>
                    <a:pt x="3130" y="5909"/>
                    <a:pt x="3647" y="5141"/>
                  </a:cubicBezTo>
                  <a:close/>
                  <a:moveTo>
                    <a:pt x="5341" y="6195"/>
                  </a:moveTo>
                  <a:cubicBezTo>
                    <a:pt x="5431" y="6290"/>
                    <a:pt x="5526" y="6380"/>
                    <a:pt x="5624" y="6472"/>
                  </a:cubicBezTo>
                  <a:cubicBezTo>
                    <a:pt x="4873" y="7054"/>
                    <a:pt x="4158" y="7676"/>
                    <a:pt x="3475" y="8336"/>
                  </a:cubicBezTo>
                  <a:lnTo>
                    <a:pt x="3475" y="8336"/>
                  </a:lnTo>
                  <a:cubicBezTo>
                    <a:pt x="4217" y="7616"/>
                    <a:pt x="4762" y="7090"/>
                    <a:pt x="5341" y="6195"/>
                  </a:cubicBezTo>
                  <a:close/>
                  <a:moveTo>
                    <a:pt x="4694" y="6532"/>
                  </a:moveTo>
                  <a:cubicBezTo>
                    <a:pt x="4276" y="7214"/>
                    <a:pt x="3720" y="7854"/>
                    <a:pt x="3199" y="8496"/>
                  </a:cubicBezTo>
                  <a:cubicBezTo>
                    <a:pt x="3094" y="8470"/>
                    <a:pt x="2988" y="8439"/>
                    <a:pt x="2886" y="8402"/>
                  </a:cubicBezTo>
                  <a:lnTo>
                    <a:pt x="2886" y="8402"/>
                  </a:lnTo>
                  <a:cubicBezTo>
                    <a:pt x="3467" y="7826"/>
                    <a:pt x="4295" y="7182"/>
                    <a:pt x="4694" y="6532"/>
                  </a:cubicBezTo>
                  <a:close/>
                  <a:moveTo>
                    <a:pt x="6386" y="7188"/>
                  </a:moveTo>
                  <a:cubicBezTo>
                    <a:pt x="6447" y="7246"/>
                    <a:pt x="6508" y="7300"/>
                    <a:pt x="6565" y="7358"/>
                  </a:cubicBezTo>
                  <a:cubicBezTo>
                    <a:pt x="6643" y="7439"/>
                    <a:pt x="6718" y="7526"/>
                    <a:pt x="6785" y="7615"/>
                  </a:cubicBezTo>
                  <a:cubicBezTo>
                    <a:pt x="6779" y="7621"/>
                    <a:pt x="6767" y="7618"/>
                    <a:pt x="6762" y="7627"/>
                  </a:cubicBezTo>
                  <a:cubicBezTo>
                    <a:pt x="6227" y="8221"/>
                    <a:pt x="5676" y="8787"/>
                    <a:pt x="5102" y="9342"/>
                  </a:cubicBezTo>
                  <a:lnTo>
                    <a:pt x="4894" y="9538"/>
                  </a:lnTo>
                  <a:cubicBezTo>
                    <a:pt x="5468" y="8816"/>
                    <a:pt x="5991" y="8077"/>
                    <a:pt x="6386" y="7188"/>
                  </a:cubicBezTo>
                  <a:close/>
                  <a:moveTo>
                    <a:pt x="5310" y="6989"/>
                  </a:moveTo>
                  <a:cubicBezTo>
                    <a:pt x="5339" y="6989"/>
                    <a:pt x="5232" y="7161"/>
                    <a:pt x="4888" y="7635"/>
                  </a:cubicBezTo>
                  <a:cubicBezTo>
                    <a:pt x="4296" y="8452"/>
                    <a:pt x="3684" y="9232"/>
                    <a:pt x="3110" y="10043"/>
                  </a:cubicBezTo>
                  <a:cubicBezTo>
                    <a:pt x="3245" y="9616"/>
                    <a:pt x="3410" y="9191"/>
                    <a:pt x="3545" y="8822"/>
                  </a:cubicBezTo>
                  <a:cubicBezTo>
                    <a:pt x="3771" y="8600"/>
                    <a:pt x="3996" y="8377"/>
                    <a:pt x="4224" y="8158"/>
                  </a:cubicBezTo>
                  <a:cubicBezTo>
                    <a:pt x="4377" y="8009"/>
                    <a:pt x="5242" y="6989"/>
                    <a:pt x="5310" y="6989"/>
                  </a:cubicBezTo>
                  <a:close/>
                  <a:moveTo>
                    <a:pt x="7013" y="7944"/>
                  </a:moveTo>
                  <a:cubicBezTo>
                    <a:pt x="7091" y="8080"/>
                    <a:pt x="7154" y="8219"/>
                    <a:pt x="7206" y="8366"/>
                  </a:cubicBezTo>
                  <a:cubicBezTo>
                    <a:pt x="6557" y="9085"/>
                    <a:pt x="5872" y="9766"/>
                    <a:pt x="5182" y="10442"/>
                  </a:cubicBezTo>
                  <a:cubicBezTo>
                    <a:pt x="5774" y="9599"/>
                    <a:pt x="6386" y="8764"/>
                    <a:pt x="7013" y="7944"/>
                  </a:cubicBezTo>
                  <a:close/>
                  <a:moveTo>
                    <a:pt x="5792" y="7590"/>
                  </a:moveTo>
                  <a:lnTo>
                    <a:pt x="5792" y="7590"/>
                  </a:lnTo>
                  <a:cubicBezTo>
                    <a:pt x="5160" y="9057"/>
                    <a:pt x="3800" y="10240"/>
                    <a:pt x="2841" y="11527"/>
                  </a:cubicBezTo>
                  <a:cubicBezTo>
                    <a:pt x="2838" y="11438"/>
                    <a:pt x="2838" y="11348"/>
                    <a:pt x="2847" y="11259"/>
                  </a:cubicBezTo>
                  <a:lnTo>
                    <a:pt x="2844" y="11259"/>
                  </a:lnTo>
                  <a:cubicBezTo>
                    <a:pt x="3802" y="10079"/>
                    <a:pt x="5259" y="8825"/>
                    <a:pt x="5792" y="7590"/>
                  </a:cubicBezTo>
                  <a:close/>
                  <a:moveTo>
                    <a:pt x="5087" y="9896"/>
                  </a:moveTo>
                  <a:lnTo>
                    <a:pt x="5087" y="9896"/>
                  </a:lnTo>
                  <a:cubicBezTo>
                    <a:pt x="4513" y="10693"/>
                    <a:pt x="3955" y="11498"/>
                    <a:pt x="3387" y="12301"/>
                  </a:cubicBezTo>
                  <a:lnTo>
                    <a:pt x="3390" y="12301"/>
                  </a:lnTo>
                  <a:cubicBezTo>
                    <a:pt x="3358" y="12347"/>
                    <a:pt x="3352" y="12405"/>
                    <a:pt x="3372" y="12457"/>
                  </a:cubicBezTo>
                  <a:cubicBezTo>
                    <a:pt x="3164" y="12350"/>
                    <a:pt x="3006" y="12171"/>
                    <a:pt x="2925" y="11951"/>
                  </a:cubicBezTo>
                  <a:cubicBezTo>
                    <a:pt x="2974" y="11951"/>
                    <a:pt x="3023" y="11931"/>
                    <a:pt x="3055" y="11897"/>
                  </a:cubicBezTo>
                  <a:cubicBezTo>
                    <a:pt x="3713" y="11212"/>
                    <a:pt x="4400" y="10554"/>
                    <a:pt x="5087" y="9896"/>
                  </a:cubicBezTo>
                  <a:close/>
                  <a:moveTo>
                    <a:pt x="2533" y="0"/>
                  </a:moveTo>
                  <a:cubicBezTo>
                    <a:pt x="2472" y="0"/>
                    <a:pt x="2411" y="36"/>
                    <a:pt x="2379" y="86"/>
                  </a:cubicBezTo>
                  <a:cubicBezTo>
                    <a:pt x="1334" y="1737"/>
                    <a:pt x="817" y="3559"/>
                    <a:pt x="168" y="5386"/>
                  </a:cubicBezTo>
                  <a:cubicBezTo>
                    <a:pt x="159" y="5424"/>
                    <a:pt x="162" y="5464"/>
                    <a:pt x="182" y="5499"/>
                  </a:cubicBezTo>
                  <a:cubicBezTo>
                    <a:pt x="150" y="5545"/>
                    <a:pt x="116" y="5591"/>
                    <a:pt x="84" y="5638"/>
                  </a:cubicBezTo>
                  <a:cubicBezTo>
                    <a:pt x="1" y="5758"/>
                    <a:pt x="112" y="5868"/>
                    <a:pt x="227" y="5868"/>
                  </a:cubicBezTo>
                  <a:cubicBezTo>
                    <a:pt x="263" y="5868"/>
                    <a:pt x="301" y="5857"/>
                    <a:pt x="332" y="5831"/>
                  </a:cubicBezTo>
                  <a:cubicBezTo>
                    <a:pt x="352" y="5811"/>
                    <a:pt x="373" y="5791"/>
                    <a:pt x="396" y="5773"/>
                  </a:cubicBezTo>
                  <a:cubicBezTo>
                    <a:pt x="1100" y="6660"/>
                    <a:pt x="1230" y="7794"/>
                    <a:pt x="2163" y="8519"/>
                  </a:cubicBezTo>
                  <a:cubicBezTo>
                    <a:pt x="2165" y="8522"/>
                    <a:pt x="2630" y="8701"/>
                    <a:pt x="2902" y="8871"/>
                  </a:cubicBezTo>
                  <a:cubicBezTo>
                    <a:pt x="2850" y="8937"/>
                    <a:pt x="2795" y="9001"/>
                    <a:pt x="2746" y="9067"/>
                  </a:cubicBezTo>
                  <a:cubicBezTo>
                    <a:pt x="2644" y="9205"/>
                    <a:pt x="2778" y="9345"/>
                    <a:pt x="2917" y="9345"/>
                  </a:cubicBezTo>
                  <a:cubicBezTo>
                    <a:pt x="2947" y="9345"/>
                    <a:pt x="2978" y="9339"/>
                    <a:pt x="3006" y="9324"/>
                  </a:cubicBezTo>
                  <a:lnTo>
                    <a:pt x="3006" y="9324"/>
                  </a:lnTo>
                  <a:cubicBezTo>
                    <a:pt x="2780" y="9936"/>
                    <a:pt x="2538" y="10534"/>
                    <a:pt x="2368" y="11163"/>
                  </a:cubicBezTo>
                  <a:cubicBezTo>
                    <a:pt x="2368" y="11166"/>
                    <a:pt x="2368" y="11169"/>
                    <a:pt x="2368" y="11172"/>
                  </a:cubicBezTo>
                  <a:cubicBezTo>
                    <a:pt x="2313" y="11261"/>
                    <a:pt x="2255" y="11345"/>
                    <a:pt x="2203" y="11435"/>
                  </a:cubicBezTo>
                  <a:cubicBezTo>
                    <a:pt x="2131" y="11556"/>
                    <a:pt x="2194" y="11660"/>
                    <a:pt x="2290" y="11703"/>
                  </a:cubicBezTo>
                  <a:cubicBezTo>
                    <a:pt x="2262" y="12611"/>
                    <a:pt x="2964" y="12874"/>
                    <a:pt x="3791" y="12874"/>
                  </a:cubicBezTo>
                  <a:cubicBezTo>
                    <a:pt x="4174" y="12874"/>
                    <a:pt x="4584" y="12817"/>
                    <a:pt x="4960" y="12742"/>
                  </a:cubicBezTo>
                  <a:cubicBezTo>
                    <a:pt x="5070" y="12723"/>
                    <a:pt x="5028" y="12571"/>
                    <a:pt x="4930" y="12571"/>
                  </a:cubicBezTo>
                  <a:cubicBezTo>
                    <a:pt x="4925" y="12571"/>
                    <a:pt x="4919" y="12571"/>
                    <a:pt x="4914" y="12572"/>
                  </a:cubicBezTo>
                  <a:cubicBezTo>
                    <a:pt x="4663" y="12612"/>
                    <a:pt x="4441" y="12631"/>
                    <a:pt x="4245" y="12631"/>
                  </a:cubicBezTo>
                  <a:cubicBezTo>
                    <a:pt x="4016" y="12631"/>
                    <a:pt x="3821" y="12606"/>
                    <a:pt x="3655" y="12561"/>
                  </a:cubicBezTo>
                  <a:cubicBezTo>
                    <a:pt x="3670" y="12552"/>
                    <a:pt x="3690" y="12555"/>
                    <a:pt x="3704" y="12540"/>
                  </a:cubicBezTo>
                  <a:cubicBezTo>
                    <a:pt x="4163" y="12027"/>
                    <a:pt x="4643" y="11533"/>
                    <a:pt x="5133" y="11051"/>
                  </a:cubicBezTo>
                  <a:lnTo>
                    <a:pt x="5133" y="11051"/>
                  </a:lnTo>
                  <a:cubicBezTo>
                    <a:pt x="5032" y="11189"/>
                    <a:pt x="4928" y="11339"/>
                    <a:pt x="4787" y="11541"/>
                  </a:cubicBezTo>
                  <a:cubicBezTo>
                    <a:pt x="4680" y="11694"/>
                    <a:pt x="4823" y="11842"/>
                    <a:pt x="4971" y="11842"/>
                  </a:cubicBezTo>
                  <a:cubicBezTo>
                    <a:pt x="5019" y="11842"/>
                    <a:pt x="5067" y="11826"/>
                    <a:pt x="5107" y="11790"/>
                  </a:cubicBezTo>
                  <a:cubicBezTo>
                    <a:pt x="5844" y="11123"/>
                    <a:pt x="6461" y="10248"/>
                    <a:pt x="7244" y="9636"/>
                  </a:cubicBezTo>
                  <a:lnTo>
                    <a:pt x="7244" y="9636"/>
                  </a:lnTo>
                  <a:cubicBezTo>
                    <a:pt x="6889" y="10984"/>
                    <a:pt x="5408" y="12142"/>
                    <a:pt x="4062" y="12263"/>
                  </a:cubicBezTo>
                  <a:cubicBezTo>
                    <a:pt x="3843" y="12283"/>
                    <a:pt x="3837" y="12616"/>
                    <a:pt x="4044" y="12616"/>
                  </a:cubicBezTo>
                  <a:cubicBezTo>
                    <a:pt x="4050" y="12616"/>
                    <a:pt x="4056" y="12616"/>
                    <a:pt x="4062" y="12615"/>
                  </a:cubicBezTo>
                  <a:cubicBezTo>
                    <a:pt x="6305" y="12408"/>
                    <a:pt x="7662" y="10765"/>
                    <a:pt x="7472" y="8706"/>
                  </a:cubicBezTo>
                  <a:cubicBezTo>
                    <a:pt x="7518" y="8640"/>
                    <a:pt x="7570" y="8579"/>
                    <a:pt x="7616" y="8513"/>
                  </a:cubicBezTo>
                  <a:cubicBezTo>
                    <a:pt x="7713" y="8373"/>
                    <a:pt x="7574" y="8224"/>
                    <a:pt x="7433" y="8224"/>
                  </a:cubicBezTo>
                  <a:cubicBezTo>
                    <a:pt x="7414" y="8224"/>
                    <a:pt x="7395" y="8227"/>
                    <a:pt x="7377" y="8233"/>
                  </a:cubicBezTo>
                  <a:cubicBezTo>
                    <a:pt x="7348" y="8089"/>
                    <a:pt x="7336" y="7944"/>
                    <a:pt x="7290" y="7794"/>
                  </a:cubicBezTo>
                  <a:cubicBezTo>
                    <a:pt x="6866" y="6382"/>
                    <a:pt x="4986" y="5565"/>
                    <a:pt x="4406" y="4073"/>
                  </a:cubicBezTo>
                  <a:cubicBezTo>
                    <a:pt x="3846" y="2638"/>
                    <a:pt x="4097" y="1587"/>
                    <a:pt x="3237" y="597"/>
                  </a:cubicBezTo>
                  <a:cubicBezTo>
                    <a:pt x="3248" y="556"/>
                    <a:pt x="3265" y="519"/>
                    <a:pt x="3277" y="478"/>
                  </a:cubicBezTo>
                  <a:cubicBezTo>
                    <a:pt x="3311" y="364"/>
                    <a:pt x="3227" y="294"/>
                    <a:pt x="3136" y="294"/>
                  </a:cubicBezTo>
                  <a:cubicBezTo>
                    <a:pt x="3088" y="294"/>
                    <a:pt x="3038" y="314"/>
                    <a:pt x="3003" y="357"/>
                  </a:cubicBezTo>
                  <a:cubicBezTo>
                    <a:pt x="2879" y="236"/>
                    <a:pt x="2749" y="126"/>
                    <a:pt x="2613" y="25"/>
                  </a:cubicBezTo>
                  <a:cubicBezTo>
                    <a:pt x="2588" y="8"/>
                    <a:pt x="2561" y="0"/>
                    <a:pt x="253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7" name="Google Shape;4307;p56"/>
            <p:cNvSpPr/>
            <p:nvPr/>
          </p:nvSpPr>
          <p:spPr>
            <a:xfrm>
              <a:off x="3134800" y="2033550"/>
              <a:ext cx="230750" cy="177850"/>
            </a:xfrm>
            <a:custGeom>
              <a:avLst/>
              <a:gdLst/>
              <a:ahLst/>
              <a:cxnLst/>
              <a:rect l="l" t="t" r="r" b="b"/>
              <a:pathLst>
                <a:path w="9230" h="7114" extrusionOk="0">
                  <a:moveTo>
                    <a:pt x="3043" y="477"/>
                  </a:moveTo>
                  <a:lnTo>
                    <a:pt x="3043" y="477"/>
                  </a:lnTo>
                  <a:cubicBezTo>
                    <a:pt x="2523" y="1006"/>
                    <a:pt x="2033" y="1551"/>
                    <a:pt x="1571" y="2123"/>
                  </a:cubicBezTo>
                  <a:cubicBezTo>
                    <a:pt x="1776" y="1698"/>
                    <a:pt x="1983" y="1277"/>
                    <a:pt x="2177" y="850"/>
                  </a:cubicBezTo>
                  <a:cubicBezTo>
                    <a:pt x="2188" y="821"/>
                    <a:pt x="2191" y="790"/>
                    <a:pt x="2186" y="762"/>
                  </a:cubicBezTo>
                  <a:lnTo>
                    <a:pt x="2186" y="762"/>
                  </a:lnTo>
                  <a:cubicBezTo>
                    <a:pt x="2465" y="644"/>
                    <a:pt x="2750" y="549"/>
                    <a:pt x="3043" y="477"/>
                  </a:cubicBezTo>
                  <a:close/>
                  <a:moveTo>
                    <a:pt x="1718" y="982"/>
                  </a:moveTo>
                  <a:lnTo>
                    <a:pt x="1718" y="982"/>
                  </a:lnTo>
                  <a:cubicBezTo>
                    <a:pt x="1337" y="1338"/>
                    <a:pt x="996" y="1730"/>
                    <a:pt x="696" y="2157"/>
                  </a:cubicBezTo>
                  <a:cubicBezTo>
                    <a:pt x="693" y="2146"/>
                    <a:pt x="690" y="2132"/>
                    <a:pt x="687" y="2123"/>
                  </a:cubicBezTo>
                  <a:cubicBezTo>
                    <a:pt x="546" y="1522"/>
                    <a:pt x="1054" y="1329"/>
                    <a:pt x="1501" y="1084"/>
                  </a:cubicBezTo>
                  <a:cubicBezTo>
                    <a:pt x="1573" y="1046"/>
                    <a:pt x="1646" y="1020"/>
                    <a:pt x="1718" y="982"/>
                  </a:cubicBezTo>
                  <a:close/>
                  <a:moveTo>
                    <a:pt x="8338" y="1791"/>
                  </a:moveTo>
                  <a:cubicBezTo>
                    <a:pt x="8572" y="2215"/>
                    <a:pt x="8349" y="2631"/>
                    <a:pt x="7965" y="2983"/>
                  </a:cubicBezTo>
                  <a:lnTo>
                    <a:pt x="7965" y="2980"/>
                  </a:lnTo>
                  <a:cubicBezTo>
                    <a:pt x="7991" y="2911"/>
                    <a:pt x="7962" y="2833"/>
                    <a:pt x="7896" y="2796"/>
                  </a:cubicBezTo>
                  <a:cubicBezTo>
                    <a:pt x="8052" y="2466"/>
                    <a:pt x="8199" y="2129"/>
                    <a:pt x="8338" y="1791"/>
                  </a:cubicBezTo>
                  <a:close/>
                  <a:moveTo>
                    <a:pt x="1689" y="1185"/>
                  </a:moveTo>
                  <a:cubicBezTo>
                    <a:pt x="1733" y="1185"/>
                    <a:pt x="1695" y="1324"/>
                    <a:pt x="1510" y="1696"/>
                  </a:cubicBezTo>
                  <a:lnTo>
                    <a:pt x="863" y="3001"/>
                  </a:lnTo>
                  <a:cubicBezTo>
                    <a:pt x="829" y="2778"/>
                    <a:pt x="782" y="2559"/>
                    <a:pt x="733" y="2339"/>
                  </a:cubicBezTo>
                  <a:cubicBezTo>
                    <a:pt x="733" y="2336"/>
                    <a:pt x="736" y="2339"/>
                    <a:pt x="739" y="2334"/>
                  </a:cubicBezTo>
                  <a:lnTo>
                    <a:pt x="739" y="2334"/>
                  </a:lnTo>
                  <a:cubicBezTo>
                    <a:pt x="739" y="2334"/>
                    <a:pt x="738" y="2335"/>
                    <a:pt x="738" y="2335"/>
                  </a:cubicBezTo>
                  <a:cubicBezTo>
                    <a:pt x="737" y="2335"/>
                    <a:pt x="1559" y="1185"/>
                    <a:pt x="1689" y="1185"/>
                  </a:cubicBezTo>
                  <a:close/>
                  <a:moveTo>
                    <a:pt x="6886" y="809"/>
                  </a:moveTo>
                  <a:cubicBezTo>
                    <a:pt x="7226" y="942"/>
                    <a:pt x="7550" y="1107"/>
                    <a:pt x="7856" y="1306"/>
                  </a:cubicBezTo>
                  <a:cubicBezTo>
                    <a:pt x="7913" y="1340"/>
                    <a:pt x="7957" y="1378"/>
                    <a:pt x="8003" y="1418"/>
                  </a:cubicBezTo>
                  <a:cubicBezTo>
                    <a:pt x="7512" y="1961"/>
                    <a:pt x="7059" y="2530"/>
                    <a:pt x="6611" y="3107"/>
                  </a:cubicBezTo>
                  <a:cubicBezTo>
                    <a:pt x="6903" y="2631"/>
                    <a:pt x="7189" y="2155"/>
                    <a:pt x="7408" y="1638"/>
                  </a:cubicBezTo>
                  <a:cubicBezTo>
                    <a:pt x="7466" y="1502"/>
                    <a:pt x="7367" y="1360"/>
                    <a:pt x="7247" y="1360"/>
                  </a:cubicBezTo>
                  <a:cubicBezTo>
                    <a:pt x="7206" y="1360"/>
                    <a:pt x="7163" y="1377"/>
                    <a:pt x="7122" y="1416"/>
                  </a:cubicBezTo>
                  <a:cubicBezTo>
                    <a:pt x="6793" y="1736"/>
                    <a:pt x="6487" y="2074"/>
                    <a:pt x="6190" y="2414"/>
                  </a:cubicBezTo>
                  <a:cubicBezTo>
                    <a:pt x="6441" y="1898"/>
                    <a:pt x="6675" y="1375"/>
                    <a:pt x="6886" y="838"/>
                  </a:cubicBezTo>
                  <a:cubicBezTo>
                    <a:pt x="6888" y="827"/>
                    <a:pt x="6883" y="821"/>
                    <a:pt x="6886" y="809"/>
                  </a:cubicBezTo>
                  <a:close/>
                  <a:moveTo>
                    <a:pt x="4273" y="336"/>
                  </a:moveTo>
                  <a:lnTo>
                    <a:pt x="4273" y="339"/>
                  </a:lnTo>
                  <a:cubicBezTo>
                    <a:pt x="4258" y="344"/>
                    <a:pt x="4241" y="344"/>
                    <a:pt x="4230" y="356"/>
                  </a:cubicBezTo>
                  <a:cubicBezTo>
                    <a:pt x="3274" y="1286"/>
                    <a:pt x="2564" y="2394"/>
                    <a:pt x="1744" y="3436"/>
                  </a:cubicBezTo>
                  <a:cubicBezTo>
                    <a:pt x="2434" y="2559"/>
                    <a:pt x="2979" y="1554"/>
                    <a:pt x="3410" y="509"/>
                  </a:cubicBezTo>
                  <a:cubicBezTo>
                    <a:pt x="3421" y="477"/>
                    <a:pt x="3421" y="446"/>
                    <a:pt x="3410" y="417"/>
                  </a:cubicBezTo>
                  <a:cubicBezTo>
                    <a:pt x="3693" y="368"/>
                    <a:pt x="3984" y="342"/>
                    <a:pt x="4273" y="336"/>
                  </a:cubicBezTo>
                  <a:close/>
                  <a:moveTo>
                    <a:pt x="3005" y="935"/>
                  </a:moveTo>
                  <a:cubicBezTo>
                    <a:pt x="3014" y="935"/>
                    <a:pt x="2926" y="1043"/>
                    <a:pt x="2740" y="1260"/>
                  </a:cubicBezTo>
                  <a:cubicBezTo>
                    <a:pt x="2318" y="2123"/>
                    <a:pt x="1796" y="2917"/>
                    <a:pt x="1423" y="3803"/>
                  </a:cubicBezTo>
                  <a:cubicBezTo>
                    <a:pt x="1348" y="3685"/>
                    <a:pt x="1233" y="3465"/>
                    <a:pt x="1094" y="3292"/>
                  </a:cubicBezTo>
                  <a:lnTo>
                    <a:pt x="1091" y="3292"/>
                  </a:lnTo>
                  <a:cubicBezTo>
                    <a:pt x="1348" y="2865"/>
                    <a:pt x="1637" y="2455"/>
                    <a:pt x="1952" y="2065"/>
                  </a:cubicBezTo>
                  <a:cubicBezTo>
                    <a:pt x="2174" y="1802"/>
                    <a:pt x="2405" y="1548"/>
                    <a:pt x="2645" y="1303"/>
                  </a:cubicBezTo>
                  <a:cubicBezTo>
                    <a:pt x="2875" y="1057"/>
                    <a:pt x="2996" y="935"/>
                    <a:pt x="3005" y="935"/>
                  </a:cubicBezTo>
                  <a:close/>
                  <a:moveTo>
                    <a:pt x="4691" y="332"/>
                  </a:moveTo>
                  <a:cubicBezTo>
                    <a:pt x="4738" y="332"/>
                    <a:pt x="4785" y="333"/>
                    <a:pt x="4833" y="336"/>
                  </a:cubicBezTo>
                  <a:lnTo>
                    <a:pt x="4833" y="339"/>
                  </a:lnTo>
                  <a:cubicBezTo>
                    <a:pt x="5422" y="379"/>
                    <a:pt x="6005" y="495"/>
                    <a:pt x="6562" y="685"/>
                  </a:cubicBezTo>
                  <a:cubicBezTo>
                    <a:pt x="5584" y="1675"/>
                    <a:pt x="4665" y="2706"/>
                    <a:pt x="3831" y="3803"/>
                  </a:cubicBezTo>
                  <a:cubicBezTo>
                    <a:pt x="4414" y="2758"/>
                    <a:pt x="5029" y="1730"/>
                    <a:pt x="5560" y="656"/>
                  </a:cubicBezTo>
                  <a:cubicBezTo>
                    <a:pt x="5619" y="538"/>
                    <a:pt x="5523" y="410"/>
                    <a:pt x="5414" y="410"/>
                  </a:cubicBezTo>
                  <a:cubicBezTo>
                    <a:pt x="5377" y="410"/>
                    <a:pt x="5338" y="425"/>
                    <a:pt x="5303" y="460"/>
                  </a:cubicBezTo>
                  <a:cubicBezTo>
                    <a:pt x="4622" y="1164"/>
                    <a:pt x="3984" y="1909"/>
                    <a:pt x="3395" y="2689"/>
                  </a:cubicBezTo>
                  <a:cubicBezTo>
                    <a:pt x="3776" y="1984"/>
                    <a:pt x="4146" y="1277"/>
                    <a:pt x="4478" y="547"/>
                  </a:cubicBezTo>
                  <a:cubicBezTo>
                    <a:pt x="4512" y="471"/>
                    <a:pt x="4484" y="382"/>
                    <a:pt x="4414" y="336"/>
                  </a:cubicBezTo>
                  <a:cubicBezTo>
                    <a:pt x="4507" y="336"/>
                    <a:pt x="4598" y="332"/>
                    <a:pt x="4691" y="332"/>
                  </a:cubicBezTo>
                  <a:close/>
                  <a:moveTo>
                    <a:pt x="3736" y="1352"/>
                  </a:moveTo>
                  <a:lnTo>
                    <a:pt x="3736" y="1352"/>
                  </a:lnTo>
                  <a:cubicBezTo>
                    <a:pt x="3170" y="2472"/>
                    <a:pt x="2546" y="3558"/>
                    <a:pt x="1960" y="4666"/>
                  </a:cubicBezTo>
                  <a:cubicBezTo>
                    <a:pt x="1836" y="4461"/>
                    <a:pt x="1709" y="4259"/>
                    <a:pt x="1582" y="4057"/>
                  </a:cubicBezTo>
                  <a:lnTo>
                    <a:pt x="1579" y="4057"/>
                  </a:lnTo>
                  <a:cubicBezTo>
                    <a:pt x="1605" y="4054"/>
                    <a:pt x="1628" y="4043"/>
                    <a:pt x="1646" y="4023"/>
                  </a:cubicBezTo>
                  <a:cubicBezTo>
                    <a:pt x="2382" y="3162"/>
                    <a:pt x="3008" y="2215"/>
                    <a:pt x="3736" y="1352"/>
                  </a:cubicBezTo>
                  <a:close/>
                  <a:moveTo>
                    <a:pt x="4671" y="1638"/>
                  </a:moveTo>
                  <a:cubicBezTo>
                    <a:pt x="3947" y="2951"/>
                    <a:pt x="3161" y="4230"/>
                    <a:pt x="2544" y="5599"/>
                  </a:cubicBezTo>
                  <a:cubicBezTo>
                    <a:pt x="2416" y="5397"/>
                    <a:pt x="2289" y="5195"/>
                    <a:pt x="2165" y="4990"/>
                  </a:cubicBezTo>
                  <a:lnTo>
                    <a:pt x="2162" y="4993"/>
                  </a:lnTo>
                  <a:cubicBezTo>
                    <a:pt x="2933" y="3820"/>
                    <a:pt x="3756" y="2692"/>
                    <a:pt x="4671" y="1638"/>
                  </a:cubicBezTo>
                  <a:close/>
                  <a:moveTo>
                    <a:pt x="6453" y="2660"/>
                  </a:moveTo>
                  <a:lnTo>
                    <a:pt x="6453" y="2660"/>
                  </a:lnTo>
                  <a:cubicBezTo>
                    <a:pt x="6034" y="3358"/>
                    <a:pt x="5581" y="4034"/>
                    <a:pt x="5260" y="4790"/>
                  </a:cubicBezTo>
                  <a:cubicBezTo>
                    <a:pt x="5243" y="4831"/>
                    <a:pt x="5240" y="4877"/>
                    <a:pt x="5252" y="4923"/>
                  </a:cubicBezTo>
                  <a:cubicBezTo>
                    <a:pt x="5047" y="5076"/>
                    <a:pt x="4856" y="5247"/>
                    <a:pt x="4680" y="5434"/>
                  </a:cubicBezTo>
                  <a:lnTo>
                    <a:pt x="4677" y="5434"/>
                  </a:lnTo>
                  <a:cubicBezTo>
                    <a:pt x="4486" y="5636"/>
                    <a:pt x="4307" y="5867"/>
                    <a:pt x="4111" y="6072"/>
                  </a:cubicBezTo>
                  <a:cubicBezTo>
                    <a:pt x="4498" y="5440"/>
                    <a:pt x="4882" y="4808"/>
                    <a:pt x="5249" y="4164"/>
                  </a:cubicBezTo>
                  <a:cubicBezTo>
                    <a:pt x="5624" y="3641"/>
                    <a:pt x="6025" y="3139"/>
                    <a:pt x="6453" y="2660"/>
                  </a:cubicBezTo>
                  <a:close/>
                  <a:moveTo>
                    <a:pt x="6129" y="1661"/>
                  </a:moveTo>
                  <a:lnTo>
                    <a:pt x="6129" y="1661"/>
                  </a:lnTo>
                  <a:cubicBezTo>
                    <a:pt x="5780" y="2429"/>
                    <a:pt x="5399" y="3182"/>
                    <a:pt x="4980" y="3916"/>
                  </a:cubicBezTo>
                  <a:cubicBezTo>
                    <a:pt x="4383" y="4764"/>
                    <a:pt x="3843" y="5648"/>
                    <a:pt x="3363" y="6569"/>
                  </a:cubicBezTo>
                  <a:cubicBezTo>
                    <a:pt x="3356" y="6570"/>
                    <a:pt x="3348" y="6570"/>
                    <a:pt x="3341" y="6570"/>
                  </a:cubicBezTo>
                  <a:cubicBezTo>
                    <a:pt x="3092" y="6570"/>
                    <a:pt x="2906" y="6204"/>
                    <a:pt x="2777" y="5977"/>
                  </a:cubicBezTo>
                  <a:lnTo>
                    <a:pt x="2774" y="5977"/>
                  </a:lnTo>
                  <a:cubicBezTo>
                    <a:pt x="3716" y="4395"/>
                    <a:pt x="4870" y="2989"/>
                    <a:pt x="6129" y="1661"/>
                  </a:cubicBezTo>
                  <a:close/>
                  <a:moveTo>
                    <a:pt x="4351" y="0"/>
                  </a:moveTo>
                  <a:cubicBezTo>
                    <a:pt x="3302" y="0"/>
                    <a:pt x="2322" y="273"/>
                    <a:pt x="1325" y="783"/>
                  </a:cubicBezTo>
                  <a:cubicBezTo>
                    <a:pt x="0" y="1462"/>
                    <a:pt x="364" y="1984"/>
                    <a:pt x="554" y="3289"/>
                  </a:cubicBezTo>
                  <a:cubicBezTo>
                    <a:pt x="563" y="3347"/>
                    <a:pt x="609" y="3393"/>
                    <a:pt x="667" y="3405"/>
                  </a:cubicBezTo>
                  <a:cubicBezTo>
                    <a:pt x="629" y="3480"/>
                    <a:pt x="589" y="3552"/>
                    <a:pt x="554" y="3630"/>
                  </a:cubicBezTo>
                  <a:cubicBezTo>
                    <a:pt x="503" y="3742"/>
                    <a:pt x="597" y="3844"/>
                    <a:pt x="690" y="3844"/>
                  </a:cubicBezTo>
                  <a:cubicBezTo>
                    <a:pt x="731" y="3844"/>
                    <a:pt x="772" y="3823"/>
                    <a:pt x="800" y="3774"/>
                  </a:cubicBezTo>
                  <a:cubicBezTo>
                    <a:pt x="826" y="3728"/>
                    <a:pt x="852" y="3688"/>
                    <a:pt x="878" y="3641"/>
                  </a:cubicBezTo>
                  <a:cubicBezTo>
                    <a:pt x="959" y="3757"/>
                    <a:pt x="1037" y="3875"/>
                    <a:pt x="1114" y="3994"/>
                  </a:cubicBezTo>
                  <a:cubicBezTo>
                    <a:pt x="1354" y="4366"/>
                    <a:pt x="1585" y="4744"/>
                    <a:pt x="1819" y="5122"/>
                  </a:cubicBezTo>
                  <a:cubicBezTo>
                    <a:pt x="1998" y="5411"/>
                    <a:pt x="2171" y="5709"/>
                    <a:pt x="2353" y="6000"/>
                  </a:cubicBezTo>
                  <a:cubicBezTo>
                    <a:pt x="2350" y="6009"/>
                    <a:pt x="2344" y="6017"/>
                    <a:pt x="2341" y="6026"/>
                  </a:cubicBezTo>
                  <a:cubicBezTo>
                    <a:pt x="2290" y="6148"/>
                    <a:pt x="2401" y="6234"/>
                    <a:pt x="2512" y="6234"/>
                  </a:cubicBezTo>
                  <a:cubicBezTo>
                    <a:pt x="2514" y="6234"/>
                    <a:pt x="2516" y="6234"/>
                    <a:pt x="2518" y="6234"/>
                  </a:cubicBezTo>
                  <a:cubicBezTo>
                    <a:pt x="2645" y="6436"/>
                    <a:pt x="2786" y="6632"/>
                    <a:pt x="2936" y="6817"/>
                  </a:cubicBezTo>
                  <a:cubicBezTo>
                    <a:pt x="3005" y="6901"/>
                    <a:pt x="3101" y="6933"/>
                    <a:pt x="3205" y="6941"/>
                  </a:cubicBezTo>
                  <a:cubicBezTo>
                    <a:pt x="3214" y="7039"/>
                    <a:pt x="3299" y="7113"/>
                    <a:pt x="3386" y="7113"/>
                  </a:cubicBezTo>
                  <a:cubicBezTo>
                    <a:pt x="3438" y="7113"/>
                    <a:pt x="3490" y="7087"/>
                    <a:pt x="3528" y="7025"/>
                  </a:cubicBezTo>
                  <a:cubicBezTo>
                    <a:pt x="3563" y="6970"/>
                    <a:pt x="3597" y="6912"/>
                    <a:pt x="3632" y="6858"/>
                  </a:cubicBezTo>
                  <a:cubicBezTo>
                    <a:pt x="3742" y="6811"/>
                    <a:pt x="3846" y="6754"/>
                    <a:pt x="3941" y="6681"/>
                  </a:cubicBezTo>
                  <a:cubicBezTo>
                    <a:pt x="4518" y="6196"/>
                    <a:pt x="4934" y="5486"/>
                    <a:pt x="5523" y="5030"/>
                  </a:cubicBezTo>
                  <a:cubicBezTo>
                    <a:pt x="5532" y="5024"/>
                    <a:pt x="5540" y="5027"/>
                    <a:pt x="5549" y="5016"/>
                  </a:cubicBezTo>
                  <a:cubicBezTo>
                    <a:pt x="5555" y="5007"/>
                    <a:pt x="5558" y="5004"/>
                    <a:pt x="5563" y="4998"/>
                  </a:cubicBezTo>
                  <a:cubicBezTo>
                    <a:pt x="5817" y="4811"/>
                    <a:pt x="6095" y="4666"/>
                    <a:pt x="6441" y="4611"/>
                  </a:cubicBezTo>
                  <a:cubicBezTo>
                    <a:pt x="6504" y="4603"/>
                    <a:pt x="6488" y="4502"/>
                    <a:pt x="6426" y="4502"/>
                  </a:cubicBezTo>
                  <a:cubicBezTo>
                    <a:pt x="6425" y="4502"/>
                    <a:pt x="6425" y="4502"/>
                    <a:pt x="6424" y="4502"/>
                  </a:cubicBezTo>
                  <a:cubicBezTo>
                    <a:pt x="6250" y="4502"/>
                    <a:pt x="6077" y="4528"/>
                    <a:pt x="5913" y="4577"/>
                  </a:cubicBezTo>
                  <a:cubicBezTo>
                    <a:pt x="6528" y="3826"/>
                    <a:pt x="7102" y="3047"/>
                    <a:pt x="7723" y="2302"/>
                  </a:cubicBezTo>
                  <a:lnTo>
                    <a:pt x="7723" y="2302"/>
                  </a:lnTo>
                  <a:cubicBezTo>
                    <a:pt x="7590" y="2593"/>
                    <a:pt x="7449" y="2882"/>
                    <a:pt x="7304" y="3177"/>
                  </a:cubicBezTo>
                  <a:cubicBezTo>
                    <a:pt x="7252" y="3263"/>
                    <a:pt x="7284" y="3373"/>
                    <a:pt x="7373" y="3422"/>
                  </a:cubicBezTo>
                  <a:cubicBezTo>
                    <a:pt x="7177" y="3537"/>
                    <a:pt x="6975" y="3644"/>
                    <a:pt x="6767" y="3740"/>
                  </a:cubicBezTo>
                  <a:cubicBezTo>
                    <a:pt x="6577" y="3825"/>
                    <a:pt x="6695" y="4082"/>
                    <a:pt x="6874" y="4082"/>
                  </a:cubicBezTo>
                  <a:cubicBezTo>
                    <a:pt x="6901" y="4082"/>
                    <a:pt x="6929" y="4076"/>
                    <a:pt x="6958" y="4063"/>
                  </a:cubicBezTo>
                  <a:cubicBezTo>
                    <a:pt x="7694" y="3711"/>
                    <a:pt x="9230" y="2908"/>
                    <a:pt x="8710" y="1825"/>
                  </a:cubicBezTo>
                  <a:cubicBezTo>
                    <a:pt x="8647" y="1693"/>
                    <a:pt x="8569" y="1569"/>
                    <a:pt x="8476" y="1456"/>
                  </a:cubicBezTo>
                  <a:cubicBezTo>
                    <a:pt x="8488" y="1430"/>
                    <a:pt x="8499" y="1404"/>
                    <a:pt x="8508" y="1378"/>
                  </a:cubicBezTo>
                  <a:cubicBezTo>
                    <a:pt x="8556" y="1251"/>
                    <a:pt x="8442" y="1151"/>
                    <a:pt x="8327" y="1151"/>
                  </a:cubicBezTo>
                  <a:cubicBezTo>
                    <a:pt x="8288" y="1151"/>
                    <a:pt x="8249" y="1162"/>
                    <a:pt x="8216" y="1187"/>
                  </a:cubicBezTo>
                  <a:cubicBezTo>
                    <a:pt x="7532" y="573"/>
                    <a:pt x="6467" y="292"/>
                    <a:pt x="5636" y="131"/>
                  </a:cubicBezTo>
                  <a:cubicBezTo>
                    <a:pt x="5193" y="43"/>
                    <a:pt x="4766" y="0"/>
                    <a:pt x="43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8" name="Google Shape;4308;p56"/>
            <p:cNvSpPr/>
            <p:nvPr/>
          </p:nvSpPr>
          <p:spPr>
            <a:xfrm>
              <a:off x="3451425" y="1868325"/>
              <a:ext cx="900375" cy="1164925"/>
            </a:xfrm>
            <a:custGeom>
              <a:avLst/>
              <a:gdLst/>
              <a:ahLst/>
              <a:cxnLst/>
              <a:rect l="l" t="t" r="r" b="b"/>
              <a:pathLst>
                <a:path w="36015" h="46597" extrusionOk="0">
                  <a:moveTo>
                    <a:pt x="3990" y="38947"/>
                  </a:moveTo>
                  <a:lnTo>
                    <a:pt x="3990" y="38947"/>
                  </a:lnTo>
                  <a:cubicBezTo>
                    <a:pt x="3280" y="39727"/>
                    <a:pt x="3499" y="39473"/>
                    <a:pt x="2642" y="40625"/>
                  </a:cubicBezTo>
                  <a:cubicBezTo>
                    <a:pt x="2186" y="41240"/>
                    <a:pt x="1938" y="41502"/>
                    <a:pt x="1819" y="41557"/>
                  </a:cubicBezTo>
                  <a:cubicBezTo>
                    <a:pt x="2379" y="40838"/>
                    <a:pt x="2873" y="40067"/>
                    <a:pt x="3292" y="39256"/>
                  </a:cubicBezTo>
                  <a:cubicBezTo>
                    <a:pt x="3520" y="39138"/>
                    <a:pt x="3751" y="39037"/>
                    <a:pt x="3990" y="38947"/>
                  </a:cubicBezTo>
                  <a:close/>
                  <a:moveTo>
                    <a:pt x="2882" y="40864"/>
                  </a:moveTo>
                  <a:cubicBezTo>
                    <a:pt x="2815" y="40968"/>
                    <a:pt x="2749" y="41066"/>
                    <a:pt x="2668" y="41188"/>
                  </a:cubicBezTo>
                  <a:cubicBezTo>
                    <a:pt x="2013" y="42186"/>
                    <a:pt x="1375" y="43180"/>
                    <a:pt x="760" y="44196"/>
                  </a:cubicBezTo>
                  <a:cubicBezTo>
                    <a:pt x="647" y="43875"/>
                    <a:pt x="586" y="43538"/>
                    <a:pt x="584" y="43197"/>
                  </a:cubicBezTo>
                  <a:cubicBezTo>
                    <a:pt x="1513" y="42524"/>
                    <a:pt x="2163" y="41811"/>
                    <a:pt x="2882" y="40864"/>
                  </a:cubicBezTo>
                  <a:close/>
                  <a:moveTo>
                    <a:pt x="4595" y="40283"/>
                  </a:moveTo>
                  <a:cubicBezTo>
                    <a:pt x="3392" y="41799"/>
                    <a:pt x="2445" y="43674"/>
                    <a:pt x="1496" y="45391"/>
                  </a:cubicBezTo>
                  <a:cubicBezTo>
                    <a:pt x="1300" y="45195"/>
                    <a:pt x="1129" y="44970"/>
                    <a:pt x="991" y="44727"/>
                  </a:cubicBezTo>
                  <a:cubicBezTo>
                    <a:pt x="2271" y="43297"/>
                    <a:pt x="3387" y="41802"/>
                    <a:pt x="4595" y="40283"/>
                  </a:cubicBezTo>
                  <a:close/>
                  <a:moveTo>
                    <a:pt x="35747" y="0"/>
                  </a:moveTo>
                  <a:cubicBezTo>
                    <a:pt x="35706" y="0"/>
                    <a:pt x="35664" y="15"/>
                    <a:pt x="35626" y="51"/>
                  </a:cubicBezTo>
                  <a:cubicBezTo>
                    <a:pt x="32162" y="3264"/>
                    <a:pt x="29569" y="7580"/>
                    <a:pt x="26595" y="11255"/>
                  </a:cubicBezTo>
                  <a:cubicBezTo>
                    <a:pt x="23322" y="15300"/>
                    <a:pt x="20025" y="19318"/>
                    <a:pt x="17037" y="23583"/>
                  </a:cubicBezTo>
                  <a:cubicBezTo>
                    <a:pt x="13936" y="28005"/>
                    <a:pt x="11159" y="32651"/>
                    <a:pt x="8127" y="37123"/>
                  </a:cubicBezTo>
                  <a:cubicBezTo>
                    <a:pt x="6337" y="39753"/>
                    <a:pt x="4397" y="42279"/>
                    <a:pt x="2316" y="44687"/>
                  </a:cubicBezTo>
                  <a:cubicBezTo>
                    <a:pt x="3667" y="43119"/>
                    <a:pt x="4660" y="40844"/>
                    <a:pt x="5731" y="39066"/>
                  </a:cubicBezTo>
                  <a:cubicBezTo>
                    <a:pt x="5809" y="38936"/>
                    <a:pt x="5692" y="38796"/>
                    <a:pt x="5571" y="38796"/>
                  </a:cubicBezTo>
                  <a:cubicBezTo>
                    <a:pt x="5530" y="38796"/>
                    <a:pt x="5489" y="38812"/>
                    <a:pt x="5454" y="38849"/>
                  </a:cubicBezTo>
                  <a:cubicBezTo>
                    <a:pt x="3962" y="40433"/>
                    <a:pt x="2736" y="42118"/>
                    <a:pt x="1377" y="43823"/>
                  </a:cubicBezTo>
                  <a:lnTo>
                    <a:pt x="1377" y="43823"/>
                  </a:lnTo>
                  <a:cubicBezTo>
                    <a:pt x="2375" y="42570"/>
                    <a:pt x="3584" y="40456"/>
                    <a:pt x="4539" y="38846"/>
                  </a:cubicBezTo>
                  <a:cubicBezTo>
                    <a:pt x="4550" y="38820"/>
                    <a:pt x="4556" y="38791"/>
                    <a:pt x="4550" y="38762"/>
                  </a:cubicBezTo>
                  <a:cubicBezTo>
                    <a:pt x="5015" y="38637"/>
                    <a:pt x="5487" y="38568"/>
                    <a:pt x="5948" y="38568"/>
                  </a:cubicBezTo>
                  <a:cubicBezTo>
                    <a:pt x="6189" y="38568"/>
                    <a:pt x="6428" y="38587"/>
                    <a:pt x="6661" y="38627"/>
                  </a:cubicBezTo>
                  <a:cubicBezTo>
                    <a:pt x="6666" y="38628"/>
                    <a:pt x="6672" y="38628"/>
                    <a:pt x="6677" y="38628"/>
                  </a:cubicBezTo>
                  <a:cubicBezTo>
                    <a:pt x="6769" y="38628"/>
                    <a:pt x="6805" y="38490"/>
                    <a:pt x="6704" y="38465"/>
                  </a:cubicBezTo>
                  <a:cubicBezTo>
                    <a:pt x="6387" y="38393"/>
                    <a:pt x="6066" y="38359"/>
                    <a:pt x="5747" y="38359"/>
                  </a:cubicBezTo>
                  <a:cubicBezTo>
                    <a:pt x="4963" y="38359"/>
                    <a:pt x="4185" y="38564"/>
                    <a:pt x="3471" y="38913"/>
                  </a:cubicBezTo>
                  <a:cubicBezTo>
                    <a:pt x="3502" y="38852"/>
                    <a:pt x="3534" y="38797"/>
                    <a:pt x="3566" y="38734"/>
                  </a:cubicBezTo>
                  <a:cubicBezTo>
                    <a:pt x="3626" y="38609"/>
                    <a:pt x="3531" y="38486"/>
                    <a:pt x="3419" y="38486"/>
                  </a:cubicBezTo>
                  <a:cubicBezTo>
                    <a:pt x="3380" y="38486"/>
                    <a:pt x="3340" y="38500"/>
                    <a:pt x="3303" y="38534"/>
                  </a:cubicBezTo>
                  <a:cubicBezTo>
                    <a:pt x="3098" y="38725"/>
                    <a:pt x="2905" y="38913"/>
                    <a:pt x="2720" y="39097"/>
                  </a:cubicBezTo>
                  <a:cubicBezTo>
                    <a:pt x="2724" y="39000"/>
                    <a:pt x="2648" y="38905"/>
                    <a:pt x="2556" y="38905"/>
                  </a:cubicBezTo>
                  <a:cubicBezTo>
                    <a:pt x="2529" y="38905"/>
                    <a:pt x="2500" y="38914"/>
                    <a:pt x="2472" y="38933"/>
                  </a:cubicBezTo>
                  <a:cubicBezTo>
                    <a:pt x="2423" y="38970"/>
                    <a:pt x="2379" y="39011"/>
                    <a:pt x="2333" y="39045"/>
                  </a:cubicBezTo>
                  <a:cubicBezTo>
                    <a:pt x="2302" y="39023"/>
                    <a:pt x="2265" y="39012"/>
                    <a:pt x="2229" y="39012"/>
                  </a:cubicBezTo>
                  <a:cubicBezTo>
                    <a:pt x="2185" y="39012"/>
                    <a:pt x="2141" y="39028"/>
                    <a:pt x="2108" y="39060"/>
                  </a:cubicBezTo>
                  <a:cubicBezTo>
                    <a:pt x="1519" y="39626"/>
                    <a:pt x="910" y="40166"/>
                    <a:pt x="275" y="40679"/>
                  </a:cubicBezTo>
                  <a:cubicBezTo>
                    <a:pt x="146" y="40789"/>
                    <a:pt x="265" y="40992"/>
                    <a:pt x="405" y="40992"/>
                  </a:cubicBezTo>
                  <a:cubicBezTo>
                    <a:pt x="435" y="40992"/>
                    <a:pt x="465" y="40983"/>
                    <a:pt x="494" y="40962"/>
                  </a:cubicBezTo>
                  <a:cubicBezTo>
                    <a:pt x="737" y="40792"/>
                    <a:pt x="985" y="40633"/>
                    <a:pt x="1242" y="40489"/>
                  </a:cubicBezTo>
                  <a:lnTo>
                    <a:pt x="1242" y="40489"/>
                  </a:lnTo>
                  <a:cubicBezTo>
                    <a:pt x="1167" y="40662"/>
                    <a:pt x="1100" y="40841"/>
                    <a:pt x="1040" y="41026"/>
                  </a:cubicBezTo>
                  <a:cubicBezTo>
                    <a:pt x="702" y="41531"/>
                    <a:pt x="462" y="42068"/>
                    <a:pt x="344" y="42614"/>
                  </a:cubicBezTo>
                  <a:cubicBezTo>
                    <a:pt x="234" y="42801"/>
                    <a:pt x="133" y="42998"/>
                    <a:pt x="47" y="43200"/>
                  </a:cubicBezTo>
                  <a:cubicBezTo>
                    <a:pt x="0" y="43309"/>
                    <a:pt x="73" y="43453"/>
                    <a:pt x="183" y="43453"/>
                  </a:cubicBezTo>
                  <a:cubicBezTo>
                    <a:pt x="210" y="43453"/>
                    <a:pt x="239" y="43445"/>
                    <a:pt x="269" y="43425"/>
                  </a:cubicBezTo>
                  <a:cubicBezTo>
                    <a:pt x="278" y="43821"/>
                    <a:pt x="367" y="44207"/>
                    <a:pt x="532" y="44568"/>
                  </a:cubicBezTo>
                  <a:cubicBezTo>
                    <a:pt x="439" y="44721"/>
                    <a:pt x="341" y="44871"/>
                    <a:pt x="252" y="45027"/>
                  </a:cubicBezTo>
                  <a:cubicBezTo>
                    <a:pt x="178" y="45157"/>
                    <a:pt x="292" y="45294"/>
                    <a:pt x="412" y="45294"/>
                  </a:cubicBezTo>
                  <a:cubicBezTo>
                    <a:pt x="452" y="45294"/>
                    <a:pt x="494" y="45278"/>
                    <a:pt x="529" y="45241"/>
                  </a:cubicBezTo>
                  <a:cubicBezTo>
                    <a:pt x="610" y="45154"/>
                    <a:pt x="682" y="45065"/>
                    <a:pt x="763" y="44978"/>
                  </a:cubicBezTo>
                  <a:cubicBezTo>
                    <a:pt x="930" y="45224"/>
                    <a:pt x="1129" y="45449"/>
                    <a:pt x="1354" y="45642"/>
                  </a:cubicBezTo>
                  <a:cubicBezTo>
                    <a:pt x="1308" y="45723"/>
                    <a:pt x="1265" y="45807"/>
                    <a:pt x="1219" y="45888"/>
                  </a:cubicBezTo>
                  <a:cubicBezTo>
                    <a:pt x="1145" y="46017"/>
                    <a:pt x="1260" y="46159"/>
                    <a:pt x="1382" y="46159"/>
                  </a:cubicBezTo>
                  <a:cubicBezTo>
                    <a:pt x="1424" y="46159"/>
                    <a:pt x="1466" y="46143"/>
                    <a:pt x="1502" y="46104"/>
                  </a:cubicBezTo>
                  <a:cubicBezTo>
                    <a:pt x="1562" y="46038"/>
                    <a:pt x="1617" y="45968"/>
                    <a:pt x="1678" y="45899"/>
                  </a:cubicBezTo>
                  <a:cubicBezTo>
                    <a:pt x="1917" y="46072"/>
                    <a:pt x="2171" y="46225"/>
                    <a:pt x="2437" y="46355"/>
                  </a:cubicBezTo>
                  <a:cubicBezTo>
                    <a:pt x="2789" y="46528"/>
                    <a:pt x="3170" y="46596"/>
                    <a:pt x="3559" y="46596"/>
                  </a:cubicBezTo>
                  <a:cubicBezTo>
                    <a:pt x="4390" y="46596"/>
                    <a:pt x="5261" y="46284"/>
                    <a:pt x="5976" y="46003"/>
                  </a:cubicBezTo>
                  <a:cubicBezTo>
                    <a:pt x="6609" y="45755"/>
                    <a:pt x="8684" y="44049"/>
                    <a:pt x="9556" y="44049"/>
                  </a:cubicBezTo>
                  <a:cubicBezTo>
                    <a:pt x="9639" y="44049"/>
                    <a:pt x="9711" y="44064"/>
                    <a:pt x="9770" y="44098"/>
                  </a:cubicBezTo>
                  <a:cubicBezTo>
                    <a:pt x="9951" y="44202"/>
                    <a:pt x="10133" y="44253"/>
                    <a:pt x="10306" y="44253"/>
                  </a:cubicBezTo>
                  <a:cubicBezTo>
                    <a:pt x="10433" y="44253"/>
                    <a:pt x="10555" y="44225"/>
                    <a:pt x="10668" y="44173"/>
                  </a:cubicBezTo>
                  <a:cubicBezTo>
                    <a:pt x="10281" y="44069"/>
                    <a:pt x="9727" y="43642"/>
                    <a:pt x="9574" y="43642"/>
                  </a:cubicBezTo>
                  <a:cubicBezTo>
                    <a:pt x="8843" y="43642"/>
                    <a:pt x="8199" y="44430"/>
                    <a:pt x="7596" y="44808"/>
                  </a:cubicBezTo>
                  <a:cubicBezTo>
                    <a:pt x="6410" y="45547"/>
                    <a:pt x="5090" y="46127"/>
                    <a:pt x="3687" y="46248"/>
                  </a:cubicBezTo>
                  <a:cubicBezTo>
                    <a:pt x="3612" y="46255"/>
                    <a:pt x="3537" y="46258"/>
                    <a:pt x="3464" y="46258"/>
                  </a:cubicBezTo>
                  <a:cubicBezTo>
                    <a:pt x="2847" y="46258"/>
                    <a:pt x="2296" y="46046"/>
                    <a:pt x="1842" y="45709"/>
                  </a:cubicBezTo>
                  <a:cubicBezTo>
                    <a:pt x="7504" y="39418"/>
                    <a:pt x="11774" y="32119"/>
                    <a:pt x="16451" y="25104"/>
                  </a:cubicBezTo>
                  <a:cubicBezTo>
                    <a:pt x="19618" y="20352"/>
                    <a:pt x="23267" y="15949"/>
                    <a:pt x="26858" y="11521"/>
                  </a:cubicBezTo>
                  <a:cubicBezTo>
                    <a:pt x="29783" y="7909"/>
                    <a:pt x="32488" y="3472"/>
                    <a:pt x="35880" y="305"/>
                  </a:cubicBezTo>
                  <a:cubicBezTo>
                    <a:pt x="36015" y="181"/>
                    <a:pt x="35890" y="0"/>
                    <a:pt x="3574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9" name="Google Shape;4309;p56"/>
            <p:cNvSpPr/>
            <p:nvPr/>
          </p:nvSpPr>
          <p:spPr>
            <a:xfrm>
              <a:off x="3718175" y="2963250"/>
              <a:ext cx="10100" cy="10000"/>
            </a:xfrm>
            <a:custGeom>
              <a:avLst/>
              <a:gdLst/>
              <a:ahLst/>
              <a:cxnLst/>
              <a:rect l="l" t="t" r="r" b="b"/>
              <a:pathLst>
                <a:path w="404" h="400" extrusionOk="0">
                  <a:moveTo>
                    <a:pt x="379" y="0"/>
                  </a:moveTo>
                  <a:lnTo>
                    <a:pt x="379" y="0"/>
                  </a:lnTo>
                  <a:cubicBezTo>
                    <a:pt x="278" y="174"/>
                    <a:pt x="154" y="309"/>
                    <a:pt x="1" y="379"/>
                  </a:cubicBezTo>
                  <a:cubicBezTo>
                    <a:pt x="51" y="392"/>
                    <a:pt x="99" y="399"/>
                    <a:pt x="142" y="399"/>
                  </a:cubicBezTo>
                  <a:cubicBezTo>
                    <a:pt x="303" y="399"/>
                    <a:pt x="404" y="294"/>
                    <a:pt x="37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0" name="Google Shape;4310;p56"/>
            <p:cNvSpPr/>
            <p:nvPr/>
          </p:nvSpPr>
          <p:spPr>
            <a:xfrm>
              <a:off x="3701000" y="2861350"/>
              <a:ext cx="59850" cy="102000"/>
            </a:xfrm>
            <a:custGeom>
              <a:avLst/>
              <a:gdLst/>
              <a:ahLst/>
              <a:cxnLst/>
              <a:rect l="l" t="t" r="r" b="b"/>
              <a:pathLst>
                <a:path w="2394" h="4080" extrusionOk="0">
                  <a:moveTo>
                    <a:pt x="2166" y="1"/>
                  </a:moveTo>
                  <a:cubicBezTo>
                    <a:pt x="2158" y="1"/>
                    <a:pt x="2149" y="1"/>
                    <a:pt x="2140" y="3"/>
                  </a:cubicBezTo>
                  <a:cubicBezTo>
                    <a:pt x="777" y="199"/>
                    <a:pt x="532" y="878"/>
                    <a:pt x="474" y="2240"/>
                  </a:cubicBezTo>
                  <a:cubicBezTo>
                    <a:pt x="468" y="2393"/>
                    <a:pt x="552" y="2546"/>
                    <a:pt x="616" y="2688"/>
                  </a:cubicBezTo>
                  <a:cubicBezTo>
                    <a:pt x="916" y="3372"/>
                    <a:pt x="1043" y="3805"/>
                    <a:pt x="1066" y="4079"/>
                  </a:cubicBezTo>
                  <a:cubicBezTo>
                    <a:pt x="1121" y="3987"/>
                    <a:pt x="1179" y="3903"/>
                    <a:pt x="1213" y="3782"/>
                  </a:cubicBezTo>
                  <a:cubicBezTo>
                    <a:pt x="1565" y="2503"/>
                    <a:pt x="1" y="678"/>
                    <a:pt x="2218" y="283"/>
                  </a:cubicBezTo>
                  <a:cubicBezTo>
                    <a:pt x="2393" y="250"/>
                    <a:pt x="2329" y="1"/>
                    <a:pt x="216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1" name="Google Shape;4311;p56"/>
            <p:cNvSpPr/>
            <p:nvPr/>
          </p:nvSpPr>
          <p:spPr>
            <a:xfrm>
              <a:off x="4162850" y="3176950"/>
              <a:ext cx="825" cy="1400"/>
            </a:xfrm>
            <a:custGeom>
              <a:avLst/>
              <a:gdLst/>
              <a:ahLst/>
              <a:cxnLst/>
              <a:rect l="l" t="t" r="r" b="b"/>
              <a:pathLst>
                <a:path w="33" h="56" extrusionOk="0">
                  <a:moveTo>
                    <a:pt x="32" y="1"/>
                  </a:moveTo>
                  <a:cubicBezTo>
                    <a:pt x="24" y="12"/>
                    <a:pt x="15" y="27"/>
                    <a:pt x="6" y="41"/>
                  </a:cubicBezTo>
                  <a:lnTo>
                    <a:pt x="1" y="56"/>
                  </a:lnTo>
                  <a:cubicBezTo>
                    <a:pt x="9" y="35"/>
                    <a:pt x="24" y="18"/>
                    <a:pt x="3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2" name="Google Shape;4312;p56"/>
            <p:cNvSpPr/>
            <p:nvPr/>
          </p:nvSpPr>
          <p:spPr>
            <a:xfrm>
              <a:off x="3697825" y="3288025"/>
              <a:ext cx="7975" cy="11300"/>
            </a:xfrm>
            <a:custGeom>
              <a:avLst/>
              <a:gdLst/>
              <a:ahLst/>
              <a:cxnLst/>
              <a:rect l="l" t="t" r="r" b="b"/>
              <a:pathLst>
                <a:path w="319" h="452" extrusionOk="0">
                  <a:moveTo>
                    <a:pt x="318" y="1"/>
                  </a:moveTo>
                  <a:lnTo>
                    <a:pt x="318" y="1"/>
                  </a:lnTo>
                  <a:cubicBezTo>
                    <a:pt x="211" y="151"/>
                    <a:pt x="107" y="301"/>
                    <a:pt x="1" y="451"/>
                  </a:cubicBezTo>
                  <a:cubicBezTo>
                    <a:pt x="38" y="399"/>
                    <a:pt x="79" y="347"/>
                    <a:pt x="116" y="295"/>
                  </a:cubicBezTo>
                  <a:cubicBezTo>
                    <a:pt x="185" y="200"/>
                    <a:pt x="249" y="99"/>
                    <a:pt x="31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3" name="Google Shape;4313;p56"/>
            <p:cNvSpPr/>
            <p:nvPr/>
          </p:nvSpPr>
          <p:spPr>
            <a:xfrm>
              <a:off x="3909450" y="3369675"/>
              <a:ext cx="62600" cy="80850"/>
            </a:xfrm>
            <a:custGeom>
              <a:avLst/>
              <a:gdLst/>
              <a:ahLst/>
              <a:cxnLst/>
              <a:rect l="l" t="t" r="r" b="b"/>
              <a:pathLst>
                <a:path w="2504" h="3234" extrusionOk="0">
                  <a:moveTo>
                    <a:pt x="2503" y="0"/>
                  </a:moveTo>
                  <a:lnTo>
                    <a:pt x="2503" y="0"/>
                  </a:lnTo>
                  <a:cubicBezTo>
                    <a:pt x="1712" y="1025"/>
                    <a:pt x="910" y="2038"/>
                    <a:pt x="110" y="3055"/>
                  </a:cubicBezTo>
                  <a:lnTo>
                    <a:pt x="0" y="3234"/>
                  </a:lnTo>
                  <a:cubicBezTo>
                    <a:pt x="846" y="2162"/>
                    <a:pt x="1689" y="1091"/>
                    <a:pt x="250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4" name="Google Shape;4314;p56"/>
            <p:cNvSpPr/>
            <p:nvPr/>
          </p:nvSpPr>
          <p:spPr>
            <a:xfrm>
              <a:off x="3285550" y="3006625"/>
              <a:ext cx="1042475" cy="1050600"/>
            </a:xfrm>
            <a:custGeom>
              <a:avLst/>
              <a:gdLst/>
              <a:ahLst/>
              <a:cxnLst/>
              <a:rect l="l" t="t" r="r" b="b"/>
              <a:pathLst>
                <a:path w="41699" h="42024" extrusionOk="0">
                  <a:moveTo>
                    <a:pt x="18354" y="344"/>
                  </a:moveTo>
                  <a:lnTo>
                    <a:pt x="18354" y="344"/>
                  </a:lnTo>
                  <a:cubicBezTo>
                    <a:pt x="17640" y="1006"/>
                    <a:pt x="16960" y="1703"/>
                    <a:pt x="16321" y="2434"/>
                  </a:cubicBezTo>
                  <a:lnTo>
                    <a:pt x="16321" y="2434"/>
                  </a:lnTo>
                  <a:cubicBezTo>
                    <a:pt x="16682" y="1813"/>
                    <a:pt x="17010" y="1172"/>
                    <a:pt x="17306" y="517"/>
                  </a:cubicBezTo>
                  <a:cubicBezTo>
                    <a:pt x="17314" y="491"/>
                    <a:pt x="17314" y="465"/>
                    <a:pt x="17309" y="436"/>
                  </a:cubicBezTo>
                  <a:cubicBezTo>
                    <a:pt x="17655" y="396"/>
                    <a:pt x="18004" y="364"/>
                    <a:pt x="18354" y="344"/>
                  </a:cubicBezTo>
                  <a:close/>
                  <a:moveTo>
                    <a:pt x="19205" y="327"/>
                  </a:moveTo>
                  <a:lnTo>
                    <a:pt x="19205" y="327"/>
                  </a:lnTo>
                  <a:cubicBezTo>
                    <a:pt x="19402" y="335"/>
                    <a:pt x="19589" y="356"/>
                    <a:pt x="19777" y="384"/>
                  </a:cubicBezTo>
                  <a:cubicBezTo>
                    <a:pt x="19234" y="1072"/>
                    <a:pt x="18706" y="1770"/>
                    <a:pt x="18178" y="2469"/>
                  </a:cubicBezTo>
                  <a:cubicBezTo>
                    <a:pt x="18536" y="1773"/>
                    <a:pt x="18882" y="1072"/>
                    <a:pt x="19202" y="364"/>
                  </a:cubicBezTo>
                  <a:cubicBezTo>
                    <a:pt x="19208" y="353"/>
                    <a:pt x="19202" y="338"/>
                    <a:pt x="19205" y="327"/>
                  </a:cubicBezTo>
                  <a:close/>
                  <a:moveTo>
                    <a:pt x="16985" y="486"/>
                  </a:moveTo>
                  <a:cubicBezTo>
                    <a:pt x="16965" y="488"/>
                    <a:pt x="16948" y="497"/>
                    <a:pt x="16933" y="506"/>
                  </a:cubicBezTo>
                  <a:cubicBezTo>
                    <a:pt x="15628" y="1643"/>
                    <a:pt x="14468" y="2888"/>
                    <a:pt x="13391" y="4192"/>
                  </a:cubicBezTo>
                  <a:cubicBezTo>
                    <a:pt x="14029" y="3081"/>
                    <a:pt x="14661" y="1967"/>
                    <a:pt x="15268" y="841"/>
                  </a:cubicBezTo>
                  <a:cubicBezTo>
                    <a:pt x="15273" y="829"/>
                    <a:pt x="15268" y="818"/>
                    <a:pt x="15273" y="806"/>
                  </a:cubicBezTo>
                  <a:cubicBezTo>
                    <a:pt x="15833" y="670"/>
                    <a:pt x="16405" y="566"/>
                    <a:pt x="16985" y="486"/>
                  </a:cubicBezTo>
                  <a:close/>
                  <a:moveTo>
                    <a:pt x="14834" y="921"/>
                  </a:moveTo>
                  <a:cubicBezTo>
                    <a:pt x="13561" y="2420"/>
                    <a:pt x="12392" y="3987"/>
                    <a:pt x="11281" y="5598"/>
                  </a:cubicBezTo>
                  <a:cubicBezTo>
                    <a:pt x="12103" y="4161"/>
                    <a:pt x="12889" y="2720"/>
                    <a:pt x="13619" y="1294"/>
                  </a:cubicBezTo>
                  <a:cubicBezTo>
                    <a:pt x="14020" y="1155"/>
                    <a:pt x="14425" y="1031"/>
                    <a:pt x="14834" y="921"/>
                  </a:cubicBezTo>
                  <a:close/>
                  <a:moveTo>
                    <a:pt x="15992" y="1704"/>
                  </a:moveTo>
                  <a:cubicBezTo>
                    <a:pt x="14520" y="3476"/>
                    <a:pt x="13096" y="5287"/>
                    <a:pt x="11679" y="7105"/>
                  </a:cubicBezTo>
                  <a:cubicBezTo>
                    <a:pt x="11953" y="6652"/>
                    <a:pt x="12225" y="6199"/>
                    <a:pt x="12493" y="5746"/>
                  </a:cubicBezTo>
                  <a:cubicBezTo>
                    <a:pt x="13330" y="4637"/>
                    <a:pt x="14211" y="3557"/>
                    <a:pt x="15161" y="2532"/>
                  </a:cubicBezTo>
                  <a:cubicBezTo>
                    <a:pt x="15568" y="2094"/>
                    <a:pt x="15833" y="1834"/>
                    <a:pt x="15992" y="1704"/>
                  </a:cubicBezTo>
                  <a:close/>
                  <a:moveTo>
                    <a:pt x="29628" y="7043"/>
                  </a:moveTo>
                  <a:cubicBezTo>
                    <a:pt x="29765" y="7080"/>
                    <a:pt x="29903" y="7106"/>
                    <a:pt x="30043" y="7123"/>
                  </a:cubicBezTo>
                  <a:cubicBezTo>
                    <a:pt x="29760" y="7481"/>
                    <a:pt x="29486" y="7844"/>
                    <a:pt x="29206" y="8205"/>
                  </a:cubicBezTo>
                  <a:cubicBezTo>
                    <a:pt x="29356" y="7844"/>
                    <a:pt x="29498" y="7481"/>
                    <a:pt x="29627" y="7111"/>
                  </a:cubicBezTo>
                  <a:cubicBezTo>
                    <a:pt x="29633" y="7088"/>
                    <a:pt x="29633" y="7066"/>
                    <a:pt x="29628" y="7043"/>
                  </a:cubicBezTo>
                  <a:close/>
                  <a:moveTo>
                    <a:pt x="20442" y="2184"/>
                  </a:moveTo>
                  <a:cubicBezTo>
                    <a:pt x="20528" y="2184"/>
                    <a:pt x="20320" y="2661"/>
                    <a:pt x="19589" y="3961"/>
                  </a:cubicBezTo>
                  <a:cubicBezTo>
                    <a:pt x="18570" y="5777"/>
                    <a:pt x="17156" y="7466"/>
                    <a:pt x="15914" y="9132"/>
                  </a:cubicBezTo>
                  <a:cubicBezTo>
                    <a:pt x="15490" y="9701"/>
                    <a:pt x="15057" y="10261"/>
                    <a:pt x="14624" y="10818"/>
                  </a:cubicBezTo>
                  <a:cubicBezTo>
                    <a:pt x="15747" y="9095"/>
                    <a:pt x="16887" y="7380"/>
                    <a:pt x="17944" y="5610"/>
                  </a:cubicBezTo>
                  <a:cubicBezTo>
                    <a:pt x="18377" y="4882"/>
                    <a:pt x="20239" y="2184"/>
                    <a:pt x="20442" y="2184"/>
                  </a:cubicBezTo>
                  <a:close/>
                  <a:moveTo>
                    <a:pt x="16971" y="11027"/>
                  </a:moveTo>
                  <a:cubicBezTo>
                    <a:pt x="16916" y="11105"/>
                    <a:pt x="16861" y="11182"/>
                    <a:pt x="16806" y="11260"/>
                  </a:cubicBezTo>
                  <a:cubicBezTo>
                    <a:pt x="16861" y="11182"/>
                    <a:pt x="16916" y="11105"/>
                    <a:pt x="16971" y="11027"/>
                  </a:cubicBezTo>
                  <a:close/>
                  <a:moveTo>
                    <a:pt x="28761" y="8358"/>
                  </a:moveTo>
                  <a:lnTo>
                    <a:pt x="28761" y="8358"/>
                  </a:lnTo>
                  <a:cubicBezTo>
                    <a:pt x="28675" y="8641"/>
                    <a:pt x="28559" y="8913"/>
                    <a:pt x="28450" y="9187"/>
                  </a:cubicBezTo>
                  <a:cubicBezTo>
                    <a:pt x="27843" y="9978"/>
                    <a:pt x="27246" y="10772"/>
                    <a:pt x="26651" y="11575"/>
                  </a:cubicBezTo>
                  <a:cubicBezTo>
                    <a:pt x="26801" y="11335"/>
                    <a:pt x="26948" y="11095"/>
                    <a:pt x="27101" y="10859"/>
                  </a:cubicBezTo>
                  <a:cubicBezTo>
                    <a:pt x="27641" y="10016"/>
                    <a:pt x="28196" y="9181"/>
                    <a:pt x="28761" y="8358"/>
                  </a:cubicBezTo>
                  <a:close/>
                  <a:moveTo>
                    <a:pt x="14211" y="2071"/>
                  </a:moveTo>
                  <a:cubicBezTo>
                    <a:pt x="12943" y="3661"/>
                    <a:pt x="11893" y="5633"/>
                    <a:pt x="10859" y="7590"/>
                  </a:cubicBezTo>
                  <a:cubicBezTo>
                    <a:pt x="10215" y="8537"/>
                    <a:pt x="9595" y="9505"/>
                    <a:pt x="8994" y="10486"/>
                  </a:cubicBezTo>
                  <a:cubicBezTo>
                    <a:pt x="8347" y="11283"/>
                    <a:pt x="7701" y="12080"/>
                    <a:pt x="7031" y="12856"/>
                  </a:cubicBezTo>
                  <a:lnTo>
                    <a:pt x="6404" y="13578"/>
                  </a:lnTo>
                  <a:cubicBezTo>
                    <a:pt x="8945" y="9704"/>
                    <a:pt x="11315" y="5705"/>
                    <a:pt x="14211" y="2071"/>
                  </a:cubicBezTo>
                  <a:close/>
                  <a:moveTo>
                    <a:pt x="9430" y="3315"/>
                  </a:moveTo>
                  <a:lnTo>
                    <a:pt x="9430" y="3315"/>
                  </a:lnTo>
                  <a:cubicBezTo>
                    <a:pt x="6869" y="6860"/>
                    <a:pt x="4577" y="10587"/>
                    <a:pt x="1739" y="13927"/>
                  </a:cubicBezTo>
                  <a:cubicBezTo>
                    <a:pt x="2954" y="12495"/>
                    <a:pt x="5024" y="9242"/>
                    <a:pt x="5925" y="6606"/>
                  </a:cubicBezTo>
                  <a:cubicBezTo>
                    <a:pt x="6918" y="5379"/>
                    <a:pt x="8018" y="4233"/>
                    <a:pt x="9430" y="3315"/>
                  </a:cubicBezTo>
                  <a:close/>
                  <a:moveTo>
                    <a:pt x="14684" y="7051"/>
                  </a:moveTo>
                  <a:lnTo>
                    <a:pt x="14684" y="7051"/>
                  </a:lnTo>
                  <a:cubicBezTo>
                    <a:pt x="14332" y="7640"/>
                    <a:pt x="13980" y="8226"/>
                    <a:pt x="13622" y="8806"/>
                  </a:cubicBezTo>
                  <a:cubicBezTo>
                    <a:pt x="12782" y="10030"/>
                    <a:pt x="11950" y="11263"/>
                    <a:pt x="11130" y="12498"/>
                  </a:cubicBezTo>
                  <a:cubicBezTo>
                    <a:pt x="10645" y="13159"/>
                    <a:pt x="10163" y="13821"/>
                    <a:pt x="9681" y="14485"/>
                  </a:cubicBezTo>
                  <a:cubicBezTo>
                    <a:pt x="10435" y="13269"/>
                    <a:pt x="11182" y="12051"/>
                    <a:pt x="11933" y="10833"/>
                  </a:cubicBezTo>
                  <a:cubicBezTo>
                    <a:pt x="12842" y="9577"/>
                    <a:pt x="13775" y="8321"/>
                    <a:pt x="14684" y="7051"/>
                  </a:cubicBezTo>
                  <a:close/>
                  <a:moveTo>
                    <a:pt x="33728" y="6625"/>
                  </a:moveTo>
                  <a:lnTo>
                    <a:pt x="33728" y="6625"/>
                  </a:lnTo>
                  <a:cubicBezTo>
                    <a:pt x="33763" y="6625"/>
                    <a:pt x="32544" y="8578"/>
                    <a:pt x="32350" y="8918"/>
                  </a:cubicBezTo>
                  <a:cubicBezTo>
                    <a:pt x="31100" y="11110"/>
                    <a:pt x="29607" y="13165"/>
                    <a:pt x="28089" y="15203"/>
                  </a:cubicBezTo>
                  <a:cubicBezTo>
                    <a:pt x="28998" y="13766"/>
                    <a:pt x="29913" y="12334"/>
                    <a:pt x="30872" y="10925"/>
                  </a:cubicBezTo>
                  <a:cubicBezTo>
                    <a:pt x="31501" y="9984"/>
                    <a:pt x="32125" y="9040"/>
                    <a:pt x="32743" y="8090"/>
                  </a:cubicBezTo>
                  <a:cubicBezTo>
                    <a:pt x="33451" y="7009"/>
                    <a:pt x="33713" y="6625"/>
                    <a:pt x="33728" y="6625"/>
                  </a:cubicBezTo>
                  <a:close/>
                  <a:moveTo>
                    <a:pt x="11379" y="2226"/>
                  </a:moveTo>
                  <a:lnTo>
                    <a:pt x="11379" y="2226"/>
                  </a:lnTo>
                  <a:cubicBezTo>
                    <a:pt x="9794" y="4389"/>
                    <a:pt x="8226" y="6554"/>
                    <a:pt x="6670" y="8725"/>
                  </a:cubicBezTo>
                  <a:lnTo>
                    <a:pt x="6670" y="8728"/>
                  </a:lnTo>
                  <a:cubicBezTo>
                    <a:pt x="5099" y="10766"/>
                    <a:pt x="3561" y="12874"/>
                    <a:pt x="2181" y="15071"/>
                  </a:cubicBezTo>
                  <a:cubicBezTo>
                    <a:pt x="2010" y="15286"/>
                    <a:pt x="1915" y="15380"/>
                    <a:pt x="1880" y="15380"/>
                  </a:cubicBezTo>
                  <a:cubicBezTo>
                    <a:pt x="1705" y="15380"/>
                    <a:pt x="3071" y="12960"/>
                    <a:pt x="3898" y="11600"/>
                  </a:cubicBezTo>
                  <a:cubicBezTo>
                    <a:pt x="5221" y="9854"/>
                    <a:pt x="6453" y="8041"/>
                    <a:pt x="7689" y="6225"/>
                  </a:cubicBezTo>
                  <a:cubicBezTo>
                    <a:pt x="8472" y="5148"/>
                    <a:pt x="9248" y="4068"/>
                    <a:pt x="9996" y="2963"/>
                  </a:cubicBezTo>
                  <a:cubicBezTo>
                    <a:pt x="10449" y="2700"/>
                    <a:pt x="10911" y="2454"/>
                    <a:pt x="11379" y="2226"/>
                  </a:cubicBezTo>
                  <a:close/>
                  <a:moveTo>
                    <a:pt x="15998" y="2050"/>
                  </a:moveTo>
                  <a:lnTo>
                    <a:pt x="15998" y="2050"/>
                  </a:lnTo>
                  <a:cubicBezTo>
                    <a:pt x="15695" y="2587"/>
                    <a:pt x="15071" y="3508"/>
                    <a:pt x="14572" y="4236"/>
                  </a:cubicBezTo>
                  <a:cubicBezTo>
                    <a:pt x="14047" y="4964"/>
                    <a:pt x="13619" y="5554"/>
                    <a:pt x="13622" y="5554"/>
                  </a:cubicBezTo>
                  <a:cubicBezTo>
                    <a:pt x="13623" y="5554"/>
                    <a:pt x="13727" y="5412"/>
                    <a:pt x="13974" y="5076"/>
                  </a:cubicBezTo>
                  <a:lnTo>
                    <a:pt x="13974" y="5076"/>
                  </a:lnTo>
                  <a:cubicBezTo>
                    <a:pt x="13804" y="5310"/>
                    <a:pt x="13631" y="5546"/>
                    <a:pt x="13460" y="5777"/>
                  </a:cubicBezTo>
                  <a:cubicBezTo>
                    <a:pt x="12713" y="6684"/>
                    <a:pt x="13177" y="6066"/>
                    <a:pt x="11982" y="7778"/>
                  </a:cubicBezTo>
                  <a:cubicBezTo>
                    <a:pt x="11589" y="8335"/>
                    <a:pt x="11188" y="8890"/>
                    <a:pt x="10793" y="9444"/>
                  </a:cubicBezTo>
                  <a:cubicBezTo>
                    <a:pt x="10478" y="9883"/>
                    <a:pt x="10163" y="10327"/>
                    <a:pt x="9849" y="10772"/>
                  </a:cubicBezTo>
                  <a:cubicBezTo>
                    <a:pt x="8726" y="12337"/>
                    <a:pt x="7605" y="13901"/>
                    <a:pt x="6485" y="15466"/>
                  </a:cubicBezTo>
                  <a:cubicBezTo>
                    <a:pt x="7854" y="13312"/>
                    <a:pt x="9216" y="11153"/>
                    <a:pt x="10547" y="8976"/>
                  </a:cubicBezTo>
                  <a:cubicBezTo>
                    <a:pt x="11061" y="8327"/>
                    <a:pt x="11581" y="7686"/>
                    <a:pt x="12086" y="7027"/>
                  </a:cubicBezTo>
                  <a:cubicBezTo>
                    <a:pt x="13374" y="5350"/>
                    <a:pt x="14664" y="3687"/>
                    <a:pt x="15998" y="2050"/>
                  </a:cubicBezTo>
                  <a:close/>
                  <a:moveTo>
                    <a:pt x="2348" y="13552"/>
                  </a:moveTo>
                  <a:lnTo>
                    <a:pt x="2348" y="13552"/>
                  </a:lnTo>
                  <a:cubicBezTo>
                    <a:pt x="1808" y="14389"/>
                    <a:pt x="1286" y="15244"/>
                    <a:pt x="801" y="16119"/>
                  </a:cubicBezTo>
                  <a:cubicBezTo>
                    <a:pt x="818" y="15807"/>
                    <a:pt x="856" y="15495"/>
                    <a:pt x="908" y="15186"/>
                  </a:cubicBezTo>
                  <a:lnTo>
                    <a:pt x="910" y="15186"/>
                  </a:lnTo>
                  <a:cubicBezTo>
                    <a:pt x="1407" y="14655"/>
                    <a:pt x="1883" y="14106"/>
                    <a:pt x="2348" y="13552"/>
                  </a:cubicBezTo>
                  <a:close/>
                  <a:moveTo>
                    <a:pt x="15666" y="8537"/>
                  </a:moveTo>
                  <a:lnTo>
                    <a:pt x="15666" y="8537"/>
                  </a:lnTo>
                  <a:cubicBezTo>
                    <a:pt x="15011" y="9611"/>
                    <a:pt x="14361" y="10685"/>
                    <a:pt x="13683" y="11719"/>
                  </a:cubicBezTo>
                  <a:cubicBezTo>
                    <a:pt x="13362" y="12210"/>
                    <a:pt x="13059" y="12715"/>
                    <a:pt x="12747" y="13209"/>
                  </a:cubicBezTo>
                  <a:cubicBezTo>
                    <a:pt x="11924" y="14242"/>
                    <a:pt x="11104" y="15273"/>
                    <a:pt x="10293" y="16306"/>
                  </a:cubicBezTo>
                  <a:cubicBezTo>
                    <a:pt x="10628" y="15772"/>
                    <a:pt x="10975" y="15247"/>
                    <a:pt x="11335" y="14730"/>
                  </a:cubicBezTo>
                  <a:cubicBezTo>
                    <a:pt x="12788" y="12654"/>
                    <a:pt x="14271" y="10622"/>
                    <a:pt x="15666" y="8537"/>
                  </a:cubicBezTo>
                  <a:close/>
                  <a:moveTo>
                    <a:pt x="17802" y="1187"/>
                  </a:moveTo>
                  <a:cubicBezTo>
                    <a:pt x="17542" y="1458"/>
                    <a:pt x="17092" y="2327"/>
                    <a:pt x="16624" y="3231"/>
                  </a:cubicBezTo>
                  <a:cubicBezTo>
                    <a:pt x="15224" y="5148"/>
                    <a:pt x="13922" y="7134"/>
                    <a:pt x="12663" y="9147"/>
                  </a:cubicBezTo>
                  <a:cubicBezTo>
                    <a:pt x="12346" y="9582"/>
                    <a:pt x="12023" y="10016"/>
                    <a:pt x="11719" y="10463"/>
                  </a:cubicBezTo>
                  <a:cubicBezTo>
                    <a:pt x="10328" y="12530"/>
                    <a:pt x="8933" y="14574"/>
                    <a:pt x="7493" y="16583"/>
                  </a:cubicBezTo>
                  <a:cubicBezTo>
                    <a:pt x="8165" y="15524"/>
                    <a:pt x="8829" y="14459"/>
                    <a:pt x="9468" y="13376"/>
                  </a:cubicBezTo>
                  <a:cubicBezTo>
                    <a:pt x="10966" y="10824"/>
                    <a:pt x="12406" y="8269"/>
                    <a:pt x="14058" y="5855"/>
                  </a:cubicBezTo>
                  <a:cubicBezTo>
                    <a:pt x="14352" y="5454"/>
                    <a:pt x="14638" y="5053"/>
                    <a:pt x="14918" y="4646"/>
                  </a:cubicBezTo>
                  <a:cubicBezTo>
                    <a:pt x="15802" y="3445"/>
                    <a:pt x="16746" y="2281"/>
                    <a:pt x="17802" y="1187"/>
                  </a:cubicBezTo>
                  <a:close/>
                  <a:moveTo>
                    <a:pt x="1976" y="15411"/>
                  </a:moveTo>
                  <a:lnTo>
                    <a:pt x="1976" y="15411"/>
                  </a:lnTo>
                  <a:cubicBezTo>
                    <a:pt x="1557" y="16087"/>
                    <a:pt x="1159" y="16774"/>
                    <a:pt x="781" y="17467"/>
                  </a:cubicBezTo>
                  <a:cubicBezTo>
                    <a:pt x="769" y="17129"/>
                    <a:pt x="772" y="16797"/>
                    <a:pt x="781" y="16477"/>
                  </a:cubicBezTo>
                  <a:lnTo>
                    <a:pt x="783" y="16477"/>
                  </a:lnTo>
                  <a:cubicBezTo>
                    <a:pt x="797" y="16481"/>
                    <a:pt x="811" y="16483"/>
                    <a:pt x="824" y="16483"/>
                  </a:cubicBezTo>
                  <a:cubicBezTo>
                    <a:pt x="854" y="16483"/>
                    <a:pt x="884" y="16472"/>
                    <a:pt x="908" y="16451"/>
                  </a:cubicBezTo>
                  <a:cubicBezTo>
                    <a:pt x="1277" y="16124"/>
                    <a:pt x="1624" y="15766"/>
                    <a:pt x="1976" y="15411"/>
                  </a:cubicBezTo>
                  <a:close/>
                  <a:moveTo>
                    <a:pt x="13163" y="1456"/>
                  </a:moveTo>
                  <a:cubicBezTo>
                    <a:pt x="9635" y="6996"/>
                    <a:pt x="5712" y="13353"/>
                    <a:pt x="1087" y="17946"/>
                  </a:cubicBezTo>
                  <a:cubicBezTo>
                    <a:pt x="1237" y="17796"/>
                    <a:pt x="2360" y="15186"/>
                    <a:pt x="2617" y="14768"/>
                  </a:cubicBezTo>
                  <a:cubicBezTo>
                    <a:pt x="2631" y="14744"/>
                    <a:pt x="2648" y="14721"/>
                    <a:pt x="2663" y="14698"/>
                  </a:cubicBezTo>
                  <a:cubicBezTo>
                    <a:pt x="5333" y="11782"/>
                    <a:pt x="7501" y="8200"/>
                    <a:pt x="9771" y="4914"/>
                  </a:cubicBezTo>
                  <a:cubicBezTo>
                    <a:pt x="10498" y="3944"/>
                    <a:pt x="11214" y="2963"/>
                    <a:pt x="11910" y="1967"/>
                  </a:cubicBezTo>
                  <a:cubicBezTo>
                    <a:pt x="12323" y="1779"/>
                    <a:pt x="12741" y="1611"/>
                    <a:pt x="13163" y="1456"/>
                  </a:cubicBezTo>
                  <a:close/>
                  <a:moveTo>
                    <a:pt x="28288" y="6462"/>
                  </a:moveTo>
                  <a:cubicBezTo>
                    <a:pt x="28631" y="6667"/>
                    <a:pt x="28995" y="6837"/>
                    <a:pt x="29371" y="6967"/>
                  </a:cubicBezTo>
                  <a:lnTo>
                    <a:pt x="29371" y="6970"/>
                  </a:lnTo>
                  <a:cubicBezTo>
                    <a:pt x="29362" y="6978"/>
                    <a:pt x="29350" y="6978"/>
                    <a:pt x="29342" y="6987"/>
                  </a:cubicBezTo>
                  <a:cubicBezTo>
                    <a:pt x="27537" y="9551"/>
                    <a:pt x="25880" y="12213"/>
                    <a:pt x="24209" y="14863"/>
                  </a:cubicBezTo>
                  <a:cubicBezTo>
                    <a:pt x="23236" y="16179"/>
                    <a:pt x="22254" y="17490"/>
                    <a:pt x="21246" y="18780"/>
                  </a:cubicBezTo>
                  <a:cubicBezTo>
                    <a:pt x="23648" y="14649"/>
                    <a:pt x="25805" y="10270"/>
                    <a:pt x="28288" y="6462"/>
                  </a:cubicBezTo>
                  <a:close/>
                  <a:moveTo>
                    <a:pt x="20037" y="10174"/>
                  </a:moveTo>
                  <a:lnTo>
                    <a:pt x="20037" y="10174"/>
                  </a:lnTo>
                  <a:cubicBezTo>
                    <a:pt x="18917" y="11849"/>
                    <a:pt x="17747" y="13494"/>
                    <a:pt x="16593" y="15146"/>
                  </a:cubicBezTo>
                  <a:cubicBezTo>
                    <a:pt x="16419" y="15394"/>
                    <a:pt x="16261" y="15642"/>
                    <a:pt x="16090" y="15891"/>
                  </a:cubicBezTo>
                  <a:cubicBezTo>
                    <a:pt x="15724" y="16387"/>
                    <a:pt x="15369" y="16887"/>
                    <a:pt x="14996" y="17380"/>
                  </a:cubicBezTo>
                  <a:cubicBezTo>
                    <a:pt x="14352" y="18232"/>
                    <a:pt x="13709" y="19078"/>
                    <a:pt x="13071" y="19924"/>
                  </a:cubicBezTo>
                  <a:cubicBezTo>
                    <a:pt x="14982" y="17210"/>
                    <a:pt x="16867" y="14479"/>
                    <a:pt x="18726" y="11730"/>
                  </a:cubicBezTo>
                  <a:cubicBezTo>
                    <a:pt x="19159" y="11217"/>
                    <a:pt x="19601" y="10700"/>
                    <a:pt x="20037" y="10174"/>
                  </a:cubicBezTo>
                  <a:close/>
                  <a:moveTo>
                    <a:pt x="17742" y="7336"/>
                  </a:moveTo>
                  <a:cubicBezTo>
                    <a:pt x="15115" y="11211"/>
                    <a:pt x="12568" y="15160"/>
                    <a:pt x="9846" y="18957"/>
                  </a:cubicBezTo>
                  <a:cubicBezTo>
                    <a:pt x="9574" y="19332"/>
                    <a:pt x="9315" y="19716"/>
                    <a:pt x="9052" y="20094"/>
                  </a:cubicBezTo>
                  <a:cubicBezTo>
                    <a:pt x="10123" y="18290"/>
                    <a:pt x="11185" y="16477"/>
                    <a:pt x="12236" y="14658"/>
                  </a:cubicBezTo>
                  <a:cubicBezTo>
                    <a:pt x="12539" y="14130"/>
                    <a:pt x="12863" y="13613"/>
                    <a:pt x="13183" y="13093"/>
                  </a:cubicBezTo>
                  <a:cubicBezTo>
                    <a:pt x="14742" y="11219"/>
                    <a:pt x="16327" y="9323"/>
                    <a:pt x="17742" y="7336"/>
                  </a:cubicBezTo>
                  <a:close/>
                  <a:moveTo>
                    <a:pt x="5325" y="13587"/>
                  </a:moveTo>
                  <a:lnTo>
                    <a:pt x="5325" y="13587"/>
                  </a:lnTo>
                  <a:cubicBezTo>
                    <a:pt x="3841" y="15810"/>
                    <a:pt x="2377" y="18039"/>
                    <a:pt x="1000" y="20195"/>
                  </a:cubicBezTo>
                  <a:cubicBezTo>
                    <a:pt x="928" y="19635"/>
                    <a:pt x="867" y="19063"/>
                    <a:pt x="830" y="18498"/>
                  </a:cubicBezTo>
                  <a:cubicBezTo>
                    <a:pt x="2458" y="17060"/>
                    <a:pt x="3942" y="15382"/>
                    <a:pt x="5325" y="13587"/>
                  </a:cubicBezTo>
                  <a:close/>
                  <a:moveTo>
                    <a:pt x="26059" y="7599"/>
                  </a:moveTo>
                  <a:cubicBezTo>
                    <a:pt x="23564" y="10833"/>
                    <a:pt x="21533" y="14582"/>
                    <a:pt x="19231" y="17981"/>
                  </a:cubicBezTo>
                  <a:cubicBezTo>
                    <a:pt x="18720" y="18734"/>
                    <a:pt x="18186" y="19482"/>
                    <a:pt x="17646" y="20230"/>
                  </a:cubicBezTo>
                  <a:lnTo>
                    <a:pt x="17644" y="20230"/>
                  </a:lnTo>
                  <a:cubicBezTo>
                    <a:pt x="20329" y="15939"/>
                    <a:pt x="22960" y="11614"/>
                    <a:pt x="26059" y="7599"/>
                  </a:cubicBezTo>
                  <a:close/>
                  <a:moveTo>
                    <a:pt x="23505" y="3891"/>
                  </a:moveTo>
                  <a:cubicBezTo>
                    <a:pt x="23514" y="3891"/>
                    <a:pt x="23517" y="3896"/>
                    <a:pt x="23516" y="3907"/>
                  </a:cubicBezTo>
                  <a:cubicBezTo>
                    <a:pt x="23458" y="4230"/>
                    <a:pt x="23363" y="4548"/>
                    <a:pt x="23233" y="4851"/>
                  </a:cubicBezTo>
                  <a:lnTo>
                    <a:pt x="23236" y="4851"/>
                  </a:lnTo>
                  <a:cubicBezTo>
                    <a:pt x="21189" y="7256"/>
                    <a:pt x="19390" y="9923"/>
                    <a:pt x="17641" y="12605"/>
                  </a:cubicBezTo>
                  <a:cubicBezTo>
                    <a:pt x="17286" y="13047"/>
                    <a:pt x="16933" y="13491"/>
                    <a:pt x="16596" y="13945"/>
                  </a:cubicBezTo>
                  <a:cubicBezTo>
                    <a:pt x="14953" y="16162"/>
                    <a:pt x="13353" y="18411"/>
                    <a:pt x="11699" y="20622"/>
                  </a:cubicBezTo>
                  <a:cubicBezTo>
                    <a:pt x="11627" y="20718"/>
                    <a:pt x="11549" y="20810"/>
                    <a:pt x="11477" y="20905"/>
                  </a:cubicBezTo>
                  <a:cubicBezTo>
                    <a:pt x="14644" y="15945"/>
                    <a:pt x="17288" y="10752"/>
                    <a:pt x="20992" y="6132"/>
                  </a:cubicBezTo>
                  <a:cubicBezTo>
                    <a:pt x="21116" y="5978"/>
                    <a:pt x="23328" y="3891"/>
                    <a:pt x="23505" y="3891"/>
                  </a:cubicBezTo>
                  <a:close/>
                  <a:moveTo>
                    <a:pt x="24652" y="5956"/>
                  </a:moveTo>
                  <a:cubicBezTo>
                    <a:pt x="24822" y="5956"/>
                    <a:pt x="22994" y="9464"/>
                    <a:pt x="22707" y="9978"/>
                  </a:cubicBezTo>
                  <a:cubicBezTo>
                    <a:pt x="21449" y="12244"/>
                    <a:pt x="19959" y="14386"/>
                    <a:pt x="18487" y="16514"/>
                  </a:cubicBezTo>
                  <a:cubicBezTo>
                    <a:pt x="17436" y="18036"/>
                    <a:pt x="16367" y="19537"/>
                    <a:pt x="15305" y="21047"/>
                  </a:cubicBezTo>
                  <a:cubicBezTo>
                    <a:pt x="18348" y="16555"/>
                    <a:pt x="20987" y="11699"/>
                    <a:pt x="23764" y="7238"/>
                  </a:cubicBezTo>
                  <a:cubicBezTo>
                    <a:pt x="24340" y="6313"/>
                    <a:pt x="24598" y="5956"/>
                    <a:pt x="24652" y="5956"/>
                  </a:cubicBezTo>
                  <a:close/>
                  <a:moveTo>
                    <a:pt x="18969" y="16676"/>
                  </a:moveTo>
                  <a:cubicBezTo>
                    <a:pt x="18905" y="16777"/>
                    <a:pt x="18842" y="16878"/>
                    <a:pt x="18775" y="16979"/>
                  </a:cubicBezTo>
                  <a:cubicBezTo>
                    <a:pt x="17848" y="18382"/>
                    <a:pt x="16826" y="19750"/>
                    <a:pt x="15796" y="21119"/>
                  </a:cubicBezTo>
                  <a:lnTo>
                    <a:pt x="15793" y="21116"/>
                  </a:lnTo>
                  <a:cubicBezTo>
                    <a:pt x="16769" y="19675"/>
                    <a:pt x="17805" y="18272"/>
                    <a:pt x="18827" y="16869"/>
                  </a:cubicBezTo>
                  <a:lnTo>
                    <a:pt x="18969" y="16676"/>
                  </a:lnTo>
                  <a:close/>
                  <a:moveTo>
                    <a:pt x="1956" y="19736"/>
                  </a:moveTo>
                  <a:lnTo>
                    <a:pt x="1956" y="19736"/>
                  </a:lnTo>
                  <a:cubicBezTo>
                    <a:pt x="1658" y="20337"/>
                    <a:pt x="1404" y="20957"/>
                    <a:pt x="1205" y="21598"/>
                  </a:cubicBezTo>
                  <a:cubicBezTo>
                    <a:pt x="1159" y="21333"/>
                    <a:pt x="1115" y="21058"/>
                    <a:pt x="1075" y="20778"/>
                  </a:cubicBezTo>
                  <a:lnTo>
                    <a:pt x="1078" y="20778"/>
                  </a:lnTo>
                  <a:cubicBezTo>
                    <a:pt x="1375" y="20435"/>
                    <a:pt x="1670" y="20085"/>
                    <a:pt x="1956" y="19736"/>
                  </a:cubicBezTo>
                  <a:close/>
                  <a:moveTo>
                    <a:pt x="8085" y="11984"/>
                  </a:moveTo>
                  <a:lnTo>
                    <a:pt x="8085" y="11984"/>
                  </a:lnTo>
                  <a:cubicBezTo>
                    <a:pt x="7732" y="12579"/>
                    <a:pt x="7380" y="13177"/>
                    <a:pt x="7028" y="13774"/>
                  </a:cubicBezTo>
                  <a:cubicBezTo>
                    <a:pt x="6312" y="14998"/>
                    <a:pt x="5587" y="16211"/>
                    <a:pt x="4848" y="17421"/>
                  </a:cubicBezTo>
                  <a:cubicBezTo>
                    <a:pt x="4259" y="18388"/>
                    <a:pt x="1629" y="21055"/>
                    <a:pt x="1280" y="22069"/>
                  </a:cubicBezTo>
                  <a:lnTo>
                    <a:pt x="1274" y="22037"/>
                  </a:lnTo>
                  <a:cubicBezTo>
                    <a:pt x="1445" y="21125"/>
                    <a:pt x="1803" y="20224"/>
                    <a:pt x="2282" y="19346"/>
                  </a:cubicBezTo>
                  <a:cubicBezTo>
                    <a:pt x="3359" y="18001"/>
                    <a:pt x="4363" y="16604"/>
                    <a:pt x="5330" y="15177"/>
                  </a:cubicBezTo>
                  <a:cubicBezTo>
                    <a:pt x="5992" y="14418"/>
                    <a:pt x="6641" y="13699"/>
                    <a:pt x="7207" y="13035"/>
                  </a:cubicBezTo>
                  <a:cubicBezTo>
                    <a:pt x="7507" y="12689"/>
                    <a:pt x="7793" y="12334"/>
                    <a:pt x="8085" y="11984"/>
                  </a:cubicBezTo>
                  <a:close/>
                  <a:moveTo>
                    <a:pt x="29846" y="8109"/>
                  </a:moveTo>
                  <a:cubicBezTo>
                    <a:pt x="28896" y="11804"/>
                    <a:pt x="25698" y="15158"/>
                    <a:pt x="23469" y="18137"/>
                  </a:cubicBezTo>
                  <a:lnTo>
                    <a:pt x="23467" y="18134"/>
                  </a:lnTo>
                  <a:cubicBezTo>
                    <a:pt x="22488" y="19442"/>
                    <a:pt x="21518" y="20764"/>
                    <a:pt x="20594" y="22121"/>
                  </a:cubicBezTo>
                  <a:cubicBezTo>
                    <a:pt x="21847" y="20054"/>
                    <a:pt x="23132" y="18013"/>
                    <a:pt x="24555" y="16035"/>
                  </a:cubicBezTo>
                  <a:cubicBezTo>
                    <a:pt x="25707" y="14436"/>
                    <a:pt x="26810" y="12827"/>
                    <a:pt x="27765" y="11136"/>
                  </a:cubicBezTo>
                  <a:cubicBezTo>
                    <a:pt x="28723" y="10034"/>
                    <a:pt x="29646" y="8886"/>
                    <a:pt x="29846" y="8109"/>
                  </a:cubicBezTo>
                  <a:close/>
                  <a:moveTo>
                    <a:pt x="35563" y="5399"/>
                  </a:moveTo>
                  <a:lnTo>
                    <a:pt x="35563" y="5399"/>
                  </a:lnTo>
                  <a:cubicBezTo>
                    <a:pt x="32038" y="11658"/>
                    <a:pt x="27350" y="17106"/>
                    <a:pt x="23181" y="22918"/>
                  </a:cubicBezTo>
                  <a:cubicBezTo>
                    <a:pt x="23449" y="22467"/>
                    <a:pt x="23721" y="22017"/>
                    <a:pt x="23995" y="21569"/>
                  </a:cubicBezTo>
                  <a:cubicBezTo>
                    <a:pt x="24939" y="20181"/>
                    <a:pt x="25845" y="18763"/>
                    <a:pt x="26746" y="17331"/>
                  </a:cubicBezTo>
                  <a:lnTo>
                    <a:pt x="26807" y="17233"/>
                  </a:lnTo>
                  <a:cubicBezTo>
                    <a:pt x="26997" y="16962"/>
                    <a:pt x="27185" y="16684"/>
                    <a:pt x="27381" y="16416"/>
                  </a:cubicBezTo>
                  <a:cubicBezTo>
                    <a:pt x="29928" y="12900"/>
                    <a:pt x="32624" y="9588"/>
                    <a:pt x="34348" y="5581"/>
                  </a:cubicBezTo>
                  <a:cubicBezTo>
                    <a:pt x="34746" y="5480"/>
                    <a:pt x="35153" y="5419"/>
                    <a:pt x="35563" y="5399"/>
                  </a:cubicBezTo>
                  <a:close/>
                  <a:moveTo>
                    <a:pt x="11751" y="8910"/>
                  </a:moveTo>
                  <a:lnTo>
                    <a:pt x="11751" y="8913"/>
                  </a:lnTo>
                  <a:cubicBezTo>
                    <a:pt x="11399" y="9499"/>
                    <a:pt x="11047" y="10091"/>
                    <a:pt x="10700" y="10685"/>
                  </a:cubicBezTo>
                  <a:cubicBezTo>
                    <a:pt x="8884" y="13806"/>
                    <a:pt x="6944" y="16840"/>
                    <a:pt x="5027" y="19895"/>
                  </a:cubicBezTo>
                  <a:cubicBezTo>
                    <a:pt x="4185" y="20982"/>
                    <a:pt x="3317" y="22058"/>
                    <a:pt x="2413" y="23112"/>
                  </a:cubicBezTo>
                  <a:lnTo>
                    <a:pt x="2413" y="23112"/>
                  </a:lnTo>
                  <a:cubicBezTo>
                    <a:pt x="4881" y="20228"/>
                    <a:pt x="7227" y="15573"/>
                    <a:pt x="9444" y="12140"/>
                  </a:cubicBezTo>
                  <a:cubicBezTo>
                    <a:pt x="10149" y="11049"/>
                    <a:pt x="10940" y="9981"/>
                    <a:pt x="11751" y="8910"/>
                  </a:cubicBezTo>
                  <a:close/>
                  <a:moveTo>
                    <a:pt x="22297" y="17854"/>
                  </a:moveTo>
                  <a:lnTo>
                    <a:pt x="22297" y="17854"/>
                  </a:lnTo>
                  <a:cubicBezTo>
                    <a:pt x="21073" y="19739"/>
                    <a:pt x="19803" y="21590"/>
                    <a:pt x="18440" y="23377"/>
                  </a:cubicBezTo>
                  <a:cubicBezTo>
                    <a:pt x="18524" y="23200"/>
                    <a:pt x="18611" y="23021"/>
                    <a:pt x="18703" y="22845"/>
                  </a:cubicBezTo>
                  <a:cubicBezTo>
                    <a:pt x="19280" y="21999"/>
                    <a:pt x="19838" y="21128"/>
                    <a:pt x="20378" y="20238"/>
                  </a:cubicBezTo>
                  <a:cubicBezTo>
                    <a:pt x="20995" y="19413"/>
                    <a:pt x="21656" y="18616"/>
                    <a:pt x="22297" y="17854"/>
                  </a:cubicBezTo>
                  <a:close/>
                  <a:moveTo>
                    <a:pt x="9283" y="14606"/>
                  </a:moveTo>
                  <a:lnTo>
                    <a:pt x="9283" y="14606"/>
                  </a:lnTo>
                  <a:cubicBezTo>
                    <a:pt x="7932" y="16788"/>
                    <a:pt x="6552" y="18954"/>
                    <a:pt x="5053" y="21038"/>
                  </a:cubicBezTo>
                  <a:cubicBezTo>
                    <a:pt x="3676" y="22954"/>
                    <a:pt x="3152" y="23622"/>
                    <a:pt x="3091" y="23622"/>
                  </a:cubicBezTo>
                  <a:cubicBezTo>
                    <a:pt x="2973" y="23622"/>
                    <a:pt x="4620" y="21074"/>
                    <a:pt x="5123" y="20287"/>
                  </a:cubicBezTo>
                  <a:cubicBezTo>
                    <a:pt x="5201" y="20163"/>
                    <a:pt x="5281" y="20042"/>
                    <a:pt x="5359" y="19918"/>
                  </a:cubicBezTo>
                  <a:cubicBezTo>
                    <a:pt x="6719" y="18189"/>
                    <a:pt x="8027" y="16419"/>
                    <a:pt x="9283" y="14606"/>
                  </a:cubicBezTo>
                  <a:close/>
                  <a:moveTo>
                    <a:pt x="23187" y="6250"/>
                  </a:moveTo>
                  <a:cubicBezTo>
                    <a:pt x="23189" y="6250"/>
                    <a:pt x="22911" y="6665"/>
                    <a:pt x="22150" y="7798"/>
                  </a:cubicBezTo>
                  <a:cubicBezTo>
                    <a:pt x="20473" y="10301"/>
                    <a:pt x="18793" y="12799"/>
                    <a:pt x="17109" y="15299"/>
                  </a:cubicBezTo>
                  <a:cubicBezTo>
                    <a:pt x="15253" y="18076"/>
                    <a:pt x="13437" y="20882"/>
                    <a:pt x="11667" y="23714"/>
                  </a:cubicBezTo>
                  <a:cubicBezTo>
                    <a:pt x="12164" y="22658"/>
                    <a:pt x="12646" y="21610"/>
                    <a:pt x="13218" y="20683"/>
                  </a:cubicBezTo>
                  <a:cubicBezTo>
                    <a:pt x="14679" y="18304"/>
                    <a:pt x="16269" y="16015"/>
                    <a:pt x="17860" y="13728"/>
                  </a:cubicBezTo>
                  <a:cubicBezTo>
                    <a:pt x="18943" y="12244"/>
                    <a:pt x="20025" y="10763"/>
                    <a:pt x="21108" y="9279"/>
                  </a:cubicBezTo>
                  <a:cubicBezTo>
                    <a:pt x="21446" y="8812"/>
                    <a:pt x="23181" y="6250"/>
                    <a:pt x="23187" y="6250"/>
                  </a:cubicBezTo>
                  <a:close/>
                  <a:moveTo>
                    <a:pt x="3974" y="19623"/>
                  </a:moveTo>
                  <a:cubicBezTo>
                    <a:pt x="3145" y="20998"/>
                    <a:pt x="2363" y="22381"/>
                    <a:pt x="1626" y="23772"/>
                  </a:cubicBezTo>
                  <a:cubicBezTo>
                    <a:pt x="1592" y="23636"/>
                    <a:pt x="1560" y="23495"/>
                    <a:pt x="1528" y="23339"/>
                  </a:cubicBezTo>
                  <a:lnTo>
                    <a:pt x="1531" y="23339"/>
                  </a:lnTo>
                  <a:cubicBezTo>
                    <a:pt x="2325" y="22086"/>
                    <a:pt x="3142" y="20850"/>
                    <a:pt x="3974" y="19623"/>
                  </a:cubicBezTo>
                  <a:close/>
                  <a:moveTo>
                    <a:pt x="7224" y="20772"/>
                  </a:moveTo>
                  <a:lnTo>
                    <a:pt x="7224" y="20772"/>
                  </a:lnTo>
                  <a:cubicBezTo>
                    <a:pt x="6543" y="22005"/>
                    <a:pt x="5867" y="23247"/>
                    <a:pt x="5137" y="24459"/>
                  </a:cubicBezTo>
                  <a:cubicBezTo>
                    <a:pt x="4683" y="25218"/>
                    <a:pt x="4498" y="25504"/>
                    <a:pt x="4478" y="25504"/>
                  </a:cubicBezTo>
                  <a:cubicBezTo>
                    <a:pt x="4419" y="25504"/>
                    <a:pt x="5804" y="22992"/>
                    <a:pt x="5917" y="22802"/>
                  </a:cubicBezTo>
                  <a:lnTo>
                    <a:pt x="5917" y="22799"/>
                  </a:lnTo>
                  <a:cubicBezTo>
                    <a:pt x="6324" y="22109"/>
                    <a:pt x="6768" y="21437"/>
                    <a:pt x="7224" y="20772"/>
                  </a:cubicBezTo>
                  <a:close/>
                  <a:moveTo>
                    <a:pt x="26862" y="12163"/>
                  </a:moveTo>
                  <a:cubicBezTo>
                    <a:pt x="26065" y="13442"/>
                    <a:pt x="25158" y="14664"/>
                    <a:pt x="24292" y="15882"/>
                  </a:cubicBezTo>
                  <a:cubicBezTo>
                    <a:pt x="23100" y="17553"/>
                    <a:pt x="21925" y="19205"/>
                    <a:pt x="20857" y="20960"/>
                  </a:cubicBezTo>
                  <a:cubicBezTo>
                    <a:pt x="20250" y="21994"/>
                    <a:pt x="19650" y="23030"/>
                    <a:pt x="19052" y="24072"/>
                  </a:cubicBezTo>
                  <a:cubicBezTo>
                    <a:pt x="19021" y="24300"/>
                    <a:pt x="18980" y="24497"/>
                    <a:pt x="18937" y="24676"/>
                  </a:cubicBezTo>
                  <a:cubicBezTo>
                    <a:pt x="18741" y="25002"/>
                    <a:pt x="18544" y="25322"/>
                    <a:pt x="18357" y="25652"/>
                  </a:cubicBezTo>
                  <a:cubicBezTo>
                    <a:pt x="18341" y="25654"/>
                    <a:pt x="18325" y="25655"/>
                    <a:pt x="18308" y="25655"/>
                  </a:cubicBezTo>
                  <a:cubicBezTo>
                    <a:pt x="18150" y="25655"/>
                    <a:pt x="17972" y="25540"/>
                    <a:pt x="17773" y="25302"/>
                  </a:cubicBezTo>
                  <a:cubicBezTo>
                    <a:pt x="17840" y="25011"/>
                    <a:pt x="17921" y="24725"/>
                    <a:pt x="18019" y="24445"/>
                  </a:cubicBezTo>
                  <a:cubicBezTo>
                    <a:pt x="20224" y="21676"/>
                    <a:pt x="22165" y="18711"/>
                    <a:pt x="24053" y="15706"/>
                  </a:cubicBezTo>
                  <a:cubicBezTo>
                    <a:pt x="24604" y="15013"/>
                    <a:pt x="25147" y="14317"/>
                    <a:pt x="25664" y="13598"/>
                  </a:cubicBezTo>
                  <a:cubicBezTo>
                    <a:pt x="25938" y="13214"/>
                    <a:pt x="26374" y="12715"/>
                    <a:pt x="26862" y="12163"/>
                  </a:cubicBezTo>
                  <a:close/>
                  <a:moveTo>
                    <a:pt x="18597" y="2935"/>
                  </a:moveTo>
                  <a:cubicBezTo>
                    <a:pt x="19053" y="2935"/>
                    <a:pt x="18859" y="3386"/>
                    <a:pt x="18019" y="4291"/>
                  </a:cubicBezTo>
                  <a:cubicBezTo>
                    <a:pt x="17519" y="5186"/>
                    <a:pt x="16994" y="6063"/>
                    <a:pt x="16440" y="6924"/>
                  </a:cubicBezTo>
                  <a:cubicBezTo>
                    <a:pt x="14531" y="10001"/>
                    <a:pt x="12279" y="12865"/>
                    <a:pt x="10207" y="15833"/>
                  </a:cubicBezTo>
                  <a:cubicBezTo>
                    <a:pt x="9468" y="16889"/>
                    <a:pt x="8812" y="17989"/>
                    <a:pt x="8174" y="19101"/>
                  </a:cubicBezTo>
                  <a:cubicBezTo>
                    <a:pt x="6433" y="21483"/>
                    <a:pt x="4822" y="23957"/>
                    <a:pt x="3523" y="26679"/>
                  </a:cubicBezTo>
                  <a:cubicBezTo>
                    <a:pt x="3494" y="26749"/>
                    <a:pt x="3515" y="26827"/>
                    <a:pt x="3569" y="26873"/>
                  </a:cubicBezTo>
                  <a:cubicBezTo>
                    <a:pt x="2695" y="26139"/>
                    <a:pt x="2033" y="25320"/>
                    <a:pt x="1808" y="24517"/>
                  </a:cubicBezTo>
                  <a:lnTo>
                    <a:pt x="1808" y="24517"/>
                  </a:lnTo>
                  <a:lnTo>
                    <a:pt x="1811" y="24520"/>
                  </a:lnTo>
                  <a:cubicBezTo>
                    <a:pt x="1791" y="24445"/>
                    <a:pt x="1765" y="24344"/>
                    <a:pt x="1742" y="24254"/>
                  </a:cubicBezTo>
                  <a:cubicBezTo>
                    <a:pt x="2446" y="23466"/>
                    <a:pt x="3136" y="22666"/>
                    <a:pt x="3809" y="21858"/>
                  </a:cubicBezTo>
                  <a:lnTo>
                    <a:pt x="3809" y="21858"/>
                  </a:lnTo>
                  <a:cubicBezTo>
                    <a:pt x="3240" y="22782"/>
                    <a:pt x="2669" y="23706"/>
                    <a:pt x="2114" y="24638"/>
                  </a:cubicBezTo>
                  <a:cubicBezTo>
                    <a:pt x="2056" y="24735"/>
                    <a:pt x="2146" y="24845"/>
                    <a:pt x="2239" y="24845"/>
                  </a:cubicBezTo>
                  <a:cubicBezTo>
                    <a:pt x="2270" y="24845"/>
                    <a:pt x="2302" y="24833"/>
                    <a:pt x="2328" y="24803"/>
                  </a:cubicBezTo>
                  <a:cubicBezTo>
                    <a:pt x="3159" y="23856"/>
                    <a:pt x="3948" y="22877"/>
                    <a:pt x="4704" y="21881"/>
                  </a:cubicBezTo>
                  <a:lnTo>
                    <a:pt x="4704" y="21881"/>
                  </a:lnTo>
                  <a:cubicBezTo>
                    <a:pt x="3959" y="23094"/>
                    <a:pt x="3249" y="24326"/>
                    <a:pt x="2579" y="25579"/>
                  </a:cubicBezTo>
                  <a:cubicBezTo>
                    <a:pt x="2519" y="25693"/>
                    <a:pt x="2611" y="25792"/>
                    <a:pt x="2707" y="25792"/>
                  </a:cubicBezTo>
                  <a:cubicBezTo>
                    <a:pt x="2751" y="25792"/>
                    <a:pt x="2795" y="25772"/>
                    <a:pt x="2827" y="25724"/>
                  </a:cubicBezTo>
                  <a:cubicBezTo>
                    <a:pt x="4591" y="23065"/>
                    <a:pt x="6326" y="20383"/>
                    <a:pt x="8064" y="17706"/>
                  </a:cubicBezTo>
                  <a:cubicBezTo>
                    <a:pt x="11307" y="13286"/>
                    <a:pt x="14681" y="8809"/>
                    <a:pt x="17323" y="4068"/>
                  </a:cubicBezTo>
                  <a:cubicBezTo>
                    <a:pt x="17580" y="3725"/>
                    <a:pt x="17834" y="3375"/>
                    <a:pt x="18091" y="3032"/>
                  </a:cubicBezTo>
                  <a:cubicBezTo>
                    <a:pt x="18306" y="2967"/>
                    <a:pt x="18475" y="2935"/>
                    <a:pt x="18597" y="2935"/>
                  </a:cubicBezTo>
                  <a:close/>
                  <a:moveTo>
                    <a:pt x="25785" y="15821"/>
                  </a:moveTo>
                  <a:lnTo>
                    <a:pt x="25785" y="15821"/>
                  </a:lnTo>
                  <a:cubicBezTo>
                    <a:pt x="25739" y="15899"/>
                    <a:pt x="25692" y="15971"/>
                    <a:pt x="25646" y="16049"/>
                  </a:cubicBezTo>
                  <a:cubicBezTo>
                    <a:pt x="24821" y="17415"/>
                    <a:pt x="23978" y="18772"/>
                    <a:pt x="23126" y="20123"/>
                  </a:cubicBezTo>
                  <a:cubicBezTo>
                    <a:pt x="22407" y="21073"/>
                    <a:pt x="21708" y="22037"/>
                    <a:pt x="21056" y="23033"/>
                  </a:cubicBezTo>
                  <a:cubicBezTo>
                    <a:pt x="19800" y="24525"/>
                    <a:pt x="18326" y="26084"/>
                    <a:pt x="17854" y="27083"/>
                  </a:cubicBezTo>
                  <a:lnTo>
                    <a:pt x="17854" y="27083"/>
                  </a:lnTo>
                  <a:cubicBezTo>
                    <a:pt x="19775" y="22998"/>
                    <a:pt x="23015" y="19518"/>
                    <a:pt x="25785" y="15821"/>
                  </a:cubicBezTo>
                  <a:close/>
                  <a:moveTo>
                    <a:pt x="33834" y="5728"/>
                  </a:moveTo>
                  <a:cubicBezTo>
                    <a:pt x="31732" y="9158"/>
                    <a:pt x="29437" y="12455"/>
                    <a:pt x="27303" y="15862"/>
                  </a:cubicBezTo>
                  <a:cubicBezTo>
                    <a:pt x="26720" y="16791"/>
                    <a:pt x="26137" y="17715"/>
                    <a:pt x="25551" y="18642"/>
                  </a:cubicBezTo>
                  <a:cubicBezTo>
                    <a:pt x="24913" y="19531"/>
                    <a:pt x="24284" y="20429"/>
                    <a:pt x="23698" y="21347"/>
                  </a:cubicBezTo>
                  <a:cubicBezTo>
                    <a:pt x="23490" y="21670"/>
                    <a:pt x="23288" y="22017"/>
                    <a:pt x="23091" y="22369"/>
                  </a:cubicBezTo>
                  <a:cubicBezTo>
                    <a:pt x="22794" y="22793"/>
                    <a:pt x="22508" y="23226"/>
                    <a:pt x="22205" y="23645"/>
                  </a:cubicBezTo>
                  <a:cubicBezTo>
                    <a:pt x="22251" y="23581"/>
                    <a:pt x="22272" y="23551"/>
                    <a:pt x="22272" y="23551"/>
                  </a:cubicBezTo>
                  <a:lnTo>
                    <a:pt x="22272" y="23551"/>
                  </a:lnTo>
                  <a:cubicBezTo>
                    <a:pt x="22271" y="23551"/>
                    <a:pt x="19729" y="27113"/>
                    <a:pt x="19302" y="27113"/>
                  </a:cubicBezTo>
                  <a:cubicBezTo>
                    <a:pt x="19170" y="27113"/>
                    <a:pt x="19239" y="26775"/>
                    <a:pt x="19644" y="25891"/>
                  </a:cubicBezTo>
                  <a:cubicBezTo>
                    <a:pt x="19780" y="25597"/>
                    <a:pt x="19930" y="25311"/>
                    <a:pt x="20074" y="25025"/>
                  </a:cubicBezTo>
                  <a:cubicBezTo>
                    <a:pt x="21590" y="23027"/>
                    <a:pt x="22984" y="20949"/>
                    <a:pt x="24324" y="18798"/>
                  </a:cubicBezTo>
                  <a:cubicBezTo>
                    <a:pt x="24541" y="18451"/>
                    <a:pt x="24748" y="18105"/>
                    <a:pt x="24959" y="17758"/>
                  </a:cubicBezTo>
                  <a:lnTo>
                    <a:pt x="24959" y="17758"/>
                  </a:lnTo>
                  <a:cubicBezTo>
                    <a:pt x="24408" y="18457"/>
                    <a:pt x="23862" y="19162"/>
                    <a:pt x="23322" y="19869"/>
                  </a:cubicBezTo>
                  <a:cubicBezTo>
                    <a:pt x="23891" y="19098"/>
                    <a:pt x="24477" y="18336"/>
                    <a:pt x="25069" y="17579"/>
                  </a:cubicBezTo>
                  <a:cubicBezTo>
                    <a:pt x="25874" y="16257"/>
                    <a:pt x="26671" y="14929"/>
                    <a:pt x="27477" y="13607"/>
                  </a:cubicBezTo>
                  <a:cubicBezTo>
                    <a:pt x="28438" y="12031"/>
                    <a:pt x="30586" y="9868"/>
                    <a:pt x="31238" y="8523"/>
                  </a:cubicBezTo>
                  <a:lnTo>
                    <a:pt x="31238" y="8523"/>
                  </a:lnTo>
                  <a:cubicBezTo>
                    <a:pt x="30196" y="10674"/>
                    <a:pt x="28874" y="12631"/>
                    <a:pt x="27459" y="14525"/>
                  </a:cubicBezTo>
                  <a:cubicBezTo>
                    <a:pt x="29448" y="11947"/>
                    <a:pt x="31313" y="9288"/>
                    <a:pt x="32581" y="6234"/>
                  </a:cubicBezTo>
                  <a:cubicBezTo>
                    <a:pt x="32988" y="6040"/>
                    <a:pt x="33407" y="5870"/>
                    <a:pt x="33834" y="5728"/>
                  </a:cubicBezTo>
                  <a:close/>
                  <a:moveTo>
                    <a:pt x="15161" y="16381"/>
                  </a:moveTo>
                  <a:lnTo>
                    <a:pt x="15161" y="16381"/>
                  </a:lnTo>
                  <a:cubicBezTo>
                    <a:pt x="14961" y="16679"/>
                    <a:pt x="14765" y="16976"/>
                    <a:pt x="14566" y="17271"/>
                  </a:cubicBezTo>
                  <a:cubicBezTo>
                    <a:pt x="12946" y="19641"/>
                    <a:pt x="11298" y="21991"/>
                    <a:pt x="9621" y="24318"/>
                  </a:cubicBezTo>
                  <a:cubicBezTo>
                    <a:pt x="9372" y="24665"/>
                    <a:pt x="7707" y="27131"/>
                    <a:pt x="7608" y="27131"/>
                  </a:cubicBezTo>
                  <a:cubicBezTo>
                    <a:pt x="7567" y="27131"/>
                    <a:pt x="7784" y="26725"/>
                    <a:pt x="8457" y="25608"/>
                  </a:cubicBezTo>
                  <a:cubicBezTo>
                    <a:pt x="8933" y="24817"/>
                    <a:pt x="9433" y="24041"/>
                    <a:pt x="9941" y="23267"/>
                  </a:cubicBezTo>
                  <a:cubicBezTo>
                    <a:pt x="11754" y="21032"/>
                    <a:pt x="13463" y="18714"/>
                    <a:pt x="15161" y="16381"/>
                  </a:cubicBezTo>
                  <a:close/>
                  <a:moveTo>
                    <a:pt x="11633" y="14973"/>
                  </a:moveTo>
                  <a:lnTo>
                    <a:pt x="11633" y="14973"/>
                  </a:lnTo>
                  <a:cubicBezTo>
                    <a:pt x="9107" y="19072"/>
                    <a:pt x="6725" y="23307"/>
                    <a:pt x="4323" y="27450"/>
                  </a:cubicBezTo>
                  <a:cubicBezTo>
                    <a:pt x="4065" y="27269"/>
                    <a:pt x="3819" y="27082"/>
                    <a:pt x="3586" y="26888"/>
                  </a:cubicBezTo>
                  <a:lnTo>
                    <a:pt x="3586" y="26888"/>
                  </a:lnTo>
                  <a:cubicBezTo>
                    <a:pt x="3606" y="26901"/>
                    <a:pt x="3629" y="26908"/>
                    <a:pt x="3652" y="26908"/>
                  </a:cubicBezTo>
                  <a:cubicBezTo>
                    <a:pt x="3689" y="26908"/>
                    <a:pt x="3726" y="26891"/>
                    <a:pt x="3748" y="26858"/>
                  </a:cubicBezTo>
                  <a:cubicBezTo>
                    <a:pt x="5928" y="24098"/>
                    <a:pt x="7527" y="20951"/>
                    <a:pt x="9312" y="17917"/>
                  </a:cubicBezTo>
                  <a:cubicBezTo>
                    <a:pt x="9661" y="17461"/>
                    <a:pt x="10013" y="17011"/>
                    <a:pt x="10365" y="16560"/>
                  </a:cubicBezTo>
                  <a:cubicBezTo>
                    <a:pt x="10775" y="16029"/>
                    <a:pt x="11203" y="15501"/>
                    <a:pt x="11633" y="14973"/>
                  </a:cubicBezTo>
                  <a:close/>
                  <a:moveTo>
                    <a:pt x="17635" y="24907"/>
                  </a:moveTo>
                  <a:cubicBezTo>
                    <a:pt x="17395" y="25660"/>
                    <a:pt x="17251" y="26437"/>
                    <a:pt x="17202" y="27225"/>
                  </a:cubicBezTo>
                  <a:cubicBezTo>
                    <a:pt x="17196" y="27316"/>
                    <a:pt x="17267" y="27366"/>
                    <a:pt x="17342" y="27366"/>
                  </a:cubicBezTo>
                  <a:cubicBezTo>
                    <a:pt x="17381" y="27366"/>
                    <a:pt x="17420" y="27352"/>
                    <a:pt x="17450" y="27323"/>
                  </a:cubicBezTo>
                  <a:lnTo>
                    <a:pt x="17450" y="27323"/>
                  </a:lnTo>
                  <a:cubicBezTo>
                    <a:pt x="17369" y="27482"/>
                    <a:pt x="17294" y="27641"/>
                    <a:pt x="17216" y="27799"/>
                  </a:cubicBezTo>
                  <a:cubicBezTo>
                    <a:pt x="16832" y="27566"/>
                    <a:pt x="16518" y="27268"/>
                    <a:pt x="16341" y="26838"/>
                  </a:cubicBezTo>
                  <a:cubicBezTo>
                    <a:pt x="16469" y="26702"/>
                    <a:pt x="16604" y="26575"/>
                    <a:pt x="16723" y="26431"/>
                  </a:cubicBezTo>
                  <a:cubicBezTo>
                    <a:pt x="16821" y="26313"/>
                    <a:pt x="16725" y="26160"/>
                    <a:pt x="16616" y="26142"/>
                  </a:cubicBezTo>
                  <a:cubicBezTo>
                    <a:pt x="16965" y="25738"/>
                    <a:pt x="17297" y="25322"/>
                    <a:pt x="17635" y="24907"/>
                  </a:cubicBezTo>
                  <a:close/>
                  <a:moveTo>
                    <a:pt x="14338" y="18555"/>
                  </a:moveTo>
                  <a:lnTo>
                    <a:pt x="14338" y="18555"/>
                  </a:lnTo>
                  <a:cubicBezTo>
                    <a:pt x="12961" y="20735"/>
                    <a:pt x="11691" y="22949"/>
                    <a:pt x="10495" y="25288"/>
                  </a:cubicBezTo>
                  <a:cubicBezTo>
                    <a:pt x="10205" y="25858"/>
                    <a:pt x="8640" y="27964"/>
                    <a:pt x="8349" y="27964"/>
                  </a:cubicBezTo>
                  <a:cubicBezTo>
                    <a:pt x="8226" y="27964"/>
                    <a:pt x="8329" y="27590"/>
                    <a:pt x="8850" y="26570"/>
                  </a:cubicBezTo>
                  <a:cubicBezTo>
                    <a:pt x="9802" y="24705"/>
                    <a:pt x="11096" y="22998"/>
                    <a:pt x="12329" y="21309"/>
                  </a:cubicBezTo>
                  <a:cubicBezTo>
                    <a:pt x="12998" y="20394"/>
                    <a:pt x="13668" y="19476"/>
                    <a:pt x="14338" y="18555"/>
                  </a:cubicBezTo>
                  <a:close/>
                  <a:moveTo>
                    <a:pt x="15071" y="12198"/>
                  </a:moveTo>
                  <a:lnTo>
                    <a:pt x="15071" y="12198"/>
                  </a:lnTo>
                  <a:cubicBezTo>
                    <a:pt x="14471" y="13171"/>
                    <a:pt x="13867" y="14138"/>
                    <a:pt x="13267" y="15108"/>
                  </a:cubicBezTo>
                  <a:cubicBezTo>
                    <a:pt x="12632" y="16130"/>
                    <a:pt x="12008" y="17155"/>
                    <a:pt x="11376" y="18177"/>
                  </a:cubicBezTo>
                  <a:cubicBezTo>
                    <a:pt x="10746" y="19084"/>
                    <a:pt x="10114" y="19996"/>
                    <a:pt x="9491" y="20914"/>
                  </a:cubicBezTo>
                  <a:cubicBezTo>
                    <a:pt x="7943" y="22981"/>
                    <a:pt x="6451" y="25089"/>
                    <a:pt x="5099" y="27312"/>
                  </a:cubicBezTo>
                  <a:cubicBezTo>
                    <a:pt x="5039" y="27415"/>
                    <a:pt x="5130" y="27523"/>
                    <a:pt x="5226" y="27523"/>
                  </a:cubicBezTo>
                  <a:cubicBezTo>
                    <a:pt x="5258" y="27523"/>
                    <a:pt x="5291" y="27511"/>
                    <a:pt x="5319" y="27482"/>
                  </a:cubicBezTo>
                  <a:cubicBezTo>
                    <a:pt x="5515" y="27283"/>
                    <a:pt x="5694" y="27066"/>
                    <a:pt x="5879" y="26858"/>
                  </a:cubicBezTo>
                  <a:lnTo>
                    <a:pt x="5879" y="26858"/>
                  </a:lnTo>
                  <a:cubicBezTo>
                    <a:pt x="5674" y="27257"/>
                    <a:pt x="5469" y="27652"/>
                    <a:pt x="5281" y="28059"/>
                  </a:cubicBezTo>
                  <a:cubicBezTo>
                    <a:pt x="5036" y="27918"/>
                    <a:pt x="4791" y="27771"/>
                    <a:pt x="4557" y="27615"/>
                  </a:cubicBezTo>
                  <a:lnTo>
                    <a:pt x="4557" y="27612"/>
                  </a:lnTo>
                  <a:cubicBezTo>
                    <a:pt x="7704" y="22228"/>
                    <a:pt x="11448" y="17262"/>
                    <a:pt x="15071" y="12198"/>
                  </a:cubicBezTo>
                  <a:close/>
                  <a:moveTo>
                    <a:pt x="19356" y="25963"/>
                  </a:moveTo>
                  <a:lnTo>
                    <a:pt x="19356" y="25963"/>
                  </a:lnTo>
                  <a:cubicBezTo>
                    <a:pt x="18966" y="26720"/>
                    <a:pt x="18616" y="27496"/>
                    <a:pt x="18305" y="28287"/>
                  </a:cubicBezTo>
                  <a:cubicBezTo>
                    <a:pt x="18305" y="28293"/>
                    <a:pt x="18308" y="28299"/>
                    <a:pt x="18305" y="28305"/>
                  </a:cubicBezTo>
                  <a:cubicBezTo>
                    <a:pt x="18074" y="28215"/>
                    <a:pt x="17846" y="28123"/>
                    <a:pt x="17623" y="28019"/>
                  </a:cubicBezTo>
                  <a:cubicBezTo>
                    <a:pt x="18221" y="27346"/>
                    <a:pt x="18801" y="26662"/>
                    <a:pt x="19356" y="25963"/>
                  </a:cubicBezTo>
                  <a:close/>
                  <a:moveTo>
                    <a:pt x="20118" y="445"/>
                  </a:moveTo>
                  <a:cubicBezTo>
                    <a:pt x="22684" y="988"/>
                    <a:pt x="24367" y="3162"/>
                    <a:pt x="26238" y="4906"/>
                  </a:cubicBezTo>
                  <a:lnTo>
                    <a:pt x="26238" y="4903"/>
                  </a:lnTo>
                  <a:cubicBezTo>
                    <a:pt x="26645" y="5284"/>
                    <a:pt x="27286" y="5829"/>
                    <a:pt x="28005" y="6288"/>
                  </a:cubicBezTo>
                  <a:cubicBezTo>
                    <a:pt x="22921" y="12357"/>
                    <a:pt x="19667" y="19664"/>
                    <a:pt x="14705" y="25825"/>
                  </a:cubicBezTo>
                  <a:cubicBezTo>
                    <a:pt x="13990" y="26712"/>
                    <a:pt x="13678" y="27039"/>
                    <a:pt x="13604" y="27039"/>
                  </a:cubicBezTo>
                  <a:cubicBezTo>
                    <a:pt x="13434" y="27039"/>
                    <a:pt x="14564" y="25267"/>
                    <a:pt x="14944" y="24702"/>
                  </a:cubicBezTo>
                  <a:cubicBezTo>
                    <a:pt x="16102" y="22972"/>
                    <a:pt x="17326" y="21283"/>
                    <a:pt x="18510" y="19569"/>
                  </a:cubicBezTo>
                  <a:cubicBezTo>
                    <a:pt x="21492" y="15244"/>
                    <a:pt x="24350" y="10838"/>
                    <a:pt x="27081" y="6352"/>
                  </a:cubicBezTo>
                  <a:cubicBezTo>
                    <a:pt x="27143" y="6249"/>
                    <a:pt x="27046" y="6131"/>
                    <a:pt x="26949" y="6131"/>
                  </a:cubicBezTo>
                  <a:cubicBezTo>
                    <a:pt x="26916" y="6131"/>
                    <a:pt x="26883" y="6145"/>
                    <a:pt x="26856" y="6179"/>
                  </a:cubicBezTo>
                  <a:cubicBezTo>
                    <a:pt x="21177" y="13125"/>
                    <a:pt x="17158" y="21194"/>
                    <a:pt x="11887" y="28432"/>
                  </a:cubicBezTo>
                  <a:cubicBezTo>
                    <a:pt x="12637" y="27398"/>
                    <a:pt x="13177" y="25885"/>
                    <a:pt x="13786" y="24531"/>
                  </a:cubicBezTo>
                  <a:cubicBezTo>
                    <a:pt x="16887" y="20331"/>
                    <a:pt x="19944" y="15980"/>
                    <a:pt x="22557" y="11629"/>
                  </a:cubicBezTo>
                  <a:cubicBezTo>
                    <a:pt x="23911" y="9629"/>
                    <a:pt x="25184" y="7579"/>
                    <a:pt x="26290" y="5405"/>
                  </a:cubicBezTo>
                  <a:cubicBezTo>
                    <a:pt x="26346" y="5292"/>
                    <a:pt x="26261" y="5200"/>
                    <a:pt x="26168" y="5200"/>
                  </a:cubicBezTo>
                  <a:cubicBezTo>
                    <a:pt x="26126" y="5200"/>
                    <a:pt x="26083" y="5219"/>
                    <a:pt x="26050" y="5264"/>
                  </a:cubicBezTo>
                  <a:cubicBezTo>
                    <a:pt x="23816" y="8295"/>
                    <a:pt x="22049" y="11681"/>
                    <a:pt x="20080" y="14915"/>
                  </a:cubicBezTo>
                  <a:cubicBezTo>
                    <a:pt x="18169" y="17551"/>
                    <a:pt x="16203" y="20149"/>
                    <a:pt x="14459" y="22892"/>
                  </a:cubicBezTo>
                  <a:cubicBezTo>
                    <a:pt x="13172" y="24608"/>
                    <a:pt x="11918" y="26339"/>
                    <a:pt x="10862" y="28142"/>
                  </a:cubicBezTo>
                  <a:lnTo>
                    <a:pt x="10862" y="28142"/>
                  </a:lnTo>
                  <a:cubicBezTo>
                    <a:pt x="15565" y="20103"/>
                    <a:pt x="21964" y="13260"/>
                    <a:pt x="25658" y="4617"/>
                  </a:cubicBezTo>
                  <a:cubicBezTo>
                    <a:pt x="25699" y="4520"/>
                    <a:pt x="25618" y="4401"/>
                    <a:pt x="25530" y="4401"/>
                  </a:cubicBezTo>
                  <a:cubicBezTo>
                    <a:pt x="25500" y="4401"/>
                    <a:pt x="25469" y="4415"/>
                    <a:pt x="25441" y="4449"/>
                  </a:cubicBezTo>
                  <a:cubicBezTo>
                    <a:pt x="20196" y="11240"/>
                    <a:pt x="16572" y="19164"/>
                    <a:pt x="11304" y="25946"/>
                  </a:cubicBezTo>
                  <a:cubicBezTo>
                    <a:pt x="10660" y="26773"/>
                    <a:pt x="9749" y="27895"/>
                    <a:pt x="9587" y="27895"/>
                  </a:cubicBezTo>
                  <a:cubicBezTo>
                    <a:pt x="9482" y="27895"/>
                    <a:pt x="9695" y="27419"/>
                    <a:pt x="10507" y="26076"/>
                  </a:cubicBezTo>
                  <a:cubicBezTo>
                    <a:pt x="12063" y="23498"/>
                    <a:pt x="13706" y="20969"/>
                    <a:pt x="15351" y="18448"/>
                  </a:cubicBezTo>
                  <a:cubicBezTo>
                    <a:pt x="18313" y="13907"/>
                    <a:pt x="21382" y="9435"/>
                    <a:pt x="24396" y="4929"/>
                  </a:cubicBezTo>
                  <a:cubicBezTo>
                    <a:pt x="24465" y="4828"/>
                    <a:pt x="24375" y="4739"/>
                    <a:pt x="24280" y="4739"/>
                  </a:cubicBezTo>
                  <a:cubicBezTo>
                    <a:pt x="24238" y="4739"/>
                    <a:pt x="24196" y="4756"/>
                    <a:pt x="24165" y="4796"/>
                  </a:cubicBezTo>
                  <a:cubicBezTo>
                    <a:pt x="23288" y="5933"/>
                    <a:pt x="22436" y="7088"/>
                    <a:pt x="21593" y="8252"/>
                  </a:cubicBezTo>
                  <a:cubicBezTo>
                    <a:pt x="22404" y="7007"/>
                    <a:pt x="23192" y="5751"/>
                    <a:pt x="23931" y="4461"/>
                  </a:cubicBezTo>
                  <a:cubicBezTo>
                    <a:pt x="23990" y="4360"/>
                    <a:pt x="23897" y="4246"/>
                    <a:pt x="23802" y="4246"/>
                  </a:cubicBezTo>
                  <a:cubicBezTo>
                    <a:pt x="23769" y="4246"/>
                    <a:pt x="23736" y="4259"/>
                    <a:pt x="23709" y="4291"/>
                  </a:cubicBezTo>
                  <a:cubicBezTo>
                    <a:pt x="23663" y="4340"/>
                    <a:pt x="23623" y="4395"/>
                    <a:pt x="23579" y="4444"/>
                  </a:cubicBezTo>
                  <a:cubicBezTo>
                    <a:pt x="23738" y="3976"/>
                    <a:pt x="23859" y="3497"/>
                    <a:pt x="23940" y="3009"/>
                  </a:cubicBezTo>
                  <a:cubicBezTo>
                    <a:pt x="23955" y="2915"/>
                    <a:pt x="23884" y="2835"/>
                    <a:pt x="23805" y="2835"/>
                  </a:cubicBezTo>
                  <a:cubicBezTo>
                    <a:pt x="23774" y="2835"/>
                    <a:pt x="23741" y="2848"/>
                    <a:pt x="23712" y="2876"/>
                  </a:cubicBezTo>
                  <a:cubicBezTo>
                    <a:pt x="20464" y="5971"/>
                    <a:pt x="17978" y="9582"/>
                    <a:pt x="15626" y="13382"/>
                  </a:cubicBezTo>
                  <a:cubicBezTo>
                    <a:pt x="13512" y="16786"/>
                    <a:pt x="11350" y="20207"/>
                    <a:pt x="9283" y="23665"/>
                  </a:cubicBezTo>
                  <a:cubicBezTo>
                    <a:pt x="8702" y="24367"/>
                    <a:pt x="8116" y="25063"/>
                    <a:pt x="7513" y="25753"/>
                  </a:cubicBezTo>
                  <a:cubicBezTo>
                    <a:pt x="6883" y="26475"/>
                    <a:pt x="6416" y="26954"/>
                    <a:pt x="6282" y="26954"/>
                  </a:cubicBezTo>
                  <a:cubicBezTo>
                    <a:pt x="6176" y="26954"/>
                    <a:pt x="6277" y="26654"/>
                    <a:pt x="6670" y="25937"/>
                  </a:cubicBezTo>
                  <a:cubicBezTo>
                    <a:pt x="8448" y="23735"/>
                    <a:pt x="9883" y="21246"/>
                    <a:pt x="11333" y="18801"/>
                  </a:cubicBezTo>
                  <a:cubicBezTo>
                    <a:pt x="13082" y="16430"/>
                    <a:pt x="14806" y="14083"/>
                    <a:pt x="16492" y="11707"/>
                  </a:cubicBezTo>
                  <a:lnTo>
                    <a:pt x="16492" y="11707"/>
                  </a:lnTo>
                  <a:cubicBezTo>
                    <a:pt x="15091" y="13642"/>
                    <a:pt x="13631" y="15524"/>
                    <a:pt x="12176" y="17403"/>
                  </a:cubicBezTo>
                  <a:cubicBezTo>
                    <a:pt x="12308" y="17184"/>
                    <a:pt x="12441" y="16965"/>
                    <a:pt x="12577" y="16748"/>
                  </a:cubicBezTo>
                  <a:cubicBezTo>
                    <a:pt x="12773" y="16433"/>
                    <a:pt x="12969" y="16122"/>
                    <a:pt x="13163" y="15807"/>
                  </a:cubicBezTo>
                  <a:cubicBezTo>
                    <a:pt x="14716" y="13569"/>
                    <a:pt x="16287" y="11355"/>
                    <a:pt x="17799" y="9161"/>
                  </a:cubicBezTo>
                  <a:cubicBezTo>
                    <a:pt x="19099" y="7274"/>
                    <a:pt x="20587" y="5321"/>
                    <a:pt x="21744" y="3466"/>
                  </a:cubicBezTo>
                  <a:lnTo>
                    <a:pt x="21744" y="3466"/>
                  </a:lnTo>
                  <a:cubicBezTo>
                    <a:pt x="20160" y="6008"/>
                    <a:pt x="18692" y="8572"/>
                    <a:pt x="16971" y="11027"/>
                  </a:cubicBezTo>
                  <a:lnTo>
                    <a:pt x="16971" y="11027"/>
                  </a:lnTo>
                  <a:cubicBezTo>
                    <a:pt x="18983" y="8172"/>
                    <a:pt x="20943" y="5277"/>
                    <a:pt x="22823" y="2255"/>
                  </a:cubicBezTo>
                  <a:cubicBezTo>
                    <a:pt x="22891" y="2147"/>
                    <a:pt x="22800" y="2054"/>
                    <a:pt x="22702" y="2054"/>
                  </a:cubicBezTo>
                  <a:cubicBezTo>
                    <a:pt x="22660" y="2054"/>
                    <a:pt x="22616" y="2072"/>
                    <a:pt x="22583" y="2114"/>
                  </a:cubicBezTo>
                  <a:cubicBezTo>
                    <a:pt x="20109" y="5385"/>
                    <a:pt x="17745" y="8728"/>
                    <a:pt x="15458" y="12126"/>
                  </a:cubicBezTo>
                  <a:cubicBezTo>
                    <a:pt x="17580" y="8719"/>
                    <a:pt x="19705" y="5315"/>
                    <a:pt x="21882" y="1941"/>
                  </a:cubicBezTo>
                  <a:cubicBezTo>
                    <a:pt x="21952" y="1832"/>
                    <a:pt x="21857" y="1736"/>
                    <a:pt x="21756" y="1736"/>
                  </a:cubicBezTo>
                  <a:cubicBezTo>
                    <a:pt x="21713" y="1736"/>
                    <a:pt x="21668" y="1754"/>
                    <a:pt x="21636" y="1796"/>
                  </a:cubicBezTo>
                  <a:cubicBezTo>
                    <a:pt x="20655" y="3121"/>
                    <a:pt x="19702" y="4472"/>
                    <a:pt x="18761" y="5835"/>
                  </a:cubicBezTo>
                  <a:cubicBezTo>
                    <a:pt x="19739" y="4328"/>
                    <a:pt x="20606" y="2769"/>
                    <a:pt x="21267" y="1118"/>
                  </a:cubicBezTo>
                  <a:cubicBezTo>
                    <a:pt x="21306" y="1020"/>
                    <a:pt x="21214" y="940"/>
                    <a:pt x="21123" y="940"/>
                  </a:cubicBezTo>
                  <a:cubicBezTo>
                    <a:pt x="21088" y="940"/>
                    <a:pt x="21054" y="952"/>
                    <a:pt x="21027" y="979"/>
                  </a:cubicBezTo>
                  <a:cubicBezTo>
                    <a:pt x="19789" y="2284"/>
                    <a:pt x="18715" y="3756"/>
                    <a:pt x="17707" y="5281"/>
                  </a:cubicBezTo>
                  <a:cubicBezTo>
                    <a:pt x="18611" y="3733"/>
                    <a:pt x="19433" y="2137"/>
                    <a:pt x="20118" y="445"/>
                  </a:cubicBezTo>
                  <a:close/>
                  <a:moveTo>
                    <a:pt x="28747" y="16390"/>
                  </a:moveTo>
                  <a:lnTo>
                    <a:pt x="28747" y="16390"/>
                  </a:lnTo>
                  <a:cubicBezTo>
                    <a:pt x="27924" y="17603"/>
                    <a:pt x="27119" y="18812"/>
                    <a:pt x="26371" y="19990"/>
                  </a:cubicBezTo>
                  <a:cubicBezTo>
                    <a:pt x="24893" y="22323"/>
                    <a:pt x="23588" y="24771"/>
                    <a:pt x="22170" y="27144"/>
                  </a:cubicBezTo>
                  <a:cubicBezTo>
                    <a:pt x="21519" y="28233"/>
                    <a:pt x="21229" y="28656"/>
                    <a:pt x="21171" y="28656"/>
                  </a:cubicBezTo>
                  <a:cubicBezTo>
                    <a:pt x="20989" y="28656"/>
                    <a:pt x="23065" y="24554"/>
                    <a:pt x="23533" y="23752"/>
                  </a:cubicBezTo>
                  <a:cubicBezTo>
                    <a:pt x="25046" y="21154"/>
                    <a:pt x="26879" y="18757"/>
                    <a:pt x="28747" y="16390"/>
                  </a:cubicBezTo>
                  <a:close/>
                  <a:moveTo>
                    <a:pt x="22153" y="24147"/>
                  </a:moveTo>
                  <a:lnTo>
                    <a:pt x="22153" y="24147"/>
                  </a:lnTo>
                  <a:cubicBezTo>
                    <a:pt x="22003" y="24448"/>
                    <a:pt x="21856" y="24745"/>
                    <a:pt x="21708" y="25039"/>
                  </a:cubicBezTo>
                  <a:cubicBezTo>
                    <a:pt x="20891" y="26246"/>
                    <a:pt x="20095" y="27467"/>
                    <a:pt x="19350" y="28729"/>
                  </a:cubicBezTo>
                  <a:cubicBezTo>
                    <a:pt x="19107" y="28614"/>
                    <a:pt x="18850" y="28510"/>
                    <a:pt x="18585" y="28409"/>
                  </a:cubicBezTo>
                  <a:cubicBezTo>
                    <a:pt x="19872" y="27055"/>
                    <a:pt x="21044" y="25626"/>
                    <a:pt x="22153" y="24147"/>
                  </a:cubicBezTo>
                  <a:close/>
                  <a:moveTo>
                    <a:pt x="27377" y="7335"/>
                  </a:moveTo>
                  <a:cubicBezTo>
                    <a:pt x="27407" y="7335"/>
                    <a:pt x="25807" y="9741"/>
                    <a:pt x="25326" y="10515"/>
                  </a:cubicBezTo>
                  <a:cubicBezTo>
                    <a:pt x="24122" y="12452"/>
                    <a:pt x="22970" y="14424"/>
                    <a:pt x="21804" y="16387"/>
                  </a:cubicBezTo>
                  <a:cubicBezTo>
                    <a:pt x="19535" y="20212"/>
                    <a:pt x="17228" y="24009"/>
                    <a:pt x="14710" y="27675"/>
                  </a:cubicBezTo>
                  <a:cubicBezTo>
                    <a:pt x="13807" y="28244"/>
                    <a:pt x="12767" y="28700"/>
                    <a:pt x="11757" y="29012"/>
                  </a:cubicBezTo>
                  <a:cubicBezTo>
                    <a:pt x="12213" y="28397"/>
                    <a:pt x="12675" y="27782"/>
                    <a:pt x="13114" y="27156"/>
                  </a:cubicBezTo>
                  <a:lnTo>
                    <a:pt x="13114" y="27156"/>
                  </a:lnTo>
                  <a:cubicBezTo>
                    <a:pt x="12955" y="27465"/>
                    <a:pt x="12790" y="27773"/>
                    <a:pt x="12646" y="28094"/>
                  </a:cubicBezTo>
                  <a:cubicBezTo>
                    <a:pt x="12592" y="28208"/>
                    <a:pt x="12683" y="28335"/>
                    <a:pt x="12787" y="28335"/>
                  </a:cubicBezTo>
                  <a:cubicBezTo>
                    <a:pt x="12823" y="28335"/>
                    <a:pt x="12861" y="28320"/>
                    <a:pt x="12894" y="28284"/>
                  </a:cubicBezTo>
                  <a:cubicBezTo>
                    <a:pt x="18114" y="22814"/>
                    <a:pt x="21388" y="16015"/>
                    <a:pt x="25638" y="9831"/>
                  </a:cubicBezTo>
                  <a:cubicBezTo>
                    <a:pt x="26909" y="7980"/>
                    <a:pt x="27362" y="7335"/>
                    <a:pt x="27377" y="7335"/>
                  </a:cubicBezTo>
                  <a:close/>
                  <a:moveTo>
                    <a:pt x="10311" y="23792"/>
                  </a:moveTo>
                  <a:cubicBezTo>
                    <a:pt x="9211" y="25447"/>
                    <a:pt x="8209" y="27167"/>
                    <a:pt x="7392" y="29026"/>
                  </a:cubicBezTo>
                  <a:cubicBezTo>
                    <a:pt x="6754" y="28804"/>
                    <a:pt x="6133" y="28527"/>
                    <a:pt x="5538" y="28204"/>
                  </a:cubicBezTo>
                  <a:cubicBezTo>
                    <a:pt x="6563" y="27173"/>
                    <a:pt x="7539" y="26105"/>
                    <a:pt x="8480" y="25011"/>
                  </a:cubicBezTo>
                  <a:lnTo>
                    <a:pt x="8480" y="25011"/>
                  </a:lnTo>
                  <a:cubicBezTo>
                    <a:pt x="7816" y="26142"/>
                    <a:pt x="7158" y="27277"/>
                    <a:pt x="6526" y="28420"/>
                  </a:cubicBezTo>
                  <a:cubicBezTo>
                    <a:pt x="6474" y="28515"/>
                    <a:pt x="6562" y="28626"/>
                    <a:pt x="6648" y="28626"/>
                  </a:cubicBezTo>
                  <a:cubicBezTo>
                    <a:pt x="6678" y="28626"/>
                    <a:pt x="6707" y="28613"/>
                    <a:pt x="6731" y="28582"/>
                  </a:cubicBezTo>
                  <a:cubicBezTo>
                    <a:pt x="7949" y="27003"/>
                    <a:pt x="9136" y="25400"/>
                    <a:pt x="10311" y="23792"/>
                  </a:cubicBezTo>
                  <a:close/>
                  <a:moveTo>
                    <a:pt x="12490" y="26275"/>
                  </a:moveTo>
                  <a:lnTo>
                    <a:pt x="12490" y="26275"/>
                  </a:lnTo>
                  <a:cubicBezTo>
                    <a:pt x="11997" y="27216"/>
                    <a:pt x="11546" y="28189"/>
                    <a:pt x="11136" y="29185"/>
                  </a:cubicBezTo>
                  <a:cubicBezTo>
                    <a:pt x="10813" y="29269"/>
                    <a:pt x="10487" y="29332"/>
                    <a:pt x="10158" y="29382"/>
                  </a:cubicBezTo>
                  <a:cubicBezTo>
                    <a:pt x="10928" y="28360"/>
                    <a:pt x="11708" y="27323"/>
                    <a:pt x="12490" y="26275"/>
                  </a:cubicBezTo>
                  <a:close/>
                  <a:moveTo>
                    <a:pt x="13911" y="23036"/>
                  </a:moveTo>
                  <a:lnTo>
                    <a:pt x="13911" y="23036"/>
                  </a:lnTo>
                  <a:cubicBezTo>
                    <a:pt x="12484" y="25100"/>
                    <a:pt x="11096" y="27187"/>
                    <a:pt x="9826" y="29361"/>
                  </a:cubicBezTo>
                  <a:cubicBezTo>
                    <a:pt x="9817" y="29384"/>
                    <a:pt x="9811" y="29408"/>
                    <a:pt x="9817" y="29431"/>
                  </a:cubicBezTo>
                  <a:cubicBezTo>
                    <a:pt x="9715" y="29441"/>
                    <a:pt x="9609" y="29446"/>
                    <a:pt x="9500" y="29446"/>
                  </a:cubicBezTo>
                  <a:cubicBezTo>
                    <a:pt x="9000" y="29446"/>
                    <a:pt x="8420" y="29341"/>
                    <a:pt x="7807" y="29159"/>
                  </a:cubicBezTo>
                  <a:cubicBezTo>
                    <a:pt x="8212" y="28879"/>
                    <a:pt x="8587" y="28559"/>
                    <a:pt x="8925" y="28201"/>
                  </a:cubicBezTo>
                  <a:lnTo>
                    <a:pt x="8925" y="28201"/>
                  </a:lnTo>
                  <a:cubicBezTo>
                    <a:pt x="8754" y="28484"/>
                    <a:pt x="8581" y="28764"/>
                    <a:pt x="8414" y="29050"/>
                  </a:cubicBezTo>
                  <a:cubicBezTo>
                    <a:pt x="8353" y="29149"/>
                    <a:pt x="8440" y="29250"/>
                    <a:pt x="8533" y="29250"/>
                  </a:cubicBezTo>
                  <a:cubicBezTo>
                    <a:pt x="8565" y="29250"/>
                    <a:pt x="8597" y="29238"/>
                    <a:pt x="8625" y="29211"/>
                  </a:cubicBezTo>
                  <a:cubicBezTo>
                    <a:pt x="10562" y="27346"/>
                    <a:pt x="12300" y="25253"/>
                    <a:pt x="13911" y="23036"/>
                  </a:cubicBezTo>
                  <a:close/>
                  <a:moveTo>
                    <a:pt x="25242" y="20602"/>
                  </a:moveTo>
                  <a:lnTo>
                    <a:pt x="25242" y="20602"/>
                  </a:lnTo>
                  <a:cubicBezTo>
                    <a:pt x="23256" y="23443"/>
                    <a:pt x="21524" y="26431"/>
                    <a:pt x="20441" y="29763"/>
                  </a:cubicBezTo>
                  <a:cubicBezTo>
                    <a:pt x="20288" y="29373"/>
                    <a:pt x="19999" y="29096"/>
                    <a:pt x="19636" y="28882"/>
                  </a:cubicBezTo>
                  <a:cubicBezTo>
                    <a:pt x="20043" y="28215"/>
                    <a:pt x="20444" y="27548"/>
                    <a:pt x="20839" y="26876"/>
                  </a:cubicBezTo>
                  <a:cubicBezTo>
                    <a:pt x="22179" y="24705"/>
                    <a:pt x="23700" y="22638"/>
                    <a:pt x="25242" y="20602"/>
                  </a:cubicBezTo>
                  <a:close/>
                  <a:moveTo>
                    <a:pt x="18762" y="1"/>
                  </a:moveTo>
                  <a:cubicBezTo>
                    <a:pt x="18729" y="1"/>
                    <a:pt x="18697" y="13"/>
                    <a:pt x="18671" y="38"/>
                  </a:cubicBezTo>
                  <a:cubicBezTo>
                    <a:pt x="18660" y="50"/>
                    <a:pt x="18648" y="61"/>
                    <a:pt x="18634" y="73"/>
                  </a:cubicBezTo>
                  <a:cubicBezTo>
                    <a:pt x="16902" y="81"/>
                    <a:pt x="15247" y="419"/>
                    <a:pt x="13651" y="973"/>
                  </a:cubicBezTo>
                  <a:cubicBezTo>
                    <a:pt x="13625" y="951"/>
                    <a:pt x="13592" y="940"/>
                    <a:pt x="13561" y="940"/>
                  </a:cubicBezTo>
                  <a:cubicBezTo>
                    <a:pt x="13515" y="940"/>
                    <a:pt x="13470" y="963"/>
                    <a:pt x="13446" y="1005"/>
                  </a:cubicBezTo>
                  <a:cubicBezTo>
                    <a:pt x="13434" y="1025"/>
                    <a:pt x="13423" y="1043"/>
                    <a:pt x="13408" y="1063"/>
                  </a:cubicBezTo>
                  <a:cubicBezTo>
                    <a:pt x="13007" y="1207"/>
                    <a:pt x="12611" y="1363"/>
                    <a:pt x="12219" y="1531"/>
                  </a:cubicBezTo>
                  <a:cubicBezTo>
                    <a:pt x="12233" y="1508"/>
                    <a:pt x="12251" y="1484"/>
                    <a:pt x="12268" y="1458"/>
                  </a:cubicBezTo>
                  <a:cubicBezTo>
                    <a:pt x="12339" y="1358"/>
                    <a:pt x="12246" y="1264"/>
                    <a:pt x="12149" y="1264"/>
                  </a:cubicBezTo>
                  <a:cubicBezTo>
                    <a:pt x="12107" y="1264"/>
                    <a:pt x="12064" y="1281"/>
                    <a:pt x="12034" y="1323"/>
                  </a:cubicBezTo>
                  <a:cubicBezTo>
                    <a:pt x="11933" y="1461"/>
                    <a:pt x="11826" y="1609"/>
                    <a:pt x="11722" y="1753"/>
                  </a:cubicBezTo>
                  <a:cubicBezTo>
                    <a:pt x="10666" y="2241"/>
                    <a:pt x="9635" y="2786"/>
                    <a:pt x="8636" y="3384"/>
                  </a:cubicBezTo>
                  <a:cubicBezTo>
                    <a:pt x="7357" y="4149"/>
                    <a:pt x="6355" y="5197"/>
                    <a:pt x="5455" y="6346"/>
                  </a:cubicBezTo>
                  <a:cubicBezTo>
                    <a:pt x="4118" y="7715"/>
                    <a:pt x="2980" y="9239"/>
                    <a:pt x="2100" y="10910"/>
                  </a:cubicBezTo>
                  <a:cubicBezTo>
                    <a:pt x="1670" y="11436"/>
                    <a:pt x="1222" y="11941"/>
                    <a:pt x="720" y="12392"/>
                  </a:cubicBezTo>
                  <a:cubicBezTo>
                    <a:pt x="598" y="12500"/>
                    <a:pt x="711" y="12662"/>
                    <a:pt x="839" y="12662"/>
                  </a:cubicBezTo>
                  <a:cubicBezTo>
                    <a:pt x="875" y="12662"/>
                    <a:pt x="912" y="12649"/>
                    <a:pt x="945" y="12620"/>
                  </a:cubicBezTo>
                  <a:cubicBezTo>
                    <a:pt x="1153" y="12432"/>
                    <a:pt x="1355" y="12241"/>
                    <a:pt x="1548" y="12045"/>
                  </a:cubicBezTo>
                  <a:lnTo>
                    <a:pt x="1548" y="12045"/>
                  </a:lnTo>
                  <a:cubicBezTo>
                    <a:pt x="1225" y="12773"/>
                    <a:pt x="951" y="13520"/>
                    <a:pt x="726" y="14283"/>
                  </a:cubicBezTo>
                  <a:cubicBezTo>
                    <a:pt x="705" y="14348"/>
                    <a:pt x="759" y="14391"/>
                    <a:pt x="813" y="14391"/>
                  </a:cubicBezTo>
                  <a:cubicBezTo>
                    <a:pt x="849" y="14391"/>
                    <a:pt x="885" y="14372"/>
                    <a:pt x="899" y="14329"/>
                  </a:cubicBezTo>
                  <a:cubicBezTo>
                    <a:pt x="1190" y="13362"/>
                    <a:pt x="1577" y="12449"/>
                    <a:pt x="2016" y="11557"/>
                  </a:cubicBezTo>
                  <a:cubicBezTo>
                    <a:pt x="3284" y="10186"/>
                    <a:pt x="4314" y="8670"/>
                    <a:pt x="5429" y="7224"/>
                  </a:cubicBezTo>
                  <a:lnTo>
                    <a:pt x="5429" y="7224"/>
                  </a:lnTo>
                  <a:cubicBezTo>
                    <a:pt x="5374" y="7446"/>
                    <a:pt x="5247" y="7781"/>
                    <a:pt x="5013" y="8292"/>
                  </a:cubicBezTo>
                  <a:cubicBezTo>
                    <a:pt x="4181" y="10111"/>
                    <a:pt x="2862" y="11696"/>
                    <a:pt x="1722" y="13373"/>
                  </a:cubicBezTo>
                  <a:cubicBezTo>
                    <a:pt x="1720" y="13367"/>
                    <a:pt x="1716" y="13362"/>
                    <a:pt x="1711" y="13362"/>
                  </a:cubicBezTo>
                  <a:cubicBezTo>
                    <a:pt x="1709" y="13362"/>
                    <a:pt x="1707" y="13363"/>
                    <a:pt x="1704" y="13364"/>
                  </a:cubicBezTo>
                  <a:cubicBezTo>
                    <a:pt x="1208" y="13572"/>
                    <a:pt x="962" y="14130"/>
                    <a:pt x="838" y="14788"/>
                  </a:cubicBezTo>
                  <a:cubicBezTo>
                    <a:pt x="792" y="14869"/>
                    <a:pt x="743" y="14947"/>
                    <a:pt x="697" y="15027"/>
                  </a:cubicBezTo>
                  <a:cubicBezTo>
                    <a:pt x="662" y="15100"/>
                    <a:pt x="700" y="15189"/>
                    <a:pt x="781" y="15212"/>
                  </a:cubicBezTo>
                  <a:cubicBezTo>
                    <a:pt x="746" y="15547"/>
                    <a:pt x="729" y="15888"/>
                    <a:pt x="731" y="16225"/>
                  </a:cubicBezTo>
                  <a:cubicBezTo>
                    <a:pt x="720" y="16246"/>
                    <a:pt x="708" y="16266"/>
                    <a:pt x="697" y="16286"/>
                  </a:cubicBezTo>
                  <a:cubicBezTo>
                    <a:pt x="662" y="16344"/>
                    <a:pt x="677" y="16416"/>
                    <a:pt x="731" y="16454"/>
                  </a:cubicBezTo>
                  <a:cubicBezTo>
                    <a:pt x="740" y="16849"/>
                    <a:pt x="755" y="17201"/>
                    <a:pt x="763" y="17484"/>
                  </a:cubicBezTo>
                  <a:cubicBezTo>
                    <a:pt x="524" y="17923"/>
                    <a:pt x="278" y="18356"/>
                    <a:pt x="59" y="18804"/>
                  </a:cubicBezTo>
                  <a:cubicBezTo>
                    <a:pt x="1" y="18907"/>
                    <a:pt x="86" y="19011"/>
                    <a:pt x="181" y="19011"/>
                  </a:cubicBezTo>
                  <a:cubicBezTo>
                    <a:pt x="213" y="19011"/>
                    <a:pt x="246" y="18999"/>
                    <a:pt x="275" y="18971"/>
                  </a:cubicBezTo>
                  <a:cubicBezTo>
                    <a:pt x="446" y="18832"/>
                    <a:pt x="607" y="18682"/>
                    <a:pt x="772" y="18538"/>
                  </a:cubicBezTo>
                  <a:cubicBezTo>
                    <a:pt x="772" y="19144"/>
                    <a:pt x="772" y="19811"/>
                    <a:pt x="795" y="20498"/>
                  </a:cubicBezTo>
                  <a:cubicBezTo>
                    <a:pt x="653" y="20721"/>
                    <a:pt x="506" y="20946"/>
                    <a:pt x="371" y="21165"/>
                  </a:cubicBezTo>
                  <a:cubicBezTo>
                    <a:pt x="303" y="21267"/>
                    <a:pt x="402" y="21382"/>
                    <a:pt x="500" y="21382"/>
                  </a:cubicBezTo>
                  <a:cubicBezTo>
                    <a:pt x="533" y="21382"/>
                    <a:pt x="566" y="21369"/>
                    <a:pt x="593" y="21338"/>
                  </a:cubicBezTo>
                  <a:cubicBezTo>
                    <a:pt x="674" y="21249"/>
                    <a:pt x="746" y="21154"/>
                    <a:pt x="827" y="21064"/>
                  </a:cubicBezTo>
                  <a:cubicBezTo>
                    <a:pt x="853" y="21546"/>
                    <a:pt x="896" y="22028"/>
                    <a:pt x="962" y="22502"/>
                  </a:cubicBezTo>
                  <a:cubicBezTo>
                    <a:pt x="919" y="22698"/>
                    <a:pt x="876" y="22894"/>
                    <a:pt x="844" y="23094"/>
                  </a:cubicBezTo>
                  <a:cubicBezTo>
                    <a:pt x="831" y="23171"/>
                    <a:pt x="901" y="23256"/>
                    <a:pt x="974" y="23256"/>
                  </a:cubicBezTo>
                  <a:cubicBezTo>
                    <a:pt x="1002" y="23256"/>
                    <a:pt x="1030" y="23244"/>
                    <a:pt x="1055" y="23215"/>
                  </a:cubicBezTo>
                  <a:cubicBezTo>
                    <a:pt x="1063" y="23203"/>
                    <a:pt x="1072" y="23189"/>
                    <a:pt x="1084" y="23177"/>
                  </a:cubicBezTo>
                  <a:cubicBezTo>
                    <a:pt x="1101" y="23276"/>
                    <a:pt x="1118" y="23374"/>
                    <a:pt x="1141" y="23466"/>
                  </a:cubicBezTo>
                  <a:cubicBezTo>
                    <a:pt x="1141" y="23475"/>
                    <a:pt x="1141" y="23481"/>
                    <a:pt x="1144" y="23489"/>
                  </a:cubicBezTo>
                  <a:cubicBezTo>
                    <a:pt x="1205" y="23740"/>
                    <a:pt x="1280" y="23989"/>
                    <a:pt x="1367" y="24234"/>
                  </a:cubicBezTo>
                  <a:cubicBezTo>
                    <a:pt x="1352" y="24263"/>
                    <a:pt x="1335" y="24292"/>
                    <a:pt x="1320" y="24318"/>
                  </a:cubicBezTo>
                  <a:cubicBezTo>
                    <a:pt x="1276" y="24412"/>
                    <a:pt x="1344" y="24520"/>
                    <a:pt x="1447" y="24520"/>
                  </a:cubicBezTo>
                  <a:cubicBezTo>
                    <a:pt x="1451" y="24520"/>
                    <a:pt x="1455" y="24520"/>
                    <a:pt x="1459" y="24520"/>
                  </a:cubicBezTo>
                  <a:cubicBezTo>
                    <a:pt x="1569" y="24803"/>
                    <a:pt x="1707" y="25074"/>
                    <a:pt x="1872" y="25331"/>
                  </a:cubicBezTo>
                  <a:cubicBezTo>
                    <a:pt x="3162" y="27306"/>
                    <a:pt x="5143" y="28619"/>
                    <a:pt x="7305" y="29205"/>
                  </a:cubicBezTo>
                  <a:cubicBezTo>
                    <a:pt x="7268" y="29298"/>
                    <a:pt x="7330" y="29409"/>
                    <a:pt x="7421" y="29409"/>
                  </a:cubicBezTo>
                  <a:cubicBezTo>
                    <a:pt x="7443" y="29409"/>
                    <a:pt x="7468" y="29403"/>
                    <a:pt x="7493" y="29387"/>
                  </a:cubicBezTo>
                  <a:cubicBezTo>
                    <a:pt x="7539" y="29361"/>
                    <a:pt x="7574" y="29324"/>
                    <a:pt x="7620" y="29295"/>
                  </a:cubicBezTo>
                  <a:cubicBezTo>
                    <a:pt x="8355" y="29466"/>
                    <a:pt x="9107" y="29552"/>
                    <a:pt x="9865" y="29552"/>
                  </a:cubicBezTo>
                  <a:cubicBezTo>
                    <a:pt x="9889" y="29552"/>
                    <a:pt x="9914" y="29552"/>
                    <a:pt x="9938" y="29552"/>
                  </a:cubicBezTo>
                  <a:lnTo>
                    <a:pt x="9979" y="29552"/>
                  </a:lnTo>
                  <a:cubicBezTo>
                    <a:pt x="10322" y="29546"/>
                    <a:pt x="10666" y="29523"/>
                    <a:pt x="11006" y="29483"/>
                  </a:cubicBezTo>
                  <a:lnTo>
                    <a:pt x="11006" y="29483"/>
                  </a:lnTo>
                  <a:cubicBezTo>
                    <a:pt x="10977" y="29558"/>
                    <a:pt x="10943" y="29633"/>
                    <a:pt x="10914" y="29708"/>
                  </a:cubicBezTo>
                  <a:cubicBezTo>
                    <a:pt x="10873" y="29810"/>
                    <a:pt x="10953" y="29870"/>
                    <a:pt x="11038" y="29870"/>
                  </a:cubicBezTo>
                  <a:cubicBezTo>
                    <a:pt x="11085" y="29870"/>
                    <a:pt x="11134" y="29852"/>
                    <a:pt x="11165" y="29812"/>
                  </a:cubicBezTo>
                  <a:cubicBezTo>
                    <a:pt x="11263" y="29685"/>
                    <a:pt x="11356" y="29549"/>
                    <a:pt x="11451" y="29422"/>
                  </a:cubicBezTo>
                  <a:cubicBezTo>
                    <a:pt x="13186" y="29127"/>
                    <a:pt x="14840" y="28351"/>
                    <a:pt x="16160" y="27026"/>
                  </a:cubicBezTo>
                  <a:cubicBezTo>
                    <a:pt x="16232" y="27505"/>
                    <a:pt x="16373" y="28045"/>
                    <a:pt x="16847" y="28201"/>
                  </a:cubicBezTo>
                  <a:cubicBezTo>
                    <a:pt x="16893" y="28215"/>
                    <a:pt x="16942" y="28227"/>
                    <a:pt x="16991" y="28241"/>
                  </a:cubicBezTo>
                  <a:cubicBezTo>
                    <a:pt x="16962" y="28296"/>
                    <a:pt x="16933" y="28354"/>
                    <a:pt x="16907" y="28409"/>
                  </a:cubicBezTo>
                  <a:cubicBezTo>
                    <a:pt x="16858" y="28514"/>
                    <a:pt x="16941" y="28632"/>
                    <a:pt x="17037" y="28632"/>
                  </a:cubicBezTo>
                  <a:cubicBezTo>
                    <a:pt x="17070" y="28632"/>
                    <a:pt x="17104" y="28618"/>
                    <a:pt x="17135" y="28585"/>
                  </a:cubicBezTo>
                  <a:cubicBezTo>
                    <a:pt x="17213" y="28501"/>
                    <a:pt x="17280" y="28412"/>
                    <a:pt x="17358" y="28328"/>
                  </a:cubicBezTo>
                  <a:cubicBezTo>
                    <a:pt x="18007" y="28455"/>
                    <a:pt x="18677" y="28487"/>
                    <a:pt x="19269" y="28847"/>
                  </a:cubicBezTo>
                  <a:cubicBezTo>
                    <a:pt x="19263" y="28856"/>
                    <a:pt x="19257" y="28865"/>
                    <a:pt x="19254" y="28873"/>
                  </a:cubicBezTo>
                  <a:cubicBezTo>
                    <a:pt x="19178" y="28998"/>
                    <a:pt x="19291" y="29116"/>
                    <a:pt x="19404" y="29116"/>
                  </a:cubicBezTo>
                  <a:cubicBezTo>
                    <a:pt x="19453" y="29116"/>
                    <a:pt x="19501" y="29094"/>
                    <a:pt x="19535" y="29041"/>
                  </a:cubicBezTo>
                  <a:cubicBezTo>
                    <a:pt x="19540" y="29047"/>
                    <a:pt x="19549" y="29050"/>
                    <a:pt x="19555" y="29055"/>
                  </a:cubicBezTo>
                  <a:cubicBezTo>
                    <a:pt x="21428" y="30678"/>
                    <a:pt x="19520" y="31382"/>
                    <a:pt x="19656" y="32742"/>
                  </a:cubicBezTo>
                  <a:cubicBezTo>
                    <a:pt x="19760" y="33767"/>
                    <a:pt x="20302" y="34414"/>
                    <a:pt x="21001" y="35147"/>
                  </a:cubicBezTo>
                  <a:cubicBezTo>
                    <a:pt x="22930" y="37168"/>
                    <a:pt x="24422" y="39070"/>
                    <a:pt x="24991" y="41905"/>
                  </a:cubicBezTo>
                  <a:cubicBezTo>
                    <a:pt x="25007" y="41988"/>
                    <a:pt x="25066" y="42024"/>
                    <a:pt x="25128" y="42024"/>
                  </a:cubicBezTo>
                  <a:cubicBezTo>
                    <a:pt x="25222" y="42024"/>
                    <a:pt x="25325" y="41942"/>
                    <a:pt x="25303" y="41819"/>
                  </a:cubicBezTo>
                  <a:cubicBezTo>
                    <a:pt x="24997" y="40078"/>
                    <a:pt x="24235" y="38681"/>
                    <a:pt x="23380" y="37139"/>
                  </a:cubicBezTo>
                  <a:cubicBezTo>
                    <a:pt x="22254" y="35115"/>
                    <a:pt x="19370" y="34434"/>
                    <a:pt x="20337" y="31573"/>
                  </a:cubicBezTo>
                  <a:cubicBezTo>
                    <a:pt x="20528" y="31010"/>
                    <a:pt x="20577" y="30571"/>
                    <a:pt x="20539" y="30201"/>
                  </a:cubicBezTo>
                  <a:cubicBezTo>
                    <a:pt x="20577" y="30193"/>
                    <a:pt x="20611" y="30170"/>
                    <a:pt x="20632" y="30138"/>
                  </a:cubicBezTo>
                  <a:cubicBezTo>
                    <a:pt x="23319" y="26001"/>
                    <a:pt x="25632" y="21636"/>
                    <a:pt x="28337" y="17504"/>
                  </a:cubicBezTo>
                  <a:cubicBezTo>
                    <a:pt x="29151" y="16260"/>
                    <a:pt x="29974" y="15024"/>
                    <a:pt x="30794" y="13792"/>
                  </a:cubicBezTo>
                  <a:cubicBezTo>
                    <a:pt x="31573" y="12796"/>
                    <a:pt x="32347" y="11791"/>
                    <a:pt x="33083" y="10769"/>
                  </a:cubicBezTo>
                  <a:cubicBezTo>
                    <a:pt x="33166" y="10651"/>
                    <a:pt x="33058" y="10545"/>
                    <a:pt x="32945" y="10545"/>
                  </a:cubicBezTo>
                  <a:cubicBezTo>
                    <a:pt x="32928" y="10545"/>
                    <a:pt x="32912" y="10548"/>
                    <a:pt x="32896" y="10552"/>
                  </a:cubicBezTo>
                  <a:cubicBezTo>
                    <a:pt x="33661" y="9346"/>
                    <a:pt x="34391" y="8116"/>
                    <a:pt x="35093" y="6866"/>
                  </a:cubicBezTo>
                  <a:lnTo>
                    <a:pt x="35093" y="6866"/>
                  </a:lnTo>
                  <a:cubicBezTo>
                    <a:pt x="34045" y="8601"/>
                    <a:pt x="32792" y="10472"/>
                    <a:pt x="31484" y="12389"/>
                  </a:cubicBezTo>
                  <a:cubicBezTo>
                    <a:pt x="30981" y="13050"/>
                    <a:pt x="30473" y="13711"/>
                    <a:pt x="29959" y="14369"/>
                  </a:cubicBezTo>
                  <a:cubicBezTo>
                    <a:pt x="31770" y="11935"/>
                    <a:pt x="33525" y="9467"/>
                    <a:pt x="35098" y="6854"/>
                  </a:cubicBezTo>
                  <a:cubicBezTo>
                    <a:pt x="35367" y="6372"/>
                    <a:pt x="35653" y="5902"/>
                    <a:pt x="35910" y="5411"/>
                  </a:cubicBezTo>
                  <a:cubicBezTo>
                    <a:pt x="35912" y="5405"/>
                    <a:pt x="35910" y="5399"/>
                    <a:pt x="35910" y="5393"/>
                  </a:cubicBezTo>
                  <a:cubicBezTo>
                    <a:pt x="35933" y="5393"/>
                    <a:pt x="35957" y="5393"/>
                    <a:pt x="35981" y="5393"/>
                  </a:cubicBezTo>
                  <a:cubicBezTo>
                    <a:pt x="36240" y="5393"/>
                    <a:pt x="36499" y="5407"/>
                    <a:pt x="36758" y="5434"/>
                  </a:cubicBezTo>
                  <a:cubicBezTo>
                    <a:pt x="37299" y="5496"/>
                    <a:pt x="37809" y="5531"/>
                    <a:pt x="38304" y="5531"/>
                  </a:cubicBezTo>
                  <a:cubicBezTo>
                    <a:pt x="39417" y="5531"/>
                    <a:pt x="40455" y="5356"/>
                    <a:pt x="41600" y="4929"/>
                  </a:cubicBezTo>
                  <a:cubicBezTo>
                    <a:pt x="41699" y="4895"/>
                    <a:pt x="41673" y="4753"/>
                    <a:pt x="41587" y="4753"/>
                  </a:cubicBezTo>
                  <a:cubicBezTo>
                    <a:pt x="41577" y="4753"/>
                    <a:pt x="41567" y="4755"/>
                    <a:pt x="41557" y="4758"/>
                  </a:cubicBezTo>
                  <a:cubicBezTo>
                    <a:pt x="40494" y="5096"/>
                    <a:pt x="39462" y="5203"/>
                    <a:pt x="38435" y="5203"/>
                  </a:cubicBezTo>
                  <a:cubicBezTo>
                    <a:pt x="36804" y="5203"/>
                    <a:pt x="35185" y="4936"/>
                    <a:pt x="33473" y="4906"/>
                  </a:cubicBezTo>
                  <a:cubicBezTo>
                    <a:pt x="33458" y="4905"/>
                    <a:pt x="33443" y="4905"/>
                    <a:pt x="33428" y="4905"/>
                  </a:cubicBezTo>
                  <a:cubicBezTo>
                    <a:pt x="32304" y="4905"/>
                    <a:pt x="32296" y="5650"/>
                    <a:pt x="32177" y="6268"/>
                  </a:cubicBezTo>
                  <a:cubicBezTo>
                    <a:pt x="32110" y="6352"/>
                    <a:pt x="32050" y="6441"/>
                    <a:pt x="31980" y="6528"/>
                  </a:cubicBezTo>
                  <a:cubicBezTo>
                    <a:pt x="31709" y="6667"/>
                    <a:pt x="31435" y="6805"/>
                    <a:pt x="31146" y="6955"/>
                  </a:cubicBezTo>
                  <a:cubicBezTo>
                    <a:pt x="31080" y="6987"/>
                    <a:pt x="31010" y="7016"/>
                    <a:pt x="30941" y="7039"/>
                  </a:cubicBezTo>
                  <a:cubicBezTo>
                    <a:pt x="31078" y="7061"/>
                    <a:pt x="31198" y="7072"/>
                    <a:pt x="31304" y="7072"/>
                  </a:cubicBezTo>
                  <a:cubicBezTo>
                    <a:pt x="31417" y="7072"/>
                    <a:pt x="31514" y="7060"/>
                    <a:pt x="31599" y="7039"/>
                  </a:cubicBezTo>
                  <a:lnTo>
                    <a:pt x="31599" y="7039"/>
                  </a:lnTo>
                  <a:cubicBezTo>
                    <a:pt x="30733" y="8185"/>
                    <a:pt x="29902" y="9354"/>
                    <a:pt x="29108" y="10547"/>
                  </a:cubicBezTo>
                  <a:cubicBezTo>
                    <a:pt x="29639" y="9455"/>
                    <a:pt x="30084" y="8327"/>
                    <a:pt x="30393" y="7134"/>
                  </a:cubicBezTo>
                  <a:cubicBezTo>
                    <a:pt x="30580" y="7131"/>
                    <a:pt x="30765" y="7097"/>
                    <a:pt x="30941" y="7036"/>
                  </a:cubicBezTo>
                  <a:cubicBezTo>
                    <a:pt x="30372" y="6941"/>
                    <a:pt x="29529" y="6641"/>
                    <a:pt x="28259" y="6023"/>
                  </a:cubicBezTo>
                  <a:cubicBezTo>
                    <a:pt x="25173" y="4527"/>
                    <a:pt x="23623" y="431"/>
                    <a:pt x="19881" y="110"/>
                  </a:cubicBezTo>
                  <a:cubicBezTo>
                    <a:pt x="19543" y="81"/>
                    <a:pt x="19214" y="84"/>
                    <a:pt x="18879" y="78"/>
                  </a:cubicBezTo>
                  <a:cubicBezTo>
                    <a:pt x="18858" y="28"/>
                    <a:pt x="18810" y="1"/>
                    <a:pt x="187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5" name="Google Shape;4315;p56"/>
            <p:cNvSpPr/>
            <p:nvPr/>
          </p:nvSpPr>
          <p:spPr>
            <a:xfrm>
              <a:off x="4020600" y="4528725"/>
              <a:ext cx="89650" cy="23625"/>
            </a:xfrm>
            <a:custGeom>
              <a:avLst/>
              <a:gdLst/>
              <a:ahLst/>
              <a:cxnLst/>
              <a:rect l="l" t="t" r="r" b="b"/>
              <a:pathLst>
                <a:path w="3586" h="945" extrusionOk="0">
                  <a:moveTo>
                    <a:pt x="0" y="1"/>
                  </a:moveTo>
                  <a:cubicBezTo>
                    <a:pt x="567" y="575"/>
                    <a:pt x="1293" y="944"/>
                    <a:pt x="2237" y="944"/>
                  </a:cubicBezTo>
                  <a:cubicBezTo>
                    <a:pt x="2645" y="944"/>
                    <a:pt x="3093" y="876"/>
                    <a:pt x="3586" y="725"/>
                  </a:cubicBezTo>
                  <a:lnTo>
                    <a:pt x="3586" y="725"/>
                  </a:lnTo>
                  <a:cubicBezTo>
                    <a:pt x="3152" y="825"/>
                    <a:pt x="2752" y="872"/>
                    <a:pt x="2381" y="872"/>
                  </a:cubicBezTo>
                  <a:cubicBezTo>
                    <a:pt x="1399" y="872"/>
                    <a:pt x="625" y="543"/>
                    <a:pt x="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6" name="Google Shape;4316;p56"/>
            <p:cNvSpPr/>
            <p:nvPr/>
          </p:nvSpPr>
          <p:spPr>
            <a:xfrm>
              <a:off x="3817925" y="4050975"/>
              <a:ext cx="202775" cy="477700"/>
            </a:xfrm>
            <a:custGeom>
              <a:avLst/>
              <a:gdLst/>
              <a:ahLst/>
              <a:cxnLst/>
              <a:rect l="l" t="t" r="r" b="b"/>
              <a:pathLst>
                <a:path w="8111" h="19108" extrusionOk="0">
                  <a:moveTo>
                    <a:pt x="3197" y="1"/>
                  </a:moveTo>
                  <a:cubicBezTo>
                    <a:pt x="3182" y="1"/>
                    <a:pt x="3167" y="5"/>
                    <a:pt x="3153" y="16"/>
                  </a:cubicBezTo>
                  <a:cubicBezTo>
                    <a:pt x="1" y="2265"/>
                    <a:pt x="3583" y="8105"/>
                    <a:pt x="4626" y="10626"/>
                  </a:cubicBezTo>
                  <a:cubicBezTo>
                    <a:pt x="5587" y="12941"/>
                    <a:pt x="5982" y="17263"/>
                    <a:pt x="8110" y="19108"/>
                  </a:cubicBezTo>
                  <a:cubicBezTo>
                    <a:pt x="6863" y="17846"/>
                    <a:pt x="6378" y="15597"/>
                    <a:pt x="6034" y="14104"/>
                  </a:cubicBezTo>
                  <a:cubicBezTo>
                    <a:pt x="5327" y="11050"/>
                    <a:pt x="154" y="2802"/>
                    <a:pt x="3260" y="157"/>
                  </a:cubicBezTo>
                  <a:cubicBezTo>
                    <a:pt x="3324" y="103"/>
                    <a:pt x="3265" y="1"/>
                    <a:pt x="319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7" name="Google Shape;4317;p56"/>
            <p:cNvSpPr/>
            <p:nvPr/>
          </p:nvSpPr>
          <p:spPr>
            <a:xfrm>
              <a:off x="4110175" y="3244525"/>
              <a:ext cx="798225" cy="1302350"/>
            </a:xfrm>
            <a:custGeom>
              <a:avLst/>
              <a:gdLst/>
              <a:ahLst/>
              <a:cxnLst/>
              <a:rect l="l" t="t" r="r" b="b"/>
              <a:pathLst>
                <a:path w="31929" h="52094" extrusionOk="0">
                  <a:moveTo>
                    <a:pt x="8813" y="0"/>
                  </a:moveTo>
                  <a:cubicBezTo>
                    <a:pt x="8739" y="0"/>
                    <a:pt x="8678" y="70"/>
                    <a:pt x="8667" y="147"/>
                  </a:cubicBezTo>
                  <a:cubicBezTo>
                    <a:pt x="8277" y="3060"/>
                    <a:pt x="10133" y="5982"/>
                    <a:pt x="11568" y="8367"/>
                  </a:cubicBezTo>
                  <a:cubicBezTo>
                    <a:pt x="13811" y="12091"/>
                    <a:pt x="17059" y="13428"/>
                    <a:pt x="20278" y="16078"/>
                  </a:cubicBezTo>
                  <a:cubicBezTo>
                    <a:pt x="19357" y="17126"/>
                    <a:pt x="18699" y="18477"/>
                    <a:pt x="17787" y="19531"/>
                  </a:cubicBezTo>
                  <a:cubicBezTo>
                    <a:pt x="16289" y="21257"/>
                    <a:pt x="14530" y="22689"/>
                    <a:pt x="13133" y="24511"/>
                  </a:cubicBezTo>
                  <a:cubicBezTo>
                    <a:pt x="12253" y="25660"/>
                    <a:pt x="12299" y="26985"/>
                    <a:pt x="12362" y="28342"/>
                  </a:cubicBezTo>
                  <a:cubicBezTo>
                    <a:pt x="12374" y="28584"/>
                    <a:pt x="12989" y="32606"/>
                    <a:pt x="13026" y="32632"/>
                  </a:cubicBezTo>
                  <a:cubicBezTo>
                    <a:pt x="13225" y="34970"/>
                    <a:pt x="12105" y="37765"/>
                    <a:pt x="11225" y="39829"/>
                  </a:cubicBezTo>
                  <a:cubicBezTo>
                    <a:pt x="10211" y="42202"/>
                    <a:pt x="8667" y="44359"/>
                    <a:pt x="7154" y="46432"/>
                  </a:cubicBezTo>
                  <a:cubicBezTo>
                    <a:pt x="5814" y="48274"/>
                    <a:pt x="4302" y="49665"/>
                    <a:pt x="2402" y="50907"/>
                  </a:cubicBezTo>
                  <a:cubicBezTo>
                    <a:pt x="1498" y="51498"/>
                    <a:pt x="704" y="51877"/>
                    <a:pt x="0" y="52093"/>
                  </a:cubicBezTo>
                  <a:cubicBezTo>
                    <a:pt x="46" y="52082"/>
                    <a:pt x="87" y="52082"/>
                    <a:pt x="133" y="52070"/>
                  </a:cubicBezTo>
                  <a:cubicBezTo>
                    <a:pt x="5878" y="50618"/>
                    <a:pt x="10324" y="43790"/>
                    <a:pt x="12146" y="38527"/>
                  </a:cubicBezTo>
                  <a:cubicBezTo>
                    <a:pt x="12642" y="37092"/>
                    <a:pt x="13194" y="35597"/>
                    <a:pt x="13280" y="34064"/>
                  </a:cubicBezTo>
                  <a:cubicBezTo>
                    <a:pt x="13439" y="31240"/>
                    <a:pt x="12082" y="27155"/>
                    <a:pt x="13428" y="24684"/>
                  </a:cubicBezTo>
                  <a:cubicBezTo>
                    <a:pt x="14421" y="22854"/>
                    <a:pt x="16569" y="21257"/>
                    <a:pt x="18027" y="19770"/>
                  </a:cubicBezTo>
                  <a:cubicBezTo>
                    <a:pt x="19254" y="18520"/>
                    <a:pt x="19943" y="16776"/>
                    <a:pt x="21179" y="15581"/>
                  </a:cubicBezTo>
                  <a:cubicBezTo>
                    <a:pt x="21283" y="15482"/>
                    <a:pt x="21188" y="15350"/>
                    <a:pt x="21077" y="15350"/>
                  </a:cubicBezTo>
                  <a:cubicBezTo>
                    <a:pt x="21045" y="15350"/>
                    <a:pt x="21013" y="15360"/>
                    <a:pt x="20983" y="15385"/>
                  </a:cubicBezTo>
                  <a:cubicBezTo>
                    <a:pt x="20752" y="15575"/>
                    <a:pt x="20535" y="15783"/>
                    <a:pt x="20339" y="16009"/>
                  </a:cubicBezTo>
                  <a:cubicBezTo>
                    <a:pt x="18330" y="14132"/>
                    <a:pt x="15815" y="12989"/>
                    <a:pt x="13843" y="11054"/>
                  </a:cubicBezTo>
                  <a:cubicBezTo>
                    <a:pt x="11649" y="8901"/>
                    <a:pt x="9902" y="5159"/>
                    <a:pt x="9068" y="2278"/>
                  </a:cubicBezTo>
                  <a:cubicBezTo>
                    <a:pt x="8740" y="1144"/>
                    <a:pt x="8844" y="756"/>
                    <a:pt x="9139" y="756"/>
                  </a:cubicBezTo>
                  <a:cubicBezTo>
                    <a:pt x="9616" y="756"/>
                    <a:pt x="10593" y="1766"/>
                    <a:pt x="11060" y="2272"/>
                  </a:cubicBezTo>
                  <a:cubicBezTo>
                    <a:pt x="12175" y="3485"/>
                    <a:pt x="13044" y="4963"/>
                    <a:pt x="13973" y="6317"/>
                  </a:cubicBezTo>
                  <a:cubicBezTo>
                    <a:pt x="15044" y="7873"/>
                    <a:pt x="16222" y="9288"/>
                    <a:pt x="17827" y="10312"/>
                  </a:cubicBezTo>
                  <a:cubicBezTo>
                    <a:pt x="18447" y="10708"/>
                    <a:pt x="19242" y="10882"/>
                    <a:pt x="20120" y="10882"/>
                  </a:cubicBezTo>
                  <a:cubicBezTo>
                    <a:pt x="24818" y="10882"/>
                    <a:pt x="31928" y="5900"/>
                    <a:pt x="27736" y="3072"/>
                  </a:cubicBezTo>
                  <a:cubicBezTo>
                    <a:pt x="27706" y="3052"/>
                    <a:pt x="27677" y="3044"/>
                    <a:pt x="27650" y="3044"/>
                  </a:cubicBezTo>
                  <a:cubicBezTo>
                    <a:pt x="27514" y="3044"/>
                    <a:pt x="27424" y="3259"/>
                    <a:pt x="27568" y="3358"/>
                  </a:cubicBezTo>
                  <a:cubicBezTo>
                    <a:pt x="31148" y="5774"/>
                    <a:pt x="25302" y="9097"/>
                    <a:pt x="23749" y="9882"/>
                  </a:cubicBezTo>
                  <a:cubicBezTo>
                    <a:pt x="22728" y="10400"/>
                    <a:pt x="21723" y="10650"/>
                    <a:pt x="20749" y="10650"/>
                  </a:cubicBezTo>
                  <a:cubicBezTo>
                    <a:pt x="19138" y="10650"/>
                    <a:pt x="17613" y="9965"/>
                    <a:pt x="16239" y="8673"/>
                  </a:cubicBezTo>
                  <a:cubicBezTo>
                    <a:pt x="13436" y="6028"/>
                    <a:pt x="12212" y="2183"/>
                    <a:pt x="8886" y="23"/>
                  </a:cubicBezTo>
                  <a:cubicBezTo>
                    <a:pt x="8861" y="7"/>
                    <a:pt x="8837" y="0"/>
                    <a:pt x="88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8" name="Google Shape;4318;p56"/>
            <p:cNvSpPr/>
            <p:nvPr/>
          </p:nvSpPr>
          <p:spPr>
            <a:xfrm>
              <a:off x="3835550" y="2303200"/>
              <a:ext cx="19500" cy="20300"/>
            </a:xfrm>
            <a:custGeom>
              <a:avLst/>
              <a:gdLst/>
              <a:ahLst/>
              <a:cxnLst/>
              <a:rect l="l" t="t" r="r" b="b"/>
              <a:pathLst>
                <a:path w="780" h="812" extrusionOk="0">
                  <a:moveTo>
                    <a:pt x="779" y="1"/>
                  </a:moveTo>
                  <a:cubicBezTo>
                    <a:pt x="638" y="145"/>
                    <a:pt x="494" y="289"/>
                    <a:pt x="352" y="434"/>
                  </a:cubicBezTo>
                  <a:cubicBezTo>
                    <a:pt x="231" y="555"/>
                    <a:pt x="121" y="691"/>
                    <a:pt x="0" y="812"/>
                  </a:cubicBezTo>
                  <a:cubicBezTo>
                    <a:pt x="263" y="549"/>
                    <a:pt x="517" y="269"/>
                    <a:pt x="77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9" name="Google Shape;4319;p56"/>
            <p:cNvSpPr/>
            <p:nvPr/>
          </p:nvSpPr>
          <p:spPr>
            <a:xfrm>
              <a:off x="3855025" y="2280550"/>
              <a:ext cx="21675" cy="22675"/>
            </a:xfrm>
            <a:custGeom>
              <a:avLst/>
              <a:gdLst/>
              <a:ahLst/>
              <a:cxnLst/>
              <a:rect l="l" t="t" r="r" b="b"/>
              <a:pathLst>
                <a:path w="867" h="907" extrusionOk="0">
                  <a:moveTo>
                    <a:pt x="867" y="0"/>
                  </a:moveTo>
                  <a:lnTo>
                    <a:pt x="867" y="0"/>
                  </a:lnTo>
                  <a:cubicBezTo>
                    <a:pt x="578" y="306"/>
                    <a:pt x="289" y="607"/>
                    <a:pt x="0" y="907"/>
                  </a:cubicBezTo>
                  <a:cubicBezTo>
                    <a:pt x="289" y="607"/>
                    <a:pt x="581" y="306"/>
                    <a:pt x="8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0" name="Google Shape;4320;p56"/>
            <p:cNvSpPr/>
            <p:nvPr/>
          </p:nvSpPr>
          <p:spPr>
            <a:xfrm>
              <a:off x="3876675" y="2249375"/>
              <a:ext cx="28750" cy="31200"/>
            </a:xfrm>
            <a:custGeom>
              <a:avLst/>
              <a:gdLst/>
              <a:ahLst/>
              <a:cxnLst/>
              <a:rect l="l" t="t" r="r" b="b"/>
              <a:pathLst>
                <a:path w="1150" h="1248" extrusionOk="0">
                  <a:moveTo>
                    <a:pt x="1150" y="0"/>
                  </a:moveTo>
                  <a:lnTo>
                    <a:pt x="1150" y="0"/>
                  </a:lnTo>
                  <a:cubicBezTo>
                    <a:pt x="902" y="272"/>
                    <a:pt x="654" y="544"/>
                    <a:pt x="405" y="814"/>
                  </a:cubicBezTo>
                  <a:lnTo>
                    <a:pt x="405" y="814"/>
                  </a:lnTo>
                  <a:cubicBezTo>
                    <a:pt x="654" y="546"/>
                    <a:pt x="902" y="275"/>
                    <a:pt x="1150" y="0"/>
                  </a:cubicBezTo>
                  <a:close/>
                  <a:moveTo>
                    <a:pt x="405" y="814"/>
                  </a:moveTo>
                  <a:cubicBezTo>
                    <a:pt x="270" y="959"/>
                    <a:pt x="135" y="1103"/>
                    <a:pt x="1" y="1247"/>
                  </a:cubicBezTo>
                  <a:cubicBezTo>
                    <a:pt x="136" y="1104"/>
                    <a:pt x="271" y="959"/>
                    <a:pt x="405" y="814"/>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1" name="Google Shape;4321;p56"/>
            <p:cNvSpPr/>
            <p:nvPr/>
          </p:nvSpPr>
          <p:spPr>
            <a:xfrm>
              <a:off x="3514925" y="1774450"/>
              <a:ext cx="981275" cy="1252850"/>
            </a:xfrm>
            <a:custGeom>
              <a:avLst/>
              <a:gdLst/>
              <a:ahLst/>
              <a:cxnLst/>
              <a:rect l="l" t="t" r="r" b="b"/>
              <a:pathLst>
                <a:path w="39251" h="50114" extrusionOk="0">
                  <a:moveTo>
                    <a:pt x="28510" y="607"/>
                  </a:moveTo>
                  <a:lnTo>
                    <a:pt x="28510" y="607"/>
                  </a:lnTo>
                  <a:cubicBezTo>
                    <a:pt x="28758" y="656"/>
                    <a:pt x="29004" y="719"/>
                    <a:pt x="29243" y="797"/>
                  </a:cubicBezTo>
                  <a:cubicBezTo>
                    <a:pt x="29238" y="800"/>
                    <a:pt x="29232" y="800"/>
                    <a:pt x="29226" y="803"/>
                  </a:cubicBezTo>
                  <a:cubicBezTo>
                    <a:pt x="27800" y="2215"/>
                    <a:pt x="26455" y="3681"/>
                    <a:pt x="25150" y="5171"/>
                  </a:cubicBezTo>
                  <a:cubicBezTo>
                    <a:pt x="26290" y="3673"/>
                    <a:pt x="27410" y="2172"/>
                    <a:pt x="28499" y="670"/>
                  </a:cubicBezTo>
                  <a:cubicBezTo>
                    <a:pt x="28510" y="650"/>
                    <a:pt x="28513" y="627"/>
                    <a:pt x="28510" y="607"/>
                  </a:cubicBezTo>
                  <a:close/>
                  <a:moveTo>
                    <a:pt x="21958" y="1924"/>
                  </a:moveTo>
                  <a:lnTo>
                    <a:pt x="21958" y="1924"/>
                  </a:lnTo>
                  <a:cubicBezTo>
                    <a:pt x="20344" y="3328"/>
                    <a:pt x="18839" y="4833"/>
                    <a:pt x="17355" y="6364"/>
                  </a:cubicBezTo>
                  <a:cubicBezTo>
                    <a:pt x="18385" y="5295"/>
                    <a:pt x="19390" y="4233"/>
                    <a:pt x="20305" y="3038"/>
                  </a:cubicBezTo>
                  <a:cubicBezTo>
                    <a:pt x="20377" y="2945"/>
                    <a:pt x="20302" y="2853"/>
                    <a:pt x="20210" y="2827"/>
                  </a:cubicBezTo>
                  <a:cubicBezTo>
                    <a:pt x="20777" y="2496"/>
                    <a:pt x="21360" y="2194"/>
                    <a:pt x="21958" y="1924"/>
                  </a:cubicBezTo>
                  <a:close/>
                  <a:moveTo>
                    <a:pt x="19916" y="3441"/>
                  </a:moveTo>
                  <a:cubicBezTo>
                    <a:pt x="19946" y="3441"/>
                    <a:pt x="17312" y="6062"/>
                    <a:pt x="17124" y="6260"/>
                  </a:cubicBezTo>
                  <a:cubicBezTo>
                    <a:pt x="16818" y="6586"/>
                    <a:pt x="16607" y="6820"/>
                    <a:pt x="16431" y="7022"/>
                  </a:cubicBezTo>
                  <a:cubicBezTo>
                    <a:pt x="17037" y="5855"/>
                    <a:pt x="18414" y="4877"/>
                    <a:pt x="19344" y="3982"/>
                  </a:cubicBezTo>
                  <a:cubicBezTo>
                    <a:pt x="19742" y="3597"/>
                    <a:pt x="19908" y="3441"/>
                    <a:pt x="19916" y="3441"/>
                  </a:cubicBezTo>
                  <a:close/>
                  <a:moveTo>
                    <a:pt x="19875" y="3032"/>
                  </a:moveTo>
                  <a:cubicBezTo>
                    <a:pt x="18642" y="4187"/>
                    <a:pt x="16925" y="5399"/>
                    <a:pt x="16162" y="6872"/>
                  </a:cubicBezTo>
                  <a:cubicBezTo>
                    <a:pt x="16100" y="6992"/>
                    <a:pt x="16204" y="7103"/>
                    <a:pt x="16305" y="7103"/>
                  </a:cubicBezTo>
                  <a:cubicBezTo>
                    <a:pt x="16332" y="7103"/>
                    <a:pt x="16358" y="7095"/>
                    <a:pt x="16381" y="7078"/>
                  </a:cubicBezTo>
                  <a:lnTo>
                    <a:pt x="16381" y="7078"/>
                  </a:lnTo>
                  <a:cubicBezTo>
                    <a:pt x="16025" y="7492"/>
                    <a:pt x="15805" y="7796"/>
                    <a:pt x="15276" y="8488"/>
                  </a:cubicBezTo>
                  <a:cubicBezTo>
                    <a:pt x="15392" y="8099"/>
                    <a:pt x="15530" y="7718"/>
                    <a:pt x="15698" y="7345"/>
                  </a:cubicBezTo>
                  <a:cubicBezTo>
                    <a:pt x="16523" y="5558"/>
                    <a:pt x="18091" y="4132"/>
                    <a:pt x="19875" y="3032"/>
                  </a:cubicBezTo>
                  <a:close/>
                  <a:moveTo>
                    <a:pt x="23272" y="1373"/>
                  </a:moveTo>
                  <a:cubicBezTo>
                    <a:pt x="20868" y="4227"/>
                    <a:pt x="18194" y="6812"/>
                    <a:pt x="15637" y="9525"/>
                  </a:cubicBezTo>
                  <a:cubicBezTo>
                    <a:pt x="17482" y="7567"/>
                    <a:pt x="20028" y="4501"/>
                    <a:pt x="22222" y="2099"/>
                  </a:cubicBezTo>
                  <a:cubicBezTo>
                    <a:pt x="22309" y="2007"/>
                    <a:pt x="22251" y="1857"/>
                    <a:pt x="22127" y="1842"/>
                  </a:cubicBezTo>
                  <a:cubicBezTo>
                    <a:pt x="22510" y="1676"/>
                    <a:pt x="22892" y="1517"/>
                    <a:pt x="23272" y="1373"/>
                  </a:cubicBezTo>
                  <a:close/>
                  <a:moveTo>
                    <a:pt x="34879" y="5645"/>
                  </a:moveTo>
                  <a:lnTo>
                    <a:pt x="34879" y="5645"/>
                  </a:lnTo>
                  <a:cubicBezTo>
                    <a:pt x="35092" y="5925"/>
                    <a:pt x="35306" y="6202"/>
                    <a:pt x="35517" y="6485"/>
                  </a:cubicBezTo>
                  <a:cubicBezTo>
                    <a:pt x="35500" y="6488"/>
                    <a:pt x="35482" y="6496"/>
                    <a:pt x="35468" y="6508"/>
                  </a:cubicBezTo>
                  <a:cubicBezTo>
                    <a:pt x="34452" y="7498"/>
                    <a:pt x="33476" y="8555"/>
                    <a:pt x="32517" y="9640"/>
                  </a:cubicBezTo>
                  <a:cubicBezTo>
                    <a:pt x="33357" y="8379"/>
                    <a:pt x="34151" y="7085"/>
                    <a:pt x="34867" y="5743"/>
                  </a:cubicBezTo>
                  <a:cubicBezTo>
                    <a:pt x="34882" y="5714"/>
                    <a:pt x="34888" y="5679"/>
                    <a:pt x="34879" y="5645"/>
                  </a:cubicBezTo>
                  <a:close/>
                  <a:moveTo>
                    <a:pt x="19656" y="4406"/>
                  </a:moveTo>
                  <a:cubicBezTo>
                    <a:pt x="17846" y="6320"/>
                    <a:pt x="16142" y="8229"/>
                    <a:pt x="14739" y="10466"/>
                  </a:cubicBezTo>
                  <a:cubicBezTo>
                    <a:pt x="14889" y="9884"/>
                    <a:pt x="15033" y="9307"/>
                    <a:pt x="15197" y="8748"/>
                  </a:cubicBezTo>
                  <a:lnTo>
                    <a:pt x="15197" y="8748"/>
                  </a:lnTo>
                  <a:cubicBezTo>
                    <a:pt x="15230" y="8792"/>
                    <a:pt x="15284" y="8823"/>
                    <a:pt x="15337" y="8823"/>
                  </a:cubicBezTo>
                  <a:cubicBezTo>
                    <a:pt x="15371" y="8823"/>
                    <a:pt x="15404" y="8811"/>
                    <a:pt x="15432" y="8783"/>
                  </a:cubicBezTo>
                  <a:cubicBezTo>
                    <a:pt x="16529" y="7663"/>
                    <a:pt x="17617" y="6531"/>
                    <a:pt x="18706" y="5402"/>
                  </a:cubicBezTo>
                  <a:cubicBezTo>
                    <a:pt x="18830" y="5272"/>
                    <a:pt x="19225" y="4857"/>
                    <a:pt x="19656" y="4406"/>
                  </a:cubicBezTo>
                  <a:close/>
                  <a:moveTo>
                    <a:pt x="20089" y="6554"/>
                  </a:moveTo>
                  <a:lnTo>
                    <a:pt x="20089" y="6554"/>
                  </a:lnTo>
                  <a:cubicBezTo>
                    <a:pt x="18778" y="8177"/>
                    <a:pt x="17430" y="9764"/>
                    <a:pt x="16105" y="11367"/>
                  </a:cubicBezTo>
                  <a:lnTo>
                    <a:pt x="16102" y="11367"/>
                  </a:lnTo>
                  <a:cubicBezTo>
                    <a:pt x="16760" y="10495"/>
                    <a:pt x="17418" y="9623"/>
                    <a:pt x="18074" y="8748"/>
                  </a:cubicBezTo>
                  <a:cubicBezTo>
                    <a:pt x="18746" y="8018"/>
                    <a:pt x="19416" y="7284"/>
                    <a:pt x="20089" y="6554"/>
                  </a:cubicBezTo>
                  <a:close/>
                  <a:moveTo>
                    <a:pt x="20787" y="4628"/>
                  </a:moveTo>
                  <a:lnTo>
                    <a:pt x="20787" y="4628"/>
                  </a:lnTo>
                  <a:cubicBezTo>
                    <a:pt x="20123" y="5503"/>
                    <a:pt x="19462" y="6381"/>
                    <a:pt x="18804" y="7261"/>
                  </a:cubicBezTo>
                  <a:cubicBezTo>
                    <a:pt x="17219" y="8916"/>
                    <a:pt x="15640" y="10590"/>
                    <a:pt x="14162" y="12325"/>
                  </a:cubicBezTo>
                  <a:cubicBezTo>
                    <a:pt x="14335" y="11875"/>
                    <a:pt x="14482" y="11419"/>
                    <a:pt x="14606" y="10957"/>
                  </a:cubicBezTo>
                  <a:cubicBezTo>
                    <a:pt x="14630" y="10974"/>
                    <a:pt x="14659" y="10983"/>
                    <a:pt x="14687" y="10983"/>
                  </a:cubicBezTo>
                  <a:cubicBezTo>
                    <a:pt x="14723" y="10983"/>
                    <a:pt x="14759" y="10969"/>
                    <a:pt x="14785" y="10939"/>
                  </a:cubicBezTo>
                  <a:cubicBezTo>
                    <a:pt x="16722" y="8774"/>
                    <a:pt x="18781" y="6724"/>
                    <a:pt x="20787" y="4628"/>
                  </a:cubicBezTo>
                  <a:close/>
                  <a:moveTo>
                    <a:pt x="21760" y="9187"/>
                  </a:moveTo>
                  <a:lnTo>
                    <a:pt x="21760" y="9187"/>
                  </a:lnTo>
                  <a:cubicBezTo>
                    <a:pt x="19751" y="11655"/>
                    <a:pt x="17799" y="14158"/>
                    <a:pt x="15796" y="16633"/>
                  </a:cubicBezTo>
                  <a:cubicBezTo>
                    <a:pt x="16483" y="15674"/>
                    <a:pt x="17167" y="14719"/>
                    <a:pt x="17900" y="13798"/>
                  </a:cubicBezTo>
                  <a:cubicBezTo>
                    <a:pt x="19145" y="12227"/>
                    <a:pt x="20441" y="10697"/>
                    <a:pt x="21760" y="9187"/>
                  </a:cubicBezTo>
                  <a:close/>
                  <a:moveTo>
                    <a:pt x="27226" y="480"/>
                  </a:moveTo>
                  <a:cubicBezTo>
                    <a:pt x="27549" y="480"/>
                    <a:pt x="27873" y="504"/>
                    <a:pt x="28193" y="552"/>
                  </a:cubicBezTo>
                  <a:cubicBezTo>
                    <a:pt x="22944" y="6811"/>
                    <a:pt x="17294" y="12721"/>
                    <a:pt x="12092" y="19043"/>
                  </a:cubicBezTo>
                  <a:cubicBezTo>
                    <a:pt x="12242" y="18853"/>
                    <a:pt x="12363" y="18691"/>
                    <a:pt x="12435" y="18584"/>
                  </a:cubicBezTo>
                  <a:cubicBezTo>
                    <a:pt x="13758" y="16676"/>
                    <a:pt x="15077" y="14765"/>
                    <a:pt x="16431" y="12879"/>
                  </a:cubicBezTo>
                  <a:cubicBezTo>
                    <a:pt x="17181" y="11834"/>
                    <a:pt x="17970" y="10827"/>
                    <a:pt x="18781" y="9839"/>
                  </a:cubicBezTo>
                  <a:cubicBezTo>
                    <a:pt x="21665" y="6820"/>
                    <a:pt x="24616" y="3915"/>
                    <a:pt x="27032" y="483"/>
                  </a:cubicBezTo>
                  <a:cubicBezTo>
                    <a:pt x="27096" y="481"/>
                    <a:pt x="27161" y="480"/>
                    <a:pt x="27226" y="480"/>
                  </a:cubicBezTo>
                  <a:close/>
                  <a:moveTo>
                    <a:pt x="15637" y="11468"/>
                  </a:moveTo>
                  <a:lnTo>
                    <a:pt x="15637" y="11468"/>
                  </a:lnTo>
                  <a:cubicBezTo>
                    <a:pt x="14072" y="13543"/>
                    <a:pt x="12499" y="15611"/>
                    <a:pt x="10894" y="17655"/>
                  </a:cubicBezTo>
                  <a:cubicBezTo>
                    <a:pt x="10703" y="17897"/>
                    <a:pt x="9698" y="19311"/>
                    <a:pt x="9620" y="19311"/>
                  </a:cubicBezTo>
                  <a:cubicBezTo>
                    <a:pt x="9582" y="19311"/>
                    <a:pt x="9763" y="18976"/>
                    <a:pt x="10365" y="18010"/>
                  </a:cubicBezTo>
                  <a:cubicBezTo>
                    <a:pt x="11670" y="15920"/>
                    <a:pt x="13454" y="13982"/>
                    <a:pt x="15062" y="12114"/>
                  </a:cubicBezTo>
                  <a:lnTo>
                    <a:pt x="15060" y="12114"/>
                  </a:lnTo>
                  <a:cubicBezTo>
                    <a:pt x="15247" y="11895"/>
                    <a:pt x="15446" y="11687"/>
                    <a:pt x="15637" y="11468"/>
                  </a:cubicBezTo>
                  <a:close/>
                  <a:moveTo>
                    <a:pt x="34726" y="7697"/>
                  </a:moveTo>
                  <a:cubicBezTo>
                    <a:pt x="34654" y="7787"/>
                    <a:pt x="33170" y="10258"/>
                    <a:pt x="32402" y="11032"/>
                  </a:cubicBezTo>
                  <a:cubicBezTo>
                    <a:pt x="30947" y="12496"/>
                    <a:pt x="29723" y="14248"/>
                    <a:pt x="28432" y="15856"/>
                  </a:cubicBezTo>
                  <a:cubicBezTo>
                    <a:pt x="27485" y="17037"/>
                    <a:pt x="26558" y="18229"/>
                    <a:pt x="25629" y="19421"/>
                  </a:cubicBezTo>
                  <a:cubicBezTo>
                    <a:pt x="28507" y="15385"/>
                    <a:pt x="31521" y="11439"/>
                    <a:pt x="34726" y="7697"/>
                  </a:cubicBezTo>
                  <a:close/>
                  <a:moveTo>
                    <a:pt x="26553" y="509"/>
                  </a:moveTo>
                  <a:lnTo>
                    <a:pt x="26553" y="509"/>
                  </a:lnTo>
                  <a:cubicBezTo>
                    <a:pt x="23819" y="3684"/>
                    <a:pt x="20810" y="6638"/>
                    <a:pt x="18255" y="9955"/>
                  </a:cubicBezTo>
                  <a:cubicBezTo>
                    <a:pt x="18166" y="10073"/>
                    <a:pt x="18082" y="10192"/>
                    <a:pt x="17993" y="10310"/>
                  </a:cubicBezTo>
                  <a:cubicBezTo>
                    <a:pt x="15830" y="12663"/>
                    <a:pt x="13714" y="15088"/>
                    <a:pt x="11855" y="17611"/>
                  </a:cubicBezTo>
                  <a:cubicBezTo>
                    <a:pt x="11257" y="18399"/>
                    <a:pt x="10686" y="19205"/>
                    <a:pt x="10137" y="20025"/>
                  </a:cubicBezTo>
                  <a:cubicBezTo>
                    <a:pt x="10651" y="19133"/>
                    <a:pt x="11197" y="18261"/>
                    <a:pt x="11780" y="17415"/>
                  </a:cubicBezTo>
                  <a:cubicBezTo>
                    <a:pt x="13223" y="15224"/>
                    <a:pt x="14947" y="13217"/>
                    <a:pt x="16624" y="11208"/>
                  </a:cubicBezTo>
                  <a:cubicBezTo>
                    <a:pt x="19410" y="7868"/>
                    <a:pt x="22101" y="4447"/>
                    <a:pt x="24916" y="1132"/>
                  </a:cubicBezTo>
                  <a:cubicBezTo>
                    <a:pt x="25015" y="1016"/>
                    <a:pt x="24911" y="861"/>
                    <a:pt x="24799" y="861"/>
                  </a:cubicBezTo>
                  <a:cubicBezTo>
                    <a:pt x="24764" y="861"/>
                    <a:pt x="24727" y="876"/>
                    <a:pt x="24696" y="913"/>
                  </a:cubicBezTo>
                  <a:cubicBezTo>
                    <a:pt x="23423" y="2408"/>
                    <a:pt x="22043" y="3878"/>
                    <a:pt x="20634" y="5350"/>
                  </a:cubicBezTo>
                  <a:cubicBezTo>
                    <a:pt x="21599" y="4074"/>
                    <a:pt x="22563" y="2798"/>
                    <a:pt x="23539" y="1528"/>
                  </a:cubicBezTo>
                  <a:cubicBezTo>
                    <a:pt x="23608" y="1438"/>
                    <a:pt x="23527" y="1334"/>
                    <a:pt x="23432" y="1311"/>
                  </a:cubicBezTo>
                  <a:cubicBezTo>
                    <a:pt x="23845" y="1158"/>
                    <a:pt x="24249" y="1020"/>
                    <a:pt x="24642" y="898"/>
                  </a:cubicBezTo>
                  <a:lnTo>
                    <a:pt x="24642" y="896"/>
                  </a:lnTo>
                  <a:cubicBezTo>
                    <a:pt x="25262" y="699"/>
                    <a:pt x="25903" y="569"/>
                    <a:pt x="26553" y="509"/>
                  </a:cubicBezTo>
                  <a:close/>
                  <a:moveTo>
                    <a:pt x="33837" y="6961"/>
                  </a:moveTo>
                  <a:cubicBezTo>
                    <a:pt x="33129" y="8292"/>
                    <a:pt x="32327" y="9577"/>
                    <a:pt x="31472" y="10833"/>
                  </a:cubicBezTo>
                  <a:cubicBezTo>
                    <a:pt x="29844" y="12758"/>
                    <a:pt x="28291" y="14788"/>
                    <a:pt x="26795" y="16866"/>
                  </a:cubicBezTo>
                  <a:cubicBezTo>
                    <a:pt x="25828" y="17998"/>
                    <a:pt x="24835" y="19113"/>
                    <a:pt x="23836" y="20221"/>
                  </a:cubicBezTo>
                  <a:cubicBezTo>
                    <a:pt x="24512" y="19190"/>
                    <a:pt x="25179" y="18157"/>
                    <a:pt x="25871" y="17138"/>
                  </a:cubicBezTo>
                  <a:cubicBezTo>
                    <a:pt x="27381" y="14909"/>
                    <a:pt x="28984" y="12752"/>
                    <a:pt x="30638" y="10633"/>
                  </a:cubicBezTo>
                  <a:cubicBezTo>
                    <a:pt x="31518" y="9507"/>
                    <a:pt x="33210" y="8136"/>
                    <a:pt x="33837" y="6961"/>
                  </a:cubicBezTo>
                  <a:close/>
                  <a:moveTo>
                    <a:pt x="16281" y="12611"/>
                  </a:moveTo>
                  <a:lnTo>
                    <a:pt x="16281" y="12611"/>
                  </a:lnTo>
                  <a:cubicBezTo>
                    <a:pt x="13893" y="15888"/>
                    <a:pt x="11636" y="19257"/>
                    <a:pt x="9274" y="22554"/>
                  </a:cubicBezTo>
                  <a:cubicBezTo>
                    <a:pt x="7521" y="21391"/>
                    <a:pt x="9080" y="18859"/>
                    <a:pt x="10763" y="16796"/>
                  </a:cubicBezTo>
                  <a:lnTo>
                    <a:pt x="10763" y="16796"/>
                  </a:lnTo>
                  <a:cubicBezTo>
                    <a:pt x="10005" y="17939"/>
                    <a:pt x="9314" y="19116"/>
                    <a:pt x="8723" y="20342"/>
                  </a:cubicBezTo>
                  <a:cubicBezTo>
                    <a:pt x="8669" y="20454"/>
                    <a:pt x="8766" y="20585"/>
                    <a:pt x="8867" y="20585"/>
                  </a:cubicBezTo>
                  <a:cubicBezTo>
                    <a:pt x="8902" y="20585"/>
                    <a:pt x="8938" y="20570"/>
                    <a:pt x="8968" y="20533"/>
                  </a:cubicBezTo>
                  <a:cubicBezTo>
                    <a:pt x="9860" y="19439"/>
                    <a:pt x="10729" y="18327"/>
                    <a:pt x="11598" y="17216"/>
                  </a:cubicBezTo>
                  <a:lnTo>
                    <a:pt x="11598" y="17216"/>
                  </a:lnTo>
                  <a:cubicBezTo>
                    <a:pt x="10709" y="18500"/>
                    <a:pt x="9892" y="19831"/>
                    <a:pt x="9153" y="21203"/>
                  </a:cubicBezTo>
                  <a:cubicBezTo>
                    <a:pt x="9093" y="21317"/>
                    <a:pt x="9196" y="21448"/>
                    <a:pt x="9299" y="21448"/>
                  </a:cubicBezTo>
                  <a:cubicBezTo>
                    <a:pt x="9334" y="21448"/>
                    <a:pt x="9369" y="21433"/>
                    <a:pt x="9398" y="21396"/>
                  </a:cubicBezTo>
                  <a:cubicBezTo>
                    <a:pt x="11690" y="18451"/>
                    <a:pt x="13859" y="15440"/>
                    <a:pt x="16281" y="12611"/>
                  </a:cubicBezTo>
                  <a:close/>
                  <a:moveTo>
                    <a:pt x="25176" y="4412"/>
                  </a:moveTo>
                  <a:lnTo>
                    <a:pt x="25176" y="4412"/>
                  </a:lnTo>
                  <a:cubicBezTo>
                    <a:pt x="20002" y="10154"/>
                    <a:pt x="14794" y="16485"/>
                    <a:pt x="10339" y="22822"/>
                  </a:cubicBezTo>
                  <a:cubicBezTo>
                    <a:pt x="10302" y="22871"/>
                    <a:pt x="10308" y="22946"/>
                    <a:pt x="10357" y="22990"/>
                  </a:cubicBezTo>
                  <a:cubicBezTo>
                    <a:pt x="10077" y="22926"/>
                    <a:pt x="9805" y="22831"/>
                    <a:pt x="9548" y="22707"/>
                  </a:cubicBezTo>
                  <a:cubicBezTo>
                    <a:pt x="14505" y="16376"/>
                    <a:pt x="19760" y="10333"/>
                    <a:pt x="25176" y="4412"/>
                  </a:cubicBezTo>
                  <a:close/>
                  <a:moveTo>
                    <a:pt x="29489" y="878"/>
                  </a:moveTo>
                  <a:cubicBezTo>
                    <a:pt x="30187" y="1135"/>
                    <a:pt x="30828" y="1505"/>
                    <a:pt x="31432" y="1955"/>
                  </a:cubicBezTo>
                  <a:cubicBezTo>
                    <a:pt x="28250" y="5486"/>
                    <a:pt x="25014" y="8968"/>
                    <a:pt x="21876" y="12530"/>
                  </a:cubicBezTo>
                  <a:cubicBezTo>
                    <a:pt x="24728" y="8916"/>
                    <a:pt x="27592" y="5313"/>
                    <a:pt x="30413" y="1669"/>
                  </a:cubicBezTo>
                  <a:cubicBezTo>
                    <a:pt x="30503" y="1555"/>
                    <a:pt x="30409" y="1401"/>
                    <a:pt x="30298" y="1401"/>
                  </a:cubicBezTo>
                  <a:cubicBezTo>
                    <a:pt x="30263" y="1401"/>
                    <a:pt x="30226" y="1416"/>
                    <a:pt x="30193" y="1453"/>
                  </a:cubicBezTo>
                  <a:cubicBezTo>
                    <a:pt x="25173" y="6990"/>
                    <a:pt x="20591" y="13468"/>
                    <a:pt x="15617" y="18997"/>
                  </a:cubicBezTo>
                  <a:cubicBezTo>
                    <a:pt x="19451" y="14796"/>
                    <a:pt x="22987" y="10336"/>
                    <a:pt x="26657" y="5985"/>
                  </a:cubicBezTo>
                  <a:lnTo>
                    <a:pt x="26657" y="5985"/>
                  </a:lnTo>
                  <a:cubicBezTo>
                    <a:pt x="23697" y="9533"/>
                    <a:pt x="20758" y="13339"/>
                    <a:pt x="17990" y="17077"/>
                  </a:cubicBezTo>
                  <a:cubicBezTo>
                    <a:pt x="16188" y="19254"/>
                    <a:pt x="14439" y="21474"/>
                    <a:pt x="12787" y="23772"/>
                  </a:cubicBezTo>
                  <a:cubicBezTo>
                    <a:pt x="12201" y="23322"/>
                    <a:pt x="11783" y="23209"/>
                    <a:pt x="11029" y="23114"/>
                  </a:cubicBezTo>
                  <a:cubicBezTo>
                    <a:pt x="10853" y="23091"/>
                    <a:pt x="10689" y="23062"/>
                    <a:pt x="10533" y="23030"/>
                  </a:cubicBezTo>
                  <a:cubicBezTo>
                    <a:pt x="10550" y="23024"/>
                    <a:pt x="10570" y="23024"/>
                    <a:pt x="10585" y="23010"/>
                  </a:cubicBezTo>
                  <a:cubicBezTo>
                    <a:pt x="12323" y="21393"/>
                    <a:pt x="13729" y="19511"/>
                    <a:pt x="15103" y="17597"/>
                  </a:cubicBezTo>
                  <a:cubicBezTo>
                    <a:pt x="18123" y="14078"/>
                    <a:pt x="21093" y="10437"/>
                    <a:pt x="23937" y="6750"/>
                  </a:cubicBezTo>
                  <a:cubicBezTo>
                    <a:pt x="25279" y="5287"/>
                    <a:pt x="26645" y="3844"/>
                    <a:pt x="28034" y="2423"/>
                  </a:cubicBezTo>
                  <a:lnTo>
                    <a:pt x="28034" y="2423"/>
                  </a:lnTo>
                  <a:cubicBezTo>
                    <a:pt x="21935" y="8688"/>
                    <a:pt x="17772" y="16613"/>
                    <a:pt x="11549" y="22791"/>
                  </a:cubicBezTo>
                  <a:cubicBezTo>
                    <a:pt x="11440" y="22900"/>
                    <a:pt x="11544" y="23053"/>
                    <a:pt x="11663" y="23053"/>
                  </a:cubicBezTo>
                  <a:cubicBezTo>
                    <a:pt x="11698" y="23053"/>
                    <a:pt x="11735" y="23040"/>
                    <a:pt x="11768" y="23007"/>
                  </a:cubicBezTo>
                  <a:cubicBezTo>
                    <a:pt x="12245" y="22542"/>
                    <a:pt x="12707" y="22060"/>
                    <a:pt x="13174" y="21581"/>
                  </a:cubicBezTo>
                  <a:cubicBezTo>
                    <a:pt x="15914" y="18778"/>
                    <a:pt x="18218" y="15512"/>
                    <a:pt x="20536" y="12368"/>
                  </a:cubicBezTo>
                  <a:cubicBezTo>
                    <a:pt x="23400" y="8485"/>
                    <a:pt x="26720" y="4949"/>
                    <a:pt x="29469" y="991"/>
                  </a:cubicBezTo>
                  <a:cubicBezTo>
                    <a:pt x="29495" y="959"/>
                    <a:pt x="29500" y="916"/>
                    <a:pt x="29489" y="878"/>
                  </a:cubicBezTo>
                  <a:close/>
                  <a:moveTo>
                    <a:pt x="34293" y="4891"/>
                  </a:moveTo>
                  <a:cubicBezTo>
                    <a:pt x="34457" y="5096"/>
                    <a:pt x="34619" y="5301"/>
                    <a:pt x="34778" y="5512"/>
                  </a:cubicBezTo>
                  <a:cubicBezTo>
                    <a:pt x="34756" y="5499"/>
                    <a:pt x="34733" y="5493"/>
                    <a:pt x="34709" y="5493"/>
                  </a:cubicBezTo>
                  <a:cubicBezTo>
                    <a:pt x="34670" y="5493"/>
                    <a:pt x="34632" y="5510"/>
                    <a:pt x="34605" y="5541"/>
                  </a:cubicBezTo>
                  <a:cubicBezTo>
                    <a:pt x="29945" y="10570"/>
                    <a:pt x="26059" y="16162"/>
                    <a:pt x="22332" y="21884"/>
                  </a:cubicBezTo>
                  <a:cubicBezTo>
                    <a:pt x="21636" y="22652"/>
                    <a:pt x="20943" y="23423"/>
                    <a:pt x="20253" y="24194"/>
                  </a:cubicBezTo>
                  <a:cubicBezTo>
                    <a:pt x="22257" y="21009"/>
                    <a:pt x="24292" y="17874"/>
                    <a:pt x="26671" y="14923"/>
                  </a:cubicBezTo>
                  <a:cubicBezTo>
                    <a:pt x="29330" y="11627"/>
                    <a:pt x="32093" y="8523"/>
                    <a:pt x="34293" y="4891"/>
                  </a:cubicBezTo>
                  <a:close/>
                  <a:moveTo>
                    <a:pt x="25981" y="18015"/>
                  </a:moveTo>
                  <a:lnTo>
                    <a:pt x="25981" y="18015"/>
                  </a:lnTo>
                  <a:cubicBezTo>
                    <a:pt x="24353" y="20331"/>
                    <a:pt x="22794" y="22678"/>
                    <a:pt x="21295" y="24985"/>
                  </a:cubicBezTo>
                  <a:cubicBezTo>
                    <a:pt x="20718" y="25727"/>
                    <a:pt x="20144" y="26469"/>
                    <a:pt x="19569" y="27211"/>
                  </a:cubicBezTo>
                  <a:cubicBezTo>
                    <a:pt x="19029" y="27903"/>
                    <a:pt x="18495" y="28596"/>
                    <a:pt x="17958" y="29286"/>
                  </a:cubicBezTo>
                  <a:cubicBezTo>
                    <a:pt x="18218" y="28885"/>
                    <a:pt x="18484" y="28487"/>
                    <a:pt x="18740" y="28085"/>
                  </a:cubicBezTo>
                  <a:cubicBezTo>
                    <a:pt x="20222" y="25787"/>
                    <a:pt x="21703" y="23492"/>
                    <a:pt x="23189" y="21200"/>
                  </a:cubicBezTo>
                  <a:cubicBezTo>
                    <a:pt x="23195" y="21194"/>
                    <a:pt x="23198" y="21191"/>
                    <a:pt x="23201" y="21185"/>
                  </a:cubicBezTo>
                  <a:cubicBezTo>
                    <a:pt x="24131" y="20135"/>
                    <a:pt x="25054" y="19078"/>
                    <a:pt x="25981" y="18015"/>
                  </a:cubicBezTo>
                  <a:close/>
                  <a:moveTo>
                    <a:pt x="15758" y="22814"/>
                  </a:moveTo>
                  <a:lnTo>
                    <a:pt x="15758" y="22814"/>
                  </a:lnTo>
                  <a:cubicBezTo>
                    <a:pt x="14930" y="24084"/>
                    <a:pt x="14104" y="25357"/>
                    <a:pt x="13270" y="26619"/>
                  </a:cubicBezTo>
                  <a:cubicBezTo>
                    <a:pt x="12354" y="28002"/>
                    <a:pt x="11431" y="29384"/>
                    <a:pt x="10504" y="30767"/>
                  </a:cubicBezTo>
                  <a:cubicBezTo>
                    <a:pt x="10769" y="30225"/>
                    <a:pt x="10992" y="29665"/>
                    <a:pt x="11168" y="29087"/>
                  </a:cubicBezTo>
                  <a:cubicBezTo>
                    <a:pt x="11191" y="29012"/>
                    <a:pt x="11153" y="28931"/>
                    <a:pt x="11081" y="28902"/>
                  </a:cubicBezTo>
                  <a:cubicBezTo>
                    <a:pt x="12603" y="26853"/>
                    <a:pt x="14162" y="24823"/>
                    <a:pt x="15758" y="22814"/>
                  </a:cubicBezTo>
                  <a:close/>
                  <a:moveTo>
                    <a:pt x="10022" y="29904"/>
                  </a:moveTo>
                  <a:cubicBezTo>
                    <a:pt x="9721" y="30288"/>
                    <a:pt x="9441" y="30689"/>
                    <a:pt x="9176" y="31102"/>
                  </a:cubicBezTo>
                  <a:cubicBezTo>
                    <a:pt x="8607" y="31870"/>
                    <a:pt x="8035" y="32638"/>
                    <a:pt x="7475" y="33415"/>
                  </a:cubicBezTo>
                  <a:cubicBezTo>
                    <a:pt x="7805" y="31775"/>
                    <a:pt x="9020" y="30998"/>
                    <a:pt x="10022" y="29904"/>
                  </a:cubicBezTo>
                  <a:close/>
                  <a:moveTo>
                    <a:pt x="19000" y="28466"/>
                  </a:moveTo>
                  <a:cubicBezTo>
                    <a:pt x="17467" y="30689"/>
                    <a:pt x="15802" y="32846"/>
                    <a:pt x="14118" y="34997"/>
                  </a:cubicBezTo>
                  <a:cubicBezTo>
                    <a:pt x="14621" y="34278"/>
                    <a:pt x="15120" y="33556"/>
                    <a:pt x="15614" y="32832"/>
                  </a:cubicBezTo>
                  <a:cubicBezTo>
                    <a:pt x="16734" y="31371"/>
                    <a:pt x="17863" y="29916"/>
                    <a:pt x="19000" y="28466"/>
                  </a:cubicBezTo>
                  <a:close/>
                  <a:moveTo>
                    <a:pt x="4606" y="34702"/>
                  </a:moveTo>
                  <a:lnTo>
                    <a:pt x="4606" y="34702"/>
                  </a:lnTo>
                  <a:cubicBezTo>
                    <a:pt x="4389" y="34994"/>
                    <a:pt x="4176" y="35288"/>
                    <a:pt x="3973" y="35589"/>
                  </a:cubicBezTo>
                  <a:cubicBezTo>
                    <a:pt x="3904" y="35690"/>
                    <a:pt x="3751" y="35900"/>
                    <a:pt x="3584" y="36131"/>
                  </a:cubicBezTo>
                  <a:cubicBezTo>
                    <a:pt x="3578" y="36131"/>
                    <a:pt x="3573" y="36130"/>
                    <a:pt x="3567" y="36130"/>
                  </a:cubicBezTo>
                  <a:cubicBezTo>
                    <a:pt x="3535" y="36130"/>
                    <a:pt x="3502" y="36144"/>
                    <a:pt x="3480" y="36169"/>
                  </a:cubicBezTo>
                  <a:cubicBezTo>
                    <a:pt x="3301" y="36336"/>
                    <a:pt x="3136" y="36518"/>
                    <a:pt x="2986" y="36715"/>
                  </a:cubicBezTo>
                  <a:cubicBezTo>
                    <a:pt x="3272" y="35880"/>
                    <a:pt x="3815" y="35164"/>
                    <a:pt x="4606" y="34702"/>
                  </a:cubicBezTo>
                  <a:close/>
                  <a:moveTo>
                    <a:pt x="33173" y="6112"/>
                  </a:moveTo>
                  <a:cubicBezTo>
                    <a:pt x="33034" y="6314"/>
                    <a:pt x="32806" y="6655"/>
                    <a:pt x="32445" y="7192"/>
                  </a:cubicBezTo>
                  <a:cubicBezTo>
                    <a:pt x="28525" y="13073"/>
                    <a:pt x="23622" y="18093"/>
                    <a:pt x="19861" y="24142"/>
                  </a:cubicBezTo>
                  <a:cubicBezTo>
                    <a:pt x="19465" y="24780"/>
                    <a:pt x="19044" y="25398"/>
                    <a:pt x="18634" y="26027"/>
                  </a:cubicBezTo>
                  <a:cubicBezTo>
                    <a:pt x="17846" y="26939"/>
                    <a:pt x="17075" y="27854"/>
                    <a:pt x="16333" y="28781"/>
                  </a:cubicBezTo>
                  <a:cubicBezTo>
                    <a:pt x="14113" y="31553"/>
                    <a:pt x="11815" y="34405"/>
                    <a:pt x="9618" y="37338"/>
                  </a:cubicBezTo>
                  <a:cubicBezTo>
                    <a:pt x="12386" y="33213"/>
                    <a:pt x="15218" y="29087"/>
                    <a:pt x="18152" y="25051"/>
                  </a:cubicBezTo>
                  <a:cubicBezTo>
                    <a:pt x="20094" y="22612"/>
                    <a:pt x="21959" y="20100"/>
                    <a:pt x="23801" y="17582"/>
                  </a:cubicBezTo>
                  <a:cubicBezTo>
                    <a:pt x="25505" y="15443"/>
                    <a:pt x="27243" y="13333"/>
                    <a:pt x="28989" y="11231"/>
                  </a:cubicBezTo>
                  <a:cubicBezTo>
                    <a:pt x="30075" y="9926"/>
                    <a:pt x="31160" y="8624"/>
                    <a:pt x="32249" y="7322"/>
                  </a:cubicBezTo>
                  <a:cubicBezTo>
                    <a:pt x="32621" y="6872"/>
                    <a:pt x="32973" y="6392"/>
                    <a:pt x="33173" y="6112"/>
                  </a:cubicBezTo>
                  <a:close/>
                  <a:moveTo>
                    <a:pt x="5778" y="34258"/>
                  </a:moveTo>
                  <a:lnTo>
                    <a:pt x="5778" y="34258"/>
                  </a:lnTo>
                  <a:cubicBezTo>
                    <a:pt x="5527" y="34653"/>
                    <a:pt x="5281" y="35049"/>
                    <a:pt x="5039" y="35447"/>
                  </a:cubicBezTo>
                  <a:cubicBezTo>
                    <a:pt x="4415" y="36348"/>
                    <a:pt x="3714" y="37237"/>
                    <a:pt x="3289" y="38227"/>
                  </a:cubicBezTo>
                  <a:cubicBezTo>
                    <a:pt x="3281" y="38234"/>
                    <a:pt x="3275" y="38237"/>
                    <a:pt x="3270" y="38237"/>
                  </a:cubicBezTo>
                  <a:cubicBezTo>
                    <a:pt x="3223" y="38237"/>
                    <a:pt x="3354" y="37896"/>
                    <a:pt x="3803" y="36948"/>
                  </a:cubicBezTo>
                  <a:cubicBezTo>
                    <a:pt x="4199" y="36114"/>
                    <a:pt x="4724" y="35352"/>
                    <a:pt x="5105" y="34509"/>
                  </a:cubicBezTo>
                  <a:cubicBezTo>
                    <a:pt x="5114" y="34489"/>
                    <a:pt x="5108" y="34471"/>
                    <a:pt x="5111" y="34457"/>
                  </a:cubicBezTo>
                  <a:cubicBezTo>
                    <a:pt x="5327" y="34370"/>
                    <a:pt x="5550" y="34307"/>
                    <a:pt x="5778" y="34258"/>
                  </a:cubicBezTo>
                  <a:close/>
                  <a:moveTo>
                    <a:pt x="10603" y="29607"/>
                  </a:moveTo>
                  <a:cubicBezTo>
                    <a:pt x="10727" y="29607"/>
                    <a:pt x="9375" y="32145"/>
                    <a:pt x="9104" y="32557"/>
                  </a:cubicBezTo>
                  <a:cubicBezTo>
                    <a:pt x="7761" y="34598"/>
                    <a:pt x="6003" y="36345"/>
                    <a:pt x="4730" y="38438"/>
                  </a:cubicBezTo>
                  <a:cubicBezTo>
                    <a:pt x="4727" y="38450"/>
                    <a:pt x="4718" y="38455"/>
                    <a:pt x="4715" y="38464"/>
                  </a:cubicBezTo>
                  <a:cubicBezTo>
                    <a:pt x="4640" y="38453"/>
                    <a:pt x="4565" y="38427"/>
                    <a:pt x="4499" y="38389"/>
                  </a:cubicBezTo>
                  <a:cubicBezTo>
                    <a:pt x="5486" y="36614"/>
                    <a:pt x="6886" y="35109"/>
                    <a:pt x="8079" y="33452"/>
                  </a:cubicBezTo>
                  <a:lnTo>
                    <a:pt x="8076" y="33452"/>
                  </a:lnTo>
                  <a:cubicBezTo>
                    <a:pt x="8737" y="32537"/>
                    <a:pt x="9303" y="31553"/>
                    <a:pt x="9909" y="30597"/>
                  </a:cubicBezTo>
                  <a:cubicBezTo>
                    <a:pt x="10361" y="29882"/>
                    <a:pt x="10562" y="29607"/>
                    <a:pt x="10603" y="29607"/>
                  </a:cubicBezTo>
                  <a:close/>
                  <a:moveTo>
                    <a:pt x="7461" y="35257"/>
                  </a:moveTo>
                  <a:cubicBezTo>
                    <a:pt x="7126" y="35747"/>
                    <a:pt x="6797" y="36238"/>
                    <a:pt x="6462" y="36726"/>
                  </a:cubicBezTo>
                  <a:cubicBezTo>
                    <a:pt x="6116" y="37306"/>
                    <a:pt x="5781" y="37892"/>
                    <a:pt x="5452" y="38484"/>
                  </a:cubicBezTo>
                  <a:cubicBezTo>
                    <a:pt x="5379" y="38490"/>
                    <a:pt x="5322" y="38490"/>
                    <a:pt x="5255" y="38490"/>
                  </a:cubicBezTo>
                  <a:cubicBezTo>
                    <a:pt x="5980" y="37506"/>
                    <a:pt x="6589" y="36351"/>
                    <a:pt x="7169" y="35620"/>
                  </a:cubicBezTo>
                  <a:lnTo>
                    <a:pt x="7461" y="35257"/>
                  </a:lnTo>
                  <a:close/>
                  <a:moveTo>
                    <a:pt x="6841" y="34147"/>
                  </a:moveTo>
                  <a:cubicBezTo>
                    <a:pt x="6879" y="34147"/>
                    <a:pt x="6917" y="34147"/>
                    <a:pt x="6956" y="34148"/>
                  </a:cubicBezTo>
                  <a:cubicBezTo>
                    <a:pt x="6575" y="34682"/>
                    <a:pt x="6191" y="35213"/>
                    <a:pt x="5812" y="35753"/>
                  </a:cubicBezTo>
                  <a:cubicBezTo>
                    <a:pt x="5024" y="36882"/>
                    <a:pt x="4031" y="37927"/>
                    <a:pt x="3647" y="39169"/>
                  </a:cubicBezTo>
                  <a:cubicBezTo>
                    <a:pt x="3633" y="39169"/>
                    <a:pt x="3619" y="39169"/>
                    <a:pt x="3605" y="39169"/>
                  </a:cubicBezTo>
                  <a:cubicBezTo>
                    <a:pt x="3477" y="39169"/>
                    <a:pt x="3350" y="39157"/>
                    <a:pt x="3226" y="39134"/>
                  </a:cubicBezTo>
                  <a:cubicBezTo>
                    <a:pt x="3255" y="38952"/>
                    <a:pt x="3307" y="38773"/>
                    <a:pt x="3373" y="38603"/>
                  </a:cubicBezTo>
                  <a:cubicBezTo>
                    <a:pt x="3994" y="37693"/>
                    <a:pt x="4571" y="36764"/>
                    <a:pt x="5131" y="35817"/>
                  </a:cubicBezTo>
                  <a:cubicBezTo>
                    <a:pt x="5212" y="35681"/>
                    <a:pt x="5290" y="35545"/>
                    <a:pt x="5362" y="35415"/>
                  </a:cubicBezTo>
                  <a:cubicBezTo>
                    <a:pt x="5639" y="35020"/>
                    <a:pt x="5905" y="34616"/>
                    <a:pt x="6142" y="34194"/>
                  </a:cubicBezTo>
                  <a:cubicBezTo>
                    <a:pt x="6375" y="34162"/>
                    <a:pt x="6608" y="34147"/>
                    <a:pt x="6841" y="34147"/>
                  </a:cubicBezTo>
                  <a:close/>
                  <a:moveTo>
                    <a:pt x="4577" y="34959"/>
                  </a:moveTo>
                  <a:cubicBezTo>
                    <a:pt x="3973" y="36305"/>
                    <a:pt x="3145" y="37327"/>
                    <a:pt x="2899" y="38813"/>
                  </a:cubicBezTo>
                  <a:cubicBezTo>
                    <a:pt x="2879" y="38900"/>
                    <a:pt x="2946" y="38981"/>
                    <a:pt x="3035" y="38984"/>
                  </a:cubicBezTo>
                  <a:cubicBezTo>
                    <a:pt x="2992" y="39134"/>
                    <a:pt x="2960" y="39290"/>
                    <a:pt x="2937" y="39446"/>
                  </a:cubicBezTo>
                  <a:lnTo>
                    <a:pt x="2934" y="39446"/>
                  </a:lnTo>
                  <a:cubicBezTo>
                    <a:pt x="2764" y="38839"/>
                    <a:pt x="2712" y="38201"/>
                    <a:pt x="2787" y="37575"/>
                  </a:cubicBezTo>
                  <a:cubicBezTo>
                    <a:pt x="2798" y="37566"/>
                    <a:pt x="2810" y="37569"/>
                    <a:pt x="2822" y="37558"/>
                  </a:cubicBezTo>
                  <a:cubicBezTo>
                    <a:pt x="3535" y="36758"/>
                    <a:pt x="4193" y="35814"/>
                    <a:pt x="4577" y="34959"/>
                  </a:cubicBezTo>
                  <a:close/>
                  <a:moveTo>
                    <a:pt x="31706" y="2166"/>
                  </a:moveTo>
                  <a:cubicBezTo>
                    <a:pt x="32555" y="2850"/>
                    <a:pt x="33320" y="3696"/>
                    <a:pt x="34056" y="4602"/>
                  </a:cubicBezTo>
                  <a:cubicBezTo>
                    <a:pt x="31683" y="7495"/>
                    <a:pt x="29290" y="10362"/>
                    <a:pt x="26928" y="13252"/>
                  </a:cubicBezTo>
                  <a:cubicBezTo>
                    <a:pt x="26940" y="13237"/>
                    <a:pt x="26951" y="13223"/>
                    <a:pt x="26960" y="13206"/>
                  </a:cubicBezTo>
                  <a:cubicBezTo>
                    <a:pt x="27404" y="12623"/>
                    <a:pt x="27852" y="12039"/>
                    <a:pt x="28291" y="11453"/>
                  </a:cubicBezTo>
                  <a:cubicBezTo>
                    <a:pt x="29905" y="9305"/>
                    <a:pt x="32569" y="7039"/>
                    <a:pt x="33164" y="4302"/>
                  </a:cubicBezTo>
                  <a:cubicBezTo>
                    <a:pt x="33187" y="4192"/>
                    <a:pt x="33086" y="4077"/>
                    <a:pt x="32986" y="4077"/>
                  </a:cubicBezTo>
                  <a:cubicBezTo>
                    <a:pt x="32948" y="4077"/>
                    <a:pt x="32909" y="4094"/>
                    <a:pt x="32878" y="4135"/>
                  </a:cubicBezTo>
                  <a:cubicBezTo>
                    <a:pt x="28562" y="9591"/>
                    <a:pt x="24722" y="15388"/>
                    <a:pt x="20634" y="21015"/>
                  </a:cubicBezTo>
                  <a:cubicBezTo>
                    <a:pt x="19944" y="21942"/>
                    <a:pt x="19251" y="22869"/>
                    <a:pt x="18570" y="23801"/>
                  </a:cubicBezTo>
                  <a:cubicBezTo>
                    <a:pt x="17225" y="25585"/>
                    <a:pt x="15848" y="27346"/>
                    <a:pt x="14401" y="29058"/>
                  </a:cubicBezTo>
                  <a:cubicBezTo>
                    <a:pt x="11598" y="32375"/>
                    <a:pt x="8962" y="35698"/>
                    <a:pt x="6502" y="39275"/>
                  </a:cubicBezTo>
                  <a:cubicBezTo>
                    <a:pt x="6240" y="39659"/>
                    <a:pt x="5940" y="40064"/>
                    <a:pt x="5619" y="40476"/>
                  </a:cubicBezTo>
                  <a:cubicBezTo>
                    <a:pt x="6638" y="39062"/>
                    <a:pt x="7441" y="37364"/>
                    <a:pt x="8324" y="35996"/>
                  </a:cubicBezTo>
                  <a:cubicBezTo>
                    <a:pt x="10541" y="32560"/>
                    <a:pt x="12747" y="29142"/>
                    <a:pt x="15140" y="25828"/>
                  </a:cubicBezTo>
                  <a:cubicBezTo>
                    <a:pt x="20683" y="18145"/>
                    <a:pt x="26735" y="10772"/>
                    <a:pt x="32690" y="3410"/>
                  </a:cubicBezTo>
                  <a:cubicBezTo>
                    <a:pt x="32802" y="3272"/>
                    <a:pt x="32700" y="3115"/>
                    <a:pt x="32566" y="3115"/>
                  </a:cubicBezTo>
                  <a:cubicBezTo>
                    <a:pt x="32526" y="3115"/>
                    <a:pt x="32483" y="3129"/>
                    <a:pt x="32442" y="3162"/>
                  </a:cubicBezTo>
                  <a:cubicBezTo>
                    <a:pt x="31155" y="4172"/>
                    <a:pt x="29933" y="5278"/>
                    <a:pt x="28758" y="6450"/>
                  </a:cubicBezTo>
                  <a:cubicBezTo>
                    <a:pt x="29783" y="5053"/>
                    <a:pt x="30779" y="3635"/>
                    <a:pt x="31706" y="2169"/>
                  </a:cubicBezTo>
                  <a:lnTo>
                    <a:pt x="31706" y="2166"/>
                  </a:lnTo>
                  <a:close/>
                  <a:moveTo>
                    <a:pt x="31533" y="4314"/>
                  </a:moveTo>
                  <a:cubicBezTo>
                    <a:pt x="30167" y="5532"/>
                    <a:pt x="29059" y="7365"/>
                    <a:pt x="27921" y="8797"/>
                  </a:cubicBezTo>
                  <a:cubicBezTo>
                    <a:pt x="24959" y="12524"/>
                    <a:pt x="22011" y="16266"/>
                    <a:pt x="19078" y="20022"/>
                  </a:cubicBezTo>
                  <a:cubicBezTo>
                    <a:pt x="16561" y="23250"/>
                    <a:pt x="14147" y="26549"/>
                    <a:pt x="11835" y="29924"/>
                  </a:cubicBezTo>
                  <a:cubicBezTo>
                    <a:pt x="10515" y="31856"/>
                    <a:pt x="9294" y="33859"/>
                    <a:pt x="8041" y="35831"/>
                  </a:cubicBezTo>
                  <a:cubicBezTo>
                    <a:pt x="7948" y="35978"/>
                    <a:pt x="4548" y="41393"/>
                    <a:pt x="3972" y="41393"/>
                  </a:cubicBezTo>
                  <a:cubicBezTo>
                    <a:pt x="3960" y="41393"/>
                    <a:pt x="3949" y="41391"/>
                    <a:pt x="3939" y="41386"/>
                  </a:cubicBezTo>
                  <a:lnTo>
                    <a:pt x="3936" y="41383"/>
                  </a:lnTo>
                  <a:cubicBezTo>
                    <a:pt x="3807" y="41224"/>
                    <a:pt x="3688" y="41061"/>
                    <a:pt x="3576" y="40887"/>
                  </a:cubicBezTo>
                  <a:lnTo>
                    <a:pt x="3576" y="40887"/>
                  </a:lnTo>
                  <a:cubicBezTo>
                    <a:pt x="3606" y="40922"/>
                    <a:pt x="3649" y="40944"/>
                    <a:pt x="3692" y="40944"/>
                  </a:cubicBezTo>
                  <a:cubicBezTo>
                    <a:pt x="3716" y="40944"/>
                    <a:pt x="3739" y="40937"/>
                    <a:pt x="3760" y="40921"/>
                  </a:cubicBezTo>
                  <a:cubicBezTo>
                    <a:pt x="5521" y="39616"/>
                    <a:pt x="6323" y="37462"/>
                    <a:pt x="7542" y="35693"/>
                  </a:cubicBezTo>
                  <a:cubicBezTo>
                    <a:pt x="10198" y="31841"/>
                    <a:pt x="12790" y="27921"/>
                    <a:pt x="15357" y="24012"/>
                  </a:cubicBezTo>
                  <a:cubicBezTo>
                    <a:pt x="17233" y="21154"/>
                    <a:pt x="19312" y="18454"/>
                    <a:pt x="21437" y="15790"/>
                  </a:cubicBezTo>
                  <a:cubicBezTo>
                    <a:pt x="23374" y="13431"/>
                    <a:pt x="25314" y="11084"/>
                    <a:pt x="27225" y="8745"/>
                  </a:cubicBezTo>
                  <a:cubicBezTo>
                    <a:pt x="28536" y="7143"/>
                    <a:pt x="29988" y="5691"/>
                    <a:pt x="31533" y="4314"/>
                  </a:cubicBezTo>
                  <a:close/>
                  <a:moveTo>
                    <a:pt x="21434" y="23270"/>
                  </a:moveTo>
                  <a:cubicBezTo>
                    <a:pt x="20733" y="24358"/>
                    <a:pt x="20031" y="25450"/>
                    <a:pt x="19332" y="26544"/>
                  </a:cubicBezTo>
                  <a:cubicBezTo>
                    <a:pt x="17851" y="28862"/>
                    <a:pt x="16338" y="31148"/>
                    <a:pt x="14794" y="33409"/>
                  </a:cubicBezTo>
                  <a:cubicBezTo>
                    <a:pt x="13925" y="34549"/>
                    <a:pt x="13056" y="35690"/>
                    <a:pt x="12204" y="36842"/>
                  </a:cubicBezTo>
                  <a:cubicBezTo>
                    <a:pt x="11410" y="37924"/>
                    <a:pt x="10645" y="39024"/>
                    <a:pt x="9886" y="40133"/>
                  </a:cubicBezTo>
                  <a:cubicBezTo>
                    <a:pt x="8954" y="41236"/>
                    <a:pt x="7937" y="42321"/>
                    <a:pt x="6956" y="43430"/>
                  </a:cubicBezTo>
                  <a:cubicBezTo>
                    <a:pt x="10972" y="38129"/>
                    <a:pt x="14895" y="32707"/>
                    <a:pt x="18411" y="27127"/>
                  </a:cubicBezTo>
                  <a:cubicBezTo>
                    <a:pt x="18608" y="26818"/>
                    <a:pt x="18801" y="26509"/>
                    <a:pt x="18995" y="26200"/>
                  </a:cubicBezTo>
                  <a:cubicBezTo>
                    <a:pt x="19791" y="25213"/>
                    <a:pt x="20614" y="24240"/>
                    <a:pt x="21434" y="23270"/>
                  </a:cubicBezTo>
                  <a:close/>
                  <a:moveTo>
                    <a:pt x="15042" y="29047"/>
                  </a:moveTo>
                  <a:cubicBezTo>
                    <a:pt x="12756" y="32312"/>
                    <a:pt x="10461" y="35571"/>
                    <a:pt x="8203" y="38854"/>
                  </a:cubicBezTo>
                  <a:cubicBezTo>
                    <a:pt x="6990" y="40615"/>
                    <a:pt x="5850" y="42428"/>
                    <a:pt x="4669" y="44212"/>
                  </a:cubicBezTo>
                  <a:cubicBezTo>
                    <a:pt x="4294" y="44783"/>
                    <a:pt x="1895" y="47604"/>
                    <a:pt x="1659" y="47604"/>
                  </a:cubicBezTo>
                  <a:cubicBezTo>
                    <a:pt x="1584" y="47604"/>
                    <a:pt x="1725" y="47323"/>
                    <a:pt x="2212" y="46603"/>
                  </a:cubicBezTo>
                  <a:lnTo>
                    <a:pt x="2209" y="46603"/>
                  </a:lnTo>
                  <a:cubicBezTo>
                    <a:pt x="6248" y="40635"/>
                    <a:pt x="10674" y="34838"/>
                    <a:pt x="15042" y="29047"/>
                  </a:cubicBezTo>
                  <a:close/>
                  <a:moveTo>
                    <a:pt x="8760" y="41776"/>
                  </a:moveTo>
                  <a:lnTo>
                    <a:pt x="8763" y="41778"/>
                  </a:lnTo>
                  <a:cubicBezTo>
                    <a:pt x="8630" y="41975"/>
                    <a:pt x="8497" y="42168"/>
                    <a:pt x="8365" y="42362"/>
                  </a:cubicBezTo>
                  <a:cubicBezTo>
                    <a:pt x="7140" y="44160"/>
                    <a:pt x="4796" y="46043"/>
                    <a:pt x="3962" y="47931"/>
                  </a:cubicBezTo>
                  <a:cubicBezTo>
                    <a:pt x="4915" y="45765"/>
                    <a:pt x="6907" y="43733"/>
                    <a:pt x="8760" y="41776"/>
                  </a:cubicBezTo>
                  <a:close/>
                  <a:moveTo>
                    <a:pt x="16087" y="29852"/>
                  </a:moveTo>
                  <a:lnTo>
                    <a:pt x="16087" y="29852"/>
                  </a:lnTo>
                  <a:cubicBezTo>
                    <a:pt x="13524" y="33574"/>
                    <a:pt x="10850" y="37208"/>
                    <a:pt x="8203" y="40901"/>
                  </a:cubicBezTo>
                  <a:cubicBezTo>
                    <a:pt x="7172" y="42338"/>
                    <a:pt x="6139" y="43776"/>
                    <a:pt x="5105" y="45211"/>
                  </a:cubicBezTo>
                  <a:cubicBezTo>
                    <a:pt x="4867" y="45542"/>
                    <a:pt x="3102" y="48268"/>
                    <a:pt x="2957" y="48268"/>
                  </a:cubicBezTo>
                  <a:cubicBezTo>
                    <a:pt x="2903" y="48268"/>
                    <a:pt x="3072" y="47893"/>
                    <a:pt x="3624" y="46883"/>
                  </a:cubicBezTo>
                  <a:lnTo>
                    <a:pt x="3627" y="46883"/>
                  </a:lnTo>
                  <a:cubicBezTo>
                    <a:pt x="3783" y="46597"/>
                    <a:pt x="3965" y="46325"/>
                    <a:pt x="4129" y="46045"/>
                  </a:cubicBezTo>
                  <a:cubicBezTo>
                    <a:pt x="4744" y="45162"/>
                    <a:pt x="5325" y="44235"/>
                    <a:pt x="5882" y="43306"/>
                  </a:cubicBezTo>
                  <a:cubicBezTo>
                    <a:pt x="7132" y="41501"/>
                    <a:pt x="8480" y="39763"/>
                    <a:pt x="9808" y="38037"/>
                  </a:cubicBezTo>
                  <a:cubicBezTo>
                    <a:pt x="11910" y="35300"/>
                    <a:pt x="13980" y="32560"/>
                    <a:pt x="16087" y="29852"/>
                  </a:cubicBezTo>
                  <a:close/>
                  <a:moveTo>
                    <a:pt x="14318" y="29714"/>
                  </a:moveTo>
                  <a:lnTo>
                    <a:pt x="14318" y="29714"/>
                  </a:lnTo>
                  <a:cubicBezTo>
                    <a:pt x="11641" y="33455"/>
                    <a:pt x="8858" y="37104"/>
                    <a:pt x="6144" y="40817"/>
                  </a:cubicBezTo>
                  <a:cubicBezTo>
                    <a:pt x="4155" y="43537"/>
                    <a:pt x="1698" y="46190"/>
                    <a:pt x="339" y="49311"/>
                  </a:cubicBezTo>
                  <a:cubicBezTo>
                    <a:pt x="1107" y="45875"/>
                    <a:pt x="4886" y="42159"/>
                    <a:pt x="6785" y="39440"/>
                  </a:cubicBezTo>
                  <a:lnTo>
                    <a:pt x="6783" y="39440"/>
                  </a:lnTo>
                  <a:cubicBezTo>
                    <a:pt x="9150" y="36056"/>
                    <a:pt x="11702" y="32878"/>
                    <a:pt x="14318" y="29714"/>
                  </a:cubicBezTo>
                  <a:close/>
                  <a:moveTo>
                    <a:pt x="27060" y="1"/>
                  </a:moveTo>
                  <a:cubicBezTo>
                    <a:pt x="27025" y="1"/>
                    <a:pt x="26989" y="15"/>
                    <a:pt x="26960" y="50"/>
                  </a:cubicBezTo>
                  <a:cubicBezTo>
                    <a:pt x="26931" y="84"/>
                    <a:pt x="26902" y="116"/>
                    <a:pt x="26873" y="148"/>
                  </a:cubicBezTo>
                  <a:cubicBezTo>
                    <a:pt x="23077" y="162"/>
                    <a:pt x="19202" y="2789"/>
                    <a:pt x="16725" y="5281"/>
                  </a:cubicBezTo>
                  <a:cubicBezTo>
                    <a:pt x="15129" y="6886"/>
                    <a:pt x="14569" y="9014"/>
                    <a:pt x="14075" y="11144"/>
                  </a:cubicBezTo>
                  <a:cubicBezTo>
                    <a:pt x="13203" y="14918"/>
                    <a:pt x="9317" y="15764"/>
                    <a:pt x="8255" y="19049"/>
                  </a:cubicBezTo>
                  <a:cubicBezTo>
                    <a:pt x="7871" y="20233"/>
                    <a:pt x="7493" y="21829"/>
                    <a:pt x="8512" y="22848"/>
                  </a:cubicBezTo>
                  <a:cubicBezTo>
                    <a:pt x="8861" y="23198"/>
                    <a:pt x="9234" y="23244"/>
                    <a:pt x="9684" y="23359"/>
                  </a:cubicBezTo>
                  <a:cubicBezTo>
                    <a:pt x="9912" y="23391"/>
                    <a:pt x="10143" y="23414"/>
                    <a:pt x="10374" y="23429"/>
                  </a:cubicBezTo>
                  <a:cubicBezTo>
                    <a:pt x="10460" y="23420"/>
                    <a:pt x="10543" y="23416"/>
                    <a:pt x="10621" y="23416"/>
                  </a:cubicBezTo>
                  <a:cubicBezTo>
                    <a:pt x="11886" y="23416"/>
                    <a:pt x="12124" y="24488"/>
                    <a:pt x="11341" y="26630"/>
                  </a:cubicBezTo>
                  <a:cubicBezTo>
                    <a:pt x="11201" y="26665"/>
                    <a:pt x="11247" y="26864"/>
                    <a:pt x="11376" y="26864"/>
                  </a:cubicBezTo>
                  <a:cubicBezTo>
                    <a:pt x="11385" y="26864"/>
                    <a:pt x="11395" y="26863"/>
                    <a:pt x="11405" y="26861"/>
                  </a:cubicBezTo>
                  <a:cubicBezTo>
                    <a:pt x="12626" y="26613"/>
                    <a:pt x="14390" y="25279"/>
                    <a:pt x="13010" y="23968"/>
                  </a:cubicBezTo>
                  <a:cubicBezTo>
                    <a:pt x="14762" y="21639"/>
                    <a:pt x="16541" y="19326"/>
                    <a:pt x="18339" y="17037"/>
                  </a:cubicBezTo>
                  <a:cubicBezTo>
                    <a:pt x="20100" y="14944"/>
                    <a:pt x="21919" y="12900"/>
                    <a:pt x="23741" y="10870"/>
                  </a:cubicBezTo>
                  <a:cubicBezTo>
                    <a:pt x="25280" y="9158"/>
                    <a:pt x="26839" y="7469"/>
                    <a:pt x="28392" y="5772"/>
                  </a:cubicBezTo>
                  <a:cubicBezTo>
                    <a:pt x="28720" y="5412"/>
                    <a:pt x="30516" y="3132"/>
                    <a:pt x="30650" y="3132"/>
                  </a:cubicBezTo>
                  <a:cubicBezTo>
                    <a:pt x="30703" y="3132"/>
                    <a:pt x="30493" y="3493"/>
                    <a:pt x="29824" y="4478"/>
                  </a:cubicBezTo>
                  <a:cubicBezTo>
                    <a:pt x="28851" y="5907"/>
                    <a:pt x="27794" y="7279"/>
                    <a:pt x="26700" y="8627"/>
                  </a:cubicBezTo>
                  <a:cubicBezTo>
                    <a:pt x="25513" y="9949"/>
                    <a:pt x="24370" y="11326"/>
                    <a:pt x="23256" y="12735"/>
                  </a:cubicBezTo>
                  <a:cubicBezTo>
                    <a:pt x="22401" y="13743"/>
                    <a:pt x="21552" y="14756"/>
                    <a:pt x="20727" y="15781"/>
                  </a:cubicBezTo>
                  <a:cubicBezTo>
                    <a:pt x="19246" y="17623"/>
                    <a:pt x="17906" y="19563"/>
                    <a:pt x="16598" y="21532"/>
                  </a:cubicBezTo>
                  <a:cubicBezTo>
                    <a:pt x="15859" y="22499"/>
                    <a:pt x="15120" y="23452"/>
                    <a:pt x="14367" y="24378"/>
                  </a:cubicBezTo>
                  <a:cubicBezTo>
                    <a:pt x="13085" y="25961"/>
                    <a:pt x="11838" y="27557"/>
                    <a:pt x="10614" y="29168"/>
                  </a:cubicBezTo>
                  <a:cubicBezTo>
                    <a:pt x="10755" y="28966"/>
                    <a:pt x="10879" y="28752"/>
                    <a:pt x="10983" y="28527"/>
                  </a:cubicBezTo>
                  <a:cubicBezTo>
                    <a:pt x="11003" y="28483"/>
                    <a:pt x="10967" y="28444"/>
                    <a:pt x="10931" y="28444"/>
                  </a:cubicBezTo>
                  <a:cubicBezTo>
                    <a:pt x="10915" y="28444"/>
                    <a:pt x="10899" y="28452"/>
                    <a:pt x="10888" y="28472"/>
                  </a:cubicBezTo>
                  <a:cubicBezTo>
                    <a:pt x="10062" y="29947"/>
                    <a:pt x="8030" y="30528"/>
                    <a:pt x="7421" y="32081"/>
                  </a:cubicBezTo>
                  <a:cubicBezTo>
                    <a:pt x="7045" y="33028"/>
                    <a:pt x="7184" y="33727"/>
                    <a:pt x="5934" y="33787"/>
                  </a:cubicBezTo>
                  <a:cubicBezTo>
                    <a:pt x="5172" y="33822"/>
                    <a:pt x="4499" y="34174"/>
                    <a:pt x="3887" y="34593"/>
                  </a:cubicBezTo>
                  <a:cubicBezTo>
                    <a:pt x="1421" y="36284"/>
                    <a:pt x="2143" y="39954"/>
                    <a:pt x="3898" y="41865"/>
                  </a:cubicBezTo>
                  <a:lnTo>
                    <a:pt x="4002" y="42041"/>
                  </a:lnTo>
                  <a:cubicBezTo>
                    <a:pt x="4023" y="42076"/>
                    <a:pt x="4062" y="42096"/>
                    <a:pt x="4102" y="42096"/>
                  </a:cubicBezTo>
                  <a:cubicBezTo>
                    <a:pt x="4111" y="42096"/>
                    <a:pt x="4120" y="42095"/>
                    <a:pt x="4129" y="42093"/>
                  </a:cubicBezTo>
                  <a:cubicBezTo>
                    <a:pt x="4164" y="42131"/>
                    <a:pt x="4202" y="42171"/>
                    <a:pt x="4242" y="42206"/>
                  </a:cubicBezTo>
                  <a:cubicBezTo>
                    <a:pt x="4242" y="42206"/>
                    <a:pt x="4245" y="42206"/>
                    <a:pt x="4248" y="42209"/>
                  </a:cubicBezTo>
                  <a:cubicBezTo>
                    <a:pt x="2371" y="44559"/>
                    <a:pt x="350" y="47192"/>
                    <a:pt x="10" y="49703"/>
                  </a:cubicBezTo>
                  <a:cubicBezTo>
                    <a:pt x="1" y="49767"/>
                    <a:pt x="41" y="49827"/>
                    <a:pt x="105" y="49848"/>
                  </a:cubicBezTo>
                  <a:cubicBezTo>
                    <a:pt x="96" y="49868"/>
                    <a:pt x="88" y="49885"/>
                    <a:pt x="79" y="49905"/>
                  </a:cubicBezTo>
                  <a:cubicBezTo>
                    <a:pt x="40" y="50010"/>
                    <a:pt x="142" y="50114"/>
                    <a:pt x="242" y="50114"/>
                  </a:cubicBezTo>
                  <a:cubicBezTo>
                    <a:pt x="269" y="50114"/>
                    <a:pt x="295" y="50106"/>
                    <a:pt x="319" y="50090"/>
                  </a:cubicBezTo>
                  <a:cubicBezTo>
                    <a:pt x="1231" y="49452"/>
                    <a:pt x="2051" y="48658"/>
                    <a:pt x="2804" y="47775"/>
                  </a:cubicBezTo>
                  <a:lnTo>
                    <a:pt x="2804" y="47775"/>
                  </a:lnTo>
                  <a:cubicBezTo>
                    <a:pt x="2507" y="48326"/>
                    <a:pt x="2201" y="48875"/>
                    <a:pt x="1924" y="49435"/>
                  </a:cubicBezTo>
                  <a:cubicBezTo>
                    <a:pt x="1866" y="49553"/>
                    <a:pt x="1970" y="49695"/>
                    <a:pt x="2079" y="49695"/>
                  </a:cubicBezTo>
                  <a:cubicBezTo>
                    <a:pt x="2116" y="49695"/>
                    <a:pt x="2154" y="49678"/>
                    <a:pt x="2186" y="49637"/>
                  </a:cubicBezTo>
                  <a:cubicBezTo>
                    <a:pt x="2804" y="48837"/>
                    <a:pt x="3422" y="48037"/>
                    <a:pt x="4043" y="47235"/>
                  </a:cubicBezTo>
                  <a:lnTo>
                    <a:pt x="4043" y="47235"/>
                  </a:lnTo>
                  <a:cubicBezTo>
                    <a:pt x="3734" y="47734"/>
                    <a:pt x="3460" y="48254"/>
                    <a:pt x="3220" y="48788"/>
                  </a:cubicBezTo>
                  <a:cubicBezTo>
                    <a:pt x="3166" y="48908"/>
                    <a:pt x="3258" y="49041"/>
                    <a:pt x="3365" y="49041"/>
                  </a:cubicBezTo>
                  <a:cubicBezTo>
                    <a:pt x="3402" y="49041"/>
                    <a:pt x="3441" y="49025"/>
                    <a:pt x="3477" y="48987"/>
                  </a:cubicBezTo>
                  <a:cubicBezTo>
                    <a:pt x="4629" y="47804"/>
                    <a:pt x="5671" y="46545"/>
                    <a:pt x="6661" y="45249"/>
                  </a:cubicBezTo>
                  <a:lnTo>
                    <a:pt x="6661" y="45249"/>
                  </a:lnTo>
                  <a:cubicBezTo>
                    <a:pt x="6055" y="46230"/>
                    <a:pt x="5478" y="47229"/>
                    <a:pt x="4949" y="48251"/>
                  </a:cubicBezTo>
                  <a:cubicBezTo>
                    <a:pt x="4889" y="48367"/>
                    <a:pt x="4986" y="48495"/>
                    <a:pt x="5092" y="48495"/>
                  </a:cubicBezTo>
                  <a:cubicBezTo>
                    <a:pt x="5128" y="48495"/>
                    <a:pt x="5165" y="48480"/>
                    <a:pt x="5198" y="48444"/>
                  </a:cubicBezTo>
                  <a:cubicBezTo>
                    <a:pt x="5295" y="48338"/>
                    <a:pt x="6277" y="47005"/>
                    <a:pt x="6573" y="47005"/>
                  </a:cubicBezTo>
                  <a:cubicBezTo>
                    <a:pt x="6679" y="47005"/>
                    <a:pt x="6697" y="47178"/>
                    <a:pt x="6552" y="47645"/>
                  </a:cubicBezTo>
                  <a:cubicBezTo>
                    <a:pt x="6514" y="47760"/>
                    <a:pt x="6607" y="47836"/>
                    <a:pt x="6704" y="47836"/>
                  </a:cubicBezTo>
                  <a:cubicBezTo>
                    <a:pt x="6743" y="47836"/>
                    <a:pt x="6782" y="47824"/>
                    <a:pt x="6814" y="47798"/>
                  </a:cubicBezTo>
                  <a:cubicBezTo>
                    <a:pt x="7030" y="47455"/>
                    <a:pt x="7198" y="47283"/>
                    <a:pt x="7316" y="47283"/>
                  </a:cubicBezTo>
                  <a:cubicBezTo>
                    <a:pt x="7421" y="47283"/>
                    <a:pt x="7487" y="47417"/>
                    <a:pt x="7516" y="47685"/>
                  </a:cubicBezTo>
                  <a:cubicBezTo>
                    <a:pt x="7506" y="47785"/>
                    <a:pt x="7578" y="47835"/>
                    <a:pt x="7655" y="47835"/>
                  </a:cubicBezTo>
                  <a:cubicBezTo>
                    <a:pt x="7733" y="47835"/>
                    <a:pt x="7816" y="47785"/>
                    <a:pt x="7828" y="47685"/>
                  </a:cubicBezTo>
                  <a:lnTo>
                    <a:pt x="7934" y="46715"/>
                  </a:lnTo>
                  <a:cubicBezTo>
                    <a:pt x="7946" y="46621"/>
                    <a:pt x="7864" y="46565"/>
                    <a:pt x="7781" y="46565"/>
                  </a:cubicBezTo>
                  <a:cubicBezTo>
                    <a:pt x="7740" y="46565"/>
                    <a:pt x="7699" y="46579"/>
                    <a:pt x="7669" y="46608"/>
                  </a:cubicBezTo>
                  <a:cubicBezTo>
                    <a:pt x="7357" y="46910"/>
                    <a:pt x="7192" y="47092"/>
                    <a:pt x="7125" y="47092"/>
                  </a:cubicBezTo>
                  <a:cubicBezTo>
                    <a:pt x="7055" y="47092"/>
                    <a:pt x="7091" y="46897"/>
                    <a:pt x="7178" y="46435"/>
                  </a:cubicBezTo>
                  <a:cubicBezTo>
                    <a:pt x="7199" y="46325"/>
                    <a:pt x="7115" y="46238"/>
                    <a:pt x="7023" y="46238"/>
                  </a:cubicBezTo>
                  <a:cubicBezTo>
                    <a:pt x="6986" y="46238"/>
                    <a:pt x="6949" y="46251"/>
                    <a:pt x="6915" y="46282"/>
                  </a:cubicBezTo>
                  <a:cubicBezTo>
                    <a:pt x="6263" y="46881"/>
                    <a:pt x="5949" y="47112"/>
                    <a:pt x="5851" y="47112"/>
                  </a:cubicBezTo>
                  <a:cubicBezTo>
                    <a:pt x="5557" y="47112"/>
                    <a:pt x="7177" y="45064"/>
                    <a:pt x="7467" y="44625"/>
                  </a:cubicBezTo>
                  <a:cubicBezTo>
                    <a:pt x="8861" y="42523"/>
                    <a:pt x="10541" y="40606"/>
                    <a:pt x="12144" y="38663"/>
                  </a:cubicBezTo>
                  <a:cubicBezTo>
                    <a:pt x="14491" y="35817"/>
                    <a:pt x="16595" y="32837"/>
                    <a:pt x="18611" y="29745"/>
                  </a:cubicBezTo>
                  <a:cubicBezTo>
                    <a:pt x="19751" y="27999"/>
                    <a:pt x="20909" y="26258"/>
                    <a:pt x="22087" y="24520"/>
                  </a:cubicBezTo>
                  <a:cubicBezTo>
                    <a:pt x="25398" y="20250"/>
                    <a:pt x="28715" y="15986"/>
                    <a:pt x="32148" y="11811"/>
                  </a:cubicBezTo>
                  <a:cubicBezTo>
                    <a:pt x="33430" y="10252"/>
                    <a:pt x="35589" y="8939"/>
                    <a:pt x="35733" y="6771"/>
                  </a:cubicBezTo>
                  <a:cubicBezTo>
                    <a:pt x="36727" y="8099"/>
                    <a:pt x="37723" y="9412"/>
                    <a:pt x="38843" y="10452"/>
                  </a:cubicBezTo>
                  <a:cubicBezTo>
                    <a:pt x="38883" y="10489"/>
                    <a:pt x="38927" y="10504"/>
                    <a:pt x="38970" y="10504"/>
                  </a:cubicBezTo>
                  <a:cubicBezTo>
                    <a:pt x="39119" y="10504"/>
                    <a:pt x="39250" y="10313"/>
                    <a:pt x="39111" y="10183"/>
                  </a:cubicBezTo>
                  <a:cubicBezTo>
                    <a:pt x="36285" y="7559"/>
                    <a:pt x="34815" y="4013"/>
                    <a:pt x="31859" y="1854"/>
                  </a:cubicBezTo>
                  <a:cubicBezTo>
                    <a:pt x="31839" y="1781"/>
                    <a:pt x="31770" y="1730"/>
                    <a:pt x="31695" y="1730"/>
                  </a:cubicBezTo>
                  <a:cubicBezTo>
                    <a:pt x="31693" y="1730"/>
                    <a:pt x="31691" y="1730"/>
                    <a:pt x="31689" y="1730"/>
                  </a:cubicBezTo>
                  <a:cubicBezTo>
                    <a:pt x="30967" y="1225"/>
                    <a:pt x="30179" y="823"/>
                    <a:pt x="29347" y="538"/>
                  </a:cubicBezTo>
                  <a:cubicBezTo>
                    <a:pt x="28660" y="309"/>
                    <a:pt x="27947" y="182"/>
                    <a:pt x="27225" y="159"/>
                  </a:cubicBezTo>
                  <a:cubicBezTo>
                    <a:pt x="27221" y="75"/>
                    <a:pt x="27141" y="1"/>
                    <a:pt x="2706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2" name="Google Shape;4322;p56"/>
            <p:cNvSpPr/>
            <p:nvPr/>
          </p:nvSpPr>
          <p:spPr>
            <a:xfrm>
              <a:off x="4676950" y="2073550"/>
              <a:ext cx="20750" cy="22675"/>
            </a:xfrm>
            <a:custGeom>
              <a:avLst/>
              <a:gdLst/>
              <a:ahLst/>
              <a:cxnLst/>
              <a:rect l="l" t="t" r="r" b="b"/>
              <a:pathLst>
                <a:path w="830" h="907" extrusionOk="0">
                  <a:moveTo>
                    <a:pt x="829" y="0"/>
                  </a:moveTo>
                  <a:cubicBezTo>
                    <a:pt x="748" y="87"/>
                    <a:pt x="662" y="174"/>
                    <a:pt x="581" y="260"/>
                  </a:cubicBezTo>
                  <a:cubicBezTo>
                    <a:pt x="388" y="477"/>
                    <a:pt x="194" y="693"/>
                    <a:pt x="1" y="907"/>
                  </a:cubicBezTo>
                  <a:cubicBezTo>
                    <a:pt x="278" y="604"/>
                    <a:pt x="555" y="301"/>
                    <a:pt x="82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3" name="Google Shape;4323;p56"/>
            <p:cNvSpPr/>
            <p:nvPr/>
          </p:nvSpPr>
          <p:spPr>
            <a:xfrm>
              <a:off x="4104175" y="2561150"/>
              <a:ext cx="133900" cy="132250"/>
            </a:xfrm>
            <a:custGeom>
              <a:avLst/>
              <a:gdLst/>
              <a:ahLst/>
              <a:cxnLst/>
              <a:rect l="l" t="t" r="r" b="b"/>
              <a:pathLst>
                <a:path w="5356" h="5290" extrusionOk="0">
                  <a:moveTo>
                    <a:pt x="5356" y="1"/>
                  </a:moveTo>
                  <a:lnTo>
                    <a:pt x="5356" y="1"/>
                  </a:lnTo>
                  <a:cubicBezTo>
                    <a:pt x="3525" y="1727"/>
                    <a:pt x="1701" y="3480"/>
                    <a:pt x="0" y="5290"/>
                  </a:cubicBezTo>
                  <a:cubicBezTo>
                    <a:pt x="249" y="5056"/>
                    <a:pt x="497" y="4822"/>
                    <a:pt x="748" y="4591"/>
                  </a:cubicBezTo>
                  <a:cubicBezTo>
                    <a:pt x="2333" y="3110"/>
                    <a:pt x="3852" y="1563"/>
                    <a:pt x="53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4" name="Google Shape;4324;p56"/>
            <p:cNvSpPr/>
            <p:nvPr/>
          </p:nvSpPr>
          <p:spPr>
            <a:xfrm>
              <a:off x="4529425" y="2080700"/>
              <a:ext cx="100725" cy="115050"/>
            </a:xfrm>
            <a:custGeom>
              <a:avLst/>
              <a:gdLst/>
              <a:ahLst/>
              <a:cxnLst/>
              <a:rect l="l" t="t" r="r" b="b"/>
              <a:pathLst>
                <a:path w="4029" h="4602" extrusionOk="0">
                  <a:moveTo>
                    <a:pt x="4028" y="0"/>
                  </a:moveTo>
                  <a:cubicBezTo>
                    <a:pt x="2686" y="1533"/>
                    <a:pt x="1343" y="3066"/>
                    <a:pt x="1" y="4602"/>
                  </a:cubicBezTo>
                  <a:cubicBezTo>
                    <a:pt x="468" y="4088"/>
                    <a:pt x="939" y="3577"/>
                    <a:pt x="1404" y="3060"/>
                  </a:cubicBezTo>
                  <a:cubicBezTo>
                    <a:pt x="2302" y="2067"/>
                    <a:pt x="3168" y="1039"/>
                    <a:pt x="40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5" name="Google Shape;4325;p56"/>
            <p:cNvSpPr/>
            <p:nvPr/>
          </p:nvSpPr>
          <p:spPr>
            <a:xfrm>
              <a:off x="4023550" y="2864950"/>
              <a:ext cx="12525" cy="11925"/>
            </a:xfrm>
            <a:custGeom>
              <a:avLst/>
              <a:gdLst/>
              <a:ahLst/>
              <a:cxnLst/>
              <a:rect l="l" t="t" r="r" b="b"/>
              <a:pathLst>
                <a:path w="501" h="477" extrusionOk="0">
                  <a:moveTo>
                    <a:pt x="500" y="0"/>
                  </a:moveTo>
                  <a:lnTo>
                    <a:pt x="500" y="0"/>
                  </a:lnTo>
                  <a:cubicBezTo>
                    <a:pt x="336" y="159"/>
                    <a:pt x="168" y="318"/>
                    <a:pt x="1" y="477"/>
                  </a:cubicBezTo>
                  <a:cubicBezTo>
                    <a:pt x="136" y="468"/>
                    <a:pt x="301" y="312"/>
                    <a:pt x="50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6" name="Google Shape;4326;p56"/>
            <p:cNvSpPr/>
            <p:nvPr/>
          </p:nvSpPr>
          <p:spPr>
            <a:xfrm>
              <a:off x="4146900" y="2619550"/>
              <a:ext cx="291675" cy="383175"/>
            </a:xfrm>
            <a:custGeom>
              <a:avLst/>
              <a:gdLst/>
              <a:ahLst/>
              <a:cxnLst/>
              <a:rect l="l" t="t" r="r" b="b"/>
              <a:pathLst>
                <a:path w="11667" h="15327" extrusionOk="0">
                  <a:moveTo>
                    <a:pt x="11667" y="0"/>
                  </a:moveTo>
                  <a:lnTo>
                    <a:pt x="11667" y="0"/>
                  </a:lnTo>
                  <a:cubicBezTo>
                    <a:pt x="10873" y="933"/>
                    <a:pt x="10076" y="1860"/>
                    <a:pt x="9259" y="2772"/>
                  </a:cubicBezTo>
                  <a:lnTo>
                    <a:pt x="9236" y="2795"/>
                  </a:lnTo>
                  <a:cubicBezTo>
                    <a:pt x="7764" y="4830"/>
                    <a:pt x="6317" y="6886"/>
                    <a:pt x="4900" y="8962"/>
                  </a:cubicBezTo>
                  <a:cubicBezTo>
                    <a:pt x="3734" y="10678"/>
                    <a:pt x="2482" y="12334"/>
                    <a:pt x="1150" y="13927"/>
                  </a:cubicBezTo>
                  <a:lnTo>
                    <a:pt x="1150" y="13927"/>
                  </a:lnTo>
                  <a:cubicBezTo>
                    <a:pt x="1636" y="13343"/>
                    <a:pt x="2727" y="11050"/>
                    <a:pt x="3436" y="10050"/>
                  </a:cubicBezTo>
                  <a:cubicBezTo>
                    <a:pt x="4856" y="8047"/>
                    <a:pt x="6398" y="6101"/>
                    <a:pt x="7992" y="4190"/>
                  </a:cubicBezTo>
                  <a:lnTo>
                    <a:pt x="7992" y="4190"/>
                  </a:lnTo>
                  <a:cubicBezTo>
                    <a:pt x="4972" y="7579"/>
                    <a:pt x="2091" y="10983"/>
                    <a:pt x="53" y="15105"/>
                  </a:cubicBezTo>
                  <a:cubicBezTo>
                    <a:pt x="1" y="15211"/>
                    <a:pt x="87" y="15326"/>
                    <a:pt x="183" y="15326"/>
                  </a:cubicBezTo>
                  <a:cubicBezTo>
                    <a:pt x="215" y="15326"/>
                    <a:pt x="248" y="15313"/>
                    <a:pt x="278" y="15281"/>
                  </a:cubicBezTo>
                  <a:cubicBezTo>
                    <a:pt x="3274" y="12085"/>
                    <a:pt x="5593" y="8405"/>
                    <a:pt x="8110" y="4833"/>
                  </a:cubicBezTo>
                  <a:cubicBezTo>
                    <a:pt x="9265" y="3196"/>
                    <a:pt x="10457" y="1594"/>
                    <a:pt x="116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7" name="Google Shape;4327;p56"/>
            <p:cNvSpPr/>
            <p:nvPr/>
          </p:nvSpPr>
          <p:spPr>
            <a:xfrm>
              <a:off x="4438500" y="2570050"/>
              <a:ext cx="41375" cy="49525"/>
            </a:xfrm>
            <a:custGeom>
              <a:avLst/>
              <a:gdLst/>
              <a:ahLst/>
              <a:cxnLst/>
              <a:rect l="l" t="t" r="r" b="b"/>
              <a:pathLst>
                <a:path w="1655" h="1981" extrusionOk="0">
                  <a:moveTo>
                    <a:pt x="1654" y="0"/>
                  </a:moveTo>
                  <a:lnTo>
                    <a:pt x="1654" y="0"/>
                  </a:lnTo>
                  <a:cubicBezTo>
                    <a:pt x="1305" y="396"/>
                    <a:pt x="956" y="794"/>
                    <a:pt x="603" y="1192"/>
                  </a:cubicBezTo>
                  <a:cubicBezTo>
                    <a:pt x="404" y="1455"/>
                    <a:pt x="202" y="1718"/>
                    <a:pt x="0" y="1980"/>
                  </a:cubicBezTo>
                  <a:cubicBezTo>
                    <a:pt x="557" y="1325"/>
                    <a:pt x="1106" y="664"/>
                    <a:pt x="16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8" name="Google Shape;4328;p56"/>
            <p:cNvSpPr/>
            <p:nvPr/>
          </p:nvSpPr>
          <p:spPr>
            <a:xfrm>
              <a:off x="4346675" y="2672675"/>
              <a:ext cx="43475" cy="51550"/>
            </a:xfrm>
            <a:custGeom>
              <a:avLst/>
              <a:gdLst/>
              <a:ahLst/>
              <a:cxnLst/>
              <a:rect l="l" t="t" r="r" b="b"/>
              <a:pathLst>
                <a:path w="1739" h="2062" extrusionOk="0">
                  <a:moveTo>
                    <a:pt x="1739" y="0"/>
                  </a:moveTo>
                  <a:lnTo>
                    <a:pt x="1739" y="0"/>
                  </a:lnTo>
                  <a:cubicBezTo>
                    <a:pt x="1153" y="685"/>
                    <a:pt x="575" y="1372"/>
                    <a:pt x="1" y="2062"/>
                  </a:cubicBezTo>
                  <a:cubicBezTo>
                    <a:pt x="414" y="1597"/>
                    <a:pt x="829" y="1135"/>
                    <a:pt x="1245" y="670"/>
                  </a:cubicBezTo>
                  <a:cubicBezTo>
                    <a:pt x="1407" y="445"/>
                    <a:pt x="1574" y="226"/>
                    <a:pt x="173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9" name="Google Shape;4329;p56"/>
            <p:cNvSpPr/>
            <p:nvPr/>
          </p:nvSpPr>
          <p:spPr>
            <a:xfrm>
              <a:off x="3715150" y="1348850"/>
              <a:ext cx="1605150" cy="1793100"/>
            </a:xfrm>
            <a:custGeom>
              <a:avLst/>
              <a:gdLst/>
              <a:ahLst/>
              <a:cxnLst/>
              <a:rect l="l" t="t" r="r" b="b"/>
              <a:pathLst>
                <a:path w="64206" h="71724" extrusionOk="0">
                  <a:moveTo>
                    <a:pt x="50004" y="923"/>
                  </a:moveTo>
                  <a:cubicBezTo>
                    <a:pt x="50129" y="923"/>
                    <a:pt x="48748" y="2564"/>
                    <a:pt x="48675" y="2665"/>
                  </a:cubicBezTo>
                  <a:cubicBezTo>
                    <a:pt x="47824" y="3614"/>
                    <a:pt x="46767" y="4405"/>
                    <a:pt x="45774" y="5199"/>
                  </a:cubicBezTo>
                  <a:cubicBezTo>
                    <a:pt x="45540" y="5387"/>
                    <a:pt x="45318" y="5586"/>
                    <a:pt x="45087" y="5777"/>
                  </a:cubicBezTo>
                  <a:cubicBezTo>
                    <a:pt x="46605" y="4137"/>
                    <a:pt x="48167" y="2529"/>
                    <a:pt x="49830" y="1051"/>
                  </a:cubicBezTo>
                  <a:cubicBezTo>
                    <a:pt x="49930" y="962"/>
                    <a:pt x="49985" y="923"/>
                    <a:pt x="50004" y="923"/>
                  </a:cubicBezTo>
                  <a:close/>
                  <a:moveTo>
                    <a:pt x="46698" y="2105"/>
                  </a:moveTo>
                  <a:lnTo>
                    <a:pt x="46698" y="2105"/>
                  </a:lnTo>
                  <a:cubicBezTo>
                    <a:pt x="45416" y="3196"/>
                    <a:pt x="44074" y="4203"/>
                    <a:pt x="42780" y="5280"/>
                  </a:cubicBezTo>
                  <a:cubicBezTo>
                    <a:pt x="42384" y="5612"/>
                    <a:pt x="41454" y="6614"/>
                    <a:pt x="41429" y="6614"/>
                  </a:cubicBezTo>
                  <a:cubicBezTo>
                    <a:pt x="41414" y="6614"/>
                    <a:pt x="41698" y="6284"/>
                    <a:pt x="42552" y="5306"/>
                  </a:cubicBezTo>
                  <a:cubicBezTo>
                    <a:pt x="43464" y="4267"/>
                    <a:pt x="44619" y="3421"/>
                    <a:pt x="45745" y="2636"/>
                  </a:cubicBezTo>
                  <a:cubicBezTo>
                    <a:pt x="45754" y="2633"/>
                    <a:pt x="45751" y="2627"/>
                    <a:pt x="45757" y="2621"/>
                  </a:cubicBezTo>
                  <a:cubicBezTo>
                    <a:pt x="46063" y="2445"/>
                    <a:pt x="46380" y="2272"/>
                    <a:pt x="46698" y="2105"/>
                  </a:cubicBezTo>
                  <a:close/>
                  <a:moveTo>
                    <a:pt x="50407" y="718"/>
                  </a:moveTo>
                  <a:cubicBezTo>
                    <a:pt x="51022" y="718"/>
                    <a:pt x="51244" y="1089"/>
                    <a:pt x="50737" y="2073"/>
                  </a:cubicBezTo>
                  <a:cubicBezTo>
                    <a:pt x="49596" y="4281"/>
                    <a:pt x="46920" y="5716"/>
                    <a:pt x="44914" y="7151"/>
                  </a:cubicBezTo>
                  <a:cubicBezTo>
                    <a:pt x="46169" y="5852"/>
                    <a:pt x="47466" y="4593"/>
                    <a:pt x="48762" y="3334"/>
                  </a:cubicBezTo>
                  <a:cubicBezTo>
                    <a:pt x="49453" y="2664"/>
                    <a:pt x="49748" y="2409"/>
                    <a:pt x="49795" y="2409"/>
                  </a:cubicBezTo>
                  <a:cubicBezTo>
                    <a:pt x="49933" y="2409"/>
                    <a:pt x="48016" y="4531"/>
                    <a:pt x="47639" y="4916"/>
                  </a:cubicBezTo>
                  <a:cubicBezTo>
                    <a:pt x="47552" y="5006"/>
                    <a:pt x="47637" y="5133"/>
                    <a:pt x="47735" y="5133"/>
                  </a:cubicBezTo>
                  <a:cubicBezTo>
                    <a:pt x="47764" y="5133"/>
                    <a:pt x="47794" y="5122"/>
                    <a:pt x="47821" y="5095"/>
                  </a:cubicBezTo>
                  <a:cubicBezTo>
                    <a:pt x="49054" y="3868"/>
                    <a:pt x="50243" y="2907"/>
                    <a:pt x="50884" y="1270"/>
                  </a:cubicBezTo>
                  <a:cubicBezTo>
                    <a:pt x="50923" y="1171"/>
                    <a:pt x="50833" y="1098"/>
                    <a:pt x="50745" y="1098"/>
                  </a:cubicBezTo>
                  <a:cubicBezTo>
                    <a:pt x="50711" y="1098"/>
                    <a:pt x="50676" y="1109"/>
                    <a:pt x="50650" y="1134"/>
                  </a:cubicBezTo>
                  <a:cubicBezTo>
                    <a:pt x="50027" y="1726"/>
                    <a:pt x="49417" y="2333"/>
                    <a:pt x="48800" y="2930"/>
                  </a:cubicBezTo>
                  <a:cubicBezTo>
                    <a:pt x="49420" y="2272"/>
                    <a:pt x="49957" y="1550"/>
                    <a:pt x="50350" y="719"/>
                  </a:cubicBezTo>
                  <a:cubicBezTo>
                    <a:pt x="50369" y="718"/>
                    <a:pt x="50388" y="718"/>
                    <a:pt x="50407" y="718"/>
                  </a:cubicBezTo>
                  <a:close/>
                  <a:moveTo>
                    <a:pt x="48802" y="1123"/>
                  </a:moveTo>
                  <a:cubicBezTo>
                    <a:pt x="48315" y="1530"/>
                    <a:pt x="47841" y="1949"/>
                    <a:pt x="47368" y="2373"/>
                  </a:cubicBezTo>
                  <a:cubicBezTo>
                    <a:pt x="47304" y="2416"/>
                    <a:pt x="47258" y="2448"/>
                    <a:pt x="47255" y="2451"/>
                  </a:cubicBezTo>
                  <a:cubicBezTo>
                    <a:pt x="45315" y="4123"/>
                    <a:pt x="43401" y="5861"/>
                    <a:pt x="41663" y="7749"/>
                  </a:cubicBezTo>
                  <a:cubicBezTo>
                    <a:pt x="40927" y="8444"/>
                    <a:pt x="40188" y="9137"/>
                    <a:pt x="39425" y="9807"/>
                  </a:cubicBezTo>
                  <a:cubicBezTo>
                    <a:pt x="40531" y="8834"/>
                    <a:pt x="41897" y="6807"/>
                    <a:pt x="43256" y="5543"/>
                  </a:cubicBezTo>
                  <a:cubicBezTo>
                    <a:pt x="44463" y="4420"/>
                    <a:pt x="45716" y="3349"/>
                    <a:pt x="46935" y="2237"/>
                  </a:cubicBezTo>
                  <a:cubicBezTo>
                    <a:pt x="46949" y="2229"/>
                    <a:pt x="46958" y="2220"/>
                    <a:pt x="46969" y="2211"/>
                  </a:cubicBezTo>
                  <a:cubicBezTo>
                    <a:pt x="46972" y="2209"/>
                    <a:pt x="46973" y="2209"/>
                    <a:pt x="46972" y="2209"/>
                  </a:cubicBezTo>
                  <a:lnTo>
                    <a:pt x="46972" y="2209"/>
                  </a:lnTo>
                  <a:cubicBezTo>
                    <a:pt x="46972" y="2209"/>
                    <a:pt x="46970" y="2209"/>
                    <a:pt x="46969" y="2209"/>
                  </a:cubicBezTo>
                  <a:cubicBezTo>
                    <a:pt x="46969" y="2209"/>
                    <a:pt x="46969" y="2209"/>
                    <a:pt x="46969" y="2208"/>
                  </a:cubicBezTo>
                  <a:cubicBezTo>
                    <a:pt x="47168" y="2024"/>
                    <a:pt x="47376" y="1848"/>
                    <a:pt x="47573" y="1663"/>
                  </a:cubicBezTo>
                  <a:cubicBezTo>
                    <a:pt x="48000" y="1458"/>
                    <a:pt x="48416" y="1273"/>
                    <a:pt x="48802" y="1123"/>
                  </a:cubicBezTo>
                  <a:close/>
                  <a:moveTo>
                    <a:pt x="49643" y="840"/>
                  </a:moveTo>
                  <a:lnTo>
                    <a:pt x="49643" y="840"/>
                  </a:lnTo>
                  <a:cubicBezTo>
                    <a:pt x="47310" y="2722"/>
                    <a:pt x="45269" y="5101"/>
                    <a:pt x="43285" y="7356"/>
                  </a:cubicBezTo>
                  <a:cubicBezTo>
                    <a:pt x="41937" y="8595"/>
                    <a:pt x="40641" y="9882"/>
                    <a:pt x="39339" y="11181"/>
                  </a:cubicBezTo>
                  <a:cubicBezTo>
                    <a:pt x="38820" y="11700"/>
                    <a:pt x="38595" y="11896"/>
                    <a:pt x="38551" y="11896"/>
                  </a:cubicBezTo>
                  <a:cubicBezTo>
                    <a:pt x="38422" y="11896"/>
                    <a:pt x="39849" y="10211"/>
                    <a:pt x="40006" y="10006"/>
                  </a:cubicBezTo>
                  <a:cubicBezTo>
                    <a:pt x="40531" y="9325"/>
                    <a:pt x="41109" y="8681"/>
                    <a:pt x="41700" y="8052"/>
                  </a:cubicBezTo>
                  <a:cubicBezTo>
                    <a:pt x="42624" y="7186"/>
                    <a:pt x="43531" y="6305"/>
                    <a:pt x="44437" y="5419"/>
                  </a:cubicBezTo>
                  <a:cubicBezTo>
                    <a:pt x="45231" y="4645"/>
                    <a:pt x="46040" y="3886"/>
                    <a:pt x="46851" y="3135"/>
                  </a:cubicBezTo>
                  <a:cubicBezTo>
                    <a:pt x="47676" y="2419"/>
                    <a:pt x="48502" y="1706"/>
                    <a:pt x="49328" y="996"/>
                  </a:cubicBezTo>
                  <a:cubicBezTo>
                    <a:pt x="49348" y="979"/>
                    <a:pt x="49360" y="953"/>
                    <a:pt x="49362" y="924"/>
                  </a:cubicBezTo>
                  <a:cubicBezTo>
                    <a:pt x="49458" y="892"/>
                    <a:pt x="49553" y="866"/>
                    <a:pt x="49643" y="840"/>
                  </a:cubicBezTo>
                  <a:close/>
                  <a:moveTo>
                    <a:pt x="54467" y="11600"/>
                  </a:moveTo>
                  <a:cubicBezTo>
                    <a:pt x="54501" y="11727"/>
                    <a:pt x="54516" y="11857"/>
                    <a:pt x="54539" y="11987"/>
                  </a:cubicBezTo>
                  <a:cubicBezTo>
                    <a:pt x="54529" y="11984"/>
                    <a:pt x="54519" y="11983"/>
                    <a:pt x="54509" y="11983"/>
                  </a:cubicBezTo>
                  <a:cubicBezTo>
                    <a:pt x="54476" y="11983"/>
                    <a:pt x="54445" y="11997"/>
                    <a:pt x="54421" y="12021"/>
                  </a:cubicBezTo>
                  <a:cubicBezTo>
                    <a:pt x="53568" y="12877"/>
                    <a:pt x="53191" y="13192"/>
                    <a:pt x="53116" y="13192"/>
                  </a:cubicBezTo>
                  <a:cubicBezTo>
                    <a:pt x="52992" y="13192"/>
                    <a:pt x="53707" y="12316"/>
                    <a:pt x="54467" y="11600"/>
                  </a:cubicBezTo>
                  <a:close/>
                  <a:moveTo>
                    <a:pt x="40600" y="11840"/>
                  </a:moveTo>
                  <a:cubicBezTo>
                    <a:pt x="40427" y="12273"/>
                    <a:pt x="40326" y="12706"/>
                    <a:pt x="40329" y="13133"/>
                  </a:cubicBezTo>
                  <a:cubicBezTo>
                    <a:pt x="39394" y="13968"/>
                    <a:pt x="38963" y="14281"/>
                    <a:pt x="38844" y="14281"/>
                  </a:cubicBezTo>
                  <a:cubicBezTo>
                    <a:pt x="38568" y="14281"/>
                    <a:pt x="39954" y="12607"/>
                    <a:pt x="40600" y="11840"/>
                  </a:cubicBezTo>
                  <a:close/>
                  <a:moveTo>
                    <a:pt x="47994" y="3713"/>
                  </a:moveTo>
                  <a:lnTo>
                    <a:pt x="47994" y="3713"/>
                  </a:lnTo>
                  <a:cubicBezTo>
                    <a:pt x="46484" y="5191"/>
                    <a:pt x="44994" y="6680"/>
                    <a:pt x="43548" y="8213"/>
                  </a:cubicBezTo>
                  <a:cubicBezTo>
                    <a:pt x="42708" y="8929"/>
                    <a:pt x="41755" y="9873"/>
                    <a:pt x="41103" y="10890"/>
                  </a:cubicBezTo>
                  <a:cubicBezTo>
                    <a:pt x="40029" y="12105"/>
                    <a:pt x="38987" y="13352"/>
                    <a:pt x="37979" y="14631"/>
                  </a:cubicBezTo>
                  <a:cubicBezTo>
                    <a:pt x="37093" y="11225"/>
                    <a:pt x="40820" y="6473"/>
                    <a:pt x="42916" y="4478"/>
                  </a:cubicBezTo>
                  <a:cubicBezTo>
                    <a:pt x="43072" y="4328"/>
                    <a:pt x="43404" y="4085"/>
                    <a:pt x="43840" y="3793"/>
                  </a:cubicBezTo>
                  <a:lnTo>
                    <a:pt x="43840" y="3793"/>
                  </a:lnTo>
                  <a:cubicBezTo>
                    <a:pt x="42714" y="4743"/>
                    <a:pt x="41700" y="5806"/>
                    <a:pt x="40944" y="7102"/>
                  </a:cubicBezTo>
                  <a:cubicBezTo>
                    <a:pt x="40894" y="7188"/>
                    <a:pt x="40972" y="7283"/>
                    <a:pt x="41053" y="7283"/>
                  </a:cubicBezTo>
                  <a:cubicBezTo>
                    <a:pt x="41081" y="7283"/>
                    <a:pt x="41108" y="7272"/>
                    <a:pt x="41132" y="7246"/>
                  </a:cubicBezTo>
                  <a:cubicBezTo>
                    <a:pt x="41937" y="6360"/>
                    <a:pt x="42815" y="5575"/>
                    <a:pt x="43730" y="4824"/>
                  </a:cubicBezTo>
                  <a:lnTo>
                    <a:pt x="43730" y="4824"/>
                  </a:lnTo>
                  <a:cubicBezTo>
                    <a:pt x="41859" y="6525"/>
                    <a:pt x="40081" y="8288"/>
                    <a:pt x="38686" y="10442"/>
                  </a:cubicBezTo>
                  <a:cubicBezTo>
                    <a:pt x="38630" y="10532"/>
                    <a:pt x="38708" y="10610"/>
                    <a:pt x="38791" y="10610"/>
                  </a:cubicBezTo>
                  <a:cubicBezTo>
                    <a:pt x="38818" y="10610"/>
                    <a:pt x="38845" y="10602"/>
                    <a:pt x="38868" y="10584"/>
                  </a:cubicBezTo>
                  <a:cubicBezTo>
                    <a:pt x="39373" y="10159"/>
                    <a:pt x="39850" y="9709"/>
                    <a:pt x="40338" y="9270"/>
                  </a:cubicBezTo>
                  <a:lnTo>
                    <a:pt x="40338" y="9270"/>
                  </a:lnTo>
                  <a:cubicBezTo>
                    <a:pt x="39469" y="10324"/>
                    <a:pt x="38655" y="11424"/>
                    <a:pt x="37936" y="12599"/>
                  </a:cubicBezTo>
                  <a:cubicBezTo>
                    <a:pt x="37884" y="12681"/>
                    <a:pt x="37959" y="12769"/>
                    <a:pt x="38038" y="12769"/>
                  </a:cubicBezTo>
                  <a:cubicBezTo>
                    <a:pt x="38064" y="12769"/>
                    <a:pt x="38090" y="12759"/>
                    <a:pt x="38112" y="12737"/>
                  </a:cubicBezTo>
                  <a:cubicBezTo>
                    <a:pt x="38793" y="12056"/>
                    <a:pt x="39475" y="11369"/>
                    <a:pt x="40159" y="10685"/>
                  </a:cubicBezTo>
                  <a:lnTo>
                    <a:pt x="40159" y="10685"/>
                  </a:lnTo>
                  <a:cubicBezTo>
                    <a:pt x="39010" y="11961"/>
                    <a:pt x="37942" y="13349"/>
                    <a:pt x="38187" y="13967"/>
                  </a:cubicBezTo>
                  <a:cubicBezTo>
                    <a:pt x="38199" y="13997"/>
                    <a:pt x="38225" y="14010"/>
                    <a:pt x="38251" y="14010"/>
                  </a:cubicBezTo>
                  <a:cubicBezTo>
                    <a:pt x="38288" y="14010"/>
                    <a:pt x="38324" y="13982"/>
                    <a:pt x="38308" y="13935"/>
                  </a:cubicBezTo>
                  <a:cubicBezTo>
                    <a:pt x="37924" y="12810"/>
                    <a:pt x="42416" y="8713"/>
                    <a:pt x="43127" y="7925"/>
                  </a:cubicBezTo>
                  <a:cubicBezTo>
                    <a:pt x="43326" y="7702"/>
                    <a:pt x="43531" y="7483"/>
                    <a:pt x="43733" y="7261"/>
                  </a:cubicBezTo>
                  <a:cubicBezTo>
                    <a:pt x="44267" y="6781"/>
                    <a:pt x="44810" y="6308"/>
                    <a:pt x="45370" y="5858"/>
                  </a:cubicBezTo>
                  <a:cubicBezTo>
                    <a:pt x="46239" y="5162"/>
                    <a:pt x="47154" y="4472"/>
                    <a:pt x="47994" y="3713"/>
                  </a:cubicBezTo>
                  <a:close/>
                  <a:moveTo>
                    <a:pt x="54588" y="12249"/>
                  </a:moveTo>
                  <a:cubicBezTo>
                    <a:pt x="54675" y="12876"/>
                    <a:pt x="54698" y="13523"/>
                    <a:pt x="54738" y="14161"/>
                  </a:cubicBezTo>
                  <a:cubicBezTo>
                    <a:pt x="53967" y="14533"/>
                    <a:pt x="53225" y="14969"/>
                    <a:pt x="52527" y="15466"/>
                  </a:cubicBezTo>
                  <a:cubicBezTo>
                    <a:pt x="53199" y="14830"/>
                    <a:pt x="53863" y="14184"/>
                    <a:pt x="54510" y="13511"/>
                  </a:cubicBezTo>
                  <a:cubicBezTo>
                    <a:pt x="54611" y="13407"/>
                    <a:pt x="54519" y="13277"/>
                    <a:pt x="54408" y="13277"/>
                  </a:cubicBezTo>
                  <a:cubicBezTo>
                    <a:pt x="54377" y="13277"/>
                    <a:pt x="54344" y="13288"/>
                    <a:pt x="54314" y="13312"/>
                  </a:cubicBezTo>
                  <a:cubicBezTo>
                    <a:pt x="52459" y="14787"/>
                    <a:pt x="51730" y="15317"/>
                    <a:pt x="51628" y="15317"/>
                  </a:cubicBezTo>
                  <a:cubicBezTo>
                    <a:pt x="51423" y="15317"/>
                    <a:pt x="53777" y="13155"/>
                    <a:pt x="54588" y="12249"/>
                  </a:cubicBezTo>
                  <a:close/>
                  <a:moveTo>
                    <a:pt x="40727" y="14498"/>
                  </a:moveTo>
                  <a:cubicBezTo>
                    <a:pt x="40831" y="14712"/>
                    <a:pt x="40947" y="14920"/>
                    <a:pt x="41074" y="15119"/>
                  </a:cubicBezTo>
                  <a:cubicBezTo>
                    <a:pt x="41061" y="15116"/>
                    <a:pt x="41048" y="15114"/>
                    <a:pt x="41036" y="15114"/>
                  </a:cubicBezTo>
                  <a:cubicBezTo>
                    <a:pt x="41004" y="15114"/>
                    <a:pt x="40973" y="15124"/>
                    <a:pt x="40947" y="15142"/>
                  </a:cubicBezTo>
                  <a:cubicBezTo>
                    <a:pt x="40232" y="15737"/>
                    <a:pt x="39896" y="15955"/>
                    <a:pt x="39788" y="15955"/>
                  </a:cubicBezTo>
                  <a:cubicBezTo>
                    <a:pt x="39555" y="15955"/>
                    <a:pt x="40365" y="14953"/>
                    <a:pt x="40727" y="14498"/>
                  </a:cubicBezTo>
                  <a:close/>
                  <a:moveTo>
                    <a:pt x="53846" y="10874"/>
                  </a:moveTo>
                  <a:cubicBezTo>
                    <a:pt x="54053" y="10874"/>
                    <a:pt x="54232" y="10994"/>
                    <a:pt x="54363" y="11285"/>
                  </a:cubicBezTo>
                  <a:cubicBezTo>
                    <a:pt x="53786" y="11758"/>
                    <a:pt x="53186" y="12328"/>
                    <a:pt x="53100" y="12328"/>
                  </a:cubicBezTo>
                  <a:cubicBezTo>
                    <a:pt x="53039" y="12328"/>
                    <a:pt x="53232" y="12047"/>
                    <a:pt x="53866" y="11253"/>
                  </a:cubicBezTo>
                  <a:cubicBezTo>
                    <a:pt x="53954" y="11144"/>
                    <a:pt x="53859" y="10998"/>
                    <a:pt x="53756" y="10998"/>
                  </a:cubicBezTo>
                  <a:cubicBezTo>
                    <a:pt x="53723" y="10998"/>
                    <a:pt x="53690" y="11013"/>
                    <a:pt x="53661" y="11048"/>
                  </a:cubicBezTo>
                  <a:lnTo>
                    <a:pt x="51938" y="13202"/>
                  </a:lnTo>
                  <a:cubicBezTo>
                    <a:pt x="51846" y="13316"/>
                    <a:pt x="51931" y="13449"/>
                    <a:pt x="52041" y="13449"/>
                  </a:cubicBezTo>
                  <a:cubicBezTo>
                    <a:pt x="52074" y="13449"/>
                    <a:pt x="52109" y="13437"/>
                    <a:pt x="52143" y="13410"/>
                  </a:cubicBezTo>
                  <a:cubicBezTo>
                    <a:pt x="53119" y="12638"/>
                    <a:pt x="53493" y="12341"/>
                    <a:pt x="53512" y="12341"/>
                  </a:cubicBezTo>
                  <a:lnTo>
                    <a:pt x="53512" y="12341"/>
                  </a:lnTo>
                  <a:cubicBezTo>
                    <a:pt x="53557" y="12341"/>
                    <a:pt x="51462" y="14126"/>
                    <a:pt x="50841" y="15067"/>
                  </a:cubicBezTo>
                  <a:cubicBezTo>
                    <a:pt x="50778" y="15160"/>
                    <a:pt x="50867" y="15284"/>
                    <a:pt x="50965" y="15284"/>
                  </a:cubicBezTo>
                  <a:cubicBezTo>
                    <a:pt x="50988" y="15284"/>
                    <a:pt x="51012" y="15277"/>
                    <a:pt x="51034" y="15261"/>
                  </a:cubicBezTo>
                  <a:cubicBezTo>
                    <a:pt x="52531" y="14177"/>
                    <a:pt x="52106" y="14519"/>
                    <a:pt x="53195" y="13591"/>
                  </a:cubicBezTo>
                  <a:lnTo>
                    <a:pt x="53195" y="13591"/>
                  </a:lnTo>
                  <a:cubicBezTo>
                    <a:pt x="52455" y="14222"/>
                    <a:pt x="51158" y="15350"/>
                    <a:pt x="50434" y="16118"/>
                  </a:cubicBezTo>
                  <a:cubicBezTo>
                    <a:pt x="50346" y="16211"/>
                    <a:pt x="50424" y="16358"/>
                    <a:pt x="50529" y="16358"/>
                  </a:cubicBezTo>
                  <a:cubicBezTo>
                    <a:pt x="50552" y="16358"/>
                    <a:pt x="50577" y="16351"/>
                    <a:pt x="50601" y="16335"/>
                  </a:cubicBezTo>
                  <a:cubicBezTo>
                    <a:pt x="50709" y="16265"/>
                    <a:pt x="53112" y="14499"/>
                    <a:pt x="53174" y="14499"/>
                  </a:cubicBezTo>
                  <a:lnTo>
                    <a:pt x="53174" y="14499"/>
                  </a:lnTo>
                  <a:cubicBezTo>
                    <a:pt x="53177" y="14499"/>
                    <a:pt x="53175" y="14503"/>
                    <a:pt x="53168" y="14510"/>
                  </a:cubicBezTo>
                  <a:cubicBezTo>
                    <a:pt x="52039" y="15691"/>
                    <a:pt x="50786" y="16762"/>
                    <a:pt x="49559" y="17859"/>
                  </a:cubicBezTo>
                  <a:cubicBezTo>
                    <a:pt x="49977" y="16381"/>
                    <a:pt x="50436" y="14975"/>
                    <a:pt x="51297" y="13537"/>
                  </a:cubicBezTo>
                  <a:lnTo>
                    <a:pt x="51297" y="13540"/>
                  </a:lnTo>
                  <a:cubicBezTo>
                    <a:pt x="51619" y="13006"/>
                    <a:pt x="52977" y="10874"/>
                    <a:pt x="53846" y="10874"/>
                  </a:cubicBezTo>
                  <a:close/>
                  <a:moveTo>
                    <a:pt x="41178" y="15284"/>
                  </a:moveTo>
                  <a:cubicBezTo>
                    <a:pt x="41674" y="16034"/>
                    <a:pt x="42310" y="16710"/>
                    <a:pt x="43031" y="17307"/>
                  </a:cubicBezTo>
                  <a:cubicBezTo>
                    <a:pt x="42631" y="17623"/>
                    <a:pt x="42161" y="17998"/>
                    <a:pt x="41980" y="17998"/>
                  </a:cubicBezTo>
                  <a:cubicBezTo>
                    <a:pt x="41826" y="17998"/>
                    <a:pt x="41879" y="17730"/>
                    <a:pt x="42356" y="16932"/>
                  </a:cubicBezTo>
                  <a:cubicBezTo>
                    <a:pt x="42412" y="16839"/>
                    <a:pt x="42328" y="16713"/>
                    <a:pt x="42231" y="16713"/>
                  </a:cubicBezTo>
                  <a:cubicBezTo>
                    <a:pt x="42208" y="16713"/>
                    <a:pt x="42185" y="16720"/>
                    <a:pt x="42162" y="16736"/>
                  </a:cubicBezTo>
                  <a:cubicBezTo>
                    <a:pt x="41644" y="17109"/>
                    <a:pt x="41314" y="17354"/>
                    <a:pt x="41193" y="17354"/>
                  </a:cubicBezTo>
                  <a:cubicBezTo>
                    <a:pt x="41059" y="17354"/>
                    <a:pt x="41184" y="17051"/>
                    <a:pt x="41599" y="16285"/>
                  </a:cubicBezTo>
                  <a:cubicBezTo>
                    <a:pt x="41659" y="16176"/>
                    <a:pt x="41576" y="16077"/>
                    <a:pt x="41475" y="16077"/>
                  </a:cubicBezTo>
                  <a:cubicBezTo>
                    <a:pt x="41454" y="16077"/>
                    <a:pt x="41431" y="16082"/>
                    <a:pt x="41409" y="16092"/>
                  </a:cubicBezTo>
                  <a:cubicBezTo>
                    <a:pt x="40960" y="16295"/>
                    <a:pt x="40699" y="16391"/>
                    <a:pt x="40577" y="16391"/>
                  </a:cubicBezTo>
                  <a:cubicBezTo>
                    <a:pt x="40328" y="16391"/>
                    <a:pt x="40660" y="15995"/>
                    <a:pt x="41169" y="15315"/>
                  </a:cubicBezTo>
                  <a:cubicBezTo>
                    <a:pt x="41178" y="15304"/>
                    <a:pt x="41175" y="15295"/>
                    <a:pt x="41178" y="15284"/>
                  </a:cubicBezTo>
                  <a:close/>
                  <a:moveTo>
                    <a:pt x="39788" y="14044"/>
                  </a:moveTo>
                  <a:cubicBezTo>
                    <a:pt x="39870" y="14044"/>
                    <a:pt x="39479" y="14454"/>
                    <a:pt x="38770" y="15494"/>
                  </a:cubicBezTo>
                  <a:cubicBezTo>
                    <a:pt x="38701" y="15594"/>
                    <a:pt x="38796" y="15709"/>
                    <a:pt x="38897" y="15709"/>
                  </a:cubicBezTo>
                  <a:cubicBezTo>
                    <a:pt x="38920" y="15709"/>
                    <a:pt x="38942" y="15703"/>
                    <a:pt x="38964" y="15691"/>
                  </a:cubicBezTo>
                  <a:cubicBezTo>
                    <a:pt x="39628" y="15297"/>
                    <a:pt x="39916" y="15129"/>
                    <a:pt x="39983" y="15129"/>
                  </a:cubicBezTo>
                  <a:cubicBezTo>
                    <a:pt x="40105" y="15129"/>
                    <a:pt x="39496" y="15686"/>
                    <a:pt x="39093" y="16464"/>
                  </a:cubicBezTo>
                  <a:cubicBezTo>
                    <a:pt x="39042" y="16565"/>
                    <a:pt x="39118" y="16681"/>
                    <a:pt x="39216" y="16681"/>
                  </a:cubicBezTo>
                  <a:cubicBezTo>
                    <a:pt x="39239" y="16681"/>
                    <a:pt x="39263" y="16675"/>
                    <a:pt x="39287" y="16661"/>
                  </a:cubicBezTo>
                  <a:cubicBezTo>
                    <a:pt x="39899" y="16298"/>
                    <a:pt x="40190" y="16081"/>
                    <a:pt x="40243" y="16081"/>
                  </a:cubicBezTo>
                  <a:cubicBezTo>
                    <a:pt x="40303" y="16081"/>
                    <a:pt x="40061" y="16355"/>
                    <a:pt x="39633" y="17004"/>
                  </a:cubicBezTo>
                  <a:cubicBezTo>
                    <a:pt x="39565" y="17106"/>
                    <a:pt x="39657" y="17215"/>
                    <a:pt x="39759" y="17215"/>
                  </a:cubicBezTo>
                  <a:cubicBezTo>
                    <a:pt x="39782" y="17215"/>
                    <a:pt x="39805" y="17210"/>
                    <a:pt x="39827" y="17198"/>
                  </a:cubicBezTo>
                  <a:cubicBezTo>
                    <a:pt x="40261" y="16961"/>
                    <a:pt x="40527" y="16852"/>
                    <a:pt x="40670" y="16852"/>
                  </a:cubicBezTo>
                  <a:cubicBezTo>
                    <a:pt x="40967" y="16852"/>
                    <a:pt x="40737" y="17319"/>
                    <a:pt x="40387" y="18084"/>
                  </a:cubicBezTo>
                  <a:cubicBezTo>
                    <a:pt x="40372" y="18113"/>
                    <a:pt x="40369" y="18148"/>
                    <a:pt x="40375" y="18179"/>
                  </a:cubicBezTo>
                  <a:cubicBezTo>
                    <a:pt x="39402" y="17224"/>
                    <a:pt x="38525" y="16193"/>
                    <a:pt x="38080" y="14998"/>
                  </a:cubicBezTo>
                  <a:cubicBezTo>
                    <a:pt x="39186" y="14429"/>
                    <a:pt x="39709" y="14044"/>
                    <a:pt x="39788" y="14044"/>
                  </a:cubicBezTo>
                  <a:close/>
                  <a:moveTo>
                    <a:pt x="41470" y="17765"/>
                  </a:moveTo>
                  <a:cubicBezTo>
                    <a:pt x="41642" y="17765"/>
                    <a:pt x="41476" y="18095"/>
                    <a:pt x="40976" y="18751"/>
                  </a:cubicBezTo>
                  <a:cubicBezTo>
                    <a:pt x="40808" y="18598"/>
                    <a:pt x="40647" y="18439"/>
                    <a:pt x="40482" y="18280"/>
                  </a:cubicBezTo>
                  <a:lnTo>
                    <a:pt x="40482" y="18280"/>
                  </a:lnTo>
                  <a:cubicBezTo>
                    <a:pt x="40493" y="18283"/>
                    <a:pt x="40505" y="18285"/>
                    <a:pt x="40517" y="18285"/>
                  </a:cubicBezTo>
                  <a:cubicBezTo>
                    <a:pt x="40549" y="18285"/>
                    <a:pt x="40581" y="18274"/>
                    <a:pt x="40609" y="18254"/>
                  </a:cubicBezTo>
                  <a:cubicBezTo>
                    <a:pt x="41063" y="17928"/>
                    <a:pt x="41350" y="17765"/>
                    <a:pt x="41470" y="17765"/>
                  </a:cubicBezTo>
                  <a:close/>
                  <a:moveTo>
                    <a:pt x="43317" y="17547"/>
                  </a:moveTo>
                  <a:cubicBezTo>
                    <a:pt x="43531" y="17715"/>
                    <a:pt x="43753" y="17873"/>
                    <a:pt x="43978" y="18026"/>
                  </a:cubicBezTo>
                  <a:cubicBezTo>
                    <a:pt x="43275" y="18408"/>
                    <a:pt x="42747" y="18764"/>
                    <a:pt x="42594" y="18764"/>
                  </a:cubicBezTo>
                  <a:cubicBezTo>
                    <a:pt x="42450" y="18764"/>
                    <a:pt x="42636" y="18450"/>
                    <a:pt x="43317" y="17550"/>
                  </a:cubicBezTo>
                  <a:lnTo>
                    <a:pt x="43317" y="17547"/>
                  </a:lnTo>
                  <a:close/>
                  <a:moveTo>
                    <a:pt x="42438" y="18157"/>
                  </a:moveTo>
                  <a:cubicBezTo>
                    <a:pt x="42487" y="18157"/>
                    <a:pt x="42222" y="18466"/>
                    <a:pt x="41579" y="19302"/>
                  </a:cubicBezTo>
                  <a:cubicBezTo>
                    <a:pt x="41461" y="19196"/>
                    <a:pt x="41342" y="19086"/>
                    <a:pt x="41224" y="18979"/>
                  </a:cubicBezTo>
                  <a:cubicBezTo>
                    <a:pt x="41953" y="18527"/>
                    <a:pt x="42384" y="18157"/>
                    <a:pt x="42438" y="18157"/>
                  </a:cubicBezTo>
                  <a:close/>
                  <a:moveTo>
                    <a:pt x="44319" y="18252"/>
                  </a:moveTo>
                  <a:cubicBezTo>
                    <a:pt x="44518" y="18379"/>
                    <a:pt x="44714" y="18506"/>
                    <a:pt x="44919" y="18621"/>
                  </a:cubicBezTo>
                  <a:cubicBezTo>
                    <a:pt x="44432" y="18997"/>
                    <a:pt x="43697" y="19550"/>
                    <a:pt x="43496" y="19550"/>
                  </a:cubicBezTo>
                  <a:cubicBezTo>
                    <a:pt x="43341" y="19550"/>
                    <a:pt x="43499" y="19226"/>
                    <a:pt x="44319" y="18252"/>
                  </a:cubicBezTo>
                  <a:close/>
                  <a:moveTo>
                    <a:pt x="57896" y="13713"/>
                  </a:moveTo>
                  <a:lnTo>
                    <a:pt x="57896" y="13713"/>
                  </a:lnTo>
                  <a:cubicBezTo>
                    <a:pt x="56785" y="14882"/>
                    <a:pt x="55671" y="16052"/>
                    <a:pt x="54553" y="17218"/>
                  </a:cubicBezTo>
                  <a:cubicBezTo>
                    <a:pt x="52766" y="18887"/>
                    <a:pt x="51049" y="20622"/>
                    <a:pt x="49400" y="22423"/>
                  </a:cubicBezTo>
                  <a:cubicBezTo>
                    <a:pt x="50076" y="21612"/>
                    <a:pt x="50745" y="20801"/>
                    <a:pt x="51409" y="19987"/>
                  </a:cubicBezTo>
                  <a:cubicBezTo>
                    <a:pt x="52789" y="18537"/>
                    <a:pt x="54126" y="17042"/>
                    <a:pt x="55373" y="15451"/>
                  </a:cubicBezTo>
                  <a:cubicBezTo>
                    <a:pt x="55414" y="15396"/>
                    <a:pt x="55414" y="15318"/>
                    <a:pt x="55367" y="15266"/>
                  </a:cubicBezTo>
                  <a:cubicBezTo>
                    <a:pt x="56153" y="14530"/>
                    <a:pt x="57042" y="13855"/>
                    <a:pt x="57896" y="13713"/>
                  </a:cubicBezTo>
                  <a:close/>
                  <a:moveTo>
                    <a:pt x="57466" y="15010"/>
                  </a:moveTo>
                  <a:cubicBezTo>
                    <a:pt x="57599" y="15010"/>
                    <a:pt x="56095" y="16565"/>
                    <a:pt x="55832" y="16834"/>
                  </a:cubicBezTo>
                  <a:cubicBezTo>
                    <a:pt x="54828" y="17859"/>
                    <a:pt x="53806" y="18875"/>
                    <a:pt x="52795" y="19897"/>
                  </a:cubicBezTo>
                  <a:cubicBezTo>
                    <a:pt x="51837" y="20864"/>
                    <a:pt x="50901" y="21857"/>
                    <a:pt x="49969" y="22848"/>
                  </a:cubicBezTo>
                  <a:cubicBezTo>
                    <a:pt x="51964" y="20648"/>
                    <a:pt x="53967" y="18454"/>
                    <a:pt x="55974" y="16265"/>
                  </a:cubicBezTo>
                  <a:cubicBezTo>
                    <a:pt x="56040" y="16205"/>
                    <a:pt x="56107" y="16141"/>
                    <a:pt x="56176" y="16081"/>
                  </a:cubicBezTo>
                  <a:cubicBezTo>
                    <a:pt x="57053" y="15293"/>
                    <a:pt x="57409" y="15010"/>
                    <a:pt x="57466" y="15010"/>
                  </a:cubicBezTo>
                  <a:close/>
                  <a:moveTo>
                    <a:pt x="36149" y="21730"/>
                  </a:moveTo>
                  <a:lnTo>
                    <a:pt x="36149" y="21730"/>
                  </a:lnTo>
                  <a:cubicBezTo>
                    <a:pt x="35903" y="22054"/>
                    <a:pt x="35658" y="22380"/>
                    <a:pt x="35424" y="22715"/>
                  </a:cubicBezTo>
                  <a:cubicBezTo>
                    <a:pt x="35350" y="22820"/>
                    <a:pt x="35453" y="22930"/>
                    <a:pt x="35559" y="22930"/>
                  </a:cubicBezTo>
                  <a:cubicBezTo>
                    <a:pt x="35582" y="22930"/>
                    <a:pt x="35605" y="22925"/>
                    <a:pt x="35626" y="22914"/>
                  </a:cubicBezTo>
                  <a:cubicBezTo>
                    <a:pt x="35803" y="22822"/>
                    <a:pt x="35926" y="22780"/>
                    <a:pt x="36003" y="22780"/>
                  </a:cubicBezTo>
                  <a:cubicBezTo>
                    <a:pt x="36273" y="22780"/>
                    <a:pt x="35983" y="23294"/>
                    <a:pt x="35505" y="23948"/>
                  </a:cubicBezTo>
                  <a:cubicBezTo>
                    <a:pt x="35005" y="22472"/>
                    <a:pt x="35389" y="21892"/>
                    <a:pt x="36149" y="21730"/>
                  </a:cubicBezTo>
                  <a:close/>
                  <a:moveTo>
                    <a:pt x="46089" y="19230"/>
                  </a:moveTo>
                  <a:cubicBezTo>
                    <a:pt x="46372" y="19366"/>
                    <a:pt x="46657" y="19490"/>
                    <a:pt x="46943" y="19603"/>
                  </a:cubicBezTo>
                  <a:cubicBezTo>
                    <a:pt x="44608" y="21320"/>
                    <a:pt x="42468" y="23289"/>
                    <a:pt x="40450" y="25408"/>
                  </a:cubicBezTo>
                  <a:cubicBezTo>
                    <a:pt x="42278" y="23307"/>
                    <a:pt x="44146" y="21234"/>
                    <a:pt x="46089" y="19230"/>
                  </a:cubicBezTo>
                  <a:close/>
                  <a:moveTo>
                    <a:pt x="49611" y="22848"/>
                  </a:moveTo>
                  <a:cubicBezTo>
                    <a:pt x="48869" y="23670"/>
                    <a:pt x="48121" y="24487"/>
                    <a:pt x="47379" y="25310"/>
                  </a:cubicBezTo>
                  <a:cubicBezTo>
                    <a:pt x="45800" y="27071"/>
                    <a:pt x="44247" y="28861"/>
                    <a:pt x="42694" y="30651"/>
                  </a:cubicBezTo>
                  <a:cubicBezTo>
                    <a:pt x="43912" y="29179"/>
                    <a:pt x="45139" y="27712"/>
                    <a:pt x="46377" y="26254"/>
                  </a:cubicBezTo>
                  <a:cubicBezTo>
                    <a:pt x="47454" y="25117"/>
                    <a:pt x="48531" y="23979"/>
                    <a:pt x="49611" y="22848"/>
                  </a:cubicBezTo>
                  <a:close/>
                  <a:moveTo>
                    <a:pt x="28713" y="28360"/>
                  </a:moveTo>
                  <a:cubicBezTo>
                    <a:pt x="28755" y="28360"/>
                    <a:pt x="27453" y="30067"/>
                    <a:pt x="26119" y="31685"/>
                  </a:cubicBezTo>
                  <a:cubicBezTo>
                    <a:pt x="25233" y="32762"/>
                    <a:pt x="24321" y="33818"/>
                    <a:pt x="23408" y="34875"/>
                  </a:cubicBezTo>
                  <a:cubicBezTo>
                    <a:pt x="24592" y="33452"/>
                    <a:pt x="25770" y="32025"/>
                    <a:pt x="26919" y="30570"/>
                  </a:cubicBezTo>
                  <a:cubicBezTo>
                    <a:pt x="28183" y="28969"/>
                    <a:pt x="28688" y="28360"/>
                    <a:pt x="28713" y="28360"/>
                  </a:cubicBezTo>
                  <a:close/>
                  <a:moveTo>
                    <a:pt x="48750" y="22695"/>
                  </a:moveTo>
                  <a:lnTo>
                    <a:pt x="48750" y="22695"/>
                  </a:lnTo>
                  <a:cubicBezTo>
                    <a:pt x="44406" y="27698"/>
                    <a:pt x="39988" y="32637"/>
                    <a:pt x="35496" y="37511"/>
                  </a:cubicBezTo>
                  <a:cubicBezTo>
                    <a:pt x="38314" y="34072"/>
                    <a:pt x="41045" y="30570"/>
                    <a:pt x="44125" y="27354"/>
                  </a:cubicBezTo>
                  <a:cubicBezTo>
                    <a:pt x="45644" y="25769"/>
                    <a:pt x="47206" y="24239"/>
                    <a:pt x="48750" y="22695"/>
                  </a:cubicBezTo>
                  <a:close/>
                  <a:moveTo>
                    <a:pt x="46258" y="20583"/>
                  </a:moveTo>
                  <a:cubicBezTo>
                    <a:pt x="46470" y="20583"/>
                    <a:pt x="46135" y="21188"/>
                    <a:pt x="44616" y="23015"/>
                  </a:cubicBezTo>
                  <a:cubicBezTo>
                    <a:pt x="43626" y="24207"/>
                    <a:pt x="42601" y="25388"/>
                    <a:pt x="41562" y="26566"/>
                  </a:cubicBezTo>
                  <a:cubicBezTo>
                    <a:pt x="40805" y="27369"/>
                    <a:pt x="40052" y="28177"/>
                    <a:pt x="39304" y="28988"/>
                  </a:cubicBezTo>
                  <a:cubicBezTo>
                    <a:pt x="39737" y="28523"/>
                    <a:pt x="40182" y="28062"/>
                    <a:pt x="40638" y="27605"/>
                  </a:cubicBezTo>
                  <a:lnTo>
                    <a:pt x="40638" y="27605"/>
                  </a:lnTo>
                  <a:cubicBezTo>
                    <a:pt x="39241" y="29164"/>
                    <a:pt x="37809" y="30709"/>
                    <a:pt x="36362" y="32236"/>
                  </a:cubicBezTo>
                  <a:cubicBezTo>
                    <a:pt x="37061" y="31454"/>
                    <a:pt x="37765" y="30674"/>
                    <a:pt x="38473" y="29895"/>
                  </a:cubicBezTo>
                  <a:lnTo>
                    <a:pt x="38473" y="29895"/>
                  </a:lnTo>
                  <a:cubicBezTo>
                    <a:pt x="37523" y="30928"/>
                    <a:pt x="36576" y="31968"/>
                    <a:pt x="35632" y="33007"/>
                  </a:cubicBezTo>
                  <a:cubicBezTo>
                    <a:pt x="34125" y="34586"/>
                    <a:pt x="32603" y="36145"/>
                    <a:pt x="31091" y="37681"/>
                  </a:cubicBezTo>
                  <a:cubicBezTo>
                    <a:pt x="32286" y="36154"/>
                    <a:pt x="33478" y="34632"/>
                    <a:pt x="34691" y="33134"/>
                  </a:cubicBezTo>
                  <a:cubicBezTo>
                    <a:pt x="36651" y="30709"/>
                    <a:pt x="38660" y="28316"/>
                    <a:pt x="40673" y="25931"/>
                  </a:cubicBezTo>
                  <a:cubicBezTo>
                    <a:pt x="41654" y="24765"/>
                    <a:pt x="42702" y="23665"/>
                    <a:pt x="43770" y="22579"/>
                  </a:cubicBezTo>
                  <a:cubicBezTo>
                    <a:pt x="44411" y="21928"/>
                    <a:pt x="45943" y="20583"/>
                    <a:pt x="46258" y="20583"/>
                  </a:cubicBezTo>
                  <a:close/>
                  <a:moveTo>
                    <a:pt x="38830" y="23803"/>
                  </a:moveTo>
                  <a:cubicBezTo>
                    <a:pt x="38936" y="23803"/>
                    <a:pt x="38791" y="24073"/>
                    <a:pt x="38233" y="24776"/>
                  </a:cubicBezTo>
                  <a:cubicBezTo>
                    <a:pt x="37852" y="25258"/>
                    <a:pt x="37456" y="25729"/>
                    <a:pt x="37067" y="26202"/>
                  </a:cubicBezTo>
                  <a:cubicBezTo>
                    <a:pt x="36397" y="26924"/>
                    <a:pt x="35742" y="27660"/>
                    <a:pt x="35101" y="28408"/>
                  </a:cubicBezTo>
                  <a:cubicBezTo>
                    <a:pt x="33262" y="30311"/>
                    <a:pt x="31501" y="32311"/>
                    <a:pt x="29685" y="34217"/>
                  </a:cubicBezTo>
                  <a:cubicBezTo>
                    <a:pt x="27825" y="36168"/>
                    <a:pt x="26007" y="38149"/>
                    <a:pt x="24228" y="40161"/>
                  </a:cubicBezTo>
                  <a:cubicBezTo>
                    <a:pt x="23977" y="40415"/>
                    <a:pt x="23732" y="40675"/>
                    <a:pt x="23483" y="40932"/>
                  </a:cubicBezTo>
                  <a:cubicBezTo>
                    <a:pt x="24941" y="39073"/>
                    <a:pt x="26382" y="37205"/>
                    <a:pt x="27846" y="35357"/>
                  </a:cubicBezTo>
                  <a:cubicBezTo>
                    <a:pt x="30663" y="32262"/>
                    <a:pt x="33467" y="29150"/>
                    <a:pt x="36209" y="25992"/>
                  </a:cubicBezTo>
                  <a:cubicBezTo>
                    <a:pt x="37168" y="25093"/>
                    <a:pt x="38599" y="23803"/>
                    <a:pt x="38830" y="23803"/>
                  </a:cubicBezTo>
                  <a:close/>
                  <a:moveTo>
                    <a:pt x="42968" y="27320"/>
                  </a:moveTo>
                  <a:lnTo>
                    <a:pt x="42968" y="27320"/>
                  </a:lnTo>
                  <a:cubicBezTo>
                    <a:pt x="39538" y="31321"/>
                    <a:pt x="36244" y="35435"/>
                    <a:pt x="32632" y="39286"/>
                  </a:cubicBezTo>
                  <a:cubicBezTo>
                    <a:pt x="31529" y="40461"/>
                    <a:pt x="30415" y="41628"/>
                    <a:pt x="29306" y="42797"/>
                  </a:cubicBezTo>
                  <a:cubicBezTo>
                    <a:pt x="30323" y="41365"/>
                    <a:pt x="31350" y="39973"/>
                    <a:pt x="32413" y="38663"/>
                  </a:cubicBezTo>
                  <a:cubicBezTo>
                    <a:pt x="35678" y="34641"/>
                    <a:pt x="39313" y="30977"/>
                    <a:pt x="42968" y="27320"/>
                  </a:cubicBezTo>
                  <a:close/>
                  <a:moveTo>
                    <a:pt x="33213" y="34029"/>
                  </a:moveTo>
                  <a:cubicBezTo>
                    <a:pt x="31541" y="36200"/>
                    <a:pt x="29895" y="38397"/>
                    <a:pt x="28233" y="40559"/>
                  </a:cubicBezTo>
                  <a:cubicBezTo>
                    <a:pt x="26630" y="42162"/>
                    <a:pt x="25022" y="43761"/>
                    <a:pt x="23411" y="45355"/>
                  </a:cubicBezTo>
                  <a:cubicBezTo>
                    <a:pt x="26821" y="41708"/>
                    <a:pt x="30025" y="37877"/>
                    <a:pt x="33213" y="34029"/>
                  </a:cubicBezTo>
                  <a:close/>
                  <a:moveTo>
                    <a:pt x="54776" y="14576"/>
                  </a:moveTo>
                  <a:cubicBezTo>
                    <a:pt x="54796" y="14833"/>
                    <a:pt x="54833" y="15090"/>
                    <a:pt x="54885" y="15341"/>
                  </a:cubicBezTo>
                  <a:lnTo>
                    <a:pt x="54882" y="15341"/>
                  </a:lnTo>
                  <a:cubicBezTo>
                    <a:pt x="54897" y="15399"/>
                    <a:pt x="54940" y="15442"/>
                    <a:pt x="54995" y="15460"/>
                  </a:cubicBezTo>
                  <a:cubicBezTo>
                    <a:pt x="53485" y="17218"/>
                    <a:pt x="51972" y="18976"/>
                    <a:pt x="50454" y="20729"/>
                  </a:cubicBezTo>
                  <a:cubicBezTo>
                    <a:pt x="48323" y="22917"/>
                    <a:pt x="46063" y="24998"/>
                    <a:pt x="43929" y="27152"/>
                  </a:cubicBezTo>
                  <a:cubicBezTo>
                    <a:pt x="40011" y="31119"/>
                    <a:pt x="36703" y="35652"/>
                    <a:pt x="33129" y="39919"/>
                  </a:cubicBezTo>
                  <a:cubicBezTo>
                    <a:pt x="32479" y="40695"/>
                    <a:pt x="31801" y="41446"/>
                    <a:pt x="31120" y="42191"/>
                  </a:cubicBezTo>
                  <a:cubicBezTo>
                    <a:pt x="29439" y="43957"/>
                    <a:pt x="27756" y="45721"/>
                    <a:pt x="26067" y="47480"/>
                  </a:cubicBezTo>
                  <a:cubicBezTo>
                    <a:pt x="26798" y="46408"/>
                    <a:pt x="27528" y="45349"/>
                    <a:pt x="28256" y="44292"/>
                  </a:cubicBezTo>
                  <a:cubicBezTo>
                    <a:pt x="29786" y="42696"/>
                    <a:pt x="31316" y="41099"/>
                    <a:pt x="32840" y="39497"/>
                  </a:cubicBezTo>
                  <a:cubicBezTo>
                    <a:pt x="36775" y="35363"/>
                    <a:pt x="40309" y="30798"/>
                    <a:pt x="43938" y="26344"/>
                  </a:cubicBezTo>
                  <a:cubicBezTo>
                    <a:pt x="43946" y="26335"/>
                    <a:pt x="43955" y="26326"/>
                    <a:pt x="43964" y="26318"/>
                  </a:cubicBezTo>
                  <a:cubicBezTo>
                    <a:pt x="47443" y="22833"/>
                    <a:pt x="51632" y="19392"/>
                    <a:pt x="54429" y="15318"/>
                  </a:cubicBezTo>
                  <a:cubicBezTo>
                    <a:pt x="54493" y="15226"/>
                    <a:pt x="54415" y="15116"/>
                    <a:pt x="54322" y="15099"/>
                  </a:cubicBezTo>
                  <a:cubicBezTo>
                    <a:pt x="54472" y="14926"/>
                    <a:pt x="54628" y="14755"/>
                    <a:pt x="54776" y="14576"/>
                  </a:cubicBezTo>
                  <a:close/>
                  <a:moveTo>
                    <a:pt x="48001" y="21382"/>
                  </a:moveTo>
                  <a:cubicBezTo>
                    <a:pt x="47628" y="21864"/>
                    <a:pt x="47250" y="22337"/>
                    <a:pt x="46871" y="22807"/>
                  </a:cubicBezTo>
                  <a:cubicBezTo>
                    <a:pt x="45837" y="23953"/>
                    <a:pt x="44798" y="25082"/>
                    <a:pt x="43767" y="26119"/>
                  </a:cubicBezTo>
                  <a:cubicBezTo>
                    <a:pt x="39778" y="30126"/>
                    <a:pt x="35843" y="34119"/>
                    <a:pt x="32217" y="38463"/>
                  </a:cubicBezTo>
                  <a:cubicBezTo>
                    <a:pt x="30522" y="40496"/>
                    <a:pt x="28960" y="42621"/>
                    <a:pt x="27436" y="44774"/>
                  </a:cubicBezTo>
                  <a:cubicBezTo>
                    <a:pt x="25981" y="46302"/>
                    <a:pt x="24526" y="47832"/>
                    <a:pt x="23071" y="49359"/>
                  </a:cubicBezTo>
                  <a:cubicBezTo>
                    <a:pt x="26079" y="45733"/>
                    <a:pt x="29006" y="42043"/>
                    <a:pt x="31986" y="38487"/>
                  </a:cubicBezTo>
                  <a:cubicBezTo>
                    <a:pt x="35822" y="33908"/>
                    <a:pt x="39821" y="29482"/>
                    <a:pt x="43981" y="25209"/>
                  </a:cubicBezTo>
                  <a:cubicBezTo>
                    <a:pt x="45269" y="23889"/>
                    <a:pt x="46632" y="22633"/>
                    <a:pt x="48001" y="21382"/>
                  </a:cubicBezTo>
                  <a:close/>
                  <a:moveTo>
                    <a:pt x="29306" y="35562"/>
                  </a:moveTo>
                  <a:cubicBezTo>
                    <a:pt x="27701" y="37577"/>
                    <a:pt x="26079" y="39581"/>
                    <a:pt x="24352" y="41480"/>
                  </a:cubicBezTo>
                  <a:cubicBezTo>
                    <a:pt x="21806" y="44284"/>
                    <a:pt x="19202" y="47032"/>
                    <a:pt x="16615" y="49795"/>
                  </a:cubicBezTo>
                  <a:cubicBezTo>
                    <a:pt x="18994" y="46755"/>
                    <a:pt x="21416" y="43761"/>
                    <a:pt x="23954" y="40845"/>
                  </a:cubicBezTo>
                  <a:cubicBezTo>
                    <a:pt x="25669" y="39099"/>
                    <a:pt x="27491" y="37346"/>
                    <a:pt x="29306" y="35562"/>
                  </a:cubicBezTo>
                  <a:close/>
                  <a:moveTo>
                    <a:pt x="33649" y="23688"/>
                  </a:moveTo>
                  <a:cubicBezTo>
                    <a:pt x="34136" y="23711"/>
                    <a:pt x="34676" y="23875"/>
                    <a:pt x="35257" y="24213"/>
                  </a:cubicBezTo>
                  <a:cubicBezTo>
                    <a:pt x="35271" y="24219"/>
                    <a:pt x="35285" y="24222"/>
                    <a:pt x="35300" y="24222"/>
                  </a:cubicBezTo>
                  <a:cubicBezTo>
                    <a:pt x="34506" y="25261"/>
                    <a:pt x="33397" y="26503"/>
                    <a:pt x="33259" y="26653"/>
                  </a:cubicBezTo>
                  <a:cubicBezTo>
                    <a:pt x="31795" y="28223"/>
                    <a:pt x="30302" y="29771"/>
                    <a:pt x="28836" y="31341"/>
                  </a:cubicBezTo>
                  <a:cubicBezTo>
                    <a:pt x="27161" y="33137"/>
                    <a:pt x="25553" y="34999"/>
                    <a:pt x="23957" y="36870"/>
                  </a:cubicBezTo>
                  <a:cubicBezTo>
                    <a:pt x="23137" y="37768"/>
                    <a:pt x="22329" y="38674"/>
                    <a:pt x="21543" y="39604"/>
                  </a:cubicBezTo>
                  <a:cubicBezTo>
                    <a:pt x="20588" y="40736"/>
                    <a:pt x="19612" y="41873"/>
                    <a:pt x="18633" y="43013"/>
                  </a:cubicBezTo>
                  <a:cubicBezTo>
                    <a:pt x="16500" y="45392"/>
                    <a:pt x="14277" y="47760"/>
                    <a:pt x="12091" y="50170"/>
                  </a:cubicBezTo>
                  <a:cubicBezTo>
                    <a:pt x="14332" y="47358"/>
                    <a:pt x="16572" y="44549"/>
                    <a:pt x="18850" y="41769"/>
                  </a:cubicBezTo>
                  <a:cubicBezTo>
                    <a:pt x="23827" y="35701"/>
                    <a:pt x="29884" y="30501"/>
                    <a:pt x="34616" y="24274"/>
                  </a:cubicBezTo>
                  <a:cubicBezTo>
                    <a:pt x="34698" y="24165"/>
                    <a:pt x="34584" y="24022"/>
                    <a:pt x="34467" y="24022"/>
                  </a:cubicBezTo>
                  <a:cubicBezTo>
                    <a:pt x="34441" y="24022"/>
                    <a:pt x="34415" y="24029"/>
                    <a:pt x="34390" y="24046"/>
                  </a:cubicBezTo>
                  <a:cubicBezTo>
                    <a:pt x="33882" y="24394"/>
                    <a:pt x="33151" y="25036"/>
                    <a:pt x="32959" y="25036"/>
                  </a:cubicBezTo>
                  <a:cubicBezTo>
                    <a:pt x="32823" y="25036"/>
                    <a:pt x="32959" y="24712"/>
                    <a:pt x="33640" y="23731"/>
                  </a:cubicBezTo>
                  <a:cubicBezTo>
                    <a:pt x="33649" y="23717"/>
                    <a:pt x="33646" y="23702"/>
                    <a:pt x="33649" y="23688"/>
                  </a:cubicBezTo>
                  <a:close/>
                  <a:moveTo>
                    <a:pt x="9455" y="50032"/>
                  </a:moveTo>
                  <a:lnTo>
                    <a:pt x="9455" y="50032"/>
                  </a:lnTo>
                  <a:cubicBezTo>
                    <a:pt x="8130" y="51692"/>
                    <a:pt x="6799" y="53346"/>
                    <a:pt x="5483" y="55012"/>
                  </a:cubicBezTo>
                  <a:cubicBezTo>
                    <a:pt x="5196" y="55374"/>
                    <a:pt x="2346" y="58789"/>
                    <a:pt x="2248" y="58789"/>
                  </a:cubicBezTo>
                  <a:cubicBezTo>
                    <a:pt x="2222" y="58789"/>
                    <a:pt x="2380" y="58562"/>
                    <a:pt x="2812" y="57997"/>
                  </a:cubicBezTo>
                  <a:cubicBezTo>
                    <a:pt x="4761" y="55448"/>
                    <a:pt x="6834" y="53020"/>
                    <a:pt x="8950" y="50609"/>
                  </a:cubicBezTo>
                  <a:cubicBezTo>
                    <a:pt x="9118" y="50419"/>
                    <a:pt x="9288" y="50225"/>
                    <a:pt x="9455" y="50032"/>
                  </a:cubicBezTo>
                  <a:close/>
                  <a:moveTo>
                    <a:pt x="17784" y="50970"/>
                  </a:moveTo>
                  <a:lnTo>
                    <a:pt x="17784" y="50970"/>
                  </a:lnTo>
                  <a:cubicBezTo>
                    <a:pt x="16736" y="52029"/>
                    <a:pt x="15694" y="53092"/>
                    <a:pt x="14655" y="54160"/>
                  </a:cubicBezTo>
                  <a:cubicBezTo>
                    <a:pt x="13705" y="55145"/>
                    <a:pt x="12825" y="56204"/>
                    <a:pt x="11906" y="57220"/>
                  </a:cubicBezTo>
                  <a:cubicBezTo>
                    <a:pt x="11642" y="57513"/>
                    <a:pt x="10210" y="58917"/>
                    <a:pt x="10066" y="58917"/>
                  </a:cubicBezTo>
                  <a:cubicBezTo>
                    <a:pt x="9995" y="58917"/>
                    <a:pt x="10242" y="58569"/>
                    <a:pt x="11113" y="57564"/>
                  </a:cubicBezTo>
                  <a:cubicBezTo>
                    <a:pt x="13154" y="55202"/>
                    <a:pt x="15495" y="53092"/>
                    <a:pt x="17784" y="50970"/>
                  </a:cubicBezTo>
                  <a:close/>
                  <a:moveTo>
                    <a:pt x="9917" y="51039"/>
                  </a:moveTo>
                  <a:cubicBezTo>
                    <a:pt x="8835" y="52442"/>
                    <a:pt x="7743" y="53843"/>
                    <a:pt x="6626" y="55225"/>
                  </a:cubicBezTo>
                  <a:cubicBezTo>
                    <a:pt x="5535" y="56579"/>
                    <a:pt x="4441" y="57933"/>
                    <a:pt x="3381" y="59316"/>
                  </a:cubicBezTo>
                  <a:lnTo>
                    <a:pt x="3381" y="59313"/>
                  </a:lnTo>
                  <a:cubicBezTo>
                    <a:pt x="3488" y="59129"/>
                    <a:pt x="3615" y="58918"/>
                    <a:pt x="3771" y="58647"/>
                  </a:cubicBezTo>
                  <a:cubicBezTo>
                    <a:pt x="4796" y="56966"/>
                    <a:pt x="6130" y="55474"/>
                    <a:pt x="7409" y="53984"/>
                  </a:cubicBezTo>
                  <a:cubicBezTo>
                    <a:pt x="8252" y="53005"/>
                    <a:pt x="9080" y="52021"/>
                    <a:pt x="9917" y="51039"/>
                  </a:cubicBezTo>
                  <a:close/>
                  <a:moveTo>
                    <a:pt x="54504" y="18791"/>
                  </a:moveTo>
                  <a:lnTo>
                    <a:pt x="54504" y="18791"/>
                  </a:lnTo>
                  <a:cubicBezTo>
                    <a:pt x="47457" y="26543"/>
                    <a:pt x="40875" y="34809"/>
                    <a:pt x="34466" y="43114"/>
                  </a:cubicBezTo>
                  <a:cubicBezTo>
                    <a:pt x="31428" y="46790"/>
                    <a:pt x="28409" y="50471"/>
                    <a:pt x="25334" y="54111"/>
                  </a:cubicBezTo>
                  <a:cubicBezTo>
                    <a:pt x="23761" y="55976"/>
                    <a:pt x="22095" y="57749"/>
                    <a:pt x="20461" y="59547"/>
                  </a:cubicBezTo>
                  <a:cubicBezTo>
                    <a:pt x="26073" y="52278"/>
                    <a:pt x="31688" y="44994"/>
                    <a:pt x="37436" y="37843"/>
                  </a:cubicBezTo>
                  <a:cubicBezTo>
                    <a:pt x="40973" y="33440"/>
                    <a:pt x="44639" y="29144"/>
                    <a:pt x="48439" y="24949"/>
                  </a:cubicBezTo>
                  <a:cubicBezTo>
                    <a:pt x="50350" y="22839"/>
                    <a:pt x="52483" y="20856"/>
                    <a:pt x="54504" y="18791"/>
                  </a:cubicBezTo>
                  <a:close/>
                  <a:moveTo>
                    <a:pt x="38139" y="23513"/>
                  </a:moveTo>
                  <a:cubicBezTo>
                    <a:pt x="38242" y="23513"/>
                    <a:pt x="36313" y="25473"/>
                    <a:pt x="35770" y="26064"/>
                  </a:cubicBezTo>
                  <a:cubicBezTo>
                    <a:pt x="32326" y="29413"/>
                    <a:pt x="29185" y="33073"/>
                    <a:pt x="26148" y="36829"/>
                  </a:cubicBezTo>
                  <a:cubicBezTo>
                    <a:pt x="23437" y="39809"/>
                    <a:pt x="20723" y="42788"/>
                    <a:pt x="18056" y="45805"/>
                  </a:cubicBezTo>
                  <a:cubicBezTo>
                    <a:pt x="15071" y="49183"/>
                    <a:pt x="12057" y="52538"/>
                    <a:pt x="9141" y="55976"/>
                  </a:cubicBezTo>
                  <a:cubicBezTo>
                    <a:pt x="8070" y="57241"/>
                    <a:pt x="6886" y="58390"/>
                    <a:pt x="5757" y="59585"/>
                  </a:cubicBezTo>
                  <a:cubicBezTo>
                    <a:pt x="6193" y="59036"/>
                    <a:pt x="6606" y="58468"/>
                    <a:pt x="7004" y="57905"/>
                  </a:cubicBezTo>
                  <a:cubicBezTo>
                    <a:pt x="7033" y="57930"/>
                    <a:pt x="7072" y="57947"/>
                    <a:pt x="7111" y="57947"/>
                  </a:cubicBezTo>
                  <a:cubicBezTo>
                    <a:pt x="7151" y="57947"/>
                    <a:pt x="7192" y="57930"/>
                    <a:pt x="7221" y="57887"/>
                  </a:cubicBezTo>
                  <a:cubicBezTo>
                    <a:pt x="8373" y="56195"/>
                    <a:pt x="9594" y="54521"/>
                    <a:pt x="10859" y="52864"/>
                  </a:cubicBezTo>
                  <a:cubicBezTo>
                    <a:pt x="12911" y="50341"/>
                    <a:pt x="15053" y="47895"/>
                    <a:pt x="17204" y="45438"/>
                  </a:cubicBezTo>
                  <a:cubicBezTo>
                    <a:pt x="21875" y="40106"/>
                    <a:pt x="26616" y="34820"/>
                    <a:pt x="31472" y="29647"/>
                  </a:cubicBezTo>
                  <a:cubicBezTo>
                    <a:pt x="31668" y="29456"/>
                    <a:pt x="31867" y="29265"/>
                    <a:pt x="32066" y="29078"/>
                  </a:cubicBezTo>
                  <a:cubicBezTo>
                    <a:pt x="33672" y="27553"/>
                    <a:pt x="35303" y="26064"/>
                    <a:pt x="36928" y="24568"/>
                  </a:cubicBezTo>
                  <a:cubicBezTo>
                    <a:pt x="37760" y="23802"/>
                    <a:pt x="38099" y="23513"/>
                    <a:pt x="38139" y="23513"/>
                  </a:cubicBezTo>
                  <a:close/>
                  <a:moveTo>
                    <a:pt x="14080" y="54039"/>
                  </a:moveTo>
                  <a:cubicBezTo>
                    <a:pt x="12264" y="55892"/>
                    <a:pt x="10503" y="57798"/>
                    <a:pt x="8875" y="59824"/>
                  </a:cubicBezTo>
                  <a:cubicBezTo>
                    <a:pt x="8892" y="59495"/>
                    <a:pt x="9040" y="59134"/>
                    <a:pt x="9259" y="58756"/>
                  </a:cubicBezTo>
                  <a:cubicBezTo>
                    <a:pt x="9744" y="58147"/>
                    <a:pt x="10241" y="57547"/>
                    <a:pt x="10746" y="56955"/>
                  </a:cubicBezTo>
                  <a:cubicBezTo>
                    <a:pt x="11956" y="55762"/>
                    <a:pt x="13388" y="54680"/>
                    <a:pt x="13870" y="54238"/>
                  </a:cubicBezTo>
                  <a:cubicBezTo>
                    <a:pt x="13942" y="54172"/>
                    <a:pt x="14008" y="54102"/>
                    <a:pt x="14080" y="54039"/>
                  </a:cubicBezTo>
                  <a:close/>
                  <a:moveTo>
                    <a:pt x="27314" y="43429"/>
                  </a:moveTo>
                  <a:lnTo>
                    <a:pt x="27314" y="43429"/>
                  </a:lnTo>
                  <a:cubicBezTo>
                    <a:pt x="24038" y="47361"/>
                    <a:pt x="20793" y="51325"/>
                    <a:pt x="17493" y="55220"/>
                  </a:cubicBezTo>
                  <a:cubicBezTo>
                    <a:pt x="17184" y="55586"/>
                    <a:pt x="16863" y="55936"/>
                    <a:pt x="16549" y="56294"/>
                  </a:cubicBezTo>
                  <a:cubicBezTo>
                    <a:pt x="15703" y="57209"/>
                    <a:pt x="14843" y="58110"/>
                    <a:pt x="13930" y="58935"/>
                  </a:cubicBezTo>
                  <a:cubicBezTo>
                    <a:pt x="13304" y="59501"/>
                    <a:pt x="12712" y="59983"/>
                    <a:pt x="12227" y="60540"/>
                  </a:cubicBezTo>
                  <a:cubicBezTo>
                    <a:pt x="13344" y="58753"/>
                    <a:pt x="14718" y="57134"/>
                    <a:pt x="16078" y="55531"/>
                  </a:cubicBezTo>
                  <a:cubicBezTo>
                    <a:pt x="19641" y="51339"/>
                    <a:pt x="23657" y="47540"/>
                    <a:pt x="27314" y="43429"/>
                  </a:cubicBezTo>
                  <a:close/>
                  <a:moveTo>
                    <a:pt x="12184" y="57342"/>
                  </a:moveTo>
                  <a:lnTo>
                    <a:pt x="12184" y="57342"/>
                  </a:lnTo>
                  <a:cubicBezTo>
                    <a:pt x="11404" y="58323"/>
                    <a:pt x="10731" y="59383"/>
                    <a:pt x="10232" y="60561"/>
                  </a:cubicBezTo>
                  <a:cubicBezTo>
                    <a:pt x="9929" y="60370"/>
                    <a:pt x="9594" y="60240"/>
                    <a:pt x="9242" y="60177"/>
                  </a:cubicBezTo>
                  <a:cubicBezTo>
                    <a:pt x="9380" y="59980"/>
                    <a:pt x="9519" y="59781"/>
                    <a:pt x="9658" y="59585"/>
                  </a:cubicBezTo>
                  <a:cubicBezTo>
                    <a:pt x="10544" y="58889"/>
                    <a:pt x="11390" y="58141"/>
                    <a:pt x="12184" y="57342"/>
                  </a:cubicBezTo>
                  <a:close/>
                  <a:moveTo>
                    <a:pt x="26994" y="42144"/>
                  </a:moveTo>
                  <a:lnTo>
                    <a:pt x="26994" y="42144"/>
                  </a:lnTo>
                  <a:cubicBezTo>
                    <a:pt x="26873" y="42300"/>
                    <a:pt x="26751" y="42456"/>
                    <a:pt x="26630" y="42609"/>
                  </a:cubicBezTo>
                  <a:cubicBezTo>
                    <a:pt x="26437" y="42803"/>
                    <a:pt x="26249" y="43005"/>
                    <a:pt x="26053" y="43198"/>
                  </a:cubicBezTo>
                  <a:cubicBezTo>
                    <a:pt x="24312" y="44933"/>
                    <a:pt x="22620" y="46720"/>
                    <a:pt x="20914" y="48493"/>
                  </a:cubicBezTo>
                  <a:cubicBezTo>
                    <a:pt x="22317" y="47168"/>
                    <a:pt x="23714" y="45857"/>
                    <a:pt x="25063" y="44546"/>
                  </a:cubicBezTo>
                  <a:lnTo>
                    <a:pt x="25063" y="44546"/>
                  </a:lnTo>
                  <a:cubicBezTo>
                    <a:pt x="23914" y="45935"/>
                    <a:pt x="22747" y="47289"/>
                    <a:pt x="21532" y="48580"/>
                  </a:cubicBezTo>
                  <a:cubicBezTo>
                    <a:pt x="19329" y="50921"/>
                    <a:pt x="16898" y="53049"/>
                    <a:pt x="14851" y="55537"/>
                  </a:cubicBezTo>
                  <a:cubicBezTo>
                    <a:pt x="14384" y="56103"/>
                    <a:pt x="13725" y="57079"/>
                    <a:pt x="13298" y="57676"/>
                  </a:cubicBezTo>
                  <a:cubicBezTo>
                    <a:pt x="12591" y="58750"/>
                    <a:pt x="11768" y="59744"/>
                    <a:pt x="10844" y="60639"/>
                  </a:cubicBezTo>
                  <a:cubicBezTo>
                    <a:pt x="10856" y="59270"/>
                    <a:pt x="11430" y="58133"/>
                    <a:pt x="12568" y="57226"/>
                  </a:cubicBezTo>
                  <a:cubicBezTo>
                    <a:pt x="13494" y="56048"/>
                    <a:pt x="14505" y="54905"/>
                    <a:pt x="15559" y="53782"/>
                  </a:cubicBezTo>
                  <a:lnTo>
                    <a:pt x="15559" y="53782"/>
                  </a:lnTo>
                  <a:cubicBezTo>
                    <a:pt x="15371" y="53958"/>
                    <a:pt x="15186" y="54134"/>
                    <a:pt x="15001" y="54313"/>
                  </a:cubicBezTo>
                  <a:cubicBezTo>
                    <a:pt x="15775" y="53453"/>
                    <a:pt x="16546" y="52592"/>
                    <a:pt x="17343" y="51770"/>
                  </a:cubicBezTo>
                  <a:cubicBezTo>
                    <a:pt x="20504" y="48504"/>
                    <a:pt x="23752" y="45329"/>
                    <a:pt x="26994" y="42144"/>
                  </a:cubicBezTo>
                  <a:close/>
                  <a:moveTo>
                    <a:pt x="32167" y="37436"/>
                  </a:moveTo>
                  <a:lnTo>
                    <a:pt x="32167" y="37436"/>
                  </a:lnTo>
                  <a:cubicBezTo>
                    <a:pt x="29485" y="40525"/>
                    <a:pt x="26824" y="43628"/>
                    <a:pt x="24067" y="46654"/>
                  </a:cubicBezTo>
                  <a:cubicBezTo>
                    <a:pt x="19629" y="51521"/>
                    <a:pt x="14822" y="55927"/>
                    <a:pt x="11303" y="61531"/>
                  </a:cubicBezTo>
                  <a:cubicBezTo>
                    <a:pt x="11141" y="61331"/>
                    <a:pt x="10965" y="61141"/>
                    <a:pt x="10778" y="60968"/>
                  </a:cubicBezTo>
                  <a:cubicBezTo>
                    <a:pt x="12149" y="59712"/>
                    <a:pt x="13209" y="58271"/>
                    <a:pt x="14300" y="56735"/>
                  </a:cubicBezTo>
                  <a:cubicBezTo>
                    <a:pt x="16399" y="53776"/>
                    <a:pt x="19196" y="51348"/>
                    <a:pt x="21722" y="48767"/>
                  </a:cubicBezTo>
                  <a:cubicBezTo>
                    <a:pt x="23867" y="46576"/>
                    <a:pt x="25859" y="44229"/>
                    <a:pt x="27799" y="41830"/>
                  </a:cubicBezTo>
                  <a:cubicBezTo>
                    <a:pt x="29263" y="40366"/>
                    <a:pt x="30718" y="38902"/>
                    <a:pt x="32167" y="37436"/>
                  </a:cubicBezTo>
                  <a:close/>
                  <a:moveTo>
                    <a:pt x="21815" y="52266"/>
                  </a:moveTo>
                  <a:lnTo>
                    <a:pt x="21815" y="52266"/>
                  </a:lnTo>
                  <a:cubicBezTo>
                    <a:pt x="20412" y="53941"/>
                    <a:pt x="19046" y="55650"/>
                    <a:pt x="17715" y="57391"/>
                  </a:cubicBezTo>
                  <a:cubicBezTo>
                    <a:pt x="17247" y="57884"/>
                    <a:pt x="16780" y="58378"/>
                    <a:pt x="16329" y="58889"/>
                  </a:cubicBezTo>
                  <a:cubicBezTo>
                    <a:pt x="15652" y="59642"/>
                    <a:pt x="13299" y="61075"/>
                    <a:pt x="12915" y="61737"/>
                  </a:cubicBezTo>
                  <a:lnTo>
                    <a:pt x="12915" y="61737"/>
                  </a:lnTo>
                  <a:cubicBezTo>
                    <a:pt x="14896" y="58313"/>
                    <a:pt x="18807" y="55176"/>
                    <a:pt x="21815" y="52266"/>
                  </a:cubicBezTo>
                  <a:close/>
                  <a:moveTo>
                    <a:pt x="13119" y="49498"/>
                  </a:moveTo>
                  <a:cubicBezTo>
                    <a:pt x="11958" y="50817"/>
                    <a:pt x="10821" y="52154"/>
                    <a:pt x="9773" y="53537"/>
                  </a:cubicBezTo>
                  <a:cubicBezTo>
                    <a:pt x="7720" y="56242"/>
                    <a:pt x="5979" y="59960"/>
                    <a:pt x="3069" y="61880"/>
                  </a:cubicBezTo>
                  <a:cubicBezTo>
                    <a:pt x="4195" y="60168"/>
                    <a:pt x="5417" y="58502"/>
                    <a:pt x="6713" y="56877"/>
                  </a:cubicBezTo>
                  <a:cubicBezTo>
                    <a:pt x="6768" y="56807"/>
                    <a:pt x="6825" y="56738"/>
                    <a:pt x="6880" y="56669"/>
                  </a:cubicBezTo>
                  <a:cubicBezTo>
                    <a:pt x="8852" y="54212"/>
                    <a:pt x="10974" y="51839"/>
                    <a:pt x="13119" y="49498"/>
                  </a:cubicBezTo>
                  <a:close/>
                  <a:moveTo>
                    <a:pt x="3909" y="60278"/>
                  </a:moveTo>
                  <a:lnTo>
                    <a:pt x="3909" y="60278"/>
                  </a:lnTo>
                  <a:cubicBezTo>
                    <a:pt x="3502" y="60875"/>
                    <a:pt x="3090" y="61467"/>
                    <a:pt x="2708" y="62079"/>
                  </a:cubicBezTo>
                  <a:cubicBezTo>
                    <a:pt x="2703" y="62088"/>
                    <a:pt x="2708" y="62094"/>
                    <a:pt x="2706" y="62102"/>
                  </a:cubicBezTo>
                  <a:cubicBezTo>
                    <a:pt x="2657" y="62131"/>
                    <a:pt x="2610" y="62160"/>
                    <a:pt x="2561" y="62186"/>
                  </a:cubicBezTo>
                  <a:cubicBezTo>
                    <a:pt x="2544" y="62114"/>
                    <a:pt x="2532" y="62042"/>
                    <a:pt x="2512" y="61972"/>
                  </a:cubicBezTo>
                  <a:cubicBezTo>
                    <a:pt x="2983" y="61412"/>
                    <a:pt x="3442" y="60841"/>
                    <a:pt x="3909" y="60278"/>
                  </a:cubicBezTo>
                  <a:close/>
                  <a:moveTo>
                    <a:pt x="9138" y="60324"/>
                  </a:moveTo>
                  <a:cubicBezTo>
                    <a:pt x="9216" y="60341"/>
                    <a:pt x="9297" y="60347"/>
                    <a:pt x="9372" y="60367"/>
                  </a:cubicBezTo>
                  <a:cubicBezTo>
                    <a:pt x="9363" y="60384"/>
                    <a:pt x="9351" y="60399"/>
                    <a:pt x="9351" y="60422"/>
                  </a:cubicBezTo>
                  <a:cubicBezTo>
                    <a:pt x="9360" y="60483"/>
                    <a:pt x="9383" y="60532"/>
                    <a:pt x="9395" y="60589"/>
                  </a:cubicBezTo>
                  <a:cubicBezTo>
                    <a:pt x="8843" y="61106"/>
                    <a:pt x="8012" y="61995"/>
                    <a:pt x="7836" y="62278"/>
                  </a:cubicBezTo>
                  <a:cubicBezTo>
                    <a:pt x="8185" y="61715"/>
                    <a:pt x="8563" y="61170"/>
                    <a:pt x="8939" y="60624"/>
                  </a:cubicBezTo>
                  <a:cubicBezTo>
                    <a:pt x="8953" y="60644"/>
                    <a:pt x="8962" y="60662"/>
                    <a:pt x="8976" y="60679"/>
                  </a:cubicBezTo>
                  <a:cubicBezTo>
                    <a:pt x="8994" y="60701"/>
                    <a:pt x="9015" y="60710"/>
                    <a:pt x="9035" y="60710"/>
                  </a:cubicBezTo>
                  <a:cubicBezTo>
                    <a:pt x="9097" y="60710"/>
                    <a:pt x="9155" y="60622"/>
                    <a:pt x="9100" y="60555"/>
                  </a:cubicBezTo>
                  <a:cubicBezTo>
                    <a:pt x="9083" y="60523"/>
                    <a:pt x="9066" y="60491"/>
                    <a:pt x="9051" y="60457"/>
                  </a:cubicBezTo>
                  <a:cubicBezTo>
                    <a:pt x="9080" y="60413"/>
                    <a:pt x="9109" y="60370"/>
                    <a:pt x="9138" y="60324"/>
                  </a:cubicBezTo>
                  <a:close/>
                  <a:moveTo>
                    <a:pt x="32938" y="40684"/>
                  </a:moveTo>
                  <a:cubicBezTo>
                    <a:pt x="26701" y="47967"/>
                    <a:pt x="20711" y="55457"/>
                    <a:pt x="14108" y="62423"/>
                  </a:cubicBezTo>
                  <a:lnTo>
                    <a:pt x="14108" y="62423"/>
                  </a:lnTo>
                  <a:cubicBezTo>
                    <a:pt x="15022" y="61455"/>
                    <a:pt x="15976" y="60288"/>
                    <a:pt x="16947" y="59042"/>
                  </a:cubicBezTo>
                  <a:cubicBezTo>
                    <a:pt x="19941" y="56103"/>
                    <a:pt x="22519" y="52607"/>
                    <a:pt x="24982" y="49053"/>
                  </a:cubicBezTo>
                  <a:cubicBezTo>
                    <a:pt x="26954" y="46914"/>
                    <a:pt x="29009" y="44850"/>
                    <a:pt x="30992" y="42719"/>
                  </a:cubicBezTo>
                  <a:cubicBezTo>
                    <a:pt x="31639" y="42038"/>
                    <a:pt x="32292" y="41362"/>
                    <a:pt x="32938" y="40684"/>
                  </a:cubicBezTo>
                  <a:close/>
                  <a:moveTo>
                    <a:pt x="26393" y="46247"/>
                  </a:moveTo>
                  <a:cubicBezTo>
                    <a:pt x="25712" y="47226"/>
                    <a:pt x="25028" y="48207"/>
                    <a:pt x="24349" y="49189"/>
                  </a:cubicBezTo>
                  <a:cubicBezTo>
                    <a:pt x="24263" y="49310"/>
                    <a:pt x="24173" y="49428"/>
                    <a:pt x="24090" y="49550"/>
                  </a:cubicBezTo>
                  <a:cubicBezTo>
                    <a:pt x="22897" y="50794"/>
                    <a:pt x="21705" y="52041"/>
                    <a:pt x="20516" y="53288"/>
                  </a:cubicBezTo>
                  <a:cubicBezTo>
                    <a:pt x="17669" y="56259"/>
                    <a:pt x="14170" y="59097"/>
                    <a:pt x="12074" y="62674"/>
                  </a:cubicBezTo>
                  <a:cubicBezTo>
                    <a:pt x="12019" y="62573"/>
                    <a:pt x="11961" y="62478"/>
                    <a:pt x="11909" y="62391"/>
                  </a:cubicBezTo>
                  <a:cubicBezTo>
                    <a:pt x="11814" y="62235"/>
                    <a:pt x="11707" y="62082"/>
                    <a:pt x="11603" y="61932"/>
                  </a:cubicBezTo>
                  <a:cubicBezTo>
                    <a:pt x="11629" y="61877"/>
                    <a:pt x="11641" y="61819"/>
                    <a:pt x="11670" y="61764"/>
                  </a:cubicBezTo>
                  <a:cubicBezTo>
                    <a:pt x="11895" y="61551"/>
                    <a:pt x="12114" y="61334"/>
                    <a:pt x="12337" y="61124"/>
                  </a:cubicBezTo>
                  <a:lnTo>
                    <a:pt x="12337" y="61124"/>
                  </a:lnTo>
                  <a:cubicBezTo>
                    <a:pt x="12335" y="61124"/>
                    <a:pt x="12333" y="61124"/>
                    <a:pt x="12331" y="61124"/>
                  </a:cubicBezTo>
                  <a:cubicBezTo>
                    <a:pt x="12261" y="61124"/>
                    <a:pt x="12205" y="61072"/>
                    <a:pt x="12152" y="60991"/>
                  </a:cubicBezTo>
                  <a:cubicBezTo>
                    <a:pt x="12712" y="60237"/>
                    <a:pt x="13471" y="59527"/>
                    <a:pt x="14216" y="58857"/>
                  </a:cubicBezTo>
                  <a:lnTo>
                    <a:pt x="14216" y="58857"/>
                  </a:lnTo>
                  <a:cubicBezTo>
                    <a:pt x="13890" y="59198"/>
                    <a:pt x="13575" y="59547"/>
                    <a:pt x="13246" y="59885"/>
                  </a:cubicBezTo>
                  <a:cubicBezTo>
                    <a:pt x="13125" y="60148"/>
                    <a:pt x="12986" y="60399"/>
                    <a:pt x="12836" y="60644"/>
                  </a:cubicBezTo>
                  <a:cubicBezTo>
                    <a:pt x="15429" y="58133"/>
                    <a:pt x="17883" y="55448"/>
                    <a:pt x="20261" y="52688"/>
                  </a:cubicBezTo>
                  <a:cubicBezTo>
                    <a:pt x="20747" y="52185"/>
                    <a:pt x="21232" y="51686"/>
                    <a:pt x="21708" y="51178"/>
                  </a:cubicBezTo>
                  <a:cubicBezTo>
                    <a:pt x="23261" y="49524"/>
                    <a:pt x="24823" y="47881"/>
                    <a:pt x="26393" y="46247"/>
                  </a:cubicBezTo>
                  <a:close/>
                  <a:moveTo>
                    <a:pt x="9499" y="61020"/>
                  </a:moveTo>
                  <a:cubicBezTo>
                    <a:pt x="9556" y="61170"/>
                    <a:pt x="9626" y="61314"/>
                    <a:pt x="9707" y="61453"/>
                  </a:cubicBezTo>
                  <a:cubicBezTo>
                    <a:pt x="9242" y="61860"/>
                    <a:pt x="8685" y="62275"/>
                    <a:pt x="8428" y="62749"/>
                  </a:cubicBezTo>
                  <a:cubicBezTo>
                    <a:pt x="8751" y="62151"/>
                    <a:pt x="9147" y="61600"/>
                    <a:pt x="9499" y="61020"/>
                  </a:cubicBezTo>
                  <a:close/>
                  <a:moveTo>
                    <a:pt x="16993" y="48323"/>
                  </a:moveTo>
                  <a:lnTo>
                    <a:pt x="16993" y="48323"/>
                  </a:lnTo>
                  <a:cubicBezTo>
                    <a:pt x="16237" y="49249"/>
                    <a:pt x="15475" y="50170"/>
                    <a:pt x="14701" y="51077"/>
                  </a:cubicBezTo>
                  <a:cubicBezTo>
                    <a:pt x="13630" y="52333"/>
                    <a:pt x="12596" y="53612"/>
                    <a:pt x="11583" y="54908"/>
                  </a:cubicBezTo>
                  <a:cubicBezTo>
                    <a:pt x="9522" y="56865"/>
                    <a:pt x="7414" y="58947"/>
                    <a:pt x="6332" y="61196"/>
                  </a:cubicBezTo>
                  <a:cubicBezTo>
                    <a:pt x="6282" y="61299"/>
                    <a:pt x="6363" y="61408"/>
                    <a:pt x="6456" y="61408"/>
                  </a:cubicBezTo>
                  <a:cubicBezTo>
                    <a:pt x="6488" y="61408"/>
                    <a:pt x="6521" y="61395"/>
                    <a:pt x="6551" y="61366"/>
                  </a:cubicBezTo>
                  <a:cubicBezTo>
                    <a:pt x="7045" y="60875"/>
                    <a:pt x="7530" y="60361"/>
                    <a:pt x="8015" y="59853"/>
                  </a:cubicBezTo>
                  <a:lnTo>
                    <a:pt x="8015" y="59853"/>
                  </a:lnTo>
                  <a:cubicBezTo>
                    <a:pt x="7582" y="60471"/>
                    <a:pt x="7157" y="61095"/>
                    <a:pt x="6756" y="61730"/>
                  </a:cubicBezTo>
                  <a:cubicBezTo>
                    <a:pt x="6686" y="61840"/>
                    <a:pt x="6787" y="61945"/>
                    <a:pt x="6890" y="61945"/>
                  </a:cubicBezTo>
                  <a:cubicBezTo>
                    <a:pt x="6935" y="61945"/>
                    <a:pt x="6979" y="61925"/>
                    <a:pt x="7010" y="61877"/>
                  </a:cubicBezTo>
                  <a:cubicBezTo>
                    <a:pt x="7530" y="61051"/>
                    <a:pt x="8093" y="60263"/>
                    <a:pt x="8676" y="59495"/>
                  </a:cubicBezTo>
                  <a:lnTo>
                    <a:pt x="8676" y="59495"/>
                  </a:lnTo>
                  <a:cubicBezTo>
                    <a:pt x="8630" y="59723"/>
                    <a:pt x="8641" y="59960"/>
                    <a:pt x="8708" y="60182"/>
                  </a:cubicBezTo>
                  <a:cubicBezTo>
                    <a:pt x="8237" y="60708"/>
                    <a:pt x="7781" y="61239"/>
                    <a:pt x="7397" y="61834"/>
                  </a:cubicBezTo>
                  <a:cubicBezTo>
                    <a:pt x="7323" y="61950"/>
                    <a:pt x="7429" y="62060"/>
                    <a:pt x="7536" y="62060"/>
                  </a:cubicBezTo>
                  <a:cubicBezTo>
                    <a:pt x="7582" y="62060"/>
                    <a:pt x="7628" y="62039"/>
                    <a:pt x="7660" y="61990"/>
                  </a:cubicBezTo>
                  <a:cubicBezTo>
                    <a:pt x="7709" y="61915"/>
                    <a:pt x="7764" y="61848"/>
                    <a:pt x="7813" y="61776"/>
                  </a:cubicBezTo>
                  <a:lnTo>
                    <a:pt x="7813" y="61776"/>
                  </a:lnTo>
                  <a:cubicBezTo>
                    <a:pt x="7668" y="62004"/>
                    <a:pt x="7518" y="62232"/>
                    <a:pt x="7377" y="62463"/>
                  </a:cubicBezTo>
                  <a:lnTo>
                    <a:pt x="7377" y="62466"/>
                  </a:lnTo>
                  <a:cubicBezTo>
                    <a:pt x="6924" y="61975"/>
                    <a:pt x="6307" y="61580"/>
                    <a:pt x="5750" y="61580"/>
                  </a:cubicBezTo>
                  <a:cubicBezTo>
                    <a:pt x="5601" y="61580"/>
                    <a:pt x="5455" y="61609"/>
                    <a:pt x="5318" y="61672"/>
                  </a:cubicBezTo>
                  <a:cubicBezTo>
                    <a:pt x="5474" y="61340"/>
                    <a:pt x="5604" y="60999"/>
                    <a:pt x="5708" y="60650"/>
                  </a:cubicBezTo>
                  <a:cubicBezTo>
                    <a:pt x="5731" y="60562"/>
                    <a:pt x="5660" y="60500"/>
                    <a:pt x="5588" y="60500"/>
                  </a:cubicBezTo>
                  <a:cubicBezTo>
                    <a:pt x="5550" y="60500"/>
                    <a:pt x="5511" y="60518"/>
                    <a:pt x="5486" y="60558"/>
                  </a:cubicBezTo>
                  <a:cubicBezTo>
                    <a:pt x="4920" y="61473"/>
                    <a:pt x="4158" y="62267"/>
                    <a:pt x="3580" y="63173"/>
                  </a:cubicBezTo>
                  <a:cubicBezTo>
                    <a:pt x="5916" y="59368"/>
                    <a:pt x="9984" y="55936"/>
                    <a:pt x="12963" y="52688"/>
                  </a:cubicBezTo>
                  <a:cubicBezTo>
                    <a:pt x="14303" y="51227"/>
                    <a:pt x="15654" y="49778"/>
                    <a:pt x="16993" y="48323"/>
                  </a:cubicBezTo>
                  <a:close/>
                  <a:moveTo>
                    <a:pt x="33074" y="42052"/>
                  </a:moveTo>
                  <a:cubicBezTo>
                    <a:pt x="29332" y="46625"/>
                    <a:pt x="25660" y="51244"/>
                    <a:pt x="22060" y="55907"/>
                  </a:cubicBezTo>
                  <a:cubicBezTo>
                    <a:pt x="20781" y="57564"/>
                    <a:pt x="19508" y="59224"/>
                    <a:pt x="18189" y="60852"/>
                  </a:cubicBezTo>
                  <a:cubicBezTo>
                    <a:pt x="17702" y="61450"/>
                    <a:pt x="15982" y="63204"/>
                    <a:pt x="15741" y="63204"/>
                  </a:cubicBezTo>
                  <a:cubicBezTo>
                    <a:pt x="15598" y="63204"/>
                    <a:pt x="15979" y="62584"/>
                    <a:pt x="17452" y="60731"/>
                  </a:cubicBezTo>
                  <a:cubicBezTo>
                    <a:pt x="19381" y="58314"/>
                    <a:pt x="21503" y="56016"/>
                    <a:pt x="23492" y="53646"/>
                  </a:cubicBezTo>
                  <a:cubicBezTo>
                    <a:pt x="26720" y="49801"/>
                    <a:pt x="29858" y="45897"/>
                    <a:pt x="33074" y="42052"/>
                  </a:cubicBezTo>
                  <a:close/>
                  <a:moveTo>
                    <a:pt x="9943" y="61834"/>
                  </a:moveTo>
                  <a:cubicBezTo>
                    <a:pt x="10053" y="61984"/>
                    <a:pt x="10166" y="62134"/>
                    <a:pt x="10287" y="62278"/>
                  </a:cubicBezTo>
                  <a:cubicBezTo>
                    <a:pt x="9707" y="62792"/>
                    <a:pt x="8737" y="63450"/>
                    <a:pt x="8485" y="64031"/>
                  </a:cubicBezTo>
                  <a:cubicBezTo>
                    <a:pt x="8829" y="63237"/>
                    <a:pt x="9424" y="62547"/>
                    <a:pt x="9943" y="61834"/>
                  </a:cubicBezTo>
                  <a:close/>
                  <a:moveTo>
                    <a:pt x="58304" y="13690"/>
                  </a:moveTo>
                  <a:cubicBezTo>
                    <a:pt x="59002" y="13725"/>
                    <a:pt x="59655" y="14190"/>
                    <a:pt x="60180" y="15376"/>
                  </a:cubicBezTo>
                  <a:cubicBezTo>
                    <a:pt x="60202" y="15420"/>
                    <a:pt x="60248" y="15448"/>
                    <a:pt x="60300" y="15448"/>
                  </a:cubicBezTo>
                  <a:cubicBezTo>
                    <a:pt x="60302" y="15448"/>
                    <a:pt x="60305" y="15448"/>
                    <a:pt x="60307" y="15448"/>
                  </a:cubicBezTo>
                  <a:lnTo>
                    <a:pt x="60307" y="15448"/>
                  </a:lnTo>
                  <a:cubicBezTo>
                    <a:pt x="58895" y="16964"/>
                    <a:pt x="57605" y="18534"/>
                    <a:pt x="56338" y="20180"/>
                  </a:cubicBezTo>
                  <a:cubicBezTo>
                    <a:pt x="52385" y="25316"/>
                    <a:pt x="48211" y="30224"/>
                    <a:pt x="44050" y="35184"/>
                  </a:cubicBezTo>
                  <a:lnTo>
                    <a:pt x="44053" y="35181"/>
                  </a:lnTo>
                  <a:lnTo>
                    <a:pt x="44053" y="35181"/>
                  </a:lnTo>
                  <a:cubicBezTo>
                    <a:pt x="36345" y="44376"/>
                    <a:pt x="28859" y="53753"/>
                    <a:pt x="21246" y="63023"/>
                  </a:cubicBezTo>
                  <a:cubicBezTo>
                    <a:pt x="20432" y="64015"/>
                    <a:pt x="20090" y="64394"/>
                    <a:pt x="20044" y="64394"/>
                  </a:cubicBezTo>
                  <a:cubicBezTo>
                    <a:pt x="19907" y="64394"/>
                    <a:pt x="22316" y="61123"/>
                    <a:pt x="22744" y="60529"/>
                  </a:cubicBezTo>
                  <a:cubicBezTo>
                    <a:pt x="24661" y="57864"/>
                    <a:pt x="26827" y="55370"/>
                    <a:pt x="28940" y="52861"/>
                  </a:cubicBezTo>
                  <a:cubicBezTo>
                    <a:pt x="32566" y="48556"/>
                    <a:pt x="36025" y="44122"/>
                    <a:pt x="39515" y="39708"/>
                  </a:cubicBezTo>
                  <a:cubicBezTo>
                    <a:pt x="43184" y="35063"/>
                    <a:pt x="47047" y="30562"/>
                    <a:pt x="50884" y="26055"/>
                  </a:cubicBezTo>
                  <a:cubicBezTo>
                    <a:pt x="53941" y="22467"/>
                    <a:pt x="57513" y="19037"/>
                    <a:pt x="59816" y="14888"/>
                  </a:cubicBezTo>
                  <a:cubicBezTo>
                    <a:pt x="59875" y="14783"/>
                    <a:pt x="59783" y="14667"/>
                    <a:pt x="59686" y="14667"/>
                  </a:cubicBezTo>
                  <a:cubicBezTo>
                    <a:pt x="59653" y="14667"/>
                    <a:pt x="59620" y="14681"/>
                    <a:pt x="59591" y="14712"/>
                  </a:cubicBezTo>
                  <a:cubicBezTo>
                    <a:pt x="57533" y="16938"/>
                    <a:pt x="55500" y="19187"/>
                    <a:pt x="53494" y="21459"/>
                  </a:cubicBezTo>
                  <a:cubicBezTo>
                    <a:pt x="55408" y="19129"/>
                    <a:pt x="57279" y="16771"/>
                    <a:pt x="59074" y="14354"/>
                  </a:cubicBezTo>
                  <a:cubicBezTo>
                    <a:pt x="59156" y="14244"/>
                    <a:pt x="59040" y="14118"/>
                    <a:pt x="58927" y="14118"/>
                  </a:cubicBezTo>
                  <a:cubicBezTo>
                    <a:pt x="58891" y="14118"/>
                    <a:pt x="58855" y="14131"/>
                    <a:pt x="58826" y="14161"/>
                  </a:cubicBezTo>
                  <a:cubicBezTo>
                    <a:pt x="58093" y="14920"/>
                    <a:pt x="57383" y="15699"/>
                    <a:pt x="56661" y="16470"/>
                  </a:cubicBezTo>
                  <a:cubicBezTo>
                    <a:pt x="57354" y="15679"/>
                    <a:pt x="58024" y="14871"/>
                    <a:pt x="58636" y="14025"/>
                  </a:cubicBezTo>
                  <a:cubicBezTo>
                    <a:pt x="58717" y="13911"/>
                    <a:pt x="58610" y="13809"/>
                    <a:pt x="58501" y="13809"/>
                  </a:cubicBezTo>
                  <a:cubicBezTo>
                    <a:pt x="58466" y="13809"/>
                    <a:pt x="58431" y="13819"/>
                    <a:pt x="58402" y="13843"/>
                  </a:cubicBezTo>
                  <a:cubicBezTo>
                    <a:pt x="58052" y="14126"/>
                    <a:pt x="57726" y="14432"/>
                    <a:pt x="57385" y="14721"/>
                  </a:cubicBezTo>
                  <a:cubicBezTo>
                    <a:pt x="57686" y="14389"/>
                    <a:pt x="57986" y="14060"/>
                    <a:pt x="58289" y="13730"/>
                  </a:cubicBezTo>
                  <a:cubicBezTo>
                    <a:pt x="58301" y="13716"/>
                    <a:pt x="58298" y="13702"/>
                    <a:pt x="58304" y="13690"/>
                  </a:cubicBezTo>
                  <a:close/>
                  <a:moveTo>
                    <a:pt x="23310" y="40383"/>
                  </a:moveTo>
                  <a:lnTo>
                    <a:pt x="23310" y="40383"/>
                  </a:lnTo>
                  <a:cubicBezTo>
                    <a:pt x="22167" y="41833"/>
                    <a:pt x="21027" y="43279"/>
                    <a:pt x="19883" y="44725"/>
                  </a:cubicBezTo>
                  <a:cubicBezTo>
                    <a:pt x="19857" y="44754"/>
                    <a:pt x="19826" y="44786"/>
                    <a:pt x="19800" y="44815"/>
                  </a:cubicBezTo>
                  <a:cubicBezTo>
                    <a:pt x="16607" y="48250"/>
                    <a:pt x="13442" y="51712"/>
                    <a:pt x="10307" y="55202"/>
                  </a:cubicBezTo>
                  <a:cubicBezTo>
                    <a:pt x="7931" y="57835"/>
                    <a:pt x="4894" y="60491"/>
                    <a:pt x="3173" y="63606"/>
                  </a:cubicBezTo>
                  <a:cubicBezTo>
                    <a:pt x="3150" y="63650"/>
                    <a:pt x="3186" y="63688"/>
                    <a:pt x="3224" y="63688"/>
                  </a:cubicBezTo>
                  <a:cubicBezTo>
                    <a:pt x="3241" y="63688"/>
                    <a:pt x="3259" y="63680"/>
                    <a:pt x="3271" y="63661"/>
                  </a:cubicBezTo>
                  <a:cubicBezTo>
                    <a:pt x="3339" y="63541"/>
                    <a:pt x="3422" y="63422"/>
                    <a:pt x="3501" y="63303"/>
                  </a:cubicBezTo>
                  <a:lnTo>
                    <a:pt x="3501" y="63303"/>
                  </a:lnTo>
                  <a:cubicBezTo>
                    <a:pt x="3332" y="63574"/>
                    <a:pt x="3186" y="63862"/>
                    <a:pt x="3066" y="64161"/>
                  </a:cubicBezTo>
                  <a:cubicBezTo>
                    <a:pt x="3053" y="64193"/>
                    <a:pt x="3085" y="64220"/>
                    <a:pt x="3116" y="64220"/>
                  </a:cubicBezTo>
                  <a:cubicBezTo>
                    <a:pt x="3132" y="64220"/>
                    <a:pt x="3147" y="64213"/>
                    <a:pt x="3156" y="64195"/>
                  </a:cubicBezTo>
                  <a:cubicBezTo>
                    <a:pt x="3673" y="63162"/>
                    <a:pt x="4432" y="62307"/>
                    <a:pt x="5139" y="61409"/>
                  </a:cubicBezTo>
                  <a:lnTo>
                    <a:pt x="5139" y="61409"/>
                  </a:lnTo>
                  <a:cubicBezTo>
                    <a:pt x="4637" y="62397"/>
                    <a:pt x="3866" y="63220"/>
                    <a:pt x="3462" y="64256"/>
                  </a:cubicBezTo>
                  <a:cubicBezTo>
                    <a:pt x="3439" y="64315"/>
                    <a:pt x="3496" y="64369"/>
                    <a:pt x="3549" y="64369"/>
                  </a:cubicBezTo>
                  <a:cubicBezTo>
                    <a:pt x="3570" y="64369"/>
                    <a:pt x="3589" y="64361"/>
                    <a:pt x="3603" y="64343"/>
                  </a:cubicBezTo>
                  <a:cubicBezTo>
                    <a:pt x="3933" y="63930"/>
                    <a:pt x="4262" y="63468"/>
                    <a:pt x="4571" y="62994"/>
                  </a:cubicBezTo>
                  <a:lnTo>
                    <a:pt x="4571" y="62994"/>
                  </a:lnTo>
                  <a:cubicBezTo>
                    <a:pt x="4562" y="63046"/>
                    <a:pt x="4550" y="63101"/>
                    <a:pt x="4542" y="63150"/>
                  </a:cubicBezTo>
                  <a:cubicBezTo>
                    <a:pt x="4458" y="63622"/>
                    <a:pt x="3971" y="64644"/>
                    <a:pt x="3487" y="64644"/>
                  </a:cubicBezTo>
                  <a:cubicBezTo>
                    <a:pt x="3267" y="64644"/>
                    <a:pt x="3047" y="64432"/>
                    <a:pt x="2867" y="63858"/>
                  </a:cubicBezTo>
                  <a:cubicBezTo>
                    <a:pt x="2723" y="63396"/>
                    <a:pt x="2694" y="62862"/>
                    <a:pt x="2602" y="62359"/>
                  </a:cubicBezTo>
                  <a:cubicBezTo>
                    <a:pt x="3318" y="62004"/>
                    <a:pt x="3944" y="61513"/>
                    <a:pt x="4522" y="60956"/>
                  </a:cubicBezTo>
                  <a:lnTo>
                    <a:pt x="4522" y="60956"/>
                  </a:lnTo>
                  <a:cubicBezTo>
                    <a:pt x="3907" y="61681"/>
                    <a:pt x="3321" y="62437"/>
                    <a:pt x="2812" y="63263"/>
                  </a:cubicBezTo>
                  <a:cubicBezTo>
                    <a:pt x="2768" y="63337"/>
                    <a:pt x="2831" y="63401"/>
                    <a:pt x="2898" y="63401"/>
                  </a:cubicBezTo>
                  <a:cubicBezTo>
                    <a:pt x="2927" y="63401"/>
                    <a:pt x="2958" y="63388"/>
                    <a:pt x="2980" y="63358"/>
                  </a:cubicBezTo>
                  <a:cubicBezTo>
                    <a:pt x="5468" y="59845"/>
                    <a:pt x="8754" y="56897"/>
                    <a:pt x="11563" y="53635"/>
                  </a:cubicBezTo>
                  <a:cubicBezTo>
                    <a:pt x="14511" y="50214"/>
                    <a:pt x="17556" y="46876"/>
                    <a:pt x="20539" y="43484"/>
                  </a:cubicBezTo>
                  <a:cubicBezTo>
                    <a:pt x="21454" y="42442"/>
                    <a:pt x="22383" y="41414"/>
                    <a:pt x="23310" y="40383"/>
                  </a:cubicBezTo>
                  <a:close/>
                  <a:moveTo>
                    <a:pt x="10503" y="62524"/>
                  </a:moveTo>
                  <a:cubicBezTo>
                    <a:pt x="10570" y="62602"/>
                    <a:pt x="10636" y="62680"/>
                    <a:pt x="10703" y="62755"/>
                  </a:cubicBezTo>
                  <a:cubicBezTo>
                    <a:pt x="10036" y="63433"/>
                    <a:pt x="9392" y="64135"/>
                    <a:pt x="8742" y="64833"/>
                  </a:cubicBezTo>
                  <a:cubicBezTo>
                    <a:pt x="8815" y="64735"/>
                    <a:pt x="8881" y="64634"/>
                    <a:pt x="8950" y="64539"/>
                  </a:cubicBezTo>
                  <a:cubicBezTo>
                    <a:pt x="9444" y="63849"/>
                    <a:pt x="9966" y="63182"/>
                    <a:pt x="10503" y="62524"/>
                  </a:cubicBezTo>
                  <a:close/>
                  <a:moveTo>
                    <a:pt x="11657" y="64457"/>
                  </a:moveTo>
                  <a:cubicBezTo>
                    <a:pt x="11781" y="64457"/>
                    <a:pt x="11263" y="65140"/>
                    <a:pt x="11240" y="65263"/>
                  </a:cubicBezTo>
                  <a:lnTo>
                    <a:pt x="11240" y="65263"/>
                  </a:lnTo>
                  <a:cubicBezTo>
                    <a:pt x="11246" y="65227"/>
                    <a:pt x="11218" y="65204"/>
                    <a:pt x="11192" y="65204"/>
                  </a:cubicBezTo>
                  <a:cubicBezTo>
                    <a:pt x="11174" y="65204"/>
                    <a:pt x="11158" y="65214"/>
                    <a:pt x="11153" y="65238"/>
                  </a:cubicBezTo>
                  <a:lnTo>
                    <a:pt x="11150" y="65240"/>
                  </a:lnTo>
                  <a:lnTo>
                    <a:pt x="11110" y="65391"/>
                  </a:lnTo>
                  <a:cubicBezTo>
                    <a:pt x="11107" y="65399"/>
                    <a:pt x="11113" y="65405"/>
                    <a:pt x="11115" y="65414"/>
                  </a:cubicBezTo>
                  <a:cubicBezTo>
                    <a:pt x="11076" y="65412"/>
                    <a:pt x="11036" y="65410"/>
                    <a:pt x="10997" y="65410"/>
                  </a:cubicBezTo>
                  <a:cubicBezTo>
                    <a:pt x="10872" y="65410"/>
                    <a:pt x="10747" y="65421"/>
                    <a:pt x="10622" y="65445"/>
                  </a:cubicBezTo>
                  <a:cubicBezTo>
                    <a:pt x="10547" y="65460"/>
                    <a:pt x="10472" y="65486"/>
                    <a:pt x="10402" y="65520"/>
                  </a:cubicBezTo>
                  <a:cubicBezTo>
                    <a:pt x="10674" y="65278"/>
                    <a:pt x="10942" y="65030"/>
                    <a:pt x="11214" y="64787"/>
                  </a:cubicBezTo>
                  <a:cubicBezTo>
                    <a:pt x="11482" y="64548"/>
                    <a:pt x="11612" y="64457"/>
                    <a:pt x="11657" y="64457"/>
                  </a:cubicBezTo>
                  <a:close/>
                  <a:moveTo>
                    <a:pt x="11840" y="64623"/>
                  </a:moveTo>
                  <a:lnTo>
                    <a:pt x="11840" y="64623"/>
                  </a:lnTo>
                  <a:cubicBezTo>
                    <a:pt x="11970" y="65112"/>
                    <a:pt x="12015" y="65608"/>
                    <a:pt x="11771" y="65608"/>
                  </a:cubicBezTo>
                  <a:cubicBezTo>
                    <a:pt x="11728" y="65608"/>
                    <a:pt x="11675" y="65593"/>
                    <a:pt x="11612" y="65558"/>
                  </a:cubicBezTo>
                  <a:cubicBezTo>
                    <a:pt x="11494" y="65497"/>
                    <a:pt x="11370" y="65454"/>
                    <a:pt x="11237" y="65434"/>
                  </a:cubicBezTo>
                  <a:cubicBezTo>
                    <a:pt x="11465" y="65353"/>
                    <a:pt x="11684" y="64960"/>
                    <a:pt x="11840" y="64623"/>
                  </a:cubicBezTo>
                  <a:close/>
                  <a:moveTo>
                    <a:pt x="11439" y="63676"/>
                  </a:moveTo>
                  <a:cubicBezTo>
                    <a:pt x="11456" y="63699"/>
                    <a:pt x="11476" y="63719"/>
                    <a:pt x="11494" y="63742"/>
                  </a:cubicBezTo>
                  <a:lnTo>
                    <a:pt x="11494" y="63745"/>
                  </a:lnTo>
                  <a:cubicBezTo>
                    <a:pt x="11560" y="63837"/>
                    <a:pt x="11644" y="64016"/>
                    <a:pt x="11719" y="64224"/>
                  </a:cubicBezTo>
                  <a:cubicBezTo>
                    <a:pt x="11081" y="64631"/>
                    <a:pt x="10555" y="65134"/>
                    <a:pt x="9987" y="65645"/>
                  </a:cubicBezTo>
                  <a:cubicBezTo>
                    <a:pt x="10541" y="65145"/>
                    <a:pt x="11012" y="64334"/>
                    <a:pt x="11439" y="63676"/>
                  </a:cubicBezTo>
                  <a:close/>
                  <a:moveTo>
                    <a:pt x="9306" y="61069"/>
                  </a:moveTo>
                  <a:cubicBezTo>
                    <a:pt x="8924" y="61454"/>
                    <a:pt x="8318" y="62341"/>
                    <a:pt x="7946" y="63023"/>
                  </a:cubicBezTo>
                  <a:cubicBezTo>
                    <a:pt x="7892" y="63118"/>
                    <a:pt x="7971" y="63247"/>
                    <a:pt x="8069" y="63247"/>
                  </a:cubicBezTo>
                  <a:cubicBezTo>
                    <a:pt x="8093" y="63247"/>
                    <a:pt x="8118" y="63240"/>
                    <a:pt x="8142" y="63222"/>
                  </a:cubicBezTo>
                  <a:cubicBezTo>
                    <a:pt x="8448" y="62997"/>
                    <a:pt x="8627" y="62862"/>
                    <a:pt x="8921" y="62625"/>
                  </a:cubicBezTo>
                  <a:cubicBezTo>
                    <a:pt x="9083" y="62492"/>
                    <a:pt x="9236" y="62348"/>
                    <a:pt x="9389" y="62209"/>
                  </a:cubicBezTo>
                  <a:lnTo>
                    <a:pt x="9389" y="62209"/>
                  </a:lnTo>
                  <a:cubicBezTo>
                    <a:pt x="8910" y="62890"/>
                    <a:pt x="8393" y="63528"/>
                    <a:pt x="8052" y="64317"/>
                  </a:cubicBezTo>
                  <a:cubicBezTo>
                    <a:pt x="8005" y="64428"/>
                    <a:pt x="8082" y="64531"/>
                    <a:pt x="8177" y="64531"/>
                  </a:cubicBezTo>
                  <a:cubicBezTo>
                    <a:pt x="8210" y="64531"/>
                    <a:pt x="8245" y="64519"/>
                    <a:pt x="8278" y="64490"/>
                  </a:cubicBezTo>
                  <a:cubicBezTo>
                    <a:pt x="8633" y="64184"/>
                    <a:pt x="8988" y="63875"/>
                    <a:pt x="9337" y="63563"/>
                  </a:cubicBezTo>
                  <a:lnTo>
                    <a:pt x="9337" y="63563"/>
                  </a:lnTo>
                  <a:cubicBezTo>
                    <a:pt x="8780" y="64305"/>
                    <a:pt x="8246" y="65059"/>
                    <a:pt x="7720" y="65821"/>
                  </a:cubicBezTo>
                  <a:cubicBezTo>
                    <a:pt x="7769" y="65544"/>
                    <a:pt x="7844" y="65261"/>
                    <a:pt x="7896" y="65009"/>
                  </a:cubicBezTo>
                  <a:cubicBezTo>
                    <a:pt x="7995" y="64519"/>
                    <a:pt x="8119" y="63921"/>
                    <a:pt x="7977" y="63433"/>
                  </a:cubicBezTo>
                  <a:cubicBezTo>
                    <a:pt x="7911" y="63200"/>
                    <a:pt x="7773" y="62952"/>
                    <a:pt x="7592" y="62710"/>
                  </a:cubicBezTo>
                  <a:lnTo>
                    <a:pt x="7592" y="62710"/>
                  </a:lnTo>
                  <a:cubicBezTo>
                    <a:pt x="8209" y="62208"/>
                    <a:pt x="8743" y="61634"/>
                    <a:pt x="9306" y="61069"/>
                  </a:cubicBezTo>
                  <a:close/>
                  <a:moveTo>
                    <a:pt x="43848" y="29704"/>
                  </a:moveTo>
                  <a:lnTo>
                    <a:pt x="43848" y="29704"/>
                  </a:lnTo>
                  <a:cubicBezTo>
                    <a:pt x="37843" y="36737"/>
                    <a:pt x="32248" y="44113"/>
                    <a:pt x="26549" y="51400"/>
                  </a:cubicBezTo>
                  <a:cubicBezTo>
                    <a:pt x="24352" y="54215"/>
                    <a:pt x="22132" y="57010"/>
                    <a:pt x="19924" y="59816"/>
                  </a:cubicBezTo>
                  <a:cubicBezTo>
                    <a:pt x="19003" y="60985"/>
                    <a:pt x="18085" y="62157"/>
                    <a:pt x="17172" y="63332"/>
                  </a:cubicBezTo>
                  <a:cubicBezTo>
                    <a:pt x="16814" y="63771"/>
                    <a:pt x="16462" y="64218"/>
                    <a:pt x="16116" y="64672"/>
                  </a:cubicBezTo>
                  <a:cubicBezTo>
                    <a:pt x="16070" y="64602"/>
                    <a:pt x="16029" y="64542"/>
                    <a:pt x="15997" y="64498"/>
                  </a:cubicBezTo>
                  <a:cubicBezTo>
                    <a:pt x="15959" y="64445"/>
                    <a:pt x="15903" y="64419"/>
                    <a:pt x="15849" y="64419"/>
                  </a:cubicBezTo>
                  <a:cubicBezTo>
                    <a:pt x="15783" y="64419"/>
                    <a:pt x="15718" y="64459"/>
                    <a:pt x="15691" y="64539"/>
                  </a:cubicBezTo>
                  <a:cubicBezTo>
                    <a:pt x="15328" y="65578"/>
                    <a:pt x="14942" y="65975"/>
                    <a:pt x="14554" y="65975"/>
                  </a:cubicBezTo>
                  <a:cubicBezTo>
                    <a:pt x="13715" y="65975"/>
                    <a:pt x="12864" y="64113"/>
                    <a:pt x="12198" y="62890"/>
                  </a:cubicBezTo>
                  <a:cubicBezTo>
                    <a:pt x="12207" y="62888"/>
                    <a:pt x="12218" y="62890"/>
                    <a:pt x="12230" y="62885"/>
                  </a:cubicBezTo>
                  <a:cubicBezTo>
                    <a:pt x="13298" y="62183"/>
                    <a:pt x="14314" y="61415"/>
                    <a:pt x="15279" y="60581"/>
                  </a:cubicBezTo>
                  <a:lnTo>
                    <a:pt x="15279" y="60581"/>
                  </a:lnTo>
                  <a:cubicBezTo>
                    <a:pt x="14467" y="61643"/>
                    <a:pt x="13653" y="62706"/>
                    <a:pt x="12825" y="63754"/>
                  </a:cubicBezTo>
                  <a:cubicBezTo>
                    <a:pt x="12743" y="63855"/>
                    <a:pt x="12824" y="63988"/>
                    <a:pt x="12923" y="63988"/>
                  </a:cubicBezTo>
                  <a:cubicBezTo>
                    <a:pt x="12953" y="63988"/>
                    <a:pt x="12986" y="63975"/>
                    <a:pt x="13015" y="63944"/>
                  </a:cubicBezTo>
                  <a:cubicBezTo>
                    <a:pt x="22245" y="54385"/>
                    <a:pt x="30337" y="43833"/>
                    <a:pt x="39232" y="33974"/>
                  </a:cubicBezTo>
                  <a:cubicBezTo>
                    <a:pt x="40248" y="32848"/>
                    <a:pt x="41270" y="31731"/>
                    <a:pt x="42301" y="30619"/>
                  </a:cubicBezTo>
                  <a:lnTo>
                    <a:pt x="42301" y="30619"/>
                  </a:lnTo>
                  <a:cubicBezTo>
                    <a:pt x="39934" y="33469"/>
                    <a:pt x="37584" y="36333"/>
                    <a:pt x="35156" y="39125"/>
                  </a:cubicBezTo>
                  <a:cubicBezTo>
                    <a:pt x="31082" y="43807"/>
                    <a:pt x="27248" y="48660"/>
                    <a:pt x="23284" y="53433"/>
                  </a:cubicBezTo>
                  <a:cubicBezTo>
                    <a:pt x="20443" y="56851"/>
                    <a:pt x="16586" y="60159"/>
                    <a:pt x="14932" y="64348"/>
                  </a:cubicBezTo>
                  <a:cubicBezTo>
                    <a:pt x="14890" y="64452"/>
                    <a:pt x="14987" y="64532"/>
                    <a:pt x="15080" y="64532"/>
                  </a:cubicBezTo>
                  <a:cubicBezTo>
                    <a:pt x="15117" y="64532"/>
                    <a:pt x="15153" y="64520"/>
                    <a:pt x="15180" y="64493"/>
                  </a:cubicBezTo>
                  <a:cubicBezTo>
                    <a:pt x="22539" y="57333"/>
                    <a:pt x="28579" y="48401"/>
                    <a:pt x="34942" y="40352"/>
                  </a:cubicBezTo>
                  <a:cubicBezTo>
                    <a:pt x="37812" y="36720"/>
                    <a:pt x="40800" y="33186"/>
                    <a:pt x="43848" y="29704"/>
                  </a:cubicBezTo>
                  <a:close/>
                  <a:moveTo>
                    <a:pt x="10887" y="62986"/>
                  </a:moveTo>
                  <a:cubicBezTo>
                    <a:pt x="11029" y="63150"/>
                    <a:pt x="11162" y="63318"/>
                    <a:pt x="11294" y="63491"/>
                  </a:cubicBezTo>
                  <a:lnTo>
                    <a:pt x="11292" y="63491"/>
                  </a:lnTo>
                  <a:cubicBezTo>
                    <a:pt x="10249" y="64366"/>
                    <a:pt x="9470" y="65468"/>
                    <a:pt x="8558" y="66470"/>
                  </a:cubicBezTo>
                  <a:cubicBezTo>
                    <a:pt x="8806" y="66095"/>
                    <a:pt x="9054" y="65723"/>
                    <a:pt x="9305" y="65353"/>
                  </a:cubicBezTo>
                  <a:cubicBezTo>
                    <a:pt x="9839" y="64568"/>
                    <a:pt x="10368" y="63780"/>
                    <a:pt x="10887" y="62986"/>
                  </a:cubicBezTo>
                  <a:close/>
                  <a:moveTo>
                    <a:pt x="58961" y="15873"/>
                  </a:moveTo>
                  <a:cubicBezTo>
                    <a:pt x="59031" y="15873"/>
                    <a:pt x="58588" y="16499"/>
                    <a:pt x="57155" y="18318"/>
                  </a:cubicBezTo>
                  <a:cubicBezTo>
                    <a:pt x="54351" y="21881"/>
                    <a:pt x="51210" y="25221"/>
                    <a:pt x="48277" y="28679"/>
                  </a:cubicBezTo>
                  <a:cubicBezTo>
                    <a:pt x="43040" y="34855"/>
                    <a:pt x="38031" y="41192"/>
                    <a:pt x="32979" y="47517"/>
                  </a:cubicBezTo>
                  <a:cubicBezTo>
                    <a:pt x="28169" y="53539"/>
                    <a:pt x="22848" y="59134"/>
                    <a:pt x="18939" y="65821"/>
                  </a:cubicBezTo>
                  <a:cubicBezTo>
                    <a:pt x="18881" y="65922"/>
                    <a:pt x="18971" y="66034"/>
                    <a:pt x="19066" y="66043"/>
                  </a:cubicBezTo>
                  <a:cubicBezTo>
                    <a:pt x="18794" y="66431"/>
                    <a:pt x="18503" y="66584"/>
                    <a:pt x="18213" y="66584"/>
                  </a:cubicBezTo>
                  <a:cubicBezTo>
                    <a:pt x="17471" y="66584"/>
                    <a:pt x="16730" y="65580"/>
                    <a:pt x="16292" y="64934"/>
                  </a:cubicBezTo>
                  <a:lnTo>
                    <a:pt x="16292" y="64932"/>
                  </a:lnTo>
                  <a:cubicBezTo>
                    <a:pt x="17164" y="63808"/>
                    <a:pt x="18036" y="62683"/>
                    <a:pt x="18905" y="61557"/>
                  </a:cubicBezTo>
                  <a:cubicBezTo>
                    <a:pt x="19251" y="61202"/>
                    <a:pt x="19592" y="60846"/>
                    <a:pt x="19906" y="60491"/>
                  </a:cubicBezTo>
                  <a:cubicBezTo>
                    <a:pt x="23293" y="56657"/>
                    <a:pt x="26665" y="52844"/>
                    <a:pt x="29973" y="48958"/>
                  </a:cubicBezTo>
                  <a:lnTo>
                    <a:pt x="29973" y="48958"/>
                  </a:lnTo>
                  <a:lnTo>
                    <a:pt x="29223" y="49939"/>
                  </a:lnTo>
                  <a:cubicBezTo>
                    <a:pt x="28466" y="50930"/>
                    <a:pt x="27739" y="51943"/>
                    <a:pt x="27003" y="52950"/>
                  </a:cubicBezTo>
                  <a:cubicBezTo>
                    <a:pt x="27840" y="51975"/>
                    <a:pt x="28686" y="51005"/>
                    <a:pt x="29540" y="50037"/>
                  </a:cubicBezTo>
                  <a:cubicBezTo>
                    <a:pt x="31968" y="46868"/>
                    <a:pt x="34471" y="43755"/>
                    <a:pt x="36974" y="40640"/>
                  </a:cubicBezTo>
                  <a:lnTo>
                    <a:pt x="37073" y="40519"/>
                  </a:lnTo>
                  <a:cubicBezTo>
                    <a:pt x="39039" y="38224"/>
                    <a:pt x="41028" y="35946"/>
                    <a:pt x="43023" y="33674"/>
                  </a:cubicBezTo>
                  <a:lnTo>
                    <a:pt x="43023" y="33674"/>
                  </a:lnTo>
                  <a:cubicBezTo>
                    <a:pt x="41031" y="36059"/>
                    <a:pt x="39053" y="38452"/>
                    <a:pt x="37090" y="40857"/>
                  </a:cubicBezTo>
                  <a:cubicBezTo>
                    <a:pt x="34919" y="43516"/>
                    <a:pt x="32780" y="46204"/>
                    <a:pt x="30591" y="48848"/>
                  </a:cubicBezTo>
                  <a:cubicBezTo>
                    <a:pt x="32872" y="46264"/>
                    <a:pt x="35156" y="43689"/>
                    <a:pt x="37295" y="41062"/>
                  </a:cubicBezTo>
                  <a:cubicBezTo>
                    <a:pt x="42385" y="34809"/>
                    <a:pt x="47613" y="28671"/>
                    <a:pt x="52905" y="22588"/>
                  </a:cubicBezTo>
                  <a:cubicBezTo>
                    <a:pt x="54037" y="21286"/>
                    <a:pt x="55183" y="19998"/>
                    <a:pt x="56329" y="18711"/>
                  </a:cubicBezTo>
                  <a:cubicBezTo>
                    <a:pt x="56933" y="18033"/>
                    <a:pt x="58832" y="15873"/>
                    <a:pt x="58961" y="15873"/>
                  </a:cubicBezTo>
                  <a:close/>
                  <a:moveTo>
                    <a:pt x="10598" y="63243"/>
                  </a:moveTo>
                  <a:cubicBezTo>
                    <a:pt x="9668" y="64201"/>
                    <a:pt x="8787" y="65610"/>
                    <a:pt x="7974" y="66872"/>
                  </a:cubicBezTo>
                  <a:cubicBezTo>
                    <a:pt x="7862" y="66713"/>
                    <a:pt x="7761" y="66549"/>
                    <a:pt x="7672" y="66380"/>
                  </a:cubicBezTo>
                  <a:lnTo>
                    <a:pt x="7672" y="66380"/>
                  </a:lnTo>
                  <a:cubicBezTo>
                    <a:pt x="8634" y="65323"/>
                    <a:pt x="9602" y="64269"/>
                    <a:pt x="10598" y="63243"/>
                  </a:cubicBezTo>
                  <a:close/>
                  <a:moveTo>
                    <a:pt x="11047" y="63873"/>
                  </a:moveTo>
                  <a:lnTo>
                    <a:pt x="11047" y="63873"/>
                  </a:lnTo>
                  <a:cubicBezTo>
                    <a:pt x="11057" y="63873"/>
                    <a:pt x="10983" y="63989"/>
                    <a:pt x="10757" y="64311"/>
                  </a:cubicBezTo>
                  <a:cubicBezTo>
                    <a:pt x="10371" y="64859"/>
                    <a:pt x="9969" y="65393"/>
                    <a:pt x="9603" y="65956"/>
                  </a:cubicBezTo>
                  <a:cubicBezTo>
                    <a:pt x="9553" y="66032"/>
                    <a:pt x="9619" y="66098"/>
                    <a:pt x="9689" y="66098"/>
                  </a:cubicBezTo>
                  <a:cubicBezTo>
                    <a:pt x="9712" y="66098"/>
                    <a:pt x="9736" y="66091"/>
                    <a:pt x="9756" y="66075"/>
                  </a:cubicBezTo>
                  <a:cubicBezTo>
                    <a:pt x="9839" y="66011"/>
                    <a:pt x="9912" y="65942"/>
                    <a:pt x="9990" y="65876"/>
                  </a:cubicBezTo>
                  <a:lnTo>
                    <a:pt x="9990" y="65876"/>
                  </a:lnTo>
                  <a:cubicBezTo>
                    <a:pt x="9718" y="66196"/>
                    <a:pt x="9513" y="66618"/>
                    <a:pt x="9343" y="66886"/>
                  </a:cubicBezTo>
                  <a:lnTo>
                    <a:pt x="9343" y="66889"/>
                  </a:lnTo>
                  <a:cubicBezTo>
                    <a:pt x="9143" y="67234"/>
                    <a:pt x="8931" y="67404"/>
                    <a:pt x="8706" y="67404"/>
                  </a:cubicBezTo>
                  <a:cubicBezTo>
                    <a:pt x="8547" y="67404"/>
                    <a:pt x="8381" y="67319"/>
                    <a:pt x="8208" y="67149"/>
                  </a:cubicBezTo>
                  <a:cubicBezTo>
                    <a:pt x="9048" y="66387"/>
                    <a:pt x="9712" y="65468"/>
                    <a:pt x="10446" y="64605"/>
                  </a:cubicBezTo>
                  <a:cubicBezTo>
                    <a:pt x="10589" y="64436"/>
                    <a:pt x="11024" y="63873"/>
                    <a:pt x="11047" y="63873"/>
                  </a:cubicBezTo>
                  <a:close/>
                  <a:moveTo>
                    <a:pt x="51544" y="0"/>
                  </a:moveTo>
                  <a:cubicBezTo>
                    <a:pt x="51532" y="0"/>
                    <a:pt x="51520" y="1"/>
                    <a:pt x="51508" y="3"/>
                  </a:cubicBezTo>
                  <a:cubicBezTo>
                    <a:pt x="45670" y="863"/>
                    <a:pt x="40863" y="4740"/>
                    <a:pt x="38597" y="10125"/>
                  </a:cubicBezTo>
                  <a:cubicBezTo>
                    <a:pt x="37809" y="12001"/>
                    <a:pt x="37656" y="13439"/>
                    <a:pt x="37939" y="14675"/>
                  </a:cubicBezTo>
                  <a:cubicBezTo>
                    <a:pt x="37901" y="14724"/>
                    <a:pt x="37858" y="14770"/>
                    <a:pt x="37820" y="14819"/>
                  </a:cubicBezTo>
                  <a:cubicBezTo>
                    <a:pt x="37739" y="14922"/>
                    <a:pt x="37806" y="15060"/>
                    <a:pt x="37917" y="15060"/>
                  </a:cubicBezTo>
                  <a:cubicBezTo>
                    <a:pt x="37940" y="15060"/>
                    <a:pt x="37965" y="15055"/>
                    <a:pt x="37991" y="15041"/>
                  </a:cubicBezTo>
                  <a:cubicBezTo>
                    <a:pt x="38002" y="15035"/>
                    <a:pt x="38014" y="15030"/>
                    <a:pt x="38025" y="15024"/>
                  </a:cubicBezTo>
                  <a:cubicBezTo>
                    <a:pt x="38467" y="16459"/>
                    <a:pt x="39524" y="17634"/>
                    <a:pt x="40895" y="18927"/>
                  </a:cubicBezTo>
                  <a:cubicBezTo>
                    <a:pt x="40906" y="18996"/>
                    <a:pt x="40964" y="19048"/>
                    <a:pt x="41033" y="19057"/>
                  </a:cubicBezTo>
                  <a:cubicBezTo>
                    <a:pt x="41172" y="19187"/>
                    <a:pt x="41316" y="19320"/>
                    <a:pt x="41461" y="19453"/>
                  </a:cubicBezTo>
                  <a:lnTo>
                    <a:pt x="41443" y="19476"/>
                  </a:lnTo>
                  <a:cubicBezTo>
                    <a:pt x="41360" y="19588"/>
                    <a:pt x="41477" y="19713"/>
                    <a:pt x="41594" y="19713"/>
                  </a:cubicBezTo>
                  <a:cubicBezTo>
                    <a:pt x="41618" y="19713"/>
                    <a:pt x="41643" y="19708"/>
                    <a:pt x="41666" y="19695"/>
                  </a:cubicBezTo>
                  <a:lnTo>
                    <a:pt x="41700" y="19675"/>
                  </a:lnTo>
                  <a:cubicBezTo>
                    <a:pt x="42102" y="20041"/>
                    <a:pt x="42520" y="20423"/>
                    <a:pt x="42956" y="20830"/>
                  </a:cubicBezTo>
                  <a:cubicBezTo>
                    <a:pt x="42973" y="20846"/>
                    <a:pt x="42992" y="20853"/>
                    <a:pt x="43011" y="20853"/>
                  </a:cubicBezTo>
                  <a:cubicBezTo>
                    <a:pt x="43074" y="20853"/>
                    <a:pt x="43130" y="20772"/>
                    <a:pt x="43072" y="20711"/>
                  </a:cubicBezTo>
                  <a:cubicBezTo>
                    <a:pt x="42702" y="20333"/>
                    <a:pt x="42292" y="19958"/>
                    <a:pt x="41871" y="19574"/>
                  </a:cubicBezTo>
                  <a:cubicBezTo>
                    <a:pt x="42528" y="19185"/>
                    <a:pt x="43050" y="18782"/>
                    <a:pt x="43210" y="18782"/>
                  </a:cubicBezTo>
                  <a:cubicBezTo>
                    <a:pt x="43351" y="18782"/>
                    <a:pt x="43210" y="19097"/>
                    <a:pt x="42630" y="20013"/>
                  </a:cubicBezTo>
                  <a:cubicBezTo>
                    <a:pt x="42554" y="20134"/>
                    <a:pt x="42661" y="20248"/>
                    <a:pt x="42777" y="20248"/>
                  </a:cubicBezTo>
                  <a:cubicBezTo>
                    <a:pt x="42801" y="20248"/>
                    <a:pt x="42826" y="20243"/>
                    <a:pt x="42849" y="20232"/>
                  </a:cubicBezTo>
                  <a:cubicBezTo>
                    <a:pt x="43877" y="19756"/>
                    <a:pt x="44340" y="19479"/>
                    <a:pt x="44403" y="19479"/>
                  </a:cubicBezTo>
                  <a:cubicBezTo>
                    <a:pt x="44484" y="19479"/>
                    <a:pt x="43912" y="19931"/>
                    <a:pt x="43028" y="21003"/>
                  </a:cubicBezTo>
                  <a:cubicBezTo>
                    <a:pt x="42973" y="21069"/>
                    <a:pt x="43031" y="21156"/>
                    <a:pt x="43095" y="21156"/>
                  </a:cubicBezTo>
                  <a:cubicBezTo>
                    <a:pt x="43116" y="21156"/>
                    <a:pt x="43137" y="21148"/>
                    <a:pt x="43155" y="21127"/>
                  </a:cubicBezTo>
                  <a:cubicBezTo>
                    <a:pt x="43860" y="20356"/>
                    <a:pt x="44561" y="19582"/>
                    <a:pt x="45263" y="18809"/>
                  </a:cubicBezTo>
                  <a:cubicBezTo>
                    <a:pt x="45448" y="18910"/>
                    <a:pt x="45632" y="19014"/>
                    <a:pt x="45820" y="19103"/>
                  </a:cubicBezTo>
                  <a:cubicBezTo>
                    <a:pt x="42353" y="22085"/>
                    <a:pt x="39524" y="25740"/>
                    <a:pt x="36596" y="29274"/>
                  </a:cubicBezTo>
                  <a:cubicBezTo>
                    <a:pt x="37751" y="27952"/>
                    <a:pt x="38917" y="26641"/>
                    <a:pt x="40092" y="25339"/>
                  </a:cubicBezTo>
                  <a:lnTo>
                    <a:pt x="40092" y="25339"/>
                  </a:lnTo>
                  <a:cubicBezTo>
                    <a:pt x="39373" y="26162"/>
                    <a:pt x="38660" y="26988"/>
                    <a:pt x="37950" y="27819"/>
                  </a:cubicBezTo>
                  <a:cubicBezTo>
                    <a:pt x="34610" y="31722"/>
                    <a:pt x="31397" y="35738"/>
                    <a:pt x="28111" y="39685"/>
                  </a:cubicBezTo>
                  <a:cubicBezTo>
                    <a:pt x="24855" y="43594"/>
                    <a:pt x="21159" y="47075"/>
                    <a:pt x="17527" y="50609"/>
                  </a:cubicBezTo>
                  <a:cubicBezTo>
                    <a:pt x="20007" y="47996"/>
                    <a:pt x="22378" y="45239"/>
                    <a:pt x="24800" y="42621"/>
                  </a:cubicBezTo>
                  <a:cubicBezTo>
                    <a:pt x="27441" y="39760"/>
                    <a:pt x="30008" y="36821"/>
                    <a:pt x="32569" y="33876"/>
                  </a:cubicBezTo>
                  <a:lnTo>
                    <a:pt x="32569" y="33876"/>
                  </a:lnTo>
                  <a:cubicBezTo>
                    <a:pt x="28357" y="38507"/>
                    <a:pt x="24052" y="43054"/>
                    <a:pt x="19797" y="47638"/>
                  </a:cubicBezTo>
                  <a:cubicBezTo>
                    <a:pt x="17285" y="50343"/>
                    <a:pt x="14666" y="52875"/>
                    <a:pt x="12048" y="55433"/>
                  </a:cubicBezTo>
                  <a:cubicBezTo>
                    <a:pt x="12778" y="54587"/>
                    <a:pt x="13509" y="53736"/>
                    <a:pt x="14216" y="52858"/>
                  </a:cubicBezTo>
                  <a:cubicBezTo>
                    <a:pt x="18076" y="48715"/>
                    <a:pt x="21916" y="44552"/>
                    <a:pt x="25738" y="40372"/>
                  </a:cubicBezTo>
                  <a:cubicBezTo>
                    <a:pt x="27820" y="38085"/>
                    <a:pt x="29731" y="35657"/>
                    <a:pt x="31639" y="33226"/>
                  </a:cubicBezTo>
                  <a:cubicBezTo>
                    <a:pt x="32673" y="32170"/>
                    <a:pt x="33686" y="31096"/>
                    <a:pt x="34656" y="29999"/>
                  </a:cubicBezTo>
                  <a:cubicBezTo>
                    <a:pt x="36983" y="27657"/>
                    <a:pt x="39197" y="25250"/>
                    <a:pt x="41059" y="22648"/>
                  </a:cubicBezTo>
                  <a:cubicBezTo>
                    <a:pt x="41136" y="22543"/>
                    <a:pt x="41035" y="22440"/>
                    <a:pt x="40932" y="22440"/>
                  </a:cubicBezTo>
                  <a:cubicBezTo>
                    <a:pt x="40899" y="22440"/>
                    <a:pt x="40865" y="22451"/>
                    <a:pt x="40837" y="22475"/>
                  </a:cubicBezTo>
                  <a:cubicBezTo>
                    <a:pt x="40294" y="22952"/>
                    <a:pt x="39781" y="23457"/>
                    <a:pt x="39264" y="23959"/>
                  </a:cubicBezTo>
                  <a:cubicBezTo>
                    <a:pt x="39555" y="23491"/>
                    <a:pt x="39832" y="23021"/>
                    <a:pt x="40095" y="22545"/>
                  </a:cubicBezTo>
                  <a:cubicBezTo>
                    <a:pt x="40160" y="22428"/>
                    <a:pt x="40068" y="22324"/>
                    <a:pt x="39964" y="22324"/>
                  </a:cubicBezTo>
                  <a:cubicBezTo>
                    <a:pt x="39929" y="22324"/>
                    <a:pt x="39893" y="22336"/>
                    <a:pt x="39861" y="22363"/>
                  </a:cubicBezTo>
                  <a:cubicBezTo>
                    <a:pt x="39134" y="22969"/>
                    <a:pt x="38427" y="23590"/>
                    <a:pt x="37725" y="24225"/>
                  </a:cubicBezTo>
                  <a:cubicBezTo>
                    <a:pt x="38256" y="23604"/>
                    <a:pt x="38802" y="22992"/>
                    <a:pt x="39324" y="22366"/>
                  </a:cubicBezTo>
                  <a:cubicBezTo>
                    <a:pt x="39422" y="22248"/>
                    <a:pt x="39327" y="22098"/>
                    <a:pt x="39209" y="22098"/>
                  </a:cubicBezTo>
                  <a:cubicBezTo>
                    <a:pt x="39174" y="22098"/>
                    <a:pt x="39137" y="22111"/>
                    <a:pt x="39102" y="22143"/>
                  </a:cubicBezTo>
                  <a:cubicBezTo>
                    <a:pt x="37711" y="23437"/>
                    <a:pt x="36319" y="24727"/>
                    <a:pt x="34925" y="26015"/>
                  </a:cubicBezTo>
                  <a:cubicBezTo>
                    <a:pt x="36097" y="24793"/>
                    <a:pt x="37266" y="23567"/>
                    <a:pt x="38461" y="22363"/>
                  </a:cubicBezTo>
                  <a:cubicBezTo>
                    <a:pt x="38568" y="22253"/>
                    <a:pt x="38464" y="22101"/>
                    <a:pt x="38346" y="22101"/>
                  </a:cubicBezTo>
                  <a:cubicBezTo>
                    <a:pt x="38312" y="22101"/>
                    <a:pt x="38276" y="22115"/>
                    <a:pt x="38245" y="22146"/>
                  </a:cubicBezTo>
                  <a:cubicBezTo>
                    <a:pt x="36354" y="24043"/>
                    <a:pt x="34489" y="25969"/>
                    <a:pt x="32653" y="27920"/>
                  </a:cubicBezTo>
                  <a:cubicBezTo>
                    <a:pt x="34359" y="26012"/>
                    <a:pt x="36053" y="24095"/>
                    <a:pt x="37705" y="22146"/>
                  </a:cubicBezTo>
                  <a:cubicBezTo>
                    <a:pt x="37802" y="22044"/>
                    <a:pt x="37725" y="21881"/>
                    <a:pt x="37595" y="21881"/>
                  </a:cubicBezTo>
                  <a:cubicBezTo>
                    <a:pt x="37582" y="21881"/>
                    <a:pt x="37568" y="21883"/>
                    <a:pt x="37555" y="21886"/>
                  </a:cubicBezTo>
                  <a:cubicBezTo>
                    <a:pt x="37146" y="21974"/>
                    <a:pt x="36679" y="22165"/>
                    <a:pt x="36457" y="22165"/>
                  </a:cubicBezTo>
                  <a:cubicBezTo>
                    <a:pt x="36285" y="22165"/>
                    <a:pt x="36261" y="22051"/>
                    <a:pt x="36524" y="21687"/>
                  </a:cubicBezTo>
                  <a:cubicBezTo>
                    <a:pt x="36582" y="21684"/>
                    <a:pt x="36642" y="21683"/>
                    <a:pt x="36703" y="21683"/>
                  </a:cubicBezTo>
                  <a:cubicBezTo>
                    <a:pt x="37627" y="21683"/>
                    <a:pt x="38824" y="22014"/>
                    <a:pt x="39734" y="22163"/>
                  </a:cubicBezTo>
                  <a:cubicBezTo>
                    <a:pt x="40128" y="22228"/>
                    <a:pt x="40556" y="22279"/>
                    <a:pt x="40983" y="22279"/>
                  </a:cubicBezTo>
                  <a:cubicBezTo>
                    <a:pt x="41775" y="22279"/>
                    <a:pt x="42562" y="22105"/>
                    <a:pt x="43109" y="21525"/>
                  </a:cubicBezTo>
                  <a:cubicBezTo>
                    <a:pt x="43199" y="21431"/>
                    <a:pt x="43118" y="21295"/>
                    <a:pt x="43012" y="21295"/>
                  </a:cubicBezTo>
                  <a:cubicBezTo>
                    <a:pt x="42991" y="21295"/>
                    <a:pt x="42969" y="21300"/>
                    <a:pt x="42948" y="21312"/>
                  </a:cubicBezTo>
                  <a:cubicBezTo>
                    <a:pt x="42221" y="21715"/>
                    <a:pt x="41484" y="21855"/>
                    <a:pt x="40740" y="21855"/>
                  </a:cubicBezTo>
                  <a:cubicBezTo>
                    <a:pt x="39417" y="21855"/>
                    <a:pt x="38071" y="21412"/>
                    <a:pt x="36715" y="21216"/>
                  </a:cubicBezTo>
                  <a:cubicBezTo>
                    <a:pt x="36524" y="21189"/>
                    <a:pt x="36333" y="21171"/>
                    <a:pt x="36148" y="21171"/>
                  </a:cubicBezTo>
                  <a:cubicBezTo>
                    <a:pt x="35552" y="21171"/>
                    <a:pt x="35022" y="21357"/>
                    <a:pt x="34795" y="22005"/>
                  </a:cubicBezTo>
                  <a:cubicBezTo>
                    <a:pt x="34694" y="22288"/>
                    <a:pt x="34873" y="23572"/>
                    <a:pt x="34881" y="23578"/>
                  </a:cubicBezTo>
                  <a:cubicBezTo>
                    <a:pt x="34411" y="23308"/>
                    <a:pt x="33916" y="23209"/>
                    <a:pt x="33407" y="23209"/>
                  </a:cubicBezTo>
                  <a:cubicBezTo>
                    <a:pt x="33197" y="23209"/>
                    <a:pt x="32985" y="23226"/>
                    <a:pt x="32771" y="23255"/>
                  </a:cubicBezTo>
                  <a:cubicBezTo>
                    <a:pt x="30943" y="23503"/>
                    <a:pt x="30984" y="25859"/>
                    <a:pt x="31319" y="27149"/>
                  </a:cubicBezTo>
                  <a:cubicBezTo>
                    <a:pt x="31330" y="27194"/>
                    <a:pt x="31363" y="27213"/>
                    <a:pt x="31396" y="27213"/>
                  </a:cubicBezTo>
                  <a:cubicBezTo>
                    <a:pt x="31447" y="27213"/>
                    <a:pt x="31501" y="27169"/>
                    <a:pt x="31489" y="27103"/>
                  </a:cubicBezTo>
                  <a:cubicBezTo>
                    <a:pt x="31313" y="26156"/>
                    <a:pt x="31426" y="25348"/>
                    <a:pt x="31746" y="24753"/>
                  </a:cubicBezTo>
                  <a:cubicBezTo>
                    <a:pt x="31761" y="24823"/>
                    <a:pt x="31819" y="24884"/>
                    <a:pt x="31890" y="24884"/>
                  </a:cubicBezTo>
                  <a:cubicBezTo>
                    <a:pt x="31913" y="24884"/>
                    <a:pt x="31938" y="24878"/>
                    <a:pt x="31963" y="24863"/>
                  </a:cubicBezTo>
                  <a:cubicBezTo>
                    <a:pt x="32381" y="24606"/>
                    <a:pt x="32607" y="24503"/>
                    <a:pt x="32702" y="24503"/>
                  </a:cubicBezTo>
                  <a:cubicBezTo>
                    <a:pt x="33011" y="24503"/>
                    <a:pt x="31969" y="25574"/>
                    <a:pt x="31636" y="26049"/>
                  </a:cubicBezTo>
                  <a:cubicBezTo>
                    <a:pt x="31561" y="26157"/>
                    <a:pt x="31667" y="26296"/>
                    <a:pt x="31781" y="26296"/>
                  </a:cubicBezTo>
                  <a:cubicBezTo>
                    <a:pt x="31807" y="26296"/>
                    <a:pt x="31834" y="26288"/>
                    <a:pt x="31859" y="26272"/>
                  </a:cubicBezTo>
                  <a:cubicBezTo>
                    <a:pt x="31884" y="26253"/>
                    <a:pt x="32747" y="25579"/>
                    <a:pt x="32959" y="25579"/>
                  </a:cubicBezTo>
                  <a:cubicBezTo>
                    <a:pt x="33084" y="25579"/>
                    <a:pt x="32982" y="25814"/>
                    <a:pt x="32346" y="26557"/>
                  </a:cubicBezTo>
                  <a:cubicBezTo>
                    <a:pt x="30897" y="28252"/>
                    <a:pt x="29234" y="29788"/>
                    <a:pt x="27649" y="31359"/>
                  </a:cubicBezTo>
                  <a:cubicBezTo>
                    <a:pt x="24835" y="34147"/>
                    <a:pt x="22262" y="37164"/>
                    <a:pt x="19710" y="40193"/>
                  </a:cubicBezTo>
                  <a:cubicBezTo>
                    <a:pt x="14493" y="46397"/>
                    <a:pt x="9611" y="52872"/>
                    <a:pt x="4470" y="59134"/>
                  </a:cubicBezTo>
                  <a:cubicBezTo>
                    <a:pt x="4369" y="59259"/>
                    <a:pt x="4276" y="59374"/>
                    <a:pt x="4190" y="59484"/>
                  </a:cubicBezTo>
                  <a:cubicBezTo>
                    <a:pt x="4250" y="59394"/>
                    <a:pt x="4314" y="59308"/>
                    <a:pt x="4386" y="59207"/>
                  </a:cubicBezTo>
                  <a:cubicBezTo>
                    <a:pt x="5991" y="56911"/>
                    <a:pt x="7801" y="54761"/>
                    <a:pt x="9582" y="52598"/>
                  </a:cubicBezTo>
                  <a:cubicBezTo>
                    <a:pt x="11751" y="49965"/>
                    <a:pt x="13896" y="47318"/>
                    <a:pt x="15977" y="44610"/>
                  </a:cubicBezTo>
                  <a:cubicBezTo>
                    <a:pt x="20553" y="38660"/>
                    <a:pt x="25877" y="33186"/>
                    <a:pt x="30086" y="26967"/>
                  </a:cubicBezTo>
                  <a:cubicBezTo>
                    <a:pt x="30164" y="26852"/>
                    <a:pt x="30051" y="26724"/>
                    <a:pt x="29938" y="26724"/>
                  </a:cubicBezTo>
                  <a:cubicBezTo>
                    <a:pt x="29900" y="26724"/>
                    <a:pt x="29863" y="26738"/>
                    <a:pt x="29832" y="26771"/>
                  </a:cubicBezTo>
                  <a:cubicBezTo>
                    <a:pt x="25395" y="31431"/>
                    <a:pt x="21338" y="36630"/>
                    <a:pt x="17297" y="41700"/>
                  </a:cubicBezTo>
                  <a:cubicBezTo>
                    <a:pt x="21177" y="36382"/>
                    <a:pt x="25602" y="31509"/>
                    <a:pt x="29330" y="26104"/>
                  </a:cubicBezTo>
                  <a:cubicBezTo>
                    <a:pt x="29405" y="25994"/>
                    <a:pt x="29290" y="25861"/>
                    <a:pt x="29179" y="25861"/>
                  </a:cubicBezTo>
                  <a:cubicBezTo>
                    <a:pt x="29143" y="25861"/>
                    <a:pt x="29107" y="25875"/>
                    <a:pt x="29078" y="25911"/>
                  </a:cubicBezTo>
                  <a:cubicBezTo>
                    <a:pt x="24803" y="31356"/>
                    <a:pt x="20490" y="36725"/>
                    <a:pt x="16003" y="41983"/>
                  </a:cubicBezTo>
                  <a:cubicBezTo>
                    <a:pt x="16029" y="41945"/>
                    <a:pt x="16058" y="41908"/>
                    <a:pt x="16084" y="41870"/>
                  </a:cubicBezTo>
                  <a:cubicBezTo>
                    <a:pt x="18498" y="38515"/>
                    <a:pt x="20732" y="35063"/>
                    <a:pt x="23564" y="32040"/>
                  </a:cubicBezTo>
                  <a:cubicBezTo>
                    <a:pt x="25487" y="29993"/>
                    <a:pt x="27326" y="28056"/>
                    <a:pt x="28371" y="25420"/>
                  </a:cubicBezTo>
                  <a:cubicBezTo>
                    <a:pt x="28413" y="25316"/>
                    <a:pt x="28310" y="25220"/>
                    <a:pt x="28212" y="25220"/>
                  </a:cubicBezTo>
                  <a:cubicBezTo>
                    <a:pt x="28175" y="25220"/>
                    <a:pt x="28138" y="25234"/>
                    <a:pt x="28111" y="25267"/>
                  </a:cubicBezTo>
                  <a:cubicBezTo>
                    <a:pt x="23368" y="30960"/>
                    <a:pt x="18379" y="36532"/>
                    <a:pt x="13870" y="42407"/>
                  </a:cubicBezTo>
                  <a:cubicBezTo>
                    <a:pt x="11150" y="45955"/>
                    <a:pt x="8595" y="49648"/>
                    <a:pt x="5702" y="53057"/>
                  </a:cubicBezTo>
                  <a:cubicBezTo>
                    <a:pt x="3632" y="55503"/>
                    <a:pt x="1603" y="57769"/>
                    <a:pt x="32" y="60581"/>
                  </a:cubicBezTo>
                  <a:cubicBezTo>
                    <a:pt x="0" y="60637"/>
                    <a:pt x="48" y="60687"/>
                    <a:pt x="96" y="60687"/>
                  </a:cubicBezTo>
                  <a:cubicBezTo>
                    <a:pt x="118" y="60687"/>
                    <a:pt x="139" y="60677"/>
                    <a:pt x="153" y="60653"/>
                  </a:cubicBezTo>
                  <a:cubicBezTo>
                    <a:pt x="2579" y="56579"/>
                    <a:pt x="6060" y="53280"/>
                    <a:pt x="8918" y="49515"/>
                  </a:cubicBezTo>
                  <a:cubicBezTo>
                    <a:pt x="12749" y="44471"/>
                    <a:pt x="16644" y="39540"/>
                    <a:pt x="20726" y="34699"/>
                  </a:cubicBezTo>
                  <a:cubicBezTo>
                    <a:pt x="22187" y="32967"/>
                    <a:pt x="23625" y="31211"/>
                    <a:pt x="25063" y="29465"/>
                  </a:cubicBezTo>
                  <a:cubicBezTo>
                    <a:pt x="25790" y="28584"/>
                    <a:pt x="26515" y="27701"/>
                    <a:pt x="27239" y="26817"/>
                  </a:cubicBezTo>
                  <a:lnTo>
                    <a:pt x="27239" y="26817"/>
                  </a:lnTo>
                  <a:cubicBezTo>
                    <a:pt x="26281" y="27987"/>
                    <a:pt x="25438" y="29557"/>
                    <a:pt x="24344" y="30761"/>
                  </a:cubicBezTo>
                  <a:cubicBezTo>
                    <a:pt x="21185" y="34246"/>
                    <a:pt x="18547" y="37875"/>
                    <a:pt x="15818" y="41714"/>
                  </a:cubicBezTo>
                  <a:cubicBezTo>
                    <a:pt x="15001" y="42863"/>
                    <a:pt x="14167" y="43995"/>
                    <a:pt x="13312" y="45115"/>
                  </a:cubicBezTo>
                  <a:cubicBezTo>
                    <a:pt x="10717" y="48074"/>
                    <a:pt x="8127" y="51039"/>
                    <a:pt x="5584" y="54039"/>
                  </a:cubicBezTo>
                  <a:cubicBezTo>
                    <a:pt x="3999" y="55910"/>
                    <a:pt x="1764" y="58052"/>
                    <a:pt x="1132" y="60471"/>
                  </a:cubicBezTo>
                  <a:cubicBezTo>
                    <a:pt x="1107" y="60569"/>
                    <a:pt x="1198" y="60666"/>
                    <a:pt x="1289" y="60666"/>
                  </a:cubicBezTo>
                  <a:cubicBezTo>
                    <a:pt x="1324" y="60666"/>
                    <a:pt x="1358" y="60652"/>
                    <a:pt x="1386" y="60618"/>
                  </a:cubicBezTo>
                  <a:cubicBezTo>
                    <a:pt x="5376" y="55710"/>
                    <a:pt x="9392" y="50800"/>
                    <a:pt x="13209" y="45750"/>
                  </a:cubicBezTo>
                  <a:cubicBezTo>
                    <a:pt x="14970" y="43732"/>
                    <a:pt x="16719" y="41708"/>
                    <a:pt x="18457" y="39673"/>
                  </a:cubicBezTo>
                  <a:lnTo>
                    <a:pt x="18457" y="39673"/>
                  </a:lnTo>
                  <a:cubicBezTo>
                    <a:pt x="16762" y="41937"/>
                    <a:pt x="15079" y="44209"/>
                    <a:pt x="13385" y="46472"/>
                  </a:cubicBezTo>
                  <a:cubicBezTo>
                    <a:pt x="9383" y="51091"/>
                    <a:pt x="4891" y="55578"/>
                    <a:pt x="2114" y="60973"/>
                  </a:cubicBezTo>
                  <a:cubicBezTo>
                    <a:pt x="2050" y="61098"/>
                    <a:pt x="2145" y="61199"/>
                    <a:pt x="2249" y="61199"/>
                  </a:cubicBezTo>
                  <a:cubicBezTo>
                    <a:pt x="2296" y="61199"/>
                    <a:pt x="2345" y="61178"/>
                    <a:pt x="2382" y="61129"/>
                  </a:cubicBezTo>
                  <a:cubicBezTo>
                    <a:pt x="3332" y="59882"/>
                    <a:pt x="4299" y="58647"/>
                    <a:pt x="5269" y="57417"/>
                  </a:cubicBezTo>
                  <a:lnTo>
                    <a:pt x="5269" y="57417"/>
                  </a:lnTo>
                  <a:cubicBezTo>
                    <a:pt x="4276" y="58805"/>
                    <a:pt x="3300" y="60203"/>
                    <a:pt x="2368" y="61614"/>
                  </a:cubicBezTo>
                  <a:cubicBezTo>
                    <a:pt x="2249" y="61378"/>
                    <a:pt x="2076" y="61178"/>
                    <a:pt x="1860" y="61031"/>
                  </a:cubicBezTo>
                  <a:cubicBezTo>
                    <a:pt x="1850" y="61025"/>
                    <a:pt x="1839" y="61022"/>
                    <a:pt x="1830" y="61022"/>
                  </a:cubicBezTo>
                  <a:cubicBezTo>
                    <a:pt x="1783" y="61022"/>
                    <a:pt x="1747" y="61085"/>
                    <a:pt x="1788" y="61124"/>
                  </a:cubicBezTo>
                  <a:cubicBezTo>
                    <a:pt x="1993" y="61323"/>
                    <a:pt x="2120" y="61585"/>
                    <a:pt x="2209" y="61883"/>
                  </a:cubicBezTo>
                  <a:cubicBezTo>
                    <a:pt x="2197" y="61929"/>
                    <a:pt x="2212" y="61975"/>
                    <a:pt x="2241" y="62010"/>
                  </a:cubicBezTo>
                  <a:cubicBezTo>
                    <a:pt x="2553" y="63217"/>
                    <a:pt x="2316" y="64866"/>
                    <a:pt x="3836" y="64866"/>
                  </a:cubicBezTo>
                  <a:cubicBezTo>
                    <a:pt x="3890" y="64866"/>
                    <a:pt x="3946" y="64864"/>
                    <a:pt x="4005" y="64859"/>
                  </a:cubicBezTo>
                  <a:cubicBezTo>
                    <a:pt x="5312" y="64767"/>
                    <a:pt x="4321" y="61950"/>
                    <a:pt x="5736" y="61950"/>
                  </a:cubicBezTo>
                  <a:cubicBezTo>
                    <a:pt x="5827" y="61950"/>
                    <a:pt x="5928" y="61962"/>
                    <a:pt x="6040" y="61987"/>
                  </a:cubicBezTo>
                  <a:cubicBezTo>
                    <a:pt x="6649" y="62120"/>
                    <a:pt x="7036" y="62339"/>
                    <a:pt x="7290" y="62607"/>
                  </a:cubicBezTo>
                  <a:cubicBezTo>
                    <a:pt x="7235" y="62715"/>
                    <a:pt x="7323" y="62801"/>
                    <a:pt x="7421" y="62801"/>
                  </a:cubicBezTo>
                  <a:cubicBezTo>
                    <a:pt x="7431" y="62801"/>
                    <a:pt x="7442" y="62800"/>
                    <a:pt x="7452" y="62798"/>
                  </a:cubicBezTo>
                  <a:lnTo>
                    <a:pt x="7452" y="62798"/>
                  </a:lnTo>
                  <a:cubicBezTo>
                    <a:pt x="8390" y="64230"/>
                    <a:pt x="6167" y="66822"/>
                    <a:pt x="7879" y="67576"/>
                  </a:cubicBezTo>
                  <a:cubicBezTo>
                    <a:pt x="8108" y="67677"/>
                    <a:pt x="8309" y="67721"/>
                    <a:pt x="8488" y="67721"/>
                  </a:cubicBezTo>
                  <a:cubicBezTo>
                    <a:pt x="9668" y="67721"/>
                    <a:pt x="9904" y="65812"/>
                    <a:pt x="11065" y="65812"/>
                  </a:cubicBezTo>
                  <a:cubicBezTo>
                    <a:pt x="11282" y="65812"/>
                    <a:pt x="11532" y="65879"/>
                    <a:pt x="11826" y="66037"/>
                  </a:cubicBezTo>
                  <a:cubicBezTo>
                    <a:pt x="11850" y="66051"/>
                    <a:pt x="11877" y="66057"/>
                    <a:pt x="11902" y="66057"/>
                  </a:cubicBezTo>
                  <a:cubicBezTo>
                    <a:pt x="11970" y="66057"/>
                    <a:pt x="12034" y="66014"/>
                    <a:pt x="12057" y="65945"/>
                  </a:cubicBezTo>
                  <a:cubicBezTo>
                    <a:pt x="12657" y="64366"/>
                    <a:pt x="11572" y="63381"/>
                    <a:pt x="10659" y="62296"/>
                  </a:cubicBezTo>
                  <a:cubicBezTo>
                    <a:pt x="10698" y="62199"/>
                    <a:pt x="10632" y="62106"/>
                    <a:pt x="10544" y="62106"/>
                  </a:cubicBezTo>
                  <a:cubicBezTo>
                    <a:pt x="10533" y="62106"/>
                    <a:pt x="10521" y="62108"/>
                    <a:pt x="10509" y="62111"/>
                  </a:cubicBezTo>
                  <a:cubicBezTo>
                    <a:pt x="10371" y="61941"/>
                    <a:pt x="10238" y="61762"/>
                    <a:pt x="10117" y="61574"/>
                  </a:cubicBezTo>
                  <a:lnTo>
                    <a:pt x="10134" y="61548"/>
                  </a:lnTo>
                  <a:cubicBezTo>
                    <a:pt x="10310" y="61406"/>
                    <a:pt x="10460" y="61253"/>
                    <a:pt x="10625" y="61106"/>
                  </a:cubicBezTo>
                  <a:cubicBezTo>
                    <a:pt x="10827" y="61297"/>
                    <a:pt x="11014" y="61499"/>
                    <a:pt x="11182" y="61718"/>
                  </a:cubicBezTo>
                  <a:cubicBezTo>
                    <a:pt x="11110" y="61834"/>
                    <a:pt x="11032" y="61941"/>
                    <a:pt x="10962" y="62059"/>
                  </a:cubicBezTo>
                  <a:cubicBezTo>
                    <a:pt x="10898" y="62167"/>
                    <a:pt x="10990" y="62270"/>
                    <a:pt x="11089" y="62270"/>
                  </a:cubicBezTo>
                  <a:cubicBezTo>
                    <a:pt x="11122" y="62270"/>
                    <a:pt x="11156" y="62259"/>
                    <a:pt x="11185" y="62232"/>
                  </a:cubicBezTo>
                  <a:cubicBezTo>
                    <a:pt x="11231" y="62189"/>
                    <a:pt x="11274" y="62148"/>
                    <a:pt x="11318" y="62105"/>
                  </a:cubicBezTo>
                  <a:lnTo>
                    <a:pt x="11318" y="62105"/>
                  </a:lnTo>
                  <a:cubicBezTo>
                    <a:pt x="11283" y="62212"/>
                    <a:pt x="11242" y="62313"/>
                    <a:pt x="11214" y="62428"/>
                  </a:cubicBezTo>
                  <a:cubicBezTo>
                    <a:pt x="11196" y="62498"/>
                    <a:pt x="11252" y="62542"/>
                    <a:pt x="11305" y="62542"/>
                  </a:cubicBezTo>
                  <a:cubicBezTo>
                    <a:pt x="11341" y="62542"/>
                    <a:pt x="11375" y="62523"/>
                    <a:pt x="11387" y="62478"/>
                  </a:cubicBezTo>
                  <a:cubicBezTo>
                    <a:pt x="11416" y="62374"/>
                    <a:pt x="11471" y="62275"/>
                    <a:pt x="11508" y="62174"/>
                  </a:cubicBezTo>
                  <a:cubicBezTo>
                    <a:pt x="12360" y="63442"/>
                    <a:pt x="12978" y="65053"/>
                    <a:pt x="13708" y="66055"/>
                  </a:cubicBezTo>
                  <a:cubicBezTo>
                    <a:pt x="13961" y="66400"/>
                    <a:pt x="14296" y="66615"/>
                    <a:pt x="14622" y="66615"/>
                  </a:cubicBezTo>
                  <a:cubicBezTo>
                    <a:pt x="14899" y="66615"/>
                    <a:pt x="15168" y="66460"/>
                    <a:pt x="15374" y="66095"/>
                  </a:cubicBezTo>
                  <a:cubicBezTo>
                    <a:pt x="15446" y="65968"/>
                    <a:pt x="15524" y="65844"/>
                    <a:pt x="15611" y="65725"/>
                  </a:cubicBezTo>
                  <a:cubicBezTo>
                    <a:pt x="15614" y="65726"/>
                    <a:pt x="15617" y="65726"/>
                    <a:pt x="15621" y="65726"/>
                  </a:cubicBezTo>
                  <a:cubicBezTo>
                    <a:pt x="15657" y="65726"/>
                    <a:pt x="15691" y="65711"/>
                    <a:pt x="15714" y="65682"/>
                  </a:cubicBezTo>
                  <a:lnTo>
                    <a:pt x="15908" y="65428"/>
                  </a:lnTo>
                  <a:cubicBezTo>
                    <a:pt x="15981" y="65381"/>
                    <a:pt x="16050" y="65360"/>
                    <a:pt x="16115" y="65360"/>
                  </a:cubicBezTo>
                  <a:cubicBezTo>
                    <a:pt x="16759" y="65360"/>
                    <a:pt x="17034" y="67467"/>
                    <a:pt x="18012" y="67467"/>
                  </a:cubicBezTo>
                  <a:cubicBezTo>
                    <a:pt x="18155" y="67467"/>
                    <a:pt x="18313" y="67422"/>
                    <a:pt x="18489" y="67319"/>
                  </a:cubicBezTo>
                  <a:cubicBezTo>
                    <a:pt x="18849" y="67108"/>
                    <a:pt x="19112" y="67024"/>
                    <a:pt x="19330" y="67024"/>
                  </a:cubicBezTo>
                  <a:cubicBezTo>
                    <a:pt x="19846" y="67024"/>
                    <a:pt x="20115" y="67494"/>
                    <a:pt x="20839" y="67894"/>
                  </a:cubicBezTo>
                  <a:cubicBezTo>
                    <a:pt x="22098" y="68589"/>
                    <a:pt x="26073" y="68647"/>
                    <a:pt x="24500" y="71531"/>
                  </a:cubicBezTo>
                  <a:cubicBezTo>
                    <a:pt x="24444" y="71635"/>
                    <a:pt x="24527" y="71724"/>
                    <a:pt x="24615" y="71724"/>
                  </a:cubicBezTo>
                  <a:cubicBezTo>
                    <a:pt x="24654" y="71724"/>
                    <a:pt x="24693" y="71706"/>
                    <a:pt x="24722" y="71664"/>
                  </a:cubicBezTo>
                  <a:cubicBezTo>
                    <a:pt x="25660" y="70281"/>
                    <a:pt x="25091" y="69161"/>
                    <a:pt x="23931" y="68113"/>
                  </a:cubicBezTo>
                  <a:cubicBezTo>
                    <a:pt x="23807" y="68001"/>
                    <a:pt x="23607" y="67923"/>
                    <a:pt x="23429" y="67923"/>
                  </a:cubicBezTo>
                  <a:cubicBezTo>
                    <a:pt x="23391" y="67923"/>
                    <a:pt x="23354" y="67926"/>
                    <a:pt x="23319" y="67934"/>
                  </a:cubicBezTo>
                  <a:cubicBezTo>
                    <a:pt x="23073" y="67985"/>
                    <a:pt x="22844" y="68009"/>
                    <a:pt x="22631" y="68009"/>
                  </a:cubicBezTo>
                  <a:cubicBezTo>
                    <a:pt x="21191" y="68009"/>
                    <a:pt x="20434" y="66922"/>
                    <a:pt x="19470" y="65783"/>
                  </a:cubicBezTo>
                  <a:cubicBezTo>
                    <a:pt x="19447" y="65762"/>
                    <a:pt x="19417" y="65751"/>
                    <a:pt x="19384" y="65751"/>
                  </a:cubicBezTo>
                  <a:cubicBezTo>
                    <a:pt x="19380" y="65751"/>
                    <a:pt x="19376" y="65751"/>
                    <a:pt x="19372" y="65751"/>
                  </a:cubicBezTo>
                  <a:cubicBezTo>
                    <a:pt x="26948" y="56597"/>
                    <a:pt x="34382" y="47324"/>
                    <a:pt x="41960" y="38172"/>
                  </a:cubicBezTo>
                  <a:cubicBezTo>
                    <a:pt x="49308" y="29303"/>
                    <a:pt x="57117" y="20659"/>
                    <a:pt x="64130" y="11551"/>
                  </a:cubicBezTo>
                  <a:cubicBezTo>
                    <a:pt x="64205" y="11452"/>
                    <a:pt x="64101" y="11322"/>
                    <a:pt x="63996" y="11322"/>
                  </a:cubicBezTo>
                  <a:cubicBezTo>
                    <a:pt x="63973" y="11322"/>
                    <a:pt x="63949" y="11328"/>
                    <a:pt x="63927" y="11343"/>
                  </a:cubicBezTo>
                  <a:cubicBezTo>
                    <a:pt x="63696" y="11504"/>
                    <a:pt x="61783" y="13157"/>
                    <a:pt x="61682" y="13157"/>
                  </a:cubicBezTo>
                  <a:cubicBezTo>
                    <a:pt x="61647" y="13157"/>
                    <a:pt x="61830" y="12958"/>
                    <a:pt x="62377" y="12428"/>
                  </a:cubicBezTo>
                  <a:cubicBezTo>
                    <a:pt x="62474" y="12336"/>
                    <a:pt x="62380" y="12201"/>
                    <a:pt x="62275" y="12201"/>
                  </a:cubicBezTo>
                  <a:cubicBezTo>
                    <a:pt x="62245" y="12201"/>
                    <a:pt x="62214" y="12212"/>
                    <a:pt x="62187" y="12238"/>
                  </a:cubicBezTo>
                  <a:cubicBezTo>
                    <a:pt x="61664" y="12688"/>
                    <a:pt x="61191" y="13194"/>
                    <a:pt x="60781" y="13745"/>
                  </a:cubicBezTo>
                  <a:cubicBezTo>
                    <a:pt x="60703" y="13837"/>
                    <a:pt x="60773" y="13991"/>
                    <a:pt x="60876" y="13991"/>
                  </a:cubicBezTo>
                  <a:cubicBezTo>
                    <a:pt x="60900" y="13991"/>
                    <a:pt x="60925" y="13983"/>
                    <a:pt x="60951" y="13964"/>
                  </a:cubicBezTo>
                  <a:cubicBezTo>
                    <a:pt x="61309" y="13713"/>
                    <a:pt x="61661" y="13453"/>
                    <a:pt x="62005" y="13185"/>
                  </a:cubicBezTo>
                  <a:cubicBezTo>
                    <a:pt x="62545" y="12728"/>
                    <a:pt x="62796" y="12548"/>
                    <a:pt x="62858" y="12548"/>
                  </a:cubicBezTo>
                  <a:cubicBezTo>
                    <a:pt x="63082" y="12548"/>
                    <a:pt x="60778" y="14941"/>
                    <a:pt x="60714" y="15009"/>
                  </a:cubicBezTo>
                  <a:cubicBezTo>
                    <a:pt x="60630" y="15096"/>
                    <a:pt x="60561" y="15177"/>
                    <a:pt x="60483" y="15258"/>
                  </a:cubicBezTo>
                  <a:cubicBezTo>
                    <a:pt x="60483" y="15255"/>
                    <a:pt x="60486" y="15252"/>
                    <a:pt x="60483" y="15249"/>
                  </a:cubicBezTo>
                  <a:cubicBezTo>
                    <a:pt x="60096" y="14183"/>
                    <a:pt x="59382" y="13162"/>
                    <a:pt x="58298" y="13162"/>
                  </a:cubicBezTo>
                  <a:cubicBezTo>
                    <a:pt x="58032" y="13162"/>
                    <a:pt x="57743" y="13223"/>
                    <a:pt x="57432" y="13361"/>
                  </a:cubicBezTo>
                  <a:cubicBezTo>
                    <a:pt x="56987" y="13560"/>
                    <a:pt x="56566" y="13800"/>
                    <a:pt x="56167" y="14080"/>
                  </a:cubicBezTo>
                  <a:cubicBezTo>
                    <a:pt x="55841" y="14306"/>
                    <a:pt x="55550" y="14758"/>
                    <a:pt x="55340" y="14758"/>
                  </a:cubicBezTo>
                  <a:cubicBezTo>
                    <a:pt x="55210" y="14758"/>
                    <a:pt x="55110" y="14584"/>
                    <a:pt x="55053" y="14074"/>
                  </a:cubicBezTo>
                  <a:cubicBezTo>
                    <a:pt x="54943" y="13113"/>
                    <a:pt x="54929" y="12232"/>
                    <a:pt x="54735" y="11349"/>
                  </a:cubicBezTo>
                  <a:cubicBezTo>
                    <a:pt x="54810" y="11274"/>
                    <a:pt x="54767" y="11187"/>
                    <a:pt x="54692" y="11147"/>
                  </a:cubicBezTo>
                  <a:cubicBezTo>
                    <a:pt x="54608" y="10809"/>
                    <a:pt x="54493" y="10477"/>
                    <a:pt x="54348" y="10162"/>
                  </a:cubicBezTo>
                  <a:cubicBezTo>
                    <a:pt x="54322" y="10101"/>
                    <a:pt x="54255" y="10069"/>
                    <a:pt x="54190" y="10069"/>
                  </a:cubicBezTo>
                  <a:cubicBezTo>
                    <a:pt x="54156" y="10069"/>
                    <a:pt x="54122" y="10078"/>
                    <a:pt x="54094" y="10096"/>
                  </a:cubicBezTo>
                  <a:cubicBezTo>
                    <a:pt x="51762" y="11571"/>
                    <a:pt x="49007" y="15399"/>
                    <a:pt x="48791" y="18569"/>
                  </a:cubicBezTo>
                  <a:cubicBezTo>
                    <a:pt x="48623" y="18725"/>
                    <a:pt x="48450" y="18875"/>
                    <a:pt x="48286" y="19034"/>
                  </a:cubicBezTo>
                  <a:cubicBezTo>
                    <a:pt x="48191" y="19124"/>
                    <a:pt x="48277" y="19247"/>
                    <a:pt x="48378" y="19247"/>
                  </a:cubicBezTo>
                  <a:cubicBezTo>
                    <a:pt x="48407" y="19247"/>
                    <a:pt x="48437" y="19237"/>
                    <a:pt x="48465" y="19213"/>
                  </a:cubicBezTo>
                  <a:cubicBezTo>
                    <a:pt x="48574" y="19123"/>
                    <a:pt x="48675" y="19031"/>
                    <a:pt x="48782" y="18942"/>
                  </a:cubicBezTo>
                  <a:lnTo>
                    <a:pt x="48782" y="18942"/>
                  </a:lnTo>
                  <a:cubicBezTo>
                    <a:pt x="48776" y="19265"/>
                    <a:pt x="48802" y="19591"/>
                    <a:pt x="48863" y="19912"/>
                  </a:cubicBezTo>
                  <a:cubicBezTo>
                    <a:pt x="48870" y="19944"/>
                    <a:pt x="48897" y="19959"/>
                    <a:pt x="48925" y="19959"/>
                  </a:cubicBezTo>
                  <a:cubicBezTo>
                    <a:pt x="48954" y="19959"/>
                    <a:pt x="48984" y="19943"/>
                    <a:pt x="48993" y="19912"/>
                  </a:cubicBezTo>
                  <a:cubicBezTo>
                    <a:pt x="49137" y="19395"/>
                    <a:pt x="49273" y="18892"/>
                    <a:pt x="49409" y="18399"/>
                  </a:cubicBezTo>
                  <a:cubicBezTo>
                    <a:pt x="50786" y="17201"/>
                    <a:pt x="52125" y="15994"/>
                    <a:pt x="53679" y="14981"/>
                  </a:cubicBezTo>
                  <a:lnTo>
                    <a:pt x="53679" y="14981"/>
                  </a:lnTo>
                  <a:cubicBezTo>
                    <a:pt x="53243" y="15266"/>
                    <a:pt x="52512" y="16118"/>
                    <a:pt x="51747" y="17027"/>
                  </a:cubicBezTo>
                  <a:cubicBezTo>
                    <a:pt x="50924" y="17810"/>
                    <a:pt x="50171" y="18676"/>
                    <a:pt x="49440" y="19568"/>
                  </a:cubicBezTo>
                  <a:cubicBezTo>
                    <a:pt x="48479" y="20440"/>
                    <a:pt x="47532" y="21326"/>
                    <a:pt x="46600" y="22224"/>
                  </a:cubicBezTo>
                  <a:cubicBezTo>
                    <a:pt x="47105" y="21621"/>
                    <a:pt x="47601" y="21009"/>
                    <a:pt x="48060" y="20379"/>
                  </a:cubicBezTo>
                  <a:cubicBezTo>
                    <a:pt x="48133" y="20281"/>
                    <a:pt x="48034" y="20177"/>
                    <a:pt x="47935" y="20177"/>
                  </a:cubicBezTo>
                  <a:cubicBezTo>
                    <a:pt x="47904" y="20177"/>
                    <a:pt x="47873" y="20187"/>
                    <a:pt x="47847" y="20212"/>
                  </a:cubicBezTo>
                  <a:cubicBezTo>
                    <a:pt x="46906" y="21104"/>
                    <a:pt x="45979" y="22010"/>
                    <a:pt x="45064" y="22931"/>
                  </a:cubicBezTo>
                  <a:cubicBezTo>
                    <a:pt x="45881" y="21932"/>
                    <a:pt x="46620" y="20882"/>
                    <a:pt x="47194" y="19730"/>
                  </a:cubicBezTo>
                  <a:cubicBezTo>
                    <a:pt x="47200" y="19721"/>
                    <a:pt x="47194" y="19712"/>
                    <a:pt x="47197" y="19707"/>
                  </a:cubicBezTo>
                  <a:lnTo>
                    <a:pt x="47197" y="19707"/>
                  </a:lnTo>
                  <a:cubicBezTo>
                    <a:pt x="47544" y="19839"/>
                    <a:pt x="47887" y="19958"/>
                    <a:pt x="48225" y="20062"/>
                  </a:cubicBezTo>
                  <a:cubicBezTo>
                    <a:pt x="48245" y="20068"/>
                    <a:pt x="48264" y="20071"/>
                    <a:pt x="48281" y="20071"/>
                  </a:cubicBezTo>
                  <a:cubicBezTo>
                    <a:pt x="48456" y="20071"/>
                    <a:pt x="48514" y="19784"/>
                    <a:pt x="48317" y="19724"/>
                  </a:cubicBezTo>
                  <a:cubicBezTo>
                    <a:pt x="47342" y="19403"/>
                    <a:pt x="46398" y="19002"/>
                    <a:pt x="45491" y="18523"/>
                  </a:cubicBezTo>
                  <a:cubicBezTo>
                    <a:pt x="45516" y="18426"/>
                    <a:pt x="45449" y="18312"/>
                    <a:pt x="45357" y="18312"/>
                  </a:cubicBezTo>
                  <a:cubicBezTo>
                    <a:pt x="45332" y="18312"/>
                    <a:pt x="45305" y="18321"/>
                    <a:pt x="45277" y="18341"/>
                  </a:cubicBezTo>
                  <a:cubicBezTo>
                    <a:pt x="45263" y="18353"/>
                    <a:pt x="45243" y="18370"/>
                    <a:pt x="45225" y="18381"/>
                  </a:cubicBezTo>
                  <a:cubicBezTo>
                    <a:pt x="44616" y="18049"/>
                    <a:pt x="44030" y="17671"/>
                    <a:pt x="43473" y="17256"/>
                  </a:cubicBezTo>
                  <a:cubicBezTo>
                    <a:pt x="43450" y="17201"/>
                    <a:pt x="43401" y="17160"/>
                    <a:pt x="43340" y="17154"/>
                  </a:cubicBezTo>
                  <a:cubicBezTo>
                    <a:pt x="41920" y="16046"/>
                    <a:pt x="40852" y="14660"/>
                    <a:pt x="40869" y="13066"/>
                  </a:cubicBezTo>
                  <a:cubicBezTo>
                    <a:pt x="40895" y="13026"/>
                    <a:pt x="40927" y="12986"/>
                    <a:pt x="40953" y="12945"/>
                  </a:cubicBezTo>
                  <a:cubicBezTo>
                    <a:pt x="41008" y="12862"/>
                    <a:pt x="40958" y="12786"/>
                    <a:pt x="40886" y="12755"/>
                  </a:cubicBezTo>
                  <a:cubicBezTo>
                    <a:pt x="40892" y="12700"/>
                    <a:pt x="40886" y="12642"/>
                    <a:pt x="40895" y="12584"/>
                  </a:cubicBezTo>
                  <a:cubicBezTo>
                    <a:pt x="41010" y="11819"/>
                    <a:pt x="41348" y="11115"/>
                    <a:pt x="41816" y="10465"/>
                  </a:cubicBezTo>
                  <a:cubicBezTo>
                    <a:pt x="42275" y="9951"/>
                    <a:pt x="42734" y="9440"/>
                    <a:pt x="43205" y="8938"/>
                  </a:cubicBezTo>
                  <a:cubicBezTo>
                    <a:pt x="44180" y="8058"/>
                    <a:pt x="45283" y="7298"/>
                    <a:pt x="46172" y="6657"/>
                  </a:cubicBezTo>
                  <a:cubicBezTo>
                    <a:pt x="48505" y="4966"/>
                    <a:pt x="51216" y="3271"/>
                    <a:pt x="51730" y="225"/>
                  </a:cubicBezTo>
                  <a:cubicBezTo>
                    <a:pt x="51751" y="93"/>
                    <a:pt x="51666" y="0"/>
                    <a:pt x="5154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0" name="Google Shape;4330;p56"/>
            <p:cNvSpPr/>
            <p:nvPr/>
          </p:nvSpPr>
          <p:spPr>
            <a:xfrm>
              <a:off x="5218275" y="1585725"/>
              <a:ext cx="162200" cy="137000"/>
            </a:xfrm>
            <a:custGeom>
              <a:avLst/>
              <a:gdLst/>
              <a:ahLst/>
              <a:cxnLst/>
              <a:rect l="l" t="t" r="r" b="b"/>
              <a:pathLst>
                <a:path w="6488" h="5480" extrusionOk="0">
                  <a:moveTo>
                    <a:pt x="6328" y="0"/>
                  </a:moveTo>
                  <a:cubicBezTo>
                    <a:pt x="6297" y="0"/>
                    <a:pt x="6266" y="11"/>
                    <a:pt x="6242" y="35"/>
                  </a:cubicBezTo>
                  <a:cubicBezTo>
                    <a:pt x="5003" y="1207"/>
                    <a:pt x="3508" y="1478"/>
                    <a:pt x="1987" y="2157"/>
                  </a:cubicBezTo>
                  <a:cubicBezTo>
                    <a:pt x="581" y="2783"/>
                    <a:pt x="0" y="3906"/>
                    <a:pt x="321" y="5407"/>
                  </a:cubicBezTo>
                  <a:cubicBezTo>
                    <a:pt x="331" y="5458"/>
                    <a:pt x="367" y="5480"/>
                    <a:pt x="404" y="5480"/>
                  </a:cubicBezTo>
                  <a:cubicBezTo>
                    <a:pt x="461" y="5480"/>
                    <a:pt x="523" y="5430"/>
                    <a:pt x="511" y="5355"/>
                  </a:cubicBezTo>
                  <a:cubicBezTo>
                    <a:pt x="147" y="3202"/>
                    <a:pt x="1784" y="2518"/>
                    <a:pt x="3514" y="1934"/>
                  </a:cubicBezTo>
                  <a:cubicBezTo>
                    <a:pt x="4481" y="1611"/>
                    <a:pt x="6049" y="1230"/>
                    <a:pt x="6453" y="159"/>
                  </a:cubicBezTo>
                  <a:cubicBezTo>
                    <a:pt x="6488" y="68"/>
                    <a:pt x="6407" y="0"/>
                    <a:pt x="63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1" name="Google Shape;4331;p56"/>
            <p:cNvSpPr/>
            <p:nvPr/>
          </p:nvSpPr>
          <p:spPr>
            <a:xfrm>
              <a:off x="4237700" y="3191475"/>
              <a:ext cx="64175" cy="89875"/>
            </a:xfrm>
            <a:custGeom>
              <a:avLst/>
              <a:gdLst/>
              <a:ahLst/>
              <a:cxnLst/>
              <a:rect l="l" t="t" r="r" b="b"/>
              <a:pathLst>
                <a:path w="2567" h="3595" extrusionOk="0">
                  <a:moveTo>
                    <a:pt x="2567" y="0"/>
                  </a:moveTo>
                  <a:lnTo>
                    <a:pt x="2567" y="0"/>
                  </a:lnTo>
                  <a:cubicBezTo>
                    <a:pt x="1698" y="1192"/>
                    <a:pt x="841" y="2391"/>
                    <a:pt x="0" y="3594"/>
                  </a:cubicBezTo>
                  <a:cubicBezTo>
                    <a:pt x="852" y="2393"/>
                    <a:pt x="1707" y="1195"/>
                    <a:pt x="25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2" name="Google Shape;4332;p56"/>
            <p:cNvSpPr/>
            <p:nvPr/>
          </p:nvSpPr>
          <p:spPr>
            <a:xfrm>
              <a:off x="4212000" y="3281400"/>
              <a:ext cx="25725" cy="37050"/>
            </a:xfrm>
            <a:custGeom>
              <a:avLst/>
              <a:gdLst/>
              <a:ahLst/>
              <a:cxnLst/>
              <a:rect l="l" t="t" r="r" b="b"/>
              <a:pathLst>
                <a:path w="1029" h="1482" extrusionOk="0">
                  <a:moveTo>
                    <a:pt x="1028" y="0"/>
                  </a:moveTo>
                  <a:lnTo>
                    <a:pt x="1028" y="0"/>
                  </a:lnTo>
                  <a:cubicBezTo>
                    <a:pt x="988" y="57"/>
                    <a:pt x="948" y="115"/>
                    <a:pt x="908" y="172"/>
                  </a:cubicBezTo>
                  <a:lnTo>
                    <a:pt x="908" y="172"/>
                  </a:lnTo>
                  <a:cubicBezTo>
                    <a:pt x="948" y="115"/>
                    <a:pt x="988" y="58"/>
                    <a:pt x="1028" y="0"/>
                  </a:cubicBezTo>
                  <a:close/>
                  <a:moveTo>
                    <a:pt x="908" y="172"/>
                  </a:moveTo>
                  <a:lnTo>
                    <a:pt x="908" y="172"/>
                  </a:lnTo>
                  <a:cubicBezTo>
                    <a:pt x="698" y="468"/>
                    <a:pt x="486" y="763"/>
                    <a:pt x="281" y="1063"/>
                  </a:cubicBezTo>
                  <a:cubicBezTo>
                    <a:pt x="185" y="1201"/>
                    <a:pt x="93" y="1343"/>
                    <a:pt x="1" y="1481"/>
                  </a:cubicBezTo>
                  <a:cubicBezTo>
                    <a:pt x="304" y="1045"/>
                    <a:pt x="603" y="607"/>
                    <a:pt x="908" y="172"/>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3" name="Google Shape;4333;p56"/>
            <p:cNvSpPr/>
            <p:nvPr/>
          </p:nvSpPr>
          <p:spPr>
            <a:xfrm>
              <a:off x="3872150" y="3337350"/>
              <a:ext cx="734525" cy="1216250"/>
            </a:xfrm>
            <a:custGeom>
              <a:avLst/>
              <a:gdLst/>
              <a:ahLst/>
              <a:cxnLst/>
              <a:rect l="l" t="t" r="r" b="b"/>
              <a:pathLst>
                <a:path w="29381" h="48650" extrusionOk="0">
                  <a:moveTo>
                    <a:pt x="21014" y="7933"/>
                  </a:moveTo>
                  <a:cubicBezTo>
                    <a:pt x="19328" y="10105"/>
                    <a:pt x="17651" y="12280"/>
                    <a:pt x="15985" y="14467"/>
                  </a:cubicBezTo>
                  <a:cubicBezTo>
                    <a:pt x="16242" y="14057"/>
                    <a:pt x="16499" y="13650"/>
                    <a:pt x="16750" y="13240"/>
                  </a:cubicBezTo>
                  <a:cubicBezTo>
                    <a:pt x="18199" y="11469"/>
                    <a:pt x="19639" y="9704"/>
                    <a:pt x="21014" y="7933"/>
                  </a:cubicBezTo>
                  <a:close/>
                  <a:moveTo>
                    <a:pt x="19403" y="3982"/>
                  </a:moveTo>
                  <a:cubicBezTo>
                    <a:pt x="19486" y="3982"/>
                    <a:pt x="19117" y="4641"/>
                    <a:pt x="17963" y="6446"/>
                  </a:cubicBezTo>
                  <a:cubicBezTo>
                    <a:pt x="17504" y="7168"/>
                    <a:pt x="17016" y="7873"/>
                    <a:pt x="16536" y="8583"/>
                  </a:cubicBezTo>
                  <a:cubicBezTo>
                    <a:pt x="13854" y="11802"/>
                    <a:pt x="11357" y="15194"/>
                    <a:pt x="8568" y="18318"/>
                  </a:cubicBezTo>
                  <a:cubicBezTo>
                    <a:pt x="8277" y="18641"/>
                    <a:pt x="7985" y="18970"/>
                    <a:pt x="7691" y="19302"/>
                  </a:cubicBezTo>
                  <a:cubicBezTo>
                    <a:pt x="8534" y="18116"/>
                    <a:pt x="9365" y="16923"/>
                    <a:pt x="10220" y="15748"/>
                  </a:cubicBezTo>
                  <a:cubicBezTo>
                    <a:pt x="12223" y="13003"/>
                    <a:pt x="14302" y="10315"/>
                    <a:pt x="16418" y="7659"/>
                  </a:cubicBezTo>
                  <a:cubicBezTo>
                    <a:pt x="17555" y="6230"/>
                    <a:pt x="19249" y="3982"/>
                    <a:pt x="19403" y="3982"/>
                  </a:cubicBezTo>
                  <a:close/>
                  <a:moveTo>
                    <a:pt x="20097" y="6907"/>
                  </a:moveTo>
                  <a:cubicBezTo>
                    <a:pt x="20241" y="6907"/>
                    <a:pt x="18773" y="9115"/>
                    <a:pt x="18485" y="9622"/>
                  </a:cubicBezTo>
                  <a:cubicBezTo>
                    <a:pt x="18197" y="10133"/>
                    <a:pt x="17890" y="10638"/>
                    <a:pt x="17582" y="11138"/>
                  </a:cubicBezTo>
                  <a:cubicBezTo>
                    <a:pt x="15927" y="13219"/>
                    <a:pt x="14438" y="15454"/>
                    <a:pt x="12821" y="17564"/>
                  </a:cubicBezTo>
                  <a:cubicBezTo>
                    <a:pt x="11279" y="19577"/>
                    <a:pt x="9726" y="21574"/>
                    <a:pt x="8196" y="23589"/>
                  </a:cubicBezTo>
                  <a:cubicBezTo>
                    <a:pt x="11813" y="18465"/>
                    <a:pt x="15139" y="13087"/>
                    <a:pt x="18993" y="8187"/>
                  </a:cubicBezTo>
                  <a:cubicBezTo>
                    <a:pt x="19729" y="7253"/>
                    <a:pt x="20039" y="6907"/>
                    <a:pt x="20097" y="6907"/>
                  </a:cubicBezTo>
                  <a:close/>
                  <a:moveTo>
                    <a:pt x="21779" y="8381"/>
                  </a:moveTo>
                  <a:cubicBezTo>
                    <a:pt x="20639" y="9657"/>
                    <a:pt x="19626" y="12509"/>
                    <a:pt x="18612" y="14123"/>
                  </a:cubicBezTo>
                  <a:cubicBezTo>
                    <a:pt x="17582" y="15760"/>
                    <a:pt x="16473" y="17351"/>
                    <a:pt x="15341" y="18927"/>
                  </a:cubicBezTo>
                  <a:cubicBezTo>
                    <a:pt x="14039" y="20518"/>
                    <a:pt x="12659" y="22048"/>
                    <a:pt x="11282" y="23604"/>
                  </a:cubicBezTo>
                  <a:cubicBezTo>
                    <a:pt x="11181" y="23719"/>
                    <a:pt x="11080" y="23838"/>
                    <a:pt x="10979" y="23953"/>
                  </a:cubicBezTo>
                  <a:cubicBezTo>
                    <a:pt x="14429" y="18632"/>
                    <a:pt x="17599" y="13046"/>
                    <a:pt x="21779" y="8381"/>
                  </a:cubicBezTo>
                  <a:close/>
                  <a:moveTo>
                    <a:pt x="26096" y="11711"/>
                  </a:moveTo>
                  <a:cubicBezTo>
                    <a:pt x="26434" y="11711"/>
                    <a:pt x="25243" y="13816"/>
                    <a:pt x="24984" y="14262"/>
                  </a:cubicBezTo>
                  <a:cubicBezTo>
                    <a:pt x="24900" y="14406"/>
                    <a:pt x="24805" y="14547"/>
                    <a:pt x="24721" y="14689"/>
                  </a:cubicBezTo>
                  <a:lnTo>
                    <a:pt x="24718" y="14689"/>
                  </a:lnTo>
                  <a:cubicBezTo>
                    <a:pt x="23229" y="16785"/>
                    <a:pt x="21701" y="18849"/>
                    <a:pt x="20134" y="20887"/>
                  </a:cubicBezTo>
                  <a:cubicBezTo>
                    <a:pt x="18572" y="22741"/>
                    <a:pt x="16952" y="24545"/>
                    <a:pt x="15454" y="26341"/>
                  </a:cubicBezTo>
                  <a:cubicBezTo>
                    <a:pt x="15105" y="26759"/>
                    <a:pt x="14747" y="27172"/>
                    <a:pt x="14397" y="27588"/>
                  </a:cubicBezTo>
                  <a:cubicBezTo>
                    <a:pt x="15463" y="25977"/>
                    <a:pt x="16525" y="24360"/>
                    <a:pt x="17587" y="22741"/>
                  </a:cubicBezTo>
                  <a:cubicBezTo>
                    <a:pt x="19773" y="19961"/>
                    <a:pt x="21898" y="17128"/>
                    <a:pt x="23768" y="14175"/>
                  </a:cubicBezTo>
                  <a:cubicBezTo>
                    <a:pt x="24178" y="13684"/>
                    <a:pt x="24583" y="13190"/>
                    <a:pt x="25013" y="12714"/>
                  </a:cubicBezTo>
                  <a:cubicBezTo>
                    <a:pt x="25651" y="11986"/>
                    <a:pt x="25974" y="11711"/>
                    <a:pt x="26096" y="11711"/>
                  </a:cubicBezTo>
                  <a:close/>
                  <a:moveTo>
                    <a:pt x="12717" y="13984"/>
                  </a:moveTo>
                  <a:lnTo>
                    <a:pt x="12717" y="13984"/>
                  </a:lnTo>
                  <a:cubicBezTo>
                    <a:pt x="11294" y="15919"/>
                    <a:pt x="9847" y="17839"/>
                    <a:pt x="8424" y="19764"/>
                  </a:cubicBezTo>
                  <a:cubicBezTo>
                    <a:pt x="6804" y="21950"/>
                    <a:pt x="5225" y="24164"/>
                    <a:pt x="3686" y="26404"/>
                  </a:cubicBezTo>
                  <a:cubicBezTo>
                    <a:pt x="2768" y="27741"/>
                    <a:pt x="1905" y="29115"/>
                    <a:pt x="1045" y="30489"/>
                  </a:cubicBezTo>
                  <a:cubicBezTo>
                    <a:pt x="857" y="30792"/>
                    <a:pt x="755" y="30919"/>
                    <a:pt x="719" y="30919"/>
                  </a:cubicBezTo>
                  <a:cubicBezTo>
                    <a:pt x="539" y="30919"/>
                    <a:pt x="1891" y="27883"/>
                    <a:pt x="2159" y="27221"/>
                  </a:cubicBezTo>
                  <a:cubicBezTo>
                    <a:pt x="3545" y="25198"/>
                    <a:pt x="4945" y="23182"/>
                    <a:pt x="6354" y="21176"/>
                  </a:cubicBezTo>
                  <a:cubicBezTo>
                    <a:pt x="7991" y="19265"/>
                    <a:pt x="9752" y="17446"/>
                    <a:pt x="11357" y="15613"/>
                  </a:cubicBezTo>
                  <a:cubicBezTo>
                    <a:pt x="11822" y="15081"/>
                    <a:pt x="12269" y="14533"/>
                    <a:pt x="12717" y="13984"/>
                  </a:cubicBezTo>
                  <a:close/>
                  <a:moveTo>
                    <a:pt x="17235" y="24629"/>
                  </a:moveTo>
                  <a:lnTo>
                    <a:pt x="17235" y="24629"/>
                  </a:lnTo>
                  <a:cubicBezTo>
                    <a:pt x="15393" y="26973"/>
                    <a:pt x="13546" y="29309"/>
                    <a:pt x="11686" y="31638"/>
                  </a:cubicBezTo>
                  <a:lnTo>
                    <a:pt x="11683" y="31638"/>
                  </a:lnTo>
                  <a:cubicBezTo>
                    <a:pt x="12174" y="30922"/>
                    <a:pt x="12659" y="30204"/>
                    <a:pt x="13138" y="29485"/>
                  </a:cubicBezTo>
                  <a:cubicBezTo>
                    <a:pt x="14513" y="27874"/>
                    <a:pt x="15878" y="26254"/>
                    <a:pt x="17235" y="24629"/>
                  </a:cubicBezTo>
                  <a:close/>
                  <a:moveTo>
                    <a:pt x="25482" y="10711"/>
                  </a:moveTo>
                  <a:cubicBezTo>
                    <a:pt x="25525" y="10711"/>
                    <a:pt x="25505" y="10800"/>
                    <a:pt x="25400" y="11008"/>
                  </a:cubicBezTo>
                  <a:cubicBezTo>
                    <a:pt x="24903" y="11992"/>
                    <a:pt x="24340" y="12939"/>
                    <a:pt x="23754" y="13872"/>
                  </a:cubicBezTo>
                  <a:cubicBezTo>
                    <a:pt x="21828" y="16167"/>
                    <a:pt x="20073" y="18592"/>
                    <a:pt x="18399" y="21081"/>
                  </a:cubicBezTo>
                  <a:cubicBezTo>
                    <a:pt x="16773" y="23050"/>
                    <a:pt x="15116" y="24993"/>
                    <a:pt x="13572" y="26970"/>
                  </a:cubicBezTo>
                  <a:cubicBezTo>
                    <a:pt x="12194" y="28740"/>
                    <a:pt x="10823" y="30527"/>
                    <a:pt x="9458" y="32334"/>
                  </a:cubicBezTo>
                  <a:cubicBezTo>
                    <a:pt x="10771" y="30383"/>
                    <a:pt x="12021" y="28379"/>
                    <a:pt x="13289" y="26381"/>
                  </a:cubicBezTo>
                  <a:cubicBezTo>
                    <a:pt x="13505" y="26041"/>
                    <a:pt x="13736" y="25709"/>
                    <a:pt x="13958" y="25371"/>
                  </a:cubicBezTo>
                  <a:cubicBezTo>
                    <a:pt x="14539" y="24689"/>
                    <a:pt x="15096" y="24011"/>
                    <a:pt x="15616" y="23341"/>
                  </a:cubicBezTo>
                  <a:cubicBezTo>
                    <a:pt x="17180" y="21320"/>
                    <a:pt x="18817" y="19372"/>
                    <a:pt x="20269" y="17270"/>
                  </a:cubicBezTo>
                  <a:cubicBezTo>
                    <a:pt x="21051" y="16141"/>
                    <a:pt x="21797" y="14987"/>
                    <a:pt x="22581" y="13854"/>
                  </a:cubicBezTo>
                  <a:lnTo>
                    <a:pt x="22581" y="13854"/>
                  </a:lnTo>
                  <a:cubicBezTo>
                    <a:pt x="22384" y="14140"/>
                    <a:pt x="22310" y="14260"/>
                    <a:pt x="22328" y="14260"/>
                  </a:cubicBezTo>
                  <a:cubicBezTo>
                    <a:pt x="22426" y="14260"/>
                    <a:pt x="25212" y="10711"/>
                    <a:pt x="25482" y="10711"/>
                  </a:cubicBezTo>
                  <a:close/>
                  <a:moveTo>
                    <a:pt x="20681" y="26993"/>
                  </a:moveTo>
                  <a:cubicBezTo>
                    <a:pt x="19190" y="28772"/>
                    <a:pt x="17651" y="30699"/>
                    <a:pt x="16118" y="32707"/>
                  </a:cubicBezTo>
                  <a:cubicBezTo>
                    <a:pt x="16516" y="32138"/>
                    <a:pt x="16912" y="31566"/>
                    <a:pt x="17299" y="30989"/>
                  </a:cubicBezTo>
                  <a:cubicBezTo>
                    <a:pt x="18426" y="29656"/>
                    <a:pt x="19553" y="28324"/>
                    <a:pt x="20681" y="26993"/>
                  </a:cubicBezTo>
                  <a:close/>
                  <a:moveTo>
                    <a:pt x="22917" y="12674"/>
                  </a:moveTo>
                  <a:lnTo>
                    <a:pt x="22917" y="12674"/>
                  </a:lnTo>
                  <a:cubicBezTo>
                    <a:pt x="22645" y="13061"/>
                    <a:pt x="22380" y="13450"/>
                    <a:pt x="22103" y="13831"/>
                  </a:cubicBezTo>
                  <a:cubicBezTo>
                    <a:pt x="21084" y="15093"/>
                    <a:pt x="20113" y="16415"/>
                    <a:pt x="19175" y="17761"/>
                  </a:cubicBezTo>
                  <a:cubicBezTo>
                    <a:pt x="17680" y="19732"/>
                    <a:pt x="16170" y="21696"/>
                    <a:pt x="14712" y="23691"/>
                  </a:cubicBezTo>
                  <a:cubicBezTo>
                    <a:pt x="14097" y="24534"/>
                    <a:pt x="13520" y="25411"/>
                    <a:pt x="12957" y="26295"/>
                  </a:cubicBezTo>
                  <a:cubicBezTo>
                    <a:pt x="11207" y="28408"/>
                    <a:pt x="9319" y="30515"/>
                    <a:pt x="7581" y="32712"/>
                  </a:cubicBezTo>
                  <a:cubicBezTo>
                    <a:pt x="9221" y="30463"/>
                    <a:pt x="10760" y="28139"/>
                    <a:pt x="12327" y="25821"/>
                  </a:cubicBezTo>
                  <a:lnTo>
                    <a:pt x="12327" y="25818"/>
                  </a:lnTo>
                  <a:cubicBezTo>
                    <a:pt x="15503" y="21118"/>
                    <a:pt x="19435" y="17102"/>
                    <a:pt x="22917" y="12674"/>
                  </a:cubicBezTo>
                  <a:close/>
                  <a:moveTo>
                    <a:pt x="13081" y="17749"/>
                  </a:moveTo>
                  <a:lnTo>
                    <a:pt x="13081" y="17749"/>
                  </a:lnTo>
                  <a:cubicBezTo>
                    <a:pt x="9775" y="22452"/>
                    <a:pt x="6449" y="27210"/>
                    <a:pt x="2861" y="31685"/>
                  </a:cubicBezTo>
                  <a:cubicBezTo>
                    <a:pt x="2266" y="32426"/>
                    <a:pt x="2009" y="32719"/>
                    <a:pt x="1973" y="32719"/>
                  </a:cubicBezTo>
                  <a:cubicBezTo>
                    <a:pt x="1846" y="32719"/>
                    <a:pt x="4538" y="28994"/>
                    <a:pt x="4838" y="28561"/>
                  </a:cubicBezTo>
                  <a:cubicBezTo>
                    <a:pt x="6778" y="25778"/>
                    <a:pt x="8883" y="23104"/>
                    <a:pt x="10962" y="20422"/>
                  </a:cubicBezTo>
                  <a:cubicBezTo>
                    <a:pt x="11655" y="19527"/>
                    <a:pt x="12368" y="18638"/>
                    <a:pt x="13081" y="17749"/>
                  </a:cubicBezTo>
                  <a:close/>
                  <a:moveTo>
                    <a:pt x="20621" y="24669"/>
                  </a:moveTo>
                  <a:cubicBezTo>
                    <a:pt x="20805" y="24669"/>
                    <a:pt x="18785" y="28194"/>
                    <a:pt x="18505" y="28647"/>
                  </a:cubicBezTo>
                  <a:cubicBezTo>
                    <a:pt x="18312" y="28962"/>
                    <a:pt x="18110" y="29274"/>
                    <a:pt x="17908" y="29583"/>
                  </a:cubicBezTo>
                  <a:cubicBezTo>
                    <a:pt x="15904" y="31771"/>
                    <a:pt x="13837" y="34009"/>
                    <a:pt x="11935" y="36333"/>
                  </a:cubicBezTo>
                  <a:cubicBezTo>
                    <a:pt x="14576" y="32816"/>
                    <a:pt x="17302" y="29352"/>
                    <a:pt x="19796" y="25737"/>
                  </a:cubicBezTo>
                  <a:cubicBezTo>
                    <a:pt x="20325" y="24970"/>
                    <a:pt x="20567" y="24669"/>
                    <a:pt x="20621" y="24669"/>
                  </a:cubicBezTo>
                  <a:close/>
                  <a:moveTo>
                    <a:pt x="13011" y="22126"/>
                  </a:moveTo>
                  <a:lnTo>
                    <a:pt x="13011" y="22126"/>
                  </a:lnTo>
                  <a:cubicBezTo>
                    <a:pt x="11071" y="24764"/>
                    <a:pt x="9094" y="27374"/>
                    <a:pt x="7171" y="30025"/>
                  </a:cubicBezTo>
                  <a:cubicBezTo>
                    <a:pt x="5678" y="32080"/>
                    <a:pt x="3340" y="34603"/>
                    <a:pt x="2511" y="37020"/>
                  </a:cubicBezTo>
                  <a:cubicBezTo>
                    <a:pt x="3074" y="35377"/>
                    <a:pt x="3863" y="33812"/>
                    <a:pt x="4783" y="32311"/>
                  </a:cubicBezTo>
                  <a:cubicBezTo>
                    <a:pt x="6634" y="30232"/>
                    <a:pt x="8294" y="27978"/>
                    <a:pt x="9865" y="25639"/>
                  </a:cubicBezTo>
                  <a:cubicBezTo>
                    <a:pt x="10918" y="24438"/>
                    <a:pt x="11984" y="23269"/>
                    <a:pt x="13011" y="22126"/>
                  </a:cubicBezTo>
                  <a:close/>
                  <a:moveTo>
                    <a:pt x="12411" y="27158"/>
                  </a:moveTo>
                  <a:lnTo>
                    <a:pt x="12411" y="27158"/>
                  </a:lnTo>
                  <a:cubicBezTo>
                    <a:pt x="11490" y="28630"/>
                    <a:pt x="10598" y="30126"/>
                    <a:pt x="9663" y="31575"/>
                  </a:cubicBezTo>
                  <a:cubicBezTo>
                    <a:pt x="8525" y="33339"/>
                    <a:pt x="7304" y="35031"/>
                    <a:pt x="6016" y="36691"/>
                  </a:cubicBezTo>
                  <a:cubicBezTo>
                    <a:pt x="5887" y="36859"/>
                    <a:pt x="3749" y="38965"/>
                    <a:pt x="3681" y="38965"/>
                  </a:cubicBezTo>
                  <a:cubicBezTo>
                    <a:pt x="3679" y="38965"/>
                    <a:pt x="3679" y="38964"/>
                    <a:pt x="3681" y="38960"/>
                  </a:cubicBezTo>
                  <a:cubicBezTo>
                    <a:pt x="5505" y="34808"/>
                    <a:pt x="9131" y="30882"/>
                    <a:pt x="12411" y="27158"/>
                  </a:cubicBezTo>
                  <a:close/>
                  <a:moveTo>
                    <a:pt x="15933" y="24825"/>
                  </a:moveTo>
                  <a:lnTo>
                    <a:pt x="15933" y="24825"/>
                  </a:lnTo>
                  <a:cubicBezTo>
                    <a:pt x="15058" y="26179"/>
                    <a:pt x="14181" y="27533"/>
                    <a:pt x="13303" y="28884"/>
                  </a:cubicBezTo>
                  <a:cubicBezTo>
                    <a:pt x="10993" y="31607"/>
                    <a:pt x="8669" y="34318"/>
                    <a:pt x="6389" y="37063"/>
                  </a:cubicBezTo>
                  <a:cubicBezTo>
                    <a:pt x="6066" y="37451"/>
                    <a:pt x="4223" y="39951"/>
                    <a:pt x="4214" y="39951"/>
                  </a:cubicBezTo>
                  <a:cubicBezTo>
                    <a:pt x="4211" y="39951"/>
                    <a:pt x="4467" y="39597"/>
                    <a:pt x="5162" y="38642"/>
                  </a:cubicBezTo>
                  <a:cubicBezTo>
                    <a:pt x="6776" y="36419"/>
                    <a:pt x="8545" y="34300"/>
                    <a:pt x="10200" y="32103"/>
                  </a:cubicBezTo>
                  <a:cubicBezTo>
                    <a:pt x="12033" y="29669"/>
                    <a:pt x="13990" y="27259"/>
                    <a:pt x="15933" y="24825"/>
                  </a:cubicBezTo>
                  <a:close/>
                  <a:moveTo>
                    <a:pt x="22758" y="18119"/>
                  </a:moveTo>
                  <a:lnTo>
                    <a:pt x="22758" y="18119"/>
                  </a:lnTo>
                  <a:cubicBezTo>
                    <a:pt x="21508" y="20111"/>
                    <a:pt x="20324" y="22155"/>
                    <a:pt x="18990" y="23999"/>
                  </a:cubicBezTo>
                  <a:cubicBezTo>
                    <a:pt x="14565" y="30105"/>
                    <a:pt x="9862" y="36006"/>
                    <a:pt x="5251" y="41971"/>
                  </a:cubicBezTo>
                  <a:cubicBezTo>
                    <a:pt x="8395" y="37903"/>
                    <a:pt x="11963" y="32588"/>
                    <a:pt x="15194" y="27949"/>
                  </a:cubicBezTo>
                  <a:cubicBezTo>
                    <a:pt x="17567" y="24539"/>
                    <a:pt x="20249" y="21395"/>
                    <a:pt x="22758" y="18119"/>
                  </a:cubicBezTo>
                  <a:close/>
                  <a:moveTo>
                    <a:pt x="21384" y="29247"/>
                  </a:moveTo>
                  <a:cubicBezTo>
                    <a:pt x="21655" y="29247"/>
                    <a:pt x="21385" y="30039"/>
                    <a:pt x="21008" y="30902"/>
                  </a:cubicBezTo>
                  <a:cubicBezTo>
                    <a:pt x="18664" y="33717"/>
                    <a:pt x="16649" y="36873"/>
                    <a:pt x="14542" y="39936"/>
                  </a:cubicBezTo>
                  <a:cubicBezTo>
                    <a:pt x="13600" y="40969"/>
                    <a:pt x="12639" y="41983"/>
                    <a:pt x="11681" y="42999"/>
                  </a:cubicBezTo>
                  <a:cubicBezTo>
                    <a:pt x="12356" y="41933"/>
                    <a:pt x="13023" y="40860"/>
                    <a:pt x="13678" y="39783"/>
                  </a:cubicBezTo>
                  <a:cubicBezTo>
                    <a:pt x="15800" y="36766"/>
                    <a:pt x="17876" y="33717"/>
                    <a:pt x="19903" y="30634"/>
                  </a:cubicBezTo>
                  <a:cubicBezTo>
                    <a:pt x="20128" y="30383"/>
                    <a:pt x="20342" y="30120"/>
                    <a:pt x="20575" y="29874"/>
                  </a:cubicBezTo>
                  <a:lnTo>
                    <a:pt x="20575" y="29872"/>
                  </a:lnTo>
                  <a:cubicBezTo>
                    <a:pt x="21001" y="29428"/>
                    <a:pt x="21255" y="29247"/>
                    <a:pt x="21384" y="29247"/>
                  </a:cubicBezTo>
                  <a:close/>
                  <a:moveTo>
                    <a:pt x="21439" y="21950"/>
                  </a:moveTo>
                  <a:lnTo>
                    <a:pt x="21439" y="21950"/>
                  </a:lnTo>
                  <a:cubicBezTo>
                    <a:pt x="20139" y="23734"/>
                    <a:pt x="18852" y="25532"/>
                    <a:pt x="17538" y="27311"/>
                  </a:cubicBezTo>
                  <a:cubicBezTo>
                    <a:pt x="15673" y="29837"/>
                    <a:pt x="13981" y="32481"/>
                    <a:pt x="12261" y="35106"/>
                  </a:cubicBezTo>
                  <a:cubicBezTo>
                    <a:pt x="10350" y="38013"/>
                    <a:pt x="7077" y="41243"/>
                    <a:pt x="5583" y="43669"/>
                  </a:cubicBezTo>
                  <a:lnTo>
                    <a:pt x="5583" y="43669"/>
                  </a:lnTo>
                  <a:cubicBezTo>
                    <a:pt x="9147" y="37872"/>
                    <a:pt x="13534" y="32460"/>
                    <a:pt x="17486" y="26921"/>
                  </a:cubicBezTo>
                  <a:cubicBezTo>
                    <a:pt x="18676" y="25249"/>
                    <a:pt x="20050" y="23610"/>
                    <a:pt x="21439" y="21950"/>
                  </a:cubicBezTo>
                  <a:close/>
                  <a:moveTo>
                    <a:pt x="15307" y="33339"/>
                  </a:moveTo>
                  <a:lnTo>
                    <a:pt x="15307" y="33339"/>
                  </a:lnTo>
                  <a:cubicBezTo>
                    <a:pt x="15171" y="33527"/>
                    <a:pt x="15035" y="33717"/>
                    <a:pt x="14900" y="33905"/>
                  </a:cubicBezTo>
                  <a:cubicBezTo>
                    <a:pt x="12541" y="37187"/>
                    <a:pt x="10174" y="40418"/>
                    <a:pt x="7968" y="43807"/>
                  </a:cubicBezTo>
                  <a:cubicBezTo>
                    <a:pt x="7404" y="44673"/>
                    <a:pt x="7126" y="44998"/>
                    <a:pt x="7031" y="44998"/>
                  </a:cubicBezTo>
                  <a:cubicBezTo>
                    <a:pt x="6792" y="44998"/>
                    <a:pt x="7718" y="42922"/>
                    <a:pt x="8138" y="42245"/>
                  </a:cubicBezTo>
                  <a:lnTo>
                    <a:pt x="8138" y="42242"/>
                  </a:lnTo>
                  <a:cubicBezTo>
                    <a:pt x="9486" y="40071"/>
                    <a:pt x="11224" y="38134"/>
                    <a:pt x="12884" y="36194"/>
                  </a:cubicBezTo>
                  <a:cubicBezTo>
                    <a:pt x="13696" y="35247"/>
                    <a:pt x="14498" y="34292"/>
                    <a:pt x="15307" y="33339"/>
                  </a:cubicBezTo>
                  <a:close/>
                  <a:moveTo>
                    <a:pt x="13421" y="41532"/>
                  </a:moveTo>
                  <a:cubicBezTo>
                    <a:pt x="12844" y="42338"/>
                    <a:pt x="12261" y="43134"/>
                    <a:pt x="11652" y="43902"/>
                  </a:cubicBezTo>
                  <a:cubicBezTo>
                    <a:pt x="10436" y="45439"/>
                    <a:pt x="9601" y="46523"/>
                    <a:pt x="9523" y="46523"/>
                  </a:cubicBezTo>
                  <a:cubicBezTo>
                    <a:pt x="9461" y="46523"/>
                    <a:pt x="9874" y="45844"/>
                    <a:pt x="10947" y="44174"/>
                  </a:cubicBezTo>
                  <a:lnTo>
                    <a:pt x="10944" y="44171"/>
                  </a:lnTo>
                  <a:cubicBezTo>
                    <a:pt x="10953" y="44159"/>
                    <a:pt x="10959" y="44148"/>
                    <a:pt x="10967" y="44136"/>
                  </a:cubicBezTo>
                  <a:cubicBezTo>
                    <a:pt x="11776" y="43259"/>
                    <a:pt x="12599" y="42395"/>
                    <a:pt x="13421" y="41532"/>
                  </a:cubicBezTo>
                  <a:close/>
                  <a:moveTo>
                    <a:pt x="18775" y="1"/>
                  </a:moveTo>
                  <a:cubicBezTo>
                    <a:pt x="18725" y="1"/>
                    <a:pt x="18675" y="20"/>
                    <a:pt x="18644" y="63"/>
                  </a:cubicBezTo>
                  <a:cubicBezTo>
                    <a:pt x="12835" y="8095"/>
                    <a:pt x="6836" y="15988"/>
                    <a:pt x="1215" y="24152"/>
                  </a:cubicBezTo>
                  <a:cubicBezTo>
                    <a:pt x="2673" y="22033"/>
                    <a:pt x="4195" y="19802"/>
                    <a:pt x="5748" y="17518"/>
                  </a:cubicBezTo>
                  <a:lnTo>
                    <a:pt x="5748" y="17518"/>
                  </a:lnTo>
                  <a:cubicBezTo>
                    <a:pt x="3808" y="20148"/>
                    <a:pt x="1847" y="22761"/>
                    <a:pt x="236" y="25593"/>
                  </a:cubicBezTo>
                  <a:cubicBezTo>
                    <a:pt x="181" y="25691"/>
                    <a:pt x="262" y="25776"/>
                    <a:pt x="348" y="25776"/>
                  </a:cubicBezTo>
                  <a:cubicBezTo>
                    <a:pt x="386" y="25776"/>
                    <a:pt x="425" y="25758"/>
                    <a:pt x="453" y="25717"/>
                  </a:cubicBezTo>
                  <a:cubicBezTo>
                    <a:pt x="3392" y="21378"/>
                    <a:pt x="6452" y="17128"/>
                    <a:pt x="9556" y="12908"/>
                  </a:cubicBezTo>
                  <a:cubicBezTo>
                    <a:pt x="10939" y="11025"/>
                    <a:pt x="12327" y="9146"/>
                    <a:pt x="13722" y="7272"/>
                  </a:cubicBezTo>
                  <a:cubicBezTo>
                    <a:pt x="14417" y="6334"/>
                    <a:pt x="15110" y="5396"/>
                    <a:pt x="15803" y="4454"/>
                  </a:cubicBezTo>
                  <a:cubicBezTo>
                    <a:pt x="15911" y="4308"/>
                    <a:pt x="17634" y="1641"/>
                    <a:pt x="17876" y="1641"/>
                  </a:cubicBezTo>
                  <a:cubicBezTo>
                    <a:pt x="17958" y="1641"/>
                    <a:pt x="17869" y="1950"/>
                    <a:pt x="17486" y="2771"/>
                  </a:cubicBezTo>
                  <a:cubicBezTo>
                    <a:pt x="15468" y="7102"/>
                    <a:pt x="12220" y="10901"/>
                    <a:pt x="9348" y="14672"/>
                  </a:cubicBezTo>
                  <a:cubicBezTo>
                    <a:pt x="8083" y="16332"/>
                    <a:pt x="6744" y="18283"/>
                    <a:pt x="5473" y="20200"/>
                  </a:cubicBezTo>
                  <a:cubicBezTo>
                    <a:pt x="3767" y="22527"/>
                    <a:pt x="2101" y="24886"/>
                    <a:pt x="531" y="27314"/>
                  </a:cubicBezTo>
                  <a:cubicBezTo>
                    <a:pt x="459" y="27426"/>
                    <a:pt x="560" y="27532"/>
                    <a:pt x="663" y="27532"/>
                  </a:cubicBezTo>
                  <a:cubicBezTo>
                    <a:pt x="708" y="27532"/>
                    <a:pt x="753" y="27512"/>
                    <a:pt x="785" y="27464"/>
                  </a:cubicBezTo>
                  <a:cubicBezTo>
                    <a:pt x="4622" y="21577"/>
                    <a:pt x="9561" y="15956"/>
                    <a:pt x="13609" y="9954"/>
                  </a:cubicBezTo>
                  <a:cubicBezTo>
                    <a:pt x="14282" y="9079"/>
                    <a:pt x="14957" y="8210"/>
                    <a:pt x="15624" y="7330"/>
                  </a:cubicBezTo>
                  <a:cubicBezTo>
                    <a:pt x="16008" y="6826"/>
                    <a:pt x="18297" y="3289"/>
                    <a:pt x="18366" y="3289"/>
                  </a:cubicBezTo>
                  <a:cubicBezTo>
                    <a:pt x="18388" y="3289"/>
                    <a:pt x="18176" y="3662"/>
                    <a:pt x="17590" y="4631"/>
                  </a:cubicBezTo>
                  <a:cubicBezTo>
                    <a:pt x="16210" y="6911"/>
                    <a:pt x="14726" y="9131"/>
                    <a:pt x="13199" y="11320"/>
                  </a:cubicBezTo>
                  <a:cubicBezTo>
                    <a:pt x="11008" y="14178"/>
                    <a:pt x="8880" y="17082"/>
                    <a:pt x="6796" y="20018"/>
                  </a:cubicBezTo>
                  <a:cubicBezTo>
                    <a:pt x="4374" y="23035"/>
                    <a:pt x="1827" y="26043"/>
                    <a:pt x="210" y="29516"/>
                  </a:cubicBezTo>
                  <a:cubicBezTo>
                    <a:pt x="148" y="29637"/>
                    <a:pt x="249" y="29743"/>
                    <a:pt x="352" y="29743"/>
                  </a:cubicBezTo>
                  <a:cubicBezTo>
                    <a:pt x="397" y="29743"/>
                    <a:pt x="443" y="29722"/>
                    <a:pt x="476" y="29672"/>
                  </a:cubicBezTo>
                  <a:cubicBezTo>
                    <a:pt x="693" y="29352"/>
                    <a:pt x="915" y="29037"/>
                    <a:pt x="1131" y="28717"/>
                  </a:cubicBezTo>
                  <a:lnTo>
                    <a:pt x="1131" y="28717"/>
                  </a:lnTo>
                  <a:cubicBezTo>
                    <a:pt x="707" y="29747"/>
                    <a:pt x="392" y="30819"/>
                    <a:pt x="199" y="31916"/>
                  </a:cubicBezTo>
                  <a:cubicBezTo>
                    <a:pt x="182" y="32022"/>
                    <a:pt x="266" y="32105"/>
                    <a:pt x="352" y="32105"/>
                  </a:cubicBezTo>
                  <a:cubicBezTo>
                    <a:pt x="396" y="32105"/>
                    <a:pt x="440" y="32083"/>
                    <a:pt x="470" y="32031"/>
                  </a:cubicBezTo>
                  <a:cubicBezTo>
                    <a:pt x="5115" y="24268"/>
                    <a:pt x="10843" y="17252"/>
                    <a:pt x="15994" y="9842"/>
                  </a:cubicBezTo>
                  <a:cubicBezTo>
                    <a:pt x="17285" y="8214"/>
                    <a:pt x="19280" y="5766"/>
                    <a:pt x="19573" y="5766"/>
                  </a:cubicBezTo>
                  <a:cubicBezTo>
                    <a:pt x="19668" y="5766"/>
                    <a:pt x="19585" y="6023"/>
                    <a:pt x="19242" y="6646"/>
                  </a:cubicBezTo>
                  <a:cubicBezTo>
                    <a:pt x="16817" y="11048"/>
                    <a:pt x="12708" y="15206"/>
                    <a:pt x="9732" y="19320"/>
                  </a:cubicBezTo>
                  <a:cubicBezTo>
                    <a:pt x="6461" y="23835"/>
                    <a:pt x="2578" y="28148"/>
                    <a:pt x="55" y="33140"/>
                  </a:cubicBezTo>
                  <a:cubicBezTo>
                    <a:pt x="1" y="33250"/>
                    <a:pt x="90" y="33366"/>
                    <a:pt x="190" y="33366"/>
                  </a:cubicBezTo>
                  <a:cubicBezTo>
                    <a:pt x="223" y="33366"/>
                    <a:pt x="258" y="33353"/>
                    <a:pt x="288" y="33322"/>
                  </a:cubicBezTo>
                  <a:cubicBezTo>
                    <a:pt x="1969" y="31615"/>
                    <a:pt x="3519" y="29797"/>
                    <a:pt x="4994" y="27911"/>
                  </a:cubicBezTo>
                  <a:lnTo>
                    <a:pt x="4994" y="27911"/>
                  </a:lnTo>
                  <a:cubicBezTo>
                    <a:pt x="3548" y="29924"/>
                    <a:pt x="2151" y="31970"/>
                    <a:pt x="840" y="34084"/>
                  </a:cubicBezTo>
                  <a:cubicBezTo>
                    <a:pt x="773" y="34192"/>
                    <a:pt x="877" y="34316"/>
                    <a:pt x="981" y="34316"/>
                  </a:cubicBezTo>
                  <a:cubicBezTo>
                    <a:pt x="1016" y="34316"/>
                    <a:pt x="1051" y="34302"/>
                    <a:pt x="1079" y="34268"/>
                  </a:cubicBezTo>
                  <a:cubicBezTo>
                    <a:pt x="1954" y="33246"/>
                    <a:pt x="2832" y="32201"/>
                    <a:pt x="3712" y="31142"/>
                  </a:cubicBezTo>
                  <a:lnTo>
                    <a:pt x="3712" y="31142"/>
                  </a:lnTo>
                  <a:cubicBezTo>
                    <a:pt x="2777" y="32571"/>
                    <a:pt x="1905" y="34020"/>
                    <a:pt x="1157" y="35501"/>
                  </a:cubicBezTo>
                  <a:cubicBezTo>
                    <a:pt x="1095" y="35616"/>
                    <a:pt x="1187" y="35729"/>
                    <a:pt x="1291" y="35729"/>
                  </a:cubicBezTo>
                  <a:cubicBezTo>
                    <a:pt x="1326" y="35729"/>
                    <a:pt x="1362" y="35716"/>
                    <a:pt x="1394" y="35686"/>
                  </a:cubicBezTo>
                  <a:cubicBezTo>
                    <a:pt x="2393" y="34811"/>
                    <a:pt x="3346" y="33885"/>
                    <a:pt x="4244" y="32909"/>
                  </a:cubicBezTo>
                  <a:lnTo>
                    <a:pt x="4244" y="32909"/>
                  </a:lnTo>
                  <a:cubicBezTo>
                    <a:pt x="3262" y="34589"/>
                    <a:pt x="2405" y="36344"/>
                    <a:pt x="1758" y="38212"/>
                  </a:cubicBezTo>
                  <a:cubicBezTo>
                    <a:pt x="1718" y="38330"/>
                    <a:pt x="1819" y="38414"/>
                    <a:pt x="1920" y="38414"/>
                  </a:cubicBezTo>
                  <a:cubicBezTo>
                    <a:pt x="1972" y="38414"/>
                    <a:pt x="2024" y="38391"/>
                    <a:pt x="2055" y="38339"/>
                  </a:cubicBezTo>
                  <a:cubicBezTo>
                    <a:pt x="5984" y="31817"/>
                    <a:pt x="10762" y="25862"/>
                    <a:pt x="15171" y="19669"/>
                  </a:cubicBezTo>
                  <a:cubicBezTo>
                    <a:pt x="16080" y="18604"/>
                    <a:pt x="16952" y="17515"/>
                    <a:pt x="17749" y="16323"/>
                  </a:cubicBezTo>
                  <a:cubicBezTo>
                    <a:pt x="18529" y="15154"/>
                    <a:pt x="19244" y="13941"/>
                    <a:pt x="19998" y="12757"/>
                  </a:cubicBezTo>
                  <a:cubicBezTo>
                    <a:pt x="20338" y="12224"/>
                    <a:pt x="22267" y="9564"/>
                    <a:pt x="22610" y="9564"/>
                  </a:cubicBezTo>
                  <a:cubicBezTo>
                    <a:pt x="22733" y="9564"/>
                    <a:pt x="22651" y="9907"/>
                    <a:pt x="22218" y="10814"/>
                  </a:cubicBezTo>
                  <a:cubicBezTo>
                    <a:pt x="20012" y="15434"/>
                    <a:pt x="15564" y="19903"/>
                    <a:pt x="12578" y="24103"/>
                  </a:cubicBezTo>
                  <a:cubicBezTo>
                    <a:pt x="8952" y="29208"/>
                    <a:pt x="5306" y="34318"/>
                    <a:pt x="1931" y="39592"/>
                  </a:cubicBezTo>
                  <a:cubicBezTo>
                    <a:pt x="1853" y="39715"/>
                    <a:pt x="1966" y="39832"/>
                    <a:pt x="2081" y="39832"/>
                  </a:cubicBezTo>
                  <a:cubicBezTo>
                    <a:pt x="2130" y="39832"/>
                    <a:pt x="2180" y="39810"/>
                    <a:pt x="2214" y="39757"/>
                  </a:cubicBezTo>
                  <a:cubicBezTo>
                    <a:pt x="2644" y="39087"/>
                    <a:pt x="3089" y="38426"/>
                    <a:pt x="3528" y="37759"/>
                  </a:cubicBezTo>
                  <a:cubicBezTo>
                    <a:pt x="4379" y="36812"/>
                    <a:pt x="5193" y="35839"/>
                    <a:pt x="5973" y="34840"/>
                  </a:cubicBezTo>
                  <a:lnTo>
                    <a:pt x="5973" y="34840"/>
                  </a:lnTo>
                  <a:cubicBezTo>
                    <a:pt x="4778" y="36512"/>
                    <a:pt x="3718" y="38247"/>
                    <a:pt x="2907" y="40083"/>
                  </a:cubicBezTo>
                  <a:cubicBezTo>
                    <a:pt x="2866" y="40177"/>
                    <a:pt x="2937" y="40276"/>
                    <a:pt x="3021" y="40276"/>
                  </a:cubicBezTo>
                  <a:cubicBezTo>
                    <a:pt x="3050" y="40276"/>
                    <a:pt x="3081" y="40264"/>
                    <a:pt x="3109" y="40236"/>
                  </a:cubicBezTo>
                  <a:cubicBezTo>
                    <a:pt x="4062" y="39292"/>
                    <a:pt x="4965" y="38299"/>
                    <a:pt x="5817" y="37262"/>
                  </a:cubicBezTo>
                  <a:lnTo>
                    <a:pt x="5817" y="37262"/>
                  </a:lnTo>
                  <a:cubicBezTo>
                    <a:pt x="4882" y="38561"/>
                    <a:pt x="3964" y="39872"/>
                    <a:pt x="3071" y="41189"/>
                  </a:cubicBezTo>
                  <a:cubicBezTo>
                    <a:pt x="3013" y="41273"/>
                    <a:pt x="3100" y="41375"/>
                    <a:pt x="3184" y="41375"/>
                  </a:cubicBezTo>
                  <a:cubicBezTo>
                    <a:pt x="3212" y="41375"/>
                    <a:pt x="3240" y="41363"/>
                    <a:pt x="3262" y="41336"/>
                  </a:cubicBezTo>
                  <a:cubicBezTo>
                    <a:pt x="6106" y="37730"/>
                    <a:pt x="9082" y="34237"/>
                    <a:pt x="12062" y="30746"/>
                  </a:cubicBezTo>
                  <a:lnTo>
                    <a:pt x="12062" y="30746"/>
                  </a:lnTo>
                  <a:cubicBezTo>
                    <a:pt x="11311" y="31861"/>
                    <a:pt x="10537" y="32975"/>
                    <a:pt x="9746" y="34087"/>
                  </a:cubicBezTo>
                  <a:cubicBezTo>
                    <a:pt x="7696" y="36691"/>
                    <a:pt x="5667" y="39309"/>
                    <a:pt x="3707" y="41977"/>
                  </a:cubicBezTo>
                  <a:cubicBezTo>
                    <a:pt x="3646" y="42059"/>
                    <a:pt x="3731" y="42155"/>
                    <a:pt x="3813" y="42155"/>
                  </a:cubicBezTo>
                  <a:cubicBezTo>
                    <a:pt x="3840" y="42155"/>
                    <a:pt x="3867" y="42144"/>
                    <a:pt x="3889" y="42118"/>
                  </a:cubicBezTo>
                  <a:cubicBezTo>
                    <a:pt x="5964" y="39624"/>
                    <a:pt x="7904" y="37037"/>
                    <a:pt x="9769" y="34398"/>
                  </a:cubicBezTo>
                  <a:cubicBezTo>
                    <a:pt x="11741" y="31910"/>
                    <a:pt x="13745" y="29444"/>
                    <a:pt x="15731" y="26967"/>
                  </a:cubicBezTo>
                  <a:cubicBezTo>
                    <a:pt x="15997" y="26638"/>
                    <a:pt x="16254" y="26300"/>
                    <a:pt x="16519" y="25971"/>
                  </a:cubicBezTo>
                  <a:lnTo>
                    <a:pt x="16519" y="25971"/>
                  </a:lnTo>
                  <a:cubicBezTo>
                    <a:pt x="12339" y="31731"/>
                    <a:pt x="8430" y="37666"/>
                    <a:pt x="4163" y="43386"/>
                  </a:cubicBezTo>
                  <a:cubicBezTo>
                    <a:pt x="4088" y="43485"/>
                    <a:pt x="4181" y="43579"/>
                    <a:pt x="4279" y="43579"/>
                  </a:cubicBezTo>
                  <a:cubicBezTo>
                    <a:pt x="4320" y="43579"/>
                    <a:pt x="4363" y="43562"/>
                    <a:pt x="4394" y="43521"/>
                  </a:cubicBezTo>
                  <a:cubicBezTo>
                    <a:pt x="8288" y="38449"/>
                    <a:pt x="12244" y="33420"/>
                    <a:pt x="16106" y="28324"/>
                  </a:cubicBezTo>
                  <a:cubicBezTo>
                    <a:pt x="19969" y="23226"/>
                    <a:pt x="23050" y="16912"/>
                    <a:pt x="27504" y="12350"/>
                  </a:cubicBezTo>
                  <a:lnTo>
                    <a:pt x="27504" y="12350"/>
                  </a:lnTo>
                  <a:lnTo>
                    <a:pt x="27048" y="13956"/>
                  </a:lnTo>
                  <a:cubicBezTo>
                    <a:pt x="26237" y="15223"/>
                    <a:pt x="25330" y="16424"/>
                    <a:pt x="24331" y="17553"/>
                  </a:cubicBezTo>
                  <a:cubicBezTo>
                    <a:pt x="23387" y="18699"/>
                    <a:pt x="22423" y="19822"/>
                    <a:pt x="21511" y="20997"/>
                  </a:cubicBezTo>
                  <a:cubicBezTo>
                    <a:pt x="19675" y="23359"/>
                    <a:pt x="17954" y="25821"/>
                    <a:pt x="16216" y="28258"/>
                  </a:cubicBezTo>
                  <a:cubicBezTo>
                    <a:pt x="12278" y="33786"/>
                    <a:pt x="8037" y="39179"/>
                    <a:pt x="4483" y="44965"/>
                  </a:cubicBezTo>
                  <a:cubicBezTo>
                    <a:pt x="4425" y="45060"/>
                    <a:pt x="4509" y="45158"/>
                    <a:pt x="4598" y="45158"/>
                  </a:cubicBezTo>
                  <a:cubicBezTo>
                    <a:pt x="4628" y="45158"/>
                    <a:pt x="4659" y="45147"/>
                    <a:pt x="4685" y="45121"/>
                  </a:cubicBezTo>
                  <a:cubicBezTo>
                    <a:pt x="5967" y="43853"/>
                    <a:pt x="7136" y="42505"/>
                    <a:pt x="8245" y="41111"/>
                  </a:cubicBezTo>
                  <a:lnTo>
                    <a:pt x="8245" y="41111"/>
                  </a:lnTo>
                  <a:cubicBezTo>
                    <a:pt x="7102" y="42779"/>
                    <a:pt x="6008" y="44483"/>
                    <a:pt x="5003" y="46252"/>
                  </a:cubicBezTo>
                  <a:cubicBezTo>
                    <a:pt x="4971" y="46310"/>
                    <a:pt x="5020" y="46364"/>
                    <a:pt x="5070" y="46364"/>
                  </a:cubicBezTo>
                  <a:cubicBezTo>
                    <a:pt x="5092" y="46364"/>
                    <a:pt x="5115" y="46353"/>
                    <a:pt x="5130" y="46328"/>
                  </a:cubicBezTo>
                  <a:cubicBezTo>
                    <a:pt x="5987" y="44852"/>
                    <a:pt x="6914" y="43417"/>
                    <a:pt x="7870" y="42006"/>
                  </a:cubicBezTo>
                  <a:lnTo>
                    <a:pt x="7870" y="42006"/>
                  </a:lnTo>
                  <a:cubicBezTo>
                    <a:pt x="6868" y="43677"/>
                    <a:pt x="6010" y="45401"/>
                    <a:pt x="5393" y="47197"/>
                  </a:cubicBezTo>
                  <a:cubicBezTo>
                    <a:pt x="5357" y="47297"/>
                    <a:pt x="5455" y="47388"/>
                    <a:pt x="5549" y="47388"/>
                  </a:cubicBezTo>
                  <a:cubicBezTo>
                    <a:pt x="5584" y="47388"/>
                    <a:pt x="5620" y="47375"/>
                    <a:pt x="5647" y="47344"/>
                  </a:cubicBezTo>
                  <a:cubicBezTo>
                    <a:pt x="6946" y="45831"/>
                    <a:pt x="8101" y="44206"/>
                    <a:pt x="9227" y="42554"/>
                  </a:cubicBezTo>
                  <a:lnTo>
                    <a:pt x="9227" y="42554"/>
                  </a:lnTo>
                  <a:cubicBezTo>
                    <a:pt x="8089" y="44350"/>
                    <a:pt x="7009" y="46154"/>
                    <a:pt x="6034" y="47944"/>
                  </a:cubicBezTo>
                  <a:cubicBezTo>
                    <a:pt x="5968" y="48066"/>
                    <a:pt x="6073" y="48178"/>
                    <a:pt x="6178" y="48178"/>
                  </a:cubicBezTo>
                  <a:cubicBezTo>
                    <a:pt x="6225" y="48178"/>
                    <a:pt x="6271" y="48156"/>
                    <a:pt x="6302" y="48103"/>
                  </a:cubicBezTo>
                  <a:cubicBezTo>
                    <a:pt x="9296" y="42947"/>
                    <a:pt x="13147" y="38466"/>
                    <a:pt x="16944" y="33913"/>
                  </a:cubicBezTo>
                  <a:lnTo>
                    <a:pt x="16944" y="33913"/>
                  </a:lnTo>
                  <a:cubicBezTo>
                    <a:pt x="16479" y="34603"/>
                    <a:pt x="16028" y="35308"/>
                    <a:pt x="15584" y="36021"/>
                  </a:cubicBezTo>
                  <a:cubicBezTo>
                    <a:pt x="14521" y="37716"/>
                    <a:pt x="13398" y="39428"/>
                    <a:pt x="12304" y="41163"/>
                  </a:cubicBezTo>
                  <a:cubicBezTo>
                    <a:pt x="11536" y="42237"/>
                    <a:pt x="10765" y="43305"/>
                    <a:pt x="9989" y="44373"/>
                  </a:cubicBezTo>
                  <a:cubicBezTo>
                    <a:pt x="9989" y="44373"/>
                    <a:pt x="9989" y="44373"/>
                    <a:pt x="9989" y="44373"/>
                  </a:cubicBezTo>
                  <a:cubicBezTo>
                    <a:pt x="9986" y="44373"/>
                    <a:pt x="9337" y="45341"/>
                    <a:pt x="8820" y="46157"/>
                  </a:cubicBezTo>
                  <a:cubicBezTo>
                    <a:pt x="8184" y="46890"/>
                    <a:pt x="7561" y="47635"/>
                    <a:pt x="6972" y="48412"/>
                  </a:cubicBezTo>
                  <a:cubicBezTo>
                    <a:pt x="6880" y="48532"/>
                    <a:pt x="6997" y="48649"/>
                    <a:pt x="7118" y="48649"/>
                  </a:cubicBezTo>
                  <a:cubicBezTo>
                    <a:pt x="7169" y="48649"/>
                    <a:pt x="7220" y="48629"/>
                    <a:pt x="7258" y="48579"/>
                  </a:cubicBezTo>
                  <a:cubicBezTo>
                    <a:pt x="7601" y="48126"/>
                    <a:pt x="7933" y="47664"/>
                    <a:pt x="8277" y="47208"/>
                  </a:cubicBezTo>
                  <a:cubicBezTo>
                    <a:pt x="8363" y="47130"/>
                    <a:pt x="8519" y="46957"/>
                    <a:pt x="8785" y="46628"/>
                  </a:cubicBezTo>
                  <a:cubicBezTo>
                    <a:pt x="9085" y="46258"/>
                    <a:pt x="9400" y="45897"/>
                    <a:pt x="9714" y="45536"/>
                  </a:cubicBezTo>
                  <a:lnTo>
                    <a:pt x="9714" y="45536"/>
                  </a:lnTo>
                  <a:cubicBezTo>
                    <a:pt x="9253" y="46388"/>
                    <a:pt x="8808" y="47243"/>
                    <a:pt x="8407" y="48109"/>
                  </a:cubicBezTo>
                  <a:cubicBezTo>
                    <a:pt x="8353" y="48225"/>
                    <a:pt x="8438" y="48320"/>
                    <a:pt x="8532" y="48320"/>
                  </a:cubicBezTo>
                  <a:cubicBezTo>
                    <a:pt x="8575" y="48320"/>
                    <a:pt x="8620" y="48300"/>
                    <a:pt x="8655" y="48253"/>
                  </a:cubicBezTo>
                  <a:cubicBezTo>
                    <a:pt x="12350" y="43351"/>
                    <a:pt x="17668" y="38126"/>
                    <a:pt x="20523" y="32545"/>
                  </a:cubicBezTo>
                  <a:cubicBezTo>
                    <a:pt x="20532" y="32528"/>
                    <a:pt x="20544" y="32513"/>
                    <a:pt x="20552" y="32496"/>
                  </a:cubicBezTo>
                  <a:lnTo>
                    <a:pt x="20552" y="32496"/>
                  </a:lnTo>
                  <a:cubicBezTo>
                    <a:pt x="17726" y="38134"/>
                    <a:pt x="13014" y="42797"/>
                    <a:pt x="9657" y="48103"/>
                  </a:cubicBezTo>
                  <a:cubicBezTo>
                    <a:pt x="9587" y="48214"/>
                    <a:pt x="9692" y="48336"/>
                    <a:pt x="9799" y="48336"/>
                  </a:cubicBezTo>
                  <a:cubicBezTo>
                    <a:pt x="9834" y="48336"/>
                    <a:pt x="9870" y="48322"/>
                    <a:pt x="9899" y="48291"/>
                  </a:cubicBezTo>
                  <a:cubicBezTo>
                    <a:pt x="10751" y="47396"/>
                    <a:pt x="11585" y="46489"/>
                    <a:pt x="12405" y="45571"/>
                  </a:cubicBezTo>
                  <a:lnTo>
                    <a:pt x="12405" y="45571"/>
                  </a:lnTo>
                  <a:cubicBezTo>
                    <a:pt x="11952" y="46198"/>
                    <a:pt x="11502" y="46824"/>
                    <a:pt x="11074" y="47471"/>
                  </a:cubicBezTo>
                  <a:cubicBezTo>
                    <a:pt x="10998" y="47586"/>
                    <a:pt x="11104" y="47702"/>
                    <a:pt x="11216" y="47702"/>
                  </a:cubicBezTo>
                  <a:cubicBezTo>
                    <a:pt x="11252" y="47702"/>
                    <a:pt x="11289" y="47690"/>
                    <a:pt x="11320" y="47661"/>
                  </a:cubicBezTo>
                  <a:cubicBezTo>
                    <a:pt x="12062" y="46980"/>
                    <a:pt x="12752" y="46267"/>
                    <a:pt x="13410" y="45531"/>
                  </a:cubicBezTo>
                  <a:cubicBezTo>
                    <a:pt x="13426" y="45601"/>
                    <a:pt x="13502" y="45656"/>
                    <a:pt x="13580" y="45656"/>
                  </a:cubicBezTo>
                  <a:cubicBezTo>
                    <a:pt x="13616" y="45656"/>
                    <a:pt x="13653" y="45643"/>
                    <a:pt x="13684" y="45614"/>
                  </a:cubicBezTo>
                  <a:cubicBezTo>
                    <a:pt x="16467" y="42973"/>
                    <a:pt x="18627" y="40019"/>
                    <a:pt x="20636" y="36760"/>
                  </a:cubicBezTo>
                  <a:cubicBezTo>
                    <a:pt x="20710" y="36642"/>
                    <a:pt x="20602" y="36529"/>
                    <a:pt x="20494" y="36529"/>
                  </a:cubicBezTo>
                  <a:cubicBezTo>
                    <a:pt x="20447" y="36529"/>
                    <a:pt x="20399" y="36551"/>
                    <a:pt x="20368" y="36604"/>
                  </a:cubicBezTo>
                  <a:cubicBezTo>
                    <a:pt x="19528" y="37966"/>
                    <a:pt x="18663" y="39290"/>
                    <a:pt x="17742" y="40600"/>
                  </a:cubicBezTo>
                  <a:lnTo>
                    <a:pt x="17742" y="40600"/>
                  </a:lnTo>
                  <a:cubicBezTo>
                    <a:pt x="17769" y="40562"/>
                    <a:pt x="17780" y="40544"/>
                    <a:pt x="17777" y="40544"/>
                  </a:cubicBezTo>
                  <a:lnTo>
                    <a:pt x="17777" y="40544"/>
                  </a:lnTo>
                  <a:cubicBezTo>
                    <a:pt x="17732" y="40544"/>
                    <a:pt x="14714" y="44341"/>
                    <a:pt x="14645" y="44341"/>
                  </a:cubicBezTo>
                  <a:cubicBezTo>
                    <a:pt x="14624" y="44341"/>
                    <a:pt x="14875" y="43990"/>
                    <a:pt x="15564" y="43077"/>
                  </a:cubicBezTo>
                  <a:cubicBezTo>
                    <a:pt x="17784" y="40126"/>
                    <a:pt x="19955" y="37257"/>
                    <a:pt x="21577" y="33922"/>
                  </a:cubicBezTo>
                  <a:cubicBezTo>
                    <a:pt x="21649" y="33801"/>
                    <a:pt x="21547" y="33691"/>
                    <a:pt x="21443" y="33691"/>
                  </a:cubicBezTo>
                  <a:cubicBezTo>
                    <a:pt x="21395" y="33691"/>
                    <a:pt x="21347" y="33714"/>
                    <a:pt x="21314" y="33769"/>
                  </a:cubicBezTo>
                  <a:cubicBezTo>
                    <a:pt x="19984" y="35747"/>
                    <a:pt x="18713" y="37765"/>
                    <a:pt x="17417" y="39765"/>
                  </a:cubicBezTo>
                  <a:cubicBezTo>
                    <a:pt x="15943" y="42041"/>
                    <a:pt x="13342" y="44649"/>
                    <a:pt x="12212" y="46332"/>
                  </a:cubicBezTo>
                  <a:lnTo>
                    <a:pt x="12212" y="46332"/>
                  </a:lnTo>
                  <a:cubicBezTo>
                    <a:pt x="12953" y="45228"/>
                    <a:pt x="13737" y="44167"/>
                    <a:pt x="14533" y="43114"/>
                  </a:cubicBezTo>
                  <a:cubicBezTo>
                    <a:pt x="16762" y="40450"/>
                    <a:pt x="18829" y="37664"/>
                    <a:pt x="20650" y="34676"/>
                  </a:cubicBezTo>
                  <a:cubicBezTo>
                    <a:pt x="21135" y="33881"/>
                    <a:pt x="21305" y="33568"/>
                    <a:pt x="21269" y="33568"/>
                  </a:cubicBezTo>
                  <a:cubicBezTo>
                    <a:pt x="21265" y="33568"/>
                    <a:pt x="21258" y="33573"/>
                    <a:pt x="21248" y="33581"/>
                  </a:cubicBezTo>
                  <a:cubicBezTo>
                    <a:pt x="21528" y="33073"/>
                    <a:pt x="21802" y="32562"/>
                    <a:pt x="22054" y="32034"/>
                  </a:cubicBezTo>
                  <a:cubicBezTo>
                    <a:pt x="22109" y="31913"/>
                    <a:pt x="22004" y="31801"/>
                    <a:pt x="21905" y="31801"/>
                  </a:cubicBezTo>
                  <a:cubicBezTo>
                    <a:pt x="21860" y="31801"/>
                    <a:pt x="21816" y="31823"/>
                    <a:pt x="21788" y="31878"/>
                  </a:cubicBezTo>
                  <a:cubicBezTo>
                    <a:pt x="20549" y="34346"/>
                    <a:pt x="19100" y="36633"/>
                    <a:pt x="17501" y="38847"/>
                  </a:cubicBezTo>
                  <a:cubicBezTo>
                    <a:pt x="16883" y="39690"/>
                    <a:pt x="16254" y="40522"/>
                    <a:pt x="15613" y="41345"/>
                  </a:cubicBezTo>
                  <a:cubicBezTo>
                    <a:pt x="14083" y="43233"/>
                    <a:pt x="11883" y="45155"/>
                    <a:pt x="10731" y="46980"/>
                  </a:cubicBezTo>
                  <a:cubicBezTo>
                    <a:pt x="14328" y="41278"/>
                    <a:pt x="19089" y="36509"/>
                    <a:pt x="21889" y="30296"/>
                  </a:cubicBezTo>
                  <a:cubicBezTo>
                    <a:pt x="21935" y="30193"/>
                    <a:pt x="21851" y="30074"/>
                    <a:pt x="21757" y="30074"/>
                  </a:cubicBezTo>
                  <a:cubicBezTo>
                    <a:pt x="21756" y="30074"/>
                    <a:pt x="21754" y="30074"/>
                    <a:pt x="21753" y="30074"/>
                  </a:cubicBezTo>
                  <a:cubicBezTo>
                    <a:pt x="21987" y="29519"/>
                    <a:pt x="22201" y="28954"/>
                    <a:pt x="22388" y="28376"/>
                  </a:cubicBezTo>
                  <a:cubicBezTo>
                    <a:pt x="22420" y="28276"/>
                    <a:pt x="22328" y="28170"/>
                    <a:pt x="22231" y="28170"/>
                  </a:cubicBezTo>
                  <a:cubicBezTo>
                    <a:pt x="22205" y="28170"/>
                    <a:pt x="22179" y="28177"/>
                    <a:pt x="22155" y="28194"/>
                  </a:cubicBezTo>
                  <a:cubicBezTo>
                    <a:pt x="21658" y="28561"/>
                    <a:pt x="21182" y="28956"/>
                    <a:pt x="20728" y="29375"/>
                  </a:cubicBezTo>
                  <a:cubicBezTo>
                    <a:pt x="21112" y="28789"/>
                    <a:pt x="21505" y="28206"/>
                    <a:pt x="21883" y="27617"/>
                  </a:cubicBezTo>
                  <a:cubicBezTo>
                    <a:pt x="21954" y="27508"/>
                    <a:pt x="21858" y="27411"/>
                    <a:pt x="21759" y="27411"/>
                  </a:cubicBezTo>
                  <a:cubicBezTo>
                    <a:pt x="21716" y="27411"/>
                    <a:pt x="21672" y="27429"/>
                    <a:pt x="21641" y="27472"/>
                  </a:cubicBezTo>
                  <a:cubicBezTo>
                    <a:pt x="17330" y="33431"/>
                    <a:pt x="11496" y="39301"/>
                    <a:pt x="7875" y="45291"/>
                  </a:cubicBezTo>
                  <a:cubicBezTo>
                    <a:pt x="12062" y="38016"/>
                    <a:pt x="17561" y="31520"/>
                    <a:pt x="22515" y="24779"/>
                  </a:cubicBezTo>
                  <a:cubicBezTo>
                    <a:pt x="22585" y="24681"/>
                    <a:pt x="22482" y="24565"/>
                    <a:pt x="22384" y="24565"/>
                  </a:cubicBezTo>
                  <a:cubicBezTo>
                    <a:pt x="22351" y="24565"/>
                    <a:pt x="22318" y="24578"/>
                    <a:pt x="22293" y="24609"/>
                  </a:cubicBezTo>
                  <a:cubicBezTo>
                    <a:pt x="21251" y="25876"/>
                    <a:pt x="20122" y="27149"/>
                    <a:pt x="18956" y="28434"/>
                  </a:cubicBezTo>
                  <a:cubicBezTo>
                    <a:pt x="19966" y="26800"/>
                    <a:pt x="20907" y="25120"/>
                    <a:pt x="21739" y="23367"/>
                  </a:cubicBezTo>
                  <a:cubicBezTo>
                    <a:pt x="21793" y="23255"/>
                    <a:pt x="21701" y="23129"/>
                    <a:pt x="21599" y="23129"/>
                  </a:cubicBezTo>
                  <a:cubicBezTo>
                    <a:pt x="21564" y="23129"/>
                    <a:pt x="21528" y="23144"/>
                    <a:pt x="21496" y="23180"/>
                  </a:cubicBezTo>
                  <a:cubicBezTo>
                    <a:pt x="18736" y="26260"/>
                    <a:pt x="16577" y="29860"/>
                    <a:pt x="14085" y="33160"/>
                  </a:cubicBezTo>
                  <a:cubicBezTo>
                    <a:pt x="13445" y="34009"/>
                    <a:pt x="12804" y="34857"/>
                    <a:pt x="12163" y="35706"/>
                  </a:cubicBezTo>
                  <a:cubicBezTo>
                    <a:pt x="13159" y="34234"/>
                    <a:pt x="14134" y="32747"/>
                    <a:pt x="15122" y="31260"/>
                  </a:cubicBezTo>
                  <a:cubicBezTo>
                    <a:pt x="19418" y="24811"/>
                    <a:pt x="24086" y="18286"/>
                    <a:pt x="29277" y="12532"/>
                  </a:cubicBezTo>
                  <a:cubicBezTo>
                    <a:pt x="29381" y="12419"/>
                    <a:pt x="29276" y="12264"/>
                    <a:pt x="29161" y="12264"/>
                  </a:cubicBezTo>
                  <a:cubicBezTo>
                    <a:pt x="29125" y="12264"/>
                    <a:pt x="29089" y="12278"/>
                    <a:pt x="29057" y="12313"/>
                  </a:cubicBezTo>
                  <a:cubicBezTo>
                    <a:pt x="28200" y="13263"/>
                    <a:pt x="27377" y="14238"/>
                    <a:pt x="26572" y="15229"/>
                  </a:cubicBezTo>
                  <a:cubicBezTo>
                    <a:pt x="27325" y="14031"/>
                    <a:pt x="27992" y="12801"/>
                    <a:pt x="28512" y="11513"/>
                  </a:cubicBezTo>
                  <a:cubicBezTo>
                    <a:pt x="28551" y="11414"/>
                    <a:pt x="28465" y="11352"/>
                    <a:pt x="28379" y="11352"/>
                  </a:cubicBezTo>
                  <a:cubicBezTo>
                    <a:pt x="28344" y="11352"/>
                    <a:pt x="28310" y="11362"/>
                    <a:pt x="28284" y="11383"/>
                  </a:cubicBezTo>
                  <a:cubicBezTo>
                    <a:pt x="27397" y="12093"/>
                    <a:pt x="26609" y="12910"/>
                    <a:pt x="25870" y="13774"/>
                  </a:cubicBezTo>
                  <a:cubicBezTo>
                    <a:pt x="26344" y="13046"/>
                    <a:pt x="26806" y="12307"/>
                    <a:pt x="27242" y="11551"/>
                  </a:cubicBezTo>
                  <a:cubicBezTo>
                    <a:pt x="27306" y="11440"/>
                    <a:pt x="27211" y="11341"/>
                    <a:pt x="27113" y="11341"/>
                  </a:cubicBezTo>
                  <a:cubicBezTo>
                    <a:pt x="27071" y="11341"/>
                    <a:pt x="27027" y="11360"/>
                    <a:pt x="26996" y="11406"/>
                  </a:cubicBezTo>
                  <a:cubicBezTo>
                    <a:pt x="26742" y="11790"/>
                    <a:pt x="26471" y="12160"/>
                    <a:pt x="26211" y="12541"/>
                  </a:cubicBezTo>
                  <a:cubicBezTo>
                    <a:pt x="26531" y="11900"/>
                    <a:pt x="26829" y="11245"/>
                    <a:pt x="27088" y="10569"/>
                  </a:cubicBezTo>
                  <a:cubicBezTo>
                    <a:pt x="27124" y="10475"/>
                    <a:pt x="27039" y="10404"/>
                    <a:pt x="26957" y="10404"/>
                  </a:cubicBezTo>
                  <a:cubicBezTo>
                    <a:pt x="26925" y="10404"/>
                    <a:pt x="26893" y="10415"/>
                    <a:pt x="26869" y="10439"/>
                  </a:cubicBezTo>
                  <a:cubicBezTo>
                    <a:pt x="26046" y="11259"/>
                    <a:pt x="25270" y="12108"/>
                    <a:pt x="24510" y="12974"/>
                  </a:cubicBezTo>
                  <a:cubicBezTo>
                    <a:pt x="25137" y="11935"/>
                    <a:pt x="25732" y="10881"/>
                    <a:pt x="26280" y="9807"/>
                  </a:cubicBezTo>
                  <a:cubicBezTo>
                    <a:pt x="26330" y="9716"/>
                    <a:pt x="26255" y="9625"/>
                    <a:pt x="26171" y="9625"/>
                  </a:cubicBezTo>
                  <a:cubicBezTo>
                    <a:pt x="26142" y="9625"/>
                    <a:pt x="26113" y="9636"/>
                    <a:pt x="26087" y="9660"/>
                  </a:cubicBezTo>
                  <a:cubicBezTo>
                    <a:pt x="25218" y="10390"/>
                    <a:pt x="24409" y="11210"/>
                    <a:pt x="23627" y="12065"/>
                  </a:cubicBezTo>
                  <a:cubicBezTo>
                    <a:pt x="24386" y="10970"/>
                    <a:pt x="25131" y="9862"/>
                    <a:pt x="25830" y="8719"/>
                  </a:cubicBezTo>
                  <a:cubicBezTo>
                    <a:pt x="25902" y="8603"/>
                    <a:pt x="25802" y="8499"/>
                    <a:pt x="25698" y="8499"/>
                  </a:cubicBezTo>
                  <a:cubicBezTo>
                    <a:pt x="25652" y="8499"/>
                    <a:pt x="25606" y="8520"/>
                    <a:pt x="25573" y="8568"/>
                  </a:cubicBezTo>
                  <a:cubicBezTo>
                    <a:pt x="22310" y="13240"/>
                    <a:pt x="18214" y="17201"/>
                    <a:pt x="14836" y="21771"/>
                  </a:cubicBezTo>
                  <a:cubicBezTo>
                    <a:pt x="11198" y="26699"/>
                    <a:pt x="8106" y="32025"/>
                    <a:pt x="4197" y="36743"/>
                  </a:cubicBezTo>
                  <a:cubicBezTo>
                    <a:pt x="7307" y="32060"/>
                    <a:pt x="10578" y="27481"/>
                    <a:pt x="13831" y="22899"/>
                  </a:cubicBezTo>
                  <a:cubicBezTo>
                    <a:pt x="17059" y="18358"/>
                    <a:pt x="21678" y="13895"/>
                    <a:pt x="23494" y="8528"/>
                  </a:cubicBezTo>
                  <a:cubicBezTo>
                    <a:pt x="23531" y="8414"/>
                    <a:pt x="23435" y="8330"/>
                    <a:pt x="23336" y="8330"/>
                  </a:cubicBezTo>
                  <a:cubicBezTo>
                    <a:pt x="23297" y="8330"/>
                    <a:pt x="23257" y="8343"/>
                    <a:pt x="23226" y="8372"/>
                  </a:cubicBezTo>
                  <a:cubicBezTo>
                    <a:pt x="22253" y="9293"/>
                    <a:pt x="21418" y="10286"/>
                    <a:pt x="20645" y="11331"/>
                  </a:cubicBezTo>
                  <a:cubicBezTo>
                    <a:pt x="21418" y="10015"/>
                    <a:pt x="22155" y="8675"/>
                    <a:pt x="22847" y="7307"/>
                  </a:cubicBezTo>
                  <a:cubicBezTo>
                    <a:pt x="22906" y="7191"/>
                    <a:pt x="22813" y="7068"/>
                    <a:pt x="22707" y="7068"/>
                  </a:cubicBezTo>
                  <a:cubicBezTo>
                    <a:pt x="22671" y="7068"/>
                    <a:pt x="22633" y="7082"/>
                    <a:pt x="22599" y="7116"/>
                  </a:cubicBezTo>
                  <a:cubicBezTo>
                    <a:pt x="16689" y="13052"/>
                    <a:pt x="12818" y="20532"/>
                    <a:pt x="8101" y="27371"/>
                  </a:cubicBezTo>
                  <a:cubicBezTo>
                    <a:pt x="7145" y="28570"/>
                    <a:pt x="6236" y="29802"/>
                    <a:pt x="5390" y="31075"/>
                  </a:cubicBezTo>
                  <a:cubicBezTo>
                    <a:pt x="5017" y="31549"/>
                    <a:pt x="4636" y="32022"/>
                    <a:pt x="4249" y="32484"/>
                  </a:cubicBezTo>
                  <a:cubicBezTo>
                    <a:pt x="3218" y="33712"/>
                    <a:pt x="2614" y="34275"/>
                    <a:pt x="2434" y="34275"/>
                  </a:cubicBezTo>
                  <a:cubicBezTo>
                    <a:pt x="2213" y="34275"/>
                    <a:pt x="2631" y="33425"/>
                    <a:pt x="3684" y="31913"/>
                  </a:cubicBezTo>
                  <a:cubicBezTo>
                    <a:pt x="5280" y="29620"/>
                    <a:pt x="6931" y="27363"/>
                    <a:pt x="8551" y="25082"/>
                  </a:cubicBezTo>
                  <a:cubicBezTo>
                    <a:pt x="10327" y="22767"/>
                    <a:pt x="12056" y="20391"/>
                    <a:pt x="13696" y="17974"/>
                  </a:cubicBezTo>
                  <a:cubicBezTo>
                    <a:pt x="16525" y="14175"/>
                    <a:pt x="19435" y="10436"/>
                    <a:pt x="22339" y="6698"/>
                  </a:cubicBezTo>
                  <a:cubicBezTo>
                    <a:pt x="22412" y="6604"/>
                    <a:pt x="22346" y="6444"/>
                    <a:pt x="22243" y="6444"/>
                  </a:cubicBezTo>
                  <a:cubicBezTo>
                    <a:pt x="22219" y="6444"/>
                    <a:pt x="22193" y="6452"/>
                    <a:pt x="22166" y="6472"/>
                  </a:cubicBezTo>
                  <a:cubicBezTo>
                    <a:pt x="20936" y="7414"/>
                    <a:pt x="19854" y="8493"/>
                    <a:pt x="18843" y="9637"/>
                  </a:cubicBezTo>
                  <a:cubicBezTo>
                    <a:pt x="19588" y="8288"/>
                    <a:pt x="20295" y="6931"/>
                    <a:pt x="20951" y="5569"/>
                  </a:cubicBezTo>
                  <a:cubicBezTo>
                    <a:pt x="21009" y="5453"/>
                    <a:pt x="20912" y="5351"/>
                    <a:pt x="20812" y="5351"/>
                  </a:cubicBezTo>
                  <a:cubicBezTo>
                    <a:pt x="20768" y="5351"/>
                    <a:pt x="20723" y="5371"/>
                    <a:pt x="20691" y="5419"/>
                  </a:cubicBezTo>
                  <a:cubicBezTo>
                    <a:pt x="17258" y="10136"/>
                    <a:pt x="13612" y="14596"/>
                    <a:pt x="10404" y="19484"/>
                  </a:cubicBezTo>
                  <a:cubicBezTo>
                    <a:pt x="8973" y="21667"/>
                    <a:pt x="7543" y="23846"/>
                    <a:pt x="6048" y="25989"/>
                  </a:cubicBezTo>
                  <a:cubicBezTo>
                    <a:pt x="4867" y="27680"/>
                    <a:pt x="3571" y="29283"/>
                    <a:pt x="2234" y="30853"/>
                  </a:cubicBezTo>
                  <a:cubicBezTo>
                    <a:pt x="1596" y="31599"/>
                    <a:pt x="1207" y="32007"/>
                    <a:pt x="1111" y="32007"/>
                  </a:cubicBezTo>
                  <a:cubicBezTo>
                    <a:pt x="1015" y="32007"/>
                    <a:pt x="1217" y="31593"/>
                    <a:pt x="1764" y="30694"/>
                  </a:cubicBezTo>
                  <a:cubicBezTo>
                    <a:pt x="4717" y="25844"/>
                    <a:pt x="8612" y="21488"/>
                    <a:pt x="11862" y="16831"/>
                  </a:cubicBezTo>
                  <a:cubicBezTo>
                    <a:pt x="14732" y="12723"/>
                    <a:pt x="18641" y="9123"/>
                    <a:pt x="20633" y="4466"/>
                  </a:cubicBezTo>
                  <a:cubicBezTo>
                    <a:pt x="20678" y="4359"/>
                    <a:pt x="20599" y="4243"/>
                    <a:pt x="20504" y="4243"/>
                  </a:cubicBezTo>
                  <a:cubicBezTo>
                    <a:pt x="20472" y="4243"/>
                    <a:pt x="20437" y="4257"/>
                    <a:pt x="20405" y="4290"/>
                  </a:cubicBezTo>
                  <a:cubicBezTo>
                    <a:pt x="19559" y="5136"/>
                    <a:pt x="18757" y="6019"/>
                    <a:pt x="17968" y="6914"/>
                  </a:cubicBezTo>
                  <a:cubicBezTo>
                    <a:pt x="18941" y="5439"/>
                    <a:pt x="19894" y="3946"/>
                    <a:pt x="20795" y="2419"/>
                  </a:cubicBezTo>
                  <a:cubicBezTo>
                    <a:pt x="20857" y="2311"/>
                    <a:pt x="20757" y="2189"/>
                    <a:pt x="20656" y="2189"/>
                  </a:cubicBezTo>
                  <a:cubicBezTo>
                    <a:pt x="20621" y="2189"/>
                    <a:pt x="20587" y="2203"/>
                    <a:pt x="20558" y="2237"/>
                  </a:cubicBezTo>
                  <a:cubicBezTo>
                    <a:pt x="18705" y="4388"/>
                    <a:pt x="16903" y="6579"/>
                    <a:pt x="15154" y="8808"/>
                  </a:cubicBezTo>
                  <a:cubicBezTo>
                    <a:pt x="16707" y="6542"/>
                    <a:pt x="18191" y="4249"/>
                    <a:pt x="19533" y="1946"/>
                  </a:cubicBezTo>
                  <a:cubicBezTo>
                    <a:pt x="19601" y="1830"/>
                    <a:pt x="19503" y="1729"/>
                    <a:pt x="19400" y="1729"/>
                  </a:cubicBezTo>
                  <a:cubicBezTo>
                    <a:pt x="19355" y="1729"/>
                    <a:pt x="19309" y="1749"/>
                    <a:pt x="19276" y="1795"/>
                  </a:cubicBezTo>
                  <a:cubicBezTo>
                    <a:pt x="18069" y="3519"/>
                    <a:pt x="16822" y="5214"/>
                    <a:pt x="15558" y="6897"/>
                  </a:cubicBezTo>
                  <a:cubicBezTo>
                    <a:pt x="16857" y="4729"/>
                    <a:pt x="18012" y="2500"/>
                    <a:pt x="18915" y="179"/>
                  </a:cubicBezTo>
                  <a:cubicBezTo>
                    <a:pt x="18959" y="69"/>
                    <a:pt x="18868" y="1"/>
                    <a:pt x="18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4" name="Google Shape;4334;p56"/>
            <p:cNvSpPr/>
            <p:nvPr/>
          </p:nvSpPr>
          <p:spPr>
            <a:xfrm>
              <a:off x="4007750" y="3526075"/>
              <a:ext cx="134350" cy="162425"/>
            </a:xfrm>
            <a:custGeom>
              <a:avLst/>
              <a:gdLst/>
              <a:ahLst/>
              <a:cxnLst/>
              <a:rect l="l" t="t" r="r" b="b"/>
              <a:pathLst>
                <a:path w="5374" h="6497" extrusionOk="0">
                  <a:moveTo>
                    <a:pt x="5373" y="0"/>
                  </a:moveTo>
                  <a:lnTo>
                    <a:pt x="5373" y="0"/>
                  </a:lnTo>
                  <a:cubicBezTo>
                    <a:pt x="3600" y="2174"/>
                    <a:pt x="1747" y="4296"/>
                    <a:pt x="0" y="6496"/>
                  </a:cubicBezTo>
                  <a:cubicBezTo>
                    <a:pt x="1724" y="4394"/>
                    <a:pt x="3523" y="2345"/>
                    <a:pt x="5223" y="231"/>
                  </a:cubicBezTo>
                  <a:cubicBezTo>
                    <a:pt x="5272" y="156"/>
                    <a:pt x="5321" y="78"/>
                    <a:pt x="537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5" name="Google Shape;4335;p56"/>
            <p:cNvSpPr/>
            <p:nvPr/>
          </p:nvSpPr>
          <p:spPr>
            <a:xfrm>
              <a:off x="4015750" y="3586775"/>
              <a:ext cx="128225" cy="188550"/>
            </a:xfrm>
            <a:custGeom>
              <a:avLst/>
              <a:gdLst/>
              <a:ahLst/>
              <a:cxnLst/>
              <a:rect l="l" t="t" r="r" b="b"/>
              <a:pathLst>
                <a:path w="5129" h="7542" extrusionOk="0">
                  <a:moveTo>
                    <a:pt x="5128" y="0"/>
                  </a:moveTo>
                  <a:lnTo>
                    <a:pt x="5128" y="0"/>
                  </a:lnTo>
                  <a:cubicBezTo>
                    <a:pt x="3402" y="2535"/>
                    <a:pt x="1684" y="5067"/>
                    <a:pt x="1" y="7541"/>
                  </a:cubicBezTo>
                  <a:cubicBezTo>
                    <a:pt x="1291" y="5794"/>
                    <a:pt x="2570" y="4042"/>
                    <a:pt x="3731" y="2212"/>
                  </a:cubicBezTo>
                  <a:cubicBezTo>
                    <a:pt x="4199" y="1476"/>
                    <a:pt x="4666" y="739"/>
                    <a:pt x="512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6" name="Google Shape;4336;p56"/>
            <p:cNvSpPr/>
            <p:nvPr/>
          </p:nvSpPr>
          <p:spPr>
            <a:xfrm>
              <a:off x="3786475" y="1293300"/>
              <a:ext cx="2115175" cy="2649500"/>
            </a:xfrm>
            <a:custGeom>
              <a:avLst/>
              <a:gdLst/>
              <a:ahLst/>
              <a:cxnLst/>
              <a:rect l="l" t="t" r="r" b="b"/>
              <a:pathLst>
                <a:path w="84607" h="105980" extrusionOk="0">
                  <a:moveTo>
                    <a:pt x="76277" y="1331"/>
                  </a:moveTo>
                  <a:cubicBezTo>
                    <a:pt x="76575" y="1331"/>
                    <a:pt x="76912" y="1381"/>
                    <a:pt x="77288" y="1480"/>
                  </a:cubicBezTo>
                  <a:cubicBezTo>
                    <a:pt x="77106" y="1627"/>
                    <a:pt x="76927" y="1777"/>
                    <a:pt x="76748" y="1925"/>
                  </a:cubicBezTo>
                  <a:cubicBezTo>
                    <a:pt x="76729" y="1910"/>
                    <a:pt x="76707" y="1903"/>
                    <a:pt x="76684" y="1903"/>
                  </a:cubicBezTo>
                  <a:cubicBezTo>
                    <a:pt x="76652" y="1903"/>
                    <a:pt x="76620" y="1918"/>
                    <a:pt x="76598" y="1945"/>
                  </a:cubicBezTo>
                  <a:cubicBezTo>
                    <a:pt x="76485" y="2072"/>
                    <a:pt x="76373" y="2199"/>
                    <a:pt x="76260" y="2326"/>
                  </a:cubicBezTo>
                  <a:cubicBezTo>
                    <a:pt x="75587" y="2900"/>
                    <a:pt x="74923" y="3481"/>
                    <a:pt x="74277" y="4084"/>
                  </a:cubicBezTo>
                  <a:cubicBezTo>
                    <a:pt x="74311" y="3986"/>
                    <a:pt x="74352" y="3853"/>
                    <a:pt x="74427" y="3634"/>
                  </a:cubicBezTo>
                  <a:cubicBezTo>
                    <a:pt x="74482" y="3403"/>
                    <a:pt x="74537" y="3172"/>
                    <a:pt x="74594" y="2944"/>
                  </a:cubicBezTo>
                  <a:cubicBezTo>
                    <a:pt x="74734" y="1866"/>
                    <a:pt x="75297" y="1331"/>
                    <a:pt x="76277" y="1331"/>
                  </a:cubicBezTo>
                  <a:close/>
                  <a:moveTo>
                    <a:pt x="80781" y="3937"/>
                  </a:moveTo>
                  <a:cubicBezTo>
                    <a:pt x="80931" y="4018"/>
                    <a:pt x="81203" y="4096"/>
                    <a:pt x="81494" y="4168"/>
                  </a:cubicBezTo>
                  <a:cubicBezTo>
                    <a:pt x="81001" y="4376"/>
                    <a:pt x="80527" y="4630"/>
                    <a:pt x="80080" y="4921"/>
                  </a:cubicBezTo>
                  <a:cubicBezTo>
                    <a:pt x="80313" y="4592"/>
                    <a:pt x="80553" y="4269"/>
                    <a:pt x="80781" y="3937"/>
                  </a:cubicBezTo>
                  <a:close/>
                  <a:moveTo>
                    <a:pt x="79973" y="3391"/>
                  </a:moveTo>
                  <a:cubicBezTo>
                    <a:pt x="80120" y="3509"/>
                    <a:pt x="80273" y="3619"/>
                    <a:pt x="80432" y="3720"/>
                  </a:cubicBezTo>
                  <a:cubicBezTo>
                    <a:pt x="79837" y="4272"/>
                    <a:pt x="79251" y="4826"/>
                    <a:pt x="78677" y="5395"/>
                  </a:cubicBezTo>
                  <a:cubicBezTo>
                    <a:pt x="79164" y="4765"/>
                    <a:pt x="79597" y="4096"/>
                    <a:pt x="79973" y="3391"/>
                  </a:cubicBezTo>
                  <a:close/>
                  <a:moveTo>
                    <a:pt x="82580" y="4419"/>
                  </a:moveTo>
                  <a:cubicBezTo>
                    <a:pt x="83062" y="4549"/>
                    <a:pt x="83394" y="4754"/>
                    <a:pt x="83613" y="5014"/>
                  </a:cubicBezTo>
                  <a:cubicBezTo>
                    <a:pt x="83570" y="5017"/>
                    <a:pt x="83530" y="5031"/>
                    <a:pt x="83495" y="5060"/>
                  </a:cubicBezTo>
                  <a:cubicBezTo>
                    <a:pt x="83056" y="5447"/>
                    <a:pt x="82640" y="5854"/>
                    <a:pt x="82216" y="6252"/>
                  </a:cubicBezTo>
                  <a:cubicBezTo>
                    <a:pt x="82404" y="5874"/>
                    <a:pt x="82565" y="5481"/>
                    <a:pt x="82701" y="5083"/>
                  </a:cubicBezTo>
                  <a:cubicBezTo>
                    <a:pt x="82742" y="4959"/>
                    <a:pt x="82633" y="4855"/>
                    <a:pt x="82519" y="4855"/>
                  </a:cubicBezTo>
                  <a:cubicBezTo>
                    <a:pt x="82490" y="4855"/>
                    <a:pt x="82460" y="4862"/>
                    <a:pt x="82433" y="4878"/>
                  </a:cubicBezTo>
                  <a:cubicBezTo>
                    <a:pt x="82401" y="4895"/>
                    <a:pt x="82372" y="4915"/>
                    <a:pt x="82337" y="4936"/>
                  </a:cubicBezTo>
                  <a:cubicBezTo>
                    <a:pt x="82424" y="4765"/>
                    <a:pt x="82499" y="4592"/>
                    <a:pt x="82580" y="4419"/>
                  </a:cubicBezTo>
                  <a:close/>
                  <a:moveTo>
                    <a:pt x="70694" y="3917"/>
                  </a:moveTo>
                  <a:lnTo>
                    <a:pt x="70694" y="3917"/>
                  </a:lnTo>
                  <a:cubicBezTo>
                    <a:pt x="70781" y="3986"/>
                    <a:pt x="70861" y="4061"/>
                    <a:pt x="70939" y="4139"/>
                  </a:cubicBezTo>
                  <a:cubicBezTo>
                    <a:pt x="70925" y="4150"/>
                    <a:pt x="70908" y="4150"/>
                    <a:pt x="70896" y="4171"/>
                  </a:cubicBezTo>
                  <a:cubicBezTo>
                    <a:pt x="70691" y="4477"/>
                    <a:pt x="70477" y="4777"/>
                    <a:pt x="70267" y="5080"/>
                  </a:cubicBezTo>
                  <a:cubicBezTo>
                    <a:pt x="70254" y="5075"/>
                    <a:pt x="70241" y="5073"/>
                    <a:pt x="70228" y="5073"/>
                  </a:cubicBezTo>
                  <a:cubicBezTo>
                    <a:pt x="70200" y="5073"/>
                    <a:pt x="70173" y="5083"/>
                    <a:pt x="70151" y="5103"/>
                  </a:cubicBezTo>
                  <a:cubicBezTo>
                    <a:pt x="69689" y="5490"/>
                    <a:pt x="69259" y="5900"/>
                    <a:pt x="68843" y="6324"/>
                  </a:cubicBezTo>
                  <a:cubicBezTo>
                    <a:pt x="69519" y="5605"/>
                    <a:pt x="70145" y="4849"/>
                    <a:pt x="70677" y="4003"/>
                  </a:cubicBezTo>
                  <a:cubicBezTo>
                    <a:pt x="70694" y="3977"/>
                    <a:pt x="70700" y="3948"/>
                    <a:pt x="70694" y="3917"/>
                  </a:cubicBezTo>
                  <a:close/>
                  <a:moveTo>
                    <a:pt x="71136" y="4364"/>
                  </a:moveTo>
                  <a:cubicBezTo>
                    <a:pt x="71231" y="4485"/>
                    <a:pt x="71329" y="4612"/>
                    <a:pt x="71427" y="4760"/>
                  </a:cubicBezTo>
                  <a:cubicBezTo>
                    <a:pt x="71419" y="4765"/>
                    <a:pt x="71404" y="4765"/>
                    <a:pt x="71395" y="4774"/>
                  </a:cubicBezTo>
                  <a:cubicBezTo>
                    <a:pt x="70656" y="5516"/>
                    <a:pt x="69946" y="6290"/>
                    <a:pt x="69224" y="7052"/>
                  </a:cubicBezTo>
                  <a:cubicBezTo>
                    <a:pt x="69883" y="6177"/>
                    <a:pt x="70526" y="5288"/>
                    <a:pt x="71133" y="4364"/>
                  </a:cubicBezTo>
                  <a:close/>
                  <a:moveTo>
                    <a:pt x="70202" y="4401"/>
                  </a:moveTo>
                  <a:lnTo>
                    <a:pt x="70202" y="4401"/>
                  </a:lnTo>
                  <a:cubicBezTo>
                    <a:pt x="70233" y="4401"/>
                    <a:pt x="69227" y="5551"/>
                    <a:pt x="69217" y="5551"/>
                  </a:cubicBezTo>
                  <a:cubicBezTo>
                    <a:pt x="69216" y="5551"/>
                    <a:pt x="69220" y="5546"/>
                    <a:pt x="69230" y="5533"/>
                  </a:cubicBezTo>
                  <a:lnTo>
                    <a:pt x="69230" y="5533"/>
                  </a:lnTo>
                  <a:cubicBezTo>
                    <a:pt x="68197" y="6789"/>
                    <a:pt x="66978" y="7863"/>
                    <a:pt x="65806" y="8972"/>
                  </a:cubicBezTo>
                  <a:cubicBezTo>
                    <a:pt x="66274" y="8464"/>
                    <a:pt x="66739" y="7947"/>
                    <a:pt x="67201" y="7430"/>
                  </a:cubicBezTo>
                  <a:cubicBezTo>
                    <a:pt x="67876" y="6668"/>
                    <a:pt x="68569" y="5929"/>
                    <a:pt x="69294" y="5216"/>
                  </a:cubicBezTo>
                  <a:cubicBezTo>
                    <a:pt x="69582" y="4936"/>
                    <a:pt x="69880" y="4667"/>
                    <a:pt x="70189" y="4410"/>
                  </a:cubicBezTo>
                  <a:cubicBezTo>
                    <a:pt x="70196" y="4404"/>
                    <a:pt x="70201" y="4401"/>
                    <a:pt x="70202" y="4401"/>
                  </a:cubicBezTo>
                  <a:close/>
                  <a:moveTo>
                    <a:pt x="69766" y="3526"/>
                  </a:moveTo>
                  <a:cubicBezTo>
                    <a:pt x="70017" y="3526"/>
                    <a:pt x="70278" y="3609"/>
                    <a:pt x="70550" y="3801"/>
                  </a:cubicBezTo>
                  <a:cubicBezTo>
                    <a:pt x="70515" y="3801"/>
                    <a:pt x="70480" y="3813"/>
                    <a:pt x="70454" y="3836"/>
                  </a:cubicBezTo>
                  <a:cubicBezTo>
                    <a:pt x="69767" y="4393"/>
                    <a:pt x="69132" y="5005"/>
                    <a:pt x="68517" y="5634"/>
                  </a:cubicBezTo>
                  <a:cubicBezTo>
                    <a:pt x="68907" y="5068"/>
                    <a:pt x="69268" y="4480"/>
                    <a:pt x="69556" y="3839"/>
                  </a:cubicBezTo>
                  <a:cubicBezTo>
                    <a:pt x="69604" y="3743"/>
                    <a:pt x="69525" y="3658"/>
                    <a:pt x="69444" y="3658"/>
                  </a:cubicBezTo>
                  <a:cubicBezTo>
                    <a:pt x="69408" y="3658"/>
                    <a:pt x="69371" y="3675"/>
                    <a:pt x="69346" y="3714"/>
                  </a:cubicBezTo>
                  <a:cubicBezTo>
                    <a:pt x="67536" y="6249"/>
                    <a:pt x="64995" y="8169"/>
                    <a:pt x="63257" y="10744"/>
                  </a:cubicBezTo>
                  <a:cubicBezTo>
                    <a:pt x="63032" y="8542"/>
                    <a:pt x="65480" y="8065"/>
                    <a:pt x="66594" y="6835"/>
                  </a:cubicBezTo>
                  <a:cubicBezTo>
                    <a:pt x="67341" y="6011"/>
                    <a:pt x="68397" y="3526"/>
                    <a:pt x="69766" y="3526"/>
                  </a:cubicBezTo>
                  <a:close/>
                  <a:moveTo>
                    <a:pt x="68789" y="4872"/>
                  </a:moveTo>
                  <a:cubicBezTo>
                    <a:pt x="68549" y="5285"/>
                    <a:pt x="68272" y="5681"/>
                    <a:pt x="68000" y="6064"/>
                  </a:cubicBezTo>
                  <a:cubicBezTo>
                    <a:pt x="67891" y="6223"/>
                    <a:pt x="67772" y="6376"/>
                    <a:pt x="67654" y="6529"/>
                  </a:cubicBezTo>
                  <a:cubicBezTo>
                    <a:pt x="66747" y="7514"/>
                    <a:pt x="65873" y="8530"/>
                    <a:pt x="64957" y="9512"/>
                  </a:cubicBezTo>
                  <a:cubicBezTo>
                    <a:pt x="64542" y="9953"/>
                    <a:pt x="64106" y="10372"/>
                    <a:pt x="63661" y="10785"/>
                  </a:cubicBezTo>
                  <a:cubicBezTo>
                    <a:pt x="63496" y="10942"/>
                    <a:pt x="63384" y="11051"/>
                    <a:pt x="63314" y="11120"/>
                  </a:cubicBezTo>
                  <a:lnTo>
                    <a:pt x="63314" y="11120"/>
                  </a:lnTo>
                  <a:cubicBezTo>
                    <a:pt x="63312" y="11107"/>
                    <a:pt x="63309" y="11096"/>
                    <a:pt x="63306" y="11082"/>
                  </a:cubicBezTo>
                  <a:cubicBezTo>
                    <a:pt x="63358" y="11007"/>
                    <a:pt x="63436" y="10894"/>
                    <a:pt x="63528" y="10750"/>
                  </a:cubicBezTo>
                  <a:cubicBezTo>
                    <a:pt x="64340" y="9477"/>
                    <a:pt x="65471" y="8397"/>
                    <a:pt x="66525" y="7329"/>
                  </a:cubicBezTo>
                  <a:cubicBezTo>
                    <a:pt x="67307" y="6535"/>
                    <a:pt x="68075" y="5730"/>
                    <a:pt x="68789" y="4872"/>
                  </a:cubicBezTo>
                  <a:close/>
                  <a:moveTo>
                    <a:pt x="68413" y="6766"/>
                  </a:moveTo>
                  <a:cubicBezTo>
                    <a:pt x="67905" y="7303"/>
                    <a:pt x="67417" y="7860"/>
                    <a:pt x="66935" y="8426"/>
                  </a:cubicBezTo>
                  <a:lnTo>
                    <a:pt x="66938" y="8423"/>
                  </a:lnTo>
                  <a:lnTo>
                    <a:pt x="66938" y="8423"/>
                  </a:lnTo>
                  <a:cubicBezTo>
                    <a:pt x="66427" y="9021"/>
                    <a:pt x="65916" y="9613"/>
                    <a:pt x="65388" y="10193"/>
                  </a:cubicBezTo>
                  <a:cubicBezTo>
                    <a:pt x="64923" y="10706"/>
                    <a:pt x="64025" y="11261"/>
                    <a:pt x="63683" y="11848"/>
                  </a:cubicBezTo>
                  <a:lnTo>
                    <a:pt x="63683" y="11848"/>
                  </a:lnTo>
                  <a:cubicBezTo>
                    <a:pt x="63939" y="11400"/>
                    <a:pt x="64224" y="10965"/>
                    <a:pt x="64533" y="10548"/>
                  </a:cubicBezTo>
                  <a:cubicBezTo>
                    <a:pt x="65760" y="9229"/>
                    <a:pt x="67146" y="8051"/>
                    <a:pt x="68413" y="6766"/>
                  </a:cubicBezTo>
                  <a:close/>
                  <a:moveTo>
                    <a:pt x="81024" y="7953"/>
                  </a:moveTo>
                  <a:cubicBezTo>
                    <a:pt x="80712" y="8510"/>
                    <a:pt x="80259" y="9009"/>
                    <a:pt x="79655" y="9445"/>
                  </a:cubicBezTo>
                  <a:cubicBezTo>
                    <a:pt x="78801" y="10479"/>
                    <a:pt x="77911" y="11478"/>
                    <a:pt x="77063" y="12514"/>
                  </a:cubicBezTo>
                  <a:cubicBezTo>
                    <a:pt x="77198" y="12344"/>
                    <a:pt x="77325" y="12165"/>
                    <a:pt x="77461" y="11994"/>
                  </a:cubicBezTo>
                  <a:cubicBezTo>
                    <a:pt x="78575" y="10574"/>
                    <a:pt x="79779" y="9243"/>
                    <a:pt x="81024" y="7953"/>
                  </a:cubicBezTo>
                  <a:close/>
                  <a:moveTo>
                    <a:pt x="74005" y="5412"/>
                  </a:moveTo>
                  <a:lnTo>
                    <a:pt x="74005" y="5415"/>
                  </a:lnTo>
                  <a:cubicBezTo>
                    <a:pt x="73113" y="6622"/>
                    <a:pt x="72253" y="7872"/>
                    <a:pt x="71390" y="8879"/>
                  </a:cubicBezTo>
                  <a:cubicBezTo>
                    <a:pt x="70197" y="10268"/>
                    <a:pt x="68988" y="11642"/>
                    <a:pt x="67778" y="13014"/>
                  </a:cubicBezTo>
                  <a:cubicBezTo>
                    <a:pt x="69822" y="10453"/>
                    <a:pt x="71898" y="7921"/>
                    <a:pt x="74005" y="5412"/>
                  </a:cubicBezTo>
                  <a:close/>
                  <a:moveTo>
                    <a:pt x="70494" y="6125"/>
                  </a:moveTo>
                  <a:cubicBezTo>
                    <a:pt x="70637" y="6125"/>
                    <a:pt x="68201" y="9121"/>
                    <a:pt x="67642" y="9783"/>
                  </a:cubicBezTo>
                  <a:cubicBezTo>
                    <a:pt x="66144" y="11564"/>
                    <a:pt x="64553" y="13256"/>
                    <a:pt x="62963" y="14939"/>
                  </a:cubicBezTo>
                  <a:cubicBezTo>
                    <a:pt x="63979" y="13637"/>
                    <a:pt x="65001" y="12338"/>
                    <a:pt x="66049" y="11059"/>
                  </a:cubicBezTo>
                  <a:lnTo>
                    <a:pt x="66052" y="11059"/>
                  </a:lnTo>
                  <a:cubicBezTo>
                    <a:pt x="67103" y="9780"/>
                    <a:pt x="68208" y="8550"/>
                    <a:pt x="69320" y="7329"/>
                  </a:cubicBezTo>
                  <a:cubicBezTo>
                    <a:pt x="70110" y="6460"/>
                    <a:pt x="70446" y="6125"/>
                    <a:pt x="70494" y="6125"/>
                  </a:cubicBezTo>
                  <a:close/>
                  <a:moveTo>
                    <a:pt x="74952" y="3807"/>
                  </a:moveTo>
                  <a:lnTo>
                    <a:pt x="74952" y="3810"/>
                  </a:lnTo>
                  <a:cubicBezTo>
                    <a:pt x="71078" y="8192"/>
                    <a:pt x="67169" y="12546"/>
                    <a:pt x="63370" y="16989"/>
                  </a:cubicBezTo>
                  <a:cubicBezTo>
                    <a:pt x="66860" y="12277"/>
                    <a:pt x="70602" y="7779"/>
                    <a:pt x="74952" y="3807"/>
                  </a:cubicBezTo>
                  <a:close/>
                  <a:moveTo>
                    <a:pt x="80921" y="5118"/>
                  </a:moveTo>
                  <a:cubicBezTo>
                    <a:pt x="80988" y="5118"/>
                    <a:pt x="81006" y="5170"/>
                    <a:pt x="80957" y="5288"/>
                  </a:cubicBezTo>
                  <a:cubicBezTo>
                    <a:pt x="79750" y="6512"/>
                    <a:pt x="78564" y="7753"/>
                    <a:pt x="77400" y="9018"/>
                  </a:cubicBezTo>
                  <a:cubicBezTo>
                    <a:pt x="77216" y="9217"/>
                    <a:pt x="77031" y="9422"/>
                    <a:pt x="76849" y="9627"/>
                  </a:cubicBezTo>
                  <a:cubicBezTo>
                    <a:pt x="74583" y="12119"/>
                    <a:pt x="72383" y="14674"/>
                    <a:pt x="70249" y="17289"/>
                  </a:cubicBezTo>
                  <a:cubicBezTo>
                    <a:pt x="70708" y="16671"/>
                    <a:pt x="71165" y="16048"/>
                    <a:pt x="71626" y="15433"/>
                  </a:cubicBezTo>
                  <a:cubicBezTo>
                    <a:pt x="74083" y="12575"/>
                    <a:pt x="76523" y="9702"/>
                    <a:pt x="78783" y="6700"/>
                  </a:cubicBezTo>
                  <a:cubicBezTo>
                    <a:pt x="79527" y="5991"/>
                    <a:pt x="80644" y="5118"/>
                    <a:pt x="80921" y="5118"/>
                  </a:cubicBezTo>
                  <a:close/>
                  <a:moveTo>
                    <a:pt x="73604" y="7774"/>
                  </a:moveTo>
                  <a:cubicBezTo>
                    <a:pt x="71855" y="9974"/>
                    <a:pt x="70125" y="12194"/>
                    <a:pt x="68419" y="14437"/>
                  </a:cubicBezTo>
                  <a:cubicBezTo>
                    <a:pt x="68318" y="14555"/>
                    <a:pt x="68211" y="14676"/>
                    <a:pt x="68110" y="14798"/>
                  </a:cubicBezTo>
                  <a:cubicBezTo>
                    <a:pt x="67342" y="15739"/>
                    <a:pt x="66563" y="16668"/>
                    <a:pt x="65789" y="17604"/>
                  </a:cubicBezTo>
                  <a:lnTo>
                    <a:pt x="65789" y="17601"/>
                  </a:lnTo>
                  <a:cubicBezTo>
                    <a:pt x="66909" y="16080"/>
                    <a:pt x="68026" y="14558"/>
                    <a:pt x="69147" y="13034"/>
                  </a:cubicBezTo>
                  <a:cubicBezTo>
                    <a:pt x="70509" y="11177"/>
                    <a:pt x="72062" y="9477"/>
                    <a:pt x="73604" y="7774"/>
                  </a:cubicBezTo>
                  <a:close/>
                  <a:moveTo>
                    <a:pt x="79265" y="4113"/>
                  </a:moveTo>
                  <a:cubicBezTo>
                    <a:pt x="78957" y="4751"/>
                    <a:pt x="78547" y="5380"/>
                    <a:pt x="78073" y="6004"/>
                  </a:cubicBezTo>
                  <a:cubicBezTo>
                    <a:pt x="76736" y="7346"/>
                    <a:pt x="75437" y="8729"/>
                    <a:pt x="74176" y="10152"/>
                  </a:cubicBezTo>
                  <a:cubicBezTo>
                    <a:pt x="73044" y="11241"/>
                    <a:pt x="71938" y="12295"/>
                    <a:pt x="71069" y="13308"/>
                  </a:cubicBezTo>
                  <a:cubicBezTo>
                    <a:pt x="69695" y="14916"/>
                    <a:pt x="68335" y="16539"/>
                    <a:pt x="66967" y="18152"/>
                  </a:cubicBezTo>
                  <a:cubicBezTo>
                    <a:pt x="69017" y="15343"/>
                    <a:pt x="71162" y="12612"/>
                    <a:pt x="73517" y="10046"/>
                  </a:cubicBezTo>
                  <a:cubicBezTo>
                    <a:pt x="75267" y="8137"/>
                    <a:pt x="78258" y="6180"/>
                    <a:pt x="79265" y="4113"/>
                  </a:cubicBezTo>
                  <a:close/>
                  <a:moveTo>
                    <a:pt x="69187" y="10837"/>
                  </a:moveTo>
                  <a:lnTo>
                    <a:pt x="69187" y="10837"/>
                  </a:lnTo>
                  <a:cubicBezTo>
                    <a:pt x="67723" y="12664"/>
                    <a:pt x="66271" y="14500"/>
                    <a:pt x="64833" y="16348"/>
                  </a:cubicBezTo>
                  <a:lnTo>
                    <a:pt x="63557" y="17792"/>
                  </a:lnTo>
                  <a:cubicBezTo>
                    <a:pt x="61969" y="19602"/>
                    <a:pt x="60419" y="21444"/>
                    <a:pt x="58877" y="23294"/>
                  </a:cubicBezTo>
                  <a:lnTo>
                    <a:pt x="59221" y="22798"/>
                  </a:lnTo>
                  <a:cubicBezTo>
                    <a:pt x="62469" y="18759"/>
                    <a:pt x="65789" y="14772"/>
                    <a:pt x="69187" y="10837"/>
                  </a:cubicBezTo>
                  <a:close/>
                  <a:moveTo>
                    <a:pt x="72978" y="5328"/>
                  </a:moveTo>
                  <a:lnTo>
                    <a:pt x="72978" y="5328"/>
                  </a:lnTo>
                  <a:cubicBezTo>
                    <a:pt x="68462" y="9740"/>
                    <a:pt x="64582" y="14731"/>
                    <a:pt x="60916" y="19890"/>
                  </a:cubicBezTo>
                  <a:cubicBezTo>
                    <a:pt x="59810" y="21215"/>
                    <a:pt x="58719" y="22555"/>
                    <a:pt x="57642" y="23903"/>
                  </a:cubicBezTo>
                  <a:cubicBezTo>
                    <a:pt x="57547" y="24001"/>
                    <a:pt x="57454" y="24103"/>
                    <a:pt x="57359" y="24201"/>
                  </a:cubicBezTo>
                  <a:cubicBezTo>
                    <a:pt x="60047" y="20583"/>
                    <a:pt x="62734" y="16969"/>
                    <a:pt x="65549" y="13447"/>
                  </a:cubicBezTo>
                  <a:cubicBezTo>
                    <a:pt x="67873" y="10773"/>
                    <a:pt x="70203" y="8106"/>
                    <a:pt x="72539" y="5447"/>
                  </a:cubicBezTo>
                  <a:cubicBezTo>
                    <a:pt x="72550" y="5435"/>
                    <a:pt x="72547" y="5424"/>
                    <a:pt x="72553" y="5412"/>
                  </a:cubicBezTo>
                  <a:lnTo>
                    <a:pt x="72550" y="5412"/>
                  </a:lnTo>
                  <a:cubicBezTo>
                    <a:pt x="72698" y="5403"/>
                    <a:pt x="72839" y="5375"/>
                    <a:pt x="72978" y="5328"/>
                  </a:cubicBezTo>
                  <a:close/>
                  <a:moveTo>
                    <a:pt x="61590" y="20516"/>
                  </a:moveTo>
                  <a:lnTo>
                    <a:pt x="61590" y="20516"/>
                  </a:lnTo>
                  <a:cubicBezTo>
                    <a:pt x="59406" y="23329"/>
                    <a:pt x="57213" y="26137"/>
                    <a:pt x="55015" y="28941"/>
                  </a:cubicBezTo>
                  <a:cubicBezTo>
                    <a:pt x="55731" y="27890"/>
                    <a:pt x="56449" y="26839"/>
                    <a:pt x="57165" y="25789"/>
                  </a:cubicBezTo>
                  <a:cubicBezTo>
                    <a:pt x="58618" y="24013"/>
                    <a:pt x="60094" y="22254"/>
                    <a:pt x="61590" y="20516"/>
                  </a:cubicBezTo>
                  <a:close/>
                  <a:moveTo>
                    <a:pt x="79766" y="4813"/>
                  </a:moveTo>
                  <a:lnTo>
                    <a:pt x="79766" y="4813"/>
                  </a:lnTo>
                  <a:cubicBezTo>
                    <a:pt x="79807" y="4813"/>
                    <a:pt x="79597" y="5090"/>
                    <a:pt x="79306" y="5473"/>
                  </a:cubicBezTo>
                  <a:cubicBezTo>
                    <a:pt x="76376" y="7736"/>
                    <a:pt x="73991" y="11584"/>
                    <a:pt x="71921" y="14440"/>
                  </a:cubicBezTo>
                  <a:cubicBezTo>
                    <a:pt x="69811" y="16899"/>
                    <a:pt x="67723" y="19371"/>
                    <a:pt x="65682" y="21894"/>
                  </a:cubicBezTo>
                  <a:cubicBezTo>
                    <a:pt x="63592" y="24481"/>
                    <a:pt x="61467" y="27039"/>
                    <a:pt x="59336" y="29594"/>
                  </a:cubicBezTo>
                  <a:cubicBezTo>
                    <a:pt x="65376" y="21305"/>
                    <a:pt x="71566" y="13086"/>
                    <a:pt x="78648" y="5888"/>
                  </a:cubicBezTo>
                  <a:cubicBezTo>
                    <a:pt x="79414" y="5109"/>
                    <a:pt x="79724" y="4813"/>
                    <a:pt x="79766" y="4813"/>
                  </a:cubicBezTo>
                  <a:close/>
                  <a:moveTo>
                    <a:pt x="70518" y="14454"/>
                  </a:moveTo>
                  <a:cubicBezTo>
                    <a:pt x="66063" y="19925"/>
                    <a:pt x="61949" y="25734"/>
                    <a:pt x="57812" y="31427"/>
                  </a:cubicBezTo>
                  <a:cubicBezTo>
                    <a:pt x="56574" y="32914"/>
                    <a:pt x="55338" y="34400"/>
                    <a:pt x="54111" y="35890"/>
                  </a:cubicBezTo>
                  <a:cubicBezTo>
                    <a:pt x="57619" y="31095"/>
                    <a:pt x="61129" y="26302"/>
                    <a:pt x="64576" y="21464"/>
                  </a:cubicBezTo>
                  <a:cubicBezTo>
                    <a:pt x="64825" y="21172"/>
                    <a:pt x="65067" y="20878"/>
                    <a:pt x="65313" y="20586"/>
                  </a:cubicBezTo>
                  <a:cubicBezTo>
                    <a:pt x="67039" y="18536"/>
                    <a:pt x="68774" y="16492"/>
                    <a:pt x="70518" y="14454"/>
                  </a:cubicBezTo>
                  <a:close/>
                  <a:moveTo>
                    <a:pt x="53207" y="29103"/>
                  </a:moveTo>
                  <a:lnTo>
                    <a:pt x="53207" y="29103"/>
                  </a:lnTo>
                  <a:cubicBezTo>
                    <a:pt x="51192" y="31765"/>
                    <a:pt x="49148" y="34409"/>
                    <a:pt x="47032" y="36984"/>
                  </a:cubicBezTo>
                  <a:cubicBezTo>
                    <a:pt x="46992" y="37033"/>
                    <a:pt x="46951" y="37080"/>
                    <a:pt x="46914" y="37129"/>
                  </a:cubicBezTo>
                  <a:cubicBezTo>
                    <a:pt x="48929" y="34386"/>
                    <a:pt x="51002" y="31687"/>
                    <a:pt x="53207" y="29103"/>
                  </a:cubicBezTo>
                  <a:close/>
                  <a:moveTo>
                    <a:pt x="71606" y="4985"/>
                  </a:moveTo>
                  <a:cubicBezTo>
                    <a:pt x="71777" y="5172"/>
                    <a:pt x="71996" y="5308"/>
                    <a:pt x="72241" y="5375"/>
                  </a:cubicBezTo>
                  <a:cubicBezTo>
                    <a:pt x="69655" y="8085"/>
                    <a:pt x="67224" y="10929"/>
                    <a:pt x="64880" y="13839"/>
                  </a:cubicBezTo>
                  <a:cubicBezTo>
                    <a:pt x="63849" y="15023"/>
                    <a:pt x="62815" y="16204"/>
                    <a:pt x="61790" y="17393"/>
                  </a:cubicBezTo>
                  <a:cubicBezTo>
                    <a:pt x="55573" y="24603"/>
                    <a:pt x="49671" y="32002"/>
                    <a:pt x="43884" y="39511"/>
                  </a:cubicBezTo>
                  <a:lnTo>
                    <a:pt x="43884" y="39511"/>
                  </a:lnTo>
                  <a:cubicBezTo>
                    <a:pt x="44252" y="39024"/>
                    <a:pt x="44619" y="38536"/>
                    <a:pt x="44985" y="38047"/>
                  </a:cubicBezTo>
                  <a:cubicBezTo>
                    <a:pt x="46559" y="35942"/>
                    <a:pt x="48112" y="33806"/>
                    <a:pt x="49671" y="31672"/>
                  </a:cubicBezTo>
                  <a:cubicBezTo>
                    <a:pt x="52815" y="27913"/>
                    <a:pt x="55918" y="24123"/>
                    <a:pt x="58892" y="20225"/>
                  </a:cubicBezTo>
                  <a:cubicBezTo>
                    <a:pt x="59949" y="18837"/>
                    <a:pt x="61011" y="17454"/>
                    <a:pt x="62073" y="16074"/>
                  </a:cubicBezTo>
                  <a:cubicBezTo>
                    <a:pt x="65414" y="12511"/>
                    <a:pt x="68901" y="9116"/>
                    <a:pt x="71606" y="4985"/>
                  </a:cubicBezTo>
                  <a:close/>
                  <a:moveTo>
                    <a:pt x="81546" y="5793"/>
                  </a:moveTo>
                  <a:cubicBezTo>
                    <a:pt x="81546" y="5813"/>
                    <a:pt x="81543" y="5831"/>
                    <a:pt x="81543" y="5848"/>
                  </a:cubicBezTo>
                  <a:cubicBezTo>
                    <a:pt x="80943" y="7020"/>
                    <a:pt x="80192" y="8123"/>
                    <a:pt x="79361" y="9185"/>
                  </a:cubicBezTo>
                  <a:lnTo>
                    <a:pt x="79361" y="9182"/>
                  </a:lnTo>
                  <a:cubicBezTo>
                    <a:pt x="78541" y="10098"/>
                    <a:pt x="77750" y="11039"/>
                    <a:pt x="76979" y="11997"/>
                  </a:cubicBezTo>
                  <a:cubicBezTo>
                    <a:pt x="76243" y="12829"/>
                    <a:pt x="75507" y="13649"/>
                    <a:pt x="74822" y="14466"/>
                  </a:cubicBezTo>
                  <a:cubicBezTo>
                    <a:pt x="70890" y="19174"/>
                    <a:pt x="67588" y="24475"/>
                    <a:pt x="63852" y="29348"/>
                  </a:cubicBezTo>
                  <a:cubicBezTo>
                    <a:pt x="61152" y="32870"/>
                    <a:pt x="58398" y="36355"/>
                    <a:pt x="55653" y="39842"/>
                  </a:cubicBezTo>
                  <a:cubicBezTo>
                    <a:pt x="59720" y="33638"/>
                    <a:pt x="63800" y="27449"/>
                    <a:pt x="68228" y="21550"/>
                  </a:cubicBezTo>
                  <a:cubicBezTo>
                    <a:pt x="71009" y="17849"/>
                    <a:pt x="73864" y="14177"/>
                    <a:pt x="76710" y="10525"/>
                  </a:cubicBezTo>
                  <a:lnTo>
                    <a:pt x="76719" y="10516"/>
                  </a:lnTo>
                  <a:cubicBezTo>
                    <a:pt x="77842" y="9327"/>
                    <a:pt x="79023" y="8207"/>
                    <a:pt x="80068" y="6974"/>
                  </a:cubicBezTo>
                  <a:cubicBezTo>
                    <a:pt x="80542" y="6564"/>
                    <a:pt x="81029" y="6168"/>
                    <a:pt x="81546" y="5793"/>
                  </a:cubicBezTo>
                  <a:close/>
                  <a:moveTo>
                    <a:pt x="55208" y="28167"/>
                  </a:moveTo>
                  <a:lnTo>
                    <a:pt x="55208" y="28167"/>
                  </a:lnTo>
                  <a:cubicBezTo>
                    <a:pt x="54813" y="28751"/>
                    <a:pt x="54417" y="29331"/>
                    <a:pt x="54019" y="29911"/>
                  </a:cubicBezTo>
                  <a:cubicBezTo>
                    <a:pt x="53430" y="30774"/>
                    <a:pt x="52818" y="31623"/>
                    <a:pt x="52214" y="32478"/>
                  </a:cubicBezTo>
                  <a:cubicBezTo>
                    <a:pt x="51311" y="33612"/>
                    <a:pt x="50401" y="34744"/>
                    <a:pt x="49489" y="35876"/>
                  </a:cubicBezTo>
                  <a:cubicBezTo>
                    <a:pt x="48386" y="37233"/>
                    <a:pt x="47280" y="38587"/>
                    <a:pt x="46172" y="39941"/>
                  </a:cubicBezTo>
                  <a:cubicBezTo>
                    <a:pt x="48014" y="37383"/>
                    <a:pt x="49876" y="34857"/>
                    <a:pt x="51761" y="32354"/>
                  </a:cubicBezTo>
                  <a:cubicBezTo>
                    <a:pt x="52919" y="30968"/>
                    <a:pt x="54068" y="29573"/>
                    <a:pt x="55208" y="28167"/>
                  </a:cubicBezTo>
                  <a:close/>
                  <a:moveTo>
                    <a:pt x="53109" y="29827"/>
                  </a:moveTo>
                  <a:lnTo>
                    <a:pt x="53109" y="29827"/>
                  </a:lnTo>
                  <a:cubicBezTo>
                    <a:pt x="52070" y="31236"/>
                    <a:pt x="51036" y="32651"/>
                    <a:pt x="50011" y="34071"/>
                  </a:cubicBezTo>
                  <a:cubicBezTo>
                    <a:pt x="49359" y="34857"/>
                    <a:pt x="48712" y="35648"/>
                    <a:pt x="48051" y="36430"/>
                  </a:cubicBezTo>
                  <a:cubicBezTo>
                    <a:pt x="46709" y="38021"/>
                    <a:pt x="45352" y="39603"/>
                    <a:pt x="43986" y="41176"/>
                  </a:cubicBezTo>
                  <a:cubicBezTo>
                    <a:pt x="44154" y="40937"/>
                    <a:pt x="44324" y="40703"/>
                    <a:pt x="44494" y="40463"/>
                  </a:cubicBezTo>
                  <a:cubicBezTo>
                    <a:pt x="47436" y="36979"/>
                    <a:pt x="50323" y="33445"/>
                    <a:pt x="53109" y="29827"/>
                  </a:cubicBezTo>
                  <a:close/>
                  <a:moveTo>
                    <a:pt x="60344" y="17318"/>
                  </a:moveTo>
                  <a:cubicBezTo>
                    <a:pt x="54911" y="24071"/>
                    <a:pt x="49757" y="31106"/>
                    <a:pt x="44235" y="37680"/>
                  </a:cubicBezTo>
                  <a:cubicBezTo>
                    <a:pt x="42404" y="39854"/>
                    <a:pt x="40626" y="42065"/>
                    <a:pt x="38862" y="44288"/>
                  </a:cubicBezTo>
                  <a:cubicBezTo>
                    <a:pt x="40880" y="41681"/>
                    <a:pt x="42904" y="39083"/>
                    <a:pt x="44968" y="36545"/>
                  </a:cubicBezTo>
                  <a:cubicBezTo>
                    <a:pt x="49599" y="30849"/>
                    <a:pt x="53817" y="24784"/>
                    <a:pt x="58632" y="19244"/>
                  </a:cubicBezTo>
                  <a:cubicBezTo>
                    <a:pt x="59198" y="18594"/>
                    <a:pt x="59767" y="17953"/>
                    <a:pt x="60344" y="17318"/>
                  </a:cubicBezTo>
                  <a:close/>
                  <a:moveTo>
                    <a:pt x="58288" y="27177"/>
                  </a:moveTo>
                  <a:lnTo>
                    <a:pt x="58288" y="27177"/>
                  </a:lnTo>
                  <a:cubicBezTo>
                    <a:pt x="53603" y="33376"/>
                    <a:pt x="48808" y="39484"/>
                    <a:pt x="43954" y="45550"/>
                  </a:cubicBezTo>
                  <a:cubicBezTo>
                    <a:pt x="45632" y="43177"/>
                    <a:pt x="47309" y="40801"/>
                    <a:pt x="49027" y="38460"/>
                  </a:cubicBezTo>
                  <a:cubicBezTo>
                    <a:pt x="51905" y="34533"/>
                    <a:pt x="55104" y="30861"/>
                    <a:pt x="58288" y="27177"/>
                  </a:cubicBezTo>
                  <a:close/>
                  <a:moveTo>
                    <a:pt x="42979" y="42259"/>
                  </a:moveTo>
                  <a:lnTo>
                    <a:pt x="42979" y="42259"/>
                  </a:lnTo>
                  <a:cubicBezTo>
                    <a:pt x="42878" y="42403"/>
                    <a:pt x="42774" y="42548"/>
                    <a:pt x="42673" y="42689"/>
                  </a:cubicBezTo>
                  <a:cubicBezTo>
                    <a:pt x="41448" y="44093"/>
                    <a:pt x="40223" y="45497"/>
                    <a:pt x="38997" y="46901"/>
                  </a:cubicBezTo>
                  <a:lnTo>
                    <a:pt x="38997" y="46901"/>
                  </a:lnTo>
                  <a:cubicBezTo>
                    <a:pt x="40329" y="45358"/>
                    <a:pt x="41655" y="43809"/>
                    <a:pt x="42979" y="42259"/>
                  </a:cubicBezTo>
                  <a:close/>
                  <a:moveTo>
                    <a:pt x="49425" y="36358"/>
                  </a:moveTo>
                  <a:lnTo>
                    <a:pt x="49425" y="36358"/>
                  </a:lnTo>
                  <a:cubicBezTo>
                    <a:pt x="46616" y="40189"/>
                    <a:pt x="43726" y="43954"/>
                    <a:pt x="40793" y="47684"/>
                  </a:cubicBezTo>
                  <a:cubicBezTo>
                    <a:pt x="41841" y="46122"/>
                    <a:pt x="42886" y="44580"/>
                    <a:pt x="43934" y="43076"/>
                  </a:cubicBezTo>
                  <a:cubicBezTo>
                    <a:pt x="45127" y="41627"/>
                    <a:pt x="46319" y="40177"/>
                    <a:pt x="47511" y="38728"/>
                  </a:cubicBezTo>
                  <a:lnTo>
                    <a:pt x="47511" y="38731"/>
                  </a:lnTo>
                  <a:cubicBezTo>
                    <a:pt x="48155" y="37943"/>
                    <a:pt x="48787" y="37149"/>
                    <a:pt x="49425" y="36358"/>
                  </a:cubicBezTo>
                  <a:close/>
                  <a:moveTo>
                    <a:pt x="61496" y="18132"/>
                  </a:moveTo>
                  <a:cubicBezTo>
                    <a:pt x="59388" y="20869"/>
                    <a:pt x="57316" y="23638"/>
                    <a:pt x="55240" y="26403"/>
                  </a:cubicBezTo>
                  <a:cubicBezTo>
                    <a:pt x="51492" y="30494"/>
                    <a:pt x="48198" y="34952"/>
                    <a:pt x="44971" y="39464"/>
                  </a:cubicBezTo>
                  <a:cubicBezTo>
                    <a:pt x="42499" y="42426"/>
                    <a:pt x="39999" y="45365"/>
                    <a:pt x="37476" y="48284"/>
                  </a:cubicBezTo>
                  <a:cubicBezTo>
                    <a:pt x="39223" y="45911"/>
                    <a:pt x="40969" y="43541"/>
                    <a:pt x="42736" y="41185"/>
                  </a:cubicBezTo>
                  <a:lnTo>
                    <a:pt x="42736" y="41188"/>
                  </a:lnTo>
                  <a:cubicBezTo>
                    <a:pt x="48689" y="33263"/>
                    <a:pt x="55029" y="25644"/>
                    <a:pt x="61496" y="18132"/>
                  </a:cubicBezTo>
                  <a:close/>
                  <a:moveTo>
                    <a:pt x="77392" y="14474"/>
                  </a:moveTo>
                  <a:lnTo>
                    <a:pt x="77392" y="14474"/>
                  </a:lnTo>
                  <a:cubicBezTo>
                    <a:pt x="68751" y="25878"/>
                    <a:pt x="60497" y="37625"/>
                    <a:pt x="52018" y="49121"/>
                  </a:cubicBezTo>
                  <a:lnTo>
                    <a:pt x="52015" y="49124"/>
                  </a:lnTo>
                  <a:cubicBezTo>
                    <a:pt x="51827" y="49378"/>
                    <a:pt x="51643" y="49635"/>
                    <a:pt x="51455" y="49892"/>
                  </a:cubicBezTo>
                  <a:cubicBezTo>
                    <a:pt x="52263" y="48680"/>
                    <a:pt x="53080" y="47473"/>
                    <a:pt x="53915" y="46278"/>
                  </a:cubicBezTo>
                  <a:cubicBezTo>
                    <a:pt x="59010" y="38988"/>
                    <a:pt x="64573" y="32030"/>
                    <a:pt x="69611" y="24706"/>
                  </a:cubicBezTo>
                  <a:cubicBezTo>
                    <a:pt x="72010" y="21218"/>
                    <a:pt x="74750" y="17872"/>
                    <a:pt x="77392" y="14474"/>
                  </a:cubicBezTo>
                  <a:close/>
                  <a:moveTo>
                    <a:pt x="46264" y="33283"/>
                  </a:moveTo>
                  <a:lnTo>
                    <a:pt x="46019" y="33647"/>
                  </a:lnTo>
                  <a:cubicBezTo>
                    <a:pt x="42777" y="38410"/>
                    <a:pt x="38847" y="42868"/>
                    <a:pt x="35135" y="47271"/>
                  </a:cubicBezTo>
                  <a:cubicBezTo>
                    <a:pt x="34266" y="48301"/>
                    <a:pt x="33400" y="49335"/>
                    <a:pt x="32536" y="50368"/>
                  </a:cubicBezTo>
                  <a:cubicBezTo>
                    <a:pt x="34742" y="47404"/>
                    <a:pt x="36959" y="44447"/>
                    <a:pt x="39275" y="41557"/>
                  </a:cubicBezTo>
                  <a:lnTo>
                    <a:pt x="39278" y="41557"/>
                  </a:lnTo>
                  <a:cubicBezTo>
                    <a:pt x="41527" y="38748"/>
                    <a:pt x="43882" y="36006"/>
                    <a:pt x="46264" y="33283"/>
                  </a:cubicBezTo>
                  <a:close/>
                  <a:moveTo>
                    <a:pt x="61115" y="25592"/>
                  </a:moveTo>
                  <a:lnTo>
                    <a:pt x="61115" y="25592"/>
                  </a:lnTo>
                  <a:cubicBezTo>
                    <a:pt x="58314" y="29455"/>
                    <a:pt x="55514" y="33315"/>
                    <a:pt x="52711" y="37175"/>
                  </a:cubicBezTo>
                  <a:cubicBezTo>
                    <a:pt x="49267" y="41915"/>
                    <a:pt x="45606" y="46491"/>
                    <a:pt x="41910" y="51044"/>
                  </a:cubicBezTo>
                  <a:cubicBezTo>
                    <a:pt x="44171" y="47721"/>
                    <a:pt x="46394" y="44366"/>
                    <a:pt x="48773" y="41144"/>
                  </a:cubicBezTo>
                  <a:cubicBezTo>
                    <a:pt x="52705" y="35821"/>
                    <a:pt x="56877" y="30676"/>
                    <a:pt x="61115" y="25592"/>
                  </a:cubicBezTo>
                  <a:close/>
                  <a:moveTo>
                    <a:pt x="77715" y="1613"/>
                  </a:moveTo>
                  <a:cubicBezTo>
                    <a:pt x="77857" y="1662"/>
                    <a:pt x="77998" y="1702"/>
                    <a:pt x="78154" y="1763"/>
                  </a:cubicBezTo>
                  <a:cubicBezTo>
                    <a:pt x="75761" y="5245"/>
                    <a:pt x="72559" y="8048"/>
                    <a:pt x="69972" y="11382"/>
                  </a:cubicBezTo>
                  <a:cubicBezTo>
                    <a:pt x="67368" y="14737"/>
                    <a:pt x="64937" y="18242"/>
                    <a:pt x="62414" y="21660"/>
                  </a:cubicBezTo>
                  <a:cubicBezTo>
                    <a:pt x="62414" y="21663"/>
                    <a:pt x="62414" y="21663"/>
                    <a:pt x="62411" y="21663"/>
                  </a:cubicBezTo>
                  <a:cubicBezTo>
                    <a:pt x="58563" y="26259"/>
                    <a:pt x="54691" y="30838"/>
                    <a:pt x="50935" y="35503"/>
                  </a:cubicBezTo>
                  <a:cubicBezTo>
                    <a:pt x="47191" y="40154"/>
                    <a:pt x="43813" y="45094"/>
                    <a:pt x="40366" y="49979"/>
                  </a:cubicBezTo>
                  <a:cubicBezTo>
                    <a:pt x="39125" y="51113"/>
                    <a:pt x="37952" y="52306"/>
                    <a:pt x="36832" y="53547"/>
                  </a:cubicBezTo>
                  <a:cubicBezTo>
                    <a:pt x="37436" y="52667"/>
                    <a:pt x="38036" y="51786"/>
                    <a:pt x="38631" y="50905"/>
                  </a:cubicBezTo>
                  <a:cubicBezTo>
                    <a:pt x="42771" y="45700"/>
                    <a:pt x="46873" y="40469"/>
                    <a:pt x="50753" y="35062"/>
                  </a:cubicBezTo>
                  <a:cubicBezTo>
                    <a:pt x="51481" y="34048"/>
                    <a:pt x="52200" y="33026"/>
                    <a:pt x="52910" y="31996"/>
                  </a:cubicBezTo>
                  <a:cubicBezTo>
                    <a:pt x="56764" y="27114"/>
                    <a:pt x="60561" y="22180"/>
                    <a:pt x="64400" y="17283"/>
                  </a:cubicBezTo>
                  <a:cubicBezTo>
                    <a:pt x="68910" y="12121"/>
                    <a:pt x="73471" y="7000"/>
                    <a:pt x="77715" y="1613"/>
                  </a:cubicBezTo>
                  <a:close/>
                  <a:moveTo>
                    <a:pt x="39950" y="44653"/>
                  </a:moveTo>
                  <a:cubicBezTo>
                    <a:pt x="38376" y="46723"/>
                    <a:pt x="36807" y="48800"/>
                    <a:pt x="35239" y="50882"/>
                  </a:cubicBezTo>
                  <a:cubicBezTo>
                    <a:pt x="34453" y="51791"/>
                    <a:pt x="33669" y="52699"/>
                    <a:pt x="32886" y="53608"/>
                  </a:cubicBezTo>
                  <a:lnTo>
                    <a:pt x="32886" y="53608"/>
                  </a:lnTo>
                  <a:cubicBezTo>
                    <a:pt x="35261" y="50641"/>
                    <a:pt x="37619" y="47661"/>
                    <a:pt x="39950" y="44653"/>
                  </a:cubicBezTo>
                  <a:close/>
                  <a:moveTo>
                    <a:pt x="52411" y="41124"/>
                  </a:moveTo>
                  <a:lnTo>
                    <a:pt x="52411" y="41124"/>
                  </a:lnTo>
                  <a:cubicBezTo>
                    <a:pt x="48406" y="46630"/>
                    <a:pt x="44359" y="52109"/>
                    <a:pt x="40268" y="57569"/>
                  </a:cubicBezTo>
                  <a:cubicBezTo>
                    <a:pt x="44113" y="51945"/>
                    <a:pt x="48204" y="46509"/>
                    <a:pt x="52411" y="41124"/>
                  </a:cubicBezTo>
                  <a:close/>
                  <a:moveTo>
                    <a:pt x="78437" y="1893"/>
                  </a:moveTo>
                  <a:cubicBezTo>
                    <a:pt x="78662" y="1988"/>
                    <a:pt x="78881" y="2080"/>
                    <a:pt x="79124" y="2202"/>
                  </a:cubicBezTo>
                  <a:cubicBezTo>
                    <a:pt x="79242" y="2545"/>
                    <a:pt x="79436" y="2863"/>
                    <a:pt x="79687" y="3128"/>
                  </a:cubicBezTo>
                  <a:cubicBezTo>
                    <a:pt x="77542" y="6073"/>
                    <a:pt x="74655" y="8273"/>
                    <a:pt x="72204" y="10944"/>
                  </a:cubicBezTo>
                  <a:cubicBezTo>
                    <a:pt x="70053" y="13288"/>
                    <a:pt x="68165" y="15883"/>
                    <a:pt x="66294" y="18450"/>
                  </a:cubicBezTo>
                  <a:cubicBezTo>
                    <a:pt x="65460" y="19599"/>
                    <a:pt x="64623" y="20751"/>
                    <a:pt x="63791" y="21903"/>
                  </a:cubicBezTo>
                  <a:cubicBezTo>
                    <a:pt x="63471" y="22284"/>
                    <a:pt x="63147" y="22659"/>
                    <a:pt x="62827" y="23040"/>
                  </a:cubicBezTo>
                  <a:cubicBezTo>
                    <a:pt x="57905" y="28904"/>
                    <a:pt x="53083" y="34854"/>
                    <a:pt x="48490" y="40980"/>
                  </a:cubicBezTo>
                  <a:cubicBezTo>
                    <a:pt x="44988" y="45654"/>
                    <a:pt x="41809" y="50576"/>
                    <a:pt x="38417" y="55334"/>
                  </a:cubicBezTo>
                  <a:cubicBezTo>
                    <a:pt x="37525" y="56431"/>
                    <a:pt x="36636" y="57528"/>
                    <a:pt x="35750" y="58625"/>
                  </a:cubicBezTo>
                  <a:cubicBezTo>
                    <a:pt x="40634" y="51826"/>
                    <a:pt x="45326" y="44898"/>
                    <a:pt x="50378" y="38220"/>
                  </a:cubicBezTo>
                  <a:cubicBezTo>
                    <a:pt x="56421" y="30237"/>
                    <a:pt x="62856" y="22567"/>
                    <a:pt x="68950" y="14627"/>
                  </a:cubicBezTo>
                  <a:cubicBezTo>
                    <a:pt x="69288" y="14189"/>
                    <a:pt x="69640" y="13747"/>
                    <a:pt x="70001" y="13302"/>
                  </a:cubicBezTo>
                  <a:cubicBezTo>
                    <a:pt x="73047" y="9898"/>
                    <a:pt x="76113" y="6451"/>
                    <a:pt x="78255" y="2597"/>
                  </a:cubicBezTo>
                  <a:cubicBezTo>
                    <a:pt x="78319" y="2482"/>
                    <a:pt x="78215" y="2352"/>
                    <a:pt x="78108" y="2352"/>
                  </a:cubicBezTo>
                  <a:cubicBezTo>
                    <a:pt x="78215" y="2196"/>
                    <a:pt x="78333" y="2049"/>
                    <a:pt x="78437" y="1893"/>
                  </a:cubicBezTo>
                  <a:close/>
                  <a:moveTo>
                    <a:pt x="50032" y="47655"/>
                  </a:moveTo>
                  <a:lnTo>
                    <a:pt x="50032" y="47655"/>
                  </a:lnTo>
                  <a:cubicBezTo>
                    <a:pt x="46224" y="53218"/>
                    <a:pt x="42309" y="58761"/>
                    <a:pt x="38166" y="64010"/>
                  </a:cubicBezTo>
                  <a:lnTo>
                    <a:pt x="38166" y="64007"/>
                  </a:lnTo>
                  <a:cubicBezTo>
                    <a:pt x="41983" y="58452"/>
                    <a:pt x="45938" y="53004"/>
                    <a:pt x="50032" y="47655"/>
                  </a:cubicBezTo>
                  <a:close/>
                  <a:moveTo>
                    <a:pt x="39073" y="51699"/>
                  </a:moveTo>
                  <a:lnTo>
                    <a:pt x="39073" y="51699"/>
                  </a:lnTo>
                  <a:cubicBezTo>
                    <a:pt x="35464" y="56249"/>
                    <a:pt x="31887" y="60825"/>
                    <a:pt x="28382" y="65453"/>
                  </a:cubicBezTo>
                  <a:cubicBezTo>
                    <a:pt x="29251" y="64099"/>
                    <a:pt x="30126" y="62754"/>
                    <a:pt x="31006" y="61411"/>
                  </a:cubicBezTo>
                  <a:lnTo>
                    <a:pt x="31006" y="61417"/>
                  </a:lnTo>
                  <a:cubicBezTo>
                    <a:pt x="32409" y="59691"/>
                    <a:pt x="33752" y="57898"/>
                    <a:pt x="35057" y="56073"/>
                  </a:cubicBezTo>
                  <a:cubicBezTo>
                    <a:pt x="36333" y="54563"/>
                    <a:pt x="37684" y="53114"/>
                    <a:pt x="39073" y="51699"/>
                  </a:cubicBezTo>
                  <a:close/>
                  <a:moveTo>
                    <a:pt x="47306" y="48682"/>
                  </a:moveTo>
                  <a:lnTo>
                    <a:pt x="47306" y="48682"/>
                  </a:lnTo>
                  <a:cubicBezTo>
                    <a:pt x="44520" y="52756"/>
                    <a:pt x="41749" y="56835"/>
                    <a:pt x="38899" y="60863"/>
                  </a:cubicBezTo>
                  <a:cubicBezTo>
                    <a:pt x="37534" y="62788"/>
                    <a:pt x="36056" y="64622"/>
                    <a:pt x="34546" y="66426"/>
                  </a:cubicBezTo>
                  <a:cubicBezTo>
                    <a:pt x="35204" y="65338"/>
                    <a:pt x="35854" y="64269"/>
                    <a:pt x="36512" y="63239"/>
                  </a:cubicBezTo>
                  <a:cubicBezTo>
                    <a:pt x="37343" y="61934"/>
                    <a:pt x="38212" y="60658"/>
                    <a:pt x="39070" y="59376"/>
                  </a:cubicBezTo>
                  <a:cubicBezTo>
                    <a:pt x="41322" y="56483"/>
                    <a:pt x="43576" y="53593"/>
                    <a:pt x="45799" y="50683"/>
                  </a:cubicBezTo>
                  <a:cubicBezTo>
                    <a:pt x="46307" y="50019"/>
                    <a:pt x="46804" y="49349"/>
                    <a:pt x="47306" y="48682"/>
                  </a:cubicBezTo>
                  <a:close/>
                  <a:moveTo>
                    <a:pt x="41148" y="46477"/>
                  </a:moveTo>
                  <a:lnTo>
                    <a:pt x="41148" y="46477"/>
                  </a:lnTo>
                  <a:cubicBezTo>
                    <a:pt x="40161" y="47874"/>
                    <a:pt x="39171" y="49266"/>
                    <a:pt x="38175" y="50657"/>
                  </a:cubicBezTo>
                  <a:cubicBezTo>
                    <a:pt x="36275" y="52929"/>
                    <a:pt x="34500" y="55302"/>
                    <a:pt x="32816" y="57745"/>
                  </a:cubicBezTo>
                  <a:cubicBezTo>
                    <a:pt x="30735" y="60366"/>
                    <a:pt x="28656" y="62996"/>
                    <a:pt x="26606" y="65652"/>
                  </a:cubicBezTo>
                  <a:lnTo>
                    <a:pt x="26606" y="65655"/>
                  </a:lnTo>
                  <a:cubicBezTo>
                    <a:pt x="26318" y="66030"/>
                    <a:pt x="26038" y="66414"/>
                    <a:pt x="25749" y="66793"/>
                  </a:cubicBezTo>
                  <a:cubicBezTo>
                    <a:pt x="25660" y="66885"/>
                    <a:pt x="25573" y="66977"/>
                    <a:pt x="25483" y="67067"/>
                  </a:cubicBezTo>
                  <a:cubicBezTo>
                    <a:pt x="27680" y="63790"/>
                    <a:pt x="30036" y="60617"/>
                    <a:pt x="32418" y="57473"/>
                  </a:cubicBezTo>
                  <a:cubicBezTo>
                    <a:pt x="35247" y="53743"/>
                    <a:pt x="38183" y="50100"/>
                    <a:pt x="41148" y="46477"/>
                  </a:cubicBezTo>
                  <a:close/>
                  <a:moveTo>
                    <a:pt x="25481" y="58934"/>
                  </a:moveTo>
                  <a:lnTo>
                    <a:pt x="25481" y="58934"/>
                  </a:lnTo>
                  <a:cubicBezTo>
                    <a:pt x="23200" y="61645"/>
                    <a:pt x="20850" y="64304"/>
                    <a:pt x="18713" y="67113"/>
                  </a:cubicBezTo>
                  <a:cubicBezTo>
                    <a:pt x="20593" y="64116"/>
                    <a:pt x="23076" y="61541"/>
                    <a:pt x="25481" y="58934"/>
                  </a:cubicBezTo>
                  <a:close/>
                  <a:moveTo>
                    <a:pt x="53011" y="25630"/>
                  </a:moveTo>
                  <a:lnTo>
                    <a:pt x="53011" y="25630"/>
                  </a:lnTo>
                  <a:cubicBezTo>
                    <a:pt x="50967" y="28300"/>
                    <a:pt x="48969" y="31008"/>
                    <a:pt x="46893" y="33638"/>
                  </a:cubicBezTo>
                  <a:cubicBezTo>
                    <a:pt x="39119" y="43471"/>
                    <a:pt x="31558" y="53703"/>
                    <a:pt x="23188" y="63028"/>
                  </a:cubicBezTo>
                  <a:cubicBezTo>
                    <a:pt x="22467" y="63822"/>
                    <a:pt x="21730" y="64604"/>
                    <a:pt x="20980" y="65378"/>
                  </a:cubicBezTo>
                  <a:cubicBezTo>
                    <a:pt x="20710" y="65658"/>
                    <a:pt x="18829" y="67682"/>
                    <a:pt x="18705" y="67682"/>
                  </a:cubicBezTo>
                  <a:cubicBezTo>
                    <a:pt x="18654" y="67682"/>
                    <a:pt x="18902" y="67337"/>
                    <a:pt x="19686" y="66383"/>
                  </a:cubicBezTo>
                  <a:cubicBezTo>
                    <a:pt x="21840" y="63767"/>
                    <a:pt x="24190" y="61365"/>
                    <a:pt x="26274" y="58677"/>
                  </a:cubicBezTo>
                  <a:cubicBezTo>
                    <a:pt x="27568" y="57009"/>
                    <a:pt x="28838" y="55323"/>
                    <a:pt x="30103" y="53631"/>
                  </a:cubicBezTo>
                  <a:cubicBezTo>
                    <a:pt x="32230" y="51119"/>
                    <a:pt x="34338" y="48590"/>
                    <a:pt x="36460" y="46073"/>
                  </a:cubicBezTo>
                  <a:cubicBezTo>
                    <a:pt x="39159" y="42871"/>
                    <a:pt x="41841" y="39603"/>
                    <a:pt x="44382" y="36277"/>
                  </a:cubicBezTo>
                  <a:cubicBezTo>
                    <a:pt x="45513" y="34793"/>
                    <a:pt x="46553" y="33246"/>
                    <a:pt x="47630" y="31733"/>
                  </a:cubicBezTo>
                  <a:cubicBezTo>
                    <a:pt x="49425" y="29698"/>
                    <a:pt x="51227" y="27668"/>
                    <a:pt x="53011" y="25630"/>
                  </a:cubicBezTo>
                  <a:close/>
                  <a:moveTo>
                    <a:pt x="31321" y="56174"/>
                  </a:moveTo>
                  <a:cubicBezTo>
                    <a:pt x="28431" y="60103"/>
                    <a:pt x="25521" y="64044"/>
                    <a:pt x="22337" y="67702"/>
                  </a:cubicBezTo>
                  <a:lnTo>
                    <a:pt x="22337" y="67705"/>
                  </a:lnTo>
                  <a:cubicBezTo>
                    <a:pt x="21742" y="68387"/>
                    <a:pt x="21462" y="68656"/>
                    <a:pt x="21392" y="68656"/>
                  </a:cubicBezTo>
                  <a:cubicBezTo>
                    <a:pt x="21150" y="68656"/>
                    <a:pt x="23384" y="65480"/>
                    <a:pt x="23867" y="64916"/>
                  </a:cubicBezTo>
                  <a:cubicBezTo>
                    <a:pt x="24848" y="63767"/>
                    <a:pt x="25853" y="62644"/>
                    <a:pt x="26829" y="61492"/>
                  </a:cubicBezTo>
                  <a:cubicBezTo>
                    <a:pt x="28330" y="59725"/>
                    <a:pt x="29828" y="57950"/>
                    <a:pt x="31321" y="56174"/>
                  </a:cubicBezTo>
                  <a:close/>
                  <a:moveTo>
                    <a:pt x="62989" y="31020"/>
                  </a:moveTo>
                  <a:lnTo>
                    <a:pt x="62989" y="31020"/>
                  </a:lnTo>
                  <a:cubicBezTo>
                    <a:pt x="61744" y="32700"/>
                    <a:pt x="60497" y="34374"/>
                    <a:pt x="59247" y="36046"/>
                  </a:cubicBezTo>
                  <a:cubicBezTo>
                    <a:pt x="53424" y="43772"/>
                    <a:pt x="48071" y="51806"/>
                    <a:pt x="42390" y="59624"/>
                  </a:cubicBezTo>
                  <a:cubicBezTo>
                    <a:pt x="39812" y="63172"/>
                    <a:pt x="37005" y="66530"/>
                    <a:pt x="34271" y="69937"/>
                  </a:cubicBezTo>
                  <a:cubicBezTo>
                    <a:pt x="34860" y="68964"/>
                    <a:pt x="35444" y="68017"/>
                    <a:pt x="36038" y="67116"/>
                  </a:cubicBezTo>
                  <a:lnTo>
                    <a:pt x="36038" y="67113"/>
                  </a:lnTo>
                  <a:cubicBezTo>
                    <a:pt x="42450" y="59679"/>
                    <a:pt x="47970" y="51526"/>
                    <a:pt x="53383" y="43298"/>
                  </a:cubicBezTo>
                  <a:cubicBezTo>
                    <a:pt x="53418" y="43252"/>
                    <a:pt x="53453" y="43209"/>
                    <a:pt x="53487" y="43163"/>
                  </a:cubicBezTo>
                  <a:cubicBezTo>
                    <a:pt x="56649" y="39109"/>
                    <a:pt x="59839" y="35079"/>
                    <a:pt x="62989" y="31020"/>
                  </a:cubicBezTo>
                  <a:close/>
                  <a:moveTo>
                    <a:pt x="48178" y="36597"/>
                  </a:moveTo>
                  <a:lnTo>
                    <a:pt x="48178" y="36597"/>
                  </a:lnTo>
                  <a:cubicBezTo>
                    <a:pt x="46521" y="38901"/>
                    <a:pt x="44875" y="41211"/>
                    <a:pt x="43239" y="43529"/>
                  </a:cubicBezTo>
                  <a:cubicBezTo>
                    <a:pt x="36760" y="51442"/>
                    <a:pt x="30354" y="59402"/>
                    <a:pt x="24640" y="67890"/>
                  </a:cubicBezTo>
                  <a:cubicBezTo>
                    <a:pt x="24236" y="68265"/>
                    <a:pt x="23829" y="68646"/>
                    <a:pt x="23416" y="69019"/>
                  </a:cubicBezTo>
                  <a:lnTo>
                    <a:pt x="23416" y="69021"/>
                  </a:lnTo>
                  <a:cubicBezTo>
                    <a:pt x="22674" y="69691"/>
                    <a:pt x="22299" y="69956"/>
                    <a:pt x="22169" y="69956"/>
                  </a:cubicBezTo>
                  <a:cubicBezTo>
                    <a:pt x="21681" y="69956"/>
                    <a:pt x="24629" y="66248"/>
                    <a:pt x="24617" y="66248"/>
                  </a:cubicBezTo>
                  <a:lnTo>
                    <a:pt x="24617" y="66248"/>
                  </a:lnTo>
                  <a:cubicBezTo>
                    <a:pt x="24616" y="66248"/>
                    <a:pt x="24602" y="66264"/>
                    <a:pt x="24574" y="66298"/>
                  </a:cubicBezTo>
                  <a:lnTo>
                    <a:pt x="24574" y="66298"/>
                  </a:lnTo>
                  <a:cubicBezTo>
                    <a:pt x="28341" y="61744"/>
                    <a:pt x="32084" y="57201"/>
                    <a:pt x="35706" y="52525"/>
                  </a:cubicBezTo>
                  <a:cubicBezTo>
                    <a:pt x="38140" y="49387"/>
                    <a:pt x="40450" y="46142"/>
                    <a:pt x="42762" y="42894"/>
                  </a:cubicBezTo>
                  <a:cubicBezTo>
                    <a:pt x="44575" y="40804"/>
                    <a:pt x="46382" y="38705"/>
                    <a:pt x="48178" y="36597"/>
                  </a:cubicBezTo>
                  <a:close/>
                  <a:moveTo>
                    <a:pt x="80657" y="8715"/>
                  </a:moveTo>
                  <a:cubicBezTo>
                    <a:pt x="79750" y="9968"/>
                    <a:pt x="78818" y="11359"/>
                    <a:pt x="78033" y="12381"/>
                  </a:cubicBezTo>
                  <a:cubicBezTo>
                    <a:pt x="70671" y="21946"/>
                    <a:pt x="63794" y="31946"/>
                    <a:pt x="56709" y="41722"/>
                  </a:cubicBezTo>
                  <a:cubicBezTo>
                    <a:pt x="53776" y="45769"/>
                    <a:pt x="51045" y="49921"/>
                    <a:pt x="48398" y="54116"/>
                  </a:cubicBezTo>
                  <a:cubicBezTo>
                    <a:pt x="43747" y="60620"/>
                    <a:pt x="39217" y="67203"/>
                    <a:pt x="34312" y="73531"/>
                  </a:cubicBezTo>
                  <a:cubicBezTo>
                    <a:pt x="34043" y="73877"/>
                    <a:pt x="33714" y="74250"/>
                    <a:pt x="33342" y="74642"/>
                  </a:cubicBezTo>
                  <a:cubicBezTo>
                    <a:pt x="37291" y="69688"/>
                    <a:pt x="40750" y="64241"/>
                    <a:pt x="44318" y="59206"/>
                  </a:cubicBezTo>
                  <a:lnTo>
                    <a:pt x="44318" y="59208"/>
                  </a:lnTo>
                  <a:cubicBezTo>
                    <a:pt x="51640" y="48870"/>
                    <a:pt x="58684" y="38335"/>
                    <a:pt x="65907" y="27928"/>
                  </a:cubicBezTo>
                  <a:cubicBezTo>
                    <a:pt x="66488" y="27091"/>
                    <a:pt x="67071" y="26253"/>
                    <a:pt x="67654" y="25419"/>
                  </a:cubicBezTo>
                  <a:cubicBezTo>
                    <a:pt x="68416" y="24409"/>
                    <a:pt x="69175" y="23398"/>
                    <a:pt x="69935" y="22391"/>
                  </a:cubicBezTo>
                  <a:cubicBezTo>
                    <a:pt x="72660" y="18764"/>
                    <a:pt x="75380" y="15141"/>
                    <a:pt x="78241" y="11619"/>
                  </a:cubicBezTo>
                  <a:cubicBezTo>
                    <a:pt x="79060" y="10612"/>
                    <a:pt x="79901" y="9688"/>
                    <a:pt x="80657" y="8715"/>
                  </a:cubicBezTo>
                  <a:close/>
                  <a:moveTo>
                    <a:pt x="68685" y="20396"/>
                  </a:moveTo>
                  <a:lnTo>
                    <a:pt x="68685" y="20396"/>
                  </a:lnTo>
                  <a:cubicBezTo>
                    <a:pt x="63580" y="27212"/>
                    <a:pt x="59062" y="34351"/>
                    <a:pt x="54284" y="41404"/>
                  </a:cubicBezTo>
                  <a:cubicBezTo>
                    <a:pt x="53990" y="41840"/>
                    <a:pt x="53692" y="42279"/>
                    <a:pt x="53395" y="42715"/>
                  </a:cubicBezTo>
                  <a:cubicBezTo>
                    <a:pt x="52269" y="44156"/>
                    <a:pt x="51146" y="45599"/>
                    <a:pt x="50029" y="47046"/>
                  </a:cubicBezTo>
                  <a:cubicBezTo>
                    <a:pt x="45008" y="53561"/>
                    <a:pt x="40253" y="60265"/>
                    <a:pt x="35651" y="67076"/>
                  </a:cubicBezTo>
                  <a:cubicBezTo>
                    <a:pt x="33428" y="69662"/>
                    <a:pt x="31116" y="72160"/>
                    <a:pt x="29072" y="74850"/>
                  </a:cubicBezTo>
                  <a:cubicBezTo>
                    <a:pt x="30666" y="72725"/>
                    <a:pt x="32106" y="70430"/>
                    <a:pt x="33492" y="68155"/>
                  </a:cubicBezTo>
                  <a:lnTo>
                    <a:pt x="33492" y="68158"/>
                  </a:lnTo>
                  <a:cubicBezTo>
                    <a:pt x="34797" y="66657"/>
                    <a:pt x="36090" y="65153"/>
                    <a:pt x="37303" y="63579"/>
                  </a:cubicBezTo>
                  <a:cubicBezTo>
                    <a:pt x="45288" y="53209"/>
                    <a:pt x="52359" y="42109"/>
                    <a:pt x="59995" y="31459"/>
                  </a:cubicBezTo>
                  <a:cubicBezTo>
                    <a:pt x="62752" y="27951"/>
                    <a:pt x="65509" y="24440"/>
                    <a:pt x="68263" y="20930"/>
                  </a:cubicBezTo>
                  <a:cubicBezTo>
                    <a:pt x="68402" y="20751"/>
                    <a:pt x="68543" y="20575"/>
                    <a:pt x="68685" y="20396"/>
                  </a:cubicBezTo>
                  <a:close/>
                  <a:moveTo>
                    <a:pt x="54498" y="35931"/>
                  </a:moveTo>
                  <a:lnTo>
                    <a:pt x="54498" y="35931"/>
                  </a:lnTo>
                  <a:cubicBezTo>
                    <a:pt x="53949" y="36664"/>
                    <a:pt x="53398" y="37394"/>
                    <a:pt x="52846" y="38119"/>
                  </a:cubicBezTo>
                  <a:cubicBezTo>
                    <a:pt x="47944" y="44528"/>
                    <a:pt x="42800" y="50778"/>
                    <a:pt x="38123" y="57355"/>
                  </a:cubicBezTo>
                  <a:cubicBezTo>
                    <a:pt x="33729" y="63530"/>
                    <a:pt x="29722" y="69957"/>
                    <a:pt x="24531" y="75509"/>
                  </a:cubicBezTo>
                  <a:cubicBezTo>
                    <a:pt x="25065" y="74717"/>
                    <a:pt x="25639" y="73955"/>
                    <a:pt x="26191" y="73199"/>
                  </a:cubicBezTo>
                  <a:cubicBezTo>
                    <a:pt x="28370" y="70217"/>
                    <a:pt x="30527" y="67223"/>
                    <a:pt x="32692" y="64226"/>
                  </a:cubicBezTo>
                  <a:cubicBezTo>
                    <a:pt x="37005" y="58262"/>
                    <a:pt x="41515" y="52381"/>
                    <a:pt x="46056" y="46558"/>
                  </a:cubicBezTo>
                  <a:cubicBezTo>
                    <a:pt x="46891" y="45504"/>
                    <a:pt x="47719" y="44447"/>
                    <a:pt x="48539" y="43382"/>
                  </a:cubicBezTo>
                  <a:cubicBezTo>
                    <a:pt x="49007" y="42784"/>
                    <a:pt x="49477" y="42181"/>
                    <a:pt x="49945" y="41583"/>
                  </a:cubicBezTo>
                  <a:cubicBezTo>
                    <a:pt x="51441" y="39681"/>
                    <a:pt x="52965" y="37801"/>
                    <a:pt x="54498" y="35931"/>
                  </a:cubicBezTo>
                  <a:close/>
                  <a:moveTo>
                    <a:pt x="35545" y="59815"/>
                  </a:moveTo>
                  <a:lnTo>
                    <a:pt x="35545" y="59815"/>
                  </a:lnTo>
                  <a:cubicBezTo>
                    <a:pt x="31512" y="65081"/>
                    <a:pt x="26647" y="70693"/>
                    <a:pt x="23431" y="76669"/>
                  </a:cubicBezTo>
                  <a:cubicBezTo>
                    <a:pt x="22990" y="77093"/>
                    <a:pt x="22738" y="77263"/>
                    <a:pt x="22616" y="77263"/>
                  </a:cubicBezTo>
                  <a:cubicBezTo>
                    <a:pt x="22453" y="77263"/>
                    <a:pt x="22528" y="76953"/>
                    <a:pt x="22700" y="76536"/>
                  </a:cubicBezTo>
                  <a:cubicBezTo>
                    <a:pt x="23133" y="75892"/>
                    <a:pt x="23572" y="75252"/>
                    <a:pt x="24014" y="74614"/>
                  </a:cubicBezTo>
                  <a:cubicBezTo>
                    <a:pt x="26110" y="71781"/>
                    <a:pt x="28200" y="68949"/>
                    <a:pt x="30290" y="66114"/>
                  </a:cubicBezTo>
                  <a:cubicBezTo>
                    <a:pt x="30351" y="66033"/>
                    <a:pt x="30412" y="65953"/>
                    <a:pt x="30475" y="65875"/>
                  </a:cubicBezTo>
                  <a:cubicBezTo>
                    <a:pt x="32184" y="63871"/>
                    <a:pt x="33899" y="61873"/>
                    <a:pt x="35545" y="59815"/>
                  </a:cubicBezTo>
                  <a:close/>
                  <a:moveTo>
                    <a:pt x="68096" y="19550"/>
                  </a:moveTo>
                  <a:lnTo>
                    <a:pt x="68096" y="19550"/>
                  </a:lnTo>
                  <a:cubicBezTo>
                    <a:pt x="64562" y="24310"/>
                    <a:pt x="61100" y="29132"/>
                    <a:pt x="57633" y="33933"/>
                  </a:cubicBezTo>
                  <a:cubicBezTo>
                    <a:pt x="50514" y="42958"/>
                    <a:pt x="43354" y="51945"/>
                    <a:pt x="37121" y="61628"/>
                  </a:cubicBezTo>
                  <a:cubicBezTo>
                    <a:pt x="37008" y="61804"/>
                    <a:pt x="36893" y="61989"/>
                    <a:pt x="36780" y="62168"/>
                  </a:cubicBezTo>
                  <a:cubicBezTo>
                    <a:pt x="33313" y="66720"/>
                    <a:pt x="29817" y="71250"/>
                    <a:pt x="26251" y="75702"/>
                  </a:cubicBezTo>
                  <a:lnTo>
                    <a:pt x="26251" y="75705"/>
                  </a:lnTo>
                  <a:cubicBezTo>
                    <a:pt x="25859" y="76196"/>
                    <a:pt x="23136" y="77910"/>
                    <a:pt x="23087" y="78020"/>
                  </a:cubicBezTo>
                  <a:cubicBezTo>
                    <a:pt x="23292" y="77570"/>
                    <a:pt x="23523" y="77128"/>
                    <a:pt x="23777" y="76701"/>
                  </a:cubicBezTo>
                  <a:cubicBezTo>
                    <a:pt x="27715" y="72783"/>
                    <a:pt x="30969" y="68297"/>
                    <a:pt x="34139" y="63721"/>
                  </a:cubicBezTo>
                  <a:cubicBezTo>
                    <a:pt x="38435" y="57525"/>
                    <a:pt x="42935" y="51558"/>
                    <a:pt x="47540" y="45590"/>
                  </a:cubicBezTo>
                  <a:cubicBezTo>
                    <a:pt x="50554" y="41687"/>
                    <a:pt x="53487" y="37651"/>
                    <a:pt x="56429" y="33598"/>
                  </a:cubicBezTo>
                  <a:cubicBezTo>
                    <a:pt x="59596" y="29781"/>
                    <a:pt x="62798" y="25991"/>
                    <a:pt x="65933" y="22148"/>
                  </a:cubicBezTo>
                  <a:cubicBezTo>
                    <a:pt x="66643" y="21273"/>
                    <a:pt x="67368" y="20410"/>
                    <a:pt x="68096" y="19550"/>
                  </a:cubicBezTo>
                  <a:close/>
                  <a:moveTo>
                    <a:pt x="31786" y="70133"/>
                  </a:moveTo>
                  <a:lnTo>
                    <a:pt x="31786" y="70133"/>
                  </a:lnTo>
                  <a:cubicBezTo>
                    <a:pt x="29794" y="73216"/>
                    <a:pt x="27672" y="76207"/>
                    <a:pt x="25201" y="78808"/>
                  </a:cubicBezTo>
                  <a:cubicBezTo>
                    <a:pt x="27337" y="76559"/>
                    <a:pt x="29011" y="73410"/>
                    <a:pt x="31076" y="70964"/>
                  </a:cubicBezTo>
                  <a:cubicBezTo>
                    <a:pt x="31309" y="70684"/>
                    <a:pt x="31549" y="70410"/>
                    <a:pt x="31786" y="70133"/>
                  </a:cubicBezTo>
                  <a:close/>
                  <a:moveTo>
                    <a:pt x="34220" y="69195"/>
                  </a:moveTo>
                  <a:lnTo>
                    <a:pt x="34220" y="69195"/>
                  </a:lnTo>
                  <a:cubicBezTo>
                    <a:pt x="33838" y="69763"/>
                    <a:pt x="33452" y="70326"/>
                    <a:pt x="33073" y="70895"/>
                  </a:cubicBezTo>
                  <a:cubicBezTo>
                    <a:pt x="32213" y="72194"/>
                    <a:pt x="31358" y="73499"/>
                    <a:pt x="30513" y="74810"/>
                  </a:cubicBezTo>
                  <a:cubicBezTo>
                    <a:pt x="29736" y="75864"/>
                    <a:pt x="28982" y="76935"/>
                    <a:pt x="28252" y="78026"/>
                  </a:cubicBezTo>
                  <a:cubicBezTo>
                    <a:pt x="27305" y="79247"/>
                    <a:pt x="26268" y="80487"/>
                    <a:pt x="26039" y="80487"/>
                  </a:cubicBezTo>
                  <a:cubicBezTo>
                    <a:pt x="25931" y="80487"/>
                    <a:pt x="26004" y="80209"/>
                    <a:pt x="26352" y="79521"/>
                  </a:cubicBezTo>
                  <a:cubicBezTo>
                    <a:pt x="28301" y="75682"/>
                    <a:pt x="31344" y="72405"/>
                    <a:pt x="34220" y="69195"/>
                  </a:cubicBezTo>
                  <a:close/>
                  <a:moveTo>
                    <a:pt x="48135" y="40766"/>
                  </a:moveTo>
                  <a:lnTo>
                    <a:pt x="48135" y="40766"/>
                  </a:lnTo>
                  <a:cubicBezTo>
                    <a:pt x="45277" y="44612"/>
                    <a:pt x="42479" y="48506"/>
                    <a:pt x="39742" y="52450"/>
                  </a:cubicBezTo>
                  <a:cubicBezTo>
                    <a:pt x="36821" y="56682"/>
                    <a:pt x="33792" y="60837"/>
                    <a:pt x="30732" y="64971"/>
                  </a:cubicBezTo>
                  <a:cubicBezTo>
                    <a:pt x="30547" y="65211"/>
                    <a:pt x="30365" y="65453"/>
                    <a:pt x="30181" y="65693"/>
                  </a:cubicBezTo>
                  <a:cubicBezTo>
                    <a:pt x="27475" y="68796"/>
                    <a:pt x="24779" y="71957"/>
                    <a:pt x="22871" y="75563"/>
                  </a:cubicBezTo>
                  <a:cubicBezTo>
                    <a:pt x="22311" y="76323"/>
                    <a:pt x="21745" y="77079"/>
                    <a:pt x="21188" y="77841"/>
                  </a:cubicBezTo>
                  <a:cubicBezTo>
                    <a:pt x="21158" y="77822"/>
                    <a:pt x="21125" y="77813"/>
                    <a:pt x="21091" y="77813"/>
                  </a:cubicBezTo>
                  <a:cubicBezTo>
                    <a:pt x="21054" y="77813"/>
                    <a:pt x="21016" y="77825"/>
                    <a:pt x="20985" y="77850"/>
                  </a:cubicBezTo>
                  <a:lnTo>
                    <a:pt x="20985" y="77853"/>
                  </a:lnTo>
                  <a:cubicBezTo>
                    <a:pt x="20053" y="78673"/>
                    <a:pt x="19239" y="79611"/>
                    <a:pt x="18485" y="80604"/>
                  </a:cubicBezTo>
                  <a:cubicBezTo>
                    <a:pt x="19083" y="79634"/>
                    <a:pt x="19678" y="78661"/>
                    <a:pt x="20272" y="77691"/>
                  </a:cubicBezTo>
                  <a:cubicBezTo>
                    <a:pt x="20431" y="77466"/>
                    <a:pt x="20593" y="77241"/>
                    <a:pt x="20752" y="77018"/>
                  </a:cubicBezTo>
                  <a:cubicBezTo>
                    <a:pt x="21430" y="76045"/>
                    <a:pt x="22080" y="75061"/>
                    <a:pt x="22738" y="74079"/>
                  </a:cubicBezTo>
                  <a:lnTo>
                    <a:pt x="22738" y="74079"/>
                  </a:lnTo>
                  <a:cubicBezTo>
                    <a:pt x="22441" y="74717"/>
                    <a:pt x="22158" y="75367"/>
                    <a:pt x="21909" y="76037"/>
                  </a:cubicBezTo>
                  <a:cubicBezTo>
                    <a:pt x="21873" y="76136"/>
                    <a:pt x="21954" y="76202"/>
                    <a:pt x="22038" y="76202"/>
                  </a:cubicBezTo>
                  <a:cubicBezTo>
                    <a:pt x="22093" y="76202"/>
                    <a:pt x="22148" y="76174"/>
                    <a:pt x="22172" y="76109"/>
                  </a:cubicBezTo>
                  <a:cubicBezTo>
                    <a:pt x="22654" y="74824"/>
                    <a:pt x="23226" y="73577"/>
                    <a:pt x="23890" y="72376"/>
                  </a:cubicBezTo>
                  <a:cubicBezTo>
                    <a:pt x="24964" y="70748"/>
                    <a:pt x="26026" y="69114"/>
                    <a:pt x="27077" y="67474"/>
                  </a:cubicBezTo>
                  <a:cubicBezTo>
                    <a:pt x="29733" y="63900"/>
                    <a:pt x="32816" y="60580"/>
                    <a:pt x="35501" y="57127"/>
                  </a:cubicBezTo>
                  <a:cubicBezTo>
                    <a:pt x="37219" y="54918"/>
                    <a:pt x="38870" y="52658"/>
                    <a:pt x="40502" y="50386"/>
                  </a:cubicBezTo>
                  <a:cubicBezTo>
                    <a:pt x="43034" y="47170"/>
                    <a:pt x="45577" y="43962"/>
                    <a:pt x="48135" y="40766"/>
                  </a:cubicBezTo>
                  <a:close/>
                  <a:moveTo>
                    <a:pt x="61779" y="33234"/>
                  </a:moveTo>
                  <a:lnTo>
                    <a:pt x="61779" y="33234"/>
                  </a:lnTo>
                  <a:cubicBezTo>
                    <a:pt x="59273" y="36886"/>
                    <a:pt x="56773" y="40541"/>
                    <a:pt x="54284" y="44199"/>
                  </a:cubicBezTo>
                  <a:cubicBezTo>
                    <a:pt x="49524" y="51151"/>
                    <a:pt x="44694" y="58054"/>
                    <a:pt x="39797" y="64907"/>
                  </a:cubicBezTo>
                  <a:cubicBezTo>
                    <a:pt x="37716" y="67806"/>
                    <a:pt x="35657" y="70722"/>
                    <a:pt x="33535" y="73594"/>
                  </a:cubicBezTo>
                  <a:cubicBezTo>
                    <a:pt x="32025" y="75630"/>
                    <a:pt x="30412" y="77584"/>
                    <a:pt x="28697" y="79452"/>
                  </a:cubicBezTo>
                  <a:cubicBezTo>
                    <a:pt x="28226" y="79967"/>
                    <a:pt x="26948" y="81430"/>
                    <a:pt x="26691" y="81430"/>
                  </a:cubicBezTo>
                  <a:cubicBezTo>
                    <a:pt x="26567" y="81430"/>
                    <a:pt x="26679" y="81093"/>
                    <a:pt x="27227" y="80154"/>
                  </a:cubicBezTo>
                  <a:lnTo>
                    <a:pt x="27227" y="80157"/>
                  </a:lnTo>
                  <a:cubicBezTo>
                    <a:pt x="29583" y="77708"/>
                    <a:pt x="31483" y="74608"/>
                    <a:pt x="33290" y="71579"/>
                  </a:cubicBezTo>
                  <a:cubicBezTo>
                    <a:pt x="35770" y="68470"/>
                    <a:pt x="38371" y="65444"/>
                    <a:pt x="40790" y="62309"/>
                  </a:cubicBezTo>
                  <a:cubicBezTo>
                    <a:pt x="45921" y="55666"/>
                    <a:pt x="50407" y="48535"/>
                    <a:pt x="55399" y="41780"/>
                  </a:cubicBezTo>
                  <a:cubicBezTo>
                    <a:pt x="57509" y="38921"/>
                    <a:pt x="59637" y="36072"/>
                    <a:pt x="61779" y="33234"/>
                  </a:cubicBezTo>
                  <a:close/>
                  <a:moveTo>
                    <a:pt x="20334" y="78956"/>
                  </a:moveTo>
                  <a:cubicBezTo>
                    <a:pt x="20346" y="78956"/>
                    <a:pt x="20356" y="78958"/>
                    <a:pt x="20365" y="78964"/>
                  </a:cubicBezTo>
                  <a:cubicBezTo>
                    <a:pt x="20180" y="79215"/>
                    <a:pt x="19992" y="79467"/>
                    <a:pt x="19808" y="79721"/>
                  </a:cubicBezTo>
                  <a:cubicBezTo>
                    <a:pt x="18996" y="80835"/>
                    <a:pt x="18162" y="81947"/>
                    <a:pt x="17319" y="83058"/>
                  </a:cubicBezTo>
                  <a:cubicBezTo>
                    <a:pt x="17527" y="82697"/>
                    <a:pt x="17732" y="82336"/>
                    <a:pt x="17945" y="81981"/>
                  </a:cubicBezTo>
                  <a:cubicBezTo>
                    <a:pt x="18308" y="81375"/>
                    <a:pt x="19986" y="78956"/>
                    <a:pt x="20334" y="78956"/>
                  </a:cubicBezTo>
                  <a:close/>
                  <a:moveTo>
                    <a:pt x="43790" y="61547"/>
                  </a:moveTo>
                  <a:lnTo>
                    <a:pt x="43790" y="61547"/>
                  </a:lnTo>
                  <a:cubicBezTo>
                    <a:pt x="41555" y="65205"/>
                    <a:pt x="39330" y="68877"/>
                    <a:pt x="37040" y="72532"/>
                  </a:cubicBezTo>
                  <a:cubicBezTo>
                    <a:pt x="35348" y="75231"/>
                    <a:pt x="33512" y="77879"/>
                    <a:pt x="31315" y="80191"/>
                  </a:cubicBezTo>
                  <a:cubicBezTo>
                    <a:pt x="30611" y="80875"/>
                    <a:pt x="29906" y="81563"/>
                    <a:pt x="29205" y="82250"/>
                  </a:cubicBezTo>
                  <a:cubicBezTo>
                    <a:pt x="28564" y="82875"/>
                    <a:pt x="28202" y="83124"/>
                    <a:pt x="28033" y="83124"/>
                  </a:cubicBezTo>
                  <a:cubicBezTo>
                    <a:pt x="27420" y="83124"/>
                    <a:pt x="29364" y="79833"/>
                    <a:pt x="29710" y="79420"/>
                  </a:cubicBezTo>
                  <a:cubicBezTo>
                    <a:pt x="32811" y="75725"/>
                    <a:pt x="35894" y="72087"/>
                    <a:pt x="38813" y="68230"/>
                  </a:cubicBezTo>
                  <a:cubicBezTo>
                    <a:pt x="40490" y="66016"/>
                    <a:pt x="42150" y="63787"/>
                    <a:pt x="43790" y="61547"/>
                  </a:cubicBezTo>
                  <a:close/>
                  <a:moveTo>
                    <a:pt x="19045" y="82752"/>
                  </a:moveTo>
                  <a:lnTo>
                    <a:pt x="19045" y="82752"/>
                  </a:lnTo>
                  <a:cubicBezTo>
                    <a:pt x="18061" y="84207"/>
                    <a:pt x="17059" y="85648"/>
                    <a:pt x="16060" y="87091"/>
                  </a:cubicBezTo>
                  <a:cubicBezTo>
                    <a:pt x="15821" y="87440"/>
                    <a:pt x="15584" y="87790"/>
                    <a:pt x="15341" y="88136"/>
                  </a:cubicBezTo>
                  <a:cubicBezTo>
                    <a:pt x="15760" y="87507"/>
                    <a:pt x="16182" y="86880"/>
                    <a:pt x="16606" y="86254"/>
                  </a:cubicBezTo>
                  <a:cubicBezTo>
                    <a:pt x="17131" y="85538"/>
                    <a:pt x="17634" y="84808"/>
                    <a:pt x="18116" y="84063"/>
                  </a:cubicBezTo>
                  <a:cubicBezTo>
                    <a:pt x="18422" y="83624"/>
                    <a:pt x="18728" y="83185"/>
                    <a:pt x="19045" y="82752"/>
                  </a:cubicBezTo>
                  <a:close/>
                  <a:moveTo>
                    <a:pt x="17440" y="75194"/>
                  </a:moveTo>
                  <a:lnTo>
                    <a:pt x="17440" y="75194"/>
                  </a:lnTo>
                  <a:cubicBezTo>
                    <a:pt x="16658" y="76940"/>
                    <a:pt x="15373" y="78514"/>
                    <a:pt x="14239" y="80038"/>
                  </a:cubicBezTo>
                  <a:cubicBezTo>
                    <a:pt x="10797" y="84652"/>
                    <a:pt x="7191" y="89158"/>
                    <a:pt x="3915" y="93896"/>
                  </a:cubicBezTo>
                  <a:cubicBezTo>
                    <a:pt x="5142" y="91962"/>
                    <a:pt x="6435" y="90065"/>
                    <a:pt x="7668" y="88165"/>
                  </a:cubicBezTo>
                  <a:cubicBezTo>
                    <a:pt x="9703" y="85030"/>
                    <a:pt x="11906" y="82016"/>
                    <a:pt x="13970" y="78901"/>
                  </a:cubicBezTo>
                  <a:lnTo>
                    <a:pt x="14741" y="77760"/>
                  </a:lnTo>
                  <a:cubicBezTo>
                    <a:pt x="15255" y="76406"/>
                    <a:pt x="16153" y="75552"/>
                    <a:pt x="17440" y="75194"/>
                  </a:cubicBezTo>
                  <a:close/>
                  <a:moveTo>
                    <a:pt x="19349" y="75603"/>
                  </a:moveTo>
                  <a:cubicBezTo>
                    <a:pt x="19836" y="75603"/>
                    <a:pt x="19547" y="76094"/>
                    <a:pt x="18482" y="77076"/>
                  </a:cubicBezTo>
                  <a:cubicBezTo>
                    <a:pt x="17550" y="78485"/>
                    <a:pt x="16485" y="79801"/>
                    <a:pt x="15538" y="81199"/>
                  </a:cubicBezTo>
                  <a:cubicBezTo>
                    <a:pt x="13159" y="84709"/>
                    <a:pt x="10976" y="88353"/>
                    <a:pt x="8638" y="91889"/>
                  </a:cubicBezTo>
                  <a:cubicBezTo>
                    <a:pt x="7460" y="93668"/>
                    <a:pt x="6192" y="95377"/>
                    <a:pt x="4885" y="97054"/>
                  </a:cubicBezTo>
                  <a:cubicBezTo>
                    <a:pt x="6120" y="94947"/>
                    <a:pt x="7376" y="92857"/>
                    <a:pt x="8655" y="90778"/>
                  </a:cubicBezTo>
                  <a:cubicBezTo>
                    <a:pt x="10725" y="87420"/>
                    <a:pt x="13170" y="84317"/>
                    <a:pt x="15183" y="80925"/>
                  </a:cubicBezTo>
                  <a:cubicBezTo>
                    <a:pt x="16280" y="79080"/>
                    <a:pt x="17371" y="77336"/>
                    <a:pt x="18794" y="75708"/>
                  </a:cubicBezTo>
                  <a:cubicBezTo>
                    <a:pt x="19034" y="75638"/>
                    <a:pt x="19219" y="75603"/>
                    <a:pt x="19349" y="75603"/>
                  </a:cubicBezTo>
                  <a:close/>
                  <a:moveTo>
                    <a:pt x="9452" y="87328"/>
                  </a:moveTo>
                  <a:cubicBezTo>
                    <a:pt x="8675" y="88439"/>
                    <a:pt x="7939" y="89571"/>
                    <a:pt x="7246" y="90726"/>
                  </a:cubicBezTo>
                  <a:cubicBezTo>
                    <a:pt x="6836" y="91335"/>
                    <a:pt x="6415" y="91938"/>
                    <a:pt x="6013" y="92550"/>
                  </a:cubicBezTo>
                  <a:cubicBezTo>
                    <a:pt x="5309" y="93619"/>
                    <a:pt x="4700" y="94759"/>
                    <a:pt x="4045" y="95859"/>
                  </a:cubicBezTo>
                  <a:cubicBezTo>
                    <a:pt x="3563" y="96669"/>
                    <a:pt x="1571" y="99119"/>
                    <a:pt x="1181" y="99119"/>
                  </a:cubicBezTo>
                  <a:cubicBezTo>
                    <a:pt x="1029" y="99119"/>
                    <a:pt x="1121" y="98745"/>
                    <a:pt x="1643" y="97756"/>
                  </a:cubicBezTo>
                  <a:lnTo>
                    <a:pt x="1643" y="97753"/>
                  </a:lnTo>
                  <a:cubicBezTo>
                    <a:pt x="1885" y="97288"/>
                    <a:pt x="2159" y="96835"/>
                    <a:pt x="2422" y="96376"/>
                  </a:cubicBezTo>
                  <a:cubicBezTo>
                    <a:pt x="4561" y="93292"/>
                    <a:pt x="7033" y="90327"/>
                    <a:pt x="9452" y="87328"/>
                  </a:cubicBezTo>
                  <a:close/>
                  <a:moveTo>
                    <a:pt x="14755" y="80789"/>
                  </a:moveTo>
                  <a:cubicBezTo>
                    <a:pt x="13817" y="82354"/>
                    <a:pt x="12925" y="83941"/>
                    <a:pt x="11938" y="85373"/>
                  </a:cubicBezTo>
                  <a:cubicBezTo>
                    <a:pt x="8973" y="89672"/>
                    <a:pt x="6239" y="94118"/>
                    <a:pt x="3637" y="98645"/>
                  </a:cubicBezTo>
                  <a:cubicBezTo>
                    <a:pt x="2736" y="99757"/>
                    <a:pt x="2284" y="100283"/>
                    <a:pt x="2194" y="100283"/>
                  </a:cubicBezTo>
                  <a:cubicBezTo>
                    <a:pt x="2077" y="100283"/>
                    <a:pt x="2571" y="99398"/>
                    <a:pt x="3487" y="97756"/>
                  </a:cubicBezTo>
                  <a:lnTo>
                    <a:pt x="3487" y="97753"/>
                  </a:lnTo>
                  <a:cubicBezTo>
                    <a:pt x="6296" y="92721"/>
                    <a:pt x="9524" y="88081"/>
                    <a:pt x="12807" y="83448"/>
                  </a:cubicBezTo>
                  <a:cubicBezTo>
                    <a:pt x="13465" y="82567"/>
                    <a:pt x="14114" y="81681"/>
                    <a:pt x="14755" y="80789"/>
                  </a:cubicBezTo>
                  <a:close/>
                  <a:moveTo>
                    <a:pt x="20192" y="79781"/>
                  </a:moveTo>
                  <a:cubicBezTo>
                    <a:pt x="20119" y="79966"/>
                    <a:pt x="20030" y="80183"/>
                    <a:pt x="19912" y="80448"/>
                  </a:cubicBezTo>
                  <a:lnTo>
                    <a:pt x="19912" y="80451"/>
                  </a:lnTo>
                  <a:cubicBezTo>
                    <a:pt x="19594" y="81176"/>
                    <a:pt x="19236" y="81874"/>
                    <a:pt x="18861" y="82564"/>
                  </a:cubicBezTo>
                  <a:cubicBezTo>
                    <a:pt x="17238" y="84758"/>
                    <a:pt x="15717" y="87022"/>
                    <a:pt x="14224" y="89314"/>
                  </a:cubicBezTo>
                  <a:cubicBezTo>
                    <a:pt x="14634" y="88809"/>
                    <a:pt x="15041" y="88304"/>
                    <a:pt x="15440" y="87793"/>
                  </a:cubicBezTo>
                  <a:lnTo>
                    <a:pt x="15440" y="87793"/>
                  </a:lnTo>
                  <a:cubicBezTo>
                    <a:pt x="14995" y="88382"/>
                    <a:pt x="14539" y="88965"/>
                    <a:pt x="14074" y="89545"/>
                  </a:cubicBezTo>
                  <a:cubicBezTo>
                    <a:pt x="13742" y="90053"/>
                    <a:pt x="13410" y="90561"/>
                    <a:pt x="13081" y="91069"/>
                  </a:cubicBezTo>
                  <a:cubicBezTo>
                    <a:pt x="11675" y="93255"/>
                    <a:pt x="10243" y="95423"/>
                    <a:pt x="8753" y="97554"/>
                  </a:cubicBezTo>
                  <a:cubicBezTo>
                    <a:pt x="7581" y="99234"/>
                    <a:pt x="6299" y="100830"/>
                    <a:pt x="4980" y="102395"/>
                  </a:cubicBezTo>
                  <a:cubicBezTo>
                    <a:pt x="4415" y="103065"/>
                    <a:pt x="3956" y="103590"/>
                    <a:pt x="3843" y="103590"/>
                  </a:cubicBezTo>
                  <a:cubicBezTo>
                    <a:pt x="3752" y="103590"/>
                    <a:pt x="3887" y="103246"/>
                    <a:pt x="4377" y="102358"/>
                  </a:cubicBezTo>
                  <a:cubicBezTo>
                    <a:pt x="5664" y="100022"/>
                    <a:pt x="7212" y="97880"/>
                    <a:pt x="8851" y="95813"/>
                  </a:cubicBezTo>
                  <a:lnTo>
                    <a:pt x="8851" y="95813"/>
                  </a:lnTo>
                  <a:cubicBezTo>
                    <a:pt x="8000" y="96852"/>
                    <a:pt x="7168" y="97906"/>
                    <a:pt x="6377" y="98989"/>
                  </a:cubicBezTo>
                  <a:cubicBezTo>
                    <a:pt x="8023" y="96537"/>
                    <a:pt x="9735" y="94133"/>
                    <a:pt x="11455" y="91731"/>
                  </a:cubicBezTo>
                  <a:cubicBezTo>
                    <a:pt x="12506" y="90264"/>
                    <a:pt x="13554" y="88797"/>
                    <a:pt x="14582" y="87316"/>
                  </a:cubicBezTo>
                  <a:cubicBezTo>
                    <a:pt x="15442" y="86196"/>
                    <a:pt x="16288" y="85076"/>
                    <a:pt x="17108" y="83956"/>
                  </a:cubicBezTo>
                  <a:cubicBezTo>
                    <a:pt x="18130" y="82559"/>
                    <a:pt x="19167" y="81173"/>
                    <a:pt x="20192" y="79781"/>
                  </a:cubicBezTo>
                  <a:close/>
                  <a:moveTo>
                    <a:pt x="76819" y="0"/>
                  </a:moveTo>
                  <a:cubicBezTo>
                    <a:pt x="76115" y="0"/>
                    <a:pt x="75406" y="391"/>
                    <a:pt x="74704" y="1414"/>
                  </a:cubicBezTo>
                  <a:cubicBezTo>
                    <a:pt x="74317" y="1977"/>
                    <a:pt x="74225" y="2886"/>
                    <a:pt x="74069" y="3535"/>
                  </a:cubicBezTo>
                  <a:cubicBezTo>
                    <a:pt x="73802" y="4642"/>
                    <a:pt x="73395" y="5028"/>
                    <a:pt x="72951" y="5028"/>
                  </a:cubicBezTo>
                  <a:cubicBezTo>
                    <a:pt x="72042" y="5028"/>
                    <a:pt x="70980" y="3406"/>
                    <a:pt x="70656" y="3022"/>
                  </a:cubicBezTo>
                  <a:cubicBezTo>
                    <a:pt x="70431" y="2753"/>
                    <a:pt x="70020" y="2615"/>
                    <a:pt x="69612" y="2615"/>
                  </a:cubicBezTo>
                  <a:cubicBezTo>
                    <a:pt x="69231" y="2615"/>
                    <a:pt x="68854" y="2735"/>
                    <a:pt x="68633" y="2978"/>
                  </a:cubicBezTo>
                  <a:cubicBezTo>
                    <a:pt x="68029" y="3639"/>
                    <a:pt x="67631" y="4312"/>
                    <a:pt x="67198" y="5106"/>
                  </a:cubicBezTo>
                  <a:cubicBezTo>
                    <a:pt x="66306" y="6746"/>
                    <a:pt x="64758" y="7447"/>
                    <a:pt x="63372" y="8495"/>
                  </a:cubicBezTo>
                  <a:cubicBezTo>
                    <a:pt x="62420" y="9217"/>
                    <a:pt x="62919" y="10274"/>
                    <a:pt x="62983" y="11177"/>
                  </a:cubicBezTo>
                  <a:cubicBezTo>
                    <a:pt x="62896" y="11313"/>
                    <a:pt x="62801" y="11443"/>
                    <a:pt x="62723" y="11584"/>
                  </a:cubicBezTo>
                  <a:cubicBezTo>
                    <a:pt x="62664" y="11687"/>
                    <a:pt x="62746" y="11774"/>
                    <a:pt x="62838" y="11774"/>
                  </a:cubicBezTo>
                  <a:cubicBezTo>
                    <a:pt x="62869" y="11774"/>
                    <a:pt x="62900" y="11765"/>
                    <a:pt x="62928" y="11743"/>
                  </a:cubicBezTo>
                  <a:cubicBezTo>
                    <a:pt x="62931" y="11737"/>
                    <a:pt x="62937" y="11732"/>
                    <a:pt x="62942" y="11729"/>
                  </a:cubicBezTo>
                  <a:lnTo>
                    <a:pt x="62942" y="11729"/>
                  </a:lnTo>
                  <a:cubicBezTo>
                    <a:pt x="62899" y="11911"/>
                    <a:pt x="62807" y="12075"/>
                    <a:pt x="62677" y="12211"/>
                  </a:cubicBezTo>
                  <a:cubicBezTo>
                    <a:pt x="62630" y="12258"/>
                    <a:pt x="62674" y="12322"/>
                    <a:pt x="62726" y="12322"/>
                  </a:cubicBezTo>
                  <a:cubicBezTo>
                    <a:pt x="62742" y="12322"/>
                    <a:pt x="62758" y="12316"/>
                    <a:pt x="62772" y="12303"/>
                  </a:cubicBezTo>
                  <a:cubicBezTo>
                    <a:pt x="62887" y="12199"/>
                    <a:pt x="62980" y="12124"/>
                    <a:pt x="63058" y="12058"/>
                  </a:cubicBezTo>
                  <a:lnTo>
                    <a:pt x="63058" y="12058"/>
                  </a:lnTo>
                  <a:cubicBezTo>
                    <a:pt x="62841" y="12373"/>
                    <a:pt x="62642" y="12699"/>
                    <a:pt x="62460" y="13034"/>
                  </a:cubicBezTo>
                  <a:cubicBezTo>
                    <a:pt x="62432" y="13088"/>
                    <a:pt x="62477" y="13136"/>
                    <a:pt x="62523" y="13136"/>
                  </a:cubicBezTo>
                  <a:cubicBezTo>
                    <a:pt x="62544" y="13136"/>
                    <a:pt x="62564" y="13126"/>
                    <a:pt x="62579" y="13103"/>
                  </a:cubicBezTo>
                  <a:cubicBezTo>
                    <a:pt x="62859" y="12632"/>
                    <a:pt x="63168" y="12179"/>
                    <a:pt x="63502" y="11749"/>
                  </a:cubicBezTo>
                  <a:lnTo>
                    <a:pt x="63502" y="11749"/>
                  </a:lnTo>
                  <a:cubicBezTo>
                    <a:pt x="63404" y="11908"/>
                    <a:pt x="63303" y="12061"/>
                    <a:pt x="63211" y="12222"/>
                  </a:cubicBezTo>
                  <a:cubicBezTo>
                    <a:pt x="63161" y="12312"/>
                    <a:pt x="63232" y="12388"/>
                    <a:pt x="63311" y="12388"/>
                  </a:cubicBezTo>
                  <a:cubicBezTo>
                    <a:pt x="63337" y="12388"/>
                    <a:pt x="63363" y="12380"/>
                    <a:pt x="63387" y="12361"/>
                  </a:cubicBezTo>
                  <a:cubicBezTo>
                    <a:pt x="65795" y="10438"/>
                    <a:pt x="67538" y="7878"/>
                    <a:pt x="69779" y="5787"/>
                  </a:cubicBezTo>
                  <a:lnTo>
                    <a:pt x="69779" y="5787"/>
                  </a:lnTo>
                  <a:cubicBezTo>
                    <a:pt x="68477" y="7609"/>
                    <a:pt x="67065" y="9338"/>
                    <a:pt x="65610" y="11027"/>
                  </a:cubicBezTo>
                  <a:cubicBezTo>
                    <a:pt x="65136" y="11567"/>
                    <a:pt x="64651" y="12098"/>
                    <a:pt x="64187" y="12647"/>
                  </a:cubicBezTo>
                  <a:cubicBezTo>
                    <a:pt x="62945" y="14041"/>
                    <a:pt x="61686" y="15418"/>
                    <a:pt x="60425" y="16798"/>
                  </a:cubicBezTo>
                  <a:cubicBezTo>
                    <a:pt x="61456" y="15493"/>
                    <a:pt x="62466" y="14174"/>
                    <a:pt x="63445" y="12832"/>
                  </a:cubicBezTo>
                  <a:cubicBezTo>
                    <a:pt x="63525" y="12720"/>
                    <a:pt x="63412" y="12598"/>
                    <a:pt x="63299" y="12598"/>
                  </a:cubicBezTo>
                  <a:cubicBezTo>
                    <a:pt x="63263" y="12598"/>
                    <a:pt x="63226" y="12611"/>
                    <a:pt x="63196" y="12641"/>
                  </a:cubicBezTo>
                  <a:cubicBezTo>
                    <a:pt x="54498" y="21530"/>
                    <a:pt x="46484" y="30953"/>
                    <a:pt x="38504" y="40478"/>
                  </a:cubicBezTo>
                  <a:cubicBezTo>
                    <a:pt x="30954" y="49488"/>
                    <a:pt x="23468" y="58579"/>
                    <a:pt x="17100" y="68479"/>
                  </a:cubicBezTo>
                  <a:cubicBezTo>
                    <a:pt x="17067" y="68529"/>
                    <a:pt x="17112" y="68575"/>
                    <a:pt x="17159" y="68575"/>
                  </a:cubicBezTo>
                  <a:cubicBezTo>
                    <a:pt x="17179" y="68575"/>
                    <a:pt x="17200" y="68566"/>
                    <a:pt x="17215" y="68545"/>
                  </a:cubicBezTo>
                  <a:cubicBezTo>
                    <a:pt x="24098" y="58302"/>
                    <a:pt x="31950" y="48809"/>
                    <a:pt x="39866" y="39357"/>
                  </a:cubicBezTo>
                  <a:cubicBezTo>
                    <a:pt x="43646" y="34848"/>
                    <a:pt x="47390" y="30312"/>
                    <a:pt x="51282" y="25898"/>
                  </a:cubicBezTo>
                  <a:cubicBezTo>
                    <a:pt x="54762" y="21945"/>
                    <a:pt x="59123" y="18257"/>
                    <a:pt x="62185" y="14032"/>
                  </a:cubicBezTo>
                  <a:lnTo>
                    <a:pt x="62185" y="14032"/>
                  </a:lnTo>
                  <a:cubicBezTo>
                    <a:pt x="58591" y="18993"/>
                    <a:pt x="54110" y="23305"/>
                    <a:pt x="50092" y="27913"/>
                  </a:cubicBezTo>
                  <a:cubicBezTo>
                    <a:pt x="46290" y="32276"/>
                    <a:pt x="42684" y="36828"/>
                    <a:pt x="39055" y="41338"/>
                  </a:cubicBezTo>
                  <a:cubicBezTo>
                    <a:pt x="35680" y="45533"/>
                    <a:pt x="32484" y="49829"/>
                    <a:pt x="29291" y="54159"/>
                  </a:cubicBezTo>
                  <a:cubicBezTo>
                    <a:pt x="29187" y="54298"/>
                    <a:pt x="29078" y="54433"/>
                    <a:pt x="28974" y="54572"/>
                  </a:cubicBezTo>
                  <a:cubicBezTo>
                    <a:pt x="27903" y="55836"/>
                    <a:pt x="26832" y="57104"/>
                    <a:pt x="25740" y="58351"/>
                  </a:cubicBezTo>
                  <a:cubicBezTo>
                    <a:pt x="23084" y="61382"/>
                    <a:pt x="20171" y="64139"/>
                    <a:pt x="18211" y="67693"/>
                  </a:cubicBezTo>
                  <a:cubicBezTo>
                    <a:pt x="18197" y="67719"/>
                    <a:pt x="18205" y="67751"/>
                    <a:pt x="18231" y="67766"/>
                  </a:cubicBezTo>
                  <a:cubicBezTo>
                    <a:pt x="17989" y="68095"/>
                    <a:pt x="17738" y="68418"/>
                    <a:pt x="17501" y="68750"/>
                  </a:cubicBezTo>
                  <a:cubicBezTo>
                    <a:pt x="17424" y="68859"/>
                    <a:pt x="17530" y="68969"/>
                    <a:pt x="17637" y="68969"/>
                  </a:cubicBezTo>
                  <a:cubicBezTo>
                    <a:pt x="17672" y="68969"/>
                    <a:pt x="17706" y="68958"/>
                    <a:pt x="17735" y="68932"/>
                  </a:cubicBezTo>
                  <a:cubicBezTo>
                    <a:pt x="18973" y="67780"/>
                    <a:pt x="20180" y="66596"/>
                    <a:pt x="21355" y="65381"/>
                  </a:cubicBezTo>
                  <a:lnTo>
                    <a:pt x="21355" y="65381"/>
                  </a:lnTo>
                  <a:cubicBezTo>
                    <a:pt x="20356" y="66677"/>
                    <a:pt x="19435" y="68014"/>
                    <a:pt x="18667" y="69420"/>
                  </a:cubicBezTo>
                  <a:cubicBezTo>
                    <a:pt x="18635" y="69478"/>
                    <a:pt x="18687" y="69533"/>
                    <a:pt x="18738" y="69533"/>
                  </a:cubicBezTo>
                  <a:cubicBezTo>
                    <a:pt x="18761" y="69533"/>
                    <a:pt x="18783" y="69522"/>
                    <a:pt x="18797" y="69495"/>
                  </a:cubicBezTo>
                  <a:cubicBezTo>
                    <a:pt x="19834" y="67639"/>
                    <a:pt x="21124" y="65863"/>
                    <a:pt x="22539" y="64139"/>
                  </a:cubicBezTo>
                  <a:cubicBezTo>
                    <a:pt x="24334" y="62237"/>
                    <a:pt x="26070" y="60274"/>
                    <a:pt x="27761" y="58270"/>
                  </a:cubicBezTo>
                  <a:cubicBezTo>
                    <a:pt x="29237" y="56665"/>
                    <a:pt x="30683" y="55071"/>
                    <a:pt x="31976" y="53458"/>
                  </a:cubicBezTo>
                  <a:cubicBezTo>
                    <a:pt x="36896" y="47323"/>
                    <a:pt x="41706" y="41127"/>
                    <a:pt x="46775" y="35114"/>
                  </a:cubicBezTo>
                  <a:cubicBezTo>
                    <a:pt x="47006" y="34839"/>
                    <a:pt x="47234" y="34568"/>
                    <a:pt x="47462" y="34294"/>
                  </a:cubicBezTo>
                  <a:lnTo>
                    <a:pt x="47462" y="34294"/>
                  </a:lnTo>
                  <a:cubicBezTo>
                    <a:pt x="45453" y="36973"/>
                    <a:pt x="43446" y="39655"/>
                    <a:pt x="41440" y="42337"/>
                  </a:cubicBezTo>
                  <a:cubicBezTo>
                    <a:pt x="38007" y="46942"/>
                    <a:pt x="34494" y="51474"/>
                    <a:pt x="30897" y="55929"/>
                  </a:cubicBezTo>
                  <a:cubicBezTo>
                    <a:pt x="29537" y="57517"/>
                    <a:pt x="28183" y="59110"/>
                    <a:pt x="26837" y="60710"/>
                  </a:cubicBezTo>
                  <a:cubicBezTo>
                    <a:pt x="25651" y="62058"/>
                    <a:pt x="24493" y="63432"/>
                    <a:pt x="23408" y="64841"/>
                  </a:cubicBezTo>
                  <a:cubicBezTo>
                    <a:pt x="22013" y="66544"/>
                    <a:pt x="20633" y="68262"/>
                    <a:pt x="19268" y="69991"/>
                  </a:cubicBezTo>
                  <a:cubicBezTo>
                    <a:pt x="19187" y="70092"/>
                    <a:pt x="19275" y="70228"/>
                    <a:pt x="19371" y="70228"/>
                  </a:cubicBezTo>
                  <a:cubicBezTo>
                    <a:pt x="19401" y="70228"/>
                    <a:pt x="19432" y="70215"/>
                    <a:pt x="19458" y="70182"/>
                  </a:cubicBezTo>
                  <a:lnTo>
                    <a:pt x="20945" y="68355"/>
                  </a:lnTo>
                  <a:lnTo>
                    <a:pt x="20945" y="68355"/>
                  </a:lnTo>
                  <a:cubicBezTo>
                    <a:pt x="20694" y="68753"/>
                    <a:pt x="20431" y="69146"/>
                    <a:pt x="20197" y="69550"/>
                  </a:cubicBezTo>
                  <a:cubicBezTo>
                    <a:pt x="20149" y="69633"/>
                    <a:pt x="20221" y="69746"/>
                    <a:pt x="20308" y="69746"/>
                  </a:cubicBezTo>
                  <a:cubicBezTo>
                    <a:pt x="20329" y="69746"/>
                    <a:pt x="20352" y="69739"/>
                    <a:pt x="20373" y="69723"/>
                  </a:cubicBezTo>
                  <a:cubicBezTo>
                    <a:pt x="24392" y="66712"/>
                    <a:pt x="27143" y="62041"/>
                    <a:pt x="30163" y="58083"/>
                  </a:cubicBezTo>
                  <a:cubicBezTo>
                    <a:pt x="31384" y="56483"/>
                    <a:pt x="32597" y="54872"/>
                    <a:pt x="33795" y="53255"/>
                  </a:cubicBezTo>
                  <a:cubicBezTo>
                    <a:pt x="33991" y="53025"/>
                    <a:pt x="34185" y="52791"/>
                    <a:pt x="34381" y="52563"/>
                  </a:cubicBezTo>
                  <a:cubicBezTo>
                    <a:pt x="36720" y="49843"/>
                    <a:pt x="39070" y="47132"/>
                    <a:pt x="41428" y="44430"/>
                  </a:cubicBezTo>
                  <a:lnTo>
                    <a:pt x="41428" y="44430"/>
                  </a:lnTo>
                  <a:cubicBezTo>
                    <a:pt x="40819" y="45282"/>
                    <a:pt x="40204" y="46133"/>
                    <a:pt x="39589" y="46982"/>
                  </a:cubicBezTo>
                  <a:cubicBezTo>
                    <a:pt x="36252" y="51564"/>
                    <a:pt x="32689" y="55989"/>
                    <a:pt x="29176" y="60438"/>
                  </a:cubicBezTo>
                  <a:cubicBezTo>
                    <a:pt x="26465" y="63874"/>
                    <a:pt x="23243" y="66937"/>
                    <a:pt x="21147" y="70811"/>
                  </a:cubicBezTo>
                  <a:cubicBezTo>
                    <a:pt x="21103" y="70893"/>
                    <a:pt x="21171" y="71004"/>
                    <a:pt x="21255" y="71004"/>
                  </a:cubicBezTo>
                  <a:cubicBezTo>
                    <a:pt x="21275" y="71004"/>
                    <a:pt x="21297" y="70997"/>
                    <a:pt x="21317" y="70982"/>
                  </a:cubicBezTo>
                  <a:cubicBezTo>
                    <a:pt x="22276" y="70271"/>
                    <a:pt x="23194" y="69504"/>
                    <a:pt x="24095" y="68712"/>
                  </a:cubicBezTo>
                  <a:lnTo>
                    <a:pt x="24095" y="68712"/>
                  </a:lnTo>
                  <a:cubicBezTo>
                    <a:pt x="23526" y="69567"/>
                    <a:pt x="22949" y="70410"/>
                    <a:pt x="22397" y="71276"/>
                  </a:cubicBezTo>
                  <a:cubicBezTo>
                    <a:pt x="22329" y="71382"/>
                    <a:pt x="22421" y="71476"/>
                    <a:pt x="22518" y="71476"/>
                  </a:cubicBezTo>
                  <a:cubicBezTo>
                    <a:pt x="22561" y="71476"/>
                    <a:pt x="22605" y="71458"/>
                    <a:pt x="22637" y="71415"/>
                  </a:cubicBezTo>
                  <a:cubicBezTo>
                    <a:pt x="23725" y="69934"/>
                    <a:pt x="24828" y="68461"/>
                    <a:pt x="25945" y="67000"/>
                  </a:cubicBezTo>
                  <a:cubicBezTo>
                    <a:pt x="26835" y="66132"/>
                    <a:pt x="27692" y="65219"/>
                    <a:pt x="28535" y="64287"/>
                  </a:cubicBezTo>
                  <a:lnTo>
                    <a:pt x="28535" y="64287"/>
                  </a:lnTo>
                  <a:cubicBezTo>
                    <a:pt x="27357" y="66152"/>
                    <a:pt x="26185" y="68017"/>
                    <a:pt x="25019" y="69885"/>
                  </a:cubicBezTo>
                  <a:cubicBezTo>
                    <a:pt x="24923" y="70029"/>
                    <a:pt x="24828" y="70173"/>
                    <a:pt x="24733" y="70318"/>
                  </a:cubicBezTo>
                  <a:cubicBezTo>
                    <a:pt x="23353" y="72180"/>
                    <a:pt x="21973" y="74045"/>
                    <a:pt x="20619" y="75924"/>
                  </a:cubicBezTo>
                  <a:cubicBezTo>
                    <a:pt x="21759" y="74362"/>
                    <a:pt x="22931" y="72815"/>
                    <a:pt x="24109" y="71273"/>
                  </a:cubicBezTo>
                  <a:lnTo>
                    <a:pt x="24109" y="71273"/>
                  </a:lnTo>
                  <a:cubicBezTo>
                    <a:pt x="23382" y="72382"/>
                    <a:pt x="22646" y="73479"/>
                    <a:pt x="21904" y="74570"/>
                  </a:cubicBezTo>
                  <a:cubicBezTo>
                    <a:pt x="20287" y="76932"/>
                    <a:pt x="18739" y="79328"/>
                    <a:pt x="17204" y="81730"/>
                  </a:cubicBezTo>
                  <a:cubicBezTo>
                    <a:pt x="16190" y="83217"/>
                    <a:pt x="15177" y="84698"/>
                    <a:pt x="14155" y="86179"/>
                  </a:cubicBezTo>
                  <a:cubicBezTo>
                    <a:pt x="14729" y="85396"/>
                    <a:pt x="15295" y="84611"/>
                    <a:pt x="15867" y="83829"/>
                  </a:cubicBezTo>
                  <a:lnTo>
                    <a:pt x="15867" y="83829"/>
                  </a:lnTo>
                  <a:cubicBezTo>
                    <a:pt x="14342" y="86225"/>
                    <a:pt x="12818" y="88616"/>
                    <a:pt x="11248" y="90974"/>
                  </a:cubicBezTo>
                  <a:cubicBezTo>
                    <a:pt x="9244" y="93607"/>
                    <a:pt x="7298" y="96280"/>
                    <a:pt x="5497" y="99014"/>
                  </a:cubicBezTo>
                  <a:cubicBezTo>
                    <a:pt x="4391" y="100435"/>
                    <a:pt x="3248" y="101832"/>
                    <a:pt x="2044" y="103192"/>
                  </a:cubicBezTo>
                  <a:cubicBezTo>
                    <a:pt x="3011" y="101743"/>
                    <a:pt x="3995" y="100302"/>
                    <a:pt x="4997" y="98873"/>
                  </a:cubicBezTo>
                  <a:cubicBezTo>
                    <a:pt x="6224" y="97277"/>
                    <a:pt x="7396" y="95642"/>
                    <a:pt x="8528" y="93980"/>
                  </a:cubicBezTo>
                  <a:cubicBezTo>
                    <a:pt x="9697" y="92461"/>
                    <a:pt x="10861" y="90937"/>
                    <a:pt x="11958" y="89366"/>
                  </a:cubicBezTo>
                  <a:cubicBezTo>
                    <a:pt x="12697" y="88309"/>
                    <a:pt x="13424" y="87241"/>
                    <a:pt x="14158" y="86179"/>
                  </a:cubicBezTo>
                  <a:lnTo>
                    <a:pt x="14158" y="86179"/>
                  </a:lnTo>
                  <a:cubicBezTo>
                    <a:pt x="12550" y="88376"/>
                    <a:pt x="10944" y="90573"/>
                    <a:pt x="9342" y="92773"/>
                  </a:cubicBezTo>
                  <a:cubicBezTo>
                    <a:pt x="11935" y="88878"/>
                    <a:pt x="14386" y="84880"/>
                    <a:pt x="17025" y="81005"/>
                  </a:cubicBezTo>
                  <a:lnTo>
                    <a:pt x="17025" y="81005"/>
                  </a:lnTo>
                  <a:cubicBezTo>
                    <a:pt x="14444" y="84683"/>
                    <a:pt x="11909" y="88393"/>
                    <a:pt x="9455" y="92158"/>
                  </a:cubicBezTo>
                  <a:cubicBezTo>
                    <a:pt x="7333" y="95414"/>
                    <a:pt x="3796" y="98856"/>
                    <a:pt x="2122" y="101873"/>
                  </a:cubicBezTo>
                  <a:cubicBezTo>
                    <a:pt x="2760" y="100721"/>
                    <a:pt x="3430" y="99586"/>
                    <a:pt x="4088" y="98446"/>
                  </a:cubicBezTo>
                  <a:cubicBezTo>
                    <a:pt x="6475" y="95570"/>
                    <a:pt x="8594" y="92499"/>
                    <a:pt x="10650" y="89343"/>
                  </a:cubicBezTo>
                  <a:cubicBezTo>
                    <a:pt x="13924" y="84323"/>
                    <a:pt x="17590" y="79429"/>
                    <a:pt x="20599" y="74258"/>
                  </a:cubicBezTo>
                  <a:cubicBezTo>
                    <a:pt x="20657" y="74156"/>
                    <a:pt x="20571" y="74026"/>
                    <a:pt x="20467" y="74026"/>
                  </a:cubicBezTo>
                  <a:cubicBezTo>
                    <a:pt x="20442" y="74026"/>
                    <a:pt x="20416" y="74033"/>
                    <a:pt x="20391" y="74051"/>
                  </a:cubicBezTo>
                  <a:cubicBezTo>
                    <a:pt x="19276" y="74810"/>
                    <a:pt x="18335" y="75765"/>
                    <a:pt x="17478" y="76811"/>
                  </a:cubicBezTo>
                  <a:cubicBezTo>
                    <a:pt x="17992" y="76066"/>
                    <a:pt x="18506" y="75321"/>
                    <a:pt x="19014" y="74567"/>
                  </a:cubicBezTo>
                  <a:cubicBezTo>
                    <a:pt x="19084" y="74462"/>
                    <a:pt x="18988" y="74366"/>
                    <a:pt x="18889" y="74366"/>
                  </a:cubicBezTo>
                  <a:cubicBezTo>
                    <a:pt x="18847" y="74366"/>
                    <a:pt x="18804" y="74383"/>
                    <a:pt x="18774" y="74426"/>
                  </a:cubicBezTo>
                  <a:cubicBezTo>
                    <a:pt x="17911" y="75621"/>
                    <a:pt x="17042" y="76822"/>
                    <a:pt x="16173" y="78026"/>
                  </a:cubicBezTo>
                  <a:cubicBezTo>
                    <a:pt x="16929" y="76747"/>
                    <a:pt x="17625" y="75439"/>
                    <a:pt x="18217" y="74088"/>
                  </a:cubicBezTo>
                  <a:cubicBezTo>
                    <a:pt x="18254" y="74005"/>
                    <a:pt x="18195" y="73887"/>
                    <a:pt x="18109" y="73887"/>
                  </a:cubicBezTo>
                  <a:cubicBezTo>
                    <a:pt x="18088" y="73887"/>
                    <a:pt x="18065" y="73895"/>
                    <a:pt x="18041" y="73912"/>
                  </a:cubicBezTo>
                  <a:cubicBezTo>
                    <a:pt x="14698" y="76317"/>
                    <a:pt x="12642" y="80411"/>
                    <a:pt x="10332" y="83728"/>
                  </a:cubicBezTo>
                  <a:cubicBezTo>
                    <a:pt x="7206" y="88229"/>
                    <a:pt x="3946" y="92871"/>
                    <a:pt x="1368" y="97762"/>
                  </a:cubicBezTo>
                  <a:cubicBezTo>
                    <a:pt x="1264" y="97926"/>
                    <a:pt x="1155" y="98088"/>
                    <a:pt x="1051" y="98255"/>
                  </a:cubicBezTo>
                  <a:cubicBezTo>
                    <a:pt x="1036" y="98278"/>
                    <a:pt x="1045" y="98307"/>
                    <a:pt x="1068" y="98322"/>
                  </a:cubicBezTo>
                  <a:cubicBezTo>
                    <a:pt x="710" y="99014"/>
                    <a:pt x="366" y="99716"/>
                    <a:pt x="37" y="100420"/>
                  </a:cubicBezTo>
                  <a:cubicBezTo>
                    <a:pt x="0" y="100504"/>
                    <a:pt x="62" y="100618"/>
                    <a:pt x="149" y="100618"/>
                  </a:cubicBezTo>
                  <a:cubicBezTo>
                    <a:pt x="169" y="100618"/>
                    <a:pt x="191" y="100612"/>
                    <a:pt x="213" y="100597"/>
                  </a:cubicBezTo>
                  <a:cubicBezTo>
                    <a:pt x="1622" y="99627"/>
                    <a:pt x="2693" y="98371"/>
                    <a:pt x="3629" y="97002"/>
                  </a:cubicBezTo>
                  <a:lnTo>
                    <a:pt x="3629" y="97002"/>
                  </a:lnTo>
                  <a:cubicBezTo>
                    <a:pt x="2731" y="98579"/>
                    <a:pt x="1816" y="100146"/>
                    <a:pt x="820" y="101676"/>
                  </a:cubicBezTo>
                  <a:cubicBezTo>
                    <a:pt x="757" y="101774"/>
                    <a:pt x="849" y="101878"/>
                    <a:pt x="943" y="101878"/>
                  </a:cubicBezTo>
                  <a:cubicBezTo>
                    <a:pt x="974" y="101878"/>
                    <a:pt x="1005" y="101867"/>
                    <a:pt x="1031" y="101841"/>
                  </a:cubicBezTo>
                  <a:cubicBezTo>
                    <a:pt x="1752" y="101110"/>
                    <a:pt x="2439" y="100354"/>
                    <a:pt x="3109" y="99589"/>
                  </a:cubicBezTo>
                  <a:lnTo>
                    <a:pt x="3109" y="99589"/>
                  </a:lnTo>
                  <a:cubicBezTo>
                    <a:pt x="2445" y="100755"/>
                    <a:pt x="1784" y="101919"/>
                    <a:pt x="1134" y="103094"/>
                  </a:cubicBezTo>
                  <a:cubicBezTo>
                    <a:pt x="1081" y="103193"/>
                    <a:pt x="1166" y="103301"/>
                    <a:pt x="1258" y="103301"/>
                  </a:cubicBezTo>
                  <a:cubicBezTo>
                    <a:pt x="1289" y="103301"/>
                    <a:pt x="1321" y="103289"/>
                    <a:pt x="1348" y="103258"/>
                  </a:cubicBezTo>
                  <a:cubicBezTo>
                    <a:pt x="2038" y="102508"/>
                    <a:pt x="2696" y="101734"/>
                    <a:pt x="3343" y="100955"/>
                  </a:cubicBezTo>
                  <a:lnTo>
                    <a:pt x="3343" y="100955"/>
                  </a:lnTo>
                  <a:cubicBezTo>
                    <a:pt x="2820" y="101720"/>
                    <a:pt x="2312" y="102496"/>
                    <a:pt x="1830" y="103290"/>
                  </a:cubicBezTo>
                  <a:cubicBezTo>
                    <a:pt x="1803" y="103334"/>
                    <a:pt x="1837" y="103362"/>
                    <a:pt x="1876" y="103362"/>
                  </a:cubicBezTo>
                  <a:cubicBezTo>
                    <a:pt x="1883" y="103362"/>
                    <a:pt x="1890" y="103361"/>
                    <a:pt x="1897" y="103359"/>
                  </a:cubicBezTo>
                  <a:lnTo>
                    <a:pt x="1897" y="103359"/>
                  </a:lnTo>
                  <a:cubicBezTo>
                    <a:pt x="1876" y="103383"/>
                    <a:pt x="1856" y="103406"/>
                    <a:pt x="1836" y="103432"/>
                  </a:cubicBezTo>
                  <a:cubicBezTo>
                    <a:pt x="1791" y="103481"/>
                    <a:pt x="1836" y="103547"/>
                    <a:pt x="1885" y="103547"/>
                  </a:cubicBezTo>
                  <a:cubicBezTo>
                    <a:pt x="1900" y="103547"/>
                    <a:pt x="1915" y="103541"/>
                    <a:pt x="1928" y="103527"/>
                  </a:cubicBezTo>
                  <a:cubicBezTo>
                    <a:pt x="2719" y="102693"/>
                    <a:pt x="3482" y="101835"/>
                    <a:pt x="4229" y="100972"/>
                  </a:cubicBezTo>
                  <a:lnTo>
                    <a:pt x="4229" y="100972"/>
                  </a:lnTo>
                  <a:cubicBezTo>
                    <a:pt x="3499" y="102150"/>
                    <a:pt x="2792" y="103339"/>
                    <a:pt x="2136" y="104546"/>
                  </a:cubicBezTo>
                  <a:cubicBezTo>
                    <a:pt x="2106" y="104602"/>
                    <a:pt x="2155" y="104652"/>
                    <a:pt x="2203" y="104652"/>
                  </a:cubicBezTo>
                  <a:cubicBezTo>
                    <a:pt x="2225" y="104652"/>
                    <a:pt x="2246" y="104642"/>
                    <a:pt x="2260" y="104618"/>
                  </a:cubicBezTo>
                  <a:cubicBezTo>
                    <a:pt x="3213" y="102915"/>
                    <a:pt x="4273" y="101249"/>
                    <a:pt x="5387" y="99601"/>
                  </a:cubicBezTo>
                  <a:cubicBezTo>
                    <a:pt x="5979" y="98890"/>
                    <a:pt x="6559" y="98171"/>
                    <a:pt x="7128" y="97444"/>
                  </a:cubicBezTo>
                  <a:lnTo>
                    <a:pt x="7128" y="97444"/>
                  </a:lnTo>
                  <a:cubicBezTo>
                    <a:pt x="5367" y="100060"/>
                    <a:pt x="3675" y="102721"/>
                    <a:pt x="2139" y="105490"/>
                  </a:cubicBezTo>
                  <a:cubicBezTo>
                    <a:pt x="2109" y="105544"/>
                    <a:pt x="2156" y="105594"/>
                    <a:pt x="2203" y="105594"/>
                  </a:cubicBezTo>
                  <a:cubicBezTo>
                    <a:pt x="2223" y="105594"/>
                    <a:pt x="2244" y="105583"/>
                    <a:pt x="2257" y="105559"/>
                  </a:cubicBezTo>
                  <a:cubicBezTo>
                    <a:pt x="2618" y="104930"/>
                    <a:pt x="3002" y="104321"/>
                    <a:pt x="3378" y="103700"/>
                  </a:cubicBezTo>
                  <a:lnTo>
                    <a:pt x="3378" y="103700"/>
                  </a:lnTo>
                  <a:cubicBezTo>
                    <a:pt x="3204" y="104023"/>
                    <a:pt x="3025" y="104341"/>
                    <a:pt x="2867" y="104670"/>
                  </a:cubicBezTo>
                  <a:cubicBezTo>
                    <a:pt x="2817" y="104769"/>
                    <a:pt x="2898" y="104876"/>
                    <a:pt x="2989" y="104876"/>
                  </a:cubicBezTo>
                  <a:cubicBezTo>
                    <a:pt x="3020" y="104876"/>
                    <a:pt x="3052" y="104864"/>
                    <a:pt x="3080" y="104835"/>
                  </a:cubicBezTo>
                  <a:cubicBezTo>
                    <a:pt x="4408" y="103455"/>
                    <a:pt x="5630" y="101997"/>
                    <a:pt x="6805" y="100504"/>
                  </a:cubicBezTo>
                  <a:lnTo>
                    <a:pt x="6805" y="100504"/>
                  </a:lnTo>
                  <a:cubicBezTo>
                    <a:pt x="5655" y="102182"/>
                    <a:pt x="4590" y="103914"/>
                    <a:pt x="3793" y="105802"/>
                  </a:cubicBezTo>
                  <a:cubicBezTo>
                    <a:pt x="3751" y="105901"/>
                    <a:pt x="3846" y="105979"/>
                    <a:pt x="3936" y="105979"/>
                  </a:cubicBezTo>
                  <a:cubicBezTo>
                    <a:pt x="3982" y="105979"/>
                    <a:pt x="4026" y="105959"/>
                    <a:pt x="4050" y="105912"/>
                  </a:cubicBezTo>
                  <a:cubicBezTo>
                    <a:pt x="6776" y="100530"/>
                    <a:pt x="10494" y="95879"/>
                    <a:pt x="14293" y="91222"/>
                  </a:cubicBezTo>
                  <a:cubicBezTo>
                    <a:pt x="14698" y="90732"/>
                    <a:pt x="15128" y="90232"/>
                    <a:pt x="15572" y="89733"/>
                  </a:cubicBezTo>
                  <a:lnTo>
                    <a:pt x="15572" y="89733"/>
                  </a:lnTo>
                  <a:cubicBezTo>
                    <a:pt x="15148" y="90400"/>
                    <a:pt x="14724" y="91067"/>
                    <a:pt x="14302" y="91736"/>
                  </a:cubicBezTo>
                  <a:cubicBezTo>
                    <a:pt x="14871" y="90902"/>
                    <a:pt x="15440" y="90071"/>
                    <a:pt x="16008" y="89239"/>
                  </a:cubicBezTo>
                  <a:cubicBezTo>
                    <a:pt x="18301" y="86670"/>
                    <a:pt x="20844" y="83950"/>
                    <a:pt x="21875" y="80835"/>
                  </a:cubicBezTo>
                  <a:cubicBezTo>
                    <a:pt x="21912" y="80722"/>
                    <a:pt x="21824" y="80652"/>
                    <a:pt x="21733" y="80652"/>
                  </a:cubicBezTo>
                  <a:cubicBezTo>
                    <a:pt x="21682" y="80652"/>
                    <a:pt x="21630" y="80673"/>
                    <a:pt x="21598" y="80720"/>
                  </a:cubicBezTo>
                  <a:cubicBezTo>
                    <a:pt x="20168" y="82674"/>
                    <a:pt x="18823" y="84683"/>
                    <a:pt x="17507" y="86710"/>
                  </a:cubicBezTo>
                  <a:cubicBezTo>
                    <a:pt x="15555" y="89199"/>
                    <a:pt x="13540" y="91650"/>
                    <a:pt x="11574" y="94141"/>
                  </a:cubicBezTo>
                  <a:cubicBezTo>
                    <a:pt x="11782" y="93838"/>
                    <a:pt x="11992" y="93538"/>
                    <a:pt x="12195" y="93235"/>
                  </a:cubicBezTo>
                  <a:cubicBezTo>
                    <a:pt x="15188" y="88699"/>
                    <a:pt x="18364" y="84288"/>
                    <a:pt x="21369" y="79758"/>
                  </a:cubicBezTo>
                  <a:cubicBezTo>
                    <a:pt x="21430" y="79666"/>
                    <a:pt x="21337" y="79557"/>
                    <a:pt x="21247" y="79557"/>
                  </a:cubicBezTo>
                  <a:cubicBezTo>
                    <a:pt x="21216" y="79557"/>
                    <a:pt x="21186" y="79569"/>
                    <a:pt x="21162" y="79599"/>
                  </a:cubicBezTo>
                  <a:cubicBezTo>
                    <a:pt x="20610" y="80272"/>
                    <a:pt x="20085" y="80962"/>
                    <a:pt x="19559" y="81652"/>
                  </a:cubicBezTo>
                  <a:cubicBezTo>
                    <a:pt x="20062" y="80722"/>
                    <a:pt x="20518" y="79767"/>
                    <a:pt x="20919" y="78791"/>
                  </a:cubicBezTo>
                  <a:cubicBezTo>
                    <a:pt x="21156" y="78471"/>
                    <a:pt x="21393" y="78150"/>
                    <a:pt x="21629" y="77830"/>
                  </a:cubicBezTo>
                  <a:cubicBezTo>
                    <a:pt x="21647" y="77872"/>
                    <a:pt x="21686" y="77895"/>
                    <a:pt x="21727" y="77895"/>
                  </a:cubicBezTo>
                  <a:cubicBezTo>
                    <a:pt x="21753" y="77895"/>
                    <a:pt x="21779" y="77885"/>
                    <a:pt x="21800" y="77864"/>
                  </a:cubicBezTo>
                  <a:lnTo>
                    <a:pt x="21800" y="77864"/>
                  </a:lnTo>
                  <a:cubicBezTo>
                    <a:pt x="21727" y="78040"/>
                    <a:pt x="21652" y="78214"/>
                    <a:pt x="21583" y="78393"/>
                  </a:cubicBezTo>
                  <a:cubicBezTo>
                    <a:pt x="21544" y="78500"/>
                    <a:pt x="21637" y="78574"/>
                    <a:pt x="21729" y="78574"/>
                  </a:cubicBezTo>
                  <a:cubicBezTo>
                    <a:pt x="21766" y="78574"/>
                    <a:pt x="21803" y="78562"/>
                    <a:pt x="21831" y="78537"/>
                  </a:cubicBezTo>
                  <a:cubicBezTo>
                    <a:pt x="22250" y="78165"/>
                    <a:pt x="22648" y="77775"/>
                    <a:pt x="23053" y="77391"/>
                  </a:cubicBezTo>
                  <a:lnTo>
                    <a:pt x="23053" y="77391"/>
                  </a:lnTo>
                  <a:cubicBezTo>
                    <a:pt x="22755" y="77968"/>
                    <a:pt x="22469" y="78546"/>
                    <a:pt x="22207" y="79132"/>
                  </a:cubicBezTo>
                  <a:cubicBezTo>
                    <a:pt x="22153" y="79250"/>
                    <a:pt x="22234" y="79393"/>
                    <a:pt x="22353" y="79393"/>
                  </a:cubicBezTo>
                  <a:cubicBezTo>
                    <a:pt x="22381" y="79393"/>
                    <a:pt x="22412" y="79385"/>
                    <a:pt x="22443" y="79366"/>
                  </a:cubicBezTo>
                  <a:cubicBezTo>
                    <a:pt x="26410" y="77004"/>
                    <a:pt x="28593" y="72956"/>
                    <a:pt x="31321" y="69379"/>
                  </a:cubicBezTo>
                  <a:cubicBezTo>
                    <a:pt x="32935" y="67266"/>
                    <a:pt x="34575" y="65167"/>
                    <a:pt x="36206" y="63068"/>
                  </a:cubicBezTo>
                  <a:lnTo>
                    <a:pt x="36206" y="63068"/>
                  </a:lnTo>
                  <a:cubicBezTo>
                    <a:pt x="35120" y="64801"/>
                    <a:pt x="34041" y="66567"/>
                    <a:pt x="32935" y="68329"/>
                  </a:cubicBezTo>
                  <a:cubicBezTo>
                    <a:pt x="29808" y="71998"/>
                    <a:pt x="26644" y="75630"/>
                    <a:pt x="24092" y="79758"/>
                  </a:cubicBezTo>
                  <a:cubicBezTo>
                    <a:pt x="24009" y="79895"/>
                    <a:pt x="24126" y="80019"/>
                    <a:pt x="24252" y="80019"/>
                  </a:cubicBezTo>
                  <a:cubicBezTo>
                    <a:pt x="24293" y="80019"/>
                    <a:pt x="24335" y="80005"/>
                    <a:pt x="24372" y="79975"/>
                  </a:cubicBezTo>
                  <a:cubicBezTo>
                    <a:pt x="26049" y="78546"/>
                    <a:pt x="27542" y="76863"/>
                    <a:pt x="28919" y="75047"/>
                  </a:cubicBezTo>
                  <a:lnTo>
                    <a:pt x="28919" y="75047"/>
                  </a:lnTo>
                  <a:cubicBezTo>
                    <a:pt x="27348" y="77134"/>
                    <a:pt x="25945" y="79342"/>
                    <a:pt x="24877" y="81805"/>
                  </a:cubicBezTo>
                  <a:cubicBezTo>
                    <a:pt x="24826" y="81920"/>
                    <a:pt x="24910" y="82089"/>
                    <a:pt x="25028" y="82089"/>
                  </a:cubicBezTo>
                  <a:cubicBezTo>
                    <a:pt x="25058" y="82089"/>
                    <a:pt x="25090" y="82078"/>
                    <a:pt x="25123" y="82053"/>
                  </a:cubicBezTo>
                  <a:cubicBezTo>
                    <a:pt x="25561" y="81718"/>
                    <a:pt x="25980" y="81352"/>
                    <a:pt x="26387" y="80974"/>
                  </a:cubicBezTo>
                  <a:lnTo>
                    <a:pt x="26387" y="80974"/>
                  </a:lnTo>
                  <a:cubicBezTo>
                    <a:pt x="26098" y="81464"/>
                    <a:pt x="25792" y="81941"/>
                    <a:pt x="25515" y="82440"/>
                  </a:cubicBezTo>
                  <a:cubicBezTo>
                    <a:pt x="25442" y="82572"/>
                    <a:pt x="25548" y="82693"/>
                    <a:pt x="25667" y="82693"/>
                  </a:cubicBezTo>
                  <a:cubicBezTo>
                    <a:pt x="25706" y="82693"/>
                    <a:pt x="25747" y="82679"/>
                    <a:pt x="25784" y="82648"/>
                  </a:cubicBezTo>
                  <a:cubicBezTo>
                    <a:pt x="26650" y="81903"/>
                    <a:pt x="27487" y="81121"/>
                    <a:pt x="28301" y="80310"/>
                  </a:cubicBezTo>
                  <a:lnTo>
                    <a:pt x="28301" y="80310"/>
                  </a:lnTo>
                  <a:cubicBezTo>
                    <a:pt x="27380" y="81736"/>
                    <a:pt x="26849" y="83202"/>
                    <a:pt x="27219" y="84623"/>
                  </a:cubicBezTo>
                  <a:cubicBezTo>
                    <a:pt x="27239" y="84703"/>
                    <a:pt x="27323" y="84758"/>
                    <a:pt x="27404" y="84758"/>
                  </a:cubicBezTo>
                  <a:cubicBezTo>
                    <a:pt x="27448" y="84758"/>
                    <a:pt x="27491" y="84741"/>
                    <a:pt x="27522" y="84704"/>
                  </a:cubicBezTo>
                  <a:cubicBezTo>
                    <a:pt x="29392" y="82411"/>
                    <a:pt x="31768" y="80581"/>
                    <a:pt x="33538" y="78211"/>
                  </a:cubicBezTo>
                  <a:cubicBezTo>
                    <a:pt x="35894" y="75061"/>
                    <a:pt x="37987" y="71764"/>
                    <a:pt x="39999" y="68386"/>
                  </a:cubicBezTo>
                  <a:cubicBezTo>
                    <a:pt x="41859" y="65260"/>
                    <a:pt x="43715" y="62150"/>
                    <a:pt x="45606" y="59067"/>
                  </a:cubicBezTo>
                  <a:cubicBezTo>
                    <a:pt x="58222" y="41791"/>
                    <a:pt x="70206" y="24007"/>
                    <a:pt x="83440" y="7211"/>
                  </a:cubicBezTo>
                  <a:cubicBezTo>
                    <a:pt x="83549" y="7071"/>
                    <a:pt x="83428" y="6887"/>
                    <a:pt x="83300" y="6887"/>
                  </a:cubicBezTo>
                  <a:cubicBezTo>
                    <a:pt x="83260" y="6887"/>
                    <a:pt x="83218" y="6906"/>
                    <a:pt x="83183" y="6951"/>
                  </a:cubicBezTo>
                  <a:cubicBezTo>
                    <a:pt x="81916" y="8556"/>
                    <a:pt x="80663" y="10173"/>
                    <a:pt x="79418" y="11798"/>
                  </a:cubicBezTo>
                  <a:cubicBezTo>
                    <a:pt x="80989" y="9682"/>
                    <a:pt x="82487" y="7528"/>
                    <a:pt x="83787" y="5285"/>
                  </a:cubicBezTo>
                  <a:cubicBezTo>
                    <a:pt x="83789" y="5279"/>
                    <a:pt x="83787" y="5273"/>
                    <a:pt x="83789" y="5268"/>
                  </a:cubicBezTo>
                  <a:lnTo>
                    <a:pt x="83789" y="5268"/>
                  </a:lnTo>
                  <a:cubicBezTo>
                    <a:pt x="84606" y="6867"/>
                    <a:pt x="82213" y="9913"/>
                    <a:pt x="81624" y="11068"/>
                  </a:cubicBezTo>
                  <a:cubicBezTo>
                    <a:pt x="81566" y="11180"/>
                    <a:pt x="81621" y="11293"/>
                    <a:pt x="81734" y="11336"/>
                  </a:cubicBezTo>
                  <a:lnTo>
                    <a:pt x="82828" y="11772"/>
                  </a:lnTo>
                  <a:cubicBezTo>
                    <a:pt x="82853" y="11782"/>
                    <a:pt x="82876" y="11787"/>
                    <a:pt x="82898" y="11787"/>
                  </a:cubicBezTo>
                  <a:cubicBezTo>
                    <a:pt x="83068" y="11787"/>
                    <a:pt x="83121" y="11503"/>
                    <a:pt x="82929" y="11426"/>
                  </a:cubicBezTo>
                  <a:cubicBezTo>
                    <a:pt x="81197" y="10730"/>
                    <a:pt x="84592" y="8527"/>
                    <a:pt x="84474" y="7196"/>
                  </a:cubicBezTo>
                  <a:cubicBezTo>
                    <a:pt x="84335" y="5629"/>
                    <a:pt x="84110" y="4728"/>
                    <a:pt x="82727" y="4101"/>
                  </a:cubicBezTo>
                  <a:cubicBezTo>
                    <a:pt x="82762" y="4023"/>
                    <a:pt x="82802" y="3945"/>
                    <a:pt x="82837" y="3865"/>
                  </a:cubicBezTo>
                  <a:cubicBezTo>
                    <a:pt x="82893" y="3733"/>
                    <a:pt x="82795" y="3593"/>
                    <a:pt x="82677" y="3593"/>
                  </a:cubicBezTo>
                  <a:cubicBezTo>
                    <a:pt x="82636" y="3593"/>
                    <a:pt x="82594" y="3609"/>
                    <a:pt x="82554" y="3648"/>
                  </a:cubicBezTo>
                  <a:cubicBezTo>
                    <a:pt x="82470" y="3732"/>
                    <a:pt x="82392" y="3818"/>
                    <a:pt x="82308" y="3899"/>
                  </a:cubicBezTo>
                  <a:cubicBezTo>
                    <a:pt x="80683" y="3002"/>
                    <a:pt x="78770" y="0"/>
                    <a:pt x="768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7" name="Google Shape;4337;p56"/>
            <p:cNvSpPr/>
            <p:nvPr/>
          </p:nvSpPr>
          <p:spPr>
            <a:xfrm>
              <a:off x="5490650" y="3675725"/>
              <a:ext cx="84675" cy="91500"/>
            </a:xfrm>
            <a:custGeom>
              <a:avLst/>
              <a:gdLst/>
              <a:ahLst/>
              <a:cxnLst/>
              <a:rect l="l" t="t" r="r" b="b"/>
              <a:pathLst>
                <a:path w="3387" h="3660" extrusionOk="0">
                  <a:moveTo>
                    <a:pt x="1251" y="0"/>
                  </a:moveTo>
                  <a:cubicBezTo>
                    <a:pt x="1029" y="0"/>
                    <a:pt x="828" y="94"/>
                    <a:pt x="673" y="328"/>
                  </a:cubicBezTo>
                  <a:cubicBezTo>
                    <a:pt x="1" y="1344"/>
                    <a:pt x="1260" y="2918"/>
                    <a:pt x="1892" y="3608"/>
                  </a:cubicBezTo>
                  <a:cubicBezTo>
                    <a:pt x="1926" y="3644"/>
                    <a:pt x="1964" y="3660"/>
                    <a:pt x="2001" y="3660"/>
                  </a:cubicBezTo>
                  <a:cubicBezTo>
                    <a:pt x="2122" y="3660"/>
                    <a:pt x="2229" y="3496"/>
                    <a:pt x="2123" y="3377"/>
                  </a:cubicBezTo>
                  <a:cubicBezTo>
                    <a:pt x="1545" y="2719"/>
                    <a:pt x="578" y="1578"/>
                    <a:pt x="876" y="602"/>
                  </a:cubicBezTo>
                  <a:cubicBezTo>
                    <a:pt x="944" y="377"/>
                    <a:pt x="1090" y="287"/>
                    <a:pt x="1277" y="287"/>
                  </a:cubicBezTo>
                  <a:cubicBezTo>
                    <a:pt x="1930" y="287"/>
                    <a:pt x="3091" y="1367"/>
                    <a:pt x="3286" y="1555"/>
                  </a:cubicBezTo>
                  <a:cubicBezTo>
                    <a:pt x="3297" y="1565"/>
                    <a:pt x="3308" y="1569"/>
                    <a:pt x="3319" y="1569"/>
                  </a:cubicBezTo>
                  <a:cubicBezTo>
                    <a:pt x="3356" y="1569"/>
                    <a:pt x="3387" y="1521"/>
                    <a:pt x="3356" y="1486"/>
                  </a:cubicBezTo>
                  <a:cubicBezTo>
                    <a:pt x="3049" y="1123"/>
                    <a:pt x="2020" y="0"/>
                    <a:pt x="125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8" name="Google Shape;4338;p56"/>
            <p:cNvSpPr/>
            <p:nvPr/>
          </p:nvSpPr>
          <p:spPr>
            <a:xfrm>
              <a:off x="5646325" y="3602300"/>
              <a:ext cx="178375" cy="319450"/>
            </a:xfrm>
            <a:custGeom>
              <a:avLst/>
              <a:gdLst/>
              <a:ahLst/>
              <a:cxnLst/>
              <a:rect l="l" t="t" r="r" b="b"/>
              <a:pathLst>
                <a:path w="7135" h="12778" extrusionOk="0">
                  <a:moveTo>
                    <a:pt x="1104" y="0"/>
                  </a:moveTo>
                  <a:cubicBezTo>
                    <a:pt x="568" y="0"/>
                    <a:pt x="0" y="114"/>
                    <a:pt x="7" y="953"/>
                  </a:cubicBezTo>
                  <a:cubicBezTo>
                    <a:pt x="24" y="2691"/>
                    <a:pt x="957" y="4423"/>
                    <a:pt x="1546" y="6031"/>
                  </a:cubicBezTo>
                  <a:cubicBezTo>
                    <a:pt x="2394" y="8355"/>
                    <a:pt x="5856" y="9432"/>
                    <a:pt x="5919" y="12125"/>
                  </a:cubicBezTo>
                  <a:cubicBezTo>
                    <a:pt x="5919" y="12180"/>
                    <a:pt x="5948" y="12232"/>
                    <a:pt x="5997" y="12261"/>
                  </a:cubicBezTo>
                  <a:cubicBezTo>
                    <a:pt x="6376" y="12449"/>
                    <a:pt x="6754" y="12610"/>
                    <a:pt x="7135" y="12778"/>
                  </a:cubicBezTo>
                  <a:cubicBezTo>
                    <a:pt x="6687" y="12431"/>
                    <a:pt x="6352" y="12024"/>
                    <a:pt x="6214" y="11519"/>
                  </a:cubicBezTo>
                  <a:cubicBezTo>
                    <a:pt x="5818" y="10076"/>
                    <a:pt x="4308" y="8837"/>
                    <a:pt x="3330" y="7812"/>
                  </a:cubicBezTo>
                  <a:cubicBezTo>
                    <a:pt x="2481" y="6917"/>
                    <a:pt x="1846" y="5936"/>
                    <a:pt x="1407" y="4778"/>
                  </a:cubicBezTo>
                  <a:cubicBezTo>
                    <a:pt x="1176" y="4177"/>
                    <a:pt x="960" y="3571"/>
                    <a:pt x="755" y="2965"/>
                  </a:cubicBezTo>
                  <a:cubicBezTo>
                    <a:pt x="340" y="2143"/>
                    <a:pt x="394" y="1733"/>
                    <a:pt x="917" y="1733"/>
                  </a:cubicBezTo>
                  <a:cubicBezTo>
                    <a:pt x="1336" y="1733"/>
                    <a:pt x="2058" y="1998"/>
                    <a:pt x="3082" y="2526"/>
                  </a:cubicBezTo>
                  <a:cubicBezTo>
                    <a:pt x="3106" y="2596"/>
                    <a:pt x="3167" y="2639"/>
                    <a:pt x="3232" y="2639"/>
                  </a:cubicBezTo>
                  <a:cubicBezTo>
                    <a:pt x="3269" y="2639"/>
                    <a:pt x="3306" y="2626"/>
                    <a:pt x="3338" y="2595"/>
                  </a:cubicBezTo>
                  <a:cubicBezTo>
                    <a:pt x="4268" y="1700"/>
                    <a:pt x="3942" y="2174"/>
                    <a:pt x="4459" y="1031"/>
                  </a:cubicBezTo>
                  <a:cubicBezTo>
                    <a:pt x="4516" y="908"/>
                    <a:pt x="4406" y="793"/>
                    <a:pt x="4305" y="793"/>
                  </a:cubicBezTo>
                  <a:cubicBezTo>
                    <a:pt x="4259" y="793"/>
                    <a:pt x="4215" y="817"/>
                    <a:pt x="4190" y="875"/>
                  </a:cubicBezTo>
                  <a:cubicBezTo>
                    <a:pt x="3921" y="1472"/>
                    <a:pt x="3675" y="1691"/>
                    <a:pt x="3441" y="1691"/>
                  </a:cubicBezTo>
                  <a:cubicBezTo>
                    <a:pt x="2799" y="1691"/>
                    <a:pt x="2249" y="36"/>
                    <a:pt x="1557" y="14"/>
                  </a:cubicBezTo>
                  <a:cubicBezTo>
                    <a:pt x="1419" y="10"/>
                    <a:pt x="1263" y="0"/>
                    <a:pt x="110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9" name="Google Shape;4339;p56"/>
            <p:cNvSpPr/>
            <p:nvPr/>
          </p:nvSpPr>
          <p:spPr>
            <a:xfrm>
              <a:off x="5824675" y="3921725"/>
              <a:ext cx="90675" cy="31725"/>
            </a:xfrm>
            <a:custGeom>
              <a:avLst/>
              <a:gdLst/>
              <a:ahLst/>
              <a:cxnLst/>
              <a:rect l="l" t="t" r="r" b="b"/>
              <a:pathLst>
                <a:path w="3627" h="1269" extrusionOk="0">
                  <a:moveTo>
                    <a:pt x="1" y="1"/>
                  </a:moveTo>
                  <a:cubicBezTo>
                    <a:pt x="853" y="653"/>
                    <a:pt x="2163" y="1049"/>
                    <a:pt x="3627" y="1268"/>
                  </a:cubicBezTo>
                  <a:cubicBezTo>
                    <a:pt x="2386" y="945"/>
                    <a:pt x="1173" y="520"/>
                    <a:pt x="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0" name="Google Shape;4340;p56"/>
            <p:cNvSpPr/>
            <p:nvPr/>
          </p:nvSpPr>
          <p:spPr>
            <a:xfrm>
              <a:off x="5516775" y="3755850"/>
              <a:ext cx="747050" cy="258800"/>
            </a:xfrm>
            <a:custGeom>
              <a:avLst/>
              <a:gdLst/>
              <a:ahLst/>
              <a:cxnLst/>
              <a:rect l="l" t="t" r="r" b="b"/>
              <a:pathLst>
                <a:path w="29882" h="10352" extrusionOk="0">
                  <a:moveTo>
                    <a:pt x="86" y="1"/>
                  </a:moveTo>
                  <a:cubicBezTo>
                    <a:pt x="33" y="1"/>
                    <a:pt x="1" y="85"/>
                    <a:pt x="56" y="126"/>
                  </a:cubicBezTo>
                  <a:cubicBezTo>
                    <a:pt x="4539" y="3446"/>
                    <a:pt x="7842" y="7499"/>
                    <a:pt x="13411" y="8980"/>
                  </a:cubicBezTo>
                  <a:cubicBezTo>
                    <a:pt x="16414" y="9779"/>
                    <a:pt x="19137" y="10352"/>
                    <a:pt x="21849" y="10352"/>
                  </a:cubicBezTo>
                  <a:cubicBezTo>
                    <a:pt x="24413" y="10352"/>
                    <a:pt x="26966" y="9840"/>
                    <a:pt x="29737" y="8521"/>
                  </a:cubicBezTo>
                  <a:cubicBezTo>
                    <a:pt x="29882" y="8449"/>
                    <a:pt x="29791" y="8251"/>
                    <a:pt x="29654" y="8251"/>
                  </a:cubicBezTo>
                  <a:cubicBezTo>
                    <a:pt x="29633" y="8251"/>
                    <a:pt x="29610" y="8256"/>
                    <a:pt x="29587" y="8267"/>
                  </a:cubicBezTo>
                  <a:cubicBezTo>
                    <a:pt x="29269" y="8414"/>
                    <a:pt x="28958" y="8544"/>
                    <a:pt x="28649" y="8674"/>
                  </a:cubicBezTo>
                  <a:cubicBezTo>
                    <a:pt x="27571" y="7997"/>
                    <a:pt x="26612" y="7735"/>
                    <a:pt x="25494" y="7735"/>
                  </a:cubicBezTo>
                  <a:cubicBezTo>
                    <a:pt x="24990" y="7735"/>
                    <a:pt x="24455" y="7788"/>
                    <a:pt x="23862" y="7880"/>
                  </a:cubicBezTo>
                  <a:cubicBezTo>
                    <a:pt x="23082" y="8000"/>
                    <a:pt x="21466" y="8147"/>
                    <a:pt x="19645" y="8147"/>
                  </a:cubicBezTo>
                  <a:cubicBezTo>
                    <a:pt x="18440" y="8147"/>
                    <a:pt x="17145" y="8083"/>
                    <a:pt x="15943" y="7903"/>
                  </a:cubicBezTo>
                  <a:lnTo>
                    <a:pt x="15943" y="7903"/>
                  </a:lnTo>
                  <a:cubicBezTo>
                    <a:pt x="16659" y="8088"/>
                    <a:pt x="17386" y="8253"/>
                    <a:pt x="18149" y="8374"/>
                  </a:cubicBezTo>
                  <a:cubicBezTo>
                    <a:pt x="18631" y="8449"/>
                    <a:pt x="19122" y="8479"/>
                    <a:pt x="19617" y="8479"/>
                  </a:cubicBezTo>
                  <a:cubicBezTo>
                    <a:pt x="21451" y="8479"/>
                    <a:pt x="23355" y="8073"/>
                    <a:pt x="25177" y="8073"/>
                  </a:cubicBezTo>
                  <a:cubicBezTo>
                    <a:pt x="26320" y="8073"/>
                    <a:pt x="27431" y="8233"/>
                    <a:pt x="28473" y="8752"/>
                  </a:cubicBezTo>
                  <a:cubicBezTo>
                    <a:pt x="26183" y="9663"/>
                    <a:pt x="24022" y="10020"/>
                    <a:pt x="21877" y="10020"/>
                  </a:cubicBezTo>
                  <a:cubicBezTo>
                    <a:pt x="18680" y="10020"/>
                    <a:pt x="15520" y="9227"/>
                    <a:pt x="12028" y="8296"/>
                  </a:cubicBezTo>
                  <a:cubicBezTo>
                    <a:pt x="7337" y="7043"/>
                    <a:pt x="4020" y="2678"/>
                    <a:pt x="122" y="13"/>
                  </a:cubicBezTo>
                  <a:cubicBezTo>
                    <a:pt x="110" y="5"/>
                    <a:pt x="98" y="1"/>
                    <a:pt x="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1" name="Google Shape;4341;p56"/>
            <p:cNvSpPr/>
            <p:nvPr/>
          </p:nvSpPr>
          <p:spPr>
            <a:xfrm>
              <a:off x="5788675" y="3606475"/>
              <a:ext cx="8175" cy="6375"/>
            </a:xfrm>
            <a:custGeom>
              <a:avLst/>
              <a:gdLst/>
              <a:ahLst/>
              <a:cxnLst/>
              <a:rect l="l" t="t" r="r" b="b"/>
              <a:pathLst>
                <a:path w="327" h="255" extrusionOk="0">
                  <a:moveTo>
                    <a:pt x="165" y="0"/>
                  </a:moveTo>
                  <a:cubicBezTo>
                    <a:pt x="0" y="0"/>
                    <a:pt x="0" y="254"/>
                    <a:pt x="165" y="254"/>
                  </a:cubicBezTo>
                  <a:cubicBezTo>
                    <a:pt x="326" y="254"/>
                    <a:pt x="326" y="0"/>
                    <a:pt x="165"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2" name="Google Shape;4342;p56"/>
            <p:cNvSpPr/>
            <p:nvPr/>
          </p:nvSpPr>
          <p:spPr>
            <a:xfrm>
              <a:off x="5590950" y="3167925"/>
              <a:ext cx="491425" cy="517425"/>
            </a:xfrm>
            <a:custGeom>
              <a:avLst/>
              <a:gdLst/>
              <a:ahLst/>
              <a:cxnLst/>
              <a:rect l="l" t="t" r="r" b="b"/>
              <a:pathLst>
                <a:path w="19657" h="20697" extrusionOk="0">
                  <a:moveTo>
                    <a:pt x="19231" y="1"/>
                  </a:moveTo>
                  <a:cubicBezTo>
                    <a:pt x="19186" y="1"/>
                    <a:pt x="19144" y="22"/>
                    <a:pt x="19122" y="73"/>
                  </a:cubicBezTo>
                  <a:cubicBezTo>
                    <a:pt x="18487" y="1557"/>
                    <a:pt x="17136" y="2518"/>
                    <a:pt x="16466" y="3999"/>
                  </a:cubicBezTo>
                  <a:cubicBezTo>
                    <a:pt x="16423" y="4089"/>
                    <a:pt x="16449" y="4239"/>
                    <a:pt x="16570" y="4256"/>
                  </a:cubicBezTo>
                  <a:cubicBezTo>
                    <a:pt x="17197" y="4346"/>
                    <a:pt x="19405" y="4441"/>
                    <a:pt x="18915" y="5584"/>
                  </a:cubicBezTo>
                  <a:cubicBezTo>
                    <a:pt x="18915" y="5583"/>
                    <a:pt x="18915" y="5583"/>
                    <a:pt x="18915" y="5583"/>
                  </a:cubicBezTo>
                  <a:lnTo>
                    <a:pt x="18915" y="5583"/>
                  </a:lnTo>
                  <a:cubicBezTo>
                    <a:pt x="18901" y="5583"/>
                    <a:pt x="17691" y="7559"/>
                    <a:pt x="17128" y="7559"/>
                  </a:cubicBezTo>
                  <a:cubicBezTo>
                    <a:pt x="17058" y="7559"/>
                    <a:pt x="16998" y="7528"/>
                    <a:pt x="16951" y="7458"/>
                  </a:cubicBezTo>
                  <a:cubicBezTo>
                    <a:pt x="16564" y="6881"/>
                    <a:pt x="15886" y="5888"/>
                    <a:pt x="15083" y="5888"/>
                  </a:cubicBezTo>
                  <a:cubicBezTo>
                    <a:pt x="14015" y="5888"/>
                    <a:pt x="13646" y="7640"/>
                    <a:pt x="12237" y="7640"/>
                  </a:cubicBezTo>
                  <a:cubicBezTo>
                    <a:pt x="12021" y="7640"/>
                    <a:pt x="11327" y="8376"/>
                    <a:pt x="11362" y="8376"/>
                  </a:cubicBezTo>
                  <a:cubicBezTo>
                    <a:pt x="11369" y="8376"/>
                    <a:pt x="11398" y="8353"/>
                    <a:pt x="11457" y="8298"/>
                  </a:cubicBezTo>
                  <a:lnTo>
                    <a:pt x="11457" y="8298"/>
                  </a:lnTo>
                  <a:cubicBezTo>
                    <a:pt x="10118" y="9540"/>
                    <a:pt x="9295" y="9947"/>
                    <a:pt x="7416" y="10074"/>
                  </a:cubicBezTo>
                  <a:cubicBezTo>
                    <a:pt x="7326" y="10079"/>
                    <a:pt x="7237" y="10166"/>
                    <a:pt x="7271" y="10261"/>
                  </a:cubicBezTo>
                  <a:cubicBezTo>
                    <a:pt x="7571" y="11096"/>
                    <a:pt x="7938" y="11598"/>
                    <a:pt x="8533" y="12251"/>
                  </a:cubicBezTo>
                  <a:cubicBezTo>
                    <a:pt x="9338" y="13128"/>
                    <a:pt x="9535" y="13841"/>
                    <a:pt x="9379" y="14534"/>
                  </a:cubicBezTo>
                  <a:cubicBezTo>
                    <a:pt x="9342" y="14477"/>
                    <a:pt x="9284" y="14434"/>
                    <a:pt x="9223" y="14434"/>
                  </a:cubicBezTo>
                  <a:cubicBezTo>
                    <a:pt x="9183" y="14434"/>
                    <a:pt x="9141" y="14453"/>
                    <a:pt x="9104" y="14499"/>
                  </a:cubicBezTo>
                  <a:cubicBezTo>
                    <a:pt x="8516" y="15233"/>
                    <a:pt x="7973" y="16001"/>
                    <a:pt x="7427" y="16763"/>
                  </a:cubicBezTo>
                  <a:cubicBezTo>
                    <a:pt x="8019" y="15738"/>
                    <a:pt x="8605" y="14710"/>
                    <a:pt x="9087" y="13625"/>
                  </a:cubicBezTo>
                  <a:cubicBezTo>
                    <a:pt x="9147" y="13489"/>
                    <a:pt x="9043" y="13340"/>
                    <a:pt x="8921" y="13340"/>
                  </a:cubicBezTo>
                  <a:cubicBezTo>
                    <a:pt x="8879" y="13340"/>
                    <a:pt x="8835" y="13357"/>
                    <a:pt x="8796" y="13400"/>
                  </a:cubicBezTo>
                  <a:cubicBezTo>
                    <a:pt x="8074" y="14144"/>
                    <a:pt x="7404" y="14921"/>
                    <a:pt x="6749" y="15724"/>
                  </a:cubicBezTo>
                  <a:cubicBezTo>
                    <a:pt x="6748" y="15724"/>
                    <a:pt x="6748" y="15724"/>
                    <a:pt x="6747" y="15724"/>
                  </a:cubicBezTo>
                  <a:lnTo>
                    <a:pt x="6747" y="15724"/>
                  </a:lnTo>
                  <a:cubicBezTo>
                    <a:pt x="7295" y="14850"/>
                    <a:pt x="7803" y="13953"/>
                    <a:pt x="8152" y="12946"/>
                  </a:cubicBezTo>
                  <a:cubicBezTo>
                    <a:pt x="8197" y="12818"/>
                    <a:pt x="8089" y="12732"/>
                    <a:pt x="7979" y="12732"/>
                  </a:cubicBezTo>
                  <a:cubicBezTo>
                    <a:pt x="7934" y="12732"/>
                    <a:pt x="7890" y="12745"/>
                    <a:pt x="7854" y="12776"/>
                  </a:cubicBezTo>
                  <a:cubicBezTo>
                    <a:pt x="7566" y="13027"/>
                    <a:pt x="7291" y="13296"/>
                    <a:pt x="7032" y="13579"/>
                  </a:cubicBezTo>
                  <a:cubicBezTo>
                    <a:pt x="7300" y="13076"/>
                    <a:pt x="7514" y="12545"/>
                    <a:pt x="7670" y="11999"/>
                  </a:cubicBezTo>
                  <a:cubicBezTo>
                    <a:pt x="7703" y="11881"/>
                    <a:pt x="7608" y="11793"/>
                    <a:pt x="7507" y="11793"/>
                  </a:cubicBezTo>
                  <a:cubicBezTo>
                    <a:pt x="7467" y="11793"/>
                    <a:pt x="7427" y="11807"/>
                    <a:pt x="7392" y="11838"/>
                  </a:cubicBezTo>
                  <a:cubicBezTo>
                    <a:pt x="6059" y="13079"/>
                    <a:pt x="4918" y="14474"/>
                    <a:pt x="3810" y="15917"/>
                  </a:cubicBezTo>
                  <a:cubicBezTo>
                    <a:pt x="3082" y="16864"/>
                    <a:pt x="2369" y="17820"/>
                    <a:pt x="1621" y="18752"/>
                  </a:cubicBezTo>
                  <a:cubicBezTo>
                    <a:pt x="1367" y="19061"/>
                    <a:pt x="1110" y="19367"/>
                    <a:pt x="848" y="19667"/>
                  </a:cubicBezTo>
                  <a:cubicBezTo>
                    <a:pt x="822" y="19699"/>
                    <a:pt x="403" y="20327"/>
                    <a:pt x="393" y="20327"/>
                  </a:cubicBezTo>
                  <a:cubicBezTo>
                    <a:pt x="389" y="20327"/>
                    <a:pt x="443" y="20239"/>
                    <a:pt x="596" y="19999"/>
                  </a:cubicBezTo>
                  <a:cubicBezTo>
                    <a:pt x="605" y="19984"/>
                    <a:pt x="591" y="19967"/>
                    <a:pt x="577" y="19967"/>
                  </a:cubicBezTo>
                  <a:cubicBezTo>
                    <a:pt x="573" y="19967"/>
                    <a:pt x="568" y="19969"/>
                    <a:pt x="565" y="19973"/>
                  </a:cubicBezTo>
                  <a:cubicBezTo>
                    <a:pt x="391" y="20170"/>
                    <a:pt x="221" y="20366"/>
                    <a:pt x="51" y="20565"/>
                  </a:cubicBezTo>
                  <a:cubicBezTo>
                    <a:pt x="0" y="20622"/>
                    <a:pt x="47" y="20696"/>
                    <a:pt x="104" y="20696"/>
                  </a:cubicBezTo>
                  <a:cubicBezTo>
                    <a:pt x="122" y="20696"/>
                    <a:pt x="140" y="20689"/>
                    <a:pt x="158" y="20672"/>
                  </a:cubicBezTo>
                  <a:cubicBezTo>
                    <a:pt x="2199" y="18743"/>
                    <a:pt x="3743" y="16359"/>
                    <a:pt x="5542" y="14217"/>
                  </a:cubicBezTo>
                  <a:cubicBezTo>
                    <a:pt x="5926" y="13758"/>
                    <a:pt x="6339" y="13324"/>
                    <a:pt x="6754" y="12891"/>
                  </a:cubicBezTo>
                  <a:cubicBezTo>
                    <a:pt x="7023" y="12614"/>
                    <a:pt x="7161" y="12504"/>
                    <a:pt x="7213" y="12504"/>
                  </a:cubicBezTo>
                  <a:cubicBezTo>
                    <a:pt x="7380" y="12504"/>
                    <a:pt x="6651" y="13639"/>
                    <a:pt x="6477" y="13945"/>
                  </a:cubicBezTo>
                  <a:cubicBezTo>
                    <a:pt x="6067" y="14664"/>
                    <a:pt x="5556" y="15322"/>
                    <a:pt x="5034" y="15975"/>
                  </a:cubicBezTo>
                  <a:cubicBezTo>
                    <a:pt x="4569" y="16431"/>
                    <a:pt x="4370" y="16685"/>
                    <a:pt x="4430" y="16734"/>
                  </a:cubicBezTo>
                  <a:cubicBezTo>
                    <a:pt x="4303" y="16896"/>
                    <a:pt x="4173" y="17060"/>
                    <a:pt x="4049" y="17222"/>
                  </a:cubicBezTo>
                  <a:cubicBezTo>
                    <a:pt x="3962" y="17339"/>
                    <a:pt x="4088" y="17481"/>
                    <a:pt x="4209" y="17481"/>
                  </a:cubicBezTo>
                  <a:cubicBezTo>
                    <a:pt x="4248" y="17481"/>
                    <a:pt x="4287" y="17466"/>
                    <a:pt x="4318" y="17430"/>
                  </a:cubicBezTo>
                  <a:cubicBezTo>
                    <a:pt x="5459" y="16095"/>
                    <a:pt x="6422" y="14616"/>
                    <a:pt x="7681" y="13382"/>
                  </a:cubicBezTo>
                  <a:lnTo>
                    <a:pt x="7681" y="13382"/>
                  </a:lnTo>
                  <a:cubicBezTo>
                    <a:pt x="7096" y="13959"/>
                    <a:pt x="6721" y="15160"/>
                    <a:pt x="6267" y="15865"/>
                  </a:cubicBezTo>
                  <a:cubicBezTo>
                    <a:pt x="5735" y="16685"/>
                    <a:pt x="5175" y="17485"/>
                    <a:pt x="4670" y="18319"/>
                  </a:cubicBezTo>
                  <a:cubicBezTo>
                    <a:pt x="4590" y="18449"/>
                    <a:pt x="4715" y="18599"/>
                    <a:pt x="4840" y="18599"/>
                  </a:cubicBezTo>
                  <a:cubicBezTo>
                    <a:pt x="4882" y="18599"/>
                    <a:pt x="4925" y="18582"/>
                    <a:pt x="4959" y="18541"/>
                  </a:cubicBezTo>
                  <a:cubicBezTo>
                    <a:pt x="6027" y="17222"/>
                    <a:pt x="7060" y="15877"/>
                    <a:pt x="8186" y="14606"/>
                  </a:cubicBezTo>
                  <a:lnTo>
                    <a:pt x="8186" y="14606"/>
                  </a:lnTo>
                  <a:cubicBezTo>
                    <a:pt x="7424" y="16076"/>
                    <a:pt x="6532" y="17473"/>
                    <a:pt x="5767" y="18945"/>
                  </a:cubicBezTo>
                  <a:cubicBezTo>
                    <a:pt x="5696" y="19081"/>
                    <a:pt x="5815" y="19237"/>
                    <a:pt x="5940" y="19237"/>
                  </a:cubicBezTo>
                  <a:cubicBezTo>
                    <a:pt x="5984" y="19237"/>
                    <a:pt x="6027" y="19218"/>
                    <a:pt x="6064" y="19174"/>
                  </a:cubicBezTo>
                  <a:cubicBezTo>
                    <a:pt x="7208" y="17820"/>
                    <a:pt x="8158" y="16324"/>
                    <a:pt x="9249" y="14930"/>
                  </a:cubicBezTo>
                  <a:lnTo>
                    <a:pt x="9249" y="14930"/>
                  </a:lnTo>
                  <a:cubicBezTo>
                    <a:pt x="9012" y="15513"/>
                    <a:pt x="8567" y="16102"/>
                    <a:pt x="8056" y="16783"/>
                  </a:cubicBezTo>
                  <a:cubicBezTo>
                    <a:pt x="8050" y="16793"/>
                    <a:pt x="8060" y="16804"/>
                    <a:pt x="8069" y="16804"/>
                  </a:cubicBezTo>
                  <a:cubicBezTo>
                    <a:pt x="8073" y="16804"/>
                    <a:pt x="8077" y="16802"/>
                    <a:pt x="8080" y="16798"/>
                  </a:cubicBezTo>
                  <a:cubicBezTo>
                    <a:pt x="8449" y="16313"/>
                    <a:pt x="10158" y="14702"/>
                    <a:pt x="9893" y="13925"/>
                  </a:cubicBezTo>
                  <a:cubicBezTo>
                    <a:pt x="9474" y="12698"/>
                    <a:pt x="6985" y="10608"/>
                    <a:pt x="8960" y="10244"/>
                  </a:cubicBezTo>
                  <a:cubicBezTo>
                    <a:pt x="10864" y="9889"/>
                    <a:pt x="11629" y="7984"/>
                    <a:pt x="13540" y="7984"/>
                  </a:cubicBezTo>
                  <a:cubicBezTo>
                    <a:pt x="13542" y="7984"/>
                    <a:pt x="13543" y="7984"/>
                    <a:pt x="13545" y="7984"/>
                  </a:cubicBezTo>
                  <a:cubicBezTo>
                    <a:pt x="13712" y="7984"/>
                    <a:pt x="14112" y="7559"/>
                    <a:pt x="14099" y="7559"/>
                  </a:cubicBezTo>
                  <a:lnTo>
                    <a:pt x="14099" y="7559"/>
                  </a:lnTo>
                  <a:cubicBezTo>
                    <a:pt x="14098" y="7559"/>
                    <a:pt x="14095" y="7561"/>
                    <a:pt x="14090" y="7565"/>
                  </a:cubicBezTo>
                  <a:cubicBezTo>
                    <a:pt x="14490" y="7222"/>
                    <a:pt x="15202" y="6670"/>
                    <a:pt x="15781" y="6670"/>
                  </a:cubicBezTo>
                  <a:cubicBezTo>
                    <a:pt x="16197" y="6670"/>
                    <a:pt x="16545" y="6955"/>
                    <a:pt x="16657" y="7810"/>
                  </a:cubicBezTo>
                  <a:cubicBezTo>
                    <a:pt x="16670" y="7907"/>
                    <a:pt x="16742" y="7985"/>
                    <a:pt x="16830" y="7985"/>
                  </a:cubicBezTo>
                  <a:cubicBezTo>
                    <a:pt x="16858" y="7985"/>
                    <a:pt x="16887" y="7978"/>
                    <a:pt x="16917" y="7960"/>
                  </a:cubicBezTo>
                  <a:cubicBezTo>
                    <a:pt x="18320" y="7169"/>
                    <a:pt x="18972" y="6315"/>
                    <a:pt x="19610" y="4831"/>
                  </a:cubicBezTo>
                  <a:cubicBezTo>
                    <a:pt x="19656" y="4741"/>
                    <a:pt x="19633" y="4597"/>
                    <a:pt x="19512" y="4577"/>
                  </a:cubicBezTo>
                  <a:cubicBezTo>
                    <a:pt x="17610" y="4251"/>
                    <a:pt x="16429" y="4089"/>
                    <a:pt x="18138" y="2158"/>
                  </a:cubicBezTo>
                  <a:cubicBezTo>
                    <a:pt x="18715" y="1508"/>
                    <a:pt x="19117" y="1011"/>
                    <a:pt x="19382" y="183"/>
                  </a:cubicBezTo>
                  <a:cubicBezTo>
                    <a:pt x="19415" y="82"/>
                    <a:pt x="19319" y="1"/>
                    <a:pt x="1923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3" name="Google Shape;4343;p56"/>
            <p:cNvSpPr/>
            <p:nvPr/>
          </p:nvSpPr>
          <p:spPr>
            <a:xfrm>
              <a:off x="5996400" y="2979625"/>
              <a:ext cx="227725" cy="171275"/>
            </a:xfrm>
            <a:custGeom>
              <a:avLst/>
              <a:gdLst/>
              <a:ahLst/>
              <a:cxnLst/>
              <a:rect l="l" t="t" r="r" b="b"/>
              <a:pathLst>
                <a:path w="9109" h="6851" extrusionOk="0">
                  <a:moveTo>
                    <a:pt x="4161" y="1"/>
                  </a:moveTo>
                  <a:cubicBezTo>
                    <a:pt x="3709" y="1"/>
                    <a:pt x="3360" y="207"/>
                    <a:pt x="3020" y="624"/>
                  </a:cubicBezTo>
                  <a:cubicBezTo>
                    <a:pt x="2122" y="1730"/>
                    <a:pt x="1934" y="3159"/>
                    <a:pt x="358" y="3581"/>
                  </a:cubicBezTo>
                  <a:cubicBezTo>
                    <a:pt x="254" y="3610"/>
                    <a:pt x="222" y="3722"/>
                    <a:pt x="266" y="3812"/>
                  </a:cubicBezTo>
                  <a:cubicBezTo>
                    <a:pt x="797" y="4972"/>
                    <a:pt x="1588" y="6274"/>
                    <a:pt x="2783" y="6846"/>
                  </a:cubicBezTo>
                  <a:cubicBezTo>
                    <a:pt x="2790" y="6849"/>
                    <a:pt x="2797" y="6851"/>
                    <a:pt x="2805" y="6851"/>
                  </a:cubicBezTo>
                  <a:cubicBezTo>
                    <a:pt x="2848" y="6851"/>
                    <a:pt x="2889" y="6797"/>
                    <a:pt x="2847" y="6762"/>
                  </a:cubicBezTo>
                  <a:cubicBezTo>
                    <a:pt x="2298" y="6338"/>
                    <a:pt x="0" y="4115"/>
                    <a:pt x="1065" y="3682"/>
                  </a:cubicBezTo>
                  <a:cubicBezTo>
                    <a:pt x="1761" y="3399"/>
                    <a:pt x="2212" y="2665"/>
                    <a:pt x="2575" y="2048"/>
                  </a:cubicBezTo>
                  <a:cubicBezTo>
                    <a:pt x="2755" y="1740"/>
                    <a:pt x="3571" y="215"/>
                    <a:pt x="4146" y="215"/>
                  </a:cubicBezTo>
                  <a:cubicBezTo>
                    <a:pt x="4272" y="215"/>
                    <a:pt x="4387" y="288"/>
                    <a:pt x="4481" y="466"/>
                  </a:cubicBezTo>
                  <a:cubicBezTo>
                    <a:pt x="4767" y="997"/>
                    <a:pt x="5133" y="1496"/>
                    <a:pt x="5485" y="1984"/>
                  </a:cubicBezTo>
                  <a:cubicBezTo>
                    <a:pt x="6066" y="2792"/>
                    <a:pt x="6972" y="4276"/>
                    <a:pt x="8061" y="4424"/>
                  </a:cubicBezTo>
                  <a:cubicBezTo>
                    <a:pt x="8096" y="4429"/>
                    <a:pt x="8131" y="4431"/>
                    <a:pt x="8163" y="4431"/>
                  </a:cubicBezTo>
                  <a:cubicBezTo>
                    <a:pt x="9108" y="4431"/>
                    <a:pt x="8736" y="2396"/>
                    <a:pt x="8641" y="1944"/>
                  </a:cubicBezTo>
                  <a:cubicBezTo>
                    <a:pt x="8627" y="1875"/>
                    <a:pt x="8568" y="1843"/>
                    <a:pt x="8509" y="1843"/>
                  </a:cubicBezTo>
                  <a:cubicBezTo>
                    <a:pt x="8434" y="1843"/>
                    <a:pt x="8357" y="1893"/>
                    <a:pt x="8364" y="1981"/>
                  </a:cubicBezTo>
                  <a:cubicBezTo>
                    <a:pt x="8385" y="2350"/>
                    <a:pt x="8673" y="4050"/>
                    <a:pt x="8055" y="4050"/>
                  </a:cubicBezTo>
                  <a:cubicBezTo>
                    <a:pt x="7990" y="4050"/>
                    <a:pt x="7916" y="4031"/>
                    <a:pt x="7830" y="3991"/>
                  </a:cubicBezTo>
                  <a:cubicBezTo>
                    <a:pt x="7307" y="3742"/>
                    <a:pt x="6880" y="3179"/>
                    <a:pt x="6513" y="2749"/>
                  </a:cubicBezTo>
                  <a:cubicBezTo>
                    <a:pt x="5942" y="2079"/>
                    <a:pt x="4983" y="1060"/>
                    <a:pt x="4729" y="183"/>
                  </a:cubicBezTo>
                  <a:cubicBezTo>
                    <a:pt x="4712" y="122"/>
                    <a:pt x="4665" y="76"/>
                    <a:pt x="4608" y="58"/>
                  </a:cubicBezTo>
                  <a:cubicBezTo>
                    <a:pt x="4447" y="20"/>
                    <a:pt x="4299" y="1"/>
                    <a:pt x="416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4" name="Google Shape;4344;p56"/>
            <p:cNvSpPr/>
            <p:nvPr/>
          </p:nvSpPr>
          <p:spPr>
            <a:xfrm>
              <a:off x="6186125" y="2701725"/>
              <a:ext cx="225450" cy="340000"/>
            </a:xfrm>
            <a:custGeom>
              <a:avLst/>
              <a:gdLst/>
              <a:ahLst/>
              <a:cxnLst/>
              <a:rect l="l" t="t" r="r" b="b"/>
              <a:pathLst>
                <a:path w="9018" h="13600" extrusionOk="0">
                  <a:moveTo>
                    <a:pt x="8802" y="1"/>
                  </a:moveTo>
                  <a:cubicBezTo>
                    <a:pt x="8731" y="1"/>
                    <a:pt x="8659" y="39"/>
                    <a:pt x="8630" y="126"/>
                  </a:cubicBezTo>
                  <a:cubicBezTo>
                    <a:pt x="7501" y="3530"/>
                    <a:pt x="4773" y="6177"/>
                    <a:pt x="1791" y="8088"/>
                  </a:cubicBezTo>
                  <a:cubicBezTo>
                    <a:pt x="1" y="9234"/>
                    <a:pt x="1369" y="12104"/>
                    <a:pt x="215" y="13490"/>
                  </a:cubicBezTo>
                  <a:cubicBezTo>
                    <a:pt x="175" y="13538"/>
                    <a:pt x="214" y="13600"/>
                    <a:pt x="261" y="13600"/>
                  </a:cubicBezTo>
                  <a:cubicBezTo>
                    <a:pt x="275" y="13600"/>
                    <a:pt x="290" y="13594"/>
                    <a:pt x="304" y="13579"/>
                  </a:cubicBezTo>
                  <a:cubicBezTo>
                    <a:pt x="1006" y="12840"/>
                    <a:pt x="1087" y="12430"/>
                    <a:pt x="977" y="11379"/>
                  </a:cubicBezTo>
                  <a:cubicBezTo>
                    <a:pt x="755" y="9191"/>
                    <a:pt x="1912" y="8692"/>
                    <a:pt x="3229" y="7525"/>
                  </a:cubicBezTo>
                  <a:cubicBezTo>
                    <a:pt x="5723" y="5311"/>
                    <a:pt x="7894" y="3469"/>
                    <a:pt x="8974" y="221"/>
                  </a:cubicBezTo>
                  <a:cubicBezTo>
                    <a:pt x="9017" y="87"/>
                    <a:pt x="8910" y="1"/>
                    <a:pt x="880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5" name="Google Shape;4345;p56"/>
            <p:cNvSpPr/>
            <p:nvPr/>
          </p:nvSpPr>
          <p:spPr>
            <a:xfrm>
              <a:off x="6187425" y="2719500"/>
              <a:ext cx="405000" cy="468050"/>
            </a:xfrm>
            <a:custGeom>
              <a:avLst/>
              <a:gdLst/>
              <a:ahLst/>
              <a:cxnLst/>
              <a:rect l="l" t="t" r="r" b="b"/>
              <a:pathLst>
                <a:path w="16200" h="18722" extrusionOk="0">
                  <a:moveTo>
                    <a:pt x="9192" y="0"/>
                  </a:moveTo>
                  <a:cubicBezTo>
                    <a:pt x="9126" y="0"/>
                    <a:pt x="9058" y="44"/>
                    <a:pt x="9066" y="119"/>
                  </a:cubicBezTo>
                  <a:cubicBezTo>
                    <a:pt x="9355" y="2894"/>
                    <a:pt x="7559" y="5362"/>
                    <a:pt x="6820" y="7955"/>
                  </a:cubicBezTo>
                  <a:cubicBezTo>
                    <a:pt x="6739" y="8232"/>
                    <a:pt x="6797" y="8552"/>
                    <a:pt x="6875" y="8827"/>
                  </a:cubicBezTo>
                  <a:cubicBezTo>
                    <a:pt x="7516" y="11055"/>
                    <a:pt x="5657" y="12161"/>
                    <a:pt x="4190" y="13007"/>
                  </a:cubicBezTo>
                  <a:cubicBezTo>
                    <a:pt x="1725" y="14427"/>
                    <a:pt x="310" y="15553"/>
                    <a:pt x="13" y="18521"/>
                  </a:cubicBezTo>
                  <a:cubicBezTo>
                    <a:pt x="1" y="18628"/>
                    <a:pt x="111" y="18709"/>
                    <a:pt x="206" y="18715"/>
                  </a:cubicBezTo>
                  <a:cubicBezTo>
                    <a:pt x="277" y="18719"/>
                    <a:pt x="349" y="18721"/>
                    <a:pt x="420" y="18721"/>
                  </a:cubicBezTo>
                  <a:cubicBezTo>
                    <a:pt x="3416" y="18721"/>
                    <a:pt x="6998" y="15027"/>
                    <a:pt x="9020" y="13183"/>
                  </a:cubicBezTo>
                  <a:cubicBezTo>
                    <a:pt x="10544" y="11789"/>
                    <a:pt x="10908" y="10504"/>
                    <a:pt x="11379" y="8454"/>
                  </a:cubicBezTo>
                  <a:cubicBezTo>
                    <a:pt x="12046" y="5558"/>
                    <a:pt x="15256" y="5195"/>
                    <a:pt x="16154" y="2576"/>
                  </a:cubicBezTo>
                  <a:cubicBezTo>
                    <a:pt x="16199" y="2444"/>
                    <a:pt x="16090" y="2356"/>
                    <a:pt x="15979" y="2356"/>
                  </a:cubicBezTo>
                  <a:cubicBezTo>
                    <a:pt x="15907" y="2356"/>
                    <a:pt x="15834" y="2394"/>
                    <a:pt x="15804" y="2481"/>
                  </a:cubicBezTo>
                  <a:cubicBezTo>
                    <a:pt x="14930" y="4970"/>
                    <a:pt x="12871" y="4565"/>
                    <a:pt x="11875" y="6378"/>
                  </a:cubicBezTo>
                  <a:cubicBezTo>
                    <a:pt x="10784" y="8359"/>
                    <a:pt x="10842" y="10770"/>
                    <a:pt x="9216" y="12461"/>
                  </a:cubicBezTo>
                  <a:cubicBezTo>
                    <a:pt x="7972" y="13758"/>
                    <a:pt x="6494" y="14863"/>
                    <a:pt x="5053" y="15920"/>
                  </a:cubicBezTo>
                  <a:cubicBezTo>
                    <a:pt x="4445" y="16366"/>
                    <a:pt x="2233" y="18074"/>
                    <a:pt x="1173" y="18074"/>
                  </a:cubicBezTo>
                  <a:cubicBezTo>
                    <a:pt x="703" y="18074"/>
                    <a:pt x="460" y="17737"/>
                    <a:pt x="685" y="16803"/>
                  </a:cubicBezTo>
                  <a:cubicBezTo>
                    <a:pt x="1418" y="13769"/>
                    <a:pt x="5873" y="13186"/>
                    <a:pt x="7380" y="10513"/>
                  </a:cubicBezTo>
                  <a:cubicBezTo>
                    <a:pt x="8393" y="8714"/>
                    <a:pt x="7906" y="5836"/>
                    <a:pt x="8847" y="3734"/>
                  </a:cubicBezTo>
                  <a:cubicBezTo>
                    <a:pt x="9424" y="2446"/>
                    <a:pt x="9528" y="1479"/>
                    <a:pt x="9303" y="88"/>
                  </a:cubicBezTo>
                  <a:cubicBezTo>
                    <a:pt x="9294" y="28"/>
                    <a:pt x="9244" y="0"/>
                    <a:pt x="919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6" name="Google Shape;4346;p56"/>
            <p:cNvSpPr/>
            <p:nvPr/>
          </p:nvSpPr>
          <p:spPr>
            <a:xfrm>
              <a:off x="6328025" y="2219625"/>
              <a:ext cx="575775" cy="590850"/>
            </a:xfrm>
            <a:custGeom>
              <a:avLst/>
              <a:gdLst/>
              <a:ahLst/>
              <a:cxnLst/>
              <a:rect l="l" t="t" r="r" b="b"/>
              <a:pathLst>
                <a:path w="23031" h="23634" extrusionOk="0">
                  <a:moveTo>
                    <a:pt x="22854" y="0"/>
                  </a:moveTo>
                  <a:cubicBezTo>
                    <a:pt x="22850" y="0"/>
                    <a:pt x="22847" y="0"/>
                    <a:pt x="22843" y="1"/>
                  </a:cubicBezTo>
                  <a:cubicBezTo>
                    <a:pt x="21490" y="130"/>
                    <a:pt x="20759" y="1531"/>
                    <a:pt x="19663" y="1531"/>
                  </a:cubicBezTo>
                  <a:cubicBezTo>
                    <a:pt x="19287" y="1531"/>
                    <a:pt x="18869" y="1366"/>
                    <a:pt x="18368" y="930"/>
                  </a:cubicBezTo>
                  <a:cubicBezTo>
                    <a:pt x="18331" y="899"/>
                    <a:pt x="18282" y="877"/>
                    <a:pt x="18234" y="877"/>
                  </a:cubicBezTo>
                  <a:cubicBezTo>
                    <a:pt x="18206" y="877"/>
                    <a:pt x="18179" y="884"/>
                    <a:pt x="18154" y="901"/>
                  </a:cubicBezTo>
                  <a:cubicBezTo>
                    <a:pt x="16208" y="2299"/>
                    <a:pt x="15426" y="5639"/>
                    <a:pt x="12864" y="5639"/>
                  </a:cubicBezTo>
                  <a:cubicBezTo>
                    <a:pt x="12326" y="5639"/>
                    <a:pt x="11709" y="5492"/>
                    <a:pt x="10986" y="5148"/>
                  </a:cubicBezTo>
                  <a:cubicBezTo>
                    <a:pt x="10473" y="4904"/>
                    <a:pt x="9883" y="4794"/>
                    <a:pt x="9287" y="4794"/>
                  </a:cubicBezTo>
                  <a:cubicBezTo>
                    <a:pt x="8579" y="4794"/>
                    <a:pt x="7861" y="4949"/>
                    <a:pt x="7253" y="5217"/>
                  </a:cubicBezTo>
                  <a:cubicBezTo>
                    <a:pt x="6032" y="5754"/>
                    <a:pt x="1" y="9268"/>
                    <a:pt x="2048" y="11603"/>
                  </a:cubicBezTo>
                  <a:cubicBezTo>
                    <a:pt x="3500" y="13264"/>
                    <a:pt x="6950" y="12536"/>
                    <a:pt x="7322" y="15423"/>
                  </a:cubicBezTo>
                  <a:cubicBezTo>
                    <a:pt x="7579" y="17427"/>
                    <a:pt x="6525" y="19909"/>
                    <a:pt x="6603" y="22008"/>
                  </a:cubicBezTo>
                  <a:cubicBezTo>
                    <a:pt x="6649" y="23211"/>
                    <a:pt x="7077" y="23633"/>
                    <a:pt x="7646" y="23633"/>
                  </a:cubicBezTo>
                  <a:cubicBezTo>
                    <a:pt x="8439" y="23633"/>
                    <a:pt x="9507" y="22812"/>
                    <a:pt x="10195" y="22144"/>
                  </a:cubicBezTo>
                  <a:cubicBezTo>
                    <a:pt x="10256" y="22085"/>
                    <a:pt x="10201" y="22008"/>
                    <a:pt x="10135" y="22008"/>
                  </a:cubicBezTo>
                  <a:cubicBezTo>
                    <a:pt x="10117" y="22008"/>
                    <a:pt x="10097" y="22014"/>
                    <a:pt x="10079" y="22028"/>
                  </a:cubicBezTo>
                  <a:cubicBezTo>
                    <a:pt x="9209" y="22752"/>
                    <a:pt x="8568" y="23055"/>
                    <a:pt x="8103" y="23055"/>
                  </a:cubicBezTo>
                  <a:cubicBezTo>
                    <a:pt x="5994" y="23055"/>
                    <a:pt x="7520" y="16814"/>
                    <a:pt x="7669" y="15423"/>
                  </a:cubicBezTo>
                  <a:cubicBezTo>
                    <a:pt x="7813" y="14057"/>
                    <a:pt x="6147" y="13113"/>
                    <a:pt x="5154" y="12594"/>
                  </a:cubicBezTo>
                  <a:cubicBezTo>
                    <a:pt x="4138" y="12065"/>
                    <a:pt x="1961" y="12319"/>
                    <a:pt x="2377" y="10125"/>
                  </a:cubicBezTo>
                  <a:cubicBezTo>
                    <a:pt x="2917" y="7273"/>
                    <a:pt x="6416" y="5350"/>
                    <a:pt x="9345" y="5350"/>
                  </a:cubicBezTo>
                  <a:cubicBezTo>
                    <a:pt x="10143" y="5350"/>
                    <a:pt x="10898" y="5492"/>
                    <a:pt x="11540" y="5798"/>
                  </a:cubicBezTo>
                  <a:cubicBezTo>
                    <a:pt x="12185" y="6105"/>
                    <a:pt x="12733" y="6258"/>
                    <a:pt x="13243" y="6258"/>
                  </a:cubicBezTo>
                  <a:cubicBezTo>
                    <a:pt x="14041" y="6258"/>
                    <a:pt x="14745" y="5882"/>
                    <a:pt x="15576" y="5134"/>
                  </a:cubicBezTo>
                  <a:cubicBezTo>
                    <a:pt x="17094" y="3768"/>
                    <a:pt x="16916" y="1685"/>
                    <a:pt x="18517" y="1685"/>
                  </a:cubicBezTo>
                  <a:cubicBezTo>
                    <a:pt x="18836" y="1685"/>
                    <a:pt x="19227" y="1768"/>
                    <a:pt x="19716" y="1956"/>
                  </a:cubicBezTo>
                  <a:lnTo>
                    <a:pt x="19716" y="1956"/>
                  </a:lnTo>
                  <a:cubicBezTo>
                    <a:pt x="19716" y="1956"/>
                    <a:pt x="19716" y="1956"/>
                    <a:pt x="19716" y="1956"/>
                  </a:cubicBezTo>
                  <a:lnTo>
                    <a:pt x="19716" y="1956"/>
                  </a:lnTo>
                  <a:cubicBezTo>
                    <a:pt x="19716" y="1956"/>
                    <a:pt x="19722" y="1958"/>
                    <a:pt x="19736" y="1964"/>
                  </a:cubicBezTo>
                  <a:cubicBezTo>
                    <a:pt x="19730" y="1961"/>
                    <a:pt x="19723" y="1959"/>
                    <a:pt x="19716" y="1956"/>
                  </a:cubicBezTo>
                  <a:lnTo>
                    <a:pt x="19716" y="1956"/>
                  </a:lnTo>
                  <a:cubicBezTo>
                    <a:pt x="19723" y="1957"/>
                    <a:pt x="20154" y="2108"/>
                    <a:pt x="20398" y="2108"/>
                  </a:cubicBezTo>
                  <a:cubicBezTo>
                    <a:pt x="20449" y="2108"/>
                    <a:pt x="20493" y="2101"/>
                    <a:pt x="20522" y="2085"/>
                  </a:cubicBezTo>
                  <a:cubicBezTo>
                    <a:pt x="20715" y="2004"/>
                    <a:pt x="20897" y="1897"/>
                    <a:pt x="21062" y="1767"/>
                  </a:cubicBezTo>
                  <a:cubicBezTo>
                    <a:pt x="21070" y="1756"/>
                    <a:pt x="21079" y="1744"/>
                    <a:pt x="21088" y="1733"/>
                  </a:cubicBezTo>
                  <a:cubicBezTo>
                    <a:pt x="21282" y="1374"/>
                    <a:pt x="21414" y="1194"/>
                    <a:pt x="21484" y="1194"/>
                  </a:cubicBezTo>
                  <a:cubicBezTo>
                    <a:pt x="21615" y="1194"/>
                    <a:pt x="21534" y="1811"/>
                    <a:pt x="21243" y="3044"/>
                  </a:cubicBezTo>
                  <a:cubicBezTo>
                    <a:pt x="19465" y="5064"/>
                    <a:pt x="16985" y="6208"/>
                    <a:pt x="15412" y="8465"/>
                  </a:cubicBezTo>
                  <a:cubicBezTo>
                    <a:pt x="13371" y="11396"/>
                    <a:pt x="15432" y="16101"/>
                    <a:pt x="14127" y="19410"/>
                  </a:cubicBezTo>
                  <a:cubicBezTo>
                    <a:pt x="14076" y="19539"/>
                    <a:pt x="14182" y="19623"/>
                    <a:pt x="14292" y="19623"/>
                  </a:cubicBezTo>
                  <a:cubicBezTo>
                    <a:pt x="14364" y="19623"/>
                    <a:pt x="14437" y="19587"/>
                    <a:pt x="14471" y="19505"/>
                  </a:cubicBezTo>
                  <a:cubicBezTo>
                    <a:pt x="15210" y="17646"/>
                    <a:pt x="15391" y="16309"/>
                    <a:pt x="15241" y="14335"/>
                  </a:cubicBezTo>
                  <a:cubicBezTo>
                    <a:pt x="14964" y="10671"/>
                    <a:pt x="15533" y="8226"/>
                    <a:pt x="18406" y="5858"/>
                  </a:cubicBezTo>
                  <a:cubicBezTo>
                    <a:pt x="20403" y="4213"/>
                    <a:pt x="22664" y="2916"/>
                    <a:pt x="23022" y="180"/>
                  </a:cubicBezTo>
                  <a:cubicBezTo>
                    <a:pt x="23030" y="91"/>
                    <a:pt x="22938" y="0"/>
                    <a:pt x="228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7" name="Google Shape;4347;p56"/>
            <p:cNvSpPr/>
            <p:nvPr/>
          </p:nvSpPr>
          <p:spPr>
            <a:xfrm>
              <a:off x="6705250" y="2055250"/>
              <a:ext cx="527450" cy="644225"/>
            </a:xfrm>
            <a:custGeom>
              <a:avLst/>
              <a:gdLst/>
              <a:ahLst/>
              <a:cxnLst/>
              <a:rect l="l" t="t" r="r" b="b"/>
              <a:pathLst>
                <a:path w="21098" h="25769" extrusionOk="0">
                  <a:moveTo>
                    <a:pt x="20872" y="0"/>
                  </a:moveTo>
                  <a:cubicBezTo>
                    <a:pt x="20801" y="0"/>
                    <a:pt x="20735" y="40"/>
                    <a:pt x="20719" y="132"/>
                  </a:cubicBezTo>
                  <a:cubicBezTo>
                    <a:pt x="20151" y="1200"/>
                    <a:pt x="19582" y="2268"/>
                    <a:pt x="19013" y="3336"/>
                  </a:cubicBezTo>
                  <a:cubicBezTo>
                    <a:pt x="18953" y="3397"/>
                    <a:pt x="18941" y="3487"/>
                    <a:pt x="18984" y="3562"/>
                  </a:cubicBezTo>
                  <a:cubicBezTo>
                    <a:pt x="20887" y="7471"/>
                    <a:pt x="15352" y="6304"/>
                    <a:pt x="13889" y="8161"/>
                  </a:cubicBezTo>
                  <a:cubicBezTo>
                    <a:pt x="12961" y="9337"/>
                    <a:pt x="12262" y="11520"/>
                    <a:pt x="10665" y="11520"/>
                  </a:cubicBezTo>
                  <a:cubicBezTo>
                    <a:pt x="10424" y="11520"/>
                    <a:pt x="10162" y="11470"/>
                    <a:pt x="9876" y="11359"/>
                  </a:cubicBezTo>
                  <a:cubicBezTo>
                    <a:pt x="9715" y="11297"/>
                    <a:pt x="9576" y="11270"/>
                    <a:pt x="9453" y="11270"/>
                  </a:cubicBezTo>
                  <a:cubicBezTo>
                    <a:pt x="9162" y="11270"/>
                    <a:pt x="8953" y="11421"/>
                    <a:pt x="8724" y="11628"/>
                  </a:cubicBezTo>
                  <a:cubicBezTo>
                    <a:pt x="6284" y="13819"/>
                    <a:pt x="5144" y="25480"/>
                    <a:pt x="983" y="25480"/>
                  </a:cubicBezTo>
                  <a:cubicBezTo>
                    <a:pt x="703" y="25480"/>
                    <a:pt x="409" y="25427"/>
                    <a:pt x="100" y="25315"/>
                  </a:cubicBezTo>
                  <a:cubicBezTo>
                    <a:pt x="93" y="25312"/>
                    <a:pt x="85" y="25311"/>
                    <a:pt x="78" y="25311"/>
                  </a:cubicBezTo>
                  <a:cubicBezTo>
                    <a:pt x="24" y="25311"/>
                    <a:pt x="0" y="25394"/>
                    <a:pt x="51" y="25428"/>
                  </a:cubicBezTo>
                  <a:cubicBezTo>
                    <a:pt x="417" y="25666"/>
                    <a:pt x="766" y="25769"/>
                    <a:pt x="1098" y="25769"/>
                  </a:cubicBezTo>
                  <a:cubicBezTo>
                    <a:pt x="2632" y="25769"/>
                    <a:pt x="3788" y="23564"/>
                    <a:pt x="4445" y="22356"/>
                  </a:cubicBezTo>
                  <a:cubicBezTo>
                    <a:pt x="5444" y="20514"/>
                    <a:pt x="6160" y="18496"/>
                    <a:pt x="6911" y="16542"/>
                  </a:cubicBezTo>
                  <a:cubicBezTo>
                    <a:pt x="7782" y="14270"/>
                    <a:pt x="7979" y="12054"/>
                    <a:pt x="10347" y="12054"/>
                  </a:cubicBezTo>
                  <a:cubicBezTo>
                    <a:pt x="10630" y="12054"/>
                    <a:pt x="10945" y="12086"/>
                    <a:pt x="11296" y="12153"/>
                  </a:cubicBezTo>
                  <a:cubicBezTo>
                    <a:pt x="11372" y="12168"/>
                    <a:pt x="11447" y="12175"/>
                    <a:pt x="11519" y="12175"/>
                  </a:cubicBezTo>
                  <a:cubicBezTo>
                    <a:pt x="12526" y="12175"/>
                    <a:pt x="13213" y="10847"/>
                    <a:pt x="13534" y="10153"/>
                  </a:cubicBezTo>
                  <a:cubicBezTo>
                    <a:pt x="14937" y="7136"/>
                    <a:pt x="16649" y="7626"/>
                    <a:pt x="19178" y="6772"/>
                  </a:cubicBezTo>
                  <a:cubicBezTo>
                    <a:pt x="19888" y="6529"/>
                    <a:pt x="19995" y="5920"/>
                    <a:pt x="20038" y="5282"/>
                  </a:cubicBezTo>
                  <a:cubicBezTo>
                    <a:pt x="20162" y="3492"/>
                    <a:pt x="20751" y="2040"/>
                    <a:pt x="21072" y="230"/>
                  </a:cubicBezTo>
                  <a:cubicBezTo>
                    <a:pt x="21098" y="91"/>
                    <a:pt x="20979" y="0"/>
                    <a:pt x="2087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8" name="Google Shape;4348;p56"/>
            <p:cNvSpPr/>
            <p:nvPr/>
          </p:nvSpPr>
          <p:spPr>
            <a:xfrm>
              <a:off x="5768900" y="1995950"/>
              <a:ext cx="164800" cy="211150"/>
            </a:xfrm>
            <a:custGeom>
              <a:avLst/>
              <a:gdLst/>
              <a:ahLst/>
              <a:cxnLst/>
              <a:rect l="l" t="t" r="r" b="b"/>
              <a:pathLst>
                <a:path w="6592" h="8446" extrusionOk="0">
                  <a:moveTo>
                    <a:pt x="6591" y="1"/>
                  </a:moveTo>
                  <a:lnTo>
                    <a:pt x="6591" y="1"/>
                  </a:lnTo>
                  <a:cubicBezTo>
                    <a:pt x="6233" y="442"/>
                    <a:pt x="5875" y="887"/>
                    <a:pt x="5517" y="1329"/>
                  </a:cubicBezTo>
                  <a:cubicBezTo>
                    <a:pt x="3797" y="3477"/>
                    <a:pt x="2102" y="5648"/>
                    <a:pt x="413" y="7825"/>
                  </a:cubicBezTo>
                  <a:cubicBezTo>
                    <a:pt x="277" y="8032"/>
                    <a:pt x="139" y="8240"/>
                    <a:pt x="0" y="8445"/>
                  </a:cubicBezTo>
                  <a:cubicBezTo>
                    <a:pt x="2223" y="5651"/>
                    <a:pt x="4429" y="2842"/>
                    <a:pt x="65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9" name="Google Shape;4349;p56"/>
            <p:cNvSpPr/>
            <p:nvPr/>
          </p:nvSpPr>
          <p:spPr>
            <a:xfrm>
              <a:off x="5705950" y="2238400"/>
              <a:ext cx="36900" cy="47575"/>
            </a:xfrm>
            <a:custGeom>
              <a:avLst/>
              <a:gdLst/>
              <a:ahLst/>
              <a:cxnLst/>
              <a:rect l="l" t="t" r="r" b="b"/>
              <a:pathLst>
                <a:path w="1476" h="1903" extrusionOk="0">
                  <a:moveTo>
                    <a:pt x="1476" y="0"/>
                  </a:moveTo>
                  <a:lnTo>
                    <a:pt x="1476" y="0"/>
                  </a:lnTo>
                  <a:cubicBezTo>
                    <a:pt x="985" y="635"/>
                    <a:pt x="494" y="1271"/>
                    <a:pt x="1" y="1903"/>
                  </a:cubicBezTo>
                  <a:cubicBezTo>
                    <a:pt x="425" y="1377"/>
                    <a:pt x="847" y="846"/>
                    <a:pt x="1268" y="318"/>
                  </a:cubicBezTo>
                  <a:lnTo>
                    <a:pt x="1476"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0" name="Google Shape;4350;p56"/>
            <p:cNvSpPr/>
            <p:nvPr/>
          </p:nvSpPr>
          <p:spPr>
            <a:xfrm>
              <a:off x="5166150" y="3442125"/>
              <a:ext cx="4425" cy="5725"/>
            </a:xfrm>
            <a:custGeom>
              <a:avLst/>
              <a:gdLst/>
              <a:ahLst/>
              <a:cxnLst/>
              <a:rect l="l" t="t" r="r" b="b"/>
              <a:pathLst>
                <a:path w="177" h="229" extrusionOk="0">
                  <a:moveTo>
                    <a:pt x="177" y="1"/>
                  </a:moveTo>
                  <a:cubicBezTo>
                    <a:pt x="108" y="76"/>
                    <a:pt x="59" y="151"/>
                    <a:pt x="1" y="229"/>
                  </a:cubicBezTo>
                  <a:cubicBezTo>
                    <a:pt x="59" y="154"/>
                    <a:pt x="119" y="76"/>
                    <a:pt x="17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1" name="Google Shape;4351;p56"/>
            <p:cNvSpPr/>
            <p:nvPr/>
          </p:nvSpPr>
          <p:spPr>
            <a:xfrm>
              <a:off x="5451900" y="3109550"/>
              <a:ext cx="52075" cy="70600"/>
            </a:xfrm>
            <a:custGeom>
              <a:avLst/>
              <a:gdLst/>
              <a:ahLst/>
              <a:cxnLst/>
              <a:rect l="l" t="t" r="r" b="b"/>
              <a:pathLst>
                <a:path w="2083" h="2824" extrusionOk="0">
                  <a:moveTo>
                    <a:pt x="2082" y="0"/>
                  </a:moveTo>
                  <a:cubicBezTo>
                    <a:pt x="1386" y="942"/>
                    <a:pt x="693" y="1883"/>
                    <a:pt x="0" y="2824"/>
                  </a:cubicBezTo>
                  <a:cubicBezTo>
                    <a:pt x="249" y="2492"/>
                    <a:pt x="500" y="2163"/>
                    <a:pt x="745" y="1831"/>
                  </a:cubicBezTo>
                  <a:cubicBezTo>
                    <a:pt x="1199" y="1224"/>
                    <a:pt x="1637" y="612"/>
                    <a:pt x="2082"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2" name="Google Shape;4352;p56"/>
            <p:cNvSpPr/>
            <p:nvPr/>
          </p:nvSpPr>
          <p:spPr>
            <a:xfrm>
              <a:off x="6131925" y="2028500"/>
              <a:ext cx="71475" cy="94575"/>
            </a:xfrm>
            <a:custGeom>
              <a:avLst/>
              <a:gdLst/>
              <a:ahLst/>
              <a:cxnLst/>
              <a:rect l="l" t="t" r="r" b="b"/>
              <a:pathLst>
                <a:path w="2859" h="3783" extrusionOk="0">
                  <a:moveTo>
                    <a:pt x="2859" y="1"/>
                  </a:moveTo>
                  <a:lnTo>
                    <a:pt x="2859" y="1"/>
                  </a:lnTo>
                  <a:cubicBezTo>
                    <a:pt x="1898" y="1251"/>
                    <a:pt x="945" y="2513"/>
                    <a:pt x="1" y="3783"/>
                  </a:cubicBezTo>
                  <a:cubicBezTo>
                    <a:pt x="399" y="3260"/>
                    <a:pt x="795" y="2732"/>
                    <a:pt x="1196" y="2212"/>
                  </a:cubicBezTo>
                  <a:cubicBezTo>
                    <a:pt x="1753" y="1488"/>
                    <a:pt x="2308" y="749"/>
                    <a:pt x="2859"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3" name="Google Shape;4353;p56"/>
            <p:cNvSpPr/>
            <p:nvPr/>
          </p:nvSpPr>
          <p:spPr>
            <a:xfrm>
              <a:off x="6257025" y="2090000"/>
              <a:ext cx="175750" cy="248300"/>
            </a:xfrm>
            <a:custGeom>
              <a:avLst/>
              <a:gdLst/>
              <a:ahLst/>
              <a:cxnLst/>
              <a:rect l="l" t="t" r="r" b="b"/>
              <a:pathLst>
                <a:path w="7030" h="9932" extrusionOk="0">
                  <a:moveTo>
                    <a:pt x="7030" y="1"/>
                  </a:moveTo>
                  <a:cubicBezTo>
                    <a:pt x="4631" y="3257"/>
                    <a:pt x="2295" y="6580"/>
                    <a:pt x="0" y="9932"/>
                  </a:cubicBezTo>
                  <a:cubicBezTo>
                    <a:pt x="2295" y="6791"/>
                    <a:pt x="4585" y="3650"/>
                    <a:pt x="6747" y="422"/>
                  </a:cubicBezTo>
                  <a:cubicBezTo>
                    <a:pt x="6842" y="281"/>
                    <a:pt x="6935" y="142"/>
                    <a:pt x="7030"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4" name="Google Shape;4354;p56"/>
            <p:cNvSpPr/>
            <p:nvPr/>
          </p:nvSpPr>
          <p:spPr>
            <a:xfrm>
              <a:off x="6294325" y="2124500"/>
              <a:ext cx="299850" cy="401100"/>
            </a:xfrm>
            <a:custGeom>
              <a:avLst/>
              <a:gdLst/>
              <a:ahLst/>
              <a:cxnLst/>
              <a:rect l="l" t="t" r="r" b="b"/>
              <a:pathLst>
                <a:path w="11994" h="16044" extrusionOk="0">
                  <a:moveTo>
                    <a:pt x="11993" y="1"/>
                  </a:moveTo>
                  <a:lnTo>
                    <a:pt x="11993" y="1"/>
                  </a:lnTo>
                  <a:cubicBezTo>
                    <a:pt x="10339" y="1926"/>
                    <a:pt x="8690" y="3849"/>
                    <a:pt x="7253" y="5858"/>
                  </a:cubicBezTo>
                  <a:cubicBezTo>
                    <a:pt x="4807" y="9274"/>
                    <a:pt x="2382" y="12648"/>
                    <a:pt x="1" y="16044"/>
                  </a:cubicBezTo>
                  <a:cubicBezTo>
                    <a:pt x="2128" y="13122"/>
                    <a:pt x="4328" y="10252"/>
                    <a:pt x="6496" y="7362"/>
                  </a:cubicBezTo>
                  <a:cubicBezTo>
                    <a:pt x="8341" y="4900"/>
                    <a:pt x="10099" y="2405"/>
                    <a:pt x="1199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5" name="Google Shape;4355;p56"/>
            <p:cNvSpPr/>
            <p:nvPr/>
          </p:nvSpPr>
          <p:spPr>
            <a:xfrm>
              <a:off x="6594150" y="2032400"/>
              <a:ext cx="76950" cy="92050"/>
            </a:xfrm>
            <a:custGeom>
              <a:avLst/>
              <a:gdLst/>
              <a:ahLst/>
              <a:cxnLst/>
              <a:rect l="l" t="t" r="r" b="b"/>
              <a:pathLst>
                <a:path w="3078" h="3682" extrusionOk="0">
                  <a:moveTo>
                    <a:pt x="3078" y="1"/>
                  </a:moveTo>
                  <a:lnTo>
                    <a:pt x="3078" y="1"/>
                  </a:lnTo>
                  <a:cubicBezTo>
                    <a:pt x="2858" y="255"/>
                    <a:pt x="2648" y="503"/>
                    <a:pt x="2425" y="754"/>
                  </a:cubicBezTo>
                  <a:cubicBezTo>
                    <a:pt x="1579" y="1707"/>
                    <a:pt x="780" y="2689"/>
                    <a:pt x="0" y="3682"/>
                  </a:cubicBezTo>
                  <a:cubicBezTo>
                    <a:pt x="1045" y="2463"/>
                    <a:pt x="2082" y="1242"/>
                    <a:pt x="307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6" name="Google Shape;4356;p56"/>
            <p:cNvSpPr/>
            <p:nvPr/>
          </p:nvSpPr>
          <p:spPr>
            <a:xfrm>
              <a:off x="6161675" y="2525575"/>
              <a:ext cx="132675" cy="194325"/>
            </a:xfrm>
            <a:custGeom>
              <a:avLst/>
              <a:gdLst/>
              <a:ahLst/>
              <a:cxnLst/>
              <a:rect l="l" t="t" r="r" b="b"/>
              <a:pathLst>
                <a:path w="5307" h="7773" extrusionOk="0">
                  <a:moveTo>
                    <a:pt x="5307" y="1"/>
                  </a:moveTo>
                  <a:lnTo>
                    <a:pt x="5307" y="1"/>
                  </a:lnTo>
                  <a:cubicBezTo>
                    <a:pt x="3459" y="2535"/>
                    <a:pt x="1672" y="5116"/>
                    <a:pt x="0" y="7772"/>
                  </a:cubicBezTo>
                  <a:cubicBezTo>
                    <a:pt x="1733" y="5154"/>
                    <a:pt x="3499" y="2564"/>
                    <a:pt x="530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7" name="Google Shape;4357;p56"/>
            <p:cNvSpPr/>
            <p:nvPr/>
          </p:nvSpPr>
          <p:spPr>
            <a:xfrm>
              <a:off x="6379550" y="3041325"/>
              <a:ext cx="23100" cy="28100"/>
            </a:xfrm>
            <a:custGeom>
              <a:avLst/>
              <a:gdLst/>
              <a:ahLst/>
              <a:cxnLst/>
              <a:rect l="l" t="t" r="r" b="b"/>
              <a:pathLst>
                <a:path w="924" h="1124" extrusionOk="0">
                  <a:moveTo>
                    <a:pt x="691" y="1"/>
                  </a:moveTo>
                  <a:cubicBezTo>
                    <a:pt x="643" y="1"/>
                    <a:pt x="594" y="21"/>
                    <a:pt x="558" y="70"/>
                  </a:cubicBezTo>
                  <a:cubicBezTo>
                    <a:pt x="350" y="408"/>
                    <a:pt x="166" y="706"/>
                    <a:pt x="76" y="867"/>
                  </a:cubicBezTo>
                  <a:cubicBezTo>
                    <a:pt x="0" y="1001"/>
                    <a:pt x="116" y="1124"/>
                    <a:pt x="232" y="1124"/>
                  </a:cubicBezTo>
                  <a:cubicBezTo>
                    <a:pt x="284" y="1124"/>
                    <a:pt x="336" y="1099"/>
                    <a:pt x="371" y="1040"/>
                  </a:cubicBezTo>
                  <a:cubicBezTo>
                    <a:pt x="529" y="778"/>
                    <a:pt x="688" y="515"/>
                    <a:pt x="844" y="252"/>
                  </a:cubicBezTo>
                  <a:cubicBezTo>
                    <a:pt x="924" y="122"/>
                    <a:pt x="808" y="1"/>
                    <a:pt x="69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8" name="Google Shape;4358;p56"/>
            <p:cNvSpPr/>
            <p:nvPr/>
          </p:nvSpPr>
          <p:spPr>
            <a:xfrm>
              <a:off x="6393200" y="3039675"/>
              <a:ext cx="2425" cy="3650"/>
            </a:xfrm>
            <a:custGeom>
              <a:avLst/>
              <a:gdLst/>
              <a:ahLst/>
              <a:cxnLst/>
              <a:rect l="l" t="t" r="r" b="b"/>
              <a:pathLst>
                <a:path w="97" h="146" extrusionOk="0">
                  <a:moveTo>
                    <a:pt x="96" y="1"/>
                  </a:moveTo>
                  <a:cubicBezTo>
                    <a:pt x="91" y="9"/>
                    <a:pt x="85" y="18"/>
                    <a:pt x="80" y="26"/>
                  </a:cubicBezTo>
                  <a:lnTo>
                    <a:pt x="80" y="26"/>
                  </a:lnTo>
                  <a:cubicBezTo>
                    <a:pt x="86" y="18"/>
                    <a:pt x="91" y="9"/>
                    <a:pt x="96" y="1"/>
                  </a:cubicBezTo>
                  <a:close/>
                  <a:moveTo>
                    <a:pt x="80" y="26"/>
                  </a:moveTo>
                  <a:lnTo>
                    <a:pt x="80" y="26"/>
                  </a:lnTo>
                  <a:cubicBezTo>
                    <a:pt x="55" y="66"/>
                    <a:pt x="25" y="104"/>
                    <a:pt x="2" y="144"/>
                  </a:cubicBezTo>
                  <a:lnTo>
                    <a:pt x="2" y="144"/>
                  </a:lnTo>
                  <a:cubicBezTo>
                    <a:pt x="5" y="139"/>
                    <a:pt x="10" y="139"/>
                    <a:pt x="12" y="136"/>
                  </a:cubicBezTo>
                  <a:cubicBezTo>
                    <a:pt x="36" y="99"/>
                    <a:pt x="57" y="63"/>
                    <a:pt x="80" y="26"/>
                  </a:cubicBezTo>
                  <a:close/>
                  <a:moveTo>
                    <a:pt x="2" y="144"/>
                  </a:moveTo>
                  <a:cubicBezTo>
                    <a:pt x="1" y="144"/>
                    <a:pt x="1" y="145"/>
                    <a:pt x="1" y="145"/>
                  </a:cubicBezTo>
                  <a:cubicBezTo>
                    <a:pt x="1" y="145"/>
                    <a:pt x="1" y="144"/>
                    <a:pt x="2" y="144"/>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9" name="Google Shape;4359;p56"/>
            <p:cNvSpPr/>
            <p:nvPr/>
          </p:nvSpPr>
          <p:spPr>
            <a:xfrm>
              <a:off x="6013550" y="3351625"/>
              <a:ext cx="475" cy="600"/>
            </a:xfrm>
            <a:custGeom>
              <a:avLst/>
              <a:gdLst/>
              <a:ahLst/>
              <a:cxnLst/>
              <a:rect l="l" t="t" r="r" b="b"/>
              <a:pathLst>
                <a:path w="19" h="24" extrusionOk="0">
                  <a:moveTo>
                    <a:pt x="18" y="0"/>
                  </a:moveTo>
                  <a:cubicBezTo>
                    <a:pt x="8" y="14"/>
                    <a:pt x="1" y="23"/>
                    <a:pt x="1" y="23"/>
                  </a:cubicBezTo>
                  <a:cubicBezTo>
                    <a:pt x="1" y="23"/>
                    <a:pt x="6" y="16"/>
                    <a:pt x="1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0" name="Google Shape;4360;p56"/>
            <p:cNvSpPr/>
            <p:nvPr/>
          </p:nvSpPr>
          <p:spPr>
            <a:xfrm>
              <a:off x="6661050" y="2225050"/>
              <a:ext cx="3275" cy="4200"/>
            </a:xfrm>
            <a:custGeom>
              <a:avLst/>
              <a:gdLst/>
              <a:ahLst/>
              <a:cxnLst/>
              <a:rect l="l" t="t" r="r" b="b"/>
              <a:pathLst>
                <a:path w="131" h="168" extrusionOk="0">
                  <a:moveTo>
                    <a:pt x="129" y="0"/>
                  </a:moveTo>
                  <a:cubicBezTo>
                    <a:pt x="128" y="0"/>
                    <a:pt x="118" y="11"/>
                    <a:pt x="102" y="32"/>
                  </a:cubicBezTo>
                  <a:cubicBezTo>
                    <a:pt x="72" y="71"/>
                    <a:pt x="45" y="110"/>
                    <a:pt x="17" y="147"/>
                  </a:cubicBezTo>
                  <a:lnTo>
                    <a:pt x="17" y="147"/>
                  </a:lnTo>
                  <a:cubicBezTo>
                    <a:pt x="97" y="44"/>
                    <a:pt x="130" y="0"/>
                    <a:pt x="129" y="0"/>
                  </a:cubicBezTo>
                  <a:close/>
                  <a:moveTo>
                    <a:pt x="17" y="147"/>
                  </a:moveTo>
                  <a:lnTo>
                    <a:pt x="17" y="147"/>
                  </a:lnTo>
                  <a:cubicBezTo>
                    <a:pt x="12" y="153"/>
                    <a:pt x="6" y="160"/>
                    <a:pt x="0" y="168"/>
                  </a:cubicBezTo>
                  <a:cubicBezTo>
                    <a:pt x="6" y="161"/>
                    <a:pt x="11" y="154"/>
                    <a:pt x="17" y="147"/>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1" name="Google Shape;4361;p56"/>
            <p:cNvSpPr/>
            <p:nvPr/>
          </p:nvSpPr>
          <p:spPr>
            <a:xfrm>
              <a:off x="4492925" y="1558725"/>
              <a:ext cx="2898050" cy="2460325"/>
            </a:xfrm>
            <a:custGeom>
              <a:avLst/>
              <a:gdLst/>
              <a:ahLst/>
              <a:cxnLst/>
              <a:rect l="l" t="t" r="r" b="b"/>
              <a:pathLst>
                <a:path w="115922" h="98413" extrusionOk="0">
                  <a:moveTo>
                    <a:pt x="61043" y="3433"/>
                  </a:moveTo>
                  <a:cubicBezTo>
                    <a:pt x="61363" y="3488"/>
                    <a:pt x="61675" y="3546"/>
                    <a:pt x="61969" y="3618"/>
                  </a:cubicBezTo>
                  <a:cubicBezTo>
                    <a:pt x="61253" y="4259"/>
                    <a:pt x="60549" y="4917"/>
                    <a:pt x="59853" y="5592"/>
                  </a:cubicBezTo>
                  <a:cubicBezTo>
                    <a:pt x="60275" y="4891"/>
                    <a:pt x="60673" y="4172"/>
                    <a:pt x="61043" y="3433"/>
                  </a:cubicBezTo>
                  <a:close/>
                  <a:moveTo>
                    <a:pt x="59591" y="3190"/>
                  </a:moveTo>
                  <a:cubicBezTo>
                    <a:pt x="59881" y="3251"/>
                    <a:pt x="60186" y="3300"/>
                    <a:pt x="60491" y="3349"/>
                  </a:cubicBezTo>
                  <a:lnTo>
                    <a:pt x="60491" y="3349"/>
                  </a:lnTo>
                  <a:cubicBezTo>
                    <a:pt x="59606" y="4142"/>
                    <a:pt x="58747" y="4961"/>
                    <a:pt x="57919" y="5800"/>
                  </a:cubicBezTo>
                  <a:cubicBezTo>
                    <a:pt x="58493" y="4943"/>
                    <a:pt x="59054" y="4077"/>
                    <a:pt x="59591" y="3190"/>
                  </a:cubicBezTo>
                  <a:close/>
                  <a:moveTo>
                    <a:pt x="65678" y="2890"/>
                  </a:moveTo>
                  <a:cubicBezTo>
                    <a:pt x="65824" y="2890"/>
                    <a:pt x="65972" y="2906"/>
                    <a:pt x="66121" y="2939"/>
                  </a:cubicBezTo>
                  <a:cubicBezTo>
                    <a:pt x="64747" y="4140"/>
                    <a:pt x="63471" y="5523"/>
                    <a:pt x="62261" y="7001"/>
                  </a:cubicBezTo>
                  <a:cubicBezTo>
                    <a:pt x="62833" y="6049"/>
                    <a:pt x="63378" y="5087"/>
                    <a:pt x="63860" y="4114"/>
                  </a:cubicBezTo>
                  <a:cubicBezTo>
                    <a:pt x="63909" y="4028"/>
                    <a:pt x="63870" y="3917"/>
                    <a:pt x="63776" y="3881"/>
                  </a:cubicBezTo>
                  <a:lnTo>
                    <a:pt x="63776" y="3881"/>
                  </a:lnTo>
                  <a:cubicBezTo>
                    <a:pt x="64389" y="3222"/>
                    <a:pt x="65021" y="2890"/>
                    <a:pt x="65678" y="2890"/>
                  </a:cubicBezTo>
                  <a:close/>
                  <a:moveTo>
                    <a:pt x="58505" y="4354"/>
                  </a:moveTo>
                  <a:lnTo>
                    <a:pt x="58505" y="4354"/>
                  </a:lnTo>
                  <a:cubicBezTo>
                    <a:pt x="57985" y="5220"/>
                    <a:pt x="57431" y="6063"/>
                    <a:pt x="56865" y="6897"/>
                  </a:cubicBezTo>
                  <a:cubicBezTo>
                    <a:pt x="56380" y="7411"/>
                    <a:pt x="55904" y="7934"/>
                    <a:pt x="55436" y="8462"/>
                  </a:cubicBezTo>
                  <a:cubicBezTo>
                    <a:pt x="56724" y="6788"/>
                    <a:pt x="58095" y="5035"/>
                    <a:pt x="58505" y="4354"/>
                  </a:cubicBezTo>
                  <a:close/>
                  <a:moveTo>
                    <a:pt x="69051" y="7732"/>
                  </a:moveTo>
                  <a:cubicBezTo>
                    <a:pt x="69092" y="8159"/>
                    <a:pt x="69201" y="8578"/>
                    <a:pt x="69377" y="8970"/>
                  </a:cubicBezTo>
                  <a:cubicBezTo>
                    <a:pt x="68638" y="9626"/>
                    <a:pt x="67920" y="10304"/>
                    <a:pt x="67221" y="11006"/>
                  </a:cubicBezTo>
                  <a:cubicBezTo>
                    <a:pt x="67870" y="9946"/>
                    <a:pt x="68488" y="8861"/>
                    <a:pt x="69051" y="7732"/>
                  </a:cubicBezTo>
                  <a:close/>
                  <a:moveTo>
                    <a:pt x="84084" y="7608"/>
                  </a:moveTo>
                  <a:cubicBezTo>
                    <a:pt x="84373" y="7711"/>
                    <a:pt x="84656" y="7833"/>
                    <a:pt x="84927" y="7977"/>
                  </a:cubicBezTo>
                  <a:cubicBezTo>
                    <a:pt x="84904" y="7980"/>
                    <a:pt x="84884" y="7992"/>
                    <a:pt x="84866" y="8006"/>
                  </a:cubicBezTo>
                  <a:cubicBezTo>
                    <a:pt x="83931" y="9060"/>
                    <a:pt x="83019" y="10125"/>
                    <a:pt x="82109" y="11190"/>
                  </a:cubicBezTo>
                  <a:cubicBezTo>
                    <a:pt x="82857" y="10047"/>
                    <a:pt x="83518" y="8849"/>
                    <a:pt x="84084" y="7608"/>
                  </a:cubicBezTo>
                  <a:close/>
                  <a:moveTo>
                    <a:pt x="87444" y="9709"/>
                  </a:moveTo>
                  <a:cubicBezTo>
                    <a:pt x="87779" y="9955"/>
                    <a:pt x="88143" y="10163"/>
                    <a:pt x="88524" y="10333"/>
                  </a:cubicBezTo>
                  <a:cubicBezTo>
                    <a:pt x="88019" y="10867"/>
                    <a:pt x="87537" y="11427"/>
                    <a:pt x="87043" y="11973"/>
                  </a:cubicBezTo>
                  <a:cubicBezTo>
                    <a:pt x="87358" y="11407"/>
                    <a:pt x="87672" y="10838"/>
                    <a:pt x="87961" y="10255"/>
                  </a:cubicBezTo>
                  <a:cubicBezTo>
                    <a:pt x="88024" y="10128"/>
                    <a:pt x="87927" y="10002"/>
                    <a:pt x="87813" y="10002"/>
                  </a:cubicBezTo>
                  <a:cubicBezTo>
                    <a:pt x="87775" y="10002"/>
                    <a:pt x="87735" y="10016"/>
                    <a:pt x="87698" y="10050"/>
                  </a:cubicBezTo>
                  <a:cubicBezTo>
                    <a:pt x="86997" y="10697"/>
                    <a:pt x="86350" y="11413"/>
                    <a:pt x="85721" y="12152"/>
                  </a:cubicBezTo>
                  <a:cubicBezTo>
                    <a:pt x="86292" y="11338"/>
                    <a:pt x="86876" y="10529"/>
                    <a:pt x="87444" y="9709"/>
                  </a:cubicBezTo>
                  <a:close/>
                  <a:moveTo>
                    <a:pt x="72219" y="7833"/>
                  </a:moveTo>
                  <a:cubicBezTo>
                    <a:pt x="72233" y="7833"/>
                    <a:pt x="72247" y="7833"/>
                    <a:pt x="72262" y="7833"/>
                  </a:cubicBezTo>
                  <a:cubicBezTo>
                    <a:pt x="70729" y="9279"/>
                    <a:pt x="69250" y="10772"/>
                    <a:pt x="67830" y="12310"/>
                  </a:cubicBezTo>
                  <a:cubicBezTo>
                    <a:pt x="68442" y="11366"/>
                    <a:pt x="69040" y="10414"/>
                    <a:pt x="69626" y="9452"/>
                  </a:cubicBezTo>
                  <a:cubicBezTo>
                    <a:pt x="69654" y="9474"/>
                    <a:pt x="69686" y="9484"/>
                    <a:pt x="69718" y="9484"/>
                  </a:cubicBezTo>
                  <a:cubicBezTo>
                    <a:pt x="69767" y="9484"/>
                    <a:pt x="69816" y="9463"/>
                    <a:pt x="69854" y="9426"/>
                  </a:cubicBezTo>
                  <a:lnTo>
                    <a:pt x="69854" y="9429"/>
                  </a:lnTo>
                  <a:cubicBezTo>
                    <a:pt x="69888" y="9453"/>
                    <a:pt x="69931" y="9467"/>
                    <a:pt x="69973" y="9467"/>
                  </a:cubicBezTo>
                  <a:cubicBezTo>
                    <a:pt x="70036" y="9467"/>
                    <a:pt x="70096" y="9435"/>
                    <a:pt x="70122" y="9357"/>
                  </a:cubicBezTo>
                  <a:cubicBezTo>
                    <a:pt x="70540" y="8021"/>
                    <a:pt x="71319" y="7833"/>
                    <a:pt x="72219" y="7833"/>
                  </a:cubicBezTo>
                  <a:close/>
                  <a:moveTo>
                    <a:pt x="88876" y="10483"/>
                  </a:moveTo>
                  <a:cubicBezTo>
                    <a:pt x="89237" y="10630"/>
                    <a:pt x="89610" y="10766"/>
                    <a:pt x="89982" y="10905"/>
                  </a:cubicBezTo>
                  <a:cubicBezTo>
                    <a:pt x="89102" y="11704"/>
                    <a:pt x="88256" y="12544"/>
                    <a:pt x="87430" y="13402"/>
                  </a:cubicBezTo>
                  <a:cubicBezTo>
                    <a:pt x="87970" y="12458"/>
                    <a:pt x="88452" y="11482"/>
                    <a:pt x="88876" y="10483"/>
                  </a:cubicBezTo>
                  <a:close/>
                  <a:moveTo>
                    <a:pt x="104289" y="11818"/>
                  </a:moveTo>
                  <a:cubicBezTo>
                    <a:pt x="104309" y="11818"/>
                    <a:pt x="104330" y="11819"/>
                    <a:pt x="104351" y="11820"/>
                  </a:cubicBezTo>
                  <a:cubicBezTo>
                    <a:pt x="103669" y="12539"/>
                    <a:pt x="103026" y="13286"/>
                    <a:pt x="102393" y="14046"/>
                  </a:cubicBezTo>
                  <a:cubicBezTo>
                    <a:pt x="102720" y="13523"/>
                    <a:pt x="103002" y="12998"/>
                    <a:pt x="103282" y="12443"/>
                  </a:cubicBezTo>
                  <a:cubicBezTo>
                    <a:pt x="103511" y="11992"/>
                    <a:pt x="103868" y="11818"/>
                    <a:pt x="104289" y="11818"/>
                  </a:cubicBezTo>
                  <a:close/>
                  <a:moveTo>
                    <a:pt x="55404" y="8959"/>
                  </a:moveTo>
                  <a:cubicBezTo>
                    <a:pt x="54042" y="10812"/>
                    <a:pt x="52592" y="12608"/>
                    <a:pt x="51109" y="14375"/>
                  </a:cubicBezTo>
                  <a:cubicBezTo>
                    <a:pt x="52047" y="13119"/>
                    <a:pt x="52997" y="11872"/>
                    <a:pt x="53981" y="10648"/>
                  </a:cubicBezTo>
                  <a:cubicBezTo>
                    <a:pt x="54440" y="10073"/>
                    <a:pt x="54919" y="9513"/>
                    <a:pt x="55404" y="8959"/>
                  </a:cubicBezTo>
                  <a:close/>
                  <a:moveTo>
                    <a:pt x="102055" y="14949"/>
                  </a:moveTo>
                  <a:lnTo>
                    <a:pt x="102055" y="14949"/>
                  </a:lnTo>
                  <a:cubicBezTo>
                    <a:pt x="102054" y="14951"/>
                    <a:pt x="102053" y="14953"/>
                    <a:pt x="102051" y="14955"/>
                  </a:cubicBezTo>
                  <a:lnTo>
                    <a:pt x="102051" y="14955"/>
                  </a:lnTo>
                  <a:cubicBezTo>
                    <a:pt x="102053" y="14953"/>
                    <a:pt x="102054" y="14951"/>
                    <a:pt x="102055" y="14949"/>
                  </a:cubicBezTo>
                  <a:close/>
                  <a:moveTo>
                    <a:pt x="50733" y="10997"/>
                  </a:moveTo>
                  <a:cubicBezTo>
                    <a:pt x="49674" y="12443"/>
                    <a:pt x="48568" y="13858"/>
                    <a:pt x="47445" y="15249"/>
                  </a:cubicBezTo>
                  <a:lnTo>
                    <a:pt x="47442" y="15249"/>
                  </a:lnTo>
                  <a:cubicBezTo>
                    <a:pt x="48528" y="13823"/>
                    <a:pt x="49625" y="12406"/>
                    <a:pt x="50733" y="10997"/>
                  </a:cubicBezTo>
                  <a:close/>
                  <a:moveTo>
                    <a:pt x="86929" y="11333"/>
                  </a:moveTo>
                  <a:cubicBezTo>
                    <a:pt x="87008" y="11333"/>
                    <a:pt x="86834" y="11743"/>
                    <a:pt x="86220" y="12839"/>
                  </a:cubicBezTo>
                  <a:lnTo>
                    <a:pt x="86217" y="12839"/>
                  </a:lnTo>
                  <a:cubicBezTo>
                    <a:pt x="86191" y="12888"/>
                    <a:pt x="86160" y="12934"/>
                    <a:pt x="86134" y="12983"/>
                  </a:cubicBezTo>
                  <a:cubicBezTo>
                    <a:pt x="85366" y="13849"/>
                    <a:pt x="84615" y="14733"/>
                    <a:pt x="83876" y="15628"/>
                  </a:cubicBezTo>
                  <a:cubicBezTo>
                    <a:pt x="84061" y="15327"/>
                    <a:pt x="84254" y="15030"/>
                    <a:pt x="84436" y="14724"/>
                  </a:cubicBezTo>
                  <a:cubicBezTo>
                    <a:pt x="84900" y="13954"/>
                    <a:pt x="86727" y="11333"/>
                    <a:pt x="86929" y="11333"/>
                  </a:cubicBezTo>
                  <a:close/>
                  <a:moveTo>
                    <a:pt x="85135" y="8078"/>
                  </a:moveTo>
                  <a:cubicBezTo>
                    <a:pt x="85810" y="8459"/>
                    <a:pt x="86471" y="8953"/>
                    <a:pt x="87141" y="9478"/>
                  </a:cubicBezTo>
                  <a:cubicBezTo>
                    <a:pt x="84756" y="11429"/>
                    <a:pt x="82818" y="13748"/>
                    <a:pt x="81039" y="16204"/>
                  </a:cubicBezTo>
                  <a:lnTo>
                    <a:pt x="81039" y="16204"/>
                  </a:lnTo>
                  <a:cubicBezTo>
                    <a:pt x="82739" y="13791"/>
                    <a:pt x="84376" y="11342"/>
                    <a:pt x="85914" y="8837"/>
                  </a:cubicBezTo>
                  <a:cubicBezTo>
                    <a:pt x="85990" y="8714"/>
                    <a:pt x="85878" y="8583"/>
                    <a:pt x="85762" y="8583"/>
                  </a:cubicBezTo>
                  <a:cubicBezTo>
                    <a:pt x="85723" y="8583"/>
                    <a:pt x="85684" y="8598"/>
                    <a:pt x="85652" y="8632"/>
                  </a:cubicBezTo>
                  <a:cubicBezTo>
                    <a:pt x="84615" y="9721"/>
                    <a:pt x="83610" y="10835"/>
                    <a:pt x="82635" y="11978"/>
                  </a:cubicBezTo>
                  <a:cubicBezTo>
                    <a:pt x="83509" y="10760"/>
                    <a:pt x="84347" y="9510"/>
                    <a:pt x="85123" y="8205"/>
                  </a:cubicBezTo>
                  <a:lnTo>
                    <a:pt x="85123" y="8202"/>
                  </a:lnTo>
                  <a:cubicBezTo>
                    <a:pt x="85146" y="8165"/>
                    <a:pt x="85149" y="8119"/>
                    <a:pt x="85135" y="8078"/>
                  </a:cubicBezTo>
                  <a:close/>
                  <a:moveTo>
                    <a:pt x="103692" y="12878"/>
                  </a:moveTo>
                  <a:lnTo>
                    <a:pt x="103692" y="12878"/>
                  </a:lnTo>
                  <a:cubicBezTo>
                    <a:pt x="103709" y="12878"/>
                    <a:pt x="103679" y="12942"/>
                    <a:pt x="103588" y="13093"/>
                  </a:cubicBezTo>
                  <a:cubicBezTo>
                    <a:pt x="102616" y="14710"/>
                    <a:pt x="101351" y="16156"/>
                    <a:pt x="100066" y="17556"/>
                  </a:cubicBezTo>
                  <a:cubicBezTo>
                    <a:pt x="100723" y="16680"/>
                    <a:pt x="101380" y="15807"/>
                    <a:pt x="102051" y="14955"/>
                  </a:cubicBezTo>
                  <a:lnTo>
                    <a:pt x="102051" y="14955"/>
                  </a:lnTo>
                  <a:cubicBezTo>
                    <a:pt x="102040" y="14969"/>
                    <a:pt x="102035" y="14975"/>
                    <a:pt x="102034" y="14975"/>
                  </a:cubicBezTo>
                  <a:cubicBezTo>
                    <a:pt x="102025" y="14975"/>
                    <a:pt x="103600" y="12878"/>
                    <a:pt x="103692" y="12878"/>
                  </a:cubicBezTo>
                  <a:close/>
                  <a:moveTo>
                    <a:pt x="111392" y="17729"/>
                  </a:moveTo>
                  <a:cubicBezTo>
                    <a:pt x="111513" y="17854"/>
                    <a:pt x="111643" y="17975"/>
                    <a:pt x="111767" y="18099"/>
                  </a:cubicBezTo>
                  <a:cubicBezTo>
                    <a:pt x="110771" y="19136"/>
                    <a:pt x="110258" y="19642"/>
                    <a:pt x="110167" y="19642"/>
                  </a:cubicBezTo>
                  <a:cubicBezTo>
                    <a:pt x="110064" y="19642"/>
                    <a:pt x="110501" y="18993"/>
                    <a:pt x="111389" y="17729"/>
                  </a:cubicBezTo>
                  <a:close/>
                  <a:moveTo>
                    <a:pt x="107154" y="13298"/>
                  </a:moveTo>
                  <a:cubicBezTo>
                    <a:pt x="108193" y="14150"/>
                    <a:pt x="109085" y="15108"/>
                    <a:pt x="109328" y="15397"/>
                  </a:cubicBezTo>
                  <a:cubicBezTo>
                    <a:pt x="109946" y="16133"/>
                    <a:pt x="110535" y="16814"/>
                    <a:pt x="111144" y="17464"/>
                  </a:cubicBezTo>
                  <a:cubicBezTo>
                    <a:pt x="110730" y="17777"/>
                    <a:pt x="110330" y="18111"/>
                    <a:pt x="109930" y="18448"/>
                  </a:cubicBezTo>
                  <a:lnTo>
                    <a:pt x="109930" y="18448"/>
                  </a:lnTo>
                  <a:cubicBezTo>
                    <a:pt x="110079" y="18071"/>
                    <a:pt x="110229" y="17696"/>
                    <a:pt x="110350" y="17302"/>
                  </a:cubicBezTo>
                  <a:cubicBezTo>
                    <a:pt x="110385" y="17185"/>
                    <a:pt x="110281" y="17087"/>
                    <a:pt x="110176" y="17087"/>
                  </a:cubicBezTo>
                  <a:cubicBezTo>
                    <a:pt x="110136" y="17087"/>
                    <a:pt x="110096" y="17101"/>
                    <a:pt x="110064" y="17135"/>
                  </a:cubicBezTo>
                  <a:cubicBezTo>
                    <a:pt x="109334" y="17903"/>
                    <a:pt x="108638" y="18699"/>
                    <a:pt x="107936" y="19490"/>
                  </a:cubicBezTo>
                  <a:cubicBezTo>
                    <a:pt x="108606" y="18483"/>
                    <a:pt x="109247" y="17455"/>
                    <a:pt x="109853" y="16396"/>
                  </a:cubicBezTo>
                  <a:cubicBezTo>
                    <a:pt x="109923" y="16270"/>
                    <a:pt x="109820" y="16154"/>
                    <a:pt x="109707" y="16154"/>
                  </a:cubicBezTo>
                  <a:cubicBezTo>
                    <a:pt x="109669" y="16154"/>
                    <a:pt x="109630" y="16167"/>
                    <a:pt x="109596" y="16196"/>
                  </a:cubicBezTo>
                  <a:cubicBezTo>
                    <a:pt x="108603" y="17063"/>
                    <a:pt x="107676" y="18001"/>
                    <a:pt x="106782" y="18977"/>
                  </a:cubicBezTo>
                  <a:cubicBezTo>
                    <a:pt x="107570" y="17750"/>
                    <a:pt x="108291" y="16479"/>
                    <a:pt x="108903" y="15134"/>
                  </a:cubicBezTo>
                  <a:cubicBezTo>
                    <a:pt x="108968" y="15013"/>
                    <a:pt x="108870" y="14896"/>
                    <a:pt x="108762" y="14896"/>
                  </a:cubicBezTo>
                  <a:cubicBezTo>
                    <a:pt x="108726" y="14896"/>
                    <a:pt x="108688" y="14909"/>
                    <a:pt x="108655" y="14941"/>
                  </a:cubicBezTo>
                  <a:cubicBezTo>
                    <a:pt x="108011" y="15463"/>
                    <a:pt x="107405" y="16023"/>
                    <a:pt x="106813" y="16598"/>
                  </a:cubicBezTo>
                  <a:cubicBezTo>
                    <a:pt x="107220" y="15919"/>
                    <a:pt x="107616" y="15229"/>
                    <a:pt x="107977" y="14513"/>
                  </a:cubicBezTo>
                  <a:cubicBezTo>
                    <a:pt x="108041" y="14384"/>
                    <a:pt x="107931" y="14239"/>
                    <a:pt x="107814" y="14239"/>
                  </a:cubicBezTo>
                  <a:cubicBezTo>
                    <a:pt x="107773" y="14239"/>
                    <a:pt x="107732" y="14256"/>
                    <a:pt x="107697" y="14297"/>
                  </a:cubicBezTo>
                  <a:cubicBezTo>
                    <a:pt x="106042" y="16162"/>
                    <a:pt x="104229" y="18050"/>
                    <a:pt x="102454" y="19973"/>
                  </a:cubicBezTo>
                  <a:cubicBezTo>
                    <a:pt x="104227" y="17923"/>
                    <a:pt x="105910" y="15801"/>
                    <a:pt x="107154" y="13298"/>
                  </a:cubicBezTo>
                  <a:close/>
                  <a:moveTo>
                    <a:pt x="112036" y="18362"/>
                  </a:moveTo>
                  <a:cubicBezTo>
                    <a:pt x="112247" y="18567"/>
                    <a:pt x="112469" y="18774"/>
                    <a:pt x="112691" y="18977"/>
                  </a:cubicBezTo>
                  <a:cubicBezTo>
                    <a:pt x="112687" y="18976"/>
                    <a:pt x="112683" y="18976"/>
                    <a:pt x="112678" y="18976"/>
                  </a:cubicBezTo>
                  <a:cubicBezTo>
                    <a:pt x="112657" y="18976"/>
                    <a:pt x="112635" y="18982"/>
                    <a:pt x="112616" y="18994"/>
                  </a:cubicBezTo>
                  <a:cubicBezTo>
                    <a:pt x="111554" y="19788"/>
                    <a:pt x="111816" y="19577"/>
                    <a:pt x="110806" y="20446"/>
                  </a:cubicBezTo>
                  <a:cubicBezTo>
                    <a:pt x="111178" y="20123"/>
                    <a:pt x="111770" y="18887"/>
                    <a:pt x="112033" y="18365"/>
                  </a:cubicBezTo>
                  <a:lnTo>
                    <a:pt x="112036" y="18362"/>
                  </a:lnTo>
                  <a:close/>
                  <a:moveTo>
                    <a:pt x="58309" y="7680"/>
                  </a:moveTo>
                  <a:cubicBezTo>
                    <a:pt x="55220" y="12345"/>
                    <a:pt x="50950" y="16439"/>
                    <a:pt x="47459" y="20712"/>
                  </a:cubicBezTo>
                  <a:cubicBezTo>
                    <a:pt x="50846" y="16147"/>
                    <a:pt x="54437" y="11756"/>
                    <a:pt x="58309" y="7680"/>
                  </a:cubicBezTo>
                  <a:close/>
                  <a:moveTo>
                    <a:pt x="64978" y="14060"/>
                  </a:moveTo>
                  <a:lnTo>
                    <a:pt x="64978" y="14060"/>
                  </a:lnTo>
                  <a:cubicBezTo>
                    <a:pt x="63321" y="16430"/>
                    <a:pt x="61482" y="18685"/>
                    <a:pt x="59671" y="20948"/>
                  </a:cubicBezTo>
                  <a:cubicBezTo>
                    <a:pt x="60959" y="19104"/>
                    <a:pt x="62275" y="17279"/>
                    <a:pt x="63658" y="15501"/>
                  </a:cubicBezTo>
                  <a:cubicBezTo>
                    <a:pt x="63999" y="15062"/>
                    <a:pt x="64464" y="14568"/>
                    <a:pt x="64978" y="14060"/>
                  </a:cubicBezTo>
                  <a:close/>
                  <a:moveTo>
                    <a:pt x="112876" y="19132"/>
                  </a:moveTo>
                  <a:cubicBezTo>
                    <a:pt x="113118" y="19346"/>
                    <a:pt x="113352" y="19557"/>
                    <a:pt x="113618" y="19765"/>
                  </a:cubicBezTo>
                  <a:cubicBezTo>
                    <a:pt x="113962" y="20039"/>
                    <a:pt x="114132" y="20339"/>
                    <a:pt x="114187" y="20639"/>
                  </a:cubicBezTo>
                  <a:cubicBezTo>
                    <a:pt x="113634" y="21001"/>
                    <a:pt x="113032" y="21425"/>
                    <a:pt x="112783" y="21425"/>
                  </a:cubicBezTo>
                  <a:cubicBezTo>
                    <a:pt x="112568" y="21425"/>
                    <a:pt x="112613" y="21113"/>
                    <a:pt x="113170" y="20180"/>
                  </a:cubicBezTo>
                  <a:cubicBezTo>
                    <a:pt x="113251" y="20044"/>
                    <a:pt x="113137" y="19922"/>
                    <a:pt x="113014" y="19922"/>
                  </a:cubicBezTo>
                  <a:cubicBezTo>
                    <a:pt x="112973" y="19922"/>
                    <a:pt x="112930" y="19936"/>
                    <a:pt x="112893" y="19967"/>
                  </a:cubicBezTo>
                  <a:cubicBezTo>
                    <a:pt x="112069" y="20670"/>
                    <a:pt x="111717" y="20928"/>
                    <a:pt x="111637" y="20928"/>
                  </a:cubicBezTo>
                  <a:cubicBezTo>
                    <a:pt x="111470" y="20928"/>
                    <a:pt x="112479" y="19808"/>
                    <a:pt x="112856" y="19236"/>
                  </a:cubicBezTo>
                  <a:cubicBezTo>
                    <a:pt x="112876" y="19205"/>
                    <a:pt x="112882" y="19167"/>
                    <a:pt x="112876" y="19132"/>
                  </a:cubicBezTo>
                  <a:close/>
                  <a:moveTo>
                    <a:pt x="112032" y="19730"/>
                  </a:moveTo>
                  <a:cubicBezTo>
                    <a:pt x="112106" y="19730"/>
                    <a:pt x="111824" y="20149"/>
                    <a:pt x="110846" y="21384"/>
                  </a:cubicBezTo>
                  <a:cubicBezTo>
                    <a:pt x="110835" y="21402"/>
                    <a:pt x="110829" y="21425"/>
                    <a:pt x="110826" y="21448"/>
                  </a:cubicBezTo>
                  <a:cubicBezTo>
                    <a:pt x="110688" y="21370"/>
                    <a:pt x="110546" y="21304"/>
                    <a:pt x="110402" y="21249"/>
                  </a:cubicBezTo>
                  <a:cubicBezTo>
                    <a:pt x="110972" y="20708"/>
                    <a:pt x="111918" y="19730"/>
                    <a:pt x="112032" y="19730"/>
                  </a:cubicBezTo>
                  <a:close/>
                  <a:moveTo>
                    <a:pt x="112314" y="20826"/>
                  </a:moveTo>
                  <a:cubicBezTo>
                    <a:pt x="112392" y="20826"/>
                    <a:pt x="112197" y="21153"/>
                    <a:pt x="111767" y="22051"/>
                  </a:cubicBezTo>
                  <a:cubicBezTo>
                    <a:pt x="111701" y="22019"/>
                    <a:pt x="111637" y="21982"/>
                    <a:pt x="111574" y="21942"/>
                  </a:cubicBezTo>
                  <a:cubicBezTo>
                    <a:pt x="111375" y="21806"/>
                    <a:pt x="111233" y="21711"/>
                    <a:pt x="111112" y="21630"/>
                  </a:cubicBezTo>
                  <a:lnTo>
                    <a:pt x="111115" y="21630"/>
                  </a:lnTo>
                  <a:cubicBezTo>
                    <a:pt x="111847" y="21190"/>
                    <a:pt x="112232" y="20826"/>
                    <a:pt x="112314" y="20826"/>
                  </a:cubicBezTo>
                  <a:close/>
                  <a:moveTo>
                    <a:pt x="113767" y="21222"/>
                  </a:moveTo>
                  <a:cubicBezTo>
                    <a:pt x="113905" y="21222"/>
                    <a:pt x="113920" y="21384"/>
                    <a:pt x="113742" y="21817"/>
                  </a:cubicBezTo>
                  <a:cubicBezTo>
                    <a:pt x="113422" y="22108"/>
                    <a:pt x="113009" y="22264"/>
                    <a:pt x="112587" y="22264"/>
                  </a:cubicBezTo>
                  <a:cubicBezTo>
                    <a:pt x="112438" y="22264"/>
                    <a:pt x="112288" y="22244"/>
                    <a:pt x="112140" y="22204"/>
                  </a:cubicBezTo>
                  <a:lnTo>
                    <a:pt x="112143" y="22204"/>
                  </a:lnTo>
                  <a:cubicBezTo>
                    <a:pt x="112813" y="21792"/>
                    <a:pt x="113507" y="21222"/>
                    <a:pt x="113767" y="21222"/>
                  </a:cubicBezTo>
                  <a:close/>
                  <a:moveTo>
                    <a:pt x="109609" y="18024"/>
                  </a:moveTo>
                  <a:cubicBezTo>
                    <a:pt x="109711" y="18024"/>
                    <a:pt x="109671" y="18268"/>
                    <a:pt x="109397" y="18907"/>
                  </a:cubicBezTo>
                  <a:cubicBezTo>
                    <a:pt x="108107" y="20048"/>
                    <a:pt x="106888" y="21298"/>
                    <a:pt x="105725" y="22608"/>
                  </a:cubicBezTo>
                  <a:cubicBezTo>
                    <a:pt x="105910" y="22363"/>
                    <a:pt x="106094" y="22123"/>
                    <a:pt x="106273" y="21875"/>
                  </a:cubicBezTo>
                  <a:cubicBezTo>
                    <a:pt x="106689" y="21393"/>
                    <a:pt x="107093" y="20899"/>
                    <a:pt x="107512" y="20420"/>
                  </a:cubicBezTo>
                  <a:cubicBezTo>
                    <a:pt x="107964" y="19902"/>
                    <a:pt x="109329" y="18024"/>
                    <a:pt x="109609" y="18024"/>
                  </a:cubicBezTo>
                  <a:close/>
                  <a:moveTo>
                    <a:pt x="63918" y="17279"/>
                  </a:moveTo>
                  <a:lnTo>
                    <a:pt x="63918" y="17279"/>
                  </a:lnTo>
                  <a:cubicBezTo>
                    <a:pt x="62431" y="19234"/>
                    <a:pt x="60890" y="21153"/>
                    <a:pt x="59354" y="23067"/>
                  </a:cubicBezTo>
                  <a:cubicBezTo>
                    <a:pt x="60823" y="21096"/>
                    <a:pt x="62353" y="19173"/>
                    <a:pt x="63918" y="17279"/>
                  </a:cubicBezTo>
                  <a:close/>
                  <a:moveTo>
                    <a:pt x="71488" y="9475"/>
                  </a:moveTo>
                  <a:lnTo>
                    <a:pt x="71488" y="9475"/>
                  </a:lnTo>
                  <a:cubicBezTo>
                    <a:pt x="70731" y="10740"/>
                    <a:pt x="69943" y="11990"/>
                    <a:pt x="69123" y="13220"/>
                  </a:cubicBezTo>
                  <a:cubicBezTo>
                    <a:pt x="67169" y="15864"/>
                    <a:pt x="65238" y="18529"/>
                    <a:pt x="63329" y="21211"/>
                  </a:cubicBezTo>
                  <a:cubicBezTo>
                    <a:pt x="62784" y="21916"/>
                    <a:pt x="62232" y="22620"/>
                    <a:pt x="61678" y="23319"/>
                  </a:cubicBezTo>
                  <a:cubicBezTo>
                    <a:pt x="63768" y="20362"/>
                    <a:pt x="65838" y="17395"/>
                    <a:pt x="67798" y="14349"/>
                  </a:cubicBezTo>
                  <a:cubicBezTo>
                    <a:pt x="68142" y="13815"/>
                    <a:pt x="68832" y="12492"/>
                    <a:pt x="69574" y="11364"/>
                  </a:cubicBezTo>
                  <a:cubicBezTo>
                    <a:pt x="70264" y="10731"/>
                    <a:pt x="70899" y="10108"/>
                    <a:pt x="71384" y="9519"/>
                  </a:cubicBezTo>
                  <a:cubicBezTo>
                    <a:pt x="71401" y="9513"/>
                    <a:pt x="71419" y="9504"/>
                    <a:pt x="71436" y="9504"/>
                  </a:cubicBezTo>
                  <a:cubicBezTo>
                    <a:pt x="71456" y="9499"/>
                    <a:pt x="71473" y="9490"/>
                    <a:pt x="71488" y="9475"/>
                  </a:cubicBezTo>
                  <a:close/>
                  <a:moveTo>
                    <a:pt x="101022" y="19684"/>
                  </a:moveTo>
                  <a:lnTo>
                    <a:pt x="101022" y="19684"/>
                  </a:lnTo>
                  <a:cubicBezTo>
                    <a:pt x="100522" y="20411"/>
                    <a:pt x="100029" y="21148"/>
                    <a:pt x="99526" y="21884"/>
                  </a:cubicBezTo>
                  <a:lnTo>
                    <a:pt x="99526" y="21881"/>
                  </a:lnTo>
                  <a:cubicBezTo>
                    <a:pt x="99483" y="21944"/>
                    <a:pt x="99425" y="22025"/>
                    <a:pt x="99359" y="22118"/>
                  </a:cubicBezTo>
                  <a:cubicBezTo>
                    <a:pt x="98836" y="22721"/>
                    <a:pt x="98305" y="23310"/>
                    <a:pt x="97754" y="23887"/>
                  </a:cubicBezTo>
                  <a:cubicBezTo>
                    <a:pt x="98779" y="22444"/>
                    <a:pt x="99882" y="21049"/>
                    <a:pt x="101022" y="19684"/>
                  </a:cubicBezTo>
                  <a:close/>
                  <a:moveTo>
                    <a:pt x="55740" y="2785"/>
                  </a:moveTo>
                  <a:lnTo>
                    <a:pt x="55740" y="2785"/>
                  </a:lnTo>
                  <a:cubicBezTo>
                    <a:pt x="55134" y="4169"/>
                    <a:pt x="54344" y="5473"/>
                    <a:pt x="53577" y="6770"/>
                  </a:cubicBezTo>
                  <a:cubicBezTo>
                    <a:pt x="53412" y="7050"/>
                    <a:pt x="53225" y="7319"/>
                    <a:pt x="53051" y="7593"/>
                  </a:cubicBezTo>
                  <a:lnTo>
                    <a:pt x="53049" y="7593"/>
                  </a:lnTo>
                  <a:cubicBezTo>
                    <a:pt x="48776" y="12752"/>
                    <a:pt x="44725" y="18108"/>
                    <a:pt x="40796" y="23552"/>
                  </a:cubicBezTo>
                  <a:cubicBezTo>
                    <a:pt x="40701" y="23674"/>
                    <a:pt x="40603" y="23795"/>
                    <a:pt x="40507" y="23916"/>
                  </a:cubicBezTo>
                  <a:cubicBezTo>
                    <a:pt x="40513" y="23908"/>
                    <a:pt x="40519" y="23899"/>
                    <a:pt x="40528" y="23890"/>
                  </a:cubicBezTo>
                  <a:cubicBezTo>
                    <a:pt x="44497" y="18209"/>
                    <a:pt x="48730" y="12715"/>
                    <a:pt x="52656" y="7001"/>
                  </a:cubicBezTo>
                  <a:cubicBezTo>
                    <a:pt x="53495" y="5784"/>
                    <a:pt x="55169" y="4087"/>
                    <a:pt x="55740" y="2785"/>
                  </a:cubicBezTo>
                  <a:close/>
                  <a:moveTo>
                    <a:pt x="79755" y="8431"/>
                  </a:moveTo>
                  <a:cubicBezTo>
                    <a:pt x="79287" y="9074"/>
                    <a:pt x="78316" y="10792"/>
                    <a:pt x="77328" y="12412"/>
                  </a:cubicBezTo>
                  <a:cubicBezTo>
                    <a:pt x="76861" y="13110"/>
                    <a:pt x="76407" y="13823"/>
                    <a:pt x="75966" y="14531"/>
                  </a:cubicBezTo>
                  <a:cubicBezTo>
                    <a:pt x="75908" y="14614"/>
                    <a:pt x="75850" y="14698"/>
                    <a:pt x="75795" y="14773"/>
                  </a:cubicBezTo>
                  <a:cubicBezTo>
                    <a:pt x="73292" y="18209"/>
                    <a:pt x="70388" y="21361"/>
                    <a:pt x="67634" y="24595"/>
                  </a:cubicBezTo>
                  <a:cubicBezTo>
                    <a:pt x="67605" y="24632"/>
                    <a:pt x="67573" y="24670"/>
                    <a:pt x="67541" y="24707"/>
                  </a:cubicBezTo>
                  <a:cubicBezTo>
                    <a:pt x="71636" y="19295"/>
                    <a:pt x="75750" y="13900"/>
                    <a:pt x="79755" y="8431"/>
                  </a:cubicBezTo>
                  <a:close/>
                  <a:moveTo>
                    <a:pt x="101781" y="14776"/>
                  </a:moveTo>
                  <a:lnTo>
                    <a:pt x="101781" y="14776"/>
                  </a:lnTo>
                  <a:cubicBezTo>
                    <a:pt x="100150" y="16794"/>
                    <a:pt x="98623" y="18896"/>
                    <a:pt x="97000" y="20922"/>
                  </a:cubicBezTo>
                  <a:cubicBezTo>
                    <a:pt x="96368" y="21636"/>
                    <a:pt x="95759" y="22360"/>
                    <a:pt x="95167" y="23099"/>
                  </a:cubicBezTo>
                  <a:cubicBezTo>
                    <a:pt x="94815" y="23495"/>
                    <a:pt x="94463" y="23893"/>
                    <a:pt x="94096" y="24274"/>
                  </a:cubicBezTo>
                  <a:cubicBezTo>
                    <a:pt x="93851" y="24537"/>
                    <a:pt x="93224" y="24996"/>
                    <a:pt x="92583" y="25443"/>
                  </a:cubicBezTo>
                  <a:lnTo>
                    <a:pt x="92583" y="25441"/>
                  </a:lnTo>
                  <a:cubicBezTo>
                    <a:pt x="93123" y="24785"/>
                    <a:pt x="93663" y="24124"/>
                    <a:pt x="94197" y="23457"/>
                  </a:cubicBezTo>
                  <a:cubicBezTo>
                    <a:pt x="96351" y="20769"/>
                    <a:pt x="99039" y="18310"/>
                    <a:pt x="100716" y="15290"/>
                  </a:cubicBezTo>
                  <a:cubicBezTo>
                    <a:pt x="100725" y="15273"/>
                    <a:pt x="100727" y="15252"/>
                    <a:pt x="100727" y="15232"/>
                  </a:cubicBezTo>
                  <a:cubicBezTo>
                    <a:pt x="101120" y="15143"/>
                    <a:pt x="101472" y="15010"/>
                    <a:pt x="101781" y="14776"/>
                  </a:cubicBezTo>
                  <a:close/>
                  <a:moveTo>
                    <a:pt x="104677" y="11854"/>
                  </a:moveTo>
                  <a:lnTo>
                    <a:pt x="104677" y="11854"/>
                  </a:lnTo>
                  <a:cubicBezTo>
                    <a:pt x="104948" y="11918"/>
                    <a:pt x="105208" y="12016"/>
                    <a:pt x="105453" y="12143"/>
                  </a:cubicBezTo>
                  <a:cubicBezTo>
                    <a:pt x="103349" y="15059"/>
                    <a:pt x="101215" y="17943"/>
                    <a:pt x="98917" y="20715"/>
                  </a:cubicBezTo>
                  <a:cubicBezTo>
                    <a:pt x="97575" y="22334"/>
                    <a:pt x="94177" y="24690"/>
                    <a:pt x="93429" y="25989"/>
                  </a:cubicBezTo>
                  <a:lnTo>
                    <a:pt x="93429" y="25986"/>
                  </a:lnTo>
                  <a:cubicBezTo>
                    <a:pt x="93802" y="25340"/>
                    <a:pt x="94206" y="24716"/>
                    <a:pt x="94639" y="24113"/>
                  </a:cubicBezTo>
                  <a:cubicBezTo>
                    <a:pt x="96195" y="22548"/>
                    <a:pt x="97592" y="20816"/>
                    <a:pt x="98940" y="19043"/>
                  </a:cubicBezTo>
                  <a:cubicBezTo>
                    <a:pt x="101005" y="16814"/>
                    <a:pt x="103089" y="14594"/>
                    <a:pt x="104665" y="11987"/>
                  </a:cubicBezTo>
                  <a:cubicBezTo>
                    <a:pt x="104688" y="11947"/>
                    <a:pt x="104694" y="11898"/>
                    <a:pt x="104677" y="11854"/>
                  </a:cubicBezTo>
                  <a:close/>
                  <a:moveTo>
                    <a:pt x="99397" y="16199"/>
                  </a:moveTo>
                  <a:lnTo>
                    <a:pt x="99397" y="16199"/>
                  </a:lnTo>
                  <a:cubicBezTo>
                    <a:pt x="97635" y="17767"/>
                    <a:pt x="95438" y="21361"/>
                    <a:pt x="93960" y="23220"/>
                  </a:cubicBezTo>
                  <a:cubicBezTo>
                    <a:pt x="93187" y="24193"/>
                    <a:pt x="92401" y="25155"/>
                    <a:pt x="91605" y="26105"/>
                  </a:cubicBezTo>
                  <a:cubicBezTo>
                    <a:pt x="91426" y="26229"/>
                    <a:pt x="91264" y="26336"/>
                    <a:pt x="91134" y="26419"/>
                  </a:cubicBezTo>
                  <a:lnTo>
                    <a:pt x="91134" y="26416"/>
                  </a:lnTo>
                  <a:cubicBezTo>
                    <a:pt x="92866" y="24159"/>
                    <a:pt x="94627" y="21615"/>
                    <a:pt x="96102" y="19202"/>
                  </a:cubicBezTo>
                  <a:cubicBezTo>
                    <a:pt x="97119" y="18113"/>
                    <a:pt x="98219" y="17109"/>
                    <a:pt x="99397" y="16199"/>
                  </a:cubicBezTo>
                  <a:close/>
                  <a:moveTo>
                    <a:pt x="105760" y="12310"/>
                  </a:moveTo>
                  <a:cubicBezTo>
                    <a:pt x="106149" y="12539"/>
                    <a:pt x="106525" y="12793"/>
                    <a:pt x="106877" y="13073"/>
                  </a:cubicBezTo>
                  <a:cubicBezTo>
                    <a:pt x="106591" y="13286"/>
                    <a:pt x="106322" y="13511"/>
                    <a:pt x="106060" y="13740"/>
                  </a:cubicBezTo>
                  <a:cubicBezTo>
                    <a:pt x="106172" y="13575"/>
                    <a:pt x="106285" y="13413"/>
                    <a:pt x="106398" y="13252"/>
                  </a:cubicBezTo>
                  <a:cubicBezTo>
                    <a:pt x="106482" y="13128"/>
                    <a:pt x="106356" y="12982"/>
                    <a:pt x="106235" y="12982"/>
                  </a:cubicBezTo>
                  <a:cubicBezTo>
                    <a:pt x="106194" y="12982"/>
                    <a:pt x="106154" y="12999"/>
                    <a:pt x="106123" y="13038"/>
                  </a:cubicBezTo>
                  <a:cubicBezTo>
                    <a:pt x="102887" y="17057"/>
                    <a:pt x="99431" y="20879"/>
                    <a:pt x="96495" y="25120"/>
                  </a:cubicBezTo>
                  <a:cubicBezTo>
                    <a:pt x="96273" y="25331"/>
                    <a:pt x="96065" y="25553"/>
                    <a:pt x="95840" y="25758"/>
                  </a:cubicBezTo>
                  <a:cubicBezTo>
                    <a:pt x="95327" y="26227"/>
                    <a:pt x="95067" y="26419"/>
                    <a:pt x="94986" y="26419"/>
                  </a:cubicBezTo>
                  <a:cubicBezTo>
                    <a:pt x="94643" y="26419"/>
                    <a:pt x="97473" y="23000"/>
                    <a:pt x="97858" y="22530"/>
                  </a:cubicBezTo>
                  <a:cubicBezTo>
                    <a:pt x="98888" y="21272"/>
                    <a:pt x="99942" y="20030"/>
                    <a:pt x="100982" y="18777"/>
                  </a:cubicBezTo>
                  <a:cubicBezTo>
                    <a:pt x="102696" y="16705"/>
                    <a:pt x="104293" y="14568"/>
                    <a:pt x="105760" y="12310"/>
                  </a:cubicBezTo>
                  <a:close/>
                  <a:moveTo>
                    <a:pt x="94734" y="16888"/>
                  </a:moveTo>
                  <a:cubicBezTo>
                    <a:pt x="94764" y="16888"/>
                    <a:pt x="94757" y="16933"/>
                    <a:pt x="94699" y="17037"/>
                  </a:cubicBezTo>
                  <a:lnTo>
                    <a:pt x="94699" y="17034"/>
                  </a:lnTo>
                  <a:cubicBezTo>
                    <a:pt x="92933" y="20238"/>
                    <a:pt x="90404" y="23021"/>
                    <a:pt x="87961" y="25718"/>
                  </a:cubicBezTo>
                  <a:cubicBezTo>
                    <a:pt x="87288" y="26457"/>
                    <a:pt x="86596" y="27176"/>
                    <a:pt x="85900" y="27892"/>
                  </a:cubicBezTo>
                  <a:cubicBezTo>
                    <a:pt x="86344" y="27303"/>
                    <a:pt x="86725" y="26809"/>
                    <a:pt x="86827" y="26682"/>
                  </a:cubicBezTo>
                  <a:cubicBezTo>
                    <a:pt x="87620" y="25648"/>
                    <a:pt x="88394" y="24603"/>
                    <a:pt x="89148" y="23544"/>
                  </a:cubicBezTo>
                  <a:cubicBezTo>
                    <a:pt x="90274" y="21965"/>
                    <a:pt x="91388" y="20414"/>
                    <a:pt x="92612" y="18904"/>
                  </a:cubicBezTo>
                  <a:lnTo>
                    <a:pt x="92612" y="18904"/>
                  </a:lnTo>
                  <a:cubicBezTo>
                    <a:pt x="92602" y="18917"/>
                    <a:pt x="92598" y="18923"/>
                    <a:pt x="92600" y="18923"/>
                  </a:cubicBezTo>
                  <a:cubicBezTo>
                    <a:pt x="92627" y="18923"/>
                    <a:pt x="94532" y="16888"/>
                    <a:pt x="94734" y="16888"/>
                  </a:cubicBezTo>
                  <a:close/>
                  <a:moveTo>
                    <a:pt x="85172" y="14597"/>
                  </a:moveTo>
                  <a:cubicBezTo>
                    <a:pt x="82300" y="19234"/>
                    <a:pt x="78653" y="23495"/>
                    <a:pt x="75434" y="27897"/>
                  </a:cubicBezTo>
                  <a:lnTo>
                    <a:pt x="75434" y="27897"/>
                  </a:lnTo>
                  <a:cubicBezTo>
                    <a:pt x="77464" y="24953"/>
                    <a:pt x="79499" y="22014"/>
                    <a:pt x="81613" y="19127"/>
                  </a:cubicBezTo>
                  <a:cubicBezTo>
                    <a:pt x="82747" y="17574"/>
                    <a:pt x="83948" y="16081"/>
                    <a:pt x="85172" y="14597"/>
                  </a:cubicBezTo>
                  <a:close/>
                  <a:moveTo>
                    <a:pt x="92666" y="14951"/>
                  </a:moveTo>
                  <a:cubicBezTo>
                    <a:pt x="92900" y="14951"/>
                    <a:pt x="91331" y="17215"/>
                    <a:pt x="90998" y="17654"/>
                  </a:cubicBezTo>
                  <a:cubicBezTo>
                    <a:pt x="88914" y="20383"/>
                    <a:pt x="86956" y="23203"/>
                    <a:pt x="84783" y="25862"/>
                  </a:cubicBezTo>
                  <a:cubicBezTo>
                    <a:pt x="84185" y="26595"/>
                    <a:pt x="83532" y="27271"/>
                    <a:pt x="82866" y="27929"/>
                  </a:cubicBezTo>
                  <a:cubicBezTo>
                    <a:pt x="83657" y="26180"/>
                    <a:pt x="84705" y="24520"/>
                    <a:pt x="85859" y="22938"/>
                  </a:cubicBezTo>
                  <a:cubicBezTo>
                    <a:pt x="86879" y="21713"/>
                    <a:pt x="87877" y="20478"/>
                    <a:pt x="88795" y="19196"/>
                  </a:cubicBezTo>
                  <a:lnTo>
                    <a:pt x="89041" y="18896"/>
                  </a:lnTo>
                  <a:cubicBezTo>
                    <a:pt x="89913" y="17842"/>
                    <a:pt x="90837" y="16829"/>
                    <a:pt x="91755" y="15815"/>
                  </a:cubicBezTo>
                  <a:cubicBezTo>
                    <a:pt x="92321" y="15192"/>
                    <a:pt x="92589" y="14951"/>
                    <a:pt x="92666" y="14951"/>
                  </a:cubicBezTo>
                  <a:close/>
                  <a:moveTo>
                    <a:pt x="90544" y="20084"/>
                  </a:moveTo>
                  <a:cubicBezTo>
                    <a:pt x="90414" y="20267"/>
                    <a:pt x="90282" y="20448"/>
                    <a:pt x="90152" y="20631"/>
                  </a:cubicBezTo>
                  <a:cubicBezTo>
                    <a:pt x="89012" y="22259"/>
                    <a:pt x="87849" y="23856"/>
                    <a:pt x="86622" y="25426"/>
                  </a:cubicBezTo>
                  <a:cubicBezTo>
                    <a:pt x="86012" y="26185"/>
                    <a:pt x="85374" y="26916"/>
                    <a:pt x="84707" y="27623"/>
                  </a:cubicBezTo>
                  <a:cubicBezTo>
                    <a:pt x="84563" y="27949"/>
                    <a:pt x="84399" y="28186"/>
                    <a:pt x="84222" y="28354"/>
                  </a:cubicBezTo>
                  <a:cubicBezTo>
                    <a:pt x="84344" y="28134"/>
                    <a:pt x="84456" y="27938"/>
                    <a:pt x="84531" y="27802"/>
                  </a:cubicBezTo>
                  <a:cubicBezTo>
                    <a:pt x="86111" y="24957"/>
                    <a:pt x="88344" y="22532"/>
                    <a:pt x="90544" y="20084"/>
                  </a:cubicBezTo>
                  <a:close/>
                  <a:moveTo>
                    <a:pt x="92396" y="12207"/>
                  </a:moveTo>
                  <a:cubicBezTo>
                    <a:pt x="92814" y="12582"/>
                    <a:pt x="93146" y="13044"/>
                    <a:pt x="93371" y="13558"/>
                  </a:cubicBezTo>
                  <a:cubicBezTo>
                    <a:pt x="93594" y="14080"/>
                    <a:pt x="93955" y="14531"/>
                    <a:pt x="94414" y="14865"/>
                  </a:cubicBezTo>
                  <a:cubicBezTo>
                    <a:pt x="93337" y="16202"/>
                    <a:pt x="92326" y="17585"/>
                    <a:pt x="91330" y="18979"/>
                  </a:cubicBezTo>
                  <a:cubicBezTo>
                    <a:pt x="88689" y="22118"/>
                    <a:pt x="85776" y="24993"/>
                    <a:pt x="83821" y="28596"/>
                  </a:cubicBezTo>
                  <a:cubicBezTo>
                    <a:pt x="83751" y="28617"/>
                    <a:pt x="83679" y="28627"/>
                    <a:pt x="83605" y="28627"/>
                  </a:cubicBezTo>
                  <a:cubicBezTo>
                    <a:pt x="83375" y="28627"/>
                    <a:pt x="83124" y="28530"/>
                    <a:pt x="82854" y="28345"/>
                  </a:cubicBezTo>
                  <a:lnTo>
                    <a:pt x="82854" y="28342"/>
                  </a:lnTo>
                  <a:cubicBezTo>
                    <a:pt x="84335" y="26919"/>
                    <a:pt x="85663" y="25340"/>
                    <a:pt x="86913" y="23671"/>
                  </a:cubicBezTo>
                  <a:cubicBezTo>
                    <a:pt x="89061" y="20795"/>
                    <a:pt x="92722" y="17559"/>
                    <a:pt x="93464" y="13985"/>
                  </a:cubicBezTo>
                  <a:cubicBezTo>
                    <a:pt x="93482" y="13891"/>
                    <a:pt x="93405" y="13807"/>
                    <a:pt x="93323" y="13807"/>
                  </a:cubicBezTo>
                  <a:cubicBezTo>
                    <a:pt x="93291" y="13807"/>
                    <a:pt x="93258" y="13819"/>
                    <a:pt x="93230" y="13849"/>
                  </a:cubicBezTo>
                  <a:cubicBezTo>
                    <a:pt x="92193" y="14941"/>
                    <a:pt x="91148" y="16055"/>
                    <a:pt x="90123" y="17195"/>
                  </a:cubicBezTo>
                  <a:cubicBezTo>
                    <a:pt x="91068" y="15642"/>
                    <a:pt x="91856" y="14002"/>
                    <a:pt x="92396" y="12207"/>
                  </a:cubicBezTo>
                  <a:close/>
                  <a:moveTo>
                    <a:pt x="65801" y="3548"/>
                  </a:moveTo>
                  <a:cubicBezTo>
                    <a:pt x="65939" y="3548"/>
                    <a:pt x="64792" y="5298"/>
                    <a:pt x="64793" y="5298"/>
                  </a:cubicBezTo>
                  <a:cubicBezTo>
                    <a:pt x="64793" y="5298"/>
                    <a:pt x="64793" y="5298"/>
                    <a:pt x="64793" y="5298"/>
                  </a:cubicBezTo>
                  <a:lnTo>
                    <a:pt x="64793" y="5298"/>
                  </a:lnTo>
                  <a:cubicBezTo>
                    <a:pt x="63390" y="7469"/>
                    <a:pt x="61715" y="9464"/>
                    <a:pt x="60090" y="11465"/>
                  </a:cubicBezTo>
                  <a:cubicBezTo>
                    <a:pt x="55351" y="17297"/>
                    <a:pt x="50759" y="23326"/>
                    <a:pt x="46357" y="29484"/>
                  </a:cubicBezTo>
                  <a:lnTo>
                    <a:pt x="46357" y="29484"/>
                  </a:lnTo>
                  <a:cubicBezTo>
                    <a:pt x="46424" y="29388"/>
                    <a:pt x="46491" y="29292"/>
                    <a:pt x="46559" y="29197"/>
                  </a:cubicBezTo>
                  <a:cubicBezTo>
                    <a:pt x="50866" y="23067"/>
                    <a:pt x="55136" y="16904"/>
                    <a:pt x="59891" y="11112"/>
                  </a:cubicBezTo>
                  <a:cubicBezTo>
                    <a:pt x="61637" y="8988"/>
                    <a:pt x="63170" y="6739"/>
                    <a:pt x="64882" y="4588"/>
                  </a:cubicBezTo>
                  <a:cubicBezTo>
                    <a:pt x="65491" y="3822"/>
                    <a:pt x="65747" y="3548"/>
                    <a:pt x="65801" y="3548"/>
                  </a:cubicBezTo>
                  <a:close/>
                  <a:moveTo>
                    <a:pt x="84145" y="24987"/>
                  </a:moveTo>
                  <a:lnTo>
                    <a:pt x="84145" y="24987"/>
                  </a:lnTo>
                  <a:cubicBezTo>
                    <a:pt x="83460" y="26107"/>
                    <a:pt x="82848" y="27271"/>
                    <a:pt x="82314" y="28469"/>
                  </a:cubicBezTo>
                  <a:cubicBezTo>
                    <a:pt x="82118" y="28657"/>
                    <a:pt x="81927" y="28850"/>
                    <a:pt x="81728" y="29038"/>
                  </a:cubicBezTo>
                  <a:lnTo>
                    <a:pt x="81725" y="29035"/>
                  </a:lnTo>
                  <a:cubicBezTo>
                    <a:pt x="81197" y="29531"/>
                    <a:pt x="80921" y="29734"/>
                    <a:pt x="80825" y="29734"/>
                  </a:cubicBezTo>
                  <a:cubicBezTo>
                    <a:pt x="80424" y="29734"/>
                    <a:pt x="83152" y="26191"/>
                    <a:pt x="83697" y="25527"/>
                  </a:cubicBezTo>
                  <a:cubicBezTo>
                    <a:pt x="83844" y="25348"/>
                    <a:pt x="83994" y="25166"/>
                    <a:pt x="84145" y="24987"/>
                  </a:cubicBezTo>
                  <a:close/>
                  <a:moveTo>
                    <a:pt x="94676" y="15039"/>
                  </a:moveTo>
                  <a:cubicBezTo>
                    <a:pt x="95427" y="15480"/>
                    <a:pt x="96349" y="15622"/>
                    <a:pt x="97293" y="15622"/>
                  </a:cubicBezTo>
                  <a:cubicBezTo>
                    <a:pt x="98252" y="15622"/>
                    <a:pt x="99234" y="15476"/>
                    <a:pt x="100084" y="15348"/>
                  </a:cubicBezTo>
                  <a:lnTo>
                    <a:pt x="100084" y="15348"/>
                  </a:lnTo>
                  <a:cubicBezTo>
                    <a:pt x="98932" y="16104"/>
                    <a:pt x="97855" y="16964"/>
                    <a:pt x="96865" y="17923"/>
                  </a:cubicBezTo>
                  <a:cubicBezTo>
                    <a:pt x="97168" y="17400"/>
                    <a:pt x="97456" y="16886"/>
                    <a:pt x="97722" y="16390"/>
                  </a:cubicBezTo>
                  <a:cubicBezTo>
                    <a:pt x="97784" y="16274"/>
                    <a:pt x="97684" y="16144"/>
                    <a:pt x="97577" y="16144"/>
                  </a:cubicBezTo>
                  <a:cubicBezTo>
                    <a:pt x="97540" y="16144"/>
                    <a:pt x="97503" y="16159"/>
                    <a:pt x="97471" y="16196"/>
                  </a:cubicBezTo>
                  <a:cubicBezTo>
                    <a:pt x="96746" y="17016"/>
                    <a:pt x="96053" y="17865"/>
                    <a:pt x="95355" y="18705"/>
                  </a:cubicBezTo>
                  <a:cubicBezTo>
                    <a:pt x="95909" y="17856"/>
                    <a:pt x="96446" y="16987"/>
                    <a:pt x="96934" y="16078"/>
                  </a:cubicBezTo>
                  <a:lnTo>
                    <a:pt x="96934" y="16075"/>
                  </a:lnTo>
                  <a:cubicBezTo>
                    <a:pt x="96996" y="15957"/>
                    <a:pt x="96897" y="15831"/>
                    <a:pt x="96789" y="15831"/>
                  </a:cubicBezTo>
                  <a:cubicBezTo>
                    <a:pt x="96752" y="15831"/>
                    <a:pt x="96713" y="15846"/>
                    <a:pt x="96680" y="15882"/>
                  </a:cubicBezTo>
                  <a:cubicBezTo>
                    <a:pt x="92471" y="20307"/>
                    <a:pt x="89364" y="25637"/>
                    <a:pt x="84933" y="29863"/>
                  </a:cubicBezTo>
                  <a:cubicBezTo>
                    <a:pt x="84551" y="30227"/>
                    <a:pt x="84351" y="30378"/>
                    <a:pt x="84283" y="30378"/>
                  </a:cubicBezTo>
                  <a:cubicBezTo>
                    <a:pt x="84181" y="30378"/>
                    <a:pt x="84371" y="30043"/>
                    <a:pt x="84687" y="29575"/>
                  </a:cubicBezTo>
                  <a:cubicBezTo>
                    <a:pt x="88813" y="25403"/>
                    <a:pt x="92817" y="21084"/>
                    <a:pt x="95669" y="15916"/>
                  </a:cubicBezTo>
                  <a:cubicBezTo>
                    <a:pt x="95734" y="15795"/>
                    <a:pt x="95639" y="15689"/>
                    <a:pt x="95533" y="15689"/>
                  </a:cubicBezTo>
                  <a:cubicBezTo>
                    <a:pt x="95497" y="15689"/>
                    <a:pt x="95460" y="15701"/>
                    <a:pt x="95427" y="15729"/>
                  </a:cubicBezTo>
                  <a:cubicBezTo>
                    <a:pt x="92791" y="17934"/>
                    <a:pt x="90851" y="20599"/>
                    <a:pt x="88879" y="23385"/>
                  </a:cubicBezTo>
                  <a:cubicBezTo>
                    <a:pt x="87456" y="25394"/>
                    <a:pt x="85631" y="27219"/>
                    <a:pt x="84439" y="29378"/>
                  </a:cubicBezTo>
                  <a:cubicBezTo>
                    <a:pt x="83961" y="29844"/>
                    <a:pt x="83702" y="30026"/>
                    <a:pt x="83587" y="30026"/>
                  </a:cubicBezTo>
                  <a:cubicBezTo>
                    <a:pt x="83353" y="30026"/>
                    <a:pt x="83728" y="29261"/>
                    <a:pt x="84093" y="28590"/>
                  </a:cubicBezTo>
                  <a:cubicBezTo>
                    <a:pt x="87196" y="25611"/>
                    <a:pt x="89621" y="22002"/>
                    <a:pt x="92014" y="18414"/>
                  </a:cubicBezTo>
                  <a:cubicBezTo>
                    <a:pt x="92959" y="17325"/>
                    <a:pt x="93865" y="16214"/>
                    <a:pt x="94676" y="15039"/>
                  </a:cubicBezTo>
                  <a:close/>
                  <a:moveTo>
                    <a:pt x="60272" y="4276"/>
                  </a:moveTo>
                  <a:cubicBezTo>
                    <a:pt x="59954" y="4931"/>
                    <a:pt x="59599" y="5569"/>
                    <a:pt x="59230" y="6199"/>
                  </a:cubicBezTo>
                  <a:cubicBezTo>
                    <a:pt x="53086" y="12261"/>
                    <a:pt x="47716" y="19418"/>
                    <a:pt x="42785" y="26616"/>
                  </a:cubicBezTo>
                  <a:cubicBezTo>
                    <a:pt x="41775" y="27912"/>
                    <a:pt x="40767" y="29214"/>
                    <a:pt x="39765" y="30519"/>
                  </a:cubicBezTo>
                  <a:cubicBezTo>
                    <a:pt x="42442" y="26743"/>
                    <a:pt x="45089" y="22946"/>
                    <a:pt x="47708" y="19124"/>
                  </a:cubicBezTo>
                  <a:cubicBezTo>
                    <a:pt x="48196" y="18411"/>
                    <a:pt x="48709" y="17715"/>
                    <a:pt x="49209" y="17013"/>
                  </a:cubicBezTo>
                  <a:cubicBezTo>
                    <a:pt x="51839" y="13869"/>
                    <a:pt x="54449" y="10726"/>
                    <a:pt x="56816" y="7388"/>
                  </a:cubicBezTo>
                  <a:cubicBezTo>
                    <a:pt x="56851" y="7354"/>
                    <a:pt x="56885" y="7313"/>
                    <a:pt x="56917" y="7276"/>
                  </a:cubicBezTo>
                  <a:cubicBezTo>
                    <a:pt x="57552" y="6580"/>
                    <a:pt x="60032" y="4767"/>
                    <a:pt x="60272" y="4276"/>
                  </a:cubicBezTo>
                  <a:close/>
                  <a:moveTo>
                    <a:pt x="108320" y="18370"/>
                  </a:moveTo>
                  <a:lnTo>
                    <a:pt x="108320" y="18370"/>
                  </a:lnTo>
                  <a:cubicBezTo>
                    <a:pt x="107775" y="19271"/>
                    <a:pt x="107203" y="20154"/>
                    <a:pt x="106594" y="21015"/>
                  </a:cubicBezTo>
                  <a:cubicBezTo>
                    <a:pt x="104870" y="23039"/>
                    <a:pt x="103225" y="25129"/>
                    <a:pt x="101622" y="27251"/>
                  </a:cubicBezTo>
                  <a:cubicBezTo>
                    <a:pt x="100863" y="28137"/>
                    <a:pt x="100098" y="29018"/>
                    <a:pt x="99345" y="29898"/>
                  </a:cubicBezTo>
                  <a:cubicBezTo>
                    <a:pt x="99143" y="30132"/>
                    <a:pt x="98946" y="30372"/>
                    <a:pt x="98747" y="30608"/>
                  </a:cubicBezTo>
                  <a:cubicBezTo>
                    <a:pt x="97760" y="30527"/>
                    <a:pt x="97682" y="30123"/>
                    <a:pt x="98533" y="29396"/>
                  </a:cubicBezTo>
                  <a:cubicBezTo>
                    <a:pt x="99740" y="27606"/>
                    <a:pt x="101409" y="26061"/>
                    <a:pt x="102884" y="24494"/>
                  </a:cubicBezTo>
                  <a:cubicBezTo>
                    <a:pt x="104743" y="22513"/>
                    <a:pt x="106169" y="20065"/>
                    <a:pt x="108320" y="18370"/>
                  </a:cubicBezTo>
                  <a:close/>
                  <a:moveTo>
                    <a:pt x="84049" y="9366"/>
                  </a:moveTo>
                  <a:cubicBezTo>
                    <a:pt x="80899" y="14664"/>
                    <a:pt x="76419" y="19124"/>
                    <a:pt x="72579" y="23913"/>
                  </a:cubicBezTo>
                  <a:cubicBezTo>
                    <a:pt x="70561" y="26428"/>
                    <a:pt x="68589" y="28983"/>
                    <a:pt x="66635" y="31552"/>
                  </a:cubicBezTo>
                  <a:cubicBezTo>
                    <a:pt x="68139" y="29454"/>
                    <a:pt x="69643" y="27355"/>
                    <a:pt x="71147" y="25253"/>
                  </a:cubicBezTo>
                  <a:cubicBezTo>
                    <a:pt x="72998" y="22672"/>
                    <a:pt x="74970" y="20175"/>
                    <a:pt x="76979" y="17715"/>
                  </a:cubicBezTo>
                  <a:cubicBezTo>
                    <a:pt x="77865" y="16705"/>
                    <a:pt x="78737" y="15685"/>
                    <a:pt x="79577" y="14649"/>
                  </a:cubicBezTo>
                  <a:cubicBezTo>
                    <a:pt x="81145" y="12954"/>
                    <a:pt x="82932" y="11245"/>
                    <a:pt x="84049" y="9366"/>
                  </a:cubicBezTo>
                  <a:close/>
                  <a:moveTo>
                    <a:pt x="87815" y="11646"/>
                  </a:moveTo>
                  <a:cubicBezTo>
                    <a:pt x="87936" y="11646"/>
                    <a:pt x="87864" y="11955"/>
                    <a:pt x="87444" y="12793"/>
                  </a:cubicBezTo>
                  <a:cubicBezTo>
                    <a:pt x="87213" y="13255"/>
                    <a:pt x="86968" y="13705"/>
                    <a:pt x="86708" y="14150"/>
                  </a:cubicBezTo>
                  <a:cubicBezTo>
                    <a:pt x="83582" y="17519"/>
                    <a:pt x="80819" y="21272"/>
                    <a:pt x="78217" y="25155"/>
                  </a:cubicBezTo>
                  <a:cubicBezTo>
                    <a:pt x="76456" y="27352"/>
                    <a:pt x="74727" y="29572"/>
                    <a:pt x="73032" y="31818"/>
                  </a:cubicBezTo>
                  <a:cubicBezTo>
                    <a:pt x="74002" y="30461"/>
                    <a:pt x="74972" y="29098"/>
                    <a:pt x="75940" y="27736"/>
                  </a:cubicBezTo>
                  <a:cubicBezTo>
                    <a:pt x="79416" y="22828"/>
                    <a:pt x="83414" y="18194"/>
                    <a:pt x="86466" y="12998"/>
                  </a:cubicBezTo>
                  <a:cubicBezTo>
                    <a:pt x="87004" y="12351"/>
                    <a:pt x="87631" y="11646"/>
                    <a:pt x="87815" y="11646"/>
                  </a:cubicBezTo>
                  <a:close/>
                  <a:moveTo>
                    <a:pt x="66554" y="3078"/>
                  </a:moveTo>
                  <a:cubicBezTo>
                    <a:pt x="66687" y="3136"/>
                    <a:pt x="66817" y="3199"/>
                    <a:pt x="66941" y="3274"/>
                  </a:cubicBezTo>
                  <a:cubicBezTo>
                    <a:pt x="67051" y="3323"/>
                    <a:pt x="67146" y="3384"/>
                    <a:pt x="67244" y="3436"/>
                  </a:cubicBezTo>
                  <a:cubicBezTo>
                    <a:pt x="67227" y="3447"/>
                    <a:pt x="67209" y="3450"/>
                    <a:pt x="67195" y="3470"/>
                  </a:cubicBezTo>
                  <a:cubicBezTo>
                    <a:pt x="65601" y="5543"/>
                    <a:pt x="64002" y="7613"/>
                    <a:pt x="62391" y="9678"/>
                  </a:cubicBezTo>
                  <a:cubicBezTo>
                    <a:pt x="61282" y="11032"/>
                    <a:pt x="60205" y="12417"/>
                    <a:pt x="59157" y="13832"/>
                  </a:cubicBezTo>
                  <a:cubicBezTo>
                    <a:pt x="54446" y="19866"/>
                    <a:pt x="49731" y="25900"/>
                    <a:pt x="45127" y="32014"/>
                  </a:cubicBezTo>
                  <a:cubicBezTo>
                    <a:pt x="48204" y="27750"/>
                    <a:pt x="51357" y="23538"/>
                    <a:pt x="54449" y="19288"/>
                  </a:cubicBezTo>
                  <a:cubicBezTo>
                    <a:pt x="58413" y="13838"/>
                    <a:pt x="63090" y="8878"/>
                    <a:pt x="66554" y="3078"/>
                  </a:cubicBezTo>
                  <a:close/>
                  <a:moveTo>
                    <a:pt x="84725" y="10134"/>
                  </a:moveTo>
                  <a:lnTo>
                    <a:pt x="84725" y="10134"/>
                  </a:lnTo>
                  <a:cubicBezTo>
                    <a:pt x="83232" y="12567"/>
                    <a:pt x="81509" y="14857"/>
                    <a:pt x="79794" y="17135"/>
                  </a:cubicBezTo>
                  <a:cubicBezTo>
                    <a:pt x="75530" y="22785"/>
                    <a:pt x="71251" y="28388"/>
                    <a:pt x="67053" y="34067"/>
                  </a:cubicBezTo>
                  <a:cubicBezTo>
                    <a:pt x="68979" y="31336"/>
                    <a:pt x="70910" y="28605"/>
                    <a:pt x="72807" y="25856"/>
                  </a:cubicBezTo>
                  <a:cubicBezTo>
                    <a:pt x="75631" y="21765"/>
                    <a:pt x="78451" y="17686"/>
                    <a:pt x="81540" y="13792"/>
                  </a:cubicBezTo>
                  <a:lnTo>
                    <a:pt x="81540" y="13794"/>
                  </a:lnTo>
                  <a:cubicBezTo>
                    <a:pt x="82458" y="12640"/>
                    <a:pt x="84104" y="11144"/>
                    <a:pt x="84725" y="10134"/>
                  </a:cubicBezTo>
                  <a:close/>
                  <a:moveTo>
                    <a:pt x="107735" y="16116"/>
                  </a:moveTo>
                  <a:cubicBezTo>
                    <a:pt x="107787" y="16116"/>
                    <a:pt x="106195" y="19367"/>
                    <a:pt x="105783" y="19973"/>
                  </a:cubicBezTo>
                  <a:cubicBezTo>
                    <a:pt x="105575" y="20276"/>
                    <a:pt x="105347" y="20564"/>
                    <a:pt x="105127" y="20862"/>
                  </a:cubicBezTo>
                  <a:cubicBezTo>
                    <a:pt x="103716" y="22528"/>
                    <a:pt x="102350" y="24245"/>
                    <a:pt x="100909" y="25879"/>
                  </a:cubicBezTo>
                  <a:cubicBezTo>
                    <a:pt x="100520" y="26304"/>
                    <a:pt x="100130" y="26728"/>
                    <a:pt x="99743" y="27150"/>
                  </a:cubicBezTo>
                  <a:cubicBezTo>
                    <a:pt x="99604" y="27303"/>
                    <a:pt x="99463" y="27453"/>
                    <a:pt x="99324" y="27603"/>
                  </a:cubicBezTo>
                  <a:cubicBezTo>
                    <a:pt x="96469" y="30591"/>
                    <a:pt x="93545" y="33475"/>
                    <a:pt x="90915" y="36642"/>
                  </a:cubicBezTo>
                  <a:cubicBezTo>
                    <a:pt x="91492" y="35747"/>
                    <a:pt x="92058" y="34800"/>
                    <a:pt x="92520" y="34079"/>
                  </a:cubicBezTo>
                  <a:lnTo>
                    <a:pt x="92523" y="34079"/>
                  </a:lnTo>
                  <a:cubicBezTo>
                    <a:pt x="94688" y="31483"/>
                    <a:pt x="96859" y="28893"/>
                    <a:pt x="99099" y="26373"/>
                  </a:cubicBezTo>
                  <a:cubicBezTo>
                    <a:pt x="101527" y="23639"/>
                    <a:pt x="103958" y="20943"/>
                    <a:pt x="105970" y="17931"/>
                  </a:cubicBezTo>
                  <a:cubicBezTo>
                    <a:pt x="106542" y="17311"/>
                    <a:pt x="107125" y="16705"/>
                    <a:pt x="107731" y="16118"/>
                  </a:cubicBezTo>
                  <a:cubicBezTo>
                    <a:pt x="107733" y="16117"/>
                    <a:pt x="107734" y="16116"/>
                    <a:pt x="107735" y="16116"/>
                  </a:cubicBezTo>
                  <a:close/>
                  <a:moveTo>
                    <a:pt x="95285" y="33458"/>
                  </a:moveTo>
                  <a:cubicBezTo>
                    <a:pt x="93796" y="35150"/>
                    <a:pt x="92231" y="37277"/>
                    <a:pt x="90811" y="39474"/>
                  </a:cubicBezTo>
                  <a:cubicBezTo>
                    <a:pt x="90490" y="39855"/>
                    <a:pt x="90208" y="40238"/>
                    <a:pt x="90009" y="40629"/>
                  </a:cubicBezTo>
                  <a:lnTo>
                    <a:pt x="90009" y="40629"/>
                  </a:lnTo>
                  <a:cubicBezTo>
                    <a:pt x="90044" y="40529"/>
                    <a:pt x="89965" y="40400"/>
                    <a:pt x="89866" y="40400"/>
                  </a:cubicBezTo>
                  <a:cubicBezTo>
                    <a:pt x="89840" y="40400"/>
                    <a:pt x="89813" y="40409"/>
                    <a:pt x="89786" y="40430"/>
                  </a:cubicBezTo>
                  <a:cubicBezTo>
                    <a:pt x="89372" y="40741"/>
                    <a:pt x="89221" y="40864"/>
                    <a:pt x="89216" y="40864"/>
                  </a:cubicBezTo>
                  <a:cubicBezTo>
                    <a:pt x="89208" y="40864"/>
                    <a:pt x="89615" y="40513"/>
                    <a:pt x="89869" y="40133"/>
                  </a:cubicBezTo>
                  <a:cubicBezTo>
                    <a:pt x="91454" y="37754"/>
                    <a:pt x="93400" y="35597"/>
                    <a:pt x="95285" y="33458"/>
                  </a:cubicBezTo>
                  <a:close/>
                  <a:moveTo>
                    <a:pt x="89291" y="12009"/>
                  </a:moveTo>
                  <a:cubicBezTo>
                    <a:pt x="89483" y="12009"/>
                    <a:pt x="86058" y="16573"/>
                    <a:pt x="86101" y="16573"/>
                  </a:cubicBezTo>
                  <a:cubicBezTo>
                    <a:pt x="86109" y="16573"/>
                    <a:pt x="86249" y="16400"/>
                    <a:pt x="86573" y="15986"/>
                  </a:cubicBezTo>
                  <a:lnTo>
                    <a:pt x="86573" y="15986"/>
                  </a:lnTo>
                  <a:cubicBezTo>
                    <a:pt x="80264" y="24045"/>
                    <a:pt x="74310" y="32497"/>
                    <a:pt x="68490" y="40969"/>
                  </a:cubicBezTo>
                  <a:lnTo>
                    <a:pt x="68490" y="40969"/>
                  </a:lnTo>
                  <a:cubicBezTo>
                    <a:pt x="68664" y="40714"/>
                    <a:pt x="68838" y="40458"/>
                    <a:pt x="69011" y="40202"/>
                  </a:cubicBezTo>
                  <a:cubicBezTo>
                    <a:pt x="72536" y="34985"/>
                    <a:pt x="75954" y="29699"/>
                    <a:pt x="79427" y="24447"/>
                  </a:cubicBezTo>
                  <a:cubicBezTo>
                    <a:pt x="79797" y="23887"/>
                    <a:pt x="80175" y="23333"/>
                    <a:pt x="80550" y="22779"/>
                  </a:cubicBezTo>
                  <a:cubicBezTo>
                    <a:pt x="82672" y="20183"/>
                    <a:pt x="84811" y="17617"/>
                    <a:pt x="86587" y="14808"/>
                  </a:cubicBezTo>
                  <a:cubicBezTo>
                    <a:pt x="87410" y="13878"/>
                    <a:pt x="88273" y="12989"/>
                    <a:pt x="89156" y="12117"/>
                  </a:cubicBezTo>
                  <a:cubicBezTo>
                    <a:pt x="89231" y="12043"/>
                    <a:pt x="89275" y="12009"/>
                    <a:pt x="89291" y="12009"/>
                  </a:cubicBezTo>
                  <a:close/>
                  <a:moveTo>
                    <a:pt x="61220" y="4814"/>
                  </a:moveTo>
                  <a:cubicBezTo>
                    <a:pt x="61609" y="4814"/>
                    <a:pt x="58071" y="9421"/>
                    <a:pt x="57653" y="10004"/>
                  </a:cubicBezTo>
                  <a:cubicBezTo>
                    <a:pt x="55745" y="12668"/>
                    <a:pt x="53767" y="15281"/>
                    <a:pt x="51784" y="17888"/>
                  </a:cubicBezTo>
                  <a:cubicBezTo>
                    <a:pt x="47133" y="23991"/>
                    <a:pt x="42329" y="29973"/>
                    <a:pt x="37615" y="36024"/>
                  </a:cubicBezTo>
                  <a:cubicBezTo>
                    <a:pt x="36243" y="37785"/>
                    <a:pt x="34886" y="39558"/>
                    <a:pt x="33544" y="41339"/>
                  </a:cubicBezTo>
                  <a:cubicBezTo>
                    <a:pt x="33859" y="40831"/>
                    <a:pt x="34176" y="40320"/>
                    <a:pt x="34497" y="39824"/>
                  </a:cubicBezTo>
                  <a:cubicBezTo>
                    <a:pt x="37514" y="35118"/>
                    <a:pt x="40611" y="30357"/>
                    <a:pt x="43868" y="25695"/>
                  </a:cubicBezTo>
                  <a:cubicBezTo>
                    <a:pt x="45961" y="23030"/>
                    <a:pt x="48083" y="20388"/>
                    <a:pt x="50254" y="17796"/>
                  </a:cubicBezTo>
                  <a:cubicBezTo>
                    <a:pt x="53254" y="14216"/>
                    <a:pt x="56447" y="10827"/>
                    <a:pt x="59002" y="6955"/>
                  </a:cubicBezTo>
                  <a:cubicBezTo>
                    <a:pt x="59438" y="6505"/>
                    <a:pt x="59856" y="6037"/>
                    <a:pt x="60298" y="5595"/>
                  </a:cubicBezTo>
                  <a:cubicBezTo>
                    <a:pt x="60852" y="5042"/>
                    <a:pt x="61134" y="4814"/>
                    <a:pt x="61220" y="4814"/>
                  </a:cubicBezTo>
                  <a:close/>
                  <a:moveTo>
                    <a:pt x="68873" y="10082"/>
                  </a:moveTo>
                  <a:cubicBezTo>
                    <a:pt x="68097" y="11383"/>
                    <a:pt x="67261" y="12649"/>
                    <a:pt x="66395" y="13893"/>
                  </a:cubicBezTo>
                  <a:cubicBezTo>
                    <a:pt x="61912" y="18933"/>
                    <a:pt x="57902" y="24372"/>
                    <a:pt x="54019" y="29907"/>
                  </a:cubicBezTo>
                  <a:cubicBezTo>
                    <a:pt x="51085" y="33770"/>
                    <a:pt x="48213" y="37681"/>
                    <a:pt x="45309" y="41565"/>
                  </a:cubicBezTo>
                  <a:cubicBezTo>
                    <a:pt x="45164" y="41758"/>
                    <a:pt x="45020" y="41951"/>
                    <a:pt x="44875" y="42145"/>
                  </a:cubicBezTo>
                  <a:cubicBezTo>
                    <a:pt x="45358" y="41452"/>
                    <a:pt x="45837" y="40750"/>
                    <a:pt x="46322" y="40063"/>
                  </a:cubicBezTo>
                  <a:cubicBezTo>
                    <a:pt x="49010" y="36261"/>
                    <a:pt x="51689" y="32447"/>
                    <a:pt x="54356" y="28628"/>
                  </a:cubicBezTo>
                  <a:cubicBezTo>
                    <a:pt x="55355" y="27233"/>
                    <a:pt x="56357" y="25839"/>
                    <a:pt x="57356" y="24442"/>
                  </a:cubicBezTo>
                  <a:cubicBezTo>
                    <a:pt x="60076" y="20665"/>
                    <a:pt x="63069" y="17164"/>
                    <a:pt x="65679" y="13376"/>
                  </a:cubicBezTo>
                  <a:cubicBezTo>
                    <a:pt x="67000" y="12113"/>
                    <a:pt x="68421" y="10838"/>
                    <a:pt x="68873" y="10082"/>
                  </a:cubicBezTo>
                  <a:close/>
                  <a:moveTo>
                    <a:pt x="75076" y="19886"/>
                  </a:moveTo>
                  <a:lnTo>
                    <a:pt x="75076" y="19886"/>
                  </a:lnTo>
                  <a:cubicBezTo>
                    <a:pt x="70166" y="26232"/>
                    <a:pt x="65497" y="32742"/>
                    <a:pt x="60693" y="39243"/>
                  </a:cubicBezTo>
                  <a:lnTo>
                    <a:pt x="60690" y="39240"/>
                  </a:lnTo>
                  <a:cubicBezTo>
                    <a:pt x="59605" y="40713"/>
                    <a:pt x="58508" y="42191"/>
                    <a:pt x="57408" y="43672"/>
                  </a:cubicBezTo>
                  <a:cubicBezTo>
                    <a:pt x="58595" y="41928"/>
                    <a:pt x="59793" y="40193"/>
                    <a:pt x="61005" y="38473"/>
                  </a:cubicBezTo>
                  <a:cubicBezTo>
                    <a:pt x="65356" y="32315"/>
                    <a:pt x="69733" y="26087"/>
                    <a:pt x="74655" y="20368"/>
                  </a:cubicBezTo>
                  <a:cubicBezTo>
                    <a:pt x="74793" y="20206"/>
                    <a:pt x="74935" y="20048"/>
                    <a:pt x="75076" y="19886"/>
                  </a:cubicBezTo>
                  <a:close/>
                  <a:moveTo>
                    <a:pt x="55344" y="31778"/>
                  </a:moveTo>
                  <a:lnTo>
                    <a:pt x="55344" y="31778"/>
                  </a:lnTo>
                  <a:cubicBezTo>
                    <a:pt x="54515" y="32918"/>
                    <a:pt x="53689" y="34058"/>
                    <a:pt x="52864" y="35196"/>
                  </a:cubicBezTo>
                  <a:cubicBezTo>
                    <a:pt x="50797" y="38037"/>
                    <a:pt x="48640" y="40860"/>
                    <a:pt x="46458" y="43681"/>
                  </a:cubicBezTo>
                  <a:cubicBezTo>
                    <a:pt x="46983" y="42936"/>
                    <a:pt x="47508" y="42194"/>
                    <a:pt x="48034" y="41449"/>
                  </a:cubicBezTo>
                  <a:cubicBezTo>
                    <a:pt x="50358" y="38164"/>
                    <a:pt x="52832" y="34962"/>
                    <a:pt x="55344" y="31778"/>
                  </a:cubicBezTo>
                  <a:close/>
                  <a:moveTo>
                    <a:pt x="55774" y="396"/>
                  </a:moveTo>
                  <a:cubicBezTo>
                    <a:pt x="56683" y="462"/>
                    <a:pt x="56995" y="1372"/>
                    <a:pt x="57668" y="2200"/>
                  </a:cubicBezTo>
                  <a:cubicBezTo>
                    <a:pt x="56542" y="3468"/>
                    <a:pt x="55430" y="4747"/>
                    <a:pt x="54333" y="6040"/>
                  </a:cubicBezTo>
                  <a:lnTo>
                    <a:pt x="54330" y="6037"/>
                  </a:lnTo>
                  <a:cubicBezTo>
                    <a:pt x="55176" y="4599"/>
                    <a:pt x="55936" y="3112"/>
                    <a:pt x="56608" y="1585"/>
                  </a:cubicBezTo>
                  <a:cubicBezTo>
                    <a:pt x="56656" y="1471"/>
                    <a:pt x="56564" y="1338"/>
                    <a:pt x="56463" y="1338"/>
                  </a:cubicBezTo>
                  <a:cubicBezTo>
                    <a:pt x="56428" y="1338"/>
                    <a:pt x="56392" y="1354"/>
                    <a:pt x="56360" y="1392"/>
                  </a:cubicBezTo>
                  <a:cubicBezTo>
                    <a:pt x="51966" y="6586"/>
                    <a:pt x="48302" y="12550"/>
                    <a:pt x="44304" y="18061"/>
                  </a:cubicBezTo>
                  <a:cubicBezTo>
                    <a:pt x="41772" y="21546"/>
                    <a:pt x="39301" y="25074"/>
                    <a:pt x="36829" y="28602"/>
                  </a:cubicBezTo>
                  <a:cubicBezTo>
                    <a:pt x="32811" y="33735"/>
                    <a:pt x="28853" y="38914"/>
                    <a:pt x="24955" y="44134"/>
                  </a:cubicBezTo>
                  <a:cubicBezTo>
                    <a:pt x="25198" y="43787"/>
                    <a:pt x="25452" y="43450"/>
                    <a:pt x="25688" y="43098"/>
                  </a:cubicBezTo>
                  <a:cubicBezTo>
                    <a:pt x="33639" y="31396"/>
                    <a:pt x="41639" y="19950"/>
                    <a:pt x="50098" y="8604"/>
                  </a:cubicBezTo>
                  <a:cubicBezTo>
                    <a:pt x="51129" y="7224"/>
                    <a:pt x="52116" y="5725"/>
                    <a:pt x="53043" y="4256"/>
                  </a:cubicBezTo>
                  <a:cubicBezTo>
                    <a:pt x="54019" y="3029"/>
                    <a:pt x="54945" y="1764"/>
                    <a:pt x="55774" y="396"/>
                  </a:cubicBezTo>
                  <a:close/>
                  <a:moveTo>
                    <a:pt x="58043" y="2552"/>
                  </a:moveTo>
                  <a:cubicBezTo>
                    <a:pt x="58364" y="2804"/>
                    <a:pt x="58765" y="2977"/>
                    <a:pt x="59218" y="3095"/>
                  </a:cubicBezTo>
                  <a:cubicBezTo>
                    <a:pt x="54423" y="7749"/>
                    <a:pt x="50768" y="13953"/>
                    <a:pt x="46697" y="19239"/>
                  </a:cubicBezTo>
                  <a:cubicBezTo>
                    <a:pt x="45909" y="20264"/>
                    <a:pt x="45150" y="21306"/>
                    <a:pt x="44379" y="22340"/>
                  </a:cubicBezTo>
                  <a:cubicBezTo>
                    <a:pt x="40525" y="27069"/>
                    <a:pt x="36997" y="32081"/>
                    <a:pt x="33587" y="37188"/>
                  </a:cubicBezTo>
                  <a:cubicBezTo>
                    <a:pt x="32753" y="38322"/>
                    <a:pt x="31921" y="39463"/>
                    <a:pt x="31067" y="40586"/>
                  </a:cubicBezTo>
                  <a:cubicBezTo>
                    <a:pt x="29892" y="42127"/>
                    <a:pt x="28702" y="43658"/>
                    <a:pt x="27499" y="45179"/>
                  </a:cubicBezTo>
                  <a:cubicBezTo>
                    <a:pt x="28229" y="44073"/>
                    <a:pt x="28965" y="42970"/>
                    <a:pt x="29698" y="41871"/>
                  </a:cubicBezTo>
                  <a:cubicBezTo>
                    <a:pt x="34246" y="35098"/>
                    <a:pt x="38836" y="28356"/>
                    <a:pt x="43689" y="21797"/>
                  </a:cubicBezTo>
                  <a:cubicBezTo>
                    <a:pt x="48406" y="15417"/>
                    <a:pt x="54189" y="9533"/>
                    <a:pt x="58043" y="2552"/>
                  </a:cubicBezTo>
                  <a:close/>
                  <a:moveTo>
                    <a:pt x="74839" y="40649"/>
                  </a:moveTo>
                  <a:cubicBezTo>
                    <a:pt x="74854" y="40649"/>
                    <a:pt x="72536" y="44019"/>
                    <a:pt x="72161" y="44541"/>
                  </a:cubicBezTo>
                  <a:cubicBezTo>
                    <a:pt x="71817" y="45023"/>
                    <a:pt x="71476" y="45502"/>
                    <a:pt x="71136" y="45979"/>
                  </a:cubicBezTo>
                  <a:cubicBezTo>
                    <a:pt x="72042" y="44668"/>
                    <a:pt x="72946" y="43360"/>
                    <a:pt x="73855" y="42050"/>
                  </a:cubicBezTo>
                  <a:cubicBezTo>
                    <a:pt x="74561" y="41035"/>
                    <a:pt x="74834" y="40649"/>
                    <a:pt x="74839" y="40649"/>
                  </a:cubicBezTo>
                  <a:close/>
                  <a:moveTo>
                    <a:pt x="56409" y="34416"/>
                  </a:moveTo>
                  <a:lnTo>
                    <a:pt x="56409" y="34419"/>
                  </a:lnTo>
                  <a:cubicBezTo>
                    <a:pt x="54763" y="36864"/>
                    <a:pt x="53109" y="39310"/>
                    <a:pt x="51412" y="41720"/>
                  </a:cubicBezTo>
                  <a:cubicBezTo>
                    <a:pt x="50026" y="43692"/>
                    <a:pt x="48626" y="45655"/>
                    <a:pt x="47214" y="47607"/>
                  </a:cubicBezTo>
                  <a:cubicBezTo>
                    <a:pt x="47399" y="47333"/>
                    <a:pt x="47578" y="47053"/>
                    <a:pt x="47762" y="46778"/>
                  </a:cubicBezTo>
                  <a:cubicBezTo>
                    <a:pt x="50586" y="42615"/>
                    <a:pt x="53490" y="38510"/>
                    <a:pt x="56409" y="34416"/>
                  </a:cubicBezTo>
                  <a:close/>
                  <a:moveTo>
                    <a:pt x="51454" y="21673"/>
                  </a:moveTo>
                  <a:lnTo>
                    <a:pt x="51454" y="21673"/>
                  </a:lnTo>
                  <a:cubicBezTo>
                    <a:pt x="48295" y="26079"/>
                    <a:pt x="45229" y="30553"/>
                    <a:pt x="42075" y="34965"/>
                  </a:cubicBezTo>
                  <a:cubicBezTo>
                    <a:pt x="38374" y="40138"/>
                    <a:pt x="34399" y="45090"/>
                    <a:pt x="30484" y="50098"/>
                  </a:cubicBezTo>
                  <a:cubicBezTo>
                    <a:pt x="33111" y="46057"/>
                    <a:pt x="35781" y="42044"/>
                    <a:pt x="38694" y="38213"/>
                  </a:cubicBezTo>
                  <a:cubicBezTo>
                    <a:pt x="42907" y="32669"/>
                    <a:pt x="47260" y="27232"/>
                    <a:pt x="51454" y="21673"/>
                  </a:cubicBezTo>
                  <a:close/>
                  <a:moveTo>
                    <a:pt x="62414" y="3751"/>
                  </a:moveTo>
                  <a:cubicBezTo>
                    <a:pt x="62729" y="3860"/>
                    <a:pt x="63017" y="3999"/>
                    <a:pt x="63248" y="4186"/>
                  </a:cubicBezTo>
                  <a:cubicBezTo>
                    <a:pt x="63283" y="4211"/>
                    <a:pt x="63324" y="4225"/>
                    <a:pt x="63365" y="4225"/>
                  </a:cubicBezTo>
                  <a:cubicBezTo>
                    <a:pt x="63373" y="4225"/>
                    <a:pt x="63380" y="4225"/>
                    <a:pt x="63387" y="4224"/>
                  </a:cubicBezTo>
                  <a:lnTo>
                    <a:pt x="63387" y="4224"/>
                  </a:lnTo>
                  <a:cubicBezTo>
                    <a:pt x="59498" y="10215"/>
                    <a:pt x="54763" y="15553"/>
                    <a:pt x="50320" y="21127"/>
                  </a:cubicBezTo>
                  <a:cubicBezTo>
                    <a:pt x="46296" y="26180"/>
                    <a:pt x="42511" y="31434"/>
                    <a:pt x="38599" y="36573"/>
                  </a:cubicBezTo>
                  <a:cubicBezTo>
                    <a:pt x="34681" y="41720"/>
                    <a:pt x="30738" y="46836"/>
                    <a:pt x="27068" y="52163"/>
                  </a:cubicBezTo>
                  <a:cubicBezTo>
                    <a:pt x="28861" y="49175"/>
                    <a:pt x="30599" y="46169"/>
                    <a:pt x="32360" y="43262"/>
                  </a:cubicBezTo>
                  <a:cubicBezTo>
                    <a:pt x="42263" y="30008"/>
                    <a:pt x="53132" y="17395"/>
                    <a:pt x="62414" y="3751"/>
                  </a:cubicBezTo>
                  <a:close/>
                  <a:moveTo>
                    <a:pt x="51706" y="5878"/>
                  </a:moveTo>
                  <a:lnTo>
                    <a:pt x="51706" y="5878"/>
                  </a:lnTo>
                  <a:cubicBezTo>
                    <a:pt x="44362" y="16468"/>
                    <a:pt x="36174" y="26465"/>
                    <a:pt x="29130" y="37295"/>
                  </a:cubicBezTo>
                  <a:cubicBezTo>
                    <a:pt x="25593" y="42731"/>
                    <a:pt x="21860" y="47962"/>
                    <a:pt x="17951" y="53101"/>
                  </a:cubicBezTo>
                  <a:cubicBezTo>
                    <a:pt x="20015" y="49426"/>
                    <a:pt x="22123" y="45808"/>
                    <a:pt x="24545" y="42514"/>
                  </a:cubicBezTo>
                  <a:cubicBezTo>
                    <a:pt x="29866" y="35274"/>
                    <a:pt x="35091" y="27949"/>
                    <a:pt x="40334" y="20651"/>
                  </a:cubicBezTo>
                  <a:cubicBezTo>
                    <a:pt x="43285" y="16543"/>
                    <a:pt x="46114" y="12331"/>
                    <a:pt x="49440" y="8511"/>
                  </a:cubicBezTo>
                  <a:lnTo>
                    <a:pt x="49440" y="8508"/>
                  </a:lnTo>
                  <a:cubicBezTo>
                    <a:pt x="50205" y="7628"/>
                    <a:pt x="50961" y="6756"/>
                    <a:pt x="51706" y="5878"/>
                  </a:cubicBezTo>
                  <a:close/>
                  <a:moveTo>
                    <a:pt x="82556" y="7316"/>
                  </a:moveTo>
                  <a:cubicBezTo>
                    <a:pt x="82900" y="7316"/>
                    <a:pt x="83235" y="7359"/>
                    <a:pt x="83564" y="7437"/>
                  </a:cubicBezTo>
                  <a:cubicBezTo>
                    <a:pt x="74360" y="16650"/>
                    <a:pt x="67631" y="28010"/>
                    <a:pt x="60076" y="38539"/>
                  </a:cubicBezTo>
                  <a:cubicBezTo>
                    <a:pt x="56522" y="43493"/>
                    <a:pt x="52867" y="48369"/>
                    <a:pt x="49194" y="53237"/>
                  </a:cubicBezTo>
                  <a:cubicBezTo>
                    <a:pt x="51163" y="50410"/>
                    <a:pt x="53121" y="47578"/>
                    <a:pt x="55069" y="44737"/>
                  </a:cubicBezTo>
                  <a:cubicBezTo>
                    <a:pt x="59478" y="38314"/>
                    <a:pt x="63852" y="31881"/>
                    <a:pt x="68485" y="25617"/>
                  </a:cubicBezTo>
                  <a:cubicBezTo>
                    <a:pt x="70882" y="22377"/>
                    <a:pt x="73298" y="19153"/>
                    <a:pt x="75677" y="15899"/>
                  </a:cubicBezTo>
                  <a:cubicBezTo>
                    <a:pt x="77481" y="13434"/>
                    <a:pt x="79343" y="9487"/>
                    <a:pt x="81907" y="7781"/>
                  </a:cubicBezTo>
                  <a:cubicBezTo>
                    <a:pt x="82044" y="7689"/>
                    <a:pt x="81961" y="7492"/>
                    <a:pt x="81834" y="7492"/>
                  </a:cubicBezTo>
                  <a:cubicBezTo>
                    <a:pt x="81809" y="7492"/>
                    <a:pt x="81782" y="7500"/>
                    <a:pt x="81754" y="7518"/>
                  </a:cubicBezTo>
                  <a:cubicBezTo>
                    <a:pt x="80923" y="8069"/>
                    <a:pt x="80152" y="8800"/>
                    <a:pt x="79421" y="9631"/>
                  </a:cubicBezTo>
                  <a:cubicBezTo>
                    <a:pt x="79811" y="8950"/>
                    <a:pt x="80184" y="8254"/>
                    <a:pt x="80536" y="7544"/>
                  </a:cubicBezTo>
                  <a:cubicBezTo>
                    <a:pt x="80540" y="7629"/>
                    <a:pt x="80612" y="7711"/>
                    <a:pt x="80705" y="7711"/>
                  </a:cubicBezTo>
                  <a:cubicBezTo>
                    <a:pt x="80727" y="7711"/>
                    <a:pt x="80749" y="7707"/>
                    <a:pt x="80772" y="7697"/>
                  </a:cubicBezTo>
                  <a:cubicBezTo>
                    <a:pt x="80845" y="7668"/>
                    <a:pt x="80911" y="7645"/>
                    <a:pt x="80980" y="7619"/>
                  </a:cubicBezTo>
                  <a:cubicBezTo>
                    <a:pt x="81021" y="7680"/>
                    <a:pt x="81053" y="7749"/>
                    <a:pt x="81099" y="7807"/>
                  </a:cubicBezTo>
                  <a:cubicBezTo>
                    <a:pt x="81108" y="7817"/>
                    <a:pt x="81118" y="7821"/>
                    <a:pt x="81127" y="7821"/>
                  </a:cubicBezTo>
                  <a:cubicBezTo>
                    <a:pt x="81156" y="7821"/>
                    <a:pt x="81183" y="7784"/>
                    <a:pt x="81168" y="7752"/>
                  </a:cubicBezTo>
                  <a:cubicBezTo>
                    <a:pt x="81139" y="7697"/>
                    <a:pt x="81116" y="7636"/>
                    <a:pt x="81090" y="7579"/>
                  </a:cubicBezTo>
                  <a:cubicBezTo>
                    <a:pt x="81599" y="7397"/>
                    <a:pt x="82086" y="7316"/>
                    <a:pt x="82556" y="7316"/>
                  </a:cubicBezTo>
                  <a:close/>
                  <a:moveTo>
                    <a:pt x="54007" y="23772"/>
                  </a:moveTo>
                  <a:cubicBezTo>
                    <a:pt x="50823" y="28270"/>
                    <a:pt x="47693" y="32808"/>
                    <a:pt x="44529" y="37283"/>
                  </a:cubicBezTo>
                  <a:cubicBezTo>
                    <a:pt x="40753" y="42624"/>
                    <a:pt x="36971" y="47962"/>
                    <a:pt x="33186" y="53297"/>
                  </a:cubicBezTo>
                  <a:cubicBezTo>
                    <a:pt x="36162" y="48724"/>
                    <a:pt x="39012" y="44091"/>
                    <a:pt x="41962" y="39728"/>
                  </a:cubicBezTo>
                  <a:cubicBezTo>
                    <a:pt x="43363" y="37653"/>
                    <a:pt x="44754" y="35539"/>
                    <a:pt x="46146" y="33409"/>
                  </a:cubicBezTo>
                  <a:cubicBezTo>
                    <a:pt x="48718" y="30201"/>
                    <a:pt x="51380" y="27005"/>
                    <a:pt x="54007" y="23772"/>
                  </a:cubicBezTo>
                  <a:close/>
                  <a:moveTo>
                    <a:pt x="81428" y="18162"/>
                  </a:moveTo>
                  <a:lnTo>
                    <a:pt x="81428" y="18162"/>
                  </a:lnTo>
                  <a:cubicBezTo>
                    <a:pt x="80677" y="19332"/>
                    <a:pt x="79935" y="20495"/>
                    <a:pt x="79179" y="21624"/>
                  </a:cubicBezTo>
                  <a:lnTo>
                    <a:pt x="79179" y="21627"/>
                  </a:lnTo>
                  <a:cubicBezTo>
                    <a:pt x="78235" y="22900"/>
                    <a:pt x="77305" y="24188"/>
                    <a:pt x="76390" y="25490"/>
                  </a:cubicBezTo>
                  <a:cubicBezTo>
                    <a:pt x="72213" y="31062"/>
                    <a:pt x="68038" y="36619"/>
                    <a:pt x="63999" y="42298"/>
                  </a:cubicBezTo>
                  <a:cubicBezTo>
                    <a:pt x="61242" y="46172"/>
                    <a:pt x="58459" y="50029"/>
                    <a:pt x="55647" y="53866"/>
                  </a:cubicBezTo>
                  <a:cubicBezTo>
                    <a:pt x="57053" y="51574"/>
                    <a:pt x="58479" y="49296"/>
                    <a:pt x="59960" y="47056"/>
                  </a:cubicBezTo>
                  <a:cubicBezTo>
                    <a:pt x="60878" y="45667"/>
                    <a:pt x="61799" y="44273"/>
                    <a:pt x="62723" y="42872"/>
                  </a:cubicBezTo>
                  <a:cubicBezTo>
                    <a:pt x="69025" y="34682"/>
                    <a:pt x="75354" y="26509"/>
                    <a:pt x="81428" y="18162"/>
                  </a:cubicBezTo>
                  <a:close/>
                  <a:moveTo>
                    <a:pt x="73341" y="42226"/>
                  </a:moveTo>
                  <a:lnTo>
                    <a:pt x="73341" y="42226"/>
                  </a:lnTo>
                  <a:cubicBezTo>
                    <a:pt x="70174" y="46776"/>
                    <a:pt x="67042" y="51349"/>
                    <a:pt x="63884" y="55907"/>
                  </a:cubicBezTo>
                  <a:cubicBezTo>
                    <a:pt x="64129" y="55081"/>
                    <a:pt x="64923" y="53341"/>
                    <a:pt x="65281" y="52674"/>
                  </a:cubicBezTo>
                  <a:cubicBezTo>
                    <a:pt x="66667" y="50078"/>
                    <a:pt x="68673" y="47812"/>
                    <a:pt x="70538" y="45557"/>
                  </a:cubicBezTo>
                  <a:cubicBezTo>
                    <a:pt x="71465" y="44437"/>
                    <a:pt x="72386" y="43317"/>
                    <a:pt x="73341" y="42226"/>
                  </a:cubicBezTo>
                  <a:close/>
                  <a:moveTo>
                    <a:pt x="86412" y="10525"/>
                  </a:moveTo>
                  <a:cubicBezTo>
                    <a:pt x="85555" y="11323"/>
                    <a:pt x="84770" y="12897"/>
                    <a:pt x="84081" y="13858"/>
                  </a:cubicBezTo>
                  <a:cubicBezTo>
                    <a:pt x="81962" y="16797"/>
                    <a:pt x="79745" y="19664"/>
                    <a:pt x="77539" y="22536"/>
                  </a:cubicBezTo>
                  <a:cubicBezTo>
                    <a:pt x="73867" y="27320"/>
                    <a:pt x="70264" y="32153"/>
                    <a:pt x="66646" y="36974"/>
                  </a:cubicBezTo>
                  <a:cubicBezTo>
                    <a:pt x="67940" y="35040"/>
                    <a:pt x="69245" y="33108"/>
                    <a:pt x="70564" y="31183"/>
                  </a:cubicBezTo>
                  <a:lnTo>
                    <a:pt x="70564" y="31183"/>
                  </a:lnTo>
                  <a:cubicBezTo>
                    <a:pt x="68549" y="33940"/>
                    <a:pt x="66534" y="36697"/>
                    <a:pt x="64608" y="39515"/>
                  </a:cubicBezTo>
                  <a:cubicBezTo>
                    <a:pt x="64276" y="40003"/>
                    <a:pt x="63956" y="40502"/>
                    <a:pt x="63627" y="40993"/>
                  </a:cubicBezTo>
                  <a:cubicBezTo>
                    <a:pt x="59810" y="46048"/>
                    <a:pt x="55985" y="51097"/>
                    <a:pt x="52208" y="56179"/>
                  </a:cubicBezTo>
                  <a:cubicBezTo>
                    <a:pt x="55468" y="51198"/>
                    <a:pt x="58719" y="46210"/>
                    <a:pt x="62163" y="41351"/>
                  </a:cubicBezTo>
                  <a:cubicBezTo>
                    <a:pt x="67932" y="33211"/>
                    <a:pt x="74429" y="25449"/>
                    <a:pt x="80260" y="17301"/>
                  </a:cubicBezTo>
                  <a:lnTo>
                    <a:pt x="80260" y="17301"/>
                  </a:lnTo>
                  <a:cubicBezTo>
                    <a:pt x="79353" y="18600"/>
                    <a:pt x="78478" y="19928"/>
                    <a:pt x="77594" y="21252"/>
                  </a:cubicBezTo>
                  <a:lnTo>
                    <a:pt x="77594" y="21252"/>
                  </a:lnTo>
                  <a:cubicBezTo>
                    <a:pt x="79517" y="18639"/>
                    <a:pt x="81477" y="16064"/>
                    <a:pt x="83492" y="13555"/>
                  </a:cubicBezTo>
                  <a:cubicBezTo>
                    <a:pt x="84375" y="12456"/>
                    <a:pt x="85382" y="11483"/>
                    <a:pt x="86412" y="10525"/>
                  </a:cubicBezTo>
                  <a:close/>
                  <a:moveTo>
                    <a:pt x="65570" y="6487"/>
                  </a:moveTo>
                  <a:lnTo>
                    <a:pt x="65570" y="6487"/>
                  </a:lnTo>
                  <a:cubicBezTo>
                    <a:pt x="64718" y="7766"/>
                    <a:pt x="63476" y="9553"/>
                    <a:pt x="63153" y="10010"/>
                  </a:cubicBezTo>
                  <a:cubicBezTo>
                    <a:pt x="61357" y="12536"/>
                    <a:pt x="59518" y="15030"/>
                    <a:pt x="57630" y="17493"/>
                  </a:cubicBezTo>
                  <a:cubicBezTo>
                    <a:pt x="59974" y="14600"/>
                    <a:pt x="62327" y="11742"/>
                    <a:pt x="64420" y="8690"/>
                  </a:cubicBezTo>
                  <a:lnTo>
                    <a:pt x="64420" y="8690"/>
                  </a:lnTo>
                  <a:cubicBezTo>
                    <a:pt x="63742" y="9888"/>
                    <a:pt x="63075" y="11104"/>
                    <a:pt x="62368" y="12082"/>
                  </a:cubicBezTo>
                  <a:cubicBezTo>
                    <a:pt x="60151" y="15154"/>
                    <a:pt x="57734" y="18087"/>
                    <a:pt x="55410" y="21078"/>
                  </a:cubicBezTo>
                  <a:cubicBezTo>
                    <a:pt x="53046" y="24118"/>
                    <a:pt x="50655" y="27138"/>
                    <a:pt x="48268" y="30158"/>
                  </a:cubicBezTo>
                  <a:cubicBezTo>
                    <a:pt x="49186" y="28749"/>
                    <a:pt x="50110" y="27343"/>
                    <a:pt x="51039" y="25934"/>
                  </a:cubicBezTo>
                  <a:lnTo>
                    <a:pt x="51039" y="25934"/>
                  </a:lnTo>
                  <a:cubicBezTo>
                    <a:pt x="50623" y="26460"/>
                    <a:pt x="50208" y="26982"/>
                    <a:pt x="49789" y="27505"/>
                  </a:cubicBezTo>
                  <a:cubicBezTo>
                    <a:pt x="48779" y="29044"/>
                    <a:pt x="47765" y="30577"/>
                    <a:pt x="46749" y="32095"/>
                  </a:cubicBezTo>
                  <a:cubicBezTo>
                    <a:pt x="45057" y="34240"/>
                    <a:pt x="43363" y="36379"/>
                    <a:pt x="41697" y="38542"/>
                  </a:cubicBezTo>
                  <a:cubicBezTo>
                    <a:pt x="37363" y="44157"/>
                    <a:pt x="33252" y="49830"/>
                    <a:pt x="29519" y="55864"/>
                  </a:cubicBezTo>
                  <a:cubicBezTo>
                    <a:pt x="29095" y="56551"/>
                    <a:pt x="28642" y="57232"/>
                    <a:pt x="28174" y="57908"/>
                  </a:cubicBezTo>
                  <a:cubicBezTo>
                    <a:pt x="30925" y="53684"/>
                    <a:pt x="33544" y="49362"/>
                    <a:pt x="36240" y="45098"/>
                  </a:cubicBezTo>
                  <a:cubicBezTo>
                    <a:pt x="38507" y="41998"/>
                    <a:pt x="40819" y="38932"/>
                    <a:pt x="43207" y="35918"/>
                  </a:cubicBezTo>
                  <a:cubicBezTo>
                    <a:pt x="44994" y="33654"/>
                    <a:pt x="46761" y="31373"/>
                    <a:pt x="48525" y="29093"/>
                  </a:cubicBezTo>
                  <a:lnTo>
                    <a:pt x="48525" y="29093"/>
                  </a:lnTo>
                  <a:cubicBezTo>
                    <a:pt x="45002" y="33495"/>
                    <a:pt x="41466" y="37886"/>
                    <a:pt x="38007" y="42335"/>
                  </a:cubicBezTo>
                  <a:cubicBezTo>
                    <a:pt x="38287" y="41902"/>
                    <a:pt x="38570" y="41469"/>
                    <a:pt x="38856" y="41039"/>
                  </a:cubicBezTo>
                  <a:cubicBezTo>
                    <a:pt x="41307" y="37676"/>
                    <a:pt x="43770" y="34324"/>
                    <a:pt x="46281" y="31004"/>
                  </a:cubicBezTo>
                  <a:cubicBezTo>
                    <a:pt x="48773" y="27707"/>
                    <a:pt x="51363" y="24479"/>
                    <a:pt x="53941" y="21243"/>
                  </a:cubicBezTo>
                  <a:lnTo>
                    <a:pt x="53941" y="21243"/>
                  </a:lnTo>
                  <a:cubicBezTo>
                    <a:pt x="52610" y="23218"/>
                    <a:pt x="51302" y="25207"/>
                    <a:pt x="49997" y="27190"/>
                  </a:cubicBezTo>
                  <a:cubicBezTo>
                    <a:pt x="50482" y="26564"/>
                    <a:pt x="50967" y="25940"/>
                    <a:pt x="51455" y="25316"/>
                  </a:cubicBezTo>
                  <a:cubicBezTo>
                    <a:pt x="52991" y="23001"/>
                    <a:pt x="54553" y="20703"/>
                    <a:pt x="56152" y="18440"/>
                  </a:cubicBezTo>
                  <a:cubicBezTo>
                    <a:pt x="56984" y="17383"/>
                    <a:pt x="57815" y="16326"/>
                    <a:pt x="58632" y="15258"/>
                  </a:cubicBezTo>
                  <a:cubicBezTo>
                    <a:pt x="60269" y="13122"/>
                    <a:pt x="61897" y="10982"/>
                    <a:pt x="63520" y="8835"/>
                  </a:cubicBezTo>
                  <a:cubicBezTo>
                    <a:pt x="64192" y="8038"/>
                    <a:pt x="64877" y="7255"/>
                    <a:pt x="65570" y="6487"/>
                  </a:cubicBezTo>
                  <a:close/>
                  <a:moveTo>
                    <a:pt x="64591" y="53266"/>
                  </a:moveTo>
                  <a:cubicBezTo>
                    <a:pt x="64057" y="54386"/>
                    <a:pt x="63624" y="55552"/>
                    <a:pt x="63297" y="56750"/>
                  </a:cubicBezTo>
                  <a:cubicBezTo>
                    <a:pt x="62887" y="57336"/>
                    <a:pt x="62475" y="57922"/>
                    <a:pt x="62068" y="58508"/>
                  </a:cubicBezTo>
                  <a:cubicBezTo>
                    <a:pt x="62385" y="57824"/>
                    <a:pt x="62619" y="57102"/>
                    <a:pt x="62763" y="56360"/>
                  </a:cubicBezTo>
                  <a:cubicBezTo>
                    <a:pt x="62785" y="56264"/>
                    <a:pt x="62711" y="56174"/>
                    <a:pt x="62614" y="56174"/>
                  </a:cubicBezTo>
                  <a:cubicBezTo>
                    <a:pt x="62607" y="56174"/>
                    <a:pt x="62600" y="56175"/>
                    <a:pt x="62593" y="56176"/>
                  </a:cubicBezTo>
                  <a:cubicBezTo>
                    <a:pt x="63260" y="55203"/>
                    <a:pt x="63924" y="54233"/>
                    <a:pt x="64591" y="53266"/>
                  </a:cubicBezTo>
                  <a:close/>
                  <a:moveTo>
                    <a:pt x="43409" y="43767"/>
                  </a:moveTo>
                  <a:lnTo>
                    <a:pt x="43409" y="43767"/>
                  </a:lnTo>
                  <a:cubicBezTo>
                    <a:pt x="42153" y="45609"/>
                    <a:pt x="40891" y="47451"/>
                    <a:pt x="39627" y="49299"/>
                  </a:cubicBezTo>
                  <a:cubicBezTo>
                    <a:pt x="37814" y="51825"/>
                    <a:pt x="36033" y="54374"/>
                    <a:pt x="34283" y="56946"/>
                  </a:cubicBezTo>
                  <a:cubicBezTo>
                    <a:pt x="33379" y="58211"/>
                    <a:pt x="32467" y="59467"/>
                    <a:pt x="31543" y="60711"/>
                  </a:cubicBezTo>
                  <a:cubicBezTo>
                    <a:pt x="31976" y="60047"/>
                    <a:pt x="32406" y="59383"/>
                    <a:pt x="32834" y="58716"/>
                  </a:cubicBezTo>
                  <a:cubicBezTo>
                    <a:pt x="36139" y="53566"/>
                    <a:pt x="39780" y="48684"/>
                    <a:pt x="43409" y="43767"/>
                  </a:cubicBezTo>
                  <a:close/>
                  <a:moveTo>
                    <a:pt x="67957" y="3956"/>
                  </a:moveTo>
                  <a:cubicBezTo>
                    <a:pt x="68708" y="4703"/>
                    <a:pt x="68973" y="5766"/>
                    <a:pt x="69002" y="6981"/>
                  </a:cubicBezTo>
                  <a:cubicBezTo>
                    <a:pt x="69005" y="7056"/>
                    <a:pt x="69011" y="7117"/>
                    <a:pt x="69014" y="7186"/>
                  </a:cubicBezTo>
                  <a:cubicBezTo>
                    <a:pt x="68994" y="7195"/>
                    <a:pt x="68973" y="7195"/>
                    <a:pt x="68956" y="7218"/>
                  </a:cubicBezTo>
                  <a:cubicBezTo>
                    <a:pt x="60615" y="17308"/>
                    <a:pt x="53588" y="28325"/>
                    <a:pt x="45906" y="38906"/>
                  </a:cubicBezTo>
                  <a:cubicBezTo>
                    <a:pt x="41997" y="44284"/>
                    <a:pt x="37999" y="49599"/>
                    <a:pt x="33968" y="54885"/>
                  </a:cubicBezTo>
                  <a:cubicBezTo>
                    <a:pt x="32057" y="57391"/>
                    <a:pt x="30126" y="59880"/>
                    <a:pt x="28194" y="62368"/>
                  </a:cubicBezTo>
                  <a:cubicBezTo>
                    <a:pt x="34378" y="53762"/>
                    <a:pt x="40369" y="45014"/>
                    <a:pt x="46746" y="36535"/>
                  </a:cubicBezTo>
                  <a:cubicBezTo>
                    <a:pt x="50667" y="31321"/>
                    <a:pt x="54483" y="26032"/>
                    <a:pt x="58332" y="20767"/>
                  </a:cubicBezTo>
                  <a:cubicBezTo>
                    <a:pt x="62018" y="15723"/>
                    <a:pt x="66066" y="10991"/>
                    <a:pt x="68581" y="5211"/>
                  </a:cubicBezTo>
                  <a:cubicBezTo>
                    <a:pt x="68630" y="5095"/>
                    <a:pt x="68535" y="4957"/>
                    <a:pt x="68430" y="4957"/>
                  </a:cubicBezTo>
                  <a:cubicBezTo>
                    <a:pt x="68394" y="4957"/>
                    <a:pt x="68357" y="4973"/>
                    <a:pt x="68324" y="5012"/>
                  </a:cubicBezTo>
                  <a:cubicBezTo>
                    <a:pt x="67053" y="6502"/>
                    <a:pt x="65815" y="8020"/>
                    <a:pt x="64591" y="9553"/>
                  </a:cubicBezTo>
                  <a:cubicBezTo>
                    <a:pt x="65786" y="7723"/>
                    <a:pt x="66915" y="5861"/>
                    <a:pt x="67957" y="3956"/>
                  </a:cubicBezTo>
                  <a:close/>
                  <a:moveTo>
                    <a:pt x="75198" y="57281"/>
                  </a:moveTo>
                  <a:cubicBezTo>
                    <a:pt x="74233" y="58820"/>
                    <a:pt x="73260" y="60298"/>
                    <a:pt x="72045" y="61687"/>
                  </a:cubicBezTo>
                  <a:cubicBezTo>
                    <a:pt x="71353" y="62621"/>
                    <a:pt x="70864" y="63081"/>
                    <a:pt x="70571" y="63081"/>
                  </a:cubicBezTo>
                  <a:cubicBezTo>
                    <a:pt x="70463" y="63081"/>
                    <a:pt x="70382" y="63018"/>
                    <a:pt x="70327" y="62894"/>
                  </a:cubicBezTo>
                  <a:cubicBezTo>
                    <a:pt x="72005" y="61086"/>
                    <a:pt x="73676" y="59236"/>
                    <a:pt x="75198" y="57281"/>
                  </a:cubicBezTo>
                  <a:close/>
                  <a:moveTo>
                    <a:pt x="14357" y="58207"/>
                  </a:moveTo>
                  <a:cubicBezTo>
                    <a:pt x="14232" y="58428"/>
                    <a:pt x="14104" y="58645"/>
                    <a:pt x="13982" y="58866"/>
                  </a:cubicBezTo>
                  <a:cubicBezTo>
                    <a:pt x="12671" y="60512"/>
                    <a:pt x="11372" y="62166"/>
                    <a:pt x="10081" y="63829"/>
                  </a:cubicBezTo>
                  <a:cubicBezTo>
                    <a:pt x="11034" y="62536"/>
                    <a:pt x="11990" y="61245"/>
                    <a:pt x="12968" y="59981"/>
                  </a:cubicBezTo>
                  <a:cubicBezTo>
                    <a:pt x="13428" y="59388"/>
                    <a:pt x="13894" y="58796"/>
                    <a:pt x="14357" y="58207"/>
                  </a:cubicBezTo>
                  <a:close/>
                  <a:moveTo>
                    <a:pt x="60636" y="56236"/>
                  </a:moveTo>
                  <a:lnTo>
                    <a:pt x="60636" y="56236"/>
                  </a:lnTo>
                  <a:cubicBezTo>
                    <a:pt x="60552" y="56378"/>
                    <a:pt x="60468" y="56516"/>
                    <a:pt x="60384" y="56658"/>
                  </a:cubicBezTo>
                  <a:cubicBezTo>
                    <a:pt x="60090" y="57059"/>
                    <a:pt x="59798" y="57466"/>
                    <a:pt x="59501" y="57862"/>
                  </a:cubicBezTo>
                  <a:cubicBezTo>
                    <a:pt x="57864" y="60033"/>
                    <a:pt x="56077" y="62212"/>
                    <a:pt x="54290" y="64432"/>
                  </a:cubicBezTo>
                  <a:cubicBezTo>
                    <a:pt x="54966" y="63454"/>
                    <a:pt x="55635" y="62469"/>
                    <a:pt x="56305" y="61485"/>
                  </a:cubicBezTo>
                  <a:cubicBezTo>
                    <a:pt x="57777" y="59730"/>
                    <a:pt x="59241" y="57983"/>
                    <a:pt x="60636" y="56236"/>
                  </a:cubicBezTo>
                  <a:close/>
                  <a:moveTo>
                    <a:pt x="27995" y="49270"/>
                  </a:moveTo>
                  <a:cubicBezTo>
                    <a:pt x="27434" y="50172"/>
                    <a:pt x="26870" y="51068"/>
                    <a:pt x="26318" y="51969"/>
                  </a:cubicBezTo>
                  <a:cubicBezTo>
                    <a:pt x="23699" y="56254"/>
                    <a:pt x="21170" y="60599"/>
                    <a:pt x="18130" y="64574"/>
                  </a:cubicBezTo>
                  <a:cubicBezTo>
                    <a:pt x="21149" y="59295"/>
                    <a:pt x="24484" y="54224"/>
                    <a:pt x="27995" y="49270"/>
                  </a:cubicBezTo>
                  <a:close/>
                  <a:moveTo>
                    <a:pt x="71762" y="32239"/>
                  </a:moveTo>
                  <a:lnTo>
                    <a:pt x="71762" y="32239"/>
                  </a:lnTo>
                  <a:cubicBezTo>
                    <a:pt x="69190" y="36079"/>
                    <a:pt x="66661" y="39930"/>
                    <a:pt x="64091" y="43684"/>
                  </a:cubicBezTo>
                  <a:cubicBezTo>
                    <a:pt x="59686" y="50119"/>
                    <a:pt x="55321" y="56568"/>
                    <a:pt x="50534" y="62726"/>
                  </a:cubicBezTo>
                  <a:cubicBezTo>
                    <a:pt x="50017" y="63390"/>
                    <a:pt x="49506" y="64054"/>
                    <a:pt x="48998" y="64724"/>
                  </a:cubicBezTo>
                  <a:cubicBezTo>
                    <a:pt x="50557" y="62247"/>
                    <a:pt x="52073" y="59744"/>
                    <a:pt x="53588" y="57244"/>
                  </a:cubicBezTo>
                  <a:cubicBezTo>
                    <a:pt x="56822" y="52841"/>
                    <a:pt x="60029" y="48421"/>
                    <a:pt x="63211" y="43984"/>
                  </a:cubicBezTo>
                  <a:cubicBezTo>
                    <a:pt x="66029" y="40043"/>
                    <a:pt x="68881" y="36128"/>
                    <a:pt x="71762" y="32239"/>
                  </a:cubicBezTo>
                  <a:close/>
                  <a:moveTo>
                    <a:pt x="32510" y="50277"/>
                  </a:moveTo>
                  <a:cubicBezTo>
                    <a:pt x="30106" y="54137"/>
                    <a:pt x="27721" y="58006"/>
                    <a:pt x="25180" y="61779"/>
                  </a:cubicBezTo>
                  <a:cubicBezTo>
                    <a:pt x="24248" y="63162"/>
                    <a:pt x="23275" y="64513"/>
                    <a:pt x="22273" y="65844"/>
                  </a:cubicBezTo>
                  <a:cubicBezTo>
                    <a:pt x="22744" y="64886"/>
                    <a:pt x="23200" y="63962"/>
                    <a:pt x="23650" y="63246"/>
                  </a:cubicBezTo>
                  <a:cubicBezTo>
                    <a:pt x="25449" y="60388"/>
                    <a:pt x="27374" y="57608"/>
                    <a:pt x="29306" y="54836"/>
                  </a:cubicBezTo>
                  <a:cubicBezTo>
                    <a:pt x="30365" y="53312"/>
                    <a:pt x="31434" y="51793"/>
                    <a:pt x="32510" y="50277"/>
                  </a:cubicBezTo>
                  <a:close/>
                  <a:moveTo>
                    <a:pt x="74382" y="38202"/>
                  </a:moveTo>
                  <a:cubicBezTo>
                    <a:pt x="72998" y="39793"/>
                    <a:pt x="71878" y="42293"/>
                    <a:pt x="70518" y="44114"/>
                  </a:cubicBezTo>
                  <a:cubicBezTo>
                    <a:pt x="66932" y="48909"/>
                    <a:pt x="63670" y="54013"/>
                    <a:pt x="60315" y="58970"/>
                  </a:cubicBezTo>
                  <a:cubicBezTo>
                    <a:pt x="58404" y="61794"/>
                    <a:pt x="56412" y="64539"/>
                    <a:pt x="54336" y="67207"/>
                  </a:cubicBezTo>
                  <a:cubicBezTo>
                    <a:pt x="56597" y="63693"/>
                    <a:pt x="58713" y="60076"/>
                    <a:pt x="60815" y="56450"/>
                  </a:cubicBezTo>
                  <a:cubicBezTo>
                    <a:pt x="63497" y="52977"/>
                    <a:pt x="66138" y="49475"/>
                    <a:pt x="68595" y="45846"/>
                  </a:cubicBezTo>
                  <a:cubicBezTo>
                    <a:pt x="70392" y="43191"/>
                    <a:pt x="72272" y="40622"/>
                    <a:pt x="74382" y="38202"/>
                  </a:cubicBezTo>
                  <a:close/>
                  <a:moveTo>
                    <a:pt x="67127" y="42958"/>
                  </a:moveTo>
                  <a:lnTo>
                    <a:pt x="67127" y="42958"/>
                  </a:lnTo>
                  <a:cubicBezTo>
                    <a:pt x="66047" y="44535"/>
                    <a:pt x="64971" y="46113"/>
                    <a:pt x="63898" y="47688"/>
                  </a:cubicBezTo>
                  <a:cubicBezTo>
                    <a:pt x="59946" y="53485"/>
                    <a:pt x="56392" y="59579"/>
                    <a:pt x="52081" y="65120"/>
                  </a:cubicBezTo>
                  <a:cubicBezTo>
                    <a:pt x="51441" y="65942"/>
                    <a:pt x="50776" y="66748"/>
                    <a:pt x="50121" y="67556"/>
                  </a:cubicBezTo>
                  <a:cubicBezTo>
                    <a:pt x="55480" y="59167"/>
                    <a:pt x="61474" y="51145"/>
                    <a:pt x="67127" y="42958"/>
                  </a:cubicBezTo>
                  <a:close/>
                  <a:moveTo>
                    <a:pt x="68422" y="12400"/>
                  </a:moveTo>
                  <a:lnTo>
                    <a:pt x="68422" y="12400"/>
                  </a:lnTo>
                  <a:cubicBezTo>
                    <a:pt x="67639" y="13693"/>
                    <a:pt x="66967" y="15021"/>
                    <a:pt x="66594" y="15593"/>
                  </a:cubicBezTo>
                  <a:cubicBezTo>
                    <a:pt x="64192" y="19300"/>
                    <a:pt x="61666" y="22943"/>
                    <a:pt x="59097" y="26555"/>
                  </a:cubicBezTo>
                  <a:cubicBezTo>
                    <a:pt x="55563" y="30952"/>
                    <a:pt x="51995" y="35320"/>
                    <a:pt x="48764" y="39853"/>
                  </a:cubicBezTo>
                  <a:cubicBezTo>
                    <a:pt x="46570" y="42933"/>
                    <a:pt x="44379" y="46060"/>
                    <a:pt x="42182" y="49192"/>
                  </a:cubicBezTo>
                  <a:cubicBezTo>
                    <a:pt x="37340" y="55437"/>
                    <a:pt x="32545" y="61759"/>
                    <a:pt x="28396" y="68391"/>
                  </a:cubicBezTo>
                  <a:cubicBezTo>
                    <a:pt x="28206" y="68645"/>
                    <a:pt x="28021" y="68899"/>
                    <a:pt x="27831" y="69150"/>
                  </a:cubicBezTo>
                  <a:cubicBezTo>
                    <a:pt x="33870" y="58898"/>
                    <a:pt x="40938" y="49238"/>
                    <a:pt x="47757" y="39515"/>
                  </a:cubicBezTo>
                  <a:cubicBezTo>
                    <a:pt x="49114" y="37578"/>
                    <a:pt x="50465" y="35637"/>
                    <a:pt x="51804" y="33692"/>
                  </a:cubicBezTo>
                  <a:cubicBezTo>
                    <a:pt x="56914" y="27236"/>
                    <a:pt x="62146" y="20795"/>
                    <a:pt x="66716" y="13994"/>
                  </a:cubicBezTo>
                  <a:cubicBezTo>
                    <a:pt x="67215" y="13483"/>
                    <a:pt x="67813" y="12943"/>
                    <a:pt x="68422" y="12400"/>
                  </a:cubicBezTo>
                  <a:close/>
                  <a:moveTo>
                    <a:pt x="44162" y="35909"/>
                  </a:moveTo>
                  <a:lnTo>
                    <a:pt x="44162" y="35909"/>
                  </a:lnTo>
                  <a:cubicBezTo>
                    <a:pt x="36575" y="47030"/>
                    <a:pt x="29707" y="59571"/>
                    <a:pt x="20535" y="69470"/>
                  </a:cubicBezTo>
                  <a:cubicBezTo>
                    <a:pt x="20550" y="69424"/>
                    <a:pt x="20564" y="69381"/>
                    <a:pt x="20576" y="69337"/>
                  </a:cubicBezTo>
                  <a:cubicBezTo>
                    <a:pt x="21393" y="68105"/>
                    <a:pt x="22282" y="66921"/>
                    <a:pt x="23240" y="65792"/>
                  </a:cubicBezTo>
                  <a:cubicBezTo>
                    <a:pt x="23945" y="64909"/>
                    <a:pt x="24499" y="64124"/>
                    <a:pt x="25163" y="63200"/>
                  </a:cubicBezTo>
                  <a:cubicBezTo>
                    <a:pt x="27158" y="60428"/>
                    <a:pt x="28905" y="57472"/>
                    <a:pt x="30700" y="54573"/>
                  </a:cubicBezTo>
                  <a:cubicBezTo>
                    <a:pt x="34751" y="48029"/>
                    <a:pt x="39428" y="41963"/>
                    <a:pt x="44162" y="35909"/>
                  </a:cubicBezTo>
                  <a:close/>
                  <a:moveTo>
                    <a:pt x="40253" y="30366"/>
                  </a:moveTo>
                  <a:lnTo>
                    <a:pt x="40253" y="30366"/>
                  </a:lnTo>
                  <a:cubicBezTo>
                    <a:pt x="39514" y="31474"/>
                    <a:pt x="38781" y="32577"/>
                    <a:pt x="38059" y="33677"/>
                  </a:cubicBezTo>
                  <a:cubicBezTo>
                    <a:pt x="35299" y="37869"/>
                    <a:pt x="32539" y="42078"/>
                    <a:pt x="29846" y="46322"/>
                  </a:cubicBezTo>
                  <a:cubicBezTo>
                    <a:pt x="25229" y="52665"/>
                    <a:pt x="20864" y="59181"/>
                    <a:pt x="16996" y="66003"/>
                  </a:cubicBezTo>
                  <a:cubicBezTo>
                    <a:pt x="16118" y="67074"/>
                    <a:pt x="15211" y="68119"/>
                    <a:pt x="14230" y="69112"/>
                  </a:cubicBezTo>
                  <a:cubicBezTo>
                    <a:pt x="13963" y="69383"/>
                    <a:pt x="13808" y="69496"/>
                    <a:pt x="13735" y="69496"/>
                  </a:cubicBezTo>
                  <a:cubicBezTo>
                    <a:pt x="13445" y="69496"/>
                    <a:pt x="14461" y="67700"/>
                    <a:pt x="14946" y="66892"/>
                  </a:cubicBezTo>
                  <a:cubicBezTo>
                    <a:pt x="18254" y="63018"/>
                    <a:pt x="20781" y="58055"/>
                    <a:pt x="23517" y="53932"/>
                  </a:cubicBezTo>
                  <a:cubicBezTo>
                    <a:pt x="23650" y="53730"/>
                    <a:pt x="23786" y="53528"/>
                    <a:pt x="23922" y="53323"/>
                  </a:cubicBezTo>
                  <a:cubicBezTo>
                    <a:pt x="24770" y="52056"/>
                    <a:pt x="25622" y="50788"/>
                    <a:pt x="26477" y="49521"/>
                  </a:cubicBezTo>
                  <a:cubicBezTo>
                    <a:pt x="29390" y="45234"/>
                    <a:pt x="32375" y="40996"/>
                    <a:pt x="35432" y="36807"/>
                  </a:cubicBezTo>
                  <a:cubicBezTo>
                    <a:pt x="37014" y="34647"/>
                    <a:pt x="38622" y="32499"/>
                    <a:pt x="40253" y="30366"/>
                  </a:cubicBezTo>
                  <a:close/>
                  <a:moveTo>
                    <a:pt x="22611" y="61289"/>
                  </a:moveTo>
                  <a:cubicBezTo>
                    <a:pt x="21638" y="62755"/>
                    <a:pt x="20651" y="64210"/>
                    <a:pt x="19637" y="65648"/>
                  </a:cubicBezTo>
                  <a:cubicBezTo>
                    <a:pt x="18817" y="66811"/>
                    <a:pt x="17157" y="68489"/>
                    <a:pt x="16632" y="69563"/>
                  </a:cubicBezTo>
                  <a:cubicBezTo>
                    <a:pt x="17709" y="67360"/>
                    <a:pt x="19473" y="65353"/>
                    <a:pt x="20954" y="63436"/>
                  </a:cubicBezTo>
                  <a:cubicBezTo>
                    <a:pt x="21508" y="62723"/>
                    <a:pt x="22059" y="62004"/>
                    <a:pt x="22611" y="61289"/>
                  </a:cubicBezTo>
                  <a:close/>
                  <a:moveTo>
                    <a:pt x="46463" y="20302"/>
                  </a:moveTo>
                  <a:lnTo>
                    <a:pt x="46463" y="20302"/>
                  </a:lnTo>
                  <a:cubicBezTo>
                    <a:pt x="43683" y="24370"/>
                    <a:pt x="40978" y="28501"/>
                    <a:pt x="38048" y="32447"/>
                  </a:cubicBezTo>
                  <a:cubicBezTo>
                    <a:pt x="35242" y="36224"/>
                    <a:pt x="32542" y="40072"/>
                    <a:pt x="29892" y="43955"/>
                  </a:cubicBezTo>
                  <a:cubicBezTo>
                    <a:pt x="26918" y="48210"/>
                    <a:pt x="24023" y="52526"/>
                    <a:pt x="21173" y="56860"/>
                  </a:cubicBezTo>
                  <a:cubicBezTo>
                    <a:pt x="19516" y="59374"/>
                    <a:pt x="18075" y="62045"/>
                    <a:pt x="16294" y="64470"/>
                  </a:cubicBezTo>
                  <a:cubicBezTo>
                    <a:pt x="15561" y="65466"/>
                    <a:pt x="14784" y="66422"/>
                    <a:pt x="14175" y="67461"/>
                  </a:cubicBezTo>
                  <a:cubicBezTo>
                    <a:pt x="13618" y="68061"/>
                    <a:pt x="13049" y="68633"/>
                    <a:pt x="12454" y="69164"/>
                  </a:cubicBezTo>
                  <a:cubicBezTo>
                    <a:pt x="12378" y="69232"/>
                    <a:pt x="12449" y="69335"/>
                    <a:pt x="12531" y="69335"/>
                  </a:cubicBezTo>
                  <a:cubicBezTo>
                    <a:pt x="12554" y="69335"/>
                    <a:pt x="12577" y="69327"/>
                    <a:pt x="12599" y="69309"/>
                  </a:cubicBezTo>
                  <a:cubicBezTo>
                    <a:pt x="13020" y="68936"/>
                    <a:pt x="13422" y="68538"/>
                    <a:pt x="13817" y="68128"/>
                  </a:cubicBezTo>
                  <a:lnTo>
                    <a:pt x="13817" y="68128"/>
                  </a:lnTo>
                  <a:cubicBezTo>
                    <a:pt x="13523" y="68728"/>
                    <a:pt x="13295" y="69363"/>
                    <a:pt x="13176" y="70053"/>
                  </a:cubicBezTo>
                  <a:cubicBezTo>
                    <a:pt x="12772" y="69944"/>
                    <a:pt x="12365" y="69843"/>
                    <a:pt x="11958" y="69771"/>
                  </a:cubicBezTo>
                  <a:cubicBezTo>
                    <a:pt x="13528" y="67530"/>
                    <a:pt x="15035" y="65255"/>
                    <a:pt x="16568" y="63156"/>
                  </a:cubicBezTo>
                  <a:cubicBezTo>
                    <a:pt x="21476" y="56435"/>
                    <a:pt x="26020" y="49449"/>
                    <a:pt x="30660" y="42540"/>
                  </a:cubicBezTo>
                  <a:cubicBezTo>
                    <a:pt x="35565" y="35236"/>
                    <a:pt x="40314" y="27788"/>
                    <a:pt x="45900" y="20980"/>
                  </a:cubicBezTo>
                  <a:cubicBezTo>
                    <a:pt x="46088" y="20752"/>
                    <a:pt x="46276" y="20527"/>
                    <a:pt x="46463" y="20302"/>
                  </a:cubicBezTo>
                  <a:close/>
                  <a:moveTo>
                    <a:pt x="32860" y="38282"/>
                  </a:moveTo>
                  <a:lnTo>
                    <a:pt x="32860" y="38282"/>
                  </a:lnTo>
                  <a:cubicBezTo>
                    <a:pt x="28584" y="44726"/>
                    <a:pt x="24467" y="51291"/>
                    <a:pt x="20096" y="57602"/>
                  </a:cubicBezTo>
                  <a:cubicBezTo>
                    <a:pt x="17296" y="61652"/>
                    <a:pt x="14418" y="65717"/>
                    <a:pt x="11444" y="69698"/>
                  </a:cubicBezTo>
                  <a:lnTo>
                    <a:pt x="11444" y="69695"/>
                  </a:lnTo>
                  <a:cubicBezTo>
                    <a:pt x="11409" y="69704"/>
                    <a:pt x="11389" y="69736"/>
                    <a:pt x="11389" y="69768"/>
                  </a:cubicBezTo>
                  <a:cubicBezTo>
                    <a:pt x="11187" y="70042"/>
                    <a:pt x="10985" y="70316"/>
                    <a:pt x="10780" y="70588"/>
                  </a:cubicBezTo>
                  <a:cubicBezTo>
                    <a:pt x="11028" y="70004"/>
                    <a:pt x="11242" y="69410"/>
                    <a:pt x="11421" y="68803"/>
                  </a:cubicBezTo>
                  <a:cubicBezTo>
                    <a:pt x="11421" y="68795"/>
                    <a:pt x="11418" y="68789"/>
                    <a:pt x="11418" y="68783"/>
                  </a:cubicBezTo>
                  <a:cubicBezTo>
                    <a:pt x="16739" y="61808"/>
                    <a:pt x="21482" y="54363"/>
                    <a:pt x="26286" y="47024"/>
                  </a:cubicBezTo>
                  <a:cubicBezTo>
                    <a:pt x="28500" y="44125"/>
                    <a:pt x="30692" y="41209"/>
                    <a:pt x="32860" y="38282"/>
                  </a:cubicBezTo>
                  <a:close/>
                  <a:moveTo>
                    <a:pt x="26534" y="62865"/>
                  </a:moveTo>
                  <a:lnTo>
                    <a:pt x="26534" y="62865"/>
                  </a:lnTo>
                  <a:cubicBezTo>
                    <a:pt x="24577" y="65616"/>
                    <a:pt x="22518" y="68287"/>
                    <a:pt x="20148" y="70741"/>
                  </a:cubicBezTo>
                  <a:cubicBezTo>
                    <a:pt x="20206" y="70556"/>
                    <a:pt x="20261" y="70371"/>
                    <a:pt x="20319" y="70189"/>
                  </a:cubicBezTo>
                  <a:lnTo>
                    <a:pt x="20316" y="70189"/>
                  </a:lnTo>
                  <a:cubicBezTo>
                    <a:pt x="22524" y="67906"/>
                    <a:pt x="24580" y="65440"/>
                    <a:pt x="26534" y="62865"/>
                  </a:cubicBezTo>
                  <a:close/>
                  <a:moveTo>
                    <a:pt x="26003" y="58884"/>
                  </a:moveTo>
                  <a:cubicBezTo>
                    <a:pt x="23864" y="62129"/>
                    <a:pt x="21834" y="65454"/>
                    <a:pt x="19923" y="68861"/>
                  </a:cubicBezTo>
                  <a:cubicBezTo>
                    <a:pt x="19403" y="69499"/>
                    <a:pt x="18881" y="70134"/>
                    <a:pt x="18347" y="70764"/>
                  </a:cubicBezTo>
                  <a:cubicBezTo>
                    <a:pt x="19048" y="69935"/>
                    <a:pt x="19634" y="67761"/>
                    <a:pt x="20345" y="66707"/>
                  </a:cubicBezTo>
                  <a:cubicBezTo>
                    <a:pt x="21505" y="64984"/>
                    <a:pt x="22801" y="63338"/>
                    <a:pt x="24017" y="61655"/>
                  </a:cubicBezTo>
                  <a:cubicBezTo>
                    <a:pt x="24681" y="60734"/>
                    <a:pt x="25342" y="59810"/>
                    <a:pt x="26003" y="58884"/>
                  </a:cubicBezTo>
                  <a:close/>
                  <a:moveTo>
                    <a:pt x="58837" y="11179"/>
                  </a:moveTo>
                  <a:cubicBezTo>
                    <a:pt x="51576" y="21237"/>
                    <a:pt x="43764" y="30888"/>
                    <a:pt x="36315" y="40805"/>
                  </a:cubicBezTo>
                  <a:cubicBezTo>
                    <a:pt x="32848" y="45422"/>
                    <a:pt x="29698" y="50246"/>
                    <a:pt x="26598" y="55110"/>
                  </a:cubicBezTo>
                  <a:cubicBezTo>
                    <a:pt x="22735" y="60044"/>
                    <a:pt x="18419" y="65174"/>
                    <a:pt x="15691" y="70726"/>
                  </a:cubicBezTo>
                  <a:cubicBezTo>
                    <a:pt x="15665" y="70784"/>
                    <a:pt x="15676" y="70850"/>
                    <a:pt x="15717" y="70899"/>
                  </a:cubicBezTo>
                  <a:cubicBezTo>
                    <a:pt x="15001" y="70637"/>
                    <a:pt x="14288" y="70377"/>
                    <a:pt x="13566" y="70163"/>
                  </a:cubicBezTo>
                  <a:lnTo>
                    <a:pt x="13566" y="70160"/>
                  </a:lnTo>
                  <a:cubicBezTo>
                    <a:pt x="14461" y="69323"/>
                    <a:pt x="15318" y="68443"/>
                    <a:pt x="16153" y="67533"/>
                  </a:cubicBezTo>
                  <a:lnTo>
                    <a:pt x="16153" y="67533"/>
                  </a:lnTo>
                  <a:cubicBezTo>
                    <a:pt x="15682" y="68385"/>
                    <a:pt x="15200" y="69231"/>
                    <a:pt x="14744" y="70097"/>
                  </a:cubicBezTo>
                  <a:cubicBezTo>
                    <a:pt x="14674" y="70230"/>
                    <a:pt x="14777" y="70339"/>
                    <a:pt x="14889" y="70339"/>
                  </a:cubicBezTo>
                  <a:cubicBezTo>
                    <a:pt x="14940" y="70339"/>
                    <a:pt x="14993" y="70316"/>
                    <a:pt x="15032" y="70264"/>
                  </a:cubicBezTo>
                  <a:cubicBezTo>
                    <a:pt x="23679" y="58855"/>
                    <a:pt x="31292" y="46724"/>
                    <a:pt x="39985" y="35320"/>
                  </a:cubicBezTo>
                  <a:cubicBezTo>
                    <a:pt x="44532" y="29355"/>
                    <a:pt x="48955" y="23284"/>
                    <a:pt x="53713" y="17484"/>
                  </a:cubicBezTo>
                  <a:cubicBezTo>
                    <a:pt x="55430" y="15391"/>
                    <a:pt x="57177" y="13321"/>
                    <a:pt x="58837" y="11179"/>
                  </a:cubicBezTo>
                  <a:close/>
                  <a:moveTo>
                    <a:pt x="44533" y="32057"/>
                  </a:moveTo>
                  <a:lnTo>
                    <a:pt x="44533" y="32057"/>
                  </a:lnTo>
                  <a:cubicBezTo>
                    <a:pt x="42264" y="35288"/>
                    <a:pt x="40048" y="38552"/>
                    <a:pt x="37892" y="41839"/>
                  </a:cubicBezTo>
                  <a:cubicBezTo>
                    <a:pt x="34439" y="46617"/>
                    <a:pt x="31009" y="51412"/>
                    <a:pt x="27545" y="56184"/>
                  </a:cubicBezTo>
                  <a:cubicBezTo>
                    <a:pt x="24060" y="60991"/>
                    <a:pt x="19496" y="65888"/>
                    <a:pt x="17429" y="71529"/>
                  </a:cubicBezTo>
                  <a:cubicBezTo>
                    <a:pt x="16912" y="71347"/>
                    <a:pt x="16398" y="71156"/>
                    <a:pt x="15884" y="70963"/>
                  </a:cubicBezTo>
                  <a:cubicBezTo>
                    <a:pt x="15910" y="70957"/>
                    <a:pt x="15933" y="70946"/>
                    <a:pt x="15951" y="70928"/>
                  </a:cubicBezTo>
                  <a:cubicBezTo>
                    <a:pt x="19816" y="66292"/>
                    <a:pt x="23206" y="61294"/>
                    <a:pt x="26508" y="56230"/>
                  </a:cubicBezTo>
                  <a:cubicBezTo>
                    <a:pt x="32632" y="48263"/>
                    <a:pt x="38704" y="40231"/>
                    <a:pt x="44533" y="32057"/>
                  </a:cubicBezTo>
                  <a:close/>
                  <a:moveTo>
                    <a:pt x="19066" y="70411"/>
                  </a:moveTo>
                  <a:cubicBezTo>
                    <a:pt x="18838" y="70833"/>
                    <a:pt x="18598" y="71246"/>
                    <a:pt x="18370" y="71673"/>
                  </a:cubicBezTo>
                  <a:cubicBezTo>
                    <a:pt x="18341" y="71728"/>
                    <a:pt x="18347" y="71794"/>
                    <a:pt x="18390" y="71843"/>
                  </a:cubicBezTo>
                  <a:lnTo>
                    <a:pt x="18387" y="71843"/>
                  </a:lnTo>
                  <a:cubicBezTo>
                    <a:pt x="18240" y="71797"/>
                    <a:pt x="18093" y="71754"/>
                    <a:pt x="17948" y="71705"/>
                  </a:cubicBezTo>
                  <a:cubicBezTo>
                    <a:pt x="18324" y="71278"/>
                    <a:pt x="18699" y="70847"/>
                    <a:pt x="19066" y="70411"/>
                  </a:cubicBezTo>
                  <a:close/>
                  <a:moveTo>
                    <a:pt x="67452" y="6539"/>
                  </a:moveTo>
                  <a:cubicBezTo>
                    <a:pt x="66733" y="7411"/>
                    <a:pt x="64937" y="11263"/>
                    <a:pt x="63722" y="13024"/>
                  </a:cubicBezTo>
                  <a:cubicBezTo>
                    <a:pt x="61929" y="15619"/>
                    <a:pt x="59943" y="18085"/>
                    <a:pt x="58052" y="20602"/>
                  </a:cubicBezTo>
                  <a:cubicBezTo>
                    <a:pt x="53770" y="26312"/>
                    <a:pt x="49648" y="32141"/>
                    <a:pt x="45358" y="37849"/>
                  </a:cubicBezTo>
                  <a:cubicBezTo>
                    <a:pt x="36881" y="49120"/>
                    <a:pt x="29170" y="60982"/>
                    <a:pt x="20576" y="72147"/>
                  </a:cubicBezTo>
                  <a:cubicBezTo>
                    <a:pt x="20524" y="72216"/>
                    <a:pt x="20555" y="72291"/>
                    <a:pt x="20610" y="72340"/>
                  </a:cubicBezTo>
                  <a:cubicBezTo>
                    <a:pt x="20123" y="72277"/>
                    <a:pt x="19638" y="72185"/>
                    <a:pt x="19162" y="72060"/>
                  </a:cubicBezTo>
                  <a:lnTo>
                    <a:pt x="19162" y="72060"/>
                  </a:lnTo>
                  <a:cubicBezTo>
                    <a:pt x="19194" y="72057"/>
                    <a:pt x="19224" y="72046"/>
                    <a:pt x="19248" y="72022"/>
                  </a:cubicBezTo>
                  <a:cubicBezTo>
                    <a:pt x="28180" y="63462"/>
                    <a:pt x="34647" y="51851"/>
                    <a:pt x="41760" y="41795"/>
                  </a:cubicBezTo>
                  <a:cubicBezTo>
                    <a:pt x="47289" y="33977"/>
                    <a:pt x="52699" y="25992"/>
                    <a:pt x="58392" y="18243"/>
                  </a:cubicBezTo>
                  <a:cubicBezTo>
                    <a:pt x="59420" y="16912"/>
                    <a:pt x="60422" y="15567"/>
                    <a:pt x="61406" y="14210"/>
                  </a:cubicBezTo>
                  <a:cubicBezTo>
                    <a:pt x="63375" y="11612"/>
                    <a:pt x="65382" y="9048"/>
                    <a:pt x="67452" y="6539"/>
                  </a:cubicBezTo>
                  <a:close/>
                  <a:moveTo>
                    <a:pt x="83172" y="8243"/>
                  </a:moveTo>
                  <a:lnTo>
                    <a:pt x="83172" y="8243"/>
                  </a:lnTo>
                  <a:cubicBezTo>
                    <a:pt x="82652" y="8780"/>
                    <a:pt x="80530" y="12943"/>
                    <a:pt x="79511" y="14320"/>
                  </a:cubicBezTo>
                  <a:cubicBezTo>
                    <a:pt x="79133" y="14782"/>
                    <a:pt x="78746" y="15241"/>
                    <a:pt x="78373" y="15708"/>
                  </a:cubicBezTo>
                  <a:cubicBezTo>
                    <a:pt x="76786" y="17588"/>
                    <a:pt x="75091" y="19387"/>
                    <a:pt x="73486" y="21249"/>
                  </a:cubicBezTo>
                  <a:cubicBezTo>
                    <a:pt x="69256" y="26157"/>
                    <a:pt x="65538" y="31575"/>
                    <a:pt x="61773" y="36841"/>
                  </a:cubicBezTo>
                  <a:cubicBezTo>
                    <a:pt x="58534" y="41374"/>
                    <a:pt x="55399" y="45976"/>
                    <a:pt x="52295" y="50595"/>
                  </a:cubicBezTo>
                  <a:cubicBezTo>
                    <a:pt x="47003" y="57810"/>
                    <a:pt x="41818" y="65154"/>
                    <a:pt x="37280" y="72733"/>
                  </a:cubicBezTo>
                  <a:cubicBezTo>
                    <a:pt x="36949" y="72523"/>
                    <a:pt x="36552" y="72392"/>
                    <a:pt x="36045" y="72392"/>
                  </a:cubicBezTo>
                  <a:cubicBezTo>
                    <a:pt x="36034" y="72392"/>
                    <a:pt x="36023" y="72392"/>
                    <a:pt x="36012" y="72392"/>
                  </a:cubicBezTo>
                  <a:cubicBezTo>
                    <a:pt x="35914" y="72395"/>
                    <a:pt x="35819" y="72424"/>
                    <a:pt x="35732" y="72473"/>
                  </a:cubicBezTo>
                  <a:cubicBezTo>
                    <a:pt x="36240" y="71803"/>
                    <a:pt x="36734" y="71113"/>
                    <a:pt x="37213" y="70414"/>
                  </a:cubicBezTo>
                  <a:lnTo>
                    <a:pt x="37213" y="70414"/>
                  </a:lnTo>
                  <a:cubicBezTo>
                    <a:pt x="36974" y="70989"/>
                    <a:pt x="36777" y="71578"/>
                    <a:pt x="36665" y="72193"/>
                  </a:cubicBezTo>
                  <a:cubicBezTo>
                    <a:pt x="36647" y="72287"/>
                    <a:pt x="36727" y="72349"/>
                    <a:pt x="36799" y="72349"/>
                  </a:cubicBezTo>
                  <a:cubicBezTo>
                    <a:pt x="36847" y="72349"/>
                    <a:pt x="36892" y="72322"/>
                    <a:pt x="36904" y="72259"/>
                  </a:cubicBezTo>
                  <a:cubicBezTo>
                    <a:pt x="37427" y="69482"/>
                    <a:pt x="39529" y="67146"/>
                    <a:pt x="41076" y="64866"/>
                  </a:cubicBezTo>
                  <a:cubicBezTo>
                    <a:pt x="42907" y="62163"/>
                    <a:pt x="44841" y="59533"/>
                    <a:pt x="46792" y="56920"/>
                  </a:cubicBezTo>
                  <a:cubicBezTo>
                    <a:pt x="50970" y="51323"/>
                    <a:pt x="55220" y="45780"/>
                    <a:pt x="59325" y="40127"/>
                  </a:cubicBezTo>
                  <a:cubicBezTo>
                    <a:pt x="67108" y="29413"/>
                    <a:pt x="73922" y="17793"/>
                    <a:pt x="83172" y="8243"/>
                  </a:cubicBezTo>
                  <a:close/>
                  <a:moveTo>
                    <a:pt x="75258" y="29705"/>
                  </a:moveTo>
                  <a:lnTo>
                    <a:pt x="75258" y="29705"/>
                  </a:lnTo>
                  <a:cubicBezTo>
                    <a:pt x="72724" y="33697"/>
                    <a:pt x="70275" y="37725"/>
                    <a:pt x="67706" y="41530"/>
                  </a:cubicBezTo>
                  <a:cubicBezTo>
                    <a:pt x="61383" y="50887"/>
                    <a:pt x="54527" y="59955"/>
                    <a:pt x="48525" y="69537"/>
                  </a:cubicBezTo>
                  <a:cubicBezTo>
                    <a:pt x="47644" y="70616"/>
                    <a:pt x="46764" y="71696"/>
                    <a:pt x="45906" y="72793"/>
                  </a:cubicBezTo>
                  <a:cubicBezTo>
                    <a:pt x="47425" y="70336"/>
                    <a:pt x="48961" y="67897"/>
                    <a:pt x="50511" y="65478"/>
                  </a:cubicBezTo>
                  <a:cubicBezTo>
                    <a:pt x="52027" y="63214"/>
                    <a:pt x="53499" y="60922"/>
                    <a:pt x="54960" y="58621"/>
                  </a:cubicBezTo>
                  <a:cubicBezTo>
                    <a:pt x="59351" y="51958"/>
                    <a:pt x="63881" y="45401"/>
                    <a:pt x="68615" y="38923"/>
                  </a:cubicBezTo>
                  <a:cubicBezTo>
                    <a:pt x="70847" y="35871"/>
                    <a:pt x="73027" y="32768"/>
                    <a:pt x="75258" y="29705"/>
                  </a:cubicBezTo>
                  <a:close/>
                  <a:moveTo>
                    <a:pt x="77022" y="19046"/>
                  </a:moveTo>
                  <a:lnTo>
                    <a:pt x="77022" y="19046"/>
                  </a:lnTo>
                  <a:cubicBezTo>
                    <a:pt x="72302" y="25394"/>
                    <a:pt x="67992" y="32101"/>
                    <a:pt x="63410" y="38464"/>
                  </a:cubicBezTo>
                  <a:cubicBezTo>
                    <a:pt x="59126" y="44414"/>
                    <a:pt x="54853" y="50376"/>
                    <a:pt x="50595" y="56343"/>
                  </a:cubicBezTo>
                  <a:cubicBezTo>
                    <a:pt x="46769" y="61687"/>
                    <a:pt x="41815" y="67091"/>
                    <a:pt x="38793" y="72889"/>
                  </a:cubicBezTo>
                  <a:cubicBezTo>
                    <a:pt x="40453" y="69704"/>
                    <a:pt x="42274" y="66583"/>
                    <a:pt x="44188" y="63506"/>
                  </a:cubicBezTo>
                  <a:cubicBezTo>
                    <a:pt x="46484" y="60116"/>
                    <a:pt x="48744" y="56695"/>
                    <a:pt x="51002" y="53274"/>
                  </a:cubicBezTo>
                  <a:cubicBezTo>
                    <a:pt x="54177" y="48756"/>
                    <a:pt x="57463" y="44327"/>
                    <a:pt x="60714" y="39962"/>
                  </a:cubicBezTo>
                  <a:lnTo>
                    <a:pt x="60714" y="39965"/>
                  </a:lnTo>
                  <a:cubicBezTo>
                    <a:pt x="65281" y="33833"/>
                    <a:pt x="69883" y="27664"/>
                    <a:pt x="74750" y="21765"/>
                  </a:cubicBezTo>
                  <a:cubicBezTo>
                    <a:pt x="75504" y="20853"/>
                    <a:pt x="76266" y="19950"/>
                    <a:pt x="77022" y="19046"/>
                  </a:cubicBezTo>
                  <a:close/>
                  <a:moveTo>
                    <a:pt x="41593" y="67291"/>
                  </a:moveTo>
                  <a:lnTo>
                    <a:pt x="41593" y="67291"/>
                  </a:lnTo>
                  <a:cubicBezTo>
                    <a:pt x="40380" y="69358"/>
                    <a:pt x="39202" y="71445"/>
                    <a:pt x="38091" y="73561"/>
                  </a:cubicBezTo>
                  <a:lnTo>
                    <a:pt x="38091" y="73558"/>
                  </a:lnTo>
                  <a:cubicBezTo>
                    <a:pt x="37944" y="73336"/>
                    <a:pt x="37768" y="73131"/>
                    <a:pt x="37568" y="72949"/>
                  </a:cubicBezTo>
                  <a:cubicBezTo>
                    <a:pt x="38934" y="71084"/>
                    <a:pt x="40276" y="69196"/>
                    <a:pt x="41593" y="67291"/>
                  </a:cubicBezTo>
                  <a:close/>
                  <a:moveTo>
                    <a:pt x="48239" y="38247"/>
                  </a:moveTo>
                  <a:lnTo>
                    <a:pt x="48239" y="38247"/>
                  </a:lnTo>
                  <a:cubicBezTo>
                    <a:pt x="40767" y="49022"/>
                    <a:pt x="33033" y="59628"/>
                    <a:pt x="26448" y="70966"/>
                  </a:cubicBezTo>
                  <a:cubicBezTo>
                    <a:pt x="25672" y="71973"/>
                    <a:pt x="24897" y="72982"/>
                    <a:pt x="24116" y="73973"/>
                  </a:cubicBezTo>
                  <a:lnTo>
                    <a:pt x="24116" y="73973"/>
                  </a:lnTo>
                  <a:cubicBezTo>
                    <a:pt x="27803" y="69279"/>
                    <a:pt x="30449" y="63788"/>
                    <a:pt x="33544" y="58708"/>
                  </a:cubicBezTo>
                  <a:cubicBezTo>
                    <a:pt x="33743" y="58378"/>
                    <a:pt x="33951" y="58058"/>
                    <a:pt x="34156" y="57732"/>
                  </a:cubicBezTo>
                  <a:cubicBezTo>
                    <a:pt x="36287" y="54723"/>
                    <a:pt x="38365" y="51675"/>
                    <a:pt x="40429" y="48638"/>
                  </a:cubicBezTo>
                  <a:cubicBezTo>
                    <a:pt x="42139" y="46317"/>
                    <a:pt x="43882" y="44021"/>
                    <a:pt x="45591" y="41729"/>
                  </a:cubicBezTo>
                  <a:cubicBezTo>
                    <a:pt x="46460" y="40563"/>
                    <a:pt x="47344" y="39402"/>
                    <a:pt x="48239" y="38247"/>
                  </a:cubicBezTo>
                  <a:close/>
                  <a:moveTo>
                    <a:pt x="30331" y="33796"/>
                  </a:moveTo>
                  <a:lnTo>
                    <a:pt x="30331" y="33796"/>
                  </a:lnTo>
                  <a:cubicBezTo>
                    <a:pt x="25022" y="41126"/>
                    <a:pt x="19926" y="48551"/>
                    <a:pt x="15388" y="56401"/>
                  </a:cubicBezTo>
                  <a:cubicBezTo>
                    <a:pt x="14882" y="57048"/>
                    <a:pt x="14389" y="57697"/>
                    <a:pt x="13878" y="58341"/>
                  </a:cubicBezTo>
                  <a:cubicBezTo>
                    <a:pt x="11727" y="61058"/>
                    <a:pt x="9640" y="63823"/>
                    <a:pt x="7584" y="66609"/>
                  </a:cubicBezTo>
                  <a:cubicBezTo>
                    <a:pt x="6305" y="68344"/>
                    <a:pt x="4991" y="70048"/>
                    <a:pt x="3617" y="71702"/>
                  </a:cubicBezTo>
                  <a:cubicBezTo>
                    <a:pt x="3177" y="72234"/>
                    <a:pt x="1685" y="73996"/>
                    <a:pt x="1492" y="73996"/>
                  </a:cubicBezTo>
                  <a:cubicBezTo>
                    <a:pt x="1398" y="73996"/>
                    <a:pt x="1612" y="73578"/>
                    <a:pt x="2405" y="72398"/>
                  </a:cubicBezTo>
                  <a:cubicBezTo>
                    <a:pt x="6406" y="66442"/>
                    <a:pt x="11201" y="61239"/>
                    <a:pt x="14981" y="55105"/>
                  </a:cubicBezTo>
                  <a:cubicBezTo>
                    <a:pt x="19074" y="48453"/>
                    <a:pt x="23728" y="42390"/>
                    <a:pt x="28489" y="36209"/>
                  </a:cubicBezTo>
                  <a:cubicBezTo>
                    <a:pt x="29107" y="35407"/>
                    <a:pt x="29716" y="34601"/>
                    <a:pt x="30331" y="33796"/>
                  </a:cubicBezTo>
                  <a:close/>
                  <a:moveTo>
                    <a:pt x="27828" y="69312"/>
                  </a:moveTo>
                  <a:lnTo>
                    <a:pt x="27828" y="69312"/>
                  </a:lnTo>
                  <a:cubicBezTo>
                    <a:pt x="26809" y="70974"/>
                    <a:pt x="25836" y="72658"/>
                    <a:pt x="24909" y="74364"/>
                  </a:cubicBezTo>
                  <a:cubicBezTo>
                    <a:pt x="25013" y="74144"/>
                    <a:pt x="25154" y="73864"/>
                    <a:pt x="25354" y="73501"/>
                  </a:cubicBezTo>
                  <a:cubicBezTo>
                    <a:pt x="26041" y="72248"/>
                    <a:pt x="26757" y="71009"/>
                    <a:pt x="27475" y="69776"/>
                  </a:cubicBezTo>
                  <a:cubicBezTo>
                    <a:pt x="27594" y="69623"/>
                    <a:pt x="27709" y="69465"/>
                    <a:pt x="27828" y="69312"/>
                  </a:cubicBezTo>
                  <a:close/>
                  <a:moveTo>
                    <a:pt x="12521" y="61338"/>
                  </a:moveTo>
                  <a:cubicBezTo>
                    <a:pt x="10119" y="64776"/>
                    <a:pt x="7757" y="68240"/>
                    <a:pt x="5436" y="71722"/>
                  </a:cubicBezTo>
                  <a:cubicBezTo>
                    <a:pt x="4787" y="72461"/>
                    <a:pt x="4122" y="73186"/>
                    <a:pt x="3415" y="73879"/>
                  </a:cubicBezTo>
                  <a:lnTo>
                    <a:pt x="3415" y="73876"/>
                  </a:lnTo>
                  <a:cubicBezTo>
                    <a:pt x="2760" y="74518"/>
                    <a:pt x="2467" y="74754"/>
                    <a:pt x="2390" y="74754"/>
                  </a:cubicBezTo>
                  <a:cubicBezTo>
                    <a:pt x="2195" y="74754"/>
                    <a:pt x="3396" y="73227"/>
                    <a:pt x="3560" y="72995"/>
                  </a:cubicBezTo>
                  <a:cubicBezTo>
                    <a:pt x="4538" y="71610"/>
                    <a:pt x="5563" y="70253"/>
                    <a:pt x="6585" y="68893"/>
                  </a:cubicBezTo>
                  <a:cubicBezTo>
                    <a:pt x="8508" y="66332"/>
                    <a:pt x="10506" y="63829"/>
                    <a:pt x="12521" y="61338"/>
                  </a:cubicBezTo>
                  <a:close/>
                  <a:moveTo>
                    <a:pt x="68163" y="8657"/>
                  </a:moveTo>
                  <a:cubicBezTo>
                    <a:pt x="68217" y="8657"/>
                    <a:pt x="68048" y="9021"/>
                    <a:pt x="67492" y="10041"/>
                  </a:cubicBezTo>
                  <a:cubicBezTo>
                    <a:pt x="67189" y="10598"/>
                    <a:pt x="66866" y="11144"/>
                    <a:pt x="66534" y="11684"/>
                  </a:cubicBezTo>
                  <a:cubicBezTo>
                    <a:pt x="60812" y="17585"/>
                    <a:pt x="56247" y="24814"/>
                    <a:pt x="51669" y="31717"/>
                  </a:cubicBezTo>
                  <a:cubicBezTo>
                    <a:pt x="49411" y="34893"/>
                    <a:pt x="47168" y="38086"/>
                    <a:pt x="44873" y="41230"/>
                  </a:cubicBezTo>
                  <a:cubicBezTo>
                    <a:pt x="41293" y="46123"/>
                    <a:pt x="37540" y="50892"/>
                    <a:pt x="34211" y="55962"/>
                  </a:cubicBezTo>
                  <a:cubicBezTo>
                    <a:pt x="32473" y="58612"/>
                    <a:pt x="30585" y="61647"/>
                    <a:pt x="28674" y="64487"/>
                  </a:cubicBezTo>
                  <a:cubicBezTo>
                    <a:pt x="26679" y="67048"/>
                    <a:pt x="24629" y="69557"/>
                    <a:pt x="22490" y="71956"/>
                  </a:cubicBezTo>
                  <a:cubicBezTo>
                    <a:pt x="22381" y="72078"/>
                    <a:pt x="22487" y="72240"/>
                    <a:pt x="22611" y="72240"/>
                  </a:cubicBezTo>
                  <a:cubicBezTo>
                    <a:pt x="22648" y="72240"/>
                    <a:pt x="22688" y="72225"/>
                    <a:pt x="22723" y="72190"/>
                  </a:cubicBezTo>
                  <a:cubicBezTo>
                    <a:pt x="24239" y="70651"/>
                    <a:pt x="25622" y="69014"/>
                    <a:pt x="26927" y="67322"/>
                  </a:cubicBezTo>
                  <a:cubicBezTo>
                    <a:pt x="28428" y="65486"/>
                    <a:pt x="29877" y="63587"/>
                    <a:pt x="31304" y="61664"/>
                  </a:cubicBezTo>
                  <a:lnTo>
                    <a:pt x="31304" y="61664"/>
                  </a:lnTo>
                  <a:cubicBezTo>
                    <a:pt x="28645" y="66139"/>
                    <a:pt x="26208" y="70735"/>
                    <a:pt x="22980" y="74872"/>
                  </a:cubicBezTo>
                  <a:cubicBezTo>
                    <a:pt x="22943" y="74029"/>
                    <a:pt x="23116" y="73267"/>
                    <a:pt x="23584" y="72658"/>
                  </a:cubicBezTo>
                  <a:lnTo>
                    <a:pt x="23581" y="72658"/>
                  </a:lnTo>
                  <a:cubicBezTo>
                    <a:pt x="23618" y="72608"/>
                    <a:pt x="23572" y="72554"/>
                    <a:pt x="23520" y="72545"/>
                  </a:cubicBezTo>
                  <a:cubicBezTo>
                    <a:pt x="23751" y="72490"/>
                    <a:pt x="23982" y="72427"/>
                    <a:pt x="24216" y="72346"/>
                  </a:cubicBezTo>
                  <a:cubicBezTo>
                    <a:pt x="24401" y="72281"/>
                    <a:pt x="24349" y="72006"/>
                    <a:pt x="24184" y="72006"/>
                  </a:cubicBezTo>
                  <a:cubicBezTo>
                    <a:pt x="24166" y="72006"/>
                    <a:pt x="24147" y="72010"/>
                    <a:pt x="24127" y="72017"/>
                  </a:cubicBezTo>
                  <a:cubicBezTo>
                    <a:pt x="23312" y="72299"/>
                    <a:pt x="22513" y="72415"/>
                    <a:pt x="21726" y="72415"/>
                  </a:cubicBezTo>
                  <a:cubicBezTo>
                    <a:pt x="21412" y="72415"/>
                    <a:pt x="21100" y="72397"/>
                    <a:pt x="20789" y="72363"/>
                  </a:cubicBezTo>
                  <a:cubicBezTo>
                    <a:pt x="20804" y="72357"/>
                    <a:pt x="20818" y="72357"/>
                    <a:pt x="20830" y="72343"/>
                  </a:cubicBezTo>
                  <a:cubicBezTo>
                    <a:pt x="29063" y="61846"/>
                    <a:pt x="37222" y="51291"/>
                    <a:pt x="45118" y="40534"/>
                  </a:cubicBezTo>
                  <a:cubicBezTo>
                    <a:pt x="48984" y="35265"/>
                    <a:pt x="52647" y="29863"/>
                    <a:pt x="56377" y="24497"/>
                  </a:cubicBezTo>
                  <a:cubicBezTo>
                    <a:pt x="58410" y="21575"/>
                    <a:pt x="60483" y="18685"/>
                    <a:pt x="62602" y="15827"/>
                  </a:cubicBezTo>
                  <a:cubicBezTo>
                    <a:pt x="64008" y="13927"/>
                    <a:pt x="65463" y="12065"/>
                    <a:pt x="66929" y="10212"/>
                  </a:cubicBezTo>
                  <a:cubicBezTo>
                    <a:pt x="67456" y="9548"/>
                    <a:pt x="68080" y="8657"/>
                    <a:pt x="68163" y="8657"/>
                  </a:cubicBezTo>
                  <a:close/>
                  <a:moveTo>
                    <a:pt x="52457" y="66136"/>
                  </a:moveTo>
                  <a:cubicBezTo>
                    <a:pt x="51256" y="67903"/>
                    <a:pt x="50049" y="69669"/>
                    <a:pt x="48808" y="71413"/>
                  </a:cubicBezTo>
                  <a:cubicBezTo>
                    <a:pt x="47944" y="72626"/>
                    <a:pt x="47029" y="73798"/>
                    <a:pt x="46100" y="74958"/>
                  </a:cubicBezTo>
                  <a:cubicBezTo>
                    <a:pt x="47965" y="71895"/>
                    <a:pt x="50159" y="68980"/>
                    <a:pt x="52457" y="66136"/>
                  </a:cubicBezTo>
                  <a:close/>
                  <a:moveTo>
                    <a:pt x="60229" y="25605"/>
                  </a:moveTo>
                  <a:lnTo>
                    <a:pt x="60229" y="25605"/>
                  </a:lnTo>
                  <a:cubicBezTo>
                    <a:pt x="55754" y="31983"/>
                    <a:pt x="51342" y="38406"/>
                    <a:pt x="46902" y="44792"/>
                  </a:cubicBezTo>
                  <a:cubicBezTo>
                    <a:pt x="43132" y="50217"/>
                    <a:pt x="39529" y="55760"/>
                    <a:pt x="35727" y="61164"/>
                  </a:cubicBezTo>
                  <a:cubicBezTo>
                    <a:pt x="33527" y="64291"/>
                    <a:pt x="31223" y="67340"/>
                    <a:pt x="28812" y="70310"/>
                  </a:cubicBezTo>
                  <a:cubicBezTo>
                    <a:pt x="28312" y="70930"/>
                    <a:pt x="25198" y="74969"/>
                    <a:pt x="24772" y="74969"/>
                  </a:cubicBezTo>
                  <a:cubicBezTo>
                    <a:pt x="24743" y="74969"/>
                    <a:pt x="24727" y="74951"/>
                    <a:pt x="24724" y="74912"/>
                  </a:cubicBezTo>
                  <a:cubicBezTo>
                    <a:pt x="24843" y="74739"/>
                    <a:pt x="25007" y="74491"/>
                    <a:pt x="25203" y="74141"/>
                  </a:cubicBezTo>
                  <a:cubicBezTo>
                    <a:pt x="26015" y="72712"/>
                    <a:pt x="26889" y="71324"/>
                    <a:pt x="27776" y="69938"/>
                  </a:cubicBezTo>
                  <a:cubicBezTo>
                    <a:pt x="29291" y="67571"/>
                    <a:pt x="30934" y="65284"/>
                    <a:pt x="32606" y="63021"/>
                  </a:cubicBezTo>
                  <a:cubicBezTo>
                    <a:pt x="32744" y="62833"/>
                    <a:pt x="32880" y="62648"/>
                    <a:pt x="33019" y="62464"/>
                  </a:cubicBezTo>
                  <a:cubicBezTo>
                    <a:pt x="33504" y="61808"/>
                    <a:pt x="33991" y="61156"/>
                    <a:pt x="34479" y="60500"/>
                  </a:cubicBezTo>
                  <a:cubicBezTo>
                    <a:pt x="38960" y="54501"/>
                    <a:pt x="43374" y="48453"/>
                    <a:pt x="47872" y="42465"/>
                  </a:cubicBezTo>
                  <a:cubicBezTo>
                    <a:pt x="51553" y="37563"/>
                    <a:pt x="55110" y="32586"/>
                    <a:pt x="58655" y="27591"/>
                  </a:cubicBezTo>
                  <a:cubicBezTo>
                    <a:pt x="59181" y="26930"/>
                    <a:pt x="59703" y="26269"/>
                    <a:pt x="60229" y="25605"/>
                  </a:cubicBezTo>
                  <a:close/>
                  <a:moveTo>
                    <a:pt x="10506" y="72132"/>
                  </a:moveTo>
                  <a:lnTo>
                    <a:pt x="10506" y="72132"/>
                  </a:lnTo>
                  <a:cubicBezTo>
                    <a:pt x="9980" y="72701"/>
                    <a:pt x="9489" y="73749"/>
                    <a:pt x="9013" y="74800"/>
                  </a:cubicBezTo>
                  <a:lnTo>
                    <a:pt x="9010" y="74800"/>
                  </a:lnTo>
                  <a:cubicBezTo>
                    <a:pt x="8987" y="74823"/>
                    <a:pt x="8967" y="74852"/>
                    <a:pt x="8944" y="74875"/>
                  </a:cubicBezTo>
                  <a:cubicBezTo>
                    <a:pt x="8756" y="75080"/>
                    <a:pt x="8548" y="75319"/>
                    <a:pt x="8361" y="75539"/>
                  </a:cubicBezTo>
                  <a:cubicBezTo>
                    <a:pt x="8312" y="75444"/>
                    <a:pt x="8271" y="75342"/>
                    <a:pt x="8239" y="75241"/>
                  </a:cubicBezTo>
                  <a:cubicBezTo>
                    <a:pt x="8283" y="75169"/>
                    <a:pt x="8326" y="75097"/>
                    <a:pt x="8378" y="75013"/>
                  </a:cubicBezTo>
                  <a:cubicBezTo>
                    <a:pt x="8696" y="74499"/>
                    <a:pt x="9004" y="73991"/>
                    <a:pt x="9305" y="73480"/>
                  </a:cubicBezTo>
                  <a:cubicBezTo>
                    <a:pt x="9674" y="73004"/>
                    <a:pt x="10075" y="72554"/>
                    <a:pt x="10506" y="72132"/>
                  </a:cubicBezTo>
                  <a:close/>
                  <a:moveTo>
                    <a:pt x="60552" y="45696"/>
                  </a:moveTo>
                  <a:lnTo>
                    <a:pt x="60552" y="45696"/>
                  </a:lnTo>
                  <a:cubicBezTo>
                    <a:pt x="58499" y="48921"/>
                    <a:pt x="56493" y="52180"/>
                    <a:pt x="54489" y="55445"/>
                  </a:cubicBezTo>
                  <a:cubicBezTo>
                    <a:pt x="53277" y="57099"/>
                    <a:pt x="52073" y="58760"/>
                    <a:pt x="50852" y="60408"/>
                  </a:cubicBezTo>
                  <a:cubicBezTo>
                    <a:pt x="47176" y="65377"/>
                    <a:pt x="43080" y="70238"/>
                    <a:pt x="40224" y="75752"/>
                  </a:cubicBezTo>
                  <a:cubicBezTo>
                    <a:pt x="40206" y="75744"/>
                    <a:pt x="40192" y="75729"/>
                    <a:pt x="40170" y="75729"/>
                  </a:cubicBezTo>
                  <a:cubicBezTo>
                    <a:pt x="40168" y="75729"/>
                    <a:pt x="40166" y="75729"/>
                    <a:pt x="40164" y="75729"/>
                  </a:cubicBezTo>
                  <a:cubicBezTo>
                    <a:pt x="40121" y="75734"/>
                    <a:pt x="40079" y="75736"/>
                    <a:pt x="40038" y="75736"/>
                  </a:cubicBezTo>
                  <a:cubicBezTo>
                    <a:pt x="39192" y="75736"/>
                    <a:pt x="38840" y="74813"/>
                    <a:pt x="38331" y="73939"/>
                  </a:cubicBezTo>
                  <a:cubicBezTo>
                    <a:pt x="44896" y="64866"/>
                    <a:pt x="51507" y="55806"/>
                    <a:pt x="58055" y="46706"/>
                  </a:cubicBezTo>
                  <a:lnTo>
                    <a:pt x="58055" y="46706"/>
                  </a:lnTo>
                  <a:cubicBezTo>
                    <a:pt x="54798" y="51530"/>
                    <a:pt x="51651" y="56421"/>
                    <a:pt x="48447" y="61280"/>
                  </a:cubicBezTo>
                  <a:cubicBezTo>
                    <a:pt x="45228" y="65688"/>
                    <a:pt x="42064" y="70140"/>
                    <a:pt x="39000" y="74661"/>
                  </a:cubicBezTo>
                  <a:cubicBezTo>
                    <a:pt x="38912" y="74792"/>
                    <a:pt x="39027" y="74906"/>
                    <a:pt x="39148" y="74906"/>
                  </a:cubicBezTo>
                  <a:cubicBezTo>
                    <a:pt x="39200" y="74906"/>
                    <a:pt x="39254" y="74885"/>
                    <a:pt x="39292" y="74834"/>
                  </a:cubicBezTo>
                  <a:cubicBezTo>
                    <a:pt x="42595" y="70527"/>
                    <a:pt x="45664" y="66061"/>
                    <a:pt x="48666" y="61548"/>
                  </a:cubicBezTo>
                  <a:cubicBezTo>
                    <a:pt x="49362" y="60596"/>
                    <a:pt x="50052" y="59637"/>
                    <a:pt x="50753" y="58687"/>
                  </a:cubicBezTo>
                  <a:cubicBezTo>
                    <a:pt x="53967" y="54322"/>
                    <a:pt x="57249" y="50003"/>
                    <a:pt x="60552" y="45696"/>
                  </a:cubicBezTo>
                  <a:close/>
                  <a:moveTo>
                    <a:pt x="57691" y="53569"/>
                  </a:moveTo>
                  <a:lnTo>
                    <a:pt x="57691" y="53569"/>
                  </a:lnTo>
                  <a:cubicBezTo>
                    <a:pt x="56626" y="55255"/>
                    <a:pt x="55560" y="56944"/>
                    <a:pt x="54504" y="58635"/>
                  </a:cubicBezTo>
                  <a:cubicBezTo>
                    <a:pt x="53184" y="60682"/>
                    <a:pt x="51876" y="62729"/>
                    <a:pt x="50574" y="64779"/>
                  </a:cubicBezTo>
                  <a:cubicBezTo>
                    <a:pt x="48920" y="67288"/>
                    <a:pt x="47200" y="69750"/>
                    <a:pt x="45410" y="72163"/>
                  </a:cubicBezTo>
                  <a:lnTo>
                    <a:pt x="45410" y="72163"/>
                  </a:lnTo>
                  <a:cubicBezTo>
                    <a:pt x="45444" y="72118"/>
                    <a:pt x="45461" y="72096"/>
                    <a:pt x="45463" y="72096"/>
                  </a:cubicBezTo>
                  <a:lnTo>
                    <a:pt x="45463" y="72096"/>
                  </a:lnTo>
                  <a:cubicBezTo>
                    <a:pt x="45491" y="72096"/>
                    <a:pt x="42851" y="75906"/>
                    <a:pt x="42459" y="75906"/>
                  </a:cubicBezTo>
                  <a:cubicBezTo>
                    <a:pt x="42339" y="75906"/>
                    <a:pt x="42431" y="75546"/>
                    <a:pt x="42878" y="74606"/>
                  </a:cubicBezTo>
                  <a:cubicBezTo>
                    <a:pt x="43764" y="72738"/>
                    <a:pt x="44930" y="70998"/>
                    <a:pt x="46074" y="69283"/>
                  </a:cubicBezTo>
                  <a:cubicBezTo>
                    <a:pt x="49581" y="64011"/>
                    <a:pt x="53753" y="59167"/>
                    <a:pt x="57405" y="53982"/>
                  </a:cubicBezTo>
                  <a:cubicBezTo>
                    <a:pt x="57500" y="53843"/>
                    <a:pt x="57593" y="53707"/>
                    <a:pt x="57691" y="53569"/>
                  </a:cubicBezTo>
                  <a:close/>
                  <a:moveTo>
                    <a:pt x="34303" y="32716"/>
                  </a:moveTo>
                  <a:cubicBezTo>
                    <a:pt x="33039" y="34523"/>
                    <a:pt x="31777" y="36327"/>
                    <a:pt x="30518" y="38135"/>
                  </a:cubicBezTo>
                  <a:lnTo>
                    <a:pt x="30518" y="38132"/>
                  </a:lnTo>
                  <a:cubicBezTo>
                    <a:pt x="26107" y="44443"/>
                    <a:pt x="21482" y="50592"/>
                    <a:pt x="17027" y="56866"/>
                  </a:cubicBezTo>
                  <a:cubicBezTo>
                    <a:pt x="12420" y="63356"/>
                    <a:pt x="8381" y="70189"/>
                    <a:pt x="2947" y="76056"/>
                  </a:cubicBezTo>
                  <a:cubicBezTo>
                    <a:pt x="4287" y="74609"/>
                    <a:pt x="5404" y="72767"/>
                    <a:pt x="6513" y="70983"/>
                  </a:cubicBezTo>
                  <a:cubicBezTo>
                    <a:pt x="8924" y="68186"/>
                    <a:pt x="11014" y="65088"/>
                    <a:pt x="12954" y="61863"/>
                  </a:cubicBezTo>
                  <a:cubicBezTo>
                    <a:pt x="13739" y="60772"/>
                    <a:pt x="14516" y="59675"/>
                    <a:pt x="15266" y="58555"/>
                  </a:cubicBezTo>
                  <a:cubicBezTo>
                    <a:pt x="16248" y="57091"/>
                    <a:pt x="17253" y="55647"/>
                    <a:pt x="18257" y="54212"/>
                  </a:cubicBezTo>
                  <a:cubicBezTo>
                    <a:pt x="23809" y="47188"/>
                    <a:pt x="29110" y="39997"/>
                    <a:pt x="34303" y="32716"/>
                  </a:cubicBezTo>
                  <a:close/>
                  <a:moveTo>
                    <a:pt x="74698" y="16563"/>
                  </a:moveTo>
                  <a:lnTo>
                    <a:pt x="74698" y="16563"/>
                  </a:lnTo>
                  <a:cubicBezTo>
                    <a:pt x="74248" y="17270"/>
                    <a:pt x="73806" y="17940"/>
                    <a:pt x="73364" y="18538"/>
                  </a:cubicBezTo>
                  <a:cubicBezTo>
                    <a:pt x="68855" y="24664"/>
                    <a:pt x="64291" y="30735"/>
                    <a:pt x="59989" y="37009"/>
                  </a:cubicBezTo>
                  <a:cubicBezTo>
                    <a:pt x="55829" y="43083"/>
                    <a:pt x="51741" y="49293"/>
                    <a:pt x="47543" y="55428"/>
                  </a:cubicBezTo>
                  <a:cubicBezTo>
                    <a:pt x="47205" y="55875"/>
                    <a:pt x="46870" y="56323"/>
                    <a:pt x="46530" y="56770"/>
                  </a:cubicBezTo>
                  <a:cubicBezTo>
                    <a:pt x="44567" y="59374"/>
                    <a:pt x="42678" y="62033"/>
                    <a:pt x="40834" y="64724"/>
                  </a:cubicBezTo>
                  <a:cubicBezTo>
                    <a:pt x="40008" y="65931"/>
                    <a:pt x="39064" y="67135"/>
                    <a:pt x="38270" y="68402"/>
                  </a:cubicBezTo>
                  <a:cubicBezTo>
                    <a:pt x="36471" y="70784"/>
                    <a:pt x="34650" y="73140"/>
                    <a:pt x="32762" y="75432"/>
                  </a:cubicBezTo>
                  <a:cubicBezTo>
                    <a:pt x="32372" y="75905"/>
                    <a:pt x="32185" y="76098"/>
                    <a:pt x="32141" y="76098"/>
                  </a:cubicBezTo>
                  <a:cubicBezTo>
                    <a:pt x="31958" y="76098"/>
                    <a:pt x="34248" y="72748"/>
                    <a:pt x="34655" y="72271"/>
                  </a:cubicBezTo>
                  <a:cubicBezTo>
                    <a:pt x="35701" y="71047"/>
                    <a:pt x="36702" y="69779"/>
                    <a:pt x="37690" y="68509"/>
                  </a:cubicBezTo>
                  <a:cubicBezTo>
                    <a:pt x="39725" y="65896"/>
                    <a:pt x="41466" y="63050"/>
                    <a:pt x="43230" y="60252"/>
                  </a:cubicBezTo>
                  <a:cubicBezTo>
                    <a:pt x="47257" y="53863"/>
                    <a:pt x="51490" y="47604"/>
                    <a:pt x="55742" y="41365"/>
                  </a:cubicBezTo>
                  <a:cubicBezTo>
                    <a:pt x="60200" y="34835"/>
                    <a:pt x="64741" y="28385"/>
                    <a:pt x="69886" y="22372"/>
                  </a:cubicBezTo>
                  <a:cubicBezTo>
                    <a:pt x="71525" y="20455"/>
                    <a:pt x="73154" y="18535"/>
                    <a:pt x="74698" y="16563"/>
                  </a:cubicBezTo>
                  <a:close/>
                  <a:moveTo>
                    <a:pt x="52298" y="58990"/>
                  </a:moveTo>
                  <a:cubicBezTo>
                    <a:pt x="49079" y="64187"/>
                    <a:pt x="45788" y="69335"/>
                    <a:pt x="42150" y="74240"/>
                  </a:cubicBezTo>
                  <a:cubicBezTo>
                    <a:pt x="41483" y="75140"/>
                    <a:pt x="41016" y="75744"/>
                    <a:pt x="40698" y="76128"/>
                  </a:cubicBezTo>
                  <a:lnTo>
                    <a:pt x="40441" y="75969"/>
                  </a:lnTo>
                  <a:cubicBezTo>
                    <a:pt x="41119" y="74696"/>
                    <a:pt x="42777" y="72051"/>
                    <a:pt x="43270" y="71309"/>
                  </a:cubicBezTo>
                  <a:cubicBezTo>
                    <a:pt x="45037" y="68659"/>
                    <a:pt x="47009" y="66124"/>
                    <a:pt x="48917" y="63575"/>
                  </a:cubicBezTo>
                  <a:cubicBezTo>
                    <a:pt x="50055" y="62054"/>
                    <a:pt x="51172" y="60518"/>
                    <a:pt x="52298" y="58990"/>
                  </a:cubicBezTo>
                  <a:close/>
                  <a:moveTo>
                    <a:pt x="23512" y="50630"/>
                  </a:moveTo>
                  <a:cubicBezTo>
                    <a:pt x="20313" y="55451"/>
                    <a:pt x="17097" y="60261"/>
                    <a:pt x="13768" y="64993"/>
                  </a:cubicBezTo>
                  <a:cubicBezTo>
                    <a:pt x="12778" y="66396"/>
                    <a:pt x="11756" y="67773"/>
                    <a:pt x="10714" y="69138"/>
                  </a:cubicBezTo>
                  <a:cubicBezTo>
                    <a:pt x="9227" y="70795"/>
                    <a:pt x="7818" y="72510"/>
                    <a:pt x="6574" y="74341"/>
                  </a:cubicBezTo>
                  <a:lnTo>
                    <a:pt x="6571" y="74338"/>
                  </a:lnTo>
                  <a:cubicBezTo>
                    <a:pt x="6023" y="75008"/>
                    <a:pt x="4963" y="76259"/>
                    <a:pt x="4695" y="76259"/>
                  </a:cubicBezTo>
                  <a:cubicBezTo>
                    <a:pt x="4569" y="76259"/>
                    <a:pt x="4618" y="75983"/>
                    <a:pt x="4977" y="75241"/>
                  </a:cubicBezTo>
                  <a:cubicBezTo>
                    <a:pt x="5771" y="73596"/>
                    <a:pt x="7067" y="72193"/>
                    <a:pt x="8205" y="70781"/>
                  </a:cubicBezTo>
                  <a:cubicBezTo>
                    <a:pt x="12911" y="64943"/>
                    <a:pt x="17152" y="58731"/>
                    <a:pt x="21791" y="52838"/>
                  </a:cubicBezTo>
                  <a:cubicBezTo>
                    <a:pt x="22368" y="52105"/>
                    <a:pt x="22937" y="51366"/>
                    <a:pt x="23512" y="50630"/>
                  </a:cubicBezTo>
                  <a:close/>
                  <a:moveTo>
                    <a:pt x="43316" y="73171"/>
                  </a:moveTo>
                  <a:lnTo>
                    <a:pt x="43316" y="73171"/>
                  </a:lnTo>
                  <a:cubicBezTo>
                    <a:pt x="42684" y="74309"/>
                    <a:pt x="42110" y="75478"/>
                    <a:pt x="41587" y="76682"/>
                  </a:cubicBezTo>
                  <a:lnTo>
                    <a:pt x="40958" y="76289"/>
                  </a:lnTo>
                  <a:cubicBezTo>
                    <a:pt x="41766" y="75267"/>
                    <a:pt x="42549" y="74225"/>
                    <a:pt x="43316" y="73171"/>
                  </a:cubicBezTo>
                  <a:close/>
                  <a:moveTo>
                    <a:pt x="90326" y="11037"/>
                  </a:moveTo>
                  <a:cubicBezTo>
                    <a:pt x="90920" y="11268"/>
                    <a:pt x="91498" y="11531"/>
                    <a:pt x="92012" y="11901"/>
                  </a:cubicBezTo>
                  <a:cubicBezTo>
                    <a:pt x="91948" y="11961"/>
                    <a:pt x="91887" y="12025"/>
                    <a:pt x="91824" y="12085"/>
                  </a:cubicBezTo>
                  <a:cubicBezTo>
                    <a:pt x="91799" y="12071"/>
                    <a:pt x="91772" y="12063"/>
                    <a:pt x="91746" y="12063"/>
                  </a:cubicBezTo>
                  <a:cubicBezTo>
                    <a:pt x="91695" y="12063"/>
                    <a:pt x="91646" y="12090"/>
                    <a:pt x="91619" y="12137"/>
                  </a:cubicBezTo>
                  <a:cubicBezTo>
                    <a:pt x="91538" y="12267"/>
                    <a:pt x="91454" y="12397"/>
                    <a:pt x="91374" y="12530"/>
                  </a:cubicBezTo>
                  <a:cubicBezTo>
                    <a:pt x="88813" y="15183"/>
                    <a:pt x="87095" y="18451"/>
                    <a:pt x="85005" y="21500"/>
                  </a:cubicBezTo>
                  <a:cubicBezTo>
                    <a:pt x="81688" y="26336"/>
                    <a:pt x="77943" y="30810"/>
                    <a:pt x="74834" y="35802"/>
                  </a:cubicBezTo>
                  <a:cubicBezTo>
                    <a:pt x="74796" y="35862"/>
                    <a:pt x="74849" y="35919"/>
                    <a:pt x="74903" y="35919"/>
                  </a:cubicBezTo>
                  <a:cubicBezTo>
                    <a:pt x="74926" y="35919"/>
                    <a:pt x="74950" y="35908"/>
                    <a:pt x="74967" y="35883"/>
                  </a:cubicBezTo>
                  <a:cubicBezTo>
                    <a:pt x="77591" y="31841"/>
                    <a:pt x="80481" y="27998"/>
                    <a:pt x="83379" y="24153"/>
                  </a:cubicBezTo>
                  <a:cubicBezTo>
                    <a:pt x="85940" y="20758"/>
                    <a:pt x="88013" y="17028"/>
                    <a:pt x="90643" y="13690"/>
                  </a:cubicBezTo>
                  <a:cubicBezTo>
                    <a:pt x="90655" y="13676"/>
                    <a:pt x="90663" y="13667"/>
                    <a:pt x="90675" y="13653"/>
                  </a:cubicBezTo>
                  <a:lnTo>
                    <a:pt x="90675" y="13653"/>
                  </a:lnTo>
                  <a:cubicBezTo>
                    <a:pt x="89826" y="15010"/>
                    <a:pt x="88969" y="16361"/>
                    <a:pt x="88097" y="17706"/>
                  </a:cubicBezTo>
                  <a:cubicBezTo>
                    <a:pt x="87779" y="18122"/>
                    <a:pt x="87456" y="18538"/>
                    <a:pt x="87127" y="18951"/>
                  </a:cubicBezTo>
                  <a:cubicBezTo>
                    <a:pt x="87335" y="18711"/>
                    <a:pt x="87545" y="18471"/>
                    <a:pt x="87750" y="18232"/>
                  </a:cubicBezTo>
                  <a:lnTo>
                    <a:pt x="87750" y="18232"/>
                  </a:lnTo>
                  <a:cubicBezTo>
                    <a:pt x="82736" y="25911"/>
                    <a:pt x="77314" y="33377"/>
                    <a:pt x="71860" y="40762"/>
                  </a:cubicBezTo>
                  <a:cubicBezTo>
                    <a:pt x="69845" y="43253"/>
                    <a:pt x="67963" y="45866"/>
                    <a:pt x="66121" y="48514"/>
                  </a:cubicBezTo>
                  <a:cubicBezTo>
                    <a:pt x="65108" y="49876"/>
                    <a:pt x="64086" y="51236"/>
                    <a:pt x="63058" y="52590"/>
                  </a:cubicBezTo>
                  <a:cubicBezTo>
                    <a:pt x="64037" y="50916"/>
                    <a:pt x="65024" y="49244"/>
                    <a:pt x="66031" y="47590"/>
                  </a:cubicBezTo>
                  <a:cubicBezTo>
                    <a:pt x="66265" y="47206"/>
                    <a:pt x="66511" y="46828"/>
                    <a:pt x="66750" y="46446"/>
                  </a:cubicBezTo>
                  <a:lnTo>
                    <a:pt x="66750" y="46446"/>
                  </a:lnTo>
                  <a:cubicBezTo>
                    <a:pt x="65093" y="48949"/>
                    <a:pt x="63482" y="51496"/>
                    <a:pt x="61915" y="54085"/>
                  </a:cubicBezTo>
                  <a:cubicBezTo>
                    <a:pt x="60341" y="56141"/>
                    <a:pt x="58753" y="58188"/>
                    <a:pt x="57154" y="60223"/>
                  </a:cubicBezTo>
                  <a:cubicBezTo>
                    <a:pt x="60214" y="55659"/>
                    <a:pt x="63222" y="51063"/>
                    <a:pt x="66369" y="46625"/>
                  </a:cubicBezTo>
                  <a:cubicBezTo>
                    <a:pt x="74522" y="35135"/>
                    <a:pt x="82294" y="23385"/>
                    <a:pt x="90799" y="12149"/>
                  </a:cubicBezTo>
                  <a:cubicBezTo>
                    <a:pt x="90896" y="12021"/>
                    <a:pt x="90774" y="11897"/>
                    <a:pt x="90647" y="11897"/>
                  </a:cubicBezTo>
                  <a:cubicBezTo>
                    <a:pt x="90593" y="11897"/>
                    <a:pt x="90538" y="11920"/>
                    <a:pt x="90499" y="11973"/>
                  </a:cubicBezTo>
                  <a:cubicBezTo>
                    <a:pt x="81991" y="23206"/>
                    <a:pt x="74225" y="34962"/>
                    <a:pt x="66078" y="46455"/>
                  </a:cubicBezTo>
                  <a:cubicBezTo>
                    <a:pt x="62197" y="51929"/>
                    <a:pt x="58372" y="57437"/>
                    <a:pt x="54596" y="62980"/>
                  </a:cubicBezTo>
                  <a:cubicBezTo>
                    <a:pt x="53900" y="64005"/>
                    <a:pt x="53204" y="65027"/>
                    <a:pt x="52512" y="66052"/>
                  </a:cubicBezTo>
                  <a:cubicBezTo>
                    <a:pt x="50014" y="69158"/>
                    <a:pt x="47552" y="72265"/>
                    <a:pt x="45528" y="75660"/>
                  </a:cubicBezTo>
                  <a:cubicBezTo>
                    <a:pt x="45245" y="76006"/>
                    <a:pt x="44971" y="76356"/>
                    <a:pt x="44688" y="76699"/>
                  </a:cubicBezTo>
                  <a:lnTo>
                    <a:pt x="44688" y="76699"/>
                  </a:lnTo>
                  <a:cubicBezTo>
                    <a:pt x="44697" y="76685"/>
                    <a:pt x="46351" y="73691"/>
                    <a:pt x="46382" y="73636"/>
                  </a:cubicBezTo>
                  <a:cubicBezTo>
                    <a:pt x="47098" y="72403"/>
                    <a:pt x="47843" y="71185"/>
                    <a:pt x="48594" y="69970"/>
                  </a:cubicBezTo>
                  <a:cubicBezTo>
                    <a:pt x="50543" y="67542"/>
                    <a:pt x="52529" y="65143"/>
                    <a:pt x="54397" y="62648"/>
                  </a:cubicBezTo>
                  <a:cubicBezTo>
                    <a:pt x="58635" y="56981"/>
                    <a:pt x="62206" y="50748"/>
                    <a:pt x="66216" y="44911"/>
                  </a:cubicBezTo>
                  <a:cubicBezTo>
                    <a:pt x="70278" y="39004"/>
                    <a:pt x="74583" y="33270"/>
                    <a:pt x="78688" y="27395"/>
                  </a:cubicBezTo>
                  <a:cubicBezTo>
                    <a:pt x="82479" y="21973"/>
                    <a:pt x="87193" y="16866"/>
                    <a:pt x="90326" y="11046"/>
                  </a:cubicBezTo>
                  <a:lnTo>
                    <a:pt x="90326" y="11037"/>
                  </a:lnTo>
                  <a:close/>
                  <a:moveTo>
                    <a:pt x="52546" y="69479"/>
                  </a:moveTo>
                  <a:cubicBezTo>
                    <a:pt x="52486" y="69571"/>
                    <a:pt x="52425" y="69664"/>
                    <a:pt x="52364" y="69759"/>
                  </a:cubicBezTo>
                  <a:cubicBezTo>
                    <a:pt x="51163" y="71324"/>
                    <a:pt x="50020" y="73013"/>
                    <a:pt x="48819" y="74661"/>
                  </a:cubicBezTo>
                  <a:cubicBezTo>
                    <a:pt x="48184" y="75469"/>
                    <a:pt x="47537" y="76266"/>
                    <a:pt x="46879" y="77057"/>
                  </a:cubicBezTo>
                  <a:cubicBezTo>
                    <a:pt x="46943" y="76956"/>
                    <a:pt x="47000" y="76870"/>
                    <a:pt x="47041" y="76809"/>
                  </a:cubicBezTo>
                  <a:cubicBezTo>
                    <a:pt x="48767" y="74286"/>
                    <a:pt x="50641" y="71872"/>
                    <a:pt x="52546" y="69479"/>
                  </a:cubicBezTo>
                  <a:close/>
                  <a:moveTo>
                    <a:pt x="10635" y="69851"/>
                  </a:moveTo>
                  <a:cubicBezTo>
                    <a:pt x="10854" y="69851"/>
                    <a:pt x="10375" y="70881"/>
                    <a:pt x="9980" y="71662"/>
                  </a:cubicBezTo>
                  <a:lnTo>
                    <a:pt x="9977" y="71659"/>
                  </a:lnTo>
                  <a:cubicBezTo>
                    <a:pt x="8719" y="73310"/>
                    <a:pt x="7443" y="74938"/>
                    <a:pt x="6143" y="76543"/>
                  </a:cubicBezTo>
                  <a:cubicBezTo>
                    <a:pt x="5570" y="77251"/>
                    <a:pt x="5257" y="77559"/>
                    <a:pt x="5155" y="77559"/>
                  </a:cubicBezTo>
                  <a:cubicBezTo>
                    <a:pt x="5031" y="77559"/>
                    <a:pt x="5226" y="77094"/>
                    <a:pt x="5650" y="76333"/>
                  </a:cubicBezTo>
                  <a:cubicBezTo>
                    <a:pt x="5996" y="75703"/>
                    <a:pt x="6392" y="75097"/>
                    <a:pt x="6805" y="74502"/>
                  </a:cubicBezTo>
                  <a:cubicBezTo>
                    <a:pt x="8101" y="72987"/>
                    <a:pt x="9360" y="71439"/>
                    <a:pt x="10586" y="69863"/>
                  </a:cubicBezTo>
                  <a:cubicBezTo>
                    <a:pt x="10605" y="69855"/>
                    <a:pt x="10621" y="69851"/>
                    <a:pt x="10635" y="69851"/>
                  </a:cubicBezTo>
                  <a:close/>
                  <a:moveTo>
                    <a:pt x="74467" y="7700"/>
                  </a:moveTo>
                  <a:lnTo>
                    <a:pt x="74467" y="7700"/>
                  </a:lnTo>
                  <a:cubicBezTo>
                    <a:pt x="65650" y="18673"/>
                    <a:pt x="57792" y="30617"/>
                    <a:pt x="49922" y="42272"/>
                  </a:cubicBezTo>
                  <a:cubicBezTo>
                    <a:pt x="45652" y="48594"/>
                    <a:pt x="41420" y="54949"/>
                    <a:pt x="36864" y="61072"/>
                  </a:cubicBezTo>
                  <a:cubicBezTo>
                    <a:pt x="32649" y="66736"/>
                    <a:pt x="27885" y="71956"/>
                    <a:pt x="23728" y="77666"/>
                  </a:cubicBezTo>
                  <a:cubicBezTo>
                    <a:pt x="23385" y="76868"/>
                    <a:pt x="23134" y="76077"/>
                    <a:pt x="23036" y="75339"/>
                  </a:cubicBezTo>
                  <a:lnTo>
                    <a:pt x="23036" y="75339"/>
                  </a:lnTo>
                  <a:cubicBezTo>
                    <a:pt x="23036" y="75338"/>
                    <a:pt x="23037" y="75338"/>
                    <a:pt x="23038" y="75337"/>
                  </a:cubicBezTo>
                  <a:cubicBezTo>
                    <a:pt x="24083" y="74066"/>
                    <a:pt x="25117" y="72785"/>
                    <a:pt x="26136" y="71494"/>
                  </a:cubicBezTo>
                  <a:lnTo>
                    <a:pt x="26136" y="71494"/>
                  </a:lnTo>
                  <a:cubicBezTo>
                    <a:pt x="25201" y="73114"/>
                    <a:pt x="24291" y="74748"/>
                    <a:pt x="23408" y="76399"/>
                  </a:cubicBezTo>
                  <a:cubicBezTo>
                    <a:pt x="23343" y="76520"/>
                    <a:pt x="23445" y="76650"/>
                    <a:pt x="23556" y="76650"/>
                  </a:cubicBezTo>
                  <a:cubicBezTo>
                    <a:pt x="23595" y="76650"/>
                    <a:pt x="23634" y="76634"/>
                    <a:pt x="23668" y="76598"/>
                  </a:cubicBezTo>
                  <a:cubicBezTo>
                    <a:pt x="32392" y="67429"/>
                    <a:pt x="39153" y="56724"/>
                    <a:pt x="46258" y="46308"/>
                  </a:cubicBezTo>
                  <a:cubicBezTo>
                    <a:pt x="52390" y="37321"/>
                    <a:pt x="58586" y="28310"/>
                    <a:pt x="64963" y="19470"/>
                  </a:cubicBezTo>
                  <a:cubicBezTo>
                    <a:pt x="65855" y="18284"/>
                    <a:pt x="66727" y="17088"/>
                    <a:pt x="67585" y="15882"/>
                  </a:cubicBezTo>
                  <a:cubicBezTo>
                    <a:pt x="68497" y="14637"/>
                    <a:pt x="69398" y="13382"/>
                    <a:pt x="70316" y="12143"/>
                  </a:cubicBezTo>
                  <a:cubicBezTo>
                    <a:pt x="70376" y="12065"/>
                    <a:pt x="70342" y="11990"/>
                    <a:pt x="70281" y="11947"/>
                  </a:cubicBezTo>
                  <a:cubicBezTo>
                    <a:pt x="71162" y="10598"/>
                    <a:pt x="72010" y="9233"/>
                    <a:pt x="72827" y="7847"/>
                  </a:cubicBezTo>
                  <a:cubicBezTo>
                    <a:pt x="72979" y="7853"/>
                    <a:pt x="73133" y="7858"/>
                    <a:pt x="73287" y="7858"/>
                  </a:cubicBezTo>
                  <a:cubicBezTo>
                    <a:pt x="73681" y="7858"/>
                    <a:pt x="74079" y="7827"/>
                    <a:pt x="74467" y="7700"/>
                  </a:cubicBezTo>
                  <a:close/>
                  <a:moveTo>
                    <a:pt x="37955" y="61000"/>
                  </a:moveTo>
                  <a:lnTo>
                    <a:pt x="37955" y="61003"/>
                  </a:lnTo>
                  <a:cubicBezTo>
                    <a:pt x="34987" y="65659"/>
                    <a:pt x="32109" y="70374"/>
                    <a:pt x="29381" y="75152"/>
                  </a:cubicBezTo>
                  <a:cubicBezTo>
                    <a:pt x="28723" y="76327"/>
                    <a:pt x="27943" y="77433"/>
                    <a:pt x="27060" y="78446"/>
                  </a:cubicBezTo>
                  <a:cubicBezTo>
                    <a:pt x="26901" y="78215"/>
                    <a:pt x="26768" y="77967"/>
                    <a:pt x="26664" y="77704"/>
                  </a:cubicBezTo>
                  <a:cubicBezTo>
                    <a:pt x="27513" y="76084"/>
                    <a:pt x="28414" y="74491"/>
                    <a:pt x="29366" y="72920"/>
                  </a:cubicBezTo>
                  <a:cubicBezTo>
                    <a:pt x="30282" y="71708"/>
                    <a:pt x="31177" y="70475"/>
                    <a:pt x="32066" y="69242"/>
                  </a:cubicBezTo>
                  <a:cubicBezTo>
                    <a:pt x="34041" y="66502"/>
                    <a:pt x="36004" y="63754"/>
                    <a:pt x="37955" y="61000"/>
                  </a:cubicBezTo>
                  <a:close/>
                  <a:moveTo>
                    <a:pt x="59556" y="58072"/>
                  </a:moveTo>
                  <a:cubicBezTo>
                    <a:pt x="57316" y="61929"/>
                    <a:pt x="55023" y="65752"/>
                    <a:pt x="52555" y="69467"/>
                  </a:cubicBezTo>
                  <a:cubicBezTo>
                    <a:pt x="51824" y="70368"/>
                    <a:pt x="51085" y="71272"/>
                    <a:pt x="50329" y="72161"/>
                  </a:cubicBezTo>
                  <a:cubicBezTo>
                    <a:pt x="48597" y="74191"/>
                    <a:pt x="46899" y="76278"/>
                    <a:pt x="45548" y="78564"/>
                  </a:cubicBezTo>
                  <a:cubicBezTo>
                    <a:pt x="45435" y="78664"/>
                    <a:pt x="45360" y="78710"/>
                    <a:pt x="45316" y="78710"/>
                  </a:cubicBezTo>
                  <a:cubicBezTo>
                    <a:pt x="44894" y="78710"/>
                    <a:pt x="47405" y="74485"/>
                    <a:pt x="47852" y="73815"/>
                  </a:cubicBezTo>
                  <a:cubicBezTo>
                    <a:pt x="51481" y="68385"/>
                    <a:pt x="55540" y="63246"/>
                    <a:pt x="59556" y="58072"/>
                  </a:cubicBezTo>
                  <a:close/>
                  <a:moveTo>
                    <a:pt x="46657" y="70986"/>
                  </a:moveTo>
                  <a:cubicBezTo>
                    <a:pt x="45360" y="73053"/>
                    <a:pt x="44067" y="75117"/>
                    <a:pt x="42779" y="77181"/>
                  </a:cubicBezTo>
                  <a:cubicBezTo>
                    <a:pt x="42697" y="77310"/>
                    <a:pt x="42812" y="77430"/>
                    <a:pt x="42930" y="77430"/>
                  </a:cubicBezTo>
                  <a:cubicBezTo>
                    <a:pt x="42982" y="77430"/>
                    <a:pt x="43034" y="77407"/>
                    <a:pt x="43071" y="77352"/>
                  </a:cubicBezTo>
                  <a:cubicBezTo>
                    <a:pt x="44341" y="75444"/>
                    <a:pt x="45713" y="73613"/>
                    <a:pt x="47127" y="71815"/>
                  </a:cubicBezTo>
                  <a:lnTo>
                    <a:pt x="47127" y="71815"/>
                  </a:lnTo>
                  <a:cubicBezTo>
                    <a:pt x="45900" y="73841"/>
                    <a:pt x="44699" y="75885"/>
                    <a:pt x="43571" y="77973"/>
                  </a:cubicBezTo>
                  <a:cubicBezTo>
                    <a:pt x="43508" y="78089"/>
                    <a:pt x="43611" y="78221"/>
                    <a:pt x="43720" y="78221"/>
                  </a:cubicBezTo>
                  <a:cubicBezTo>
                    <a:pt x="43757" y="78221"/>
                    <a:pt x="43795" y="78206"/>
                    <a:pt x="43827" y="78169"/>
                  </a:cubicBezTo>
                  <a:cubicBezTo>
                    <a:pt x="44128" y="77828"/>
                    <a:pt x="44408" y="77467"/>
                    <a:pt x="44702" y="77124"/>
                  </a:cubicBezTo>
                  <a:lnTo>
                    <a:pt x="44702" y="77124"/>
                  </a:lnTo>
                  <a:cubicBezTo>
                    <a:pt x="44203" y="78050"/>
                    <a:pt x="43726" y="78997"/>
                    <a:pt x="43302" y="79979"/>
                  </a:cubicBezTo>
                  <a:cubicBezTo>
                    <a:pt x="43120" y="79067"/>
                    <a:pt x="42918" y="78186"/>
                    <a:pt x="42742" y="77392"/>
                  </a:cubicBezTo>
                  <a:cubicBezTo>
                    <a:pt x="42725" y="77323"/>
                    <a:pt x="42648" y="77262"/>
                    <a:pt x="42574" y="77262"/>
                  </a:cubicBezTo>
                  <a:cubicBezTo>
                    <a:pt x="42559" y="77262"/>
                    <a:pt x="42543" y="77265"/>
                    <a:pt x="42528" y="77271"/>
                  </a:cubicBezTo>
                  <a:cubicBezTo>
                    <a:pt x="42352" y="77161"/>
                    <a:pt x="42176" y="77052"/>
                    <a:pt x="42000" y="76942"/>
                  </a:cubicBezTo>
                  <a:cubicBezTo>
                    <a:pt x="43625" y="75010"/>
                    <a:pt x="45173" y="73021"/>
                    <a:pt x="46657" y="70986"/>
                  </a:cubicBezTo>
                  <a:close/>
                  <a:moveTo>
                    <a:pt x="74251" y="8477"/>
                  </a:moveTo>
                  <a:lnTo>
                    <a:pt x="74251" y="8477"/>
                  </a:lnTo>
                  <a:cubicBezTo>
                    <a:pt x="73890" y="8941"/>
                    <a:pt x="72562" y="10821"/>
                    <a:pt x="72149" y="11447"/>
                  </a:cubicBezTo>
                  <a:cubicBezTo>
                    <a:pt x="70509" y="13945"/>
                    <a:pt x="68815" y="16407"/>
                    <a:pt x="67114" y="18867"/>
                  </a:cubicBezTo>
                  <a:cubicBezTo>
                    <a:pt x="66560" y="19667"/>
                    <a:pt x="65991" y="20461"/>
                    <a:pt x="65431" y="21260"/>
                  </a:cubicBezTo>
                  <a:cubicBezTo>
                    <a:pt x="64299" y="22837"/>
                    <a:pt x="63185" y="24421"/>
                    <a:pt x="62088" y="26018"/>
                  </a:cubicBezTo>
                  <a:cubicBezTo>
                    <a:pt x="57209" y="32875"/>
                    <a:pt x="52249" y="39676"/>
                    <a:pt x="47491" y="46620"/>
                  </a:cubicBezTo>
                  <a:cubicBezTo>
                    <a:pt x="45554" y="49449"/>
                    <a:pt x="43634" y="52301"/>
                    <a:pt x="41737" y="55177"/>
                  </a:cubicBezTo>
                  <a:cubicBezTo>
                    <a:pt x="40917" y="56308"/>
                    <a:pt x="40112" y="57452"/>
                    <a:pt x="39295" y="58586"/>
                  </a:cubicBezTo>
                  <a:cubicBezTo>
                    <a:pt x="37811" y="60552"/>
                    <a:pt x="36350" y="62530"/>
                    <a:pt x="34924" y="64534"/>
                  </a:cubicBezTo>
                  <a:cubicBezTo>
                    <a:pt x="35911" y="63185"/>
                    <a:pt x="36904" y="61846"/>
                    <a:pt x="37909" y="60512"/>
                  </a:cubicBezTo>
                  <a:cubicBezTo>
                    <a:pt x="37993" y="60399"/>
                    <a:pt x="38077" y="60284"/>
                    <a:pt x="38163" y="60171"/>
                  </a:cubicBezTo>
                  <a:lnTo>
                    <a:pt x="38163" y="60171"/>
                  </a:lnTo>
                  <a:cubicBezTo>
                    <a:pt x="37447" y="61173"/>
                    <a:pt x="36723" y="62163"/>
                    <a:pt x="36015" y="63171"/>
                  </a:cubicBezTo>
                  <a:cubicBezTo>
                    <a:pt x="34560" y="65235"/>
                    <a:pt x="33105" y="67308"/>
                    <a:pt x="31618" y="69361"/>
                  </a:cubicBezTo>
                  <a:cubicBezTo>
                    <a:pt x="32687" y="67732"/>
                    <a:pt x="33789" y="66124"/>
                    <a:pt x="34927" y="64534"/>
                  </a:cubicBezTo>
                  <a:lnTo>
                    <a:pt x="34927" y="64534"/>
                  </a:lnTo>
                  <a:cubicBezTo>
                    <a:pt x="33391" y="66627"/>
                    <a:pt x="31898" y="68746"/>
                    <a:pt x="30481" y="70914"/>
                  </a:cubicBezTo>
                  <a:cubicBezTo>
                    <a:pt x="29638" y="72057"/>
                    <a:pt x="28789" y="73192"/>
                    <a:pt x="27914" y="74306"/>
                  </a:cubicBezTo>
                  <a:cubicBezTo>
                    <a:pt x="27637" y="74661"/>
                    <a:pt x="27369" y="75002"/>
                    <a:pt x="27106" y="75340"/>
                  </a:cubicBezTo>
                  <a:cubicBezTo>
                    <a:pt x="27369" y="75054"/>
                    <a:pt x="27709" y="74782"/>
                    <a:pt x="28134" y="74528"/>
                  </a:cubicBezTo>
                  <a:cubicBezTo>
                    <a:pt x="28295" y="74332"/>
                    <a:pt x="28440" y="74124"/>
                    <a:pt x="28599" y="73925"/>
                  </a:cubicBezTo>
                  <a:lnTo>
                    <a:pt x="28599" y="73925"/>
                  </a:lnTo>
                  <a:cubicBezTo>
                    <a:pt x="27900" y="75091"/>
                    <a:pt x="27224" y="76269"/>
                    <a:pt x="26592" y="77476"/>
                  </a:cubicBezTo>
                  <a:cubicBezTo>
                    <a:pt x="26387" y="76780"/>
                    <a:pt x="26497" y="76145"/>
                    <a:pt x="26933" y="75565"/>
                  </a:cubicBezTo>
                  <a:lnTo>
                    <a:pt x="26933" y="75565"/>
                  </a:lnTo>
                  <a:cubicBezTo>
                    <a:pt x="25925" y="76890"/>
                    <a:pt x="25128" y="78198"/>
                    <a:pt x="24987" y="79985"/>
                  </a:cubicBezTo>
                  <a:cubicBezTo>
                    <a:pt x="24557" y="79324"/>
                    <a:pt x="24173" y="78634"/>
                    <a:pt x="23841" y="77918"/>
                  </a:cubicBezTo>
                  <a:lnTo>
                    <a:pt x="23838" y="77918"/>
                  </a:lnTo>
                  <a:cubicBezTo>
                    <a:pt x="30166" y="69369"/>
                    <a:pt x="37210" y="61453"/>
                    <a:pt x="43285" y="52697"/>
                  </a:cubicBezTo>
                  <a:cubicBezTo>
                    <a:pt x="49642" y="43542"/>
                    <a:pt x="55837" y="34286"/>
                    <a:pt x="62275" y="25187"/>
                  </a:cubicBezTo>
                  <a:cubicBezTo>
                    <a:pt x="65249" y="20986"/>
                    <a:pt x="68119" y="16710"/>
                    <a:pt x="71147" y="12550"/>
                  </a:cubicBezTo>
                  <a:cubicBezTo>
                    <a:pt x="72158" y="11173"/>
                    <a:pt x="73194" y="9816"/>
                    <a:pt x="74251" y="8477"/>
                  </a:cubicBezTo>
                  <a:close/>
                  <a:moveTo>
                    <a:pt x="62180" y="57662"/>
                  </a:moveTo>
                  <a:cubicBezTo>
                    <a:pt x="62033" y="58225"/>
                    <a:pt x="61814" y="58768"/>
                    <a:pt x="61531" y="59273"/>
                  </a:cubicBezTo>
                  <a:cubicBezTo>
                    <a:pt x="60930" y="60134"/>
                    <a:pt x="60335" y="60994"/>
                    <a:pt x="59729" y="61851"/>
                  </a:cubicBezTo>
                  <a:cubicBezTo>
                    <a:pt x="59689" y="61906"/>
                    <a:pt x="59648" y="61958"/>
                    <a:pt x="59608" y="62016"/>
                  </a:cubicBezTo>
                  <a:cubicBezTo>
                    <a:pt x="59019" y="62749"/>
                    <a:pt x="58430" y="63445"/>
                    <a:pt x="57959" y="64080"/>
                  </a:cubicBezTo>
                  <a:cubicBezTo>
                    <a:pt x="56291" y="66332"/>
                    <a:pt x="54720" y="68659"/>
                    <a:pt x="53046" y="70908"/>
                  </a:cubicBezTo>
                  <a:cubicBezTo>
                    <a:pt x="52965" y="71021"/>
                    <a:pt x="52881" y="71133"/>
                    <a:pt x="52800" y="71246"/>
                  </a:cubicBezTo>
                  <a:cubicBezTo>
                    <a:pt x="52003" y="72288"/>
                    <a:pt x="51221" y="73342"/>
                    <a:pt x="50410" y="74375"/>
                  </a:cubicBezTo>
                  <a:cubicBezTo>
                    <a:pt x="48987" y="76194"/>
                    <a:pt x="47511" y="77975"/>
                    <a:pt x="46027" y="79745"/>
                  </a:cubicBezTo>
                  <a:cubicBezTo>
                    <a:pt x="45372" y="80526"/>
                    <a:pt x="45044" y="80832"/>
                    <a:pt x="44933" y="80832"/>
                  </a:cubicBezTo>
                  <a:cubicBezTo>
                    <a:pt x="44705" y="80832"/>
                    <a:pt x="45407" y="79523"/>
                    <a:pt x="46076" y="78380"/>
                  </a:cubicBezTo>
                  <a:cubicBezTo>
                    <a:pt x="46535" y="77851"/>
                    <a:pt x="46971" y="77309"/>
                    <a:pt x="47416" y="76772"/>
                  </a:cubicBezTo>
                  <a:cubicBezTo>
                    <a:pt x="47699" y="76440"/>
                    <a:pt x="47979" y="76110"/>
                    <a:pt x="48250" y="75770"/>
                  </a:cubicBezTo>
                  <a:cubicBezTo>
                    <a:pt x="48279" y="75732"/>
                    <a:pt x="48308" y="75698"/>
                    <a:pt x="48337" y="75660"/>
                  </a:cubicBezTo>
                  <a:cubicBezTo>
                    <a:pt x="48825" y="75045"/>
                    <a:pt x="49304" y="74419"/>
                    <a:pt x="49772" y="73783"/>
                  </a:cubicBezTo>
                  <a:cubicBezTo>
                    <a:pt x="50323" y="73047"/>
                    <a:pt x="50863" y="72305"/>
                    <a:pt x="51394" y="71555"/>
                  </a:cubicBezTo>
                  <a:cubicBezTo>
                    <a:pt x="52188" y="70449"/>
                    <a:pt x="52979" y="69358"/>
                    <a:pt x="53793" y="68318"/>
                  </a:cubicBezTo>
                  <a:cubicBezTo>
                    <a:pt x="55217" y="66505"/>
                    <a:pt x="56626" y="64681"/>
                    <a:pt x="58023" y="62850"/>
                  </a:cubicBezTo>
                  <a:cubicBezTo>
                    <a:pt x="58927" y="61664"/>
                    <a:pt x="61617" y="59184"/>
                    <a:pt x="62180" y="57662"/>
                  </a:cubicBezTo>
                  <a:close/>
                  <a:moveTo>
                    <a:pt x="78645" y="5265"/>
                  </a:moveTo>
                  <a:cubicBezTo>
                    <a:pt x="78867" y="5265"/>
                    <a:pt x="79090" y="5308"/>
                    <a:pt x="79312" y="5408"/>
                  </a:cubicBezTo>
                  <a:cubicBezTo>
                    <a:pt x="75186" y="9268"/>
                    <a:pt x="71823" y="14187"/>
                    <a:pt x="68416" y="18792"/>
                  </a:cubicBezTo>
                  <a:cubicBezTo>
                    <a:pt x="71696" y="14525"/>
                    <a:pt x="75079" y="10359"/>
                    <a:pt x="78642" y="6398"/>
                  </a:cubicBezTo>
                  <a:lnTo>
                    <a:pt x="78642" y="6398"/>
                  </a:lnTo>
                  <a:cubicBezTo>
                    <a:pt x="78575" y="6822"/>
                    <a:pt x="78509" y="7244"/>
                    <a:pt x="78446" y="7668"/>
                  </a:cubicBezTo>
                  <a:cubicBezTo>
                    <a:pt x="77816" y="8800"/>
                    <a:pt x="77071" y="9862"/>
                    <a:pt x="76223" y="10844"/>
                  </a:cubicBezTo>
                  <a:cubicBezTo>
                    <a:pt x="75406" y="11872"/>
                    <a:pt x="74499" y="12842"/>
                    <a:pt x="73639" y="13835"/>
                  </a:cubicBezTo>
                  <a:cubicBezTo>
                    <a:pt x="71525" y="16269"/>
                    <a:pt x="69721" y="18994"/>
                    <a:pt x="67778" y="21563"/>
                  </a:cubicBezTo>
                  <a:cubicBezTo>
                    <a:pt x="62758" y="28203"/>
                    <a:pt x="57795" y="34887"/>
                    <a:pt x="52890" y="41616"/>
                  </a:cubicBezTo>
                  <a:cubicBezTo>
                    <a:pt x="43498" y="54536"/>
                    <a:pt x="34517" y="68087"/>
                    <a:pt x="26298" y="81789"/>
                  </a:cubicBezTo>
                  <a:lnTo>
                    <a:pt x="26295" y="81789"/>
                  </a:lnTo>
                  <a:cubicBezTo>
                    <a:pt x="25902" y="81304"/>
                    <a:pt x="25518" y="80787"/>
                    <a:pt x="25157" y="80253"/>
                  </a:cubicBezTo>
                  <a:cubicBezTo>
                    <a:pt x="25175" y="80250"/>
                    <a:pt x="25192" y="80247"/>
                    <a:pt x="25206" y="80239"/>
                  </a:cubicBezTo>
                  <a:cubicBezTo>
                    <a:pt x="29756" y="77453"/>
                    <a:pt x="32080" y="71153"/>
                    <a:pt x="34788" y="66788"/>
                  </a:cubicBezTo>
                  <a:cubicBezTo>
                    <a:pt x="37485" y="62438"/>
                    <a:pt x="40259" y="58133"/>
                    <a:pt x="43071" y="53854"/>
                  </a:cubicBezTo>
                  <a:cubicBezTo>
                    <a:pt x="43969" y="52607"/>
                    <a:pt x="44855" y="51357"/>
                    <a:pt x="45744" y="50110"/>
                  </a:cubicBezTo>
                  <a:cubicBezTo>
                    <a:pt x="47355" y="47979"/>
                    <a:pt x="48940" y="45846"/>
                    <a:pt x="50462" y="43698"/>
                  </a:cubicBezTo>
                  <a:cubicBezTo>
                    <a:pt x="55416" y="36706"/>
                    <a:pt x="60370" y="29537"/>
                    <a:pt x="65558" y="22574"/>
                  </a:cubicBezTo>
                  <a:lnTo>
                    <a:pt x="65558" y="22574"/>
                  </a:lnTo>
                  <a:cubicBezTo>
                    <a:pt x="62475" y="26610"/>
                    <a:pt x="59440" y="30683"/>
                    <a:pt x="56461" y="34800"/>
                  </a:cubicBezTo>
                  <a:cubicBezTo>
                    <a:pt x="58159" y="32326"/>
                    <a:pt x="59850" y="29846"/>
                    <a:pt x="61536" y="27360"/>
                  </a:cubicBezTo>
                  <a:cubicBezTo>
                    <a:pt x="64438" y="23076"/>
                    <a:pt x="67504" y="18902"/>
                    <a:pt x="70596" y="14753"/>
                  </a:cubicBezTo>
                  <a:cubicBezTo>
                    <a:pt x="72680" y="11955"/>
                    <a:pt x="75853" y="9294"/>
                    <a:pt x="77403" y="6158"/>
                  </a:cubicBezTo>
                  <a:cubicBezTo>
                    <a:pt x="77469" y="6027"/>
                    <a:pt x="77354" y="5907"/>
                    <a:pt x="77245" y="5907"/>
                  </a:cubicBezTo>
                  <a:cubicBezTo>
                    <a:pt x="77195" y="5907"/>
                    <a:pt x="77147" y="5931"/>
                    <a:pt x="77118" y="5991"/>
                  </a:cubicBezTo>
                  <a:cubicBezTo>
                    <a:pt x="76133" y="7983"/>
                    <a:pt x="74242" y="9418"/>
                    <a:pt x="72900" y="11161"/>
                  </a:cubicBezTo>
                  <a:cubicBezTo>
                    <a:pt x="72288" y="11955"/>
                    <a:pt x="71693" y="12758"/>
                    <a:pt x="71092" y="13555"/>
                  </a:cubicBezTo>
                  <a:cubicBezTo>
                    <a:pt x="72490" y="11488"/>
                    <a:pt x="73870" y="9409"/>
                    <a:pt x="75221" y="7307"/>
                  </a:cubicBezTo>
                  <a:cubicBezTo>
                    <a:pt x="76163" y="6624"/>
                    <a:pt x="77403" y="5265"/>
                    <a:pt x="78645" y="5265"/>
                  </a:cubicBezTo>
                  <a:close/>
                  <a:moveTo>
                    <a:pt x="79574" y="5552"/>
                  </a:moveTo>
                  <a:cubicBezTo>
                    <a:pt x="79623" y="5584"/>
                    <a:pt x="79670" y="5607"/>
                    <a:pt x="79719" y="5647"/>
                  </a:cubicBezTo>
                  <a:cubicBezTo>
                    <a:pt x="80108" y="5950"/>
                    <a:pt x="80334" y="6404"/>
                    <a:pt x="80556" y="6860"/>
                  </a:cubicBezTo>
                  <a:cubicBezTo>
                    <a:pt x="71017" y="19742"/>
                    <a:pt x="61028" y="32346"/>
                    <a:pt x="51972" y="45572"/>
                  </a:cubicBezTo>
                  <a:cubicBezTo>
                    <a:pt x="48181" y="51103"/>
                    <a:pt x="44405" y="56629"/>
                    <a:pt x="40441" y="62033"/>
                  </a:cubicBezTo>
                  <a:cubicBezTo>
                    <a:pt x="44440" y="56638"/>
                    <a:pt x="48458" y="51253"/>
                    <a:pt x="52232" y="45722"/>
                  </a:cubicBezTo>
                  <a:cubicBezTo>
                    <a:pt x="54123" y="42947"/>
                    <a:pt x="56068" y="40211"/>
                    <a:pt x="58040" y="37488"/>
                  </a:cubicBezTo>
                  <a:lnTo>
                    <a:pt x="58040" y="37488"/>
                  </a:lnTo>
                  <a:cubicBezTo>
                    <a:pt x="57189" y="38732"/>
                    <a:pt x="56337" y="39974"/>
                    <a:pt x="55488" y="41218"/>
                  </a:cubicBezTo>
                  <a:cubicBezTo>
                    <a:pt x="51215" y="47440"/>
                    <a:pt x="46995" y="53713"/>
                    <a:pt x="42970" y="60099"/>
                  </a:cubicBezTo>
                  <a:cubicBezTo>
                    <a:pt x="39278" y="65957"/>
                    <a:pt x="34150" y="71024"/>
                    <a:pt x="30836" y="77040"/>
                  </a:cubicBezTo>
                  <a:cubicBezTo>
                    <a:pt x="30785" y="77131"/>
                    <a:pt x="30862" y="77253"/>
                    <a:pt x="30957" y="77253"/>
                  </a:cubicBezTo>
                  <a:cubicBezTo>
                    <a:pt x="30980" y="77253"/>
                    <a:pt x="31003" y="77246"/>
                    <a:pt x="31026" y="77231"/>
                  </a:cubicBezTo>
                  <a:cubicBezTo>
                    <a:pt x="32502" y="76206"/>
                    <a:pt x="33818" y="74852"/>
                    <a:pt x="35037" y="73353"/>
                  </a:cubicBezTo>
                  <a:lnTo>
                    <a:pt x="35037" y="73353"/>
                  </a:lnTo>
                  <a:cubicBezTo>
                    <a:pt x="34217" y="75536"/>
                    <a:pt x="32840" y="76613"/>
                    <a:pt x="30709" y="77672"/>
                  </a:cubicBezTo>
                  <a:cubicBezTo>
                    <a:pt x="30591" y="77733"/>
                    <a:pt x="30478" y="77799"/>
                    <a:pt x="30374" y="77877"/>
                  </a:cubicBezTo>
                  <a:cubicBezTo>
                    <a:pt x="30504" y="77646"/>
                    <a:pt x="30637" y="77415"/>
                    <a:pt x="30758" y="77179"/>
                  </a:cubicBezTo>
                  <a:cubicBezTo>
                    <a:pt x="30812" y="77073"/>
                    <a:pt x="30724" y="76978"/>
                    <a:pt x="30634" y="76978"/>
                  </a:cubicBezTo>
                  <a:cubicBezTo>
                    <a:pt x="30594" y="76978"/>
                    <a:pt x="30553" y="76997"/>
                    <a:pt x="30524" y="77043"/>
                  </a:cubicBezTo>
                  <a:cubicBezTo>
                    <a:pt x="30100" y="77724"/>
                    <a:pt x="29710" y="78426"/>
                    <a:pt x="29340" y="79133"/>
                  </a:cubicBezTo>
                  <a:cubicBezTo>
                    <a:pt x="29202" y="79367"/>
                    <a:pt x="29060" y="79601"/>
                    <a:pt x="28925" y="79835"/>
                  </a:cubicBezTo>
                  <a:cubicBezTo>
                    <a:pt x="28368" y="80810"/>
                    <a:pt x="27937" y="81812"/>
                    <a:pt x="27669" y="82901"/>
                  </a:cubicBezTo>
                  <a:cubicBezTo>
                    <a:pt x="27666" y="82909"/>
                    <a:pt x="27672" y="82915"/>
                    <a:pt x="27672" y="82924"/>
                  </a:cubicBezTo>
                  <a:cubicBezTo>
                    <a:pt x="27637" y="83016"/>
                    <a:pt x="27608" y="83109"/>
                    <a:pt x="27577" y="83201"/>
                  </a:cubicBezTo>
                  <a:cubicBezTo>
                    <a:pt x="27213" y="82834"/>
                    <a:pt x="26843" y="82442"/>
                    <a:pt x="26479" y="82006"/>
                  </a:cubicBezTo>
                  <a:cubicBezTo>
                    <a:pt x="30169" y="76125"/>
                    <a:pt x="34228" y="70466"/>
                    <a:pt x="38359" y="64857"/>
                  </a:cubicBezTo>
                  <a:lnTo>
                    <a:pt x="38359" y="64857"/>
                  </a:lnTo>
                  <a:cubicBezTo>
                    <a:pt x="36188" y="67755"/>
                    <a:pt x="33997" y="70640"/>
                    <a:pt x="31861" y="73567"/>
                  </a:cubicBezTo>
                  <a:cubicBezTo>
                    <a:pt x="31338" y="74283"/>
                    <a:pt x="30839" y="75019"/>
                    <a:pt x="30331" y="75747"/>
                  </a:cubicBezTo>
                  <a:cubicBezTo>
                    <a:pt x="38175" y="63188"/>
                    <a:pt x="46504" y="50803"/>
                    <a:pt x="55222" y="38865"/>
                  </a:cubicBezTo>
                  <a:cubicBezTo>
                    <a:pt x="59784" y="32615"/>
                    <a:pt x="64406" y="26411"/>
                    <a:pt x="69083" y="20253"/>
                  </a:cubicBezTo>
                  <a:cubicBezTo>
                    <a:pt x="72516" y="15726"/>
                    <a:pt x="77767" y="11069"/>
                    <a:pt x="79574" y="5552"/>
                  </a:cubicBezTo>
                  <a:close/>
                  <a:moveTo>
                    <a:pt x="29381" y="81847"/>
                  </a:moveTo>
                  <a:cubicBezTo>
                    <a:pt x="28982" y="82193"/>
                    <a:pt x="28662" y="83195"/>
                    <a:pt x="28394" y="83966"/>
                  </a:cubicBezTo>
                  <a:lnTo>
                    <a:pt x="28391" y="83966"/>
                  </a:lnTo>
                  <a:cubicBezTo>
                    <a:pt x="28157" y="83764"/>
                    <a:pt x="27917" y="83544"/>
                    <a:pt x="27675" y="83302"/>
                  </a:cubicBezTo>
                  <a:cubicBezTo>
                    <a:pt x="27704" y="83224"/>
                    <a:pt x="27732" y="83146"/>
                    <a:pt x="27761" y="83068"/>
                  </a:cubicBezTo>
                  <a:cubicBezTo>
                    <a:pt x="27778" y="83076"/>
                    <a:pt x="27796" y="83080"/>
                    <a:pt x="27814" y="83080"/>
                  </a:cubicBezTo>
                  <a:cubicBezTo>
                    <a:pt x="27849" y="83080"/>
                    <a:pt x="27883" y="83066"/>
                    <a:pt x="27906" y="83039"/>
                  </a:cubicBezTo>
                  <a:cubicBezTo>
                    <a:pt x="28342" y="82551"/>
                    <a:pt x="28896" y="82268"/>
                    <a:pt x="29381" y="81847"/>
                  </a:cubicBezTo>
                  <a:close/>
                  <a:moveTo>
                    <a:pt x="29929" y="82909"/>
                  </a:moveTo>
                  <a:lnTo>
                    <a:pt x="29929" y="82909"/>
                  </a:lnTo>
                  <a:cubicBezTo>
                    <a:pt x="29817" y="83132"/>
                    <a:pt x="29693" y="83348"/>
                    <a:pt x="29577" y="83553"/>
                  </a:cubicBezTo>
                  <a:cubicBezTo>
                    <a:pt x="29485" y="83721"/>
                    <a:pt x="29136" y="84177"/>
                    <a:pt x="29092" y="84514"/>
                  </a:cubicBezTo>
                  <a:cubicBezTo>
                    <a:pt x="28982" y="84437"/>
                    <a:pt x="28879" y="84373"/>
                    <a:pt x="28766" y="84286"/>
                  </a:cubicBezTo>
                  <a:lnTo>
                    <a:pt x="28763" y="84286"/>
                  </a:lnTo>
                  <a:cubicBezTo>
                    <a:pt x="29098" y="83856"/>
                    <a:pt x="29433" y="83429"/>
                    <a:pt x="29791" y="83022"/>
                  </a:cubicBezTo>
                  <a:cubicBezTo>
                    <a:pt x="29854" y="82993"/>
                    <a:pt x="29883" y="82947"/>
                    <a:pt x="29929" y="82909"/>
                  </a:cubicBezTo>
                  <a:close/>
                  <a:moveTo>
                    <a:pt x="29300" y="79719"/>
                  </a:moveTo>
                  <a:cubicBezTo>
                    <a:pt x="29300" y="79748"/>
                    <a:pt x="29291" y="79774"/>
                    <a:pt x="29291" y="79800"/>
                  </a:cubicBezTo>
                  <a:cubicBezTo>
                    <a:pt x="29291" y="80045"/>
                    <a:pt x="29323" y="80337"/>
                    <a:pt x="29465" y="80539"/>
                  </a:cubicBezTo>
                  <a:cubicBezTo>
                    <a:pt x="29589" y="80732"/>
                    <a:pt x="29719" y="80923"/>
                    <a:pt x="29860" y="81105"/>
                  </a:cubicBezTo>
                  <a:cubicBezTo>
                    <a:pt x="31044" y="81968"/>
                    <a:pt x="30911" y="83189"/>
                    <a:pt x="29459" y="84769"/>
                  </a:cubicBezTo>
                  <a:cubicBezTo>
                    <a:pt x="29453" y="84766"/>
                    <a:pt x="29447" y="84763"/>
                    <a:pt x="29444" y="84760"/>
                  </a:cubicBezTo>
                  <a:cubicBezTo>
                    <a:pt x="29526" y="84691"/>
                    <a:pt x="29492" y="84551"/>
                    <a:pt x="29381" y="84551"/>
                  </a:cubicBezTo>
                  <a:cubicBezTo>
                    <a:pt x="29370" y="84551"/>
                    <a:pt x="29358" y="84552"/>
                    <a:pt x="29346" y="84555"/>
                  </a:cubicBezTo>
                  <a:cubicBezTo>
                    <a:pt x="29748" y="84463"/>
                    <a:pt x="30348" y="82768"/>
                    <a:pt x="30469" y="82349"/>
                  </a:cubicBezTo>
                  <a:cubicBezTo>
                    <a:pt x="30502" y="82240"/>
                    <a:pt x="30414" y="82163"/>
                    <a:pt x="30322" y="82163"/>
                  </a:cubicBezTo>
                  <a:cubicBezTo>
                    <a:pt x="30286" y="82163"/>
                    <a:pt x="30249" y="82175"/>
                    <a:pt x="30218" y="82202"/>
                  </a:cubicBezTo>
                  <a:cubicBezTo>
                    <a:pt x="29534" y="82802"/>
                    <a:pt x="29029" y="83415"/>
                    <a:pt x="28659" y="84197"/>
                  </a:cubicBezTo>
                  <a:lnTo>
                    <a:pt x="28656" y="84194"/>
                  </a:lnTo>
                  <a:cubicBezTo>
                    <a:pt x="29058" y="83316"/>
                    <a:pt x="29482" y="82520"/>
                    <a:pt x="29675" y="81558"/>
                  </a:cubicBezTo>
                  <a:cubicBezTo>
                    <a:pt x="29706" y="81455"/>
                    <a:pt x="29624" y="81373"/>
                    <a:pt x="29537" y="81373"/>
                  </a:cubicBezTo>
                  <a:cubicBezTo>
                    <a:pt x="29502" y="81373"/>
                    <a:pt x="29466" y="81386"/>
                    <a:pt x="29436" y="81417"/>
                  </a:cubicBezTo>
                  <a:cubicBezTo>
                    <a:pt x="29060" y="81743"/>
                    <a:pt x="28630" y="81974"/>
                    <a:pt x="28258" y="82294"/>
                  </a:cubicBezTo>
                  <a:cubicBezTo>
                    <a:pt x="28189" y="82343"/>
                    <a:pt x="28137" y="82378"/>
                    <a:pt x="28090" y="82413"/>
                  </a:cubicBezTo>
                  <a:cubicBezTo>
                    <a:pt x="28145" y="82216"/>
                    <a:pt x="28209" y="82020"/>
                    <a:pt x="28287" y="81830"/>
                  </a:cubicBezTo>
                  <a:cubicBezTo>
                    <a:pt x="28599" y="81119"/>
                    <a:pt x="28933" y="80421"/>
                    <a:pt x="29291" y="79736"/>
                  </a:cubicBezTo>
                  <a:cubicBezTo>
                    <a:pt x="29294" y="79731"/>
                    <a:pt x="29297" y="79725"/>
                    <a:pt x="29300" y="79719"/>
                  </a:cubicBezTo>
                  <a:close/>
                  <a:moveTo>
                    <a:pt x="56855" y="95539"/>
                  </a:moveTo>
                  <a:cubicBezTo>
                    <a:pt x="56854" y="95540"/>
                    <a:pt x="56854" y="95540"/>
                    <a:pt x="56854" y="95540"/>
                  </a:cubicBezTo>
                  <a:cubicBezTo>
                    <a:pt x="56854" y="95540"/>
                    <a:pt x="56854" y="95540"/>
                    <a:pt x="56855" y="95539"/>
                  </a:cubicBezTo>
                  <a:close/>
                  <a:moveTo>
                    <a:pt x="56012" y="1"/>
                  </a:moveTo>
                  <a:cubicBezTo>
                    <a:pt x="55592" y="1"/>
                    <a:pt x="55116" y="195"/>
                    <a:pt x="54573" y="462"/>
                  </a:cubicBezTo>
                  <a:cubicBezTo>
                    <a:pt x="54488" y="503"/>
                    <a:pt x="54534" y="642"/>
                    <a:pt x="54616" y="642"/>
                  </a:cubicBezTo>
                  <a:cubicBezTo>
                    <a:pt x="54626" y="642"/>
                    <a:pt x="54637" y="640"/>
                    <a:pt x="54648" y="635"/>
                  </a:cubicBezTo>
                  <a:cubicBezTo>
                    <a:pt x="54879" y="534"/>
                    <a:pt x="55124" y="462"/>
                    <a:pt x="55373" y="419"/>
                  </a:cubicBezTo>
                  <a:lnTo>
                    <a:pt x="55373" y="419"/>
                  </a:lnTo>
                  <a:cubicBezTo>
                    <a:pt x="54628" y="1574"/>
                    <a:pt x="53863" y="2711"/>
                    <a:pt x="53092" y="3849"/>
                  </a:cubicBezTo>
                  <a:cubicBezTo>
                    <a:pt x="52182" y="5012"/>
                    <a:pt x="51189" y="6124"/>
                    <a:pt x="50193" y="7224"/>
                  </a:cubicBezTo>
                  <a:cubicBezTo>
                    <a:pt x="51787" y="5015"/>
                    <a:pt x="53199" y="2729"/>
                    <a:pt x="54102" y="286"/>
                  </a:cubicBezTo>
                  <a:cubicBezTo>
                    <a:pt x="54144" y="174"/>
                    <a:pt x="54045" y="93"/>
                    <a:pt x="53946" y="93"/>
                  </a:cubicBezTo>
                  <a:cubicBezTo>
                    <a:pt x="53908" y="93"/>
                    <a:pt x="53870" y="106"/>
                    <a:pt x="53840" y="133"/>
                  </a:cubicBezTo>
                  <a:cubicBezTo>
                    <a:pt x="49272" y="4328"/>
                    <a:pt x="46010" y="10356"/>
                    <a:pt x="42283" y="15287"/>
                  </a:cubicBezTo>
                  <a:cubicBezTo>
                    <a:pt x="37309" y="21866"/>
                    <a:pt x="32233" y="28385"/>
                    <a:pt x="27418" y="35086"/>
                  </a:cubicBezTo>
                  <a:cubicBezTo>
                    <a:pt x="22420" y="42041"/>
                    <a:pt x="17816" y="49264"/>
                    <a:pt x="12567" y="56043"/>
                  </a:cubicBezTo>
                  <a:cubicBezTo>
                    <a:pt x="8283" y="61574"/>
                    <a:pt x="3407" y="66482"/>
                    <a:pt x="29" y="72666"/>
                  </a:cubicBezTo>
                  <a:cubicBezTo>
                    <a:pt x="1" y="72716"/>
                    <a:pt x="46" y="72764"/>
                    <a:pt x="90" y="72764"/>
                  </a:cubicBezTo>
                  <a:cubicBezTo>
                    <a:pt x="109" y="72764"/>
                    <a:pt x="127" y="72755"/>
                    <a:pt x="138" y="72733"/>
                  </a:cubicBezTo>
                  <a:cubicBezTo>
                    <a:pt x="3866" y="66176"/>
                    <a:pt x="9258" y="60864"/>
                    <a:pt x="13843" y="54934"/>
                  </a:cubicBezTo>
                  <a:cubicBezTo>
                    <a:pt x="18402" y="49045"/>
                    <a:pt x="22438" y="42763"/>
                    <a:pt x="26702" y="36665"/>
                  </a:cubicBezTo>
                  <a:cubicBezTo>
                    <a:pt x="31081" y="30400"/>
                    <a:pt x="35816" y="24381"/>
                    <a:pt x="40421" y="18284"/>
                  </a:cubicBezTo>
                  <a:cubicBezTo>
                    <a:pt x="42811" y="15117"/>
                    <a:pt x="45222" y="11964"/>
                    <a:pt x="47586" y="8780"/>
                  </a:cubicBezTo>
                  <a:cubicBezTo>
                    <a:pt x="48398" y="7686"/>
                    <a:pt x="49131" y="6525"/>
                    <a:pt x="49893" y="5396"/>
                  </a:cubicBezTo>
                  <a:cubicBezTo>
                    <a:pt x="50365" y="4696"/>
                    <a:pt x="52762" y="1490"/>
                    <a:pt x="53130" y="1490"/>
                  </a:cubicBezTo>
                  <a:cubicBezTo>
                    <a:pt x="53247" y="1490"/>
                    <a:pt x="53157" y="1819"/>
                    <a:pt x="52728" y="2665"/>
                  </a:cubicBezTo>
                  <a:cubicBezTo>
                    <a:pt x="51415" y="5255"/>
                    <a:pt x="49212" y="7290"/>
                    <a:pt x="47532" y="9626"/>
                  </a:cubicBezTo>
                  <a:cubicBezTo>
                    <a:pt x="45222" y="12839"/>
                    <a:pt x="42973" y="16095"/>
                    <a:pt x="40707" y="19340"/>
                  </a:cubicBezTo>
                  <a:cubicBezTo>
                    <a:pt x="35724" y="26477"/>
                    <a:pt x="30351" y="33360"/>
                    <a:pt x="25004" y="40225"/>
                  </a:cubicBezTo>
                  <a:cubicBezTo>
                    <a:pt x="20957" y="45422"/>
                    <a:pt x="17342" y="50690"/>
                    <a:pt x="13889" y="56303"/>
                  </a:cubicBezTo>
                  <a:cubicBezTo>
                    <a:pt x="9810" y="62934"/>
                    <a:pt x="4394" y="68549"/>
                    <a:pt x="271" y="75146"/>
                  </a:cubicBezTo>
                  <a:cubicBezTo>
                    <a:pt x="202" y="75257"/>
                    <a:pt x="300" y="75365"/>
                    <a:pt x="404" y="75365"/>
                  </a:cubicBezTo>
                  <a:cubicBezTo>
                    <a:pt x="439" y="75365"/>
                    <a:pt x="475" y="75353"/>
                    <a:pt x="505" y="75325"/>
                  </a:cubicBezTo>
                  <a:cubicBezTo>
                    <a:pt x="2283" y="73668"/>
                    <a:pt x="3894" y="71855"/>
                    <a:pt x="5425" y="69964"/>
                  </a:cubicBezTo>
                  <a:lnTo>
                    <a:pt x="5425" y="69964"/>
                  </a:lnTo>
                  <a:cubicBezTo>
                    <a:pt x="4047" y="71829"/>
                    <a:pt x="2691" y="73708"/>
                    <a:pt x="1377" y="75620"/>
                  </a:cubicBezTo>
                  <a:cubicBezTo>
                    <a:pt x="1298" y="75731"/>
                    <a:pt x="1402" y="75832"/>
                    <a:pt x="1509" y="75832"/>
                  </a:cubicBezTo>
                  <a:cubicBezTo>
                    <a:pt x="1543" y="75832"/>
                    <a:pt x="1577" y="75822"/>
                    <a:pt x="1605" y="75799"/>
                  </a:cubicBezTo>
                  <a:cubicBezTo>
                    <a:pt x="2624" y="74976"/>
                    <a:pt x="3571" y="74087"/>
                    <a:pt x="4486" y="73169"/>
                  </a:cubicBezTo>
                  <a:lnTo>
                    <a:pt x="4486" y="73169"/>
                  </a:lnTo>
                  <a:cubicBezTo>
                    <a:pt x="3600" y="74508"/>
                    <a:pt x="2705" y="75845"/>
                    <a:pt x="1839" y="77190"/>
                  </a:cubicBezTo>
                  <a:cubicBezTo>
                    <a:pt x="1765" y="77303"/>
                    <a:pt x="1873" y="77424"/>
                    <a:pt x="1983" y="77424"/>
                  </a:cubicBezTo>
                  <a:cubicBezTo>
                    <a:pt x="2020" y="77424"/>
                    <a:pt x="2056" y="77411"/>
                    <a:pt x="2087" y="77381"/>
                  </a:cubicBezTo>
                  <a:cubicBezTo>
                    <a:pt x="6213" y="73206"/>
                    <a:pt x="9564" y="68474"/>
                    <a:pt x="12841" y="63621"/>
                  </a:cubicBezTo>
                  <a:cubicBezTo>
                    <a:pt x="16941" y="57544"/>
                    <a:pt x="21297" y="51681"/>
                    <a:pt x="25570" y="45722"/>
                  </a:cubicBezTo>
                  <a:cubicBezTo>
                    <a:pt x="31047" y="38086"/>
                    <a:pt x="36373" y="30334"/>
                    <a:pt x="41893" y="22727"/>
                  </a:cubicBezTo>
                  <a:cubicBezTo>
                    <a:pt x="43051" y="21240"/>
                    <a:pt x="44214" y="19756"/>
                    <a:pt x="45401" y="18292"/>
                  </a:cubicBezTo>
                  <a:cubicBezTo>
                    <a:pt x="48118" y="14941"/>
                    <a:pt x="50828" y="11583"/>
                    <a:pt x="53144" y="7971"/>
                  </a:cubicBezTo>
                  <a:cubicBezTo>
                    <a:pt x="54134" y="6759"/>
                    <a:pt x="55150" y="5566"/>
                    <a:pt x="56169" y="4377"/>
                  </a:cubicBezTo>
                  <a:cubicBezTo>
                    <a:pt x="56823" y="3617"/>
                    <a:pt x="57324" y="2991"/>
                    <a:pt x="57398" y="2991"/>
                  </a:cubicBezTo>
                  <a:cubicBezTo>
                    <a:pt x="57456" y="2991"/>
                    <a:pt x="57254" y="3372"/>
                    <a:pt x="56660" y="4368"/>
                  </a:cubicBezTo>
                  <a:cubicBezTo>
                    <a:pt x="54703" y="7662"/>
                    <a:pt x="52087" y="10570"/>
                    <a:pt x="49671" y="13529"/>
                  </a:cubicBezTo>
                  <a:cubicBezTo>
                    <a:pt x="45306" y="18878"/>
                    <a:pt x="41246" y="24488"/>
                    <a:pt x="37286" y="30141"/>
                  </a:cubicBezTo>
                  <a:cubicBezTo>
                    <a:pt x="33146" y="36053"/>
                    <a:pt x="29173" y="42081"/>
                    <a:pt x="25189" y="48101"/>
                  </a:cubicBezTo>
                  <a:cubicBezTo>
                    <a:pt x="22146" y="51929"/>
                    <a:pt x="19092" y="55751"/>
                    <a:pt x="16158" y="59669"/>
                  </a:cubicBezTo>
                  <a:cubicBezTo>
                    <a:pt x="13442" y="63304"/>
                    <a:pt x="10815" y="67013"/>
                    <a:pt x="7982" y="70562"/>
                  </a:cubicBezTo>
                  <a:cubicBezTo>
                    <a:pt x="6233" y="72756"/>
                    <a:pt x="4590" y="74843"/>
                    <a:pt x="3710" y="77542"/>
                  </a:cubicBezTo>
                  <a:cubicBezTo>
                    <a:pt x="3674" y="77650"/>
                    <a:pt x="3772" y="77743"/>
                    <a:pt x="3869" y="77743"/>
                  </a:cubicBezTo>
                  <a:cubicBezTo>
                    <a:pt x="3907" y="77743"/>
                    <a:pt x="3945" y="77729"/>
                    <a:pt x="3975" y="77695"/>
                  </a:cubicBezTo>
                  <a:cubicBezTo>
                    <a:pt x="4501" y="77130"/>
                    <a:pt x="5015" y="76555"/>
                    <a:pt x="5528" y="75975"/>
                  </a:cubicBezTo>
                  <a:lnTo>
                    <a:pt x="5528" y="75975"/>
                  </a:lnTo>
                  <a:cubicBezTo>
                    <a:pt x="5049" y="76777"/>
                    <a:pt x="4602" y="77597"/>
                    <a:pt x="4195" y="78446"/>
                  </a:cubicBezTo>
                  <a:cubicBezTo>
                    <a:pt x="4128" y="78569"/>
                    <a:pt x="4229" y="78691"/>
                    <a:pt x="4341" y="78691"/>
                  </a:cubicBezTo>
                  <a:cubicBezTo>
                    <a:pt x="4379" y="78691"/>
                    <a:pt x="4418" y="78677"/>
                    <a:pt x="4452" y="78645"/>
                  </a:cubicBezTo>
                  <a:cubicBezTo>
                    <a:pt x="5670" y="77586"/>
                    <a:pt x="6807" y="76396"/>
                    <a:pt x="7890" y="75129"/>
                  </a:cubicBezTo>
                  <a:lnTo>
                    <a:pt x="7890" y="75129"/>
                  </a:lnTo>
                  <a:cubicBezTo>
                    <a:pt x="7777" y="75337"/>
                    <a:pt x="7674" y="75556"/>
                    <a:pt x="7572" y="75773"/>
                  </a:cubicBezTo>
                  <a:cubicBezTo>
                    <a:pt x="7278" y="76240"/>
                    <a:pt x="6989" y="76711"/>
                    <a:pt x="6718" y="77187"/>
                  </a:cubicBezTo>
                  <a:cubicBezTo>
                    <a:pt x="6651" y="77306"/>
                    <a:pt x="6754" y="77430"/>
                    <a:pt x="6865" y="77430"/>
                  </a:cubicBezTo>
                  <a:cubicBezTo>
                    <a:pt x="6902" y="77430"/>
                    <a:pt x="6939" y="77416"/>
                    <a:pt x="6972" y="77384"/>
                  </a:cubicBezTo>
                  <a:cubicBezTo>
                    <a:pt x="7015" y="77337"/>
                    <a:pt x="7056" y="77291"/>
                    <a:pt x="7102" y="77248"/>
                  </a:cubicBezTo>
                  <a:cubicBezTo>
                    <a:pt x="7126" y="77262"/>
                    <a:pt x="7154" y="77269"/>
                    <a:pt x="7182" y="77269"/>
                  </a:cubicBezTo>
                  <a:cubicBezTo>
                    <a:pt x="7207" y="77269"/>
                    <a:pt x="7232" y="77263"/>
                    <a:pt x="7255" y="77251"/>
                  </a:cubicBezTo>
                  <a:cubicBezTo>
                    <a:pt x="7555" y="77069"/>
                    <a:pt x="7844" y="76873"/>
                    <a:pt x="8121" y="76668"/>
                  </a:cubicBezTo>
                  <a:lnTo>
                    <a:pt x="8121" y="76668"/>
                  </a:lnTo>
                  <a:cubicBezTo>
                    <a:pt x="8020" y="76852"/>
                    <a:pt x="7919" y="77028"/>
                    <a:pt x="7815" y="77184"/>
                  </a:cubicBezTo>
                  <a:cubicBezTo>
                    <a:pt x="7739" y="77299"/>
                    <a:pt x="7857" y="77439"/>
                    <a:pt x="7973" y="77439"/>
                  </a:cubicBezTo>
                  <a:cubicBezTo>
                    <a:pt x="8011" y="77439"/>
                    <a:pt x="8050" y="77423"/>
                    <a:pt x="8081" y="77386"/>
                  </a:cubicBezTo>
                  <a:cubicBezTo>
                    <a:pt x="8765" y="76604"/>
                    <a:pt x="9420" y="75799"/>
                    <a:pt x="10050" y="74967"/>
                  </a:cubicBezTo>
                  <a:cubicBezTo>
                    <a:pt x="10696" y="74142"/>
                    <a:pt x="11002" y="73838"/>
                    <a:pt x="11104" y="73838"/>
                  </a:cubicBezTo>
                  <a:cubicBezTo>
                    <a:pt x="11345" y="73838"/>
                    <a:pt x="10424" y="75567"/>
                    <a:pt x="10179" y="76082"/>
                  </a:cubicBezTo>
                  <a:cubicBezTo>
                    <a:pt x="10119" y="76204"/>
                    <a:pt x="10218" y="76339"/>
                    <a:pt x="10330" y="76339"/>
                  </a:cubicBezTo>
                  <a:cubicBezTo>
                    <a:pt x="10368" y="76339"/>
                    <a:pt x="10407" y="76323"/>
                    <a:pt x="10442" y="76287"/>
                  </a:cubicBezTo>
                  <a:cubicBezTo>
                    <a:pt x="10846" y="75900"/>
                    <a:pt x="11216" y="75478"/>
                    <a:pt x="11545" y="75025"/>
                  </a:cubicBezTo>
                  <a:cubicBezTo>
                    <a:pt x="11646" y="74898"/>
                    <a:pt x="11534" y="74731"/>
                    <a:pt x="11416" y="74731"/>
                  </a:cubicBezTo>
                  <a:cubicBezTo>
                    <a:pt x="11378" y="74731"/>
                    <a:pt x="11340" y="74748"/>
                    <a:pt x="11308" y="74788"/>
                  </a:cubicBezTo>
                  <a:cubicBezTo>
                    <a:pt x="11031" y="75135"/>
                    <a:pt x="10888" y="75276"/>
                    <a:pt x="10838" y="75276"/>
                  </a:cubicBezTo>
                  <a:cubicBezTo>
                    <a:pt x="10642" y="75276"/>
                    <a:pt x="11880" y="73099"/>
                    <a:pt x="12062" y="72588"/>
                  </a:cubicBezTo>
                  <a:cubicBezTo>
                    <a:pt x="12101" y="72476"/>
                    <a:pt x="11999" y="72386"/>
                    <a:pt x="11895" y="72386"/>
                  </a:cubicBezTo>
                  <a:cubicBezTo>
                    <a:pt x="11876" y="72386"/>
                    <a:pt x="11857" y="72389"/>
                    <a:pt x="11839" y="72395"/>
                  </a:cubicBezTo>
                  <a:cubicBezTo>
                    <a:pt x="12018" y="72106"/>
                    <a:pt x="12189" y="71815"/>
                    <a:pt x="12353" y="71523"/>
                  </a:cubicBezTo>
                  <a:cubicBezTo>
                    <a:pt x="12416" y="71407"/>
                    <a:pt x="12312" y="71277"/>
                    <a:pt x="12205" y="71277"/>
                  </a:cubicBezTo>
                  <a:cubicBezTo>
                    <a:pt x="12168" y="71277"/>
                    <a:pt x="12130" y="71292"/>
                    <a:pt x="12099" y="71330"/>
                  </a:cubicBezTo>
                  <a:cubicBezTo>
                    <a:pt x="11658" y="71843"/>
                    <a:pt x="11199" y="72340"/>
                    <a:pt x="10748" y="72851"/>
                  </a:cubicBezTo>
                  <a:cubicBezTo>
                    <a:pt x="10985" y="72352"/>
                    <a:pt x="11213" y="71846"/>
                    <a:pt x="11424" y="71327"/>
                  </a:cubicBezTo>
                  <a:cubicBezTo>
                    <a:pt x="11471" y="71209"/>
                    <a:pt x="11368" y="71132"/>
                    <a:pt x="11265" y="71132"/>
                  </a:cubicBezTo>
                  <a:cubicBezTo>
                    <a:pt x="11224" y="71132"/>
                    <a:pt x="11184" y="71144"/>
                    <a:pt x="11152" y="71171"/>
                  </a:cubicBezTo>
                  <a:cubicBezTo>
                    <a:pt x="10930" y="71358"/>
                    <a:pt x="10742" y="71563"/>
                    <a:pt x="10535" y="71760"/>
                  </a:cubicBezTo>
                  <a:cubicBezTo>
                    <a:pt x="10976" y="71156"/>
                    <a:pt x="11415" y="70547"/>
                    <a:pt x="11845" y="69935"/>
                  </a:cubicBezTo>
                  <a:cubicBezTo>
                    <a:pt x="12307" y="70033"/>
                    <a:pt x="12766" y="70160"/>
                    <a:pt x="13225" y="70305"/>
                  </a:cubicBezTo>
                  <a:cubicBezTo>
                    <a:pt x="13251" y="70331"/>
                    <a:pt x="13289" y="70343"/>
                    <a:pt x="13326" y="70343"/>
                  </a:cubicBezTo>
                  <a:cubicBezTo>
                    <a:pt x="13330" y="70343"/>
                    <a:pt x="13334" y="70342"/>
                    <a:pt x="13338" y="70342"/>
                  </a:cubicBezTo>
                  <a:cubicBezTo>
                    <a:pt x="14674" y="70769"/>
                    <a:pt x="15997" y="71338"/>
                    <a:pt x="17322" y="71820"/>
                  </a:cubicBezTo>
                  <a:cubicBezTo>
                    <a:pt x="17299" y="71890"/>
                    <a:pt x="17270" y="71959"/>
                    <a:pt x="17247" y="72028"/>
                  </a:cubicBezTo>
                  <a:cubicBezTo>
                    <a:pt x="17207" y="72145"/>
                    <a:pt x="17315" y="72245"/>
                    <a:pt x="17420" y="72245"/>
                  </a:cubicBezTo>
                  <a:cubicBezTo>
                    <a:pt x="17461" y="72245"/>
                    <a:pt x="17501" y="72230"/>
                    <a:pt x="17533" y="72196"/>
                  </a:cubicBezTo>
                  <a:cubicBezTo>
                    <a:pt x="17599" y="72118"/>
                    <a:pt x="17663" y="72040"/>
                    <a:pt x="17729" y="71965"/>
                  </a:cubicBezTo>
                  <a:cubicBezTo>
                    <a:pt x="19047" y="72420"/>
                    <a:pt x="20375" y="72762"/>
                    <a:pt x="21735" y="72762"/>
                  </a:cubicBezTo>
                  <a:cubicBezTo>
                    <a:pt x="22307" y="72762"/>
                    <a:pt x="22886" y="72701"/>
                    <a:pt x="23471" y="72562"/>
                  </a:cubicBezTo>
                  <a:lnTo>
                    <a:pt x="23471" y="72562"/>
                  </a:lnTo>
                  <a:cubicBezTo>
                    <a:pt x="23468" y="72565"/>
                    <a:pt x="23465" y="72562"/>
                    <a:pt x="23463" y="72568"/>
                  </a:cubicBezTo>
                  <a:cubicBezTo>
                    <a:pt x="22111" y="74156"/>
                    <a:pt x="22446" y="76151"/>
                    <a:pt x="23422" y="78088"/>
                  </a:cubicBezTo>
                  <a:cubicBezTo>
                    <a:pt x="23327" y="78218"/>
                    <a:pt x="23232" y="78345"/>
                    <a:pt x="23139" y="78475"/>
                  </a:cubicBezTo>
                  <a:cubicBezTo>
                    <a:pt x="23079" y="78560"/>
                    <a:pt x="23158" y="78641"/>
                    <a:pt x="23241" y="78641"/>
                  </a:cubicBezTo>
                  <a:cubicBezTo>
                    <a:pt x="23276" y="78641"/>
                    <a:pt x="23312" y="78626"/>
                    <a:pt x="23338" y="78590"/>
                  </a:cubicBezTo>
                  <a:cubicBezTo>
                    <a:pt x="23405" y="78501"/>
                    <a:pt x="23474" y="78414"/>
                    <a:pt x="23540" y="78322"/>
                  </a:cubicBezTo>
                  <a:cubicBezTo>
                    <a:pt x="24239" y="79641"/>
                    <a:pt x="25221" y="80920"/>
                    <a:pt x="26162" y="82017"/>
                  </a:cubicBezTo>
                  <a:cubicBezTo>
                    <a:pt x="26147" y="82040"/>
                    <a:pt x="26133" y="82066"/>
                    <a:pt x="26119" y="82089"/>
                  </a:cubicBezTo>
                  <a:cubicBezTo>
                    <a:pt x="26058" y="82190"/>
                    <a:pt x="26148" y="82282"/>
                    <a:pt x="26238" y="82282"/>
                  </a:cubicBezTo>
                  <a:cubicBezTo>
                    <a:pt x="26277" y="82282"/>
                    <a:pt x="26317" y="82264"/>
                    <a:pt x="26344" y="82222"/>
                  </a:cubicBezTo>
                  <a:cubicBezTo>
                    <a:pt x="26748" y="82684"/>
                    <a:pt x="27129" y="83097"/>
                    <a:pt x="27484" y="83475"/>
                  </a:cubicBezTo>
                  <a:cubicBezTo>
                    <a:pt x="27369" y="83819"/>
                    <a:pt x="27242" y="84156"/>
                    <a:pt x="27138" y="84506"/>
                  </a:cubicBezTo>
                  <a:cubicBezTo>
                    <a:pt x="27129" y="84536"/>
                    <a:pt x="27153" y="84555"/>
                    <a:pt x="27178" y="84555"/>
                  </a:cubicBezTo>
                  <a:cubicBezTo>
                    <a:pt x="27193" y="84555"/>
                    <a:pt x="27209" y="84547"/>
                    <a:pt x="27216" y="84529"/>
                  </a:cubicBezTo>
                  <a:cubicBezTo>
                    <a:pt x="27325" y="84206"/>
                    <a:pt x="27455" y="83891"/>
                    <a:pt x="27577" y="83570"/>
                  </a:cubicBezTo>
                  <a:cubicBezTo>
                    <a:pt x="27640" y="83640"/>
                    <a:pt x="27709" y="83715"/>
                    <a:pt x="27770" y="83781"/>
                  </a:cubicBezTo>
                  <a:cubicBezTo>
                    <a:pt x="27900" y="83917"/>
                    <a:pt x="28073" y="84099"/>
                    <a:pt x="28275" y="84295"/>
                  </a:cubicBezTo>
                  <a:cubicBezTo>
                    <a:pt x="28235" y="84408"/>
                    <a:pt x="28191" y="84512"/>
                    <a:pt x="28151" y="84601"/>
                  </a:cubicBezTo>
                  <a:cubicBezTo>
                    <a:pt x="28104" y="84704"/>
                    <a:pt x="28194" y="84831"/>
                    <a:pt x="28290" y="84831"/>
                  </a:cubicBezTo>
                  <a:cubicBezTo>
                    <a:pt x="28323" y="84831"/>
                    <a:pt x="28356" y="84816"/>
                    <a:pt x="28385" y="84780"/>
                  </a:cubicBezTo>
                  <a:cubicBezTo>
                    <a:pt x="28443" y="84708"/>
                    <a:pt x="28497" y="84633"/>
                    <a:pt x="28555" y="84561"/>
                  </a:cubicBezTo>
                  <a:cubicBezTo>
                    <a:pt x="29148" y="85095"/>
                    <a:pt x="29899" y="85641"/>
                    <a:pt x="30565" y="85641"/>
                  </a:cubicBezTo>
                  <a:cubicBezTo>
                    <a:pt x="30752" y="85641"/>
                    <a:pt x="30933" y="85598"/>
                    <a:pt x="31102" y="85499"/>
                  </a:cubicBezTo>
                  <a:cubicBezTo>
                    <a:pt x="32340" y="84771"/>
                    <a:pt x="31806" y="82710"/>
                    <a:pt x="31136" y="81838"/>
                  </a:cubicBezTo>
                  <a:cubicBezTo>
                    <a:pt x="27787" y="77485"/>
                    <a:pt x="33532" y="78022"/>
                    <a:pt x="34858" y="75559"/>
                  </a:cubicBezTo>
                  <a:cubicBezTo>
                    <a:pt x="35008" y="75279"/>
                    <a:pt x="35086" y="74681"/>
                    <a:pt x="35143" y="74378"/>
                  </a:cubicBezTo>
                  <a:cubicBezTo>
                    <a:pt x="35273" y="73714"/>
                    <a:pt x="35805" y="73429"/>
                    <a:pt x="36394" y="73429"/>
                  </a:cubicBezTo>
                  <a:cubicBezTo>
                    <a:pt x="36911" y="73429"/>
                    <a:pt x="37472" y="73648"/>
                    <a:pt x="37843" y="74020"/>
                  </a:cubicBezTo>
                  <a:cubicBezTo>
                    <a:pt x="37811" y="74081"/>
                    <a:pt x="37779" y="74139"/>
                    <a:pt x="37747" y="74196"/>
                  </a:cubicBezTo>
                  <a:cubicBezTo>
                    <a:pt x="37680" y="74325"/>
                    <a:pt x="37780" y="74432"/>
                    <a:pt x="37889" y="74432"/>
                  </a:cubicBezTo>
                  <a:cubicBezTo>
                    <a:pt x="37938" y="74432"/>
                    <a:pt x="37990" y="74410"/>
                    <a:pt x="38027" y="74358"/>
                  </a:cubicBezTo>
                  <a:lnTo>
                    <a:pt x="38065" y="74306"/>
                  </a:lnTo>
                  <a:cubicBezTo>
                    <a:pt x="38186" y="74499"/>
                    <a:pt x="38256" y="74719"/>
                    <a:pt x="38264" y="74947"/>
                  </a:cubicBezTo>
                  <a:cubicBezTo>
                    <a:pt x="38273" y="75256"/>
                    <a:pt x="38334" y="75796"/>
                    <a:pt x="38648" y="75980"/>
                  </a:cubicBezTo>
                  <a:cubicBezTo>
                    <a:pt x="38859" y="76102"/>
                    <a:pt x="39254" y="76494"/>
                    <a:pt x="39676" y="76896"/>
                  </a:cubicBezTo>
                  <a:cubicBezTo>
                    <a:pt x="39503" y="77257"/>
                    <a:pt x="39318" y="77606"/>
                    <a:pt x="39159" y="77973"/>
                  </a:cubicBezTo>
                  <a:cubicBezTo>
                    <a:pt x="39106" y="78093"/>
                    <a:pt x="39205" y="78236"/>
                    <a:pt x="39314" y="78236"/>
                  </a:cubicBezTo>
                  <a:cubicBezTo>
                    <a:pt x="39352" y="78236"/>
                    <a:pt x="39391" y="78219"/>
                    <a:pt x="39425" y="78177"/>
                  </a:cubicBezTo>
                  <a:cubicBezTo>
                    <a:pt x="39664" y="77895"/>
                    <a:pt x="39892" y="77606"/>
                    <a:pt x="40126" y="77320"/>
                  </a:cubicBezTo>
                  <a:cubicBezTo>
                    <a:pt x="40513" y="77672"/>
                    <a:pt x="40871" y="77955"/>
                    <a:pt x="41065" y="77955"/>
                  </a:cubicBezTo>
                  <a:cubicBezTo>
                    <a:pt x="42855" y="77961"/>
                    <a:pt x="42658" y="78619"/>
                    <a:pt x="42927" y="80349"/>
                  </a:cubicBezTo>
                  <a:cubicBezTo>
                    <a:pt x="43213" y="82190"/>
                    <a:pt x="43689" y="84506"/>
                    <a:pt x="43288" y="86377"/>
                  </a:cubicBezTo>
                  <a:cubicBezTo>
                    <a:pt x="43285" y="86391"/>
                    <a:pt x="43293" y="86400"/>
                    <a:pt x="43293" y="86411"/>
                  </a:cubicBezTo>
                  <a:cubicBezTo>
                    <a:pt x="42888" y="86760"/>
                    <a:pt x="42590" y="87066"/>
                    <a:pt x="42448" y="87066"/>
                  </a:cubicBezTo>
                  <a:cubicBezTo>
                    <a:pt x="42330" y="87066"/>
                    <a:pt x="42319" y="86856"/>
                    <a:pt x="42442" y="86287"/>
                  </a:cubicBezTo>
                  <a:cubicBezTo>
                    <a:pt x="42461" y="86200"/>
                    <a:pt x="42402" y="86099"/>
                    <a:pt x="42305" y="86099"/>
                  </a:cubicBezTo>
                  <a:cubicBezTo>
                    <a:pt x="42303" y="86099"/>
                    <a:pt x="42300" y="86099"/>
                    <a:pt x="42297" y="86099"/>
                  </a:cubicBezTo>
                  <a:cubicBezTo>
                    <a:pt x="42276" y="86100"/>
                    <a:pt x="42255" y="86101"/>
                    <a:pt x="42234" y="86101"/>
                  </a:cubicBezTo>
                  <a:cubicBezTo>
                    <a:pt x="41971" y="86101"/>
                    <a:pt x="41804" y="86034"/>
                    <a:pt x="41691" y="85975"/>
                  </a:cubicBezTo>
                  <a:cubicBezTo>
                    <a:pt x="41763" y="85715"/>
                    <a:pt x="41835" y="85453"/>
                    <a:pt x="41908" y="85193"/>
                  </a:cubicBezTo>
                  <a:cubicBezTo>
                    <a:pt x="41948" y="85119"/>
                    <a:pt x="41885" y="85052"/>
                    <a:pt x="41821" y="85052"/>
                  </a:cubicBezTo>
                  <a:cubicBezTo>
                    <a:pt x="41793" y="85052"/>
                    <a:pt x="41764" y="85066"/>
                    <a:pt x="41743" y="85098"/>
                  </a:cubicBezTo>
                  <a:cubicBezTo>
                    <a:pt x="41469" y="85510"/>
                    <a:pt x="41192" y="85923"/>
                    <a:pt x="40917" y="86333"/>
                  </a:cubicBezTo>
                  <a:cubicBezTo>
                    <a:pt x="40851" y="86436"/>
                    <a:pt x="40945" y="86544"/>
                    <a:pt x="41047" y="86544"/>
                  </a:cubicBezTo>
                  <a:cubicBezTo>
                    <a:pt x="41057" y="86544"/>
                    <a:pt x="41067" y="86543"/>
                    <a:pt x="41076" y="86541"/>
                  </a:cubicBezTo>
                  <a:cubicBezTo>
                    <a:pt x="42043" y="86657"/>
                    <a:pt x="42240" y="87069"/>
                    <a:pt x="41671" y="87780"/>
                  </a:cubicBezTo>
                  <a:cubicBezTo>
                    <a:pt x="41625" y="87900"/>
                    <a:pt x="41727" y="87975"/>
                    <a:pt x="41829" y="87975"/>
                  </a:cubicBezTo>
                  <a:cubicBezTo>
                    <a:pt x="41868" y="87975"/>
                    <a:pt x="41908" y="87964"/>
                    <a:pt x="41939" y="87938"/>
                  </a:cubicBezTo>
                  <a:cubicBezTo>
                    <a:pt x="42456" y="87518"/>
                    <a:pt x="42732" y="87406"/>
                    <a:pt x="42899" y="87406"/>
                  </a:cubicBezTo>
                  <a:cubicBezTo>
                    <a:pt x="42998" y="87406"/>
                    <a:pt x="43058" y="87445"/>
                    <a:pt x="43109" y="87482"/>
                  </a:cubicBezTo>
                  <a:cubicBezTo>
                    <a:pt x="42843" y="87881"/>
                    <a:pt x="42566" y="88276"/>
                    <a:pt x="42312" y="88683"/>
                  </a:cubicBezTo>
                  <a:cubicBezTo>
                    <a:pt x="42231" y="88812"/>
                    <a:pt x="42347" y="88932"/>
                    <a:pt x="42463" y="88932"/>
                  </a:cubicBezTo>
                  <a:cubicBezTo>
                    <a:pt x="42514" y="88932"/>
                    <a:pt x="42565" y="88909"/>
                    <a:pt x="42600" y="88854"/>
                  </a:cubicBezTo>
                  <a:cubicBezTo>
                    <a:pt x="43265" y="87826"/>
                    <a:pt x="43305" y="87866"/>
                    <a:pt x="43435" y="87427"/>
                  </a:cubicBezTo>
                  <a:cubicBezTo>
                    <a:pt x="43573" y="87289"/>
                    <a:pt x="43781" y="87018"/>
                    <a:pt x="44136" y="86492"/>
                  </a:cubicBezTo>
                  <a:cubicBezTo>
                    <a:pt x="44616" y="85780"/>
                    <a:pt x="44843" y="85500"/>
                    <a:pt x="44902" y="85500"/>
                  </a:cubicBezTo>
                  <a:cubicBezTo>
                    <a:pt x="45106" y="85500"/>
                    <a:pt x="43328" y="88828"/>
                    <a:pt x="43097" y="89316"/>
                  </a:cubicBezTo>
                  <a:cubicBezTo>
                    <a:pt x="43020" y="89447"/>
                    <a:pt x="43132" y="89568"/>
                    <a:pt x="43247" y="89568"/>
                  </a:cubicBezTo>
                  <a:cubicBezTo>
                    <a:pt x="43298" y="89568"/>
                    <a:pt x="43351" y="89543"/>
                    <a:pt x="43386" y="89483"/>
                  </a:cubicBezTo>
                  <a:cubicBezTo>
                    <a:pt x="44061" y="88526"/>
                    <a:pt x="44749" y="87584"/>
                    <a:pt x="45458" y="86655"/>
                  </a:cubicBezTo>
                  <a:lnTo>
                    <a:pt x="45458" y="86655"/>
                  </a:lnTo>
                  <a:cubicBezTo>
                    <a:pt x="44885" y="87425"/>
                    <a:pt x="44410" y="89190"/>
                    <a:pt x="43882" y="90098"/>
                  </a:cubicBezTo>
                  <a:cubicBezTo>
                    <a:pt x="43802" y="90236"/>
                    <a:pt x="43913" y="90349"/>
                    <a:pt x="44032" y="90349"/>
                  </a:cubicBezTo>
                  <a:cubicBezTo>
                    <a:pt x="44085" y="90349"/>
                    <a:pt x="44140" y="90326"/>
                    <a:pt x="44180" y="90274"/>
                  </a:cubicBezTo>
                  <a:cubicBezTo>
                    <a:pt x="45392" y="88670"/>
                    <a:pt x="45891" y="88107"/>
                    <a:pt x="46005" y="88107"/>
                  </a:cubicBezTo>
                  <a:cubicBezTo>
                    <a:pt x="46203" y="88107"/>
                    <a:pt x="45225" y="89828"/>
                    <a:pt x="44821" y="90727"/>
                  </a:cubicBezTo>
                  <a:cubicBezTo>
                    <a:pt x="44763" y="90861"/>
                    <a:pt x="44862" y="90997"/>
                    <a:pt x="44979" y="90997"/>
                  </a:cubicBezTo>
                  <a:cubicBezTo>
                    <a:pt x="45019" y="90997"/>
                    <a:pt x="45062" y="90981"/>
                    <a:pt x="45101" y="90944"/>
                  </a:cubicBezTo>
                  <a:cubicBezTo>
                    <a:pt x="45727" y="90375"/>
                    <a:pt x="46319" y="89769"/>
                    <a:pt x="46876" y="89134"/>
                  </a:cubicBezTo>
                  <a:lnTo>
                    <a:pt x="46876" y="89134"/>
                  </a:lnTo>
                  <a:cubicBezTo>
                    <a:pt x="46674" y="90190"/>
                    <a:pt x="46296" y="91207"/>
                    <a:pt x="45762" y="92139"/>
                  </a:cubicBezTo>
                  <a:cubicBezTo>
                    <a:pt x="45680" y="92284"/>
                    <a:pt x="45801" y="92414"/>
                    <a:pt x="45925" y="92414"/>
                  </a:cubicBezTo>
                  <a:cubicBezTo>
                    <a:pt x="45981" y="92414"/>
                    <a:pt x="46038" y="92388"/>
                    <a:pt x="46076" y="92324"/>
                  </a:cubicBezTo>
                  <a:cubicBezTo>
                    <a:pt x="47117" y="90894"/>
                    <a:pt x="47551" y="90400"/>
                    <a:pt x="47651" y="90400"/>
                  </a:cubicBezTo>
                  <a:cubicBezTo>
                    <a:pt x="47831" y="90400"/>
                    <a:pt x="46932" y="91997"/>
                    <a:pt x="46550" y="92613"/>
                  </a:cubicBezTo>
                  <a:cubicBezTo>
                    <a:pt x="46465" y="92747"/>
                    <a:pt x="46586" y="92886"/>
                    <a:pt x="46715" y="92886"/>
                  </a:cubicBezTo>
                  <a:cubicBezTo>
                    <a:pt x="46758" y="92886"/>
                    <a:pt x="46801" y="92871"/>
                    <a:pt x="46839" y="92835"/>
                  </a:cubicBezTo>
                  <a:cubicBezTo>
                    <a:pt x="47401" y="92275"/>
                    <a:pt x="48790" y="90873"/>
                    <a:pt x="48961" y="90873"/>
                  </a:cubicBezTo>
                  <a:cubicBezTo>
                    <a:pt x="49068" y="90873"/>
                    <a:pt x="48701" y="91417"/>
                    <a:pt x="47367" y="93048"/>
                  </a:cubicBezTo>
                  <a:cubicBezTo>
                    <a:pt x="47257" y="93187"/>
                    <a:pt x="47368" y="93364"/>
                    <a:pt x="47500" y="93364"/>
                  </a:cubicBezTo>
                  <a:cubicBezTo>
                    <a:pt x="47541" y="93364"/>
                    <a:pt x="47585" y="93347"/>
                    <a:pt x="47624" y="93305"/>
                  </a:cubicBezTo>
                  <a:cubicBezTo>
                    <a:pt x="48458" y="92442"/>
                    <a:pt x="48947" y="92034"/>
                    <a:pt x="49124" y="92034"/>
                  </a:cubicBezTo>
                  <a:cubicBezTo>
                    <a:pt x="49356" y="92034"/>
                    <a:pt x="49052" y="92734"/>
                    <a:pt x="48282" y="94027"/>
                  </a:cubicBezTo>
                  <a:cubicBezTo>
                    <a:pt x="48195" y="94175"/>
                    <a:pt x="48314" y="94296"/>
                    <a:pt x="48444" y="94296"/>
                  </a:cubicBezTo>
                  <a:cubicBezTo>
                    <a:pt x="48487" y="94296"/>
                    <a:pt x="48532" y="94283"/>
                    <a:pt x="48571" y="94252"/>
                  </a:cubicBezTo>
                  <a:cubicBezTo>
                    <a:pt x="49526" y="93511"/>
                    <a:pt x="49983" y="93213"/>
                    <a:pt x="50130" y="93213"/>
                  </a:cubicBezTo>
                  <a:cubicBezTo>
                    <a:pt x="50384" y="93213"/>
                    <a:pt x="49709" y="94105"/>
                    <a:pt x="49070" y="95133"/>
                  </a:cubicBezTo>
                  <a:cubicBezTo>
                    <a:pt x="48988" y="95262"/>
                    <a:pt x="49111" y="95409"/>
                    <a:pt x="49236" y="95409"/>
                  </a:cubicBezTo>
                  <a:cubicBezTo>
                    <a:pt x="49278" y="95409"/>
                    <a:pt x="49321" y="95392"/>
                    <a:pt x="49356" y="95352"/>
                  </a:cubicBezTo>
                  <a:cubicBezTo>
                    <a:pt x="49896" y="94574"/>
                    <a:pt x="50228" y="94184"/>
                    <a:pt x="50354" y="94184"/>
                  </a:cubicBezTo>
                  <a:cubicBezTo>
                    <a:pt x="50492" y="94184"/>
                    <a:pt x="50379" y="94657"/>
                    <a:pt x="50014" y="95603"/>
                  </a:cubicBezTo>
                  <a:cubicBezTo>
                    <a:pt x="49941" y="95746"/>
                    <a:pt x="50050" y="95875"/>
                    <a:pt x="50175" y="95875"/>
                  </a:cubicBezTo>
                  <a:cubicBezTo>
                    <a:pt x="50218" y="95875"/>
                    <a:pt x="50263" y="95860"/>
                    <a:pt x="50303" y="95826"/>
                  </a:cubicBezTo>
                  <a:cubicBezTo>
                    <a:pt x="51031" y="95235"/>
                    <a:pt x="51505" y="94939"/>
                    <a:pt x="51728" y="94939"/>
                  </a:cubicBezTo>
                  <a:cubicBezTo>
                    <a:pt x="51967" y="94939"/>
                    <a:pt x="51914" y="95281"/>
                    <a:pt x="51570" y="95964"/>
                  </a:cubicBezTo>
                  <a:cubicBezTo>
                    <a:pt x="51531" y="96091"/>
                    <a:pt x="51643" y="96195"/>
                    <a:pt x="51756" y="96195"/>
                  </a:cubicBezTo>
                  <a:cubicBezTo>
                    <a:pt x="51800" y="96195"/>
                    <a:pt x="51844" y="96180"/>
                    <a:pt x="51879" y="96143"/>
                  </a:cubicBezTo>
                  <a:cubicBezTo>
                    <a:pt x="52408" y="95574"/>
                    <a:pt x="52755" y="95290"/>
                    <a:pt x="52922" y="95290"/>
                  </a:cubicBezTo>
                  <a:cubicBezTo>
                    <a:pt x="53101" y="95290"/>
                    <a:pt x="53070" y="95619"/>
                    <a:pt x="52829" y="96279"/>
                  </a:cubicBezTo>
                  <a:cubicBezTo>
                    <a:pt x="52806" y="96402"/>
                    <a:pt x="52909" y="96518"/>
                    <a:pt x="53017" y="96518"/>
                  </a:cubicBezTo>
                  <a:cubicBezTo>
                    <a:pt x="53059" y="96518"/>
                    <a:pt x="53101" y="96501"/>
                    <a:pt x="53138" y="96461"/>
                  </a:cubicBezTo>
                  <a:cubicBezTo>
                    <a:pt x="53402" y="95934"/>
                    <a:pt x="53614" y="95671"/>
                    <a:pt x="53774" y="95671"/>
                  </a:cubicBezTo>
                  <a:cubicBezTo>
                    <a:pt x="53920" y="95671"/>
                    <a:pt x="54023" y="95890"/>
                    <a:pt x="54082" y="96328"/>
                  </a:cubicBezTo>
                  <a:cubicBezTo>
                    <a:pt x="54071" y="96438"/>
                    <a:pt x="54176" y="96512"/>
                    <a:pt x="54276" y="96512"/>
                  </a:cubicBezTo>
                  <a:cubicBezTo>
                    <a:pt x="54306" y="96512"/>
                    <a:pt x="54336" y="96505"/>
                    <a:pt x="54362" y="96490"/>
                  </a:cubicBezTo>
                  <a:cubicBezTo>
                    <a:pt x="54671" y="96168"/>
                    <a:pt x="54897" y="96008"/>
                    <a:pt x="55041" y="96008"/>
                  </a:cubicBezTo>
                  <a:cubicBezTo>
                    <a:pt x="55219" y="96008"/>
                    <a:pt x="55270" y="96256"/>
                    <a:pt x="55194" y="96752"/>
                  </a:cubicBezTo>
                  <a:cubicBezTo>
                    <a:pt x="55159" y="96890"/>
                    <a:pt x="55258" y="96978"/>
                    <a:pt x="55369" y="96978"/>
                  </a:cubicBezTo>
                  <a:cubicBezTo>
                    <a:pt x="55414" y="96978"/>
                    <a:pt x="55462" y="96963"/>
                    <a:pt x="55503" y="96931"/>
                  </a:cubicBezTo>
                  <a:cubicBezTo>
                    <a:pt x="56061" y="96419"/>
                    <a:pt x="56445" y="96163"/>
                    <a:pt x="56656" y="96163"/>
                  </a:cubicBezTo>
                  <a:cubicBezTo>
                    <a:pt x="56870" y="96163"/>
                    <a:pt x="56905" y="96428"/>
                    <a:pt x="56761" y="96957"/>
                  </a:cubicBezTo>
                  <a:cubicBezTo>
                    <a:pt x="56750" y="97065"/>
                    <a:pt x="56852" y="97143"/>
                    <a:pt x="56952" y="97143"/>
                  </a:cubicBezTo>
                  <a:cubicBezTo>
                    <a:pt x="56983" y="97143"/>
                    <a:pt x="57014" y="97136"/>
                    <a:pt x="57041" y="97119"/>
                  </a:cubicBezTo>
                  <a:cubicBezTo>
                    <a:pt x="57508" y="96832"/>
                    <a:pt x="57739" y="96673"/>
                    <a:pt x="57792" y="96673"/>
                  </a:cubicBezTo>
                  <a:cubicBezTo>
                    <a:pt x="57859" y="96673"/>
                    <a:pt x="57640" y="96928"/>
                    <a:pt x="57258" y="97494"/>
                  </a:cubicBezTo>
                  <a:cubicBezTo>
                    <a:pt x="57167" y="97626"/>
                    <a:pt x="57298" y="97776"/>
                    <a:pt x="57428" y="97776"/>
                  </a:cubicBezTo>
                  <a:cubicBezTo>
                    <a:pt x="57471" y="97776"/>
                    <a:pt x="57515" y="97759"/>
                    <a:pt x="57549" y="97720"/>
                  </a:cubicBezTo>
                  <a:cubicBezTo>
                    <a:pt x="57876" y="97348"/>
                    <a:pt x="58421" y="96504"/>
                    <a:pt x="58635" y="96504"/>
                  </a:cubicBezTo>
                  <a:cubicBezTo>
                    <a:pt x="58737" y="96504"/>
                    <a:pt x="58763" y="96696"/>
                    <a:pt x="58655" y="97223"/>
                  </a:cubicBezTo>
                  <a:cubicBezTo>
                    <a:pt x="58633" y="97332"/>
                    <a:pt x="58713" y="97465"/>
                    <a:pt x="58828" y="97465"/>
                  </a:cubicBezTo>
                  <a:cubicBezTo>
                    <a:pt x="58846" y="97465"/>
                    <a:pt x="58866" y="97462"/>
                    <a:pt x="58886" y="97454"/>
                  </a:cubicBezTo>
                  <a:cubicBezTo>
                    <a:pt x="59343" y="97276"/>
                    <a:pt x="59839" y="96976"/>
                    <a:pt x="60093" y="96976"/>
                  </a:cubicBezTo>
                  <a:cubicBezTo>
                    <a:pt x="60332" y="96976"/>
                    <a:pt x="60357" y="97242"/>
                    <a:pt x="59931" y="98124"/>
                  </a:cubicBezTo>
                  <a:cubicBezTo>
                    <a:pt x="59867" y="98259"/>
                    <a:pt x="59978" y="98412"/>
                    <a:pt x="60102" y="98412"/>
                  </a:cubicBezTo>
                  <a:cubicBezTo>
                    <a:pt x="60144" y="98412"/>
                    <a:pt x="60187" y="98395"/>
                    <a:pt x="60226" y="98352"/>
                  </a:cubicBezTo>
                  <a:cubicBezTo>
                    <a:pt x="60562" y="97982"/>
                    <a:pt x="61209" y="96902"/>
                    <a:pt x="61404" y="96902"/>
                  </a:cubicBezTo>
                  <a:cubicBezTo>
                    <a:pt x="61490" y="96902"/>
                    <a:pt x="61487" y="97114"/>
                    <a:pt x="61329" y="97697"/>
                  </a:cubicBezTo>
                  <a:cubicBezTo>
                    <a:pt x="61289" y="97837"/>
                    <a:pt x="61396" y="97927"/>
                    <a:pt x="61512" y="97927"/>
                  </a:cubicBezTo>
                  <a:cubicBezTo>
                    <a:pt x="61558" y="97927"/>
                    <a:pt x="61606" y="97913"/>
                    <a:pt x="61646" y="97881"/>
                  </a:cubicBezTo>
                  <a:cubicBezTo>
                    <a:pt x="62251" y="97396"/>
                    <a:pt x="62857" y="96844"/>
                    <a:pt x="63162" y="96844"/>
                  </a:cubicBezTo>
                  <a:cubicBezTo>
                    <a:pt x="63389" y="96844"/>
                    <a:pt x="63450" y="97149"/>
                    <a:pt x="63219" y="98011"/>
                  </a:cubicBezTo>
                  <a:cubicBezTo>
                    <a:pt x="63186" y="98134"/>
                    <a:pt x="63302" y="98257"/>
                    <a:pt x="63415" y="98257"/>
                  </a:cubicBezTo>
                  <a:cubicBezTo>
                    <a:pt x="63458" y="98257"/>
                    <a:pt x="63501" y="98239"/>
                    <a:pt x="63534" y="98196"/>
                  </a:cubicBezTo>
                  <a:cubicBezTo>
                    <a:pt x="63549" y="98177"/>
                    <a:pt x="64616" y="96649"/>
                    <a:pt x="64793" y="96649"/>
                  </a:cubicBezTo>
                  <a:cubicBezTo>
                    <a:pt x="64860" y="96649"/>
                    <a:pt x="64798" y="96873"/>
                    <a:pt x="64496" y="97492"/>
                  </a:cubicBezTo>
                  <a:cubicBezTo>
                    <a:pt x="64418" y="97636"/>
                    <a:pt x="64536" y="97778"/>
                    <a:pt x="64667" y="97778"/>
                  </a:cubicBezTo>
                  <a:cubicBezTo>
                    <a:pt x="64711" y="97778"/>
                    <a:pt x="64756" y="97762"/>
                    <a:pt x="64796" y="97725"/>
                  </a:cubicBezTo>
                  <a:cubicBezTo>
                    <a:pt x="65078" y="97483"/>
                    <a:pt x="65798" y="96507"/>
                    <a:pt x="65984" y="96507"/>
                  </a:cubicBezTo>
                  <a:cubicBezTo>
                    <a:pt x="66057" y="96507"/>
                    <a:pt x="66047" y="96658"/>
                    <a:pt x="65896" y="97064"/>
                  </a:cubicBezTo>
                  <a:cubicBezTo>
                    <a:pt x="65850" y="97190"/>
                    <a:pt x="65967" y="97303"/>
                    <a:pt x="66085" y="97303"/>
                  </a:cubicBezTo>
                  <a:cubicBezTo>
                    <a:pt x="66116" y="97303"/>
                    <a:pt x="66148" y="97295"/>
                    <a:pt x="66176" y="97278"/>
                  </a:cubicBezTo>
                  <a:cubicBezTo>
                    <a:pt x="66511" y="97072"/>
                    <a:pt x="67379" y="96294"/>
                    <a:pt x="67730" y="96294"/>
                  </a:cubicBezTo>
                  <a:cubicBezTo>
                    <a:pt x="67890" y="96294"/>
                    <a:pt x="67942" y="96456"/>
                    <a:pt x="67787" y="96908"/>
                  </a:cubicBezTo>
                  <a:cubicBezTo>
                    <a:pt x="67748" y="97025"/>
                    <a:pt x="67861" y="97151"/>
                    <a:pt x="67976" y="97151"/>
                  </a:cubicBezTo>
                  <a:cubicBezTo>
                    <a:pt x="68006" y="97151"/>
                    <a:pt x="68036" y="97142"/>
                    <a:pt x="68064" y="97122"/>
                  </a:cubicBezTo>
                  <a:lnTo>
                    <a:pt x="68529" y="96784"/>
                  </a:lnTo>
                  <a:cubicBezTo>
                    <a:pt x="68633" y="96706"/>
                    <a:pt x="68647" y="96588"/>
                    <a:pt x="68566" y="96487"/>
                  </a:cubicBezTo>
                  <a:cubicBezTo>
                    <a:pt x="68520" y="96426"/>
                    <a:pt x="68468" y="96371"/>
                    <a:pt x="68413" y="96317"/>
                  </a:cubicBezTo>
                  <a:cubicBezTo>
                    <a:pt x="68508" y="96192"/>
                    <a:pt x="68534" y="96008"/>
                    <a:pt x="68468" y="95748"/>
                  </a:cubicBezTo>
                  <a:cubicBezTo>
                    <a:pt x="68486" y="95634"/>
                    <a:pt x="68399" y="95505"/>
                    <a:pt x="68287" y="95505"/>
                  </a:cubicBezTo>
                  <a:cubicBezTo>
                    <a:pt x="68256" y="95505"/>
                    <a:pt x="68224" y="95515"/>
                    <a:pt x="68191" y="95537"/>
                  </a:cubicBezTo>
                  <a:cubicBezTo>
                    <a:pt x="67897" y="95735"/>
                    <a:pt x="67058" y="96533"/>
                    <a:pt x="66743" y="96533"/>
                  </a:cubicBezTo>
                  <a:cubicBezTo>
                    <a:pt x="66599" y="96533"/>
                    <a:pt x="66565" y="96368"/>
                    <a:pt x="66739" y="95907"/>
                  </a:cubicBezTo>
                  <a:cubicBezTo>
                    <a:pt x="66791" y="95772"/>
                    <a:pt x="66670" y="95670"/>
                    <a:pt x="66550" y="95670"/>
                  </a:cubicBezTo>
                  <a:cubicBezTo>
                    <a:pt x="66502" y="95670"/>
                    <a:pt x="66455" y="95686"/>
                    <a:pt x="66418" y="95722"/>
                  </a:cubicBezTo>
                  <a:cubicBezTo>
                    <a:pt x="65945" y="96184"/>
                    <a:pt x="65463" y="96833"/>
                    <a:pt x="65348" y="96833"/>
                  </a:cubicBezTo>
                  <a:cubicBezTo>
                    <a:pt x="65279" y="96833"/>
                    <a:pt x="65341" y="96600"/>
                    <a:pt x="65616" y="95953"/>
                  </a:cubicBezTo>
                  <a:cubicBezTo>
                    <a:pt x="65678" y="95809"/>
                    <a:pt x="65576" y="95665"/>
                    <a:pt x="65449" y="95665"/>
                  </a:cubicBezTo>
                  <a:cubicBezTo>
                    <a:pt x="65405" y="95665"/>
                    <a:pt x="65359" y="95682"/>
                    <a:pt x="65315" y="95722"/>
                  </a:cubicBezTo>
                  <a:cubicBezTo>
                    <a:pt x="64635" y="96344"/>
                    <a:pt x="64219" y="96925"/>
                    <a:pt x="64052" y="96925"/>
                  </a:cubicBezTo>
                  <a:cubicBezTo>
                    <a:pt x="63936" y="96925"/>
                    <a:pt x="63940" y="96646"/>
                    <a:pt x="64060" y="95907"/>
                  </a:cubicBezTo>
                  <a:cubicBezTo>
                    <a:pt x="64080" y="95768"/>
                    <a:pt x="63988" y="95672"/>
                    <a:pt x="63877" y="95672"/>
                  </a:cubicBezTo>
                  <a:cubicBezTo>
                    <a:pt x="63833" y="95672"/>
                    <a:pt x="63786" y="95687"/>
                    <a:pt x="63742" y="95722"/>
                  </a:cubicBezTo>
                  <a:cubicBezTo>
                    <a:pt x="63282" y="96090"/>
                    <a:pt x="62532" y="96911"/>
                    <a:pt x="62213" y="96911"/>
                  </a:cubicBezTo>
                  <a:cubicBezTo>
                    <a:pt x="62048" y="96911"/>
                    <a:pt x="61999" y="96689"/>
                    <a:pt x="62169" y="96065"/>
                  </a:cubicBezTo>
                  <a:cubicBezTo>
                    <a:pt x="62202" y="95940"/>
                    <a:pt x="62088" y="95820"/>
                    <a:pt x="61974" y="95820"/>
                  </a:cubicBezTo>
                  <a:cubicBezTo>
                    <a:pt x="61930" y="95820"/>
                    <a:pt x="61886" y="95838"/>
                    <a:pt x="61851" y="95881"/>
                  </a:cubicBezTo>
                  <a:cubicBezTo>
                    <a:pt x="61263" y="96604"/>
                    <a:pt x="60916" y="97161"/>
                    <a:pt x="60856" y="97161"/>
                  </a:cubicBezTo>
                  <a:cubicBezTo>
                    <a:pt x="60811" y="97161"/>
                    <a:pt x="60926" y="96849"/>
                    <a:pt x="61222" y="96062"/>
                  </a:cubicBezTo>
                  <a:cubicBezTo>
                    <a:pt x="61275" y="95922"/>
                    <a:pt x="61158" y="95838"/>
                    <a:pt x="61041" y="95838"/>
                  </a:cubicBezTo>
                  <a:cubicBezTo>
                    <a:pt x="60993" y="95838"/>
                    <a:pt x="60946" y="95852"/>
                    <a:pt x="60910" y="95881"/>
                  </a:cubicBezTo>
                  <a:cubicBezTo>
                    <a:pt x="60148" y="96452"/>
                    <a:pt x="59636" y="96738"/>
                    <a:pt x="59375" y="96738"/>
                  </a:cubicBezTo>
                  <a:cubicBezTo>
                    <a:pt x="59118" y="96738"/>
                    <a:pt x="59103" y="96461"/>
                    <a:pt x="59331" y="95907"/>
                  </a:cubicBezTo>
                  <a:cubicBezTo>
                    <a:pt x="59364" y="95771"/>
                    <a:pt x="59261" y="95674"/>
                    <a:pt x="59150" y="95674"/>
                  </a:cubicBezTo>
                  <a:cubicBezTo>
                    <a:pt x="59105" y="95674"/>
                    <a:pt x="59059" y="95690"/>
                    <a:pt x="59019" y="95725"/>
                  </a:cubicBezTo>
                  <a:cubicBezTo>
                    <a:pt x="58551" y="96130"/>
                    <a:pt x="58150" y="96808"/>
                    <a:pt x="58148" y="96808"/>
                  </a:cubicBezTo>
                  <a:cubicBezTo>
                    <a:pt x="58147" y="96808"/>
                    <a:pt x="58257" y="96621"/>
                    <a:pt x="58525" y="96109"/>
                  </a:cubicBezTo>
                  <a:cubicBezTo>
                    <a:pt x="58588" y="95988"/>
                    <a:pt x="58489" y="95821"/>
                    <a:pt x="58363" y="95821"/>
                  </a:cubicBezTo>
                  <a:cubicBezTo>
                    <a:pt x="58333" y="95821"/>
                    <a:pt x="58300" y="95831"/>
                    <a:pt x="58268" y="95855"/>
                  </a:cubicBezTo>
                  <a:cubicBezTo>
                    <a:pt x="57911" y="96114"/>
                    <a:pt x="57642" y="96331"/>
                    <a:pt x="57453" y="96331"/>
                  </a:cubicBezTo>
                  <a:cubicBezTo>
                    <a:pt x="57285" y="96331"/>
                    <a:pt x="57180" y="96161"/>
                    <a:pt x="57131" y="95699"/>
                  </a:cubicBezTo>
                  <a:cubicBezTo>
                    <a:pt x="57120" y="95600"/>
                    <a:pt x="57038" y="95512"/>
                    <a:pt x="56944" y="95512"/>
                  </a:cubicBezTo>
                  <a:cubicBezTo>
                    <a:pt x="56915" y="95512"/>
                    <a:pt x="56884" y="95521"/>
                    <a:pt x="56855" y="95539"/>
                  </a:cubicBezTo>
                  <a:lnTo>
                    <a:pt x="56855" y="95539"/>
                  </a:lnTo>
                  <a:cubicBezTo>
                    <a:pt x="56856" y="95539"/>
                    <a:pt x="56856" y="95538"/>
                    <a:pt x="56857" y="95538"/>
                  </a:cubicBezTo>
                  <a:lnTo>
                    <a:pt x="56857" y="95538"/>
                  </a:lnTo>
                  <a:cubicBezTo>
                    <a:pt x="56869" y="95538"/>
                    <a:pt x="56287" y="96052"/>
                    <a:pt x="55993" y="96052"/>
                  </a:cubicBezTo>
                  <a:cubicBezTo>
                    <a:pt x="55852" y="96052"/>
                    <a:pt x="55778" y="95936"/>
                    <a:pt x="55863" y="95592"/>
                  </a:cubicBezTo>
                  <a:cubicBezTo>
                    <a:pt x="55895" y="95467"/>
                    <a:pt x="55798" y="95359"/>
                    <a:pt x="55684" y="95359"/>
                  </a:cubicBezTo>
                  <a:cubicBezTo>
                    <a:pt x="55654" y="95359"/>
                    <a:pt x="55622" y="95367"/>
                    <a:pt x="55592" y="95384"/>
                  </a:cubicBezTo>
                  <a:cubicBezTo>
                    <a:pt x="55357" y="95613"/>
                    <a:pt x="55163" y="95727"/>
                    <a:pt x="55012" y="95727"/>
                  </a:cubicBezTo>
                  <a:cubicBezTo>
                    <a:pt x="54779" y="95727"/>
                    <a:pt x="54645" y="95456"/>
                    <a:pt x="54610" y="94913"/>
                  </a:cubicBezTo>
                  <a:cubicBezTo>
                    <a:pt x="54624" y="94798"/>
                    <a:pt x="54527" y="94735"/>
                    <a:pt x="54429" y="94735"/>
                  </a:cubicBezTo>
                  <a:cubicBezTo>
                    <a:pt x="54380" y="94735"/>
                    <a:pt x="54331" y="94751"/>
                    <a:pt x="54296" y="94784"/>
                  </a:cubicBezTo>
                  <a:cubicBezTo>
                    <a:pt x="53851" y="95190"/>
                    <a:pt x="53588" y="95450"/>
                    <a:pt x="53485" y="95450"/>
                  </a:cubicBezTo>
                  <a:cubicBezTo>
                    <a:pt x="53379" y="95450"/>
                    <a:pt x="53445" y="95171"/>
                    <a:pt x="53658" y="94489"/>
                  </a:cubicBezTo>
                  <a:cubicBezTo>
                    <a:pt x="53701" y="94351"/>
                    <a:pt x="53594" y="94268"/>
                    <a:pt x="53482" y="94268"/>
                  </a:cubicBezTo>
                  <a:cubicBezTo>
                    <a:pt x="53436" y="94268"/>
                    <a:pt x="53390" y="94281"/>
                    <a:pt x="53352" y="94310"/>
                  </a:cubicBezTo>
                  <a:cubicBezTo>
                    <a:pt x="52840" y="94705"/>
                    <a:pt x="52504" y="95092"/>
                    <a:pt x="52368" y="95092"/>
                  </a:cubicBezTo>
                  <a:cubicBezTo>
                    <a:pt x="52269" y="95092"/>
                    <a:pt x="52276" y="94887"/>
                    <a:pt x="52399" y="94330"/>
                  </a:cubicBezTo>
                  <a:cubicBezTo>
                    <a:pt x="52429" y="94207"/>
                    <a:pt x="52329" y="94099"/>
                    <a:pt x="52216" y="94099"/>
                  </a:cubicBezTo>
                  <a:cubicBezTo>
                    <a:pt x="52187" y="94099"/>
                    <a:pt x="52157" y="94106"/>
                    <a:pt x="52128" y="94122"/>
                  </a:cubicBezTo>
                  <a:cubicBezTo>
                    <a:pt x="51521" y="94454"/>
                    <a:pt x="51200" y="94631"/>
                    <a:pt x="51063" y="94631"/>
                  </a:cubicBezTo>
                  <a:cubicBezTo>
                    <a:pt x="50838" y="94631"/>
                    <a:pt x="51119" y="94146"/>
                    <a:pt x="51452" y="93072"/>
                  </a:cubicBezTo>
                  <a:cubicBezTo>
                    <a:pt x="51491" y="92943"/>
                    <a:pt x="51382" y="92840"/>
                    <a:pt x="51270" y="92840"/>
                  </a:cubicBezTo>
                  <a:cubicBezTo>
                    <a:pt x="51226" y="92840"/>
                    <a:pt x="51182" y="92856"/>
                    <a:pt x="51146" y="92893"/>
                  </a:cubicBezTo>
                  <a:cubicBezTo>
                    <a:pt x="50353" y="93700"/>
                    <a:pt x="50055" y="94011"/>
                    <a:pt x="50026" y="94011"/>
                  </a:cubicBezTo>
                  <a:cubicBezTo>
                    <a:pt x="49976" y="94011"/>
                    <a:pt x="50736" y="93072"/>
                    <a:pt x="51117" y="92171"/>
                  </a:cubicBezTo>
                  <a:cubicBezTo>
                    <a:pt x="51177" y="92029"/>
                    <a:pt x="51081" y="91897"/>
                    <a:pt x="50958" y="91897"/>
                  </a:cubicBezTo>
                  <a:cubicBezTo>
                    <a:pt x="50916" y="91897"/>
                    <a:pt x="50871" y="91912"/>
                    <a:pt x="50828" y="91949"/>
                  </a:cubicBezTo>
                  <a:cubicBezTo>
                    <a:pt x="49992" y="92662"/>
                    <a:pt x="49588" y="92941"/>
                    <a:pt x="49443" y="92941"/>
                  </a:cubicBezTo>
                  <a:cubicBezTo>
                    <a:pt x="49140" y="92941"/>
                    <a:pt x="49978" y="91715"/>
                    <a:pt x="50349" y="90710"/>
                  </a:cubicBezTo>
                  <a:cubicBezTo>
                    <a:pt x="50399" y="90574"/>
                    <a:pt x="50284" y="90488"/>
                    <a:pt x="50170" y="90488"/>
                  </a:cubicBezTo>
                  <a:cubicBezTo>
                    <a:pt x="50124" y="90488"/>
                    <a:pt x="50079" y="90501"/>
                    <a:pt x="50043" y="90531"/>
                  </a:cubicBezTo>
                  <a:cubicBezTo>
                    <a:pt x="49662" y="90840"/>
                    <a:pt x="49298" y="91166"/>
                    <a:pt x="48955" y="91515"/>
                  </a:cubicBezTo>
                  <a:cubicBezTo>
                    <a:pt x="49238" y="91071"/>
                    <a:pt x="49486" y="90603"/>
                    <a:pt x="49700" y="90124"/>
                  </a:cubicBezTo>
                  <a:cubicBezTo>
                    <a:pt x="49762" y="89984"/>
                    <a:pt x="49662" y="89852"/>
                    <a:pt x="49540" y="89852"/>
                  </a:cubicBezTo>
                  <a:cubicBezTo>
                    <a:pt x="49498" y="89852"/>
                    <a:pt x="49455" y="89867"/>
                    <a:pt x="49414" y="89902"/>
                  </a:cubicBezTo>
                  <a:cubicBezTo>
                    <a:pt x="48269" y="90911"/>
                    <a:pt x="47793" y="91465"/>
                    <a:pt x="47717" y="91465"/>
                  </a:cubicBezTo>
                  <a:cubicBezTo>
                    <a:pt x="47639" y="91465"/>
                    <a:pt x="47983" y="90881"/>
                    <a:pt x="48458" y="89607"/>
                  </a:cubicBezTo>
                  <a:cubicBezTo>
                    <a:pt x="48508" y="89476"/>
                    <a:pt x="48392" y="89380"/>
                    <a:pt x="48276" y="89380"/>
                  </a:cubicBezTo>
                  <a:cubicBezTo>
                    <a:pt x="48232" y="89380"/>
                    <a:pt x="48187" y="89394"/>
                    <a:pt x="48152" y="89425"/>
                  </a:cubicBezTo>
                  <a:cubicBezTo>
                    <a:pt x="47077" y="90430"/>
                    <a:pt x="46638" y="90847"/>
                    <a:pt x="46557" y="90847"/>
                  </a:cubicBezTo>
                  <a:cubicBezTo>
                    <a:pt x="46422" y="90847"/>
                    <a:pt x="47270" y="89701"/>
                    <a:pt x="47826" y="88187"/>
                  </a:cubicBezTo>
                  <a:cubicBezTo>
                    <a:pt x="47874" y="88060"/>
                    <a:pt x="47760" y="87963"/>
                    <a:pt x="47647" y="87963"/>
                  </a:cubicBezTo>
                  <a:cubicBezTo>
                    <a:pt x="47603" y="87963"/>
                    <a:pt x="47560" y="87978"/>
                    <a:pt x="47526" y="88011"/>
                  </a:cubicBezTo>
                  <a:cubicBezTo>
                    <a:pt x="46481" y="89017"/>
                    <a:pt x="46019" y="89453"/>
                    <a:pt x="45893" y="89453"/>
                  </a:cubicBezTo>
                  <a:cubicBezTo>
                    <a:pt x="45710" y="89453"/>
                    <a:pt x="46239" y="88527"/>
                    <a:pt x="46720" y="87084"/>
                  </a:cubicBezTo>
                  <a:cubicBezTo>
                    <a:pt x="46758" y="86967"/>
                    <a:pt x="46647" y="86860"/>
                    <a:pt x="46539" y="86860"/>
                  </a:cubicBezTo>
                  <a:cubicBezTo>
                    <a:pt x="46498" y="86860"/>
                    <a:pt x="46457" y="86876"/>
                    <a:pt x="46426" y="86914"/>
                  </a:cubicBezTo>
                  <a:cubicBezTo>
                    <a:pt x="45282" y="88285"/>
                    <a:pt x="44869" y="88815"/>
                    <a:pt x="44843" y="88815"/>
                  </a:cubicBezTo>
                  <a:cubicBezTo>
                    <a:pt x="44797" y="88815"/>
                    <a:pt x="45916" y="87219"/>
                    <a:pt x="46400" y="85663"/>
                  </a:cubicBezTo>
                  <a:cubicBezTo>
                    <a:pt x="46435" y="85545"/>
                    <a:pt x="46333" y="85451"/>
                    <a:pt x="46229" y="85451"/>
                  </a:cubicBezTo>
                  <a:cubicBezTo>
                    <a:pt x="46189" y="85451"/>
                    <a:pt x="46147" y="85466"/>
                    <a:pt x="46114" y="85499"/>
                  </a:cubicBezTo>
                  <a:cubicBezTo>
                    <a:pt x="45228" y="86400"/>
                    <a:pt x="44509" y="87318"/>
                    <a:pt x="43787" y="88348"/>
                  </a:cubicBezTo>
                  <a:cubicBezTo>
                    <a:pt x="44665" y="87095"/>
                    <a:pt x="45277" y="85548"/>
                    <a:pt x="45906" y="84128"/>
                  </a:cubicBezTo>
                  <a:cubicBezTo>
                    <a:pt x="45958" y="84012"/>
                    <a:pt x="45858" y="83869"/>
                    <a:pt x="45753" y="83869"/>
                  </a:cubicBezTo>
                  <a:cubicBezTo>
                    <a:pt x="45716" y="83869"/>
                    <a:pt x="45678" y="83887"/>
                    <a:pt x="45646" y="83928"/>
                  </a:cubicBezTo>
                  <a:cubicBezTo>
                    <a:pt x="44953" y="84820"/>
                    <a:pt x="44295" y="85730"/>
                    <a:pt x="43657" y="86651"/>
                  </a:cubicBezTo>
                  <a:cubicBezTo>
                    <a:pt x="43677" y="86587"/>
                    <a:pt x="43698" y="86524"/>
                    <a:pt x="43718" y="86452"/>
                  </a:cubicBezTo>
                  <a:cubicBezTo>
                    <a:pt x="43744" y="86382"/>
                    <a:pt x="43715" y="86307"/>
                    <a:pt x="43651" y="86276"/>
                  </a:cubicBezTo>
                  <a:cubicBezTo>
                    <a:pt x="44021" y="84442"/>
                    <a:pt x="43747" y="82242"/>
                    <a:pt x="43345" y="80193"/>
                  </a:cubicBezTo>
                  <a:cubicBezTo>
                    <a:pt x="43882" y="78971"/>
                    <a:pt x="44486" y="77779"/>
                    <a:pt x="45138" y="76607"/>
                  </a:cubicBezTo>
                  <a:cubicBezTo>
                    <a:pt x="45834" y="75784"/>
                    <a:pt x="46530" y="74958"/>
                    <a:pt x="47202" y="74113"/>
                  </a:cubicBezTo>
                  <a:lnTo>
                    <a:pt x="47202" y="74113"/>
                  </a:lnTo>
                  <a:cubicBezTo>
                    <a:pt x="46042" y="75986"/>
                    <a:pt x="45020" y="77909"/>
                    <a:pt x="44197" y="79898"/>
                  </a:cubicBezTo>
                  <a:cubicBezTo>
                    <a:pt x="44128" y="79956"/>
                    <a:pt x="44067" y="80019"/>
                    <a:pt x="44001" y="80077"/>
                  </a:cubicBezTo>
                  <a:cubicBezTo>
                    <a:pt x="43966" y="80105"/>
                    <a:pt x="43998" y="80147"/>
                    <a:pt x="44034" y="80147"/>
                  </a:cubicBezTo>
                  <a:cubicBezTo>
                    <a:pt x="44043" y="80147"/>
                    <a:pt x="44053" y="80144"/>
                    <a:pt x="44061" y="80138"/>
                  </a:cubicBezTo>
                  <a:cubicBezTo>
                    <a:pt x="44079" y="80120"/>
                    <a:pt x="44096" y="80103"/>
                    <a:pt x="44113" y="80089"/>
                  </a:cubicBezTo>
                  <a:lnTo>
                    <a:pt x="44113" y="80089"/>
                  </a:lnTo>
                  <a:cubicBezTo>
                    <a:pt x="44096" y="80135"/>
                    <a:pt x="44073" y="80181"/>
                    <a:pt x="44056" y="80227"/>
                  </a:cubicBezTo>
                  <a:cubicBezTo>
                    <a:pt x="44016" y="80323"/>
                    <a:pt x="44107" y="80401"/>
                    <a:pt x="44195" y="80401"/>
                  </a:cubicBezTo>
                  <a:cubicBezTo>
                    <a:pt x="44228" y="80401"/>
                    <a:pt x="44262" y="80389"/>
                    <a:pt x="44287" y="80363"/>
                  </a:cubicBezTo>
                  <a:cubicBezTo>
                    <a:pt x="44512" y="80123"/>
                    <a:pt x="44725" y="79878"/>
                    <a:pt x="44945" y="79638"/>
                  </a:cubicBezTo>
                  <a:lnTo>
                    <a:pt x="44945" y="79638"/>
                  </a:lnTo>
                  <a:cubicBezTo>
                    <a:pt x="44471" y="80536"/>
                    <a:pt x="44064" y="81469"/>
                    <a:pt x="43726" y="82427"/>
                  </a:cubicBezTo>
                  <a:cubicBezTo>
                    <a:pt x="43691" y="82529"/>
                    <a:pt x="43788" y="82620"/>
                    <a:pt x="43881" y="82620"/>
                  </a:cubicBezTo>
                  <a:cubicBezTo>
                    <a:pt x="43917" y="82620"/>
                    <a:pt x="43953" y="82607"/>
                    <a:pt x="43980" y="82574"/>
                  </a:cubicBezTo>
                  <a:cubicBezTo>
                    <a:pt x="45513" y="80816"/>
                    <a:pt x="47015" y="79032"/>
                    <a:pt x="48484" y="77225"/>
                  </a:cubicBezTo>
                  <a:lnTo>
                    <a:pt x="48484" y="77225"/>
                  </a:lnTo>
                  <a:cubicBezTo>
                    <a:pt x="46919" y="79480"/>
                    <a:pt x="45421" y="81775"/>
                    <a:pt x="44058" y="84125"/>
                  </a:cubicBezTo>
                  <a:cubicBezTo>
                    <a:pt x="43990" y="84243"/>
                    <a:pt x="44091" y="84348"/>
                    <a:pt x="44194" y="84348"/>
                  </a:cubicBezTo>
                  <a:cubicBezTo>
                    <a:pt x="44240" y="84348"/>
                    <a:pt x="44286" y="84327"/>
                    <a:pt x="44318" y="84278"/>
                  </a:cubicBezTo>
                  <a:cubicBezTo>
                    <a:pt x="46795" y="80395"/>
                    <a:pt x="49827" y="76977"/>
                    <a:pt x="52815" y="73486"/>
                  </a:cubicBezTo>
                  <a:cubicBezTo>
                    <a:pt x="53320" y="72894"/>
                    <a:pt x="53805" y="72288"/>
                    <a:pt x="54278" y="71679"/>
                  </a:cubicBezTo>
                  <a:lnTo>
                    <a:pt x="54278" y="71679"/>
                  </a:lnTo>
                  <a:cubicBezTo>
                    <a:pt x="53785" y="72432"/>
                    <a:pt x="53277" y="73174"/>
                    <a:pt x="52728" y="73890"/>
                  </a:cubicBezTo>
                  <a:cubicBezTo>
                    <a:pt x="52649" y="73993"/>
                    <a:pt x="52753" y="74103"/>
                    <a:pt x="52859" y="74103"/>
                  </a:cubicBezTo>
                  <a:cubicBezTo>
                    <a:pt x="52892" y="74103"/>
                    <a:pt x="52926" y="74092"/>
                    <a:pt x="52953" y="74066"/>
                  </a:cubicBezTo>
                  <a:cubicBezTo>
                    <a:pt x="54645" y="72461"/>
                    <a:pt x="56175" y="70732"/>
                    <a:pt x="57645" y="68945"/>
                  </a:cubicBezTo>
                  <a:lnTo>
                    <a:pt x="57645" y="68945"/>
                  </a:lnTo>
                  <a:cubicBezTo>
                    <a:pt x="56787" y="70131"/>
                    <a:pt x="55973" y="71338"/>
                    <a:pt x="55234" y="72623"/>
                  </a:cubicBezTo>
                  <a:cubicBezTo>
                    <a:pt x="55167" y="72740"/>
                    <a:pt x="55268" y="72863"/>
                    <a:pt x="55377" y="72863"/>
                  </a:cubicBezTo>
                  <a:cubicBezTo>
                    <a:pt x="55413" y="72863"/>
                    <a:pt x="55450" y="72849"/>
                    <a:pt x="55482" y="72816"/>
                  </a:cubicBezTo>
                  <a:cubicBezTo>
                    <a:pt x="57720" y="70501"/>
                    <a:pt x="59458" y="67848"/>
                    <a:pt x="61473" y="65342"/>
                  </a:cubicBezTo>
                  <a:lnTo>
                    <a:pt x="61473" y="65342"/>
                  </a:lnTo>
                  <a:cubicBezTo>
                    <a:pt x="60777" y="66208"/>
                    <a:pt x="58681" y="69138"/>
                    <a:pt x="57749" y="70891"/>
                  </a:cubicBezTo>
                  <a:cubicBezTo>
                    <a:pt x="57682" y="71016"/>
                    <a:pt x="57779" y="71125"/>
                    <a:pt x="57891" y="71125"/>
                  </a:cubicBezTo>
                  <a:cubicBezTo>
                    <a:pt x="57929" y="71125"/>
                    <a:pt x="57968" y="71113"/>
                    <a:pt x="58003" y="71084"/>
                  </a:cubicBezTo>
                  <a:cubicBezTo>
                    <a:pt x="59103" y="70207"/>
                    <a:pt x="59693" y="69620"/>
                    <a:pt x="59828" y="69620"/>
                  </a:cubicBezTo>
                  <a:cubicBezTo>
                    <a:pt x="59958" y="69620"/>
                    <a:pt x="59667" y="70164"/>
                    <a:pt x="59004" y="71517"/>
                  </a:cubicBezTo>
                  <a:cubicBezTo>
                    <a:pt x="58944" y="71642"/>
                    <a:pt x="59042" y="71767"/>
                    <a:pt x="59154" y="71767"/>
                  </a:cubicBezTo>
                  <a:cubicBezTo>
                    <a:pt x="59192" y="71767"/>
                    <a:pt x="59231" y="71753"/>
                    <a:pt x="59267" y="71719"/>
                  </a:cubicBezTo>
                  <a:cubicBezTo>
                    <a:pt x="59779" y="71235"/>
                    <a:pt x="60510" y="70314"/>
                    <a:pt x="60762" y="70314"/>
                  </a:cubicBezTo>
                  <a:cubicBezTo>
                    <a:pt x="60911" y="70314"/>
                    <a:pt x="60893" y="70636"/>
                    <a:pt x="60563" y="71558"/>
                  </a:cubicBezTo>
                  <a:cubicBezTo>
                    <a:pt x="60524" y="71668"/>
                    <a:pt x="60632" y="71771"/>
                    <a:pt x="60734" y="71771"/>
                  </a:cubicBezTo>
                  <a:cubicBezTo>
                    <a:pt x="60773" y="71771"/>
                    <a:pt x="60812" y="71755"/>
                    <a:pt x="60841" y="71719"/>
                  </a:cubicBezTo>
                  <a:cubicBezTo>
                    <a:pt x="60947" y="71589"/>
                    <a:pt x="61525" y="70853"/>
                    <a:pt x="61880" y="70322"/>
                  </a:cubicBezTo>
                  <a:cubicBezTo>
                    <a:pt x="61900" y="70316"/>
                    <a:pt x="61923" y="70319"/>
                    <a:pt x="61946" y="70302"/>
                  </a:cubicBezTo>
                  <a:cubicBezTo>
                    <a:pt x="62192" y="70134"/>
                    <a:pt x="62405" y="69921"/>
                    <a:pt x="62576" y="69672"/>
                  </a:cubicBezTo>
                  <a:cubicBezTo>
                    <a:pt x="62677" y="69547"/>
                    <a:pt x="62570" y="69380"/>
                    <a:pt x="62450" y="69380"/>
                  </a:cubicBezTo>
                  <a:cubicBezTo>
                    <a:pt x="62412" y="69380"/>
                    <a:pt x="62373" y="69396"/>
                    <a:pt x="62339" y="69436"/>
                  </a:cubicBezTo>
                  <a:cubicBezTo>
                    <a:pt x="62200" y="69589"/>
                    <a:pt x="62073" y="69736"/>
                    <a:pt x="61964" y="69869"/>
                  </a:cubicBezTo>
                  <a:cubicBezTo>
                    <a:pt x="61874" y="69929"/>
                    <a:pt x="61790" y="69993"/>
                    <a:pt x="61710" y="70062"/>
                  </a:cubicBezTo>
                  <a:cubicBezTo>
                    <a:pt x="61663" y="70100"/>
                    <a:pt x="61649" y="70163"/>
                    <a:pt x="61675" y="70218"/>
                  </a:cubicBezTo>
                  <a:cubicBezTo>
                    <a:pt x="61526" y="70394"/>
                    <a:pt x="61427" y="70502"/>
                    <a:pt x="61385" y="70502"/>
                  </a:cubicBezTo>
                  <a:cubicBezTo>
                    <a:pt x="61315" y="70502"/>
                    <a:pt x="61400" y="70209"/>
                    <a:pt x="61675" y="69439"/>
                  </a:cubicBezTo>
                  <a:cubicBezTo>
                    <a:pt x="61720" y="69315"/>
                    <a:pt x="61619" y="69236"/>
                    <a:pt x="61514" y="69236"/>
                  </a:cubicBezTo>
                  <a:cubicBezTo>
                    <a:pt x="61472" y="69236"/>
                    <a:pt x="61429" y="69249"/>
                    <a:pt x="61395" y="69277"/>
                  </a:cubicBezTo>
                  <a:cubicBezTo>
                    <a:pt x="60446" y="70065"/>
                    <a:pt x="60002" y="70453"/>
                    <a:pt x="59914" y="70453"/>
                  </a:cubicBezTo>
                  <a:cubicBezTo>
                    <a:pt x="59801" y="70453"/>
                    <a:pt x="60279" y="69806"/>
                    <a:pt x="61025" y="68532"/>
                  </a:cubicBezTo>
                  <a:cubicBezTo>
                    <a:pt x="61099" y="68404"/>
                    <a:pt x="60995" y="68292"/>
                    <a:pt x="60880" y="68292"/>
                  </a:cubicBezTo>
                  <a:cubicBezTo>
                    <a:pt x="60842" y="68292"/>
                    <a:pt x="60803" y="68305"/>
                    <a:pt x="60768" y="68333"/>
                  </a:cubicBezTo>
                  <a:cubicBezTo>
                    <a:pt x="60240" y="68765"/>
                    <a:pt x="59003" y="70007"/>
                    <a:pt x="58765" y="70007"/>
                  </a:cubicBezTo>
                  <a:cubicBezTo>
                    <a:pt x="58641" y="70007"/>
                    <a:pt x="58790" y="69667"/>
                    <a:pt x="59458" y="68694"/>
                  </a:cubicBezTo>
                  <a:cubicBezTo>
                    <a:pt x="60523" y="67140"/>
                    <a:pt x="61704" y="65795"/>
                    <a:pt x="62596" y="64118"/>
                  </a:cubicBezTo>
                  <a:cubicBezTo>
                    <a:pt x="62656" y="64004"/>
                    <a:pt x="62559" y="63878"/>
                    <a:pt x="62453" y="63878"/>
                  </a:cubicBezTo>
                  <a:cubicBezTo>
                    <a:pt x="62417" y="63878"/>
                    <a:pt x="62380" y="63893"/>
                    <a:pt x="62348" y="63927"/>
                  </a:cubicBezTo>
                  <a:cubicBezTo>
                    <a:pt x="60483" y="65954"/>
                    <a:pt x="58927" y="68197"/>
                    <a:pt x="57229" y="70354"/>
                  </a:cubicBezTo>
                  <a:cubicBezTo>
                    <a:pt x="58828" y="68272"/>
                    <a:pt x="60402" y="65824"/>
                    <a:pt x="61805" y="63641"/>
                  </a:cubicBezTo>
                  <a:cubicBezTo>
                    <a:pt x="61879" y="63523"/>
                    <a:pt x="61778" y="63423"/>
                    <a:pt x="61670" y="63423"/>
                  </a:cubicBezTo>
                  <a:cubicBezTo>
                    <a:pt x="61623" y="63423"/>
                    <a:pt x="61575" y="63442"/>
                    <a:pt x="61539" y="63488"/>
                  </a:cubicBezTo>
                  <a:cubicBezTo>
                    <a:pt x="59388" y="66297"/>
                    <a:pt x="57255" y="69107"/>
                    <a:pt x="54888" y="71739"/>
                  </a:cubicBezTo>
                  <a:cubicBezTo>
                    <a:pt x="54159" y="72550"/>
                    <a:pt x="53871" y="72867"/>
                    <a:pt x="53847" y="72867"/>
                  </a:cubicBezTo>
                  <a:cubicBezTo>
                    <a:pt x="53814" y="72867"/>
                    <a:pt x="54235" y="72320"/>
                    <a:pt x="54706" y="71624"/>
                  </a:cubicBezTo>
                  <a:cubicBezTo>
                    <a:pt x="55390" y="70614"/>
                    <a:pt x="56005" y="69548"/>
                    <a:pt x="56620" y="68489"/>
                  </a:cubicBezTo>
                  <a:cubicBezTo>
                    <a:pt x="57884" y="66679"/>
                    <a:pt x="59097" y="64837"/>
                    <a:pt x="60370" y="63003"/>
                  </a:cubicBezTo>
                  <a:cubicBezTo>
                    <a:pt x="60435" y="62910"/>
                    <a:pt x="60339" y="62800"/>
                    <a:pt x="60246" y="62800"/>
                  </a:cubicBezTo>
                  <a:cubicBezTo>
                    <a:pt x="60215" y="62800"/>
                    <a:pt x="60184" y="62812"/>
                    <a:pt x="60159" y="62842"/>
                  </a:cubicBezTo>
                  <a:cubicBezTo>
                    <a:pt x="58589" y="64721"/>
                    <a:pt x="57318" y="66797"/>
                    <a:pt x="56045" y="68876"/>
                  </a:cubicBezTo>
                  <a:cubicBezTo>
                    <a:pt x="55563" y="69563"/>
                    <a:pt x="55072" y="70247"/>
                    <a:pt x="54547" y="70925"/>
                  </a:cubicBezTo>
                  <a:cubicBezTo>
                    <a:pt x="52361" y="73743"/>
                    <a:pt x="49913" y="76362"/>
                    <a:pt x="47650" y="79119"/>
                  </a:cubicBezTo>
                  <a:cubicBezTo>
                    <a:pt x="47295" y="79549"/>
                    <a:pt x="46241" y="81157"/>
                    <a:pt x="45617" y="82121"/>
                  </a:cubicBezTo>
                  <a:lnTo>
                    <a:pt x="45906" y="81674"/>
                  </a:lnTo>
                  <a:cubicBezTo>
                    <a:pt x="47892" y="78559"/>
                    <a:pt x="50069" y="75510"/>
                    <a:pt x="52234" y="72516"/>
                  </a:cubicBezTo>
                  <a:cubicBezTo>
                    <a:pt x="52327" y="72389"/>
                    <a:pt x="52416" y="72259"/>
                    <a:pt x="52509" y="72132"/>
                  </a:cubicBezTo>
                  <a:cubicBezTo>
                    <a:pt x="55427" y="68350"/>
                    <a:pt x="58248" y="64496"/>
                    <a:pt x="61014" y="60593"/>
                  </a:cubicBezTo>
                  <a:cubicBezTo>
                    <a:pt x="61718" y="59600"/>
                    <a:pt x="62408" y="58598"/>
                    <a:pt x="63104" y="57599"/>
                  </a:cubicBezTo>
                  <a:cubicBezTo>
                    <a:pt x="63118" y="57681"/>
                    <a:pt x="63187" y="57728"/>
                    <a:pt x="63256" y="57728"/>
                  </a:cubicBezTo>
                  <a:cubicBezTo>
                    <a:pt x="63303" y="57728"/>
                    <a:pt x="63351" y="57706"/>
                    <a:pt x="63381" y="57660"/>
                  </a:cubicBezTo>
                  <a:cubicBezTo>
                    <a:pt x="65578" y="54758"/>
                    <a:pt x="67403" y="51611"/>
                    <a:pt x="69502" y="48643"/>
                  </a:cubicBezTo>
                  <a:cubicBezTo>
                    <a:pt x="71488" y="45837"/>
                    <a:pt x="73616" y="43227"/>
                    <a:pt x="75290" y="40236"/>
                  </a:cubicBezTo>
                  <a:lnTo>
                    <a:pt x="75290" y="40236"/>
                  </a:lnTo>
                  <a:cubicBezTo>
                    <a:pt x="75313" y="40424"/>
                    <a:pt x="75227" y="40831"/>
                    <a:pt x="75024" y="41466"/>
                  </a:cubicBezTo>
                  <a:cubicBezTo>
                    <a:pt x="74106" y="43236"/>
                    <a:pt x="72698" y="44905"/>
                    <a:pt x="71488" y="46444"/>
                  </a:cubicBezTo>
                  <a:cubicBezTo>
                    <a:pt x="68832" y="49824"/>
                    <a:pt x="66219" y="53208"/>
                    <a:pt x="64224" y="57033"/>
                  </a:cubicBezTo>
                  <a:cubicBezTo>
                    <a:pt x="64171" y="57138"/>
                    <a:pt x="64263" y="57259"/>
                    <a:pt x="64358" y="57259"/>
                  </a:cubicBezTo>
                  <a:cubicBezTo>
                    <a:pt x="64391" y="57259"/>
                    <a:pt x="64425" y="57244"/>
                    <a:pt x="64452" y="57209"/>
                  </a:cubicBezTo>
                  <a:cubicBezTo>
                    <a:pt x="66228" y="54960"/>
                    <a:pt x="68006" y="52711"/>
                    <a:pt x="69782" y="50462"/>
                  </a:cubicBezTo>
                  <a:lnTo>
                    <a:pt x="69782" y="50462"/>
                  </a:lnTo>
                  <a:cubicBezTo>
                    <a:pt x="68003" y="52893"/>
                    <a:pt x="66236" y="55333"/>
                    <a:pt x="64548" y="57827"/>
                  </a:cubicBezTo>
                  <a:cubicBezTo>
                    <a:pt x="64482" y="57922"/>
                    <a:pt x="64579" y="58032"/>
                    <a:pt x="64673" y="58032"/>
                  </a:cubicBezTo>
                  <a:cubicBezTo>
                    <a:pt x="64705" y="58032"/>
                    <a:pt x="64736" y="58020"/>
                    <a:pt x="64761" y="57992"/>
                  </a:cubicBezTo>
                  <a:cubicBezTo>
                    <a:pt x="69328" y="52766"/>
                    <a:pt x="72674" y="46585"/>
                    <a:pt x="77706" y="41755"/>
                  </a:cubicBezTo>
                  <a:lnTo>
                    <a:pt x="77706" y="41755"/>
                  </a:lnTo>
                  <a:cubicBezTo>
                    <a:pt x="77620" y="42200"/>
                    <a:pt x="77533" y="42644"/>
                    <a:pt x="77447" y="43089"/>
                  </a:cubicBezTo>
                  <a:cubicBezTo>
                    <a:pt x="76696" y="44330"/>
                    <a:pt x="75836" y="45502"/>
                    <a:pt x="74880" y="46594"/>
                  </a:cubicBezTo>
                  <a:cubicBezTo>
                    <a:pt x="73656" y="48092"/>
                    <a:pt x="72308" y="49492"/>
                    <a:pt x="71043" y="50956"/>
                  </a:cubicBezTo>
                  <a:cubicBezTo>
                    <a:pt x="68953" y="53375"/>
                    <a:pt x="66926" y="55893"/>
                    <a:pt x="65009" y="58453"/>
                  </a:cubicBezTo>
                  <a:cubicBezTo>
                    <a:pt x="64929" y="58558"/>
                    <a:pt x="65036" y="58672"/>
                    <a:pt x="65145" y="58672"/>
                  </a:cubicBezTo>
                  <a:cubicBezTo>
                    <a:pt x="65180" y="58672"/>
                    <a:pt x="65215" y="58660"/>
                    <a:pt x="65243" y="58632"/>
                  </a:cubicBezTo>
                  <a:cubicBezTo>
                    <a:pt x="66199" y="57741"/>
                    <a:pt x="66746" y="57188"/>
                    <a:pt x="66890" y="57188"/>
                  </a:cubicBezTo>
                  <a:cubicBezTo>
                    <a:pt x="67035" y="57188"/>
                    <a:pt x="66774" y="57747"/>
                    <a:pt x="66112" y="59083"/>
                  </a:cubicBezTo>
                  <a:cubicBezTo>
                    <a:pt x="66055" y="59202"/>
                    <a:pt x="66143" y="59297"/>
                    <a:pt x="66240" y="59297"/>
                  </a:cubicBezTo>
                  <a:cubicBezTo>
                    <a:pt x="66284" y="59297"/>
                    <a:pt x="66331" y="59277"/>
                    <a:pt x="66366" y="59230"/>
                  </a:cubicBezTo>
                  <a:cubicBezTo>
                    <a:pt x="67334" y="57932"/>
                    <a:pt x="67742" y="57475"/>
                    <a:pt x="67841" y="57475"/>
                  </a:cubicBezTo>
                  <a:cubicBezTo>
                    <a:pt x="68036" y="57475"/>
                    <a:pt x="67034" y="59245"/>
                    <a:pt x="66745" y="59871"/>
                  </a:cubicBezTo>
                  <a:cubicBezTo>
                    <a:pt x="66689" y="59990"/>
                    <a:pt x="66775" y="60084"/>
                    <a:pt x="66871" y="60084"/>
                  </a:cubicBezTo>
                  <a:cubicBezTo>
                    <a:pt x="66914" y="60084"/>
                    <a:pt x="66960" y="60064"/>
                    <a:pt x="66996" y="60018"/>
                  </a:cubicBezTo>
                  <a:cubicBezTo>
                    <a:pt x="67476" y="59395"/>
                    <a:pt x="67703" y="59167"/>
                    <a:pt x="67789" y="59167"/>
                  </a:cubicBezTo>
                  <a:cubicBezTo>
                    <a:pt x="67986" y="59167"/>
                    <a:pt x="67452" y="60362"/>
                    <a:pt x="67553" y="60772"/>
                  </a:cubicBezTo>
                  <a:cubicBezTo>
                    <a:pt x="67570" y="60838"/>
                    <a:pt x="67637" y="60881"/>
                    <a:pt x="67703" y="60881"/>
                  </a:cubicBezTo>
                  <a:cubicBezTo>
                    <a:pt x="67740" y="60881"/>
                    <a:pt x="67775" y="60868"/>
                    <a:pt x="67801" y="60838"/>
                  </a:cubicBezTo>
                  <a:cubicBezTo>
                    <a:pt x="67894" y="60731"/>
                    <a:pt x="67986" y="60627"/>
                    <a:pt x="68078" y="60523"/>
                  </a:cubicBezTo>
                  <a:cubicBezTo>
                    <a:pt x="68173" y="60413"/>
                    <a:pt x="68074" y="60264"/>
                    <a:pt x="67966" y="60264"/>
                  </a:cubicBezTo>
                  <a:cubicBezTo>
                    <a:pt x="67932" y="60264"/>
                    <a:pt x="67898" y="60279"/>
                    <a:pt x="67868" y="60313"/>
                  </a:cubicBezTo>
                  <a:cubicBezTo>
                    <a:pt x="68150" y="59588"/>
                    <a:pt x="68390" y="58846"/>
                    <a:pt x="68586" y="58093"/>
                  </a:cubicBezTo>
                  <a:cubicBezTo>
                    <a:pt x="68618" y="57994"/>
                    <a:pt x="68528" y="57906"/>
                    <a:pt x="68437" y="57906"/>
                  </a:cubicBezTo>
                  <a:cubicBezTo>
                    <a:pt x="68403" y="57906"/>
                    <a:pt x="68369" y="57919"/>
                    <a:pt x="68341" y="57948"/>
                  </a:cubicBezTo>
                  <a:cubicBezTo>
                    <a:pt x="67771" y="58585"/>
                    <a:pt x="67506" y="58828"/>
                    <a:pt x="67428" y="58828"/>
                  </a:cubicBezTo>
                  <a:cubicBezTo>
                    <a:pt x="67225" y="58828"/>
                    <a:pt x="68314" y="57155"/>
                    <a:pt x="68569" y="56551"/>
                  </a:cubicBezTo>
                  <a:cubicBezTo>
                    <a:pt x="68614" y="56448"/>
                    <a:pt x="68533" y="56327"/>
                    <a:pt x="68439" y="56327"/>
                  </a:cubicBezTo>
                  <a:cubicBezTo>
                    <a:pt x="68407" y="56327"/>
                    <a:pt x="68374" y="56341"/>
                    <a:pt x="68344" y="56375"/>
                  </a:cubicBezTo>
                  <a:cubicBezTo>
                    <a:pt x="67450" y="57359"/>
                    <a:pt x="67099" y="57751"/>
                    <a:pt x="67041" y="57751"/>
                  </a:cubicBezTo>
                  <a:cubicBezTo>
                    <a:pt x="66954" y="57751"/>
                    <a:pt x="67551" y="56841"/>
                    <a:pt x="67957" y="55731"/>
                  </a:cubicBezTo>
                  <a:cubicBezTo>
                    <a:pt x="67995" y="55631"/>
                    <a:pt x="67899" y="55542"/>
                    <a:pt x="67807" y="55542"/>
                  </a:cubicBezTo>
                  <a:cubicBezTo>
                    <a:pt x="67772" y="55542"/>
                    <a:pt x="67737" y="55555"/>
                    <a:pt x="67712" y="55587"/>
                  </a:cubicBezTo>
                  <a:cubicBezTo>
                    <a:pt x="67157" y="56262"/>
                    <a:pt x="66577" y="56915"/>
                    <a:pt x="65971" y="57544"/>
                  </a:cubicBezTo>
                  <a:cubicBezTo>
                    <a:pt x="66765" y="56626"/>
                    <a:pt x="67547" y="55699"/>
                    <a:pt x="68318" y="54764"/>
                  </a:cubicBezTo>
                  <a:cubicBezTo>
                    <a:pt x="69912" y="52844"/>
                    <a:pt x="71456" y="50898"/>
                    <a:pt x="73116" y="49036"/>
                  </a:cubicBezTo>
                  <a:cubicBezTo>
                    <a:pt x="73451" y="48661"/>
                    <a:pt x="73780" y="48288"/>
                    <a:pt x="74106" y="47913"/>
                  </a:cubicBezTo>
                  <a:lnTo>
                    <a:pt x="74106" y="47913"/>
                  </a:lnTo>
                  <a:cubicBezTo>
                    <a:pt x="72859" y="49533"/>
                    <a:pt x="71626" y="51158"/>
                    <a:pt x="70425" y="52815"/>
                  </a:cubicBezTo>
                  <a:cubicBezTo>
                    <a:pt x="70386" y="52869"/>
                    <a:pt x="70445" y="52935"/>
                    <a:pt x="70500" y="52935"/>
                  </a:cubicBezTo>
                  <a:cubicBezTo>
                    <a:pt x="70518" y="52935"/>
                    <a:pt x="70536" y="52928"/>
                    <a:pt x="70550" y="52910"/>
                  </a:cubicBezTo>
                  <a:cubicBezTo>
                    <a:pt x="72698" y="50130"/>
                    <a:pt x="74863" y="47359"/>
                    <a:pt x="77066" y="44622"/>
                  </a:cubicBezTo>
                  <a:cubicBezTo>
                    <a:pt x="77750" y="43773"/>
                    <a:pt x="79003" y="42610"/>
                    <a:pt x="79479" y="41634"/>
                  </a:cubicBezTo>
                  <a:lnTo>
                    <a:pt x="79479" y="41634"/>
                  </a:lnTo>
                  <a:cubicBezTo>
                    <a:pt x="78616" y="43409"/>
                    <a:pt x="77311" y="45017"/>
                    <a:pt x="76179" y="46628"/>
                  </a:cubicBezTo>
                  <a:cubicBezTo>
                    <a:pt x="76099" y="46746"/>
                    <a:pt x="76213" y="46874"/>
                    <a:pt x="76330" y="46874"/>
                  </a:cubicBezTo>
                  <a:cubicBezTo>
                    <a:pt x="76368" y="46874"/>
                    <a:pt x="76407" y="46860"/>
                    <a:pt x="76439" y="46828"/>
                  </a:cubicBezTo>
                  <a:cubicBezTo>
                    <a:pt x="77403" y="45835"/>
                    <a:pt x="78344" y="44821"/>
                    <a:pt x="79274" y="43794"/>
                  </a:cubicBezTo>
                  <a:lnTo>
                    <a:pt x="79274" y="43794"/>
                  </a:lnTo>
                  <a:cubicBezTo>
                    <a:pt x="78315" y="44854"/>
                    <a:pt x="77620" y="46623"/>
                    <a:pt x="76970" y="47890"/>
                  </a:cubicBezTo>
                  <a:cubicBezTo>
                    <a:pt x="76912" y="48006"/>
                    <a:pt x="77014" y="48140"/>
                    <a:pt x="77120" y="48140"/>
                  </a:cubicBezTo>
                  <a:cubicBezTo>
                    <a:pt x="77157" y="48140"/>
                    <a:pt x="77193" y="48124"/>
                    <a:pt x="77224" y="48086"/>
                  </a:cubicBezTo>
                  <a:cubicBezTo>
                    <a:pt x="77490" y="47755"/>
                    <a:pt x="78778" y="45948"/>
                    <a:pt x="78983" y="45948"/>
                  </a:cubicBezTo>
                  <a:cubicBezTo>
                    <a:pt x="79077" y="45948"/>
                    <a:pt x="78945" y="46324"/>
                    <a:pt x="78388" y="47390"/>
                  </a:cubicBezTo>
                  <a:cubicBezTo>
                    <a:pt x="77727" y="48658"/>
                    <a:pt x="76774" y="49821"/>
                    <a:pt x="76029" y="51043"/>
                  </a:cubicBezTo>
                  <a:cubicBezTo>
                    <a:pt x="75962" y="51155"/>
                    <a:pt x="76066" y="51282"/>
                    <a:pt x="76173" y="51282"/>
                  </a:cubicBezTo>
                  <a:cubicBezTo>
                    <a:pt x="76209" y="51282"/>
                    <a:pt x="76245" y="51267"/>
                    <a:pt x="76275" y="51233"/>
                  </a:cubicBezTo>
                  <a:cubicBezTo>
                    <a:pt x="76780" y="50661"/>
                    <a:pt x="79003" y="48693"/>
                    <a:pt x="79086" y="48511"/>
                  </a:cubicBezTo>
                  <a:lnTo>
                    <a:pt x="79086" y="48511"/>
                  </a:lnTo>
                  <a:cubicBezTo>
                    <a:pt x="78125" y="50618"/>
                    <a:pt x="76387" y="52451"/>
                    <a:pt x="75085" y="54351"/>
                  </a:cubicBezTo>
                  <a:cubicBezTo>
                    <a:pt x="75009" y="54462"/>
                    <a:pt x="75119" y="54587"/>
                    <a:pt x="75229" y="54587"/>
                  </a:cubicBezTo>
                  <a:cubicBezTo>
                    <a:pt x="75265" y="54587"/>
                    <a:pt x="75301" y="54574"/>
                    <a:pt x="75330" y="54542"/>
                  </a:cubicBezTo>
                  <a:cubicBezTo>
                    <a:pt x="76139" y="53645"/>
                    <a:pt x="78141" y="51245"/>
                    <a:pt x="78508" y="51245"/>
                  </a:cubicBezTo>
                  <a:cubicBezTo>
                    <a:pt x="78673" y="51245"/>
                    <a:pt x="78507" y="51729"/>
                    <a:pt x="77756" y="53052"/>
                  </a:cubicBezTo>
                  <a:cubicBezTo>
                    <a:pt x="76035" y="56080"/>
                    <a:pt x="73618" y="58722"/>
                    <a:pt x="71312" y="61312"/>
                  </a:cubicBezTo>
                  <a:cubicBezTo>
                    <a:pt x="70962" y="61701"/>
                    <a:pt x="70604" y="62085"/>
                    <a:pt x="70252" y="62472"/>
                  </a:cubicBezTo>
                  <a:cubicBezTo>
                    <a:pt x="70246" y="62348"/>
                    <a:pt x="70246" y="62221"/>
                    <a:pt x="70252" y="62094"/>
                  </a:cubicBezTo>
                  <a:cubicBezTo>
                    <a:pt x="70512" y="61670"/>
                    <a:pt x="70778" y="61216"/>
                    <a:pt x="70991" y="60827"/>
                  </a:cubicBezTo>
                  <a:cubicBezTo>
                    <a:pt x="71569" y="60041"/>
                    <a:pt x="72285" y="59025"/>
                    <a:pt x="72360" y="58918"/>
                  </a:cubicBezTo>
                  <a:cubicBezTo>
                    <a:pt x="72436" y="58812"/>
                    <a:pt x="72323" y="58682"/>
                    <a:pt x="72215" y="58682"/>
                  </a:cubicBezTo>
                  <a:cubicBezTo>
                    <a:pt x="72180" y="58682"/>
                    <a:pt x="72145" y="58696"/>
                    <a:pt x="72117" y="58731"/>
                  </a:cubicBezTo>
                  <a:cubicBezTo>
                    <a:pt x="70662" y="60587"/>
                    <a:pt x="69224" y="62212"/>
                    <a:pt x="68445" y="64467"/>
                  </a:cubicBezTo>
                  <a:cubicBezTo>
                    <a:pt x="68405" y="64580"/>
                    <a:pt x="68510" y="64676"/>
                    <a:pt x="68613" y="64676"/>
                  </a:cubicBezTo>
                  <a:cubicBezTo>
                    <a:pt x="68653" y="64676"/>
                    <a:pt x="68692" y="64662"/>
                    <a:pt x="68722" y="64629"/>
                  </a:cubicBezTo>
                  <a:cubicBezTo>
                    <a:pt x="69005" y="64320"/>
                    <a:pt x="69294" y="64011"/>
                    <a:pt x="69580" y="63705"/>
                  </a:cubicBezTo>
                  <a:cubicBezTo>
                    <a:pt x="69594" y="63702"/>
                    <a:pt x="69611" y="63699"/>
                    <a:pt x="69626" y="63696"/>
                  </a:cubicBezTo>
                  <a:cubicBezTo>
                    <a:pt x="71857" y="62700"/>
                    <a:pt x="73177" y="60939"/>
                    <a:pt x="74525" y="58964"/>
                  </a:cubicBezTo>
                  <a:cubicBezTo>
                    <a:pt x="75437" y="57636"/>
                    <a:pt x="76237" y="56228"/>
                    <a:pt x="77120" y="54879"/>
                  </a:cubicBezTo>
                  <a:cubicBezTo>
                    <a:pt x="78190" y="53250"/>
                    <a:pt x="80126" y="51953"/>
                    <a:pt x="81132" y="50448"/>
                  </a:cubicBezTo>
                  <a:lnTo>
                    <a:pt x="81132" y="50448"/>
                  </a:lnTo>
                  <a:cubicBezTo>
                    <a:pt x="79011" y="53625"/>
                    <a:pt x="76781" y="56714"/>
                    <a:pt x="74332" y="59637"/>
                  </a:cubicBezTo>
                  <a:cubicBezTo>
                    <a:pt x="73373" y="60688"/>
                    <a:pt x="72423" y="61748"/>
                    <a:pt x="71482" y="62816"/>
                  </a:cubicBezTo>
                  <a:cubicBezTo>
                    <a:pt x="71374" y="62940"/>
                    <a:pt x="71481" y="63104"/>
                    <a:pt x="71604" y="63104"/>
                  </a:cubicBezTo>
                  <a:cubicBezTo>
                    <a:pt x="71642" y="63104"/>
                    <a:pt x="71681" y="63089"/>
                    <a:pt x="71716" y="63052"/>
                  </a:cubicBezTo>
                  <a:cubicBezTo>
                    <a:pt x="72920" y="61805"/>
                    <a:pt x="74052" y="60506"/>
                    <a:pt x="75143" y="59175"/>
                  </a:cubicBezTo>
                  <a:cubicBezTo>
                    <a:pt x="75449" y="58875"/>
                    <a:pt x="75738" y="58583"/>
                    <a:pt x="75974" y="58326"/>
                  </a:cubicBezTo>
                  <a:cubicBezTo>
                    <a:pt x="76657" y="57586"/>
                    <a:pt x="76985" y="57303"/>
                    <a:pt x="77089" y="57303"/>
                  </a:cubicBezTo>
                  <a:cubicBezTo>
                    <a:pt x="77292" y="57303"/>
                    <a:pt x="76645" y="58377"/>
                    <a:pt x="76113" y="59239"/>
                  </a:cubicBezTo>
                  <a:cubicBezTo>
                    <a:pt x="76762" y="58208"/>
                    <a:pt x="77698" y="57186"/>
                    <a:pt x="78220" y="55890"/>
                  </a:cubicBezTo>
                  <a:cubicBezTo>
                    <a:pt x="78266" y="55776"/>
                    <a:pt x="78156" y="55681"/>
                    <a:pt x="78050" y="55681"/>
                  </a:cubicBezTo>
                  <a:cubicBezTo>
                    <a:pt x="78009" y="55681"/>
                    <a:pt x="77968" y="55695"/>
                    <a:pt x="77937" y="55728"/>
                  </a:cubicBezTo>
                  <a:cubicBezTo>
                    <a:pt x="77747" y="55930"/>
                    <a:pt x="77562" y="56135"/>
                    <a:pt x="77372" y="56340"/>
                  </a:cubicBezTo>
                  <a:cubicBezTo>
                    <a:pt x="79084" y="54057"/>
                    <a:pt x="80700" y="51698"/>
                    <a:pt x="82300" y="49319"/>
                  </a:cubicBezTo>
                  <a:cubicBezTo>
                    <a:pt x="82385" y="49191"/>
                    <a:pt x="82268" y="49067"/>
                    <a:pt x="82146" y="49067"/>
                  </a:cubicBezTo>
                  <a:cubicBezTo>
                    <a:pt x="82106" y="49067"/>
                    <a:pt x="82065" y="49081"/>
                    <a:pt x="82031" y="49111"/>
                  </a:cubicBezTo>
                  <a:cubicBezTo>
                    <a:pt x="80472" y="50497"/>
                    <a:pt x="79035" y="52015"/>
                    <a:pt x="77741" y="53652"/>
                  </a:cubicBezTo>
                  <a:cubicBezTo>
                    <a:pt x="78529" y="52356"/>
                    <a:pt x="79225" y="51011"/>
                    <a:pt x="79785" y="49590"/>
                  </a:cubicBezTo>
                  <a:cubicBezTo>
                    <a:pt x="79829" y="49482"/>
                    <a:pt x="79723" y="49390"/>
                    <a:pt x="79623" y="49390"/>
                  </a:cubicBezTo>
                  <a:cubicBezTo>
                    <a:pt x="79585" y="49390"/>
                    <a:pt x="79547" y="49403"/>
                    <a:pt x="79520" y="49434"/>
                  </a:cubicBezTo>
                  <a:cubicBezTo>
                    <a:pt x="78370" y="50708"/>
                    <a:pt x="77085" y="51990"/>
                    <a:pt x="76134" y="53374"/>
                  </a:cubicBezTo>
                  <a:lnTo>
                    <a:pt x="76134" y="53374"/>
                  </a:lnTo>
                  <a:cubicBezTo>
                    <a:pt x="77490" y="51398"/>
                    <a:pt x="78922" y="49621"/>
                    <a:pt x="79924" y="47419"/>
                  </a:cubicBezTo>
                  <a:cubicBezTo>
                    <a:pt x="79977" y="47303"/>
                    <a:pt x="79892" y="47185"/>
                    <a:pt x="79787" y="47185"/>
                  </a:cubicBezTo>
                  <a:cubicBezTo>
                    <a:pt x="79752" y="47185"/>
                    <a:pt x="79714" y="47199"/>
                    <a:pt x="79678" y="47232"/>
                  </a:cubicBezTo>
                  <a:cubicBezTo>
                    <a:pt x="78856" y="48000"/>
                    <a:pt x="77398" y="49400"/>
                    <a:pt x="77040" y="49986"/>
                  </a:cubicBezTo>
                  <a:cubicBezTo>
                    <a:pt x="78099" y="48245"/>
                    <a:pt x="79162" y="46813"/>
                    <a:pt x="79782" y="44864"/>
                  </a:cubicBezTo>
                  <a:cubicBezTo>
                    <a:pt x="79816" y="44760"/>
                    <a:pt x="79717" y="44662"/>
                    <a:pt x="79622" y="44662"/>
                  </a:cubicBezTo>
                  <a:cubicBezTo>
                    <a:pt x="79586" y="44662"/>
                    <a:pt x="79550" y="44677"/>
                    <a:pt x="79522" y="44711"/>
                  </a:cubicBezTo>
                  <a:cubicBezTo>
                    <a:pt x="78479" y="46001"/>
                    <a:pt x="78048" y="46490"/>
                    <a:pt x="77983" y="46490"/>
                  </a:cubicBezTo>
                  <a:cubicBezTo>
                    <a:pt x="77838" y="46490"/>
                    <a:pt x="79495" y="44082"/>
                    <a:pt x="80247" y="42699"/>
                  </a:cubicBezTo>
                  <a:cubicBezTo>
                    <a:pt x="80312" y="42581"/>
                    <a:pt x="80208" y="42448"/>
                    <a:pt x="80097" y="42448"/>
                  </a:cubicBezTo>
                  <a:cubicBezTo>
                    <a:pt x="80059" y="42448"/>
                    <a:pt x="80020" y="42463"/>
                    <a:pt x="79987" y="42500"/>
                  </a:cubicBezTo>
                  <a:cubicBezTo>
                    <a:pt x="79234" y="43346"/>
                    <a:pt x="77649" y="45110"/>
                    <a:pt x="77328" y="45566"/>
                  </a:cubicBezTo>
                  <a:cubicBezTo>
                    <a:pt x="78480" y="43926"/>
                    <a:pt x="79528" y="42298"/>
                    <a:pt x="80406" y="40496"/>
                  </a:cubicBezTo>
                  <a:cubicBezTo>
                    <a:pt x="80464" y="40376"/>
                    <a:pt x="80361" y="40236"/>
                    <a:pt x="80253" y="40236"/>
                  </a:cubicBezTo>
                  <a:cubicBezTo>
                    <a:pt x="80215" y="40236"/>
                    <a:pt x="80176" y="40253"/>
                    <a:pt x="80143" y="40294"/>
                  </a:cubicBezTo>
                  <a:cubicBezTo>
                    <a:pt x="79115" y="41567"/>
                    <a:pt x="78093" y="42846"/>
                    <a:pt x="77074" y="44125"/>
                  </a:cubicBezTo>
                  <a:cubicBezTo>
                    <a:pt x="77761" y="43080"/>
                    <a:pt x="78362" y="41974"/>
                    <a:pt x="78830" y="40765"/>
                  </a:cubicBezTo>
                  <a:cubicBezTo>
                    <a:pt x="78871" y="40657"/>
                    <a:pt x="78778" y="40586"/>
                    <a:pt x="78685" y="40586"/>
                  </a:cubicBezTo>
                  <a:cubicBezTo>
                    <a:pt x="78649" y="40586"/>
                    <a:pt x="78613" y="40597"/>
                    <a:pt x="78584" y="40620"/>
                  </a:cubicBezTo>
                  <a:cubicBezTo>
                    <a:pt x="73994" y="44538"/>
                    <a:pt x="70841" y="49657"/>
                    <a:pt x="67293" y="54467"/>
                  </a:cubicBezTo>
                  <a:cubicBezTo>
                    <a:pt x="66167" y="55992"/>
                    <a:pt x="65731" y="56571"/>
                    <a:pt x="65717" y="56571"/>
                  </a:cubicBezTo>
                  <a:cubicBezTo>
                    <a:pt x="65676" y="56571"/>
                    <a:pt x="69073" y="51862"/>
                    <a:pt x="69718" y="50979"/>
                  </a:cubicBezTo>
                  <a:cubicBezTo>
                    <a:pt x="70919" y="49333"/>
                    <a:pt x="72126" y="47694"/>
                    <a:pt x="73327" y="46048"/>
                  </a:cubicBezTo>
                  <a:cubicBezTo>
                    <a:pt x="74984" y="44070"/>
                    <a:pt x="76889" y="42304"/>
                    <a:pt x="77718" y="39818"/>
                  </a:cubicBezTo>
                  <a:cubicBezTo>
                    <a:pt x="77752" y="39716"/>
                    <a:pt x="77670" y="39649"/>
                    <a:pt x="77585" y="39649"/>
                  </a:cubicBezTo>
                  <a:cubicBezTo>
                    <a:pt x="77540" y="39649"/>
                    <a:pt x="77494" y="39668"/>
                    <a:pt x="77464" y="39711"/>
                  </a:cubicBezTo>
                  <a:cubicBezTo>
                    <a:pt x="76020" y="41853"/>
                    <a:pt x="74516" y="43949"/>
                    <a:pt x="73001" y="46039"/>
                  </a:cubicBezTo>
                  <a:cubicBezTo>
                    <a:pt x="72230" y="46960"/>
                    <a:pt x="71456" y="47881"/>
                    <a:pt x="70703" y="48817"/>
                  </a:cubicBezTo>
                  <a:cubicBezTo>
                    <a:pt x="69617" y="50168"/>
                    <a:pt x="68552" y="51536"/>
                    <a:pt x="67481" y="52899"/>
                  </a:cubicBezTo>
                  <a:cubicBezTo>
                    <a:pt x="67173" y="53285"/>
                    <a:pt x="65443" y="55717"/>
                    <a:pt x="65318" y="55717"/>
                  </a:cubicBezTo>
                  <a:cubicBezTo>
                    <a:pt x="65267" y="55717"/>
                    <a:pt x="65482" y="55314"/>
                    <a:pt x="66167" y="54207"/>
                  </a:cubicBezTo>
                  <a:cubicBezTo>
                    <a:pt x="69375" y="49022"/>
                    <a:pt x="74170" y="44752"/>
                    <a:pt x="76459" y="39033"/>
                  </a:cubicBezTo>
                  <a:cubicBezTo>
                    <a:pt x="76503" y="38927"/>
                    <a:pt x="76410" y="38854"/>
                    <a:pt x="76317" y="38854"/>
                  </a:cubicBezTo>
                  <a:cubicBezTo>
                    <a:pt x="76280" y="38854"/>
                    <a:pt x="76243" y="38866"/>
                    <a:pt x="76214" y="38891"/>
                  </a:cubicBezTo>
                  <a:cubicBezTo>
                    <a:pt x="76087" y="39001"/>
                    <a:pt x="75957" y="39122"/>
                    <a:pt x="75830" y="39235"/>
                  </a:cubicBezTo>
                  <a:cubicBezTo>
                    <a:pt x="75897" y="39104"/>
                    <a:pt x="75796" y="38993"/>
                    <a:pt x="75685" y="38993"/>
                  </a:cubicBezTo>
                  <a:cubicBezTo>
                    <a:pt x="75635" y="38993"/>
                    <a:pt x="75583" y="39016"/>
                    <a:pt x="75544" y="39070"/>
                  </a:cubicBezTo>
                  <a:cubicBezTo>
                    <a:pt x="75267" y="39463"/>
                    <a:pt x="74996" y="39858"/>
                    <a:pt x="74718" y="40254"/>
                  </a:cubicBezTo>
                  <a:cubicBezTo>
                    <a:pt x="73616" y="41287"/>
                    <a:pt x="72487" y="42413"/>
                    <a:pt x="71378" y="43620"/>
                  </a:cubicBezTo>
                  <a:cubicBezTo>
                    <a:pt x="72966" y="41527"/>
                    <a:pt x="74528" y="39405"/>
                    <a:pt x="75518" y="36989"/>
                  </a:cubicBezTo>
                  <a:cubicBezTo>
                    <a:pt x="75560" y="36885"/>
                    <a:pt x="75463" y="36802"/>
                    <a:pt x="75368" y="36802"/>
                  </a:cubicBezTo>
                  <a:cubicBezTo>
                    <a:pt x="75331" y="36802"/>
                    <a:pt x="75295" y="36815"/>
                    <a:pt x="75267" y="36844"/>
                  </a:cubicBezTo>
                  <a:cubicBezTo>
                    <a:pt x="74845" y="37283"/>
                    <a:pt x="74450" y="37748"/>
                    <a:pt x="74043" y="38204"/>
                  </a:cubicBezTo>
                  <a:cubicBezTo>
                    <a:pt x="77178" y="33842"/>
                    <a:pt x="80308" y="29474"/>
                    <a:pt x="83426" y="25100"/>
                  </a:cubicBezTo>
                  <a:cubicBezTo>
                    <a:pt x="85083" y="22790"/>
                    <a:pt x="86697" y="20449"/>
                    <a:pt x="88273" y="18082"/>
                  </a:cubicBezTo>
                  <a:cubicBezTo>
                    <a:pt x="88417" y="17865"/>
                    <a:pt x="88914" y="17039"/>
                    <a:pt x="89434" y="16156"/>
                  </a:cubicBezTo>
                  <a:cubicBezTo>
                    <a:pt x="90251" y="15076"/>
                    <a:pt x="90987" y="13936"/>
                    <a:pt x="91633" y="12744"/>
                  </a:cubicBezTo>
                  <a:lnTo>
                    <a:pt x="91633" y="12744"/>
                  </a:lnTo>
                  <a:cubicBezTo>
                    <a:pt x="92023" y="12824"/>
                    <a:pt x="90704" y="15714"/>
                    <a:pt x="90282" y="16488"/>
                  </a:cubicBezTo>
                  <a:cubicBezTo>
                    <a:pt x="89933" y="17126"/>
                    <a:pt x="89535" y="17735"/>
                    <a:pt x="89119" y="18336"/>
                  </a:cubicBezTo>
                  <a:cubicBezTo>
                    <a:pt x="87817" y="19834"/>
                    <a:pt x="86570" y="21387"/>
                    <a:pt x="85438" y="23013"/>
                  </a:cubicBezTo>
                  <a:cubicBezTo>
                    <a:pt x="83356" y="25516"/>
                    <a:pt x="81234" y="27955"/>
                    <a:pt x="79494" y="30730"/>
                  </a:cubicBezTo>
                  <a:cubicBezTo>
                    <a:pt x="79431" y="30830"/>
                    <a:pt x="79522" y="30958"/>
                    <a:pt x="79627" y="30958"/>
                  </a:cubicBezTo>
                  <a:cubicBezTo>
                    <a:pt x="79651" y="30958"/>
                    <a:pt x="79677" y="30951"/>
                    <a:pt x="79701" y="30935"/>
                  </a:cubicBezTo>
                  <a:cubicBezTo>
                    <a:pt x="80518" y="30369"/>
                    <a:pt x="81301" y="29754"/>
                    <a:pt x="82043" y="29093"/>
                  </a:cubicBezTo>
                  <a:lnTo>
                    <a:pt x="82043" y="29093"/>
                  </a:lnTo>
                  <a:cubicBezTo>
                    <a:pt x="81858" y="29540"/>
                    <a:pt x="81682" y="29991"/>
                    <a:pt x="81520" y="30450"/>
                  </a:cubicBezTo>
                  <a:cubicBezTo>
                    <a:pt x="81486" y="30545"/>
                    <a:pt x="81580" y="30652"/>
                    <a:pt x="81677" y="30652"/>
                  </a:cubicBezTo>
                  <a:cubicBezTo>
                    <a:pt x="81703" y="30652"/>
                    <a:pt x="81730" y="30644"/>
                    <a:pt x="81754" y="30626"/>
                  </a:cubicBezTo>
                  <a:cubicBezTo>
                    <a:pt x="82375" y="30155"/>
                    <a:pt x="82967" y="29656"/>
                    <a:pt x="83535" y="29139"/>
                  </a:cubicBezTo>
                  <a:lnTo>
                    <a:pt x="83535" y="29139"/>
                  </a:lnTo>
                  <a:cubicBezTo>
                    <a:pt x="83189" y="29817"/>
                    <a:pt x="82886" y="30519"/>
                    <a:pt x="82626" y="31238"/>
                  </a:cubicBezTo>
                  <a:cubicBezTo>
                    <a:pt x="82586" y="31346"/>
                    <a:pt x="82683" y="31430"/>
                    <a:pt x="82780" y="31430"/>
                  </a:cubicBezTo>
                  <a:cubicBezTo>
                    <a:pt x="82818" y="31430"/>
                    <a:pt x="82856" y="31417"/>
                    <a:pt x="82886" y="31388"/>
                  </a:cubicBezTo>
                  <a:cubicBezTo>
                    <a:pt x="83258" y="31015"/>
                    <a:pt x="83631" y="30640"/>
                    <a:pt x="84003" y="30265"/>
                  </a:cubicBezTo>
                  <a:lnTo>
                    <a:pt x="84003" y="30265"/>
                  </a:lnTo>
                  <a:cubicBezTo>
                    <a:pt x="83908" y="30481"/>
                    <a:pt x="83807" y="30698"/>
                    <a:pt x="83726" y="30920"/>
                  </a:cubicBezTo>
                  <a:cubicBezTo>
                    <a:pt x="83685" y="31038"/>
                    <a:pt x="83782" y="31114"/>
                    <a:pt x="83881" y="31114"/>
                  </a:cubicBezTo>
                  <a:cubicBezTo>
                    <a:pt x="83921" y="31114"/>
                    <a:pt x="83960" y="31102"/>
                    <a:pt x="83992" y="31076"/>
                  </a:cubicBezTo>
                  <a:cubicBezTo>
                    <a:pt x="88712" y="27095"/>
                    <a:pt x="91850" y="21812"/>
                    <a:pt x="95877" y="17198"/>
                  </a:cubicBezTo>
                  <a:lnTo>
                    <a:pt x="95877" y="17198"/>
                  </a:lnTo>
                  <a:cubicBezTo>
                    <a:pt x="94113" y="19219"/>
                    <a:pt x="92491" y="22279"/>
                    <a:pt x="90634" y="24531"/>
                  </a:cubicBezTo>
                  <a:cubicBezTo>
                    <a:pt x="88686" y="26899"/>
                    <a:pt x="86682" y="29214"/>
                    <a:pt x="84840" y="31668"/>
                  </a:cubicBezTo>
                  <a:cubicBezTo>
                    <a:pt x="84757" y="31779"/>
                    <a:pt x="84877" y="31911"/>
                    <a:pt x="84991" y="31911"/>
                  </a:cubicBezTo>
                  <a:cubicBezTo>
                    <a:pt x="85029" y="31911"/>
                    <a:pt x="85065" y="31897"/>
                    <a:pt x="85094" y="31864"/>
                  </a:cubicBezTo>
                  <a:cubicBezTo>
                    <a:pt x="87294" y="29370"/>
                    <a:pt x="89353" y="26771"/>
                    <a:pt x="91394" y="24147"/>
                  </a:cubicBezTo>
                  <a:cubicBezTo>
                    <a:pt x="92107" y="23232"/>
                    <a:pt x="92982" y="22291"/>
                    <a:pt x="93848" y="21327"/>
                  </a:cubicBezTo>
                  <a:lnTo>
                    <a:pt x="93848" y="21327"/>
                  </a:lnTo>
                  <a:cubicBezTo>
                    <a:pt x="92777" y="22735"/>
                    <a:pt x="91801" y="24216"/>
                    <a:pt x="90932" y="25758"/>
                  </a:cubicBezTo>
                  <a:cubicBezTo>
                    <a:pt x="89298" y="27788"/>
                    <a:pt x="87661" y="29814"/>
                    <a:pt x="86258" y="31983"/>
                  </a:cubicBezTo>
                  <a:cubicBezTo>
                    <a:pt x="86180" y="32101"/>
                    <a:pt x="86288" y="32225"/>
                    <a:pt x="86401" y="32225"/>
                  </a:cubicBezTo>
                  <a:cubicBezTo>
                    <a:pt x="86439" y="32225"/>
                    <a:pt x="86477" y="32211"/>
                    <a:pt x="86509" y="32179"/>
                  </a:cubicBezTo>
                  <a:cubicBezTo>
                    <a:pt x="88224" y="30487"/>
                    <a:pt x="89820" y="28709"/>
                    <a:pt x="91368" y="26884"/>
                  </a:cubicBezTo>
                  <a:cubicBezTo>
                    <a:pt x="92193" y="26307"/>
                    <a:pt x="92985" y="25698"/>
                    <a:pt x="93721" y="25025"/>
                  </a:cubicBezTo>
                  <a:lnTo>
                    <a:pt x="93721" y="25025"/>
                  </a:lnTo>
                  <a:cubicBezTo>
                    <a:pt x="93253" y="25692"/>
                    <a:pt x="92806" y="26376"/>
                    <a:pt x="92390" y="27095"/>
                  </a:cubicBezTo>
                  <a:cubicBezTo>
                    <a:pt x="92312" y="27231"/>
                    <a:pt x="92421" y="27347"/>
                    <a:pt x="92543" y="27347"/>
                  </a:cubicBezTo>
                  <a:cubicBezTo>
                    <a:pt x="92583" y="27347"/>
                    <a:pt x="92625" y="27334"/>
                    <a:pt x="92661" y="27306"/>
                  </a:cubicBezTo>
                  <a:cubicBezTo>
                    <a:pt x="93819" y="26388"/>
                    <a:pt x="94927" y="25406"/>
                    <a:pt x="95981" y="24364"/>
                  </a:cubicBezTo>
                  <a:lnTo>
                    <a:pt x="95981" y="24364"/>
                  </a:lnTo>
                  <a:cubicBezTo>
                    <a:pt x="95187" y="25366"/>
                    <a:pt x="94405" y="26376"/>
                    <a:pt x="93654" y="27412"/>
                  </a:cubicBezTo>
                  <a:cubicBezTo>
                    <a:pt x="93577" y="27523"/>
                    <a:pt x="93689" y="27668"/>
                    <a:pt x="93805" y="27668"/>
                  </a:cubicBezTo>
                  <a:cubicBezTo>
                    <a:pt x="93831" y="27668"/>
                    <a:pt x="93858" y="27660"/>
                    <a:pt x="93882" y="27643"/>
                  </a:cubicBezTo>
                  <a:cubicBezTo>
                    <a:pt x="94538" y="27190"/>
                    <a:pt x="95164" y="26705"/>
                    <a:pt x="95770" y="26200"/>
                  </a:cubicBezTo>
                  <a:lnTo>
                    <a:pt x="95770" y="26200"/>
                  </a:lnTo>
                  <a:cubicBezTo>
                    <a:pt x="95641" y="26393"/>
                    <a:pt x="95508" y="26581"/>
                    <a:pt x="95381" y="26777"/>
                  </a:cubicBezTo>
                  <a:cubicBezTo>
                    <a:pt x="95301" y="26907"/>
                    <a:pt x="95415" y="27035"/>
                    <a:pt x="95537" y="27035"/>
                  </a:cubicBezTo>
                  <a:cubicBezTo>
                    <a:pt x="95578" y="27035"/>
                    <a:pt x="95620" y="27021"/>
                    <a:pt x="95655" y="26988"/>
                  </a:cubicBezTo>
                  <a:cubicBezTo>
                    <a:pt x="97041" y="25698"/>
                    <a:pt x="98213" y="24237"/>
                    <a:pt x="99316" y="22721"/>
                  </a:cubicBezTo>
                  <a:cubicBezTo>
                    <a:pt x="101533" y="20227"/>
                    <a:pt x="103470" y="17458"/>
                    <a:pt x="105373" y="14718"/>
                  </a:cubicBezTo>
                  <a:cubicBezTo>
                    <a:pt x="105757" y="14325"/>
                    <a:pt x="105964" y="14167"/>
                    <a:pt x="106050" y="14167"/>
                  </a:cubicBezTo>
                  <a:cubicBezTo>
                    <a:pt x="106391" y="14167"/>
                    <a:pt x="104797" y="16674"/>
                    <a:pt x="104723" y="16782"/>
                  </a:cubicBezTo>
                  <a:cubicBezTo>
                    <a:pt x="103655" y="18370"/>
                    <a:pt x="102312" y="19814"/>
                    <a:pt x="101045" y="21249"/>
                  </a:cubicBezTo>
                  <a:cubicBezTo>
                    <a:pt x="99102" y="23449"/>
                    <a:pt x="97188" y="25605"/>
                    <a:pt x="95540" y="28036"/>
                  </a:cubicBezTo>
                  <a:cubicBezTo>
                    <a:pt x="95453" y="28164"/>
                    <a:pt x="95574" y="28300"/>
                    <a:pt x="95698" y="28300"/>
                  </a:cubicBezTo>
                  <a:cubicBezTo>
                    <a:pt x="95739" y="28300"/>
                    <a:pt x="95780" y="28285"/>
                    <a:pt x="95814" y="28250"/>
                  </a:cubicBezTo>
                  <a:cubicBezTo>
                    <a:pt x="98914" y="25083"/>
                    <a:pt x="101775" y="21711"/>
                    <a:pt x="104648" y="18336"/>
                  </a:cubicBezTo>
                  <a:cubicBezTo>
                    <a:pt x="104978" y="17948"/>
                    <a:pt x="106705" y="15615"/>
                    <a:pt x="106899" y="15615"/>
                  </a:cubicBezTo>
                  <a:cubicBezTo>
                    <a:pt x="106971" y="15615"/>
                    <a:pt x="106831" y="15937"/>
                    <a:pt x="106328" y="16803"/>
                  </a:cubicBezTo>
                  <a:cubicBezTo>
                    <a:pt x="106178" y="17063"/>
                    <a:pt x="106002" y="17305"/>
                    <a:pt x="105840" y="17559"/>
                  </a:cubicBezTo>
                  <a:cubicBezTo>
                    <a:pt x="103135" y="20388"/>
                    <a:pt x="100843" y="23639"/>
                    <a:pt x="98305" y="26601"/>
                  </a:cubicBezTo>
                  <a:cubicBezTo>
                    <a:pt x="96175" y="29081"/>
                    <a:pt x="94067" y="31555"/>
                    <a:pt x="92095" y="34133"/>
                  </a:cubicBezTo>
                  <a:cubicBezTo>
                    <a:pt x="91963" y="34286"/>
                    <a:pt x="91835" y="34442"/>
                    <a:pt x="91703" y="34595"/>
                  </a:cubicBezTo>
                  <a:cubicBezTo>
                    <a:pt x="91356" y="34997"/>
                    <a:pt x="89555" y="37434"/>
                    <a:pt x="89352" y="37434"/>
                  </a:cubicBezTo>
                  <a:cubicBezTo>
                    <a:pt x="89278" y="37434"/>
                    <a:pt x="89419" y="37107"/>
                    <a:pt x="89924" y="36232"/>
                  </a:cubicBezTo>
                  <a:cubicBezTo>
                    <a:pt x="91371" y="33729"/>
                    <a:pt x="93530" y="31607"/>
                    <a:pt x="95499" y="29508"/>
                  </a:cubicBezTo>
                  <a:cubicBezTo>
                    <a:pt x="95617" y="29384"/>
                    <a:pt x="95499" y="29210"/>
                    <a:pt x="95367" y="29210"/>
                  </a:cubicBezTo>
                  <a:cubicBezTo>
                    <a:pt x="95327" y="29210"/>
                    <a:pt x="95287" y="29226"/>
                    <a:pt x="95251" y="29263"/>
                  </a:cubicBezTo>
                  <a:cubicBezTo>
                    <a:pt x="93282" y="31345"/>
                    <a:pt x="91264" y="33363"/>
                    <a:pt x="89428" y="35565"/>
                  </a:cubicBezTo>
                  <a:cubicBezTo>
                    <a:pt x="89320" y="35693"/>
                    <a:pt x="89434" y="35864"/>
                    <a:pt x="89556" y="35864"/>
                  </a:cubicBezTo>
                  <a:cubicBezTo>
                    <a:pt x="89595" y="35864"/>
                    <a:pt x="89634" y="35848"/>
                    <a:pt x="89667" y="35808"/>
                  </a:cubicBezTo>
                  <a:cubicBezTo>
                    <a:pt x="89901" y="35528"/>
                    <a:pt x="90144" y="35262"/>
                    <a:pt x="90380" y="34988"/>
                  </a:cubicBezTo>
                  <a:lnTo>
                    <a:pt x="90380" y="34988"/>
                  </a:lnTo>
                  <a:cubicBezTo>
                    <a:pt x="89595" y="36125"/>
                    <a:pt x="88888" y="37315"/>
                    <a:pt x="88290" y="38588"/>
                  </a:cubicBezTo>
                  <a:cubicBezTo>
                    <a:pt x="88230" y="38717"/>
                    <a:pt x="88337" y="38866"/>
                    <a:pt x="88453" y="38866"/>
                  </a:cubicBezTo>
                  <a:cubicBezTo>
                    <a:pt x="88493" y="38866"/>
                    <a:pt x="88535" y="38848"/>
                    <a:pt x="88570" y="38805"/>
                  </a:cubicBezTo>
                  <a:cubicBezTo>
                    <a:pt x="88925" y="38383"/>
                    <a:pt x="89280" y="37956"/>
                    <a:pt x="89636" y="37531"/>
                  </a:cubicBezTo>
                  <a:lnTo>
                    <a:pt x="89636" y="37531"/>
                  </a:lnTo>
                  <a:cubicBezTo>
                    <a:pt x="89145" y="38253"/>
                    <a:pt x="88663" y="38984"/>
                    <a:pt x="88201" y="39731"/>
                  </a:cubicBezTo>
                  <a:cubicBezTo>
                    <a:pt x="88161" y="39796"/>
                    <a:pt x="88220" y="39885"/>
                    <a:pt x="88287" y="39885"/>
                  </a:cubicBezTo>
                  <a:cubicBezTo>
                    <a:pt x="88303" y="39885"/>
                    <a:pt x="88320" y="39880"/>
                    <a:pt x="88336" y="39867"/>
                  </a:cubicBezTo>
                  <a:lnTo>
                    <a:pt x="88772" y="39535"/>
                  </a:lnTo>
                  <a:cubicBezTo>
                    <a:pt x="88807" y="39592"/>
                    <a:pt x="88871" y="39633"/>
                    <a:pt x="88934" y="39633"/>
                  </a:cubicBezTo>
                  <a:cubicBezTo>
                    <a:pt x="88970" y="39633"/>
                    <a:pt x="89006" y="39620"/>
                    <a:pt x="89035" y="39587"/>
                  </a:cubicBezTo>
                  <a:cubicBezTo>
                    <a:pt x="92185" y="36134"/>
                    <a:pt x="95228" y="32597"/>
                    <a:pt x="98369" y="29139"/>
                  </a:cubicBezTo>
                  <a:lnTo>
                    <a:pt x="98369" y="29139"/>
                  </a:lnTo>
                  <a:cubicBezTo>
                    <a:pt x="97765" y="29970"/>
                    <a:pt x="97223" y="30845"/>
                    <a:pt x="96801" y="31818"/>
                  </a:cubicBezTo>
                  <a:cubicBezTo>
                    <a:pt x="96749" y="31939"/>
                    <a:pt x="96810" y="32072"/>
                    <a:pt x="96951" y="32078"/>
                  </a:cubicBezTo>
                  <a:cubicBezTo>
                    <a:pt x="96985" y="32079"/>
                    <a:pt x="97018" y="32080"/>
                    <a:pt x="97052" y="32080"/>
                  </a:cubicBezTo>
                  <a:cubicBezTo>
                    <a:pt x="97218" y="32080"/>
                    <a:pt x="97386" y="32062"/>
                    <a:pt x="97549" y="32029"/>
                  </a:cubicBezTo>
                  <a:lnTo>
                    <a:pt x="97549" y="32029"/>
                  </a:lnTo>
                  <a:cubicBezTo>
                    <a:pt x="96524" y="33259"/>
                    <a:pt x="95514" y="34497"/>
                    <a:pt x="94509" y="35747"/>
                  </a:cubicBezTo>
                  <a:cubicBezTo>
                    <a:pt x="93856" y="36564"/>
                    <a:pt x="92875" y="37407"/>
                    <a:pt x="91965" y="38276"/>
                  </a:cubicBezTo>
                  <a:cubicBezTo>
                    <a:pt x="93406" y="36195"/>
                    <a:pt x="94994" y="34200"/>
                    <a:pt x="96455" y="32144"/>
                  </a:cubicBezTo>
                  <a:cubicBezTo>
                    <a:pt x="96533" y="32035"/>
                    <a:pt x="96421" y="31907"/>
                    <a:pt x="96311" y="31907"/>
                  </a:cubicBezTo>
                  <a:cubicBezTo>
                    <a:pt x="96275" y="31907"/>
                    <a:pt x="96239" y="31921"/>
                    <a:pt x="96209" y="31954"/>
                  </a:cubicBezTo>
                  <a:cubicBezTo>
                    <a:pt x="93498" y="34991"/>
                    <a:pt x="90889" y="38048"/>
                    <a:pt x="88625" y="41435"/>
                  </a:cubicBezTo>
                  <a:cubicBezTo>
                    <a:pt x="88547" y="41550"/>
                    <a:pt x="88656" y="41669"/>
                    <a:pt x="88768" y="41669"/>
                  </a:cubicBezTo>
                  <a:cubicBezTo>
                    <a:pt x="88804" y="41669"/>
                    <a:pt x="88840" y="41657"/>
                    <a:pt x="88871" y="41628"/>
                  </a:cubicBezTo>
                  <a:lnTo>
                    <a:pt x="89410" y="41123"/>
                  </a:lnTo>
                  <a:lnTo>
                    <a:pt x="89410" y="41123"/>
                  </a:lnTo>
                  <a:cubicBezTo>
                    <a:pt x="89346" y="41241"/>
                    <a:pt x="89442" y="41358"/>
                    <a:pt x="89550" y="41358"/>
                  </a:cubicBezTo>
                  <a:cubicBezTo>
                    <a:pt x="89587" y="41358"/>
                    <a:pt x="89625" y="41345"/>
                    <a:pt x="89659" y="41313"/>
                  </a:cubicBezTo>
                  <a:lnTo>
                    <a:pt x="89685" y="41290"/>
                  </a:lnTo>
                  <a:lnTo>
                    <a:pt x="89685" y="41290"/>
                  </a:lnTo>
                  <a:cubicBezTo>
                    <a:pt x="89370" y="41816"/>
                    <a:pt x="89067" y="42335"/>
                    <a:pt x="88778" y="42852"/>
                  </a:cubicBezTo>
                  <a:cubicBezTo>
                    <a:pt x="88716" y="42968"/>
                    <a:pt x="88817" y="43097"/>
                    <a:pt x="88923" y="43097"/>
                  </a:cubicBezTo>
                  <a:cubicBezTo>
                    <a:pt x="88960" y="43097"/>
                    <a:pt x="88998" y="43082"/>
                    <a:pt x="89029" y="43046"/>
                  </a:cubicBezTo>
                  <a:cubicBezTo>
                    <a:pt x="89664" y="42324"/>
                    <a:pt x="90323" y="41628"/>
                    <a:pt x="90972" y="40924"/>
                  </a:cubicBezTo>
                  <a:lnTo>
                    <a:pt x="90972" y="40924"/>
                  </a:lnTo>
                  <a:cubicBezTo>
                    <a:pt x="90008" y="42197"/>
                    <a:pt x="89119" y="43525"/>
                    <a:pt x="88305" y="44899"/>
                  </a:cubicBezTo>
                  <a:cubicBezTo>
                    <a:pt x="88236" y="45020"/>
                    <a:pt x="88339" y="45142"/>
                    <a:pt x="88450" y="45142"/>
                  </a:cubicBezTo>
                  <a:cubicBezTo>
                    <a:pt x="88488" y="45142"/>
                    <a:pt x="88526" y="45128"/>
                    <a:pt x="88559" y="45095"/>
                  </a:cubicBezTo>
                  <a:cubicBezTo>
                    <a:pt x="90009" y="43660"/>
                    <a:pt x="91324" y="42117"/>
                    <a:pt x="92667" y="40580"/>
                  </a:cubicBezTo>
                  <a:lnTo>
                    <a:pt x="92667" y="40580"/>
                  </a:lnTo>
                  <a:cubicBezTo>
                    <a:pt x="91520" y="41894"/>
                    <a:pt x="90231" y="43807"/>
                    <a:pt x="89093" y="45375"/>
                  </a:cubicBezTo>
                  <a:cubicBezTo>
                    <a:pt x="89012" y="45489"/>
                    <a:pt x="89127" y="45618"/>
                    <a:pt x="89242" y="45618"/>
                  </a:cubicBezTo>
                  <a:cubicBezTo>
                    <a:pt x="89279" y="45618"/>
                    <a:pt x="89316" y="45604"/>
                    <a:pt x="89347" y="45572"/>
                  </a:cubicBezTo>
                  <a:cubicBezTo>
                    <a:pt x="89578" y="45323"/>
                    <a:pt x="90848" y="43938"/>
                    <a:pt x="91544" y="43080"/>
                  </a:cubicBezTo>
                  <a:cubicBezTo>
                    <a:pt x="92104" y="42636"/>
                    <a:pt x="92632" y="42151"/>
                    <a:pt x="93126" y="41631"/>
                  </a:cubicBezTo>
                  <a:cubicBezTo>
                    <a:pt x="93243" y="41517"/>
                    <a:pt x="93133" y="41359"/>
                    <a:pt x="93006" y="41359"/>
                  </a:cubicBezTo>
                  <a:cubicBezTo>
                    <a:pt x="92970" y="41359"/>
                    <a:pt x="92932" y="41372"/>
                    <a:pt x="92898" y="41403"/>
                  </a:cubicBezTo>
                  <a:cubicBezTo>
                    <a:pt x="92595" y="41671"/>
                    <a:pt x="92228" y="42050"/>
                    <a:pt x="91861" y="42445"/>
                  </a:cubicBezTo>
                  <a:cubicBezTo>
                    <a:pt x="91694" y="42555"/>
                    <a:pt x="91532" y="42673"/>
                    <a:pt x="91382" y="42800"/>
                  </a:cubicBezTo>
                  <a:cubicBezTo>
                    <a:pt x="92211" y="41689"/>
                    <a:pt x="93036" y="40583"/>
                    <a:pt x="93781" y="39393"/>
                  </a:cubicBezTo>
                  <a:cubicBezTo>
                    <a:pt x="93855" y="39277"/>
                    <a:pt x="93747" y="39150"/>
                    <a:pt x="93634" y="39150"/>
                  </a:cubicBezTo>
                  <a:cubicBezTo>
                    <a:pt x="93597" y="39150"/>
                    <a:pt x="93559" y="39164"/>
                    <a:pt x="93527" y="39197"/>
                  </a:cubicBezTo>
                  <a:cubicBezTo>
                    <a:pt x="92269" y="40534"/>
                    <a:pt x="90222" y="42283"/>
                    <a:pt x="89361" y="43741"/>
                  </a:cubicBezTo>
                  <a:cubicBezTo>
                    <a:pt x="90900" y="41131"/>
                    <a:pt x="93022" y="38856"/>
                    <a:pt x="95017" y="36590"/>
                  </a:cubicBezTo>
                  <a:cubicBezTo>
                    <a:pt x="95121" y="36473"/>
                    <a:pt x="95015" y="36314"/>
                    <a:pt x="94896" y="36314"/>
                  </a:cubicBezTo>
                  <a:cubicBezTo>
                    <a:pt x="94860" y="36314"/>
                    <a:pt x="94822" y="36329"/>
                    <a:pt x="94789" y="36365"/>
                  </a:cubicBezTo>
                  <a:cubicBezTo>
                    <a:pt x="93576" y="37656"/>
                    <a:pt x="92358" y="38946"/>
                    <a:pt x="91137" y="40231"/>
                  </a:cubicBezTo>
                  <a:cubicBezTo>
                    <a:pt x="90408" y="41004"/>
                    <a:pt x="89957" y="41554"/>
                    <a:pt x="89906" y="41554"/>
                  </a:cubicBezTo>
                  <a:cubicBezTo>
                    <a:pt x="89869" y="41554"/>
                    <a:pt x="90050" y="41254"/>
                    <a:pt x="90499" y="40522"/>
                  </a:cubicBezTo>
                  <a:cubicBezTo>
                    <a:pt x="93308" y="37858"/>
                    <a:pt x="95742" y="34829"/>
                    <a:pt x="98201" y="31830"/>
                  </a:cubicBezTo>
                  <a:cubicBezTo>
                    <a:pt x="98245" y="31812"/>
                    <a:pt x="98288" y="31792"/>
                    <a:pt x="98331" y="31769"/>
                  </a:cubicBezTo>
                  <a:cubicBezTo>
                    <a:pt x="98342" y="31787"/>
                    <a:pt x="98360" y="31801"/>
                    <a:pt x="98379" y="31801"/>
                  </a:cubicBezTo>
                  <a:cubicBezTo>
                    <a:pt x="98391" y="31801"/>
                    <a:pt x="98404" y="31795"/>
                    <a:pt x="98415" y="31780"/>
                  </a:cubicBezTo>
                  <a:cubicBezTo>
                    <a:pt x="98444" y="31743"/>
                    <a:pt x="98467" y="31714"/>
                    <a:pt x="98493" y="31679"/>
                  </a:cubicBezTo>
                  <a:cubicBezTo>
                    <a:pt x="100153" y="30738"/>
                    <a:pt x="101400" y="28377"/>
                    <a:pt x="102523" y="27161"/>
                  </a:cubicBezTo>
                  <a:cubicBezTo>
                    <a:pt x="103996" y="25565"/>
                    <a:pt x="105321" y="23827"/>
                    <a:pt x="106724" y="22170"/>
                  </a:cubicBezTo>
                  <a:cubicBezTo>
                    <a:pt x="107431" y="21335"/>
                    <a:pt x="108182" y="20553"/>
                    <a:pt x="108950" y="19776"/>
                  </a:cubicBezTo>
                  <a:cubicBezTo>
                    <a:pt x="108976" y="19747"/>
                    <a:pt x="108996" y="19730"/>
                    <a:pt x="109022" y="19704"/>
                  </a:cubicBezTo>
                  <a:lnTo>
                    <a:pt x="109022" y="19704"/>
                  </a:lnTo>
                  <a:cubicBezTo>
                    <a:pt x="106767" y="24274"/>
                    <a:pt x="102292" y="27586"/>
                    <a:pt x="99321" y="31665"/>
                  </a:cubicBezTo>
                  <a:cubicBezTo>
                    <a:pt x="99235" y="31784"/>
                    <a:pt x="99360" y="31925"/>
                    <a:pt x="99480" y="31925"/>
                  </a:cubicBezTo>
                  <a:cubicBezTo>
                    <a:pt x="99520" y="31925"/>
                    <a:pt x="99559" y="31909"/>
                    <a:pt x="99590" y="31873"/>
                  </a:cubicBezTo>
                  <a:cubicBezTo>
                    <a:pt x="101241" y="29933"/>
                    <a:pt x="102948" y="28045"/>
                    <a:pt x="104662" y="26159"/>
                  </a:cubicBezTo>
                  <a:cubicBezTo>
                    <a:pt x="105272" y="25493"/>
                    <a:pt x="106112" y="24569"/>
                    <a:pt x="106588" y="23902"/>
                  </a:cubicBezTo>
                  <a:lnTo>
                    <a:pt x="106588" y="23902"/>
                  </a:lnTo>
                  <a:cubicBezTo>
                    <a:pt x="105849" y="25057"/>
                    <a:pt x="105035" y="26165"/>
                    <a:pt x="104206" y="27257"/>
                  </a:cubicBezTo>
                  <a:cubicBezTo>
                    <a:pt x="104112" y="27382"/>
                    <a:pt x="104236" y="27505"/>
                    <a:pt x="104362" y="27505"/>
                  </a:cubicBezTo>
                  <a:cubicBezTo>
                    <a:pt x="104402" y="27505"/>
                    <a:pt x="104442" y="27493"/>
                    <a:pt x="104475" y="27464"/>
                  </a:cubicBezTo>
                  <a:cubicBezTo>
                    <a:pt x="104949" y="27052"/>
                    <a:pt x="106133" y="25638"/>
                    <a:pt x="106351" y="25638"/>
                  </a:cubicBezTo>
                  <a:cubicBezTo>
                    <a:pt x="106458" y="25638"/>
                    <a:pt x="106333" y="25978"/>
                    <a:pt x="105780" y="26942"/>
                  </a:cubicBezTo>
                  <a:cubicBezTo>
                    <a:pt x="105704" y="27074"/>
                    <a:pt x="105812" y="27192"/>
                    <a:pt x="105933" y="27192"/>
                  </a:cubicBezTo>
                  <a:cubicBezTo>
                    <a:pt x="105973" y="27192"/>
                    <a:pt x="106015" y="27179"/>
                    <a:pt x="106051" y="27150"/>
                  </a:cubicBezTo>
                  <a:cubicBezTo>
                    <a:pt x="106351" y="26899"/>
                    <a:pt x="106268" y="26974"/>
                    <a:pt x="106516" y="26621"/>
                  </a:cubicBezTo>
                  <a:cubicBezTo>
                    <a:pt x="106583" y="26528"/>
                    <a:pt x="106489" y="26421"/>
                    <a:pt x="106394" y="26421"/>
                  </a:cubicBezTo>
                  <a:cubicBezTo>
                    <a:pt x="106364" y="26421"/>
                    <a:pt x="106333" y="26433"/>
                    <a:pt x="106308" y="26460"/>
                  </a:cubicBezTo>
                  <a:cubicBezTo>
                    <a:pt x="106597" y="26142"/>
                    <a:pt x="106833" y="25516"/>
                    <a:pt x="107038" y="25025"/>
                  </a:cubicBezTo>
                  <a:cubicBezTo>
                    <a:pt x="107089" y="24906"/>
                    <a:pt x="106976" y="24813"/>
                    <a:pt x="106867" y="24813"/>
                  </a:cubicBezTo>
                  <a:cubicBezTo>
                    <a:pt x="106825" y="24813"/>
                    <a:pt x="106784" y="24826"/>
                    <a:pt x="106753" y="24857"/>
                  </a:cubicBezTo>
                  <a:cubicBezTo>
                    <a:pt x="106357" y="25259"/>
                    <a:pt x="105956" y="25651"/>
                    <a:pt x="105552" y="26041"/>
                  </a:cubicBezTo>
                  <a:cubicBezTo>
                    <a:pt x="105537" y="26050"/>
                    <a:pt x="105526" y="26058"/>
                    <a:pt x="105511" y="26070"/>
                  </a:cubicBezTo>
                  <a:cubicBezTo>
                    <a:pt x="106268" y="25031"/>
                    <a:pt x="106975" y="23954"/>
                    <a:pt x="107651" y="22862"/>
                  </a:cubicBezTo>
                  <a:cubicBezTo>
                    <a:pt x="107723" y="22744"/>
                    <a:pt x="107625" y="22623"/>
                    <a:pt x="107515" y="22608"/>
                  </a:cubicBezTo>
                  <a:cubicBezTo>
                    <a:pt x="108341" y="21511"/>
                    <a:pt x="109065" y="20351"/>
                    <a:pt x="109643" y="19101"/>
                  </a:cubicBezTo>
                  <a:cubicBezTo>
                    <a:pt x="109886" y="18880"/>
                    <a:pt x="110021" y="18784"/>
                    <a:pt x="110077" y="18784"/>
                  </a:cubicBezTo>
                  <a:cubicBezTo>
                    <a:pt x="110261" y="18784"/>
                    <a:pt x="109590" y="19813"/>
                    <a:pt x="109085" y="20795"/>
                  </a:cubicBezTo>
                  <a:cubicBezTo>
                    <a:pt x="109012" y="20927"/>
                    <a:pt x="109121" y="21059"/>
                    <a:pt x="109242" y="21059"/>
                  </a:cubicBezTo>
                  <a:cubicBezTo>
                    <a:pt x="109283" y="21059"/>
                    <a:pt x="109325" y="21044"/>
                    <a:pt x="109363" y="21009"/>
                  </a:cubicBezTo>
                  <a:cubicBezTo>
                    <a:pt x="110396" y="20056"/>
                    <a:pt x="110946" y="19490"/>
                    <a:pt x="111018" y="19490"/>
                  </a:cubicBezTo>
                  <a:cubicBezTo>
                    <a:pt x="111084" y="19490"/>
                    <a:pt x="110740" y="19976"/>
                    <a:pt x="109992" y="21090"/>
                  </a:cubicBezTo>
                  <a:cubicBezTo>
                    <a:pt x="109946" y="21070"/>
                    <a:pt x="109908" y="21055"/>
                    <a:pt x="109856" y="21035"/>
                  </a:cubicBezTo>
                  <a:cubicBezTo>
                    <a:pt x="109844" y="21030"/>
                    <a:pt x="109832" y="21027"/>
                    <a:pt x="109820" y="21027"/>
                  </a:cubicBezTo>
                  <a:cubicBezTo>
                    <a:pt x="109725" y="21027"/>
                    <a:pt x="109669" y="21194"/>
                    <a:pt x="109772" y="21240"/>
                  </a:cubicBezTo>
                  <a:cubicBezTo>
                    <a:pt x="109798" y="21252"/>
                    <a:pt x="109833" y="21275"/>
                    <a:pt x="109868" y="21292"/>
                  </a:cubicBezTo>
                  <a:cubicBezTo>
                    <a:pt x="109806" y="21416"/>
                    <a:pt x="109915" y="21527"/>
                    <a:pt x="110032" y="21527"/>
                  </a:cubicBezTo>
                  <a:cubicBezTo>
                    <a:pt x="110073" y="21527"/>
                    <a:pt x="110115" y="21514"/>
                    <a:pt x="110151" y="21483"/>
                  </a:cubicBezTo>
                  <a:lnTo>
                    <a:pt x="110159" y="21477"/>
                  </a:lnTo>
                  <a:cubicBezTo>
                    <a:pt x="111055" y="22101"/>
                    <a:pt x="112684" y="23551"/>
                    <a:pt x="113576" y="23551"/>
                  </a:cubicBezTo>
                  <a:cubicBezTo>
                    <a:pt x="113682" y="23551"/>
                    <a:pt x="113778" y="23531"/>
                    <a:pt x="113860" y="23486"/>
                  </a:cubicBezTo>
                  <a:cubicBezTo>
                    <a:pt x="114481" y="23145"/>
                    <a:pt x="115922" y="22496"/>
                    <a:pt x="115417" y="21445"/>
                  </a:cubicBezTo>
                  <a:cubicBezTo>
                    <a:pt x="114395" y="19320"/>
                    <a:pt x="111860" y="18024"/>
                    <a:pt x="110376" y="16208"/>
                  </a:cubicBezTo>
                  <a:cubicBezTo>
                    <a:pt x="109075" y="14616"/>
                    <a:pt x="106938" y="11528"/>
                    <a:pt x="104501" y="11528"/>
                  </a:cubicBezTo>
                  <a:cubicBezTo>
                    <a:pt x="104494" y="11528"/>
                    <a:pt x="104487" y="11528"/>
                    <a:pt x="104481" y="11528"/>
                  </a:cubicBezTo>
                  <a:cubicBezTo>
                    <a:pt x="103173" y="11537"/>
                    <a:pt x="102968" y="12308"/>
                    <a:pt x="102393" y="13436"/>
                  </a:cubicBezTo>
                  <a:cubicBezTo>
                    <a:pt x="101555" y="15087"/>
                    <a:pt x="99546" y="15250"/>
                    <a:pt x="97834" y="15250"/>
                  </a:cubicBezTo>
                  <a:cubicBezTo>
                    <a:pt x="97453" y="15250"/>
                    <a:pt x="97087" y="15242"/>
                    <a:pt x="96752" y="15241"/>
                  </a:cubicBezTo>
                  <a:cubicBezTo>
                    <a:pt x="93882" y="15229"/>
                    <a:pt x="93571" y="12547"/>
                    <a:pt x="92292" y="10907"/>
                  </a:cubicBezTo>
                  <a:cubicBezTo>
                    <a:pt x="91807" y="10284"/>
                    <a:pt x="90718" y="10067"/>
                    <a:pt x="90046" y="9859"/>
                  </a:cubicBezTo>
                  <a:cubicBezTo>
                    <a:pt x="82126" y="7423"/>
                    <a:pt x="88103" y="8604"/>
                    <a:pt x="84938" y="6753"/>
                  </a:cubicBezTo>
                  <a:cubicBezTo>
                    <a:pt x="84413" y="6444"/>
                    <a:pt x="83948" y="6324"/>
                    <a:pt x="83512" y="6324"/>
                  </a:cubicBezTo>
                  <a:cubicBezTo>
                    <a:pt x="82630" y="6324"/>
                    <a:pt x="81865" y="6818"/>
                    <a:pt x="80951" y="7252"/>
                  </a:cubicBezTo>
                  <a:cubicBezTo>
                    <a:pt x="80914" y="7157"/>
                    <a:pt x="80874" y="7059"/>
                    <a:pt x="80833" y="6961"/>
                  </a:cubicBezTo>
                  <a:cubicBezTo>
                    <a:pt x="80839" y="6952"/>
                    <a:pt x="80845" y="6941"/>
                    <a:pt x="80850" y="6932"/>
                  </a:cubicBezTo>
                  <a:cubicBezTo>
                    <a:pt x="80897" y="6845"/>
                    <a:pt x="80839" y="6739"/>
                    <a:pt x="80741" y="6736"/>
                  </a:cubicBezTo>
                  <a:cubicBezTo>
                    <a:pt x="80481" y="6109"/>
                    <a:pt x="80172" y="5497"/>
                    <a:pt x="79583" y="5154"/>
                  </a:cubicBezTo>
                  <a:cubicBezTo>
                    <a:pt x="79303" y="4989"/>
                    <a:pt x="79013" y="4921"/>
                    <a:pt x="78722" y="4921"/>
                  </a:cubicBezTo>
                  <a:cubicBezTo>
                    <a:pt x="77823" y="4921"/>
                    <a:pt x="76913" y="5575"/>
                    <a:pt x="76237" y="6075"/>
                  </a:cubicBezTo>
                  <a:cubicBezTo>
                    <a:pt x="75914" y="6314"/>
                    <a:pt x="75593" y="6606"/>
                    <a:pt x="75258" y="6868"/>
                  </a:cubicBezTo>
                  <a:cubicBezTo>
                    <a:pt x="75236" y="6860"/>
                    <a:pt x="75214" y="6855"/>
                    <a:pt x="75191" y="6855"/>
                  </a:cubicBezTo>
                  <a:cubicBezTo>
                    <a:pt x="75158" y="6855"/>
                    <a:pt x="75126" y="6867"/>
                    <a:pt x="75100" y="6900"/>
                  </a:cubicBezTo>
                  <a:cubicBezTo>
                    <a:pt x="75045" y="6967"/>
                    <a:pt x="74993" y="7036"/>
                    <a:pt x="74941" y="7102"/>
                  </a:cubicBezTo>
                  <a:cubicBezTo>
                    <a:pt x="74513" y="7398"/>
                    <a:pt x="74055" y="7615"/>
                    <a:pt x="73525" y="7615"/>
                  </a:cubicBezTo>
                  <a:cubicBezTo>
                    <a:pt x="73407" y="7615"/>
                    <a:pt x="73285" y="7605"/>
                    <a:pt x="73159" y="7582"/>
                  </a:cubicBezTo>
                  <a:cubicBezTo>
                    <a:pt x="73105" y="7570"/>
                    <a:pt x="73053" y="7556"/>
                    <a:pt x="72998" y="7541"/>
                  </a:cubicBezTo>
                  <a:cubicBezTo>
                    <a:pt x="73038" y="7426"/>
                    <a:pt x="72946" y="7329"/>
                    <a:pt x="72846" y="7329"/>
                  </a:cubicBezTo>
                  <a:cubicBezTo>
                    <a:pt x="72808" y="7329"/>
                    <a:pt x="72769" y="7342"/>
                    <a:pt x="72735" y="7374"/>
                  </a:cubicBezTo>
                  <a:cubicBezTo>
                    <a:pt x="72706" y="7400"/>
                    <a:pt x="72680" y="7429"/>
                    <a:pt x="72651" y="7455"/>
                  </a:cubicBezTo>
                  <a:cubicBezTo>
                    <a:pt x="72267" y="7345"/>
                    <a:pt x="71892" y="7221"/>
                    <a:pt x="71479" y="7195"/>
                  </a:cubicBezTo>
                  <a:cubicBezTo>
                    <a:pt x="71452" y="7193"/>
                    <a:pt x="71426" y="7192"/>
                    <a:pt x="71399" y="7192"/>
                  </a:cubicBezTo>
                  <a:cubicBezTo>
                    <a:pt x="70626" y="7192"/>
                    <a:pt x="70229" y="7960"/>
                    <a:pt x="69984" y="8658"/>
                  </a:cubicBezTo>
                  <a:cubicBezTo>
                    <a:pt x="69951" y="8616"/>
                    <a:pt x="69901" y="8594"/>
                    <a:pt x="69851" y="8594"/>
                  </a:cubicBezTo>
                  <a:cubicBezTo>
                    <a:pt x="69813" y="8594"/>
                    <a:pt x="69775" y="8606"/>
                    <a:pt x="69744" y="8632"/>
                  </a:cubicBezTo>
                  <a:cubicBezTo>
                    <a:pt x="69715" y="8656"/>
                    <a:pt x="69692" y="8682"/>
                    <a:pt x="69663" y="8705"/>
                  </a:cubicBezTo>
                  <a:cubicBezTo>
                    <a:pt x="68719" y="6412"/>
                    <a:pt x="69741" y="4458"/>
                    <a:pt x="67131" y="2942"/>
                  </a:cubicBezTo>
                  <a:cubicBezTo>
                    <a:pt x="66996" y="2864"/>
                    <a:pt x="66857" y="2795"/>
                    <a:pt x="66716" y="2734"/>
                  </a:cubicBezTo>
                  <a:cubicBezTo>
                    <a:pt x="66701" y="2661"/>
                    <a:pt x="66630" y="2611"/>
                    <a:pt x="66552" y="2611"/>
                  </a:cubicBezTo>
                  <a:cubicBezTo>
                    <a:pt x="66520" y="2611"/>
                    <a:pt x="66486" y="2619"/>
                    <a:pt x="66456" y="2639"/>
                  </a:cubicBezTo>
                  <a:cubicBezTo>
                    <a:pt x="66096" y="2512"/>
                    <a:pt x="65727" y="2444"/>
                    <a:pt x="65367" y="2444"/>
                  </a:cubicBezTo>
                  <a:cubicBezTo>
                    <a:pt x="64654" y="2444"/>
                    <a:pt x="63976" y="2714"/>
                    <a:pt x="63474" y="3338"/>
                  </a:cubicBezTo>
                  <a:cubicBezTo>
                    <a:pt x="63416" y="3410"/>
                    <a:pt x="63333" y="3439"/>
                    <a:pt x="63234" y="3439"/>
                  </a:cubicBezTo>
                  <a:cubicBezTo>
                    <a:pt x="62844" y="3439"/>
                    <a:pt x="62216" y="2989"/>
                    <a:pt x="62016" y="2948"/>
                  </a:cubicBezTo>
                  <a:cubicBezTo>
                    <a:pt x="60699" y="2665"/>
                    <a:pt x="59345" y="2792"/>
                    <a:pt x="58294" y="2116"/>
                  </a:cubicBezTo>
                  <a:cubicBezTo>
                    <a:pt x="58361" y="1992"/>
                    <a:pt x="58439" y="1871"/>
                    <a:pt x="58505" y="1747"/>
                  </a:cubicBezTo>
                  <a:cubicBezTo>
                    <a:pt x="58567" y="1626"/>
                    <a:pt x="58464" y="1493"/>
                    <a:pt x="58354" y="1493"/>
                  </a:cubicBezTo>
                  <a:cubicBezTo>
                    <a:pt x="58317" y="1493"/>
                    <a:pt x="58278" y="1508"/>
                    <a:pt x="58245" y="1545"/>
                  </a:cubicBezTo>
                  <a:cubicBezTo>
                    <a:pt x="58150" y="1655"/>
                    <a:pt x="58058" y="1761"/>
                    <a:pt x="57962" y="1868"/>
                  </a:cubicBezTo>
                  <a:cubicBezTo>
                    <a:pt x="57665" y="1600"/>
                    <a:pt x="57419" y="1279"/>
                    <a:pt x="57238" y="921"/>
                  </a:cubicBezTo>
                  <a:cubicBezTo>
                    <a:pt x="56888" y="249"/>
                    <a:pt x="56486" y="1"/>
                    <a:pt x="5601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2" name="Google Shape;4362;p56"/>
            <p:cNvSpPr/>
            <p:nvPr/>
          </p:nvSpPr>
          <p:spPr>
            <a:xfrm>
              <a:off x="3821825" y="993775"/>
              <a:ext cx="392800" cy="417775"/>
            </a:xfrm>
            <a:custGeom>
              <a:avLst/>
              <a:gdLst/>
              <a:ahLst/>
              <a:cxnLst/>
              <a:rect l="l" t="t" r="r" b="b"/>
              <a:pathLst>
                <a:path w="15712" h="16711" extrusionOk="0">
                  <a:moveTo>
                    <a:pt x="8892" y="351"/>
                  </a:moveTo>
                  <a:lnTo>
                    <a:pt x="8892" y="351"/>
                  </a:lnTo>
                  <a:cubicBezTo>
                    <a:pt x="8237" y="625"/>
                    <a:pt x="7645" y="1027"/>
                    <a:pt x="7149" y="1535"/>
                  </a:cubicBezTo>
                  <a:cubicBezTo>
                    <a:pt x="7154" y="1437"/>
                    <a:pt x="7160" y="1344"/>
                    <a:pt x="7160" y="1237"/>
                  </a:cubicBezTo>
                  <a:cubicBezTo>
                    <a:pt x="7160" y="1125"/>
                    <a:pt x="7081" y="1071"/>
                    <a:pt x="6996" y="1071"/>
                  </a:cubicBezTo>
                  <a:cubicBezTo>
                    <a:pt x="6959" y="1071"/>
                    <a:pt x="6921" y="1081"/>
                    <a:pt x="6889" y="1102"/>
                  </a:cubicBezTo>
                  <a:cubicBezTo>
                    <a:pt x="7342" y="588"/>
                    <a:pt x="8073" y="389"/>
                    <a:pt x="8892" y="351"/>
                  </a:cubicBezTo>
                  <a:close/>
                  <a:moveTo>
                    <a:pt x="3410" y="2629"/>
                  </a:moveTo>
                  <a:lnTo>
                    <a:pt x="3410" y="2629"/>
                  </a:lnTo>
                  <a:cubicBezTo>
                    <a:pt x="3408" y="2631"/>
                    <a:pt x="3407" y="2634"/>
                    <a:pt x="3405" y="2636"/>
                  </a:cubicBezTo>
                  <a:lnTo>
                    <a:pt x="3405" y="2636"/>
                  </a:lnTo>
                  <a:cubicBezTo>
                    <a:pt x="3407" y="2633"/>
                    <a:pt x="3408" y="2631"/>
                    <a:pt x="3410" y="2629"/>
                  </a:cubicBezTo>
                  <a:close/>
                  <a:moveTo>
                    <a:pt x="9943" y="377"/>
                  </a:moveTo>
                  <a:cubicBezTo>
                    <a:pt x="10304" y="409"/>
                    <a:pt x="10665" y="458"/>
                    <a:pt x="11020" y="513"/>
                  </a:cubicBezTo>
                  <a:cubicBezTo>
                    <a:pt x="9585" y="1705"/>
                    <a:pt x="7951" y="3050"/>
                    <a:pt x="6433" y="4471"/>
                  </a:cubicBezTo>
                  <a:cubicBezTo>
                    <a:pt x="6964" y="3908"/>
                    <a:pt x="7486" y="3336"/>
                    <a:pt x="7971" y="2739"/>
                  </a:cubicBezTo>
                  <a:cubicBezTo>
                    <a:pt x="8673" y="1988"/>
                    <a:pt x="9343" y="1211"/>
                    <a:pt x="9943" y="377"/>
                  </a:cubicBezTo>
                  <a:close/>
                  <a:moveTo>
                    <a:pt x="3407" y="2537"/>
                  </a:moveTo>
                  <a:lnTo>
                    <a:pt x="3407" y="2537"/>
                  </a:lnTo>
                  <a:cubicBezTo>
                    <a:pt x="2573" y="3564"/>
                    <a:pt x="1741" y="4586"/>
                    <a:pt x="994" y="5686"/>
                  </a:cubicBezTo>
                  <a:cubicBezTo>
                    <a:pt x="1074" y="5132"/>
                    <a:pt x="1251" y="4595"/>
                    <a:pt x="1516" y="4101"/>
                  </a:cubicBezTo>
                  <a:cubicBezTo>
                    <a:pt x="1935" y="3154"/>
                    <a:pt x="2625" y="2687"/>
                    <a:pt x="3407" y="2537"/>
                  </a:cubicBezTo>
                  <a:close/>
                  <a:moveTo>
                    <a:pt x="5038" y="2609"/>
                  </a:moveTo>
                  <a:cubicBezTo>
                    <a:pt x="5217" y="2652"/>
                    <a:pt x="5393" y="2704"/>
                    <a:pt x="5570" y="2765"/>
                  </a:cubicBezTo>
                  <a:cubicBezTo>
                    <a:pt x="4548" y="3841"/>
                    <a:pt x="3554" y="4938"/>
                    <a:pt x="2584" y="6062"/>
                  </a:cubicBezTo>
                  <a:cubicBezTo>
                    <a:pt x="3364" y="4881"/>
                    <a:pt x="4169" y="3726"/>
                    <a:pt x="5038" y="2609"/>
                  </a:cubicBezTo>
                  <a:close/>
                  <a:moveTo>
                    <a:pt x="4010" y="2481"/>
                  </a:moveTo>
                  <a:cubicBezTo>
                    <a:pt x="4220" y="2481"/>
                    <a:pt x="4431" y="2499"/>
                    <a:pt x="4640" y="2531"/>
                  </a:cubicBezTo>
                  <a:cubicBezTo>
                    <a:pt x="3427" y="3631"/>
                    <a:pt x="2394" y="4861"/>
                    <a:pt x="1375" y="6151"/>
                  </a:cubicBezTo>
                  <a:cubicBezTo>
                    <a:pt x="2232" y="5066"/>
                    <a:pt x="3032" y="3720"/>
                    <a:pt x="3849" y="2485"/>
                  </a:cubicBezTo>
                  <a:cubicBezTo>
                    <a:pt x="3902" y="2482"/>
                    <a:pt x="3956" y="2481"/>
                    <a:pt x="4010" y="2481"/>
                  </a:cubicBezTo>
                  <a:close/>
                  <a:moveTo>
                    <a:pt x="2656" y="3727"/>
                  </a:moveTo>
                  <a:cubicBezTo>
                    <a:pt x="2041" y="4656"/>
                    <a:pt x="1471" y="5609"/>
                    <a:pt x="959" y="6604"/>
                  </a:cubicBezTo>
                  <a:cubicBezTo>
                    <a:pt x="956" y="6500"/>
                    <a:pt x="953" y="6396"/>
                    <a:pt x="956" y="6293"/>
                  </a:cubicBezTo>
                  <a:lnTo>
                    <a:pt x="953" y="6293"/>
                  </a:lnTo>
                  <a:cubicBezTo>
                    <a:pt x="1022" y="6212"/>
                    <a:pt x="1089" y="6131"/>
                    <a:pt x="1155" y="6050"/>
                  </a:cubicBezTo>
                  <a:cubicBezTo>
                    <a:pt x="1210" y="5986"/>
                    <a:pt x="1153" y="5901"/>
                    <a:pt x="1091" y="5901"/>
                  </a:cubicBezTo>
                  <a:cubicBezTo>
                    <a:pt x="1071" y="5901"/>
                    <a:pt x="1051" y="5909"/>
                    <a:pt x="1034" y="5929"/>
                  </a:cubicBezTo>
                  <a:cubicBezTo>
                    <a:pt x="1522" y="5359"/>
                    <a:pt x="2147" y="4469"/>
                    <a:pt x="2656" y="3727"/>
                  </a:cubicBezTo>
                  <a:close/>
                  <a:moveTo>
                    <a:pt x="4328" y="3022"/>
                  </a:moveTo>
                  <a:lnTo>
                    <a:pt x="4328" y="3022"/>
                  </a:lnTo>
                  <a:cubicBezTo>
                    <a:pt x="3176" y="4486"/>
                    <a:pt x="2192" y="6085"/>
                    <a:pt x="1170" y="7644"/>
                  </a:cubicBezTo>
                  <a:cubicBezTo>
                    <a:pt x="1124" y="7528"/>
                    <a:pt x="1080" y="7410"/>
                    <a:pt x="1031" y="7294"/>
                  </a:cubicBezTo>
                  <a:cubicBezTo>
                    <a:pt x="1017" y="7213"/>
                    <a:pt x="1017" y="7136"/>
                    <a:pt x="1005" y="7055"/>
                  </a:cubicBezTo>
                  <a:cubicBezTo>
                    <a:pt x="1017" y="7049"/>
                    <a:pt x="1028" y="7049"/>
                    <a:pt x="1040" y="7037"/>
                  </a:cubicBezTo>
                  <a:cubicBezTo>
                    <a:pt x="2065" y="5750"/>
                    <a:pt x="3560" y="3998"/>
                    <a:pt x="4328" y="3022"/>
                  </a:cubicBezTo>
                  <a:close/>
                  <a:moveTo>
                    <a:pt x="8566" y="1428"/>
                  </a:moveTo>
                  <a:lnTo>
                    <a:pt x="8566" y="1428"/>
                  </a:lnTo>
                  <a:cubicBezTo>
                    <a:pt x="7948" y="2337"/>
                    <a:pt x="7186" y="3160"/>
                    <a:pt x="6444" y="3963"/>
                  </a:cubicBezTo>
                  <a:cubicBezTo>
                    <a:pt x="5136" y="5383"/>
                    <a:pt x="3719" y="6702"/>
                    <a:pt x="2420" y="8134"/>
                  </a:cubicBezTo>
                  <a:cubicBezTo>
                    <a:pt x="3551" y="6887"/>
                    <a:pt x="4588" y="5343"/>
                    <a:pt x="5561" y="3792"/>
                  </a:cubicBezTo>
                  <a:lnTo>
                    <a:pt x="5561" y="3792"/>
                  </a:lnTo>
                  <a:cubicBezTo>
                    <a:pt x="5549" y="3815"/>
                    <a:pt x="5535" y="3839"/>
                    <a:pt x="5523" y="3862"/>
                  </a:cubicBezTo>
                  <a:cubicBezTo>
                    <a:pt x="5457" y="3982"/>
                    <a:pt x="5557" y="4107"/>
                    <a:pt x="5668" y="4107"/>
                  </a:cubicBezTo>
                  <a:cubicBezTo>
                    <a:pt x="5706" y="4107"/>
                    <a:pt x="5746" y="4093"/>
                    <a:pt x="5780" y="4058"/>
                  </a:cubicBezTo>
                  <a:cubicBezTo>
                    <a:pt x="6681" y="3160"/>
                    <a:pt x="7590" y="2277"/>
                    <a:pt x="8543" y="1431"/>
                  </a:cubicBezTo>
                  <a:cubicBezTo>
                    <a:pt x="8552" y="1431"/>
                    <a:pt x="8558" y="1431"/>
                    <a:pt x="8566" y="1428"/>
                  </a:cubicBezTo>
                  <a:close/>
                  <a:moveTo>
                    <a:pt x="10618" y="1071"/>
                  </a:moveTo>
                  <a:cubicBezTo>
                    <a:pt x="10624" y="1071"/>
                    <a:pt x="10465" y="1255"/>
                    <a:pt x="10030" y="1751"/>
                  </a:cubicBezTo>
                  <a:cubicBezTo>
                    <a:pt x="7507" y="4630"/>
                    <a:pt x="4475" y="6962"/>
                    <a:pt x="2131" y="10005"/>
                  </a:cubicBezTo>
                  <a:cubicBezTo>
                    <a:pt x="1851" y="9344"/>
                    <a:pt x="1583" y="8680"/>
                    <a:pt x="1320" y="8013"/>
                  </a:cubicBezTo>
                  <a:lnTo>
                    <a:pt x="1317" y="8013"/>
                  </a:lnTo>
                  <a:cubicBezTo>
                    <a:pt x="2798" y="6269"/>
                    <a:pt x="4288" y="4540"/>
                    <a:pt x="5858" y="2880"/>
                  </a:cubicBezTo>
                  <a:lnTo>
                    <a:pt x="5858" y="2880"/>
                  </a:lnTo>
                  <a:cubicBezTo>
                    <a:pt x="4380" y="4445"/>
                    <a:pt x="3130" y="6855"/>
                    <a:pt x="1900" y="8744"/>
                  </a:cubicBezTo>
                  <a:cubicBezTo>
                    <a:pt x="1825" y="8857"/>
                    <a:pt x="1934" y="8981"/>
                    <a:pt x="2045" y="8981"/>
                  </a:cubicBezTo>
                  <a:cubicBezTo>
                    <a:pt x="2075" y="8981"/>
                    <a:pt x="2105" y="8972"/>
                    <a:pt x="2131" y="8951"/>
                  </a:cubicBezTo>
                  <a:lnTo>
                    <a:pt x="2131" y="8951"/>
                  </a:lnTo>
                  <a:cubicBezTo>
                    <a:pt x="2105" y="8989"/>
                    <a:pt x="2079" y="9021"/>
                    <a:pt x="2053" y="9058"/>
                  </a:cubicBezTo>
                  <a:cubicBezTo>
                    <a:pt x="1971" y="9180"/>
                    <a:pt x="2084" y="9301"/>
                    <a:pt x="2203" y="9301"/>
                  </a:cubicBezTo>
                  <a:cubicBezTo>
                    <a:pt x="2242" y="9301"/>
                    <a:pt x="2282" y="9288"/>
                    <a:pt x="2316" y="9257"/>
                  </a:cubicBezTo>
                  <a:cubicBezTo>
                    <a:pt x="3982" y="7733"/>
                    <a:pt x="5570" y="6128"/>
                    <a:pt x="7169" y="4531"/>
                  </a:cubicBezTo>
                  <a:cubicBezTo>
                    <a:pt x="7853" y="3847"/>
                    <a:pt x="8549" y="3180"/>
                    <a:pt x="9253" y="2519"/>
                  </a:cubicBezTo>
                  <a:cubicBezTo>
                    <a:pt x="9525" y="2264"/>
                    <a:pt x="10604" y="1071"/>
                    <a:pt x="10618" y="1071"/>
                  </a:cubicBezTo>
                  <a:close/>
                  <a:moveTo>
                    <a:pt x="11465" y="588"/>
                  </a:moveTo>
                  <a:cubicBezTo>
                    <a:pt x="12097" y="700"/>
                    <a:pt x="12683" y="822"/>
                    <a:pt x="13128" y="885"/>
                  </a:cubicBezTo>
                  <a:cubicBezTo>
                    <a:pt x="13691" y="966"/>
                    <a:pt x="15446" y="764"/>
                    <a:pt x="15258" y="1460"/>
                  </a:cubicBezTo>
                  <a:cubicBezTo>
                    <a:pt x="14987" y="2441"/>
                    <a:pt x="13792" y="3076"/>
                    <a:pt x="12983" y="3544"/>
                  </a:cubicBezTo>
                  <a:cubicBezTo>
                    <a:pt x="12221" y="3986"/>
                    <a:pt x="10913" y="4595"/>
                    <a:pt x="10059" y="5311"/>
                  </a:cubicBezTo>
                  <a:cubicBezTo>
                    <a:pt x="10382" y="5014"/>
                    <a:pt x="10697" y="4705"/>
                    <a:pt x="11032" y="4413"/>
                  </a:cubicBezTo>
                  <a:cubicBezTo>
                    <a:pt x="11421" y="4070"/>
                    <a:pt x="11823" y="3738"/>
                    <a:pt x="12224" y="3408"/>
                  </a:cubicBezTo>
                  <a:lnTo>
                    <a:pt x="12224" y="3408"/>
                  </a:lnTo>
                  <a:cubicBezTo>
                    <a:pt x="12201" y="3440"/>
                    <a:pt x="12172" y="3466"/>
                    <a:pt x="12149" y="3498"/>
                  </a:cubicBezTo>
                  <a:cubicBezTo>
                    <a:pt x="12055" y="3620"/>
                    <a:pt x="12138" y="3816"/>
                    <a:pt x="12273" y="3816"/>
                  </a:cubicBezTo>
                  <a:cubicBezTo>
                    <a:pt x="12304" y="3816"/>
                    <a:pt x="12337" y="3806"/>
                    <a:pt x="12371" y="3784"/>
                  </a:cubicBezTo>
                  <a:cubicBezTo>
                    <a:pt x="13200" y="3229"/>
                    <a:pt x="13913" y="2655"/>
                    <a:pt x="14482" y="1829"/>
                  </a:cubicBezTo>
                  <a:cubicBezTo>
                    <a:pt x="14577" y="1694"/>
                    <a:pt x="14451" y="1564"/>
                    <a:pt x="14321" y="1564"/>
                  </a:cubicBezTo>
                  <a:cubicBezTo>
                    <a:pt x="14266" y="1564"/>
                    <a:pt x="14210" y="1587"/>
                    <a:pt x="14170" y="1644"/>
                  </a:cubicBezTo>
                  <a:lnTo>
                    <a:pt x="14161" y="1656"/>
                  </a:lnTo>
                  <a:cubicBezTo>
                    <a:pt x="14125" y="1603"/>
                    <a:pt x="14063" y="1565"/>
                    <a:pt x="13998" y="1565"/>
                  </a:cubicBezTo>
                  <a:cubicBezTo>
                    <a:pt x="13960" y="1565"/>
                    <a:pt x="13921" y="1577"/>
                    <a:pt x="13884" y="1607"/>
                  </a:cubicBezTo>
                  <a:cubicBezTo>
                    <a:pt x="12868" y="2418"/>
                    <a:pt x="11863" y="3235"/>
                    <a:pt x="10884" y="4081"/>
                  </a:cubicBezTo>
                  <a:cubicBezTo>
                    <a:pt x="11719" y="3195"/>
                    <a:pt x="12550" y="2308"/>
                    <a:pt x="13353" y="1393"/>
                  </a:cubicBezTo>
                  <a:cubicBezTo>
                    <a:pt x="13478" y="1259"/>
                    <a:pt x="13358" y="1082"/>
                    <a:pt x="13217" y="1082"/>
                  </a:cubicBezTo>
                  <a:cubicBezTo>
                    <a:pt x="13175" y="1082"/>
                    <a:pt x="13132" y="1097"/>
                    <a:pt x="13093" y="1133"/>
                  </a:cubicBezTo>
                  <a:cubicBezTo>
                    <a:pt x="9577" y="4127"/>
                    <a:pt x="6453" y="7528"/>
                    <a:pt x="3107" y="10707"/>
                  </a:cubicBezTo>
                  <a:cubicBezTo>
                    <a:pt x="4389" y="9488"/>
                    <a:pt x="5953" y="7358"/>
                    <a:pt x="7400" y="5859"/>
                  </a:cubicBezTo>
                  <a:cubicBezTo>
                    <a:pt x="8924" y="4280"/>
                    <a:pt x="10535" y="2779"/>
                    <a:pt x="12091" y="1234"/>
                  </a:cubicBezTo>
                  <a:cubicBezTo>
                    <a:pt x="12218" y="1107"/>
                    <a:pt x="12099" y="932"/>
                    <a:pt x="11961" y="932"/>
                  </a:cubicBezTo>
                  <a:cubicBezTo>
                    <a:pt x="11920" y="932"/>
                    <a:pt x="11878" y="947"/>
                    <a:pt x="11840" y="983"/>
                  </a:cubicBezTo>
                  <a:cubicBezTo>
                    <a:pt x="11603" y="1200"/>
                    <a:pt x="11378" y="1428"/>
                    <a:pt x="11147" y="1647"/>
                  </a:cubicBezTo>
                  <a:cubicBezTo>
                    <a:pt x="11123" y="1641"/>
                    <a:pt x="11099" y="1638"/>
                    <a:pt x="11075" y="1638"/>
                  </a:cubicBezTo>
                  <a:cubicBezTo>
                    <a:pt x="10883" y="1638"/>
                    <a:pt x="10705" y="1835"/>
                    <a:pt x="10535" y="2233"/>
                  </a:cubicBezTo>
                  <a:cubicBezTo>
                    <a:pt x="8145" y="4552"/>
                    <a:pt x="5867" y="6985"/>
                    <a:pt x="3335" y="9159"/>
                  </a:cubicBezTo>
                  <a:cubicBezTo>
                    <a:pt x="4573" y="8094"/>
                    <a:pt x="5809" y="6408"/>
                    <a:pt x="7082" y="5195"/>
                  </a:cubicBezTo>
                  <a:cubicBezTo>
                    <a:pt x="8621" y="3729"/>
                    <a:pt x="10117" y="2251"/>
                    <a:pt x="11459" y="602"/>
                  </a:cubicBezTo>
                  <a:cubicBezTo>
                    <a:pt x="11462" y="596"/>
                    <a:pt x="11459" y="591"/>
                    <a:pt x="11465" y="588"/>
                  </a:cubicBezTo>
                  <a:close/>
                  <a:moveTo>
                    <a:pt x="8791" y="9180"/>
                  </a:moveTo>
                  <a:cubicBezTo>
                    <a:pt x="8431" y="9653"/>
                    <a:pt x="8061" y="10124"/>
                    <a:pt x="7686" y="10588"/>
                  </a:cubicBezTo>
                  <a:cubicBezTo>
                    <a:pt x="7670" y="10576"/>
                    <a:pt x="7650" y="10569"/>
                    <a:pt x="7630" y="10569"/>
                  </a:cubicBezTo>
                  <a:cubicBezTo>
                    <a:pt x="7618" y="10569"/>
                    <a:pt x="7605" y="10571"/>
                    <a:pt x="7593" y="10577"/>
                  </a:cubicBezTo>
                  <a:cubicBezTo>
                    <a:pt x="7480" y="10628"/>
                    <a:pt x="7376" y="10680"/>
                    <a:pt x="7280" y="10732"/>
                  </a:cubicBezTo>
                  <a:lnTo>
                    <a:pt x="7280" y="10732"/>
                  </a:lnTo>
                  <a:cubicBezTo>
                    <a:pt x="7288" y="10718"/>
                    <a:pt x="7287" y="10701"/>
                    <a:pt x="7270" y="10687"/>
                  </a:cubicBezTo>
                  <a:cubicBezTo>
                    <a:pt x="7128" y="10562"/>
                    <a:pt x="8047" y="9780"/>
                    <a:pt x="8791" y="9180"/>
                  </a:cubicBezTo>
                  <a:close/>
                  <a:moveTo>
                    <a:pt x="4319" y="8741"/>
                  </a:moveTo>
                  <a:lnTo>
                    <a:pt x="4319" y="8741"/>
                  </a:lnTo>
                  <a:cubicBezTo>
                    <a:pt x="3705" y="9503"/>
                    <a:pt x="3124" y="10294"/>
                    <a:pt x="2570" y="11108"/>
                  </a:cubicBezTo>
                  <a:cubicBezTo>
                    <a:pt x="2495" y="10900"/>
                    <a:pt x="2423" y="10692"/>
                    <a:pt x="2327" y="10479"/>
                  </a:cubicBezTo>
                  <a:cubicBezTo>
                    <a:pt x="2319" y="10458"/>
                    <a:pt x="2313" y="10438"/>
                    <a:pt x="2304" y="10418"/>
                  </a:cubicBezTo>
                  <a:cubicBezTo>
                    <a:pt x="2994" y="9881"/>
                    <a:pt x="3664" y="9318"/>
                    <a:pt x="4319" y="8741"/>
                  </a:cubicBezTo>
                  <a:close/>
                  <a:moveTo>
                    <a:pt x="9577" y="9777"/>
                  </a:moveTo>
                  <a:cubicBezTo>
                    <a:pt x="9118" y="10343"/>
                    <a:pt x="8667" y="10915"/>
                    <a:pt x="8214" y="11483"/>
                  </a:cubicBezTo>
                  <a:cubicBezTo>
                    <a:pt x="8078" y="11339"/>
                    <a:pt x="7925" y="11212"/>
                    <a:pt x="7755" y="11108"/>
                  </a:cubicBezTo>
                  <a:cubicBezTo>
                    <a:pt x="8399" y="10713"/>
                    <a:pt x="8991" y="10251"/>
                    <a:pt x="9577" y="9777"/>
                  </a:cubicBezTo>
                  <a:close/>
                  <a:moveTo>
                    <a:pt x="10353" y="10473"/>
                  </a:moveTo>
                  <a:lnTo>
                    <a:pt x="10353" y="10473"/>
                  </a:lnTo>
                  <a:cubicBezTo>
                    <a:pt x="9903" y="11180"/>
                    <a:pt x="9435" y="11876"/>
                    <a:pt x="8947" y="12560"/>
                  </a:cubicBezTo>
                  <a:cubicBezTo>
                    <a:pt x="8826" y="12355"/>
                    <a:pt x="8705" y="12147"/>
                    <a:pt x="8575" y="11954"/>
                  </a:cubicBezTo>
                  <a:cubicBezTo>
                    <a:pt x="9152" y="11440"/>
                    <a:pt x="9735" y="10938"/>
                    <a:pt x="10353" y="10473"/>
                  </a:cubicBezTo>
                  <a:close/>
                  <a:moveTo>
                    <a:pt x="10633" y="3830"/>
                  </a:moveTo>
                  <a:lnTo>
                    <a:pt x="10633" y="3830"/>
                  </a:lnTo>
                  <a:cubicBezTo>
                    <a:pt x="9484" y="5060"/>
                    <a:pt x="8332" y="6284"/>
                    <a:pt x="7267" y="7595"/>
                  </a:cubicBezTo>
                  <a:cubicBezTo>
                    <a:pt x="7215" y="7661"/>
                    <a:pt x="7212" y="7753"/>
                    <a:pt x="7264" y="7820"/>
                  </a:cubicBezTo>
                  <a:cubicBezTo>
                    <a:pt x="5751" y="9171"/>
                    <a:pt x="4293" y="10571"/>
                    <a:pt x="2934" y="12081"/>
                  </a:cubicBezTo>
                  <a:cubicBezTo>
                    <a:pt x="2885" y="12136"/>
                    <a:pt x="2933" y="12211"/>
                    <a:pt x="2988" y="12211"/>
                  </a:cubicBezTo>
                  <a:cubicBezTo>
                    <a:pt x="3005" y="12211"/>
                    <a:pt x="3022" y="12204"/>
                    <a:pt x="3038" y="12188"/>
                  </a:cubicBezTo>
                  <a:cubicBezTo>
                    <a:pt x="3782" y="11403"/>
                    <a:pt x="4533" y="10623"/>
                    <a:pt x="5301" y="9864"/>
                  </a:cubicBezTo>
                  <a:cubicBezTo>
                    <a:pt x="5999" y="9171"/>
                    <a:pt x="7212" y="8356"/>
                    <a:pt x="7705" y="7745"/>
                  </a:cubicBezTo>
                  <a:lnTo>
                    <a:pt x="7705" y="7745"/>
                  </a:lnTo>
                  <a:cubicBezTo>
                    <a:pt x="6263" y="9543"/>
                    <a:pt x="4606" y="11160"/>
                    <a:pt x="3069" y="12878"/>
                  </a:cubicBezTo>
                  <a:cubicBezTo>
                    <a:pt x="2965" y="12433"/>
                    <a:pt x="2859" y="11994"/>
                    <a:pt x="2723" y="11556"/>
                  </a:cubicBezTo>
                  <a:cubicBezTo>
                    <a:pt x="5353" y="9113"/>
                    <a:pt x="7827" y="6515"/>
                    <a:pt x="10417" y="4029"/>
                  </a:cubicBezTo>
                  <a:cubicBezTo>
                    <a:pt x="10489" y="3963"/>
                    <a:pt x="10564" y="3899"/>
                    <a:pt x="10633" y="3830"/>
                  </a:cubicBezTo>
                  <a:close/>
                  <a:moveTo>
                    <a:pt x="6684" y="9999"/>
                  </a:moveTo>
                  <a:lnTo>
                    <a:pt x="6684" y="9999"/>
                  </a:lnTo>
                  <a:cubicBezTo>
                    <a:pt x="5477" y="11221"/>
                    <a:pt x="4340" y="12505"/>
                    <a:pt x="3309" y="13882"/>
                  </a:cubicBezTo>
                  <a:cubicBezTo>
                    <a:pt x="3260" y="13683"/>
                    <a:pt x="3217" y="13493"/>
                    <a:pt x="3170" y="13299"/>
                  </a:cubicBezTo>
                  <a:cubicBezTo>
                    <a:pt x="3973" y="12497"/>
                    <a:pt x="4781" y="11703"/>
                    <a:pt x="5613" y="10929"/>
                  </a:cubicBezTo>
                  <a:cubicBezTo>
                    <a:pt x="5959" y="10609"/>
                    <a:pt x="6323" y="10303"/>
                    <a:pt x="6684" y="9999"/>
                  </a:cubicBezTo>
                  <a:close/>
                  <a:moveTo>
                    <a:pt x="10867" y="8683"/>
                  </a:moveTo>
                  <a:cubicBezTo>
                    <a:pt x="11947" y="9413"/>
                    <a:pt x="12602" y="10542"/>
                    <a:pt x="12403" y="11885"/>
                  </a:cubicBezTo>
                  <a:cubicBezTo>
                    <a:pt x="12295" y="12613"/>
                    <a:pt x="11454" y="14017"/>
                    <a:pt x="10547" y="14017"/>
                  </a:cubicBezTo>
                  <a:cubicBezTo>
                    <a:pt x="10408" y="14017"/>
                    <a:pt x="10268" y="13984"/>
                    <a:pt x="10128" y="13911"/>
                  </a:cubicBezTo>
                  <a:cubicBezTo>
                    <a:pt x="9730" y="13701"/>
                    <a:pt x="9447" y="13343"/>
                    <a:pt x="9190" y="12950"/>
                  </a:cubicBezTo>
                  <a:cubicBezTo>
                    <a:pt x="9675" y="12396"/>
                    <a:pt x="10189" y="11870"/>
                    <a:pt x="10729" y="11374"/>
                  </a:cubicBezTo>
                  <a:lnTo>
                    <a:pt x="10729" y="11374"/>
                  </a:lnTo>
                  <a:cubicBezTo>
                    <a:pt x="10411" y="11925"/>
                    <a:pt x="10030" y="12433"/>
                    <a:pt x="9623" y="12944"/>
                  </a:cubicBezTo>
                  <a:cubicBezTo>
                    <a:pt x="9505" y="13091"/>
                    <a:pt x="9615" y="13269"/>
                    <a:pt x="9760" y="13269"/>
                  </a:cubicBezTo>
                  <a:cubicBezTo>
                    <a:pt x="9803" y="13269"/>
                    <a:pt x="9850" y="13253"/>
                    <a:pt x="9894" y="13216"/>
                  </a:cubicBezTo>
                  <a:cubicBezTo>
                    <a:pt x="10362" y="12820"/>
                    <a:pt x="10798" y="12393"/>
                    <a:pt x="11237" y="11968"/>
                  </a:cubicBezTo>
                  <a:lnTo>
                    <a:pt x="11237" y="11968"/>
                  </a:lnTo>
                  <a:cubicBezTo>
                    <a:pt x="11026" y="12373"/>
                    <a:pt x="10795" y="12762"/>
                    <a:pt x="10538" y="13140"/>
                  </a:cubicBezTo>
                  <a:cubicBezTo>
                    <a:pt x="10469" y="13295"/>
                    <a:pt x="10583" y="13425"/>
                    <a:pt x="10708" y="13425"/>
                  </a:cubicBezTo>
                  <a:cubicBezTo>
                    <a:pt x="10765" y="13425"/>
                    <a:pt x="10825" y="13398"/>
                    <a:pt x="10870" y="13334"/>
                  </a:cubicBezTo>
                  <a:cubicBezTo>
                    <a:pt x="11058" y="12915"/>
                    <a:pt x="11384" y="12595"/>
                    <a:pt x="11641" y="12222"/>
                  </a:cubicBezTo>
                  <a:cubicBezTo>
                    <a:pt x="11681" y="12162"/>
                    <a:pt x="11664" y="12101"/>
                    <a:pt x="11629" y="12052"/>
                  </a:cubicBezTo>
                  <a:cubicBezTo>
                    <a:pt x="11794" y="11743"/>
                    <a:pt x="11956" y="11431"/>
                    <a:pt x="12129" y="11128"/>
                  </a:cubicBezTo>
                  <a:cubicBezTo>
                    <a:pt x="12215" y="10979"/>
                    <a:pt x="12094" y="10846"/>
                    <a:pt x="11960" y="10846"/>
                  </a:cubicBezTo>
                  <a:cubicBezTo>
                    <a:pt x="11915" y="10846"/>
                    <a:pt x="11869" y="10860"/>
                    <a:pt x="11829" y="10894"/>
                  </a:cubicBezTo>
                  <a:cubicBezTo>
                    <a:pt x="11534" y="11140"/>
                    <a:pt x="11263" y="11408"/>
                    <a:pt x="10988" y="11674"/>
                  </a:cubicBezTo>
                  <a:cubicBezTo>
                    <a:pt x="11196" y="11336"/>
                    <a:pt x="11375" y="10981"/>
                    <a:pt x="11520" y="10609"/>
                  </a:cubicBezTo>
                  <a:cubicBezTo>
                    <a:pt x="11571" y="10468"/>
                    <a:pt x="11454" y="10377"/>
                    <a:pt x="11334" y="10377"/>
                  </a:cubicBezTo>
                  <a:cubicBezTo>
                    <a:pt x="11286" y="10377"/>
                    <a:pt x="11237" y="10392"/>
                    <a:pt x="11199" y="10424"/>
                  </a:cubicBezTo>
                  <a:cubicBezTo>
                    <a:pt x="10890" y="10687"/>
                    <a:pt x="10599" y="10967"/>
                    <a:pt x="10307" y="11247"/>
                  </a:cubicBezTo>
                  <a:cubicBezTo>
                    <a:pt x="10607" y="10790"/>
                    <a:pt x="10905" y="10337"/>
                    <a:pt x="11182" y="9864"/>
                  </a:cubicBezTo>
                  <a:cubicBezTo>
                    <a:pt x="11254" y="9738"/>
                    <a:pt x="11148" y="9580"/>
                    <a:pt x="11019" y="9580"/>
                  </a:cubicBezTo>
                  <a:cubicBezTo>
                    <a:pt x="10988" y="9580"/>
                    <a:pt x="10956" y="9589"/>
                    <a:pt x="10925" y="9610"/>
                  </a:cubicBezTo>
                  <a:cubicBezTo>
                    <a:pt x="10229" y="10063"/>
                    <a:pt x="9588" y="10585"/>
                    <a:pt x="8962" y="11125"/>
                  </a:cubicBezTo>
                  <a:cubicBezTo>
                    <a:pt x="9588" y="10352"/>
                    <a:pt x="10218" y="9581"/>
                    <a:pt x="10833" y="8796"/>
                  </a:cubicBezTo>
                  <a:cubicBezTo>
                    <a:pt x="10856" y="8764"/>
                    <a:pt x="10867" y="8723"/>
                    <a:pt x="10867" y="8683"/>
                  </a:cubicBezTo>
                  <a:close/>
                  <a:moveTo>
                    <a:pt x="5015" y="12629"/>
                  </a:moveTo>
                  <a:lnTo>
                    <a:pt x="5015" y="12629"/>
                  </a:lnTo>
                  <a:cubicBezTo>
                    <a:pt x="4957" y="12716"/>
                    <a:pt x="4897" y="12800"/>
                    <a:pt x="4839" y="12886"/>
                  </a:cubicBezTo>
                  <a:cubicBezTo>
                    <a:pt x="4392" y="13556"/>
                    <a:pt x="3990" y="14258"/>
                    <a:pt x="3595" y="14959"/>
                  </a:cubicBezTo>
                  <a:cubicBezTo>
                    <a:pt x="3523" y="14743"/>
                    <a:pt x="3465" y="14526"/>
                    <a:pt x="3413" y="14315"/>
                  </a:cubicBezTo>
                  <a:cubicBezTo>
                    <a:pt x="3419" y="14310"/>
                    <a:pt x="3424" y="14313"/>
                    <a:pt x="3427" y="14310"/>
                  </a:cubicBezTo>
                  <a:cubicBezTo>
                    <a:pt x="3961" y="13753"/>
                    <a:pt x="4481" y="13184"/>
                    <a:pt x="5015" y="12629"/>
                  </a:cubicBezTo>
                  <a:close/>
                  <a:moveTo>
                    <a:pt x="5870" y="13285"/>
                  </a:moveTo>
                  <a:cubicBezTo>
                    <a:pt x="5344" y="13811"/>
                    <a:pt x="4579" y="14881"/>
                    <a:pt x="3961" y="15629"/>
                  </a:cubicBezTo>
                  <a:cubicBezTo>
                    <a:pt x="3950" y="15646"/>
                    <a:pt x="3941" y="15669"/>
                    <a:pt x="3938" y="15693"/>
                  </a:cubicBezTo>
                  <a:cubicBezTo>
                    <a:pt x="3872" y="15594"/>
                    <a:pt x="3814" y="15493"/>
                    <a:pt x="3765" y="15389"/>
                  </a:cubicBezTo>
                  <a:lnTo>
                    <a:pt x="5870" y="13285"/>
                  </a:lnTo>
                  <a:close/>
                  <a:moveTo>
                    <a:pt x="6280" y="12880"/>
                  </a:moveTo>
                  <a:cubicBezTo>
                    <a:pt x="6336" y="13421"/>
                    <a:pt x="6491" y="14002"/>
                    <a:pt x="6545" y="14443"/>
                  </a:cubicBezTo>
                  <a:cubicBezTo>
                    <a:pt x="6504" y="15465"/>
                    <a:pt x="6056" y="15969"/>
                    <a:pt x="5209" y="15969"/>
                  </a:cubicBezTo>
                  <a:cubicBezTo>
                    <a:pt x="5179" y="15969"/>
                    <a:pt x="5148" y="15968"/>
                    <a:pt x="5116" y="15967"/>
                  </a:cubicBezTo>
                  <a:cubicBezTo>
                    <a:pt x="5512" y="15404"/>
                    <a:pt x="5893" y="14832"/>
                    <a:pt x="6291" y="14272"/>
                  </a:cubicBezTo>
                  <a:cubicBezTo>
                    <a:pt x="6382" y="14146"/>
                    <a:pt x="6253" y="13999"/>
                    <a:pt x="6126" y="13999"/>
                  </a:cubicBezTo>
                  <a:cubicBezTo>
                    <a:pt x="6084" y="13999"/>
                    <a:pt x="6042" y="14015"/>
                    <a:pt x="6008" y="14053"/>
                  </a:cubicBezTo>
                  <a:cubicBezTo>
                    <a:pt x="5705" y="14437"/>
                    <a:pt x="5339" y="14766"/>
                    <a:pt x="4923" y="15023"/>
                  </a:cubicBezTo>
                  <a:lnTo>
                    <a:pt x="4897" y="15043"/>
                  </a:lnTo>
                  <a:cubicBezTo>
                    <a:pt x="4929" y="15005"/>
                    <a:pt x="4960" y="14974"/>
                    <a:pt x="4992" y="14933"/>
                  </a:cubicBezTo>
                  <a:cubicBezTo>
                    <a:pt x="5496" y="14300"/>
                    <a:pt x="5928" y="13611"/>
                    <a:pt x="6280" y="12880"/>
                  </a:cubicBezTo>
                  <a:close/>
                  <a:moveTo>
                    <a:pt x="9420" y="0"/>
                  </a:moveTo>
                  <a:cubicBezTo>
                    <a:pt x="7823" y="0"/>
                    <a:pt x="6529" y="434"/>
                    <a:pt x="6309" y="1979"/>
                  </a:cubicBezTo>
                  <a:cubicBezTo>
                    <a:pt x="6228" y="2063"/>
                    <a:pt x="6150" y="2150"/>
                    <a:pt x="6069" y="2236"/>
                  </a:cubicBezTo>
                  <a:cubicBezTo>
                    <a:pt x="5885" y="2286"/>
                    <a:pt x="5680" y="2307"/>
                    <a:pt x="5460" y="2307"/>
                  </a:cubicBezTo>
                  <a:cubicBezTo>
                    <a:pt x="5359" y="2307"/>
                    <a:pt x="5255" y="2302"/>
                    <a:pt x="5148" y="2294"/>
                  </a:cubicBezTo>
                  <a:cubicBezTo>
                    <a:pt x="5123" y="2248"/>
                    <a:pt x="5077" y="2223"/>
                    <a:pt x="5029" y="2223"/>
                  </a:cubicBezTo>
                  <a:cubicBezTo>
                    <a:pt x="4994" y="2223"/>
                    <a:pt x="4959" y="2237"/>
                    <a:pt x="4931" y="2265"/>
                  </a:cubicBezTo>
                  <a:cubicBezTo>
                    <a:pt x="4926" y="2268"/>
                    <a:pt x="4923" y="2271"/>
                    <a:pt x="4920" y="2274"/>
                  </a:cubicBezTo>
                  <a:cubicBezTo>
                    <a:pt x="4628" y="2242"/>
                    <a:pt x="4337" y="2207"/>
                    <a:pt x="4060" y="2176"/>
                  </a:cubicBezTo>
                  <a:cubicBezTo>
                    <a:pt x="4106" y="2106"/>
                    <a:pt x="4152" y="2031"/>
                    <a:pt x="4204" y="1959"/>
                  </a:cubicBezTo>
                  <a:cubicBezTo>
                    <a:pt x="4265" y="1870"/>
                    <a:pt x="4171" y="1763"/>
                    <a:pt x="4082" y="1763"/>
                  </a:cubicBezTo>
                  <a:cubicBezTo>
                    <a:pt x="4053" y="1763"/>
                    <a:pt x="4024" y="1775"/>
                    <a:pt x="4002" y="1803"/>
                  </a:cubicBezTo>
                  <a:cubicBezTo>
                    <a:pt x="3909" y="1919"/>
                    <a:pt x="3817" y="2034"/>
                    <a:pt x="3725" y="2147"/>
                  </a:cubicBezTo>
                  <a:cubicBezTo>
                    <a:pt x="3644" y="2143"/>
                    <a:pt x="3566" y="2140"/>
                    <a:pt x="3491" y="2140"/>
                  </a:cubicBezTo>
                  <a:cubicBezTo>
                    <a:pt x="3350" y="2140"/>
                    <a:pt x="3220" y="2149"/>
                    <a:pt x="3107" y="2176"/>
                  </a:cubicBezTo>
                  <a:cubicBezTo>
                    <a:pt x="1981" y="2435"/>
                    <a:pt x="1326" y="3619"/>
                    <a:pt x="907" y="4566"/>
                  </a:cubicBezTo>
                  <a:cubicBezTo>
                    <a:pt x="0" y="6625"/>
                    <a:pt x="1025" y="8466"/>
                    <a:pt x="1886" y="10334"/>
                  </a:cubicBezTo>
                  <a:cubicBezTo>
                    <a:pt x="1842" y="10424"/>
                    <a:pt x="1900" y="10522"/>
                    <a:pt x="1987" y="10562"/>
                  </a:cubicBezTo>
                  <a:cubicBezTo>
                    <a:pt x="2120" y="10854"/>
                    <a:pt x="2244" y="11148"/>
                    <a:pt x="2353" y="11446"/>
                  </a:cubicBezTo>
                  <a:cubicBezTo>
                    <a:pt x="2319" y="11521"/>
                    <a:pt x="2350" y="11610"/>
                    <a:pt x="2426" y="11648"/>
                  </a:cubicBezTo>
                  <a:cubicBezTo>
                    <a:pt x="2564" y="12029"/>
                    <a:pt x="2668" y="12422"/>
                    <a:pt x="2737" y="12823"/>
                  </a:cubicBezTo>
                  <a:cubicBezTo>
                    <a:pt x="2755" y="12936"/>
                    <a:pt x="2775" y="13057"/>
                    <a:pt x="2795" y="13184"/>
                  </a:cubicBezTo>
                  <a:cubicBezTo>
                    <a:pt x="2766" y="13213"/>
                    <a:pt x="2737" y="13242"/>
                    <a:pt x="2711" y="13273"/>
                  </a:cubicBezTo>
                  <a:cubicBezTo>
                    <a:pt x="2611" y="13384"/>
                    <a:pt x="2693" y="13554"/>
                    <a:pt x="2836" y="13554"/>
                  </a:cubicBezTo>
                  <a:cubicBezTo>
                    <a:pt x="2841" y="13554"/>
                    <a:pt x="2847" y="13554"/>
                    <a:pt x="2853" y="13553"/>
                  </a:cubicBezTo>
                  <a:cubicBezTo>
                    <a:pt x="3075" y="14902"/>
                    <a:pt x="3497" y="16625"/>
                    <a:pt x="4966" y="16709"/>
                  </a:cubicBezTo>
                  <a:cubicBezTo>
                    <a:pt x="4982" y="16710"/>
                    <a:pt x="4998" y="16710"/>
                    <a:pt x="5014" y="16710"/>
                  </a:cubicBezTo>
                  <a:cubicBezTo>
                    <a:pt x="5713" y="16710"/>
                    <a:pt x="6378" y="15921"/>
                    <a:pt x="6747" y="15439"/>
                  </a:cubicBezTo>
                  <a:cubicBezTo>
                    <a:pt x="7865" y="13969"/>
                    <a:pt x="5209" y="12269"/>
                    <a:pt x="7449" y="10883"/>
                  </a:cubicBezTo>
                  <a:lnTo>
                    <a:pt x="7449" y="10883"/>
                  </a:lnTo>
                  <a:lnTo>
                    <a:pt x="7432" y="10906"/>
                  </a:lnTo>
                  <a:cubicBezTo>
                    <a:pt x="7420" y="10920"/>
                    <a:pt x="7423" y="10935"/>
                    <a:pt x="7417" y="10949"/>
                  </a:cubicBezTo>
                  <a:cubicBezTo>
                    <a:pt x="7299" y="10949"/>
                    <a:pt x="7235" y="11111"/>
                    <a:pt x="7316" y="11203"/>
                  </a:cubicBezTo>
                  <a:cubicBezTo>
                    <a:pt x="7518" y="11428"/>
                    <a:pt x="7700" y="11662"/>
                    <a:pt x="7891" y="11893"/>
                  </a:cubicBezTo>
                  <a:cubicBezTo>
                    <a:pt x="7738" y="12090"/>
                    <a:pt x="7579" y="12277"/>
                    <a:pt x="7429" y="12474"/>
                  </a:cubicBezTo>
                  <a:lnTo>
                    <a:pt x="7426" y="12476"/>
                  </a:lnTo>
                  <a:cubicBezTo>
                    <a:pt x="7417" y="12488"/>
                    <a:pt x="7406" y="12500"/>
                    <a:pt x="7397" y="12511"/>
                  </a:cubicBezTo>
                  <a:cubicBezTo>
                    <a:pt x="7296" y="12645"/>
                    <a:pt x="7431" y="12780"/>
                    <a:pt x="7566" y="12780"/>
                  </a:cubicBezTo>
                  <a:cubicBezTo>
                    <a:pt x="7608" y="12780"/>
                    <a:pt x="7651" y="12767"/>
                    <a:pt x="7686" y="12736"/>
                  </a:cubicBezTo>
                  <a:cubicBezTo>
                    <a:pt x="7862" y="12583"/>
                    <a:pt x="8032" y="12430"/>
                    <a:pt x="8205" y="12277"/>
                  </a:cubicBezTo>
                  <a:cubicBezTo>
                    <a:pt x="8373" y="12485"/>
                    <a:pt x="8543" y="12693"/>
                    <a:pt x="8708" y="12904"/>
                  </a:cubicBezTo>
                  <a:cubicBezTo>
                    <a:pt x="8690" y="12930"/>
                    <a:pt x="8673" y="12956"/>
                    <a:pt x="8653" y="12982"/>
                  </a:cubicBezTo>
                  <a:cubicBezTo>
                    <a:pt x="8559" y="13114"/>
                    <a:pt x="8696" y="13270"/>
                    <a:pt x="8829" y="13270"/>
                  </a:cubicBezTo>
                  <a:cubicBezTo>
                    <a:pt x="8873" y="13270"/>
                    <a:pt x="8916" y="13253"/>
                    <a:pt x="8950" y="13213"/>
                  </a:cubicBezTo>
                  <a:cubicBezTo>
                    <a:pt x="9080" y="13377"/>
                    <a:pt x="9207" y="13545"/>
                    <a:pt x="9343" y="13709"/>
                  </a:cubicBezTo>
                  <a:cubicBezTo>
                    <a:pt x="9685" y="14124"/>
                    <a:pt x="10090" y="14388"/>
                    <a:pt x="10549" y="14388"/>
                  </a:cubicBezTo>
                  <a:cubicBezTo>
                    <a:pt x="10745" y="14388"/>
                    <a:pt x="10950" y="14340"/>
                    <a:pt x="11165" y="14235"/>
                  </a:cubicBezTo>
                  <a:cubicBezTo>
                    <a:pt x="12227" y="13709"/>
                    <a:pt x="12836" y="12349"/>
                    <a:pt x="12801" y="11226"/>
                  </a:cubicBezTo>
                  <a:cubicBezTo>
                    <a:pt x="12761" y="9959"/>
                    <a:pt x="11834" y="8925"/>
                    <a:pt x="10755" y="8388"/>
                  </a:cubicBezTo>
                  <a:cubicBezTo>
                    <a:pt x="10740" y="8381"/>
                    <a:pt x="10726" y="8378"/>
                    <a:pt x="10712" y="8378"/>
                  </a:cubicBezTo>
                  <a:cubicBezTo>
                    <a:pt x="10650" y="8378"/>
                    <a:pt x="10600" y="8443"/>
                    <a:pt x="10633" y="8507"/>
                  </a:cubicBezTo>
                  <a:cubicBezTo>
                    <a:pt x="10630" y="8510"/>
                    <a:pt x="10627" y="8510"/>
                    <a:pt x="10623" y="8510"/>
                  </a:cubicBezTo>
                  <a:cubicBezTo>
                    <a:pt x="10620" y="8510"/>
                    <a:pt x="10616" y="8510"/>
                    <a:pt x="10613" y="8513"/>
                  </a:cubicBezTo>
                  <a:cubicBezTo>
                    <a:pt x="9860" y="9067"/>
                    <a:pt x="9152" y="9682"/>
                    <a:pt x="8402" y="10239"/>
                  </a:cubicBezTo>
                  <a:cubicBezTo>
                    <a:pt x="8866" y="9650"/>
                    <a:pt x="9320" y="9055"/>
                    <a:pt x="9735" y="8432"/>
                  </a:cubicBezTo>
                  <a:cubicBezTo>
                    <a:pt x="9812" y="8314"/>
                    <a:pt x="9706" y="8209"/>
                    <a:pt x="9595" y="8209"/>
                  </a:cubicBezTo>
                  <a:cubicBezTo>
                    <a:pt x="9560" y="8209"/>
                    <a:pt x="9524" y="8220"/>
                    <a:pt x="9493" y="8244"/>
                  </a:cubicBezTo>
                  <a:cubicBezTo>
                    <a:pt x="9239" y="8452"/>
                    <a:pt x="6623" y="10487"/>
                    <a:pt x="7218" y="10756"/>
                  </a:cubicBezTo>
                  <a:cubicBezTo>
                    <a:pt x="7223" y="10758"/>
                    <a:pt x="7227" y="10759"/>
                    <a:pt x="7232" y="10759"/>
                  </a:cubicBezTo>
                  <a:lnTo>
                    <a:pt x="7232" y="10759"/>
                  </a:lnTo>
                  <a:cubicBezTo>
                    <a:pt x="6631" y="11102"/>
                    <a:pt x="6384" y="11495"/>
                    <a:pt x="6277" y="12283"/>
                  </a:cubicBezTo>
                  <a:cubicBezTo>
                    <a:pt x="6265" y="12413"/>
                    <a:pt x="6262" y="12543"/>
                    <a:pt x="6274" y="12676"/>
                  </a:cubicBezTo>
                  <a:cubicBezTo>
                    <a:pt x="6239" y="12622"/>
                    <a:pt x="6184" y="12584"/>
                    <a:pt x="6125" y="12584"/>
                  </a:cubicBezTo>
                  <a:cubicBezTo>
                    <a:pt x="6087" y="12584"/>
                    <a:pt x="6046" y="12600"/>
                    <a:pt x="6008" y="12638"/>
                  </a:cubicBezTo>
                  <a:cubicBezTo>
                    <a:pt x="5351" y="13295"/>
                    <a:pt x="4398" y="14274"/>
                    <a:pt x="4113" y="14778"/>
                  </a:cubicBezTo>
                  <a:lnTo>
                    <a:pt x="4113" y="14778"/>
                  </a:lnTo>
                  <a:cubicBezTo>
                    <a:pt x="4768" y="13618"/>
                    <a:pt x="5507" y="12513"/>
                    <a:pt x="6294" y="11440"/>
                  </a:cubicBezTo>
                  <a:cubicBezTo>
                    <a:pt x="6393" y="11304"/>
                    <a:pt x="6261" y="11181"/>
                    <a:pt x="6128" y="11181"/>
                  </a:cubicBezTo>
                  <a:cubicBezTo>
                    <a:pt x="6086" y="11181"/>
                    <a:pt x="6044" y="11193"/>
                    <a:pt x="6008" y="11221"/>
                  </a:cubicBezTo>
                  <a:cubicBezTo>
                    <a:pt x="5959" y="11255"/>
                    <a:pt x="5922" y="11299"/>
                    <a:pt x="5876" y="11336"/>
                  </a:cubicBezTo>
                  <a:cubicBezTo>
                    <a:pt x="6900" y="10230"/>
                    <a:pt x="7995" y="9188"/>
                    <a:pt x="9095" y="8163"/>
                  </a:cubicBezTo>
                  <a:cubicBezTo>
                    <a:pt x="9214" y="8054"/>
                    <a:pt x="9104" y="7861"/>
                    <a:pt x="8970" y="7861"/>
                  </a:cubicBezTo>
                  <a:cubicBezTo>
                    <a:pt x="8942" y="7861"/>
                    <a:pt x="8912" y="7869"/>
                    <a:pt x="8884" y="7889"/>
                  </a:cubicBezTo>
                  <a:cubicBezTo>
                    <a:pt x="7902" y="8565"/>
                    <a:pt x="6978" y="9304"/>
                    <a:pt x="6086" y="10080"/>
                  </a:cubicBezTo>
                  <a:cubicBezTo>
                    <a:pt x="6106" y="10057"/>
                    <a:pt x="6130" y="10037"/>
                    <a:pt x="6150" y="10014"/>
                  </a:cubicBezTo>
                  <a:cubicBezTo>
                    <a:pt x="7082" y="9006"/>
                    <a:pt x="7966" y="7955"/>
                    <a:pt x="8791" y="6861"/>
                  </a:cubicBezTo>
                  <a:cubicBezTo>
                    <a:pt x="8866" y="6760"/>
                    <a:pt x="8789" y="6671"/>
                    <a:pt x="8690" y="6645"/>
                  </a:cubicBezTo>
                  <a:cubicBezTo>
                    <a:pt x="9045" y="6284"/>
                    <a:pt x="9406" y="5923"/>
                    <a:pt x="9773" y="5577"/>
                  </a:cubicBezTo>
                  <a:lnTo>
                    <a:pt x="9773" y="5577"/>
                  </a:lnTo>
                  <a:cubicBezTo>
                    <a:pt x="9022" y="6342"/>
                    <a:pt x="8866" y="7219"/>
                    <a:pt x="10411" y="8158"/>
                  </a:cubicBezTo>
                  <a:cubicBezTo>
                    <a:pt x="10435" y="8172"/>
                    <a:pt x="10460" y="8178"/>
                    <a:pt x="10484" y="8178"/>
                  </a:cubicBezTo>
                  <a:cubicBezTo>
                    <a:pt x="10602" y="8178"/>
                    <a:pt x="10699" y="8020"/>
                    <a:pt x="10593" y="7927"/>
                  </a:cubicBezTo>
                  <a:cubicBezTo>
                    <a:pt x="9646" y="7075"/>
                    <a:pt x="9164" y="6327"/>
                    <a:pt x="10359" y="5444"/>
                  </a:cubicBezTo>
                  <a:cubicBezTo>
                    <a:pt x="11136" y="4872"/>
                    <a:pt x="12054" y="4474"/>
                    <a:pt x="12900" y="4018"/>
                  </a:cubicBezTo>
                  <a:cubicBezTo>
                    <a:pt x="14158" y="3333"/>
                    <a:pt x="15706" y="2412"/>
                    <a:pt x="15712" y="801"/>
                  </a:cubicBezTo>
                  <a:cubicBezTo>
                    <a:pt x="15712" y="711"/>
                    <a:pt x="15636" y="613"/>
                    <a:pt x="15542" y="613"/>
                  </a:cubicBezTo>
                  <a:cubicBezTo>
                    <a:pt x="15537" y="613"/>
                    <a:pt x="15532" y="613"/>
                    <a:pt x="15527" y="614"/>
                  </a:cubicBezTo>
                  <a:cubicBezTo>
                    <a:pt x="15412" y="627"/>
                    <a:pt x="15286" y="633"/>
                    <a:pt x="15151" y="633"/>
                  </a:cubicBezTo>
                  <a:cubicBezTo>
                    <a:pt x="13883" y="633"/>
                    <a:pt x="11786" y="107"/>
                    <a:pt x="9946" y="13"/>
                  </a:cubicBezTo>
                  <a:lnTo>
                    <a:pt x="9917" y="13"/>
                  </a:lnTo>
                  <a:cubicBezTo>
                    <a:pt x="9749" y="5"/>
                    <a:pt x="9583" y="0"/>
                    <a:pt x="9420"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3" name="Google Shape;4363;p56"/>
            <p:cNvSpPr/>
            <p:nvPr/>
          </p:nvSpPr>
          <p:spPr>
            <a:xfrm>
              <a:off x="4492625" y="804475"/>
              <a:ext cx="446125" cy="296800"/>
            </a:xfrm>
            <a:custGeom>
              <a:avLst/>
              <a:gdLst/>
              <a:ahLst/>
              <a:cxnLst/>
              <a:rect l="l" t="t" r="r" b="b"/>
              <a:pathLst>
                <a:path w="17845" h="11872" extrusionOk="0">
                  <a:moveTo>
                    <a:pt x="11999" y="965"/>
                  </a:moveTo>
                  <a:lnTo>
                    <a:pt x="11999" y="965"/>
                  </a:lnTo>
                  <a:cubicBezTo>
                    <a:pt x="11996" y="971"/>
                    <a:pt x="11990" y="977"/>
                    <a:pt x="11987" y="983"/>
                  </a:cubicBezTo>
                  <a:cubicBezTo>
                    <a:pt x="11456" y="1445"/>
                    <a:pt x="10942" y="1915"/>
                    <a:pt x="10440" y="2406"/>
                  </a:cubicBezTo>
                  <a:cubicBezTo>
                    <a:pt x="10206" y="2637"/>
                    <a:pt x="9984" y="2885"/>
                    <a:pt x="9779" y="3145"/>
                  </a:cubicBezTo>
                  <a:cubicBezTo>
                    <a:pt x="10197" y="2562"/>
                    <a:pt x="10656" y="2008"/>
                    <a:pt x="11153" y="1485"/>
                  </a:cubicBezTo>
                  <a:cubicBezTo>
                    <a:pt x="11456" y="1167"/>
                    <a:pt x="11742" y="1009"/>
                    <a:pt x="11999" y="965"/>
                  </a:cubicBezTo>
                  <a:close/>
                  <a:moveTo>
                    <a:pt x="14773" y="4565"/>
                  </a:moveTo>
                  <a:lnTo>
                    <a:pt x="14773" y="4565"/>
                  </a:lnTo>
                  <a:cubicBezTo>
                    <a:pt x="14383" y="4892"/>
                    <a:pt x="13997" y="5215"/>
                    <a:pt x="13601" y="5533"/>
                  </a:cubicBezTo>
                  <a:cubicBezTo>
                    <a:pt x="13601" y="5530"/>
                    <a:pt x="13607" y="5527"/>
                    <a:pt x="13607" y="5524"/>
                  </a:cubicBezTo>
                  <a:cubicBezTo>
                    <a:pt x="13589" y="5371"/>
                    <a:pt x="13595" y="5085"/>
                    <a:pt x="13607" y="4733"/>
                  </a:cubicBezTo>
                  <a:cubicBezTo>
                    <a:pt x="13722" y="4783"/>
                    <a:pt x="13835" y="4811"/>
                    <a:pt x="13959" y="4811"/>
                  </a:cubicBezTo>
                  <a:cubicBezTo>
                    <a:pt x="14079" y="4811"/>
                    <a:pt x="14209" y="4785"/>
                    <a:pt x="14360" y="4727"/>
                  </a:cubicBezTo>
                  <a:cubicBezTo>
                    <a:pt x="14508" y="4669"/>
                    <a:pt x="14640" y="4617"/>
                    <a:pt x="14773" y="4565"/>
                  </a:cubicBezTo>
                  <a:close/>
                  <a:moveTo>
                    <a:pt x="12143" y="2265"/>
                  </a:moveTo>
                  <a:cubicBezTo>
                    <a:pt x="11430" y="3318"/>
                    <a:pt x="10544" y="4254"/>
                    <a:pt x="9605" y="5128"/>
                  </a:cubicBezTo>
                  <a:cubicBezTo>
                    <a:pt x="9565" y="5166"/>
                    <a:pt x="9522" y="5203"/>
                    <a:pt x="9478" y="5244"/>
                  </a:cubicBezTo>
                  <a:cubicBezTo>
                    <a:pt x="9187" y="5515"/>
                    <a:pt x="8892" y="5781"/>
                    <a:pt x="8595" y="6041"/>
                  </a:cubicBezTo>
                  <a:cubicBezTo>
                    <a:pt x="8606" y="5642"/>
                    <a:pt x="8682" y="5250"/>
                    <a:pt x="8823" y="4877"/>
                  </a:cubicBezTo>
                  <a:lnTo>
                    <a:pt x="8826" y="4877"/>
                  </a:lnTo>
                  <a:cubicBezTo>
                    <a:pt x="8853" y="4903"/>
                    <a:pt x="8889" y="4916"/>
                    <a:pt x="8925" y="4916"/>
                  </a:cubicBezTo>
                  <a:cubicBezTo>
                    <a:pt x="8953" y="4916"/>
                    <a:pt x="8981" y="4908"/>
                    <a:pt x="9005" y="4892"/>
                  </a:cubicBezTo>
                  <a:cubicBezTo>
                    <a:pt x="10079" y="4150"/>
                    <a:pt x="11488" y="3232"/>
                    <a:pt x="12143" y="2265"/>
                  </a:cubicBezTo>
                  <a:close/>
                  <a:moveTo>
                    <a:pt x="12455" y="1014"/>
                  </a:moveTo>
                  <a:cubicBezTo>
                    <a:pt x="13029" y="1254"/>
                    <a:pt x="13387" y="2132"/>
                    <a:pt x="13367" y="3004"/>
                  </a:cubicBezTo>
                  <a:cubicBezTo>
                    <a:pt x="13356" y="3422"/>
                    <a:pt x="13318" y="3838"/>
                    <a:pt x="13292" y="4254"/>
                  </a:cubicBezTo>
                  <a:cubicBezTo>
                    <a:pt x="13272" y="4259"/>
                    <a:pt x="13255" y="4254"/>
                    <a:pt x="13231" y="4265"/>
                  </a:cubicBezTo>
                  <a:cubicBezTo>
                    <a:pt x="12305" y="4915"/>
                    <a:pt x="11381" y="5567"/>
                    <a:pt x="10486" y="6260"/>
                  </a:cubicBezTo>
                  <a:lnTo>
                    <a:pt x="10486" y="6257"/>
                  </a:lnTo>
                  <a:cubicBezTo>
                    <a:pt x="10324" y="6384"/>
                    <a:pt x="10165" y="6517"/>
                    <a:pt x="10004" y="6644"/>
                  </a:cubicBezTo>
                  <a:cubicBezTo>
                    <a:pt x="11101" y="5437"/>
                    <a:pt x="12131" y="4176"/>
                    <a:pt x="13003" y="2781"/>
                  </a:cubicBezTo>
                  <a:cubicBezTo>
                    <a:pt x="13073" y="2667"/>
                    <a:pt x="12968" y="2517"/>
                    <a:pt x="12850" y="2517"/>
                  </a:cubicBezTo>
                  <a:cubicBezTo>
                    <a:pt x="12822" y="2517"/>
                    <a:pt x="12794" y="2525"/>
                    <a:pt x="12767" y="2545"/>
                  </a:cubicBezTo>
                  <a:cubicBezTo>
                    <a:pt x="12414" y="2799"/>
                    <a:pt x="12065" y="3061"/>
                    <a:pt x="11719" y="3327"/>
                  </a:cubicBezTo>
                  <a:cubicBezTo>
                    <a:pt x="12120" y="2851"/>
                    <a:pt x="12495" y="2351"/>
                    <a:pt x="12847" y="1837"/>
                  </a:cubicBezTo>
                  <a:cubicBezTo>
                    <a:pt x="12935" y="1707"/>
                    <a:pt x="12815" y="1583"/>
                    <a:pt x="12690" y="1583"/>
                  </a:cubicBezTo>
                  <a:cubicBezTo>
                    <a:pt x="12649" y="1583"/>
                    <a:pt x="12608" y="1596"/>
                    <a:pt x="12573" y="1626"/>
                  </a:cubicBezTo>
                  <a:cubicBezTo>
                    <a:pt x="12135" y="2007"/>
                    <a:pt x="9835" y="4153"/>
                    <a:pt x="9557" y="4153"/>
                  </a:cubicBezTo>
                  <a:cubicBezTo>
                    <a:pt x="9458" y="4153"/>
                    <a:pt x="9618" y="3879"/>
                    <a:pt x="10212" y="3154"/>
                  </a:cubicBezTo>
                  <a:cubicBezTo>
                    <a:pt x="10861" y="2360"/>
                    <a:pt x="11664" y="1684"/>
                    <a:pt x="12455" y="1014"/>
                  </a:cubicBezTo>
                  <a:close/>
                  <a:moveTo>
                    <a:pt x="3179" y="4756"/>
                  </a:moveTo>
                  <a:cubicBezTo>
                    <a:pt x="3808" y="4756"/>
                    <a:pt x="4411" y="4956"/>
                    <a:pt x="5015" y="5215"/>
                  </a:cubicBezTo>
                  <a:cubicBezTo>
                    <a:pt x="5003" y="5212"/>
                    <a:pt x="4991" y="5211"/>
                    <a:pt x="4978" y="5211"/>
                  </a:cubicBezTo>
                  <a:cubicBezTo>
                    <a:pt x="4949" y="5211"/>
                    <a:pt x="4921" y="5218"/>
                    <a:pt x="4897" y="5232"/>
                  </a:cubicBezTo>
                  <a:cubicBezTo>
                    <a:pt x="4065" y="5689"/>
                    <a:pt x="3300" y="6211"/>
                    <a:pt x="2547" y="6765"/>
                  </a:cubicBezTo>
                  <a:cubicBezTo>
                    <a:pt x="2682" y="6612"/>
                    <a:pt x="2818" y="6459"/>
                    <a:pt x="2951" y="6303"/>
                  </a:cubicBezTo>
                  <a:cubicBezTo>
                    <a:pt x="3343" y="5853"/>
                    <a:pt x="3505" y="5613"/>
                    <a:pt x="3852" y="5137"/>
                  </a:cubicBezTo>
                  <a:cubicBezTo>
                    <a:pt x="3930" y="5027"/>
                    <a:pt x="3821" y="4913"/>
                    <a:pt x="3711" y="4913"/>
                  </a:cubicBezTo>
                  <a:cubicBezTo>
                    <a:pt x="3688" y="4913"/>
                    <a:pt x="3665" y="4918"/>
                    <a:pt x="3644" y="4929"/>
                  </a:cubicBezTo>
                  <a:cubicBezTo>
                    <a:pt x="3159" y="5178"/>
                    <a:pt x="2827" y="5333"/>
                    <a:pt x="2394" y="5683"/>
                  </a:cubicBezTo>
                  <a:cubicBezTo>
                    <a:pt x="2070" y="5944"/>
                    <a:pt x="1922" y="6047"/>
                    <a:pt x="1888" y="6047"/>
                  </a:cubicBezTo>
                  <a:cubicBezTo>
                    <a:pt x="1786" y="6047"/>
                    <a:pt x="2654" y="5164"/>
                    <a:pt x="2893" y="4811"/>
                  </a:cubicBezTo>
                  <a:lnTo>
                    <a:pt x="2893" y="4814"/>
                  </a:lnTo>
                  <a:cubicBezTo>
                    <a:pt x="2902" y="4799"/>
                    <a:pt x="2905" y="4782"/>
                    <a:pt x="2905" y="4768"/>
                  </a:cubicBezTo>
                  <a:lnTo>
                    <a:pt x="2916" y="4768"/>
                  </a:lnTo>
                  <a:cubicBezTo>
                    <a:pt x="3004" y="4759"/>
                    <a:pt x="3092" y="4756"/>
                    <a:pt x="3179" y="4756"/>
                  </a:cubicBezTo>
                  <a:close/>
                  <a:moveTo>
                    <a:pt x="16751" y="4147"/>
                  </a:moveTo>
                  <a:cubicBezTo>
                    <a:pt x="17651" y="4147"/>
                    <a:pt x="17244" y="4378"/>
                    <a:pt x="16800" y="4909"/>
                  </a:cubicBezTo>
                  <a:cubicBezTo>
                    <a:pt x="16615" y="5131"/>
                    <a:pt x="16439" y="5359"/>
                    <a:pt x="16274" y="5596"/>
                  </a:cubicBezTo>
                  <a:cubicBezTo>
                    <a:pt x="15659" y="6046"/>
                    <a:pt x="15073" y="6529"/>
                    <a:pt x="14505" y="7025"/>
                  </a:cubicBezTo>
                  <a:cubicBezTo>
                    <a:pt x="15192" y="6214"/>
                    <a:pt x="15862" y="5391"/>
                    <a:pt x="16488" y="4528"/>
                  </a:cubicBezTo>
                  <a:cubicBezTo>
                    <a:pt x="16593" y="4383"/>
                    <a:pt x="16452" y="4242"/>
                    <a:pt x="16308" y="4242"/>
                  </a:cubicBezTo>
                  <a:cubicBezTo>
                    <a:pt x="16263" y="4242"/>
                    <a:pt x="16217" y="4256"/>
                    <a:pt x="16179" y="4288"/>
                  </a:cubicBezTo>
                  <a:cubicBezTo>
                    <a:pt x="15685" y="4716"/>
                    <a:pt x="15212" y="5157"/>
                    <a:pt x="14724" y="5590"/>
                  </a:cubicBezTo>
                  <a:cubicBezTo>
                    <a:pt x="15128" y="5154"/>
                    <a:pt x="15506" y="4698"/>
                    <a:pt x="15879" y="4233"/>
                  </a:cubicBezTo>
                  <a:cubicBezTo>
                    <a:pt x="16168" y="4176"/>
                    <a:pt x="16459" y="4147"/>
                    <a:pt x="16751" y="4147"/>
                  </a:cubicBezTo>
                  <a:close/>
                  <a:moveTo>
                    <a:pt x="2376" y="4834"/>
                  </a:moveTo>
                  <a:lnTo>
                    <a:pt x="2376" y="4834"/>
                  </a:lnTo>
                  <a:cubicBezTo>
                    <a:pt x="2096" y="5024"/>
                    <a:pt x="1727" y="5279"/>
                    <a:pt x="1548" y="5408"/>
                  </a:cubicBezTo>
                  <a:cubicBezTo>
                    <a:pt x="1575" y="5371"/>
                    <a:pt x="1561" y="5309"/>
                    <a:pt x="1517" y="5309"/>
                  </a:cubicBezTo>
                  <a:cubicBezTo>
                    <a:pt x="1511" y="5309"/>
                    <a:pt x="1504" y="5310"/>
                    <a:pt x="1496" y="5313"/>
                  </a:cubicBezTo>
                  <a:cubicBezTo>
                    <a:pt x="1360" y="5377"/>
                    <a:pt x="1222" y="5429"/>
                    <a:pt x="1077" y="5469"/>
                  </a:cubicBezTo>
                  <a:cubicBezTo>
                    <a:pt x="1011" y="5486"/>
                    <a:pt x="979" y="5564"/>
                    <a:pt x="1014" y="5622"/>
                  </a:cubicBezTo>
                  <a:lnTo>
                    <a:pt x="1094" y="5746"/>
                  </a:lnTo>
                  <a:cubicBezTo>
                    <a:pt x="1116" y="5785"/>
                    <a:pt x="1156" y="5807"/>
                    <a:pt x="1198" y="5807"/>
                  </a:cubicBezTo>
                  <a:cubicBezTo>
                    <a:pt x="1219" y="5807"/>
                    <a:pt x="1240" y="5801"/>
                    <a:pt x="1259" y="5790"/>
                  </a:cubicBezTo>
                  <a:cubicBezTo>
                    <a:pt x="1770" y="5466"/>
                    <a:pt x="2034" y="5326"/>
                    <a:pt x="2130" y="5326"/>
                  </a:cubicBezTo>
                  <a:cubicBezTo>
                    <a:pt x="2315" y="5326"/>
                    <a:pt x="1878" y="5843"/>
                    <a:pt x="1386" y="6557"/>
                  </a:cubicBezTo>
                  <a:cubicBezTo>
                    <a:pt x="1312" y="6666"/>
                    <a:pt x="1414" y="6775"/>
                    <a:pt x="1519" y="6775"/>
                  </a:cubicBezTo>
                  <a:cubicBezTo>
                    <a:pt x="1553" y="6775"/>
                    <a:pt x="1588" y="6764"/>
                    <a:pt x="1617" y="6736"/>
                  </a:cubicBezTo>
                  <a:cubicBezTo>
                    <a:pt x="1910" y="6464"/>
                    <a:pt x="2992" y="5467"/>
                    <a:pt x="3137" y="5467"/>
                  </a:cubicBezTo>
                  <a:cubicBezTo>
                    <a:pt x="3196" y="5467"/>
                    <a:pt x="3100" y="5633"/>
                    <a:pt x="2731" y="6081"/>
                  </a:cubicBezTo>
                  <a:cubicBezTo>
                    <a:pt x="2399" y="6485"/>
                    <a:pt x="2047" y="6875"/>
                    <a:pt x="1698" y="7268"/>
                  </a:cubicBezTo>
                  <a:cubicBezTo>
                    <a:pt x="1525" y="7040"/>
                    <a:pt x="1340" y="6820"/>
                    <a:pt x="1138" y="6601"/>
                  </a:cubicBezTo>
                  <a:cubicBezTo>
                    <a:pt x="119" y="5486"/>
                    <a:pt x="1314" y="5016"/>
                    <a:pt x="2376" y="4834"/>
                  </a:cubicBezTo>
                  <a:close/>
                  <a:moveTo>
                    <a:pt x="13272" y="4776"/>
                  </a:moveTo>
                  <a:lnTo>
                    <a:pt x="13272" y="4776"/>
                  </a:lnTo>
                  <a:cubicBezTo>
                    <a:pt x="13260" y="5024"/>
                    <a:pt x="13269" y="5273"/>
                    <a:pt x="13292" y="5521"/>
                  </a:cubicBezTo>
                  <a:cubicBezTo>
                    <a:pt x="13304" y="5599"/>
                    <a:pt x="13367" y="5660"/>
                    <a:pt x="13442" y="5663"/>
                  </a:cubicBezTo>
                  <a:cubicBezTo>
                    <a:pt x="12440" y="6474"/>
                    <a:pt x="11442" y="7288"/>
                    <a:pt x="10443" y="8105"/>
                  </a:cubicBezTo>
                  <a:cubicBezTo>
                    <a:pt x="10564" y="7963"/>
                    <a:pt x="10682" y="7819"/>
                    <a:pt x="10803" y="7678"/>
                  </a:cubicBezTo>
                  <a:cubicBezTo>
                    <a:pt x="11632" y="6716"/>
                    <a:pt x="12461" y="5755"/>
                    <a:pt x="13272" y="4776"/>
                  </a:cubicBezTo>
                  <a:close/>
                  <a:moveTo>
                    <a:pt x="4357" y="5902"/>
                  </a:moveTo>
                  <a:cubicBezTo>
                    <a:pt x="3719" y="6716"/>
                    <a:pt x="2971" y="7444"/>
                    <a:pt x="2316" y="8252"/>
                  </a:cubicBezTo>
                  <a:cubicBezTo>
                    <a:pt x="2284" y="8189"/>
                    <a:pt x="2249" y="8119"/>
                    <a:pt x="2218" y="8059"/>
                  </a:cubicBezTo>
                  <a:cubicBezTo>
                    <a:pt x="2137" y="7914"/>
                    <a:pt x="2044" y="7787"/>
                    <a:pt x="1955" y="7655"/>
                  </a:cubicBezTo>
                  <a:cubicBezTo>
                    <a:pt x="2729" y="7141"/>
                    <a:pt x="3953" y="6416"/>
                    <a:pt x="4357" y="5902"/>
                  </a:cubicBezTo>
                  <a:close/>
                  <a:moveTo>
                    <a:pt x="5032" y="6936"/>
                  </a:moveTo>
                  <a:cubicBezTo>
                    <a:pt x="4354" y="7325"/>
                    <a:pt x="3531" y="8613"/>
                    <a:pt x="2939" y="9439"/>
                  </a:cubicBezTo>
                  <a:cubicBezTo>
                    <a:pt x="2780" y="9159"/>
                    <a:pt x="2633" y="8873"/>
                    <a:pt x="2492" y="8593"/>
                  </a:cubicBezTo>
                  <a:lnTo>
                    <a:pt x="2492" y="8590"/>
                  </a:lnTo>
                  <a:cubicBezTo>
                    <a:pt x="3320" y="8004"/>
                    <a:pt x="4149" y="7441"/>
                    <a:pt x="5032" y="6936"/>
                  </a:cubicBezTo>
                  <a:close/>
                  <a:moveTo>
                    <a:pt x="5037" y="5222"/>
                  </a:moveTo>
                  <a:cubicBezTo>
                    <a:pt x="6084" y="5675"/>
                    <a:pt x="7123" y="6289"/>
                    <a:pt x="8257" y="6335"/>
                  </a:cubicBezTo>
                  <a:lnTo>
                    <a:pt x="8260" y="6335"/>
                  </a:lnTo>
                  <a:cubicBezTo>
                    <a:pt x="8205" y="6381"/>
                    <a:pt x="8153" y="6430"/>
                    <a:pt x="8098" y="6477"/>
                  </a:cubicBezTo>
                  <a:cubicBezTo>
                    <a:pt x="7238" y="7222"/>
                    <a:pt x="6349" y="7929"/>
                    <a:pt x="5457" y="8636"/>
                  </a:cubicBezTo>
                  <a:cubicBezTo>
                    <a:pt x="5965" y="8085"/>
                    <a:pt x="6435" y="7496"/>
                    <a:pt x="6860" y="6878"/>
                  </a:cubicBezTo>
                  <a:cubicBezTo>
                    <a:pt x="6949" y="6751"/>
                    <a:pt x="6829" y="6628"/>
                    <a:pt x="6705" y="6628"/>
                  </a:cubicBezTo>
                  <a:cubicBezTo>
                    <a:pt x="6665" y="6628"/>
                    <a:pt x="6625" y="6641"/>
                    <a:pt x="6591" y="6670"/>
                  </a:cubicBezTo>
                  <a:cubicBezTo>
                    <a:pt x="5590" y="7548"/>
                    <a:pt x="4152" y="8483"/>
                    <a:pt x="3378" y="9453"/>
                  </a:cubicBezTo>
                  <a:cubicBezTo>
                    <a:pt x="4160" y="8472"/>
                    <a:pt x="5041" y="7600"/>
                    <a:pt x="5754" y="6560"/>
                  </a:cubicBezTo>
                  <a:cubicBezTo>
                    <a:pt x="5840" y="6436"/>
                    <a:pt x="5722" y="6316"/>
                    <a:pt x="5601" y="6316"/>
                  </a:cubicBezTo>
                  <a:cubicBezTo>
                    <a:pt x="5575" y="6316"/>
                    <a:pt x="5550" y="6321"/>
                    <a:pt x="5526" y="6332"/>
                  </a:cubicBezTo>
                  <a:cubicBezTo>
                    <a:pt x="4588" y="6783"/>
                    <a:pt x="3736" y="7320"/>
                    <a:pt x="2882" y="7912"/>
                  </a:cubicBezTo>
                  <a:cubicBezTo>
                    <a:pt x="3566" y="7438"/>
                    <a:pt x="4464" y="6298"/>
                    <a:pt x="5096" y="5489"/>
                  </a:cubicBezTo>
                  <a:cubicBezTo>
                    <a:pt x="5169" y="5403"/>
                    <a:pt x="5138" y="5270"/>
                    <a:pt x="5037" y="5222"/>
                  </a:cubicBezTo>
                  <a:close/>
                  <a:moveTo>
                    <a:pt x="15593" y="4398"/>
                  </a:moveTo>
                  <a:cubicBezTo>
                    <a:pt x="13604" y="6070"/>
                    <a:pt x="11756" y="7903"/>
                    <a:pt x="10070" y="9878"/>
                  </a:cubicBezTo>
                  <a:cubicBezTo>
                    <a:pt x="9909" y="9690"/>
                    <a:pt x="9738" y="9511"/>
                    <a:pt x="9559" y="9341"/>
                  </a:cubicBezTo>
                  <a:lnTo>
                    <a:pt x="9556" y="9338"/>
                  </a:lnTo>
                  <a:cubicBezTo>
                    <a:pt x="11545" y="7663"/>
                    <a:pt x="13601" y="6070"/>
                    <a:pt x="15593" y="4398"/>
                  </a:cubicBezTo>
                  <a:close/>
                  <a:moveTo>
                    <a:pt x="12492" y="3160"/>
                  </a:moveTo>
                  <a:cubicBezTo>
                    <a:pt x="11614" y="3801"/>
                    <a:pt x="10818" y="5233"/>
                    <a:pt x="10015" y="6136"/>
                  </a:cubicBezTo>
                  <a:cubicBezTo>
                    <a:pt x="9429" y="6794"/>
                    <a:pt x="8814" y="7421"/>
                    <a:pt x="8191" y="8044"/>
                  </a:cubicBezTo>
                  <a:cubicBezTo>
                    <a:pt x="8018" y="8128"/>
                    <a:pt x="7922" y="8223"/>
                    <a:pt x="7905" y="8333"/>
                  </a:cubicBezTo>
                  <a:cubicBezTo>
                    <a:pt x="7818" y="8420"/>
                    <a:pt x="7732" y="8506"/>
                    <a:pt x="7645" y="8593"/>
                  </a:cubicBezTo>
                  <a:cubicBezTo>
                    <a:pt x="6684" y="8795"/>
                    <a:pt x="5858" y="9159"/>
                    <a:pt x="5090" y="9846"/>
                  </a:cubicBezTo>
                  <a:lnTo>
                    <a:pt x="5090" y="9843"/>
                  </a:lnTo>
                  <a:cubicBezTo>
                    <a:pt x="4868" y="10045"/>
                    <a:pt x="4459" y="10686"/>
                    <a:pt x="4042" y="10686"/>
                  </a:cubicBezTo>
                  <a:cubicBezTo>
                    <a:pt x="3934" y="10686"/>
                    <a:pt x="3825" y="10643"/>
                    <a:pt x="3719" y="10539"/>
                  </a:cubicBezTo>
                  <a:cubicBezTo>
                    <a:pt x="3520" y="10345"/>
                    <a:pt x="3346" y="10103"/>
                    <a:pt x="3185" y="9849"/>
                  </a:cubicBezTo>
                  <a:cubicBezTo>
                    <a:pt x="4005" y="9263"/>
                    <a:pt x="4793" y="8653"/>
                    <a:pt x="5566" y="8010"/>
                  </a:cubicBezTo>
                  <a:cubicBezTo>
                    <a:pt x="6045" y="7611"/>
                    <a:pt x="6224" y="7466"/>
                    <a:pt x="6233" y="7466"/>
                  </a:cubicBezTo>
                  <a:lnTo>
                    <a:pt x="6233" y="7466"/>
                  </a:lnTo>
                  <a:cubicBezTo>
                    <a:pt x="6256" y="7466"/>
                    <a:pt x="5306" y="8296"/>
                    <a:pt x="5154" y="8463"/>
                  </a:cubicBezTo>
                  <a:cubicBezTo>
                    <a:pt x="4643" y="9029"/>
                    <a:pt x="4109" y="9569"/>
                    <a:pt x="3598" y="10134"/>
                  </a:cubicBezTo>
                  <a:cubicBezTo>
                    <a:pt x="3481" y="10265"/>
                    <a:pt x="3591" y="10424"/>
                    <a:pt x="3724" y="10424"/>
                  </a:cubicBezTo>
                  <a:cubicBezTo>
                    <a:pt x="3762" y="10424"/>
                    <a:pt x="3803" y="10411"/>
                    <a:pt x="3840" y="10380"/>
                  </a:cubicBezTo>
                  <a:cubicBezTo>
                    <a:pt x="5084" y="9346"/>
                    <a:pt x="6363" y="8356"/>
                    <a:pt x="7608" y="7323"/>
                  </a:cubicBezTo>
                  <a:lnTo>
                    <a:pt x="7608" y="7323"/>
                  </a:lnTo>
                  <a:cubicBezTo>
                    <a:pt x="7319" y="7698"/>
                    <a:pt x="7039" y="8076"/>
                    <a:pt x="6785" y="8474"/>
                  </a:cubicBezTo>
                  <a:cubicBezTo>
                    <a:pt x="6739" y="8550"/>
                    <a:pt x="6803" y="8618"/>
                    <a:pt x="6872" y="8618"/>
                  </a:cubicBezTo>
                  <a:cubicBezTo>
                    <a:pt x="6902" y="8618"/>
                    <a:pt x="6933" y="8605"/>
                    <a:pt x="6955" y="8573"/>
                  </a:cubicBezTo>
                  <a:cubicBezTo>
                    <a:pt x="7590" y="7631"/>
                    <a:pt x="8344" y="6780"/>
                    <a:pt x="9152" y="5980"/>
                  </a:cubicBezTo>
                  <a:cubicBezTo>
                    <a:pt x="9452" y="5706"/>
                    <a:pt x="9753" y="5429"/>
                    <a:pt x="10041" y="5143"/>
                  </a:cubicBezTo>
                  <a:cubicBezTo>
                    <a:pt x="10829" y="4444"/>
                    <a:pt x="11646" y="3778"/>
                    <a:pt x="12492" y="3160"/>
                  </a:cubicBezTo>
                  <a:close/>
                  <a:moveTo>
                    <a:pt x="14857" y="6000"/>
                  </a:moveTo>
                  <a:cubicBezTo>
                    <a:pt x="13595" y="7551"/>
                    <a:pt x="12235" y="9009"/>
                    <a:pt x="10824" y="10432"/>
                  </a:cubicBezTo>
                  <a:cubicBezTo>
                    <a:pt x="10683" y="10573"/>
                    <a:pt x="10816" y="10767"/>
                    <a:pt x="10970" y="10767"/>
                  </a:cubicBezTo>
                  <a:cubicBezTo>
                    <a:pt x="11015" y="10767"/>
                    <a:pt x="11061" y="10751"/>
                    <a:pt x="11104" y="10712"/>
                  </a:cubicBezTo>
                  <a:cubicBezTo>
                    <a:pt x="12394" y="9522"/>
                    <a:pt x="13630" y="8284"/>
                    <a:pt x="14961" y="7149"/>
                  </a:cubicBezTo>
                  <a:lnTo>
                    <a:pt x="14961" y="7149"/>
                  </a:lnTo>
                  <a:cubicBezTo>
                    <a:pt x="14040" y="8209"/>
                    <a:pt x="13139" y="9286"/>
                    <a:pt x="12322" y="10429"/>
                  </a:cubicBezTo>
                  <a:cubicBezTo>
                    <a:pt x="12291" y="10413"/>
                    <a:pt x="12256" y="10405"/>
                    <a:pt x="12220" y="10405"/>
                  </a:cubicBezTo>
                  <a:cubicBezTo>
                    <a:pt x="12150" y="10405"/>
                    <a:pt x="12079" y="10439"/>
                    <a:pt x="12045" y="10521"/>
                  </a:cubicBezTo>
                  <a:cubicBezTo>
                    <a:pt x="11935" y="10784"/>
                    <a:pt x="11828" y="11044"/>
                    <a:pt x="11719" y="11307"/>
                  </a:cubicBezTo>
                  <a:cubicBezTo>
                    <a:pt x="11710" y="11324"/>
                    <a:pt x="11722" y="11338"/>
                    <a:pt x="11719" y="11356"/>
                  </a:cubicBezTo>
                  <a:cubicBezTo>
                    <a:pt x="11237" y="11211"/>
                    <a:pt x="10795" y="10723"/>
                    <a:pt x="10356" y="10210"/>
                  </a:cubicBezTo>
                  <a:cubicBezTo>
                    <a:pt x="11820" y="8766"/>
                    <a:pt x="13324" y="7369"/>
                    <a:pt x="14857" y="6000"/>
                  </a:cubicBezTo>
                  <a:close/>
                  <a:moveTo>
                    <a:pt x="15108" y="7579"/>
                  </a:moveTo>
                  <a:lnTo>
                    <a:pt x="15108" y="7579"/>
                  </a:lnTo>
                  <a:cubicBezTo>
                    <a:pt x="14519" y="8653"/>
                    <a:pt x="13919" y="9725"/>
                    <a:pt x="13142" y="10683"/>
                  </a:cubicBezTo>
                  <a:cubicBezTo>
                    <a:pt x="12778" y="11133"/>
                    <a:pt x="12446" y="11333"/>
                    <a:pt x="12134" y="11382"/>
                  </a:cubicBezTo>
                  <a:cubicBezTo>
                    <a:pt x="13018" y="10025"/>
                    <a:pt x="14051" y="8795"/>
                    <a:pt x="15108" y="7579"/>
                  </a:cubicBezTo>
                  <a:close/>
                  <a:moveTo>
                    <a:pt x="13168" y="1"/>
                  </a:moveTo>
                  <a:cubicBezTo>
                    <a:pt x="13140" y="1"/>
                    <a:pt x="13112" y="9"/>
                    <a:pt x="13084" y="27"/>
                  </a:cubicBezTo>
                  <a:cubicBezTo>
                    <a:pt x="12920" y="140"/>
                    <a:pt x="12888" y="166"/>
                    <a:pt x="12810" y="281"/>
                  </a:cubicBezTo>
                  <a:cubicBezTo>
                    <a:pt x="12736" y="254"/>
                    <a:pt x="12656" y="239"/>
                    <a:pt x="12568" y="239"/>
                  </a:cubicBezTo>
                  <a:cubicBezTo>
                    <a:pt x="12299" y="239"/>
                    <a:pt x="11965" y="378"/>
                    <a:pt x="11548" y="706"/>
                  </a:cubicBezTo>
                  <a:cubicBezTo>
                    <a:pt x="10232" y="1736"/>
                    <a:pt x="9068" y="3341"/>
                    <a:pt x="8503" y="4921"/>
                  </a:cubicBezTo>
                  <a:cubicBezTo>
                    <a:pt x="8384" y="5250"/>
                    <a:pt x="8292" y="5553"/>
                    <a:pt x="8240" y="5899"/>
                  </a:cubicBezTo>
                  <a:cubicBezTo>
                    <a:pt x="8223" y="6011"/>
                    <a:pt x="8118" y="6056"/>
                    <a:pt x="7959" y="6056"/>
                  </a:cubicBezTo>
                  <a:cubicBezTo>
                    <a:pt x="7318" y="6056"/>
                    <a:pt x="5804" y="5321"/>
                    <a:pt x="5774" y="5307"/>
                  </a:cubicBezTo>
                  <a:cubicBezTo>
                    <a:pt x="4824" y="4857"/>
                    <a:pt x="3970" y="4499"/>
                    <a:pt x="2916" y="4410"/>
                  </a:cubicBezTo>
                  <a:cubicBezTo>
                    <a:pt x="2872" y="4406"/>
                    <a:pt x="2819" y="4404"/>
                    <a:pt x="2758" y="4404"/>
                  </a:cubicBezTo>
                  <a:cubicBezTo>
                    <a:pt x="1977" y="4404"/>
                    <a:pt x="0" y="4727"/>
                    <a:pt x="0" y="5628"/>
                  </a:cubicBezTo>
                  <a:cubicBezTo>
                    <a:pt x="0" y="6009"/>
                    <a:pt x="393" y="6347"/>
                    <a:pt x="624" y="6592"/>
                  </a:cubicBezTo>
                  <a:cubicBezTo>
                    <a:pt x="910" y="6904"/>
                    <a:pt x="1175" y="7236"/>
                    <a:pt x="1418" y="7585"/>
                  </a:cubicBezTo>
                  <a:cubicBezTo>
                    <a:pt x="1360" y="7652"/>
                    <a:pt x="1302" y="7715"/>
                    <a:pt x="1245" y="7779"/>
                  </a:cubicBezTo>
                  <a:cubicBezTo>
                    <a:pt x="1131" y="7894"/>
                    <a:pt x="1237" y="8052"/>
                    <a:pt x="1360" y="8052"/>
                  </a:cubicBezTo>
                  <a:cubicBezTo>
                    <a:pt x="1397" y="8052"/>
                    <a:pt x="1435" y="8038"/>
                    <a:pt x="1470" y="8004"/>
                  </a:cubicBezTo>
                  <a:cubicBezTo>
                    <a:pt x="1510" y="7969"/>
                    <a:pt x="1568" y="7926"/>
                    <a:pt x="1623" y="7888"/>
                  </a:cubicBezTo>
                  <a:cubicBezTo>
                    <a:pt x="2013" y="8477"/>
                    <a:pt x="2362" y="9089"/>
                    <a:pt x="2729" y="9722"/>
                  </a:cubicBezTo>
                  <a:cubicBezTo>
                    <a:pt x="2705" y="9753"/>
                    <a:pt x="2677" y="9791"/>
                    <a:pt x="2656" y="9820"/>
                  </a:cubicBezTo>
                  <a:cubicBezTo>
                    <a:pt x="2567" y="9933"/>
                    <a:pt x="2646" y="10117"/>
                    <a:pt x="2771" y="10117"/>
                  </a:cubicBezTo>
                  <a:cubicBezTo>
                    <a:pt x="2799" y="10117"/>
                    <a:pt x="2830" y="10107"/>
                    <a:pt x="2861" y="10085"/>
                  </a:cubicBezTo>
                  <a:cubicBezTo>
                    <a:pt x="2882" y="10071"/>
                    <a:pt x="2899" y="10057"/>
                    <a:pt x="2916" y="10045"/>
                  </a:cubicBezTo>
                  <a:cubicBezTo>
                    <a:pt x="3152" y="10454"/>
                    <a:pt x="3578" y="11155"/>
                    <a:pt x="4053" y="11155"/>
                  </a:cubicBezTo>
                  <a:cubicBezTo>
                    <a:pt x="4118" y="11155"/>
                    <a:pt x="4184" y="11142"/>
                    <a:pt x="4250" y="11113"/>
                  </a:cubicBezTo>
                  <a:cubicBezTo>
                    <a:pt x="4622" y="10949"/>
                    <a:pt x="4871" y="10585"/>
                    <a:pt x="5136" y="10290"/>
                  </a:cubicBezTo>
                  <a:cubicBezTo>
                    <a:pt x="5754" y="9606"/>
                    <a:pt x="6513" y="9190"/>
                    <a:pt x="7351" y="8919"/>
                  </a:cubicBezTo>
                  <a:lnTo>
                    <a:pt x="7351" y="8919"/>
                  </a:lnTo>
                  <a:cubicBezTo>
                    <a:pt x="7292" y="9038"/>
                    <a:pt x="7391" y="9172"/>
                    <a:pt x="7510" y="9172"/>
                  </a:cubicBezTo>
                  <a:cubicBezTo>
                    <a:pt x="7550" y="9172"/>
                    <a:pt x="7592" y="9157"/>
                    <a:pt x="7631" y="9121"/>
                  </a:cubicBezTo>
                  <a:cubicBezTo>
                    <a:pt x="7787" y="8983"/>
                    <a:pt x="7951" y="8858"/>
                    <a:pt x="8110" y="8720"/>
                  </a:cubicBezTo>
                  <a:cubicBezTo>
                    <a:pt x="8147" y="8711"/>
                    <a:pt x="8185" y="8700"/>
                    <a:pt x="8222" y="8691"/>
                  </a:cubicBezTo>
                  <a:cubicBezTo>
                    <a:pt x="8283" y="8682"/>
                    <a:pt x="8315" y="8619"/>
                    <a:pt x="8292" y="8567"/>
                  </a:cubicBezTo>
                  <a:cubicBezTo>
                    <a:pt x="9757" y="7295"/>
                    <a:pt x="11283" y="6097"/>
                    <a:pt x="12864" y="4975"/>
                  </a:cubicBezTo>
                  <a:lnTo>
                    <a:pt x="12864" y="4975"/>
                  </a:lnTo>
                  <a:cubicBezTo>
                    <a:pt x="11733" y="5779"/>
                    <a:pt x="10326" y="7595"/>
                    <a:pt x="9167" y="9023"/>
                  </a:cubicBezTo>
                  <a:cubicBezTo>
                    <a:pt x="9091" y="8974"/>
                    <a:pt x="9014" y="8931"/>
                    <a:pt x="8930" y="8893"/>
                  </a:cubicBezTo>
                  <a:cubicBezTo>
                    <a:pt x="8905" y="8882"/>
                    <a:pt x="8881" y="8878"/>
                    <a:pt x="8859" y="8878"/>
                  </a:cubicBezTo>
                  <a:cubicBezTo>
                    <a:pt x="8716" y="8878"/>
                    <a:pt x="8624" y="9067"/>
                    <a:pt x="8774" y="9162"/>
                  </a:cubicBezTo>
                  <a:cubicBezTo>
                    <a:pt x="8835" y="9199"/>
                    <a:pt x="8892" y="9245"/>
                    <a:pt x="8947" y="9291"/>
                  </a:cubicBezTo>
                  <a:cubicBezTo>
                    <a:pt x="8895" y="9358"/>
                    <a:pt x="8837" y="9427"/>
                    <a:pt x="8785" y="9491"/>
                  </a:cubicBezTo>
                  <a:cubicBezTo>
                    <a:pt x="8654" y="9626"/>
                    <a:pt x="8778" y="9812"/>
                    <a:pt x="8923" y="9812"/>
                  </a:cubicBezTo>
                  <a:cubicBezTo>
                    <a:pt x="8966" y="9812"/>
                    <a:pt x="9011" y="9795"/>
                    <a:pt x="9051" y="9756"/>
                  </a:cubicBezTo>
                  <a:cubicBezTo>
                    <a:pt x="9117" y="9701"/>
                    <a:pt x="9187" y="9649"/>
                    <a:pt x="9250" y="9592"/>
                  </a:cubicBezTo>
                  <a:cubicBezTo>
                    <a:pt x="9418" y="9777"/>
                    <a:pt x="9594" y="9990"/>
                    <a:pt x="9779" y="10212"/>
                  </a:cubicBezTo>
                  <a:cubicBezTo>
                    <a:pt x="9761" y="10233"/>
                    <a:pt x="9744" y="10253"/>
                    <a:pt x="9727" y="10273"/>
                  </a:cubicBezTo>
                  <a:cubicBezTo>
                    <a:pt x="9607" y="10419"/>
                    <a:pt x="9726" y="10608"/>
                    <a:pt x="9869" y="10608"/>
                  </a:cubicBezTo>
                  <a:cubicBezTo>
                    <a:pt x="9913" y="10608"/>
                    <a:pt x="9959" y="10590"/>
                    <a:pt x="10001" y="10547"/>
                  </a:cubicBezTo>
                  <a:cubicBezTo>
                    <a:pt x="10012" y="10539"/>
                    <a:pt x="10024" y="10527"/>
                    <a:pt x="10033" y="10518"/>
                  </a:cubicBezTo>
                  <a:cubicBezTo>
                    <a:pt x="10608" y="11204"/>
                    <a:pt x="11251" y="11871"/>
                    <a:pt x="11924" y="11871"/>
                  </a:cubicBezTo>
                  <a:cubicBezTo>
                    <a:pt x="12081" y="11871"/>
                    <a:pt x="12240" y="11835"/>
                    <a:pt x="12400" y="11754"/>
                  </a:cubicBezTo>
                  <a:cubicBezTo>
                    <a:pt x="14031" y="10931"/>
                    <a:pt x="14961" y="8590"/>
                    <a:pt x="15778" y="7077"/>
                  </a:cubicBezTo>
                  <a:cubicBezTo>
                    <a:pt x="15957" y="6742"/>
                    <a:pt x="16165" y="6430"/>
                    <a:pt x="16370" y="6119"/>
                  </a:cubicBezTo>
                  <a:cubicBezTo>
                    <a:pt x="16453" y="6021"/>
                    <a:pt x="16537" y="5925"/>
                    <a:pt x="16621" y="5827"/>
                  </a:cubicBezTo>
                  <a:cubicBezTo>
                    <a:pt x="16655" y="5784"/>
                    <a:pt x="16673" y="5729"/>
                    <a:pt x="16664" y="5674"/>
                  </a:cubicBezTo>
                  <a:cubicBezTo>
                    <a:pt x="16924" y="5310"/>
                    <a:pt x="17192" y="4955"/>
                    <a:pt x="17490" y="4609"/>
                  </a:cubicBezTo>
                  <a:cubicBezTo>
                    <a:pt x="17631" y="4438"/>
                    <a:pt x="17845" y="4213"/>
                    <a:pt x="17703" y="3985"/>
                  </a:cubicBezTo>
                  <a:cubicBezTo>
                    <a:pt x="17607" y="3829"/>
                    <a:pt x="17341" y="3791"/>
                    <a:pt x="17072" y="3791"/>
                  </a:cubicBezTo>
                  <a:cubicBezTo>
                    <a:pt x="16818" y="3791"/>
                    <a:pt x="16561" y="3825"/>
                    <a:pt x="16439" y="3826"/>
                  </a:cubicBezTo>
                  <a:lnTo>
                    <a:pt x="16188" y="3826"/>
                  </a:lnTo>
                  <a:cubicBezTo>
                    <a:pt x="16213" y="3713"/>
                    <a:pt x="16105" y="3617"/>
                    <a:pt x="15993" y="3617"/>
                  </a:cubicBezTo>
                  <a:cubicBezTo>
                    <a:pt x="15950" y="3617"/>
                    <a:pt x="15907" y="3630"/>
                    <a:pt x="15870" y="3662"/>
                  </a:cubicBezTo>
                  <a:cubicBezTo>
                    <a:pt x="15795" y="3725"/>
                    <a:pt x="15717" y="3786"/>
                    <a:pt x="15642" y="3849"/>
                  </a:cubicBezTo>
                  <a:cubicBezTo>
                    <a:pt x="15417" y="3867"/>
                    <a:pt x="15195" y="3919"/>
                    <a:pt x="14984" y="4002"/>
                  </a:cubicBezTo>
                  <a:cubicBezTo>
                    <a:pt x="14492" y="4206"/>
                    <a:pt x="14345" y="4586"/>
                    <a:pt x="13932" y="4586"/>
                  </a:cubicBezTo>
                  <a:cubicBezTo>
                    <a:pt x="13842" y="4586"/>
                    <a:pt x="13738" y="4568"/>
                    <a:pt x="13615" y="4525"/>
                  </a:cubicBezTo>
                  <a:cubicBezTo>
                    <a:pt x="13662" y="3217"/>
                    <a:pt x="13725" y="1156"/>
                    <a:pt x="13084" y="472"/>
                  </a:cubicBezTo>
                  <a:cubicBezTo>
                    <a:pt x="13151" y="411"/>
                    <a:pt x="13223" y="353"/>
                    <a:pt x="13289" y="293"/>
                  </a:cubicBezTo>
                  <a:cubicBezTo>
                    <a:pt x="13406" y="187"/>
                    <a:pt x="13300" y="1"/>
                    <a:pt x="1316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4" name="Google Shape;4364;p56"/>
            <p:cNvSpPr/>
            <p:nvPr/>
          </p:nvSpPr>
          <p:spPr>
            <a:xfrm>
              <a:off x="5432550" y="952075"/>
              <a:ext cx="328650" cy="322675"/>
            </a:xfrm>
            <a:custGeom>
              <a:avLst/>
              <a:gdLst/>
              <a:ahLst/>
              <a:cxnLst/>
              <a:rect l="l" t="t" r="r" b="b"/>
              <a:pathLst>
                <a:path w="13146" h="12907" extrusionOk="0">
                  <a:moveTo>
                    <a:pt x="3747" y="539"/>
                  </a:moveTo>
                  <a:cubicBezTo>
                    <a:pt x="4006" y="539"/>
                    <a:pt x="4243" y="605"/>
                    <a:pt x="4435" y="731"/>
                  </a:cubicBezTo>
                  <a:cubicBezTo>
                    <a:pt x="3436" y="1638"/>
                    <a:pt x="2536" y="2640"/>
                    <a:pt x="1537" y="3549"/>
                  </a:cubicBezTo>
                  <a:lnTo>
                    <a:pt x="1467" y="3613"/>
                  </a:lnTo>
                  <a:cubicBezTo>
                    <a:pt x="1467" y="3601"/>
                    <a:pt x="1470" y="3590"/>
                    <a:pt x="1470" y="3578"/>
                  </a:cubicBezTo>
                  <a:cubicBezTo>
                    <a:pt x="1811" y="3255"/>
                    <a:pt x="2261" y="2833"/>
                    <a:pt x="2305" y="2790"/>
                  </a:cubicBezTo>
                  <a:cubicBezTo>
                    <a:pt x="2911" y="2161"/>
                    <a:pt x="3477" y="1511"/>
                    <a:pt x="4028" y="832"/>
                  </a:cubicBezTo>
                  <a:cubicBezTo>
                    <a:pt x="4132" y="726"/>
                    <a:pt x="4035" y="580"/>
                    <a:pt x="3922" y="580"/>
                  </a:cubicBezTo>
                  <a:cubicBezTo>
                    <a:pt x="3888" y="580"/>
                    <a:pt x="3852" y="593"/>
                    <a:pt x="3820" y="625"/>
                  </a:cubicBezTo>
                  <a:cubicBezTo>
                    <a:pt x="3327" y="1055"/>
                    <a:pt x="1583" y="2397"/>
                    <a:pt x="1306" y="3399"/>
                  </a:cubicBezTo>
                  <a:cubicBezTo>
                    <a:pt x="1081" y="3630"/>
                    <a:pt x="852" y="3855"/>
                    <a:pt x="630" y="4092"/>
                  </a:cubicBezTo>
                  <a:cubicBezTo>
                    <a:pt x="884" y="3125"/>
                    <a:pt x="1381" y="2262"/>
                    <a:pt x="2013" y="1488"/>
                  </a:cubicBezTo>
                  <a:cubicBezTo>
                    <a:pt x="2545" y="838"/>
                    <a:pt x="3196" y="539"/>
                    <a:pt x="3747" y="539"/>
                  </a:cubicBezTo>
                  <a:close/>
                  <a:moveTo>
                    <a:pt x="4764" y="1089"/>
                  </a:moveTo>
                  <a:cubicBezTo>
                    <a:pt x="4909" y="1349"/>
                    <a:pt x="4955" y="1696"/>
                    <a:pt x="4865" y="2117"/>
                  </a:cubicBezTo>
                  <a:cubicBezTo>
                    <a:pt x="4271" y="2533"/>
                    <a:pt x="3685" y="2954"/>
                    <a:pt x="3113" y="3405"/>
                  </a:cubicBezTo>
                  <a:cubicBezTo>
                    <a:pt x="2847" y="3613"/>
                    <a:pt x="2169" y="4233"/>
                    <a:pt x="1690" y="4681"/>
                  </a:cubicBezTo>
                  <a:cubicBezTo>
                    <a:pt x="2862" y="3575"/>
                    <a:pt x="3970" y="2478"/>
                    <a:pt x="4764" y="1089"/>
                  </a:cubicBezTo>
                  <a:close/>
                  <a:moveTo>
                    <a:pt x="4424" y="1188"/>
                  </a:moveTo>
                  <a:lnTo>
                    <a:pt x="4424" y="1188"/>
                  </a:lnTo>
                  <a:cubicBezTo>
                    <a:pt x="3269" y="2308"/>
                    <a:pt x="1898" y="3922"/>
                    <a:pt x="567" y="5247"/>
                  </a:cubicBezTo>
                  <a:cubicBezTo>
                    <a:pt x="518" y="5056"/>
                    <a:pt x="500" y="4857"/>
                    <a:pt x="518" y="4658"/>
                  </a:cubicBezTo>
                  <a:lnTo>
                    <a:pt x="518" y="4658"/>
                  </a:lnTo>
                  <a:lnTo>
                    <a:pt x="518" y="4661"/>
                  </a:lnTo>
                  <a:cubicBezTo>
                    <a:pt x="522" y="4658"/>
                    <a:pt x="526" y="4658"/>
                    <a:pt x="531" y="4658"/>
                  </a:cubicBezTo>
                  <a:cubicBezTo>
                    <a:pt x="535" y="4658"/>
                    <a:pt x="539" y="4658"/>
                    <a:pt x="544" y="4655"/>
                  </a:cubicBezTo>
                  <a:cubicBezTo>
                    <a:pt x="2051" y="3722"/>
                    <a:pt x="3159" y="2412"/>
                    <a:pt x="4424" y="1188"/>
                  </a:cubicBezTo>
                  <a:close/>
                  <a:moveTo>
                    <a:pt x="4747" y="3116"/>
                  </a:moveTo>
                  <a:cubicBezTo>
                    <a:pt x="4897" y="3249"/>
                    <a:pt x="5039" y="3393"/>
                    <a:pt x="5174" y="3543"/>
                  </a:cubicBezTo>
                  <a:lnTo>
                    <a:pt x="5171" y="3546"/>
                  </a:lnTo>
                  <a:cubicBezTo>
                    <a:pt x="5145" y="3546"/>
                    <a:pt x="5117" y="3552"/>
                    <a:pt x="5093" y="3566"/>
                  </a:cubicBezTo>
                  <a:cubicBezTo>
                    <a:pt x="4034" y="4320"/>
                    <a:pt x="3061" y="5172"/>
                    <a:pt x="2235" y="6176"/>
                  </a:cubicBezTo>
                  <a:cubicBezTo>
                    <a:pt x="3078" y="5149"/>
                    <a:pt x="3947" y="4164"/>
                    <a:pt x="4747" y="3116"/>
                  </a:cubicBezTo>
                  <a:close/>
                  <a:moveTo>
                    <a:pt x="4695" y="2643"/>
                  </a:moveTo>
                  <a:cubicBezTo>
                    <a:pt x="3584" y="3474"/>
                    <a:pt x="2449" y="5322"/>
                    <a:pt x="1516" y="6482"/>
                  </a:cubicBezTo>
                  <a:cubicBezTo>
                    <a:pt x="1177" y="6200"/>
                    <a:pt x="909" y="5935"/>
                    <a:pt x="732" y="5636"/>
                  </a:cubicBezTo>
                  <a:lnTo>
                    <a:pt x="732" y="5636"/>
                  </a:lnTo>
                  <a:cubicBezTo>
                    <a:pt x="2100" y="4695"/>
                    <a:pt x="3365" y="3633"/>
                    <a:pt x="4695" y="2643"/>
                  </a:cubicBezTo>
                  <a:close/>
                  <a:moveTo>
                    <a:pt x="4670" y="4324"/>
                  </a:moveTo>
                  <a:cubicBezTo>
                    <a:pt x="4733" y="4324"/>
                    <a:pt x="4598" y="4547"/>
                    <a:pt x="4268" y="4996"/>
                  </a:cubicBezTo>
                  <a:cubicBezTo>
                    <a:pt x="3777" y="5792"/>
                    <a:pt x="3119" y="6520"/>
                    <a:pt x="2504" y="7233"/>
                  </a:cubicBezTo>
                  <a:cubicBezTo>
                    <a:pt x="2328" y="7022"/>
                    <a:pt x="2149" y="6817"/>
                    <a:pt x="1973" y="6618"/>
                  </a:cubicBezTo>
                  <a:cubicBezTo>
                    <a:pt x="2715" y="6052"/>
                    <a:pt x="3402" y="5437"/>
                    <a:pt x="4095" y="4799"/>
                  </a:cubicBezTo>
                  <a:cubicBezTo>
                    <a:pt x="4426" y="4482"/>
                    <a:pt x="4618" y="4324"/>
                    <a:pt x="4670" y="4324"/>
                  </a:cubicBezTo>
                  <a:close/>
                  <a:moveTo>
                    <a:pt x="5024" y="5828"/>
                  </a:moveTo>
                  <a:lnTo>
                    <a:pt x="5024" y="5828"/>
                  </a:lnTo>
                  <a:cubicBezTo>
                    <a:pt x="4428" y="6609"/>
                    <a:pt x="3863" y="7399"/>
                    <a:pt x="3327" y="8215"/>
                  </a:cubicBezTo>
                  <a:cubicBezTo>
                    <a:pt x="3139" y="7992"/>
                    <a:pt x="2954" y="7773"/>
                    <a:pt x="2769" y="7551"/>
                  </a:cubicBezTo>
                  <a:lnTo>
                    <a:pt x="2772" y="7551"/>
                  </a:lnTo>
                  <a:cubicBezTo>
                    <a:pt x="3579" y="7055"/>
                    <a:pt x="4570" y="6421"/>
                    <a:pt x="5024" y="5828"/>
                  </a:cubicBezTo>
                  <a:close/>
                  <a:moveTo>
                    <a:pt x="6222" y="6976"/>
                  </a:moveTo>
                  <a:lnTo>
                    <a:pt x="6222" y="6976"/>
                  </a:lnTo>
                  <a:cubicBezTo>
                    <a:pt x="5558" y="7452"/>
                    <a:pt x="4932" y="8601"/>
                    <a:pt x="4403" y="9378"/>
                  </a:cubicBezTo>
                  <a:cubicBezTo>
                    <a:pt x="4190" y="9173"/>
                    <a:pt x="3985" y="8957"/>
                    <a:pt x="3783" y="8737"/>
                  </a:cubicBezTo>
                  <a:cubicBezTo>
                    <a:pt x="4603" y="8157"/>
                    <a:pt x="5405" y="7559"/>
                    <a:pt x="6222" y="6976"/>
                  </a:cubicBezTo>
                  <a:close/>
                  <a:moveTo>
                    <a:pt x="8913" y="7588"/>
                  </a:moveTo>
                  <a:cubicBezTo>
                    <a:pt x="9124" y="7637"/>
                    <a:pt x="9340" y="7669"/>
                    <a:pt x="9557" y="7678"/>
                  </a:cubicBezTo>
                  <a:cubicBezTo>
                    <a:pt x="8668" y="8316"/>
                    <a:pt x="7738" y="9150"/>
                    <a:pt x="7143" y="9748"/>
                  </a:cubicBezTo>
                  <a:cubicBezTo>
                    <a:pt x="7799" y="9084"/>
                    <a:pt x="8390" y="8362"/>
                    <a:pt x="8913" y="7588"/>
                  </a:cubicBezTo>
                  <a:close/>
                  <a:moveTo>
                    <a:pt x="5345" y="3751"/>
                  </a:moveTo>
                  <a:lnTo>
                    <a:pt x="5345" y="3751"/>
                  </a:lnTo>
                  <a:cubicBezTo>
                    <a:pt x="6381" y="5042"/>
                    <a:pt x="6956" y="6745"/>
                    <a:pt x="8388" y="7406"/>
                  </a:cubicBezTo>
                  <a:cubicBezTo>
                    <a:pt x="7396" y="8199"/>
                    <a:pt x="6419" y="9005"/>
                    <a:pt x="5434" y="9804"/>
                  </a:cubicBezTo>
                  <a:lnTo>
                    <a:pt x="5434" y="9804"/>
                  </a:lnTo>
                  <a:cubicBezTo>
                    <a:pt x="6262" y="9132"/>
                    <a:pt x="6821" y="8340"/>
                    <a:pt x="7394" y="7441"/>
                  </a:cubicBezTo>
                  <a:cubicBezTo>
                    <a:pt x="7477" y="7312"/>
                    <a:pt x="7358" y="7154"/>
                    <a:pt x="7226" y="7154"/>
                  </a:cubicBezTo>
                  <a:cubicBezTo>
                    <a:pt x="7195" y="7154"/>
                    <a:pt x="7164" y="7162"/>
                    <a:pt x="7135" y="7181"/>
                  </a:cubicBezTo>
                  <a:cubicBezTo>
                    <a:pt x="6644" y="7501"/>
                    <a:pt x="6170" y="7854"/>
                    <a:pt x="5723" y="8235"/>
                  </a:cubicBezTo>
                  <a:cubicBezTo>
                    <a:pt x="6141" y="7666"/>
                    <a:pt x="6543" y="7094"/>
                    <a:pt x="6918" y="6494"/>
                  </a:cubicBezTo>
                  <a:cubicBezTo>
                    <a:pt x="6995" y="6370"/>
                    <a:pt x="6882" y="6213"/>
                    <a:pt x="6753" y="6213"/>
                  </a:cubicBezTo>
                  <a:cubicBezTo>
                    <a:pt x="6724" y="6213"/>
                    <a:pt x="6693" y="6221"/>
                    <a:pt x="6664" y="6240"/>
                  </a:cubicBezTo>
                  <a:cubicBezTo>
                    <a:pt x="5599" y="6947"/>
                    <a:pt x="4588" y="7730"/>
                    <a:pt x="3552" y="8474"/>
                  </a:cubicBezTo>
                  <a:lnTo>
                    <a:pt x="3549" y="8472"/>
                  </a:lnTo>
                  <a:cubicBezTo>
                    <a:pt x="4383" y="7845"/>
                    <a:pt x="5171" y="6231"/>
                    <a:pt x="5812" y="5388"/>
                  </a:cubicBezTo>
                  <a:cubicBezTo>
                    <a:pt x="5899" y="5271"/>
                    <a:pt x="5775" y="5111"/>
                    <a:pt x="5650" y="5111"/>
                  </a:cubicBezTo>
                  <a:cubicBezTo>
                    <a:pt x="5620" y="5111"/>
                    <a:pt x="5591" y="5120"/>
                    <a:pt x="5564" y="5140"/>
                  </a:cubicBezTo>
                  <a:cubicBezTo>
                    <a:pt x="4767" y="5723"/>
                    <a:pt x="3656" y="6430"/>
                    <a:pt x="3113" y="7063"/>
                  </a:cubicBezTo>
                  <a:cubicBezTo>
                    <a:pt x="3979" y="6049"/>
                    <a:pt x="4733" y="5007"/>
                    <a:pt x="5339" y="3812"/>
                  </a:cubicBezTo>
                  <a:cubicBezTo>
                    <a:pt x="5345" y="3792"/>
                    <a:pt x="5348" y="3771"/>
                    <a:pt x="5345" y="3751"/>
                  </a:cubicBezTo>
                  <a:close/>
                  <a:moveTo>
                    <a:pt x="6653" y="7898"/>
                  </a:moveTo>
                  <a:lnTo>
                    <a:pt x="6653" y="7898"/>
                  </a:lnTo>
                  <a:cubicBezTo>
                    <a:pt x="6197" y="8610"/>
                    <a:pt x="5606" y="9275"/>
                    <a:pt x="5062" y="9947"/>
                  </a:cubicBezTo>
                  <a:cubicBezTo>
                    <a:pt x="4943" y="9857"/>
                    <a:pt x="4831" y="9759"/>
                    <a:pt x="4718" y="9661"/>
                  </a:cubicBezTo>
                  <a:cubicBezTo>
                    <a:pt x="5331" y="9111"/>
                    <a:pt x="6341" y="8383"/>
                    <a:pt x="6653" y="7898"/>
                  </a:cubicBezTo>
                  <a:close/>
                  <a:moveTo>
                    <a:pt x="10397" y="7672"/>
                  </a:moveTo>
                  <a:cubicBezTo>
                    <a:pt x="10976" y="7672"/>
                    <a:pt x="11410" y="7774"/>
                    <a:pt x="11578" y="8581"/>
                  </a:cubicBezTo>
                  <a:cubicBezTo>
                    <a:pt x="11563" y="8584"/>
                    <a:pt x="11552" y="8581"/>
                    <a:pt x="11540" y="8587"/>
                  </a:cubicBezTo>
                  <a:cubicBezTo>
                    <a:pt x="10550" y="9216"/>
                    <a:pt x="9724" y="9973"/>
                    <a:pt x="8875" y="10775"/>
                  </a:cubicBezTo>
                  <a:cubicBezTo>
                    <a:pt x="9057" y="10585"/>
                    <a:pt x="9254" y="10371"/>
                    <a:pt x="9421" y="10160"/>
                  </a:cubicBezTo>
                  <a:cubicBezTo>
                    <a:pt x="9929" y="9531"/>
                    <a:pt x="10414" y="8902"/>
                    <a:pt x="10870" y="8229"/>
                  </a:cubicBezTo>
                  <a:cubicBezTo>
                    <a:pt x="10962" y="8095"/>
                    <a:pt x="10831" y="7930"/>
                    <a:pt x="10691" y="7930"/>
                  </a:cubicBezTo>
                  <a:cubicBezTo>
                    <a:pt x="10659" y="7930"/>
                    <a:pt x="10626" y="7938"/>
                    <a:pt x="10596" y="7958"/>
                  </a:cubicBezTo>
                  <a:cubicBezTo>
                    <a:pt x="9964" y="8353"/>
                    <a:pt x="9384" y="8801"/>
                    <a:pt x="8818" y="9268"/>
                  </a:cubicBezTo>
                  <a:cubicBezTo>
                    <a:pt x="9239" y="8786"/>
                    <a:pt x="9652" y="8301"/>
                    <a:pt x="10048" y="7796"/>
                  </a:cubicBezTo>
                  <a:cubicBezTo>
                    <a:pt x="10071" y="7761"/>
                    <a:pt x="10085" y="7721"/>
                    <a:pt x="10085" y="7678"/>
                  </a:cubicBezTo>
                  <a:cubicBezTo>
                    <a:pt x="10193" y="7675"/>
                    <a:pt x="10297" y="7672"/>
                    <a:pt x="10397" y="7672"/>
                  </a:cubicBezTo>
                  <a:close/>
                  <a:moveTo>
                    <a:pt x="8434" y="7894"/>
                  </a:moveTo>
                  <a:cubicBezTo>
                    <a:pt x="8558" y="7894"/>
                    <a:pt x="6647" y="9702"/>
                    <a:pt x="6309" y="10045"/>
                  </a:cubicBezTo>
                  <a:cubicBezTo>
                    <a:pt x="6183" y="10168"/>
                    <a:pt x="6295" y="10378"/>
                    <a:pt x="6442" y="10378"/>
                  </a:cubicBezTo>
                  <a:cubicBezTo>
                    <a:pt x="6474" y="10378"/>
                    <a:pt x="6507" y="10368"/>
                    <a:pt x="6540" y="10345"/>
                  </a:cubicBezTo>
                  <a:cubicBezTo>
                    <a:pt x="7452" y="9730"/>
                    <a:pt x="8664" y="8934"/>
                    <a:pt x="9288" y="8140"/>
                  </a:cubicBezTo>
                  <a:lnTo>
                    <a:pt x="9288" y="8140"/>
                  </a:lnTo>
                  <a:cubicBezTo>
                    <a:pt x="8696" y="8893"/>
                    <a:pt x="8041" y="9598"/>
                    <a:pt x="7392" y="10305"/>
                  </a:cubicBezTo>
                  <a:cubicBezTo>
                    <a:pt x="7384" y="10305"/>
                    <a:pt x="7378" y="10296"/>
                    <a:pt x="7369" y="10296"/>
                  </a:cubicBezTo>
                  <a:cubicBezTo>
                    <a:pt x="7368" y="10296"/>
                    <a:pt x="7367" y="10296"/>
                    <a:pt x="7366" y="10296"/>
                  </a:cubicBezTo>
                  <a:cubicBezTo>
                    <a:pt x="7008" y="10464"/>
                    <a:pt x="6765" y="10643"/>
                    <a:pt x="6606" y="10824"/>
                  </a:cubicBezTo>
                  <a:cubicBezTo>
                    <a:pt x="6203" y="10677"/>
                    <a:pt x="5834" y="10473"/>
                    <a:pt x="5485" y="10243"/>
                  </a:cubicBezTo>
                  <a:lnTo>
                    <a:pt x="5485" y="10243"/>
                  </a:lnTo>
                  <a:cubicBezTo>
                    <a:pt x="6235" y="9640"/>
                    <a:pt x="6982" y="9037"/>
                    <a:pt x="7726" y="8428"/>
                  </a:cubicBezTo>
                  <a:cubicBezTo>
                    <a:pt x="8191" y="8046"/>
                    <a:pt x="8398" y="7894"/>
                    <a:pt x="8434" y="7894"/>
                  </a:cubicBezTo>
                  <a:close/>
                  <a:moveTo>
                    <a:pt x="11618" y="9883"/>
                  </a:moveTo>
                  <a:lnTo>
                    <a:pt x="11618" y="9883"/>
                  </a:lnTo>
                  <a:cubicBezTo>
                    <a:pt x="11468" y="10989"/>
                    <a:pt x="10827" y="11907"/>
                    <a:pt x="9742" y="12329"/>
                  </a:cubicBezTo>
                  <a:lnTo>
                    <a:pt x="9742" y="12331"/>
                  </a:lnTo>
                  <a:cubicBezTo>
                    <a:pt x="9594" y="12386"/>
                    <a:pt x="9441" y="12421"/>
                    <a:pt x="9285" y="12438"/>
                  </a:cubicBezTo>
                  <a:cubicBezTo>
                    <a:pt x="9707" y="11930"/>
                    <a:pt x="10143" y="11442"/>
                    <a:pt x="10605" y="10960"/>
                  </a:cubicBezTo>
                  <a:cubicBezTo>
                    <a:pt x="10735" y="10807"/>
                    <a:pt x="10853" y="10645"/>
                    <a:pt x="10957" y="10478"/>
                  </a:cubicBezTo>
                  <a:cubicBezTo>
                    <a:pt x="10969" y="10472"/>
                    <a:pt x="10977" y="10478"/>
                    <a:pt x="10986" y="10469"/>
                  </a:cubicBezTo>
                  <a:cubicBezTo>
                    <a:pt x="11220" y="10299"/>
                    <a:pt x="11430" y="10103"/>
                    <a:pt x="11618" y="9883"/>
                  </a:cubicBezTo>
                  <a:close/>
                  <a:moveTo>
                    <a:pt x="10091" y="8670"/>
                  </a:moveTo>
                  <a:cubicBezTo>
                    <a:pt x="9347" y="9758"/>
                    <a:pt x="8435" y="10723"/>
                    <a:pt x="7689" y="11812"/>
                  </a:cubicBezTo>
                  <a:cubicBezTo>
                    <a:pt x="7586" y="11965"/>
                    <a:pt x="7725" y="12101"/>
                    <a:pt x="7869" y="12101"/>
                  </a:cubicBezTo>
                  <a:cubicBezTo>
                    <a:pt x="7916" y="12101"/>
                    <a:pt x="7963" y="12087"/>
                    <a:pt x="8004" y="12054"/>
                  </a:cubicBezTo>
                  <a:cubicBezTo>
                    <a:pt x="9087" y="11178"/>
                    <a:pt x="10041" y="10167"/>
                    <a:pt x="11148" y="9313"/>
                  </a:cubicBezTo>
                  <a:lnTo>
                    <a:pt x="11148" y="9313"/>
                  </a:lnTo>
                  <a:cubicBezTo>
                    <a:pt x="10512" y="9805"/>
                    <a:pt x="9954" y="10668"/>
                    <a:pt x="9418" y="11480"/>
                  </a:cubicBezTo>
                  <a:cubicBezTo>
                    <a:pt x="9257" y="11598"/>
                    <a:pt x="9181" y="11716"/>
                    <a:pt x="9184" y="11835"/>
                  </a:cubicBezTo>
                  <a:cubicBezTo>
                    <a:pt x="9037" y="12054"/>
                    <a:pt x="8890" y="12262"/>
                    <a:pt x="8746" y="12453"/>
                  </a:cubicBezTo>
                  <a:cubicBezTo>
                    <a:pt x="7703" y="12404"/>
                    <a:pt x="6520" y="11921"/>
                    <a:pt x="6745" y="11185"/>
                  </a:cubicBezTo>
                  <a:lnTo>
                    <a:pt x="6745" y="11185"/>
                  </a:lnTo>
                  <a:cubicBezTo>
                    <a:pt x="6774" y="11268"/>
                    <a:pt x="6850" y="11314"/>
                    <a:pt x="6928" y="11314"/>
                  </a:cubicBezTo>
                  <a:cubicBezTo>
                    <a:pt x="6973" y="11314"/>
                    <a:pt x="7019" y="11299"/>
                    <a:pt x="7057" y="11266"/>
                  </a:cubicBezTo>
                  <a:cubicBezTo>
                    <a:pt x="7952" y="10550"/>
                    <a:pt x="9498" y="9535"/>
                    <a:pt x="10091" y="8670"/>
                  </a:cubicBezTo>
                  <a:close/>
                  <a:moveTo>
                    <a:pt x="4438" y="0"/>
                  </a:moveTo>
                  <a:cubicBezTo>
                    <a:pt x="4048" y="0"/>
                    <a:pt x="3634" y="102"/>
                    <a:pt x="3361" y="192"/>
                  </a:cubicBezTo>
                  <a:cubicBezTo>
                    <a:pt x="1179" y="913"/>
                    <a:pt x="330" y="3465"/>
                    <a:pt x="12" y="5489"/>
                  </a:cubicBezTo>
                  <a:cubicBezTo>
                    <a:pt x="1" y="5561"/>
                    <a:pt x="18" y="5634"/>
                    <a:pt x="87" y="5674"/>
                  </a:cubicBezTo>
                  <a:cubicBezTo>
                    <a:pt x="604" y="5954"/>
                    <a:pt x="942" y="6381"/>
                    <a:pt x="1395" y="6725"/>
                  </a:cubicBezTo>
                  <a:cubicBezTo>
                    <a:pt x="1404" y="6817"/>
                    <a:pt x="1470" y="6903"/>
                    <a:pt x="1557" y="6903"/>
                  </a:cubicBezTo>
                  <a:cubicBezTo>
                    <a:pt x="1586" y="6903"/>
                    <a:pt x="1619" y="6893"/>
                    <a:pt x="1652" y="6869"/>
                  </a:cubicBezTo>
                  <a:cubicBezTo>
                    <a:pt x="1721" y="6820"/>
                    <a:pt x="1782" y="6760"/>
                    <a:pt x="1851" y="6710"/>
                  </a:cubicBezTo>
                  <a:cubicBezTo>
                    <a:pt x="2019" y="6936"/>
                    <a:pt x="2192" y="7167"/>
                    <a:pt x="2368" y="7406"/>
                  </a:cubicBezTo>
                  <a:cubicBezTo>
                    <a:pt x="2297" y="7525"/>
                    <a:pt x="2377" y="7673"/>
                    <a:pt x="2503" y="7673"/>
                  </a:cubicBezTo>
                  <a:cubicBezTo>
                    <a:pt x="2520" y="7673"/>
                    <a:pt x="2539" y="7670"/>
                    <a:pt x="2559" y="7663"/>
                  </a:cubicBezTo>
                  <a:cubicBezTo>
                    <a:pt x="2755" y="7926"/>
                    <a:pt x="2954" y="8191"/>
                    <a:pt x="3168" y="8454"/>
                  </a:cubicBezTo>
                  <a:cubicBezTo>
                    <a:pt x="3055" y="8633"/>
                    <a:pt x="2928" y="8801"/>
                    <a:pt x="2821" y="8983"/>
                  </a:cubicBezTo>
                  <a:cubicBezTo>
                    <a:pt x="2747" y="9106"/>
                    <a:pt x="2853" y="9262"/>
                    <a:pt x="2979" y="9262"/>
                  </a:cubicBezTo>
                  <a:cubicBezTo>
                    <a:pt x="3009" y="9262"/>
                    <a:pt x="3040" y="9254"/>
                    <a:pt x="3070" y="9234"/>
                  </a:cubicBezTo>
                  <a:cubicBezTo>
                    <a:pt x="3228" y="9130"/>
                    <a:pt x="3387" y="9008"/>
                    <a:pt x="3546" y="8899"/>
                  </a:cubicBezTo>
                  <a:cubicBezTo>
                    <a:pt x="3765" y="9156"/>
                    <a:pt x="3993" y="9401"/>
                    <a:pt x="4230" y="9632"/>
                  </a:cubicBezTo>
                  <a:cubicBezTo>
                    <a:pt x="4161" y="9756"/>
                    <a:pt x="4277" y="9874"/>
                    <a:pt x="4399" y="9874"/>
                  </a:cubicBezTo>
                  <a:cubicBezTo>
                    <a:pt x="4425" y="9874"/>
                    <a:pt x="4451" y="9869"/>
                    <a:pt x="4476" y="9857"/>
                  </a:cubicBezTo>
                  <a:cubicBezTo>
                    <a:pt x="4603" y="9973"/>
                    <a:pt x="4735" y="10082"/>
                    <a:pt x="4868" y="10186"/>
                  </a:cubicBezTo>
                  <a:cubicBezTo>
                    <a:pt x="4813" y="10256"/>
                    <a:pt x="4756" y="10325"/>
                    <a:pt x="4701" y="10397"/>
                  </a:cubicBezTo>
                  <a:cubicBezTo>
                    <a:pt x="4593" y="10540"/>
                    <a:pt x="4734" y="10671"/>
                    <a:pt x="4877" y="10671"/>
                  </a:cubicBezTo>
                  <a:cubicBezTo>
                    <a:pt x="4922" y="10671"/>
                    <a:pt x="4967" y="10658"/>
                    <a:pt x="5004" y="10628"/>
                  </a:cubicBezTo>
                  <a:cubicBezTo>
                    <a:pt x="5082" y="10567"/>
                    <a:pt x="5157" y="10504"/>
                    <a:pt x="5235" y="10443"/>
                  </a:cubicBezTo>
                  <a:cubicBezTo>
                    <a:pt x="5619" y="10697"/>
                    <a:pt x="6020" y="10914"/>
                    <a:pt x="6456" y="11041"/>
                  </a:cubicBezTo>
                  <a:cubicBezTo>
                    <a:pt x="6055" y="11864"/>
                    <a:pt x="7288" y="12701"/>
                    <a:pt x="8491" y="12828"/>
                  </a:cubicBezTo>
                  <a:cubicBezTo>
                    <a:pt x="8515" y="12830"/>
                    <a:pt x="8538" y="12831"/>
                    <a:pt x="8561" y="12831"/>
                  </a:cubicBezTo>
                  <a:cubicBezTo>
                    <a:pt x="8586" y="12831"/>
                    <a:pt x="8611" y="12830"/>
                    <a:pt x="8636" y="12830"/>
                  </a:cubicBezTo>
                  <a:cubicBezTo>
                    <a:pt x="8650" y="12830"/>
                    <a:pt x="8665" y="12830"/>
                    <a:pt x="8679" y="12831"/>
                  </a:cubicBezTo>
                  <a:cubicBezTo>
                    <a:pt x="8718" y="12876"/>
                    <a:pt x="8770" y="12907"/>
                    <a:pt x="8822" y="12907"/>
                  </a:cubicBezTo>
                  <a:cubicBezTo>
                    <a:pt x="8865" y="12907"/>
                    <a:pt x="8908" y="12887"/>
                    <a:pt x="8945" y="12840"/>
                  </a:cubicBezTo>
                  <a:lnTo>
                    <a:pt x="8948" y="12837"/>
                  </a:lnTo>
                  <a:cubicBezTo>
                    <a:pt x="11254" y="12684"/>
                    <a:pt x="13145" y="9612"/>
                    <a:pt x="11540" y="7652"/>
                  </a:cubicBezTo>
                  <a:cubicBezTo>
                    <a:pt x="11355" y="7424"/>
                    <a:pt x="10919" y="7340"/>
                    <a:pt x="10657" y="7334"/>
                  </a:cubicBezTo>
                  <a:cubicBezTo>
                    <a:pt x="10082" y="7320"/>
                    <a:pt x="9589" y="7317"/>
                    <a:pt x="9141" y="7242"/>
                  </a:cubicBezTo>
                  <a:cubicBezTo>
                    <a:pt x="9188" y="7110"/>
                    <a:pt x="9076" y="7004"/>
                    <a:pt x="8954" y="7004"/>
                  </a:cubicBezTo>
                  <a:cubicBezTo>
                    <a:pt x="8911" y="7004"/>
                    <a:pt x="8866" y="7018"/>
                    <a:pt x="8826" y="7048"/>
                  </a:cubicBezTo>
                  <a:cubicBezTo>
                    <a:pt x="8789" y="7080"/>
                    <a:pt x="8751" y="7112"/>
                    <a:pt x="8714" y="7141"/>
                  </a:cubicBezTo>
                  <a:cubicBezTo>
                    <a:pt x="8174" y="6970"/>
                    <a:pt x="7680" y="6638"/>
                    <a:pt x="7163" y="5957"/>
                  </a:cubicBezTo>
                  <a:cubicBezTo>
                    <a:pt x="6577" y="5186"/>
                    <a:pt x="6251" y="4225"/>
                    <a:pt x="5610" y="3491"/>
                  </a:cubicBezTo>
                  <a:cubicBezTo>
                    <a:pt x="5287" y="3119"/>
                    <a:pt x="5235" y="2761"/>
                    <a:pt x="5267" y="2394"/>
                  </a:cubicBezTo>
                  <a:cubicBezTo>
                    <a:pt x="5342" y="2288"/>
                    <a:pt x="5423" y="2186"/>
                    <a:pt x="5495" y="2080"/>
                  </a:cubicBezTo>
                  <a:cubicBezTo>
                    <a:pt x="5570" y="1970"/>
                    <a:pt x="5480" y="1831"/>
                    <a:pt x="5368" y="1811"/>
                  </a:cubicBezTo>
                  <a:cubicBezTo>
                    <a:pt x="5440" y="1488"/>
                    <a:pt x="5512" y="1150"/>
                    <a:pt x="5477" y="786"/>
                  </a:cubicBezTo>
                  <a:cubicBezTo>
                    <a:pt x="5423" y="176"/>
                    <a:pt x="4952" y="0"/>
                    <a:pt x="44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5" name="Google Shape;4365;p56"/>
            <p:cNvSpPr/>
            <p:nvPr/>
          </p:nvSpPr>
          <p:spPr>
            <a:xfrm>
              <a:off x="6326800" y="1440800"/>
              <a:ext cx="161475" cy="100175"/>
            </a:xfrm>
            <a:custGeom>
              <a:avLst/>
              <a:gdLst/>
              <a:ahLst/>
              <a:cxnLst/>
              <a:rect l="l" t="t" r="r" b="b"/>
              <a:pathLst>
                <a:path w="6459" h="4007" extrusionOk="0">
                  <a:moveTo>
                    <a:pt x="6014" y="1169"/>
                  </a:moveTo>
                  <a:cubicBezTo>
                    <a:pt x="6055" y="1299"/>
                    <a:pt x="6072" y="1432"/>
                    <a:pt x="6066" y="1565"/>
                  </a:cubicBezTo>
                  <a:cubicBezTo>
                    <a:pt x="6058" y="1949"/>
                    <a:pt x="5844" y="2298"/>
                    <a:pt x="5558" y="2546"/>
                  </a:cubicBezTo>
                  <a:cubicBezTo>
                    <a:pt x="5512" y="2581"/>
                    <a:pt x="5463" y="2613"/>
                    <a:pt x="5411" y="2639"/>
                  </a:cubicBezTo>
                  <a:cubicBezTo>
                    <a:pt x="5387" y="2619"/>
                    <a:pt x="5359" y="2607"/>
                    <a:pt x="5329" y="2607"/>
                  </a:cubicBezTo>
                  <a:cubicBezTo>
                    <a:pt x="5316" y="2607"/>
                    <a:pt x="5304" y="2609"/>
                    <a:pt x="5292" y="2614"/>
                  </a:cubicBezTo>
                  <a:lnTo>
                    <a:pt x="5292" y="2614"/>
                  </a:lnTo>
                  <a:cubicBezTo>
                    <a:pt x="5458" y="2544"/>
                    <a:pt x="5826" y="1681"/>
                    <a:pt x="6014" y="1169"/>
                  </a:cubicBezTo>
                  <a:close/>
                  <a:moveTo>
                    <a:pt x="5024" y="1429"/>
                  </a:moveTo>
                  <a:cubicBezTo>
                    <a:pt x="4718" y="1998"/>
                    <a:pt x="4360" y="2532"/>
                    <a:pt x="3988" y="3075"/>
                  </a:cubicBezTo>
                  <a:cubicBezTo>
                    <a:pt x="3843" y="3132"/>
                    <a:pt x="3699" y="3187"/>
                    <a:pt x="3555" y="3242"/>
                  </a:cubicBezTo>
                  <a:cubicBezTo>
                    <a:pt x="4054" y="2644"/>
                    <a:pt x="4542" y="2041"/>
                    <a:pt x="5024" y="1429"/>
                  </a:cubicBezTo>
                  <a:close/>
                  <a:moveTo>
                    <a:pt x="4592" y="353"/>
                  </a:moveTo>
                  <a:cubicBezTo>
                    <a:pt x="4866" y="353"/>
                    <a:pt x="5140" y="398"/>
                    <a:pt x="5376" y="499"/>
                  </a:cubicBezTo>
                  <a:cubicBezTo>
                    <a:pt x="4966" y="1059"/>
                    <a:pt x="4536" y="1605"/>
                    <a:pt x="4100" y="2142"/>
                  </a:cubicBezTo>
                  <a:cubicBezTo>
                    <a:pt x="4311" y="1755"/>
                    <a:pt x="4499" y="1351"/>
                    <a:pt x="4658" y="938"/>
                  </a:cubicBezTo>
                  <a:cubicBezTo>
                    <a:pt x="4663" y="927"/>
                    <a:pt x="4666" y="915"/>
                    <a:pt x="4672" y="904"/>
                  </a:cubicBezTo>
                  <a:cubicBezTo>
                    <a:pt x="4710" y="802"/>
                    <a:pt x="4626" y="737"/>
                    <a:pt x="4540" y="737"/>
                  </a:cubicBezTo>
                  <a:cubicBezTo>
                    <a:pt x="4495" y="737"/>
                    <a:pt x="4449" y="756"/>
                    <a:pt x="4421" y="797"/>
                  </a:cubicBezTo>
                  <a:cubicBezTo>
                    <a:pt x="3814" y="1657"/>
                    <a:pt x="3240" y="2526"/>
                    <a:pt x="2492" y="3254"/>
                  </a:cubicBezTo>
                  <a:cubicBezTo>
                    <a:pt x="2882" y="2503"/>
                    <a:pt x="3249" y="1752"/>
                    <a:pt x="3410" y="904"/>
                  </a:cubicBezTo>
                  <a:cubicBezTo>
                    <a:pt x="3427" y="816"/>
                    <a:pt x="3350" y="725"/>
                    <a:pt x="3270" y="725"/>
                  </a:cubicBezTo>
                  <a:cubicBezTo>
                    <a:pt x="3240" y="725"/>
                    <a:pt x="3209" y="739"/>
                    <a:pt x="3182" y="771"/>
                  </a:cubicBezTo>
                  <a:cubicBezTo>
                    <a:pt x="2538" y="1553"/>
                    <a:pt x="1909" y="2347"/>
                    <a:pt x="1242" y="3109"/>
                  </a:cubicBezTo>
                  <a:cubicBezTo>
                    <a:pt x="1514" y="2529"/>
                    <a:pt x="1805" y="1957"/>
                    <a:pt x="2126" y="1400"/>
                  </a:cubicBezTo>
                  <a:cubicBezTo>
                    <a:pt x="2169" y="1322"/>
                    <a:pt x="2120" y="1256"/>
                    <a:pt x="2053" y="1233"/>
                  </a:cubicBezTo>
                  <a:cubicBezTo>
                    <a:pt x="2680" y="849"/>
                    <a:pt x="3364" y="548"/>
                    <a:pt x="4083" y="404"/>
                  </a:cubicBezTo>
                  <a:cubicBezTo>
                    <a:pt x="4247" y="371"/>
                    <a:pt x="4419" y="353"/>
                    <a:pt x="4592" y="353"/>
                  </a:cubicBezTo>
                  <a:close/>
                  <a:moveTo>
                    <a:pt x="1756" y="1432"/>
                  </a:moveTo>
                  <a:lnTo>
                    <a:pt x="1756" y="1432"/>
                  </a:lnTo>
                  <a:cubicBezTo>
                    <a:pt x="1196" y="1975"/>
                    <a:pt x="757" y="2627"/>
                    <a:pt x="466" y="3352"/>
                  </a:cubicBezTo>
                  <a:cubicBezTo>
                    <a:pt x="405" y="3280"/>
                    <a:pt x="370" y="3190"/>
                    <a:pt x="359" y="3095"/>
                  </a:cubicBezTo>
                  <a:cubicBezTo>
                    <a:pt x="304" y="2471"/>
                    <a:pt x="1109" y="1888"/>
                    <a:pt x="1537" y="1576"/>
                  </a:cubicBezTo>
                  <a:cubicBezTo>
                    <a:pt x="1609" y="1524"/>
                    <a:pt x="1681" y="1481"/>
                    <a:pt x="1756" y="1432"/>
                  </a:cubicBezTo>
                  <a:close/>
                  <a:moveTo>
                    <a:pt x="1508" y="2021"/>
                  </a:moveTo>
                  <a:lnTo>
                    <a:pt x="1508" y="2021"/>
                  </a:lnTo>
                  <a:cubicBezTo>
                    <a:pt x="1236" y="2523"/>
                    <a:pt x="982" y="3034"/>
                    <a:pt x="757" y="3560"/>
                  </a:cubicBezTo>
                  <a:cubicBezTo>
                    <a:pt x="685" y="3531"/>
                    <a:pt x="621" y="3493"/>
                    <a:pt x="561" y="3447"/>
                  </a:cubicBezTo>
                  <a:cubicBezTo>
                    <a:pt x="812" y="2933"/>
                    <a:pt x="1130" y="2451"/>
                    <a:pt x="1508" y="2021"/>
                  </a:cubicBezTo>
                  <a:close/>
                  <a:moveTo>
                    <a:pt x="2977" y="1455"/>
                  </a:moveTo>
                  <a:cubicBezTo>
                    <a:pt x="2735" y="2220"/>
                    <a:pt x="2354" y="2919"/>
                    <a:pt x="1981" y="3638"/>
                  </a:cubicBezTo>
                  <a:cubicBezTo>
                    <a:pt x="1848" y="3652"/>
                    <a:pt x="1716" y="3675"/>
                    <a:pt x="1580" y="3678"/>
                  </a:cubicBezTo>
                  <a:cubicBezTo>
                    <a:pt x="1549" y="3679"/>
                    <a:pt x="1518" y="3680"/>
                    <a:pt x="1486" y="3680"/>
                  </a:cubicBezTo>
                  <a:cubicBezTo>
                    <a:pt x="1362" y="3680"/>
                    <a:pt x="1238" y="3670"/>
                    <a:pt x="1115" y="3652"/>
                  </a:cubicBezTo>
                  <a:cubicBezTo>
                    <a:pt x="1768" y="2948"/>
                    <a:pt x="2374" y="2203"/>
                    <a:pt x="2977" y="1455"/>
                  </a:cubicBezTo>
                  <a:close/>
                  <a:moveTo>
                    <a:pt x="4571" y="1"/>
                  </a:moveTo>
                  <a:cubicBezTo>
                    <a:pt x="4443" y="1"/>
                    <a:pt x="4316" y="10"/>
                    <a:pt x="4193" y="29"/>
                  </a:cubicBezTo>
                  <a:cubicBezTo>
                    <a:pt x="3073" y="196"/>
                    <a:pt x="2027" y="756"/>
                    <a:pt x="1132" y="1435"/>
                  </a:cubicBezTo>
                  <a:cubicBezTo>
                    <a:pt x="624" y="1822"/>
                    <a:pt x="1" y="2399"/>
                    <a:pt x="9" y="3095"/>
                  </a:cubicBezTo>
                  <a:cubicBezTo>
                    <a:pt x="15" y="3490"/>
                    <a:pt x="301" y="3727"/>
                    <a:pt x="633" y="3863"/>
                  </a:cubicBezTo>
                  <a:cubicBezTo>
                    <a:pt x="629" y="3935"/>
                    <a:pt x="699" y="3989"/>
                    <a:pt x="767" y="3989"/>
                  </a:cubicBezTo>
                  <a:cubicBezTo>
                    <a:pt x="797" y="3989"/>
                    <a:pt x="827" y="3979"/>
                    <a:pt x="850" y="3955"/>
                  </a:cubicBezTo>
                  <a:cubicBezTo>
                    <a:pt x="855" y="3949"/>
                    <a:pt x="861" y="3941"/>
                    <a:pt x="867" y="3935"/>
                  </a:cubicBezTo>
                  <a:cubicBezTo>
                    <a:pt x="933" y="3949"/>
                    <a:pt x="997" y="3970"/>
                    <a:pt x="1060" y="3981"/>
                  </a:cubicBezTo>
                  <a:cubicBezTo>
                    <a:pt x="1189" y="3996"/>
                    <a:pt x="1319" y="4004"/>
                    <a:pt x="1449" y="4004"/>
                  </a:cubicBezTo>
                  <a:cubicBezTo>
                    <a:pt x="1612" y="4004"/>
                    <a:pt x="1775" y="3992"/>
                    <a:pt x="1938" y="3970"/>
                  </a:cubicBezTo>
                  <a:cubicBezTo>
                    <a:pt x="1959" y="3994"/>
                    <a:pt x="1988" y="4006"/>
                    <a:pt x="2018" y="4006"/>
                  </a:cubicBezTo>
                  <a:cubicBezTo>
                    <a:pt x="2043" y="4006"/>
                    <a:pt x="2067" y="3998"/>
                    <a:pt x="2088" y="3981"/>
                  </a:cubicBezTo>
                  <a:cubicBezTo>
                    <a:pt x="2108" y="3967"/>
                    <a:pt x="2123" y="3949"/>
                    <a:pt x="2140" y="3932"/>
                  </a:cubicBezTo>
                  <a:cubicBezTo>
                    <a:pt x="2469" y="3877"/>
                    <a:pt x="2792" y="3791"/>
                    <a:pt x="3107" y="3681"/>
                  </a:cubicBezTo>
                  <a:cubicBezTo>
                    <a:pt x="3116" y="3684"/>
                    <a:pt x="3126" y="3685"/>
                    <a:pt x="3135" y="3685"/>
                  </a:cubicBezTo>
                  <a:cubicBezTo>
                    <a:pt x="3167" y="3685"/>
                    <a:pt x="3197" y="3670"/>
                    <a:pt x="3220" y="3643"/>
                  </a:cubicBezTo>
                  <a:cubicBezTo>
                    <a:pt x="3436" y="3563"/>
                    <a:pt x="3650" y="3476"/>
                    <a:pt x="3855" y="3389"/>
                  </a:cubicBezTo>
                  <a:cubicBezTo>
                    <a:pt x="3890" y="3372"/>
                    <a:pt x="3927" y="3355"/>
                    <a:pt x="3962" y="3334"/>
                  </a:cubicBezTo>
                  <a:cubicBezTo>
                    <a:pt x="3995" y="3366"/>
                    <a:pt x="4038" y="3388"/>
                    <a:pt x="4079" y="3388"/>
                  </a:cubicBezTo>
                  <a:cubicBezTo>
                    <a:pt x="4113" y="3388"/>
                    <a:pt x="4145" y="3374"/>
                    <a:pt x="4172" y="3340"/>
                  </a:cubicBezTo>
                  <a:lnTo>
                    <a:pt x="4274" y="3216"/>
                  </a:lnTo>
                  <a:cubicBezTo>
                    <a:pt x="4395" y="3247"/>
                    <a:pt x="4516" y="3261"/>
                    <a:pt x="4637" y="3261"/>
                  </a:cubicBezTo>
                  <a:cubicBezTo>
                    <a:pt x="5535" y="3261"/>
                    <a:pt x="6357" y="2453"/>
                    <a:pt x="6416" y="1565"/>
                  </a:cubicBezTo>
                  <a:cubicBezTo>
                    <a:pt x="6459" y="950"/>
                    <a:pt x="6159" y="528"/>
                    <a:pt x="5720" y="280"/>
                  </a:cubicBezTo>
                  <a:cubicBezTo>
                    <a:pt x="5711" y="274"/>
                    <a:pt x="5700" y="268"/>
                    <a:pt x="5691" y="266"/>
                  </a:cubicBezTo>
                  <a:cubicBezTo>
                    <a:pt x="5361" y="87"/>
                    <a:pt x="4960" y="1"/>
                    <a:pt x="4571"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6" name="Google Shape;4366;p56"/>
            <p:cNvSpPr/>
            <p:nvPr/>
          </p:nvSpPr>
          <p:spPr>
            <a:xfrm>
              <a:off x="6512725" y="1459400"/>
              <a:ext cx="130525" cy="109825"/>
            </a:xfrm>
            <a:custGeom>
              <a:avLst/>
              <a:gdLst/>
              <a:ahLst/>
              <a:cxnLst/>
              <a:rect l="l" t="t" r="r" b="b"/>
              <a:pathLst>
                <a:path w="5221" h="4393" extrusionOk="0">
                  <a:moveTo>
                    <a:pt x="3659" y="2908"/>
                  </a:moveTo>
                  <a:cubicBezTo>
                    <a:pt x="3543" y="3272"/>
                    <a:pt x="3404" y="3627"/>
                    <a:pt x="3249" y="3973"/>
                  </a:cubicBezTo>
                  <a:cubicBezTo>
                    <a:pt x="3240" y="3996"/>
                    <a:pt x="3240" y="4022"/>
                    <a:pt x="3243" y="4045"/>
                  </a:cubicBezTo>
                  <a:cubicBezTo>
                    <a:pt x="2940" y="3965"/>
                    <a:pt x="2663" y="3780"/>
                    <a:pt x="2411" y="3563"/>
                  </a:cubicBezTo>
                  <a:cubicBezTo>
                    <a:pt x="2414" y="3558"/>
                    <a:pt x="2420" y="3560"/>
                    <a:pt x="2423" y="3558"/>
                  </a:cubicBezTo>
                  <a:cubicBezTo>
                    <a:pt x="2599" y="3341"/>
                    <a:pt x="2790" y="3136"/>
                    <a:pt x="2992" y="2943"/>
                  </a:cubicBezTo>
                  <a:lnTo>
                    <a:pt x="2992" y="2946"/>
                  </a:lnTo>
                  <a:cubicBezTo>
                    <a:pt x="2925" y="3081"/>
                    <a:pt x="2856" y="3214"/>
                    <a:pt x="2778" y="3344"/>
                  </a:cubicBezTo>
                  <a:cubicBezTo>
                    <a:pt x="2696" y="3482"/>
                    <a:pt x="2809" y="3597"/>
                    <a:pt x="2930" y="3597"/>
                  </a:cubicBezTo>
                  <a:cubicBezTo>
                    <a:pt x="2984" y="3597"/>
                    <a:pt x="3040" y="3574"/>
                    <a:pt x="3081" y="3520"/>
                  </a:cubicBezTo>
                  <a:cubicBezTo>
                    <a:pt x="3254" y="3301"/>
                    <a:pt x="3448" y="3093"/>
                    <a:pt x="3659" y="2908"/>
                  </a:cubicBezTo>
                  <a:close/>
                  <a:moveTo>
                    <a:pt x="362" y="1"/>
                  </a:moveTo>
                  <a:cubicBezTo>
                    <a:pt x="354" y="1"/>
                    <a:pt x="346" y="1"/>
                    <a:pt x="338" y="1"/>
                  </a:cubicBezTo>
                  <a:cubicBezTo>
                    <a:pt x="185" y="1"/>
                    <a:pt x="145" y="238"/>
                    <a:pt x="301" y="269"/>
                  </a:cubicBezTo>
                  <a:cubicBezTo>
                    <a:pt x="951" y="399"/>
                    <a:pt x="1629" y="714"/>
                    <a:pt x="2227" y="982"/>
                  </a:cubicBezTo>
                  <a:cubicBezTo>
                    <a:pt x="2668" y="1182"/>
                    <a:pt x="3280" y="1470"/>
                    <a:pt x="3757" y="1854"/>
                  </a:cubicBezTo>
                  <a:cubicBezTo>
                    <a:pt x="3740" y="1848"/>
                    <a:pt x="3723" y="1845"/>
                    <a:pt x="3706" y="1845"/>
                  </a:cubicBezTo>
                  <a:cubicBezTo>
                    <a:pt x="3666" y="1845"/>
                    <a:pt x="3625" y="1861"/>
                    <a:pt x="3595" y="1892"/>
                  </a:cubicBezTo>
                  <a:cubicBezTo>
                    <a:pt x="3298" y="2178"/>
                    <a:pt x="3000" y="2455"/>
                    <a:pt x="2712" y="2741"/>
                  </a:cubicBezTo>
                  <a:cubicBezTo>
                    <a:pt x="2787" y="2515"/>
                    <a:pt x="2862" y="2287"/>
                    <a:pt x="2937" y="2059"/>
                  </a:cubicBezTo>
                  <a:cubicBezTo>
                    <a:pt x="2976" y="1943"/>
                    <a:pt x="2871" y="1845"/>
                    <a:pt x="2766" y="1845"/>
                  </a:cubicBezTo>
                  <a:cubicBezTo>
                    <a:pt x="2725" y="1845"/>
                    <a:pt x="2683" y="1860"/>
                    <a:pt x="2651" y="1895"/>
                  </a:cubicBezTo>
                  <a:cubicBezTo>
                    <a:pt x="2579" y="1973"/>
                    <a:pt x="2518" y="2059"/>
                    <a:pt x="2452" y="2140"/>
                  </a:cubicBezTo>
                  <a:cubicBezTo>
                    <a:pt x="2510" y="1955"/>
                    <a:pt x="2556" y="1768"/>
                    <a:pt x="2616" y="1586"/>
                  </a:cubicBezTo>
                  <a:cubicBezTo>
                    <a:pt x="2657" y="1461"/>
                    <a:pt x="2564" y="1387"/>
                    <a:pt x="2465" y="1387"/>
                  </a:cubicBezTo>
                  <a:cubicBezTo>
                    <a:pt x="2410" y="1387"/>
                    <a:pt x="2353" y="1409"/>
                    <a:pt x="2316" y="1459"/>
                  </a:cubicBezTo>
                  <a:cubicBezTo>
                    <a:pt x="2100" y="1747"/>
                    <a:pt x="1848" y="2010"/>
                    <a:pt x="1603" y="2276"/>
                  </a:cubicBezTo>
                  <a:cubicBezTo>
                    <a:pt x="1646" y="1926"/>
                    <a:pt x="1669" y="1577"/>
                    <a:pt x="1669" y="1228"/>
                  </a:cubicBezTo>
                  <a:cubicBezTo>
                    <a:pt x="1669" y="1130"/>
                    <a:pt x="1593" y="1074"/>
                    <a:pt x="1514" y="1074"/>
                  </a:cubicBezTo>
                  <a:cubicBezTo>
                    <a:pt x="1463" y="1074"/>
                    <a:pt x="1411" y="1097"/>
                    <a:pt x="1378" y="1147"/>
                  </a:cubicBezTo>
                  <a:cubicBezTo>
                    <a:pt x="1222" y="1387"/>
                    <a:pt x="1005" y="1554"/>
                    <a:pt x="774" y="1704"/>
                  </a:cubicBezTo>
                  <a:cubicBezTo>
                    <a:pt x="757" y="1678"/>
                    <a:pt x="740" y="1649"/>
                    <a:pt x="722" y="1620"/>
                  </a:cubicBezTo>
                  <a:cubicBezTo>
                    <a:pt x="731" y="1340"/>
                    <a:pt x="751" y="1060"/>
                    <a:pt x="847" y="789"/>
                  </a:cubicBezTo>
                  <a:cubicBezTo>
                    <a:pt x="879" y="695"/>
                    <a:pt x="804" y="634"/>
                    <a:pt x="727" y="634"/>
                  </a:cubicBezTo>
                  <a:cubicBezTo>
                    <a:pt x="685" y="634"/>
                    <a:pt x="643" y="652"/>
                    <a:pt x="616" y="691"/>
                  </a:cubicBezTo>
                  <a:cubicBezTo>
                    <a:pt x="538" y="809"/>
                    <a:pt x="471" y="939"/>
                    <a:pt x="416" y="1075"/>
                  </a:cubicBezTo>
                  <a:cubicBezTo>
                    <a:pt x="336" y="899"/>
                    <a:pt x="252" y="725"/>
                    <a:pt x="206" y="552"/>
                  </a:cubicBezTo>
                  <a:cubicBezTo>
                    <a:pt x="194" y="507"/>
                    <a:pt x="162" y="488"/>
                    <a:pt x="128" y="488"/>
                  </a:cubicBezTo>
                  <a:cubicBezTo>
                    <a:pt x="84" y="488"/>
                    <a:pt x="36" y="521"/>
                    <a:pt x="30" y="575"/>
                  </a:cubicBezTo>
                  <a:cubicBezTo>
                    <a:pt x="1" y="847"/>
                    <a:pt x="139" y="1135"/>
                    <a:pt x="289" y="1398"/>
                  </a:cubicBezTo>
                  <a:cubicBezTo>
                    <a:pt x="261" y="1493"/>
                    <a:pt x="229" y="1583"/>
                    <a:pt x="194" y="1684"/>
                  </a:cubicBezTo>
                  <a:cubicBezTo>
                    <a:pt x="181" y="1726"/>
                    <a:pt x="221" y="1759"/>
                    <a:pt x="257" y="1759"/>
                  </a:cubicBezTo>
                  <a:cubicBezTo>
                    <a:pt x="276" y="1759"/>
                    <a:pt x="294" y="1751"/>
                    <a:pt x="304" y="1730"/>
                  </a:cubicBezTo>
                  <a:cubicBezTo>
                    <a:pt x="330" y="1675"/>
                    <a:pt x="359" y="1620"/>
                    <a:pt x="385" y="1563"/>
                  </a:cubicBezTo>
                  <a:lnTo>
                    <a:pt x="431" y="1641"/>
                  </a:lnTo>
                  <a:cubicBezTo>
                    <a:pt x="425" y="1765"/>
                    <a:pt x="422" y="1889"/>
                    <a:pt x="419" y="2013"/>
                  </a:cubicBezTo>
                  <a:cubicBezTo>
                    <a:pt x="417" y="2102"/>
                    <a:pt x="489" y="2159"/>
                    <a:pt x="566" y="2159"/>
                  </a:cubicBezTo>
                  <a:cubicBezTo>
                    <a:pt x="592" y="2159"/>
                    <a:pt x="618" y="2153"/>
                    <a:pt x="642" y="2140"/>
                  </a:cubicBezTo>
                  <a:cubicBezTo>
                    <a:pt x="673" y="2123"/>
                    <a:pt x="699" y="2103"/>
                    <a:pt x="731" y="2085"/>
                  </a:cubicBezTo>
                  <a:cubicBezTo>
                    <a:pt x="881" y="2313"/>
                    <a:pt x="1028" y="2541"/>
                    <a:pt x="1199" y="2755"/>
                  </a:cubicBezTo>
                  <a:cubicBezTo>
                    <a:pt x="1199" y="2758"/>
                    <a:pt x="1199" y="2758"/>
                    <a:pt x="1199" y="2758"/>
                  </a:cubicBezTo>
                  <a:cubicBezTo>
                    <a:pt x="1167" y="2878"/>
                    <a:pt x="1254" y="2947"/>
                    <a:pt x="1347" y="2947"/>
                  </a:cubicBezTo>
                  <a:cubicBezTo>
                    <a:pt x="1355" y="2947"/>
                    <a:pt x="1362" y="2946"/>
                    <a:pt x="1369" y="2946"/>
                  </a:cubicBezTo>
                  <a:cubicBezTo>
                    <a:pt x="1577" y="3200"/>
                    <a:pt x="1799" y="3439"/>
                    <a:pt x="2033" y="3667"/>
                  </a:cubicBezTo>
                  <a:cubicBezTo>
                    <a:pt x="2493" y="4099"/>
                    <a:pt x="3030" y="4392"/>
                    <a:pt x="3525" y="4392"/>
                  </a:cubicBezTo>
                  <a:cubicBezTo>
                    <a:pt x="3981" y="4392"/>
                    <a:pt x="4403" y="4143"/>
                    <a:pt x="4698" y="3523"/>
                  </a:cubicBezTo>
                  <a:cubicBezTo>
                    <a:pt x="5220" y="2429"/>
                    <a:pt x="3950" y="1531"/>
                    <a:pt x="3150" y="1069"/>
                  </a:cubicBezTo>
                  <a:cubicBezTo>
                    <a:pt x="2406" y="640"/>
                    <a:pt x="1257" y="1"/>
                    <a:pt x="36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7" name="Google Shape;4367;p56"/>
            <p:cNvSpPr/>
            <p:nvPr/>
          </p:nvSpPr>
          <p:spPr>
            <a:xfrm>
              <a:off x="6382025" y="1568650"/>
              <a:ext cx="133400" cy="76300"/>
            </a:xfrm>
            <a:custGeom>
              <a:avLst/>
              <a:gdLst/>
              <a:ahLst/>
              <a:cxnLst/>
              <a:rect l="l" t="t" r="r" b="b"/>
              <a:pathLst>
                <a:path w="5336" h="3052" extrusionOk="0">
                  <a:moveTo>
                    <a:pt x="1828" y="975"/>
                  </a:moveTo>
                  <a:cubicBezTo>
                    <a:pt x="1793" y="1321"/>
                    <a:pt x="1802" y="1670"/>
                    <a:pt x="1718" y="2014"/>
                  </a:cubicBezTo>
                  <a:cubicBezTo>
                    <a:pt x="1718" y="2031"/>
                    <a:pt x="1718" y="2049"/>
                    <a:pt x="1724" y="2063"/>
                  </a:cubicBezTo>
                  <a:cubicBezTo>
                    <a:pt x="1582" y="2000"/>
                    <a:pt x="1452" y="1919"/>
                    <a:pt x="1334" y="1818"/>
                  </a:cubicBezTo>
                  <a:cubicBezTo>
                    <a:pt x="1464" y="1500"/>
                    <a:pt x="1603" y="1217"/>
                    <a:pt x="1828" y="975"/>
                  </a:cubicBezTo>
                  <a:close/>
                  <a:moveTo>
                    <a:pt x="2916" y="943"/>
                  </a:moveTo>
                  <a:cubicBezTo>
                    <a:pt x="3505" y="1107"/>
                    <a:pt x="4033" y="1442"/>
                    <a:pt x="4429" y="1910"/>
                  </a:cubicBezTo>
                  <a:cubicBezTo>
                    <a:pt x="4409" y="1899"/>
                    <a:pt x="4388" y="1894"/>
                    <a:pt x="4368" y="1894"/>
                  </a:cubicBezTo>
                  <a:cubicBezTo>
                    <a:pt x="4343" y="1894"/>
                    <a:pt x="4318" y="1902"/>
                    <a:pt x="4296" y="1916"/>
                  </a:cubicBezTo>
                  <a:cubicBezTo>
                    <a:pt x="4166" y="2005"/>
                    <a:pt x="4071" y="2121"/>
                    <a:pt x="3976" y="2239"/>
                  </a:cubicBezTo>
                  <a:cubicBezTo>
                    <a:pt x="3984" y="2092"/>
                    <a:pt x="3953" y="1945"/>
                    <a:pt x="3883" y="1818"/>
                  </a:cubicBezTo>
                  <a:cubicBezTo>
                    <a:pt x="3856" y="1768"/>
                    <a:pt x="3796" y="1737"/>
                    <a:pt x="3738" y="1737"/>
                  </a:cubicBezTo>
                  <a:cubicBezTo>
                    <a:pt x="3699" y="1737"/>
                    <a:pt x="3661" y="1751"/>
                    <a:pt x="3635" y="1783"/>
                  </a:cubicBezTo>
                  <a:cubicBezTo>
                    <a:pt x="3554" y="1884"/>
                    <a:pt x="3479" y="2023"/>
                    <a:pt x="3390" y="2141"/>
                  </a:cubicBezTo>
                  <a:cubicBezTo>
                    <a:pt x="3445" y="1913"/>
                    <a:pt x="3494" y="1685"/>
                    <a:pt x="3580" y="1465"/>
                  </a:cubicBezTo>
                  <a:cubicBezTo>
                    <a:pt x="3624" y="1355"/>
                    <a:pt x="3525" y="1273"/>
                    <a:pt x="3427" y="1273"/>
                  </a:cubicBezTo>
                  <a:cubicBezTo>
                    <a:pt x="3389" y="1273"/>
                    <a:pt x="3352" y="1285"/>
                    <a:pt x="3323" y="1312"/>
                  </a:cubicBezTo>
                  <a:cubicBezTo>
                    <a:pt x="3089" y="1538"/>
                    <a:pt x="2853" y="1751"/>
                    <a:pt x="2627" y="1974"/>
                  </a:cubicBezTo>
                  <a:cubicBezTo>
                    <a:pt x="2714" y="1627"/>
                    <a:pt x="2809" y="1284"/>
                    <a:pt x="2916" y="943"/>
                  </a:cubicBezTo>
                  <a:close/>
                  <a:moveTo>
                    <a:pt x="2713" y="1"/>
                  </a:moveTo>
                  <a:cubicBezTo>
                    <a:pt x="2702" y="1"/>
                    <a:pt x="2691" y="2"/>
                    <a:pt x="2679" y="5"/>
                  </a:cubicBezTo>
                  <a:cubicBezTo>
                    <a:pt x="1871" y="186"/>
                    <a:pt x="0" y="1139"/>
                    <a:pt x="1126" y="2109"/>
                  </a:cubicBezTo>
                  <a:cubicBezTo>
                    <a:pt x="1865" y="2741"/>
                    <a:pt x="3084" y="2961"/>
                    <a:pt x="4158" y="2981"/>
                  </a:cubicBezTo>
                  <a:cubicBezTo>
                    <a:pt x="4175" y="3001"/>
                    <a:pt x="4192" y="3019"/>
                    <a:pt x="4212" y="3030"/>
                  </a:cubicBezTo>
                  <a:cubicBezTo>
                    <a:pt x="4236" y="3045"/>
                    <a:pt x="4261" y="3052"/>
                    <a:pt x="4286" y="3052"/>
                  </a:cubicBezTo>
                  <a:cubicBezTo>
                    <a:pt x="4311" y="3052"/>
                    <a:pt x="4337" y="3045"/>
                    <a:pt x="4360" y="3030"/>
                  </a:cubicBezTo>
                  <a:cubicBezTo>
                    <a:pt x="4377" y="3019"/>
                    <a:pt x="4383" y="2996"/>
                    <a:pt x="4397" y="2978"/>
                  </a:cubicBezTo>
                  <a:cubicBezTo>
                    <a:pt x="4654" y="2975"/>
                    <a:pt x="4902" y="2967"/>
                    <a:pt x="5128" y="2946"/>
                  </a:cubicBezTo>
                  <a:cubicBezTo>
                    <a:pt x="5226" y="2935"/>
                    <a:pt x="5336" y="2843"/>
                    <a:pt x="5289" y="2733"/>
                  </a:cubicBezTo>
                  <a:cubicBezTo>
                    <a:pt x="4926" y="1812"/>
                    <a:pt x="3976" y="897"/>
                    <a:pt x="2939" y="732"/>
                  </a:cubicBezTo>
                  <a:cubicBezTo>
                    <a:pt x="2911" y="680"/>
                    <a:pt x="2857" y="652"/>
                    <a:pt x="2804" y="652"/>
                  </a:cubicBezTo>
                  <a:cubicBezTo>
                    <a:pt x="2760" y="652"/>
                    <a:pt x="2716" y="670"/>
                    <a:pt x="2685" y="709"/>
                  </a:cubicBezTo>
                  <a:cubicBezTo>
                    <a:pt x="2657" y="708"/>
                    <a:pt x="2629" y="707"/>
                    <a:pt x="2601" y="707"/>
                  </a:cubicBezTo>
                  <a:cubicBezTo>
                    <a:pt x="2441" y="707"/>
                    <a:pt x="2280" y="728"/>
                    <a:pt x="2125" y="770"/>
                  </a:cubicBezTo>
                  <a:cubicBezTo>
                    <a:pt x="2131" y="738"/>
                    <a:pt x="2134" y="703"/>
                    <a:pt x="2140" y="671"/>
                  </a:cubicBezTo>
                  <a:cubicBezTo>
                    <a:pt x="2148" y="637"/>
                    <a:pt x="2142" y="599"/>
                    <a:pt x="2122" y="570"/>
                  </a:cubicBezTo>
                  <a:cubicBezTo>
                    <a:pt x="2382" y="458"/>
                    <a:pt x="2633" y="365"/>
                    <a:pt x="2795" y="276"/>
                  </a:cubicBezTo>
                  <a:cubicBezTo>
                    <a:pt x="2934" y="198"/>
                    <a:pt x="2855" y="1"/>
                    <a:pt x="271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8" name="Google Shape;4368;p56"/>
            <p:cNvSpPr/>
            <p:nvPr/>
          </p:nvSpPr>
          <p:spPr>
            <a:xfrm>
              <a:off x="7159050" y="1734200"/>
              <a:ext cx="125325" cy="71225"/>
            </a:xfrm>
            <a:custGeom>
              <a:avLst/>
              <a:gdLst/>
              <a:ahLst/>
              <a:cxnLst/>
              <a:rect l="l" t="t" r="r" b="b"/>
              <a:pathLst>
                <a:path w="5013" h="2849" extrusionOk="0">
                  <a:moveTo>
                    <a:pt x="4164" y="877"/>
                  </a:moveTo>
                  <a:cubicBezTo>
                    <a:pt x="4660" y="1273"/>
                    <a:pt x="4923" y="1856"/>
                    <a:pt x="4190" y="2327"/>
                  </a:cubicBezTo>
                  <a:cubicBezTo>
                    <a:pt x="4057" y="2404"/>
                    <a:pt x="3913" y="2462"/>
                    <a:pt x="3760" y="2491"/>
                  </a:cubicBezTo>
                  <a:cubicBezTo>
                    <a:pt x="3786" y="2480"/>
                    <a:pt x="3809" y="2462"/>
                    <a:pt x="3823" y="2436"/>
                  </a:cubicBezTo>
                  <a:cubicBezTo>
                    <a:pt x="3982" y="2133"/>
                    <a:pt x="4279" y="1986"/>
                    <a:pt x="4343" y="1622"/>
                  </a:cubicBezTo>
                  <a:cubicBezTo>
                    <a:pt x="4364" y="1502"/>
                    <a:pt x="4270" y="1393"/>
                    <a:pt x="4164" y="1393"/>
                  </a:cubicBezTo>
                  <a:cubicBezTo>
                    <a:pt x="4122" y="1393"/>
                    <a:pt x="4079" y="1410"/>
                    <a:pt x="4040" y="1449"/>
                  </a:cubicBezTo>
                  <a:lnTo>
                    <a:pt x="3875" y="1613"/>
                  </a:lnTo>
                  <a:cubicBezTo>
                    <a:pt x="3959" y="1414"/>
                    <a:pt x="4054" y="1221"/>
                    <a:pt x="4164" y="1036"/>
                  </a:cubicBezTo>
                  <a:cubicBezTo>
                    <a:pt x="4193" y="987"/>
                    <a:pt x="4193" y="926"/>
                    <a:pt x="4164" y="877"/>
                  </a:cubicBezTo>
                  <a:close/>
                  <a:moveTo>
                    <a:pt x="3063" y="1"/>
                  </a:moveTo>
                  <a:cubicBezTo>
                    <a:pt x="3020" y="1"/>
                    <a:pt x="2977" y="17"/>
                    <a:pt x="2946" y="52"/>
                  </a:cubicBezTo>
                  <a:cubicBezTo>
                    <a:pt x="2934" y="51"/>
                    <a:pt x="2922" y="51"/>
                    <a:pt x="2910" y="51"/>
                  </a:cubicBezTo>
                  <a:cubicBezTo>
                    <a:pt x="1862" y="51"/>
                    <a:pt x="782" y="563"/>
                    <a:pt x="642" y="1596"/>
                  </a:cubicBezTo>
                  <a:cubicBezTo>
                    <a:pt x="630" y="1687"/>
                    <a:pt x="714" y="1771"/>
                    <a:pt x="792" y="1771"/>
                  </a:cubicBezTo>
                  <a:cubicBezTo>
                    <a:pt x="830" y="1771"/>
                    <a:pt x="867" y="1751"/>
                    <a:pt x="890" y="1700"/>
                  </a:cubicBezTo>
                  <a:cubicBezTo>
                    <a:pt x="1268" y="877"/>
                    <a:pt x="1851" y="438"/>
                    <a:pt x="2654" y="410"/>
                  </a:cubicBezTo>
                  <a:lnTo>
                    <a:pt x="2654" y="410"/>
                  </a:lnTo>
                  <a:cubicBezTo>
                    <a:pt x="2492" y="620"/>
                    <a:pt x="2331" y="831"/>
                    <a:pt x="2163" y="1036"/>
                  </a:cubicBezTo>
                  <a:cubicBezTo>
                    <a:pt x="2195" y="981"/>
                    <a:pt x="2218" y="921"/>
                    <a:pt x="2253" y="866"/>
                  </a:cubicBezTo>
                  <a:cubicBezTo>
                    <a:pt x="2324" y="749"/>
                    <a:pt x="2223" y="638"/>
                    <a:pt x="2114" y="638"/>
                  </a:cubicBezTo>
                  <a:cubicBezTo>
                    <a:pt x="2079" y="638"/>
                    <a:pt x="2042" y="650"/>
                    <a:pt x="2010" y="678"/>
                  </a:cubicBezTo>
                  <a:cubicBezTo>
                    <a:pt x="1675" y="975"/>
                    <a:pt x="1306" y="1420"/>
                    <a:pt x="1378" y="1893"/>
                  </a:cubicBezTo>
                  <a:cubicBezTo>
                    <a:pt x="1366" y="1917"/>
                    <a:pt x="1355" y="1940"/>
                    <a:pt x="1346" y="1963"/>
                  </a:cubicBezTo>
                  <a:cubicBezTo>
                    <a:pt x="1286" y="2087"/>
                    <a:pt x="1382" y="2218"/>
                    <a:pt x="1493" y="2218"/>
                  </a:cubicBezTo>
                  <a:cubicBezTo>
                    <a:pt x="1532" y="2218"/>
                    <a:pt x="1572" y="2202"/>
                    <a:pt x="1609" y="2165"/>
                  </a:cubicBezTo>
                  <a:cubicBezTo>
                    <a:pt x="1817" y="1957"/>
                    <a:pt x="2004" y="1732"/>
                    <a:pt x="2195" y="1510"/>
                  </a:cubicBezTo>
                  <a:lnTo>
                    <a:pt x="2195" y="1510"/>
                  </a:lnTo>
                  <a:lnTo>
                    <a:pt x="1970" y="1960"/>
                  </a:lnTo>
                  <a:cubicBezTo>
                    <a:pt x="1905" y="2089"/>
                    <a:pt x="2008" y="2223"/>
                    <a:pt x="2125" y="2223"/>
                  </a:cubicBezTo>
                  <a:cubicBezTo>
                    <a:pt x="2165" y="2223"/>
                    <a:pt x="2207" y="2207"/>
                    <a:pt x="2244" y="2171"/>
                  </a:cubicBezTo>
                  <a:cubicBezTo>
                    <a:pt x="2351" y="2061"/>
                    <a:pt x="2461" y="1951"/>
                    <a:pt x="2570" y="1844"/>
                  </a:cubicBezTo>
                  <a:lnTo>
                    <a:pt x="2570" y="1844"/>
                  </a:lnTo>
                  <a:cubicBezTo>
                    <a:pt x="2475" y="1989"/>
                    <a:pt x="2385" y="2133"/>
                    <a:pt x="2282" y="2275"/>
                  </a:cubicBezTo>
                  <a:cubicBezTo>
                    <a:pt x="2244" y="2321"/>
                    <a:pt x="2244" y="2384"/>
                    <a:pt x="2279" y="2433"/>
                  </a:cubicBezTo>
                  <a:cubicBezTo>
                    <a:pt x="1961" y="2370"/>
                    <a:pt x="1658" y="2295"/>
                    <a:pt x="1413" y="2240"/>
                  </a:cubicBezTo>
                  <a:cubicBezTo>
                    <a:pt x="1069" y="2162"/>
                    <a:pt x="731" y="2061"/>
                    <a:pt x="388" y="1989"/>
                  </a:cubicBezTo>
                  <a:cubicBezTo>
                    <a:pt x="362" y="1983"/>
                    <a:pt x="336" y="1983"/>
                    <a:pt x="310" y="1980"/>
                  </a:cubicBezTo>
                  <a:cubicBezTo>
                    <a:pt x="249" y="1957"/>
                    <a:pt x="186" y="1934"/>
                    <a:pt x="122" y="1917"/>
                  </a:cubicBezTo>
                  <a:cubicBezTo>
                    <a:pt x="114" y="1914"/>
                    <a:pt x="106" y="1913"/>
                    <a:pt x="98" y="1913"/>
                  </a:cubicBezTo>
                  <a:cubicBezTo>
                    <a:pt x="68" y="1913"/>
                    <a:pt x="40" y="1929"/>
                    <a:pt x="24" y="1954"/>
                  </a:cubicBezTo>
                  <a:cubicBezTo>
                    <a:pt x="1" y="1995"/>
                    <a:pt x="15" y="2049"/>
                    <a:pt x="56" y="2072"/>
                  </a:cubicBezTo>
                  <a:cubicBezTo>
                    <a:pt x="621" y="2362"/>
                    <a:pt x="2084" y="2849"/>
                    <a:pt x="3268" y="2849"/>
                  </a:cubicBezTo>
                  <a:cubicBezTo>
                    <a:pt x="4187" y="2849"/>
                    <a:pt x="4938" y="2555"/>
                    <a:pt x="4972" y="1648"/>
                  </a:cubicBezTo>
                  <a:cubicBezTo>
                    <a:pt x="5013" y="684"/>
                    <a:pt x="4158" y="158"/>
                    <a:pt x="3197" y="72"/>
                  </a:cubicBezTo>
                  <a:cubicBezTo>
                    <a:pt x="3165" y="25"/>
                    <a:pt x="3114" y="1"/>
                    <a:pt x="306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9" name="Google Shape;4369;p56"/>
            <p:cNvSpPr/>
            <p:nvPr/>
          </p:nvSpPr>
          <p:spPr>
            <a:xfrm>
              <a:off x="5991550" y="3413900"/>
              <a:ext cx="83825" cy="164550"/>
            </a:xfrm>
            <a:custGeom>
              <a:avLst/>
              <a:gdLst/>
              <a:ahLst/>
              <a:cxnLst/>
              <a:rect l="l" t="t" r="r" b="b"/>
              <a:pathLst>
                <a:path w="3353" h="6582" extrusionOk="0">
                  <a:moveTo>
                    <a:pt x="1886" y="674"/>
                  </a:moveTo>
                  <a:cubicBezTo>
                    <a:pt x="1542" y="1225"/>
                    <a:pt x="1294" y="1802"/>
                    <a:pt x="1034" y="2394"/>
                  </a:cubicBezTo>
                  <a:cubicBezTo>
                    <a:pt x="1009" y="2446"/>
                    <a:pt x="1050" y="2496"/>
                    <a:pt x="1098" y="2496"/>
                  </a:cubicBezTo>
                  <a:cubicBezTo>
                    <a:pt x="1111" y="2496"/>
                    <a:pt x="1125" y="2492"/>
                    <a:pt x="1138" y="2484"/>
                  </a:cubicBezTo>
                  <a:lnTo>
                    <a:pt x="1138" y="2484"/>
                  </a:lnTo>
                  <a:cubicBezTo>
                    <a:pt x="1023" y="2752"/>
                    <a:pt x="901" y="3021"/>
                    <a:pt x="789" y="3289"/>
                  </a:cubicBezTo>
                  <a:cubicBezTo>
                    <a:pt x="737" y="3411"/>
                    <a:pt x="839" y="3562"/>
                    <a:pt x="948" y="3562"/>
                  </a:cubicBezTo>
                  <a:cubicBezTo>
                    <a:pt x="987" y="3562"/>
                    <a:pt x="1026" y="3544"/>
                    <a:pt x="1060" y="3500"/>
                  </a:cubicBezTo>
                  <a:cubicBezTo>
                    <a:pt x="1493" y="2954"/>
                    <a:pt x="1889" y="2386"/>
                    <a:pt x="2270" y="1805"/>
                  </a:cubicBezTo>
                  <a:lnTo>
                    <a:pt x="2270" y="1805"/>
                  </a:lnTo>
                  <a:cubicBezTo>
                    <a:pt x="2013" y="2683"/>
                    <a:pt x="1632" y="3520"/>
                    <a:pt x="1259" y="4369"/>
                  </a:cubicBezTo>
                  <a:cubicBezTo>
                    <a:pt x="373" y="3252"/>
                    <a:pt x="188" y="1854"/>
                    <a:pt x="1658" y="818"/>
                  </a:cubicBezTo>
                  <a:cubicBezTo>
                    <a:pt x="1704" y="786"/>
                    <a:pt x="1788" y="731"/>
                    <a:pt x="1886" y="674"/>
                  </a:cubicBezTo>
                  <a:close/>
                  <a:moveTo>
                    <a:pt x="3004" y="1"/>
                  </a:moveTo>
                  <a:cubicBezTo>
                    <a:pt x="2989" y="1"/>
                    <a:pt x="2975" y="3"/>
                    <a:pt x="2960" y="7"/>
                  </a:cubicBezTo>
                  <a:cubicBezTo>
                    <a:pt x="1606" y="243"/>
                    <a:pt x="477" y="1017"/>
                    <a:pt x="217" y="2426"/>
                  </a:cubicBezTo>
                  <a:cubicBezTo>
                    <a:pt x="1" y="3598"/>
                    <a:pt x="777" y="4865"/>
                    <a:pt x="1843" y="5316"/>
                  </a:cubicBezTo>
                  <a:cubicBezTo>
                    <a:pt x="1859" y="5322"/>
                    <a:pt x="1876" y="5325"/>
                    <a:pt x="1894" y="5325"/>
                  </a:cubicBezTo>
                  <a:cubicBezTo>
                    <a:pt x="1945" y="5325"/>
                    <a:pt x="1996" y="5298"/>
                    <a:pt x="2022" y="5252"/>
                  </a:cubicBezTo>
                  <a:lnTo>
                    <a:pt x="2022" y="5252"/>
                  </a:lnTo>
                  <a:cubicBezTo>
                    <a:pt x="2019" y="5360"/>
                    <a:pt x="2113" y="5459"/>
                    <a:pt x="2211" y="5459"/>
                  </a:cubicBezTo>
                  <a:cubicBezTo>
                    <a:pt x="2252" y="5459"/>
                    <a:pt x="2295" y="5441"/>
                    <a:pt x="2330" y="5400"/>
                  </a:cubicBezTo>
                  <a:cubicBezTo>
                    <a:pt x="2504" y="5192"/>
                    <a:pt x="2622" y="4923"/>
                    <a:pt x="2792" y="4721"/>
                  </a:cubicBezTo>
                  <a:cubicBezTo>
                    <a:pt x="2795" y="4718"/>
                    <a:pt x="2798" y="4718"/>
                    <a:pt x="2801" y="4715"/>
                  </a:cubicBezTo>
                  <a:lnTo>
                    <a:pt x="2844" y="4652"/>
                  </a:lnTo>
                  <a:cubicBezTo>
                    <a:pt x="2920" y="4534"/>
                    <a:pt x="2814" y="4406"/>
                    <a:pt x="2697" y="4406"/>
                  </a:cubicBezTo>
                  <a:cubicBezTo>
                    <a:pt x="2671" y="4406"/>
                    <a:pt x="2644" y="4412"/>
                    <a:pt x="2619" y="4427"/>
                  </a:cubicBezTo>
                  <a:cubicBezTo>
                    <a:pt x="2556" y="4464"/>
                    <a:pt x="2501" y="4510"/>
                    <a:pt x="2455" y="4565"/>
                  </a:cubicBezTo>
                  <a:cubicBezTo>
                    <a:pt x="2466" y="4291"/>
                    <a:pt x="2475" y="4017"/>
                    <a:pt x="2535" y="3742"/>
                  </a:cubicBezTo>
                  <a:cubicBezTo>
                    <a:pt x="2562" y="3622"/>
                    <a:pt x="2459" y="3510"/>
                    <a:pt x="2350" y="3510"/>
                  </a:cubicBezTo>
                  <a:cubicBezTo>
                    <a:pt x="2331" y="3510"/>
                    <a:pt x="2312" y="3513"/>
                    <a:pt x="2293" y="3520"/>
                  </a:cubicBezTo>
                  <a:cubicBezTo>
                    <a:pt x="2463" y="3026"/>
                    <a:pt x="2596" y="2521"/>
                    <a:pt x="2691" y="2010"/>
                  </a:cubicBezTo>
                  <a:cubicBezTo>
                    <a:pt x="2706" y="1947"/>
                    <a:pt x="2683" y="1883"/>
                    <a:pt x="2636" y="1840"/>
                  </a:cubicBezTo>
                  <a:cubicBezTo>
                    <a:pt x="2723" y="1534"/>
                    <a:pt x="2792" y="1219"/>
                    <a:pt x="2841" y="904"/>
                  </a:cubicBezTo>
                  <a:cubicBezTo>
                    <a:pt x="2862" y="778"/>
                    <a:pt x="2762" y="679"/>
                    <a:pt x="2660" y="679"/>
                  </a:cubicBezTo>
                  <a:cubicBezTo>
                    <a:pt x="2608" y="679"/>
                    <a:pt x="2555" y="705"/>
                    <a:pt x="2518" y="766"/>
                  </a:cubicBezTo>
                  <a:cubicBezTo>
                    <a:pt x="2247" y="1216"/>
                    <a:pt x="1961" y="1655"/>
                    <a:pt x="1666" y="2085"/>
                  </a:cubicBezTo>
                  <a:cubicBezTo>
                    <a:pt x="1854" y="1644"/>
                    <a:pt x="2033" y="1199"/>
                    <a:pt x="2183" y="740"/>
                  </a:cubicBezTo>
                  <a:cubicBezTo>
                    <a:pt x="2212" y="650"/>
                    <a:pt x="2157" y="590"/>
                    <a:pt x="2088" y="570"/>
                  </a:cubicBezTo>
                  <a:cubicBezTo>
                    <a:pt x="2270" y="480"/>
                    <a:pt x="2471" y="404"/>
                    <a:pt x="2626" y="404"/>
                  </a:cubicBezTo>
                  <a:cubicBezTo>
                    <a:pt x="2766" y="404"/>
                    <a:pt x="2868" y="466"/>
                    <a:pt x="2885" y="636"/>
                  </a:cubicBezTo>
                  <a:cubicBezTo>
                    <a:pt x="2945" y="1257"/>
                    <a:pt x="2971" y="1880"/>
                    <a:pt x="2986" y="2504"/>
                  </a:cubicBezTo>
                  <a:cubicBezTo>
                    <a:pt x="3015" y="3852"/>
                    <a:pt x="2853" y="5197"/>
                    <a:pt x="2504" y="6502"/>
                  </a:cubicBezTo>
                  <a:cubicBezTo>
                    <a:pt x="2490" y="6550"/>
                    <a:pt x="2527" y="6581"/>
                    <a:pt x="2565" y="6581"/>
                  </a:cubicBezTo>
                  <a:cubicBezTo>
                    <a:pt x="2591" y="6581"/>
                    <a:pt x="2617" y="6567"/>
                    <a:pt x="2628" y="6534"/>
                  </a:cubicBezTo>
                  <a:cubicBezTo>
                    <a:pt x="3350" y="4461"/>
                    <a:pt x="3352" y="2331"/>
                    <a:pt x="3171" y="165"/>
                  </a:cubicBezTo>
                  <a:cubicBezTo>
                    <a:pt x="3168" y="71"/>
                    <a:pt x="3091" y="1"/>
                    <a:pt x="300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0" name="Google Shape;4370;p56"/>
            <p:cNvSpPr/>
            <p:nvPr/>
          </p:nvSpPr>
          <p:spPr>
            <a:xfrm>
              <a:off x="5981225" y="3763550"/>
              <a:ext cx="150150" cy="137775"/>
            </a:xfrm>
            <a:custGeom>
              <a:avLst/>
              <a:gdLst/>
              <a:ahLst/>
              <a:cxnLst/>
              <a:rect l="l" t="t" r="r" b="b"/>
              <a:pathLst>
                <a:path w="6006" h="5511" extrusionOk="0">
                  <a:moveTo>
                    <a:pt x="4571" y="248"/>
                  </a:moveTo>
                  <a:lnTo>
                    <a:pt x="4571" y="248"/>
                  </a:lnTo>
                  <a:cubicBezTo>
                    <a:pt x="5010" y="268"/>
                    <a:pt x="5391" y="493"/>
                    <a:pt x="5622" y="1047"/>
                  </a:cubicBezTo>
                  <a:cubicBezTo>
                    <a:pt x="5437" y="1169"/>
                    <a:pt x="5267" y="1313"/>
                    <a:pt x="5111" y="1472"/>
                  </a:cubicBezTo>
                  <a:cubicBezTo>
                    <a:pt x="5189" y="1299"/>
                    <a:pt x="5255" y="1120"/>
                    <a:pt x="5310" y="938"/>
                  </a:cubicBezTo>
                  <a:cubicBezTo>
                    <a:pt x="5349" y="822"/>
                    <a:pt x="5240" y="698"/>
                    <a:pt x="5126" y="698"/>
                  </a:cubicBezTo>
                  <a:cubicBezTo>
                    <a:pt x="5095" y="698"/>
                    <a:pt x="5064" y="707"/>
                    <a:pt x="5036" y="727"/>
                  </a:cubicBezTo>
                  <a:cubicBezTo>
                    <a:pt x="4828" y="883"/>
                    <a:pt x="4629" y="1053"/>
                    <a:pt x="4444" y="1238"/>
                  </a:cubicBezTo>
                  <a:cubicBezTo>
                    <a:pt x="4548" y="990"/>
                    <a:pt x="4629" y="730"/>
                    <a:pt x="4684" y="467"/>
                  </a:cubicBezTo>
                  <a:cubicBezTo>
                    <a:pt x="4695" y="378"/>
                    <a:pt x="4652" y="288"/>
                    <a:pt x="4571" y="248"/>
                  </a:cubicBezTo>
                  <a:close/>
                  <a:moveTo>
                    <a:pt x="3607" y="461"/>
                  </a:moveTo>
                  <a:cubicBezTo>
                    <a:pt x="2833" y="1429"/>
                    <a:pt x="2235" y="2540"/>
                    <a:pt x="1404" y="3449"/>
                  </a:cubicBezTo>
                  <a:cubicBezTo>
                    <a:pt x="1837" y="2560"/>
                    <a:pt x="2365" y="1726"/>
                    <a:pt x="2862" y="869"/>
                  </a:cubicBezTo>
                  <a:cubicBezTo>
                    <a:pt x="3096" y="710"/>
                    <a:pt x="3344" y="574"/>
                    <a:pt x="3607" y="461"/>
                  </a:cubicBezTo>
                  <a:close/>
                  <a:moveTo>
                    <a:pt x="4149" y="952"/>
                  </a:moveTo>
                  <a:cubicBezTo>
                    <a:pt x="3809" y="1876"/>
                    <a:pt x="3159" y="2661"/>
                    <a:pt x="2605" y="3473"/>
                  </a:cubicBezTo>
                  <a:cubicBezTo>
                    <a:pt x="2516" y="3604"/>
                    <a:pt x="2651" y="3760"/>
                    <a:pt x="2781" y="3760"/>
                  </a:cubicBezTo>
                  <a:cubicBezTo>
                    <a:pt x="2825" y="3760"/>
                    <a:pt x="2868" y="3743"/>
                    <a:pt x="2902" y="3701"/>
                  </a:cubicBezTo>
                  <a:cubicBezTo>
                    <a:pt x="2914" y="3689"/>
                    <a:pt x="2922" y="3675"/>
                    <a:pt x="2931" y="3663"/>
                  </a:cubicBezTo>
                  <a:cubicBezTo>
                    <a:pt x="3494" y="2964"/>
                    <a:pt x="3996" y="2199"/>
                    <a:pt x="4634" y="1570"/>
                  </a:cubicBezTo>
                  <a:lnTo>
                    <a:pt x="4634" y="1570"/>
                  </a:lnTo>
                  <a:cubicBezTo>
                    <a:pt x="4562" y="1706"/>
                    <a:pt x="4484" y="1839"/>
                    <a:pt x="4398" y="1966"/>
                  </a:cubicBezTo>
                  <a:cubicBezTo>
                    <a:pt x="4346" y="2038"/>
                    <a:pt x="4297" y="2095"/>
                    <a:pt x="4326" y="2188"/>
                  </a:cubicBezTo>
                  <a:cubicBezTo>
                    <a:pt x="4337" y="2231"/>
                    <a:pt x="4372" y="2269"/>
                    <a:pt x="4415" y="2286"/>
                  </a:cubicBezTo>
                  <a:cubicBezTo>
                    <a:pt x="4253" y="2491"/>
                    <a:pt x="4097" y="2693"/>
                    <a:pt x="3947" y="2866"/>
                  </a:cubicBezTo>
                  <a:cubicBezTo>
                    <a:pt x="3243" y="3672"/>
                    <a:pt x="2388" y="4838"/>
                    <a:pt x="1340" y="5208"/>
                  </a:cubicBezTo>
                  <a:cubicBezTo>
                    <a:pt x="1275" y="5231"/>
                    <a:pt x="1216" y="5241"/>
                    <a:pt x="1164" y="5241"/>
                  </a:cubicBezTo>
                  <a:cubicBezTo>
                    <a:pt x="733" y="5241"/>
                    <a:pt x="696" y="4536"/>
                    <a:pt x="691" y="4119"/>
                  </a:cubicBezTo>
                  <a:lnTo>
                    <a:pt x="691" y="4119"/>
                  </a:lnTo>
                  <a:cubicBezTo>
                    <a:pt x="702" y="4122"/>
                    <a:pt x="711" y="4122"/>
                    <a:pt x="720" y="4122"/>
                  </a:cubicBezTo>
                  <a:cubicBezTo>
                    <a:pt x="717" y="4131"/>
                    <a:pt x="711" y="4139"/>
                    <a:pt x="708" y="4151"/>
                  </a:cubicBezTo>
                  <a:cubicBezTo>
                    <a:pt x="654" y="4281"/>
                    <a:pt x="766" y="4361"/>
                    <a:pt x="879" y="4361"/>
                  </a:cubicBezTo>
                  <a:cubicBezTo>
                    <a:pt x="923" y="4361"/>
                    <a:pt x="968" y="4348"/>
                    <a:pt x="1003" y="4321"/>
                  </a:cubicBezTo>
                  <a:cubicBezTo>
                    <a:pt x="1467" y="3955"/>
                    <a:pt x="1851" y="3519"/>
                    <a:pt x="2204" y="3054"/>
                  </a:cubicBezTo>
                  <a:lnTo>
                    <a:pt x="2204" y="3054"/>
                  </a:lnTo>
                  <a:cubicBezTo>
                    <a:pt x="1932" y="3519"/>
                    <a:pt x="1661" y="3984"/>
                    <a:pt x="1346" y="4417"/>
                  </a:cubicBezTo>
                  <a:cubicBezTo>
                    <a:pt x="1245" y="4557"/>
                    <a:pt x="1374" y="4686"/>
                    <a:pt x="1510" y="4686"/>
                  </a:cubicBezTo>
                  <a:cubicBezTo>
                    <a:pt x="1568" y="4686"/>
                    <a:pt x="1626" y="4663"/>
                    <a:pt x="1669" y="4607"/>
                  </a:cubicBezTo>
                  <a:cubicBezTo>
                    <a:pt x="2449" y="3574"/>
                    <a:pt x="3266" y="2563"/>
                    <a:pt x="3751" y="1374"/>
                  </a:cubicBezTo>
                  <a:cubicBezTo>
                    <a:pt x="3875" y="1226"/>
                    <a:pt x="4008" y="1085"/>
                    <a:pt x="4149" y="952"/>
                  </a:cubicBezTo>
                  <a:close/>
                  <a:moveTo>
                    <a:pt x="4508" y="1"/>
                  </a:moveTo>
                  <a:cubicBezTo>
                    <a:pt x="3949" y="1"/>
                    <a:pt x="3318" y="250"/>
                    <a:pt x="2767" y="588"/>
                  </a:cubicBezTo>
                  <a:cubicBezTo>
                    <a:pt x="2763" y="588"/>
                    <a:pt x="2760" y="588"/>
                    <a:pt x="2757" y="588"/>
                  </a:cubicBezTo>
                  <a:cubicBezTo>
                    <a:pt x="2723" y="588"/>
                    <a:pt x="2689" y="602"/>
                    <a:pt x="2663" y="626"/>
                  </a:cubicBezTo>
                  <a:cubicBezTo>
                    <a:pt x="2642" y="646"/>
                    <a:pt x="2625" y="669"/>
                    <a:pt x="2605" y="690"/>
                  </a:cubicBezTo>
                  <a:cubicBezTo>
                    <a:pt x="2582" y="710"/>
                    <a:pt x="2547" y="721"/>
                    <a:pt x="2521" y="739"/>
                  </a:cubicBezTo>
                  <a:cubicBezTo>
                    <a:pt x="1118" y="1709"/>
                    <a:pt x="1" y="3204"/>
                    <a:pt x="494" y="4977"/>
                  </a:cubicBezTo>
                  <a:cubicBezTo>
                    <a:pt x="599" y="5353"/>
                    <a:pt x="800" y="5511"/>
                    <a:pt x="1067" y="5511"/>
                  </a:cubicBezTo>
                  <a:cubicBezTo>
                    <a:pt x="2301" y="5511"/>
                    <a:pt x="4929" y="2122"/>
                    <a:pt x="5734" y="1336"/>
                  </a:cubicBezTo>
                  <a:cubicBezTo>
                    <a:pt x="5754" y="1378"/>
                    <a:pt x="5790" y="1396"/>
                    <a:pt x="5825" y="1396"/>
                  </a:cubicBezTo>
                  <a:cubicBezTo>
                    <a:pt x="5888" y="1396"/>
                    <a:pt x="5950" y="1341"/>
                    <a:pt x="5928" y="1264"/>
                  </a:cubicBezTo>
                  <a:cubicBezTo>
                    <a:pt x="5919" y="1235"/>
                    <a:pt x="5910" y="1212"/>
                    <a:pt x="5905" y="1186"/>
                  </a:cubicBezTo>
                  <a:cubicBezTo>
                    <a:pt x="6006" y="1111"/>
                    <a:pt x="5957" y="949"/>
                    <a:pt x="5830" y="944"/>
                  </a:cubicBezTo>
                  <a:cubicBezTo>
                    <a:pt x="5569" y="258"/>
                    <a:pt x="5076" y="1"/>
                    <a:pt x="450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1" name="Google Shape;4371;p56"/>
            <p:cNvSpPr/>
            <p:nvPr/>
          </p:nvSpPr>
          <p:spPr>
            <a:xfrm>
              <a:off x="6073900" y="3620300"/>
              <a:ext cx="92475" cy="102900"/>
            </a:xfrm>
            <a:custGeom>
              <a:avLst/>
              <a:gdLst/>
              <a:ahLst/>
              <a:cxnLst/>
              <a:rect l="l" t="t" r="r" b="b"/>
              <a:pathLst>
                <a:path w="3699" h="4116" extrusionOk="0">
                  <a:moveTo>
                    <a:pt x="1898" y="334"/>
                  </a:moveTo>
                  <a:cubicBezTo>
                    <a:pt x="2336" y="334"/>
                    <a:pt x="2717" y="589"/>
                    <a:pt x="2980" y="931"/>
                  </a:cubicBezTo>
                  <a:cubicBezTo>
                    <a:pt x="2922" y="934"/>
                    <a:pt x="2870" y="963"/>
                    <a:pt x="2836" y="1009"/>
                  </a:cubicBezTo>
                  <a:cubicBezTo>
                    <a:pt x="2645" y="1269"/>
                    <a:pt x="2469" y="1538"/>
                    <a:pt x="2293" y="1809"/>
                  </a:cubicBezTo>
                  <a:cubicBezTo>
                    <a:pt x="2388" y="1489"/>
                    <a:pt x="2484" y="1168"/>
                    <a:pt x="2553" y="842"/>
                  </a:cubicBezTo>
                  <a:cubicBezTo>
                    <a:pt x="2583" y="699"/>
                    <a:pt x="2480" y="606"/>
                    <a:pt x="2370" y="606"/>
                  </a:cubicBezTo>
                  <a:cubicBezTo>
                    <a:pt x="2310" y="606"/>
                    <a:pt x="2248" y="633"/>
                    <a:pt x="2203" y="695"/>
                  </a:cubicBezTo>
                  <a:cubicBezTo>
                    <a:pt x="1981" y="1009"/>
                    <a:pt x="1782" y="1338"/>
                    <a:pt x="1603" y="1679"/>
                  </a:cubicBezTo>
                  <a:cubicBezTo>
                    <a:pt x="1692" y="1240"/>
                    <a:pt x="1747" y="793"/>
                    <a:pt x="1768" y="345"/>
                  </a:cubicBezTo>
                  <a:cubicBezTo>
                    <a:pt x="1805" y="342"/>
                    <a:pt x="1840" y="334"/>
                    <a:pt x="1883" y="334"/>
                  </a:cubicBezTo>
                  <a:cubicBezTo>
                    <a:pt x="1888" y="334"/>
                    <a:pt x="1893" y="334"/>
                    <a:pt x="1898" y="334"/>
                  </a:cubicBezTo>
                  <a:close/>
                  <a:moveTo>
                    <a:pt x="1288" y="1263"/>
                  </a:moveTo>
                  <a:cubicBezTo>
                    <a:pt x="1193" y="1849"/>
                    <a:pt x="1052" y="2430"/>
                    <a:pt x="942" y="3019"/>
                  </a:cubicBezTo>
                  <a:cubicBezTo>
                    <a:pt x="858" y="2929"/>
                    <a:pt x="783" y="2834"/>
                    <a:pt x="714" y="2736"/>
                  </a:cubicBezTo>
                  <a:cubicBezTo>
                    <a:pt x="653" y="2638"/>
                    <a:pt x="601" y="2536"/>
                    <a:pt x="561" y="2433"/>
                  </a:cubicBezTo>
                  <a:cubicBezTo>
                    <a:pt x="564" y="2427"/>
                    <a:pt x="569" y="2427"/>
                    <a:pt x="572" y="2421"/>
                  </a:cubicBezTo>
                  <a:cubicBezTo>
                    <a:pt x="613" y="2332"/>
                    <a:pt x="653" y="2245"/>
                    <a:pt x="694" y="2155"/>
                  </a:cubicBezTo>
                  <a:cubicBezTo>
                    <a:pt x="907" y="1867"/>
                    <a:pt x="1106" y="1566"/>
                    <a:pt x="1288" y="1263"/>
                  </a:cubicBezTo>
                  <a:close/>
                  <a:moveTo>
                    <a:pt x="1845" y="2008"/>
                  </a:moveTo>
                  <a:lnTo>
                    <a:pt x="1845" y="2008"/>
                  </a:lnTo>
                  <a:cubicBezTo>
                    <a:pt x="1710" y="2430"/>
                    <a:pt x="1560" y="2845"/>
                    <a:pt x="1398" y="3258"/>
                  </a:cubicBezTo>
                  <a:cubicBezTo>
                    <a:pt x="1343" y="3395"/>
                    <a:pt x="1464" y="3494"/>
                    <a:pt x="1585" y="3494"/>
                  </a:cubicBezTo>
                  <a:cubicBezTo>
                    <a:pt x="1647" y="3494"/>
                    <a:pt x="1710" y="3468"/>
                    <a:pt x="1747" y="3405"/>
                  </a:cubicBezTo>
                  <a:cubicBezTo>
                    <a:pt x="2007" y="2970"/>
                    <a:pt x="2273" y="2539"/>
                    <a:pt x="2547" y="2112"/>
                  </a:cubicBezTo>
                  <a:lnTo>
                    <a:pt x="2547" y="2112"/>
                  </a:lnTo>
                  <a:cubicBezTo>
                    <a:pt x="2446" y="2499"/>
                    <a:pt x="2325" y="2883"/>
                    <a:pt x="2186" y="3258"/>
                  </a:cubicBezTo>
                  <a:cubicBezTo>
                    <a:pt x="2135" y="3394"/>
                    <a:pt x="2260" y="3498"/>
                    <a:pt x="2379" y="3498"/>
                  </a:cubicBezTo>
                  <a:cubicBezTo>
                    <a:pt x="2440" y="3498"/>
                    <a:pt x="2499" y="3470"/>
                    <a:pt x="2533" y="3405"/>
                  </a:cubicBezTo>
                  <a:cubicBezTo>
                    <a:pt x="2570" y="3333"/>
                    <a:pt x="2611" y="3264"/>
                    <a:pt x="2651" y="3195"/>
                  </a:cubicBezTo>
                  <a:cubicBezTo>
                    <a:pt x="2665" y="3224"/>
                    <a:pt x="2683" y="3252"/>
                    <a:pt x="2703" y="3281"/>
                  </a:cubicBezTo>
                  <a:cubicBezTo>
                    <a:pt x="2544" y="3449"/>
                    <a:pt x="2368" y="3599"/>
                    <a:pt x="2178" y="3735"/>
                  </a:cubicBezTo>
                  <a:cubicBezTo>
                    <a:pt x="2131" y="3769"/>
                    <a:pt x="2077" y="3784"/>
                    <a:pt x="2017" y="3784"/>
                  </a:cubicBezTo>
                  <a:cubicBezTo>
                    <a:pt x="1785" y="3784"/>
                    <a:pt x="1473" y="3549"/>
                    <a:pt x="1210" y="3296"/>
                  </a:cubicBezTo>
                  <a:cubicBezTo>
                    <a:pt x="1248" y="3276"/>
                    <a:pt x="1277" y="3244"/>
                    <a:pt x="1294" y="3203"/>
                  </a:cubicBezTo>
                  <a:cubicBezTo>
                    <a:pt x="1459" y="2796"/>
                    <a:pt x="1641" y="2395"/>
                    <a:pt x="1845" y="2008"/>
                  </a:cubicBezTo>
                  <a:close/>
                  <a:moveTo>
                    <a:pt x="1401" y="0"/>
                  </a:moveTo>
                  <a:cubicBezTo>
                    <a:pt x="1357" y="0"/>
                    <a:pt x="1314" y="23"/>
                    <a:pt x="1285" y="80"/>
                  </a:cubicBezTo>
                  <a:cubicBezTo>
                    <a:pt x="1268" y="109"/>
                    <a:pt x="1254" y="140"/>
                    <a:pt x="1236" y="172"/>
                  </a:cubicBezTo>
                  <a:cubicBezTo>
                    <a:pt x="823" y="360"/>
                    <a:pt x="477" y="723"/>
                    <a:pt x="252" y="1136"/>
                  </a:cubicBezTo>
                  <a:cubicBezTo>
                    <a:pt x="252" y="1128"/>
                    <a:pt x="249" y="1119"/>
                    <a:pt x="249" y="1107"/>
                  </a:cubicBezTo>
                  <a:cubicBezTo>
                    <a:pt x="245" y="1042"/>
                    <a:pt x="194" y="1010"/>
                    <a:pt x="144" y="1010"/>
                  </a:cubicBezTo>
                  <a:cubicBezTo>
                    <a:pt x="95" y="1010"/>
                    <a:pt x="45" y="1042"/>
                    <a:pt x="44" y="1107"/>
                  </a:cubicBezTo>
                  <a:cubicBezTo>
                    <a:pt x="41" y="1263"/>
                    <a:pt x="50" y="1419"/>
                    <a:pt x="67" y="1572"/>
                  </a:cubicBezTo>
                  <a:cubicBezTo>
                    <a:pt x="53" y="1624"/>
                    <a:pt x="30" y="1679"/>
                    <a:pt x="18" y="1731"/>
                  </a:cubicBezTo>
                  <a:cubicBezTo>
                    <a:pt x="1" y="1803"/>
                    <a:pt x="50" y="1875"/>
                    <a:pt x="125" y="1890"/>
                  </a:cubicBezTo>
                  <a:cubicBezTo>
                    <a:pt x="145" y="1985"/>
                    <a:pt x="191" y="2069"/>
                    <a:pt x="220" y="2158"/>
                  </a:cubicBezTo>
                  <a:cubicBezTo>
                    <a:pt x="200" y="2196"/>
                    <a:pt x="183" y="2236"/>
                    <a:pt x="162" y="2274"/>
                  </a:cubicBezTo>
                  <a:cubicBezTo>
                    <a:pt x="85" y="2420"/>
                    <a:pt x="197" y="2539"/>
                    <a:pt x="321" y="2539"/>
                  </a:cubicBezTo>
                  <a:cubicBezTo>
                    <a:pt x="331" y="2539"/>
                    <a:pt x="342" y="2538"/>
                    <a:pt x="353" y="2536"/>
                  </a:cubicBezTo>
                  <a:cubicBezTo>
                    <a:pt x="682" y="3247"/>
                    <a:pt x="1271" y="3801"/>
                    <a:pt x="2079" y="4104"/>
                  </a:cubicBezTo>
                  <a:cubicBezTo>
                    <a:pt x="2100" y="4112"/>
                    <a:pt x="2122" y="4115"/>
                    <a:pt x="2145" y="4115"/>
                  </a:cubicBezTo>
                  <a:cubicBezTo>
                    <a:pt x="2495" y="4115"/>
                    <a:pt x="3131" y="3299"/>
                    <a:pt x="3280" y="3085"/>
                  </a:cubicBezTo>
                  <a:cubicBezTo>
                    <a:pt x="3557" y="2692"/>
                    <a:pt x="3699" y="2176"/>
                    <a:pt x="3633" y="1696"/>
                  </a:cubicBezTo>
                  <a:cubicBezTo>
                    <a:pt x="3520" y="885"/>
                    <a:pt x="2911" y="186"/>
                    <a:pt x="2088" y="51"/>
                  </a:cubicBezTo>
                  <a:cubicBezTo>
                    <a:pt x="2010" y="37"/>
                    <a:pt x="1931" y="31"/>
                    <a:pt x="1851" y="31"/>
                  </a:cubicBezTo>
                  <a:cubicBezTo>
                    <a:pt x="1744" y="31"/>
                    <a:pt x="1636" y="43"/>
                    <a:pt x="1531" y="68"/>
                  </a:cubicBezTo>
                  <a:cubicBezTo>
                    <a:pt x="1498" y="27"/>
                    <a:pt x="1449" y="0"/>
                    <a:pt x="140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2" name="Google Shape;4372;p56"/>
            <p:cNvSpPr/>
            <p:nvPr/>
          </p:nvSpPr>
          <p:spPr>
            <a:xfrm>
              <a:off x="5776700" y="3655450"/>
              <a:ext cx="255650" cy="229725"/>
            </a:xfrm>
            <a:custGeom>
              <a:avLst/>
              <a:gdLst/>
              <a:ahLst/>
              <a:cxnLst/>
              <a:rect l="l" t="t" r="r" b="b"/>
              <a:pathLst>
                <a:path w="10226" h="9189" extrusionOk="0">
                  <a:moveTo>
                    <a:pt x="7218" y="594"/>
                  </a:moveTo>
                  <a:cubicBezTo>
                    <a:pt x="7145" y="654"/>
                    <a:pt x="7070" y="715"/>
                    <a:pt x="6998" y="775"/>
                  </a:cubicBezTo>
                  <a:cubicBezTo>
                    <a:pt x="6305" y="1258"/>
                    <a:pt x="5736" y="1835"/>
                    <a:pt x="5283" y="2600"/>
                  </a:cubicBezTo>
                  <a:cubicBezTo>
                    <a:pt x="5208" y="2727"/>
                    <a:pt x="5327" y="2872"/>
                    <a:pt x="5447" y="2872"/>
                  </a:cubicBezTo>
                  <a:cubicBezTo>
                    <a:pt x="5487" y="2872"/>
                    <a:pt x="5528" y="2856"/>
                    <a:pt x="5560" y="2816"/>
                  </a:cubicBezTo>
                  <a:cubicBezTo>
                    <a:pt x="6144" y="2121"/>
                    <a:pt x="6730" y="1468"/>
                    <a:pt x="7417" y="888"/>
                  </a:cubicBezTo>
                  <a:lnTo>
                    <a:pt x="7417" y="888"/>
                  </a:lnTo>
                  <a:cubicBezTo>
                    <a:pt x="7345" y="1102"/>
                    <a:pt x="6929" y="1693"/>
                    <a:pt x="6779" y="1933"/>
                  </a:cubicBezTo>
                  <a:cubicBezTo>
                    <a:pt x="6435" y="2473"/>
                    <a:pt x="6060" y="2998"/>
                    <a:pt x="5690" y="3521"/>
                  </a:cubicBezTo>
                  <a:cubicBezTo>
                    <a:pt x="5627" y="3567"/>
                    <a:pt x="5583" y="3634"/>
                    <a:pt x="5560" y="3706"/>
                  </a:cubicBezTo>
                  <a:cubicBezTo>
                    <a:pt x="5413" y="3914"/>
                    <a:pt x="5266" y="4121"/>
                    <a:pt x="5127" y="4332"/>
                  </a:cubicBezTo>
                  <a:cubicBezTo>
                    <a:pt x="5084" y="4401"/>
                    <a:pt x="5107" y="4468"/>
                    <a:pt x="5150" y="4523"/>
                  </a:cubicBezTo>
                  <a:cubicBezTo>
                    <a:pt x="5003" y="4448"/>
                    <a:pt x="4853" y="4373"/>
                    <a:pt x="4703" y="4300"/>
                  </a:cubicBezTo>
                  <a:cubicBezTo>
                    <a:pt x="4726" y="3388"/>
                    <a:pt x="4798" y="2404"/>
                    <a:pt x="5367" y="1705"/>
                  </a:cubicBezTo>
                  <a:cubicBezTo>
                    <a:pt x="5630" y="1379"/>
                    <a:pt x="6409" y="905"/>
                    <a:pt x="7218" y="594"/>
                  </a:cubicBezTo>
                  <a:close/>
                  <a:moveTo>
                    <a:pt x="2142" y="3823"/>
                  </a:moveTo>
                  <a:cubicBezTo>
                    <a:pt x="2505" y="3823"/>
                    <a:pt x="2867" y="3881"/>
                    <a:pt x="3213" y="3997"/>
                  </a:cubicBezTo>
                  <a:lnTo>
                    <a:pt x="3216" y="3997"/>
                  </a:lnTo>
                  <a:cubicBezTo>
                    <a:pt x="3646" y="4110"/>
                    <a:pt x="4062" y="4306"/>
                    <a:pt x="4472" y="4514"/>
                  </a:cubicBezTo>
                  <a:cubicBezTo>
                    <a:pt x="4475" y="4586"/>
                    <a:pt x="4475" y="4650"/>
                    <a:pt x="4478" y="4722"/>
                  </a:cubicBezTo>
                  <a:cubicBezTo>
                    <a:pt x="4473" y="4721"/>
                    <a:pt x="4469" y="4721"/>
                    <a:pt x="4465" y="4721"/>
                  </a:cubicBezTo>
                  <a:cubicBezTo>
                    <a:pt x="4442" y="4721"/>
                    <a:pt x="4419" y="4727"/>
                    <a:pt x="4400" y="4739"/>
                  </a:cubicBezTo>
                  <a:cubicBezTo>
                    <a:pt x="3782" y="5172"/>
                    <a:pt x="3288" y="5672"/>
                    <a:pt x="2798" y="6238"/>
                  </a:cubicBezTo>
                  <a:cubicBezTo>
                    <a:pt x="2803" y="6183"/>
                    <a:pt x="2812" y="6142"/>
                    <a:pt x="2818" y="6070"/>
                  </a:cubicBezTo>
                  <a:cubicBezTo>
                    <a:pt x="2919" y="5579"/>
                    <a:pt x="3063" y="5097"/>
                    <a:pt x="3251" y="4630"/>
                  </a:cubicBezTo>
                  <a:cubicBezTo>
                    <a:pt x="3299" y="4509"/>
                    <a:pt x="3178" y="4400"/>
                    <a:pt x="3064" y="4400"/>
                  </a:cubicBezTo>
                  <a:cubicBezTo>
                    <a:pt x="3020" y="4400"/>
                    <a:pt x="2977" y="4416"/>
                    <a:pt x="2945" y="4453"/>
                  </a:cubicBezTo>
                  <a:cubicBezTo>
                    <a:pt x="2630" y="4835"/>
                    <a:pt x="2269" y="5158"/>
                    <a:pt x="1943" y="5513"/>
                  </a:cubicBezTo>
                  <a:cubicBezTo>
                    <a:pt x="2006" y="5115"/>
                    <a:pt x="2070" y="4713"/>
                    <a:pt x="2142" y="4315"/>
                  </a:cubicBezTo>
                  <a:cubicBezTo>
                    <a:pt x="2165" y="4182"/>
                    <a:pt x="2073" y="4098"/>
                    <a:pt x="1973" y="4098"/>
                  </a:cubicBezTo>
                  <a:cubicBezTo>
                    <a:pt x="1919" y="4098"/>
                    <a:pt x="1862" y="4123"/>
                    <a:pt x="1819" y="4179"/>
                  </a:cubicBezTo>
                  <a:cubicBezTo>
                    <a:pt x="1706" y="4228"/>
                    <a:pt x="1597" y="4286"/>
                    <a:pt x="1493" y="4352"/>
                  </a:cubicBezTo>
                  <a:cubicBezTo>
                    <a:pt x="1519" y="4191"/>
                    <a:pt x="1553" y="4035"/>
                    <a:pt x="1576" y="3870"/>
                  </a:cubicBezTo>
                  <a:cubicBezTo>
                    <a:pt x="1764" y="3839"/>
                    <a:pt x="1953" y="3823"/>
                    <a:pt x="2142" y="3823"/>
                  </a:cubicBezTo>
                  <a:close/>
                  <a:moveTo>
                    <a:pt x="8594" y="289"/>
                  </a:moveTo>
                  <a:cubicBezTo>
                    <a:pt x="9159" y="289"/>
                    <a:pt x="9534" y="547"/>
                    <a:pt x="9415" y="1266"/>
                  </a:cubicBezTo>
                  <a:lnTo>
                    <a:pt x="9415" y="1269"/>
                  </a:lnTo>
                  <a:cubicBezTo>
                    <a:pt x="9094" y="3200"/>
                    <a:pt x="8834" y="4803"/>
                    <a:pt x="7804" y="6547"/>
                  </a:cubicBezTo>
                  <a:cubicBezTo>
                    <a:pt x="7945" y="6125"/>
                    <a:pt x="8058" y="5698"/>
                    <a:pt x="8144" y="5265"/>
                  </a:cubicBezTo>
                  <a:cubicBezTo>
                    <a:pt x="8174" y="5146"/>
                    <a:pt x="8083" y="5035"/>
                    <a:pt x="7965" y="5035"/>
                  </a:cubicBezTo>
                  <a:cubicBezTo>
                    <a:pt x="7956" y="5035"/>
                    <a:pt x="7948" y="5035"/>
                    <a:pt x="7939" y="5037"/>
                  </a:cubicBezTo>
                  <a:cubicBezTo>
                    <a:pt x="8277" y="4560"/>
                    <a:pt x="8606" y="4078"/>
                    <a:pt x="8909" y="3579"/>
                  </a:cubicBezTo>
                  <a:cubicBezTo>
                    <a:pt x="8996" y="3438"/>
                    <a:pt x="8870" y="3289"/>
                    <a:pt x="8737" y="3289"/>
                  </a:cubicBezTo>
                  <a:cubicBezTo>
                    <a:pt x="8693" y="3289"/>
                    <a:pt x="8647" y="3306"/>
                    <a:pt x="8609" y="3345"/>
                  </a:cubicBezTo>
                  <a:cubicBezTo>
                    <a:pt x="8499" y="3460"/>
                    <a:pt x="8398" y="3587"/>
                    <a:pt x="8291" y="3706"/>
                  </a:cubicBezTo>
                  <a:cubicBezTo>
                    <a:pt x="8765" y="2871"/>
                    <a:pt x="9166" y="1988"/>
                    <a:pt x="9397" y="1012"/>
                  </a:cubicBezTo>
                  <a:cubicBezTo>
                    <a:pt x="9428" y="890"/>
                    <a:pt x="9321" y="772"/>
                    <a:pt x="9210" y="772"/>
                  </a:cubicBezTo>
                  <a:cubicBezTo>
                    <a:pt x="9166" y="772"/>
                    <a:pt x="9122" y="790"/>
                    <a:pt x="9085" y="833"/>
                  </a:cubicBezTo>
                  <a:cubicBezTo>
                    <a:pt x="8557" y="1448"/>
                    <a:pt x="8040" y="2075"/>
                    <a:pt x="7524" y="2704"/>
                  </a:cubicBezTo>
                  <a:cubicBezTo>
                    <a:pt x="7714" y="2308"/>
                    <a:pt x="7873" y="1901"/>
                    <a:pt x="8006" y="1486"/>
                  </a:cubicBezTo>
                  <a:cubicBezTo>
                    <a:pt x="8092" y="1341"/>
                    <a:pt x="8185" y="1200"/>
                    <a:pt x="8271" y="1055"/>
                  </a:cubicBezTo>
                  <a:cubicBezTo>
                    <a:pt x="8343" y="934"/>
                    <a:pt x="8268" y="839"/>
                    <a:pt x="8164" y="813"/>
                  </a:cubicBezTo>
                  <a:cubicBezTo>
                    <a:pt x="8202" y="645"/>
                    <a:pt x="8242" y="481"/>
                    <a:pt x="8266" y="313"/>
                  </a:cubicBezTo>
                  <a:cubicBezTo>
                    <a:pt x="8380" y="297"/>
                    <a:pt x="8490" y="289"/>
                    <a:pt x="8594" y="289"/>
                  </a:cubicBezTo>
                  <a:close/>
                  <a:moveTo>
                    <a:pt x="2604" y="5343"/>
                  </a:moveTo>
                  <a:cubicBezTo>
                    <a:pt x="2474" y="5790"/>
                    <a:pt x="2399" y="6266"/>
                    <a:pt x="2304" y="6720"/>
                  </a:cubicBezTo>
                  <a:cubicBezTo>
                    <a:pt x="2174" y="6503"/>
                    <a:pt x="2047" y="6295"/>
                    <a:pt x="1923" y="6102"/>
                  </a:cubicBezTo>
                  <a:cubicBezTo>
                    <a:pt x="2119" y="5822"/>
                    <a:pt x="2347" y="5568"/>
                    <a:pt x="2601" y="5343"/>
                  </a:cubicBezTo>
                  <a:close/>
                  <a:moveTo>
                    <a:pt x="6262" y="3530"/>
                  </a:moveTo>
                  <a:cubicBezTo>
                    <a:pt x="5901" y="4075"/>
                    <a:pt x="5540" y="4621"/>
                    <a:pt x="5159" y="5155"/>
                  </a:cubicBezTo>
                  <a:cubicBezTo>
                    <a:pt x="4691" y="5815"/>
                    <a:pt x="3979" y="6646"/>
                    <a:pt x="3774" y="7200"/>
                  </a:cubicBezTo>
                  <a:lnTo>
                    <a:pt x="3774" y="7200"/>
                  </a:lnTo>
                  <a:cubicBezTo>
                    <a:pt x="4039" y="6473"/>
                    <a:pt x="4361" y="5766"/>
                    <a:pt x="4628" y="5039"/>
                  </a:cubicBezTo>
                  <a:cubicBezTo>
                    <a:pt x="4663" y="5028"/>
                    <a:pt x="4686" y="4993"/>
                    <a:pt x="4689" y="4959"/>
                  </a:cubicBezTo>
                  <a:cubicBezTo>
                    <a:pt x="4691" y="4852"/>
                    <a:pt x="4691" y="4739"/>
                    <a:pt x="4694" y="4627"/>
                  </a:cubicBezTo>
                  <a:cubicBezTo>
                    <a:pt x="4853" y="4710"/>
                    <a:pt x="5012" y="4794"/>
                    <a:pt x="5168" y="4875"/>
                  </a:cubicBezTo>
                  <a:cubicBezTo>
                    <a:pt x="5192" y="4887"/>
                    <a:pt x="5215" y="4892"/>
                    <a:pt x="5238" y="4892"/>
                  </a:cubicBezTo>
                  <a:cubicBezTo>
                    <a:pt x="5378" y="4892"/>
                    <a:pt x="5473" y="4686"/>
                    <a:pt x="5321" y="4609"/>
                  </a:cubicBezTo>
                  <a:lnTo>
                    <a:pt x="5301" y="4601"/>
                  </a:lnTo>
                  <a:cubicBezTo>
                    <a:pt x="5338" y="4598"/>
                    <a:pt x="5379" y="4580"/>
                    <a:pt x="5404" y="4549"/>
                  </a:cubicBezTo>
                  <a:cubicBezTo>
                    <a:pt x="5693" y="4211"/>
                    <a:pt x="5976" y="3870"/>
                    <a:pt x="6262" y="3530"/>
                  </a:cubicBezTo>
                  <a:close/>
                  <a:moveTo>
                    <a:pt x="4111" y="5415"/>
                  </a:moveTo>
                  <a:cubicBezTo>
                    <a:pt x="3834" y="6180"/>
                    <a:pt x="3490" y="6919"/>
                    <a:pt x="3213" y="7684"/>
                  </a:cubicBezTo>
                  <a:cubicBezTo>
                    <a:pt x="3184" y="7762"/>
                    <a:pt x="3228" y="7834"/>
                    <a:pt x="3288" y="7877"/>
                  </a:cubicBezTo>
                  <a:lnTo>
                    <a:pt x="3257" y="7915"/>
                  </a:lnTo>
                  <a:cubicBezTo>
                    <a:pt x="3245" y="7926"/>
                    <a:pt x="3251" y="7941"/>
                    <a:pt x="3245" y="7955"/>
                  </a:cubicBezTo>
                  <a:cubicBezTo>
                    <a:pt x="2977" y="7710"/>
                    <a:pt x="2748" y="7407"/>
                    <a:pt x="2541" y="7092"/>
                  </a:cubicBezTo>
                  <a:cubicBezTo>
                    <a:pt x="2552" y="7083"/>
                    <a:pt x="2564" y="7086"/>
                    <a:pt x="2572" y="7072"/>
                  </a:cubicBezTo>
                  <a:cubicBezTo>
                    <a:pt x="2913" y="6653"/>
                    <a:pt x="3944" y="5874"/>
                    <a:pt x="4111" y="5415"/>
                  </a:cubicBezTo>
                  <a:close/>
                  <a:moveTo>
                    <a:pt x="7547" y="6085"/>
                  </a:moveTo>
                  <a:lnTo>
                    <a:pt x="7547" y="6085"/>
                  </a:lnTo>
                  <a:cubicBezTo>
                    <a:pt x="7394" y="6607"/>
                    <a:pt x="7206" y="7121"/>
                    <a:pt x="6984" y="7620"/>
                  </a:cubicBezTo>
                  <a:cubicBezTo>
                    <a:pt x="6608" y="8004"/>
                    <a:pt x="6178" y="8302"/>
                    <a:pt x="5699" y="8461"/>
                  </a:cubicBezTo>
                  <a:cubicBezTo>
                    <a:pt x="6337" y="7687"/>
                    <a:pt x="6952" y="6893"/>
                    <a:pt x="7547" y="6085"/>
                  </a:cubicBezTo>
                  <a:close/>
                  <a:moveTo>
                    <a:pt x="8839" y="1488"/>
                  </a:moveTo>
                  <a:cubicBezTo>
                    <a:pt x="8874" y="1488"/>
                    <a:pt x="8858" y="1610"/>
                    <a:pt x="8756" y="1933"/>
                  </a:cubicBezTo>
                  <a:cubicBezTo>
                    <a:pt x="7971" y="4442"/>
                    <a:pt x="5907" y="6393"/>
                    <a:pt x="4426" y="8533"/>
                  </a:cubicBezTo>
                  <a:cubicBezTo>
                    <a:pt x="4224" y="8492"/>
                    <a:pt x="4024" y="8429"/>
                    <a:pt x="3834" y="8348"/>
                  </a:cubicBezTo>
                  <a:cubicBezTo>
                    <a:pt x="3727" y="8302"/>
                    <a:pt x="3623" y="8244"/>
                    <a:pt x="3525" y="8178"/>
                  </a:cubicBezTo>
                  <a:cubicBezTo>
                    <a:pt x="4296" y="7265"/>
                    <a:pt x="5148" y="6298"/>
                    <a:pt x="5921" y="5276"/>
                  </a:cubicBezTo>
                  <a:cubicBezTo>
                    <a:pt x="6092" y="5063"/>
                    <a:pt x="6265" y="4852"/>
                    <a:pt x="6438" y="4638"/>
                  </a:cubicBezTo>
                  <a:cubicBezTo>
                    <a:pt x="6978" y="3960"/>
                    <a:pt x="7524" y="3284"/>
                    <a:pt x="8072" y="2612"/>
                  </a:cubicBezTo>
                  <a:cubicBezTo>
                    <a:pt x="8286" y="2347"/>
                    <a:pt x="8745" y="1488"/>
                    <a:pt x="8839" y="1488"/>
                  </a:cubicBezTo>
                  <a:close/>
                  <a:moveTo>
                    <a:pt x="8108" y="0"/>
                  </a:moveTo>
                  <a:cubicBezTo>
                    <a:pt x="8095" y="0"/>
                    <a:pt x="8082" y="2"/>
                    <a:pt x="8069" y="5"/>
                  </a:cubicBezTo>
                  <a:cubicBezTo>
                    <a:pt x="8060" y="4"/>
                    <a:pt x="8050" y="4"/>
                    <a:pt x="8040" y="4"/>
                  </a:cubicBezTo>
                  <a:cubicBezTo>
                    <a:pt x="6835" y="4"/>
                    <a:pt x="5647" y="892"/>
                    <a:pt x="4919" y="1789"/>
                  </a:cubicBezTo>
                  <a:cubicBezTo>
                    <a:pt x="4455" y="2360"/>
                    <a:pt x="4432" y="3348"/>
                    <a:pt x="4458" y="4185"/>
                  </a:cubicBezTo>
                  <a:cubicBezTo>
                    <a:pt x="3680" y="3827"/>
                    <a:pt x="2901" y="3552"/>
                    <a:pt x="2138" y="3552"/>
                  </a:cubicBezTo>
                  <a:cubicBezTo>
                    <a:pt x="1965" y="3552"/>
                    <a:pt x="1793" y="3566"/>
                    <a:pt x="1623" y="3596"/>
                  </a:cubicBezTo>
                  <a:cubicBezTo>
                    <a:pt x="1625" y="3570"/>
                    <a:pt x="1628" y="3541"/>
                    <a:pt x="1634" y="3515"/>
                  </a:cubicBezTo>
                  <a:cubicBezTo>
                    <a:pt x="1652" y="3431"/>
                    <a:pt x="1580" y="3331"/>
                    <a:pt x="1496" y="3331"/>
                  </a:cubicBezTo>
                  <a:cubicBezTo>
                    <a:pt x="1473" y="3331"/>
                    <a:pt x="1449" y="3339"/>
                    <a:pt x="1426" y="3356"/>
                  </a:cubicBezTo>
                  <a:cubicBezTo>
                    <a:pt x="1224" y="3504"/>
                    <a:pt x="1036" y="3674"/>
                    <a:pt x="866" y="3859"/>
                  </a:cubicBezTo>
                  <a:cubicBezTo>
                    <a:pt x="580" y="4000"/>
                    <a:pt x="318" y="4182"/>
                    <a:pt x="84" y="4401"/>
                  </a:cubicBezTo>
                  <a:cubicBezTo>
                    <a:pt x="0" y="4482"/>
                    <a:pt x="32" y="4609"/>
                    <a:pt x="121" y="4670"/>
                  </a:cubicBezTo>
                  <a:cubicBezTo>
                    <a:pt x="286" y="4788"/>
                    <a:pt x="442" y="4918"/>
                    <a:pt x="586" y="5063"/>
                  </a:cubicBezTo>
                  <a:cubicBezTo>
                    <a:pt x="601" y="5120"/>
                    <a:pt x="609" y="5175"/>
                    <a:pt x="629" y="5236"/>
                  </a:cubicBezTo>
                  <a:cubicBezTo>
                    <a:pt x="643" y="5273"/>
                    <a:pt x="677" y="5293"/>
                    <a:pt x="712" y="5293"/>
                  </a:cubicBezTo>
                  <a:cubicBezTo>
                    <a:pt x="737" y="5293"/>
                    <a:pt x="762" y="5283"/>
                    <a:pt x="780" y="5262"/>
                  </a:cubicBezTo>
                  <a:cubicBezTo>
                    <a:pt x="808" y="5294"/>
                    <a:pt x="837" y="5331"/>
                    <a:pt x="866" y="5366"/>
                  </a:cubicBezTo>
                  <a:cubicBezTo>
                    <a:pt x="866" y="5447"/>
                    <a:pt x="927" y="5516"/>
                    <a:pt x="1008" y="5527"/>
                  </a:cubicBezTo>
                  <a:cubicBezTo>
                    <a:pt x="1175" y="5732"/>
                    <a:pt x="1337" y="5955"/>
                    <a:pt x="1495" y="6180"/>
                  </a:cubicBezTo>
                  <a:cubicBezTo>
                    <a:pt x="1501" y="6240"/>
                    <a:pt x="1539" y="6292"/>
                    <a:pt x="1591" y="6318"/>
                  </a:cubicBezTo>
                  <a:cubicBezTo>
                    <a:pt x="2333" y="7390"/>
                    <a:pt x="3052" y="8533"/>
                    <a:pt x="4201" y="8850"/>
                  </a:cubicBezTo>
                  <a:cubicBezTo>
                    <a:pt x="4192" y="8868"/>
                    <a:pt x="4180" y="8882"/>
                    <a:pt x="4172" y="8897"/>
                  </a:cubicBezTo>
                  <a:cubicBezTo>
                    <a:pt x="4083" y="9030"/>
                    <a:pt x="4217" y="9188"/>
                    <a:pt x="4348" y="9188"/>
                  </a:cubicBezTo>
                  <a:cubicBezTo>
                    <a:pt x="4391" y="9188"/>
                    <a:pt x="4435" y="9170"/>
                    <a:pt x="4469" y="9127"/>
                  </a:cubicBezTo>
                  <a:cubicBezTo>
                    <a:pt x="4481" y="9113"/>
                    <a:pt x="4489" y="9102"/>
                    <a:pt x="4498" y="9087"/>
                  </a:cubicBezTo>
                  <a:cubicBezTo>
                    <a:pt x="4541" y="9035"/>
                    <a:pt x="4582" y="8980"/>
                    <a:pt x="4625" y="8925"/>
                  </a:cubicBezTo>
                  <a:cubicBezTo>
                    <a:pt x="4713" y="8935"/>
                    <a:pt x="4801" y="8940"/>
                    <a:pt x="4890" y="8940"/>
                  </a:cubicBezTo>
                  <a:cubicBezTo>
                    <a:pt x="5013" y="8940"/>
                    <a:pt x="5136" y="8931"/>
                    <a:pt x="5257" y="8914"/>
                  </a:cubicBezTo>
                  <a:cubicBezTo>
                    <a:pt x="5788" y="8836"/>
                    <a:pt x="6262" y="8625"/>
                    <a:pt x="6686" y="8328"/>
                  </a:cubicBezTo>
                  <a:lnTo>
                    <a:pt x="6686" y="8328"/>
                  </a:lnTo>
                  <a:cubicBezTo>
                    <a:pt x="6671" y="8455"/>
                    <a:pt x="6779" y="8558"/>
                    <a:pt x="6882" y="8558"/>
                  </a:cubicBezTo>
                  <a:cubicBezTo>
                    <a:pt x="6936" y="8558"/>
                    <a:pt x="6988" y="8529"/>
                    <a:pt x="7021" y="8461"/>
                  </a:cubicBezTo>
                  <a:cubicBezTo>
                    <a:pt x="7131" y="8230"/>
                    <a:pt x="7238" y="7999"/>
                    <a:pt x="7339" y="7771"/>
                  </a:cubicBezTo>
                  <a:cubicBezTo>
                    <a:pt x="8514" y="6552"/>
                    <a:pt x="9198" y="4627"/>
                    <a:pt x="9495" y="3154"/>
                  </a:cubicBezTo>
                  <a:cubicBezTo>
                    <a:pt x="9848" y="1419"/>
                    <a:pt x="10226" y="146"/>
                    <a:pt x="8205" y="5"/>
                  </a:cubicBezTo>
                  <a:lnTo>
                    <a:pt x="8147" y="5"/>
                  </a:lnTo>
                  <a:cubicBezTo>
                    <a:pt x="8134" y="2"/>
                    <a:pt x="8121" y="0"/>
                    <a:pt x="810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3" name="Google Shape;4373;p56"/>
            <p:cNvSpPr/>
            <p:nvPr/>
          </p:nvSpPr>
          <p:spPr>
            <a:xfrm>
              <a:off x="6225900" y="3825325"/>
              <a:ext cx="398875" cy="192375"/>
            </a:xfrm>
            <a:custGeom>
              <a:avLst/>
              <a:gdLst/>
              <a:ahLst/>
              <a:cxnLst/>
              <a:rect l="l" t="t" r="r" b="b"/>
              <a:pathLst>
                <a:path w="15955" h="7695" extrusionOk="0">
                  <a:moveTo>
                    <a:pt x="1482" y="889"/>
                  </a:moveTo>
                  <a:cubicBezTo>
                    <a:pt x="1467" y="915"/>
                    <a:pt x="1453" y="944"/>
                    <a:pt x="1462" y="967"/>
                  </a:cubicBezTo>
                  <a:cubicBezTo>
                    <a:pt x="1586" y="1313"/>
                    <a:pt x="1568" y="1273"/>
                    <a:pt x="1730" y="1611"/>
                  </a:cubicBezTo>
                  <a:cubicBezTo>
                    <a:pt x="1742" y="1633"/>
                    <a:pt x="1765" y="1647"/>
                    <a:pt x="1789" y="1647"/>
                  </a:cubicBezTo>
                  <a:cubicBezTo>
                    <a:pt x="1794" y="1647"/>
                    <a:pt x="1798" y="1646"/>
                    <a:pt x="1802" y="1645"/>
                  </a:cubicBezTo>
                  <a:cubicBezTo>
                    <a:pt x="1808" y="1677"/>
                    <a:pt x="1811" y="1715"/>
                    <a:pt x="1814" y="1749"/>
                  </a:cubicBezTo>
                  <a:cubicBezTo>
                    <a:pt x="1516" y="1539"/>
                    <a:pt x="1219" y="1331"/>
                    <a:pt x="922" y="1120"/>
                  </a:cubicBezTo>
                  <a:lnTo>
                    <a:pt x="1482" y="889"/>
                  </a:lnTo>
                  <a:close/>
                  <a:moveTo>
                    <a:pt x="2667" y="1481"/>
                  </a:moveTo>
                  <a:cubicBezTo>
                    <a:pt x="2752" y="1481"/>
                    <a:pt x="2647" y="1773"/>
                    <a:pt x="2616" y="2318"/>
                  </a:cubicBezTo>
                  <a:cubicBezTo>
                    <a:pt x="2536" y="2257"/>
                    <a:pt x="2452" y="2200"/>
                    <a:pt x="2368" y="2142"/>
                  </a:cubicBezTo>
                  <a:cubicBezTo>
                    <a:pt x="2276" y="2078"/>
                    <a:pt x="2183" y="2012"/>
                    <a:pt x="2091" y="1946"/>
                  </a:cubicBezTo>
                  <a:cubicBezTo>
                    <a:pt x="2446" y="1631"/>
                    <a:pt x="2606" y="1481"/>
                    <a:pt x="2667" y="1481"/>
                  </a:cubicBezTo>
                  <a:close/>
                  <a:moveTo>
                    <a:pt x="3643" y="1612"/>
                  </a:moveTo>
                  <a:cubicBezTo>
                    <a:pt x="3764" y="1612"/>
                    <a:pt x="3545" y="2219"/>
                    <a:pt x="3295" y="2806"/>
                  </a:cubicBezTo>
                  <a:cubicBezTo>
                    <a:pt x="3168" y="2711"/>
                    <a:pt x="3038" y="2618"/>
                    <a:pt x="2908" y="2526"/>
                  </a:cubicBezTo>
                  <a:cubicBezTo>
                    <a:pt x="3348" y="1861"/>
                    <a:pt x="3566" y="1612"/>
                    <a:pt x="3643" y="1612"/>
                  </a:cubicBezTo>
                  <a:close/>
                  <a:moveTo>
                    <a:pt x="2567" y="439"/>
                  </a:moveTo>
                  <a:cubicBezTo>
                    <a:pt x="3586" y="658"/>
                    <a:pt x="4435" y="1146"/>
                    <a:pt x="5117" y="1902"/>
                  </a:cubicBezTo>
                  <a:cubicBezTo>
                    <a:pt x="5148" y="1940"/>
                    <a:pt x="5194" y="1992"/>
                    <a:pt x="5235" y="2038"/>
                  </a:cubicBezTo>
                  <a:cubicBezTo>
                    <a:pt x="4840" y="2537"/>
                    <a:pt x="4569" y="3038"/>
                    <a:pt x="4480" y="3038"/>
                  </a:cubicBezTo>
                  <a:cubicBezTo>
                    <a:pt x="4411" y="3038"/>
                    <a:pt x="4449" y="2742"/>
                    <a:pt x="4620" y="1923"/>
                  </a:cubicBezTo>
                  <a:cubicBezTo>
                    <a:pt x="4641" y="1827"/>
                    <a:pt x="4556" y="1731"/>
                    <a:pt x="4469" y="1731"/>
                  </a:cubicBezTo>
                  <a:cubicBezTo>
                    <a:pt x="4436" y="1731"/>
                    <a:pt x="4403" y="1745"/>
                    <a:pt x="4375" y="1778"/>
                  </a:cubicBezTo>
                  <a:cubicBezTo>
                    <a:pt x="3960" y="2275"/>
                    <a:pt x="3763" y="2482"/>
                    <a:pt x="3693" y="2482"/>
                  </a:cubicBezTo>
                  <a:cubicBezTo>
                    <a:pt x="3576" y="2482"/>
                    <a:pt x="3816" y="1901"/>
                    <a:pt x="3988" y="1134"/>
                  </a:cubicBezTo>
                  <a:cubicBezTo>
                    <a:pt x="4006" y="1040"/>
                    <a:pt x="3923" y="946"/>
                    <a:pt x="3839" y="946"/>
                  </a:cubicBezTo>
                  <a:cubicBezTo>
                    <a:pt x="3807" y="946"/>
                    <a:pt x="3774" y="960"/>
                    <a:pt x="3748" y="993"/>
                  </a:cubicBezTo>
                  <a:cubicBezTo>
                    <a:pt x="3446" y="1365"/>
                    <a:pt x="3084" y="1946"/>
                    <a:pt x="2945" y="1946"/>
                  </a:cubicBezTo>
                  <a:cubicBezTo>
                    <a:pt x="2853" y="1946"/>
                    <a:pt x="2857" y="1697"/>
                    <a:pt x="3035" y="976"/>
                  </a:cubicBezTo>
                  <a:cubicBezTo>
                    <a:pt x="3058" y="884"/>
                    <a:pt x="2977" y="797"/>
                    <a:pt x="2894" y="797"/>
                  </a:cubicBezTo>
                  <a:cubicBezTo>
                    <a:pt x="2862" y="797"/>
                    <a:pt x="2830" y="809"/>
                    <a:pt x="2804" y="840"/>
                  </a:cubicBezTo>
                  <a:cubicBezTo>
                    <a:pt x="2547" y="1135"/>
                    <a:pt x="2352" y="1310"/>
                    <a:pt x="2228" y="1310"/>
                  </a:cubicBezTo>
                  <a:cubicBezTo>
                    <a:pt x="2096" y="1310"/>
                    <a:pt x="2044" y="1110"/>
                    <a:pt x="2082" y="641"/>
                  </a:cubicBezTo>
                  <a:lnTo>
                    <a:pt x="2567" y="439"/>
                  </a:lnTo>
                  <a:close/>
                  <a:moveTo>
                    <a:pt x="4183" y="2425"/>
                  </a:moveTo>
                  <a:cubicBezTo>
                    <a:pt x="4257" y="2425"/>
                    <a:pt x="4209" y="2679"/>
                    <a:pt x="4063" y="3372"/>
                  </a:cubicBezTo>
                  <a:lnTo>
                    <a:pt x="4063" y="3375"/>
                  </a:lnTo>
                  <a:cubicBezTo>
                    <a:pt x="3898" y="3248"/>
                    <a:pt x="3734" y="3126"/>
                    <a:pt x="3569" y="3005"/>
                  </a:cubicBezTo>
                  <a:cubicBezTo>
                    <a:pt x="3911" y="2682"/>
                    <a:pt x="4108" y="2425"/>
                    <a:pt x="4183" y="2425"/>
                  </a:cubicBezTo>
                  <a:close/>
                  <a:moveTo>
                    <a:pt x="5506" y="2338"/>
                  </a:moveTo>
                  <a:cubicBezTo>
                    <a:pt x="5625" y="2465"/>
                    <a:pt x="5766" y="2572"/>
                    <a:pt x="5925" y="2650"/>
                  </a:cubicBezTo>
                  <a:cubicBezTo>
                    <a:pt x="5587" y="3054"/>
                    <a:pt x="5267" y="3464"/>
                    <a:pt x="4952" y="3897"/>
                  </a:cubicBezTo>
                  <a:cubicBezTo>
                    <a:pt x="5119" y="3666"/>
                    <a:pt x="5356" y="2916"/>
                    <a:pt x="5506" y="2338"/>
                  </a:cubicBezTo>
                  <a:close/>
                  <a:moveTo>
                    <a:pt x="5153" y="2627"/>
                  </a:moveTo>
                  <a:cubicBezTo>
                    <a:pt x="5278" y="2627"/>
                    <a:pt x="4986" y="3335"/>
                    <a:pt x="4738" y="3923"/>
                  </a:cubicBezTo>
                  <a:cubicBezTo>
                    <a:pt x="4611" y="3816"/>
                    <a:pt x="4481" y="3710"/>
                    <a:pt x="4351" y="3606"/>
                  </a:cubicBezTo>
                  <a:lnTo>
                    <a:pt x="4354" y="3606"/>
                  </a:lnTo>
                  <a:cubicBezTo>
                    <a:pt x="4845" y="2890"/>
                    <a:pt x="5077" y="2627"/>
                    <a:pt x="5153" y="2627"/>
                  </a:cubicBezTo>
                  <a:close/>
                  <a:moveTo>
                    <a:pt x="6852" y="2699"/>
                  </a:moveTo>
                  <a:lnTo>
                    <a:pt x="6852" y="2699"/>
                  </a:lnTo>
                  <a:cubicBezTo>
                    <a:pt x="6435" y="3207"/>
                    <a:pt x="6033" y="3727"/>
                    <a:pt x="5620" y="4252"/>
                  </a:cubicBezTo>
                  <a:lnTo>
                    <a:pt x="5620" y="4252"/>
                  </a:lnTo>
                  <a:cubicBezTo>
                    <a:pt x="5872" y="3929"/>
                    <a:pt x="6152" y="3300"/>
                    <a:pt x="6390" y="2716"/>
                  </a:cubicBezTo>
                  <a:cubicBezTo>
                    <a:pt x="6554" y="2714"/>
                    <a:pt x="6710" y="2711"/>
                    <a:pt x="6852" y="2699"/>
                  </a:cubicBezTo>
                  <a:close/>
                  <a:moveTo>
                    <a:pt x="6051" y="2982"/>
                  </a:moveTo>
                  <a:cubicBezTo>
                    <a:pt x="6137" y="2982"/>
                    <a:pt x="5623" y="3913"/>
                    <a:pt x="5321" y="4460"/>
                  </a:cubicBezTo>
                  <a:cubicBezTo>
                    <a:pt x="5238" y="4379"/>
                    <a:pt x="5160" y="4301"/>
                    <a:pt x="5076" y="4223"/>
                  </a:cubicBezTo>
                  <a:cubicBezTo>
                    <a:pt x="5267" y="3975"/>
                    <a:pt x="5454" y="3730"/>
                    <a:pt x="5636" y="3476"/>
                  </a:cubicBezTo>
                  <a:cubicBezTo>
                    <a:pt x="5895" y="3121"/>
                    <a:pt x="6018" y="2982"/>
                    <a:pt x="6051" y="2982"/>
                  </a:cubicBezTo>
                  <a:close/>
                  <a:moveTo>
                    <a:pt x="7894" y="2566"/>
                  </a:moveTo>
                  <a:lnTo>
                    <a:pt x="7894" y="2566"/>
                  </a:lnTo>
                  <a:cubicBezTo>
                    <a:pt x="7426" y="3199"/>
                    <a:pt x="6976" y="3845"/>
                    <a:pt x="6546" y="4512"/>
                  </a:cubicBezTo>
                  <a:cubicBezTo>
                    <a:pt x="6791" y="4128"/>
                    <a:pt x="7192" y="3363"/>
                    <a:pt x="7478" y="2621"/>
                  </a:cubicBezTo>
                  <a:lnTo>
                    <a:pt x="7478" y="2624"/>
                  </a:lnTo>
                  <a:cubicBezTo>
                    <a:pt x="7620" y="2601"/>
                    <a:pt x="7758" y="2584"/>
                    <a:pt x="7894" y="2566"/>
                  </a:cubicBezTo>
                  <a:close/>
                  <a:moveTo>
                    <a:pt x="7155" y="2898"/>
                  </a:moveTo>
                  <a:cubicBezTo>
                    <a:pt x="7326" y="2898"/>
                    <a:pt x="6364" y="4611"/>
                    <a:pt x="6075" y="5269"/>
                  </a:cubicBezTo>
                  <a:cubicBezTo>
                    <a:pt x="6072" y="5274"/>
                    <a:pt x="6075" y="5280"/>
                    <a:pt x="6075" y="5289"/>
                  </a:cubicBezTo>
                  <a:cubicBezTo>
                    <a:pt x="5922" y="5098"/>
                    <a:pt x="5763" y="4916"/>
                    <a:pt x="5596" y="4737"/>
                  </a:cubicBezTo>
                  <a:cubicBezTo>
                    <a:pt x="5835" y="4469"/>
                    <a:pt x="6055" y="4212"/>
                    <a:pt x="6292" y="3897"/>
                  </a:cubicBezTo>
                  <a:cubicBezTo>
                    <a:pt x="6838" y="3172"/>
                    <a:pt x="7087" y="2898"/>
                    <a:pt x="7155" y="2898"/>
                  </a:cubicBezTo>
                  <a:close/>
                  <a:moveTo>
                    <a:pt x="8618" y="2546"/>
                  </a:moveTo>
                  <a:cubicBezTo>
                    <a:pt x="8800" y="2563"/>
                    <a:pt x="8985" y="2595"/>
                    <a:pt x="9164" y="2644"/>
                  </a:cubicBezTo>
                  <a:cubicBezTo>
                    <a:pt x="8323" y="3574"/>
                    <a:pt x="7627" y="4577"/>
                    <a:pt x="6921" y="5613"/>
                  </a:cubicBezTo>
                  <a:lnTo>
                    <a:pt x="6921" y="5613"/>
                  </a:lnTo>
                  <a:cubicBezTo>
                    <a:pt x="7533" y="4712"/>
                    <a:pt x="8175" y="3695"/>
                    <a:pt x="8618" y="2546"/>
                  </a:cubicBezTo>
                  <a:close/>
                  <a:moveTo>
                    <a:pt x="9513" y="2754"/>
                  </a:moveTo>
                  <a:cubicBezTo>
                    <a:pt x="9788" y="2849"/>
                    <a:pt x="10050" y="2962"/>
                    <a:pt x="10307" y="3092"/>
                  </a:cubicBezTo>
                  <a:cubicBezTo>
                    <a:pt x="10440" y="3158"/>
                    <a:pt x="10570" y="3236"/>
                    <a:pt x="10703" y="3308"/>
                  </a:cubicBezTo>
                  <a:lnTo>
                    <a:pt x="10703" y="3311"/>
                  </a:lnTo>
                  <a:cubicBezTo>
                    <a:pt x="10686" y="3317"/>
                    <a:pt x="10668" y="3317"/>
                    <a:pt x="10654" y="3334"/>
                  </a:cubicBezTo>
                  <a:cubicBezTo>
                    <a:pt x="9931" y="4126"/>
                    <a:pt x="9334" y="4954"/>
                    <a:pt x="8735" y="5842"/>
                  </a:cubicBezTo>
                  <a:lnTo>
                    <a:pt x="8735" y="5842"/>
                  </a:lnTo>
                  <a:cubicBezTo>
                    <a:pt x="9040" y="5388"/>
                    <a:pt x="9546" y="4495"/>
                    <a:pt x="9843" y="3663"/>
                  </a:cubicBezTo>
                  <a:cubicBezTo>
                    <a:pt x="9884" y="3549"/>
                    <a:pt x="9770" y="3440"/>
                    <a:pt x="9664" y="3440"/>
                  </a:cubicBezTo>
                  <a:cubicBezTo>
                    <a:pt x="9623" y="3440"/>
                    <a:pt x="9583" y="3456"/>
                    <a:pt x="9554" y="3493"/>
                  </a:cubicBezTo>
                  <a:cubicBezTo>
                    <a:pt x="9360" y="3747"/>
                    <a:pt x="9184" y="4007"/>
                    <a:pt x="9002" y="4264"/>
                  </a:cubicBezTo>
                  <a:cubicBezTo>
                    <a:pt x="9233" y="3741"/>
                    <a:pt x="9352" y="3317"/>
                    <a:pt x="9513" y="2754"/>
                  </a:cubicBezTo>
                  <a:close/>
                  <a:moveTo>
                    <a:pt x="8333" y="2535"/>
                  </a:moveTo>
                  <a:cubicBezTo>
                    <a:pt x="7998" y="3689"/>
                    <a:pt x="7250" y="4821"/>
                    <a:pt x="6641" y="5898"/>
                  </a:cubicBezTo>
                  <a:cubicBezTo>
                    <a:pt x="6616" y="5883"/>
                    <a:pt x="6588" y="5875"/>
                    <a:pt x="6561" y="5875"/>
                  </a:cubicBezTo>
                  <a:cubicBezTo>
                    <a:pt x="6541" y="5875"/>
                    <a:pt x="6521" y="5879"/>
                    <a:pt x="6502" y="5886"/>
                  </a:cubicBezTo>
                  <a:lnTo>
                    <a:pt x="6502" y="5884"/>
                  </a:lnTo>
                  <a:cubicBezTo>
                    <a:pt x="6419" y="5751"/>
                    <a:pt x="6323" y="5624"/>
                    <a:pt x="6228" y="5497"/>
                  </a:cubicBezTo>
                  <a:cubicBezTo>
                    <a:pt x="6280" y="5497"/>
                    <a:pt x="6326" y="5468"/>
                    <a:pt x="6349" y="5424"/>
                  </a:cubicBezTo>
                  <a:cubicBezTo>
                    <a:pt x="6852" y="4631"/>
                    <a:pt x="8041" y="3424"/>
                    <a:pt x="8330" y="2535"/>
                  </a:cubicBezTo>
                  <a:close/>
                  <a:moveTo>
                    <a:pt x="10948" y="3447"/>
                  </a:moveTo>
                  <a:lnTo>
                    <a:pt x="10948" y="3447"/>
                  </a:lnTo>
                  <a:cubicBezTo>
                    <a:pt x="11373" y="3684"/>
                    <a:pt x="11788" y="3935"/>
                    <a:pt x="12201" y="4197"/>
                  </a:cubicBezTo>
                  <a:cubicBezTo>
                    <a:pt x="11884" y="4584"/>
                    <a:pt x="11575" y="4977"/>
                    <a:pt x="11263" y="5367"/>
                  </a:cubicBezTo>
                  <a:cubicBezTo>
                    <a:pt x="11404" y="5015"/>
                    <a:pt x="11477" y="4703"/>
                    <a:pt x="11581" y="4293"/>
                  </a:cubicBezTo>
                  <a:cubicBezTo>
                    <a:pt x="11612" y="4172"/>
                    <a:pt x="11510" y="4066"/>
                    <a:pt x="11403" y="4066"/>
                  </a:cubicBezTo>
                  <a:cubicBezTo>
                    <a:pt x="11361" y="4066"/>
                    <a:pt x="11319" y="4082"/>
                    <a:pt x="11283" y="4120"/>
                  </a:cubicBezTo>
                  <a:cubicBezTo>
                    <a:pt x="10719" y="4716"/>
                    <a:pt x="10186" y="5341"/>
                    <a:pt x="9687" y="5992"/>
                  </a:cubicBezTo>
                  <a:lnTo>
                    <a:pt x="9687" y="5992"/>
                  </a:lnTo>
                  <a:cubicBezTo>
                    <a:pt x="10151" y="5385"/>
                    <a:pt x="10631" y="4423"/>
                    <a:pt x="10951" y="3505"/>
                  </a:cubicBezTo>
                  <a:cubicBezTo>
                    <a:pt x="10954" y="3484"/>
                    <a:pt x="10954" y="3464"/>
                    <a:pt x="10948" y="3447"/>
                  </a:cubicBezTo>
                  <a:close/>
                  <a:moveTo>
                    <a:pt x="12594" y="4443"/>
                  </a:moveTo>
                  <a:lnTo>
                    <a:pt x="12594" y="4446"/>
                  </a:lnTo>
                  <a:cubicBezTo>
                    <a:pt x="12744" y="4541"/>
                    <a:pt x="12894" y="4639"/>
                    <a:pt x="13047" y="4737"/>
                  </a:cubicBezTo>
                  <a:cubicBezTo>
                    <a:pt x="13036" y="4743"/>
                    <a:pt x="13027" y="4740"/>
                    <a:pt x="13018" y="4752"/>
                  </a:cubicBezTo>
                  <a:cubicBezTo>
                    <a:pt x="12603" y="5199"/>
                    <a:pt x="12262" y="5563"/>
                    <a:pt x="11895" y="6048"/>
                  </a:cubicBezTo>
                  <a:cubicBezTo>
                    <a:pt x="12028" y="5869"/>
                    <a:pt x="12389" y="5090"/>
                    <a:pt x="12594" y="4443"/>
                  </a:cubicBezTo>
                  <a:close/>
                  <a:moveTo>
                    <a:pt x="8956" y="3363"/>
                  </a:moveTo>
                  <a:cubicBezTo>
                    <a:pt x="8486" y="3961"/>
                    <a:pt x="8018" y="5413"/>
                    <a:pt x="7628" y="6354"/>
                  </a:cubicBezTo>
                  <a:cubicBezTo>
                    <a:pt x="7415" y="6267"/>
                    <a:pt x="7204" y="6169"/>
                    <a:pt x="6999" y="6068"/>
                  </a:cubicBezTo>
                  <a:cubicBezTo>
                    <a:pt x="7640" y="5162"/>
                    <a:pt x="8260" y="4238"/>
                    <a:pt x="8953" y="3366"/>
                  </a:cubicBezTo>
                  <a:lnTo>
                    <a:pt x="8956" y="3363"/>
                  </a:lnTo>
                  <a:close/>
                  <a:moveTo>
                    <a:pt x="9332" y="4353"/>
                  </a:moveTo>
                  <a:cubicBezTo>
                    <a:pt x="9409" y="4353"/>
                    <a:pt x="8430" y="6183"/>
                    <a:pt x="8269" y="6519"/>
                  </a:cubicBezTo>
                  <a:cubicBezTo>
                    <a:pt x="8260" y="6542"/>
                    <a:pt x="8258" y="6565"/>
                    <a:pt x="8263" y="6591"/>
                  </a:cubicBezTo>
                  <a:cubicBezTo>
                    <a:pt x="8171" y="6559"/>
                    <a:pt x="8084" y="6522"/>
                    <a:pt x="7995" y="6490"/>
                  </a:cubicBezTo>
                  <a:cubicBezTo>
                    <a:pt x="8304" y="5959"/>
                    <a:pt x="8616" y="5427"/>
                    <a:pt x="8948" y="4902"/>
                  </a:cubicBezTo>
                  <a:lnTo>
                    <a:pt x="8950" y="4899"/>
                  </a:lnTo>
                  <a:cubicBezTo>
                    <a:pt x="9198" y="4507"/>
                    <a:pt x="9309" y="4353"/>
                    <a:pt x="9332" y="4353"/>
                  </a:cubicBezTo>
                  <a:close/>
                  <a:moveTo>
                    <a:pt x="10362" y="4180"/>
                  </a:moveTo>
                  <a:lnTo>
                    <a:pt x="10362" y="4180"/>
                  </a:lnTo>
                  <a:cubicBezTo>
                    <a:pt x="9862" y="4826"/>
                    <a:pt x="9546" y="5934"/>
                    <a:pt x="9210" y="6677"/>
                  </a:cubicBezTo>
                  <a:cubicBezTo>
                    <a:pt x="9181" y="6735"/>
                    <a:pt x="9190" y="6804"/>
                    <a:pt x="9230" y="6856"/>
                  </a:cubicBezTo>
                  <a:cubicBezTo>
                    <a:pt x="9011" y="6807"/>
                    <a:pt x="8795" y="6750"/>
                    <a:pt x="8578" y="6683"/>
                  </a:cubicBezTo>
                  <a:cubicBezTo>
                    <a:pt x="9164" y="5838"/>
                    <a:pt x="9730" y="4991"/>
                    <a:pt x="10362" y="4180"/>
                  </a:cubicBezTo>
                  <a:close/>
                  <a:moveTo>
                    <a:pt x="11109" y="4843"/>
                  </a:moveTo>
                  <a:cubicBezTo>
                    <a:pt x="11250" y="4843"/>
                    <a:pt x="10183" y="6783"/>
                    <a:pt x="10157" y="6833"/>
                  </a:cubicBezTo>
                  <a:cubicBezTo>
                    <a:pt x="10117" y="6903"/>
                    <a:pt x="10134" y="6992"/>
                    <a:pt x="10198" y="7041"/>
                  </a:cubicBezTo>
                  <a:cubicBezTo>
                    <a:pt x="10111" y="7027"/>
                    <a:pt x="10022" y="7012"/>
                    <a:pt x="9935" y="7001"/>
                  </a:cubicBezTo>
                  <a:cubicBezTo>
                    <a:pt x="9773" y="6972"/>
                    <a:pt x="9612" y="6934"/>
                    <a:pt x="9450" y="6900"/>
                  </a:cubicBezTo>
                  <a:lnTo>
                    <a:pt x="9453" y="6900"/>
                  </a:lnTo>
                  <a:cubicBezTo>
                    <a:pt x="9476" y="6888"/>
                    <a:pt x="9499" y="6874"/>
                    <a:pt x="9519" y="6854"/>
                  </a:cubicBezTo>
                  <a:cubicBezTo>
                    <a:pt x="9955" y="6190"/>
                    <a:pt x="10443" y="5557"/>
                    <a:pt x="10974" y="4965"/>
                  </a:cubicBezTo>
                  <a:cubicBezTo>
                    <a:pt x="11046" y="4881"/>
                    <a:pt x="11089" y="4843"/>
                    <a:pt x="11109" y="4843"/>
                  </a:cubicBezTo>
                  <a:close/>
                  <a:moveTo>
                    <a:pt x="12727" y="7223"/>
                  </a:moveTo>
                  <a:cubicBezTo>
                    <a:pt x="12727" y="7223"/>
                    <a:pt x="12727" y="7223"/>
                    <a:pt x="12728" y="7223"/>
                  </a:cubicBezTo>
                  <a:lnTo>
                    <a:pt x="12728" y="7223"/>
                  </a:lnTo>
                  <a:cubicBezTo>
                    <a:pt x="12728" y="7223"/>
                    <a:pt x="12729" y="7223"/>
                    <a:pt x="12730" y="7223"/>
                  </a:cubicBezTo>
                  <a:close/>
                  <a:moveTo>
                    <a:pt x="12175" y="4749"/>
                  </a:moveTo>
                  <a:lnTo>
                    <a:pt x="12175" y="4749"/>
                  </a:lnTo>
                  <a:cubicBezTo>
                    <a:pt x="12014" y="5422"/>
                    <a:pt x="11667" y="6083"/>
                    <a:pt x="11399" y="6721"/>
                  </a:cubicBezTo>
                  <a:cubicBezTo>
                    <a:pt x="11346" y="6848"/>
                    <a:pt x="11451" y="6926"/>
                    <a:pt x="11560" y="6926"/>
                  </a:cubicBezTo>
                  <a:cubicBezTo>
                    <a:pt x="11619" y="6926"/>
                    <a:pt x="11679" y="6903"/>
                    <a:pt x="11716" y="6854"/>
                  </a:cubicBezTo>
                  <a:cubicBezTo>
                    <a:pt x="12453" y="5887"/>
                    <a:pt x="12726" y="5550"/>
                    <a:pt x="12755" y="5550"/>
                  </a:cubicBezTo>
                  <a:cubicBezTo>
                    <a:pt x="12802" y="5550"/>
                    <a:pt x="12179" y="6475"/>
                    <a:pt x="11884" y="6992"/>
                  </a:cubicBezTo>
                  <a:cubicBezTo>
                    <a:pt x="11823" y="7099"/>
                    <a:pt x="11898" y="7206"/>
                    <a:pt x="11990" y="7240"/>
                  </a:cubicBezTo>
                  <a:lnTo>
                    <a:pt x="11990" y="7243"/>
                  </a:lnTo>
                  <a:cubicBezTo>
                    <a:pt x="11451" y="7226"/>
                    <a:pt x="10902" y="7154"/>
                    <a:pt x="10374" y="7070"/>
                  </a:cubicBezTo>
                  <a:cubicBezTo>
                    <a:pt x="10408" y="7059"/>
                    <a:pt x="10437" y="7041"/>
                    <a:pt x="10460" y="7012"/>
                  </a:cubicBezTo>
                  <a:cubicBezTo>
                    <a:pt x="10931" y="6343"/>
                    <a:pt x="12008" y="5445"/>
                    <a:pt x="12175" y="4749"/>
                  </a:cubicBezTo>
                  <a:close/>
                  <a:moveTo>
                    <a:pt x="14268" y="5491"/>
                  </a:moveTo>
                  <a:lnTo>
                    <a:pt x="14268" y="5491"/>
                  </a:lnTo>
                  <a:cubicBezTo>
                    <a:pt x="14416" y="5580"/>
                    <a:pt x="14560" y="5673"/>
                    <a:pt x="14710" y="5756"/>
                  </a:cubicBezTo>
                  <a:cubicBezTo>
                    <a:pt x="14527" y="6757"/>
                    <a:pt x="14007" y="7259"/>
                    <a:pt x="13148" y="7259"/>
                  </a:cubicBezTo>
                  <a:cubicBezTo>
                    <a:pt x="13016" y="7259"/>
                    <a:pt x="12876" y="7247"/>
                    <a:pt x="12728" y="7223"/>
                  </a:cubicBezTo>
                  <a:lnTo>
                    <a:pt x="12728" y="7223"/>
                  </a:lnTo>
                  <a:cubicBezTo>
                    <a:pt x="12552" y="7238"/>
                    <a:pt x="12376" y="7244"/>
                    <a:pt x="12198" y="7244"/>
                  </a:cubicBezTo>
                  <a:cubicBezTo>
                    <a:pt x="12164" y="7244"/>
                    <a:pt x="12129" y="7244"/>
                    <a:pt x="12094" y="7243"/>
                  </a:cubicBezTo>
                  <a:cubicBezTo>
                    <a:pt x="12123" y="7238"/>
                    <a:pt x="12146" y="7226"/>
                    <a:pt x="12167" y="7206"/>
                  </a:cubicBezTo>
                  <a:cubicBezTo>
                    <a:pt x="12686" y="6625"/>
                    <a:pt x="13125" y="5550"/>
                    <a:pt x="13251" y="5550"/>
                  </a:cubicBezTo>
                  <a:cubicBezTo>
                    <a:pt x="13323" y="5550"/>
                    <a:pt x="13295" y="5896"/>
                    <a:pt x="13125" y="6874"/>
                  </a:cubicBezTo>
                  <a:cubicBezTo>
                    <a:pt x="13102" y="7001"/>
                    <a:pt x="13213" y="7108"/>
                    <a:pt x="13320" y="7108"/>
                  </a:cubicBezTo>
                  <a:cubicBezTo>
                    <a:pt x="13374" y="7108"/>
                    <a:pt x="13426" y="7081"/>
                    <a:pt x="13460" y="7015"/>
                  </a:cubicBezTo>
                  <a:cubicBezTo>
                    <a:pt x="13552" y="6833"/>
                    <a:pt x="13630" y="6646"/>
                    <a:pt x="13697" y="6452"/>
                  </a:cubicBezTo>
                  <a:lnTo>
                    <a:pt x="13697" y="6452"/>
                  </a:lnTo>
                  <a:cubicBezTo>
                    <a:pt x="13682" y="6530"/>
                    <a:pt x="13665" y="6617"/>
                    <a:pt x="13648" y="6732"/>
                  </a:cubicBezTo>
                  <a:cubicBezTo>
                    <a:pt x="13627" y="6864"/>
                    <a:pt x="13732" y="6967"/>
                    <a:pt x="13839" y="6967"/>
                  </a:cubicBezTo>
                  <a:cubicBezTo>
                    <a:pt x="13894" y="6967"/>
                    <a:pt x="13949" y="6940"/>
                    <a:pt x="13988" y="6877"/>
                  </a:cubicBezTo>
                  <a:cubicBezTo>
                    <a:pt x="14023" y="6819"/>
                    <a:pt x="14058" y="6761"/>
                    <a:pt x="14092" y="6703"/>
                  </a:cubicBezTo>
                  <a:cubicBezTo>
                    <a:pt x="14121" y="6657"/>
                    <a:pt x="14127" y="6602"/>
                    <a:pt x="14110" y="6553"/>
                  </a:cubicBezTo>
                  <a:cubicBezTo>
                    <a:pt x="14121" y="6481"/>
                    <a:pt x="14124" y="6403"/>
                    <a:pt x="14121" y="6328"/>
                  </a:cubicBezTo>
                  <a:cubicBezTo>
                    <a:pt x="14216" y="5967"/>
                    <a:pt x="14228" y="5860"/>
                    <a:pt x="14274" y="5505"/>
                  </a:cubicBezTo>
                  <a:cubicBezTo>
                    <a:pt x="14274" y="5500"/>
                    <a:pt x="14268" y="5497"/>
                    <a:pt x="14268" y="5491"/>
                  </a:cubicBezTo>
                  <a:close/>
                  <a:moveTo>
                    <a:pt x="1796" y="0"/>
                  </a:moveTo>
                  <a:cubicBezTo>
                    <a:pt x="1272" y="0"/>
                    <a:pt x="775" y="193"/>
                    <a:pt x="113" y="649"/>
                  </a:cubicBezTo>
                  <a:cubicBezTo>
                    <a:pt x="1" y="727"/>
                    <a:pt x="7" y="866"/>
                    <a:pt x="113" y="944"/>
                  </a:cubicBezTo>
                  <a:cubicBezTo>
                    <a:pt x="1615" y="2067"/>
                    <a:pt x="3188" y="3069"/>
                    <a:pt x="4588" y="4275"/>
                  </a:cubicBezTo>
                  <a:cubicBezTo>
                    <a:pt x="4551" y="4371"/>
                    <a:pt x="4516" y="4457"/>
                    <a:pt x="4490" y="4521"/>
                  </a:cubicBezTo>
                  <a:cubicBezTo>
                    <a:pt x="4447" y="4635"/>
                    <a:pt x="4536" y="4703"/>
                    <a:pt x="4630" y="4703"/>
                  </a:cubicBezTo>
                  <a:cubicBezTo>
                    <a:pt x="4681" y="4703"/>
                    <a:pt x="4734" y="4683"/>
                    <a:pt x="4767" y="4639"/>
                  </a:cubicBezTo>
                  <a:cubicBezTo>
                    <a:pt x="4799" y="4599"/>
                    <a:pt x="4825" y="4558"/>
                    <a:pt x="4857" y="4518"/>
                  </a:cubicBezTo>
                  <a:cubicBezTo>
                    <a:pt x="4952" y="4605"/>
                    <a:pt x="5050" y="4688"/>
                    <a:pt x="5145" y="4778"/>
                  </a:cubicBezTo>
                  <a:cubicBezTo>
                    <a:pt x="5140" y="4784"/>
                    <a:pt x="5134" y="4795"/>
                    <a:pt x="5131" y="4801"/>
                  </a:cubicBezTo>
                  <a:cubicBezTo>
                    <a:pt x="5072" y="4911"/>
                    <a:pt x="5168" y="5032"/>
                    <a:pt x="5270" y="5032"/>
                  </a:cubicBezTo>
                  <a:cubicBezTo>
                    <a:pt x="5303" y="5032"/>
                    <a:pt x="5336" y="5020"/>
                    <a:pt x="5365" y="4991"/>
                  </a:cubicBezTo>
                  <a:cubicBezTo>
                    <a:pt x="5757" y="5375"/>
                    <a:pt x="6124" y="5785"/>
                    <a:pt x="6465" y="6218"/>
                  </a:cubicBezTo>
                  <a:cubicBezTo>
                    <a:pt x="6436" y="6267"/>
                    <a:pt x="6407" y="6319"/>
                    <a:pt x="6381" y="6369"/>
                  </a:cubicBezTo>
                  <a:cubicBezTo>
                    <a:pt x="6311" y="6502"/>
                    <a:pt x="6416" y="6612"/>
                    <a:pt x="6528" y="6612"/>
                  </a:cubicBezTo>
                  <a:cubicBezTo>
                    <a:pt x="6579" y="6612"/>
                    <a:pt x="6631" y="6589"/>
                    <a:pt x="6670" y="6536"/>
                  </a:cubicBezTo>
                  <a:cubicBezTo>
                    <a:pt x="6678" y="6524"/>
                    <a:pt x="6687" y="6513"/>
                    <a:pt x="6696" y="6498"/>
                  </a:cubicBezTo>
                  <a:cubicBezTo>
                    <a:pt x="6701" y="6507"/>
                    <a:pt x="6707" y="6516"/>
                    <a:pt x="6713" y="6524"/>
                  </a:cubicBezTo>
                  <a:cubicBezTo>
                    <a:pt x="6728" y="6545"/>
                    <a:pt x="6748" y="6554"/>
                    <a:pt x="6768" y="6554"/>
                  </a:cubicBezTo>
                  <a:cubicBezTo>
                    <a:pt x="6814" y="6554"/>
                    <a:pt x="6858" y="6507"/>
                    <a:pt x="6831" y="6455"/>
                  </a:cubicBezTo>
                  <a:cubicBezTo>
                    <a:pt x="6817" y="6426"/>
                    <a:pt x="6800" y="6400"/>
                    <a:pt x="6782" y="6374"/>
                  </a:cubicBezTo>
                  <a:cubicBezTo>
                    <a:pt x="6785" y="6371"/>
                    <a:pt x="6785" y="6369"/>
                    <a:pt x="6788" y="6369"/>
                  </a:cubicBezTo>
                  <a:cubicBezTo>
                    <a:pt x="7002" y="6475"/>
                    <a:pt x="7238" y="6579"/>
                    <a:pt x="7484" y="6683"/>
                  </a:cubicBezTo>
                  <a:cubicBezTo>
                    <a:pt x="7422" y="6816"/>
                    <a:pt x="7531" y="6935"/>
                    <a:pt x="7641" y="6935"/>
                  </a:cubicBezTo>
                  <a:cubicBezTo>
                    <a:pt x="7691" y="6935"/>
                    <a:pt x="7741" y="6910"/>
                    <a:pt x="7775" y="6851"/>
                  </a:cubicBezTo>
                  <a:cubicBezTo>
                    <a:pt x="7784" y="6836"/>
                    <a:pt x="7793" y="6825"/>
                    <a:pt x="7799" y="6813"/>
                  </a:cubicBezTo>
                  <a:cubicBezTo>
                    <a:pt x="9081" y="7310"/>
                    <a:pt x="10659" y="7694"/>
                    <a:pt x="12129" y="7694"/>
                  </a:cubicBezTo>
                  <a:cubicBezTo>
                    <a:pt x="13658" y="7694"/>
                    <a:pt x="15069" y="7278"/>
                    <a:pt x="15905" y="6140"/>
                  </a:cubicBezTo>
                  <a:cubicBezTo>
                    <a:pt x="15954" y="6057"/>
                    <a:pt x="15925" y="5950"/>
                    <a:pt x="15842" y="5904"/>
                  </a:cubicBezTo>
                  <a:cubicBezTo>
                    <a:pt x="13812" y="4954"/>
                    <a:pt x="11208" y="2347"/>
                    <a:pt x="8769" y="2113"/>
                  </a:cubicBezTo>
                  <a:cubicBezTo>
                    <a:pt x="8806" y="1998"/>
                    <a:pt x="8858" y="1891"/>
                    <a:pt x="8890" y="1770"/>
                  </a:cubicBezTo>
                  <a:cubicBezTo>
                    <a:pt x="8919" y="1662"/>
                    <a:pt x="8820" y="1557"/>
                    <a:pt x="8721" y="1557"/>
                  </a:cubicBezTo>
                  <a:cubicBezTo>
                    <a:pt x="8682" y="1557"/>
                    <a:pt x="8643" y="1573"/>
                    <a:pt x="8613" y="1611"/>
                  </a:cubicBezTo>
                  <a:cubicBezTo>
                    <a:pt x="8483" y="1770"/>
                    <a:pt x="8367" y="1940"/>
                    <a:pt x="8240" y="2104"/>
                  </a:cubicBezTo>
                  <a:cubicBezTo>
                    <a:pt x="8032" y="2113"/>
                    <a:pt x="7822" y="2148"/>
                    <a:pt x="7620" y="2203"/>
                  </a:cubicBezTo>
                  <a:cubicBezTo>
                    <a:pt x="7622" y="2114"/>
                    <a:pt x="7542" y="2044"/>
                    <a:pt x="7461" y="2044"/>
                  </a:cubicBezTo>
                  <a:cubicBezTo>
                    <a:pt x="7425" y="2044"/>
                    <a:pt x="7389" y="2058"/>
                    <a:pt x="7360" y="2090"/>
                  </a:cubicBezTo>
                  <a:cubicBezTo>
                    <a:pt x="7308" y="2148"/>
                    <a:pt x="7262" y="2208"/>
                    <a:pt x="7212" y="2269"/>
                  </a:cubicBezTo>
                  <a:cubicBezTo>
                    <a:pt x="7179" y="2272"/>
                    <a:pt x="7144" y="2273"/>
                    <a:pt x="7109" y="2273"/>
                  </a:cubicBezTo>
                  <a:cubicBezTo>
                    <a:pt x="6015" y="2273"/>
                    <a:pt x="4457" y="822"/>
                    <a:pt x="3511" y="450"/>
                  </a:cubicBezTo>
                  <a:cubicBezTo>
                    <a:pt x="2808" y="170"/>
                    <a:pt x="2290" y="0"/>
                    <a:pt x="179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4" name="Google Shape;4374;p56"/>
            <p:cNvSpPr/>
            <p:nvPr/>
          </p:nvSpPr>
          <p:spPr>
            <a:xfrm>
              <a:off x="6167800" y="4229200"/>
              <a:ext cx="43975" cy="65425"/>
            </a:xfrm>
            <a:custGeom>
              <a:avLst/>
              <a:gdLst/>
              <a:ahLst/>
              <a:cxnLst/>
              <a:rect l="l" t="t" r="r" b="b"/>
              <a:pathLst>
                <a:path w="1759" h="2617" extrusionOk="0">
                  <a:moveTo>
                    <a:pt x="1759" y="0"/>
                  </a:moveTo>
                  <a:cubicBezTo>
                    <a:pt x="1236" y="792"/>
                    <a:pt x="702" y="1574"/>
                    <a:pt x="168" y="2359"/>
                  </a:cubicBezTo>
                  <a:cubicBezTo>
                    <a:pt x="113" y="2446"/>
                    <a:pt x="56" y="2529"/>
                    <a:pt x="1" y="2616"/>
                  </a:cubicBezTo>
                  <a:cubicBezTo>
                    <a:pt x="598" y="1750"/>
                    <a:pt x="1190" y="881"/>
                    <a:pt x="17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5" name="Google Shape;4375;p56"/>
            <p:cNvSpPr/>
            <p:nvPr/>
          </p:nvSpPr>
          <p:spPr>
            <a:xfrm>
              <a:off x="6091225" y="4333200"/>
              <a:ext cx="12375" cy="16700"/>
            </a:xfrm>
            <a:custGeom>
              <a:avLst/>
              <a:gdLst/>
              <a:ahLst/>
              <a:cxnLst/>
              <a:rect l="l" t="t" r="r" b="b"/>
              <a:pathLst>
                <a:path w="495" h="668" extrusionOk="0">
                  <a:moveTo>
                    <a:pt x="494" y="1"/>
                  </a:moveTo>
                  <a:lnTo>
                    <a:pt x="494" y="1"/>
                  </a:lnTo>
                  <a:cubicBezTo>
                    <a:pt x="330" y="223"/>
                    <a:pt x="165" y="445"/>
                    <a:pt x="1" y="668"/>
                  </a:cubicBezTo>
                  <a:lnTo>
                    <a:pt x="451" y="73"/>
                  </a:lnTo>
                  <a:cubicBezTo>
                    <a:pt x="465" y="50"/>
                    <a:pt x="483" y="27"/>
                    <a:pt x="4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6" name="Google Shape;4376;p56"/>
            <p:cNvSpPr/>
            <p:nvPr/>
          </p:nvSpPr>
          <p:spPr>
            <a:xfrm>
              <a:off x="6144775" y="4219175"/>
              <a:ext cx="40950" cy="59275"/>
            </a:xfrm>
            <a:custGeom>
              <a:avLst/>
              <a:gdLst/>
              <a:ahLst/>
              <a:cxnLst/>
              <a:rect l="l" t="t" r="r" b="b"/>
              <a:pathLst>
                <a:path w="1638" h="2371" extrusionOk="0">
                  <a:moveTo>
                    <a:pt x="1638" y="0"/>
                  </a:moveTo>
                  <a:cubicBezTo>
                    <a:pt x="1147" y="736"/>
                    <a:pt x="639" y="1464"/>
                    <a:pt x="113" y="2180"/>
                  </a:cubicBezTo>
                  <a:lnTo>
                    <a:pt x="1" y="2370"/>
                  </a:lnTo>
                  <a:cubicBezTo>
                    <a:pt x="569" y="1591"/>
                    <a:pt x="1118" y="803"/>
                    <a:pt x="163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7" name="Google Shape;4377;p56"/>
            <p:cNvSpPr/>
            <p:nvPr/>
          </p:nvSpPr>
          <p:spPr>
            <a:xfrm>
              <a:off x="5868925" y="3998175"/>
              <a:ext cx="673275" cy="683025"/>
            </a:xfrm>
            <a:custGeom>
              <a:avLst/>
              <a:gdLst/>
              <a:ahLst/>
              <a:cxnLst/>
              <a:rect l="l" t="t" r="r" b="b"/>
              <a:pathLst>
                <a:path w="26931" h="27321" extrusionOk="0">
                  <a:moveTo>
                    <a:pt x="16994" y="936"/>
                  </a:moveTo>
                  <a:lnTo>
                    <a:pt x="16994" y="936"/>
                  </a:lnTo>
                  <a:cubicBezTo>
                    <a:pt x="16693" y="1244"/>
                    <a:pt x="16407" y="1565"/>
                    <a:pt x="16133" y="1903"/>
                  </a:cubicBezTo>
                  <a:cubicBezTo>
                    <a:pt x="16217" y="1628"/>
                    <a:pt x="16286" y="1348"/>
                    <a:pt x="16358" y="1065"/>
                  </a:cubicBezTo>
                  <a:cubicBezTo>
                    <a:pt x="16569" y="1022"/>
                    <a:pt x="16783" y="976"/>
                    <a:pt x="16994" y="936"/>
                  </a:cubicBezTo>
                  <a:close/>
                  <a:moveTo>
                    <a:pt x="19886" y="684"/>
                  </a:moveTo>
                  <a:cubicBezTo>
                    <a:pt x="20394" y="693"/>
                    <a:pt x="20905" y="742"/>
                    <a:pt x="21408" y="835"/>
                  </a:cubicBezTo>
                  <a:cubicBezTo>
                    <a:pt x="20911" y="1571"/>
                    <a:pt x="20409" y="2316"/>
                    <a:pt x="19901" y="3063"/>
                  </a:cubicBezTo>
                  <a:cubicBezTo>
                    <a:pt x="20227" y="2388"/>
                    <a:pt x="20533" y="1703"/>
                    <a:pt x="20804" y="996"/>
                  </a:cubicBezTo>
                  <a:cubicBezTo>
                    <a:pt x="20846" y="888"/>
                    <a:pt x="20740" y="793"/>
                    <a:pt x="20639" y="793"/>
                  </a:cubicBezTo>
                  <a:cubicBezTo>
                    <a:pt x="20600" y="793"/>
                    <a:pt x="20562" y="807"/>
                    <a:pt x="20533" y="840"/>
                  </a:cubicBezTo>
                  <a:cubicBezTo>
                    <a:pt x="19941" y="1527"/>
                    <a:pt x="19361" y="2240"/>
                    <a:pt x="18789" y="2971"/>
                  </a:cubicBezTo>
                  <a:cubicBezTo>
                    <a:pt x="19182" y="2217"/>
                    <a:pt x="19549" y="1455"/>
                    <a:pt x="19886" y="684"/>
                  </a:cubicBezTo>
                  <a:close/>
                  <a:moveTo>
                    <a:pt x="8844" y="4002"/>
                  </a:moveTo>
                  <a:cubicBezTo>
                    <a:pt x="8220" y="4807"/>
                    <a:pt x="7602" y="5615"/>
                    <a:pt x="7002" y="6432"/>
                  </a:cubicBezTo>
                  <a:cubicBezTo>
                    <a:pt x="7253" y="5887"/>
                    <a:pt x="7489" y="5335"/>
                    <a:pt x="7706" y="4769"/>
                  </a:cubicBezTo>
                  <a:lnTo>
                    <a:pt x="7706" y="4764"/>
                  </a:lnTo>
                  <a:cubicBezTo>
                    <a:pt x="7937" y="4602"/>
                    <a:pt x="8171" y="4437"/>
                    <a:pt x="8399" y="4282"/>
                  </a:cubicBezTo>
                  <a:cubicBezTo>
                    <a:pt x="8532" y="4189"/>
                    <a:pt x="8693" y="4094"/>
                    <a:pt x="8844" y="4002"/>
                  </a:cubicBezTo>
                  <a:close/>
                  <a:moveTo>
                    <a:pt x="7071" y="5676"/>
                  </a:moveTo>
                  <a:cubicBezTo>
                    <a:pt x="7267" y="5676"/>
                    <a:pt x="6872" y="6451"/>
                    <a:pt x="6447" y="7206"/>
                  </a:cubicBezTo>
                  <a:cubicBezTo>
                    <a:pt x="5535" y="8468"/>
                    <a:pt x="4649" y="9747"/>
                    <a:pt x="3785" y="11040"/>
                  </a:cubicBezTo>
                  <a:lnTo>
                    <a:pt x="3785" y="11037"/>
                  </a:lnTo>
                  <a:cubicBezTo>
                    <a:pt x="4735" y="9360"/>
                    <a:pt x="5824" y="7755"/>
                    <a:pt x="6739" y="6057"/>
                  </a:cubicBezTo>
                  <a:cubicBezTo>
                    <a:pt x="6762" y="6008"/>
                    <a:pt x="6750" y="5950"/>
                    <a:pt x="6713" y="5913"/>
                  </a:cubicBezTo>
                  <a:cubicBezTo>
                    <a:pt x="6897" y="5747"/>
                    <a:pt x="7011" y="5676"/>
                    <a:pt x="7071" y="5676"/>
                  </a:cubicBezTo>
                  <a:close/>
                  <a:moveTo>
                    <a:pt x="4123" y="7529"/>
                  </a:moveTo>
                  <a:cubicBezTo>
                    <a:pt x="4016" y="7662"/>
                    <a:pt x="3907" y="7789"/>
                    <a:pt x="3803" y="7925"/>
                  </a:cubicBezTo>
                  <a:cubicBezTo>
                    <a:pt x="3367" y="8491"/>
                    <a:pt x="2940" y="9065"/>
                    <a:pt x="2489" y="9623"/>
                  </a:cubicBezTo>
                  <a:cubicBezTo>
                    <a:pt x="2264" y="9897"/>
                    <a:pt x="2030" y="10160"/>
                    <a:pt x="1782" y="10414"/>
                  </a:cubicBezTo>
                  <a:cubicBezTo>
                    <a:pt x="1548" y="10529"/>
                    <a:pt x="1383" y="10754"/>
                    <a:pt x="1346" y="11011"/>
                  </a:cubicBezTo>
                  <a:cubicBezTo>
                    <a:pt x="1335" y="10978"/>
                    <a:pt x="1304" y="10955"/>
                    <a:pt x="1270" y="10955"/>
                  </a:cubicBezTo>
                  <a:cubicBezTo>
                    <a:pt x="1258" y="10955"/>
                    <a:pt x="1245" y="10958"/>
                    <a:pt x="1233" y="10965"/>
                  </a:cubicBezTo>
                  <a:lnTo>
                    <a:pt x="1066" y="11049"/>
                  </a:lnTo>
                  <a:cubicBezTo>
                    <a:pt x="1265" y="10630"/>
                    <a:pt x="1557" y="10186"/>
                    <a:pt x="1967" y="9698"/>
                  </a:cubicBezTo>
                  <a:cubicBezTo>
                    <a:pt x="2599" y="8947"/>
                    <a:pt x="3338" y="8222"/>
                    <a:pt x="4123" y="7529"/>
                  </a:cubicBezTo>
                  <a:close/>
                  <a:moveTo>
                    <a:pt x="2105" y="10339"/>
                  </a:moveTo>
                  <a:cubicBezTo>
                    <a:pt x="1753" y="10870"/>
                    <a:pt x="1404" y="11404"/>
                    <a:pt x="1037" y="11929"/>
                  </a:cubicBezTo>
                  <a:cubicBezTo>
                    <a:pt x="948" y="12059"/>
                    <a:pt x="872" y="12169"/>
                    <a:pt x="806" y="12270"/>
                  </a:cubicBezTo>
                  <a:cubicBezTo>
                    <a:pt x="774" y="12305"/>
                    <a:pt x="745" y="12345"/>
                    <a:pt x="714" y="12383"/>
                  </a:cubicBezTo>
                  <a:cubicBezTo>
                    <a:pt x="734" y="12056"/>
                    <a:pt x="800" y="11733"/>
                    <a:pt x="910" y="11424"/>
                  </a:cubicBezTo>
                  <a:cubicBezTo>
                    <a:pt x="1049" y="11317"/>
                    <a:pt x="1187" y="11210"/>
                    <a:pt x="1317" y="11098"/>
                  </a:cubicBezTo>
                  <a:lnTo>
                    <a:pt x="1317" y="11101"/>
                  </a:lnTo>
                  <a:cubicBezTo>
                    <a:pt x="1317" y="11101"/>
                    <a:pt x="1317" y="11101"/>
                    <a:pt x="1317" y="11101"/>
                  </a:cubicBezTo>
                  <a:cubicBezTo>
                    <a:pt x="1317" y="11101"/>
                    <a:pt x="1318" y="11097"/>
                    <a:pt x="1320" y="11095"/>
                  </a:cubicBezTo>
                  <a:cubicBezTo>
                    <a:pt x="1597" y="10855"/>
                    <a:pt x="1857" y="10601"/>
                    <a:pt x="2105" y="10339"/>
                  </a:cubicBezTo>
                  <a:close/>
                  <a:moveTo>
                    <a:pt x="15556" y="1250"/>
                  </a:moveTo>
                  <a:lnTo>
                    <a:pt x="15556" y="1250"/>
                  </a:lnTo>
                  <a:cubicBezTo>
                    <a:pt x="15461" y="1383"/>
                    <a:pt x="15365" y="1519"/>
                    <a:pt x="15270" y="1652"/>
                  </a:cubicBezTo>
                  <a:cubicBezTo>
                    <a:pt x="15311" y="1534"/>
                    <a:pt x="15215" y="1428"/>
                    <a:pt x="15122" y="1428"/>
                  </a:cubicBezTo>
                  <a:cubicBezTo>
                    <a:pt x="15078" y="1428"/>
                    <a:pt x="15035" y="1451"/>
                    <a:pt x="15007" y="1507"/>
                  </a:cubicBezTo>
                  <a:cubicBezTo>
                    <a:pt x="14566" y="2411"/>
                    <a:pt x="14081" y="3297"/>
                    <a:pt x="13578" y="4181"/>
                  </a:cubicBezTo>
                  <a:cubicBezTo>
                    <a:pt x="12900" y="5249"/>
                    <a:pt x="12242" y="6331"/>
                    <a:pt x="11595" y="7428"/>
                  </a:cubicBezTo>
                  <a:cubicBezTo>
                    <a:pt x="10381" y="9311"/>
                    <a:pt x="9103" y="11155"/>
                    <a:pt x="7840" y="12967"/>
                  </a:cubicBezTo>
                  <a:lnTo>
                    <a:pt x="7840" y="12967"/>
                  </a:lnTo>
                  <a:cubicBezTo>
                    <a:pt x="10239" y="9490"/>
                    <a:pt x="12558" y="5988"/>
                    <a:pt x="14023" y="1940"/>
                  </a:cubicBezTo>
                  <a:lnTo>
                    <a:pt x="14023" y="1937"/>
                  </a:lnTo>
                  <a:cubicBezTo>
                    <a:pt x="14060" y="1835"/>
                    <a:pt x="13964" y="1745"/>
                    <a:pt x="13871" y="1745"/>
                  </a:cubicBezTo>
                  <a:cubicBezTo>
                    <a:pt x="13835" y="1745"/>
                    <a:pt x="13799" y="1759"/>
                    <a:pt x="13772" y="1790"/>
                  </a:cubicBezTo>
                  <a:cubicBezTo>
                    <a:pt x="12132" y="3661"/>
                    <a:pt x="11029" y="5864"/>
                    <a:pt x="9609" y="7890"/>
                  </a:cubicBezTo>
                  <a:cubicBezTo>
                    <a:pt x="9305" y="8323"/>
                    <a:pt x="8991" y="8748"/>
                    <a:pt x="8682" y="9172"/>
                  </a:cubicBezTo>
                  <a:cubicBezTo>
                    <a:pt x="10146" y="7030"/>
                    <a:pt x="11534" y="4865"/>
                    <a:pt x="12591" y="2445"/>
                  </a:cubicBezTo>
                  <a:cubicBezTo>
                    <a:pt x="12625" y="2359"/>
                    <a:pt x="12579" y="2258"/>
                    <a:pt x="12487" y="2229"/>
                  </a:cubicBezTo>
                  <a:cubicBezTo>
                    <a:pt x="13489" y="1839"/>
                    <a:pt x="14514" y="1513"/>
                    <a:pt x="15556" y="1250"/>
                  </a:cubicBezTo>
                  <a:close/>
                  <a:moveTo>
                    <a:pt x="5163" y="9432"/>
                  </a:moveTo>
                  <a:lnTo>
                    <a:pt x="5163" y="9432"/>
                  </a:lnTo>
                  <a:cubicBezTo>
                    <a:pt x="4556" y="10442"/>
                    <a:pt x="3875" y="11418"/>
                    <a:pt x="3214" y="12391"/>
                  </a:cubicBezTo>
                  <a:cubicBezTo>
                    <a:pt x="3227" y="12372"/>
                    <a:pt x="3234" y="12363"/>
                    <a:pt x="3234" y="12363"/>
                  </a:cubicBezTo>
                  <a:lnTo>
                    <a:pt x="3234" y="12363"/>
                  </a:lnTo>
                  <a:cubicBezTo>
                    <a:pt x="3239" y="12363"/>
                    <a:pt x="2983" y="12764"/>
                    <a:pt x="2674" y="13243"/>
                  </a:cubicBezTo>
                  <a:cubicBezTo>
                    <a:pt x="2706" y="13168"/>
                    <a:pt x="2737" y="13096"/>
                    <a:pt x="2769" y="13021"/>
                  </a:cubicBezTo>
                  <a:cubicBezTo>
                    <a:pt x="3269" y="12247"/>
                    <a:pt x="3774" y="11479"/>
                    <a:pt x="4282" y="10711"/>
                  </a:cubicBezTo>
                  <a:cubicBezTo>
                    <a:pt x="4568" y="10278"/>
                    <a:pt x="4868" y="9856"/>
                    <a:pt x="5163" y="9432"/>
                  </a:cubicBezTo>
                  <a:close/>
                  <a:moveTo>
                    <a:pt x="8994" y="4166"/>
                  </a:moveTo>
                  <a:lnTo>
                    <a:pt x="8994" y="4166"/>
                  </a:lnTo>
                  <a:cubicBezTo>
                    <a:pt x="8523" y="4974"/>
                    <a:pt x="8021" y="5763"/>
                    <a:pt x="7492" y="6533"/>
                  </a:cubicBezTo>
                  <a:cubicBezTo>
                    <a:pt x="6101" y="8641"/>
                    <a:pt x="4750" y="10656"/>
                    <a:pt x="3549" y="12882"/>
                  </a:cubicBezTo>
                  <a:cubicBezTo>
                    <a:pt x="3269" y="13402"/>
                    <a:pt x="2752" y="13904"/>
                    <a:pt x="2299" y="14164"/>
                  </a:cubicBezTo>
                  <a:cubicBezTo>
                    <a:pt x="2316" y="14123"/>
                    <a:pt x="2330" y="14083"/>
                    <a:pt x="2348" y="14043"/>
                  </a:cubicBezTo>
                  <a:lnTo>
                    <a:pt x="2348" y="14040"/>
                  </a:lnTo>
                  <a:cubicBezTo>
                    <a:pt x="3823" y="12007"/>
                    <a:pt x="5226" y="9931"/>
                    <a:pt x="6378" y="7708"/>
                  </a:cubicBezTo>
                  <a:cubicBezTo>
                    <a:pt x="6589" y="7417"/>
                    <a:pt x="6797" y="7122"/>
                    <a:pt x="7007" y="6831"/>
                  </a:cubicBezTo>
                  <a:cubicBezTo>
                    <a:pt x="7668" y="5942"/>
                    <a:pt x="8330" y="5052"/>
                    <a:pt x="8994" y="4166"/>
                  </a:cubicBezTo>
                  <a:close/>
                  <a:moveTo>
                    <a:pt x="6263" y="6614"/>
                  </a:moveTo>
                  <a:cubicBezTo>
                    <a:pt x="5549" y="7460"/>
                    <a:pt x="5047" y="8523"/>
                    <a:pt x="4470" y="9461"/>
                  </a:cubicBezTo>
                  <a:cubicBezTo>
                    <a:pt x="3785" y="10575"/>
                    <a:pt x="3159" y="11667"/>
                    <a:pt x="2619" y="12792"/>
                  </a:cubicBezTo>
                  <a:cubicBezTo>
                    <a:pt x="2293" y="13298"/>
                    <a:pt x="1975" y="13812"/>
                    <a:pt x="1652" y="14323"/>
                  </a:cubicBezTo>
                  <a:cubicBezTo>
                    <a:pt x="1343" y="14227"/>
                    <a:pt x="1317" y="13685"/>
                    <a:pt x="1990" y="12377"/>
                  </a:cubicBezTo>
                  <a:cubicBezTo>
                    <a:pt x="2489" y="11407"/>
                    <a:pt x="3171" y="10520"/>
                    <a:pt x="3809" y="9643"/>
                  </a:cubicBezTo>
                  <a:cubicBezTo>
                    <a:pt x="4571" y="8595"/>
                    <a:pt x="5425" y="7605"/>
                    <a:pt x="6263" y="6614"/>
                  </a:cubicBezTo>
                  <a:close/>
                  <a:moveTo>
                    <a:pt x="12334" y="2287"/>
                  </a:moveTo>
                  <a:lnTo>
                    <a:pt x="12334" y="2287"/>
                  </a:lnTo>
                  <a:cubicBezTo>
                    <a:pt x="11475" y="3200"/>
                    <a:pt x="10664" y="4157"/>
                    <a:pt x="9905" y="5153"/>
                  </a:cubicBezTo>
                  <a:lnTo>
                    <a:pt x="9905" y="5153"/>
                  </a:lnTo>
                  <a:cubicBezTo>
                    <a:pt x="10232" y="4572"/>
                    <a:pt x="10558" y="3994"/>
                    <a:pt x="10859" y="3392"/>
                  </a:cubicBezTo>
                  <a:cubicBezTo>
                    <a:pt x="10920" y="3270"/>
                    <a:pt x="10826" y="3168"/>
                    <a:pt x="10725" y="3168"/>
                  </a:cubicBezTo>
                  <a:cubicBezTo>
                    <a:pt x="10679" y="3168"/>
                    <a:pt x="10631" y="3190"/>
                    <a:pt x="10596" y="3239"/>
                  </a:cubicBezTo>
                  <a:cubicBezTo>
                    <a:pt x="8217" y="6557"/>
                    <a:pt x="6248" y="10128"/>
                    <a:pt x="3990" y="13526"/>
                  </a:cubicBezTo>
                  <a:cubicBezTo>
                    <a:pt x="2786" y="15340"/>
                    <a:pt x="2185" y="16002"/>
                    <a:pt x="1960" y="16002"/>
                  </a:cubicBezTo>
                  <a:cubicBezTo>
                    <a:pt x="1854" y="16002"/>
                    <a:pt x="1831" y="15858"/>
                    <a:pt x="1866" y="15619"/>
                  </a:cubicBezTo>
                  <a:cubicBezTo>
                    <a:pt x="2902" y="14585"/>
                    <a:pt x="3606" y="13370"/>
                    <a:pt x="4340" y="12013"/>
                  </a:cubicBezTo>
                  <a:cubicBezTo>
                    <a:pt x="5925" y="9077"/>
                    <a:pt x="7983" y="6456"/>
                    <a:pt x="9617" y="3548"/>
                  </a:cubicBezTo>
                  <a:cubicBezTo>
                    <a:pt x="10498" y="3072"/>
                    <a:pt x="11404" y="2650"/>
                    <a:pt x="12334" y="2287"/>
                  </a:cubicBezTo>
                  <a:close/>
                  <a:moveTo>
                    <a:pt x="4579" y="13018"/>
                  </a:moveTo>
                  <a:cubicBezTo>
                    <a:pt x="3693" y="14519"/>
                    <a:pt x="2856" y="16037"/>
                    <a:pt x="2102" y="17568"/>
                  </a:cubicBezTo>
                  <a:cubicBezTo>
                    <a:pt x="2050" y="17264"/>
                    <a:pt x="1978" y="16967"/>
                    <a:pt x="1889" y="16673"/>
                  </a:cubicBezTo>
                  <a:cubicBezTo>
                    <a:pt x="1886" y="16661"/>
                    <a:pt x="1880" y="16650"/>
                    <a:pt x="1877" y="16635"/>
                  </a:cubicBezTo>
                  <a:cubicBezTo>
                    <a:pt x="2841" y="15472"/>
                    <a:pt x="3734" y="14262"/>
                    <a:pt x="4579" y="13018"/>
                  </a:cubicBezTo>
                  <a:close/>
                  <a:moveTo>
                    <a:pt x="8829" y="18663"/>
                  </a:moveTo>
                  <a:cubicBezTo>
                    <a:pt x="8810" y="18696"/>
                    <a:pt x="8792" y="18728"/>
                    <a:pt x="8774" y="18760"/>
                  </a:cubicBezTo>
                  <a:lnTo>
                    <a:pt x="8829" y="18663"/>
                  </a:lnTo>
                  <a:close/>
                  <a:moveTo>
                    <a:pt x="9352" y="11343"/>
                  </a:moveTo>
                  <a:lnTo>
                    <a:pt x="9352" y="11343"/>
                  </a:lnTo>
                  <a:cubicBezTo>
                    <a:pt x="7853" y="13988"/>
                    <a:pt x="6346" y="16618"/>
                    <a:pt x="4698" y="19109"/>
                  </a:cubicBezTo>
                  <a:cubicBezTo>
                    <a:pt x="5639" y="17599"/>
                    <a:pt x="7028" y="14874"/>
                    <a:pt x="8468" y="12562"/>
                  </a:cubicBezTo>
                  <a:cubicBezTo>
                    <a:pt x="8763" y="12157"/>
                    <a:pt x="9057" y="11750"/>
                    <a:pt x="9352" y="11343"/>
                  </a:cubicBezTo>
                  <a:close/>
                  <a:moveTo>
                    <a:pt x="19424" y="684"/>
                  </a:moveTo>
                  <a:cubicBezTo>
                    <a:pt x="17421" y="3805"/>
                    <a:pt x="15391" y="6912"/>
                    <a:pt x="13376" y="10027"/>
                  </a:cubicBezTo>
                  <a:cubicBezTo>
                    <a:pt x="12166" y="11898"/>
                    <a:pt x="10980" y="13783"/>
                    <a:pt x="9814" y="15679"/>
                  </a:cubicBezTo>
                  <a:cubicBezTo>
                    <a:pt x="9545" y="16113"/>
                    <a:pt x="7640" y="19711"/>
                    <a:pt x="7514" y="19711"/>
                  </a:cubicBezTo>
                  <a:cubicBezTo>
                    <a:pt x="7484" y="19711"/>
                    <a:pt x="7555" y="19507"/>
                    <a:pt x="7772" y="19008"/>
                  </a:cubicBezTo>
                  <a:cubicBezTo>
                    <a:pt x="8615" y="17083"/>
                    <a:pt x="9684" y="15293"/>
                    <a:pt x="10824" y="13549"/>
                  </a:cubicBezTo>
                  <a:cubicBezTo>
                    <a:pt x="11205" y="12989"/>
                    <a:pt x="11583" y="12423"/>
                    <a:pt x="11956" y="11857"/>
                  </a:cubicBezTo>
                  <a:lnTo>
                    <a:pt x="11956" y="11857"/>
                  </a:lnTo>
                  <a:cubicBezTo>
                    <a:pt x="11889" y="11953"/>
                    <a:pt x="11822" y="12050"/>
                    <a:pt x="11755" y="12146"/>
                  </a:cubicBezTo>
                  <a:lnTo>
                    <a:pt x="11755" y="12146"/>
                  </a:lnTo>
                  <a:cubicBezTo>
                    <a:pt x="11879" y="11964"/>
                    <a:pt x="12003" y="11782"/>
                    <a:pt x="12126" y="11600"/>
                  </a:cubicBezTo>
                  <a:cubicBezTo>
                    <a:pt x="13463" y="9556"/>
                    <a:pt x="14713" y="7466"/>
                    <a:pt x="15720" y="5312"/>
                  </a:cubicBezTo>
                  <a:cubicBezTo>
                    <a:pt x="16342" y="4233"/>
                    <a:pt x="16975" y="3076"/>
                    <a:pt x="17251" y="2211"/>
                  </a:cubicBezTo>
                  <a:lnTo>
                    <a:pt x="17251" y="2211"/>
                  </a:lnTo>
                  <a:cubicBezTo>
                    <a:pt x="16448" y="4737"/>
                    <a:pt x="15159" y="7024"/>
                    <a:pt x="13717" y="9241"/>
                  </a:cubicBezTo>
                  <a:cubicBezTo>
                    <a:pt x="15426" y="6666"/>
                    <a:pt x="17011" y="4019"/>
                    <a:pt x="17969" y="996"/>
                  </a:cubicBezTo>
                  <a:cubicBezTo>
                    <a:pt x="17995" y="915"/>
                    <a:pt x="17938" y="840"/>
                    <a:pt x="17865" y="809"/>
                  </a:cubicBezTo>
                  <a:cubicBezTo>
                    <a:pt x="18382" y="739"/>
                    <a:pt x="18902" y="699"/>
                    <a:pt x="19424" y="684"/>
                  </a:cubicBezTo>
                  <a:close/>
                  <a:moveTo>
                    <a:pt x="21422" y="1490"/>
                  </a:moveTo>
                  <a:cubicBezTo>
                    <a:pt x="20126" y="5232"/>
                    <a:pt x="17819" y="8667"/>
                    <a:pt x="15807" y="12048"/>
                  </a:cubicBezTo>
                  <a:cubicBezTo>
                    <a:pt x="14297" y="14580"/>
                    <a:pt x="13108" y="17371"/>
                    <a:pt x="11439" y="19799"/>
                  </a:cubicBezTo>
                  <a:cubicBezTo>
                    <a:pt x="9975" y="19909"/>
                    <a:pt x="8581" y="20492"/>
                    <a:pt x="7126" y="20911"/>
                  </a:cubicBezTo>
                  <a:cubicBezTo>
                    <a:pt x="10844" y="14392"/>
                    <a:pt x="15016" y="8159"/>
                    <a:pt x="19084" y="1857"/>
                  </a:cubicBezTo>
                  <a:lnTo>
                    <a:pt x="19084" y="1857"/>
                  </a:lnTo>
                  <a:cubicBezTo>
                    <a:pt x="17202" y="4773"/>
                    <a:pt x="15083" y="8086"/>
                    <a:pt x="13021" y="11473"/>
                  </a:cubicBezTo>
                  <a:cubicBezTo>
                    <a:pt x="12880" y="11707"/>
                    <a:pt x="12735" y="11941"/>
                    <a:pt x="12594" y="12175"/>
                  </a:cubicBezTo>
                  <a:cubicBezTo>
                    <a:pt x="11375" y="14190"/>
                    <a:pt x="10189" y="16219"/>
                    <a:pt x="9086" y="18211"/>
                  </a:cubicBezTo>
                  <a:lnTo>
                    <a:pt x="8829" y="18663"/>
                  </a:lnTo>
                  <a:lnTo>
                    <a:pt x="8829" y="18663"/>
                  </a:lnTo>
                  <a:cubicBezTo>
                    <a:pt x="8875" y="18585"/>
                    <a:pt x="8923" y="18506"/>
                    <a:pt x="8968" y="18428"/>
                  </a:cubicBezTo>
                  <a:lnTo>
                    <a:pt x="8968" y="18428"/>
                  </a:lnTo>
                  <a:cubicBezTo>
                    <a:pt x="8662" y="18985"/>
                    <a:pt x="8353" y="19542"/>
                    <a:pt x="8064" y="20088"/>
                  </a:cubicBezTo>
                  <a:cubicBezTo>
                    <a:pt x="7994" y="20217"/>
                    <a:pt x="8107" y="20335"/>
                    <a:pt x="8217" y="20335"/>
                  </a:cubicBezTo>
                  <a:cubicBezTo>
                    <a:pt x="8266" y="20335"/>
                    <a:pt x="8315" y="20311"/>
                    <a:pt x="8347" y="20253"/>
                  </a:cubicBezTo>
                  <a:cubicBezTo>
                    <a:pt x="11471" y="14398"/>
                    <a:pt x="15385" y="9013"/>
                    <a:pt x="18936" y="3418"/>
                  </a:cubicBezTo>
                  <a:cubicBezTo>
                    <a:pt x="18998" y="3321"/>
                    <a:pt x="19035" y="3278"/>
                    <a:pt x="19052" y="3278"/>
                  </a:cubicBezTo>
                  <a:cubicBezTo>
                    <a:pt x="19148" y="3278"/>
                    <a:pt x="18615" y="4646"/>
                    <a:pt x="18281" y="5465"/>
                  </a:cubicBezTo>
                  <a:cubicBezTo>
                    <a:pt x="16618" y="7948"/>
                    <a:pt x="14981" y="10480"/>
                    <a:pt x="13506" y="13052"/>
                  </a:cubicBezTo>
                  <a:cubicBezTo>
                    <a:pt x="12120" y="15206"/>
                    <a:pt x="10836" y="17403"/>
                    <a:pt x="9796" y="19773"/>
                  </a:cubicBezTo>
                  <a:cubicBezTo>
                    <a:pt x="9739" y="19902"/>
                    <a:pt x="9844" y="20021"/>
                    <a:pt x="9950" y="20021"/>
                  </a:cubicBezTo>
                  <a:cubicBezTo>
                    <a:pt x="9998" y="20021"/>
                    <a:pt x="10046" y="19996"/>
                    <a:pt x="10079" y="19938"/>
                  </a:cubicBezTo>
                  <a:cubicBezTo>
                    <a:pt x="12002" y="16592"/>
                    <a:pt x="13965" y="13272"/>
                    <a:pt x="15972" y="9978"/>
                  </a:cubicBezTo>
                  <a:cubicBezTo>
                    <a:pt x="17559" y="7377"/>
                    <a:pt x="20438" y="4331"/>
                    <a:pt x="21422" y="1490"/>
                  </a:cubicBezTo>
                  <a:close/>
                  <a:moveTo>
                    <a:pt x="9868" y="14938"/>
                  </a:moveTo>
                  <a:cubicBezTo>
                    <a:pt x="8598" y="16880"/>
                    <a:pt x="7440" y="18884"/>
                    <a:pt x="6606" y="21049"/>
                  </a:cubicBezTo>
                  <a:cubicBezTo>
                    <a:pt x="6303" y="21127"/>
                    <a:pt x="5994" y="21188"/>
                    <a:pt x="5679" y="21234"/>
                  </a:cubicBezTo>
                  <a:cubicBezTo>
                    <a:pt x="6929" y="19306"/>
                    <a:pt x="8208" y="17394"/>
                    <a:pt x="9490" y="15486"/>
                  </a:cubicBezTo>
                  <a:lnTo>
                    <a:pt x="9868" y="14938"/>
                  </a:lnTo>
                  <a:close/>
                  <a:moveTo>
                    <a:pt x="22067" y="0"/>
                  </a:moveTo>
                  <a:cubicBezTo>
                    <a:pt x="22010" y="0"/>
                    <a:pt x="21952" y="24"/>
                    <a:pt x="21916" y="78"/>
                  </a:cubicBezTo>
                  <a:cubicBezTo>
                    <a:pt x="21841" y="191"/>
                    <a:pt x="21763" y="306"/>
                    <a:pt x="21688" y="419"/>
                  </a:cubicBezTo>
                  <a:cubicBezTo>
                    <a:pt x="21131" y="306"/>
                    <a:pt x="20562" y="246"/>
                    <a:pt x="19993" y="246"/>
                  </a:cubicBezTo>
                  <a:cubicBezTo>
                    <a:pt x="19961" y="191"/>
                    <a:pt x="19905" y="155"/>
                    <a:pt x="19846" y="155"/>
                  </a:cubicBezTo>
                  <a:cubicBezTo>
                    <a:pt x="19799" y="155"/>
                    <a:pt x="19751" y="179"/>
                    <a:pt x="19713" y="237"/>
                  </a:cubicBezTo>
                  <a:cubicBezTo>
                    <a:pt x="19713" y="240"/>
                    <a:pt x="19710" y="240"/>
                    <a:pt x="19707" y="243"/>
                  </a:cubicBezTo>
                  <a:cubicBezTo>
                    <a:pt x="18668" y="257"/>
                    <a:pt x="17565" y="416"/>
                    <a:pt x="16459" y="667"/>
                  </a:cubicBezTo>
                  <a:cubicBezTo>
                    <a:pt x="16485" y="563"/>
                    <a:pt x="16517" y="465"/>
                    <a:pt x="16540" y="364"/>
                  </a:cubicBezTo>
                  <a:cubicBezTo>
                    <a:pt x="16563" y="252"/>
                    <a:pt x="16482" y="181"/>
                    <a:pt x="16396" y="181"/>
                  </a:cubicBezTo>
                  <a:cubicBezTo>
                    <a:pt x="16349" y="181"/>
                    <a:pt x="16301" y="202"/>
                    <a:pt x="16266" y="248"/>
                  </a:cubicBezTo>
                  <a:cubicBezTo>
                    <a:pt x="16127" y="430"/>
                    <a:pt x="16000" y="624"/>
                    <a:pt x="15868" y="809"/>
                  </a:cubicBezTo>
                  <a:cubicBezTo>
                    <a:pt x="13691" y="1363"/>
                    <a:pt x="11552" y="2240"/>
                    <a:pt x="9900" y="3058"/>
                  </a:cubicBezTo>
                  <a:cubicBezTo>
                    <a:pt x="9938" y="2962"/>
                    <a:pt x="9855" y="2858"/>
                    <a:pt x="9770" y="2858"/>
                  </a:cubicBezTo>
                  <a:cubicBezTo>
                    <a:pt x="9738" y="2858"/>
                    <a:pt x="9707" y="2871"/>
                    <a:pt x="9681" y="2904"/>
                  </a:cubicBezTo>
                  <a:cubicBezTo>
                    <a:pt x="9568" y="3049"/>
                    <a:pt x="9461" y="3193"/>
                    <a:pt x="9349" y="3338"/>
                  </a:cubicBezTo>
                  <a:cubicBezTo>
                    <a:pt x="8927" y="3557"/>
                    <a:pt x="8543" y="3771"/>
                    <a:pt x="8211" y="3964"/>
                  </a:cubicBezTo>
                  <a:cubicBezTo>
                    <a:pt x="5310" y="5688"/>
                    <a:pt x="1617" y="8606"/>
                    <a:pt x="200" y="11727"/>
                  </a:cubicBezTo>
                  <a:cubicBezTo>
                    <a:pt x="6" y="12160"/>
                    <a:pt x="1" y="12651"/>
                    <a:pt x="90" y="13148"/>
                  </a:cubicBezTo>
                  <a:cubicBezTo>
                    <a:pt x="87" y="13148"/>
                    <a:pt x="87" y="13150"/>
                    <a:pt x="84" y="13153"/>
                  </a:cubicBezTo>
                  <a:cubicBezTo>
                    <a:pt x="32" y="13220"/>
                    <a:pt x="58" y="13318"/>
                    <a:pt x="139" y="13350"/>
                  </a:cubicBezTo>
                  <a:cubicBezTo>
                    <a:pt x="217" y="13676"/>
                    <a:pt x="321" y="13996"/>
                    <a:pt x="448" y="14308"/>
                  </a:cubicBezTo>
                  <a:cubicBezTo>
                    <a:pt x="448" y="14372"/>
                    <a:pt x="437" y="14435"/>
                    <a:pt x="442" y="14499"/>
                  </a:cubicBezTo>
                  <a:cubicBezTo>
                    <a:pt x="442" y="14525"/>
                    <a:pt x="462" y="14539"/>
                    <a:pt x="483" y="14539"/>
                  </a:cubicBezTo>
                  <a:cubicBezTo>
                    <a:pt x="502" y="14539"/>
                    <a:pt x="522" y="14527"/>
                    <a:pt x="526" y="14502"/>
                  </a:cubicBezTo>
                  <a:cubicBezTo>
                    <a:pt x="592" y="14660"/>
                    <a:pt x="659" y="14813"/>
                    <a:pt x="725" y="14958"/>
                  </a:cubicBezTo>
                  <a:cubicBezTo>
                    <a:pt x="708" y="15223"/>
                    <a:pt x="717" y="15492"/>
                    <a:pt x="745" y="15755"/>
                  </a:cubicBezTo>
                  <a:cubicBezTo>
                    <a:pt x="725" y="15786"/>
                    <a:pt x="705" y="15818"/>
                    <a:pt x="688" y="15850"/>
                  </a:cubicBezTo>
                  <a:cubicBezTo>
                    <a:pt x="627" y="15948"/>
                    <a:pt x="702" y="16023"/>
                    <a:pt x="786" y="16032"/>
                  </a:cubicBezTo>
                  <a:cubicBezTo>
                    <a:pt x="800" y="16110"/>
                    <a:pt x="803" y="16188"/>
                    <a:pt x="823" y="16268"/>
                  </a:cubicBezTo>
                  <a:cubicBezTo>
                    <a:pt x="838" y="16325"/>
                    <a:pt x="904" y="16373"/>
                    <a:pt x="965" y="16373"/>
                  </a:cubicBezTo>
                  <a:cubicBezTo>
                    <a:pt x="988" y="16373"/>
                    <a:pt x="1010" y="16367"/>
                    <a:pt x="1028" y="16352"/>
                  </a:cubicBezTo>
                  <a:cubicBezTo>
                    <a:pt x="1101" y="16297"/>
                    <a:pt x="1158" y="16242"/>
                    <a:pt x="1222" y="16190"/>
                  </a:cubicBezTo>
                  <a:cubicBezTo>
                    <a:pt x="1254" y="16286"/>
                    <a:pt x="1280" y="16381"/>
                    <a:pt x="1306" y="16473"/>
                  </a:cubicBezTo>
                  <a:cubicBezTo>
                    <a:pt x="1254" y="16696"/>
                    <a:pt x="1199" y="16915"/>
                    <a:pt x="1158" y="17143"/>
                  </a:cubicBezTo>
                  <a:cubicBezTo>
                    <a:pt x="1144" y="17222"/>
                    <a:pt x="1210" y="17300"/>
                    <a:pt x="1280" y="17300"/>
                  </a:cubicBezTo>
                  <a:cubicBezTo>
                    <a:pt x="1307" y="17300"/>
                    <a:pt x="1334" y="17289"/>
                    <a:pt x="1357" y="17262"/>
                  </a:cubicBezTo>
                  <a:cubicBezTo>
                    <a:pt x="1395" y="17221"/>
                    <a:pt x="1424" y="17178"/>
                    <a:pt x="1459" y="17140"/>
                  </a:cubicBezTo>
                  <a:cubicBezTo>
                    <a:pt x="1811" y="18994"/>
                    <a:pt x="1554" y="20538"/>
                    <a:pt x="3003" y="22002"/>
                  </a:cubicBezTo>
                  <a:cubicBezTo>
                    <a:pt x="3029" y="22028"/>
                    <a:pt x="3057" y="22039"/>
                    <a:pt x="3084" y="22039"/>
                  </a:cubicBezTo>
                  <a:cubicBezTo>
                    <a:pt x="3172" y="22039"/>
                    <a:pt x="3246" y="21923"/>
                    <a:pt x="3171" y="21835"/>
                  </a:cubicBezTo>
                  <a:cubicBezTo>
                    <a:pt x="2590" y="21153"/>
                    <a:pt x="2414" y="19438"/>
                    <a:pt x="2186" y="18038"/>
                  </a:cubicBezTo>
                  <a:lnTo>
                    <a:pt x="2186" y="18035"/>
                  </a:lnTo>
                  <a:cubicBezTo>
                    <a:pt x="3580" y="15734"/>
                    <a:pt x="4917" y="13402"/>
                    <a:pt x="6297" y="11092"/>
                  </a:cubicBezTo>
                  <a:cubicBezTo>
                    <a:pt x="7689" y="8762"/>
                    <a:pt x="11000" y="5356"/>
                    <a:pt x="11779" y="3560"/>
                  </a:cubicBezTo>
                  <a:lnTo>
                    <a:pt x="11779" y="3560"/>
                  </a:lnTo>
                  <a:cubicBezTo>
                    <a:pt x="10099" y="7431"/>
                    <a:pt x="7357" y="10673"/>
                    <a:pt x="5067" y="14196"/>
                  </a:cubicBezTo>
                  <a:cubicBezTo>
                    <a:pt x="4553" y="14958"/>
                    <a:pt x="4054" y="15734"/>
                    <a:pt x="3589" y="16540"/>
                  </a:cubicBezTo>
                  <a:cubicBezTo>
                    <a:pt x="2837" y="17841"/>
                    <a:pt x="2609" y="18271"/>
                    <a:pt x="2640" y="18271"/>
                  </a:cubicBezTo>
                  <a:cubicBezTo>
                    <a:pt x="2665" y="18271"/>
                    <a:pt x="2844" y="18014"/>
                    <a:pt x="3055" y="17703"/>
                  </a:cubicBezTo>
                  <a:lnTo>
                    <a:pt x="3055" y="17703"/>
                  </a:lnTo>
                  <a:cubicBezTo>
                    <a:pt x="2818" y="18188"/>
                    <a:pt x="2593" y="18676"/>
                    <a:pt x="2391" y="19181"/>
                  </a:cubicBezTo>
                  <a:cubicBezTo>
                    <a:pt x="2347" y="19290"/>
                    <a:pt x="2436" y="19360"/>
                    <a:pt x="2528" y="19360"/>
                  </a:cubicBezTo>
                  <a:cubicBezTo>
                    <a:pt x="2588" y="19360"/>
                    <a:pt x="2650" y="19330"/>
                    <a:pt x="2677" y="19262"/>
                  </a:cubicBezTo>
                  <a:cubicBezTo>
                    <a:pt x="4978" y="13616"/>
                    <a:pt x="9305" y="8896"/>
                    <a:pt x="12570" y="3783"/>
                  </a:cubicBezTo>
                  <a:lnTo>
                    <a:pt x="12570" y="3783"/>
                  </a:lnTo>
                  <a:cubicBezTo>
                    <a:pt x="12206" y="4354"/>
                    <a:pt x="11788" y="6271"/>
                    <a:pt x="11332" y="7111"/>
                  </a:cubicBezTo>
                  <a:cubicBezTo>
                    <a:pt x="10610" y="8439"/>
                    <a:pt x="9753" y="9695"/>
                    <a:pt x="8921" y="10956"/>
                  </a:cubicBezTo>
                  <a:cubicBezTo>
                    <a:pt x="6993" y="13869"/>
                    <a:pt x="4897" y="16661"/>
                    <a:pt x="3032" y="19617"/>
                  </a:cubicBezTo>
                  <a:cubicBezTo>
                    <a:pt x="2960" y="19734"/>
                    <a:pt x="3062" y="19839"/>
                    <a:pt x="3168" y="19839"/>
                  </a:cubicBezTo>
                  <a:cubicBezTo>
                    <a:pt x="3214" y="19839"/>
                    <a:pt x="3261" y="19819"/>
                    <a:pt x="3295" y="19770"/>
                  </a:cubicBezTo>
                  <a:cubicBezTo>
                    <a:pt x="3895" y="18898"/>
                    <a:pt x="4519" y="18044"/>
                    <a:pt x="5137" y="17184"/>
                  </a:cubicBezTo>
                  <a:lnTo>
                    <a:pt x="5137" y="17184"/>
                  </a:lnTo>
                  <a:cubicBezTo>
                    <a:pt x="4493" y="18364"/>
                    <a:pt x="3924" y="19594"/>
                    <a:pt x="3488" y="20911"/>
                  </a:cubicBezTo>
                  <a:cubicBezTo>
                    <a:pt x="3450" y="21026"/>
                    <a:pt x="3543" y="21101"/>
                    <a:pt x="3638" y="21101"/>
                  </a:cubicBezTo>
                  <a:cubicBezTo>
                    <a:pt x="3688" y="21101"/>
                    <a:pt x="3739" y="21080"/>
                    <a:pt x="3771" y="21032"/>
                  </a:cubicBezTo>
                  <a:cubicBezTo>
                    <a:pt x="6289" y="17345"/>
                    <a:pt x="8705" y="13595"/>
                    <a:pt x="11020" y="9784"/>
                  </a:cubicBezTo>
                  <a:cubicBezTo>
                    <a:pt x="12088" y="8017"/>
                    <a:pt x="13064" y="6199"/>
                    <a:pt x="14150" y="4443"/>
                  </a:cubicBezTo>
                  <a:cubicBezTo>
                    <a:pt x="14439" y="3975"/>
                    <a:pt x="15635" y="1450"/>
                    <a:pt x="15865" y="1450"/>
                  </a:cubicBezTo>
                  <a:cubicBezTo>
                    <a:pt x="15942" y="1450"/>
                    <a:pt x="15909" y="1738"/>
                    <a:pt x="15694" y="2489"/>
                  </a:cubicBezTo>
                  <a:cubicBezTo>
                    <a:pt x="13962" y="4856"/>
                    <a:pt x="12738" y="7758"/>
                    <a:pt x="11280" y="10223"/>
                  </a:cubicBezTo>
                  <a:cubicBezTo>
                    <a:pt x="10657" y="11285"/>
                    <a:pt x="10024" y="12342"/>
                    <a:pt x="9389" y="13396"/>
                  </a:cubicBezTo>
                  <a:cubicBezTo>
                    <a:pt x="9978" y="12602"/>
                    <a:pt x="10567" y="11811"/>
                    <a:pt x="11147" y="11014"/>
                  </a:cubicBezTo>
                  <a:cubicBezTo>
                    <a:pt x="12556" y="8598"/>
                    <a:pt x="13928" y="6158"/>
                    <a:pt x="15290" y="3713"/>
                  </a:cubicBezTo>
                  <a:lnTo>
                    <a:pt x="15290" y="3713"/>
                  </a:lnTo>
                  <a:cubicBezTo>
                    <a:pt x="14638" y="5520"/>
                    <a:pt x="13725" y="7209"/>
                    <a:pt x="12672" y="8837"/>
                  </a:cubicBezTo>
                  <a:cubicBezTo>
                    <a:pt x="13959" y="6912"/>
                    <a:pt x="15088" y="4899"/>
                    <a:pt x="15868" y="2682"/>
                  </a:cubicBezTo>
                  <a:cubicBezTo>
                    <a:pt x="16099" y="2280"/>
                    <a:pt x="16224" y="2110"/>
                    <a:pt x="16269" y="2110"/>
                  </a:cubicBezTo>
                  <a:cubicBezTo>
                    <a:pt x="16390" y="2110"/>
                    <a:pt x="15953" y="3301"/>
                    <a:pt x="15455" y="4536"/>
                  </a:cubicBezTo>
                  <a:cubicBezTo>
                    <a:pt x="14799" y="5838"/>
                    <a:pt x="14193" y="7174"/>
                    <a:pt x="13518" y="8471"/>
                  </a:cubicBezTo>
                  <a:cubicBezTo>
                    <a:pt x="12732" y="9698"/>
                    <a:pt x="11878" y="10887"/>
                    <a:pt x="11046" y="12079"/>
                  </a:cubicBezTo>
                  <a:cubicBezTo>
                    <a:pt x="8962" y="15070"/>
                    <a:pt x="7209" y="18209"/>
                    <a:pt x="5275" y="21292"/>
                  </a:cubicBezTo>
                  <a:cubicBezTo>
                    <a:pt x="5070" y="21312"/>
                    <a:pt x="4865" y="21324"/>
                    <a:pt x="4654" y="21326"/>
                  </a:cubicBezTo>
                  <a:cubicBezTo>
                    <a:pt x="6929" y="18044"/>
                    <a:pt x="9025" y="14652"/>
                    <a:pt x="11038" y="11208"/>
                  </a:cubicBezTo>
                  <a:lnTo>
                    <a:pt x="11038" y="11208"/>
                  </a:lnTo>
                  <a:cubicBezTo>
                    <a:pt x="10483" y="11964"/>
                    <a:pt x="9917" y="12717"/>
                    <a:pt x="9346" y="13468"/>
                  </a:cubicBezTo>
                  <a:cubicBezTo>
                    <a:pt x="8607" y="14692"/>
                    <a:pt x="7862" y="15908"/>
                    <a:pt x="7108" y="17120"/>
                  </a:cubicBezTo>
                  <a:cubicBezTo>
                    <a:pt x="6815" y="17587"/>
                    <a:pt x="4598" y="21245"/>
                    <a:pt x="4452" y="21245"/>
                  </a:cubicBezTo>
                  <a:cubicBezTo>
                    <a:pt x="4413" y="21245"/>
                    <a:pt x="4523" y="20983"/>
                    <a:pt x="4857" y="20328"/>
                  </a:cubicBezTo>
                  <a:cubicBezTo>
                    <a:pt x="5991" y="18102"/>
                    <a:pt x="7420" y="16063"/>
                    <a:pt x="8898" y="14063"/>
                  </a:cubicBezTo>
                  <a:lnTo>
                    <a:pt x="8898" y="14063"/>
                  </a:lnTo>
                  <a:cubicBezTo>
                    <a:pt x="7120" y="16398"/>
                    <a:pt x="5368" y="18748"/>
                    <a:pt x="4063" y="21306"/>
                  </a:cubicBezTo>
                  <a:cubicBezTo>
                    <a:pt x="3742" y="21289"/>
                    <a:pt x="3427" y="21243"/>
                    <a:pt x="3116" y="21176"/>
                  </a:cubicBezTo>
                  <a:cubicBezTo>
                    <a:pt x="3108" y="21175"/>
                    <a:pt x="3101" y="21174"/>
                    <a:pt x="3094" y="21174"/>
                  </a:cubicBezTo>
                  <a:cubicBezTo>
                    <a:pt x="3001" y="21174"/>
                    <a:pt x="2970" y="21314"/>
                    <a:pt x="3069" y="21341"/>
                  </a:cubicBezTo>
                  <a:cubicBezTo>
                    <a:pt x="3358" y="21422"/>
                    <a:pt x="3653" y="21488"/>
                    <a:pt x="3950" y="21537"/>
                  </a:cubicBezTo>
                  <a:cubicBezTo>
                    <a:pt x="3800" y="21840"/>
                    <a:pt x="3647" y="22143"/>
                    <a:pt x="3511" y="22452"/>
                  </a:cubicBezTo>
                  <a:cubicBezTo>
                    <a:pt x="3456" y="22574"/>
                    <a:pt x="3546" y="22676"/>
                    <a:pt x="3645" y="22676"/>
                  </a:cubicBezTo>
                  <a:cubicBezTo>
                    <a:pt x="3690" y="22676"/>
                    <a:pt x="3736" y="22655"/>
                    <a:pt x="3771" y="22605"/>
                  </a:cubicBezTo>
                  <a:cubicBezTo>
                    <a:pt x="4008" y="22273"/>
                    <a:pt x="4236" y="21933"/>
                    <a:pt x="4470" y="21598"/>
                  </a:cubicBezTo>
                  <a:cubicBezTo>
                    <a:pt x="4694" y="21621"/>
                    <a:pt x="4919" y="21632"/>
                    <a:pt x="5143" y="21632"/>
                  </a:cubicBezTo>
                  <a:cubicBezTo>
                    <a:pt x="5593" y="21632"/>
                    <a:pt x="6041" y="21586"/>
                    <a:pt x="6482" y="21494"/>
                  </a:cubicBezTo>
                  <a:cubicBezTo>
                    <a:pt x="6511" y="21550"/>
                    <a:pt x="6576" y="21584"/>
                    <a:pt x="6640" y="21584"/>
                  </a:cubicBezTo>
                  <a:cubicBezTo>
                    <a:pt x="6693" y="21584"/>
                    <a:pt x="6744" y="21561"/>
                    <a:pt x="6774" y="21508"/>
                  </a:cubicBezTo>
                  <a:cubicBezTo>
                    <a:pt x="6794" y="21474"/>
                    <a:pt x="6814" y="21439"/>
                    <a:pt x="6834" y="21407"/>
                  </a:cubicBezTo>
                  <a:cubicBezTo>
                    <a:pt x="7784" y="21165"/>
                    <a:pt x="8745" y="20766"/>
                    <a:pt x="9923" y="20316"/>
                  </a:cubicBezTo>
                  <a:cubicBezTo>
                    <a:pt x="10379" y="20137"/>
                    <a:pt x="10862" y="20024"/>
                    <a:pt x="11352" y="19987"/>
                  </a:cubicBezTo>
                  <a:lnTo>
                    <a:pt x="11352" y="19987"/>
                  </a:lnTo>
                  <a:cubicBezTo>
                    <a:pt x="11335" y="20090"/>
                    <a:pt x="11430" y="20175"/>
                    <a:pt x="11528" y="20175"/>
                  </a:cubicBezTo>
                  <a:cubicBezTo>
                    <a:pt x="11579" y="20175"/>
                    <a:pt x="11631" y="20152"/>
                    <a:pt x="11670" y="20097"/>
                  </a:cubicBezTo>
                  <a:cubicBezTo>
                    <a:pt x="11693" y="20059"/>
                    <a:pt x="11716" y="20019"/>
                    <a:pt x="11742" y="19984"/>
                  </a:cubicBezTo>
                  <a:cubicBezTo>
                    <a:pt x="14212" y="20064"/>
                    <a:pt x="15408" y="22542"/>
                    <a:pt x="17853" y="22542"/>
                  </a:cubicBezTo>
                  <a:cubicBezTo>
                    <a:pt x="17969" y="22542"/>
                    <a:pt x="18087" y="22536"/>
                    <a:pt x="18209" y="22525"/>
                  </a:cubicBezTo>
                  <a:cubicBezTo>
                    <a:pt x="19004" y="22447"/>
                    <a:pt x="19748" y="22165"/>
                    <a:pt x="20413" y="22165"/>
                  </a:cubicBezTo>
                  <a:cubicBezTo>
                    <a:pt x="21091" y="22165"/>
                    <a:pt x="21686" y="22459"/>
                    <a:pt x="22167" y="23564"/>
                  </a:cubicBezTo>
                  <a:cubicBezTo>
                    <a:pt x="22892" y="25221"/>
                    <a:pt x="26267" y="26084"/>
                    <a:pt x="26607" y="27213"/>
                  </a:cubicBezTo>
                  <a:cubicBezTo>
                    <a:pt x="26629" y="27288"/>
                    <a:pt x="26688" y="27321"/>
                    <a:pt x="26748" y="27321"/>
                  </a:cubicBezTo>
                  <a:cubicBezTo>
                    <a:pt x="26838" y="27321"/>
                    <a:pt x="26930" y="27247"/>
                    <a:pt x="26899" y="27132"/>
                  </a:cubicBezTo>
                  <a:cubicBezTo>
                    <a:pt x="26573" y="25960"/>
                    <a:pt x="26396" y="25516"/>
                    <a:pt x="25123" y="25414"/>
                  </a:cubicBezTo>
                  <a:cubicBezTo>
                    <a:pt x="23098" y="25247"/>
                    <a:pt x="22452" y="21302"/>
                    <a:pt x="20729" y="21302"/>
                  </a:cubicBezTo>
                  <a:cubicBezTo>
                    <a:pt x="20666" y="21302"/>
                    <a:pt x="20602" y="21307"/>
                    <a:pt x="20536" y="21318"/>
                  </a:cubicBezTo>
                  <a:cubicBezTo>
                    <a:pt x="19880" y="21426"/>
                    <a:pt x="19307" y="21475"/>
                    <a:pt x="18785" y="21475"/>
                  </a:cubicBezTo>
                  <a:cubicBezTo>
                    <a:pt x="16999" y="21475"/>
                    <a:pt x="15812" y="20901"/>
                    <a:pt x="13954" y="20166"/>
                  </a:cubicBezTo>
                  <a:cubicBezTo>
                    <a:pt x="13313" y="19908"/>
                    <a:pt x="12628" y="19776"/>
                    <a:pt x="11938" y="19776"/>
                  </a:cubicBezTo>
                  <a:cubicBezTo>
                    <a:pt x="11916" y="19776"/>
                    <a:pt x="11894" y="19776"/>
                    <a:pt x="11872" y="19776"/>
                  </a:cubicBezTo>
                  <a:cubicBezTo>
                    <a:pt x="13749" y="16996"/>
                    <a:pt x="15154" y="13820"/>
                    <a:pt x="16872" y="10942"/>
                  </a:cubicBezTo>
                  <a:cubicBezTo>
                    <a:pt x="18801" y="7700"/>
                    <a:pt x="20651" y="4469"/>
                    <a:pt x="21965" y="938"/>
                  </a:cubicBezTo>
                  <a:cubicBezTo>
                    <a:pt x="23351" y="1296"/>
                    <a:pt x="24480" y="2047"/>
                    <a:pt x="25132" y="3349"/>
                  </a:cubicBezTo>
                  <a:cubicBezTo>
                    <a:pt x="25149" y="3383"/>
                    <a:pt x="25176" y="3397"/>
                    <a:pt x="25203" y="3397"/>
                  </a:cubicBezTo>
                  <a:cubicBezTo>
                    <a:pt x="25264" y="3397"/>
                    <a:pt x="25328" y="3327"/>
                    <a:pt x="25297" y="3251"/>
                  </a:cubicBezTo>
                  <a:cubicBezTo>
                    <a:pt x="24661" y="1761"/>
                    <a:pt x="23527" y="915"/>
                    <a:pt x="22121" y="520"/>
                  </a:cubicBezTo>
                  <a:cubicBezTo>
                    <a:pt x="22155" y="419"/>
                    <a:pt x="22199" y="318"/>
                    <a:pt x="22233" y="211"/>
                  </a:cubicBezTo>
                  <a:cubicBezTo>
                    <a:pt x="22279" y="85"/>
                    <a:pt x="22174" y="0"/>
                    <a:pt x="2206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8" name="Google Shape;4378;p56"/>
            <p:cNvSpPr/>
            <p:nvPr/>
          </p:nvSpPr>
          <p:spPr>
            <a:xfrm>
              <a:off x="6158125" y="4021950"/>
              <a:ext cx="552250" cy="774725"/>
            </a:xfrm>
            <a:custGeom>
              <a:avLst/>
              <a:gdLst/>
              <a:ahLst/>
              <a:cxnLst/>
              <a:rect l="l" t="t" r="r" b="b"/>
              <a:pathLst>
                <a:path w="22090" h="30989" extrusionOk="0">
                  <a:moveTo>
                    <a:pt x="15989" y="6166"/>
                  </a:moveTo>
                  <a:cubicBezTo>
                    <a:pt x="16269" y="6541"/>
                    <a:pt x="16558" y="6913"/>
                    <a:pt x="16855" y="7280"/>
                  </a:cubicBezTo>
                  <a:cubicBezTo>
                    <a:pt x="16849" y="7283"/>
                    <a:pt x="16844" y="7280"/>
                    <a:pt x="16838" y="7286"/>
                  </a:cubicBezTo>
                  <a:cubicBezTo>
                    <a:pt x="16162" y="8045"/>
                    <a:pt x="15547" y="8845"/>
                    <a:pt x="14956" y="9659"/>
                  </a:cubicBezTo>
                  <a:lnTo>
                    <a:pt x="14956" y="9656"/>
                  </a:lnTo>
                  <a:cubicBezTo>
                    <a:pt x="15412" y="8495"/>
                    <a:pt x="15773" y="7326"/>
                    <a:pt x="15989" y="6166"/>
                  </a:cubicBezTo>
                  <a:close/>
                  <a:moveTo>
                    <a:pt x="12229" y="1494"/>
                  </a:moveTo>
                  <a:cubicBezTo>
                    <a:pt x="12401" y="1494"/>
                    <a:pt x="10586" y="5644"/>
                    <a:pt x="10598" y="5644"/>
                  </a:cubicBezTo>
                  <a:cubicBezTo>
                    <a:pt x="10598" y="5644"/>
                    <a:pt x="10601" y="5640"/>
                    <a:pt x="10605" y="5631"/>
                  </a:cubicBezTo>
                  <a:lnTo>
                    <a:pt x="10605" y="5631"/>
                  </a:lnTo>
                  <a:cubicBezTo>
                    <a:pt x="9737" y="7439"/>
                    <a:pt x="8644" y="9155"/>
                    <a:pt x="7605" y="10869"/>
                  </a:cubicBezTo>
                  <a:cubicBezTo>
                    <a:pt x="7195" y="11544"/>
                    <a:pt x="6794" y="12217"/>
                    <a:pt x="6401" y="12889"/>
                  </a:cubicBezTo>
                  <a:cubicBezTo>
                    <a:pt x="8252" y="9607"/>
                    <a:pt x="9753" y="6033"/>
                    <a:pt x="11416" y="2874"/>
                  </a:cubicBezTo>
                  <a:cubicBezTo>
                    <a:pt x="11941" y="1877"/>
                    <a:pt x="12177" y="1494"/>
                    <a:pt x="12229" y="1494"/>
                  </a:cubicBezTo>
                  <a:close/>
                  <a:moveTo>
                    <a:pt x="10980" y="1051"/>
                  </a:moveTo>
                  <a:cubicBezTo>
                    <a:pt x="11092" y="1051"/>
                    <a:pt x="8823" y="4849"/>
                    <a:pt x="8414" y="5646"/>
                  </a:cubicBezTo>
                  <a:cubicBezTo>
                    <a:pt x="6950" y="8493"/>
                    <a:pt x="5674" y="11385"/>
                    <a:pt x="4011" y="14036"/>
                  </a:cubicBezTo>
                  <a:cubicBezTo>
                    <a:pt x="4857" y="12292"/>
                    <a:pt x="5685" y="10545"/>
                    <a:pt x="6485" y="8767"/>
                  </a:cubicBezTo>
                  <a:cubicBezTo>
                    <a:pt x="7409" y="6717"/>
                    <a:pt x="8492" y="4742"/>
                    <a:pt x="9724" y="2860"/>
                  </a:cubicBezTo>
                  <a:cubicBezTo>
                    <a:pt x="10587" y="1547"/>
                    <a:pt x="10939" y="1051"/>
                    <a:pt x="10980" y="1051"/>
                  </a:cubicBezTo>
                  <a:close/>
                  <a:moveTo>
                    <a:pt x="19378" y="10386"/>
                  </a:moveTo>
                  <a:cubicBezTo>
                    <a:pt x="19549" y="10606"/>
                    <a:pt x="19719" y="10825"/>
                    <a:pt x="19884" y="11048"/>
                  </a:cubicBezTo>
                  <a:cubicBezTo>
                    <a:pt x="18937" y="12361"/>
                    <a:pt x="18022" y="13805"/>
                    <a:pt x="17167" y="15271"/>
                  </a:cubicBezTo>
                  <a:cubicBezTo>
                    <a:pt x="17987" y="13686"/>
                    <a:pt x="18758" y="12078"/>
                    <a:pt x="19378" y="10386"/>
                  </a:cubicBezTo>
                  <a:close/>
                  <a:moveTo>
                    <a:pt x="15325" y="5219"/>
                  </a:moveTo>
                  <a:cubicBezTo>
                    <a:pt x="15469" y="5432"/>
                    <a:pt x="15608" y="5652"/>
                    <a:pt x="15761" y="5860"/>
                  </a:cubicBezTo>
                  <a:cubicBezTo>
                    <a:pt x="15744" y="5874"/>
                    <a:pt x="15723" y="5880"/>
                    <a:pt x="15709" y="5903"/>
                  </a:cubicBezTo>
                  <a:cubicBezTo>
                    <a:pt x="14315" y="8207"/>
                    <a:pt x="13041" y="10568"/>
                    <a:pt x="11762" y="12936"/>
                  </a:cubicBezTo>
                  <a:cubicBezTo>
                    <a:pt x="10821" y="14682"/>
                    <a:pt x="8728" y="17041"/>
                    <a:pt x="8070" y="18427"/>
                  </a:cubicBezTo>
                  <a:cubicBezTo>
                    <a:pt x="10238" y="13857"/>
                    <a:pt x="13503" y="9979"/>
                    <a:pt x="15325" y="5219"/>
                  </a:cubicBezTo>
                  <a:close/>
                  <a:moveTo>
                    <a:pt x="21610" y="16456"/>
                  </a:moveTo>
                  <a:cubicBezTo>
                    <a:pt x="21523" y="17572"/>
                    <a:pt x="21127" y="18653"/>
                    <a:pt x="20331" y="19590"/>
                  </a:cubicBezTo>
                  <a:cubicBezTo>
                    <a:pt x="20851" y="18592"/>
                    <a:pt x="21289" y="17564"/>
                    <a:pt x="21610" y="16456"/>
                  </a:cubicBezTo>
                  <a:close/>
                  <a:moveTo>
                    <a:pt x="14419" y="3703"/>
                  </a:moveTo>
                  <a:cubicBezTo>
                    <a:pt x="14638" y="4125"/>
                    <a:pt x="14875" y="4532"/>
                    <a:pt x="15129" y="4930"/>
                  </a:cubicBezTo>
                  <a:cubicBezTo>
                    <a:pt x="15114" y="4942"/>
                    <a:pt x="15094" y="4944"/>
                    <a:pt x="15083" y="4962"/>
                  </a:cubicBezTo>
                  <a:cubicBezTo>
                    <a:pt x="11806" y="9624"/>
                    <a:pt x="9632" y="14922"/>
                    <a:pt x="6422" y="19625"/>
                  </a:cubicBezTo>
                  <a:cubicBezTo>
                    <a:pt x="7646" y="17832"/>
                    <a:pt x="8642" y="14477"/>
                    <a:pt x="9851" y="12312"/>
                  </a:cubicBezTo>
                  <a:cubicBezTo>
                    <a:pt x="11439" y="9468"/>
                    <a:pt x="13062" y="6671"/>
                    <a:pt x="14419" y="3706"/>
                  </a:cubicBezTo>
                  <a:lnTo>
                    <a:pt x="14419" y="3703"/>
                  </a:lnTo>
                  <a:close/>
                  <a:moveTo>
                    <a:pt x="20143" y="11423"/>
                  </a:moveTo>
                  <a:cubicBezTo>
                    <a:pt x="20914" y="12578"/>
                    <a:pt x="21454" y="13932"/>
                    <a:pt x="21593" y="15294"/>
                  </a:cubicBezTo>
                  <a:cubicBezTo>
                    <a:pt x="21564" y="15303"/>
                    <a:pt x="21541" y="15323"/>
                    <a:pt x="21521" y="15346"/>
                  </a:cubicBezTo>
                  <a:cubicBezTo>
                    <a:pt x="21056" y="16016"/>
                    <a:pt x="20620" y="16703"/>
                    <a:pt x="20198" y="17396"/>
                  </a:cubicBezTo>
                  <a:cubicBezTo>
                    <a:pt x="20458" y="16611"/>
                    <a:pt x="20704" y="15817"/>
                    <a:pt x="20903" y="15011"/>
                  </a:cubicBezTo>
                  <a:cubicBezTo>
                    <a:pt x="20934" y="14899"/>
                    <a:pt x="20828" y="14783"/>
                    <a:pt x="20725" y="14783"/>
                  </a:cubicBezTo>
                  <a:cubicBezTo>
                    <a:pt x="20685" y="14783"/>
                    <a:pt x="20645" y="14800"/>
                    <a:pt x="20614" y="14841"/>
                  </a:cubicBezTo>
                  <a:lnTo>
                    <a:pt x="20611" y="14841"/>
                  </a:lnTo>
                  <a:cubicBezTo>
                    <a:pt x="20418" y="15089"/>
                    <a:pt x="20227" y="15341"/>
                    <a:pt x="20037" y="15589"/>
                  </a:cubicBezTo>
                  <a:cubicBezTo>
                    <a:pt x="20377" y="14887"/>
                    <a:pt x="20721" y="14189"/>
                    <a:pt x="21038" y="13476"/>
                  </a:cubicBezTo>
                  <a:cubicBezTo>
                    <a:pt x="21096" y="13342"/>
                    <a:pt x="20989" y="13221"/>
                    <a:pt x="20881" y="13221"/>
                  </a:cubicBezTo>
                  <a:cubicBezTo>
                    <a:pt x="20833" y="13221"/>
                    <a:pt x="20784" y="13246"/>
                    <a:pt x="20750" y="13305"/>
                  </a:cubicBezTo>
                  <a:cubicBezTo>
                    <a:pt x="19312" y="15750"/>
                    <a:pt x="17635" y="18034"/>
                    <a:pt x="16116" y="20407"/>
                  </a:cubicBezTo>
                  <a:cubicBezTo>
                    <a:pt x="17583" y="17468"/>
                    <a:pt x="19075" y="14549"/>
                    <a:pt x="20143" y="11423"/>
                  </a:cubicBezTo>
                  <a:close/>
                  <a:moveTo>
                    <a:pt x="17077" y="7557"/>
                  </a:moveTo>
                  <a:cubicBezTo>
                    <a:pt x="17756" y="8389"/>
                    <a:pt x="18457" y="9209"/>
                    <a:pt x="19133" y="10063"/>
                  </a:cubicBezTo>
                  <a:cubicBezTo>
                    <a:pt x="16942" y="13802"/>
                    <a:pt x="14932" y="17639"/>
                    <a:pt x="12707" y="21351"/>
                  </a:cubicBezTo>
                  <a:cubicBezTo>
                    <a:pt x="14785" y="17754"/>
                    <a:pt x="16561" y="13819"/>
                    <a:pt x="18518" y="10167"/>
                  </a:cubicBezTo>
                  <a:cubicBezTo>
                    <a:pt x="18590" y="10034"/>
                    <a:pt x="18481" y="9918"/>
                    <a:pt x="18367" y="9918"/>
                  </a:cubicBezTo>
                  <a:cubicBezTo>
                    <a:pt x="18316" y="9918"/>
                    <a:pt x="18264" y="9941"/>
                    <a:pt x="18227" y="9997"/>
                  </a:cubicBezTo>
                  <a:cubicBezTo>
                    <a:pt x="16662" y="12301"/>
                    <a:pt x="15172" y="14651"/>
                    <a:pt x="13685" y="17006"/>
                  </a:cubicBezTo>
                  <a:cubicBezTo>
                    <a:pt x="13390" y="17477"/>
                    <a:pt x="11134" y="21307"/>
                    <a:pt x="11066" y="21307"/>
                  </a:cubicBezTo>
                  <a:cubicBezTo>
                    <a:pt x="11047" y="21307"/>
                    <a:pt x="11201" y="21005"/>
                    <a:pt x="11618" y="20243"/>
                  </a:cubicBezTo>
                  <a:cubicBezTo>
                    <a:pt x="13700" y="16449"/>
                    <a:pt x="16439" y="13213"/>
                    <a:pt x="17747" y="9024"/>
                  </a:cubicBezTo>
                  <a:cubicBezTo>
                    <a:pt x="17787" y="8898"/>
                    <a:pt x="17691" y="8821"/>
                    <a:pt x="17590" y="8821"/>
                  </a:cubicBezTo>
                  <a:cubicBezTo>
                    <a:pt x="17535" y="8821"/>
                    <a:pt x="17479" y="8844"/>
                    <a:pt x="17441" y="8894"/>
                  </a:cubicBezTo>
                  <a:cubicBezTo>
                    <a:pt x="16601" y="10028"/>
                    <a:pt x="15784" y="11175"/>
                    <a:pt x="14987" y="12332"/>
                  </a:cubicBezTo>
                  <a:lnTo>
                    <a:pt x="14987" y="12332"/>
                  </a:lnTo>
                  <a:cubicBezTo>
                    <a:pt x="15787" y="10793"/>
                    <a:pt x="16512" y="9217"/>
                    <a:pt x="17077" y="7557"/>
                  </a:cubicBezTo>
                  <a:close/>
                  <a:moveTo>
                    <a:pt x="21052" y="16721"/>
                  </a:moveTo>
                  <a:cubicBezTo>
                    <a:pt x="21243" y="16721"/>
                    <a:pt x="20090" y="19347"/>
                    <a:pt x="19612" y="20211"/>
                  </a:cubicBezTo>
                  <a:cubicBezTo>
                    <a:pt x="18865" y="21568"/>
                    <a:pt x="18013" y="22829"/>
                    <a:pt x="17190" y="24103"/>
                  </a:cubicBezTo>
                  <a:cubicBezTo>
                    <a:pt x="18091" y="22518"/>
                    <a:pt x="18882" y="20872"/>
                    <a:pt x="19552" y="19177"/>
                  </a:cubicBezTo>
                  <a:cubicBezTo>
                    <a:pt x="19734" y="18845"/>
                    <a:pt x="19907" y="18510"/>
                    <a:pt x="20094" y="18181"/>
                  </a:cubicBezTo>
                  <a:cubicBezTo>
                    <a:pt x="20698" y="17121"/>
                    <a:pt x="20977" y="16721"/>
                    <a:pt x="21052" y="16721"/>
                  </a:cubicBezTo>
                  <a:close/>
                  <a:moveTo>
                    <a:pt x="16702" y="25358"/>
                  </a:moveTo>
                  <a:lnTo>
                    <a:pt x="16702" y="25358"/>
                  </a:lnTo>
                  <a:cubicBezTo>
                    <a:pt x="16653" y="25604"/>
                    <a:pt x="16621" y="25852"/>
                    <a:pt x="16613" y="26100"/>
                  </a:cubicBezTo>
                  <a:cubicBezTo>
                    <a:pt x="16587" y="26796"/>
                    <a:pt x="16624" y="27475"/>
                    <a:pt x="16610" y="28153"/>
                  </a:cubicBezTo>
                  <a:cubicBezTo>
                    <a:pt x="16361" y="28597"/>
                    <a:pt x="16251" y="28779"/>
                    <a:pt x="16213" y="28779"/>
                  </a:cubicBezTo>
                  <a:cubicBezTo>
                    <a:pt x="16144" y="28779"/>
                    <a:pt x="16328" y="28151"/>
                    <a:pt x="16353" y="27408"/>
                  </a:cubicBezTo>
                  <a:cubicBezTo>
                    <a:pt x="16356" y="27292"/>
                    <a:pt x="16266" y="27229"/>
                    <a:pt x="16173" y="27229"/>
                  </a:cubicBezTo>
                  <a:cubicBezTo>
                    <a:pt x="16111" y="27229"/>
                    <a:pt x="16047" y="27257"/>
                    <a:pt x="16009" y="27316"/>
                  </a:cubicBezTo>
                  <a:cubicBezTo>
                    <a:pt x="15485" y="28108"/>
                    <a:pt x="15254" y="28401"/>
                    <a:pt x="15200" y="28401"/>
                  </a:cubicBezTo>
                  <a:cubicBezTo>
                    <a:pt x="15058" y="28401"/>
                    <a:pt x="16122" y="26395"/>
                    <a:pt x="16281" y="26095"/>
                  </a:cubicBezTo>
                  <a:cubicBezTo>
                    <a:pt x="16413" y="25846"/>
                    <a:pt x="16558" y="25601"/>
                    <a:pt x="16702" y="25358"/>
                  </a:cubicBezTo>
                  <a:close/>
                  <a:moveTo>
                    <a:pt x="15911" y="26207"/>
                  </a:moveTo>
                  <a:cubicBezTo>
                    <a:pt x="15348" y="27212"/>
                    <a:pt x="14852" y="28257"/>
                    <a:pt x="14479" y="29392"/>
                  </a:cubicBezTo>
                  <a:cubicBezTo>
                    <a:pt x="14320" y="29244"/>
                    <a:pt x="14170" y="29088"/>
                    <a:pt x="14032" y="28921"/>
                  </a:cubicBezTo>
                  <a:lnTo>
                    <a:pt x="14032" y="28918"/>
                  </a:lnTo>
                  <a:cubicBezTo>
                    <a:pt x="14687" y="28038"/>
                    <a:pt x="15316" y="27134"/>
                    <a:pt x="15911" y="26207"/>
                  </a:cubicBezTo>
                  <a:close/>
                  <a:moveTo>
                    <a:pt x="15552" y="28593"/>
                  </a:moveTo>
                  <a:cubicBezTo>
                    <a:pt x="15706" y="28593"/>
                    <a:pt x="15748" y="28968"/>
                    <a:pt x="15674" y="29721"/>
                  </a:cubicBezTo>
                  <a:cubicBezTo>
                    <a:pt x="15643" y="29855"/>
                    <a:pt x="15743" y="29945"/>
                    <a:pt x="15850" y="29945"/>
                  </a:cubicBezTo>
                  <a:cubicBezTo>
                    <a:pt x="15899" y="29945"/>
                    <a:pt x="15950" y="29925"/>
                    <a:pt x="15989" y="29882"/>
                  </a:cubicBezTo>
                  <a:lnTo>
                    <a:pt x="15989" y="29882"/>
                  </a:lnTo>
                  <a:lnTo>
                    <a:pt x="15931" y="30154"/>
                  </a:lnTo>
                  <a:cubicBezTo>
                    <a:pt x="15917" y="30217"/>
                    <a:pt x="15937" y="30281"/>
                    <a:pt x="15983" y="30324"/>
                  </a:cubicBezTo>
                  <a:cubicBezTo>
                    <a:pt x="15951" y="30333"/>
                    <a:pt x="15917" y="30338"/>
                    <a:pt x="15882" y="30338"/>
                  </a:cubicBezTo>
                  <a:cubicBezTo>
                    <a:pt x="15588" y="30338"/>
                    <a:pt x="15218" y="30024"/>
                    <a:pt x="14779" y="29660"/>
                  </a:cubicBezTo>
                  <a:lnTo>
                    <a:pt x="14779" y="29657"/>
                  </a:lnTo>
                  <a:cubicBezTo>
                    <a:pt x="15144" y="28948"/>
                    <a:pt x="15402" y="28593"/>
                    <a:pt x="15552" y="28593"/>
                  </a:cubicBezTo>
                  <a:close/>
                  <a:moveTo>
                    <a:pt x="11906" y="0"/>
                  </a:moveTo>
                  <a:cubicBezTo>
                    <a:pt x="11868" y="0"/>
                    <a:pt x="11829" y="13"/>
                    <a:pt x="11797" y="42"/>
                  </a:cubicBezTo>
                  <a:cubicBezTo>
                    <a:pt x="9228" y="2407"/>
                    <a:pt x="7680" y="5484"/>
                    <a:pt x="6214" y="8611"/>
                  </a:cubicBezTo>
                  <a:cubicBezTo>
                    <a:pt x="5082" y="11022"/>
                    <a:pt x="3774" y="13455"/>
                    <a:pt x="2706" y="15944"/>
                  </a:cubicBezTo>
                  <a:cubicBezTo>
                    <a:pt x="1918" y="16998"/>
                    <a:pt x="1029" y="17973"/>
                    <a:pt x="53" y="18857"/>
                  </a:cubicBezTo>
                  <a:cubicBezTo>
                    <a:pt x="1" y="18902"/>
                    <a:pt x="50" y="18970"/>
                    <a:pt x="105" y="18970"/>
                  </a:cubicBezTo>
                  <a:cubicBezTo>
                    <a:pt x="120" y="18970"/>
                    <a:pt x="136" y="18965"/>
                    <a:pt x="151" y="18952"/>
                  </a:cubicBezTo>
                  <a:cubicBezTo>
                    <a:pt x="971" y="18239"/>
                    <a:pt x="1730" y="17460"/>
                    <a:pt x="2426" y="16622"/>
                  </a:cubicBezTo>
                  <a:lnTo>
                    <a:pt x="2426" y="16622"/>
                  </a:lnTo>
                  <a:cubicBezTo>
                    <a:pt x="2100" y="17416"/>
                    <a:pt x="1799" y="18219"/>
                    <a:pt x="1548" y="19027"/>
                  </a:cubicBezTo>
                  <a:cubicBezTo>
                    <a:pt x="1517" y="19123"/>
                    <a:pt x="1599" y="19197"/>
                    <a:pt x="1684" y="19197"/>
                  </a:cubicBezTo>
                  <a:cubicBezTo>
                    <a:pt x="1716" y="19197"/>
                    <a:pt x="1750" y="19186"/>
                    <a:pt x="1776" y="19160"/>
                  </a:cubicBezTo>
                  <a:cubicBezTo>
                    <a:pt x="3433" y="17564"/>
                    <a:pt x="4802" y="15641"/>
                    <a:pt x="6012" y="13582"/>
                  </a:cubicBezTo>
                  <a:lnTo>
                    <a:pt x="6012" y="13582"/>
                  </a:lnTo>
                  <a:cubicBezTo>
                    <a:pt x="4782" y="15736"/>
                    <a:pt x="3653" y="17927"/>
                    <a:pt x="2784" y="20280"/>
                  </a:cubicBezTo>
                  <a:cubicBezTo>
                    <a:pt x="2742" y="20396"/>
                    <a:pt x="2841" y="20475"/>
                    <a:pt x="2940" y="20475"/>
                  </a:cubicBezTo>
                  <a:cubicBezTo>
                    <a:pt x="2992" y="20475"/>
                    <a:pt x="3044" y="20454"/>
                    <a:pt x="3075" y="20404"/>
                  </a:cubicBezTo>
                  <a:cubicBezTo>
                    <a:pt x="6471" y="15136"/>
                    <a:pt x="9687" y="9766"/>
                    <a:pt x="12678" y="4254"/>
                  </a:cubicBezTo>
                  <a:lnTo>
                    <a:pt x="12678" y="4254"/>
                  </a:lnTo>
                  <a:cubicBezTo>
                    <a:pt x="10045" y="9110"/>
                    <a:pt x="6621" y="15072"/>
                    <a:pt x="4216" y="20557"/>
                  </a:cubicBezTo>
                  <a:cubicBezTo>
                    <a:pt x="4160" y="20684"/>
                    <a:pt x="4262" y="20799"/>
                    <a:pt x="4366" y="20799"/>
                  </a:cubicBezTo>
                  <a:cubicBezTo>
                    <a:pt x="4414" y="20799"/>
                    <a:pt x="4462" y="20776"/>
                    <a:pt x="4496" y="20719"/>
                  </a:cubicBezTo>
                  <a:cubicBezTo>
                    <a:pt x="6055" y="18147"/>
                    <a:pt x="7703" y="15531"/>
                    <a:pt x="9268" y="12881"/>
                  </a:cubicBezTo>
                  <a:lnTo>
                    <a:pt x="9268" y="12881"/>
                  </a:lnTo>
                  <a:cubicBezTo>
                    <a:pt x="7828" y="15465"/>
                    <a:pt x="6448" y="18077"/>
                    <a:pt x="5460" y="20910"/>
                  </a:cubicBezTo>
                  <a:cubicBezTo>
                    <a:pt x="5417" y="21032"/>
                    <a:pt x="5510" y="21104"/>
                    <a:pt x="5609" y="21104"/>
                  </a:cubicBezTo>
                  <a:cubicBezTo>
                    <a:pt x="5663" y="21104"/>
                    <a:pt x="5720" y="21082"/>
                    <a:pt x="5758" y="21034"/>
                  </a:cubicBezTo>
                  <a:cubicBezTo>
                    <a:pt x="6615" y="19905"/>
                    <a:pt x="7397" y="18730"/>
                    <a:pt x="8134" y="17532"/>
                  </a:cubicBezTo>
                  <a:lnTo>
                    <a:pt x="8134" y="17532"/>
                  </a:lnTo>
                  <a:cubicBezTo>
                    <a:pt x="7562" y="18713"/>
                    <a:pt x="7028" y="19896"/>
                    <a:pt x="6560" y="21068"/>
                  </a:cubicBezTo>
                  <a:cubicBezTo>
                    <a:pt x="6516" y="21177"/>
                    <a:pt x="6627" y="21279"/>
                    <a:pt x="6730" y="21279"/>
                  </a:cubicBezTo>
                  <a:cubicBezTo>
                    <a:pt x="6770" y="21279"/>
                    <a:pt x="6809" y="21263"/>
                    <a:pt x="6837" y="21227"/>
                  </a:cubicBezTo>
                  <a:cubicBezTo>
                    <a:pt x="8838" y="18675"/>
                    <a:pt x="10489" y="15950"/>
                    <a:pt x="12051" y="13109"/>
                  </a:cubicBezTo>
                  <a:cubicBezTo>
                    <a:pt x="12828" y="11697"/>
                    <a:pt x="13584" y="10274"/>
                    <a:pt x="14361" y="8865"/>
                  </a:cubicBezTo>
                  <a:cubicBezTo>
                    <a:pt x="14969" y="7759"/>
                    <a:pt x="15248" y="7342"/>
                    <a:pt x="15319" y="7342"/>
                  </a:cubicBezTo>
                  <a:cubicBezTo>
                    <a:pt x="15504" y="7342"/>
                    <a:pt x="14303" y="10133"/>
                    <a:pt x="13818" y="11045"/>
                  </a:cubicBezTo>
                  <a:cubicBezTo>
                    <a:pt x="13463" y="11714"/>
                    <a:pt x="13096" y="12378"/>
                    <a:pt x="12727" y="13040"/>
                  </a:cubicBezTo>
                  <a:cubicBezTo>
                    <a:pt x="11122" y="15701"/>
                    <a:pt x="9704" y="18487"/>
                    <a:pt x="8148" y="21184"/>
                  </a:cubicBezTo>
                  <a:cubicBezTo>
                    <a:pt x="8072" y="21316"/>
                    <a:pt x="8187" y="21436"/>
                    <a:pt x="8301" y="21436"/>
                  </a:cubicBezTo>
                  <a:cubicBezTo>
                    <a:pt x="8352" y="21436"/>
                    <a:pt x="8403" y="21412"/>
                    <a:pt x="8437" y="21354"/>
                  </a:cubicBezTo>
                  <a:cubicBezTo>
                    <a:pt x="10287" y="18193"/>
                    <a:pt x="12727" y="14656"/>
                    <a:pt x="14375" y="11030"/>
                  </a:cubicBezTo>
                  <a:cubicBezTo>
                    <a:pt x="15112" y="9964"/>
                    <a:pt x="16126" y="8556"/>
                    <a:pt x="16320" y="8556"/>
                  </a:cubicBezTo>
                  <a:cubicBezTo>
                    <a:pt x="16366" y="8556"/>
                    <a:pt x="16365" y="8636"/>
                    <a:pt x="16304" y="8819"/>
                  </a:cubicBezTo>
                  <a:cubicBezTo>
                    <a:pt x="15475" y="11290"/>
                    <a:pt x="13980" y="13608"/>
                    <a:pt x="12660" y="15840"/>
                  </a:cubicBezTo>
                  <a:cubicBezTo>
                    <a:pt x="12432" y="16221"/>
                    <a:pt x="12219" y="16605"/>
                    <a:pt x="11993" y="16986"/>
                  </a:cubicBezTo>
                  <a:cubicBezTo>
                    <a:pt x="11607" y="17633"/>
                    <a:pt x="11228" y="18285"/>
                    <a:pt x="10859" y="18944"/>
                  </a:cubicBezTo>
                  <a:cubicBezTo>
                    <a:pt x="10663" y="19287"/>
                    <a:pt x="10458" y="19625"/>
                    <a:pt x="10264" y="19971"/>
                  </a:cubicBezTo>
                  <a:cubicBezTo>
                    <a:pt x="10339" y="19838"/>
                    <a:pt x="10452" y="19659"/>
                    <a:pt x="10579" y="19466"/>
                  </a:cubicBezTo>
                  <a:lnTo>
                    <a:pt x="10579" y="19466"/>
                  </a:lnTo>
                  <a:cubicBezTo>
                    <a:pt x="10238" y="20090"/>
                    <a:pt x="9886" y="20705"/>
                    <a:pt x="9565" y="21343"/>
                  </a:cubicBezTo>
                  <a:cubicBezTo>
                    <a:pt x="9498" y="21476"/>
                    <a:pt x="9614" y="21599"/>
                    <a:pt x="9725" y="21599"/>
                  </a:cubicBezTo>
                  <a:cubicBezTo>
                    <a:pt x="9776" y="21599"/>
                    <a:pt x="9826" y="21574"/>
                    <a:pt x="9857" y="21513"/>
                  </a:cubicBezTo>
                  <a:cubicBezTo>
                    <a:pt x="10873" y="19521"/>
                    <a:pt x="12022" y="17607"/>
                    <a:pt x="13140" y="15678"/>
                  </a:cubicBezTo>
                  <a:cubicBezTo>
                    <a:pt x="13988" y="14310"/>
                    <a:pt x="14909" y="12993"/>
                    <a:pt x="15830" y="11674"/>
                  </a:cubicBezTo>
                  <a:cubicBezTo>
                    <a:pt x="16516" y="10689"/>
                    <a:pt x="16835" y="10314"/>
                    <a:pt x="16922" y="10314"/>
                  </a:cubicBezTo>
                  <a:cubicBezTo>
                    <a:pt x="17161" y="10314"/>
                    <a:pt x="15654" y="13144"/>
                    <a:pt x="15178" y="13984"/>
                  </a:cubicBezTo>
                  <a:cubicBezTo>
                    <a:pt x="13518" y="16908"/>
                    <a:pt x="11488" y="19553"/>
                    <a:pt x="10039" y="22604"/>
                  </a:cubicBezTo>
                  <a:cubicBezTo>
                    <a:pt x="9971" y="22734"/>
                    <a:pt x="10079" y="22850"/>
                    <a:pt x="10190" y="22850"/>
                  </a:cubicBezTo>
                  <a:cubicBezTo>
                    <a:pt x="10240" y="22850"/>
                    <a:pt x="10291" y="22827"/>
                    <a:pt x="10328" y="22772"/>
                  </a:cubicBezTo>
                  <a:cubicBezTo>
                    <a:pt x="12824" y="19094"/>
                    <a:pt x="15126" y="15291"/>
                    <a:pt x="17567" y="11579"/>
                  </a:cubicBezTo>
                  <a:lnTo>
                    <a:pt x="17567" y="11579"/>
                  </a:lnTo>
                  <a:cubicBezTo>
                    <a:pt x="15017" y="15458"/>
                    <a:pt x="12826" y="20014"/>
                    <a:pt x="10824" y="24336"/>
                  </a:cubicBezTo>
                  <a:cubicBezTo>
                    <a:pt x="10761" y="24471"/>
                    <a:pt x="10865" y="24589"/>
                    <a:pt x="10976" y="24589"/>
                  </a:cubicBezTo>
                  <a:cubicBezTo>
                    <a:pt x="11026" y="24589"/>
                    <a:pt x="11078" y="24564"/>
                    <a:pt x="11116" y="24507"/>
                  </a:cubicBezTo>
                  <a:cubicBezTo>
                    <a:pt x="13877" y="20366"/>
                    <a:pt x="16156" y="15959"/>
                    <a:pt x="18608" y="11633"/>
                  </a:cubicBezTo>
                  <a:lnTo>
                    <a:pt x="18608" y="11633"/>
                  </a:lnTo>
                  <a:cubicBezTo>
                    <a:pt x="16584" y="15205"/>
                    <a:pt x="14306" y="19782"/>
                    <a:pt x="12556" y="23863"/>
                  </a:cubicBezTo>
                  <a:cubicBezTo>
                    <a:pt x="12497" y="23999"/>
                    <a:pt x="12615" y="24123"/>
                    <a:pt x="12723" y="24123"/>
                  </a:cubicBezTo>
                  <a:cubicBezTo>
                    <a:pt x="12773" y="24123"/>
                    <a:pt x="12821" y="24097"/>
                    <a:pt x="12848" y="24033"/>
                  </a:cubicBezTo>
                  <a:cubicBezTo>
                    <a:pt x="14465" y="20364"/>
                    <a:pt x="16382" y="16885"/>
                    <a:pt x="18561" y="13522"/>
                  </a:cubicBezTo>
                  <a:cubicBezTo>
                    <a:pt x="19072" y="12733"/>
                    <a:pt x="19325" y="12419"/>
                    <a:pt x="19404" y="12419"/>
                  </a:cubicBezTo>
                  <a:cubicBezTo>
                    <a:pt x="19679" y="12419"/>
                    <a:pt x="17844" y="16232"/>
                    <a:pt x="17435" y="17076"/>
                  </a:cubicBezTo>
                  <a:cubicBezTo>
                    <a:pt x="16246" y="19535"/>
                    <a:pt x="14921" y="21920"/>
                    <a:pt x="13789" y="24409"/>
                  </a:cubicBezTo>
                  <a:cubicBezTo>
                    <a:pt x="14113" y="23698"/>
                    <a:pt x="14531" y="22968"/>
                    <a:pt x="15005" y="22232"/>
                  </a:cubicBezTo>
                  <a:lnTo>
                    <a:pt x="15005" y="22232"/>
                  </a:lnTo>
                  <a:cubicBezTo>
                    <a:pt x="14315" y="23421"/>
                    <a:pt x="13682" y="24648"/>
                    <a:pt x="13166" y="25947"/>
                  </a:cubicBezTo>
                  <a:cubicBezTo>
                    <a:pt x="13117" y="26073"/>
                    <a:pt x="13219" y="26154"/>
                    <a:pt x="13325" y="26154"/>
                  </a:cubicBezTo>
                  <a:cubicBezTo>
                    <a:pt x="13394" y="26154"/>
                    <a:pt x="13466" y="26120"/>
                    <a:pt x="13498" y="26040"/>
                  </a:cubicBezTo>
                  <a:cubicBezTo>
                    <a:pt x="14190" y="24339"/>
                    <a:pt x="14984" y="22688"/>
                    <a:pt x="15799" y="21048"/>
                  </a:cubicBezTo>
                  <a:cubicBezTo>
                    <a:pt x="17014" y="19316"/>
                    <a:pt x="18408" y="17581"/>
                    <a:pt x="19494" y="15981"/>
                  </a:cubicBezTo>
                  <a:cubicBezTo>
                    <a:pt x="20062" y="15146"/>
                    <a:pt x="20292" y="14830"/>
                    <a:pt x="20316" y="14830"/>
                  </a:cubicBezTo>
                  <a:lnTo>
                    <a:pt x="20316" y="14830"/>
                  </a:lnTo>
                  <a:cubicBezTo>
                    <a:pt x="20359" y="14830"/>
                    <a:pt x="19789" y="15772"/>
                    <a:pt x="19286" y="16611"/>
                  </a:cubicBezTo>
                  <a:cubicBezTo>
                    <a:pt x="17389" y="19247"/>
                    <a:pt x="15781" y="22053"/>
                    <a:pt x="14733" y="25159"/>
                  </a:cubicBezTo>
                  <a:cubicBezTo>
                    <a:pt x="14691" y="25285"/>
                    <a:pt x="14810" y="25385"/>
                    <a:pt x="14921" y="25385"/>
                  </a:cubicBezTo>
                  <a:cubicBezTo>
                    <a:pt x="14978" y="25385"/>
                    <a:pt x="15032" y="25359"/>
                    <a:pt x="15062" y="25298"/>
                  </a:cubicBezTo>
                  <a:cubicBezTo>
                    <a:pt x="16399" y="22596"/>
                    <a:pt x="17848" y="19960"/>
                    <a:pt x="19211" y="17275"/>
                  </a:cubicBezTo>
                  <a:cubicBezTo>
                    <a:pt x="19689" y="16565"/>
                    <a:pt x="19946" y="16277"/>
                    <a:pt x="20051" y="16277"/>
                  </a:cubicBezTo>
                  <a:cubicBezTo>
                    <a:pt x="20292" y="16277"/>
                    <a:pt x="19713" y="17816"/>
                    <a:pt x="19130" y="19226"/>
                  </a:cubicBezTo>
                  <a:cubicBezTo>
                    <a:pt x="17375" y="22347"/>
                    <a:pt x="15813" y="25578"/>
                    <a:pt x="13812" y="28560"/>
                  </a:cubicBezTo>
                  <a:cubicBezTo>
                    <a:pt x="13746" y="28199"/>
                    <a:pt x="13679" y="27835"/>
                    <a:pt x="13613" y="27475"/>
                  </a:cubicBezTo>
                  <a:cubicBezTo>
                    <a:pt x="13663" y="26901"/>
                    <a:pt x="13917" y="26615"/>
                    <a:pt x="14371" y="26615"/>
                  </a:cubicBezTo>
                  <a:cubicBezTo>
                    <a:pt x="14472" y="26615"/>
                    <a:pt x="14583" y="26629"/>
                    <a:pt x="14704" y="26658"/>
                  </a:cubicBezTo>
                  <a:cubicBezTo>
                    <a:pt x="14697" y="26686"/>
                    <a:pt x="14721" y="26705"/>
                    <a:pt x="14744" y="26705"/>
                  </a:cubicBezTo>
                  <a:cubicBezTo>
                    <a:pt x="14758" y="26705"/>
                    <a:pt x="14772" y="26697"/>
                    <a:pt x="14777" y="26678"/>
                  </a:cubicBezTo>
                  <a:cubicBezTo>
                    <a:pt x="14916" y="26096"/>
                    <a:pt x="14838" y="25879"/>
                    <a:pt x="14660" y="25879"/>
                  </a:cubicBezTo>
                  <a:cubicBezTo>
                    <a:pt x="14439" y="25879"/>
                    <a:pt x="14063" y="26218"/>
                    <a:pt x="13766" y="26611"/>
                  </a:cubicBezTo>
                  <a:cubicBezTo>
                    <a:pt x="13131" y="27457"/>
                    <a:pt x="13212" y="28196"/>
                    <a:pt x="13619" y="28855"/>
                  </a:cubicBezTo>
                  <a:cubicBezTo>
                    <a:pt x="13576" y="28918"/>
                    <a:pt x="13535" y="28987"/>
                    <a:pt x="13489" y="29054"/>
                  </a:cubicBezTo>
                  <a:cubicBezTo>
                    <a:pt x="13394" y="29189"/>
                    <a:pt x="13518" y="29313"/>
                    <a:pt x="13649" y="29313"/>
                  </a:cubicBezTo>
                  <a:cubicBezTo>
                    <a:pt x="13705" y="29313"/>
                    <a:pt x="13762" y="29290"/>
                    <a:pt x="13804" y="29236"/>
                  </a:cubicBezTo>
                  <a:cubicBezTo>
                    <a:pt x="13818" y="29215"/>
                    <a:pt x="13832" y="29192"/>
                    <a:pt x="13850" y="29172"/>
                  </a:cubicBezTo>
                  <a:cubicBezTo>
                    <a:pt x="14410" y="29865"/>
                    <a:pt x="15290" y="30457"/>
                    <a:pt x="15975" y="30965"/>
                  </a:cubicBezTo>
                  <a:cubicBezTo>
                    <a:pt x="15996" y="30981"/>
                    <a:pt x="16021" y="30989"/>
                    <a:pt x="16047" y="30989"/>
                  </a:cubicBezTo>
                  <a:cubicBezTo>
                    <a:pt x="16102" y="30989"/>
                    <a:pt x="16161" y="30955"/>
                    <a:pt x="16188" y="30910"/>
                  </a:cubicBezTo>
                  <a:cubicBezTo>
                    <a:pt x="16627" y="30154"/>
                    <a:pt x="16821" y="29383"/>
                    <a:pt x="16898" y="28569"/>
                  </a:cubicBezTo>
                  <a:cubicBezTo>
                    <a:pt x="16922" y="28462"/>
                    <a:pt x="16956" y="28358"/>
                    <a:pt x="16974" y="28248"/>
                  </a:cubicBezTo>
                  <a:cubicBezTo>
                    <a:pt x="16985" y="28193"/>
                    <a:pt x="16971" y="28139"/>
                    <a:pt x="16936" y="28095"/>
                  </a:cubicBezTo>
                  <a:cubicBezTo>
                    <a:pt x="16945" y="27864"/>
                    <a:pt x="16953" y="27631"/>
                    <a:pt x="16950" y="27388"/>
                  </a:cubicBezTo>
                  <a:cubicBezTo>
                    <a:pt x="16913" y="25396"/>
                    <a:pt x="16976" y="24025"/>
                    <a:pt x="19159" y="23303"/>
                  </a:cubicBezTo>
                  <a:cubicBezTo>
                    <a:pt x="19320" y="23250"/>
                    <a:pt x="19273" y="23016"/>
                    <a:pt x="19125" y="23016"/>
                  </a:cubicBezTo>
                  <a:cubicBezTo>
                    <a:pt x="19111" y="23016"/>
                    <a:pt x="19097" y="23018"/>
                    <a:pt x="19081" y="23023"/>
                  </a:cubicBezTo>
                  <a:cubicBezTo>
                    <a:pt x="18654" y="23135"/>
                    <a:pt x="18247" y="23314"/>
                    <a:pt x="17877" y="23554"/>
                  </a:cubicBezTo>
                  <a:cubicBezTo>
                    <a:pt x="18076" y="23262"/>
                    <a:pt x="18276" y="22971"/>
                    <a:pt x="18472" y="22682"/>
                  </a:cubicBezTo>
                  <a:cubicBezTo>
                    <a:pt x="18810" y="22177"/>
                    <a:pt x="19133" y="21672"/>
                    <a:pt x="19442" y="21167"/>
                  </a:cubicBezTo>
                  <a:lnTo>
                    <a:pt x="19442" y="21167"/>
                  </a:lnTo>
                  <a:cubicBezTo>
                    <a:pt x="19352" y="21499"/>
                    <a:pt x="19300" y="21856"/>
                    <a:pt x="19249" y="22287"/>
                  </a:cubicBezTo>
                  <a:cubicBezTo>
                    <a:pt x="19242" y="22341"/>
                    <a:pt x="19293" y="22373"/>
                    <a:pt x="19342" y="22373"/>
                  </a:cubicBezTo>
                  <a:cubicBezTo>
                    <a:pt x="19381" y="22373"/>
                    <a:pt x="19418" y="22353"/>
                    <a:pt x="19425" y="22310"/>
                  </a:cubicBezTo>
                  <a:cubicBezTo>
                    <a:pt x="19739" y="20321"/>
                    <a:pt x="21645" y="19483"/>
                    <a:pt x="21887" y="17725"/>
                  </a:cubicBezTo>
                  <a:cubicBezTo>
                    <a:pt x="22089" y="16276"/>
                    <a:pt x="21861" y="15084"/>
                    <a:pt x="21474" y="13669"/>
                  </a:cubicBezTo>
                  <a:cubicBezTo>
                    <a:pt x="21209" y="12690"/>
                    <a:pt x="20782" y="11801"/>
                    <a:pt x="20265" y="10958"/>
                  </a:cubicBezTo>
                  <a:cubicBezTo>
                    <a:pt x="20262" y="10952"/>
                    <a:pt x="20259" y="10947"/>
                    <a:pt x="20256" y="10941"/>
                  </a:cubicBezTo>
                  <a:cubicBezTo>
                    <a:pt x="18391" y="7904"/>
                    <a:pt x="15319" y="5499"/>
                    <a:pt x="14003" y="2092"/>
                  </a:cubicBezTo>
                  <a:cubicBezTo>
                    <a:pt x="13976" y="2025"/>
                    <a:pt x="13917" y="1996"/>
                    <a:pt x="13859" y="1996"/>
                  </a:cubicBezTo>
                  <a:cubicBezTo>
                    <a:pt x="13772" y="1996"/>
                    <a:pt x="13687" y="2063"/>
                    <a:pt x="13726" y="2167"/>
                  </a:cubicBezTo>
                  <a:cubicBezTo>
                    <a:pt x="13890" y="2615"/>
                    <a:pt x="14081" y="3051"/>
                    <a:pt x="14292" y="3475"/>
                  </a:cubicBezTo>
                  <a:cubicBezTo>
                    <a:pt x="14280" y="3472"/>
                    <a:pt x="14269" y="3471"/>
                    <a:pt x="14258" y="3471"/>
                  </a:cubicBezTo>
                  <a:cubicBezTo>
                    <a:pt x="14209" y="3471"/>
                    <a:pt x="14162" y="3497"/>
                    <a:pt x="14138" y="3544"/>
                  </a:cubicBezTo>
                  <a:cubicBezTo>
                    <a:pt x="12343" y="6630"/>
                    <a:pt x="10573" y="9728"/>
                    <a:pt x="8789" y="12823"/>
                  </a:cubicBezTo>
                  <a:cubicBezTo>
                    <a:pt x="7894" y="14373"/>
                    <a:pt x="6990" y="15921"/>
                    <a:pt x="6078" y="17462"/>
                  </a:cubicBezTo>
                  <a:cubicBezTo>
                    <a:pt x="5916" y="17734"/>
                    <a:pt x="5089" y="19388"/>
                    <a:pt x="5080" y="19388"/>
                  </a:cubicBezTo>
                  <a:cubicBezTo>
                    <a:pt x="5076" y="19388"/>
                    <a:pt x="5258" y="19012"/>
                    <a:pt x="5786" y="17930"/>
                  </a:cubicBezTo>
                  <a:cubicBezTo>
                    <a:pt x="8304" y="12783"/>
                    <a:pt x="11690" y="8218"/>
                    <a:pt x="13486" y="2721"/>
                  </a:cubicBezTo>
                  <a:cubicBezTo>
                    <a:pt x="13524" y="2608"/>
                    <a:pt x="13424" y="2521"/>
                    <a:pt x="13326" y="2521"/>
                  </a:cubicBezTo>
                  <a:cubicBezTo>
                    <a:pt x="13275" y="2521"/>
                    <a:pt x="13224" y="2545"/>
                    <a:pt x="13194" y="2600"/>
                  </a:cubicBezTo>
                  <a:cubicBezTo>
                    <a:pt x="11604" y="5594"/>
                    <a:pt x="9949" y="8553"/>
                    <a:pt x="8235" y="11478"/>
                  </a:cubicBezTo>
                  <a:cubicBezTo>
                    <a:pt x="7368" y="12953"/>
                    <a:pt x="6474" y="14408"/>
                    <a:pt x="5576" y="15866"/>
                  </a:cubicBezTo>
                  <a:cubicBezTo>
                    <a:pt x="4969" y="16842"/>
                    <a:pt x="4357" y="17812"/>
                    <a:pt x="3740" y="18782"/>
                  </a:cubicBezTo>
                  <a:cubicBezTo>
                    <a:pt x="4037" y="17916"/>
                    <a:pt x="4406" y="17079"/>
                    <a:pt x="4848" y="16276"/>
                  </a:cubicBezTo>
                  <a:cubicBezTo>
                    <a:pt x="7527" y="10814"/>
                    <a:pt x="11355" y="6148"/>
                    <a:pt x="13013" y="204"/>
                  </a:cubicBezTo>
                  <a:cubicBezTo>
                    <a:pt x="13045" y="87"/>
                    <a:pt x="12952" y="7"/>
                    <a:pt x="12857" y="7"/>
                  </a:cubicBezTo>
                  <a:cubicBezTo>
                    <a:pt x="12807" y="7"/>
                    <a:pt x="12757" y="29"/>
                    <a:pt x="12724" y="80"/>
                  </a:cubicBezTo>
                  <a:cubicBezTo>
                    <a:pt x="9915" y="4483"/>
                    <a:pt x="7790" y="9289"/>
                    <a:pt x="5336" y="13888"/>
                  </a:cubicBezTo>
                  <a:cubicBezTo>
                    <a:pt x="4903" y="14682"/>
                    <a:pt x="4438" y="15456"/>
                    <a:pt x="3939" y="16207"/>
                  </a:cubicBezTo>
                  <a:cubicBezTo>
                    <a:pt x="2957" y="17756"/>
                    <a:pt x="2504" y="18300"/>
                    <a:pt x="2356" y="18300"/>
                  </a:cubicBezTo>
                  <a:cubicBezTo>
                    <a:pt x="2071" y="18300"/>
                    <a:pt x="2905" y="16302"/>
                    <a:pt x="3269" y="15566"/>
                  </a:cubicBezTo>
                  <a:cubicBezTo>
                    <a:pt x="3278" y="15548"/>
                    <a:pt x="3283" y="15531"/>
                    <a:pt x="3292" y="15514"/>
                  </a:cubicBezTo>
                  <a:cubicBezTo>
                    <a:pt x="6762" y="10822"/>
                    <a:pt x="8587" y="5002"/>
                    <a:pt x="12057" y="244"/>
                  </a:cubicBezTo>
                  <a:cubicBezTo>
                    <a:pt x="12145" y="124"/>
                    <a:pt x="12026" y="0"/>
                    <a:pt x="1190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9" name="Google Shape;4379;p56"/>
            <p:cNvSpPr/>
            <p:nvPr/>
          </p:nvSpPr>
          <p:spPr>
            <a:xfrm>
              <a:off x="6920800" y="4536575"/>
              <a:ext cx="288650" cy="364500"/>
            </a:xfrm>
            <a:custGeom>
              <a:avLst/>
              <a:gdLst/>
              <a:ahLst/>
              <a:cxnLst/>
              <a:rect l="l" t="t" r="r" b="b"/>
              <a:pathLst>
                <a:path w="11546" h="14580" extrusionOk="0">
                  <a:moveTo>
                    <a:pt x="6419" y="882"/>
                  </a:moveTo>
                  <a:lnTo>
                    <a:pt x="6419" y="882"/>
                  </a:lnTo>
                  <a:cubicBezTo>
                    <a:pt x="6707" y="1162"/>
                    <a:pt x="6999" y="1436"/>
                    <a:pt x="7293" y="1707"/>
                  </a:cubicBezTo>
                  <a:cubicBezTo>
                    <a:pt x="7178" y="1898"/>
                    <a:pt x="7068" y="2094"/>
                    <a:pt x="6956" y="2288"/>
                  </a:cubicBezTo>
                  <a:cubicBezTo>
                    <a:pt x="7028" y="2074"/>
                    <a:pt x="7071" y="1855"/>
                    <a:pt x="7088" y="1629"/>
                  </a:cubicBezTo>
                  <a:cubicBezTo>
                    <a:pt x="7094" y="1529"/>
                    <a:pt x="7008" y="1467"/>
                    <a:pt x="6922" y="1467"/>
                  </a:cubicBezTo>
                  <a:cubicBezTo>
                    <a:pt x="6881" y="1467"/>
                    <a:pt x="6840" y="1481"/>
                    <a:pt x="6808" y="1511"/>
                  </a:cubicBezTo>
                  <a:lnTo>
                    <a:pt x="6808" y="1514"/>
                  </a:lnTo>
                  <a:cubicBezTo>
                    <a:pt x="6678" y="1644"/>
                    <a:pt x="6557" y="1777"/>
                    <a:pt x="6445" y="1918"/>
                  </a:cubicBezTo>
                  <a:cubicBezTo>
                    <a:pt x="6439" y="1572"/>
                    <a:pt x="6430" y="1228"/>
                    <a:pt x="6419" y="882"/>
                  </a:cubicBezTo>
                  <a:close/>
                  <a:moveTo>
                    <a:pt x="8951" y="2513"/>
                  </a:moveTo>
                  <a:cubicBezTo>
                    <a:pt x="9335" y="3044"/>
                    <a:pt x="9718" y="3572"/>
                    <a:pt x="10102" y="4101"/>
                  </a:cubicBezTo>
                  <a:cubicBezTo>
                    <a:pt x="9791" y="4378"/>
                    <a:pt x="9485" y="4658"/>
                    <a:pt x="9182" y="4944"/>
                  </a:cubicBezTo>
                  <a:lnTo>
                    <a:pt x="9182" y="4947"/>
                  </a:lnTo>
                  <a:cubicBezTo>
                    <a:pt x="9156" y="4970"/>
                    <a:pt x="9135" y="5004"/>
                    <a:pt x="9109" y="5027"/>
                  </a:cubicBezTo>
                  <a:cubicBezTo>
                    <a:pt x="9153" y="4886"/>
                    <a:pt x="9193" y="4745"/>
                    <a:pt x="9231" y="4600"/>
                  </a:cubicBezTo>
                  <a:cubicBezTo>
                    <a:pt x="9340" y="4447"/>
                    <a:pt x="9349" y="4384"/>
                    <a:pt x="9473" y="4043"/>
                  </a:cubicBezTo>
                  <a:cubicBezTo>
                    <a:pt x="9502" y="3962"/>
                    <a:pt x="9462" y="3899"/>
                    <a:pt x="9407" y="3858"/>
                  </a:cubicBezTo>
                  <a:cubicBezTo>
                    <a:pt x="9427" y="3760"/>
                    <a:pt x="9450" y="3668"/>
                    <a:pt x="9467" y="3570"/>
                  </a:cubicBezTo>
                  <a:cubicBezTo>
                    <a:pt x="9494" y="3435"/>
                    <a:pt x="9387" y="3330"/>
                    <a:pt x="9277" y="3330"/>
                  </a:cubicBezTo>
                  <a:cubicBezTo>
                    <a:pt x="9221" y="3330"/>
                    <a:pt x="9163" y="3358"/>
                    <a:pt x="9124" y="3425"/>
                  </a:cubicBezTo>
                  <a:cubicBezTo>
                    <a:pt x="8541" y="4407"/>
                    <a:pt x="7940" y="5377"/>
                    <a:pt x="7354" y="6358"/>
                  </a:cubicBezTo>
                  <a:cubicBezTo>
                    <a:pt x="7337" y="6393"/>
                    <a:pt x="7319" y="6428"/>
                    <a:pt x="7299" y="6459"/>
                  </a:cubicBezTo>
                  <a:cubicBezTo>
                    <a:pt x="7744" y="5204"/>
                    <a:pt x="8125" y="3933"/>
                    <a:pt x="8313" y="2594"/>
                  </a:cubicBezTo>
                  <a:cubicBezTo>
                    <a:pt x="8353" y="2628"/>
                    <a:pt x="8390" y="2663"/>
                    <a:pt x="8431" y="2698"/>
                  </a:cubicBezTo>
                  <a:cubicBezTo>
                    <a:pt x="8466" y="2725"/>
                    <a:pt x="8513" y="2747"/>
                    <a:pt x="8560" y="2747"/>
                  </a:cubicBezTo>
                  <a:cubicBezTo>
                    <a:pt x="8586" y="2747"/>
                    <a:pt x="8612" y="2740"/>
                    <a:pt x="8636" y="2724"/>
                  </a:cubicBezTo>
                  <a:cubicBezTo>
                    <a:pt x="8737" y="2649"/>
                    <a:pt x="8841" y="2576"/>
                    <a:pt x="8951" y="2513"/>
                  </a:cubicBezTo>
                  <a:close/>
                  <a:moveTo>
                    <a:pt x="8572" y="5068"/>
                  </a:moveTo>
                  <a:lnTo>
                    <a:pt x="8572" y="5068"/>
                  </a:lnTo>
                  <a:cubicBezTo>
                    <a:pt x="8419" y="5466"/>
                    <a:pt x="8295" y="5873"/>
                    <a:pt x="8203" y="6286"/>
                  </a:cubicBezTo>
                  <a:cubicBezTo>
                    <a:pt x="7949" y="6728"/>
                    <a:pt x="7715" y="7184"/>
                    <a:pt x="7452" y="7577"/>
                  </a:cubicBezTo>
                  <a:cubicBezTo>
                    <a:pt x="7132" y="8065"/>
                    <a:pt x="6780" y="8529"/>
                    <a:pt x="6419" y="8986"/>
                  </a:cubicBezTo>
                  <a:lnTo>
                    <a:pt x="6416" y="8988"/>
                  </a:lnTo>
                  <a:cubicBezTo>
                    <a:pt x="7042" y="7629"/>
                    <a:pt x="7787" y="6350"/>
                    <a:pt x="8572" y="5068"/>
                  </a:cubicBezTo>
                  <a:close/>
                  <a:moveTo>
                    <a:pt x="7959" y="3159"/>
                  </a:moveTo>
                  <a:cubicBezTo>
                    <a:pt x="8064" y="3159"/>
                    <a:pt x="7620" y="4366"/>
                    <a:pt x="7545" y="4649"/>
                  </a:cubicBezTo>
                  <a:cubicBezTo>
                    <a:pt x="7114" y="6292"/>
                    <a:pt x="6390" y="7865"/>
                    <a:pt x="5801" y="9456"/>
                  </a:cubicBezTo>
                  <a:cubicBezTo>
                    <a:pt x="5772" y="9537"/>
                    <a:pt x="5818" y="9603"/>
                    <a:pt x="5882" y="9644"/>
                  </a:cubicBezTo>
                  <a:cubicBezTo>
                    <a:pt x="5325" y="10295"/>
                    <a:pt x="4731" y="10915"/>
                    <a:pt x="4114" y="11518"/>
                  </a:cubicBezTo>
                  <a:lnTo>
                    <a:pt x="4114" y="11518"/>
                  </a:lnTo>
                  <a:cubicBezTo>
                    <a:pt x="5049" y="9493"/>
                    <a:pt x="5989" y="7480"/>
                    <a:pt x="6736" y="5394"/>
                  </a:cubicBezTo>
                  <a:cubicBezTo>
                    <a:pt x="6982" y="4912"/>
                    <a:pt x="7224" y="4427"/>
                    <a:pt x="7472" y="3948"/>
                  </a:cubicBezTo>
                  <a:cubicBezTo>
                    <a:pt x="7775" y="3370"/>
                    <a:pt x="7915" y="3159"/>
                    <a:pt x="7959" y="3159"/>
                  </a:cubicBezTo>
                  <a:close/>
                  <a:moveTo>
                    <a:pt x="5362" y="5264"/>
                  </a:moveTo>
                  <a:lnTo>
                    <a:pt x="5362" y="5264"/>
                  </a:lnTo>
                  <a:cubicBezTo>
                    <a:pt x="4857" y="6301"/>
                    <a:pt x="4369" y="7346"/>
                    <a:pt x="3884" y="8397"/>
                  </a:cubicBezTo>
                  <a:cubicBezTo>
                    <a:pt x="4011" y="8050"/>
                    <a:pt x="4129" y="7701"/>
                    <a:pt x="4225" y="7337"/>
                  </a:cubicBezTo>
                  <a:cubicBezTo>
                    <a:pt x="4254" y="7231"/>
                    <a:pt x="4177" y="7165"/>
                    <a:pt x="4093" y="7165"/>
                  </a:cubicBezTo>
                  <a:cubicBezTo>
                    <a:pt x="4047" y="7165"/>
                    <a:pt x="4000" y="7185"/>
                    <a:pt x="3968" y="7227"/>
                  </a:cubicBezTo>
                  <a:cubicBezTo>
                    <a:pt x="3332" y="8073"/>
                    <a:pt x="2749" y="8954"/>
                    <a:pt x="2221" y="9869"/>
                  </a:cubicBezTo>
                  <a:cubicBezTo>
                    <a:pt x="1955" y="10342"/>
                    <a:pt x="1707" y="10822"/>
                    <a:pt x="1473" y="11307"/>
                  </a:cubicBezTo>
                  <a:cubicBezTo>
                    <a:pt x="1215" y="11822"/>
                    <a:pt x="1100" y="12017"/>
                    <a:pt x="1073" y="12017"/>
                  </a:cubicBezTo>
                  <a:cubicBezTo>
                    <a:pt x="996" y="12017"/>
                    <a:pt x="1661" y="10382"/>
                    <a:pt x="1753" y="10152"/>
                  </a:cubicBezTo>
                  <a:cubicBezTo>
                    <a:pt x="2068" y="9762"/>
                    <a:pt x="2374" y="9367"/>
                    <a:pt x="2622" y="8936"/>
                  </a:cubicBezTo>
                  <a:cubicBezTo>
                    <a:pt x="2676" y="8846"/>
                    <a:pt x="2593" y="8744"/>
                    <a:pt x="2508" y="8744"/>
                  </a:cubicBezTo>
                  <a:cubicBezTo>
                    <a:pt x="2479" y="8744"/>
                    <a:pt x="2450" y="8756"/>
                    <a:pt x="2426" y="8783"/>
                  </a:cubicBezTo>
                  <a:cubicBezTo>
                    <a:pt x="2316" y="8913"/>
                    <a:pt x="2218" y="9043"/>
                    <a:pt x="2123" y="9176"/>
                  </a:cubicBezTo>
                  <a:cubicBezTo>
                    <a:pt x="2122" y="9171"/>
                    <a:pt x="2120" y="9169"/>
                    <a:pt x="2116" y="9169"/>
                  </a:cubicBezTo>
                  <a:cubicBezTo>
                    <a:pt x="2047" y="9169"/>
                    <a:pt x="1493" y="10194"/>
                    <a:pt x="1239" y="10533"/>
                  </a:cubicBezTo>
                  <a:cubicBezTo>
                    <a:pt x="1121" y="10692"/>
                    <a:pt x="994" y="10851"/>
                    <a:pt x="867" y="11006"/>
                  </a:cubicBezTo>
                  <a:cubicBezTo>
                    <a:pt x="956" y="10669"/>
                    <a:pt x="1031" y="10435"/>
                    <a:pt x="1034" y="10426"/>
                  </a:cubicBezTo>
                  <a:cubicBezTo>
                    <a:pt x="2114" y="8469"/>
                    <a:pt x="4086" y="7109"/>
                    <a:pt x="5362" y="5264"/>
                  </a:cubicBezTo>
                  <a:close/>
                  <a:moveTo>
                    <a:pt x="7418" y="2074"/>
                  </a:moveTo>
                  <a:cubicBezTo>
                    <a:pt x="6889" y="2960"/>
                    <a:pt x="6647" y="4280"/>
                    <a:pt x="6335" y="5432"/>
                  </a:cubicBezTo>
                  <a:cubicBezTo>
                    <a:pt x="5247" y="7606"/>
                    <a:pt x="4250" y="9823"/>
                    <a:pt x="3451" y="12130"/>
                  </a:cubicBezTo>
                  <a:lnTo>
                    <a:pt x="3451" y="12132"/>
                  </a:lnTo>
                  <a:cubicBezTo>
                    <a:pt x="2850" y="12649"/>
                    <a:pt x="2206" y="13111"/>
                    <a:pt x="1548" y="13547"/>
                  </a:cubicBezTo>
                  <a:cubicBezTo>
                    <a:pt x="3073" y="11027"/>
                    <a:pt x="4242" y="8333"/>
                    <a:pt x="5495" y="5674"/>
                  </a:cubicBezTo>
                  <a:cubicBezTo>
                    <a:pt x="6078" y="4441"/>
                    <a:pt x="6719" y="3243"/>
                    <a:pt x="7418" y="2074"/>
                  </a:cubicBezTo>
                  <a:close/>
                  <a:moveTo>
                    <a:pt x="3757" y="7993"/>
                  </a:moveTo>
                  <a:cubicBezTo>
                    <a:pt x="3214" y="9999"/>
                    <a:pt x="1877" y="11786"/>
                    <a:pt x="1109" y="13717"/>
                  </a:cubicBezTo>
                  <a:cubicBezTo>
                    <a:pt x="1095" y="13752"/>
                    <a:pt x="1098" y="13792"/>
                    <a:pt x="1118" y="13824"/>
                  </a:cubicBezTo>
                  <a:cubicBezTo>
                    <a:pt x="993" y="13901"/>
                    <a:pt x="889" y="13936"/>
                    <a:pt x="804" y="13936"/>
                  </a:cubicBezTo>
                  <a:cubicBezTo>
                    <a:pt x="251" y="13936"/>
                    <a:pt x="513" y="12438"/>
                    <a:pt x="766" y="11399"/>
                  </a:cubicBezTo>
                  <a:lnTo>
                    <a:pt x="766" y="11399"/>
                  </a:lnTo>
                  <a:lnTo>
                    <a:pt x="766" y="11402"/>
                  </a:lnTo>
                  <a:cubicBezTo>
                    <a:pt x="933" y="11174"/>
                    <a:pt x="1112" y="10955"/>
                    <a:pt x="1291" y="10732"/>
                  </a:cubicBezTo>
                  <a:lnTo>
                    <a:pt x="1291" y="10732"/>
                  </a:lnTo>
                  <a:cubicBezTo>
                    <a:pt x="1057" y="11376"/>
                    <a:pt x="913" y="12057"/>
                    <a:pt x="812" y="12811"/>
                  </a:cubicBezTo>
                  <a:cubicBezTo>
                    <a:pt x="801" y="12888"/>
                    <a:pt x="876" y="12937"/>
                    <a:pt x="946" y="12937"/>
                  </a:cubicBezTo>
                  <a:cubicBezTo>
                    <a:pt x="989" y="12937"/>
                    <a:pt x="1030" y="12919"/>
                    <a:pt x="1049" y="12877"/>
                  </a:cubicBezTo>
                  <a:cubicBezTo>
                    <a:pt x="1476" y="11896"/>
                    <a:pt x="1944" y="10946"/>
                    <a:pt x="2455" y="10005"/>
                  </a:cubicBezTo>
                  <a:cubicBezTo>
                    <a:pt x="2769" y="9427"/>
                    <a:pt x="3598" y="8579"/>
                    <a:pt x="3757" y="7993"/>
                  </a:cubicBezTo>
                  <a:close/>
                  <a:moveTo>
                    <a:pt x="5927" y="1"/>
                  </a:moveTo>
                  <a:cubicBezTo>
                    <a:pt x="5797" y="1"/>
                    <a:pt x="5683" y="169"/>
                    <a:pt x="5801" y="287"/>
                  </a:cubicBezTo>
                  <a:cubicBezTo>
                    <a:pt x="5954" y="440"/>
                    <a:pt x="6104" y="576"/>
                    <a:pt x="6254" y="723"/>
                  </a:cubicBezTo>
                  <a:cubicBezTo>
                    <a:pt x="6225" y="732"/>
                    <a:pt x="6202" y="752"/>
                    <a:pt x="6188" y="778"/>
                  </a:cubicBezTo>
                  <a:cubicBezTo>
                    <a:pt x="6049" y="1052"/>
                    <a:pt x="5879" y="1306"/>
                    <a:pt x="5740" y="1580"/>
                  </a:cubicBezTo>
                  <a:cubicBezTo>
                    <a:pt x="5702" y="1656"/>
                    <a:pt x="5764" y="1722"/>
                    <a:pt x="5826" y="1722"/>
                  </a:cubicBezTo>
                  <a:cubicBezTo>
                    <a:pt x="5855" y="1722"/>
                    <a:pt x="5883" y="1708"/>
                    <a:pt x="5902" y="1676"/>
                  </a:cubicBezTo>
                  <a:cubicBezTo>
                    <a:pt x="5983" y="1537"/>
                    <a:pt x="6072" y="1407"/>
                    <a:pt x="6159" y="1277"/>
                  </a:cubicBezTo>
                  <a:lnTo>
                    <a:pt x="6159" y="1277"/>
                  </a:lnTo>
                  <a:cubicBezTo>
                    <a:pt x="6147" y="1655"/>
                    <a:pt x="6133" y="2037"/>
                    <a:pt x="6130" y="2415"/>
                  </a:cubicBezTo>
                  <a:cubicBezTo>
                    <a:pt x="6133" y="2516"/>
                    <a:pt x="6215" y="2576"/>
                    <a:pt x="6297" y="2576"/>
                  </a:cubicBezTo>
                  <a:cubicBezTo>
                    <a:pt x="6349" y="2576"/>
                    <a:pt x="6401" y="2552"/>
                    <a:pt x="6433" y="2498"/>
                  </a:cubicBezTo>
                  <a:cubicBezTo>
                    <a:pt x="6497" y="2392"/>
                    <a:pt x="6569" y="2291"/>
                    <a:pt x="6647" y="2195"/>
                  </a:cubicBezTo>
                  <a:lnTo>
                    <a:pt x="6647" y="2195"/>
                  </a:lnTo>
                  <a:cubicBezTo>
                    <a:pt x="6471" y="2741"/>
                    <a:pt x="6141" y="3249"/>
                    <a:pt x="6014" y="3801"/>
                  </a:cubicBezTo>
                  <a:cubicBezTo>
                    <a:pt x="6009" y="3838"/>
                    <a:pt x="6020" y="3878"/>
                    <a:pt x="6046" y="3907"/>
                  </a:cubicBezTo>
                  <a:cubicBezTo>
                    <a:pt x="5986" y="4029"/>
                    <a:pt x="5925" y="4150"/>
                    <a:pt x="5864" y="4271"/>
                  </a:cubicBezTo>
                  <a:cubicBezTo>
                    <a:pt x="6170" y="3038"/>
                    <a:pt x="5570" y="1468"/>
                    <a:pt x="5365" y="359"/>
                  </a:cubicBezTo>
                  <a:cubicBezTo>
                    <a:pt x="5356" y="308"/>
                    <a:pt x="5311" y="285"/>
                    <a:pt x="5266" y="285"/>
                  </a:cubicBezTo>
                  <a:cubicBezTo>
                    <a:pt x="5208" y="285"/>
                    <a:pt x="5149" y="322"/>
                    <a:pt x="5157" y="388"/>
                  </a:cubicBezTo>
                  <a:cubicBezTo>
                    <a:pt x="5336" y="1806"/>
                    <a:pt x="5925" y="3336"/>
                    <a:pt x="5342" y="4716"/>
                  </a:cubicBezTo>
                  <a:cubicBezTo>
                    <a:pt x="4741" y="6130"/>
                    <a:pt x="3127" y="7435"/>
                    <a:pt x="2077" y="8558"/>
                  </a:cubicBezTo>
                  <a:cubicBezTo>
                    <a:pt x="1034" y="9670"/>
                    <a:pt x="316" y="10796"/>
                    <a:pt x="105" y="12080"/>
                  </a:cubicBezTo>
                  <a:cubicBezTo>
                    <a:pt x="96" y="12101"/>
                    <a:pt x="82" y="12118"/>
                    <a:pt x="73" y="12135"/>
                  </a:cubicBezTo>
                  <a:cubicBezTo>
                    <a:pt x="53" y="12170"/>
                    <a:pt x="61" y="12213"/>
                    <a:pt x="90" y="12239"/>
                  </a:cubicBezTo>
                  <a:cubicBezTo>
                    <a:pt x="1" y="12923"/>
                    <a:pt x="44" y="13654"/>
                    <a:pt x="278" y="14454"/>
                  </a:cubicBezTo>
                  <a:cubicBezTo>
                    <a:pt x="301" y="14531"/>
                    <a:pt x="373" y="14580"/>
                    <a:pt x="448" y="14580"/>
                  </a:cubicBezTo>
                  <a:cubicBezTo>
                    <a:pt x="476" y="14580"/>
                    <a:pt x="505" y="14573"/>
                    <a:pt x="532" y="14557"/>
                  </a:cubicBezTo>
                  <a:cubicBezTo>
                    <a:pt x="1638" y="13922"/>
                    <a:pt x="2680" y="13183"/>
                    <a:pt x="3644" y="12349"/>
                  </a:cubicBezTo>
                  <a:cubicBezTo>
                    <a:pt x="3696" y="12349"/>
                    <a:pt x="3745" y="12320"/>
                    <a:pt x="3768" y="12271"/>
                  </a:cubicBezTo>
                  <a:lnTo>
                    <a:pt x="3783" y="12239"/>
                  </a:lnTo>
                  <a:cubicBezTo>
                    <a:pt x="4825" y="11318"/>
                    <a:pt x="5789" y="10314"/>
                    <a:pt x="6661" y="9231"/>
                  </a:cubicBezTo>
                  <a:cubicBezTo>
                    <a:pt x="7316" y="8428"/>
                    <a:pt x="7882" y="7557"/>
                    <a:pt x="8434" y="6676"/>
                  </a:cubicBezTo>
                  <a:cubicBezTo>
                    <a:pt x="8466" y="6664"/>
                    <a:pt x="8489" y="6638"/>
                    <a:pt x="8506" y="6610"/>
                  </a:cubicBezTo>
                  <a:cubicBezTo>
                    <a:pt x="8526" y="6563"/>
                    <a:pt x="8543" y="6517"/>
                    <a:pt x="8564" y="6471"/>
                  </a:cubicBezTo>
                  <a:cubicBezTo>
                    <a:pt x="8607" y="6399"/>
                    <a:pt x="8653" y="6332"/>
                    <a:pt x="8696" y="6263"/>
                  </a:cubicBezTo>
                  <a:cubicBezTo>
                    <a:pt x="9372" y="5172"/>
                    <a:pt x="10362" y="4502"/>
                    <a:pt x="11064" y="3463"/>
                  </a:cubicBezTo>
                  <a:cubicBezTo>
                    <a:pt x="11546" y="2750"/>
                    <a:pt x="10613" y="1996"/>
                    <a:pt x="10050" y="1849"/>
                  </a:cubicBezTo>
                  <a:cubicBezTo>
                    <a:pt x="10013" y="1839"/>
                    <a:pt x="9970" y="1835"/>
                    <a:pt x="9922" y="1835"/>
                  </a:cubicBezTo>
                  <a:cubicBezTo>
                    <a:pt x="9665" y="1835"/>
                    <a:pt x="9283" y="1963"/>
                    <a:pt x="9112" y="2051"/>
                  </a:cubicBezTo>
                  <a:cubicBezTo>
                    <a:pt x="8957" y="2131"/>
                    <a:pt x="8802" y="2167"/>
                    <a:pt x="8648" y="2167"/>
                  </a:cubicBezTo>
                  <a:cubicBezTo>
                    <a:pt x="8348" y="2167"/>
                    <a:pt x="8052" y="2031"/>
                    <a:pt x="7764" y="1823"/>
                  </a:cubicBezTo>
                  <a:cubicBezTo>
                    <a:pt x="7799" y="1667"/>
                    <a:pt x="7839" y="1514"/>
                    <a:pt x="7868" y="1355"/>
                  </a:cubicBezTo>
                  <a:cubicBezTo>
                    <a:pt x="7893" y="1238"/>
                    <a:pt x="7802" y="1152"/>
                    <a:pt x="7707" y="1152"/>
                  </a:cubicBezTo>
                  <a:cubicBezTo>
                    <a:pt x="7657" y="1152"/>
                    <a:pt x="7606" y="1175"/>
                    <a:pt x="7571" y="1231"/>
                  </a:cubicBezTo>
                  <a:cubicBezTo>
                    <a:pt x="7510" y="1326"/>
                    <a:pt x="7461" y="1427"/>
                    <a:pt x="7400" y="1523"/>
                  </a:cubicBezTo>
                  <a:cubicBezTo>
                    <a:pt x="6898" y="1052"/>
                    <a:pt x="6433" y="440"/>
                    <a:pt x="6040" y="50"/>
                  </a:cubicBezTo>
                  <a:cubicBezTo>
                    <a:pt x="6005" y="15"/>
                    <a:pt x="5965" y="1"/>
                    <a:pt x="5927"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0" name="Google Shape;4380;p56"/>
            <p:cNvSpPr/>
            <p:nvPr/>
          </p:nvSpPr>
          <p:spPr>
            <a:xfrm>
              <a:off x="4490450" y="4030275"/>
              <a:ext cx="166950" cy="327500"/>
            </a:xfrm>
            <a:custGeom>
              <a:avLst/>
              <a:gdLst/>
              <a:ahLst/>
              <a:cxnLst/>
              <a:rect l="l" t="t" r="r" b="b"/>
              <a:pathLst>
                <a:path w="6678" h="13100" extrusionOk="0">
                  <a:moveTo>
                    <a:pt x="5313" y="627"/>
                  </a:moveTo>
                  <a:cubicBezTo>
                    <a:pt x="5708" y="988"/>
                    <a:pt x="5962" y="1620"/>
                    <a:pt x="6066" y="2212"/>
                  </a:cubicBezTo>
                  <a:cubicBezTo>
                    <a:pt x="6045" y="2201"/>
                    <a:pt x="6022" y="2196"/>
                    <a:pt x="5999" y="2196"/>
                  </a:cubicBezTo>
                  <a:cubicBezTo>
                    <a:pt x="5963" y="2196"/>
                    <a:pt x="5927" y="2209"/>
                    <a:pt x="5899" y="2235"/>
                  </a:cubicBezTo>
                  <a:cubicBezTo>
                    <a:pt x="5437" y="2692"/>
                    <a:pt x="4998" y="3174"/>
                    <a:pt x="4582" y="3673"/>
                  </a:cubicBezTo>
                  <a:cubicBezTo>
                    <a:pt x="4929" y="3000"/>
                    <a:pt x="5246" y="2310"/>
                    <a:pt x="5529" y="1600"/>
                  </a:cubicBezTo>
                  <a:cubicBezTo>
                    <a:pt x="5573" y="1492"/>
                    <a:pt x="5473" y="1411"/>
                    <a:pt x="5375" y="1411"/>
                  </a:cubicBezTo>
                  <a:cubicBezTo>
                    <a:pt x="5338" y="1411"/>
                    <a:pt x="5301" y="1423"/>
                    <a:pt x="5272" y="1450"/>
                  </a:cubicBezTo>
                  <a:cubicBezTo>
                    <a:pt x="5024" y="1693"/>
                    <a:pt x="4802" y="1955"/>
                    <a:pt x="4571" y="2212"/>
                  </a:cubicBezTo>
                  <a:cubicBezTo>
                    <a:pt x="4836" y="1693"/>
                    <a:pt x="5085" y="1167"/>
                    <a:pt x="5313" y="627"/>
                  </a:cubicBezTo>
                  <a:close/>
                  <a:moveTo>
                    <a:pt x="4610" y="335"/>
                  </a:moveTo>
                  <a:cubicBezTo>
                    <a:pt x="4766" y="335"/>
                    <a:pt x="4909" y="371"/>
                    <a:pt x="5041" y="437"/>
                  </a:cubicBezTo>
                  <a:cubicBezTo>
                    <a:pt x="4002" y="1577"/>
                    <a:pt x="3145" y="2842"/>
                    <a:pt x="2172" y="4037"/>
                  </a:cubicBezTo>
                  <a:cubicBezTo>
                    <a:pt x="2966" y="3061"/>
                    <a:pt x="3462" y="1600"/>
                    <a:pt x="4126" y="443"/>
                  </a:cubicBezTo>
                  <a:cubicBezTo>
                    <a:pt x="4298" y="369"/>
                    <a:pt x="4460" y="335"/>
                    <a:pt x="4610" y="335"/>
                  </a:cubicBezTo>
                  <a:close/>
                  <a:moveTo>
                    <a:pt x="6107" y="2495"/>
                  </a:moveTo>
                  <a:cubicBezTo>
                    <a:pt x="6121" y="2648"/>
                    <a:pt x="6127" y="2801"/>
                    <a:pt x="6121" y="2957"/>
                  </a:cubicBezTo>
                  <a:cubicBezTo>
                    <a:pt x="6115" y="3078"/>
                    <a:pt x="6084" y="3203"/>
                    <a:pt x="6069" y="3324"/>
                  </a:cubicBezTo>
                  <a:cubicBezTo>
                    <a:pt x="5411" y="4066"/>
                    <a:pt x="4799" y="4837"/>
                    <a:pt x="4210" y="5628"/>
                  </a:cubicBezTo>
                  <a:cubicBezTo>
                    <a:pt x="4834" y="4580"/>
                    <a:pt x="5457" y="3532"/>
                    <a:pt x="6107" y="2495"/>
                  </a:cubicBezTo>
                  <a:close/>
                  <a:moveTo>
                    <a:pt x="5806" y="4611"/>
                  </a:moveTo>
                  <a:lnTo>
                    <a:pt x="5806" y="4611"/>
                  </a:lnTo>
                  <a:cubicBezTo>
                    <a:pt x="5711" y="4941"/>
                    <a:pt x="5604" y="5267"/>
                    <a:pt x="5486" y="5587"/>
                  </a:cubicBezTo>
                  <a:cubicBezTo>
                    <a:pt x="5076" y="6173"/>
                    <a:pt x="4675" y="6759"/>
                    <a:pt x="4285" y="7354"/>
                  </a:cubicBezTo>
                  <a:cubicBezTo>
                    <a:pt x="4793" y="6442"/>
                    <a:pt x="5304" y="5529"/>
                    <a:pt x="5806" y="4611"/>
                  </a:cubicBezTo>
                  <a:close/>
                  <a:moveTo>
                    <a:pt x="3494" y="879"/>
                  </a:moveTo>
                  <a:lnTo>
                    <a:pt x="3494" y="879"/>
                  </a:lnTo>
                  <a:cubicBezTo>
                    <a:pt x="3456" y="939"/>
                    <a:pt x="3428" y="1003"/>
                    <a:pt x="3396" y="1063"/>
                  </a:cubicBezTo>
                  <a:cubicBezTo>
                    <a:pt x="2449" y="2668"/>
                    <a:pt x="1638" y="4314"/>
                    <a:pt x="1063" y="6110"/>
                  </a:cubicBezTo>
                  <a:cubicBezTo>
                    <a:pt x="1047" y="6160"/>
                    <a:pt x="1087" y="6192"/>
                    <a:pt x="1128" y="6192"/>
                  </a:cubicBezTo>
                  <a:cubicBezTo>
                    <a:pt x="1155" y="6192"/>
                    <a:pt x="1182" y="6178"/>
                    <a:pt x="1193" y="6147"/>
                  </a:cubicBezTo>
                  <a:cubicBezTo>
                    <a:pt x="1349" y="5703"/>
                    <a:pt x="1519" y="5270"/>
                    <a:pt x="1701" y="4842"/>
                  </a:cubicBezTo>
                  <a:cubicBezTo>
                    <a:pt x="1722" y="4856"/>
                    <a:pt x="1747" y="4863"/>
                    <a:pt x="1771" y="4863"/>
                  </a:cubicBezTo>
                  <a:cubicBezTo>
                    <a:pt x="1806" y="4863"/>
                    <a:pt x="1842" y="4848"/>
                    <a:pt x="1866" y="4819"/>
                  </a:cubicBezTo>
                  <a:cubicBezTo>
                    <a:pt x="2411" y="4227"/>
                    <a:pt x="2902" y="3621"/>
                    <a:pt x="3387" y="2983"/>
                  </a:cubicBezTo>
                  <a:cubicBezTo>
                    <a:pt x="3840" y="2351"/>
                    <a:pt x="4317" y="1733"/>
                    <a:pt x="4808" y="1130"/>
                  </a:cubicBezTo>
                  <a:lnTo>
                    <a:pt x="4808" y="1130"/>
                  </a:lnTo>
                  <a:cubicBezTo>
                    <a:pt x="4556" y="1641"/>
                    <a:pt x="4297" y="2149"/>
                    <a:pt x="4031" y="2648"/>
                  </a:cubicBezTo>
                  <a:cubicBezTo>
                    <a:pt x="3933" y="2836"/>
                    <a:pt x="3820" y="3018"/>
                    <a:pt x="3719" y="3200"/>
                  </a:cubicBezTo>
                  <a:cubicBezTo>
                    <a:pt x="2576" y="4649"/>
                    <a:pt x="1652" y="6260"/>
                    <a:pt x="982" y="7978"/>
                  </a:cubicBezTo>
                  <a:cubicBezTo>
                    <a:pt x="940" y="8085"/>
                    <a:pt x="1042" y="8168"/>
                    <a:pt x="1137" y="8168"/>
                  </a:cubicBezTo>
                  <a:cubicBezTo>
                    <a:pt x="1186" y="8168"/>
                    <a:pt x="1233" y="8147"/>
                    <a:pt x="1259" y="8096"/>
                  </a:cubicBezTo>
                  <a:cubicBezTo>
                    <a:pt x="2105" y="6476"/>
                    <a:pt x="3087" y="4932"/>
                    <a:pt x="3973" y="3338"/>
                  </a:cubicBezTo>
                  <a:cubicBezTo>
                    <a:pt x="4135" y="3133"/>
                    <a:pt x="4294" y="2931"/>
                    <a:pt x="4458" y="2732"/>
                  </a:cubicBezTo>
                  <a:cubicBezTo>
                    <a:pt x="4733" y="2399"/>
                    <a:pt x="4873" y="2266"/>
                    <a:pt x="4922" y="2266"/>
                  </a:cubicBezTo>
                  <a:cubicBezTo>
                    <a:pt x="5102" y="2266"/>
                    <a:pt x="4032" y="4082"/>
                    <a:pt x="3887" y="4346"/>
                  </a:cubicBezTo>
                  <a:cubicBezTo>
                    <a:pt x="3690" y="4710"/>
                    <a:pt x="3480" y="5068"/>
                    <a:pt x="3269" y="5426"/>
                  </a:cubicBezTo>
                  <a:cubicBezTo>
                    <a:pt x="2455" y="6615"/>
                    <a:pt x="1733" y="7871"/>
                    <a:pt x="1037" y="9156"/>
                  </a:cubicBezTo>
                  <a:lnTo>
                    <a:pt x="1049" y="9164"/>
                  </a:lnTo>
                  <a:cubicBezTo>
                    <a:pt x="925" y="9384"/>
                    <a:pt x="798" y="9603"/>
                    <a:pt x="679" y="9828"/>
                  </a:cubicBezTo>
                  <a:cubicBezTo>
                    <a:pt x="653" y="8639"/>
                    <a:pt x="806" y="7377"/>
                    <a:pt x="901" y="6780"/>
                  </a:cubicBezTo>
                  <a:cubicBezTo>
                    <a:pt x="1219" y="4828"/>
                    <a:pt x="1883" y="2227"/>
                    <a:pt x="3494" y="879"/>
                  </a:cubicBezTo>
                  <a:close/>
                  <a:moveTo>
                    <a:pt x="5381" y="3053"/>
                  </a:moveTo>
                  <a:lnTo>
                    <a:pt x="5381" y="3053"/>
                  </a:lnTo>
                  <a:cubicBezTo>
                    <a:pt x="3828" y="5524"/>
                    <a:pt x="2378" y="8054"/>
                    <a:pt x="959" y="10602"/>
                  </a:cubicBezTo>
                  <a:cubicBezTo>
                    <a:pt x="945" y="10631"/>
                    <a:pt x="927" y="10657"/>
                    <a:pt x="910" y="10686"/>
                  </a:cubicBezTo>
                  <a:lnTo>
                    <a:pt x="913" y="10686"/>
                  </a:lnTo>
                  <a:cubicBezTo>
                    <a:pt x="867" y="10769"/>
                    <a:pt x="818" y="10850"/>
                    <a:pt x="772" y="10934"/>
                  </a:cubicBezTo>
                  <a:cubicBezTo>
                    <a:pt x="722" y="10614"/>
                    <a:pt x="694" y="10293"/>
                    <a:pt x="682" y="9973"/>
                  </a:cubicBezTo>
                  <a:lnTo>
                    <a:pt x="682" y="9973"/>
                  </a:lnTo>
                  <a:cubicBezTo>
                    <a:pt x="713" y="10026"/>
                    <a:pt x="772" y="10063"/>
                    <a:pt x="830" y="10063"/>
                  </a:cubicBezTo>
                  <a:cubicBezTo>
                    <a:pt x="875" y="10063"/>
                    <a:pt x="919" y="10041"/>
                    <a:pt x="948" y="9987"/>
                  </a:cubicBezTo>
                  <a:cubicBezTo>
                    <a:pt x="2203" y="7633"/>
                    <a:pt x="4248" y="4853"/>
                    <a:pt x="5381" y="3053"/>
                  </a:cubicBezTo>
                  <a:close/>
                  <a:moveTo>
                    <a:pt x="4758" y="7299"/>
                  </a:moveTo>
                  <a:lnTo>
                    <a:pt x="4758" y="7299"/>
                  </a:lnTo>
                  <a:cubicBezTo>
                    <a:pt x="4138" y="8671"/>
                    <a:pt x="3462" y="10166"/>
                    <a:pt x="2472" y="10989"/>
                  </a:cubicBezTo>
                  <a:cubicBezTo>
                    <a:pt x="3122" y="9883"/>
                    <a:pt x="3786" y="8783"/>
                    <a:pt x="4481" y="7706"/>
                  </a:cubicBezTo>
                  <a:cubicBezTo>
                    <a:pt x="4571" y="7568"/>
                    <a:pt x="4666" y="7438"/>
                    <a:pt x="4758" y="7299"/>
                  </a:cubicBezTo>
                  <a:close/>
                  <a:moveTo>
                    <a:pt x="4111" y="0"/>
                  </a:moveTo>
                  <a:cubicBezTo>
                    <a:pt x="4067" y="0"/>
                    <a:pt x="4024" y="20"/>
                    <a:pt x="3993" y="67"/>
                  </a:cubicBezTo>
                  <a:cubicBezTo>
                    <a:pt x="3976" y="96"/>
                    <a:pt x="3962" y="125"/>
                    <a:pt x="3944" y="151"/>
                  </a:cubicBezTo>
                  <a:cubicBezTo>
                    <a:pt x="1880" y="688"/>
                    <a:pt x="1008" y="4577"/>
                    <a:pt x="659" y="6173"/>
                  </a:cubicBezTo>
                  <a:cubicBezTo>
                    <a:pt x="359" y="7550"/>
                    <a:pt x="1" y="9762"/>
                    <a:pt x="509" y="11416"/>
                  </a:cubicBezTo>
                  <a:cubicBezTo>
                    <a:pt x="474" y="11494"/>
                    <a:pt x="503" y="11584"/>
                    <a:pt x="578" y="11624"/>
                  </a:cubicBezTo>
                  <a:cubicBezTo>
                    <a:pt x="795" y="12219"/>
                    <a:pt x="1132" y="12730"/>
                    <a:pt x="1643" y="13082"/>
                  </a:cubicBezTo>
                  <a:cubicBezTo>
                    <a:pt x="1664" y="13093"/>
                    <a:pt x="1686" y="13099"/>
                    <a:pt x="1708" y="13099"/>
                  </a:cubicBezTo>
                  <a:cubicBezTo>
                    <a:pt x="1731" y="13099"/>
                    <a:pt x="1753" y="13093"/>
                    <a:pt x="1773" y="13082"/>
                  </a:cubicBezTo>
                  <a:cubicBezTo>
                    <a:pt x="2111" y="12816"/>
                    <a:pt x="2463" y="12577"/>
                    <a:pt x="2833" y="12360"/>
                  </a:cubicBezTo>
                  <a:cubicBezTo>
                    <a:pt x="2884" y="12328"/>
                    <a:pt x="2853" y="12257"/>
                    <a:pt x="2805" y="12257"/>
                  </a:cubicBezTo>
                  <a:cubicBezTo>
                    <a:pt x="2796" y="12257"/>
                    <a:pt x="2787" y="12260"/>
                    <a:pt x="2778" y="12265"/>
                  </a:cubicBezTo>
                  <a:cubicBezTo>
                    <a:pt x="2454" y="12449"/>
                    <a:pt x="2177" y="12532"/>
                    <a:pt x="1941" y="12532"/>
                  </a:cubicBezTo>
                  <a:cubicBezTo>
                    <a:pt x="1391" y="12532"/>
                    <a:pt x="1065" y="12082"/>
                    <a:pt x="881" y="11431"/>
                  </a:cubicBezTo>
                  <a:cubicBezTo>
                    <a:pt x="2357" y="8825"/>
                    <a:pt x="3954" y="6320"/>
                    <a:pt x="5898" y="4031"/>
                  </a:cubicBezTo>
                  <a:lnTo>
                    <a:pt x="5898" y="4031"/>
                  </a:lnTo>
                  <a:cubicBezTo>
                    <a:pt x="4387" y="5812"/>
                    <a:pt x="3160" y="8413"/>
                    <a:pt x="2053" y="10743"/>
                  </a:cubicBezTo>
                  <a:cubicBezTo>
                    <a:pt x="1874" y="10922"/>
                    <a:pt x="1808" y="11064"/>
                    <a:pt x="1845" y="11176"/>
                  </a:cubicBezTo>
                  <a:cubicBezTo>
                    <a:pt x="1710" y="11462"/>
                    <a:pt x="1577" y="11748"/>
                    <a:pt x="1444" y="12019"/>
                  </a:cubicBezTo>
                  <a:cubicBezTo>
                    <a:pt x="1373" y="12165"/>
                    <a:pt x="1493" y="12296"/>
                    <a:pt x="1613" y="12296"/>
                  </a:cubicBezTo>
                  <a:cubicBezTo>
                    <a:pt x="1667" y="12296"/>
                    <a:pt x="1722" y="12269"/>
                    <a:pt x="1759" y="12204"/>
                  </a:cubicBezTo>
                  <a:cubicBezTo>
                    <a:pt x="1958" y="11858"/>
                    <a:pt x="2163" y="11520"/>
                    <a:pt x="2365" y="11176"/>
                  </a:cubicBezTo>
                  <a:cubicBezTo>
                    <a:pt x="2383" y="11272"/>
                    <a:pt x="2467" y="11332"/>
                    <a:pt x="2556" y="11332"/>
                  </a:cubicBezTo>
                  <a:cubicBezTo>
                    <a:pt x="2593" y="11332"/>
                    <a:pt x="2631" y="11321"/>
                    <a:pt x="2665" y="11298"/>
                  </a:cubicBezTo>
                  <a:lnTo>
                    <a:pt x="2665" y="11298"/>
                  </a:lnTo>
                  <a:cubicBezTo>
                    <a:pt x="2512" y="11532"/>
                    <a:pt x="2365" y="11771"/>
                    <a:pt x="2206" y="11999"/>
                  </a:cubicBezTo>
                  <a:cubicBezTo>
                    <a:pt x="2111" y="12137"/>
                    <a:pt x="2240" y="12268"/>
                    <a:pt x="2372" y="12268"/>
                  </a:cubicBezTo>
                  <a:cubicBezTo>
                    <a:pt x="2428" y="12268"/>
                    <a:pt x="2484" y="12244"/>
                    <a:pt x="2524" y="12187"/>
                  </a:cubicBezTo>
                  <a:cubicBezTo>
                    <a:pt x="2746" y="11864"/>
                    <a:pt x="3188" y="11127"/>
                    <a:pt x="3696" y="10172"/>
                  </a:cubicBezTo>
                  <a:cubicBezTo>
                    <a:pt x="4831" y="8581"/>
                    <a:pt x="5538" y="6300"/>
                    <a:pt x="6485" y="4802"/>
                  </a:cubicBezTo>
                  <a:cubicBezTo>
                    <a:pt x="6575" y="4660"/>
                    <a:pt x="6453" y="4534"/>
                    <a:pt x="6324" y="4534"/>
                  </a:cubicBezTo>
                  <a:cubicBezTo>
                    <a:pt x="6267" y="4534"/>
                    <a:pt x="6209" y="4559"/>
                    <a:pt x="6167" y="4617"/>
                  </a:cubicBezTo>
                  <a:cubicBezTo>
                    <a:pt x="6110" y="4695"/>
                    <a:pt x="6058" y="4773"/>
                    <a:pt x="6003" y="4851"/>
                  </a:cubicBezTo>
                  <a:cubicBezTo>
                    <a:pt x="6121" y="4458"/>
                    <a:pt x="6225" y="4072"/>
                    <a:pt x="6303" y="3702"/>
                  </a:cubicBezTo>
                  <a:cubicBezTo>
                    <a:pt x="6361" y="3592"/>
                    <a:pt x="6421" y="3488"/>
                    <a:pt x="6479" y="3382"/>
                  </a:cubicBezTo>
                  <a:cubicBezTo>
                    <a:pt x="6520" y="3295"/>
                    <a:pt x="6488" y="3191"/>
                    <a:pt x="6407" y="3145"/>
                  </a:cubicBezTo>
                  <a:cubicBezTo>
                    <a:pt x="6678" y="1384"/>
                    <a:pt x="6301" y="73"/>
                    <a:pt x="4607" y="73"/>
                  </a:cubicBezTo>
                  <a:cubicBezTo>
                    <a:pt x="4496" y="73"/>
                    <a:pt x="4379" y="79"/>
                    <a:pt x="4256" y="90"/>
                  </a:cubicBezTo>
                  <a:cubicBezTo>
                    <a:pt x="4229" y="37"/>
                    <a:pt x="4170" y="0"/>
                    <a:pt x="4111"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1" name="Google Shape;4381;p56"/>
            <p:cNvSpPr/>
            <p:nvPr/>
          </p:nvSpPr>
          <p:spPr>
            <a:xfrm>
              <a:off x="2233550" y="2129125"/>
              <a:ext cx="18850" cy="19225"/>
            </a:xfrm>
            <a:custGeom>
              <a:avLst/>
              <a:gdLst/>
              <a:ahLst/>
              <a:cxnLst/>
              <a:rect l="l" t="t" r="r" b="b"/>
              <a:pathLst>
                <a:path w="754" h="769" extrusionOk="0">
                  <a:moveTo>
                    <a:pt x="754" y="0"/>
                  </a:moveTo>
                  <a:lnTo>
                    <a:pt x="754" y="0"/>
                  </a:lnTo>
                  <a:cubicBezTo>
                    <a:pt x="658" y="93"/>
                    <a:pt x="563" y="188"/>
                    <a:pt x="471" y="280"/>
                  </a:cubicBezTo>
                  <a:cubicBezTo>
                    <a:pt x="312" y="442"/>
                    <a:pt x="162" y="609"/>
                    <a:pt x="0" y="768"/>
                  </a:cubicBezTo>
                  <a:cubicBezTo>
                    <a:pt x="245" y="529"/>
                    <a:pt x="497" y="272"/>
                    <a:pt x="754"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2" name="Google Shape;4382;p56"/>
            <p:cNvSpPr/>
            <p:nvPr/>
          </p:nvSpPr>
          <p:spPr>
            <a:xfrm>
              <a:off x="1535825" y="2847850"/>
              <a:ext cx="14525" cy="17925"/>
            </a:xfrm>
            <a:custGeom>
              <a:avLst/>
              <a:gdLst/>
              <a:ahLst/>
              <a:cxnLst/>
              <a:rect l="l" t="t" r="r" b="b"/>
              <a:pathLst>
                <a:path w="581" h="717" extrusionOk="0">
                  <a:moveTo>
                    <a:pt x="581" y="0"/>
                  </a:moveTo>
                  <a:cubicBezTo>
                    <a:pt x="387" y="234"/>
                    <a:pt x="194" y="474"/>
                    <a:pt x="0" y="716"/>
                  </a:cubicBezTo>
                  <a:lnTo>
                    <a:pt x="581"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3" name="Google Shape;4383;p56"/>
            <p:cNvSpPr/>
            <p:nvPr/>
          </p:nvSpPr>
          <p:spPr>
            <a:xfrm>
              <a:off x="1637725" y="3318000"/>
              <a:ext cx="22850" cy="21675"/>
            </a:xfrm>
            <a:custGeom>
              <a:avLst/>
              <a:gdLst/>
              <a:ahLst/>
              <a:cxnLst/>
              <a:rect l="l" t="t" r="r" b="b"/>
              <a:pathLst>
                <a:path w="914" h="867" extrusionOk="0">
                  <a:moveTo>
                    <a:pt x="913" y="0"/>
                  </a:moveTo>
                  <a:cubicBezTo>
                    <a:pt x="598" y="286"/>
                    <a:pt x="292" y="575"/>
                    <a:pt x="1" y="866"/>
                  </a:cubicBezTo>
                  <a:cubicBezTo>
                    <a:pt x="177" y="716"/>
                    <a:pt x="356" y="563"/>
                    <a:pt x="535" y="413"/>
                  </a:cubicBezTo>
                  <a:cubicBezTo>
                    <a:pt x="659" y="274"/>
                    <a:pt x="786" y="139"/>
                    <a:pt x="913"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4" name="Google Shape;4384;p56"/>
            <p:cNvSpPr/>
            <p:nvPr/>
          </p:nvSpPr>
          <p:spPr>
            <a:xfrm>
              <a:off x="1580550" y="3339650"/>
              <a:ext cx="57200" cy="68650"/>
            </a:xfrm>
            <a:custGeom>
              <a:avLst/>
              <a:gdLst/>
              <a:ahLst/>
              <a:cxnLst/>
              <a:rect l="l" t="t" r="r" b="b"/>
              <a:pathLst>
                <a:path w="2288" h="2746" extrusionOk="0">
                  <a:moveTo>
                    <a:pt x="2288" y="0"/>
                  </a:moveTo>
                  <a:cubicBezTo>
                    <a:pt x="1404" y="748"/>
                    <a:pt x="570" y="1519"/>
                    <a:pt x="39" y="2598"/>
                  </a:cubicBezTo>
                  <a:cubicBezTo>
                    <a:pt x="1" y="2674"/>
                    <a:pt x="69" y="2746"/>
                    <a:pt x="134" y="2746"/>
                  </a:cubicBezTo>
                  <a:cubicBezTo>
                    <a:pt x="163" y="2746"/>
                    <a:pt x="191" y="2731"/>
                    <a:pt x="209" y="2697"/>
                  </a:cubicBezTo>
                  <a:cubicBezTo>
                    <a:pt x="697" y="1755"/>
                    <a:pt x="1433" y="858"/>
                    <a:pt x="2288"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5" name="Google Shape;4385;p56"/>
            <p:cNvSpPr/>
            <p:nvPr/>
          </p:nvSpPr>
          <p:spPr>
            <a:xfrm>
              <a:off x="1583350" y="3416000"/>
              <a:ext cx="9150" cy="13450"/>
            </a:xfrm>
            <a:custGeom>
              <a:avLst/>
              <a:gdLst/>
              <a:ahLst/>
              <a:cxnLst/>
              <a:rect l="l" t="t" r="r" b="b"/>
              <a:pathLst>
                <a:path w="366" h="538" extrusionOk="0">
                  <a:moveTo>
                    <a:pt x="348" y="1"/>
                  </a:moveTo>
                  <a:cubicBezTo>
                    <a:pt x="247" y="139"/>
                    <a:pt x="140" y="269"/>
                    <a:pt x="45" y="411"/>
                  </a:cubicBezTo>
                  <a:cubicBezTo>
                    <a:pt x="1" y="475"/>
                    <a:pt x="62" y="538"/>
                    <a:pt x="123" y="538"/>
                  </a:cubicBezTo>
                  <a:cubicBezTo>
                    <a:pt x="150" y="538"/>
                    <a:pt x="177" y="526"/>
                    <a:pt x="195" y="497"/>
                  </a:cubicBezTo>
                  <a:cubicBezTo>
                    <a:pt x="366" y="237"/>
                    <a:pt x="314" y="364"/>
                    <a:pt x="366" y="32"/>
                  </a:cubicBezTo>
                  <a:cubicBezTo>
                    <a:pt x="366" y="18"/>
                    <a:pt x="360" y="6"/>
                    <a:pt x="348"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6" name="Google Shape;4386;p56"/>
            <p:cNvSpPr/>
            <p:nvPr/>
          </p:nvSpPr>
          <p:spPr>
            <a:xfrm>
              <a:off x="989675" y="1551075"/>
              <a:ext cx="1615425" cy="1865375"/>
            </a:xfrm>
            <a:custGeom>
              <a:avLst/>
              <a:gdLst/>
              <a:ahLst/>
              <a:cxnLst/>
              <a:rect l="l" t="t" r="r" b="b"/>
              <a:pathLst>
                <a:path w="64617" h="74615" extrusionOk="0">
                  <a:moveTo>
                    <a:pt x="11291" y="720"/>
                  </a:moveTo>
                  <a:cubicBezTo>
                    <a:pt x="11481" y="783"/>
                    <a:pt x="11676" y="855"/>
                    <a:pt x="11883" y="944"/>
                  </a:cubicBezTo>
                  <a:cubicBezTo>
                    <a:pt x="11901" y="950"/>
                    <a:pt x="11918" y="962"/>
                    <a:pt x="11938" y="970"/>
                  </a:cubicBezTo>
                  <a:cubicBezTo>
                    <a:pt x="11525" y="1198"/>
                    <a:pt x="11136" y="1467"/>
                    <a:pt x="10775" y="1773"/>
                  </a:cubicBezTo>
                  <a:cubicBezTo>
                    <a:pt x="10997" y="1447"/>
                    <a:pt x="11170" y="1092"/>
                    <a:pt x="11291" y="720"/>
                  </a:cubicBezTo>
                  <a:close/>
                  <a:moveTo>
                    <a:pt x="8786" y="696"/>
                  </a:moveTo>
                  <a:lnTo>
                    <a:pt x="8783" y="699"/>
                  </a:lnTo>
                  <a:cubicBezTo>
                    <a:pt x="8277" y="1253"/>
                    <a:pt x="7841" y="1845"/>
                    <a:pt x="7426" y="2466"/>
                  </a:cubicBezTo>
                  <a:cubicBezTo>
                    <a:pt x="7680" y="1657"/>
                    <a:pt x="8116" y="1022"/>
                    <a:pt x="8786" y="696"/>
                  </a:cubicBezTo>
                  <a:close/>
                  <a:moveTo>
                    <a:pt x="13024" y="1504"/>
                  </a:moveTo>
                  <a:cubicBezTo>
                    <a:pt x="13182" y="1591"/>
                    <a:pt x="13341" y="1683"/>
                    <a:pt x="13497" y="1776"/>
                  </a:cubicBezTo>
                  <a:cubicBezTo>
                    <a:pt x="13122" y="2085"/>
                    <a:pt x="12755" y="2405"/>
                    <a:pt x="12406" y="2734"/>
                  </a:cubicBezTo>
                  <a:cubicBezTo>
                    <a:pt x="12648" y="2345"/>
                    <a:pt x="12856" y="1932"/>
                    <a:pt x="13024" y="1504"/>
                  </a:cubicBezTo>
                  <a:close/>
                  <a:moveTo>
                    <a:pt x="9998" y="1502"/>
                  </a:moveTo>
                  <a:lnTo>
                    <a:pt x="9998" y="1502"/>
                  </a:lnTo>
                  <a:cubicBezTo>
                    <a:pt x="9470" y="2137"/>
                    <a:pt x="8973" y="2798"/>
                    <a:pt x="8511" y="3485"/>
                  </a:cubicBezTo>
                  <a:cubicBezTo>
                    <a:pt x="8454" y="3537"/>
                    <a:pt x="8404" y="3592"/>
                    <a:pt x="8341" y="3647"/>
                  </a:cubicBezTo>
                  <a:lnTo>
                    <a:pt x="8303" y="3675"/>
                  </a:lnTo>
                  <a:cubicBezTo>
                    <a:pt x="8598" y="3147"/>
                    <a:pt x="8884" y="2610"/>
                    <a:pt x="9195" y="2093"/>
                  </a:cubicBezTo>
                  <a:cubicBezTo>
                    <a:pt x="9588" y="1747"/>
                    <a:pt x="9845" y="1559"/>
                    <a:pt x="9998" y="1502"/>
                  </a:cubicBezTo>
                  <a:close/>
                  <a:moveTo>
                    <a:pt x="34203" y="2004"/>
                  </a:moveTo>
                  <a:lnTo>
                    <a:pt x="34206" y="2007"/>
                  </a:lnTo>
                  <a:cubicBezTo>
                    <a:pt x="33493" y="2766"/>
                    <a:pt x="32751" y="3494"/>
                    <a:pt x="32006" y="4224"/>
                  </a:cubicBezTo>
                  <a:cubicBezTo>
                    <a:pt x="32603" y="3569"/>
                    <a:pt x="33181" y="2899"/>
                    <a:pt x="33677" y="2154"/>
                  </a:cubicBezTo>
                  <a:cubicBezTo>
                    <a:pt x="33706" y="2114"/>
                    <a:pt x="33700" y="2056"/>
                    <a:pt x="33666" y="2021"/>
                  </a:cubicBezTo>
                  <a:cubicBezTo>
                    <a:pt x="33845" y="2015"/>
                    <a:pt x="34021" y="2007"/>
                    <a:pt x="34203" y="2004"/>
                  </a:cubicBezTo>
                  <a:close/>
                  <a:moveTo>
                    <a:pt x="8898" y="1049"/>
                  </a:moveTo>
                  <a:cubicBezTo>
                    <a:pt x="8960" y="1049"/>
                    <a:pt x="8863" y="1315"/>
                    <a:pt x="8503" y="2013"/>
                  </a:cubicBezTo>
                  <a:cubicBezTo>
                    <a:pt x="8090" y="2815"/>
                    <a:pt x="7605" y="3589"/>
                    <a:pt x="7143" y="4371"/>
                  </a:cubicBezTo>
                  <a:lnTo>
                    <a:pt x="7143" y="4371"/>
                  </a:lnTo>
                  <a:cubicBezTo>
                    <a:pt x="7149" y="3988"/>
                    <a:pt x="7183" y="3608"/>
                    <a:pt x="7244" y="3234"/>
                  </a:cubicBezTo>
                  <a:cubicBezTo>
                    <a:pt x="7777" y="2451"/>
                    <a:pt x="8756" y="1049"/>
                    <a:pt x="8898" y="1049"/>
                  </a:cubicBezTo>
                  <a:close/>
                  <a:moveTo>
                    <a:pt x="9878" y="464"/>
                  </a:moveTo>
                  <a:cubicBezTo>
                    <a:pt x="9987" y="464"/>
                    <a:pt x="10095" y="469"/>
                    <a:pt x="10203" y="480"/>
                  </a:cubicBezTo>
                  <a:cubicBezTo>
                    <a:pt x="9129" y="1608"/>
                    <a:pt x="8407" y="2928"/>
                    <a:pt x="7625" y="4244"/>
                  </a:cubicBezTo>
                  <a:cubicBezTo>
                    <a:pt x="7508" y="4340"/>
                    <a:pt x="7445" y="4387"/>
                    <a:pt x="7426" y="4387"/>
                  </a:cubicBezTo>
                  <a:cubicBezTo>
                    <a:pt x="7369" y="4387"/>
                    <a:pt x="7716" y="3958"/>
                    <a:pt x="8208" y="3138"/>
                  </a:cubicBezTo>
                  <a:cubicBezTo>
                    <a:pt x="8719" y="2284"/>
                    <a:pt x="9167" y="1395"/>
                    <a:pt x="9553" y="480"/>
                  </a:cubicBezTo>
                  <a:cubicBezTo>
                    <a:pt x="9662" y="469"/>
                    <a:pt x="9770" y="464"/>
                    <a:pt x="9878" y="464"/>
                  </a:cubicBezTo>
                  <a:close/>
                  <a:moveTo>
                    <a:pt x="33455" y="2027"/>
                  </a:moveTo>
                  <a:cubicBezTo>
                    <a:pt x="32557" y="2847"/>
                    <a:pt x="31726" y="3730"/>
                    <a:pt x="30891" y="4614"/>
                  </a:cubicBezTo>
                  <a:cubicBezTo>
                    <a:pt x="31584" y="3831"/>
                    <a:pt x="32240" y="2994"/>
                    <a:pt x="32719" y="2163"/>
                  </a:cubicBezTo>
                  <a:cubicBezTo>
                    <a:pt x="32739" y="2128"/>
                    <a:pt x="32742" y="2085"/>
                    <a:pt x="32725" y="2047"/>
                  </a:cubicBezTo>
                  <a:lnTo>
                    <a:pt x="32725" y="2047"/>
                  </a:lnTo>
                  <a:lnTo>
                    <a:pt x="32727" y="2050"/>
                  </a:lnTo>
                  <a:cubicBezTo>
                    <a:pt x="32970" y="2041"/>
                    <a:pt x="33210" y="2033"/>
                    <a:pt x="33455" y="2027"/>
                  </a:cubicBezTo>
                  <a:close/>
                  <a:moveTo>
                    <a:pt x="11814" y="1320"/>
                  </a:moveTo>
                  <a:cubicBezTo>
                    <a:pt x="11199" y="1767"/>
                    <a:pt x="10500" y="3075"/>
                    <a:pt x="9834" y="3661"/>
                  </a:cubicBezTo>
                  <a:cubicBezTo>
                    <a:pt x="9548" y="3912"/>
                    <a:pt x="9066" y="4426"/>
                    <a:pt x="8653" y="4865"/>
                  </a:cubicBezTo>
                  <a:cubicBezTo>
                    <a:pt x="9224" y="4039"/>
                    <a:pt x="9851" y="3211"/>
                    <a:pt x="10001" y="3017"/>
                  </a:cubicBezTo>
                  <a:cubicBezTo>
                    <a:pt x="10521" y="2365"/>
                    <a:pt x="11130" y="1793"/>
                    <a:pt x="11814" y="1320"/>
                  </a:cubicBezTo>
                  <a:close/>
                  <a:moveTo>
                    <a:pt x="13729" y="2767"/>
                  </a:moveTo>
                  <a:cubicBezTo>
                    <a:pt x="13890" y="2767"/>
                    <a:pt x="13580" y="3384"/>
                    <a:pt x="12983" y="3981"/>
                  </a:cubicBezTo>
                  <a:cubicBezTo>
                    <a:pt x="12605" y="4360"/>
                    <a:pt x="12218" y="4723"/>
                    <a:pt x="11831" y="5090"/>
                  </a:cubicBezTo>
                  <a:cubicBezTo>
                    <a:pt x="12129" y="4599"/>
                    <a:pt x="12455" y="4129"/>
                    <a:pt x="12810" y="3675"/>
                  </a:cubicBezTo>
                  <a:cubicBezTo>
                    <a:pt x="13337" y="3015"/>
                    <a:pt x="13628" y="2767"/>
                    <a:pt x="13729" y="2767"/>
                  </a:cubicBezTo>
                  <a:close/>
                  <a:moveTo>
                    <a:pt x="27687" y="3751"/>
                  </a:moveTo>
                  <a:lnTo>
                    <a:pt x="27687" y="3751"/>
                  </a:lnTo>
                  <a:cubicBezTo>
                    <a:pt x="27514" y="3840"/>
                    <a:pt x="27346" y="3938"/>
                    <a:pt x="27184" y="4045"/>
                  </a:cubicBezTo>
                  <a:cubicBezTo>
                    <a:pt x="27164" y="4014"/>
                    <a:pt x="27132" y="3999"/>
                    <a:pt x="27098" y="3999"/>
                  </a:cubicBezTo>
                  <a:cubicBezTo>
                    <a:pt x="27075" y="3999"/>
                    <a:pt x="27052" y="4006"/>
                    <a:pt x="27031" y="4022"/>
                  </a:cubicBezTo>
                  <a:cubicBezTo>
                    <a:pt x="26538" y="4377"/>
                    <a:pt x="26157" y="4781"/>
                    <a:pt x="25781" y="5252"/>
                  </a:cubicBezTo>
                  <a:cubicBezTo>
                    <a:pt x="25582" y="4758"/>
                    <a:pt x="25848" y="4236"/>
                    <a:pt x="27254" y="3837"/>
                  </a:cubicBezTo>
                  <a:cubicBezTo>
                    <a:pt x="27395" y="3800"/>
                    <a:pt x="27540" y="3771"/>
                    <a:pt x="27687" y="3751"/>
                  </a:cubicBezTo>
                  <a:close/>
                  <a:moveTo>
                    <a:pt x="35086" y="1998"/>
                  </a:moveTo>
                  <a:cubicBezTo>
                    <a:pt x="34073" y="3098"/>
                    <a:pt x="33019" y="4181"/>
                    <a:pt x="31994" y="5275"/>
                  </a:cubicBezTo>
                  <a:cubicBezTo>
                    <a:pt x="32944" y="4250"/>
                    <a:pt x="33868" y="3219"/>
                    <a:pt x="34633" y="2001"/>
                  </a:cubicBezTo>
                  <a:cubicBezTo>
                    <a:pt x="34780" y="1998"/>
                    <a:pt x="34933" y="1998"/>
                    <a:pt x="35083" y="1998"/>
                  </a:cubicBezTo>
                  <a:close/>
                  <a:moveTo>
                    <a:pt x="29197" y="3658"/>
                  </a:moveTo>
                  <a:cubicBezTo>
                    <a:pt x="28844" y="4033"/>
                    <a:pt x="28484" y="4400"/>
                    <a:pt x="28126" y="4770"/>
                  </a:cubicBezTo>
                  <a:cubicBezTo>
                    <a:pt x="28336" y="4484"/>
                    <a:pt x="28536" y="4192"/>
                    <a:pt x="28723" y="3880"/>
                  </a:cubicBezTo>
                  <a:cubicBezTo>
                    <a:pt x="28784" y="3783"/>
                    <a:pt x="28696" y="3682"/>
                    <a:pt x="28604" y="3682"/>
                  </a:cubicBezTo>
                  <a:cubicBezTo>
                    <a:pt x="28573" y="3682"/>
                    <a:pt x="28542" y="3693"/>
                    <a:pt x="28515" y="3719"/>
                  </a:cubicBezTo>
                  <a:cubicBezTo>
                    <a:pt x="27931" y="4300"/>
                    <a:pt x="27352" y="4854"/>
                    <a:pt x="26696" y="5355"/>
                  </a:cubicBezTo>
                  <a:lnTo>
                    <a:pt x="26696" y="5355"/>
                  </a:lnTo>
                  <a:cubicBezTo>
                    <a:pt x="27239" y="4939"/>
                    <a:pt x="27685" y="4292"/>
                    <a:pt x="28169" y="3805"/>
                  </a:cubicBezTo>
                  <a:cubicBezTo>
                    <a:pt x="28198" y="3776"/>
                    <a:pt x="28212" y="3730"/>
                    <a:pt x="28201" y="3690"/>
                  </a:cubicBezTo>
                  <a:cubicBezTo>
                    <a:pt x="28533" y="3664"/>
                    <a:pt x="28868" y="3658"/>
                    <a:pt x="29197" y="3658"/>
                  </a:cubicBezTo>
                  <a:close/>
                  <a:moveTo>
                    <a:pt x="32430" y="2059"/>
                  </a:moveTo>
                  <a:cubicBezTo>
                    <a:pt x="31229" y="3086"/>
                    <a:pt x="30196" y="4273"/>
                    <a:pt x="29148" y="5451"/>
                  </a:cubicBezTo>
                  <a:cubicBezTo>
                    <a:pt x="29482" y="5012"/>
                    <a:pt x="29835" y="4588"/>
                    <a:pt x="30187" y="4166"/>
                  </a:cubicBezTo>
                  <a:lnTo>
                    <a:pt x="30187" y="4169"/>
                  </a:lnTo>
                  <a:cubicBezTo>
                    <a:pt x="30767" y="3473"/>
                    <a:pt x="31350" y="2783"/>
                    <a:pt x="31910" y="2076"/>
                  </a:cubicBezTo>
                  <a:cubicBezTo>
                    <a:pt x="32081" y="2067"/>
                    <a:pt x="32257" y="2064"/>
                    <a:pt x="32430" y="2059"/>
                  </a:cubicBezTo>
                  <a:close/>
                  <a:moveTo>
                    <a:pt x="21419" y="3285"/>
                  </a:moveTo>
                  <a:cubicBezTo>
                    <a:pt x="21443" y="3285"/>
                    <a:pt x="21467" y="3289"/>
                    <a:pt x="21491" y="3294"/>
                  </a:cubicBezTo>
                  <a:cubicBezTo>
                    <a:pt x="20847" y="4051"/>
                    <a:pt x="20227" y="4822"/>
                    <a:pt x="19615" y="5601"/>
                  </a:cubicBezTo>
                  <a:cubicBezTo>
                    <a:pt x="19583" y="5581"/>
                    <a:pt x="19554" y="5561"/>
                    <a:pt x="19522" y="5540"/>
                  </a:cubicBezTo>
                  <a:cubicBezTo>
                    <a:pt x="20028" y="4796"/>
                    <a:pt x="20530" y="4036"/>
                    <a:pt x="21168" y="3407"/>
                  </a:cubicBezTo>
                  <a:cubicBezTo>
                    <a:pt x="21253" y="3322"/>
                    <a:pt x="21336" y="3285"/>
                    <a:pt x="21419" y="3285"/>
                  </a:cubicBezTo>
                  <a:close/>
                  <a:moveTo>
                    <a:pt x="9126" y="3450"/>
                  </a:moveTo>
                  <a:cubicBezTo>
                    <a:pt x="9112" y="3473"/>
                    <a:pt x="9103" y="3491"/>
                    <a:pt x="9086" y="3517"/>
                  </a:cubicBezTo>
                  <a:cubicBezTo>
                    <a:pt x="8543" y="4371"/>
                    <a:pt x="7914" y="5171"/>
                    <a:pt x="7209" y="5901"/>
                  </a:cubicBezTo>
                  <a:cubicBezTo>
                    <a:pt x="7195" y="5771"/>
                    <a:pt x="7183" y="5639"/>
                    <a:pt x="7175" y="5506"/>
                  </a:cubicBezTo>
                  <a:cubicBezTo>
                    <a:pt x="7175" y="5506"/>
                    <a:pt x="7175" y="5506"/>
                    <a:pt x="7177" y="5503"/>
                  </a:cubicBezTo>
                  <a:cubicBezTo>
                    <a:pt x="7458" y="5102"/>
                    <a:pt x="7740" y="4703"/>
                    <a:pt x="8032" y="4313"/>
                  </a:cubicBezTo>
                  <a:cubicBezTo>
                    <a:pt x="8393" y="4031"/>
                    <a:pt x="8762" y="3745"/>
                    <a:pt x="9126" y="3450"/>
                  </a:cubicBezTo>
                  <a:close/>
                  <a:moveTo>
                    <a:pt x="46761" y="5915"/>
                  </a:moveTo>
                  <a:cubicBezTo>
                    <a:pt x="46762" y="5917"/>
                    <a:pt x="46763" y="5919"/>
                    <a:pt x="46764" y="5922"/>
                  </a:cubicBezTo>
                  <a:cubicBezTo>
                    <a:pt x="46763" y="5919"/>
                    <a:pt x="46762" y="5917"/>
                    <a:pt x="46761" y="5915"/>
                  </a:cubicBezTo>
                  <a:close/>
                  <a:moveTo>
                    <a:pt x="38568" y="2090"/>
                  </a:moveTo>
                  <a:cubicBezTo>
                    <a:pt x="39215" y="2131"/>
                    <a:pt x="39858" y="2192"/>
                    <a:pt x="40499" y="2269"/>
                  </a:cubicBezTo>
                  <a:lnTo>
                    <a:pt x="40502" y="2269"/>
                  </a:lnTo>
                  <a:cubicBezTo>
                    <a:pt x="39209" y="3499"/>
                    <a:pt x="37947" y="4752"/>
                    <a:pt x="36729" y="6054"/>
                  </a:cubicBezTo>
                  <a:cubicBezTo>
                    <a:pt x="37598" y="4793"/>
                    <a:pt x="38464" y="3551"/>
                    <a:pt x="39483" y="2402"/>
                  </a:cubicBezTo>
                  <a:cubicBezTo>
                    <a:pt x="39572" y="2302"/>
                    <a:pt x="39488" y="2174"/>
                    <a:pt x="39386" y="2174"/>
                  </a:cubicBezTo>
                  <a:cubicBezTo>
                    <a:pt x="39356" y="2174"/>
                    <a:pt x="39324" y="2185"/>
                    <a:pt x="39295" y="2212"/>
                  </a:cubicBezTo>
                  <a:cubicBezTo>
                    <a:pt x="38525" y="2925"/>
                    <a:pt x="37835" y="3687"/>
                    <a:pt x="37150" y="4481"/>
                  </a:cubicBezTo>
                  <a:cubicBezTo>
                    <a:pt x="36983" y="4677"/>
                    <a:pt x="36258" y="5309"/>
                    <a:pt x="35623" y="5872"/>
                  </a:cubicBezTo>
                  <a:cubicBezTo>
                    <a:pt x="35762" y="5685"/>
                    <a:pt x="35892" y="5512"/>
                    <a:pt x="36007" y="5373"/>
                  </a:cubicBezTo>
                  <a:cubicBezTo>
                    <a:pt x="36896" y="4319"/>
                    <a:pt x="37814" y="3251"/>
                    <a:pt x="38568" y="2090"/>
                  </a:cubicBezTo>
                  <a:close/>
                  <a:moveTo>
                    <a:pt x="27636" y="3943"/>
                  </a:moveTo>
                  <a:cubicBezTo>
                    <a:pt x="27639" y="3943"/>
                    <a:pt x="27624" y="3960"/>
                    <a:pt x="27586" y="3999"/>
                  </a:cubicBezTo>
                  <a:cubicBezTo>
                    <a:pt x="27075" y="4510"/>
                    <a:pt x="26619" y="5076"/>
                    <a:pt x="26229" y="5685"/>
                  </a:cubicBezTo>
                  <a:cubicBezTo>
                    <a:pt x="26171" y="5778"/>
                    <a:pt x="26254" y="5894"/>
                    <a:pt x="26347" y="5894"/>
                  </a:cubicBezTo>
                  <a:cubicBezTo>
                    <a:pt x="26369" y="5894"/>
                    <a:pt x="26392" y="5887"/>
                    <a:pt x="26414" y="5872"/>
                  </a:cubicBezTo>
                  <a:cubicBezTo>
                    <a:pt x="26904" y="5538"/>
                    <a:pt x="27372" y="5168"/>
                    <a:pt x="27811" y="4770"/>
                  </a:cubicBezTo>
                  <a:lnTo>
                    <a:pt x="27811" y="4770"/>
                  </a:lnTo>
                  <a:cubicBezTo>
                    <a:pt x="27742" y="4850"/>
                    <a:pt x="27669" y="4937"/>
                    <a:pt x="27586" y="5041"/>
                  </a:cubicBezTo>
                  <a:cubicBezTo>
                    <a:pt x="27280" y="5428"/>
                    <a:pt x="26936" y="5792"/>
                    <a:pt x="26613" y="6161"/>
                  </a:cubicBezTo>
                  <a:cubicBezTo>
                    <a:pt x="26350" y="5971"/>
                    <a:pt x="26096" y="5745"/>
                    <a:pt x="25926" y="5506"/>
                  </a:cubicBezTo>
                  <a:cubicBezTo>
                    <a:pt x="26142" y="5286"/>
                    <a:pt x="26362" y="5073"/>
                    <a:pt x="26587" y="4865"/>
                  </a:cubicBezTo>
                  <a:lnTo>
                    <a:pt x="26587" y="4865"/>
                  </a:lnTo>
                  <a:cubicBezTo>
                    <a:pt x="26544" y="4906"/>
                    <a:pt x="26525" y="4923"/>
                    <a:pt x="26526" y="4923"/>
                  </a:cubicBezTo>
                  <a:cubicBezTo>
                    <a:pt x="26535" y="4923"/>
                    <a:pt x="27612" y="3943"/>
                    <a:pt x="27636" y="3943"/>
                  </a:cubicBezTo>
                  <a:close/>
                  <a:moveTo>
                    <a:pt x="15235" y="2905"/>
                  </a:moveTo>
                  <a:cubicBezTo>
                    <a:pt x="15407" y="3028"/>
                    <a:pt x="15582" y="3151"/>
                    <a:pt x="15754" y="3277"/>
                  </a:cubicBezTo>
                  <a:lnTo>
                    <a:pt x="15754" y="3277"/>
                  </a:lnTo>
                  <a:lnTo>
                    <a:pt x="12546" y="6486"/>
                  </a:lnTo>
                  <a:lnTo>
                    <a:pt x="12546" y="6486"/>
                  </a:lnTo>
                  <a:cubicBezTo>
                    <a:pt x="13673" y="5356"/>
                    <a:pt x="14479" y="4316"/>
                    <a:pt x="15235" y="2905"/>
                  </a:cubicBezTo>
                  <a:close/>
                  <a:moveTo>
                    <a:pt x="28247" y="5027"/>
                  </a:moveTo>
                  <a:lnTo>
                    <a:pt x="28247" y="5027"/>
                  </a:lnTo>
                  <a:cubicBezTo>
                    <a:pt x="27886" y="5526"/>
                    <a:pt x="27534" y="6030"/>
                    <a:pt x="27185" y="6535"/>
                  </a:cubicBezTo>
                  <a:lnTo>
                    <a:pt x="27185" y="6535"/>
                  </a:lnTo>
                  <a:cubicBezTo>
                    <a:pt x="27079" y="6472"/>
                    <a:pt x="26961" y="6400"/>
                    <a:pt x="26838" y="6317"/>
                  </a:cubicBezTo>
                  <a:cubicBezTo>
                    <a:pt x="26962" y="6213"/>
                    <a:pt x="27078" y="6103"/>
                    <a:pt x="27199" y="5997"/>
                  </a:cubicBezTo>
                  <a:cubicBezTo>
                    <a:pt x="27222" y="5982"/>
                    <a:pt x="27245" y="5962"/>
                    <a:pt x="27265" y="5939"/>
                  </a:cubicBezTo>
                  <a:cubicBezTo>
                    <a:pt x="27600" y="5641"/>
                    <a:pt x="27929" y="5338"/>
                    <a:pt x="28247" y="5027"/>
                  </a:cubicBezTo>
                  <a:close/>
                  <a:moveTo>
                    <a:pt x="37855" y="2555"/>
                  </a:moveTo>
                  <a:cubicBezTo>
                    <a:pt x="37298" y="3306"/>
                    <a:pt x="36703" y="4033"/>
                    <a:pt x="36114" y="4758"/>
                  </a:cubicBezTo>
                  <a:cubicBezTo>
                    <a:pt x="35730" y="5234"/>
                    <a:pt x="35205" y="6103"/>
                    <a:pt x="34642" y="6704"/>
                  </a:cubicBezTo>
                  <a:cubicBezTo>
                    <a:pt x="35014" y="5128"/>
                    <a:pt x="36712" y="3597"/>
                    <a:pt x="37852" y="2555"/>
                  </a:cubicBezTo>
                  <a:close/>
                  <a:moveTo>
                    <a:pt x="12348" y="1164"/>
                  </a:moveTo>
                  <a:cubicBezTo>
                    <a:pt x="12461" y="1219"/>
                    <a:pt x="12576" y="1271"/>
                    <a:pt x="12689" y="1328"/>
                  </a:cubicBezTo>
                  <a:cubicBezTo>
                    <a:pt x="11410" y="2645"/>
                    <a:pt x="10301" y="4062"/>
                    <a:pt x="9308" y="5572"/>
                  </a:cubicBezTo>
                  <a:cubicBezTo>
                    <a:pt x="9100" y="5748"/>
                    <a:pt x="8892" y="5922"/>
                    <a:pt x="8696" y="6092"/>
                  </a:cubicBezTo>
                  <a:cubicBezTo>
                    <a:pt x="8140" y="6564"/>
                    <a:pt x="7834" y="6757"/>
                    <a:pt x="7704" y="6757"/>
                  </a:cubicBezTo>
                  <a:cubicBezTo>
                    <a:pt x="7459" y="6757"/>
                    <a:pt x="7849" y="6064"/>
                    <a:pt x="8378" y="5272"/>
                  </a:cubicBezTo>
                  <a:cubicBezTo>
                    <a:pt x="9836" y="4013"/>
                    <a:pt x="11378" y="2864"/>
                    <a:pt x="12348" y="1164"/>
                  </a:cubicBezTo>
                  <a:close/>
                  <a:moveTo>
                    <a:pt x="35493" y="1995"/>
                  </a:moveTo>
                  <a:cubicBezTo>
                    <a:pt x="35710" y="1995"/>
                    <a:pt x="35926" y="1998"/>
                    <a:pt x="36146" y="2001"/>
                  </a:cubicBezTo>
                  <a:lnTo>
                    <a:pt x="36149" y="2001"/>
                  </a:lnTo>
                  <a:cubicBezTo>
                    <a:pt x="34509" y="3546"/>
                    <a:pt x="32771" y="5255"/>
                    <a:pt x="31385" y="6868"/>
                  </a:cubicBezTo>
                  <a:cubicBezTo>
                    <a:pt x="32748" y="5240"/>
                    <a:pt x="34214" y="3701"/>
                    <a:pt x="35493" y="1995"/>
                  </a:cubicBezTo>
                  <a:close/>
                  <a:moveTo>
                    <a:pt x="16768" y="4028"/>
                  </a:moveTo>
                  <a:lnTo>
                    <a:pt x="17236" y="4377"/>
                  </a:lnTo>
                  <a:cubicBezTo>
                    <a:pt x="16324" y="5234"/>
                    <a:pt x="15550" y="6204"/>
                    <a:pt x="14779" y="7180"/>
                  </a:cubicBezTo>
                  <a:cubicBezTo>
                    <a:pt x="15521" y="6181"/>
                    <a:pt x="16188" y="5128"/>
                    <a:pt x="16768" y="4028"/>
                  </a:cubicBezTo>
                  <a:close/>
                  <a:moveTo>
                    <a:pt x="32234" y="2448"/>
                  </a:moveTo>
                  <a:cubicBezTo>
                    <a:pt x="31212" y="4241"/>
                    <a:pt x="29425" y="5480"/>
                    <a:pt x="28264" y="7189"/>
                  </a:cubicBezTo>
                  <a:cubicBezTo>
                    <a:pt x="28193" y="7141"/>
                    <a:pt x="28125" y="7090"/>
                    <a:pt x="28051" y="7044"/>
                  </a:cubicBezTo>
                  <a:lnTo>
                    <a:pt x="28051" y="7044"/>
                  </a:lnTo>
                  <a:cubicBezTo>
                    <a:pt x="28761" y="6311"/>
                    <a:pt x="29434" y="5552"/>
                    <a:pt x="30109" y="4787"/>
                  </a:cubicBezTo>
                  <a:cubicBezTo>
                    <a:pt x="30759" y="4048"/>
                    <a:pt x="31824" y="3167"/>
                    <a:pt x="32234" y="2448"/>
                  </a:cubicBezTo>
                  <a:close/>
                  <a:moveTo>
                    <a:pt x="16029" y="3482"/>
                  </a:moveTo>
                  <a:cubicBezTo>
                    <a:pt x="16168" y="3580"/>
                    <a:pt x="16300" y="3678"/>
                    <a:pt x="16436" y="3779"/>
                  </a:cubicBezTo>
                  <a:cubicBezTo>
                    <a:pt x="15243" y="4950"/>
                    <a:pt x="14058" y="6110"/>
                    <a:pt x="12978" y="7388"/>
                  </a:cubicBezTo>
                  <a:lnTo>
                    <a:pt x="12978" y="7388"/>
                  </a:lnTo>
                  <a:cubicBezTo>
                    <a:pt x="13837" y="6370"/>
                    <a:pt x="15192" y="4873"/>
                    <a:pt x="16029" y="3482"/>
                  </a:cubicBezTo>
                  <a:close/>
                  <a:moveTo>
                    <a:pt x="36504" y="2007"/>
                  </a:moveTo>
                  <a:cubicBezTo>
                    <a:pt x="36668" y="2010"/>
                    <a:pt x="36836" y="2010"/>
                    <a:pt x="37000" y="2015"/>
                  </a:cubicBezTo>
                  <a:cubicBezTo>
                    <a:pt x="35987" y="3098"/>
                    <a:pt x="34968" y="4178"/>
                    <a:pt x="33946" y="5255"/>
                  </a:cubicBezTo>
                  <a:cubicBezTo>
                    <a:pt x="33233" y="6005"/>
                    <a:pt x="32523" y="6762"/>
                    <a:pt x="31821" y="7521"/>
                  </a:cubicBezTo>
                  <a:cubicBezTo>
                    <a:pt x="33357" y="5682"/>
                    <a:pt x="35075" y="4002"/>
                    <a:pt x="36492" y="2056"/>
                  </a:cubicBezTo>
                  <a:cubicBezTo>
                    <a:pt x="36501" y="2039"/>
                    <a:pt x="36498" y="2021"/>
                    <a:pt x="36501" y="2007"/>
                  </a:cubicBezTo>
                  <a:close/>
                  <a:moveTo>
                    <a:pt x="30623" y="5399"/>
                  </a:moveTo>
                  <a:lnTo>
                    <a:pt x="30623" y="5399"/>
                  </a:lnTo>
                  <a:cubicBezTo>
                    <a:pt x="30196" y="5852"/>
                    <a:pt x="29797" y="6331"/>
                    <a:pt x="29425" y="6837"/>
                  </a:cubicBezTo>
                  <a:cubicBezTo>
                    <a:pt x="29200" y="7076"/>
                    <a:pt x="28969" y="7313"/>
                    <a:pt x="28749" y="7561"/>
                  </a:cubicBezTo>
                  <a:cubicBezTo>
                    <a:pt x="28669" y="7487"/>
                    <a:pt x="28576" y="7430"/>
                    <a:pt x="28493" y="7365"/>
                  </a:cubicBezTo>
                  <a:lnTo>
                    <a:pt x="28493" y="7365"/>
                  </a:lnTo>
                  <a:cubicBezTo>
                    <a:pt x="29177" y="6773"/>
                    <a:pt x="29913" y="6100"/>
                    <a:pt x="30623" y="5399"/>
                  </a:cubicBezTo>
                  <a:close/>
                  <a:moveTo>
                    <a:pt x="34792" y="5543"/>
                  </a:moveTo>
                  <a:cubicBezTo>
                    <a:pt x="34526" y="6049"/>
                    <a:pt x="34344" y="6554"/>
                    <a:pt x="34304" y="7024"/>
                  </a:cubicBezTo>
                  <a:cubicBezTo>
                    <a:pt x="34191" y="7117"/>
                    <a:pt x="34067" y="7198"/>
                    <a:pt x="33937" y="7264"/>
                  </a:cubicBezTo>
                  <a:cubicBezTo>
                    <a:pt x="33853" y="7299"/>
                    <a:pt x="33853" y="7374"/>
                    <a:pt x="33894" y="7428"/>
                  </a:cubicBezTo>
                  <a:lnTo>
                    <a:pt x="33894" y="7428"/>
                  </a:lnTo>
                  <a:cubicBezTo>
                    <a:pt x="33869" y="7427"/>
                    <a:pt x="33843" y="7427"/>
                    <a:pt x="33818" y="7427"/>
                  </a:cubicBezTo>
                  <a:cubicBezTo>
                    <a:pt x="33522" y="7427"/>
                    <a:pt x="33230" y="7502"/>
                    <a:pt x="32973" y="7645"/>
                  </a:cubicBezTo>
                  <a:cubicBezTo>
                    <a:pt x="33585" y="6938"/>
                    <a:pt x="34194" y="6245"/>
                    <a:pt x="34792" y="5543"/>
                  </a:cubicBezTo>
                  <a:close/>
                  <a:moveTo>
                    <a:pt x="40886" y="2316"/>
                  </a:moveTo>
                  <a:cubicBezTo>
                    <a:pt x="40981" y="2327"/>
                    <a:pt x="41080" y="2339"/>
                    <a:pt x="41178" y="2353"/>
                  </a:cubicBezTo>
                  <a:lnTo>
                    <a:pt x="41181" y="2353"/>
                  </a:lnTo>
                  <a:cubicBezTo>
                    <a:pt x="39431" y="4134"/>
                    <a:pt x="37713" y="5945"/>
                    <a:pt x="36027" y="7781"/>
                  </a:cubicBezTo>
                  <a:cubicBezTo>
                    <a:pt x="36934" y="6791"/>
                    <a:pt x="38559" y="4824"/>
                    <a:pt x="40032" y="3222"/>
                  </a:cubicBezTo>
                  <a:cubicBezTo>
                    <a:pt x="40268" y="3107"/>
                    <a:pt x="40392" y="2974"/>
                    <a:pt x="40401" y="2821"/>
                  </a:cubicBezTo>
                  <a:cubicBezTo>
                    <a:pt x="40566" y="2645"/>
                    <a:pt x="40727" y="2477"/>
                    <a:pt x="40886" y="2316"/>
                  </a:cubicBezTo>
                  <a:close/>
                  <a:moveTo>
                    <a:pt x="38770" y="2801"/>
                  </a:moveTo>
                  <a:cubicBezTo>
                    <a:pt x="37376" y="4374"/>
                    <a:pt x="36310" y="6236"/>
                    <a:pt x="35060" y="7922"/>
                  </a:cubicBezTo>
                  <a:cubicBezTo>
                    <a:pt x="34965" y="7824"/>
                    <a:pt x="34855" y="7737"/>
                    <a:pt x="34734" y="7671"/>
                  </a:cubicBezTo>
                  <a:cubicBezTo>
                    <a:pt x="34541" y="7564"/>
                    <a:pt x="34330" y="7492"/>
                    <a:pt x="34110" y="7457"/>
                  </a:cubicBezTo>
                  <a:cubicBezTo>
                    <a:pt x="34174" y="7426"/>
                    <a:pt x="34234" y="7388"/>
                    <a:pt x="34295" y="7348"/>
                  </a:cubicBezTo>
                  <a:lnTo>
                    <a:pt x="34298" y="7351"/>
                  </a:lnTo>
                  <a:lnTo>
                    <a:pt x="34298" y="7371"/>
                  </a:lnTo>
                  <a:cubicBezTo>
                    <a:pt x="34304" y="7454"/>
                    <a:pt x="34363" y="7502"/>
                    <a:pt x="34429" y="7502"/>
                  </a:cubicBezTo>
                  <a:cubicBezTo>
                    <a:pt x="34462" y="7502"/>
                    <a:pt x="34496" y="7491"/>
                    <a:pt x="34526" y="7466"/>
                  </a:cubicBezTo>
                  <a:cubicBezTo>
                    <a:pt x="36192" y="6155"/>
                    <a:pt x="37615" y="4103"/>
                    <a:pt x="38770" y="2801"/>
                  </a:cubicBezTo>
                  <a:close/>
                  <a:moveTo>
                    <a:pt x="41735" y="2443"/>
                  </a:moveTo>
                  <a:lnTo>
                    <a:pt x="41735" y="2446"/>
                  </a:lnTo>
                  <a:cubicBezTo>
                    <a:pt x="41911" y="2474"/>
                    <a:pt x="42087" y="2498"/>
                    <a:pt x="42260" y="2529"/>
                  </a:cubicBezTo>
                  <a:cubicBezTo>
                    <a:pt x="42304" y="2538"/>
                    <a:pt x="42347" y="2552"/>
                    <a:pt x="42390" y="2561"/>
                  </a:cubicBezTo>
                  <a:cubicBezTo>
                    <a:pt x="42249" y="2717"/>
                    <a:pt x="42116" y="2876"/>
                    <a:pt x="41977" y="3032"/>
                  </a:cubicBezTo>
                  <a:cubicBezTo>
                    <a:pt x="41957" y="3016"/>
                    <a:pt x="41935" y="3008"/>
                    <a:pt x="41912" y="3008"/>
                  </a:cubicBezTo>
                  <a:cubicBezTo>
                    <a:pt x="41800" y="3008"/>
                    <a:pt x="41658" y="3203"/>
                    <a:pt x="41490" y="3592"/>
                  </a:cubicBezTo>
                  <a:cubicBezTo>
                    <a:pt x="41149" y="3984"/>
                    <a:pt x="40814" y="4380"/>
                    <a:pt x="40479" y="4778"/>
                  </a:cubicBezTo>
                  <a:cubicBezTo>
                    <a:pt x="40433" y="4827"/>
                    <a:pt x="40390" y="4882"/>
                    <a:pt x="40343" y="4931"/>
                  </a:cubicBezTo>
                  <a:cubicBezTo>
                    <a:pt x="39593" y="5774"/>
                    <a:pt x="38805" y="6583"/>
                    <a:pt x="38008" y="7379"/>
                  </a:cubicBezTo>
                  <a:cubicBezTo>
                    <a:pt x="37754" y="7628"/>
                    <a:pt x="37494" y="7867"/>
                    <a:pt x="37237" y="8110"/>
                  </a:cubicBezTo>
                  <a:cubicBezTo>
                    <a:pt x="37442" y="7818"/>
                    <a:pt x="37638" y="7521"/>
                    <a:pt x="37837" y="7244"/>
                  </a:cubicBezTo>
                  <a:cubicBezTo>
                    <a:pt x="39059" y="5526"/>
                    <a:pt x="40690" y="4264"/>
                    <a:pt x="41735" y="2443"/>
                  </a:cubicBezTo>
                  <a:close/>
                  <a:moveTo>
                    <a:pt x="15183" y="4334"/>
                  </a:moveTo>
                  <a:cubicBezTo>
                    <a:pt x="14124" y="5393"/>
                    <a:pt x="13214" y="6869"/>
                    <a:pt x="12380" y="8171"/>
                  </a:cubicBezTo>
                  <a:cubicBezTo>
                    <a:pt x="12210" y="7986"/>
                    <a:pt x="12072" y="7773"/>
                    <a:pt x="11977" y="7540"/>
                  </a:cubicBezTo>
                  <a:lnTo>
                    <a:pt x="11977" y="7540"/>
                  </a:lnTo>
                  <a:lnTo>
                    <a:pt x="15183" y="4334"/>
                  </a:lnTo>
                  <a:close/>
                  <a:moveTo>
                    <a:pt x="8670" y="6551"/>
                  </a:moveTo>
                  <a:lnTo>
                    <a:pt x="8670" y="6551"/>
                  </a:lnTo>
                  <a:cubicBezTo>
                    <a:pt x="8327" y="7114"/>
                    <a:pt x="8003" y="7694"/>
                    <a:pt x="7688" y="8283"/>
                  </a:cubicBezTo>
                  <a:cubicBezTo>
                    <a:pt x="7611" y="8015"/>
                    <a:pt x="7536" y="7739"/>
                    <a:pt x="7473" y="7451"/>
                  </a:cubicBezTo>
                  <a:lnTo>
                    <a:pt x="7473" y="7451"/>
                  </a:lnTo>
                  <a:cubicBezTo>
                    <a:pt x="7862" y="7163"/>
                    <a:pt x="8266" y="6863"/>
                    <a:pt x="8670" y="6551"/>
                  </a:cubicBezTo>
                  <a:close/>
                  <a:moveTo>
                    <a:pt x="13783" y="1937"/>
                  </a:moveTo>
                  <a:cubicBezTo>
                    <a:pt x="13953" y="2041"/>
                    <a:pt x="14121" y="2154"/>
                    <a:pt x="14291" y="2264"/>
                  </a:cubicBezTo>
                  <a:lnTo>
                    <a:pt x="14288" y="2264"/>
                  </a:lnTo>
                  <a:cubicBezTo>
                    <a:pt x="12576" y="2775"/>
                    <a:pt x="11470" y="4608"/>
                    <a:pt x="10474" y="6398"/>
                  </a:cubicBezTo>
                  <a:cubicBezTo>
                    <a:pt x="10114" y="6747"/>
                    <a:pt x="9747" y="7091"/>
                    <a:pt x="9392" y="7446"/>
                  </a:cubicBezTo>
                  <a:cubicBezTo>
                    <a:pt x="8758" y="8088"/>
                    <a:pt x="8512" y="8327"/>
                    <a:pt x="8492" y="8327"/>
                  </a:cubicBezTo>
                  <a:cubicBezTo>
                    <a:pt x="8446" y="8327"/>
                    <a:pt x="9639" y="7017"/>
                    <a:pt x="9989" y="6508"/>
                  </a:cubicBezTo>
                  <a:cubicBezTo>
                    <a:pt x="11115" y="4868"/>
                    <a:pt x="12412" y="3372"/>
                    <a:pt x="13783" y="1937"/>
                  </a:cubicBezTo>
                  <a:close/>
                  <a:moveTo>
                    <a:pt x="37142" y="6005"/>
                  </a:moveTo>
                  <a:cubicBezTo>
                    <a:pt x="36522" y="6790"/>
                    <a:pt x="35930" y="7594"/>
                    <a:pt x="35408" y="8451"/>
                  </a:cubicBezTo>
                  <a:lnTo>
                    <a:pt x="35408" y="8451"/>
                  </a:lnTo>
                  <a:cubicBezTo>
                    <a:pt x="35359" y="8345"/>
                    <a:pt x="35302" y="8245"/>
                    <a:pt x="35236" y="8147"/>
                  </a:cubicBezTo>
                  <a:cubicBezTo>
                    <a:pt x="35848" y="7411"/>
                    <a:pt x="36486" y="6704"/>
                    <a:pt x="37142" y="6005"/>
                  </a:cubicBezTo>
                  <a:close/>
                  <a:moveTo>
                    <a:pt x="33520" y="3197"/>
                  </a:moveTo>
                  <a:cubicBezTo>
                    <a:pt x="32024" y="4645"/>
                    <a:pt x="30610" y="6331"/>
                    <a:pt x="29257" y="7914"/>
                  </a:cubicBezTo>
                  <a:cubicBezTo>
                    <a:pt x="29164" y="8025"/>
                    <a:pt x="29255" y="8168"/>
                    <a:pt x="29368" y="8168"/>
                  </a:cubicBezTo>
                  <a:cubicBezTo>
                    <a:pt x="29402" y="8168"/>
                    <a:pt x="29438" y="8155"/>
                    <a:pt x="29471" y="8124"/>
                  </a:cubicBezTo>
                  <a:cubicBezTo>
                    <a:pt x="31157" y="6560"/>
                    <a:pt x="32765" y="4940"/>
                    <a:pt x="34338" y="3263"/>
                  </a:cubicBezTo>
                  <a:lnTo>
                    <a:pt x="34338" y="3263"/>
                  </a:lnTo>
                  <a:cubicBezTo>
                    <a:pt x="32676" y="5038"/>
                    <a:pt x="31039" y="6796"/>
                    <a:pt x="29529" y="8710"/>
                  </a:cubicBezTo>
                  <a:cubicBezTo>
                    <a:pt x="29471" y="8537"/>
                    <a:pt x="29393" y="8367"/>
                    <a:pt x="29298" y="8208"/>
                  </a:cubicBezTo>
                  <a:cubicBezTo>
                    <a:pt x="29200" y="8052"/>
                    <a:pt x="29084" y="7902"/>
                    <a:pt x="28960" y="7766"/>
                  </a:cubicBezTo>
                  <a:cubicBezTo>
                    <a:pt x="30391" y="6146"/>
                    <a:pt x="31965" y="4700"/>
                    <a:pt x="33520" y="3197"/>
                  </a:cubicBezTo>
                  <a:close/>
                  <a:moveTo>
                    <a:pt x="17568" y="4619"/>
                  </a:moveTo>
                  <a:cubicBezTo>
                    <a:pt x="18099" y="5012"/>
                    <a:pt x="18632" y="5396"/>
                    <a:pt x="19183" y="5756"/>
                  </a:cubicBezTo>
                  <a:lnTo>
                    <a:pt x="19183" y="5756"/>
                  </a:lnTo>
                  <a:cubicBezTo>
                    <a:pt x="19120" y="5868"/>
                    <a:pt x="19063" y="5977"/>
                    <a:pt x="19008" y="6077"/>
                  </a:cubicBezTo>
                  <a:cubicBezTo>
                    <a:pt x="18981" y="6125"/>
                    <a:pt x="19021" y="6169"/>
                    <a:pt x="19062" y="6169"/>
                  </a:cubicBezTo>
                  <a:cubicBezTo>
                    <a:pt x="19081" y="6169"/>
                    <a:pt x="19100" y="6160"/>
                    <a:pt x="19112" y="6138"/>
                  </a:cubicBezTo>
                  <a:cubicBezTo>
                    <a:pt x="19182" y="6043"/>
                    <a:pt x="19248" y="5942"/>
                    <a:pt x="19317" y="5844"/>
                  </a:cubicBezTo>
                  <a:lnTo>
                    <a:pt x="19390" y="5890"/>
                  </a:lnTo>
                  <a:cubicBezTo>
                    <a:pt x="18596" y="6906"/>
                    <a:pt x="17810" y="7931"/>
                    <a:pt x="16999" y="8936"/>
                  </a:cubicBezTo>
                  <a:cubicBezTo>
                    <a:pt x="17628" y="7986"/>
                    <a:pt x="18243" y="7024"/>
                    <a:pt x="18844" y="6057"/>
                  </a:cubicBezTo>
                  <a:cubicBezTo>
                    <a:pt x="18914" y="5946"/>
                    <a:pt x="18809" y="5791"/>
                    <a:pt x="18692" y="5791"/>
                  </a:cubicBezTo>
                  <a:cubicBezTo>
                    <a:pt x="18664" y="5791"/>
                    <a:pt x="18635" y="5800"/>
                    <a:pt x="18607" y="5820"/>
                  </a:cubicBezTo>
                  <a:cubicBezTo>
                    <a:pt x="18376" y="5991"/>
                    <a:pt x="18145" y="6167"/>
                    <a:pt x="17914" y="6343"/>
                  </a:cubicBezTo>
                  <a:cubicBezTo>
                    <a:pt x="18047" y="6103"/>
                    <a:pt x="18177" y="5864"/>
                    <a:pt x="18304" y="5627"/>
                  </a:cubicBezTo>
                  <a:cubicBezTo>
                    <a:pt x="18367" y="5510"/>
                    <a:pt x="18272" y="5360"/>
                    <a:pt x="18153" y="5360"/>
                  </a:cubicBezTo>
                  <a:cubicBezTo>
                    <a:pt x="18125" y="5360"/>
                    <a:pt x="18096" y="5368"/>
                    <a:pt x="18067" y="5387"/>
                  </a:cubicBezTo>
                  <a:cubicBezTo>
                    <a:pt x="17383" y="5849"/>
                    <a:pt x="16768" y="6372"/>
                    <a:pt x="16185" y="6929"/>
                  </a:cubicBezTo>
                  <a:cubicBezTo>
                    <a:pt x="16733" y="6216"/>
                    <a:pt x="17198" y="5439"/>
                    <a:pt x="17568" y="4619"/>
                  </a:cubicBezTo>
                  <a:close/>
                  <a:moveTo>
                    <a:pt x="12822" y="2503"/>
                  </a:moveTo>
                  <a:lnTo>
                    <a:pt x="12822" y="2503"/>
                  </a:lnTo>
                  <a:cubicBezTo>
                    <a:pt x="10939" y="4464"/>
                    <a:pt x="9366" y="6750"/>
                    <a:pt x="7948" y="9063"/>
                  </a:cubicBezTo>
                  <a:cubicBezTo>
                    <a:pt x="7899" y="8930"/>
                    <a:pt x="7850" y="8791"/>
                    <a:pt x="7801" y="8647"/>
                  </a:cubicBezTo>
                  <a:cubicBezTo>
                    <a:pt x="7810" y="8641"/>
                    <a:pt x="7821" y="8641"/>
                    <a:pt x="7827" y="8632"/>
                  </a:cubicBezTo>
                  <a:cubicBezTo>
                    <a:pt x="8771" y="7264"/>
                    <a:pt x="10099" y="5595"/>
                    <a:pt x="11280" y="4221"/>
                  </a:cubicBezTo>
                  <a:cubicBezTo>
                    <a:pt x="11407" y="4083"/>
                    <a:pt x="11525" y="3941"/>
                    <a:pt x="11644" y="3797"/>
                  </a:cubicBezTo>
                  <a:cubicBezTo>
                    <a:pt x="12077" y="3303"/>
                    <a:pt x="12478" y="2858"/>
                    <a:pt x="12822" y="2503"/>
                  </a:cubicBezTo>
                  <a:close/>
                  <a:moveTo>
                    <a:pt x="14770" y="2578"/>
                  </a:moveTo>
                  <a:cubicBezTo>
                    <a:pt x="14828" y="2619"/>
                    <a:pt x="14886" y="2659"/>
                    <a:pt x="14944" y="2700"/>
                  </a:cubicBezTo>
                  <a:cubicBezTo>
                    <a:pt x="12966" y="4784"/>
                    <a:pt x="11069" y="6995"/>
                    <a:pt x="9250" y="9115"/>
                  </a:cubicBezTo>
                  <a:cubicBezTo>
                    <a:pt x="10015" y="8220"/>
                    <a:pt x="10607" y="7183"/>
                    <a:pt x="11205" y="6150"/>
                  </a:cubicBezTo>
                  <a:cubicBezTo>
                    <a:pt x="12406" y="4975"/>
                    <a:pt x="13627" y="3817"/>
                    <a:pt x="14770" y="2578"/>
                  </a:cubicBezTo>
                  <a:close/>
                  <a:moveTo>
                    <a:pt x="14415" y="3822"/>
                  </a:moveTo>
                  <a:cubicBezTo>
                    <a:pt x="14558" y="3822"/>
                    <a:pt x="12588" y="6205"/>
                    <a:pt x="11840" y="7151"/>
                  </a:cubicBezTo>
                  <a:cubicBezTo>
                    <a:pt x="11820" y="7082"/>
                    <a:pt x="11800" y="7019"/>
                    <a:pt x="11776" y="6941"/>
                  </a:cubicBezTo>
                  <a:cubicBezTo>
                    <a:pt x="11753" y="6856"/>
                    <a:pt x="11691" y="6819"/>
                    <a:pt x="11625" y="6819"/>
                  </a:cubicBezTo>
                  <a:cubicBezTo>
                    <a:pt x="11554" y="6819"/>
                    <a:pt x="11479" y="6864"/>
                    <a:pt x="11447" y="6941"/>
                  </a:cubicBezTo>
                  <a:cubicBezTo>
                    <a:pt x="10925" y="8240"/>
                    <a:pt x="10229" y="9167"/>
                    <a:pt x="9008" y="9412"/>
                  </a:cubicBezTo>
                  <a:lnTo>
                    <a:pt x="13411" y="4793"/>
                  </a:lnTo>
                  <a:cubicBezTo>
                    <a:pt x="14075" y="4096"/>
                    <a:pt x="14367" y="3822"/>
                    <a:pt x="14415" y="3822"/>
                  </a:cubicBezTo>
                  <a:close/>
                  <a:moveTo>
                    <a:pt x="41400" y="2460"/>
                  </a:moveTo>
                  <a:cubicBezTo>
                    <a:pt x="40759" y="3768"/>
                    <a:pt x="39544" y="4822"/>
                    <a:pt x="38556" y="5872"/>
                  </a:cubicBezTo>
                  <a:lnTo>
                    <a:pt x="38559" y="5872"/>
                  </a:lnTo>
                  <a:cubicBezTo>
                    <a:pt x="37710" y="6782"/>
                    <a:pt x="37055" y="7839"/>
                    <a:pt x="36273" y="8797"/>
                  </a:cubicBezTo>
                  <a:cubicBezTo>
                    <a:pt x="36253" y="8814"/>
                    <a:pt x="36238" y="8832"/>
                    <a:pt x="36224" y="8855"/>
                  </a:cubicBezTo>
                  <a:cubicBezTo>
                    <a:pt x="36062" y="9048"/>
                    <a:pt x="35900" y="9239"/>
                    <a:pt x="35727" y="9421"/>
                  </a:cubicBezTo>
                  <a:cubicBezTo>
                    <a:pt x="35661" y="9178"/>
                    <a:pt x="35594" y="8933"/>
                    <a:pt x="35511" y="8696"/>
                  </a:cubicBezTo>
                  <a:lnTo>
                    <a:pt x="35511" y="8696"/>
                  </a:lnTo>
                  <a:cubicBezTo>
                    <a:pt x="35513" y="8696"/>
                    <a:pt x="35516" y="8696"/>
                    <a:pt x="35518" y="8696"/>
                  </a:cubicBezTo>
                  <a:cubicBezTo>
                    <a:pt x="35551" y="8696"/>
                    <a:pt x="35584" y="8680"/>
                    <a:pt x="35606" y="8656"/>
                  </a:cubicBezTo>
                  <a:cubicBezTo>
                    <a:pt x="36639" y="7515"/>
                    <a:pt x="37687" y="6392"/>
                    <a:pt x="38750" y="5281"/>
                  </a:cubicBezTo>
                  <a:cubicBezTo>
                    <a:pt x="39544" y="4446"/>
                    <a:pt x="40898" y="3482"/>
                    <a:pt x="41400" y="2460"/>
                  </a:cubicBezTo>
                  <a:close/>
                  <a:moveTo>
                    <a:pt x="9874" y="7483"/>
                  </a:moveTo>
                  <a:lnTo>
                    <a:pt x="9874" y="7483"/>
                  </a:lnTo>
                  <a:cubicBezTo>
                    <a:pt x="9478" y="8176"/>
                    <a:pt x="9089" y="8814"/>
                    <a:pt x="8664" y="9305"/>
                  </a:cubicBezTo>
                  <a:lnTo>
                    <a:pt x="8664" y="9308"/>
                  </a:lnTo>
                  <a:cubicBezTo>
                    <a:pt x="8627" y="9351"/>
                    <a:pt x="8618" y="9415"/>
                    <a:pt x="8641" y="9467"/>
                  </a:cubicBezTo>
                  <a:cubicBezTo>
                    <a:pt x="8520" y="9479"/>
                    <a:pt x="8398" y="9484"/>
                    <a:pt x="8276" y="9484"/>
                  </a:cubicBezTo>
                  <a:cubicBezTo>
                    <a:pt x="8222" y="9484"/>
                    <a:pt x="8169" y="9483"/>
                    <a:pt x="8116" y="9481"/>
                  </a:cubicBezTo>
                  <a:cubicBezTo>
                    <a:pt x="8113" y="9473"/>
                    <a:pt x="8107" y="9461"/>
                    <a:pt x="8104" y="9452"/>
                  </a:cubicBezTo>
                  <a:cubicBezTo>
                    <a:pt x="8664" y="8765"/>
                    <a:pt x="9259" y="8116"/>
                    <a:pt x="9874" y="7483"/>
                  </a:cubicBezTo>
                  <a:close/>
                  <a:moveTo>
                    <a:pt x="42719" y="2639"/>
                  </a:moveTo>
                  <a:cubicBezTo>
                    <a:pt x="42861" y="2674"/>
                    <a:pt x="43005" y="2714"/>
                    <a:pt x="43147" y="2760"/>
                  </a:cubicBezTo>
                  <a:lnTo>
                    <a:pt x="43150" y="2760"/>
                  </a:lnTo>
                  <a:cubicBezTo>
                    <a:pt x="42976" y="2962"/>
                    <a:pt x="42803" y="3162"/>
                    <a:pt x="42630" y="3364"/>
                  </a:cubicBezTo>
                  <a:cubicBezTo>
                    <a:pt x="42609" y="3348"/>
                    <a:pt x="42587" y="3341"/>
                    <a:pt x="42564" y="3341"/>
                  </a:cubicBezTo>
                  <a:cubicBezTo>
                    <a:pt x="42448" y="3341"/>
                    <a:pt x="42309" y="3533"/>
                    <a:pt x="42148" y="3921"/>
                  </a:cubicBezTo>
                  <a:cubicBezTo>
                    <a:pt x="41695" y="4446"/>
                    <a:pt x="41247" y="4975"/>
                    <a:pt x="40805" y="5509"/>
                  </a:cubicBezTo>
                  <a:cubicBezTo>
                    <a:pt x="39601" y="6848"/>
                    <a:pt x="37918" y="8407"/>
                    <a:pt x="37107" y="9542"/>
                  </a:cubicBezTo>
                  <a:cubicBezTo>
                    <a:pt x="38279" y="7899"/>
                    <a:pt x="39549" y="6334"/>
                    <a:pt x="40854" y="4796"/>
                  </a:cubicBezTo>
                  <a:cubicBezTo>
                    <a:pt x="41487" y="4088"/>
                    <a:pt x="42110" y="3369"/>
                    <a:pt x="42719" y="2639"/>
                  </a:cubicBezTo>
                  <a:close/>
                  <a:moveTo>
                    <a:pt x="35258" y="3129"/>
                  </a:moveTo>
                  <a:cubicBezTo>
                    <a:pt x="35294" y="3129"/>
                    <a:pt x="35137" y="3342"/>
                    <a:pt x="34668" y="3898"/>
                  </a:cubicBezTo>
                  <a:cubicBezTo>
                    <a:pt x="32970" y="5904"/>
                    <a:pt x="31148" y="7749"/>
                    <a:pt x="29635" y="9900"/>
                  </a:cubicBezTo>
                  <a:cubicBezTo>
                    <a:pt x="29682" y="9608"/>
                    <a:pt x="29676" y="9308"/>
                    <a:pt x="29618" y="9016"/>
                  </a:cubicBezTo>
                  <a:lnTo>
                    <a:pt x="29621" y="9016"/>
                  </a:lnTo>
                  <a:cubicBezTo>
                    <a:pt x="29647" y="9014"/>
                    <a:pt x="29667" y="9002"/>
                    <a:pt x="29685" y="8985"/>
                  </a:cubicBezTo>
                  <a:cubicBezTo>
                    <a:pt x="30727" y="7735"/>
                    <a:pt x="31809" y="6568"/>
                    <a:pt x="32958" y="5413"/>
                  </a:cubicBezTo>
                  <a:cubicBezTo>
                    <a:pt x="32998" y="5374"/>
                    <a:pt x="35142" y="3129"/>
                    <a:pt x="35258" y="3129"/>
                  </a:cubicBezTo>
                  <a:close/>
                  <a:moveTo>
                    <a:pt x="43401" y="2850"/>
                  </a:moveTo>
                  <a:lnTo>
                    <a:pt x="43401" y="2850"/>
                  </a:lnTo>
                  <a:cubicBezTo>
                    <a:pt x="43626" y="2933"/>
                    <a:pt x="43845" y="3026"/>
                    <a:pt x="44059" y="3133"/>
                  </a:cubicBezTo>
                  <a:cubicBezTo>
                    <a:pt x="42448" y="4712"/>
                    <a:pt x="40944" y="6389"/>
                    <a:pt x="39414" y="8046"/>
                  </a:cubicBezTo>
                  <a:cubicBezTo>
                    <a:pt x="38888" y="8615"/>
                    <a:pt x="38034" y="9499"/>
                    <a:pt x="37736" y="9949"/>
                  </a:cubicBezTo>
                  <a:cubicBezTo>
                    <a:pt x="38553" y="8710"/>
                    <a:pt x="39492" y="7550"/>
                    <a:pt x="40427" y="6398"/>
                  </a:cubicBezTo>
                  <a:cubicBezTo>
                    <a:pt x="40733" y="6020"/>
                    <a:pt x="41056" y="5656"/>
                    <a:pt x="41374" y="5286"/>
                  </a:cubicBezTo>
                  <a:cubicBezTo>
                    <a:pt x="42047" y="4516"/>
                    <a:pt x="42714" y="3736"/>
                    <a:pt x="43372" y="2951"/>
                  </a:cubicBezTo>
                  <a:cubicBezTo>
                    <a:pt x="43392" y="2922"/>
                    <a:pt x="43404" y="2884"/>
                    <a:pt x="43401" y="2850"/>
                  </a:cubicBezTo>
                  <a:close/>
                  <a:moveTo>
                    <a:pt x="16054" y="4697"/>
                  </a:moveTo>
                  <a:lnTo>
                    <a:pt x="16054" y="4697"/>
                  </a:lnTo>
                  <a:cubicBezTo>
                    <a:pt x="15049" y="6645"/>
                    <a:pt x="13447" y="8318"/>
                    <a:pt x="12062" y="10030"/>
                  </a:cubicBezTo>
                  <a:cubicBezTo>
                    <a:pt x="12189" y="9646"/>
                    <a:pt x="12432" y="9253"/>
                    <a:pt x="12827" y="8858"/>
                  </a:cubicBezTo>
                  <a:cubicBezTo>
                    <a:pt x="12891" y="8791"/>
                    <a:pt x="12891" y="8684"/>
                    <a:pt x="12827" y="8621"/>
                  </a:cubicBezTo>
                  <a:cubicBezTo>
                    <a:pt x="12761" y="8554"/>
                    <a:pt x="12700" y="8497"/>
                    <a:pt x="12643" y="8442"/>
                  </a:cubicBezTo>
                  <a:cubicBezTo>
                    <a:pt x="13537" y="7317"/>
                    <a:pt x="15635" y="5506"/>
                    <a:pt x="16054" y="4697"/>
                  </a:cubicBezTo>
                  <a:close/>
                  <a:moveTo>
                    <a:pt x="44348" y="3274"/>
                  </a:moveTo>
                  <a:cubicBezTo>
                    <a:pt x="44530" y="3378"/>
                    <a:pt x="44703" y="3491"/>
                    <a:pt x="44873" y="3609"/>
                  </a:cubicBezTo>
                  <a:cubicBezTo>
                    <a:pt x="43155" y="5789"/>
                    <a:pt x="41403" y="7931"/>
                    <a:pt x="39336" y="9787"/>
                  </a:cubicBezTo>
                  <a:cubicBezTo>
                    <a:pt x="38774" y="10292"/>
                    <a:pt x="38498" y="10495"/>
                    <a:pt x="38418" y="10495"/>
                  </a:cubicBezTo>
                  <a:cubicBezTo>
                    <a:pt x="38123" y="10495"/>
                    <a:pt x="40460" y="7764"/>
                    <a:pt x="40950" y="7183"/>
                  </a:cubicBezTo>
                  <a:cubicBezTo>
                    <a:pt x="42064" y="5867"/>
                    <a:pt x="43233" y="4596"/>
                    <a:pt x="44348" y="3280"/>
                  </a:cubicBezTo>
                  <a:cubicBezTo>
                    <a:pt x="44348" y="3277"/>
                    <a:pt x="44345" y="3274"/>
                    <a:pt x="44348" y="3274"/>
                  </a:cubicBezTo>
                  <a:close/>
                  <a:moveTo>
                    <a:pt x="21820" y="3566"/>
                  </a:moveTo>
                  <a:cubicBezTo>
                    <a:pt x="22106" y="3953"/>
                    <a:pt x="22360" y="4671"/>
                    <a:pt x="22548" y="5318"/>
                  </a:cubicBezTo>
                  <a:cubicBezTo>
                    <a:pt x="20974" y="7004"/>
                    <a:pt x="19678" y="8898"/>
                    <a:pt x="18304" y="10731"/>
                  </a:cubicBezTo>
                  <a:cubicBezTo>
                    <a:pt x="19684" y="8860"/>
                    <a:pt x="20946" y="6903"/>
                    <a:pt x="22077" y="4871"/>
                  </a:cubicBezTo>
                  <a:cubicBezTo>
                    <a:pt x="22148" y="4746"/>
                    <a:pt x="22034" y="4602"/>
                    <a:pt x="21917" y="4602"/>
                  </a:cubicBezTo>
                  <a:cubicBezTo>
                    <a:pt x="21877" y="4602"/>
                    <a:pt x="21836" y="4619"/>
                    <a:pt x="21803" y="4660"/>
                  </a:cubicBezTo>
                  <a:cubicBezTo>
                    <a:pt x="21379" y="5162"/>
                    <a:pt x="20946" y="5659"/>
                    <a:pt x="20510" y="6155"/>
                  </a:cubicBezTo>
                  <a:cubicBezTo>
                    <a:pt x="20980" y="5298"/>
                    <a:pt x="21413" y="4429"/>
                    <a:pt x="21820" y="3566"/>
                  </a:cubicBezTo>
                  <a:close/>
                  <a:moveTo>
                    <a:pt x="47959" y="7047"/>
                  </a:moveTo>
                  <a:cubicBezTo>
                    <a:pt x="48159" y="7189"/>
                    <a:pt x="48352" y="7339"/>
                    <a:pt x="48542" y="7501"/>
                  </a:cubicBezTo>
                  <a:cubicBezTo>
                    <a:pt x="47209" y="8613"/>
                    <a:pt x="46033" y="9842"/>
                    <a:pt x="44843" y="11103"/>
                  </a:cubicBezTo>
                  <a:lnTo>
                    <a:pt x="44843" y="11103"/>
                  </a:lnTo>
                  <a:cubicBezTo>
                    <a:pt x="46022" y="9852"/>
                    <a:pt x="47013" y="8481"/>
                    <a:pt x="47959" y="7047"/>
                  </a:cubicBezTo>
                  <a:close/>
                  <a:moveTo>
                    <a:pt x="41022" y="6678"/>
                  </a:moveTo>
                  <a:lnTo>
                    <a:pt x="41022" y="6678"/>
                  </a:lnTo>
                  <a:cubicBezTo>
                    <a:pt x="39818" y="8078"/>
                    <a:pt x="38649" y="9504"/>
                    <a:pt x="37644" y="11072"/>
                  </a:cubicBezTo>
                  <a:cubicBezTo>
                    <a:pt x="37633" y="11089"/>
                    <a:pt x="37630" y="11112"/>
                    <a:pt x="37630" y="11133"/>
                  </a:cubicBezTo>
                  <a:cubicBezTo>
                    <a:pt x="37194" y="10945"/>
                    <a:pt x="36709" y="10801"/>
                    <a:pt x="36460" y="10656"/>
                  </a:cubicBezTo>
                  <a:cubicBezTo>
                    <a:pt x="36117" y="10457"/>
                    <a:pt x="35946" y="10116"/>
                    <a:pt x="35822" y="9735"/>
                  </a:cubicBezTo>
                  <a:cubicBezTo>
                    <a:pt x="36723" y="8979"/>
                    <a:pt x="37578" y="8173"/>
                    <a:pt x="38412" y="7353"/>
                  </a:cubicBezTo>
                  <a:lnTo>
                    <a:pt x="38412" y="7353"/>
                  </a:lnTo>
                  <a:cubicBezTo>
                    <a:pt x="37713" y="8260"/>
                    <a:pt x="37023" y="9172"/>
                    <a:pt x="36354" y="10105"/>
                  </a:cubicBezTo>
                  <a:cubicBezTo>
                    <a:pt x="36279" y="10205"/>
                    <a:pt x="36381" y="10311"/>
                    <a:pt x="36483" y="10311"/>
                  </a:cubicBezTo>
                  <a:cubicBezTo>
                    <a:pt x="36516" y="10311"/>
                    <a:pt x="36549" y="10300"/>
                    <a:pt x="36576" y="10275"/>
                  </a:cubicBezTo>
                  <a:lnTo>
                    <a:pt x="36579" y="10275"/>
                  </a:lnTo>
                  <a:cubicBezTo>
                    <a:pt x="37237" y="9666"/>
                    <a:pt x="37878" y="9037"/>
                    <a:pt x="38501" y="8396"/>
                  </a:cubicBezTo>
                  <a:lnTo>
                    <a:pt x="38501" y="8396"/>
                  </a:lnTo>
                  <a:cubicBezTo>
                    <a:pt x="37982" y="9094"/>
                    <a:pt x="37477" y="9805"/>
                    <a:pt x="36994" y="10532"/>
                  </a:cubicBezTo>
                  <a:cubicBezTo>
                    <a:pt x="36923" y="10640"/>
                    <a:pt x="37024" y="10752"/>
                    <a:pt x="37129" y="10752"/>
                  </a:cubicBezTo>
                  <a:cubicBezTo>
                    <a:pt x="37164" y="10752"/>
                    <a:pt x="37199" y="10740"/>
                    <a:pt x="37228" y="10711"/>
                  </a:cubicBezTo>
                  <a:cubicBezTo>
                    <a:pt x="38496" y="9475"/>
                    <a:pt x="39801" y="8058"/>
                    <a:pt x="41022" y="6678"/>
                  </a:cubicBezTo>
                  <a:close/>
                  <a:moveTo>
                    <a:pt x="45119" y="3800"/>
                  </a:moveTo>
                  <a:cubicBezTo>
                    <a:pt x="45315" y="3955"/>
                    <a:pt x="45502" y="4126"/>
                    <a:pt x="45679" y="4305"/>
                  </a:cubicBezTo>
                  <a:lnTo>
                    <a:pt x="45679" y="4308"/>
                  </a:lnTo>
                  <a:cubicBezTo>
                    <a:pt x="44437" y="5488"/>
                    <a:pt x="43279" y="6741"/>
                    <a:pt x="42136" y="8020"/>
                  </a:cubicBezTo>
                  <a:cubicBezTo>
                    <a:pt x="41209" y="9054"/>
                    <a:pt x="39878" y="10150"/>
                    <a:pt x="39186" y="11281"/>
                  </a:cubicBezTo>
                  <a:lnTo>
                    <a:pt x="39186" y="11281"/>
                  </a:lnTo>
                  <a:cubicBezTo>
                    <a:pt x="40843" y="8567"/>
                    <a:pt x="43348" y="6449"/>
                    <a:pt x="45119" y="3800"/>
                  </a:cubicBezTo>
                  <a:close/>
                  <a:moveTo>
                    <a:pt x="16676" y="7787"/>
                  </a:moveTo>
                  <a:lnTo>
                    <a:pt x="16676" y="7787"/>
                  </a:lnTo>
                  <a:cubicBezTo>
                    <a:pt x="16029" y="8863"/>
                    <a:pt x="15296" y="9877"/>
                    <a:pt x="14508" y="10858"/>
                  </a:cubicBezTo>
                  <a:cubicBezTo>
                    <a:pt x="14139" y="11316"/>
                    <a:pt x="13950" y="11493"/>
                    <a:pt x="13881" y="11493"/>
                  </a:cubicBezTo>
                  <a:cubicBezTo>
                    <a:pt x="13671" y="11493"/>
                    <a:pt x="14566" y="9861"/>
                    <a:pt x="14909" y="9464"/>
                  </a:cubicBezTo>
                  <a:cubicBezTo>
                    <a:pt x="15434" y="8852"/>
                    <a:pt x="16052" y="8312"/>
                    <a:pt x="16676" y="7787"/>
                  </a:cubicBezTo>
                  <a:close/>
                  <a:moveTo>
                    <a:pt x="16973" y="5182"/>
                  </a:moveTo>
                  <a:lnTo>
                    <a:pt x="16973" y="5182"/>
                  </a:lnTo>
                  <a:cubicBezTo>
                    <a:pt x="16578" y="6121"/>
                    <a:pt x="15986" y="6984"/>
                    <a:pt x="15322" y="7810"/>
                  </a:cubicBezTo>
                  <a:cubicBezTo>
                    <a:pt x="14799" y="8381"/>
                    <a:pt x="14297" y="8973"/>
                    <a:pt x="13803" y="9579"/>
                  </a:cubicBezTo>
                  <a:cubicBezTo>
                    <a:pt x="13237" y="10220"/>
                    <a:pt x="12683" y="10861"/>
                    <a:pt x="12192" y="11522"/>
                  </a:cubicBezTo>
                  <a:cubicBezTo>
                    <a:pt x="12042" y="11251"/>
                    <a:pt x="11961" y="10948"/>
                    <a:pt x="11961" y="10642"/>
                  </a:cubicBezTo>
                  <a:cubicBezTo>
                    <a:pt x="11981" y="10633"/>
                    <a:pt x="12005" y="10636"/>
                    <a:pt x="12028" y="10619"/>
                  </a:cubicBezTo>
                  <a:cubicBezTo>
                    <a:pt x="13520" y="9441"/>
                    <a:pt x="16300" y="6773"/>
                    <a:pt x="16973" y="5182"/>
                  </a:cubicBezTo>
                  <a:close/>
                  <a:moveTo>
                    <a:pt x="40297" y="9299"/>
                  </a:moveTo>
                  <a:cubicBezTo>
                    <a:pt x="39656" y="10105"/>
                    <a:pt x="39041" y="10930"/>
                    <a:pt x="38501" y="11820"/>
                  </a:cubicBezTo>
                  <a:lnTo>
                    <a:pt x="38501" y="11823"/>
                  </a:lnTo>
                  <a:cubicBezTo>
                    <a:pt x="38493" y="11837"/>
                    <a:pt x="38499" y="11851"/>
                    <a:pt x="38493" y="11866"/>
                  </a:cubicBezTo>
                  <a:cubicBezTo>
                    <a:pt x="38478" y="11828"/>
                    <a:pt x="38470" y="11782"/>
                    <a:pt x="38452" y="11745"/>
                  </a:cubicBezTo>
                  <a:cubicBezTo>
                    <a:pt x="38366" y="11545"/>
                    <a:pt x="38144" y="11387"/>
                    <a:pt x="37875" y="11248"/>
                  </a:cubicBezTo>
                  <a:cubicBezTo>
                    <a:pt x="38741" y="10668"/>
                    <a:pt x="39541" y="10007"/>
                    <a:pt x="40297" y="9299"/>
                  </a:cubicBezTo>
                  <a:close/>
                  <a:moveTo>
                    <a:pt x="46608" y="5636"/>
                  </a:moveTo>
                  <a:cubicBezTo>
                    <a:pt x="46656" y="5732"/>
                    <a:pt x="46718" y="5814"/>
                    <a:pt x="46761" y="5915"/>
                  </a:cubicBezTo>
                  <a:lnTo>
                    <a:pt x="46761" y="5915"/>
                  </a:lnTo>
                  <a:cubicBezTo>
                    <a:pt x="46723" y="5824"/>
                    <a:pt x="46710" y="5786"/>
                    <a:pt x="46715" y="5786"/>
                  </a:cubicBezTo>
                  <a:cubicBezTo>
                    <a:pt x="46740" y="5786"/>
                    <a:pt x="47114" y="6498"/>
                    <a:pt x="47252" y="6580"/>
                  </a:cubicBezTo>
                  <a:cubicBezTo>
                    <a:pt x="47396" y="6663"/>
                    <a:pt x="47538" y="6759"/>
                    <a:pt x="47679" y="6857"/>
                  </a:cubicBezTo>
                  <a:lnTo>
                    <a:pt x="43770" y="10763"/>
                  </a:lnTo>
                  <a:cubicBezTo>
                    <a:pt x="45015" y="9519"/>
                    <a:pt x="46039" y="8017"/>
                    <a:pt x="47053" y="6583"/>
                  </a:cubicBezTo>
                  <a:cubicBezTo>
                    <a:pt x="47127" y="6478"/>
                    <a:pt x="47025" y="6367"/>
                    <a:pt x="46921" y="6367"/>
                  </a:cubicBezTo>
                  <a:cubicBezTo>
                    <a:pt x="46887" y="6367"/>
                    <a:pt x="46853" y="6379"/>
                    <a:pt x="46825" y="6407"/>
                  </a:cubicBezTo>
                  <a:cubicBezTo>
                    <a:pt x="45038" y="8162"/>
                    <a:pt x="43363" y="10015"/>
                    <a:pt x="41677" y="11869"/>
                  </a:cubicBezTo>
                  <a:cubicBezTo>
                    <a:pt x="43343" y="9807"/>
                    <a:pt x="44994" y="7735"/>
                    <a:pt x="46608" y="5636"/>
                  </a:cubicBezTo>
                  <a:close/>
                  <a:moveTo>
                    <a:pt x="48753" y="7685"/>
                  </a:moveTo>
                  <a:cubicBezTo>
                    <a:pt x="48941" y="7850"/>
                    <a:pt x="49126" y="8020"/>
                    <a:pt x="49308" y="8199"/>
                  </a:cubicBezTo>
                  <a:cubicBezTo>
                    <a:pt x="47974" y="9346"/>
                    <a:pt x="46721" y="10665"/>
                    <a:pt x="45702" y="11877"/>
                  </a:cubicBezTo>
                  <a:cubicBezTo>
                    <a:pt x="46813" y="10555"/>
                    <a:pt x="47795" y="9123"/>
                    <a:pt x="48753" y="7685"/>
                  </a:cubicBezTo>
                  <a:close/>
                  <a:moveTo>
                    <a:pt x="47070" y="7859"/>
                  </a:moveTo>
                  <a:lnTo>
                    <a:pt x="47070" y="7859"/>
                  </a:lnTo>
                  <a:cubicBezTo>
                    <a:pt x="46169" y="8760"/>
                    <a:pt x="45023" y="10555"/>
                    <a:pt x="44013" y="11889"/>
                  </a:cubicBezTo>
                  <a:cubicBezTo>
                    <a:pt x="43773" y="11788"/>
                    <a:pt x="43528" y="11710"/>
                    <a:pt x="43274" y="11658"/>
                  </a:cubicBezTo>
                  <a:lnTo>
                    <a:pt x="43271" y="11658"/>
                  </a:lnTo>
                  <a:lnTo>
                    <a:pt x="47070" y="7859"/>
                  </a:lnTo>
                  <a:close/>
                  <a:moveTo>
                    <a:pt x="17648" y="6045"/>
                  </a:moveTo>
                  <a:cubicBezTo>
                    <a:pt x="17761" y="6045"/>
                    <a:pt x="17541" y="6430"/>
                    <a:pt x="17285" y="6837"/>
                  </a:cubicBezTo>
                  <a:cubicBezTo>
                    <a:pt x="15409" y="8314"/>
                    <a:pt x="13642" y="9980"/>
                    <a:pt x="12762" y="12211"/>
                  </a:cubicBezTo>
                  <a:lnTo>
                    <a:pt x="12762" y="12211"/>
                  </a:lnTo>
                  <a:cubicBezTo>
                    <a:pt x="12627" y="12098"/>
                    <a:pt x="12506" y="11972"/>
                    <a:pt x="12397" y="11837"/>
                  </a:cubicBezTo>
                  <a:cubicBezTo>
                    <a:pt x="13792" y="10183"/>
                    <a:pt x="15097" y="8471"/>
                    <a:pt x="16624" y="6929"/>
                  </a:cubicBezTo>
                  <a:cubicBezTo>
                    <a:pt x="17265" y="6281"/>
                    <a:pt x="17559" y="6045"/>
                    <a:pt x="17648" y="6045"/>
                  </a:cubicBezTo>
                  <a:close/>
                  <a:moveTo>
                    <a:pt x="32124" y="8566"/>
                  </a:moveTo>
                  <a:cubicBezTo>
                    <a:pt x="32150" y="8598"/>
                    <a:pt x="32185" y="8624"/>
                    <a:pt x="32225" y="8638"/>
                  </a:cubicBezTo>
                  <a:cubicBezTo>
                    <a:pt x="32318" y="9152"/>
                    <a:pt x="32447" y="9654"/>
                    <a:pt x="32577" y="10154"/>
                  </a:cubicBezTo>
                  <a:cubicBezTo>
                    <a:pt x="32548" y="10130"/>
                    <a:pt x="32514" y="10114"/>
                    <a:pt x="32479" y="10114"/>
                  </a:cubicBezTo>
                  <a:cubicBezTo>
                    <a:pt x="32455" y="10114"/>
                    <a:pt x="32431" y="10122"/>
                    <a:pt x="32407" y="10139"/>
                  </a:cubicBezTo>
                  <a:lnTo>
                    <a:pt x="32404" y="10142"/>
                  </a:lnTo>
                  <a:cubicBezTo>
                    <a:pt x="31215" y="11032"/>
                    <a:pt x="31694" y="10616"/>
                    <a:pt x="30623" y="11672"/>
                  </a:cubicBezTo>
                  <a:cubicBezTo>
                    <a:pt x="30134" y="12154"/>
                    <a:pt x="29917" y="12345"/>
                    <a:pt x="29882" y="12345"/>
                  </a:cubicBezTo>
                  <a:cubicBezTo>
                    <a:pt x="29754" y="12345"/>
                    <a:pt x="31957" y="9885"/>
                    <a:pt x="32277" y="9530"/>
                  </a:cubicBezTo>
                  <a:cubicBezTo>
                    <a:pt x="32382" y="9415"/>
                    <a:pt x="32282" y="9263"/>
                    <a:pt x="32161" y="9263"/>
                  </a:cubicBezTo>
                  <a:cubicBezTo>
                    <a:pt x="32125" y="9263"/>
                    <a:pt x="32087" y="9276"/>
                    <a:pt x="32052" y="9308"/>
                  </a:cubicBezTo>
                  <a:cubicBezTo>
                    <a:pt x="31965" y="9388"/>
                    <a:pt x="30108" y="11213"/>
                    <a:pt x="29905" y="11213"/>
                  </a:cubicBezTo>
                  <a:cubicBezTo>
                    <a:pt x="29837" y="11213"/>
                    <a:pt x="29956" y="11007"/>
                    <a:pt x="30392" y="10460"/>
                  </a:cubicBezTo>
                  <a:cubicBezTo>
                    <a:pt x="30920" y="9796"/>
                    <a:pt x="31529" y="9187"/>
                    <a:pt x="32124" y="8566"/>
                  </a:cubicBezTo>
                  <a:close/>
                  <a:moveTo>
                    <a:pt x="47751" y="8517"/>
                  </a:moveTo>
                  <a:cubicBezTo>
                    <a:pt x="46755" y="9487"/>
                    <a:pt x="45858" y="11164"/>
                    <a:pt x="44870" y="12412"/>
                  </a:cubicBezTo>
                  <a:lnTo>
                    <a:pt x="44870" y="12414"/>
                  </a:lnTo>
                  <a:cubicBezTo>
                    <a:pt x="44697" y="12261"/>
                    <a:pt x="44506" y="12131"/>
                    <a:pt x="44301" y="12025"/>
                  </a:cubicBezTo>
                  <a:cubicBezTo>
                    <a:pt x="45462" y="10867"/>
                    <a:pt x="46574" y="9663"/>
                    <a:pt x="47751" y="8517"/>
                  </a:cubicBezTo>
                  <a:close/>
                  <a:moveTo>
                    <a:pt x="45901" y="4544"/>
                  </a:moveTo>
                  <a:cubicBezTo>
                    <a:pt x="45982" y="4640"/>
                    <a:pt x="46060" y="4741"/>
                    <a:pt x="46135" y="4845"/>
                  </a:cubicBezTo>
                  <a:lnTo>
                    <a:pt x="46138" y="4848"/>
                  </a:lnTo>
                  <a:cubicBezTo>
                    <a:pt x="46094" y="4856"/>
                    <a:pt x="46057" y="4879"/>
                    <a:pt x="46031" y="4917"/>
                  </a:cubicBezTo>
                  <a:cubicBezTo>
                    <a:pt x="44104" y="7776"/>
                    <a:pt x="41756" y="10309"/>
                    <a:pt x="39108" y="12511"/>
                  </a:cubicBezTo>
                  <a:lnTo>
                    <a:pt x="39108" y="12511"/>
                  </a:lnTo>
                  <a:cubicBezTo>
                    <a:pt x="40433" y="11408"/>
                    <a:pt x="41451" y="9777"/>
                    <a:pt x="42555" y="8459"/>
                  </a:cubicBezTo>
                  <a:cubicBezTo>
                    <a:pt x="43663" y="7143"/>
                    <a:pt x="44787" y="5849"/>
                    <a:pt x="45901" y="4544"/>
                  </a:cubicBezTo>
                  <a:close/>
                  <a:moveTo>
                    <a:pt x="43317" y="7082"/>
                  </a:moveTo>
                  <a:cubicBezTo>
                    <a:pt x="41744" y="8930"/>
                    <a:pt x="40193" y="10792"/>
                    <a:pt x="38718" y="12720"/>
                  </a:cubicBezTo>
                  <a:cubicBezTo>
                    <a:pt x="38680" y="12481"/>
                    <a:pt x="38620" y="12244"/>
                    <a:pt x="38542" y="12016"/>
                  </a:cubicBezTo>
                  <a:lnTo>
                    <a:pt x="38542" y="12016"/>
                  </a:lnTo>
                  <a:cubicBezTo>
                    <a:pt x="38570" y="12037"/>
                    <a:pt x="38602" y="12047"/>
                    <a:pt x="38634" y="12047"/>
                  </a:cubicBezTo>
                  <a:cubicBezTo>
                    <a:pt x="38672" y="12047"/>
                    <a:pt x="38710" y="12033"/>
                    <a:pt x="38738" y="12004"/>
                  </a:cubicBezTo>
                  <a:lnTo>
                    <a:pt x="38738" y="12007"/>
                  </a:lnTo>
                  <a:cubicBezTo>
                    <a:pt x="40303" y="10526"/>
                    <a:pt x="41888" y="8742"/>
                    <a:pt x="43317" y="7082"/>
                  </a:cubicBezTo>
                  <a:close/>
                  <a:moveTo>
                    <a:pt x="49567" y="8462"/>
                  </a:moveTo>
                  <a:cubicBezTo>
                    <a:pt x="49683" y="8580"/>
                    <a:pt x="49795" y="8699"/>
                    <a:pt x="49908" y="8823"/>
                  </a:cubicBezTo>
                  <a:cubicBezTo>
                    <a:pt x="48603" y="10209"/>
                    <a:pt x="47194" y="11473"/>
                    <a:pt x="45791" y="12758"/>
                  </a:cubicBezTo>
                  <a:cubicBezTo>
                    <a:pt x="47171" y="11493"/>
                    <a:pt x="48401" y="9986"/>
                    <a:pt x="49567" y="8462"/>
                  </a:cubicBezTo>
                  <a:close/>
                  <a:moveTo>
                    <a:pt x="17883" y="6875"/>
                  </a:moveTo>
                  <a:cubicBezTo>
                    <a:pt x="18182" y="6875"/>
                    <a:pt x="16693" y="8775"/>
                    <a:pt x="16632" y="8869"/>
                  </a:cubicBezTo>
                  <a:cubicBezTo>
                    <a:pt x="15755" y="10203"/>
                    <a:pt x="14808" y="11485"/>
                    <a:pt x="13829" y="12746"/>
                  </a:cubicBezTo>
                  <a:cubicBezTo>
                    <a:pt x="13818" y="12761"/>
                    <a:pt x="13820" y="12778"/>
                    <a:pt x="13815" y="12795"/>
                  </a:cubicBezTo>
                  <a:cubicBezTo>
                    <a:pt x="13604" y="12723"/>
                    <a:pt x="13402" y="12631"/>
                    <a:pt x="13208" y="12521"/>
                  </a:cubicBezTo>
                  <a:cubicBezTo>
                    <a:pt x="15036" y="11121"/>
                    <a:pt x="16352" y="9129"/>
                    <a:pt x="17490" y="7111"/>
                  </a:cubicBezTo>
                  <a:cubicBezTo>
                    <a:pt x="17702" y="6945"/>
                    <a:pt x="17825" y="6875"/>
                    <a:pt x="17883" y="6875"/>
                  </a:cubicBezTo>
                  <a:close/>
                  <a:moveTo>
                    <a:pt x="52050" y="11551"/>
                  </a:moveTo>
                  <a:cubicBezTo>
                    <a:pt x="52111" y="11638"/>
                    <a:pt x="52169" y="11724"/>
                    <a:pt x="52229" y="11814"/>
                  </a:cubicBezTo>
                  <a:cubicBezTo>
                    <a:pt x="51790" y="12175"/>
                    <a:pt x="51372" y="12547"/>
                    <a:pt x="50973" y="12940"/>
                  </a:cubicBezTo>
                  <a:cubicBezTo>
                    <a:pt x="51337" y="12484"/>
                    <a:pt x="51695" y="12019"/>
                    <a:pt x="52050" y="11551"/>
                  </a:cubicBezTo>
                  <a:close/>
                  <a:moveTo>
                    <a:pt x="21315" y="3849"/>
                  </a:moveTo>
                  <a:lnTo>
                    <a:pt x="21315" y="3849"/>
                  </a:lnTo>
                  <a:cubicBezTo>
                    <a:pt x="21035" y="4429"/>
                    <a:pt x="20738" y="5001"/>
                    <a:pt x="20426" y="5566"/>
                  </a:cubicBezTo>
                  <a:cubicBezTo>
                    <a:pt x="20036" y="6297"/>
                    <a:pt x="19609" y="6998"/>
                    <a:pt x="19164" y="7691"/>
                  </a:cubicBezTo>
                  <a:cubicBezTo>
                    <a:pt x="17657" y="9395"/>
                    <a:pt x="16147" y="11098"/>
                    <a:pt x="14770" y="12888"/>
                  </a:cubicBezTo>
                  <a:cubicBezTo>
                    <a:pt x="14744" y="12917"/>
                    <a:pt x="14736" y="12957"/>
                    <a:pt x="14741" y="12998"/>
                  </a:cubicBezTo>
                  <a:cubicBezTo>
                    <a:pt x="14542" y="12977"/>
                    <a:pt x="14346" y="12946"/>
                    <a:pt x="14150" y="12897"/>
                  </a:cubicBezTo>
                  <a:cubicBezTo>
                    <a:pt x="15963" y="10653"/>
                    <a:pt x="17955" y="8566"/>
                    <a:pt x="19704" y="6274"/>
                  </a:cubicBezTo>
                  <a:cubicBezTo>
                    <a:pt x="20261" y="5477"/>
                    <a:pt x="20795" y="4669"/>
                    <a:pt x="21315" y="3849"/>
                  </a:cubicBezTo>
                  <a:close/>
                  <a:moveTo>
                    <a:pt x="48768" y="8993"/>
                  </a:moveTo>
                  <a:cubicBezTo>
                    <a:pt x="47518" y="10154"/>
                    <a:pt x="46426" y="11742"/>
                    <a:pt x="45326" y="13110"/>
                  </a:cubicBezTo>
                  <a:lnTo>
                    <a:pt x="45323" y="13110"/>
                  </a:lnTo>
                  <a:cubicBezTo>
                    <a:pt x="45321" y="13099"/>
                    <a:pt x="45321" y="13087"/>
                    <a:pt x="45318" y="13073"/>
                  </a:cubicBezTo>
                  <a:cubicBezTo>
                    <a:pt x="45263" y="12920"/>
                    <a:pt x="45182" y="12775"/>
                    <a:pt x="45078" y="12648"/>
                  </a:cubicBezTo>
                  <a:cubicBezTo>
                    <a:pt x="46294" y="11410"/>
                    <a:pt x="47497" y="10171"/>
                    <a:pt x="48768" y="8993"/>
                  </a:cubicBezTo>
                  <a:close/>
                  <a:moveTo>
                    <a:pt x="22675" y="5789"/>
                  </a:moveTo>
                  <a:cubicBezTo>
                    <a:pt x="22782" y="6196"/>
                    <a:pt x="22851" y="6510"/>
                    <a:pt x="22874" y="6591"/>
                  </a:cubicBezTo>
                  <a:cubicBezTo>
                    <a:pt x="22992" y="7059"/>
                    <a:pt x="23143" y="7506"/>
                    <a:pt x="23293" y="7954"/>
                  </a:cubicBezTo>
                  <a:cubicBezTo>
                    <a:pt x="23244" y="7963"/>
                    <a:pt x="23203" y="7994"/>
                    <a:pt x="23177" y="8035"/>
                  </a:cubicBezTo>
                  <a:cubicBezTo>
                    <a:pt x="21911" y="9993"/>
                    <a:pt x="19856" y="12208"/>
                    <a:pt x="18804" y="13680"/>
                  </a:cubicBezTo>
                  <a:lnTo>
                    <a:pt x="18804" y="13680"/>
                  </a:lnTo>
                  <a:cubicBezTo>
                    <a:pt x="20310" y="11571"/>
                    <a:pt x="21726" y="9425"/>
                    <a:pt x="22941" y="7134"/>
                  </a:cubicBezTo>
                  <a:cubicBezTo>
                    <a:pt x="23007" y="7010"/>
                    <a:pt x="22895" y="6864"/>
                    <a:pt x="22780" y="6864"/>
                  </a:cubicBezTo>
                  <a:cubicBezTo>
                    <a:pt x="22740" y="6864"/>
                    <a:pt x="22700" y="6882"/>
                    <a:pt x="22666" y="6923"/>
                  </a:cubicBezTo>
                  <a:cubicBezTo>
                    <a:pt x="20908" y="9045"/>
                    <a:pt x="19372" y="11338"/>
                    <a:pt x="17559" y="13413"/>
                  </a:cubicBezTo>
                  <a:cubicBezTo>
                    <a:pt x="19488" y="11205"/>
                    <a:pt x="21159" y="8468"/>
                    <a:pt x="22675" y="5789"/>
                  </a:cubicBezTo>
                  <a:close/>
                  <a:moveTo>
                    <a:pt x="36760" y="2729"/>
                  </a:moveTo>
                  <a:cubicBezTo>
                    <a:pt x="36796" y="2729"/>
                    <a:pt x="36288" y="3352"/>
                    <a:pt x="34728" y="5171"/>
                  </a:cubicBezTo>
                  <a:cubicBezTo>
                    <a:pt x="32742" y="7483"/>
                    <a:pt x="30320" y="9600"/>
                    <a:pt x="28798" y="12250"/>
                  </a:cubicBezTo>
                  <a:cubicBezTo>
                    <a:pt x="28731" y="12367"/>
                    <a:pt x="28831" y="12484"/>
                    <a:pt x="28939" y="12484"/>
                  </a:cubicBezTo>
                  <a:cubicBezTo>
                    <a:pt x="28975" y="12484"/>
                    <a:pt x="29012" y="12471"/>
                    <a:pt x="29044" y="12440"/>
                  </a:cubicBezTo>
                  <a:cubicBezTo>
                    <a:pt x="30376" y="11154"/>
                    <a:pt x="30879" y="10669"/>
                    <a:pt x="30903" y="10669"/>
                  </a:cubicBezTo>
                  <a:cubicBezTo>
                    <a:pt x="30952" y="10669"/>
                    <a:pt x="29162" y="12533"/>
                    <a:pt x="28193" y="13866"/>
                  </a:cubicBezTo>
                  <a:lnTo>
                    <a:pt x="28193" y="13866"/>
                  </a:lnTo>
                  <a:cubicBezTo>
                    <a:pt x="28373" y="12741"/>
                    <a:pt x="29128" y="11651"/>
                    <a:pt x="29485" y="10549"/>
                  </a:cubicBezTo>
                  <a:cubicBezTo>
                    <a:pt x="29523" y="10549"/>
                    <a:pt x="29560" y="10532"/>
                    <a:pt x="29586" y="10503"/>
                  </a:cubicBezTo>
                  <a:cubicBezTo>
                    <a:pt x="31079" y="8794"/>
                    <a:pt x="32612" y="7131"/>
                    <a:pt x="34171" y="5480"/>
                  </a:cubicBezTo>
                  <a:cubicBezTo>
                    <a:pt x="34796" y="4817"/>
                    <a:pt x="36692" y="2729"/>
                    <a:pt x="36760" y="2729"/>
                  </a:cubicBezTo>
                  <a:close/>
                  <a:moveTo>
                    <a:pt x="23414" y="8329"/>
                  </a:moveTo>
                  <a:cubicBezTo>
                    <a:pt x="23602" y="8858"/>
                    <a:pt x="23810" y="9377"/>
                    <a:pt x="24035" y="9903"/>
                  </a:cubicBezTo>
                  <a:cubicBezTo>
                    <a:pt x="24064" y="9969"/>
                    <a:pt x="24098" y="10038"/>
                    <a:pt x="24130" y="10105"/>
                  </a:cubicBezTo>
                  <a:cubicBezTo>
                    <a:pt x="23169" y="11491"/>
                    <a:pt x="22173" y="12764"/>
                    <a:pt x="20937" y="13910"/>
                  </a:cubicBezTo>
                  <a:cubicBezTo>
                    <a:pt x="22077" y="12850"/>
                    <a:pt x="23010" y="10890"/>
                    <a:pt x="23694" y="9507"/>
                  </a:cubicBezTo>
                  <a:cubicBezTo>
                    <a:pt x="23759" y="9378"/>
                    <a:pt x="23655" y="9239"/>
                    <a:pt x="23538" y="9239"/>
                  </a:cubicBezTo>
                  <a:cubicBezTo>
                    <a:pt x="23498" y="9239"/>
                    <a:pt x="23456" y="9255"/>
                    <a:pt x="23420" y="9294"/>
                  </a:cubicBezTo>
                  <a:cubicBezTo>
                    <a:pt x="22222" y="10554"/>
                    <a:pt x="21095" y="11878"/>
                    <a:pt x="20046" y="13260"/>
                  </a:cubicBezTo>
                  <a:lnTo>
                    <a:pt x="20046" y="13260"/>
                  </a:lnTo>
                  <a:cubicBezTo>
                    <a:pt x="21050" y="11933"/>
                    <a:pt x="22463" y="10057"/>
                    <a:pt x="23414" y="8329"/>
                  </a:cubicBezTo>
                  <a:close/>
                  <a:moveTo>
                    <a:pt x="32950" y="11941"/>
                  </a:moveTo>
                  <a:cubicBezTo>
                    <a:pt x="32976" y="12137"/>
                    <a:pt x="33016" y="12331"/>
                    <a:pt x="33028" y="12533"/>
                  </a:cubicBezTo>
                  <a:cubicBezTo>
                    <a:pt x="33042" y="12755"/>
                    <a:pt x="33100" y="12974"/>
                    <a:pt x="33201" y="13174"/>
                  </a:cubicBezTo>
                  <a:cubicBezTo>
                    <a:pt x="33176" y="13161"/>
                    <a:pt x="33148" y="13155"/>
                    <a:pt x="33121" y="13155"/>
                  </a:cubicBezTo>
                  <a:cubicBezTo>
                    <a:pt x="33086" y="13155"/>
                    <a:pt x="33051" y="13165"/>
                    <a:pt x="33022" y="13188"/>
                  </a:cubicBezTo>
                  <a:cubicBezTo>
                    <a:pt x="32667" y="13474"/>
                    <a:pt x="32335" y="13794"/>
                    <a:pt x="31991" y="14100"/>
                  </a:cubicBezTo>
                  <a:cubicBezTo>
                    <a:pt x="32378" y="13396"/>
                    <a:pt x="32710" y="12677"/>
                    <a:pt x="32950" y="11941"/>
                  </a:cubicBezTo>
                  <a:close/>
                  <a:moveTo>
                    <a:pt x="49156" y="9696"/>
                  </a:moveTo>
                  <a:cubicBezTo>
                    <a:pt x="47790" y="11240"/>
                    <a:pt x="46398" y="12738"/>
                    <a:pt x="45119" y="14343"/>
                  </a:cubicBezTo>
                  <a:cubicBezTo>
                    <a:pt x="45246" y="14089"/>
                    <a:pt x="45341" y="13826"/>
                    <a:pt x="45364" y="13561"/>
                  </a:cubicBezTo>
                  <a:lnTo>
                    <a:pt x="45364" y="13563"/>
                  </a:lnTo>
                  <a:cubicBezTo>
                    <a:pt x="46623" y="12347"/>
                    <a:pt x="48532" y="10399"/>
                    <a:pt x="49156" y="9696"/>
                  </a:cubicBezTo>
                  <a:close/>
                  <a:moveTo>
                    <a:pt x="24309" y="10483"/>
                  </a:moveTo>
                  <a:cubicBezTo>
                    <a:pt x="24393" y="10650"/>
                    <a:pt x="24476" y="10815"/>
                    <a:pt x="24563" y="10985"/>
                  </a:cubicBezTo>
                  <a:cubicBezTo>
                    <a:pt x="24540" y="10994"/>
                    <a:pt x="24514" y="10994"/>
                    <a:pt x="24497" y="11017"/>
                  </a:cubicBezTo>
                  <a:cubicBezTo>
                    <a:pt x="23512" y="12172"/>
                    <a:pt x="22444" y="13237"/>
                    <a:pt x="21416" y="14352"/>
                  </a:cubicBezTo>
                  <a:lnTo>
                    <a:pt x="21416" y="14349"/>
                  </a:lnTo>
                  <a:cubicBezTo>
                    <a:pt x="22314" y="13376"/>
                    <a:pt x="23457" y="11932"/>
                    <a:pt x="24309" y="10483"/>
                  </a:cubicBezTo>
                  <a:close/>
                  <a:moveTo>
                    <a:pt x="25571" y="13240"/>
                  </a:moveTo>
                  <a:cubicBezTo>
                    <a:pt x="25620" y="13393"/>
                    <a:pt x="25660" y="13549"/>
                    <a:pt x="25692" y="13702"/>
                  </a:cubicBezTo>
                  <a:cubicBezTo>
                    <a:pt x="25311" y="13950"/>
                    <a:pt x="24944" y="14222"/>
                    <a:pt x="24595" y="14513"/>
                  </a:cubicBezTo>
                  <a:cubicBezTo>
                    <a:pt x="24921" y="14089"/>
                    <a:pt x="25250" y="13667"/>
                    <a:pt x="25571" y="13240"/>
                  </a:cubicBezTo>
                  <a:close/>
                  <a:moveTo>
                    <a:pt x="50113" y="9051"/>
                  </a:moveTo>
                  <a:cubicBezTo>
                    <a:pt x="50148" y="9089"/>
                    <a:pt x="50185" y="9129"/>
                    <a:pt x="50220" y="9169"/>
                  </a:cubicBezTo>
                  <a:cubicBezTo>
                    <a:pt x="48497" y="10942"/>
                    <a:pt x="46932" y="12852"/>
                    <a:pt x="45230" y="14643"/>
                  </a:cubicBezTo>
                  <a:lnTo>
                    <a:pt x="45230" y="14643"/>
                  </a:lnTo>
                  <a:cubicBezTo>
                    <a:pt x="46919" y="12863"/>
                    <a:pt x="48491" y="10895"/>
                    <a:pt x="50113" y="9051"/>
                  </a:cubicBezTo>
                  <a:close/>
                  <a:moveTo>
                    <a:pt x="31480" y="11443"/>
                  </a:moveTo>
                  <a:cubicBezTo>
                    <a:pt x="31564" y="11443"/>
                    <a:pt x="31101" y="12041"/>
                    <a:pt x="29627" y="13766"/>
                  </a:cubicBezTo>
                  <a:cubicBezTo>
                    <a:pt x="29370" y="14066"/>
                    <a:pt x="29096" y="14354"/>
                    <a:pt x="28830" y="14646"/>
                  </a:cubicBezTo>
                  <a:cubicBezTo>
                    <a:pt x="28856" y="14432"/>
                    <a:pt x="28868" y="14216"/>
                    <a:pt x="28862" y="13996"/>
                  </a:cubicBezTo>
                  <a:cubicBezTo>
                    <a:pt x="28862" y="13945"/>
                    <a:pt x="28833" y="13895"/>
                    <a:pt x="28784" y="13869"/>
                  </a:cubicBezTo>
                  <a:cubicBezTo>
                    <a:pt x="29811" y="12974"/>
                    <a:pt x="31345" y="11443"/>
                    <a:pt x="31480" y="11443"/>
                  </a:cubicBezTo>
                  <a:close/>
                  <a:moveTo>
                    <a:pt x="24722" y="11294"/>
                  </a:moveTo>
                  <a:cubicBezTo>
                    <a:pt x="24912" y="11667"/>
                    <a:pt x="25103" y="12045"/>
                    <a:pt x="25270" y="12423"/>
                  </a:cubicBezTo>
                  <a:cubicBezTo>
                    <a:pt x="25253" y="12435"/>
                    <a:pt x="25233" y="12435"/>
                    <a:pt x="25221" y="12452"/>
                  </a:cubicBezTo>
                  <a:cubicBezTo>
                    <a:pt x="24843" y="12992"/>
                    <a:pt x="24450" y="13523"/>
                    <a:pt x="24049" y="14040"/>
                  </a:cubicBezTo>
                  <a:lnTo>
                    <a:pt x="24049" y="14037"/>
                  </a:lnTo>
                  <a:cubicBezTo>
                    <a:pt x="23963" y="14118"/>
                    <a:pt x="23879" y="14201"/>
                    <a:pt x="23795" y="14285"/>
                  </a:cubicBezTo>
                  <a:cubicBezTo>
                    <a:pt x="24318" y="13613"/>
                    <a:pt x="24733" y="12920"/>
                    <a:pt x="25005" y="12051"/>
                  </a:cubicBezTo>
                  <a:cubicBezTo>
                    <a:pt x="25044" y="11920"/>
                    <a:pt x="24944" y="11837"/>
                    <a:pt x="24838" y="11837"/>
                  </a:cubicBezTo>
                  <a:cubicBezTo>
                    <a:pt x="24781" y="11837"/>
                    <a:pt x="24723" y="11861"/>
                    <a:pt x="24684" y="11915"/>
                  </a:cubicBezTo>
                  <a:cubicBezTo>
                    <a:pt x="24174" y="12627"/>
                    <a:pt x="22457" y="14287"/>
                    <a:pt x="22168" y="14809"/>
                  </a:cubicBezTo>
                  <a:lnTo>
                    <a:pt x="22168" y="14809"/>
                  </a:lnTo>
                  <a:cubicBezTo>
                    <a:pt x="22858" y="13559"/>
                    <a:pt x="23897" y="12460"/>
                    <a:pt x="24722" y="11294"/>
                  </a:cubicBezTo>
                  <a:close/>
                  <a:moveTo>
                    <a:pt x="46314" y="5099"/>
                  </a:moveTo>
                  <a:cubicBezTo>
                    <a:pt x="46374" y="5194"/>
                    <a:pt x="46421" y="5298"/>
                    <a:pt x="46475" y="5396"/>
                  </a:cubicBezTo>
                  <a:cubicBezTo>
                    <a:pt x="46444" y="5396"/>
                    <a:pt x="46415" y="5411"/>
                    <a:pt x="46395" y="5437"/>
                  </a:cubicBezTo>
                  <a:cubicBezTo>
                    <a:pt x="43831" y="8751"/>
                    <a:pt x="41166" y="11973"/>
                    <a:pt x="38458" y="15157"/>
                  </a:cubicBezTo>
                  <a:cubicBezTo>
                    <a:pt x="38553" y="14969"/>
                    <a:pt x="38626" y="14770"/>
                    <a:pt x="38675" y="14562"/>
                  </a:cubicBezTo>
                  <a:cubicBezTo>
                    <a:pt x="38779" y="14106"/>
                    <a:pt x="38813" y="13636"/>
                    <a:pt x="38779" y="13171"/>
                  </a:cubicBezTo>
                  <a:cubicBezTo>
                    <a:pt x="41692" y="10881"/>
                    <a:pt x="44232" y="8159"/>
                    <a:pt x="46314" y="5099"/>
                  </a:cubicBezTo>
                  <a:close/>
                  <a:moveTo>
                    <a:pt x="33737" y="7939"/>
                  </a:moveTo>
                  <a:cubicBezTo>
                    <a:pt x="34643" y="7939"/>
                    <a:pt x="35313" y="8946"/>
                    <a:pt x="35537" y="10038"/>
                  </a:cubicBezTo>
                  <a:cubicBezTo>
                    <a:pt x="35603" y="10365"/>
                    <a:pt x="35727" y="10653"/>
                    <a:pt x="36004" y="10853"/>
                  </a:cubicBezTo>
                  <a:cubicBezTo>
                    <a:pt x="36434" y="11159"/>
                    <a:pt x="36891" y="11430"/>
                    <a:pt x="37384" y="11620"/>
                  </a:cubicBezTo>
                  <a:cubicBezTo>
                    <a:pt x="38383" y="12004"/>
                    <a:pt x="38331" y="12790"/>
                    <a:pt x="38325" y="13797"/>
                  </a:cubicBezTo>
                  <a:cubicBezTo>
                    <a:pt x="38325" y="14045"/>
                    <a:pt x="38215" y="15462"/>
                    <a:pt x="37565" y="15462"/>
                  </a:cubicBezTo>
                  <a:cubicBezTo>
                    <a:pt x="37367" y="15462"/>
                    <a:pt x="37120" y="15331"/>
                    <a:pt x="36810" y="14995"/>
                  </a:cubicBezTo>
                  <a:cubicBezTo>
                    <a:pt x="36680" y="14854"/>
                    <a:pt x="36356" y="14406"/>
                    <a:pt x="36195" y="14213"/>
                  </a:cubicBezTo>
                  <a:cubicBezTo>
                    <a:pt x="35744" y="13670"/>
                    <a:pt x="34916" y="13916"/>
                    <a:pt x="34318" y="13656"/>
                  </a:cubicBezTo>
                  <a:cubicBezTo>
                    <a:pt x="33270" y="13200"/>
                    <a:pt x="33458" y="12131"/>
                    <a:pt x="33325" y="11199"/>
                  </a:cubicBezTo>
                  <a:cubicBezTo>
                    <a:pt x="33198" y="10284"/>
                    <a:pt x="32742" y="9429"/>
                    <a:pt x="32488" y="8537"/>
                  </a:cubicBezTo>
                  <a:cubicBezTo>
                    <a:pt x="32935" y="8116"/>
                    <a:pt x="33357" y="7939"/>
                    <a:pt x="33737" y="7939"/>
                  </a:cubicBezTo>
                  <a:close/>
                  <a:moveTo>
                    <a:pt x="50448" y="9438"/>
                  </a:moveTo>
                  <a:cubicBezTo>
                    <a:pt x="50540" y="9548"/>
                    <a:pt x="50633" y="9657"/>
                    <a:pt x="50722" y="9770"/>
                  </a:cubicBezTo>
                  <a:cubicBezTo>
                    <a:pt x="50024" y="10613"/>
                    <a:pt x="49334" y="11462"/>
                    <a:pt x="48641" y="12308"/>
                  </a:cubicBezTo>
                  <a:cubicBezTo>
                    <a:pt x="48118" y="12951"/>
                    <a:pt x="47572" y="13575"/>
                    <a:pt x="47004" y="14178"/>
                  </a:cubicBezTo>
                  <a:cubicBezTo>
                    <a:pt x="46490" y="14834"/>
                    <a:pt x="45817" y="15348"/>
                    <a:pt x="45052" y="15674"/>
                  </a:cubicBezTo>
                  <a:cubicBezTo>
                    <a:pt x="45335" y="15114"/>
                    <a:pt x="45705" y="14600"/>
                    <a:pt x="46109" y="14112"/>
                  </a:cubicBezTo>
                  <a:cubicBezTo>
                    <a:pt x="46426" y="13774"/>
                    <a:pt x="46744" y="13442"/>
                    <a:pt x="47059" y="13093"/>
                  </a:cubicBezTo>
                  <a:cubicBezTo>
                    <a:pt x="47096" y="13050"/>
                    <a:pt x="47180" y="12951"/>
                    <a:pt x="47295" y="12819"/>
                  </a:cubicBezTo>
                  <a:cubicBezTo>
                    <a:pt x="48392" y="11727"/>
                    <a:pt x="49570" y="10676"/>
                    <a:pt x="50448" y="9438"/>
                  </a:cubicBezTo>
                  <a:close/>
                  <a:moveTo>
                    <a:pt x="50927" y="10021"/>
                  </a:moveTo>
                  <a:lnTo>
                    <a:pt x="50927" y="10024"/>
                  </a:lnTo>
                  <a:cubicBezTo>
                    <a:pt x="51074" y="10212"/>
                    <a:pt x="51222" y="10402"/>
                    <a:pt x="51366" y="10598"/>
                  </a:cubicBezTo>
                  <a:cubicBezTo>
                    <a:pt x="51360" y="10601"/>
                    <a:pt x="51354" y="10598"/>
                    <a:pt x="51349" y="10607"/>
                  </a:cubicBezTo>
                  <a:cubicBezTo>
                    <a:pt x="50384" y="11693"/>
                    <a:pt x="49391" y="12735"/>
                    <a:pt x="48358" y="13760"/>
                  </a:cubicBezTo>
                  <a:cubicBezTo>
                    <a:pt x="48166" y="13951"/>
                    <a:pt x="46433" y="15850"/>
                    <a:pt x="46337" y="15850"/>
                  </a:cubicBezTo>
                  <a:cubicBezTo>
                    <a:pt x="46302" y="15850"/>
                    <a:pt x="46492" y="15588"/>
                    <a:pt x="47070" y="14880"/>
                  </a:cubicBezTo>
                  <a:cubicBezTo>
                    <a:pt x="48387" y="13269"/>
                    <a:pt x="49720" y="11713"/>
                    <a:pt x="50927" y="10021"/>
                  </a:cubicBezTo>
                  <a:close/>
                  <a:moveTo>
                    <a:pt x="51548" y="10844"/>
                  </a:moveTo>
                  <a:cubicBezTo>
                    <a:pt x="51655" y="10991"/>
                    <a:pt x="51764" y="11141"/>
                    <a:pt x="51871" y="11294"/>
                  </a:cubicBezTo>
                  <a:cubicBezTo>
                    <a:pt x="50361" y="13032"/>
                    <a:pt x="48467" y="14811"/>
                    <a:pt x="47030" y="16286"/>
                  </a:cubicBezTo>
                  <a:cubicBezTo>
                    <a:pt x="48678" y="14594"/>
                    <a:pt x="50145" y="12741"/>
                    <a:pt x="51548" y="10844"/>
                  </a:cubicBezTo>
                  <a:close/>
                  <a:moveTo>
                    <a:pt x="25778" y="14297"/>
                  </a:moveTo>
                  <a:lnTo>
                    <a:pt x="25778" y="14297"/>
                  </a:lnTo>
                  <a:cubicBezTo>
                    <a:pt x="25781" y="14481"/>
                    <a:pt x="25776" y="14704"/>
                    <a:pt x="25767" y="14946"/>
                  </a:cubicBezTo>
                  <a:cubicBezTo>
                    <a:pt x="25369" y="15466"/>
                    <a:pt x="24959" y="15977"/>
                    <a:pt x="24557" y="16497"/>
                  </a:cubicBezTo>
                  <a:cubicBezTo>
                    <a:pt x="25022" y="15798"/>
                    <a:pt x="25432" y="15062"/>
                    <a:pt x="25778" y="14297"/>
                  </a:cubicBezTo>
                  <a:close/>
                  <a:moveTo>
                    <a:pt x="41186" y="13592"/>
                  </a:moveTo>
                  <a:lnTo>
                    <a:pt x="41186" y="13592"/>
                  </a:lnTo>
                  <a:cubicBezTo>
                    <a:pt x="41005" y="14323"/>
                    <a:pt x="40906" y="15091"/>
                    <a:pt x="40843" y="15864"/>
                  </a:cubicBezTo>
                  <a:lnTo>
                    <a:pt x="40840" y="15864"/>
                  </a:lnTo>
                  <a:cubicBezTo>
                    <a:pt x="40820" y="15853"/>
                    <a:pt x="40797" y="15848"/>
                    <a:pt x="40775" y="15848"/>
                  </a:cubicBezTo>
                  <a:cubicBezTo>
                    <a:pt x="40740" y="15848"/>
                    <a:pt x="40705" y="15861"/>
                    <a:pt x="40678" y="15887"/>
                  </a:cubicBezTo>
                  <a:cubicBezTo>
                    <a:pt x="40392" y="16176"/>
                    <a:pt x="40118" y="16479"/>
                    <a:pt x="39844" y="16782"/>
                  </a:cubicBezTo>
                  <a:cubicBezTo>
                    <a:pt x="40225" y="16168"/>
                    <a:pt x="40586" y="15541"/>
                    <a:pt x="40912" y="14883"/>
                  </a:cubicBezTo>
                  <a:cubicBezTo>
                    <a:pt x="40979" y="14771"/>
                    <a:pt x="40886" y="14657"/>
                    <a:pt x="40784" y="14657"/>
                  </a:cubicBezTo>
                  <a:cubicBezTo>
                    <a:pt x="40749" y="14657"/>
                    <a:pt x="40713" y="14670"/>
                    <a:pt x="40681" y="14701"/>
                  </a:cubicBezTo>
                  <a:cubicBezTo>
                    <a:pt x="40265" y="15076"/>
                    <a:pt x="39870" y="15472"/>
                    <a:pt x="39498" y="15893"/>
                  </a:cubicBezTo>
                  <a:cubicBezTo>
                    <a:pt x="40069" y="15131"/>
                    <a:pt x="40632" y="14366"/>
                    <a:pt x="41186" y="13592"/>
                  </a:cubicBezTo>
                  <a:close/>
                  <a:moveTo>
                    <a:pt x="32120" y="14295"/>
                  </a:moveTo>
                  <a:cubicBezTo>
                    <a:pt x="32271" y="14295"/>
                    <a:pt x="30475" y="16489"/>
                    <a:pt x="30239" y="16762"/>
                  </a:cubicBezTo>
                  <a:cubicBezTo>
                    <a:pt x="30158" y="16858"/>
                    <a:pt x="30071" y="16950"/>
                    <a:pt x="29988" y="17042"/>
                  </a:cubicBezTo>
                  <a:cubicBezTo>
                    <a:pt x="30585" y="16306"/>
                    <a:pt x="31137" y="15529"/>
                    <a:pt x="31636" y="14721"/>
                  </a:cubicBezTo>
                  <a:cubicBezTo>
                    <a:pt x="31939" y="14419"/>
                    <a:pt x="32084" y="14295"/>
                    <a:pt x="32120" y="14295"/>
                  </a:cubicBezTo>
                  <a:close/>
                  <a:moveTo>
                    <a:pt x="35233" y="14262"/>
                  </a:moveTo>
                  <a:cubicBezTo>
                    <a:pt x="35467" y="14279"/>
                    <a:pt x="35695" y="14326"/>
                    <a:pt x="35895" y="14510"/>
                  </a:cubicBezTo>
                  <a:cubicBezTo>
                    <a:pt x="35912" y="14528"/>
                    <a:pt x="35941" y="14565"/>
                    <a:pt x="35967" y="14597"/>
                  </a:cubicBezTo>
                  <a:cubicBezTo>
                    <a:pt x="35961" y="14600"/>
                    <a:pt x="35952" y="14597"/>
                    <a:pt x="35946" y="14603"/>
                  </a:cubicBezTo>
                  <a:cubicBezTo>
                    <a:pt x="35086" y="15498"/>
                    <a:pt x="34255" y="16419"/>
                    <a:pt x="33438" y="17345"/>
                  </a:cubicBezTo>
                  <a:cubicBezTo>
                    <a:pt x="34081" y="16393"/>
                    <a:pt x="34694" y="15411"/>
                    <a:pt x="35222" y="14354"/>
                  </a:cubicBezTo>
                  <a:cubicBezTo>
                    <a:pt x="35233" y="14326"/>
                    <a:pt x="35236" y="14294"/>
                    <a:pt x="35233" y="14262"/>
                  </a:cubicBezTo>
                  <a:close/>
                  <a:moveTo>
                    <a:pt x="52480" y="12189"/>
                  </a:moveTo>
                  <a:cubicBezTo>
                    <a:pt x="52654" y="12446"/>
                    <a:pt x="52824" y="12709"/>
                    <a:pt x="52991" y="12972"/>
                  </a:cubicBezTo>
                  <a:lnTo>
                    <a:pt x="52991" y="12974"/>
                  </a:lnTo>
                  <a:cubicBezTo>
                    <a:pt x="52983" y="12980"/>
                    <a:pt x="52974" y="12974"/>
                    <a:pt x="52965" y="12983"/>
                  </a:cubicBezTo>
                  <a:cubicBezTo>
                    <a:pt x="51323" y="14311"/>
                    <a:pt x="49160" y="16084"/>
                    <a:pt x="47847" y="17692"/>
                  </a:cubicBezTo>
                  <a:cubicBezTo>
                    <a:pt x="49374" y="15821"/>
                    <a:pt x="51060" y="14138"/>
                    <a:pt x="52480" y="12189"/>
                  </a:cubicBezTo>
                  <a:close/>
                  <a:moveTo>
                    <a:pt x="50610" y="11894"/>
                  </a:moveTo>
                  <a:lnTo>
                    <a:pt x="50610" y="11894"/>
                  </a:lnTo>
                  <a:cubicBezTo>
                    <a:pt x="48990" y="13587"/>
                    <a:pt x="47496" y="15393"/>
                    <a:pt x="45860" y="17080"/>
                  </a:cubicBezTo>
                  <a:cubicBezTo>
                    <a:pt x="45760" y="17183"/>
                    <a:pt x="45852" y="17317"/>
                    <a:pt x="45963" y="17317"/>
                  </a:cubicBezTo>
                  <a:cubicBezTo>
                    <a:pt x="45995" y="17317"/>
                    <a:pt x="46029" y="17306"/>
                    <a:pt x="46060" y="17279"/>
                  </a:cubicBezTo>
                  <a:cubicBezTo>
                    <a:pt x="47870" y="15737"/>
                    <a:pt x="49622" y="14176"/>
                    <a:pt x="51262" y="12449"/>
                  </a:cubicBezTo>
                  <a:lnTo>
                    <a:pt x="51262" y="12449"/>
                  </a:lnTo>
                  <a:cubicBezTo>
                    <a:pt x="49680" y="14115"/>
                    <a:pt x="48187" y="15801"/>
                    <a:pt x="46802" y="17643"/>
                  </a:cubicBezTo>
                  <a:cubicBezTo>
                    <a:pt x="46779" y="17669"/>
                    <a:pt x="46773" y="17706"/>
                    <a:pt x="46781" y="17738"/>
                  </a:cubicBezTo>
                  <a:cubicBezTo>
                    <a:pt x="46221" y="17464"/>
                    <a:pt x="45517" y="17279"/>
                    <a:pt x="45121" y="17048"/>
                  </a:cubicBezTo>
                  <a:cubicBezTo>
                    <a:pt x="44876" y="16904"/>
                    <a:pt x="44706" y="16759"/>
                    <a:pt x="44587" y="16609"/>
                  </a:cubicBezTo>
                  <a:cubicBezTo>
                    <a:pt x="45462" y="15994"/>
                    <a:pt x="46239" y="15301"/>
                    <a:pt x="46975" y="14562"/>
                  </a:cubicBezTo>
                  <a:lnTo>
                    <a:pt x="46975" y="14562"/>
                  </a:lnTo>
                  <a:cubicBezTo>
                    <a:pt x="46369" y="15296"/>
                    <a:pt x="45762" y="16026"/>
                    <a:pt x="45182" y="16780"/>
                  </a:cubicBezTo>
                  <a:cubicBezTo>
                    <a:pt x="45099" y="16885"/>
                    <a:pt x="45209" y="17000"/>
                    <a:pt x="45319" y="17000"/>
                  </a:cubicBezTo>
                  <a:cubicBezTo>
                    <a:pt x="45354" y="17000"/>
                    <a:pt x="45390" y="16989"/>
                    <a:pt x="45419" y="16961"/>
                  </a:cubicBezTo>
                  <a:cubicBezTo>
                    <a:pt x="47181" y="15303"/>
                    <a:pt x="48934" y="13645"/>
                    <a:pt x="50610" y="11894"/>
                  </a:cubicBezTo>
                  <a:close/>
                  <a:moveTo>
                    <a:pt x="50353" y="13991"/>
                  </a:moveTo>
                  <a:lnTo>
                    <a:pt x="50353" y="13991"/>
                  </a:lnTo>
                  <a:cubicBezTo>
                    <a:pt x="49342" y="15192"/>
                    <a:pt x="48219" y="16713"/>
                    <a:pt x="47203" y="17998"/>
                  </a:cubicBezTo>
                  <a:cubicBezTo>
                    <a:pt x="47134" y="17943"/>
                    <a:pt x="47059" y="17891"/>
                    <a:pt x="46984" y="17845"/>
                  </a:cubicBezTo>
                  <a:lnTo>
                    <a:pt x="46981" y="17845"/>
                  </a:lnTo>
                  <a:cubicBezTo>
                    <a:pt x="46998" y="17839"/>
                    <a:pt x="47018" y="17839"/>
                    <a:pt x="47033" y="17822"/>
                  </a:cubicBezTo>
                  <a:cubicBezTo>
                    <a:pt x="48161" y="16563"/>
                    <a:pt x="49232" y="15255"/>
                    <a:pt x="50353" y="13991"/>
                  </a:cubicBezTo>
                  <a:close/>
                  <a:moveTo>
                    <a:pt x="49614" y="16476"/>
                  </a:moveTo>
                  <a:lnTo>
                    <a:pt x="49614" y="16476"/>
                  </a:lnTo>
                  <a:cubicBezTo>
                    <a:pt x="48950" y="17233"/>
                    <a:pt x="48300" y="18007"/>
                    <a:pt x="47665" y="18789"/>
                  </a:cubicBezTo>
                  <a:cubicBezTo>
                    <a:pt x="47645" y="18635"/>
                    <a:pt x="47597" y="18486"/>
                    <a:pt x="47517" y="18351"/>
                  </a:cubicBezTo>
                  <a:lnTo>
                    <a:pt x="47517" y="18351"/>
                  </a:lnTo>
                  <a:cubicBezTo>
                    <a:pt x="48244" y="17817"/>
                    <a:pt x="48956" y="17151"/>
                    <a:pt x="49614" y="16476"/>
                  </a:cubicBezTo>
                  <a:close/>
                  <a:moveTo>
                    <a:pt x="26203" y="16448"/>
                  </a:moveTo>
                  <a:cubicBezTo>
                    <a:pt x="26343" y="16546"/>
                    <a:pt x="26506" y="16598"/>
                    <a:pt x="26675" y="16598"/>
                  </a:cubicBezTo>
                  <a:cubicBezTo>
                    <a:pt x="26684" y="16598"/>
                    <a:pt x="26693" y="16598"/>
                    <a:pt x="26702" y="16598"/>
                  </a:cubicBezTo>
                  <a:cubicBezTo>
                    <a:pt x="26809" y="16595"/>
                    <a:pt x="26916" y="16583"/>
                    <a:pt x="27020" y="16569"/>
                  </a:cubicBezTo>
                  <a:lnTo>
                    <a:pt x="27020" y="16569"/>
                  </a:lnTo>
                  <a:cubicBezTo>
                    <a:pt x="25963" y="17651"/>
                    <a:pt x="24895" y="18728"/>
                    <a:pt x="23856" y="19825"/>
                  </a:cubicBezTo>
                  <a:cubicBezTo>
                    <a:pt x="24664" y="18717"/>
                    <a:pt x="25452" y="17594"/>
                    <a:pt x="26203" y="16448"/>
                  </a:cubicBezTo>
                  <a:close/>
                  <a:moveTo>
                    <a:pt x="53144" y="13223"/>
                  </a:moveTo>
                  <a:cubicBezTo>
                    <a:pt x="53243" y="13370"/>
                    <a:pt x="53341" y="13523"/>
                    <a:pt x="53433" y="13673"/>
                  </a:cubicBezTo>
                  <a:lnTo>
                    <a:pt x="53433" y="13676"/>
                  </a:lnTo>
                  <a:cubicBezTo>
                    <a:pt x="52070" y="14871"/>
                    <a:pt x="50887" y="16225"/>
                    <a:pt x="49726" y="17602"/>
                  </a:cubicBezTo>
                  <a:cubicBezTo>
                    <a:pt x="48759" y="18552"/>
                    <a:pt x="47812" y="19528"/>
                    <a:pt x="46932" y="20547"/>
                  </a:cubicBezTo>
                  <a:cubicBezTo>
                    <a:pt x="46981" y="20475"/>
                    <a:pt x="47030" y="20400"/>
                    <a:pt x="47079" y="20336"/>
                  </a:cubicBezTo>
                  <a:cubicBezTo>
                    <a:pt x="47269" y="20074"/>
                    <a:pt x="47454" y="19773"/>
                    <a:pt x="47567" y="19462"/>
                  </a:cubicBezTo>
                  <a:cubicBezTo>
                    <a:pt x="47887" y="19069"/>
                    <a:pt x="48210" y="18679"/>
                    <a:pt x="48531" y="18287"/>
                  </a:cubicBezTo>
                  <a:cubicBezTo>
                    <a:pt x="49983" y="16514"/>
                    <a:pt x="51507" y="14822"/>
                    <a:pt x="53144" y="13223"/>
                  </a:cubicBezTo>
                  <a:close/>
                  <a:moveTo>
                    <a:pt x="28169" y="16560"/>
                  </a:moveTo>
                  <a:lnTo>
                    <a:pt x="28169" y="16560"/>
                  </a:lnTo>
                  <a:cubicBezTo>
                    <a:pt x="26812" y="18131"/>
                    <a:pt x="25415" y="19669"/>
                    <a:pt x="24003" y="21197"/>
                  </a:cubicBezTo>
                  <a:cubicBezTo>
                    <a:pt x="25129" y="19770"/>
                    <a:pt x="26304" y="18388"/>
                    <a:pt x="27600" y="17112"/>
                  </a:cubicBezTo>
                  <a:cubicBezTo>
                    <a:pt x="27788" y="16927"/>
                    <a:pt x="27978" y="16745"/>
                    <a:pt x="28169" y="16560"/>
                  </a:cubicBezTo>
                  <a:close/>
                  <a:moveTo>
                    <a:pt x="55259" y="16718"/>
                  </a:moveTo>
                  <a:lnTo>
                    <a:pt x="55259" y="16718"/>
                  </a:lnTo>
                  <a:cubicBezTo>
                    <a:pt x="55391" y="16940"/>
                    <a:pt x="55524" y="17159"/>
                    <a:pt x="55650" y="17369"/>
                  </a:cubicBezTo>
                  <a:cubicBezTo>
                    <a:pt x="55691" y="17435"/>
                    <a:pt x="55714" y="17501"/>
                    <a:pt x="55748" y="17571"/>
                  </a:cubicBezTo>
                  <a:cubicBezTo>
                    <a:pt x="55746" y="17570"/>
                    <a:pt x="55743" y="17570"/>
                    <a:pt x="55740" y="17570"/>
                  </a:cubicBezTo>
                  <a:cubicBezTo>
                    <a:pt x="55708" y="17570"/>
                    <a:pt x="55677" y="17584"/>
                    <a:pt x="55650" y="17605"/>
                  </a:cubicBezTo>
                  <a:cubicBezTo>
                    <a:pt x="54317" y="18850"/>
                    <a:pt x="52974" y="20403"/>
                    <a:pt x="51712" y="21809"/>
                  </a:cubicBezTo>
                  <a:cubicBezTo>
                    <a:pt x="53078" y="20250"/>
                    <a:pt x="54296" y="18569"/>
                    <a:pt x="55258" y="16722"/>
                  </a:cubicBezTo>
                  <a:cubicBezTo>
                    <a:pt x="55259" y="16721"/>
                    <a:pt x="55259" y="16720"/>
                    <a:pt x="55259" y="16718"/>
                  </a:cubicBezTo>
                  <a:close/>
                  <a:moveTo>
                    <a:pt x="40667" y="18353"/>
                  </a:moveTo>
                  <a:lnTo>
                    <a:pt x="40667" y="18353"/>
                  </a:lnTo>
                  <a:cubicBezTo>
                    <a:pt x="40632" y="18731"/>
                    <a:pt x="40592" y="19135"/>
                    <a:pt x="40563" y="19551"/>
                  </a:cubicBezTo>
                  <a:cubicBezTo>
                    <a:pt x="39942" y="20169"/>
                    <a:pt x="39313" y="20781"/>
                    <a:pt x="38698" y="21407"/>
                  </a:cubicBezTo>
                  <a:lnTo>
                    <a:pt x="38695" y="21407"/>
                  </a:lnTo>
                  <a:cubicBezTo>
                    <a:pt x="38539" y="21566"/>
                    <a:pt x="38389" y="21728"/>
                    <a:pt x="38239" y="21890"/>
                  </a:cubicBezTo>
                  <a:cubicBezTo>
                    <a:pt x="39059" y="20720"/>
                    <a:pt x="39959" y="19606"/>
                    <a:pt x="40667" y="18353"/>
                  </a:cubicBezTo>
                  <a:close/>
                  <a:moveTo>
                    <a:pt x="54100" y="14773"/>
                  </a:moveTo>
                  <a:cubicBezTo>
                    <a:pt x="54279" y="15065"/>
                    <a:pt x="54452" y="15353"/>
                    <a:pt x="54623" y="15639"/>
                  </a:cubicBezTo>
                  <a:lnTo>
                    <a:pt x="54620" y="15642"/>
                  </a:lnTo>
                  <a:cubicBezTo>
                    <a:pt x="54605" y="15651"/>
                    <a:pt x="54588" y="15651"/>
                    <a:pt x="54576" y="15668"/>
                  </a:cubicBezTo>
                  <a:cubicBezTo>
                    <a:pt x="52665" y="18131"/>
                    <a:pt x="49972" y="19753"/>
                    <a:pt x="48020" y="22077"/>
                  </a:cubicBezTo>
                  <a:cubicBezTo>
                    <a:pt x="50075" y="19629"/>
                    <a:pt x="52307" y="17426"/>
                    <a:pt x="54100" y="14773"/>
                  </a:cubicBezTo>
                  <a:close/>
                  <a:moveTo>
                    <a:pt x="40814" y="16222"/>
                  </a:moveTo>
                  <a:cubicBezTo>
                    <a:pt x="40774" y="16788"/>
                    <a:pt x="40742" y="17351"/>
                    <a:pt x="40701" y="17897"/>
                  </a:cubicBezTo>
                  <a:cubicBezTo>
                    <a:pt x="40688" y="17892"/>
                    <a:pt x="40675" y="17890"/>
                    <a:pt x="40662" y="17890"/>
                  </a:cubicBezTo>
                  <a:cubicBezTo>
                    <a:pt x="40628" y="17890"/>
                    <a:pt x="40594" y="17905"/>
                    <a:pt x="40571" y="17934"/>
                  </a:cubicBezTo>
                  <a:cubicBezTo>
                    <a:pt x="39408" y="19248"/>
                    <a:pt x="38484" y="20781"/>
                    <a:pt x="37315" y="22086"/>
                  </a:cubicBezTo>
                  <a:lnTo>
                    <a:pt x="37312" y="22086"/>
                  </a:lnTo>
                  <a:cubicBezTo>
                    <a:pt x="38484" y="20616"/>
                    <a:pt x="39596" y="19098"/>
                    <a:pt x="40595" y="17472"/>
                  </a:cubicBezTo>
                  <a:cubicBezTo>
                    <a:pt x="40664" y="17360"/>
                    <a:pt x="40562" y="17238"/>
                    <a:pt x="40455" y="17238"/>
                  </a:cubicBezTo>
                  <a:cubicBezTo>
                    <a:pt x="40419" y="17238"/>
                    <a:pt x="40383" y="17252"/>
                    <a:pt x="40352" y="17285"/>
                  </a:cubicBezTo>
                  <a:cubicBezTo>
                    <a:pt x="39959" y="17718"/>
                    <a:pt x="39587" y="18168"/>
                    <a:pt x="39223" y="18621"/>
                  </a:cubicBezTo>
                  <a:cubicBezTo>
                    <a:pt x="39772" y="17839"/>
                    <a:pt x="40303" y="17039"/>
                    <a:pt x="40814" y="16222"/>
                  </a:cubicBezTo>
                  <a:close/>
                  <a:moveTo>
                    <a:pt x="39772" y="15789"/>
                  </a:moveTo>
                  <a:lnTo>
                    <a:pt x="39772" y="15789"/>
                  </a:lnTo>
                  <a:cubicBezTo>
                    <a:pt x="39799" y="15789"/>
                    <a:pt x="37608" y="19396"/>
                    <a:pt x="37656" y="19396"/>
                  </a:cubicBezTo>
                  <a:cubicBezTo>
                    <a:pt x="37656" y="19396"/>
                    <a:pt x="37656" y="19396"/>
                    <a:pt x="37656" y="19396"/>
                  </a:cubicBezTo>
                  <a:lnTo>
                    <a:pt x="37656" y="19396"/>
                  </a:lnTo>
                  <a:cubicBezTo>
                    <a:pt x="36820" y="20466"/>
                    <a:pt x="35915" y="21482"/>
                    <a:pt x="35000" y="22493"/>
                  </a:cubicBezTo>
                  <a:cubicBezTo>
                    <a:pt x="35871" y="21402"/>
                    <a:pt x="36732" y="20302"/>
                    <a:pt x="37578" y="19193"/>
                  </a:cubicBezTo>
                  <a:cubicBezTo>
                    <a:pt x="38106" y="18440"/>
                    <a:pt x="38608" y="17666"/>
                    <a:pt x="39082" y="16875"/>
                  </a:cubicBezTo>
                  <a:cubicBezTo>
                    <a:pt x="39571" y="16092"/>
                    <a:pt x="39765" y="15789"/>
                    <a:pt x="39772" y="15789"/>
                  </a:cubicBezTo>
                  <a:close/>
                  <a:moveTo>
                    <a:pt x="54787" y="15925"/>
                  </a:moveTo>
                  <a:lnTo>
                    <a:pt x="55119" y="16479"/>
                  </a:lnTo>
                  <a:cubicBezTo>
                    <a:pt x="55116" y="16479"/>
                    <a:pt x="55114" y="16479"/>
                    <a:pt x="55111" y="16479"/>
                  </a:cubicBezTo>
                  <a:cubicBezTo>
                    <a:pt x="55070" y="16479"/>
                    <a:pt x="55031" y="16499"/>
                    <a:pt x="55006" y="16528"/>
                  </a:cubicBezTo>
                  <a:cubicBezTo>
                    <a:pt x="53153" y="18649"/>
                    <a:pt x="51018" y="20606"/>
                    <a:pt x="49180" y="22668"/>
                  </a:cubicBezTo>
                  <a:lnTo>
                    <a:pt x="49180" y="22668"/>
                  </a:lnTo>
                  <a:cubicBezTo>
                    <a:pt x="51159" y="20447"/>
                    <a:pt x="53282" y="18525"/>
                    <a:pt x="54787" y="15925"/>
                  </a:cubicBezTo>
                  <a:close/>
                  <a:moveTo>
                    <a:pt x="36137" y="14805"/>
                  </a:moveTo>
                  <a:cubicBezTo>
                    <a:pt x="36276" y="14981"/>
                    <a:pt x="36426" y="15186"/>
                    <a:pt x="36509" y="15293"/>
                  </a:cubicBezTo>
                  <a:cubicBezTo>
                    <a:pt x="36559" y="15356"/>
                    <a:pt x="36613" y="15417"/>
                    <a:pt x="36674" y="15469"/>
                  </a:cubicBezTo>
                  <a:cubicBezTo>
                    <a:pt x="34696" y="17178"/>
                    <a:pt x="33296" y="19545"/>
                    <a:pt x="31512" y="21442"/>
                  </a:cubicBezTo>
                  <a:cubicBezTo>
                    <a:pt x="31079" y="21907"/>
                    <a:pt x="30655" y="22377"/>
                    <a:pt x="30227" y="22848"/>
                  </a:cubicBezTo>
                  <a:cubicBezTo>
                    <a:pt x="32369" y="20258"/>
                    <a:pt x="34428" y="17623"/>
                    <a:pt x="36137" y="14805"/>
                  </a:cubicBezTo>
                  <a:close/>
                  <a:moveTo>
                    <a:pt x="49735" y="19742"/>
                  </a:moveTo>
                  <a:lnTo>
                    <a:pt x="49735" y="19742"/>
                  </a:lnTo>
                  <a:cubicBezTo>
                    <a:pt x="48788" y="20781"/>
                    <a:pt x="47829" y="21809"/>
                    <a:pt x="46923" y="22886"/>
                  </a:cubicBezTo>
                  <a:cubicBezTo>
                    <a:pt x="46914" y="22900"/>
                    <a:pt x="46914" y="22917"/>
                    <a:pt x="46908" y="22935"/>
                  </a:cubicBezTo>
                  <a:cubicBezTo>
                    <a:pt x="46833" y="22909"/>
                    <a:pt x="46761" y="22891"/>
                    <a:pt x="46683" y="22874"/>
                  </a:cubicBezTo>
                  <a:cubicBezTo>
                    <a:pt x="46595" y="22863"/>
                    <a:pt x="46508" y="22857"/>
                    <a:pt x="46420" y="22857"/>
                  </a:cubicBezTo>
                  <a:cubicBezTo>
                    <a:pt x="46389" y="22857"/>
                    <a:pt x="46359" y="22858"/>
                    <a:pt x="46328" y="22860"/>
                  </a:cubicBezTo>
                  <a:cubicBezTo>
                    <a:pt x="47509" y="21869"/>
                    <a:pt x="48641" y="20824"/>
                    <a:pt x="49735" y="19742"/>
                  </a:cubicBezTo>
                  <a:close/>
                  <a:moveTo>
                    <a:pt x="53624" y="13985"/>
                  </a:moveTo>
                  <a:cubicBezTo>
                    <a:pt x="53730" y="14155"/>
                    <a:pt x="53834" y="14326"/>
                    <a:pt x="53938" y="14496"/>
                  </a:cubicBezTo>
                  <a:lnTo>
                    <a:pt x="53938" y="14499"/>
                  </a:lnTo>
                  <a:cubicBezTo>
                    <a:pt x="53927" y="14507"/>
                    <a:pt x="53915" y="14507"/>
                    <a:pt x="53909" y="14516"/>
                  </a:cubicBezTo>
                  <a:cubicBezTo>
                    <a:pt x="52527" y="16344"/>
                    <a:pt x="51057" y="18012"/>
                    <a:pt x="49461" y="19643"/>
                  </a:cubicBezTo>
                  <a:cubicBezTo>
                    <a:pt x="48836" y="20281"/>
                    <a:pt x="45783" y="23189"/>
                    <a:pt x="45405" y="23189"/>
                  </a:cubicBezTo>
                  <a:cubicBezTo>
                    <a:pt x="45271" y="23189"/>
                    <a:pt x="45473" y="22825"/>
                    <a:pt x="46236" y="21866"/>
                  </a:cubicBezTo>
                  <a:cubicBezTo>
                    <a:pt x="47431" y="20769"/>
                    <a:pt x="48496" y="19548"/>
                    <a:pt x="49544" y="18301"/>
                  </a:cubicBezTo>
                  <a:cubicBezTo>
                    <a:pt x="50959" y="16918"/>
                    <a:pt x="52391" y="15550"/>
                    <a:pt x="53624" y="13985"/>
                  </a:cubicBezTo>
                  <a:close/>
                  <a:moveTo>
                    <a:pt x="55881" y="17836"/>
                  </a:moveTo>
                  <a:cubicBezTo>
                    <a:pt x="55991" y="18064"/>
                    <a:pt x="56080" y="18301"/>
                    <a:pt x="56156" y="18544"/>
                  </a:cubicBezTo>
                  <a:lnTo>
                    <a:pt x="56156" y="18546"/>
                  </a:lnTo>
                  <a:cubicBezTo>
                    <a:pt x="56131" y="18534"/>
                    <a:pt x="56105" y="18528"/>
                    <a:pt x="56079" y="18528"/>
                  </a:cubicBezTo>
                  <a:cubicBezTo>
                    <a:pt x="56039" y="18528"/>
                    <a:pt x="55999" y="18542"/>
                    <a:pt x="55968" y="18569"/>
                  </a:cubicBezTo>
                  <a:cubicBezTo>
                    <a:pt x="54403" y="20022"/>
                    <a:pt x="52454" y="22195"/>
                    <a:pt x="51410" y="23425"/>
                  </a:cubicBezTo>
                  <a:lnTo>
                    <a:pt x="51410" y="23425"/>
                  </a:lnTo>
                  <a:cubicBezTo>
                    <a:pt x="52952" y="21603"/>
                    <a:pt x="54422" y="19725"/>
                    <a:pt x="55881" y="17836"/>
                  </a:cubicBezTo>
                  <a:close/>
                  <a:moveTo>
                    <a:pt x="54082" y="16954"/>
                  </a:moveTo>
                  <a:cubicBezTo>
                    <a:pt x="54130" y="16954"/>
                    <a:pt x="51975" y="19262"/>
                    <a:pt x="51476" y="19814"/>
                  </a:cubicBezTo>
                  <a:cubicBezTo>
                    <a:pt x="50350" y="21052"/>
                    <a:pt x="49157" y="22222"/>
                    <a:pt x="48043" y="23475"/>
                  </a:cubicBezTo>
                  <a:cubicBezTo>
                    <a:pt x="47792" y="23298"/>
                    <a:pt x="47526" y="23151"/>
                    <a:pt x="47243" y="23036"/>
                  </a:cubicBezTo>
                  <a:cubicBezTo>
                    <a:pt x="49325" y="21436"/>
                    <a:pt x="51311" y="19762"/>
                    <a:pt x="53150" y="17882"/>
                  </a:cubicBezTo>
                  <a:cubicBezTo>
                    <a:pt x="53804" y="17213"/>
                    <a:pt x="54066" y="16954"/>
                    <a:pt x="54082" y="16954"/>
                  </a:cubicBezTo>
                  <a:close/>
                  <a:moveTo>
                    <a:pt x="40716" y="21777"/>
                  </a:moveTo>
                  <a:cubicBezTo>
                    <a:pt x="40753" y="21910"/>
                    <a:pt x="40800" y="22040"/>
                    <a:pt x="40857" y="22167"/>
                  </a:cubicBezTo>
                  <a:lnTo>
                    <a:pt x="40854" y="22167"/>
                  </a:lnTo>
                  <a:cubicBezTo>
                    <a:pt x="40869" y="22196"/>
                    <a:pt x="40892" y="22219"/>
                    <a:pt x="40924" y="22227"/>
                  </a:cubicBezTo>
                  <a:cubicBezTo>
                    <a:pt x="40912" y="22233"/>
                    <a:pt x="40901" y="22233"/>
                    <a:pt x="40892" y="22242"/>
                  </a:cubicBezTo>
                  <a:cubicBezTo>
                    <a:pt x="40364" y="22721"/>
                    <a:pt x="39841" y="23212"/>
                    <a:pt x="39330" y="23711"/>
                  </a:cubicBezTo>
                  <a:cubicBezTo>
                    <a:pt x="39301" y="23740"/>
                    <a:pt x="39272" y="23769"/>
                    <a:pt x="39243" y="23795"/>
                  </a:cubicBezTo>
                  <a:cubicBezTo>
                    <a:pt x="39740" y="23128"/>
                    <a:pt x="40234" y="22455"/>
                    <a:pt x="40716" y="21777"/>
                  </a:cubicBezTo>
                  <a:close/>
                  <a:moveTo>
                    <a:pt x="45176" y="22770"/>
                  </a:moveTo>
                  <a:cubicBezTo>
                    <a:pt x="44925" y="23131"/>
                    <a:pt x="44691" y="23498"/>
                    <a:pt x="44466" y="23870"/>
                  </a:cubicBezTo>
                  <a:cubicBezTo>
                    <a:pt x="44366" y="23752"/>
                    <a:pt x="44279" y="23623"/>
                    <a:pt x="44204" y="23485"/>
                  </a:cubicBezTo>
                  <a:lnTo>
                    <a:pt x="44204" y="23485"/>
                  </a:lnTo>
                  <a:cubicBezTo>
                    <a:pt x="44539" y="23260"/>
                    <a:pt x="44862" y="23018"/>
                    <a:pt x="45176" y="22770"/>
                  </a:cubicBezTo>
                  <a:close/>
                  <a:moveTo>
                    <a:pt x="40537" y="20154"/>
                  </a:moveTo>
                  <a:lnTo>
                    <a:pt x="40537" y="20154"/>
                  </a:lnTo>
                  <a:cubicBezTo>
                    <a:pt x="40525" y="20544"/>
                    <a:pt x="40551" y="20934"/>
                    <a:pt x="40612" y="21321"/>
                  </a:cubicBezTo>
                  <a:cubicBezTo>
                    <a:pt x="39985" y="21878"/>
                    <a:pt x="39344" y="22429"/>
                    <a:pt x="38721" y="22998"/>
                  </a:cubicBezTo>
                  <a:cubicBezTo>
                    <a:pt x="38450" y="23252"/>
                    <a:pt x="38187" y="23512"/>
                    <a:pt x="37933" y="23781"/>
                  </a:cubicBezTo>
                  <a:cubicBezTo>
                    <a:pt x="37654" y="24067"/>
                    <a:pt x="37551" y="24170"/>
                    <a:pt x="37543" y="24170"/>
                  </a:cubicBezTo>
                  <a:cubicBezTo>
                    <a:pt x="37527" y="24170"/>
                    <a:pt x="37935" y="23714"/>
                    <a:pt x="38037" y="23532"/>
                  </a:cubicBezTo>
                  <a:cubicBezTo>
                    <a:pt x="38724" y="22305"/>
                    <a:pt x="39772" y="21332"/>
                    <a:pt x="40537" y="20154"/>
                  </a:cubicBezTo>
                  <a:close/>
                  <a:moveTo>
                    <a:pt x="54296" y="17825"/>
                  </a:moveTo>
                  <a:cubicBezTo>
                    <a:pt x="53156" y="19109"/>
                    <a:pt x="50861" y="22222"/>
                    <a:pt x="48950" y="24173"/>
                  </a:cubicBezTo>
                  <a:cubicBezTo>
                    <a:pt x="48747" y="24006"/>
                    <a:pt x="48545" y="23841"/>
                    <a:pt x="48335" y="23685"/>
                  </a:cubicBezTo>
                  <a:cubicBezTo>
                    <a:pt x="50517" y="21916"/>
                    <a:pt x="52428" y="19926"/>
                    <a:pt x="54296" y="17825"/>
                  </a:cubicBezTo>
                  <a:close/>
                  <a:moveTo>
                    <a:pt x="45476" y="23552"/>
                  </a:moveTo>
                  <a:lnTo>
                    <a:pt x="45476" y="23552"/>
                  </a:lnTo>
                  <a:cubicBezTo>
                    <a:pt x="45401" y="23925"/>
                    <a:pt x="45451" y="24395"/>
                    <a:pt x="45534" y="24860"/>
                  </a:cubicBezTo>
                  <a:cubicBezTo>
                    <a:pt x="45252" y="24641"/>
                    <a:pt x="44984" y="24408"/>
                    <a:pt x="44733" y="24157"/>
                  </a:cubicBezTo>
                  <a:lnTo>
                    <a:pt x="44733" y="24157"/>
                  </a:lnTo>
                  <a:cubicBezTo>
                    <a:pt x="44984" y="23959"/>
                    <a:pt x="45229" y="23751"/>
                    <a:pt x="45476" y="23552"/>
                  </a:cubicBezTo>
                  <a:close/>
                  <a:moveTo>
                    <a:pt x="56228" y="18789"/>
                  </a:moveTo>
                  <a:cubicBezTo>
                    <a:pt x="56303" y="19083"/>
                    <a:pt x="56352" y="19381"/>
                    <a:pt x="56381" y="19681"/>
                  </a:cubicBezTo>
                  <a:lnTo>
                    <a:pt x="56378" y="19684"/>
                  </a:lnTo>
                  <a:cubicBezTo>
                    <a:pt x="54893" y="21434"/>
                    <a:pt x="53204" y="23135"/>
                    <a:pt x="51807" y="24864"/>
                  </a:cubicBezTo>
                  <a:lnTo>
                    <a:pt x="51807" y="24864"/>
                  </a:lnTo>
                  <a:cubicBezTo>
                    <a:pt x="53390" y="22903"/>
                    <a:pt x="54924" y="20951"/>
                    <a:pt x="56228" y="18789"/>
                  </a:cubicBezTo>
                  <a:close/>
                  <a:moveTo>
                    <a:pt x="56398" y="20215"/>
                  </a:moveTo>
                  <a:lnTo>
                    <a:pt x="56398" y="20215"/>
                  </a:lnTo>
                  <a:cubicBezTo>
                    <a:pt x="56404" y="20616"/>
                    <a:pt x="56386" y="21021"/>
                    <a:pt x="56343" y="21422"/>
                  </a:cubicBezTo>
                  <a:lnTo>
                    <a:pt x="56340" y="21425"/>
                  </a:lnTo>
                  <a:cubicBezTo>
                    <a:pt x="55174" y="22603"/>
                    <a:pt x="53035" y="24144"/>
                    <a:pt x="52350" y="25493"/>
                  </a:cubicBezTo>
                  <a:cubicBezTo>
                    <a:pt x="53332" y="23552"/>
                    <a:pt x="55004" y="21910"/>
                    <a:pt x="56398" y="20215"/>
                  </a:cubicBezTo>
                  <a:close/>
                  <a:moveTo>
                    <a:pt x="56254" y="22060"/>
                  </a:moveTo>
                  <a:lnTo>
                    <a:pt x="56254" y="22060"/>
                  </a:lnTo>
                  <a:cubicBezTo>
                    <a:pt x="56193" y="22484"/>
                    <a:pt x="56118" y="22912"/>
                    <a:pt x="56046" y="23336"/>
                  </a:cubicBezTo>
                  <a:lnTo>
                    <a:pt x="56046" y="23339"/>
                  </a:lnTo>
                  <a:cubicBezTo>
                    <a:pt x="55567" y="23878"/>
                    <a:pt x="53872" y="25112"/>
                    <a:pt x="53662" y="25538"/>
                  </a:cubicBezTo>
                  <a:lnTo>
                    <a:pt x="53662" y="25538"/>
                  </a:lnTo>
                  <a:cubicBezTo>
                    <a:pt x="54297" y="24248"/>
                    <a:pt x="55284" y="23134"/>
                    <a:pt x="56254" y="22060"/>
                  </a:cubicBezTo>
                  <a:close/>
                  <a:moveTo>
                    <a:pt x="54901" y="18772"/>
                  </a:moveTo>
                  <a:cubicBezTo>
                    <a:pt x="54987" y="18772"/>
                    <a:pt x="53204" y="20718"/>
                    <a:pt x="52983" y="20995"/>
                  </a:cubicBezTo>
                  <a:cubicBezTo>
                    <a:pt x="52059" y="22144"/>
                    <a:pt x="51106" y="23267"/>
                    <a:pt x="50151" y="24387"/>
                  </a:cubicBezTo>
                  <a:cubicBezTo>
                    <a:pt x="50044" y="24513"/>
                    <a:pt x="50150" y="24678"/>
                    <a:pt x="50276" y="24678"/>
                  </a:cubicBezTo>
                  <a:cubicBezTo>
                    <a:pt x="50314" y="24678"/>
                    <a:pt x="50354" y="24663"/>
                    <a:pt x="50390" y="24626"/>
                  </a:cubicBezTo>
                  <a:cubicBezTo>
                    <a:pt x="51987" y="23004"/>
                    <a:pt x="53558" y="21352"/>
                    <a:pt x="55186" y="19758"/>
                  </a:cubicBezTo>
                  <a:lnTo>
                    <a:pt x="55186" y="19758"/>
                  </a:lnTo>
                  <a:cubicBezTo>
                    <a:pt x="53907" y="21016"/>
                    <a:pt x="52249" y="23759"/>
                    <a:pt x="50815" y="25544"/>
                  </a:cubicBezTo>
                  <a:cubicBezTo>
                    <a:pt x="50630" y="25429"/>
                    <a:pt x="50454" y="25316"/>
                    <a:pt x="50295" y="25218"/>
                  </a:cubicBezTo>
                  <a:cubicBezTo>
                    <a:pt x="49946" y="25005"/>
                    <a:pt x="49588" y="24707"/>
                    <a:pt x="49221" y="24401"/>
                  </a:cubicBezTo>
                  <a:cubicBezTo>
                    <a:pt x="49559" y="24069"/>
                    <a:pt x="49891" y="23737"/>
                    <a:pt x="50226" y="23402"/>
                  </a:cubicBezTo>
                  <a:cubicBezTo>
                    <a:pt x="50416" y="23212"/>
                    <a:pt x="50601" y="23015"/>
                    <a:pt x="50789" y="22819"/>
                  </a:cubicBezTo>
                  <a:lnTo>
                    <a:pt x="50789" y="22819"/>
                  </a:lnTo>
                  <a:cubicBezTo>
                    <a:pt x="50693" y="22920"/>
                    <a:pt x="50601" y="23024"/>
                    <a:pt x="50506" y="23122"/>
                  </a:cubicBezTo>
                  <a:cubicBezTo>
                    <a:pt x="51632" y="21999"/>
                    <a:pt x="52749" y="20870"/>
                    <a:pt x="53872" y="19747"/>
                  </a:cubicBezTo>
                  <a:cubicBezTo>
                    <a:pt x="54584" y="19036"/>
                    <a:pt x="54869" y="18772"/>
                    <a:pt x="54901" y="18772"/>
                  </a:cubicBezTo>
                  <a:close/>
                  <a:moveTo>
                    <a:pt x="19452" y="18048"/>
                  </a:moveTo>
                  <a:cubicBezTo>
                    <a:pt x="19091" y="18484"/>
                    <a:pt x="17065" y="21841"/>
                    <a:pt x="16373" y="22698"/>
                  </a:cubicBezTo>
                  <a:cubicBezTo>
                    <a:pt x="15538" y="23729"/>
                    <a:pt x="14661" y="24716"/>
                    <a:pt x="13780" y="25700"/>
                  </a:cubicBezTo>
                  <a:cubicBezTo>
                    <a:pt x="14014" y="25389"/>
                    <a:pt x="14256" y="25083"/>
                    <a:pt x="14487" y="24771"/>
                  </a:cubicBezTo>
                  <a:cubicBezTo>
                    <a:pt x="16141" y="22511"/>
                    <a:pt x="17657" y="20210"/>
                    <a:pt x="19452" y="18048"/>
                  </a:cubicBezTo>
                  <a:close/>
                  <a:moveTo>
                    <a:pt x="35099" y="22772"/>
                  </a:moveTo>
                  <a:cubicBezTo>
                    <a:pt x="34352" y="23745"/>
                    <a:pt x="33584" y="24708"/>
                    <a:pt x="32765" y="25620"/>
                  </a:cubicBezTo>
                  <a:cubicBezTo>
                    <a:pt x="32644" y="25755"/>
                    <a:pt x="32514" y="25885"/>
                    <a:pt x="32390" y="26021"/>
                  </a:cubicBezTo>
                  <a:cubicBezTo>
                    <a:pt x="33207" y="24967"/>
                    <a:pt x="34050" y="23934"/>
                    <a:pt x="34956" y="22932"/>
                  </a:cubicBezTo>
                  <a:cubicBezTo>
                    <a:pt x="35004" y="22879"/>
                    <a:pt x="35051" y="22826"/>
                    <a:pt x="35099" y="22772"/>
                  </a:cubicBezTo>
                  <a:close/>
                  <a:moveTo>
                    <a:pt x="53525" y="23272"/>
                  </a:moveTo>
                  <a:lnTo>
                    <a:pt x="53525" y="23272"/>
                  </a:lnTo>
                  <a:cubicBezTo>
                    <a:pt x="52853" y="24147"/>
                    <a:pt x="52232" y="25059"/>
                    <a:pt x="51695" y="26064"/>
                  </a:cubicBezTo>
                  <a:lnTo>
                    <a:pt x="51692" y="26064"/>
                  </a:lnTo>
                  <a:cubicBezTo>
                    <a:pt x="51496" y="25957"/>
                    <a:pt x="51305" y="25845"/>
                    <a:pt x="51123" y="25735"/>
                  </a:cubicBezTo>
                  <a:cubicBezTo>
                    <a:pt x="51998" y="24976"/>
                    <a:pt x="52792" y="24133"/>
                    <a:pt x="53525" y="23272"/>
                  </a:cubicBezTo>
                  <a:close/>
                  <a:moveTo>
                    <a:pt x="24396" y="14253"/>
                  </a:moveTo>
                  <a:cubicBezTo>
                    <a:pt x="23870" y="14955"/>
                    <a:pt x="23316" y="15633"/>
                    <a:pt x="22773" y="16321"/>
                  </a:cubicBezTo>
                  <a:cubicBezTo>
                    <a:pt x="22291" y="16883"/>
                    <a:pt x="21835" y="17478"/>
                    <a:pt x="21384" y="18084"/>
                  </a:cubicBezTo>
                  <a:cubicBezTo>
                    <a:pt x="20391" y="19300"/>
                    <a:pt x="19381" y="20501"/>
                    <a:pt x="18353" y="21685"/>
                  </a:cubicBezTo>
                  <a:cubicBezTo>
                    <a:pt x="16993" y="23258"/>
                    <a:pt x="15616" y="24814"/>
                    <a:pt x="14256" y="26379"/>
                  </a:cubicBezTo>
                  <a:cubicBezTo>
                    <a:pt x="16292" y="23858"/>
                    <a:pt x="18604" y="21569"/>
                    <a:pt x="20556" y="18979"/>
                  </a:cubicBezTo>
                  <a:cubicBezTo>
                    <a:pt x="21766" y="17377"/>
                    <a:pt x="23241" y="15792"/>
                    <a:pt x="24396" y="14253"/>
                  </a:cubicBezTo>
                  <a:close/>
                  <a:moveTo>
                    <a:pt x="32820" y="11173"/>
                  </a:moveTo>
                  <a:cubicBezTo>
                    <a:pt x="32869" y="11390"/>
                    <a:pt x="32901" y="11612"/>
                    <a:pt x="32935" y="11834"/>
                  </a:cubicBezTo>
                  <a:cubicBezTo>
                    <a:pt x="32907" y="11786"/>
                    <a:pt x="32852" y="11751"/>
                    <a:pt x="32799" y="11751"/>
                  </a:cubicBezTo>
                  <a:cubicBezTo>
                    <a:pt x="32766" y="11751"/>
                    <a:pt x="32734" y="11765"/>
                    <a:pt x="32710" y="11797"/>
                  </a:cubicBezTo>
                  <a:cubicBezTo>
                    <a:pt x="28720" y="16878"/>
                    <a:pt x="24254" y="21572"/>
                    <a:pt x="20036" y="26468"/>
                  </a:cubicBezTo>
                  <a:cubicBezTo>
                    <a:pt x="21194" y="24932"/>
                    <a:pt x="22320" y="23368"/>
                    <a:pt x="23498" y="21843"/>
                  </a:cubicBezTo>
                  <a:cubicBezTo>
                    <a:pt x="25666" y="19528"/>
                    <a:pt x="27869" y="17253"/>
                    <a:pt x="29939" y="14845"/>
                  </a:cubicBezTo>
                  <a:cubicBezTo>
                    <a:pt x="31039" y="13748"/>
                    <a:pt x="32043" y="12593"/>
                    <a:pt x="32820" y="11173"/>
                  </a:cubicBezTo>
                  <a:close/>
                  <a:moveTo>
                    <a:pt x="55628" y="22239"/>
                  </a:moveTo>
                  <a:lnTo>
                    <a:pt x="55628" y="22239"/>
                  </a:lnTo>
                  <a:cubicBezTo>
                    <a:pt x="54494" y="23522"/>
                    <a:pt x="53573" y="24933"/>
                    <a:pt x="52812" y="26465"/>
                  </a:cubicBezTo>
                  <a:cubicBezTo>
                    <a:pt x="52801" y="26494"/>
                    <a:pt x="52798" y="26526"/>
                    <a:pt x="52801" y="26558"/>
                  </a:cubicBezTo>
                  <a:cubicBezTo>
                    <a:pt x="52558" y="26480"/>
                    <a:pt x="52322" y="26382"/>
                    <a:pt x="52091" y="26269"/>
                  </a:cubicBezTo>
                  <a:cubicBezTo>
                    <a:pt x="53363" y="24992"/>
                    <a:pt x="54612" y="23386"/>
                    <a:pt x="55628" y="22239"/>
                  </a:cubicBezTo>
                  <a:close/>
                  <a:moveTo>
                    <a:pt x="55870" y="24271"/>
                  </a:moveTo>
                  <a:lnTo>
                    <a:pt x="55870" y="24271"/>
                  </a:lnTo>
                  <a:cubicBezTo>
                    <a:pt x="55561" y="25744"/>
                    <a:pt x="54983" y="26439"/>
                    <a:pt x="54291" y="26653"/>
                  </a:cubicBezTo>
                  <a:lnTo>
                    <a:pt x="54288" y="26653"/>
                  </a:lnTo>
                  <a:cubicBezTo>
                    <a:pt x="54291" y="26650"/>
                    <a:pt x="54299" y="26650"/>
                    <a:pt x="54302" y="26644"/>
                  </a:cubicBezTo>
                  <a:cubicBezTo>
                    <a:pt x="54828" y="25851"/>
                    <a:pt x="55359" y="25068"/>
                    <a:pt x="55870" y="24271"/>
                  </a:cubicBezTo>
                  <a:close/>
                  <a:moveTo>
                    <a:pt x="55503" y="24647"/>
                  </a:moveTo>
                  <a:cubicBezTo>
                    <a:pt x="55252" y="24924"/>
                    <a:pt x="54634" y="25654"/>
                    <a:pt x="54426" y="26281"/>
                  </a:cubicBezTo>
                  <a:cubicBezTo>
                    <a:pt x="54470" y="26148"/>
                    <a:pt x="54364" y="26063"/>
                    <a:pt x="54258" y="26063"/>
                  </a:cubicBezTo>
                  <a:cubicBezTo>
                    <a:pt x="54188" y="26063"/>
                    <a:pt x="54117" y="26100"/>
                    <a:pt x="54088" y="26185"/>
                  </a:cubicBezTo>
                  <a:lnTo>
                    <a:pt x="53979" y="26509"/>
                  </a:lnTo>
                  <a:cubicBezTo>
                    <a:pt x="53953" y="26584"/>
                    <a:pt x="53987" y="26668"/>
                    <a:pt x="54062" y="26699"/>
                  </a:cubicBezTo>
                  <a:cubicBezTo>
                    <a:pt x="53945" y="26717"/>
                    <a:pt x="53826" y="26726"/>
                    <a:pt x="53707" y="26726"/>
                  </a:cubicBezTo>
                  <a:cubicBezTo>
                    <a:pt x="53514" y="26726"/>
                    <a:pt x="53320" y="26702"/>
                    <a:pt x="53133" y="26656"/>
                  </a:cubicBezTo>
                  <a:cubicBezTo>
                    <a:pt x="54273" y="25934"/>
                    <a:pt x="53820" y="26289"/>
                    <a:pt x="54865" y="25279"/>
                  </a:cubicBezTo>
                  <a:cubicBezTo>
                    <a:pt x="55191" y="24964"/>
                    <a:pt x="55393" y="24762"/>
                    <a:pt x="55503" y="24647"/>
                  </a:cubicBezTo>
                  <a:close/>
                  <a:moveTo>
                    <a:pt x="34321" y="15394"/>
                  </a:moveTo>
                  <a:lnTo>
                    <a:pt x="34321" y="15394"/>
                  </a:lnTo>
                  <a:cubicBezTo>
                    <a:pt x="33504" y="17025"/>
                    <a:pt x="32292" y="18535"/>
                    <a:pt x="31168" y="19941"/>
                  </a:cubicBezTo>
                  <a:cubicBezTo>
                    <a:pt x="29090" y="22545"/>
                    <a:pt x="26671" y="24863"/>
                    <a:pt x="24318" y="27231"/>
                  </a:cubicBezTo>
                  <a:lnTo>
                    <a:pt x="24318" y="27231"/>
                  </a:lnTo>
                  <a:cubicBezTo>
                    <a:pt x="25291" y="25900"/>
                    <a:pt x="26287" y="24589"/>
                    <a:pt x="27323" y="23327"/>
                  </a:cubicBezTo>
                  <a:cubicBezTo>
                    <a:pt x="28755" y="21581"/>
                    <a:pt x="30591" y="20094"/>
                    <a:pt x="31876" y="18229"/>
                  </a:cubicBezTo>
                  <a:cubicBezTo>
                    <a:pt x="32531" y="17158"/>
                    <a:pt x="33357" y="16199"/>
                    <a:pt x="34321" y="15394"/>
                  </a:cubicBezTo>
                  <a:close/>
                  <a:moveTo>
                    <a:pt x="47336" y="27886"/>
                  </a:moveTo>
                  <a:lnTo>
                    <a:pt x="47336" y="27886"/>
                  </a:lnTo>
                  <a:cubicBezTo>
                    <a:pt x="47308" y="27915"/>
                    <a:pt x="47280" y="27944"/>
                    <a:pt x="47252" y="27973"/>
                  </a:cubicBezTo>
                  <a:lnTo>
                    <a:pt x="47252" y="27973"/>
                  </a:lnTo>
                  <a:cubicBezTo>
                    <a:pt x="47280" y="27944"/>
                    <a:pt x="47308" y="27915"/>
                    <a:pt x="47336" y="27886"/>
                  </a:cubicBezTo>
                  <a:close/>
                  <a:moveTo>
                    <a:pt x="33285" y="13324"/>
                  </a:moveTo>
                  <a:cubicBezTo>
                    <a:pt x="33441" y="13569"/>
                    <a:pt x="33651" y="13774"/>
                    <a:pt x="33897" y="13927"/>
                  </a:cubicBezTo>
                  <a:cubicBezTo>
                    <a:pt x="29436" y="18035"/>
                    <a:pt x="25602" y="23347"/>
                    <a:pt x="21751" y="28039"/>
                  </a:cubicBezTo>
                  <a:cubicBezTo>
                    <a:pt x="21327" y="28559"/>
                    <a:pt x="20891" y="29070"/>
                    <a:pt x="20463" y="29583"/>
                  </a:cubicBezTo>
                  <a:cubicBezTo>
                    <a:pt x="22715" y="26477"/>
                    <a:pt x="24794" y="23270"/>
                    <a:pt x="27352" y="20385"/>
                  </a:cubicBezTo>
                  <a:cubicBezTo>
                    <a:pt x="29396" y="18084"/>
                    <a:pt x="31509" y="15913"/>
                    <a:pt x="33270" y="13382"/>
                  </a:cubicBezTo>
                  <a:cubicBezTo>
                    <a:pt x="33285" y="13361"/>
                    <a:pt x="33282" y="13344"/>
                    <a:pt x="33285" y="13324"/>
                  </a:cubicBezTo>
                  <a:close/>
                  <a:moveTo>
                    <a:pt x="39821" y="17267"/>
                  </a:moveTo>
                  <a:lnTo>
                    <a:pt x="39821" y="17267"/>
                  </a:lnTo>
                  <a:cubicBezTo>
                    <a:pt x="38724" y="19046"/>
                    <a:pt x="37422" y="20715"/>
                    <a:pt x="36134" y="22351"/>
                  </a:cubicBezTo>
                  <a:lnTo>
                    <a:pt x="36134" y="22349"/>
                  </a:lnTo>
                  <a:cubicBezTo>
                    <a:pt x="34076" y="24964"/>
                    <a:pt x="31815" y="27418"/>
                    <a:pt x="29555" y="29866"/>
                  </a:cubicBezTo>
                  <a:cubicBezTo>
                    <a:pt x="30051" y="29168"/>
                    <a:pt x="30554" y="28472"/>
                    <a:pt x="31062" y="27779"/>
                  </a:cubicBezTo>
                  <a:cubicBezTo>
                    <a:pt x="32520" y="26281"/>
                    <a:pt x="33966" y="24768"/>
                    <a:pt x="35334" y="23177"/>
                  </a:cubicBezTo>
                  <a:cubicBezTo>
                    <a:pt x="36411" y="21927"/>
                    <a:pt x="37407" y="20625"/>
                    <a:pt x="38360" y="19283"/>
                  </a:cubicBezTo>
                  <a:cubicBezTo>
                    <a:pt x="38793" y="18575"/>
                    <a:pt x="39281" y="17903"/>
                    <a:pt x="39821" y="17267"/>
                  </a:cubicBezTo>
                  <a:close/>
                  <a:moveTo>
                    <a:pt x="28131" y="23705"/>
                  </a:moveTo>
                  <a:lnTo>
                    <a:pt x="28131" y="23705"/>
                  </a:lnTo>
                  <a:cubicBezTo>
                    <a:pt x="25929" y="26413"/>
                    <a:pt x="23714" y="29119"/>
                    <a:pt x="21304" y="31656"/>
                  </a:cubicBezTo>
                  <a:cubicBezTo>
                    <a:pt x="21127" y="31841"/>
                    <a:pt x="20951" y="32026"/>
                    <a:pt x="20775" y="32211"/>
                  </a:cubicBezTo>
                  <a:cubicBezTo>
                    <a:pt x="21540" y="31116"/>
                    <a:pt x="22308" y="30028"/>
                    <a:pt x="23079" y="28943"/>
                  </a:cubicBezTo>
                  <a:cubicBezTo>
                    <a:pt x="24728" y="27153"/>
                    <a:pt x="26451" y="25443"/>
                    <a:pt x="28131" y="23705"/>
                  </a:cubicBezTo>
                  <a:close/>
                  <a:moveTo>
                    <a:pt x="11309" y="24124"/>
                  </a:moveTo>
                  <a:cubicBezTo>
                    <a:pt x="9169" y="26905"/>
                    <a:pt x="7137" y="29774"/>
                    <a:pt x="5095" y="32636"/>
                  </a:cubicBezTo>
                  <a:lnTo>
                    <a:pt x="5095" y="32636"/>
                  </a:lnTo>
                  <a:cubicBezTo>
                    <a:pt x="6248" y="30910"/>
                    <a:pt x="7430" y="29208"/>
                    <a:pt x="8624" y="27513"/>
                  </a:cubicBezTo>
                  <a:cubicBezTo>
                    <a:pt x="9455" y="26336"/>
                    <a:pt x="10371" y="25221"/>
                    <a:pt x="11309" y="24124"/>
                  </a:cubicBezTo>
                  <a:close/>
                  <a:moveTo>
                    <a:pt x="37041" y="21543"/>
                  </a:moveTo>
                  <a:lnTo>
                    <a:pt x="37041" y="21543"/>
                  </a:lnTo>
                  <a:cubicBezTo>
                    <a:pt x="35996" y="23010"/>
                    <a:pt x="34948" y="24482"/>
                    <a:pt x="33744" y="25839"/>
                  </a:cubicBezTo>
                  <a:cubicBezTo>
                    <a:pt x="32589" y="27141"/>
                    <a:pt x="31423" y="28434"/>
                    <a:pt x="30256" y="29728"/>
                  </a:cubicBezTo>
                  <a:cubicBezTo>
                    <a:pt x="29226" y="30842"/>
                    <a:pt x="28212" y="31977"/>
                    <a:pt x="27216" y="33134"/>
                  </a:cubicBezTo>
                  <a:cubicBezTo>
                    <a:pt x="27208" y="33146"/>
                    <a:pt x="27202" y="33155"/>
                    <a:pt x="27193" y="33163"/>
                  </a:cubicBezTo>
                  <a:cubicBezTo>
                    <a:pt x="27600" y="32600"/>
                    <a:pt x="28007" y="32037"/>
                    <a:pt x="28409" y="31474"/>
                  </a:cubicBezTo>
                  <a:cubicBezTo>
                    <a:pt x="31347" y="28203"/>
                    <a:pt x="34330" y="24990"/>
                    <a:pt x="37041" y="21543"/>
                  </a:cubicBezTo>
                  <a:close/>
                  <a:moveTo>
                    <a:pt x="12507" y="28989"/>
                  </a:moveTo>
                  <a:lnTo>
                    <a:pt x="12507" y="28989"/>
                  </a:lnTo>
                  <a:cubicBezTo>
                    <a:pt x="11355" y="30490"/>
                    <a:pt x="10217" y="32006"/>
                    <a:pt x="9083" y="33518"/>
                  </a:cubicBezTo>
                  <a:cubicBezTo>
                    <a:pt x="9871" y="32450"/>
                    <a:pt x="10642" y="31379"/>
                    <a:pt x="11395" y="30305"/>
                  </a:cubicBezTo>
                  <a:cubicBezTo>
                    <a:pt x="11765" y="29866"/>
                    <a:pt x="12137" y="29428"/>
                    <a:pt x="12507" y="28989"/>
                  </a:cubicBezTo>
                  <a:close/>
                  <a:moveTo>
                    <a:pt x="37075" y="19020"/>
                  </a:moveTo>
                  <a:cubicBezTo>
                    <a:pt x="36169" y="20325"/>
                    <a:pt x="35291" y="21650"/>
                    <a:pt x="34327" y="22842"/>
                  </a:cubicBezTo>
                  <a:cubicBezTo>
                    <a:pt x="31544" y="26289"/>
                    <a:pt x="28622" y="29627"/>
                    <a:pt x="25602" y="32869"/>
                  </a:cubicBezTo>
                  <a:cubicBezTo>
                    <a:pt x="25386" y="33100"/>
                    <a:pt x="25169" y="33328"/>
                    <a:pt x="24953" y="33559"/>
                  </a:cubicBezTo>
                  <a:cubicBezTo>
                    <a:pt x="26382" y="31743"/>
                    <a:pt x="27802" y="29933"/>
                    <a:pt x="29240" y="28157"/>
                  </a:cubicBezTo>
                  <a:lnTo>
                    <a:pt x="29243" y="28160"/>
                  </a:lnTo>
                  <a:cubicBezTo>
                    <a:pt x="31942" y="25189"/>
                    <a:pt x="34572" y="22158"/>
                    <a:pt x="37075" y="19020"/>
                  </a:cubicBezTo>
                  <a:close/>
                  <a:moveTo>
                    <a:pt x="36291" y="16946"/>
                  </a:moveTo>
                  <a:cubicBezTo>
                    <a:pt x="36398" y="16946"/>
                    <a:pt x="33371" y="20880"/>
                    <a:pt x="33436" y="20880"/>
                  </a:cubicBezTo>
                  <a:cubicBezTo>
                    <a:pt x="33438" y="20880"/>
                    <a:pt x="33445" y="20875"/>
                    <a:pt x="33455" y="20865"/>
                  </a:cubicBezTo>
                  <a:lnTo>
                    <a:pt x="33455" y="20868"/>
                  </a:lnTo>
                  <a:cubicBezTo>
                    <a:pt x="31602" y="23088"/>
                    <a:pt x="29650" y="25244"/>
                    <a:pt x="27753" y="27430"/>
                  </a:cubicBezTo>
                  <a:cubicBezTo>
                    <a:pt x="25952" y="29511"/>
                    <a:pt x="24193" y="31616"/>
                    <a:pt x="22404" y="33692"/>
                  </a:cubicBezTo>
                  <a:cubicBezTo>
                    <a:pt x="26145" y="29113"/>
                    <a:pt x="29843" y="24502"/>
                    <a:pt x="33654" y="19978"/>
                  </a:cubicBezTo>
                  <a:cubicBezTo>
                    <a:pt x="34411" y="19080"/>
                    <a:pt x="35176" y="18191"/>
                    <a:pt x="35949" y="17308"/>
                  </a:cubicBezTo>
                  <a:cubicBezTo>
                    <a:pt x="36169" y="17054"/>
                    <a:pt x="36273" y="16946"/>
                    <a:pt x="36291" y="16946"/>
                  </a:cubicBezTo>
                  <a:close/>
                  <a:moveTo>
                    <a:pt x="26339" y="21070"/>
                  </a:moveTo>
                  <a:lnTo>
                    <a:pt x="26339" y="21070"/>
                  </a:lnTo>
                  <a:cubicBezTo>
                    <a:pt x="24846" y="22811"/>
                    <a:pt x="23521" y="24670"/>
                    <a:pt x="22193" y="26549"/>
                  </a:cubicBezTo>
                  <a:cubicBezTo>
                    <a:pt x="20195" y="29376"/>
                    <a:pt x="17956" y="31985"/>
                    <a:pt x="15719" y="34590"/>
                  </a:cubicBezTo>
                  <a:lnTo>
                    <a:pt x="15719" y="34590"/>
                  </a:lnTo>
                  <a:cubicBezTo>
                    <a:pt x="16524" y="33531"/>
                    <a:pt x="17332" y="32483"/>
                    <a:pt x="18148" y="31480"/>
                  </a:cubicBezTo>
                  <a:cubicBezTo>
                    <a:pt x="20631" y="28426"/>
                    <a:pt x="22981" y="25169"/>
                    <a:pt x="25420" y="22014"/>
                  </a:cubicBezTo>
                  <a:cubicBezTo>
                    <a:pt x="25724" y="21699"/>
                    <a:pt x="26030" y="21384"/>
                    <a:pt x="26339" y="21070"/>
                  </a:cubicBezTo>
                  <a:close/>
                  <a:moveTo>
                    <a:pt x="25109" y="17685"/>
                  </a:moveTo>
                  <a:cubicBezTo>
                    <a:pt x="25168" y="17685"/>
                    <a:pt x="21789" y="21943"/>
                    <a:pt x="21217" y="22652"/>
                  </a:cubicBezTo>
                  <a:cubicBezTo>
                    <a:pt x="19456" y="24820"/>
                    <a:pt x="17643" y="26939"/>
                    <a:pt x="15911" y="29130"/>
                  </a:cubicBezTo>
                  <a:lnTo>
                    <a:pt x="15911" y="29127"/>
                  </a:lnTo>
                  <a:cubicBezTo>
                    <a:pt x="14395" y="31050"/>
                    <a:pt x="12879" y="32967"/>
                    <a:pt x="11364" y="34878"/>
                  </a:cubicBezTo>
                  <a:cubicBezTo>
                    <a:pt x="11762" y="34353"/>
                    <a:pt x="12149" y="33839"/>
                    <a:pt x="12524" y="33363"/>
                  </a:cubicBezTo>
                  <a:cubicBezTo>
                    <a:pt x="16364" y="28492"/>
                    <a:pt x="20195" y="23604"/>
                    <a:pt x="24144" y="18821"/>
                  </a:cubicBezTo>
                  <a:cubicBezTo>
                    <a:pt x="24815" y="18009"/>
                    <a:pt x="25093" y="17685"/>
                    <a:pt x="25109" y="17685"/>
                  </a:cubicBezTo>
                  <a:close/>
                  <a:moveTo>
                    <a:pt x="29295" y="22811"/>
                  </a:moveTo>
                  <a:cubicBezTo>
                    <a:pt x="27612" y="24935"/>
                    <a:pt x="25955" y="27115"/>
                    <a:pt x="24361" y="29266"/>
                  </a:cubicBezTo>
                  <a:cubicBezTo>
                    <a:pt x="24228" y="29399"/>
                    <a:pt x="24101" y="29540"/>
                    <a:pt x="23968" y="29673"/>
                  </a:cubicBezTo>
                  <a:cubicBezTo>
                    <a:pt x="22051" y="31587"/>
                    <a:pt x="20207" y="33556"/>
                    <a:pt x="18402" y="35560"/>
                  </a:cubicBezTo>
                  <a:cubicBezTo>
                    <a:pt x="18795" y="35014"/>
                    <a:pt x="19185" y="34465"/>
                    <a:pt x="19574" y="33917"/>
                  </a:cubicBezTo>
                  <a:cubicBezTo>
                    <a:pt x="20221" y="33238"/>
                    <a:pt x="20871" y="32557"/>
                    <a:pt x="21526" y="31879"/>
                  </a:cubicBezTo>
                  <a:cubicBezTo>
                    <a:pt x="24300" y="28997"/>
                    <a:pt x="26795" y="25902"/>
                    <a:pt x="29295" y="22811"/>
                  </a:cubicBezTo>
                  <a:close/>
                  <a:moveTo>
                    <a:pt x="51400" y="31694"/>
                  </a:moveTo>
                  <a:cubicBezTo>
                    <a:pt x="51433" y="31694"/>
                    <a:pt x="51301" y="31889"/>
                    <a:pt x="50875" y="32430"/>
                  </a:cubicBezTo>
                  <a:cubicBezTo>
                    <a:pt x="50442" y="32981"/>
                    <a:pt x="49983" y="33507"/>
                    <a:pt x="49527" y="34038"/>
                  </a:cubicBezTo>
                  <a:cubicBezTo>
                    <a:pt x="48713" y="34621"/>
                    <a:pt x="47919" y="35225"/>
                    <a:pt x="47145" y="35854"/>
                  </a:cubicBezTo>
                  <a:cubicBezTo>
                    <a:pt x="47440" y="35585"/>
                    <a:pt x="47737" y="35326"/>
                    <a:pt x="48023" y="35049"/>
                  </a:cubicBezTo>
                  <a:cubicBezTo>
                    <a:pt x="48713" y="34382"/>
                    <a:pt x="49388" y="33700"/>
                    <a:pt x="50075" y="33030"/>
                  </a:cubicBezTo>
                  <a:cubicBezTo>
                    <a:pt x="50258" y="32855"/>
                    <a:pt x="51319" y="31694"/>
                    <a:pt x="51400" y="31694"/>
                  </a:cubicBezTo>
                  <a:close/>
                  <a:moveTo>
                    <a:pt x="31861" y="13341"/>
                  </a:moveTo>
                  <a:cubicBezTo>
                    <a:pt x="27485" y="18679"/>
                    <a:pt x="22828" y="24219"/>
                    <a:pt x="18365" y="29673"/>
                  </a:cubicBezTo>
                  <a:cubicBezTo>
                    <a:pt x="16549" y="31893"/>
                    <a:pt x="14643" y="34096"/>
                    <a:pt x="12755" y="36319"/>
                  </a:cubicBezTo>
                  <a:cubicBezTo>
                    <a:pt x="13783" y="34832"/>
                    <a:pt x="14796" y="33351"/>
                    <a:pt x="15870" y="31988"/>
                  </a:cubicBezTo>
                  <a:cubicBezTo>
                    <a:pt x="20954" y="25553"/>
                    <a:pt x="26665" y="19675"/>
                    <a:pt x="31861" y="13341"/>
                  </a:cubicBezTo>
                  <a:close/>
                  <a:moveTo>
                    <a:pt x="51174" y="33267"/>
                  </a:moveTo>
                  <a:cubicBezTo>
                    <a:pt x="51207" y="33267"/>
                    <a:pt x="50915" y="33543"/>
                    <a:pt x="50448" y="34073"/>
                  </a:cubicBezTo>
                  <a:cubicBezTo>
                    <a:pt x="49544" y="35095"/>
                    <a:pt x="48557" y="35964"/>
                    <a:pt x="47457" y="36763"/>
                  </a:cubicBezTo>
                  <a:lnTo>
                    <a:pt x="47425" y="36786"/>
                  </a:lnTo>
                  <a:cubicBezTo>
                    <a:pt x="48231" y="35975"/>
                    <a:pt x="49004" y="35135"/>
                    <a:pt x="49746" y="34263"/>
                  </a:cubicBezTo>
                  <a:cubicBezTo>
                    <a:pt x="49972" y="34102"/>
                    <a:pt x="50197" y="33943"/>
                    <a:pt x="50425" y="33784"/>
                  </a:cubicBezTo>
                  <a:cubicBezTo>
                    <a:pt x="50923" y="33436"/>
                    <a:pt x="51148" y="33267"/>
                    <a:pt x="51174" y="33267"/>
                  </a:cubicBezTo>
                  <a:close/>
                  <a:moveTo>
                    <a:pt x="45939" y="7670"/>
                  </a:moveTo>
                  <a:cubicBezTo>
                    <a:pt x="45168" y="8448"/>
                    <a:pt x="43844" y="10297"/>
                    <a:pt x="42881" y="11603"/>
                  </a:cubicBezTo>
                  <a:cubicBezTo>
                    <a:pt x="42803" y="11597"/>
                    <a:pt x="42727" y="11593"/>
                    <a:pt x="42650" y="11593"/>
                  </a:cubicBezTo>
                  <a:cubicBezTo>
                    <a:pt x="42624" y="11593"/>
                    <a:pt x="42598" y="11594"/>
                    <a:pt x="42572" y="11594"/>
                  </a:cubicBezTo>
                  <a:cubicBezTo>
                    <a:pt x="41876" y="11623"/>
                    <a:pt x="41530" y="12420"/>
                    <a:pt x="41331" y="13067"/>
                  </a:cubicBezTo>
                  <a:cubicBezTo>
                    <a:pt x="41324" y="13065"/>
                    <a:pt x="41317" y="13064"/>
                    <a:pt x="41310" y="13064"/>
                  </a:cubicBezTo>
                  <a:cubicBezTo>
                    <a:pt x="41282" y="13064"/>
                    <a:pt x="41254" y="13078"/>
                    <a:pt x="41235" y="13102"/>
                  </a:cubicBezTo>
                  <a:cubicBezTo>
                    <a:pt x="37303" y="18122"/>
                    <a:pt x="33189" y="22989"/>
                    <a:pt x="29096" y="27883"/>
                  </a:cubicBezTo>
                  <a:cubicBezTo>
                    <a:pt x="28180" y="28879"/>
                    <a:pt x="27262" y="29872"/>
                    <a:pt x="26339" y="30862"/>
                  </a:cubicBezTo>
                  <a:cubicBezTo>
                    <a:pt x="24454" y="32868"/>
                    <a:pt x="22543" y="34854"/>
                    <a:pt x="20632" y="36839"/>
                  </a:cubicBezTo>
                  <a:lnTo>
                    <a:pt x="20632" y="36839"/>
                  </a:lnTo>
                  <a:cubicBezTo>
                    <a:pt x="22384" y="34520"/>
                    <a:pt x="24128" y="32224"/>
                    <a:pt x="26001" y="30164"/>
                  </a:cubicBezTo>
                  <a:cubicBezTo>
                    <a:pt x="27283" y="28752"/>
                    <a:pt x="28547" y="27323"/>
                    <a:pt x="29812" y="25894"/>
                  </a:cubicBezTo>
                  <a:cubicBezTo>
                    <a:pt x="31024" y="24586"/>
                    <a:pt x="32214" y="23255"/>
                    <a:pt x="33316" y="21881"/>
                  </a:cubicBezTo>
                  <a:cubicBezTo>
                    <a:pt x="36128" y="18624"/>
                    <a:pt x="38888" y="15325"/>
                    <a:pt x="41593" y="11978"/>
                  </a:cubicBezTo>
                  <a:lnTo>
                    <a:pt x="41593" y="11978"/>
                  </a:lnTo>
                  <a:cubicBezTo>
                    <a:pt x="41572" y="12025"/>
                    <a:pt x="41609" y="12079"/>
                    <a:pt x="41653" y="12079"/>
                  </a:cubicBezTo>
                  <a:cubicBezTo>
                    <a:pt x="41669" y="12079"/>
                    <a:pt x="41685" y="12072"/>
                    <a:pt x="41700" y="12056"/>
                  </a:cubicBezTo>
                  <a:cubicBezTo>
                    <a:pt x="43106" y="10588"/>
                    <a:pt x="44508" y="9113"/>
                    <a:pt x="45939" y="7670"/>
                  </a:cubicBezTo>
                  <a:close/>
                  <a:moveTo>
                    <a:pt x="21384" y="24147"/>
                  </a:moveTo>
                  <a:cubicBezTo>
                    <a:pt x="19040" y="27202"/>
                    <a:pt x="16748" y="30294"/>
                    <a:pt x="14320" y="33282"/>
                  </a:cubicBezTo>
                  <a:cubicBezTo>
                    <a:pt x="13289" y="34546"/>
                    <a:pt x="12189" y="35796"/>
                    <a:pt x="11086" y="37049"/>
                  </a:cubicBezTo>
                  <a:cubicBezTo>
                    <a:pt x="11167" y="36934"/>
                    <a:pt x="11245" y="36833"/>
                    <a:pt x="11312" y="36752"/>
                  </a:cubicBezTo>
                  <a:cubicBezTo>
                    <a:pt x="14623" y="32597"/>
                    <a:pt x="17738" y="28250"/>
                    <a:pt x="21266" y="24274"/>
                  </a:cubicBezTo>
                  <a:cubicBezTo>
                    <a:pt x="21304" y="24231"/>
                    <a:pt x="21344" y="24190"/>
                    <a:pt x="21384" y="24147"/>
                  </a:cubicBezTo>
                  <a:close/>
                  <a:moveTo>
                    <a:pt x="22698" y="18873"/>
                  </a:moveTo>
                  <a:lnTo>
                    <a:pt x="22698" y="18873"/>
                  </a:lnTo>
                  <a:cubicBezTo>
                    <a:pt x="19984" y="22340"/>
                    <a:pt x="17244" y="25787"/>
                    <a:pt x="14479" y="29211"/>
                  </a:cubicBezTo>
                  <a:cubicBezTo>
                    <a:pt x="12663" y="31451"/>
                    <a:pt x="10838" y="33680"/>
                    <a:pt x="8999" y="35897"/>
                  </a:cubicBezTo>
                  <a:cubicBezTo>
                    <a:pt x="8624" y="36353"/>
                    <a:pt x="8246" y="36804"/>
                    <a:pt x="7867" y="37257"/>
                  </a:cubicBezTo>
                  <a:cubicBezTo>
                    <a:pt x="11349" y="32496"/>
                    <a:pt x="14612" y="27609"/>
                    <a:pt x="18598" y="23226"/>
                  </a:cubicBezTo>
                  <a:lnTo>
                    <a:pt x="18598" y="23223"/>
                  </a:lnTo>
                  <a:cubicBezTo>
                    <a:pt x="19947" y="21742"/>
                    <a:pt x="21393" y="20357"/>
                    <a:pt x="22698" y="18873"/>
                  </a:cubicBezTo>
                  <a:close/>
                  <a:moveTo>
                    <a:pt x="29912" y="33039"/>
                  </a:moveTo>
                  <a:cubicBezTo>
                    <a:pt x="29988" y="33039"/>
                    <a:pt x="29587" y="33598"/>
                    <a:pt x="28264" y="35196"/>
                  </a:cubicBezTo>
                  <a:cubicBezTo>
                    <a:pt x="27043" y="36671"/>
                    <a:pt x="25599" y="37990"/>
                    <a:pt x="24274" y="39388"/>
                  </a:cubicBezTo>
                  <a:lnTo>
                    <a:pt x="24274" y="39388"/>
                  </a:lnTo>
                  <a:cubicBezTo>
                    <a:pt x="25458" y="38028"/>
                    <a:pt x="26633" y="36665"/>
                    <a:pt x="27788" y="35282"/>
                  </a:cubicBezTo>
                  <a:lnTo>
                    <a:pt x="27785" y="35279"/>
                  </a:lnTo>
                  <a:cubicBezTo>
                    <a:pt x="28531" y="34383"/>
                    <a:pt x="29794" y="33039"/>
                    <a:pt x="29912" y="33039"/>
                  </a:cubicBezTo>
                  <a:close/>
                  <a:moveTo>
                    <a:pt x="5959" y="36804"/>
                  </a:moveTo>
                  <a:lnTo>
                    <a:pt x="5959" y="36804"/>
                  </a:lnTo>
                  <a:cubicBezTo>
                    <a:pt x="5500" y="37604"/>
                    <a:pt x="5009" y="38383"/>
                    <a:pt x="4438" y="39116"/>
                  </a:cubicBezTo>
                  <a:cubicBezTo>
                    <a:pt x="3987" y="39698"/>
                    <a:pt x="3791" y="39930"/>
                    <a:pt x="3766" y="39930"/>
                  </a:cubicBezTo>
                  <a:cubicBezTo>
                    <a:pt x="3694" y="39930"/>
                    <a:pt x="5171" y="37837"/>
                    <a:pt x="5959" y="36804"/>
                  </a:cubicBezTo>
                  <a:close/>
                  <a:moveTo>
                    <a:pt x="48618" y="35077"/>
                  </a:moveTo>
                  <a:cubicBezTo>
                    <a:pt x="48081" y="35666"/>
                    <a:pt x="47538" y="36255"/>
                    <a:pt x="46978" y="36827"/>
                  </a:cubicBezTo>
                  <a:cubicBezTo>
                    <a:pt x="46576" y="37231"/>
                    <a:pt x="46161" y="37618"/>
                    <a:pt x="45736" y="37996"/>
                  </a:cubicBezTo>
                  <a:cubicBezTo>
                    <a:pt x="45035" y="38513"/>
                    <a:pt x="44359" y="39059"/>
                    <a:pt x="43776" y="39682"/>
                  </a:cubicBezTo>
                  <a:cubicBezTo>
                    <a:pt x="43551" y="39859"/>
                    <a:pt x="43435" y="39934"/>
                    <a:pt x="43400" y="39934"/>
                  </a:cubicBezTo>
                  <a:cubicBezTo>
                    <a:pt x="43235" y="39934"/>
                    <a:pt x="44867" y="38277"/>
                    <a:pt x="45300" y="37843"/>
                  </a:cubicBezTo>
                  <a:cubicBezTo>
                    <a:pt x="46317" y="36824"/>
                    <a:pt x="47451" y="35929"/>
                    <a:pt x="48618" y="35077"/>
                  </a:cubicBezTo>
                  <a:close/>
                  <a:moveTo>
                    <a:pt x="54946" y="37347"/>
                  </a:moveTo>
                  <a:lnTo>
                    <a:pt x="54946" y="37347"/>
                  </a:lnTo>
                  <a:cubicBezTo>
                    <a:pt x="54507" y="37869"/>
                    <a:pt x="54019" y="38444"/>
                    <a:pt x="53525" y="38836"/>
                  </a:cubicBezTo>
                  <a:cubicBezTo>
                    <a:pt x="52997" y="39258"/>
                    <a:pt x="52475" y="39688"/>
                    <a:pt x="51955" y="40121"/>
                  </a:cubicBezTo>
                  <a:cubicBezTo>
                    <a:pt x="52960" y="39206"/>
                    <a:pt x="53956" y="38282"/>
                    <a:pt x="54946" y="37347"/>
                  </a:cubicBezTo>
                  <a:close/>
                  <a:moveTo>
                    <a:pt x="25781" y="15521"/>
                  </a:moveTo>
                  <a:cubicBezTo>
                    <a:pt x="25793" y="15749"/>
                    <a:pt x="25854" y="15971"/>
                    <a:pt x="25957" y="16176"/>
                  </a:cubicBezTo>
                  <a:cubicBezTo>
                    <a:pt x="22320" y="20385"/>
                    <a:pt x="18919" y="24785"/>
                    <a:pt x="15449" y="29130"/>
                  </a:cubicBezTo>
                  <a:cubicBezTo>
                    <a:pt x="12285" y="33088"/>
                    <a:pt x="8985" y="38891"/>
                    <a:pt x="4588" y="41723"/>
                  </a:cubicBezTo>
                  <a:cubicBezTo>
                    <a:pt x="11811" y="33120"/>
                    <a:pt x="18939" y="24430"/>
                    <a:pt x="25781" y="15521"/>
                  </a:cubicBezTo>
                  <a:close/>
                  <a:moveTo>
                    <a:pt x="38074" y="15613"/>
                  </a:moveTo>
                  <a:lnTo>
                    <a:pt x="38074" y="15613"/>
                  </a:lnTo>
                  <a:cubicBezTo>
                    <a:pt x="37413" y="16387"/>
                    <a:pt x="36749" y="17161"/>
                    <a:pt x="36085" y="17934"/>
                  </a:cubicBezTo>
                  <a:cubicBezTo>
                    <a:pt x="36466" y="17288"/>
                    <a:pt x="36824" y="16635"/>
                    <a:pt x="37139" y="15960"/>
                  </a:cubicBezTo>
                  <a:cubicBezTo>
                    <a:pt x="37186" y="15857"/>
                    <a:pt x="37102" y="15739"/>
                    <a:pt x="37010" y="15739"/>
                  </a:cubicBezTo>
                  <a:cubicBezTo>
                    <a:pt x="36978" y="15739"/>
                    <a:pt x="36945" y="15753"/>
                    <a:pt x="36917" y="15786"/>
                  </a:cubicBezTo>
                  <a:cubicBezTo>
                    <a:pt x="30380" y="23313"/>
                    <a:pt x="24234" y="31171"/>
                    <a:pt x="17819" y="38796"/>
                  </a:cubicBezTo>
                  <a:lnTo>
                    <a:pt x="17819" y="38799"/>
                  </a:lnTo>
                  <a:cubicBezTo>
                    <a:pt x="16999" y="39662"/>
                    <a:pt x="16168" y="40517"/>
                    <a:pt x="15307" y="41345"/>
                  </a:cubicBezTo>
                  <a:cubicBezTo>
                    <a:pt x="14998" y="41642"/>
                    <a:pt x="14661" y="41940"/>
                    <a:pt x="14305" y="42240"/>
                  </a:cubicBezTo>
                  <a:cubicBezTo>
                    <a:pt x="17233" y="39085"/>
                    <a:pt x="19964" y="35753"/>
                    <a:pt x="22542" y="32268"/>
                  </a:cubicBezTo>
                  <a:cubicBezTo>
                    <a:pt x="23402" y="31108"/>
                    <a:pt x="24312" y="29967"/>
                    <a:pt x="25239" y="28836"/>
                  </a:cubicBezTo>
                  <a:cubicBezTo>
                    <a:pt x="27488" y="26523"/>
                    <a:pt x="29578" y="24063"/>
                    <a:pt x="31740" y="21673"/>
                  </a:cubicBezTo>
                  <a:cubicBezTo>
                    <a:pt x="33501" y="19730"/>
                    <a:pt x="34948" y="17348"/>
                    <a:pt x="36922" y="15639"/>
                  </a:cubicBezTo>
                  <a:cubicBezTo>
                    <a:pt x="37046" y="15708"/>
                    <a:pt x="37179" y="15752"/>
                    <a:pt x="37318" y="15766"/>
                  </a:cubicBezTo>
                  <a:cubicBezTo>
                    <a:pt x="37374" y="15772"/>
                    <a:pt x="37428" y="15775"/>
                    <a:pt x="37480" y="15775"/>
                  </a:cubicBezTo>
                  <a:cubicBezTo>
                    <a:pt x="37721" y="15775"/>
                    <a:pt x="37915" y="15715"/>
                    <a:pt x="38074" y="15613"/>
                  </a:cubicBezTo>
                  <a:close/>
                  <a:moveTo>
                    <a:pt x="12801" y="35427"/>
                  </a:moveTo>
                  <a:lnTo>
                    <a:pt x="12801" y="35427"/>
                  </a:lnTo>
                  <a:cubicBezTo>
                    <a:pt x="12752" y="35493"/>
                    <a:pt x="12703" y="35554"/>
                    <a:pt x="12657" y="35620"/>
                  </a:cubicBezTo>
                  <a:cubicBezTo>
                    <a:pt x="11912" y="36659"/>
                    <a:pt x="11190" y="37713"/>
                    <a:pt x="10469" y="38770"/>
                  </a:cubicBezTo>
                  <a:cubicBezTo>
                    <a:pt x="9744" y="39844"/>
                    <a:pt x="8965" y="40877"/>
                    <a:pt x="8133" y="41871"/>
                  </a:cubicBezTo>
                  <a:cubicBezTo>
                    <a:pt x="8032" y="42047"/>
                    <a:pt x="7943" y="42191"/>
                    <a:pt x="7859" y="42321"/>
                  </a:cubicBezTo>
                  <a:cubicBezTo>
                    <a:pt x="7752" y="42465"/>
                    <a:pt x="7639" y="42607"/>
                    <a:pt x="7533" y="42751"/>
                  </a:cubicBezTo>
                  <a:cubicBezTo>
                    <a:pt x="7464" y="42816"/>
                    <a:pt x="7406" y="42847"/>
                    <a:pt x="7358" y="42847"/>
                  </a:cubicBezTo>
                  <a:cubicBezTo>
                    <a:pt x="7253" y="42847"/>
                    <a:pt x="7199" y="42690"/>
                    <a:pt x="7195" y="42381"/>
                  </a:cubicBezTo>
                  <a:lnTo>
                    <a:pt x="7195" y="42381"/>
                  </a:lnTo>
                  <a:cubicBezTo>
                    <a:pt x="7925" y="41556"/>
                    <a:pt x="8664" y="40554"/>
                    <a:pt x="9328" y="39604"/>
                  </a:cubicBezTo>
                  <a:cubicBezTo>
                    <a:pt x="10477" y="38207"/>
                    <a:pt x="11635" y="36815"/>
                    <a:pt x="12801" y="35427"/>
                  </a:cubicBezTo>
                  <a:close/>
                  <a:moveTo>
                    <a:pt x="18682" y="38354"/>
                  </a:moveTo>
                  <a:lnTo>
                    <a:pt x="18682" y="38354"/>
                  </a:lnTo>
                  <a:cubicBezTo>
                    <a:pt x="18067" y="39168"/>
                    <a:pt x="17452" y="39991"/>
                    <a:pt x="16832" y="40808"/>
                  </a:cubicBezTo>
                  <a:lnTo>
                    <a:pt x="16835" y="40811"/>
                  </a:lnTo>
                  <a:cubicBezTo>
                    <a:pt x="16468" y="41195"/>
                    <a:pt x="16098" y="41573"/>
                    <a:pt x="15735" y="41960"/>
                  </a:cubicBezTo>
                  <a:cubicBezTo>
                    <a:pt x="15515" y="42191"/>
                    <a:pt x="15140" y="42537"/>
                    <a:pt x="14678" y="42956"/>
                  </a:cubicBezTo>
                  <a:cubicBezTo>
                    <a:pt x="15787" y="41683"/>
                    <a:pt x="16881" y="40395"/>
                    <a:pt x="17960" y="39096"/>
                  </a:cubicBezTo>
                  <a:cubicBezTo>
                    <a:pt x="18203" y="38848"/>
                    <a:pt x="18445" y="38602"/>
                    <a:pt x="18682" y="38354"/>
                  </a:cubicBezTo>
                  <a:close/>
                  <a:moveTo>
                    <a:pt x="28651" y="30262"/>
                  </a:moveTo>
                  <a:lnTo>
                    <a:pt x="28651" y="30262"/>
                  </a:lnTo>
                  <a:cubicBezTo>
                    <a:pt x="28033" y="31131"/>
                    <a:pt x="27418" y="32003"/>
                    <a:pt x="26803" y="32875"/>
                  </a:cubicBezTo>
                  <a:cubicBezTo>
                    <a:pt x="26772" y="32909"/>
                    <a:pt x="26737" y="32947"/>
                    <a:pt x="26705" y="32981"/>
                  </a:cubicBezTo>
                  <a:cubicBezTo>
                    <a:pt x="24843" y="35043"/>
                    <a:pt x="23186" y="37240"/>
                    <a:pt x="21520" y="39434"/>
                  </a:cubicBezTo>
                  <a:cubicBezTo>
                    <a:pt x="20354" y="40643"/>
                    <a:pt x="19163" y="41837"/>
                    <a:pt x="17957" y="43032"/>
                  </a:cubicBezTo>
                  <a:lnTo>
                    <a:pt x="17957" y="43032"/>
                  </a:lnTo>
                  <a:cubicBezTo>
                    <a:pt x="20165" y="40086"/>
                    <a:pt x="22311" y="37086"/>
                    <a:pt x="24719" y="34408"/>
                  </a:cubicBezTo>
                  <a:cubicBezTo>
                    <a:pt x="25992" y="32987"/>
                    <a:pt x="27320" y="31622"/>
                    <a:pt x="28651" y="30262"/>
                  </a:cubicBezTo>
                  <a:close/>
                  <a:moveTo>
                    <a:pt x="56141" y="38068"/>
                  </a:moveTo>
                  <a:lnTo>
                    <a:pt x="56141" y="38068"/>
                  </a:lnTo>
                  <a:cubicBezTo>
                    <a:pt x="54094" y="40147"/>
                    <a:pt x="51860" y="42058"/>
                    <a:pt x="49585" y="43932"/>
                  </a:cubicBezTo>
                  <a:cubicBezTo>
                    <a:pt x="51718" y="41908"/>
                    <a:pt x="53898" y="39945"/>
                    <a:pt x="56141" y="38068"/>
                  </a:cubicBezTo>
                  <a:close/>
                  <a:moveTo>
                    <a:pt x="23264" y="24315"/>
                  </a:moveTo>
                  <a:cubicBezTo>
                    <a:pt x="21875" y="26203"/>
                    <a:pt x="20498" y="28082"/>
                    <a:pt x="19060" y="29849"/>
                  </a:cubicBezTo>
                  <a:cubicBezTo>
                    <a:pt x="16829" y="32589"/>
                    <a:pt x="14516" y="35279"/>
                    <a:pt x="12360" y="38077"/>
                  </a:cubicBezTo>
                  <a:lnTo>
                    <a:pt x="12360" y="38080"/>
                  </a:lnTo>
                  <a:cubicBezTo>
                    <a:pt x="11162" y="39630"/>
                    <a:pt x="9966" y="41178"/>
                    <a:pt x="8690" y="42667"/>
                  </a:cubicBezTo>
                  <a:cubicBezTo>
                    <a:pt x="8041" y="43401"/>
                    <a:pt x="7339" y="44088"/>
                    <a:pt x="6597" y="44726"/>
                  </a:cubicBezTo>
                  <a:cubicBezTo>
                    <a:pt x="7068" y="43883"/>
                    <a:pt x="7654" y="43106"/>
                    <a:pt x="8335" y="42419"/>
                  </a:cubicBezTo>
                  <a:cubicBezTo>
                    <a:pt x="13301" y="36685"/>
                    <a:pt x="17903" y="30649"/>
                    <a:pt x="22796" y="24849"/>
                  </a:cubicBezTo>
                  <a:cubicBezTo>
                    <a:pt x="22946" y="24673"/>
                    <a:pt x="23105" y="24494"/>
                    <a:pt x="23264" y="24315"/>
                  </a:cubicBezTo>
                  <a:close/>
                  <a:moveTo>
                    <a:pt x="59762" y="38778"/>
                  </a:moveTo>
                  <a:cubicBezTo>
                    <a:pt x="59887" y="38778"/>
                    <a:pt x="59708" y="39087"/>
                    <a:pt x="59002" y="39913"/>
                  </a:cubicBezTo>
                  <a:cubicBezTo>
                    <a:pt x="58084" y="40984"/>
                    <a:pt x="56973" y="41931"/>
                    <a:pt x="55979" y="42936"/>
                  </a:cubicBezTo>
                  <a:cubicBezTo>
                    <a:pt x="55477" y="43444"/>
                    <a:pt x="54975" y="43949"/>
                    <a:pt x="54472" y="44451"/>
                  </a:cubicBezTo>
                  <a:cubicBezTo>
                    <a:pt x="54475" y="44386"/>
                    <a:pt x="54429" y="44319"/>
                    <a:pt x="54368" y="44319"/>
                  </a:cubicBezTo>
                  <a:cubicBezTo>
                    <a:pt x="54348" y="44319"/>
                    <a:pt x="54327" y="44326"/>
                    <a:pt x="54305" y="44342"/>
                  </a:cubicBezTo>
                  <a:cubicBezTo>
                    <a:pt x="54039" y="44535"/>
                    <a:pt x="53791" y="44743"/>
                    <a:pt x="53531" y="44937"/>
                  </a:cubicBezTo>
                  <a:cubicBezTo>
                    <a:pt x="54530" y="43782"/>
                    <a:pt x="55526" y="42621"/>
                    <a:pt x="56537" y="41455"/>
                  </a:cubicBezTo>
                  <a:cubicBezTo>
                    <a:pt x="56975" y="40946"/>
                    <a:pt x="59432" y="38778"/>
                    <a:pt x="59762" y="38778"/>
                  </a:cubicBezTo>
                  <a:close/>
                  <a:moveTo>
                    <a:pt x="34203" y="14089"/>
                  </a:moveTo>
                  <a:cubicBezTo>
                    <a:pt x="34304" y="14132"/>
                    <a:pt x="34408" y="14170"/>
                    <a:pt x="34515" y="14201"/>
                  </a:cubicBezTo>
                  <a:cubicBezTo>
                    <a:pt x="34621" y="14227"/>
                    <a:pt x="34731" y="14242"/>
                    <a:pt x="34841" y="14245"/>
                  </a:cubicBezTo>
                  <a:cubicBezTo>
                    <a:pt x="33008" y="15645"/>
                    <a:pt x="32049" y="17530"/>
                    <a:pt x="30533" y="19311"/>
                  </a:cubicBezTo>
                  <a:cubicBezTo>
                    <a:pt x="27874" y="22441"/>
                    <a:pt x="25143" y="25443"/>
                    <a:pt x="22620" y="28691"/>
                  </a:cubicBezTo>
                  <a:cubicBezTo>
                    <a:pt x="22242" y="29182"/>
                    <a:pt x="21875" y="29679"/>
                    <a:pt x="21509" y="30175"/>
                  </a:cubicBezTo>
                  <a:cubicBezTo>
                    <a:pt x="21465" y="30224"/>
                    <a:pt x="21419" y="30271"/>
                    <a:pt x="21379" y="30320"/>
                  </a:cubicBezTo>
                  <a:cubicBezTo>
                    <a:pt x="18855" y="33134"/>
                    <a:pt x="16638" y="36200"/>
                    <a:pt x="14280" y="39151"/>
                  </a:cubicBezTo>
                  <a:cubicBezTo>
                    <a:pt x="13038" y="40525"/>
                    <a:pt x="11820" y="41920"/>
                    <a:pt x="10645" y="43340"/>
                  </a:cubicBezTo>
                  <a:cubicBezTo>
                    <a:pt x="9739" y="44264"/>
                    <a:pt x="8508" y="45486"/>
                    <a:pt x="8369" y="45486"/>
                  </a:cubicBezTo>
                  <a:cubicBezTo>
                    <a:pt x="8296" y="45486"/>
                    <a:pt x="8530" y="45142"/>
                    <a:pt x="9285" y="44226"/>
                  </a:cubicBezTo>
                  <a:cubicBezTo>
                    <a:pt x="10994" y="42151"/>
                    <a:pt x="12830" y="40176"/>
                    <a:pt x="14623" y="38172"/>
                  </a:cubicBezTo>
                  <a:cubicBezTo>
                    <a:pt x="18469" y="33871"/>
                    <a:pt x="22008" y="29295"/>
                    <a:pt x="25565" y="24756"/>
                  </a:cubicBezTo>
                  <a:cubicBezTo>
                    <a:pt x="28380" y="21162"/>
                    <a:pt x="31789" y="17975"/>
                    <a:pt x="34203" y="14089"/>
                  </a:cubicBezTo>
                  <a:close/>
                  <a:moveTo>
                    <a:pt x="16416" y="37358"/>
                  </a:moveTo>
                  <a:lnTo>
                    <a:pt x="16416" y="37358"/>
                  </a:lnTo>
                  <a:cubicBezTo>
                    <a:pt x="15521" y="38614"/>
                    <a:pt x="14597" y="39855"/>
                    <a:pt x="13633" y="41065"/>
                  </a:cubicBezTo>
                  <a:cubicBezTo>
                    <a:pt x="13333" y="41426"/>
                    <a:pt x="13035" y="41787"/>
                    <a:pt x="12735" y="42148"/>
                  </a:cubicBezTo>
                  <a:cubicBezTo>
                    <a:pt x="11823" y="43233"/>
                    <a:pt x="10876" y="44298"/>
                    <a:pt x="9845" y="45309"/>
                  </a:cubicBezTo>
                  <a:lnTo>
                    <a:pt x="9845" y="45312"/>
                  </a:lnTo>
                  <a:cubicBezTo>
                    <a:pt x="9065" y="46076"/>
                    <a:pt x="8751" y="46359"/>
                    <a:pt x="8713" y="46359"/>
                  </a:cubicBezTo>
                  <a:cubicBezTo>
                    <a:pt x="8610" y="46359"/>
                    <a:pt x="10502" y="44318"/>
                    <a:pt x="10746" y="44062"/>
                  </a:cubicBezTo>
                  <a:cubicBezTo>
                    <a:pt x="11852" y="42918"/>
                    <a:pt x="12819" y="41694"/>
                    <a:pt x="13806" y="40450"/>
                  </a:cubicBezTo>
                  <a:cubicBezTo>
                    <a:pt x="14649" y="39385"/>
                    <a:pt x="15527" y="38363"/>
                    <a:pt x="16416" y="37358"/>
                  </a:cubicBezTo>
                  <a:close/>
                  <a:moveTo>
                    <a:pt x="28454" y="35957"/>
                  </a:moveTo>
                  <a:cubicBezTo>
                    <a:pt x="28687" y="35957"/>
                    <a:pt x="28945" y="36054"/>
                    <a:pt x="29228" y="36250"/>
                  </a:cubicBezTo>
                  <a:lnTo>
                    <a:pt x="29228" y="36250"/>
                  </a:lnTo>
                  <a:cubicBezTo>
                    <a:pt x="28385" y="37719"/>
                    <a:pt x="26829" y="38998"/>
                    <a:pt x="25591" y="40153"/>
                  </a:cubicBezTo>
                  <a:cubicBezTo>
                    <a:pt x="23489" y="42104"/>
                    <a:pt x="21517" y="44197"/>
                    <a:pt x="19693" y="46412"/>
                  </a:cubicBezTo>
                  <a:cubicBezTo>
                    <a:pt x="19620" y="46501"/>
                    <a:pt x="19543" y="46585"/>
                    <a:pt x="19467" y="46674"/>
                  </a:cubicBezTo>
                  <a:cubicBezTo>
                    <a:pt x="22155" y="43467"/>
                    <a:pt x="24655" y="40112"/>
                    <a:pt x="27404" y="36951"/>
                  </a:cubicBezTo>
                  <a:cubicBezTo>
                    <a:pt x="27421" y="36908"/>
                    <a:pt x="27438" y="36873"/>
                    <a:pt x="27459" y="36833"/>
                  </a:cubicBezTo>
                  <a:cubicBezTo>
                    <a:pt x="27707" y="36558"/>
                    <a:pt x="27949" y="36284"/>
                    <a:pt x="28183" y="36004"/>
                  </a:cubicBezTo>
                  <a:cubicBezTo>
                    <a:pt x="28269" y="35973"/>
                    <a:pt x="28359" y="35957"/>
                    <a:pt x="28454" y="35957"/>
                  </a:cubicBezTo>
                  <a:close/>
                  <a:moveTo>
                    <a:pt x="22926" y="31209"/>
                  </a:moveTo>
                  <a:lnTo>
                    <a:pt x="22926" y="31209"/>
                  </a:lnTo>
                  <a:cubicBezTo>
                    <a:pt x="20749" y="34168"/>
                    <a:pt x="18509" y="37064"/>
                    <a:pt x="16107" y="39847"/>
                  </a:cubicBezTo>
                  <a:cubicBezTo>
                    <a:pt x="14456" y="41758"/>
                    <a:pt x="12339" y="43585"/>
                    <a:pt x="10596" y="45413"/>
                  </a:cubicBezTo>
                  <a:lnTo>
                    <a:pt x="10596" y="45416"/>
                  </a:lnTo>
                  <a:cubicBezTo>
                    <a:pt x="10157" y="45840"/>
                    <a:pt x="9750" y="46296"/>
                    <a:pt x="9377" y="46781"/>
                  </a:cubicBezTo>
                  <a:cubicBezTo>
                    <a:pt x="9336" y="46833"/>
                    <a:pt x="9291" y="46883"/>
                    <a:pt x="9249" y="46934"/>
                  </a:cubicBezTo>
                  <a:lnTo>
                    <a:pt x="9249" y="46934"/>
                  </a:lnTo>
                  <a:cubicBezTo>
                    <a:pt x="10130" y="45823"/>
                    <a:pt x="11020" y="44717"/>
                    <a:pt x="11921" y="43620"/>
                  </a:cubicBezTo>
                  <a:cubicBezTo>
                    <a:pt x="13543" y="41896"/>
                    <a:pt x="15047" y="40052"/>
                    <a:pt x="16491" y="38149"/>
                  </a:cubicBezTo>
                  <a:cubicBezTo>
                    <a:pt x="18558" y="35767"/>
                    <a:pt x="20703" y="33452"/>
                    <a:pt x="22926" y="31209"/>
                  </a:cubicBezTo>
                  <a:close/>
                  <a:moveTo>
                    <a:pt x="60925" y="40077"/>
                  </a:moveTo>
                  <a:lnTo>
                    <a:pt x="60925" y="40077"/>
                  </a:lnTo>
                  <a:cubicBezTo>
                    <a:pt x="60941" y="40077"/>
                    <a:pt x="56972" y="44563"/>
                    <a:pt x="56427" y="45072"/>
                  </a:cubicBezTo>
                  <a:cubicBezTo>
                    <a:pt x="55772" y="45687"/>
                    <a:pt x="55134" y="46311"/>
                    <a:pt x="54490" y="46934"/>
                  </a:cubicBezTo>
                  <a:cubicBezTo>
                    <a:pt x="56464" y="44925"/>
                    <a:pt x="58405" y="42890"/>
                    <a:pt x="60267" y="40808"/>
                  </a:cubicBezTo>
                  <a:cubicBezTo>
                    <a:pt x="60728" y="40291"/>
                    <a:pt x="60922" y="40077"/>
                    <a:pt x="60925" y="40077"/>
                  </a:cubicBezTo>
                  <a:close/>
                  <a:moveTo>
                    <a:pt x="55777" y="34757"/>
                  </a:moveTo>
                  <a:cubicBezTo>
                    <a:pt x="54660" y="36021"/>
                    <a:pt x="53468" y="37237"/>
                    <a:pt x="52241" y="38423"/>
                  </a:cubicBezTo>
                  <a:cubicBezTo>
                    <a:pt x="51123" y="39408"/>
                    <a:pt x="50018" y="40395"/>
                    <a:pt x="48877" y="41264"/>
                  </a:cubicBezTo>
                  <a:cubicBezTo>
                    <a:pt x="46268" y="43253"/>
                    <a:pt x="43741" y="45315"/>
                    <a:pt x="41311" y="47489"/>
                  </a:cubicBezTo>
                  <a:cubicBezTo>
                    <a:pt x="41721" y="47087"/>
                    <a:pt x="42130" y="46683"/>
                    <a:pt x="42543" y="46282"/>
                  </a:cubicBezTo>
                  <a:cubicBezTo>
                    <a:pt x="44642" y="44339"/>
                    <a:pt x="46767" y="42410"/>
                    <a:pt x="48854" y="40450"/>
                  </a:cubicBezTo>
                  <a:cubicBezTo>
                    <a:pt x="51239" y="38565"/>
                    <a:pt x="53999" y="36769"/>
                    <a:pt x="55777" y="34757"/>
                  </a:cubicBezTo>
                  <a:close/>
                  <a:moveTo>
                    <a:pt x="54215" y="44711"/>
                  </a:moveTo>
                  <a:lnTo>
                    <a:pt x="54215" y="44711"/>
                  </a:lnTo>
                  <a:cubicBezTo>
                    <a:pt x="53144" y="45777"/>
                    <a:pt x="52062" y="46827"/>
                    <a:pt x="50965" y="47867"/>
                  </a:cubicBezTo>
                  <a:cubicBezTo>
                    <a:pt x="51545" y="47214"/>
                    <a:pt x="52119" y="46553"/>
                    <a:pt x="52694" y="45895"/>
                  </a:cubicBezTo>
                  <a:cubicBezTo>
                    <a:pt x="53196" y="45494"/>
                    <a:pt x="53702" y="45101"/>
                    <a:pt x="54215" y="44711"/>
                  </a:cubicBezTo>
                  <a:close/>
                  <a:moveTo>
                    <a:pt x="14698" y="43519"/>
                  </a:moveTo>
                  <a:cubicBezTo>
                    <a:pt x="13722" y="44711"/>
                    <a:pt x="12712" y="45881"/>
                    <a:pt x="11600" y="46975"/>
                  </a:cubicBezTo>
                  <a:lnTo>
                    <a:pt x="11600" y="46978"/>
                  </a:lnTo>
                  <a:cubicBezTo>
                    <a:pt x="11302" y="47271"/>
                    <a:pt x="9989" y="48488"/>
                    <a:pt x="9857" y="48488"/>
                  </a:cubicBezTo>
                  <a:cubicBezTo>
                    <a:pt x="9847" y="48488"/>
                    <a:pt x="9844" y="48481"/>
                    <a:pt x="9848" y="48467"/>
                  </a:cubicBezTo>
                  <a:cubicBezTo>
                    <a:pt x="11000" y="46917"/>
                    <a:pt x="13419" y="44882"/>
                    <a:pt x="14028" y="44226"/>
                  </a:cubicBezTo>
                  <a:cubicBezTo>
                    <a:pt x="14251" y="43990"/>
                    <a:pt x="14479" y="43759"/>
                    <a:pt x="14698" y="43519"/>
                  </a:cubicBezTo>
                  <a:close/>
                  <a:moveTo>
                    <a:pt x="55160" y="42653"/>
                  </a:moveTo>
                  <a:lnTo>
                    <a:pt x="55160" y="42653"/>
                  </a:lnTo>
                  <a:cubicBezTo>
                    <a:pt x="54432" y="43525"/>
                    <a:pt x="53728" y="44426"/>
                    <a:pt x="53017" y="45335"/>
                  </a:cubicBezTo>
                  <a:cubicBezTo>
                    <a:pt x="51533" y="46458"/>
                    <a:pt x="50093" y="47630"/>
                    <a:pt x="48696" y="48848"/>
                  </a:cubicBezTo>
                  <a:cubicBezTo>
                    <a:pt x="50901" y="46836"/>
                    <a:pt x="53081" y="44772"/>
                    <a:pt x="55160" y="42653"/>
                  </a:cubicBezTo>
                  <a:close/>
                  <a:moveTo>
                    <a:pt x="34160" y="33335"/>
                  </a:moveTo>
                  <a:cubicBezTo>
                    <a:pt x="34475" y="33335"/>
                    <a:pt x="31107" y="37483"/>
                    <a:pt x="30649" y="37930"/>
                  </a:cubicBezTo>
                  <a:cubicBezTo>
                    <a:pt x="28813" y="39717"/>
                    <a:pt x="27049" y="41501"/>
                    <a:pt x="25371" y="43438"/>
                  </a:cubicBezTo>
                  <a:cubicBezTo>
                    <a:pt x="25192" y="43646"/>
                    <a:pt x="25011" y="43851"/>
                    <a:pt x="24832" y="44056"/>
                  </a:cubicBezTo>
                  <a:cubicBezTo>
                    <a:pt x="23628" y="45277"/>
                    <a:pt x="22424" y="46487"/>
                    <a:pt x="21205" y="47662"/>
                  </a:cubicBezTo>
                  <a:cubicBezTo>
                    <a:pt x="20484" y="48360"/>
                    <a:pt x="19776" y="49074"/>
                    <a:pt x="19078" y="49795"/>
                  </a:cubicBezTo>
                  <a:lnTo>
                    <a:pt x="19078" y="49795"/>
                  </a:lnTo>
                  <a:cubicBezTo>
                    <a:pt x="21514" y="47006"/>
                    <a:pt x="23908" y="44189"/>
                    <a:pt x="26457" y="41680"/>
                  </a:cubicBezTo>
                  <a:lnTo>
                    <a:pt x="26457" y="41683"/>
                  </a:lnTo>
                  <a:cubicBezTo>
                    <a:pt x="28966" y="39212"/>
                    <a:pt x="30958" y="36304"/>
                    <a:pt x="33498" y="33874"/>
                  </a:cubicBezTo>
                  <a:cubicBezTo>
                    <a:pt x="33894" y="33495"/>
                    <a:pt x="34098" y="33335"/>
                    <a:pt x="34160" y="33335"/>
                  </a:cubicBezTo>
                  <a:close/>
                  <a:moveTo>
                    <a:pt x="56736" y="40043"/>
                  </a:moveTo>
                  <a:lnTo>
                    <a:pt x="56736" y="40043"/>
                  </a:lnTo>
                  <a:cubicBezTo>
                    <a:pt x="53211" y="43230"/>
                    <a:pt x="49758" y="46839"/>
                    <a:pt x="46253" y="50318"/>
                  </a:cubicBezTo>
                  <a:cubicBezTo>
                    <a:pt x="49642" y="46761"/>
                    <a:pt x="53092" y="43285"/>
                    <a:pt x="56736" y="40043"/>
                  </a:cubicBezTo>
                  <a:close/>
                  <a:moveTo>
                    <a:pt x="54604" y="32657"/>
                  </a:moveTo>
                  <a:cubicBezTo>
                    <a:pt x="54727" y="32657"/>
                    <a:pt x="54577" y="32909"/>
                    <a:pt x="53987" y="33559"/>
                  </a:cubicBezTo>
                  <a:cubicBezTo>
                    <a:pt x="53035" y="34610"/>
                    <a:pt x="51828" y="35531"/>
                    <a:pt x="50757" y="36457"/>
                  </a:cubicBezTo>
                  <a:cubicBezTo>
                    <a:pt x="45765" y="40779"/>
                    <a:pt x="41007" y="45497"/>
                    <a:pt x="36186" y="50015"/>
                  </a:cubicBezTo>
                  <a:cubicBezTo>
                    <a:pt x="36048" y="50142"/>
                    <a:pt x="35918" y="50275"/>
                    <a:pt x="35782" y="50402"/>
                  </a:cubicBezTo>
                  <a:cubicBezTo>
                    <a:pt x="37012" y="49042"/>
                    <a:pt x="38247" y="47685"/>
                    <a:pt x="39489" y="46337"/>
                  </a:cubicBezTo>
                  <a:cubicBezTo>
                    <a:pt x="41311" y="44654"/>
                    <a:pt x="43124" y="42965"/>
                    <a:pt x="44928" y="41270"/>
                  </a:cubicBezTo>
                  <a:cubicBezTo>
                    <a:pt x="46294" y="39985"/>
                    <a:pt x="47639" y="38677"/>
                    <a:pt x="48981" y="37367"/>
                  </a:cubicBezTo>
                  <a:lnTo>
                    <a:pt x="48978" y="37367"/>
                  </a:lnTo>
                  <a:cubicBezTo>
                    <a:pt x="50292" y="36278"/>
                    <a:pt x="51545" y="35141"/>
                    <a:pt x="52700" y="33934"/>
                  </a:cubicBezTo>
                  <a:cubicBezTo>
                    <a:pt x="53568" y="33266"/>
                    <a:pt x="54415" y="32657"/>
                    <a:pt x="54604" y="32657"/>
                  </a:cubicBezTo>
                  <a:close/>
                  <a:moveTo>
                    <a:pt x="57258" y="47047"/>
                  </a:moveTo>
                  <a:cubicBezTo>
                    <a:pt x="56052" y="48320"/>
                    <a:pt x="54848" y="49593"/>
                    <a:pt x="53647" y="50872"/>
                  </a:cubicBezTo>
                  <a:cubicBezTo>
                    <a:pt x="53627" y="50805"/>
                    <a:pt x="53567" y="50759"/>
                    <a:pt x="53497" y="50759"/>
                  </a:cubicBezTo>
                  <a:cubicBezTo>
                    <a:pt x="53495" y="50759"/>
                    <a:pt x="53493" y="50760"/>
                    <a:pt x="53491" y="50760"/>
                  </a:cubicBezTo>
                  <a:cubicBezTo>
                    <a:pt x="54470" y="49755"/>
                    <a:pt x="55451" y="48756"/>
                    <a:pt x="56464" y="47783"/>
                  </a:cubicBezTo>
                  <a:lnTo>
                    <a:pt x="56462" y="47783"/>
                  </a:lnTo>
                  <a:cubicBezTo>
                    <a:pt x="56721" y="47535"/>
                    <a:pt x="56990" y="47289"/>
                    <a:pt x="57258" y="47047"/>
                  </a:cubicBezTo>
                  <a:close/>
                  <a:moveTo>
                    <a:pt x="52096" y="39261"/>
                  </a:moveTo>
                  <a:lnTo>
                    <a:pt x="52096" y="39261"/>
                  </a:lnTo>
                  <a:cubicBezTo>
                    <a:pt x="51857" y="39486"/>
                    <a:pt x="51617" y="39711"/>
                    <a:pt x="51375" y="39925"/>
                  </a:cubicBezTo>
                  <a:cubicBezTo>
                    <a:pt x="49166" y="41902"/>
                    <a:pt x="47027" y="43955"/>
                    <a:pt x="44922" y="46039"/>
                  </a:cubicBezTo>
                  <a:cubicBezTo>
                    <a:pt x="42956" y="47772"/>
                    <a:pt x="41005" y="49512"/>
                    <a:pt x="39067" y="51271"/>
                  </a:cubicBezTo>
                  <a:cubicBezTo>
                    <a:pt x="42855" y="47581"/>
                    <a:pt x="46845" y="44044"/>
                    <a:pt x="50662" y="40372"/>
                  </a:cubicBezTo>
                  <a:cubicBezTo>
                    <a:pt x="51144" y="40008"/>
                    <a:pt x="51620" y="39633"/>
                    <a:pt x="52096" y="39261"/>
                  </a:cubicBezTo>
                  <a:close/>
                  <a:moveTo>
                    <a:pt x="30463" y="36349"/>
                  </a:moveTo>
                  <a:cubicBezTo>
                    <a:pt x="30506" y="36349"/>
                    <a:pt x="27598" y="39367"/>
                    <a:pt x="27170" y="39841"/>
                  </a:cubicBezTo>
                  <a:cubicBezTo>
                    <a:pt x="25328" y="41876"/>
                    <a:pt x="23371" y="43813"/>
                    <a:pt x="21442" y="45762"/>
                  </a:cubicBezTo>
                  <a:cubicBezTo>
                    <a:pt x="19626" y="47595"/>
                    <a:pt x="17859" y="49458"/>
                    <a:pt x="16113" y="51343"/>
                  </a:cubicBezTo>
                  <a:cubicBezTo>
                    <a:pt x="16719" y="50656"/>
                    <a:pt x="17322" y="49986"/>
                    <a:pt x="17932" y="49351"/>
                  </a:cubicBezTo>
                  <a:lnTo>
                    <a:pt x="17934" y="49354"/>
                  </a:lnTo>
                  <a:cubicBezTo>
                    <a:pt x="21737" y="45398"/>
                    <a:pt x="25444" y="41377"/>
                    <a:pt x="29315" y="37482"/>
                  </a:cubicBezTo>
                  <a:cubicBezTo>
                    <a:pt x="30128" y="36664"/>
                    <a:pt x="30450" y="36349"/>
                    <a:pt x="30463" y="36349"/>
                  </a:cubicBezTo>
                  <a:close/>
                  <a:moveTo>
                    <a:pt x="12735" y="48897"/>
                  </a:moveTo>
                  <a:lnTo>
                    <a:pt x="12735" y="48897"/>
                  </a:lnTo>
                  <a:cubicBezTo>
                    <a:pt x="12617" y="49036"/>
                    <a:pt x="12510" y="49180"/>
                    <a:pt x="12391" y="49316"/>
                  </a:cubicBezTo>
                  <a:lnTo>
                    <a:pt x="12391" y="49313"/>
                  </a:lnTo>
                  <a:cubicBezTo>
                    <a:pt x="12034" y="49724"/>
                    <a:pt x="9646" y="52019"/>
                    <a:pt x="9603" y="52019"/>
                  </a:cubicBezTo>
                  <a:cubicBezTo>
                    <a:pt x="9588" y="52019"/>
                    <a:pt x="9860" y="51738"/>
                    <a:pt x="10607" y="50996"/>
                  </a:cubicBezTo>
                  <a:cubicBezTo>
                    <a:pt x="11312" y="50295"/>
                    <a:pt x="12022" y="49596"/>
                    <a:pt x="12735" y="48897"/>
                  </a:cubicBezTo>
                  <a:close/>
                  <a:moveTo>
                    <a:pt x="35855" y="34006"/>
                  </a:moveTo>
                  <a:cubicBezTo>
                    <a:pt x="35976" y="34006"/>
                    <a:pt x="34591" y="35688"/>
                    <a:pt x="33752" y="36651"/>
                  </a:cubicBezTo>
                  <a:cubicBezTo>
                    <a:pt x="30507" y="39318"/>
                    <a:pt x="27534" y="42390"/>
                    <a:pt x="24641" y="45358"/>
                  </a:cubicBezTo>
                  <a:cubicBezTo>
                    <a:pt x="22510" y="47541"/>
                    <a:pt x="20403" y="49778"/>
                    <a:pt x="18318" y="52039"/>
                  </a:cubicBezTo>
                  <a:cubicBezTo>
                    <a:pt x="19811" y="50384"/>
                    <a:pt x="21278" y="48716"/>
                    <a:pt x="22727" y="47035"/>
                  </a:cubicBezTo>
                  <a:cubicBezTo>
                    <a:pt x="26890" y="43020"/>
                    <a:pt x="31027" y="38949"/>
                    <a:pt x="34985" y="34832"/>
                  </a:cubicBezTo>
                  <a:cubicBezTo>
                    <a:pt x="35555" y="34240"/>
                    <a:pt x="35810" y="34006"/>
                    <a:pt x="35855" y="34006"/>
                  </a:cubicBezTo>
                  <a:close/>
                  <a:moveTo>
                    <a:pt x="25002" y="39324"/>
                  </a:moveTo>
                  <a:lnTo>
                    <a:pt x="25002" y="39324"/>
                  </a:lnTo>
                  <a:cubicBezTo>
                    <a:pt x="23576" y="41094"/>
                    <a:pt x="22242" y="42950"/>
                    <a:pt x="20833" y="44688"/>
                  </a:cubicBezTo>
                  <a:cubicBezTo>
                    <a:pt x="18699" y="47315"/>
                    <a:pt x="16413" y="49815"/>
                    <a:pt x="14049" y="52240"/>
                  </a:cubicBezTo>
                  <a:lnTo>
                    <a:pt x="14049" y="52240"/>
                  </a:lnTo>
                  <a:cubicBezTo>
                    <a:pt x="16741" y="49033"/>
                    <a:pt x="19231" y="45643"/>
                    <a:pt x="21939" y="42448"/>
                  </a:cubicBezTo>
                  <a:cubicBezTo>
                    <a:pt x="22802" y="41429"/>
                    <a:pt x="23887" y="40395"/>
                    <a:pt x="25002" y="39324"/>
                  </a:cubicBezTo>
                  <a:close/>
                  <a:moveTo>
                    <a:pt x="36531" y="35056"/>
                  </a:moveTo>
                  <a:cubicBezTo>
                    <a:pt x="36636" y="35056"/>
                    <a:pt x="36311" y="35417"/>
                    <a:pt x="35236" y="36385"/>
                  </a:cubicBezTo>
                  <a:lnTo>
                    <a:pt x="35236" y="36388"/>
                  </a:lnTo>
                  <a:cubicBezTo>
                    <a:pt x="33288" y="38143"/>
                    <a:pt x="31506" y="40095"/>
                    <a:pt x="29679" y="41977"/>
                  </a:cubicBezTo>
                  <a:cubicBezTo>
                    <a:pt x="26336" y="45413"/>
                    <a:pt x="22915" y="48765"/>
                    <a:pt x="19655" y="52281"/>
                  </a:cubicBezTo>
                  <a:cubicBezTo>
                    <a:pt x="19144" y="52763"/>
                    <a:pt x="18630" y="53245"/>
                    <a:pt x="18113" y="53733"/>
                  </a:cubicBezTo>
                  <a:cubicBezTo>
                    <a:pt x="20380" y="51302"/>
                    <a:pt x="22577" y="48802"/>
                    <a:pt x="24791" y="46371"/>
                  </a:cubicBezTo>
                  <a:cubicBezTo>
                    <a:pt x="27782" y="43089"/>
                    <a:pt x="31622" y="39977"/>
                    <a:pt x="34546" y="36431"/>
                  </a:cubicBezTo>
                  <a:cubicBezTo>
                    <a:pt x="35465" y="35715"/>
                    <a:pt x="36390" y="35056"/>
                    <a:pt x="36531" y="35056"/>
                  </a:cubicBezTo>
                  <a:close/>
                  <a:moveTo>
                    <a:pt x="38602" y="40586"/>
                  </a:moveTo>
                  <a:cubicBezTo>
                    <a:pt x="38631" y="40586"/>
                    <a:pt x="37746" y="41562"/>
                    <a:pt x="36457" y="43057"/>
                  </a:cubicBezTo>
                  <a:cubicBezTo>
                    <a:pt x="35537" y="44128"/>
                    <a:pt x="34595" y="45185"/>
                    <a:pt x="33666" y="46247"/>
                  </a:cubicBezTo>
                  <a:cubicBezTo>
                    <a:pt x="31529" y="48236"/>
                    <a:pt x="29462" y="50306"/>
                    <a:pt x="27361" y="52281"/>
                  </a:cubicBezTo>
                  <a:cubicBezTo>
                    <a:pt x="26783" y="52827"/>
                    <a:pt x="26188" y="53375"/>
                    <a:pt x="25585" y="53930"/>
                  </a:cubicBezTo>
                  <a:cubicBezTo>
                    <a:pt x="29220" y="50064"/>
                    <a:pt x="32982" y="46302"/>
                    <a:pt x="36691" y="42517"/>
                  </a:cubicBezTo>
                  <a:cubicBezTo>
                    <a:pt x="38020" y="41161"/>
                    <a:pt x="38580" y="40586"/>
                    <a:pt x="38602" y="40586"/>
                  </a:cubicBezTo>
                  <a:close/>
                  <a:moveTo>
                    <a:pt x="37928" y="42923"/>
                  </a:moveTo>
                  <a:lnTo>
                    <a:pt x="37928" y="42923"/>
                  </a:lnTo>
                  <a:cubicBezTo>
                    <a:pt x="37113" y="43623"/>
                    <a:pt x="34997" y="46518"/>
                    <a:pt x="33686" y="47780"/>
                  </a:cubicBezTo>
                  <a:cubicBezTo>
                    <a:pt x="31659" y="49726"/>
                    <a:pt x="29638" y="51678"/>
                    <a:pt x="27620" y="53635"/>
                  </a:cubicBezTo>
                  <a:cubicBezTo>
                    <a:pt x="27078" y="54160"/>
                    <a:pt x="26538" y="54689"/>
                    <a:pt x="25995" y="55223"/>
                  </a:cubicBezTo>
                  <a:cubicBezTo>
                    <a:pt x="26038" y="55177"/>
                    <a:pt x="26082" y="55128"/>
                    <a:pt x="26125" y="55084"/>
                  </a:cubicBezTo>
                  <a:cubicBezTo>
                    <a:pt x="28850" y="52264"/>
                    <a:pt x="31463" y="49336"/>
                    <a:pt x="34038" y="46374"/>
                  </a:cubicBezTo>
                  <a:cubicBezTo>
                    <a:pt x="35324" y="45204"/>
                    <a:pt x="36619" y="44045"/>
                    <a:pt x="37928" y="42923"/>
                  </a:cubicBezTo>
                  <a:close/>
                  <a:moveTo>
                    <a:pt x="44163" y="41155"/>
                  </a:moveTo>
                  <a:cubicBezTo>
                    <a:pt x="42792" y="42497"/>
                    <a:pt x="41452" y="43868"/>
                    <a:pt x="40124" y="45254"/>
                  </a:cubicBezTo>
                  <a:cubicBezTo>
                    <a:pt x="36432" y="48675"/>
                    <a:pt x="32719" y="52079"/>
                    <a:pt x="29047" y="55520"/>
                  </a:cubicBezTo>
                  <a:cubicBezTo>
                    <a:pt x="29130" y="55425"/>
                    <a:pt x="29214" y="55330"/>
                    <a:pt x="29298" y="55237"/>
                  </a:cubicBezTo>
                  <a:lnTo>
                    <a:pt x="29298" y="55234"/>
                  </a:lnTo>
                  <a:cubicBezTo>
                    <a:pt x="31013" y="53419"/>
                    <a:pt x="32727" y="51600"/>
                    <a:pt x="34483" y="49824"/>
                  </a:cubicBezTo>
                  <a:cubicBezTo>
                    <a:pt x="36362" y="47922"/>
                    <a:pt x="38308" y="46080"/>
                    <a:pt x="40274" y="44258"/>
                  </a:cubicBezTo>
                  <a:cubicBezTo>
                    <a:pt x="41518" y="43204"/>
                    <a:pt x="42829" y="42177"/>
                    <a:pt x="44163" y="41155"/>
                  </a:cubicBezTo>
                  <a:close/>
                  <a:moveTo>
                    <a:pt x="25842" y="35539"/>
                  </a:moveTo>
                  <a:cubicBezTo>
                    <a:pt x="24283" y="37679"/>
                    <a:pt x="22738" y="39829"/>
                    <a:pt x="21067" y="41888"/>
                  </a:cubicBezTo>
                  <a:cubicBezTo>
                    <a:pt x="18036" y="45615"/>
                    <a:pt x="14741" y="49117"/>
                    <a:pt x="11722" y="52861"/>
                  </a:cubicBezTo>
                  <a:lnTo>
                    <a:pt x="11725" y="52864"/>
                  </a:lnTo>
                  <a:cubicBezTo>
                    <a:pt x="11147" y="53578"/>
                    <a:pt x="8895" y="55848"/>
                    <a:pt x="8638" y="55848"/>
                  </a:cubicBezTo>
                  <a:cubicBezTo>
                    <a:pt x="8507" y="55848"/>
                    <a:pt x="8893" y="55259"/>
                    <a:pt x="10281" y="53577"/>
                  </a:cubicBezTo>
                  <a:cubicBezTo>
                    <a:pt x="11831" y="51695"/>
                    <a:pt x="13633" y="50000"/>
                    <a:pt x="15304" y="48225"/>
                  </a:cubicBezTo>
                  <a:cubicBezTo>
                    <a:pt x="19063" y="44232"/>
                    <a:pt x="22395" y="39832"/>
                    <a:pt x="25842" y="35539"/>
                  </a:cubicBezTo>
                  <a:close/>
                  <a:moveTo>
                    <a:pt x="19427" y="50202"/>
                  </a:moveTo>
                  <a:lnTo>
                    <a:pt x="19427" y="50202"/>
                  </a:lnTo>
                  <a:cubicBezTo>
                    <a:pt x="18532" y="51210"/>
                    <a:pt x="17640" y="52218"/>
                    <a:pt x="16739" y="53219"/>
                  </a:cubicBezTo>
                  <a:cubicBezTo>
                    <a:pt x="15284" y="54842"/>
                    <a:pt x="13803" y="56438"/>
                    <a:pt x="12293" y="58006"/>
                  </a:cubicBezTo>
                  <a:cubicBezTo>
                    <a:pt x="11690" y="58634"/>
                    <a:pt x="11411" y="58888"/>
                    <a:pt x="11356" y="58888"/>
                  </a:cubicBezTo>
                  <a:cubicBezTo>
                    <a:pt x="11142" y="58888"/>
                    <a:pt x="14296" y="55071"/>
                    <a:pt x="14944" y="54458"/>
                  </a:cubicBezTo>
                  <a:cubicBezTo>
                    <a:pt x="16430" y="53052"/>
                    <a:pt x="17926" y="51634"/>
                    <a:pt x="19427" y="50202"/>
                  </a:cubicBezTo>
                  <a:close/>
                  <a:moveTo>
                    <a:pt x="26333" y="44027"/>
                  </a:moveTo>
                  <a:lnTo>
                    <a:pt x="26333" y="44027"/>
                  </a:lnTo>
                  <a:cubicBezTo>
                    <a:pt x="23781" y="46773"/>
                    <a:pt x="21315" y="49634"/>
                    <a:pt x="18789" y="52379"/>
                  </a:cubicBezTo>
                  <a:cubicBezTo>
                    <a:pt x="17265" y="54033"/>
                    <a:pt x="15761" y="55705"/>
                    <a:pt x="14202" y="57330"/>
                  </a:cubicBezTo>
                  <a:cubicBezTo>
                    <a:pt x="13774" y="57776"/>
                    <a:pt x="11925" y="59679"/>
                    <a:pt x="11856" y="59679"/>
                  </a:cubicBezTo>
                  <a:cubicBezTo>
                    <a:pt x="11826" y="59679"/>
                    <a:pt x="12148" y="59301"/>
                    <a:pt x="13107" y="58248"/>
                  </a:cubicBezTo>
                  <a:cubicBezTo>
                    <a:pt x="16624" y="54394"/>
                    <a:pt x="20201" y="50598"/>
                    <a:pt x="23717" y="46744"/>
                  </a:cubicBezTo>
                  <a:cubicBezTo>
                    <a:pt x="24563" y="45817"/>
                    <a:pt x="25444" y="44916"/>
                    <a:pt x="26333" y="44027"/>
                  </a:cubicBezTo>
                  <a:close/>
                  <a:moveTo>
                    <a:pt x="39269" y="43479"/>
                  </a:moveTo>
                  <a:cubicBezTo>
                    <a:pt x="36806" y="46006"/>
                    <a:pt x="34507" y="48672"/>
                    <a:pt x="31994" y="51155"/>
                  </a:cubicBezTo>
                  <a:cubicBezTo>
                    <a:pt x="29107" y="54010"/>
                    <a:pt x="26287" y="56955"/>
                    <a:pt x="23420" y="59845"/>
                  </a:cubicBezTo>
                  <a:cubicBezTo>
                    <a:pt x="26532" y="56349"/>
                    <a:pt x="29563" y="52795"/>
                    <a:pt x="32676" y="49281"/>
                  </a:cubicBezTo>
                  <a:cubicBezTo>
                    <a:pt x="34162" y="47887"/>
                    <a:pt x="35632" y="46470"/>
                    <a:pt x="37029" y="44994"/>
                  </a:cubicBezTo>
                  <a:cubicBezTo>
                    <a:pt x="37848" y="44457"/>
                    <a:pt x="38791" y="43968"/>
                    <a:pt x="39269" y="43479"/>
                  </a:cubicBezTo>
                  <a:close/>
                  <a:moveTo>
                    <a:pt x="36795" y="37566"/>
                  </a:moveTo>
                  <a:cubicBezTo>
                    <a:pt x="32930" y="40603"/>
                    <a:pt x="29433" y="45370"/>
                    <a:pt x="26174" y="48909"/>
                  </a:cubicBezTo>
                  <a:cubicBezTo>
                    <a:pt x="23654" y="51643"/>
                    <a:pt x="20850" y="55142"/>
                    <a:pt x="17706" y="57908"/>
                  </a:cubicBezTo>
                  <a:cubicBezTo>
                    <a:pt x="19130" y="56170"/>
                    <a:pt x="20463" y="54311"/>
                    <a:pt x="21846" y="52587"/>
                  </a:cubicBezTo>
                  <a:lnTo>
                    <a:pt x="21846" y="52587"/>
                  </a:lnTo>
                  <a:cubicBezTo>
                    <a:pt x="20022" y="54839"/>
                    <a:pt x="18174" y="57114"/>
                    <a:pt x="16191" y="59152"/>
                  </a:cubicBezTo>
                  <a:cubicBezTo>
                    <a:pt x="14987" y="60076"/>
                    <a:pt x="13731" y="60864"/>
                    <a:pt x="12423" y="61444"/>
                  </a:cubicBezTo>
                  <a:cubicBezTo>
                    <a:pt x="14031" y="59429"/>
                    <a:pt x="16283" y="57662"/>
                    <a:pt x="18053" y="55875"/>
                  </a:cubicBezTo>
                  <a:cubicBezTo>
                    <a:pt x="20435" y="53476"/>
                    <a:pt x="22646" y="50890"/>
                    <a:pt x="24924" y="48392"/>
                  </a:cubicBezTo>
                  <a:cubicBezTo>
                    <a:pt x="26454" y="46718"/>
                    <a:pt x="28120" y="45118"/>
                    <a:pt x="29812" y="43545"/>
                  </a:cubicBezTo>
                  <a:lnTo>
                    <a:pt x="29812" y="43545"/>
                  </a:lnTo>
                  <a:cubicBezTo>
                    <a:pt x="28755" y="44656"/>
                    <a:pt x="27713" y="45785"/>
                    <a:pt x="26673" y="46900"/>
                  </a:cubicBezTo>
                  <a:cubicBezTo>
                    <a:pt x="25230" y="48444"/>
                    <a:pt x="23830" y="50142"/>
                    <a:pt x="22427" y="51871"/>
                  </a:cubicBezTo>
                  <a:lnTo>
                    <a:pt x="22427" y="51871"/>
                  </a:lnTo>
                  <a:cubicBezTo>
                    <a:pt x="22788" y="51438"/>
                    <a:pt x="23154" y="51011"/>
                    <a:pt x="23529" y="50607"/>
                  </a:cubicBezTo>
                  <a:cubicBezTo>
                    <a:pt x="27690" y="46117"/>
                    <a:pt x="31856" y="41247"/>
                    <a:pt x="36795" y="37566"/>
                  </a:cubicBezTo>
                  <a:close/>
                  <a:moveTo>
                    <a:pt x="27387" y="45315"/>
                  </a:moveTo>
                  <a:cubicBezTo>
                    <a:pt x="26867" y="45840"/>
                    <a:pt x="26344" y="46366"/>
                    <a:pt x="25836" y="46908"/>
                  </a:cubicBezTo>
                  <a:cubicBezTo>
                    <a:pt x="23131" y="49790"/>
                    <a:pt x="20518" y="52755"/>
                    <a:pt x="17825" y="55644"/>
                  </a:cubicBezTo>
                  <a:cubicBezTo>
                    <a:pt x="15951" y="57651"/>
                    <a:pt x="13578" y="59435"/>
                    <a:pt x="11944" y="61655"/>
                  </a:cubicBezTo>
                  <a:cubicBezTo>
                    <a:pt x="11906" y="61672"/>
                    <a:pt x="11869" y="61693"/>
                    <a:pt x="11828" y="61707"/>
                  </a:cubicBezTo>
                  <a:cubicBezTo>
                    <a:pt x="12195" y="60587"/>
                    <a:pt x="12868" y="59718"/>
                    <a:pt x="13844" y="59100"/>
                  </a:cubicBezTo>
                  <a:cubicBezTo>
                    <a:pt x="15004" y="58119"/>
                    <a:pt x="15971" y="56744"/>
                    <a:pt x="16953" y="55592"/>
                  </a:cubicBezTo>
                  <a:cubicBezTo>
                    <a:pt x="17123" y="55393"/>
                    <a:pt x="17311" y="55206"/>
                    <a:pt x="17484" y="55009"/>
                  </a:cubicBezTo>
                  <a:cubicBezTo>
                    <a:pt x="17634" y="54859"/>
                    <a:pt x="17790" y="54712"/>
                    <a:pt x="17934" y="54559"/>
                  </a:cubicBezTo>
                  <a:cubicBezTo>
                    <a:pt x="18572" y="53895"/>
                    <a:pt x="19199" y="53219"/>
                    <a:pt x="19828" y="52550"/>
                  </a:cubicBezTo>
                  <a:cubicBezTo>
                    <a:pt x="21275" y="51112"/>
                    <a:pt x="22770" y="49717"/>
                    <a:pt x="24202" y="48283"/>
                  </a:cubicBezTo>
                  <a:cubicBezTo>
                    <a:pt x="25230" y="47255"/>
                    <a:pt x="26298" y="46276"/>
                    <a:pt x="27387" y="45315"/>
                  </a:cubicBezTo>
                  <a:close/>
                  <a:moveTo>
                    <a:pt x="45612" y="47341"/>
                  </a:moveTo>
                  <a:lnTo>
                    <a:pt x="45612" y="47341"/>
                  </a:lnTo>
                  <a:cubicBezTo>
                    <a:pt x="41784" y="51152"/>
                    <a:pt x="38068" y="55084"/>
                    <a:pt x="34347" y="58912"/>
                  </a:cubicBezTo>
                  <a:lnTo>
                    <a:pt x="34350" y="58912"/>
                  </a:lnTo>
                  <a:cubicBezTo>
                    <a:pt x="33432" y="59854"/>
                    <a:pt x="32523" y="60803"/>
                    <a:pt x="31619" y="61759"/>
                  </a:cubicBezTo>
                  <a:cubicBezTo>
                    <a:pt x="31763" y="61589"/>
                    <a:pt x="31913" y="61424"/>
                    <a:pt x="32058" y="61257"/>
                  </a:cubicBezTo>
                  <a:cubicBezTo>
                    <a:pt x="35978" y="56684"/>
                    <a:pt x="40049" y="52342"/>
                    <a:pt x="44512" y="48294"/>
                  </a:cubicBezTo>
                  <a:cubicBezTo>
                    <a:pt x="44870" y="47968"/>
                    <a:pt x="45246" y="47659"/>
                    <a:pt x="45612" y="47341"/>
                  </a:cubicBezTo>
                  <a:close/>
                  <a:moveTo>
                    <a:pt x="52348" y="46163"/>
                  </a:moveTo>
                  <a:lnTo>
                    <a:pt x="52348" y="46163"/>
                  </a:lnTo>
                  <a:cubicBezTo>
                    <a:pt x="51750" y="46900"/>
                    <a:pt x="51129" y="47619"/>
                    <a:pt x="50488" y="48320"/>
                  </a:cubicBezTo>
                  <a:cubicBezTo>
                    <a:pt x="49879" y="48886"/>
                    <a:pt x="49264" y="49449"/>
                    <a:pt x="48641" y="50003"/>
                  </a:cubicBezTo>
                  <a:cubicBezTo>
                    <a:pt x="44377" y="53797"/>
                    <a:pt x="40329" y="57807"/>
                    <a:pt x="36264" y="61811"/>
                  </a:cubicBezTo>
                  <a:cubicBezTo>
                    <a:pt x="36065" y="61981"/>
                    <a:pt x="35869" y="62155"/>
                    <a:pt x="35672" y="62328"/>
                  </a:cubicBezTo>
                  <a:cubicBezTo>
                    <a:pt x="40955" y="56652"/>
                    <a:pt x="46282" y="51031"/>
                    <a:pt x="52348" y="46163"/>
                  </a:cubicBezTo>
                  <a:close/>
                  <a:moveTo>
                    <a:pt x="61488" y="39142"/>
                  </a:moveTo>
                  <a:lnTo>
                    <a:pt x="61488" y="39142"/>
                  </a:lnTo>
                  <a:cubicBezTo>
                    <a:pt x="56394" y="43598"/>
                    <a:pt x="51997" y="49062"/>
                    <a:pt x="47099" y="53756"/>
                  </a:cubicBezTo>
                  <a:cubicBezTo>
                    <a:pt x="43975" y="56747"/>
                    <a:pt x="40315" y="59525"/>
                    <a:pt x="37124" y="62614"/>
                  </a:cubicBezTo>
                  <a:cubicBezTo>
                    <a:pt x="39050" y="60731"/>
                    <a:pt x="40941" y="58806"/>
                    <a:pt x="42875" y="56952"/>
                  </a:cubicBezTo>
                  <a:cubicBezTo>
                    <a:pt x="49002" y="51084"/>
                    <a:pt x="54965" y="44545"/>
                    <a:pt x="61488" y="39142"/>
                  </a:cubicBezTo>
                  <a:close/>
                  <a:moveTo>
                    <a:pt x="32346" y="46293"/>
                  </a:moveTo>
                  <a:lnTo>
                    <a:pt x="32346" y="46293"/>
                  </a:lnTo>
                  <a:cubicBezTo>
                    <a:pt x="26393" y="52359"/>
                    <a:pt x="20664" y="58843"/>
                    <a:pt x="15056" y="64032"/>
                  </a:cubicBezTo>
                  <a:lnTo>
                    <a:pt x="15056" y="64032"/>
                  </a:lnTo>
                  <a:cubicBezTo>
                    <a:pt x="19543" y="59881"/>
                    <a:pt x="23537" y="55056"/>
                    <a:pt x="27828" y="50690"/>
                  </a:cubicBezTo>
                  <a:cubicBezTo>
                    <a:pt x="29280" y="49212"/>
                    <a:pt x="30825" y="47766"/>
                    <a:pt x="32346" y="46293"/>
                  </a:cubicBezTo>
                  <a:close/>
                  <a:moveTo>
                    <a:pt x="31521" y="48698"/>
                  </a:moveTo>
                  <a:cubicBezTo>
                    <a:pt x="31232" y="49022"/>
                    <a:pt x="30952" y="49354"/>
                    <a:pt x="30660" y="49680"/>
                  </a:cubicBezTo>
                  <a:cubicBezTo>
                    <a:pt x="26480" y="54374"/>
                    <a:pt x="22048" y="58846"/>
                    <a:pt x="17605" y="63295"/>
                  </a:cubicBezTo>
                  <a:cubicBezTo>
                    <a:pt x="16587" y="64315"/>
                    <a:pt x="16136" y="64710"/>
                    <a:pt x="16051" y="64710"/>
                  </a:cubicBezTo>
                  <a:cubicBezTo>
                    <a:pt x="15803" y="64710"/>
                    <a:pt x="18670" y="61353"/>
                    <a:pt x="19687" y="60336"/>
                  </a:cubicBezTo>
                  <a:cubicBezTo>
                    <a:pt x="21540" y="58482"/>
                    <a:pt x="23414" y="56646"/>
                    <a:pt x="25265" y="54790"/>
                  </a:cubicBezTo>
                  <a:cubicBezTo>
                    <a:pt x="27306" y="52743"/>
                    <a:pt x="29396" y="50699"/>
                    <a:pt x="31521" y="48698"/>
                  </a:cubicBezTo>
                  <a:close/>
                  <a:moveTo>
                    <a:pt x="49625" y="54417"/>
                  </a:moveTo>
                  <a:lnTo>
                    <a:pt x="49625" y="54417"/>
                  </a:lnTo>
                  <a:cubicBezTo>
                    <a:pt x="47853" y="56337"/>
                    <a:pt x="46077" y="58254"/>
                    <a:pt x="44235" y="60113"/>
                  </a:cubicBezTo>
                  <a:cubicBezTo>
                    <a:pt x="43095" y="61262"/>
                    <a:pt x="39063" y="64918"/>
                    <a:pt x="38652" y="64918"/>
                  </a:cubicBezTo>
                  <a:cubicBezTo>
                    <a:pt x="38502" y="64918"/>
                    <a:pt x="38835" y="64432"/>
                    <a:pt x="39965" y="63159"/>
                  </a:cubicBezTo>
                  <a:cubicBezTo>
                    <a:pt x="42523" y="60394"/>
                    <a:pt x="45690" y="58139"/>
                    <a:pt x="48398" y="55552"/>
                  </a:cubicBezTo>
                  <a:cubicBezTo>
                    <a:pt x="48802" y="55168"/>
                    <a:pt x="49215" y="54796"/>
                    <a:pt x="49625" y="54417"/>
                  </a:cubicBezTo>
                  <a:close/>
                  <a:moveTo>
                    <a:pt x="44789" y="60596"/>
                  </a:moveTo>
                  <a:cubicBezTo>
                    <a:pt x="43759" y="61667"/>
                    <a:pt x="42725" y="62738"/>
                    <a:pt x="41654" y="63766"/>
                  </a:cubicBezTo>
                  <a:cubicBezTo>
                    <a:pt x="40692" y="64687"/>
                    <a:pt x="40301" y="65031"/>
                    <a:pt x="40256" y="65031"/>
                  </a:cubicBezTo>
                  <a:cubicBezTo>
                    <a:pt x="40163" y="65031"/>
                    <a:pt x="41619" y="63497"/>
                    <a:pt x="42503" y="62648"/>
                  </a:cubicBezTo>
                  <a:cubicBezTo>
                    <a:pt x="43239" y="61938"/>
                    <a:pt x="44019" y="61271"/>
                    <a:pt x="44789" y="60596"/>
                  </a:cubicBezTo>
                  <a:close/>
                  <a:moveTo>
                    <a:pt x="30585" y="51239"/>
                  </a:moveTo>
                  <a:cubicBezTo>
                    <a:pt x="30274" y="51600"/>
                    <a:pt x="29962" y="51961"/>
                    <a:pt x="29653" y="52327"/>
                  </a:cubicBezTo>
                  <a:cubicBezTo>
                    <a:pt x="26307" y="56274"/>
                    <a:pt x="22811" y="60064"/>
                    <a:pt x="19320" y="63867"/>
                  </a:cubicBezTo>
                  <a:cubicBezTo>
                    <a:pt x="19066" y="64106"/>
                    <a:pt x="18827" y="64352"/>
                    <a:pt x="18572" y="64588"/>
                  </a:cubicBezTo>
                  <a:cubicBezTo>
                    <a:pt x="17284" y="65796"/>
                    <a:pt x="16706" y="66261"/>
                    <a:pt x="16582" y="66261"/>
                  </a:cubicBezTo>
                  <a:cubicBezTo>
                    <a:pt x="16201" y="66261"/>
                    <a:pt x="20054" y="61918"/>
                    <a:pt x="20807" y="61133"/>
                  </a:cubicBezTo>
                  <a:lnTo>
                    <a:pt x="20804" y="61133"/>
                  </a:lnTo>
                  <a:cubicBezTo>
                    <a:pt x="23140" y="58699"/>
                    <a:pt x="25455" y="56242"/>
                    <a:pt x="27851" y="53863"/>
                  </a:cubicBezTo>
                  <a:cubicBezTo>
                    <a:pt x="28743" y="52977"/>
                    <a:pt x="29661" y="52108"/>
                    <a:pt x="30585" y="51239"/>
                  </a:cubicBezTo>
                  <a:close/>
                  <a:moveTo>
                    <a:pt x="55535" y="39477"/>
                  </a:moveTo>
                  <a:lnTo>
                    <a:pt x="55535" y="39477"/>
                  </a:lnTo>
                  <a:cubicBezTo>
                    <a:pt x="54738" y="40352"/>
                    <a:pt x="53993" y="41293"/>
                    <a:pt x="53179" y="42177"/>
                  </a:cubicBezTo>
                  <a:cubicBezTo>
                    <a:pt x="49443" y="46233"/>
                    <a:pt x="45292" y="50018"/>
                    <a:pt x="41348" y="53875"/>
                  </a:cubicBezTo>
                  <a:cubicBezTo>
                    <a:pt x="40208" y="54992"/>
                    <a:pt x="39047" y="56095"/>
                    <a:pt x="37892" y="57195"/>
                  </a:cubicBezTo>
                  <a:cubicBezTo>
                    <a:pt x="34994" y="59833"/>
                    <a:pt x="32110" y="62472"/>
                    <a:pt x="29350" y="65235"/>
                  </a:cubicBezTo>
                  <a:cubicBezTo>
                    <a:pt x="28899" y="65657"/>
                    <a:pt x="28449" y="66078"/>
                    <a:pt x="27999" y="66500"/>
                  </a:cubicBezTo>
                  <a:cubicBezTo>
                    <a:pt x="32046" y="62492"/>
                    <a:pt x="35903" y="58217"/>
                    <a:pt x="40066" y="54400"/>
                  </a:cubicBezTo>
                  <a:cubicBezTo>
                    <a:pt x="45349" y="49559"/>
                    <a:pt x="50338" y="44414"/>
                    <a:pt x="55535" y="39477"/>
                  </a:cubicBezTo>
                  <a:close/>
                  <a:moveTo>
                    <a:pt x="36668" y="48938"/>
                  </a:moveTo>
                  <a:cubicBezTo>
                    <a:pt x="34812" y="50947"/>
                    <a:pt x="32967" y="52974"/>
                    <a:pt x="31108" y="54989"/>
                  </a:cubicBezTo>
                  <a:cubicBezTo>
                    <a:pt x="28192" y="57925"/>
                    <a:pt x="25311" y="60899"/>
                    <a:pt x="22291" y="63731"/>
                  </a:cubicBezTo>
                  <a:cubicBezTo>
                    <a:pt x="20775" y="65151"/>
                    <a:pt x="19164" y="66450"/>
                    <a:pt x="17504" y="67698"/>
                  </a:cubicBezTo>
                  <a:cubicBezTo>
                    <a:pt x="17833" y="67449"/>
                    <a:pt x="19453" y="66058"/>
                    <a:pt x="19889" y="65636"/>
                  </a:cubicBezTo>
                  <a:cubicBezTo>
                    <a:pt x="22161" y="63436"/>
                    <a:pt x="24222" y="61020"/>
                    <a:pt x="26301" y="58638"/>
                  </a:cubicBezTo>
                  <a:cubicBezTo>
                    <a:pt x="26379" y="58546"/>
                    <a:pt x="26460" y="58456"/>
                    <a:pt x="26541" y="58364"/>
                  </a:cubicBezTo>
                  <a:cubicBezTo>
                    <a:pt x="29252" y="55795"/>
                    <a:pt x="31983" y="53248"/>
                    <a:pt x="34734" y="50722"/>
                  </a:cubicBezTo>
                  <a:cubicBezTo>
                    <a:pt x="35381" y="50127"/>
                    <a:pt x="36024" y="49533"/>
                    <a:pt x="36668" y="48938"/>
                  </a:cubicBezTo>
                  <a:close/>
                  <a:moveTo>
                    <a:pt x="20839" y="66116"/>
                  </a:moveTo>
                  <a:lnTo>
                    <a:pt x="20839" y="66116"/>
                  </a:lnTo>
                  <a:cubicBezTo>
                    <a:pt x="20712" y="66260"/>
                    <a:pt x="20582" y="66401"/>
                    <a:pt x="20455" y="66549"/>
                  </a:cubicBezTo>
                  <a:lnTo>
                    <a:pt x="20455" y="66546"/>
                  </a:lnTo>
                  <a:cubicBezTo>
                    <a:pt x="20249" y="66781"/>
                    <a:pt x="18656" y="68156"/>
                    <a:pt x="18579" y="68156"/>
                  </a:cubicBezTo>
                  <a:cubicBezTo>
                    <a:pt x="18546" y="68156"/>
                    <a:pt x="18798" y="67897"/>
                    <a:pt x="19571" y="67175"/>
                  </a:cubicBezTo>
                  <a:cubicBezTo>
                    <a:pt x="19970" y="66803"/>
                    <a:pt x="20400" y="66456"/>
                    <a:pt x="20839" y="66116"/>
                  </a:cubicBezTo>
                  <a:close/>
                  <a:moveTo>
                    <a:pt x="41689" y="49284"/>
                  </a:moveTo>
                  <a:lnTo>
                    <a:pt x="41689" y="49284"/>
                  </a:lnTo>
                  <a:cubicBezTo>
                    <a:pt x="39639" y="51418"/>
                    <a:pt x="37633" y="53589"/>
                    <a:pt x="35629" y="55763"/>
                  </a:cubicBezTo>
                  <a:cubicBezTo>
                    <a:pt x="34047" y="57417"/>
                    <a:pt x="32491" y="59091"/>
                    <a:pt x="30964" y="60789"/>
                  </a:cubicBezTo>
                  <a:cubicBezTo>
                    <a:pt x="28492" y="63416"/>
                    <a:pt x="25981" y="66003"/>
                    <a:pt x="23348" y="68480"/>
                  </a:cubicBezTo>
                  <a:cubicBezTo>
                    <a:pt x="23261" y="68561"/>
                    <a:pt x="23203" y="68619"/>
                    <a:pt x="23125" y="68694"/>
                  </a:cubicBezTo>
                  <a:cubicBezTo>
                    <a:pt x="23197" y="68613"/>
                    <a:pt x="23264" y="68544"/>
                    <a:pt x="23345" y="68451"/>
                  </a:cubicBezTo>
                  <a:cubicBezTo>
                    <a:pt x="24858" y="66748"/>
                    <a:pt x="26321" y="65001"/>
                    <a:pt x="27808" y="63272"/>
                  </a:cubicBezTo>
                  <a:cubicBezTo>
                    <a:pt x="30796" y="59793"/>
                    <a:pt x="33954" y="56513"/>
                    <a:pt x="37277" y="53355"/>
                  </a:cubicBezTo>
                  <a:cubicBezTo>
                    <a:pt x="38727" y="51975"/>
                    <a:pt x="40205" y="50624"/>
                    <a:pt x="41689" y="49284"/>
                  </a:cubicBezTo>
                  <a:close/>
                  <a:moveTo>
                    <a:pt x="47803" y="42529"/>
                  </a:moveTo>
                  <a:lnTo>
                    <a:pt x="47803" y="42529"/>
                  </a:lnTo>
                  <a:cubicBezTo>
                    <a:pt x="45658" y="44463"/>
                    <a:pt x="43502" y="46389"/>
                    <a:pt x="41484" y="48398"/>
                  </a:cubicBezTo>
                  <a:cubicBezTo>
                    <a:pt x="36137" y="53727"/>
                    <a:pt x="30704" y="59025"/>
                    <a:pt x="25614" y="64603"/>
                  </a:cubicBezTo>
                  <a:cubicBezTo>
                    <a:pt x="24603" y="65711"/>
                    <a:pt x="23668" y="66866"/>
                    <a:pt x="22637" y="67955"/>
                  </a:cubicBezTo>
                  <a:cubicBezTo>
                    <a:pt x="22066" y="68557"/>
                    <a:pt x="21642" y="68832"/>
                    <a:pt x="21476" y="68832"/>
                  </a:cubicBezTo>
                  <a:cubicBezTo>
                    <a:pt x="21266" y="68832"/>
                    <a:pt x="21469" y="68390"/>
                    <a:pt x="22308" y="67614"/>
                  </a:cubicBezTo>
                  <a:cubicBezTo>
                    <a:pt x="24603" y="65492"/>
                    <a:pt x="26855" y="63272"/>
                    <a:pt x="28943" y="60942"/>
                  </a:cubicBezTo>
                  <a:cubicBezTo>
                    <a:pt x="34027" y="55266"/>
                    <a:pt x="39007" y="49657"/>
                    <a:pt x="44908" y="44795"/>
                  </a:cubicBezTo>
                  <a:cubicBezTo>
                    <a:pt x="45855" y="44016"/>
                    <a:pt x="46828" y="43268"/>
                    <a:pt x="47803" y="42529"/>
                  </a:cubicBezTo>
                  <a:close/>
                  <a:moveTo>
                    <a:pt x="25547" y="63047"/>
                  </a:moveTo>
                  <a:cubicBezTo>
                    <a:pt x="24173" y="64493"/>
                    <a:pt x="22802" y="65942"/>
                    <a:pt x="21431" y="67395"/>
                  </a:cubicBezTo>
                  <a:cubicBezTo>
                    <a:pt x="21084" y="67761"/>
                    <a:pt x="19699" y="69322"/>
                    <a:pt x="19638" y="69322"/>
                  </a:cubicBezTo>
                  <a:cubicBezTo>
                    <a:pt x="19601" y="69322"/>
                    <a:pt x="20054" y="68745"/>
                    <a:pt x="21526" y="66973"/>
                  </a:cubicBezTo>
                  <a:cubicBezTo>
                    <a:pt x="22718" y="65541"/>
                    <a:pt x="24168" y="64303"/>
                    <a:pt x="25542" y="63052"/>
                  </a:cubicBezTo>
                  <a:lnTo>
                    <a:pt x="25547" y="63047"/>
                  </a:lnTo>
                  <a:close/>
                  <a:moveTo>
                    <a:pt x="44726" y="51178"/>
                  </a:moveTo>
                  <a:cubicBezTo>
                    <a:pt x="42893" y="53089"/>
                    <a:pt x="41074" y="55018"/>
                    <a:pt x="39249" y="56938"/>
                  </a:cubicBezTo>
                  <a:lnTo>
                    <a:pt x="39252" y="56938"/>
                  </a:lnTo>
                  <a:cubicBezTo>
                    <a:pt x="36192" y="59816"/>
                    <a:pt x="33302" y="62801"/>
                    <a:pt x="30464" y="65847"/>
                  </a:cubicBezTo>
                  <a:cubicBezTo>
                    <a:pt x="28723" y="67513"/>
                    <a:pt x="26953" y="69138"/>
                    <a:pt x="25126" y="70697"/>
                  </a:cubicBezTo>
                  <a:cubicBezTo>
                    <a:pt x="24395" y="71319"/>
                    <a:pt x="24060" y="71558"/>
                    <a:pt x="23976" y="71558"/>
                  </a:cubicBezTo>
                  <a:cubicBezTo>
                    <a:pt x="23713" y="71558"/>
                    <a:pt x="25931" y="69199"/>
                    <a:pt x="26131" y="68971"/>
                  </a:cubicBezTo>
                  <a:cubicBezTo>
                    <a:pt x="26136" y="68965"/>
                    <a:pt x="26142" y="68959"/>
                    <a:pt x="26151" y="68953"/>
                  </a:cubicBezTo>
                  <a:cubicBezTo>
                    <a:pt x="29494" y="66032"/>
                    <a:pt x="32600" y="62550"/>
                    <a:pt x="35791" y="59438"/>
                  </a:cubicBezTo>
                  <a:cubicBezTo>
                    <a:pt x="37433" y="57954"/>
                    <a:pt x="39090" y="56487"/>
                    <a:pt x="40730" y="55001"/>
                  </a:cubicBezTo>
                  <a:cubicBezTo>
                    <a:pt x="42096" y="53762"/>
                    <a:pt x="43418" y="52477"/>
                    <a:pt x="44726" y="51178"/>
                  </a:cubicBezTo>
                  <a:close/>
                  <a:moveTo>
                    <a:pt x="9695" y="0"/>
                  </a:moveTo>
                  <a:cubicBezTo>
                    <a:pt x="9637" y="0"/>
                    <a:pt x="9579" y="1"/>
                    <a:pt x="9522" y="3"/>
                  </a:cubicBezTo>
                  <a:lnTo>
                    <a:pt x="9513" y="3"/>
                  </a:lnTo>
                  <a:cubicBezTo>
                    <a:pt x="9395" y="6"/>
                    <a:pt x="9279" y="3"/>
                    <a:pt x="9164" y="15"/>
                  </a:cubicBezTo>
                  <a:cubicBezTo>
                    <a:pt x="6479" y="295"/>
                    <a:pt x="6363" y="3525"/>
                    <a:pt x="6923" y="6268"/>
                  </a:cubicBezTo>
                  <a:cubicBezTo>
                    <a:pt x="6918" y="6300"/>
                    <a:pt x="6923" y="6331"/>
                    <a:pt x="6938" y="6357"/>
                  </a:cubicBezTo>
                  <a:cubicBezTo>
                    <a:pt x="6996" y="6632"/>
                    <a:pt x="7059" y="6897"/>
                    <a:pt x="7128" y="7160"/>
                  </a:cubicBezTo>
                  <a:cubicBezTo>
                    <a:pt x="7088" y="7252"/>
                    <a:pt x="7045" y="7345"/>
                    <a:pt x="7007" y="7437"/>
                  </a:cubicBezTo>
                  <a:cubicBezTo>
                    <a:pt x="6966" y="7537"/>
                    <a:pt x="7069" y="7641"/>
                    <a:pt x="7167" y="7641"/>
                  </a:cubicBezTo>
                  <a:cubicBezTo>
                    <a:pt x="7194" y="7641"/>
                    <a:pt x="7221" y="7633"/>
                    <a:pt x="7244" y="7616"/>
                  </a:cubicBezTo>
                  <a:lnTo>
                    <a:pt x="7258" y="7608"/>
                  </a:lnTo>
                  <a:cubicBezTo>
                    <a:pt x="7356" y="7942"/>
                    <a:pt x="7460" y="8260"/>
                    <a:pt x="7567" y="8549"/>
                  </a:cubicBezTo>
                  <a:cubicBezTo>
                    <a:pt x="7564" y="8589"/>
                    <a:pt x="7579" y="8630"/>
                    <a:pt x="7611" y="8656"/>
                  </a:cubicBezTo>
                  <a:cubicBezTo>
                    <a:pt x="7691" y="8863"/>
                    <a:pt x="7769" y="9051"/>
                    <a:pt x="7850" y="9221"/>
                  </a:cubicBezTo>
                  <a:cubicBezTo>
                    <a:pt x="7824" y="9259"/>
                    <a:pt x="7801" y="9299"/>
                    <a:pt x="7778" y="9337"/>
                  </a:cubicBezTo>
                  <a:cubicBezTo>
                    <a:pt x="7709" y="9451"/>
                    <a:pt x="7813" y="9575"/>
                    <a:pt x="7920" y="9575"/>
                  </a:cubicBezTo>
                  <a:cubicBezTo>
                    <a:pt x="7947" y="9575"/>
                    <a:pt x="7975" y="9567"/>
                    <a:pt x="8000" y="9548"/>
                  </a:cubicBezTo>
                  <a:lnTo>
                    <a:pt x="8000" y="9548"/>
                  </a:lnTo>
                  <a:cubicBezTo>
                    <a:pt x="7969" y="9617"/>
                    <a:pt x="7983" y="9715"/>
                    <a:pt x="8072" y="9744"/>
                  </a:cubicBezTo>
                  <a:cubicBezTo>
                    <a:pt x="8337" y="9829"/>
                    <a:pt x="8587" y="9867"/>
                    <a:pt x="8824" y="9867"/>
                  </a:cubicBezTo>
                  <a:cubicBezTo>
                    <a:pt x="10122" y="9867"/>
                    <a:pt x="11009" y="8700"/>
                    <a:pt x="11566" y="7518"/>
                  </a:cubicBezTo>
                  <a:cubicBezTo>
                    <a:pt x="11638" y="7821"/>
                    <a:pt x="11730" y="8110"/>
                    <a:pt x="11987" y="8312"/>
                  </a:cubicBezTo>
                  <a:cubicBezTo>
                    <a:pt x="12065" y="8370"/>
                    <a:pt x="12129" y="8442"/>
                    <a:pt x="12181" y="8526"/>
                  </a:cubicBezTo>
                  <a:cubicBezTo>
                    <a:pt x="12166" y="8575"/>
                    <a:pt x="12181" y="8632"/>
                    <a:pt x="12224" y="8667"/>
                  </a:cubicBezTo>
                  <a:cubicBezTo>
                    <a:pt x="12325" y="9141"/>
                    <a:pt x="11664" y="9649"/>
                    <a:pt x="11592" y="10255"/>
                  </a:cubicBezTo>
                  <a:cubicBezTo>
                    <a:pt x="11514" y="10890"/>
                    <a:pt x="11675" y="11413"/>
                    <a:pt x="11967" y="11843"/>
                  </a:cubicBezTo>
                  <a:cubicBezTo>
                    <a:pt x="11921" y="11952"/>
                    <a:pt x="12016" y="12065"/>
                    <a:pt x="12126" y="12071"/>
                  </a:cubicBezTo>
                  <a:cubicBezTo>
                    <a:pt x="12276" y="12241"/>
                    <a:pt x="12449" y="12391"/>
                    <a:pt x="12637" y="12521"/>
                  </a:cubicBezTo>
                  <a:cubicBezTo>
                    <a:pt x="12625" y="12550"/>
                    <a:pt x="12611" y="12576"/>
                    <a:pt x="12599" y="12605"/>
                  </a:cubicBezTo>
                  <a:cubicBezTo>
                    <a:pt x="12563" y="12716"/>
                    <a:pt x="12666" y="12828"/>
                    <a:pt x="12772" y="12828"/>
                  </a:cubicBezTo>
                  <a:cubicBezTo>
                    <a:pt x="12801" y="12828"/>
                    <a:pt x="12830" y="12820"/>
                    <a:pt x="12856" y="12801"/>
                  </a:cubicBezTo>
                  <a:cubicBezTo>
                    <a:pt x="12891" y="12778"/>
                    <a:pt x="12923" y="12746"/>
                    <a:pt x="12960" y="12720"/>
                  </a:cubicBezTo>
                  <a:cubicBezTo>
                    <a:pt x="13540" y="13032"/>
                    <a:pt x="14228" y="13203"/>
                    <a:pt x="14900" y="13223"/>
                  </a:cubicBezTo>
                  <a:cubicBezTo>
                    <a:pt x="14903" y="13223"/>
                    <a:pt x="14906" y="13223"/>
                    <a:pt x="14909" y="13223"/>
                  </a:cubicBezTo>
                  <a:cubicBezTo>
                    <a:pt x="14965" y="13223"/>
                    <a:pt x="15007" y="13171"/>
                    <a:pt x="14998" y="13116"/>
                  </a:cubicBezTo>
                  <a:cubicBezTo>
                    <a:pt x="15013" y="13107"/>
                    <a:pt x="15033" y="13110"/>
                    <a:pt x="15047" y="13099"/>
                  </a:cubicBezTo>
                  <a:cubicBezTo>
                    <a:pt x="16485" y="11941"/>
                    <a:pt x="17704" y="10523"/>
                    <a:pt x="18769" y="8988"/>
                  </a:cubicBezTo>
                  <a:cubicBezTo>
                    <a:pt x="19320" y="8396"/>
                    <a:pt x="19854" y="7787"/>
                    <a:pt x="20357" y="7134"/>
                  </a:cubicBezTo>
                  <a:cubicBezTo>
                    <a:pt x="21180" y="6065"/>
                    <a:pt x="21477" y="5680"/>
                    <a:pt x="21481" y="5680"/>
                  </a:cubicBezTo>
                  <a:lnTo>
                    <a:pt x="21481" y="5680"/>
                  </a:lnTo>
                  <a:cubicBezTo>
                    <a:pt x="21489" y="5680"/>
                    <a:pt x="20134" y="7473"/>
                    <a:pt x="19771" y="8043"/>
                  </a:cubicBezTo>
                  <a:cubicBezTo>
                    <a:pt x="18601" y="9880"/>
                    <a:pt x="17311" y="11641"/>
                    <a:pt x="16067" y="13425"/>
                  </a:cubicBezTo>
                  <a:cubicBezTo>
                    <a:pt x="15979" y="13549"/>
                    <a:pt x="16103" y="13688"/>
                    <a:pt x="16227" y="13688"/>
                  </a:cubicBezTo>
                  <a:cubicBezTo>
                    <a:pt x="16267" y="13688"/>
                    <a:pt x="16308" y="13673"/>
                    <a:pt x="16341" y="13638"/>
                  </a:cubicBezTo>
                  <a:cubicBezTo>
                    <a:pt x="18445" y="11387"/>
                    <a:pt x="20048" y="8765"/>
                    <a:pt x="22014" y="6404"/>
                  </a:cubicBezTo>
                  <a:lnTo>
                    <a:pt x="22014" y="6404"/>
                  </a:lnTo>
                  <a:cubicBezTo>
                    <a:pt x="20039" y="8777"/>
                    <a:pt x="18596" y="11785"/>
                    <a:pt x="16713" y="14288"/>
                  </a:cubicBezTo>
                  <a:cubicBezTo>
                    <a:pt x="16619" y="14410"/>
                    <a:pt x="16746" y="14547"/>
                    <a:pt x="16873" y="14547"/>
                  </a:cubicBezTo>
                  <a:cubicBezTo>
                    <a:pt x="16914" y="14547"/>
                    <a:pt x="16954" y="14533"/>
                    <a:pt x="16988" y="14499"/>
                  </a:cubicBezTo>
                  <a:cubicBezTo>
                    <a:pt x="18665" y="12790"/>
                    <a:pt x="20045" y="10896"/>
                    <a:pt x="21471" y="8979"/>
                  </a:cubicBezTo>
                  <a:cubicBezTo>
                    <a:pt x="21931" y="8360"/>
                    <a:pt x="22116" y="8127"/>
                    <a:pt x="22134" y="8127"/>
                  </a:cubicBezTo>
                  <a:cubicBezTo>
                    <a:pt x="22186" y="8127"/>
                    <a:pt x="20816" y="10110"/>
                    <a:pt x="20697" y="10301"/>
                  </a:cubicBezTo>
                  <a:cubicBezTo>
                    <a:pt x="19791" y="11742"/>
                    <a:pt x="18777" y="13119"/>
                    <a:pt x="17790" y="14502"/>
                  </a:cubicBezTo>
                  <a:cubicBezTo>
                    <a:pt x="17698" y="14631"/>
                    <a:pt x="17822" y="14760"/>
                    <a:pt x="17948" y="14760"/>
                  </a:cubicBezTo>
                  <a:cubicBezTo>
                    <a:pt x="17989" y="14760"/>
                    <a:pt x="18030" y="14746"/>
                    <a:pt x="18064" y="14715"/>
                  </a:cubicBezTo>
                  <a:cubicBezTo>
                    <a:pt x="19014" y="13864"/>
                    <a:pt x="19872" y="12954"/>
                    <a:pt x="20689" y="11999"/>
                  </a:cubicBezTo>
                  <a:lnTo>
                    <a:pt x="20689" y="11999"/>
                  </a:lnTo>
                  <a:cubicBezTo>
                    <a:pt x="20160" y="12775"/>
                    <a:pt x="19644" y="13555"/>
                    <a:pt x="19190" y="14395"/>
                  </a:cubicBezTo>
                  <a:cubicBezTo>
                    <a:pt x="19115" y="14536"/>
                    <a:pt x="19224" y="14649"/>
                    <a:pt x="19342" y="14649"/>
                  </a:cubicBezTo>
                  <a:cubicBezTo>
                    <a:pt x="19396" y="14649"/>
                    <a:pt x="19452" y="14626"/>
                    <a:pt x="19493" y="14571"/>
                  </a:cubicBezTo>
                  <a:cubicBezTo>
                    <a:pt x="20296" y="13509"/>
                    <a:pt x="22227" y="11681"/>
                    <a:pt x="22860" y="10408"/>
                  </a:cubicBezTo>
                  <a:lnTo>
                    <a:pt x="22860" y="10408"/>
                  </a:lnTo>
                  <a:cubicBezTo>
                    <a:pt x="22124" y="11892"/>
                    <a:pt x="20946" y="13214"/>
                    <a:pt x="20054" y="14611"/>
                  </a:cubicBezTo>
                  <a:cubicBezTo>
                    <a:pt x="19964" y="14748"/>
                    <a:pt x="20083" y="14862"/>
                    <a:pt x="20209" y="14862"/>
                  </a:cubicBezTo>
                  <a:cubicBezTo>
                    <a:pt x="20250" y="14862"/>
                    <a:pt x="20292" y="14850"/>
                    <a:pt x="20328" y="14822"/>
                  </a:cubicBezTo>
                  <a:cubicBezTo>
                    <a:pt x="21151" y="14184"/>
                    <a:pt x="21913" y="13514"/>
                    <a:pt x="22594" y="12749"/>
                  </a:cubicBezTo>
                  <a:lnTo>
                    <a:pt x="22594" y="12749"/>
                  </a:lnTo>
                  <a:cubicBezTo>
                    <a:pt x="21835" y="13745"/>
                    <a:pt x="20917" y="14964"/>
                    <a:pt x="20700" y="15258"/>
                  </a:cubicBezTo>
                  <a:cubicBezTo>
                    <a:pt x="20611" y="15377"/>
                    <a:pt x="20740" y="15524"/>
                    <a:pt x="20863" y="15524"/>
                  </a:cubicBezTo>
                  <a:cubicBezTo>
                    <a:pt x="20903" y="15524"/>
                    <a:pt x="20943" y="15508"/>
                    <a:pt x="20974" y="15469"/>
                  </a:cubicBezTo>
                  <a:cubicBezTo>
                    <a:pt x="21913" y="14288"/>
                    <a:pt x="22964" y="13231"/>
                    <a:pt x="24003" y="12137"/>
                  </a:cubicBezTo>
                  <a:lnTo>
                    <a:pt x="24003" y="12137"/>
                  </a:lnTo>
                  <a:cubicBezTo>
                    <a:pt x="23336" y="12842"/>
                    <a:pt x="22054" y="14294"/>
                    <a:pt x="21347" y="15581"/>
                  </a:cubicBezTo>
                  <a:cubicBezTo>
                    <a:pt x="21276" y="15708"/>
                    <a:pt x="21385" y="15847"/>
                    <a:pt x="21503" y="15847"/>
                  </a:cubicBezTo>
                  <a:cubicBezTo>
                    <a:pt x="21543" y="15847"/>
                    <a:pt x="21585" y="15830"/>
                    <a:pt x="21621" y="15792"/>
                  </a:cubicBezTo>
                  <a:cubicBezTo>
                    <a:pt x="22533" y="14848"/>
                    <a:pt x="23648" y="13970"/>
                    <a:pt x="24416" y="12899"/>
                  </a:cubicBezTo>
                  <a:lnTo>
                    <a:pt x="24416" y="12899"/>
                  </a:lnTo>
                  <a:cubicBezTo>
                    <a:pt x="23408" y="14311"/>
                    <a:pt x="22149" y="15506"/>
                    <a:pt x="21240" y="16982"/>
                  </a:cubicBezTo>
                  <a:cubicBezTo>
                    <a:pt x="21155" y="17118"/>
                    <a:pt x="21269" y="17229"/>
                    <a:pt x="21392" y="17229"/>
                  </a:cubicBezTo>
                  <a:cubicBezTo>
                    <a:pt x="21402" y="17229"/>
                    <a:pt x="21412" y="17229"/>
                    <a:pt x="21422" y="17227"/>
                  </a:cubicBezTo>
                  <a:lnTo>
                    <a:pt x="21422" y="17227"/>
                  </a:lnTo>
                  <a:cubicBezTo>
                    <a:pt x="19514" y="19846"/>
                    <a:pt x="17328" y="22236"/>
                    <a:pt x="15224" y="24699"/>
                  </a:cubicBezTo>
                  <a:cubicBezTo>
                    <a:pt x="13431" y="26792"/>
                    <a:pt x="11759" y="29012"/>
                    <a:pt x="10142" y="31284"/>
                  </a:cubicBezTo>
                  <a:cubicBezTo>
                    <a:pt x="10062" y="31382"/>
                    <a:pt x="9981" y="31477"/>
                    <a:pt x="9900" y="31575"/>
                  </a:cubicBezTo>
                  <a:cubicBezTo>
                    <a:pt x="9380" y="32234"/>
                    <a:pt x="8814" y="32877"/>
                    <a:pt x="8240" y="33521"/>
                  </a:cubicBezTo>
                  <a:cubicBezTo>
                    <a:pt x="8719" y="32641"/>
                    <a:pt x="9216" y="31772"/>
                    <a:pt x="9773" y="30937"/>
                  </a:cubicBezTo>
                  <a:cubicBezTo>
                    <a:pt x="10659" y="29809"/>
                    <a:pt x="11528" y="28668"/>
                    <a:pt x="12400" y="27528"/>
                  </a:cubicBezTo>
                  <a:cubicBezTo>
                    <a:pt x="15325" y="24107"/>
                    <a:pt x="18598" y="21038"/>
                    <a:pt x="20576" y="16837"/>
                  </a:cubicBezTo>
                  <a:cubicBezTo>
                    <a:pt x="20636" y="16708"/>
                    <a:pt x="20533" y="16564"/>
                    <a:pt x="20415" y="16564"/>
                  </a:cubicBezTo>
                  <a:cubicBezTo>
                    <a:pt x="20375" y="16564"/>
                    <a:pt x="20333" y="16581"/>
                    <a:pt x="20296" y="16621"/>
                  </a:cubicBezTo>
                  <a:cubicBezTo>
                    <a:pt x="17582" y="19511"/>
                    <a:pt x="15463" y="22805"/>
                    <a:pt x="13136" y="26001"/>
                  </a:cubicBezTo>
                  <a:cubicBezTo>
                    <a:pt x="12311" y="27135"/>
                    <a:pt x="11462" y="28255"/>
                    <a:pt x="10604" y="29370"/>
                  </a:cubicBezTo>
                  <a:cubicBezTo>
                    <a:pt x="10252" y="29797"/>
                    <a:pt x="9897" y="30219"/>
                    <a:pt x="9562" y="30660"/>
                  </a:cubicBezTo>
                  <a:cubicBezTo>
                    <a:pt x="9478" y="30770"/>
                    <a:pt x="9403" y="30888"/>
                    <a:pt x="9323" y="31001"/>
                  </a:cubicBezTo>
                  <a:cubicBezTo>
                    <a:pt x="8578" y="31948"/>
                    <a:pt x="7827" y="32892"/>
                    <a:pt x="7076" y="33833"/>
                  </a:cubicBezTo>
                  <a:cubicBezTo>
                    <a:pt x="7611" y="32990"/>
                    <a:pt x="8136" y="32138"/>
                    <a:pt x="8664" y="31290"/>
                  </a:cubicBezTo>
                  <a:cubicBezTo>
                    <a:pt x="9294" y="30285"/>
                    <a:pt x="9958" y="29300"/>
                    <a:pt x="10636" y="28328"/>
                  </a:cubicBezTo>
                  <a:cubicBezTo>
                    <a:pt x="11875" y="26838"/>
                    <a:pt x="13076" y="25316"/>
                    <a:pt x="14210" y="23731"/>
                  </a:cubicBezTo>
                  <a:cubicBezTo>
                    <a:pt x="14519" y="23296"/>
                    <a:pt x="14972" y="22649"/>
                    <a:pt x="15460" y="21950"/>
                  </a:cubicBezTo>
                  <a:cubicBezTo>
                    <a:pt x="16748" y="20348"/>
                    <a:pt x="18053" y="18766"/>
                    <a:pt x="19343" y="17181"/>
                  </a:cubicBezTo>
                  <a:cubicBezTo>
                    <a:pt x="19440" y="17064"/>
                    <a:pt x="19339" y="16907"/>
                    <a:pt x="19225" y="16907"/>
                  </a:cubicBezTo>
                  <a:cubicBezTo>
                    <a:pt x="19190" y="16907"/>
                    <a:pt x="19153" y="16922"/>
                    <a:pt x="19121" y="16959"/>
                  </a:cubicBezTo>
                  <a:cubicBezTo>
                    <a:pt x="17813" y="18480"/>
                    <a:pt x="16583" y="20062"/>
                    <a:pt x="15365" y="21653"/>
                  </a:cubicBezTo>
                  <a:cubicBezTo>
                    <a:pt x="14765" y="22403"/>
                    <a:pt x="14158" y="23151"/>
                    <a:pt x="13564" y="23910"/>
                  </a:cubicBezTo>
                  <a:cubicBezTo>
                    <a:pt x="12772" y="24918"/>
                    <a:pt x="12019" y="25946"/>
                    <a:pt x="11277" y="26982"/>
                  </a:cubicBezTo>
                  <a:cubicBezTo>
                    <a:pt x="10521" y="27949"/>
                    <a:pt x="9750" y="28911"/>
                    <a:pt x="8947" y="29849"/>
                  </a:cubicBezTo>
                  <a:cubicBezTo>
                    <a:pt x="8442" y="30441"/>
                    <a:pt x="7908" y="31021"/>
                    <a:pt x="7365" y="31604"/>
                  </a:cubicBezTo>
                  <a:cubicBezTo>
                    <a:pt x="7931" y="30701"/>
                    <a:pt x="8497" y="29803"/>
                    <a:pt x="9071" y="28911"/>
                  </a:cubicBezTo>
                  <a:cubicBezTo>
                    <a:pt x="11854" y="24592"/>
                    <a:pt x="16121" y="21176"/>
                    <a:pt x="18301" y="16508"/>
                  </a:cubicBezTo>
                  <a:cubicBezTo>
                    <a:pt x="18357" y="16386"/>
                    <a:pt x="18261" y="16254"/>
                    <a:pt x="18150" y="16254"/>
                  </a:cubicBezTo>
                  <a:cubicBezTo>
                    <a:pt x="18112" y="16254"/>
                    <a:pt x="18072" y="16269"/>
                    <a:pt x="18036" y="16306"/>
                  </a:cubicBezTo>
                  <a:cubicBezTo>
                    <a:pt x="17383" y="16964"/>
                    <a:pt x="16751" y="17643"/>
                    <a:pt x="16127" y="18327"/>
                  </a:cubicBezTo>
                  <a:cubicBezTo>
                    <a:pt x="16586" y="17701"/>
                    <a:pt x="17028" y="17062"/>
                    <a:pt x="17432" y="16396"/>
                  </a:cubicBezTo>
                  <a:cubicBezTo>
                    <a:pt x="17506" y="16276"/>
                    <a:pt x="17400" y="16156"/>
                    <a:pt x="17286" y="16156"/>
                  </a:cubicBezTo>
                  <a:cubicBezTo>
                    <a:pt x="17249" y="16156"/>
                    <a:pt x="17211" y="16169"/>
                    <a:pt x="17178" y="16199"/>
                  </a:cubicBezTo>
                  <a:cubicBezTo>
                    <a:pt x="10480" y="22444"/>
                    <a:pt x="5783" y="30891"/>
                    <a:pt x="73" y="37999"/>
                  </a:cubicBezTo>
                  <a:cubicBezTo>
                    <a:pt x="0" y="38091"/>
                    <a:pt x="78" y="38210"/>
                    <a:pt x="163" y="38210"/>
                  </a:cubicBezTo>
                  <a:cubicBezTo>
                    <a:pt x="191" y="38210"/>
                    <a:pt x="219" y="38198"/>
                    <a:pt x="243" y="38169"/>
                  </a:cubicBezTo>
                  <a:cubicBezTo>
                    <a:pt x="5056" y="32369"/>
                    <a:pt x="9172" y="25960"/>
                    <a:pt x="13994" y="20163"/>
                  </a:cubicBezTo>
                  <a:lnTo>
                    <a:pt x="13994" y="20163"/>
                  </a:lnTo>
                  <a:cubicBezTo>
                    <a:pt x="9138" y="26009"/>
                    <a:pt x="5107" y="32436"/>
                    <a:pt x="664" y="38651"/>
                  </a:cubicBezTo>
                  <a:cubicBezTo>
                    <a:pt x="579" y="38771"/>
                    <a:pt x="690" y="38882"/>
                    <a:pt x="807" y="38882"/>
                  </a:cubicBezTo>
                  <a:cubicBezTo>
                    <a:pt x="856" y="38882"/>
                    <a:pt x="907" y="38862"/>
                    <a:pt x="944" y="38813"/>
                  </a:cubicBezTo>
                  <a:cubicBezTo>
                    <a:pt x="6028" y="32159"/>
                    <a:pt x="10529" y="25065"/>
                    <a:pt x="16110" y="18800"/>
                  </a:cubicBezTo>
                  <a:cubicBezTo>
                    <a:pt x="16782" y="18047"/>
                    <a:pt x="17289" y="17560"/>
                    <a:pt x="17401" y="17560"/>
                  </a:cubicBezTo>
                  <a:cubicBezTo>
                    <a:pt x="17536" y="17560"/>
                    <a:pt x="17097" y="18266"/>
                    <a:pt x="15683" y="20065"/>
                  </a:cubicBezTo>
                  <a:cubicBezTo>
                    <a:pt x="14433" y="21656"/>
                    <a:pt x="13003" y="23128"/>
                    <a:pt x="11707" y="24684"/>
                  </a:cubicBezTo>
                  <a:cubicBezTo>
                    <a:pt x="9548" y="27282"/>
                    <a:pt x="7775" y="30236"/>
                    <a:pt x="5971" y="33106"/>
                  </a:cubicBezTo>
                  <a:cubicBezTo>
                    <a:pt x="4227" y="34997"/>
                    <a:pt x="2564" y="36971"/>
                    <a:pt x="1617" y="39336"/>
                  </a:cubicBezTo>
                  <a:cubicBezTo>
                    <a:pt x="1575" y="39442"/>
                    <a:pt x="1682" y="39538"/>
                    <a:pt x="1782" y="39538"/>
                  </a:cubicBezTo>
                  <a:cubicBezTo>
                    <a:pt x="1820" y="39538"/>
                    <a:pt x="1858" y="39524"/>
                    <a:pt x="1886" y="39492"/>
                  </a:cubicBezTo>
                  <a:cubicBezTo>
                    <a:pt x="3488" y="37569"/>
                    <a:pt x="4888" y="35490"/>
                    <a:pt x="6239" y="33380"/>
                  </a:cubicBezTo>
                  <a:cubicBezTo>
                    <a:pt x="6519" y="33080"/>
                    <a:pt x="6796" y="32782"/>
                    <a:pt x="7059" y="32485"/>
                  </a:cubicBezTo>
                  <a:cubicBezTo>
                    <a:pt x="7735" y="31714"/>
                    <a:pt x="8410" y="30940"/>
                    <a:pt x="9077" y="30164"/>
                  </a:cubicBezTo>
                  <a:lnTo>
                    <a:pt x="9077" y="30164"/>
                  </a:lnTo>
                  <a:cubicBezTo>
                    <a:pt x="8257" y="31388"/>
                    <a:pt x="7449" y="32623"/>
                    <a:pt x="6649" y="33868"/>
                  </a:cubicBezTo>
                  <a:cubicBezTo>
                    <a:pt x="6034" y="34829"/>
                    <a:pt x="5419" y="35767"/>
                    <a:pt x="4778" y="36694"/>
                  </a:cubicBezTo>
                  <a:cubicBezTo>
                    <a:pt x="3950" y="37725"/>
                    <a:pt x="3124" y="38761"/>
                    <a:pt x="2301" y="39801"/>
                  </a:cubicBezTo>
                  <a:cubicBezTo>
                    <a:pt x="2204" y="39924"/>
                    <a:pt x="2306" y="40088"/>
                    <a:pt x="2425" y="40088"/>
                  </a:cubicBezTo>
                  <a:cubicBezTo>
                    <a:pt x="2462" y="40088"/>
                    <a:pt x="2500" y="40072"/>
                    <a:pt x="2535" y="40034"/>
                  </a:cubicBezTo>
                  <a:cubicBezTo>
                    <a:pt x="3690" y="38770"/>
                    <a:pt x="4709" y="37404"/>
                    <a:pt x="5662" y="35998"/>
                  </a:cubicBezTo>
                  <a:cubicBezTo>
                    <a:pt x="6095" y="35510"/>
                    <a:pt x="6522" y="35025"/>
                    <a:pt x="6900" y="34555"/>
                  </a:cubicBezTo>
                  <a:cubicBezTo>
                    <a:pt x="7215" y="34159"/>
                    <a:pt x="7524" y="33764"/>
                    <a:pt x="7839" y="33368"/>
                  </a:cubicBezTo>
                  <a:lnTo>
                    <a:pt x="7839" y="33368"/>
                  </a:lnTo>
                  <a:cubicBezTo>
                    <a:pt x="7564" y="33859"/>
                    <a:pt x="7299" y="34350"/>
                    <a:pt x="7036" y="34846"/>
                  </a:cubicBezTo>
                  <a:cubicBezTo>
                    <a:pt x="5382" y="36674"/>
                    <a:pt x="3748" y="38542"/>
                    <a:pt x="2706" y="40693"/>
                  </a:cubicBezTo>
                  <a:cubicBezTo>
                    <a:pt x="2639" y="40826"/>
                    <a:pt x="2736" y="40941"/>
                    <a:pt x="2852" y="40941"/>
                  </a:cubicBezTo>
                  <a:cubicBezTo>
                    <a:pt x="2892" y="40941"/>
                    <a:pt x="2933" y="40928"/>
                    <a:pt x="2971" y="40898"/>
                  </a:cubicBezTo>
                  <a:cubicBezTo>
                    <a:pt x="3563" y="40433"/>
                    <a:pt x="4074" y="39910"/>
                    <a:pt x="4553" y="39365"/>
                  </a:cubicBezTo>
                  <a:lnTo>
                    <a:pt x="4553" y="39365"/>
                  </a:lnTo>
                  <a:cubicBezTo>
                    <a:pt x="4120" y="39991"/>
                    <a:pt x="3684" y="40615"/>
                    <a:pt x="3248" y="41235"/>
                  </a:cubicBezTo>
                  <a:cubicBezTo>
                    <a:pt x="3161" y="41357"/>
                    <a:pt x="3273" y="41467"/>
                    <a:pt x="3392" y="41467"/>
                  </a:cubicBezTo>
                  <a:cubicBezTo>
                    <a:pt x="3442" y="41467"/>
                    <a:pt x="3493" y="41447"/>
                    <a:pt x="3531" y="41400"/>
                  </a:cubicBezTo>
                  <a:cubicBezTo>
                    <a:pt x="7365" y="36437"/>
                    <a:pt x="11032" y="31350"/>
                    <a:pt x="14944" y="26448"/>
                  </a:cubicBezTo>
                  <a:cubicBezTo>
                    <a:pt x="16604" y="24369"/>
                    <a:pt x="18408" y="22418"/>
                    <a:pt x="20117" y="20383"/>
                  </a:cubicBezTo>
                  <a:cubicBezTo>
                    <a:pt x="20619" y="19785"/>
                    <a:pt x="21200" y="18939"/>
                    <a:pt x="21656" y="18310"/>
                  </a:cubicBezTo>
                  <a:cubicBezTo>
                    <a:pt x="22175" y="17640"/>
                    <a:pt x="22692" y="16970"/>
                    <a:pt x="23209" y="16300"/>
                  </a:cubicBezTo>
                  <a:cubicBezTo>
                    <a:pt x="23215" y="16289"/>
                    <a:pt x="23221" y="16280"/>
                    <a:pt x="23223" y="16266"/>
                  </a:cubicBezTo>
                  <a:cubicBezTo>
                    <a:pt x="23460" y="15971"/>
                    <a:pt x="23697" y="15677"/>
                    <a:pt x="23928" y="15379"/>
                  </a:cubicBezTo>
                  <a:cubicBezTo>
                    <a:pt x="23943" y="15377"/>
                    <a:pt x="23958" y="15376"/>
                    <a:pt x="23973" y="15376"/>
                  </a:cubicBezTo>
                  <a:cubicBezTo>
                    <a:pt x="24174" y="15376"/>
                    <a:pt x="24369" y="15574"/>
                    <a:pt x="24560" y="15980"/>
                  </a:cubicBezTo>
                  <a:cubicBezTo>
                    <a:pt x="22014" y="20463"/>
                    <a:pt x="17201" y="24063"/>
                    <a:pt x="13988" y="28097"/>
                  </a:cubicBezTo>
                  <a:cubicBezTo>
                    <a:pt x="10327" y="32696"/>
                    <a:pt x="7117" y="37716"/>
                    <a:pt x="3563" y="42416"/>
                  </a:cubicBezTo>
                  <a:cubicBezTo>
                    <a:pt x="3476" y="42532"/>
                    <a:pt x="3603" y="42675"/>
                    <a:pt x="3723" y="42675"/>
                  </a:cubicBezTo>
                  <a:cubicBezTo>
                    <a:pt x="3762" y="42675"/>
                    <a:pt x="3801" y="42660"/>
                    <a:pt x="3831" y="42624"/>
                  </a:cubicBezTo>
                  <a:cubicBezTo>
                    <a:pt x="3956" y="42477"/>
                    <a:pt x="4085" y="42321"/>
                    <a:pt x="4210" y="42171"/>
                  </a:cubicBezTo>
                  <a:cubicBezTo>
                    <a:pt x="4225" y="42178"/>
                    <a:pt x="4241" y="42181"/>
                    <a:pt x="4256" y="42181"/>
                  </a:cubicBezTo>
                  <a:cubicBezTo>
                    <a:pt x="4274" y="42181"/>
                    <a:pt x="4291" y="42177"/>
                    <a:pt x="4308" y="42168"/>
                  </a:cubicBezTo>
                  <a:cubicBezTo>
                    <a:pt x="5642" y="41437"/>
                    <a:pt x="6857" y="40329"/>
                    <a:pt x="7989" y="39087"/>
                  </a:cubicBezTo>
                  <a:lnTo>
                    <a:pt x="7989" y="39087"/>
                  </a:lnTo>
                  <a:cubicBezTo>
                    <a:pt x="6817" y="40548"/>
                    <a:pt x="5653" y="42012"/>
                    <a:pt x="4458" y="43464"/>
                  </a:cubicBezTo>
                  <a:cubicBezTo>
                    <a:pt x="4359" y="43585"/>
                    <a:pt x="4462" y="43747"/>
                    <a:pt x="4580" y="43747"/>
                  </a:cubicBezTo>
                  <a:cubicBezTo>
                    <a:pt x="4617" y="43747"/>
                    <a:pt x="4655" y="43732"/>
                    <a:pt x="4689" y="43695"/>
                  </a:cubicBezTo>
                  <a:cubicBezTo>
                    <a:pt x="6949" y="41221"/>
                    <a:pt x="9080" y="38646"/>
                    <a:pt x="11162" y="36033"/>
                  </a:cubicBezTo>
                  <a:cubicBezTo>
                    <a:pt x="11872" y="35170"/>
                    <a:pt x="12570" y="34301"/>
                    <a:pt x="13243" y="33406"/>
                  </a:cubicBezTo>
                  <a:cubicBezTo>
                    <a:pt x="13379" y="33224"/>
                    <a:pt x="13520" y="33048"/>
                    <a:pt x="13656" y="32866"/>
                  </a:cubicBezTo>
                  <a:cubicBezTo>
                    <a:pt x="14355" y="31971"/>
                    <a:pt x="15050" y="31076"/>
                    <a:pt x="15749" y="30178"/>
                  </a:cubicBezTo>
                  <a:cubicBezTo>
                    <a:pt x="17354" y="28149"/>
                    <a:pt x="18991" y="26136"/>
                    <a:pt x="20599" y="24098"/>
                  </a:cubicBezTo>
                  <a:cubicBezTo>
                    <a:pt x="22906" y="21431"/>
                    <a:pt x="25444" y="18933"/>
                    <a:pt x="27828" y="16326"/>
                  </a:cubicBezTo>
                  <a:cubicBezTo>
                    <a:pt x="28195" y="16127"/>
                    <a:pt x="28478" y="15804"/>
                    <a:pt x="28634" y="15420"/>
                  </a:cubicBezTo>
                  <a:cubicBezTo>
                    <a:pt x="30066" y="13809"/>
                    <a:pt x="31434" y="12149"/>
                    <a:pt x="32626" y="10362"/>
                  </a:cubicBezTo>
                  <a:lnTo>
                    <a:pt x="32626" y="10356"/>
                  </a:lnTo>
                  <a:cubicBezTo>
                    <a:pt x="32667" y="10512"/>
                    <a:pt x="32699" y="10671"/>
                    <a:pt x="32739" y="10829"/>
                  </a:cubicBezTo>
                  <a:cubicBezTo>
                    <a:pt x="32722" y="10838"/>
                    <a:pt x="32707" y="10841"/>
                    <a:pt x="32693" y="10858"/>
                  </a:cubicBezTo>
                  <a:cubicBezTo>
                    <a:pt x="31708" y="12250"/>
                    <a:pt x="30649" y="13587"/>
                    <a:pt x="29563" y="14900"/>
                  </a:cubicBezTo>
                  <a:cubicBezTo>
                    <a:pt x="29537" y="14926"/>
                    <a:pt x="29506" y="14958"/>
                    <a:pt x="29482" y="14981"/>
                  </a:cubicBezTo>
                  <a:cubicBezTo>
                    <a:pt x="27794" y="16676"/>
                    <a:pt x="26090" y="18214"/>
                    <a:pt x="24575" y="20079"/>
                  </a:cubicBezTo>
                  <a:cubicBezTo>
                    <a:pt x="23639" y="21231"/>
                    <a:pt x="22724" y="22401"/>
                    <a:pt x="21817" y="23576"/>
                  </a:cubicBezTo>
                  <a:cubicBezTo>
                    <a:pt x="19762" y="25819"/>
                    <a:pt x="17738" y="28088"/>
                    <a:pt x="15867" y="30484"/>
                  </a:cubicBezTo>
                  <a:cubicBezTo>
                    <a:pt x="13714" y="33250"/>
                    <a:pt x="11548" y="36013"/>
                    <a:pt x="9349" y="38747"/>
                  </a:cubicBezTo>
                  <a:cubicBezTo>
                    <a:pt x="9066" y="39096"/>
                    <a:pt x="8531" y="39913"/>
                    <a:pt x="7908" y="40791"/>
                  </a:cubicBezTo>
                  <a:cubicBezTo>
                    <a:pt x="7458" y="41354"/>
                    <a:pt x="7019" y="41925"/>
                    <a:pt x="6597" y="42503"/>
                  </a:cubicBezTo>
                  <a:cubicBezTo>
                    <a:pt x="5936" y="43274"/>
                    <a:pt x="5286" y="43860"/>
                    <a:pt x="4793" y="43894"/>
                  </a:cubicBezTo>
                  <a:cubicBezTo>
                    <a:pt x="4643" y="43906"/>
                    <a:pt x="4640" y="44131"/>
                    <a:pt x="4782" y="44131"/>
                  </a:cubicBezTo>
                  <a:cubicBezTo>
                    <a:pt x="4786" y="44131"/>
                    <a:pt x="4789" y="44131"/>
                    <a:pt x="4793" y="44131"/>
                  </a:cubicBezTo>
                  <a:cubicBezTo>
                    <a:pt x="5082" y="44114"/>
                    <a:pt x="5405" y="43961"/>
                    <a:pt x="5746" y="43730"/>
                  </a:cubicBezTo>
                  <a:lnTo>
                    <a:pt x="5746" y="43730"/>
                  </a:lnTo>
                  <a:cubicBezTo>
                    <a:pt x="5601" y="43946"/>
                    <a:pt x="5451" y="44154"/>
                    <a:pt x="5315" y="44374"/>
                  </a:cubicBezTo>
                  <a:cubicBezTo>
                    <a:pt x="5257" y="44466"/>
                    <a:pt x="5343" y="44591"/>
                    <a:pt x="5441" y="44591"/>
                  </a:cubicBezTo>
                  <a:cubicBezTo>
                    <a:pt x="5464" y="44591"/>
                    <a:pt x="5489" y="44584"/>
                    <a:pt x="5512" y="44567"/>
                  </a:cubicBezTo>
                  <a:cubicBezTo>
                    <a:pt x="6109" y="44134"/>
                    <a:pt x="6681" y="43663"/>
                    <a:pt x="7221" y="43155"/>
                  </a:cubicBezTo>
                  <a:lnTo>
                    <a:pt x="7221" y="43155"/>
                  </a:lnTo>
                  <a:cubicBezTo>
                    <a:pt x="6600" y="43981"/>
                    <a:pt x="5991" y="44815"/>
                    <a:pt x="5411" y="45658"/>
                  </a:cubicBezTo>
                  <a:cubicBezTo>
                    <a:pt x="5326" y="45780"/>
                    <a:pt x="5437" y="45884"/>
                    <a:pt x="5552" y="45884"/>
                  </a:cubicBezTo>
                  <a:cubicBezTo>
                    <a:pt x="5589" y="45884"/>
                    <a:pt x="5627" y="45874"/>
                    <a:pt x="5659" y="45849"/>
                  </a:cubicBezTo>
                  <a:cubicBezTo>
                    <a:pt x="7024" y="44792"/>
                    <a:pt x="8280" y="43585"/>
                    <a:pt x="9478" y="42301"/>
                  </a:cubicBezTo>
                  <a:lnTo>
                    <a:pt x="9478" y="42301"/>
                  </a:lnTo>
                  <a:cubicBezTo>
                    <a:pt x="9398" y="42410"/>
                    <a:pt x="9314" y="42517"/>
                    <a:pt x="9236" y="42627"/>
                  </a:cubicBezTo>
                  <a:cubicBezTo>
                    <a:pt x="8327" y="43663"/>
                    <a:pt x="7417" y="44697"/>
                    <a:pt x="6508" y="45730"/>
                  </a:cubicBezTo>
                  <a:cubicBezTo>
                    <a:pt x="6401" y="45851"/>
                    <a:pt x="6503" y="46008"/>
                    <a:pt x="6627" y="46008"/>
                  </a:cubicBezTo>
                  <a:cubicBezTo>
                    <a:pt x="6664" y="46008"/>
                    <a:pt x="6703" y="45994"/>
                    <a:pt x="6739" y="45961"/>
                  </a:cubicBezTo>
                  <a:cubicBezTo>
                    <a:pt x="7795" y="44974"/>
                    <a:pt x="8705" y="43868"/>
                    <a:pt x="9579" y="42731"/>
                  </a:cubicBezTo>
                  <a:cubicBezTo>
                    <a:pt x="10604" y="41562"/>
                    <a:pt x="11626" y="40392"/>
                    <a:pt x="12651" y="39223"/>
                  </a:cubicBezTo>
                  <a:cubicBezTo>
                    <a:pt x="15019" y="36512"/>
                    <a:pt x="17366" y="33781"/>
                    <a:pt x="19687" y="31030"/>
                  </a:cubicBezTo>
                  <a:cubicBezTo>
                    <a:pt x="24219" y="25663"/>
                    <a:pt x="28651" y="20157"/>
                    <a:pt x="33296" y="14903"/>
                  </a:cubicBezTo>
                  <a:lnTo>
                    <a:pt x="33296" y="14903"/>
                  </a:lnTo>
                  <a:cubicBezTo>
                    <a:pt x="28966" y="19802"/>
                    <a:pt x="24961" y="25054"/>
                    <a:pt x="20868" y="30172"/>
                  </a:cubicBezTo>
                  <a:cubicBezTo>
                    <a:pt x="16413" y="35744"/>
                    <a:pt x="11459" y="40886"/>
                    <a:pt x="7048" y="46484"/>
                  </a:cubicBezTo>
                  <a:cubicBezTo>
                    <a:pt x="6947" y="46613"/>
                    <a:pt x="7041" y="46757"/>
                    <a:pt x="7165" y="46757"/>
                  </a:cubicBezTo>
                  <a:cubicBezTo>
                    <a:pt x="7201" y="46757"/>
                    <a:pt x="7241" y="46745"/>
                    <a:pt x="7279" y="46715"/>
                  </a:cubicBezTo>
                  <a:cubicBezTo>
                    <a:pt x="7989" y="46161"/>
                    <a:pt x="8664" y="45575"/>
                    <a:pt x="9323" y="44974"/>
                  </a:cubicBezTo>
                  <a:lnTo>
                    <a:pt x="9323" y="44974"/>
                  </a:lnTo>
                  <a:cubicBezTo>
                    <a:pt x="8722" y="45733"/>
                    <a:pt x="8130" y="46498"/>
                    <a:pt x="7564" y="47272"/>
                  </a:cubicBezTo>
                  <a:cubicBezTo>
                    <a:pt x="7476" y="47393"/>
                    <a:pt x="7593" y="47504"/>
                    <a:pt x="7712" y="47504"/>
                  </a:cubicBezTo>
                  <a:cubicBezTo>
                    <a:pt x="7749" y="47504"/>
                    <a:pt x="7787" y="47493"/>
                    <a:pt x="7818" y="47468"/>
                  </a:cubicBezTo>
                  <a:cubicBezTo>
                    <a:pt x="8526" y="46891"/>
                    <a:pt x="9204" y="46282"/>
                    <a:pt x="9868" y="45661"/>
                  </a:cubicBezTo>
                  <a:lnTo>
                    <a:pt x="9868" y="45661"/>
                  </a:lnTo>
                  <a:cubicBezTo>
                    <a:pt x="9216" y="46472"/>
                    <a:pt x="8563" y="47287"/>
                    <a:pt x="7917" y="48104"/>
                  </a:cubicBezTo>
                  <a:cubicBezTo>
                    <a:pt x="7819" y="48225"/>
                    <a:pt x="7912" y="48376"/>
                    <a:pt x="8029" y="48376"/>
                  </a:cubicBezTo>
                  <a:cubicBezTo>
                    <a:pt x="8065" y="48376"/>
                    <a:pt x="8103" y="48362"/>
                    <a:pt x="8139" y="48329"/>
                  </a:cubicBezTo>
                  <a:cubicBezTo>
                    <a:pt x="8338" y="48150"/>
                    <a:pt x="8531" y="47965"/>
                    <a:pt x="8728" y="47783"/>
                  </a:cubicBezTo>
                  <a:lnTo>
                    <a:pt x="8728" y="47783"/>
                  </a:lnTo>
                  <a:cubicBezTo>
                    <a:pt x="8529" y="48153"/>
                    <a:pt x="8367" y="48539"/>
                    <a:pt x="8246" y="48941"/>
                  </a:cubicBezTo>
                  <a:cubicBezTo>
                    <a:pt x="8223" y="49022"/>
                    <a:pt x="8288" y="49075"/>
                    <a:pt x="8353" y="49075"/>
                  </a:cubicBezTo>
                  <a:cubicBezTo>
                    <a:pt x="8396" y="49075"/>
                    <a:pt x="8439" y="49052"/>
                    <a:pt x="8456" y="48999"/>
                  </a:cubicBezTo>
                  <a:cubicBezTo>
                    <a:pt x="8710" y="48216"/>
                    <a:pt x="9190" y="47500"/>
                    <a:pt x="9767" y="46822"/>
                  </a:cubicBezTo>
                  <a:cubicBezTo>
                    <a:pt x="10469" y="46158"/>
                    <a:pt x="11162" y="45488"/>
                    <a:pt x="11843" y="44804"/>
                  </a:cubicBezTo>
                  <a:cubicBezTo>
                    <a:pt x="12703" y="44073"/>
                    <a:pt x="13578" y="43389"/>
                    <a:pt x="14285" y="42725"/>
                  </a:cubicBezTo>
                  <a:cubicBezTo>
                    <a:pt x="14669" y="42361"/>
                    <a:pt x="15042" y="41992"/>
                    <a:pt x="15423" y="41625"/>
                  </a:cubicBezTo>
                  <a:lnTo>
                    <a:pt x="15423" y="41625"/>
                  </a:lnTo>
                  <a:cubicBezTo>
                    <a:pt x="14461" y="42745"/>
                    <a:pt x="13488" y="43857"/>
                    <a:pt x="12504" y="44960"/>
                  </a:cubicBezTo>
                  <a:cubicBezTo>
                    <a:pt x="11433" y="45984"/>
                    <a:pt x="10362" y="47096"/>
                    <a:pt x="9683" y="48072"/>
                  </a:cubicBezTo>
                  <a:cubicBezTo>
                    <a:pt x="9276" y="48514"/>
                    <a:pt x="8875" y="48967"/>
                    <a:pt x="8462" y="49406"/>
                  </a:cubicBezTo>
                  <a:cubicBezTo>
                    <a:pt x="8372" y="49503"/>
                    <a:pt x="8456" y="49661"/>
                    <a:pt x="8567" y="49661"/>
                  </a:cubicBezTo>
                  <a:cubicBezTo>
                    <a:pt x="8591" y="49661"/>
                    <a:pt x="8616" y="49653"/>
                    <a:pt x="8641" y="49637"/>
                  </a:cubicBezTo>
                  <a:cubicBezTo>
                    <a:pt x="8771" y="49550"/>
                    <a:pt x="8895" y="49452"/>
                    <a:pt x="9025" y="49362"/>
                  </a:cubicBezTo>
                  <a:lnTo>
                    <a:pt x="9025" y="49362"/>
                  </a:lnTo>
                  <a:cubicBezTo>
                    <a:pt x="8982" y="49515"/>
                    <a:pt x="8965" y="49674"/>
                    <a:pt x="8976" y="49833"/>
                  </a:cubicBezTo>
                  <a:cubicBezTo>
                    <a:pt x="8985" y="49916"/>
                    <a:pt x="9055" y="49957"/>
                    <a:pt x="9120" y="49957"/>
                  </a:cubicBezTo>
                  <a:cubicBezTo>
                    <a:pt x="9184" y="49957"/>
                    <a:pt x="9245" y="49916"/>
                    <a:pt x="9236" y="49833"/>
                  </a:cubicBezTo>
                  <a:cubicBezTo>
                    <a:pt x="9213" y="49616"/>
                    <a:pt x="9311" y="49342"/>
                    <a:pt x="9478" y="49039"/>
                  </a:cubicBezTo>
                  <a:cubicBezTo>
                    <a:pt x="13168" y="46360"/>
                    <a:pt x="16159" y="42722"/>
                    <a:pt x="19014" y="38981"/>
                  </a:cubicBezTo>
                  <a:cubicBezTo>
                    <a:pt x="19984" y="37970"/>
                    <a:pt x="20957" y="36960"/>
                    <a:pt x="21930" y="35949"/>
                  </a:cubicBezTo>
                  <a:cubicBezTo>
                    <a:pt x="23325" y="34500"/>
                    <a:pt x="24707" y="33042"/>
                    <a:pt x="26084" y="31575"/>
                  </a:cubicBezTo>
                  <a:lnTo>
                    <a:pt x="26084" y="31575"/>
                  </a:lnTo>
                  <a:cubicBezTo>
                    <a:pt x="24808" y="33184"/>
                    <a:pt x="23553" y="34806"/>
                    <a:pt x="22279" y="36417"/>
                  </a:cubicBezTo>
                  <a:cubicBezTo>
                    <a:pt x="20403" y="38429"/>
                    <a:pt x="18544" y="40453"/>
                    <a:pt x="16777" y="42578"/>
                  </a:cubicBezTo>
                  <a:cubicBezTo>
                    <a:pt x="14285" y="45577"/>
                    <a:pt x="11141" y="47913"/>
                    <a:pt x="8682" y="50915"/>
                  </a:cubicBezTo>
                  <a:cubicBezTo>
                    <a:pt x="8602" y="51022"/>
                    <a:pt x="8690" y="51149"/>
                    <a:pt x="8796" y="51149"/>
                  </a:cubicBezTo>
                  <a:cubicBezTo>
                    <a:pt x="8825" y="51149"/>
                    <a:pt x="8855" y="51139"/>
                    <a:pt x="8884" y="51118"/>
                  </a:cubicBezTo>
                  <a:cubicBezTo>
                    <a:pt x="12215" y="48410"/>
                    <a:pt x="15215" y="45309"/>
                    <a:pt x="18053" y="42035"/>
                  </a:cubicBezTo>
                  <a:lnTo>
                    <a:pt x="18053" y="42035"/>
                  </a:lnTo>
                  <a:cubicBezTo>
                    <a:pt x="17654" y="42572"/>
                    <a:pt x="17259" y="43109"/>
                    <a:pt x="16860" y="43649"/>
                  </a:cubicBezTo>
                  <a:cubicBezTo>
                    <a:pt x="16410" y="44270"/>
                    <a:pt x="15945" y="44873"/>
                    <a:pt x="15483" y="45479"/>
                  </a:cubicBezTo>
                  <a:cubicBezTo>
                    <a:pt x="12983" y="47953"/>
                    <a:pt x="10506" y="50445"/>
                    <a:pt x="8234" y="53058"/>
                  </a:cubicBezTo>
                  <a:cubicBezTo>
                    <a:pt x="8143" y="53165"/>
                    <a:pt x="8228" y="53344"/>
                    <a:pt x="8345" y="53344"/>
                  </a:cubicBezTo>
                  <a:cubicBezTo>
                    <a:pt x="8373" y="53344"/>
                    <a:pt x="8402" y="53334"/>
                    <a:pt x="8430" y="53312"/>
                  </a:cubicBezTo>
                  <a:cubicBezTo>
                    <a:pt x="11138" y="51282"/>
                    <a:pt x="13425" y="48785"/>
                    <a:pt x="15561" y="46126"/>
                  </a:cubicBezTo>
                  <a:cubicBezTo>
                    <a:pt x="16329" y="45370"/>
                    <a:pt x="17094" y="44607"/>
                    <a:pt x="17854" y="43842"/>
                  </a:cubicBezTo>
                  <a:lnTo>
                    <a:pt x="17854" y="43842"/>
                  </a:lnTo>
                  <a:cubicBezTo>
                    <a:pt x="14554" y="47601"/>
                    <a:pt x="11214" y="51323"/>
                    <a:pt x="7709" y="54902"/>
                  </a:cubicBezTo>
                  <a:cubicBezTo>
                    <a:pt x="7609" y="55005"/>
                    <a:pt x="7704" y="55147"/>
                    <a:pt x="7815" y="55147"/>
                  </a:cubicBezTo>
                  <a:cubicBezTo>
                    <a:pt x="7848" y="55147"/>
                    <a:pt x="7883" y="55134"/>
                    <a:pt x="7914" y="55105"/>
                  </a:cubicBezTo>
                  <a:cubicBezTo>
                    <a:pt x="10835" y="52327"/>
                    <a:pt x="13477" y="49354"/>
                    <a:pt x="16029" y="46308"/>
                  </a:cubicBezTo>
                  <a:cubicBezTo>
                    <a:pt x="17213" y="45012"/>
                    <a:pt x="18385" y="43710"/>
                    <a:pt x="19528" y="42402"/>
                  </a:cubicBezTo>
                  <a:cubicBezTo>
                    <a:pt x="19967" y="41899"/>
                    <a:pt x="20420" y="41400"/>
                    <a:pt x="20868" y="40900"/>
                  </a:cubicBezTo>
                  <a:lnTo>
                    <a:pt x="20868" y="40900"/>
                  </a:lnTo>
                  <a:cubicBezTo>
                    <a:pt x="20616" y="41215"/>
                    <a:pt x="20362" y="41533"/>
                    <a:pt x="20114" y="41845"/>
                  </a:cubicBezTo>
                  <a:cubicBezTo>
                    <a:pt x="16104" y="46885"/>
                    <a:pt x="11040" y="51340"/>
                    <a:pt x="7573" y="56759"/>
                  </a:cubicBezTo>
                  <a:cubicBezTo>
                    <a:pt x="7510" y="56860"/>
                    <a:pt x="7603" y="56989"/>
                    <a:pt x="7708" y="56989"/>
                  </a:cubicBezTo>
                  <a:cubicBezTo>
                    <a:pt x="7732" y="56989"/>
                    <a:pt x="7757" y="56982"/>
                    <a:pt x="7781" y="56967"/>
                  </a:cubicBezTo>
                  <a:cubicBezTo>
                    <a:pt x="10578" y="55061"/>
                    <a:pt x="12521" y="52347"/>
                    <a:pt x="14600" y="49723"/>
                  </a:cubicBezTo>
                  <a:cubicBezTo>
                    <a:pt x="16257" y="47630"/>
                    <a:pt x="18090" y="45687"/>
                    <a:pt x="19869" y="43698"/>
                  </a:cubicBezTo>
                  <a:lnTo>
                    <a:pt x="19869" y="43698"/>
                  </a:lnTo>
                  <a:cubicBezTo>
                    <a:pt x="19623" y="43987"/>
                    <a:pt x="19378" y="44272"/>
                    <a:pt x="19135" y="44564"/>
                  </a:cubicBezTo>
                  <a:cubicBezTo>
                    <a:pt x="15755" y="48661"/>
                    <a:pt x="12481" y="53935"/>
                    <a:pt x="7977" y="56863"/>
                  </a:cubicBezTo>
                  <a:cubicBezTo>
                    <a:pt x="7893" y="56918"/>
                    <a:pt x="7943" y="57040"/>
                    <a:pt x="8023" y="57040"/>
                  </a:cubicBezTo>
                  <a:cubicBezTo>
                    <a:pt x="8039" y="57040"/>
                    <a:pt x="8055" y="57035"/>
                    <a:pt x="8072" y="57024"/>
                  </a:cubicBezTo>
                  <a:cubicBezTo>
                    <a:pt x="11502" y="54865"/>
                    <a:pt x="13855" y="51377"/>
                    <a:pt x="16459" y="48340"/>
                  </a:cubicBezTo>
                  <a:cubicBezTo>
                    <a:pt x="17958" y="46588"/>
                    <a:pt x="19485" y="44853"/>
                    <a:pt x="21012" y="43118"/>
                  </a:cubicBezTo>
                  <a:lnTo>
                    <a:pt x="21012" y="43118"/>
                  </a:lnTo>
                  <a:cubicBezTo>
                    <a:pt x="18197" y="46521"/>
                    <a:pt x="15561" y="50070"/>
                    <a:pt x="12706" y="53442"/>
                  </a:cubicBezTo>
                  <a:cubicBezTo>
                    <a:pt x="12510" y="53670"/>
                    <a:pt x="11866" y="54371"/>
                    <a:pt x="11214" y="55084"/>
                  </a:cubicBezTo>
                  <a:cubicBezTo>
                    <a:pt x="10235" y="56043"/>
                    <a:pt x="9250" y="56990"/>
                    <a:pt x="8254" y="57931"/>
                  </a:cubicBezTo>
                  <a:cubicBezTo>
                    <a:pt x="8160" y="58021"/>
                    <a:pt x="8249" y="58147"/>
                    <a:pt x="8352" y="58147"/>
                  </a:cubicBezTo>
                  <a:cubicBezTo>
                    <a:pt x="8381" y="58147"/>
                    <a:pt x="8412" y="58137"/>
                    <a:pt x="8439" y="58113"/>
                  </a:cubicBezTo>
                  <a:cubicBezTo>
                    <a:pt x="9178" y="57457"/>
                    <a:pt x="9883" y="56770"/>
                    <a:pt x="10573" y="56072"/>
                  </a:cubicBezTo>
                  <a:cubicBezTo>
                    <a:pt x="10665" y="55985"/>
                    <a:pt x="10743" y="55910"/>
                    <a:pt x="10850" y="55809"/>
                  </a:cubicBezTo>
                  <a:cubicBezTo>
                    <a:pt x="12721" y="54005"/>
                    <a:pt x="14525" y="52134"/>
                    <a:pt x="16303" y="50240"/>
                  </a:cubicBezTo>
                  <a:lnTo>
                    <a:pt x="16303" y="50240"/>
                  </a:lnTo>
                  <a:cubicBezTo>
                    <a:pt x="13719" y="53037"/>
                    <a:pt x="11046" y="55711"/>
                    <a:pt x="8465" y="58572"/>
                  </a:cubicBezTo>
                  <a:cubicBezTo>
                    <a:pt x="8382" y="58662"/>
                    <a:pt x="8459" y="58812"/>
                    <a:pt x="8562" y="58812"/>
                  </a:cubicBezTo>
                  <a:cubicBezTo>
                    <a:pt x="8585" y="58812"/>
                    <a:pt x="8609" y="58805"/>
                    <a:pt x="8633" y="58788"/>
                  </a:cubicBezTo>
                  <a:cubicBezTo>
                    <a:pt x="9894" y="57896"/>
                    <a:pt x="11066" y="56819"/>
                    <a:pt x="12195" y="55665"/>
                  </a:cubicBezTo>
                  <a:lnTo>
                    <a:pt x="12195" y="55665"/>
                  </a:lnTo>
                  <a:cubicBezTo>
                    <a:pt x="11193" y="56802"/>
                    <a:pt x="10200" y="57948"/>
                    <a:pt x="9216" y="59109"/>
                  </a:cubicBezTo>
                  <a:cubicBezTo>
                    <a:pt x="9138" y="59201"/>
                    <a:pt x="9212" y="59358"/>
                    <a:pt x="9316" y="59358"/>
                  </a:cubicBezTo>
                  <a:cubicBezTo>
                    <a:pt x="9339" y="59358"/>
                    <a:pt x="9364" y="59350"/>
                    <a:pt x="9389" y="59331"/>
                  </a:cubicBezTo>
                  <a:cubicBezTo>
                    <a:pt x="10111" y="58788"/>
                    <a:pt x="10806" y="58214"/>
                    <a:pt x="11494" y="57619"/>
                  </a:cubicBezTo>
                  <a:lnTo>
                    <a:pt x="11494" y="57619"/>
                  </a:lnTo>
                  <a:cubicBezTo>
                    <a:pt x="10856" y="58436"/>
                    <a:pt x="10321" y="59322"/>
                    <a:pt x="9935" y="60356"/>
                  </a:cubicBezTo>
                  <a:cubicBezTo>
                    <a:pt x="9897" y="60456"/>
                    <a:pt x="9987" y="60532"/>
                    <a:pt x="10076" y="60532"/>
                  </a:cubicBezTo>
                  <a:cubicBezTo>
                    <a:pt x="10110" y="60532"/>
                    <a:pt x="10145" y="60520"/>
                    <a:pt x="10171" y="60495"/>
                  </a:cubicBezTo>
                  <a:cubicBezTo>
                    <a:pt x="12259" y="58497"/>
                    <a:pt x="14274" y="56412"/>
                    <a:pt x="16251" y="54288"/>
                  </a:cubicBezTo>
                  <a:lnTo>
                    <a:pt x="16251" y="54288"/>
                  </a:lnTo>
                  <a:cubicBezTo>
                    <a:pt x="14311" y="56421"/>
                    <a:pt x="12397" y="58566"/>
                    <a:pt x="10506" y="60720"/>
                  </a:cubicBezTo>
                  <a:cubicBezTo>
                    <a:pt x="10410" y="60827"/>
                    <a:pt x="10504" y="60967"/>
                    <a:pt x="10616" y="60967"/>
                  </a:cubicBezTo>
                  <a:cubicBezTo>
                    <a:pt x="10649" y="60967"/>
                    <a:pt x="10683" y="60956"/>
                    <a:pt x="10714" y="60928"/>
                  </a:cubicBezTo>
                  <a:cubicBezTo>
                    <a:pt x="11185" y="60529"/>
                    <a:pt x="11647" y="60113"/>
                    <a:pt x="12106" y="59701"/>
                  </a:cubicBezTo>
                  <a:lnTo>
                    <a:pt x="12106" y="59701"/>
                  </a:lnTo>
                  <a:cubicBezTo>
                    <a:pt x="11606" y="60241"/>
                    <a:pt x="11133" y="60803"/>
                    <a:pt x="10694" y="61392"/>
                  </a:cubicBezTo>
                  <a:cubicBezTo>
                    <a:pt x="10611" y="61506"/>
                    <a:pt x="10717" y="61615"/>
                    <a:pt x="10828" y="61615"/>
                  </a:cubicBezTo>
                  <a:cubicBezTo>
                    <a:pt x="10875" y="61615"/>
                    <a:pt x="10922" y="61596"/>
                    <a:pt x="10957" y="61548"/>
                  </a:cubicBezTo>
                  <a:cubicBezTo>
                    <a:pt x="11242" y="61164"/>
                    <a:pt x="11551" y="60792"/>
                    <a:pt x="11869" y="60428"/>
                  </a:cubicBezTo>
                  <a:lnTo>
                    <a:pt x="11869" y="60428"/>
                  </a:lnTo>
                  <a:cubicBezTo>
                    <a:pt x="11496" y="60925"/>
                    <a:pt x="11136" y="61424"/>
                    <a:pt x="10806" y="61935"/>
                  </a:cubicBezTo>
                  <a:cubicBezTo>
                    <a:pt x="10737" y="62045"/>
                    <a:pt x="10838" y="62154"/>
                    <a:pt x="10945" y="62154"/>
                  </a:cubicBezTo>
                  <a:cubicBezTo>
                    <a:pt x="10953" y="62154"/>
                    <a:pt x="10962" y="62153"/>
                    <a:pt x="10971" y="62152"/>
                  </a:cubicBezTo>
                  <a:cubicBezTo>
                    <a:pt x="11219" y="62108"/>
                    <a:pt x="11465" y="62048"/>
                    <a:pt x="11707" y="61978"/>
                  </a:cubicBezTo>
                  <a:lnTo>
                    <a:pt x="11707" y="61978"/>
                  </a:lnTo>
                  <a:cubicBezTo>
                    <a:pt x="11667" y="62042"/>
                    <a:pt x="11618" y="62100"/>
                    <a:pt x="11577" y="62160"/>
                  </a:cubicBezTo>
                  <a:cubicBezTo>
                    <a:pt x="11513" y="62257"/>
                    <a:pt x="11602" y="62348"/>
                    <a:pt x="11693" y="62348"/>
                  </a:cubicBezTo>
                  <a:cubicBezTo>
                    <a:pt x="11732" y="62348"/>
                    <a:pt x="11772" y="62331"/>
                    <a:pt x="11800" y="62290"/>
                  </a:cubicBezTo>
                  <a:cubicBezTo>
                    <a:pt x="11898" y="62143"/>
                    <a:pt x="12016" y="61999"/>
                    <a:pt x="12120" y="61854"/>
                  </a:cubicBezTo>
                  <a:cubicBezTo>
                    <a:pt x="12986" y="61574"/>
                    <a:pt x="13823" y="61164"/>
                    <a:pt x="14632" y="60659"/>
                  </a:cubicBezTo>
                  <a:lnTo>
                    <a:pt x="14632" y="60659"/>
                  </a:lnTo>
                  <a:cubicBezTo>
                    <a:pt x="13878" y="61361"/>
                    <a:pt x="13084" y="62022"/>
                    <a:pt x="12261" y="62637"/>
                  </a:cubicBezTo>
                  <a:cubicBezTo>
                    <a:pt x="12136" y="62729"/>
                    <a:pt x="12209" y="62914"/>
                    <a:pt x="12332" y="62914"/>
                  </a:cubicBezTo>
                  <a:cubicBezTo>
                    <a:pt x="12356" y="62914"/>
                    <a:pt x="12382" y="62907"/>
                    <a:pt x="12409" y="62891"/>
                  </a:cubicBezTo>
                  <a:cubicBezTo>
                    <a:pt x="14860" y="61407"/>
                    <a:pt x="17022" y="59579"/>
                    <a:pt x="19078" y="57625"/>
                  </a:cubicBezTo>
                  <a:lnTo>
                    <a:pt x="19078" y="57625"/>
                  </a:lnTo>
                  <a:cubicBezTo>
                    <a:pt x="17138" y="59712"/>
                    <a:pt x="15174" y="61779"/>
                    <a:pt x="13087" y="63734"/>
                  </a:cubicBezTo>
                  <a:cubicBezTo>
                    <a:pt x="12972" y="63842"/>
                    <a:pt x="13078" y="63987"/>
                    <a:pt x="13202" y="63987"/>
                  </a:cubicBezTo>
                  <a:cubicBezTo>
                    <a:pt x="13236" y="63987"/>
                    <a:pt x="13271" y="63976"/>
                    <a:pt x="13304" y="63950"/>
                  </a:cubicBezTo>
                  <a:cubicBezTo>
                    <a:pt x="20045" y="58710"/>
                    <a:pt x="25851" y="52356"/>
                    <a:pt x="31714" y="46114"/>
                  </a:cubicBezTo>
                  <a:lnTo>
                    <a:pt x="31714" y="46114"/>
                  </a:lnTo>
                  <a:cubicBezTo>
                    <a:pt x="25773" y="52469"/>
                    <a:pt x="19976" y="59031"/>
                    <a:pt x="13618" y="64909"/>
                  </a:cubicBezTo>
                  <a:cubicBezTo>
                    <a:pt x="13501" y="65017"/>
                    <a:pt x="13607" y="65192"/>
                    <a:pt x="13737" y="65192"/>
                  </a:cubicBezTo>
                  <a:cubicBezTo>
                    <a:pt x="13763" y="65192"/>
                    <a:pt x="13791" y="65185"/>
                    <a:pt x="13818" y="65169"/>
                  </a:cubicBezTo>
                  <a:cubicBezTo>
                    <a:pt x="14802" y="64559"/>
                    <a:pt x="15743" y="63881"/>
                    <a:pt x="16632" y="63139"/>
                  </a:cubicBezTo>
                  <a:lnTo>
                    <a:pt x="16632" y="63139"/>
                  </a:lnTo>
                  <a:cubicBezTo>
                    <a:pt x="15919" y="64074"/>
                    <a:pt x="15247" y="65027"/>
                    <a:pt x="14672" y="66020"/>
                  </a:cubicBezTo>
                  <a:cubicBezTo>
                    <a:pt x="14607" y="66132"/>
                    <a:pt x="14701" y="66272"/>
                    <a:pt x="14815" y="66272"/>
                  </a:cubicBezTo>
                  <a:cubicBezTo>
                    <a:pt x="14842" y="66272"/>
                    <a:pt x="14870" y="66264"/>
                    <a:pt x="14897" y="66245"/>
                  </a:cubicBezTo>
                  <a:cubicBezTo>
                    <a:pt x="15763" y="65680"/>
                    <a:pt x="16589" y="65013"/>
                    <a:pt x="17400" y="64305"/>
                  </a:cubicBezTo>
                  <a:lnTo>
                    <a:pt x="17400" y="64305"/>
                  </a:lnTo>
                  <a:cubicBezTo>
                    <a:pt x="16624" y="65215"/>
                    <a:pt x="15859" y="66130"/>
                    <a:pt x="15128" y="67065"/>
                  </a:cubicBezTo>
                  <a:cubicBezTo>
                    <a:pt x="15038" y="67179"/>
                    <a:pt x="15114" y="67352"/>
                    <a:pt x="15240" y="67352"/>
                  </a:cubicBezTo>
                  <a:cubicBezTo>
                    <a:pt x="15267" y="67352"/>
                    <a:pt x="15297" y="67344"/>
                    <a:pt x="15327" y="67325"/>
                  </a:cubicBezTo>
                  <a:cubicBezTo>
                    <a:pt x="16113" y="66855"/>
                    <a:pt x="16855" y="66323"/>
                    <a:pt x="17579" y="65769"/>
                  </a:cubicBezTo>
                  <a:lnTo>
                    <a:pt x="17579" y="65769"/>
                  </a:lnTo>
                  <a:cubicBezTo>
                    <a:pt x="17051" y="66347"/>
                    <a:pt x="16523" y="66924"/>
                    <a:pt x="15994" y="67501"/>
                  </a:cubicBezTo>
                  <a:cubicBezTo>
                    <a:pt x="15887" y="67622"/>
                    <a:pt x="15986" y="67762"/>
                    <a:pt x="16109" y="67762"/>
                  </a:cubicBezTo>
                  <a:cubicBezTo>
                    <a:pt x="16144" y="67762"/>
                    <a:pt x="16182" y="67751"/>
                    <a:pt x="16217" y="67724"/>
                  </a:cubicBezTo>
                  <a:cubicBezTo>
                    <a:pt x="16933" y="67166"/>
                    <a:pt x="17626" y="66589"/>
                    <a:pt x="18313" y="66006"/>
                  </a:cubicBezTo>
                  <a:lnTo>
                    <a:pt x="18313" y="66006"/>
                  </a:lnTo>
                  <a:cubicBezTo>
                    <a:pt x="17473" y="66869"/>
                    <a:pt x="16624" y="67721"/>
                    <a:pt x="15798" y="68598"/>
                  </a:cubicBezTo>
                  <a:cubicBezTo>
                    <a:pt x="15707" y="68694"/>
                    <a:pt x="15796" y="68826"/>
                    <a:pt x="15897" y="68826"/>
                  </a:cubicBezTo>
                  <a:cubicBezTo>
                    <a:pt x="15927" y="68826"/>
                    <a:pt x="15958" y="68814"/>
                    <a:pt x="15986" y="68786"/>
                  </a:cubicBezTo>
                  <a:cubicBezTo>
                    <a:pt x="18549" y="66113"/>
                    <a:pt x="21182" y="63511"/>
                    <a:pt x="23847" y="60942"/>
                  </a:cubicBezTo>
                  <a:lnTo>
                    <a:pt x="23847" y="60942"/>
                  </a:lnTo>
                  <a:cubicBezTo>
                    <a:pt x="21434" y="63618"/>
                    <a:pt x="18948" y="66222"/>
                    <a:pt x="16217" y="68584"/>
                  </a:cubicBezTo>
                  <a:cubicBezTo>
                    <a:pt x="16109" y="68677"/>
                    <a:pt x="16208" y="68844"/>
                    <a:pt x="16323" y="68844"/>
                  </a:cubicBezTo>
                  <a:cubicBezTo>
                    <a:pt x="16347" y="68844"/>
                    <a:pt x="16372" y="68837"/>
                    <a:pt x="16396" y="68821"/>
                  </a:cubicBezTo>
                  <a:cubicBezTo>
                    <a:pt x="19147" y="66912"/>
                    <a:pt x="21685" y="64741"/>
                    <a:pt x="24121" y="62452"/>
                  </a:cubicBezTo>
                  <a:lnTo>
                    <a:pt x="24121" y="62452"/>
                  </a:lnTo>
                  <a:cubicBezTo>
                    <a:pt x="23902" y="62694"/>
                    <a:pt x="23677" y="62928"/>
                    <a:pt x="23457" y="63171"/>
                  </a:cubicBezTo>
                  <a:cubicBezTo>
                    <a:pt x="21344" y="64993"/>
                    <a:pt x="19219" y="66846"/>
                    <a:pt x="17501" y="68904"/>
                  </a:cubicBezTo>
                  <a:cubicBezTo>
                    <a:pt x="17413" y="69012"/>
                    <a:pt x="17491" y="69173"/>
                    <a:pt x="17612" y="69173"/>
                  </a:cubicBezTo>
                  <a:cubicBezTo>
                    <a:pt x="17637" y="69173"/>
                    <a:pt x="17664" y="69166"/>
                    <a:pt x="17692" y="69150"/>
                  </a:cubicBezTo>
                  <a:cubicBezTo>
                    <a:pt x="19987" y="67813"/>
                    <a:pt x="22031" y="65772"/>
                    <a:pt x="23960" y="63592"/>
                  </a:cubicBezTo>
                  <a:cubicBezTo>
                    <a:pt x="28856" y="59346"/>
                    <a:pt x="33198" y="54236"/>
                    <a:pt x="37754" y="49665"/>
                  </a:cubicBezTo>
                  <a:cubicBezTo>
                    <a:pt x="40499" y="46911"/>
                    <a:pt x="43450" y="44385"/>
                    <a:pt x="46409" y="41871"/>
                  </a:cubicBezTo>
                  <a:lnTo>
                    <a:pt x="46409" y="41871"/>
                  </a:lnTo>
                  <a:cubicBezTo>
                    <a:pt x="45306" y="42881"/>
                    <a:pt x="44215" y="43906"/>
                    <a:pt x="43161" y="44980"/>
                  </a:cubicBezTo>
                  <a:cubicBezTo>
                    <a:pt x="38686" y="49544"/>
                    <a:pt x="34151" y="54039"/>
                    <a:pt x="29722" y="58650"/>
                  </a:cubicBezTo>
                  <a:cubicBezTo>
                    <a:pt x="28611" y="59744"/>
                    <a:pt x="27485" y="60832"/>
                    <a:pt x="26339" y="61889"/>
                  </a:cubicBezTo>
                  <a:cubicBezTo>
                    <a:pt x="23610" y="64406"/>
                    <a:pt x="20871" y="66774"/>
                    <a:pt x="18980" y="70010"/>
                  </a:cubicBezTo>
                  <a:cubicBezTo>
                    <a:pt x="18913" y="70127"/>
                    <a:pt x="19017" y="70255"/>
                    <a:pt x="19127" y="70255"/>
                  </a:cubicBezTo>
                  <a:cubicBezTo>
                    <a:pt x="19164" y="70255"/>
                    <a:pt x="19202" y="70241"/>
                    <a:pt x="19234" y="70206"/>
                  </a:cubicBezTo>
                  <a:cubicBezTo>
                    <a:pt x="22649" y="66549"/>
                    <a:pt x="26082" y="62905"/>
                    <a:pt x="29529" y="59273"/>
                  </a:cubicBezTo>
                  <a:cubicBezTo>
                    <a:pt x="30770" y="58069"/>
                    <a:pt x="31997" y="56851"/>
                    <a:pt x="33215" y="55621"/>
                  </a:cubicBezTo>
                  <a:lnTo>
                    <a:pt x="33215" y="55621"/>
                  </a:lnTo>
                  <a:cubicBezTo>
                    <a:pt x="31339" y="57697"/>
                    <a:pt x="29503" y="59810"/>
                    <a:pt x="27632" y="61901"/>
                  </a:cubicBezTo>
                  <a:cubicBezTo>
                    <a:pt x="24967" y="64877"/>
                    <a:pt x="21376" y="67216"/>
                    <a:pt x="19300" y="70654"/>
                  </a:cubicBezTo>
                  <a:cubicBezTo>
                    <a:pt x="19232" y="70766"/>
                    <a:pt x="19331" y="70908"/>
                    <a:pt x="19444" y="70908"/>
                  </a:cubicBezTo>
                  <a:cubicBezTo>
                    <a:pt x="19471" y="70908"/>
                    <a:pt x="19499" y="70900"/>
                    <a:pt x="19525" y="70882"/>
                  </a:cubicBezTo>
                  <a:cubicBezTo>
                    <a:pt x="22473" y="68873"/>
                    <a:pt x="24601" y="66196"/>
                    <a:pt x="26985" y="63578"/>
                  </a:cubicBezTo>
                  <a:cubicBezTo>
                    <a:pt x="27872" y="62605"/>
                    <a:pt x="28784" y="61649"/>
                    <a:pt x="29702" y="60700"/>
                  </a:cubicBezTo>
                  <a:lnTo>
                    <a:pt x="29702" y="60700"/>
                  </a:lnTo>
                  <a:cubicBezTo>
                    <a:pt x="26728" y="64020"/>
                    <a:pt x="23847" y="67426"/>
                    <a:pt x="20833" y="70726"/>
                  </a:cubicBezTo>
                  <a:cubicBezTo>
                    <a:pt x="20719" y="70851"/>
                    <a:pt x="20826" y="71012"/>
                    <a:pt x="20955" y="71012"/>
                  </a:cubicBezTo>
                  <a:cubicBezTo>
                    <a:pt x="20993" y="71012"/>
                    <a:pt x="21033" y="70998"/>
                    <a:pt x="21070" y="70966"/>
                  </a:cubicBezTo>
                  <a:cubicBezTo>
                    <a:pt x="23047" y="69222"/>
                    <a:pt x="24941" y="67400"/>
                    <a:pt x="26800" y="65547"/>
                  </a:cubicBezTo>
                  <a:lnTo>
                    <a:pt x="26800" y="65547"/>
                  </a:lnTo>
                  <a:cubicBezTo>
                    <a:pt x="26512" y="65887"/>
                    <a:pt x="26217" y="66219"/>
                    <a:pt x="25931" y="66566"/>
                  </a:cubicBezTo>
                  <a:cubicBezTo>
                    <a:pt x="25057" y="67620"/>
                    <a:pt x="23939" y="68881"/>
                    <a:pt x="23350" y="69615"/>
                  </a:cubicBezTo>
                  <a:cubicBezTo>
                    <a:pt x="22681" y="70258"/>
                    <a:pt x="22017" y="70914"/>
                    <a:pt x="21367" y="71586"/>
                  </a:cubicBezTo>
                  <a:cubicBezTo>
                    <a:pt x="21249" y="71709"/>
                    <a:pt x="21367" y="71883"/>
                    <a:pt x="21498" y="71883"/>
                  </a:cubicBezTo>
                  <a:cubicBezTo>
                    <a:pt x="21537" y="71883"/>
                    <a:pt x="21577" y="71868"/>
                    <a:pt x="21613" y="71832"/>
                  </a:cubicBezTo>
                  <a:cubicBezTo>
                    <a:pt x="22277" y="71159"/>
                    <a:pt x="22929" y="70478"/>
                    <a:pt x="23576" y="69794"/>
                  </a:cubicBezTo>
                  <a:cubicBezTo>
                    <a:pt x="23948" y="69490"/>
                    <a:pt x="24485" y="69026"/>
                    <a:pt x="25267" y="68321"/>
                  </a:cubicBezTo>
                  <a:cubicBezTo>
                    <a:pt x="26012" y="67651"/>
                    <a:pt x="26731" y="66959"/>
                    <a:pt x="27436" y="66260"/>
                  </a:cubicBezTo>
                  <a:lnTo>
                    <a:pt x="27436" y="66260"/>
                  </a:lnTo>
                  <a:cubicBezTo>
                    <a:pt x="27130" y="66635"/>
                    <a:pt x="26803" y="67034"/>
                    <a:pt x="26466" y="67441"/>
                  </a:cubicBezTo>
                  <a:cubicBezTo>
                    <a:pt x="26503" y="67400"/>
                    <a:pt x="26544" y="67354"/>
                    <a:pt x="26578" y="67319"/>
                  </a:cubicBezTo>
                  <a:cubicBezTo>
                    <a:pt x="28813" y="65079"/>
                    <a:pt x="30992" y="62793"/>
                    <a:pt x="33201" y="60532"/>
                  </a:cubicBezTo>
                  <a:cubicBezTo>
                    <a:pt x="38291" y="55327"/>
                    <a:pt x="43337" y="49917"/>
                    <a:pt x="48632" y="44824"/>
                  </a:cubicBezTo>
                  <a:cubicBezTo>
                    <a:pt x="50511" y="43317"/>
                    <a:pt x="52411" y="41830"/>
                    <a:pt x="54218" y="40248"/>
                  </a:cubicBezTo>
                  <a:lnTo>
                    <a:pt x="54218" y="40248"/>
                  </a:lnTo>
                  <a:cubicBezTo>
                    <a:pt x="49374" y="44838"/>
                    <a:pt x="44732" y="49634"/>
                    <a:pt x="39850" y="54186"/>
                  </a:cubicBezTo>
                  <a:cubicBezTo>
                    <a:pt x="34890" y="58811"/>
                    <a:pt x="30314" y="63988"/>
                    <a:pt x="25397" y="68688"/>
                  </a:cubicBezTo>
                  <a:cubicBezTo>
                    <a:pt x="25764" y="68287"/>
                    <a:pt x="26125" y="67862"/>
                    <a:pt x="26471" y="67444"/>
                  </a:cubicBezTo>
                  <a:lnTo>
                    <a:pt x="26471" y="67444"/>
                  </a:lnTo>
                  <a:cubicBezTo>
                    <a:pt x="26113" y="67819"/>
                    <a:pt x="25701" y="68315"/>
                    <a:pt x="25247" y="68829"/>
                  </a:cubicBezTo>
                  <a:cubicBezTo>
                    <a:pt x="24748" y="69306"/>
                    <a:pt x="24245" y="69782"/>
                    <a:pt x="23737" y="70247"/>
                  </a:cubicBezTo>
                  <a:cubicBezTo>
                    <a:pt x="23342" y="70544"/>
                    <a:pt x="22949" y="70778"/>
                    <a:pt x="22562" y="70917"/>
                  </a:cubicBezTo>
                  <a:cubicBezTo>
                    <a:pt x="22517" y="70933"/>
                    <a:pt x="22531" y="70999"/>
                    <a:pt x="22575" y="70999"/>
                  </a:cubicBezTo>
                  <a:cubicBezTo>
                    <a:pt x="22578" y="70999"/>
                    <a:pt x="22582" y="70998"/>
                    <a:pt x="22585" y="70997"/>
                  </a:cubicBezTo>
                  <a:cubicBezTo>
                    <a:pt x="22811" y="70931"/>
                    <a:pt x="23036" y="70810"/>
                    <a:pt x="23264" y="70668"/>
                  </a:cubicBezTo>
                  <a:lnTo>
                    <a:pt x="23264" y="70668"/>
                  </a:lnTo>
                  <a:cubicBezTo>
                    <a:pt x="22733" y="71148"/>
                    <a:pt x="22204" y="71630"/>
                    <a:pt x="21662" y="72095"/>
                  </a:cubicBezTo>
                  <a:cubicBezTo>
                    <a:pt x="21607" y="72140"/>
                    <a:pt x="21657" y="72209"/>
                    <a:pt x="21714" y="72209"/>
                  </a:cubicBezTo>
                  <a:cubicBezTo>
                    <a:pt x="21729" y="72209"/>
                    <a:pt x="21745" y="72204"/>
                    <a:pt x="21760" y="72193"/>
                  </a:cubicBezTo>
                  <a:cubicBezTo>
                    <a:pt x="22542" y="71555"/>
                    <a:pt x="23310" y="70896"/>
                    <a:pt x="24066" y="70221"/>
                  </a:cubicBezTo>
                  <a:lnTo>
                    <a:pt x="24066" y="70221"/>
                  </a:lnTo>
                  <a:cubicBezTo>
                    <a:pt x="23437" y="70821"/>
                    <a:pt x="22802" y="71416"/>
                    <a:pt x="22175" y="72017"/>
                  </a:cubicBezTo>
                  <a:cubicBezTo>
                    <a:pt x="22116" y="72076"/>
                    <a:pt x="22171" y="72175"/>
                    <a:pt x="22240" y="72175"/>
                  </a:cubicBezTo>
                  <a:cubicBezTo>
                    <a:pt x="22255" y="72175"/>
                    <a:pt x="22270" y="72171"/>
                    <a:pt x="22285" y="72161"/>
                  </a:cubicBezTo>
                  <a:lnTo>
                    <a:pt x="22510" y="72002"/>
                  </a:lnTo>
                  <a:cubicBezTo>
                    <a:pt x="22584" y="71950"/>
                    <a:pt x="22540" y="71836"/>
                    <a:pt x="22468" y="71836"/>
                  </a:cubicBezTo>
                  <a:cubicBezTo>
                    <a:pt x="22454" y="71836"/>
                    <a:pt x="22439" y="71840"/>
                    <a:pt x="22424" y="71850"/>
                  </a:cubicBezTo>
                  <a:lnTo>
                    <a:pt x="22424" y="71850"/>
                  </a:lnTo>
                  <a:cubicBezTo>
                    <a:pt x="23220" y="71314"/>
                    <a:pt x="23998" y="70731"/>
                    <a:pt x="24765" y="70114"/>
                  </a:cubicBezTo>
                  <a:lnTo>
                    <a:pt x="24765" y="70114"/>
                  </a:lnTo>
                  <a:cubicBezTo>
                    <a:pt x="24058" y="70922"/>
                    <a:pt x="23362" y="71739"/>
                    <a:pt x="22684" y="72580"/>
                  </a:cubicBezTo>
                  <a:cubicBezTo>
                    <a:pt x="22606" y="72676"/>
                    <a:pt x="22677" y="72836"/>
                    <a:pt x="22784" y="72836"/>
                  </a:cubicBezTo>
                  <a:cubicBezTo>
                    <a:pt x="22809" y="72836"/>
                    <a:pt x="22835" y="72828"/>
                    <a:pt x="22863" y="72808"/>
                  </a:cubicBezTo>
                  <a:cubicBezTo>
                    <a:pt x="24410" y="71653"/>
                    <a:pt x="25911" y="70440"/>
                    <a:pt x="27378" y="69187"/>
                  </a:cubicBezTo>
                  <a:lnTo>
                    <a:pt x="27378" y="69187"/>
                  </a:lnTo>
                  <a:cubicBezTo>
                    <a:pt x="26030" y="70663"/>
                    <a:pt x="24676" y="72147"/>
                    <a:pt x="23319" y="73642"/>
                  </a:cubicBezTo>
                  <a:cubicBezTo>
                    <a:pt x="23208" y="73763"/>
                    <a:pt x="23319" y="73930"/>
                    <a:pt x="23441" y="73930"/>
                  </a:cubicBezTo>
                  <a:cubicBezTo>
                    <a:pt x="23479" y="73930"/>
                    <a:pt x="23518" y="73914"/>
                    <a:pt x="23553" y="73876"/>
                  </a:cubicBezTo>
                  <a:cubicBezTo>
                    <a:pt x="25608" y="71627"/>
                    <a:pt x="27629" y="69387"/>
                    <a:pt x="29670" y="67172"/>
                  </a:cubicBezTo>
                  <a:cubicBezTo>
                    <a:pt x="33900" y="63350"/>
                    <a:pt x="37863" y="59204"/>
                    <a:pt x="41801" y="55029"/>
                  </a:cubicBezTo>
                  <a:cubicBezTo>
                    <a:pt x="43248" y="53736"/>
                    <a:pt x="44723" y="52425"/>
                    <a:pt x="46204" y="51100"/>
                  </a:cubicBezTo>
                  <a:lnTo>
                    <a:pt x="46204" y="51100"/>
                  </a:lnTo>
                  <a:cubicBezTo>
                    <a:pt x="41784" y="55223"/>
                    <a:pt x="37684" y="59698"/>
                    <a:pt x="33588" y="64158"/>
                  </a:cubicBezTo>
                  <a:cubicBezTo>
                    <a:pt x="31229" y="66243"/>
                    <a:pt x="28937" y="68382"/>
                    <a:pt x="26835" y="70680"/>
                  </a:cubicBezTo>
                  <a:cubicBezTo>
                    <a:pt x="27291" y="70267"/>
                    <a:pt x="27768" y="69863"/>
                    <a:pt x="28250" y="69467"/>
                  </a:cubicBezTo>
                  <a:lnTo>
                    <a:pt x="28250" y="69467"/>
                  </a:lnTo>
                  <a:cubicBezTo>
                    <a:pt x="27903" y="69785"/>
                    <a:pt x="27563" y="70108"/>
                    <a:pt x="27216" y="70429"/>
                  </a:cubicBezTo>
                  <a:cubicBezTo>
                    <a:pt x="26968" y="70657"/>
                    <a:pt x="26711" y="70873"/>
                    <a:pt x="26454" y="71090"/>
                  </a:cubicBezTo>
                  <a:cubicBezTo>
                    <a:pt x="25547" y="72103"/>
                    <a:pt x="24667" y="73140"/>
                    <a:pt x="23856" y="74231"/>
                  </a:cubicBezTo>
                  <a:cubicBezTo>
                    <a:pt x="23784" y="74327"/>
                    <a:pt x="23884" y="74432"/>
                    <a:pt x="23981" y="74432"/>
                  </a:cubicBezTo>
                  <a:cubicBezTo>
                    <a:pt x="24013" y="74432"/>
                    <a:pt x="24044" y="74421"/>
                    <a:pt x="24069" y="74395"/>
                  </a:cubicBezTo>
                  <a:cubicBezTo>
                    <a:pt x="24124" y="74344"/>
                    <a:pt x="24173" y="74292"/>
                    <a:pt x="24228" y="74240"/>
                  </a:cubicBezTo>
                  <a:lnTo>
                    <a:pt x="24228" y="74240"/>
                  </a:lnTo>
                  <a:cubicBezTo>
                    <a:pt x="24166" y="74362"/>
                    <a:pt x="24100" y="74487"/>
                    <a:pt x="24054" y="74610"/>
                  </a:cubicBezTo>
                  <a:lnTo>
                    <a:pt x="24054" y="74610"/>
                  </a:lnTo>
                  <a:cubicBezTo>
                    <a:pt x="24059" y="74600"/>
                    <a:pt x="24067" y="74595"/>
                    <a:pt x="24076" y="74595"/>
                  </a:cubicBezTo>
                  <a:cubicBezTo>
                    <a:pt x="24082" y="74595"/>
                    <a:pt x="24087" y="74597"/>
                    <a:pt x="24092" y="74600"/>
                  </a:cubicBezTo>
                  <a:cubicBezTo>
                    <a:pt x="24332" y="74271"/>
                    <a:pt x="24575" y="73948"/>
                    <a:pt x="24832" y="73639"/>
                  </a:cubicBezTo>
                  <a:cubicBezTo>
                    <a:pt x="26087" y="72406"/>
                    <a:pt x="27326" y="71159"/>
                    <a:pt x="28544" y="69892"/>
                  </a:cubicBezTo>
                  <a:cubicBezTo>
                    <a:pt x="28790" y="69675"/>
                    <a:pt x="29038" y="69464"/>
                    <a:pt x="29286" y="69251"/>
                  </a:cubicBezTo>
                  <a:lnTo>
                    <a:pt x="29286" y="69251"/>
                  </a:lnTo>
                  <a:cubicBezTo>
                    <a:pt x="29136" y="69363"/>
                    <a:pt x="28986" y="69476"/>
                    <a:pt x="28836" y="69589"/>
                  </a:cubicBezTo>
                  <a:cubicBezTo>
                    <a:pt x="29670" y="68723"/>
                    <a:pt x="30504" y="67854"/>
                    <a:pt x="31330" y="66976"/>
                  </a:cubicBezTo>
                  <a:cubicBezTo>
                    <a:pt x="31691" y="66673"/>
                    <a:pt x="32035" y="66373"/>
                    <a:pt x="32349" y="66078"/>
                  </a:cubicBezTo>
                  <a:cubicBezTo>
                    <a:pt x="33810" y="64707"/>
                    <a:pt x="35242" y="63304"/>
                    <a:pt x="36668" y="61895"/>
                  </a:cubicBezTo>
                  <a:cubicBezTo>
                    <a:pt x="39443" y="59377"/>
                    <a:pt x="42197" y="56843"/>
                    <a:pt x="44908" y="54224"/>
                  </a:cubicBezTo>
                  <a:cubicBezTo>
                    <a:pt x="45803" y="53364"/>
                    <a:pt x="46660" y="52483"/>
                    <a:pt x="47506" y="51597"/>
                  </a:cubicBezTo>
                  <a:cubicBezTo>
                    <a:pt x="48280" y="50927"/>
                    <a:pt x="49053" y="50254"/>
                    <a:pt x="49833" y="49579"/>
                  </a:cubicBezTo>
                  <a:lnTo>
                    <a:pt x="49833" y="49579"/>
                  </a:lnTo>
                  <a:cubicBezTo>
                    <a:pt x="47018" y="52394"/>
                    <a:pt x="44229" y="55226"/>
                    <a:pt x="41409" y="57928"/>
                  </a:cubicBezTo>
                  <a:cubicBezTo>
                    <a:pt x="38210" y="60994"/>
                    <a:pt x="35118" y="64201"/>
                    <a:pt x="31778" y="67114"/>
                  </a:cubicBezTo>
                  <a:cubicBezTo>
                    <a:pt x="30946" y="67836"/>
                    <a:pt x="30112" y="68541"/>
                    <a:pt x="29283" y="69251"/>
                  </a:cubicBezTo>
                  <a:cubicBezTo>
                    <a:pt x="30707" y="68194"/>
                    <a:pt x="32098" y="67230"/>
                    <a:pt x="33025" y="66427"/>
                  </a:cubicBezTo>
                  <a:cubicBezTo>
                    <a:pt x="34229" y="65385"/>
                    <a:pt x="35392" y="64285"/>
                    <a:pt x="36544" y="63171"/>
                  </a:cubicBezTo>
                  <a:lnTo>
                    <a:pt x="36544" y="63171"/>
                  </a:lnTo>
                  <a:cubicBezTo>
                    <a:pt x="35490" y="64225"/>
                    <a:pt x="34494" y="65316"/>
                    <a:pt x="33602" y="66468"/>
                  </a:cubicBezTo>
                  <a:cubicBezTo>
                    <a:pt x="33545" y="66542"/>
                    <a:pt x="33610" y="66640"/>
                    <a:pt x="33678" y="66640"/>
                  </a:cubicBezTo>
                  <a:cubicBezTo>
                    <a:pt x="33700" y="66640"/>
                    <a:pt x="33722" y="66630"/>
                    <a:pt x="33741" y="66606"/>
                  </a:cubicBezTo>
                  <a:cubicBezTo>
                    <a:pt x="37133" y="62296"/>
                    <a:pt x="42050" y="58861"/>
                    <a:pt x="46057" y="55125"/>
                  </a:cubicBezTo>
                  <a:cubicBezTo>
                    <a:pt x="47391" y="53880"/>
                    <a:pt x="48716" y="52622"/>
                    <a:pt x="50038" y="51349"/>
                  </a:cubicBezTo>
                  <a:lnTo>
                    <a:pt x="50038" y="51349"/>
                  </a:lnTo>
                  <a:cubicBezTo>
                    <a:pt x="44937" y="56568"/>
                    <a:pt x="39549" y="61453"/>
                    <a:pt x="34330" y="66546"/>
                  </a:cubicBezTo>
                  <a:cubicBezTo>
                    <a:pt x="34235" y="66640"/>
                    <a:pt x="34322" y="66779"/>
                    <a:pt x="34432" y="66779"/>
                  </a:cubicBezTo>
                  <a:cubicBezTo>
                    <a:pt x="34453" y="66779"/>
                    <a:pt x="34475" y="66774"/>
                    <a:pt x="34497" y="66762"/>
                  </a:cubicBezTo>
                  <a:cubicBezTo>
                    <a:pt x="36530" y="65680"/>
                    <a:pt x="38343" y="64210"/>
                    <a:pt x="40046" y="62579"/>
                  </a:cubicBezTo>
                  <a:lnTo>
                    <a:pt x="40046" y="62579"/>
                  </a:lnTo>
                  <a:cubicBezTo>
                    <a:pt x="39038" y="63734"/>
                    <a:pt x="38068" y="64909"/>
                    <a:pt x="37127" y="66113"/>
                  </a:cubicBezTo>
                  <a:cubicBezTo>
                    <a:pt x="37052" y="66207"/>
                    <a:pt x="37118" y="66366"/>
                    <a:pt x="37225" y="66366"/>
                  </a:cubicBezTo>
                  <a:cubicBezTo>
                    <a:pt x="37249" y="66366"/>
                    <a:pt x="37276" y="66357"/>
                    <a:pt x="37303" y="66338"/>
                  </a:cubicBezTo>
                  <a:cubicBezTo>
                    <a:pt x="42009" y="63000"/>
                    <a:pt x="45933" y="58858"/>
                    <a:pt x="49827" y="54631"/>
                  </a:cubicBezTo>
                  <a:cubicBezTo>
                    <a:pt x="50725" y="53655"/>
                    <a:pt x="51629" y="52694"/>
                    <a:pt x="52544" y="51744"/>
                  </a:cubicBezTo>
                  <a:cubicBezTo>
                    <a:pt x="52650" y="51662"/>
                    <a:pt x="52728" y="51613"/>
                    <a:pt x="52763" y="51613"/>
                  </a:cubicBezTo>
                  <a:cubicBezTo>
                    <a:pt x="52876" y="51613"/>
                    <a:pt x="52571" y="52102"/>
                    <a:pt x="51401" y="53592"/>
                  </a:cubicBezTo>
                  <a:cubicBezTo>
                    <a:pt x="50003" y="55367"/>
                    <a:pt x="48366" y="56964"/>
                    <a:pt x="46770" y="58563"/>
                  </a:cubicBezTo>
                  <a:cubicBezTo>
                    <a:pt x="46750" y="58551"/>
                    <a:pt x="46728" y="58545"/>
                    <a:pt x="46706" y="58545"/>
                  </a:cubicBezTo>
                  <a:cubicBezTo>
                    <a:pt x="46675" y="58545"/>
                    <a:pt x="46645" y="58556"/>
                    <a:pt x="46620" y="58578"/>
                  </a:cubicBezTo>
                  <a:cubicBezTo>
                    <a:pt x="44068" y="60971"/>
                    <a:pt x="41365" y="63151"/>
                    <a:pt x="39191" y="65916"/>
                  </a:cubicBezTo>
                  <a:cubicBezTo>
                    <a:pt x="39111" y="66003"/>
                    <a:pt x="39189" y="66119"/>
                    <a:pt x="39280" y="66119"/>
                  </a:cubicBezTo>
                  <a:cubicBezTo>
                    <a:pt x="39307" y="66119"/>
                    <a:pt x="39336" y="66108"/>
                    <a:pt x="39362" y="66084"/>
                  </a:cubicBezTo>
                  <a:cubicBezTo>
                    <a:pt x="41184" y="64577"/>
                    <a:pt x="43046" y="62949"/>
                    <a:pt x="44856" y="61228"/>
                  </a:cubicBezTo>
                  <a:lnTo>
                    <a:pt x="44856" y="61228"/>
                  </a:lnTo>
                  <a:cubicBezTo>
                    <a:pt x="43251" y="63347"/>
                    <a:pt x="41235" y="65198"/>
                    <a:pt x="39402" y="67094"/>
                  </a:cubicBezTo>
                  <a:cubicBezTo>
                    <a:pt x="39324" y="67177"/>
                    <a:pt x="39399" y="67317"/>
                    <a:pt x="39491" y="67317"/>
                  </a:cubicBezTo>
                  <a:cubicBezTo>
                    <a:pt x="39512" y="67317"/>
                    <a:pt x="39534" y="67310"/>
                    <a:pt x="39555" y="67293"/>
                  </a:cubicBezTo>
                  <a:cubicBezTo>
                    <a:pt x="39844" y="67083"/>
                    <a:pt x="40130" y="66869"/>
                    <a:pt x="40416" y="66650"/>
                  </a:cubicBezTo>
                  <a:cubicBezTo>
                    <a:pt x="41014" y="66133"/>
                    <a:pt x="41309" y="65939"/>
                    <a:pt x="41416" y="65939"/>
                  </a:cubicBezTo>
                  <a:cubicBezTo>
                    <a:pt x="41686" y="65939"/>
                    <a:pt x="40781" y="67159"/>
                    <a:pt x="40569" y="67553"/>
                  </a:cubicBezTo>
                  <a:cubicBezTo>
                    <a:pt x="40520" y="67642"/>
                    <a:pt x="40589" y="67746"/>
                    <a:pt x="40677" y="67746"/>
                  </a:cubicBezTo>
                  <a:cubicBezTo>
                    <a:pt x="40698" y="67746"/>
                    <a:pt x="40720" y="67740"/>
                    <a:pt x="40742" y="67727"/>
                  </a:cubicBezTo>
                  <a:cubicBezTo>
                    <a:pt x="41068" y="67436"/>
                    <a:pt x="41289" y="67291"/>
                    <a:pt x="41406" y="67291"/>
                  </a:cubicBezTo>
                  <a:cubicBezTo>
                    <a:pt x="41585" y="67291"/>
                    <a:pt x="41521" y="67629"/>
                    <a:pt x="41212" y="68304"/>
                  </a:cubicBezTo>
                  <a:cubicBezTo>
                    <a:pt x="41159" y="68398"/>
                    <a:pt x="41234" y="68505"/>
                    <a:pt x="41326" y="68505"/>
                  </a:cubicBezTo>
                  <a:cubicBezTo>
                    <a:pt x="41347" y="68505"/>
                    <a:pt x="41370" y="68499"/>
                    <a:pt x="41391" y="68486"/>
                  </a:cubicBezTo>
                  <a:cubicBezTo>
                    <a:pt x="41622" y="68367"/>
                    <a:pt x="41842" y="68223"/>
                    <a:pt x="42038" y="68056"/>
                  </a:cubicBezTo>
                  <a:cubicBezTo>
                    <a:pt x="42150" y="67970"/>
                    <a:pt x="42080" y="67798"/>
                    <a:pt x="41975" y="67798"/>
                  </a:cubicBezTo>
                  <a:cubicBezTo>
                    <a:pt x="41953" y="67798"/>
                    <a:pt x="41929" y="67806"/>
                    <a:pt x="41905" y="67825"/>
                  </a:cubicBezTo>
                  <a:cubicBezTo>
                    <a:pt x="41817" y="67892"/>
                    <a:pt x="41761" y="67921"/>
                    <a:pt x="41729" y="67921"/>
                  </a:cubicBezTo>
                  <a:cubicBezTo>
                    <a:pt x="41557" y="67921"/>
                    <a:pt x="42106" y="67061"/>
                    <a:pt x="42206" y="66788"/>
                  </a:cubicBezTo>
                  <a:cubicBezTo>
                    <a:pt x="42238" y="66703"/>
                    <a:pt x="42156" y="66625"/>
                    <a:pt x="42075" y="66625"/>
                  </a:cubicBezTo>
                  <a:cubicBezTo>
                    <a:pt x="42054" y="66625"/>
                    <a:pt x="42034" y="66630"/>
                    <a:pt x="42015" y="66641"/>
                  </a:cubicBezTo>
                  <a:cubicBezTo>
                    <a:pt x="41644" y="66870"/>
                    <a:pt x="41425" y="66964"/>
                    <a:pt x="41313" y="66964"/>
                  </a:cubicBezTo>
                  <a:cubicBezTo>
                    <a:pt x="40924" y="66964"/>
                    <a:pt x="41820" y="65832"/>
                    <a:pt x="42076" y="65307"/>
                  </a:cubicBezTo>
                  <a:cubicBezTo>
                    <a:pt x="42113" y="65231"/>
                    <a:pt x="42053" y="65121"/>
                    <a:pt x="41973" y="65121"/>
                  </a:cubicBezTo>
                  <a:cubicBezTo>
                    <a:pt x="41953" y="65121"/>
                    <a:pt x="41932" y="65127"/>
                    <a:pt x="41911" y="65143"/>
                  </a:cubicBezTo>
                  <a:cubicBezTo>
                    <a:pt x="41105" y="65745"/>
                    <a:pt x="41131" y="65686"/>
                    <a:pt x="40696" y="66131"/>
                  </a:cubicBezTo>
                  <a:lnTo>
                    <a:pt x="40696" y="66131"/>
                  </a:lnTo>
                  <a:cubicBezTo>
                    <a:pt x="41366" y="65444"/>
                    <a:pt x="42037" y="64759"/>
                    <a:pt x="42702" y="64063"/>
                  </a:cubicBezTo>
                  <a:cubicBezTo>
                    <a:pt x="43834" y="62879"/>
                    <a:pt x="44870" y="61644"/>
                    <a:pt x="45800" y="60318"/>
                  </a:cubicBezTo>
                  <a:cubicBezTo>
                    <a:pt x="48649" y="57524"/>
                    <a:pt x="51317" y="54501"/>
                    <a:pt x="53407" y="51328"/>
                  </a:cubicBezTo>
                  <a:cubicBezTo>
                    <a:pt x="53436" y="51360"/>
                    <a:pt x="53478" y="51379"/>
                    <a:pt x="53520" y="51379"/>
                  </a:cubicBezTo>
                  <a:cubicBezTo>
                    <a:pt x="53528" y="51379"/>
                    <a:pt x="53535" y="51379"/>
                    <a:pt x="53543" y="51377"/>
                  </a:cubicBezTo>
                  <a:cubicBezTo>
                    <a:pt x="54065" y="51276"/>
                    <a:pt x="54571" y="51097"/>
                    <a:pt x="55038" y="50840"/>
                  </a:cubicBezTo>
                  <a:lnTo>
                    <a:pt x="55038" y="50840"/>
                  </a:lnTo>
                  <a:cubicBezTo>
                    <a:pt x="54839" y="51123"/>
                    <a:pt x="54640" y="51403"/>
                    <a:pt x="54458" y="51701"/>
                  </a:cubicBezTo>
                  <a:cubicBezTo>
                    <a:pt x="54400" y="51795"/>
                    <a:pt x="54477" y="51922"/>
                    <a:pt x="54579" y="51922"/>
                  </a:cubicBezTo>
                  <a:cubicBezTo>
                    <a:pt x="54593" y="51922"/>
                    <a:pt x="54608" y="51920"/>
                    <a:pt x="54623" y="51914"/>
                  </a:cubicBezTo>
                  <a:cubicBezTo>
                    <a:pt x="55295" y="51683"/>
                    <a:pt x="55939" y="51366"/>
                    <a:pt x="56534" y="50973"/>
                  </a:cubicBezTo>
                  <a:lnTo>
                    <a:pt x="56534" y="50973"/>
                  </a:lnTo>
                  <a:cubicBezTo>
                    <a:pt x="56098" y="51455"/>
                    <a:pt x="55656" y="51932"/>
                    <a:pt x="55229" y="52423"/>
                  </a:cubicBezTo>
                  <a:cubicBezTo>
                    <a:pt x="55131" y="52539"/>
                    <a:pt x="55222" y="52675"/>
                    <a:pt x="55338" y="52675"/>
                  </a:cubicBezTo>
                  <a:cubicBezTo>
                    <a:pt x="55372" y="52675"/>
                    <a:pt x="55408" y="52664"/>
                    <a:pt x="55442" y="52636"/>
                  </a:cubicBezTo>
                  <a:cubicBezTo>
                    <a:pt x="57178" y="51222"/>
                    <a:pt x="58869" y="49758"/>
                    <a:pt x="60570" y="48303"/>
                  </a:cubicBezTo>
                  <a:cubicBezTo>
                    <a:pt x="61572" y="47444"/>
                    <a:pt x="61961" y="47129"/>
                    <a:pt x="62007" y="47129"/>
                  </a:cubicBezTo>
                  <a:cubicBezTo>
                    <a:pt x="62094" y="47129"/>
                    <a:pt x="60901" y="48304"/>
                    <a:pt x="60376" y="49004"/>
                  </a:cubicBezTo>
                  <a:cubicBezTo>
                    <a:pt x="60290" y="49118"/>
                    <a:pt x="60408" y="49229"/>
                    <a:pt x="60522" y="49229"/>
                  </a:cubicBezTo>
                  <a:cubicBezTo>
                    <a:pt x="60544" y="49229"/>
                    <a:pt x="60567" y="49225"/>
                    <a:pt x="60587" y="49215"/>
                  </a:cubicBezTo>
                  <a:cubicBezTo>
                    <a:pt x="61404" y="48836"/>
                    <a:pt x="62747" y="47558"/>
                    <a:pt x="62958" y="47558"/>
                  </a:cubicBezTo>
                  <a:cubicBezTo>
                    <a:pt x="63044" y="47558"/>
                    <a:pt x="62940" y="47773"/>
                    <a:pt x="62530" y="48355"/>
                  </a:cubicBezTo>
                  <a:cubicBezTo>
                    <a:pt x="62446" y="48473"/>
                    <a:pt x="62563" y="48585"/>
                    <a:pt x="62679" y="48585"/>
                  </a:cubicBezTo>
                  <a:cubicBezTo>
                    <a:pt x="62702" y="48585"/>
                    <a:pt x="62725" y="48581"/>
                    <a:pt x="62747" y="48571"/>
                  </a:cubicBezTo>
                  <a:cubicBezTo>
                    <a:pt x="63448" y="48242"/>
                    <a:pt x="63927" y="47901"/>
                    <a:pt x="64502" y="47362"/>
                  </a:cubicBezTo>
                  <a:cubicBezTo>
                    <a:pt x="64616" y="47249"/>
                    <a:pt x="64506" y="47090"/>
                    <a:pt x="64381" y="47090"/>
                  </a:cubicBezTo>
                  <a:cubicBezTo>
                    <a:pt x="64346" y="47090"/>
                    <a:pt x="64309" y="47103"/>
                    <a:pt x="64277" y="47134"/>
                  </a:cubicBezTo>
                  <a:cubicBezTo>
                    <a:pt x="63979" y="47415"/>
                    <a:pt x="63662" y="47683"/>
                    <a:pt x="63560" y="47683"/>
                  </a:cubicBezTo>
                  <a:cubicBezTo>
                    <a:pt x="63461" y="47683"/>
                    <a:pt x="63566" y="47428"/>
                    <a:pt x="64092" y="46680"/>
                  </a:cubicBezTo>
                  <a:cubicBezTo>
                    <a:pt x="64172" y="46567"/>
                    <a:pt x="64063" y="46447"/>
                    <a:pt x="63950" y="46447"/>
                  </a:cubicBezTo>
                  <a:cubicBezTo>
                    <a:pt x="63914" y="46447"/>
                    <a:pt x="63877" y="46460"/>
                    <a:pt x="63847" y="46490"/>
                  </a:cubicBezTo>
                  <a:cubicBezTo>
                    <a:pt x="62292" y="48027"/>
                    <a:pt x="61648" y="48558"/>
                    <a:pt x="61504" y="48558"/>
                  </a:cubicBezTo>
                  <a:cubicBezTo>
                    <a:pt x="61245" y="48558"/>
                    <a:pt x="62614" y="46830"/>
                    <a:pt x="63203" y="46169"/>
                  </a:cubicBezTo>
                  <a:cubicBezTo>
                    <a:pt x="63308" y="46053"/>
                    <a:pt x="63212" y="45914"/>
                    <a:pt x="63092" y="45914"/>
                  </a:cubicBezTo>
                  <a:cubicBezTo>
                    <a:pt x="63057" y="45914"/>
                    <a:pt x="63021" y="45926"/>
                    <a:pt x="62986" y="45953"/>
                  </a:cubicBezTo>
                  <a:cubicBezTo>
                    <a:pt x="60777" y="47695"/>
                    <a:pt x="58666" y="49546"/>
                    <a:pt x="56520" y="51366"/>
                  </a:cubicBezTo>
                  <a:lnTo>
                    <a:pt x="56520" y="51366"/>
                  </a:lnTo>
                  <a:cubicBezTo>
                    <a:pt x="58680" y="49533"/>
                    <a:pt x="60566" y="47235"/>
                    <a:pt x="62660" y="45303"/>
                  </a:cubicBezTo>
                  <a:cubicBezTo>
                    <a:pt x="62773" y="45202"/>
                    <a:pt x="62670" y="45058"/>
                    <a:pt x="62551" y="45058"/>
                  </a:cubicBezTo>
                  <a:cubicBezTo>
                    <a:pt x="62518" y="45058"/>
                    <a:pt x="62484" y="45069"/>
                    <a:pt x="62452" y="45095"/>
                  </a:cubicBezTo>
                  <a:cubicBezTo>
                    <a:pt x="61777" y="45655"/>
                    <a:pt x="61153" y="46265"/>
                    <a:pt x="60535" y="46882"/>
                  </a:cubicBezTo>
                  <a:cubicBezTo>
                    <a:pt x="60368" y="47041"/>
                    <a:pt x="60180" y="47214"/>
                    <a:pt x="59958" y="47425"/>
                  </a:cubicBezTo>
                  <a:cubicBezTo>
                    <a:pt x="59196" y="48144"/>
                    <a:pt x="58465" y="48892"/>
                    <a:pt x="57746" y="49648"/>
                  </a:cubicBezTo>
                  <a:cubicBezTo>
                    <a:pt x="57325" y="50035"/>
                    <a:pt x="56900" y="50416"/>
                    <a:pt x="56447" y="50768"/>
                  </a:cubicBezTo>
                  <a:lnTo>
                    <a:pt x="56216" y="50047"/>
                  </a:lnTo>
                  <a:cubicBezTo>
                    <a:pt x="57305" y="49160"/>
                    <a:pt x="58246" y="47991"/>
                    <a:pt x="59138" y="46952"/>
                  </a:cubicBezTo>
                  <a:cubicBezTo>
                    <a:pt x="60079" y="46103"/>
                    <a:pt x="61023" y="45260"/>
                    <a:pt x="61904" y="44330"/>
                  </a:cubicBezTo>
                  <a:cubicBezTo>
                    <a:pt x="61991" y="44238"/>
                    <a:pt x="61910" y="44080"/>
                    <a:pt x="61803" y="44080"/>
                  </a:cubicBezTo>
                  <a:cubicBezTo>
                    <a:pt x="61780" y="44080"/>
                    <a:pt x="61755" y="44087"/>
                    <a:pt x="61730" y="44105"/>
                  </a:cubicBezTo>
                  <a:cubicBezTo>
                    <a:pt x="60651" y="44879"/>
                    <a:pt x="59744" y="45820"/>
                    <a:pt x="58861" y="46796"/>
                  </a:cubicBezTo>
                  <a:cubicBezTo>
                    <a:pt x="58433" y="47197"/>
                    <a:pt x="58044" y="47564"/>
                    <a:pt x="57847" y="47737"/>
                  </a:cubicBezTo>
                  <a:cubicBezTo>
                    <a:pt x="57048" y="48441"/>
                    <a:pt x="56311" y="49212"/>
                    <a:pt x="55645" y="50041"/>
                  </a:cubicBezTo>
                  <a:cubicBezTo>
                    <a:pt x="55408" y="50237"/>
                    <a:pt x="55165" y="50428"/>
                    <a:pt x="54905" y="50612"/>
                  </a:cubicBezTo>
                  <a:cubicBezTo>
                    <a:pt x="55379" y="50275"/>
                    <a:pt x="57331" y="47382"/>
                    <a:pt x="58130" y="46539"/>
                  </a:cubicBezTo>
                  <a:cubicBezTo>
                    <a:pt x="58555" y="46091"/>
                    <a:pt x="58979" y="45641"/>
                    <a:pt x="59403" y="45193"/>
                  </a:cubicBezTo>
                  <a:cubicBezTo>
                    <a:pt x="60613" y="44140"/>
                    <a:pt x="61777" y="43040"/>
                    <a:pt x="62680" y="41715"/>
                  </a:cubicBezTo>
                  <a:cubicBezTo>
                    <a:pt x="62750" y="41614"/>
                    <a:pt x="62649" y="41501"/>
                    <a:pt x="62549" y="41501"/>
                  </a:cubicBezTo>
                  <a:cubicBezTo>
                    <a:pt x="62516" y="41501"/>
                    <a:pt x="62484" y="41513"/>
                    <a:pt x="62458" y="41541"/>
                  </a:cubicBezTo>
                  <a:cubicBezTo>
                    <a:pt x="61468" y="42604"/>
                    <a:pt x="60469" y="43655"/>
                    <a:pt x="59470" y="44708"/>
                  </a:cubicBezTo>
                  <a:cubicBezTo>
                    <a:pt x="59204" y="44919"/>
                    <a:pt x="58944" y="45127"/>
                    <a:pt x="58705" y="45335"/>
                  </a:cubicBezTo>
                  <a:cubicBezTo>
                    <a:pt x="56257" y="47460"/>
                    <a:pt x="53979" y="49775"/>
                    <a:pt x="51759" y="52134"/>
                  </a:cubicBezTo>
                  <a:cubicBezTo>
                    <a:pt x="49692" y="53883"/>
                    <a:pt x="47763" y="55780"/>
                    <a:pt x="45768" y="57625"/>
                  </a:cubicBezTo>
                  <a:cubicBezTo>
                    <a:pt x="44616" y="58693"/>
                    <a:pt x="43407" y="59683"/>
                    <a:pt x="42240" y="60705"/>
                  </a:cubicBezTo>
                  <a:cubicBezTo>
                    <a:pt x="46966" y="55766"/>
                    <a:pt x="52183" y="51250"/>
                    <a:pt x="56915" y="46314"/>
                  </a:cubicBezTo>
                  <a:cubicBezTo>
                    <a:pt x="57524" y="45678"/>
                    <a:pt x="58119" y="45032"/>
                    <a:pt x="58719" y="44391"/>
                  </a:cubicBezTo>
                  <a:cubicBezTo>
                    <a:pt x="60105" y="43028"/>
                    <a:pt x="61436" y="41619"/>
                    <a:pt x="62660" y="40130"/>
                  </a:cubicBezTo>
                  <a:cubicBezTo>
                    <a:pt x="62748" y="40022"/>
                    <a:pt x="62656" y="39878"/>
                    <a:pt x="62551" y="39878"/>
                  </a:cubicBezTo>
                  <a:cubicBezTo>
                    <a:pt x="62519" y="39878"/>
                    <a:pt x="62485" y="39892"/>
                    <a:pt x="62455" y="39925"/>
                  </a:cubicBezTo>
                  <a:cubicBezTo>
                    <a:pt x="60760" y="41787"/>
                    <a:pt x="58985" y="43597"/>
                    <a:pt x="57180" y="45384"/>
                  </a:cubicBezTo>
                  <a:cubicBezTo>
                    <a:pt x="55422" y="46949"/>
                    <a:pt x="53601" y="48456"/>
                    <a:pt x="51897" y="50058"/>
                  </a:cubicBezTo>
                  <a:cubicBezTo>
                    <a:pt x="47009" y="54648"/>
                    <a:pt x="42627" y="59787"/>
                    <a:pt x="37690" y="64305"/>
                  </a:cubicBezTo>
                  <a:cubicBezTo>
                    <a:pt x="36450" y="65439"/>
                    <a:pt x="35935" y="65876"/>
                    <a:pt x="35879" y="65876"/>
                  </a:cubicBezTo>
                  <a:cubicBezTo>
                    <a:pt x="35706" y="65876"/>
                    <a:pt x="39810" y="61803"/>
                    <a:pt x="40606" y="61075"/>
                  </a:cubicBezTo>
                  <a:cubicBezTo>
                    <a:pt x="43516" y="58416"/>
                    <a:pt x="46250" y="55558"/>
                    <a:pt x="49025" y="52755"/>
                  </a:cubicBezTo>
                  <a:cubicBezTo>
                    <a:pt x="53361" y="48375"/>
                    <a:pt x="58742" y="44272"/>
                    <a:pt x="62025" y="39015"/>
                  </a:cubicBezTo>
                  <a:cubicBezTo>
                    <a:pt x="62088" y="38915"/>
                    <a:pt x="62000" y="38824"/>
                    <a:pt x="61907" y="38824"/>
                  </a:cubicBezTo>
                  <a:cubicBezTo>
                    <a:pt x="61876" y="38824"/>
                    <a:pt x="61844" y="38834"/>
                    <a:pt x="61817" y="38856"/>
                  </a:cubicBezTo>
                  <a:cubicBezTo>
                    <a:pt x="61750" y="38914"/>
                    <a:pt x="61683" y="38972"/>
                    <a:pt x="61616" y="39030"/>
                  </a:cubicBezTo>
                  <a:lnTo>
                    <a:pt x="61616" y="39030"/>
                  </a:lnTo>
                  <a:cubicBezTo>
                    <a:pt x="61689" y="38932"/>
                    <a:pt x="61588" y="38803"/>
                    <a:pt x="61474" y="38803"/>
                  </a:cubicBezTo>
                  <a:cubicBezTo>
                    <a:pt x="61440" y="38803"/>
                    <a:pt x="61404" y="38815"/>
                    <a:pt x="61372" y="38842"/>
                  </a:cubicBezTo>
                  <a:cubicBezTo>
                    <a:pt x="60122" y="39876"/>
                    <a:pt x="58895" y="40958"/>
                    <a:pt x="57680" y="42058"/>
                  </a:cubicBezTo>
                  <a:cubicBezTo>
                    <a:pt x="58838" y="40745"/>
                    <a:pt x="59917" y="39388"/>
                    <a:pt x="60856" y="37947"/>
                  </a:cubicBezTo>
                  <a:cubicBezTo>
                    <a:pt x="60922" y="37843"/>
                    <a:pt x="60828" y="37726"/>
                    <a:pt x="60723" y="37726"/>
                  </a:cubicBezTo>
                  <a:cubicBezTo>
                    <a:pt x="60700" y="37726"/>
                    <a:pt x="60676" y="37732"/>
                    <a:pt x="60653" y="37745"/>
                  </a:cubicBezTo>
                  <a:cubicBezTo>
                    <a:pt x="59608" y="38348"/>
                    <a:pt x="58685" y="39064"/>
                    <a:pt x="57824" y="39844"/>
                  </a:cubicBezTo>
                  <a:cubicBezTo>
                    <a:pt x="58638" y="38946"/>
                    <a:pt x="59432" y="38042"/>
                    <a:pt x="60192" y="37121"/>
                  </a:cubicBezTo>
                  <a:cubicBezTo>
                    <a:pt x="60294" y="36999"/>
                    <a:pt x="60201" y="36858"/>
                    <a:pt x="60080" y="36858"/>
                  </a:cubicBezTo>
                  <a:cubicBezTo>
                    <a:pt x="60044" y="36858"/>
                    <a:pt x="60006" y="36870"/>
                    <a:pt x="59969" y="36899"/>
                  </a:cubicBezTo>
                  <a:cubicBezTo>
                    <a:pt x="56467" y="39659"/>
                    <a:pt x="53188" y="42676"/>
                    <a:pt x="50009" y="45808"/>
                  </a:cubicBezTo>
                  <a:cubicBezTo>
                    <a:pt x="52977" y="42760"/>
                    <a:pt x="55971" y="39746"/>
                    <a:pt x="59216" y="37006"/>
                  </a:cubicBezTo>
                  <a:cubicBezTo>
                    <a:pt x="59338" y="36904"/>
                    <a:pt x="59220" y="36757"/>
                    <a:pt x="59092" y="36757"/>
                  </a:cubicBezTo>
                  <a:cubicBezTo>
                    <a:pt x="59072" y="36757"/>
                    <a:pt x="59051" y="36761"/>
                    <a:pt x="59031" y="36769"/>
                  </a:cubicBezTo>
                  <a:cubicBezTo>
                    <a:pt x="58685" y="36925"/>
                    <a:pt x="58350" y="37104"/>
                    <a:pt x="58029" y="37306"/>
                  </a:cubicBezTo>
                  <a:cubicBezTo>
                    <a:pt x="57740" y="37667"/>
                    <a:pt x="56828" y="38701"/>
                    <a:pt x="56398" y="39090"/>
                  </a:cubicBezTo>
                  <a:cubicBezTo>
                    <a:pt x="56049" y="39408"/>
                    <a:pt x="55722" y="39751"/>
                    <a:pt x="55382" y="40081"/>
                  </a:cubicBezTo>
                  <a:cubicBezTo>
                    <a:pt x="55748" y="39682"/>
                    <a:pt x="56124" y="39292"/>
                    <a:pt x="56488" y="38894"/>
                  </a:cubicBezTo>
                  <a:cubicBezTo>
                    <a:pt x="57189" y="38126"/>
                    <a:pt x="57613" y="37673"/>
                    <a:pt x="57859" y="37422"/>
                  </a:cubicBezTo>
                  <a:lnTo>
                    <a:pt x="57859" y="37422"/>
                  </a:lnTo>
                  <a:cubicBezTo>
                    <a:pt x="57697" y="37528"/>
                    <a:pt x="57536" y="37632"/>
                    <a:pt x="57385" y="37748"/>
                  </a:cubicBezTo>
                  <a:cubicBezTo>
                    <a:pt x="57922" y="37248"/>
                    <a:pt x="58448" y="36737"/>
                    <a:pt x="58991" y="36244"/>
                  </a:cubicBezTo>
                  <a:cubicBezTo>
                    <a:pt x="59094" y="36151"/>
                    <a:pt x="58999" y="36013"/>
                    <a:pt x="58889" y="36013"/>
                  </a:cubicBezTo>
                  <a:cubicBezTo>
                    <a:pt x="58858" y="36013"/>
                    <a:pt x="58826" y="36024"/>
                    <a:pt x="58797" y="36050"/>
                  </a:cubicBezTo>
                  <a:cubicBezTo>
                    <a:pt x="58110" y="36654"/>
                    <a:pt x="57437" y="37266"/>
                    <a:pt x="56765" y="37884"/>
                  </a:cubicBezTo>
                  <a:cubicBezTo>
                    <a:pt x="57313" y="37326"/>
                    <a:pt x="57850" y="36752"/>
                    <a:pt x="58364" y="36154"/>
                  </a:cubicBezTo>
                  <a:cubicBezTo>
                    <a:pt x="58470" y="36033"/>
                    <a:pt x="58359" y="35869"/>
                    <a:pt x="58239" y="35869"/>
                  </a:cubicBezTo>
                  <a:cubicBezTo>
                    <a:pt x="58202" y="35869"/>
                    <a:pt x="58163" y="35885"/>
                    <a:pt x="58130" y="35923"/>
                  </a:cubicBezTo>
                  <a:cubicBezTo>
                    <a:pt x="58003" y="36071"/>
                    <a:pt x="57862" y="36206"/>
                    <a:pt x="57732" y="36353"/>
                  </a:cubicBezTo>
                  <a:cubicBezTo>
                    <a:pt x="57723" y="36359"/>
                    <a:pt x="57715" y="36353"/>
                    <a:pt x="57706" y="36362"/>
                  </a:cubicBezTo>
                  <a:cubicBezTo>
                    <a:pt x="53849" y="39448"/>
                    <a:pt x="50194" y="42838"/>
                    <a:pt x="46637" y="46337"/>
                  </a:cubicBezTo>
                  <a:cubicBezTo>
                    <a:pt x="44172" y="48346"/>
                    <a:pt x="41726" y="50373"/>
                    <a:pt x="39489" y="52581"/>
                  </a:cubicBezTo>
                  <a:cubicBezTo>
                    <a:pt x="36394" y="55630"/>
                    <a:pt x="33596" y="58938"/>
                    <a:pt x="30773" y="62233"/>
                  </a:cubicBezTo>
                  <a:cubicBezTo>
                    <a:pt x="29468" y="63754"/>
                    <a:pt x="28056" y="65151"/>
                    <a:pt x="26616" y="66523"/>
                  </a:cubicBezTo>
                  <a:cubicBezTo>
                    <a:pt x="31010" y="61670"/>
                    <a:pt x="35228" y="56646"/>
                    <a:pt x="39815" y="51958"/>
                  </a:cubicBezTo>
                  <a:cubicBezTo>
                    <a:pt x="43100" y="48603"/>
                    <a:pt x="46600" y="45476"/>
                    <a:pt x="50084" y="42335"/>
                  </a:cubicBezTo>
                  <a:cubicBezTo>
                    <a:pt x="52645" y="40026"/>
                    <a:pt x="55757" y="37993"/>
                    <a:pt x="57743" y="35152"/>
                  </a:cubicBezTo>
                  <a:cubicBezTo>
                    <a:pt x="57830" y="35030"/>
                    <a:pt x="57711" y="34912"/>
                    <a:pt x="57590" y="34912"/>
                  </a:cubicBezTo>
                  <a:cubicBezTo>
                    <a:pt x="57566" y="34912"/>
                    <a:pt x="57541" y="34917"/>
                    <a:pt x="57518" y="34927"/>
                  </a:cubicBezTo>
                  <a:cubicBezTo>
                    <a:pt x="57458" y="34956"/>
                    <a:pt x="57403" y="34991"/>
                    <a:pt x="57342" y="35020"/>
                  </a:cubicBezTo>
                  <a:cubicBezTo>
                    <a:pt x="57432" y="34933"/>
                    <a:pt x="57524" y="34846"/>
                    <a:pt x="57613" y="34757"/>
                  </a:cubicBezTo>
                  <a:cubicBezTo>
                    <a:pt x="57726" y="34644"/>
                    <a:pt x="57623" y="34471"/>
                    <a:pt x="57491" y="34471"/>
                  </a:cubicBezTo>
                  <a:cubicBezTo>
                    <a:pt x="57464" y="34471"/>
                    <a:pt x="57436" y="34478"/>
                    <a:pt x="57408" y="34494"/>
                  </a:cubicBezTo>
                  <a:cubicBezTo>
                    <a:pt x="56464" y="35023"/>
                    <a:pt x="55567" y="35669"/>
                    <a:pt x="54692" y="36359"/>
                  </a:cubicBezTo>
                  <a:cubicBezTo>
                    <a:pt x="55500" y="35513"/>
                    <a:pt x="56291" y="34653"/>
                    <a:pt x="57068" y="33781"/>
                  </a:cubicBezTo>
                  <a:cubicBezTo>
                    <a:pt x="57160" y="33674"/>
                    <a:pt x="57075" y="33503"/>
                    <a:pt x="56956" y="33503"/>
                  </a:cubicBezTo>
                  <a:cubicBezTo>
                    <a:pt x="56930" y="33503"/>
                    <a:pt x="56902" y="33511"/>
                    <a:pt x="56874" y="33530"/>
                  </a:cubicBezTo>
                  <a:cubicBezTo>
                    <a:pt x="55552" y="34431"/>
                    <a:pt x="54276" y="35392"/>
                    <a:pt x="53014" y="36377"/>
                  </a:cubicBezTo>
                  <a:cubicBezTo>
                    <a:pt x="54187" y="35178"/>
                    <a:pt x="55336" y="33966"/>
                    <a:pt x="56424" y="32707"/>
                  </a:cubicBezTo>
                  <a:cubicBezTo>
                    <a:pt x="56530" y="32586"/>
                    <a:pt x="56423" y="32422"/>
                    <a:pt x="56301" y="32422"/>
                  </a:cubicBezTo>
                  <a:cubicBezTo>
                    <a:pt x="56263" y="32422"/>
                    <a:pt x="56225" y="32437"/>
                    <a:pt x="56190" y="32473"/>
                  </a:cubicBezTo>
                  <a:cubicBezTo>
                    <a:pt x="50026" y="39009"/>
                    <a:pt x="42676" y="44275"/>
                    <a:pt x="36336" y="50641"/>
                  </a:cubicBezTo>
                  <a:cubicBezTo>
                    <a:pt x="33218" y="53768"/>
                    <a:pt x="30227" y="57001"/>
                    <a:pt x="27011" y="60030"/>
                  </a:cubicBezTo>
                  <a:cubicBezTo>
                    <a:pt x="27825" y="59071"/>
                    <a:pt x="28631" y="58145"/>
                    <a:pt x="29436" y="57302"/>
                  </a:cubicBezTo>
                  <a:cubicBezTo>
                    <a:pt x="29993" y="56724"/>
                    <a:pt x="30533" y="56127"/>
                    <a:pt x="31082" y="55540"/>
                  </a:cubicBezTo>
                  <a:cubicBezTo>
                    <a:pt x="32840" y="53745"/>
                    <a:pt x="34604" y="51961"/>
                    <a:pt x="36417" y="50246"/>
                  </a:cubicBezTo>
                  <a:cubicBezTo>
                    <a:pt x="40055" y="46802"/>
                    <a:pt x="43845" y="43528"/>
                    <a:pt x="47434" y="40031"/>
                  </a:cubicBezTo>
                  <a:cubicBezTo>
                    <a:pt x="50249" y="37289"/>
                    <a:pt x="53736" y="34907"/>
                    <a:pt x="55896" y="31587"/>
                  </a:cubicBezTo>
                  <a:cubicBezTo>
                    <a:pt x="55959" y="31491"/>
                    <a:pt x="55867" y="31364"/>
                    <a:pt x="55766" y="31364"/>
                  </a:cubicBezTo>
                  <a:cubicBezTo>
                    <a:pt x="55742" y="31364"/>
                    <a:pt x="55717" y="31371"/>
                    <a:pt x="55694" y="31388"/>
                  </a:cubicBezTo>
                  <a:cubicBezTo>
                    <a:pt x="55012" y="31870"/>
                    <a:pt x="54340" y="32361"/>
                    <a:pt x="53678" y="32863"/>
                  </a:cubicBezTo>
                  <a:cubicBezTo>
                    <a:pt x="54071" y="32410"/>
                    <a:pt x="54464" y="31959"/>
                    <a:pt x="54822" y="31483"/>
                  </a:cubicBezTo>
                  <a:cubicBezTo>
                    <a:pt x="54900" y="31376"/>
                    <a:pt x="54790" y="31257"/>
                    <a:pt x="54682" y="31257"/>
                  </a:cubicBezTo>
                  <a:cubicBezTo>
                    <a:pt x="54648" y="31257"/>
                    <a:pt x="54613" y="31270"/>
                    <a:pt x="54585" y="31298"/>
                  </a:cubicBezTo>
                  <a:cubicBezTo>
                    <a:pt x="53228" y="32698"/>
                    <a:pt x="51845" y="34070"/>
                    <a:pt x="50459" y="35438"/>
                  </a:cubicBezTo>
                  <a:cubicBezTo>
                    <a:pt x="48696" y="36914"/>
                    <a:pt x="46986" y="38447"/>
                    <a:pt x="45335" y="40034"/>
                  </a:cubicBezTo>
                  <a:cubicBezTo>
                    <a:pt x="44097" y="41033"/>
                    <a:pt x="42852" y="42026"/>
                    <a:pt x="41614" y="43028"/>
                  </a:cubicBezTo>
                  <a:cubicBezTo>
                    <a:pt x="45595" y="39385"/>
                    <a:pt x="49651" y="35814"/>
                    <a:pt x="53508" y="32052"/>
                  </a:cubicBezTo>
                  <a:cubicBezTo>
                    <a:pt x="53616" y="31946"/>
                    <a:pt x="53511" y="31792"/>
                    <a:pt x="53392" y="31792"/>
                  </a:cubicBezTo>
                  <a:cubicBezTo>
                    <a:pt x="53358" y="31792"/>
                    <a:pt x="53323" y="31805"/>
                    <a:pt x="53292" y="31835"/>
                  </a:cubicBezTo>
                  <a:cubicBezTo>
                    <a:pt x="52310" y="32785"/>
                    <a:pt x="51323" y="33729"/>
                    <a:pt x="50332" y="34665"/>
                  </a:cubicBezTo>
                  <a:cubicBezTo>
                    <a:pt x="50933" y="34032"/>
                    <a:pt x="51499" y="33368"/>
                    <a:pt x="52027" y="32673"/>
                  </a:cubicBezTo>
                  <a:cubicBezTo>
                    <a:pt x="52107" y="32567"/>
                    <a:pt x="51996" y="32429"/>
                    <a:pt x="51884" y="32429"/>
                  </a:cubicBezTo>
                  <a:cubicBezTo>
                    <a:pt x="51858" y="32429"/>
                    <a:pt x="51832" y="32436"/>
                    <a:pt x="51808" y="32453"/>
                  </a:cubicBezTo>
                  <a:cubicBezTo>
                    <a:pt x="51378" y="32745"/>
                    <a:pt x="50950" y="33036"/>
                    <a:pt x="50526" y="33331"/>
                  </a:cubicBezTo>
                  <a:cubicBezTo>
                    <a:pt x="51106" y="32618"/>
                    <a:pt x="51675" y="31893"/>
                    <a:pt x="52229" y="31154"/>
                  </a:cubicBezTo>
                  <a:cubicBezTo>
                    <a:pt x="52308" y="31046"/>
                    <a:pt x="52204" y="30949"/>
                    <a:pt x="52097" y="30949"/>
                  </a:cubicBezTo>
                  <a:cubicBezTo>
                    <a:pt x="52063" y="30949"/>
                    <a:pt x="52030" y="30959"/>
                    <a:pt x="52001" y="30981"/>
                  </a:cubicBezTo>
                  <a:cubicBezTo>
                    <a:pt x="50765" y="31974"/>
                    <a:pt x="49631" y="33056"/>
                    <a:pt x="48505" y="34171"/>
                  </a:cubicBezTo>
                  <a:cubicBezTo>
                    <a:pt x="47824" y="34844"/>
                    <a:pt x="47137" y="35508"/>
                    <a:pt x="46435" y="36157"/>
                  </a:cubicBezTo>
                  <a:cubicBezTo>
                    <a:pt x="46281" y="36298"/>
                    <a:pt x="45080" y="37457"/>
                    <a:pt x="45008" y="37457"/>
                  </a:cubicBezTo>
                  <a:cubicBezTo>
                    <a:pt x="44980" y="37457"/>
                    <a:pt x="45125" y="37280"/>
                    <a:pt x="45572" y="36795"/>
                  </a:cubicBezTo>
                  <a:cubicBezTo>
                    <a:pt x="47578" y="34621"/>
                    <a:pt x="50009" y="32981"/>
                    <a:pt x="51707" y="30519"/>
                  </a:cubicBezTo>
                  <a:cubicBezTo>
                    <a:pt x="51782" y="30408"/>
                    <a:pt x="51675" y="30267"/>
                    <a:pt x="51559" y="30267"/>
                  </a:cubicBezTo>
                  <a:cubicBezTo>
                    <a:pt x="51533" y="30267"/>
                    <a:pt x="51507" y="30274"/>
                    <a:pt x="51481" y="30291"/>
                  </a:cubicBezTo>
                  <a:cubicBezTo>
                    <a:pt x="49365" y="31714"/>
                    <a:pt x="47512" y="33412"/>
                    <a:pt x="45667" y="35167"/>
                  </a:cubicBezTo>
                  <a:cubicBezTo>
                    <a:pt x="47119" y="33784"/>
                    <a:pt x="48958" y="31974"/>
                    <a:pt x="50555" y="30230"/>
                  </a:cubicBezTo>
                  <a:cubicBezTo>
                    <a:pt x="50586" y="30198"/>
                    <a:pt x="50618" y="30169"/>
                    <a:pt x="50650" y="30138"/>
                  </a:cubicBezTo>
                  <a:cubicBezTo>
                    <a:pt x="50647" y="30138"/>
                    <a:pt x="50644" y="30138"/>
                    <a:pt x="50641" y="30135"/>
                  </a:cubicBezTo>
                  <a:cubicBezTo>
                    <a:pt x="50843" y="29913"/>
                    <a:pt x="51057" y="29687"/>
                    <a:pt x="51248" y="29471"/>
                  </a:cubicBezTo>
                  <a:cubicBezTo>
                    <a:pt x="51353" y="29352"/>
                    <a:pt x="51246" y="29189"/>
                    <a:pt x="51126" y="29189"/>
                  </a:cubicBezTo>
                  <a:cubicBezTo>
                    <a:pt x="51089" y="29189"/>
                    <a:pt x="51050" y="29205"/>
                    <a:pt x="51017" y="29243"/>
                  </a:cubicBezTo>
                  <a:cubicBezTo>
                    <a:pt x="50783" y="29505"/>
                    <a:pt x="50532" y="29751"/>
                    <a:pt x="50286" y="30002"/>
                  </a:cubicBezTo>
                  <a:cubicBezTo>
                    <a:pt x="50084" y="30002"/>
                    <a:pt x="49914" y="30178"/>
                    <a:pt x="49772" y="30516"/>
                  </a:cubicBezTo>
                  <a:cubicBezTo>
                    <a:pt x="48670" y="31573"/>
                    <a:pt x="47483" y="32531"/>
                    <a:pt x="46276" y="33490"/>
                  </a:cubicBezTo>
                  <a:cubicBezTo>
                    <a:pt x="45869" y="33813"/>
                    <a:pt x="45683" y="33942"/>
                    <a:pt x="45644" y="33942"/>
                  </a:cubicBezTo>
                  <a:cubicBezTo>
                    <a:pt x="45501" y="33942"/>
                    <a:pt x="47372" y="32183"/>
                    <a:pt x="47622" y="31922"/>
                  </a:cubicBezTo>
                  <a:cubicBezTo>
                    <a:pt x="48528" y="30981"/>
                    <a:pt x="49475" y="30083"/>
                    <a:pt x="50384" y="29145"/>
                  </a:cubicBezTo>
                  <a:cubicBezTo>
                    <a:pt x="50484" y="29040"/>
                    <a:pt x="50393" y="28870"/>
                    <a:pt x="50272" y="28870"/>
                  </a:cubicBezTo>
                  <a:cubicBezTo>
                    <a:pt x="50246" y="28870"/>
                    <a:pt x="50218" y="28878"/>
                    <a:pt x="50191" y="28896"/>
                  </a:cubicBezTo>
                  <a:cubicBezTo>
                    <a:pt x="48823" y="29809"/>
                    <a:pt x="47633" y="30859"/>
                    <a:pt x="46423" y="31971"/>
                  </a:cubicBezTo>
                  <a:cubicBezTo>
                    <a:pt x="45907" y="32446"/>
                    <a:pt x="45704" y="32622"/>
                    <a:pt x="45687" y="32622"/>
                  </a:cubicBezTo>
                  <a:cubicBezTo>
                    <a:pt x="45641" y="32622"/>
                    <a:pt x="46859" y="31423"/>
                    <a:pt x="47024" y="31252"/>
                  </a:cubicBezTo>
                  <a:cubicBezTo>
                    <a:pt x="47902" y="30348"/>
                    <a:pt x="48915" y="29560"/>
                    <a:pt x="49847" y="28717"/>
                  </a:cubicBezTo>
                  <a:cubicBezTo>
                    <a:pt x="49963" y="28614"/>
                    <a:pt x="49858" y="28437"/>
                    <a:pt x="49728" y="28437"/>
                  </a:cubicBezTo>
                  <a:cubicBezTo>
                    <a:pt x="49702" y="28437"/>
                    <a:pt x="49675" y="28444"/>
                    <a:pt x="49648" y="28460"/>
                  </a:cubicBezTo>
                  <a:cubicBezTo>
                    <a:pt x="48245" y="29344"/>
                    <a:pt x="46986" y="30366"/>
                    <a:pt x="45699" y="31411"/>
                  </a:cubicBezTo>
                  <a:cubicBezTo>
                    <a:pt x="46305" y="30917"/>
                    <a:pt x="47928" y="29093"/>
                    <a:pt x="48880" y="28180"/>
                  </a:cubicBezTo>
                  <a:cubicBezTo>
                    <a:pt x="48990" y="28073"/>
                    <a:pt x="48889" y="27895"/>
                    <a:pt x="48761" y="27895"/>
                  </a:cubicBezTo>
                  <a:cubicBezTo>
                    <a:pt x="48734" y="27895"/>
                    <a:pt x="48706" y="27902"/>
                    <a:pt x="48678" y="27921"/>
                  </a:cubicBezTo>
                  <a:cubicBezTo>
                    <a:pt x="47590" y="28631"/>
                    <a:pt x="46617" y="29416"/>
                    <a:pt x="45635" y="30268"/>
                  </a:cubicBezTo>
                  <a:cubicBezTo>
                    <a:pt x="45124" y="30712"/>
                    <a:pt x="44917" y="30878"/>
                    <a:pt x="44892" y="30878"/>
                  </a:cubicBezTo>
                  <a:cubicBezTo>
                    <a:pt x="44823" y="30878"/>
                    <a:pt x="46059" y="29688"/>
                    <a:pt x="46227" y="29503"/>
                  </a:cubicBezTo>
                  <a:cubicBezTo>
                    <a:pt x="46871" y="28789"/>
                    <a:pt x="47572" y="28123"/>
                    <a:pt x="48234" y="27427"/>
                  </a:cubicBezTo>
                  <a:cubicBezTo>
                    <a:pt x="48338" y="27318"/>
                    <a:pt x="48242" y="27134"/>
                    <a:pt x="48117" y="27134"/>
                  </a:cubicBezTo>
                  <a:cubicBezTo>
                    <a:pt x="48090" y="27134"/>
                    <a:pt x="48060" y="27143"/>
                    <a:pt x="48031" y="27164"/>
                  </a:cubicBezTo>
                  <a:cubicBezTo>
                    <a:pt x="47284" y="27707"/>
                    <a:pt x="46623" y="28278"/>
                    <a:pt x="45950" y="28914"/>
                  </a:cubicBezTo>
                  <a:cubicBezTo>
                    <a:pt x="45459" y="29378"/>
                    <a:pt x="45245" y="29556"/>
                    <a:pt x="45207" y="29556"/>
                  </a:cubicBezTo>
                  <a:cubicBezTo>
                    <a:pt x="45095" y="29556"/>
                    <a:pt x="46504" y="28010"/>
                    <a:pt x="46833" y="27643"/>
                  </a:cubicBezTo>
                  <a:cubicBezTo>
                    <a:pt x="46948" y="27516"/>
                    <a:pt x="46841" y="27364"/>
                    <a:pt x="46711" y="27364"/>
                  </a:cubicBezTo>
                  <a:cubicBezTo>
                    <a:pt x="46673" y="27364"/>
                    <a:pt x="46634" y="27377"/>
                    <a:pt x="46597" y="27407"/>
                  </a:cubicBezTo>
                  <a:cubicBezTo>
                    <a:pt x="45816" y="28027"/>
                    <a:pt x="45098" y="28690"/>
                    <a:pt x="44366" y="29364"/>
                  </a:cubicBezTo>
                  <a:lnTo>
                    <a:pt x="44366" y="29364"/>
                  </a:lnTo>
                  <a:cubicBezTo>
                    <a:pt x="45005" y="28774"/>
                    <a:pt x="45559" y="28041"/>
                    <a:pt x="46184" y="27427"/>
                  </a:cubicBezTo>
                  <a:cubicBezTo>
                    <a:pt x="46302" y="27311"/>
                    <a:pt x="46189" y="27145"/>
                    <a:pt x="46061" y="27145"/>
                  </a:cubicBezTo>
                  <a:cubicBezTo>
                    <a:pt x="46024" y="27145"/>
                    <a:pt x="45985" y="27159"/>
                    <a:pt x="45950" y="27193"/>
                  </a:cubicBezTo>
                  <a:cubicBezTo>
                    <a:pt x="45052" y="28076"/>
                    <a:pt x="44189" y="28934"/>
                    <a:pt x="43554" y="30028"/>
                  </a:cubicBezTo>
                  <a:cubicBezTo>
                    <a:pt x="43476" y="30160"/>
                    <a:pt x="43581" y="30271"/>
                    <a:pt x="43698" y="30271"/>
                  </a:cubicBezTo>
                  <a:cubicBezTo>
                    <a:pt x="43738" y="30271"/>
                    <a:pt x="43778" y="30258"/>
                    <a:pt x="43814" y="30230"/>
                  </a:cubicBezTo>
                  <a:cubicBezTo>
                    <a:pt x="44229" y="29895"/>
                    <a:pt x="44622" y="29534"/>
                    <a:pt x="44994" y="29150"/>
                  </a:cubicBezTo>
                  <a:lnTo>
                    <a:pt x="44994" y="29150"/>
                  </a:lnTo>
                  <a:cubicBezTo>
                    <a:pt x="44576" y="29609"/>
                    <a:pt x="44186" y="30083"/>
                    <a:pt x="43877" y="30675"/>
                  </a:cubicBezTo>
                  <a:cubicBezTo>
                    <a:pt x="43819" y="30783"/>
                    <a:pt x="43908" y="30933"/>
                    <a:pt x="44020" y="30933"/>
                  </a:cubicBezTo>
                  <a:cubicBezTo>
                    <a:pt x="44047" y="30933"/>
                    <a:pt x="44077" y="30924"/>
                    <a:pt x="44105" y="30903"/>
                  </a:cubicBezTo>
                  <a:cubicBezTo>
                    <a:pt x="45095" y="30183"/>
                    <a:pt x="45921" y="29362"/>
                    <a:pt x="46748" y="28501"/>
                  </a:cubicBezTo>
                  <a:lnTo>
                    <a:pt x="46748" y="28501"/>
                  </a:lnTo>
                  <a:cubicBezTo>
                    <a:pt x="45832" y="29463"/>
                    <a:pt x="44950" y="30418"/>
                    <a:pt x="44200" y="31535"/>
                  </a:cubicBezTo>
                  <a:cubicBezTo>
                    <a:pt x="44115" y="31662"/>
                    <a:pt x="44231" y="31781"/>
                    <a:pt x="44352" y="31781"/>
                  </a:cubicBezTo>
                  <a:cubicBezTo>
                    <a:pt x="44391" y="31781"/>
                    <a:pt x="44430" y="31769"/>
                    <a:pt x="44463" y="31740"/>
                  </a:cubicBezTo>
                  <a:cubicBezTo>
                    <a:pt x="45084" y="31200"/>
                    <a:pt x="45702" y="30657"/>
                    <a:pt x="46320" y="30115"/>
                  </a:cubicBezTo>
                  <a:lnTo>
                    <a:pt x="46320" y="30115"/>
                  </a:lnTo>
                  <a:cubicBezTo>
                    <a:pt x="45514" y="30888"/>
                    <a:pt x="44761" y="31691"/>
                    <a:pt x="44094" y="32615"/>
                  </a:cubicBezTo>
                  <a:cubicBezTo>
                    <a:pt x="44016" y="32723"/>
                    <a:pt x="44126" y="32865"/>
                    <a:pt x="44241" y="32865"/>
                  </a:cubicBezTo>
                  <a:cubicBezTo>
                    <a:pt x="44267" y="32865"/>
                    <a:pt x="44294" y="32857"/>
                    <a:pt x="44319" y="32840"/>
                  </a:cubicBezTo>
                  <a:cubicBezTo>
                    <a:pt x="45915" y="31709"/>
                    <a:pt x="47565" y="30342"/>
                    <a:pt x="48891" y="29143"/>
                  </a:cubicBezTo>
                  <a:lnTo>
                    <a:pt x="48891" y="29143"/>
                  </a:lnTo>
                  <a:cubicBezTo>
                    <a:pt x="47453" y="30442"/>
                    <a:pt x="46062" y="31653"/>
                    <a:pt x="44960" y="33261"/>
                  </a:cubicBezTo>
                  <a:cubicBezTo>
                    <a:pt x="44877" y="33384"/>
                    <a:pt x="44989" y="33496"/>
                    <a:pt x="45104" y="33496"/>
                  </a:cubicBezTo>
                  <a:cubicBezTo>
                    <a:pt x="45142" y="33496"/>
                    <a:pt x="45179" y="33484"/>
                    <a:pt x="45211" y="33458"/>
                  </a:cubicBezTo>
                  <a:cubicBezTo>
                    <a:pt x="45944" y="32837"/>
                    <a:pt x="46654" y="32193"/>
                    <a:pt x="47362" y="31544"/>
                  </a:cubicBezTo>
                  <a:cubicBezTo>
                    <a:pt x="47764" y="31171"/>
                    <a:pt x="49411" y="29619"/>
                    <a:pt x="49457" y="29619"/>
                  </a:cubicBezTo>
                  <a:cubicBezTo>
                    <a:pt x="49473" y="29619"/>
                    <a:pt x="49288" y="29815"/>
                    <a:pt x="48773" y="30328"/>
                  </a:cubicBezTo>
                  <a:cubicBezTo>
                    <a:pt x="47382" y="31714"/>
                    <a:pt x="46025" y="33085"/>
                    <a:pt x="44850" y="34662"/>
                  </a:cubicBezTo>
                  <a:cubicBezTo>
                    <a:pt x="44760" y="34783"/>
                    <a:pt x="44879" y="34897"/>
                    <a:pt x="45000" y="34897"/>
                  </a:cubicBezTo>
                  <a:cubicBezTo>
                    <a:pt x="45038" y="34897"/>
                    <a:pt x="45075" y="34886"/>
                    <a:pt x="45107" y="34861"/>
                  </a:cubicBezTo>
                  <a:cubicBezTo>
                    <a:pt x="46037" y="34093"/>
                    <a:pt x="46986" y="33351"/>
                    <a:pt x="47916" y="32586"/>
                  </a:cubicBezTo>
                  <a:lnTo>
                    <a:pt x="47916" y="32586"/>
                  </a:lnTo>
                  <a:cubicBezTo>
                    <a:pt x="46908" y="33640"/>
                    <a:pt x="45921" y="34699"/>
                    <a:pt x="44986" y="35816"/>
                  </a:cubicBezTo>
                  <a:cubicBezTo>
                    <a:pt x="44884" y="35938"/>
                    <a:pt x="44982" y="36094"/>
                    <a:pt x="45102" y="36094"/>
                  </a:cubicBezTo>
                  <a:cubicBezTo>
                    <a:pt x="45139" y="36094"/>
                    <a:pt x="45178" y="36079"/>
                    <a:pt x="45214" y="36045"/>
                  </a:cubicBezTo>
                  <a:cubicBezTo>
                    <a:pt x="46126" y="35176"/>
                    <a:pt x="47041" y="34304"/>
                    <a:pt x="47971" y="33452"/>
                  </a:cubicBezTo>
                  <a:cubicBezTo>
                    <a:pt x="48439" y="33028"/>
                    <a:pt x="48915" y="32615"/>
                    <a:pt x="49403" y="32213"/>
                  </a:cubicBezTo>
                  <a:cubicBezTo>
                    <a:pt x="50483" y="31302"/>
                    <a:pt x="50910" y="30988"/>
                    <a:pt x="50989" y="30988"/>
                  </a:cubicBezTo>
                  <a:cubicBezTo>
                    <a:pt x="51124" y="30988"/>
                    <a:pt x="50211" y="31932"/>
                    <a:pt x="49836" y="32346"/>
                  </a:cubicBezTo>
                  <a:cubicBezTo>
                    <a:pt x="48072" y="34301"/>
                    <a:pt x="45907" y="35816"/>
                    <a:pt x="44238" y="37872"/>
                  </a:cubicBezTo>
                  <a:cubicBezTo>
                    <a:pt x="44158" y="37971"/>
                    <a:pt x="44230" y="38136"/>
                    <a:pt x="44341" y="38136"/>
                  </a:cubicBezTo>
                  <a:cubicBezTo>
                    <a:pt x="44366" y="38136"/>
                    <a:pt x="44392" y="38128"/>
                    <a:pt x="44420" y="38109"/>
                  </a:cubicBezTo>
                  <a:cubicBezTo>
                    <a:pt x="44847" y="37806"/>
                    <a:pt x="45246" y="37471"/>
                    <a:pt x="45647" y="37144"/>
                  </a:cubicBezTo>
                  <a:lnTo>
                    <a:pt x="45647" y="37144"/>
                  </a:lnTo>
                  <a:cubicBezTo>
                    <a:pt x="44544" y="38158"/>
                    <a:pt x="43513" y="39258"/>
                    <a:pt x="42592" y="40488"/>
                  </a:cubicBezTo>
                  <a:cubicBezTo>
                    <a:pt x="42517" y="40588"/>
                    <a:pt x="42623" y="40722"/>
                    <a:pt x="42732" y="40722"/>
                  </a:cubicBezTo>
                  <a:cubicBezTo>
                    <a:pt x="42757" y="40722"/>
                    <a:pt x="42783" y="40715"/>
                    <a:pt x="42806" y="40698"/>
                  </a:cubicBezTo>
                  <a:cubicBezTo>
                    <a:pt x="42919" y="40620"/>
                    <a:pt x="43028" y="40534"/>
                    <a:pt x="43141" y="40453"/>
                  </a:cubicBezTo>
                  <a:lnTo>
                    <a:pt x="43141" y="40453"/>
                  </a:lnTo>
                  <a:cubicBezTo>
                    <a:pt x="42858" y="40846"/>
                    <a:pt x="42604" y="41261"/>
                    <a:pt x="42413" y="41723"/>
                  </a:cubicBezTo>
                  <a:cubicBezTo>
                    <a:pt x="42386" y="41793"/>
                    <a:pt x="42457" y="41850"/>
                    <a:pt x="42521" y="41850"/>
                  </a:cubicBezTo>
                  <a:cubicBezTo>
                    <a:pt x="42553" y="41850"/>
                    <a:pt x="42583" y="41836"/>
                    <a:pt x="42598" y="41801"/>
                  </a:cubicBezTo>
                  <a:cubicBezTo>
                    <a:pt x="42924" y="41056"/>
                    <a:pt x="43404" y="40421"/>
                    <a:pt x="43961" y="39852"/>
                  </a:cubicBezTo>
                  <a:cubicBezTo>
                    <a:pt x="44633" y="39339"/>
                    <a:pt x="45280" y="38796"/>
                    <a:pt x="45907" y="38233"/>
                  </a:cubicBezTo>
                  <a:cubicBezTo>
                    <a:pt x="46481" y="37823"/>
                    <a:pt x="47064" y="37433"/>
                    <a:pt x="47619" y="37041"/>
                  </a:cubicBezTo>
                  <a:cubicBezTo>
                    <a:pt x="47982" y="36784"/>
                    <a:pt x="48329" y="36509"/>
                    <a:pt x="48667" y="36229"/>
                  </a:cubicBezTo>
                  <a:lnTo>
                    <a:pt x="48667" y="36229"/>
                  </a:lnTo>
                  <a:cubicBezTo>
                    <a:pt x="45707" y="39007"/>
                    <a:pt x="42725" y="41758"/>
                    <a:pt x="39766" y="44532"/>
                  </a:cubicBezTo>
                  <a:cubicBezTo>
                    <a:pt x="37647" y="46285"/>
                    <a:pt x="35571" y="48089"/>
                    <a:pt x="33648" y="50064"/>
                  </a:cubicBezTo>
                  <a:cubicBezTo>
                    <a:pt x="32159" y="51594"/>
                    <a:pt x="30721" y="53179"/>
                    <a:pt x="29303" y="54778"/>
                  </a:cubicBezTo>
                  <a:cubicBezTo>
                    <a:pt x="28729" y="55373"/>
                    <a:pt x="28154" y="55965"/>
                    <a:pt x="27589" y="56568"/>
                  </a:cubicBezTo>
                  <a:cubicBezTo>
                    <a:pt x="25397" y="58907"/>
                    <a:pt x="23163" y="61199"/>
                    <a:pt x="20836" y="63408"/>
                  </a:cubicBezTo>
                  <a:cubicBezTo>
                    <a:pt x="19685" y="64495"/>
                    <a:pt x="18475" y="65510"/>
                    <a:pt x="17255" y="66520"/>
                  </a:cubicBezTo>
                  <a:lnTo>
                    <a:pt x="17255" y="66520"/>
                  </a:lnTo>
                  <a:cubicBezTo>
                    <a:pt x="18013" y="65891"/>
                    <a:pt x="18747" y="65017"/>
                    <a:pt x="19439" y="64233"/>
                  </a:cubicBezTo>
                  <a:cubicBezTo>
                    <a:pt x="22248" y="61727"/>
                    <a:pt x="24733" y="58783"/>
                    <a:pt x="27375" y="56164"/>
                  </a:cubicBezTo>
                  <a:cubicBezTo>
                    <a:pt x="29797" y="53765"/>
                    <a:pt x="32237" y="51383"/>
                    <a:pt x="34650" y="48978"/>
                  </a:cubicBezTo>
                  <a:cubicBezTo>
                    <a:pt x="36738" y="46900"/>
                    <a:pt x="39518" y="44498"/>
                    <a:pt x="40805" y="41824"/>
                  </a:cubicBezTo>
                  <a:cubicBezTo>
                    <a:pt x="40851" y="41730"/>
                    <a:pt x="40778" y="41597"/>
                    <a:pt x="40680" y="41597"/>
                  </a:cubicBezTo>
                  <a:cubicBezTo>
                    <a:pt x="40656" y="41597"/>
                    <a:pt x="40629" y="41605"/>
                    <a:pt x="40603" y="41625"/>
                  </a:cubicBezTo>
                  <a:cubicBezTo>
                    <a:pt x="40000" y="42064"/>
                    <a:pt x="39417" y="42523"/>
                    <a:pt x="38845" y="42988"/>
                  </a:cubicBezTo>
                  <a:cubicBezTo>
                    <a:pt x="39376" y="42367"/>
                    <a:pt x="39893" y="41732"/>
                    <a:pt x="40384" y="41079"/>
                  </a:cubicBezTo>
                  <a:cubicBezTo>
                    <a:pt x="40464" y="40974"/>
                    <a:pt x="40354" y="40833"/>
                    <a:pt x="40240" y="40833"/>
                  </a:cubicBezTo>
                  <a:cubicBezTo>
                    <a:pt x="40215" y="40833"/>
                    <a:pt x="40188" y="40841"/>
                    <a:pt x="40164" y="40857"/>
                  </a:cubicBezTo>
                  <a:cubicBezTo>
                    <a:pt x="38663" y="41914"/>
                    <a:pt x="37234" y="43077"/>
                    <a:pt x="35843" y="44293"/>
                  </a:cubicBezTo>
                  <a:cubicBezTo>
                    <a:pt x="37280" y="42624"/>
                    <a:pt x="38715" y="40952"/>
                    <a:pt x="40150" y="39284"/>
                  </a:cubicBezTo>
                  <a:cubicBezTo>
                    <a:pt x="40259" y="39161"/>
                    <a:pt x="40151" y="39000"/>
                    <a:pt x="40025" y="39000"/>
                  </a:cubicBezTo>
                  <a:cubicBezTo>
                    <a:pt x="39987" y="39000"/>
                    <a:pt x="39949" y="39014"/>
                    <a:pt x="39913" y="39047"/>
                  </a:cubicBezTo>
                  <a:cubicBezTo>
                    <a:pt x="38288" y="40476"/>
                    <a:pt x="36683" y="41986"/>
                    <a:pt x="35092" y="43542"/>
                  </a:cubicBezTo>
                  <a:cubicBezTo>
                    <a:pt x="36714" y="41850"/>
                    <a:pt x="38239" y="40086"/>
                    <a:pt x="39515" y="38164"/>
                  </a:cubicBezTo>
                  <a:cubicBezTo>
                    <a:pt x="39588" y="38051"/>
                    <a:pt x="39487" y="37942"/>
                    <a:pt x="39380" y="37942"/>
                  </a:cubicBezTo>
                  <a:cubicBezTo>
                    <a:pt x="39344" y="37942"/>
                    <a:pt x="39308" y="37954"/>
                    <a:pt x="39278" y="37982"/>
                  </a:cubicBezTo>
                  <a:cubicBezTo>
                    <a:pt x="35020" y="41891"/>
                    <a:pt x="31111" y="46262"/>
                    <a:pt x="27101" y="50425"/>
                  </a:cubicBezTo>
                  <a:cubicBezTo>
                    <a:pt x="22935" y="54749"/>
                    <a:pt x="18529" y="58696"/>
                    <a:pt x="14213" y="62862"/>
                  </a:cubicBezTo>
                  <a:cubicBezTo>
                    <a:pt x="22704" y="54666"/>
                    <a:pt x="31469" y="45984"/>
                    <a:pt x="39379" y="37113"/>
                  </a:cubicBezTo>
                  <a:cubicBezTo>
                    <a:pt x="39483" y="37006"/>
                    <a:pt x="39387" y="36863"/>
                    <a:pt x="39275" y="36863"/>
                  </a:cubicBezTo>
                  <a:cubicBezTo>
                    <a:pt x="39241" y="36863"/>
                    <a:pt x="39206" y="36876"/>
                    <a:pt x="39174" y="36908"/>
                  </a:cubicBezTo>
                  <a:cubicBezTo>
                    <a:pt x="34743" y="40693"/>
                    <a:pt x="30785" y="45113"/>
                    <a:pt x="26780" y="49466"/>
                  </a:cubicBezTo>
                  <a:cubicBezTo>
                    <a:pt x="24863" y="51372"/>
                    <a:pt x="23024" y="53349"/>
                    <a:pt x="21197" y="55335"/>
                  </a:cubicBezTo>
                  <a:cubicBezTo>
                    <a:pt x="18775" y="57749"/>
                    <a:pt x="16263" y="60036"/>
                    <a:pt x="13546" y="62048"/>
                  </a:cubicBezTo>
                  <a:cubicBezTo>
                    <a:pt x="14600" y="61265"/>
                    <a:pt x="15567" y="60333"/>
                    <a:pt x="16482" y="59322"/>
                  </a:cubicBezTo>
                  <a:cubicBezTo>
                    <a:pt x="18887" y="57356"/>
                    <a:pt x="21012" y="54799"/>
                    <a:pt x="22871" y="52882"/>
                  </a:cubicBezTo>
                  <a:cubicBezTo>
                    <a:pt x="28256" y="47324"/>
                    <a:pt x="33530" y="41671"/>
                    <a:pt x="38943" y="36137"/>
                  </a:cubicBezTo>
                  <a:cubicBezTo>
                    <a:pt x="39034" y="36044"/>
                    <a:pt x="38953" y="35897"/>
                    <a:pt x="38843" y="35897"/>
                  </a:cubicBezTo>
                  <a:cubicBezTo>
                    <a:pt x="38820" y="35897"/>
                    <a:pt x="38797" y="35903"/>
                    <a:pt x="38773" y="35918"/>
                  </a:cubicBezTo>
                  <a:cubicBezTo>
                    <a:pt x="37863" y="36457"/>
                    <a:pt x="37003" y="37067"/>
                    <a:pt x="36163" y="37702"/>
                  </a:cubicBezTo>
                  <a:cubicBezTo>
                    <a:pt x="37078" y="36847"/>
                    <a:pt x="37979" y="35975"/>
                    <a:pt x="38836" y="35057"/>
                  </a:cubicBezTo>
                  <a:cubicBezTo>
                    <a:pt x="38916" y="34972"/>
                    <a:pt x="38856" y="34819"/>
                    <a:pt x="38744" y="34819"/>
                  </a:cubicBezTo>
                  <a:cubicBezTo>
                    <a:pt x="38730" y="34819"/>
                    <a:pt x="38716" y="34821"/>
                    <a:pt x="38701" y="34826"/>
                  </a:cubicBezTo>
                  <a:cubicBezTo>
                    <a:pt x="36888" y="35424"/>
                    <a:pt x="35802" y="37231"/>
                    <a:pt x="34457" y="38524"/>
                  </a:cubicBezTo>
                  <a:cubicBezTo>
                    <a:pt x="32494" y="40413"/>
                    <a:pt x="30507" y="42243"/>
                    <a:pt x="28570" y="44134"/>
                  </a:cubicBezTo>
                  <a:cubicBezTo>
                    <a:pt x="27083" y="45367"/>
                    <a:pt x="25611" y="46614"/>
                    <a:pt x="24208" y="47916"/>
                  </a:cubicBezTo>
                  <a:cubicBezTo>
                    <a:pt x="24476" y="47639"/>
                    <a:pt x="24736" y="47353"/>
                    <a:pt x="25005" y="47079"/>
                  </a:cubicBezTo>
                  <a:cubicBezTo>
                    <a:pt x="29240" y="42754"/>
                    <a:pt x="34353" y="38666"/>
                    <a:pt x="37990" y="33842"/>
                  </a:cubicBezTo>
                  <a:cubicBezTo>
                    <a:pt x="38059" y="33754"/>
                    <a:pt x="37965" y="33639"/>
                    <a:pt x="37868" y="33639"/>
                  </a:cubicBezTo>
                  <a:cubicBezTo>
                    <a:pt x="37847" y="33639"/>
                    <a:pt x="37825" y="33645"/>
                    <a:pt x="37806" y="33657"/>
                  </a:cubicBezTo>
                  <a:cubicBezTo>
                    <a:pt x="36977" y="34191"/>
                    <a:pt x="36172" y="34771"/>
                    <a:pt x="35378" y="35366"/>
                  </a:cubicBezTo>
                  <a:cubicBezTo>
                    <a:pt x="35900" y="34676"/>
                    <a:pt x="36382" y="33954"/>
                    <a:pt x="36821" y="33207"/>
                  </a:cubicBezTo>
                  <a:cubicBezTo>
                    <a:pt x="36893" y="33083"/>
                    <a:pt x="36794" y="32981"/>
                    <a:pt x="36685" y="32981"/>
                  </a:cubicBezTo>
                  <a:cubicBezTo>
                    <a:pt x="36649" y="32981"/>
                    <a:pt x="36611" y="32993"/>
                    <a:pt x="36579" y="33019"/>
                  </a:cubicBezTo>
                  <a:cubicBezTo>
                    <a:pt x="35369" y="33963"/>
                    <a:pt x="34200" y="34973"/>
                    <a:pt x="33048" y="36010"/>
                  </a:cubicBezTo>
                  <a:cubicBezTo>
                    <a:pt x="33972" y="34875"/>
                    <a:pt x="34818" y="33700"/>
                    <a:pt x="35528" y="32453"/>
                  </a:cubicBezTo>
                  <a:cubicBezTo>
                    <a:pt x="35591" y="32343"/>
                    <a:pt x="35502" y="32218"/>
                    <a:pt x="35394" y="32218"/>
                  </a:cubicBezTo>
                  <a:cubicBezTo>
                    <a:pt x="35369" y="32218"/>
                    <a:pt x="35343" y="32224"/>
                    <a:pt x="35317" y="32239"/>
                  </a:cubicBezTo>
                  <a:cubicBezTo>
                    <a:pt x="31541" y="34491"/>
                    <a:pt x="29387" y="38493"/>
                    <a:pt x="26237" y="41463"/>
                  </a:cubicBezTo>
                  <a:cubicBezTo>
                    <a:pt x="22072" y="45398"/>
                    <a:pt x="18422" y="49865"/>
                    <a:pt x="14357" y="53904"/>
                  </a:cubicBezTo>
                  <a:cubicBezTo>
                    <a:pt x="13817" y="54439"/>
                    <a:pt x="10780" y="57810"/>
                    <a:pt x="10724" y="57810"/>
                  </a:cubicBezTo>
                  <a:cubicBezTo>
                    <a:pt x="10708" y="57810"/>
                    <a:pt x="10939" y="57530"/>
                    <a:pt x="11548" y="56822"/>
                  </a:cubicBezTo>
                  <a:cubicBezTo>
                    <a:pt x="13702" y="54322"/>
                    <a:pt x="15937" y="51903"/>
                    <a:pt x="18206" y="49510"/>
                  </a:cubicBezTo>
                  <a:cubicBezTo>
                    <a:pt x="22744" y="44734"/>
                    <a:pt x="27534" y="40251"/>
                    <a:pt x="31630" y="35072"/>
                  </a:cubicBezTo>
                  <a:cubicBezTo>
                    <a:pt x="31725" y="34953"/>
                    <a:pt x="31629" y="34797"/>
                    <a:pt x="31514" y="34797"/>
                  </a:cubicBezTo>
                  <a:cubicBezTo>
                    <a:pt x="31478" y="34797"/>
                    <a:pt x="31440" y="34813"/>
                    <a:pt x="31405" y="34849"/>
                  </a:cubicBezTo>
                  <a:cubicBezTo>
                    <a:pt x="27219" y="39261"/>
                    <a:pt x="22785" y="43409"/>
                    <a:pt x="18775" y="47988"/>
                  </a:cubicBezTo>
                  <a:cubicBezTo>
                    <a:pt x="18518" y="48283"/>
                    <a:pt x="18249" y="48571"/>
                    <a:pt x="17984" y="48860"/>
                  </a:cubicBezTo>
                  <a:cubicBezTo>
                    <a:pt x="19664" y="46877"/>
                    <a:pt x="21327" y="44873"/>
                    <a:pt x="23111" y="42933"/>
                  </a:cubicBezTo>
                  <a:cubicBezTo>
                    <a:pt x="25718" y="40098"/>
                    <a:pt x="29139" y="38013"/>
                    <a:pt x="30473" y="34243"/>
                  </a:cubicBezTo>
                  <a:cubicBezTo>
                    <a:pt x="30505" y="34154"/>
                    <a:pt x="30419" y="34061"/>
                    <a:pt x="30331" y="34061"/>
                  </a:cubicBezTo>
                  <a:cubicBezTo>
                    <a:pt x="30309" y="34061"/>
                    <a:pt x="30286" y="34067"/>
                    <a:pt x="30265" y="34081"/>
                  </a:cubicBezTo>
                  <a:cubicBezTo>
                    <a:pt x="29731" y="34468"/>
                    <a:pt x="29220" y="34881"/>
                    <a:pt x="28729" y="35320"/>
                  </a:cubicBezTo>
                  <a:cubicBezTo>
                    <a:pt x="29670" y="34073"/>
                    <a:pt x="30398" y="32753"/>
                    <a:pt x="30683" y="31333"/>
                  </a:cubicBezTo>
                  <a:cubicBezTo>
                    <a:pt x="30706" y="31233"/>
                    <a:pt x="30627" y="31162"/>
                    <a:pt x="30546" y="31162"/>
                  </a:cubicBezTo>
                  <a:cubicBezTo>
                    <a:pt x="30504" y="31162"/>
                    <a:pt x="30461" y="31181"/>
                    <a:pt x="30432" y="31226"/>
                  </a:cubicBezTo>
                  <a:cubicBezTo>
                    <a:pt x="27805" y="34988"/>
                    <a:pt x="24676" y="38250"/>
                    <a:pt x="21656" y="41645"/>
                  </a:cubicBezTo>
                  <a:cubicBezTo>
                    <a:pt x="22262" y="40924"/>
                    <a:pt x="22857" y="40193"/>
                    <a:pt x="23420" y="39434"/>
                  </a:cubicBezTo>
                  <a:cubicBezTo>
                    <a:pt x="25126" y="37133"/>
                    <a:pt x="26795" y="34826"/>
                    <a:pt x="28527" y="32569"/>
                  </a:cubicBezTo>
                  <a:cubicBezTo>
                    <a:pt x="30314" y="30614"/>
                    <a:pt x="32069" y="28636"/>
                    <a:pt x="33732" y="26607"/>
                  </a:cubicBezTo>
                  <a:cubicBezTo>
                    <a:pt x="34419" y="25928"/>
                    <a:pt x="35103" y="25250"/>
                    <a:pt x="35822" y="24606"/>
                  </a:cubicBezTo>
                  <a:cubicBezTo>
                    <a:pt x="35926" y="24512"/>
                    <a:pt x="35829" y="24373"/>
                    <a:pt x="35719" y="24373"/>
                  </a:cubicBezTo>
                  <a:cubicBezTo>
                    <a:pt x="35687" y="24373"/>
                    <a:pt x="35655" y="24384"/>
                    <a:pt x="35626" y="24410"/>
                  </a:cubicBezTo>
                  <a:cubicBezTo>
                    <a:pt x="35421" y="24592"/>
                    <a:pt x="35222" y="24788"/>
                    <a:pt x="35020" y="24973"/>
                  </a:cubicBezTo>
                  <a:cubicBezTo>
                    <a:pt x="35363" y="24531"/>
                    <a:pt x="35710" y="24089"/>
                    <a:pt x="36045" y="23642"/>
                  </a:cubicBezTo>
                  <a:lnTo>
                    <a:pt x="36045" y="23642"/>
                  </a:lnTo>
                  <a:cubicBezTo>
                    <a:pt x="36045" y="23656"/>
                    <a:pt x="36042" y="23671"/>
                    <a:pt x="36042" y="23682"/>
                  </a:cubicBezTo>
                  <a:cubicBezTo>
                    <a:pt x="36050" y="23708"/>
                    <a:pt x="36074" y="23726"/>
                    <a:pt x="36100" y="23726"/>
                  </a:cubicBezTo>
                  <a:cubicBezTo>
                    <a:pt x="36144" y="23730"/>
                    <a:pt x="36169" y="23733"/>
                    <a:pt x="36187" y="23733"/>
                  </a:cubicBezTo>
                  <a:cubicBezTo>
                    <a:pt x="36232" y="23733"/>
                    <a:pt x="36237" y="23716"/>
                    <a:pt x="36374" y="23656"/>
                  </a:cubicBezTo>
                  <a:cubicBezTo>
                    <a:pt x="36388" y="23651"/>
                    <a:pt x="36388" y="23630"/>
                    <a:pt x="36371" y="23630"/>
                  </a:cubicBezTo>
                  <a:cubicBezTo>
                    <a:pt x="36368" y="23631"/>
                    <a:pt x="36366" y="23631"/>
                    <a:pt x="36364" y="23631"/>
                  </a:cubicBezTo>
                  <a:cubicBezTo>
                    <a:pt x="36129" y="23631"/>
                    <a:pt x="37181" y="22601"/>
                    <a:pt x="37315" y="22470"/>
                  </a:cubicBezTo>
                  <a:cubicBezTo>
                    <a:pt x="38014" y="21800"/>
                    <a:pt x="38571" y="20931"/>
                    <a:pt x="39151" y="20160"/>
                  </a:cubicBezTo>
                  <a:cubicBezTo>
                    <a:pt x="39194" y="20105"/>
                    <a:pt x="39241" y="20053"/>
                    <a:pt x="39284" y="19996"/>
                  </a:cubicBezTo>
                  <a:lnTo>
                    <a:pt x="39284" y="19996"/>
                  </a:lnTo>
                  <a:cubicBezTo>
                    <a:pt x="38611" y="20954"/>
                    <a:pt x="37895" y="21878"/>
                    <a:pt x="37263" y="22862"/>
                  </a:cubicBezTo>
                  <a:cubicBezTo>
                    <a:pt x="37249" y="22880"/>
                    <a:pt x="37240" y="22897"/>
                    <a:pt x="37231" y="22914"/>
                  </a:cubicBezTo>
                  <a:cubicBezTo>
                    <a:pt x="37116" y="23093"/>
                    <a:pt x="36994" y="23272"/>
                    <a:pt x="36888" y="23457"/>
                  </a:cubicBezTo>
                  <a:cubicBezTo>
                    <a:pt x="36823" y="23567"/>
                    <a:pt x="36927" y="23696"/>
                    <a:pt x="37031" y="23696"/>
                  </a:cubicBezTo>
                  <a:cubicBezTo>
                    <a:pt x="37066" y="23696"/>
                    <a:pt x="37101" y="23681"/>
                    <a:pt x="37130" y="23645"/>
                  </a:cubicBezTo>
                  <a:cubicBezTo>
                    <a:pt x="37693" y="22938"/>
                    <a:pt x="38294" y="22274"/>
                    <a:pt x="38920" y="21624"/>
                  </a:cubicBezTo>
                  <a:cubicBezTo>
                    <a:pt x="39217" y="21321"/>
                    <a:pt x="39521" y="21023"/>
                    <a:pt x="39824" y="20726"/>
                  </a:cubicBezTo>
                  <a:lnTo>
                    <a:pt x="39824" y="20726"/>
                  </a:lnTo>
                  <a:cubicBezTo>
                    <a:pt x="38888" y="22040"/>
                    <a:pt x="37728" y="23096"/>
                    <a:pt x="37194" y="24681"/>
                  </a:cubicBezTo>
                  <a:cubicBezTo>
                    <a:pt x="37160" y="24782"/>
                    <a:pt x="37259" y="24878"/>
                    <a:pt x="37353" y="24878"/>
                  </a:cubicBezTo>
                  <a:cubicBezTo>
                    <a:pt x="37389" y="24878"/>
                    <a:pt x="37424" y="24864"/>
                    <a:pt x="37451" y="24831"/>
                  </a:cubicBezTo>
                  <a:cubicBezTo>
                    <a:pt x="38213" y="23876"/>
                    <a:pt x="39099" y="23062"/>
                    <a:pt x="40009" y="22262"/>
                  </a:cubicBezTo>
                  <a:lnTo>
                    <a:pt x="40009" y="22262"/>
                  </a:lnTo>
                  <a:cubicBezTo>
                    <a:pt x="39815" y="22528"/>
                    <a:pt x="39625" y="22790"/>
                    <a:pt x="39428" y="23053"/>
                  </a:cubicBezTo>
                  <a:cubicBezTo>
                    <a:pt x="38877" y="23807"/>
                    <a:pt x="38311" y="24546"/>
                    <a:pt x="37748" y="25290"/>
                  </a:cubicBezTo>
                  <a:cubicBezTo>
                    <a:pt x="37667" y="25400"/>
                    <a:pt x="37778" y="25519"/>
                    <a:pt x="37888" y="25519"/>
                  </a:cubicBezTo>
                  <a:cubicBezTo>
                    <a:pt x="37924" y="25519"/>
                    <a:pt x="37959" y="25507"/>
                    <a:pt x="37988" y="25478"/>
                  </a:cubicBezTo>
                  <a:cubicBezTo>
                    <a:pt x="38885" y="24580"/>
                    <a:pt x="39789" y="23688"/>
                    <a:pt x="40716" y="22825"/>
                  </a:cubicBezTo>
                  <a:lnTo>
                    <a:pt x="40716" y="22825"/>
                  </a:lnTo>
                  <a:cubicBezTo>
                    <a:pt x="39991" y="23501"/>
                    <a:pt x="39125" y="24918"/>
                    <a:pt x="38501" y="25937"/>
                  </a:cubicBezTo>
                  <a:cubicBezTo>
                    <a:pt x="38430" y="26052"/>
                    <a:pt x="38532" y="26169"/>
                    <a:pt x="38640" y="26169"/>
                  </a:cubicBezTo>
                  <a:cubicBezTo>
                    <a:pt x="38676" y="26169"/>
                    <a:pt x="38713" y="26156"/>
                    <a:pt x="38744" y="26125"/>
                  </a:cubicBezTo>
                  <a:cubicBezTo>
                    <a:pt x="39168" y="25706"/>
                    <a:pt x="39601" y="25293"/>
                    <a:pt x="40034" y="24889"/>
                  </a:cubicBezTo>
                  <a:cubicBezTo>
                    <a:pt x="40326" y="24621"/>
                    <a:pt x="40618" y="24352"/>
                    <a:pt x="40912" y="24089"/>
                  </a:cubicBezTo>
                  <a:cubicBezTo>
                    <a:pt x="41173" y="23830"/>
                    <a:pt x="41316" y="23700"/>
                    <a:pt x="41340" y="23700"/>
                  </a:cubicBezTo>
                  <a:cubicBezTo>
                    <a:pt x="41364" y="23700"/>
                    <a:pt x="41269" y="23830"/>
                    <a:pt x="41054" y="24089"/>
                  </a:cubicBezTo>
                  <a:cubicBezTo>
                    <a:pt x="40846" y="24468"/>
                    <a:pt x="40543" y="24779"/>
                    <a:pt x="40326" y="25152"/>
                  </a:cubicBezTo>
                  <a:cubicBezTo>
                    <a:pt x="40239" y="25319"/>
                    <a:pt x="40153" y="25490"/>
                    <a:pt x="40069" y="25657"/>
                  </a:cubicBezTo>
                  <a:cubicBezTo>
                    <a:pt x="40053" y="25650"/>
                    <a:pt x="40036" y="25647"/>
                    <a:pt x="40020" y="25647"/>
                  </a:cubicBezTo>
                  <a:cubicBezTo>
                    <a:pt x="39957" y="25647"/>
                    <a:pt x="39899" y="25692"/>
                    <a:pt x="39887" y="25758"/>
                  </a:cubicBezTo>
                  <a:cubicBezTo>
                    <a:pt x="39853" y="25920"/>
                    <a:pt x="39789" y="26027"/>
                    <a:pt x="39873" y="26162"/>
                  </a:cubicBezTo>
                  <a:cubicBezTo>
                    <a:pt x="39905" y="26215"/>
                    <a:pt x="39956" y="26239"/>
                    <a:pt x="40007" y="26239"/>
                  </a:cubicBezTo>
                  <a:cubicBezTo>
                    <a:pt x="40060" y="26239"/>
                    <a:pt x="40113" y="26212"/>
                    <a:pt x="40147" y="26162"/>
                  </a:cubicBezTo>
                  <a:cubicBezTo>
                    <a:pt x="40768" y="25276"/>
                    <a:pt x="41397" y="24254"/>
                    <a:pt x="41807" y="23255"/>
                  </a:cubicBezTo>
                  <a:cubicBezTo>
                    <a:pt x="41855" y="23139"/>
                    <a:pt x="41751" y="23060"/>
                    <a:pt x="41649" y="23060"/>
                  </a:cubicBezTo>
                  <a:cubicBezTo>
                    <a:pt x="41609" y="23060"/>
                    <a:pt x="41569" y="23072"/>
                    <a:pt x="41539" y="23099"/>
                  </a:cubicBezTo>
                  <a:cubicBezTo>
                    <a:pt x="41108" y="23483"/>
                    <a:pt x="40678" y="23870"/>
                    <a:pt x="40251" y="24260"/>
                  </a:cubicBezTo>
                  <a:cubicBezTo>
                    <a:pt x="39988" y="24499"/>
                    <a:pt x="39731" y="24739"/>
                    <a:pt x="39474" y="24982"/>
                  </a:cubicBezTo>
                  <a:cubicBezTo>
                    <a:pt x="40043" y="24139"/>
                    <a:pt x="40655" y="23330"/>
                    <a:pt x="41140" y="22427"/>
                  </a:cubicBezTo>
                  <a:cubicBezTo>
                    <a:pt x="41198" y="22320"/>
                    <a:pt x="41123" y="22222"/>
                    <a:pt x="41028" y="22204"/>
                  </a:cubicBezTo>
                  <a:cubicBezTo>
                    <a:pt x="41077" y="22178"/>
                    <a:pt x="41106" y="22121"/>
                    <a:pt x="41094" y="22066"/>
                  </a:cubicBezTo>
                  <a:cubicBezTo>
                    <a:pt x="41048" y="21855"/>
                    <a:pt x="41019" y="21633"/>
                    <a:pt x="40987" y="21410"/>
                  </a:cubicBezTo>
                  <a:cubicBezTo>
                    <a:pt x="41002" y="21390"/>
                    <a:pt x="41016" y="21370"/>
                    <a:pt x="41031" y="21350"/>
                  </a:cubicBezTo>
                  <a:cubicBezTo>
                    <a:pt x="41097" y="21254"/>
                    <a:pt x="41028" y="21168"/>
                    <a:pt x="40941" y="21142"/>
                  </a:cubicBezTo>
                  <a:cubicBezTo>
                    <a:pt x="40612" y="18590"/>
                    <a:pt x="41051" y="15452"/>
                    <a:pt x="41654" y="13110"/>
                  </a:cubicBezTo>
                  <a:cubicBezTo>
                    <a:pt x="42557" y="12621"/>
                    <a:pt x="43269" y="12379"/>
                    <a:pt x="43796" y="12379"/>
                  </a:cubicBezTo>
                  <a:cubicBezTo>
                    <a:pt x="44174" y="12379"/>
                    <a:pt x="44457" y="12503"/>
                    <a:pt x="44648" y="12749"/>
                  </a:cubicBezTo>
                  <a:cubicBezTo>
                    <a:pt x="44648" y="12810"/>
                    <a:pt x="44685" y="12862"/>
                    <a:pt x="44740" y="12882"/>
                  </a:cubicBezTo>
                  <a:cubicBezTo>
                    <a:pt x="44899" y="13171"/>
                    <a:pt x="44971" y="13569"/>
                    <a:pt x="44940" y="14106"/>
                  </a:cubicBezTo>
                  <a:cubicBezTo>
                    <a:pt x="44703" y="14406"/>
                    <a:pt x="44457" y="14695"/>
                    <a:pt x="44200" y="14978"/>
                  </a:cubicBezTo>
                  <a:cubicBezTo>
                    <a:pt x="44088" y="15105"/>
                    <a:pt x="43816" y="15469"/>
                    <a:pt x="43840" y="15671"/>
                  </a:cubicBezTo>
                  <a:cubicBezTo>
                    <a:pt x="43926" y="16407"/>
                    <a:pt x="44385" y="16898"/>
                    <a:pt x="44960" y="17328"/>
                  </a:cubicBezTo>
                  <a:cubicBezTo>
                    <a:pt x="45543" y="17767"/>
                    <a:pt x="46423" y="17969"/>
                    <a:pt x="46888" y="18399"/>
                  </a:cubicBezTo>
                  <a:cubicBezTo>
                    <a:pt x="46868" y="18422"/>
                    <a:pt x="46848" y="18448"/>
                    <a:pt x="46828" y="18471"/>
                  </a:cubicBezTo>
                  <a:cubicBezTo>
                    <a:pt x="46747" y="18573"/>
                    <a:pt x="46818" y="18730"/>
                    <a:pt x="46931" y="18730"/>
                  </a:cubicBezTo>
                  <a:cubicBezTo>
                    <a:pt x="46956" y="18730"/>
                    <a:pt x="46982" y="18722"/>
                    <a:pt x="47009" y="18705"/>
                  </a:cubicBezTo>
                  <a:cubicBezTo>
                    <a:pt x="47035" y="18688"/>
                    <a:pt x="47061" y="18668"/>
                    <a:pt x="47087" y="18650"/>
                  </a:cubicBezTo>
                  <a:cubicBezTo>
                    <a:pt x="47203" y="18852"/>
                    <a:pt x="47235" y="19106"/>
                    <a:pt x="47139" y="19436"/>
                  </a:cubicBezTo>
                  <a:cubicBezTo>
                    <a:pt x="46631" y="20062"/>
                    <a:pt x="46120" y="20689"/>
                    <a:pt x="45606" y="21309"/>
                  </a:cubicBezTo>
                  <a:cubicBezTo>
                    <a:pt x="44830" y="21791"/>
                    <a:pt x="43990" y="22077"/>
                    <a:pt x="43438" y="22854"/>
                  </a:cubicBezTo>
                  <a:cubicBezTo>
                    <a:pt x="42573" y="24080"/>
                    <a:pt x="43631" y="25189"/>
                    <a:pt x="44825" y="25189"/>
                  </a:cubicBezTo>
                  <a:cubicBezTo>
                    <a:pt x="45074" y="25189"/>
                    <a:pt x="45328" y="25141"/>
                    <a:pt x="45572" y="25036"/>
                  </a:cubicBezTo>
                  <a:cubicBezTo>
                    <a:pt x="45598" y="25166"/>
                    <a:pt x="45624" y="25299"/>
                    <a:pt x="45650" y="25423"/>
                  </a:cubicBezTo>
                  <a:cubicBezTo>
                    <a:pt x="45663" y="25498"/>
                    <a:pt x="45716" y="25530"/>
                    <a:pt x="45773" y="25530"/>
                  </a:cubicBezTo>
                  <a:cubicBezTo>
                    <a:pt x="45859" y="25530"/>
                    <a:pt x="45955" y="25456"/>
                    <a:pt x="45936" y="25342"/>
                  </a:cubicBezTo>
                  <a:cubicBezTo>
                    <a:pt x="45680" y="23898"/>
                    <a:pt x="46022" y="23422"/>
                    <a:pt x="46590" y="23422"/>
                  </a:cubicBezTo>
                  <a:cubicBezTo>
                    <a:pt x="47189" y="23422"/>
                    <a:pt x="48039" y="23951"/>
                    <a:pt x="48701" y="24433"/>
                  </a:cubicBezTo>
                  <a:cubicBezTo>
                    <a:pt x="48684" y="24450"/>
                    <a:pt x="48664" y="24471"/>
                    <a:pt x="48644" y="24491"/>
                  </a:cubicBezTo>
                  <a:cubicBezTo>
                    <a:pt x="48523" y="24609"/>
                    <a:pt x="48641" y="24782"/>
                    <a:pt x="48774" y="24782"/>
                  </a:cubicBezTo>
                  <a:cubicBezTo>
                    <a:pt x="48812" y="24782"/>
                    <a:pt x="48851" y="24768"/>
                    <a:pt x="48886" y="24733"/>
                  </a:cubicBezTo>
                  <a:cubicBezTo>
                    <a:pt x="48918" y="24701"/>
                    <a:pt x="48950" y="24670"/>
                    <a:pt x="48981" y="24641"/>
                  </a:cubicBezTo>
                  <a:cubicBezTo>
                    <a:pt x="49270" y="24860"/>
                    <a:pt x="49501" y="25048"/>
                    <a:pt x="49622" y="25137"/>
                  </a:cubicBezTo>
                  <a:cubicBezTo>
                    <a:pt x="50226" y="25591"/>
                    <a:pt x="50867" y="25989"/>
                    <a:pt x="51539" y="26333"/>
                  </a:cubicBezTo>
                  <a:cubicBezTo>
                    <a:pt x="51536" y="26341"/>
                    <a:pt x="51531" y="26347"/>
                    <a:pt x="51528" y="26356"/>
                  </a:cubicBezTo>
                  <a:cubicBezTo>
                    <a:pt x="51461" y="26485"/>
                    <a:pt x="51563" y="26616"/>
                    <a:pt x="51681" y="26616"/>
                  </a:cubicBezTo>
                  <a:cubicBezTo>
                    <a:pt x="51721" y="26616"/>
                    <a:pt x="51762" y="26601"/>
                    <a:pt x="51799" y="26566"/>
                  </a:cubicBezTo>
                  <a:cubicBezTo>
                    <a:pt x="51819" y="26546"/>
                    <a:pt x="51839" y="26523"/>
                    <a:pt x="51863" y="26503"/>
                  </a:cubicBezTo>
                  <a:cubicBezTo>
                    <a:pt x="52148" y="26642"/>
                    <a:pt x="52440" y="26771"/>
                    <a:pt x="52737" y="26896"/>
                  </a:cubicBezTo>
                  <a:cubicBezTo>
                    <a:pt x="53032" y="27016"/>
                    <a:pt x="53309" y="27071"/>
                    <a:pt x="53569" y="27071"/>
                  </a:cubicBezTo>
                  <a:cubicBezTo>
                    <a:pt x="54705" y="27071"/>
                    <a:pt x="55506" y="26034"/>
                    <a:pt x="55985" y="25005"/>
                  </a:cubicBezTo>
                  <a:cubicBezTo>
                    <a:pt x="56554" y="23778"/>
                    <a:pt x="56794" y="22574"/>
                    <a:pt x="56791" y="21396"/>
                  </a:cubicBezTo>
                  <a:cubicBezTo>
                    <a:pt x="56794" y="21381"/>
                    <a:pt x="56794" y="21364"/>
                    <a:pt x="56791" y="21350"/>
                  </a:cubicBezTo>
                  <a:cubicBezTo>
                    <a:pt x="56788" y="20859"/>
                    <a:pt x="56744" y="20371"/>
                    <a:pt x="56664" y="19889"/>
                  </a:cubicBezTo>
                  <a:cubicBezTo>
                    <a:pt x="56693" y="19851"/>
                    <a:pt x="56724" y="19814"/>
                    <a:pt x="56753" y="19776"/>
                  </a:cubicBezTo>
                  <a:cubicBezTo>
                    <a:pt x="56857" y="19647"/>
                    <a:pt x="56749" y="19487"/>
                    <a:pt x="56627" y="19487"/>
                  </a:cubicBezTo>
                  <a:cubicBezTo>
                    <a:pt x="56614" y="19487"/>
                    <a:pt x="56600" y="19489"/>
                    <a:pt x="56586" y="19493"/>
                  </a:cubicBezTo>
                  <a:cubicBezTo>
                    <a:pt x="56156" y="17461"/>
                    <a:pt x="55105" y="15501"/>
                    <a:pt x="53881" y="13604"/>
                  </a:cubicBezTo>
                  <a:cubicBezTo>
                    <a:pt x="53875" y="13563"/>
                    <a:pt x="53852" y="13526"/>
                    <a:pt x="53817" y="13506"/>
                  </a:cubicBezTo>
                  <a:cubicBezTo>
                    <a:pt x="53462" y="12954"/>
                    <a:pt x="53090" y="12412"/>
                    <a:pt x="52717" y="11872"/>
                  </a:cubicBezTo>
                  <a:cubicBezTo>
                    <a:pt x="52772" y="11794"/>
                    <a:pt x="52833" y="11727"/>
                    <a:pt x="52885" y="11646"/>
                  </a:cubicBezTo>
                  <a:cubicBezTo>
                    <a:pt x="52952" y="11549"/>
                    <a:pt x="52854" y="11413"/>
                    <a:pt x="52749" y="11413"/>
                  </a:cubicBezTo>
                  <a:cubicBezTo>
                    <a:pt x="52723" y="11413"/>
                    <a:pt x="52698" y="11421"/>
                    <a:pt x="52674" y="11439"/>
                  </a:cubicBezTo>
                  <a:cubicBezTo>
                    <a:pt x="52619" y="11482"/>
                    <a:pt x="52567" y="11531"/>
                    <a:pt x="52512" y="11574"/>
                  </a:cubicBezTo>
                  <a:cubicBezTo>
                    <a:pt x="52059" y="10922"/>
                    <a:pt x="51606" y="10275"/>
                    <a:pt x="51170" y="9637"/>
                  </a:cubicBezTo>
                  <a:cubicBezTo>
                    <a:pt x="51170" y="9576"/>
                    <a:pt x="51132" y="9522"/>
                    <a:pt x="51077" y="9501"/>
                  </a:cubicBezTo>
                  <a:cubicBezTo>
                    <a:pt x="50962" y="9331"/>
                    <a:pt x="50846" y="9161"/>
                    <a:pt x="50734" y="8990"/>
                  </a:cubicBezTo>
                  <a:cubicBezTo>
                    <a:pt x="50737" y="8933"/>
                    <a:pt x="50702" y="8881"/>
                    <a:pt x="50650" y="8860"/>
                  </a:cubicBezTo>
                  <a:cubicBezTo>
                    <a:pt x="50116" y="8049"/>
                    <a:pt x="49625" y="7250"/>
                    <a:pt x="49224" y="6459"/>
                  </a:cubicBezTo>
                  <a:cubicBezTo>
                    <a:pt x="49193" y="6400"/>
                    <a:pt x="49134" y="6377"/>
                    <a:pt x="49072" y="6377"/>
                  </a:cubicBezTo>
                  <a:cubicBezTo>
                    <a:pt x="49058" y="6377"/>
                    <a:pt x="49044" y="6378"/>
                    <a:pt x="49030" y="6381"/>
                  </a:cubicBezTo>
                  <a:cubicBezTo>
                    <a:pt x="48764" y="6423"/>
                    <a:pt x="48534" y="6442"/>
                    <a:pt x="48335" y="6442"/>
                  </a:cubicBezTo>
                  <a:cubicBezTo>
                    <a:pt x="46689" y="6442"/>
                    <a:pt x="47123" y="5107"/>
                    <a:pt x="46299" y="4103"/>
                  </a:cubicBezTo>
                  <a:cubicBezTo>
                    <a:pt x="45482" y="3107"/>
                    <a:pt x="44815" y="2887"/>
                    <a:pt x="43588" y="2498"/>
                  </a:cubicBezTo>
                  <a:cubicBezTo>
                    <a:pt x="43046" y="2327"/>
                    <a:pt x="42494" y="2189"/>
                    <a:pt x="41934" y="2082"/>
                  </a:cubicBezTo>
                  <a:cubicBezTo>
                    <a:pt x="41957" y="2036"/>
                    <a:pt x="41986" y="1998"/>
                    <a:pt x="42006" y="1952"/>
                  </a:cubicBezTo>
                  <a:cubicBezTo>
                    <a:pt x="42064" y="1834"/>
                    <a:pt x="41972" y="1709"/>
                    <a:pt x="41865" y="1709"/>
                  </a:cubicBezTo>
                  <a:cubicBezTo>
                    <a:pt x="41828" y="1709"/>
                    <a:pt x="41790" y="1724"/>
                    <a:pt x="41755" y="1758"/>
                  </a:cubicBezTo>
                  <a:cubicBezTo>
                    <a:pt x="41674" y="1839"/>
                    <a:pt x="41596" y="1923"/>
                    <a:pt x="41513" y="2007"/>
                  </a:cubicBezTo>
                  <a:cubicBezTo>
                    <a:pt x="40257" y="1790"/>
                    <a:pt x="38987" y="1666"/>
                    <a:pt x="37710" y="1640"/>
                  </a:cubicBezTo>
                  <a:cubicBezTo>
                    <a:pt x="37699" y="1561"/>
                    <a:pt x="37624" y="1498"/>
                    <a:pt x="37547" y="1498"/>
                  </a:cubicBezTo>
                  <a:cubicBezTo>
                    <a:pt x="37510" y="1498"/>
                    <a:pt x="37473" y="1512"/>
                    <a:pt x="37442" y="1545"/>
                  </a:cubicBezTo>
                  <a:cubicBezTo>
                    <a:pt x="37413" y="1577"/>
                    <a:pt x="37381" y="1608"/>
                    <a:pt x="37352" y="1637"/>
                  </a:cubicBezTo>
                  <a:cubicBezTo>
                    <a:pt x="37146" y="1634"/>
                    <a:pt x="36939" y="1633"/>
                    <a:pt x="36732" y="1633"/>
                  </a:cubicBezTo>
                  <a:cubicBezTo>
                    <a:pt x="35162" y="1633"/>
                    <a:pt x="33604" y="1715"/>
                    <a:pt x="32130" y="1799"/>
                  </a:cubicBezTo>
                  <a:cubicBezTo>
                    <a:pt x="32147" y="1776"/>
                    <a:pt x="32165" y="1753"/>
                    <a:pt x="32182" y="1732"/>
                  </a:cubicBezTo>
                  <a:cubicBezTo>
                    <a:pt x="32265" y="1627"/>
                    <a:pt x="32160" y="1525"/>
                    <a:pt x="32053" y="1525"/>
                  </a:cubicBezTo>
                  <a:cubicBezTo>
                    <a:pt x="32019" y="1525"/>
                    <a:pt x="31985" y="1536"/>
                    <a:pt x="31957" y="1559"/>
                  </a:cubicBezTo>
                  <a:cubicBezTo>
                    <a:pt x="30513" y="2754"/>
                    <a:pt x="29514" y="4339"/>
                    <a:pt x="28279" y="5731"/>
                  </a:cubicBezTo>
                  <a:cubicBezTo>
                    <a:pt x="27990" y="6054"/>
                    <a:pt x="27667" y="6311"/>
                    <a:pt x="27415" y="6669"/>
                  </a:cubicBezTo>
                  <a:cubicBezTo>
                    <a:pt x="27716" y="6233"/>
                    <a:pt x="28025" y="5803"/>
                    <a:pt x="28331" y="5376"/>
                  </a:cubicBezTo>
                  <a:cubicBezTo>
                    <a:pt x="28983" y="4478"/>
                    <a:pt x="29682" y="3618"/>
                    <a:pt x="30429" y="2798"/>
                  </a:cubicBezTo>
                  <a:cubicBezTo>
                    <a:pt x="30571" y="2714"/>
                    <a:pt x="30646" y="2633"/>
                    <a:pt x="30643" y="2558"/>
                  </a:cubicBezTo>
                  <a:cubicBezTo>
                    <a:pt x="30756" y="2437"/>
                    <a:pt x="30860" y="2307"/>
                    <a:pt x="30975" y="2189"/>
                  </a:cubicBezTo>
                  <a:cubicBezTo>
                    <a:pt x="31007" y="2157"/>
                    <a:pt x="31018" y="2108"/>
                    <a:pt x="31004" y="2062"/>
                  </a:cubicBezTo>
                  <a:lnTo>
                    <a:pt x="31157" y="1883"/>
                  </a:lnTo>
                  <a:cubicBezTo>
                    <a:pt x="31355" y="1833"/>
                    <a:pt x="31278" y="1566"/>
                    <a:pt x="31098" y="1566"/>
                  </a:cubicBezTo>
                  <a:cubicBezTo>
                    <a:pt x="31089" y="1566"/>
                    <a:pt x="31080" y="1567"/>
                    <a:pt x="31070" y="1568"/>
                  </a:cubicBezTo>
                  <a:cubicBezTo>
                    <a:pt x="30600" y="1637"/>
                    <a:pt x="30389" y="1836"/>
                    <a:pt x="30057" y="2168"/>
                  </a:cubicBezTo>
                  <a:cubicBezTo>
                    <a:pt x="29329" y="2899"/>
                    <a:pt x="29451" y="3277"/>
                    <a:pt x="28273" y="3343"/>
                  </a:cubicBezTo>
                  <a:cubicBezTo>
                    <a:pt x="26965" y="3416"/>
                    <a:pt x="25931" y="3667"/>
                    <a:pt x="25550" y="4983"/>
                  </a:cubicBezTo>
                  <a:cubicBezTo>
                    <a:pt x="25311" y="5806"/>
                    <a:pt x="26200" y="6427"/>
                    <a:pt x="26968" y="6854"/>
                  </a:cubicBezTo>
                  <a:lnTo>
                    <a:pt x="26881" y="6978"/>
                  </a:lnTo>
                  <a:cubicBezTo>
                    <a:pt x="26823" y="7065"/>
                    <a:pt x="26908" y="7181"/>
                    <a:pt x="26998" y="7181"/>
                  </a:cubicBezTo>
                  <a:cubicBezTo>
                    <a:pt x="27019" y="7181"/>
                    <a:pt x="27040" y="7175"/>
                    <a:pt x="27060" y="7160"/>
                  </a:cubicBezTo>
                  <a:cubicBezTo>
                    <a:pt x="27127" y="7111"/>
                    <a:pt x="27187" y="7056"/>
                    <a:pt x="27254" y="7007"/>
                  </a:cubicBezTo>
                  <a:cubicBezTo>
                    <a:pt x="27424" y="7097"/>
                    <a:pt x="27589" y="7180"/>
                    <a:pt x="27710" y="7247"/>
                  </a:cubicBezTo>
                  <a:cubicBezTo>
                    <a:pt x="31065" y="9112"/>
                    <a:pt x="27667" y="11846"/>
                    <a:pt x="27938" y="14432"/>
                  </a:cubicBezTo>
                  <a:cubicBezTo>
                    <a:pt x="27945" y="14501"/>
                    <a:pt x="28002" y="14536"/>
                    <a:pt x="28055" y="14536"/>
                  </a:cubicBezTo>
                  <a:cubicBezTo>
                    <a:pt x="28108" y="14536"/>
                    <a:pt x="28157" y="14502"/>
                    <a:pt x="28154" y="14432"/>
                  </a:cubicBezTo>
                  <a:cubicBezTo>
                    <a:pt x="28154" y="14395"/>
                    <a:pt x="28157" y="14360"/>
                    <a:pt x="28157" y="14320"/>
                  </a:cubicBezTo>
                  <a:cubicBezTo>
                    <a:pt x="28166" y="14322"/>
                    <a:pt x="28175" y="14323"/>
                    <a:pt x="28185" y="14323"/>
                  </a:cubicBezTo>
                  <a:cubicBezTo>
                    <a:pt x="28212" y="14323"/>
                    <a:pt x="28240" y="14314"/>
                    <a:pt x="28261" y="14297"/>
                  </a:cubicBezTo>
                  <a:cubicBezTo>
                    <a:pt x="28333" y="14242"/>
                    <a:pt x="28417" y="14178"/>
                    <a:pt x="28504" y="14106"/>
                  </a:cubicBezTo>
                  <a:lnTo>
                    <a:pt x="28504" y="14106"/>
                  </a:lnTo>
                  <a:cubicBezTo>
                    <a:pt x="28340" y="14796"/>
                    <a:pt x="27341" y="15483"/>
                    <a:pt x="26695" y="15483"/>
                  </a:cubicBezTo>
                  <a:cubicBezTo>
                    <a:pt x="26416" y="15483"/>
                    <a:pt x="26203" y="15355"/>
                    <a:pt x="26151" y="15044"/>
                  </a:cubicBezTo>
                  <a:cubicBezTo>
                    <a:pt x="26162" y="15030"/>
                    <a:pt x="26171" y="15018"/>
                    <a:pt x="26183" y="15004"/>
                  </a:cubicBezTo>
                  <a:cubicBezTo>
                    <a:pt x="26249" y="14915"/>
                    <a:pt x="26212" y="14831"/>
                    <a:pt x="26139" y="14782"/>
                  </a:cubicBezTo>
                  <a:cubicBezTo>
                    <a:pt x="26148" y="14458"/>
                    <a:pt x="26160" y="14149"/>
                    <a:pt x="26131" y="13823"/>
                  </a:cubicBezTo>
                  <a:cubicBezTo>
                    <a:pt x="26073" y="13231"/>
                    <a:pt x="25625" y="12498"/>
                    <a:pt x="25392" y="11973"/>
                  </a:cubicBezTo>
                  <a:cubicBezTo>
                    <a:pt x="24277" y="9458"/>
                    <a:pt x="23443" y="7036"/>
                    <a:pt x="22660" y="4406"/>
                  </a:cubicBezTo>
                  <a:cubicBezTo>
                    <a:pt x="22461" y="3733"/>
                    <a:pt x="22227" y="3343"/>
                    <a:pt x="21979" y="3147"/>
                  </a:cubicBezTo>
                  <a:cubicBezTo>
                    <a:pt x="21964" y="3061"/>
                    <a:pt x="21895" y="2997"/>
                    <a:pt x="21818" y="2997"/>
                  </a:cubicBezTo>
                  <a:cubicBezTo>
                    <a:pt x="21794" y="2997"/>
                    <a:pt x="21769" y="3003"/>
                    <a:pt x="21745" y="3017"/>
                  </a:cubicBezTo>
                  <a:cubicBezTo>
                    <a:pt x="21686" y="2999"/>
                    <a:pt x="21627" y="2991"/>
                    <a:pt x="21566" y="2991"/>
                  </a:cubicBezTo>
                  <a:cubicBezTo>
                    <a:pt x="20816" y="2991"/>
                    <a:pt x="19978" y="4327"/>
                    <a:pt x="19364" y="5431"/>
                  </a:cubicBezTo>
                  <a:cubicBezTo>
                    <a:pt x="16574" y="3511"/>
                    <a:pt x="13206" y="0"/>
                    <a:pt x="9695" y="0"/>
                  </a:cubicBezTo>
                  <a:close/>
                  <a:moveTo>
                    <a:pt x="24054" y="74610"/>
                  </a:moveTo>
                  <a:cubicBezTo>
                    <a:pt x="24053" y="74611"/>
                    <a:pt x="24053" y="74613"/>
                    <a:pt x="24052" y="74615"/>
                  </a:cubicBezTo>
                  <a:cubicBezTo>
                    <a:pt x="24053" y="74613"/>
                    <a:pt x="24053" y="74611"/>
                    <a:pt x="24054" y="7461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7" name="Google Shape;4387;p56"/>
            <p:cNvSpPr/>
            <p:nvPr/>
          </p:nvSpPr>
          <p:spPr>
            <a:xfrm>
              <a:off x="2436050" y="2480575"/>
              <a:ext cx="6675" cy="6050"/>
            </a:xfrm>
            <a:custGeom>
              <a:avLst/>
              <a:gdLst/>
              <a:ahLst/>
              <a:cxnLst/>
              <a:rect l="l" t="t" r="r" b="b"/>
              <a:pathLst>
                <a:path w="267" h="242" extrusionOk="0">
                  <a:moveTo>
                    <a:pt x="256" y="1"/>
                  </a:moveTo>
                  <a:cubicBezTo>
                    <a:pt x="243" y="1"/>
                    <a:pt x="165" y="73"/>
                    <a:pt x="1" y="242"/>
                  </a:cubicBezTo>
                  <a:cubicBezTo>
                    <a:pt x="59" y="207"/>
                    <a:pt x="114" y="164"/>
                    <a:pt x="174" y="126"/>
                  </a:cubicBezTo>
                  <a:cubicBezTo>
                    <a:pt x="236" y="47"/>
                    <a:pt x="266" y="1"/>
                    <a:pt x="25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8" name="Google Shape;4388;p56"/>
            <p:cNvSpPr/>
            <p:nvPr/>
          </p:nvSpPr>
          <p:spPr>
            <a:xfrm>
              <a:off x="3237575" y="748750"/>
              <a:ext cx="6150" cy="6250"/>
            </a:xfrm>
            <a:custGeom>
              <a:avLst/>
              <a:gdLst/>
              <a:ahLst/>
              <a:cxnLst/>
              <a:rect l="l" t="t" r="r" b="b"/>
              <a:pathLst>
                <a:path w="246" h="250" extrusionOk="0">
                  <a:moveTo>
                    <a:pt x="123" y="1"/>
                  </a:moveTo>
                  <a:cubicBezTo>
                    <a:pt x="76" y="1"/>
                    <a:pt x="29" y="29"/>
                    <a:pt x="15" y="85"/>
                  </a:cubicBezTo>
                  <a:cubicBezTo>
                    <a:pt x="9" y="97"/>
                    <a:pt x="3" y="111"/>
                    <a:pt x="0" y="128"/>
                  </a:cubicBezTo>
                  <a:cubicBezTo>
                    <a:pt x="0" y="209"/>
                    <a:pt x="62" y="250"/>
                    <a:pt x="123" y="250"/>
                  </a:cubicBezTo>
                  <a:cubicBezTo>
                    <a:pt x="184" y="250"/>
                    <a:pt x="246" y="209"/>
                    <a:pt x="246" y="128"/>
                  </a:cubicBezTo>
                  <a:cubicBezTo>
                    <a:pt x="243" y="111"/>
                    <a:pt x="237" y="97"/>
                    <a:pt x="231" y="85"/>
                  </a:cubicBezTo>
                  <a:cubicBezTo>
                    <a:pt x="217" y="29"/>
                    <a:pt x="170" y="1"/>
                    <a:pt x="123"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9" name="Google Shape;4389;p56"/>
            <p:cNvSpPr/>
            <p:nvPr/>
          </p:nvSpPr>
          <p:spPr>
            <a:xfrm>
              <a:off x="3544900" y="2688975"/>
              <a:ext cx="3150" cy="5800"/>
            </a:xfrm>
            <a:custGeom>
              <a:avLst/>
              <a:gdLst/>
              <a:ahLst/>
              <a:cxnLst/>
              <a:rect l="l" t="t" r="r" b="b"/>
              <a:pathLst>
                <a:path w="126" h="232" extrusionOk="0">
                  <a:moveTo>
                    <a:pt x="116" y="0"/>
                  </a:moveTo>
                  <a:cubicBezTo>
                    <a:pt x="114" y="0"/>
                    <a:pt x="111" y="1"/>
                    <a:pt x="110" y="4"/>
                  </a:cubicBezTo>
                  <a:cubicBezTo>
                    <a:pt x="52" y="82"/>
                    <a:pt x="12" y="128"/>
                    <a:pt x="0" y="223"/>
                  </a:cubicBezTo>
                  <a:cubicBezTo>
                    <a:pt x="0" y="229"/>
                    <a:pt x="4" y="232"/>
                    <a:pt x="8" y="232"/>
                  </a:cubicBezTo>
                  <a:cubicBezTo>
                    <a:pt x="12" y="232"/>
                    <a:pt x="16" y="229"/>
                    <a:pt x="17" y="223"/>
                  </a:cubicBezTo>
                  <a:cubicBezTo>
                    <a:pt x="52" y="151"/>
                    <a:pt x="87" y="82"/>
                    <a:pt x="121" y="12"/>
                  </a:cubicBezTo>
                  <a:cubicBezTo>
                    <a:pt x="125" y="6"/>
                    <a:pt x="121" y="0"/>
                    <a:pt x="11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0" name="Google Shape;4390;p56"/>
            <p:cNvSpPr/>
            <p:nvPr/>
          </p:nvSpPr>
          <p:spPr>
            <a:xfrm>
              <a:off x="3431000" y="2330125"/>
              <a:ext cx="228750" cy="311750"/>
            </a:xfrm>
            <a:custGeom>
              <a:avLst/>
              <a:gdLst/>
              <a:ahLst/>
              <a:cxnLst/>
              <a:rect l="l" t="t" r="r" b="b"/>
              <a:pathLst>
                <a:path w="9150" h="12470" extrusionOk="0">
                  <a:moveTo>
                    <a:pt x="5856" y="1042"/>
                  </a:moveTo>
                  <a:cubicBezTo>
                    <a:pt x="6054" y="1042"/>
                    <a:pt x="6249" y="1091"/>
                    <a:pt x="6424" y="1181"/>
                  </a:cubicBezTo>
                  <a:cubicBezTo>
                    <a:pt x="5924" y="1597"/>
                    <a:pt x="5474" y="2065"/>
                    <a:pt x="5079" y="2579"/>
                  </a:cubicBezTo>
                  <a:cubicBezTo>
                    <a:pt x="5113" y="2507"/>
                    <a:pt x="5157" y="2434"/>
                    <a:pt x="5191" y="2362"/>
                  </a:cubicBezTo>
                  <a:cubicBezTo>
                    <a:pt x="5408" y="1932"/>
                    <a:pt x="5592" y="1490"/>
                    <a:pt x="5766" y="1046"/>
                  </a:cubicBezTo>
                  <a:cubicBezTo>
                    <a:pt x="5796" y="1043"/>
                    <a:pt x="5826" y="1042"/>
                    <a:pt x="5856" y="1042"/>
                  </a:cubicBezTo>
                  <a:close/>
                  <a:moveTo>
                    <a:pt x="4816" y="1360"/>
                  </a:moveTo>
                  <a:lnTo>
                    <a:pt x="4816" y="1360"/>
                  </a:lnTo>
                  <a:cubicBezTo>
                    <a:pt x="4227" y="2218"/>
                    <a:pt x="3759" y="3145"/>
                    <a:pt x="3367" y="4123"/>
                  </a:cubicBezTo>
                  <a:cubicBezTo>
                    <a:pt x="3141" y="3009"/>
                    <a:pt x="3906" y="1894"/>
                    <a:pt x="4816" y="1360"/>
                  </a:cubicBezTo>
                  <a:close/>
                  <a:moveTo>
                    <a:pt x="5454" y="1086"/>
                  </a:moveTo>
                  <a:cubicBezTo>
                    <a:pt x="4943" y="2379"/>
                    <a:pt x="4238" y="3601"/>
                    <a:pt x="3505" y="4779"/>
                  </a:cubicBezTo>
                  <a:cubicBezTo>
                    <a:pt x="3479" y="4652"/>
                    <a:pt x="3450" y="4519"/>
                    <a:pt x="3421" y="4389"/>
                  </a:cubicBezTo>
                  <a:cubicBezTo>
                    <a:pt x="3658" y="3762"/>
                    <a:pt x="3941" y="3153"/>
                    <a:pt x="4267" y="2570"/>
                  </a:cubicBezTo>
                  <a:cubicBezTo>
                    <a:pt x="4279" y="2544"/>
                    <a:pt x="4775" y="1750"/>
                    <a:pt x="5162" y="1190"/>
                  </a:cubicBezTo>
                  <a:cubicBezTo>
                    <a:pt x="5255" y="1150"/>
                    <a:pt x="5353" y="1115"/>
                    <a:pt x="5454" y="1086"/>
                  </a:cubicBezTo>
                  <a:close/>
                  <a:moveTo>
                    <a:pt x="6159" y="1765"/>
                  </a:moveTo>
                  <a:cubicBezTo>
                    <a:pt x="5164" y="2807"/>
                    <a:pt x="4477" y="4516"/>
                    <a:pt x="3785" y="5769"/>
                  </a:cubicBezTo>
                  <a:cubicBezTo>
                    <a:pt x="3717" y="5889"/>
                    <a:pt x="3818" y="5996"/>
                    <a:pt x="3922" y="5996"/>
                  </a:cubicBezTo>
                  <a:cubicBezTo>
                    <a:pt x="3968" y="5996"/>
                    <a:pt x="4015" y="5975"/>
                    <a:pt x="4048" y="5925"/>
                  </a:cubicBezTo>
                  <a:cubicBezTo>
                    <a:pt x="4747" y="4860"/>
                    <a:pt x="5561" y="3973"/>
                    <a:pt x="6430" y="3058"/>
                  </a:cubicBezTo>
                  <a:lnTo>
                    <a:pt x="6430" y="3058"/>
                  </a:lnTo>
                  <a:cubicBezTo>
                    <a:pt x="5650" y="3881"/>
                    <a:pt x="4729" y="5169"/>
                    <a:pt x="3906" y="6185"/>
                  </a:cubicBezTo>
                  <a:cubicBezTo>
                    <a:pt x="3829" y="6280"/>
                    <a:pt x="3753" y="6378"/>
                    <a:pt x="3676" y="6473"/>
                  </a:cubicBezTo>
                  <a:cubicBezTo>
                    <a:pt x="3690" y="6043"/>
                    <a:pt x="3658" y="5610"/>
                    <a:pt x="3580" y="5186"/>
                  </a:cubicBezTo>
                  <a:cubicBezTo>
                    <a:pt x="3592" y="5177"/>
                    <a:pt x="3603" y="5177"/>
                    <a:pt x="3612" y="5165"/>
                  </a:cubicBezTo>
                  <a:cubicBezTo>
                    <a:pt x="3777" y="4937"/>
                    <a:pt x="3932" y="4704"/>
                    <a:pt x="4091" y="4473"/>
                  </a:cubicBezTo>
                  <a:cubicBezTo>
                    <a:pt x="4233" y="4432"/>
                    <a:pt x="4331" y="4291"/>
                    <a:pt x="4386" y="4051"/>
                  </a:cubicBezTo>
                  <a:cubicBezTo>
                    <a:pt x="4932" y="3254"/>
                    <a:pt x="5485" y="2468"/>
                    <a:pt x="6159" y="1765"/>
                  </a:cubicBezTo>
                  <a:close/>
                  <a:moveTo>
                    <a:pt x="2001" y="8610"/>
                  </a:moveTo>
                  <a:cubicBezTo>
                    <a:pt x="1513" y="9265"/>
                    <a:pt x="1063" y="9943"/>
                    <a:pt x="641" y="10651"/>
                  </a:cubicBezTo>
                  <a:cubicBezTo>
                    <a:pt x="633" y="10426"/>
                    <a:pt x="708" y="10183"/>
                    <a:pt x="838" y="9946"/>
                  </a:cubicBezTo>
                  <a:cubicBezTo>
                    <a:pt x="1118" y="9441"/>
                    <a:pt x="1548" y="9008"/>
                    <a:pt x="2001" y="8610"/>
                  </a:cubicBezTo>
                  <a:close/>
                  <a:moveTo>
                    <a:pt x="6681" y="1378"/>
                  </a:moveTo>
                  <a:cubicBezTo>
                    <a:pt x="6990" y="1684"/>
                    <a:pt x="7201" y="2201"/>
                    <a:pt x="7206" y="3018"/>
                  </a:cubicBezTo>
                  <a:cubicBezTo>
                    <a:pt x="7215" y="3667"/>
                    <a:pt x="7042" y="4221"/>
                    <a:pt x="7085" y="4877"/>
                  </a:cubicBezTo>
                  <a:cubicBezTo>
                    <a:pt x="7134" y="5601"/>
                    <a:pt x="7498" y="6199"/>
                    <a:pt x="7847" y="6808"/>
                  </a:cubicBezTo>
                  <a:cubicBezTo>
                    <a:pt x="8941" y="8702"/>
                    <a:pt x="7518" y="9594"/>
                    <a:pt x="6360" y="10593"/>
                  </a:cubicBezTo>
                  <a:cubicBezTo>
                    <a:pt x="6493" y="10405"/>
                    <a:pt x="6629" y="10223"/>
                    <a:pt x="6759" y="10030"/>
                  </a:cubicBezTo>
                  <a:cubicBezTo>
                    <a:pt x="6811" y="9955"/>
                    <a:pt x="6788" y="9848"/>
                    <a:pt x="6704" y="9808"/>
                  </a:cubicBezTo>
                  <a:cubicBezTo>
                    <a:pt x="7160" y="9129"/>
                    <a:pt x="7619" y="8457"/>
                    <a:pt x="8055" y="7770"/>
                  </a:cubicBezTo>
                  <a:cubicBezTo>
                    <a:pt x="8135" y="7642"/>
                    <a:pt x="8014" y="7498"/>
                    <a:pt x="7893" y="7498"/>
                  </a:cubicBezTo>
                  <a:cubicBezTo>
                    <a:pt x="7852" y="7498"/>
                    <a:pt x="7811" y="7515"/>
                    <a:pt x="7778" y="7553"/>
                  </a:cubicBezTo>
                  <a:cubicBezTo>
                    <a:pt x="6828" y="8665"/>
                    <a:pt x="5725" y="9952"/>
                    <a:pt x="4989" y="11084"/>
                  </a:cubicBezTo>
                  <a:cubicBezTo>
                    <a:pt x="5829" y="9707"/>
                    <a:pt x="6825" y="8422"/>
                    <a:pt x="7622" y="7010"/>
                  </a:cubicBezTo>
                  <a:cubicBezTo>
                    <a:pt x="7693" y="6881"/>
                    <a:pt x="7585" y="6754"/>
                    <a:pt x="7467" y="6754"/>
                  </a:cubicBezTo>
                  <a:cubicBezTo>
                    <a:pt x="7427" y="6754"/>
                    <a:pt x="7386" y="6769"/>
                    <a:pt x="7351" y="6802"/>
                  </a:cubicBezTo>
                  <a:cubicBezTo>
                    <a:pt x="6210" y="7859"/>
                    <a:pt x="4885" y="9230"/>
                    <a:pt x="4031" y="10472"/>
                  </a:cubicBezTo>
                  <a:cubicBezTo>
                    <a:pt x="5021" y="8921"/>
                    <a:pt x="6179" y="7510"/>
                    <a:pt x="6972" y="5824"/>
                  </a:cubicBezTo>
                  <a:cubicBezTo>
                    <a:pt x="7028" y="5701"/>
                    <a:pt x="6929" y="5564"/>
                    <a:pt x="6819" y="5564"/>
                  </a:cubicBezTo>
                  <a:cubicBezTo>
                    <a:pt x="6781" y="5564"/>
                    <a:pt x="6742" y="5580"/>
                    <a:pt x="6707" y="5619"/>
                  </a:cubicBezTo>
                  <a:cubicBezTo>
                    <a:pt x="5289" y="7163"/>
                    <a:pt x="3286" y="9072"/>
                    <a:pt x="2388" y="10810"/>
                  </a:cubicBezTo>
                  <a:cubicBezTo>
                    <a:pt x="3664" y="8335"/>
                    <a:pt x="5584" y="6257"/>
                    <a:pt x="6863" y="3777"/>
                  </a:cubicBezTo>
                  <a:cubicBezTo>
                    <a:pt x="6927" y="3654"/>
                    <a:pt x="6820" y="3514"/>
                    <a:pt x="6706" y="3514"/>
                  </a:cubicBezTo>
                  <a:cubicBezTo>
                    <a:pt x="6668" y="3514"/>
                    <a:pt x="6628" y="3530"/>
                    <a:pt x="6594" y="3569"/>
                  </a:cubicBezTo>
                  <a:cubicBezTo>
                    <a:pt x="5748" y="4577"/>
                    <a:pt x="4975" y="5624"/>
                    <a:pt x="4207" y="6690"/>
                  </a:cubicBezTo>
                  <a:cubicBezTo>
                    <a:pt x="3225" y="8047"/>
                    <a:pt x="1559" y="9565"/>
                    <a:pt x="869" y="10853"/>
                  </a:cubicBezTo>
                  <a:cubicBezTo>
                    <a:pt x="1441" y="9782"/>
                    <a:pt x="2148" y="8797"/>
                    <a:pt x="2899" y="7839"/>
                  </a:cubicBezTo>
                  <a:cubicBezTo>
                    <a:pt x="2910" y="7830"/>
                    <a:pt x="2925" y="7819"/>
                    <a:pt x="2934" y="7810"/>
                  </a:cubicBezTo>
                  <a:cubicBezTo>
                    <a:pt x="3349" y="7455"/>
                    <a:pt x="4088" y="6981"/>
                    <a:pt x="4230" y="6413"/>
                  </a:cubicBezTo>
                  <a:cubicBezTo>
                    <a:pt x="4244" y="6355"/>
                    <a:pt x="4204" y="6297"/>
                    <a:pt x="4143" y="6289"/>
                  </a:cubicBezTo>
                  <a:cubicBezTo>
                    <a:pt x="5148" y="5062"/>
                    <a:pt x="6150" y="3835"/>
                    <a:pt x="6961" y="2478"/>
                  </a:cubicBezTo>
                  <a:cubicBezTo>
                    <a:pt x="7030" y="2364"/>
                    <a:pt x="6925" y="2238"/>
                    <a:pt x="6816" y="2238"/>
                  </a:cubicBezTo>
                  <a:cubicBezTo>
                    <a:pt x="6779" y="2238"/>
                    <a:pt x="6741" y="2253"/>
                    <a:pt x="6710" y="2287"/>
                  </a:cubicBezTo>
                  <a:cubicBezTo>
                    <a:pt x="5844" y="3220"/>
                    <a:pt x="4969" y="4129"/>
                    <a:pt x="4189" y="5139"/>
                  </a:cubicBezTo>
                  <a:cubicBezTo>
                    <a:pt x="4995" y="4094"/>
                    <a:pt x="5916" y="2686"/>
                    <a:pt x="6681" y="1378"/>
                  </a:cubicBezTo>
                  <a:close/>
                  <a:moveTo>
                    <a:pt x="6378" y="6476"/>
                  </a:moveTo>
                  <a:lnTo>
                    <a:pt x="6378" y="6476"/>
                  </a:lnTo>
                  <a:cubicBezTo>
                    <a:pt x="5497" y="7478"/>
                    <a:pt x="4132" y="9611"/>
                    <a:pt x="3185" y="11191"/>
                  </a:cubicBezTo>
                  <a:cubicBezTo>
                    <a:pt x="3144" y="11170"/>
                    <a:pt x="3101" y="11159"/>
                    <a:pt x="3055" y="11153"/>
                  </a:cubicBezTo>
                  <a:cubicBezTo>
                    <a:pt x="2731" y="11153"/>
                    <a:pt x="2449" y="11277"/>
                    <a:pt x="2163" y="11373"/>
                  </a:cubicBezTo>
                  <a:cubicBezTo>
                    <a:pt x="3609" y="9776"/>
                    <a:pt x="4954" y="8093"/>
                    <a:pt x="6378" y="6476"/>
                  </a:cubicBezTo>
                  <a:close/>
                  <a:moveTo>
                    <a:pt x="6292" y="4432"/>
                  </a:moveTo>
                  <a:cubicBezTo>
                    <a:pt x="6314" y="4432"/>
                    <a:pt x="4737" y="6639"/>
                    <a:pt x="4391" y="7140"/>
                  </a:cubicBezTo>
                  <a:cubicBezTo>
                    <a:pt x="3436" y="8517"/>
                    <a:pt x="2492" y="9874"/>
                    <a:pt x="1724" y="11367"/>
                  </a:cubicBezTo>
                  <a:cubicBezTo>
                    <a:pt x="1709" y="11396"/>
                    <a:pt x="1707" y="11430"/>
                    <a:pt x="1712" y="11462"/>
                  </a:cubicBezTo>
                  <a:cubicBezTo>
                    <a:pt x="1687" y="11464"/>
                    <a:pt x="1662" y="11465"/>
                    <a:pt x="1638" y="11465"/>
                  </a:cubicBezTo>
                  <a:cubicBezTo>
                    <a:pt x="1455" y="11465"/>
                    <a:pt x="1275" y="11418"/>
                    <a:pt x="1115" y="11332"/>
                  </a:cubicBezTo>
                  <a:cubicBezTo>
                    <a:pt x="1031" y="11286"/>
                    <a:pt x="953" y="11231"/>
                    <a:pt x="887" y="11168"/>
                  </a:cubicBezTo>
                  <a:cubicBezTo>
                    <a:pt x="2639" y="9508"/>
                    <a:pt x="4002" y="7536"/>
                    <a:pt x="5428" y="5590"/>
                  </a:cubicBezTo>
                  <a:cubicBezTo>
                    <a:pt x="6046" y="4747"/>
                    <a:pt x="6284" y="4432"/>
                    <a:pt x="6292" y="4432"/>
                  </a:cubicBezTo>
                  <a:close/>
                  <a:moveTo>
                    <a:pt x="5633" y="11540"/>
                  </a:moveTo>
                  <a:cubicBezTo>
                    <a:pt x="5647" y="11560"/>
                    <a:pt x="5656" y="11589"/>
                    <a:pt x="5679" y="11603"/>
                  </a:cubicBezTo>
                  <a:cubicBezTo>
                    <a:pt x="5673" y="11606"/>
                    <a:pt x="5665" y="11606"/>
                    <a:pt x="5659" y="11615"/>
                  </a:cubicBezTo>
                  <a:cubicBezTo>
                    <a:pt x="5592" y="11743"/>
                    <a:pt x="5459" y="11853"/>
                    <a:pt x="5293" y="11935"/>
                  </a:cubicBezTo>
                  <a:lnTo>
                    <a:pt x="5293" y="11935"/>
                  </a:lnTo>
                  <a:cubicBezTo>
                    <a:pt x="5308" y="11927"/>
                    <a:pt x="5322" y="11916"/>
                    <a:pt x="5336" y="11901"/>
                  </a:cubicBezTo>
                  <a:cubicBezTo>
                    <a:pt x="5442" y="11782"/>
                    <a:pt x="5532" y="11658"/>
                    <a:pt x="5633" y="11540"/>
                  </a:cubicBezTo>
                  <a:close/>
                  <a:moveTo>
                    <a:pt x="7007" y="7591"/>
                  </a:moveTo>
                  <a:lnTo>
                    <a:pt x="7007" y="7591"/>
                  </a:lnTo>
                  <a:cubicBezTo>
                    <a:pt x="5985" y="8647"/>
                    <a:pt x="4885" y="10521"/>
                    <a:pt x="4054" y="11993"/>
                  </a:cubicBezTo>
                  <a:cubicBezTo>
                    <a:pt x="3935" y="11944"/>
                    <a:pt x="3834" y="11869"/>
                    <a:pt x="3756" y="11768"/>
                  </a:cubicBezTo>
                  <a:cubicBezTo>
                    <a:pt x="3693" y="11676"/>
                    <a:pt x="3609" y="11552"/>
                    <a:pt x="3511" y="11439"/>
                  </a:cubicBezTo>
                  <a:cubicBezTo>
                    <a:pt x="4729" y="10203"/>
                    <a:pt x="5800" y="8838"/>
                    <a:pt x="7007" y="7591"/>
                  </a:cubicBezTo>
                  <a:close/>
                  <a:moveTo>
                    <a:pt x="7166" y="8823"/>
                  </a:moveTo>
                  <a:cubicBezTo>
                    <a:pt x="6560" y="9565"/>
                    <a:pt x="5642" y="10763"/>
                    <a:pt x="5055" y="11684"/>
                  </a:cubicBezTo>
                  <a:cubicBezTo>
                    <a:pt x="4975" y="11812"/>
                    <a:pt x="5097" y="11954"/>
                    <a:pt x="5219" y="11954"/>
                  </a:cubicBezTo>
                  <a:cubicBezTo>
                    <a:pt x="5239" y="11954"/>
                    <a:pt x="5259" y="11951"/>
                    <a:pt x="5277" y="11943"/>
                  </a:cubicBezTo>
                  <a:lnTo>
                    <a:pt x="5277" y="11943"/>
                  </a:lnTo>
                  <a:cubicBezTo>
                    <a:pt x="5071" y="12041"/>
                    <a:pt x="4815" y="12099"/>
                    <a:pt x="4567" y="12099"/>
                  </a:cubicBezTo>
                  <a:cubicBezTo>
                    <a:pt x="4528" y="12099"/>
                    <a:pt x="4488" y="12097"/>
                    <a:pt x="4449" y="12094"/>
                  </a:cubicBezTo>
                  <a:cubicBezTo>
                    <a:pt x="5336" y="10989"/>
                    <a:pt x="6245" y="9903"/>
                    <a:pt x="7166" y="8823"/>
                  </a:cubicBezTo>
                  <a:close/>
                  <a:moveTo>
                    <a:pt x="5959" y="0"/>
                  </a:moveTo>
                  <a:cubicBezTo>
                    <a:pt x="5925" y="0"/>
                    <a:pt x="5892" y="12"/>
                    <a:pt x="5867" y="38"/>
                  </a:cubicBezTo>
                  <a:cubicBezTo>
                    <a:pt x="5685" y="232"/>
                    <a:pt x="5526" y="439"/>
                    <a:pt x="5362" y="642"/>
                  </a:cubicBezTo>
                  <a:cubicBezTo>
                    <a:pt x="5293" y="637"/>
                    <a:pt x="5225" y="634"/>
                    <a:pt x="5157" y="634"/>
                  </a:cubicBezTo>
                  <a:cubicBezTo>
                    <a:pt x="4595" y="634"/>
                    <a:pt x="4048" y="807"/>
                    <a:pt x="3693" y="1202"/>
                  </a:cubicBezTo>
                  <a:cubicBezTo>
                    <a:pt x="2166" y="2902"/>
                    <a:pt x="3528" y="4692"/>
                    <a:pt x="3522" y="6667"/>
                  </a:cubicBezTo>
                  <a:cubicBezTo>
                    <a:pt x="3401" y="6814"/>
                    <a:pt x="3280" y="6964"/>
                    <a:pt x="3162" y="7114"/>
                  </a:cubicBezTo>
                  <a:cubicBezTo>
                    <a:pt x="2625" y="7588"/>
                    <a:pt x="2082" y="8050"/>
                    <a:pt x="1559" y="8537"/>
                  </a:cubicBezTo>
                  <a:cubicBezTo>
                    <a:pt x="930" y="9126"/>
                    <a:pt x="0" y="10030"/>
                    <a:pt x="295" y="10989"/>
                  </a:cubicBezTo>
                  <a:cubicBezTo>
                    <a:pt x="315" y="11035"/>
                    <a:pt x="338" y="11078"/>
                    <a:pt x="364" y="11121"/>
                  </a:cubicBezTo>
                  <a:cubicBezTo>
                    <a:pt x="318" y="11205"/>
                    <a:pt x="266" y="11283"/>
                    <a:pt x="220" y="11367"/>
                  </a:cubicBezTo>
                  <a:cubicBezTo>
                    <a:pt x="151" y="11494"/>
                    <a:pt x="253" y="11614"/>
                    <a:pt x="368" y="11614"/>
                  </a:cubicBezTo>
                  <a:cubicBezTo>
                    <a:pt x="407" y="11614"/>
                    <a:pt x="447" y="11600"/>
                    <a:pt x="482" y="11569"/>
                  </a:cubicBezTo>
                  <a:cubicBezTo>
                    <a:pt x="529" y="11528"/>
                    <a:pt x="569" y="11482"/>
                    <a:pt x="612" y="11439"/>
                  </a:cubicBezTo>
                  <a:cubicBezTo>
                    <a:pt x="765" y="11566"/>
                    <a:pt x="930" y="11676"/>
                    <a:pt x="1106" y="11765"/>
                  </a:cubicBezTo>
                  <a:cubicBezTo>
                    <a:pt x="1355" y="11898"/>
                    <a:pt x="1587" y="11967"/>
                    <a:pt x="1866" y="11967"/>
                  </a:cubicBezTo>
                  <a:cubicBezTo>
                    <a:pt x="1871" y="11967"/>
                    <a:pt x="1877" y="11967"/>
                    <a:pt x="1883" y="11967"/>
                  </a:cubicBezTo>
                  <a:cubicBezTo>
                    <a:pt x="2234" y="11962"/>
                    <a:pt x="2526" y="11575"/>
                    <a:pt x="2875" y="11575"/>
                  </a:cubicBezTo>
                  <a:cubicBezTo>
                    <a:pt x="2916" y="11575"/>
                    <a:pt x="2957" y="11580"/>
                    <a:pt x="3000" y="11592"/>
                  </a:cubicBezTo>
                  <a:cubicBezTo>
                    <a:pt x="3021" y="11666"/>
                    <a:pt x="3089" y="11716"/>
                    <a:pt x="3163" y="11716"/>
                  </a:cubicBezTo>
                  <a:cubicBezTo>
                    <a:pt x="3180" y="11716"/>
                    <a:pt x="3199" y="11714"/>
                    <a:pt x="3216" y="11707"/>
                  </a:cubicBezTo>
                  <a:cubicBezTo>
                    <a:pt x="3257" y="11736"/>
                    <a:pt x="3294" y="11765"/>
                    <a:pt x="3329" y="11800"/>
                  </a:cubicBezTo>
                  <a:cubicBezTo>
                    <a:pt x="3522" y="12002"/>
                    <a:pt x="3751" y="12169"/>
                    <a:pt x="4005" y="12293"/>
                  </a:cubicBezTo>
                  <a:cubicBezTo>
                    <a:pt x="4032" y="12343"/>
                    <a:pt x="4086" y="12372"/>
                    <a:pt x="4143" y="12372"/>
                  </a:cubicBezTo>
                  <a:cubicBezTo>
                    <a:pt x="4158" y="12372"/>
                    <a:pt x="4174" y="12370"/>
                    <a:pt x="4189" y="12366"/>
                  </a:cubicBezTo>
                  <a:cubicBezTo>
                    <a:pt x="4373" y="12433"/>
                    <a:pt x="4561" y="12470"/>
                    <a:pt x="4742" y="12470"/>
                  </a:cubicBezTo>
                  <a:cubicBezTo>
                    <a:pt x="5185" y="12470"/>
                    <a:pt x="5595" y="12250"/>
                    <a:pt x="5841" y="11716"/>
                  </a:cubicBezTo>
                  <a:cubicBezTo>
                    <a:pt x="5858" y="11676"/>
                    <a:pt x="5849" y="11629"/>
                    <a:pt x="5821" y="11601"/>
                  </a:cubicBezTo>
                  <a:cubicBezTo>
                    <a:pt x="5838" y="11592"/>
                    <a:pt x="5861" y="11595"/>
                    <a:pt x="5878" y="11572"/>
                  </a:cubicBezTo>
                  <a:cubicBezTo>
                    <a:pt x="6779" y="10475"/>
                    <a:pt x="9149" y="9366"/>
                    <a:pt x="8529" y="7544"/>
                  </a:cubicBezTo>
                  <a:cubicBezTo>
                    <a:pt x="8038" y="6104"/>
                    <a:pt x="7258" y="5160"/>
                    <a:pt x="7489" y="3511"/>
                  </a:cubicBezTo>
                  <a:cubicBezTo>
                    <a:pt x="7596" y="2769"/>
                    <a:pt x="7547" y="2284"/>
                    <a:pt x="7177" y="1643"/>
                  </a:cubicBezTo>
                  <a:cubicBezTo>
                    <a:pt x="7068" y="1461"/>
                    <a:pt x="6923" y="1303"/>
                    <a:pt x="6756" y="1176"/>
                  </a:cubicBezTo>
                  <a:cubicBezTo>
                    <a:pt x="6736" y="1118"/>
                    <a:pt x="6684" y="1080"/>
                    <a:pt x="6626" y="1077"/>
                  </a:cubicBezTo>
                  <a:cubicBezTo>
                    <a:pt x="6398" y="922"/>
                    <a:pt x="6150" y="806"/>
                    <a:pt x="5884" y="734"/>
                  </a:cubicBezTo>
                  <a:cubicBezTo>
                    <a:pt x="5956" y="546"/>
                    <a:pt x="6028" y="359"/>
                    <a:pt x="6098" y="171"/>
                  </a:cubicBezTo>
                  <a:cubicBezTo>
                    <a:pt x="6131" y="77"/>
                    <a:pt x="6044" y="0"/>
                    <a:pt x="595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91" name="Google Shape;4391;p56"/>
          <p:cNvGrpSpPr/>
          <p:nvPr/>
        </p:nvGrpSpPr>
        <p:grpSpPr>
          <a:xfrm>
            <a:off x="3514723" y="2849588"/>
            <a:ext cx="2310282" cy="1374222"/>
            <a:chOff x="238125" y="732525"/>
            <a:chExt cx="7130500" cy="4241425"/>
          </a:xfrm>
        </p:grpSpPr>
        <p:sp>
          <p:nvSpPr>
            <p:cNvPr id="4392" name="Google Shape;4392;p56"/>
            <p:cNvSpPr/>
            <p:nvPr/>
          </p:nvSpPr>
          <p:spPr>
            <a:xfrm>
              <a:off x="3175800" y="1003350"/>
              <a:ext cx="3741725" cy="3331975"/>
            </a:xfrm>
            <a:custGeom>
              <a:avLst/>
              <a:gdLst/>
              <a:ahLst/>
              <a:cxnLst/>
              <a:rect l="l" t="t" r="r" b="b"/>
              <a:pathLst>
                <a:path w="149669" h="133279" extrusionOk="0">
                  <a:moveTo>
                    <a:pt x="81445" y="1"/>
                  </a:moveTo>
                  <a:lnTo>
                    <a:pt x="79450" y="1466"/>
                  </a:lnTo>
                  <a:lnTo>
                    <a:pt x="78288" y="3145"/>
                  </a:lnTo>
                  <a:lnTo>
                    <a:pt x="77341" y="834"/>
                  </a:lnTo>
                  <a:lnTo>
                    <a:pt x="75131" y="834"/>
                  </a:lnTo>
                  <a:lnTo>
                    <a:pt x="73868" y="2413"/>
                  </a:lnTo>
                  <a:lnTo>
                    <a:pt x="73161" y="4888"/>
                  </a:lnTo>
                  <a:lnTo>
                    <a:pt x="69891" y="7325"/>
                  </a:lnTo>
                  <a:lnTo>
                    <a:pt x="68313" y="10330"/>
                  </a:lnTo>
                  <a:lnTo>
                    <a:pt x="69474" y="11466"/>
                  </a:lnTo>
                  <a:lnTo>
                    <a:pt x="66318" y="13247"/>
                  </a:lnTo>
                  <a:lnTo>
                    <a:pt x="67782" y="14825"/>
                  </a:lnTo>
                  <a:lnTo>
                    <a:pt x="69790" y="15873"/>
                  </a:lnTo>
                  <a:lnTo>
                    <a:pt x="68729" y="16504"/>
                  </a:lnTo>
                  <a:lnTo>
                    <a:pt x="65888" y="14812"/>
                  </a:lnTo>
                  <a:lnTo>
                    <a:pt x="65257" y="16605"/>
                  </a:lnTo>
                  <a:lnTo>
                    <a:pt x="63994" y="17439"/>
                  </a:lnTo>
                  <a:lnTo>
                    <a:pt x="65358" y="21644"/>
                  </a:lnTo>
                  <a:lnTo>
                    <a:pt x="67050" y="21959"/>
                  </a:lnTo>
                  <a:lnTo>
                    <a:pt x="68199" y="22906"/>
                  </a:lnTo>
                  <a:cubicBezTo>
                    <a:pt x="67252" y="23336"/>
                    <a:pt x="65674" y="23651"/>
                    <a:pt x="65674" y="23651"/>
                  </a:cubicBezTo>
                  <a:lnTo>
                    <a:pt x="66419" y="25230"/>
                  </a:lnTo>
                  <a:lnTo>
                    <a:pt x="65358" y="26593"/>
                  </a:lnTo>
                  <a:lnTo>
                    <a:pt x="63577" y="25962"/>
                  </a:lnTo>
                  <a:lnTo>
                    <a:pt x="64625" y="23967"/>
                  </a:lnTo>
                  <a:lnTo>
                    <a:pt x="63262" y="20394"/>
                  </a:lnTo>
                  <a:lnTo>
                    <a:pt x="62214" y="17439"/>
                  </a:lnTo>
                  <a:lnTo>
                    <a:pt x="61368" y="15343"/>
                  </a:lnTo>
                  <a:lnTo>
                    <a:pt x="59688" y="14711"/>
                  </a:lnTo>
                  <a:lnTo>
                    <a:pt x="58842" y="18386"/>
                  </a:lnTo>
                  <a:lnTo>
                    <a:pt x="58792" y="21012"/>
                  </a:lnTo>
                  <a:lnTo>
                    <a:pt x="60951" y="22906"/>
                  </a:lnTo>
                  <a:lnTo>
                    <a:pt x="60951" y="24485"/>
                  </a:lnTo>
                  <a:lnTo>
                    <a:pt x="58009" y="23020"/>
                  </a:lnTo>
                  <a:lnTo>
                    <a:pt x="55319" y="22389"/>
                  </a:lnTo>
                  <a:lnTo>
                    <a:pt x="54978" y="23437"/>
                  </a:lnTo>
                  <a:lnTo>
                    <a:pt x="55547" y="24598"/>
                  </a:lnTo>
                  <a:lnTo>
                    <a:pt x="52516" y="25230"/>
                  </a:lnTo>
                  <a:lnTo>
                    <a:pt x="48526" y="27326"/>
                  </a:lnTo>
                  <a:lnTo>
                    <a:pt x="46632" y="29535"/>
                  </a:lnTo>
                  <a:lnTo>
                    <a:pt x="46114" y="26909"/>
                  </a:lnTo>
                  <a:lnTo>
                    <a:pt x="44852" y="26391"/>
                  </a:lnTo>
                  <a:lnTo>
                    <a:pt x="44536" y="29119"/>
                  </a:lnTo>
                  <a:lnTo>
                    <a:pt x="42326" y="30381"/>
                  </a:lnTo>
                  <a:lnTo>
                    <a:pt x="43488" y="32162"/>
                  </a:lnTo>
                  <a:lnTo>
                    <a:pt x="41379" y="32061"/>
                  </a:lnTo>
                  <a:lnTo>
                    <a:pt x="40647" y="33223"/>
                  </a:lnTo>
                  <a:lnTo>
                    <a:pt x="39169" y="30381"/>
                  </a:lnTo>
                  <a:lnTo>
                    <a:pt x="37490" y="29119"/>
                  </a:lnTo>
                  <a:lnTo>
                    <a:pt x="37490" y="29119"/>
                  </a:lnTo>
                  <a:lnTo>
                    <a:pt x="40748" y="29750"/>
                  </a:lnTo>
                  <a:lnTo>
                    <a:pt x="42225" y="28803"/>
                  </a:lnTo>
                  <a:lnTo>
                    <a:pt x="41379" y="26593"/>
                  </a:lnTo>
                  <a:lnTo>
                    <a:pt x="37806" y="24699"/>
                  </a:lnTo>
                  <a:lnTo>
                    <a:pt x="35078" y="23538"/>
                  </a:lnTo>
                  <a:lnTo>
                    <a:pt x="32654" y="22906"/>
                  </a:lnTo>
                  <a:lnTo>
                    <a:pt x="29181" y="24068"/>
                  </a:lnTo>
                  <a:lnTo>
                    <a:pt x="25292" y="28172"/>
                  </a:lnTo>
                  <a:lnTo>
                    <a:pt x="22767" y="31745"/>
                  </a:lnTo>
                  <a:lnTo>
                    <a:pt x="21403" y="34586"/>
                  </a:lnTo>
                  <a:lnTo>
                    <a:pt x="18878" y="37112"/>
                  </a:lnTo>
                  <a:lnTo>
                    <a:pt x="18082" y="38892"/>
                  </a:lnTo>
                  <a:lnTo>
                    <a:pt x="19130" y="42680"/>
                  </a:lnTo>
                  <a:lnTo>
                    <a:pt x="20923" y="42364"/>
                  </a:lnTo>
                  <a:lnTo>
                    <a:pt x="22186" y="40786"/>
                  </a:lnTo>
                  <a:lnTo>
                    <a:pt x="23651" y="43311"/>
                  </a:lnTo>
                  <a:lnTo>
                    <a:pt x="23449" y="44776"/>
                  </a:lnTo>
                  <a:lnTo>
                    <a:pt x="26441" y="45092"/>
                  </a:lnTo>
                  <a:cubicBezTo>
                    <a:pt x="26441" y="45092"/>
                    <a:pt x="28058" y="42882"/>
                    <a:pt x="28058" y="42566"/>
                  </a:cubicBezTo>
                  <a:cubicBezTo>
                    <a:pt x="28058" y="42251"/>
                    <a:pt x="28487" y="40256"/>
                    <a:pt x="28487" y="40256"/>
                  </a:cubicBezTo>
                  <a:lnTo>
                    <a:pt x="26909" y="37932"/>
                  </a:lnTo>
                  <a:lnTo>
                    <a:pt x="27111" y="35622"/>
                  </a:lnTo>
                  <a:lnTo>
                    <a:pt x="28904" y="34157"/>
                  </a:lnTo>
                  <a:lnTo>
                    <a:pt x="29535" y="32364"/>
                  </a:lnTo>
                  <a:lnTo>
                    <a:pt x="30899" y="31202"/>
                  </a:lnTo>
                  <a:lnTo>
                    <a:pt x="32376" y="32263"/>
                  </a:lnTo>
                  <a:lnTo>
                    <a:pt x="29535" y="35836"/>
                  </a:lnTo>
                  <a:lnTo>
                    <a:pt x="30684" y="39309"/>
                  </a:lnTo>
                  <a:lnTo>
                    <a:pt x="32477" y="39523"/>
                  </a:lnTo>
                  <a:lnTo>
                    <a:pt x="35002" y="38778"/>
                  </a:lnTo>
                  <a:lnTo>
                    <a:pt x="36467" y="39725"/>
                  </a:lnTo>
                  <a:lnTo>
                    <a:pt x="34257" y="41089"/>
                  </a:lnTo>
                  <a:lnTo>
                    <a:pt x="31416" y="41203"/>
                  </a:lnTo>
                  <a:lnTo>
                    <a:pt x="31101" y="42983"/>
                  </a:lnTo>
                  <a:lnTo>
                    <a:pt x="29952" y="44360"/>
                  </a:lnTo>
                  <a:lnTo>
                    <a:pt x="29219" y="46822"/>
                  </a:lnTo>
                  <a:lnTo>
                    <a:pt x="25532" y="47504"/>
                  </a:lnTo>
                  <a:lnTo>
                    <a:pt x="21555" y="47504"/>
                  </a:lnTo>
                  <a:lnTo>
                    <a:pt x="22287" y="45092"/>
                  </a:lnTo>
                  <a:lnTo>
                    <a:pt x="21239" y="43880"/>
                  </a:lnTo>
                  <a:lnTo>
                    <a:pt x="19976" y="45382"/>
                  </a:lnTo>
                  <a:lnTo>
                    <a:pt x="19762" y="48072"/>
                  </a:lnTo>
                  <a:lnTo>
                    <a:pt x="17022" y="49208"/>
                  </a:lnTo>
                  <a:lnTo>
                    <a:pt x="16075" y="52618"/>
                  </a:lnTo>
                  <a:lnTo>
                    <a:pt x="14294" y="54448"/>
                  </a:lnTo>
                  <a:lnTo>
                    <a:pt x="12716" y="54448"/>
                  </a:lnTo>
                  <a:lnTo>
                    <a:pt x="10822" y="54764"/>
                  </a:lnTo>
                  <a:lnTo>
                    <a:pt x="12501" y="55648"/>
                  </a:lnTo>
                  <a:lnTo>
                    <a:pt x="13448" y="57681"/>
                  </a:lnTo>
                  <a:lnTo>
                    <a:pt x="11971" y="59209"/>
                  </a:lnTo>
                  <a:lnTo>
                    <a:pt x="8460" y="58780"/>
                  </a:lnTo>
                  <a:lnTo>
                    <a:pt x="6087" y="60017"/>
                  </a:lnTo>
                  <a:lnTo>
                    <a:pt x="6087" y="65484"/>
                  </a:lnTo>
                  <a:lnTo>
                    <a:pt x="8612" y="66217"/>
                  </a:lnTo>
                  <a:lnTo>
                    <a:pt x="9723" y="67164"/>
                  </a:lnTo>
                  <a:lnTo>
                    <a:pt x="11150" y="66318"/>
                  </a:lnTo>
                  <a:lnTo>
                    <a:pt x="13233" y="66431"/>
                  </a:lnTo>
                  <a:lnTo>
                    <a:pt x="15115" y="63691"/>
                  </a:lnTo>
                  <a:lnTo>
                    <a:pt x="16176" y="61797"/>
                  </a:lnTo>
                  <a:lnTo>
                    <a:pt x="17123" y="61381"/>
                  </a:lnTo>
                  <a:lnTo>
                    <a:pt x="17438" y="59600"/>
                  </a:lnTo>
                  <a:lnTo>
                    <a:pt x="19850" y="60232"/>
                  </a:lnTo>
                  <a:lnTo>
                    <a:pt x="21226" y="59487"/>
                  </a:lnTo>
                  <a:lnTo>
                    <a:pt x="22805" y="59487"/>
                  </a:lnTo>
                  <a:lnTo>
                    <a:pt x="24699" y="61595"/>
                  </a:lnTo>
                  <a:lnTo>
                    <a:pt x="26113" y="62909"/>
                  </a:lnTo>
                  <a:lnTo>
                    <a:pt x="26896" y="64222"/>
                  </a:lnTo>
                  <a:lnTo>
                    <a:pt x="26896" y="65484"/>
                  </a:lnTo>
                  <a:lnTo>
                    <a:pt x="28159" y="64752"/>
                  </a:lnTo>
                  <a:lnTo>
                    <a:pt x="28159" y="62959"/>
                  </a:lnTo>
                  <a:lnTo>
                    <a:pt x="29421" y="63376"/>
                  </a:lnTo>
                  <a:lnTo>
                    <a:pt x="29787" y="62542"/>
                  </a:lnTo>
                  <a:lnTo>
                    <a:pt x="27035" y="60964"/>
                  </a:lnTo>
                  <a:lnTo>
                    <a:pt x="24661" y="58653"/>
                  </a:lnTo>
                  <a:lnTo>
                    <a:pt x="25103" y="57075"/>
                  </a:lnTo>
                  <a:lnTo>
                    <a:pt x="27527" y="58754"/>
                  </a:lnTo>
                  <a:lnTo>
                    <a:pt x="30368" y="61595"/>
                  </a:lnTo>
                  <a:lnTo>
                    <a:pt x="31846" y="65383"/>
                  </a:lnTo>
                  <a:lnTo>
                    <a:pt x="33525" y="66671"/>
                  </a:lnTo>
                  <a:lnTo>
                    <a:pt x="34889" y="65383"/>
                  </a:lnTo>
                  <a:lnTo>
                    <a:pt x="33740" y="64020"/>
                  </a:lnTo>
                  <a:lnTo>
                    <a:pt x="35002" y="62643"/>
                  </a:lnTo>
                  <a:lnTo>
                    <a:pt x="36366" y="62441"/>
                  </a:lnTo>
                  <a:lnTo>
                    <a:pt x="37945" y="62126"/>
                  </a:lnTo>
                  <a:lnTo>
                    <a:pt x="37831" y="59701"/>
                  </a:lnTo>
                  <a:lnTo>
                    <a:pt x="39409" y="56343"/>
                  </a:lnTo>
                  <a:lnTo>
                    <a:pt x="41101" y="55913"/>
                  </a:lnTo>
                  <a:lnTo>
                    <a:pt x="41733" y="58237"/>
                  </a:lnTo>
                  <a:lnTo>
                    <a:pt x="43627" y="58237"/>
                  </a:lnTo>
                  <a:lnTo>
                    <a:pt x="43513" y="56759"/>
                  </a:lnTo>
                  <a:lnTo>
                    <a:pt x="45407" y="55547"/>
                  </a:lnTo>
                  <a:lnTo>
                    <a:pt x="44776" y="57466"/>
                  </a:lnTo>
                  <a:lnTo>
                    <a:pt x="47402" y="60168"/>
                  </a:lnTo>
                  <a:lnTo>
                    <a:pt x="49195" y="61507"/>
                  </a:lnTo>
                  <a:lnTo>
                    <a:pt x="45306" y="62340"/>
                  </a:lnTo>
                  <a:lnTo>
                    <a:pt x="42149" y="61494"/>
                  </a:lnTo>
                  <a:lnTo>
                    <a:pt x="39624" y="62126"/>
                  </a:lnTo>
                  <a:lnTo>
                    <a:pt x="38147" y="62972"/>
                  </a:lnTo>
                  <a:lnTo>
                    <a:pt x="37099" y="65497"/>
                  </a:lnTo>
                  <a:lnTo>
                    <a:pt x="38892" y="66671"/>
                  </a:lnTo>
                  <a:lnTo>
                    <a:pt x="41619" y="67366"/>
                  </a:lnTo>
                  <a:lnTo>
                    <a:pt x="44031" y="66002"/>
                  </a:lnTo>
                  <a:lnTo>
                    <a:pt x="44978" y="67366"/>
                  </a:lnTo>
                  <a:lnTo>
                    <a:pt x="44144" y="70523"/>
                  </a:lnTo>
                  <a:lnTo>
                    <a:pt x="41404" y="71785"/>
                  </a:lnTo>
                  <a:lnTo>
                    <a:pt x="38046" y="72316"/>
                  </a:lnTo>
                  <a:lnTo>
                    <a:pt x="32578" y="70737"/>
                  </a:lnTo>
                  <a:lnTo>
                    <a:pt x="30684" y="71053"/>
                  </a:lnTo>
                  <a:lnTo>
                    <a:pt x="29005" y="72518"/>
                  </a:lnTo>
                  <a:lnTo>
                    <a:pt x="26441" y="70422"/>
                  </a:lnTo>
                  <a:lnTo>
                    <a:pt x="23966" y="69891"/>
                  </a:lnTo>
                  <a:lnTo>
                    <a:pt x="23600" y="67139"/>
                  </a:lnTo>
                  <a:lnTo>
                    <a:pt x="22186" y="66823"/>
                  </a:lnTo>
                  <a:lnTo>
                    <a:pt x="20077" y="67164"/>
                  </a:lnTo>
                  <a:lnTo>
                    <a:pt x="15948" y="67139"/>
                  </a:lnTo>
                  <a:lnTo>
                    <a:pt x="11554" y="68742"/>
                  </a:lnTo>
                  <a:lnTo>
                    <a:pt x="10291" y="68111"/>
                  </a:lnTo>
                  <a:lnTo>
                    <a:pt x="8511" y="69891"/>
                  </a:lnTo>
                  <a:lnTo>
                    <a:pt x="6718" y="71785"/>
                  </a:lnTo>
                  <a:lnTo>
                    <a:pt x="6087" y="73793"/>
                  </a:lnTo>
                  <a:lnTo>
                    <a:pt x="3460" y="75687"/>
                  </a:lnTo>
                  <a:lnTo>
                    <a:pt x="1048" y="79564"/>
                  </a:lnTo>
                  <a:lnTo>
                    <a:pt x="0" y="82089"/>
                  </a:lnTo>
                  <a:lnTo>
                    <a:pt x="518" y="84501"/>
                  </a:lnTo>
                  <a:lnTo>
                    <a:pt x="0" y="87342"/>
                  </a:lnTo>
                  <a:lnTo>
                    <a:pt x="834" y="90814"/>
                  </a:lnTo>
                  <a:lnTo>
                    <a:pt x="3258" y="93340"/>
                  </a:lnTo>
                  <a:lnTo>
                    <a:pt x="5038" y="95234"/>
                  </a:lnTo>
                  <a:lnTo>
                    <a:pt x="8094" y="97027"/>
                  </a:lnTo>
                  <a:lnTo>
                    <a:pt x="10822" y="96711"/>
                  </a:lnTo>
                  <a:lnTo>
                    <a:pt x="13347" y="96711"/>
                  </a:lnTo>
                  <a:lnTo>
                    <a:pt x="16075" y="95335"/>
                  </a:lnTo>
                  <a:lnTo>
                    <a:pt x="18398" y="95600"/>
                  </a:lnTo>
                  <a:lnTo>
                    <a:pt x="19345" y="97203"/>
                  </a:lnTo>
                  <a:lnTo>
                    <a:pt x="22186" y="97052"/>
                  </a:lnTo>
                  <a:lnTo>
                    <a:pt x="23335" y="98921"/>
                  </a:lnTo>
                  <a:lnTo>
                    <a:pt x="22918" y="103012"/>
                  </a:lnTo>
                  <a:lnTo>
                    <a:pt x="25040" y="106169"/>
                  </a:lnTo>
                  <a:lnTo>
                    <a:pt x="25646" y="109325"/>
                  </a:lnTo>
                  <a:lnTo>
                    <a:pt x="25646" y="112166"/>
                  </a:lnTo>
                  <a:lnTo>
                    <a:pt x="23752" y="114793"/>
                  </a:lnTo>
                  <a:lnTo>
                    <a:pt x="23752" y="117205"/>
                  </a:lnTo>
                  <a:lnTo>
                    <a:pt x="25646" y="119945"/>
                  </a:lnTo>
                  <a:lnTo>
                    <a:pt x="25646" y="123505"/>
                  </a:lnTo>
                  <a:lnTo>
                    <a:pt x="27641" y="126132"/>
                  </a:lnTo>
                  <a:lnTo>
                    <a:pt x="28752" y="128228"/>
                  </a:lnTo>
                  <a:lnTo>
                    <a:pt x="29143" y="130539"/>
                  </a:lnTo>
                  <a:lnTo>
                    <a:pt x="30899" y="133279"/>
                  </a:lnTo>
                  <a:lnTo>
                    <a:pt x="35419" y="133279"/>
                  </a:lnTo>
                  <a:lnTo>
                    <a:pt x="37945" y="131385"/>
                  </a:lnTo>
                  <a:lnTo>
                    <a:pt x="39624" y="129541"/>
                  </a:lnTo>
                  <a:lnTo>
                    <a:pt x="42149" y="126675"/>
                  </a:lnTo>
                  <a:lnTo>
                    <a:pt x="42781" y="123808"/>
                  </a:lnTo>
                  <a:lnTo>
                    <a:pt x="44258" y="123808"/>
                  </a:lnTo>
                  <a:lnTo>
                    <a:pt x="44574" y="119705"/>
                  </a:lnTo>
                  <a:lnTo>
                    <a:pt x="44574" y="118442"/>
                  </a:lnTo>
                  <a:lnTo>
                    <a:pt x="48678" y="115285"/>
                  </a:lnTo>
                  <a:lnTo>
                    <a:pt x="50256" y="112874"/>
                  </a:lnTo>
                  <a:lnTo>
                    <a:pt x="50256" y="110260"/>
                  </a:lnTo>
                  <a:lnTo>
                    <a:pt x="49410" y="108265"/>
                  </a:lnTo>
                  <a:lnTo>
                    <a:pt x="49460" y="105954"/>
                  </a:lnTo>
                  <a:lnTo>
                    <a:pt x="48905" y="104477"/>
                  </a:lnTo>
                  <a:lnTo>
                    <a:pt x="51683" y="101951"/>
                  </a:lnTo>
                  <a:lnTo>
                    <a:pt x="54334" y="99009"/>
                  </a:lnTo>
                  <a:lnTo>
                    <a:pt x="57592" y="97014"/>
                  </a:lnTo>
                  <a:cubicBezTo>
                    <a:pt x="57592" y="97014"/>
                    <a:pt x="59070" y="94388"/>
                    <a:pt x="59070" y="93958"/>
                  </a:cubicBezTo>
                  <a:cubicBezTo>
                    <a:pt x="59070" y="93542"/>
                    <a:pt x="59916" y="91433"/>
                    <a:pt x="59916" y="91433"/>
                  </a:cubicBezTo>
                  <a:lnTo>
                    <a:pt x="59398" y="89754"/>
                  </a:lnTo>
                  <a:lnTo>
                    <a:pt x="57921" y="90498"/>
                  </a:lnTo>
                  <a:lnTo>
                    <a:pt x="54132" y="91016"/>
                  </a:lnTo>
                  <a:lnTo>
                    <a:pt x="52870" y="91648"/>
                  </a:lnTo>
                  <a:lnTo>
                    <a:pt x="52238" y="89754"/>
                  </a:lnTo>
                  <a:lnTo>
                    <a:pt x="51721" y="88604"/>
                  </a:lnTo>
                  <a:lnTo>
                    <a:pt x="49612" y="86597"/>
                  </a:lnTo>
                  <a:lnTo>
                    <a:pt x="48248" y="85650"/>
                  </a:lnTo>
                  <a:lnTo>
                    <a:pt x="46139" y="80826"/>
                  </a:lnTo>
                  <a:lnTo>
                    <a:pt x="45306" y="79665"/>
                  </a:lnTo>
                  <a:lnTo>
                    <a:pt x="44258" y="76823"/>
                  </a:lnTo>
                  <a:lnTo>
                    <a:pt x="43513" y="75561"/>
                  </a:lnTo>
                  <a:lnTo>
                    <a:pt x="44675" y="75144"/>
                  </a:lnTo>
                  <a:lnTo>
                    <a:pt x="47200" y="78617"/>
                  </a:lnTo>
                  <a:lnTo>
                    <a:pt x="48665" y="80927"/>
                  </a:lnTo>
                  <a:lnTo>
                    <a:pt x="49511" y="83339"/>
                  </a:lnTo>
                  <a:lnTo>
                    <a:pt x="51506" y="84917"/>
                  </a:lnTo>
                  <a:lnTo>
                    <a:pt x="52769" y="87973"/>
                  </a:lnTo>
                  <a:lnTo>
                    <a:pt x="53299" y="89438"/>
                  </a:lnTo>
                  <a:lnTo>
                    <a:pt x="56771" y="87859"/>
                  </a:lnTo>
                  <a:lnTo>
                    <a:pt x="60560" y="87026"/>
                  </a:lnTo>
                  <a:lnTo>
                    <a:pt x="64449" y="85018"/>
                  </a:lnTo>
                  <a:lnTo>
                    <a:pt x="65585" y="82922"/>
                  </a:lnTo>
                  <a:lnTo>
                    <a:pt x="66431" y="80814"/>
                  </a:lnTo>
                  <a:lnTo>
                    <a:pt x="64853" y="79235"/>
                  </a:lnTo>
                  <a:lnTo>
                    <a:pt x="63476" y="77771"/>
                  </a:lnTo>
                  <a:lnTo>
                    <a:pt x="61065" y="78503"/>
                  </a:lnTo>
                  <a:lnTo>
                    <a:pt x="58956" y="78604"/>
                  </a:lnTo>
                  <a:lnTo>
                    <a:pt x="57693" y="76293"/>
                  </a:lnTo>
                  <a:lnTo>
                    <a:pt x="55799" y="74740"/>
                  </a:lnTo>
                  <a:lnTo>
                    <a:pt x="56746" y="73149"/>
                  </a:lnTo>
                  <a:lnTo>
                    <a:pt x="59587" y="75460"/>
                  </a:lnTo>
                  <a:lnTo>
                    <a:pt x="61696" y="76609"/>
                  </a:lnTo>
                  <a:lnTo>
                    <a:pt x="63476" y="76722"/>
                  </a:lnTo>
                  <a:lnTo>
                    <a:pt x="65269" y="77669"/>
                  </a:lnTo>
                  <a:lnTo>
                    <a:pt x="67997" y="78086"/>
                  </a:lnTo>
                  <a:lnTo>
                    <a:pt x="71368" y="77669"/>
                  </a:lnTo>
                  <a:lnTo>
                    <a:pt x="73995" y="79564"/>
                  </a:lnTo>
                  <a:lnTo>
                    <a:pt x="75358" y="81874"/>
                  </a:lnTo>
                  <a:lnTo>
                    <a:pt x="76621" y="82076"/>
                  </a:lnTo>
                  <a:lnTo>
                    <a:pt x="77884" y="80612"/>
                  </a:lnTo>
                  <a:lnTo>
                    <a:pt x="78515" y="83137"/>
                  </a:lnTo>
                  <a:lnTo>
                    <a:pt x="79147" y="85864"/>
                  </a:lnTo>
                  <a:lnTo>
                    <a:pt x="80510" y="88806"/>
                  </a:lnTo>
                  <a:lnTo>
                    <a:pt x="81988" y="92178"/>
                  </a:lnTo>
                  <a:lnTo>
                    <a:pt x="82505" y="94072"/>
                  </a:lnTo>
                  <a:lnTo>
                    <a:pt x="84298" y="91231"/>
                  </a:lnTo>
                  <a:lnTo>
                    <a:pt x="84298" y="88188"/>
                  </a:lnTo>
                  <a:lnTo>
                    <a:pt x="85245" y="86609"/>
                  </a:lnTo>
                  <a:lnTo>
                    <a:pt x="87291" y="84816"/>
                  </a:lnTo>
                  <a:lnTo>
                    <a:pt x="90322" y="82089"/>
                  </a:lnTo>
                  <a:lnTo>
                    <a:pt x="91622" y="80296"/>
                  </a:lnTo>
                  <a:lnTo>
                    <a:pt x="94375" y="79665"/>
                  </a:lnTo>
                  <a:lnTo>
                    <a:pt x="95120" y="82720"/>
                  </a:lnTo>
                  <a:lnTo>
                    <a:pt x="96913" y="83554"/>
                  </a:lnTo>
                  <a:lnTo>
                    <a:pt x="96913" y="86925"/>
                  </a:lnTo>
                  <a:lnTo>
                    <a:pt x="98857" y="85763"/>
                  </a:lnTo>
                  <a:lnTo>
                    <a:pt x="100701" y="89652"/>
                  </a:lnTo>
                  <a:lnTo>
                    <a:pt x="100701" y="93857"/>
                  </a:lnTo>
                  <a:lnTo>
                    <a:pt x="102696" y="94905"/>
                  </a:lnTo>
                  <a:lnTo>
                    <a:pt x="103694" y="97014"/>
                  </a:lnTo>
                  <a:lnTo>
                    <a:pt x="105133" y="98908"/>
                  </a:lnTo>
                  <a:lnTo>
                    <a:pt x="107179" y="99741"/>
                  </a:lnTo>
                  <a:lnTo>
                    <a:pt x="107179" y="99741"/>
                  </a:lnTo>
                  <a:lnTo>
                    <a:pt x="106560" y="97746"/>
                  </a:lnTo>
                  <a:lnTo>
                    <a:pt x="106257" y="96067"/>
                  </a:lnTo>
                  <a:lnTo>
                    <a:pt x="104577" y="94804"/>
                  </a:lnTo>
                  <a:lnTo>
                    <a:pt x="103428" y="93226"/>
                  </a:lnTo>
                  <a:lnTo>
                    <a:pt x="102797" y="91761"/>
                  </a:lnTo>
                  <a:lnTo>
                    <a:pt x="103113" y="89551"/>
                  </a:lnTo>
                  <a:lnTo>
                    <a:pt x="103845" y="88604"/>
                  </a:lnTo>
                  <a:lnTo>
                    <a:pt x="105537" y="90183"/>
                  </a:lnTo>
                  <a:lnTo>
                    <a:pt x="107217" y="91963"/>
                  </a:lnTo>
                  <a:lnTo>
                    <a:pt x="108050" y="92393"/>
                  </a:lnTo>
                  <a:cubicBezTo>
                    <a:pt x="108050" y="92393"/>
                    <a:pt x="110146" y="90814"/>
                    <a:pt x="110146" y="90498"/>
                  </a:cubicBezTo>
                  <a:lnTo>
                    <a:pt x="110146" y="86925"/>
                  </a:lnTo>
                  <a:lnTo>
                    <a:pt x="108252" y="85132"/>
                  </a:lnTo>
                  <a:lnTo>
                    <a:pt x="107469" y="83554"/>
                  </a:lnTo>
                  <a:cubicBezTo>
                    <a:pt x="107469" y="83554"/>
                    <a:pt x="107747" y="81975"/>
                    <a:pt x="108063" y="81773"/>
                  </a:cubicBezTo>
                  <a:cubicBezTo>
                    <a:pt x="108378" y="81559"/>
                    <a:pt x="110209" y="80927"/>
                    <a:pt x="110209" y="80927"/>
                  </a:cubicBezTo>
                  <a:lnTo>
                    <a:pt x="110752" y="82190"/>
                  </a:lnTo>
                  <a:lnTo>
                    <a:pt x="112646" y="80826"/>
                  </a:lnTo>
                  <a:lnTo>
                    <a:pt x="116434" y="78932"/>
                  </a:lnTo>
                  <a:lnTo>
                    <a:pt x="118177" y="75775"/>
                  </a:lnTo>
                  <a:lnTo>
                    <a:pt x="118960" y="73566"/>
                  </a:lnTo>
                  <a:lnTo>
                    <a:pt x="118960" y="69891"/>
                  </a:lnTo>
                  <a:lnTo>
                    <a:pt x="117520" y="66949"/>
                  </a:lnTo>
                  <a:lnTo>
                    <a:pt x="116093" y="65169"/>
                  </a:lnTo>
                  <a:lnTo>
                    <a:pt x="118278" y="63691"/>
                  </a:lnTo>
                  <a:lnTo>
                    <a:pt x="118947" y="63174"/>
                  </a:lnTo>
                  <a:lnTo>
                    <a:pt x="117280" y="62643"/>
                  </a:lnTo>
                  <a:lnTo>
                    <a:pt x="115816" y="63174"/>
                  </a:lnTo>
                  <a:lnTo>
                    <a:pt x="114868" y="62113"/>
                  </a:lnTo>
                  <a:lnTo>
                    <a:pt x="114237" y="61280"/>
                  </a:lnTo>
                  <a:lnTo>
                    <a:pt x="116030" y="60219"/>
                  </a:lnTo>
                  <a:lnTo>
                    <a:pt x="116876" y="58540"/>
                  </a:lnTo>
                  <a:lnTo>
                    <a:pt x="117924" y="59070"/>
                  </a:lnTo>
                  <a:lnTo>
                    <a:pt x="117394" y="60964"/>
                  </a:lnTo>
                  <a:lnTo>
                    <a:pt x="117394" y="60964"/>
                  </a:lnTo>
                  <a:lnTo>
                    <a:pt x="119086" y="60118"/>
                  </a:lnTo>
                  <a:lnTo>
                    <a:pt x="120235" y="61065"/>
                  </a:lnTo>
                  <a:lnTo>
                    <a:pt x="121182" y="62744"/>
                  </a:lnTo>
                  <a:lnTo>
                    <a:pt x="122129" y="63906"/>
                  </a:lnTo>
                  <a:lnTo>
                    <a:pt x="122129" y="65484"/>
                  </a:lnTo>
                  <a:lnTo>
                    <a:pt x="122975" y="66318"/>
                  </a:lnTo>
                  <a:lnTo>
                    <a:pt x="124806" y="64853"/>
                  </a:lnTo>
                  <a:lnTo>
                    <a:pt x="124263" y="62542"/>
                  </a:lnTo>
                  <a:lnTo>
                    <a:pt x="122621" y="60850"/>
                  </a:lnTo>
                  <a:lnTo>
                    <a:pt x="122116" y="59802"/>
                  </a:lnTo>
                  <a:lnTo>
                    <a:pt x="123594" y="58540"/>
                  </a:lnTo>
                  <a:lnTo>
                    <a:pt x="123707" y="55699"/>
                  </a:lnTo>
                  <a:lnTo>
                    <a:pt x="124970" y="54651"/>
                  </a:lnTo>
                  <a:lnTo>
                    <a:pt x="126233" y="55383"/>
                  </a:lnTo>
                  <a:lnTo>
                    <a:pt x="128127" y="52125"/>
                  </a:lnTo>
                  <a:lnTo>
                    <a:pt x="129705" y="47289"/>
                  </a:lnTo>
                  <a:lnTo>
                    <a:pt x="128544" y="44031"/>
                  </a:lnTo>
                  <a:lnTo>
                    <a:pt x="127811" y="41102"/>
                  </a:lnTo>
                  <a:lnTo>
                    <a:pt x="126132" y="39523"/>
                  </a:lnTo>
                  <a:lnTo>
                    <a:pt x="123922" y="38892"/>
                  </a:lnTo>
                  <a:lnTo>
                    <a:pt x="122558" y="38362"/>
                  </a:lnTo>
                  <a:lnTo>
                    <a:pt x="121498" y="37516"/>
                  </a:lnTo>
                  <a:lnTo>
                    <a:pt x="123606" y="33311"/>
                  </a:lnTo>
                  <a:lnTo>
                    <a:pt x="124440" y="30533"/>
                  </a:lnTo>
                  <a:lnTo>
                    <a:pt x="126650" y="29220"/>
                  </a:lnTo>
                  <a:lnTo>
                    <a:pt x="130021" y="29220"/>
                  </a:lnTo>
                  <a:lnTo>
                    <a:pt x="132332" y="28588"/>
                  </a:lnTo>
                  <a:lnTo>
                    <a:pt x="132231" y="28588"/>
                  </a:lnTo>
                  <a:lnTo>
                    <a:pt x="132231" y="23222"/>
                  </a:lnTo>
                  <a:lnTo>
                    <a:pt x="135072" y="21959"/>
                  </a:lnTo>
                  <a:lnTo>
                    <a:pt x="135804" y="23853"/>
                  </a:lnTo>
                  <a:lnTo>
                    <a:pt x="136650" y="21959"/>
                  </a:lnTo>
                  <a:lnTo>
                    <a:pt x="136650" y="20065"/>
                  </a:lnTo>
                  <a:lnTo>
                    <a:pt x="138115" y="20899"/>
                  </a:lnTo>
                  <a:lnTo>
                    <a:pt x="137433" y="24788"/>
                  </a:lnTo>
                  <a:lnTo>
                    <a:pt x="136006" y="30571"/>
                  </a:lnTo>
                  <a:lnTo>
                    <a:pt x="136006" y="33942"/>
                  </a:lnTo>
                  <a:lnTo>
                    <a:pt x="139428" y="38677"/>
                  </a:lnTo>
                  <a:lnTo>
                    <a:pt x="140426" y="42049"/>
                  </a:lnTo>
                  <a:lnTo>
                    <a:pt x="140426" y="43412"/>
                  </a:lnTo>
                  <a:lnTo>
                    <a:pt x="141688" y="42364"/>
                  </a:lnTo>
                  <a:lnTo>
                    <a:pt x="141688" y="38993"/>
                  </a:lnTo>
                  <a:lnTo>
                    <a:pt x="143166" y="35622"/>
                  </a:lnTo>
                  <a:lnTo>
                    <a:pt x="142370" y="32894"/>
                  </a:lnTo>
                  <a:lnTo>
                    <a:pt x="142244" y="31316"/>
                  </a:lnTo>
                  <a:lnTo>
                    <a:pt x="141966" y="29220"/>
                  </a:lnTo>
                  <a:lnTo>
                    <a:pt x="140085" y="27742"/>
                  </a:lnTo>
                  <a:lnTo>
                    <a:pt x="139782" y="24800"/>
                  </a:lnTo>
                  <a:lnTo>
                    <a:pt x="142522" y="23020"/>
                  </a:lnTo>
                  <a:lnTo>
                    <a:pt x="144832" y="23336"/>
                  </a:lnTo>
                  <a:lnTo>
                    <a:pt x="144832" y="20697"/>
                  </a:lnTo>
                  <a:lnTo>
                    <a:pt x="145881" y="18967"/>
                  </a:lnTo>
                  <a:lnTo>
                    <a:pt x="148090" y="17855"/>
                  </a:lnTo>
                  <a:lnTo>
                    <a:pt x="148936" y="17855"/>
                  </a:lnTo>
                  <a:lnTo>
                    <a:pt x="147573" y="14067"/>
                  </a:lnTo>
                  <a:lnTo>
                    <a:pt x="144315" y="12868"/>
                  </a:lnTo>
                  <a:lnTo>
                    <a:pt x="144832" y="10784"/>
                  </a:lnTo>
                  <a:lnTo>
                    <a:pt x="144517" y="8751"/>
                  </a:lnTo>
                  <a:lnTo>
                    <a:pt x="144315" y="7577"/>
                  </a:lnTo>
                  <a:lnTo>
                    <a:pt x="146310" y="8613"/>
                  </a:lnTo>
                  <a:lnTo>
                    <a:pt x="147674" y="7565"/>
                  </a:lnTo>
                  <a:lnTo>
                    <a:pt x="148936" y="8398"/>
                  </a:lnTo>
                  <a:lnTo>
                    <a:pt x="149669" y="6188"/>
                  </a:lnTo>
                  <a:lnTo>
                    <a:pt x="148406" y="4509"/>
                  </a:lnTo>
                  <a:lnTo>
                    <a:pt x="147775" y="2084"/>
                  </a:lnTo>
                  <a:lnTo>
                    <a:pt x="144201" y="1567"/>
                  </a:lnTo>
                  <a:lnTo>
                    <a:pt x="144201" y="3031"/>
                  </a:lnTo>
                  <a:lnTo>
                    <a:pt x="142623" y="2981"/>
                  </a:lnTo>
                  <a:lnTo>
                    <a:pt x="141890" y="2084"/>
                  </a:lnTo>
                  <a:lnTo>
                    <a:pt x="134440" y="2084"/>
                  </a:lnTo>
                  <a:lnTo>
                    <a:pt x="131069" y="2400"/>
                  </a:lnTo>
                  <a:lnTo>
                    <a:pt x="133493" y="4774"/>
                  </a:lnTo>
                  <a:lnTo>
                    <a:pt x="130867" y="4799"/>
                  </a:lnTo>
                  <a:lnTo>
                    <a:pt x="130337" y="3499"/>
                  </a:lnTo>
                  <a:lnTo>
                    <a:pt x="127294" y="4837"/>
                  </a:lnTo>
                  <a:lnTo>
                    <a:pt x="124654" y="6504"/>
                  </a:lnTo>
                  <a:lnTo>
                    <a:pt x="123076" y="6504"/>
                  </a:lnTo>
                  <a:lnTo>
                    <a:pt x="122028" y="4294"/>
                  </a:lnTo>
                  <a:lnTo>
                    <a:pt x="119503" y="3928"/>
                  </a:lnTo>
                  <a:lnTo>
                    <a:pt x="117407" y="5115"/>
                  </a:lnTo>
                  <a:lnTo>
                    <a:pt x="114149" y="4016"/>
                  </a:lnTo>
                  <a:lnTo>
                    <a:pt x="112040" y="3158"/>
                  </a:lnTo>
                  <a:lnTo>
                    <a:pt x="107835" y="3461"/>
                  </a:lnTo>
                  <a:lnTo>
                    <a:pt x="106055" y="4610"/>
                  </a:lnTo>
                  <a:lnTo>
                    <a:pt x="107204" y="7767"/>
                  </a:lnTo>
                  <a:lnTo>
                    <a:pt x="104792" y="7767"/>
                  </a:lnTo>
                  <a:lnTo>
                    <a:pt x="103529" y="7653"/>
                  </a:lnTo>
                  <a:lnTo>
                    <a:pt x="101951" y="8448"/>
                  </a:lnTo>
                  <a:lnTo>
                    <a:pt x="102898" y="10153"/>
                  </a:lnTo>
                  <a:lnTo>
                    <a:pt x="100587" y="9484"/>
                  </a:lnTo>
                  <a:lnTo>
                    <a:pt x="99741" y="6529"/>
                  </a:lnTo>
                  <a:lnTo>
                    <a:pt x="97115" y="4319"/>
                  </a:lnTo>
                  <a:lnTo>
                    <a:pt x="93327" y="4837"/>
                  </a:lnTo>
                  <a:lnTo>
                    <a:pt x="94173" y="7577"/>
                  </a:lnTo>
                  <a:lnTo>
                    <a:pt x="91016" y="7463"/>
                  </a:lnTo>
                  <a:lnTo>
                    <a:pt x="89968" y="6100"/>
                  </a:lnTo>
                  <a:lnTo>
                    <a:pt x="87758" y="7249"/>
                  </a:lnTo>
                  <a:lnTo>
                    <a:pt x="86066" y="7779"/>
                  </a:lnTo>
                  <a:lnTo>
                    <a:pt x="83541" y="10822"/>
                  </a:lnTo>
                  <a:lnTo>
                    <a:pt x="83023" y="8827"/>
                  </a:lnTo>
                  <a:lnTo>
                    <a:pt x="85233" y="5468"/>
                  </a:lnTo>
                  <a:lnTo>
                    <a:pt x="84601" y="2312"/>
                  </a:lnTo>
                  <a:lnTo>
                    <a:pt x="8144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3" name="Google Shape;4393;p56"/>
            <p:cNvSpPr/>
            <p:nvPr/>
          </p:nvSpPr>
          <p:spPr>
            <a:xfrm>
              <a:off x="3167575" y="993250"/>
              <a:ext cx="3759100" cy="3349975"/>
            </a:xfrm>
            <a:custGeom>
              <a:avLst/>
              <a:gdLst/>
              <a:ahLst/>
              <a:cxnLst/>
              <a:rect l="l" t="t" r="r" b="b"/>
              <a:pathLst>
                <a:path w="150364" h="133999" extrusionOk="0">
                  <a:moveTo>
                    <a:pt x="81786" y="784"/>
                  </a:moveTo>
                  <a:lnTo>
                    <a:pt x="84653" y="2892"/>
                  </a:lnTo>
                  <a:lnTo>
                    <a:pt x="85234" y="5797"/>
                  </a:lnTo>
                  <a:lnTo>
                    <a:pt x="83024" y="9168"/>
                  </a:lnTo>
                  <a:lnTo>
                    <a:pt x="83731" y="11895"/>
                  </a:lnTo>
                  <a:lnTo>
                    <a:pt x="86597" y="8448"/>
                  </a:lnTo>
                  <a:lnTo>
                    <a:pt x="88239" y="7931"/>
                  </a:lnTo>
                  <a:lnTo>
                    <a:pt x="90209" y="6895"/>
                  </a:lnTo>
                  <a:lnTo>
                    <a:pt x="91193" y="8171"/>
                  </a:lnTo>
                  <a:lnTo>
                    <a:pt x="94931" y="8297"/>
                  </a:lnTo>
                  <a:lnTo>
                    <a:pt x="94931" y="8297"/>
                  </a:lnTo>
                  <a:lnTo>
                    <a:pt x="94072" y="5494"/>
                  </a:lnTo>
                  <a:lnTo>
                    <a:pt x="97355" y="5039"/>
                  </a:lnTo>
                  <a:lnTo>
                    <a:pt x="99805" y="7110"/>
                  </a:lnTo>
                  <a:lnTo>
                    <a:pt x="100664" y="10140"/>
                  </a:lnTo>
                  <a:lnTo>
                    <a:pt x="103871" y="11075"/>
                  </a:lnTo>
                  <a:lnTo>
                    <a:pt x="102722" y="8991"/>
                  </a:lnTo>
                  <a:lnTo>
                    <a:pt x="103922" y="8385"/>
                  </a:lnTo>
                  <a:lnTo>
                    <a:pt x="105121" y="8486"/>
                  </a:lnTo>
                  <a:lnTo>
                    <a:pt x="107987" y="8486"/>
                  </a:lnTo>
                  <a:lnTo>
                    <a:pt x="106763" y="5153"/>
                  </a:lnTo>
                  <a:lnTo>
                    <a:pt x="108265" y="4180"/>
                  </a:lnTo>
                  <a:lnTo>
                    <a:pt x="112319" y="3890"/>
                  </a:lnTo>
                  <a:lnTo>
                    <a:pt x="114377" y="4723"/>
                  </a:lnTo>
                  <a:lnTo>
                    <a:pt x="117761" y="5860"/>
                  </a:lnTo>
                  <a:lnTo>
                    <a:pt x="119895" y="4673"/>
                  </a:lnTo>
                  <a:lnTo>
                    <a:pt x="122142" y="5001"/>
                  </a:lnTo>
                  <a:lnTo>
                    <a:pt x="123216" y="7236"/>
                  </a:lnTo>
                  <a:lnTo>
                    <a:pt x="125084" y="7236"/>
                  </a:lnTo>
                  <a:lnTo>
                    <a:pt x="127749" y="5544"/>
                  </a:lnTo>
                  <a:lnTo>
                    <a:pt x="130489" y="4332"/>
                  </a:lnTo>
                  <a:lnTo>
                    <a:pt x="130981" y="5532"/>
                  </a:lnTo>
                  <a:lnTo>
                    <a:pt x="134580" y="5494"/>
                  </a:lnTo>
                  <a:lnTo>
                    <a:pt x="132105" y="3069"/>
                  </a:lnTo>
                  <a:lnTo>
                    <a:pt x="134769" y="2817"/>
                  </a:lnTo>
                  <a:lnTo>
                    <a:pt x="142080" y="2817"/>
                  </a:lnTo>
                  <a:lnTo>
                    <a:pt x="142813" y="3713"/>
                  </a:lnTo>
                  <a:lnTo>
                    <a:pt x="144858" y="3776"/>
                  </a:lnTo>
                  <a:lnTo>
                    <a:pt x="144858" y="2337"/>
                  </a:lnTo>
                  <a:lnTo>
                    <a:pt x="147864" y="2779"/>
                  </a:lnTo>
                  <a:lnTo>
                    <a:pt x="148432" y="4989"/>
                  </a:lnTo>
                  <a:lnTo>
                    <a:pt x="149657" y="6643"/>
                  </a:lnTo>
                  <a:lnTo>
                    <a:pt x="149101" y="8309"/>
                  </a:lnTo>
                  <a:lnTo>
                    <a:pt x="147990" y="7564"/>
                  </a:lnTo>
                  <a:lnTo>
                    <a:pt x="146601" y="8638"/>
                  </a:lnTo>
                  <a:lnTo>
                    <a:pt x="144214" y="7400"/>
                  </a:lnTo>
                  <a:lnTo>
                    <a:pt x="144846" y="11163"/>
                  </a:lnTo>
                  <a:lnTo>
                    <a:pt x="144278" y="13461"/>
                  </a:lnTo>
                  <a:lnTo>
                    <a:pt x="147662" y="14724"/>
                  </a:lnTo>
                  <a:lnTo>
                    <a:pt x="148823" y="17944"/>
                  </a:lnTo>
                  <a:lnTo>
                    <a:pt x="148356" y="17944"/>
                  </a:lnTo>
                  <a:lnTo>
                    <a:pt x="145995" y="19118"/>
                  </a:lnTo>
                  <a:lnTo>
                    <a:pt x="144846" y="21012"/>
                  </a:lnTo>
                  <a:lnTo>
                    <a:pt x="144846" y="23373"/>
                  </a:lnTo>
                  <a:lnTo>
                    <a:pt x="142775" y="23096"/>
                  </a:lnTo>
                  <a:lnTo>
                    <a:pt x="139770" y="25040"/>
                  </a:lnTo>
                  <a:lnTo>
                    <a:pt x="140111" y="28311"/>
                  </a:lnTo>
                  <a:lnTo>
                    <a:pt x="141992" y="29788"/>
                  </a:lnTo>
                  <a:lnTo>
                    <a:pt x="142257" y="31745"/>
                  </a:lnTo>
                  <a:lnTo>
                    <a:pt x="142396" y="33387"/>
                  </a:lnTo>
                  <a:lnTo>
                    <a:pt x="143154" y="36000"/>
                  </a:lnTo>
                  <a:lnTo>
                    <a:pt x="141727" y="39271"/>
                  </a:lnTo>
                  <a:lnTo>
                    <a:pt x="141702" y="42604"/>
                  </a:lnTo>
                  <a:lnTo>
                    <a:pt x="141070" y="43135"/>
                  </a:lnTo>
                  <a:lnTo>
                    <a:pt x="141070" y="42440"/>
                  </a:lnTo>
                  <a:lnTo>
                    <a:pt x="140060" y="38993"/>
                  </a:lnTo>
                  <a:lnTo>
                    <a:pt x="136651" y="34245"/>
                  </a:lnTo>
                  <a:lnTo>
                    <a:pt x="136651" y="31025"/>
                  </a:lnTo>
                  <a:lnTo>
                    <a:pt x="138078" y="25255"/>
                  </a:lnTo>
                  <a:lnTo>
                    <a:pt x="138797" y="21151"/>
                  </a:lnTo>
                  <a:lnTo>
                    <a:pt x="136663" y="19939"/>
                  </a:lnTo>
                  <a:lnTo>
                    <a:pt x="136663" y="22300"/>
                  </a:lnTo>
                  <a:lnTo>
                    <a:pt x="136158" y="23437"/>
                  </a:lnTo>
                  <a:lnTo>
                    <a:pt x="135578" y="21947"/>
                  </a:lnTo>
                  <a:lnTo>
                    <a:pt x="132244" y="23424"/>
                  </a:lnTo>
                  <a:lnTo>
                    <a:pt x="132244" y="28765"/>
                  </a:lnTo>
                  <a:lnTo>
                    <a:pt x="130312" y="29295"/>
                  </a:lnTo>
                  <a:lnTo>
                    <a:pt x="126890" y="29295"/>
                  </a:lnTo>
                  <a:lnTo>
                    <a:pt x="124504" y="30722"/>
                  </a:lnTo>
                  <a:lnTo>
                    <a:pt x="123645" y="33576"/>
                  </a:lnTo>
                  <a:lnTo>
                    <a:pt x="121435" y="38008"/>
                  </a:lnTo>
                  <a:lnTo>
                    <a:pt x="122685" y="39006"/>
                  </a:lnTo>
                  <a:lnTo>
                    <a:pt x="124163" y="39586"/>
                  </a:lnTo>
                  <a:lnTo>
                    <a:pt x="126297" y="40193"/>
                  </a:lnTo>
                  <a:lnTo>
                    <a:pt x="127862" y="41657"/>
                  </a:lnTo>
                  <a:lnTo>
                    <a:pt x="128582" y="44549"/>
                  </a:lnTo>
                  <a:lnTo>
                    <a:pt x="129706" y="47706"/>
                  </a:lnTo>
                  <a:lnTo>
                    <a:pt x="128178" y="52403"/>
                  </a:lnTo>
                  <a:lnTo>
                    <a:pt x="126461" y="55358"/>
                  </a:lnTo>
                  <a:lnTo>
                    <a:pt x="125274" y="54676"/>
                  </a:lnTo>
                  <a:lnTo>
                    <a:pt x="123733" y="55951"/>
                  </a:lnTo>
                  <a:lnTo>
                    <a:pt x="123620" y="58792"/>
                  </a:lnTo>
                  <a:lnTo>
                    <a:pt x="122067" y="60118"/>
                  </a:lnTo>
                  <a:lnTo>
                    <a:pt x="122673" y="61393"/>
                  </a:lnTo>
                  <a:lnTo>
                    <a:pt x="124314" y="63098"/>
                  </a:lnTo>
                  <a:lnTo>
                    <a:pt x="124807" y="65131"/>
                  </a:lnTo>
                  <a:lnTo>
                    <a:pt x="123342" y="66305"/>
                  </a:lnTo>
                  <a:lnTo>
                    <a:pt x="122786" y="65750"/>
                  </a:lnTo>
                  <a:lnTo>
                    <a:pt x="122786" y="64196"/>
                  </a:lnTo>
                  <a:lnTo>
                    <a:pt x="121801" y="62997"/>
                  </a:lnTo>
                  <a:lnTo>
                    <a:pt x="120854" y="61317"/>
                  </a:lnTo>
                  <a:lnTo>
                    <a:pt x="119465" y="60143"/>
                  </a:lnTo>
                  <a:lnTo>
                    <a:pt x="118241" y="60762"/>
                  </a:lnTo>
                  <a:lnTo>
                    <a:pt x="118241" y="60762"/>
                  </a:lnTo>
                  <a:lnTo>
                    <a:pt x="118645" y="59297"/>
                  </a:lnTo>
                  <a:lnTo>
                    <a:pt x="117079" y="58514"/>
                  </a:lnTo>
                  <a:lnTo>
                    <a:pt x="116132" y="60396"/>
                  </a:lnTo>
                  <a:lnTo>
                    <a:pt x="114112" y="61583"/>
                  </a:lnTo>
                  <a:lnTo>
                    <a:pt x="114970" y="62719"/>
                  </a:lnTo>
                  <a:lnTo>
                    <a:pt x="116056" y="63931"/>
                  </a:lnTo>
                  <a:lnTo>
                    <a:pt x="117622" y="63376"/>
                  </a:lnTo>
                  <a:lnTo>
                    <a:pt x="118607" y="63691"/>
                  </a:lnTo>
                  <a:lnTo>
                    <a:pt x="115968" y="65497"/>
                  </a:lnTo>
                  <a:lnTo>
                    <a:pt x="117597" y="67530"/>
                  </a:lnTo>
                  <a:lnTo>
                    <a:pt x="119011" y="70371"/>
                  </a:lnTo>
                  <a:lnTo>
                    <a:pt x="119011" y="73919"/>
                  </a:lnTo>
                  <a:lnTo>
                    <a:pt x="118266" y="76028"/>
                  </a:lnTo>
                  <a:lnTo>
                    <a:pt x="116574" y="79096"/>
                  </a:lnTo>
                  <a:lnTo>
                    <a:pt x="112824" y="80978"/>
                  </a:lnTo>
                  <a:lnTo>
                    <a:pt x="111245" y="82114"/>
                  </a:lnTo>
                  <a:lnTo>
                    <a:pt x="110740" y="80940"/>
                  </a:lnTo>
                  <a:lnTo>
                    <a:pt x="110462" y="81041"/>
                  </a:lnTo>
                  <a:cubicBezTo>
                    <a:pt x="110159" y="81142"/>
                    <a:pt x="108594" y="81697"/>
                    <a:pt x="108253" y="81912"/>
                  </a:cubicBezTo>
                  <a:cubicBezTo>
                    <a:pt x="107886" y="82165"/>
                    <a:pt x="107634" y="83276"/>
                    <a:pt x="107520" y="83907"/>
                  </a:cubicBezTo>
                  <a:lnTo>
                    <a:pt x="107495" y="84008"/>
                  </a:lnTo>
                  <a:lnTo>
                    <a:pt x="108341" y="85688"/>
                  </a:lnTo>
                  <a:lnTo>
                    <a:pt x="110197" y="87468"/>
                  </a:lnTo>
                  <a:lnTo>
                    <a:pt x="110197" y="90852"/>
                  </a:lnTo>
                  <a:cubicBezTo>
                    <a:pt x="110046" y="91092"/>
                    <a:pt x="109174" y="91824"/>
                    <a:pt x="108379" y="92430"/>
                  </a:cubicBezTo>
                  <a:lnTo>
                    <a:pt x="107760" y="92115"/>
                  </a:lnTo>
                  <a:lnTo>
                    <a:pt x="106093" y="90360"/>
                  </a:lnTo>
                  <a:lnTo>
                    <a:pt x="104161" y="88541"/>
                  </a:lnTo>
                  <a:lnTo>
                    <a:pt x="103164" y="89829"/>
                  </a:lnTo>
                  <a:lnTo>
                    <a:pt x="102823" y="92203"/>
                  </a:lnTo>
                  <a:lnTo>
                    <a:pt x="103492" y="93756"/>
                  </a:lnTo>
                  <a:lnTo>
                    <a:pt x="104679" y="95398"/>
                  </a:lnTo>
                  <a:lnTo>
                    <a:pt x="106321" y="96648"/>
                  </a:lnTo>
                  <a:lnTo>
                    <a:pt x="106611" y="98239"/>
                  </a:lnTo>
                  <a:lnTo>
                    <a:pt x="107028" y="99602"/>
                  </a:lnTo>
                  <a:lnTo>
                    <a:pt x="105689" y="99047"/>
                  </a:lnTo>
                  <a:lnTo>
                    <a:pt x="104313" y="97254"/>
                  </a:lnTo>
                  <a:lnTo>
                    <a:pt x="103290" y="95082"/>
                  </a:lnTo>
                  <a:lnTo>
                    <a:pt x="101371" y="94072"/>
                  </a:lnTo>
                  <a:lnTo>
                    <a:pt x="101371" y="90056"/>
                  </a:lnTo>
                  <a:lnTo>
                    <a:pt x="99351" y="85725"/>
                  </a:lnTo>
                  <a:lnTo>
                    <a:pt x="97583" y="86773"/>
                  </a:lnTo>
                  <a:lnTo>
                    <a:pt x="97583" y="83756"/>
                  </a:lnTo>
                  <a:lnTo>
                    <a:pt x="95739" y="82897"/>
                  </a:lnTo>
                  <a:lnTo>
                    <a:pt x="94944" y="79690"/>
                  </a:lnTo>
                  <a:lnTo>
                    <a:pt x="91774" y="80422"/>
                  </a:lnTo>
                  <a:lnTo>
                    <a:pt x="90423" y="82278"/>
                  </a:lnTo>
                  <a:lnTo>
                    <a:pt x="87431" y="84980"/>
                  </a:lnTo>
                  <a:lnTo>
                    <a:pt x="85372" y="86773"/>
                  </a:lnTo>
                  <a:lnTo>
                    <a:pt x="84324" y="88503"/>
                  </a:lnTo>
                  <a:lnTo>
                    <a:pt x="84324" y="91546"/>
                  </a:lnTo>
                  <a:lnTo>
                    <a:pt x="82961" y="93706"/>
                  </a:lnTo>
                  <a:lnTo>
                    <a:pt x="82620" y="92456"/>
                  </a:lnTo>
                  <a:lnTo>
                    <a:pt x="81142" y="89084"/>
                  </a:lnTo>
                  <a:lnTo>
                    <a:pt x="79791" y="86180"/>
                  </a:lnTo>
                  <a:lnTo>
                    <a:pt x="79160" y="83465"/>
                  </a:lnTo>
                  <a:lnTo>
                    <a:pt x="78377" y="80359"/>
                  </a:lnTo>
                  <a:lnTo>
                    <a:pt x="76837" y="82152"/>
                  </a:lnTo>
                  <a:lnTo>
                    <a:pt x="75890" y="82000"/>
                  </a:lnTo>
                  <a:lnTo>
                    <a:pt x="74602" y="79803"/>
                  </a:lnTo>
                  <a:lnTo>
                    <a:pt x="71773" y="77745"/>
                  </a:lnTo>
                  <a:lnTo>
                    <a:pt x="68326" y="78175"/>
                  </a:lnTo>
                  <a:lnTo>
                    <a:pt x="65687" y="77770"/>
                  </a:lnTo>
                  <a:lnTo>
                    <a:pt x="63957" y="76849"/>
                  </a:lnTo>
                  <a:lnTo>
                    <a:pt x="62113" y="76710"/>
                  </a:lnTo>
                  <a:lnTo>
                    <a:pt x="60118" y="75624"/>
                  </a:lnTo>
                  <a:lnTo>
                    <a:pt x="56999" y="73086"/>
                  </a:lnTo>
                  <a:lnTo>
                    <a:pt x="55737" y="75232"/>
                  </a:lnTo>
                  <a:lnTo>
                    <a:pt x="57782" y="76912"/>
                  </a:lnTo>
                  <a:lnTo>
                    <a:pt x="59108" y="79349"/>
                  </a:lnTo>
                  <a:lnTo>
                    <a:pt x="61419" y="79235"/>
                  </a:lnTo>
                  <a:lnTo>
                    <a:pt x="63717" y="78541"/>
                  </a:lnTo>
                  <a:lnTo>
                    <a:pt x="64954" y="79879"/>
                  </a:lnTo>
                  <a:lnTo>
                    <a:pt x="66394" y="81306"/>
                  </a:lnTo>
                  <a:lnTo>
                    <a:pt x="65636" y="83187"/>
                  </a:lnTo>
                  <a:lnTo>
                    <a:pt x="64538" y="85208"/>
                  </a:lnTo>
                  <a:lnTo>
                    <a:pt x="60775" y="87140"/>
                  </a:lnTo>
                  <a:lnTo>
                    <a:pt x="57025" y="87973"/>
                  </a:lnTo>
                  <a:lnTo>
                    <a:pt x="53805" y="89425"/>
                  </a:lnTo>
                  <a:lnTo>
                    <a:pt x="53388" y="88263"/>
                  </a:lnTo>
                  <a:lnTo>
                    <a:pt x="52100" y="85132"/>
                  </a:lnTo>
                  <a:lnTo>
                    <a:pt x="50105" y="83554"/>
                  </a:lnTo>
                  <a:lnTo>
                    <a:pt x="49297" y="81230"/>
                  </a:lnTo>
                  <a:lnTo>
                    <a:pt x="47782" y="78831"/>
                  </a:lnTo>
                  <a:lnTo>
                    <a:pt x="45117" y="75169"/>
                  </a:lnTo>
                  <a:lnTo>
                    <a:pt x="43387" y="75801"/>
                  </a:lnTo>
                  <a:lnTo>
                    <a:pt x="44284" y="77341"/>
                  </a:lnTo>
                  <a:lnTo>
                    <a:pt x="45332" y="80182"/>
                  </a:lnTo>
                  <a:lnTo>
                    <a:pt x="46203" y="81382"/>
                  </a:lnTo>
                  <a:lnTo>
                    <a:pt x="48325" y="86281"/>
                  </a:lnTo>
                  <a:lnTo>
                    <a:pt x="49726" y="87241"/>
                  </a:lnTo>
                  <a:lnTo>
                    <a:pt x="51772" y="89198"/>
                  </a:lnTo>
                  <a:lnTo>
                    <a:pt x="52264" y="90271"/>
                  </a:lnTo>
                  <a:lnTo>
                    <a:pt x="53009" y="92506"/>
                  </a:lnTo>
                  <a:lnTo>
                    <a:pt x="54550" y="91736"/>
                  </a:lnTo>
                  <a:lnTo>
                    <a:pt x="58287" y="91218"/>
                  </a:lnTo>
                  <a:lnTo>
                    <a:pt x="59525" y="90612"/>
                  </a:lnTo>
                  <a:lnTo>
                    <a:pt x="59904" y="91837"/>
                  </a:lnTo>
                  <a:cubicBezTo>
                    <a:pt x="59664" y="92443"/>
                    <a:pt x="59070" y="93946"/>
                    <a:pt x="59070" y="94362"/>
                  </a:cubicBezTo>
                  <a:cubicBezTo>
                    <a:pt x="59045" y="94615"/>
                    <a:pt x="58338" y="96016"/>
                    <a:pt x="57681" y="97191"/>
                  </a:cubicBezTo>
                  <a:lnTo>
                    <a:pt x="54487" y="99148"/>
                  </a:lnTo>
                  <a:lnTo>
                    <a:pt x="51784" y="102128"/>
                  </a:lnTo>
                  <a:lnTo>
                    <a:pt x="48855" y="104792"/>
                  </a:lnTo>
                  <a:lnTo>
                    <a:pt x="49474" y="106408"/>
                  </a:lnTo>
                  <a:lnTo>
                    <a:pt x="49411" y="108719"/>
                  </a:lnTo>
                  <a:lnTo>
                    <a:pt x="50257" y="110727"/>
                  </a:lnTo>
                  <a:lnTo>
                    <a:pt x="50257" y="113189"/>
                  </a:lnTo>
                  <a:lnTo>
                    <a:pt x="48767" y="115487"/>
                  </a:lnTo>
                  <a:lnTo>
                    <a:pt x="44587" y="118694"/>
                  </a:lnTo>
                  <a:lnTo>
                    <a:pt x="44587" y="120096"/>
                  </a:lnTo>
                  <a:lnTo>
                    <a:pt x="44297" y="123897"/>
                  </a:lnTo>
                  <a:lnTo>
                    <a:pt x="42845" y="123897"/>
                  </a:lnTo>
                  <a:lnTo>
                    <a:pt x="42175" y="126927"/>
                  </a:lnTo>
                  <a:lnTo>
                    <a:pt x="39713" y="129730"/>
                  </a:lnTo>
                  <a:lnTo>
                    <a:pt x="38084" y="131536"/>
                  </a:lnTo>
                  <a:lnTo>
                    <a:pt x="35647" y="133367"/>
                  </a:lnTo>
                  <a:lnTo>
                    <a:pt x="31404" y="133367"/>
                  </a:lnTo>
                  <a:lnTo>
                    <a:pt x="29776" y="130842"/>
                  </a:lnTo>
                  <a:lnTo>
                    <a:pt x="29371" y="128581"/>
                  </a:lnTo>
                  <a:lnTo>
                    <a:pt x="28210" y="126334"/>
                  </a:lnTo>
                  <a:lnTo>
                    <a:pt x="26278" y="123796"/>
                  </a:lnTo>
                  <a:lnTo>
                    <a:pt x="26278" y="120222"/>
                  </a:lnTo>
                  <a:lnTo>
                    <a:pt x="24384" y="117495"/>
                  </a:lnTo>
                  <a:lnTo>
                    <a:pt x="24384" y="115285"/>
                  </a:lnTo>
                  <a:lnTo>
                    <a:pt x="26278" y="112659"/>
                  </a:lnTo>
                  <a:lnTo>
                    <a:pt x="26278" y="109654"/>
                  </a:lnTo>
                  <a:lnTo>
                    <a:pt x="25672" y="106509"/>
                  </a:lnTo>
                  <a:lnTo>
                    <a:pt x="23563" y="103340"/>
                  </a:lnTo>
                  <a:lnTo>
                    <a:pt x="23992" y="99262"/>
                  </a:lnTo>
                  <a:lnTo>
                    <a:pt x="22679" y="97140"/>
                  </a:lnTo>
                  <a:lnTo>
                    <a:pt x="19838" y="97279"/>
                  </a:lnTo>
                  <a:lnTo>
                    <a:pt x="18916" y="95701"/>
                  </a:lnTo>
                  <a:lnTo>
                    <a:pt x="16353" y="95410"/>
                  </a:lnTo>
                  <a:lnTo>
                    <a:pt x="13600" y="96787"/>
                  </a:lnTo>
                  <a:lnTo>
                    <a:pt x="11113" y="96787"/>
                  </a:lnTo>
                  <a:lnTo>
                    <a:pt x="8486" y="97090"/>
                  </a:lnTo>
                  <a:lnTo>
                    <a:pt x="5570" y="95385"/>
                  </a:lnTo>
                  <a:lnTo>
                    <a:pt x="1453" y="91067"/>
                  </a:lnTo>
                  <a:lnTo>
                    <a:pt x="645" y="87746"/>
                  </a:lnTo>
                  <a:lnTo>
                    <a:pt x="1175" y="84905"/>
                  </a:lnTo>
                  <a:lnTo>
                    <a:pt x="658" y="82518"/>
                  </a:lnTo>
                  <a:lnTo>
                    <a:pt x="1642" y="80132"/>
                  </a:lnTo>
                  <a:lnTo>
                    <a:pt x="4029" y="76306"/>
                  </a:lnTo>
                  <a:lnTo>
                    <a:pt x="6681" y="74386"/>
                  </a:lnTo>
                  <a:lnTo>
                    <a:pt x="7325" y="72353"/>
                  </a:lnTo>
                  <a:lnTo>
                    <a:pt x="9055" y="70523"/>
                  </a:lnTo>
                  <a:lnTo>
                    <a:pt x="10683" y="68894"/>
                  </a:lnTo>
                  <a:lnTo>
                    <a:pt x="11870" y="69487"/>
                  </a:lnTo>
                  <a:lnTo>
                    <a:pt x="16328" y="67858"/>
                  </a:lnTo>
                  <a:lnTo>
                    <a:pt x="20457" y="67871"/>
                  </a:lnTo>
                  <a:lnTo>
                    <a:pt x="22490" y="67543"/>
                  </a:lnTo>
                  <a:lnTo>
                    <a:pt x="23639" y="67795"/>
                  </a:lnTo>
                  <a:lnTo>
                    <a:pt x="24005" y="70560"/>
                  </a:lnTo>
                  <a:lnTo>
                    <a:pt x="26619" y="71116"/>
                  </a:lnTo>
                  <a:lnTo>
                    <a:pt x="29334" y="73338"/>
                  </a:lnTo>
                  <a:lnTo>
                    <a:pt x="31152" y="71747"/>
                  </a:lnTo>
                  <a:lnTo>
                    <a:pt x="32894" y="71457"/>
                  </a:lnTo>
                  <a:lnTo>
                    <a:pt x="38349" y="73035"/>
                  </a:lnTo>
                  <a:lnTo>
                    <a:pt x="41784" y="72505"/>
                  </a:lnTo>
                  <a:lnTo>
                    <a:pt x="44739" y="71154"/>
                  </a:lnTo>
                  <a:lnTo>
                    <a:pt x="45648" y="67719"/>
                  </a:lnTo>
                  <a:lnTo>
                    <a:pt x="44461" y="65989"/>
                  </a:lnTo>
                  <a:lnTo>
                    <a:pt x="41910" y="67442"/>
                  </a:lnTo>
                  <a:lnTo>
                    <a:pt x="39347" y="66785"/>
                  </a:lnTo>
                  <a:lnTo>
                    <a:pt x="37819" y="65762"/>
                  </a:lnTo>
                  <a:lnTo>
                    <a:pt x="38715" y="63590"/>
                  </a:lnTo>
                  <a:lnTo>
                    <a:pt x="40067" y="62820"/>
                  </a:lnTo>
                  <a:lnTo>
                    <a:pt x="42466" y="62227"/>
                  </a:lnTo>
                  <a:lnTo>
                    <a:pt x="45610" y="63073"/>
                  </a:lnTo>
                  <a:lnTo>
                    <a:pt x="50244" y="62075"/>
                  </a:lnTo>
                  <a:lnTo>
                    <a:pt x="47946" y="60345"/>
                  </a:lnTo>
                  <a:lnTo>
                    <a:pt x="45458" y="57782"/>
                  </a:lnTo>
                  <a:lnTo>
                    <a:pt x="46304" y="55206"/>
                  </a:lnTo>
                  <a:lnTo>
                    <a:pt x="43501" y="56999"/>
                  </a:lnTo>
                  <a:lnTo>
                    <a:pt x="43602" y="58312"/>
                  </a:lnTo>
                  <a:lnTo>
                    <a:pt x="42289" y="58312"/>
                  </a:lnTo>
                  <a:lnTo>
                    <a:pt x="41632" y="55938"/>
                  </a:lnTo>
                  <a:lnTo>
                    <a:pt x="39511" y="56469"/>
                  </a:lnTo>
                  <a:lnTo>
                    <a:pt x="37832" y="60042"/>
                  </a:lnTo>
                  <a:lnTo>
                    <a:pt x="37933" y="62265"/>
                  </a:lnTo>
                  <a:lnTo>
                    <a:pt x="36632" y="62530"/>
                  </a:lnTo>
                  <a:lnTo>
                    <a:pt x="35167" y="62757"/>
                  </a:lnTo>
                  <a:lnTo>
                    <a:pt x="33639" y="64398"/>
                  </a:lnTo>
                  <a:lnTo>
                    <a:pt x="34776" y="65750"/>
                  </a:lnTo>
                  <a:lnTo>
                    <a:pt x="33829" y="66659"/>
                  </a:lnTo>
                  <a:lnTo>
                    <a:pt x="32427" y="65585"/>
                  </a:lnTo>
                  <a:lnTo>
                    <a:pt x="30988" y="61886"/>
                  </a:lnTo>
                  <a:lnTo>
                    <a:pt x="28033" y="58893"/>
                  </a:lnTo>
                  <a:lnTo>
                    <a:pt x="25242" y="56974"/>
                  </a:lnTo>
                  <a:lnTo>
                    <a:pt x="24636" y="59146"/>
                  </a:lnTo>
                  <a:lnTo>
                    <a:pt x="27136" y="61595"/>
                  </a:lnTo>
                  <a:lnTo>
                    <a:pt x="29712" y="63085"/>
                  </a:lnTo>
                  <a:lnTo>
                    <a:pt x="29574" y="63401"/>
                  </a:lnTo>
                  <a:lnTo>
                    <a:pt x="28172" y="62921"/>
                  </a:lnTo>
                  <a:lnTo>
                    <a:pt x="28172" y="64967"/>
                  </a:lnTo>
                  <a:lnTo>
                    <a:pt x="27541" y="65333"/>
                  </a:lnTo>
                  <a:lnTo>
                    <a:pt x="27541" y="64537"/>
                  </a:lnTo>
                  <a:lnTo>
                    <a:pt x="26720" y="63148"/>
                  </a:lnTo>
                  <a:lnTo>
                    <a:pt x="25255" y="61785"/>
                  </a:lnTo>
                  <a:lnTo>
                    <a:pt x="23273" y="59575"/>
                  </a:lnTo>
                  <a:lnTo>
                    <a:pt x="21467" y="59575"/>
                  </a:lnTo>
                  <a:lnTo>
                    <a:pt x="20141" y="60295"/>
                  </a:lnTo>
                  <a:lnTo>
                    <a:pt x="17515" y="59600"/>
                  </a:lnTo>
                  <a:lnTo>
                    <a:pt x="17174" y="61557"/>
                  </a:lnTo>
                  <a:lnTo>
                    <a:pt x="16277" y="61949"/>
                  </a:lnTo>
                  <a:lnTo>
                    <a:pt x="15179" y="63919"/>
                  </a:lnTo>
                  <a:lnTo>
                    <a:pt x="13386" y="66507"/>
                  </a:lnTo>
                  <a:lnTo>
                    <a:pt x="11391" y="66406"/>
                  </a:lnTo>
                  <a:lnTo>
                    <a:pt x="10065" y="67176"/>
                  </a:lnTo>
                  <a:lnTo>
                    <a:pt x="9143" y="66381"/>
                  </a:lnTo>
                  <a:lnTo>
                    <a:pt x="6719" y="65649"/>
                  </a:lnTo>
                  <a:lnTo>
                    <a:pt x="6719" y="60610"/>
                  </a:lnTo>
                  <a:lnTo>
                    <a:pt x="8827" y="59499"/>
                  </a:lnTo>
                  <a:lnTo>
                    <a:pt x="12413" y="59954"/>
                  </a:lnTo>
                  <a:lnTo>
                    <a:pt x="14156" y="58148"/>
                  </a:lnTo>
                  <a:lnTo>
                    <a:pt x="13070" y="55825"/>
                  </a:lnTo>
                  <a:lnTo>
                    <a:pt x="12110" y="55320"/>
                  </a:lnTo>
                  <a:lnTo>
                    <a:pt x="13045" y="55168"/>
                  </a:lnTo>
                  <a:lnTo>
                    <a:pt x="14749" y="55168"/>
                  </a:lnTo>
                  <a:lnTo>
                    <a:pt x="16694" y="53186"/>
                  </a:lnTo>
                  <a:lnTo>
                    <a:pt x="17616" y="49840"/>
                  </a:lnTo>
                  <a:lnTo>
                    <a:pt x="20381" y="48691"/>
                  </a:lnTo>
                  <a:lnTo>
                    <a:pt x="20608" y="45913"/>
                  </a:lnTo>
                  <a:lnTo>
                    <a:pt x="21568" y="44764"/>
                  </a:lnTo>
                  <a:lnTo>
                    <a:pt x="22250" y="45559"/>
                  </a:lnTo>
                  <a:lnTo>
                    <a:pt x="21442" y="48211"/>
                  </a:lnTo>
                  <a:lnTo>
                    <a:pt x="25924" y="48211"/>
                  </a:lnTo>
                  <a:lnTo>
                    <a:pt x="29788" y="47504"/>
                  </a:lnTo>
                  <a:lnTo>
                    <a:pt x="30558" y="44915"/>
                  </a:lnTo>
                  <a:lnTo>
                    <a:pt x="31733" y="43539"/>
                  </a:lnTo>
                  <a:lnTo>
                    <a:pt x="32023" y="41910"/>
                  </a:lnTo>
                  <a:lnTo>
                    <a:pt x="34687" y="41821"/>
                  </a:lnTo>
                  <a:lnTo>
                    <a:pt x="37390" y="40129"/>
                  </a:lnTo>
                  <a:lnTo>
                    <a:pt x="35369" y="38841"/>
                  </a:lnTo>
                  <a:lnTo>
                    <a:pt x="32768" y="39599"/>
                  </a:lnTo>
                  <a:lnTo>
                    <a:pt x="31253" y="39422"/>
                  </a:lnTo>
                  <a:lnTo>
                    <a:pt x="30205" y="36303"/>
                  </a:lnTo>
                  <a:lnTo>
                    <a:pt x="33147" y="32604"/>
                  </a:lnTo>
                  <a:lnTo>
                    <a:pt x="31202" y="31215"/>
                  </a:lnTo>
                  <a:lnTo>
                    <a:pt x="29586" y="32591"/>
                  </a:lnTo>
                  <a:lnTo>
                    <a:pt x="28955" y="34372"/>
                  </a:lnTo>
                  <a:lnTo>
                    <a:pt x="27136" y="35874"/>
                  </a:lnTo>
                  <a:lnTo>
                    <a:pt x="26897" y="38425"/>
                  </a:lnTo>
                  <a:lnTo>
                    <a:pt x="28462" y="40723"/>
                  </a:lnTo>
                  <a:cubicBezTo>
                    <a:pt x="28361" y="41241"/>
                    <a:pt x="28071" y="42667"/>
                    <a:pt x="28071" y="42933"/>
                  </a:cubicBezTo>
                  <a:cubicBezTo>
                    <a:pt x="28008" y="43147"/>
                    <a:pt x="27288" y="44233"/>
                    <a:pt x="26619" y="45155"/>
                  </a:cubicBezTo>
                  <a:lnTo>
                    <a:pt x="24131" y="44902"/>
                  </a:lnTo>
                  <a:lnTo>
                    <a:pt x="24308" y="43640"/>
                  </a:lnTo>
                  <a:lnTo>
                    <a:pt x="22553" y="40622"/>
                  </a:lnTo>
                  <a:lnTo>
                    <a:pt x="21076" y="42465"/>
                  </a:lnTo>
                  <a:lnTo>
                    <a:pt x="19687" y="42718"/>
                  </a:lnTo>
                  <a:lnTo>
                    <a:pt x="18740" y="39321"/>
                  </a:lnTo>
                  <a:lnTo>
                    <a:pt x="19510" y="37680"/>
                  </a:lnTo>
                  <a:lnTo>
                    <a:pt x="21985" y="35205"/>
                  </a:lnTo>
                  <a:lnTo>
                    <a:pt x="23386" y="32326"/>
                  </a:lnTo>
                  <a:lnTo>
                    <a:pt x="25874" y="28790"/>
                  </a:lnTo>
                  <a:lnTo>
                    <a:pt x="29712" y="24750"/>
                  </a:lnTo>
                  <a:lnTo>
                    <a:pt x="33021" y="23639"/>
                  </a:lnTo>
                  <a:lnTo>
                    <a:pt x="35294" y="24232"/>
                  </a:lnTo>
                  <a:lnTo>
                    <a:pt x="38008" y="25381"/>
                  </a:lnTo>
                  <a:lnTo>
                    <a:pt x="41481" y="27212"/>
                  </a:lnTo>
                  <a:lnTo>
                    <a:pt x="42188" y="29068"/>
                  </a:lnTo>
                  <a:lnTo>
                    <a:pt x="41039" y="29813"/>
                  </a:lnTo>
                  <a:lnTo>
                    <a:pt x="36556" y="28942"/>
                  </a:lnTo>
                  <a:lnTo>
                    <a:pt x="39284" y="30975"/>
                  </a:lnTo>
                  <a:lnTo>
                    <a:pt x="40976" y="34245"/>
                  </a:lnTo>
                  <a:lnTo>
                    <a:pt x="41910" y="32781"/>
                  </a:lnTo>
                  <a:lnTo>
                    <a:pt x="44436" y="32907"/>
                  </a:lnTo>
                  <a:lnTo>
                    <a:pt x="43135" y="30886"/>
                  </a:lnTo>
                  <a:lnTo>
                    <a:pt x="45181" y="29712"/>
                  </a:lnTo>
                  <a:lnTo>
                    <a:pt x="45471" y="27237"/>
                  </a:lnTo>
                  <a:lnTo>
                    <a:pt x="46191" y="27528"/>
                  </a:lnTo>
                  <a:lnTo>
                    <a:pt x="46809" y="30634"/>
                  </a:lnTo>
                  <a:lnTo>
                    <a:pt x="49082" y="27982"/>
                  </a:lnTo>
                  <a:lnTo>
                    <a:pt x="52971" y="25924"/>
                  </a:lnTo>
                  <a:lnTo>
                    <a:pt x="56330" y="25217"/>
                  </a:lnTo>
                  <a:lnTo>
                    <a:pt x="55648" y="23815"/>
                  </a:lnTo>
                  <a:lnTo>
                    <a:pt x="55863" y="23159"/>
                  </a:lnTo>
                  <a:lnTo>
                    <a:pt x="58224" y="23714"/>
                  </a:lnTo>
                  <a:lnTo>
                    <a:pt x="61596" y="25406"/>
                  </a:lnTo>
                  <a:lnTo>
                    <a:pt x="61596" y="23171"/>
                  </a:lnTo>
                  <a:lnTo>
                    <a:pt x="59449" y="21277"/>
                  </a:lnTo>
                  <a:lnTo>
                    <a:pt x="59500" y="18828"/>
                  </a:lnTo>
                  <a:lnTo>
                    <a:pt x="60245" y="15532"/>
                  </a:lnTo>
                  <a:lnTo>
                    <a:pt x="61457" y="15987"/>
                  </a:lnTo>
                  <a:lnTo>
                    <a:pt x="62252" y="17944"/>
                  </a:lnTo>
                  <a:lnTo>
                    <a:pt x="63300" y="20899"/>
                  </a:lnTo>
                  <a:lnTo>
                    <a:pt x="64614" y="24333"/>
                  </a:lnTo>
                  <a:lnTo>
                    <a:pt x="63464" y="26530"/>
                  </a:lnTo>
                  <a:lnTo>
                    <a:pt x="65813" y="27364"/>
                  </a:lnTo>
                  <a:lnTo>
                    <a:pt x="67114" y="25659"/>
                  </a:lnTo>
                  <a:lnTo>
                    <a:pt x="66470" y="24270"/>
                  </a:lnTo>
                  <a:cubicBezTo>
                    <a:pt x="67215" y="24106"/>
                    <a:pt x="67947" y="23879"/>
                    <a:pt x="68667" y="23601"/>
                  </a:cubicBezTo>
                  <a:lnTo>
                    <a:pt x="69134" y="23386"/>
                  </a:lnTo>
                  <a:lnTo>
                    <a:pt x="67530" y="22060"/>
                  </a:lnTo>
                  <a:lnTo>
                    <a:pt x="65952" y="21770"/>
                  </a:lnTo>
                  <a:lnTo>
                    <a:pt x="64715" y="17982"/>
                  </a:lnTo>
                  <a:lnTo>
                    <a:pt x="65864" y="17211"/>
                  </a:lnTo>
                  <a:lnTo>
                    <a:pt x="66407" y="15696"/>
                  </a:lnTo>
                  <a:lnTo>
                    <a:pt x="69071" y="17275"/>
                  </a:lnTo>
                  <a:lnTo>
                    <a:pt x="70750" y="16252"/>
                  </a:lnTo>
                  <a:lnTo>
                    <a:pt x="68313" y="14964"/>
                  </a:lnTo>
                  <a:lnTo>
                    <a:pt x="67152" y="13726"/>
                  </a:lnTo>
                  <a:lnTo>
                    <a:pt x="70321" y="11946"/>
                  </a:lnTo>
                  <a:lnTo>
                    <a:pt x="69033" y="10683"/>
                  </a:lnTo>
                  <a:lnTo>
                    <a:pt x="70460" y="7943"/>
                  </a:lnTo>
                  <a:lnTo>
                    <a:pt x="73743" y="5481"/>
                  </a:lnTo>
                  <a:lnTo>
                    <a:pt x="74501" y="2968"/>
                  </a:lnTo>
                  <a:lnTo>
                    <a:pt x="75624" y="1554"/>
                  </a:lnTo>
                  <a:lnTo>
                    <a:pt x="77468" y="1554"/>
                  </a:lnTo>
                  <a:lnTo>
                    <a:pt x="78554" y="4206"/>
                  </a:lnTo>
                  <a:lnTo>
                    <a:pt x="80019" y="2097"/>
                  </a:lnTo>
                  <a:lnTo>
                    <a:pt x="81786" y="784"/>
                  </a:lnTo>
                  <a:close/>
                  <a:moveTo>
                    <a:pt x="81786" y="1"/>
                  </a:moveTo>
                  <a:lnTo>
                    <a:pt x="79614" y="1605"/>
                  </a:lnTo>
                  <a:lnTo>
                    <a:pt x="78705" y="2880"/>
                  </a:lnTo>
                  <a:lnTo>
                    <a:pt x="77910" y="910"/>
                  </a:lnTo>
                  <a:lnTo>
                    <a:pt x="75334" y="910"/>
                  </a:lnTo>
                  <a:lnTo>
                    <a:pt x="73983" y="2615"/>
                  </a:lnTo>
                  <a:lnTo>
                    <a:pt x="73213" y="5090"/>
                  </a:lnTo>
                  <a:lnTo>
                    <a:pt x="70043" y="7476"/>
                  </a:lnTo>
                  <a:lnTo>
                    <a:pt x="68263" y="10784"/>
                  </a:lnTo>
                  <a:lnTo>
                    <a:pt x="69286" y="11794"/>
                  </a:lnTo>
                  <a:lnTo>
                    <a:pt x="66154" y="13562"/>
                  </a:lnTo>
                  <a:lnTo>
                    <a:pt x="67897" y="15431"/>
                  </a:lnTo>
                  <a:lnTo>
                    <a:pt x="69475" y="16277"/>
                  </a:lnTo>
                  <a:lnTo>
                    <a:pt x="69071" y="16517"/>
                  </a:lnTo>
                  <a:lnTo>
                    <a:pt x="66066" y="14737"/>
                  </a:lnTo>
                  <a:lnTo>
                    <a:pt x="65346" y="16795"/>
                  </a:lnTo>
                  <a:lnTo>
                    <a:pt x="63970" y="17704"/>
                  </a:lnTo>
                  <a:lnTo>
                    <a:pt x="65472" y="22313"/>
                  </a:lnTo>
                  <a:lnTo>
                    <a:pt x="67253" y="22654"/>
                  </a:lnTo>
                  <a:lnTo>
                    <a:pt x="67934" y="23209"/>
                  </a:lnTo>
                  <a:cubicBezTo>
                    <a:pt x="67290" y="23411"/>
                    <a:pt x="66634" y="23588"/>
                    <a:pt x="65965" y="23727"/>
                  </a:cubicBezTo>
                  <a:lnTo>
                    <a:pt x="65573" y="23803"/>
                  </a:lnTo>
                  <a:lnTo>
                    <a:pt x="66394" y="25571"/>
                  </a:lnTo>
                  <a:lnTo>
                    <a:pt x="65611" y="26606"/>
                  </a:lnTo>
                  <a:lnTo>
                    <a:pt x="64386" y="26177"/>
                  </a:lnTo>
                  <a:lnTo>
                    <a:pt x="65333" y="24371"/>
                  </a:lnTo>
                  <a:lnTo>
                    <a:pt x="63906" y="20671"/>
                  </a:lnTo>
                  <a:lnTo>
                    <a:pt x="62858" y="17717"/>
                  </a:lnTo>
                  <a:lnTo>
                    <a:pt x="61962" y="15482"/>
                  </a:lnTo>
                  <a:lnTo>
                    <a:pt x="59815" y="14686"/>
                  </a:lnTo>
                  <a:lnTo>
                    <a:pt x="58894" y="18714"/>
                  </a:lnTo>
                  <a:lnTo>
                    <a:pt x="58830" y="21555"/>
                  </a:lnTo>
                  <a:lnTo>
                    <a:pt x="60990" y="23449"/>
                  </a:lnTo>
                  <a:lnTo>
                    <a:pt x="60990" y="24371"/>
                  </a:lnTo>
                  <a:lnTo>
                    <a:pt x="58502" y="23121"/>
                  </a:lnTo>
                  <a:lnTo>
                    <a:pt x="55459" y="22401"/>
                  </a:lnTo>
                  <a:lnTo>
                    <a:pt x="54992" y="23853"/>
                  </a:lnTo>
                  <a:lnTo>
                    <a:pt x="55434" y="24762"/>
                  </a:lnTo>
                  <a:lnTo>
                    <a:pt x="52807" y="25305"/>
                  </a:lnTo>
                  <a:lnTo>
                    <a:pt x="48729" y="27439"/>
                  </a:lnTo>
                  <a:lnTo>
                    <a:pt x="47176" y="29232"/>
                  </a:lnTo>
                  <a:lnTo>
                    <a:pt x="46746" y="27073"/>
                  </a:lnTo>
                  <a:lnTo>
                    <a:pt x="44941" y="26316"/>
                  </a:lnTo>
                  <a:lnTo>
                    <a:pt x="44600" y="29321"/>
                  </a:lnTo>
                  <a:lnTo>
                    <a:pt x="42238" y="30672"/>
                  </a:lnTo>
                  <a:lnTo>
                    <a:pt x="43249" y="32212"/>
                  </a:lnTo>
                  <a:lnTo>
                    <a:pt x="41582" y="32137"/>
                  </a:lnTo>
                  <a:lnTo>
                    <a:pt x="41039" y="32983"/>
                  </a:lnTo>
                  <a:lnTo>
                    <a:pt x="39814" y="30634"/>
                  </a:lnTo>
                  <a:lnTo>
                    <a:pt x="39145" y="30078"/>
                  </a:lnTo>
                  <a:lnTo>
                    <a:pt x="41178" y="30482"/>
                  </a:lnTo>
                  <a:lnTo>
                    <a:pt x="42971" y="29321"/>
                  </a:lnTo>
                  <a:lnTo>
                    <a:pt x="41999" y="26770"/>
                  </a:lnTo>
                  <a:lnTo>
                    <a:pt x="38299" y="24813"/>
                  </a:lnTo>
                  <a:lnTo>
                    <a:pt x="35496" y="23639"/>
                  </a:lnTo>
                  <a:lnTo>
                    <a:pt x="32983" y="22982"/>
                  </a:lnTo>
                  <a:lnTo>
                    <a:pt x="29359" y="24194"/>
                  </a:lnTo>
                  <a:lnTo>
                    <a:pt x="25381" y="28386"/>
                  </a:lnTo>
                  <a:lnTo>
                    <a:pt x="22831" y="32010"/>
                  </a:lnTo>
                  <a:lnTo>
                    <a:pt x="21492" y="34801"/>
                  </a:lnTo>
                  <a:lnTo>
                    <a:pt x="19005" y="37276"/>
                  </a:lnTo>
                  <a:lnTo>
                    <a:pt x="18058" y="39258"/>
                  </a:lnTo>
                  <a:lnTo>
                    <a:pt x="19219" y="43438"/>
                  </a:lnTo>
                  <a:lnTo>
                    <a:pt x="21404" y="43046"/>
                  </a:lnTo>
                  <a:lnTo>
                    <a:pt x="22452" y="41733"/>
                  </a:lnTo>
                  <a:lnTo>
                    <a:pt x="23639" y="43766"/>
                  </a:lnTo>
                  <a:lnTo>
                    <a:pt x="23399" y="45458"/>
                  </a:lnTo>
                  <a:lnTo>
                    <a:pt x="26909" y="45824"/>
                  </a:lnTo>
                  <a:lnTo>
                    <a:pt x="27010" y="45673"/>
                  </a:lnTo>
                  <a:cubicBezTo>
                    <a:pt x="28702" y="43387"/>
                    <a:pt x="28702" y="43072"/>
                    <a:pt x="28702" y="42970"/>
                  </a:cubicBezTo>
                  <a:cubicBezTo>
                    <a:pt x="28702" y="42794"/>
                    <a:pt x="28904" y="41683"/>
                    <a:pt x="29106" y="40723"/>
                  </a:cubicBezTo>
                  <a:lnTo>
                    <a:pt x="29144" y="40597"/>
                  </a:lnTo>
                  <a:lnTo>
                    <a:pt x="27566" y="38261"/>
                  </a:lnTo>
                  <a:lnTo>
                    <a:pt x="27743" y="36190"/>
                  </a:lnTo>
                  <a:lnTo>
                    <a:pt x="29498" y="34750"/>
                  </a:lnTo>
                  <a:lnTo>
                    <a:pt x="30129" y="32957"/>
                  </a:lnTo>
                  <a:lnTo>
                    <a:pt x="31240" y="32010"/>
                  </a:lnTo>
                  <a:lnTo>
                    <a:pt x="32238" y="32730"/>
                  </a:lnTo>
                  <a:lnTo>
                    <a:pt x="29510" y="36177"/>
                  </a:lnTo>
                  <a:lnTo>
                    <a:pt x="30773" y="39991"/>
                  </a:lnTo>
                  <a:lnTo>
                    <a:pt x="32831" y="40243"/>
                  </a:lnTo>
                  <a:lnTo>
                    <a:pt x="35281" y="39523"/>
                  </a:lnTo>
                  <a:lnTo>
                    <a:pt x="36203" y="40129"/>
                  </a:lnTo>
                  <a:lnTo>
                    <a:pt x="34498" y="41190"/>
                  </a:lnTo>
                  <a:lnTo>
                    <a:pt x="31493" y="41291"/>
                  </a:lnTo>
                  <a:lnTo>
                    <a:pt x="31139" y="43248"/>
                  </a:lnTo>
                  <a:lnTo>
                    <a:pt x="30041" y="44549"/>
                  </a:lnTo>
                  <a:lnTo>
                    <a:pt x="29296" y="46948"/>
                  </a:lnTo>
                  <a:lnTo>
                    <a:pt x="25861" y="47592"/>
                  </a:lnTo>
                  <a:lnTo>
                    <a:pt x="22288" y="47592"/>
                  </a:lnTo>
                  <a:lnTo>
                    <a:pt x="22957" y="45420"/>
                  </a:lnTo>
                  <a:lnTo>
                    <a:pt x="21543" y="43804"/>
                  </a:lnTo>
                  <a:lnTo>
                    <a:pt x="19990" y="45660"/>
                  </a:lnTo>
                  <a:lnTo>
                    <a:pt x="19775" y="48261"/>
                  </a:lnTo>
                  <a:lnTo>
                    <a:pt x="17085" y="49385"/>
                  </a:lnTo>
                  <a:lnTo>
                    <a:pt x="16113" y="52857"/>
                  </a:lnTo>
                  <a:lnTo>
                    <a:pt x="14484" y="54524"/>
                  </a:lnTo>
                  <a:lnTo>
                    <a:pt x="12982" y="54524"/>
                  </a:lnTo>
                  <a:lnTo>
                    <a:pt x="10178" y="55004"/>
                  </a:lnTo>
                  <a:lnTo>
                    <a:pt x="12590" y="56279"/>
                  </a:lnTo>
                  <a:lnTo>
                    <a:pt x="13398" y="58022"/>
                  </a:lnTo>
                  <a:lnTo>
                    <a:pt x="12186" y="59285"/>
                  </a:lnTo>
                  <a:lnTo>
                    <a:pt x="8714" y="58855"/>
                  </a:lnTo>
                  <a:lnTo>
                    <a:pt x="6100" y="60232"/>
                  </a:lnTo>
                  <a:lnTo>
                    <a:pt x="6100" y="66116"/>
                  </a:lnTo>
                  <a:lnTo>
                    <a:pt x="8777" y="66899"/>
                  </a:lnTo>
                  <a:lnTo>
                    <a:pt x="10002" y="67947"/>
                  </a:lnTo>
                  <a:lnTo>
                    <a:pt x="11555" y="67038"/>
                  </a:lnTo>
                  <a:lnTo>
                    <a:pt x="13714" y="67151"/>
                  </a:lnTo>
                  <a:lnTo>
                    <a:pt x="15709" y="64247"/>
                  </a:lnTo>
                  <a:lnTo>
                    <a:pt x="16719" y="62441"/>
                  </a:lnTo>
                  <a:lnTo>
                    <a:pt x="17729" y="61999"/>
                  </a:lnTo>
                  <a:lnTo>
                    <a:pt x="18020" y="60383"/>
                  </a:lnTo>
                  <a:lnTo>
                    <a:pt x="20229" y="60964"/>
                  </a:lnTo>
                  <a:lnTo>
                    <a:pt x="21631" y="60194"/>
                  </a:lnTo>
                  <a:lnTo>
                    <a:pt x="22982" y="60194"/>
                  </a:lnTo>
                  <a:lnTo>
                    <a:pt x="24800" y="62227"/>
                  </a:lnTo>
                  <a:lnTo>
                    <a:pt x="26202" y="63502"/>
                  </a:lnTo>
                  <a:lnTo>
                    <a:pt x="26909" y="64702"/>
                  </a:lnTo>
                  <a:lnTo>
                    <a:pt x="26909" y="66444"/>
                  </a:lnTo>
                  <a:lnTo>
                    <a:pt x="28803" y="65333"/>
                  </a:lnTo>
                  <a:lnTo>
                    <a:pt x="28803" y="63805"/>
                  </a:lnTo>
                  <a:lnTo>
                    <a:pt x="29927" y="64171"/>
                  </a:lnTo>
                  <a:lnTo>
                    <a:pt x="30521" y="62807"/>
                  </a:lnTo>
                  <a:lnTo>
                    <a:pt x="27553" y="61115"/>
                  </a:lnTo>
                  <a:lnTo>
                    <a:pt x="25343" y="58956"/>
                  </a:lnTo>
                  <a:lnTo>
                    <a:pt x="25609" y="57997"/>
                  </a:lnTo>
                  <a:lnTo>
                    <a:pt x="27629" y="59386"/>
                  </a:lnTo>
                  <a:lnTo>
                    <a:pt x="30432" y="62176"/>
                  </a:lnTo>
                  <a:lnTo>
                    <a:pt x="31910" y="65977"/>
                  </a:lnTo>
                  <a:lnTo>
                    <a:pt x="33879" y="67492"/>
                  </a:lnTo>
                  <a:lnTo>
                    <a:pt x="35660" y="65800"/>
                  </a:lnTo>
                  <a:lnTo>
                    <a:pt x="34498" y="64424"/>
                  </a:lnTo>
                  <a:lnTo>
                    <a:pt x="35496" y="63338"/>
                  </a:lnTo>
                  <a:lnTo>
                    <a:pt x="36758" y="63148"/>
                  </a:lnTo>
                  <a:lnTo>
                    <a:pt x="38602" y="62782"/>
                  </a:lnTo>
                  <a:lnTo>
                    <a:pt x="38488" y="60168"/>
                  </a:lnTo>
                  <a:lnTo>
                    <a:pt x="39966" y="57012"/>
                  </a:lnTo>
                  <a:lnTo>
                    <a:pt x="41203" y="56696"/>
                  </a:lnTo>
                  <a:lnTo>
                    <a:pt x="41809" y="58944"/>
                  </a:lnTo>
                  <a:lnTo>
                    <a:pt x="44284" y="58944"/>
                  </a:lnTo>
                  <a:lnTo>
                    <a:pt x="44158" y="57315"/>
                  </a:lnTo>
                  <a:lnTo>
                    <a:pt x="45155" y="56683"/>
                  </a:lnTo>
                  <a:lnTo>
                    <a:pt x="44739" y="57946"/>
                  </a:lnTo>
                  <a:lnTo>
                    <a:pt x="47529" y="60812"/>
                  </a:lnTo>
                  <a:lnTo>
                    <a:pt x="48767" y="61747"/>
                  </a:lnTo>
                  <a:lnTo>
                    <a:pt x="45635" y="62416"/>
                  </a:lnTo>
                  <a:lnTo>
                    <a:pt x="42478" y="61570"/>
                  </a:lnTo>
                  <a:lnTo>
                    <a:pt x="39877" y="62214"/>
                  </a:lnTo>
                  <a:lnTo>
                    <a:pt x="38223" y="63136"/>
                  </a:lnTo>
                  <a:lnTo>
                    <a:pt x="37036" y="66002"/>
                  </a:lnTo>
                  <a:lnTo>
                    <a:pt x="39044" y="67341"/>
                  </a:lnTo>
                  <a:lnTo>
                    <a:pt x="41999" y="68111"/>
                  </a:lnTo>
                  <a:lnTo>
                    <a:pt x="44284" y="66823"/>
                  </a:lnTo>
                  <a:lnTo>
                    <a:pt x="44979" y="67833"/>
                  </a:lnTo>
                  <a:lnTo>
                    <a:pt x="44208" y="70712"/>
                  </a:lnTo>
                  <a:lnTo>
                    <a:pt x="41658" y="71886"/>
                  </a:lnTo>
                  <a:lnTo>
                    <a:pt x="38400" y="72391"/>
                  </a:lnTo>
                  <a:lnTo>
                    <a:pt x="32932" y="70813"/>
                  </a:lnTo>
                  <a:lnTo>
                    <a:pt x="30887" y="71154"/>
                  </a:lnTo>
                  <a:lnTo>
                    <a:pt x="29334" y="72518"/>
                  </a:lnTo>
                  <a:lnTo>
                    <a:pt x="26922" y="70535"/>
                  </a:lnTo>
                  <a:lnTo>
                    <a:pt x="24586" y="70030"/>
                  </a:lnTo>
                  <a:lnTo>
                    <a:pt x="24207" y="67277"/>
                  </a:lnTo>
                  <a:lnTo>
                    <a:pt x="22515" y="66899"/>
                  </a:lnTo>
                  <a:lnTo>
                    <a:pt x="20406" y="67252"/>
                  </a:lnTo>
                  <a:lnTo>
                    <a:pt x="16227" y="67227"/>
                  </a:lnTo>
                  <a:lnTo>
                    <a:pt x="11908" y="68805"/>
                  </a:lnTo>
                  <a:lnTo>
                    <a:pt x="10570" y="68136"/>
                  </a:lnTo>
                  <a:lnTo>
                    <a:pt x="8613" y="70081"/>
                  </a:lnTo>
                  <a:lnTo>
                    <a:pt x="6782" y="72025"/>
                  </a:lnTo>
                  <a:lnTo>
                    <a:pt x="6163" y="73995"/>
                  </a:lnTo>
                  <a:lnTo>
                    <a:pt x="3612" y="75826"/>
                  </a:lnTo>
                  <a:lnTo>
                    <a:pt x="1087" y="79854"/>
                  </a:lnTo>
                  <a:lnTo>
                    <a:pt x="1" y="82468"/>
                  </a:lnTo>
                  <a:lnTo>
                    <a:pt x="531" y="84917"/>
                  </a:lnTo>
                  <a:lnTo>
                    <a:pt x="14" y="87758"/>
                  </a:lnTo>
                  <a:lnTo>
                    <a:pt x="885" y="91382"/>
                  </a:lnTo>
                  <a:lnTo>
                    <a:pt x="5140" y="95852"/>
                  </a:lnTo>
                  <a:lnTo>
                    <a:pt x="8347" y="97746"/>
                  </a:lnTo>
                  <a:lnTo>
                    <a:pt x="11151" y="97418"/>
                  </a:lnTo>
                  <a:lnTo>
                    <a:pt x="13752" y="97418"/>
                  </a:lnTo>
                  <a:lnTo>
                    <a:pt x="16467" y="96054"/>
                  </a:lnTo>
                  <a:lnTo>
                    <a:pt x="18525" y="96294"/>
                  </a:lnTo>
                  <a:lnTo>
                    <a:pt x="19497" y="97923"/>
                  </a:lnTo>
                  <a:lnTo>
                    <a:pt x="22338" y="97784"/>
                  </a:lnTo>
                  <a:lnTo>
                    <a:pt x="23336" y="99400"/>
                  </a:lnTo>
                  <a:lnTo>
                    <a:pt x="22906" y="103492"/>
                  </a:lnTo>
                  <a:lnTo>
                    <a:pt x="25066" y="106686"/>
                  </a:lnTo>
                  <a:lnTo>
                    <a:pt x="25659" y="109717"/>
                  </a:lnTo>
                  <a:lnTo>
                    <a:pt x="25659" y="112457"/>
                  </a:lnTo>
                  <a:lnTo>
                    <a:pt x="23765" y="115083"/>
                  </a:lnTo>
                  <a:lnTo>
                    <a:pt x="23765" y="117697"/>
                  </a:lnTo>
                  <a:lnTo>
                    <a:pt x="25659" y="120437"/>
                  </a:lnTo>
                  <a:lnTo>
                    <a:pt x="25659" y="124010"/>
                  </a:lnTo>
                  <a:lnTo>
                    <a:pt x="27692" y="126675"/>
                  </a:lnTo>
                  <a:lnTo>
                    <a:pt x="28778" y="128733"/>
                  </a:lnTo>
                  <a:lnTo>
                    <a:pt x="29157" y="130993"/>
                  </a:lnTo>
                  <a:lnTo>
                    <a:pt x="31051" y="133998"/>
                  </a:lnTo>
                  <a:lnTo>
                    <a:pt x="35849" y="133998"/>
                  </a:lnTo>
                  <a:lnTo>
                    <a:pt x="38501" y="132003"/>
                  </a:lnTo>
                  <a:lnTo>
                    <a:pt x="40193" y="130160"/>
                  </a:lnTo>
                  <a:lnTo>
                    <a:pt x="42769" y="127243"/>
                  </a:lnTo>
                  <a:lnTo>
                    <a:pt x="43362" y="124541"/>
                  </a:lnTo>
                  <a:lnTo>
                    <a:pt x="44865" y="124541"/>
                  </a:lnTo>
                  <a:lnTo>
                    <a:pt x="45206" y="120121"/>
                  </a:lnTo>
                  <a:lnTo>
                    <a:pt x="45206" y="119010"/>
                  </a:lnTo>
                  <a:lnTo>
                    <a:pt x="49183" y="115954"/>
                  </a:lnTo>
                  <a:lnTo>
                    <a:pt x="50888" y="113379"/>
                  </a:lnTo>
                  <a:lnTo>
                    <a:pt x="50888" y="110651"/>
                  </a:lnTo>
                  <a:lnTo>
                    <a:pt x="50042" y="108606"/>
                  </a:lnTo>
                  <a:lnTo>
                    <a:pt x="50092" y="106295"/>
                  </a:lnTo>
                  <a:lnTo>
                    <a:pt x="49600" y="104969"/>
                  </a:lnTo>
                  <a:lnTo>
                    <a:pt x="52239" y="102570"/>
                  </a:lnTo>
                  <a:lnTo>
                    <a:pt x="54853" y="99653"/>
                  </a:lnTo>
                  <a:lnTo>
                    <a:pt x="58149" y="97645"/>
                  </a:lnTo>
                  <a:lnTo>
                    <a:pt x="58186" y="97570"/>
                  </a:lnTo>
                  <a:cubicBezTo>
                    <a:pt x="58641" y="96761"/>
                    <a:pt x="59702" y="94817"/>
                    <a:pt x="59702" y="94362"/>
                  </a:cubicBezTo>
                  <a:cubicBezTo>
                    <a:pt x="59702" y="94148"/>
                    <a:pt x="60131" y="92948"/>
                    <a:pt x="60522" y="91963"/>
                  </a:cubicBezTo>
                  <a:lnTo>
                    <a:pt x="60573" y="91862"/>
                  </a:lnTo>
                  <a:lnTo>
                    <a:pt x="59904" y="89716"/>
                  </a:lnTo>
                  <a:lnTo>
                    <a:pt x="58149" y="90587"/>
                  </a:lnTo>
                  <a:lnTo>
                    <a:pt x="54411" y="91117"/>
                  </a:lnTo>
                  <a:lnTo>
                    <a:pt x="53375" y="91610"/>
                  </a:lnTo>
                  <a:lnTo>
                    <a:pt x="52858" y="90031"/>
                  </a:lnTo>
                  <a:lnTo>
                    <a:pt x="52327" y="88870"/>
                  </a:lnTo>
                  <a:lnTo>
                    <a:pt x="50118" y="86748"/>
                  </a:lnTo>
                  <a:lnTo>
                    <a:pt x="48830" y="85852"/>
                  </a:lnTo>
                  <a:lnTo>
                    <a:pt x="46772" y="81104"/>
                  </a:lnTo>
                  <a:lnTo>
                    <a:pt x="45913" y="79917"/>
                  </a:lnTo>
                  <a:lnTo>
                    <a:pt x="44852" y="77076"/>
                  </a:lnTo>
                  <a:lnTo>
                    <a:pt x="44309" y="76142"/>
                  </a:lnTo>
                  <a:lnTo>
                    <a:pt x="44890" y="75927"/>
                  </a:lnTo>
                  <a:lnTo>
                    <a:pt x="47264" y="79185"/>
                  </a:lnTo>
                  <a:lnTo>
                    <a:pt x="48716" y="81470"/>
                  </a:lnTo>
                  <a:lnTo>
                    <a:pt x="49562" y="83945"/>
                  </a:lnTo>
                  <a:lnTo>
                    <a:pt x="51570" y="85523"/>
                  </a:lnTo>
                  <a:lnTo>
                    <a:pt x="52795" y="88478"/>
                  </a:lnTo>
                  <a:lnTo>
                    <a:pt x="53439" y="90271"/>
                  </a:lnTo>
                  <a:lnTo>
                    <a:pt x="57189" y="88579"/>
                  </a:lnTo>
                  <a:lnTo>
                    <a:pt x="60939" y="87746"/>
                  </a:lnTo>
                  <a:lnTo>
                    <a:pt x="65005" y="85675"/>
                  </a:lnTo>
                  <a:lnTo>
                    <a:pt x="66230" y="83453"/>
                  </a:lnTo>
                  <a:lnTo>
                    <a:pt x="67139" y="81154"/>
                  </a:lnTo>
                  <a:lnTo>
                    <a:pt x="65422" y="79437"/>
                  </a:lnTo>
                  <a:lnTo>
                    <a:pt x="63932" y="77821"/>
                  </a:lnTo>
                  <a:lnTo>
                    <a:pt x="61356" y="78616"/>
                  </a:lnTo>
                  <a:lnTo>
                    <a:pt x="59487" y="78705"/>
                  </a:lnTo>
                  <a:lnTo>
                    <a:pt x="58325" y="76571"/>
                  </a:lnTo>
                  <a:lnTo>
                    <a:pt x="56570" y="75094"/>
                  </a:lnTo>
                  <a:lnTo>
                    <a:pt x="57189" y="74045"/>
                  </a:lnTo>
                  <a:lnTo>
                    <a:pt x="59790" y="76154"/>
                  </a:lnTo>
                  <a:lnTo>
                    <a:pt x="61886" y="77303"/>
                  </a:lnTo>
                  <a:lnTo>
                    <a:pt x="63742" y="77442"/>
                  </a:lnTo>
                  <a:lnTo>
                    <a:pt x="65472" y="78364"/>
                  </a:lnTo>
                  <a:lnTo>
                    <a:pt x="68351" y="78818"/>
                  </a:lnTo>
                  <a:lnTo>
                    <a:pt x="71634" y="78414"/>
                  </a:lnTo>
                  <a:lnTo>
                    <a:pt x="74109" y="80195"/>
                  </a:lnTo>
                  <a:lnTo>
                    <a:pt x="75511" y="82569"/>
                  </a:lnTo>
                  <a:lnTo>
                    <a:pt x="77089" y="82834"/>
                  </a:lnTo>
                  <a:lnTo>
                    <a:pt x="78074" y="81697"/>
                  </a:lnTo>
                  <a:lnTo>
                    <a:pt x="78541" y="83617"/>
                  </a:lnTo>
                  <a:lnTo>
                    <a:pt x="79173" y="86357"/>
                  </a:lnTo>
                  <a:lnTo>
                    <a:pt x="80562" y="89349"/>
                  </a:lnTo>
                  <a:lnTo>
                    <a:pt x="82014" y="92670"/>
                  </a:lnTo>
                  <a:lnTo>
                    <a:pt x="82721" y="95246"/>
                  </a:lnTo>
                  <a:lnTo>
                    <a:pt x="84930" y="91723"/>
                  </a:lnTo>
                  <a:lnTo>
                    <a:pt x="84930" y="88668"/>
                  </a:lnTo>
                  <a:lnTo>
                    <a:pt x="85802" y="87215"/>
                  </a:lnTo>
                  <a:lnTo>
                    <a:pt x="87822" y="85460"/>
                  </a:lnTo>
                  <a:lnTo>
                    <a:pt x="90840" y="82720"/>
                  </a:lnTo>
                  <a:lnTo>
                    <a:pt x="92115" y="80990"/>
                  </a:lnTo>
                  <a:lnTo>
                    <a:pt x="94451" y="80447"/>
                  </a:lnTo>
                  <a:lnTo>
                    <a:pt x="95158" y="83339"/>
                  </a:lnTo>
                  <a:lnTo>
                    <a:pt x="96914" y="84160"/>
                  </a:lnTo>
                  <a:lnTo>
                    <a:pt x="96914" y="87885"/>
                  </a:lnTo>
                  <a:lnTo>
                    <a:pt x="99035" y="86622"/>
                  </a:lnTo>
                  <a:lnTo>
                    <a:pt x="100702" y="90132"/>
                  </a:lnTo>
                  <a:lnTo>
                    <a:pt x="100702" y="94451"/>
                  </a:lnTo>
                  <a:lnTo>
                    <a:pt x="102772" y="95549"/>
                  </a:lnTo>
                  <a:lnTo>
                    <a:pt x="103720" y="97557"/>
                  </a:lnTo>
                  <a:lnTo>
                    <a:pt x="105247" y="99565"/>
                  </a:lnTo>
                  <a:lnTo>
                    <a:pt x="107975" y="100701"/>
                  </a:lnTo>
                  <a:lnTo>
                    <a:pt x="107192" y="98100"/>
                  </a:lnTo>
                  <a:lnTo>
                    <a:pt x="106864" y="96294"/>
                  </a:lnTo>
                  <a:lnTo>
                    <a:pt x="105121" y="94994"/>
                  </a:lnTo>
                  <a:lnTo>
                    <a:pt x="104023" y="93478"/>
                  </a:lnTo>
                  <a:lnTo>
                    <a:pt x="103442" y="92127"/>
                  </a:lnTo>
                  <a:lnTo>
                    <a:pt x="103732" y="90082"/>
                  </a:lnTo>
                  <a:lnTo>
                    <a:pt x="104212" y="89476"/>
                  </a:lnTo>
                  <a:lnTo>
                    <a:pt x="105626" y="90801"/>
                  </a:lnTo>
                  <a:lnTo>
                    <a:pt x="107306" y="92595"/>
                  </a:lnTo>
                  <a:lnTo>
                    <a:pt x="108417" y="93163"/>
                  </a:lnTo>
                  <a:lnTo>
                    <a:pt x="108568" y="93049"/>
                  </a:lnTo>
                  <a:cubicBezTo>
                    <a:pt x="110803" y="91382"/>
                    <a:pt x="110803" y="91041"/>
                    <a:pt x="110803" y="90902"/>
                  </a:cubicBezTo>
                  <a:lnTo>
                    <a:pt x="110803" y="87203"/>
                  </a:lnTo>
                  <a:lnTo>
                    <a:pt x="108846" y="85359"/>
                  </a:lnTo>
                  <a:lnTo>
                    <a:pt x="108139" y="83932"/>
                  </a:lnTo>
                  <a:cubicBezTo>
                    <a:pt x="108265" y="83238"/>
                    <a:pt x="108480" y="82556"/>
                    <a:pt x="108581" y="82455"/>
                  </a:cubicBezTo>
                  <a:cubicBezTo>
                    <a:pt x="108758" y="82341"/>
                    <a:pt x="109654" y="82000"/>
                    <a:pt x="110374" y="81748"/>
                  </a:cubicBezTo>
                  <a:lnTo>
                    <a:pt x="110967" y="83099"/>
                  </a:lnTo>
                  <a:lnTo>
                    <a:pt x="113139" y="81521"/>
                  </a:lnTo>
                  <a:lnTo>
                    <a:pt x="117016" y="79589"/>
                  </a:lnTo>
                  <a:lnTo>
                    <a:pt x="118821" y="76293"/>
                  </a:lnTo>
                  <a:lnTo>
                    <a:pt x="119604" y="74083"/>
                  </a:lnTo>
                  <a:lnTo>
                    <a:pt x="119630" y="70232"/>
                  </a:lnTo>
                  <a:lnTo>
                    <a:pt x="118140" y="67227"/>
                  </a:lnTo>
                  <a:lnTo>
                    <a:pt x="116890" y="65649"/>
                  </a:lnTo>
                  <a:lnTo>
                    <a:pt x="118809" y="64348"/>
                  </a:lnTo>
                  <a:lnTo>
                    <a:pt x="119958" y="63451"/>
                  </a:lnTo>
                  <a:lnTo>
                    <a:pt x="117622" y="62719"/>
                  </a:lnTo>
                  <a:lnTo>
                    <a:pt x="116258" y="63212"/>
                  </a:lnTo>
                  <a:lnTo>
                    <a:pt x="115475" y="62340"/>
                  </a:lnTo>
                  <a:lnTo>
                    <a:pt x="115059" y="61772"/>
                  </a:lnTo>
                  <a:lnTo>
                    <a:pt x="116624" y="60863"/>
                  </a:lnTo>
                  <a:lnTo>
                    <a:pt x="117369" y="59373"/>
                  </a:lnTo>
                  <a:lnTo>
                    <a:pt x="117900" y="59638"/>
                  </a:lnTo>
                  <a:lnTo>
                    <a:pt x="117256" y="61974"/>
                  </a:lnTo>
                  <a:lnTo>
                    <a:pt x="119390" y="60901"/>
                  </a:lnTo>
                  <a:lnTo>
                    <a:pt x="120337" y="61684"/>
                  </a:lnTo>
                  <a:lnTo>
                    <a:pt x="121284" y="63350"/>
                  </a:lnTo>
                  <a:lnTo>
                    <a:pt x="122168" y="64424"/>
                  </a:lnTo>
                  <a:lnTo>
                    <a:pt x="122168" y="66015"/>
                  </a:lnTo>
                  <a:lnTo>
                    <a:pt x="123291" y="67151"/>
                  </a:lnTo>
                  <a:lnTo>
                    <a:pt x="125501" y="65383"/>
                  </a:lnTo>
                  <a:lnTo>
                    <a:pt x="124882" y="62782"/>
                  </a:lnTo>
                  <a:lnTo>
                    <a:pt x="123216" y="61078"/>
                  </a:lnTo>
                  <a:lnTo>
                    <a:pt x="122837" y="60295"/>
                  </a:lnTo>
                  <a:lnTo>
                    <a:pt x="124238" y="59095"/>
                  </a:lnTo>
                  <a:lnTo>
                    <a:pt x="124352" y="56254"/>
                  </a:lnTo>
                  <a:lnTo>
                    <a:pt x="125337" y="55433"/>
                  </a:lnTo>
                  <a:lnTo>
                    <a:pt x="126688" y="56229"/>
                  </a:lnTo>
                  <a:lnTo>
                    <a:pt x="128734" y="52693"/>
                  </a:lnTo>
                  <a:lnTo>
                    <a:pt x="130363" y="47693"/>
                  </a:lnTo>
                  <a:lnTo>
                    <a:pt x="129176" y="44359"/>
                  </a:lnTo>
                  <a:lnTo>
                    <a:pt x="128418" y="41329"/>
                  </a:lnTo>
                  <a:lnTo>
                    <a:pt x="126625" y="39650"/>
                  </a:lnTo>
                  <a:lnTo>
                    <a:pt x="124365" y="39006"/>
                  </a:lnTo>
                  <a:lnTo>
                    <a:pt x="123039" y="38501"/>
                  </a:lnTo>
                  <a:lnTo>
                    <a:pt x="122231" y="37844"/>
                  </a:lnTo>
                  <a:lnTo>
                    <a:pt x="124238" y="33816"/>
                  </a:lnTo>
                  <a:lnTo>
                    <a:pt x="125047" y="31152"/>
                  </a:lnTo>
                  <a:lnTo>
                    <a:pt x="127067" y="29939"/>
                  </a:lnTo>
                  <a:lnTo>
                    <a:pt x="130350" y="29939"/>
                  </a:lnTo>
                  <a:lnTo>
                    <a:pt x="135009" y="28677"/>
                  </a:lnTo>
                  <a:lnTo>
                    <a:pt x="132875" y="28677"/>
                  </a:lnTo>
                  <a:lnTo>
                    <a:pt x="132875" y="23841"/>
                  </a:lnTo>
                  <a:lnTo>
                    <a:pt x="135224" y="22793"/>
                  </a:lnTo>
                  <a:lnTo>
                    <a:pt x="136108" y="25091"/>
                  </a:lnTo>
                  <a:lnTo>
                    <a:pt x="137257" y="22490"/>
                  </a:lnTo>
                  <a:lnTo>
                    <a:pt x="137282" y="21025"/>
                  </a:lnTo>
                  <a:lnTo>
                    <a:pt x="138090" y="21479"/>
                  </a:lnTo>
                  <a:lnTo>
                    <a:pt x="137446" y="25129"/>
                  </a:lnTo>
                  <a:lnTo>
                    <a:pt x="136032" y="30912"/>
                  </a:lnTo>
                  <a:lnTo>
                    <a:pt x="136019" y="34447"/>
                  </a:lnTo>
                  <a:lnTo>
                    <a:pt x="139467" y="39220"/>
                  </a:lnTo>
                  <a:lnTo>
                    <a:pt x="140452" y="42491"/>
                  </a:lnTo>
                  <a:lnTo>
                    <a:pt x="140452" y="44486"/>
                  </a:lnTo>
                  <a:lnTo>
                    <a:pt x="142346" y="42907"/>
                  </a:lnTo>
                  <a:lnTo>
                    <a:pt x="142346" y="39460"/>
                  </a:lnTo>
                  <a:lnTo>
                    <a:pt x="143836" y="36051"/>
                  </a:lnTo>
                  <a:lnTo>
                    <a:pt x="143028" y="33273"/>
                  </a:lnTo>
                  <a:lnTo>
                    <a:pt x="142901" y="31682"/>
                  </a:lnTo>
                  <a:lnTo>
                    <a:pt x="142598" y="29447"/>
                  </a:lnTo>
                  <a:lnTo>
                    <a:pt x="140742" y="27982"/>
                  </a:lnTo>
                  <a:lnTo>
                    <a:pt x="140464" y="25356"/>
                  </a:lnTo>
                  <a:lnTo>
                    <a:pt x="142939" y="23740"/>
                  </a:lnTo>
                  <a:lnTo>
                    <a:pt x="145502" y="24093"/>
                  </a:lnTo>
                  <a:lnTo>
                    <a:pt x="145502" y="21189"/>
                  </a:lnTo>
                  <a:lnTo>
                    <a:pt x="146462" y="19611"/>
                  </a:lnTo>
                  <a:lnTo>
                    <a:pt x="148508" y="18588"/>
                  </a:lnTo>
                  <a:lnTo>
                    <a:pt x="149732" y="18588"/>
                  </a:lnTo>
                  <a:lnTo>
                    <a:pt x="148141" y="14231"/>
                  </a:lnTo>
                  <a:lnTo>
                    <a:pt x="145010" y="13070"/>
                  </a:lnTo>
                  <a:lnTo>
                    <a:pt x="145490" y="11214"/>
                  </a:lnTo>
                  <a:lnTo>
                    <a:pt x="145161" y="9105"/>
                  </a:lnTo>
                  <a:lnTo>
                    <a:pt x="145060" y="8562"/>
                  </a:lnTo>
                  <a:lnTo>
                    <a:pt x="146664" y="9395"/>
                  </a:lnTo>
                  <a:lnTo>
                    <a:pt x="148015" y="8360"/>
                  </a:lnTo>
                  <a:lnTo>
                    <a:pt x="149442" y="9307"/>
                  </a:lnTo>
                  <a:lnTo>
                    <a:pt x="150364" y="6542"/>
                  </a:lnTo>
                  <a:lnTo>
                    <a:pt x="149038" y="4774"/>
                  </a:lnTo>
                  <a:lnTo>
                    <a:pt x="148369" y="2223"/>
                  </a:lnTo>
                  <a:lnTo>
                    <a:pt x="144227" y="1605"/>
                  </a:lnTo>
                  <a:lnTo>
                    <a:pt x="144227" y="3120"/>
                  </a:lnTo>
                  <a:lnTo>
                    <a:pt x="143116" y="3082"/>
                  </a:lnTo>
                  <a:lnTo>
                    <a:pt x="142384" y="2185"/>
                  </a:lnTo>
                  <a:lnTo>
                    <a:pt x="134744" y="2185"/>
                  </a:lnTo>
                  <a:lnTo>
                    <a:pt x="130704" y="2564"/>
                  </a:lnTo>
                  <a:lnTo>
                    <a:pt x="133065" y="4875"/>
                  </a:lnTo>
                  <a:lnTo>
                    <a:pt x="131411" y="4888"/>
                  </a:lnTo>
                  <a:lnTo>
                    <a:pt x="130842" y="3486"/>
                  </a:lnTo>
                  <a:lnTo>
                    <a:pt x="127458" y="4989"/>
                  </a:lnTo>
                  <a:lnTo>
                    <a:pt x="124908" y="6605"/>
                  </a:lnTo>
                  <a:lnTo>
                    <a:pt x="123620" y="6605"/>
                  </a:lnTo>
                  <a:lnTo>
                    <a:pt x="122584" y="4420"/>
                  </a:lnTo>
                  <a:lnTo>
                    <a:pt x="119781" y="4016"/>
                  </a:lnTo>
                  <a:lnTo>
                    <a:pt x="117710" y="5178"/>
                  </a:lnTo>
                  <a:lnTo>
                    <a:pt x="114604" y="4143"/>
                  </a:lnTo>
                  <a:lnTo>
                    <a:pt x="112432" y="3259"/>
                  </a:lnTo>
                  <a:lnTo>
                    <a:pt x="108076" y="3574"/>
                  </a:lnTo>
                  <a:lnTo>
                    <a:pt x="106005" y="4900"/>
                  </a:lnTo>
                  <a:lnTo>
                    <a:pt x="107091" y="7842"/>
                  </a:lnTo>
                  <a:lnTo>
                    <a:pt x="105146" y="7842"/>
                  </a:lnTo>
                  <a:lnTo>
                    <a:pt x="103795" y="7729"/>
                  </a:lnTo>
                  <a:lnTo>
                    <a:pt x="101851" y="8714"/>
                  </a:lnTo>
                  <a:lnTo>
                    <a:pt x="102583" y="10039"/>
                  </a:lnTo>
                  <a:lnTo>
                    <a:pt x="102583" y="10039"/>
                  </a:lnTo>
                  <a:lnTo>
                    <a:pt x="101169" y="9623"/>
                  </a:lnTo>
                  <a:lnTo>
                    <a:pt x="100348" y="6744"/>
                  </a:lnTo>
                  <a:lnTo>
                    <a:pt x="97545" y="4370"/>
                  </a:lnTo>
                  <a:lnTo>
                    <a:pt x="93252" y="4963"/>
                  </a:lnTo>
                  <a:lnTo>
                    <a:pt x="94072" y="7628"/>
                  </a:lnTo>
                  <a:lnTo>
                    <a:pt x="91509" y="7539"/>
                  </a:lnTo>
                  <a:lnTo>
                    <a:pt x="90385" y="6074"/>
                  </a:lnTo>
                  <a:lnTo>
                    <a:pt x="87999" y="7337"/>
                  </a:lnTo>
                  <a:lnTo>
                    <a:pt x="86231" y="7893"/>
                  </a:lnTo>
                  <a:lnTo>
                    <a:pt x="84034" y="10544"/>
                  </a:lnTo>
                  <a:lnTo>
                    <a:pt x="83706" y="9282"/>
                  </a:lnTo>
                  <a:lnTo>
                    <a:pt x="85915" y="5923"/>
                  </a:lnTo>
                  <a:lnTo>
                    <a:pt x="85234" y="2526"/>
                  </a:lnTo>
                  <a:lnTo>
                    <a:pt x="8178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4" name="Google Shape;4394;p56"/>
            <p:cNvSpPr/>
            <p:nvPr/>
          </p:nvSpPr>
          <p:spPr>
            <a:xfrm>
              <a:off x="4467225" y="3815075"/>
              <a:ext cx="177425" cy="289800"/>
            </a:xfrm>
            <a:custGeom>
              <a:avLst/>
              <a:gdLst/>
              <a:ahLst/>
              <a:cxnLst/>
              <a:rect l="l" t="t" r="r" b="b"/>
              <a:pathLst>
                <a:path w="7097" h="11592" extrusionOk="0">
                  <a:moveTo>
                    <a:pt x="5683" y="0"/>
                  </a:moveTo>
                  <a:lnTo>
                    <a:pt x="4572" y="1339"/>
                  </a:lnTo>
                  <a:lnTo>
                    <a:pt x="2602" y="2513"/>
                  </a:lnTo>
                  <a:lnTo>
                    <a:pt x="1023" y="3271"/>
                  </a:lnTo>
                  <a:lnTo>
                    <a:pt x="1415" y="5809"/>
                  </a:lnTo>
                  <a:lnTo>
                    <a:pt x="1023" y="7362"/>
                  </a:lnTo>
                  <a:lnTo>
                    <a:pt x="1" y="8524"/>
                  </a:lnTo>
                  <a:lnTo>
                    <a:pt x="556" y="10809"/>
                  </a:lnTo>
                  <a:lnTo>
                    <a:pt x="2134" y="11592"/>
                  </a:lnTo>
                  <a:lnTo>
                    <a:pt x="3864" y="9849"/>
                  </a:lnTo>
                  <a:lnTo>
                    <a:pt x="5203" y="6541"/>
                  </a:lnTo>
                  <a:lnTo>
                    <a:pt x="6226" y="3384"/>
                  </a:lnTo>
                  <a:lnTo>
                    <a:pt x="7097" y="1655"/>
                  </a:lnTo>
                  <a:lnTo>
                    <a:pt x="615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5" name="Google Shape;4395;p56"/>
            <p:cNvSpPr/>
            <p:nvPr/>
          </p:nvSpPr>
          <p:spPr>
            <a:xfrm>
              <a:off x="4458375" y="3806875"/>
              <a:ext cx="194800" cy="307475"/>
            </a:xfrm>
            <a:custGeom>
              <a:avLst/>
              <a:gdLst/>
              <a:ahLst/>
              <a:cxnLst/>
              <a:rect l="l" t="t" r="r" b="b"/>
              <a:pathLst>
                <a:path w="7792" h="12299" extrusionOk="0">
                  <a:moveTo>
                    <a:pt x="6327" y="644"/>
                  </a:moveTo>
                  <a:lnTo>
                    <a:pt x="7097" y="1995"/>
                  </a:lnTo>
                  <a:lnTo>
                    <a:pt x="6277" y="3611"/>
                  </a:lnTo>
                  <a:lnTo>
                    <a:pt x="5266" y="6756"/>
                  </a:lnTo>
                  <a:lnTo>
                    <a:pt x="3953" y="10001"/>
                  </a:lnTo>
                  <a:lnTo>
                    <a:pt x="2413" y="11529"/>
                  </a:lnTo>
                  <a:lnTo>
                    <a:pt x="1175" y="10910"/>
                  </a:lnTo>
                  <a:lnTo>
                    <a:pt x="695" y="8940"/>
                  </a:lnTo>
                  <a:lnTo>
                    <a:pt x="1668" y="7829"/>
                  </a:lnTo>
                  <a:lnTo>
                    <a:pt x="2097" y="6149"/>
                  </a:lnTo>
                  <a:lnTo>
                    <a:pt x="1731" y="3776"/>
                  </a:lnTo>
                  <a:lnTo>
                    <a:pt x="3120" y="3119"/>
                  </a:lnTo>
                  <a:lnTo>
                    <a:pt x="5090" y="1932"/>
                  </a:lnTo>
                  <a:lnTo>
                    <a:pt x="6176" y="644"/>
                  </a:lnTo>
                  <a:close/>
                  <a:moveTo>
                    <a:pt x="5873" y="0"/>
                  </a:moveTo>
                  <a:lnTo>
                    <a:pt x="4711" y="1427"/>
                  </a:lnTo>
                  <a:lnTo>
                    <a:pt x="2817" y="2563"/>
                  </a:lnTo>
                  <a:lnTo>
                    <a:pt x="1024" y="3409"/>
                  </a:lnTo>
                  <a:lnTo>
                    <a:pt x="1440" y="6124"/>
                  </a:lnTo>
                  <a:lnTo>
                    <a:pt x="1087" y="7538"/>
                  </a:lnTo>
                  <a:lnTo>
                    <a:pt x="1" y="8776"/>
                  </a:lnTo>
                  <a:lnTo>
                    <a:pt x="632" y="11352"/>
                  </a:lnTo>
                  <a:lnTo>
                    <a:pt x="2552" y="12299"/>
                  </a:lnTo>
                  <a:lnTo>
                    <a:pt x="4420" y="10405"/>
                  </a:lnTo>
                  <a:lnTo>
                    <a:pt x="5847" y="6958"/>
                  </a:lnTo>
                  <a:lnTo>
                    <a:pt x="6845" y="3851"/>
                  </a:lnTo>
                  <a:lnTo>
                    <a:pt x="7792" y="1970"/>
                  </a:lnTo>
                  <a:lnTo>
                    <a:pt x="668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6" name="Google Shape;4396;p56"/>
            <p:cNvSpPr/>
            <p:nvPr/>
          </p:nvSpPr>
          <p:spPr>
            <a:xfrm>
              <a:off x="5304725" y="3312525"/>
              <a:ext cx="45475" cy="78625"/>
            </a:xfrm>
            <a:custGeom>
              <a:avLst/>
              <a:gdLst/>
              <a:ahLst/>
              <a:cxnLst/>
              <a:rect l="l" t="t" r="r" b="b"/>
              <a:pathLst>
                <a:path w="1819" h="3145" extrusionOk="0">
                  <a:moveTo>
                    <a:pt x="480" y="0"/>
                  </a:moveTo>
                  <a:lnTo>
                    <a:pt x="0" y="1654"/>
                  </a:lnTo>
                  <a:lnTo>
                    <a:pt x="480" y="3144"/>
                  </a:lnTo>
                  <a:lnTo>
                    <a:pt x="1503" y="2753"/>
                  </a:lnTo>
                  <a:lnTo>
                    <a:pt x="1818" y="1566"/>
                  </a:lnTo>
                  <a:lnTo>
                    <a:pt x="48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7" name="Google Shape;4397;p56"/>
            <p:cNvSpPr/>
            <p:nvPr/>
          </p:nvSpPr>
          <p:spPr>
            <a:xfrm>
              <a:off x="5296500" y="3296100"/>
              <a:ext cx="62525" cy="105475"/>
            </a:xfrm>
            <a:custGeom>
              <a:avLst/>
              <a:gdLst/>
              <a:ahLst/>
              <a:cxnLst/>
              <a:rect l="l" t="t" r="r" b="b"/>
              <a:pathLst>
                <a:path w="2501" h="4219" extrusionOk="0">
                  <a:moveTo>
                    <a:pt x="948" y="1301"/>
                  </a:moveTo>
                  <a:lnTo>
                    <a:pt x="1806" y="2311"/>
                  </a:lnTo>
                  <a:lnTo>
                    <a:pt x="1567" y="3170"/>
                  </a:lnTo>
                  <a:lnTo>
                    <a:pt x="1011" y="3397"/>
                  </a:lnTo>
                  <a:lnTo>
                    <a:pt x="657" y="2299"/>
                  </a:lnTo>
                  <a:lnTo>
                    <a:pt x="948" y="1301"/>
                  </a:lnTo>
                  <a:close/>
                  <a:moveTo>
                    <a:pt x="670" y="1"/>
                  </a:moveTo>
                  <a:lnTo>
                    <a:pt x="1" y="2311"/>
                  </a:lnTo>
                  <a:lnTo>
                    <a:pt x="607" y="4218"/>
                  </a:lnTo>
                  <a:lnTo>
                    <a:pt x="2097" y="3650"/>
                  </a:lnTo>
                  <a:lnTo>
                    <a:pt x="2501" y="2147"/>
                  </a:lnTo>
                  <a:lnTo>
                    <a:pt x="67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8" name="Google Shape;4398;p56"/>
            <p:cNvSpPr/>
            <p:nvPr/>
          </p:nvSpPr>
          <p:spPr>
            <a:xfrm>
              <a:off x="5643750" y="3420800"/>
              <a:ext cx="232675" cy="252250"/>
            </a:xfrm>
            <a:custGeom>
              <a:avLst/>
              <a:gdLst/>
              <a:ahLst/>
              <a:cxnLst/>
              <a:rect l="l" t="t" r="r" b="b"/>
              <a:pathLst>
                <a:path w="9307" h="10090" extrusionOk="0">
                  <a:moveTo>
                    <a:pt x="1" y="0"/>
                  </a:moveTo>
                  <a:lnTo>
                    <a:pt x="948" y="1301"/>
                  </a:lnTo>
                  <a:lnTo>
                    <a:pt x="2337" y="1553"/>
                  </a:lnTo>
                  <a:cubicBezTo>
                    <a:pt x="2337" y="1553"/>
                    <a:pt x="3536" y="3852"/>
                    <a:pt x="3688" y="4091"/>
                  </a:cubicBezTo>
                  <a:cubicBezTo>
                    <a:pt x="3852" y="4331"/>
                    <a:pt x="5897" y="8233"/>
                    <a:pt x="5897" y="8233"/>
                  </a:cubicBezTo>
                  <a:lnTo>
                    <a:pt x="7804" y="10089"/>
                  </a:lnTo>
                  <a:lnTo>
                    <a:pt x="8587" y="10089"/>
                  </a:lnTo>
                  <a:lnTo>
                    <a:pt x="9307" y="8119"/>
                  </a:lnTo>
                  <a:lnTo>
                    <a:pt x="7880" y="5039"/>
                  </a:lnTo>
                  <a:lnTo>
                    <a:pt x="4647" y="1882"/>
                  </a:lnTo>
                  <a:lnTo>
                    <a:pt x="3473" y="1061"/>
                  </a:lnTo>
                  <a:lnTo>
                    <a:pt x="197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9" name="Google Shape;4399;p56"/>
            <p:cNvSpPr/>
            <p:nvPr/>
          </p:nvSpPr>
          <p:spPr>
            <a:xfrm>
              <a:off x="5628275" y="3412900"/>
              <a:ext cx="256350" cy="268025"/>
            </a:xfrm>
            <a:custGeom>
              <a:avLst/>
              <a:gdLst/>
              <a:ahLst/>
              <a:cxnLst/>
              <a:rect l="l" t="t" r="r" b="b"/>
              <a:pathLst>
                <a:path w="10254" h="10721" extrusionOk="0">
                  <a:moveTo>
                    <a:pt x="2488" y="632"/>
                  </a:moveTo>
                  <a:lnTo>
                    <a:pt x="5052" y="2438"/>
                  </a:lnTo>
                  <a:lnTo>
                    <a:pt x="8246" y="5544"/>
                  </a:lnTo>
                  <a:lnTo>
                    <a:pt x="9585" y="8448"/>
                  </a:lnTo>
                  <a:lnTo>
                    <a:pt x="9004" y="10090"/>
                  </a:lnTo>
                  <a:lnTo>
                    <a:pt x="8562" y="10090"/>
                  </a:lnTo>
                  <a:lnTo>
                    <a:pt x="6782" y="8360"/>
                  </a:lnTo>
                  <a:cubicBezTo>
                    <a:pt x="6478" y="7792"/>
                    <a:pt x="4723" y="4471"/>
                    <a:pt x="4572" y="4231"/>
                  </a:cubicBezTo>
                  <a:cubicBezTo>
                    <a:pt x="4458" y="4067"/>
                    <a:pt x="3688" y="2614"/>
                    <a:pt x="3233" y="1731"/>
                  </a:cubicBezTo>
                  <a:lnTo>
                    <a:pt x="3158" y="1592"/>
                  </a:lnTo>
                  <a:lnTo>
                    <a:pt x="1743" y="1327"/>
                  </a:lnTo>
                  <a:lnTo>
                    <a:pt x="1238" y="632"/>
                  </a:lnTo>
                  <a:close/>
                  <a:moveTo>
                    <a:pt x="1" y="1"/>
                  </a:moveTo>
                  <a:lnTo>
                    <a:pt x="1390" y="1907"/>
                  </a:lnTo>
                  <a:lnTo>
                    <a:pt x="2741" y="2160"/>
                  </a:lnTo>
                  <a:cubicBezTo>
                    <a:pt x="3019" y="2690"/>
                    <a:pt x="3903" y="4370"/>
                    <a:pt x="4041" y="4584"/>
                  </a:cubicBezTo>
                  <a:cubicBezTo>
                    <a:pt x="4155" y="4748"/>
                    <a:pt x="5430" y="7135"/>
                    <a:pt x="6251" y="8701"/>
                  </a:cubicBezTo>
                  <a:lnTo>
                    <a:pt x="8297" y="10721"/>
                  </a:lnTo>
                  <a:lnTo>
                    <a:pt x="9433" y="10721"/>
                  </a:lnTo>
                  <a:lnTo>
                    <a:pt x="10254" y="8423"/>
                  </a:lnTo>
                  <a:lnTo>
                    <a:pt x="8789" y="5228"/>
                  </a:lnTo>
                  <a:lnTo>
                    <a:pt x="5443" y="1945"/>
                  </a:lnTo>
                  <a:lnTo>
                    <a:pt x="269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0" name="Google Shape;4400;p56"/>
            <p:cNvSpPr/>
            <p:nvPr/>
          </p:nvSpPr>
          <p:spPr>
            <a:xfrm>
              <a:off x="5873550" y="3662925"/>
              <a:ext cx="284775" cy="73250"/>
            </a:xfrm>
            <a:custGeom>
              <a:avLst/>
              <a:gdLst/>
              <a:ahLst/>
              <a:cxnLst/>
              <a:rect l="l" t="t" r="r" b="b"/>
              <a:pathLst>
                <a:path w="11391" h="2930" extrusionOk="0">
                  <a:moveTo>
                    <a:pt x="1150" y="0"/>
                  </a:moveTo>
                  <a:lnTo>
                    <a:pt x="1" y="998"/>
                  </a:lnTo>
                  <a:lnTo>
                    <a:pt x="2324" y="2058"/>
                  </a:lnTo>
                  <a:lnTo>
                    <a:pt x="5696" y="2930"/>
                  </a:lnTo>
                  <a:lnTo>
                    <a:pt x="11391" y="2930"/>
                  </a:lnTo>
                  <a:lnTo>
                    <a:pt x="8082" y="1667"/>
                  </a:lnTo>
                  <a:lnTo>
                    <a:pt x="5708" y="1667"/>
                  </a:lnTo>
                  <a:lnTo>
                    <a:pt x="115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1" name="Google Shape;4401;p56"/>
            <p:cNvSpPr/>
            <p:nvPr/>
          </p:nvSpPr>
          <p:spPr>
            <a:xfrm>
              <a:off x="5859050" y="3654075"/>
              <a:ext cx="342200" cy="90000"/>
            </a:xfrm>
            <a:custGeom>
              <a:avLst/>
              <a:gdLst/>
              <a:ahLst/>
              <a:cxnLst/>
              <a:rect l="l" t="t" r="r" b="b"/>
              <a:pathLst>
                <a:path w="13688" h="3600" extrusionOk="0">
                  <a:moveTo>
                    <a:pt x="1806" y="720"/>
                  </a:moveTo>
                  <a:lnTo>
                    <a:pt x="6187" y="2311"/>
                  </a:lnTo>
                  <a:lnTo>
                    <a:pt x="8599" y="2337"/>
                  </a:lnTo>
                  <a:lnTo>
                    <a:pt x="10266" y="2968"/>
                  </a:lnTo>
                  <a:lnTo>
                    <a:pt x="6314" y="2968"/>
                  </a:lnTo>
                  <a:lnTo>
                    <a:pt x="3043" y="2122"/>
                  </a:lnTo>
                  <a:lnTo>
                    <a:pt x="1174" y="1263"/>
                  </a:lnTo>
                  <a:lnTo>
                    <a:pt x="1806" y="720"/>
                  </a:lnTo>
                  <a:close/>
                  <a:moveTo>
                    <a:pt x="1667" y="1"/>
                  </a:moveTo>
                  <a:lnTo>
                    <a:pt x="0" y="1428"/>
                  </a:lnTo>
                  <a:lnTo>
                    <a:pt x="2829" y="2715"/>
                  </a:lnTo>
                  <a:lnTo>
                    <a:pt x="6200" y="3587"/>
                  </a:lnTo>
                  <a:lnTo>
                    <a:pt x="13688" y="3599"/>
                  </a:lnTo>
                  <a:lnTo>
                    <a:pt x="8763" y="1731"/>
                  </a:lnTo>
                  <a:lnTo>
                    <a:pt x="6352" y="1705"/>
                  </a:lnTo>
                  <a:lnTo>
                    <a:pt x="166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2" name="Google Shape;4402;p56"/>
            <p:cNvSpPr/>
            <p:nvPr/>
          </p:nvSpPr>
          <p:spPr>
            <a:xfrm>
              <a:off x="6185775" y="3706475"/>
              <a:ext cx="137975" cy="31600"/>
            </a:xfrm>
            <a:custGeom>
              <a:avLst/>
              <a:gdLst/>
              <a:ahLst/>
              <a:cxnLst/>
              <a:rect l="l" t="t" r="r" b="b"/>
              <a:pathLst>
                <a:path w="5519" h="1264" extrusionOk="0">
                  <a:moveTo>
                    <a:pt x="3397" y="1"/>
                  </a:moveTo>
                  <a:lnTo>
                    <a:pt x="0" y="556"/>
                  </a:lnTo>
                  <a:lnTo>
                    <a:pt x="1818" y="1263"/>
                  </a:lnTo>
                  <a:lnTo>
                    <a:pt x="5518" y="556"/>
                  </a:lnTo>
                  <a:lnTo>
                    <a:pt x="339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3" name="Google Shape;4403;p56"/>
            <p:cNvSpPr/>
            <p:nvPr/>
          </p:nvSpPr>
          <p:spPr>
            <a:xfrm>
              <a:off x="6156100" y="3698600"/>
              <a:ext cx="203625" cy="47675"/>
            </a:xfrm>
            <a:custGeom>
              <a:avLst/>
              <a:gdLst/>
              <a:ahLst/>
              <a:cxnLst/>
              <a:rect l="l" t="t" r="r" b="b"/>
              <a:pathLst>
                <a:path w="8145" h="1907" extrusionOk="0">
                  <a:moveTo>
                    <a:pt x="4571" y="644"/>
                  </a:moveTo>
                  <a:lnTo>
                    <a:pt x="5278" y="821"/>
                  </a:lnTo>
                  <a:lnTo>
                    <a:pt x="3031" y="1250"/>
                  </a:lnTo>
                  <a:lnTo>
                    <a:pt x="2374" y="998"/>
                  </a:lnTo>
                  <a:lnTo>
                    <a:pt x="4571" y="644"/>
                  </a:lnTo>
                  <a:close/>
                  <a:moveTo>
                    <a:pt x="4596" y="0"/>
                  </a:moveTo>
                  <a:lnTo>
                    <a:pt x="0" y="745"/>
                  </a:lnTo>
                  <a:lnTo>
                    <a:pt x="2968" y="1907"/>
                  </a:lnTo>
                  <a:lnTo>
                    <a:pt x="8145" y="922"/>
                  </a:lnTo>
                  <a:lnTo>
                    <a:pt x="459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4" name="Google Shape;4404;p56"/>
            <p:cNvSpPr/>
            <p:nvPr/>
          </p:nvSpPr>
          <p:spPr>
            <a:xfrm>
              <a:off x="6158300" y="3493725"/>
              <a:ext cx="139875" cy="161950"/>
            </a:xfrm>
            <a:custGeom>
              <a:avLst/>
              <a:gdLst/>
              <a:ahLst/>
              <a:cxnLst/>
              <a:rect l="l" t="t" r="r" b="b"/>
              <a:pathLst>
                <a:path w="5595" h="6478" extrusionOk="0">
                  <a:moveTo>
                    <a:pt x="3864" y="0"/>
                  </a:moveTo>
                  <a:lnTo>
                    <a:pt x="632" y="1579"/>
                  </a:lnTo>
                  <a:lnTo>
                    <a:pt x="1" y="4925"/>
                  </a:lnTo>
                  <a:lnTo>
                    <a:pt x="1099" y="6478"/>
                  </a:lnTo>
                  <a:lnTo>
                    <a:pt x="1730" y="4420"/>
                  </a:lnTo>
                  <a:lnTo>
                    <a:pt x="3473" y="6225"/>
                  </a:lnTo>
                  <a:lnTo>
                    <a:pt x="3473" y="4331"/>
                  </a:lnTo>
                  <a:lnTo>
                    <a:pt x="2678" y="3510"/>
                  </a:lnTo>
                  <a:lnTo>
                    <a:pt x="4104" y="2765"/>
                  </a:lnTo>
                  <a:lnTo>
                    <a:pt x="1895" y="2765"/>
                  </a:lnTo>
                  <a:lnTo>
                    <a:pt x="5594" y="1023"/>
                  </a:lnTo>
                  <a:lnTo>
                    <a:pt x="386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5" name="Google Shape;4405;p56"/>
            <p:cNvSpPr/>
            <p:nvPr/>
          </p:nvSpPr>
          <p:spPr>
            <a:xfrm>
              <a:off x="6149775" y="3484875"/>
              <a:ext cx="165125" cy="188175"/>
            </a:xfrm>
            <a:custGeom>
              <a:avLst/>
              <a:gdLst/>
              <a:ahLst/>
              <a:cxnLst/>
              <a:rect l="l" t="t" r="r" b="b"/>
              <a:pathLst>
                <a:path w="6605" h="7527" extrusionOk="0">
                  <a:moveTo>
                    <a:pt x="4193" y="708"/>
                  </a:moveTo>
                  <a:lnTo>
                    <a:pt x="5266" y="1339"/>
                  </a:lnTo>
                  <a:lnTo>
                    <a:pt x="1023" y="3334"/>
                  </a:lnTo>
                  <a:lnTo>
                    <a:pt x="1023" y="3334"/>
                  </a:lnTo>
                  <a:lnTo>
                    <a:pt x="1251" y="2147"/>
                  </a:lnTo>
                  <a:lnTo>
                    <a:pt x="4193" y="708"/>
                  </a:lnTo>
                  <a:close/>
                  <a:moveTo>
                    <a:pt x="3157" y="3423"/>
                  </a:moveTo>
                  <a:lnTo>
                    <a:pt x="2501" y="3776"/>
                  </a:lnTo>
                  <a:lnTo>
                    <a:pt x="3486" y="4812"/>
                  </a:lnTo>
                  <a:lnTo>
                    <a:pt x="3486" y="5796"/>
                  </a:lnTo>
                  <a:lnTo>
                    <a:pt x="1933" y="4168"/>
                  </a:lnTo>
                  <a:lnTo>
                    <a:pt x="1326" y="6125"/>
                  </a:lnTo>
                  <a:lnTo>
                    <a:pt x="670" y="5203"/>
                  </a:lnTo>
                  <a:lnTo>
                    <a:pt x="1011" y="3423"/>
                  </a:lnTo>
                  <a:close/>
                  <a:moveTo>
                    <a:pt x="4218" y="1"/>
                  </a:moveTo>
                  <a:lnTo>
                    <a:pt x="683" y="1718"/>
                  </a:lnTo>
                  <a:lnTo>
                    <a:pt x="1" y="5354"/>
                  </a:lnTo>
                  <a:lnTo>
                    <a:pt x="1554" y="7526"/>
                  </a:lnTo>
                  <a:lnTo>
                    <a:pt x="2210" y="5392"/>
                  </a:lnTo>
                  <a:lnTo>
                    <a:pt x="4117" y="7375"/>
                  </a:lnTo>
                  <a:lnTo>
                    <a:pt x="4117" y="4572"/>
                  </a:lnTo>
                  <a:lnTo>
                    <a:pt x="3536" y="3953"/>
                  </a:lnTo>
                  <a:lnTo>
                    <a:pt x="5708" y="2804"/>
                  </a:lnTo>
                  <a:lnTo>
                    <a:pt x="3650" y="2804"/>
                  </a:lnTo>
                  <a:lnTo>
                    <a:pt x="6605" y="1415"/>
                  </a:lnTo>
                  <a:lnTo>
                    <a:pt x="421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6" name="Google Shape;4406;p56"/>
            <p:cNvSpPr/>
            <p:nvPr/>
          </p:nvSpPr>
          <p:spPr>
            <a:xfrm>
              <a:off x="5945525" y="3367450"/>
              <a:ext cx="213125" cy="254775"/>
            </a:xfrm>
            <a:custGeom>
              <a:avLst/>
              <a:gdLst/>
              <a:ahLst/>
              <a:cxnLst/>
              <a:rect l="l" t="t" r="r" b="b"/>
              <a:pathLst>
                <a:path w="8525" h="10191" extrusionOk="0">
                  <a:moveTo>
                    <a:pt x="6542" y="0"/>
                  </a:moveTo>
                  <a:lnTo>
                    <a:pt x="3941" y="3119"/>
                  </a:lnTo>
                  <a:lnTo>
                    <a:pt x="2817" y="5291"/>
                  </a:lnTo>
                  <a:lnTo>
                    <a:pt x="935" y="5291"/>
                  </a:lnTo>
                  <a:lnTo>
                    <a:pt x="1" y="6869"/>
                  </a:lnTo>
                  <a:lnTo>
                    <a:pt x="1491" y="9067"/>
                  </a:lnTo>
                  <a:lnTo>
                    <a:pt x="2817" y="9546"/>
                  </a:lnTo>
                  <a:lnTo>
                    <a:pt x="4686" y="9344"/>
                  </a:lnTo>
                  <a:lnTo>
                    <a:pt x="6049" y="10190"/>
                  </a:lnTo>
                  <a:lnTo>
                    <a:pt x="7363" y="6516"/>
                  </a:lnTo>
                  <a:lnTo>
                    <a:pt x="8524" y="4874"/>
                  </a:lnTo>
                  <a:lnTo>
                    <a:pt x="7653" y="3384"/>
                  </a:lnTo>
                  <a:lnTo>
                    <a:pt x="8512" y="2134"/>
                  </a:lnTo>
                  <a:lnTo>
                    <a:pt x="654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7" name="Google Shape;4407;p56"/>
            <p:cNvSpPr/>
            <p:nvPr/>
          </p:nvSpPr>
          <p:spPr>
            <a:xfrm>
              <a:off x="5936075" y="3355775"/>
              <a:ext cx="232350" cy="278450"/>
            </a:xfrm>
            <a:custGeom>
              <a:avLst/>
              <a:gdLst/>
              <a:ahLst/>
              <a:cxnLst/>
              <a:rect l="l" t="t" r="r" b="b"/>
              <a:pathLst>
                <a:path w="9294" h="11138" extrusionOk="0">
                  <a:moveTo>
                    <a:pt x="6932" y="947"/>
                  </a:moveTo>
                  <a:lnTo>
                    <a:pt x="8486" y="2627"/>
                  </a:lnTo>
                  <a:lnTo>
                    <a:pt x="7652" y="3839"/>
                  </a:lnTo>
                  <a:lnTo>
                    <a:pt x="8523" y="5329"/>
                  </a:lnTo>
                  <a:lnTo>
                    <a:pt x="7475" y="6806"/>
                  </a:lnTo>
                  <a:lnTo>
                    <a:pt x="6263" y="10190"/>
                  </a:lnTo>
                  <a:lnTo>
                    <a:pt x="5139" y="9496"/>
                  </a:lnTo>
                  <a:lnTo>
                    <a:pt x="3220" y="9685"/>
                  </a:lnTo>
                  <a:lnTo>
                    <a:pt x="2071" y="9281"/>
                  </a:lnTo>
                  <a:lnTo>
                    <a:pt x="745" y="7324"/>
                  </a:lnTo>
                  <a:lnTo>
                    <a:pt x="1490" y="6074"/>
                  </a:lnTo>
                  <a:lnTo>
                    <a:pt x="3384" y="6074"/>
                  </a:lnTo>
                  <a:lnTo>
                    <a:pt x="4584" y="3763"/>
                  </a:lnTo>
                  <a:lnTo>
                    <a:pt x="6932" y="947"/>
                  </a:lnTo>
                  <a:close/>
                  <a:moveTo>
                    <a:pt x="6907" y="0"/>
                  </a:moveTo>
                  <a:lnTo>
                    <a:pt x="4079" y="3397"/>
                  </a:lnTo>
                  <a:lnTo>
                    <a:pt x="3005" y="5442"/>
                  </a:lnTo>
                  <a:lnTo>
                    <a:pt x="1137" y="5442"/>
                  </a:lnTo>
                  <a:lnTo>
                    <a:pt x="0" y="7336"/>
                  </a:lnTo>
                  <a:lnTo>
                    <a:pt x="1667" y="9799"/>
                  </a:lnTo>
                  <a:lnTo>
                    <a:pt x="3157" y="10329"/>
                  </a:lnTo>
                  <a:lnTo>
                    <a:pt x="4988" y="10140"/>
                  </a:lnTo>
                  <a:lnTo>
                    <a:pt x="6591" y="11137"/>
                  </a:lnTo>
                  <a:lnTo>
                    <a:pt x="8018" y="7147"/>
                  </a:lnTo>
                  <a:lnTo>
                    <a:pt x="9281" y="5379"/>
                  </a:lnTo>
                  <a:lnTo>
                    <a:pt x="8397" y="3877"/>
                  </a:lnTo>
                  <a:lnTo>
                    <a:pt x="9294" y="2576"/>
                  </a:lnTo>
                  <a:lnTo>
                    <a:pt x="69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8" name="Google Shape;4408;p56"/>
            <p:cNvSpPr/>
            <p:nvPr/>
          </p:nvSpPr>
          <p:spPr>
            <a:xfrm>
              <a:off x="6429775" y="3529075"/>
              <a:ext cx="453650" cy="254450"/>
            </a:xfrm>
            <a:custGeom>
              <a:avLst/>
              <a:gdLst/>
              <a:ahLst/>
              <a:cxnLst/>
              <a:rect l="l" t="t" r="r" b="b"/>
              <a:pathLst>
                <a:path w="18146" h="10178" extrusionOk="0">
                  <a:moveTo>
                    <a:pt x="1794" y="0"/>
                  </a:moveTo>
                  <a:lnTo>
                    <a:pt x="1" y="745"/>
                  </a:lnTo>
                  <a:lnTo>
                    <a:pt x="1705" y="2576"/>
                  </a:lnTo>
                  <a:lnTo>
                    <a:pt x="2223" y="4496"/>
                  </a:lnTo>
                  <a:lnTo>
                    <a:pt x="4281" y="4496"/>
                  </a:lnTo>
                  <a:lnTo>
                    <a:pt x="5847" y="5039"/>
                  </a:lnTo>
                  <a:lnTo>
                    <a:pt x="5847" y="6705"/>
                  </a:lnTo>
                  <a:lnTo>
                    <a:pt x="8764" y="8915"/>
                  </a:lnTo>
                  <a:lnTo>
                    <a:pt x="11214" y="8915"/>
                  </a:lnTo>
                  <a:lnTo>
                    <a:pt x="12236" y="7412"/>
                  </a:lnTo>
                  <a:lnTo>
                    <a:pt x="14055" y="8120"/>
                  </a:lnTo>
                  <a:lnTo>
                    <a:pt x="15633" y="10178"/>
                  </a:lnTo>
                  <a:lnTo>
                    <a:pt x="18146" y="10178"/>
                  </a:lnTo>
                  <a:lnTo>
                    <a:pt x="14522" y="5443"/>
                  </a:lnTo>
                  <a:lnTo>
                    <a:pt x="10431" y="3157"/>
                  </a:lnTo>
                  <a:lnTo>
                    <a:pt x="5531" y="1819"/>
                  </a:lnTo>
                  <a:lnTo>
                    <a:pt x="3650" y="2652"/>
                  </a:lnTo>
                  <a:lnTo>
                    <a:pt x="3094" y="733"/>
                  </a:lnTo>
                  <a:lnTo>
                    <a:pt x="179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9" name="Google Shape;4409;p56"/>
            <p:cNvSpPr/>
            <p:nvPr/>
          </p:nvSpPr>
          <p:spPr>
            <a:xfrm>
              <a:off x="6416200" y="3519925"/>
              <a:ext cx="483325" cy="271500"/>
            </a:xfrm>
            <a:custGeom>
              <a:avLst/>
              <a:gdLst/>
              <a:ahLst/>
              <a:cxnLst/>
              <a:rect l="l" t="t" r="r" b="b"/>
              <a:pathLst>
                <a:path w="19333" h="10860" extrusionOk="0">
                  <a:moveTo>
                    <a:pt x="2312" y="707"/>
                  </a:moveTo>
                  <a:lnTo>
                    <a:pt x="3372" y="1313"/>
                  </a:lnTo>
                  <a:lnTo>
                    <a:pt x="3991" y="3447"/>
                  </a:lnTo>
                  <a:lnTo>
                    <a:pt x="6112" y="2513"/>
                  </a:lnTo>
                  <a:lnTo>
                    <a:pt x="10860" y="3814"/>
                  </a:lnTo>
                  <a:lnTo>
                    <a:pt x="14863" y="6061"/>
                  </a:lnTo>
                  <a:lnTo>
                    <a:pt x="18058" y="10228"/>
                  </a:lnTo>
                  <a:lnTo>
                    <a:pt x="16328" y="10228"/>
                  </a:lnTo>
                  <a:lnTo>
                    <a:pt x="14787" y="8233"/>
                  </a:lnTo>
                  <a:lnTo>
                    <a:pt x="12653" y="7400"/>
                  </a:lnTo>
                  <a:lnTo>
                    <a:pt x="11580" y="8965"/>
                  </a:lnTo>
                  <a:lnTo>
                    <a:pt x="9408" y="8965"/>
                  </a:lnTo>
                  <a:lnTo>
                    <a:pt x="6706" y="6920"/>
                  </a:lnTo>
                  <a:lnTo>
                    <a:pt x="6706" y="5177"/>
                  </a:lnTo>
                  <a:lnTo>
                    <a:pt x="4913" y="4571"/>
                  </a:lnTo>
                  <a:lnTo>
                    <a:pt x="3006" y="4546"/>
                  </a:lnTo>
                  <a:lnTo>
                    <a:pt x="2526" y="2778"/>
                  </a:lnTo>
                  <a:lnTo>
                    <a:pt x="1074" y="1225"/>
                  </a:lnTo>
                  <a:lnTo>
                    <a:pt x="2312" y="707"/>
                  </a:lnTo>
                  <a:close/>
                  <a:moveTo>
                    <a:pt x="2362" y="0"/>
                  </a:moveTo>
                  <a:lnTo>
                    <a:pt x="1" y="998"/>
                  </a:lnTo>
                  <a:lnTo>
                    <a:pt x="1958" y="3094"/>
                  </a:lnTo>
                  <a:lnTo>
                    <a:pt x="2526" y="5177"/>
                  </a:lnTo>
                  <a:lnTo>
                    <a:pt x="4761" y="5177"/>
                  </a:lnTo>
                  <a:lnTo>
                    <a:pt x="6074" y="5632"/>
                  </a:lnTo>
                  <a:lnTo>
                    <a:pt x="6074" y="7223"/>
                  </a:lnTo>
                  <a:lnTo>
                    <a:pt x="9206" y="9597"/>
                  </a:lnTo>
                  <a:lnTo>
                    <a:pt x="11921" y="9597"/>
                  </a:lnTo>
                  <a:lnTo>
                    <a:pt x="12906" y="8170"/>
                  </a:lnTo>
                  <a:lnTo>
                    <a:pt x="14396" y="8751"/>
                  </a:lnTo>
                  <a:lnTo>
                    <a:pt x="16025" y="10859"/>
                  </a:lnTo>
                  <a:lnTo>
                    <a:pt x="19333" y="10859"/>
                  </a:lnTo>
                  <a:lnTo>
                    <a:pt x="15317" y="5607"/>
                  </a:lnTo>
                  <a:lnTo>
                    <a:pt x="11125" y="3245"/>
                  </a:lnTo>
                  <a:lnTo>
                    <a:pt x="6049" y="1844"/>
                  </a:lnTo>
                  <a:lnTo>
                    <a:pt x="4395" y="2576"/>
                  </a:lnTo>
                  <a:lnTo>
                    <a:pt x="3903" y="884"/>
                  </a:lnTo>
                  <a:lnTo>
                    <a:pt x="236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0" name="Google Shape;4410;p56"/>
            <p:cNvSpPr/>
            <p:nvPr/>
          </p:nvSpPr>
          <p:spPr>
            <a:xfrm>
              <a:off x="5992575" y="3785400"/>
              <a:ext cx="867500" cy="764650"/>
            </a:xfrm>
            <a:custGeom>
              <a:avLst/>
              <a:gdLst/>
              <a:ahLst/>
              <a:cxnLst/>
              <a:rect l="l" t="t" r="r" b="b"/>
              <a:pathLst>
                <a:path w="34700" h="30586" extrusionOk="0">
                  <a:moveTo>
                    <a:pt x="18082" y="1"/>
                  </a:moveTo>
                  <a:lnTo>
                    <a:pt x="15494" y="2602"/>
                  </a:lnTo>
                  <a:lnTo>
                    <a:pt x="13953" y="3574"/>
                  </a:lnTo>
                  <a:lnTo>
                    <a:pt x="12577" y="3006"/>
                  </a:lnTo>
                  <a:lnTo>
                    <a:pt x="9976" y="5430"/>
                  </a:lnTo>
                  <a:lnTo>
                    <a:pt x="8195" y="7627"/>
                  </a:lnTo>
                  <a:lnTo>
                    <a:pt x="4950" y="9572"/>
                  </a:lnTo>
                  <a:lnTo>
                    <a:pt x="1617" y="10228"/>
                  </a:lnTo>
                  <a:lnTo>
                    <a:pt x="0" y="12779"/>
                  </a:lnTo>
                  <a:lnTo>
                    <a:pt x="0" y="15999"/>
                  </a:lnTo>
                  <a:lnTo>
                    <a:pt x="973" y="20835"/>
                  </a:lnTo>
                  <a:lnTo>
                    <a:pt x="480" y="22704"/>
                  </a:lnTo>
                  <a:lnTo>
                    <a:pt x="1857" y="24244"/>
                  </a:lnTo>
                  <a:lnTo>
                    <a:pt x="5481" y="23424"/>
                  </a:lnTo>
                  <a:lnTo>
                    <a:pt x="9408" y="22211"/>
                  </a:lnTo>
                  <a:lnTo>
                    <a:pt x="12223" y="20999"/>
                  </a:lnTo>
                  <a:lnTo>
                    <a:pt x="16214" y="21365"/>
                  </a:lnTo>
                  <a:lnTo>
                    <a:pt x="18070" y="24964"/>
                  </a:lnTo>
                  <a:lnTo>
                    <a:pt x="20103" y="23184"/>
                  </a:lnTo>
                  <a:lnTo>
                    <a:pt x="20911" y="26833"/>
                  </a:lnTo>
                  <a:cubicBezTo>
                    <a:pt x="20911" y="26833"/>
                    <a:pt x="21719" y="29421"/>
                    <a:pt x="22047" y="29421"/>
                  </a:cubicBezTo>
                  <a:cubicBezTo>
                    <a:pt x="22349" y="29421"/>
                    <a:pt x="23677" y="30586"/>
                    <a:pt x="24015" y="30586"/>
                  </a:cubicBezTo>
                  <a:cubicBezTo>
                    <a:pt x="24045" y="30586"/>
                    <a:pt x="24067" y="30577"/>
                    <a:pt x="24080" y="30558"/>
                  </a:cubicBezTo>
                  <a:cubicBezTo>
                    <a:pt x="24232" y="30318"/>
                    <a:pt x="25621" y="29990"/>
                    <a:pt x="25621" y="29990"/>
                  </a:cubicBezTo>
                  <a:lnTo>
                    <a:pt x="28133" y="30229"/>
                  </a:lnTo>
                  <a:cubicBezTo>
                    <a:pt x="28133" y="30229"/>
                    <a:pt x="30735" y="28045"/>
                    <a:pt x="30735" y="27729"/>
                  </a:cubicBezTo>
                  <a:cubicBezTo>
                    <a:pt x="30735" y="27401"/>
                    <a:pt x="32831" y="23348"/>
                    <a:pt x="32831" y="23348"/>
                  </a:cubicBezTo>
                  <a:lnTo>
                    <a:pt x="34371" y="19699"/>
                  </a:lnTo>
                  <a:lnTo>
                    <a:pt x="34700" y="14193"/>
                  </a:lnTo>
                  <a:lnTo>
                    <a:pt x="31303" y="8107"/>
                  </a:lnTo>
                  <a:lnTo>
                    <a:pt x="30078" y="5114"/>
                  </a:lnTo>
                  <a:lnTo>
                    <a:pt x="29434" y="3081"/>
                  </a:lnTo>
                  <a:lnTo>
                    <a:pt x="27654" y="1"/>
                  </a:lnTo>
                  <a:lnTo>
                    <a:pt x="26025" y="3410"/>
                  </a:lnTo>
                  <a:lnTo>
                    <a:pt x="26113" y="4950"/>
                  </a:lnTo>
                  <a:lnTo>
                    <a:pt x="24333" y="6251"/>
                  </a:lnTo>
                  <a:lnTo>
                    <a:pt x="21971" y="4054"/>
                  </a:lnTo>
                  <a:lnTo>
                    <a:pt x="22224" y="1301"/>
                  </a:lnTo>
                  <a:lnTo>
                    <a:pt x="1808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1" name="Google Shape;4411;p56"/>
            <p:cNvSpPr/>
            <p:nvPr/>
          </p:nvSpPr>
          <p:spPr>
            <a:xfrm>
              <a:off x="5985000" y="3768350"/>
              <a:ext cx="883600" cy="789850"/>
            </a:xfrm>
            <a:custGeom>
              <a:avLst/>
              <a:gdLst/>
              <a:ahLst/>
              <a:cxnLst/>
              <a:rect l="l" t="t" r="r" b="b"/>
              <a:pathLst>
                <a:path w="35344" h="31594" extrusionOk="0">
                  <a:moveTo>
                    <a:pt x="18474" y="1049"/>
                  </a:moveTo>
                  <a:lnTo>
                    <a:pt x="22186" y="2210"/>
                  </a:lnTo>
                  <a:lnTo>
                    <a:pt x="21946" y="4862"/>
                  </a:lnTo>
                  <a:lnTo>
                    <a:pt x="24598" y="7337"/>
                  </a:lnTo>
                  <a:lnTo>
                    <a:pt x="26732" y="5784"/>
                  </a:lnTo>
                  <a:lnTo>
                    <a:pt x="26643" y="4155"/>
                  </a:lnTo>
                  <a:lnTo>
                    <a:pt x="27969" y="1364"/>
                  </a:lnTo>
                  <a:lnTo>
                    <a:pt x="29447" y="3890"/>
                  </a:lnTo>
                  <a:lnTo>
                    <a:pt x="30091" y="5910"/>
                  </a:lnTo>
                  <a:lnTo>
                    <a:pt x="31315" y="8941"/>
                  </a:lnTo>
                  <a:lnTo>
                    <a:pt x="34674" y="14938"/>
                  </a:lnTo>
                  <a:lnTo>
                    <a:pt x="34359" y="20305"/>
                  </a:lnTo>
                  <a:lnTo>
                    <a:pt x="32856" y="23891"/>
                  </a:lnTo>
                  <a:cubicBezTo>
                    <a:pt x="31530" y="26442"/>
                    <a:pt x="30810" y="27932"/>
                    <a:pt x="30722" y="28336"/>
                  </a:cubicBezTo>
                  <a:cubicBezTo>
                    <a:pt x="30583" y="28601"/>
                    <a:pt x="29396" y="29687"/>
                    <a:pt x="28335" y="30596"/>
                  </a:cubicBezTo>
                  <a:lnTo>
                    <a:pt x="25898" y="30356"/>
                  </a:lnTo>
                  <a:lnTo>
                    <a:pt x="25848" y="30369"/>
                  </a:lnTo>
                  <a:cubicBezTo>
                    <a:pt x="25052" y="30558"/>
                    <a:pt x="24522" y="30747"/>
                    <a:pt x="24257" y="30937"/>
                  </a:cubicBezTo>
                  <a:cubicBezTo>
                    <a:pt x="23979" y="30773"/>
                    <a:pt x="23714" y="30596"/>
                    <a:pt x="23461" y="30406"/>
                  </a:cubicBezTo>
                  <a:cubicBezTo>
                    <a:pt x="22931" y="30028"/>
                    <a:pt x="22666" y="29851"/>
                    <a:pt x="22464" y="29800"/>
                  </a:cubicBezTo>
                  <a:cubicBezTo>
                    <a:pt x="22262" y="29560"/>
                    <a:pt x="21832" y="28411"/>
                    <a:pt x="21517" y="27439"/>
                  </a:cubicBezTo>
                  <a:lnTo>
                    <a:pt x="20595" y="23272"/>
                  </a:lnTo>
                  <a:lnTo>
                    <a:pt x="18474" y="25141"/>
                  </a:lnTo>
                  <a:lnTo>
                    <a:pt x="16706" y="21744"/>
                  </a:lnTo>
                  <a:lnTo>
                    <a:pt x="12463" y="21353"/>
                  </a:lnTo>
                  <a:lnTo>
                    <a:pt x="9610" y="22590"/>
                  </a:lnTo>
                  <a:lnTo>
                    <a:pt x="5708" y="23803"/>
                  </a:lnTo>
                  <a:lnTo>
                    <a:pt x="2261" y="24573"/>
                  </a:lnTo>
                  <a:lnTo>
                    <a:pt x="1124" y="23297"/>
                  </a:lnTo>
                  <a:lnTo>
                    <a:pt x="1591" y="21530"/>
                  </a:lnTo>
                  <a:lnTo>
                    <a:pt x="619" y="16681"/>
                  </a:lnTo>
                  <a:lnTo>
                    <a:pt x="619" y="13537"/>
                  </a:lnTo>
                  <a:lnTo>
                    <a:pt x="2109" y="11188"/>
                  </a:lnTo>
                  <a:lnTo>
                    <a:pt x="5316" y="10557"/>
                  </a:lnTo>
                  <a:lnTo>
                    <a:pt x="8662" y="8574"/>
                  </a:lnTo>
                  <a:lnTo>
                    <a:pt x="10493" y="6352"/>
                  </a:lnTo>
                  <a:lnTo>
                    <a:pt x="12943" y="4054"/>
                  </a:lnTo>
                  <a:lnTo>
                    <a:pt x="14282" y="4609"/>
                  </a:lnTo>
                  <a:lnTo>
                    <a:pt x="15961" y="3549"/>
                  </a:lnTo>
                  <a:lnTo>
                    <a:pt x="18474" y="1049"/>
                  </a:lnTo>
                  <a:close/>
                  <a:moveTo>
                    <a:pt x="27944" y="1"/>
                  </a:moveTo>
                  <a:lnTo>
                    <a:pt x="26025" y="4016"/>
                  </a:lnTo>
                  <a:lnTo>
                    <a:pt x="26100" y="5468"/>
                  </a:lnTo>
                  <a:lnTo>
                    <a:pt x="24674" y="6516"/>
                  </a:lnTo>
                  <a:lnTo>
                    <a:pt x="22615" y="4609"/>
                  </a:lnTo>
                  <a:lnTo>
                    <a:pt x="22868" y="1756"/>
                  </a:lnTo>
                  <a:lnTo>
                    <a:pt x="18310" y="316"/>
                  </a:lnTo>
                  <a:lnTo>
                    <a:pt x="15607" y="3018"/>
                  </a:lnTo>
                  <a:lnTo>
                    <a:pt x="14231" y="3890"/>
                  </a:lnTo>
                  <a:lnTo>
                    <a:pt x="12817" y="3309"/>
                  </a:lnTo>
                  <a:lnTo>
                    <a:pt x="10039" y="5910"/>
                  </a:lnTo>
                  <a:lnTo>
                    <a:pt x="8296" y="8057"/>
                  </a:lnTo>
                  <a:lnTo>
                    <a:pt x="5152" y="9951"/>
                  </a:lnTo>
                  <a:lnTo>
                    <a:pt x="1743" y="10633"/>
                  </a:lnTo>
                  <a:lnTo>
                    <a:pt x="0" y="13360"/>
                  </a:lnTo>
                  <a:lnTo>
                    <a:pt x="0" y="16744"/>
                  </a:lnTo>
                  <a:lnTo>
                    <a:pt x="947" y="21504"/>
                  </a:lnTo>
                  <a:lnTo>
                    <a:pt x="430" y="23462"/>
                  </a:lnTo>
                  <a:lnTo>
                    <a:pt x="2046" y="25267"/>
                  </a:lnTo>
                  <a:lnTo>
                    <a:pt x="5872" y="24409"/>
                  </a:lnTo>
                  <a:lnTo>
                    <a:pt x="9824" y="23184"/>
                  </a:lnTo>
                  <a:lnTo>
                    <a:pt x="12564" y="21997"/>
                  </a:lnTo>
                  <a:lnTo>
                    <a:pt x="16314" y="22338"/>
                  </a:lnTo>
                  <a:lnTo>
                    <a:pt x="18284" y="26151"/>
                  </a:lnTo>
                  <a:lnTo>
                    <a:pt x="20216" y="24459"/>
                  </a:lnTo>
                  <a:lnTo>
                    <a:pt x="20923" y="27616"/>
                  </a:lnTo>
                  <a:cubicBezTo>
                    <a:pt x="21795" y="30419"/>
                    <a:pt x="22136" y="30419"/>
                    <a:pt x="22325" y="30419"/>
                  </a:cubicBezTo>
                  <a:cubicBezTo>
                    <a:pt x="22590" y="30571"/>
                    <a:pt x="22855" y="30735"/>
                    <a:pt x="23095" y="30924"/>
                  </a:cubicBezTo>
                  <a:cubicBezTo>
                    <a:pt x="23752" y="31391"/>
                    <a:pt x="24067" y="31593"/>
                    <a:pt x="24320" y="31593"/>
                  </a:cubicBezTo>
                  <a:cubicBezTo>
                    <a:pt x="24345" y="31581"/>
                    <a:pt x="24383" y="31581"/>
                    <a:pt x="24421" y="31568"/>
                  </a:cubicBezTo>
                  <a:cubicBezTo>
                    <a:pt x="24509" y="31555"/>
                    <a:pt x="24598" y="31505"/>
                    <a:pt x="24648" y="31429"/>
                  </a:cubicBezTo>
                  <a:cubicBezTo>
                    <a:pt x="24749" y="31341"/>
                    <a:pt x="25355" y="31126"/>
                    <a:pt x="25962" y="30987"/>
                  </a:cubicBezTo>
                  <a:lnTo>
                    <a:pt x="28563" y="31240"/>
                  </a:lnTo>
                  <a:lnTo>
                    <a:pt x="28664" y="31151"/>
                  </a:lnTo>
                  <a:cubicBezTo>
                    <a:pt x="31366" y="28866"/>
                    <a:pt x="31366" y="28550"/>
                    <a:pt x="31366" y="28424"/>
                  </a:cubicBezTo>
                  <a:cubicBezTo>
                    <a:pt x="31416" y="28146"/>
                    <a:pt x="32464" y="26037"/>
                    <a:pt x="33449" y="24143"/>
                  </a:cubicBezTo>
                  <a:lnTo>
                    <a:pt x="34990" y="20494"/>
                  </a:lnTo>
                  <a:lnTo>
                    <a:pt x="35343" y="14787"/>
                  </a:lnTo>
                  <a:lnTo>
                    <a:pt x="31909" y="8663"/>
                  </a:lnTo>
                  <a:lnTo>
                    <a:pt x="30697" y="5683"/>
                  </a:lnTo>
                  <a:lnTo>
                    <a:pt x="30053" y="3662"/>
                  </a:lnTo>
                  <a:lnTo>
                    <a:pt x="2794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2" name="Google Shape;4412;p56"/>
            <p:cNvSpPr/>
            <p:nvPr/>
          </p:nvSpPr>
          <p:spPr>
            <a:xfrm>
              <a:off x="6575950" y="4616250"/>
              <a:ext cx="97550" cy="109575"/>
            </a:xfrm>
            <a:custGeom>
              <a:avLst/>
              <a:gdLst/>
              <a:ahLst/>
              <a:cxnLst/>
              <a:rect l="l" t="t" r="r" b="b"/>
              <a:pathLst>
                <a:path w="3902" h="4383" extrusionOk="0">
                  <a:moveTo>
                    <a:pt x="303" y="1"/>
                  </a:moveTo>
                  <a:lnTo>
                    <a:pt x="0" y="430"/>
                  </a:lnTo>
                  <a:lnTo>
                    <a:pt x="0" y="2955"/>
                  </a:lnTo>
                  <a:lnTo>
                    <a:pt x="1326" y="4382"/>
                  </a:lnTo>
                  <a:lnTo>
                    <a:pt x="3498" y="2753"/>
                  </a:lnTo>
                  <a:lnTo>
                    <a:pt x="3902" y="430"/>
                  </a:lnTo>
                  <a:lnTo>
                    <a:pt x="2273" y="1213"/>
                  </a:lnTo>
                  <a:lnTo>
                    <a:pt x="30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3" name="Google Shape;4413;p56"/>
            <p:cNvSpPr/>
            <p:nvPr/>
          </p:nvSpPr>
          <p:spPr>
            <a:xfrm>
              <a:off x="6568050" y="4609625"/>
              <a:ext cx="115875" cy="126600"/>
            </a:xfrm>
            <a:custGeom>
              <a:avLst/>
              <a:gdLst/>
              <a:ahLst/>
              <a:cxnLst/>
              <a:rect l="l" t="t" r="r" b="b"/>
              <a:pathLst>
                <a:path w="4635" h="5064" extrusionOk="0">
                  <a:moveTo>
                    <a:pt x="783" y="1"/>
                  </a:moveTo>
                  <a:lnTo>
                    <a:pt x="455" y="531"/>
                  </a:lnTo>
                  <a:lnTo>
                    <a:pt x="2564" y="1844"/>
                  </a:lnTo>
                  <a:lnTo>
                    <a:pt x="3814" y="1251"/>
                  </a:lnTo>
                  <a:lnTo>
                    <a:pt x="3536" y="2842"/>
                  </a:lnTo>
                  <a:lnTo>
                    <a:pt x="1680" y="4218"/>
                  </a:lnTo>
                  <a:lnTo>
                    <a:pt x="632" y="3094"/>
                  </a:lnTo>
                  <a:lnTo>
                    <a:pt x="632" y="695"/>
                  </a:lnTo>
                  <a:lnTo>
                    <a:pt x="0" y="695"/>
                  </a:lnTo>
                  <a:lnTo>
                    <a:pt x="0" y="3347"/>
                  </a:lnTo>
                  <a:lnTo>
                    <a:pt x="1592" y="5064"/>
                  </a:lnTo>
                  <a:lnTo>
                    <a:pt x="4104" y="3208"/>
                  </a:lnTo>
                  <a:lnTo>
                    <a:pt x="4635" y="139"/>
                  </a:lnTo>
                  <a:lnTo>
                    <a:pt x="2602" y="1124"/>
                  </a:lnTo>
                  <a:lnTo>
                    <a:pt x="78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4" name="Google Shape;4414;p56"/>
            <p:cNvSpPr/>
            <p:nvPr/>
          </p:nvSpPr>
          <p:spPr>
            <a:xfrm>
              <a:off x="6995150" y="4713800"/>
              <a:ext cx="195750" cy="190700"/>
            </a:xfrm>
            <a:custGeom>
              <a:avLst/>
              <a:gdLst/>
              <a:ahLst/>
              <a:cxnLst/>
              <a:rect l="l" t="t" r="r" b="b"/>
              <a:pathLst>
                <a:path w="7830" h="7628" extrusionOk="0">
                  <a:moveTo>
                    <a:pt x="6883" y="0"/>
                  </a:moveTo>
                  <a:lnTo>
                    <a:pt x="4648" y="1932"/>
                  </a:lnTo>
                  <a:lnTo>
                    <a:pt x="2615" y="2905"/>
                  </a:lnTo>
                  <a:lnTo>
                    <a:pt x="468" y="4660"/>
                  </a:lnTo>
                  <a:lnTo>
                    <a:pt x="1" y="5859"/>
                  </a:lnTo>
                  <a:lnTo>
                    <a:pt x="1958" y="7627"/>
                  </a:lnTo>
                  <a:lnTo>
                    <a:pt x="4471" y="4622"/>
                  </a:lnTo>
                  <a:lnTo>
                    <a:pt x="6921" y="2425"/>
                  </a:lnTo>
                  <a:lnTo>
                    <a:pt x="7830" y="1124"/>
                  </a:lnTo>
                  <a:lnTo>
                    <a:pt x="783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5" name="Google Shape;4415;p56"/>
            <p:cNvSpPr/>
            <p:nvPr/>
          </p:nvSpPr>
          <p:spPr>
            <a:xfrm>
              <a:off x="6985700" y="4705900"/>
              <a:ext cx="213100" cy="209650"/>
            </a:xfrm>
            <a:custGeom>
              <a:avLst/>
              <a:gdLst/>
              <a:ahLst/>
              <a:cxnLst/>
              <a:rect l="l" t="t" r="r" b="b"/>
              <a:pathLst>
                <a:path w="8524" h="8386" extrusionOk="0">
                  <a:moveTo>
                    <a:pt x="7905" y="632"/>
                  </a:moveTo>
                  <a:lnTo>
                    <a:pt x="7905" y="1339"/>
                  </a:lnTo>
                  <a:lnTo>
                    <a:pt x="7071" y="2526"/>
                  </a:lnTo>
                  <a:lnTo>
                    <a:pt x="4609" y="4736"/>
                  </a:lnTo>
                  <a:lnTo>
                    <a:pt x="2311" y="7489"/>
                  </a:lnTo>
                  <a:lnTo>
                    <a:pt x="758" y="6074"/>
                  </a:lnTo>
                  <a:lnTo>
                    <a:pt x="1111" y="5165"/>
                  </a:lnTo>
                  <a:lnTo>
                    <a:pt x="3169" y="3486"/>
                  </a:lnTo>
                  <a:lnTo>
                    <a:pt x="5165" y="2526"/>
                  </a:lnTo>
                  <a:lnTo>
                    <a:pt x="7387" y="632"/>
                  </a:lnTo>
                  <a:close/>
                  <a:moveTo>
                    <a:pt x="7147" y="1"/>
                  </a:moveTo>
                  <a:lnTo>
                    <a:pt x="4836" y="1971"/>
                  </a:lnTo>
                  <a:lnTo>
                    <a:pt x="2854" y="2943"/>
                  </a:lnTo>
                  <a:lnTo>
                    <a:pt x="568" y="4786"/>
                  </a:lnTo>
                  <a:lnTo>
                    <a:pt x="0" y="6251"/>
                  </a:lnTo>
                  <a:lnTo>
                    <a:pt x="2374" y="8385"/>
                  </a:lnTo>
                  <a:lnTo>
                    <a:pt x="5064" y="5165"/>
                  </a:lnTo>
                  <a:lnTo>
                    <a:pt x="7513" y="2981"/>
                  </a:lnTo>
                  <a:lnTo>
                    <a:pt x="8523" y="1541"/>
                  </a:lnTo>
                  <a:lnTo>
                    <a:pt x="852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6" name="Google Shape;4416;p56"/>
            <p:cNvSpPr/>
            <p:nvPr/>
          </p:nvSpPr>
          <p:spPr>
            <a:xfrm>
              <a:off x="7223700" y="4478300"/>
              <a:ext cx="126625" cy="235850"/>
            </a:xfrm>
            <a:custGeom>
              <a:avLst/>
              <a:gdLst/>
              <a:ahLst/>
              <a:cxnLst/>
              <a:rect l="l" t="t" r="r" b="b"/>
              <a:pathLst>
                <a:path w="5065" h="9434" extrusionOk="0">
                  <a:moveTo>
                    <a:pt x="607" y="1"/>
                  </a:moveTo>
                  <a:lnTo>
                    <a:pt x="1099" y="3334"/>
                  </a:lnTo>
                  <a:lnTo>
                    <a:pt x="1175" y="5557"/>
                  </a:lnTo>
                  <a:lnTo>
                    <a:pt x="266" y="5948"/>
                  </a:lnTo>
                  <a:lnTo>
                    <a:pt x="1087" y="7792"/>
                  </a:lnTo>
                  <a:cubicBezTo>
                    <a:pt x="1087" y="7792"/>
                    <a:pt x="1" y="8612"/>
                    <a:pt x="317" y="8827"/>
                  </a:cubicBezTo>
                  <a:cubicBezTo>
                    <a:pt x="569" y="9004"/>
                    <a:pt x="809" y="9206"/>
                    <a:pt x="1036" y="9433"/>
                  </a:cubicBezTo>
                  <a:lnTo>
                    <a:pt x="2640" y="7716"/>
                  </a:lnTo>
                  <a:lnTo>
                    <a:pt x="3448" y="5531"/>
                  </a:lnTo>
                  <a:lnTo>
                    <a:pt x="5064" y="5026"/>
                  </a:lnTo>
                  <a:lnTo>
                    <a:pt x="4092" y="4370"/>
                  </a:lnTo>
                  <a:lnTo>
                    <a:pt x="2791" y="4370"/>
                  </a:lnTo>
                  <a:lnTo>
                    <a:pt x="2665" y="733"/>
                  </a:lnTo>
                  <a:lnTo>
                    <a:pt x="60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7" name="Google Shape;4417;p56"/>
            <p:cNvSpPr/>
            <p:nvPr/>
          </p:nvSpPr>
          <p:spPr>
            <a:xfrm>
              <a:off x="7219600" y="4466625"/>
              <a:ext cx="149025" cy="258875"/>
            </a:xfrm>
            <a:custGeom>
              <a:avLst/>
              <a:gdLst/>
              <a:ahLst/>
              <a:cxnLst/>
              <a:rect l="l" t="t" r="r" b="b"/>
              <a:pathLst>
                <a:path w="5961" h="10355" extrusionOk="0">
                  <a:moveTo>
                    <a:pt x="1162" y="948"/>
                  </a:moveTo>
                  <a:lnTo>
                    <a:pt x="2526" y="1427"/>
                  </a:lnTo>
                  <a:lnTo>
                    <a:pt x="2652" y="5152"/>
                  </a:lnTo>
                  <a:lnTo>
                    <a:pt x="4155" y="5152"/>
                  </a:lnTo>
                  <a:lnTo>
                    <a:pt x="4509" y="5392"/>
                  </a:lnTo>
                  <a:lnTo>
                    <a:pt x="3372" y="5733"/>
                  </a:lnTo>
                  <a:lnTo>
                    <a:pt x="2539" y="8019"/>
                  </a:lnTo>
                  <a:lnTo>
                    <a:pt x="1188" y="9458"/>
                  </a:lnTo>
                  <a:cubicBezTo>
                    <a:pt x="1074" y="9344"/>
                    <a:pt x="922" y="9231"/>
                    <a:pt x="784" y="9117"/>
                  </a:cubicBezTo>
                  <a:cubicBezTo>
                    <a:pt x="973" y="8903"/>
                    <a:pt x="1200" y="8701"/>
                    <a:pt x="1440" y="8524"/>
                  </a:cubicBezTo>
                  <a:lnTo>
                    <a:pt x="1642" y="8360"/>
                  </a:lnTo>
                  <a:lnTo>
                    <a:pt x="847" y="6579"/>
                  </a:lnTo>
                  <a:lnTo>
                    <a:pt x="1667" y="6238"/>
                  </a:lnTo>
                  <a:lnTo>
                    <a:pt x="1566" y="3751"/>
                  </a:lnTo>
                  <a:lnTo>
                    <a:pt x="1162" y="948"/>
                  </a:lnTo>
                  <a:close/>
                  <a:moveTo>
                    <a:pt x="380" y="1"/>
                  </a:moveTo>
                  <a:lnTo>
                    <a:pt x="948" y="3814"/>
                  </a:lnTo>
                  <a:lnTo>
                    <a:pt x="1011" y="5822"/>
                  </a:lnTo>
                  <a:lnTo>
                    <a:pt x="1" y="6251"/>
                  </a:lnTo>
                  <a:lnTo>
                    <a:pt x="859" y="8158"/>
                  </a:lnTo>
                  <a:cubicBezTo>
                    <a:pt x="481" y="8473"/>
                    <a:pt x="114" y="8865"/>
                    <a:pt x="114" y="9193"/>
                  </a:cubicBezTo>
                  <a:cubicBezTo>
                    <a:pt x="114" y="9332"/>
                    <a:pt x="190" y="9471"/>
                    <a:pt x="304" y="9559"/>
                  </a:cubicBezTo>
                  <a:cubicBezTo>
                    <a:pt x="544" y="9723"/>
                    <a:pt x="771" y="9913"/>
                    <a:pt x="973" y="10127"/>
                  </a:cubicBezTo>
                  <a:lnTo>
                    <a:pt x="1200" y="10355"/>
                  </a:lnTo>
                  <a:lnTo>
                    <a:pt x="3044" y="8397"/>
                  </a:lnTo>
                  <a:lnTo>
                    <a:pt x="3852" y="6251"/>
                  </a:lnTo>
                  <a:lnTo>
                    <a:pt x="5961" y="5607"/>
                  </a:lnTo>
                  <a:lnTo>
                    <a:pt x="4357" y="4521"/>
                  </a:lnTo>
                  <a:lnTo>
                    <a:pt x="3258" y="4521"/>
                  </a:lnTo>
                  <a:lnTo>
                    <a:pt x="3132" y="973"/>
                  </a:lnTo>
                  <a:lnTo>
                    <a:pt x="3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8" name="Google Shape;4418;p56"/>
            <p:cNvSpPr/>
            <p:nvPr/>
          </p:nvSpPr>
          <p:spPr>
            <a:xfrm>
              <a:off x="6134625" y="2921400"/>
              <a:ext cx="43275" cy="96300"/>
            </a:xfrm>
            <a:custGeom>
              <a:avLst/>
              <a:gdLst/>
              <a:ahLst/>
              <a:cxnLst/>
              <a:rect l="l" t="t" r="r" b="b"/>
              <a:pathLst>
                <a:path w="1731" h="3852" extrusionOk="0">
                  <a:moveTo>
                    <a:pt x="1415" y="0"/>
                  </a:moveTo>
                  <a:lnTo>
                    <a:pt x="1" y="682"/>
                  </a:lnTo>
                  <a:lnTo>
                    <a:pt x="1" y="2627"/>
                  </a:lnTo>
                  <a:lnTo>
                    <a:pt x="1415" y="3852"/>
                  </a:lnTo>
                  <a:lnTo>
                    <a:pt x="1730" y="1920"/>
                  </a:lnTo>
                  <a:lnTo>
                    <a:pt x="141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9" name="Google Shape;4419;p56"/>
            <p:cNvSpPr/>
            <p:nvPr/>
          </p:nvSpPr>
          <p:spPr>
            <a:xfrm>
              <a:off x="6126725" y="2909725"/>
              <a:ext cx="59375" cy="122825"/>
            </a:xfrm>
            <a:custGeom>
              <a:avLst/>
              <a:gdLst/>
              <a:ahLst/>
              <a:cxnLst/>
              <a:rect l="l" t="t" r="r" b="b"/>
              <a:pathLst>
                <a:path w="2375" h="4913" extrusionOk="0">
                  <a:moveTo>
                    <a:pt x="1491" y="935"/>
                  </a:moveTo>
                  <a:lnTo>
                    <a:pt x="1731" y="2387"/>
                  </a:lnTo>
                  <a:lnTo>
                    <a:pt x="1516" y="3713"/>
                  </a:lnTo>
                  <a:lnTo>
                    <a:pt x="632" y="2955"/>
                  </a:lnTo>
                  <a:lnTo>
                    <a:pt x="632" y="1351"/>
                  </a:lnTo>
                  <a:lnTo>
                    <a:pt x="1491" y="935"/>
                  </a:lnTo>
                  <a:close/>
                  <a:moveTo>
                    <a:pt x="1983" y="0"/>
                  </a:moveTo>
                  <a:lnTo>
                    <a:pt x="1" y="960"/>
                  </a:lnTo>
                  <a:lnTo>
                    <a:pt x="1" y="3245"/>
                  </a:lnTo>
                  <a:lnTo>
                    <a:pt x="1958" y="4912"/>
                  </a:lnTo>
                  <a:lnTo>
                    <a:pt x="2375" y="2387"/>
                  </a:lnTo>
                  <a:lnTo>
                    <a:pt x="198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0" name="Google Shape;4420;p56"/>
            <p:cNvSpPr/>
            <p:nvPr/>
          </p:nvSpPr>
          <p:spPr>
            <a:xfrm>
              <a:off x="5917450" y="3060600"/>
              <a:ext cx="65350" cy="60650"/>
            </a:xfrm>
            <a:custGeom>
              <a:avLst/>
              <a:gdLst/>
              <a:ahLst/>
              <a:cxnLst/>
              <a:rect l="l" t="t" r="r" b="b"/>
              <a:pathLst>
                <a:path w="2614" h="2426" extrusionOk="0">
                  <a:moveTo>
                    <a:pt x="1099" y="1"/>
                  </a:moveTo>
                  <a:lnTo>
                    <a:pt x="0" y="1175"/>
                  </a:lnTo>
                  <a:lnTo>
                    <a:pt x="568" y="2425"/>
                  </a:lnTo>
                  <a:lnTo>
                    <a:pt x="1440" y="2425"/>
                  </a:lnTo>
                  <a:lnTo>
                    <a:pt x="2614" y="708"/>
                  </a:lnTo>
                  <a:lnTo>
                    <a:pt x="109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1" name="Google Shape;4421;p56"/>
            <p:cNvSpPr/>
            <p:nvPr/>
          </p:nvSpPr>
          <p:spPr>
            <a:xfrm>
              <a:off x="5908275" y="3050825"/>
              <a:ext cx="86225" cy="78325"/>
            </a:xfrm>
            <a:custGeom>
              <a:avLst/>
              <a:gdLst/>
              <a:ahLst/>
              <a:cxnLst/>
              <a:rect l="l" t="t" r="r" b="b"/>
              <a:pathLst>
                <a:path w="3449" h="3133" extrusionOk="0">
                  <a:moveTo>
                    <a:pt x="1541" y="771"/>
                  </a:moveTo>
                  <a:lnTo>
                    <a:pt x="2514" y="1225"/>
                  </a:lnTo>
                  <a:lnTo>
                    <a:pt x="1630" y="2501"/>
                  </a:lnTo>
                  <a:lnTo>
                    <a:pt x="1137" y="2501"/>
                  </a:lnTo>
                  <a:lnTo>
                    <a:pt x="746" y="1617"/>
                  </a:lnTo>
                  <a:lnTo>
                    <a:pt x="1541" y="771"/>
                  </a:lnTo>
                  <a:close/>
                  <a:moveTo>
                    <a:pt x="1390" y="1"/>
                  </a:moveTo>
                  <a:lnTo>
                    <a:pt x="1" y="1503"/>
                  </a:lnTo>
                  <a:lnTo>
                    <a:pt x="733" y="3132"/>
                  </a:lnTo>
                  <a:lnTo>
                    <a:pt x="1971" y="3132"/>
                  </a:lnTo>
                  <a:lnTo>
                    <a:pt x="3448" y="960"/>
                  </a:lnTo>
                  <a:lnTo>
                    <a:pt x="139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2" name="Google Shape;4422;p56"/>
            <p:cNvSpPr/>
            <p:nvPr/>
          </p:nvSpPr>
          <p:spPr>
            <a:xfrm>
              <a:off x="6168100" y="3083025"/>
              <a:ext cx="108300" cy="173650"/>
            </a:xfrm>
            <a:custGeom>
              <a:avLst/>
              <a:gdLst/>
              <a:ahLst/>
              <a:cxnLst/>
              <a:rect l="l" t="t" r="r" b="b"/>
              <a:pathLst>
                <a:path w="4332" h="6946" extrusionOk="0">
                  <a:moveTo>
                    <a:pt x="1578" y="0"/>
                  </a:moveTo>
                  <a:lnTo>
                    <a:pt x="707" y="1440"/>
                  </a:lnTo>
                  <a:lnTo>
                    <a:pt x="0" y="3132"/>
                  </a:lnTo>
                  <a:lnTo>
                    <a:pt x="783" y="5897"/>
                  </a:lnTo>
                  <a:lnTo>
                    <a:pt x="2399" y="5405"/>
                  </a:lnTo>
                  <a:lnTo>
                    <a:pt x="3472" y="6945"/>
                  </a:lnTo>
                  <a:lnTo>
                    <a:pt x="4331" y="5241"/>
                  </a:lnTo>
                  <a:lnTo>
                    <a:pt x="3472" y="3789"/>
                  </a:lnTo>
                  <a:lnTo>
                    <a:pt x="1818" y="2564"/>
                  </a:lnTo>
                  <a:lnTo>
                    <a:pt x="2399" y="1352"/>
                  </a:lnTo>
                  <a:lnTo>
                    <a:pt x="157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3" name="Google Shape;4423;p56"/>
            <p:cNvSpPr/>
            <p:nvPr/>
          </p:nvSpPr>
          <p:spPr>
            <a:xfrm>
              <a:off x="6159575" y="3067875"/>
              <a:ext cx="125650" cy="204275"/>
            </a:xfrm>
            <a:custGeom>
              <a:avLst/>
              <a:gdLst/>
              <a:ahLst/>
              <a:cxnLst/>
              <a:rect l="l" t="t" r="r" b="b"/>
              <a:pathLst>
                <a:path w="5026" h="8171" extrusionOk="0">
                  <a:moveTo>
                    <a:pt x="1932" y="1213"/>
                  </a:moveTo>
                  <a:lnTo>
                    <a:pt x="2399" y="1970"/>
                  </a:lnTo>
                  <a:lnTo>
                    <a:pt x="1768" y="3271"/>
                  </a:lnTo>
                  <a:lnTo>
                    <a:pt x="3574" y="4609"/>
                  </a:lnTo>
                  <a:lnTo>
                    <a:pt x="4319" y="5872"/>
                  </a:lnTo>
                  <a:lnTo>
                    <a:pt x="3763" y="6933"/>
                  </a:lnTo>
                  <a:lnTo>
                    <a:pt x="2866" y="5645"/>
                  </a:lnTo>
                  <a:lnTo>
                    <a:pt x="1351" y="6099"/>
                  </a:lnTo>
                  <a:lnTo>
                    <a:pt x="682" y="3763"/>
                  </a:lnTo>
                  <a:lnTo>
                    <a:pt x="1326" y="2197"/>
                  </a:lnTo>
                  <a:lnTo>
                    <a:pt x="1932" y="1213"/>
                  </a:lnTo>
                  <a:close/>
                  <a:moveTo>
                    <a:pt x="1907" y="0"/>
                  </a:moveTo>
                  <a:lnTo>
                    <a:pt x="758" y="1920"/>
                  </a:lnTo>
                  <a:lnTo>
                    <a:pt x="0" y="3725"/>
                  </a:lnTo>
                  <a:lnTo>
                    <a:pt x="909" y="6895"/>
                  </a:lnTo>
                  <a:lnTo>
                    <a:pt x="2614" y="6377"/>
                  </a:lnTo>
                  <a:lnTo>
                    <a:pt x="3851" y="8170"/>
                  </a:lnTo>
                  <a:lnTo>
                    <a:pt x="5026" y="5834"/>
                  </a:lnTo>
                  <a:lnTo>
                    <a:pt x="4079" y="4230"/>
                  </a:lnTo>
                  <a:lnTo>
                    <a:pt x="2551" y="3081"/>
                  </a:lnTo>
                  <a:lnTo>
                    <a:pt x="3094" y="1945"/>
                  </a:lnTo>
                  <a:lnTo>
                    <a:pt x="19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4" name="Google Shape;4424;p56"/>
            <p:cNvSpPr/>
            <p:nvPr/>
          </p:nvSpPr>
          <p:spPr>
            <a:xfrm>
              <a:off x="6241950" y="3244650"/>
              <a:ext cx="111475" cy="160375"/>
            </a:xfrm>
            <a:custGeom>
              <a:avLst/>
              <a:gdLst/>
              <a:ahLst/>
              <a:cxnLst/>
              <a:rect l="l" t="t" r="r" b="b"/>
              <a:pathLst>
                <a:path w="4459" h="6415" extrusionOk="0">
                  <a:moveTo>
                    <a:pt x="2248" y="0"/>
                  </a:moveTo>
                  <a:lnTo>
                    <a:pt x="1781" y="1693"/>
                  </a:lnTo>
                  <a:lnTo>
                    <a:pt x="2021" y="3069"/>
                  </a:lnTo>
                  <a:lnTo>
                    <a:pt x="518" y="3965"/>
                  </a:lnTo>
                  <a:lnTo>
                    <a:pt x="1" y="4281"/>
                  </a:lnTo>
                  <a:lnTo>
                    <a:pt x="1377" y="4912"/>
                  </a:lnTo>
                  <a:lnTo>
                    <a:pt x="2842" y="6415"/>
                  </a:lnTo>
                  <a:lnTo>
                    <a:pt x="4458" y="4912"/>
                  </a:lnTo>
                  <a:lnTo>
                    <a:pt x="3271" y="3208"/>
                  </a:lnTo>
                  <a:lnTo>
                    <a:pt x="3650" y="1541"/>
                  </a:lnTo>
                  <a:lnTo>
                    <a:pt x="224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5" name="Google Shape;4425;p56"/>
            <p:cNvSpPr/>
            <p:nvPr/>
          </p:nvSpPr>
          <p:spPr>
            <a:xfrm>
              <a:off x="6225225" y="3228550"/>
              <a:ext cx="138600" cy="187525"/>
            </a:xfrm>
            <a:custGeom>
              <a:avLst/>
              <a:gdLst/>
              <a:ahLst/>
              <a:cxnLst/>
              <a:rect l="l" t="t" r="r" b="b"/>
              <a:pathLst>
                <a:path w="5544" h="7501" extrusionOk="0">
                  <a:moveTo>
                    <a:pt x="3082" y="1276"/>
                  </a:moveTo>
                  <a:lnTo>
                    <a:pt x="3978" y="2273"/>
                  </a:lnTo>
                  <a:lnTo>
                    <a:pt x="3612" y="3915"/>
                  </a:lnTo>
                  <a:lnTo>
                    <a:pt x="4723" y="5519"/>
                  </a:lnTo>
                  <a:lnTo>
                    <a:pt x="3523" y="6617"/>
                  </a:lnTo>
                  <a:lnTo>
                    <a:pt x="2286" y="5342"/>
                  </a:lnTo>
                  <a:lnTo>
                    <a:pt x="1339" y="4887"/>
                  </a:lnTo>
                  <a:lnTo>
                    <a:pt x="3044" y="3877"/>
                  </a:lnTo>
                  <a:lnTo>
                    <a:pt x="2791" y="2362"/>
                  </a:lnTo>
                  <a:lnTo>
                    <a:pt x="3082" y="1276"/>
                  </a:lnTo>
                  <a:close/>
                  <a:moveTo>
                    <a:pt x="2766" y="1"/>
                  </a:moveTo>
                  <a:lnTo>
                    <a:pt x="2134" y="2324"/>
                  </a:lnTo>
                  <a:lnTo>
                    <a:pt x="2337" y="3549"/>
                  </a:lnTo>
                  <a:lnTo>
                    <a:pt x="1023" y="4344"/>
                  </a:lnTo>
                  <a:lnTo>
                    <a:pt x="1" y="4976"/>
                  </a:lnTo>
                  <a:lnTo>
                    <a:pt x="1857" y="5822"/>
                  </a:lnTo>
                  <a:lnTo>
                    <a:pt x="3498" y="7501"/>
                  </a:lnTo>
                  <a:lnTo>
                    <a:pt x="5544" y="5607"/>
                  </a:lnTo>
                  <a:lnTo>
                    <a:pt x="4281" y="3776"/>
                  </a:lnTo>
                  <a:lnTo>
                    <a:pt x="4660" y="2084"/>
                  </a:lnTo>
                  <a:lnTo>
                    <a:pt x="276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6" name="Google Shape;4426;p56"/>
            <p:cNvSpPr/>
            <p:nvPr/>
          </p:nvSpPr>
          <p:spPr>
            <a:xfrm>
              <a:off x="6323400" y="2434950"/>
              <a:ext cx="220375" cy="347575"/>
            </a:xfrm>
            <a:custGeom>
              <a:avLst/>
              <a:gdLst/>
              <a:ahLst/>
              <a:cxnLst/>
              <a:rect l="l" t="t" r="r" b="b"/>
              <a:pathLst>
                <a:path w="8815" h="13903" extrusionOk="0">
                  <a:moveTo>
                    <a:pt x="7766" y="0"/>
                  </a:moveTo>
                  <a:lnTo>
                    <a:pt x="6718" y="392"/>
                  </a:lnTo>
                  <a:lnTo>
                    <a:pt x="6301" y="2235"/>
                  </a:lnTo>
                  <a:lnTo>
                    <a:pt x="6150" y="4836"/>
                  </a:lnTo>
                  <a:lnTo>
                    <a:pt x="4433" y="5960"/>
                  </a:lnTo>
                  <a:lnTo>
                    <a:pt x="3877" y="7337"/>
                  </a:lnTo>
                  <a:lnTo>
                    <a:pt x="2248" y="7425"/>
                  </a:lnTo>
                  <a:lnTo>
                    <a:pt x="847" y="9104"/>
                  </a:lnTo>
                  <a:lnTo>
                    <a:pt x="1" y="10367"/>
                  </a:lnTo>
                  <a:lnTo>
                    <a:pt x="1187" y="12640"/>
                  </a:lnTo>
                  <a:lnTo>
                    <a:pt x="1932" y="13903"/>
                  </a:lnTo>
                  <a:lnTo>
                    <a:pt x="2652" y="11478"/>
                  </a:lnTo>
                  <a:lnTo>
                    <a:pt x="2248" y="10304"/>
                  </a:lnTo>
                  <a:lnTo>
                    <a:pt x="4256" y="9799"/>
                  </a:lnTo>
                  <a:lnTo>
                    <a:pt x="6011" y="9799"/>
                  </a:lnTo>
                  <a:lnTo>
                    <a:pt x="8814" y="7576"/>
                  </a:lnTo>
                  <a:lnTo>
                    <a:pt x="8499" y="4660"/>
                  </a:lnTo>
                  <a:lnTo>
                    <a:pt x="8814" y="2639"/>
                  </a:lnTo>
                  <a:lnTo>
                    <a:pt x="776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7" name="Google Shape;4427;p56"/>
            <p:cNvSpPr/>
            <p:nvPr/>
          </p:nvSpPr>
          <p:spPr>
            <a:xfrm>
              <a:off x="6314250" y="2424850"/>
              <a:ext cx="238050" cy="377575"/>
            </a:xfrm>
            <a:custGeom>
              <a:avLst/>
              <a:gdLst/>
              <a:ahLst/>
              <a:cxnLst/>
              <a:rect l="l" t="t" r="r" b="b"/>
              <a:pathLst>
                <a:path w="9522" h="15103" extrusionOk="0">
                  <a:moveTo>
                    <a:pt x="7955" y="808"/>
                  </a:moveTo>
                  <a:lnTo>
                    <a:pt x="8852" y="3069"/>
                  </a:lnTo>
                  <a:lnTo>
                    <a:pt x="8536" y="5051"/>
                  </a:lnTo>
                  <a:lnTo>
                    <a:pt x="8852" y="7842"/>
                  </a:lnTo>
                  <a:lnTo>
                    <a:pt x="6263" y="9887"/>
                  </a:lnTo>
                  <a:lnTo>
                    <a:pt x="4622" y="9887"/>
                  </a:lnTo>
                  <a:lnTo>
                    <a:pt x="2210" y="10493"/>
                  </a:lnTo>
                  <a:lnTo>
                    <a:pt x="2690" y="11895"/>
                  </a:lnTo>
                  <a:lnTo>
                    <a:pt x="2197" y="13536"/>
                  </a:lnTo>
                  <a:lnTo>
                    <a:pt x="1844" y="12905"/>
                  </a:lnTo>
                  <a:lnTo>
                    <a:pt x="733" y="10784"/>
                  </a:lnTo>
                  <a:lnTo>
                    <a:pt x="1478" y="9710"/>
                  </a:lnTo>
                  <a:lnTo>
                    <a:pt x="2778" y="8132"/>
                  </a:lnTo>
                  <a:lnTo>
                    <a:pt x="4470" y="8044"/>
                  </a:lnTo>
                  <a:lnTo>
                    <a:pt x="5064" y="6579"/>
                  </a:lnTo>
                  <a:lnTo>
                    <a:pt x="6819" y="5417"/>
                  </a:lnTo>
                  <a:lnTo>
                    <a:pt x="6983" y="2715"/>
                  </a:lnTo>
                  <a:lnTo>
                    <a:pt x="7349" y="1036"/>
                  </a:lnTo>
                  <a:lnTo>
                    <a:pt x="7955" y="808"/>
                  </a:lnTo>
                  <a:close/>
                  <a:moveTo>
                    <a:pt x="8309" y="0"/>
                  </a:moveTo>
                  <a:lnTo>
                    <a:pt x="6806" y="556"/>
                  </a:lnTo>
                  <a:lnTo>
                    <a:pt x="6364" y="2627"/>
                  </a:lnTo>
                  <a:lnTo>
                    <a:pt x="6200" y="5064"/>
                  </a:lnTo>
                  <a:lnTo>
                    <a:pt x="4546" y="6162"/>
                  </a:lnTo>
                  <a:lnTo>
                    <a:pt x="4028" y="7450"/>
                  </a:lnTo>
                  <a:lnTo>
                    <a:pt x="2463" y="7526"/>
                  </a:lnTo>
                  <a:lnTo>
                    <a:pt x="973" y="9319"/>
                  </a:lnTo>
                  <a:lnTo>
                    <a:pt x="0" y="10758"/>
                  </a:lnTo>
                  <a:lnTo>
                    <a:pt x="1276" y="13208"/>
                  </a:lnTo>
                  <a:lnTo>
                    <a:pt x="2387" y="15102"/>
                  </a:lnTo>
                  <a:lnTo>
                    <a:pt x="3347" y="11870"/>
                  </a:lnTo>
                  <a:lnTo>
                    <a:pt x="3031" y="10923"/>
                  </a:lnTo>
                  <a:lnTo>
                    <a:pt x="4660" y="10506"/>
                  </a:lnTo>
                  <a:lnTo>
                    <a:pt x="6491" y="10506"/>
                  </a:lnTo>
                  <a:lnTo>
                    <a:pt x="9521" y="8119"/>
                  </a:lnTo>
                  <a:lnTo>
                    <a:pt x="9180" y="5076"/>
                  </a:lnTo>
                  <a:lnTo>
                    <a:pt x="9509" y="3005"/>
                  </a:lnTo>
                  <a:lnTo>
                    <a:pt x="830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8" name="Google Shape;4428;p56"/>
            <p:cNvSpPr/>
            <p:nvPr/>
          </p:nvSpPr>
          <p:spPr>
            <a:xfrm>
              <a:off x="6470500" y="2285950"/>
              <a:ext cx="89675" cy="141450"/>
            </a:xfrm>
            <a:custGeom>
              <a:avLst/>
              <a:gdLst/>
              <a:ahLst/>
              <a:cxnLst/>
              <a:rect l="l" t="t" r="r" b="b"/>
              <a:pathLst>
                <a:path w="3587" h="5658" extrusionOk="0">
                  <a:moveTo>
                    <a:pt x="266" y="0"/>
                  </a:moveTo>
                  <a:lnTo>
                    <a:pt x="1" y="897"/>
                  </a:lnTo>
                  <a:lnTo>
                    <a:pt x="380" y="2677"/>
                  </a:lnTo>
                  <a:lnTo>
                    <a:pt x="76" y="3940"/>
                  </a:lnTo>
                  <a:lnTo>
                    <a:pt x="342" y="5657"/>
                  </a:lnTo>
                  <a:lnTo>
                    <a:pt x="2021" y="5657"/>
                  </a:lnTo>
                  <a:lnTo>
                    <a:pt x="1554" y="3801"/>
                  </a:lnTo>
                  <a:lnTo>
                    <a:pt x="1554" y="3801"/>
                  </a:lnTo>
                  <a:lnTo>
                    <a:pt x="2943" y="4420"/>
                  </a:lnTo>
                  <a:lnTo>
                    <a:pt x="3587" y="2677"/>
                  </a:lnTo>
                  <a:lnTo>
                    <a:pt x="3587" y="1566"/>
                  </a:lnTo>
                  <a:lnTo>
                    <a:pt x="1832" y="821"/>
                  </a:lnTo>
                  <a:lnTo>
                    <a:pt x="26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9" name="Google Shape;4429;p56"/>
            <p:cNvSpPr/>
            <p:nvPr/>
          </p:nvSpPr>
          <p:spPr>
            <a:xfrm>
              <a:off x="6462300" y="2274900"/>
              <a:ext cx="105775" cy="160375"/>
            </a:xfrm>
            <a:custGeom>
              <a:avLst/>
              <a:gdLst/>
              <a:ahLst/>
              <a:cxnLst/>
              <a:rect l="l" t="t" r="r" b="b"/>
              <a:pathLst>
                <a:path w="4231" h="6415" extrusionOk="0">
                  <a:moveTo>
                    <a:pt x="783" y="897"/>
                  </a:moveTo>
                  <a:lnTo>
                    <a:pt x="2033" y="1541"/>
                  </a:lnTo>
                  <a:lnTo>
                    <a:pt x="3599" y="2210"/>
                  </a:lnTo>
                  <a:lnTo>
                    <a:pt x="3599" y="3069"/>
                  </a:lnTo>
                  <a:lnTo>
                    <a:pt x="3094" y="4432"/>
                  </a:lnTo>
                  <a:lnTo>
                    <a:pt x="1427" y="3700"/>
                  </a:lnTo>
                  <a:lnTo>
                    <a:pt x="1945" y="5784"/>
                  </a:lnTo>
                  <a:lnTo>
                    <a:pt x="935" y="5784"/>
                  </a:lnTo>
                  <a:lnTo>
                    <a:pt x="733" y="4395"/>
                  </a:lnTo>
                  <a:lnTo>
                    <a:pt x="1036" y="3119"/>
                  </a:lnTo>
                  <a:lnTo>
                    <a:pt x="657" y="1352"/>
                  </a:lnTo>
                  <a:lnTo>
                    <a:pt x="783" y="897"/>
                  </a:lnTo>
                  <a:close/>
                  <a:moveTo>
                    <a:pt x="392" y="0"/>
                  </a:moveTo>
                  <a:lnTo>
                    <a:pt x="0" y="1326"/>
                  </a:lnTo>
                  <a:lnTo>
                    <a:pt x="379" y="3119"/>
                  </a:lnTo>
                  <a:lnTo>
                    <a:pt x="89" y="4369"/>
                  </a:lnTo>
                  <a:lnTo>
                    <a:pt x="404" y="6415"/>
                  </a:lnTo>
                  <a:lnTo>
                    <a:pt x="2753" y="6415"/>
                  </a:lnTo>
                  <a:lnTo>
                    <a:pt x="2336" y="4799"/>
                  </a:lnTo>
                  <a:lnTo>
                    <a:pt x="2336" y="4799"/>
                  </a:lnTo>
                  <a:lnTo>
                    <a:pt x="3448" y="5291"/>
                  </a:lnTo>
                  <a:lnTo>
                    <a:pt x="4205" y="3233"/>
                  </a:lnTo>
                  <a:lnTo>
                    <a:pt x="4230" y="1793"/>
                  </a:lnTo>
                  <a:lnTo>
                    <a:pt x="2299" y="985"/>
                  </a:lnTo>
                  <a:lnTo>
                    <a:pt x="39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0" name="Google Shape;4430;p56"/>
            <p:cNvSpPr/>
            <p:nvPr/>
          </p:nvSpPr>
          <p:spPr>
            <a:xfrm>
              <a:off x="6378950" y="1950375"/>
              <a:ext cx="126300" cy="303725"/>
            </a:xfrm>
            <a:custGeom>
              <a:avLst/>
              <a:gdLst/>
              <a:ahLst/>
              <a:cxnLst/>
              <a:rect l="l" t="t" r="r" b="b"/>
              <a:pathLst>
                <a:path w="5052" h="12149" extrusionOk="0">
                  <a:moveTo>
                    <a:pt x="708" y="1"/>
                  </a:moveTo>
                  <a:lnTo>
                    <a:pt x="1" y="1365"/>
                  </a:lnTo>
                  <a:lnTo>
                    <a:pt x="1428" y="5456"/>
                  </a:lnTo>
                  <a:lnTo>
                    <a:pt x="2211" y="7021"/>
                  </a:lnTo>
                  <a:lnTo>
                    <a:pt x="2211" y="8676"/>
                  </a:lnTo>
                  <a:lnTo>
                    <a:pt x="3271" y="12148"/>
                  </a:lnTo>
                  <a:lnTo>
                    <a:pt x="5052" y="12148"/>
                  </a:lnTo>
                  <a:lnTo>
                    <a:pt x="4168" y="8878"/>
                  </a:lnTo>
                  <a:lnTo>
                    <a:pt x="5052" y="8398"/>
                  </a:lnTo>
                  <a:lnTo>
                    <a:pt x="3360" y="5317"/>
                  </a:lnTo>
                  <a:lnTo>
                    <a:pt x="2185" y="2198"/>
                  </a:lnTo>
                  <a:lnTo>
                    <a:pt x="70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1" name="Google Shape;4431;p56"/>
            <p:cNvSpPr/>
            <p:nvPr/>
          </p:nvSpPr>
          <p:spPr>
            <a:xfrm>
              <a:off x="6370425" y="1934925"/>
              <a:ext cx="145575" cy="327050"/>
            </a:xfrm>
            <a:custGeom>
              <a:avLst/>
              <a:gdLst/>
              <a:ahLst/>
              <a:cxnLst/>
              <a:rect l="l" t="t" r="r" b="b"/>
              <a:pathLst>
                <a:path w="5823" h="13082" extrusionOk="0">
                  <a:moveTo>
                    <a:pt x="1074" y="1238"/>
                  </a:moveTo>
                  <a:lnTo>
                    <a:pt x="2249" y="2968"/>
                  </a:lnTo>
                  <a:lnTo>
                    <a:pt x="3423" y="6086"/>
                  </a:lnTo>
                  <a:lnTo>
                    <a:pt x="4963" y="8890"/>
                  </a:lnTo>
                  <a:lnTo>
                    <a:pt x="4143" y="9344"/>
                  </a:lnTo>
                  <a:lnTo>
                    <a:pt x="4976" y="12450"/>
                  </a:lnTo>
                  <a:lnTo>
                    <a:pt x="3852" y="12450"/>
                  </a:lnTo>
                  <a:lnTo>
                    <a:pt x="2867" y="9243"/>
                  </a:lnTo>
                  <a:lnTo>
                    <a:pt x="2867" y="7564"/>
                  </a:lnTo>
                  <a:lnTo>
                    <a:pt x="2072" y="5960"/>
                  </a:lnTo>
                  <a:lnTo>
                    <a:pt x="683" y="2008"/>
                  </a:lnTo>
                  <a:lnTo>
                    <a:pt x="1074" y="1238"/>
                  </a:lnTo>
                  <a:close/>
                  <a:moveTo>
                    <a:pt x="998" y="0"/>
                  </a:moveTo>
                  <a:lnTo>
                    <a:pt x="1" y="1957"/>
                  </a:lnTo>
                  <a:lnTo>
                    <a:pt x="1491" y="6213"/>
                  </a:lnTo>
                  <a:lnTo>
                    <a:pt x="2236" y="7715"/>
                  </a:lnTo>
                  <a:lnTo>
                    <a:pt x="2236" y="9294"/>
                  </a:lnTo>
                  <a:lnTo>
                    <a:pt x="3385" y="13082"/>
                  </a:lnTo>
                  <a:lnTo>
                    <a:pt x="5797" y="13082"/>
                  </a:lnTo>
                  <a:lnTo>
                    <a:pt x="4875" y="9660"/>
                  </a:lnTo>
                  <a:lnTo>
                    <a:pt x="5822" y="9142"/>
                  </a:lnTo>
                  <a:lnTo>
                    <a:pt x="3991" y="5834"/>
                  </a:lnTo>
                  <a:lnTo>
                    <a:pt x="2829" y="2715"/>
                  </a:lnTo>
                  <a:lnTo>
                    <a:pt x="99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2" name="Google Shape;4432;p56"/>
            <p:cNvSpPr/>
            <p:nvPr/>
          </p:nvSpPr>
          <p:spPr>
            <a:xfrm>
              <a:off x="5626075" y="893825"/>
              <a:ext cx="145875" cy="113350"/>
            </a:xfrm>
            <a:custGeom>
              <a:avLst/>
              <a:gdLst/>
              <a:ahLst/>
              <a:cxnLst/>
              <a:rect l="l" t="t" r="r" b="b"/>
              <a:pathLst>
                <a:path w="5835" h="4534" extrusionOk="0">
                  <a:moveTo>
                    <a:pt x="4142" y="0"/>
                  </a:moveTo>
                  <a:lnTo>
                    <a:pt x="2362" y="796"/>
                  </a:lnTo>
                  <a:lnTo>
                    <a:pt x="480" y="796"/>
                  </a:lnTo>
                  <a:lnTo>
                    <a:pt x="0" y="2425"/>
                  </a:lnTo>
                  <a:lnTo>
                    <a:pt x="2362" y="4533"/>
                  </a:lnTo>
                  <a:lnTo>
                    <a:pt x="4458" y="3334"/>
                  </a:lnTo>
                  <a:lnTo>
                    <a:pt x="5834" y="2273"/>
                  </a:lnTo>
                  <a:lnTo>
                    <a:pt x="5834" y="480"/>
                  </a:lnTo>
                  <a:lnTo>
                    <a:pt x="414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3" name="Google Shape;4433;p56"/>
            <p:cNvSpPr/>
            <p:nvPr/>
          </p:nvSpPr>
          <p:spPr>
            <a:xfrm>
              <a:off x="5617225" y="885625"/>
              <a:ext cx="162600" cy="131025"/>
            </a:xfrm>
            <a:custGeom>
              <a:avLst/>
              <a:gdLst/>
              <a:ahLst/>
              <a:cxnLst/>
              <a:rect l="l" t="t" r="r" b="b"/>
              <a:pathLst>
                <a:path w="6504" h="5241" extrusionOk="0">
                  <a:moveTo>
                    <a:pt x="4521" y="657"/>
                  </a:moveTo>
                  <a:lnTo>
                    <a:pt x="5872" y="1048"/>
                  </a:lnTo>
                  <a:lnTo>
                    <a:pt x="5872" y="2437"/>
                  </a:lnTo>
                  <a:lnTo>
                    <a:pt x="4660" y="3371"/>
                  </a:lnTo>
                  <a:lnTo>
                    <a:pt x="2766" y="4470"/>
                  </a:lnTo>
                  <a:lnTo>
                    <a:pt x="708" y="2652"/>
                  </a:lnTo>
                  <a:lnTo>
                    <a:pt x="1074" y="1452"/>
                  </a:lnTo>
                  <a:lnTo>
                    <a:pt x="2728" y="1452"/>
                  </a:lnTo>
                  <a:lnTo>
                    <a:pt x="4521" y="657"/>
                  </a:lnTo>
                  <a:close/>
                  <a:moveTo>
                    <a:pt x="4471" y="0"/>
                  </a:moveTo>
                  <a:lnTo>
                    <a:pt x="2653" y="821"/>
                  </a:lnTo>
                  <a:lnTo>
                    <a:pt x="607" y="821"/>
                  </a:lnTo>
                  <a:lnTo>
                    <a:pt x="1" y="2854"/>
                  </a:lnTo>
                  <a:lnTo>
                    <a:pt x="2678" y="5240"/>
                  </a:lnTo>
                  <a:lnTo>
                    <a:pt x="5001" y="3902"/>
                  </a:lnTo>
                  <a:lnTo>
                    <a:pt x="6504" y="2753"/>
                  </a:lnTo>
                  <a:lnTo>
                    <a:pt x="6504" y="581"/>
                  </a:lnTo>
                  <a:lnTo>
                    <a:pt x="447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4" name="Google Shape;4434;p56"/>
            <p:cNvSpPr/>
            <p:nvPr/>
          </p:nvSpPr>
          <p:spPr>
            <a:xfrm>
              <a:off x="5828725" y="897925"/>
              <a:ext cx="80850" cy="36650"/>
            </a:xfrm>
            <a:custGeom>
              <a:avLst/>
              <a:gdLst/>
              <a:ahLst/>
              <a:cxnLst/>
              <a:rect l="l" t="t" r="r" b="b"/>
              <a:pathLst>
                <a:path w="3234" h="1466" extrusionOk="0">
                  <a:moveTo>
                    <a:pt x="1" y="1"/>
                  </a:moveTo>
                  <a:lnTo>
                    <a:pt x="885" y="1465"/>
                  </a:lnTo>
                  <a:lnTo>
                    <a:pt x="3233" y="733"/>
                  </a:lnTo>
                  <a:lnTo>
                    <a:pt x="235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5" name="Google Shape;4435;p56"/>
            <p:cNvSpPr/>
            <p:nvPr/>
          </p:nvSpPr>
          <p:spPr>
            <a:xfrm>
              <a:off x="5814525" y="890350"/>
              <a:ext cx="111475" cy="53700"/>
            </a:xfrm>
            <a:custGeom>
              <a:avLst/>
              <a:gdLst/>
              <a:ahLst/>
              <a:cxnLst/>
              <a:rect l="l" t="t" r="r" b="b"/>
              <a:pathLst>
                <a:path w="4459" h="2148" extrusionOk="0">
                  <a:moveTo>
                    <a:pt x="2804" y="632"/>
                  </a:moveTo>
                  <a:lnTo>
                    <a:pt x="3157" y="922"/>
                  </a:lnTo>
                  <a:lnTo>
                    <a:pt x="1604" y="1402"/>
                  </a:lnTo>
                  <a:lnTo>
                    <a:pt x="1125" y="632"/>
                  </a:lnTo>
                  <a:close/>
                  <a:moveTo>
                    <a:pt x="1" y="0"/>
                  </a:moveTo>
                  <a:lnTo>
                    <a:pt x="1314" y="2147"/>
                  </a:lnTo>
                  <a:lnTo>
                    <a:pt x="4458" y="1175"/>
                  </a:lnTo>
                  <a:lnTo>
                    <a:pt x="303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6" name="Google Shape;4436;p56"/>
            <p:cNvSpPr/>
            <p:nvPr/>
          </p:nvSpPr>
          <p:spPr>
            <a:xfrm>
              <a:off x="5765925" y="1013475"/>
              <a:ext cx="80825" cy="48625"/>
            </a:xfrm>
            <a:custGeom>
              <a:avLst/>
              <a:gdLst/>
              <a:ahLst/>
              <a:cxnLst/>
              <a:rect l="l" t="t" r="r" b="b"/>
              <a:pathLst>
                <a:path w="3233" h="1945" extrusionOk="0">
                  <a:moveTo>
                    <a:pt x="0" y="0"/>
                  </a:moveTo>
                  <a:lnTo>
                    <a:pt x="871" y="1945"/>
                  </a:lnTo>
                  <a:lnTo>
                    <a:pt x="3233" y="972"/>
                  </a:lnTo>
                  <a:lnTo>
                    <a:pt x="1616" y="164"/>
                  </a:lnTo>
                  <a:lnTo>
                    <a:pt x="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7" name="Google Shape;4437;p56"/>
            <p:cNvSpPr/>
            <p:nvPr/>
          </p:nvSpPr>
          <p:spPr>
            <a:xfrm>
              <a:off x="5752975" y="1004300"/>
              <a:ext cx="113025" cy="68225"/>
            </a:xfrm>
            <a:custGeom>
              <a:avLst/>
              <a:gdLst/>
              <a:ahLst/>
              <a:cxnLst/>
              <a:rect l="l" t="t" r="r" b="b"/>
              <a:pathLst>
                <a:path w="4521" h="2729" extrusionOk="0">
                  <a:moveTo>
                    <a:pt x="1023" y="733"/>
                  </a:moveTo>
                  <a:lnTo>
                    <a:pt x="2046" y="847"/>
                  </a:lnTo>
                  <a:lnTo>
                    <a:pt x="2993" y="1314"/>
                  </a:lnTo>
                  <a:lnTo>
                    <a:pt x="1554" y="1908"/>
                  </a:lnTo>
                  <a:lnTo>
                    <a:pt x="1023" y="733"/>
                  </a:lnTo>
                  <a:close/>
                  <a:moveTo>
                    <a:pt x="0" y="1"/>
                  </a:moveTo>
                  <a:lnTo>
                    <a:pt x="1225" y="2728"/>
                  </a:lnTo>
                  <a:lnTo>
                    <a:pt x="4521" y="1365"/>
                  </a:lnTo>
                  <a:lnTo>
                    <a:pt x="2273" y="253"/>
                  </a:lnTo>
                  <a:lnTo>
                    <a:pt x="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8" name="Google Shape;4438;p56"/>
            <p:cNvSpPr/>
            <p:nvPr/>
          </p:nvSpPr>
          <p:spPr>
            <a:xfrm>
              <a:off x="4952100" y="890350"/>
              <a:ext cx="78950" cy="112725"/>
            </a:xfrm>
            <a:custGeom>
              <a:avLst/>
              <a:gdLst/>
              <a:ahLst/>
              <a:cxnLst/>
              <a:rect l="l" t="t" r="r" b="b"/>
              <a:pathLst>
                <a:path w="3158" h="4509" extrusionOk="0">
                  <a:moveTo>
                    <a:pt x="1" y="0"/>
                  </a:moveTo>
                  <a:lnTo>
                    <a:pt x="1" y="1882"/>
                  </a:lnTo>
                  <a:lnTo>
                    <a:pt x="960" y="4508"/>
                  </a:lnTo>
                  <a:lnTo>
                    <a:pt x="3157" y="2576"/>
                  </a:lnTo>
                  <a:lnTo>
                    <a:pt x="3157" y="1251"/>
                  </a:lnTo>
                  <a:lnTo>
                    <a:pt x="1"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9" name="Google Shape;4439;p56"/>
            <p:cNvSpPr/>
            <p:nvPr/>
          </p:nvSpPr>
          <p:spPr>
            <a:xfrm>
              <a:off x="4944200" y="878675"/>
              <a:ext cx="94750" cy="137975"/>
            </a:xfrm>
            <a:custGeom>
              <a:avLst/>
              <a:gdLst/>
              <a:ahLst/>
              <a:cxnLst/>
              <a:rect l="l" t="t" r="r" b="b"/>
              <a:pathLst>
                <a:path w="3790" h="5519" extrusionOk="0">
                  <a:moveTo>
                    <a:pt x="620" y="922"/>
                  </a:moveTo>
                  <a:lnTo>
                    <a:pt x="3145" y="1932"/>
                  </a:lnTo>
                  <a:lnTo>
                    <a:pt x="3145" y="2892"/>
                  </a:lnTo>
                  <a:lnTo>
                    <a:pt x="1415" y="4432"/>
                  </a:lnTo>
                  <a:lnTo>
                    <a:pt x="632" y="2298"/>
                  </a:lnTo>
                  <a:lnTo>
                    <a:pt x="620" y="922"/>
                  </a:lnTo>
                  <a:close/>
                  <a:moveTo>
                    <a:pt x="1" y="0"/>
                  </a:moveTo>
                  <a:lnTo>
                    <a:pt x="1" y="2349"/>
                  </a:lnTo>
                  <a:lnTo>
                    <a:pt x="1137" y="5518"/>
                  </a:lnTo>
                  <a:lnTo>
                    <a:pt x="3789" y="3182"/>
                  </a:lnTo>
                  <a:lnTo>
                    <a:pt x="3789" y="1503"/>
                  </a:lnTo>
                  <a:lnTo>
                    <a:pt x="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0" name="Google Shape;4440;p56"/>
            <p:cNvSpPr/>
            <p:nvPr/>
          </p:nvSpPr>
          <p:spPr>
            <a:xfrm>
              <a:off x="4770275" y="799125"/>
              <a:ext cx="164800" cy="161950"/>
            </a:xfrm>
            <a:custGeom>
              <a:avLst/>
              <a:gdLst/>
              <a:ahLst/>
              <a:cxnLst/>
              <a:rect l="l" t="t" r="r" b="b"/>
              <a:pathLst>
                <a:path w="6592" h="6478" extrusionOk="0">
                  <a:moveTo>
                    <a:pt x="1049" y="0"/>
                  </a:moveTo>
                  <a:lnTo>
                    <a:pt x="0" y="1856"/>
                  </a:lnTo>
                  <a:lnTo>
                    <a:pt x="948" y="4546"/>
                  </a:lnTo>
                  <a:lnTo>
                    <a:pt x="2539" y="6478"/>
                  </a:lnTo>
                  <a:lnTo>
                    <a:pt x="5064" y="6478"/>
                  </a:lnTo>
                  <a:lnTo>
                    <a:pt x="6592" y="6213"/>
                  </a:lnTo>
                  <a:lnTo>
                    <a:pt x="5695" y="3801"/>
                  </a:lnTo>
                  <a:lnTo>
                    <a:pt x="3296" y="2500"/>
                  </a:lnTo>
                  <a:lnTo>
                    <a:pt x="104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1" name="Google Shape;4441;p56"/>
            <p:cNvSpPr/>
            <p:nvPr/>
          </p:nvSpPr>
          <p:spPr>
            <a:xfrm>
              <a:off x="4761750" y="785550"/>
              <a:ext cx="184075" cy="183425"/>
            </a:xfrm>
            <a:custGeom>
              <a:avLst/>
              <a:gdLst/>
              <a:ahLst/>
              <a:cxnLst/>
              <a:rect l="l" t="t" r="r" b="b"/>
              <a:pathLst>
                <a:path w="7363" h="7337" extrusionOk="0">
                  <a:moveTo>
                    <a:pt x="1453" y="1074"/>
                  </a:moveTo>
                  <a:lnTo>
                    <a:pt x="3410" y="3245"/>
                  </a:lnTo>
                  <a:lnTo>
                    <a:pt x="5784" y="4559"/>
                  </a:lnTo>
                  <a:lnTo>
                    <a:pt x="6503" y="6516"/>
                  </a:lnTo>
                  <a:lnTo>
                    <a:pt x="5405" y="6705"/>
                  </a:lnTo>
                  <a:lnTo>
                    <a:pt x="3031" y="6705"/>
                  </a:lnTo>
                  <a:lnTo>
                    <a:pt x="1566" y="4937"/>
                  </a:lnTo>
                  <a:lnTo>
                    <a:pt x="695" y="2425"/>
                  </a:lnTo>
                  <a:lnTo>
                    <a:pt x="1453" y="1074"/>
                  </a:lnTo>
                  <a:close/>
                  <a:moveTo>
                    <a:pt x="1326" y="0"/>
                  </a:moveTo>
                  <a:lnTo>
                    <a:pt x="1" y="2374"/>
                  </a:lnTo>
                  <a:lnTo>
                    <a:pt x="985" y="5203"/>
                  </a:lnTo>
                  <a:lnTo>
                    <a:pt x="2728" y="7337"/>
                  </a:lnTo>
                  <a:lnTo>
                    <a:pt x="5468" y="7337"/>
                  </a:lnTo>
                  <a:lnTo>
                    <a:pt x="7362" y="7008"/>
                  </a:lnTo>
                  <a:lnTo>
                    <a:pt x="6289" y="4129"/>
                  </a:lnTo>
                  <a:lnTo>
                    <a:pt x="3839" y="2791"/>
                  </a:lnTo>
                  <a:lnTo>
                    <a:pt x="132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2" name="Google Shape;4442;p56"/>
            <p:cNvSpPr/>
            <p:nvPr/>
          </p:nvSpPr>
          <p:spPr>
            <a:xfrm>
              <a:off x="4392100" y="1174150"/>
              <a:ext cx="165750" cy="386075"/>
            </a:xfrm>
            <a:custGeom>
              <a:avLst/>
              <a:gdLst/>
              <a:ahLst/>
              <a:cxnLst/>
              <a:rect l="l" t="t" r="r" b="b"/>
              <a:pathLst>
                <a:path w="6630" h="15443" extrusionOk="0">
                  <a:moveTo>
                    <a:pt x="6629" y="0"/>
                  </a:moveTo>
                  <a:lnTo>
                    <a:pt x="4521" y="1036"/>
                  </a:lnTo>
                  <a:lnTo>
                    <a:pt x="2261" y="3056"/>
                  </a:lnTo>
                  <a:lnTo>
                    <a:pt x="0" y="6301"/>
                  </a:lnTo>
                  <a:lnTo>
                    <a:pt x="354" y="10594"/>
                  </a:lnTo>
                  <a:lnTo>
                    <a:pt x="51" y="12652"/>
                  </a:lnTo>
                  <a:lnTo>
                    <a:pt x="1288" y="15443"/>
                  </a:lnTo>
                  <a:lnTo>
                    <a:pt x="4357" y="15443"/>
                  </a:lnTo>
                  <a:lnTo>
                    <a:pt x="2425" y="11731"/>
                  </a:lnTo>
                  <a:lnTo>
                    <a:pt x="2955" y="7033"/>
                  </a:lnTo>
                  <a:lnTo>
                    <a:pt x="4634" y="4154"/>
                  </a:lnTo>
                  <a:lnTo>
                    <a:pt x="6629" y="1844"/>
                  </a:lnTo>
                  <a:lnTo>
                    <a:pt x="66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3" name="Google Shape;4443;p56"/>
            <p:cNvSpPr/>
            <p:nvPr/>
          </p:nvSpPr>
          <p:spPr>
            <a:xfrm>
              <a:off x="4383875" y="1161200"/>
              <a:ext cx="181875" cy="406925"/>
            </a:xfrm>
            <a:custGeom>
              <a:avLst/>
              <a:gdLst/>
              <a:ahLst/>
              <a:cxnLst/>
              <a:rect l="l" t="t" r="r" b="b"/>
              <a:pathLst>
                <a:path w="7275" h="16277" extrusionOk="0">
                  <a:moveTo>
                    <a:pt x="6643" y="1023"/>
                  </a:moveTo>
                  <a:lnTo>
                    <a:pt x="6643" y="2248"/>
                  </a:lnTo>
                  <a:lnTo>
                    <a:pt x="4686" y="4508"/>
                  </a:lnTo>
                  <a:lnTo>
                    <a:pt x="3006" y="7387"/>
                  </a:lnTo>
                  <a:lnTo>
                    <a:pt x="2425" y="12299"/>
                  </a:lnTo>
                  <a:lnTo>
                    <a:pt x="4168" y="15645"/>
                  </a:lnTo>
                  <a:lnTo>
                    <a:pt x="1819" y="15645"/>
                  </a:lnTo>
                  <a:lnTo>
                    <a:pt x="708" y="13120"/>
                  </a:lnTo>
                  <a:lnTo>
                    <a:pt x="999" y="11125"/>
                  </a:lnTo>
                  <a:lnTo>
                    <a:pt x="645" y="6895"/>
                  </a:lnTo>
                  <a:lnTo>
                    <a:pt x="2829" y="3789"/>
                  </a:lnTo>
                  <a:lnTo>
                    <a:pt x="5039" y="1806"/>
                  </a:lnTo>
                  <a:lnTo>
                    <a:pt x="6643" y="1023"/>
                  </a:lnTo>
                  <a:close/>
                  <a:moveTo>
                    <a:pt x="7274" y="0"/>
                  </a:moveTo>
                  <a:lnTo>
                    <a:pt x="4723" y="1263"/>
                  </a:lnTo>
                  <a:lnTo>
                    <a:pt x="2387" y="3347"/>
                  </a:lnTo>
                  <a:lnTo>
                    <a:pt x="1" y="6731"/>
                  </a:lnTo>
                  <a:lnTo>
                    <a:pt x="380" y="11112"/>
                  </a:lnTo>
                  <a:lnTo>
                    <a:pt x="64" y="13221"/>
                  </a:lnTo>
                  <a:lnTo>
                    <a:pt x="1415" y="16277"/>
                  </a:lnTo>
                  <a:lnTo>
                    <a:pt x="5203" y="16277"/>
                  </a:lnTo>
                  <a:lnTo>
                    <a:pt x="3069" y="12185"/>
                  </a:lnTo>
                  <a:lnTo>
                    <a:pt x="3587" y="7652"/>
                  </a:lnTo>
                  <a:lnTo>
                    <a:pt x="5203" y="4874"/>
                  </a:lnTo>
                  <a:lnTo>
                    <a:pt x="7274" y="2475"/>
                  </a:lnTo>
                  <a:lnTo>
                    <a:pt x="727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4" name="Google Shape;4444;p56"/>
            <p:cNvSpPr/>
            <p:nvPr/>
          </p:nvSpPr>
          <p:spPr>
            <a:xfrm>
              <a:off x="3327950" y="2153675"/>
              <a:ext cx="78950" cy="116200"/>
            </a:xfrm>
            <a:custGeom>
              <a:avLst/>
              <a:gdLst/>
              <a:ahLst/>
              <a:cxnLst/>
              <a:rect l="l" t="t" r="r" b="b"/>
              <a:pathLst>
                <a:path w="3158" h="4648" extrusionOk="0">
                  <a:moveTo>
                    <a:pt x="1288" y="1"/>
                  </a:moveTo>
                  <a:lnTo>
                    <a:pt x="1" y="1655"/>
                  </a:lnTo>
                  <a:lnTo>
                    <a:pt x="1" y="3069"/>
                  </a:lnTo>
                  <a:lnTo>
                    <a:pt x="1" y="3700"/>
                  </a:lnTo>
                  <a:lnTo>
                    <a:pt x="884" y="4647"/>
                  </a:lnTo>
                  <a:lnTo>
                    <a:pt x="2677" y="3915"/>
                  </a:lnTo>
                  <a:lnTo>
                    <a:pt x="3157" y="1731"/>
                  </a:lnTo>
                  <a:lnTo>
                    <a:pt x="3157" y="544"/>
                  </a:lnTo>
                  <a:lnTo>
                    <a:pt x="12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5" name="Google Shape;4445;p56"/>
            <p:cNvSpPr/>
            <p:nvPr/>
          </p:nvSpPr>
          <p:spPr>
            <a:xfrm>
              <a:off x="3320050" y="2144525"/>
              <a:ext cx="94725" cy="134825"/>
            </a:xfrm>
            <a:custGeom>
              <a:avLst/>
              <a:gdLst/>
              <a:ahLst/>
              <a:cxnLst/>
              <a:rect l="l" t="t" r="r" b="b"/>
              <a:pathLst>
                <a:path w="3789" h="5393" extrusionOk="0">
                  <a:moveTo>
                    <a:pt x="1718" y="720"/>
                  </a:moveTo>
                  <a:lnTo>
                    <a:pt x="3158" y="1150"/>
                  </a:lnTo>
                  <a:lnTo>
                    <a:pt x="3158" y="2059"/>
                  </a:lnTo>
                  <a:lnTo>
                    <a:pt x="2728" y="4054"/>
                  </a:lnTo>
                  <a:lnTo>
                    <a:pt x="1289" y="4647"/>
                  </a:lnTo>
                  <a:lnTo>
                    <a:pt x="632" y="3953"/>
                  </a:lnTo>
                  <a:lnTo>
                    <a:pt x="632" y="2122"/>
                  </a:lnTo>
                  <a:lnTo>
                    <a:pt x="1718" y="720"/>
                  </a:lnTo>
                  <a:close/>
                  <a:moveTo>
                    <a:pt x="1491" y="0"/>
                  </a:moveTo>
                  <a:lnTo>
                    <a:pt x="1" y="1907"/>
                  </a:lnTo>
                  <a:lnTo>
                    <a:pt x="1" y="4193"/>
                  </a:lnTo>
                  <a:lnTo>
                    <a:pt x="1125" y="5392"/>
                  </a:lnTo>
                  <a:lnTo>
                    <a:pt x="3271" y="4508"/>
                  </a:lnTo>
                  <a:lnTo>
                    <a:pt x="3789" y="2160"/>
                  </a:lnTo>
                  <a:lnTo>
                    <a:pt x="3789" y="682"/>
                  </a:lnTo>
                  <a:lnTo>
                    <a:pt x="149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6" name="Google Shape;4446;p56"/>
            <p:cNvSpPr/>
            <p:nvPr/>
          </p:nvSpPr>
          <p:spPr>
            <a:xfrm>
              <a:off x="3404025" y="2057075"/>
              <a:ext cx="144925" cy="252250"/>
            </a:xfrm>
            <a:custGeom>
              <a:avLst/>
              <a:gdLst/>
              <a:ahLst/>
              <a:cxnLst/>
              <a:rect l="l" t="t" r="r" b="b"/>
              <a:pathLst>
                <a:path w="5797" h="10090" extrusionOk="0">
                  <a:moveTo>
                    <a:pt x="2602" y="1"/>
                  </a:moveTo>
                  <a:lnTo>
                    <a:pt x="834" y="443"/>
                  </a:lnTo>
                  <a:lnTo>
                    <a:pt x="1" y="1680"/>
                  </a:lnTo>
                  <a:lnTo>
                    <a:pt x="2097" y="4408"/>
                  </a:lnTo>
                  <a:lnTo>
                    <a:pt x="2311" y="6201"/>
                  </a:lnTo>
                  <a:lnTo>
                    <a:pt x="746" y="7703"/>
                  </a:lnTo>
                  <a:lnTo>
                    <a:pt x="746" y="10090"/>
                  </a:lnTo>
                  <a:lnTo>
                    <a:pt x="5796" y="9155"/>
                  </a:lnTo>
                  <a:lnTo>
                    <a:pt x="5796" y="7564"/>
                  </a:lnTo>
                  <a:lnTo>
                    <a:pt x="4837" y="5266"/>
                  </a:lnTo>
                  <a:lnTo>
                    <a:pt x="2728" y="2753"/>
                  </a:lnTo>
                  <a:lnTo>
                    <a:pt x="3700" y="1213"/>
                  </a:lnTo>
                  <a:lnTo>
                    <a:pt x="260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7" name="Google Shape;4447;p56"/>
            <p:cNvSpPr/>
            <p:nvPr/>
          </p:nvSpPr>
          <p:spPr>
            <a:xfrm>
              <a:off x="3394250" y="2048250"/>
              <a:ext cx="162600" cy="270550"/>
            </a:xfrm>
            <a:custGeom>
              <a:avLst/>
              <a:gdLst/>
              <a:ahLst/>
              <a:cxnLst/>
              <a:rect l="l" t="t" r="r" b="b"/>
              <a:pathLst>
                <a:path w="6504" h="10822" extrusionOk="0">
                  <a:moveTo>
                    <a:pt x="2879" y="707"/>
                  </a:moveTo>
                  <a:lnTo>
                    <a:pt x="3687" y="1604"/>
                  </a:lnTo>
                  <a:lnTo>
                    <a:pt x="2728" y="3132"/>
                  </a:lnTo>
                  <a:lnTo>
                    <a:pt x="4950" y="5783"/>
                  </a:lnTo>
                  <a:lnTo>
                    <a:pt x="5872" y="7980"/>
                  </a:lnTo>
                  <a:lnTo>
                    <a:pt x="5872" y="9243"/>
                  </a:lnTo>
                  <a:lnTo>
                    <a:pt x="1452" y="10064"/>
                  </a:lnTo>
                  <a:lnTo>
                    <a:pt x="1452" y="8195"/>
                  </a:lnTo>
                  <a:lnTo>
                    <a:pt x="3031" y="6667"/>
                  </a:lnTo>
                  <a:lnTo>
                    <a:pt x="2791" y="4634"/>
                  </a:lnTo>
                  <a:lnTo>
                    <a:pt x="783" y="2008"/>
                  </a:lnTo>
                  <a:lnTo>
                    <a:pt x="1414" y="1061"/>
                  </a:lnTo>
                  <a:lnTo>
                    <a:pt x="2879" y="707"/>
                  </a:lnTo>
                  <a:close/>
                  <a:moveTo>
                    <a:pt x="3094" y="0"/>
                  </a:moveTo>
                  <a:lnTo>
                    <a:pt x="1023" y="505"/>
                  </a:lnTo>
                  <a:lnTo>
                    <a:pt x="0" y="2046"/>
                  </a:lnTo>
                  <a:lnTo>
                    <a:pt x="2172" y="4887"/>
                  </a:lnTo>
                  <a:lnTo>
                    <a:pt x="2361" y="6440"/>
                  </a:lnTo>
                  <a:lnTo>
                    <a:pt x="821" y="7917"/>
                  </a:lnTo>
                  <a:lnTo>
                    <a:pt x="821" y="10822"/>
                  </a:lnTo>
                  <a:lnTo>
                    <a:pt x="6503" y="9774"/>
                  </a:lnTo>
                  <a:lnTo>
                    <a:pt x="6503" y="7917"/>
                  </a:lnTo>
                  <a:lnTo>
                    <a:pt x="5506" y="5493"/>
                  </a:lnTo>
                  <a:lnTo>
                    <a:pt x="3498" y="3094"/>
                  </a:lnTo>
                  <a:lnTo>
                    <a:pt x="4470" y="1541"/>
                  </a:lnTo>
                  <a:lnTo>
                    <a:pt x="309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8" name="Google Shape;4448;p56"/>
            <p:cNvSpPr/>
            <p:nvPr/>
          </p:nvSpPr>
          <p:spPr>
            <a:xfrm>
              <a:off x="3658775" y="1084500"/>
              <a:ext cx="236775" cy="215300"/>
            </a:xfrm>
            <a:custGeom>
              <a:avLst/>
              <a:gdLst/>
              <a:ahLst/>
              <a:cxnLst/>
              <a:rect l="l" t="t" r="r" b="b"/>
              <a:pathLst>
                <a:path w="9471" h="8612" extrusionOk="0">
                  <a:moveTo>
                    <a:pt x="3498" y="0"/>
                  </a:moveTo>
                  <a:lnTo>
                    <a:pt x="1907" y="972"/>
                  </a:lnTo>
                  <a:lnTo>
                    <a:pt x="1907" y="1692"/>
                  </a:lnTo>
                  <a:lnTo>
                    <a:pt x="1" y="2273"/>
                  </a:lnTo>
                  <a:lnTo>
                    <a:pt x="2173" y="5026"/>
                  </a:lnTo>
                  <a:lnTo>
                    <a:pt x="3801" y="6162"/>
                  </a:lnTo>
                  <a:lnTo>
                    <a:pt x="3271" y="6970"/>
                  </a:lnTo>
                  <a:lnTo>
                    <a:pt x="5254" y="8612"/>
                  </a:lnTo>
                  <a:lnTo>
                    <a:pt x="6327" y="4028"/>
                  </a:lnTo>
                  <a:lnTo>
                    <a:pt x="7488" y="5278"/>
                  </a:lnTo>
                  <a:lnTo>
                    <a:pt x="7122" y="7046"/>
                  </a:lnTo>
                  <a:lnTo>
                    <a:pt x="8537" y="7046"/>
                  </a:lnTo>
                  <a:lnTo>
                    <a:pt x="9471" y="5177"/>
                  </a:lnTo>
                  <a:lnTo>
                    <a:pt x="6150" y="2513"/>
                  </a:lnTo>
                  <a:lnTo>
                    <a:pt x="349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9" name="Google Shape;4449;p56"/>
            <p:cNvSpPr/>
            <p:nvPr/>
          </p:nvSpPr>
          <p:spPr>
            <a:xfrm>
              <a:off x="3645200" y="1074400"/>
              <a:ext cx="260450" cy="239600"/>
            </a:xfrm>
            <a:custGeom>
              <a:avLst/>
              <a:gdLst/>
              <a:ahLst/>
              <a:cxnLst/>
              <a:rect l="l" t="t" r="r" b="b"/>
              <a:pathLst>
                <a:path w="10418" h="9584" extrusionOk="0">
                  <a:moveTo>
                    <a:pt x="4003" y="796"/>
                  </a:moveTo>
                  <a:lnTo>
                    <a:pt x="6491" y="3157"/>
                  </a:lnTo>
                  <a:lnTo>
                    <a:pt x="9610" y="5670"/>
                  </a:lnTo>
                  <a:lnTo>
                    <a:pt x="8878" y="7134"/>
                  </a:lnTo>
                  <a:lnTo>
                    <a:pt x="8057" y="7134"/>
                  </a:lnTo>
                  <a:lnTo>
                    <a:pt x="8372" y="5581"/>
                  </a:lnTo>
                  <a:lnTo>
                    <a:pt x="6693" y="3788"/>
                  </a:lnTo>
                  <a:lnTo>
                    <a:pt x="5607" y="8460"/>
                  </a:lnTo>
                  <a:lnTo>
                    <a:pt x="4231" y="7324"/>
                  </a:lnTo>
                  <a:lnTo>
                    <a:pt x="4774" y="6478"/>
                  </a:lnTo>
                  <a:lnTo>
                    <a:pt x="2943" y="5202"/>
                  </a:lnTo>
                  <a:lnTo>
                    <a:pt x="1074" y="2841"/>
                  </a:lnTo>
                  <a:lnTo>
                    <a:pt x="2779" y="2323"/>
                  </a:lnTo>
                  <a:lnTo>
                    <a:pt x="2779" y="1553"/>
                  </a:lnTo>
                  <a:lnTo>
                    <a:pt x="4003" y="796"/>
                  </a:lnTo>
                  <a:close/>
                  <a:moveTo>
                    <a:pt x="4092" y="0"/>
                  </a:moveTo>
                  <a:lnTo>
                    <a:pt x="2147" y="1200"/>
                  </a:lnTo>
                  <a:lnTo>
                    <a:pt x="2147" y="1856"/>
                  </a:lnTo>
                  <a:lnTo>
                    <a:pt x="1" y="2513"/>
                  </a:lnTo>
                  <a:lnTo>
                    <a:pt x="2476" y="5632"/>
                  </a:lnTo>
                  <a:lnTo>
                    <a:pt x="3915" y="6654"/>
                  </a:lnTo>
                  <a:lnTo>
                    <a:pt x="3397" y="7437"/>
                  </a:lnTo>
                  <a:lnTo>
                    <a:pt x="5986" y="9584"/>
                  </a:lnTo>
                  <a:lnTo>
                    <a:pt x="7047" y="5076"/>
                  </a:lnTo>
                  <a:lnTo>
                    <a:pt x="7691" y="5771"/>
                  </a:lnTo>
                  <a:lnTo>
                    <a:pt x="7274" y="7778"/>
                  </a:lnTo>
                  <a:lnTo>
                    <a:pt x="9269" y="7778"/>
                  </a:lnTo>
                  <a:lnTo>
                    <a:pt x="10418" y="5505"/>
                  </a:lnTo>
                  <a:lnTo>
                    <a:pt x="6908" y="2690"/>
                  </a:lnTo>
                  <a:lnTo>
                    <a:pt x="409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0" name="Google Shape;4450;p56"/>
            <p:cNvSpPr/>
            <p:nvPr/>
          </p:nvSpPr>
          <p:spPr>
            <a:xfrm>
              <a:off x="3780950" y="1045975"/>
              <a:ext cx="134825" cy="91250"/>
            </a:xfrm>
            <a:custGeom>
              <a:avLst/>
              <a:gdLst/>
              <a:ahLst/>
              <a:cxnLst/>
              <a:rect l="l" t="t" r="r" b="b"/>
              <a:pathLst>
                <a:path w="5393" h="3650" extrusionOk="0">
                  <a:moveTo>
                    <a:pt x="1175" y="1"/>
                  </a:moveTo>
                  <a:lnTo>
                    <a:pt x="0" y="1137"/>
                  </a:lnTo>
                  <a:lnTo>
                    <a:pt x="2235" y="2842"/>
                  </a:lnTo>
                  <a:lnTo>
                    <a:pt x="3612" y="3650"/>
                  </a:lnTo>
                  <a:lnTo>
                    <a:pt x="5392" y="1819"/>
                  </a:lnTo>
                  <a:lnTo>
                    <a:pt x="4584" y="329"/>
                  </a:lnTo>
                  <a:lnTo>
                    <a:pt x="3208" y="1"/>
                  </a:lnTo>
                  <a:lnTo>
                    <a:pt x="2703" y="1137"/>
                  </a:lnTo>
                  <a:lnTo>
                    <a:pt x="1175"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1" name="Google Shape;4451;p56"/>
            <p:cNvSpPr/>
            <p:nvPr/>
          </p:nvSpPr>
          <p:spPr>
            <a:xfrm>
              <a:off x="3768950" y="1035550"/>
              <a:ext cx="156600" cy="111475"/>
            </a:xfrm>
            <a:custGeom>
              <a:avLst/>
              <a:gdLst/>
              <a:ahLst/>
              <a:cxnLst/>
              <a:rect l="l" t="t" r="r" b="b"/>
              <a:pathLst>
                <a:path w="6264" h="4459" extrusionOk="0">
                  <a:moveTo>
                    <a:pt x="3864" y="784"/>
                  </a:moveTo>
                  <a:lnTo>
                    <a:pt x="4849" y="1011"/>
                  </a:lnTo>
                  <a:lnTo>
                    <a:pt x="5481" y="2185"/>
                  </a:lnTo>
                  <a:lnTo>
                    <a:pt x="4041" y="3663"/>
                  </a:lnTo>
                  <a:lnTo>
                    <a:pt x="2905" y="3006"/>
                  </a:lnTo>
                  <a:lnTo>
                    <a:pt x="960" y="1529"/>
                  </a:lnTo>
                  <a:lnTo>
                    <a:pt x="1680" y="834"/>
                  </a:lnTo>
                  <a:lnTo>
                    <a:pt x="3309" y="2046"/>
                  </a:lnTo>
                  <a:lnTo>
                    <a:pt x="3864" y="784"/>
                  </a:lnTo>
                  <a:close/>
                  <a:moveTo>
                    <a:pt x="1629" y="1"/>
                  </a:moveTo>
                  <a:lnTo>
                    <a:pt x="0" y="1579"/>
                  </a:lnTo>
                  <a:lnTo>
                    <a:pt x="2564" y="3524"/>
                  </a:lnTo>
                  <a:lnTo>
                    <a:pt x="4142" y="4458"/>
                  </a:lnTo>
                  <a:lnTo>
                    <a:pt x="6264" y="2299"/>
                  </a:lnTo>
                  <a:lnTo>
                    <a:pt x="5279" y="468"/>
                  </a:lnTo>
                  <a:lnTo>
                    <a:pt x="3511" y="51"/>
                  </a:lnTo>
                  <a:lnTo>
                    <a:pt x="3056" y="1062"/>
                  </a:lnTo>
                  <a:lnTo>
                    <a:pt x="1629"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2" name="Google Shape;4452;p56"/>
            <p:cNvSpPr/>
            <p:nvPr/>
          </p:nvSpPr>
          <p:spPr>
            <a:xfrm>
              <a:off x="3098775" y="1751200"/>
              <a:ext cx="166375" cy="133550"/>
            </a:xfrm>
            <a:custGeom>
              <a:avLst/>
              <a:gdLst/>
              <a:ahLst/>
              <a:cxnLst/>
              <a:rect l="l" t="t" r="r" b="b"/>
              <a:pathLst>
                <a:path w="6655" h="5342" extrusionOk="0">
                  <a:moveTo>
                    <a:pt x="5619" y="0"/>
                  </a:moveTo>
                  <a:lnTo>
                    <a:pt x="4205" y="985"/>
                  </a:lnTo>
                  <a:lnTo>
                    <a:pt x="2475" y="1869"/>
                  </a:lnTo>
                  <a:lnTo>
                    <a:pt x="1288" y="404"/>
                  </a:lnTo>
                  <a:lnTo>
                    <a:pt x="0" y="1856"/>
                  </a:lnTo>
                  <a:lnTo>
                    <a:pt x="341" y="2829"/>
                  </a:lnTo>
                  <a:lnTo>
                    <a:pt x="341" y="4028"/>
                  </a:lnTo>
                  <a:lnTo>
                    <a:pt x="2766" y="5341"/>
                  </a:lnTo>
                  <a:lnTo>
                    <a:pt x="4963" y="4369"/>
                  </a:lnTo>
                  <a:lnTo>
                    <a:pt x="6655" y="2854"/>
                  </a:lnTo>
                  <a:lnTo>
                    <a:pt x="6655" y="1515"/>
                  </a:lnTo>
                  <a:lnTo>
                    <a:pt x="561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3" name="Google Shape;4453;p56"/>
            <p:cNvSpPr/>
            <p:nvPr/>
          </p:nvSpPr>
          <p:spPr>
            <a:xfrm>
              <a:off x="3089925" y="1740150"/>
              <a:ext cx="182800" cy="153450"/>
            </a:xfrm>
            <a:custGeom>
              <a:avLst/>
              <a:gdLst/>
              <a:ahLst/>
              <a:cxnLst/>
              <a:rect l="l" t="t" r="r" b="b"/>
              <a:pathLst>
                <a:path w="7312" h="6138" extrusionOk="0">
                  <a:moveTo>
                    <a:pt x="5885" y="884"/>
                  </a:moveTo>
                  <a:lnTo>
                    <a:pt x="6693" y="2046"/>
                  </a:lnTo>
                  <a:lnTo>
                    <a:pt x="6693" y="3157"/>
                  </a:lnTo>
                  <a:lnTo>
                    <a:pt x="5140" y="4546"/>
                  </a:lnTo>
                  <a:lnTo>
                    <a:pt x="3132" y="5443"/>
                  </a:lnTo>
                  <a:lnTo>
                    <a:pt x="1011" y="4281"/>
                  </a:lnTo>
                  <a:lnTo>
                    <a:pt x="1011" y="3271"/>
                  </a:lnTo>
                  <a:lnTo>
                    <a:pt x="708" y="2374"/>
                  </a:lnTo>
                  <a:lnTo>
                    <a:pt x="1630" y="1339"/>
                  </a:lnTo>
                  <a:lnTo>
                    <a:pt x="2741" y="2715"/>
                  </a:lnTo>
                  <a:lnTo>
                    <a:pt x="4698" y="1705"/>
                  </a:lnTo>
                  <a:lnTo>
                    <a:pt x="5885" y="884"/>
                  </a:lnTo>
                  <a:close/>
                  <a:moveTo>
                    <a:pt x="6049" y="0"/>
                  </a:moveTo>
                  <a:lnTo>
                    <a:pt x="4395" y="1162"/>
                  </a:lnTo>
                  <a:lnTo>
                    <a:pt x="2918" y="1920"/>
                  </a:lnTo>
                  <a:lnTo>
                    <a:pt x="1655" y="366"/>
                  </a:lnTo>
                  <a:lnTo>
                    <a:pt x="1" y="2235"/>
                  </a:lnTo>
                  <a:lnTo>
                    <a:pt x="380" y="3334"/>
                  </a:lnTo>
                  <a:lnTo>
                    <a:pt x="380" y="4660"/>
                  </a:lnTo>
                  <a:lnTo>
                    <a:pt x="3094" y="6137"/>
                  </a:lnTo>
                  <a:lnTo>
                    <a:pt x="5443" y="5102"/>
                  </a:lnTo>
                  <a:lnTo>
                    <a:pt x="7312" y="3435"/>
                  </a:lnTo>
                  <a:lnTo>
                    <a:pt x="7312" y="1856"/>
                  </a:lnTo>
                  <a:lnTo>
                    <a:pt x="604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4" name="Google Shape;4454;p56"/>
            <p:cNvSpPr/>
            <p:nvPr/>
          </p:nvSpPr>
          <p:spPr>
            <a:xfrm>
              <a:off x="3793250" y="2636350"/>
              <a:ext cx="57175" cy="35700"/>
            </a:xfrm>
            <a:custGeom>
              <a:avLst/>
              <a:gdLst/>
              <a:ahLst/>
              <a:cxnLst/>
              <a:rect l="l" t="t" r="r" b="b"/>
              <a:pathLst>
                <a:path w="2287" h="1428" extrusionOk="0">
                  <a:moveTo>
                    <a:pt x="1743" y="0"/>
                  </a:moveTo>
                  <a:lnTo>
                    <a:pt x="1" y="480"/>
                  </a:lnTo>
                  <a:lnTo>
                    <a:pt x="2286" y="1427"/>
                  </a:lnTo>
                  <a:lnTo>
                    <a:pt x="2286" y="1427"/>
                  </a:lnTo>
                  <a:lnTo>
                    <a:pt x="174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5" name="Google Shape;4455;p56"/>
            <p:cNvSpPr/>
            <p:nvPr/>
          </p:nvSpPr>
          <p:spPr>
            <a:xfrm>
              <a:off x="3768950" y="2626875"/>
              <a:ext cx="95675" cy="59375"/>
            </a:xfrm>
            <a:custGeom>
              <a:avLst/>
              <a:gdLst/>
              <a:ahLst/>
              <a:cxnLst/>
              <a:rect l="l" t="t" r="r" b="b"/>
              <a:pathLst>
                <a:path w="3827" h="2375" extrusionOk="0">
                  <a:moveTo>
                    <a:pt x="2526" y="758"/>
                  </a:moveTo>
                  <a:lnTo>
                    <a:pt x="2703" y="1238"/>
                  </a:lnTo>
                  <a:lnTo>
                    <a:pt x="1958" y="922"/>
                  </a:lnTo>
                  <a:lnTo>
                    <a:pt x="2526" y="758"/>
                  </a:lnTo>
                  <a:close/>
                  <a:moveTo>
                    <a:pt x="2905" y="0"/>
                  </a:moveTo>
                  <a:lnTo>
                    <a:pt x="0" y="796"/>
                  </a:lnTo>
                  <a:lnTo>
                    <a:pt x="3826" y="2374"/>
                  </a:lnTo>
                  <a:lnTo>
                    <a:pt x="290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6" name="Google Shape;4456;p56"/>
            <p:cNvSpPr/>
            <p:nvPr/>
          </p:nvSpPr>
          <p:spPr>
            <a:xfrm>
              <a:off x="3702975" y="2517025"/>
              <a:ext cx="43275" cy="68200"/>
            </a:xfrm>
            <a:custGeom>
              <a:avLst/>
              <a:gdLst/>
              <a:ahLst/>
              <a:cxnLst/>
              <a:rect l="l" t="t" r="r" b="b"/>
              <a:pathLst>
                <a:path w="1731" h="2728" extrusionOk="0">
                  <a:moveTo>
                    <a:pt x="733" y="0"/>
                  </a:moveTo>
                  <a:cubicBezTo>
                    <a:pt x="493" y="164"/>
                    <a:pt x="0" y="1288"/>
                    <a:pt x="0" y="1288"/>
                  </a:cubicBezTo>
                  <a:lnTo>
                    <a:pt x="695" y="2728"/>
                  </a:lnTo>
                  <a:lnTo>
                    <a:pt x="1730" y="2728"/>
                  </a:lnTo>
                  <a:lnTo>
                    <a:pt x="73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7" name="Google Shape;4457;p56"/>
            <p:cNvSpPr/>
            <p:nvPr/>
          </p:nvSpPr>
          <p:spPr>
            <a:xfrm>
              <a:off x="3694450" y="2505025"/>
              <a:ext cx="62850" cy="88100"/>
            </a:xfrm>
            <a:custGeom>
              <a:avLst/>
              <a:gdLst/>
              <a:ahLst/>
              <a:cxnLst/>
              <a:rect l="l" t="t" r="r" b="b"/>
              <a:pathLst>
                <a:path w="2514" h="3524" extrusionOk="0">
                  <a:moveTo>
                    <a:pt x="973" y="1162"/>
                  </a:moveTo>
                  <a:lnTo>
                    <a:pt x="1604" y="2892"/>
                  </a:lnTo>
                  <a:lnTo>
                    <a:pt x="1225" y="2892"/>
                  </a:lnTo>
                  <a:lnTo>
                    <a:pt x="682" y="1756"/>
                  </a:lnTo>
                  <a:cubicBezTo>
                    <a:pt x="771" y="1554"/>
                    <a:pt x="884" y="1352"/>
                    <a:pt x="973" y="1162"/>
                  </a:cubicBezTo>
                  <a:close/>
                  <a:moveTo>
                    <a:pt x="1238" y="0"/>
                  </a:moveTo>
                  <a:lnTo>
                    <a:pt x="897" y="215"/>
                  </a:lnTo>
                  <a:cubicBezTo>
                    <a:pt x="619" y="405"/>
                    <a:pt x="253" y="1187"/>
                    <a:pt x="51" y="1642"/>
                  </a:cubicBezTo>
                  <a:lnTo>
                    <a:pt x="1" y="1768"/>
                  </a:lnTo>
                  <a:lnTo>
                    <a:pt x="834" y="3523"/>
                  </a:lnTo>
                  <a:lnTo>
                    <a:pt x="2513" y="3523"/>
                  </a:lnTo>
                  <a:lnTo>
                    <a:pt x="123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8" name="Google Shape;4458;p56"/>
            <p:cNvSpPr/>
            <p:nvPr/>
          </p:nvSpPr>
          <p:spPr>
            <a:xfrm>
              <a:off x="3696975" y="2570375"/>
              <a:ext cx="25275" cy="78000"/>
            </a:xfrm>
            <a:custGeom>
              <a:avLst/>
              <a:gdLst/>
              <a:ahLst/>
              <a:cxnLst/>
              <a:rect l="l" t="t" r="r" b="b"/>
              <a:pathLst>
                <a:path w="1011" h="3120" extrusionOk="0">
                  <a:moveTo>
                    <a:pt x="455" y="0"/>
                  </a:moveTo>
                  <a:lnTo>
                    <a:pt x="1" y="1402"/>
                  </a:lnTo>
                  <a:lnTo>
                    <a:pt x="581" y="3119"/>
                  </a:lnTo>
                  <a:lnTo>
                    <a:pt x="1011" y="3119"/>
                  </a:lnTo>
                  <a:lnTo>
                    <a:pt x="1011" y="278"/>
                  </a:lnTo>
                  <a:lnTo>
                    <a:pt x="45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9" name="Google Shape;4459;p56"/>
            <p:cNvSpPr/>
            <p:nvPr/>
          </p:nvSpPr>
          <p:spPr>
            <a:xfrm>
              <a:off x="3688775" y="2563750"/>
              <a:ext cx="43275" cy="92500"/>
            </a:xfrm>
            <a:custGeom>
              <a:avLst/>
              <a:gdLst/>
              <a:ahLst/>
              <a:cxnLst/>
              <a:rect l="l" t="t" r="r" b="b"/>
              <a:pathLst>
                <a:path w="1731" h="3700" extrusionOk="0">
                  <a:moveTo>
                    <a:pt x="1023" y="846"/>
                  </a:moveTo>
                  <a:lnTo>
                    <a:pt x="1074" y="871"/>
                  </a:lnTo>
                  <a:lnTo>
                    <a:pt x="1074" y="2765"/>
                  </a:lnTo>
                  <a:lnTo>
                    <a:pt x="695" y="1755"/>
                  </a:lnTo>
                  <a:lnTo>
                    <a:pt x="1023" y="846"/>
                  </a:lnTo>
                  <a:close/>
                  <a:moveTo>
                    <a:pt x="632" y="0"/>
                  </a:moveTo>
                  <a:lnTo>
                    <a:pt x="0" y="1755"/>
                  </a:lnTo>
                  <a:lnTo>
                    <a:pt x="720" y="3700"/>
                  </a:lnTo>
                  <a:lnTo>
                    <a:pt x="1730" y="3700"/>
                  </a:lnTo>
                  <a:lnTo>
                    <a:pt x="1730" y="493"/>
                  </a:lnTo>
                  <a:lnTo>
                    <a:pt x="63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0" name="Google Shape;4460;p56"/>
            <p:cNvSpPr/>
            <p:nvPr/>
          </p:nvSpPr>
          <p:spPr>
            <a:xfrm>
              <a:off x="4360850" y="1623350"/>
              <a:ext cx="47375" cy="27475"/>
            </a:xfrm>
            <a:custGeom>
              <a:avLst/>
              <a:gdLst/>
              <a:ahLst/>
              <a:cxnLst/>
              <a:rect l="l" t="t" r="r" b="b"/>
              <a:pathLst>
                <a:path w="1895" h="1099" extrusionOk="0">
                  <a:moveTo>
                    <a:pt x="0" y="0"/>
                  </a:moveTo>
                  <a:lnTo>
                    <a:pt x="556" y="1099"/>
                  </a:lnTo>
                  <a:lnTo>
                    <a:pt x="1326" y="947"/>
                  </a:lnTo>
                  <a:lnTo>
                    <a:pt x="189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1" name="Google Shape;4461;p56"/>
            <p:cNvSpPr/>
            <p:nvPr/>
          </p:nvSpPr>
          <p:spPr>
            <a:xfrm>
              <a:off x="4347900" y="1615450"/>
              <a:ext cx="74200" cy="44550"/>
            </a:xfrm>
            <a:custGeom>
              <a:avLst/>
              <a:gdLst/>
              <a:ahLst/>
              <a:cxnLst/>
              <a:rect l="l" t="t" r="r" b="b"/>
              <a:pathLst>
                <a:path w="2968" h="1782" extrusionOk="0">
                  <a:moveTo>
                    <a:pt x="1857" y="632"/>
                  </a:moveTo>
                  <a:lnTo>
                    <a:pt x="1642" y="973"/>
                  </a:lnTo>
                  <a:lnTo>
                    <a:pt x="1238" y="1061"/>
                  </a:lnTo>
                  <a:lnTo>
                    <a:pt x="1023" y="632"/>
                  </a:lnTo>
                  <a:close/>
                  <a:moveTo>
                    <a:pt x="0" y="1"/>
                  </a:moveTo>
                  <a:lnTo>
                    <a:pt x="897" y="1781"/>
                  </a:lnTo>
                  <a:lnTo>
                    <a:pt x="2046" y="1541"/>
                  </a:lnTo>
                  <a:lnTo>
                    <a:pt x="296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2" name="Google Shape;4462;p56"/>
            <p:cNvSpPr/>
            <p:nvPr/>
          </p:nvSpPr>
          <p:spPr>
            <a:xfrm>
              <a:off x="2445000" y="785850"/>
              <a:ext cx="922425" cy="1196450"/>
            </a:xfrm>
            <a:custGeom>
              <a:avLst/>
              <a:gdLst/>
              <a:ahLst/>
              <a:cxnLst/>
              <a:rect l="l" t="t" r="r" b="b"/>
              <a:pathLst>
                <a:path w="36897" h="47858" extrusionOk="0">
                  <a:moveTo>
                    <a:pt x="27288" y="1"/>
                  </a:moveTo>
                  <a:lnTo>
                    <a:pt x="21921" y="2324"/>
                  </a:lnTo>
                  <a:lnTo>
                    <a:pt x="20027" y="2375"/>
                  </a:lnTo>
                  <a:lnTo>
                    <a:pt x="19396" y="4067"/>
                  </a:lnTo>
                  <a:lnTo>
                    <a:pt x="20179" y="6378"/>
                  </a:lnTo>
                  <a:lnTo>
                    <a:pt x="18600" y="6378"/>
                  </a:lnTo>
                  <a:lnTo>
                    <a:pt x="18285" y="4016"/>
                  </a:lnTo>
                  <a:lnTo>
                    <a:pt x="17262" y="3625"/>
                  </a:lnTo>
                  <a:lnTo>
                    <a:pt x="16782" y="5203"/>
                  </a:lnTo>
                  <a:lnTo>
                    <a:pt x="15620" y="4850"/>
                  </a:lnTo>
                  <a:lnTo>
                    <a:pt x="15305" y="3006"/>
                  </a:lnTo>
                  <a:lnTo>
                    <a:pt x="13411" y="3322"/>
                  </a:lnTo>
                  <a:lnTo>
                    <a:pt x="11277" y="4105"/>
                  </a:lnTo>
                  <a:lnTo>
                    <a:pt x="9698" y="5683"/>
                  </a:lnTo>
                  <a:lnTo>
                    <a:pt x="7489" y="6163"/>
                  </a:lnTo>
                  <a:lnTo>
                    <a:pt x="6150" y="7893"/>
                  </a:lnTo>
                  <a:lnTo>
                    <a:pt x="6933" y="9080"/>
                  </a:lnTo>
                  <a:lnTo>
                    <a:pt x="5355" y="10418"/>
                  </a:lnTo>
                  <a:lnTo>
                    <a:pt x="2678" y="11529"/>
                  </a:lnTo>
                  <a:lnTo>
                    <a:pt x="784" y="11883"/>
                  </a:lnTo>
                  <a:lnTo>
                    <a:pt x="1251" y="13575"/>
                  </a:lnTo>
                  <a:lnTo>
                    <a:pt x="2678" y="13726"/>
                  </a:lnTo>
                  <a:lnTo>
                    <a:pt x="3069" y="14598"/>
                  </a:lnTo>
                  <a:lnTo>
                    <a:pt x="1" y="14838"/>
                  </a:lnTo>
                  <a:lnTo>
                    <a:pt x="1" y="16176"/>
                  </a:lnTo>
                  <a:lnTo>
                    <a:pt x="1731" y="17363"/>
                  </a:lnTo>
                  <a:cubicBezTo>
                    <a:pt x="1731" y="17363"/>
                    <a:pt x="1944" y="16942"/>
                    <a:pt x="2599" y="16942"/>
                  </a:cubicBezTo>
                  <a:cubicBezTo>
                    <a:pt x="2926" y="16942"/>
                    <a:pt x="3364" y="17047"/>
                    <a:pt x="3940" y="17363"/>
                  </a:cubicBezTo>
                  <a:cubicBezTo>
                    <a:pt x="5683" y="18310"/>
                    <a:pt x="5759" y="18310"/>
                    <a:pt x="5759" y="18310"/>
                  </a:cubicBezTo>
                  <a:lnTo>
                    <a:pt x="7337" y="21378"/>
                  </a:lnTo>
                  <a:lnTo>
                    <a:pt x="6946" y="25331"/>
                  </a:lnTo>
                  <a:lnTo>
                    <a:pt x="6946" y="29434"/>
                  </a:lnTo>
                  <a:lnTo>
                    <a:pt x="8436" y="29902"/>
                  </a:lnTo>
                  <a:lnTo>
                    <a:pt x="7615" y="31164"/>
                  </a:lnTo>
                  <a:lnTo>
                    <a:pt x="5683" y="30849"/>
                  </a:lnTo>
                  <a:lnTo>
                    <a:pt x="5683" y="33223"/>
                  </a:lnTo>
                  <a:lnTo>
                    <a:pt x="7173" y="34321"/>
                  </a:lnTo>
                  <a:lnTo>
                    <a:pt x="6074" y="36695"/>
                  </a:lnTo>
                  <a:lnTo>
                    <a:pt x="6541" y="40546"/>
                  </a:lnTo>
                  <a:lnTo>
                    <a:pt x="7135" y="43463"/>
                  </a:lnTo>
                  <a:lnTo>
                    <a:pt x="7627" y="46153"/>
                  </a:lnTo>
                  <a:lnTo>
                    <a:pt x="9218" y="45913"/>
                  </a:lnTo>
                  <a:lnTo>
                    <a:pt x="10885" y="47857"/>
                  </a:lnTo>
                  <a:lnTo>
                    <a:pt x="12186" y="45647"/>
                  </a:lnTo>
                  <a:lnTo>
                    <a:pt x="13310" y="42175"/>
                  </a:lnTo>
                  <a:lnTo>
                    <a:pt x="14812" y="39776"/>
                  </a:lnTo>
                  <a:lnTo>
                    <a:pt x="16946" y="39195"/>
                  </a:lnTo>
                  <a:lnTo>
                    <a:pt x="20103" y="37857"/>
                  </a:lnTo>
                  <a:lnTo>
                    <a:pt x="21770" y="35798"/>
                  </a:lnTo>
                  <a:lnTo>
                    <a:pt x="24762" y="35407"/>
                  </a:lnTo>
                  <a:lnTo>
                    <a:pt x="28462" y="33071"/>
                  </a:lnTo>
                  <a:lnTo>
                    <a:pt x="26480" y="32869"/>
                  </a:lnTo>
                  <a:lnTo>
                    <a:pt x="25545" y="32869"/>
                  </a:lnTo>
                  <a:lnTo>
                    <a:pt x="26480" y="30659"/>
                  </a:lnTo>
                  <a:lnTo>
                    <a:pt x="28462" y="32478"/>
                  </a:lnTo>
                  <a:lnTo>
                    <a:pt x="29232" y="30735"/>
                  </a:lnTo>
                  <a:lnTo>
                    <a:pt x="28538" y="28487"/>
                  </a:lnTo>
                  <a:lnTo>
                    <a:pt x="28538" y="28487"/>
                  </a:lnTo>
                  <a:cubicBezTo>
                    <a:pt x="28538" y="28487"/>
                    <a:pt x="28571" y="28497"/>
                    <a:pt x="28628" y="28497"/>
                  </a:cubicBezTo>
                  <a:cubicBezTo>
                    <a:pt x="28850" y="28497"/>
                    <a:pt x="29441" y="28361"/>
                    <a:pt x="29952" y="27048"/>
                  </a:cubicBezTo>
                  <a:cubicBezTo>
                    <a:pt x="30176" y="26473"/>
                    <a:pt x="30217" y="26354"/>
                    <a:pt x="30211" y="26354"/>
                  </a:cubicBezTo>
                  <a:lnTo>
                    <a:pt x="30211" y="26354"/>
                  </a:lnTo>
                  <a:cubicBezTo>
                    <a:pt x="30207" y="26354"/>
                    <a:pt x="30180" y="26414"/>
                    <a:pt x="30178" y="26414"/>
                  </a:cubicBezTo>
                  <a:cubicBezTo>
                    <a:pt x="30175" y="26414"/>
                    <a:pt x="30241" y="26250"/>
                    <a:pt x="30596" y="25381"/>
                  </a:cubicBezTo>
                  <a:cubicBezTo>
                    <a:pt x="31467" y="23260"/>
                    <a:pt x="31455" y="23247"/>
                    <a:pt x="31455" y="23247"/>
                  </a:cubicBezTo>
                  <a:cubicBezTo>
                    <a:pt x="31455" y="23247"/>
                    <a:pt x="32086" y="23007"/>
                    <a:pt x="31455" y="21593"/>
                  </a:cubicBezTo>
                  <a:cubicBezTo>
                    <a:pt x="30823" y="20179"/>
                    <a:pt x="29876" y="20722"/>
                    <a:pt x="30823" y="20166"/>
                  </a:cubicBezTo>
                  <a:lnTo>
                    <a:pt x="31770" y="19623"/>
                  </a:lnTo>
                  <a:lnTo>
                    <a:pt x="32642" y="19068"/>
                  </a:lnTo>
                  <a:lnTo>
                    <a:pt x="32250" y="16694"/>
                  </a:lnTo>
                  <a:lnTo>
                    <a:pt x="32642" y="14042"/>
                  </a:lnTo>
                  <a:lnTo>
                    <a:pt x="34611" y="11858"/>
                  </a:lnTo>
                  <a:lnTo>
                    <a:pt x="36354" y="9762"/>
                  </a:lnTo>
                  <a:lnTo>
                    <a:pt x="36897" y="8032"/>
                  </a:lnTo>
                  <a:lnTo>
                    <a:pt x="34851" y="7085"/>
                  </a:lnTo>
                  <a:lnTo>
                    <a:pt x="32566" y="7943"/>
                  </a:lnTo>
                  <a:lnTo>
                    <a:pt x="30280" y="10090"/>
                  </a:lnTo>
                  <a:lnTo>
                    <a:pt x="31770" y="7451"/>
                  </a:lnTo>
                  <a:lnTo>
                    <a:pt x="31859" y="7009"/>
                  </a:lnTo>
                  <a:lnTo>
                    <a:pt x="27439" y="7009"/>
                  </a:lnTo>
                  <a:lnTo>
                    <a:pt x="27351" y="5986"/>
                  </a:lnTo>
                  <a:lnTo>
                    <a:pt x="29232" y="5759"/>
                  </a:lnTo>
                  <a:lnTo>
                    <a:pt x="31859" y="5759"/>
                  </a:lnTo>
                  <a:lnTo>
                    <a:pt x="31543" y="3625"/>
                  </a:lnTo>
                  <a:lnTo>
                    <a:pt x="30672" y="1655"/>
                  </a:lnTo>
                  <a:lnTo>
                    <a:pt x="2728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3" name="Google Shape;4463;p56"/>
            <p:cNvSpPr/>
            <p:nvPr/>
          </p:nvSpPr>
          <p:spPr>
            <a:xfrm>
              <a:off x="2437100" y="777350"/>
              <a:ext cx="939800" cy="1218525"/>
            </a:xfrm>
            <a:custGeom>
              <a:avLst/>
              <a:gdLst/>
              <a:ahLst/>
              <a:cxnLst/>
              <a:rect l="l" t="t" r="r" b="b"/>
              <a:pathLst>
                <a:path w="37592" h="48741" extrusionOk="0">
                  <a:moveTo>
                    <a:pt x="26909" y="31530"/>
                  </a:moveTo>
                  <a:lnTo>
                    <a:pt x="28601" y="33070"/>
                  </a:lnTo>
                  <a:lnTo>
                    <a:pt x="26796" y="32893"/>
                  </a:lnTo>
                  <a:lnTo>
                    <a:pt x="26341" y="32893"/>
                  </a:lnTo>
                  <a:lnTo>
                    <a:pt x="26909" y="31530"/>
                  </a:lnTo>
                  <a:close/>
                  <a:moveTo>
                    <a:pt x="27591" y="682"/>
                  </a:moveTo>
                  <a:lnTo>
                    <a:pt x="30748" y="2222"/>
                  </a:lnTo>
                  <a:lnTo>
                    <a:pt x="31543" y="4053"/>
                  </a:lnTo>
                  <a:lnTo>
                    <a:pt x="31809" y="5783"/>
                  </a:lnTo>
                  <a:lnTo>
                    <a:pt x="29498" y="5783"/>
                  </a:lnTo>
                  <a:lnTo>
                    <a:pt x="27339" y="6048"/>
                  </a:lnTo>
                  <a:lnTo>
                    <a:pt x="27465" y="7665"/>
                  </a:lnTo>
                  <a:lnTo>
                    <a:pt x="31796" y="7665"/>
                  </a:lnTo>
                  <a:lnTo>
                    <a:pt x="29321" y="12059"/>
                  </a:lnTo>
                  <a:lnTo>
                    <a:pt x="33046" y="8574"/>
                  </a:lnTo>
                  <a:lnTo>
                    <a:pt x="35155" y="7778"/>
                  </a:lnTo>
                  <a:lnTo>
                    <a:pt x="36834" y="8548"/>
                  </a:lnTo>
                  <a:lnTo>
                    <a:pt x="36380" y="9963"/>
                  </a:lnTo>
                  <a:lnTo>
                    <a:pt x="34700" y="11996"/>
                  </a:lnTo>
                  <a:lnTo>
                    <a:pt x="32667" y="14256"/>
                  </a:lnTo>
                  <a:lnTo>
                    <a:pt x="32250" y="17059"/>
                  </a:lnTo>
                  <a:lnTo>
                    <a:pt x="32617" y="19269"/>
                  </a:lnTo>
                  <a:lnTo>
                    <a:pt x="31935" y="19698"/>
                  </a:lnTo>
                  <a:cubicBezTo>
                    <a:pt x="31922" y="19711"/>
                    <a:pt x="31834" y="19761"/>
                    <a:pt x="30988" y="20254"/>
                  </a:cubicBezTo>
                  <a:cubicBezTo>
                    <a:pt x="30584" y="20494"/>
                    <a:pt x="30432" y="20582"/>
                    <a:pt x="30432" y="20809"/>
                  </a:cubicBezTo>
                  <a:cubicBezTo>
                    <a:pt x="30445" y="20986"/>
                    <a:pt x="30558" y="21125"/>
                    <a:pt x="30710" y="21188"/>
                  </a:cubicBezTo>
                  <a:cubicBezTo>
                    <a:pt x="30887" y="21289"/>
                    <a:pt x="31215" y="21466"/>
                    <a:pt x="31480" y="22072"/>
                  </a:cubicBezTo>
                  <a:cubicBezTo>
                    <a:pt x="31872" y="22943"/>
                    <a:pt x="31733" y="23259"/>
                    <a:pt x="31657" y="23309"/>
                  </a:cubicBezTo>
                  <a:lnTo>
                    <a:pt x="31455" y="23385"/>
                  </a:lnTo>
                  <a:lnTo>
                    <a:pt x="31455" y="23537"/>
                  </a:lnTo>
                  <a:cubicBezTo>
                    <a:pt x="31404" y="23676"/>
                    <a:pt x="31228" y="24118"/>
                    <a:pt x="30609" y="25620"/>
                  </a:cubicBezTo>
                  <a:cubicBezTo>
                    <a:pt x="30432" y="26062"/>
                    <a:pt x="30319" y="26353"/>
                    <a:pt x="30243" y="26555"/>
                  </a:cubicBezTo>
                  <a:lnTo>
                    <a:pt x="30218" y="26618"/>
                  </a:lnTo>
                  <a:cubicBezTo>
                    <a:pt x="30218" y="26618"/>
                    <a:pt x="30218" y="26630"/>
                    <a:pt x="30218" y="26630"/>
                  </a:cubicBezTo>
                  <a:cubicBezTo>
                    <a:pt x="30205" y="26681"/>
                    <a:pt x="30154" y="26832"/>
                    <a:pt x="29978" y="27287"/>
                  </a:cubicBezTo>
                  <a:cubicBezTo>
                    <a:pt x="29498" y="28499"/>
                    <a:pt x="29018" y="28537"/>
                    <a:pt x="28955" y="28537"/>
                  </a:cubicBezTo>
                  <a:lnTo>
                    <a:pt x="28399" y="28373"/>
                  </a:lnTo>
                  <a:lnTo>
                    <a:pt x="28399" y="28373"/>
                  </a:lnTo>
                  <a:lnTo>
                    <a:pt x="29220" y="31062"/>
                  </a:lnTo>
                  <a:lnTo>
                    <a:pt x="28677" y="32287"/>
                  </a:lnTo>
                  <a:lnTo>
                    <a:pt x="26682" y="30469"/>
                  </a:lnTo>
                  <a:lnTo>
                    <a:pt x="25394" y="33525"/>
                  </a:lnTo>
                  <a:lnTo>
                    <a:pt x="26758" y="33525"/>
                  </a:lnTo>
                  <a:lnTo>
                    <a:pt x="27844" y="33626"/>
                  </a:lnTo>
                  <a:lnTo>
                    <a:pt x="24977" y="35431"/>
                  </a:lnTo>
                  <a:lnTo>
                    <a:pt x="21922" y="35835"/>
                  </a:lnTo>
                  <a:lnTo>
                    <a:pt x="20230" y="37931"/>
                  </a:lnTo>
                  <a:lnTo>
                    <a:pt x="17199" y="39232"/>
                  </a:lnTo>
                  <a:lnTo>
                    <a:pt x="14939" y="39838"/>
                  </a:lnTo>
                  <a:lnTo>
                    <a:pt x="13360" y="42351"/>
                  </a:lnTo>
                  <a:lnTo>
                    <a:pt x="12211" y="45861"/>
                  </a:lnTo>
                  <a:lnTo>
                    <a:pt x="11163" y="47654"/>
                  </a:lnTo>
                  <a:lnTo>
                    <a:pt x="9661" y="45874"/>
                  </a:lnTo>
                  <a:lnTo>
                    <a:pt x="8209" y="46101"/>
                  </a:lnTo>
                  <a:lnTo>
                    <a:pt x="7767" y="43715"/>
                  </a:lnTo>
                  <a:lnTo>
                    <a:pt x="7173" y="40823"/>
                  </a:lnTo>
                  <a:lnTo>
                    <a:pt x="6719" y="37048"/>
                  </a:lnTo>
                  <a:lnTo>
                    <a:pt x="7893" y="34535"/>
                  </a:lnTo>
                  <a:lnTo>
                    <a:pt x="6315" y="33373"/>
                  </a:lnTo>
                  <a:lnTo>
                    <a:pt x="6315" y="31542"/>
                  </a:lnTo>
                  <a:lnTo>
                    <a:pt x="8082" y="31833"/>
                  </a:lnTo>
                  <a:lnTo>
                    <a:pt x="9244" y="30040"/>
                  </a:lnTo>
                  <a:lnTo>
                    <a:pt x="7577" y="29509"/>
                  </a:lnTo>
                  <a:lnTo>
                    <a:pt x="7577" y="25671"/>
                  </a:lnTo>
                  <a:lnTo>
                    <a:pt x="7981" y="21643"/>
                  </a:lnTo>
                  <a:lnTo>
                    <a:pt x="6277" y="18309"/>
                  </a:lnTo>
                  <a:lnTo>
                    <a:pt x="6125" y="18309"/>
                  </a:lnTo>
                  <a:cubicBezTo>
                    <a:pt x="6024" y="18271"/>
                    <a:pt x="5645" y="18082"/>
                    <a:pt x="4408" y="17413"/>
                  </a:cubicBezTo>
                  <a:cubicBezTo>
                    <a:pt x="3845" y="17104"/>
                    <a:pt x="3347" y="16952"/>
                    <a:pt x="2915" y="16952"/>
                  </a:cubicBezTo>
                  <a:cubicBezTo>
                    <a:pt x="2746" y="16952"/>
                    <a:pt x="2587" y="16975"/>
                    <a:pt x="2438" y="17021"/>
                  </a:cubicBezTo>
                  <a:cubicBezTo>
                    <a:pt x="2274" y="17072"/>
                    <a:pt x="2122" y="17147"/>
                    <a:pt x="1983" y="17261"/>
                  </a:cubicBezTo>
                  <a:lnTo>
                    <a:pt x="620" y="16339"/>
                  </a:lnTo>
                  <a:lnTo>
                    <a:pt x="620" y="15455"/>
                  </a:lnTo>
                  <a:lnTo>
                    <a:pt x="3852" y="15203"/>
                  </a:lnTo>
                  <a:lnTo>
                    <a:pt x="3208" y="13763"/>
                  </a:lnTo>
                  <a:lnTo>
                    <a:pt x="1819" y="13612"/>
                  </a:lnTo>
                  <a:lnTo>
                    <a:pt x="1504" y="12450"/>
                  </a:lnTo>
                  <a:lnTo>
                    <a:pt x="3057" y="12160"/>
                  </a:lnTo>
                  <a:lnTo>
                    <a:pt x="5797" y="11036"/>
                  </a:lnTo>
                  <a:lnTo>
                    <a:pt x="7678" y="9470"/>
                  </a:lnTo>
                  <a:lnTo>
                    <a:pt x="6857" y="8233"/>
                  </a:lnTo>
                  <a:lnTo>
                    <a:pt x="7994" y="6781"/>
                  </a:lnTo>
                  <a:lnTo>
                    <a:pt x="10178" y="6301"/>
                  </a:lnTo>
                  <a:lnTo>
                    <a:pt x="11769" y="4710"/>
                  </a:lnTo>
                  <a:lnTo>
                    <a:pt x="13777" y="3965"/>
                  </a:lnTo>
                  <a:lnTo>
                    <a:pt x="15355" y="3712"/>
                  </a:lnTo>
                  <a:lnTo>
                    <a:pt x="15646" y="5430"/>
                  </a:lnTo>
                  <a:lnTo>
                    <a:pt x="17325" y="5935"/>
                  </a:lnTo>
                  <a:lnTo>
                    <a:pt x="17792" y="4382"/>
                  </a:lnTo>
                  <a:lnTo>
                    <a:pt x="18323" y="4584"/>
                  </a:lnTo>
                  <a:lnTo>
                    <a:pt x="18651" y="7033"/>
                  </a:lnTo>
                  <a:lnTo>
                    <a:pt x="20949" y="7033"/>
                  </a:lnTo>
                  <a:lnTo>
                    <a:pt x="20053" y="4407"/>
                  </a:lnTo>
                  <a:lnTo>
                    <a:pt x="20570" y="3031"/>
                  </a:lnTo>
                  <a:lnTo>
                    <a:pt x="22250" y="2980"/>
                  </a:lnTo>
                  <a:lnTo>
                    <a:pt x="27591" y="682"/>
                  </a:lnTo>
                  <a:close/>
                  <a:moveTo>
                    <a:pt x="27604" y="0"/>
                  </a:moveTo>
                  <a:lnTo>
                    <a:pt x="22161" y="2361"/>
                  </a:lnTo>
                  <a:lnTo>
                    <a:pt x="20116" y="2424"/>
                  </a:lnTo>
                  <a:lnTo>
                    <a:pt x="19371" y="4407"/>
                  </a:lnTo>
                  <a:lnTo>
                    <a:pt x="20053" y="6415"/>
                  </a:lnTo>
                  <a:lnTo>
                    <a:pt x="19194" y="6415"/>
                  </a:lnTo>
                  <a:lnTo>
                    <a:pt x="18891" y="4142"/>
                  </a:lnTo>
                  <a:lnTo>
                    <a:pt x="17376" y="3548"/>
                  </a:lnTo>
                  <a:lnTo>
                    <a:pt x="16896" y="5152"/>
                  </a:lnTo>
                  <a:lnTo>
                    <a:pt x="16214" y="4937"/>
                  </a:lnTo>
                  <a:lnTo>
                    <a:pt x="15861" y="2993"/>
                  </a:lnTo>
                  <a:lnTo>
                    <a:pt x="13600" y="3359"/>
                  </a:lnTo>
                  <a:lnTo>
                    <a:pt x="11479" y="4154"/>
                  </a:lnTo>
                  <a:lnTo>
                    <a:pt x="9850" y="5733"/>
                  </a:lnTo>
                  <a:lnTo>
                    <a:pt x="7628" y="6200"/>
                  </a:lnTo>
                  <a:lnTo>
                    <a:pt x="6075" y="8208"/>
                  </a:lnTo>
                  <a:lnTo>
                    <a:pt x="6832" y="9344"/>
                  </a:lnTo>
                  <a:lnTo>
                    <a:pt x="5506" y="10480"/>
                  </a:lnTo>
                  <a:lnTo>
                    <a:pt x="2905" y="11541"/>
                  </a:lnTo>
                  <a:lnTo>
                    <a:pt x="708" y="11958"/>
                  </a:lnTo>
                  <a:lnTo>
                    <a:pt x="1339" y="14193"/>
                  </a:lnTo>
                  <a:lnTo>
                    <a:pt x="2792" y="14344"/>
                  </a:lnTo>
                  <a:lnTo>
                    <a:pt x="2918" y="14635"/>
                  </a:lnTo>
                  <a:lnTo>
                    <a:pt x="1" y="14862"/>
                  </a:lnTo>
                  <a:lnTo>
                    <a:pt x="1" y="16655"/>
                  </a:lnTo>
                  <a:lnTo>
                    <a:pt x="2173" y="18132"/>
                  </a:lnTo>
                  <a:lnTo>
                    <a:pt x="2337" y="17817"/>
                  </a:lnTo>
                  <a:cubicBezTo>
                    <a:pt x="2400" y="17716"/>
                    <a:pt x="2514" y="17640"/>
                    <a:pt x="2627" y="17615"/>
                  </a:cubicBezTo>
                  <a:cubicBezTo>
                    <a:pt x="2703" y="17592"/>
                    <a:pt x="2796" y="17576"/>
                    <a:pt x="2911" y="17576"/>
                  </a:cubicBezTo>
                  <a:cubicBezTo>
                    <a:pt x="3180" y="17576"/>
                    <a:pt x="3565" y="17663"/>
                    <a:pt x="4105" y="17956"/>
                  </a:cubicBezTo>
                  <a:cubicBezTo>
                    <a:pt x="5153" y="18536"/>
                    <a:pt x="5620" y="18764"/>
                    <a:pt x="5847" y="18865"/>
                  </a:cubicBezTo>
                  <a:lnTo>
                    <a:pt x="7325" y="21756"/>
                  </a:lnTo>
                  <a:lnTo>
                    <a:pt x="6933" y="25645"/>
                  </a:lnTo>
                  <a:lnTo>
                    <a:pt x="6933" y="29976"/>
                  </a:lnTo>
                  <a:lnTo>
                    <a:pt x="8259" y="30393"/>
                  </a:lnTo>
                  <a:lnTo>
                    <a:pt x="7767" y="31138"/>
                  </a:lnTo>
                  <a:lnTo>
                    <a:pt x="5671" y="30785"/>
                  </a:lnTo>
                  <a:lnTo>
                    <a:pt x="5671" y="33689"/>
                  </a:lnTo>
                  <a:lnTo>
                    <a:pt x="7097" y="34737"/>
                  </a:lnTo>
                  <a:lnTo>
                    <a:pt x="6062" y="36947"/>
                  </a:lnTo>
                  <a:lnTo>
                    <a:pt x="6554" y="40924"/>
                  </a:lnTo>
                  <a:lnTo>
                    <a:pt x="7148" y="43828"/>
                  </a:lnTo>
                  <a:lnTo>
                    <a:pt x="7691" y="46808"/>
                  </a:lnTo>
                  <a:lnTo>
                    <a:pt x="9408" y="46556"/>
                  </a:lnTo>
                  <a:lnTo>
                    <a:pt x="11252" y="48740"/>
                  </a:lnTo>
                  <a:lnTo>
                    <a:pt x="12780" y="46152"/>
                  </a:lnTo>
                  <a:lnTo>
                    <a:pt x="13916" y="42654"/>
                  </a:lnTo>
                  <a:lnTo>
                    <a:pt x="15343" y="40381"/>
                  </a:lnTo>
                  <a:lnTo>
                    <a:pt x="17388" y="39826"/>
                  </a:lnTo>
                  <a:lnTo>
                    <a:pt x="20621" y="38449"/>
                  </a:lnTo>
                  <a:lnTo>
                    <a:pt x="22250" y="36429"/>
                  </a:lnTo>
                  <a:lnTo>
                    <a:pt x="25116" y="36050"/>
                  </a:lnTo>
                  <a:lnTo>
                    <a:pt x="29738" y="33184"/>
                  </a:lnTo>
                  <a:lnTo>
                    <a:pt x="29005" y="33108"/>
                  </a:lnTo>
                  <a:lnTo>
                    <a:pt x="29877" y="31100"/>
                  </a:lnTo>
                  <a:lnTo>
                    <a:pt x="29270" y="29105"/>
                  </a:lnTo>
                  <a:cubicBezTo>
                    <a:pt x="29637" y="28979"/>
                    <a:pt x="30142" y="28600"/>
                    <a:pt x="30558" y="27514"/>
                  </a:cubicBezTo>
                  <a:cubicBezTo>
                    <a:pt x="30659" y="27274"/>
                    <a:pt x="30748" y="27022"/>
                    <a:pt x="30824" y="26782"/>
                  </a:cubicBezTo>
                  <a:lnTo>
                    <a:pt x="31202" y="25847"/>
                  </a:lnTo>
                  <a:cubicBezTo>
                    <a:pt x="31720" y="24585"/>
                    <a:pt x="31935" y="24054"/>
                    <a:pt x="32036" y="23815"/>
                  </a:cubicBezTo>
                  <a:cubicBezTo>
                    <a:pt x="32149" y="23726"/>
                    <a:pt x="32238" y="23600"/>
                    <a:pt x="32288" y="23474"/>
                  </a:cubicBezTo>
                  <a:cubicBezTo>
                    <a:pt x="32452" y="23070"/>
                    <a:pt x="32389" y="22514"/>
                    <a:pt x="32074" y="21807"/>
                  </a:cubicBezTo>
                  <a:cubicBezTo>
                    <a:pt x="31910" y="21403"/>
                    <a:pt x="31644" y="21062"/>
                    <a:pt x="31303" y="20797"/>
                  </a:cubicBezTo>
                  <a:cubicBezTo>
                    <a:pt x="31834" y="20494"/>
                    <a:pt x="32112" y="20329"/>
                    <a:pt x="32250" y="20228"/>
                  </a:cubicBezTo>
                  <a:lnTo>
                    <a:pt x="32263" y="20241"/>
                  </a:lnTo>
                  <a:lnTo>
                    <a:pt x="33311" y="19572"/>
                  </a:lnTo>
                  <a:lnTo>
                    <a:pt x="32894" y="17046"/>
                  </a:lnTo>
                  <a:lnTo>
                    <a:pt x="33261" y="14534"/>
                  </a:lnTo>
                  <a:lnTo>
                    <a:pt x="35167" y="12412"/>
                  </a:lnTo>
                  <a:lnTo>
                    <a:pt x="36897" y="10329"/>
                  </a:lnTo>
                  <a:lnTo>
                    <a:pt x="37592" y="8220"/>
                  </a:lnTo>
                  <a:lnTo>
                    <a:pt x="35167" y="7096"/>
                  </a:lnTo>
                  <a:lnTo>
                    <a:pt x="32756" y="8018"/>
                  </a:lnTo>
                  <a:lnTo>
                    <a:pt x="31872" y="8801"/>
                  </a:lnTo>
                  <a:lnTo>
                    <a:pt x="32364" y="7942"/>
                  </a:lnTo>
                  <a:lnTo>
                    <a:pt x="32541" y="7046"/>
                  </a:lnTo>
                  <a:lnTo>
                    <a:pt x="28046" y="7046"/>
                  </a:lnTo>
                  <a:lnTo>
                    <a:pt x="28008" y="6604"/>
                  </a:lnTo>
                  <a:lnTo>
                    <a:pt x="29536" y="6415"/>
                  </a:lnTo>
                  <a:lnTo>
                    <a:pt x="32541" y="6415"/>
                  </a:lnTo>
                  <a:lnTo>
                    <a:pt x="32162" y="3927"/>
                  </a:lnTo>
                  <a:lnTo>
                    <a:pt x="31228" y="1768"/>
                  </a:lnTo>
                  <a:lnTo>
                    <a:pt x="2760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4" name="Google Shape;4464;p56"/>
            <p:cNvSpPr/>
            <p:nvPr/>
          </p:nvSpPr>
          <p:spPr>
            <a:xfrm>
              <a:off x="2067150" y="740400"/>
              <a:ext cx="667350" cy="530050"/>
            </a:xfrm>
            <a:custGeom>
              <a:avLst/>
              <a:gdLst/>
              <a:ahLst/>
              <a:cxnLst/>
              <a:rect l="l" t="t" r="r" b="b"/>
              <a:pathLst>
                <a:path w="26694" h="21202" extrusionOk="0">
                  <a:moveTo>
                    <a:pt x="19218" y="1"/>
                  </a:moveTo>
                  <a:lnTo>
                    <a:pt x="14635" y="556"/>
                  </a:lnTo>
                  <a:lnTo>
                    <a:pt x="11415" y="1895"/>
                  </a:lnTo>
                  <a:lnTo>
                    <a:pt x="10228" y="3157"/>
                  </a:lnTo>
                  <a:lnTo>
                    <a:pt x="12122" y="5165"/>
                  </a:lnTo>
                  <a:lnTo>
                    <a:pt x="14016" y="6100"/>
                  </a:lnTo>
                  <a:lnTo>
                    <a:pt x="11099" y="6163"/>
                  </a:lnTo>
                  <a:lnTo>
                    <a:pt x="9041" y="4660"/>
                  </a:lnTo>
                  <a:lnTo>
                    <a:pt x="8814" y="2766"/>
                  </a:lnTo>
                  <a:lnTo>
                    <a:pt x="7627" y="2286"/>
                  </a:lnTo>
                  <a:lnTo>
                    <a:pt x="5190" y="6706"/>
                  </a:lnTo>
                  <a:lnTo>
                    <a:pt x="4786" y="9711"/>
                  </a:lnTo>
                  <a:lnTo>
                    <a:pt x="5733" y="11756"/>
                  </a:lnTo>
                  <a:lnTo>
                    <a:pt x="7627" y="12236"/>
                  </a:lnTo>
                  <a:lnTo>
                    <a:pt x="8650" y="13688"/>
                  </a:lnTo>
                  <a:lnTo>
                    <a:pt x="6288" y="13082"/>
                  </a:lnTo>
                  <a:lnTo>
                    <a:pt x="5101" y="14509"/>
                  </a:lnTo>
                  <a:lnTo>
                    <a:pt x="2816" y="14509"/>
                  </a:lnTo>
                  <a:lnTo>
                    <a:pt x="1642" y="14004"/>
                  </a:lnTo>
                  <a:lnTo>
                    <a:pt x="417" y="12741"/>
                  </a:lnTo>
                  <a:cubicBezTo>
                    <a:pt x="177" y="12905"/>
                    <a:pt x="0" y="14332"/>
                    <a:pt x="0" y="14332"/>
                  </a:cubicBezTo>
                  <a:lnTo>
                    <a:pt x="1212" y="15822"/>
                  </a:lnTo>
                  <a:lnTo>
                    <a:pt x="631" y="18007"/>
                  </a:lnTo>
                  <a:lnTo>
                    <a:pt x="51" y="19459"/>
                  </a:lnTo>
                  <a:lnTo>
                    <a:pt x="3914" y="20494"/>
                  </a:lnTo>
                  <a:lnTo>
                    <a:pt x="6566" y="21201"/>
                  </a:lnTo>
                  <a:lnTo>
                    <a:pt x="7551" y="20810"/>
                  </a:lnTo>
                  <a:lnTo>
                    <a:pt x="7551" y="19232"/>
                  </a:lnTo>
                  <a:lnTo>
                    <a:pt x="5809" y="18689"/>
                  </a:lnTo>
                  <a:lnTo>
                    <a:pt x="3927" y="18032"/>
                  </a:lnTo>
                  <a:lnTo>
                    <a:pt x="3296" y="16403"/>
                  </a:lnTo>
                  <a:lnTo>
                    <a:pt x="4748" y="16138"/>
                  </a:lnTo>
                  <a:lnTo>
                    <a:pt x="7071" y="17653"/>
                  </a:lnTo>
                  <a:lnTo>
                    <a:pt x="9129" y="17653"/>
                  </a:lnTo>
                  <a:lnTo>
                    <a:pt x="11024" y="18348"/>
                  </a:lnTo>
                  <a:lnTo>
                    <a:pt x="11806" y="15140"/>
                  </a:lnTo>
                  <a:lnTo>
                    <a:pt x="13625" y="13398"/>
                  </a:lnTo>
                  <a:lnTo>
                    <a:pt x="15115" y="12224"/>
                  </a:lnTo>
                  <a:lnTo>
                    <a:pt x="15115" y="10405"/>
                  </a:lnTo>
                  <a:lnTo>
                    <a:pt x="18587" y="9231"/>
                  </a:lnTo>
                  <a:lnTo>
                    <a:pt x="21277" y="7728"/>
                  </a:lnTo>
                  <a:lnTo>
                    <a:pt x="23322" y="5986"/>
                  </a:lnTo>
                  <a:lnTo>
                    <a:pt x="25494" y="5216"/>
                  </a:lnTo>
                  <a:lnTo>
                    <a:pt x="26694" y="3322"/>
                  </a:lnTo>
                  <a:lnTo>
                    <a:pt x="25671" y="1390"/>
                  </a:lnTo>
                  <a:lnTo>
                    <a:pt x="2276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5" name="Google Shape;4465;p56"/>
            <p:cNvSpPr/>
            <p:nvPr/>
          </p:nvSpPr>
          <p:spPr>
            <a:xfrm>
              <a:off x="2057975" y="732525"/>
              <a:ext cx="685375" cy="546450"/>
            </a:xfrm>
            <a:custGeom>
              <a:avLst/>
              <a:gdLst/>
              <a:ahLst/>
              <a:cxnLst/>
              <a:rect l="l" t="t" r="r" b="b"/>
              <a:pathLst>
                <a:path w="27415" h="21858" extrusionOk="0">
                  <a:moveTo>
                    <a:pt x="23058" y="631"/>
                  </a:moveTo>
                  <a:lnTo>
                    <a:pt x="25811" y="1919"/>
                  </a:lnTo>
                  <a:lnTo>
                    <a:pt x="26682" y="3599"/>
                  </a:lnTo>
                  <a:lnTo>
                    <a:pt x="25646" y="5240"/>
                  </a:lnTo>
                  <a:lnTo>
                    <a:pt x="23576" y="5998"/>
                  </a:lnTo>
                  <a:lnTo>
                    <a:pt x="21480" y="7753"/>
                  </a:lnTo>
                  <a:lnTo>
                    <a:pt x="18853" y="9230"/>
                  </a:lnTo>
                  <a:lnTo>
                    <a:pt x="15166" y="10493"/>
                  </a:lnTo>
                  <a:lnTo>
                    <a:pt x="15166" y="12387"/>
                  </a:lnTo>
                  <a:lnTo>
                    <a:pt x="13764" y="13486"/>
                  </a:lnTo>
                  <a:lnTo>
                    <a:pt x="11883" y="15291"/>
                  </a:lnTo>
                  <a:lnTo>
                    <a:pt x="11163" y="18246"/>
                  </a:lnTo>
                  <a:lnTo>
                    <a:pt x="9597" y="17678"/>
                  </a:lnTo>
                  <a:lnTo>
                    <a:pt x="7539" y="17665"/>
                  </a:lnTo>
                  <a:lnTo>
                    <a:pt x="5191" y="16125"/>
                  </a:lnTo>
                  <a:lnTo>
                    <a:pt x="3233" y="16478"/>
                  </a:lnTo>
                  <a:lnTo>
                    <a:pt x="4067" y="18600"/>
                  </a:lnTo>
                  <a:lnTo>
                    <a:pt x="6087" y="19307"/>
                  </a:lnTo>
                  <a:lnTo>
                    <a:pt x="7602" y="19786"/>
                  </a:lnTo>
                  <a:lnTo>
                    <a:pt x="7602" y="20910"/>
                  </a:lnTo>
                  <a:lnTo>
                    <a:pt x="6921" y="21188"/>
                  </a:lnTo>
                  <a:lnTo>
                    <a:pt x="847" y="19559"/>
                  </a:lnTo>
                  <a:lnTo>
                    <a:pt x="1301" y="18398"/>
                  </a:lnTo>
                  <a:lnTo>
                    <a:pt x="1920" y="16062"/>
                  </a:lnTo>
                  <a:lnTo>
                    <a:pt x="695" y="14559"/>
                  </a:lnTo>
                  <a:cubicBezTo>
                    <a:pt x="733" y="14243"/>
                    <a:pt x="796" y="13915"/>
                    <a:pt x="872" y="13612"/>
                  </a:cubicBezTo>
                  <a:lnTo>
                    <a:pt x="1769" y="14534"/>
                  </a:lnTo>
                  <a:lnTo>
                    <a:pt x="3057" y="15114"/>
                  </a:lnTo>
                  <a:lnTo>
                    <a:pt x="5620" y="15140"/>
                  </a:lnTo>
                  <a:lnTo>
                    <a:pt x="6769" y="13751"/>
                  </a:lnTo>
                  <a:lnTo>
                    <a:pt x="9762" y="14521"/>
                  </a:lnTo>
                  <a:lnTo>
                    <a:pt x="8183" y="12261"/>
                  </a:lnTo>
                  <a:lnTo>
                    <a:pt x="6327" y="11794"/>
                  </a:lnTo>
                  <a:lnTo>
                    <a:pt x="5481" y="9963"/>
                  </a:lnTo>
                  <a:lnTo>
                    <a:pt x="5860" y="7122"/>
                  </a:lnTo>
                  <a:lnTo>
                    <a:pt x="8133" y="3005"/>
                  </a:lnTo>
                  <a:lnTo>
                    <a:pt x="8890" y="3296"/>
                  </a:lnTo>
                  <a:lnTo>
                    <a:pt x="9130" y="5152"/>
                  </a:lnTo>
                  <a:lnTo>
                    <a:pt x="11365" y="6793"/>
                  </a:lnTo>
                  <a:lnTo>
                    <a:pt x="15684" y="6692"/>
                  </a:lnTo>
                  <a:lnTo>
                    <a:pt x="12678" y="5228"/>
                  </a:lnTo>
                  <a:lnTo>
                    <a:pt x="11024" y="3472"/>
                  </a:lnTo>
                  <a:lnTo>
                    <a:pt x="11971" y="2475"/>
                  </a:lnTo>
                  <a:lnTo>
                    <a:pt x="15090" y="1174"/>
                  </a:lnTo>
                  <a:lnTo>
                    <a:pt x="19585" y="631"/>
                  </a:lnTo>
                  <a:close/>
                  <a:moveTo>
                    <a:pt x="19548" y="0"/>
                  </a:moveTo>
                  <a:lnTo>
                    <a:pt x="14977" y="556"/>
                  </a:lnTo>
                  <a:lnTo>
                    <a:pt x="11656" y="1919"/>
                  </a:lnTo>
                  <a:lnTo>
                    <a:pt x="10166" y="3472"/>
                  </a:lnTo>
                  <a:lnTo>
                    <a:pt x="12262" y="5695"/>
                  </a:lnTo>
                  <a:lnTo>
                    <a:pt x="13083" y="6124"/>
                  </a:lnTo>
                  <a:lnTo>
                    <a:pt x="11567" y="6162"/>
                  </a:lnTo>
                  <a:lnTo>
                    <a:pt x="9724" y="4798"/>
                  </a:lnTo>
                  <a:lnTo>
                    <a:pt x="9471" y="2854"/>
                  </a:lnTo>
                  <a:lnTo>
                    <a:pt x="7868" y="2210"/>
                  </a:lnTo>
                  <a:lnTo>
                    <a:pt x="5279" y="6869"/>
                  </a:lnTo>
                  <a:lnTo>
                    <a:pt x="4837" y="10064"/>
                  </a:lnTo>
                  <a:lnTo>
                    <a:pt x="5885" y="12337"/>
                  </a:lnTo>
                  <a:lnTo>
                    <a:pt x="7804" y="12816"/>
                  </a:lnTo>
                  <a:lnTo>
                    <a:pt x="8272" y="13486"/>
                  </a:lnTo>
                  <a:lnTo>
                    <a:pt x="6542" y="13044"/>
                  </a:lnTo>
                  <a:lnTo>
                    <a:pt x="5330" y="14508"/>
                  </a:lnTo>
                  <a:lnTo>
                    <a:pt x="3259" y="14508"/>
                  </a:lnTo>
                  <a:lnTo>
                    <a:pt x="2185" y="14054"/>
                  </a:lnTo>
                  <a:lnTo>
                    <a:pt x="822" y="12652"/>
                  </a:lnTo>
                  <a:lnTo>
                    <a:pt x="607" y="12791"/>
                  </a:lnTo>
                  <a:cubicBezTo>
                    <a:pt x="519" y="12854"/>
                    <a:pt x="253" y="13031"/>
                    <a:pt x="51" y="14609"/>
                  </a:cubicBezTo>
                  <a:lnTo>
                    <a:pt x="39" y="14748"/>
                  </a:lnTo>
                  <a:lnTo>
                    <a:pt x="1238" y="16213"/>
                  </a:lnTo>
                  <a:lnTo>
                    <a:pt x="708" y="18208"/>
                  </a:lnTo>
                  <a:lnTo>
                    <a:pt x="1" y="19989"/>
                  </a:lnTo>
                  <a:lnTo>
                    <a:pt x="6946" y="21857"/>
                  </a:lnTo>
                  <a:lnTo>
                    <a:pt x="8234" y="21340"/>
                  </a:lnTo>
                  <a:lnTo>
                    <a:pt x="8234" y="19319"/>
                  </a:lnTo>
                  <a:lnTo>
                    <a:pt x="6289" y="18701"/>
                  </a:lnTo>
                  <a:lnTo>
                    <a:pt x="4547" y="18094"/>
                  </a:lnTo>
                  <a:lnTo>
                    <a:pt x="4092" y="16958"/>
                  </a:lnTo>
                  <a:lnTo>
                    <a:pt x="5052" y="16781"/>
                  </a:lnTo>
                  <a:lnTo>
                    <a:pt x="7350" y="18284"/>
                  </a:lnTo>
                  <a:lnTo>
                    <a:pt x="9433" y="18284"/>
                  </a:lnTo>
                  <a:lnTo>
                    <a:pt x="11605" y="19079"/>
                  </a:lnTo>
                  <a:lnTo>
                    <a:pt x="12464" y="15620"/>
                  </a:lnTo>
                  <a:lnTo>
                    <a:pt x="14181" y="13953"/>
                  </a:lnTo>
                  <a:lnTo>
                    <a:pt x="15797" y="12690"/>
                  </a:lnTo>
                  <a:lnTo>
                    <a:pt x="15797" y="10948"/>
                  </a:lnTo>
                  <a:lnTo>
                    <a:pt x="19106" y="9811"/>
                  </a:lnTo>
                  <a:lnTo>
                    <a:pt x="21833" y="8283"/>
                  </a:lnTo>
                  <a:lnTo>
                    <a:pt x="23853" y="6579"/>
                  </a:lnTo>
                  <a:lnTo>
                    <a:pt x="26063" y="5783"/>
                  </a:lnTo>
                  <a:lnTo>
                    <a:pt x="27414" y="3637"/>
                  </a:lnTo>
                  <a:lnTo>
                    <a:pt x="26265" y="1452"/>
                  </a:lnTo>
                  <a:lnTo>
                    <a:pt x="2320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6" name="Google Shape;4466;p56"/>
            <p:cNvSpPr/>
            <p:nvPr/>
          </p:nvSpPr>
          <p:spPr>
            <a:xfrm>
              <a:off x="2007475" y="1152350"/>
              <a:ext cx="49275" cy="59075"/>
            </a:xfrm>
            <a:custGeom>
              <a:avLst/>
              <a:gdLst/>
              <a:ahLst/>
              <a:cxnLst/>
              <a:rect l="l" t="t" r="r" b="b"/>
              <a:pathLst>
                <a:path w="1971" h="2363" extrusionOk="0">
                  <a:moveTo>
                    <a:pt x="1339" y="1"/>
                  </a:moveTo>
                  <a:cubicBezTo>
                    <a:pt x="1023" y="241"/>
                    <a:pt x="1" y="1554"/>
                    <a:pt x="1" y="1554"/>
                  </a:cubicBezTo>
                  <a:lnTo>
                    <a:pt x="1339" y="2362"/>
                  </a:lnTo>
                  <a:lnTo>
                    <a:pt x="1970" y="1188"/>
                  </a:lnTo>
                  <a:lnTo>
                    <a:pt x="133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7" name="Google Shape;4467;p56"/>
            <p:cNvSpPr/>
            <p:nvPr/>
          </p:nvSpPr>
          <p:spPr>
            <a:xfrm>
              <a:off x="1995800" y="1140375"/>
              <a:ext cx="70100" cy="82100"/>
            </a:xfrm>
            <a:custGeom>
              <a:avLst/>
              <a:gdLst/>
              <a:ahLst/>
              <a:cxnLst/>
              <a:rect l="l" t="t" r="r" b="b"/>
              <a:pathLst>
                <a:path w="2804" h="3284" extrusionOk="0">
                  <a:moveTo>
                    <a:pt x="1730" y="998"/>
                  </a:moveTo>
                  <a:lnTo>
                    <a:pt x="2084" y="1667"/>
                  </a:lnTo>
                  <a:lnTo>
                    <a:pt x="1692" y="2399"/>
                  </a:lnTo>
                  <a:lnTo>
                    <a:pt x="935" y="1945"/>
                  </a:lnTo>
                  <a:cubicBezTo>
                    <a:pt x="1200" y="1629"/>
                    <a:pt x="1516" y="1250"/>
                    <a:pt x="1730" y="998"/>
                  </a:cubicBezTo>
                  <a:close/>
                  <a:moveTo>
                    <a:pt x="1920" y="0"/>
                  </a:moveTo>
                  <a:lnTo>
                    <a:pt x="1617" y="227"/>
                  </a:lnTo>
                  <a:cubicBezTo>
                    <a:pt x="1288" y="480"/>
                    <a:pt x="392" y="1616"/>
                    <a:pt x="228" y="1844"/>
                  </a:cubicBezTo>
                  <a:lnTo>
                    <a:pt x="0" y="2121"/>
                  </a:lnTo>
                  <a:lnTo>
                    <a:pt x="1932" y="3283"/>
                  </a:lnTo>
                  <a:lnTo>
                    <a:pt x="2804" y="1654"/>
                  </a:lnTo>
                  <a:lnTo>
                    <a:pt x="192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8" name="Google Shape;4468;p56"/>
            <p:cNvSpPr/>
            <p:nvPr/>
          </p:nvSpPr>
          <p:spPr>
            <a:xfrm>
              <a:off x="2092700" y="954125"/>
              <a:ext cx="54950" cy="101675"/>
            </a:xfrm>
            <a:custGeom>
              <a:avLst/>
              <a:gdLst/>
              <a:ahLst/>
              <a:cxnLst/>
              <a:rect l="l" t="t" r="r" b="b"/>
              <a:pathLst>
                <a:path w="2198" h="4067" extrusionOk="0">
                  <a:moveTo>
                    <a:pt x="1125" y="0"/>
                  </a:moveTo>
                  <a:lnTo>
                    <a:pt x="1" y="2096"/>
                  </a:lnTo>
                  <a:lnTo>
                    <a:pt x="455" y="4066"/>
                  </a:lnTo>
                  <a:lnTo>
                    <a:pt x="847" y="4066"/>
                  </a:lnTo>
                  <a:lnTo>
                    <a:pt x="847" y="2488"/>
                  </a:lnTo>
                  <a:lnTo>
                    <a:pt x="2198" y="1717"/>
                  </a:lnTo>
                  <a:lnTo>
                    <a:pt x="112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9" name="Google Shape;4469;p56"/>
            <p:cNvSpPr/>
            <p:nvPr/>
          </p:nvSpPr>
          <p:spPr>
            <a:xfrm>
              <a:off x="2084500" y="938325"/>
              <a:ext cx="73900" cy="125350"/>
            </a:xfrm>
            <a:custGeom>
              <a:avLst/>
              <a:gdLst/>
              <a:ahLst/>
              <a:cxnLst/>
              <a:rect l="l" t="t" r="r" b="b"/>
              <a:pathLst>
                <a:path w="2956" h="5014" extrusionOk="0">
                  <a:moveTo>
                    <a:pt x="1478" y="1263"/>
                  </a:moveTo>
                  <a:lnTo>
                    <a:pt x="2084" y="2236"/>
                  </a:lnTo>
                  <a:lnTo>
                    <a:pt x="859" y="2943"/>
                  </a:lnTo>
                  <a:lnTo>
                    <a:pt x="859" y="3637"/>
                  </a:lnTo>
                  <a:lnTo>
                    <a:pt x="670" y="2779"/>
                  </a:lnTo>
                  <a:lnTo>
                    <a:pt x="1478" y="1263"/>
                  </a:lnTo>
                  <a:close/>
                  <a:moveTo>
                    <a:pt x="1440" y="1"/>
                  </a:moveTo>
                  <a:lnTo>
                    <a:pt x="1" y="2690"/>
                  </a:lnTo>
                  <a:lnTo>
                    <a:pt x="531" y="5014"/>
                  </a:lnTo>
                  <a:lnTo>
                    <a:pt x="1491" y="5014"/>
                  </a:lnTo>
                  <a:lnTo>
                    <a:pt x="1491" y="3296"/>
                  </a:lnTo>
                  <a:lnTo>
                    <a:pt x="2955" y="2463"/>
                  </a:lnTo>
                  <a:lnTo>
                    <a:pt x="144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0" name="Google Shape;4470;p56"/>
            <p:cNvSpPr/>
            <p:nvPr/>
          </p:nvSpPr>
          <p:spPr>
            <a:xfrm>
              <a:off x="1999575" y="874575"/>
              <a:ext cx="83050" cy="141750"/>
            </a:xfrm>
            <a:custGeom>
              <a:avLst/>
              <a:gdLst/>
              <a:ahLst/>
              <a:cxnLst/>
              <a:rect l="l" t="t" r="r" b="b"/>
              <a:pathLst>
                <a:path w="3322" h="5670" extrusionOk="0">
                  <a:moveTo>
                    <a:pt x="796" y="0"/>
                  </a:moveTo>
                  <a:lnTo>
                    <a:pt x="796" y="1882"/>
                  </a:lnTo>
                  <a:lnTo>
                    <a:pt x="1" y="2601"/>
                  </a:lnTo>
                  <a:lnTo>
                    <a:pt x="1264" y="4407"/>
                  </a:lnTo>
                  <a:lnTo>
                    <a:pt x="1617" y="5670"/>
                  </a:lnTo>
                  <a:lnTo>
                    <a:pt x="3322" y="2286"/>
                  </a:lnTo>
                  <a:lnTo>
                    <a:pt x="3322" y="631"/>
                  </a:lnTo>
                  <a:lnTo>
                    <a:pt x="796"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1" name="Google Shape;4471;p56"/>
            <p:cNvSpPr/>
            <p:nvPr/>
          </p:nvSpPr>
          <p:spPr>
            <a:xfrm>
              <a:off x="1989175" y="864475"/>
              <a:ext cx="101025" cy="173625"/>
            </a:xfrm>
            <a:custGeom>
              <a:avLst/>
              <a:gdLst/>
              <a:ahLst/>
              <a:cxnLst/>
              <a:rect l="l" t="t" r="r" b="b"/>
              <a:pathLst>
                <a:path w="4041" h="6945" extrusionOk="0">
                  <a:moveTo>
                    <a:pt x="1528" y="808"/>
                  </a:moveTo>
                  <a:lnTo>
                    <a:pt x="3422" y="1275"/>
                  </a:lnTo>
                  <a:lnTo>
                    <a:pt x="3422" y="2614"/>
                  </a:lnTo>
                  <a:lnTo>
                    <a:pt x="2109" y="5202"/>
                  </a:lnTo>
                  <a:lnTo>
                    <a:pt x="1970" y="4735"/>
                  </a:lnTo>
                  <a:lnTo>
                    <a:pt x="834" y="3043"/>
                  </a:lnTo>
                  <a:lnTo>
                    <a:pt x="1528" y="2437"/>
                  </a:lnTo>
                  <a:lnTo>
                    <a:pt x="1528" y="808"/>
                  </a:lnTo>
                  <a:close/>
                  <a:moveTo>
                    <a:pt x="884" y="0"/>
                  </a:moveTo>
                  <a:lnTo>
                    <a:pt x="884" y="2147"/>
                  </a:lnTo>
                  <a:lnTo>
                    <a:pt x="0" y="2955"/>
                  </a:lnTo>
                  <a:lnTo>
                    <a:pt x="1389" y="4950"/>
                  </a:lnTo>
                  <a:lnTo>
                    <a:pt x="1932" y="6945"/>
                  </a:lnTo>
                  <a:lnTo>
                    <a:pt x="4041" y="2765"/>
                  </a:lnTo>
                  <a:lnTo>
                    <a:pt x="4041" y="783"/>
                  </a:lnTo>
                  <a:lnTo>
                    <a:pt x="88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2" name="Google Shape;4472;p56"/>
            <p:cNvSpPr/>
            <p:nvPr/>
          </p:nvSpPr>
          <p:spPr>
            <a:xfrm>
              <a:off x="1924775" y="1047875"/>
              <a:ext cx="106400" cy="104500"/>
            </a:xfrm>
            <a:custGeom>
              <a:avLst/>
              <a:gdLst/>
              <a:ahLst/>
              <a:cxnLst/>
              <a:rect l="l" t="t" r="r" b="b"/>
              <a:pathLst>
                <a:path w="4256" h="4180" extrusionOk="0">
                  <a:moveTo>
                    <a:pt x="0" y="0"/>
                  </a:moveTo>
                  <a:lnTo>
                    <a:pt x="0" y="1894"/>
                  </a:lnTo>
                  <a:lnTo>
                    <a:pt x="1263" y="2690"/>
                  </a:lnTo>
                  <a:lnTo>
                    <a:pt x="947" y="4180"/>
                  </a:lnTo>
                  <a:cubicBezTo>
                    <a:pt x="947" y="4180"/>
                    <a:pt x="2481" y="3571"/>
                    <a:pt x="2595" y="3571"/>
                  </a:cubicBezTo>
                  <a:cubicBezTo>
                    <a:pt x="2599" y="3571"/>
                    <a:pt x="2601" y="3572"/>
                    <a:pt x="2601" y="3574"/>
                  </a:cubicBezTo>
                  <a:cubicBezTo>
                    <a:pt x="2601" y="3574"/>
                    <a:pt x="2602" y="3575"/>
                    <a:pt x="2602" y="3575"/>
                  </a:cubicBezTo>
                  <a:cubicBezTo>
                    <a:pt x="2638" y="3575"/>
                    <a:pt x="4256" y="1389"/>
                    <a:pt x="4256" y="1389"/>
                  </a:cubicBezTo>
                  <a:lnTo>
                    <a:pt x="3296" y="0"/>
                  </a:lnTo>
                  <a:lnTo>
                    <a:pt x="2147" y="796"/>
                  </a:lnTo>
                  <a:lnTo>
                    <a:pt x="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3" name="Google Shape;4473;p56"/>
            <p:cNvSpPr/>
            <p:nvPr/>
          </p:nvSpPr>
          <p:spPr>
            <a:xfrm>
              <a:off x="1916875" y="1036500"/>
              <a:ext cx="124100" cy="128500"/>
            </a:xfrm>
            <a:custGeom>
              <a:avLst/>
              <a:gdLst/>
              <a:ahLst/>
              <a:cxnLst/>
              <a:rect l="l" t="t" r="r" b="b"/>
              <a:pathLst>
                <a:path w="4964" h="5140" extrusionOk="0">
                  <a:moveTo>
                    <a:pt x="3524" y="897"/>
                  </a:moveTo>
                  <a:lnTo>
                    <a:pt x="4180" y="1844"/>
                  </a:lnTo>
                  <a:cubicBezTo>
                    <a:pt x="3675" y="2526"/>
                    <a:pt x="2968" y="3473"/>
                    <a:pt x="2753" y="3738"/>
                  </a:cubicBezTo>
                  <a:cubicBezTo>
                    <a:pt x="2577" y="3789"/>
                    <a:pt x="2261" y="3903"/>
                    <a:pt x="1693" y="4130"/>
                  </a:cubicBezTo>
                  <a:lnTo>
                    <a:pt x="1933" y="2981"/>
                  </a:lnTo>
                  <a:lnTo>
                    <a:pt x="632" y="2173"/>
                  </a:lnTo>
                  <a:lnTo>
                    <a:pt x="632" y="910"/>
                  </a:lnTo>
                  <a:lnTo>
                    <a:pt x="2501" y="1604"/>
                  </a:lnTo>
                  <a:lnTo>
                    <a:pt x="3524" y="897"/>
                  </a:lnTo>
                  <a:close/>
                  <a:moveTo>
                    <a:pt x="1" y="1"/>
                  </a:moveTo>
                  <a:lnTo>
                    <a:pt x="1" y="2526"/>
                  </a:lnTo>
                  <a:lnTo>
                    <a:pt x="1225" y="3284"/>
                  </a:lnTo>
                  <a:lnTo>
                    <a:pt x="834" y="5140"/>
                  </a:lnTo>
                  <a:lnTo>
                    <a:pt x="1377" y="4925"/>
                  </a:lnTo>
                  <a:cubicBezTo>
                    <a:pt x="1996" y="4685"/>
                    <a:pt x="2690" y="4420"/>
                    <a:pt x="2905" y="4344"/>
                  </a:cubicBezTo>
                  <a:cubicBezTo>
                    <a:pt x="2916" y="4347"/>
                    <a:pt x="2927" y="4348"/>
                    <a:pt x="2938" y="4348"/>
                  </a:cubicBezTo>
                  <a:cubicBezTo>
                    <a:pt x="3130" y="4348"/>
                    <a:pt x="3368" y="4002"/>
                    <a:pt x="4824" y="2021"/>
                  </a:cubicBezTo>
                  <a:lnTo>
                    <a:pt x="4963" y="1832"/>
                  </a:lnTo>
                  <a:lnTo>
                    <a:pt x="3688" y="13"/>
                  </a:lnTo>
                  <a:lnTo>
                    <a:pt x="2412" y="885"/>
                  </a:lnTo>
                  <a:lnTo>
                    <a:pt x="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4" name="Google Shape;4474;p56"/>
            <p:cNvSpPr/>
            <p:nvPr/>
          </p:nvSpPr>
          <p:spPr>
            <a:xfrm>
              <a:off x="1706650" y="1016300"/>
              <a:ext cx="192575" cy="136400"/>
            </a:xfrm>
            <a:custGeom>
              <a:avLst/>
              <a:gdLst/>
              <a:ahLst/>
              <a:cxnLst/>
              <a:rect l="l" t="t" r="r" b="b"/>
              <a:pathLst>
                <a:path w="7703" h="5456" extrusionOk="0">
                  <a:moveTo>
                    <a:pt x="2412" y="1"/>
                  </a:moveTo>
                  <a:lnTo>
                    <a:pt x="1616" y="518"/>
                  </a:lnTo>
                  <a:cubicBezTo>
                    <a:pt x="1376" y="594"/>
                    <a:pt x="0" y="2147"/>
                    <a:pt x="0" y="2147"/>
                  </a:cubicBezTo>
                  <a:lnTo>
                    <a:pt x="859" y="4029"/>
                  </a:lnTo>
                  <a:lnTo>
                    <a:pt x="1692" y="5456"/>
                  </a:lnTo>
                  <a:lnTo>
                    <a:pt x="4142" y="4849"/>
                  </a:lnTo>
                  <a:lnTo>
                    <a:pt x="5253" y="4269"/>
                  </a:lnTo>
                  <a:lnTo>
                    <a:pt x="7387" y="4837"/>
                  </a:lnTo>
                  <a:lnTo>
                    <a:pt x="7703" y="2652"/>
                  </a:lnTo>
                  <a:lnTo>
                    <a:pt x="6907" y="480"/>
                  </a:lnTo>
                  <a:lnTo>
                    <a:pt x="5013" y="1819"/>
                  </a:lnTo>
                  <a:lnTo>
                    <a:pt x="4520" y="2968"/>
                  </a:lnTo>
                  <a:lnTo>
                    <a:pt x="3043" y="2652"/>
                  </a:lnTo>
                  <a:lnTo>
                    <a:pt x="3043" y="1263"/>
                  </a:lnTo>
                  <a:lnTo>
                    <a:pt x="241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5" name="Google Shape;4475;p56"/>
            <p:cNvSpPr/>
            <p:nvPr/>
          </p:nvSpPr>
          <p:spPr>
            <a:xfrm>
              <a:off x="1697800" y="1004950"/>
              <a:ext cx="209625" cy="156600"/>
            </a:xfrm>
            <a:custGeom>
              <a:avLst/>
              <a:gdLst/>
              <a:ahLst/>
              <a:cxnLst/>
              <a:rect l="l" t="t" r="r" b="b"/>
              <a:pathLst>
                <a:path w="8385" h="6264" extrusionOk="0">
                  <a:moveTo>
                    <a:pt x="2652" y="909"/>
                  </a:moveTo>
                  <a:lnTo>
                    <a:pt x="3094" y="1793"/>
                  </a:lnTo>
                  <a:lnTo>
                    <a:pt x="3094" y="3359"/>
                  </a:lnTo>
                  <a:lnTo>
                    <a:pt x="5064" y="3788"/>
                  </a:lnTo>
                  <a:lnTo>
                    <a:pt x="5632" y="2475"/>
                  </a:lnTo>
                  <a:lnTo>
                    <a:pt x="7122" y="1427"/>
                  </a:lnTo>
                  <a:lnTo>
                    <a:pt x="7728" y="3132"/>
                  </a:lnTo>
                  <a:lnTo>
                    <a:pt x="7476" y="4887"/>
                  </a:lnTo>
                  <a:lnTo>
                    <a:pt x="5582" y="4382"/>
                  </a:lnTo>
                  <a:lnTo>
                    <a:pt x="4395" y="5000"/>
                  </a:lnTo>
                  <a:lnTo>
                    <a:pt x="2210" y="5531"/>
                  </a:lnTo>
                  <a:lnTo>
                    <a:pt x="1503" y="4356"/>
                  </a:lnTo>
                  <a:lnTo>
                    <a:pt x="733" y="2664"/>
                  </a:lnTo>
                  <a:cubicBezTo>
                    <a:pt x="1288" y="2033"/>
                    <a:pt x="1920" y="1364"/>
                    <a:pt x="2084" y="1263"/>
                  </a:cubicBezTo>
                  <a:lnTo>
                    <a:pt x="2652" y="909"/>
                  </a:lnTo>
                  <a:close/>
                  <a:moveTo>
                    <a:pt x="2917" y="0"/>
                  </a:moveTo>
                  <a:lnTo>
                    <a:pt x="1831" y="682"/>
                  </a:lnTo>
                  <a:cubicBezTo>
                    <a:pt x="1705" y="745"/>
                    <a:pt x="1352" y="1010"/>
                    <a:pt x="139" y="2387"/>
                  </a:cubicBezTo>
                  <a:lnTo>
                    <a:pt x="0" y="2551"/>
                  </a:lnTo>
                  <a:lnTo>
                    <a:pt x="947" y="4647"/>
                  </a:lnTo>
                  <a:lnTo>
                    <a:pt x="1907" y="6263"/>
                  </a:lnTo>
                  <a:lnTo>
                    <a:pt x="4584" y="5606"/>
                  </a:lnTo>
                  <a:lnTo>
                    <a:pt x="5645" y="5051"/>
                  </a:lnTo>
                  <a:lnTo>
                    <a:pt x="8006" y="5682"/>
                  </a:lnTo>
                  <a:lnTo>
                    <a:pt x="8385" y="3068"/>
                  </a:lnTo>
                  <a:lnTo>
                    <a:pt x="7438" y="429"/>
                  </a:lnTo>
                  <a:lnTo>
                    <a:pt x="5127" y="2058"/>
                  </a:lnTo>
                  <a:lnTo>
                    <a:pt x="4710" y="3043"/>
                  </a:lnTo>
                  <a:lnTo>
                    <a:pt x="3738" y="2841"/>
                  </a:lnTo>
                  <a:lnTo>
                    <a:pt x="3738" y="1642"/>
                  </a:lnTo>
                  <a:lnTo>
                    <a:pt x="291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6" name="Google Shape;4476;p56"/>
            <p:cNvSpPr/>
            <p:nvPr/>
          </p:nvSpPr>
          <p:spPr>
            <a:xfrm>
              <a:off x="1640975" y="919700"/>
              <a:ext cx="161975" cy="96625"/>
            </a:xfrm>
            <a:custGeom>
              <a:avLst/>
              <a:gdLst/>
              <a:ahLst/>
              <a:cxnLst/>
              <a:rect l="l" t="t" r="r" b="b"/>
              <a:pathLst>
                <a:path w="6479" h="3865" extrusionOk="0">
                  <a:moveTo>
                    <a:pt x="5203" y="1"/>
                  </a:moveTo>
                  <a:lnTo>
                    <a:pt x="3549" y="632"/>
                  </a:lnTo>
                  <a:lnTo>
                    <a:pt x="783" y="1819"/>
                  </a:lnTo>
                  <a:lnTo>
                    <a:pt x="1" y="3334"/>
                  </a:lnTo>
                  <a:lnTo>
                    <a:pt x="1579" y="3865"/>
                  </a:lnTo>
                  <a:lnTo>
                    <a:pt x="3157" y="3334"/>
                  </a:lnTo>
                  <a:lnTo>
                    <a:pt x="4572" y="3094"/>
                  </a:lnTo>
                  <a:lnTo>
                    <a:pt x="5759" y="1933"/>
                  </a:lnTo>
                  <a:lnTo>
                    <a:pt x="6478" y="708"/>
                  </a:lnTo>
                  <a:lnTo>
                    <a:pt x="520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7" name="Google Shape;4477;p56"/>
            <p:cNvSpPr/>
            <p:nvPr/>
          </p:nvSpPr>
          <p:spPr>
            <a:xfrm>
              <a:off x="1629625" y="910875"/>
              <a:ext cx="184375" cy="113650"/>
            </a:xfrm>
            <a:custGeom>
              <a:avLst/>
              <a:gdLst/>
              <a:ahLst/>
              <a:cxnLst/>
              <a:rect l="l" t="t" r="r" b="b"/>
              <a:pathLst>
                <a:path w="7375" h="4546" extrusionOk="0">
                  <a:moveTo>
                    <a:pt x="5632" y="707"/>
                  </a:moveTo>
                  <a:lnTo>
                    <a:pt x="6503" y="1175"/>
                  </a:lnTo>
                  <a:lnTo>
                    <a:pt x="5960" y="2084"/>
                  </a:lnTo>
                  <a:lnTo>
                    <a:pt x="4874" y="3144"/>
                  </a:lnTo>
                  <a:lnTo>
                    <a:pt x="3561" y="3372"/>
                  </a:lnTo>
                  <a:lnTo>
                    <a:pt x="2033" y="3877"/>
                  </a:lnTo>
                  <a:lnTo>
                    <a:pt x="909" y="3511"/>
                  </a:lnTo>
                  <a:lnTo>
                    <a:pt x="1477" y="2412"/>
                  </a:lnTo>
                  <a:lnTo>
                    <a:pt x="4116" y="1276"/>
                  </a:lnTo>
                  <a:lnTo>
                    <a:pt x="5632" y="707"/>
                  </a:lnTo>
                  <a:close/>
                  <a:moveTo>
                    <a:pt x="5682" y="0"/>
                  </a:moveTo>
                  <a:lnTo>
                    <a:pt x="3877" y="695"/>
                  </a:lnTo>
                  <a:lnTo>
                    <a:pt x="1010" y="1920"/>
                  </a:lnTo>
                  <a:lnTo>
                    <a:pt x="0" y="3877"/>
                  </a:lnTo>
                  <a:lnTo>
                    <a:pt x="2033" y="4546"/>
                  </a:lnTo>
                  <a:lnTo>
                    <a:pt x="3687" y="4003"/>
                  </a:lnTo>
                  <a:lnTo>
                    <a:pt x="5177" y="3750"/>
                  </a:lnTo>
                  <a:lnTo>
                    <a:pt x="6427" y="2513"/>
                  </a:lnTo>
                  <a:lnTo>
                    <a:pt x="7374" y="947"/>
                  </a:lnTo>
                  <a:lnTo>
                    <a:pt x="568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8" name="Google Shape;4478;p56"/>
            <p:cNvSpPr/>
            <p:nvPr/>
          </p:nvSpPr>
          <p:spPr>
            <a:xfrm>
              <a:off x="1843950" y="961050"/>
              <a:ext cx="72950" cy="40125"/>
            </a:xfrm>
            <a:custGeom>
              <a:avLst/>
              <a:gdLst/>
              <a:ahLst/>
              <a:cxnLst/>
              <a:rect l="l" t="t" r="r" b="b"/>
              <a:pathLst>
                <a:path w="2918" h="1605" extrusionOk="0">
                  <a:moveTo>
                    <a:pt x="392" y="1"/>
                  </a:moveTo>
                  <a:lnTo>
                    <a:pt x="1" y="594"/>
                  </a:lnTo>
                  <a:lnTo>
                    <a:pt x="1024" y="1605"/>
                  </a:lnTo>
                  <a:lnTo>
                    <a:pt x="2211" y="670"/>
                  </a:lnTo>
                  <a:lnTo>
                    <a:pt x="2918"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9" name="Google Shape;4479;p56"/>
            <p:cNvSpPr/>
            <p:nvPr/>
          </p:nvSpPr>
          <p:spPr>
            <a:xfrm>
              <a:off x="1833850" y="953475"/>
              <a:ext cx="102950" cy="58125"/>
            </a:xfrm>
            <a:custGeom>
              <a:avLst/>
              <a:gdLst/>
              <a:ahLst/>
              <a:cxnLst/>
              <a:rect l="l" t="t" r="r" b="b"/>
              <a:pathLst>
                <a:path w="4118" h="2325" extrusionOk="0">
                  <a:moveTo>
                    <a:pt x="2526" y="632"/>
                  </a:moveTo>
                  <a:lnTo>
                    <a:pt x="1453" y="1491"/>
                  </a:lnTo>
                  <a:lnTo>
                    <a:pt x="809" y="860"/>
                  </a:lnTo>
                  <a:lnTo>
                    <a:pt x="973" y="632"/>
                  </a:lnTo>
                  <a:close/>
                  <a:moveTo>
                    <a:pt x="632" y="1"/>
                  </a:moveTo>
                  <a:lnTo>
                    <a:pt x="1" y="948"/>
                  </a:lnTo>
                  <a:lnTo>
                    <a:pt x="1402" y="2324"/>
                  </a:lnTo>
                  <a:lnTo>
                    <a:pt x="2829" y="1213"/>
                  </a:lnTo>
                  <a:lnTo>
                    <a:pt x="411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0" name="Google Shape;4480;p56"/>
            <p:cNvSpPr/>
            <p:nvPr/>
          </p:nvSpPr>
          <p:spPr>
            <a:xfrm>
              <a:off x="1900150" y="882450"/>
              <a:ext cx="40425" cy="51500"/>
            </a:xfrm>
            <a:custGeom>
              <a:avLst/>
              <a:gdLst/>
              <a:ahLst/>
              <a:cxnLst/>
              <a:rect l="l" t="t" r="r" b="b"/>
              <a:pathLst>
                <a:path w="1617" h="2060" extrusionOk="0">
                  <a:moveTo>
                    <a:pt x="354" y="1"/>
                  </a:moveTo>
                  <a:lnTo>
                    <a:pt x="0" y="708"/>
                  </a:lnTo>
                  <a:lnTo>
                    <a:pt x="695" y="1137"/>
                  </a:lnTo>
                  <a:lnTo>
                    <a:pt x="1351" y="2059"/>
                  </a:lnTo>
                  <a:lnTo>
                    <a:pt x="1617" y="1339"/>
                  </a:lnTo>
                  <a:lnTo>
                    <a:pt x="1617" y="316"/>
                  </a:lnTo>
                  <a:lnTo>
                    <a:pt x="354"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1" name="Google Shape;4481;p56"/>
            <p:cNvSpPr/>
            <p:nvPr/>
          </p:nvSpPr>
          <p:spPr>
            <a:xfrm>
              <a:off x="1889725" y="873000"/>
              <a:ext cx="58750" cy="77975"/>
            </a:xfrm>
            <a:custGeom>
              <a:avLst/>
              <a:gdLst/>
              <a:ahLst/>
              <a:cxnLst/>
              <a:rect l="l" t="t" r="r" b="b"/>
              <a:pathLst>
                <a:path w="2350" h="3119" extrusionOk="0">
                  <a:moveTo>
                    <a:pt x="948" y="745"/>
                  </a:moveTo>
                  <a:lnTo>
                    <a:pt x="1718" y="934"/>
                  </a:lnTo>
                  <a:lnTo>
                    <a:pt x="1718" y="1654"/>
                  </a:lnTo>
                  <a:lnTo>
                    <a:pt x="1680" y="1768"/>
                  </a:lnTo>
                  <a:lnTo>
                    <a:pt x="1364" y="1326"/>
                  </a:lnTo>
                  <a:lnTo>
                    <a:pt x="821" y="972"/>
                  </a:lnTo>
                  <a:lnTo>
                    <a:pt x="948" y="745"/>
                  </a:lnTo>
                  <a:close/>
                  <a:moveTo>
                    <a:pt x="607" y="0"/>
                  </a:moveTo>
                  <a:lnTo>
                    <a:pt x="1" y="1200"/>
                  </a:lnTo>
                  <a:lnTo>
                    <a:pt x="885" y="1755"/>
                  </a:lnTo>
                  <a:lnTo>
                    <a:pt x="1857" y="3119"/>
                  </a:lnTo>
                  <a:lnTo>
                    <a:pt x="2324" y="1818"/>
                  </a:lnTo>
                  <a:lnTo>
                    <a:pt x="2349" y="442"/>
                  </a:lnTo>
                  <a:lnTo>
                    <a:pt x="60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2" name="Google Shape;4482;p56"/>
            <p:cNvSpPr/>
            <p:nvPr/>
          </p:nvSpPr>
          <p:spPr>
            <a:xfrm>
              <a:off x="1439900" y="1099950"/>
              <a:ext cx="185325" cy="192275"/>
            </a:xfrm>
            <a:custGeom>
              <a:avLst/>
              <a:gdLst/>
              <a:ahLst/>
              <a:cxnLst/>
              <a:rect l="l" t="t" r="r" b="b"/>
              <a:pathLst>
                <a:path w="7413" h="7691" extrusionOk="0">
                  <a:moveTo>
                    <a:pt x="5682" y="1"/>
                  </a:moveTo>
                  <a:lnTo>
                    <a:pt x="3826" y="354"/>
                  </a:lnTo>
                  <a:cubicBezTo>
                    <a:pt x="3586" y="544"/>
                    <a:pt x="2374" y="834"/>
                    <a:pt x="2374" y="834"/>
                  </a:cubicBezTo>
                  <a:lnTo>
                    <a:pt x="2374" y="2337"/>
                  </a:lnTo>
                  <a:lnTo>
                    <a:pt x="1111" y="3991"/>
                  </a:lnTo>
                  <a:lnTo>
                    <a:pt x="0" y="4900"/>
                  </a:lnTo>
                  <a:lnTo>
                    <a:pt x="632" y="7691"/>
                  </a:lnTo>
                  <a:lnTo>
                    <a:pt x="2058" y="7691"/>
                  </a:lnTo>
                  <a:lnTo>
                    <a:pt x="4293" y="5254"/>
                  </a:lnTo>
                  <a:lnTo>
                    <a:pt x="5834" y="4622"/>
                  </a:lnTo>
                  <a:lnTo>
                    <a:pt x="7412" y="3650"/>
                  </a:lnTo>
                  <a:lnTo>
                    <a:pt x="7412" y="1705"/>
                  </a:lnTo>
                  <a:lnTo>
                    <a:pt x="6238" y="910"/>
                  </a:lnTo>
                  <a:lnTo>
                    <a:pt x="568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3" name="Google Shape;4483;p56"/>
            <p:cNvSpPr/>
            <p:nvPr/>
          </p:nvSpPr>
          <p:spPr>
            <a:xfrm>
              <a:off x="1431375" y="1091425"/>
              <a:ext cx="201725" cy="208700"/>
            </a:xfrm>
            <a:custGeom>
              <a:avLst/>
              <a:gdLst/>
              <a:ahLst/>
              <a:cxnLst/>
              <a:rect l="l" t="t" r="r" b="b"/>
              <a:pathLst>
                <a:path w="8069" h="8348" extrusionOk="0">
                  <a:moveTo>
                    <a:pt x="5859" y="708"/>
                  </a:moveTo>
                  <a:lnTo>
                    <a:pt x="6301" y="1428"/>
                  </a:lnTo>
                  <a:lnTo>
                    <a:pt x="7438" y="2223"/>
                  </a:lnTo>
                  <a:lnTo>
                    <a:pt x="7438" y="3814"/>
                  </a:lnTo>
                  <a:lnTo>
                    <a:pt x="6049" y="4673"/>
                  </a:lnTo>
                  <a:lnTo>
                    <a:pt x="4521" y="5304"/>
                  </a:lnTo>
                  <a:lnTo>
                    <a:pt x="2260" y="7716"/>
                  </a:lnTo>
                  <a:lnTo>
                    <a:pt x="1225" y="7716"/>
                  </a:lnTo>
                  <a:lnTo>
                    <a:pt x="695" y="5367"/>
                  </a:lnTo>
                  <a:lnTo>
                    <a:pt x="1642" y="4584"/>
                  </a:lnTo>
                  <a:lnTo>
                    <a:pt x="3018" y="2791"/>
                  </a:lnTo>
                  <a:lnTo>
                    <a:pt x="3018" y="1428"/>
                  </a:lnTo>
                  <a:cubicBezTo>
                    <a:pt x="3422" y="1327"/>
                    <a:pt x="4003" y="1163"/>
                    <a:pt x="4281" y="998"/>
                  </a:cubicBezTo>
                  <a:lnTo>
                    <a:pt x="5859" y="708"/>
                  </a:lnTo>
                  <a:close/>
                  <a:moveTo>
                    <a:pt x="6175" y="1"/>
                  </a:moveTo>
                  <a:lnTo>
                    <a:pt x="4117" y="380"/>
                  </a:lnTo>
                  <a:lnTo>
                    <a:pt x="4028" y="405"/>
                  </a:lnTo>
                  <a:lnTo>
                    <a:pt x="3965" y="443"/>
                  </a:lnTo>
                  <a:cubicBezTo>
                    <a:pt x="3851" y="544"/>
                    <a:pt x="3182" y="733"/>
                    <a:pt x="2639" y="872"/>
                  </a:cubicBezTo>
                  <a:lnTo>
                    <a:pt x="2399" y="923"/>
                  </a:lnTo>
                  <a:lnTo>
                    <a:pt x="2399" y="2564"/>
                  </a:lnTo>
                  <a:lnTo>
                    <a:pt x="1225" y="4105"/>
                  </a:lnTo>
                  <a:lnTo>
                    <a:pt x="0" y="5115"/>
                  </a:lnTo>
                  <a:lnTo>
                    <a:pt x="733" y="8347"/>
                  </a:lnTo>
                  <a:lnTo>
                    <a:pt x="2538" y="8347"/>
                  </a:lnTo>
                  <a:lnTo>
                    <a:pt x="4836" y="5847"/>
                  </a:lnTo>
                  <a:lnTo>
                    <a:pt x="6352" y="5228"/>
                  </a:lnTo>
                  <a:lnTo>
                    <a:pt x="8069" y="4168"/>
                  </a:lnTo>
                  <a:lnTo>
                    <a:pt x="8069" y="1870"/>
                  </a:lnTo>
                  <a:lnTo>
                    <a:pt x="6806" y="1024"/>
                  </a:lnTo>
                  <a:lnTo>
                    <a:pt x="6175"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4" name="Google Shape;4484;p56"/>
            <p:cNvSpPr/>
            <p:nvPr/>
          </p:nvSpPr>
          <p:spPr>
            <a:xfrm>
              <a:off x="1514700" y="1211400"/>
              <a:ext cx="329275" cy="270225"/>
            </a:xfrm>
            <a:custGeom>
              <a:avLst/>
              <a:gdLst/>
              <a:ahLst/>
              <a:cxnLst/>
              <a:rect l="l" t="t" r="r" b="b"/>
              <a:pathLst>
                <a:path w="13171" h="10809" extrusionOk="0">
                  <a:moveTo>
                    <a:pt x="12072" y="0"/>
                  </a:moveTo>
                  <a:lnTo>
                    <a:pt x="9623" y="480"/>
                  </a:lnTo>
                  <a:lnTo>
                    <a:pt x="8676" y="4180"/>
                  </a:lnTo>
                  <a:lnTo>
                    <a:pt x="7678" y="3536"/>
                  </a:lnTo>
                  <a:lnTo>
                    <a:pt x="8297" y="1503"/>
                  </a:lnTo>
                  <a:lnTo>
                    <a:pt x="4925" y="707"/>
                  </a:lnTo>
                  <a:lnTo>
                    <a:pt x="1440" y="1818"/>
                  </a:lnTo>
                  <a:lnTo>
                    <a:pt x="1074" y="2993"/>
                  </a:lnTo>
                  <a:lnTo>
                    <a:pt x="2791" y="3574"/>
                  </a:lnTo>
                  <a:lnTo>
                    <a:pt x="1" y="3940"/>
                  </a:lnTo>
                  <a:lnTo>
                    <a:pt x="1" y="6389"/>
                  </a:lnTo>
                  <a:lnTo>
                    <a:pt x="2842" y="6389"/>
                  </a:lnTo>
                  <a:lnTo>
                    <a:pt x="3549" y="6781"/>
                  </a:lnTo>
                  <a:lnTo>
                    <a:pt x="632" y="7021"/>
                  </a:lnTo>
                  <a:lnTo>
                    <a:pt x="1503" y="8637"/>
                  </a:lnTo>
                  <a:lnTo>
                    <a:pt x="1819" y="10177"/>
                  </a:lnTo>
                  <a:lnTo>
                    <a:pt x="4736" y="10177"/>
                  </a:lnTo>
                  <a:lnTo>
                    <a:pt x="6706" y="9142"/>
                  </a:lnTo>
                  <a:lnTo>
                    <a:pt x="8751" y="10809"/>
                  </a:lnTo>
                  <a:lnTo>
                    <a:pt x="10570" y="10089"/>
                  </a:lnTo>
                  <a:lnTo>
                    <a:pt x="11529" y="8789"/>
                  </a:lnTo>
                  <a:lnTo>
                    <a:pt x="10102" y="5695"/>
                  </a:lnTo>
                  <a:lnTo>
                    <a:pt x="11201" y="2614"/>
                  </a:lnTo>
                  <a:lnTo>
                    <a:pt x="13171" y="1111"/>
                  </a:lnTo>
                  <a:lnTo>
                    <a:pt x="12072"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5" name="Google Shape;4485;p56"/>
            <p:cNvSpPr/>
            <p:nvPr/>
          </p:nvSpPr>
          <p:spPr>
            <a:xfrm>
              <a:off x="1506825" y="1202875"/>
              <a:ext cx="349150" cy="287600"/>
            </a:xfrm>
            <a:custGeom>
              <a:avLst/>
              <a:gdLst/>
              <a:ahLst/>
              <a:cxnLst/>
              <a:rect l="l" t="t" r="r" b="b"/>
              <a:pathLst>
                <a:path w="13966" h="11504" extrusionOk="0">
                  <a:moveTo>
                    <a:pt x="12274" y="682"/>
                  </a:moveTo>
                  <a:lnTo>
                    <a:pt x="13006" y="1414"/>
                  </a:lnTo>
                  <a:lnTo>
                    <a:pt x="11238" y="2766"/>
                  </a:lnTo>
                  <a:lnTo>
                    <a:pt x="10064" y="6061"/>
                  </a:lnTo>
                  <a:lnTo>
                    <a:pt x="11478" y="9092"/>
                  </a:lnTo>
                  <a:lnTo>
                    <a:pt x="10683" y="10178"/>
                  </a:lnTo>
                  <a:lnTo>
                    <a:pt x="9129" y="10784"/>
                  </a:lnTo>
                  <a:lnTo>
                    <a:pt x="7059" y="9117"/>
                  </a:lnTo>
                  <a:lnTo>
                    <a:pt x="4975" y="10203"/>
                  </a:lnTo>
                  <a:lnTo>
                    <a:pt x="2399" y="10203"/>
                  </a:lnTo>
                  <a:lnTo>
                    <a:pt x="2134" y="8915"/>
                  </a:lnTo>
                  <a:lnTo>
                    <a:pt x="1465" y="7640"/>
                  </a:lnTo>
                  <a:lnTo>
                    <a:pt x="4937" y="7349"/>
                  </a:lnTo>
                  <a:lnTo>
                    <a:pt x="3245" y="6415"/>
                  </a:lnTo>
                  <a:lnTo>
                    <a:pt x="644" y="6415"/>
                  </a:lnTo>
                  <a:lnTo>
                    <a:pt x="644" y="4559"/>
                  </a:lnTo>
                  <a:lnTo>
                    <a:pt x="4495" y="4053"/>
                  </a:lnTo>
                  <a:lnTo>
                    <a:pt x="1781" y="3132"/>
                  </a:lnTo>
                  <a:lnTo>
                    <a:pt x="2008" y="2399"/>
                  </a:lnTo>
                  <a:lnTo>
                    <a:pt x="5253" y="1377"/>
                  </a:lnTo>
                  <a:lnTo>
                    <a:pt x="8208" y="2071"/>
                  </a:lnTo>
                  <a:lnTo>
                    <a:pt x="7627" y="4003"/>
                  </a:lnTo>
                  <a:lnTo>
                    <a:pt x="9193" y="5026"/>
                  </a:lnTo>
                  <a:lnTo>
                    <a:pt x="10190" y="1086"/>
                  </a:lnTo>
                  <a:lnTo>
                    <a:pt x="12274" y="682"/>
                  </a:lnTo>
                  <a:close/>
                  <a:moveTo>
                    <a:pt x="12488" y="0"/>
                  </a:moveTo>
                  <a:lnTo>
                    <a:pt x="9685" y="543"/>
                  </a:lnTo>
                  <a:lnTo>
                    <a:pt x="8801" y="4016"/>
                  </a:lnTo>
                  <a:lnTo>
                    <a:pt x="8372" y="3738"/>
                  </a:lnTo>
                  <a:lnTo>
                    <a:pt x="9003" y="1616"/>
                  </a:lnTo>
                  <a:lnTo>
                    <a:pt x="5228" y="733"/>
                  </a:lnTo>
                  <a:lnTo>
                    <a:pt x="1503" y="1907"/>
                  </a:lnTo>
                  <a:lnTo>
                    <a:pt x="998" y="3536"/>
                  </a:lnTo>
                  <a:lnTo>
                    <a:pt x="1717" y="3788"/>
                  </a:lnTo>
                  <a:lnTo>
                    <a:pt x="0" y="4003"/>
                  </a:lnTo>
                  <a:lnTo>
                    <a:pt x="0" y="7046"/>
                  </a:lnTo>
                  <a:lnTo>
                    <a:pt x="1010" y="7046"/>
                  </a:lnTo>
                  <a:lnTo>
                    <a:pt x="442" y="7097"/>
                  </a:lnTo>
                  <a:lnTo>
                    <a:pt x="1515" y="9079"/>
                  </a:lnTo>
                  <a:lnTo>
                    <a:pt x="1882" y="10834"/>
                  </a:lnTo>
                  <a:lnTo>
                    <a:pt x="5127" y="10834"/>
                  </a:lnTo>
                  <a:lnTo>
                    <a:pt x="6983" y="9862"/>
                  </a:lnTo>
                  <a:lnTo>
                    <a:pt x="9016" y="11503"/>
                  </a:lnTo>
                  <a:lnTo>
                    <a:pt x="11087" y="10708"/>
                  </a:lnTo>
                  <a:lnTo>
                    <a:pt x="12210" y="9167"/>
                  </a:lnTo>
                  <a:lnTo>
                    <a:pt x="10758" y="6023"/>
                  </a:lnTo>
                  <a:lnTo>
                    <a:pt x="11781" y="3144"/>
                  </a:lnTo>
                  <a:lnTo>
                    <a:pt x="13966" y="1490"/>
                  </a:lnTo>
                  <a:lnTo>
                    <a:pt x="1248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6" name="Google Shape;4486;p56"/>
            <p:cNvSpPr/>
            <p:nvPr/>
          </p:nvSpPr>
          <p:spPr>
            <a:xfrm>
              <a:off x="1843950" y="1219275"/>
              <a:ext cx="96625" cy="163875"/>
            </a:xfrm>
            <a:custGeom>
              <a:avLst/>
              <a:gdLst/>
              <a:ahLst/>
              <a:cxnLst/>
              <a:rect l="l" t="t" r="r" b="b"/>
              <a:pathLst>
                <a:path w="3865" h="6555" extrusionOk="0">
                  <a:moveTo>
                    <a:pt x="2602" y="1"/>
                  </a:moveTo>
                  <a:lnTo>
                    <a:pt x="2046" y="1339"/>
                  </a:lnTo>
                  <a:lnTo>
                    <a:pt x="1466" y="3334"/>
                  </a:lnTo>
                  <a:lnTo>
                    <a:pt x="1024" y="1642"/>
                  </a:lnTo>
                  <a:lnTo>
                    <a:pt x="1" y="3246"/>
                  </a:lnTo>
                  <a:lnTo>
                    <a:pt x="392" y="5026"/>
                  </a:lnTo>
                  <a:lnTo>
                    <a:pt x="1024" y="6554"/>
                  </a:lnTo>
                  <a:lnTo>
                    <a:pt x="3057" y="5014"/>
                  </a:lnTo>
                  <a:lnTo>
                    <a:pt x="3865" y="3221"/>
                  </a:lnTo>
                  <a:lnTo>
                    <a:pt x="3865" y="1339"/>
                  </a:lnTo>
                  <a:lnTo>
                    <a:pt x="2602"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7" name="Google Shape;4487;p56"/>
            <p:cNvSpPr/>
            <p:nvPr/>
          </p:nvSpPr>
          <p:spPr>
            <a:xfrm>
              <a:off x="1835425" y="1205075"/>
              <a:ext cx="113050" cy="190700"/>
            </a:xfrm>
            <a:custGeom>
              <a:avLst/>
              <a:gdLst/>
              <a:ahLst/>
              <a:cxnLst/>
              <a:rect l="l" t="t" r="r" b="b"/>
              <a:pathLst>
                <a:path w="4522" h="7628" extrusionOk="0">
                  <a:moveTo>
                    <a:pt x="3044" y="1150"/>
                  </a:moveTo>
                  <a:lnTo>
                    <a:pt x="3890" y="2034"/>
                  </a:lnTo>
                  <a:lnTo>
                    <a:pt x="3890" y="3726"/>
                  </a:lnTo>
                  <a:lnTo>
                    <a:pt x="3145" y="5380"/>
                  </a:lnTo>
                  <a:lnTo>
                    <a:pt x="1503" y="6630"/>
                  </a:lnTo>
                  <a:lnTo>
                    <a:pt x="1049" y="5519"/>
                  </a:lnTo>
                  <a:lnTo>
                    <a:pt x="683" y="3877"/>
                  </a:lnTo>
                  <a:lnTo>
                    <a:pt x="1238" y="2981"/>
                  </a:lnTo>
                  <a:lnTo>
                    <a:pt x="1781" y="5089"/>
                  </a:lnTo>
                  <a:lnTo>
                    <a:pt x="2678" y="2034"/>
                  </a:lnTo>
                  <a:lnTo>
                    <a:pt x="3044" y="1150"/>
                  </a:lnTo>
                  <a:close/>
                  <a:moveTo>
                    <a:pt x="2842" y="1"/>
                  </a:moveTo>
                  <a:lnTo>
                    <a:pt x="2084" y="1819"/>
                  </a:lnTo>
                  <a:lnTo>
                    <a:pt x="1819" y="2715"/>
                  </a:lnTo>
                  <a:lnTo>
                    <a:pt x="1491" y="1427"/>
                  </a:lnTo>
                  <a:lnTo>
                    <a:pt x="1" y="3763"/>
                  </a:lnTo>
                  <a:lnTo>
                    <a:pt x="443" y="5708"/>
                  </a:lnTo>
                  <a:lnTo>
                    <a:pt x="1238" y="7627"/>
                  </a:lnTo>
                  <a:lnTo>
                    <a:pt x="3650" y="5784"/>
                  </a:lnTo>
                  <a:lnTo>
                    <a:pt x="4496" y="3915"/>
                  </a:lnTo>
                  <a:lnTo>
                    <a:pt x="4521" y="1781"/>
                  </a:lnTo>
                  <a:lnTo>
                    <a:pt x="2842"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8" name="Google Shape;4488;p56"/>
            <p:cNvSpPr/>
            <p:nvPr/>
          </p:nvSpPr>
          <p:spPr>
            <a:xfrm>
              <a:off x="1794700" y="1458875"/>
              <a:ext cx="74850" cy="69800"/>
            </a:xfrm>
            <a:custGeom>
              <a:avLst/>
              <a:gdLst/>
              <a:ahLst/>
              <a:cxnLst/>
              <a:rect l="l" t="t" r="r" b="b"/>
              <a:pathLst>
                <a:path w="2994" h="2792" extrusionOk="0">
                  <a:moveTo>
                    <a:pt x="1971" y="1"/>
                  </a:moveTo>
                  <a:lnTo>
                    <a:pt x="872" y="847"/>
                  </a:lnTo>
                  <a:lnTo>
                    <a:pt x="1" y="1465"/>
                  </a:lnTo>
                  <a:lnTo>
                    <a:pt x="1504" y="2791"/>
                  </a:lnTo>
                  <a:lnTo>
                    <a:pt x="2994" y="2791"/>
                  </a:lnTo>
                  <a:lnTo>
                    <a:pt x="197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9" name="Google Shape;4489;p56"/>
            <p:cNvSpPr/>
            <p:nvPr/>
          </p:nvSpPr>
          <p:spPr>
            <a:xfrm>
              <a:off x="1782075" y="1445925"/>
              <a:ext cx="98850" cy="90625"/>
            </a:xfrm>
            <a:custGeom>
              <a:avLst/>
              <a:gdLst/>
              <a:ahLst/>
              <a:cxnLst/>
              <a:rect l="l" t="t" r="r" b="b"/>
              <a:pathLst>
                <a:path w="3954" h="3625" extrusionOk="0">
                  <a:moveTo>
                    <a:pt x="2324" y="1024"/>
                  </a:moveTo>
                  <a:lnTo>
                    <a:pt x="3057" y="2994"/>
                  </a:lnTo>
                  <a:lnTo>
                    <a:pt x="2122" y="2994"/>
                  </a:lnTo>
                  <a:lnTo>
                    <a:pt x="1011" y="2009"/>
                  </a:lnTo>
                  <a:lnTo>
                    <a:pt x="2324" y="1024"/>
                  </a:lnTo>
                  <a:close/>
                  <a:moveTo>
                    <a:pt x="2627" y="1"/>
                  </a:moveTo>
                  <a:lnTo>
                    <a:pt x="1188" y="1112"/>
                  </a:lnTo>
                  <a:lnTo>
                    <a:pt x="1" y="1958"/>
                  </a:lnTo>
                  <a:lnTo>
                    <a:pt x="1882" y="3625"/>
                  </a:lnTo>
                  <a:lnTo>
                    <a:pt x="3953" y="3625"/>
                  </a:lnTo>
                  <a:lnTo>
                    <a:pt x="262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0" name="Google Shape;4490;p56"/>
            <p:cNvSpPr/>
            <p:nvPr/>
          </p:nvSpPr>
          <p:spPr>
            <a:xfrm>
              <a:off x="241275" y="1079650"/>
              <a:ext cx="2559200" cy="3887025"/>
            </a:xfrm>
            <a:custGeom>
              <a:avLst/>
              <a:gdLst/>
              <a:ahLst/>
              <a:cxnLst/>
              <a:rect l="l" t="t" r="r" b="b"/>
              <a:pathLst>
                <a:path w="102368" h="155481" extrusionOk="0">
                  <a:moveTo>
                    <a:pt x="22033" y="0"/>
                  </a:moveTo>
                  <a:cubicBezTo>
                    <a:pt x="21541" y="0"/>
                    <a:pt x="20848" y="207"/>
                    <a:pt x="19875" y="825"/>
                  </a:cubicBezTo>
                  <a:cubicBezTo>
                    <a:pt x="16958" y="2669"/>
                    <a:pt x="16718" y="2669"/>
                    <a:pt x="16718" y="2669"/>
                  </a:cubicBezTo>
                  <a:lnTo>
                    <a:pt x="14357" y="4096"/>
                  </a:lnTo>
                  <a:lnTo>
                    <a:pt x="14357" y="5043"/>
                  </a:lnTo>
                  <a:lnTo>
                    <a:pt x="15304" y="8351"/>
                  </a:lnTo>
                  <a:lnTo>
                    <a:pt x="15532" y="10056"/>
                  </a:lnTo>
                  <a:lnTo>
                    <a:pt x="13423" y="9450"/>
                  </a:lnTo>
                  <a:lnTo>
                    <a:pt x="12665" y="8869"/>
                  </a:lnTo>
                  <a:lnTo>
                    <a:pt x="10051" y="10043"/>
                  </a:lnTo>
                  <a:lnTo>
                    <a:pt x="9319" y="11584"/>
                  </a:lnTo>
                  <a:lnTo>
                    <a:pt x="9319" y="12606"/>
                  </a:lnTo>
                  <a:lnTo>
                    <a:pt x="11920" y="12998"/>
                  </a:lnTo>
                  <a:lnTo>
                    <a:pt x="13890" y="12846"/>
                  </a:lnTo>
                  <a:lnTo>
                    <a:pt x="13890" y="12846"/>
                  </a:lnTo>
                  <a:lnTo>
                    <a:pt x="12236" y="14854"/>
                  </a:lnTo>
                  <a:lnTo>
                    <a:pt x="9281" y="15447"/>
                  </a:lnTo>
                  <a:lnTo>
                    <a:pt x="7324" y="17884"/>
                  </a:lnTo>
                  <a:lnTo>
                    <a:pt x="5922" y="20094"/>
                  </a:lnTo>
                  <a:lnTo>
                    <a:pt x="6478" y="22228"/>
                  </a:lnTo>
                  <a:lnTo>
                    <a:pt x="7665" y="23491"/>
                  </a:lnTo>
                  <a:lnTo>
                    <a:pt x="9559" y="25069"/>
                  </a:lnTo>
                  <a:cubicBezTo>
                    <a:pt x="9559" y="25069"/>
                    <a:pt x="8448" y="26534"/>
                    <a:pt x="8372" y="26862"/>
                  </a:cubicBezTo>
                  <a:cubicBezTo>
                    <a:pt x="8296" y="27191"/>
                    <a:pt x="2841" y="30196"/>
                    <a:pt x="2841" y="30196"/>
                  </a:cubicBezTo>
                  <a:lnTo>
                    <a:pt x="0" y="31610"/>
                  </a:lnTo>
                  <a:lnTo>
                    <a:pt x="0" y="31610"/>
                  </a:lnTo>
                  <a:lnTo>
                    <a:pt x="4344" y="30903"/>
                  </a:lnTo>
                  <a:lnTo>
                    <a:pt x="10178" y="28529"/>
                  </a:lnTo>
                  <a:lnTo>
                    <a:pt x="12476" y="25852"/>
                  </a:lnTo>
                  <a:lnTo>
                    <a:pt x="14446" y="24110"/>
                  </a:lnTo>
                  <a:lnTo>
                    <a:pt x="16883" y="22380"/>
                  </a:lnTo>
                  <a:lnTo>
                    <a:pt x="15393" y="25132"/>
                  </a:lnTo>
                  <a:lnTo>
                    <a:pt x="17287" y="24741"/>
                  </a:lnTo>
                  <a:cubicBezTo>
                    <a:pt x="17287" y="24741"/>
                    <a:pt x="19648" y="24034"/>
                    <a:pt x="19812" y="23794"/>
                  </a:cubicBezTo>
                  <a:cubicBezTo>
                    <a:pt x="19818" y="23784"/>
                    <a:pt x="19832" y="23779"/>
                    <a:pt x="19854" y="23779"/>
                  </a:cubicBezTo>
                  <a:cubicBezTo>
                    <a:pt x="20342" y="23779"/>
                    <a:pt x="24610" y="26319"/>
                    <a:pt x="24610" y="26319"/>
                  </a:cubicBezTo>
                  <a:lnTo>
                    <a:pt x="26113" y="29085"/>
                  </a:lnTo>
                  <a:lnTo>
                    <a:pt x="26820" y="33100"/>
                  </a:lnTo>
                  <a:lnTo>
                    <a:pt x="26189" y="36105"/>
                  </a:lnTo>
                  <a:lnTo>
                    <a:pt x="25633" y="38151"/>
                  </a:lnTo>
                  <a:lnTo>
                    <a:pt x="26429" y="40045"/>
                  </a:lnTo>
                  <a:lnTo>
                    <a:pt x="27376" y="37040"/>
                  </a:lnTo>
                  <a:lnTo>
                    <a:pt x="28474" y="36105"/>
                  </a:lnTo>
                  <a:lnTo>
                    <a:pt x="29194" y="40512"/>
                  </a:lnTo>
                  <a:lnTo>
                    <a:pt x="30457" y="43505"/>
                  </a:lnTo>
                  <a:lnTo>
                    <a:pt x="28083" y="42015"/>
                  </a:lnTo>
                  <a:lnTo>
                    <a:pt x="27856" y="43505"/>
                  </a:lnTo>
                  <a:lnTo>
                    <a:pt x="29585" y="47293"/>
                  </a:lnTo>
                  <a:lnTo>
                    <a:pt x="29346" y="49894"/>
                  </a:lnTo>
                  <a:lnTo>
                    <a:pt x="28083" y="52419"/>
                  </a:lnTo>
                  <a:lnTo>
                    <a:pt x="27616" y="56763"/>
                  </a:lnTo>
                  <a:lnTo>
                    <a:pt x="27931" y="61258"/>
                  </a:lnTo>
                  <a:lnTo>
                    <a:pt x="29661" y="64011"/>
                  </a:lnTo>
                  <a:lnTo>
                    <a:pt x="31404" y="65198"/>
                  </a:lnTo>
                  <a:lnTo>
                    <a:pt x="32666" y="68670"/>
                  </a:lnTo>
                  <a:lnTo>
                    <a:pt x="33538" y="71713"/>
                  </a:lnTo>
                  <a:lnTo>
                    <a:pt x="34081" y="73708"/>
                  </a:lnTo>
                  <a:lnTo>
                    <a:pt x="36631" y="76398"/>
                  </a:lnTo>
                  <a:lnTo>
                    <a:pt x="36631" y="76398"/>
                  </a:lnTo>
                  <a:lnTo>
                    <a:pt x="36050" y="73241"/>
                  </a:lnTo>
                  <a:lnTo>
                    <a:pt x="34560" y="71347"/>
                  </a:lnTo>
                  <a:lnTo>
                    <a:pt x="33929" y="66852"/>
                  </a:lnTo>
                  <a:lnTo>
                    <a:pt x="35343" y="68506"/>
                  </a:lnTo>
                  <a:lnTo>
                    <a:pt x="36215" y="71713"/>
                  </a:lnTo>
                  <a:lnTo>
                    <a:pt x="38424" y="73784"/>
                  </a:lnTo>
                  <a:lnTo>
                    <a:pt x="40470" y="77332"/>
                  </a:lnTo>
                  <a:lnTo>
                    <a:pt x="40634" y="79618"/>
                  </a:lnTo>
                  <a:lnTo>
                    <a:pt x="42288" y="81436"/>
                  </a:lnTo>
                  <a:lnTo>
                    <a:pt x="46241" y="82623"/>
                  </a:lnTo>
                  <a:lnTo>
                    <a:pt x="49082" y="84113"/>
                  </a:lnTo>
                  <a:lnTo>
                    <a:pt x="49940" y="83557"/>
                  </a:lnTo>
                  <a:lnTo>
                    <a:pt x="52541" y="85616"/>
                  </a:lnTo>
                  <a:lnTo>
                    <a:pt x="55458" y="86247"/>
                  </a:lnTo>
                  <a:lnTo>
                    <a:pt x="57428" y="88457"/>
                  </a:lnTo>
                  <a:lnTo>
                    <a:pt x="58855" y="90035"/>
                  </a:lnTo>
                  <a:lnTo>
                    <a:pt x="61380" y="91373"/>
                  </a:lnTo>
                  <a:lnTo>
                    <a:pt x="62643" y="90275"/>
                  </a:lnTo>
                  <a:lnTo>
                    <a:pt x="64221" y="92081"/>
                  </a:lnTo>
                  <a:lnTo>
                    <a:pt x="63906" y="95553"/>
                  </a:lnTo>
                  <a:lnTo>
                    <a:pt x="62378" y="97346"/>
                  </a:lnTo>
                  <a:lnTo>
                    <a:pt x="61595" y="99644"/>
                  </a:lnTo>
                  <a:lnTo>
                    <a:pt x="61355" y="101854"/>
                  </a:lnTo>
                  <a:lnTo>
                    <a:pt x="60875" y="103028"/>
                  </a:lnTo>
                  <a:lnTo>
                    <a:pt x="63325" y="105629"/>
                  </a:lnTo>
                  <a:lnTo>
                    <a:pt x="65459" y="108862"/>
                  </a:lnTo>
                  <a:lnTo>
                    <a:pt x="67580" y="112170"/>
                  </a:lnTo>
                  <a:lnTo>
                    <a:pt x="69550" y="113281"/>
                  </a:lnTo>
                  <a:lnTo>
                    <a:pt x="70813" y="115011"/>
                  </a:lnTo>
                  <a:lnTo>
                    <a:pt x="71293" y="119746"/>
                  </a:lnTo>
                  <a:lnTo>
                    <a:pt x="71532" y="123610"/>
                  </a:lnTo>
                  <a:lnTo>
                    <a:pt x="71293" y="127562"/>
                  </a:lnTo>
                  <a:lnTo>
                    <a:pt x="71444" y="129608"/>
                  </a:lnTo>
                  <a:lnTo>
                    <a:pt x="70661" y="132765"/>
                  </a:lnTo>
                  <a:lnTo>
                    <a:pt x="70585" y="135214"/>
                  </a:lnTo>
                  <a:lnTo>
                    <a:pt x="70813" y="138220"/>
                  </a:lnTo>
                  <a:lnTo>
                    <a:pt x="72151" y="139167"/>
                  </a:lnTo>
                  <a:lnTo>
                    <a:pt x="70346" y="143334"/>
                  </a:lnTo>
                  <a:lnTo>
                    <a:pt x="71684" y="145392"/>
                  </a:lnTo>
                  <a:lnTo>
                    <a:pt x="72000" y="147210"/>
                  </a:lnTo>
                  <a:lnTo>
                    <a:pt x="73225" y="150998"/>
                  </a:lnTo>
                  <a:lnTo>
                    <a:pt x="75548" y="154344"/>
                  </a:lnTo>
                  <a:lnTo>
                    <a:pt x="77278" y="155481"/>
                  </a:lnTo>
                  <a:lnTo>
                    <a:pt x="80283" y="155481"/>
                  </a:lnTo>
                  <a:lnTo>
                    <a:pt x="81546" y="153991"/>
                  </a:lnTo>
                  <a:lnTo>
                    <a:pt x="78313" y="152248"/>
                  </a:lnTo>
                  <a:lnTo>
                    <a:pt x="77126" y="149331"/>
                  </a:lnTo>
                  <a:cubicBezTo>
                    <a:pt x="77126" y="149331"/>
                    <a:pt x="75864" y="148826"/>
                    <a:pt x="77050" y="147399"/>
                  </a:cubicBezTo>
                  <a:cubicBezTo>
                    <a:pt x="78237" y="145985"/>
                    <a:pt x="78237" y="145960"/>
                    <a:pt x="78237" y="145960"/>
                  </a:cubicBezTo>
                  <a:lnTo>
                    <a:pt x="78553" y="144925"/>
                  </a:lnTo>
                  <a:lnTo>
                    <a:pt x="76899" y="143738"/>
                  </a:lnTo>
                  <a:lnTo>
                    <a:pt x="77758" y="142083"/>
                  </a:lnTo>
                  <a:lnTo>
                    <a:pt x="78553" y="141528"/>
                  </a:lnTo>
                  <a:lnTo>
                    <a:pt x="78945" y="139318"/>
                  </a:lnTo>
                  <a:lnTo>
                    <a:pt x="78389" y="138055"/>
                  </a:lnTo>
                  <a:lnTo>
                    <a:pt x="78465" y="136957"/>
                  </a:lnTo>
                  <a:lnTo>
                    <a:pt x="79892" y="137108"/>
                  </a:lnTo>
                  <a:lnTo>
                    <a:pt x="79967" y="135530"/>
                  </a:lnTo>
                  <a:lnTo>
                    <a:pt x="79967" y="134962"/>
                  </a:lnTo>
                  <a:lnTo>
                    <a:pt x="81861" y="134406"/>
                  </a:lnTo>
                  <a:lnTo>
                    <a:pt x="83755" y="133926"/>
                  </a:lnTo>
                  <a:lnTo>
                    <a:pt x="83755" y="131805"/>
                  </a:lnTo>
                  <a:lnTo>
                    <a:pt x="83604" y="130542"/>
                  </a:lnTo>
                  <a:lnTo>
                    <a:pt x="83516" y="129595"/>
                  </a:lnTo>
                  <a:lnTo>
                    <a:pt x="86205" y="130063"/>
                  </a:lnTo>
                  <a:lnTo>
                    <a:pt x="87821" y="128484"/>
                  </a:lnTo>
                  <a:lnTo>
                    <a:pt x="89261" y="126047"/>
                  </a:lnTo>
                  <a:lnTo>
                    <a:pt x="90612" y="124065"/>
                  </a:lnTo>
                  <a:lnTo>
                    <a:pt x="91079" y="121312"/>
                  </a:lnTo>
                  <a:lnTo>
                    <a:pt x="93605" y="119570"/>
                  </a:lnTo>
                  <a:lnTo>
                    <a:pt x="96294" y="118155"/>
                  </a:lnTo>
                  <a:lnTo>
                    <a:pt x="97633" y="117360"/>
                  </a:lnTo>
                  <a:lnTo>
                    <a:pt x="98188" y="113572"/>
                  </a:lnTo>
                  <a:lnTo>
                    <a:pt x="99047" y="110415"/>
                  </a:lnTo>
                  <a:lnTo>
                    <a:pt x="99451" y="108445"/>
                  </a:lnTo>
                  <a:lnTo>
                    <a:pt x="101257" y="106160"/>
                  </a:lnTo>
                  <a:lnTo>
                    <a:pt x="102368" y="104190"/>
                  </a:lnTo>
                  <a:lnTo>
                    <a:pt x="101332" y="102296"/>
                  </a:lnTo>
                  <a:cubicBezTo>
                    <a:pt x="101332" y="102296"/>
                    <a:pt x="101888" y="102220"/>
                    <a:pt x="98655" y="100957"/>
                  </a:cubicBezTo>
                  <a:lnTo>
                    <a:pt x="95423" y="99695"/>
                  </a:lnTo>
                  <a:lnTo>
                    <a:pt x="93529" y="99379"/>
                  </a:lnTo>
                  <a:lnTo>
                    <a:pt x="91471" y="98596"/>
                  </a:lnTo>
                  <a:lnTo>
                    <a:pt x="89185" y="97649"/>
                  </a:lnTo>
                  <a:lnTo>
                    <a:pt x="88011" y="94884"/>
                  </a:lnTo>
                  <a:lnTo>
                    <a:pt x="86508" y="92750"/>
                  </a:lnTo>
                  <a:lnTo>
                    <a:pt x="83124" y="91651"/>
                  </a:lnTo>
                  <a:lnTo>
                    <a:pt x="80914" y="91411"/>
                  </a:lnTo>
                  <a:lnTo>
                    <a:pt x="78616" y="89202"/>
                  </a:lnTo>
                  <a:lnTo>
                    <a:pt x="76571" y="88015"/>
                  </a:lnTo>
                  <a:lnTo>
                    <a:pt x="74121" y="87787"/>
                  </a:lnTo>
                  <a:lnTo>
                    <a:pt x="71596" y="87156"/>
                  </a:lnTo>
                  <a:lnTo>
                    <a:pt x="68755" y="87232"/>
                  </a:lnTo>
                  <a:cubicBezTo>
                    <a:pt x="68755" y="87232"/>
                    <a:pt x="65522" y="88179"/>
                    <a:pt x="65446" y="88495"/>
                  </a:cubicBezTo>
                  <a:cubicBezTo>
                    <a:pt x="65358" y="88810"/>
                    <a:pt x="64903" y="90174"/>
                    <a:pt x="64903" y="90174"/>
                  </a:cubicBezTo>
                  <a:lnTo>
                    <a:pt x="63325" y="88911"/>
                  </a:lnTo>
                  <a:lnTo>
                    <a:pt x="61595" y="89467"/>
                  </a:lnTo>
                  <a:lnTo>
                    <a:pt x="59852" y="88596"/>
                  </a:lnTo>
                  <a:lnTo>
                    <a:pt x="58590" y="85994"/>
                  </a:lnTo>
                  <a:lnTo>
                    <a:pt x="59385" y="83949"/>
                  </a:lnTo>
                  <a:lnTo>
                    <a:pt x="57491" y="83317"/>
                  </a:lnTo>
                  <a:lnTo>
                    <a:pt x="54966" y="83002"/>
                  </a:lnTo>
                  <a:lnTo>
                    <a:pt x="55673" y="81032"/>
                  </a:lnTo>
                  <a:lnTo>
                    <a:pt x="56380" y="79643"/>
                  </a:lnTo>
                  <a:lnTo>
                    <a:pt x="56532" y="78507"/>
                  </a:lnTo>
                  <a:lnTo>
                    <a:pt x="53779" y="78507"/>
                  </a:lnTo>
                  <a:lnTo>
                    <a:pt x="52592" y="80476"/>
                  </a:lnTo>
                  <a:lnTo>
                    <a:pt x="49915" y="81423"/>
                  </a:lnTo>
                  <a:lnTo>
                    <a:pt x="47933" y="78747"/>
                  </a:lnTo>
                  <a:lnTo>
                    <a:pt x="47541" y="75160"/>
                  </a:lnTo>
                  <a:lnTo>
                    <a:pt x="48412" y="72218"/>
                  </a:lnTo>
                  <a:lnTo>
                    <a:pt x="51165" y="70173"/>
                  </a:lnTo>
                  <a:lnTo>
                    <a:pt x="54095" y="69769"/>
                  </a:lnTo>
                  <a:lnTo>
                    <a:pt x="55433" y="70880"/>
                  </a:lnTo>
                  <a:lnTo>
                    <a:pt x="56064" y="69693"/>
                  </a:lnTo>
                  <a:lnTo>
                    <a:pt x="58198" y="69693"/>
                  </a:lnTo>
                  <a:lnTo>
                    <a:pt x="60964" y="70552"/>
                  </a:lnTo>
                  <a:lnTo>
                    <a:pt x="61191" y="72521"/>
                  </a:lnTo>
                  <a:lnTo>
                    <a:pt x="62529" y="74567"/>
                  </a:lnTo>
                  <a:lnTo>
                    <a:pt x="62933" y="72484"/>
                  </a:lnTo>
                  <a:lnTo>
                    <a:pt x="62769" y="68759"/>
                  </a:lnTo>
                  <a:lnTo>
                    <a:pt x="63805" y="66852"/>
                  </a:lnTo>
                  <a:lnTo>
                    <a:pt x="66797" y="64806"/>
                  </a:lnTo>
                  <a:lnTo>
                    <a:pt x="68300" y="62281"/>
                  </a:lnTo>
                  <a:lnTo>
                    <a:pt x="69083" y="60248"/>
                  </a:lnTo>
                  <a:lnTo>
                    <a:pt x="71684" y="57697"/>
                  </a:lnTo>
                  <a:lnTo>
                    <a:pt x="73338" y="57697"/>
                  </a:lnTo>
                  <a:lnTo>
                    <a:pt x="74197" y="55412"/>
                  </a:lnTo>
                  <a:lnTo>
                    <a:pt x="76722" y="53758"/>
                  </a:lnTo>
                  <a:lnTo>
                    <a:pt x="77833" y="55488"/>
                  </a:lnTo>
                  <a:lnTo>
                    <a:pt x="79879" y="54187"/>
                  </a:lnTo>
                  <a:lnTo>
                    <a:pt x="83351" y="52748"/>
                  </a:lnTo>
                  <a:lnTo>
                    <a:pt x="82569" y="51876"/>
                  </a:lnTo>
                  <a:lnTo>
                    <a:pt x="79412" y="52104"/>
                  </a:lnTo>
                  <a:lnTo>
                    <a:pt x="78692" y="50525"/>
                  </a:lnTo>
                  <a:lnTo>
                    <a:pt x="78692" y="49187"/>
                  </a:lnTo>
                  <a:lnTo>
                    <a:pt x="77833" y="48707"/>
                  </a:lnTo>
                  <a:lnTo>
                    <a:pt x="76091" y="49502"/>
                  </a:lnTo>
                  <a:lnTo>
                    <a:pt x="78540" y="48240"/>
                  </a:lnTo>
                  <a:lnTo>
                    <a:pt x="80902" y="48240"/>
                  </a:lnTo>
                  <a:lnTo>
                    <a:pt x="83111" y="48391"/>
                  </a:lnTo>
                  <a:lnTo>
                    <a:pt x="85725" y="46901"/>
                  </a:lnTo>
                  <a:cubicBezTo>
                    <a:pt x="85725" y="46901"/>
                    <a:pt x="87619" y="45474"/>
                    <a:pt x="87695" y="45361"/>
                  </a:cubicBezTo>
                  <a:cubicBezTo>
                    <a:pt x="87771" y="45247"/>
                    <a:pt x="86041" y="42204"/>
                    <a:pt x="86041" y="42204"/>
                  </a:cubicBezTo>
                  <a:lnTo>
                    <a:pt x="83983" y="40297"/>
                  </a:lnTo>
                  <a:lnTo>
                    <a:pt x="83591" y="38151"/>
                  </a:lnTo>
                  <a:lnTo>
                    <a:pt x="83111" y="33820"/>
                  </a:lnTo>
                  <a:lnTo>
                    <a:pt x="81066" y="36105"/>
                  </a:lnTo>
                  <a:lnTo>
                    <a:pt x="79172" y="35701"/>
                  </a:lnTo>
                  <a:lnTo>
                    <a:pt x="78856" y="33656"/>
                  </a:lnTo>
                  <a:lnTo>
                    <a:pt x="79639" y="32203"/>
                  </a:lnTo>
                  <a:lnTo>
                    <a:pt x="77909" y="31724"/>
                  </a:lnTo>
                  <a:lnTo>
                    <a:pt x="76798" y="30575"/>
                  </a:lnTo>
                  <a:lnTo>
                    <a:pt x="73957" y="30575"/>
                  </a:lnTo>
                  <a:lnTo>
                    <a:pt x="73098" y="30650"/>
                  </a:lnTo>
                  <a:lnTo>
                    <a:pt x="73010" y="33491"/>
                  </a:lnTo>
                  <a:lnTo>
                    <a:pt x="71671" y="34918"/>
                  </a:lnTo>
                  <a:lnTo>
                    <a:pt x="72467" y="36156"/>
                  </a:lnTo>
                  <a:lnTo>
                    <a:pt x="72694" y="38479"/>
                  </a:lnTo>
                  <a:lnTo>
                    <a:pt x="70573" y="40285"/>
                  </a:lnTo>
                  <a:lnTo>
                    <a:pt x="68603" y="40979"/>
                  </a:lnTo>
                  <a:lnTo>
                    <a:pt x="68603" y="44136"/>
                  </a:lnTo>
                  <a:lnTo>
                    <a:pt x="67340" y="44767"/>
                  </a:lnTo>
                  <a:lnTo>
                    <a:pt x="65913" y="42962"/>
                  </a:lnTo>
                  <a:lnTo>
                    <a:pt x="66545" y="40196"/>
                  </a:lnTo>
                  <a:lnTo>
                    <a:pt x="64386" y="39098"/>
                  </a:lnTo>
                  <a:lnTo>
                    <a:pt x="62113" y="37747"/>
                  </a:lnTo>
                  <a:lnTo>
                    <a:pt x="61115" y="36888"/>
                  </a:lnTo>
                  <a:lnTo>
                    <a:pt x="60092" y="36888"/>
                  </a:lnTo>
                  <a:lnTo>
                    <a:pt x="59852" y="34123"/>
                  </a:lnTo>
                  <a:lnTo>
                    <a:pt x="60244" y="31686"/>
                  </a:lnTo>
                  <a:lnTo>
                    <a:pt x="61088" y="29679"/>
                  </a:lnTo>
                  <a:lnTo>
                    <a:pt x="61088" y="29679"/>
                  </a:lnTo>
                  <a:cubicBezTo>
                    <a:pt x="61170" y="29674"/>
                    <a:pt x="61518" y="29543"/>
                    <a:pt x="62694" y="28958"/>
                  </a:cubicBezTo>
                  <a:cubicBezTo>
                    <a:pt x="63454" y="28578"/>
                    <a:pt x="63639" y="28510"/>
                    <a:pt x="63679" y="28510"/>
                  </a:cubicBezTo>
                  <a:cubicBezTo>
                    <a:pt x="63702" y="28510"/>
                    <a:pt x="63680" y="28531"/>
                    <a:pt x="63688" y="28531"/>
                  </a:cubicBezTo>
                  <a:cubicBezTo>
                    <a:pt x="63704" y="28531"/>
                    <a:pt x="63843" y="28444"/>
                    <a:pt x="64739" y="27910"/>
                  </a:cubicBezTo>
                  <a:cubicBezTo>
                    <a:pt x="66873" y="26648"/>
                    <a:pt x="66873" y="26648"/>
                    <a:pt x="66873" y="26648"/>
                  </a:cubicBezTo>
                  <a:lnTo>
                    <a:pt x="68451" y="25145"/>
                  </a:lnTo>
                  <a:lnTo>
                    <a:pt x="69714" y="23870"/>
                  </a:lnTo>
                  <a:lnTo>
                    <a:pt x="70585" y="23642"/>
                  </a:lnTo>
                  <a:lnTo>
                    <a:pt x="73969" y="23642"/>
                  </a:lnTo>
                  <a:lnTo>
                    <a:pt x="74121" y="21597"/>
                  </a:lnTo>
                  <a:lnTo>
                    <a:pt x="75144" y="19779"/>
                  </a:lnTo>
                  <a:lnTo>
                    <a:pt x="74677" y="18049"/>
                  </a:lnTo>
                  <a:lnTo>
                    <a:pt x="73035" y="16660"/>
                  </a:lnTo>
                  <a:lnTo>
                    <a:pt x="71987" y="18693"/>
                  </a:lnTo>
                  <a:lnTo>
                    <a:pt x="70371" y="19943"/>
                  </a:lnTo>
                  <a:lnTo>
                    <a:pt x="69234" y="20726"/>
                  </a:lnTo>
                  <a:lnTo>
                    <a:pt x="69234" y="18276"/>
                  </a:lnTo>
                  <a:lnTo>
                    <a:pt x="69487" y="17013"/>
                  </a:lnTo>
                  <a:lnTo>
                    <a:pt x="69487" y="17013"/>
                  </a:lnTo>
                  <a:lnTo>
                    <a:pt x="68439" y="17960"/>
                  </a:lnTo>
                  <a:lnTo>
                    <a:pt x="67403" y="15599"/>
                  </a:lnTo>
                  <a:lnTo>
                    <a:pt x="68565" y="14336"/>
                  </a:lnTo>
                  <a:lnTo>
                    <a:pt x="69373" y="12594"/>
                  </a:lnTo>
                  <a:lnTo>
                    <a:pt x="70636" y="9841"/>
                  </a:lnTo>
                  <a:lnTo>
                    <a:pt x="71633" y="9450"/>
                  </a:lnTo>
                  <a:lnTo>
                    <a:pt x="73401" y="7783"/>
                  </a:lnTo>
                  <a:lnTo>
                    <a:pt x="72618" y="7379"/>
                  </a:lnTo>
                  <a:lnTo>
                    <a:pt x="71633" y="7240"/>
                  </a:lnTo>
                  <a:lnTo>
                    <a:pt x="69234" y="7240"/>
                  </a:lnTo>
                  <a:lnTo>
                    <a:pt x="69234" y="9450"/>
                  </a:lnTo>
                  <a:lnTo>
                    <a:pt x="67164" y="12152"/>
                  </a:lnTo>
                  <a:lnTo>
                    <a:pt x="65408" y="14854"/>
                  </a:lnTo>
                  <a:lnTo>
                    <a:pt x="66280" y="16091"/>
                  </a:lnTo>
                  <a:lnTo>
                    <a:pt x="65926" y="18516"/>
                  </a:lnTo>
                  <a:lnTo>
                    <a:pt x="62921" y="20094"/>
                  </a:lnTo>
                  <a:lnTo>
                    <a:pt x="62921" y="18276"/>
                  </a:lnTo>
                  <a:lnTo>
                    <a:pt x="61191" y="18124"/>
                  </a:lnTo>
                  <a:lnTo>
                    <a:pt x="59701" y="19299"/>
                  </a:lnTo>
                  <a:lnTo>
                    <a:pt x="57845" y="16698"/>
                  </a:lnTo>
                  <a:lnTo>
                    <a:pt x="55673" y="16698"/>
                  </a:lnTo>
                  <a:lnTo>
                    <a:pt x="54966" y="18049"/>
                  </a:lnTo>
                  <a:lnTo>
                    <a:pt x="54259" y="19071"/>
                  </a:lnTo>
                  <a:lnTo>
                    <a:pt x="53223" y="16786"/>
                  </a:lnTo>
                  <a:cubicBezTo>
                    <a:pt x="53223" y="16786"/>
                    <a:pt x="52623" y="16998"/>
                    <a:pt x="52038" y="16998"/>
                  </a:cubicBezTo>
                  <a:cubicBezTo>
                    <a:pt x="51500" y="16998"/>
                    <a:pt x="50974" y="16819"/>
                    <a:pt x="50938" y="16129"/>
                  </a:cubicBezTo>
                  <a:cubicBezTo>
                    <a:pt x="50862" y="14690"/>
                    <a:pt x="50862" y="14677"/>
                    <a:pt x="50862" y="14677"/>
                  </a:cubicBezTo>
                  <a:lnTo>
                    <a:pt x="47629" y="11672"/>
                  </a:lnTo>
                  <a:lnTo>
                    <a:pt x="46594" y="10952"/>
                  </a:lnTo>
                  <a:lnTo>
                    <a:pt x="44788" y="11268"/>
                  </a:lnTo>
                  <a:lnTo>
                    <a:pt x="43993" y="8869"/>
                  </a:lnTo>
                  <a:lnTo>
                    <a:pt x="42579" y="8427"/>
                  </a:lnTo>
                  <a:lnTo>
                    <a:pt x="39030" y="8869"/>
                  </a:lnTo>
                  <a:lnTo>
                    <a:pt x="36972" y="8427"/>
                  </a:lnTo>
                  <a:lnTo>
                    <a:pt x="34295" y="6141"/>
                  </a:lnTo>
                  <a:lnTo>
                    <a:pt x="30747" y="4462"/>
                  </a:lnTo>
                  <a:lnTo>
                    <a:pt x="28159" y="1962"/>
                  </a:lnTo>
                  <a:lnTo>
                    <a:pt x="26037" y="194"/>
                  </a:lnTo>
                  <a:lnTo>
                    <a:pt x="23196" y="825"/>
                  </a:lnTo>
                  <a:cubicBezTo>
                    <a:pt x="23196" y="825"/>
                    <a:pt x="23017" y="0"/>
                    <a:pt x="2203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1" name="Google Shape;4491;p56"/>
            <p:cNvSpPr/>
            <p:nvPr/>
          </p:nvSpPr>
          <p:spPr>
            <a:xfrm>
              <a:off x="238125" y="1071925"/>
              <a:ext cx="2568675" cy="3902025"/>
            </a:xfrm>
            <a:custGeom>
              <a:avLst/>
              <a:gdLst/>
              <a:ahLst/>
              <a:cxnLst/>
              <a:rect l="l" t="t" r="r" b="b"/>
              <a:pathLst>
                <a:path w="102747" h="156081" extrusionOk="0">
                  <a:moveTo>
                    <a:pt x="61468" y="29836"/>
                  </a:moveTo>
                  <a:cubicBezTo>
                    <a:pt x="61506" y="29899"/>
                    <a:pt x="61519" y="29962"/>
                    <a:pt x="61506" y="30025"/>
                  </a:cubicBezTo>
                  <a:lnTo>
                    <a:pt x="61342" y="29899"/>
                  </a:lnTo>
                  <a:lnTo>
                    <a:pt x="61468" y="29836"/>
                  </a:lnTo>
                  <a:close/>
                  <a:moveTo>
                    <a:pt x="101181" y="102504"/>
                  </a:moveTo>
                  <a:lnTo>
                    <a:pt x="101282" y="102542"/>
                  </a:lnTo>
                  <a:lnTo>
                    <a:pt x="101193" y="102718"/>
                  </a:lnTo>
                  <a:cubicBezTo>
                    <a:pt x="101155" y="102655"/>
                    <a:pt x="101143" y="102567"/>
                    <a:pt x="101181" y="102504"/>
                  </a:cubicBezTo>
                  <a:close/>
                  <a:moveTo>
                    <a:pt x="22159" y="618"/>
                  </a:moveTo>
                  <a:cubicBezTo>
                    <a:pt x="22328" y="618"/>
                    <a:pt x="22461" y="648"/>
                    <a:pt x="22565" y="692"/>
                  </a:cubicBezTo>
                  <a:cubicBezTo>
                    <a:pt x="22779" y="781"/>
                    <a:pt x="22943" y="970"/>
                    <a:pt x="23019" y="1198"/>
                  </a:cubicBezTo>
                  <a:lnTo>
                    <a:pt x="23385" y="1437"/>
                  </a:lnTo>
                  <a:lnTo>
                    <a:pt x="26075" y="844"/>
                  </a:lnTo>
                  <a:lnTo>
                    <a:pt x="28057" y="2498"/>
                  </a:lnTo>
                  <a:lnTo>
                    <a:pt x="30658" y="4998"/>
                  </a:lnTo>
                  <a:lnTo>
                    <a:pt x="34257" y="6716"/>
                  </a:lnTo>
                  <a:lnTo>
                    <a:pt x="36909" y="8976"/>
                  </a:lnTo>
                  <a:lnTo>
                    <a:pt x="37048" y="9052"/>
                  </a:lnTo>
                  <a:lnTo>
                    <a:pt x="39093" y="9481"/>
                  </a:lnTo>
                  <a:lnTo>
                    <a:pt x="39207" y="9481"/>
                  </a:lnTo>
                  <a:lnTo>
                    <a:pt x="42679" y="9052"/>
                  </a:lnTo>
                  <a:lnTo>
                    <a:pt x="43879" y="9430"/>
                  </a:lnTo>
                  <a:lnTo>
                    <a:pt x="44624" y="11678"/>
                  </a:lnTo>
                  <a:lnTo>
                    <a:pt x="44978" y="11893"/>
                  </a:lnTo>
                  <a:lnTo>
                    <a:pt x="46657" y="11590"/>
                  </a:lnTo>
                  <a:lnTo>
                    <a:pt x="47541" y="12208"/>
                  </a:lnTo>
                  <a:lnTo>
                    <a:pt x="50685" y="15125"/>
                  </a:lnTo>
                  <a:cubicBezTo>
                    <a:pt x="50698" y="15302"/>
                    <a:pt x="50710" y="15668"/>
                    <a:pt x="50761" y="16464"/>
                  </a:cubicBezTo>
                  <a:cubicBezTo>
                    <a:pt x="50761" y="16830"/>
                    <a:pt x="50937" y="17183"/>
                    <a:pt x="51253" y="17385"/>
                  </a:cubicBezTo>
                  <a:cubicBezTo>
                    <a:pt x="51517" y="17561"/>
                    <a:pt x="51851" y="17620"/>
                    <a:pt x="52180" y="17620"/>
                  </a:cubicBezTo>
                  <a:cubicBezTo>
                    <a:pt x="52561" y="17620"/>
                    <a:pt x="52935" y="17541"/>
                    <a:pt x="53185" y="17474"/>
                  </a:cubicBezTo>
                  <a:lnTo>
                    <a:pt x="54094" y="19507"/>
                  </a:lnTo>
                  <a:lnTo>
                    <a:pt x="54637" y="19557"/>
                  </a:lnTo>
                  <a:lnTo>
                    <a:pt x="55370" y="18497"/>
                  </a:lnTo>
                  <a:lnTo>
                    <a:pt x="55988" y="17322"/>
                  </a:lnTo>
                  <a:lnTo>
                    <a:pt x="57807" y="17322"/>
                  </a:lnTo>
                  <a:lnTo>
                    <a:pt x="59562" y="19784"/>
                  </a:lnTo>
                  <a:lnTo>
                    <a:pt x="60016" y="19848"/>
                  </a:lnTo>
                  <a:lnTo>
                    <a:pt x="61418" y="18762"/>
                  </a:lnTo>
                  <a:lnTo>
                    <a:pt x="62744" y="18875"/>
                  </a:lnTo>
                  <a:lnTo>
                    <a:pt x="62744" y="20403"/>
                  </a:lnTo>
                  <a:lnTo>
                    <a:pt x="63198" y="20681"/>
                  </a:lnTo>
                  <a:lnTo>
                    <a:pt x="66204" y="19103"/>
                  </a:lnTo>
                  <a:lnTo>
                    <a:pt x="66355" y="18875"/>
                  </a:lnTo>
                  <a:lnTo>
                    <a:pt x="66709" y="16451"/>
                  </a:lnTo>
                  <a:lnTo>
                    <a:pt x="66658" y="16224"/>
                  </a:lnTo>
                  <a:lnTo>
                    <a:pt x="65913" y="15150"/>
                  </a:lnTo>
                  <a:lnTo>
                    <a:pt x="67542" y="12650"/>
                  </a:lnTo>
                  <a:lnTo>
                    <a:pt x="69613" y="9961"/>
                  </a:lnTo>
                  <a:lnTo>
                    <a:pt x="69676" y="9771"/>
                  </a:lnTo>
                  <a:lnTo>
                    <a:pt x="69676" y="7877"/>
                  </a:lnTo>
                  <a:lnTo>
                    <a:pt x="71709" y="7877"/>
                  </a:lnTo>
                  <a:lnTo>
                    <a:pt x="72631" y="8004"/>
                  </a:lnTo>
                  <a:lnTo>
                    <a:pt x="72984" y="8180"/>
                  </a:lnTo>
                  <a:lnTo>
                    <a:pt x="71570" y="9493"/>
                  </a:lnTo>
                  <a:lnTo>
                    <a:pt x="70636" y="9872"/>
                  </a:lnTo>
                  <a:lnTo>
                    <a:pt x="70472" y="10024"/>
                  </a:lnTo>
                  <a:lnTo>
                    <a:pt x="68413" y="14469"/>
                  </a:lnTo>
                  <a:lnTo>
                    <a:pt x="67290" y="15693"/>
                  </a:lnTo>
                  <a:lnTo>
                    <a:pt x="67226" y="16034"/>
                  </a:lnTo>
                  <a:lnTo>
                    <a:pt x="68274" y="18408"/>
                  </a:lnTo>
                  <a:lnTo>
                    <a:pt x="68780" y="18509"/>
                  </a:lnTo>
                  <a:lnTo>
                    <a:pt x="69108" y="18206"/>
                  </a:lnTo>
                  <a:lnTo>
                    <a:pt x="69108" y="18206"/>
                  </a:lnTo>
                  <a:lnTo>
                    <a:pt x="69045" y="18522"/>
                  </a:lnTo>
                  <a:lnTo>
                    <a:pt x="69045" y="21035"/>
                  </a:lnTo>
                  <a:lnTo>
                    <a:pt x="69537" y="21287"/>
                  </a:lnTo>
                  <a:lnTo>
                    <a:pt x="70686" y="20504"/>
                  </a:lnTo>
                  <a:lnTo>
                    <a:pt x="72315" y="19254"/>
                  </a:lnTo>
                  <a:lnTo>
                    <a:pt x="73262" y="17474"/>
                  </a:lnTo>
                  <a:lnTo>
                    <a:pt x="74525" y="18534"/>
                  </a:lnTo>
                  <a:lnTo>
                    <a:pt x="74929" y="20050"/>
                  </a:lnTo>
                  <a:lnTo>
                    <a:pt x="73982" y="21742"/>
                  </a:lnTo>
                  <a:lnTo>
                    <a:pt x="73805" y="23636"/>
                  </a:lnTo>
                  <a:lnTo>
                    <a:pt x="70699" y="23636"/>
                  </a:lnTo>
                  <a:lnTo>
                    <a:pt x="69752" y="23863"/>
                  </a:lnTo>
                  <a:lnTo>
                    <a:pt x="69613" y="23951"/>
                  </a:lnTo>
                  <a:lnTo>
                    <a:pt x="68350" y="25227"/>
                  </a:lnTo>
                  <a:lnTo>
                    <a:pt x="66797" y="26704"/>
                  </a:lnTo>
                  <a:cubicBezTo>
                    <a:pt x="66721" y="26755"/>
                    <a:pt x="66368" y="26982"/>
                    <a:pt x="64701" y="27954"/>
                  </a:cubicBezTo>
                  <a:lnTo>
                    <a:pt x="64171" y="28270"/>
                  </a:lnTo>
                  <a:lnTo>
                    <a:pt x="63779" y="28510"/>
                  </a:lnTo>
                  <a:cubicBezTo>
                    <a:pt x="63602" y="28535"/>
                    <a:pt x="63299" y="28674"/>
                    <a:pt x="62668" y="28990"/>
                  </a:cubicBezTo>
                  <a:cubicBezTo>
                    <a:pt x="61443" y="29608"/>
                    <a:pt x="61216" y="29684"/>
                    <a:pt x="61178" y="29684"/>
                  </a:cubicBezTo>
                  <a:lnTo>
                    <a:pt x="61178" y="29785"/>
                  </a:lnTo>
                  <a:lnTo>
                    <a:pt x="61039" y="29684"/>
                  </a:lnTo>
                  <a:cubicBezTo>
                    <a:pt x="60938" y="29747"/>
                    <a:pt x="60875" y="29861"/>
                    <a:pt x="60862" y="29974"/>
                  </a:cubicBezTo>
                  <a:lnTo>
                    <a:pt x="60079" y="31868"/>
                  </a:lnTo>
                  <a:lnTo>
                    <a:pt x="59663" y="34381"/>
                  </a:lnTo>
                  <a:lnTo>
                    <a:pt x="59663" y="34457"/>
                  </a:lnTo>
                  <a:lnTo>
                    <a:pt x="59890" y="37222"/>
                  </a:lnTo>
                  <a:lnTo>
                    <a:pt x="60206" y="37500"/>
                  </a:lnTo>
                  <a:lnTo>
                    <a:pt x="61115" y="37500"/>
                  </a:lnTo>
                  <a:lnTo>
                    <a:pt x="62075" y="38321"/>
                  </a:lnTo>
                  <a:lnTo>
                    <a:pt x="64360" y="39685"/>
                  </a:lnTo>
                  <a:lnTo>
                    <a:pt x="66317" y="40669"/>
                  </a:lnTo>
                  <a:lnTo>
                    <a:pt x="65736" y="43195"/>
                  </a:lnTo>
                  <a:lnTo>
                    <a:pt x="65800" y="43460"/>
                  </a:lnTo>
                  <a:lnTo>
                    <a:pt x="67214" y="45278"/>
                  </a:lnTo>
                  <a:lnTo>
                    <a:pt x="67605" y="45354"/>
                  </a:lnTo>
                  <a:lnTo>
                    <a:pt x="68868" y="44723"/>
                  </a:lnTo>
                  <a:lnTo>
                    <a:pt x="69045" y="44445"/>
                  </a:lnTo>
                  <a:lnTo>
                    <a:pt x="69045" y="41516"/>
                  </a:lnTo>
                  <a:lnTo>
                    <a:pt x="70800" y="40884"/>
                  </a:lnTo>
                  <a:lnTo>
                    <a:pt x="73035" y="39028"/>
                  </a:lnTo>
                  <a:lnTo>
                    <a:pt x="73136" y="38750"/>
                  </a:lnTo>
                  <a:lnTo>
                    <a:pt x="72909" y="36414"/>
                  </a:lnTo>
                  <a:lnTo>
                    <a:pt x="72858" y="36275"/>
                  </a:lnTo>
                  <a:lnTo>
                    <a:pt x="72201" y="35253"/>
                  </a:lnTo>
                  <a:lnTo>
                    <a:pt x="73376" y="34015"/>
                  </a:lnTo>
                  <a:lnTo>
                    <a:pt x="73464" y="33800"/>
                  </a:lnTo>
                  <a:lnTo>
                    <a:pt x="73527" y="31250"/>
                  </a:lnTo>
                  <a:lnTo>
                    <a:pt x="74095" y="31199"/>
                  </a:lnTo>
                  <a:lnTo>
                    <a:pt x="76798" y="31199"/>
                  </a:lnTo>
                  <a:lnTo>
                    <a:pt x="77808" y="32247"/>
                  </a:lnTo>
                  <a:lnTo>
                    <a:pt x="77947" y="32323"/>
                  </a:lnTo>
                  <a:lnTo>
                    <a:pt x="79298" y="32702"/>
                  </a:lnTo>
                  <a:lnTo>
                    <a:pt x="78704" y="33813"/>
                  </a:lnTo>
                  <a:lnTo>
                    <a:pt x="78666" y="34015"/>
                  </a:lnTo>
                  <a:lnTo>
                    <a:pt x="78982" y="36061"/>
                  </a:lnTo>
                  <a:lnTo>
                    <a:pt x="79235" y="36326"/>
                  </a:lnTo>
                  <a:lnTo>
                    <a:pt x="81129" y="36730"/>
                  </a:lnTo>
                  <a:lnTo>
                    <a:pt x="81419" y="36629"/>
                  </a:lnTo>
                  <a:lnTo>
                    <a:pt x="82998" y="34861"/>
                  </a:lnTo>
                  <a:lnTo>
                    <a:pt x="83402" y="38523"/>
                  </a:lnTo>
                  <a:lnTo>
                    <a:pt x="83793" y="40657"/>
                  </a:lnTo>
                  <a:lnTo>
                    <a:pt x="83894" y="40834"/>
                  </a:lnTo>
                  <a:lnTo>
                    <a:pt x="85902" y="42715"/>
                  </a:lnTo>
                  <a:cubicBezTo>
                    <a:pt x="86558" y="43864"/>
                    <a:pt x="87253" y="45127"/>
                    <a:pt x="87455" y="45569"/>
                  </a:cubicBezTo>
                  <a:cubicBezTo>
                    <a:pt x="87152" y="45821"/>
                    <a:pt x="86369" y="46415"/>
                    <a:pt x="85687" y="46932"/>
                  </a:cubicBezTo>
                  <a:lnTo>
                    <a:pt x="83162" y="48385"/>
                  </a:lnTo>
                  <a:lnTo>
                    <a:pt x="81028" y="48220"/>
                  </a:lnTo>
                  <a:lnTo>
                    <a:pt x="78654" y="48220"/>
                  </a:lnTo>
                  <a:lnTo>
                    <a:pt x="78515" y="48258"/>
                  </a:lnTo>
                  <a:lnTo>
                    <a:pt x="76065" y="49521"/>
                  </a:lnTo>
                  <a:lnTo>
                    <a:pt x="76343" y="50089"/>
                  </a:lnTo>
                  <a:lnTo>
                    <a:pt x="77934" y="49369"/>
                  </a:lnTo>
                  <a:lnTo>
                    <a:pt x="78502" y="49685"/>
                  </a:lnTo>
                  <a:lnTo>
                    <a:pt x="78502" y="50834"/>
                  </a:lnTo>
                  <a:lnTo>
                    <a:pt x="79235" y="52539"/>
                  </a:lnTo>
                  <a:lnTo>
                    <a:pt x="79550" y="52728"/>
                  </a:lnTo>
                  <a:lnTo>
                    <a:pt x="82556" y="52514"/>
                  </a:lnTo>
                  <a:lnTo>
                    <a:pt x="82934" y="52930"/>
                  </a:lnTo>
                  <a:lnTo>
                    <a:pt x="79828" y="54231"/>
                  </a:lnTo>
                  <a:lnTo>
                    <a:pt x="78048" y="55355"/>
                  </a:lnTo>
                  <a:lnTo>
                    <a:pt x="77113" y="53890"/>
                  </a:lnTo>
                  <a:lnTo>
                    <a:pt x="76671" y="53802"/>
                  </a:lnTo>
                  <a:lnTo>
                    <a:pt x="74146" y="55456"/>
                  </a:lnTo>
                  <a:lnTo>
                    <a:pt x="74032" y="55607"/>
                  </a:lnTo>
                  <a:lnTo>
                    <a:pt x="73237" y="57691"/>
                  </a:lnTo>
                  <a:lnTo>
                    <a:pt x="71797" y="57691"/>
                  </a:lnTo>
                  <a:lnTo>
                    <a:pt x="71583" y="57779"/>
                  </a:lnTo>
                  <a:lnTo>
                    <a:pt x="68982" y="60330"/>
                  </a:lnTo>
                  <a:lnTo>
                    <a:pt x="68136" y="62426"/>
                  </a:lnTo>
                  <a:lnTo>
                    <a:pt x="66671" y="64888"/>
                  </a:lnTo>
                  <a:lnTo>
                    <a:pt x="63741" y="66908"/>
                  </a:lnTo>
                  <a:lnTo>
                    <a:pt x="63640" y="67009"/>
                  </a:lnTo>
                  <a:lnTo>
                    <a:pt x="62618" y="68916"/>
                  </a:lnTo>
                  <a:lnTo>
                    <a:pt x="62580" y="69068"/>
                  </a:lnTo>
                  <a:lnTo>
                    <a:pt x="62731" y="72767"/>
                  </a:lnTo>
                  <a:lnTo>
                    <a:pt x="62491" y="74043"/>
                  </a:lnTo>
                  <a:lnTo>
                    <a:pt x="61620" y="72717"/>
                  </a:lnTo>
                  <a:lnTo>
                    <a:pt x="61393" y="70823"/>
                  </a:lnTo>
                  <a:lnTo>
                    <a:pt x="61178" y="70558"/>
                  </a:lnTo>
                  <a:lnTo>
                    <a:pt x="58413" y="69686"/>
                  </a:lnTo>
                  <a:lnTo>
                    <a:pt x="56190" y="69674"/>
                  </a:lnTo>
                  <a:lnTo>
                    <a:pt x="55913" y="69838"/>
                  </a:lnTo>
                  <a:lnTo>
                    <a:pt x="55471" y="70684"/>
                  </a:lnTo>
                  <a:lnTo>
                    <a:pt x="54423" y="69838"/>
                  </a:lnTo>
                  <a:lnTo>
                    <a:pt x="54183" y="69762"/>
                  </a:lnTo>
                  <a:lnTo>
                    <a:pt x="51266" y="70166"/>
                  </a:lnTo>
                  <a:lnTo>
                    <a:pt x="51114" y="70229"/>
                  </a:lnTo>
                  <a:lnTo>
                    <a:pt x="48362" y="72287"/>
                  </a:lnTo>
                  <a:lnTo>
                    <a:pt x="48248" y="72452"/>
                  </a:lnTo>
                  <a:lnTo>
                    <a:pt x="47377" y="75381"/>
                  </a:lnTo>
                  <a:lnTo>
                    <a:pt x="47377" y="75507"/>
                  </a:lnTo>
                  <a:lnTo>
                    <a:pt x="47768" y="79093"/>
                  </a:lnTo>
                  <a:lnTo>
                    <a:pt x="47819" y="79245"/>
                  </a:lnTo>
                  <a:lnTo>
                    <a:pt x="49801" y="81934"/>
                  </a:lnTo>
                  <a:lnTo>
                    <a:pt x="50155" y="82048"/>
                  </a:lnTo>
                  <a:lnTo>
                    <a:pt x="52832" y="81101"/>
                  </a:lnTo>
                  <a:lnTo>
                    <a:pt x="52996" y="80962"/>
                  </a:lnTo>
                  <a:lnTo>
                    <a:pt x="54082" y="79144"/>
                  </a:lnTo>
                  <a:lnTo>
                    <a:pt x="56304" y="79144"/>
                  </a:lnTo>
                  <a:lnTo>
                    <a:pt x="56203" y="79876"/>
                  </a:lnTo>
                  <a:lnTo>
                    <a:pt x="55496" y="81240"/>
                  </a:lnTo>
                  <a:lnTo>
                    <a:pt x="54789" y="83210"/>
                  </a:lnTo>
                  <a:lnTo>
                    <a:pt x="55054" y="83639"/>
                  </a:lnTo>
                  <a:lnTo>
                    <a:pt x="57516" y="83930"/>
                  </a:lnTo>
                  <a:lnTo>
                    <a:pt x="59095" y="84460"/>
                  </a:lnTo>
                  <a:lnTo>
                    <a:pt x="58413" y="86202"/>
                  </a:lnTo>
                  <a:lnTo>
                    <a:pt x="58425" y="86455"/>
                  </a:lnTo>
                  <a:lnTo>
                    <a:pt x="59688" y="89056"/>
                  </a:lnTo>
                  <a:lnTo>
                    <a:pt x="59840" y="89195"/>
                  </a:lnTo>
                  <a:lnTo>
                    <a:pt x="61569" y="90066"/>
                  </a:lnTo>
                  <a:lnTo>
                    <a:pt x="61809" y="90079"/>
                  </a:lnTo>
                  <a:lnTo>
                    <a:pt x="63388" y="89586"/>
                  </a:lnTo>
                  <a:lnTo>
                    <a:pt x="64827" y="90735"/>
                  </a:lnTo>
                  <a:lnTo>
                    <a:pt x="65320" y="90597"/>
                  </a:lnTo>
                  <a:cubicBezTo>
                    <a:pt x="65345" y="90546"/>
                    <a:pt x="65749" y="89397"/>
                    <a:pt x="65863" y="88980"/>
                  </a:cubicBezTo>
                  <a:cubicBezTo>
                    <a:pt x="66166" y="88766"/>
                    <a:pt x="67656" y="88261"/>
                    <a:pt x="68944" y="87882"/>
                  </a:cubicBezTo>
                  <a:lnTo>
                    <a:pt x="71696" y="87806"/>
                  </a:lnTo>
                  <a:lnTo>
                    <a:pt x="74222" y="88437"/>
                  </a:lnTo>
                  <a:lnTo>
                    <a:pt x="76596" y="88665"/>
                  </a:lnTo>
                  <a:lnTo>
                    <a:pt x="78553" y="89788"/>
                  </a:lnTo>
                  <a:lnTo>
                    <a:pt x="80813" y="91973"/>
                  </a:lnTo>
                  <a:lnTo>
                    <a:pt x="81002" y="92061"/>
                  </a:lnTo>
                  <a:lnTo>
                    <a:pt x="83174" y="92289"/>
                  </a:lnTo>
                  <a:lnTo>
                    <a:pt x="86432" y="93362"/>
                  </a:lnTo>
                  <a:lnTo>
                    <a:pt x="87846" y="95370"/>
                  </a:lnTo>
                  <a:lnTo>
                    <a:pt x="89021" y="98097"/>
                  </a:lnTo>
                  <a:lnTo>
                    <a:pt x="89185" y="98274"/>
                  </a:lnTo>
                  <a:lnTo>
                    <a:pt x="91470" y="99221"/>
                  </a:lnTo>
                  <a:lnTo>
                    <a:pt x="93529" y="100016"/>
                  </a:lnTo>
                  <a:lnTo>
                    <a:pt x="95448" y="100345"/>
                  </a:lnTo>
                  <a:lnTo>
                    <a:pt x="98655" y="101595"/>
                  </a:lnTo>
                  <a:cubicBezTo>
                    <a:pt x="100625" y="102365"/>
                    <a:pt x="101092" y="102655"/>
                    <a:pt x="101193" y="102731"/>
                  </a:cubicBezTo>
                  <a:lnTo>
                    <a:pt x="101168" y="102782"/>
                  </a:lnTo>
                  <a:lnTo>
                    <a:pt x="102115" y="104524"/>
                  </a:lnTo>
                  <a:lnTo>
                    <a:pt x="101130" y="106305"/>
                  </a:lnTo>
                  <a:lnTo>
                    <a:pt x="99312" y="108590"/>
                  </a:lnTo>
                  <a:lnTo>
                    <a:pt x="99249" y="108716"/>
                  </a:lnTo>
                  <a:lnTo>
                    <a:pt x="98857" y="110673"/>
                  </a:lnTo>
                  <a:lnTo>
                    <a:pt x="97986" y="113855"/>
                  </a:lnTo>
                  <a:lnTo>
                    <a:pt x="97456" y="117492"/>
                  </a:lnTo>
                  <a:lnTo>
                    <a:pt x="96256" y="118199"/>
                  </a:lnTo>
                  <a:lnTo>
                    <a:pt x="93541" y="119639"/>
                  </a:lnTo>
                  <a:lnTo>
                    <a:pt x="91016" y="121369"/>
                  </a:lnTo>
                  <a:lnTo>
                    <a:pt x="90889" y="121583"/>
                  </a:lnTo>
                  <a:lnTo>
                    <a:pt x="90422" y="124260"/>
                  </a:lnTo>
                  <a:lnTo>
                    <a:pt x="89096" y="126192"/>
                  </a:lnTo>
                  <a:lnTo>
                    <a:pt x="87682" y="128604"/>
                  </a:lnTo>
                  <a:lnTo>
                    <a:pt x="86205" y="130031"/>
                  </a:lnTo>
                  <a:lnTo>
                    <a:pt x="83679" y="129589"/>
                  </a:lnTo>
                  <a:lnTo>
                    <a:pt x="83313" y="129930"/>
                  </a:lnTo>
                  <a:lnTo>
                    <a:pt x="83389" y="130889"/>
                  </a:lnTo>
                  <a:lnTo>
                    <a:pt x="83553" y="132114"/>
                  </a:lnTo>
                  <a:lnTo>
                    <a:pt x="83553" y="134008"/>
                  </a:lnTo>
                  <a:lnTo>
                    <a:pt x="81886" y="134412"/>
                  </a:lnTo>
                  <a:lnTo>
                    <a:pt x="79992" y="134968"/>
                  </a:lnTo>
                  <a:lnTo>
                    <a:pt x="79765" y="135271"/>
                  </a:lnTo>
                  <a:lnTo>
                    <a:pt x="79765" y="135801"/>
                  </a:lnTo>
                  <a:lnTo>
                    <a:pt x="79702" y="137039"/>
                  </a:lnTo>
                  <a:lnTo>
                    <a:pt x="78616" y="136912"/>
                  </a:lnTo>
                  <a:lnTo>
                    <a:pt x="78262" y="137215"/>
                  </a:lnTo>
                  <a:lnTo>
                    <a:pt x="78187" y="138314"/>
                  </a:lnTo>
                  <a:lnTo>
                    <a:pt x="78212" y="138465"/>
                  </a:lnTo>
                  <a:lnTo>
                    <a:pt x="78730" y="139640"/>
                  </a:lnTo>
                  <a:lnTo>
                    <a:pt x="78376" y="141622"/>
                  </a:lnTo>
                  <a:lnTo>
                    <a:pt x="77694" y="142102"/>
                  </a:lnTo>
                  <a:lnTo>
                    <a:pt x="77593" y="142216"/>
                  </a:lnTo>
                  <a:lnTo>
                    <a:pt x="76722" y="143882"/>
                  </a:lnTo>
                  <a:lnTo>
                    <a:pt x="76823" y="144274"/>
                  </a:lnTo>
                  <a:lnTo>
                    <a:pt x="78300" y="145335"/>
                  </a:lnTo>
                  <a:lnTo>
                    <a:pt x="78060" y="146105"/>
                  </a:lnTo>
                  <a:cubicBezTo>
                    <a:pt x="77997" y="146181"/>
                    <a:pt x="77757" y="146484"/>
                    <a:pt x="76924" y="147481"/>
                  </a:cubicBezTo>
                  <a:cubicBezTo>
                    <a:pt x="76444" y="148062"/>
                    <a:pt x="76255" y="148592"/>
                    <a:pt x="76381" y="149059"/>
                  </a:cubicBezTo>
                  <a:cubicBezTo>
                    <a:pt x="76469" y="149388"/>
                    <a:pt x="76697" y="149678"/>
                    <a:pt x="77000" y="149842"/>
                  </a:cubicBezTo>
                  <a:lnTo>
                    <a:pt x="78136" y="152646"/>
                  </a:lnTo>
                  <a:lnTo>
                    <a:pt x="78275" y="152810"/>
                  </a:lnTo>
                  <a:lnTo>
                    <a:pt x="81167" y="154363"/>
                  </a:lnTo>
                  <a:lnTo>
                    <a:pt x="80245" y="155449"/>
                  </a:lnTo>
                  <a:lnTo>
                    <a:pt x="77492" y="155449"/>
                  </a:lnTo>
                  <a:lnTo>
                    <a:pt x="75889" y="154401"/>
                  </a:lnTo>
                  <a:lnTo>
                    <a:pt x="73628" y="151130"/>
                  </a:lnTo>
                  <a:lnTo>
                    <a:pt x="72429" y="147443"/>
                  </a:lnTo>
                  <a:lnTo>
                    <a:pt x="72113" y="145625"/>
                  </a:lnTo>
                  <a:lnTo>
                    <a:pt x="70825" y="143605"/>
                  </a:lnTo>
                  <a:lnTo>
                    <a:pt x="72568" y="139577"/>
                  </a:lnTo>
                  <a:lnTo>
                    <a:pt x="72454" y="139198"/>
                  </a:lnTo>
                  <a:lnTo>
                    <a:pt x="71242" y="138327"/>
                  </a:lnTo>
                  <a:lnTo>
                    <a:pt x="71014" y="135523"/>
                  </a:lnTo>
                  <a:lnTo>
                    <a:pt x="71090" y="133112"/>
                  </a:lnTo>
                  <a:lnTo>
                    <a:pt x="71873" y="129993"/>
                  </a:lnTo>
                  <a:lnTo>
                    <a:pt x="71886" y="129892"/>
                  </a:lnTo>
                  <a:lnTo>
                    <a:pt x="71722" y="127884"/>
                  </a:lnTo>
                  <a:lnTo>
                    <a:pt x="71962" y="123907"/>
                  </a:lnTo>
                  <a:lnTo>
                    <a:pt x="71722" y="120030"/>
                  </a:lnTo>
                  <a:lnTo>
                    <a:pt x="71242" y="115295"/>
                  </a:lnTo>
                  <a:lnTo>
                    <a:pt x="71191" y="115131"/>
                  </a:lnTo>
                  <a:lnTo>
                    <a:pt x="69929" y="113401"/>
                  </a:lnTo>
                  <a:lnTo>
                    <a:pt x="67921" y="112252"/>
                  </a:lnTo>
                  <a:lnTo>
                    <a:pt x="65837" y="109007"/>
                  </a:lnTo>
                  <a:lnTo>
                    <a:pt x="63678" y="105724"/>
                  </a:lnTo>
                  <a:lnTo>
                    <a:pt x="61367" y="103274"/>
                  </a:lnTo>
                  <a:lnTo>
                    <a:pt x="61772" y="102277"/>
                  </a:lnTo>
                  <a:lnTo>
                    <a:pt x="62024" y="100029"/>
                  </a:lnTo>
                  <a:lnTo>
                    <a:pt x="62782" y="97832"/>
                  </a:lnTo>
                  <a:lnTo>
                    <a:pt x="64246" y="96051"/>
                  </a:lnTo>
                  <a:lnTo>
                    <a:pt x="64322" y="95887"/>
                  </a:lnTo>
                  <a:lnTo>
                    <a:pt x="64638" y="92415"/>
                  </a:lnTo>
                  <a:lnTo>
                    <a:pt x="64562" y="92175"/>
                  </a:lnTo>
                  <a:lnTo>
                    <a:pt x="62971" y="90369"/>
                  </a:lnTo>
                  <a:lnTo>
                    <a:pt x="62529" y="90344"/>
                  </a:lnTo>
                  <a:lnTo>
                    <a:pt x="61431" y="91304"/>
                  </a:lnTo>
                  <a:lnTo>
                    <a:pt x="59145" y="90091"/>
                  </a:lnTo>
                  <a:lnTo>
                    <a:pt x="55799" y="86341"/>
                  </a:lnTo>
                  <a:lnTo>
                    <a:pt x="55622" y="86253"/>
                  </a:lnTo>
                  <a:lnTo>
                    <a:pt x="52781" y="85634"/>
                  </a:lnTo>
                  <a:lnTo>
                    <a:pt x="50243" y="83626"/>
                  </a:lnTo>
                  <a:lnTo>
                    <a:pt x="49877" y="83614"/>
                  </a:lnTo>
                  <a:lnTo>
                    <a:pt x="49157" y="84068"/>
                  </a:lnTo>
                  <a:lnTo>
                    <a:pt x="46430" y="82629"/>
                  </a:lnTo>
                  <a:lnTo>
                    <a:pt x="42566" y="81467"/>
                  </a:lnTo>
                  <a:lnTo>
                    <a:pt x="41051" y="79801"/>
                  </a:lnTo>
                  <a:lnTo>
                    <a:pt x="40899" y="77629"/>
                  </a:lnTo>
                  <a:lnTo>
                    <a:pt x="40861" y="77490"/>
                  </a:lnTo>
                  <a:lnTo>
                    <a:pt x="38803" y="73942"/>
                  </a:lnTo>
                  <a:lnTo>
                    <a:pt x="36606" y="71858"/>
                  </a:lnTo>
                  <a:lnTo>
                    <a:pt x="35760" y="68739"/>
                  </a:lnTo>
                  <a:lnTo>
                    <a:pt x="34282" y="66959"/>
                  </a:lnTo>
                  <a:lnTo>
                    <a:pt x="33727" y="67199"/>
                  </a:lnTo>
                  <a:lnTo>
                    <a:pt x="34358" y="71694"/>
                  </a:lnTo>
                  <a:lnTo>
                    <a:pt x="34421" y="71858"/>
                  </a:lnTo>
                  <a:lnTo>
                    <a:pt x="35873" y="73689"/>
                  </a:lnTo>
                  <a:lnTo>
                    <a:pt x="36240" y="75722"/>
                  </a:lnTo>
                  <a:lnTo>
                    <a:pt x="36240" y="75722"/>
                  </a:lnTo>
                  <a:lnTo>
                    <a:pt x="34484" y="73866"/>
                  </a:lnTo>
                  <a:lnTo>
                    <a:pt x="33070" y="68878"/>
                  </a:lnTo>
                  <a:lnTo>
                    <a:pt x="31808" y="65406"/>
                  </a:lnTo>
                  <a:lnTo>
                    <a:pt x="31694" y="65242"/>
                  </a:lnTo>
                  <a:lnTo>
                    <a:pt x="30014" y="64093"/>
                  </a:lnTo>
                  <a:lnTo>
                    <a:pt x="28360" y="61454"/>
                  </a:lnTo>
                  <a:lnTo>
                    <a:pt x="28045" y="57097"/>
                  </a:lnTo>
                  <a:lnTo>
                    <a:pt x="28512" y="52817"/>
                  </a:lnTo>
                  <a:lnTo>
                    <a:pt x="29749" y="50354"/>
                  </a:lnTo>
                  <a:lnTo>
                    <a:pt x="30014" y="47627"/>
                  </a:lnTo>
                  <a:lnTo>
                    <a:pt x="29989" y="47475"/>
                  </a:lnTo>
                  <a:lnTo>
                    <a:pt x="28310" y="43776"/>
                  </a:lnTo>
                  <a:lnTo>
                    <a:pt x="28449" y="42841"/>
                  </a:lnTo>
                  <a:lnTo>
                    <a:pt x="30419" y="44079"/>
                  </a:lnTo>
                  <a:lnTo>
                    <a:pt x="30873" y="43700"/>
                  </a:lnTo>
                  <a:lnTo>
                    <a:pt x="29623" y="40733"/>
                  </a:lnTo>
                  <a:lnTo>
                    <a:pt x="28916" y="36364"/>
                  </a:lnTo>
                  <a:lnTo>
                    <a:pt x="28411" y="36174"/>
                  </a:lnTo>
                  <a:lnTo>
                    <a:pt x="27300" y="37109"/>
                  </a:lnTo>
                  <a:lnTo>
                    <a:pt x="27211" y="37260"/>
                  </a:lnTo>
                  <a:lnTo>
                    <a:pt x="26517" y="39432"/>
                  </a:lnTo>
                  <a:lnTo>
                    <a:pt x="26100" y="38435"/>
                  </a:lnTo>
                  <a:lnTo>
                    <a:pt x="26630" y="36477"/>
                  </a:lnTo>
                  <a:lnTo>
                    <a:pt x="27262" y="33472"/>
                  </a:lnTo>
                  <a:lnTo>
                    <a:pt x="27262" y="33358"/>
                  </a:lnTo>
                  <a:lnTo>
                    <a:pt x="26555" y="29330"/>
                  </a:lnTo>
                  <a:lnTo>
                    <a:pt x="25027" y="26477"/>
                  </a:lnTo>
                  <a:lnTo>
                    <a:pt x="24901" y="26363"/>
                  </a:lnTo>
                  <a:cubicBezTo>
                    <a:pt x="21319" y="24236"/>
                    <a:pt x="20275" y="23768"/>
                    <a:pt x="19914" y="23768"/>
                  </a:cubicBezTo>
                  <a:cubicBezTo>
                    <a:pt x="19779" y="23768"/>
                    <a:pt x="19739" y="23832"/>
                    <a:pt x="19698" y="23901"/>
                  </a:cubicBezTo>
                  <a:cubicBezTo>
                    <a:pt x="19521" y="24040"/>
                    <a:pt x="18322" y="24444"/>
                    <a:pt x="17337" y="24747"/>
                  </a:cubicBezTo>
                  <a:lnTo>
                    <a:pt x="16112" y="24999"/>
                  </a:lnTo>
                  <a:lnTo>
                    <a:pt x="17299" y="22840"/>
                  </a:lnTo>
                  <a:lnTo>
                    <a:pt x="16832" y="22436"/>
                  </a:lnTo>
                  <a:lnTo>
                    <a:pt x="14370" y="24191"/>
                  </a:lnTo>
                  <a:lnTo>
                    <a:pt x="12362" y="25959"/>
                  </a:lnTo>
                  <a:lnTo>
                    <a:pt x="10127" y="28573"/>
                  </a:lnTo>
                  <a:lnTo>
                    <a:pt x="4394" y="30896"/>
                  </a:lnTo>
                  <a:lnTo>
                    <a:pt x="2134" y="31262"/>
                  </a:lnTo>
                  <a:lnTo>
                    <a:pt x="3132" y="30770"/>
                  </a:lnTo>
                  <a:cubicBezTo>
                    <a:pt x="8687" y="27702"/>
                    <a:pt x="8763" y="27399"/>
                    <a:pt x="8801" y="27247"/>
                  </a:cubicBezTo>
                  <a:cubicBezTo>
                    <a:pt x="8852" y="27058"/>
                    <a:pt x="9432" y="26224"/>
                    <a:pt x="9937" y="25555"/>
                  </a:cubicBezTo>
                  <a:lnTo>
                    <a:pt x="9887" y="25126"/>
                  </a:lnTo>
                  <a:lnTo>
                    <a:pt x="8018" y="23573"/>
                  </a:lnTo>
                  <a:lnTo>
                    <a:pt x="6882" y="22373"/>
                  </a:lnTo>
                  <a:lnTo>
                    <a:pt x="6389" y="20454"/>
                  </a:lnTo>
                  <a:lnTo>
                    <a:pt x="7702" y="18396"/>
                  </a:lnTo>
                  <a:lnTo>
                    <a:pt x="9584" y="16034"/>
                  </a:lnTo>
                  <a:lnTo>
                    <a:pt x="12425" y="15466"/>
                  </a:lnTo>
                  <a:lnTo>
                    <a:pt x="12602" y="15365"/>
                  </a:lnTo>
                  <a:lnTo>
                    <a:pt x="14256" y="13332"/>
                  </a:lnTo>
                  <a:lnTo>
                    <a:pt x="13991" y="12814"/>
                  </a:lnTo>
                  <a:lnTo>
                    <a:pt x="12059" y="12979"/>
                  </a:lnTo>
                  <a:lnTo>
                    <a:pt x="9761" y="12625"/>
                  </a:lnTo>
                  <a:lnTo>
                    <a:pt x="9761" y="11943"/>
                  </a:lnTo>
                  <a:lnTo>
                    <a:pt x="10405" y="10579"/>
                  </a:lnTo>
                  <a:lnTo>
                    <a:pt x="12753" y="9531"/>
                  </a:lnTo>
                  <a:lnTo>
                    <a:pt x="13347" y="9999"/>
                  </a:lnTo>
                  <a:lnTo>
                    <a:pt x="15582" y="10655"/>
                  </a:lnTo>
                  <a:lnTo>
                    <a:pt x="15986" y="10302"/>
                  </a:lnTo>
                  <a:lnTo>
                    <a:pt x="15733" y="8572"/>
                  </a:lnTo>
                  <a:lnTo>
                    <a:pt x="14799" y="5301"/>
                  </a:lnTo>
                  <a:lnTo>
                    <a:pt x="14799" y="4582"/>
                  </a:lnTo>
                  <a:lnTo>
                    <a:pt x="16996" y="3268"/>
                  </a:lnTo>
                  <a:cubicBezTo>
                    <a:pt x="17249" y="3167"/>
                    <a:pt x="17943" y="2814"/>
                    <a:pt x="20178" y="1387"/>
                  </a:cubicBezTo>
                  <a:cubicBezTo>
                    <a:pt x="21117" y="797"/>
                    <a:pt x="21746" y="618"/>
                    <a:pt x="22159" y="618"/>
                  </a:cubicBezTo>
                  <a:close/>
                  <a:moveTo>
                    <a:pt x="22164" y="0"/>
                  </a:moveTo>
                  <a:cubicBezTo>
                    <a:pt x="21532" y="0"/>
                    <a:pt x="20754" y="291"/>
                    <a:pt x="19837" y="869"/>
                  </a:cubicBezTo>
                  <a:cubicBezTo>
                    <a:pt x="17274" y="2498"/>
                    <a:pt x="16819" y="2675"/>
                    <a:pt x="16781" y="2688"/>
                  </a:cubicBezTo>
                  <a:lnTo>
                    <a:pt x="14332" y="4127"/>
                  </a:lnTo>
                  <a:lnTo>
                    <a:pt x="14180" y="4392"/>
                  </a:lnTo>
                  <a:lnTo>
                    <a:pt x="14180" y="5339"/>
                  </a:lnTo>
                  <a:lnTo>
                    <a:pt x="15127" y="8698"/>
                  </a:lnTo>
                  <a:lnTo>
                    <a:pt x="15291" y="9923"/>
                  </a:lnTo>
                  <a:lnTo>
                    <a:pt x="13688" y="9468"/>
                  </a:lnTo>
                  <a:lnTo>
                    <a:pt x="12993" y="8925"/>
                  </a:lnTo>
                  <a:lnTo>
                    <a:pt x="12665" y="8875"/>
                  </a:lnTo>
                  <a:lnTo>
                    <a:pt x="10051" y="10062"/>
                  </a:lnTo>
                  <a:lnTo>
                    <a:pt x="9887" y="10213"/>
                  </a:lnTo>
                  <a:lnTo>
                    <a:pt x="9155" y="11754"/>
                  </a:lnTo>
                  <a:lnTo>
                    <a:pt x="9129" y="12915"/>
                  </a:lnTo>
                  <a:lnTo>
                    <a:pt x="9395" y="13231"/>
                  </a:lnTo>
                  <a:lnTo>
                    <a:pt x="11983" y="13623"/>
                  </a:lnTo>
                  <a:lnTo>
                    <a:pt x="12059" y="13623"/>
                  </a:lnTo>
                  <a:lnTo>
                    <a:pt x="13284" y="13521"/>
                  </a:lnTo>
                  <a:lnTo>
                    <a:pt x="12185" y="14873"/>
                  </a:lnTo>
                  <a:lnTo>
                    <a:pt x="9344" y="15441"/>
                  </a:lnTo>
                  <a:lnTo>
                    <a:pt x="9155" y="15554"/>
                  </a:lnTo>
                  <a:lnTo>
                    <a:pt x="7185" y="18029"/>
                  </a:lnTo>
                  <a:lnTo>
                    <a:pt x="5771" y="20239"/>
                  </a:lnTo>
                  <a:lnTo>
                    <a:pt x="5733" y="20479"/>
                  </a:lnTo>
                  <a:lnTo>
                    <a:pt x="6288" y="22613"/>
                  </a:lnTo>
                  <a:lnTo>
                    <a:pt x="6364" y="22752"/>
                  </a:lnTo>
                  <a:lnTo>
                    <a:pt x="7576" y="24040"/>
                  </a:lnTo>
                  <a:lnTo>
                    <a:pt x="9243" y="25416"/>
                  </a:lnTo>
                  <a:cubicBezTo>
                    <a:pt x="8877" y="25909"/>
                    <a:pt x="8334" y="26679"/>
                    <a:pt x="8208" y="27032"/>
                  </a:cubicBezTo>
                  <a:cubicBezTo>
                    <a:pt x="7841" y="27386"/>
                    <a:pt x="4874" y="29091"/>
                    <a:pt x="2841" y="30214"/>
                  </a:cubicBezTo>
                  <a:lnTo>
                    <a:pt x="0" y="31629"/>
                  </a:lnTo>
                  <a:lnTo>
                    <a:pt x="189" y="32222"/>
                  </a:lnTo>
                  <a:lnTo>
                    <a:pt x="4533" y="31515"/>
                  </a:lnTo>
                  <a:lnTo>
                    <a:pt x="10430" y="29128"/>
                  </a:lnTo>
                  <a:lnTo>
                    <a:pt x="10556" y="29040"/>
                  </a:lnTo>
                  <a:lnTo>
                    <a:pt x="12804" y="26388"/>
                  </a:lnTo>
                  <a:lnTo>
                    <a:pt x="14748" y="24684"/>
                  </a:lnTo>
                  <a:lnTo>
                    <a:pt x="16087" y="23737"/>
                  </a:lnTo>
                  <a:lnTo>
                    <a:pt x="15241" y="25302"/>
                  </a:lnTo>
                  <a:lnTo>
                    <a:pt x="15582" y="25757"/>
                  </a:lnTo>
                  <a:lnTo>
                    <a:pt x="17488" y="25366"/>
                  </a:lnTo>
                  <a:cubicBezTo>
                    <a:pt x="19180" y="24861"/>
                    <a:pt x="19787" y="24595"/>
                    <a:pt x="20026" y="24431"/>
                  </a:cubicBezTo>
                  <a:cubicBezTo>
                    <a:pt x="20544" y="24595"/>
                    <a:pt x="22628" y="25757"/>
                    <a:pt x="24496" y="26868"/>
                  </a:cubicBezTo>
                  <a:lnTo>
                    <a:pt x="25936" y="29507"/>
                  </a:lnTo>
                  <a:lnTo>
                    <a:pt x="26618" y="33409"/>
                  </a:lnTo>
                  <a:lnTo>
                    <a:pt x="26012" y="36338"/>
                  </a:lnTo>
                  <a:lnTo>
                    <a:pt x="25456" y="38384"/>
                  </a:lnTo>
                  <a:lnTo>
                    <a:pt x="25469" y="38586"/>
                  </a:lnTo>
                  <a:lnTo>
                    <a:pt x="26264" y="40480"/>
                  </a:lnTo>
                  <a:lnTo>
                    <a:pt x="26858" y="40455"/>
                  </a:lnTo>
                  <a:lnTo>
                    <a:pt x="27767" y="37538"/>
                  </a:lnTo>
                  <a:lnTo>
                    <a:pt x="28373" y="37033"/>
                  </a:lnTo>
                  <a:lnTo>
                    <a:pt x="29004" y="40884"/>
                  </a:lnTo>
                  <a:lnTo>
                    <a:pt x="29888" y="43018"/>
                  </a:lnTo>
                  <a:lnTo>
                    <a:pt x="28360" y="42058"/>
                  </a:lnTo>
                  <a:lnTo>
                    <a:pt x="27893" y="42273"/>
                  </a:lnTo>
                  <a:lnTo>
                    <a:pt x="27653" y="43763"/>
                  </a:lnTo>
                  <a:lnTo>
                    <a:pt x="27678" y="43953"/>
                  </a:lnTo>
                  <a:lnTo>
                    <a:pt x="29383" y="47652"/>
                  </a:lnTo>
                  <a:lnTo>
                    <a:pt x="29156" y="50114"/>
                  </a:lnTo>
                  <a:lnTo>
                    <a:pt x="27918" y="52589"/>
                  </a:lnTo>
                  <a:lnTo>
                    <a:pt x="27413" y="57085"/>
                  </a:lnTo>
                  <a:lnTo>
                    <a:pt x="27729" y="61580"/>
                  </a:lnTo>
                  <a:lnTo>
                    <a:pt x="27779" y="61719"/>
                  </a:lnTo>
                  <a:lnTo>
                    <a:pt x="29522" y="64484"/>
                  </a:lnTo>
                  <a:lnTo>
                    <a:pt x="31252" y="65696"/>
                  </a:lnTo>
                  <a:lnTo>
                    <a:pt x="32464" y="69030"/>
                  </a:lnTo>
                  <a:lnTo>
                    <a:pt x="33891" y="74080"/>
                  </a:lnTo>
                  <a:lnTo>
                    <a:pt x="33967" y="74219"/>
                  </a:lnTo>
                  <a:lnTo>
                    <a:pt x="36505" y="76896"/>
                  </a:lnTo>
                  <a:lnTo>
                    <a:pt x="37048" y="76631"/>
                  </a:lnTo>
                  <a:lnTo>
                    <a:pt x="36467" y="73474"/>
                  </a:lnTo>
                  <a:lnTo>
                    <a:pt x="36404" y="73335"/>
                  </a:lnTo>
                  <a:lnTo>
                    <a:pt x="34964" y="71505"/>
                  </a:lnTo>
                  <a:lnTo>
                    <a:pt x="34484" y="68171"/>
                  </a:lnTo>
                  <a:lnTo>
                    <a:pt x="34484" y="68171"/>
                  </a:lnTo>
                  <a:lnTo>
                    <a:pt x="35166" y="68954"/>
                  </a:lnTo>
                  <a:lnTo>
                    <a:pt x="36012" y="72098"/>
                  </a:lnTo>
                  <a:lnTo>
                    <a:pt x="36101" y="72237"/>
                  </a:lnTo>
                  <a:lnTo>
                    <a:pt x="38273" y="74295"/>
                  </a:lnTo>
                  <a:lnTo>
                    <a:pt x="40268" y="77730"/>
                  </a:lnTo>
                  <a:lnTo>
                    <a:pt x="40419" y="79939"/>
                  </a:lnTo>
                  <a:lnTo>
                    <a:pt x="40508" y="80141"/>
                  </a:lnTo>
                  <a:lnTo>
                    <a:pt x="42162" y="81947"/>
                  </a:lnTo>
                  <a:lnTo>
                    <a:pt x="42301" y="82035"/>
                  </a:lnTo>
                  <a:lnTo>
                    <a:pt x="46202" y="83197"/>
                  </a:lnTo>
                  <a:lnTo>
                    <a:pt x="49043" y="84700"/>
                  </a:lnTo>
                  <a:lnTo>
                    <a:pt x="49359" y="84687"/>
                  </a:lnTo>
                  <a:lnTo>
                    <a:pt x="50028" y="84245"/>
                  </a:lnTo>
                  <a:lnTo>
                    <a:pt x="52453" y="86165"/>
                  </a:lnTo>
                  <a:lnTo>
                    <a:pt x="52592" y="86228"/>
                  </a:lnTo>
                  <a:lnTo>
                    <a:pt x="55407" y="86834"/>
                  </a:lnTo>
                  <a:lnTo>
                    <a:pt x="58716" y="90546"/>
                  </a:lnTo>
                  <a:lnTo>
                    <a:pt x="61330" y="91960"/>
                  </a:lnTo>
                  <a:lnTo>
                    <a:pt x="61683" y="91910"/>
                  </a:lnTo>
                  <a:lnTo>
                    <a:pt x="62706" y="91013"/>
                  </a:lnTo>
                  <a:lnTo>
                    <a:pt x="63994" y="92491"/>
                  </a:lnTo>
                  <a:lnTo>
                    <a:pt x="63691" y="95723"/>
                  </a:lnTo>
                  <a:lnTo>
                    <a:pt x="62251" y="97466"/>
                  </a:lnTo>
                  <a:lnTo>
                    <a:pt x="61405" y="99840"/>
                  </a:lnTo>
                  <a:lnTo>
                    <a:pt x="61165" y="102074"/>
                  </a:lnTo>
                  <a:lnTo>
                    <a:pt x="60711" y="103224"/>
                  </a:lnTo>
                  <a:lnTo>
                    <a:pt x="60774" y="103552"/>
                  </a:lnTo>
                  <a:lnTo>
                    <a:pt x="63186" y="106115"/>
                  </a:lnTo>
                  <a:lnTo>
                    <a:pt x="65320" y="109335"/>
                  </a:lnTo>
                  <a:lnTo>
                    <a:pt x="67441" y="112656"/>
                  </a:lnTo>
                  <a:lnTo>
                    <a:pt x="67555" y="112757"/>
                  </a:lnTo>
                  <a:lnTo>
                    <a:pt x="69461" y="113818"/>
                  </a:lnTo>
                  <a:lnTo>
                    <a:pt x="70623" y="115421"/>
                  </a:lnTo>
                  <a:lnTo>
                    <a:pt x="71090" y="120055"/>
                  </a:lnTo>
                  <a:lnTo>
                    <a:pt x="71330" y="123881"/>
                  </a:lnTo>
                  <a:lnTo>
                    <a:pt x="71090" y="127871"/>
                  </a:lnTo>
                  <a:lnTo>
                    <a:pt x="71254" y="129866"/>
                  </a:lnTo>
                  <a:lnTo>
                    <a:pt x="70472" y="132973"/>
                  </a:lnTo>
                  <a:lnTo>
                    <a:pt x="70383" y="135511"/>
                  </a:lnTo>
                  <a:lnTo>
                    <a:pt x="70623" y="138516"/>
                  </a:lnTo>
                  <a:lnTo>
                    <a:pt x="70749" y="138743"/>
                  </a:lnTo>
                  <a:lnTo>
                    <a:pt x="71886" y="139539"/>
                  </a:lnTo>
                  <a:lnTo>
                    <a:pt x="70168" y="143491"/>
                  </a:lnTo>
                  <a:lnTo>
                    <a:pt x="70194" y="143794"/>
                  </a:lnTo>
                  <a:lnTo>
                    <a:pt x="71507" y="145789"/>
                  </a:lnTo>
                  <a:lnTo>
                    <a:pt x="71823" y="147582"/>
                  </a:lnTo>
                  <a:lnTo>
                    <a:pt x="73035" y="151370"/>
                  </a:lnTo>
                  <a:lnTo>
                    <a:pt x="75409" y="154805"/>
                  </a:lnTo>
                  <a:lnTo>
                    <a:pt x="77227" y="156030"/>
                  </a:lnTo>
                  <a:lnTo>
                    <a:pt x="77391" y="156080"/>
                  </a:lnTo>
                  <a:lnTo>
                    <a:pt x="80396" y="156080"/>
                  </a:lnTo>
                  <a:lnTo>
                    <a:pt x="80624" y="155966"/>
                  </a:lnTo>
                  <a:lnTo>
                    <a:pt x="81886" y="154476"/>
                  </a:lnTo>
                  <a:lnTo>
                    <a:pt x="81798" y="153984"/>
                  </a:lnTo>
                  <a:lnTo>
                    <a:pt x="78666" y="152305"/>
                  </a:lnTo>
                  <a:lnTo>
                    <a:pt x="77530" y="149501"/>
                  </a:lnTo>
                  <a:lnTo>
                    <a:pt x="77353" y="149325"/>
                  </a:lnTo>
                  <a:cubicBezTo>
                    <a:pt x="77176" y="149249"/>
                    <a:pt x="77038" y="149097"/>
                    <a:pt x="76974" y="148908"/>
                  </a:cubicBezTo>
                  <a:cubicBezTo>
                    <a:pt x="76911" y="148643"/>
                    <a:pt x="77063" y="148289"/>
                    <a:pt x="77391" y="147885"/>
                  </a:cubicBezTo>
                  <a:cubicBezTo>
                    <a:pt x="78363" y="146723"/>
                    <a:pt x="78591" y="146458"/>
                    <a:pt x="78641" y="146332"/>
                  </a:cubicBezTo>
                  <a:lnTo>
                    <a:pt x="78957" y="145309"/>
                  </a:lnTo>
                  <a:lnTo>
                    <a:pt x="78831" y="144956"/>
                  </a:lnTo>
                  <a:lnTo>
                    <a:pt x="77404" y="143933"/>
                  </a:lnTo>
                  <a:lnTo>
                    <a:pt x="78111" y="142582"/>
                  </a:lnTo>
                  <a:lnTo>
                    <a:pt x="78831" y="142077"/>
                  </a:lnTo>
                  <a:lnTo>
                    <a:pt x="78957" y="141862"/>
                  </a:lnTo>
                  <a:lnTo>
                    <a:pt x="79361" y="139652"/>
                  </a:lnTo>
                  <a:lnTo>
                    <a:pt x="79336" y="139476"/>
                  </a:lnTo>
                  <a:lnTo>
                    <a:pt x="78818" y="138289"/>
                  </a:lnTo>
                  <a:lnTo>
                    <a:pt x="78869" y="137582"/>
                  </a:lnTo>
                  <a:lnTo>
                    <a:pt x="79954" y="137708"/>
                  </a:lnTo>
                  <a:lnTo>
                    <a:pt x="80308" y="137417"/>
                  </a:lnTo>
                  <a:lnTo>
                    <a:pt x="80384" y="135814"/>
                  </a:lnTo>
                  <a:lnTo>
                    <a:pt x="80384" y="135498"/>
                  </a:lnTo>
                  <a:lnTo>
                    <a:pt x="82038" y="135018"/>
                  </a:lnTo>
                  <a:lnTo>
                    <a:pt x="83932" y="134551"/>
                  </a:lnTo>
                  <a:lnTo>
                    <a:pt x="84172" y="134235"/>
                  </a:lnTo>
                  <a:lnTo>
                    <a:pt x="84172" y="132076"/>
                  </a:lnTo>
                  <a:lnTo>
                    <a:pt x="84020" y="130826"/>
                  </a:lnTo>
                  <a:lnTo>
                    <a:pt x="83970" y="130283"/>
                  </a:lnTo>
                  <a:lnTo>
                    <a:pt x="86243" y="130675"/>
                  </a:lnTo>
                  <a:lnTo>
                    <a:pt x="86521" y="130586"/>
                  </a:lnTo>
                  <a:lnTo>
                    <a:pt x="88137" y="129008"/>
                  </a:lnTo>
                  <a:lnTo>
                    <a:pt x="89614" y="126520"/>
                  </a:lnTo>
                  <a:lnTo>
                    <a:pt x="90965" y="124551"/>
                  </a:lnTo>
                  <a:lnTo>
                    <a:pt x="91470" y="121798"/>
                  </a:lnTo>
                  <a:lnTo>
                    <a:pt x="93857" y="120156"/>
                  </a:lnTo>
                  <a:lnTo>
                    <a:pt x="96546" y="118742"/>
                  </a:lnTo>
                  <a:lnTo>
                    <a:pt x="97897" y="117947"/>
                  </a:lnTo>
                  <a:lnTo>
                    <a:pt x="98049" y="117719"/>
                  </a:lnTo>
                  <a:lnTo>
                    <a:pt x="98592" y="113982"/>
                  </a:lnTo>
                  <a:lnTo>
                    <a:pt x="99463" y="110800"/>
                  </a:lnTo>
                  <a:lnTo>
                    <a:pt x="99842" y="108906"/>
                  </a:lnTo>
                  <a:lnTo>
                    <a:pt x="101648" y="106645"/>
                  </a:lnTo>
                  <a:lnTo>
                    <a:pt x="102746" y="104676"/>
                  </a:lnTo>
                  <a:lnTo>
                    <a:pt x="102746" y="104373"/>
                  </a:lnTo>
                  <a:lnTo>
                    <a:pt x="101799" y="102617"/>
                  </a:lnTo>
                  <a:cubicBezTo>
                    <a:pt x="101824" y="102352"/>
                    <a:pt x="101774" y="102125"/>
                    <a:pt x="98882" y="100989"/>
                  </a:cubicBezTo>
                  <a:lnTo>
                    <a:pt x="95650" y="99726"/>
                  </a:lnTo>
                  <a:lnTo>
                    <a:pt x="93718" y="99410"/>
                  </a:lnTo>
                  <a:lnTo>
                    <a:pt x="91710" y="98627"/>
                  </a:lnTo>
                  <a:lnTo>
                    <a:pt x="89551" y="97731"/>
                  </a:lnTo>
                  <a:lnTo>
                    <a:pt x="88415" y="95092"/>
                  </a:lnTo>
                  <a:lnTo>
                    <a:pt x="86887" y="92907"/>
                  </a:lnTo>
                  <a:lnTo>
                    <a:pt x="86735" y="92794"/>
                  </a:lnTo>
                  <a:lnTo>
                    <a:pt x="83338" y="91682"/>
                  </a:lnTo>
                  <a:lnTo>
                    <a:pt x="81179" y="91455"/>
                  </a:lnTo>
                  <a:lnTo>
                    <a:pt x="78970" y="89321"/>
                  </a:lnTo>
                  <a:lnTo>
                    <a:pt x="76861" y="88084"/>
                  </a:lnTo>
                  <a:lnTo>
                    <a:pt x="74335" y="87819"/>
                  </a:lnTo>
                  <a:lnTo>
                    <a:pt x="71810" y="87187"/>
                  </a:lnTo>
                  <a:lnTo>
                    <a:pt x="71722" y="87175"/>
                  </a:lnTo>
                  <a:lnTo>
                    <a:pt x="68881" y="87263"/>
                  </a:lnTo>
                  <a:lnTo>
                    <a:pt x="68792" y="87276"/>
                  </a:lnTo>
                  <a:cubicBezTo>
                    <a:pt x="65395" y="88273"/>
                    <a:pt x="65320" y="88576"/>
                    <a:pt x="65269" y="88753"/>
                  </a:cubicBezTo>
                  <a:cubicBezTo>
                    <a:pt x="65219" y="88942"/>
                    <a:pt x="65029" y="89523"/>
                    <a:pt x="64878" y="89965"/>
                  </a:cubicBezTo>
                  <a:lnTo>
                    <a:pt x="63640" y="88993"/>
                  </a:lnTo>
                  <a:lnTo>
                    <a:pt x="63350" y="88930"/>
                  </a:lnTo>
                  <a:lnTo>
                    <a:pt x="61734" y="89448"/>
                  </a:lnTo>
                  <a:lnTo>
                    <a:pt x="60218" y="88690"/>
                  </a:lnTo>
                  <a:lnTo>
                    <a:pt x="59057" y="86303"/>
                  </a:lnTo>
                  <a:lnTo>
                    <a:pt x="59802" y="84384"/>
                  </a:lnTo>
                  <a:lnTo>
                    <a:pt x="59600" y="83967"/>
                  </a:lnTo>
                  <a:lnTo>
                    <a:pt x="57655" y="83311"/>
                  </a:lnTo>
                  <a:lnTo>
                    <a:pt x="55521" y="83046"/>
                  </a:lnTo>
                  <a:lnTo>
                    <a:pt x="56077" y="81480"/>
                  </a:lnTo>
                  <a:lnTo>
                    <a:pt x="56796" y="80104"/>
                  </a:lnTo>
                  <a:lnTo>
                    <a:pt x="56986" y="78853"/>
                  </a:lnTo>
                  <a:lnTo>
                    <a:pt x="56670" y="78500"/>
                  </a:lnTo>
                  <a:lnTo>
                    <a:pt x="53905" y="78500"/>
                  </a:lnTo>
                  <a:lnTo>
                    <a:pt x="53640" y="78651"/>
                  </a:lnTo>
                  <a:lnTo>
                    <a:pt x="52516" y="80533"/>
                  </a:lnTo>
                  <a:lnTo>
                    <a:pt x="50155" y="81366"/>
                  </a:lnTo>
                  <a:lnTo>
                    <a:pt x="48374" y="78942"/>
                  </a:lnTo>
                  <a:lnTo>
                    <a:pt x="47995" y="75495"/>
                  </a:lnTo>
                  <a:lnTo>
                    <a:pt x="48816" y="72717"/>
                  </a:lnTo>
                  <a:lnTo>
                    <a:pt x="51443" y="70772"/>
                  </a:lnTo>
                  <a:lnTo>
                    <a:pt x="54132" y="70393"/>
                  </a:lnTo>
                  <a:lnTo>
                    <a:pt x="55370" y="71416"/>
                  </a:lnTo>
                  <a:lnTo>
                    <a:pt x="55849" y="71315"/>
                  </a:lnTo>
                  <a:lnTo>
                    <a:pt x="56392" y="70305"/>
                  </a:lnTo>
                  <a:lnTo>
                    <a:pt x="58286" y="70305"/>
                  </a:lnTo>
                  <a:lnTo>
                    <a:pt x="60799" y="71088"/>
                  </a:lnTo>
                  <a:lnTo>
                    <a:pt x="61014" y="72856"/>
                  </a:lnTo>
                  <a:lnTo>
                    <a:pt x="61064" y="72995"/>
                  </a:lnTo>
                  <a:lnTo>
                    <a:pt x="62403" y="75040"/>
                  </a:lnTo>
                  <a:lnTo>
                    <a:pt x="62971" y="74926"/>
                  </a:lnTo>
                  <a:lnTo>
                    <a:pt x="63363" y="72843"/>
                  </a:lnTo>
                  <a:lnTo>
                    <a:pt x="63363" y="72767"/>
                  </a:lnTo>
                  <a:lnTo>
                    <a:pt x="63211" y="69131"/>
                  </a:lnTo>
                  <a:lnTo>
                    <a:pt x="64158" y="67376"/>
                  </a:lnTo>
                  <a:lnTo>
                    <a:pt x="67087" y="65355"/>
                  </a:lnTo>
                  <a:lnTo>
                    <a:pt x="68704" y="62691"/>
                  </a:lnTo>
                  <a:lnTo>
                    <a:pt x="69461" y="60721"/>
                  </a:lnTo>
                  <a:lnTo>
                    <a:pt x="71924" y="58322"/>
                  </a:lnTo>
                  <a:lnTo>
                    <a:pt x="73452" y="58322"/>
                  </a:lnTo>
                  <a:lnTo>
                    <a:pt x="73755" y="58107"/>
                  </a:lnTo>
                  <a:lnTo>
                    <a:pt x="74575" y="55923"/>
                  </a:lnTo>
                  <a:lnTo>
                    <a:pt x="76747" y="54496"/>
                  </a:lnTo>
                  <a:lnTo>
                    <a:pt x="77682" y="55961"/>
                  </a:lnTo>
                  <a:lnTo>
                    <a:pt x="78124" y="56062"/>
                  </a:lnTo>
                  <a:lnTo>
                    <a:pt x="80119" y="54786"/>
                  </a:lnTo>
                  <a:lnTo>
                    <a:pt x="83591" y="53347"/>
                  </a:lnTo>
                  <a:lnTo>
                    <a:pt x="83705" y="52855"/>
                  </a:lnTo>
                  <a:lnTo>
                    <a:pt x="82909" y="51983"/>
                  </a:lnTo>
                  <a:lnTo>
                    <a:pt x="82657" y="51870"/>
                  </a:lnTo>
                  <a:lnTo>
                    <a:pt x="79715" y="52084"/>
                  </a:lnTo>
                  <a:lnTo>
                    <a:pt x="79134" y="50771"/>
                  </a:lnTo>
                  <a:lnTo>
                    <a:pt x="79134" y="49496"/>
                  </a:lnTo>
                  <a:lnTo>
                    <a:pt x="78970" y="49218"/>
                  </a:lnTo>
                  <a:lnTo>
                    <a:pt x="78528" y="48978"/>
                  </a:lnTo>
                  <a:lnTo>
                    <a:pt x="78742" y="48864"/>
                  </a:lnTo>
                  <a:lnTo>
                    <a:pt x="81002" y="48864"/>
                  </a:lnTo>
                  <a:lnTo>
                    <a:pt x="83212" y="49029"/>
                  </a:lnTo>
                  <a:lnTo>
                    <a:pt x="83389" y="48991"/>
                  </a:lnTo>
                  <a:lnTo>
                    <a:pt x="86028" y="47463"/>
                  </a:lnTo>
                  <a:cubicBezTo>
                    <a:pt x="87973" y="46023"/>
                    <a:pt x="88048" y="45910"/>
                    <a:pt x="88074" y="45847"/>
                  </a:cubicBezTo>
                  <a:cubicBezTo>
                    <a:pt x="88213" y="45657"/>
                    <a:pt x="88263" y="45569"/>
                    <a:pt x="86432" y="42362"/>
                  </a:cubicBezTo>
                  <a:lnTo>
                    <a:pt x="84399" y="40455"/>
                  </a:lnTo>
                  <a:lnTo>
                    <a:pt x="84033" y="38435"/>
                  </a:lnTo>
                  <a:lnTo>
                    <a:pt x="83553" y="34103"/>
                  </a:lnTo>
                  <a:lnTo>
                    <a:pt x="83010" y="33927"/>
                  </a:lnTo>
                  <a:lnTo>
                    <a:pt x="81078" y="36086"/>
                  </a:lnTo>
                  <a:lnTo>
                    <a:pt x="79576" y="35758"/>
                  </a:lnTo>
                  <a:lnTo>
                    <a:pt x="79310" y="34028"/>
                  </a:lnTo>
                  <a:lnTo>
                    <a:pt x="80055" y="32677"/>
                  </a:lnTo>
                  <a:lnTo>
                    <a:pt x="79866" y="32222"/>
                  </a:lnTo>
                  <a:lnTo>
                    <a:pt x="78212" y="31755"/>
                  </a:lnTo>
                  <a:lnTo>
                    <a:pt x="77164" y="30669"/>
                  </a:lnTo>
                  <a:lnTo>
                    <a:pt x="76937" y="30568"/>
                  </a:lnTo>
                  <a:lnTo>
                    <a:pt x="74070" y="30568"/>
                  </a:lnTo>
                  <a:lnTo>
                    <a:pt x="73199" y="30656"/>
                  </a:lnTo>
                  <a:lnTo>
                    <a:pt x="72921" y="30959"/>
                  </a:lnTo>
                  <a:lnTo>
                    <a:pt x="72845" y="33674"/>
                  </a:lnTo>
                  <a:lnTo>
                    <a:pt x="71583" y="35013"/>
                  </a:lnTo>
                  <a:lnTo>
                    <a:pt x="71545" y="35391"/>
                  </a:lnTo>
                  <a:lnTo>
                    <a:pt x="72290" y="36566"/>
                  </a:lnTo>
                  <a:lnTo>
                    <a:pt x="72492" y="38662"/>
                  </a:lnTo>
                  <a:lnTo>
                    <a:pt x="70535" y="40316"/>
                  </a:lnTo>
                  <a:lnTo>
                    <a:pt x="68615" y="40998"/>
                  </a:lnTo>
                  <a:lnTo>
                    <a:pt x="68401" y="41288"/>
                  </a:lnTo>
                  <a:lnTo>
                    <a:pt x="68401" y="44256"/>
                  </a:lnTo>
                  <a:lnTo>
                    <a:pt x="67555" y="44685"/>
                  </a:lnTo>
                  <a:lnTo>
                    <a:pt x="66380" y="43195"/>
                  </a:lnTo>
                  <a:lnTo>
                    <a:pt x="66974" y="40581"/>
                  </a:lnTo>
                  <a:lnTo>
                    <a:pt x="66822" y="40228"/>
                  </a:lnTo>
                  <a:lnTo>
                    <a:pt x="64676" y="39142"/>
                  </a:lnTo>
                  <a:lnTo>
                    <a:pt x="62453" y="37816"/>
                  </a:lnTo>
                  <a:lnTo>
                    <a:pt x="61443" y="36957"/>
                  </a:lnTo>
                  <a:lnTo>
                    <a:pt x="61241" y="36881"/>
                  </a:lnTo>
                  <a:lnTo>
                    <a:pt x="60509" y="36881"/>
                  </a:lnTo>
                  <a:lnTo>
                    <a:pt x="60307" y="34444"/>
                  </a:lnTo>
                  <a:lnTo>
                    <a:pt x="60686" y="32083"/>
                  </a:lnTo>
                  <a:lnTo>
                    <a:pt x="61456" y="30252"/>
                  </a:lnTo>
                  <a:cubicBezTo>
                    <a:pt x="61974" y="30050"/>
                    <a:pt x="62479" y="29823"/>
                    <a:pt x="62971" y="29558"/>
                  </a:cubicBezTo>
                  <a:cubicBezTo>
                    <a:pt x="63413" y="29330"/>
                    <a:pt x="63640" y="29229"/>
                    <a:pt x="63754" y="29179"/>
                  </a:cubicBezTo>
                  <a:cubicBezTo>
                    <a:pt x="63761" y="29180"/>
                    <a:pt x="63768" y="29180"/>
                    <a:pt x="63775" y="29180"/>
                  </a:cubicBezTo>
                  <a:cubicBezTo>
                    <a:pt x="63887" y="29180"/>
                    <a:pt x="64048" y="29086"/>
                    <a:pt x="64499" y="28813"/>
                  </a:cubicBezTo>
                  <a:lnTo>
                    <a:pt x="65029" y="28497"/>
                  </a:lnTo>
                  <a:cubicBezTo>
                    <a:pt x="66469" y="27638"/>
                    <a:pt x="66999" y="27323"/>
                    <a:pt x="67201" y="27171"/>
                  </a:cubicBezTo>
                  <a:lnTo>
                    <a:pt x="67214" y="27184"/>
                  </a:lnTo>
                  <a:lnTo>
                    <a:pt x="68792" y="25681"/>
                  </a:lnTo>
                  <a:lnTo>
                    <a:pt x="69992" y="24456"/>
                  </a:lnTo>
                  <a:lnTo>
                    <a:pt x="70737" y="24267"/>
                  </a:lnTo>
                  <a:lnTo>
                    <a:pt x="74083" y="24267"/>
                  </a:lnTo>
                  <a:lnTo>
                    <a:pt x="74399" y="23977"/>
                  </a:lnTo>
                  <a:lnTo>
                    <a:pt x="74550" y="21994"/>
                  </a:lnTo>
                  <a:lnTo>
                    <a:pt x="75548" y="20252"/>
                  </a:lnTo>
                  <a:lnTo>
                    <a:pt x="75573" y="20012"/>
                  </a:lnTo>
                  <a:lnTo>
                    <a:pt x="75106" y="18269"/>
                  </a:lnTo>
                  <a:lnTo>
                    <a:pt x="75005" y="18118"/>
                  </a:lnTo>
                  <a:lnTo>
                    <a:pt x="73363" y="16741"/>
                  </a:lnTo>
                  <a:lnTo>
                    <a:pt x="72883" y="16830"/>
                  </a:lnTo>
                  <a:lnTo>
                    <a:pt x="71873" y="18800"/>
                  </a:lnTo>
                  <a:lnTo>
                    <a:pt x="70320" y="19999"/>
                  </a:lnTo>
                  <a:lnTo>
                    <a:pt x="69676" y="20441"/>
                  </a:lnTo>
                  <a:lnTo>
                    <a:pt x="69676" y="18623"/>
                  </a:lnTo>
                  <a:lnTo>
                    <a:pt x="69929" y="17385"/>
                  </a:lnTo>
                  <a:lnTo>
                    <a:pt x="69411" y="17082"/>
                  </a:lnTo>
                  <a:lnTo>
                    <a:pt x="68691" y="17739"/>
                  </a:lnTo>
                  <a:lnTo>
                    <a:pt x="67896" y="15959"/>
                  </a:lnTo>
                  <a:lnTo>
                    <a:pt x="68918" y="14860"/>
                  </a:lnTo>
                  <a:lnTo>
                    <a:pt x="71002" y="10403"/>
                  </a:lnTo>
                  <a:lnTo>
                    <a:pt x="71873" y="10049"/>
                  </a:lnTo>
                  <a:lnTo>
                    <a:pt x="73767" y="8332"/>
                  </a:lnTo>
                  <a:lnTo>
                    <a:pt x="73691" y="7827"/>
                  </a:lnTo>
                  <a:lnTo>
                    <a:pt x="72896" y="7410"/>
                  </a:lnTo>
                  <a:lnTo>
                    <a:pt x="71785" y="7233"/>
                  </a:lnTo>
                  <a:lnTo>
                    <a:pt x="69373" y="7233"/>
                  </a:lnTo>
                  <a:lnTo>
                    <a:pt x="69057" y="7549"/>
                  </a:lnTo>
                  <a:lnTo>
                    <a:pt x="69057" y="9658"/>
                  </a:lnTo>
                  <a:lnTo>
                    <a:pt x="67037" y="12284"/>
                  </a:lnTo>
                  <a:lnTo>
                    <a:pt x="65294" y="14986"/>
                  </a:lnTo>
                  <a:lnTo>
                    <a:pt x="65294" y="15340"/>
                  </a:lnTo>
                  <a:lnTo>
                    <a:pt x="66077" y="16476"/>
                  </a:lnTo>
                  <a:lnTo>
                    <a:pt x="65762" y="18623"/>
                  </a:lnTo>
                  <a:lnTo>
                    <a:pt x="63375" y="19885"/>
                  </a:lnTo>
                  <a:lnTo>
                    <a:pt x="63375" y="18585"/>
                  </a:lnTo>
                  <a:lnTo>
                    <a:pt x="63085" y="18269"/>
                  </a:lnTo>
                  <a:lnTo>
                    <a:pt x="61342" y="18118"/>
                  </a:lnTo>
                  <a:lnTo>
                    <a:pt x="61128" y="18181"/>
                  </a:lnTo>
                  <a:lnTo>
                    <a:pt x="59890" y="19153"/>
                  </a:lnTo>
                  <a:lnTo>
                    <a:pt x="58223" y="16830"/>
                  </a:lnTo>
                  <a:lnTo>
                    <a:pt x="57971" y="16703"/>
                  </a:lnTo>
                  <a:lnTo>
                    <a:pt x="55799" y="16703"/>
                  </a:lnTo>
                  <a:lnTo>
                    <a:pt x="55521" y="16868"/>
                  </a:lnTo>
                  <a:lnTo>
                    <a:pt x="54827" y="18168"/>
                  </a:lnTo>
                  <a:lnTo>
                    <a:pt x="54435" y="18736"/>
                  </a:lnTo>
                  <a:lnTo>
                    <a:pt x="53652" y="16969"/>
                  </a:lnTo>
                  <a:lnTo>
                    <a:pt x="53261" y="16792"/>
                  </a:lnTo>
                  <a:cubicBezTo>
                    <a:pt x="53061" y="16867"/>
                    <a:pt x="52586" y="16997"/>
                    <a:pt x="52167" y="16997"/>
                  </a:cubicBezTo>
                  <a:cubicBezTo>
                    <a:pt x="51950" y="16997"/>
                    <a:pt x="51749" y="16962"/>
                    <a:pt x="51607" y="16868"/>
                  </a:cubicBezTo>
                  <a:cubicBezTo>
                    <a:pt x="51455" y="16767"/>
                    <a:pt x="51379" y="16590"/>
                    <a:pt x="51392" y="16426"/>
                  </a:cubicBezTo>
                  <a:cubicBezTo>
                    <a:pt x="51316" y="15112"/>
                    <a:pt x="51316" y="14986"/>
                    <a:pt x="51316" y="14974"/>
                  </a:cubicBezTo>
                  <a:lnTo>
                    <a:pt x="51215" y="14746"/>
                  </a:lnTo>
                  <a:lnTo>
                    <a:pt x="47945" y="11716"/>
                  </a:lnTo>
                  <a:lnTo>
                    <a:pt x="46922" y="11009"/>
                  </a:lnTo>
                  <a:lnTo>
                    <a:pt x="46682" y="10958"/>
                  </a:lnTo>
                  <a:lnTo>
                    <a:pt x="45142" y="11223"/>
                  </a:lnTo>
                  <a:lnTo>
                    <a:pt x="44435" y="9077"/>
                  </a:lnTo>
                  <a:lnTo>
                    <a:pt x="44233" y="8875"/>
                  </a:lnTo>
                  <a:lnTo>
                    <a:pt x="42806" y="8433"/>
                  </a:lnTo>
                  <a:lnTo>
                    <a:pt x="42679" y="8420"/>
                  </a:lnTo>
                  <a:lnTo>
                    <a:pt x="39182" y="8862"/>
                  </a:lnTo>
                  <a:lnTo>
                    <a:pt x="37262" y="8445"/>
                  </a:lnTo>
                  <a:lnTo>
                    <a:pt x="34649" y="6210"/>
                  </a:lnTo>
                  <a:lnTo>
                    <a:pt x="31075" y="4506"/>
                  </a:lnTo>
                  <a:lnTo>
                    <a:pt x="28499" y="2031"/>
                  </a:lnTo>
                  <a:lnTo>
                    <a:pt x="26365" y="263"/>
                  </a:lnTo>
                  <a:lnTo>
                    <a:pt x="26100" y="187"/>
                  </a:lnTo>
                  <a:lnTo>
                    <a:pt x="23524" y="756"/>
                  </a:lnTo>
                  <a:cubicBezTo>
                    <a:pt x="23360" y="465"/>
                    <a:pt x="23120" y="238"/>
                    <a:pt x="22817" y="124"/>
                  </a:cubicBezTo>
                  <a:cubicBezTo>
                    <a:pt x="22620" y="41"/>
                    <a:pt x="22402" y="0"/>
                    <a:pt x="2216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2" name="Google Shape;4492;p56"/>
            <p:cNvSpPr/>
            <p:nvPr/>
          </p:nvSpPr>
          <p:spPr>
            <a:xfrm>
              <a:off x="1940550" y="1654925"/>
              <a:ext cx="124725" cy="149650"/>
            </a:xfrm>
            <a:custGeom>
              <a:avLst/>
              <a:gdLst/>
              <a:ahLst/>
              <a:cxnLst/>
              <a:rect l="l" t="t" r="r" b="b"/>
              <a:pathLst>
                <a:path w="4989" h="5986" extrusionOk="0">
                  <a:moveTo>
                    <a:pt x="2425" y="0"/>
                  </a:moveTo>
                  <a:lnTo>
                    <a:pt x="1023" y="1200"/>
                  </a:lnTo>
                  <a:lnTo>
                    <a:pt x="1" y="3851"/>
                  </a:lnTo>
                  <a:lnTo>
                    <a:pt x="1" y="5985"/>
                  </a:lnTo>
                  <a:lnTo>
                    <a:pt x="2362" y="4104"/>
                  </a:lnTo>
                  <a:lnTo>
                    <a:pt x="3511" y="4887"/>
                  </a:lnTo>
                  <a:lnTo>
                    <a:pt x="4988" y="4419"/>
                  </a:lnTo>
                  <a:lnTo>
                    <a:pt x="3271" y="2210"/>
                  </a:lnTo>
                  <a:lnTo>
                    <a:pt x="242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3" name="Google Shape;4493;p56"/>
            <p:cNvSpPr/>
            <p:nvPr/>
          </p:nvSpPr>
          <p:spPr>
            <a:xfrm>
              <a:off x="1932650" y="1641650"/>
              <a:ext cx="145575" cy="179325"/>
            </a:xfrm>
            <a:custGeom>
              <a:avLst/>
              <a:gdLst/>
              <a:ahLst/>
              <a:cxnLst/>
              <a:rect l="l" t="t" r="r" b="b"/>
              <a:pathLst>
                <a:path w="5823" h="7173" extrusionOk="0">
                  <a:moveTo>
                    <a:pt x="2602" y="1049"/>
                  </a:moveTo>
                  <a:lnTo>
                    <a:pt x="3297" y="2842"/>
                  </a:lnTo>
                  <a:lnTo>
                    <a:pt x="4774" y="4774"/>
                  </a:lnTo>
                  <a:lnTo>
                    <a:pt x="3877" y="5064"/>
                  </a:lnTo>
                  <a:lnTo>
                    <a:pt x="2665" y="4231"/>
                  </a:lnTo>
                  <a:lnTo>
                    <a:pt x="632" y="5860"/>
                  </a:lnTo>
                  <a:lnTo>
                    <a:pt x="632" y="4433"/>
                  </a:lnTo>
                  <a:lnTo>
                    <a:pt x="1605" y="1907"/>
                  </a:lnTo>
                  <a:lnTo>
                    <a:pt x="2602" y="1049"/>
                  </a:lnTo>
                  <a:close/>
                  <a:moveTo>
                    <a:pt x="2880" y="1"/>
                  </a:moveTo>
                  <a:lnTo>
                    <a:pt x="1074" y="1541"/>
                  </a:lnTo>
                  <a:lnTo>
                    <a:pt x="26" y="4269"/>
                  </a:lnTo>
                  <a:lnTo>
                    <a:pt x="1" y="7173"/>
                  </a:lnTo>
                  <a:lnTo>
                    <a:pt x="1" y="7173"/>
                  </a:lnTo>
                  <a:lnTo>
                    <a:pt x="2703" y="5026"/>
                  </a:lnTo>
                  <a:lnTo>
                    <a:pt x="3776" y="5771"/>
                  </a:lnTo>
                  <a:lnTo>
                    <a:pt x="5822" y="5102"/>
                  </a:lnTo>
                  <a:lnTo>
                    <a:pt x="3865" y="2577"/>
                  </a:lnTo>
                  <a:lnTo>
                    <a:pt x="28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4" name="Google Shape;4494;p56"/>
            <p:cNvSpPr/>
            <p:nvPr/>
          </p:nvSpPr>
          <p:spPr>
            <a:xfrm>
              <a:off x="2019475" y="1292525"/>
              <a:ext cx="410075" cy="583375"/>
            </a:xfrm>
            <a:custGeom>
              <a:avLst/>
              <a:gdLst/>
              <a:ahLst/>
              <a:cxnLst/>
              <a:rect l="l" t="t" r="r" b="b"/>
              <a:pathLst>
                <a:path w="16403" h="23335" extrusionOk="0">
                  <a:moveTo>
                    <a:pt x="4129" y="0"/>
                  </a:moveTo>
                  <a:lnTo>
                    <a:pt x="1213" y="2122"/>
                  </a:lnTo>
                  <a:lnTo>
                    <a:pt x="0" y="4407"/>
                  </a:lnTo>
                  <a:lnTo>
                    <a:pt x="0" y="7248"/>
                  </a:lnTo>
                  <a:lnTo>
                    <a:pt x="2122" y="6857"/>
                  </a:lnTo>
                  <a:lnTo>
                    <a:pt x="4571" y="8347"/>
                  </a:lnTo>
                  <a:lnTo>
                    <a:pt x="6541" y="8827"/>
                  </a:lnTo>
                  <a:lnTo>
                    <a:pt x="7210" y="7576"/>
                  </a:lnTo>
                  <a:lnTo>
                    <a:pt x="8170" y="11339"/>
                  </a:lnTo>
                  <a:lnTo>
                    <a:pt x="9521" y="12842"/>
                  </a:lnTo>
                  <a:lnTo>
                    <a:pt x="8258" y="15052"/>
                  </a:lnTo>
                  <a:cubicBezTo>
                    <a:pt x="8258" y="15052"/>
                    <a:pt x="8978" y="16314"/>
                    <a:pt x="6996" y="16706"/>
                  </a:cubicBezTo>
                  <a:cubicBezTo>
                    <a:pt x="5026" y="17097"/>
                    <a:pt x="6364" y="16946"/>
                    <a:pt x="5026" y="17097"/>
                  </a:cubicBezTo>
                  <a:cubicBezTo>
                    <a:pt x="3688" y="17261"/>
                    <a:pt x="3688" y="17539"/>
                    <a:pt x="3688" y="17539"/>
                  </a:cubicBezTo>
                  <a:lnTo>
                    <a:pt x="4180" y="18915"/>
                  </a:lnTo>
                  <a:lnTo>
                    <a:pt x="6604" y="18915"/>
                  </a:lnTo>
                  <a:lnTo>
                    <a:pt x="7943" y="20810"/>
                  </a:lnTo>
                  <a:lnTo>
                    <a:pt x="9521" y="22539"/>
                  </a:lnTo>
                  <a:lnTo>
                    <a:pt x="11579" y="23335"/>
                  </a:lnTo>
                  <a:lnTo>
                    <a:pt x="10405" y="20532"/>
                  </a:lnTo>
                  <a:lnTo>
                    <a:pt x="12375" y="21693"/>
                  </a:lnTo>
                  <a:lnTo>
                    <a:pt x="13473" y="20115"/>
                  </a:lnTo>
                  <a:lnTo>
                    <a:pt x="12059" y="16794"/>
                  </a:lnTo>
                  <a:lnTo>
                    <a:pt x="12615" y="15923"/>
                  </a:lnTo>
                  <a:lnTo>
                    <a:pt x="14420" y="18360"/>
                  </a:lnTo>
                  <a:lnTo>
                    <a:pt x="15683" y="16794"/>
                  </a:lnTo>
                  <a:lnTo>
                    <a:pt x="16403" y="15052"/>
                  </a:lnTo>
                  <a:lnTo>
                    <a:pt x="12931" y="12135"/>
                  </a:lnTo>
                  <a:lnTo>
                    <a:pt x="14269" y="11630"/>
                  </a:lnTo>
                  <a:lnTo>
                    <a:pt x="13549" y="8195"/>
                  </a:lnTo>
                  <a:lnTo>
                    <a:pt x="12211" y="5821"/>
                  </a:lnTo>
                  <a:lnTo>
                    <a:pt x="10721" y="4963"/>
                  </a:lnTo>
                  <a:lnTo>
                    <a:pt x="9067" y="3624"/>
                  </a:lnTo>
                  <a:lnTo>
                    <a:pt x="10557" y="3069"/>
                  </a:lnTo>
                  <a:lnTo>
                    <a:pt x="10165" y="1414"/>
                  </a:lnTo>
                  <a:lnTo>
                    <a:pt x="7918" y="354"/>
                  </a:lnTo>
                  <a:lnTo>
                    <a:pt x="5670" y="1326"/>
                  </a:lnTo>
                  <a:lnTo>
                    <a:pt x="5165" y="2677"/>
                  </a:lnTo>
                  <a:lnTo>
                    <a:pt x="3814" y="4256"/>
                  </a:lnTo>
                  <a:lnTo>
                    <a:pt x="2993" y="3069"/>
                  </a:lnTo>
                  <a:lnTo>
                    <a:pt x="41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5" name="Google Shape;4495;p56"/>
            <p:cNvSpPr/>
            <p:nvPr/>
          </p:nvSpPr>
          <p:spPr>
            <a:xfrm>
              <a:off x="2011275" y="1270725"/>
              <a:ext cx="427750" cy="619075"/>
            </a:xfrm>
            <a:custGeom>
              <a:avLst/>
              <a:gdLst/>
              <a:ahLst/>
              <a:cxnLst/>
              <a:rect l="l" t="t" r="r" b="b"/>
              <a:pathLst>
                <a:path w="17110" h="24763" extrusionOk="0">
                  <a:moveTo>
                    <a:pt x="8246" y="1567"/>
                  </a:moveTo>
                  <a:lnTo>
                    <a:pt x="10228" y="2501"/>
                  </a:lnTo>
                  <a:lnTo>
                    <a:pt x="10518" y="3739"/>
                  </a:lnTo>
                  <a:lnTo>
                    <a:pt x="8763" y="4383"/>
                  </a:lnTo>
                  <a:lnTo>
                    <a:pt x="10885" y="6087"/>
                  </a:lnTo>
                  <a:lnTo>
                    <a:pt x="12311" y="6908"/>
                  </a:lnTo>
                  <a:lnTo>
                    <a:pt x="13587" y="9156"/>
                  </a:lnTo>
                  <a:lnTo>
                    <a:pt x="14231" y="12287"/>
                  </a:lnTo>
                  <a:lnTo>
                    <a:pt x="12640" y="12881"/>
                  </a:lnTo>
                  <a:lnTo>
                    <a:pt x="16340" y="15999"/>
                  </a:lnTo>
                  <a:lnTo>
                    <a:pt x="15733" y="17477"/>
                  </a:lnTo>
                  <a:lnTo>
                    <a:pt x="14761" y="18689"/>
                  </a:lnTo>
                  <a:lnTo>
                    <a:pt x="12918" y="16227"/>
                  </a:lnTo>
                  <a:lnTo>
                    <a:pt x="12021" y="17616"/>
                  </a:lnTo>
                  <a:lnTo>
                    <a:pt x="13448" y="20937"/>
                  </a:lnTo>
                  <a:lnTo>
                    <a:pt x="12615" y="22136"/>
                  </a:lnTo>
                  <a:lnTo>
                    <a:pt x="10076" y="20633"/>
                  </a:lnTo>
                  <a:lnTo>
                    <a:pt x="11339" y="23639"/>
                  </a:lnTo>
                  <a:lnTo>
                    <a:pt x="10051" y="23146"/>
                  </a:lnTo>
                  <a:lnTo>
                    <a:pt x="8549" y="21492"/>
                  </a:lnTo>
                  <a:lnTo>
                    <a:pt x="7109" y="19459"/>
                  </a:lnTo>
                  <a:lnTo>
                    <a:pt x="4748" y="19459"/>
                  </a:lnTo>
                  <a:lnTo>
                    <a:pt x="4407" y="18500"/>
                  </a:lnTo>
                  <a:cubicBezTo>
                    <a:pt x="4723" y="18373"/>
                    <a:pt x="5064" y="18297"/>
                    <a:pt x="5417" y="18272"/>
                  </a:cubicBezTo>
                  <a:cubicBezTo>
                    <a:pt x="6124" y="18196"/>
                    <a:pt x="6124" y="18196"/>
                    <a:pt x="6238" y="18146"/>
                  </a:cubicBezTo>
                  <a:cubicBezTo>
                    <a:pt x="6301" y="18121"/>
                    <a:pt x="6453" y="18070"/>
                    <a:pt x="7412" y="17881"/>
                  </a:cubicBezTo>
                  <a:cubicBezTo>
                    <a:pt x="8208" y="17717"/>
                    <a:pt x="8725" y="17401"/>
                    <a:pt x="8940" y="16934"/>
                  </a:cubicBezTo>
                  <a:cubicBezTo>
                    <a:pt x="9079" y="16618"/>
                    <a:pt x="9079" y="16265"/>
                    <a:pt x="8953" y="15936"/>
                  </a:cubicBezTo>
                  <a:lnTo>
                    <a:pt x="10253" y="13676"/>
                  </a:lnTo>
                  <a:lnTo>
                    <a:pt x="8801" y="12060"/>
                  </a:lnTo>
                  <a:lnTo>
                    <a:pt x="7652" y="7590"/>
                  </a:lnTo>
                  <a:lnTo>
                    <a:pt x="6718" y="9332"/>
                  </a:lnTo>
                  <a:lnTo>
                    <a:pt x="5026" y="8928"/>
                  </a:lnTo>
                  <a:lnTo>
                    <a:pt x="2513" y="7388"/>
                  </a:lnTo>
                  <a:lnTo>
                    <a:pt x="644" y="7741"/>
                  </a:lnTo>
                  <a:lnTo>
                    <a:pt x="644" y="5367"/>
                  </a:lnTo>
                  <a:lnTo>
                    <a:pt x="1793" y="3208"/>
                  </a:lnTo>
                  <a:lnTo>
                    <a:pt x="3801" y="1744"/>
                  </a:lnTo>
                  <a:lnTo>
                    <a:pt x="3801" y="1744"/>
                  </a:lnTo>
                  <a:lnTo>
                    <a:pt x="2980" y="3991"/>
                  </a:lnTo>
                  <a:lnTo>
                    <a:pt x="4129" y="5645"/>
                  </a:lnTo>
                  <a:lnTo>
                    <a:pt x="5745" y="3751"/>
                  </a:lnTo>
                  <a:lnTo>
                    <a:pt x="6263" y="2438"/>
                  </a:lnTo>
                  <a:lnTo>
                    <a:pt x="8246" y="1567"/>
                  </a:lnTo>
                  <a:close/>
                  <a:moveTo>
                    <a:pt x="5114" y="1"/>
                  </a:moveTo>
                  <a:lnTo>
                    <a:pt x="1288" y="2779"/>
                  </a:lnTo>
                  <a:lnTo>
                    <a:pt x="0" y="5203"/>
                  </a:lnTo>
                  <a:lnTo>
                    <a:pt x="0" y="8486"/>
                  </a:lnTo>
                  <a:lnTo>
                    <a:pt x="2374" y="8044"/>
                  </a:lnTo>
                  <a:lnTo>
                    <a:pt x="4723" y="9471"/>
                  </a:lnTo>
                  <a:lnTo>
                    <a:pt x="7021" y="10039"/>
                  </a:lnTo>
                  <a:lnTo>
                    <a:pt x="7425" y="9294"/>
                  </a:lnTo>
                  <a:lnTo>
                    <a:pt x="8208" y="12350"/>
                  </a:lnTo>
                  <a:lnTo>
                    <a:pt x="9458" y="13739"/>
                  </a:lnTo>
                  <a:lnTo>
                    <a:pt x="8321" y="15747"/>
                  </a:lnTo>
                  <a:lnTo>
                    <a:pt x="8233" y="15911"/>
                  </a:lnTo>
                  <a:lnTo>
                    <a:pt x="8309" y="16063"/>
                  </a:lnTo>
                  <a:cubicBezTo>
                    <a:pt x="8410" y="16252"/>
                    <a:pt x="8422" y="16467"/>
                    <a:pt x="8347" y="16669"/>
                  </a:cubicBezTo>
                  <a:cubicBezTo>
                    <a:pt x="8220" y="16946"/>
                    <a:pt x="7842" y="17148"/>
                    <a:pt x="7273" y="17262"/>
                  </a:cubicBezTo>
                  <a:cubicBezTo>
                    <a:pt x="6263" y="17464"/>
                    <a:pt x="6099" y="17527"/>
                    <a:pt x="6011" y="17565"/>
                  </a:cubicBezTo>
                  <a:cubicBezTo>
                    <a:pt x="5783" y="17603"/>
                    <a:pt x="5556" y="17641"/>
                    <a:pt x="5329" y="17654"/>
                  </a:cubicBezTo>
                  <a:cubicBezTo>
                    <a:pt x="4937" y="17704"/>
                    <a:pt x="3712" y="17843"/>
                    <a:pt x="3712" y="18411"/>
                  </a:cubicBezTo>
                  <a:lnTo>
                    <a:pt x="4293" y="20103"/>
                  </a:lnTo>
                  <a:lnTo>
                    <a:pt x="6793" y="20103"/>
                  </a:lnTo>
                  <a:lnTo>
                    <a:pt x="8056" y="21884"/>
                  </a:lnTo>
                  <a:lnTo>
                    <a:pt x="9685" y="23677"/>
                  </a:lnTo>
                  <a:lnTo>
                    <a:pt x="12488" y="24763"/>
                  </a:lnTo>
                  <a:lnTo>
                    <a:pt x="11390" y="22161"/>
                  </a:lnTo>
                  <a:lnTo>
                    <a:pt x="12791" y="22982"/>
                  </a:lnTo>
                  <a:lnTo>
                    <a:pt x="14168" y="20987"/>
                  </a:lnTo>
                  <a:lnTo>
                    <a:pt x="12741" y="17666"/>
                  </a:lnTo>
                  <a:lnTo>
                    <a:pt x="12968" y="17325"/>
                  </a:lnTo>
                  <a:lnTo>
                    <a:pt x="14748" y="19712"/>
                  </a:lnTo>
                  <a:lnTo>
                    <a:pt x="16264" y="17830"/>
                  </a:lnTo>
                  <a:lnTo>
                    <a:pt x="17110" y="15810"/>
                  </a:lnTo>
                  <a:lnTo>
                    <a:pt x="13877" y="13083"/>
                  </a:lnTo>
                  <a:lnTo>
                    <a:pt x="14963" y="12678"/>
                  </a:lnTo>
                  <a:lnTo>
                    <a:pt x="14193" y="8979"/>
                  </a:lnTo>
                  <a:lnTo>
                    <a:pt x="12779" y="6453"/>
                  </a:lnTo>
                  <a:lnTo>
                    <a:pt x="11238" y="5569"/>
                  </a:lnTo>
                  <a:lnTo>
                    <a:pt x="10013" y="4585"/>
                  </a:lnTo>
                  <a:lnTo>
                    <a:pt x="11263" y="4117"/>
                  </a:lnTo>
                  <a:lnTo>
                    <a:pt x="10771" y="2047"/>
                  </a:lnTo>
                  <a:lnTo>
                    <a:pt x="8258" y="860"/>
                  </a:lnTo>
                  <a:lnTo>
                    <a:pt x="5758" y="1958"/>
                  </a:lnTo>
                  <a:lnTo>
                    <a:pt x="5215" y="3372"/>
                  </a:lnTo>
                  <a:lnTo>
                    <a:pt x="4180" y="4597"/>
                  </a:lnTo>
                  <a:lnTo>
                    <a:pt x="3675" y="3890"/>
                  </a:lnTo>
                  <a:lnTo>
                    <a:pt x="511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6" name="Google Shape;4496;p56"/>
            <p:cNvSpPr/>
            <p:nvPr/>
          </p:nvSpPr>
          <p:spPr>
            <a:xfrm>
              <a:off x="2342725" y="2272700"/>
              <a:ext cx="102300" cy="109875"/>
            </a:xfrm>
            <a:custGeom>
              <a:avLst/>
              <a:gdLst/>
              <a:ahLst/>
              <a:cxnLst/>
              <a:rect l="l" t="t" r="r" b="b"/>
              <a:pathLst>
                <a:path w="4092" h="4395" extrusionOk="0">
                  <a:moveTo>
                    <a:pt x="112" y="2946"/>
                  </a:moveTo>
                  <a:cubicBezTo>
                    <a:pt x="41" y="2963"/>
                    <a:pt x="1" y="2986"/>
                    <a:pt x="1" y="3018"/>
                  </a:cubicBezTo>
                  <a:cubicBezTo>
                    <a:pt x="1" y="3026"/>
                    <a:pt x="3" y="3031"/>
                    <a:pt x="9" y="3031"/>
                  </a:cubicBezTo>
                  <a:cubicBezTo>
                    <a:pt x="25" y="3031"/>
                    <a:pt x="60" y="3000"/>
                    <a:pt x="112" y="2946"/>
                  </a:cubicBezTo>
                  <a:close/>
                  <a:moveTo>
                    <a:pt x="2337" y="0"/>
                  </a:moveTo>
                  <a:cubicBezTo>
                    <a:pt x="2337" y="0"/>
                    <a:pt x="576" y="2455"/>
                    <a:pt x="112" y="2946"/>
                  </a:cubicBezTo>
                  <a:lnTo>
                    <a:pt x="112" y="2946"/>
                  </a:lnTo>
                  <a:cubicBezTo>
                    <a:pt x="226" y="2918"/>
                    <a:pt x="419" y="2908"/>
                    <a:pt x="644" y="2908"/>
                  </a:cubicBezTo>
                  <a:cubicBezTo>
                    <a:pt x="1336" y="2908"/>
                    <a:pt x="2337" y="3005"/>
                    <a:pt x="2337" y="3005"/>
                  </a:cubicBezTo>
                  <a:lnTo>
                    <a:pt x="3145" y="4394"/>
                  </a:lnTo>
                  <a:lnTo>
                    <a:pt x="4092" y="3990"/>
                  </a:lnTo>
                  <a:lnTo>
                    <a:pt x="4092" y="2096"/>
                  </a:lnTo>
                  <a:lnTo>
                    <a:pt x="2438" y="1465"/>
                  </a:lnTo>
                  <a:lnTo>
                    <a:pt x="233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7" name="Google Shape;4497;p56"/>
            <p:cNvSpPr/>
            <p:nvPr/>
          </p:nvSpPr>
          <p:spPr>
            <a:xfrm>
              <a:off x="2334825" y="2250600"/>
              <a:ext cx="118400" cy="142075"/>
            </a:xfrm>
            <a:custGeom>
              <a:avLst/>
              <a:gdLst/>
              <a:ahLst/>
              <a:cxnLst/>
              <a:rect l="l" t="t" r="r" b="b"/>
              <a:pathLst>
                <a:path w="4736" h="5683" extrusionOk="0">
                  <a:moveTo>
                    <a:pt x="2387" y="1781"/>
                  </a:moveTo>
                  <a:lnTo>
                    <a:pt x="2450" y="2576"/>
                  </a:lnTo>
                  <a:lnTo>
                    <a:pt x="4079" y="3207"/>
                  </a:lnTo>
                  <a:lnTo>
                    <a:pt x="4079" y="4659"/>
                  </a:lnTo>
                  <a:lnTo>
                    <a:pt x="3587" y="4874"/>
                  </a:lnTo>
                  <a:lnTo>
                    <a:pt x="2829" y="3586"/>
                  </a:lnTo>
                  <a:lnTo>
                    <a:pt x="2665" y="3574"/>
                  </a:lnTo>
                  <a:cubicBezTo>
                    <a:pt x="1983" y="3510"/>
                    <a:pt x="1491" y="3473"/>
                    <a:pt x="1125" y="3473"/>
                  </a:cubicBezTo>
                  <a:lnTo>
                    <a:pt x="1137" y="3473"/>
                  </a:lnTo>
                  <a:cubicBezTo>
                    <a:pt x="1428" y="3106"/>
                    <a:pt x="1819" y="2576"/>
                    <a:pt x="2387" y="1781"/>
                  </a:cubicBezTo>
                  <a:close/>
                  <a:moveTo>
                    <a:pt x="2905" y="0"/>
                  </a:moveTo>
                  <a:lnTo>
                    <a:pt x="2400" y="707"/>
                  </a:lnTo>
                  <a:cubicBezTo>
                    <a:pt x="1541" y="1894"/>
                    <a:pt x="582" y="3195"/>
                    <a:pt x="253" y="3561"/>
                  </a:cubicBezTo>
                  <a:cubicBezTo>
                    <a:pt x="203" y="3574"/>
                    <a:pt x="165" y="3599"/>
                    <a:pt x="127" y="3637"/>
                  </a:cubicBezTo>
                  <a:lnTo>
                    <a:pt x="1" y="3763"/>
                  </a:lnTo>
                  <a:lnTo>
                    <a:pt x="1" y="4142"/>
                  </a:lnTo>
                  <a:lnTo>
                    <a:pt x="228" y="4218"/>
                  </a:lnTo>
                  <a:cubicBezTo>
                    <a:pt x="268" y="4227"/>
                    <a:pt x="302" y="4237"/>
                    <a:pt x="339" y="4237"/>
                  </a:cubicBezTo>
                  <a:cubicBezTo>
                    <a:pt x="396" y="4237"/>
                    <a:pt x="462" y="4214"/>
                    <a:pt x="569" y="4129"/>
                  </a:cubicBezTo>
                  <a:cubicBezTo>
                    <a:pt x="771" y="4117"/>
                    <a:pt x="974" y="4111"/>
                    <a:pt x="1176" y="4111"/>
                  </a:cubicBezTo>
                  <a:cubicBezTo>
                    <a:pt x="1605" y="4111"/>
                    <a:pt x="2034" y="4137"/>
                    <a:pt x="2463" y="4180"/>
                  </a:cubicBezTo>
                  <a:lnTo>
                    <a:pt x="3334" y="5682"/>
                  </a:lnTo>
                  <a:lnTo>
                    <a:pt x="4736" y="5076"/>
                  </a:lnTo>
                  <a:lnTo>
                    <a:pt x="4736" y="2753"/>
                  </a:lnTo>
                  <a:lnTo>
                    <a:pt x="3069" y="2121"/>
                  </a:lnTo>
                  <a:lnTo>
                    <a:pt x="290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8" name="Google Shape;4498;p56"/>
            <p:cNvSpPr/>
            <p:nvPr/>
          </p:nvSpPr>
          <p:spPr>
            <a:xfrm>
              <a:off x="1713900" y="3010725"/>
              <a:ext cx="224775" cy="69925"/>
            </a:xfrm>
            <a:custGeom>
              <a:avLst/>
              <a:gdLst/>
              <a:ahLst/>
              <a:cxnLst/>
              <a:rect l="l" t="t" r="r" b="b"/>
              <a:pathLst>
                <a:path w="8991" h="2797" extrusionOk="0">
                  <a:moveTo>
                    <a:pt x="1112" y="1"/>
                  </a:moveTo>
                  <a:lnTo>
                    <a:pt x="0" y="556"/>
                  </a:lnTo>
                  <a:lnTo>
                    <a:pt x="1112" y="834"/>
                  </a:lnTo>
                  <a:cubicBezTo>
                    <a:pt x="1112" y="834"/>
                    <a:pt x="3864" y="1125"/>
                    <a:pt x="4104" y="1125"/>
                  </a:cubicBezTo>
                  <a:cubicBezTo>
                    <a:pt x="4344" y="1125"/>
                    <a:pt x="6705" y="2110"/>
                    <a:pt x="6705" y="2110"/>
                  </a:cubicBezTo>
                  <a:cubicBezTo>
                    <a:pt x="6705" y="2110"/>
                    <a:pt x="5423" y="2797"/>
                    <a:pt x="5497" y="2797"/>
                  </a:cubicBezTo>
                  <a:cubicBezTo>
                    <a:pt x="5501" y="2797"/>
                    <a:pt x="5508" y="2795"/>
                    <a:pt x="5518" y="2791"/>
                  </a:cubicBezTo>
                  <a:cubicBezTo>
                    <a:pt x="5758" y="2716"/>
                    <a:pt x="8991" y="2463"/>
                    <a:pt x="8991" y="2463"/>
                  </a:cubicBezTo>
                  <a:lnTo>
                    <a:pt x="7892" y="1390"/>
                  </a:lnTo>
                  <a:lnTo>
                    <a:pt x="3246"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9" name="Google Shape;4499;p56"/>
            <p:cNvSpPr/>
            <p:nvPr/>
          </p:nvSpPr>
          <p:spPr>
            <a:xfrm>
              <a:off x="1691475" y="3002850"/>
              <a:ext cx="265200" cy="86825"/>
            </a:xfrm>
            <a:custGeom>
              <a:avLst/>
              <a:gdLst/>
              <a:ahLst/>
              <a:cxnLst/>
              <a:rect l="l" t="t" r="r" b="b"/>
              <a:pathLst>
                <a:path w="10608" h="3473" extrusionOk="0">
                  <a:moveTo>
                    <a:pt x="4079" y="644"/>
                  </a:moveTo>
                  <a:lnTo>
                    <a:pt x="8613" y="1995"/>
                  </a:lnTo>
                  <a:lnTo>
                    <a:pt x="9168" y="2526"/>
                  </a:lnTo>
                  <a:cubicBezTo>
                    <a:pt x="8764" y="2551"/>
                    <a:pt x="8310" y="2589"/>
                    <a:pt x="7880" y="2627"/>
                  </a:cubicBezTo>
                  <a:lnTo>
                    <a:pt x="8335" y="2387"/>
                  </a:lnTo>
                  <a:lnTo>
                    <a:pt x="7716" y="2134"/>
                  </a:lnTo>
                  <a:cubicBezTo>
                    <a:pt x="6112" y="1465"/>
                    <a:pt x="5191" y="1124"/>
                    <a:pt x="5001" y="1124"/>
                  </a:cubicBezTo>
                  <a:cubicBezTo>
                    <a:pt x="4824" y="1124"/>
                    <a:pt x="3095" y="947"/>
                    <a:pt x="2072" y="846"/>
                  </a:cubicBezTo>
                  <a:lnTo>
                    <a:pt x="1807" y="770"/>
                  </a:lnTo>
                  <a:lnTo>
                    <a:pt x="2072" y="644"/>
                  </a:lnTo>
                  <a:close/>
                  <a:moveTo>
                    <a:pt x="1933" y="0"/>
                  </a:moveTo>
                  <a:lnTo>
                    <a:pt x="1" y="973"/>
                  </a:lnTo>
                  <a:lnTo>
                    <a:pt x="1971" y="1465"/>
                  </a:lnTo>
                  <a:cubicBezTo>
                    <a:pt x="2438" y="1515"/>
                    <a:pt x="4749" y="1755"/>
                    <a:pt x="4976" y="1755"/>
                  </a:cubicBezTo>
                  <a:cubicBezTo>
                    <a:pt x="5127" y="1781"/>
                    <a:pt x="5974" y="2096"/>
                    <a:pt x="6857" y="2462"/>
                  </a:cubicBezTo>
                  <a:cubicBezTo>
                    <a:pt x="5974" y="2942"/>
                    <a:pt x="5986" y="2980"/>
                    <a:pt x="6100" y="3233"/>
                  </a:cubicBezTo>
                  <a:lnTo>
                    <a:pt x="6251" y="3473"/>
                  </a:lnTo>
                  <a:lnTo>
                    <a:pt x="6516" y="3410"/>
                  </a:lnTo>
                  <a:cubicBezTo>
                    <a:pt x="6706" y="3359"/>
                    <a:pt x="8411" y="3207"/>
                    <a:pt x="9913" y="3094"/>
                  </a:cubicBezTo>
                  <a:lnTo>
                    <a:pt x="10608" y="3043"/>
                  </a:lnTo>
                  <a:lnTo>
                    <a:pt x="8953" y="1427"/>
                  </a:lnTo>
                  <a:lnTo>
                    <a:pt x="4231" y="13"/>
                  </a:lnTo>
                  <a:lnTo>
                    <a:pt x="193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0" name="Google Shape;4500;p56"/>
            <p:cNvSpPr/>
            <p:nvPr/>
          </p:nvSpPr>
          <p:spPr>
            <a:xfrm>
              <a:off x="1938650" y="3067875"/>
              <a:ext cx="120300" cy="55275"/>
            </a:xfrm>
            <a:custGeom>
              <a:avLst/>
              <a:gdLst/>
              <a:ahLst/>
              <a:cxnLst/>
              <a:rect l="l" t="t" r="r" b="b"/>
              <a:pathLst>
                <a:path w="4812" h="2211" extrusionOk="0">
                  <a:moveTo>
                    <a:pt x="1807" y="0"/>
                  </a:moveTo>
                  <a:lnTo>
                    <a:pt x="1099" y="1036"/>
                  </a:lnTo>
                  <a:lnTo>
                    <a:pt x="1" y="2210"/>
                  </a:lnTo>
                  <a:lnTo>
                    <a:pt x="1" y="2210"/>
                  </a:lnTo>
                  <a:lnTo>
                    <a:pt x="2842" y="1743"/>
                  </a:lnTo>
                  <a:lnTo>
                    <a:pt x="4812" y="2210"/>
                  </a:lnTo>
                  <a:lnTo>
                    <a:pt x="4812" y="2210"/>
                  </a:lnTo>
                  <a:lnTo>
                    <a:pt x="4408" y="493"/>
                  </a:lnTo>
                  <a:lnTo>
                    <a:pt x="180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1" name="Google Shape;4501;p56"/>
            <p:cNvSpPr/>
            <p:nvPr/>
          </p:nvSpPr>
          <p:spPr>
            <a:xfrm>
              <a:off x="1916875" y="3059350"/>
              <a:ext cx="152175" cy="75475"/>
            </a:xfrm>
            <a:custGeom>
              <a:avLst/>
              <a:gdLst/>
              <a:ahLst/>
              <a:cxnLst/>
              <a:rect l="l" t="t" r="r" b="b"/>
              <a:pathLst>
                <a:path w="6087" h="3019" extrusionOk="0">
                  <a:moveTo>
                    <a:pt x="2829" y="695"/>
                  </a:moveTo>
                  <a:lnTo>
                    <a:pt x="5026" y="1099"/>
                  </a:lnTo>
                  <a:lnTo>
                    <a:pt x="5253" y="2122"/>
                  </a:lnTo>
                  <a:lnTo>
                    <a:pt x="5253" y="2122"/>
                  </a:lnTo>
                  <a:lnTo>
                    <a:pt x="3713" y="1756"/>
                  </a:lnTo>
                  <a:lnTo>
                    <a:pt x="1731" y="2084"/>
                  </a:lnTo>
                  <a:lnTo>
                    <a:pt x="2236" y="1541"/>
                  </a:lnTo>
                  <a:lnTo>
                    <a:pt x="2829" y="695"/>
                  </a:lnTo>
                  <a:close/>
                  <a:moveTo>
                    <a:pt x="2526" y="0"/>
                  </a:moveTo>
                  <a:lnTo>
                    <a:pt x="1743" y="1162"/>
                  </a:lnTo>
                  <a:lnTo>
                    <a:pt x="1" y="3018"/>
                  </a:lnTo>
                  <a:lnTo>
                    <a:pt x="3675" y="2400"/>
                  </a:lnTo>
                  <a:lnTo>
                    <a:pt x="6087" y="2980"/>
                  </a:lnTo>
                  <a:lnTo>
                    <a:pt x="5531" y="556"/>
                  </a:lnTo>
                  <a:lnTo>
                    <a:pt x="252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2" name="Google Shape;4502;p56"/>
            <p:cNvSpPr/>
            <p:nvPr/>
          </p:nvSpPr>
          <p:spPr>
            <a:xfrm>
              <a:off x="1843950" y="3121225"/>
              <a:ext cx="55275" cy="29075"/>
            </a:xfrm>
            <a:custGeom>
              <a:avLst/>
              <a:gdLst/>
              <a:ahLst/>
              <a:cxnLst/>
              <a:rect l="l" t="t" r="r" b="b"/>
              <a:pathLst>
                <a:path w="2211" h="1163" extrusionOk="0">
                  <a:moveTo>
                    <a:pt x="1" y="0"/>
                  </a:moveTo>
                  <a:lnTo>
                    <a:pt x="1226" y="1162"/>
                  </a:lnTo>
                  <a:lnTo>
                    <a:pt x="2211" y="278"/>
                  </a:lnTo>
                  <a:lnTo>
                    <a:pt x="165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3" name="Google Shape;4503;p56"/>
            <p:cNvSpPr/>
            <p:nvPr/>
          </p:nvSpPr>
          <p:spPr>
            <a:xfrm>
              <a:off x="1824375" y="3113325"/>
              <a:ext cx="88750" cy="47700"/>
            </a:xfrm>
            <a:custGeom>
              <a:avLst/>
              <a:gdLst/>
              <a:ahLst/>
              <a:cxnLst/>
              <a:rect l="l" t="t" r="r" b="b"/>
              <a:pathLst>
                <a:path w="3550" h="1908" extrusionOk="0">
                  <a:moveTo>
                    <a:pt x="2375" y="632"/>
                  </a:moveTo>
                  <a:lnTo>
                    <a:pt x="2438" y="670"/>
                  </a:lnTo>
                  <a:lnTo>
                    <a:pt x="2021" y="1049"/>
                  </a:lnTo>
                  <a:lnTo>
                    <a:pt x="1579" y="632"/>
                  </a:lnTo>
                  <a:close/>
                  <a:moveTo>
                    <a:pt x="1" y="1"/>
                  </a:moveTo>
                  <a:lnTo>
                    <a:pt x="1996" y="1907"/>
                  </a:lnTo>
                  <a:lnTo>
                    <a:pt x="3549" y="518"/>
                  </a:lnTo>
                  <a:lnTo>
                    <a:pt x="251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4" name="Google Shape;4504;p56"/>
            <p:cNvSpPr/>
            <p:nvPr/>
          </p:nvSpPr>
          <p:spPr>
            <a:xfrm>
              <a:off x="2090500" y="3105425"/>
              <a:ext cx="65050" cy="33175"/>
            </a:xfrm>
            <a:custGeom>
              <a:avLst/>
              <a:gdLst/>
              <a:ahLst/>
              <a:cxnLst/>
              <a:rect l="l" t="t" r="r" b="b"/>
              <a:pathLst>
                <a:path w="2602" h="1327" extrusionOk="0">
                  <a:moveTo>
                    <a:pt x="0" y="1"/>
                  </a:moveTo>
                  <a:lnTo>
                    <a:pt x="468" y="1327"/>
                  </a:lnTo>
                  <a:lnTo>
                    <a:pt x="2602" y="658"/>
                  </a:lnTo>
                  <a:lnTo>
                    <a:pt x="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5" name="Google Shape;4505;p56"/>
            <p:cNvSpPr/>
            <p:nvPr/>
          </p:nvSpPr>
          <p:spPr>
            <a:xfrm>
              <a:off x="2077875" y="3094075"/>
              <a:ext cx="106725" cy="54325"/>
            </a:xfrm>
            <a:custGeom>
              <a:avLst/>
              <a:gdLst/>
              <a:ahLst/>
              <a:cxnLst/>
              <a:rect l="l" t="t" r="r" b="b"/>
              <a:pathLst>
                <a:path w="4269" h="2173" extrusionOk="0">
                  <a:moveTo>
                    <a:pt x="998" y="910"/>
                  </a:moveTo>
                  <a:lnTo>
                    <a:pt x="1945" y="1137"/>
                  </a:lnTo>
                  <a:lnTo>
                    <a:pt x="1162" y="1377"/>
                  </a:lnTo>
                  <a:lnTo>
                    <a:pt x="998" y="910"/>
                  </a:lnTo>
                  <a:close/>
                  <a:moveTo>
                    <a:pt x="0" y="0"/>
                  </a:moveTo>
                  <a:lnTo>
                    <a:pt x="783" y="2172"/>
                  </a:lnTo>
                  <a:lnTo>
                    <a:pt x="4268" y="1086"/>
                  </a:lnTo>
                  <a:lnTo>
                    <a:pt x="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4509"/>
        <p:cNvGrpSpPr/>
        <p:nvPr/>
      </p:nvGrpSpPr>
      <p:grpSpPr>
        <a:xfrm>
          <a:off x="0" y="0"/>
          <a:ext cx="0" cy="0"/>
          <a:chOff x="0" y="0"/>
          <a:chExt cx="0" cy="0"/>
        </a:xfrm>
      </p:grpSpPr>
      <p:grpSp>
        <p:nvGrpSpPr>
          <p:cNvPr id="4510" name="Google Shape;4510;p57"/>
          <p:cNvGrpSpPr/>
          <p:nvPr/>
        </p:nvGrpSpPr>
        <p:grpSpPr>
          <a:xfrm>
            <a:off x="725414" y="969763"/>
            <a:ext cx="2507799" cy="206239"/>
            <a:chOff x="106648" y="895722"/>
            <a:chExt cx="4481413" cy="374300"/>
          </a:xfrm>
        </p:grpSpPr>
        <p:grpSp>
          <p:nvGrpSpPr>
            <p:cNvPr id="4511" name="Google Shape;4511;p57"/>
            <p:cNvGrpSpPr/>
            <p:nvPr/>
          </p:nvGrpSpPr>
          <p:grpSpPr>
            <a:xfrm>
              <a:off x="2233276" y="895722"/>
              <a:ext cx="1082667" cy="223591"/>
              <a:chOff x="4808316" y="2800065"/>
              <a:chExt cx="1999386" cy="412910"/>
            </a:xfrm>
          </p:grpSpPr>
          <p:sp>
            <p:nvSpPr>
              <p:cNvPr id="4512" name="Google Shape;4512;p57"/>
              <p:cNvSpPr/>
              <p:nvPr/>
            </p:nvSpPr>
            <p:spPr>
              <a:xfrm>
                <a:off x="4849302" y="3079475"/>
                <a:ext cx="1958400" cy="133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513" name="Google Shape;4513;p57"/>
              <p:cNvGrpSpPr/>
              <p:nvPr/>
            </p:nvGrpSpPr>
            <p:grpSpPr>
              <a:xfrm>
                <a:off x="4808316" y="2800065"/>
                <a:ext cx="92400" cy="411825"/>
                <a:chOff x="845575" y="2563700"/>
                <a:chExt cx="92400" cy="411825"/>
              </a:xfrm>
            </p:grpSpPr>
            <p:cxnSp>
              <p:nvCxnSpPr>
                <p:cNvPr id="4514" name="Google Shape;4514;p57"/>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4515" name="Google Shape;4515;p57"/>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516" name="Google Shape;4516;p57"/>
            <p:cNvGrpSpPr/>
            <p:nvPr/>
          </p:nvGrpSpPr>
          <p:grpSpPr>
            <a:xfrm>
              <a:off x="106648" y="895722"/>
              <a:ext cx="1088401" cy="223591"/>
              <a:chOff x="881025" y="2800065"/>
              <a:chExt cx="2009975" cy="412910"/>
            </a:xfrm>
          </p:grpSpPr>
          <p:sp>
            <p:nvSpPr>
              <p:cNvPr id="4517" name="Google Shape;4517;p57"/>
              <p:cNvSpPr/>
              <p:nvPr/>
            </p:nvSpPr>
            <p:spPr>
              <a:xfrm>
                <a:off x="932600" y="3079475"/>
                <a:ext cx="1958400" cy="133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518" name="Google Shape;4518;p57"/>
              <p:cNvGrpSpPr/>
              <p:nvPr/>
            </p:nvGrpSpPr>
            <p:grpSpPr>
              <a:xfrm>
                <a:off x="881025" y="2800065"/>
                <a:ext cx="92400" cy="411825"/>
                <a:chOff x="845575" y="2563700"/>
                <a:chExt cx="92400" cy="411825"/>
              </a:xfrm>
            </p:grpSpPr>
            <p:cxnSp>
              <p:nvCxnSpPr>
                <p:cNvPr id="4519" name="Google Shape;4519;p57"/>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4520" name="Google Shape;4520;p57"/>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521" name="Google Shape;4521;p57"/>
            <p:cNvGrpSpPr/>
            <p:nvPr/>
          </p:nvGrpSpPr>
          <p:grpSpPr>
            <a:xfrm>
              <a:off x="1172346" y="1047018"/>
              <a:ext cx="1083151" cy="223003"/>
              <a:chOff x="2849073" y="3079467"/>
              <a:chExt cx="2000279" cy="411825"/>
            </a:xfrm>
          </p:grpSpPr>
          <p:sp>
            <p:nvSpPr>
              <p:cNvPr id="4522" name="Google Shape;4522;p57"/>
              <p:cNvSpPr/>
              <p:nvPr/>
            </p:nvSpPr>
            <p:spPr>
              <a:xfrm>
                <a:off x="2890952" y="3079475"/>
                <a:ext cx="1958400" cy="133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523" name="Google Shape;4523;p57"/>
              <p:cNvGrpSpPr/>
              <p:nvPr/>
            </p:nvGrpSpPr>
            <p:grpSpPr>
              <a:xfrm rot="10800000">
                <a:off x="2849073" y="3079467"/>
                <a:ext cx="92400" cy="411825"/>
                <a:chOff x="2070100" y="2563700"/>
                <a:chExt cx="92400" cy="411825"/>
              </a:xfrm>
            </p:grpSpPr>
            <p:cxnSp>
              <p:nvCxnSpPr>
                <p:cNvPr id="4524" name="Google Shape;4524;p57"/>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4525" name="Google Shape;4525;p57"/>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526" name="Google Shape;4526;p57"/>
            <p:cNvGrpSpPr/>
            <p:nvPr/>
          </p:nvGrpSpPr>
          <p:grpSpPr>
            <a:xfrm>
              <a:off x="3290132" y="1047018"/>
              <a:ext cx="1297929" cy="223003"/>
              <a:chOff x="6760035" y="3079467"/>
              <a:chExt cx="2396914" cy="411825"/>
            </a:xfrm>
          </p:grpSpPr>
          <p:sp>
            <p:nvSpPr>
              <p:cNvPr id="4527" name="Google Shape;4527;p57"/>
              <p:cNvSpPr/>
              <p:nvPr/>
            </p:nvSpPr>
            <p:spPr>
              <a:xfrm>
                <a:off x="6807650" y="3079475"/>
                <a:ext cx="2349300" cy="133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528" name="Google Shape;4528;p57"/>
              <p:cNvGrpSpPr/>
              <p:nvPr/>
            </p:nvGrpSpPr>
            <p:grpSpPr>
              <a:xfrm rot="10800000">
                <a:off x="6760035" y="3079467"/>
                <a:ext cx="92400" cy="411825"/>
                <a:chOff x="2070100" y="2563700"/>
                <a:chExt cx="92400" cy="411825"/>
              </a:xfrm>
            </p:grpSpPr>
            <p:cxnSp>
              <p:nvCxnSpPr>
                <p:cNvPr id="4529" name="Google Shape;4529;p57"/>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4530" name="Google Shape;4530;p57"/>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4531" name="Google Shape;4531;p57"/>
          <p:cNvGrpSpPr/>
          <p:nvPr/>
        </p:nvGrpSpPr>
        <p:grpSpPr>
          <a:xfrm>
            <a:off x="2143176" y="3369134"/>
            <a:ext cx="1086701" cy="799429"/>
            <a:chOff x="2183288" y="3555572"/>
            <a:chExt cx="1136241" cy="835873"/>
          </a:xfrm>
        </p:grpSpPr>
        <p:sp>
          <p:nvSpPr>
            <p:cNvPr id="4532" name="Google Shape;4532;p57"/>
            <p:cNvSpPr/>
            <p:nvPr/>
          </p:nvSpPr>
          <p:spPr>
            <a:xfrm>
              <a:off x="2673740" y="4350566"/>
              <a:ext cx="270028" cy="11697"/>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533" name="Google Shape;4533;p57"/>
            <p:cNvGrpSpPr/>
            <p:nvPr/>
          </p:nvGrpSpPr>
          <p:grpSpPr>
            <a:xfrm>
              <a:off x="2205895" y="3637269"/>
              <a:ext cx="1089848" cy="724993"/>
              <a:chOff x="2205895" y="3637269"/>
              <a:chExt cx="1089848" cy="724993"/>
            </a:xfrm>
          </p:grpSpPr>
          <p:sp>
            <p:nvSpPr>
              <p:cNvPr id="4534" name="Google Shape;4534;p57"/>
              <p:cNvSpPr/>
              <p:nvPr/>
            </p:nvSpPr>
            <p:spPr>
              <a:xfrm>
                <a:off x="2205895" y="4204394"/>
                <a:ext cx="555376" cy="157849"/>
              </a:xfrm>
              <a:custGeom>
                <a:avLst/>
                <a:gdLst/>
                <a:ahLst/>
                <a:cxnLst/>
                <a:rect l="l" t="t" r="r" b="b"/>
                <a:pathLst>
                  <a:path w="128485" h="36518" extrusionOk="0">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5" name="Google Shape;4535;p57"/>
              <p:cNvSpPr/>
              <p:nvPr/>
            </p:nvSpPr>
            <p:spPr>
              <a:xfrm>
                <a:off x="2206834" y="3993916"/>
                <a:ext cx="218757" cy="153401"/>
              </a:xfrm>
              <a:custGeom>
                <a:avLst/>
                <a:gdLst/>
                <a:ahLst/>
                <a:cxnLst/>
                <a:rect l="l" t="t" r="r" b="b"/>
                <a:pathLst>
                  <a:path w="50609" h="35489" extrusionOk="0">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6" name="Google Shape;4536;p57"/>
              <p:cNvSpPr/>
              <p:nvPr/>
            </p:nvSpPr>
            <p:spPr>
              <a:xfrm>
                <a:off x="2487003" y="3847747"/>
                <a:ext cx="808740" cy="157849"/>
              </a:xfrm>
              <a:custGeom>
                <a:avLst/>
                <a:gdLst/>
                <a:ahLst/>
                <a:cxnLst/>
                <a:rect l="l" t="t" r="r" b="b"/>
                <a:pathLst>
                  <a:path w="187100" h="36518" extrusionOk="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7" name="Google Shape;4537;p57"/>
              <p:cNvSpPr/>
              <p:nvPr/>
            </p:nvSpPr>
            <p:spPr>
              <a:xfrm>
                <a:off x="2919192" y="3637269"/>
                <a:ext cx="375081" cy="148491"/>
              </a:xfrm>
              <a:custGeom>
                <a:avLst/>
                <a:gdLst/>
                <a:ahLst/>
                <a:cxnLst/>
                <a:rect l="l" t="t" r="r" b="b"/>
                <a:pathLst>
                  <a:path w="86774" h="34353" extrusionOk="0">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8" name="Google Shape;4538;p57"/>
              <p:cNvSpPr/>
              <p:nvPr/>
            </p:nvSpPr>
            <p:spPr>
              <a:xfrm>
                <a:off x="2233143" y="3637269"/>
                <a:ext cx="621199" cy="11697"/>
              </a:xfrm>
              <a:custGeom>
                <a:avLst/>
                <a:gdLst/>
                <a:ahLst/>
                <a:cxnLst/>
                <a:rect l="l" t="t" r="r" b="b"/>
                <a:pathLst>
                  <a:path w="143713" h="2706" extrusionOk="0">
                    <a:moveTo>
                      <a:pt x="0" y="0"/>
                    </a:moveTo>
                    <a:lnTo>
                      <a:pt x="0" y="2705"/>
                    </a:lnTo>
                    <a:lnTo>
                      <a:pt x="143712" y="2705"/>
                    </a:lnTo>
                    <a:lnTo>
                      <a:pt x="143712"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9" name="Google Shape;4539;p57"/>
              <p:cNvSpPr/>
              <p:nvPr/>
            </p:nvSpPr>
            <p:spPr>
              <a:xfrm>
                <a:off x="3004568" y="4350566"/>
                <a:ext cx="270028" cy="11697"/>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540" name="Google Shape;4540;p57"/>
            <p:cNvSpPr/>
            <p:nvPr/>
          </p:nvSpPr>
          <p:spPr>
            <a:xfrm rot="5400000">
              <a:off x="2852961" y="3612770"/>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541" name="Google Shape;4541;p57"/>
            <p:cNvCxnSpPr/>
            <p:nvPr/>
          </p:nvCxnSpPr>
          <p:spPr>
            <a:xfrm>
              <a:off x="2887992" y="3555572"/>
              <a:ext cx="0" cy="52500"/>
            </a:xfrm>
            <a:prstGeom prst="straightConnector1">
              <a:avLst/>
            </a:prstGeom>
            <a:noFill/>
            <a:ln w="9525" cap="flat" cmpd="sng">
              <a:solidFill>
                <a:srgbClr val="BAC8D3"/>
              </a:solidFill>
              <a:prstDash val="solid"/>
              <a:round/>
              <a:headEnd type="diamond" w="med" len="med"/>
              <a:tailEnd type="none" w="med" len="med"/>
            </a:ln>
          </p:spPr>
        </p:cxnSp>
        <p:grpSp>
          <p:nvGrpSpPr>
            <p:cNvPr id="4542" name="Google Shape;4542;p57"/>
            <p:cNvGrpSpPr/>
            <p:nvPr/>
          </p:nvGrpSpPr>
          <p:grpSpPr>
            <a:xfrm>
              <a:off x="3173850" y="3779426"/>
              <a:ext cx="145679" cy="70048"/>
              <a:chOff x="3173850" y="3779426"/>
              <a:chExt cx="145679" cy="70048"/>
            </a:xfrm>
          </p:grpSpPr>
          <p:cxnSp>
            <p:nvCxnSpPr>
              <p:cNvPr id="4543" name="Google Shape;4543;p57"/>
              <p:cNvCxnSpPr/>
              <p:nvPr/>
            </p:nvCxnSpPr>
            <p:spPr>
              <a:xfrm rot="10800000">
                <a:off x="3173850" y="3817250"/>
                <a:ext cx="94500" cy="0"/>
              </a:xfrm>
              <a:prstGeom prst="straightConnector1">
                <a:avLst/>
              </a:prstGeom>
              <a:noFill/>
              <a:ln w="9525" cap="flat" cmpd="sng">
                <a:solidFill>
                  <a:srgbClr val="BAC8D3"/>
                </a:solidFill>
                <a:prstDash val="solid"/>
                <a:round/>
                <a:headEnd type="none" w="med" len="med"/>
                <a:tailEnd type="diamond" w="med" len="med"/>
              </a:ln>
            </p:spPr>
          </p:cxnSp>
          <p:sp>
            <p:nvSpPr>
              <p:cNvPr id="4544" name="Google Shape;4544;p57"/>
              <p:cNvSpPr/>
              <p:nvPr/>
            </p:nvSpPr>
            <p:spPr>
              <a:xfrm rot="5400000">
                <a:off x="3254146" y="3784092"/>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45" name="Google Shape;4545;p57"/>
            <p:cNvGrpSpPr/>
            <p:nvPr/>
          </p:nvGrpSpPr>
          <p:grpSpPr>
            <a:xfrm>
              <a:off x="2183288" y="4139483"/>
              <a:ext cx="145133" cy="70048"/>
              <a:chOff x="2183288" y="4139483"/>
              <a:chExt cx="145133" cy="70048"/>
            </a:xfrm>
          </p:grpSpPr>
          <p:cxnSp>
            <p:nvCxnSpPr>
              <p:cNvPr id="4546" name="Google Shape;4546;p57"/>
              <p:cNvCxnSpPr/>
              <p:nvPr/>
            </p:nvCxnSpPr>
            <p:spPr>
              <a:xfrm rot="10800000">
                <a:off x="2239021" y="4174494"/>
                <a:ext cx="89400" cy="0"/>
              </a:xfrm>
              <a:prstGeom prst="straightConnector1">
                <a:avLst/>
              </a:prstGeom>
              <a:noFill/>
              <a:ln w="9525" cap="flat" cmpd="sng">
                <a:solidFill>
                  <a:srgbClr val="BAC8D3"/>
                </a:solidFill>
                <a:prstDash val="solid"/>
                <a:round/>
                <a:headEnd type="diamond" w="med" len="med"/>
                <a:tailEnd type="none" w="med" len="med"/>
              </a:ln>
            </p:spPr>
          </p:cxnSp>
          <p:sp>
            <p:nvSpPr>
              <p:cNvPr id="4547" name="Google Shape;4547;p57"/>
              <p:cNvSpPr/>
              <p:nvPr/>
            </p:nvSpPr>
            <p:spPr>
              <a:xfrm rot="5400000">
                <a:off x="2178622" y="4144149"/>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548" name="Google Shape;4548;p57"/>
            <p:cNvSpPr/>
            <p:nvPr/>
          </p:nvSpPr>
          <p:spPr>
            <a:xfrm rot="5400000">
              <a:off x="2420934" y="3967554"/>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549" name="Google Shape;4549;p57"/>
            <p:cNvCxnSpPr/>
            <p:nvPr/>
          </p:nvCxnSpPr>
          <p:spPr>
            <a:xfrm>
              <a:off x="2455973" y="3911736"/>
              <a:ext cx="0" cy="52500"/>
            </a:xfrm>
            <a:prstGeom prst="straightConnector1">
              <a:avLst/>
            </a:prstGeom>
            <a:noFill/>
            <a:ln w="9525" cap="flat" cmpd="sng">
              <a:solidFill>
                <a:srgbClr val="BAC8D3"/>
              </a:solidFill>
              <a:prstDash val="solid"/>
              <a:round/>
              <a:headEnd type="diamond" w="med" len="med"/>
              <a:tailEnd type="none" w="med" len="med"/>
            </a:ln>
          </p:spPr>
        </p:cxnSp>
        <p:grpSp>
          <p:nvGrpSpPr>
            <p:cNvPr id="4550" name="Google Shape;4550;p57"/>
            <p:cNvGrpSpPr/>
            <p:nvPr/>
          </p:nvGrpSpPr>
          <p:grpSpPr>
            <a:xfrm>
              <a:off x="2943836" y="4268886"/>
              <a:ext cx="60717" cy="122559"/>
              <a:chOff x="2943836" y="4268886"/>
              <a:chExt cx="60717" cy="122559"/>
            </a:xfrm>
          </p:grpSpPr>
          <p:sp>
            <p:nvSpPr>
              <p:cNvPr id="4551" name="Google Shape;4551;p57"/>
              <p:cNvSpPr/>
              <p:nvPr/>
            </p:nvSpPr>
            <p:spPr>
              <a:xfrm rot="5400000">
                <a:off x="2939170" y="4326062"/>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552" name="Google Shape;4552;p57"/>
              <p:cNvCxnSpPr/>
              <p:nvPr/>
            </p:nvCxnSpPr>
            <p:spPr>
              <a:xfrm>
                <a:off x="2974204" y="4268886"/>
                <a:ext cx="0" cy="52500"/>
              </a:xfrm>
              <a:prstGeom prst="straightConnector1">
                <a:avLst/>
              </a:prstGeom>
              <a:noFill/>
              <a:ln w="9525" cap="flat" cmpd="sng">
                <a:solidFill>
                  <a:srgbClr val="BAC8D3"/>
                </a:solidFill>
                <a:prstDash val="solid"/>
                <a:round/>
                <a:headEnd type="diamond" w="med" len="med"/>
                <a:tailEnd type="none" w="med" len="med"/>
              </a:ln>
            </p:spPr>
          </p:cxnSp>
        </p:grpSp>
      </p:grpSp>
      <p:grpSp>
        <p:nvGrpSpPr>
          <p:cNvPr id="4553" name="Google Shape;4553;p57"/>
          <p:cNvGrpSpPr/>
          <p:nvPr/>
        </p:nvGrpSpPr>
        <p:grpSpPr>
          <a:xfrm>
            <a:off x="3406121" y="1290134"/>
            <a:ext cx="1675870" cy="758251"/>
            <a:chOff x="3530532" y="1496185"/>
            <a:chExt cx="1562000" cy="706730"/>
          </a:xfrm>
        </p:grpSpPr>
        <p:cxnSp>
          <p:nvCxnSpPr>
            <p:cNvPr id="4554" name="Google Shape;4554;p57"/>
            <p:cNvCxnSpPr/>
            <p:nvPr/>
          </p:nvCxnSpPr>
          <p:spPr>
            <a:xfrm>
              <a:off x="3583832" y="1857562"/>
              <a:ext cx="1508700" cy="0"/>
            </a:xfrm>
            <a:prstGeom prst="straightConnector1">
              <a:avLst/>
            </a:prstGeom>
            <a:noFill/>
            <a:ln w="28575" cap="flat" cmpd="sng">
              <a:solidFill>
                <a:srgbClr val="A5B7C6"/>
              </a:solidFill>
              <a:prstDash val="solid"/>
              <a:round/>
              <a:headEnd type="none" w="med" len="med"/>
              <a:tailEnd type="triangle" w="med" len="med"/>
            </a:ln>
          </p:spPr>
        </p:cxnSp>
        <p:grpSp>
          <p:nvGrpSpPr>
            <p:cNvPr id="4555" name="Google Shape;4555;p57"/>
            <p:cNvGrpSpPr/>
            <p:nvPr/>
          </p:nvGrpSpPr>
          <p:grpSpPr>
            <a:xfrm>
              <a:off x="3530532" y="1496185"/>
              <a:ext cx="323430" cy="463587"/>
              <a:chOff x="3530532" y="1496185"/>
              <a:chExt cx="323430" cy="463587"/>
            </a:xfrm>
          </p:grpSpPr>
          <p:grpSp>
            <p:nvGrpSpPr>
              <p:cNvPr id="4556" name="Google Shape;4556;p57"/>
              <p:cNvGrpSpPr/>
              <p:nvPr/>
            </p:nvGrpSpPr>
            <p:grpSpPr>
              <a:xfrm>
                <a:off x="3567462" y="1496185"/>
                <a:ext cx="286500" cy="361376"/>
                <a:chOff x="3567462" y="1496185"/>
                <a:chExt cx="286500" cy="361376"/>
              </a:xfrm>
            </p:grpSpPr>
            <p:cxnSp>
              <p:nvCxnSpPr>
                <p:cNvPr id="4557" name="Google Shape;4557;p57"/>
                <p:cNvCxnSpPr/>
                <p:nvPr/>
              </p:nvCxnSpPr>
              <p:spPr>
                <a:xfrm rot="10800000">
                  <a:off x="3626630" y="1565661"/>
                  <a:ext cx="0" cy="291900"/>
                </a:xfrm>
                <a:prstGeom prst="straightConnector1">
                  <a:avLst/>
                </a:prstGeom>
                <a:noFill/>
                <a:ln w="28575" cap="flat" cmpd="sng">
                  <a:solidFill>
                    <a:srgbClr val="A5B7C6"/>
                  </a:solidFill>
                  <a:prstDash val="solid"/>
                  <a:round/>
                  <a:headEnd type="none" w="med" len="med"/>
                  <a:tailEnd type="none" w="med" len="med"/>
                </a:ln>
              </p:spPr>
            </p:cxnSp>
            <p:sp>
              <p:nvSpPr>
                <p:cNvPr id="4558" name="Google Shape;4558;p57"/>
                <p:cNvSpPr/>
                <p:nvPr/>
              </p:nvSpPr>
              <p:spPr>
                <a:xfrm>
                  <a:off x="3567462" y="1496185"/>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559" name="Google Shape;4559;p57"/>
              <p:cNvSpPr/>
              <p:nvPr/>
            </p:nvSpPr>
            <p:spPr>
              <a:xfrm>
                <a:off x="3530532" y="1771972"/>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60" name="Google Shape;4560;p57"/>
            <p:cNvGrpSpPr/>
            <p:nvPr/>
          </p:nvGrpSpPr>
          <p:grpSpPr>
            <a:xfrm>
              <a:off x="3891569" y="1779209"/>
              <a:ext cx="323945" cy="423706"/>
              <a:chOff x="3891569" y="1779209"/>
              <a:chExt cx="323945" cy="423706"/>
            </a:xfrm>
          </p:grpSpPr>
          <p:grpSp>
            <p:nvGrpSpPr>
              <p:cNvPr id="4561" name="Google Shape;4561;p57"/>
              <p:cNvGrpSpPr/>
              <p:nvPr/>
            </p:nvGrpSpPr>
            <p:grpSpPr>
              <a:xfrm>
                <a:off x="3929014" y="1881638"/>
                <a:ext cx="286500" cy="321278"/>
                <a:chOff x="3929014" y="1881638"/>
                <a:chExt cx="286500" cy="321278"/>
              </a:xfrm>
            </p:grpSpPr>
            <p:cxnSp>
              <p:nvCxnSpPr>
                <p:cNvPr id="4562" name="Google Shape;4562;p57"/>
                <p:cNvCxnSpPr/>
                <p:nvPr/>
              </p:nvCxnSpPr>
              <p:spPr>
                <a:xfrm rot="10800000">
                  <a:off x="3988388" y="1881638"/>
                  <a:ext cx="0" cy="291900"/>
                </a:xfrm>
                <a:prstGeom prst="straightConnector1">
                  <a:avLst/>
                </a:prstGeom>
                <a:noFill/>
                <a:ln w="28575" cap="flat" cmpd="sng">
                  <a:solidFill>
                    <a:srgbClr val="A5B7C6"/>
                  </a:solidFill>
                  <a:prstDash val="solid"/>
                  <a:round/>
                  <a:headEnd type="none" w="med" len="med"/>
                  <a:tailEnd type="none" w="med" len="med"/>
                </a:ln>
              </p:spPr>
            </p:cxnSp>
            <p:sp>
              <p:nvSpPr>
                <p:cNvPr id="4563" name="Google Shape;4563;p57"/>
                <p:cNvSpPr/>
                <p:nvPr/>
              </p:nvSpPr>
              <p:spPr>
                <a:xfrm>
                  <a:off x="3929014" y="2103016"/>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564" name="Google Shape;4564;p57"/>
              <p:cNvSpPr/>
              <p:nvPr/>
            </p:nvSpPr>
            <p:spPr>
              <a:xfrm>
                <a:off x="3891569" y="1779209"/>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65" name="Google Shape;4565;p57"/>
            <p:cNvGrpSpPr/>
            <p:nvPr/>
          </p:nvGrpSpPr>
          <p:grpSpPr>
            <a:xfrm>
              <a:off x="4252606" y="1496185"/>
              <a:ext cx="324721" cy="463587"/>
              <a:chOff x="4252606" y="1496185"/>
              <a:chExt cx="324721" cy="463587"/>
            </a:xfrm>
          </p:grpSpPr>
          <p:grpSp>
            <p:nvGrpSpPr>
              <p:cNvPr id="4566" name="Google Shape;4566;p57"/>
              <p:cNvGrpSpPr/>
              <p:nvPr/>
            </p:nvGrpSpPr>
            <p:grpSpPr>
              <a:xfrm>
                <a:off x="4290828" y="1496185"/>
                <a:ext cx="286500" cy="361376"/>
                <a:chOff x="4290828" y="1496185"/>
                <a:chExt cx="286500" cy="361376"/>
              </a:xfrm>
            </p:grpSpPr>
            <p:cxnSp>
              <p:nvCxnSpPr>
                <p:cNvPr id="4567" name="Google Shape;4567;p57"/>
                <p:cNvCxnSpPr/>
                <p:nvPr/>
              </p:nvCxnSpPr>
              <p:spPr>
                <a:xfrm rot="10800000">
                  <a:off x="4349995" y="1565661"/>
                  <a:ext cx="0" cy="291900"/>
                </a:xfrm>
                <a:prstGeom prst="straightConnector1">
                  <a:avLst/>
                </a:prstGeom>
                <a:noFill/>
                <a:ln w="28575" cap="flat" cmpd="sng">
                  <a:solidFill>
                    <a:srgbClr val="A5B7C6"/>
                  </a:solidFill>
                  <a:prstDash val="solid"/>
                  <a:round/>
                  <a:headEnd type="none" w="med" len="med"/>
                  <a:tailEnd type="none" w="med" len="med"/>
                </a:ln>
              </p:spPr>
            </p:cxnSp>
            <p:sp>
              <p:nvSpPr>
                <p:cNvPr id="4568" name="Google Shape;4568;p57"/>
                <p:cNvSpPr/>
                <p:nvPr/>
              </p:nvSpPr>
              <p:spPr>
                <a:xfrm>
                  <a:off x="4290828" y="1496185"/>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569" name="Google Shape;4569;p57"/>
              <p:cNvSpPr/>
              <p:nvPr/>
            </p:nvSpPr>
            <p:spPr>
              <a:xfrm>
                <a:off x="4252606" y="1771972"/>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70" name="Google Shape;4570;p57"/>
            <p:cNvGrpSpPr/>
            <p:nvPr/>
          </p:nvGrpSpPr>
          <p:grpSpPr>
            <a:xfrm>
              <a:off x="4613643" y="1763716"/>
              <a:ext cx="325308" cy="439200"/>
              <a:chOff x="4613643" y="1763716"/>
              <a:chExt cx="325308" cy="439200"/>
            </a:xfrm>
          </p:grpSpPr>
          <p:grpSp>
            <p:nvGrpSpPr>
              <p:cNvPr id="4571" name="Google Shape;4571;p57"/>
              <p:cNvGrpSpPr/>
              <p:nvPr/>
            </p:nvGrpSpPr>
            <p:grpSpPr>
              <a:xfrm>
                <a:off x="4652451" y="1879538"/>
                <a:ext cx="286500" cy="323378"/>
                <a:chOff x="4652451" y="1879538"/>
                <a:chExt cx="286500" cy="323378"/>
              </a:xfrm>
            </p:grpSpPr>
            <p:cxnSp>
              <p:nvCxnSpPr>
                <p:cNvPr id="4572" name="Google Shape;4572;p57"/>
                <p:cNvCxnSpPr/>
                <p:nvPr/>
              </p:nvCxnSpPr>
              <p:spPr>
                <a:xfrm rot="10800000">
                  <a:off x="4707486" y="1879538"/>
                  <a:ext cx="0" cy="294000"/>
                </a:xfrm>
                <a:prstGeom prst="straightConnector1">
                  <a:avLst/>
                </a:prstGeom>
                <a:noFill/>
                <a:ln w="28575" cap="flat" cmpd="sng">
                  <a:solidFill>
                    <a:srgbClr val="A5B7C6"/>
                  </a:solidFill>
                  <a:prstDash val="solid"/>
                  <a:round/>
                  <a:headEnd type="none" w="med" len="med"/>
                  <a:tailEnd type="none" w="med" len="med"/>
                </a:ln>
              </p:spPr>
            </p:cxnSp>
            <p:sp>
              <p:nvSpPr>
                <p:cNvPr id="4573" name="Google Shape;4573;p57"/>
                <p:cNvSpPr/>
                <p:nvPr/>
              </p:nvSpPr>
              <p:spPr>
                <a:xfrm>
                  <a:off x="4652451" y="2103016"/>
                  <a:ext cx="286500" cy="999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574" name="Google Shape;4574;p57"/>
              <p:cNvSpPr/>
              <p:nvPr/>
            </p:nvSpPr>
            <p:spPr>
              <a:xfrm>
                <a:off x="4613643" y="1763716"/>
                <a:ext cx="187800" cy="1878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575" name="Google Shape;4575;p57"/>
          <p:cNvGrpSpPr/>
          <p:nvPr/>
        </p:nvGrpSpPr>
        <p:grpSpPr>
          <a:xfrm>
            <a:off x="3417981" y="2143759"/>
            <a:ext cx="1652173" cy="391517"/>
            <a:chOff x="3512551" y="2358270"/>
            <a:chExt cx="1597383" cy="378533"/>
          </a:xfrm>
        </p:grpSpPr>
        <p:cxnSp>
          <p:nvCxnSpPr>
            <p:cNvPr id="4576" name="Google Shape;4576;p57"/>
            <p:cNvCxnSpPr>
              <a:stCxn id="4577" idx="6"/>
              <a:endCxn id="4578" idx="2"/>
            </p:cNvCxnSpPr>
            <p:nvPr/>
          </p:nvCxnSpPr>
          <p:spPr>
            <a:xfrm>
              <a:off x="3738198" y="2553118"/>
              <a:ext cx="1146000" cy="0"/>
            </a:xfrm>
            <a:prstGeom prst="straightConnector1">
              <a:avLst/>
            </a:prstGeom>
            <a:noFill/>
            <a:ln w="19050" cap="flat" cmpd="sng">
              <a:solidFill>
                <a:srgbClr val="435D74"/>
              </a:solidFill>
              <a:prstDash val="solid"/>
              <a:round/>
              <a:headEnd type="none" w="med" len="med"/>
              <a:tailEnd type="none" w="med" len="med"/>
            </a:ln>
          </p:spPr>
        </p:cxnSp>
        <p:grpSp>
          <p:nvGrpSpPr>
            <p:cNvPr id="4579" name="Google Shape;4579;p57"/>
            <p:cNvGrpSpPr/>
            <p:nvPr/>
          </p:nvGrpSpPr>
          <p:grpSpPr>
            <a:xfrm>
              <a:off x="3512551" y="2358270"/>
              <a:ext cx="225647" cy="307714"/>
              <a:chOff x="2182679" y="2004714"/>
              <a:chExt cx="792300" cy="1080458"/>
            </a:xfrm>
          </p:grpSpPr>
          <p:cxnSp>
            <p:nvCxnSpPr>
              <p:cNvPr id="4580" name="Google Shape;4580;p57"/>
              <p:cNvCxnSpPr>
                <a:stCxn id="4581" idx="0"/>
              </p:cNvCxnSpPr>
              <p:nvPr/>
            </p:nvCxnSpPr>
            <p:spPr>
              <a:xfrm rot="10800000">
                <a:off x="2578961" y="2004714"/>
                <a:ext cx="0" cy="389100"/>
              </a:xfrm>
              <a:prstGeom prst="straightConnector1">
                <a:avLst/>
              </a:prstGeom>
              <a:noFill/>
              <a:ln w="9525" cap="flat" cmpd="sng">
                <a:solidFill>
                  <a:srgbClr val="435D74"/>
                </a:solidFill>
                <a:prstDash val="solid"/>
                <a:round/>
                <a:headEnd type="none" w="med" len="med"/>
                <a:tailEnd type="none" w="med" len="med"/>
              </a:ln>
            </p:spPr>
          </p:cxnSp>
          <p:sp>
            <p:nvSpPr>
              <p:cNvPr id="4577" name="Google Shape;4577;p57"/>
              <p:cNvSpPr/>
              <p:nvPr/>
            </p:nvSpPr>
            <p:spPr>
              <a:xfrm>
                <a:off x="2182679"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1" name="Google Shape;4581;p57"/>
              <p:cNvSpPr/>
              <p:nvPr/>
            </p:nvSpPr>
            <p:spPr>
              <a:xfrm>
                <a:off x="2283911"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82" name="Google Shape;4582;p57"/>
            <p:cNvGrpSpPr/>
            <p:nvPr/>
          </p:nvGrpSpPr>
          <p:grpSpPr>
            <a:xfrm>
              <a:off x="3969644" y="2440153"/>
              <a:ext cx="225853" cy="296651"/>
              <a:chOff x="3775710" y="1729289"/>
              <a:chExt cx="136500" cy="179289"/>
            </a:xfrm>
          </p:grpSpPr>
          <p:cxnSp>
            <p:nvCxnSpPr>
              <p:cNvPr id="4583" name="Google Shape;4583;p57"/>
              <p:cNvCxnSpPr/>
              <p:nvPr/>
            </p:nvCxnSpPr>
            <p:spPr>
              <a:xfrm>
                <a:off x="3843851" y="1848278"/>
                <a:ext cx="0" cy="60300"/>
              </a:xfrm>
              <a:prstGeom prst="straightConnector1">
                <a:avLst/>
              </a:prstGeom>
              <a:noFill/>
              <a:ln w="9525" cap="flat" cmpd="sng">
                <a:solidFill>
                  <a:srgbClr val="435D74"/>
                </a:solidFill>
                <a:prstDash val="solid"/>
                <a:round/>
                <a:headEnd type="none" w="med" len="med"/>
                <a:tailEnd type="none" w="med" len="med"/>
              </a:ln>
            </p:spPr>
          </p:cxnSp>
          <p:sp>
            <p:nvSpPr>
              <p:cNvPr id="4584" name="Google Shape;4584;p57"/>
              <p:cNvSpPr/>
              <p:nvPr/>
            </p:nvSpPr>
            <p:spPr>
              <a:xfrm>
                <a:off x="3775710" y="1729289"/>
                <a:ext cx="136500" cy="1365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5" name="Google Shape;4585;p57"/>
              <p:cNvSpPr/>
              <p:nvPr/>
            </p:nvSpPr>
            <p:spPr>
              <a:xfrm>
                <a:off x="3793133" y="1746713"/>
                <a:ext cx="101700" cy="1017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86" name="Google Shape;4586;p57"/>
            <p:cNvGrpSpPr/>
            <p:nvPr/>
          </p:nvGrpSpPr>
          <p:grpSpPr>
            <a:xfrm>
              <a:off x="4427051" y="2358270"/>
              <a:ext cx="225647" cy="307714"/>
              <a:chOff x="5393704" y="2004714"/>
              <a:chExt cx="792300" cy="1080458"/>
            </a:xfrm>
          </p:grpSpPr>
          <p:cxnSp>
            <p:nvCxnSpPr>
              <p:cNvPr id="4587" name="Google Shape;4587;p57"/>
              <p:cNvCxnSpPr>
                <a:stCxn id="4588" idx="0"/>
              </p:cNvCxnSpPr>
              <p:nvPr/>
            </p:nvCxnSpPr>
            <p:spPr>
              <a:xfrm rot="10800000">
                <a:off x="5789986" y="2004714"/>
                <a:ext cx="0" cy="389100"/>
              </a:xfrm>
              <a:prstGeom prst="straightConnector1">
                <a:avLst/>
              </a:prstGeom>
              <a:noFill/>
              <a:ln w="9525" cap="flat" cmpd="sng">
                <a:solidFill>
                  <a:srgbClr val="435D74"/>
                </a:solidFill>
                <a:prstDash val="solid"/>
                <a:round/>
                <a:headEnd type="none" w="med" len="med"/>
                <a:tailEnd type="none" w="med" len="med"/>
              </a:ln>
            </p:spPr>
          </p:cxnSp>
          <p:sp>
            <p:nvSpPr>
              <p:cNvPr id="4589" name="Google Shape;4589;p57"/>
              <p:cNvSpPr/>
              <p:nvPr/>
            </p:nvSpPr>
            <p:spPr>
              <a:xfrm>
                <a:off x="5393704"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8" name="Google Shape;4588;p57"/>
              <p:cNvSpPr/>
              <p:nvPr/>
            </p:nvSpPr>
            <p:spPr>
              <a:xfrm>
                <a:off x="5494936"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90" name="Google Shape;4590;p57"/>
            <p:cNvGrpSpPr/>
            <p:nvPr/>
          </p:nvGrpSpPr>
          <p:grpSpPr>
            <a:xfrm>
              <a:off x="4884287" y="2440252"/>
              <a:ext cx="225647" cy="296532"/>
              <a:chOff x="6999166" y="2292572"/>
              <a:chExt cx="792300" cy="1041192"/>
            </a:xfrm>
          </p:grpSpPr>
          <p:cxnSp>
            <p:nvCxnSpPr>
              <p:cNvPr id="4591" name="Google Shape;4591;p57"/>
              <p:cNvCxnSpPr/>
              <p:nvPr/>
            </p:nvCxnSpPr>
            <p:spPr>
              <a:xfrm>
                <a:off x="7395553" y="2983964"/>
                <a:ext cx="0" cy="349800"/>
              </a:xfrm>
              <a:prstGeom prst="straightConnector1">
                <a:avLst/>
              </a:prstGeom>
              <a:noFill/>
              <a:ln w="9525" cap="flat" cmpd="sng">
                <a:solidFill>
                  <a:srgbClr val="435D74"/>
                </a:solidFill>
                <a:prstDash val="solid"/>
                <a:round/>
                <a:headEnd type="none" w="med" len="med"/>
                <a:tailEnd type="none" w="med" len="med"/>
              </a:ln>
            </p:spPr>
          </p:cxnSp>
          <p:sp>
            <p:nvSpPr>
              <p:cNvPr id="4578" name="Google Shape;4578;p57"/>
              <p:cNvSpPr/>
              <p:nvPr/>
            </p:nvSpPr>
            <p:spPr>
              <a:xfrm>
                <a:off x="6999166"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2" name="Google Shape;4592;p57"/>
              <p:cNvSpPr/>
              <p:nvPr/>
            </p:nvSpPr>
            <p:spPr>
              <a:xfrm>
                <a:off x="7100398"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593" name="Google Shape;4593;p57"/>
          <p:cNvGrpSpPr/>
          <p:nvPr/>
        </p:nvGrpSpPr>
        <p:grpSpPr>
          <a:xfrm>
            <a:off x="6838789" y="979959"/>
            <a:ext cx="1581844" cy="732818"/>
            <a:chOff x="634175" y="2986275"/>
            <a:chExt cx="3147949" cy="1458344"/>
          </a:xfrm>
        </p:grpSpPr>
        <p:cxnSp>
          <p:nvCxnSpPr>
            <p:cNvPr id="4594" name="Google Shape;4594;p57"/>
            <p:cNvCxnSpPr>
              <a:stCxn id="4595" idx="4"/>
              <a:endCxn id="4596" idx="0"/>
            </p:cNvCxnSpPr>
            <p:nvPr/>
          </p:nvCxnSpPr>
          <p:spPr>
            <a:xfrm>
              <a:off x="929975" y="3577875"/>
              <a:ext cx="591300" cy="275100"/>
            </a:xfrm>
            <a:prstGeom prst="straightConnector1">
              <a:avLst/>
            </a:prstGeom>
            <a:noFill/>
            <a:ln w="19050" cap="flat" cmpd="sng">
              <a:solidFill>
                <a:srgbClr val="435D74"/>
              </a:solidFill>
              <a:prstDash val="solid"/>
              <a:round/>
              <a:headEnd type="none" w="med" len="med"/>
              <a:tailEnd type="none" w="med" len="med"/>
            </a:ln>
          </p:spPr>
        </p:cxnSp>
        <p:cxnSp>
          <p:nvCxnSpPr>
            <p:cNvPr id="4597" name="Google Shape;4597;p57"/>
            <p:cNvCxnSpPr>
              <a:stCxn id="4596" idx="0"/>
              <a:endCxn id="4598" idx="4"/>
            </p:cNvCxnSpPr>
            <p:nvPr/>
          </p:nvCxnSpPr>
          <p:spPr>
            <a:xfrm rot="10800000" flipH="1">
              <a:off x="1521366" y="3577919"/>
              <a:ext cx="686700" cy="275100"/>
            </a:xfrm>
            <a:prstGeom prst="straightConnector1">
              <a:avLst/>
            </a:prstGeom>
            <a:noFill/>
            <a:ln w="19050" cap="flat" cmpd="sng">
              <a:solidFill>
                <a:srgbClr val="435D74"/>
              </a:solidFill>
              <a:prstDash val="solid"/>
              <a:round/>
              <a:headEnd type="none" w="med" len="med"/>
              <a:tailEnd type="none" w="med" len="med"/>
            </a:ln>
          </p:spPr>
        </p:cxnSp>
        <p:cxnSp>
          <p:nvCxnSpPr>
            <p:cNvPr id="4599" name="Google Shape;4599;p57"/>
            <p:cNvCxnSpPr>
              <a:stCxn id="4598" idx="4"/>
              <a:endCxn id="4600" idx="0"/>
            </p:cNvCxnSpPr>
            <p:nvPr/>
          </p:nvCxnSpPr>
          <p:spPr>
            <a:xfrm>
              <a:off x="2208152" y="3577875"/>
              <a:ext cx="686700" cy="275100"/>
            </a:xfrm>
            <a:prstGeom prst="straightConnector1">
              <a:avLst/>
            </a:prstGeom>
            <a:noFill/>
            <a:ln w="19050" cap="flat" cmpd="sng">
              <a:solidFill>
                <a:srgbClr val="435D74"/>
              </a:solidFill>
              <a:prstDash val="solid"/>
              <a:round/>
              <a:headEnd type="none" w="med" len="med"/>
              <a:tailEnd type="none" w="med" len="med"/>
            </a:ln>
          </p:spPr>
        </p:cxnSp>
        <p:cxnSp>
          <p:nvCxnSpPr>
            <p:cNvPr id="4601" name="Google Shape;4601;p57"/>
            <p:cNvCxnSpPr>
              <a:stCxn id="4600" idx="0"/>
              <a:endCxn id="4602" idx="4"/>
            </p:cNvCxnSpPr>
            <p:nvPr/>
          </p:nvCxnSpPr>
          <p:spPr>
            <a:xfrm rot="10800000" flipH="1">
              <a:off x="2894933" y="3577918"/>
              <a:ext cx="591300" cy="275100"/>
            </a:xfrm>
            <a:prstGeom prst="straightConnector1">
              <a:avLst/>
            </a:prstGeom>
            <a:noFill/>
            <a:ln w="19050" cap="flat" cmpd="sng">
              <a:solidFill>
                <a:srgbClr val="435D74"/>
              </a:solidFill>
              <a:prstDash val="solid"/>
              <a:round/>
              <a:headEnd type="none" w="med" len="med"/>
              <a:tailEnd type="none" w="med" len="med"/>
            </a:ln>
          </p:spPr>
        </p:cxnSp>
        <p:sp>
          <p:nvSpPr>
            <p:cNvPr id="4602" name="Google Shape;4602;p57"/>
            <p:cNvSpPr/>
            <p:nvPr/>
          </p:nvSpPr>
          <p:spPr>
            <a:xfrm>
              <a:off x="3190524"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4598" name="Google Shape;4598;p57"/>
            <p:cNvSpPr/>
            <p:nvPr/>
          </p:nvSpPr>
          <p:spPr>
            <a:xfrm>
              <a:off x="1912352"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4595" name="Google Shape;4595;p57"/>
            <p:cNvSpPr/>
            <p:nvPr/>
          </p:nvSpPr>
          <p:spPr>
            <a:xfrm>
              <a:off x="634175"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4600" name="Google Shape;4600;p57"/>
            <p:cNvSpPr/>
            <p:nvPr/>
          </p:nvSpPr>
          <p:spPr>
            <a:xfrm>
              <a:off x="2599133" y="3853018"/>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sp>
          <p:nvSpPr>
            <p:cNvPr id="4596" name="Google Shape;4596;p57"/>
            <p:cNvSpPr/>
            <p:nvPr/>
          </p:nvSpPr>
          <p:spPr>
            <a:xfrm>
              <a:off x="1225566" y="3853019"/>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grpSp>
      <p:grpSp>
        <p:nvGrpSpPr>
          <p:cNvPr id="4603" name="Google Shape;4603;p57"/>
          <p:cNvGrpSpPr/>
          <p:nvPr/>
        </p:nvGrpSpPr>
        <p:grpSpPr>
          <a:xfrm>
            <a:off x="3406504" y="2674269"/>
            <a:ext cx="1675128" cy="313674"/>
            <a:chOff x="998425" y="1182125"/>
            <a:chExt cx="1065400" cy="199500"/>
          </a:xfrm>
        </p:grpSpPr>
        <p:sp>
          <p:nvSpPr>
            <p:cNvPr id="4604" name="Google Shape;4604;p57"/>
            <p:cNvSpPr/>
            <p:nvPr/>
          </p:nvSpPr>
          <p:spPr>
            <a:xfrm>
              <a:off x="998425" y="1182125"/>
              <a:ext cx="1065400" cy="199500"/>
            </a:xfrm>
            <a:custGeom>
              <a:avLst/>
              <a:gdLst/>
              <a:ahLst/>
              <a:cxnLst/>
              <a:rect l="l" t="t" r="r" b="b"/>
              <a:pathLst>
                <a:path w="42616" h="7980" extrusionOk="0">
                  <a:moveTo>
                    <a:pt x="4324" y="1"/>
                  </a:moveTo>
                  <a:cubicBezTo>
                    <a:pt x="3159" y="1"/>
                    <a:pt x="1997" y="512"/>
                    <a:pt x="1246" y="1424"/>
                  </a:cubicBezTo>
                  <a:cubicBezTo>
                    <a:pt x="180" y="2720"/>
                    <a:pt x="1" y="4577"/>
                    <a:pt x="867" y="6031"/>
                  </a:cubicBezTo>
                  <a:cubicBezTo>
                    <a:pt x="1600" y="7262"/>
                    <a:pt x="2935" y="7980"/>
                    <a:pt x="4331" y="7980"/>
                  </a:cubicBezTo>
                  <a:cubicBezTo>
                    <a:pt x="4576" y="7980"/>
                    <a:pt x="4822" y="7958"/>
                    <a:pt x="5067" y="7913"/>
                  </a:cubicBezTo>
                  <a:cubicBezTo>
                    <a:pt x="6219" y="7700"/>
                    <a:pt x="7170" y="6971"/>
                    <a:pt x="7733" y="6006"/>
                  </a:cubicBezTo>
                  <a:cubicBezTo>
                    <a:pt x="8105" y="5370"/>
                    <a:pt x="8773" y="4970"/>
                    <a:pt x="9508" y="4970"/>
                  </a:cubicBezTo>
                  <a:lnTo>
                    <a:pt x="10488" y="4970"/>
                  </a:lnTo>
                  <a:cubicBezTo>
                    <a:pt x="11237" y="4970"/>
                    <a:pt x="11919" y="5376"/>
                    <a:pt x="12300" y="6020"/>
                  </a:cubicBezTo>
                  <a:lnTo>
                    <a:pt x="12307" y="6031"/>
                  </a:lnTo>
                  <a:cubicBezTo>
                    <a:pt x="13039" y="7262"/>
                    <a:pt x="14375" y="7980"/>
                    <a:pt x="15771" y="7980"/>
                  </a:cubicBezTo>
                  <a:cubicBezTo>
                    <a:pt x="16016" y="7980"/>
                    <a:pt x="16262" y="7958"/>
                    <a:pt x="16507" y="7913"/>
                  </a:cubicBezTo>
                  <a:cubicBezTo>
                    <a:pt x="17658" y="7700"/>
                    <a:pt x="18610" y="6971"/>
                    <a:pt x="19173" y="6006"/>
                  </a:cubicBezTo>
                  <a:cubicBezTo>
                    <a:pt x="19545" y="5370"/>
                    <a:pt x="20213" y="4970"/>
                    <a:pt x="20946" y="4970"/>
                  </a:cubicBezTo>
                  <a:lnTo>
                    <a:pt x="21928" y="4970"/>
                  </a:lnTo>
                  <a:cubicBezTo>
                    <a:pt x="22677" y="4970"/>
                    <a:pt x="23359" y="5376"/>
                    <a:pt x="23740" y="6020"/>
                  </a:cubicBezTo>
                  <a:lnTo>
                    <a:pt x="23747" y="6031"/>
                  </a:lnTo>
                  <a:cubicBezTo>
                    <a:pt x="24479" y="7262"/>
                    <a:pt x="25815" y="7980"/>
                    <a:pt x="27210" y="7980"/>
                  </a:cubicBezTo>
                  <a:cubicBezTo>
                    <a:pt x="27454" y="7980"/>
                    <a:pt x="27700" y="7958"/>
                    <a:pt x="27945" y="7913"/>
                  </a:cubicBezTo>
                  <a:cubicBezTo>
                    <a:pt x="29098" y="7700"/>
                    <a:pt x="30048" y="6971"/>
                    <a:pt x="30613" y="6006"/>
                  </a:cubicBezTo>
                  <a:cubicBezTo>
                    <a:pt x="30985" y="5370"/>
                    <a:pt x="31652" y="4970"/>
                    <a:pt x="32388" y="4970"/>
                  </a:cubicBezTo>
                  <a:lnTo>
                    <a:pt x="33368" y="4970"/>
                  </a:lnTo>
                  <a:cubicBezTo>
                    <a:pt x="34117" y="4970"/>
                    <a:pt x="34799" y="5376"/>
                    <a:pt x="35180" y="6020"/>
                  </a:cubicBezTo>
                  <a:lnTo>
                    <a:pt x="35187" y="6031"/>
                  </a:lnTo>
                  <a:cubicBezTo>
                    <a:pt x="35920" y="7262"/>
                    <a:pt x="37255" y="7980"/>
                    <a:pt x="38651" y="7980"/>
                  </a:cubicBezTo>
                  <a:cubicBezTo>
                    <a:pt x="38896" y="7980"/>
                    <a:pt x="39142" y="7958"/>
                    <a:pt x="39387" y="7913"/>
                  </a:cubicBezTo>
                  <a:cubicBezTo>
                    <a:pt x="41256" y="7567"/>
                    <a:pt x="42594" y="5866"/>
                    <a:pt x="42615" y="3993"/>
                  </a:cubicBezTo>
                  <a:cubicBezTo>
                    <a:pt x="42599" y="2323"/>
                    <a:pt x="41557" y="833"/>
                    <a:pt x="39994" y="246"/>
                  </a:cubicBezTo>
                  <a:cubicBezTo>
                    <a:pt x="39559" y="81"/>
                    <a:pt x="39100" y="2"/>
                    <a:pt x="38642" y="2"/>
                  </a:cubicBezTo>
                  <a:cubicBezTo>
                    <a:pt x="37477" y="2"/>
                    <a:pt x="36315" y="513"/>
                    <a:pt x="35565" y="1426"/>
                  </a:cubicBezTo>
                  <a:cubicBezTo>
                    <a:pt x="35428" y="1592"/>
                    <a:pt x="35304" y="1770"/>
                    <a:pt x="35195" y="1957"/>
                  </a:cubicBezTo>
                  <a:cubicBezTo>
                    <a:pt x="34817" y="2606"/>
                    <a:pt x="34133" y="3018"/>
                    <a:pt x="33382" y="3018"/>
                  </a:cubicBezTo>
                  <a:lnTo>
                    <a:pt x="32420" y="3018"/>
                  </a:lnTo>
                  <a:cubicBezTo>
                    <a:pt x="31683" y="3018"/>
                    <a:pt x="30996" y="2632"/>
                    <a:pt x="30624" y="1994"/>
                  </a:cubicBezTo>
                  <a:cubicBezTo>
                    <a:pt x="30157" y="1190"/>
                    <a:pt x="29425" y="572"/>
                    <a:pt x="28556" y="244"/>
                  </a:cubicBezTo>
                  <a:cubicBezTo>
                    <a:pt x="28121" y="80"/>
                    <a:pt x="27663" y="1"/>
                    <a:pt x="27205" y="1"/>
                  </a:cubicBezTo>
                  <a:cubicBezTo>
                    <a:pt x="26039" y="1"/>
                    <a:pt x="24877" y="513"/>
                    <a:pt x="24125" y="1426"/>
                  </a:cubicBezTo>
                  <a:cubicBezTo>
                    <a:pt x="23989" y="1592"/>
                    <a:pt x="23865" y="1770"/>
                    <a:pt x="23755" y="1957"/>
                  </a:cubicBezTo>
                  <a:cubicBezTo>
                    <a:pt x="23377" y="2606"/>
                    <a:pt x="22695" y="3018"/>
                    <a:pt x="21944" y="3018"/>
                  </a:cubicBezTo>
                  <a:lnTo>
                    <a:pt x="20981" y="3018"/>
                  </a:lnTo>
                  <a:cubicBezTo>
                    <a:pt x="20243" y="3018"/>
                    <a:pt x="19556" y="2632"/>
                    <a:pt x="19185" y="1994"/>
                  </a:cubicBezTo>
                  <a:cubicBezTo>
                    <a:pt x="18717" y="1190"/>
                    <a:pt x="17987" y="572"/>
                    <a:pt x="17116" y="244"/>
                  </a:cubicBezTo>
                  <a:cubicBezTo>
                    <a:pt x="16681" y="80"/>
                    <a:pt x="16223" y="1"/>
                    <a:pt x="15766" y="1"/>
                  </a:cubicBezTo>
                  <a:cubicBezTo>
                    <a:pt x="14600" y="1"/>
                    <a:pt x="13437" y="513"/>
                    <a:pt x="12686" y="1426"/>
                  </a:cubicBezTo>
                  <a:cubicBezTo>
                    <a:pt x="12549" y="1592"/>
                    <a:pt x="12425" y="1770"/>
                    <a:pt x="12316" y="1957"/>
                  </a:cubicBezTo>
                  <a:cubicBezTo>
                    <a:pt x="11937" y="2606"/>
                    <a:pt x="11255" y="3016"/>
                    <a:pt x="10504" y="3016"/>
                  </a:cubicBezTo>
                  <a:lnTo>
                    <a:pt x="9541" y="3016"/>
                  </a:lnTo>
                  <a:cubicBezTo>
                    <a:pt x="8805" y="3016"/>
                    <a:pt x="8116" y="2632"/>
                    <a:pt x="7745" y="1994"/>
                  </a:cubicBezTo>
                  <a:cubicBezTo>
                    <a:pt x="7277" y="1190"/>
                    <a:pt x="6547" y="572"/>
                    <a:pt x="5676" y="244"/>
                  </a:cubicBezTo>
                  <a:cubicBezTo>
                    <a:pt x="5241" y="80"/>
                    <a:pt x="4782" y="1"/>
                    <a:pt x="432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5" name="Google Shape;4605;p57"/>
            <p:cNvSpPr/>
            <p:nvPr/>
          </p:nvSpPr>
          <p:spPr>
            <a:xfrm>
              <a:off x="1017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6" name="Google Shape;4606;p57"/>
            <p:cNvSpPr/>
            <p:nvPr/>
          </p:nvSpPr>
          <p:spPr>
            <a:xfrm>
              <a:off x="1303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7" name="Google Shape;4607;p57"/>
            <p:cNvSpPr/>
            <p:nvPr/>
          </p:nvSpPr>
          <p:spPr>
            <a:xfrm>
              <a:off x="1589250" y="1193175"/>
              <a:ext cx="177475" cy="177500"/>
            </a:xfrm>
            <a:custGeom>
              <a:avLst/>
              <a:gdLst/>
              <a:ahLst/>
              <a:cxnLst/>
              <a:rect l="l" t="t" r="r" b="b"/>
              <a:pathLst>
                <a:path w="7099" h="7100" extrusionOk="0">
                  <a:moveTo>
                    <a:pt x="3549" y="1"/>
                  </a:moveTo>
                  <a:cubicBezTo>
                    <a:pt x="1589" y="1"/>
                    <a:pt x="0" y="1589"/>
                    <a:pt x="0" y="3551"/>
                  </a:cubicBezTo>
                  <a:cubicBezTo>
                    <a:pt x="0" y="5511"/>
                    <a:pt x="1589" y="7099"/>
                    <a:pt x="3549" y="7099"/>
                  </a:cubicBezTo>
                  <a:cubicBezTo>
                    <a:pt x="5510" y="7099"/>
                    <a:pt x="7099" y="5511"/>
                    <a:pt x="7099" y="3551"/>
                  </a:cubicBezTo>
                  <a:cubicBezTo>
                    <a:pt x="7099" y="1589"/>
                    <a:pt x="5510" y="1"/>
                    <a:pt x="354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8" name="Google Shape;4608;p57"/>
            <p:cNvSpPr/>
            <p:nvPr/>
          </p:nvSpPr>
          <p:spPr>
            <a:xfrm>
              <a:off x="1875200" y="1193175"/>
              <a:ext cx="177525" cy="177500"/>
            </a:xfrm>
            <a:custGeom>
              <a:avLst/>
              <a:gdLst/>
              <a:ahLst/>
              <a:cxnLst/>
              <a:rect l="l" t="t" r="r" b="b"/>
              <a:pathLst>
                <a:path w="7101" h="7100" extrusionOk="0">
                  <a:moveTo>
                    <a:pt x="3551" y="1"/>
                  </a:moveTo>
                  <a:cubicBezTo>
                    <a:pt x="1590" y="1"/>
                    <a:pt x="0" y="1589"/>
                    <a:pt x="0" y="3551"/>
                  </a:cubicBezTo>
                  <a:cubicBezTo>
                    <a:pt x="0" y="5511"/>
                    <a:pt x="1590" y="7099"/>
                    <a:pt x="3551" y="7099"/>
                  </a:cubicBezTo>
                  <a:cubicBezTo>
                    <a:pt x="5511" y="7099"/>
                    <a:pt x="7101" y="5511"/>
                    <a:pt x="7101" y="3551"/>
                  </a:cubicBezTo>
                  <a:cubicBezTo>
                    <a:pt x="7101" y="1589"/>
                    <a:pt x="5511" y="1"/>
                    <a:pt x="355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09" name="Google Shape;4609;p57"/>
          <p:cNvGrpSpPr/>
          <p:nvPr/>
        </p:nvGrpSpPr>
        <p:grpSpPr>
          <a:xfrm>
            <a:off x="3406503" y="3630235"/>
            <a:ext cx="1675129" cy="525345"/>
            <a:chOff x="5194708" y="3484366"/>
            <a:chExt cx="3148148" cy="987304"/>
          </a:xfrm>
        </p:grpSpPr>
        <p:grpSp>
          <p:nvGrpSpPr>
            <p:cNvPr id="4610" name="Google Shape;4610;p57"/>
            <p:cNvGrpSpPr/>
            <p:nvPr/>
          </p:nvGrpSpPr>
          <p:grpSpPr>
            <a:xfrm>
              <a:off x="7531521" y="3484366"/>
              <a:ext cx="811335" cy="987304"/>
              <a:chOff x="3379425" y="1617275"/>
              <a:chExt cx="1090650" cy="1327200"/>
            </a:xfrm>
          </p:grpSpPr>
          <p:sp>
            <p:nvSpPr>
              <p:cNvPr id="4611" name="Google Shape;4611;p57"/>
              <p:cNvSpPr/>
              <p:nvPr/>
            </p:nvSpPr>
            <p:spPr>
              <a:xfrm>
                <a:off x="3554475"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2" name="Google Shape;4612;p57"/>
              <p:cNvSpPr/>
              <p:nvPr/>
            </p:nvSpPr>
            <p:spPr>
              <a:xfrm>
                <a:off x="3379425"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5" y="42750"/>
                    </a:cubicBezTo>
                    <a:lnTo>
                      <a:pt x="20935" y="50957"/>
                    </a:lnTo>
                    <a:lnTo>
                      <a:pt x="22691" y="50942"/>
                    </a:lnTo>
                    <a:lnTo>
                      <a:pt x="22691" y="43610"/>
                    </a:lnTo>
                    <a:cubicBezTo>
                      <a:pt x="34312" y="43147"/>
                      <a:pt x="43626" y="33547"/>
                      <a:pt x="43626" y="21814"/>
                    </a:cubicBezTo>
                    <a:cubicBezTo>
                      <a:pt x="43626" y="9785"/>
                      <a:pt x="33841" y="0"/>
                      <a:pt x="2181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3" name="Google Shape;4613;p57"/>
              <p:cNvSpPr/>
              <p:nvPr/>
            </p:nvSpPr>
            <p:spPr>
              <a:xfrm>
                <a:off x="3775050" y="2771175"/>
                <a:ext cx="300875" cy="173300"/>
              </a:xfrm>
              <a:custGeom>
                <a:avLst/>
                <a:gdLst/>
                <a:ahLst/>
                <a:cxnLst/>
                <a:rect l="l" t="t" r="r" b="b"/>
                <a:pathLst>
                  <a:path w="12035" h="6932" extrusionOk="0">
                    <a:moveTo>
                      <a:pt x="11087" y="1"/>
                    </a:moveTo>
                    <a:cubicBezTo>
                      <a:pt x="10861" y="1"/>
                      <a:pt x="10636" y="87"/>
                      <a:pt x="10465" y="260"/>
                    </a:cubicBezTo>
                    <a:lnTo>
                      <a:pt x="6866" y="3859"/>
                    </a:lnTo>
                    <a:lnTo>
                      <a:pt x="5979" y="4742"/>
                    </a:lnTo>
                    <a:lnTo>
                      <a:pt x="5110" y="3874"/>
                    </a:lnTo>
                    <a:lnTo>
                      <a:pt x="1496" y="260"/>
                    </a:lnTo>
                    <a:cubicBezTo>
                      <a:pt x="1342" y="153"/>
                      <a:pt x="1166" y="102"/>
                      <a:pt x="990" y="102"/>
                    </a:cubicBezTo>
                    <a:cubicBezTo>
                      <a:pt x="731" y="102"/>
                      <a:pt x="475" y="214"/>
                      <a:pt x="298" y="427"/>
                    </a:cubicBezTo>
                    <a:cubicBezTo>
                      <a:pt x="1" y="783"/>
                      <a:pt x="23" y="1306"/>
                      <a:pt x="350" y="1636"/>
                    </a:cubicBezTo>
                    <a:lnTo>
                      <a:pt x="5389" y="6675"/>
                    </a:lnTo>
                    <a:cubicBezTo>
                      <a:pt x="5559" y="6846"/>
                      <a:pt x="5784" y="6931"/>
                      <a:pt x="6009" y="6931"/>
                    </a:cubicBezTo>
                    <a:cubicBezTo>
                      <a:pt x="6234" y="6931"/>
                      <a:pt x="6459" y="6846"/>
                      <a:pt x="6632" y="6675"/>
                    </a:cubicBezTo>
                    <a:lnTo>
                      <a:pt x="11667" y="1636"/>
                    </a:lnTo>
                    <a:cubicBezTo>
                      <a:pt x="12016" y="1250"/>
                      <a:pt x="12034" y="668"/>
                      <a:pt x="11712" y="260"/>
                    </a:cubicBezTo>
                    <a:cubicBezTo>
                      <a:pt x="11539" y="87"/>
                      <a:pt x="11313" y="1"/>
                      <a:pt x="1108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14" name="Google Shape;4614;p57"/>
            <p:cNvGrpSpPr/>
            <p:nvPr/>
          </p:nvGrpSpPr>
          <p:grpSpPr>
            <a:xfrm>
              <a:off x="6752546" y="3484366"/>
              <a:ext cx="811428" cy="987304"/>
              <a:chOff x="2332275" y="1617275"/>
              <a:chExt cx="1090775" cy="1327200"/>
            </a:xfrm>
          </p:grpSpPr>
          <p:sp>
            <p:nvSpPr>
              <p:cNvPr id="4615" name="Google Shape;4615;p57"/>
              <p:cNvSpPr/>
              <p:nvPr/>
            </p:nvSpPr>
            <p:spPr>
              <a:xfrm>
                <a:off x="2507425"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6" name="Google Shape;4616;p57"/>
              <p:cNvSpPr/>
              <p:nvPr/>
            </p:nvSpPr>
            <p:spPr>
              <a:xfrm>
                <a:off x="2332275" y="1617275"/>
                <a:ext cx="1090775" cy="1273950"/>
              </a:xfrm>
              <a:custGeom>
                <a:avLst/>
                <a:gdLst/>
                <a:ahLst/>
                <a:cxnLst/>
                <a:rect l="l" t="t" r="r" b="b"/>
                <a:pathLst>
                  <a:path w="43631" h="50958" extrusionOk="0">
                    <a:moveTo>
                      <a:pt x="21816" y="0"/>
                    </a:moveTo>
                    <a:cubicBezTo>
                      <a:pt x="9786" y="0"/>
                      <a:pt x="1" y="9788"/>
                      <a:pt x="1" y="21814"/>
                    </a:cubicBezTo>
                    <a:cubicBezTo>
                      <a:pt x="12" y="22289"/>
                      <a:pt x="402" y="22672"/>
                      <a:pt x="880" y="22672"/>
                    </a:cubicBezTo>
                    <a:cubicBezTo>
                      <a:pt x="1355" y="22672"/>
                      <a:pt x="1745" y="22289"/>
                      <a:pt x="1756" y="21814"/>
                    </a:cubicBezTo>
                    <a:cubicBezTo>
                      <a:pt x="1756" y="10757"/>
                      <a:pt x="10754" y="1755"/>
                      <a:pt x="21812" y="1755"/>
                    </a:cubicBezTo>
                    <a:cubicBezTo>
                      <a:pt x="32869" y="1755"/>
                      <a:pt x="41871" y="10753"/>
                      <a:pt x="41871" y="21814"/>
                    </a:cubicBezTo>
                    <a:cubicBezTo>
                      <a:pt x="41871" y="32872"/>
                      <a:pt x="32873" y="41870"/>
                      <a:pt x="21816" y="41870"/>
                    </a:cubicBezTo>
                    <a:cubicBezTo>
                      <a:pt x="21329" y="41870"/>
                      <a:pt x="20936" y="42263"/>
                      <a:pt x="20936" y="42750"/>
                    </a:cubicBezTo>
                    <a:lnTo>
                      <a:pt x="20936" y="50957"/>
                    </a:lnTo>
                    <a:lnTo>
                      <a:pt x="22691" y="50942"/>
                    </a:lnTo>
                    <a:lnTo>
                      <a:pt x="22691" y="43610"/>
                    </a:lnTo>
                    <a:cubicBezTo>
                      <a:pt x="34317" y="43147"/>
                      <a:pt x="43630" y="33547"/>
                      <a:pt x="43627" y="21814"/>
                    </a:cubicBezTo>
                    <a:cubicBezTo>
                      <a:pt x="43627" y="9785"/>
                      <a:pt x="33842" y="0"/>
                      <a:pt x="2181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7" name="Google Shape;4617;p57"/>
              <p:cNvSpPr/>
              <p:nvPr/>
            </p:nvSpPr>
            <p:spPr>
              <a:xfrm>
                <a:off x="2727925"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7" y="427"/>
                    </a:cubicBezTo>
                    <a:cubicBezTo>
                      <a:pt x="1" y="783"/>
                      <a:pt x="27" y="1306"/>
                      <a:pt x="353" y="1636"/>
                    </a:cubicBezTo>
                    <a:lnTo>
                      <a:pt x="5388" y="6675"/>
                    </a:lnTo>
                    <a:cubicBezTo>
                      <a:pt x="5561" y="6846"/>
                      <a:pt x="5785" y="6931"/>
                      <a:pt x="6010" y="6931"/>
                    </a:cubicBezTo>
                    <a:cubicBezTo>
                      <a:pt x="6234" y="6931"/>
                      <a:pt x="6459" y="6846"/>
                      <a:pt x="6632" y="6675"/>
                    </a:cubicBezTo>
                    <a:lnTo>
                      <a:pt x="11667" y="1636"/>
                    </a:lnTo>
                    <a:cubicBezTo>
                      <a:pt x="12019" y="1250"/>
                      <a:pt x="12038" y="668"/>
                      <a:pt x="11711" y="260"/>
                    </a:cubicBezTo>
                    <a:cubicBezTo>
                      <a:pt x="11539" y="87"/>
                      <a:pt x="11313" y="1"/>
                      <a:pt x="1108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18" name="Google Shape;4618;p57"/>
            <p:cNvGrpSpPr/>
            <p:nvPr/>
          </p:nvGrpSpPr>
          <p:grpSpPr>
            <a:xfrm>
              <a:off x="5973664" y="3484366"/>
              <a:ext cx="811335" cy="987304"/>
              <a:chOff x="1285250" y="1617275"/>
              <a:chExt cx="1090650" cy="1327200"/>
            </a:xfrm>
          </p:grpSpPr>
          <p:sp>
            <p:nvSpPr>
              <p:cNvPr id="4619" name="Google Shape;4619;p57"/>
              <p:cNvSpPr/>
              <p:nvPr/>
            </p:nvSpPr>
            <p:spPr>
              <a:xfrm>
                <a:off x="1460300"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0" name="Google Shape;4620;p57"/>
              <p:cNvSpPr/>
              <p:nvPr/>
            </p:nvSpPr>
            <p:spPr>
              <a:xfrm>
                <a:off x="1285250"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6" y="42750"/>
                    </a:cubicBezTo>
                    <a:lnTo>
                      <a:pt x="20936" y="50957"/>
                    </a:lnTo>
                    <a:lnTo>
                      <a:pt x="22691" y="50942"/>
                    </a:lnTo>
                    <a:lnTo>
                      <a:pt x="22691" y="43610"/>
                    </a:lnTo>
                    <a:cubicBezTo>
                      <a:pt x="34312" y="43147"/>
                      <a:pt x="43626" y="33547"/>
                      <a:pt x="43626" y="21814"/>
                    </a:cubicBezTo>
                    <a:cubicBezTo>
                      <a:pt x="43626" y="9785"/>
                      <a:pt x="33841" y="0"/>
                      <a:pt x="2181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1" name="Google Shape;4621;p57"/>
              <p:cNvSpPr/>
              <p:nvPr/>
            </p:nvSpPr>
            <p:spPr>
              <a:xfrm>
                <a:off x="1680900" y="2771175"/>
                <a:ext cx="300850" cy="173300"/>
              </a:xfrm>
              <a:custGeom>
                <a:avLst/>
                <a:gdLst/>
                <a:ahLst/>
                <a:cxnLst/>
                <a:rect l="l" t="t" r="r" b="b"/>
                <a:pathLst>
                  <a:path w="12034" h="6932" extrusionOk="0">
                    <a:moveTo>
                      <a:pt x="11086" y="1"/>
                    </a:moveTo>
                    <a:cubicBezTo>
                      <a:pt x="10860" y="1"/>
                      <a:pt x="10635" y="87"/>
                      <a:pt x="10464" y="260"/>
                    </a:cubicBezTo>
                    <a:lnTo>
                      <a:pt x="6865" y="3859"/>
                    </a:lnTo>
                    <a:lnTo>
                      <a:pt x="5978" y="4742"/>
                    </a:lnTo>
                    <a:lnTo>
                      <a:pt x="5110" y="3874"/>
                    </a:lnTo>
                    <a:lnTo>
                      <a:pt x="1495" y="260"/>
                    </a:lnTo>
                    <a:cubicBezTo>
                      <a:pt x="1341" y="153"/>
                      <a:pt x="1165" y="102"/>
                      <a:pt x="989" y="102"/>
                    </a:cubicBezTo>
                    <a:cubicBezTo>
                      <a:pt x="730" y="102"/>
                      <a:pt x="474" y="214"/>
                      <a:pt x="297" y="427"/>
                    </a:cubicBezTo>
                    <a:cubicBezTo>
                      <a:pt x="0" y="783"/>
                      <a:pt x="22" y="1306"/>
                      <a:pt x="349" y="1636"/>
                    </a:cubicBezTo>
                    <a:lnTo>
                      <a:pt x="5388" y="6675"/>
                    </a:lnTo>
                    <a:cubicBezTo>
                      <a:pt x="5559" y="6846"/>
                      <a:pt x="5783" y="6931"/>
                      <a:pt x="6008" y="6931"/>
                    </a:cubicBezTo>
                    <a:cubicBezTo>
                      <a:pt x="6233" y="6931"/>
                      <a:pt x="6458" y="6846"/>
                      <a:pt x="6631" y="6675"/>
                    </a:cubicBezTo>
                    <a:lnTo>
                      <a:pt x="11666" y="1636"/>
                    </a:lnTo>
                    <a:cubicBezTo>
                      <a:pt x="12015" y="1250"/>
                      <a:pt x="12034" y="668"/>
                      <a:pt x="11711" y="260"/>
                    </a:cubicBezTo>
                    <a:cubicBezTo>
                      <a:pt x="11538" y="87"/>
                      <a:pt x="11312" y="1"/>
                      <a:pt x="1108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22" name="Google Shape;4622;p57"/>
            <p:cNvGrpSpPr/>
            <p:nvPr/>
          </p:nvGrpSpPr>
          <p:grpSpPr>
            <a:xfrm>
              <a:off x="5194708" y="3484366"/>
              <a:ext cx="811409" cy="987304"/>
              <a:chOff x="238125" y="1617275"/>
              <a:chExt cx="1090750" cy="1327200"/>
            </a:xfrm>
          </p:grpSpPr>
          <p:sp>
            <p:nvSpPr>
              <p:cNvPr id="4623" name="Google Shape;4623;p57"/>
              <p:cNvSpPr/>
              <p:nvPr/>
            </p:nvSpPr>
            <p:spPr>
              <a:xfrm>
                <a:off x="413250"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4" name="Google Shape;4624;p57"/>
              <p:cNvSpPr/>
              <p:nvPr/>
            </p:nvSpPr>
            <p:spPr>
              <a:xfrm>
                <a:off x="238125" y="1617275"/>
                <a:ext cx="1090750" cy="1273950"/>
              </a:xfrm>
              <a:custGeom>
                <a:avLst/>
                <a:gdLst/>
                <a:ahLst/>
                <a:cxnLst/>
                <a:rect l="l" t="t" r="r" b="b"/>
                <a:pathLst>
                  <a:path w="43630" h="50958" extrusionOk="0">
                    <a:moveTo>
                      <a:pt x="21815" y="0"/>
                    </a:moveTo>
                    <a:cubicBezTo>
                      <a:pt x="9785" y="0"/>
                      <a:pt x="0" y="9788"/>
                      <a:pt x="0" y="21814"/>
                    </a:cubicBezTo>
                    <a:cubicBezTo>
                      <a:pt x="11" y="22289"/>
                      <a:pt x="401" y="22672"/>
                      <a:pt x="879" y="22672"/>
                    </a:cubicBezTo>
                    <a:cubicBezTo>
                      <a:pt x="1354" y="22672"/>
                      <a:pt x="1744" y="22289"/>
                      <a:pt x="1755" y="21814"/>
                    </a:cubicBezTo>
                    <a:cubicBezTo>
                      <a:pt x="1755" y="10757"/>
                      <a:pt x="10753" y="1755"/>
                      <a:pt x="21811" y="1755"/>
                    </a:cubicBezTo>
                    <a:cubicBezTo>
                      <a:pt x="32869" y="1755"/>
                      <a:pt x="41870" y="10753"/>
                      <a:pt x="41870" y="21814"/>
                    </a:cubicBezTo>
                    <a:cubicBezTo>
                      <a:pt x="41870" y="32872"/>
                      <a:pt x="32872" y="41870"/>
                      <a:pt x="21815" y="41870"/>
                    </a:cubicBezTo>
                    <a:cubicBezTo>
                      <a:pt x="21329" y="41870"/>
                      <a:pt x="20935" y="42263"/>
                      <a:pt x="20935" y="42750"/>
                    </a:cubicBezTo>
                    <a:lnTo>
                      <a:pt x="20935" y="50957"/>
                    </a:lnTo>
                    <a:lnTo>
                      <a:pt x="22694" y="50942"/>
                    </a:lnTo>
                    <a:lnTo>
                      <a:pt x="22694" y="43610"/>
                    </a:lnTo>
                    <a:cubicBezTo>
                      <a:pt x="34316" y="43147"/>
                      <a:pt x="43629" y="33547"/>
                      <a:pt x="43626" y="21814"/>
                    </a:cubicBezTo>
                    <a:cubicBezTo>
                      <a:pt x="43626" y="9785"/>
                      <a:pt x="33841" y="0"/>
                      <a:pt x="2181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5" name="Google Shape;4625;p57"/>
              <p:cNvSpPr/>
              <p:nvPr/>
            </p:nvSpPr>
            <p:spPr>
              <a:xfrm>
                <a:off x="633750"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8" y="427"/>
                    </a:cubicBezTo>
                    <a:cubicBezTo>
                      <a:pt x="1" y="783"/>
                      <a:pt x="27" y="1306"/>
                      <a:pt x="353" y="1636"/>
                    </a:cubicBezTo>
                    <a:lnTo>
                      <a:pt x="5389" y="6675"/>
                    </a:lnTo>
                    <a:cubicBezTo>
                      <a:pt x="5561" y="6846"/>
                      <a:pt x="5786" y="6931"/>
                      <a:pt x="6010" y="6931"/>
                    </a:cubicBezTo>
                    <a:cubicBezTo>
                      <a:pt x="6235" y="6931"/>
                      <a:pt x="6459" y="6846"/>
                      <a:pt x="6632" y="6675"/>
                    </a:cubicBezTo>
                    <a:lnTo>
                      <a:pt x="11667" y="1636"/>
                    </a:lnTo>
                    <a:cubicBezTo>
                      <a:pt x="12019" y="1250"/>
                      <a:pt x="12038" y="668"/>
                      <a:pt x="11711" y="260"/>
                    </a:cubicBezTo>
                    <a:cubicBezTo>
                      <a:pt x="11539" y="87"/>
                      <a:pt x="11313" y="1"/>
                      <a:pt x="110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626" name="Google Shape;4626;p57"/>
          <p:cNvGrpSpPr/>
          <p:nvPr/>
        </p:nvGrpSpPr>
        <p:grpSpPr>
          <a:xfrm>
            <a:off x="6840188" y="2276124"/>
            <a:ext cx="1579046" cy="522230"/>
            <a:chOff x="6853641" y="2534077"/>
            <a:chExt cx="1515545" cy="501229"/>
          </a:xfrm>
        </p:grpSpPr>
        <p:grpSp>
          <p:nvGrpSpPr>
            <p:cNvPr id="4627" name="Google Shape;4627;p57"/>
            <p:cNvGrpSpPr/>
            <p:nvPr/>
          </p:nvGrpSpPr>
          <p:grpSpPr>
            <a:xfrm>
              <a:off x="6853641" y="2618923"/>
              <a:ext cx="1515545" cy="324556"/>
              <a:chOff x="6853641" y="2618923"/>
              <a:chExt cx="1515545" cy="324556"/>
            </a:xfrm>
          </p:grpSpPr>
          <p:sp>
            <p:nvSpPr>
              <p:cNvPr id="4628" name="Google Shape;4628;p57"/>
              <p:cNvSpPr/>
              <p:nvPr/>
            </p:nvSpPr>
            <p:spPr>
              <a:xfrm>
                <a:off x="7747010" y="2781222"/>
                <a:ext cx="324578" cy="162258"/>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9" name="Google Shape;4629;p57"/>
              <p:cNvSpPr/>
              <p:nvPr/>
            </p:nvSpPr>
            <p:spPr>
              <a:xfrm>
                <a:off x="7449412" y="2618923"/>
                <a:ext cx="324496" cy="162258"/>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0" name="Google Shape;4630;p57"/>
              <p:cNvSpPr/>
              <p:nvPr/>
            </p:nvSpPr>
            <p:spPr>
              <a:xfrm>
                <a:off x="6853641" y="2618923"/>
                <a:ext cx="324824" cy="16279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1" name="Google Shape;4631;p57"/>
              <p:cNvSpPr/>
              <p:nvPr/>
            </p:nvSpPr>
            <p:spPr>
              <a:xfrm>
                <a:off x="7151691" y="2781222"/>
                <a:ext cx="324578" cy="162258"/>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2" name="Google Shape;4632;p57"/>
              <p:cNvSpPr/>
              <p:nvPr/>
            </p:nvSpPr>
            <p:spPr>
              <a:xfrm>
                <a:off x="8044362" y="2618923"/>
                <a:ext cx="324824" cy="16279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633" name="Google Shape;4633;p57"/>
            <p:cNvSpPr/>
            <p:nvPr/>
          </p:nvSpPr>
          <p:spPr>
            <a:xfrm>
              <a:off x="6899264" y="2673830"/>
              <a:ext cx="225242" cy="361476"/>
            </a:xfrm>
            <a:custGeom>
              <a:avLst/>
              <a:gdLst/>
              <a:ahLst/>
              <a:cxnLst/>
              <a:rect l="l" t="t" r="r" b="b"/>
              <a:pathLst>
                <a:path w="5485" h="8802" extrusionOk="0">
                  <a:moveTo>
                    <a:pt x="2798" y="1197"/>
                  </a:moveTo>
                  <a:cubicBezTo>
                    <a:pt x="2989" y="1197"/>
                    <a:pt x="3183" y="1234"/>
                    <a:pt x="3366" y="1310"/>
                  </a:cubicBezTo>
                  <a:cubicBezTo>
                    <a:pt x="3924" y="1542"/>
                    <a:pt x="4287" y="2085"/>
                    <a:pt x="4287" y="2689"/>
                  </a:cubicBezTo>
                  <a:cubicBezTo>
                    <a:pt x="4287" y="3512"/>
                    <a:pt x="3619" y="4178"/>
                    <a:pt x="2796" y="4180"/>
                  </a:cubicBezTo>
                  <a:cubicBezTo>
                    <a:pt x="2194" y="4180"/>
                    <a:pt x="1650" y="3816"/>
                    <a:pt x="1419" y="3259"/>
                  </a:cubicBezTo>
                  <a:cubicBezTo>
                    <a:pt x="1189" y="2702"/>
                    <a:pt x="1317" y="2061"/>
                    <a:pt x="1743" y="1634"/>
                  </a:cubicBezTo>
                  <a:cubicBezTo>
                    <a:pt x="2028" y="1348"/>
                    <a:pt x="2410" y="1197"/>
                    <a:pt x="2798" y="1197"/>
                  </a:cubicBezTo>
                  <a:close/>
                  <a:moveTo>
                    <a:pt x="2796" y="1"/>
                  </a:moveTo>
                  <a:cubicBezTo>
                    <a:pt x="2254" y="1"/>
                    <a:pt x="1714" y="165"/>
                    <a:pt x="1253" y="489"/>
                  </a:cubicBezTo>
                  <a:cubicBezTo>
                    <a:pt x="433" y="1063"/>
                    <a:pt x="0" y="2048"/>
                    <a:pt x="132" y="3043"/>
                  </a:cubicBezTo>
                  <a:cubicBezTo>
                    <a:pt x="263" y="4037"/>
                    <a:pt x="937" y="4875"/>
                    <a:pt x="1880" y="5216"/>
                  </a:cubicBezTo>
                  <a:lnTo>
                    <a:pt x="1880" y="6705"/>
                  </a:lnTo>
                  <a:lnTo>
                    <a:pt x="1067" y="6705"/>
                  </a:lnTo>
                  <a:lnTo>
                    <a:pt x="2723" y="8801"/>
                  </a:lnTo>
                  <a:lnTo>
                    <a:pt x="4377" y="6705"/>
                  </a:lnTo>
                  <a:lnTo>
                    <a:pt x="3563" y="6705"/>
                  </a:lnTo>
                  <a:lnTo>
                    <a:pt x="3563" y="5265"/>
                  </a:lnTo>
                  <a:cubicBezTo>
                    <a:pt x="4703" y="4926"/>
                    <a:pt x="5485" y="3877"/>
                    <a:pt x="5485" y="2689"/>
                  </a:cubicBezTo>
                  <a:cubicBezTo>
                    <a:pt x="5485" y="1685"/>
                    <a:pt x="4926" y="766"/>
                    <a:pt x="4037" y="304"/>
                  </a:cubicBezTo>
                  <a:cubicBezTo>
                    <a:pt x="3647" y="101"/>
                    <a:pt x="3221" y="1"/>
                    <a:pt x="279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4" name="Google Shape;4634;p57"/>
            <p:cNvSpPr/>
            <p:nvPr/>
          </p:nvSpPr>
          <p:spPr>
            <a:xfrm>
              <a:off x="7198259" y="2534077"/>
              <a:ext cx="235261" cy="360532"/>
            </a:xfrm>
            <a:custGeom>
              <a:avLst/>
              <a:gdLst/>
              <a:ahLst/>
              <a:cxnLst/>
              <a:rect l="l" t="t" r="r" b="b"/>
              <a:pathLst>
                <a:path w="5729" h="8779" extrusionOk="0">
                  <a:moveTo>
                    <a:pt x="2858" y="4600"/>
                  </a:moveTo>
                  <a:cubicBezTo>
                    <a:pt x="3050" y="4600"/>
                    <a:pt x="3243" y="4637"/>
                    <a:pt x="3427" y="4713"/>
                  </a:cubicBezTo>
                  <a:cubicBezTo>
                    <a:pt x="3985" y="4945"/>
                    <a:pt x="4347" y="5488"/>
                    <a:pt x="4347" y="6092"/>
                  </a:cubicBezTo>
                  <a:cubicBezTo>
                    <a:pt x="4347" y="6915"/>
                    <a:pt x="3679" y="7581"/>
                    <a:pt x="2856" y="7583"/>
                  </a:cubicBezTo>
                  <a:cubicBezTo>
                    <a:pt x="2254" y="7583"/>
                    <a:pt x="1709" y="7219"/>
                    <a:pt x="1479" y="6662"/>
                  </a:cubicBezTo>
                  <a:cubicBezTo>
                    <a:pt x="1248" y="6105"/>
                    <a:pt x="1376" y="5464"/>
                    <a:pt x="1802" y="5037"/>
                  </a:cubicBezTo>
                  <a:cubicBezTo>
                    <a:pt x="2087" y="4751"/>
                    <a:pt x="2469" y="4600"/>
                    <a:pt x="2858" y="4600"/>
                  </a:cubicBezTo>
                  <a:close/>
                  <a:moveTo>
                    <a:pt x="2883" y="0"/>
                  </a:moveTo>
                  <a:lnTo>
                    <a:pt x="1227" y="2097"/>
                  </a:lnTo>
                  <a:lnTo>
                    <a:pt x="2041" y="2097"/>
                  </a:lnTo>
                  <a:lnTo>
                    <a:pt x="2041" y="3530"/>
                  </a:lnTo>
                  <a:cubicBezTo>
                    <a:pt x="782" y="3930"/>
                    <a:pt x="1" y="5184"/>
                    <a:pt x="196" y="6491"/>
                  </a:cubicBezTo>
                  <a:cubicBezTo>
                    <a:pt x="393" y="7796"/>
                    <a:pt x="1507" y="8766"/>
                    <a:pt x="2827" y="8779"/>
                  </a:cubicBezTo>
                  <a:cubicBezTo>
                    <a:pt x="2837" y="8779"/>
                    <a:pt x="2847" y="8779"/>
                    <a:pt x="2857" y="8779"/>
                  </a:cubicBezTo>
                  <a:cubicBezTo>
                    <a:pt x="4165" y="8779"/>
                    <a:pt x="5285" y="7837"/>
                    <a:pt x="5506" y="6545"/>
                  </a:cubicBezTo>
                  <a:cubicBezTo>
                    <a:pt x="5729" y="5245"/>
                    <a:pt x="4974" y="3973"/>
                    <a:pt x="3724" y="3547"/>
                  </a:cubicBezTo>
                  <a:lnTo>
                    <a:pt x="3724" y="2097"/>
                  </a:lnTo>
                  <a:lnTo>
                    <a:pt x="4539" y="2097"/>
                  </a:lnTo>
                  <a:lnTo>
                    <a:pt x="2883"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5" name="Google Shape;4635;p57"/>
            <p:cNvSpPr/>
            <p:nvPr/>
          </p:nvSpPr>
          <p:spPr>
            <a:xfrm>
              <a:off x="7493639" y="2673830"/>
              <a:ext cx="225200" cy="361476"/>
            </a:xfrm>
            <a:custGeom>
              <a:avLst/>
              <a:gdLst/>
              <a:ahLst/>
              <a:cxnLst/>
              <a:rect l="l" t="t" r="r" b="b"/>
              <a:pathLst>
                <a:path w="5484" h="8802" extrusionOk="0">
                  <a:moveTo>
                    <a:pt x="2796" y="1197"/>
                  </a:moveTo>
                  <a:cubicBezTo>
                    <a:pt x="2988" y="1197"/>
                    <a:pt x="3181" y="1234"/>
                    <a:pt x="3365" y="1310"/>
                  </a:cubicBezTo>
                  <a:cubicBezTo>
                    <a:pt x="3922" y="1542"/>
                    <a:pt x="4286" y="2085"/>
                    <a:pt x="4286" y="2689"/>
                  </a:cubicBezTo>
                  <a:cubicBezTo>
                    <a:pt x="4284" y="3512"/>
                    <a:pt x="3618" y="4178"/>
                    <a:pt x="2795" y="4180"/>
                  </a:cubicBezTo>
                  <a:cubicBezTo>
                    <a:pt x="2191" y="4180"/>
                    <a:pt x="1649" y="3816"/>
                    <a:pt x="1418" y="3259"/>
                  </a:cubicBezTo>
                  <a:cubicBezTo>
                    <a:pt x="1187" y="2702"/>
                    <a:pt x="1314" y="2061"/>
                    <a:pt x="1740" y="1634"/>
                  </a:cubicBezTo>
                  <a:cubicBezTo>
                    <a:pt x="2026" y="1348"/>
                    <a:pt x="2408" y="1197"/>
                    <a:pt x="2796" y="1197"/>
                  </a:cubicBezTo>
                  <a:close/>
                  <a:moveTo>
                    <a:pt x="2794" y="1"/>
                  </a:moveTo>
                  <a:cubicBezTo>
                    <a:pt x="2254" y="1"/>
                    <a:pt x="1717" y="163"/>
                    <a:pt x="1258" y="484"/>
                  </a:cubicBezTo>
                  <a:cubicBezTo>
                    <a:pt x="436" y="1055"/>
                    <a:pt x="1" y="2037"/>
                    <a:pt x="127" y="3030"/>
                  </a:cubicBezTo>
                  <a:cubicBezTo>
                    <a:pt x="255" y="4023"/>
                    <a:pt x="923" y="4863"/>
                    <a:pt x="1862" y="5211"/>
                  </a:cubicBezTo>
                  <a:lnTo>
                    <a:pt x="1862" y="6705"/>
                  </a:lnTo>
                  <a:lnTo>
                    <a:pt x="1048" y="6705"/>
                  </a:lnTo>
                  <a:lnTo>
                    <a:pt x="2704" y="8801"/>
                  </a:lnTo>
                  <a:lnTo>
                    <a:pt x="4360" y="6705"/>
                  </a:lnTo>
                  <a:lnTo>
                    <a:pt x="3545" y="6705"/>
                  </a:lnTo>
                  <a:lnTo>
                    <a:pt x="3545" y="5270"/>
                  </a:lnTo>
                  <a:cubicBezTo>
                    <a:pt x="4693" y="4935"/>
                    <a:pt x="5484" y="3883"/>
                    <a:pt x="5484" y="2689"/>
                  </a:cubicBezTo>
                  <a:cubicBezTo>
                    <a:pt x="5482" y="1688"/>
                    <a:pt x="4927" y="769"/>
                    <a:pt x="4039" y="306"/>
                  </a:cubicBezTo>
                  <a:cubicBezTo>
                    <a:pt x="3647" y="102"/>
                    <a:pt x="3220" y="1"/>
                    <a:pt x="279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6" name="Google Shape;4636;p57"/>
            <p:cNvSpPr/>
            <p:nvPr/>
          </p:nvSpPr>
          <p:spPr>
            <a:xfrm>
              <a:off x="7792387" y="2534077"/>
              <a:ext cx="235261" cy="360532"/>
            </a:xfrm>
            <a:custGeom>
              <a:avLst/>
              <a:gdLst/>
              <a:ahLst/>
              <a:cxnLst/>
              <a:rect l="l" t="t" r="r" b="b"/>
              <a:pathLst>
                <a:path w="5729" h="8779" extrusionOk="0">
                  <a:moveTo>
                    <a:pt x="2861" y="4601"/>
                  </a:moveTo>
                  <a:cubicBezTo>
                    <a:pt x="3053" y="4601"/>
                    <a:pt x="3247" y="4638"/>
                    <a:pt x="3431" y="4715"/>
                  </a:cubicBezTo>
                  <a:cubicBezTo>
                    <a:pt x="3988" y="4945"/>
                    <a:pt x="4351" y="5488"/>
                    <a:pt x="4351" y="6092"/>
                  </a:cubicBezTo>
                  <a:cubicBezTo>
                    <a:pt x="4350" y="6915"/>
                    <a:pt x="3684" y="7581"/>
                    <a:pt x="2861" y="7583"/>
                  </a:cubicBezTo>
                  <a:cubicBezTo>
                    <a:pt x="2259" y="7583"/>
                    <a:pt x="1714" y="7219"/>
                    <a:pt x="1483" y="6662"/>
                  </a:cubicBezTo>
                  <a:cubicBezTo>
                    <a:pt x="1253" y="6105"/>
                    <a:pt x="1381" y="5464"/>
                    <a:pt x="1807" y="5038"/>
                  </a:cubicBezTo>
                  <a:cubicBezTo>
                    <a:pt x="2092" y="4752"/>
                    <a:pt x="2473" y="4601"/>
                    <a:pt x="2861" y="4601"/>
                  </a:cubicBezTo>
                  <a:close/>
                  <a:moveTo>
                    <a:pt x="2870" y="0"/>
                  </a:moveTo>
                  <a:lnTo>
                    <a:pt x="1214" y="2097"/>
                  </a:lnTo>
                  <a:lnTo>
                    <a:pt x="2028" y="2097"/>
                  </a:lnTo>
                  <a:lnTo>
                    <a:pt x="2028" y="3536"/>
                  </a:lnTo>
                  <a:cubicBezTo>
                    <a:pt x="773" y="3944"/>
                    <a:pt x="1" y="5205"/>
                    <a:pt x="204" y="6508"/>
                  </a:cubicBezTo>
                  <a:cubicBezTo>
                    <a:pt x="409" y="7813"/>
                    <a:pt x="1532" y="8776"/>
                    <a:pt x="2851" y="8779"/>
                  </a:cubicBezTo>
                  <a:cubicBezTo>
                    <a:pt x="2854" y="8779"/>
                    <a:pt x="2858" y="8779"/>
                    <a:pt x="2861" y="8779"/>
                  </a:cubicBezTo>
                  <a:cubicBezTo>
                    <a:pt x="4178" y="8779"/>
                    <a:pt x="5300" y="7828"/>
                    <a:pt x="5514" y="6527"/>
                  </a:cubicBezTo>
                  <a:cubicBezTo>
                    <a:pt x="5729" y="5225"/>
                    <a:pt x="4965" y="3959"/>
                    <a:pt x="3713" y="3543"/>
                  </a:cubicBezTo>
                  <a:lnTo>
                    <a:pt x="3713" y="2097"/>
                  </a:lnTo>
                  <a:lnTo>
                    <a:pt x="4526" y="2097"/>
                  </a:lnTo>
                  <a:lnTo>
                    <a:pt x="2870"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7" name="Google Shape;4637;p57"/>
            <p:cNvSpPr/>
            <p:nvPr/>
          </p:nvSpPr>
          <p:spPr>
            <a:xfrm>
              <a:off x="8090150" y="2673789"/>
              <a:ext cx="225857" cy="361517"/>
            </a:xfrm>
            <a:custGeom>
              <a:avLst/>
              <a:gdLst/>
              <a:ahLst/>
              <a:cxnLst/>
              <a:rect l="l" t="t" r="r" b="b"/>
              <a:pathLst>
                <a:path w="5500" h="8803" extrusionOk="0">
                  <a:moveTo>
                    <a:pt x="2811" y="1198"/>
                  </a:moveTo>
                  <a:cubicBezTo>
                    <a:pt x="3003" y="1198"/>
                    <a:pt x="3197" y="1235"/>
                    <a:pt x="3381" y="1311"/>
                  </a:cubicBezTo>
                  <a:cubicBezTo>
                    <a:pt x="3938" y="1543"/>
                    <a:pt x="4302" y="2086"/>
                    <a:pt x="4302" y="2690"/>
                  </a:cubicBezTo>
                  <a:cubicBezTo>
                    <a:pt x="4300" y="3513"/>
                    <a:pt x="3634" y="4179"/>
                    <a:pt x="2811" y="4181"/>
                  </a:cubicBezTo>
                  <a:cubicBezTo>
                    <a:pt x="2209" y="4181"/>
                    <a:pt x="1664" y="3817"/>
                    <a:pt x="1434" y="3260"/>
                  </a:cubicBezTo>
                  <a:cubicBezTo>
                    <a:pt x="1203" y="2703"/>
                    <a:pt x="1330" y="2062"/>
                    <a:pt x="1757" y="1635"/>
                  </a:cubicBezTo>
                  <a:cubicBezTo>
                    <a:pt x="2042" y="1349"/>
                    <a:pt x="2423" y="1198"/>
                    <a:pt x="2811" y="1198"/>
                  </a:cubicBezTo>
                  <a:close/>
                  <a:moveTo>
                    <a:pt x="2812" y="1"/>
                  </a:moveTo>
                  <a:cubicBezTo>
                    <a:pt x="2257" y="1"/>
                    <a:pt x="1706" y="172"/>
                    <a:pt x="1238" y="509"/>
                  </a:cubicBezTo>
                  <a:cubicBezTo>
                    <a:pt x="420" y="1098"/>
                    <a:pt x="1" y="2097"/>
                    <a:pt x="154" y="3095"/>
                  </a:cubicBezTo>
                  <a:cubicBezTo>
                    <a:pt x="306" y="4093"/>
                    <a:pt x="1005" y="4920"/>
                    <a:pt x="1962" y="5239"/>
                  </a:cubicBezTo>
                  <a:lnTo>
                    <a:pt x="1962" y="6706"/>
                  </a:lnTo>
                  <a:lnTo>
                    <a:pt x="1149" y="6706"/>
                  </a:lnTo>
                  <a:lnTo>
                    <a:pt x="2804" y="8802"/>
                  </a:lnTo>
                  <a:lnTo>
                    <a:pt x="4460" y="6706"/>
                  </a:lnTo>
                  <a:lnTo>
                    <a:pt x="3645" y="6706"/>
                  </a:lnTo>
                  <a:lnTo>
                    <a:pt x="3645" y="5244"/>
                  </a:lnTo>
                  <a:cubicBezTo>
                    <a:pt x="4750" y="4882"/>
                    <a:pt x="5499" y="3852"/>
                    <a:pt x="5499" y="2690"/>
                  </a:cubicBezTo>
                  <a:cubicBezTo>
                    <a:pt x="5499" y="1679"/>
                    <a:pt x="4934" y="755"/>
                    <a:pt x="4036" y="296"/>
                  </a:cubicBezTo>
                  <a:cubicBezTo>
                    <a:pt x="3650" y="98"/>
                    <a:pt x="3230" y="1"/>
                    <a:pt x="28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38" name="Google Shape;4638;p57"/>
          <p:cNvGrpSpPr/>
          <p:nvPr/>
        </p:nvGrpSpPr>
        <p:grpSpPr>
          <a:xfrm>
            <a:off x="3435080" y="3151165"/>
            <a:ext cx="1617976" cy="346616"/>
            <a:chOff x="1808063" y="4294338"/>
            <a:chExt cx="3370782" cy="721817"/>
          </a:xfrm>
        </p:grpSpPr>
        <p:sp>
          <p:nvSpPr>
            <p:cNvPr id="4639" name="Google Shape;4639;p57"/>
            <p:cNvSpPr/>
            <p:nvPr/>
          </p:nvSpPr>
          <p:spPr>
            <a:xfrm>
              <a:off x="1906300"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0" name="Google Shape;4640;p57"/>
            <p:cNvSpPr/>
            <p:nvPr/>
          </p:nvSpPr>
          <p:spPr>
            <a:xfrm>
              <a:off x="3795035" y="4655290"/>
              <a:ext cx="721912" cy="360865"/>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1" name="Google Shape;4641;p57"/>
            <p:cNvSpPr/>
            <p:nvPr/>
          </p:nvSpPr>
          <p:spPr>
            <a:xfrm>
              <a:off x="3133137" y="4294338"/>
              <a:ext cx="721729" cy="360865"/>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2" name="Google Shape;4642;p57"/>
            <p:cNvSpPr/>
            <p:nvPr/>
          </p:nvSpPr>
          <p:spPr>
            <a:xfrm>
              <a:off x="1808063" y="4294338"/>
              <a:ext cx="722460" cy="36205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3" name="Google Shape;4643;p57"/>
            <p:cNvSpPr/>
            <p:nvPr/>
          </p:nvSpPr>
          <p:spPr>
            <a:xfrm>
              <a:off x="2470965" y="4655290"/>
              <a:ext cx="721912" cy="360865"/>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4" name="Google Shape;4644;p57"/>
            <p:cNvSpPr/>
            <p:nvPr/>
          </p:nvSpPr>
          <p:spPr>
            <a:xfrm>
              <a:off x="4456385" y="4294338"/>
              <a:ext cx="722460" cy="36205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5" name="Google Shape;4645;p57"/>
            <p:cNvSpPr/>
            <p:nvPr/>
          </p:nvSpPr>
          <p:spPr>
            <a:xfrm>
              <a:off x="2568813"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6" name="Google Shape;4646;p57"/>
            <p:cNvSpPr/>
            <p:nvPr/>
          </p:nvSpPr>
          <p:spPr>
            <a:xfrm>
              <a:off x="3231883"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7" name="Google Shape;4647;p57"/>
            <p:cNvSpPr/>
            <p:nvPr/>
          </p:nvSpPr>
          <p:spPr>
            <a:xfrm>
              <a:off x="3894395"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8" name="Google Shape;4648;p57"/>
            <p:cNvSpPr/>
            <p:nvPr/>
          </p:nvSpPr>
          <p:spPr>
            <a:xfrm>
              <a:off x="4560958"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49" name="Google Shape;4649;p57"/>
          <p:cNvGrpSpPr/>
          <p:nvPr/>
        </p:nvGrpSpPr>
        <p:grpSpPr>
          <a:xfrm>
            <a:off x="5261076" y="3817915"/>
            <a:ext cx="1417067" cy="350605"/>
            <a:chOff x="4234950" y="2101012"/>
            <a:chExt cx="4219974" cy="1044090"/>
          </a:xfrm>
        </p:grpSpPr>
        <p:sp>
          <p:nvSpPr>
            <p:cNvPr id="4650" name="Google Shape;4650;p57"/>
            <p:cNvSpPr/>
            <p:nvPr/>
          </p:nvSpPr>
          <p:spPr>
            <a:xfrm rot="10800000">
              <a:off x="7528544" y="2218809"/>
              <a:ext cx="826790" cy="826702"/>
            </a:xfrm>
            <a:custGeom>
              <a:avLst/>
              <a:gdLst/>
              <a:ahLst/>
              <a:cxnLst/>
              <a:rect l="l" t="t" r="r" b="b"/>
              <a:pathLst>
                <a:path w="34893" h="34893" extrusionOk="0">
                  <a:moveTo>
                    <a:pt x="1" y="1"/>
                  </a:moveTo>
                  <a:lnTo>
                    <a:pt x="1" y="34892"/>
                  </a:lnTo>
                  <a:lnTo>
                    <a:pt x="34892" y="34892"/>
                  </a:lnTo>
                  <a:lnTo>
                    <a:pt x="34892"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1" name="Google Shape;4651;p57"/>
            <p:cNvSpPr/>
            <p:nvPr/>
          </p:nvSpPr>
          <p:spPr>
            <a:xfrm rot="10800000">
              <a:off x="6487595" y="2218809"/>
              <a:ext cx="827572" cy="826702"/>
            </a:xfrm>
            <a:custGeom>
              <a:avLst/>
              <a:gdLst/>
              <a:ahLst/>
              <a:cxnLst/>
              <a:rect l="l" t="t" r="r" b="b"/>
              <a:pathLst>
                <a:path w="34926" h="34893" extrusionOk="0">
                  <a:moveTo>
                    <a:pt x="1" y="1"/>
                  </a:moveTo>
                  <a:lnTo>
                    <a:pt x="1" y="34892"/>
                  </a:lnTo>
                  <a:lnTo>
                    <a:pt x="34926" y="34892"/>
                  </a:lnTo>
                  <a:lnTo>
                    <a:pt x="34926" y="1"/>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2" name="Google Shape;4652;p57"/>
            <p:cNvSpPr/>
            <p:nvPr/>
          </p:nvSpPr>
          <p:spPr>
            <a:xfrm rot="10800000">
              <a:off x="5430819" y="2218809"/>
              <a:ext cx="827572" cy="826702"/>
            </a:xfrm>
            <a:custGeom>
              <a:avLst/>
              <a:gdLst/>
              <a:ahLst/>
              <a:cxnLst/>
              <a:rect l="l" t="t" r="r" b="b"/>
              <a:pathLst>
                <a:path w="34926" h="34893" extrusionOk="0">
                  <a:moveTo>
                    <a:pt x="0" y="1"/>
                  </a:moveTo>
                  <a:lnTo>
                    <a:pt x="0" y="34892"/>
                  </a:lnTo>
                  <a:lnTo>
                    <a:pt x="34925" y="34892"/>
                  </a:lnTo>
                  <a:lnTo>
                    <a:pt x="34925"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3" name="Google Shape;4653;p57"/>
            <p:cNvSpPr/>
            <p:nvPr/>
          </p:nvSpPr>
          <p:spPr>
            <a:xfrm rot="10800000">
              <a:off x="4374848" y="2218809"/>
              <a:ext cx="826790" cy="826702"/>
            </a:xfrm>
            <a:custGeom>
              <a:avLst/>
              <a:gdLst/>
              <a:ahLst/>
              <a:cxnLst/>
              <a:rect l="l" t="t" r="r" b="b"/>
              <a:pathLst>
                <a:path w="34893" h="34893" extrusionOk="0">
                  <a:moveTo>
                    <a:pt x="1" y="1"/>
                  </a:moveTo>
                  <a:lnTo>
                    <a:pt x="1" y="34892"/>
                  </a:lnTo>
                  <a:lnTo>
                    <a:pt x="34892" y="34892"/>
                  </a:lnTo>
                  <a:lnTo>
                    <a:pt x="34892"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4" name="Google Shape;4654;p57"/>
            <p:cNvSpPr/>
            <p:nvPr/>
          </p:nvSpPr>
          <p:spPr>
            <a:xfrm rot="10800000">
              <a:off x="7410780" y="2622683"/>
              <a:ext cx="1044144" cy="522420"/>
            </a:xfrm>
            <a:custGeom>
              <a:avLst/>
              <a:gdLst/>
              <a:ahLst/>
              <a:cxnLst/>
              <a:rect l="l" t="t" r="r" b="b"/>
              <a:pathLst>
                <a:path w="44066" h="22050" fill="none" extrusionOk="0">
                  <a:moveTo>
                    <a:pt x="1" y="22050"/>
                  </a:moveTo>
                  <a:cubicBezTo>
                    <a:pt x="1" y="9874"/>
                    <a:pt x="9874" y="1"/>
                    <a:pt x="22050" y="1"/>
                  </a:cubicBezTo>
                  <a:cubicBezTo>
                    <a:pt x="34192" y="1"/>
                    <a:pt x="44065" y="9874"/>
                    <a:pt x="44065" y="22050"/>
                  </a:cubicBezTo>
                </a:path>
              </a:pathLst>
            </a:custGeom>
            <a:noFill/>
            <a:ln w="20850"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5" name="Google Shape;4655;p57"/>
            <p:cNvSpPr/>
            <p:nvPr/>
          </p:nvSpPr>
          <p:spPr>
            <a:xfrm rot="10800000">
              <a:off x="6366656" y="2101012"/>
              <a:ext cx="1044144" cy="521638"/>
            </a:xfrm>
            <a:custGeom>
              <a:avLst/>
              <a:gdLst/>
              <a:ahLst/>
              <a:cxnLst/>
              <a:rect l="l" t="t" r="r" b="b"/>
              <a:pathLst>
                <a:path w="44066" h="22017" fill="none" extrusionOk="0">
                  <a:moveTo>
                    <a:pt x="44065" y="1"/>
                  </a:moveTo>
                  <a:cubicBezTo>
                    <a:pt x="44065" y="12176"/>
                    <a:pt x="34191" y="22016"/>
                    <a:pt x="22049" y="22016"/>
                  </a:cubicBezTo>
                  <a:cubicBezTo>
                    <a:pt x="9874" y="22016"/>
                    <a:pt x="0" y="12176"/>
                    <a:pt x="0" y="1"/>
                  </a:cubicBezTo>
                </a:path>
              </a:pathLst>
            </a:custGeom>
            <a:noFill/>
            <a:ln w="20850"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6" name="Google Shape;4656;p57"/>
            <p:cNvSpPr/>
            <p:nvPr/>
          </p:nvSpPr>
          <p:spPr>
            <a:xfrm rot="10800000">
              <a:off x="5322557" y="2622683"/>
              <a:ext cx="1044120" cy="522420"/>
            </a:xfrm>
            <a:custGeom>
              <a:avLst/>
              <a:gdLst/>
              <a:ahLst/>
              <a:cxnLst/>
              <a:rect l="l" t="t" r="r" b="b"/>
              <a:pathLst>
                <a:path w="44065" h="22050" fill="none" extrusionOk="0">
                  <a:moveTo>
                    <a:pt x="0" y="22050"/>
                  </a:moveTo>
                  <a:cubicBezTo>
                    <a:pt x="0" y="9874"/>
                    <a:pt x="9874" y="1"/>
                    <a:pt x="22049" y="1"/>
                  </a:cubicBezTo>
                  <a:cubicBezTo>
                    <a:pt x="34191" y="1"/>
                    <a:pt x="44065" y="9874"/>
                    <a:pt x="44065" y="22050"/>
                  </a:cubicBezTo>
                </a:path>
              </a:pathLst>
            </a:custGeom>
            <a:noFill/>
            <a:ln w="20850" cap="rnd" cmpd="sng">
              <a:solidFill>
                <a:srgbClr val="869FB2"/>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7" name="Google Shape;4657;p57"/>
            <p:cNvSpPr/>
            <p:nvPr/>
          </p:nvSpPr>
          <p:spPr>
            <a:xfrm rot="10800000">
              <a:off x="4278434" y="2101012"/>
              <a:ext cx="1044144" cy="521638"/>
            </a:xfrm>
            <a:custGeom>
              <a:avLst/>
              <a:gdLst/>
              <a:ahLst/>
              <a:cxnLst/>
              <a:rect l="l" t="t" r="r" b="b"/>
              <a:pathLst>
                <a:path w="44066" h="22017" fill="none" extrusionOk="0">
                  <a:moveTo>
                    <a:pt x="44066" y="1"/>
                  </a:moveTo>
                  <a:cubicBezTo>
                    <a:pt x="44066" y="12176"/>
                    <a:pt x="34192" y="22016"/>
                    <a:pt x="22017" y="22016"/>
                  </a:cubicBezTo>
                  <a:cubicBezTo>
                    <a:pt x="9875" y="22016"/>
                    <a:pt x="1" y="12176"/>
                    <a:pt x="1" y="1"/>
                  </a:cubicBezTo>
                </a:path>
              </a:pathLst>
            </a:custGeom>
            <a:noFill/>
            <a:ln w="20850" cap="rnd" cmpd="sng">
              <a:solidFill>
                <a:srgbClr val="BAC8D3"/>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8" name="Google Shape;4658;p57"/>
            <p:cNvSpPr/>
            <p:nvPr/>
          </p:nvSpPr>
          <p:spPr>
            <a:xfrm rot="10800000">
              <a:off x="7367296" y="2570459"/>
              <a:ext cx="86984" cy="86975"/>
            </a:xfrm>
            <a:custGeom>
              <a:avLst/>
              <a:gdLst/>
              <a:ahLst/>
              <a:cxnLst/>
              <a:rect l="l" t="t" r="r" b="b"/>
              <a:pathLst>
                <a:path w="3671" h="3671" extrusionOk="0">
                  <a:moveTo>
                    <a:pt x="1835" y="1"/>
                  </a:moveTo>
                  <a:cubicBezTo>
                    <a:pt x="835" y="1"/>
                    <a:pt x="1" y="835"/>
                    <a:pt x="1" y="1836"/>
                  </a:cubicBezTo>
                  <a:cubicBezTo>
                    <a:pt x="1" y="2870"/>
                    <a:pt x="835" y="3670"/>
                    <a:pt x="1835" y="3670"/>
                  </a:cubicBezTo>
                  <a:cubicBezTo>
                    <a:pt x="2869" y="3670"/>
                    <a:pt x="3670" y="2870"/>
                    <a:pt x="3670" y="1836"/>
                  </a:cubicBezTo>
                  <a:cubicBezTo>
                    <a:pt x="3670"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9" name="Google Shape;4659;p57"/>
            <p:cNvSpPr/>
            <p:nvPr/>
          </p:nvSpPr>
          <p:spPr>
            <a:xfrm rot="10800000">
              <a:off x="6323197" y="2570459"/>
              <a:ext cx="86961" cy="86975"/>
            </a:xfrm>
            <a:custGeom>
              <a:avLst/>
              <a:gdLst/>
              <a:ahLst/>
              <a:cxnLst/>
              <a:rect l="l" t="t" r="r" b="b"/>
              <a:pathLst>
                <a:path w="3670" h="3671" extrusionOk="0">
                  <a:moveTo>
                    <a:pt x="1835" y="1"/>
                  </a:moveTo>
                  <a:cubicBezTo>
                    <a:pt x="834" y="1"/>
                    <a:pt x="1" y="835"/>
                    <a:pt x="1" y="1836"/>
                  </a:cubicBezTo>
                  <a:cubicBezTo>
                    <a:pt x="1" y="2870"/>
                    <a:pt x="834" y="3670"/>
                    <a:pt x="1835" y="3670"/>
                  </a:cubicBezTo>
                  <a:cubicBezTo>
                    <a:pt x="2836" y="3670"/>
                    <a:pt x="3670" y="2870"/>
                    <a:pt x="3670" y="1836"/>
                  </a:cubicBezTo>
                  <a:cubicBezTo>
                    <a:pt x="3670" y="835"/>
                    <a:pt x="2869"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0" name="Google Shape;4660;p57"/>
            <p:cNvSpPr/>
            <p:nvPr/>
          </p:nvSpPr>
          <p:spPr>
            <a:xfrm rot="10800000">
              <a:off x="5279073" y="2570459"/>
              <a:ext cx="86961" cy="86975"/>
            </a:xfrm>
            <a:custGeom>
              <a:avLst/>
              <a:gdLst/>
              <a:ahLst/>
              <a:cxnLst/>
              <a:rect l="l" t="t" r="r" b="b"/>
              <a:pathLst>
                <a:path w="3670" h="3671" extrusionOk="0">
                  <a:moveTo>
                    <a:pt x="1835" y="1"/>
                  </a:moveTo>
                  <a:cubicBezTo>
                    <a:pt x="834" y="1"/>
                    <a:pt x="0" y="835"/>
                    <a:pt x="0" y="1836"/>
                  </a:cubicBezTo>
                  <a:cubicBezTo>
                    <a:pt x="0" y="2870"/>
                    <a:pt x="834" y="3670"/>
                    <a:pt x="1835" y="3670"/>
                  </a:cubicBezTo>
                  <a:cubicBezTo>
                    <a:pt x="2836" y="3670"/>
                    <a:pt x="3670" y="2870"/>
                    <a:pt x="3670" y="1836"/>
                  </a:cubicBezTo>
                  <a:cubicBezTo>
                    <a:pt x="3670"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1" name="Google Shape;4661;p57"/>
            <p:cNvSpPr/>
            <p:nvPr/>
          </p:nvSpPr>
          <p:spPr>
            <a:xfrm rot="10800000">
              <a:off x="4234950" y="2570459"/>
              <a:ext cx="86961" cy="86975"/>
            </a:xfrm>
            <a:custGeom>
              <a:avLst/>
              <a:gdLst/>
              <a:ahLst/>
              <a:cxnLst/>
              <a:rect l="l" t="t" r="r" b="b"/>
              <a:pathLst>
                <a:path w="3670" h="3671" extrusionOk="0">
                  <a:moveTo>
                    <a:pt x="1835" y="1"/>
                  </a:moveTo>
                  <a:cubicBezTo>
                    <a:pt x="834" y="1"/>
                    <a:pt x="0" y="835"/>
                    <a:pt x="0" y="1836"/>
                  </a:cubicBezTo>
                  <a:cubicBezTo>
                    <a:pt x="0" y="2870"/>
                    <a:pt x="834" y="3670"/>
                    <a:pt x="1835" y="3670"/>
                  </a:cubicBezTo>
                  <a:cubicBezTo>
                    <a:pt x="2836" y="3670"/>
                    <a:pt x="3669" y="2870"/>
                    <a:pt x="3669" y="1836"/>
                  </a:cubicBezTo>
                  <a:cubicBezTo>
                    <a:pt x="3669"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2" name="Google Shape;4662;p57"/>
            <p:cNvSpPr/>
            <p:nvPr/>
          </p:nvSpPr>
          <p:spPr>
            <a:xfrm rot="10800000">
              <a:off x="7541197" y="2231460"/>
              <a:ext cx="801483" cy="800617"/>
            </a:xfrm>
            <a:custGeom>
              <a:avLst/>
              <a:gdLst/>
              <a:ahLst/>
              <a:cxnLst/>
              <a:rect l="l" t="t" r="r" b="b"/>
              <a:pathLst>
                <a:path w="33825" h="33792" extrusionOk="0">
                  <a:moveTo>
                    <a:pt x="16912" y="1835"/>
                  </a:moveTo>
                  <a:cubicBezTo>
                    <a:pt x="25218" y="1835"/>
                    <a:pt x="31956" y="8573"/>
                    <a:pt x="31956" y="16879"/>
                  </a:cubicBezTo>
                  <a:cubicBezTo>
                    <a:pt x="31956" y="25185"/>
                    <a:pt x="25218" y="31923"/>
                    <a:pt x="16912" y="31923"/>
                  </a:cubicBezTo>
                  <a:cubicBezTo>
                    <a:pt x="8606" y="31923"/>
                    <a:pt x="1868" y="25185"/>
                    <a:pt x="1868" y="16879"/>
                  </a:cubicBezTo>
                  <a:cubicBezTo>
                    <a:pt x="1868" y="8573"/>
                    <a:pt x="8606" y="1835"/>
                    <a:pt x="16912" y="1835"/>
                  </a:cubicBezTo>
                  <a:close/>
                  <a:moveTo>
                    <a:pt x="16912" y="1"/>
                  </a:moveTo>
                  <a:cubicBezTo>
                    <a:pt x="7572" y="1"/>
                    <a:pt x="0" y="7539"/>
                    <a:pt x="0" y="16879"/>
                  </a:cubicBezTo>
                  <a:cubicBezTo>
                    <a:pt x="0" y="26219"/>
                    <a:pt x="7572" y="33791"/>
                    <a:pt x="16912" y="33791"/>
                  </a:cubicBezTo>
                  <a:cubicBezTo>
                    <a:pt x="26252" y="33791"/>
                    <a:pt x="33824" y="26219"/>
                    <a:pt x="33824" y="16879"/>
                  </a:cubicBezTo>
                  <a:cubicBezTo>
                    <a:pt x="33824" y="7539"/>
                    <a:pt x="26252" y="1"/>
                    <a:pt x="1691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3" name="Google Shape;4663;p57"/>
            <p:cNvSpPr/>
            <p:nvPr/>
          </p:nvSpPr>
          <p:spPr>
            <a:xfrm rot="10800000">
              <a:off x="6488377" y="2231460"/>
              <a:ext cx="800701" cy="800617"/>
            </a:xfrm>
            <a:custGeom>
              <a:avLst/>
              <a:gdLst/>
              <a:ahLst/>
              <a:cxnLst/>
              <a:rect l="l" t="t" r="r" b="b"/>
              <a:pathLst>
                <a:path w="33792" h="33792" extrusionOk="0">
                  <a:moveTo>
                    <a:pt x="16912" y="1"/>
                  </a:moveTo>
                  <a:cubicBezTo>
                    <a:pt x="7572" y="1"/>
                    <a:pt x="0" y="7539"/>
                    <a:pt x="0" y="16879"/>
                  </a:cubicBezTo>
                  <a:cubicBezTo>
                    <a:pt x="0" y="26219"/>
                    <a:pt x="7572" y="33791"/>
                    <a:pt x="16912" y="33791"/>
                  </a:cubicBezTo>
                  <a:cubicBezTo>
                    <a:pt x="26219" y="33791"/>
                    <a:pt x="33791" y="26219"/>
                    <a:pt x="33791" y="16879"/>
                  </a:cubicBezTo>
                  <a:cubicBezTo>
                    <a:pt x="33791" y="7539"/>
                    <a:pt x="26252" y="1"/>
                    <a:pt x="16912" y="1"/>
                  </a:cubicBezTo>
                  <a:close/>
                  <a:moveTo>
                    <a:pt x="16912" y="31923"/>
                  </a:moveTo>
                  <a:cubicBezTo>
                    <a:pt x="8607" y="31923"/>
                    <a:pt x="1868" y="25185"/>
                    <a:pt x="1868" y="16879"/>
                  </a:cubicBezTo>
                  <a:cubicBezTo>
                    <a:pt x="1868" y="8573"/>
                    <a:pt x="8607" y="1835"/>
                    <a:pt x="16912" y="1835"/>
                  </a:cubicBezTo>
                  <a:cubicBezTo>
                    <a:pt x="25218" y="1835"/>
                    <a:pt x="31957" y="8573"/>
                    <a:pt x="31957" y="16879"/>
                  </a:cubicBezTo>
                  <a:cubicBezTo>
                    <a:pt x="31957" y="25185"/>
                    <a:pt x="25218" y="31923"/>
                    <a:pt x="16912"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4" name="Google Shape;4664;p57"/>
            <p:cNvSpPr/>
            <p:nvPr/>
          </p:nvSpPr>
          <p:spPr>
            <a:xfrm rot="10800000">
              <a:off x="5434776" y="2231460"/>
              <a:ext cx="800701" cy="800617"/>
            </a:xfrm>
            <a:custGeom>
              <a:avLst/>
              <a:gdLst/>
              <a:ahLst/>
              <a:cxnLst/>
              <a:rect l="l" t="t" r="r" b="b"/>
              <a:pathLst>
                <a:path w="33792" h="33792" extrusionOk="0">
                  <a:moveTo>
                    <a:pt x="16879" y="1"/>
                  </a:moveTo>
                  <a:cubicBezTo>
                    <a:pt x="7539" y="1"/>
                    <a:pt x="0" y="7539"/>
                    <a:pt x="0" y="16879"/>
                  </a:cubicBezTo>
                  <a:cubicBezTo>
                    <a:pt x="0" y="26219"/>
                    <a:pt x="7539" y="33791"/>
                    <a:pt x="16879" y="33791"/>
                  </a:cubicBezTo>
                  <a:cubicBezTo>
                    <a:pt x="26219" y="33791"/>
                    <a:pt x="33791" y="26219"/>
                    <a:pt x="33791" y="16879"/>
                  </a:cubicBezTo>
                  <a:cubicBezTo>
                    <a:pt x="33791" y="7539"/>
                    <a:pt x="26219" y="1"/>
                    <a:pt x="16879" y="1"/>
                  </a:cubicBezTo>
                  <a:close/>
                  <a:moveTo>
                    <a:pt x="16879" y="31923"/>
                  </a:moveTo>
                  <a:cubicBezTo>
                    <a:pt x="8573" y="31923"/>
                    <a:pt x="1835" y="25185"/>
                    <a:pt x="1835" y="16879"/>
                  </a:cubicBezTo>
                  <a:cubicBezTo>
                    <a:pt x="1835" y="8573"/>
                    <a:pt x="8573" y="1835"/>
                    <a:pt x="16879" y="1835"/>
                  </a:cubicBezTo>
                  <a:cubicBezTo>
                    <a:pt x="25185" y="1835"/>
                    <a:pt x="31923" y="8573"/>
                    <a:pt x="31923" y="16879"/>
                  </a:cubicBezTo>
                  <a:cubicBezTo>
                    <a:pt x="31923" y="25185"/>
                    <a:pt x="25185" y="31923"/>
                    <a:pt x="16879"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5" name="Google Shape;4665;p57"/>
            <p:cNvSpPr/>
            <p:nvPr/>
          </p:nvSpPr>
          <p:spPr>
            <a:xfrm rot="10800000">
              <a:off x="4381980" y="2231460"/>
              <a:ext cx="800678" cy="800617"/>
            </a:xfrm>
            <a:custGeom>
              <a:avLst/>
              <a:gdLst/>
              <a:ahLst/>
              <a:cxnLst/>
              <a:rect l="l" t="t" r="r" b="b"/>
              <a:pathLst>
                <a:path w="33791" h="33792" extrusionOk="0">
                  <a:moveTo>
                    <a:pt x="16912" y="1"/>
                  </a:moveTo>
                  <a:cubicBezTo>
                    <a:pt x="7572" y="1"/>
                    <a:pt x="0" y="7539"/>
                    <a:pt x="0" y="16879"/>
                  </a:cubicBezTo>
                  <a:cubicBezTo>
                    <a:pt x="0" y="26219"/>
                    <a:pt x="7572" y="33791"/>
                    <a:pt x="16912" y="33791"/>
                  </a:cubicBezTo>
                  <a:cubicBezTo>
                    <a:pt x="26252" y="33791"/>
                    <a:pt x="33791" y="26219"/>
                    <a:pt x="33791" y="16879"/>
                  </a:cubicBezTo>
                  <a:cubicBezTo>
                    <a:pt x="33791" y="7539"/>
                    <a:pt x="26252" y="1"/>
                    <a:pt x="16912" y="1"/>
                  </a:cubicBezTo>
                  <a:close/>
                  <a:moveTo>
                    <a:pt x="16912" y="31923"/>
                  </a:moveTo>
                  <a:cubicBezTo>
                    <a:pt x="8606" y="31923"/>
                    <a:pt x="1868" y="25185"/>
                    <a:pt x="1868" y="16879"/>
                  </a:cubicBezTo>
                  <a:cubicBezTo>
                    <a:pt x="1868" y="8573"/>
                    <a:pt x="8606" y="1835"/>
                    <a:pt x="16912" y="1835"/>
                  </a:cubicBezTo>
                  <a:cubicBezTo>
                    <a:pt x="25218" y="1835"/>
                    <a:pt x="31956" y="8573"/>
                    <a:pt x="31956" y="16879"/>
                  </a:cubicBezTo>
                  <a:cubicBezTo>
                    <a:pt x="31956" y="25185"/>
                    <a:pt x="25218" y="31923"/>
                    <a:pt x="16912" y="31923"/>
                  </a:cubicBezTo>
                  <a:close/>
                </a:path>
              </a:pathLst>
            </a:custGeom>
            <a:solidFill>
              <a:srgbClr val="F2F2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66" name="Google Shape;4666;p57"/>
          <p:cNvGrpSpPr/>
          <p:nvPr/>
        </p:nvGrpSpPr>
        <p:grpSpPr>
          <a:xfrm>
            <a:off x="6836548" y="1808672"/>
            <a:ext cx="1586327" cy="371557"/>
            <a:chOff x="1247650" y="2075423"/>
            <a:chExt cx="6648477" cy="1557238"/>
          </a:xfrm>
        </p:grpSpPr>
        <p:sp>
          <p:nvSpPr>
            <p:cNvPr id="4667" name="Google Shape;4667;p57"/>
            <p:cNvSpPr/>
            <p:nvPr/>
          </p:nvSpPr>
          <p:spPr>
            <a:xfrm>
              <a:off x="6633862" y="2075423"/>
              <a:ext cx="953444" cy="825696"/>
            </a:xfrm>
            <a:custGeom>
              <a:avLst/>
              <a:gdLst/>
              <a:ahLst/>
              <a:cxnLst/>
              <a:rect l="l" t="t" r="r" b="b"/>
              <a:pathLst>
                <a:path w="57767" h="50027" extrusionOk="0">
                  <a:moveTo>
                    <a:pt x="14439" y="0"/>
                  </a:moveTo>
                  <a:lnTo>
                    <a:pt x="0" y="25014"/>
                  </a:lnTo>
                  <a:lnTo>
                    <a:pt x="14439" y="50027"/>
                  </a:lnTo>
                  <a:lnTo>
                    <a:pt x="43329" y="50027"/>
                  </a:lnTo>
                  <a:lnTo>
                    <a:pt x="57767" y="25014"/>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8" name="Google Shape;4668;p57"/>
            <p:cNvSpPr/>
            <p:nvPr/>
          </p:nvSpPr>
          <p:spPr>
            <a:xfrm>
              <a:off x="5359252" y="2806965"/>
              <a:ext cx="953461" cy="825696"/>
            </a:xfrm>
            <a:custGeom>
              <a:avLst/>
              <a:gdLst/>
              <a:ahLst/>
              <a:cxnLst/>
              <a:rect l="l" t="t" r="r" b="b"/>
              <a:pathLst>
                <a:path w="57768" h="50027" extrusionOk="0">
                  <a:moveTo>
                    <a:pt x="14439" y="0"/>
                  </a:moveTo>
                  <a:lnTo>
                    <a:pt x="1" y="25013"/>
                  </a:lnTo>
                  <a:lnTo>
                    <a:pt x="14439" y="50027"/>
                  </a:lnTo>
                  <a:lnTo>
                    <a:pt x="43329" y="50027"/>
                  </a:lnTo>
                  <a:lnTo>
                    <a:pt x="57767" y="25013"/>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9" name="Google Shape;4669;p57"/>
            <p:cNvSpPr/>
            <p:nvPr/>
          </p:nvSpPr>
          <p:spPr>
            <a:xfrm>
              <a:off x="1601478" y="2075425"/>
              <a:ext cx="953316" cy="825696"/>
            </a:xfrm>
            <a:custGeom>
              <a:avLst/>
              <a:gdLst/>
              <a:ahLst/>
              <a:cxnLst/>
              <a:rect l="l" t="t" r="r" b="b"/>
              <a:pathLst>
                <a:path w="57768" h="50027" extrusionOk="0">
                  <a:moveTo>
                    <a:pt x="14439" y="0"/>
                  </a:moveTo>
                  <a:lnTo>
                    <a:pt x="1" y="25013"/>
                  </a:lnTo>
                  <a:lnTo>
                    <a:pt x="14439" y="50027"/>
                  </a:lnTo>
                  <a:lnTo>
                    <a:pt x="43329" y="50027"/>
                  </a:lnTo>
                  <a:lnTo>
                    <a:pt x="57768" y="25013"/>
                  </a:lnTo>
                  <a:lnTo>
                    <a:pt x="43329"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0" name="Google Shape;4670;p57"/>
            <p:cNvSpPr/>
            <p:nvPr/>
          </p:nvSpPr>
          <p:spPr>
            <a:xfrm>
              <a:off x="2857827" y="2807112"/>
              <a:ext cx="953370" cy="825320"/>
            </a:xfrm>
            <a:custGeom>
              <a:avLst/>
              <a:gdLst/>
              <a:ahLst/>
              <a:cxnLst/>
              <a:rect l="l" t="t" r="r" b="b"/>
              <a:pathLst>
                <a:path w="57780" h="50027" extrusionOk="0">
                  <a:moveTo>
                    <a:pt x="14452" y="0"/>
                  </a:moveTo>
                  <a:lnTo>
                    <a:pt x="0" y="25013"/>
                  </a:lnTo>
                  <a:lnTo>
                    <a:pt x="14452" y="50027"/>
                  </a:lnTo>
                  <a:lnTo>
                    <a:pt x="43328" y="50027"/>
                  </a:lnTo>
                  <a:lnTo>
                    <a:pt x="57780" y="25013"/>
                  </a:lnTo>
                  <a:lnTo>
                    <a:pt x="4332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1" name="Google Shape;4671;p57"/>
            <p:cNvSpPr/>
            <p:nvPr/>
          </p:nvSpPr>
          <p:spPr>
            <a:xfrm>
              <a:off x="4097386" y="2075425"/>
              <a:ext cx="953444" cy="825696"/>
            </a:xfrm>
            <a:custGeom>
              <a:avLst/>
              <a:gdLst/>
              <a:ahLst/>
              <a:cxnLst/>
              <a:rect l="l" t="t" r="r" b="b"/>
              <a:pathLst>
                <a:path w="57767" h="50027" extrusionOk="0">
                  <a:moveTo>
                    <a:pt x="14439" y="0"/>
                  </a:moveTo>
                  <a:lnTo>
                    <a:pt x="0" y="25013"/>
                  </a:lnTo>
                  <a:lnTo>
                    <a:pt x="14439" y="50027"/>
                  </a:lnTo>
                  <a:lnTo>
                    <a:pt x="43328" y="50027"/>
                  </a:lnTo>
                  <a:lnTo>
                    <a:pt x="57767" y="25013"/>
                  </a:lnTo>
                  <a:lnTo>
                    <a:pt x="4332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2" name="Google Shape;4672;p57"/>
            <p:cNvSpPr/>
            <p:nvPr/>
          </p:nvSpPr>
          <p:spPr>
            <a:xfrm>
              <a:off x="1247650" y="2490334"/>
              <a:ext cx="6648477" cy="729445"/>
            </a:xfrm>
            <a:custGeom>
              <a:avLst/>
              <a:gdLst/>
              <a:ahLst/>
              <a:cxnLst/>
              <a:rect l="l" t="t" r="r" b="b"/>
              <a:pathLst>
                <a:path w="285373" h="31310" fill="none" extrusionOk="0">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solidFill>
              <a:srgbClr val="191919"/>
            </a:solidFill>
            <a:ln w="19050" cap="flat" cmpd="sng">
              <a:solidFill>
                <a:srgbClr val="869FB2"/>
              </a:solidFill>
              <a:prstDash val="solid"/>
              <a:miter lim="1300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73" name="Google Shape;4673;p57"/>
          <p:cNvGrpSpPr/>
          <p:nvPr/>
        </p:nvGrpSpPr>
        <p:grpSpPr>
          <a:xfrm>
            <a:off x="5267818" y="961862"/>
            <a:ext cx="1415601" cy="1648533"/>
            <a:chOff x="1839112" y="2209163"/>
            <a:chExt cx="1918159" cy="2233784"/>
          </a:xfrm>
        </p:grpSpPr>
        <p:sp>
          <p:nvSpPr>
            <p:cNvPr id="4674" name="Google Shape;4674;p57"/>
            <p:cNvSpPr/>
            <p:nvPr/>
          </p:nvSpPr>
          <p:spPr>
            <a:xfrm>
              <a:off x="1839112" y="2209163"/>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5" name="Google Shape;4675;p57"/>
            <p:cNvSpPr/>
            <p:nvPr/>
          </p:nvSpPr>
          <p:spPr>
            <a:xfrm>
              <a:off x="3182171" y="2209163"/>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6" name="Google Shape;4676;p57"/>
            <p:cNvSpPr/>
            <p:nvPr/>
          </p:nvSpPr>
          <p:spPr>
            <a:xfrm>
              <a:off x="3182171" y="3040766"/>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677" name="Google Shape;4677;p57"/>
            <p:cNvCxnSpPr>
              <a:stCxn id="4674" idx="6"/>
              <a:endCxn id="4675" idx="2"/>
            </p:cNvCxnSpPr>
            <p:nvPr/>
          </p:nvCxnSpPr>
          <p:spPr>
            <a:xfrm>
              <a:off x="2414212" y="2496713"/>
              <a:ext cx="768000" cy="600"/>
            </a:xfrm>
            <a:prstGeom prst="bentConnector3">
              <a:avLst>
                <a:gd name="adj1" fmla="val 49997"/>
              </a:avLst>
            </a:prstGeom>
            <a:noFill/>
            <a:ln w="19050" cap="flat" cmpd="sng">
              <a:solidFill>
                <a:srgbClr val="374957"/>
              </a:solidFill>
              <a:prstDash val="solid"/>
              <a:round/>
              <a:headEnd type="none" w="med" len="med"/>
              <a:tailEnd type="none" w="med" len="med"/>
            </a:ln>
          </p:spPr>
        </p:cxnSp>
        <p:cxnSp>
          <p:nvCxnSpPr>
            <p:cNvPr id="4678" name="Google Shape;4678;p57"/>
            <p:cNvCxnSpPr>
              <a:stCxn id="4675" idx="4"/>
              <a:endCxn id="4679" idx="0"/>
            </p:cNvCxnSpPr>
            <p:nvPr/>
          </p:nvCxnSpPr>
          <p:spPr>
            <a:xfrm rot="5400000">
              <a:off x="2669921" y="2240963"/>
              <a:ext cx="256500" cy="1343100"/>
            </a:xfrm>
            <a:prstGeom prst="bentConnector3">
              <a:avLst>
                <a:gd name="adj1" fmla="val 50000"/>
              </a:avLst>
            </a:prstGeom>
            <a:noFill/>
            <a:ln w="19050" cap="flat" cmpd="sng">
              <a:solidFill>
                <a:srgbClr val="374957"/>
              </a:solidFill>
              <a:prstDash val="solid"/>
              <a:round/>
              <a:headEnd type="none" w="med" len="med"/>
              <a:tailEnd type="none" w="med" len="med"/>
            </a:ln>
          </p:spPr>
        </p:cxnSp>
        <p:cxnSp>
          <p:nvCxnSpPr>
            <p:cNvPr id="4680" name="Google Shape;4680;p57"/>
            <p:cNvCxnSpPr>
              <a:stCxn id="4679" idx="6"/>
              <a:endCxn id="4676" idx="2"/>
            </p:cNvCxnSpPr>
            <p:nvPr/>
          </p:nvCxnSpPr>
          <p:spPr>
            <a:xfrm>
              <a:off x="2414212" y="3328316"/>
              <a:ext cx="768000" cy="600"/>
            </a:xfrm>
            <a:prstGeom prst="bentConnector3">
              <a:avLst>
                <a:gd name="adj1" fmla="val 49997"/>
              </a:avLst>
            </a:prstGeom>
            <a:noFill/>
            <a:ln w="19050" cap="flat" cmpd="sng">
              <a:solidFill>
                <a:srgbClr val="374957"/>
              </a:solidFill>
              <a:prstDash val="solid"/>
              <a:round/>
              <a:headEnd type="none" w="med" len="med"/>
              <a:tailEnd type="none" w="med" len="med"/>
            </a:ln>
          </p:spPr>
        </p:cxnSp>
        <p:cxnSp>
          <p:nvCxnSpPr>
            <p:cNvPr id="4681" name="Google Shape;4681;p57"/>
            <p:cNvCxnSpPr>
              <a:stCxn id="4676" idx="4"/>
              <a:endCxn id="4682" idx="0"/>
            </p:cNvCxnSpPr>
            <p:nvPr/>
          </p:nvCxnSpPr>
          <p:spPr>
            <a:xfrm rot="5400000">
              <a:off x="2672171" y="3070316"/>
              <a:ext cx="252000" cy="1343100"/>
            </a:xfrm>
            <a:prstGeom prst="bentConnector3">
              <a:avLst>
                <a:gd name="adj1" fmla="val 49996"/>
              </a:avLst>
            </a:prstGeom>
            <a:noFill/>
            <a:ln w="19050" cap="flat" cmpd="sng">
              <a:solidFill>
                <a:srgbClr val="374957"/>
              </a:solidFill>
              <a:prstDash val="solid"/>
              <a:round/>
              <a:headEnd type="none" w="med" len="med"/>
              <a:tailEnd type="none" w="med" len="med"/>
            </a:ln>
          </p:spPr>
        </p:cxnSp>
        <p:sp>
          <p:nvSpPr>
            <p:cNvPr id="4679" name="Google Shape;4679;p57"/>
            <p:cNvSpPr/>
            <p:nvPr/>
          </p:nvSpPr>
          <p:spPr>
            <a:xfrm>
              <a:off x="1839112" y="3040766"/>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2" name="Google Shape;4682;p57"/>
            <p:cNvSpPr/>
            <p:nvPr/>
          </p:nvSpPr>
          <p:spPr>
            <a:xfrm>
              <a:off x="1839112" y="3867848"/>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3" name="Google Shape;4683;p57"/>
            <p:cNvSpPr/>
            <p:nvPr/>
          </p:nvSpPr>
          <p:spPr>
            <a:xfrm>
              <a:off x="3182171" y="3867848"/>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684" name="Google Shape;4684;p57"/>
            <p:cNvCxnSpPr>
              <a:endCxn id="4683" idx="2"/>
            </p:cNvCxnSpPr>
            <p:nvPr/>
          </p:nvCxnSpPr>
          <p:spPr>
            <a:xfrm>
              <a:off x="2413871" y="4154498"/>
              <a:ext cx="768300" cy="900"/>
            </a:xfrm>
            <a:prstGeom prst="bentConnector3">
              <a:avLst>
                <a:gd name="adj1" fmla="val 50000"/>
              </a:avLst>
            </a:prstGeom>
            <a:noFill/>
            <a:ln w="19050" cap="flat" cmpd="sng">
              <a:solidFill>
                <a:srgbClr val="374957"/>
              </a:solidFill>
              <a:prstDash val="solid"/>
              <a:round/>
              <a:headEnd type="none" w="med" len="med"/>
              <a:tailEnd type="none" w="med" len="med"/>
            </a:ln>
          </p:spPr>
        </p:cxnSp>
      </p:grpSp>
      <p:grpSp>
        <p:nvGrpSpPr>
          <p:cNvPr id="4685" name="Google Shape;4685;p57"/>
          <p:cNvGrpSpPr/>
          <p:nvPr/>
        </p:nvGrpSpPr>
        <p:grpSpPr>
          <a:xfrm>
            <a:off x="3425084" y="979946"/>
            <a:ext cx="1637968" cy="154942"/>
            <a:chOff x="238125" y="2506075"/>
            <a:chExt cx="7115411" cy="673075"/>
          </a:xfrm>
        </p:grpSpPr>
        <p:sp>
          <p:nvSpPr>
            <p:cNvPr id="4686" name="Google Shape;4686;p57"/>
            <p:cNvSpPr/>
            <p:nvPr/>
          </p:nvSpPr>
          <p:spPr>
            <a:xfrm>
              <a:off x="238125" y="2506075"/>
              <a:ext cx="1643150" cy="673075"/>
            </a:xfrm>
            <a:custGeom>
              <a:avLst/>
              <a:gdLst/>
              <a:ahLst/>
              <a:cxnLst/>
              <a:rect l="l" t="t" r="r" b="b"/>
              <a:pathLst>
                <a:path w="65726" h="26923" extrusionOk="0">
                  <a:moveTo>
                    <a:pt x="0" y="0"/>
                  </a:moveTo>
                  <a:lnTo>
                    <a:pt x="10782" y="13477"/>
                  </a:lnTo>
                  <a:lnTo>
                    <a:pt x="0" y="26923"/>
                  </a:lnTo>
                  <a:lnTo>
                    <a:pt x="54943" y="26923"/>
                  </a:lnTo>
                  <a:lnTo>
                    <a:pt x="65725" y="13477"/>
                  </a:lnTo>
                  <a:lnTo>
                    <a:pt x="54943"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7" name="Google Shape;4687;p57"/>
            <p:cNvSpPr/>
            <p:nvPr/>
          </p:nvSpPr>
          <p:spPr>
            <a:xfrm>
              <a:off x="1606190"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8" name="Google Shape;4688;p57"/>
            <p:cNvSpPr/>
            <p:nvPr/>
          </p:nvSpPr>
          <p:spPr>
            <a:xfrm>
              <a:off x="297348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9" name="Google Shape;4689;p57"/>
            <p:cNvSpPr/>
            <p:nvPr/>
          </p:nvSpPr>
          <p:spPr>
            <a:xfrm>
              <a:off x="570961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0" name="Google Shape;4690;p57"/>
            <p:cNvSpPr/>
            <p:nvPr/>
          </p:nvSpPr>
          <p:spPr>
            <a:xfrm>
              <a:off x="4342321" y="2506075"/>
              <a:ext cx="1643150" cy="673075"/>
            </a:xfrm>
            <a:custGeom>
              <a:avLst/>
              <a:gdLst/>
              <a:ahLst/>
              <a:cxnLst/>
              <a:rect l="l" t="t" r="r" b="b"/>
              <a:pathLst>
                <a:path w="65726" h="26923" extrusionOk="0">
                  <a:moveTo>
                    <a:pt x="1" y="0"/>
                  </a:moveTo>
                  <a:lnTo>
                    <a:pt x="10751" y="13477"/>
                  </a:lnTo>
                  <a:lnTo>
                    <a:pt x="1" y="26923"/>
                  </a:lnTo>
                  <a:lnTo>
                    <a:pt x="54944" y="26923"/>
                  </a:lnTo>
                  <a:lnTo>
                    <a:pt x="65726" y="13477"/>
                  </a:lnTo>
                  <a:lnTo>
                    <a:pt x="5494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91" name="Google Shape;4691;p57"/>
          <p:cNvGrpSpPr/>
          <p:nvPr/>
        </p:nvGrpSpPr>
        <p:grpSpPr>
          <a:xfrm>
            <a:off x="1965820" y="1294664"/>
            <a:ext cx="1262932" cy="785408"/>
            <a:chOff x="548861" y="389676"/>
            <a:chExt cx="3843371" cy="2390163"/>
          </a:xfrm>
        </p:grpSpPr>
        <p:cxnSp>
          <p:nvCxnSpPr>
            <p:cNvPr id="4692" name="Google Shape;4692;p57"/>
            <p:cNvCxnSpPr/>
            <p:nvPr/>
          </p:nvCxnSpPr>
          <p:spPr>
            <a:xfrm rot="10800000" flipH="1">
              <a:off x="3486925" y="1918250"/>
              <a:ext cx="742200" cy="6903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4693" name="Google Shape;4693;p57"/>
            <p:cNvCxnSpPr/>
            <p:nvPr/>
          </p:nvCxnSpPr>
          <p:spPr>
            <a:xfrm rot="-5400000" flipH="1">
              <a:off x="3486925" y="577350"/>
              <a:ext cx="650100" cy="6501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4694" name="Google Shape;4694;p57"/>
            <p:cNvCxnSpPr/>
            <p:nvPr/>
          </p:nvCxnSpPr>
          <p:spPr>
            <a:xfrm>
              <a:off x="2725450" y="576000"/>
              <a:ext cx="1410600" cy="1800"/>
            </a:xfrm>
            <a:prstGeom prst="bentConnector3">
              <a:avLst>
                <a:gd name="adj1" fmla="val 50000"/>
              </a:avLst>
            </a:prstGeom>
            <a:noFill/>
            <a:ln w="9525" cap="flat" cmpd="sng">
              <a:solidFill>
                <a:srgbClr val="869FB2"/>
              </a:solidFill>
              <a:prstDash val="solid"/>
              <a:round/>
              <a:headEnd type="none" w="med" len="med"/>
              <a:tailEnd type="none" w="med" len="med"/>
            </a:ln>
          </p:spPr>
        </p:cxnSp>
        <p:cxnSp>
          <p:nvCxnSpPr>
            <p:cNvPr id="4695" name="Google Shape;4695;p57"/>
            <p:cNvCxnSpPr/>
            <p:nvPr/>
          </p:nvCxnSpPr>
          <p:spPr>
            <a:xfrm rot="10800000" flipH="1">
              <a:off x="756500" y="577975"/>
              <a:ext cx="1705500" cy="1049100"/>
            </a:xfrm>
            <a:prstGeom prst="bentConnector3">
              <a:avLst>
                <a:gd name="adj1" fmla="val 50000"/>
              </a:avLst>
            </a:prstGeom>
            <a:noFill/>
            <a:ln w="9525" cap="flat" cmpd="sng">
              <a:solidFill>
                <a:srgbClr val="BAC8D3"/>
              </a:solidFill>
              <a:prstDash val="solid"/>
              <a:round/>
              <a:headEnd type="none" w="med" len="med"/>
              <a:tailEnd type="none" w="med" len="med"/>
            </a:ln>
          </p:spPr>
        </p:cxnSp>
        <p:cxnSp>
          <p:nvCxnSpPr>
            <p:cNvPr id="4696" name="Google Shape;4696;p57"/>
            <p:cNvCxnSpPr/>
            <p:nvPr/>
          </p:nvCxnSpPr>
          <p:spPr>
            <a:xfrm>
              <a:off x="760067" y="1625791"/>
              <a:ext cx="1689000" cy="974100"/>
            </a:xfrm>
            <a:prstGeom prst="bentConnector3">
              <a:avLst>
                <a:gd name="adj1" fmla="val 50000"/>
              </a:avLst>
            </a:prstGeom>
            <a:noFill/>
            <a:ln w="9525" cap="flat" cmpd="sng">
              <a:solidFill>
                <a:srgbClr val="BAC8D3"/>
              </a:solidFill>
              <a:prstDash val="solid"/>
              <a:round/>
              <a:headEnd type="none" w="med" len="med"/>
              <a:tailEnd type="none" w="med" len="med"/>
            </a:ln>
          </p:spPr>
        </p:cxnSp>
        <p:sp>
          <p:nvSpPr>
            <p:cNvPr id="4697" name="Google Shape;4697;p57"/>
            <p:cNvSpPr/>
            <p:nvPr/>
          </p:nvSpPr>
          <p:spPr>
            <a:xfrm>
              <a:off x="548861" y="1338125"/>
              <a:ext cx="502050" cy="502875"/>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698" name="Google Shape;4698;p57"/>
            <p:cNvCxnSpPr/>
            <p:nvPr/>
          </p:nvCxnSpPr>
          <p:spPr>
            <a:xfrm>
              <a:off x="2725450" y="2609025"/>
              <a:ext cx="1416000" cy="1800"/>
            </a:xfrm>
            <a:prstGeom prst="bentConnector3">
              <a:avLst>
                <a:gd name="adj1" fmla="val 50000"/>
              </a:avLst>
            </a:prstGeom>
            <a:noFill/>
            <a:ln w="9525" cap="flat" cmpd="sng">
              <a:solidFill>
                <a:srgbClr val="869FB2"/>
              </a:solidFill>
              <a:prstDash val="solid"/>
              <a:round/>
              <a:headEnd type="none" w="med" len="med"/>
              <a:tailEnd type="none" w="med" len="med"/>
            </a:ln>
          </p:spPr>
        </p:cxnSp>
        <p:sp>
          <p:nvSpPr>
            <p:cNvPr id="4699" name="Google Shape;4699;p57"/>
            <p:cNvSpPr/>
            <p:nvPr/>
          </p:nvSpPr>
          <p:spPr>
            <a:xfrm>
              <a:off x="4095707" y="1083398"/>
              <a:ext cx="289400" cy="268650"/>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0" name="Google Shape;4700;p57"/>
            <p:cNvSpPr/>
            <p:nvPr/>
          </p:nvSpPr>
          <p:spPr>
            <a:xfrm>
              <a:off x="2421967" y="389676"/>
              <a:ext cx="383625" cy="371825"/>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1" name="Google Shape;4701;p57"/>
            <p:cNvSpPr/>
            <p:nvPr/>
          </p:nvSpPr>
          <p:spPr>
            <a:xfrm>
              <a:off x="4095707" y="426309"/>
              <a:ext cx="289400" cy="268850"/>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2" name="Google Shape;4702;p57"/>
            <p:cNvSpPr/>
            <p:nvPr/>
          </p:nvSpPr>
          <p:spPr>
            <a:xfrm>
              <a:off x="4102832" y="2474633"/>
              <a:ext cx="289400" cy="269425"/>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3" name="Google Shape;4703;p57"/>
            <p:cNvSpPr/>
            <p:nvPr/>
          </p:nvSpPr>
          <p:spPr>
            <a:xfrm>
              <a:off x="4095707" y="1772738"/>
              <a:ext cx="289400" cy="268825"/>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4" name="Google Shape;4704;p57"/>
            <p:cNvSpPr/>
            <p:nvPr/>
          </p:nvSpPr>
          <p:spPr>
            <a:xfrm>
              <a:off x="2422792" y="2408015"/>
              <a:ext cx="383650" cy="371825"/>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05" name="Google Shape;4705;p57"/>
          <p:cNvGrpSpPr/>
          <p:nvPr/>
        </p:nvGrpSpPr>
        <p:grpSpPr>
          <a:xfrm>
            <a:off x="753952" y="2401541"/>
            <a:ext cx="1412054" cy="633562"/>
            <a:chOff x="1187400" y="2529299"/>
            <a:chExt cx="6769193" cy="2241903"/>
          </a:xfrm>
        </p:grpSpPr>
        <p:sp>
          <p:nvSpPr>
            <p:cNvPr id="4706" name="Google Shape;4706;p57"/>
            <p:cNvSpPr/>
            <p:nvPr/>
          </p:nvSpPr>
          <p:spPr>
            <a:xfrm>
              <a:off x="3802943" y="2529299"/>
              <a:ext cx="1538100" cy="442500"/>
            </a:xfrm>
            <a:prstGeom prst="roundRect">
              <a:avLst>
                <a:gd name="adj" fmla="val 50000"/>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FFFF"/>
                </a:solidFill>
              </a:endParaRPr>
            </a:p>
          </p:txBody>
        </p:sp>
        <p:sp>
          <p:nvSpPr>
            <p:cNvPr id="4707" name="Google Shape;4707;p57"/>
            <p:cNvSpPr/>
            <p:nvPr/>
          </p:nvSpPr>
          <p:spPr>
            <a:xfrm>
              <a:off x="5573240" y="3429000"/>
              <a:ext cx="1538100" cy="442500"/>
            </a:xfrm>
            <a:prstGeom prst="roundRect">
              <a:avLst>
                <a:gd name="adj" fmla="val 50000"/>
              </a:avLst>
            </a:prstGeom>
            <a:solidFill>
              <a:srgbClr val="869FB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4708" name="Google Shape;4708;p57"/>
            <p:cNvSpPr/>
            <p:nvPr/>
          </p:nvSpPr>
          <p:spPr>
            <a:xfrm>
              <a:off x="2032647" y="3429000"/>
              <a:ext cx="1538100" cy="442500"/>
            </a:xfrm>
            <a:prstGeom prst="roundRect">
              <a:avLst>
                <a:gd name="adj" fmla="val 50000"/>
              </a:avLst>
            </a:prstGeom>
            <a:solidFill>
              <a:srgbClr val="869FB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4709" name="Google Shape;4709;p57"/>
            <p:cNvSpPr/>
            <p:nvPr/>
          </p:nvSpPr>
          <p:spPr>
            <a:xfrm>
              <a:off x="1187400"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4710" name="Google Shape;4710;p57"/>
            <p:cNvSpPr/>
            <p:nvPr/>
          </p:nvSpPr>
          <p:spPr>
            <a:xfrm>
              <a:off x="2877893"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4711" name="Google Shape;4711;p57"/>
            <p:cNvSpPr/>
            <p:nvPr/>
          </p:nvSpPr>
          <p:spPr>
            <a:xfrm>
              <a:off x="4728000"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sp>
          <p:nvSpPr>
            <p:cNvPr id="4712" name="Google Shape;4712;p57"/>
            <p:cNvSpPr/>
            <p:nvPr/>
          </p:nvSpPr>
          <p:spPr>
            <a:xfrm>
              <a:off x="6418493"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endParaRPr>
            </a:p>
          </p:txBody>
        </p:sp>
        <p:cxnSp>
          <p:nvCxnSpPr>
            <p:cNvPr id="4713" name="Google Shape;4713;p57"/>
            <p:cNvCxnSpPr>
              <a:stCxn id="4706" idx="2"/>
              <a:endCxn id="4707" idx="0"/>
            </p:cNvCxnSpPr>
            <p:nvPr/>
          </p:nvCxnSpPr>
          <p:spPr>
            <a:xfrm rot="-5400000" flipH="1">
              <a:off x="5228543" y="2315249"/>
              <a:ext cx="457200" cy="17703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4714" name="Google Shape;4714;p57"/>
            <p:cNvCxnSpPr>
              <a:stCxn id="4708" idx="0"/>
              <a:endCxn id="4706" idx="2"/>
            </p:cNvCxnSpPr>
            <p:nvPr/>
          </p:nvCxnSpPr>
          <p:spPr>
            <a:xfrm rot="-5400000">
              <a:off x="3458247" y="2315250"/>
              <a:ext cx="457200" cy="17703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4715" name="Google Shape;4715;p57"/>
            <p:cNvCxnSpPr>
              <a:stCxn id="4708" idx="2"/>
              <a:endCxn id="4710" idx="0"/>
            </p:cNvCxnSpPr>
            <p:nvPr/>
          </p:nvCxnSpPr>
          <p:spPr>
            <a:xfrm rot="-5400000" flipH="1">
              <a:off x="2995647" y="3677550"/>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4716" name="Google Shape;4716;p57"/>
            <p:cNvCxnSpPr>
              <a:stCxn id="4709" idx="0"/>
              <a:endCxn id="4708" idx="2"/>
            </p:cNvCxnSpPr>
            <p:nvPr/>
          </p:nvCxnSpPr>
          <p:spPr>
            <a:xfrm rot="-5400000">
              <a:off x="2150400" y="3677551"/>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4717" name="Google Shape;4717;p57"/>
            <p:cNvCxnSpPr>
              <a:stCxn id="4707" idx="2"/>
              <a:endCxn id="4712" idx="0"/>
            </p:cNvCxnSpPr>
            <p:nvPr/>
          </p:nvCxnSpPr>
          <p:spPr>
            <a:xfrm rot="-5400000" flipH="1">
              <a:off x="6536390" y="3677400"/>
              <a:ext cx="457200" cy="845400"/>
            </a:xfrm>
            <a:prstGeom prst="bentConnector3">
              <a:avLst>
                <a:gd name="adj1" fmla="val 49967"/>
              </a:avLst>
            </a:prstGeom>
            <a:noFill/>
            <a:ln w="9525" cap="flat" cmpd="sng">
              <a:solidFill>
                <a:srgbClr val="C2C2C2"/>
              </a:solidFill>
              <a:prstDash val="solid"/>
              <a:round/>
              <a:headEnd type="none" w="sm" len="sm"/>
              <a:tailEnd type="none" w="sm" len="sm"/>
            </a:ln>
          </p:spPr>
        </p:cxnSp>
        <p:cxnSp>
          <p:nvCxnSpPr>
            <p:cNvPr id="4718" name="Google Shape;4718;p57"/>
            <p:cNvCxnSpPr>
              <a:stCxn id="4711" idx="0"/>
              <a:endCxn id="4707" idx="2"/>
            </p:cNvCxnSpPr>
            <p:nvPr/>
          </p:nvCxnSpPr>
          <p:spPr>
            <a:xfrm rot="-5400000">
              <a:off x="5691000" y="3677551"/>
              <a:ext cx="457200" cy="845100"/>
            </a:xfrm>
            <a:prstGeom prst="bentConnector3">
              <a:avLst>
                <a:gd name="adj1" fmla="val 49967"/>
              </a:avLst>
            </a:prstGeom>
            <a:noFill/>
            <a:ln w="9525" cap="flat" cmpd="sng">
              <a:solidFill>
                <a:srgbClr val="C2C2C2"/>
              </a:solidFill>
              <a:prstDash val="solid"/>
              <a:round/>
              <a:headEnd type="none" w="sm" len="sm"/>
              <a:tailEnd type="none" w="sm" len="sm"/>
            </a:ln>
          </p:spPr>
        </p:cxnSp>
      </p:grpSp>
      <p:grpSp>
        <p:nvGrpSpPr>
          <p:cNvPr id="4719" name="Google Shape;4719;p57"/>
          <p:cNvGrpSpPr/>
          <p:nvPr/>
        </p:nvGrpSpPr>
        <p:grpSpPr>
          <a:xfrm>
            <a:off x="6840198" y="2894250"/>
            <a:ext cx="1579035" cy="540873"/>
            <a:chOff x="6895650" y="3126697"/>
            <a:chExt cx="1436662" cy="492105"/>
          </a:xfrm>
        </p:grpSpPr>
        <p:sp>
          <p:nvSpPr>
            <p:cNvPr id="4720" name="Google Shape;4720;p57"/>
            <p:cNvSpPr/>
            <p:nvPr/>
          </p:nvSpPr>
          <p:spPr>
            <a:xfrm>
              <a:off x="7151820" y="3406364"/>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5" y="1490"/>
                    <a:pt x="4793" y="838"/>
                    <a:pt x="4793" y="32"/>
                  </a:cubicBezTo>
                  <a:cubicBezTo>
                    <a:pt x="4793" y="23"/>
                    <a:pt x="4795" y="12"/>
                    <a:pt x="47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1" name="Google Shape;4721;p57"/>
            <p:cNvSpPr/>
            <p:nvPr/>
          </p:nvSpPr>
          <p:spPr>
            <a:xfrm>
              <a:off x="7664160" y="3406364"/>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7" y="1490"/>
                    <a:pt x="4793" y="838"/>
                    <a:pt x="4793" y="32"/>
                  </a:cubicBezTo>
                  <a:cubicBezTo>
                    <a:pt x="4793" y="23"/>
                    <a:pt x="4795" y="12"/>
                    <a:pt x="4795"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2" name="Google Shape;4722;p57"/>
            <p:cNvSpPr/>
            <p:nvPr/>
          </p:nvSpPr>
          <p:spPr>
            <a:xfrm>
              <a:off x="6895650" y="3127761"/>
              <a:ext cx="420489" cy="212471"/>
            </a:xfrm>
            <a:custGeom>
              <a:avLst/>
              <a:gdLst/>
              <a:ahLst/>
              <a:cxnLst/>
              <a:rect l="l" t="t" r="r" b="b"/>
              <a:pathLst>
                <a:path w="12652" h="6393" extrusionOk="0">
                  <a:moveTo>
                    <a:pt x="6326" y="0"/>
                  </a:moveTo>
                  <a:cubicBezTo>
                    <a:pt x="2832" y="0"/>
                    <a:pt x="1" y="2833"/>
                    <a:pt x="1" y="6326"/>
                  </a:cubicBezTo>
                  <a:lnTo>
                    <a:pt x="1" y="6393"/>
                  </a:lnTo>
                  <a:lnTo>
                    <a:pt x="4883" y="6393"/>
                  </a:lnTo>
                  <a:cubicBezTo>
                    <a:pt x="4883" y="6382"/>
                    <a:pt x="4882" y="6370"/>
                    <a:pt x="4882" y="6359"/>
                  </a:cubicBezTo>
                  <a:cubicBezTo>
                    <a:pt x="4882" y="5555"/>
                    <a:pt x="5534" y="4904"/>
                    <a:pt x="6337" y="4904"/>
                  </a:cubicBezTo>
                  <a:cubicBezTo>
                    <a:pt x="7141" y="4904"/>
                    <a:pt x="7793" y="5555"/>
                    <a:pt x="7793" y="6359"/>
                  </a:cubicBezTo>
                  <a:cubicBezTo>
                    <a:pt x="7793" y="6370"/>
                    <a:pt x="7791" y="6382"/>
                    <a:pt x="7791" y="6393"/>
                  </a:cubicBezTo>
                  <a:lnTo>
                    <a:pt x="12651" y="6393"/>
                  </a:lnTo>
                  <a:lnTo>
                    <a:pt x="12651" y="6326"/>
                  </a:lnTo>
                  <a:cubicBezTo>
                    <a:pt x="12651" y="2833"/>
                    <a:pt x="9820"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3" name="Google Shape;4723;p57"/>
            <p:cNvSpPr/>
            <p:nvPr/>
          </p:nvSpPr>
          <p:spPr>
            <a:xfrm>
              <a:off x="7399482" y="3126697"/>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4" name="Google Shape;4724;p57"/>
            <p:cNvSpPr/>
            <p:nvPr/>
          </p:nvSpPr>
          <p:spPr>
            <a:xfrm>
              <a:off x="7911823" y="3126697"/>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25" name="Google Shape;4725;p57"/>
            <p:cNvGrpSpPr/>
            <p:nvPr/>
          </p:nvGrpSpPr>
          <p:grpSpPr>
            <a:xfrm>
              <a:off x="6995957" y="3335810"/>
              <a:ext cx="1230393" cy="71754"/>
              <a:chOff x="6995957" y="3287964"/>
              <a:chExt cx="1230393" cy="71754"/>
            </a:xfrm>
          </p:grpSpPr>
          <p:sp>
            <p:nvSpPr>
              <p:cNvPr id="4726" name="Google Shape;4726;p57"/>
              <p:cNvSpPr/>
              <p:nvPr/>
            </p:nvSpPr>
            <p:spPr>
              <a:xfrm>
                <a:off x="8006733" y="3287964"/>
                <a:ext cx="219617" cy="71754"/>
              </a:xfrm>
              <a:custGeom>
                <a:avLst/>
                <a:gdLst/>
                <a:ahLst/>
                <a:cxnLst/>
                <a:rect l="l" t="t" r="r" b="b"/>
                <a:pathLst>
                  <a:path w="6608" h="2159" extrusionOk="0">
                    <a:moveTo>
                      <a:pt x="3501" y="647"/>
                    </a:moveTo>
                    <a:cubicBezTo>
                      <a:pt x="3723" y="647"/>
                      <a:pt x="3935" y="820"/>
                      <a:pt x="3936" y="1080"/>
                    </a:cubicBezTo>
                    <a:cubicBezTo>
                      <a:pt x="3936" y="1318"/>
                      <a:pt x="3743" y="1512"/>
                      <a:pt x="3504" y="1512"/>
                    </a:cubicBezTo>
                    <a:cubicBezTo>
                      <a:pt x="3118" y="1512"/>
                      <a:pt x="2924" y="1048"/>
                      <a:pt x="3198" y="775"/>
                    </a:cubicBezTo>
                    <a:cubicBezTo>
                      <a:pt x="3286" y="687"/>
                      <a:pt x="3395" y="647"/>
                      <a:pt x="3501" y="647"/>
                    </a:cubicBezTo>
                    <a:close/>
                    <a:moveTo>
                      <a:pt x="3504" y="0"/>
                    </a:moveTo>
                    <a:cubicBezTo>
                      <a:pt x="3051" y="0"/>
                      <a:pt x="2646" y="282"/>
                      <a:pt x="2490" y="708"/>
                    </a:cubicBezTo>
                    <a:lnTo>
                      <a:pt x="357" y="708"/>
                    </a:lnTo>
                    <a:cubicBezTo>
                      <a:pt x="160" y="708"/>
                      <a:pt x="0" y="868"/>
                      <a:pt x="0" y="1065"/>
                    </a:cubicBezTo>
                    <a:lnTo>
                      <a:pt x="0" y="1129"/>
                    </a:lnTo>
                    <a:cubicBezTo>
                      <a:pt x="0" y="1326"/>
                      <a:pt x="160" y="1486"/>
                      <a:pt x="357" y="1486"/>
                    </a:cubicBezTo>
                    <a:lnTo>
                      <a:pt x="2502" y="1486"/>
                    </a:lnTo>
                    <a:cubicBezTo>
                      <a:pt x="2668" y="1893"/>
                      <a:pt x="3064" y="2159"/>
                      <a:pt x="3502" y="2159"/>
                    </a:cubicBezTo>
                    <a:cubicBezTo>
                      <a:pt x="3943" y="2159"/>
                      <a:pt x="4338" y="1893"/>
                      <a:pt x="4503" y="1486"/>
                    </a:cubicBezTo>
                    <a:lnTo>
                      <a:pt x="6271" y="1486"/>
                    </a:lnTo>
                    <a:cubicBezTo>
                      <a:pt x="6457" y="1486"/>
                      <a:pt x="6607" y="1336"/>
                      <a:pt x="6607" y="1150"/>
                    </a:cubicBezTo>
                    <a:lnTo>
                      <a:pt x="6607" y="1044"/>
                    </a:lnTo>
                    <a:cubicBezTo>
                      <a:pt x="6607" y="859"/>
                      <a:pt x="6457" y="710"/>
                      <a:pt x="6271" y="708"/>
                    </a:cubicBezTo>
                    <a:lnTo>
                      <a:pt x="4518" y="708"/>
                    </a:lnTo>
                    <a:cubicBezTo>
                      <a:pt x="4362" y="282"/>
                      <a:pt x="3957" y="0"/>
                      <a:pt x="350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7" name="Google Shape;4727;p57"/>
              <p:cNvSpPr/>
              <p:nvPr/>
            </p:nvSpPr>
            <p:spPr>
              <a:xfrm>
                <a:off x="7756540" y="3287964"/>
                <a:ext cx="219617" cy="71754"/>
              </a:xfrm>
              <a:custGeom>
                <a:avLst/>
                <a:gdLst/>
                <a:ahLst/>
                <a:cxnLst/>
                <a:rect l="l" t="t" r="r" b="b"/>
                <a:pathLst>
                  <a:path w="6608" h="2159" extrusionOk="0">
                    <a:moveTo>
                      <a:pt x="3500" y="647"/>
                    </a:moveTo>
                    <a:cubicBezTo>
                      <a:pt x="3722" y="647"/>
                      <a:pt x="3935" y="820"/>
                      <a:pt x="3935" y="1080"/>
                    </a:cubicBezTo>
                    <a:cubicBezTo>
                      <a:pt x="3935" y="1318"/>
                      <a:pt x="3741" y="1512"/>
                      <a:pt x="3503" y="1512"/>
                    </a:cubicBezTo>
                    <a:cubicBezTo>
                      <a:pt x="3117" y="1512"/>
                      <a:pt x="2925" y="1048"/>
                      <a:pt x="3197" y="775"/>
                    </a:cubicBezTo>
                    <a:cubicBezTo>
                      <a:pt x="3285" y="687"/>
                      <a:pt x="3393" y="647"/>
                      <a:pt x="3500" y="647"/>
                    </a:cubicBezTo>
                    <a:close/>
                    <a:moveTo>
                      <a:pt x="3503" y="0"/>
                    </a:moveTo>
                    <a:cubicBezTo>
                      <a:pt x="3049" y="0"/>
                      <a:pt x="2644" y="282"/>
                      <a:pt x="2489" y="708"/>
                    </a:cubicBezTo>
                    <a:lnTo>
                      <a:pt x="358" y="708"/>
                    </a:lnTo>
                    <a:cubicBezTo>
                      <a:pt x="159" y="708"/>
                      <a:pt x="0" y="868"/>
                      <a:pt x="0" y="1065"/>
                    </a:cubicBezTo>
                    <a:lnTo>
                      <a:pt x="0" y="1129"/>
                    </a:lnTo>
                    <a:cubicBezTo>
                      <a:pt x="0" y="1326"/>
                      <a:pt x="159" y="1486"/>
                      <a:pt x="358" y="1486"/>
                    </a:cubicBezTo>
                    <a:lnTo>
                      <a:pt x="2502" y="1486"/>
                    </a:lnTo>
                    <a:cubicBezTo>
                      <a:pt x="2668" y="1893"/>
                      <a:pt x="3064" y="2159"/>
                      <a:pt x="3503" y="2159"/>
                    </a:cubicBezTo>
                    <a:cubicBezTo>
                      <a:pt x="3941" y="2159"/>
                      <a:pt x="4338" y="1893"/>
                      <a:pt x="4503" y="1486"/>
                    </a:cubicBezTo>
                    <a:lnTo>
                      <a:pt x="6271" y="1486"/>
                    </a:lnTo>
                    <a:cubicBezTo>
                      <a:pt x="6457" y="1486"/>
                      <a:pt x="6608" y="1336"/>
                      <a:pt x="6608" y="1150"/>
                    </a:cubicBezTo>
                    <a:lnTo>
                      <a:pt x="6608" y="1044"/>
                    </a:lnTo>
                    <a:cubicBezTo>
                      <a:pt x="6606" y="859"/>
                      <a:pt x="6455" y="708"/>
                      <a:pt x="6270" y="708"/>
                    </a:cubicBezTo>
                    <a:lnTo>
                      <a:pt x="4516" y="708"/>
                    </a:lnTo>
                    <a:cubicBezTo>
                      <a:pt x="4361" y="282"/>
                      <a:pt x="3956" y="0"/>
                      <a:pt x="35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8" name="Google Shape;4728;p57"/>
              <p:cNvSpPr/>
              <p:nvPr/>
            </p:nvSpPr>
            <p:spPr>
              <a:xfrm>
                <a:off x="7496443" y="3287964"/>
                <a:ext cx="219617" cy="71754"/>
              </a:xfrm>
              <a:custGeom>
                <a:avLst/>
                <a:gdLst/>
                <a:ahLst/>
                <a:cxnLst/>
                <a:rect l="l" t="t" r="r" b="b"/>
                <a:pathLst>
                  <a:path w="6608" h="2159" extrusionOk="0">
                    <a:moveTo>
                      <a:pt x="3500" y="647"/>
                    </a:moveTo>
                    <a:cubicBezTo>
                      <a:pt x="3722" y="647"/>
                      <a:pt x="3935" y="820"/>
                      <a:pt x="3935" y="1080"/>
                    </a:cubicBezTo>
                    <a:cubicBezTo>
                      <a:pt x="3935" y="1318"/>
                      <a:pt x="3743" y="1512"/>
                      <a:pt x="3504" y="1512"/>
                    </a:cubicBezTo>
                    <a:cubicBezTo>
                      <a:pt x="3119" y="1512"/>
                      <a:pt x="2925" y="1048"/>
                      <a:pt x="3197" y="775"/>
                    </a:cubicBezTo>
                    <a:cubicBezTo>
                      <a:pt x="3285" y="687"/>
                      <a:pt x="3394" y="647"/>
                      <a:pt x="3500" y="647"/>
                    </a:cubicBezTo>
                    <a:close/>
                    <a:moveTo>
                      <a:pt x="3504" y="0"/>
                    </a:moveTo>
                    <a:cubicBezTo>
                      <a:pt x="3050" y="0"/>
                      <a:pt x="2646" y="282"/>
                      <a:pt x="2491" y="708"/>
                    </a:cubicBezTo>
                    <a:lnTo>
                      <a:pt x="358" y="708"/>
                    </a:lnTo>
                    <a:cubicBezTo>
                      <a:pt x="159" y="708"/>
                      <a:pt x="1" y="868"/>
                      <a:pt x="1" y="1065"/>
                    </a:cubicBezTo>
                    <a:lnTo>
                      <a:pt x="1" y="1129"/>
                    </a:lnTo>
                    <a:cubicBezTo>
                      <a:pt x="1" y="1326"/>
                      <a:pt x="159" y="1486"/>
                      <a:pt x="358" y="1486"/>
                    </a:cubicBezTo>
                    <a:lnTo>
                      <a:pt x="2502" y="1486"/>
                    </a:lnTo>
                    <a:cubicBezTo>
                      <a:pt x="2669" y="1893"/>
                      <a:pt x="3064" y="2159"/>
                      <a:pt x="3503" y="2159"/>
                    </a:cubicBezTo>
                    <a:cubicBezTo>
                      <a:pt x="3943" y="2159"/>
                      <a:pt x="4339" y="1893"/>
                      <a:pt x="4504" y="1486"/>
                    </a:cubicBezTo>
                    <a:lnTo>
                      <a:pt x="6272" y="1486"/>
                    </a:lnTo>
                    <a:cubicBezTo>
                      <a:pt x="6457" y="1486"/>
                      <a:pt x="6608" y="1336"/>
                      <a:pt x="6608" y="1150"/>
                    </a:cubicBezTo>
                    <a:lnTo>
                      <a:pt x="6608" y="1044"/>
                    </a:lnTo>
                    <a:cubicBezTo>
                      <a:pt x="6608" y="859"/>
                      <a:pt x="6457" y="710"/>
                      <a:pt x="6272" y="708"/>
                    </a:cubicBezTo>
                    <a:lnTo>
                      <a:pt x="4518" y="708"/>
                    </a:lnTo>
                    <a:cubicBezTo>
                      <a:pt x="4361" y="282"/>
                      <a:pt x="3958" y="0"/>
                      <a:pt x="350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9" name="Google Shape;4729;p57"/>
              <p:cNvSpPr/>
              <p:nvPr/>
            </p:nvSpPr>
            <p:spPr>
              <a:xfrm>
                <a:off x="7243757" y="3287964"/>
                <a:ext cx="219617" cy="71754"/>
              </a:xfrm>
              <a:custGeom>
                <a:avLst/>
                <a:gdLst/>
                <a:ahLst/>
                <a:cxnLst/>
                <a:rect l="l" t="t" r="r" b="b"/>
                <a:pathLst>
                  <a:path w="6608" h="2159" extrusionOk="0">
                    <a:moveTo>
                      <a:pt x="3500" y="647"/>
                    </a:moveTo>
                    <a:cubicBezTo>
                      <a:pt x="3722" y="647"/>
                      <a:pt x="3935" y="820"/>
                      <a:pt x="3935" y="1080"/>
                    </a:cubicBezTo>
                    <a:cubicBezTo>
                      <a:pt x="3935" y="1318"/>
                      <a:pt x="3743" y="1512"/>
                      <a:pt x="3503" y="1512"/>
                    </a:cubicBezTo>
                    <a:cubicBezTo>
                      <a:pt x="3118" y="1512"/>
                      <a:pt x="2925" y="1048"/>
                      <a:pt x="3197" y="775"/>
                    </a:cubicBezTo>
                    <a:cubicBezTo>
                      <a:pt x="3285" y="687"/>
                      <a:pt x="3394" y="647"/>
                      <a:pt x="3500" y="647"/>
                    </a:cubicBezTo>
                    <a:close/>
                    <a:moveTo>
                      <a:pt x="3503" y="0"/>
                    </a:moveTo>
                    <a:cubicBezTo>
                      <a:pt x="3050" y="0"/>
                      <a:pt x="2644" y="282"/>
                      <a:pt x="2489" y="708"/>
                    </a:cubicBezTo>
                    <a:lnTo>
                      <a:pt x="358" y="708"/>
                    </a:lnTo>
                    <a:cubicBezTo>
                      <a:pt x="159" y="708"/>
                      <a:pt x="1" y="868"/>
                      <a:pt x="1" y="1065"/>
                    </a:cubicBezTo>
                    <a:lnTo>
                      <a:pt x="1" y="1129"/>
                    </a:lnTo>
                    <a:cubicBezTo>
                      <a:pt x="1" y="1326"/>
                      <a:pt x="159" y="1486"/>
                      <a:pt x="358" y="1486"/>
                    </a:cubicBezTo>
                    <a:lnTo>
                      <a:pt x="2502" y="1486"/>
                    </a:lnTo>
                    <a:cubicBezTo>
                      <a:pt x="2668" y="1893"/>
                      <a:pt x="3064" y="2159"/>
                      <a:pt x="3503" y="2159"/>
                    </a:cubicBezTo>
                    <a:cubicBezTo>
                      <a:pt x="3943" y="2159"/>
                      <a:pt x="4339" y="1893"/>
                      <a:pt x="4504" y="1486"/>
                    </a:cubicBezTo>
                    <a:lnTo>
                      <a:pt x="6271" y="1486"/>
                    </a:lnTo>
                    <a:cubicBezTo>
                      <a:pt x="6457" y="1486"/>
                      <a:pt x="6608" y="1336"/>
                      <a:pt x="6608" y="1150"/>
                    </a:cubicBezTo>
                    <a:lnTo>
                      <a:pt x="6608" y="1044"/>
                    </a:lnTo>
                    <a:cubicBezTo>
                      <a:pt x="6608" y="859"/>
                      <a:pt x="6457" y="710"/>
                      <a:pt x="6271" y="708"/>
                    </a:cubicBezTo>
                    <a:lnTo>
                      <a:pt x="4516" y="708"/>
                    </a:lnTo>
                    <a:cubicBezTo>
                      <a:pt x="4361" y="282"/>
                      <a:pt x="3956" y="0"/>
                      <a:pt x="35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0" name="Google Shape;4730;p57"/>
              <p:cNvSpPr/>
              <p:nvPr/>
            </p:nvSpPr>
            <p:spPr>
              <a:xfrm>
                <a:off x="6995957" y="3287964"/>
                <a:ext cx="219617" cy="71754"/>
              </a:xfrm>
              <a:custGeom>
                <a:avLst/>
                <a:gdLst/>
                <a:ahLst/>
                <a:cxnLst/>
                <a:rect l="l" t="t" r="r" b="b"/>
                <a:pathLst>
                  <a:path w="6608" h="2159" extrusionOk="0">
                    <a:moveTo>
                      <a:pt x="3502" y="647"/>
                    </a:moveTo>
                    <a:cubicBezTo>
                      <a:pt x="3724" y="647"/>
                      <a:pt x="3937" y="820"/>
                      <a:pt x="3937" y="1080"/>
                    </a:cubicBezTo>
                    <a:cubicBezTo>
                      <a:pt x="3937" y="1318"/>
                      <a:pt x="3743" y="1512"/>
                      <a:pt x="3505" y="1512"/>
                    </a:cubicBezTo>
                    <a:cubicBezTo>
                      <a:pt x="3119" y="1512"/>
                      <a:pt x="2926" y="1048"/>
                      <a:pt x="3199" y="775"/>
                    </a:cubicBezTo>
                    <a:cubicBezTo>
                      <a:pt x="3287" y="687"/>
                      <a:pt x="3395" y="647"/>
                      <a:pt x="3502" y="647"/>
                    </a:cubicBezTo>
                    <a:close/>
                    <a:moveTo>
                      <a:pt x="3505" y="0"/>
                    </a:moveTo>
                    <a:cubicBezTo>
                      <a:pt x="3051" y="0"/>
                      <a:pt x="2646" y="282"/>
                      <a:pt x="2491" y="708"/>
                    </a:cubicBezTo>
                    <a:lnTo>
                      <a:pt x="358" y="708"/>
                    </a:lnTo>
                    <a:cubicBezTo>
                      <a:pt x="161" y="708"/>
                      <a:pt x="1" y="868"/>
                      <a:pt x="1" y="1065"/>
                    </a:cubicBezTo>
                    <a:lnTo>
                      <a:pt x="1" y="1129"/>
                    </a:lnTo>
                    <a:cubicBezTo>
                      <a:pt x="1" y="1326"/>
                      <a:pt x="161" y="1486"/>
                      <a:pt x="358" y="1486"/>
                    </a:cubicBezTo>
                    <a:lnTo>
                      <a:pt x="2504" y="1486"/>
                    </a:lnTo>
                    <a:cubicBezTo>
                      <a:pt x="2669" y="1893"/>
                      <a:pt x="3064" y="2159"/>
                      <a:pt x="3505" y="2159"/>
                    </a:cubicBezTo>
                    <a:cubicBezTo>
                      <a:pt x="3943" y="2159"/>
                      <a:pt x="4339" y="1893"/>
                      <a:pt x="4505" y="1486"/>
                    </a:cubicBezTo>
                    <a:lnTo>
                      <a:pt x="6272" y="1486"/>
                    </a:lnTo>
                    <a:cubicBezTo>
                      <a:pt x="6457" y="1486"/>
                      <a:pt x="6608" y="1336"/>
                      <a:pt x="6608" y="1150"/>
                    </a:cubicBezTo>
                    <a:lnTo>
                      <a:pt x="6608" y="1044"/>
                    </a:lnTo>
                    <a:cubicBezTo>
                      <a:pt x="6608" y="859"/>
                      <a:pt x="6457" y="710"/>
                      <a:pt x="6272" y="708"/>
                    </a:cubicBezTo>
                    <a:lnTo>
                      <a:pt x="4518" y="708"/>
                    </a:lnTo>
                    <a:cubicBezTo>
                      <a:pt x="4363" y="282"/>
                      <a:pt x="3958" y="0"/>
                      <a:pt x="350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731" name="Google Shape;4731;p57"/>
          <p:cNvGrpSpPr/>
          <p:nvPr/>
        </p:nvGrpSpPr>
        <p:grpSpPr>
          <a:xfrm>
            <a:off x="6838780" y="3531013"/>
            <a:ext cx="1581862" cy="650625"/>
            <a:chOff x="6777990" y="3710194"/>
            <a:chExt cx="1646915" cy="677382"/>
          </a:xfrm>
        </p:grpSpPr>
        <p:grpSp>
          <p:nvGrpSpPr>
            <p:cNvPr id="4732" name="Google Shape;4732;p57"/>
            <p:cNvGrpSpPr/>
            <p:nvPr/>
          </p:nvGrpSpPr>
          <p:grpSpPr>
            <a:xfrm>
              <a:off x="6777990" y="3874492"/>
              <a:ext cx="411129" cy="513083"/>
              <a:chOff x="6777990" y="3874492"/>
              <a:chExt cx="411129" cy="513083"/>
            </a:xfrm>
          </p:grpSpPr>
          <p:cxnSp>
            <p:nvCxnSpPr>
              <p:cNvPr id="4733" name="Google Shape;4733;p57"/>
              <p:cNvCxnSpPr/>
              <p:nvPr/>
            </p:nvCxnSpPr>
            <p:spPr>
              <a:xfrm>
                <a:off x="6977019" y="4216875"/>
                <a:ext cx="0" cy="170700"/>
              </a:xfrm>
              <a:prstGeom prst="straightConnector1">
                <a:avLst/>
              </a:prstGeom>
              <a:noFill/>
              <a:ln w="19050" cap="flat" cmpd="sng">
                <a:solidFill>
                  <a:srgbClr val="A5B7C6"/>
                </a:solidFill>
                <a:prstDash val="solid"/>
                <a:round/>
                <a:headEnd type="none" w="med" len="med"/>
                <a:tailEnd type="diamond" w="med" len="med"/>
              </a:ln>
            </p:spPr>
          </p:cxnSp>
          <p:sp>
            <p:nvSpPr>
              <p:cNvPr id="4734" name="Google Shape;4734;p57"/>
              <p:cNvSpPr/>
              <p:nvPr/>
            </p:nvSpPr>
            <p:spPr>
              <a:xfrm>
                <a:off x="6777990" y="3874492"/>
                <a:ext cx="411129" cy="356237"/>
              </a:xfrm>
              <a:custGeom>
                <a:avLst/>
                <a:gdLst/>
                <a:ahLst/>
                <a:cxnLst/>
                <a:rect l="l" t="t" r="r" b="b"/>
                <a:pathLst>
                  <a:path w="69272" h="60023" extrusionOk="0">
                    <a:moveTo>
                      <a:pt x="17333" y="0"/>
                    </a:moveTo>
                    <a:lnTo>
                      <a:pt x="0" y="30011"/>
                    </a:lnTo>
                    <a:lnTo>
                      <a:pt x="17333"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35" name="Google Shape;4735;p57"/>
            <p:cNvGrpSpPr/>
            <p:nvPr/>
          </p:nvGrpSpPr>
          <p:grpSpPr>
            <a:xfrm>
              <a:off x="7188425" y="3710194"/>
              <a:ext cx="411123" cy="520535"/>
              <a:chOff x="7188425" y="3710194"/>
              <a:chExt cx="411123" cy="520535"/>
            </a:xfrm>
          </p:grpSpPr>
          <p:cxnSp>
            <p:nvCxnSpPr>
              <p:cNvPr id="4736" name="Google Shape;4736;p57"/>
              <p:cNvCxnSpPr/>
              <p:nvPr/>
            </p:nvCxnSpPr>
            <p:spPr>
              <a:xfrm rot="10800000">
                <a:off x="7393988" y="3710194"/>
                <a:ext cx="0" cy="170700"/>
              </a:xfrm>
              <a:prstGeom prst="straightConnector1">
                <a:avLst/>
              </a:prstGeom>
              <a:noFill/>
              <a:ln w="19050" cap="flat" cmpd="sng">
                <a:solidFill>
                  <a:srgbClr val="A5B7C6"/>
                </a:solidFill>
                <a:prstDash val="solid"/>
                <a:round/>
                <a:headEnd type="none" w="med" len="med"/>
                <a:tailEnd type="diamond" w="med" len="med"/>
              </a:ln>
            </p:spPr>
          </p:cxnSp>
          <p:sp>
            <p:nvSpPr>
              <p:cNvPr id="4737" name="Google Shape;4737;p57"/>
              <p:cNvSpPr/>
              <p:nvPr/>
            </p:nvSpPr>
            <p:spPr>
              <a:xfrm>
                <a:off x="7188425" y="3874492"/>
                <a:ext cx="411123" cy="356237"/>
              </a:xfrm>
              <a:custGeom>
                <a:avLst/>
                <a:gdLst/>
                <a:ahLst/>
                <a:cxnLst/>
                <a:rect l="l" t="t" r="r" b="b"/>
                <a:pathLst>
                  <a:path w="69271" h="60023" extrusionOk="0">
                    <a:moveTo>
                      <a:pt x="17274" y="0"/>
                    </a:moveTo>
                    <a:lnTo>
                      <a:pt x="0" y="30011"/>
                    </a:lnTo>
                    <a:lnTo>
                      <a:pt x="17274"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38" name="Google Shape;4738;p57"/>
            <p:cNvGrpSpPr/>
            <p:nvPr/>
          </p:nvGrpSpPr>
          <p:grpSpPr>
            <a:xfrm>
              <a:off x="7603341" y="3874492"/>
              <a:ext cx="411474" cy="513083"/>
              <a:chOff x="7603341" y="3874492"/>
              <a:chExt cx="411474" cy="513083"/>
            </a:xfrm>
          </p:grpSpPr>
          <p:cxnSp>
            <p:nvCxnSpPr>
              <p:cNvPr id="4739" name="Google Shape;4739;p57"/>
              <p:cNvCxnSpPr/>
              <p:nvPr/>
            </p:nvCxnSpPr>
            <p:spPr>
              <a:xfrm>
                <a:off x="7809095" y="4216875"/>
                <a:ext cx="0" cy="170700"/>
              </a:xfrm>
              <a:prstGeom prst="straightConnector1">
                <a:avLst/>
              </a:prstGeom>
              <a:noFill/>
              <a:ln w="19050" cap="flat" cmpd="sng">
                <a:solidFill>
                  <a:srgbClr val="A5B7C6"/>
                </a:solidFill>
                <a:prstDash val="solid"/>
                <a:round/>
                <a:headEnd type="none" w="med" len="med"/>
                <a:tailEnd type="diamond" w="med" len="med"/>
              </a:ln>
            </p:spPr>
          </p:cxnSp>
          <p:sp>
            <p:nvSpPr>
              <p:cNvPr id="4740" name="Google Shape;4740;p57"/>
              <p:cNvSpPr/>
              <p:nvPr/>
            </p:nvSpPr>
            <p:spPr>
              <a:xfrm>
                <a:off x="7603341" y="3874492"/>
                <a:ext cx="411474" cy="356237"/>
              </a:xfrm>
              <a:custGeom>
                <a:avLst/>
                <a:gdLst/>
                <a:ahLst/>
                <a:cxnLst/>
                <a:rect l="l" t="t" r="r" b="b"/>
                <a:pathLst>
                  <a:path w="69330" h="60023" extrusionOk="0">
                    <a:moveTo>
                      <a:pt x="17333" y="0"/>
                    </a:moveTo>
                    <a:lnTo>
                      <a:pt x="1" y="30011"/>
                    </a:lnTo>
                    <a:lnTo>
                      <a:pt x="17333" y="60023"/>
                    </a:lnTo>
                    <a:lnTo>
                      <a:pt x="51998" y="60023"/>
                    </a:lnTo>
                    <a:lnTo>
                      <a:pt x="69330" y="30011"/>
                    </a:lnTo>
                    <a:lnTo>
                      <a:pt x="51998"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41" name="Google Shape;4741;p57"/>
            <p:cNvGrpSpPr/>
            <p:nvPr/>
          </p:nvGrpSpPr>
          <p:grpSpPr>
            <a:xfrm>
              <a:off x="8013776" y="3722847"/>
              <a:ext cx="411129" cy="507881"/>
              <a:chOff x="8013776" y="3722847"/>
              <a:chExt cx="411129" cy="507881"/>
            </a:xfrm>
          </p:grpSpPr>
          <p:cxnSp>
            <p:nvCxnSpPr>
              <p:cNvPr id="4742" name="Google Shape;4742;p57"/>
              <p:cNvCxnSpPr/>
              <p:nvPr/>
            </p:nvCxnSpPr>
            <p:spPr>
              <a:xfrm rot="10800000">
                <a:off x="8219339" y="3722847"/>
                <a:ext cx="0" cy="169800"/>
              </a:xfrm>
              <a:prstGeom prst="straightConnector1">
                <a:avLst/>
              </a:prstGeom>
              <a:noFill/>
              <a:ln w="19050" cap="flat" cmpd="sng">
                <a:solidFill>
                  <a:srgbClr val="A5B7C6"/>
                </a:solidFill>
                <a:prstDash val="solid"/>
                <a:round/>
                <a:headEnd type="none" w="med" len="med"/>
                <a:tailEnd type="diamond" w="med" len="med"/>
              </a:ln>
            </p:spPr>
          </p:cxnSp>
          <p:sp>
            <p:nvSpPr>
              <p:cNvPr id="4743" name="Google Shape;4743;p57"/>
              <p:cNvSpPr/>
              <p:nvPr/>
            </p:nvSpPr>
            <p:spPr>
              <a:xfrm>
                <a:off x="8013776" y="3874492"/>
                <a:ext cx="411129" cy="356237"/>
              </a:xfrm>
              <a:custGeom>
                <a:avLst/>
                <a:gdLst/>
                <a:ahLst/>
                <a:cxnLst/>
                <a:rect l="l" t="t" r="r" b="b"/>
                <a:pathLst>
                  <a:path w="69272" h="60023" extrusionOk="0">
                    <a:moveTo>
                      <a:pt x="17333" y="0"/>
                    </a:moveTo>
                    <a:lnTo>
                      <a:pt x="0" y="30011"/>
                    </a:lnTo>
                    <a:lnTo>
                      <a:pt x="17333"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744" name="Google Shape;4744;p57"/>
          <p:cNvGrpSpPr/>
          <p:nvPr/>
        </p:nvGrpSpPr>
        <p:grpSpPr>
          <a:xfrm>
            <a:off x="5258295" y="2703853"/>
            <a:ext cx="1421889" cy="1020603"/>
            <a:chOff x="5190863" y="2824811"/>
            <a:chExt cx="1544860" cy="1108869"/>
          </a:xfrm>
        </p:grpSpPr>
        <p:grpSp>
          <p:nvGrpSpPr>
            <p:cNvPr id="4745" name="Google Shape;4745;p57"/>
            <p:cNvGrpSpPr/>
            <p:nvPr/>
          </p:nvGrpSpPr>
          <p:grpSpPr>
            <a:xfrm>
              <a:off x="5938695" y="3176919"/>
              <a:ext cx="685761" cy="404739"/>
              <a:chOff x="5938695" y="3176919"/>
              <a:chExt cx="685761" cy="404739"/>
            </a:xfrm>
          </p:grpSpPr>
          <p:grpSp>
            <p:nvGrpSpPr>
              <p:cNvPr id="4746" name="Google Shape;4746;p57"/>
              <p:cNvGrpSpPr/>
              <p:nvPr/>
            </p:nvGrpSpPr>
            <p:grpSpPr>
              <a:xfrm>
                <a:off x="5938695" y="3176919"/>
                <a:ext cx="685761" cy="404739"/>
                <a:chOff x="5938695" y="3176919"/>
                <a:chExt cx="685761" cy="404739"/>
              </a:xfrm>
            </p:grpSpPr>
            <p:sp>
              <p:nvSpPr>
                <p:cNvPr id="4747" name="Google Shape;4747;p57"/>
                <p:cNvSpPr/>
                <p:nvPr/>
              </p:nvSpPr>
              <p:spPr>
                <a:xfrm>
                  <a:off x="5938695" y="3176919"/>
                  <a:ext cx="404679" cy="404739"/>
                </a:xfrm>
                <a:custGeom>
                  <a:avLst/>
                  <a:gdLst/>
                  <a:ahLst/>
                  <a:cxnLst/>
                  <a:rect l="l" t="t" r="r" b="b"/>
                  <a:pathLst>
                    <a:path w="9649" h="9651" extrusionOk="0">
                      <a:moveTo>
                        <a:pt x="4922" y="1"/>
                      </a:moveTo>
                      <a:cubicBezTo>
                        <a:pt x="4890" y="1"/>
                        <a:pt x="4858" y="2"/>
                        <a:pt x="4826" y="2"/>
                      </a:cubicBezTo>
                      <a:lnTo>
                        <a:pt x="4826" y="1251"/>
                      </a:lnTo>
                      <a:cubicBezTo>
                        <a:pt x="4858" y="1251"/>
                        <a:pt x="4890" y="1251"/>
                        <a:pt x="4922" y="1253"/>
                      </a:cubicBezTo>
                      <a:lnTo>
                        <a:pt x="4925" y="1253"/>
                      </a:lnTo>
                      <a:cubicBezTo>
                        <a:pt x="6858" y="1309"/>
                        <a:pt x="8395" y="2891"/>
                        <a:pt x="8395" y="4825"/>
                      </a:cubicBezTo>
                      <a:cubicBezTo>
                        <a:pt x="8395" y="4845"/>
                        <a:pt x="8393" y="4864"/>
                        <a:pt x="8393" y="4883"/>
                      </a:cubicBezTo>
                      <a:cubicBezTo>
                        <a:pt x="8361" y="6814"/>
                        <a:pt x="6800" y="8371"/>
                        <a:pt x="4869" y="8396"/>
                      </a:cubicBezTo>
                      <a:cubicBezTo>
                        <a:pt x="4853" y="8397"/>
                        <a:pt x="4837" y="8397"/>
                        <a:pt x="4820" y="8397"/>
                      </a:cubicBezTo>
                      <a:cubicBezTo>
                        <a:pt x="2911" y="8397"/>
                        <a:pt x="1336" y="6893"/>
                        <a:pt x="1253" y="4979"/>
                      </a:cubicBezTo>
                      <a:lnTo>
                        <a:pt x="1253" y="4971"/>
                      </a:lnTo>
                      <a:cubicBezTo>
                        <a:pt x="1251" y="4942"/>
                        <a:pt x="1251" y="4912"/>
                        <a:pt x="1251" y="4883"/>
                      </a:cubicBezTo>
                      <a:lnTo>
                        <a:pt x="2" y="4883"/>
                      </a:lnTo>
                      <a:cubicBezTo>
                        <a:pt x="2" y="4913"/>
                        <a:pt x="2" y="4944"/>
                        <a:pt x="1" y="4976"/>
                      </a:cubicBezTo>
                      <a:lnTo>
                        <a:pt x="1" y="4979"/>
                      </a:lnTo>
                      <a:cubicBezTo>
                        <a:pt x="23" y="5762"/>
                        <a:pt x="238" y="6528"/>
                        <a:pt x="627" y="7208"/>
                      </a:cubicBezTo>
                      <a:cubicBezTo>
                        <a:pt x="1484" y="8717"/>
                        <a:pt x="3085" y="9650"/>
                        <a:pt x="4822" y="9650"/>
                      </a:cubicBezTo>
                      <a:cubicBezTo>
                        <a:pt x="7468" y="9650"/>
                        <a:pt x="9614" y="7520"/>
                        <a:pt x="9646" y="4883"/>
                      </a:cubicBezTo>
                      <a:cubicBezTo>
                        <a:pt x="9646" y="4864"/>
                        <a:pt x="9647" y="4845"/>
                        <a:pt x="9647" y="4825"/>
                      </a:cubicBezTo>
                      <a:cubicBezTo>
                        <a:pt x="9649" y="3088"/>
                        <a:pt x="8714" y="1483"/>
                        <a:pt x="7200" y="628"/>
                      </a:cubicBezTo>
                      <a:cubicBezTo>
                        <a:pt x="6746" y="369"/>
                        <a:pt x="6251" y="186"/>
                        <a:pt x="5737" y="87"/>
                      </a:cubicBezTo>
                      <a:cubicBezTo>
                        <a:pt x="5468" y="36"/>
                        <a:pt x="5195" y="7"/>
                        <a:pt x="492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8" name="Google Shape;4748;p57"/>
                <p:cNvSpPr/>
                <p:nvPr/>
              </p:nvSpPr>
              <p:spPr>
                <a:xfrm>
                  <a:off x="6256893" y="3285705"/>
                  <a:ext cx="367562" cy="187754"/>
                </a:xfrm>
                <a:custGeom>
                  <a:avLst/>
                  <a:gdLst/>
                  <a:ahLst/>
                  <a:cxnLst/>
                  <a:rect l="l" t="t" r="r" b="b"/>
                  <a:pathLst>
                    <a:path w="8764" h="4477" extrusionOk="0">
                      <a:moveTo>
                        <a:pt x="6645" y="1"/>
                      </a:moveTo>
                      <a:cubicBezTo>
                        <a:pt x="6644" y="1"/>
                        <a:pt x="6643" y="1"/>
                        <a:pt x="6642" y="1"/>
                      </a:cubicBezTo>
                      <a:lnTo>
                        <a:pt x="14" y="1"/>
                      </a:lnTo>
                      <a:cubicBezTo>
                        <a:pt x="1061" y="1309"/>
                        <a:pt x="1055" y="3173"/>
                        <a:pt x="1" y="4476"/>
                      </a:cubicBezTo>
                      <a:lnTo>
                        <a:pt x="6642" y="4476"/>
                      </a:lnTo>
                      <a:cubicBezTo>
                        <a:pt x="7814" y="4476"/>
                        <a:pt x="8763" y="3527"/>
                        <a:pt x="8763" y="2355"/>
                      </a:cubicBezTo>
                      <a:lnTo>
                        <a:pt x="8763" y="2121"/>
                      </a:lnTo>
                      <a:cubicBezTo>
                        <a:pt x="8762" y="950"/>
                        <a:pt x="7814" y="1"/>
                        <a:pt x="664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49" name="Google Shape;4749;p57"/>
              <p:cNvSpPr/>
              <p:nvPr/>
            </p:nvSpPr>
            <p:spPr>
              <a:xfrm>
                <a:off x="6044300" y="3282475"/>
                <a:ext cx="191959" cy="191990"/>
              </a:xfrm>
              <a:custGeom>
                <a:avLst/>
                <a:gdLst/>
                <a:ahLst/>
                <a:cxnLst/>
                <a:rect l="l" t="t" r="r" b="b"/>
                <a:pathLst>
                  <a:path w="4577" h="4578" extrusionOk="0">
                    <a:moveTo>
                      <a:pt x="2288" y="1"/>
                    </a:moveTo>
                    <a:cubicBezTo>
                      <a:pt x="1025" y="1"/>
                      <a:pt x="0" y="1024"/>
                      <a:pt x="0" y="2289"/>
                    </a:cubicBezTo>
                    <a:cubicBezTo>
                      <a:pt x="0" y="3553"/>
                      <a:pt x="1025" y="4577"/>
                      <a:pt x="2288" y="4577"/>
                    </a:cubicBezTo>
                    <a:cubicBezTo>
                      <a:pt x="3552" y="4577"/>
                      <a:pt x="4577" y="3553"/>
                      <a:pt x="4577" y="2289"/>
                    </a:cubicBezTo>
                    <a:cubicBezTo>
                      <a:pt x="4577" y="1024"/>
                      <a:pt x="3552" y="1"/>
                      <a:pt x="228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50" name="Google Shape;4750;p57"/>
            <p:cNvGrpSpPr/>
            <p:nvPr/>
          </p:nvGrpSpPr>
          <p:grpSpPr>
            <a:xfrm>
              <a:off x="5305233" y="3176835"/>
              <a:ext cx="685971" cy="404655"/>
              <a:chOff x="5305233" y="3176835"/>
              <a:chExt cx="685971" cy="404655"/>
            </a:xfrm>
          </p:grpSpPr>
          <p:grpSp>
            <p:nvGrpSpPr>
              <p:cNvPr id="4751" name="Google Shape;4751;p57"/>
              <p:cNvGrpSpPr/>
              <p:nvPr/>
            </p:nvGrpSpPr>
            <p:grpSpPr>
              <a:xfrm>
                <a:off x="5305233" y="3176835"/>
                <a:ext cx="685971" cy="404655"/>
                <a:chOff x="5305233" y="3176835"/>
                <a:chExt cx="685971" cy="404655"/>
              </a:xfrm>
            </p:grpSpPr>
            <p:sp>
              <p:nvSpPr>
                <p:cNvPr id="4752" name="Google Shape;4752;p57"/>
                <p:cNvSpPr/>
                <p:nvPr/>
              </p:nvSpPr>
              <p:spPr>
                <a:xfrm>
                  <a:off x="5586650" y="3176835"/>
                  <a:ext cx="404553" cy="404655"/>
                </a:xfrm>
                <a:custGeom>
                  <a:avLst/>
                  <a:gdLst/>
                  <a:ahLst/>
                  <a:cxnLst/>
                  <a:rect l="l" t="t" r="r" b="b"/>
                  <a:pathLst>
                    <a:path w="9646" h="9649" extrusionOk="0">
                      <a:moveTo>
                        <a:pt x="4824" y="1"/>
                      </a:moveTo>
                      <a:cubicBezTo>
                        <a:pt x="2159" y="1"/>
                        <a:pt x="1" y="2161"/>
                        <a:pt x="1" y="4826"/>
                      </a:cubicBezTo>
                      <a:lnTo>
                        <a:pt x="1" y="4883"/>
                      </a:lnTo>
                      <a:cubicBezTo>
                        <a:pt x="31" y="7486"/>
                        <a:pt x="2121" y="9594"/>
                        <a:pt x="4724" y="9647"/>
                      </a:cubicBezTo>
                      <a:cubicBezTo>
                        <a:pt x="4756" y="9647"/>
                        <a:pt x="4790" y="9649"/>
                        <a:pt x="4824" y="9649"/>
                      </a:cubicBezTo>
                      <a:lnTo>
                        <a:pt x="4829" y="9649"/>
                      </a:lnTo>
                      <a:cubicBezTo>
                        <a:pt x="4861" y="9649"/>
                        <a:pt x="4893" y="9649"/>
                        <a:pt x="4925" y="9647"/>
                      </a:cubicBezTo>
                      <a:cubicBezTo>
                        <a:pt x="5725" y="9633"/>
                        <a:pt x="6508" y="9417"/>
                        <a:pt x="7205" y="9021"/>
                      </a:cubicBezTo>
                      <a:cubicBezTo>
                        <a:pt x="6508" y="8626"/>
                        <a:pt x="5725" y="8411"/>
                        <a:pt x="4925" y="8395"/>
                      </a:cubicBezTo>
                      <a:cubicBezTo>
                        <a:pt x="4893" y="8397"/>
                        <a:pt x="4861" y="8397"/>
                        <a:pt x="4829" y="8397"/>
                      </a:cubicBezTo>
                      <a:lnTo>
                        <a:pt x="4824" y="8397"/>
                      </a:lnTo>
                      <a:cubicBezTo>
                        <a:pt x="4790" y="8397"/>
                        <a:pt x="4756" y="8397"/>
                        <a:pt x="4724" y="8395"/>
                      </a:cubicBezTo>
                      <a:cubicBezTo>
                        <a:pt x="2817" y="8344"/>
                        <a:pt x="1283" y="6795"/>
                        <a:pt x="1253" y="4883"/>
                      </a:cubicBezTo>
                      <a:cubicBezTo>
                        <a:pt x="1253" y="4863"/>
                        <a:pt x="1251" y="4843"/>
                        <a:pt x="1251" y="4824"/>
                      </a:cubicBezTo>
                      <a:cubicBezTo>
                        <a:pt x="1251" y="2851"/>
                        <a:pt x="2851" y="1252"/>
                        <a:pt x="4824" y="1252"/>
                      </a:cubicBezTo>
                      <a:cubicBezTo>
                        <a:pt x="6745" y="1252"/>
                        <a:pt x="8313" y="2768"/>
                        <a:pt x="8393" y="4670"/>
                      </a:cubicBezTo>
                      <a:lnTo>
                        <a:pt x="8393" y="4674"/>
                      </a:lnTo>
                      <a:cubicBezTo>
                        <a:pt x="8396" y="4723"/>
                        <a:pt x="8396" y="4774"/>
                        <a:pt x="8396" y="4824"/>
                      </a:cubicBezTo>
                      <a:cubicBezTo>
                        <a:pt x="8396" y="4845"/>
                        <a:pt x="8396" y="4863"/>
                        <a:pt x="8396" y="4883"/>
                      </a:cubicBezTo>
                      <a:lnTo>
                        <a:pt x="9644" y="4883"/>
                      </a:lnTo>
                      <a:cubicBezTo>
                        <a:pt x="9644" y="4863"/>
                        <a:pt x="9642" y="4843"/>
                        <a:pt x="9642" y="4824"/>
                      </a:cubicBezTo>
                      <a:cubicBezTo>
                        <a:pt x="9644" y="4778"/>
                        <a:pt x="9644" y="4728"/>
                        <a:pt x="9645" y="4680"/>
                      </a:cubicBezTo>
                      <a:lnTo>
                        <a:pt x="9645" y="4672"/>
                      </a:lnTo>
                      <a:cubicBezTo>
                        <a:pt x="9623" y="3889"/>
                        <a:pt x="9407" y="3124"/>
                        <a:pt x="9019" y="2443"/>
                      </a:cubicBezTo>
                      <a:cubicBezTo>
                        <a:pt x="8163" y="933"/>
                        <a:pt x="6560" y="1"/>
                        <a:pt x="482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3" name="Google Shape;4753;p57"/>
                <p:cNvSpPr/>
                <p:nvPr/>
              </p:nvSpPr>
              <p:spPr>
                <a:xfrm>
                  <a:off x="5305233" y="3285914"/>
                  <a:ext cx="367352" cy="187796"/>
                </a:xfrm>
                <a:custGeom>
                  <a:avLst/>
                  <a:gdLst/>
                  <a:ahLst/>
                  <a:cxnLst/>
                  <a:rect l="l" t="t" r="r" b="b"/>
                  <a:pathLst>
                    <a:path w="8759" h="4478" extrusionOk="0">
                      <a:moveTo>
                        <a:pt x="2123" y="0"/>
                      </a:moveTo>
                      <a:cubicBezTo>
                        <a:pt x="951" y="0"/>
                        <a:pt x="1" y="950"/>
                        <a:pt x="1" y="2122"/>
                      </a:cubicBezTo>
                      <a:lnTo>
                        <a:pt x="1" y="2356"/>
                      </a:lnTo>
                      <a:cubicBezTo>
                        <a:pt x="1" y="3528"/>
                        <a:pt x="951" y="4478"/>
                        <a:pt x="2123" y="4478"/>
                      </a:cubicBezTo>
                      <a:lnTo>
                        <a:pt x="8759" y="4478"/>
                      </a:lnTo>
                      <a:cubicBezTo>
                        <a:pt x="7702" y="3176"/>
                        <a:pt x="7694" y="1314"/>
                        <a:pt x="8739" y="2"/>
                      </a:cubicBezTo>
                      <a:lnTo>
                        <a:pt x="8739"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54" name="Google Shape;4754;p57"/>
              <p:cNvSpPr/>
              <p:nvPr/>
            </p:nvSpPr>
            <p:spPr>
              <a:xfrm>
                <a:off x="5694436" y="3282475"/>
                <a:ext cx="192001" cy="191990"/>
              </a:xfrm>
              <a:custGeom>
                <a:avLst/>
                <a:gdLst/>
                <a:ahLst/>
                <a:cxnLst/>
                <a:rect l="l" t="t" r="r" b="b"/>
                <a:pathLst>
                  <a:path w="4578" h="4578" extrusionOk="0">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55" name="Google Shape;4755;p57"/>
            <p:cNvSpPr/>
            <p:nvPr/>
          </p:nvSpPr>
          <p:spPr>
            <a:xfrm>
              <a:off x="6103938" y="3114683"/>
              <a:ext cx="40933" cy="7549"/>
            </a:xfrm>
            <a:custGeom>
              <a:avLst/>
              <a:gdLst/>
              <a:ahLst/>
              <a:cxnLst/>
              <a:rect l="l" t="t" r="r" b="b"/>
              <a:pathLst>
                <a:path w="976" h="180" extrusionOk="0">
                  <a:moveTo>
                    <a:pt x="1" y="1"/>
                  </a:moveTo>
                  <a:lnTo>
                    <a:pt x="1" y="1"/>
                  </a:lnTo>
                  <a:cubicBezTo>
                    <a:pt x="279" y="119"/>
                    <a:pt x="578" y="179"/>
                    <a:pt x="881" y="179"/>
                  </a:cubicBezTo>
                  <a:cubicBezTo>
                    <a:pt x="881" y="179"/>
                    <a:pt x="881" y="179"/>
                    <a:pt x="881" y="179"/>
                  </a:cubicBezTo>
                  <a:lnTo>
                    <a:pt x="881" y="179"/>
                  </a:lnTo>
                  <a:cubicBezTo>
                    <a:pt x="882" y="179"/>
                    <a:pt x="882" y="179"/>
                    <a:pt x="882" y="179"/>
                  </a:cubicBezTo>
                  <a:cubicBezTo>
                    <a:pt x="913" y="179"/>
                    <a:pt x="945" y="178"/>
                    <a:pt x="975" y="176"/>
                  </a:cubicBezTo>
                  <a:lnTo>
                    <a:pt x="975" y="176"/>
                  </a:lnTo>
                  <a:cubicBezTo>
                    <a:pt x="943" y="178"/>
                    <a:pt x="913" y="179"/>
                    <a:pt x="881" y="179"/>
                  </a:cubicBezTo>
                  <a:lnTo>
                    <a:pt x="881" y="179"/>
                  </a:lnTo>
                  <a:cubicBezTo>
                    <a:pt x="579" y="179"/>
                    <a:pt x="279" y="119"/>
                    <a:pt x="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56" name="Google Shape;4756;p57"/>
            <p:cNvGrpSpPr/>
            <p:nvPr/>
          </p:nvGrpSpPr>
          <p:grpSpPr>
            <a:xfrm>
              <a:off x="5657361" y="2824811"/>
              <a:ext cx="1078361" cy="404655"/>
              <a:chOff x="5657361" y="2824811"/>
              <a:chExt cx="1078361" cy="404655"/>
            </a:xfrm>
          </p:grpSpPr>
          <p:grpSp>
            <p:nvGrpSpPr>
              <p:cNvPr id="4757" name="Google Shape;4757;p57"/>
              <p:cNvGrpSpPr/>
              <p:nvPr/>
            </p:nvGrpSpPr>
            <p:grpSpPr>
              <a:xfrm>
                <a:off x="5657361" y="2824811"/>
                <a:ext cx="1078361" cy="404655"/>
                <a:chOff x="5657361" y="2824811"/>
                <a:chExt cx="1078361" cy="404655"/>
              </a:xfrm>
            </p:grpSpPr>
            <p:grpSp>
              <p:nvGrpSpPr>
                <p:cNvPr id="4758" name="Google Shape;4758;p57"/>
                <p:cNvGrpSpPr/>
                <p:nvPr/>
              </p:nvGrpSpPr>
              <p:grpSpPr>
                <a:xfrm>
                  <a:off x="5938485" y="2824811"/>
                  <a:ext cx="797237" cy="404655"/>
                  <a:chOff x="5938485" y="2824811"/>
                  <a:chExt cx="797237" cy="404655"/>
                </a:xfrm>
              </p:grpSpPr>
              <p:sp>
                <p:nvSpPr>
                  <p:cNvPr id="4759" name="Google Shape;4759;p57"/>
                  <p:cNvSpPr/>
                  <p:nvPr/>
                </p:nvSpPr>
                <p:spPr>
                  <a:xfrm>
                    <a:off x="6137952" y="2824811"/>
                    <a:ext cx="597771" cy="301698"/>
                  </a:xfrm>
                  <a:custGeom>
                    <a:avLst/>
                    <a:gdLst/>
                    <a:ahLst/>
                    <a:cxnLst/>
                    <a:rect l="l" t="t" r="r" b="b"/>
                    <a:pathLst>
                      <a:path w="14253" h="7194" extrusionOk="0">
                        <a:moveTo>
                          <a:pt x="1" y="1"/>
                        </a:moveTo>
                        <a:lnTo>
                          <a:pt x="1" y="1255"/>
                        </a:lnTo>
                        <a:cubicBezTo>
                          <a:pt x="1972" y="1256"/>
                          <a:pt x="3570" y="2856"/>
                          <a:pt x="3570" y="4826"/>
                        </a:cubicBezTo>
                        <a:lnTo>
                          <a:pt x="3570" y="4827"/>
                        </a:lnTo>
                        <a:cubicBezTo>
                          <a:pt x="3570" y="4994"/>
                          <a:pt x="3578" y="5160"/>
                          <a:pt x="3594" y="5322"/>
                        </a:cubicBezTo>
                        <a:cubicBezTo>
                          <a:pt x="3703" y="6385"/>
                          <a:pt x="4598" y="7194"/>
                          <a:pt x="5668" y="7194"/>
                        </a:cubicBezTo>
                        <a:lnTo>
                          <a:pt x="14253" y="7194"/>
                        </a:lnTo>
                        <a:lnTo>
                          <a:pt x="14253" y="6015"/>
                        </a:lnTo>
                        <a:lnTo>
                          <a:pt x="5982" y="6017"/>
                        </a:lnTo>
                        <a:cubicBezTo>
                          <a:pt x="5333" y="6017"/>
                          <a:pt x="4819" y="5485"/>
                          <a:pt x="4821" y="4838"/>
                        </a:cubicBezTo>
                        <a:lnTo>
                          <a:pt x="4821" y="4826"/>
                        </a:lnTo>
                        <a:cubicBezTo>
                          <a:pt x="4821" y="2163"/>
                          <a:pt x="2662" y="2"/>
                          <a:pt x="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0" name="Google Shape;4760;p57"/>
                  <p:cNvSpPr/>
                  <p:nvPr/>
                </p:nvSpPr>
                <p:spPr>
                  <a:xfrm>
                    <a:off x="5938485" y="2824811"/>
                    <a:ext cx="202151" cy="404655"/>
                  </a:xfrm>
                  <a:custGeom>
                    <a:avLst/>
                    <a:gdLst/>
                    <a:ahLst/>
                    <a:cxnLst/>
                    <a:rect l="l" t="t" r="r" b="b"/>
                    <a:pathLst>
                      <a:path w="4820" h="9649" extrusionOk="0">
                        <a:moveTo>
                          <a:pt x="4819" y="1"/>
                        </a:moveTo>
                        <a:cubicBezTo>
                          <a:pt x="2161" y="4"/>
                          <a:pt x="1" y="2167"/>
                          <a:pt x="1" y="4827"/>
                        </a:cubicBezTo>
                        <a:cubicBezTo>
                          <a:pt x="1" y="6565"/>
                          <a:pt x="934" y="8168"/>
                          <a:pt x="2446" y="9023"/>
                        </a:cubicBezTo>
                        <a:cubicBezTo>
                          <a:pt x="3141" y="9418"/>
                          <a:pt x="3924" y="9634"/>
                          <a:pt x="4725" y="9649"/>
                        </a:cubicBezTo>
                        <a:cubicBezTo>
                          <a:pt x="4757" y="9649"/>
                          <a:pt x="4789" y="9647"/>
                          <a:pt x="4819" y="9647"/>
                        </a:cubicBezTo>
                        <a:lnTo>
                          <a:pt x="4819" y="8398"/>
                        </a:lnTo>
                        <a:cubicBezTo>
                          <a:pt x="4787" y="8398"/>
                          <a:pt x="4757" y="8398"/>
                          <a:pt x="4725" y="8397"/>
                        </a:cubicBezTo>
                        <a:lnTo>
                          <a:pt x="4723" y="8397"/>
                        </a:lnTo>
                        <a:cubicBezTo>
                          <a:pt x="2742" y="8342"/>
                          <a:pt x="1165" y="6672"/>
                          <a:pt x="1256" y="4657"/>
                        </a:cubicBezTo>
                        <a:cubicBezTo>
                          <a:pt x="1340" y="2818"/>
                          <a:pt x="2843" y="1327"/>
                          <a:pt x="4685" y="1255"/>
                        </a:cubicBezTo>
                        <a:cubicBezTo>
                          <a:pt x="4730" y="1253"/>
                          <a:pt x="4774" y="1253"/>
                          <a:pt x="4819" y="1253"/>
                        </a:cubicBezTo>
                        <a:lnTo>
                          <a:pt x="481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61" name="Google Shape;4761;p57"/>
                <p:cNvSpPr/>
                <p:nvPr/>
              </p:nvSpPr>
              <p:spPr>
                <a:xfrm>
                  <a:off x="5657361" y="2934478"/>
                  <a:ext cx="367688" cy="187838"/>
                </a:xfrm>
                <a:custGeom>
                  <a:avLst/>
                  <a:gdLst/>
                  <a:ahLst/>
                  <a:cxnLst/>
                  <a:rect l="l" t="t" r="r" b="b"/>
                  <a:pathLst>
                    <a:path w="8767" h="4479" extrusionOk="0">
                      <a:moveTo>
                        <a:pt x="2123" y="1"/>
                      </a:moveTo>
                      <a:cubicBezTo>
                        <a:pt x="952" y="1"/>
                        <a:pt x="1" y="950"/>
                        <a:pt x="1" y="2123"/>
                      </a:cubicBezTo>
                      <a:lnTo>
                        <a:pt x="1" y="2356"/>
                      </a:lnTo>
                      <a:cubicBezTo>
                        <a:pt x="1" y="3527"/>
                        <a:pt x="952" y="4478"/>
                        <a:pt x="2123" y="4478"/>
                      </a:cubicBezTo>
                      <a:lnTo>
                        <a:pt x="8766" y="4478"/>
                      </a:lnTo>
                      <a:cubicBezTo>
                        <a:pt x="7702" y="3181"/>
                        <a:pt x="7684" y="1319"/>
                        <a:pt x="872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62" name="Google Shape;4762;p57"/>
              <p:cNvSpPr/>
              <p:nvPr/>
            </p:nvSpPr>
            <p:spPr>
              <a:xfrm>
                <a:off x="6047361" y="2932675"/>
                <a:ext cx="192001" cy="191990"/>
              </a:xfrm>
              <a:custGeom>
                <a:avLst/>
                <a:gdLst/>
                <a:ahLst/>
                <a:cxnLst/>
                <a:rect l="l" t="t" r="r" b="b"/>
                <a:pathLst>
                  <a:path w="4578" h="4578" extrusionOk="0">
                    <a:moveTo>
                      <a:pt x="2289" y="1"/>
                    </a:moveTo>
                    <a:cubicBezTo>
                      <a:pt x="1026" y="1"/>
                      <a:pt x="1" y="1024"/>
                      <a:pt x="1" y="2289"/>
                    </a:cubicBezTo>
                    <a:cubicBezTo>
                      <a:pt x="1" y="3552"/>
                      <a:pt x="1026" y="4577"/>
                      <a:pt x="2289" y="4577"/>
                    </a:cubicBezTo>
                    <a:cubicBezTo>
                      <a:pt x="3552" y="4577"/>
                      <a:pt x="4577" y="3552"/>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63" name="Google Shape;4763;p57"/>
            <p:cNvGrpSpPr/>
            <p:nvPr/>
          </p:nvGrpSpPr>
          <p:grpSpPr>
            <a:xfrm>
              <a:off x="5190863" y="3528942"/>
              <a:ext cx="1078026" cy="404739"/>
              <a:chOff x="5190863" y="3528942"/>
              <a:chExt cx="1078026" cy="404739"/>
            </a:xfrm>
          </p:grpSpPr>
          <p:sp>
            <p:nvSpPr>
              <p:cNvPr id="4764" name="Google Shape;4764;p57"/>
              <p:cNvSpPr/>
              <p:nvPr/>
            </p:nvSpPr>
            <p:spPr>
              <a:xfrm>
                <a:off x="5694436" y="3635379"/>
                <a:ext cx="192001" cy="191990"/>
              </a:xfrm>
              <a:custGeom>
                <a:avLst/>
                <a:gdLst/>
                <a:ahLst/>
                <a:cxnLst/>
                <a:rect l="l" t="t" r="r" b="b"/>
                <a:pathLst>
                  <a:path w="4578" h="4578" extrusionOk="0">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65" name="Google Shape;4765;p57"/>
              <p:cNvGrpSpPr/>
              <p:nvPr/>
            </p:nvGrpSpPr>
            <p:grpSpPr>
              <a:xfrm>
                <a:off x="5190863" y="3528942"/>
                <a:ext cx="1078026" cy="404739"/>
                <a:chOff x="5190863" y="3528942"/>
                <a:chExt cx="1078026" cy="404739"/>
              </a:xfrm>
            </p:grpSpPr>
            <p:sp>
              <p:nvSpPr>
                <p:cNvPr id="4766" name="Google Shape;4766;p57"/>
                <p:cNvSpPr/>
                <p:nvPr/>
              </p:nvSpPr>
              <p:spPr>
                <a:xfrm>
                  <a:off x="5190863" y="3528942"/>
                  <a:ext cx="800551" cy="404739"/>
                </a:xfrm>
                <a:custGeom>
                  <a:avLst/>
                  <a:gdLst/>
                  <a:ahLst/>
                  <a:cxnLst/>
                  <a:rect l="l" t="t" r="r" b="b"/>
                  <a:pathLst>
                    <a:path w="19088" h="9651" extrusionOk="0">
                      <a:moveTo>
                        <a:pt x="14266" y="1"/>
                      </a:moveTo>
                      <a:lnTo>
                        <a:pt x="14266" y="1253"/>
                      </a:lnTo>
                      <a:cubicBezTo>
                        <a:pt x="14298" y="1253"/>
                        <a:pt x="14330" y="1253"/>
                        <a:pt x="14362" y="1255"/>
                      </a:cubicBezTo>
                      <a:cubicBezTo>
                        <a:pt x="16314" y="1309"/>
                        <a:pt x="17861" y="2922"/>
                        <a:pt x="17833" y="4874"/>
                      </a:cubicBezTo>
                      <a:cubicBezTo>
                        <a:pt x="17808" y="6827"/>
                        <a:pt x="16218" y="8396"/>
                        <a:pt x="14266" y="8398"/>
                      </a:cubicBezTo>
                      <a:lnTo>
                        <a:pt x="14261" y="8398"/>
                      </a:lnTo>
                      <a:cubicBezTo>
                        <a:pt x="12331" y="8398"/>
                        <a:pt x="10757" y="6867"/>
                        <a:pt x="10691" y="4952"/>
                      </a:cubicBezTo>
                      <a:lnTo>
                        <a:pt x="10691" y="4950"/>
                      </a:lnTo>
                      <a:cubicBezTo>
                        <a:pt x="10688" y="4909"/>
                        <a:pt x="10688" y="4867"/>
                        <a:pt x="10688" y="4825"/>
                      </a:cubicBezTo>
                      <a:cubicBezTo>
                        <a:pt x="10688" y="4784"/>
                        <a:pt x="10688" y="4744"/>
                        <a:pt x="10691" y="4704"/>
                      </a:cubicBezTo>
                      <a:lnTo>
                        <a:pt x="10691" y="4680"/>
                      </a:lnTo>
                      <a:cubicBezTo>
                        <a:pt x="10653" y="3432"/>
                        <a:pt x="9614" y="2446"/>
                        <a:pt x="8364" y="2446"/>
                      </a:cubicBezTo>
                      <a:cubicBezTo>
                        <a:pt x="8363" y="2446"/>
                        <a:pt x="8362" y="2446"/>
                        <a:pt x="8361" y="2446"/>
                      </a:cubicBezTo>
                      <a:cubicBezTo>
                        <a:pt x="6936" y="2446"/>
                        <a:pt x="2798" y="2449"/>
                        <a:pt x="1" y="2449"/>
                      </a:cubicBezTo>
                      <a:lnTo>
                        <a:pt x="1" y="3626"/>
                      </a:lnTo>
                      <a:lnTo>
                        <a:pt x="8387" y="3626"/>
                      </a:lnTo>
                      <a:cubicBezTo>
                        <a:pt x="8978" y="3626"/>
                        <a:pt x="9452" y="4113"/>
                        <a:pt x="9438" y="4704"/>
                      </a:cubicBezTo>
                      <a:lnTo>
                        <a:pt x="9438" y="4715"/>
                      </a:lnTo>
                      <a:cubicBezTo>
                        <a:pt x="9438" y="4752"/>
                        <a:pt x="9438" y="4789"/>
                        <a:pt x="9438" y="4825"/>
                      </a:cubicBezTo>
                      <a:cubicBezTo>
                        <a:pt x="9438" y="4862"/>
                        <a:pt x="9438" y="4901"/>
                        <a:pt x="9438" y="4939"/>
                      </a:cubicBezTo>
                      <a:cubicBezTo>
                        <a:pt x="9498" y="7558"/>
                        <a:pt x="11639" y="9650"/>
                        <a:pt x="14259" y="9650"/>
                      </a:cubicBezTo>
                      <a:cubicBezTo>
                        <a:pt x="14260" y="9650"/>
                        <a:pt x="14261" y="9650"/>
                        <a:pt x="14262" y="9650"/>
                      </a:cubicBezTo>
                      <a:lnTo>
                        <a:pt x="14267" y="9650"/>
                      </a:lnTo>
                      <a:cubicBezTo>
                        <a:pt x="16929" y="9647"/>
                        <a:pt x="19087" y="7488"/>
                        <a:pt x="19087" y="4825"/>
                      </a:cubicBezTo>
                      <a:cubicBezTo>
                        <a:pt x="19087" y="3088"/>
                        <a:pt x="18154" y="1484"/>
                        <a:pt x="16640" y="628"/>
                      </a:cubicBezTo>
                      <a:cubicBezTo>
                        <a:pt x="15945" y="233"/>
                        <a:pt x="15162" y="17"/>
                        <a:pt x="14362" y="2"/>
                      </a:cubicBezTo>
                      <a:cubicBezTo>
                        <a:pt x="14330" y="2"/>
                        <a:pt x="14298" y="1"/>
                        <a:pt x="14266"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7" name="Google Shape;4767;p57"/>
                <p:cNvSpPr/>
                <p:nvPr/>
              </p:nvSpPr>
              <p:spPr>
                <a:xfrm>
                  <a:off x="5905730" y="3637351"/>
                  <a:ext cx="363158" cy="187796"/>
                </a:xfrm>
                <a:custGeom>
                  <a:avLst/>
                  <a:gdLst/>
                  <a:ahLst/>
                  <a:cxnLst/>
                  <a:rect l="l" t="t" r="r" b="b"/>
                  <a:pathLst>
                    <a:path w="8659" h="4478" extrusionOk="0">
                      <a:moveTo>
                        <a:pt x="0" y="0"/>
                      </a:moveTo>
                      <a:cubicBezTo>
                        <a:pt x="1051" y="1307"/>
                        <a:pt x="1051" y="3169"/>
                        <a:pt x="0" y="4478"/>
                      </a:cubicBezTo>
                      <a:lnTo>
                        <a:pt x="6537" y="4478"/>
                      </a:lnTo>
                      <a:cubicBezTo>
                        <a:pt x="7708" y="4478"/>
                        <a:pt x="8659" y="3526"/>
                        <a:pt x="8659" y="2356"/>
                      </a:cubicBezTo>
                      <a:lnTo>
                        <a:pt x="8659" y="2120"/>
                      </a:lnTo>
                      <a:cubicBezTo>
                        <a:pt x="8657" y="950"/>
                        <a:pt x="7708" y="0"/>
                        <a:pt x="653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4768" name="Google Shape;4768;p57"/>
          <p:cNvGrpSpPr/>
          <p:nvPr/>
        </p:nvGrpSpPr>
        <p:grpSpPr>
          <a:xfrm>
            <a:off x="724302" y="1268321"/>
            <a:ext cx="1086719" cy="879487"/>
            <a:chOff x="803162" y="1474292"/>
            <a:chExt cx="1086719" cy="879487"/>
          </a:xfrm>
        </p:grpSpPr>
        <p:grpSp>
          <p:nvGrpSpPr>
            <p:cNvPr id="4769" name="Google Shape;4769;p57"/>
            <p:cNvGrpSpPr/>
            <p:nvPr/>
          </p:nvGrpSpPr>
          <p:grpSpPr>
            <a:xfrm>
              <a:off x="803162" y="1625948"/>
              <a:ext cx="445856" cy="576579"/>
              <a:chOff x="803162" y="1625948"/>
              <a:chExt cx="445856" cy="576579"/>
            </a:xfrm>
          </p:grpSpPr>
          <p:sp>
            <p:nvSpPr>
              <p:cNvPr id="4770" name="Google Shape;4770;p57"/>
              <p:cNvSpPr/>
              <p:nvPr/>
            </p:nvSpPr>
            <p:spPr>
              <a:xfrm>
                <a:off x="803162" y="1847356"/>
                <a:ext cx="133646" cy="133865"/>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71" name="Google Shape;4771;p57"/>
              <p:cNvGrpSpPr/>
              <p:nvPr/>
            </p:nvGrpSpPr>
            <p:grpSpPr>
              <a:xfrm>
                <a:off x="1056023" y="1625948"/>
                <a:ext cx="192995" cy="576579"/>
                <a:chOff x="1056023" y="1625948"/>
                <a:chExt cx="192995" cy="576579"/>
              </a:xfrm>
            </p:grpSpPr>
            <p:sp>
              <p:nvSpPr>
                <p:cNvPr id="4772" name="Google Shape;4772;p57"/>
                <p:cNvSpPr/>
                <p:nvPr/>
              </p:nvSpPr>
              <p:spPr>
                <a:xfrm>
                  <a:off x="1066902" y="1914079"/>
                  <a:ext cx="167456" cy="269382"/>
                </a:xfrm>
                <a:custGeom>
                  <a:avLst/>
                  <a:gdLst/>
                  <a:ahLst/>
                  <a:cxnLst/>
                  <a:rect l="l" t="t" r="r" b="b"/>
                  <a:pathLst>
                    <a:path w="25153" h="40463" fill="none" extrusionOk="0">
                      <a:moveTo>
                        <a:pt x="25152" y="40463"/>
                      </a:moveTo>
                      <a:cubicBezTo>
                        <a:pt x="19315" y="40463"/>
                        <a:pt x="14378" y="32724"/>
                        <a:pt x="12777" y="22150"/>
                      </a:cubicBezTo>
                      <a:lnTo>
                        <a:pt x="12810" y="22350"/>
                      </a:lnTo>
                      <a:cubicBezTo>
                        <a:pt x="10542" y="7606"/>
                        <a:pt x="6372" y="1"/>
                        <a:pt x="1" y="1"/>
                      </a:cubicBezTo>
                      <a:lnTo>
                        <a:pt x="1" y="1"/>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3" name="Google Shape;4773;p57"/>
                <p:cNvSpPr/>
                <p:nvPr/>
              </p:nvSpPr>
              <p:spPr>
                <a:xfrm>
                  <a:off x="1066902" y="1645136"/>
                  <a:ext cx="167456" cy="269382"/>
                </a:xfrm>
                <a:custGeom>
                  <a:avLst/>
                  <a:gdLst/>
                  <a:ahLst/>
                  <a:cxnLst/>
                  <a:rect l="l" t="t" r="r" b="b"/>
                  <a:pathLst>
                    <a:path w="25153" h="40463" fill="none" extrusionOk="0">
                      <a:moveTo>
                        <a:pt x="25152" y="0"/>
                      </a:moveTo>
                      <a:cubicBezTo>
                        <a:pt x="19315" y="0"/>
                        <a:pt x="14378" y="7706"/>
                        <a:pt x="12777" y="18313"/>
                      </a:cubicBezTo>
                      <a:lnTo>
                        <a:pt x="12810" y="18113"/>
                      </a:lnTo>
                      <a:cubicBezTo>
                        <a:pt x="10542" y="32857"/>
                        <a:pt x="6372" y="40462"/>
                        <a:pt x="1" y="40462"/>
                      </a:cubicBezTo>
                      <a:lnTo>
                        <a:pt x="1" y="40462"/>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4" name="Google Shape;4774;p57"/>
                <p:cNvSpPr/>
                <p:nvPr/>
              </p:nvSpPr>
              <p:spPr>
                <a:xfrm>
                  <a:off x="1056023" y="1893872"/>
                  <a:ext cx="40644" cy="40644"/>
                </a:xfrm>
                <a:custGeom>
                  <a:avLst/>
                  <a:gdLst/>
                  <a:ahLst/>
                  <a:cxnLst/>
                  <a:rect l="l" t="t" r="r" b="b"/>
                  <a:pathLst>
                    <a:path w="6105" h="6105" extrusionOk="0">
                      <a:moveTo>
                        <a:pt x="3069" y="0"/>
                      </a:moveTo>
                      <a:cubicBezTo>
                        <a:pt x="1368" y="0"/>
                        <a:pt x="0" y="1368"/>
                        <a:pt x="0" y="3036"/>
                      </a:cubicBezTo>
                      <a:cubicBezTo>
                        <a:pt x="0" y="4737"/>
                        <a:pt x="1368" y="6105"/>
                        <a:pt x="3069" y="6105"/>
                      </a:cubicBezTo>
                      <a:cubicBezTo>
                        <a:pt x="4737" y="6105"/>
                        <a:pt x="6105" y="4737"/>
                        <a:pt x="6105" y="3036"/>
                      </a:cubicBezTo>
                      <a:cubicBezTo>
                        <a:pt x="6105" y="1368"/>
                        <a:pt x="4737" y="0"/>
                        <a:pt x="30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5" name="Google Shape;4775;p57"/>
                <p:cNvSpPr/>
                <p:nvPr/>
              </p:nvSpPr>
              <p:spPr>
                <a:xfrm>
                  <a:off x="1220365" y="2164199"/>
                  <a:ext cx="28654" cy="38327"/>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03" y="3395"/>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6" name="Google Shape;4776;p57"/>
                <p:cNvSpPr/>
                <p:nvPr/>
              </p:nvSpPr>
              <p:spPr>
                <a:xfrm>
                  <a:off x="1220365" y="1625948"/>
                  <a:ext cx="28654" cy="38467"/>
                </a:xfrm>
                <a:custGeom>
                  <a:avLst/>
                  <a:gdLst/>
                  <a:ahLst/>
                  <a:cxnLst/>
                  <a:rect l="l" t="t" r="r" b="b"/>
                  <a:pathLst>
                    <a:path w="4304" h="5778" extrusionOk="0">
                      <a:moveTo>
                        <a:pt x="489" y="0"/>
                      </a:moveTo>
                      <a:cubicBezTo>
                        <a:pt x="234" y="0"/>
                        <a:pt x="1" y="207"/>
                        <a:pt x="1" y="514"/>
                      </a:cubicBezTo>
                      <a:lnTo>
                        <a:pt x="1" y="5284"/>
                      </a:lnTo>
                      <a:cubicBezTo>
                        <a:pt x="1" y="5574"/>
                        <a:pt x="229" y="5777"/>
                        <a:pt x="482" y="5777"/>
                      </a:cubicBezTo>
                      <a:cubicBezTo>
                        <a:pt x="577" y="5777"/>
                        <a:pt x="676" y="5748"/>
                        <a:pt x="768" y="5684"/>
                      </a:cubicBezTo>
                      <a:lnTo>
                        <a:pt x="4003" y="3382"/>
                      </a:lnTo>
                      <a:cubicBezTo>
                        <a:pt x="4304" y="3182"/>
                        <a:pt x="4304" y="2782"/>
                        <a:pt x="4037" y="2582"/>
                      </a:cubicBezTo>
                      <a:lnTo>
                        <a:pt x="801" y="113"/>
                      </a:lnTo>
                      <a:cubicBezTo>
                        <a:pt x="704" y="35"/>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777" name="Google Shape;4777;p57"/>
            <p:cNvGrpSpPr/>
            <p:nvPr/>
          </p:nvGrpSpPr>
          <p:grpSpPr>
            <a:xfrm>
              <a:off x="1371406" y="1474292"/>
              <a:ext cx="518475" cy="879487"/>
              <a:chOff x="1398231" y="1474292"/>
              <a:chExt cx="518475" cy="879487"/>
            </a:xfrm>
          </p:grpSpPr>
          <p:grpSp>
            <p:nvGrpSpPr>
              <p:cNvPr id="4778" name="Google Shape;4778;p57"/>
              <p:cNvGrpSpPr/>
              <p:nvPr/>
            </p:nvGrpSpPr>
            <p:grpSpPr>
              <a:xfrm>
                <a:off x="1398231" y="1474292"/>
                <a:ext cx="518475" cy="341643"/>
                <a:chOff x="1398231" y="1474292"/>
                <a:chExt cx="518475" cy="341643"/>
              </a:xfrm>
            </p:grpSpPr>
            <p:sp>
              <p:nvSpPr>
                <p:cNvPr id="4779" name="Google Shape;4779;p57"/>
                <p:cNvSpPr/>
                <p:nvPr/>
              </p:nvSpPr>
              <p:spPr>
                <a:xfrm>
                  <a:off x="1398231" y="1595601"/>
                  <a:ext cx="102159" cy="99017"/>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80" name="Google Shape;4780;p57"/>
                <p:cNvGrpSpPr/>
                <p:nvPr/>
              </p:nvGrpSpPr>
              <p:grpSpPr>
                <a:xfrm>
                  <a:off x="1616453" y="1474292"/>
                  <a:ext cx="300253" cy="341643"/>
                  <a:chOff x="1616453" y="1475379"/>
                  <a:chExt cx="300253" cy="341643"/>
                </a:xfrm>
              </p:grpSpPr>
              <p:sp>
                <p:nvSpPr>
                  <p:cNvPr id="4781" name="Google Shape;4781;p57"/>
                  <p:cNvSpPr/>
                  <p:nvPr/>
                </p:nvSpPr>
                <p:spPr>
                  <a:xfrm>
                    <a:off x="1631387" y="1645136"/>
                    <a:ext cx="85283" cy="74624"/>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2" name="Google Shape;4782;p57"/>
                  <p:cNvSpPr/>
                  <p:nvPr/>
                </p:nvSpPr>
                <p:spPr>
                  <a:xfrm>
                    <a:off x="1716447" y="1509882"/>
                    <a:ext cx="82400" cy="61302"/>
                  </a:xfrm>
                  <a:custGeom>
                    <a:avLst/>
                    <a:gdLst/>
                    <a:ahLst/>
                    <a:cxnLst/>
                    <a:rect l="l" t="t" r="r" b="b"/>
                    <a:pathLst>
                      <a:path w="12377" h="9208" fill="none" extrusionOk="0">
                        <a:moveTo>
                          <a:pt x="1" y="9207"/>
                        </a:moveTo>
                        <a:cubicBezTo>
                          <a:pt x="1635" y="3870"/>
                          <a:pt x="6539" y="1"/>
                          <a:pt x="12376"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3" name="Google Shape;4783;p57"/>
                  <p:cNvSpPr/>
                  <p:nvPr/>
                </p:nvSpPr>
                <p:spPr>
                  <a:xfrm>
                    <a:off x="1716447" y="1719091"/>
                    <a:ext cx="82400" cy="61076"/>
                  </a:xfrm>
                  <a:custGeom>
                    <a:avLst/>
                    <a:gdLst/>
                    <a:ahLst/>
                    <a:cxnLst/>
                    <a:rect l="l" t="t" r="r" b="b"/>
                    <a:pathLst>
                      <a:path w="12377" h="9174" fill="none" extrusionOk="0">
                        <a:moveTo>
                          <a:pt x="1" y="0"/>
                        </a:moveTo>
                        <a:cubicBezTo>
                          <a:pt x="1635" y="5304"/>
                          <a:pt x="6539" y="9173"/>
                          <a:pt x="12376" y="9173"/>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4" name="Google Shape;4784;p57"/>
                  <p:cNvSpPr/>
                  <p:nvPr/>
                </p:nvSpPr>
                <p:spPr>
                  <a:xfrm>
                    <a:off x="1631387" y="1570955"/>
                    <a:ext cx="85283" cy="74185"/>
                  </a:xfrm>
                  <a:custGeom>
                    <a:avLst/>
                    <a:gdLst/>
                    <a:ahLst/>
                    <a:cxnLst/>
                    <a:rect l="l" t="t" r="r" b="b"/>
                    <a:pathLst>
                      <a:path w="12810" h="11143" fill="none" extrusionOk="0">
                        <a:moveTo>
                          <a:pt x="1" y="11142"/>
                        </a:moveTo>
                        <a:cubicBezTo>
                          <a:pt x="6539" y="11142"/>
                          <a:pt x="10275" y="7106"/>
                          <a:pt x="12810"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5" name="Google Shape;4785;p57"/>
                  <p:cNvSpPr/>
                  <p:nvPr/>
                </p:nvSpPr>
                <p:spPr>
                  <a:xfrm>
                    <a:off x="1616453" y="1624776"/>
                    <a:ext cx="42868" cy="40717"/>
                  </a:xfrm>
                  <a:custGeom>
                    <a:avLst/>
                    <a:gdLst/>
                    <a:ahLst/>
                    <a:cxnLst/>
                    <a:rect l="l" t="t" r="r" b="b"/>
                    <a:pathLst>
                      <a:path w="6439" h="6116" extrusionOk="0">
                        <a:moveTo>
                          <a:pt x="3199" y="1"/>
                        </a:moveTo>
                        <a:cubicBezTo>
                          <a:pt x="3079" y="1"/>
                          <a:pt x="2958" y="8"/>
                          <a:pt x="2835" y="23"/>
                        </a:cubicBezTo>
                        <a:cubicBezTo>
                          <a:pt x="1168" y="256"/>
                          <a:pt x="0" y="1757"/>
                          <a:pt x="200" y="3425"/>
                        </a:cubicBezTo>
                        <a:cubicBezTo>
                          <a:pt x="386" y="4971"/>
                          <a:pt x="1717" y="6115"/>
                          <a:pt x="3239" y="6115"/>
                        </a:cubicBezTo>
                        <a:cubicBezTo>
                          <a:pt x="3359" y="6115"/>
                          <a:pt x="3481" y="6108"/>
                          <a:pt x="3603" y="6094"/>
                        </a:cubicBezTo>
                        <a:cubicBezTo>
                          <a:pt x="5271" y="5860"/>
                          <a:pt x="6438" y="4359"/>
                          <a:pt x="6238" y="2691"/>
                        </a:cubicBezTo>
                        <a:cubicBezTo>
                          <a:pt x="6052" y="1145"/>
                          <a:pt x="4721" y="1"/>
                          <a:pt x="319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6" name="Google Shape;4786;p57"/>
                  <p:cNvSpPr/>
                  <p:nvPr/>
                </p:nvSpPr>
                <p:spPr>
                  <a:xfrm>
                    <a:off x="1784849" y="1760975"/>
                    <a:ext cx="28654" cy="38467"/>
                  </a:xfrm>
                  <a:custGeom>
                    <a:avLst/>
                    <a:gdLst/>
                    <a:ahLst/>
                    <a:cxnLst/>
                    <a:rect l="l" t="t" r="r" b="b"/>
                    <a:pathLst>
                      <a:path w="4304" h="5778" extrusionOk="0">
                        <a:moveTo>
                          <a:pt x="489" y="0"/>
                        </a:moveTo>
                        <a:cubicBezTo>
                          <a:pt x="234" y="0"/>
                          <a:pt x="1" y="207"/>
                          <a:pt x="1" y="514"/>
                        </a:cubicBezTo>
                        <a:lnTo>
                          <a:pt x="1" y="5284"/>
                        </a:lnTo>
                        <a:cubicBezTo>
                          <a:pt x="1" y="5575"/>
                          <a:pt x="229" y="5777"/>
                          <a:pt x="482" y="5777"/>
                        </a:cubicBezTo>
                        <a:cubicBezTo>
                          <a:pt x="577" y="5777"/>
                          <a:pt x="676" y="5748"/>
                          <a:pt x="768" y="5684"/>
                        </a:cubicBezTo>
                        <a:lnTo>
                          <a:pt x="4037" y="3383"/>
                        </a:lnTo>
                        <a:cubicBezTo>
                          <a:pt x="4304" y="3183"/>
                          <a:pt x="4304" y="2782"/>
                          <a:pt x="4037" y="2582"/>
                        </a:cubicBezTo>
                        <a:lnTo>
                          <a:pt x="801" y="114"/>
                        </a:lnTo>
                        <a:cubicBezTo>
                          <a:pt x="704" y="36"/>
                          <a:pt x="595" y="0"/>
                          <a:pt x="48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7" name="Google Shape;4787;p57"/>
                  <p:cNvSpPr/>
                  <p:nvPr/>
                </p:nvSpPr>
                <p:spPr>
                  <a:xfrm>
                    <a:off x="1784849" y="1490834"/>
                    <a:ext cx="28654" cy="38327"/>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37" y="3395"/>
                        </a:lnTo>
                        <a:cubicBezTo>
                          <a:pt x="4304" y="3195"/>
                          <a:pt x="4304" y="2795"/>
                          <a:pt x="4037" y="2561"/>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88" name="Google Shape;4788;p57"/>
                  <p:cNvGrpSpPr/>
                  <p:nvPr/>
                </p:nvGrpSpPr>
                <p:grpSpPr>
                  <a:xfrm>
                    <a:off x="1839639" y="1475379"/>
                    <a:ext cx="77067" cy="341643"/>
                    <a:chOff x="1839639" y="1475379"/>
                    <a:chExt cx="77067" cy="341643"/>
                  </a:xfrm>
                </p:grpSpPr>
                <p:sp>
                  <p:nvSpPr>
                    <p:cNvPr id="4789" name="Google Shape;4789;p57"/>
                    <p:cNvSpPr/>
                    <p:nvPr/>
                  </p:nvSpPr>
                  <p:spPr>
                    <a:xfrm>
                      <a:off x="1839639" y="1745481"/>
                      <a:ext cx="77067" cy="71541"/>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0" name="Google Shape;4790;p57"/>
                    <p:cNvSpPr/>
                    <p:nvPr/>
                  </p:nvSpPr>
                  <p:spPr>
                    <a:xfrm>
                      <a:off x="1839639" y="1475379"/>
                      <a:ext cx="77067" cy="71595"/>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4791" name="Google Shape;4791;p57"/>
              <p:cNvGrpSpPr/>
              <p:nvPr/>
            </p:nvGrpSpPr>
            <p:grpSpPr>
              <a:xfrm>
                <a:off x="1398451" y="2012951"/>
                <a:ext cx="518255" cy="340828"/>
                <a:chOff x="1398451" y="2012951"/>
                <a:chExt cx="518255" cy="340828"/>
              </a:xfrm>
            </p:grpSpPr>
            <p:sp>
              <p:nvSpPr>
                <p:cNvPr id="4792" name="Google Shape;4792;p57"/>
                <p:cNvSpPr/>
                <p:nvPr/>
              </p:nvSpPr>
              <p:spPr>
                <a:xfrm>
                  <a:off x="1398451" y="2133928"/>
                  <a:ext cx="102166" cy="99017"/>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93" name="Google Shape;4793;p57"/>
                <p:cNvGrpSpPr/>
                <p:nvPr/>
              </p:nvGrpSpPr>
              <p:grpSpPr>
                <a:xfrm>
                  <a:off x="1616453" y="2012951"/>
                  <a:ext cx="300253" cy="340828"/>
                  <a:chOff x="1616453" y="2013538"/>
                  <a:chExt cx="300253" cy="340828"/>
                </a:xfrm>
              </p:grpSpPr>
              <p:sp>
                <p:nvSpPr>
                  <p:cNvPr id="4794" name="Google Shape;4794;p57"/>
                  <p:cNvSpPr/>
                  <p:nvPr/>
                </p:nvSpPr>
                <p:spPr>
                  <a:xfrm>
                    <a:off x="1631387" y="2183474"/>
                    <a:ext cx="85283" cy="74624"/>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5" name="Google Shape;4795;p57"/>
                  <p:cNvSpPr/>
                  <p:nvPr/>
                </p:nvSpPr>
                <p:spPr>
                  <a:xfrm>
                    <a:off x="1716447" y="2048220"/>
                    <a:ext cx="82400" cy="61076"/>
                  </a:xfrm>
                  <a:custGeom>
                    <a:avLst/>
                    <a:gdLst/>
                    <a:ahLst/>
                    <a:cxnLst/>
                    <a:rect l="l" t="t" r="r" b="b"/>
                    <a:pathLst>
                      <a:path w="12377" h="9174" fill="none" extrusionOk="0">
                        <a:moveTo>
                          <a:pt x="1" y="9174"/>
                        </a:moveTo>
                        <a:cubicBezTo>
                          <a:pt x="1635" y="3870"/>
                          <a:pt x="6539" y="0"/>
                          <a:pt x="12376"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6" name="Google Shape;4796;p57"/>
                  <p:cNvSpPr/>
                  <p:nvPr/>
                </p:nvSpPr>
                <p:spPr>
                  <a:xfrm>
                    <a:off x="1716447" y="2257422"/>
                    <a:ext cx="82400" cy="61083"/>
                  </a:xfrm>
                  <a:custGeom>
                    <a:avLst/>
                    <a:gdLst/>
                    <a:ahLst/>
                    <a:cxnLst/>
                    <a:rect l="l" t="t" r="r" b="b"/>
                    <a:pathLst>
                      <a:path w="12377" h="9175" fill="none" extrusionOk="0">
                        <a:moveTo>
                          <a:pt x="1" y="1"/>
                        </a:moveTo>
                        <a:cubicBezTo>
                          <a:pt x="1635" y="5305"/>
                          <a:pt x="6539" y="9174"/>
                          <a:pt x="12376" y="9174"/>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7" name="Google Shape;4797;p57"/>
                  <p:cNvSpPr/>
                  <p:nvPr/>
                </p:nvSpPr>
                <p:spPr>
                  <a:xfrm>
                    <a:off x="1631387" y="2109073"/>
                    <a:ext cx="85283" cy="74398"/>
                  </a:xfrm>
                  <a:custGeom>
                    <a:avLst/>
                    <a:gdLst/>
                    <a:ahLst/>
                    <a:cxnLst/>
                    <a:rect l="l" t="t" r="r" b="b"/>
                    <a:pathLst>
                      <a:path w="12810" h="11175" fill="none" extrusionOk="0">
                        <a:moveTo>
                          <a:pt x="1" y="11175"/>
                        </a:moveTo>
                        <a:cubicBezTo>
                          <a:pt x="6539" y="11175"/>
                          <a:pt x="10275" y="7105"/>
                          <a:pt x="12810"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8" name="Google Shape;4798;p57"/>
                  <p:cNvSpPr/>
                  <p:nvPr/>
                </p:nvSpPr>
                <p:spPr>
                  <a:xfrm>
                    <a:off x="1616453" y="2163114"/>
                    <a:ext cx="42868" cy="40491"/>
                  </a:xfrm>
                  <a:custGeom>
                    <a:avLst/>
                    <a:gdLst/>
                    <a:ahLst/>
                    <a:cxnLst/>
                    <a:rect l="l" t="t" r="r" b="b"/>
                    <a:pathLst>
                      <a:path w="6439" h="6082" extrusionOk="0">
                        <a:moveTo>
                          <a:pt x="3241" y="0"/>
                        </a:moveTo>
                        <a:cubicBezTo>
                          <a:pt x="3118" y="0"/>
                          <a:pt x="2994" y="8"/>
                          <a:pt x="2869" y="23"/>
                        </a:cubicBezTo>
                        <a:cubicBezTo>
                          <a:pt x="1168" y="223"/>
                          <a:pt x="0" y="1724"/>
                          <a:pt x="200" y="3392"/>
                        </a:cubicBezTo>
                        <a:cubicBezTo>
                          <a:pt x="386" y="4937"/>
                          <a:pt x="1717" y="6082"/>
                          <a:pt x="3239" y="6082"/>
                        </a:cubicBezTo>
                        <a:cubicBezTo>
                          <a:pt x="3359" y="6082"/>
                          <a:pt x="3481" y="6075"/>
                          <a:pt x="3603" y="6060"/>
                        </a:cubicBezTo>
                        <a:cubicBezTo>
                          <a:pt x="5271" y="5860"/>
                          <a:pt x="6438" y="4326"/>
                          <a:pt x="6238" y="2658"/>
                        </a:cubicBezTo>
                        <a:cubicBezTo>
                          <a:pt x="6053" y="1115"/>
                          <a:pt x="4754" y="0"/>
                          <a:pt x="32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9" name="Google Shape;4799;p57"/>
                  <p:cNvSpPr/>
                  <p:nvPr/>
                </p:nvSpPr>
                <p:spPr>
                  <a:xfrm>
                    <a:off x="1784849" y="2299227"/>
                    <a:ext cx="28654" cy="38514"/>
                  </a:xfrm>
                  <a:custGeom>
                    <a:avLst/>
                    <a:gdLst/>
                    <a:ahLst/>
                    <a:cxnLst/>
                    <a:rect l="l" t="t" r="r" b="b"/>
                    <a:pathLst>
                      <a:path w="4304" h="5785" extrusionOk="0">
                        <a:moveTo>
                          <a:pt x="509" y="0"/>
                        </a:moveTo>
                        <a:cubicBezTo>
                          <a:pt x="247" y="0"/>
                          <a:pt x="1" y="203"/>
                          <a:pt x="1" y="493"/>
                        </a:cubicBezTo>
                        <a:lnTo>
                          <a:pt x="1" y="5264"/>
                        </a:lnTo>
                        <a:cubicBezTo>
                          <a:pt x="1" y="5561"/>
                          <a:pt x="240" y="5784"/>
                          <a:pt x="499" y="5784"/>
                        </a:cubicBezTo>
                        <a:cubicBezTo>
                          <a:pt x="589" y="5784"/>
                          <a:pt x="682" y="5757"/>
                          <a:pt x="768" y="5697"/>
                        </a:cubicBezTo>
                        <a:lnTo>
                          <a:pt x="4037" y="3396"/>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0" name="Google Shape;4800;p57"/>
                  <p:cNvSpPr/>
                  <p:nvPr/>
                </p:nvSpPr>
                <p:spPr>
                  <a:xfrm>
                    <a:off x="1784849" y="2028946"/>
                    <a:ext cx="28654" cy="38547"/>
                  </a:xfrm>
                  <a:custGeom>
                    <a:avLst/>
                    <a:gdLst/>
                    <a:ahLst/>
                    <a:cxnLst/>
                    <a:rect l="l" t="t" r="r" b="b"/>
                    <a:pathLst>
                      <a:path w="4304" h="5790" extrusionOk="0">
                        <a:moveTo>
                          <a:pt x="509" y="1"/>
                        </a:moveTo>
                        <a:cubicBezTo>
                          <a:pt x="247" y="1"/>
                          <a:pt x="1" y="203"/>
                          <a:pt x="1" y="494"/>
                        </a:cubicBezTo>
                        <a:lnTo>
                          <a:pt x="1" y="5264"/>
                        </a:lnTo>
                        <a:cubicBezTo>
                          <a:pt x="1" y="5580"/>
                          <a:pt x="231" y="5790"/>
                          <a:pt x="485" y="5790"/>
                        </a:cubicBezTo>
                        <a:cubicBezTo>
                          <a:pt x="580" y="5790"/>
                          <a:pt x="677" y="5761"/>
                          <a:pt x="768" y="5697"/>
                        </a:cubicBezTo>
                        <a:lnTo>
                          <a:pt x="4037" y="3396"/>
                        </a:lnTo>
                        <a:cubicBezTo>
                          <a:pt x="4304" y="3196"/>
                          <a:pt x="4304" y="2795"/>
                          <a:pt x="4037" y="2595"/>
                        </a:cubicBezTo>
                        <a:lnTo>
                          <a:pt x="801" y="93"/>
                        </a:lnTo>
                        <a:cubicBezTo>
                          <a:pt x="710" y="29"/>
                          <a:pt x="608" y="1"/>
                          <a:pt x="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801" name="Google Shape;4801;p57"/>
                  <p:cNvGrpSpPr/>
                  <p:nvPr/>
                </p:nvGrpSpPr>
                <p:grpSpPr>
                  <a:xfrm>
                    <a:off x="1839639" y="2013538"/>
                    <a:ext cx="77067" cy="340828"/>
                    <a:chOff x="1839639" y="2013538"/>
                    <a:chExt cx="77067" cy="340828"/>
                  </a:xfrm>
                </p:grpSpPr>
                <p:sp>
                  <p:nvSpPr>
                    <p:cNvPr id="4802" name="Google Shape;4802;p57"/>
                    <p:cNvSpPr/>
                    <p:nvPr/>
                  </p:nvSpPr>
                  <p:spPr>
                    <a:xfrm>
                      <a:off x="1839639" y="2282618"/>
                      <a:ext cx="77067" cy="71748"/>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3" name="Google Shape;4803;p57"/>
                    <p:cNvSpPr/>
                    <p:nvPr/>
                  </p:nvSpPr>
                  <p:spPr>
                    <a:xfrm>
                      <a:off x="1839639" y="2013538"/>
                      <a:ext cx="77067" cy="71588"/>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grpSp>
        <p:nvGrpSpPr>
          <p:cNvPr id="4804" name="Google Shape;4804;p57"/>
          <p:cNvGrpSpPr/>
          <p:nvPr/>
        </p:nvGrpSpPr>
        <p:grpSpPr>
          <a:xfrm>
            <a:off x="721126" y="3399508"/>
            <a:ext cx="1368681" cy="682918"/>
            <a:chOff x="724986" y="3605478"/>
            <a:chExt cx="1368681" cy="682918"/>
          </a:xfrm>
        </p:grpSpPr>
        <p:grpSp>
          <p:nvGrpSpPr>
            <p:cNvPr id="4805" name="Google Shape;4805;p57"/>
            <p:cNvGrpSpPr/>
            <p:nvPr/>
          </p:nvGrpSpPr>
          <p:grpSpPr>
            <a:xfrm>
              <a:off x="1289102" y="3823629"/>
              <a:ext cx="240442" cy="250435"/>
              <a:chOff x="-165066" y="3843615"/>
              <a:chExt cx="221259" cy="230455"/>
            </a:xfrm>
          </p:grpSpPr>
          <p:sp>
            <p:nvSpPr>
              <p:cNvPr id="4806" name="Google Shape;4806;p57"/>
              <p:cNvSpPr/>
              <p:nvPr/>
            </p:nvSpPr>
            <p:spPr>
              <a:xfrm>
                <a:off x="-165066" y="3843615"/>
                <a:ext cx="106189" cy="230455"/>
              </a:xfrm>
              <a:custGeom>
                <a:avLst/>
                <a:gdLst/>
                <a:ahLst/>
                <a:cxnLst/>
                <a:rect l="l" t="t" r="r" b="b"/>
                <a:pathLst>
                  <a:path w="9076" h="19697" extrusionOk="0">
                    <a:moveTo>
                      <a:pt x="7950" y="0"/>
                    </a:moveTo>
                    <a:cubicBezTo>
                      <a:pt x="7325" y="0"/>
                      <a:pt x="7031" y="353"/>
                      <a:pt x="6905" y="861"/>
                    </a:cubicBezTo>
                    <a:cubicBezTo>
                      <a:pt x="6789" y="843"/>
                      <a:pt x="6673" y="834"/>
                      <a:pt x="6560" y="834"/>
                    </a:cubicBezTo>
                    <a:cubicBezTo>
                      <a:pt x="5374" y="834"/>
                      <a:pt x="4369" y="1804"/>
                      <a:pt x="4378" y="3035"/>
                    </a:cubicBezTo>
                    <a:cubicBezTo>
                      <a:pt x="4378" y="3093"/>
                      <a:pt x="4384" y="3152"/>
                      <a:pt x="4388" y="3210"/>
                    </a:cubicBezTo>
                    <a:cubicBezTo>
                      <a:pt x="4095" y="3091"/>
                      <a:pt x="3789" y="3034"/>
                      <a:pt x="3486" y="3034"/>
                    </a:cubicBezTo>
                    <a:cubicBezTo>
                      <a:pt x="2814" y="3034"/>
                      <a:pt x="2155" y="3317"/>
                      <a:pt x="1689" y="3841"/>
                    </a:cubicBezTo>
                    <a:cubicBezTo>
                      <a:pt x="1013" y="4601"/>
                      <a:pt x="893" y="5704"/>
                      <a:pt x="1385" y="6594"/>
                    </a:cubicBezTo>
                    <a:cubicBezTo>
                      <a:pt x="0" y="7697"/>
                      <a:pt x="117" y="9839"/>
                      <a:pt x="1618" y="10780"/>
                    </a:cubicBezTo>
                    <a:cubicBezTo>
                      <a:pt x="664" y="11961"/>
                      <a:pt x="1036" y="13721"/>
                      <a:pt x="2388" y="14417"/>
                    </a:cubicBezTo>
                    <a:cubicBezTo>
                      <a:pt x="2375" y="14508"/>
                      <a:pt x="2372" y="14595"/>
                      <a:pt x="2372" y="14685"/>
                    </a:cubicBezTo>
                    <a:cubicBezTo>
                      <a:pt x="2372" y="15776"/>
                      <a:pt x="3106" y="16727"/>
                      <a:pt x="4161" y="17002"/>
                    </a:cubicBezTo>
                    <a:cubicBezTo>
                      <a:pt x="4473" y="17901"/>
                      <a:pt x="5317" y="18472"/>
                      <a:pt x="6226" y="18472"/>
                    </a:cubicBezTo>
                    <a:cubicBezTo>
                      <a:pt x="6429" y="18472"/>
                      <a:pt x="6635" y="18443"/>
                      <a:pt x="6840" y="18383"/>
                    </a:cubicBezTo>
                    <a:cubicBezTo>
                      <a:pt x="6888" y="19128"/>
                      <a:pt x="7157" y="19697"/>
                      <a:pt x="7953" y="19697"/>
                    </a:cubicBezTo>
                    <a:cubicBezTo>
                      <a:pt x="9074" y="19697"/>
                      <a:pt x="9059" y="18730"/>
                      <a:pt x="9075" y="18730"/>
                    </a:cubicBezTo>
                    <a:cubicBezTo>
                      <a:pt x="9075" y="18730"/>
                      <a:pt x="9075" y="18730"/>
                      <a:pt x="9075" y="18730"/>
                    </a:cubicBezTo>
                    <a:cubicBezTo>
                      <a:pt x="9072" y="18726"/>
                      <a:pt x="9046" y="1055"/>
                      <a:pt x="9033" y="1055"/>
                    </a:cubicBezTo>
                    <a:cubicBezTo>
                      <a:pt x="9033" y="1055"/>
                      <a:pt x="9033" y="1055"/>
                      <a:pt x="9033" y="1055"/>
                    </a:cubicBezTo>
                    <a:cubicBezTo>
                      <a:pt x="9014" y="919"/>
                      <a:pt x="8982" y="790"/>
                      <a:pt x="8936" y="660"/>
                    </a:cubicBezTo>
                    <a:cubicBezTo>
                      <a:pt x="8784" y="259"/>
                      <a:pt x="8490" y="0"/>
                      <a:pt x="7950"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7" name="Google Shape;4807;p57"/>
              <p:cNvSpPr/>
              <p:nvPr/>
            </p:nvSpPr>
            <p:spPr>
              <a:xfrm>
                <a:off x="-100985" y="3906105"/>
                <a:ext cx="41804" cy="52708"/>
              </a:xfrm>
              <a:custGeom>
                <a:avLst/>
                <a:gdLst/>
                <a:ahLst/>
                <a:cxnLst/>
                <a:rect l="l" t="t" r="r" b="b"/>
                <a:pathLst>
                  <a:path w="3573" h="4505" fill="none" extrusionOk="0">
                    <a:moveTo>
                      <a:pt x="3573" y="1"/>
                    </a:moveTo>
                    <a:cubicBezTo>
                      <a:pt x="3573" y="1"/>
                      <a:pt x="1" y="221"/>
                      <a:pt x="997" y="4504"/>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8" name="Google Shape;4808;p57"/>
              <p:cNvSpPr/>
              <p:nvPr/>
            </p:nvSpPr>
            <p:spPr>
              <a:xfrm>
                <a:off x="-86594" y="3875146"/>
                <a:ext cx="27296" cy="25717"/>
              </a:xfrm>
              <a:custGeom>
                <a:avLst/>
                <a:gdLst/>
                <a:ahLst/>
                <a:cxnLst/>
                <a:rect l="l" t="t" r="r" b="b"/>
                <a:pathLst>
                  <a:path w="2333" h="2198" fill="none" extrusionOk="0">
                    <a:moveTo>
                      <a:pt x="0" y="696"/>
                    </a:moveTo>
                    <a:cubicBezTo>
                      <a:pt x="0" y="696"/>
                      <a:pt x="2333" y="0"/>
                      <a:pt x="2333" y="219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9" name="Google Shape;4809;p57"/>
              <p:cNvSpPr/>
              <p:nvPr/>
            </p:nvSpPr>
            <p:spPr>
              <a:xfrm>
                <a:off x="-113855" y="3879078"/>
                <a:ext cx="8986" cy="21785"/>
              </a:xfrm>
              <a:custGeom>
                <a:avLst/>
                <a:gdLst/>
                <a:ahLst/>
                <a:cxnLst/>
                <a:rect l="l" t="t" r="r" b="b"/>
                <a:pathLst>
                  <a:path w="768" h="1862" fill="none" extrusionOk="0">
                    <a:moveTo>
                      <a:pt x="1" y="1"/>
                    </a:moveTo>
                    <a:cubicBezTo>
                      <a:pt x="1" y="1"/>
                      <a:pt x="1" y="1056"/>
                      <a:pt x="768" y="186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0" name="Google Shape;4810;p57"/>
              <p:cNvSpPr/>
              <p:nvPr/>
            </p:nvSpPr>
            <p:spPr>
              <a:xfrm>
                <a:off x="-148861" y="3908679"/>
                <a:ext cx="53340" cy="15538"/>
              </a:xfrm>
              <a:custGeom>
                <a:avLst/>
                <a:gdLst/>
                <a:ahLst/>
                <a:cxnLst/>
                <a:rect l="l" t="t" r="r" b="b"/>
                <a:pathLst>
                  <a:path w="4559" h="1328" fill="none" extrusionOk="0">
                    <a:moveTo>
                      <a:pt x="0" y="1030"/>
                    </a:moveTo>
                    <a:cubicBezTo>
                      <a:pt x="1301" y="1"/>
                      <a:pt x="2559" y="1327"/>
                      <a:pt x="2559" y="1327"/>
                    </a:cubicBezTo>
                    <a:cubicBezTo>
                      <a:pt x="2559" y="1327"/>
                      <a:pt x="2828" y="150"/>
                      <a:pt x="4559" y="642"/>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1" name="Google Shape;4811;p57"/>
              <p:cNvSpPr/>
              <p:nvPr/>
            </p:nvSpPr>
            <p:spPr>
              <a:xfrm>
                <a:off x="-137430" y="3963493"/>
                <a:ext cx="28092" cy="51948"/>
              </a:xfrm>
              <a:custGeom>
                <a:avLst/>
                <a:gdLst/>
                <a:ahLst/>
                <a:cxnLst/>
                <a:rect l="l" t="t" r="r" b="b"/>
                <a:pathLst>
                  <a:path w="2401" h="4440" fill="none" extrusionOk="0">
                    <a:moveTo>
                      <a:pt x="10" y="4439"/>
                    </a:moveTo>
                    <a:cubicBezTo>
                      <a:pt x="10" y="4439"/>
                      <a:pt x="0" y="2220"/>
                      <a:pt x="1718" y="2437"/>
                    </a:cubicBezTo>
                    <a:cubicBezTo>
                      <a:pt x="1718" y="2437"/>
                      <a:pt x="828" y="1217"/>
                      <a:pt x="2401" y="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2" name="Google Shape;4812;p57"/>
              <p:cNvSpPr/>
              <p:nvPr/>
            </p:nvSpPr>
            <p:spPr>
              <a:xfrm>
                <a:off x="-122021" y="4015429"/>
                <a:ext cx="12461" cy="32374"/>
              </a:xfrm>
              <a:custGeom>
                <a:avLst/>
                <a:gdLst/>
                <a:ahLst/>
                <a:cxnLst/>
                <a:rect l="l" t="t" r="r" b="b"/>
                <a:pathLst>
                  <a:path w="1065" h="2767" fill="none" extrusionOk="0">
                    <a:moveTo>
                      <a:pt x="1064" y="0"/>
                    </a:moveTo>
                    <a:cubicBezTo>
                      <a:pt x="1064" y="0"/>
                      <a:pt x="0" y="1146"/>
                      <a:pt x="702" y="276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3" name="Google Shape;4813;p57"/>
              <p:cNvSpPr/>
              <p:nvPr/>
            </p:nvSpPr>
            <p:spPr>
              <a:xfrm>
                <a:off x="-95533" y="4013124"/>
                <a:ext cx="36235" cy="21739"/>
              </a:xfrm>
              <a:custGeom>
                <a:avLst/>
                <a:gdLst/>
                <a:ahLst/>
                <a:cxnLst/>
                <a:rect l="l" t="t" r="r" b="b"/>
                <a:pathLst>
                  <a:path w="3097" h="1858" fill="none" extrusionOk="0">
                    <a:moveTo>
                      <a:pt x="3097" y="197"/>
                    </a:moveTo>
                    <a:cubicBezTo>
                      <a:pt x="1463" y="0"/>
                      <a:pt x="764" y="1579"/>
                      <a:pt x="764" y="1579"/>
                    </a:cubicBezTo>
                    <a:cubicBezTo>
                      <a:pt x="764" y="1579"/>
                      <a:pt x="334" y="1391"/>
                      <a:pt x="1" y="185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4" name="Google Shape;4814;p57"/>
              <p:cNvSpPr/>
              <p:nvPr/>
            </p:nvSpPr>
            <p:spPr>
              <a:xfrm>
                <a:off x="-123355" y="3941357"/>
                <a:ext cx="32000" cy="17913"/>
              </a:xfrm>
              <a:custGeom>
                <a:avLst/>
                <a:gdLst/>
                <a:ahLst/>
                <a:cxnLst/>
                <a:rect l="l" t="t" r="r" b="b"/>
                <a:pathLst>
                  <a:path w="2735" h="1531" fill="none" extrusionOk="0">
                    <a:moveTo>
                      <a:pt x="2735" y="0"/>
                    </a:moveTo>
                    <a:cubicBezTo>
                      <a:pt x="2735" y="0"/>
                      <a:pt x="1085" y="1530"/>
                      <a:pt x="1" y="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5" name="Google Shape;4815;p57"/>
              <p:cNvSpPr/>
              <p:nvPr/>
            </p:nvSpPr>
            <p:spPr>
              <a:xfrm>
                <a:off x="-91367" y="3973672"/>
                <a:ext cx="32070" cy="15807"/>
              </a:xfrm>
              <a:custGeom>
                <a:avLst/>
                <a:gdLst/>
                <a:ahLst/>
                <a:cxnLst/>
                <a:rect l="l" t="t" r="r" b="b"/>
                <a:pathLst>
                  <a:path w="2741" h="1351" fill="none" extrusionOk="0">
                    <a:moveTo>
                      <a:pt x="1" y="434"/>
                    </a:moveTo>
                    <a:cubicBezTo>
                      <a:pt x="1" y="434"/>
                      <a:pt x="1709" y="1"/>
                      <a:pt x="2741" y="135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6" name="Google Shape;4816;p57"/>
              <p:cNvSpPr/>
              <p:nvPr/>
            </p:nvSpPr>
            <p:spPr>
              <a:xfrm>
                <a:off x="-49996" y="3843615"/>
                <a:ext cx="106189" cy="230455"/>
              </a:xfrm>
              <a:custGeom>
                <a:avLst/>
                <a:gdLst/>
                <a:ahLst/>
                <a:cxnLst/>
                <a:rect l="l" t="t" r="r" b="b"/>
                <a:pathLst>
                  <a:path w="9076" h="19697" extrusionOk="0">
                    <a:moveTo>
                      <a:pt x="1127" y="0"/>
                    </a:moveTo>
                    <a:cubicBezTo>
                      <a:pt x="586" y="0"/>
                      <a:pt x="292" y="259"/>
                      <a:pt x="140" y="660"/>
                    </a:cubicBezTo>
                    <a:cubicBezTo>
                      <a:pt x="95" y="790"/>
                      <a:pt x="62" y="919"/>
                      <a:pt x="43" y="1055"/>
                    </a:cubicBezTo>
                    <a:cubicBezTo>
                      <a:pt x="43" y="1055"/>
                      <a:pt x="43" y="1055"/>
                      <a:pt x="43" y="1055"/>
                    </a:cubicBezTo>
                    <a:cubicBezTo>
                      <a:pt x="30" y="1055"/>
                      <a:pt x="4" y="18726"/>
                      <a:pt x="1" y="18730"/>
                    </a:cubicBezTo>
                    <a:cubicBezTo>
                      <a:pt x="1" y="18730"/>
                      <a:pt x="1" y="18730"/>
                      <a:pt x="1" y="18730"/>
                    </a:cubicBezTo>
                    <a:cubicBezTo>
                      <a:pt x="17" y="18730"/>
                      <a:pt x="3" y="19697"/>
                      <a:pt x="1123" y="19697"/>
                    </a:cubicBezTo>
                    <a:cubicBezTo>
                      <a:pt x="1919" y="19697"/>
                      <a:pt x="2188" y="19128"/>
                      <a:pt x="2236" y="18383"/>
                    </a:cubicBezTo>
                    <a:cubicBezTo>
                      <a:pt x="2441" y="18443"/>
                      <a:pt x="2647" y="18472"/>
                      <a:pt x="2850" y="18472"/>
                    </a:cubicBezTo>
                    <a:cubicBezTo>
                      <a:pt x="3758" y="18472"/>
                      <a:pt x="4600" y="17901"/>
                      <a:pt x="4915" y="17002"/>
                    </a:cubicBezTo>
                    <a:cubicBezTo>
                      <a:pt x="5970" y="16727"/>
                      <a:pt x="6704" y="15776"/>
                      <a:pt x="6704" y="14685"/>
                    </a:cubicBezTo>
                    <a:cubicBezTo>
                      <a:pt x="6704" y="14595"/>
                      <a:pt x="6698" y="14508"/>
                      <a:pt x="6688" y="14417"/>
                    </a:cubicBezTo>
                    <a:cubicBezTo>
                      <a:pt x="8040" y="13725"/>
                      <a:pt x="8412" y="11961"/>
                      <a:pt x="7458" y="10780"/>
                    </a:cubicBezTo>
                    <a:cubicBezTo>
                      <a:pt x="8956" y="9839"/>
                      <a:pt x="9076" y="7697"/>
                      <a:pt x="7691" y="6594"/>
                    </a:cubicBezTo>
                    <a:cubicBezTo>
                      <a:pt x="8183" y="5704"/>
                      <a:pt x="8060" y="4601"/>
                      <a:pt x="7387" y="3841"/>
                    </a:cubicBezTo>
                    <a:cubicBezTo>
                      <a:pt x="6921" y="3315"/>
                      <a:pt x="6264" y="3033"/>
                      <a:pt x="5593" y="3033"/>
                    </a:cubicBezTo>
                    <a:cubicBezTo>
                      <a:pt x="5289" y="3033"/>
                      <a:pt x="4982" y="3091"/>
                      <a:pt x="4689" y="3210"/>
                    </a:cubicBezTo>
                    <a:cubicBezTo>
                      <a:pt x="4692" y="3152"/>
                      <a:pt x="4695" y="3093"/>
                      <a:pt x="4695" y="3035"/>
                    </a:cubicBezTo>
                    <a:cubicBezTo>
                      <a:pt x="4704" y="1804"/>
                      <a:pt x="3702" y="834"/>
                      <a:pt x="2514" y="834"/>
                    </a:cubicBezTo>
                    <a:cubicBezTo>
                      <a:pt x="2400" y="834"/>
                      <a:pt x="2285" y="843"/>
                      <a:pt x="2168" y="861"/>
                    </a:cubicBezTo>
                    <a:cubicBezTo>
                      <a:pt x="2045" y="353"/>
                      <a:pt x="1751" y="0"/>
                      <a:pt x="1127" y="0"/>
                    </a:cubicBezTo>
                    <a:close/>
                  </a:path>
                </a:pathLst>
              </a:custGeom>
              <a:solidFill>
                <a:srgbClr val="4056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7" name="Google Shape;4817;p57"/>
              <p:cNvSpPr/>
              <p:nvPr/>
            </p:nvSpPr>
            <p:spPr>
              <a:xfrm>
                <a:off x="-49692" y="3906105"/>
                <a:ext cx="41804" cy="52708"/>
              </a:xfrm>
              <a:custGeom>
                <a:avLst/>
                <a:gdLst/>
                <a:ahLst/>
                <a:cxnLst/>
                <a:rect l="l" t="t" r="r" b="b"/>
                <a:pathLst>
                  <a:path w="3573" h="4505" fill="none" extrusionOk="0">
                    <a:moveTo>
                      <a:pt x="1" y="1"/>
                    </a:moveTo>
                    <a:cubicBezTo>
                      <a:pt x="1" y="1"/>
                      <a:pt x="3572" y="221"/>
                      <a:pt x="2573" y="4504"/>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8" name="Google Shape;4818;p57"/>
              <p:cNvSpPr/>
              <p:nvPr/>
            </p:nvSpPr>
            <p:spPr>
              <a:xfrm>
                <a:off x="-49575" y="3875146"/>
                <a:ext cx="27261" cy="25717"/>
              </a:xfrm>
              <a:custGeom>
                <a:avLst/>
                <a:gdLst/>
                <a:ahLst/>
                <a:cxnLst/>
                <a:rect l="l" t="t" r="r" b="b"/>
                <a:pathLst>
                  <a:path w="2330" h="2198" fill="none" extrusionOk="0">
                    <a:moveTo>
                      <a:pt x="2330" y="696"/>
                    </a:moveTo>
                    <a:cubicBezTo>
                      <a:pt x="2330" y="696"/>
                      <a:pt x="0" y="0"/>
                      <a:pt x="0" y="219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9" name="Google Shape;4819;p57"/>
              <p:cNvSpPr/>
              <p:nvPr/>
            </p:nvSpPr>
            <p:spPr>
              <a:xfrm>
                <a:off x="-4003" y="3879078"/>
                <a:ext cx="8986" cy="21785"/>
              </a:xfrm>
              <a:custGeom>
                <a:avLst/>
                <a:gdLst/>
                <a:ahLst/>
                <a:cxnLst/>
                <a:rect l="l" t="t" r="r" b="b"/>
                <a:pathLst>
                  <a:path w="768" h="1862" fill="none" extrusionOk="0">
                    <a:moveTo>
                      <a:pt x="767" y="1"/>
                    </a:moveTo>
                    <a:cubicBezTo>
                      <a:pt x="767" y="1"/>
                      <a:pt x="767" y="1056"/>
                      <a:pt x="1" y="186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0" name="Google Shape;4820;p57"/>
              <p:cNvSpPr/>
              <p:nvPr/>
            </p:nvSpPr>
            <p:spPr>
              <a:xfrm>
                <a:off x="-13352" y="3908679"/>
                <a:ext cx="53352" cy="15538"/>
              </a:xfrm>
              <a:custGeom>
                <a:avLst/>
                <a:gdLst/>
                <a:ahLst/>
                <a:cxnLst/>
                <a:rect l="l" t="t" r="r" b="b"/>
                <a:pathLst>
                  <a:path w="4560" h="1328" fill="none" extrusionOk="0">
                    <a:moveTo>
                      <a:pt x="4559" y="1030"/>
                    </a:moveTo>
                    <a:cubicBezTo>
                      <a:pt x="3258" y="1"/>
                      <a:pt x="1997" y="1327"/>
                      <a:pt x="1997" y="1327"/>
                    </a:cubicBezTo>
                    <a:cubicBezTo>
                      <a:pt x="1997" y="1327"/>
                      <a:pt x="1731" y="150"/>
                      <a:pt x="1" y="642"/>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1" name="Google Shape;4821;p57"/>
              <p:cNvSpPr/>
              <p:nvPr/>
            </p:nvSpPr>
            <p:spPr>
              <a:xfrm>
                <a:off x="466" y="3963493"/>
                <a:ext cx="28092" cy="51948"/>
              </a:xfrm>
              <a:custGeom>
                <a:avLst/>
                <a:gdLst/>
                <a:ahLst/>
                <a:cxnLst/>
                <a:rect l="l" t="t" r="r" b="b"/>
                <a:pathLst>
                  <a:path w="2401" h="4440" fill="none" extrusionOk="0">
                    <a:moveTo>
                      <a:pt x="2391" y="4439"/>
                    </a:moveTo>
                    <a:cubicBezTo>
                      <a:pt x="2391" y="4439"/>
                      <a:pt x="2401" y="2220"/>
                      <a:pt x="683" y="2437"/>
                    </a:cubicBezTo>
                    <a:cubicBezTo>
                      <a:pt x="683" y="2437"/>
                      <a:pt x="1573" y="1217"/>
                      <a:pt x="0" y="1"/>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2" name="Google Shape;4822;p57"/>
              <p:cNvSpPr/>
              <p:nvPr/>
            </p:nvSpPr>
            <p:spPr>
              <a:xfrm>
                <a:off x="688" y="4015429"/>
                <a:ext cx="12472" cy="32374"/>
              </a:xfrm>
              <a:custGeom>
                <a:avLst/>
                <a:gdLst/>
                <a:ahLst/>
                <a:cxnLst/>
                <a:rect l="l" t="t" r="r" b="b"/>
                <a:pathLst>
                  <a:path w="1066" h="2767" fill="none" extrusionOk="0">
                    <a:moveTo>
                      <a:pt x="1" y="0"/>
                    </a:moveTo>
                    <a:cubicBezTo>
                      <a:pt x="1" y="0"/>
                      <a:pt x="1065" y="1146"/>
                      <a:pt x="363" y="276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3" name="Google Shape;4823;p57"/>
              <p:cNvSpPr/>
              <p:nvPr/>
            </p:nvSpPr>
            <p:spPr>
              <a:xfrm>
                <a:off x="-49575" y="4013124"/>
                <a:ext cx="36235" cy="21739"/>
              </a:xfrm>
              <a:custGeom>
                <a:avLst/>
                <a:gdLst/>
                <a:ahLst/>
                <a:cxnLst/>
                <a:rect l="l" t="t" r="r" b="b"/>
                <a:pathLst>
                  <a:path w="3097" h="1858" fill="none" extrusionOk="0">
                    <a:moveTo>
                      <a:pt x="0" y="197"/>
                    </a:moveTo>
                    <a:cubicBezTo>
                      <a:pt x="1631" y="0"/>
                      <a:pt x="2330" y="1579"/>
                      <a:pt x="2330" y="1579"/>
                    </a:cubicBezTo>
                    <a:cubicBezTo>
                      <a:pt x="2330" y="1579"/>
                      <a:pt x="2763" y="1391"/>
                      <a:pt x="3097" y="1857"/>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4" name="Google Shape;4824;p57"/>
              <p:cNvSpPr/>
              <p:nvPr/>
            </p:nvSpPr>
            <p:spPr>
              <a:xfrm>
                <a:off x="-17517" y="3941357"/>
                <a:ext cx="32000" cy="17913"/>
              </a:xfrm>
              <a:custGeom>
                <a:avLst/>
                <a:gdLst/>
                <a:ahLst/>
                <a:cxnLst/>
                <a:rect l="l" t="t" r="r" b="b"/>
                <a:pathLst>
                  <a:path w="2735" h="1531" fill="none" extrusionOk="0">
                    <a:moveTo>
                      <a:pt x="1" y="0"/>
                    </a:moveTo>
                    <a:cubicBezTo>
                      <a:pt x="1" y="0"/>
                      <a:pt x="1651" y="1530"/>
                      <a:pt x="2734" y="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5" name="Google Shape;4825;p57"/>
              <p:cNvSpPr/>
              <p:nvPr/>
            </p:nvSpPr>
            <p:spPr>
              <a:xfrm>
                <a:off x="-49575" y="3973672"/>
                <a:ext cx="32070" cy="15807"/>
              </a:xfrm>
              <a:custGeom>
                <a:avLst/>
                <a:gdLst/>
                <a:ahLst/>
                <a:cxnLst/>
                <a:rect l="l" t="t" r="r" b="b"/>
                <a:pathLst>
                  <a:path w="2741" h="1351" fill="none" extrusionOk="0">
                    <a:moveTo>
                      <a:pt x="2741" y="434"/>
                    </a:moveTo>
                    <a:cubicBezTo>
                      <a:pt x="2741" y="434"/>
                      <a:pt x="1032" y="1"/>
                      <a:pt x="0" y="1350"/>
                    </a:cubicBezTo>
                  </a:path>
                </a:pathLst>
              </a:custGeom>
              <a:noFill/>
              <a:ln w="800"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26" name="Google Shape;4826;p57"/>
            <p:cNvGrpSpPr/>
            <p:nvPr/>
          </p:nvGrpSpPr>
          <p:grpSpPr>
            <a:xfrm>
              <a:off x="724986" y="3605478"/>
              <a:ext cx="1368681" cy="682918"/>
              <a:chOff x="724986" y="3605478"/>
              <a:chExt cx="1368681" cy="682918"/>
            </a:xfrm>
          </p:grpSpPr>
          <p:grpSp>
            <p:nvGrpSpPr>
              <p:cNvPr id="4827" name="Google Shape;4827;p57"/>
              <p:cNvGrpSpPr/>
              <p:nvPr/>
            </p:nvGrpSpPr>
            <p:grpSpPr>
              <a:xfrm>
                <a:off x="1498221" y="4047614"/>
                <a:ext cx="529172" cy="240783"/>
                <a:chOff x="1498221" y="4047614"/>
                <a:chExt cx="529172" cy="240783"/>
              </a:xfrm>
            </p:grpSpPr>
            <p:grpSp>
              <p:nvGrpSpPr>
                <p:cNvPr id="4828" name="Google Shape;4828;p57"/>
                <p:cNvGrpSpPr/>
                <p:nvPr/>
              </p:nvGrpSpPr>
              <p:grpSpPr>
                <a:xfrm>
                  <a:off x="1826655" y="4224370"/>
                  <a:ext cx="200738" cy="25631"/>
                  <a:chOff x="1826655" y="4224370"/>
                  <a:chExt cx="200738" cy="25631"/>
                </a:xfrm>
              </p:grpSpPr>
              <p:sp>
                <p:nvSpPr>
                  <p:cNvPr id="4829" name="Google Shape;4829;p57"/>
                  <p:cNvSpPr/>
                  <p:nvPr/>
                </p:nvSpPr>
                <p:spPr>
                  <a:xfrm>
                    <a:off x="1826655" y="4238011"/>
                    <a:ext cx="175094" cy="5"/>
                  </a:xfrm>
                  <a:custGeom>
                    <a:avLst/>
                    <a:gdLst/>
                    <a:ahLst/>
                    <a:cxnLst/>
                    <a:rect l="l" t="t" r="r" b="b"/>
                    <a:pathLst>
                      <a:path w="36535" h="1" fill="none" extrusionOk="0">
                        <a:moveTo>
                          <a:pt x="1" y="0"/>
                        </a:moveTo>
                        <a:lnTo>
                          <a:pt x="36535"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0" name="Google Shape;4830;p57"/>
                  <p:cNvSpPr/>
                  <p:nvPr/>
                </p:nvSpPr>
                <p:spPr>
                  <a:xfrm>
                    <a:off x="2000728" y="4224370"/>
                    <a:ext cx="26665" cy="25631"/>
                  </a:xfrm>
                  <a:custGeom>
                    <a:avLst/>
                    <a:gdLst/>
                    <a:ahLst/>
                    <a:cxnLst/>
                    <a:rect l="l" t="t" r="r" b="b"/>
                    <a:pathLst>
                      <a:path w="5564" h="5351" extrusionOk="0">
                        <a:moveTo>
                          <a:pt x="2887" y="0"/>
                        </a:moveTo>
                        <a:cubicBezTo>
                          <a:pt x="2190" y="0"/>
                          <a:pt x="1506" y="271"/>
                          <a:pt x="996" y="783"/>
                        </a:cubicBezTo>
                        <a:cubicBezTo>
                          <a:pt x="230" y="1550"/>
                          <a:pt x="0" y="2699"/>
                          <a:pt x="416" y="3698"/>
                        </a:cubicBezTo>
                        <a:cubicBezTo>
                          <a:pt x="828" y="4698"/>
                          <a:pt x="1806" y="5351"/>
                          <a:pt x="2886" y="5351"/>
                        </a:cubicBezTo>
                        <a:cubicBezTo>
                          <a:pt x="4363" y="5351"/>
                          <a:pt x="5560" y="4150"/>
                          <a:pt x="5563" y="2677"/>
                        </a:cubicBezTo>
                        <a:cubicBezTo>
                          <a:pt x="5560" y="1593"/>
                          <a:pt x="4911" y="619"/>
                          <a:pt x="3911" y="203"/>
                        </a:cubicBezTo>
                        <a:cubicBezTo>
                          <a:pt x="3580" y="67"/>
                          <a:pt x="3232" y="0"/>
                          <a:pt x="2887"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31" name="Google Shape;4831;p57"/>
                <p:cNvGrpSpPr/>
                <p:nvPr/>
              </p:nvGrpSpPr>
              <p:grpSpPr>
                <a:xfrm>
                  <a:off x="1498221" y="4047614"/>
                  <a:ext cx="328444" cy="240783"/>
                  <a:chOff x="1498221" y="4047614"/>
                  <a:chExt cx="328444" cy="240783"/>
                </a:xfrm>
              </p:grpSpPr>
              <p:sp>
                <p:nvSpPr>
                  <p:cNvPr id="4832" name="Google Shape;4832;p57"/>
                  <p:cNvSpPr/>
                  <p:nvPr/>
                </p:nvSpPr>
                <p:spPr>
                  <a:xfrm>
                    <a:off x="1648778" y="4185661"/>
                    <a:ext cx="177888" cy="102736"/>
                  </a:xfrm>
                  <a:custGeom>
                    <a:avLst/>
                    <a:gdLst/>
                    <a:ahLst/>
                    <a:cxnLst/>
                    <a:rect l="l" t="t" r="r" b="b"/>
                    <a:pathLst>
                      <a:path w="37118" h="21448" extrusionOk="0">
                        <a:moveTo>
                          <a:pt x="4950" y="1"/>
                        </a:moveTo>
                        <a:cubicBezTo>
                          <a:pt x="2218" y="1"/>
                          <a:pt x="0" y="2679"/>
                          <a:pt x="0" y="5984"/>
                        </a:cubicBezTo>
                        <a:lnTo>
                          <a:pt x="0" y="15461"/>
                        </a:lnTo>
                        <a:cubicBezTo>
                          <a:pt x="0" y="18766"/>
                          <a:pt x="2218" y="21447"/>
                          <a:pt x="4950" y="21447"/>
                        </a:cubicBezTo>
                        <a:lnTo>
                          <a:pt x="32168" y="21447"/>
                        </a:lnTo>
                        <a:cubicBezTo>
                          <a:pt x="34904" y="21447"/>
                          <a:pt x="37118" y="18766"/>
                          <a:pt x="37118" y="15461"/>
                        </a:cubicBezTo>
                        <a:lnTo>
                          <a:pt x="37118" y="5984"/>
                        </a:lnTo>
                        <a:cubicBezTo>
                          <a:pt x="37118" y="2679"/>
                          <a:pt x="34904" y="1"/>
                          <a:pt x="32168" y="1"/>
                        </a:cubicBezTo>
                        <a:close/>
                      </a:path>
                    </a:pathLst>
                  </a:custGeom>
                  <a:solidFill>
                    <a:srgbClr val="213B55"/>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833" name="Google Shape;4833;p57"/>
                  <p:cNvGrpSpPr/>
                  <p:nvPr/>
                </p:nvGrpSpPr>
                <p:grpSpPr>
                  <a:xfrm>
                    <a:off x="1498221" y="4047614"/>
                    <a:ext cx="150566" cy="190416"/>
                    <a:chOff x="1498221" y="4047614"/>
                    <a:chExt cx="150566" cy="190416"/>
                  </a:xfrm>
                </p:grpSpPr>
                <p:sp>
                  <p:nvSpPr>
                    <p:cNvPr id="4834" name="Google Shape;4834;p57"/>
                    <p:cNvSpPr/>
                    <p:nvPr/>
                  </p:nvSpPr>
                  <p:spPr>
                    <a:xfrm>
                      <a:off x="1510686" y="4060421"/>
                      <a:ext cx="138101" cy="177608"/>
                    </a:xfrm>
                    <a:custGeom>
                      <a:avLst/>
                      <a:gdLst/>
                      <a:ahLst/>
                      <a:cxnLst/>
                      <a:rect l="l" t="t" r="r" b="b"/>
                      <a:pathLst>
                        <a:path w="28816" h="37079" fill="none" extrusionOk="0">
                          <a:moveTo>
                            <a:pt x="28815" y="37078"/>
                          </a:moveTo>
                          <a:lnTo>
                            <a:pt x="17922" y="37078"/>
                          </a:lnTo>
                          <a:cubicBezTo>
                            <a:pt x="14829" y="37078"/>
                            <a:pt x="14212" y="33613"/>
                            <a:pt x="14212" y="33613"/>
                          </a:cubicBezTo>
                          <a:lnTo>
                            <a:pt x="14212" y="10631"/>
                          </a:lnTo>
                          <a:lnTo>
                            <a:pt x="0" y="10631"/>
                          </a:lnTo>
                          <a:lnTo>
                            <a:pt x="0"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5" name="Google Shape;4835;p57"/>
                    <p:cNvSpPr/>
                    <p:nvPr/>
                  </p:nvSpPr>
                  <p:spPr>
                    <a:xfrm>
                      <a:off x="1498221" y="4047614"/>
                      <a:ext cx="26646" cy="25622"/>
                    </a:xfrm>
                    <a:custGeom>
                      <a:avLst/>
                      <a:gdLst/>
                      <a:ahLst/>
                      <a:cxnLst/>
                      <a:rect l="l" t="t" r="r" b="b"/>
                      <a:pathLst>
                        <a:path w="5560" h="5349" extrusionOk="0">
                          <a:moveTo>
                            <a:pt x="2886" y="1"/>
                          </a:moveTo>
                          <a:cubicBezTo>
                            <a:pt x="1806" y="1"/>
                            <a:pt x="828" y="654"/>
                            <a:pt x="416" y="1653"/>
                          </a:cubicBezTo>
                          <a:cubicBezTo>
                            <a:pt x="0" y="2649"/>
                            <a:pt x="230" y="3802"/>
                            <a:pt x="996" y="4564"/>
                          </a:cubicBezTo>
                          <a:cubicBezTo>
                            <a:pt x="1506" y="5077"/>
                            <a:pt x="2190" y="5349"/>
                            <a:pt x="2886" y="5349"/>
                          </a:cubicBezTo>
                          <a:cubicBezTo>
                            <a:pt x="3232" y="5349"/>
                            <a:pt x="3580" y="5282"/>
                            <a:pt x="3911" y="5144"/>
                          </a:cubicBezTo>
                          <a:cubicBezTo>
                            <a:pt x="4910" y="4732"/>
                            <a:pt x="5560" y="3758"/>
                            <a:pt x="5560" y="2675"/>
                          </a:cubicBezTo>
                          <a:cubicBezTo>
                            <a:pt x="5560" y="1197"/>
                            <a:pt x="4363"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4836" name="Google Shape;4836;p57"/>
              <p:cNvGrpSpPr/>
              <p:nvPr/>
            </p:nvGrpSpPr>
            <p:grpSpPr>
              <a:xfrm>
                <a:off x="1560718" y="3800594"/>
                <a:ext cx="532948" cy="302090"/>
                <a:chOff x="1560718" y="3800594"/>
                <a:chExt cx="532948" cy="302090"/>
              </a:xfrm>
            </p:grpSpPr>
            <p:grpSp>
              <p:nvGrpSpPr>
                <p:cNvPr id="4837" name="Google Shape;4837;p57"/>
                <p:cNvGrpSpPr/>
                <p:nvPr/>
              </p:nvGrpSpPr>
              <p:grpSpPr>
                <a:xfrm>
                  <a:off x="1912179" y="3827344"/>
                  <a:ext cx="181487" cy="25631"/>
                  <a:chOff x="1912179" y="3827344"/>
                  <a:chExt cx="181487" cy="25631"/>
                </a:xfrm>
              </p:grpSpPr>
              <p:sp>
                <p:nvSpPr>
                  <p:cNvPr id="4838" name="Google Shape;4838;p57"/>
                  <p:cNvSpPr/>
                  <p:nvPr/>
                </p:nvSpPr>
                <p:spPr>
                  <a:xfrm>
                    <a:off x="2067020" y="3827344"/>
                    <a:ext cx="26646" cy="25631"/>
                  </a:xfrm>
                  <a:custGeom>
                    <a:avLst/>
                    <a:gdLst/>
                    <a:ahLst/>
                    <a:cxnLst/>
                    <a:rect l="l" t="t" r="r" b="b"/>
                    <a:pathLst>
                      <a:path w="5560" h="5351" extrusionOk="0">
                        <a:moveTo>
                          <a:pt x="2886" y="0"/>
                        </a:moveTo>
                        <a:cubicBezTo>
                          <a:pt x="1806" y="0"/>
                          <a:pt x="828" y="653"/>
                          <a:pt x="416" y="1653"/>
                        </a:cubicBezTo>
                        <a:cubicBezTo>
                          <a:pt x="0" y="2652"/>
                          <a:pt x="230" y="3801"/>
                          <a:pt x="993" y="4567"/>
                        </a:cubicBezTo>
                        <a:cubicBezTo>
                          <a:pt x="1505" y="5080"/>
                          <a:pt x="2190" y="5351"/>
                          <a:pt x="2887" y="5351"/>
                        </a:cubicBezTo>
                        <a:cubicBezTo>
                          <a:pt x="3232" y="5351"/>
                          <a:pt x="3580" y="5284"/>
                          <a:pt x="3911" y="5148"/>
                        </a:cubicBezTo>
                        <a:cubicBezTo>
                          <a:pt x="4910" y="4732"/>
                          <a:pt x="5560" y="3758"/>
                          <a:pt x="5560" y="2678"/>
                        </a:cubicBezTo>
                        <a:cubicBezTo>
                          <a:pt x="5560" y="1200"/>
                          <a:pt x="4363" y="0"/>
                          <a:pt x="288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9" name="Google Shape;4839;p57"/>
                  <p:cNvSpPr/>
                  <p:nvPr/>
                </p:nvSpPr>
                <p:spPr>
                  <a:xfrm>
                    <a:off x="1912179" y="3842838"/>
                    <a:ext cx="156825" cy="5"/>
                  </a:xfrm>
                  <a:custGeom>
                    <a:avLst/>
                    <a:gdLst/>
                    <a:ahLst/>
                    <a:cxnLst/>
                    <a:rect l="l" t="t" r="r" b="b"/>
                    <a:pathLst>
                      <a:path w="32723" h="1" fill="none" extrusionOk="0">
                        <a:moveTo>
                          <a:pt x="1" y="1"/>
                        </a:moveTo>
                        <a:lnTo>
                          <a:pt x="327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40" name="Google Shape;4840;p57"/>
                <p:cNvGrpSpPr/>
                <p:nvPr/>
              </p:nvGrpSpPr>
              <p:grpSpPr>
                <a:xfrm>
                  <a:off x="1912179" y="4044505"/>
                  <a:ext cx="181487" cy="25622"/>
                  <a:chOff x="1912179" y="4044506"/>
                  <a:chExt cx="181487" cy="25622"/>
                </a:xfrm>
              </p:grpSpPr>
              <p:sp>
                <p:nvSpPr>
                  <p:cNvPr id="4841" name="Google Shape;4841;p57"/>
                  <p:cNvSpPr/>
                  <p:nvPr/>
                </p:nvSpPr>
                <p:spPr>
                  <a:xfrm>
                    <a:off x="2067020" y="4044505"/>
                    <a:ext cx="26646" cy="25622"/>
                  </a:xfrm>
                  <a:custGeom>
                    <a:avLst/>
                    <a:gdLst/>
                    <a:ahLst/>
                    <a:cxnLst/>
                    <a:rect l="l" t="t" r="r" b="b"/>
                    <a:pathLst>
                      <a:path w="5560" h="5349" extrusionOk="0">
                        <a:moveTo>
                          <a:pt x="2886" y="0"/>
                        </a:moveTo>
                        <a:cubicBezTo>
                          <a:pt x="1806" y="0"/>
                          <a:pt x="828" y="650"/>
                          <a:pt x="416" y="1649"/>
                        </a:cubicBezTo>
                        <a:cubicBezTo>
                          <a:pt x="0" y="2649"/>
                          <a:pt x="230" y="3802"/>
                          <a:pt x="993" y="4564"/>
                        </a:cubicBezTo>
                        <a:cubicBezTo>
                          <a:pt x="1505" y="5076"/>
                          <a:pt x="2190" y="5349"/>
                          <a:pt x="2887" y="5349"/>
                        </a:cubicBezTo>
                        <a:cubicBezTo>
                          <a:pt x="3232" y="5349"/>
                          <a:pt x="3580" y="5282"/>
                          <a:pt x="3911" y="5144"/>
                        </a:cubicBezTo>
                        <a:cubicBezTo>
                          <a:pt x="4910" y="4732"/>
                          <a:pt x="5560" y="3758"/>
                          <a:pt x="5560" y="2674"/>
                        </a:cubicBezTo>
                        <a:cubicBezTo>
                          <a:pt x="5560" y="1197"/>
                          <a:pt x="4363" y="0"/>
                          <a:pt x="288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2" name="Google Shape;4842;p57"/>
                  <p:cNvSpPr/>
                  <p:nvPr/>
                </p:nvSpPr>
                <p:spPr>
                  <a:xfrm>
                    <a:off x="1912179" y="4059966"/>
                    <a:ext cx="156825" cy="5"/>
                  </a:xfrm>
                  <a:custGeom>
                    <a:avLst/>
                    <a:gdLst/>
                    <a:ahLst/>
                    <a:cxnLst/>
                    <a:rect l="l" t="t" r="r" b="b"/>
                    <a:pathLst>
                      <a:path w="32723" h="1" fill="none" extrusionOk="0">
                        <a:moveTo>
                          <a:pt x="32723"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43" name="Google Shape;4843;p57"/>
                <p:cNvGrpSpPr/>
                <p:nvPr/>
              </p:nvGrpSpPr>
              <p:grpSpPr>
                <a:xfrm>
                  <a:off x="1560718" y="3800594"/>
                  <a:ext cx="351472" cy="302090"/>
                  <a:chOff x="1560718" y="3800594"/>
                  <a:chExt cx="351472" cy="302090"/>
                </a:xfrm>
              </p:grpSpPr>
              <p:grpSp>
                <p:nvGrpSpPr>
                  <p:cNvPr id="4844" name="Google Shape;4844;p57"/>
                  <p:cNvGrpSpPr/>
                  <p:nvPr/>
                </p:nvGrpSpPr>
                <p:grpSpPr>
                  <a:xfrm>
                    <a:off x="1560718" y="3842857"/>
                    <a:ext cx="173586" cy="217131"/>
                    <a:chOff x="1560718" y="3842857"/>
                    <a:chExt cx="173586" cy="217131"/>
                  </a:xfrm>
                </p:grpSpPr>
                <p:sp>
                  <p:nvSpPr>
                    <p:cNvPr id="4845" name="Google Shape;4845;p57"/>
                    <p:cNvSpPr/>
                    <p:nvPr/>
                  </p:nvSpPr>
                  <p:spPr>
                    <a:xfrm>
                      <a:off x="1560718" y="3951414"/>
                      <a:ext cx="84343" cy="5"/>
                    </a:xfrm>
                    <a:custGeom>
                      <a:avLst/>
                      <a:gdLst/>
                      <a:ahLst/>
                      <a:cxnLst/>
                      <a:rect l="l" t="t" r="r" b="b"/>
                      <a:pathLst>
                        <a:path w="17599" h="1" fill="none" extrusionOk="0">
                          <a:moveTo>
                            <a:pt x="1" y="0"/>
                          </a:moveTo>
                          <a:lnTo>
                            <a:pt x="17598"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6" name="Google Shape;4846;p57"/>
                    <p:cNvSpPr/>
                    <p:nvPr/>
                  </p:nvSpPr>
                  <p:spPr>
                    <a:xfrm>
                      <a:off x="1631242" y="3936509"/>
                      <a:ext cx="26646" cy="25622"/>
                    </a:xfrm>
                    <a:custGeom>
                      <a:avLst/>
                      <a:gdLst/>
                      <a:ahLst/>
                      <a:cxnLst/>
                      <a:rect l="l" t="t" r="r" b="b"/>
                      <a:pathLst>
                        <a:path w="5560" h="5349" extrusionOk="0">
                          <a:moveTo>
                            <a:pt x="2882" y="1"/>
                          </a:moveTo>
                          <a:cubicBezTo>
                            <a:pt x="1802" y="1"/>
                            <a:pt x="828" y="650"/>
                            <a:pt x="412" y="1649"/>
                          </a:cubicBezTo>
                          <a:cubicBezTo>
                            <a:pt x="0" y="2649"/>
                            <a:pt x="226" y="3798"/>
                            <a:pt x="993" y="4564"/>
                          </a:cubicBezTo>
                          <a:cubicBezTo>
                            <a:pt x="1502" y="5076"/>
                            <a:pt x="2187" y="5349"/>
                            <a:pt x="2883" y="5349"/>
                          </a:cubicBezTo>
                          <a:cubicBezTo>
                            <a:pt x="3228" y="5349"/>
                            <a:pt x="3576" y="5282"/>
                            <a:pt x="3907" y="5144"/>
                          </a:cubicBezTo>
                          <a:cubicBezTo>
                            <a:pt x="4907" y="4732"/>
                            <a:pt x="5556" y="3758"/>
                            <a:pt x="5560" y="2674"/>
                          </a:cubicBezTo>
                          <a:cubicBezTo>
                            <a:pt x="5560" y="1197"/>
                            <a:pt x="4360" y="1"/>
                            <a:pt x="288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7" name="Google Shape;4847;p57"/>
                    <p:cNvSpPr/>
                    <p:nvPr/>
                  </p:nvSpPr>
                  <p:spPr>
                    <a:xfrm>
                      <a:off x="1645054" y="3842857"/>
                      <a:ext cx="89251" cy="217131"/>
                    </a:xfrm>
                    <a:custGeom>
                      <a:avLst/>
                      <a:gdLst/>
                      <a:ahLst/>
                      <a:cxnLst/>
                      <a:rect l="l" t="t" r="r" b="b"/>
                      <a:pathLst>
                        <a:path w="18623" h="45330" fill="none" extrusionOk="0">
                          <a:moveTo>
                            <a:pt x="18623" y="45330"/>
                          </a:moveTo>
                          <a:lnTo>
                            <a:pt x="5625" y="45330"/>
                          </a:lnTo>
                          <a:cubicBezTo>
                            <a:pt x="2889" y="45330"/>
                            <a:pt x="0" y="42619"/>
                            <a:pt x="0" y="35634"/>
                          </a:cubicBezTo>
                          <a:lnTo>
                            <a:pt x="0" y="9697"/>
                          </a:lnTo>
                          <a:cubicBezTo>
                            <a:pt x="0" y="2711"/>
                            <a:pt x="2889" y="1"/>
                            <a:pt x="5625" y="1"/>
                          </a:cubicBezTo>
                          <a:lnTo>
                            <a:pt x="186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848" name="Google Shape;4848;p57"/>
                  <p:cNvSpPr/>
                  <p:nvPr/>
                </p:nvSpPr>
                <p:spPr>
                  <a:xfrm>
                    <a:off x="1733808" y="3800594"/>
                    <a:ext cx="177874" cy="102731"/>
                  </a:xfrm>
                  <a:custGeom>
                    <a:avLst/>
                    <a:gdLst/>
                    <a:ahLst/>
                    <a:cxnLst/>
                    <a:rect l="l" t="t" r="r" b="b"/>
                    <a:pathLst>
                      <a:path w="37115" h="21447" extrusionOk="0">
                        <a:moveTo>
                          <a:pt x="4951" y="0"/>
                        </a:moveTo>
                        <a:cubicBezTo>
                          <a:pt x="2215" y="0"/>
                          <a:pt x="1" y="2678"/>
                          <a:pt x="1" y="5983"/>
                        </a:cubicBezTo>
                        <a:lnTo>
                          <a:pt x="1" y="15460"/>
                        </a:lnTo>
                        <a:cubicBezTo>
                          <a:pt x="1" y="18765"/>
                          <a:pt x="2215" y="21446"/>
                          <a:pt x="4951" y="21446"/>
                        </a:cubicBezTo>
                        <a:lnTo>
                          <a:pt x="32168" y="21446"/>
                        </a:lnTo>
                        <a:cubicBezTo>
                          <a:pt x="34901" y="21446"/>
                          <a:pt x="37115" y="18765"/>
                          <a:pt x="37115" y="15460"/>
                        </a:cubicBezTo>
                        <a:lnTo>
                          <a:pt x="37115" y="5983"/>
                        </a:lnTo>
                        <a:cubicBezTo>
                          <a:pt x="37115" y="2678"/>
                          <a:pt x="34901" y="0"/>
                          <a:pt x="32168" y="0"/>
                        </a:cubicBezTo>
                        <a:close/>
                      </a:path>
                    </a:pathLst>
                  </a:custGeom>
                  <a:solidFill>
                    <a:srgbClr val="445D73"/>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9" name="Google Shape;4849;p57"/>
                  <p:cNvSpPr/>
                  <p:nvPr/>
                </p:nvSpPr>
                <p:spPr>
                  <a:xfrm>
                    <a:off x="1734297" y="3999967"/>
                    <a:ext cx="177893" cy="102717"/>
                  </a:xfrm>
                  <a:custGeom>
                    <a:avLst/>
                    <a:gdLst/>
                    <a:ahLst/>
                    <a:cxnLst/>
                    <a:rect l="l" t="t" r="r" b="b"/>
                    <a:pathLst>
                      <a:path w="37119" h="21444" extrusionOk="0">
                        <a:moveTo>
                          <a:pt x="4951" y="1"/>
                        </a:moveTo>
                        <a:cubicBezTo>
                          <a:pt x="2219" y="1"/>
                          <a:pt x="1" y="2678"/>
                          <a:pt x="1" y="5983"/>
                        </a:cubicBezTo>
                        <a:lnTo>
                          <a:pt x="1" y="15461"/>
                        </a:lnTo>
                        <a:cubicBezTo>
                          <a:pt x="1" y="18766"/>
                          <a:pt x="2219" y="21443"/>
                          <a:pt x="4951" y="21443"/>
                        </a:cubicBezTo>
                        <a:lnTo>
                          <a:pt x="32168" y="21443"/>
                        </a:lnTo>
                        <a:cubicBezTo>
                          <a:pt x="34901" y="21443"/>
                          <a:pt x="37119" y="18766"/>
                          <a:pt x="37119" y="15461"/>
                        </a:cubicBezTo>
                        <a:lnTo>
                          <a:pt x="37119" y="5983"/>
                        </a:lnTo>
                        <a:cubicBezTo>
                          <a:pt x="37119" y="2678"/>
                          <a:pt x="34901" y="1"/>
                          <a:pt x="32168" y="1"/>
                        </a:cubicBezTo>
                        <a:close/>
                      </a:path>
                    </a:pathLst>
                  </a:custGeom>
                  <a:solidFill>
                    <a:srgbClr val="869FB1"/>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4850" name="Google Shape;4850;p57"/>
              <p:cNvSpPr/>
              <p:nvPr/>
            </p:nvSpPr>
            <p:spPr>
              <a:xfrm>
                <a:off x="1258451" y="3798060"/>
                <a:ext cx="302718" cy="302541"/>
              </a:xfrm>
              <a:custGeom>
                <a:avLst/>
                <a:gdLst/>
                <a:ahLst/>
                <a:cxnLst/>
                <a:rect l="l" t="t" r="r" b="b"/>
                <a:pathLst>
                  <a:path w="63165" h="63161" fill="none" extrusionOk="0">
                    <a:moveTo>
                      <a:pt x="63165" y="31580"/>
                    </a:moveTo>
                    <a:cubicBezTo>
                      <a:pt x="63165" y="49021"/>
                      <a:pt x="49025" y="63161"/>
                      <a:pt x="31585" y="63161"/>
                    </a:cubicBezTo>
                    <a:cubicBezTo>
                      <a:pt x="14140" y="63161"/>
                      <a:pt x="1" y="49021"/>
                      <a:pt x="1" y="31580"/>
                    </a:cubicBezTo>
                    <a:cubicBezTo>
                      <a:pt x="1" y="14140"/>
                      <a:pt x="14140" y="0"/>
                      <a:pt x="31585" y="0"/>
                    </a:cubicBezTo>
                    <a:cubicBezTo>
                      <a:pt x="49025" y="0"/>
                      <a:pt x="63165" y="14140"/>
                      <a:pt x="63165" y="3158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851" name="Google Shape;4851;p57"/>
              <p:cNvGrpSpPr/>
              <p:nvPr/>
            </p:nvGrpSpPr>
            <p:grpSpPr>
              <a:xfrm>
                <a:off x="785350" y="3605478"/>
                <a:ext cx="535311" cy="249245"/>
                <a:chOff x="785350" y="3605478"/>
                <a:chExt cx="535311" cy="249245"/>
              </a:xfrm>
            </p:grpSpPr>
            <p:grpSp>
              <p:nvGrpSpPr>
                <p:cNvPr id="4852" name="Google Shape;4852;p57"/>
                <p:cNvGrpSpPr/>
                <p:nvPr/>
              </p:nvGrpSpPr>
              <p:grpSpPr>
                <a:xfrm>
                  <a:off x="785350" y="3605478"/>
                  <a:ext cx="376191" cy="102736"/>
                  <a:chOff x="785350" y="3605478"/>
                  <a:chExt cx="376191" cy="102736"/>
                </a:xfrm>
              </p:grpSpPr>
              <p:sp>
                <p:nvSpPr>
                  <p:cNvPr id="4853" name="Google Shape;4853;p57"/>
                  <p:cNvSpPr/>
                  <p:nvPr/>
                </p:nvSpPr>
                <p:spPr>
                  <a:xfrm>
                    <a:off x="808023" y="3655851"/>
                    <a:ext cx="175636" cy="5"/>
                  </a:xfrm>
                  <a:custGeom>
                    <a:avLst/>
                    <a:gdLst/>
                    <a:ahLst/>
                    <a:cxnLst/>
                    <a:rect l="l" t="t" r="r" b="b"/>
                    <a:pathLst>
                      <a:path w="36648" h="1" fill="none" extrusionOk="0">
                        <a:moveTo>
                          <a:pt x="36648"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4" name="Google Shape;4854;p57"/>
                  <p:cNvSpPr/>
                  <p:nvPr/>
                </p:nvSpPr>
                <p:spPr>
                  <a:xfrm>
                    <a:off x="785350" y="3643867"/>
                    <a:ext cx="25635" cy="25622"/>
                  </a:xfrm>
                  <a:custGeom>
                    <a:avLst/>
                    <a:gdLst/>
                    <a:ahLst/>
                    <a:cxnLst/>
                    <a:rect l="l" t="t" r="r" b="b"/>
                    <a:pathLst>
                      <a:path w="5349" h="5349" extrusionOk="0">
                        <a:moveTo>
                          <a:pt x="2674" y="0"/>
                        </a:moveTo>
                        <a:cubicBezTo>
                          <a:pt x="1197" y="0"/>
                          <a:pt x="0" y="1197"/>
                          <a:pt x="0" y="2674"/>
                        </a:cubicBezTo>
                        <a:cubicBezTo>
                          <a:pt x="0" y="4152"/>
                          <a:pt x="1197" y="5348"/>
                          <a:pt x="2674" y="5348"/>
                        </a:cubicBezTo>
                        <a:cubicBezTo>
                          <a:pt x="4152" y="5348"/>
                          <a:pt x="5348" y="4152"/>
                          <a:pt x="5348" y="2674"/>
                        </a:cubicBezTo>
                        <a:cubicBezTo>
                          <a:pt x="5348" y="1197"/>
                          <a:pt x="4152" y="0"/>
                          <a:pt x="267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5" name="Google Shape;4855;p57"/>
                  <p:cNvSpPr/>
                  <p:nvPr/>
                </p:nvSpPr>
                <p:spPr>
                  <a:xfrm>
                    <a:off x="983648" y="3605478"/>
                    <a:ext cx="177893" cy="102736"/>
                  </a:xfrm>
                  <a:custGeom>
                    <a:avLst/>
                    <a:gdLst/>
                    <a:ahLst/>
                    <a:cxnLst/>
                    <a:rect l="l" t="t" r="r" b="b"/>
                    <a:pathLst>
                      <a:path w="37119" h="21448" extrusionOk="0">
                        <a:moveTo>
                          <a:pt x="4951" y="1"/>
                        </a:moveTo>
                        <a:cubicBezTo>
                          <a:pt x="2219" y="1"/>
                          <a:pt x="1" y="2682"/>
                          <a:pt x="1" y="5987"/>
                        </a:cubicBezTo>
                        <a:lnTo>
                          <a:pt x="1" y="15464"/>
                        </a:lnTo>
                        <a:cubicBezTo>
                          <a:pt x="1" y="18769"/>
                          <a:pt x="2219" y="21447"/>
                          <a:pt x="4951" y="21447"/>
                        </a:cubicBezTo>
                        <a:lnTo>
                          <a:pt x="32172" y="21447"/>
                        </a:lnTo>
                        <a:cubicBezTo>
                          <a:pt x="34904" y="21447"/>
                          <a:pt x="37119" y="18769"/>
                          <a:pt x="37119" y="15464"/>
                        </a:cubicBezTo>
                        <a:lnTo>
                          <a:pt x="37119" y="5987"/>
                        </a:lnTo>
                        <a:cubicBezTo>
                          <a:pt x="37119" y="2682"/>
                          <a:pt x="34904" y="1"/>
                          <a:pt x="32172" y="1"/>
                        </a:cubicBezTo>
                        <a:close/>
                      </a:path>
                    </a:pathLst>
                  </a:custGeom>
                  <a:solidFill>
                    <a:srgbClr val="E3E9ED"/>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56" name="Google Shape;4856;p57"/>
                <p:cNvGrpSpPr/>
                <p:nvPr/>
              </p:nvGrpSpPr>
              <p:grpSpPr>
                <a:xfrm>
                  <a:off x="1161530" y="3655851"/>
                  <a:ext cx="159131" cy="198872"/>
                  <a:chOff x="1161530" y="3655851"/>
                  <a:chExt cx="159131" cy="198872"/>
                </a:xfrm>
              </p:grpSpPr>
              <p:sp>
                <p:nvSpPr>
                  <p:cNvPr id="4857" name="Google Shape;4857;p57"/>
                  <p:cNvSpPr/>
                  <p:nvPr/>
                </p:nvSpPr>
                <p:spPr>
                  <a:xfrm>
                    <a:off x="1161530" y="3655851"/>
                    <a:ext cx="146440" cy="186082"/>
                  </a:xfrm>
                  <a:custGeom>
                    <a:avLst/>
                    <a:gdLst/>
                    <a:ahLst/>
                    <a:cxnLst/>
                    <a:rect l="l" t="t" r="r" b="b"/>
                    <a:pathLst>
                      <a:path w="30556" h="38848" fill="none" extrusionOk="0">
                        <a:moveTo>
                          <a:pt x="1" y="1"/>
                        </a:moveTo>
                        <a:lnTo>
                          <a:pt x="12633" y="1"/>
                        </a:lnTo>
                        <a:cubicBezTo>
                          <a:pt x="15723" y="1"/>
                          <a:pt x="16343" y="3466"/>
                          <a:pt x="16343" y="3466"/>
                        </a:cubicBezTo>
                        <a:lnTo>
                          <a:pt x="16343" y="26448"/>
                        </a:lnTo>
                        <a:lnTo>
                          <a:pt x="30556" y="26448"/>
                        </a:lnTo>
                        <a:lnTo>
                          <a:pt x="30556"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8" name="Google Shape;4858;p57"/>
                  <p:cNvSpPr/>
                  <p:nvPr/>
                </p:nvSpPr>
                <p:spPr>
                  <a:xfrm>
                    <a:off x="1293991" y="3829092"/>
                    <a:ext cx="26670" cy="25631"/>
                  </a:xfrm>
                  <a:custGeom>
                    <a:avLst/>
                    <a:gdLst/>
                    <a:ahLst/>
                    <a:cxnLst/>
                    <a:rect l="l" t="t" r="r" b="b"/>
                    <a:pathLst>
                      <a:path w="5565" h="5351" extrusionOk="0">
                        <a:moveTo>
                          <a:pt x="2890" y="0"/>
                        </a:moveTo>
                        <a:cubicBezTo>
                          <a:pt x="1807" y="0"/>
                          <a:pt x="833" y="653"/>
                          <a:pt x="417" y="1653"/>
                        </a:cubicBezTo>
                        <a:cubicBezTo>
                          <a:pt x="1" y="2652"/>
                          <a:pt x="231" y="3801"/>
                          <a:pt x="997" y="4567"/>
                        </a:cubicBezTo>
                        <a:cubicBezTo>
                          <a:pt x="1509" y="5080"/>
                          <a:pt x="2193" y="5350"/>
                          <a:pt x="2888" y="5350"/>
                        </a:cubicBezTo>
                        <a:cubicBezTo>
                          <a:pt x="3233" y="5350"/>
                          <a:pt x="3580" y="5284"/>
                          <a:pt x="3912" y="5147"/>
                        </a:cubicBezTo>
                        <a:cubicBezTo>
                          <a:pt x="4911" y="4731"/>
                          <a:pt x="5564" y="3757"/>
                          <a:pt x="5564" y="2678"/>
                        </a:cubicBezTo>
                        <a:cubicBezTo>
                          <a:pt x="5564" y="1200"/>
                          <a:pt x="4364" y="0"/>
                          <a:pt x="28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859" name="Google Shape;4859;p57"/>
              <p:cNvGrpSpPr/>
              <p:nvPr/>
            </p:nvGrpSpPr>
            <p:grpSpPr>
              <a:xfrm>
                <a:off x="785350" y="4047614"/>
                <a:ext cx="535311" cy="240783"/>
                <a:chOff x="785350" y="4047614"/>
                <a:chExt cx="535311" cy="240783"/>
              </a:xfrm>
            </p:grpSpPr>
            <p:grpSp>
              <p:nvGrpSpPr>
                <p:cNvPr id="4860" name="Google Shape;4860;p57"/>
                <p:cNvGrpSpPr/>
                <p:nvPr/>
              </p:nvGrpSpPr>
              <p:grpSpPr>
                <a:xfrm>
                  <a:off x="1161636" y="4047614"/>
                  <a:ext cx="159025" cy="190415"/>
                  <a:chOff x="1161636" y="4047614"/>
                  <a:chExt cx="159025" cy="190415"/>
                </a:xfrm>
              </p:grpSpPr>
              <p:sp>
                <p:nvSpPr>
                  <p:cNvPr id="4861" name="Google Shape;4861;p57"/>
                  <p:cNvSpPr/>
                  <p:nvPr/>
                </p:nvSpPr>
                <p:spPr>
                  <a:xfrm>
                    <a:off x="1293991" y="4047614"/>
                    <a:ext cx="26670" cy="25631"/>
                  </a:xfrm>
                  <a:custGeom>
                    <a:avLst/>
                    <a:gdLst/>
                    <a:ahLst/>
                    <a:cxnLst/>
                    <a:rect l="l" t="t" r="r" b="b"/>
                    <a:pathLst>
                      <a:path w="5565" h="5351" extrusionOk="0">
                        <a:moveTo>
                          <a:pt x="2890" y="1"/>
                        </a:moveTo>
                        <a:cubicBezTo>
                          <a:pt x="1807" y="1"/>
                          <a:pt x="833" y="654"/>
                          <a:pt x="417" y="1653"/>
                        </a:cubicBezTo>
                        <a:cubicBezTo>
                          <a:pt x="1" y="2653"/>
                          <a:pt x="231" y="3802"/>
                          <a:pt x="997" y="4568"/>
                        </a:cubicBezTo>
                        <a:cubicBezTo>
                          <a:pt x="1510" y="5078"/>
                          <a:pt x="2195" y="5350"/>
                          <a:pt x="2891" y="5350"/>
                        </a:cubicBezTo>
                        <a:cubicBezTo>
                          <a:pt x="3235" y="5350"/>
                          <a:pt x="3581" y="5284"/>
                          <a:pt x="3912" y="5148"/>
                        </a:cubicBezTo>
                        <a:cubicBezTo>
                          <a:pt x="4911" y="4732"/>
                          <a:pt x="5564" y="3758"/>
                          <a:pt x="5564" y="2675"/>
                        </a:cubicBezTo>
                        <a:cubicBezTo>
                          <a:pt x="5564" y="1197"/>
                          <a:pt x="4364" y="1"/>
                          <a:pt x="28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2" name="Google Shape;4862;p57"/>
                  <p:cNvSpPr/>
                  <p:nvPr/>
                </p:nvSpPr>
                <p:spPr>
                  <a:xfrm>
                    <a:off x="1161636" y="4073229"/>
                    <a:ext cx="146334" cy="164800"/>
                  </a:xfrm>
                  <a:custGeom>
                    <a:avLst/>
                    <a:gdLst/>
                    <a:ahLst/>
                    <a:cxnLst/>
                    <a:rect l="l" t="t" r="r" b="b"/>
                    <a:pathLst>
                      <a:path w="30534" h="34405" fill="none" extrusionOk="0">
                        <a:moveTo>
                          <a:pt x="0" y="34404"/>
                        </a:moveTo>
                        <a:lnTo>
                          <a:pt x="12611" y="34404"/>
                        </a:lnTo>
                        <a:cubicBezTo>
                          <a:pt x="15705" y="34404"/>
                          <a:pt x="16325" y="30939"/>
                          <a:pt x="16325" y="30939"/>
                        </a:cubicBezTo>
                        <a:lnTo>
                          <a:pt x="16325" y="7957"/>
                        </a:lnTo>
                        <a:lnTo>
                          <a:pt x="30534" y="7957"/>
                        </a:lnTo>
                        <a:lnTo>
                          <a:pt x="30534"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63" name="Google Shape;4863;p57"/>
                <p:cNvGrpSpPr/>
                <p:nvPr/>
              </p:nvGrpSpPr>
              <p:grpSpPr>
                <a:xfrm>
                  <a:off x="785350" y="4185661"/>
                  <a:ext cx="376191" cy="102736"/>
                  <a:chOff x="785350" y="4185661"/>
                  <a:chExt cx="376191" cy="102736"/>
                </a:xfrm>
              </p:grpSpPr>
              <p:sp>
                <p:nvSpPr>
                  <p:cNvPr id="4864" name="Google Shape;4864;p57"/>
                  <p:cNvSpPr/>
                  <p:nvPr/>
                </p:nvSpPr>
                <p:spPr>
                  <a:xfrm>
                    <a:off x="808023" y="4238011"/>
                    <a:ext cx="175636" cy="5"/>
                  </a:xfrm>
                  <a:custGeom>
                    <a:avLst/>
                    <a:gdLst/>
                    <a:ahLst/>
                    <a:cxnLst/>
                    <a:rect l="l" t="t" r="r" b="b"/>
                    <a:pathLst>
                      <a:path w="36648" h="1" fill="none" extrusionOk="0">
                        <a:moveTo>
                          <a:pt x="3664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5" name="Google Shape;4865;p57"/>
                  <p:cNvSpPr/>
                  <p:nvPr/>
                </p:nvSpPr>
                <p:spPr>
                  <a:xfrm>
                    <a:off x="983648" y="4185661"/>
                    <a:ext cx="177893" cy="102736"/>
                  </a:xfrm>
                  <a:custGeom>
                    <a:avLst/>
                    <a:gdLst/>
                    <a:ahLst/>
                    <a:cxnLst/>
                    <a:rect l="l" t="t" r="r" b="b"/>
                    <a:pathLst>
                      <a:path w="37119" h="21448" extrusionOk="0">
                        <a:moveTo>
                          <a:pt x="4951" y="1"/>
                        </a:moveTo>
                        <a:cubicBezTo>
                          <a:pt x="2219" y="1"/>
                          <a:pt x="1" y="2679"/>
                          <a:pt x="1" y="5984"/>
                        </a:cubicBezTo>
                        <a:lnTo>
                          <a:pt x="1" y="15461"/>
                        </a:lnTo>
                        <a:cubicBezTo>
                          <a:pt x="1" y="18766"/>
                          <a:pt x="2219" y="21447"/>
                          <a:pt x="4951" y="21447"/>
                        </a:cubicBezTo>
                        <a:lnTo>
                          <a:pt x="32172" y="21447"/>
                        </a:lnTo>
                        <a:cubicBezTo>
                          <a:pt x="34904" y="21447"/>
                          <a:pt x="37119" y="18766"/>
                          <a:pt x="37119" y="15461"/>
                        </a:cubicBezTo>
                        <a:lnTo>
                          <a:pt x="37119" y="5984"/>
                        </a:lnTo>
                        <a:cubicBezTo>
                          <a:pt x="37119" y="2679"/>
                          <a:pt x="34904" y="1"/>
                          <a:pt x="32172" y="1"/>
                        </a:cubicBezTo>
                        <a:close/>
                      </a:path>
                    </a:pathLst>
                  </a:custGeom>
                  <a:solidFill>
                    <a:srgbClr val="E4E9ED"/>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6" name="Google Shape;4866;p57"/>
                  <p:cNvSpPr/>
                  <p:nvPr/>
                </p:nvSpPr>
                <p:spPr>
                  <a:xfrm>
                    <a:off x="785350" y="4224370"/>
                    <a:ext cx="26646" cy="25631"/>
                  </a:xfrm>
                  <a:custGeom>
                    <a:avLst/>
                    <a:gdLst/>
                    <a:ahLst/>
                    <a:cxnLst/>
                    <a:rect l="l" t="t" r="r" b="b"/>
                    <a:pathLst>
                      <a:path w="5560" h="5351" extrusionOk="0">
                        <a:moveTo>
                          <a:pt x="2674" y="0"/>
                        </a:moveTo>
                        <a:cubicBezTo>
                          <a:pt x="2328" y="0"/>
                          <a:pt x="1980" y="67"/>
                          <a:pt x="1649" y="203"/>
                        </a:cubicBezTo>
                        <a:cubicBezTo>
                          <a:pt x="650" y="619"/>
                          <a:pt x="0" y="1593"/>
                          <a:pt x="0" y="2677"/>
                        </a:cubicBezTo>
                        <a:cubicBezTo>
                          <a:pt x="0" y="4150"/>
                          <a:pt x="1197" y="5351"/>
                          <a:pt x="2674" y="5351"/>
                        </a:cubicBezTo>
                        <a:cubicBezTo>
                          <a:pt x="3754" y="5351"/>
                          <a:pt x="4732" y="4698"/>
                          <a:pt x="5144" y="3698"/>
                        </a:cubicBezTo>
                        <a:cubicBezTo>
                          <a:pt x="5560" y="2699"/>
                          <a:pt x="5330" y="1550"/>
                          <a:pt x="4568" y="783"/>
                        </a:cubicBezTo>
                        <a:cubicBezTo>
                          <a:pt x="4055" y="271"/>
                          <a:pt x="3370" y="0"/>
                          <a:pt x="2674"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4867" name="Google Shape;4867;p57"/>
              <p:cNvGrpSpPr/>
              <p:nvPr/>
            </p:nvGrpSpPr>
            <p:grpSpPr>
              <a:xfrm>
                <a:off x="1501054" y="3605478"/>
                <a:ext cx="526340" cy="249240"/>
                <a:chOff x="1501054" y="3605478"/>
                <a:chExt cx="526340" cy="249240"/>
              </a:xfrm>
            </p:grpSpPr>
            <p:grpSp>
              <p:nvGrpSpPr>
                <p:cNvPr id="4868" name="Google Shape;4868;p57"/>
                <p:cNvGrpSpPr/>
                <p:nvPr/>
              </p:nvGrpSpPr>
              <p:grpSpPr>
                <a:xfrm>
                  <a:off x="1834208" y="3643867"/>
                  <a:ext cx="193185" cy="25622"/>
                  <a:chOff x="1834208" y="3643867"/>
                  <a:chExt cx="193185" cy="25622"/>
                </a:xfrm>
              </p:grpSpPr>
              <p:sp>
                <p:nvSpPr>
                  <p:cNvPr id="4869" name="Google Shape;4869;p57"/>
                  <p:cNvSpPr/>
                  <p:nvPr/>
                </p:nvSpPr>
                <p:spPr>
                  <a:xfrm>
                    <a:off x="1834208" y="3655851"/>
                    <a:ext cx="167541" cy="5"/>
                  </a:xfrm>
                  <a:custGeom>
                    <a:avLst/>
                    <a:gdLst/>
                    <a:ahLst/>
                    <a:cxnLst/>
                    <a:rect l="l" t="t" r="r" b="b"/>
                    <a:pathLst>
                      <a:path w="34959" h="1" fill="none" extrusionOk="0">
                        <a:moveTo>
                          <a:pt x="1" y="1"/>
                        </a:moveTo>
                        <a:lnTo>
                          <a:pt x="34959"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0" name="Google Shape;4870;p57"/>
                  <p:cNvSpPr/>
                  <p:nvPr/>
                </p:nvSpPr>
                <p:spPr>
                  <a:xfrm>
                    <a:off x="2000728" y="3643867"/>
                    <a:ext cx="26665" cy="25622"/>
                  </a:xfrm>
                  <a:custGeom>
                    <a:avLst/>
                    <a:gdLst/>
                    <a:ahLst/>
                    <a:cxnLst/>
                    <a:rect l="l" t="t" r="r" b="b"/>
                    <a:pathLst>
                      <a:path w="5564" h="5349" extrusionOk="0">
                        <a:moveTo>
                          <a:pt x="2886" y="0"/>
                        </a:moveTo>
                        <a:cubicBezTo>
                          <a:pt x="1806" y="0"/>
                          <a:pt x="828" y="650"/>
                          <a:pt x="416" y="1649"/>
                        </a:cubicBezTo>
                        <a:cubicBezTo>
                          <a:pt x="0" y="2649"/>
                          <a:pt x="230" y="3802"/>
                          <a:pt x="996" y="4564"/>
                        </a:cubicBezTo>
                        <a:cubicBezTo>
                          <a:pt x="1506" y="5076"/>
                          <a:pt x="2190" y="5349"/>
                          <a:pt x="2887" y="5349"/>
                        </a:cubicBezTo>
                        <a:cubicBezTo>
                          <a:pt x="3232" y="5349"/>
                          <a:pt x="3580" y="5282"/>
                          <a:pt x="3911" y="5144"/>
                        </a:cubicBezTo>
                        <a:cubicBezTo>
                          <a:pt x="4911" y="4732"/>
                          <a:pt x="5560" y="3758"/>
                          <a:pt x="5563" y="2674"/>
                        </a:cubicBezTo>
                        <a:cubicBezTo>
                          <a:pt x="5560" y="1197"/>
                          <a:pt x="4363" y="0"/>
                          <a:pt x="2886"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71" name="Google Shape;4871;p57"/>
                <p:cNvGrpSpPr/>
                <p:nvPr/>
              </p:nvGrpSpPr>
              <p:grpSpPr>
                <a:xfrm>
                  <a:off x="1501054" y="3605478"/>
                  <a:ext cx="333165" cy="249240"/>
                  <a:chOff x="1501054" y="3605478"/>
                  <a:chExt cx="333165" cy="249240"/>
                </a:xfrm>
              </p:grpSpPr>
              <p:sp>
                <p:nvSpPr>
                  <p:cNvPr id="4872" name="Google Shape;4872;p57"/>
                  <p:cNvSpPr/>
                  <p:nvPr/>
                </p:nvSpPr>
                <p:spPr>
                  <a:xfrm>
                    <a:off x="1656330" y="3605478"/>
                    <a:ext cx="177888" cy="102736"/>
                  </a:xfrm>
                  <a:custGeom>
                    <a:avLst/>
                    <a:gdLst/>
                    <a:ahLst/>
                    <a:cxnLst/>
                    <a:rect l="l" t="t" r="r" b="b"/>
                    <a:pathLst>
                      <a:path w="37118" h="21448" extrusionOk="0">
                        <a:moveTo>
                          <a:pt x="4947" y="1"/>
                        </a:moveTo>
                        <a:cubicBezTo>
                          <a:pt x="2214" y="1"/>
                          <a:pt x="0" y="2682"/>
                          <a:pt x="0" y="5987"/>
                        </a:cubicBezTo>
                        <a:lnTo>
                          <a:pt x="0" y="15464"/>
                        </a:lnTo>
                        <a:cubicBezTo>
                          <a:pt x="0" y="18769"/>
                          <a:pt x="2214" y="21447"/>
                          <a:pt x="4950" y="21447"/>
                        </a:cubicBezTo>
                        <a:lnTo>
                          <a:pt x="32168" y="21447"/>
                        </a:lnTo>
                        <a:cubicBezTo>
                          <a:pt x="34900" y="21447"/>
                          <a:pt x="37118" y="18769"/>
                          <a:pt x="37118" y="15464"/>
                        </a:cubicBezTo>
                        <a:lnTo>
                          <a:pt x="37118" y="5987"/>
                        </a:lnTo>
                        <a:cubicBezTo>
                          <a:pt x="37118" y="2682"/>
                          <a:pt x="34900" y="1"/>
                          <a:pt x="32168" y="1"/>
                        </a:cubicBezTo>
                        <a:close/>
                      </a:path>
                    </a:pathLst>
                  </a:custGeom>
                  <a:solidFill>
                    <a:srgbClr val="A5B7C5"/>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873" name="Google Shape;4873;p57"/>
                  <p:cNvGrpSpPr/>
                  <p:nvPr/>
                </p:nvGrpSpPr>
                <p:grpSpPr>
                  <a:xfrm>
                    <a:off x="1501054" y="3655851"/>
                    <a:ext cx="155286" cy="198867"/>
                    <a:chOff x="1501054" y="3655851"/>
                    <a:chExt cx="155286" cy="198867"/>
                  </a:xfrm>
                </p:grpSpPr>
                <p:sp>
                  <p:nvSpPr>
                    <p:cNvPr id="4874" name="Google Shape;4874;p57"/>
                    <p:cNvSpPr/>
                    <p:nvPr/>
                  </p:nvSpPr>
                  <p:spPr>
                    <a:xfrm>
                      <a:off x="1516351" y="3655851"/>
                      <a:ext cx="139989" cy="186082"/>
                    </a:xfrm>
                    <a:custGeom>
                      <a:avLst/>
                      <a:gdLst/>
                      <a:ahLst/>
                      <a:cxnLst/>
                      <a:rect l="l" t="t" r="r" b="b"/>
                      <a:pathLst>
                        <a:path w="29210" h="38848" fill="none" extrusionOk="0">
                          <a:moveTo>
                            <a:pt x="29209" y="1"/>
                          </a:moveTo>
                          <a:lnTo>
                            <a:pt x="17922" y="1"/>
                          </a:lnTo>
                          <a:cubicBezTo>
                            <a:pt x="14829" y="1"/>
                            <a:pt x="14209" y="3466"/>
                            <a:pt x="14209" y="3466"/>
                          </a:cubicBezTo>
                          <a:lnTo>
                            <a:pt x="14209" y="26448"/>
                          </a:lnTo>
                          <a:lnTo>
                            <a:pt x="0" y="26448"/>
                          </a:lnTo>
                          <a:lnTo>
                            <a:pt x="0"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5" name="Google Shape;4875;p57"/>
                    <p:cNvSpPr/>
                    <p:nvPr/>
                  </p:nvSpPr>
                  <p:spPr>
                    <a:xfrm>
                      <a:off x="1501054" y="3829092"/>
                      <a:ext cx="26646" cy="25626"/>
                    </a:xfrm>
                    <a:custGeom>
                      <a:avLst/>
                      <a:gdLst/>
                      <a:ahLst/>
                      <a:cxnLst/>
                      <a:rect l="l" t="t" r="r" b="b"/>
                      <a:pathLst>
                        <a:path w="5560" h="5350" extrusionOk="0">
                          <a:moveTo>
                            <a:pt x="2886" y="0"/>
                          </a:moveTo>
                          <a:cubicBezTo>
                            <a:pt x="1806" y="0"/>
                            <a:pt x="828" y="653"/>
                            <a:pt x="416" y="1653"/>
                          </a:cubicBezTo>
                          <a:cubicBezTo>
                            <a:pt x="0" y="2652"/>
                            <a:pt x="230" y="3801"/>
                            <a:pt x="996" y="4567"/>
                          </a:cubicBezTo>
                          <a:cubicBezTo>
                            <a:pt x="1507" y="5078"/>
                            <a:pt x="2192" y="5350"/>
                            <a:pt x="2890" y="5350"/>
                          </a:cubicBezTo>
                          <a:cubicBezTo>
                            <a:pt x="3234" y="5350"/>
                            <a:pt x="3581" y="5283"/>
                            <a:pt x="3911" y="5147"/>
                          </a:cubicBezTo>
                          <a:cubicBezTo>
                            <a:pt x="4910" y="4731"/>
                            <a:pt x="5560" y="3757"/>
                            <a:pt x="5560" y="2678"/>
                          </a:cubicBezTo>
                          <a:cubicBezTo>
                            <a:pt x="5560" y="1200"/>
                            <a:pt x="4363" y="0"/>
                            <a:pt x="288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4876" name="Google Shape;4876;p57"/>
              <p:cNvGrpSpPr/>
              <p:nvPr/>
            </p:nvGrpSpPr>
            <p:grpSpPr>
              <a:xfrm>
                <a:off x="724986" y="3800594"/>
                <a:ext cx="532950" cy="302090"/>
                <a:chOff x="724986" y="3800594"/>
                <a:chExt cx="532950" cy="302090"/>
              </a:xfrm>
            </p:grpSpPr>
            <p:grpSp>
              <p:nvGrpSpPr>
                <p:cNvPr id="4877" name="Google Shape;4877;p57"/>
                <p:cNvGrpSpPr/>
                <p:nvPr/>
              </p:nvGrpSpPr>
              <p:grpSpPr>
                <a:xfrm>
                  <a:off x="724986" y="4044367"/>
                  <a:ext cx="181314" cy="25626"/>
                  <a:chOff x="724986" y="4044367"/>
                  <a:chExt cx="181314" cy="25626"/>
                </a:xfrm>
              </p:grpSpPr>
              <p:sp>
                <p:nvSpPr>
                  <p:cNvPr id="4878" name="Google Shape;4878;p57"/>
                  <p:cNvSpPr/>
                  <p:nvPr/>
                </p:nvSpPr>
                <p:spPr>
                  <a:xfrm>
                    <a:off x="746695" y="4059966"/>
                    <a:ext cx="159605" cy="5"/>
                  </a:xfrm>
                  <a:custGeom>
                    <a:avLst/>
                    <a:gdLst/>
                    <a:ahLst/>
                    <a:cxnLst/>
                    <a:rect l="l" t="t" r="r" b="b"/>
                    <a:pathLst>
                      <a:path w="33303" h="1" fill="none" extrusionOk="0">
                        <a:moveTo>
                          <a:pt x="1" y="1"/>
                        </a:moveTo>
                        <a:lnTo>
                          <a:pt x="3330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9" name="Google Shape;4879;p57"/>
                  <p:cNvSpPr/>
                  <p:nvPr/>
                </p:nvSpPr>
                <p:spPr>
                  <a:xfrm>
                    <a:off x="724986" y="4044367"/>
                    <a:ext cx="26646" cy="25626"/>
                  </a:xfrm>
                  <a:custGeom>
                    <a:avLst/>
                    <a:gdLst/>
                    <a:ahLst/>
                    <a:cxnLst/>
                    <a:rect l="l" t="t" r="r" b="b"/>
                    <a:pathLst>
                      <a:path w="5560" h="5350" extrusionOk="0">
                        <a:moveTo>
                          <a:pt x="2674" y="0"/>
                        </a:moveTo>
                        <a:cubicBezTo>
                          <a:pt x="1197" y="0"/>
                          <a:pt x="0" y="1197"/>
                          <a:pt x="0" y="2674"/>
                        </a:cubicBezTo>
                        <a:cubicBezTo>
                          <a:pt x="0" y="3758"/>
                          <a:pt x="653" y="4732"/>
                          <a:pt x="1653" y="5147"/>
                        </a:cubicBezTo>
                        <a:cubicBezTo>
                          <a:pt x="1983" y="5284"/>
                          <a:pt x="2329" y="5350"/>
                          <a:pt x="2673" y="5350"/>
                        </a:cubicBezTo>
                        <a:cubicBezTo>
                          <a:pt x="3369" y="5350"/>
                          <a:pt x="4054" y="5078"/>
                          <a:pt x="4567" y="4567"/>
                        </a:cubicBezTo>
                        <a:cubicBezTo>
                          <a:pt x="5330" y="3801"/>
                          <a:pt x="5559" y="2649"/>
                          <a:pt x="5147" y="1653"/>
                        </a:cubicBezTo>
                        <a:cubicBezTo>
                          <a:pt x="4731" y="653"/>
                          <a:pt x="3757" y="0"/>
                          <a:pt x="267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80" name="Google Shape;4880;p57"/>
                <p:cNvGrpSpPr/>
                <p:nvPr/>
              </p:nvGrpSpPr>
              <p:grpSpPr>
                <a:xfrm>
                  <a:off x="906290" y="3800594"/>
                  <a:ext cx="351646" cy="302090"/>
                  <a:chOff x="906290" y="3800594"/>
                  <a:chExt cx="351646" cy="302090"/>
                </a:xfrm>
              </p:grpSpPr>
              <p:grpSp>
                <p:nvGrpSpPr>
                  <p:cNvPr id="4881" name="Google Shape;4881;p57"/>
                  <p:cNvGrpSpPr/>
                  <p:nvPr/>
                </p:nvGrpSpPr>
                <p:grpSpPr>
                  <a:xfrm>
                    <a:off x="1084172" y="3842857"/>
                    <a:ext cx="173764" cy="217131"/>
                    <a:chOff x="1084172" y="3842857"/>
                    <a:chExt cx="173764" cy="217131"/>
                  </a:xfrm>
                </p:grpSpPr>
                <p:grpSp>
                  <p:nvGrpSpPr>
                    <p:cNvPr id="4882" name="Google Shape;4882;p57"/>
                    <p:cNvGrpSpPr/>
                    <p:nvPr/>
                  </p:nvGrpSpPr>
                  <p:grpSpPr>
                    <a:xfrm>
                      <a:off x="1156862" y="3936509"/>
                      <a:ext cx="101073" cy="25622"/>
                      <a:chOff x="1156862" y="3936509"/>
                      <a:chExt cx="101073" cy="25622"/>
                    </a:xfrm>
                  </p:grpSpPr>
                  <p:sp>
                    <p:nvSpPr>
                      <p:cNvPr id="4883" name="Google Shape;4883;p57"/>
                      <p:cNvSpPr/>
                      <p:nvPr/>
                    </p:nvSpPr>
                    <p:spPr>
                      <a:xfrm>
                        <a:off x="1156862" y="3936509"/>
                        <a:ext cx="26651" cy="25622"/>
                      </a:xfrm>
                      <a:custGeom>
                        <a:avLst/>
                        <a:gdLst/>
                        <a:ahLst/>
                        <a:cxnLst/>
                        <a:rect l="l" t="t" r="r" b="b"/>
                        <a:pathLst>
                          <a:path w="5561" h="5349" extrusionOk="0">
                            <a:moveTo>
                              <a:pt x="2886" y="1"/>
                            </a:moveTo>
                            <a:cubicBezTo>
                              <a:pt x="1803" y="1"/>
                              <a:pt x="829" y="650"/>
                              <a:pt x="413" y="1649"/>
                            </a:cubicBezTo>
                            <a:cubicBezTo>
                              <a:pt x="1" y="2649"/>
                              <a:pt x="227" y="3798"/>
                              <a:pt x="993" y="4564"/>
                            </a:cubicBezTo>
                            <a:cubicBezTo>
                              <a:pt x="1505" y="5076"/>
                              <a:pt x="2189" y="5349"/>
                              <a:pt x="2884" y="5349"/>
                            </a:cubicBezTo>
                            <a:cubicBezTo>
                              <a:pt x="3229" y="5349"/>
                              <a:pt x="3576" y="5282"/>
                              <a:pt x="3908" y="5144"/>
                            </a:cubicBezTo>
                            <a:cubicBezTo>
                              <a:pt x="4907" y="4732"/>
                              <a:pt x="5560" y="3758"/>
                              <a:pt x="5560" y="2674"/>
                            </a:cubicBezTo>
                            <a:cubicBezTo>
                              <a:pt x="5560" y="1197"/>
                              <a:pt x="4364" y="1"/>
                              <a:pt x="28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4" name="Google Shape;4884;p57"/>
                      <p:cNvSpPr/>
                      <p:nvPr/>
                    </p:nvSpPr>
                    <p:spPr>
                      <a:xfrm>
                        <a:off x="1173592" y="3951414"/>
                        <a:ext cx="84343" cy="5"/>
                      </a:xfrm>
                      <a:custGeom>
                        <a:avLst/>
                        <a:gdLst/>
                        <a:ahLst/>
                        <a:cxnLst/>
                        <a:rect l="l" t="t" r="r" b="b"/>
                        <a:pathLst>
                          <a:path w="17599" h="1" fill="none" extrusionOk="0">
                            <a:moveTo>
                              <a:pt x="1759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885" name="Google Shape;4885;p57"/>
                    <p:cNvSpPr/>
                    <p:nvPr/>
                  </p:nvSpPr>
                  <p:spPr>
                    <a:xfrm>
                      <a:off x="1084172" y="3842857"/>
                      <a:ext cx="86476" cy="217131"/>
                    </a:xfrm>
                    <a:custGeom>
                      <a:avLst/>
                      <a:gdLst/>
                      <a:ahLst/>
                      <a:cxnLst/>
                      <a:rect l="l" t="t" r="r" b="b"/>
                      <a:pathLst>
                        <a:path w="18044" h="45330" fill="none" extrusionOk="0">
                          <a:moveTo>
                            <a:pt x="0" y="45330"/>
                          </a:moveTo>
                          <a:lnTo>
                            <a:pt x="12418" y="45330"/>
                          </a:lnTo>
                          <a:cubicBezTo>
                            <a:pt x="15150" y="45330"/>
                            <a:pt x="18043" y="42619"/>
                            <a:pt x="18043" y="35634"/>
                          </a:cubicBezTo>
                          <a:lnTo>
                            <a:pt x="18043" y="9697"/>
                          </a:lnTo>
                          <a:cubicBezTo>
                            <a:pt x="18043" y="2711"/>
                            <a:pt x="15150" y="1"/>
                            <a:pt x="12418" y="1"/>
                          </a:cubicBezTo>
                          <a:lnTo>
                            <a:pt x="1715"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886" name="Google Shape;4886;p57"/>
                  <p:cNvSpPr/>
                  <p:nvPr/>
                </p:nvSpPr>
                <p:spPr>
                  <a:xfrm>
                    <a:off x="906290" y="3999967"/>
                    <a:ext cx="177893" cy="102717"/>
                  </a:xfrm>
                  <a:custGeom>
                    <a:avLst/>
                    <a:gdLst/>
                    <a:ahLst/>
                    <a:cxnLst/>
                    <a:rect l="l" t="t" r="r" b="b"/>
                    <a:pathLst>
                      <a:path w="37119" h="21444" extrusionOk="0">
                        <a:moveTo>
                          <a:pt x="4947" y="1"/>
                        </a:moveTo>
                        <a:cubicBezTo>
                          <a:pt x="2215" y="1"/>
                          <a:pt x="1" y="2678"/>
                          <a:pt x="1" y="5983"/>
                        </a:cubicBezTo>
                        <a:lnTo>
                          <a:pt x="1" y="15461"/>
                        </a:lnTo>
                        <a:cubicBezTo>
                          <a:pt x="1" y="18766"/>
                          <a:pt x="2215" y="21443"/>
                          <a:pt x="4947" y="21443"/>
                        </a:cubicBezTo>
                        <a:lnTo>
                          <a:pt x="32168" y="21443"/>
                        </a:lnTo>
                        <a:cubicBezTo>
                          <a:pt x="34901" y="21443"/>
                          <a:pt x="37118" y="18766"/>
                          <a:pt x="37118" y="15461"/>
                        </a:cubicBezTo>
                        <a:lnTo>
                          <a:pt x="37118" y="5983"/>
                        </a:lnTo>
                        <a:cubicBezTo>
                          <a:pt x="37118" y="2678"/>
                          <a:pt x="34901" y="1"/>
                          <a:pt x="32168" y="1"/>
                        </a:cubicBezTo>
                        <a:close/>
                      </a:path>
                    </a:pathLst>
                  </a:custGeom>
                  <a:solidFill>
                    <a:srgbClr val="667E92"/>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7" name="Google Shape;4887;p57"/>
                  <p:cNvSpPr/>
                  <p:nvPr/>
                </p:nvSpPr>
                <p:spPr>
                  <a:xfrm>
                    <a:off x="914509" y="3800594"/>
                    <a:ext cx="177888" cy="102731"/>
                  </a:xfrm>
                  <a:custGeom>
                    <a:avLst/>
                    <a:gdLst/>
                    <a:ahLst/>
                    <a:cxnLst/>
                    <a:rect l="l" t="t" r="r" b="b"/>
                    <a:pathLst>
                      <a:path w="37118" h="21447" extrusionOk="0">
                        <a:moveTo>
                          <a:pt x="4951" y="0"/>
                        </a:moveTo>
                        <a:cubicBezTo>
                          <a:pt x="2218" y="0"/>
                          <a:pt x="0" y="2678"/>
                          <a:pt x="0" y="5983"/>
                        </a:cubicBezTo>
                        <a:lnTo>
                          <a:pt x="0" y="15460"/>
                        </a:lnTo>
                        <a:cubicBezTo>
                          <a:pt x="0" y="18765"/>
                          <a:pt x="2215" y="21446"/>
                          <a:pt x="4951" y="21446"/>
                        </a:cubicBezTo>
                        <a:lnTo>
                          <a:pt x="32168" y="21446"/>
                        </a:lnTo>
                        <a:cubicBezTo>
                          <a:pt x="34900" y="21446"/>
                          <a:pt x="37118" y="18765"/>
                          <a:pt x="37118" y="15460"/>
                        </a:cubicBezTo>
                        <a:lnTo>
                          <a:pt x="37118" y="5983"/>
                        </a:lnTo>
                        <a:cubicBezTo>
                          <a:pt x="37118" y="2678"/>
                          <a:pt x="34900" y="0"/>
                          <a:pt x="32168" y="0"/>
                        </a:cubicBezTo>
                        <a:close/>
                      </a:path>
                    </a:pathLst>
                  </a:custGeom>
                  <a:solidFill>
                    <a:srgbClr val="E6EBEF"/>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88" name="Google Shape;4888;p57"/>
                <p:cNvGrpSpPr/>
                <p:nvPr/>
              </p:nvGrpSpPr>
              <p:grpSpPr>
                <a:xfrm>
                  <a:off x="724986" y="3830189"/>
                  <a:ext cx="189533" cy="25626"/>
                  <a:chOff x="724986" y="3830189"/>
                  <a:chExt cx="189533" cy="25626"/>
                </a:xfrm>
              </p:grpSpPr>
              <p:sp>
                <p:nvSpPr>
                  <p:cNvPr id="4889" name="Google Shape;4889;p57"/>
                  <p:cNvSpPr/>
                  <p:nvPr/>
                </p:nvSpPr>
                <p:spPr>
                  <a:xfrm>
                    <a:off x="724986" y="3830189"/>
                    <a:ext cx="26646" cy="25626"/>
                  </a:xfrm>
                  <a:custGeom>
                    <a:avLst/>
                    <a:gdLst/>
                    <a:ahLst/>
                    <a:cxnLst/>
                    <a:rect l="l" t="t" r="r" b="b"/>
                    <a:pathLst>
                      <a:path w="5560" h="5350" extrusionOk="0">
                        <a:moveTo>
                          <a:pt x="2674" y="1"/>
                        </a:moveTo>
                        <a:cubicBezTo>
                          <a:pt x="1197" y="1"/>
                          <a:pt x="0" y="1197"/>
                          <a:pt x="0" y="2675"/>
                        </a:cubicBezTo>
                        <a:cubicBezTo>
                          <a:pt x="0" y="3758"/>
                          <a:pt x="653" y="4732"/>
                          <a:pt x="1653" y="5144"/>
                        </a:cubicBezTo>
                        <a:cubicBezTo>
                          <a:pt x="1984" y="5282"/>
                          <a:pt x="2331" y="5349"/>
                          <a:pt x="2676" y="5349"/>
                        </a:cubicBezTo>
                        <a:cubicBezTo>
                          <a:pt x="3371" y="5349"/>
                          <a:pt x="4055" y="5077"/>
                          <a:pt x="4567" y="4564"/>
                        </a:cubicBezTo>
                        <a:cubicBezTo>
                          <a:pt x="5330" y="3802"/>
                          <a:pt x="5559" y="2649"/>
                          <a:pt x="5147" y="1650"/>
                        </a:cubicBezTo>
                        <a:cubicBezTo>
                          <a:pt x="4731" y="650"/>
                          <a:pt x="3757" y="1"/>
                          <a:pt x="2674"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0" name="Google Shape;4890;p57"/>
                  <p:cNvSpPr/>
                  <p:nvPr/>
                </p:nvSpPr>
                <p:spPr>
                  <a:xfrm>
                    <a:off x="746695" y="3842838"/>
                    <a:ext cx="167824" cy="5"/>
                  </a:xfrm>
                  <a:custGeom>
                    <a:avLst/>
                    <a:gdLst/>
                    <a:ahLst/>
                    <a:cxnLst/>
                    <a:rect l="l" t="t" r="r" b="b"/>
                    <a:pathLst>
                      <a:path w="35018" h="1" fill="none" extrusionOk="0">
                        <a:moveTo>
                          <a:pt x="35017"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grpSp>
        <p:nvGrpSpPr>
          <p:cNvPr id="4891" name="Google Shape;4891;p57"/>
          <p:cNvGrpSpPr/>
          <p:nvPr/>
        </p:nvGrpSpPr>
        <p:grpSpPr>
          <a:xfrm>
            <a:off x="2249438" y="2249669"/>
            <a:ext cx="948701" cy="935378"/>
            <a:chOff x="2253298" y="2428317"/>
            <a:chExt cx="948701" cy="935378"/>
          </a:xfrm>
        </p:grpSpPr>
        <p:sp>
          <p:nvSpPr>
            <p:cNvPr id="4892" name="Google Shape;4892;p57"/>
            <p:cNvSpPr/>
            <p:nvPr/>
          </p:nvSpPr>
          <p:spPr>
            <a:xfrm>
              <a:off x="2418065" y="2799334"/>
              <a:ext cx="619167" cy="193359"/>
            </a:xfrm>
            <a:custGeom>
              <a:avLst/>
              <a:gdLst/>
              <a:ahLst/>
              <a:cxnLst/>
              <a:rect l="l" t="t" r="r" b="b"/>
              <a:pathLst>
                <a:path w="116549" h="36397" extrusionOk="0">
                  <a:moveTo>
                    <a:pt x="18199" y="1"/>
                  </a:moveTo>
                  <a:cubicBezTo>
                    <a:pt x="8148" y="1"/>
                    <a:pt x="1" y="8148"/>
                    <a:pt x="1" y="18198"/>
                  </a:cubicBezTo>
                  <a:cubicBezTo>
                    <a:pt x="1" y="28249"/>
                    <a:pt x="8148" y="36396"/>
                    <a:pt x="18199" y="36396"/>
                  </a:cubicBezTo>
                  <a:lnTo>
                    <a:pt x="98350" y="36396"/>
                  </a:lnTo>
                  <a:cubicBezTo>
                    <a:pt x="108401" y="36396"/>
                    <a:pt x="116548" y="28249"/>
                    <a:pt x="116548" y="18198"/>
                  </a:cubicBezTo>
                  <a:cubicBezTo>
                    <a:pt x="116548" y="8148"/>
                    <a:pt x="108401" y="1"/>
                    <a:pt x="98350"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3" name="Google Shape;4893;p57"/>
            <p:cNvSpPr/>
            <p:nvPr/>
          </p:nvSpPr>
          <p:spPr>
            <a:xfrm>
              <a:off x="2373234" y="2761962"/>
              <a:ext cx="248482" cy="268106"/>
            </a:xfrm>
            <a:custGeom>
              <a:avLst/>
              <a:gdLst/>
              <a:ahLst/>
              <a:cxnLst/>
              <a:rect l="l" t="t" r="r" b="b"/>
              <a:pathLst>
                <a:path w="46773" h="50467" extrusionOk="0">
                  <a:moveTo>
                    <a:pt x="25232" y="1"/>
                  </a:moveTo>
                  <a:cubicBezTo>
                    <a:pt x="11319" y="1"/>
                    <a:pt x="0" y="11322"/>
                    <a:pt x="0" y="25233"/>
                  </a:cubicBezTo>
                  <a:cubicBezTo>
                    <a:pt x="0" y="39146"/>
                    <a:pt x="11319" y="50466"/>
                    <a:pt x="25232" y="50466"/>
                  </a:cubicBezTo>
                  <a:lnTo>
                    <a:pt x="46773" y="50466"/>
                  </a:lnTo>
                  <a:lnTo>
                    <a:pt x="46773" y="49007"/>
                  </a:lnTo>
                  <a:lnTo>
                    <a:pt x="25232" y="49007"/>
                  </a:lnTo>
                  <a:cubicBezTo>
                    <a:pt x="12124" y="49007"/>
                    <a:pt x="1456" y="38344"/>
                    <a:pt x="1456" y="25233"/>
                  </a:cubicBezTo>
                  <a:cubicBezTo>
                    <a:pt x="1456" y="12123"/>
                    <a:pt x="12124" y="1457"/>
                    <a:pt x="25232" y="1457"/>
                  </a:cubicBezTo>
                  <a:lnTo>
                    <a:pt x="46773" y="1457"/>
                  </a:lnTo>
                  <a:lnTo>
                    <a:pt x="46773" y="1"/>
                  </a:ln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4" name="Google Shape;4894;p57"/>
            <p:cNvSpPr/>
            <p:nvPr/>
          </p:nvSpPr>
          <p:spPr>
            <a:xfrm>
              <a:off x="2726356" y="3024889"/>
              <a:ext cx="2582" cy="99328"/>
            </a:xfrm>
            <a:custGeom>
              <a:avLst/>
              <a:gdLst/>
              <a:ahLst/>
              <a:cxnLst/>
              <a:rect l="l" t="t" r="r" b="b"/>
              <a:pathLst>
                <a:path w="486" h="18697" extrusionOk="0">
                  <a:moveTo>
                    <a:pt x="243" y="1"/>
                  </a:moveTo>
                  <a:cubicBezTo>
                    <a:pt x="108" y="1"/>
                    <a:pt x="1" y="109"/>
                    <a:pt x="1" y="243"/>
                  </a:cubicBezTo>
                  <a:lnTo>
                    <a:pt x="1" y="18455"/>
                  </a:lnTo>
                  <a:cubicBezTo>
                    <a:pt x="1" y="18588"/>
                    <a:pt x="108" y="18697"/>
                    <a:pt x="243" y="18697"/>
                  </a:cubicBezTo>
                  <a:cubicBezTo>
                    <a:pt x="377" y="18697"/>
                    <a:pt x="485" y="18588"/>
                    <a:pt x="485" y="18455"/>
                  </a:cubicBezTo>
                  <a:lnTo>
                    <a:pt x="485" y="243"/>
                  </a:lnTo>
                  <a:cubicBezTo>
                    <a:pt x="485" y="109"/>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5" name="Google Shape;4895;p57"/>
            <p:cNvSpPr/>
            <p:nvPr/>
          </p:nvSpPr>
          <p:spPr>
            <a:xfrm>
              <a:off x="2785174" y="3024884"/>
              <a:ext cx="287220" cy="99333"/>
            </a:xfrm>
            <a:custGeom>
              <a:avLst/>
              <a:gdLst/>
              <a:ahLst/>
              <a:cxnLst/>
              <a:rect l="l" t="t" r="r" b="b"/>
              <a:pathLst>
                <a:path w="54065" h="18698" extrusionOk="0">
                  <a:moveTo>
                    <a:pt x="242" y="0"/>
                  </a:moveTo>
                  <a:cubicBezTo>
                    <a:pt x="109" y="0"/>
                    <a:pt x="0" y="109"/>
                    <a:pt x="0" y="242"/>
                  </a:cubicBezTo>
                  <a:lnTo>
                    <a:pt x="0" y="5286"/>
                  </a:lnTo>
                  <a:cubicBezTo>
                    <a:pt x="0" y="8843"/>
                    <a:pt x="2895" y="11736"/>
                    <a:pt x="6451" y="11736"/>
                  </a:cubicBezTo>
                  <a:lnTo>
                    <a:pt x="46862" y="11736"/>
                  </a:lnTo>
                  <a:cubicBezTo>
                    <a:pt x="50567" y="11736"/>
                    <a:pt x="53580" y="14751"/>
                    <a:pt x="53580" y="18456"/>
                  </a:cubicBezTo>
                  <a:cubicBezTo>
                    <a:pt x="53580" y="18589"/>
                    <a:pt x="53689" y="18698"/>
                    <a:pt x="53822" y="18698"/>
                  </a:cubicBezTo>
                  <a:cubicBezTo>
                    <a:pt x="53957" y="18698"/>
                    <a:pt x="54064" y="18589"/>
                    <a:pt x="54063" y="18456"/>
                  </a:cubicBezTo>
                  <a:cubicBezTo>
                    <a:pt x="54063" y="14484"/>
                    <a:pt x="50831" y="11250"/>
                    <a:pt x="46858" y="11250"/>
                  </a:cubicBezTo>
                  <a:lnTo>
                    <a:pt x="6449" y="11250"/>
                  </a:lnTo>
                  <a:cubicBezTo>
                    <a:pt x="3160" y="11250"/>
                    <a:pt x="484" y="8576"/>
                    <a:pt x="484" y="5286"/>
                  </a:cubicBezTo>
                  <a:lnTo>
                    <a:pt x="484" y="242"/>
                  </a:lnTo>
                  <a:cubicBezTo>
                    <a:pt x="484" y="109"/>
                    <a:pt x="376" y="0"/>
                    <a:pt x="242"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6" name="Google Shape;4896;p57"/>
            <p:cNvSpPr/>
            <p:nvPr/>
          </p:nvSpPr>
          <p:spPr>
            <a:xfrm>
              <a:off x="2382903" y="3024884"/>
              <a:ext cx="287215" cy="99333"/>
            </a:xfrm>
            <a:custGeom>
              <a:avLst/>
              <a:gdLst/>
              <a:ahLst/>
              <a:cxnLst/>
              <a:rect l="l" t="t" r="r" b="b"/>
              <a:pathLst>
                <a:path w="54064" h="18698" extrusionOk="0">
                  <a:moveTo>
                    <a:pt x="53821" y="0"/>
                  </a:moveTo>
                  <a:cubicBezTo>
                    <a:pt x="53686" y="0"/>
                    <a:pt x="53579" y="109"/>
                    <a:pt x="53579" y="242"/>
                  </a:cubicBezTo>
                  <a:lnTo>
                    <a:pt x="53579" y="5286"/>
                  </a:lnTo>
                  <a:cubicBezTo>
                    <a:pt x="53579" y="8576"/>
                    <a:pt x="50903" y="11250"/>
                    <a:pt x="47614" y="11250"/>
                  </a:cubicBezTo>
                  <a:lnTo>
                    <a:pt x="7205" y="11250"/>
                  </a:lnTo>
                  <a:cubicBezTo>
                    <a:pt x="3232" y="11250"/>
                    <a:pt x="0" y="14484"/>
                    <a:pt x="0" y="18456"/>
                  </a:cubicBezTo>
                  <a:cubicBezTo>
                    <a:pt x="0" y="18589"/>
                    <a:pt x="109" y="18698"/>
                    <a:pt x="242" y="18698"/>
                  </a:cubicBezTo>
                  <a:cubicBezTo>
                    <a:pt x="376" y="18698"/>
                    <a:pt x="485" y="18589"/>
                    <a:pt x="485" y="18456"/>
                  </a:cubicBezTo>
                  <a:cubicBezTo>
                    <a:pt x="485" y="14751"/>
                    <a:pt x="3499" y="11736"/>
                    <a:pt x="7202" y="11736"/>
                  </a:cubicBezTo>
                  <a:lnTo>
                    <a:pt x="47612" y="11736"/>
                  </a:lnTo>
                  <a:cubicBezTo>
                    <a:pt x="51169" y="11736"/>
                    <a:pt x="54063" y="8843"/>
                    <a:pt x="54063" y="5286"/>
                  </a:cubicBezTo>
                  <a:lnTo>
                    <a:pt x="54063" y="242"/>
                  </a:lnTo>
                  <a:cubicBezTo>
                    <a:pt x="54063" y="109"/>
                    <a:pt x="53955" y="0"/>
                    <a:pt x="53821"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7" name="Google Shape;4897;p57"/>
            <p:cNvSpPr/>
            <p:nvPr/>
          </p:nvSpPr>
          <p:spPr>
            <a:xfrm>
              <a:off x="2596756" y="3151259"/>
              <a:ext cx="261784" cy="212436"/>
            </a:xfrm>
            <a:custGeom>
              <a:avLst/>
              <a:gdLst/>
              <a:ahLst/>
              <a:cxnLst/>
              <a:rect l="l" t="t" r="r" b="b"/>
              <a:pathLst>
                <a:path w="49277" h="39988" extrusionOk="0">
                  <a:moveTo>
                    <a:pt x="7996" y="0"/>
                  </a:moveTo>
                  <a:cubicBezTo>
                    <a:pt x="3580" y="0"/>
                    <a:pt x="0" y="3579"/>
                    <a:pt x="0" y="7995"/>
                  </a:cubicBezTo>
                  <a:lnTo>
                    <a:pt x="0" y="31993"/>
                  </a:lnTo>
                  <a:cubicBezTo>
                    <a:pt x="0" y="36409"/>
                    <a:pt x="3580" y="39988"/>
                    <a:pt x="7996" y="39988"/>
                  </a:cubicBezTo>
                  <a:lnTo>
                    <a:pt x="41280" y="39988"/>
                  </a:lnTo>
                  <a:cubicBezTo>
                    <a:pt x="45697" y="39988"/>
                    <a:pt x="49277" y="36409"/>
                    <a:pt x="49277" y="31993"/>
                  </a:cubicBezTo>
                  <a:lnTo>
                    <a:pt x="49277" y="7995"/>
                  </a:lnTo>
                  <a:cubicBezTo>
                    <a:pt x="49277" y="3579"/>
                    <a:pt x="45697" y="0"/>
                    <a:pt x="4128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8" name="Google Shape;4898;p57"/>
            <p:cNvSpPr/>
            <p:nvPr/>
          </p:nvSpPr>
          <p:spPr>
            <a:xfrm>
              <a:off x="2940204" y="3151259"/>
              <a:ext cx="261795" cy="212436"/>
            </a:xfrm>
            <a:custGeom>
              <a:avLst/>
              <a:gdLst/>
              <a:ahLst/>
              <a:cxnLst/>
              <a:rect l="l" t="t" r="r" b="b"/>
              <a:pathLst>
                <a:path w="49279" h="39988" extrusionOk="0">
                  <a:moveTo>
                    <a:pt x="7995" y="0"/>
                  </a:moveTo>
                  <a:cubicBezTo>
                    <a:pt x="3580" y="0"/>
                    <a:pt x="0" y="3579"/>
                    <a:pt x="0" y="7995"/>
                  </a:cubicBezTo>
                  <a:lnTo>
                    <a:pt x="0" y="31993"/>
                  </a:lnTo>
                  <a:cubicBezTo>
                    <a:pt x="0" y="36409"/>
                    <a:pt x="3580" y="39988"/>
                    <a:pt x="7995" y="39988"/>
                  </a:cubicBezTo>
                  <a:lnTo>
                    <a:pt x="41282" y="39988"/>
                  </a:lnTo>
                  <a:cubicBezTo>
                    <a:pt x="45698" y="39988"/>
                    <a:pt x="49278" y="36409"/>
                    <a:pt x="49278" y="31993"/>
                  </a:cubicBezTo>
                  <a:lnTo>
                    <a:pt x="49278" y="7995"/>
                  </a:lnTo>
                  <a:cubicBezTo>
                    <a:pt x="49278" y="3579"/>
                    <a:pt x="45698" y="0"/>
                    <a:pt x="41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9" name="Google Shape;4899;p57"/>
            <p:cNvSpPr/>
            <p:nvPr/>
          </p:nvSpPr>
          <p:spPr>
            <a:xfrm>
              <a:off x="2253298" y="3151259"/>
              <a:ext cx="261795" cy="212436"/>
            </a:xfrm>
            <a:custGeom>
              <a:avLst/>
              <a:gdLst/>
              <a:ahLst/>
              <a:cxnLst/>
              <a:rect l="l" t="t" r="r" b="b"/>
              <a:pathLst>
                <a:path w="49279" h="39988" extrusionOk="0">
                  <a:moveTo>
                    <a:pt x="7997" y="0"/>
                  </a:moveTo>
                  <a:cubicBezTo>
                    <a:pt x="3580" y="0"/>
                    <a:pt x="0" y="3579"/>
                    <a:pt x="0" y="7995"/>
                  </a:cubicBezTo>
                  <a:lnTo>
                    <a:pt x="0" y="31993"/>
                  </a:lnTo>
                  <a:cubicBezTo>
                    <a:pt x="0" y="36409"/>
                    <a:pt x="3580" y="39988"/>
                    <a:pt x="7997" y="39988"/>
                  </a:cubicBezTo>
                  <a:lnTo>
                    <a:pt x="41282" y="39988"/>
                  </a:lnTo>
                  <a:cubicBezTo>
                    <a:pt x="45697" y="39988"/>
                    <a:pt x="49277" y="36409"/>
                    <a:pt x="49277" y="31993"/>
                  </a:cubicBezTo>
                  <a:lnTo>
                    <a:pt x="49277" y="7995"/>
                  </a:lnTo>
                  <a:cubicBezTo>
                    <a:pt x="49278" y="3579"/>
                    <a:pt x="45697" y="0"/>
                    <a:pt x="4128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0" name="Google Shape;4900;p57"/>
            <p:cNvSpPr/>
            <p:nvPr/>
          </p:nvSpPr>
          <p:spPr>
            <a:xfrm>
              <a:off x="2718685" y="3113966"/>
              <a:ext cx="17919" cy="17924"/>
            </a:xfrm>
            <a:custGeom>
              <a:avLst/>
              <a:gdLst/>
              <a:ahLst/>
              <a:cxnLst/>
              <a:rect l="l" t="t" r="r" b="b"/>
              <a:pathLst>
                <a:path w="3373" h="3374" extrusionOk="0">
                  <a:moveTo>
                    <a:pt x="1687" y="0"/>
                  </a:moveTo>
                  <a:cubicBezTo>
                    <a:pt x="755" y="0"/>
                    <a:pt x="1" y="755"/>
                    <a:pt x="1" y="1687"/>
                  </a:cubicBezTo>
                  <a:cubicBezTo>
                    <a:pt x="1" y="2619"/>
                    <a:pt x="755" y="3373"/>
                    <a:pt x="1687" y="3373"/>
                  </a:cubicBezTo>
                  <a:cubicBezTo>
                    <a:pt x="2618" y="3373"/>
                    <a:pt x="3372" y="2619"/>
                    <a:pt x="3372" y="1687"/>
                  </a:cubicBezTo>
                  <a:cubicBezTo>
                    <a:pt x="3372" y="755"/>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1" name="Google Shape;4901;p57"/>
            <p:cNvSpPr/>
            <p:nvPr/>
          </p:nvSpPr>
          <p:spPr>
            <a:xfrm>
              <a:off x="3062128" y="3113966"/>
              <a:ext cx="17924" cy="17924"/>
            </a:xfrm>
            <a:custGeom>
              <a:avLst/>
              <a:gdLst/>
              <a:ahLst/>
              <a:cxnLst/>
              <a:rect l="l" t="t" r="r" b="b"/>
              <a:pathLst>
                <a:path w="3374" h="3374" extrusionOk="0">
                  <a:moveTo>
                    <a:pt x="1687" y="0"/>
                  </a:moveTo>
                  <a:cubicBezTo>
                    <a:pt x="755" y="0"/>
                    <a:pt x="0" y="755"/>
                    <a:pt x="0" y="1687"/>
                  </a:cubicBezTo>
                  <a:cubicBezTo>
                    <a:pt x="0" y="2619"/>
                    <a:pt x="755" y="3373"/>
                    <a:pt x="1687" y="3373"/>
                  </a:cubicBezTo>
                  <a:cubicBezTo>
                    <a:pt x="2619" y="3373"/>
                    <a:pt x="3373" y="2619"/>
                    <a:pt x="3373" y="1687"/>
                  </a:cubicBezTo>
                  <a:cubicBezTo>
                    <a:pt x="3373"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2" name="Google Shape;4902;p57"/>
            <p:cNvSpPr/>
            <p:nvPr/>
          </p:nvSpPr>
          <p:spPr>
            <a:xfrm>
              <a:off x="2375226" y="3113966"/>
              <a:ext cx="17924" cy="17924"/>
            </a:xfrm>
            <a:custGeom>
              <a:avLst/>
              <a:gdLst/>
              <a:ahLst/>
              <a:cxnLst/>
              <a:rect l="l" t="t" r="r" b="b"/>
              <a:pathLst>
                <a:path w="3374" h="3374" extrusionOk="0">
                  <a:moveTo>
                    <a:pt x="1687" y="0"/>
                  </a:moveTo>
                  <a:cubicBezTo>
                    <a:pt x="755" y="0"/>
                    <a:pt x="1" y="755"/>
                    <a:pt x="1" y="1687"/>
                  </a:cubicBezTo>
                  <a:cubicBezTo>
                    <a:pt x="1" y="2619"/>
                    <a:pt x="755" y="3373"/>
                    <a:pt x="1687" y="3373"/>
                  </a:cubicBezTo>
                  <a:cubicBezTo>
                    <a:pt x="2619" y="3373"/>
                    <a:pt x="3374" y="2619"/>
                    <a:pt x="3374" y="1687"/>
                  </a:cubicBezTo>
                  <a:cubicBezTo>
                    <a:pt x="3374"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3" name="Google Shape;4903;p57"/>
            <p:cNvSpPr/>
            <p:nvPr/>
          </p:nvSpPr>
          <p:spPr>
            <a:xfrm>
              <a:off x="2718685" y="3017224"/>
              <a:ext cx="17919" cy="17919"/>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8"/>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4" name="Google Shape;4904;p57"/>
            <p:cNvSpPr/>
            <p:nvPr/>
          </p:nvSpPr>
          <p:spPr>
            <a:xfrm>
              <a:off x="2777509" y="3017224"/>
              <a:ext cx="17914" cy="17919"/>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8"/>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5" name="Google Shape;4905;p57"/>
            <p:cNvSpPr/>
            <p:nvPr/>
          </p:nvSpPr>
          <p:spPr>
            <a:xfrm>
              <a:off x="2659856" y="3017224"/>
              <a:ext cx="17914" cy="17919"/>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8"/>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6" name="Google Shape;4906;p57"/>
            <p:cNvSpPr/>
            <p:nvPr/>
          </p:nvSpPr>
          <p:spPr>
            <a:xfrm>
              <a:off x="2726356" y="2667807"/>
              <a:ext cx="2582" cy="99322"/>
            </a:xfrm>
            <a:custGeom>
              <a:avLst/>
              <a:gdLst/>
              <a:ahLst/>
              <a:cxnLst/>
              <a:rect l="l" t="t" r="r" b="b"/>
              <a:pathLst>
                <a:path w="486" h="18696" extrusionOk="0">
                  <a:moveTo>
                    <a:pt x="243" y="0"/>
                  </a:moveTo>
                  <a:cubicBezTo>
                    <a:pt x="108" y="0"/>
                    <a:pt x="1" y="109"/>
                    <a:pt x="1" y="243"/>
                  </a:cubicBezTo>
                  <a:lnTo>
                    <a:pt x="1" y="18453"/>
                  </a:lnTo>
                  <a:cubicBezTo>
                    <a:pt x="1" y="18588"/>
                    <a:pt x="108" y="18695"/>
                    <a:pt x="243" y="18695"/>
                  </a:cubicBezTo>
                  <a:cubicBezTo>
                    <a:pt x="377" y="18695"/>
                    <a:pt x="485" y="18588"/>
                    <a:pt x="485" y="18453"/>
                  </a:cubicBezTo>
                  <a:lnTo>
                    <a:pt x="485" y="243"/>
                  </a:lnTo>
                  <a:cubicBezTo>
                    <a:pt x="485" y="109"/>
                    <a:pt x="377" y="0"/>
                    <a:pt x="243" y="0"/>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7" name="Google Shape;4907;p57"/>
            <p:cNvSpPr/>
            <p:nvPr/>
          </p:nvSpPr>
          <p:spPr>
            <a:xfrm>
              <a:off x="2785174" y="2667796"/>
              <a:ext cx="287210" cy="99333"/>
            </a:xfrm>
            <a:custGeom>
              <a:avLst/>
              <a:gdLst/>
              <a:ahLst/>
              <a:cxnLst/>
              <a:rect l="l" t="t" r="r" b="b"/>
              <a:pathLst>
                <a:path w="54063" h="18698" extrusionOk="0">
                  <a:moveTo>
                    <a:pt x="53821" y="1"/>
                  </a:moveTo>
                  <a:cubicBezTo>
                    <a:pt x="53687" y="1"/>
                    <a:pt x="53579" y="108"/>
                    <a:pt x="53579" y="243"/>
                  </a:cubicBezTo>
                  <a:cubicBezTo>
                    <a:pt x="53579" y="3946"/>
                    <a:pt x="50564" y="6961"/>
                    <a:pt x="46861" y="6961"/>
                  </a:cubicBezTo>
                  <a:lnTo>
                    <a:pt x="6451" y="6961"/>
                  </a:lnTo>
                  <a:cubicBezTo>
                    <a:pt x="2895" y="6961"/>
                    <a:pt x="0" y="9857"/>
                    <a:pt x="0" y="13412"/>
                  </a:cubicBezTo>
                  <a:lnTo>
                    <a:pt x="0" y="18455"/>
                  </a:lnTo>
                  <a:cubicBezTo>
                    <a:pt x="0" y="18590"/>
                    <a:pt x="109" y="18697"/>
                    <a:pt x="242" y="18697"/>
                  </a:cubicBezTo>
                  <a:cubicBezTo>
                    <a:pt x="379" y="18697"/>
                    <a:pt x="487" y="18590"/>
                    <a:pt x="486" y="18455"/>
                  </a:cubicBezTo>
                  <a:lnTo>
                    <a:pt x="486" y="13412"/>
                  </a:lnTo>
                  <a:cubicBezTo>
                    <a:pt x="486" y="10122"/>
                    <a:pt x="3162" y="7447"/>
                    <a:pt x="6451" y="7447"/>
                  </a:cubicBezTo>
                  <a:lnTo>
                    <a:pt x="46858" y="7447"/>
                  </a:lnTo>
                  <a:cubicBezTo>
                    <a:pt x="50831" y="7447"/>
                    <a:pt x="54063" y="4215"/>
                    <a:pt x="54063" y="243"/>
                  </a:cubicBezTo>
                  <a:cubicBezTo>
                    <a:pt x="54063" y="108"/>
                    <a:pt x="53954" y="1"/>
                    <a:pt x="53821"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8" name="Google Shape;4908;p57"/>
            <p:cNvSpPr/>
            <p:nvPr/>
          </p:nvSpPr>
          <p:spPr>
            <a:xfrm>
              <a:off x="2382892" y="2667796"/>
              <a:ext cx="287226" cy="99333"/>
            </a:xfrm>
            <a:custGeom>
              <a:avLst/>
              <a:gdLst/>
              <a:ahLst/>
              <a:cxnLst/>
              <a:rect l="l" t="t" r="r" b="b"/>
              <a:pathLst>
                <a:path w="54066" h="18698" extrusionOk="0">
                  <a:moveTo>
                    <a:pt x="243" y="1"/>
                  </a:moveTo>
                  <a:cubicBezTo>
                    <a:pt x="108" y="1"/>
                    <a:pt x="1" y="108"/>
                    <a:pt x="1" y="243"/>
                  </a:cubicBezTo>
                  <a:cubicBezTo>
                    <a:pt x="1" y="4216"/>
                    <a:pt x="3233" y="7447"/>
                    <a:pt x="7204" y="7447"/>
                  </a:cubicBezTo>
                  <a:lnTo>
                    <a:pt x="47616" y="7447"/>
                  </a:lnTo>
                  <a:cubicBezTo>
                    <a:pt x="50905" y="7447"/>
                    <a:pt x="53581" y="10122"/>
                    <a:pt x="53581" y="13412"/>
                  </a:cubicBezTo>
                  <a:lnTo>
                    <a:pt x="53581" y="18455"/>
                  </a:lnTo>
                  <a:cubicBezTo>
                    <a:pt x="53581" y="18590"/>
                    <a:pt x="53688" y="18697"/>
                    <a:pt x="53823" y="18697"/>
                  </a:cubicBezTo>
                  <a:cubicBezTo>
                    <a:pt x="53957" y="18697"/>
                    <a:pt x="54065" y="18590"/>
                    <a:pt x="54062" y="18455"/>
                  </a:cubicBezTo>
                  <a:lnTo>
                    <a:pt x="54062" y="13412"/>
                  </a:lnTo>
                  <a:cubicBezTo>
                    <a:pt x="54062" y="9854"/>
                    <a:pt x="51169" y="6961"/>
                    <a:pt x="47611" y="6961"/>
                  </a:cubicBezTo>
                  <a:lnTo>
                    <a:pt x="7203" y="6961"/>
                  </a:lnTo>
                  <a:cubicBezTo>
                    <a:pt x="3498" y="6961"/>
                    <a:pt x="485" y="3946"/>
                    <a:pt x="485" y="243"/>
                  </a:cubicBezTo>
                  <a:cubicBezTo>
                    <a:pt x="485" y="108"/>
                    <a:pt x="377" y="1"/>
                    <a:pt x="243" y="1"/>
                  </a:cubicBezTo>
                  <a:close/>
                </a:path>
              </a:pathLst>
            </a:custGeom>
            <a:solidFill>
              <a:srgbClr val="9FA0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9" name="Google Shape;4909;p57"/>
            <p:cNvSpPr/>
            <p:nvPr/>
          </p:nvSpPr>
          <p:spPr>
            <a:xfrm>
              <a:off x="2596756" y="2428317"/>
              <a:ext cx="261784" cy="212447"/>
            </a:xfrm>
            <a:custGeom>
              <a:avLst/>
              <a:gdLst/>
              <a:ahLst/>
              <a:cxnLst/>
              <a:rect l="l" t="t" r="r" b="b"/>
              <a:pathLst>
                <a:path w="49277" h="39990" extrusionOk="0">
                  <a:moveTo>
                    <a:pt x="7996" y="1"/>
                  </a:moveTo>
                  <a:cubicBezTo>
                    <a:pt x="3580" y="1"/>
                    <a:pt x="0" y="3580"/>
                    <a:pt x="0" y="7995"/>
                  </a:cubicBezTo>
                  <a:lnTo>
                    <a:pt x="0" y="31993"/>
                  </a:lnTo>
                  <a:cubicBezTo>
                    <a:pt x="0" y="36409"/>
                    <a:pt x="3580" y="39989"/>
                    <a:pt x="7996" y="39989"/>
                  </a:cubicBezTo>
                  <a:lnTo>
                    <a:pt x="41280" y="39989"/>
                  </a:lnTo>
                  <a:cubicBezTo>
                    <a:pt x="45697" y="39989"/>
                    <a:pt x="49277" y="36409"/>
                    <a:pt x="49277" y="31993"/>
                  </a:cubicBezTo>
                  <a:lnTo>
                    <a:pt x="49277" y="7995"/>
                  </a:lnTo>
                  <a:cubicBezTo>
                    <a:pt x="49277" y="3580"/>
                    <a:pt x="45697" y="1"/>
                    <a:pt x="412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0" name="Google Shape;4910;p57"/>
            <p:cNvSpPr/>
            <p:nvPr/>
          </p:nvSpPr>
          <p:spPr>
            <a:xfrm>
              <a:off x="2940204" y="2428317"/>
              <a:ext cx="261795" cy="212447"/>
            </a:xfrm>
            <a:custGeom>
              <a:avLst/>
              <a:gdLst/>
              <a:ahLst/>
              <a:cxnLst/>
              <a:rect l="l" t="t" r="r" b="b"/>
              <a:pathLst>
                <a:path w="49279" h="39990" extrusionOk="0">
                  <a:moveTo>
                    <a:pt x="7995" y="1"/>
                  </a:moveTo>
                  <a:cubicBezTo>
                    <a:pt x="3580" y="1"/>
                    <a:pt x="0" y="3580"/>
                    <a:pt x="0" y="7995"/>
                  </a:cubicBezTo>
                  <a:lnTo>
                    <a:pt x="0" y="31993"/>
                  </a:lnTo>
                  <a:cubicBezTo>
                    <a:pt x="0" y="36409"/>
                    <a:pt x="3580" y="39989"/>
                    <a:pt x="7995" y="39989"/>
                  </a:cubicBezTo>
                  <a:lnTo>
                    <a:pt x="41282" y="39989"/>
                  </a:lnTo>
                  <a:cubicBezTo>
                    <a:pt x="45698" y="39989"/>
                    <a:pt x="49278" y="36409"/>
                    <a:pt x="49278" y="31993"/>
                  </a:cubicBezTo>
                  <a:lnTo>
                    <a:pt x="49278" y="7995"/>
                  </a:lnTo>
                  <a:cubicBezTo>
                    <a:pt x="49278" y="3580"/>
                    <a:pt x="45698" y="1"/>
                    <a:pt x="41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1" name="Google Shape;4911;p57"/>
            <p:cNvSpPr/>
            <p:nvPr/>
          </p:nvSpPr>
          <p:spPr>
            <a:xfrm>
              <a:off x="2253298" y="2428317"/>
              <a:ext cx="261795" cy="212447"/>
            </a:xfrm>
            <a:custGeom>
              <a:avLst/>
              <a:gdLst/>
              <a:ahLst/>
              <a:cxnLst/>
              <a:rect l="l" t="t" r="r" b="b"/>
              <a:pathLst>
                <a:path w="49279" h="39990" extrusionOk="0">
                  <a:moveTo>
                    <a:pt x="7997" y="1"/>
                  </a:moveTo>
                  <a:cubicBezTo>
                    <a:pt x="3580" y="1"/>
                    <a:pt x="0" y="3580"/>
                    <a:pt x="0" y="7995"/>
                  </a:cubicBezTo>
                  <a:lnTo>
                    <a:pt x="0" y="31993"/>
                  </a:lnTo>
                  <a:cubicBezTo>
                    <a:pt x="0" y="36409"/>
                    <a:pt x="3580" y="39989"/>
                    <a:pt x="7997" y="39989"/>
                  </a:cubicBezTo>
                  <a:lnTo>
                    <a:pt x="41282" y="39989"/>
                  </a:lnTo>
                  <a:cubicBezTo>
                    <a:pt x="45697" y="39989"/>
                    <a:pt x="49277" y="36409"/>
                    <a:pt x="49277" y="31993"/>
                  </a:cubicBezTo>
                  <a:lnTo>
                    <a:pt x="49277" y="7995"/>
                  </a:lnTo>
                  <a:cubicBezTo>
                    <a:pt x="49278" y="3580"/>
                    <a:pt x="45697" y="1"/>
                    <a:pt x="412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2" name="Google Shape;4912;p57"/>
            <p:cNvSpPr/>
            <p:nvPr/>
          </p:nvSpPr>
          <p:spPr>
            <a:xfrm>
              <a:off x="2718685" y="2660136"/>
              <a:ext cx="17919" cy="17919"/>
            </a:xfrm>
            <a:custGeom>
              <a:avLst/>
              <a:gdLst/>
              <a:ahLst/>
              <a:cxnLst/>
              <a:rect l="l" t="t" r="r" b="b"/>
              <a:pathLst>
                <a:path w="3373" h="3373" extrusionOk="0">
                  <a:moveTo>
                    <a:pt x="1687" y="0"/>
                  </a:moveTo>
                  <a:cubicBezTo>
                    <a:pt x="755" y="0"/>
                    <a:pt x="1" y="754"/>
                    <a:pt x="1" y="1687"/>
                  </a:cubicBezTo>
                  <a:cubicBezTo>
                    <a:pt x="1" y="2619"/>
                    <a:pt x="755" y="3373"/>
                    <a:pt x="1687" y="3373"/>
                  </a:cubicBezTo>
                  <a:cubicBezTo>
                    <a:pt x="2618" y="3373"/>
                    <a:pt x="3372" y="2617"/>
                    <a:pt x="3372" y="1687"/>
                  </a:cubicBezTo>
                  <a:cubicBezTo>
                    <a:pt x="3372" y="754"/>
                    <a:pt x="2618"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3" name="Google Shape;4913;p57"/>
            <p:cNvSpPr/>
            <p:nvPr/>
          </p:nvSpPr>
          <p:spPr>
            <a:xfrm>
              <a:off x="3062128" y="2660136"/>
              <a:ext cx="17924" cy="17919"/>
            </a:xfrm>
            <a:custGeom>
              <a:avLst/>
              <a:gdLst/>
              <a:ahLst/>
              <a:cxnLst/>
              <a:rect l="l" t="t" r="r" b="b"/>
              <a:pathLst>
                <a:path w="3374" h="3373" extrusionOk="0">
                  <a:moveTo>
                    <a:pt x="1687" y="0"/>
                  </a:moveTo>
                  <a:cubicBezTo>
                    <a:pt x="755" y="0"/>
                    <a:pt x="0" y="754"/>
                    <a:pt x="0" y="1687"/>
                  </a:cubicBezTo>
                  <a:cubicBezTo>
                    <a:pt x="0" y="2619"/>
                    <a:pt x="755" y="3373"/>
                    <a:pt x="1687" y="3373"/>
                  </a:cubicBezTo>
                  <a:cubicBezTo>
                    <a:pt x="2619" y="3370"/>
                    <a:pt x="3373" y="2617"/>
                    <a:pt x="3373" y="1687"/>
                  </a:cubicBezTo>
                  <a:cubicBezTo>
                    <a:pt x="3373"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4" name="Google Shape;4914;p57"/>
            <p:cNvSpPr/>
            <p:nvPr/>
          </p:nvSpPr>
          <p:spPr>
            <a:xfrm>
              <a:off x="2375226" y="2660136"/>
              <a:ext cx="17924" cy="17919"/>
            </a:xfrm>
            <a:custGeom>
              <a:avLst/>
              <a:gdLst/>
              <a:ahLst/>
              <a:cxnLst/>
              <a:rect l="l" t="t" r="r" b="b"/>
              <a:pathLst>
                <a:path w="3374" h="3373" extrusionOk="0">
                  <a:moveTo>
                    <a:pt x="1687" y="0"/>
                  </a:moveTo>
                  <a:cubicBezTo>
                    <a:pt x="755" y="0"/>
                    <a:pt x="1" y="754"/>
                    <a:pt x="1" y="1687"/>
                  </a:cubicBezTo>
                  <a:cubicBezTo>
                    <a:pt x="1" y="2619"/>
                    <a:pt x="755" y="3373"/>
                    <a:pt x="1687" y="3373"/>
                  </a:cubicBezTo>
                  <a:cubicBezTo>
                    <a:pt x="2619" y="3370"/>
                    <a:pt x="3374" y="2617"/>
                    <a:pt x="3374" y="1687"/>
                  </a:cubicBezTo>
                  <a:cubicBezTo>
                    <a:pt x="3374"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5" name="Google Shape;4915;p57"/>
            <p:cNvSpPr/>
            <p:nvPr/>
          </p:nvSpPr>
          <p:spPr>
            <a:xfrm>
              <a:off x="2718685" y="2756878"/>
              <a:ext cx="17919" cy="17919"/>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6"/>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6" name="Google Shape;4916;p57"/>
            <p:cNvSpPr/>
            <p:nvPr/>
          </p:nvSpPr>
          <p:spPr>
            <a:xfrm>
              <a:off x="2777509" y="2756878"/>
              <a:ext cx="17914" cy="17919"/>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6"/>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7" name="Google Shape;4917;p57"/>
            <p:cNvSpPr/>
            <p:nvPr/>
          </p:nvSpPr>
          <p:spPr>
            <a:xfrm>
              <a:off x="2659856" y="2756878"/>
              <a:ext cx="17914" cy="17919"/>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6"/>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8" name="Google Shape;4918;p57"/>
            <p:cNvSpPr/>
            <p:nvPr/>
          </p:nvSpPr>
          <p:spPr>
            <a:xfrm>
              <a:off x="2301024" y="2533889"/>
              <a:ext cx="163753" cy="1291"/>
            </a:xfrm>
            <a:custGeom>
              <a:avLst/>
              <a:gdLst/>
              <a:ahLst/>
              <a:cxnLst/>
              <a:rect l="l" t="t" r="r" b="b"/>
              <a:pathLst>
                <a:path w="30824" h="243" extrusionOk="0">
                  <a:moveTo>
                    <a:pt x="121" y="1"/>
                  </a:moveTo>
                  <a:cubicBezTo>
                    <a:pt x="55" y="1"/>
                    <a:pt x="0" y="55"/>
                    <a:pt x="0" y="121"/>
                  </a:cubicBezTo>
                  <a:cubicBezTo>
                    <a:pt x="0" y="187"/>
                    <a:pt x="55" y="243"/>
                    <a:pt x="121" y="243"/>
                  </a:cubicBezTo>
                  <a:lnTo>
                    <a:pt x="30703" y="243"/>
                  </a:lnTo>
                  <a:cubicBezTo>
                    <a:pt x="30769" y="243"/>
                    <a:pt x="30823" y="187"/>
                    <a:pt x="30823" y="121"/>
                  </a:cubicBezTo>
                  <a:cubicBezTo>
                    <a:pt x="30823" y="55"/>
                    <a:pt x="30767" y="1"/>
                    <a:pt x="307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9" name="Google Shape;4919;p57"/>
            <p:cNvSpPr/>
            <p:nvPr/>
          </p:nvSpPr>
          <p:spPr>
            <a:xfrm>
              <a:off x="2644918" y="2533889"/>
              <a:ext cx="163747" cy="1291"/>
            </a:xfrm>
            <a:custGeom>
              <a:avLst/>
              <a:gdLst/>
              <a:ahLst/>
              <a:cxnLst/>
              <a:rect l="l" t="t" r="r" b="b"/>
              <a:pathLst>
                <a:path w="30823" h="243" extrusionOk="0">
                  <a:moveTo>
                    <a:pt x="121" y="1"/>
                  </a:moveTo>
                  <a:cubicBezTo>
                    <a:pt x="55" y="1"/>
                    <a:pt x="0" y="55"/>
                    <a:pt x="0" y="121"/>
                  </a:cubicBezTo>
                  <a:cubicBezTo>
                    <a:pt x="0" y="187"/>
                    <a:pt x="55" y="243"/>
                    <a:pt x="121" y="243"/>
                  </a:cubicBezTo>
                  <a:lnTo>
                    <a:pt x="30701" y="243"/>
                  </a:lnTo>
                  <a:cubicBezTo>
                    <a:pt x="30769" y="243"/>
                    <a:pt x="30823" y="187"/>
                    <a:pt x="30823" y="121"/>
                  </a:cubicBezTo>
                  <a:cubicBezTo>
                    <a:pt x="30823" y="55"/>
                    <a:pt x="30767" y="1"/>
                    <a:pt x="307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0" name="Google Shape;4920;p57"/>
            <p:cNvSpPr/>
            <p:nvPr/>
          </p:nvSpPr>
          <p:spPr>
            <a:xfrm>
              <a:off x="2990071" y="2533889"/>
              <a:ext cx="163753" cy="1291"/>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1" name="Google Shape;4921;p57"/>
            <p:cNvSpPr/>
            <p:nvPr/>
          </p:nvSpPr>
          <p:spPr>
            <a:xfrm>
              <a:off x="2644918" y="3256825"/>
              <a:ext cx="163758" cy="1291"/>
            </a:xfrm>
            <a:custGeom>
              <a:avLst/>
              <a:gdLst/>
              <a:ahLst/>
              <a:cxnLst/>
              <a:rect l="l" t="t" r="r" b="b"/>
              <a:pathLst>
                <a:path w="30825" h="243" extrusionOk="0">
                  <a:moveTo>
                    <a:pt x="121" y="0"/>
                  </a:moveTo>
                  <a:cubicBezTo>
                    <a:pt x="55" y="0"/>
                    <a:pt x="0" y="55"/>
                    <a:pt x="0" y="122"/>
                  </a:cubicBezTo>
                  <a:cubicBezTo>
                    <a:pt x="0" y="188"/>
                    <a:pt x="55" y="242"/>
                    <a:pt x="121" y="242"/>
                  </a:cubicBezTo>
                  <a:lnTo>
                    <a:pt x="30701" y="242"/>
                  </a:lnTo>
                  <a:cubicBezTo>
                    <a:pt x="30769" y="242"/>
                    <a:pt x="30824" y="190"/>
                    <a:pt x="30823" y="122"/>
                  </a:cubicBezTo>
                  <a:cubicBezTo>
                    <a:pt x="30823" y="56"/>
                    <a:pt x="30767" y="0"/>
                    <a:pt x="307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2" name="Google Shape;4922;p57"/>
            <p:cNvSpPr/>
            <p:nvPr/>
          </p:nvSpPr>
          <p:spPr>
            <a:xfrm>
              <a:off x="2301427" y="3256825"/>
              <a:ext cx="163758" cy="1291"/>
            </a:xfrm>
            <a:custGeom>
              <a:avLst/>
              <a:gdLst/>
              <a:ahLst/>
              <a:cxnLst/>
              <a:rect l="l" t="t" r="r" b="b"/>
              <a:pathLst>
                <a:path w="30825" h="243" extrusionOk="0">
                  <a:moveTo>
                    <a:pt x="123" y="0"/>
                  </a:moveTo>
                  <a:cubicBezTo>
                    <a:pt x="57" y="0"/>
                    <a:pt x="1" y="55"/>
                    <a:pt x="1" y="122"/>
                  </a:cubicBezTo>
                  <a:cubicBezTo>
                    <a:pt x="1" y="188"/>
                    <a:pt x="57" y="242"/>
                    <a:pt x="123" y="242"/>
                  </a:cubicBezTo>
                  <a:lnTo>
                    <a:pt x="30702" y="242"/>
                  </a:lnTo>
                  <a:cubicBezTo>
                    <a:pt x="30771" y="242"/>
                    <a:pt x="30825" y="190"/>
                    <a:pt x="30823" y="122"/>
                  </a:cubicBezTo>
                  <a:cubicBezTo>
                    <a:pt x="30823" y="56"/>
                    <a:pt x="30769" y="0"/>
                    <a:pt x="3070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3" name="Google Shape;4923;p57"/>
            <p:cNvSpPr/>
            <p:nvPr/>
          </p:nvSpPr>
          <p:spPr>
            <a:xfrm>
              <a:off x="2990102" y="3256847"/>
              <a:ext cx="163753" cy="1291"/>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4" name="Google Shape;4924;p57"/>
            <p:cNvSpPr/>
            <p:nvPr/>
          </p:nvSpPr>
          <p:spPr>
            <a:xfrm>
              <a:off x="2833559" y="2761962"/>
              <a:ext cx="248503" cy="268106"/>
            </a:xfrm>
            <a:custGeom>
              <a:avLst/>
              <a:gdLst/>
              <a:ahLst/>
              <a:cxnLst/>
              <a:rect l="l" t="t" r="r" b="b"/>
              <a:pathLst>
                <a:path w="46777" h="50467" extrusionOk="0">
                  <a:moveTo>
                    <a:pt x="1" y="1"/>
                  </a:moveTo>
                  <a:lnTo>
                    <a:pt x="1" y="1458"/>
                  </a:lnTo>
                  <a:lnTo>
                    <a:pt x="21544" y="1458"/>
                  </a:lnTo>
                  <a:cubicBezTo>
                    <a:pt x="34653" y="1458"/>
                    <a:pt x="45320" y="12123"/>
                    <a:pt x="45320" y="25233"/>
                  </a:cubicBezTo>
                  <a:cubicBezTo>
                    <a:pt x="45320" y="38344"/>
                    <a:pt x="34653" y="49009"/>
                    <a:pt x="21544" y="49009"/>
                  </a:cubicBezTo>
                  <a:lnTo>
                    <a:pt x="1" y="49009"/>
                  </a:lnTo>
                  <a:lnTo>
                    <a:pt x="1" y="50466"/>
                  </a:lnTo>
                  <a:lnTo>
                    <a:pt x="21544" y="50466"/>
                  </a:lnTo>
                  <a:cubicBezTo>
                    <a:pt x="35457" y="50466"/>
                    <a:pt x="46776" y="39146"/>
                    <a:pt x="46776" y="25233"/>
                  </a:cubicBezTo>
                  <a:cubicBezTo>
                    <a:pt x="46776" y="11322"/>
                    <a:pt x="35457" y="1"/>
                    <a:pt x="21544" y="1"/>
                  </a:cubicBezTo>
                  <a:close/>
                </a:path>
              </a:pathLst>
            </a:custGeom>
            <a:solidFill>
              <a:srgbClr val="969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4928"/>
        <p:cNvGrpSpPr/>
        <p:nvPr/>
      </p:nvGrpSpPr>
      <p:grpSpPr>
        <a:xfrm>
          <a:off x="0" y="0"/>
          <a:ext cx="0" cy="0"/>
          <a:chOff x="0" y="0"/>
          <a:chExt cx="0" cy="0"/>
        </a:xfrm>
      </p:grpSpPr>
      <p:graphicFrame>
        <p:nvGraphicFramePr>
          <p:cNvPr id="4929" name="Google Shape;4929;p58"/>
          <p:cNvGraphicFramePr/>
          <p:nvPr/>
        </p:nvGraphicFramePr>
        <p:xfrm>
          <a:off x="3342575" y="2130461"/>
          <a:ext cx="2363400" cy="868575"/>
        </p:xfrm>
        <a:graphic>
          <a:graphicData uri="http://schemas.openxmlformats.org/drawingml/2006/table">
            <a:tbl>
              <a:tblPr>
                <a:noFill/>
                <a:tableStyleId>{49064342-CC3E-41E9-A069-EDB3E7D4C846}</a:tableStyleId>
              </a:tblPr>
              <a:tblGrid>
                <a:gridCol w="590850">
                  <a:extLst>
                    <a:ext uri="{9D8B030D-6E8A-4147-A177-3AD203B41FA5}">
                      <a16:colId xmlns:a16="http://schemas.microsoft.com/office/drawing/2014/main" val="20000"/>
                    </a:ext>
                  </a:extLst>
                </a:gridCol>
                <a:gridCol w="590850">
                  <a:extLst>
                    <a:ext uri="{9D8B030D-6E8A-4147-A177-3AD203B41FA5}">
                      <a16:colId xmlns:a16="http://schemas.microsoft.com/office/drawing/2014/main" val="20001"/>
                    </a:ext>
                  </a:extLst>
                </a:gridCol>
                <a:gridCol w="590850">
                  <a:extLst>
                    <a:ext uri="{9D8B030D-6E8A-4147-A177-3AD203B41FA5}">
                      <a16:colId xmlns:a16="http://schemas.microsoft.com/office/drawing/2014/main" val="20002"/>
                    </a:ext>
                  </a:extLst>
                </a:gridCol>
                <a:gridCol w="590850">
                  <a:extLst>
                    <a:ext uri="{9D8B030D-6E8A-4147-A177-3AD203B41FA5}">
                      <a16:colId xmlns:a16="http://schemas.microsoft.com/office/drawing/2014/main" val="20003"/>
                    </a:ext>
                  </a:extLst>
                </a:gridCol>
              </a:tblGrid>
              <a:tr h="289525">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0E2A47"/>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9525" cap="flat" cmpd="sng">
                      <a:solidFill>
                        <a:srgbClr val="0E2A47"/>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extLst>
                  <a:ext uri="{0D108BD9-81ED-4DB2-BD59-A6C34878D82A}">
                    <a16:rowId xmlns:a16="http://schemas.microsoft.com/office/drawing/2014/main" val="10000"/>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28952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7994A9"/>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extLst>
                  <a:ext uri="{0D108BD9-81ED-4DB2-BD59-A6C34878D82A}">
                    <a16:rowId xmlns:a16="http://schemas.microsoft.com/office/drawing/2014/main" val="10002"/>
                  </a:ext>
                </a:extLst>
              </a:tr>
            </a:tbl>
          </a:graphicData>
        </a:graphic>
      </p:graphicFrame>
      <p:grpSp>
        <p:nvGrpSpPr>
          <p:cNvPr id="4930" name="Google Shape;4930;p58"/>
          <p:cNvGrpSpPr/>
          <p:nvPr/>
        </p:nvGrpSpPr>
        <p:grpSpPr>
          <a:xfrm>
            <a:off x="3339745" y="952988"/>
            <a:ext cx="2363393" cy="1017867"/>
            <a:chOff x="3292400" y="1219146"/>
            <a:chExt cx="2615240" cy="1110239"/>
          </a:xfrm>
        </p:grpSpPr>
        <p:sp>
          <p:nvSpPr>
            <p:cNvPr id="4931" name="Google Shape;4931;p58"/>
            <p:cNvSpPr/>
            <p:nvPr/>
          </p:nvSpPr>
          <p:spPr>
            <a:xfrm>
              <a:off x="3292400" y="1845763"/>
              <a:ext cx="370500" cy="478500"/>
            </a:xfrm>
            <a:prstGeom prst="round2DiagRect">
              <a:avLst>
                <a:gd name="adj1" fmla="val 16667"/>
                <a:gd name="adj2" fmla="val 0"/>
              </a:avLst>
            </a:prstGeom>
            <a:solidFill>
              <a:srgbClr val="ABBCC9"/>
            </a:solidFill>
            <a:ln>
              <a:noFill/>
            </a:ln>
          </p:spPr>
          <p:txBody>
            <a:bodyPr spcFirstLastPara="1" wrap="square" lIns="0" tIns="0" rIns="0" bIns="0" anchor="ctr" anchorCtr="0">
              <a:noAutofit/>
            </a:bodyPr>
            <a:lstStyle/>
            <a:p>
              <a:pPr marL="0" lvl="0" indent="0" algn="l" rtl="0">
                <a:spcBef>
                  <a:spcPts val="0"/>
                </a:spcBef>
                <a:spcAft>
                  <a:spcPts val="0"/>
                </a:spcAft>
                <a:buNone/>
              </a:pPr>
              <a:endParaRPr sz="400">
                <a:solidFill>
                  <a:srgbClr val="FFFFFF"/>
                </a:solidFill>
              </a:endParaRPr>
            </a:p>
          </p:txBody>
        </p:sp>
        <p:sp>
          <p:nvSpPr>
            <p:cNvPr id="4932" name="Google Shape;4932;p58"/>
            <p:cNvSpPr/>
            <p:nvPr/>
          </p:nvSpPr>
          <p:spPr>
            <a:xfrm>
              <a:off x="3292400" y="1314860"/>
              <a:ext cx="370500" cy="478500"/>
            </a:xfrm>
            <a:prstGeom prst="round2DiagRect">
              <a:avLst>
                <a:gd name="adj1" fmla="val 16667"/>
                <a:gd name="adj2" fmla="val 0"/>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933" name="Google Shape;4933;p58"/>
            <p:cNvSpPr txBox="1"/>
            <p:nvPr/>
          </p:nvSpPr>
          <p:spPr>
            <a:xfrm flipH="1">
              <a:off x="3678794" y="1219157"/>
              <a:ext cx="3705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JANUARY</a:t>
              </a:r>
              <a:endParaRPr sz="400">
                <a:solidFill>
                  <a:srgbClr val="FFFFFF"/>
                </a:solidFill>
              </a:endParaRPr>
            </a:p>
          </p:txBody>
        </p:sp>
        <p:sp>
          <p:nvSpPr>
            <p:cNvPr id="4934" name="Google Shape;4934;p58"/>
            <p:cNvSpPr txBox="1"/>
            <p:nvPr/>
          </p:nvSpPr>
          <p:spPr>
            <a:xfrm flipH="1">
              <a:off x="4051671" y="1219146"/>
              <a:ext cx="4014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FEBRUARY</a:t>
              </a:r>
              <a:endParaRPr sz="400">
                <a:solidFill>
                  <a:srgbClr val="FFFFFF"/>
                </a:solidFill>
              </a:endParaRPr>
            </a:p>
          </p:txBody>
        </p:sp>
        <p:sp>
          <p:nvSpPr>
            <p:cNvPr id="4935" name="Google Shape;4935;p58"/>
            <p:cNvSpPr txBox="1"/>
            <p:nvPr/>
          </p:nvSpPr>
          <p:spPr>
            <a:xfrm flipH="1">
              <a:off x="4453057" y="1219146"/>
              <a:ext cx="3480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MARCH</a:t>
              </a:r>
              <a:endParaRPr sz="400">
                <a:solidFill>
                  <a:srgbClr val="FFFFFF"/>
                </a:solidFill>
              </a:endParaRPr>
            </a:p>
          </p:txBody>
        </p:sp>
        <p:sp>
          <p:nvSpPr>
            <p:cNvPr id="4936" name="Google Shape;4936;p58"/>
            <p:cNvSpPr txBox="1"/>
            <p:nvPr/>
          </p:nvSpPr>
          <p:spPr>
            <a:xfrm flipH="1">
              <a:off x="4831790"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APRIL</a:t>
              </a:r>
              <a:endParaRPr sz="400">
                <a:solidFill>
                  <a:srgbClr val="FFFFFF"/>
                </a:solidFill>
              </a:endParaRPr>
            </a:p>
          </p:txBody>
        </p:sp>
        <p:sp>
          <p:nvSpPr>
            <p:cNvPr id="4937" name="Google Shape;4937;p58"/>
            <p:cNvSpPr txBox="1"/>
            <p:nvPr/>
          </p:nvSpPr>
          <p:spPr>
            <a:xfrm flipH="1">
              <a:off x="5186134"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MAY</a:t>
              </a:r>
              <a:endParaRPr sz="400">
                <a:solidFill>
                  <a:srgbClr val="FFFFFF"/>
                </a:solidFill>
              </a:endParaRPr>
            </a:p>
          </p:txBody>
        </p:sp>
        <p:sp>
          <p:nvSpPr>
            <p:cNvPr id="4938" name="Google Shape;4938;p58"/>
            <p:cNvSpPr txBox="1"/>
            <p:nvPr/>
          </p:nvSpPr>
          <p:spPr>
            <a:xfrm flipH="1">
              <a:off x="5562148" y="1219155"/>
              <a:ext cx="313200" cy="843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1600"/>
                </a:spcAft>
                <a:buNone/>
              </a:pPr>
              <a:r>
                <a:rPr lang="en" sz="400">
                  <a:solidFill>
                    <a:srgbClr val="FFFFFF"/>
                  </a:solidFill>
                </a:rPr>
                <a:t>JUNE</a:t>
              </a:r>
              <a:endParaRPr sz="400">
                <a:solidFill>
                  <a:srgbClr val="FFFFFF"/>
                </a:solidFill>
              </a:endParaRPr>
            </a:p>
          </p:txBody>
        </p:sp>
        <p:sp>
          <p:nvSpPr>
            <p:cNvPr id="4939" name="Google Shape;4939;p58"/>
            <p:cNvSpPr txBox="1"/>
            <p:nvPr/>
          </p:nvSpPr>
          <p:spPr>
            <a:xfrm flipH="1">
              <a:off x="3338153" y="1379250"/>
              <a:ext cx="2790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400">
                  <a:solidFill>
                    <a:srgbClr val="FFFFFF"/>
                  </a:solidFill>
                </a:rPr>
                <a:t>PHASE 1</a:t>
              </a:r>
              <a:endParaRPr sz="400">
                <a:solidFill>
                  <a:srgbClr val="FFFFFF"/>
                </a:solidFill>
              </a:endParaRPr>
            </a:p>
          </p:txBody>
        </p:sp>
        <p:sp>
          <p:nvSpPr>
            <p:cNvPr id="4940" name="Google Shape;4940;p58"/>
            <p:cNvSpPr txBox="1"/>
            <p:nvPr/>
          </p:nvSpPr>
          <p:spPr>
            <a:xfrm flipH="1">
              <a:off x="3338156" y="1902299"/>
              <a:ext cx="279000" cy="96600"/>
            </a:xfrm>
            <a:prstGeom prst="rect">
              <a:avLst/>
            </a:prstGeom>
            <a:noFill/>
            <a:ln>
              <a:noFill/>
            </a:ln>
          </p:spPr>
          <p:txBody>
            <a:bodyPr spcFirstLastPara="1" wrap="square" lIns="0" tIns="0" rIns="0" bIns="0" anchor="t" anchorCtr="0">
              <a:noAutofit/>
            </a:bodyPr>
            <a:lstStyle/>
            <a:p>
              <a:pPr marL="0" lvl="0" indent="0" algn="r" rtl="0">
                <a:spcBef>
                  <a:spcPts val="0"/>
                </a:spcBef>
                <a:spcAft>
                  <a:spcPts val="1600"/>
                </a:spcAft>
                <a:buNone/>
              </a:pPr>
              <a:r>
                <a:rPr lang="en" sz="400">
                  <a:solidFill>
                    <a:srgbClr val="FFFFFF"/>
                  </a:solidFill>
                </a:rPr>
                <a:t>PHASE 2</a:t>
              </a:r>
              <a:endParaRPr sz="400">
                <a:solidFill>
                  <a:srgbClr val="FFFFFF"/>
                </a:solidFill>
              </a:endParaRPr>
            </a:p>
          </p:txBody>
        </p:sp>
        <p:sp>
          <p:nvSpPr>
            <p:cNvPr id="4941" name="Google Shape;4941;p58"/>
            <p:cNvSpPr txBox="1"/>
            <p:nvPr/>
          </p:nvSpPr>
          <p:spPr>
            <a:xfrm flipH="1">
              <a:off x="3344522" y="1537172"/>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1</a:t>
              </a:r>
              <a:endParaRPr sz="400">
                <a:solidFill>
                  <a:srgbClr val="FFFFFF"/>
                </a:solidFill>
              </a:endParaRPr>
            </a:p>
          </p:txBody>
        </p:sp>
        <p:sp>
          <p:nvSpPr>
            <p:cNvPr id="4942" name="Google Shape;4942;p58"/>
            <p:cNvSpPr txBox="1"/>
            <p:nvPr/>
          </p:nvSpPr>
          <p:spPr>
            <a:xfrm flipH="1">
              <a:off x="3344522" y="1713877"/>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2</a:t>
              </a:r>
              <a:endParaRPr sz="400">
                <a:solidFill>
                  <a:srgbClr val="FFFFFF"/>
                </a:solidFill>
              </a:endParaRPr>
            </a:p>
          </p:txBody>
        </p:sp>
        <p:sp>
          <p:nvSpPr>
            <p:cNvPr id="4943" name="Google Shape;4943;p58"/>
            <p:cNvSpPr txBox="1"/>
            <p:nvPr/>
          </p:nvSpPr>
          <p:spPr>
            <a:xfrm flipH="1">
              <a:off x="3344522" y="2079003"/>
              <a:ext cx="262200" cy="966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1</a:t>
              </a:r>
              <a:endParaRPr sz="400">
                <a:solidFill>
                  <a:srgbClr val="FFFFFF"/>
                </a:solidFill>
              </a:endParaRPr>
            </a:p>
          </p:txBody>
        </p:sp>
        <p:sp>
          <p:nvSpPr>
            <p:cNvPr id="4944" name="Google Shape;4944;p58"/>
            <p:cNvSpPr txBox="1"/>
            <p:nvPr/>
          </p:nvSpPr>
          <p:spPr>
            <a:xfrm flipH="1">
              <a:off x="3344527" y="2246885"/>
              <a:ext cx="262200" cy="82500"/>
            </a:xfrm>
            <a:prstGeom prst="rect">
              <a:avLst/>
            </a:prstGeom>
            <a:noFill/>
            <a:ln>
              <a:noFill/>
            </a:ln>
          </p:spPr>
          <p:txBody>
            <a:bodyPr spcFirstLastPara="1" wrap="square" lIns="0" tIns="0" rIns="0" bIns="0" anchor="t" anchorCtr="0">
              <a:noAutofit/>
            </a:bodyPr>
            <a:lstStyle/>
            <a:p>
              <a:pPr marL="0" lvl="0" indent="0" algn="r" rtl="0">
                <a:lnSpc>
                  <a:spcPct val="115000"/>
                </a:lnSpc>
                <a:spcBef>
                  <a:spcPts val="0"/>
                </a:spcBef>
                <a:spcAft>
                  <a:spcPts val="1600"/>
                </a:spcAft>
                <a:buNone/>
              </a:pPr>
              <a:r>
                <a:rPr lang="en" sz="400">
                  <a:solidFill>
                    <a:srgbClr val="FFFFFF"/>
                  </a:solidFill>
                </a:rPr>
                <a:t>Task 2</a:t>
              </a:r>
              <a:endParaRPr sz="400">
                <a:solidFill>
                  <a:srgbClr val="FFFFFF"/>
                </a:solidFill>
              </a:endParaRPr>
            </a:p>
          </p:txBody>
        </p:sp>
        <p:grpSp>
          <p:nvGrpSpPr>
            <p:cNvPr id="4945" name="Google Shape;4945;p58"/>
            <p:cNvGrpSpPr/>
            <p:nvPr/>
          </p:nvGrpSpPr>
          <p:grpSpPr>
            <a:xfrm>
              <a:off x="3748438" y="1378608"/>
              <a:ext cx="2159202" cy="903971"/>
              <a:chOff x="1683525" y="2179850"/>
              <a:chExt cx="4519050" cy="2134525"/>
            </a:xfrm>
          </p:grpSpPr>
          <p:sp>
            <p:nvSpPr>
              <p:cNvPr id="4946" name="Google Shape;4946;p58"/>
              <p:cNvSpPr/>
              <p:nvPr/>
            </p:nvSpPr>
            <p:spPr>
              <a:xfrm>
                <a:off x="1683525" y="2179850"/>
                <a:ext cx="4519050" cy="53925"/>
              </a:xfrm>
              <a:custGeom>
                <a:avLst/>
                <a:gdLst/>
                <a:ahLst/>
                <a:cxnLst/>
                <a:rect l="l" t="t" r="r" b="b"/>
                <a:pathLst>
                  <a:path w="180762" h="2157" extrusionOk="0">
                    <a:moveTo>
                      <a:pt x="1072" y="1"/>
                    </a:moveTo>
                    <a:cubicBezTo>
                      <a:pt x="477" y="1"/>
                      <a:pt x="1" y="477"/>
                      <a:pt x="1" y="1073"/>
                    </a:cubicBezTo>
                    <a:cubicBezTo>
                      <a:pt x="1" y="1668"/>
                      <a:pt x="477" y="2156"/>
                      <a:pt x="1072" y="2156"/>
                    </a:cubicBezTo>
                    <a:lnTo>
                      <a:pt x="179678" y="2156"/>
                    </a:lnTo>
                    <a:cubicBezTo>
                      <a:pt x="180273" y="2156"/>
                      <a:pt x="180761" y="1668"/>
                      <a:pt x="180761" y="1073"/>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947" name="Google Shape;4947;p58"/>
              <p:cNvSpPr/>
              <p:nvPr/>
            </p:nvSpPr>
            <p:spPr>
              <a:xfrm>
                <a:off x="1683525" y="2595975"/>
                <a:ext cx="4519050" cy="53900"/>
              </a:xfrm>
              <a:custGeom>
                <a:avLst/>
                <a:gdLst/>
                <a:ahLst/>
                <a:cxnLst/>
                <a:rect l="l" t="t" r="r" b="b"/>
                <a:pathLst>
                  <a:path w="180762" h="2156" extrusionOk="0">
                    <a:moveTo>
                      <a:pt x="1072" y="1"/>
                    </a:moveTo>
                    <a:cubicBezTo>
                      <a:pt x="477" y="1"/>
                      <a:pt x="1" y="489"/>
                      <a:pt x="1" y="1084"/>
                    </a:cubicBezTo>
                    <a:cubicBezTo>
                      <a:pt x="1" y="1668"/>
                      <a:pt x="477" y="2156"/>
                      <a:pt x="1072" y="2156"/>
                    </a:cubicBezTo>
                    <a:lnTo>
                      <a:pt x="179678" y="2156"/>
                    </a:lnTo>
                    <a:cubicBezTo>
                      <a:pt x="180273" y="2156"/>
                      <a:pt x="180761" y="1668"/>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948" name="Google Shape;4948;p58"/>
              <p:cNvSpPr/>
              <p:nvPr/>
            </p:nvSpPr>
            <p:spPr>
              <a:xfrm>
                <a:off x="1683525" y="3012100"/>
                <a:ext cx="4519050" cy="53900"/>
              </a:xfrm>
              <a:custGeom>
                <a:avLst/>
                <a:gdLst/>
                <a:ahLst/>
                <a:cxnLst/>
                <a:rect l="l" t="t" r="r" b="b"/>
                <a:pathLst>
                  <a:path w="180762" h="2156" extrusionOk="0">
                    <a:moveTo>
                      <a:pt x="1072" y="1"/>
                    </a:moveTo>
                    <a:cubicBezTo>
                      <a:pt x="477" y="1"/>
                      <a:pt x="1" y="489"/>
                      <a:pt x="1" y="1084"/>
                    </a:cubicBezTo>
                    <a:cubicBezTo>
                      <a:pt x="1" y="1680"/>
                      <a:pt x="477" y="2156"/>
                      <a:pt x="1072" y="2156"/>
                    </a:cubicBezTo>
                    <a:lnTo>
                      <a:pt x="179678" y="2156"/>
                    </a:lnTo>
                    <a:cubicBezTo>
                      <a:pt x="180273" y="2156"/>
                      <a:pt x="180761" y="1668"/>
                      <a:pt x="180761" y="1072"/>
                    </a:cubicBezTo>
                    <a:cubicBezTo>
                      <a:pt x="180761" y="477"/>
                      <a:pt x="180273" y="1"/>
                      <a:pt x="179678"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949" name="Google Shape;4949;p58"/>
              <p:cNvSpPr/>
              <p:nvPr/>
            </p:nvSpPr>
            <p:spPr>
              <a:xfrm>
                <a:off x="1683525" y="3428225"/>
                <a:ext cx="4519050" cy="53900"/>
              </a:xfrm>
              <a:custGeom>
                <a:avLst/>
                <a:gdLst/>
                <a:ahLst/>
                <a:cxnLst/>
                <a:rect l="l" t="t" r="r" b="b"/>
                <a:pathLst>
                  <a:path w="180762" h="2156" extrusionOk="0">
                    <a:moveTo>
                      <a:pt x="1072" y="1"/>
                    </a:moveTo>
                    <a:cubicBezTo>
                      <a:pt x="477" y="1"/>
                      <a:pt x="1" y="489"/>
                      <a:pt x="1" y="1084"/>
                    </a:cubicBezTo>
                    <a:cubicBezTo>
                      <a:pt x="1" y="1679"/>
                      <a:pt x="477" y="2156"/>
                      <a:pt x="1072" y="2156"/>
                    </a:cubicBezTo>
                    <a:lnTo>
                      <a:pt x="179678" y="2156"/>
                    </a:lnTo>
                    <a:cubicBezTo>
                      <a:pt x="180273" y="2156"/>
                      <a:pt x="180761" y="1679"/>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950" name="Google Shape;4950;p58"/>
              <p:cNvSpPr/>
              <p:nvPr/>
            </p:nvSpPr>
            <p:spPr>
              <a:xfrm>
                <a:off x="1683525" y="3844350"/>
                <a:ext cx="4519050" cy="53900"/>
              </a:xfrm>
              <a:custGeom>
                <a:avLst/>
                <a:gdLst/>
                <a:ahLst/>
                <a:cxnLst/>
                <a:rect l="l" t="t" r="r" b="b"/>
                <a:pathLst>
                  <a:path w="180762" h="2156" extrusionOk="0">
                    <a:moveTo>
                      <a:pt x="548" y="1"/>
                    </a:moveTo>
                    <a:cubicBezTo>
                      <a:pt x="251" y="1"/>
                      <a:pt x="1" y="251"/>
                      <a:pt x="1" y="560"/>
                    </a:cubicBezTo>
                    <a:lnTo>
                      <a:pt x="1" y="1608"/>
                    </a:lnTo>
                    <a:cubicBezTo>
                      <a:pt x="1" y="1917"/>
                      <a:pt x="251" y="2156"/>
                      <a:pt x="548" y="2156"/>
                    </a:cubicBezTo>
                    <a:lnTo>
                      <a:pt x="180202" y="2156"/>
                    </a:lnTo>
                    <a:cubicBezTo>
                      <a:pt x="180511" y="2156"/>
                      <a:pt x="180761" y="1917"/>
                      <a:pt x="180761" y="1608"/>
                    </a:cubicBezTo>
                    <a:lnTo>
                      <a:pt x="180761" y="560"/>
                    </a:lnTo>
                    <a:cubicBezTo>
                      <a:pt x="180761" y="251"/>
                      <a:pt x="180511" y="1"/>
                      <a:pt x="180202" y="1"/>
                    </a:cubicBezTo>
                    <a:close/>
                  </a:path>
                </a:pathLst>
              </a:custGeom>
              <a:solidFill>
                <a:srgbClr val="7994A9">
                  <a:alpha val="6470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951" name="Google Shape;4951;p58"/>
              <p:cNvSpPr/>
              <p:nvPr/>
            </p:nvSpPr>
            <p:spPr>
              <a:xfrm>
                <a:off x="1683525" y="4260475"/>
                <a:ext cx="4519050" cy="53900"/>
              </a:xfrm>
              <a:custGeom>
                <a:avLst/>
                <a:gdLst/>
                <a:ahLst/>
                <a:cxnLst/>
                <a:rect l="l" t="t" r="r" b="b"/>
                <a:pathLst>
                  <a:path w="180762" h="2156" extrusionOk="0">
                    <a:moveTo>
                      <a:pt x="1072" y="0"/>
                    </a:moveTo>
                    <a:cubicBezTo>
                      <a:pt x="477" y="0"/>
                      <a:pt x="1" y="489"/>
                      <a:pt x="1" y="1084"/>
                    </a:cubicBezTo>
                    <a:cubicBezTo>
                      <a:pt x="1" y="1679"/>
                      <a:pt x="477" y="2156"/>
                      <a:pt x="1072" y="2156"/>
                    </a:cubicBezTo>
                    <a:lnTo>
                      <a:pt x="179678" y="2156"/>
                    </a:lnTo>
                    <a:cubicBezTo>
                      <a:pt x="180273" y="2156"/>
                      <a:pt x="180761" y="1679"/>
                      <a:pt x="180761" y="1084"/>
                    </a:cubicBezTo>
                    <a:cubicBezTo>
                      <a:pt x="180761" y="489"/>
                      <a:pt x="180273" y="0"/>
                      <a:pt x="179678"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952" name="Google Shape;4952;p58"/>
              <p:cNvSpPr/>
              <p:nvPr/>
            </p:nvSpPr>
            <p:spPr>
              <a:xfrm>
                <a:off x="1683525" y="2179850"/>
                <a:ext cx="921275" cy="53925"/>
              </a:xfrm>
              <a:custGeom>
                <a:avLst/>
                <a:gdLst/>
                <a:ahLst/>
                <a:cxnLst/>
                <a:rect l="l" t="t" r="r" b="b"/>
                <a:pathLst>
                  <a:path w="36851" h="2157" extrusionOk="0">
                    <a:moveTo>
                      <a:pt x="1072" y="1"/>
                    </a:moveTo>
                    <a:cubicBezTo>
                      <a:pt x="477" y="1"/>
                      <a:pt x="1" y="477"/>
                      <a:pt x="1" y="1073"/>
                    </a:cubicBezTo>
                    <a:cubicBezTo>
                      <a:pt x="1" y="1668"/>
                      <a:pt x="477" y="2156"/>
                      <a:pt x="1072" y="2156"/>
                    </a:cubicBezTo>
                    <a:lnTo>
                      <a:pt x="35767" y="2156"/>
                    </a:lnTo>
                    <a:cubicBezTo>
                      <a:pt x="36362" y="2156"/>
                      <a:pt x="36851" y="1668"/>
                      <a:pt x="36851" y="1073"/>
                    </a:cubicBezTo>
                    <a:cubicBezTo>
                      <a:pt x="36851" y="477"/>
                      <a:pt x="36362" y="1"/>
                      <a:pt x="35767"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953" name="Google Shape;4953;p58"/>
              <p:cNvSpPr/>
              <p:nvPr/>
            </p:nvSpPr>
            <p:spPr>
              <a:xfrm>
                <a:off x="2166625" y="2595975"/>
                <a:ext cx="2036900" cy="53900"/>
              </a:xfrm>
              <a:custGeom>
                <a:avLst/>
                <a:gdLst/>
                <a:ahLst/>
                <a:cxnLst/>
                <a:rect l="l" t="t" r="r" b="b"/>
                <a:pathLst>
                  <a:path w="81476" h="2156" extrusionOk="0">
                    <a:moveTo>
                      <a:pt x="1084" y="1"/>
                    </a:moveTo>
                    <a:cubicBezTo>
                      <a:pt x="489" y="1"/>
                      <a:pt x="1" y="489"/>
                      <a:pt x="1" y="1084"/>
                    </a:cubicBezTo>
                    <a:cubicBezTo>
                      <a:pt x="1" y="1668"/>
                      <a:pt x="489" y="2156"/>
                      <a:pt x="1084" y="2156"/>
                    </a:cubicBezTo>
                    <a:lnTo>
                      <a:pt x="80392" y="2156"/>
                    </a:lnTo>
                    <a:cubicBezTo>
                      <a:pt x="80987" y="2156"/>
                      <a:pt x="81475" y="1668"/>
                      <a:pt x="81475" y="1084"/>
                    </a:cubicBezTo>
                    <a:cubicBezTo>
                      <a:pt x="81475" y="489"/>
                      <a:pt x="80987" y="1"/>
                      <a:pt x="80392"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954" name="Google Shape;4954;p58"/>
              <p:cNvSpPr/>
              <p:nvPr/>
            </p:nvSpPr>
            <p:spPr>
              <a:xfrm>
                <a:off x="2808675" y="3012100"/>
                <a:ext cx="1082000" cy="53900"/>
              </a:xfrm>
              <a:custGeom>
                <a:avLst/>
                <a:gdLst/>
                <a:ahLst/>
                <a:cxnLst/>
                <a:rect l="l" t="t" r="r" b="b"/>
                <a:pathLst>
                  <a:path w="43280" h="2156" extrusionOk="0">
                    <a:moveTo>
                      <a:pt x="1072" y="1"/>
                    </a:moveTo>
                    <a:cubicBezTo>
                      <a:pt x="477" y="1"/>
                      <a:pt x="0" y="477"/>
                      <a:pt x="0" y="1072"/>
                    </a:cubicBezTo>
                    <a:cubicBezTo>
                      <a:pt x="0" y="1668"/>
                      <a:pt x="477" y="2156"/>
                      <a:pt x="1072" y="2156"/>
                    </a:cubicBezTo>
                    <a:lnTo>
                      <a:pt x="42196" y="2156"/>
                    </a:lnTo>
                    <a:cubicBezTo>
                      <a:pt x="42791" y="2156"/>
                      <a:pt x="43280" y="1668"/>
                      <a:pt x="43280" y="1072"/>
                    </a:cubicBezTo>
                    <a:cubicBezTo>
                      <a:pt x="43280" y="477"/>
                      <a:pt x="42791" y="1"/>
                      <a:pt x="42196"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955" name="Google Shape;4955;p58"/>
              <p:cNvSpPr/>
              <p:nvPr/>
            </p:nvSpPr>
            <p:spPr>
              <a:xfrm>
                <a:off x="2942925" y="3428225"/>
                <a:ext cx="2044925" cy="53900"/>
              </a:xfrm>
              <a:custGeom>
                <a:avLst/>
                <a:gdLst/>
                <a:ahLst/>
                <a:cxnLst/>
                <a:rect l="l" t="t" r="r" b="b"/>
                <a:pathLst>
                  <a:path w="81797" h="2156" extrusionOk="0">
                    <a:moveTo>
                      <a:pt x="1084" y="1"/>
                    </a:moveTo>
                    <a:cubicBezTo>
                      <a:pt x="488" y="1"/>
                      <a:pt x="0" y="489"/>
                      <a:pt x="12" y="1084"/>
                    </a:cubicBezTo>
                    <a:cubicBezTo>
                      <a:pt x="12" y="1679"/>
                      <a:pt x="488" y="2156"/>
                      <a:pt x="1084" y="2156"/>
                    </a:cubicBezTo>
                    <a:lnTo>
                      <a:pt x="80713" y="2156"/>
                    </a:lnTo>
                    <a:cubicBezTo>
                      <a:pt x="81308" y="2156"/>
                      <a:pt x="81796" y="1679"/>
                      <a:pt x="81796" y="1084"/>
                    </a:cubicBezTo>
                    <a:cubicBezTo>
                      <a:pt x="81796" y="489"/>
                      <a:pt x="81308" y="1"/>
                      <a:pt x="80713" y="1"/>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956" name="Google Shape;4956;p58"/>
              <p:cNvSpPr/>
              <p:nvPr/>
            </p:nvSpPr>
            <p:spPr>
              <a:xfrm>
                <a:off x="3933825" y="3844350"/>
                <a:ext cx="1650825" cy="53900"/>
              </a:xfrm>
              <a:custGeom>
                <a:avLst/>
                <a:gdLst/>
                <a:ahLst/>
                <a:cxnLst/>
                <a:rect l="l" t="t" r="r" b="b"/>
                <a:pathLst>
                  <a:path w="66033" h="2156" extrusionOk="0">
                    <a:moveTo>
                      <a:pt x="548" y="1"/>
                    </a:moveTo>
                    <a:cubicBezTo>
                      <a:pt x="238" y="1"/>
                      <a:pt x="0" y="251"/>
                      <a:pt x="0" y="560"/>
                    </a:cubicBezTo>
                    <a:lnTo>
                      <a:pt x="0" y="1608"/>
                    </a:lnTo>
                    <a:cubicBezTo>
                      <a:pt x="0" y="1917"/>
                      <a:pt x="238" y="2156"/>
                      <a:pt x="548" y="2156"/>
                    </a:cubicBezTo>
                    <a:lnTo>
                      <a:pt x="65472" y="2156"/>
                    </a:lnTo>
                    <a:cubicBezTo>
                      <a:pt x="65782" y="2156"/>
                      <a:pt x="66032" y="1917"/>
                      <a:pt x="66032" y="1608"/>
                    </a:cubicBezTo>
                    <a:lnTo>
                      <a:pt x="66032" y="560"/>
                    </a:lnTo>
                    <a:cubicBezTo>
                      <a:pt x="66032" y="251"/>
                      <a:pt x="65782" y="1"/>
                      <a:pt x="6547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sp>
            <p:nvSpPr>
              <p:cNvPr id="4957" name="Google Shape;4957;p58"/>
              <p:cNvSpPr/>
              <p:nvPr/>
            </p:nvSpPr>
            <p:spPr>
              <a:xfrm>
                <a:off x="5058950" y="4260775"/>
                <a:ext cx="1143625" cy="53600"/>
              </a:xfrm>
              <a:custGeom>
                <a:avLst/>
                <a:gdLst/>
                <a:ahLst/>
                <a:cxnLst/>
                <a:rect l="l" t="t" r="r" b="b"/>
                <a:pathLst>
                  <a:path w="45745" h="2144" extrusionOk="0">
                    <a:moveTo>
                      <a:pt x="1072" y="0"/>
                    </a:moveTo>
                    <a:cubicBezTo>
                      <a:pt x="477" y="0"/>
                      <a:pt x="1" y="477"/>
                      <a:pt x="1" y="1072"/>
                    </a:cubicBezTo>
                    <a:cubicBezTo>
                      <a:pt x="1" y="1667"/>
                      <a:pt x="477" y="2144"/>
                      <a:pt x="1072" y="2144"/>
                    </a:cubicBezTo>
                    <a:lnTo>
                      <a:pt x="44661" y="2144"/>
                    </a:lnTo>
                    <a:cubicBezTo>
                      <a:pt x="45256" y="2144"/>
                      <a:pt x="45744" y="1667"/>
                      <a:pt x="45744" y="1072"/>
                    </a:cubicBezTo>
                    <a:cubicBezTo>
                      <a:pt x="45744" y="477"/>
                      <a:pt x="45256" y="0"/>
                      <a:pt x="44661" y="0"/>
                    </a:cubicBezTo>
                    <a:close/>
                  </a:path>
                </a:pathLst>
              </a:custGeom>
              <a:solidFill>
                <a:srgbClr val="D7DFE5">
                  <a:alpha val="6592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400">
                  <a:solidFill>
                    <a:srgbClr val="FFFFFF"/>
                  </a:solidFill>
                </a:endParaRPr>
              </a:p>
            </p:txBody>
          </p:sp>
        </p:grpSp>
      </p:grpSp>
      <p:graphicFrame>
        <p:nvGraphicFramePr>
          <p:cNvPr id="4958" name="Google Shape;4958;p58"/>
          <p:cNvGraphicFramePr/>
          <p:nvPr/>
        </p:nvGraphicFramePr>
        <p:xfrm>
          <a:off x="5935838" y="2130461"/>
          <a:ext cx="2491300" cy="868600"/>
        </p:xfrm>
        <a:graphic>
          <a:graphicData uri="http://schemas.openxmlformats.org/drawingml/2006/table">
            <a:tbl>
              <a:tblPr>
                <a:noFill/>
                <a:tableStyleId>{49064342-CC3E-41E9-A069-EDB3E7D4C846}</a:tableStyleId>
              </a:tblPr>
              <a:tblGrid>
                <a:gridCol w="622825">
                  <a:extLst>
                    <a:ext uri="{9D8B030D-6E8A-4147-A177-3AD203B41FA5}">
                      <a16:colId xmlns:a16="http://schemas.microsoft.com/office/drawing/2014/main" val="20000"/>
                    </a:ext>
                  </a:extLst>
                </a:gridCol>
                <a:gridCol w="622825">
                  <a:extLst>
                    <a:ext uri="{9D8B030D-6E8A-4147-A177-3AD203B41FA5}">
                      <a16:colId xmlns:a16="http://schemas.microsoft.com/office/drawing/2014/main" val="20001"/>
                    </a:ext>
                  </a:extLst>
                </a:gridCol>
                <a:gridCol w="622825">
                  <a:extLst>
                    <a:ext uri="{9D8B030D-6E8A-4147-A177-3AD203B41FA5}">
                      <a16:colId xmlns:a16="http://schemas.microsoft.com/office/drawing/2014/main" val="20002"/>
                    </a:ext>
                  </a:extLst>
                </a:gridCol>
                <a:gridCol w="622825">
                  <a:extLst>
                    <a:ext uri="{9D8B030D-6E8A-4147-A177-3AD203B41FA5}">
                      <a16:colId xmlns:a16="http://schemas.microsoft.com/office/drawing/2014/main" val="20003"/>
                    </a:ext>
                  </a:extLst>
                </a:gridCol>
              </a:tblGrid>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0"/>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CFD9E0"/>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1"/>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E3E9ED"/>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869FB2"/>
                    </a:solidFill>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2"/>
                  </a:ext>
                </a:extLst>
              </a:tr>
              <a:tr h="217150">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lvl="0" indent="0" algn="ctr" rtl="0">
                        <a:spcBef>
                          <a:spcPts val="0"/>
                        </a:spcBef>
                        <a:spcAft>
                          <a:spcPts val="0"/>
                        </a:spcAft>
                        <a:buNone/>
                      </a:pPr>
                      <a:endParaRPr sz="200" b="1">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7994A9">
                        <a:alpha val="64709"/>
                      </a:srgbClr>
                    </a:solidFill>
                  </a:tcPr>
                </a:tc>
                <a:extLst>
                  <a:ext uri="{0D108BD9-81ED-4DB2-BD59-A6C34878D82A}">
                    <a16:rowId xmlns:a16="http://schemas.microsoft.com/office/drawing/2014/main" val="10003"/>
                  </a:ext>
                </a:extLst>
              </a:tr>
            </a:tbl>
          </a:graphicData>
        </a:graphic>
      </p:graphicFrame>
      <p:grpSp>
        <p:nvGrpSpPr>
          <p:cNvPr id="4959" name="Google Shape;4959;p58"/>
          <p:cNvGrpSpPr/>
          <p:nvPr/>
        </p:nvGrpSpPr>
        <p:grpSpPr>
          <a:xfrm>
            <a:off x="5910045" y="3189058"/>
            <a:ext cx="2522867" cy="1001454"/>
            <a:chOff x="1904318" y="789980"/>
            <a:chExt cx="1489472" cy="606868"/>
          </a:xfrm>
        </p:grpSpPr>
        <p:cxnSp>
          <p:nvCxnSpPr>
            <p:cNvPr id="4960" name="Google Shape;4960;p58"/>
            <p:cNvCxnSpPr/>
            <p:nvPr/>
          </p:nvCxnSpPr>
          <p:spPr>
            <a:xfrm rot="10800000">
              <a:off x="2109981" y="1180903"/>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4961" name="Google Shape;4961;p58"/>
            <p:cNvCxnSpPr/>
            <p:nvPr/>
          </p:nvCxnSpPr>
          <p:spPr>
            <a:xfrm rot="10800000">
              <a:off x="2109981" y="985080"/>
              <a:ext cx="1280400" cy="0"/>
            </a:xfrm>
            <a:prstGeom prst="straightConnector1">
              <a:avLst/>
            </a:prstGeom>
            <a:noFill/>
            <a:ln w="9525" cap="flat" cmpd="sng">
              <a:solidFill>
                <a:srgbClr val="B3C3CE"/>
              </a:solidFill>
              <a:prstDash val="solid"/>
              <a:round/>
              <a:headEnd type="none" w="med" len="med"/>
              <a:tailEnd type="none" w="med" len="med"/>
            </a:ln>
          </p:spPr>
        </p:cxnSp>
        <p:cxnSp>
          <p:nvCxnSpPr>
            <p:cNvPr id="4962" name="Google Shape;4962;p58"/>
            <p:cNvCxnSpPr/>
            <p:nvPr/>
          </p:nvCxnSpPr>
          <p:spPr>
            <a:xfrm rot="10800000">
              <a:off x="2109981" y="1376729"/>
              <a:ext cx="1280400" cy="0"/>
            </a:xfrm>
            <a:prstGeom prst="straightConnector1">
              <a:avLst/>
            </a:prstGeom>
            <a:noFill/>
            <a:ln w="9525" cap="flat" cmpd="sng">
              <a:solidFill>
                <a:srgbClr val="B3C3CE"/>
              </a:solidFill>
              <a:prstDash val="solid"/>
              <a:round/>
              <a:headEnd type="none" w="med" len="med"/>
              <a:tailEnd type="none" w="med" len="med"/>
            </a:ln>
          </p:spPr>
        </p:cxnSp>
        <p:sp>
          <p:nvSpPr>
            <p:cNvPr id="4963" name="Google Shape;4963;p58"/>
            <p:cNvSpPr txBox="1"/>
            <p:nvPr/>
          </p:nvSpPr>
          <p:spPr>
            <a:xfrm flipH="1">
              <a:off x="2109710"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JANUARY</a:t>
              </a:r>
              <a:endParaRPr sz="400">
                <a:solidFill>
                  <a:srgbClr val="E3E9ED"/>
                </a:solidFill>
              </a:endParaRPr>
            </a:p>
          </p:txBody>
        </p:sp>
        <p:sp>
          <p:nvSpPr>
            <p:cNvPr id="4964" name="Google Shape;4964;p58"/>
            <p:cNvSpPr txBox="1"/>
            <p:nvPr/>
          </p:nvSpPr>
          <p:spPr>
            <a:xfrm flipH="1">
              <a:off x="2434275" y="789980"/>
              <a:ext cx="2892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FEBRUARY</a:t>
              </a:r>
              <a:endParaRPr sz="400">
                <a:solidFill>
                  <a:srgbClr val="E3E9ED"/>
                </a:solidFill>
              </a:endParaRPr>
            </a:p>
          </p:txBody>
        </p:sp>
        <p:sp>
          <p:nvSpPr>
            <p:cNvPr id="4965" name="Google Shape;4965;p58"/>
            <p:cNvSpPr txBox="1"/>
            <p:nvPr/>
          </p:nvSpPr>
          <p:spPr>
            <a:xfrm flipH="1">
              <a:off x="2781049"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MARCH</a:t>
              </a:r>
              <a:endParaRPr sz="400">
                <a:solidFill>
                  <a:srgbClr val="E3E9ED"/>
                </a:solidFill>
              </a:endParaRPr>
            </a:p>
          </p:txBody>
        </p:sp>
        <p:sp>
          <p:nvSpPr>
            <p:cNvPr id="4966" name="Google Shape;4966;p58"/>
            <p:cNvSpPr txBox="1"/>
            <p:nvPr/>
          </p:nvSpPr>
          <p:spPr>
            <a:xfrm flipH="1">
              <a:off x="3112690" y="789981"/>
              <a:ext cx="281100" cy="107400"/>
            </a:xfrm>
            <a:prstGeom prst="rect">
              <a:avLst/>
            </a:prstGeom>
            <a:noFill/>
            <a:ln>
              <a:noFill/>
            </a:ln>
          </p:spPr>
          <p:txBody>
            <a:bodyPr spcFirstLastPara="1" wrap="square" lIns="0" tIns="91425" rIns="0" bIns="91425" anchor="t" anchorCtr="0">
              <a:noAutofit/>
            </a:bodyPr>
            <a:lstStyle/>
            <a:p>
              <a:pPr marL="0" lvl="0" indent="0" algn="ctr" rtl="0">
                <a:spcBef>
                  <a:spcPts val="0"/>
                </a:spcBef>
                <a:spcAft>
                  <a:spcPts val="1600"/>
                </a:spcAft>
                <a:buNone/>
              </a:pPr>
              <a:r>
                <a:rPr lang="en" sz="400">
                  <a:solidFill>
                    <a:srgbClr val="E3E9ED"/>
                  </a:solidFill>
                </a:rPr>
                <a:t>APRIL</a:t>
              </a:r>
              <a:endParaRPr sz="400">
                <a:solidFill>
                  <a:srgbClr val="E3E9ED"/>
                </a:solidFill>
              </a:endParaRPr>
            </a:p>
          </p:txBody>
        </p:sp>
        <p:sp>
          <p:nvSpPr>
            <p:cNvPr id="4967" name="Google Shape;4967;p58"/>
            <p:cNvSpPr/>
            <p:nvPr/>
          </p:nvSpPr>
          <p:spPr>
            <a:xfrm>
              <a:off x="2105681" y="964326"/>
              <a:ext cx="2892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8" name="Google Shape;4968;p58"/>
            <p:cNvSpPr/>
            <p:nvPr/>
          </p:nvSpPr>
          <p:spPr>
            <a:xfrm>
              <a:off x="2109515" y="1159286"/>
              <a:ext cx="280200" cy="42600"/>
            </a:xfrm>
            <a:prstGeom prst="rect">
              <a:avLst/>
            </a:prstGeom>
            <a:solidFill>
              <a:srgbClr val="EEEE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9" name="Google Shape;4969;p58"/>
            <p:cNvSpPr/>
            <p:nvPr/>
          </p:nvSpPr>
          <p:spPr>
            <a:xfrm>
              <a:off x="2753389" y="1353677"/>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0" name="Google Shape;4970;p58"/>
            <p:cNvSpPr/>
            <p:nvPr/>
          </p:nvSpPr>
          <p:spPr>
            <a:xfrm>
              <a:off x="2105681" y="1159287"/>
              <a:ext cx="2892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1" name="Google Shape;4971;p58"/>
            <p:cNvSpPr/>
            <p:nvPr/>
          </p:nvSpPr>
          <p:spPr>
            <a:xfrm>
              <a:off x="2412005" y="1354248"/>
              <a:ext cx="325500" cy="426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2" name="Google Shape;4972;p58"/>
            <p:cNvSpPr/>
            <p:nvPr/>
          </p:nvSpPr>
          <p:spPr>
            <a:xfrm>
              <a:off x="2410087"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3" name="Google Shape;4973;p58"/>
            <p:cNvSpPr txBox="1"/>
            <p:nvPr/>
          </p:nvSpPr>
          <p:spPr>
            <a:xfrm flipH="1">
              <a:off x="1906114" y="918164"/>
              <a:ext cx="203400" cy="106500"/>
            </a:xfrm>
            <a:prstGeom prst="rect">
              <a:avLst/>
            </a:prstGeom>
            <a:noFill/>
            <a:ln>
              <a:noFill/>
            </a:ln>
          </p:spPr>
          <p:txBody>
            <a:bodyPr spcFirstLastPara="1" wrap="square" lIns="0" tIns="91425" rIns="0" bIns="91425" anchor="t" anchorCtr="0">
              <a:noAutofit/>
            </a:bodyPr>
            <a:lstStyle/>
            <a:p>
              <a:pPr marL="0" lvl="0" indent="0" algn="l" rtl="0">
                <a:spcBef>
                  <a:spcPts val="0"/>
                </a:spcBef>
                <a:spcAft>
                  <a:spcPts val="1600"/>
                </a:spcAft>
                <a:buNone/>
              </a:pPr>
              <a:r>
                <a:rPr lang="en" sz="400">
                  <a:solidFill>
                    <a:srgbClr val="E3E9ED"/>
                  </a:solidFill>
                </a:rPr>
                <a:t>PHASE 1</a:t>
              </a:r>
              <a:endParaRPr sz="400">
                <a:solidFill>
                  <a:srgbClr val="E3E9ED"/>
                </a:solidFill>
              </a:endParaRPr>
            </a:p>
          </p:txBody>
        </p:sp>
        <p:sp>
          <p:nvSpPr>
            <p:cNvPr id="4974" name="Google Shape;4974;p58"/>
            <p:cNvSpPr txBox="1"/>
            <p:nvPr/>
          </p:nvSpPr>
          <p:spPr>
            <a:xfrm flipH="1">
              <a:off x="1904318" y="1113390"/>
              <a:ext cx="205200" cy="91200"/>
            </a:xfrm>
            <a:prstGeom prst="rect">
              <a:avLst/>
            </a:prstGeom>
            <a:noFill/>
            <a:ln>
              <a:noFill/>
            </a:ln>
          </p:spPr>
          <p:txBody>
            <a:bodyPr spcFirstLastPara="1" wrap="square" lIns="0" tIns="91425" rIns="0" bIns="91425" anchor="t" anchorCtr="0">
              <a:noAutofit/>
            </a:bodyPr>
            <a:lstStyle/>
            <a:p>
              <a:pPr marL="0" lvl="0" indent="0" algn="l" rtl="0">
                <a:lnSpc>
                  <a:spcPct val="115000"/>
                </a:lnSpc>
                <a:spcBef>
                  <a:spcPts val="0"/>
                </a:spcBef>
                <a:spcAft>
                  <a:spcPts val="1600"/>
                </a:spcAft>
                <a:buNone/>
              </a:pPr>
              <a:r>
                <a:rPr lang="en" sz="400">
                  <a:solidFill>
                    <a:srgbClr val="E3E9ED"/>
                  </a:solidFill>
                </a:rPr>
                <a:t>Task 1</a:t>
              </a:r>
              <a:endParaRPr sz="400">
                <a:solidFill>
                  <a:srgbClr val="E3E9ED"/>
                </a:solidFill>
              </a:endParaRPr>
            </a:p>
          </p:txBody>
        </p:sp>
        <p:sp>
          <p:nvSpPr>
            <p:cNvPr id="4975" name="Google Shape;4975;p58"/>
            <p:cNvSpPr txBox="1"/>
            <p:nvPr/>
          </p:nvSpPr>
          <p:spPr>
            <a:xfrm flipH="1">
              <a:off x="1906118" y="1304527"/>
              <a:ext cx="203400" cy="91200"/>
            </a:xfrm>
            <a:prstGeom prst="rect">
              <a:avLst/>
            </a:prstGeom>
            <a:noFill/>
            <a:ln>
              <a:noFill/>
            </a:ln>
          </p:spPr>
          <p:txBody>
            <a:bodyPr spcFirstLastPara="1" wrap="square" lIns="0" tIns="91425" rIns="0" bIns="91425" anchor="t" anchorCtr="0">
              <a:noAutofit/>
            </a:bodyPr>
            <a:lstStyle/>
            <a:p>
              <a:pPr marL="0" lvl="0" indent="0" algn="l" rtl="0">
                <a:lnSpc>
                  <a:spcPct val="115000"/>
                </a:lnSpc>
                <a:spcBef>
                  <a:spcPts val="0"/>
                </a:spcBef>
                <a:spcAft>
                  <a:spcPts val="1600"/>
                </a:spcAft>
                <a:buNone/>
              </a:pPr>
              <a:r>
                <a:rPr lang="en" sz="400">
                  <a:solidFill>
                    <a:srgbClr val="E3E9ED"/>
                  </a:solidFill>
                </a:rPr>
                <a:t>Task 2</a:t>
              </a:r>
              <a:endParaRPr sz="400">
                <a:solidFill>
                  <a:srgbClr val="E3E9ED"/>
                </a:solidFill>
              </a:endParaRPr>
            </a:p>
          </p:txBody>
        </p:sp>
        <p:sp>
          <p:nvSpPr>
            <p:cNvPr id="4976" name="Google Shape;4976;p58"/>
            <p:cNvSpPr/>
            <p:nvPr/>
          </p:nvSpPr>
          <p:spPr>
            <a:xfrm>
              <a:off x="2750975" y="964961"/>
              <a:ext cx="325500" cy="426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77" name="Google Shape;4977;p58"/>
          <p:cNvGrpSpPr/>
          <p:nvPr/>
        </p:nvGrpSpPr>
        <p:grpSpPr>
          <a:xfrm>
            <a:off x="712562" y="998017"/>
            <a:ext cx="2394370" cy="976502"/>
            <a:chOff x="749309" y="1112739"/>
            <a:chExt cx="2371603" cy="976502"/>
          </a:xfrm>
        </p:grpSpPr>
        <p:sp>
          <p:nvSpPr>
            <p:cNvPr id="4978" name="Google Shape;4978;p58"/>
            <p:cNvSpPr/>
            <p:nvPr/>
          </p:nvSpPr>
          <p:spPr>
            <a:xfrm>
              <a:off x="1092126"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9" name="Google Shape;4979;p58"/>
            <p:cNvSpPr/>
            <p:nvPr/>
          </p:nvSpPr>
          <p:spPr>
            <a:xfrm>
              <a:off x="1434943"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0" name="Google Shape;4980;p58"/>
            <p:cNvSpPr/>
            <p:nvPr/>
          </p:nvSpPr>
          <p:spPr>
            <a:xfrm>
              <a:off x="1777760"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1" name="Google Shape;4981;p58"/>
            <p:cNvSpPr/>
            <p:nvPr/>
          </p:nvSpPr>
          <p:spPr>
            <a:xfrm>
              <a:off x="2120578"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2" name="Google Shape;4982;p58"/>
            <p:cNvSpPr/>
            <p:nvPr/>
          </p:nvSpPr>
          <p:spPr>
            <a:xfrm>
              <a:off x="2463395"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3" name="Google Shape;4983;p58"/>
            <p:cNvSpPr/>
            <p:nvPr/>
          </p:nvSpPr>
          <p:spPr>
            <a:xfrm>
              <a:off x="2806212"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4" name="Google Shape;4984;p58"/>
            <p:cNvSpPr/>
            <p:nvPr/>
          </p:nvSpPr>
          <p:spPr>
            <a:xfrm>
              <a:off x="749309" y="1362294"/>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5" name="Google Shape;4985;p58"/>
            <p:cNvSpPr/>
            <p:nvPr/>
          </p:nvSpPr>
          <p:spPr>
            <a:xfrm>
              <a:off x="1092126"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6" name="Google Shape;4986;p58"/>
            <p:cNvSpPr/>
            <p:nvPr/>
          </p:nvSpPr>
          <p:spPr>
            <a:xfrm>
              <a:off x="1434943"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7" name="Google Shape;4987;p58"/>
            <p:cNvSpPr/>
            <p:nvPr/>
          </p:nvSpPr>
          <p:spPr>
            <a:xfrm>
              <a:off x="1777760"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8" name="Google Shape;4988;p58"/>
            <p:cNvSpPr/>
            <p:nvPr/>
          </p:nvSpPr>
          <p:spPr>
            <a:xfrm>
              <a:off x="2120578"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9" name="Google Shape;4989;p58"/>
            <p:cNvSpPr/>
            <p:nvPr/>
          </p:nvSpPr>
          <p:spPr>
            <a:xfrm>
              <a:off x="2463395"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0" name="Google Shape;4990;p58"/>
            <p:cNvSpPr/>
            <p:nvPr/>
          </p:nvSpPr>
          <p:spPr>
            <a:xfrm>
              <a:off x="2806212"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1" name="Google Shape;4991;p58"/>
            <p:cNvSpPr/>
            <p:nvPr/>
          </p:nvSpPr>
          <p:spPr>
            <a:xfrm>
              <a:off x="749309" y="1611849"/>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2" name="Google Shape;4992;p58"/>
            <p:cNvSpPr/>
            <p:nvPr/>
          </p:nvSpPr>
          <p:spPr>
            <a:xfrm>
              <a:off x="1092126"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3" name="Google Shape;4993;p58"/>
            <p:cNvSpPr/>
            <p:nvPr/>
          </p:nvSpPr>
          <p:spPr>
            <a:xfrm>
              <a:off x="1434943"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4" name="Google Shape;4994;p58"/>
            <p:cNvSpPr/>
            <p:nvPr/>
          </p:nvSpPr>
          <p:spPr>
            <a:xfrm>
              <a:off x="1777760"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5" name="Google Shape;4995;p58"/>
            <p:cNvSpPr/>
            <p:nvPr/>
          </p:nvSpPr>
          <p:spPr>
            <a:xfrm>
              <a:off x="2120578"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6" name="Google Shape;4996;p58"/>
            <p:cNvSpPr/>
            <p:nvPr/>
          </p:nvSpPr>
          <p:spPr>
            <a:xfrm>
              <a:off x="2463395"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7" name="Google Shape;4997;p58"/>
            <p:cNvSpPr/>
            <p:nvPr/>
          </p:nvSpPr>
          <p:spPr>
            <a:xfrm>
              <a:off x="2806212"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8" name="Google Shape;4998;p58"/>
            <p:cNvSpPr/>
            <p:nvPr/>
          </p:nvSpPr>
          <p:spPr>
            <a:xfrm>
              <a:off x="749309" y="1861404"/>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9" name="Google Shape;4999;p58"/>
            <p:cNvSpPr/>
            <p:nvPr/>
          </p:nvSpPr>
          <p:spPr>
            <a:xfrm>
              <a:off x="1092126"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0" name="Google Shape;5000;p58"/>
            <p:cNvSpPr/>
            <p:nvPr/>
          </p:nvSpPr>
          <p:spPr>
            <a:xfrm>
              <a:off x="1434943"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1" name="Google Shape;5001;p58"/>
            <p:cNvSpPr/>
            <p:nvPr/>
          </p:nvSpPr>
          <p:spPr>
            <a:xfrm>
              <a:off x="1777760"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2" name="Google Shape;5002;p58"/>
            <p:cNvSpPr/>
            <p:nvPr/>
          </p:nvSpPr>
          <p:spPr>
            <a:xfrm>
              <a:off x="2120578"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3" name="Google Shape;5003;p58"/>
            <p:cNvSpPr/>
            <p:nvPr/>
          </p:nvSpPr>
          <p:spPr>
            <a:xfrm>
              <a:off x="2463395"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4" name="Google Shape;5004;p58"/>
            <p:cNvSpPr/>
            <p:nvPr/>
          </p:nvSpPr>
          <p:spPr>
            <a:xfrm>
              <a:off x="2806212"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5" name="Google Shape;5005;p58"/>
            <p:cNvSpPr/>
            <p:nvPr/>
          </p:nvSpPr>
          <p:spPr>
            <a:xfrm>
              <a:off x="749309" y="1112739"/>
              <a:ext cx="314700" cy="226800"/>
            </a:xfrm>
            <a:prstGeom prst="rect">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6" name="Google Shape;5006;p58"/>
            <p:cNvSpPr/>
            <p:nvPr/>
          </p:nvSpPr>
          <p:spPr>
            <a:xfrm>
              <a:off x="1434877" y="1258345"/>
              <a:ext cx="16857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7" name="Google Shape;5007;p58"/>
            <p:cNvSpPr/>
            <p:nvPr/>
          </p:nvSpPr>
          <p:spPr>
            <a:xfrm>
              <a:off x="1777683" y="2010641"/>
              <a:ext cx="10002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8" name="Google Shape;5008;p58"/>
            <p:cNvSpPr/>
            <p:nvPr/>
          </p:nvSpPr>
          <p:spPr>
            <a:xfrm>
              <a:off x="1092070"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9" name="Google Shape;5009;p58"/>
            <p:cNvSpPr/>
            <p:nvPr/>
          </p:nvSpPr>
          <p:spPr>
            <a:xfrm>
              <a:off x="2463277"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aphicFrame>
        <p:nvGraphicFramePr>
          <p:cNvPr id="5010" name="Google Shape;5010;p58"/>
          <p:cNvGraphicFramePr/>
          <p:nvPr/>
        </p:nvGraphicFramePr>
        <p:xfrm>
          <a:off x="5935863" y="996311"/>
          <a:ext cx="2491300" cy="976425"/>
        </p:xfrm>
        <a:graphic>
          <a:graphicData uri="http://schemas.openxmlformats.org/drawingml/2006/table">
            <a:tbl>
              <a:tblPr>
                <a:noFill/>
                <a:tableStyleId>{49064342-CC3E-41E9-A069-EDB3E7D4C846}</a:tableStyleId>
              </a:tblPr>
              <a:tblGrid>
                <a:gridCol w="622825">
                  <a:extLst>
                    <a:ext uri="{9D8B030D-6E8A-4147-A177-3AD203B41FA5}">
                      <a16:colId xmlns:a16="http://schemas.microsoft.com/office/drawing/2014/main" val="20000"/>
                    </a:ext>
                  </a:extLst>
                </a:gridCol>
                <a:gridCol w="622825">
                  <a:extLst>
                    <a:ext uri="{9D8B030D-6E8A-4147-A177-3AD203B41FA5}">
                      <a16:colId xmlns:a16="http://schemas.microsoft.com/office/drawing/2014/main" val="20001"/>
                    </a:ext>
                  </a:extLst>
                </a:gridCol>
                <a:gridCol w="622825">
                  <a:extLst>
                    <a:ext uri="{9D8B030D-6E8A-4147-A177-3AD203B41FA5}">
                      <a16:colId xmlns:a16="http://schemas.microsoft.com/office/drawing/2014/main" val="20002"/>
                    </a:ext>
                  </a:extLst>
                </a:gridCol>
                <a:gridCol w="622825">
                  <a:extLst>
                    <a:ext uri="{9D8B030D-6E8A-4147-A177-3AD203B41FA5}">
                      <a16:colId xmlns:a16="http://schemas.microsoft.com/office/drawing/2014/main" val="20003"/>
                    </a:ext>
                  </a:extLst>
                </a:gridCol>
              </a:tblGrid>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extLst>
                  <a:ext uri="{0D108BD9-81ED-4DB2-BD59-A6C34878D82A}">
                    <a16:rowId xmlns:a16="http://schemas.microsoft.com/office/drawing/2014/main" val="10000"/>
                  </a:ext>
                </a:extLst>
              </a:tr>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325475">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extLst>
                  <a:ext uri="{0D108BD9-81ED-4DB2-BD59-A6C34878D82A}">
                    <a16:rowId xmlns:a16="http://schemas.microsoft.com/office/drawing/2014/main" val="10002"/>
                  </a:ext>
                </a:extLst>
              </a:tr>
            </a:tbl>
          </a:graphicData>
        </a:graphic>
      </p:graphicFrame>
      <p:grpSp>
        <p:nvGrpSpPr>
          <p:cNvPr id="5011" name="Google Shape;5011;p58"/>
          <p:cNvGrpSpPr/>
          <p:nvPr/>
        </p:nvGrpSpPr>
        <p:grpSpPr>
          <a:xfrm>
            <a:off x="4086505" y="2517104"/>
            <a:ext cx="1517436" cy="74460"/>
            <a:chOff x="3980086" y="2804397"/>
            <a:chExt cx="1227600" cy="66900"/>
          </a:xfrm>
        </p:grpSpPr>
        <p:sp>
          <p:nvSpPr>
            <p:cNvPr id="5012" name="Google Shape;5012;p58"/>
            <p:cNvSpPr/>
            <p:nvPr/>
          </p:nvSpPr>
          <p:spPr>
            <a:xfrm rot="5400000" flipH="1">
              <a:off x="4560736" y="2223904"/>
              <a:ext cx="66300" cy="1227600"/>
            </a:xfrm>
            <a:prstGeom prst="round2SameRect">
              <a:avLst>
                <a:gd name="adj1" fmla="val 50000"/>
                <a:gd name="adj2" fmla="val 50000"/>
              </a:avLst>
            </a:pr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3" name="Google Shape;5013;p58"/>
            <p:cNvSpPr/>
            <p:nvPr/>
          </p:nvSpPr>
          <p:spPr>
            <a:xfrm rot="5400000" flipH="1">
              <a:off x="4086125" y="2698647"/>
              <a:ext cx="66900" cy="278400"/>
            </a:xfrm>
            <a:prstGeom prst="round2SameRect">
              <a:avLst>
                <a:gd name="adj1" fmla="val 50000"/>
                <a:gd name="adj2" fmla="val 50000"/>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14" name="Google Shape;5014;p58"/>
          <p:cNvGrpSpPr/>
          <p:nvPr/>
        </p:nvGrpSpPr>
        <p:grpSpPr>
          <a:xfrm>
            <a:off x="4711569" y="2809692"/>
            <a:ext cx="892956" cy="74460"/>
            <a:chOff x="3980086" y="2804397"/>
            <a:chExt cx="1227600" cy="66900"/>
          </a:xfrm>
        </p:grpSpPr>
        <p:sp>
          <p:nvSpPr>
            <p:cNvPr id="5015" name="Google Shape;5015;p58"/>
            <p:cNvSpPr/>
            <p:nvPr/>
          </p:nvSpPr>
          <p:spPr>
            <a:xfrm rot="5400000" flipH="1">
              <a:off x="4560736" y="2223904"/>
              <a:ext cx="66300" cy="1227600"/>
            </a:xfrm>
            <a:prstGeom prst="round2SameRect">
              <a:avLst>
                <a:gd name="adj1" fmla="val 50000"/>
                <a:gd name="adj2" fmla="val 50000"/>
              </a:avLst>
            </a:pr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6" name="Google Shape;5016;p58"/>
            <p:cNvSpPr/>
            <p:nvPr/>
          </p:nvSpPr>
          <p:spPr>
            <a:xfrm rot="5400000" flipH="1">
              <a:off x="4086125" y="2698647"/>
              <a:ext cx="66900" cy="278400"/>
            </a:xfrm>
            <a:prstGeom prst="round2SameRect">
              <a:avLst>
                <a:gd name="adj1" fmla="val 50000"/>
                <a:gd name="adj2" fmla="val 50000"/>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17" name="Google Shape;5017;p58"/>
          <p:cNvGrpSpPr/>
          <p:nvPr/>
        </p:nvGrpSpPr>
        <p:grpSpPr>
          <a:xfrm>
            <a:off x="3344661" y="3168575"/>
            <a:ext cx="2363244" cy="1005943"/>
            <a:chOff x="3358415" y="3361302"/>
            <a:chExt cx="2363244" cy="1024695"/>
          </a:xfrm>
        </p:grpSpPr>
        <p:grpSp>
          <p:nvGrpSpPr>
            <p:cNvPr id="5018" name="Google Shape;5018;p58"/>
            <p:cNvGrpSpPr/>
            <p:nvPr/>
          </p:nvGrpSpPr>
          <p:grpSpPr>
            <a:xfrm>
              <a:off x="3358415" y="3361302"/>
              <a:ext cx="441300" cy="1024695"/>
              <a:chOff x="3358415" y="3361302"/>
              <a:chExt cx="441300" cy="1024695"/>
            </a:xfrm>
          </p:grpSpPr>
          <p:sp>
            <p:nvSpPr>
              <p:cNvPr id="5019" name="Google Shape;5019;p58"/>
              <p:cNvSpPr/>
              <p:nvPr/>
            </p:nvSpPr>
            <p:spPr>
              <a:xfrm>
                <a:off x="3358415"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0" name="Google Shape;5020;p58"/>
              <p:cNvSpPr/>
              <p:nvPr/>
            </p:nvSpPr>
            <p:spPr>
              <a:xfrm>
                <a:off x="3358415"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1" name="Google Shape;5021;p58"/>
              <p:cNvSpPr/>
              <p:nvPr/>
            </p:nvSpPr>
            <p:spPr>
              <a:xfrm>
                <a:off x="3358415"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2" name="Google Shape;5022;p58"/>
              <p:cNvSpPr/>
              <p:nvPr/>
            </p:nvSpPr>
            <p:spPr>
              <a:xfrm>
                <a:off x="3358415"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3" name="Google Shape;5023;p58"/>
              <p:cNvSpPr/>
              <p:nvPr/>
            </p:nvSpPr>
            <p:spPr>
              <a:xfrm>
                <a:off x="3358415"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4" name="Google Shape;5024;p58"/>
              <p:cNvSpPr/>
              <p:nvPr/>
            </p:nvSpPr>
            <p:spPr>
              <a:xfrm>
                <a:off x="3358415"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25" name="Google Shape;5025;p58"/>
            <p:cNvGrpSpPr/>
            <p:nvPr/>
          </p:nvGrpSpPr>
          <p:grpSpPr>
            <a:xfrm>
              <a:off x="3838901" y="3361302"/>
              <a:ext cx="441300" cy="1024695"/>
              <a:chOff x="3838901" y="3361302"/>
              <a:chExt cx="441300" cy="1024695"/>
            </a:xfrm>
          </p:grpSpPr>
          <p:sp>
            <p:nvSpPr>
              <p:cNvPr id="5026" name="Google Shape;5026;p58"/>
              <p:cNvSpPr/>
              <p:nvPr/>
            </p:nvSpPr>
            <p:spPr>
              <a:xfrm>
                <a:off x="3838901"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7" name="Google Shape;5027;p58"/>
              <p:cNvSpPr/>
              <p:nvPr/>
            </p:nvSpPr>
            <p:spPr>
              <a:xfrm>
                <a:off x="3838901"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8" name="Google Shape;5028;p58"/>
              <p:cNvSpPr/>
              <p:nvPr/>
            </p:nvSpPr>
            <p:spPr>
              <a:xfrm>
                <a:off x="3838901"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9" name="Google Shape;5029;p58"/>
              <p:cNvSpPr/>
              <p:nvPr/>
            </p:nvSpPr>
            <p:spPr>
              <a:xfrm>
                <a:off x="3838901"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0" name="Google Shape;5030;p58"/>
              <p:cNvSpPr/>
              <p:nvPr/>
            </p:nvSpPr>
            <p:spPr>
              <a:xfrm>
                <a:off x="3838901"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1" name="Google Shape;5031;p58"/>
              <p:cNvSpPr/>
              <p:nvPr/>
            </p:nvSpPr>
            <p:spPr>
              <a:xfrm>
                <a:off x="3838901"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32" name="Google Shape;5032;p58"/>
            <p:cNvGrpSpPr/>
            <p:nvPr/>
          </p:nvGrpSpPr>
          <p:grpSpPr>
            <a:xfrm>
              <a:off x="4319387" y="3361302"/>
              <a:ext cx="441300" cy="1024695"/>
              <a:chOff x="4319387" y="3361302"/>
              <a:chExt cx="441300" cy="1024695"/>
            </a:xfrm>
          </p:grpSpPr>
          <p:sp>
            <p:nvSpPr>
              <p:cNvPr id="5033" name="Google Shape;5033;p58"/>
              <p:cNvSpPr/>
              <p:nvPr/>
            </p:nvSpPr>
            <p:spPr>
              <a:xfrm>
                <a:off x="4319387"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4" name="Google Shape;5034;p58"/>
              <p:cNvSpPr/>
              <p:nvPr/>
            </p:nvSpPr>
            <p:spPr>
              <a:xfrm>
                <a:off x="4319387"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5" name="Google Shape;5035;p58"/>
              <p:cNvSpPr/>
              <p:nvPr/>
            </p:nvSpPr>
            <p:spPr>
              <a:xfrm>
                <a:off x="4319387"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6" name="Google Shape;5036;p58"/>
              <p:cNvSpPr/>
              <p:nvPr/>
            </p:nvSpPr>
            <p:spPr>
              <a:xfrm>
                <a:off x="4319387"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7" name="Google Shape;5037;p58"/>
              <p:cNvSpPr/>
              <p:nvPr/>
            </p:nvSpPr>
            <p:spPr>
              <a:xfrm>
                <a:off x="4319387"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8" name="Google Shape;5038;p58"/>
              <p:cNvSpPr/>
              <p:nvPr/>
            </p:nvSpPr>
            <p:spPr>
              <a:xfrm>
                <a:off x="4319387"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39" name="Google Shape;5039;p58"/>
            <p:cNvGrpSpPr/>
            <p:nvPr/>
          </p:nvGrpSpPr>
          <p:grpSpPr>
            <a:xfrm>
              <a:off x="4799873" y="3361302"/>
              <a:ext cx="441300" cy="1024695"/>
              <a:chOff x="4799873" y="3361302"/>
              <a:chExt cx="441300" cy="1024695"/>
            </a:xfrm>
          </p:grpSpPr>
          <p:sp>
            <p:nvSpPr>
              <p:cNvPr id="5040" name="Google Shape;5040;p58"/>
              <p:cNvSpPr/>
              <p:nvPr/>
            </p:nvSpPr>
            <p:spPr>
              <a:xfrm>
                <a:off x="4799873"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1" name="Google Shape;5041;p58"/>
              <p:cNvSpPr/>
              <p:nvPr/>
            </p:nvSpPr>
            <p:spPr>
              <a:xfrm>
                <a:off x="4799873"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2" name="Google Shape;5042;p58"/>
              <p:cNvSpPr/>
              <p:nvPr/>
            </p:nvSpPr>
            <p:spPr>
              <a:xfrm>
                <a:off x="4799873"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3" name="Google Shape;5043;p58"/>
              <p:cNvSpPr/>
              <p:nvPr/>
            </p:nvSpPr>
            <p:spPr>
              <a:xfrm>
                <a:off x="4799873"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4" name="Google Shape;5044;p58"/>
              <p:cNvSpPr/>
              <p:nvPr/>
            </p:nvSpPr>
            <p:spPr>
              <a:xfrm>
                <a:off x="4799873"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5" name="Google Shape;5045;p58"/>
              <p:cNvSpPr/>
              <p:nvPr/>
            </p:nvSpPr>
            <p:spPr>
              <a:xfrm>
                <a:off x="4799873"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46" name="Google Shape;5046;p58"/>
            <p:cNvGrpSpPr/>
            <p:nvPr/>
          </p:nvGrpSpPr>
          <p:grpSpPr>
            <a:xfrm>
              <a:off x="5280360" y="3361302"/>
              <a:ext cx="441300" cy="1024695"/>
              <a:chOff x="5280360" y="3361302"/>
              <a:chExt cx="441300" cy="1024695"/>
            </a:xfrm>
          </p:grpSpPr>
          <p:sp>
            <p:nvSpPr>
              <p:cNvPr id="5047" name="Google Shape;5047;p58"/>
              <p:cNvSpPr/>
              <p:nvPr/>
            </p:nvSpPr>
            <p:spPr>
              <a:xfrm>
                <a:off x="5280360"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8" name="Google Shape;5048;p58"/>
              <p:cNvSpPr/>
              <p:nvPr/>
            </p:nvSpPr>
            <p:spPr>
              <a:xfrm>
                <a:off x="5280360"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9" name="Google Shape;5049;p58"/>
              <p:cNvSpPr/>
              <p:nvPr/>
            </p:nvSpPr>
            <p:spPr>
              <a:xfrm>
                <a:off x="5280360"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0" name="Google Shape;5050;p58"/>
              <p:cNvSpPr/>
              <p:nvPr/>
            </p:nvSpPr>
            <p:spPr>
              <a:xfrm>
                <a:off x="5280360"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1" name="Google Shape;5051;p58"/>
              <p:cNvSpPr/>
              <p:nvPr/>
            </p:nvSpPr>
            <p:spPr>
              <a:xfrm>
                <a:off x="5280360"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2" name="Google Shape;5052;p58"/>
              <p:cNvSpPr/>
              <p:nvPr/>
            </p:nvSpPr>
            <p:spPr>
              <a:xfrm>
                <a:off x="5280360"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aphicFrame>
        <p:nvGraphicFramePr>
          <p:cNvPr id="5053" name="Google Shape;5053;p58"/>
          <p:cNvGraphicFramePr/>
          <p:nvPr/>
        </p:nvGraphicFramePr>
        <p:xfrm>
          <a:off x="711088" y="2130461"/>
          <a:ext cx="2403600" cy="881400"/>
        </p:xfrm>
        <a:graphic>
          <a:graphicData uri="http://schemas.openxmlformats.org/drawingml/2006/table">
            <a:tbl>
              <a:tblPr>
                <a:noFill/>
                <a:tableStyleId>{49064342-CC3E-41E9-A069-EDB3E7D4C846}</a:tableStyleId>
              </a:tblPr>
              <a:tblGrid>
                <a:gridCol w="600900">
                  <a:extLst>
                    <a:ext uri="{9D8B030D-6E8A-4147-A177-3AD203B41FA5}">
                      <a16:colId xmlns:a16="http://schemas.microsoft.com/office/drawing/2014/main" val="20000"/>
                    </a:ext>
                  </a:extLst>
                </a:gridCol>
                <a:gridCol w="600900">
                  <a:extLst>
                    <a:ext uri="{9D8B030D-6E8A-4147-A177-3AD203B41FA5}">
                      <a16:colId xmlns:a16="http://schemas.microsoft.com/office/drawing/2014/main" val="20001"/>
                    </a:ext>
                  </a:extLst>
                </a:gridCol>
                <a:gridCol w="600900">
                  <a:extLst>
                    <a:ext uri="{9D8B030D-6E8A-4147-A177-3AD203B41FA5}">
                      <a16:colId xmlns:a16="http://schemas.microsoft.com/office/drawing/2014/main" val="20002"/>
                    </a:ext>
                  </a:extLst>
                </a:gridCol>
                <a:gridCol w="600900">
                  <a:extLst>
                    <a:ext uri="{9D8B030D-6E8A-4147-A177-3AD203B41FA5}">
                      <a16:colId xmlns:a16="http://schemas.microsoft.com/office/drawing/2014/main" val="20003"/>
                    </a:ext>
                  </a:extLst>
                </a:gridCol>
              </a:tblGrid>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extLst>
                  <a:ext uri="{0D108BD9-81ED-4DB2-BD59-A6C34878D82A}">
                    <a16:rowId xmlns:a16="http://schemas.microsoft.com/office/drawing/2014/main" val="10000"/>
                  </a:ext>
                </a:extLst>
              </a:tr>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869FB1"/>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293800">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7994A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lvl="0" indent="0" algn="l" rtl="0">
                        <a:spcBef>
                          <a:spcPts val="0"/>
                        </a:spcBef>
                        <a:spcAft>
                          <a:spcPts val="0"/>
                        </a:spcAft>
                        <a:buNone/>
                      </a:pPr>
                      <a:endParaRPr sz="200"/>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extLst>
                  <a:ext uri="{0D108BD9-81ED-4DB2-BD59-A6C34878D82A}">
                    <a16:rowId xmlns:a16="http://schemas.microsoft.com/office/drawing/2014/main" val="10002"/>
                  </a:ext>
                </a:extLst>
              </a:tr>
            </a:tbl>
          </a:graphicData>
        </a:graphic>
      </p:graphicFrame>
      <p:grpSp>
        <p:nvGrpSpPr>
          <p:cNvPr id="5054" name="Google Shape;5054;p58"/>
          <p:cNvGrpSpPr/>
          <p:nvPr/>
        </p:nvGrpSpPr>
        <p:grpSpPr>
          <a:xfrm>
            <a:off x="712613" y="3180186"/>
            <a:ext cx="2403614" cy="1005900"/>
            <a:chOff x="726450" y="3372825"/>
            <a:chExt cx="2403614" cy="1005900"/>
          </a:xfrm>
        </p:grpSpPr>
        <p:grpSp>
          <p:nvGrpSpPr>
            <p:cNvPr id="5055" name="Google Shape;5055;p58"/>
            <p:cNvGrpSpPr/>
            <p:nvPr/>
          </p:nvGrpSpPr>
          <p:grpSpPr>
            <a:xfrm>
              <a:off x="726450" y="3696000"/>
              <a:ext cx="2403614" cy="500898"/>
              <a:chOff x="726450" y="3696000"/>
              <a:chExt cx="2403614" cy="500898"/>
            </a:xfrm>
          </p:grpSpPr>
          <p:sp>
            <p:nvSpPr>
              <p:cNvPr id="5056" name="Google Shape;5056;p58"/>
              <p:cNvSpPr/>
              <p:nvPr/>
            </p:nvSpPr>
            <p:spPr>
              <a:xfrm>
                <a:off x="726450" y="3696000"/>
                <a:ext cx="2403600" cy="167100"/>
              </a:xfrm>
              <a:prstGeom prst="rec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5057" name="Google Shape;5057;p58"/>
              <p:cNvSpPr/>
              <p:nvPr/>
            </p:nvSpPr>
            <p:spPr>
              <a:xfrm>
                <a:off x="726464" y="4029798"/>
                <a:ext cx="2403600" cy="167100"/>
              </a:xfrm>
              <a:prstGeom prst="rec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5058" name="Google Shape;5058;p58"/>
            <p:cNvGrpSpPr/>
            <p:nvPr/>
          </p:nvGrpSpPr>
          <p:grpSpPr>
            <a:xfrm>
              <a:off x="1348050" y="3372825"/>
              <a:ext cx="1720425" cy="1005900"/>
              <a:chOff x="1348050" y="3372825"/>
              <a:chExt cx="1720425" cy="1005900"/>
            </a:xfrm>
          </p:grpSpPr>
          <p:sp>
            <p:nvSpPr>
              <p:cNvPr id="5059" name="Google Shape;5059;p58"/>
              <p:cNvSpPr/>
              <p:nvPr/>
            </p:nvSpPr>
            <p:spPr>
              <a:xfrm>
                <a:off x="1348050"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5060" name="Google Shape;5060;p58"/>
              <p:cNvSpPr/>
              <p:nvPr/>
            </p:nvSpPr>
            <p:spPr>
              <a:xfrm>
                <a:off x="1701356"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5061" name="Google Shape;5061;p58"/>
              <p:cNvSpPr/>
              <p:nvPr/>
            </p:nvSpPr>
            <p:spPr>
              <a:xfrm>
                <a:off x="2054663"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5062" name="Google Shape;5062;p58"/>
              <p:cNvSpPr/>
              <p:nvPr/>
            </p:nvSpPr>
            <p:spPr>
              <a:xfrm>
                <a:off x="2407969"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sp>
            <p:nvSpPr>
              <p:cNvPr id="5063" name="Google Shape;5063;p58"/>
              <p:cNvSpPr/>
              <p:nvPr/>
            </p:nvSpPr>
            <p:spPr>
              <a:xfrm>
                <a:off x="2761275"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200"/>
              </a:p>
            </p:txBody>
          </p:sp>
        </p:grpSp>
        <p:grpSp>
          <p:nvGrpSpPr>
            <p:cNvPr id="5064" name="Google Shape;5064;p58"/>
            <p:cNvGrpSpPr/>
            <p:nvPr/>
          </p:nvGrpSpPr>
          <p:grpSpPr>
            <a:xfrm>
              <a:off x="1455707" y="3731058"/>
              <a:ext cx="1491150" cy="417657"/>
              <a:chOff x="1455707" y="3731058"/>
              <a:chExt cx="1491150" cy="417657"/>
            </a:xfrm>
          </p:grpSpPr>
          <p:grpSp>
            <p:nvGrpSpPr>
              <p:cNvPr id="5065" name="Google Shape;5065;p58"/>
              <p:cNvGrpSpPr/>
              <p:nvPr/>
            </p:nvGrpSpPr>
            <p:grpSpPr>
              <a:xfrm>
                <a:off x="1472938" y="3745828"/>
                <a:ext cx="72126" cy="53788"/>
                <a:chOff x="1472938" y="3745828"/>
                <a:chExt cx="72126" cy="53788"/>
              </a:xfrm>
            </p:grpSpPr>
            <p:sp>
              <p:nvSpPr>
                <p:cNvPr id="5066" name="Google Shape;5066;p58"/>
                <p:cNvSpPr/>
                <p:nvPr/>
              </p:nvSpPr>
              <p:spPr>
                <a:xfrm>
                  <a:off x="1472938" y="37638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7" name="Google Shape;5067;p58"/>
                <p:cNvSpPr/>
                <p:nvPr/>
              </p:nvSpPr>
              <p:spPr>
                <a:xfrm>
                  <a:off x="1490853" y="37458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68" name="Google Shape;5068;p58"/>
              <p:cNvGrpSpPr/>
              <p:nvPr/>
            </p:nvGrpSpPr>
            <p:grpSpPr>
              <a:xfrm>
                <a:off x="1819181" y="4089633"/>
                <a:ext cx="72126" cy="53788"/>
                <a:chOff x="1819181" y="4089633"/>
                <a:chExt cx="72126" cy="53788"/>
              </a:xfrm>
            </p:grpSpPr>
            <p:sp>
              <p:nvSpPr>
                <p:cNvPr id="5069" name="Google Shape;5069;p58"/>
                <p:cNvSpPr/>
                <p:nvPr/>
              </p:nvSpPr>
              <p:spPr>
                <a:xfrm>
                  <a:off x="1819181"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0" name="Google Shape;5070;p58"/>
                <p:cNvSpPr/>
                <p:nvPr/>
              </p:nvSpPr>
              <p:spPr>
                <a:xfrm>
                  <a:off x="1837096"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71" name="Google Shape;5071;p58"/>
              <p:cNvGrpSpPr/>
              <p:nvPr/>
            </p:nvGrpSpPr>
            <p:grpSpPr>
              <a:xfrm>
                <a:off x="1455707" y="4084171"/>
                <a:ext cx="64321" cy="64544"/>
                <a:chOff x="1455707" y="4084171"/>
                <a:chExt cx="64321" cy="64544"/>
              </a:xfrm>
            </p:grpSpPr>
            <p:sp>
              <p:nvSpPr>
                <p:cNvPr id="5072" name="Google Shape;5072;p58"/>
                <p:cNvSpPr/>
                <p:nvPr/>
              </p:nvSpPr>
              <p:spPr>
                <a:xfrm>
                  <a:off x="1478676" y="408440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3" name="Google Shape;5073;p58"/>
                <p:cNvSpPr/>
                <p:nvPr/>
              </p:nvSpPr>
              <p:spPr>
                <a:xfrm>
                  <a:off x="1455707" y="408417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74" name="Google Shape;5074;p58"/>
              <p:cNvGrpSpPr/>
              <p:nvPr/>
            </p:nvGrpSpPr>
            <p:grpSpPr>
              <a:xfrm>
                <a:off x="1818610" y="3731058"/>
                <a:ext cx="64321" cy="64544"/>
                <a:chOff x="1818610" y="3731058"/>
                <a:chExt cx="64321" cy="64544"/>
              </a:xfrm>
            </p:grpSpPr>
            <p:sp>
              <p:nvSpPr>
                <p:cNvPr id="5075" name="Google Shape;5075;p58"/>
                <p:cNvSpPr/>
                <p:nvPr/>
              </p:nvSpPr>
              <p:spPr>
                <a:xfrm>
                  <a:off x="1841579"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6" name="Google Shape;5076;p58"/>
                <p:cNvSpPr/>
                <p:nvPr/>
              </p:nvSpPr>
              <p:spPr>
                <a:xfrm>
                  <a:off x="1818610"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77" name="Google Shape;5077;p58"/>
              <p:cNvGrpSpPr/>
              <p:nvPr/>
            </p:nvGrpSpPr>
            <p:grpSpPr>
              <a:xfrm>
                <a:off x="2172491" y="4089633"/>
                <a:ext cx="72126" cy="53788"/>
                <a:chOff x="2172491" y="4089633"/>
                <a:chExt cx="72126" cy="53788"/>
              </a:xfrm>
            </p:grpSpPr>
            <p:sp>
              <p:nvSpPr>
                <p:cNvPr id="5078" name="Google Shape;5078;p58"/>
                <p:cNvSpPr/>
                <p:nvPr/>
              </p:nvSpPr>
              <p:spPr>
                <a:xfrm>
                  <a:off x="2172491"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9" name="Google Shape;5079;p58"/>
                <p:cNvSpPr/>
                <p:nvPr/>
              </p:nvSpPr>
              <p:spPr>
                <a:xfrm>
                  <a:off x="2190406"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80" name="Google Shape;5080;p58"/>
              <p:cNvGrpSpPr/>
              <p:nvPr/>
            </p:nvGrpSpPr>
            <p:grpSpPr>
              <a:xfrm>
                <a:off x="2171920" y="3731058"/>
                <a:ext cx="64321" cy="64544"/>
                <a:chOff x="2171920" y="3731058"/>
                <a:chExt cx="64321" cy="64544"/>
              </a:xfrm>
            </p:grpSpPr>
            <p:sp>
              <p:nvSpPr>
                <p:cNvPr id="5081" name="Google Shape;5081;p58"/>
                <p:cNvSpPr/>
                <p:nvPr/>
              </p:nvSpPr>
              <p:spPr>
                <a:xfrm>
                  <a:off x="2194889"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2" name="Google Shape;5082;p58"/>
                <p:cNvSpPr/>
                <p:nvPr/>
              </p:nvSpPr>
              <p:spPr>
                <a:xfrm>
                  <a:off x="2171920"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83" name="Google Shape;5083;p58"/>
              <p:cNvGrpSpPr/>
              <p:nvPr/>
            </p:nvGrpSpPr>
            <p:grpSpPr>
              <a:xfrm>
                <a:off x="2874730" y="3745828"/>
                <a:ext cx="72126" cy="53788"/>
                <a:chOff x="2874730" y="3745828"/>
                <a:chExt cx="72126" cy="53788"/>
              </a:xfrm>
            </p:grpSpPr>
            <p:sp>
              <p:nvSpPr>
                <p:cNvPr id="5084" name="Google Shape;5084;p58"/>
                <p:cNvSpPr/>
                <p:nvPr/>
              </p:nvSpPr>
              <p:spPr>
                <a:xfrm>
                  <a:off x="2874730" y="37638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5" name="Google Shape;5085;p58"/>
                <p:cNvSpPr/>
                <p:nvPr/>
              </p:nvSpPr>
              <p:spPr>
                <a:xfrm>
                  <a:off x="2892645" y="37458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86" name="Google Shape;5086;p58"/>
              <p:cNvGrpSpPr/>
              <p:nvPr/>
            </p:nvGrpSpPr>
            <p:grpSpPr>
              <a:xfrm>
                <a:off x="2878589" y="4081481"/>
                <a:ext cx="64321" cy="64544"/>
                <a:chOff x="2878589" y="4081481"/>
                <a:chExt cx="64321" cy="64544"/>
              </a:xfrm>
            </p:grpSpPr>
            <p:sp>
              <p:nvSpPr>
                <p:cNvPr id="5087" name="Google Shape;5087;p58"/>
                <p:cNvSpPr/>
                <p:nvPr/>
              </p:nvSpPr>
              <p:spPr>
                <a:xfrm>
                  <a:off x="2901559" y="408171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8" name="Google Shape;5088;p58"/>
                <p:cNvSpPr/>
                <p:nvPr/>
              </p:nvSpPr>
              <p:spPr>
                <a:xfrm>
                  <a:off x="2878589" y="408148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89" name="Google Shape;5089;p58"/>
              <p:cNvGrpSpPr/>
              <p:nvPr/>
            </p:nvGrpSpPr>
            <p:grpSpPr>
              <a:xfrm>
                <a:off x="2525796" y="4089633"/>
                <a:ext cx="72126" cy="53788"/>
                <a:chOff x="2525796" y="4089633"/>
                <a:chExt cx="72126" cy="53788"/>
              </a:xfrm>
            </p:grpSpPr>
            <p:sp>
              <p:nvSpPr>
                <p:cNvPr id="5090" name="Google Shape;5090;p58"/>
                <p:cNvSpPr/>
                <p:nvPr/>
              </p:nvSpPr>
              <p:spPr>
                <a:xfrm>
                  <a:off x="2525796"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1" name="Google Shape;5091;p58"/>
                <p:cNvSpPr/>
                <p:nvPr/>
              </p:nvSpPr>
              <p:spPr>
                <a:xfrm>
                  <a:off x="2543711"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092" name="Google Shape;5092;p58"/>
              <p:cNvGrpSpPr/>
              <p:nvPr/>
            </p:nvGrpSpPr>
            <p:grpSpPr>
              <a:xfrm>
                <a:off x="2525225" y="3731058"/>
                <a:ext cx="64321" cy="64544"/>
                <a:chOff x="2525225" y="3731058"/>
                <a:chExt cx="64321" cy="64544"/>
              </a:xfrm>
            </p:grpSpPr>
            <p:sp>
              <p:nvSpPr>
                <p:cNvPr id="5093" name="Google Shape;5093;p58"/>
                <p:cNvSpPr/>
                <p:nvPr/>
              </p:nvSpPr>
              <p:spPr>
                <a:xfrm>
                  <a:off x="2548194"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4" name="Google Shape;5094;p58"/>
                <p:cNvSpPr/>
                <p:nvPr/>
              </p:nvSpPr>
              <p:spPr>
                <a:xfrm>
                  <a:off x="2525225"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5098"/>
        <p:cNvGrpSpPr/>
        <p:nvPr/>
      </p:nvGrpSpPr>
      <p:grpSpPr>
        <a:xfrm>
          <a:off x="0" y="0"/>
          <a:ext cx="0" cy="0"/>
          <a:chOff x="0" y="0"/>
          <a:chExt cx="0" cy="0"/>
        </a:xfrm>
      </p:grpSpPr>
      <p:grpSp>
        <p:nvGrpSpPr>
          <p:cNvPr id="5099" name="Google Shape;5099;p59"/>
          <p:cNvGrpSpPr/>
          <p:nvPr/>
        </p:nvGrpSpPr>
        <p:grpSpPr>
          <a:xfrm>
            <a:off x="716996" y="971307"/>
            <a:ext cx="845921" cy="690752"/>
            <a:chOff x="732428" y="1198513"/>
            <a:chExt cx="845921" cy="690752"/>
          </a:xfrm>
        </p:grpSpPr>
        <p:grpSp>
          <p:nvGrpSpPr>
            <p:cNvPr id="5100" name="Google Shape;5100;p59"/>
            <p:cNvGrpSpPr/>
            <p:nvPr/>
          </p:nvGrpSpPr>
          <p:grpSpPr>
            <a:xfrm>
              <a:off x="823030" y="1198513"/>
              <a:ext cx="755319" cy="690752"/>
              <a:chOff x="823030" y="1198513"/>
              <a:chExt cx="755319" cy="690752"/>
            </a:xfrm>
          </p:grpSpPr>
          <p:sp>
            <p:nvSpPr>
              <p:cNvPr id="5101" name="Google Shape;5101;p59"/>
              <p:cNvSpPr/>
              <p:nvPr/>
            </p:nvSpPr>
            <p:spPr>
              <a:xfrm>
                <a:off x="823030" y="1198513"/>
                <a:ext cx="755319" cy="690752"/>
              </a:xfrm>
              <a:custGeom>
                <a:avLst/>
                <a:gdLst/>
                <a:ahLst/>
                <a:cxnLst/>
                <a:rect l="l" t="t" r="r" b="b"/>
                <a:pathLst>
                  <a:path w="46769" h="42771" extrusionOk="0">
                    <a:moveTo>
                      <a:pt x="21384" y="0"/>
                    </a:moveTo>
                    <a:cubicBezTo>
                      <a:pt x="9575" y="0"/>
                      <a:pt x="0" y="9575"/>
                      <a:pt x="0" y="21386"/>
                    </a:cubicBezTo>
                    <a:cubicBezTo>
                      <a:pt x="0" y="33196"/>
                      <a:pt x="9575" y="42770"/>
                      <a:pt x="21384" y="42770"/>
                    </a:cubicBezTo>
                    <a:cubicBezTo>
                      <a:pt x="33196" y="42770"/>
                      <a:pt x="42770" y="33196"/>
                      <a:pt x="42770" y="21386"/>
                    </a:cubicBezTo>
                    <a:cubicBezTo>
                      <a:pt x="42770" y="16313"/>
                      <a:pt x="41002" y="11653"/>
                      <a:pt x="38053" y="7988"/>
                    </a:cubicBezTo>
                    <a:lnTo>
                      <a:pt x="42775" y="7988"/>
                    </a:lnTo>
                    <a:cubicBezTo>
                      <a:pt x="44970" y="7988"/>
                      <a:pt x="46769" y="6191"/>
                      <a:pt x="46769" y="3994"/>
                    </a:cubicBezTo>
                    <a:cubicBezTo>
                      <a:pt x="46769" y="1797"/>
                      <a:pt x="44972" y="0"/>
                      <a:pt x="42775" y="0"/>
                    </a:cubicBezTo>
                    <a:lnTo>
                      <a:pt x="22286" y="0"/>
                    </a:lnTo>
                    <a:cubicBezTo>
                      <a:pt x="22196" y="0"/>
                      <a:pt x="22105" y="5"/>
                      <a:pt x="22018" y="10"/>
                    </a:cubicBezTo>
                    <a:cubicBezTo>
                      <a:pt x="21807" y="3"/>
                      <a:pt x="21597" y="0"/>
                      <a:pt x="21384" y="0"/>
                    </a:cubicBezTo>
                    <a:close/>
                  </a:path>
                </a:pathLst>
              </a:custGeom>
              <a:solidFill>
                <a:srgbClr val="325D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2" name="Google Shape;5102;p59"/>
              <p:cNvSpPr/>
              <p:nvPr/>
            </p:nvSpPr>
            <p:spPr>
              <a:xfrm>
                <a:off x="1470047" y="1217877"/>
                <a:ext cx="88760" cy="88744"/>
              </a:xfrm>
              <a:custGeom>
                <a:avLst/>
                <a:gdLst/>
                <a:ahLst/>
                <a:cxnLst/>
                <a:rect l="l" t="t" r="r" b="b"/>
                <a:pathLst>
                  <a:path w="5496" h="5495" extrusionOk="0">
                    <a:moveTo>
                      <a:pt x="2747" y="1"/>
                    </a:moveTo>
                    <a:cubicBezTo>
                      <a:pt x="1231" y="1"/>
                      <a:pt x="1" y="1230"/>
                      <a:pt x="1" y="2749"/>
                    </a:cubicBezTo>
                    <a:cubicBezTo>
                      <a:pt x="1" y="4265"/>
                      <a:pt x="1231" y="5495"/>
                      <a:pt x="2747" y="5495"/>
                    </a:cubicBezTo>
                    <a:cubicBezTo>
                      <a:pt x="4265" y="5495"/>
                      <a:pt x="5495" y="4265"/>
                      <a:pt x="5495" y="2749"/>
                    </a:cubicBezTo>
                    <a:cubicBezTo>
                      <a:pt x="5495" y="1230"/>
                      <a:pt x="4265" y="1"/>
                      <a:pt x="274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03" name="Google Shape;5103;p59"/>
            <p:cNvGrpSpPr/>
            <p:nvPr/>
          </p:nvGrpSpPr>
          <p:grpSpPr>
            <a:xfrm>
              <a:off x="732428" y="1239937"/>
              <a:ext cx="739912" cy="607886"/>
              <a:chOff x="732428" y="1239937"/>
              <a:chExt cx="739912" cy="607886"/>
            </a:xfrm>
          </p:grpSpPr>
          <p:sp>
            <p:nvSpPr>
              <p:cNvPr id="5104" name="Google Shape;5104;p59"/>
              <p:cNvSpPr/>
              <p:nvPr/>
            </p:nvSpPr>
            <p:spPr>
              <a:xfrm>
                <a:off x="732428" y="1239937"/>
                <a:ext cx="739912" cy="607886"/>
              </a:xfrm>
              <a:custGeom>
                <a:avLst/>
                <a:gdLst/>
                <a:ahLst/>
                <a:cxnLst/>
                <a:rect l="l" t="t" r="r" b="b"/>
                <a:pathLst>
                  <a:path w="45815" h="37640" extrusionOk="0">
                    <a:moveTo>
                      <a:pt x="26994" y="1"/>
                    </a:moveTo>
                    <a:cubicBezTo>
                      <a:pt x="16602" y="1"/>
                      <a:pt x="8175" y="8427"/>
                      <a:pt x="8175" y="18821"/>
                    </a:cubicBezTo>
                    <a:cubicBezTo>
                      <a:pt x="8169" y="22642"/>
                      <a:pt x="9333" y="26373"/>
                      <a:pt x="11509" y="29515"/>
                    </a:cubicBezTo>
                    <a:lnTo>
                      <a:pt x="3994" y="29515"/>
                    </a:lnTo>
                    <a:cubicBezTo>
                      <a:pt x="1797" y="29515"/>
                      <a:pt x="1" y="31311"/>
                      <a:pt x="1" y="33508"/>
                    </a:cubicBezTo>
                    <a:cubicBezTo>
                      <a:pt x="1" y="35704"/>
                      <a:pt x="1797" y="37502"/>
                      <a:pt x="3994" y="37502"/>
                    </a:cubicBezTo>
                    <a:lnTo>
                      <a:pt x="24483" y="37502"/>
                    </a:lnTo>
                    <a:cubicBezTo>
                      <a:pt x="24546" y="37502"/>
                      <a:pt x="24608" y="37500"/>
                      <a:pt x="24671" y="37497"/>
                    </a:cubicBezTo>
                    <a:cubicBezTo>
                      <a:pt x="25441" y="37592"/>
                      <a:pt x="26218" y="37640"/>
                      <a:pt x="26994" y="37640"/>
                    </a:cubicBezTo>
                    <a:cubicBezTo>
                      <a:pt x="37389" y="37640"/>
                      <a:pt x="45815" y="29214"/>
                      <a:pt x="45815" y="18821"/>
                    </a:cubicBezTo>
                    <a:cubicBezTo>
                      <a:pt x="45815" y="8427"/>
                      <a:pt x="37389" y="1"/>
                      <a:pt x="2699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5" name="Google Shape;5105;p59"/>
              <p:cNvSpPr/>
              <p:nvPr/>
            </p:nvSpPr>
            <p:spPr>
              <a:xfrm>
                <a:off x="751614" y="1735807"/>
                <a:ext cx="88760" cy="88744"/>
              </a:xfrm>
              <a:custGeom>
                <a:avLst/>
                <a:gdLst/>
                <a:ahLst/>
                <a:cxnLst/>
                <a:rect l="l" t="t" r="r" b="b"/>
                <a:pathLst>
                  <a:path w="5496" h="5495" extrusionOk="0">
                    <a:moveTo>
                      <a:pt x="2747" y="0"/>
                    </a:moveTo>
                    <a:cubicBezTo>
                      <a:pt x="1231" y="0"/>
                      <a:pt x="1" y="1230"/>
                      <a:pt x="1" y="2747"/>
                    </a:cubicBezTo>
                    <a:cubicBezTo>
                      <a:pt x="1" y="4265"/>
                      <a:pt x="1231" y="5495"/>
                      <a:pt x="2747" y="5495"/>
                    </a:cubicBezTo>
                    <a:cubicBezTo>
                      <a:pt x="4265" y="5495"/>
                      <a:pt x="5495" y="4265"/>
                      <a:pt x="5495" y="2747"/>
                    </a:cubicBezTo>
                    <a:cubicBezTo>
                      <a:pt x="5495" y="1230"/>
                      <a:pt x="4265"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06" name="Google Shape;5106;p59"/>
            <p:cNvGrpSpPr/>
            <p:nvPr/>
          </p:nvGrpSpPr>
          <p:grpSpPr>
            <a:xfrm>
              <a:off x="732428" y="1277018"/>
              <a:ext cx="702832" cy="533758"/>
              <a:chOff x="732428" y="1277018"/>
              <a:chExt cx="702832" cy="533758"/>
            </a:xfrm>
          </p:grpSpPr>
          <p:sp>
            <p:nvSpPr>
              <p:cNvPr id="5107" name="Google Shape;5107;p59"/>
              <p:cNvSpPr/>
              <p:nvPr/>
            </p:nvSpPr>
            <p:spPr>
              <a:xfrm>
                <a:off x="732428" y="1277018"/>
                <a:ext cx="702832" cy="533758"/>
              </a:xfrm>
              <a:custGeom>
                <a:avLst/>
                <a:gdLst/>
                <a:ahLst/>
                <a:cxnLst/>
                <a:rect l="l" t="t" r="r" b="b"/>
                <a:pathLst>
                  <a:path w="43519" h="33050" extrusionOk="0">
                    <a:moveTo>
                      <a:pt x="26994" y="1"/>
                    </a:moveTo>
                    <a:cubicBezTo>
                      <a:pt x="22006" y="1"/>
                      <a:pt x="17535" y="2211"/>
                      <a:pt x="14504" y="5705"/>
                    </a:cubicBezTo>
                    <a:lnTo>
                      <a:pt x="3994" y="5705"/>
                    </a:lnTo>
                    <a:cubicBezTo>
                      <a:pt x="1797" y="5705"/>
                      <a:pt x="1" y="7501"/>
                      <a:pt x="1" y="9698"/>
                    </a:cubicBezTo>
                    <a:cubicBezTo>
                      <a:pt x="1" y="11894"/>
                      <a:pt x="1797" y="13692"/>
                      <a:pt x="3994" y="13692"/>
                    </a:cubicBezTo>
                    <a:lnTo>
                      <a:pt x="10714" y="13692"/>
                    </a:lnTo>
                    <a:cubicBezTo>
                      <a:pt x="10552" y="14627"/>
                      <a:pt x="10470" y="15575"/>
                      <a:pt x="10472" y="16525"/>
                    </a:cubicBezTo>
                    <a:cubicBezTo>
                      <a:pt x="10472" y="25651"/>
                      <a:pt x="17870" y="33049"/>
                      <a:pt x="26996" y="33049"/>
                    </a:cubicBezTo>
                    <a:cubicBezTo>
                      <a:pt x="36122" y="33049"/>
                      <a:pt x="43519" y="25651"/>
                      <a:pt x="43519" y="16525"/>
                    </a:cubicBezTo>
                    <a:cubicBezTo>
                      <a:pt x="43519" y="7399"/>
                      <a:pt x="36122" y="1"/>
                      <a:pt x="2699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8" name="Google Shape;5108;p59"/>
              <p:cNvSpPr/>
              <p:nvPr/>
            </p:nvSpPr>
            <p:spPr>
              <a:xfrm>
                <a:off x="751695" y="1390407"/>
                <a:ext cx="88728" cy="88744"/>
              </a:xfrm>
              <a:custGeom>
                <a:avLst/>
                <a:gdLst/>
                <a:ahLst/>
                <a:cxnLst/>
                <a:rect l="l" t="t" r="r" b="b"/>
                <a:pathLst>
                  <a:path w="5494" h="5495" extrusionOk="0">
                    <a:moveTo>
                      <a:pt x="2747" y="0"/>
                    </a:moveTo>
                    <a:cubicBezTo>
                      <a:pt x="1230" y="0"/>
                      <a:pt x="1" y="1230"/>
                      <a:pt x="1" y="2748"/>
                    </a:cubicBezTo>
                    <a:cubicBezTo>
                      <a:pt x="1" y="4264"/>
                      <a:pt x="1230" y="5494"/>
                      <a:pt x="2747" y="5494"/>
                    </a:cubicBezTo>
                    <a:cubicBezTo>
                      <a:pt x="4263" y="5494"/>
                      <a:pt x="5493" y="4264"/>
                      <a:pt x="5493" y="2748"/>
                    </a:cubicBezTo>
                    <a:cubicBezTo>
                      <a:pt x="5493" y="1230"/>
                      <a:pt x="4263"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09" name="Google Shape;5109;p59"/>
            <p:cNvGrpSpPr/>
            <p:nvPr/>
          </p:nvGrpSpPr>
          <p:grpSpPr>
            <a:xfrm>
              <a:off x="931170" y="1306653"/>
              <a:ext cx="647179" cy="474455"/>
              <a:chOff x="931170" y="1306653"/>
              <a:chExt cx="647179" cy="474455"/>
            </a:xfrm>
          </p:grpSpPr>
          <p:sp>
            <p:nvSpPr>
              <p:cNvPr id="5110" name="Google Shape;5110;p59"/>
              <p:cNvSpPr/>
              <p:nvPr/>
            </p:nvSpPr>
            <p:spPr>
              <a:xfrm>
                <a:off x="931170" y="1306653"/>
                <a:ext cx="647179" cy="474455"/>
              </a:xfrm>
              <a:custGeom>
                <a:avLst/>
                <a:gdLst/>
                <a:ahLst/>
                <a:cxnLst/>
                <a:rect l="l" t="t" r="r" b="b"/>
                <a:pathLst>
                  <a:path w="40073" h="29378" extrusionOk="0">
                    <a:moveTo>
                      <a:pt x="14688" y="1"/>
                    </a:moveTo>
                    <a:cubicBezTo>
                      <a:pt x="6578" y="1"/>
                      <a:pt x="1" y="6578"/>
                      <a:pt x="1" y="14690"/>
                    </a:cubicBezTo>
                    <a:cubicBezTo>
                      <a:pt x="1" y="22801"/>
                      <a:pt x="6578" y="29377"/>
                      <a:pt x="14688" y="29377"/>
                    </a:cubicBezTo>
                    <a:cubicBezTo>
                      <a:pt x="19883" y="29377"/>
                      <a:pt x="24445" y="26682"/>
                      <a:pt x="27057" y="22613"/>
                    </a:cubicBezTo>
                    <a:lnTo>
                      <a:pt x="36079" y="22613"/>
                    </a:lnTo>
                    <a:cubicBezTo>
                      <a:pt x="38276" y="22613"/>
                      <a:pt x="40073" y="20817"/>
                      <a:pt x="40073" y="18620"/>
                    </a:cubicBezTo>
                    <a:cubicBezTo>
                      <a:pt x="40073" y="16424"/>
                      <a:pt x="38276" y="14626"/>
                      <a:pt x="36079" y="14626"/>
                    </a:cubicBezTo>
                    <a:lnTo>
                      <a:pt x="29376" y="14626"/>
                    </a:lnTo>
                    <a:cubicBezTo>
                      <a:pt x="29342" y="6544"/>
                      <a:pt x="22780" y="1"/>
                      <a:pt x="1468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1" name="Google Shape;5111;p59"/>
              <p:cNvSpPr/>
              <p:nvPr/>
            </p:nvSpPr>
            <p:spPr>
              <a:xfrm>
                <a:off x="1470047" y="1560806"/>
                <a:ext cx="88760" cy="88744"/>
              </a:xfrm>
              <a:custGeom>
                <a:avLst/>
                <a:gdLst/>
                <a:ahLst/>
                <a:cxnLst/>
                <a:rect l="l" t="t" r="r" b="b"/>
                <a:pathLst>
                  <a:path w="5496" h="5495" extrusionOk="0">
                    <a:moveTo>
                      <a:pt x="2747" y="0"/>
                    </a:moveTo>
                    <a:cubicBezTo>
                      <a:pt x="1231" y="0"/>
                      <a:pt x="1" y="1230"/>
                      <a:pt x="1" y="2746"/>
                    </a:cubicBezTo>
                    <a:cubicBezTo>
                      <a:pt x="1" y="4265"/>
                      <a:pt x="1231" y="5494"/>
                      <a:pt x="2747" y="5494"/>
                    </a:cubicBezTo>
                    <a:cubicBezTo>
                      <a:pt x="4265" y="5494"/>
                      <a:pt x="5495" y="4265"/>
                      <a:pt x="5495" y="2746"/>
                    </a:cubicBezTo>
                    <a:cubicBezTo>
                      <a:pt x="5495" y="1230"/>
                      <a:pt x="4265" y="0"/>
                      <a:pt x="274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112" name="Google Shape;5112;p59"/>
            <p:cNvSpPr/>
            <p:nvPr/>
          </p:nvSpPr>
          <p:spPr>
            <a:xfrm>
              <a:off x="986565" y="1362064"/>
              <a:ext cx="363666" cy="363650"/>
            </a:xfrm>
            <a:custGeom>
              <a:avLst/>
              <a:gdLst/>
              <a:ahLst/>
              <a:cxnLst/>
              <a:rect l="l" t="t" r="r" b="b"/>
              <a:pathLst>
                <a:path w="22518" h="22517" extrusionOk="0">
                  <a:moveTo>
                    <a:pt x="11258" y="0"/>
                  </a:moveTo>
                  <a:cubicBezTo>
                    <a:pt x="8273" y="0"/>
                    <a:pt x="5409" y="1187"/>
                    <a:pt x="3298" y="3297"/>
                  </a:cubicBezTo>
                  <a:cubicBezTo>
                    <a:pt x="1186" y="5409"/>
                    <a:pt x="1" y="8272"/>
                    <a:pt x="1" y="11259"/>
                  </a:cubicBezTo>
                  <a:cubicBezTo>
                    <a:pt x="1" y="14244"/>
                    <a:pt x="1186" y="17109"/>
                    <a:pt x="3298" y="19219"/>
                  </a:cubicBezTo>
                  <a:cubicBezTo>
                    <a:pt x="5409" y="21331"/>
                    <a:pt x="8273" y="22516"/>
                    <a:pt x="11258" y="22516"/>
                  </a:cubicBezTo>
                  <a:cubicBezTo>
                    <a:pt x="14245" y="22516"/>
                    <a:pt x="17108" y="21331"/>
                    <a:pt x="19220" y="19219"/>
                  </a:cubicBezTo>
                  <a:cubicBezTo>
                    <a:pt x="21331" y="17109"/>
                    <a:pt x="22517" y="14244"/>
                    <a:pt x="22517" y="11259"/>
                  </a:cubicBezTo>
                  <a:cubicBezTo>
                    <a:pt x="22517" y="8272"/>
                    <a:pt x="21331" y="5409"/>
                    <a:pt x="19220" y="3297"/>
                  </a:cubicBezTo>
                  <a:cubicBezTo>
                    <a:pt x="17108" y="1187"/>
                    <a:pt x="14245" y="0"/>
                    <a:pt x="1125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13" name="Google Shape;5113;p59"/>
          <p:cNvGrpSpPr/>
          <p:nvPr/>
        </p:nvGrpSpPr>
        <p:grpSpPr>
          <a:xfrm>
            <a:off x="3948605" y="971313"/>
            <a:ext cx="634656" cy="699982"/>
            <a:chOff x="5985650" y="2860025"/>
            <a:chExt cx="1396075" cy="1539775"/>
          </a:xfrm>
        </p:grpSpPr>
        <p:sp>
          <p:nvSpPr>
            <p:cNvPr id="5114" name="Google Shape;5114;p59"/>
            <p:cNvSpPr/>
            <p:nvPr/>
          </p:nvSpPr>
          <p:spPr>
            <a:xfrm>
              <a:off x="6655300" y="3128850"/>
              <a:ext cx="637150" cy="631950"/>
            </a:xfrm>
            <a:custGeom>
              <a:avLst/>
              <a:gdLst/>
              <a:ahLst/>
              <a:cxnLst/>
              <a:rect l="l" t="t" r="r" b="b"/>
              <a:pathLst>
                <a:path w="25486" h="25278" extrusionOk="0">
                  <a:moveTo>
                    <a:pt x="12746" y="4905"/>
                  </a:moveTo>
                  <a:cubicBezTo>
                    <a:pt x="13701" y="4905"/>
                    <a:pt x="14672" y="5083"/>
                    <a:pt x="15613" y="5460"/>
                  </a:cubicBezTo>
                  <a:cubicBezTo>
                    <a:pt x="19580" y="7047"/>
                    <a:pt x="21508" y="11545"/>
                    <a:pt x="19923" y="15511"/>
                  </a:cubicBezTo>
                  <a:cubicBezTo>
                    <a:pt x="18714" y="18534"/>
                    <a:pt x="15811" y="20374"/>
                    <a:pt x="12742" y="20374"/>
                  </a:cubicBezTo>
                  <a:cubicBezTo>
                    <a:pt x="11786" y="20374"/>
                    <a:pt x="10814" y="20196"/>
                    <a:pt x="9873" y="19819"/>
                  </a:cubicBezTo>
                  <a:cubicBezTo>
                    <a:pt x="5908" y="18234"/>
                    <a:pt x="3978" y="13734"/>
                    <a:pt x="5563" y="9769"/>
                  </a:cubicBezTo>
                  <a:cubicBezTo>
                    <a:pt x="6772" y="6745"/>
                    <a:pt x="9676" y="4905"/>
                    <a:pt x="12746" y="4905"/>
                  </a:cubicBezTo>
                  <a:close/>
                  <a:moveTo>
                    <a:pt x="15551" y="1"/>
                  </a:moveTo>
                  <a:cubicBezTo>
                    <a:pt x="15240" y="1"/>
                    <a:pt x="14946" y="187"/>
                    <a:pt x="14824" y="492"/>
                  </a:cubicBezTo>
                  <a:lnTo>
                    <a:pt x="14047" y="2435"/>
                  </a:lnTo>
                  <a:cubicBezTo>
                    <a:pt x="13612" y="2378"/>
                    <a:pt x="13174" y="2350"/>
                    <a:pt x="12736" y="2350"/>
                  </a:cubicBezTo>
                  <a:cubicBezTo>
                    <a:pt x="12218" y="2350"/>
                    <a:pt x="11700" y="2390"/>
                    <a:pt x="11187" y="2469"/>
                  </a:cubicBezTo>
                  <a:lnTo>
                    <a:pt x="10364" y="547"/>
                  </a:lnTo>
                  <a:cubicBezTo>
                    <a:pt x="10238" y="251"/>
                    <a:pt x="9949" y="73"/>
                    <a:pt x="9646" y="73"/>
                  </a:cubicBezTo>
                  <a:cubicBezTo>
                    <a:pt x="9543" y="73"/>
                    <a:pt x="9438" y="93"/>
                    <a:pt x="9338" y="137"/>
                  </a:cubicBezTo>
                  <a:lnTo>
                    <a:pt x="6036" y="1553"/>
                  </a:lnTo>
                  <a:cubicBezTo>
                    <a:pt x="5640" y="1722"/>
                    <a:pt x="5456" y="2182"/>
                    <a:pt x="5626" y="2579"/>
                  </a:cubicBezTo>
                  <a:lnTo>
                    <a:pt x="6449" y="4501"/>
                  </a:lnTo>
                  <a:cubicBezTo>
                    <a:pt x="5690" y="5085"/>
                    <a:pt x="5019" y="5775"/>
                    <a:pt x="4452" y="6549"/>
                  </a:cubicBezTo>
                  <a:lnTo>
                    <a:pt x="2510" y="5772"/>
                  </a:lnTo>
                  <a:cubicBezTo>
                    <a:pt x="2414" y="5734"/>
                    <a:pt x="2316" y="5716"/>
                    <a:pt x="2219" y="5716"/>
                  </a:cubicBezTo>
                  <a:cubicBezTo>
                    <a:pt x="1910" y="5716"/>
                    <a:pt x="1616" y="5901"/>
                    <a:pt x="1493" y="6208"/>
                  </a:cubicBezTo>
                  <a:lnTo>
                    <a:pt x="161" y="9542"/>
                  </a:lnTo>
                  <a:cubicBezTo>
                    <a:pt x="0" y="9944"/>
                    <a:pt x="194" y="10398"/>
                    <a:pt x="596" y="10558"/>
                  </a:cubicBezTo>
                  <a:lnTo>
                    <a:pt x="2537" y="11335"/>
                  </a:lnTo>
                  <a:cubicBezTo>
                    <a:pt x="2415" y="12285"/>
                    <a:pt x="2426" y="13249"/>
                    <a:pt x="2572" y="14195"/>
                  </a:cubicBezTo>
                  <a:lnTo>
                    <a:pt x="651" y="15018"/>
                  </a:lnTo>
                  <a:cubicBezTo>
                    <a:pt x="253" y="15189"/>
                    <a:pt x="71" y="15649"/>
                    <a:pt x="241" y="16046"/>
                  </a:cubicBezTo>
                  <a:lnTo>
                    <a:pt x="1655" y="19347"/>
                  </a:lnTo>
                  <a:cubicBezTo>
                    <a:pt x="1781" y="19643"/>
                    <a:pt x="2070" y="19821"/>
                    <a:pt x="2373" y="19821"/>
                  </a:cubicBezTo>
                  <a:cubicBezTo>
                    <a:pt x="2476" y="19821"/>
                    <a:pt x="2581" y="19800"/>
                    <a:pt x="2681" y="19756"/>
                  </a:cubicBezTo>
                  <a:lnTo>
                    <a:pt x="4603" y="18933"/>
                  </a:lnTo>
                  <a:cubicBezTo>
                    <a:pt x="5189" y="19692"/>
                    <a:pt x="5879" y="20365"/>
                    <a:pt x="6651" y="20930"/>
                  </a:cubicBezTo>
                  <a:lnTo>
                    <a:pt x="5874" y="22873"/>
                  </a:lnTo>
                  <a:cubicBezTo>
                    <a:pt x="5714" y="23273"/>
                    <a:pt x="5909" y="23728"/>
                    <a:pt x="6310" y="23888"/>
                  </a:cubicBezTo>
                  <a:lnTo>
                    <a:pt x="9645" y="25222"/>
                  </a:lnTo>
                  <a:cubicBezTo>
                    <a:pt x="9740" y="25260"/>
                    <a:pt x="9838" y="25278"/>
                    <a:pt x="9935" y="25278"/>
                  </a:cubicBezTo>
                  <a:cubicBezTo>
                    <a:pt x="10245" y="25278"/>
                    <a:pt x="10538" y="25092"/>
                    <a:pt x="10660" y="24786"/>
                  </a:cubicBezTo>
                  <a:lnTo>
                    <a:pt x="11437" y="22845"/>
                  </a:lnTo>
                  <a:cubicBezTo>
                    <a:pt x="11871" y="22901"/>
                    <a:pt x="12308" y="22929"/>
                    <a:pt x="12745" y="22929"/>
                  </a:cubicBezTo>
                  <a:cubicBezTo>
                    <a:pt x="13264" y="22929"/>
                    <a:pt x="13784" y="22889"/>
                    <a:pt x="14299" y="22810"/>
                  </a:cubicBezTo>
                  <a:lnTo>
                    <a:pt x="15122" y="24732"/>
                  </a:lnTo>
                  <a:cubicBezTo>
                    <a:pt x="15248" y="25028"/>
                    <a:pt x="15536" y="25206"/>
                    <a:pt x="15839" y="25206"/>
                  </a:cubicBezTo>
                  <a:cubicBezTo>
                    <a:pt x="15943" y="25206"/>
                    <a:pt x="16047" y="25185"/>
                    <a:pt x="16148" y="25142"/>
                  </a:cubicBezTo>
                  <a:lnTo>
                    <a:pt x="19449" y="23728"/>
                  </a:lnTo>
                  <a:cubicBezTo>
                    <a:pt x="19846" y="23558"/>
                    <a:pt x="20030" y="23098"/>
                    <a:pt x="19860" y="22701"/>
                  </a:cubicBezTo>
                  <a:lnTo>
                    <a:pt x="19037" y="20780"/>
                  </a:lnTo>
                  <a:cubicBezTo>
                    <a:pt x="19794" y="20194"/>
                    <a:pt x="20467" y="19503"/>
                    <a:pt x="21034" y="18732"/>
                  </a:cubicBezTo>
                  <a:lnTo>
                    <a:pt x="22975" y="19508"/>
                  </a:lnTo>
                  <a:cubicBezTo>
                    <a:pt x="23070" y="19546"/>
                    <a:pt x="23168" y="19564"/>
                    <a:pt x="23265" y="19564"/>
                  </a:cubicBezTo>
                  <a:cubicBezTo>
                    <a:pt x="23576" y="19564"/>
                    <a:pt x="23869" y="19378"/>
                    <a:pt x="23992" y="19073"/>
                  </a:cubicBezTo>
                  <a:lnTo>
                    <a:pt x="25326" y="15737"/>
                  </a:lnTo>
                  <a:cubicBezTo>
                    <a:pt x="25486" y="15337"/>
                    <a:pt x="25290" y="14882"/>
                    <a:pt x="24890" y="14722"/>
                  </a:cubicBezTo>
                  <a:lnTo>
                    <a:pt x="22948" y="13945"/>
                  </a:lnTo>
                  <a:cubicBezTo>
                    <a:pt x="23071" y="12994"/>
                    <a:pt x="23060" y="12032"/>
                    <a:pt x="22914" y="11084"/>
                  </a:cubicBezTo>
                  <a:lnTo>
                    <a:pt x="24835" y="10261"/>
                  </a:lnTo>
                  <a:cubicBezTo>
                    <a:pt x="25231" y="10091"/>
                    <a:pt x="25415" y="9631"/>
                    <a:pt x="25245" y="9234"/>
                  </a:cubicBezTo>
                  <a:lnTo>
                    <a:pt x="23830" y="5934"/>
                  </a:lnTo>
                  <a:cubicBezTo>
                    <a:pt x="23703" y="5637"/>
                    <a:pt x="23414" y="5459"/>
                    <a:pt x="23111" y="5459"/>
                  </a:cubicBezTo>
                  <a:cubicBezTo>
                    <a:pt x="23008" y="5459"/>
                    <a:pt x="22904" y="5479"/>
                    <a:pt x="22803" y="5522"/>
                  </a:cubicBezTo>
                  <a:lnTo>
                    <a:pt x="20882" y="6347"/>
                  </a:lnTo>
                  <a:cubicBezTo>
                    <a:pt x="20297" y="5588"/>
                    <a:pt x="19607" y="4915"/>
                    <a:pt x="18835" y="4348"/>
                  </a:cubicBezTo>
                  <a:lnTo>
                    <a:pt x="19610" y="2408"/>
                  </a:lnTo>
                  <a:cubicBezTo>
                    <a:pt x="19770" y="2006"/>
                    <a:pt x="19577" y="1551"/>
                    <a:pt x="19175" y="1391"/>
                  </a:cubicBezTo>
                  <a:lnTo>
                    <a:pt x="15841" y="57"/>
                  </a:lnTo>
                  <a:cubicBezTo>
                    <a:pt x="15745" y="19"/>
                    <a:pt x="15647" y="1"/>
                    <a:pt x="15551"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5" name="Google Shape;5115;p59"/>
            <p:cNvSpPr/>
            <p:nvPr/>
          </p:nvSpPr>
          <p:spPr>
            <a:xfrm>
              <a:off x="6673425" y="3771400"/>
              <a:ext cx="600850" cy="600800"/>
            </a:xfrm>
            <a:custGeom>
              <a:avLst/>
              <a:gdLst/>
              <a:ahLst/>
              <a:cxnLst/>
              <a:rect l="l" t="t" r="r" b="b"/>
              <a:pathLst>
                <a:path w="24034" h="24032" extrusionOk="0">
                  <a:moveTo>
                    <a:pt x="12017" y="4775"/>
                  </a:moveTo>
                  <a:cubicBezTo>
                    <a:pt x="16016" y="4775"/>
                    <a:pt x="19258" y="8018"/>
                    <a:pt x="19258" y="12017"/>
                  </a:cubicBezTo>
                  <a:cubicBezTo>
                    <a:pt x="19258" y="16015"/>
                    <a:pt x="16016" y="19256"/>
                    <a:pt x="12019" y="19256"/>
                  </a:cubicBezTo>
                  <a:lnTo>
                    <a:pt x="12017" y="19256"/>
                  </a:lnTo>
                  <a:cubicBezTo>
                    <a:pt x="8019" y="19256"/>
                    <a:pt x="4778" y="16015"/>
                    <a:pt x="4778" y="12017"/>
                  </a:cubicBezTo>
                  <a:cubicBezTo>
                    <a:pt x="4778" y="8018"/>
                    <a:pt x="8019" y="4775"/>
                    <a:pt x="12017" y="4775"/>
                  </a:cubicBezTo>
                  <a:close/>
                  <a:moveTo>
                    <a:pt x="10336" y="0"/>
                  </a:moveTo>
                  <a:cubicBezTo>
                    <a:pt x="9932" y="0"/>
                    <a:pt x="9604" y="327"/>
                    <a:pt x="9604" y="732"/>
                  </a:cubicBezTo>
                  <a:lnTo>
                    <a:pt x="9604" y="2689"/>
                  </a:lnTo>
                  <a:cubicBezTo>
                    <a:pt x="8734" y="2913"/>
                    <a:pt x="7902" y="3259"/>
                    <a:pt x="7128" y="3714"/>
                  </a:cubicBezTo>
                  <a:lnTo>
                    <a:pt x="5745" y="2330"/>
                  </a:lnTo>
                  <a:cubicBezTo>
                    <a:pt x="5602" y="2187"/>
                    <a:pt x="5415" y="2115"/>
                    <a:pt x="5228" y="2115"/>
                  </a:cubicBezTo>
                  <a:cubicBezTo>
                    <a:pt x="5040" y="2115"/>
                    <a:pt x="4853" y="2187"/>
                    <a:pt x="4710" y="2330"/>
                  </a:cubicBezTo>
                  <a:lnTo>
                    <a:pt x="2332" y="4708"/>
                  </a:lnTo>
                  <a:cubicBezTo>
                    <a:pt x="2046" y="4995"/>
                    <a:pt x="2046" y="5457"/>
                    <a:pt x="2332" y="5744"/>
                  </a:cubicBezTo>
                  <a:lnTo>
                    <a:pt x="3716" y="7128"/>
                  </a:lnTo>
                  <a:cubicBezTo>
                    <a:pt x="3260" y="7900"/>
                    <a:pt x="2915" y="8734"/>
                    <a:pt x="2691" y="9602"/>
                  </a:cubicBezTo>
                  <a:lnTo>
                    <a:pt x="734" y="9602"/>
                  </a:lnTo>
                  <a:cubicBezTo>
                    <a:pt x="329" y="9602"/>
                    <a:pt x="1" y="9930"/>
                    <a:pt x="1" y="10335"/>
                  </a:cubicBezTo>
                  <a:lnTo>
                    <a:pt x="1" y="13698"/>
                  </a:lnTo>
                  <a:cubicBezTo>
                    <a:pt x="1" y="14101"/>
                    <a:pt x="329" y="14430"/>
                    <a:pt x="734" y="14430"/>
                  </a:cubicBezTo>
                  <a:lnTo>
                    <a:pt x="2691" y="14430"/>
                  </a:lnTo>
                  <a:cubicBezTo>
                    <a:pt x="2915" y="15298"/>
                    <a:pt x="3260" y="16132"/>
                    <a:pt x="3716" y="16904"/>
                  </a:cubicBezTo>
                  <a:lnTo>
                    <a:pt x="2332" y="18289"/>
                  </a:lnTo>
                  <a:cubicBezTo>
                    <a:pt x="2046" y="18574"/>
                    <a:pt x="2046" y="19038"/>
                    <a:pt x="2332" y="19323"/>
                  </a:cubicBezTo>
                  <a:lnTo>
                    <a:pt x="4710" y="21701"/>
                  </a:lnTo>
                  <a:cubicBezTo>
                    <a:pt x="4853" y="21845"/>
                    <a:pt x="5040" y="21916"/>
                    <a:pt x="5228" y="21916"/>
                  </a:cubicBezTo>
                  <a:cubicBezTo>
                    <a:pt x="5415" y="21916"/>
                    <a:pt x="5602" y="21845"/>
                    <a:pt x="5745" y="21701"/>
                  </a:cubicBezTo>
                  <a:lnTo>
                    <a:pt x="7128" y="20318"/>
                  </a:lnTo>
                  <a:cubicBezTo>
                    <a:pt x="7902" y="20774"/>
                    <a:pt x="8736" y="21118"/>
                    <a:pt x="9604" y="21343"/>
                  </a:cubicBezTo>
                  <a:lnTo>
                    <a:pt x="9604" y="23299"/>
                  </a:lnTo>
                  <a:cubicBezTo>
                    <a:pt x="9604" y="23705"/>
                    <a:pt x="9932" y="24031"/>
                    <a:pt x="10336" y="24031"/>
                  </a:cubicBezTo>
                  <a:lnTo>
                    <a:pt x="13699" y="24031"/>
                  </a:lnTo>
                  <a:cubicBezTo>
                    <a:pt x="14104" y="24031"/>
                    <a:pt x="14432" y="23705"/>
                    <a:pt x="14432" y="23299"/>
                  </a:cubicBezTo>
                  <a:lnTo>
                    <a:pt x="14432" y="21343"/>
                  </a:lnTo>
                  <a:cubicBezTo>
                    <a:pt x="15300" y="21118"/>
                    <a:pt x="16134" y="20773"/>
                    <a:pt x="16906" y="20318"/>
                  </a:cubicBezTo>
                  <a:lnTo>
                    <a:pt x="18290" y="21701"/>
                  </a:lnTo>
                  <a:cubicBezTo>
                    <a:pt x="18433" y="21844"/>
                    <a:pt x="18620" y="21915"/>
                    <a:pt x="18808" y="21915"/>
                  </a:cubicBezTo>
                  <a:cubicBezTo>
                    <a:pt x="18995" y="21915"/>
                    <a:pt x="19182" y="21844"/>
                    <a:pt x="19326" y="21701"/>
                  </a:cubicBezTo>
                  <a:lnTo>
                    <a:pt x="21704" y="19323"/>
                  </a:lnTo>
                  <a:cubicBezTo>
                    <a:pt x="21989" y="19037"/>
                    <a:pt x="21989" y="18574"/>
                    <a:pt x="21704" y="18287"/>
                  </a:cubicBezTo>
                  <a:lnTo>
                    <a:pt x="20320" y="16904"/>
                  </a:lnTo>
                  <a:cubicBezTo>
                    <a:pt x="20775" y="16130"/>
                    <a:pt x="21121" y="15298"/>
                    <a:pt x="21345" y="14430"/>
                  </a:cubicBezTo>
                  <a:lnTo>
                    <a:pt x="23302" y="14430"/>
                  </a:lnTo>
                  <a:cubicBezTo>
                    <a:pt x="23705" y="14430"/>
                    <a:pt x="24034" y="14101"/>
                    <a:pt x="24034" y="13696"/>
                  </a:cubicBezTo>
                  <a:lnTo>
                    <a:pt x="24034" y="10334"/>
                  </a:lnTo>
                  <a:cubicBezTo>
                    <a:pt x="24034" y="9930"/>
                    <a:pt x="23705" y="9602"/>
                    <a:pt x="23302" y="9602"/>
                  </a:cubicBezTo>
                  <a:lnTo>
                    <a:pt x="21343" y="9602"/>
                  </a:lnTo>
                  <a:cubicBezTo>
                    <a:pt x="21121" y="8734"/>
                    <a:pt x="20775" y="7900"/>
                    <a:pt x="20320" y="7128"/>
                  </a:cubicBezTo>
                  <a:lnTo>
                    <a:pt x="21704" y="5744"/>
                  </a:lnTo>
                  <a:cubicBezTo>
                    <a:pt x="21989" y="5457"/>
                    <a:pt x="21989" y="4995"/>
                    <a:pt x="21704" y="4708"/>
                  </a:cubicBezTo>
                  <a:lnTo>
                    <a:pt x="19326" y="2330"/>
                  </a:lnTo>
                  <a:cubicBezTo>
                    <a:pt x="19182" y="2187"/>
                    <a:pt x="18995" y="2115"/>
                    <a:pt x="18808" y="2115"/>
                  </a:cubicBezTo>
                  <a:cubicBezTo>
                    <a:pt x="18620" y="2115"/>
                    <a:pt x="18433" y="2187"/>
                    <a:pt x="18290" y="2330"/>
                  </a:cubicBezTo>
                  <a:lnTo>
                    <a:pt x="16906" y="3714"/>
                  </a:lnTo>
                  <a:cubicBezTo>
                    <a:pt x="16133" y="3259"/>
                    <a:pt x="15300" y="2913"/>
                    <a:pt x="14430" y="2689"/>
                  </a:cubicBezTo>
                  <a:lnTo>
                    <a:pt x="14430" y="732"/>
                  </a:lnTo>
                  <a:cubicBezTo>
                    <a:pt x="14430" y="327"/>
                    <a:pt x="14104" y="0"/>
                    <a:pt x="1369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6" name="Google Shape;5116;p59"/>
            <p:cNvSpPr/>
            <p:nvPr/>
          </p:nvSpPr>
          <p:spPr>
            <a:xfrm>
              <a:off x="6073050" y="3509700"/>
              <a:ext cx="641725" cy="636800"/>
            </a:xfrm>
            <a:custGeom>
              <a:avLst/>
              <a:gdLst/>
              <a:ahLst/>
              <a:cxnLst/>
              <a:rect l="l" t="t" r="r" b="b"/>
              <a:pathLst>
                <a:path w="25669" h="25472" extrusionOk="0">
                  <a:moveTo>
                    <a:pt x="12840" y="5002"/>
                  </a:moveTo>
                  <a:cubicBezTo>
                    <a:pt x="13949" y="5002"/>
                    <a:pt x="15075" y="5242"/>
                    <a:pt x="16144" y="5747"/>
                  </a:cubicBezTo>
                  <a:cubicBezTo>
                    <a:pt x="20003" y="7575"/>
                    <a:pt x="21651" y="12185"/>
                    <a:pt x="19822" y="16044"/>
                  </a:cubicBezTo>
                  <a:cubicBezTo>
                    <a:pt x="18501" y="18836"/>
                    <a:pt x="15726" y="20470"/>
                    <a:pt x="12830" y="20470"/>
                  </a:cubicBezTo>
                  <a:cubicBezTo>
                    <a:pt x="11721" y="20470"/>
                    <a:pt x="10595" y="20230"/>
                    <a:pt x="9525" y="19724"/>
                  </a:cubicBezTo>
                  <a:cubicBezTo>
                    <a:pt x="5666" y="17897"/>
                    <a:pt x="4018" y="13286"/>
                    <a:pt x="5845" y="9427"/>
                  </a:cubicBezTo>
                  <a:cubicBezTo>
                    <a:pt x="7167" y="6636"/>
                    <a:pt x="9944" y="5002"/>
                    <a:pt x="12840" y="5002"/>
                  </a:cubicBezTo>
                  <a:close/>
                  <a:moveTo>
                    <a:pt x="10471" y="1"/>
                  </a:moveTo>
                  <a:cubicBezTo>
                    <a:pt x="10383" y="1"/>
                    <a:pt x="10294" y="16"/>
                    <a:pt x="10208" y="47"/>
                  </a:cubicBezTo>
                  <a:lnTo>
                    <a:pt x="6824" y="1256"/>
                  </a:lnTo>
                  <a:cubicBezTo>
                    <a:pt x="6417" y="1401"/>
                    <a:pt x="6206" y="1848"/>
                    <a:pt x="6351" y="2255"/>
                  </a:cubicBezTo>
                  <a:lnTo>
                    <a:pt x="7054" y="4223"/>
                  </a:lnTo>
                  <a:cubicBezTo>
                    <a:pt x="6262" y="4761"/>
                    <a:pt x="5548" y="5408"/>
                    <a:pt x="4934" y="6145"/>
                  </a:cubicBezTo>
                  <a:lnTo>
                    <a:pt x="3045" y="5249"/>
                  </a:lnTo>
                  <a:cubicBezTo>
                    <a:pt x="2937" y="5199"/>
                    <a:pt x="2823" y="5174"/>
                    <a:pt x="2711" y="5174"/>
                  </a:cubicBezTo>
                  <a:cubicBezTo>
                    <a:pt x="2418" y="5174"/>
                    <a:pt x="2137" y="5340"/>
                    <a:pt x="2004" y="5623"/>
                  </a:cubicBezTo>
                  <a:lnTo>
                    <a:pt x="467" y="8868"/>
                  </a:lnTo>
                  <a:cubicBezTo>
                    <a:pt x="282" y="9259"/>
                    <a:pt x="449" y="9725"/>
                    <a:pt x="840" y="9909"/>
                  </a:cubicBezTo>
                  <a:lnTo>
                    <a:pt x="2729" y="10804"/>
                  </a:lnTo>
                  <a:cubicBezTo>
                    <a:pt x="2548" y="11744"/>
                    <a:pt x="2500" y="12707"/>
                    <a:pt x="2587" y="13661"/>
                  </a:cubicBezTo>
                  <a:lnTo>
                    <a:pt x="619" y="14364"/>
                  </a:lnTo>
                  <a:cubicBezTo>
                    <a:pt x="212" y="14510"/>
                    <a:pt x="1" y="14957"/>
                    <a:pt x="145" y="15363"/>
                  </a:cubicBezTo>
                  <a:lnTo>
                    <a:pt x="1354" y="18747"/>
                  </a:lnTo>
                  <a:cubicBezTo>
                    <a:pt x="1467" y="19067"/>
                    <a:pt x="1768" y="19265"/>
                    <a:pt x="2089" y="19265"/>
                  </a:cubicBezTo>
                  <a:cubicBezTo>
                    <a:pt x="2177" y="19265"/>
                    <a:pt x="2266" y="19251"/>
                    <a:pt x="2353" y="19219"/>
                  </a:cubicBezTo>
                  <a:lnTo>
                    <a:pt x="4321" y="18516"/>
                  </a:lnTo>
                  <a:cubicBezTo>
                    <a:pt x="4859" y="19309"/>
                    <a:pt x="5506" y="20023"/>
                    <a:pt x="6243" y="20637"/>
                  </a:cubicBezTo>
                  <a:lnTo>
                    <a:pt x="5347" y="22526"/>
                  </a:lnTo>
                  <a:cubicBezTo>
                    <a:pt x="5163" y="22917"/>
                    <a:pt x="5330" y="23383"/>
                    <a:pt x="5721" y="23567"/>
                  </a:cubicBezTo>
                  <a:lnTo>
                    <a:pt x="8966" y="25104"/>
                  </a:lnTo>
                  <a:cubicBezTo>
                    <a:pt x="9074" y="25155"/>
                    <a:pt x="9188" y="25179"/>
                    <a:pt x="9300" y="25179"/>
                  </a:cubicBezTo>
                  <a:cubicBezTo>
                    <a:pt x="9593" y="25179"/>
                    <a:pt x="9874" y="25014"/>
                    <a:pt x="10007" y="24731"/>
                  </a:cubicBezTo>
                  <a:lnTo>
                    <a:pt x="10902" y="22842"/>
                  </a:lnTo>
                  <a:cubicBezTo>
                    <a:pt x="11540" y="22964"/>
                    <a:pt x="12187" y="23026"/>
                    <a:pt x="12836" y="23026"/>
                  </a:cubicBezTo>
                  <a:cubicBezTo>
                    <a:pt x="13144" y="23026"/>
                    <a:pt x="13452" y="23012"/>
                    <a:pt x="13759" y="22984"/>
                  </a:cubicBezTo>
                  <a:lnTo>
                    <a:pt x="14462" y="24952"/>
                  </a:lnTo>
                  <a:cubicBezTo>
                    <a:pt x="14577" y="25272"/>
                    <a:pt x="14878" y="25471"/>
                    <a:pt x="15200" y="25471"/>
                  </a:cubicBezTo>
                  <a:cubicBezTo>
                    <a:pt x="15286" y="25471"/>
                    <a:pt x="15375" y="25457"/>
                    <a:pt x="15461" y="25426"/>
                  </a:cubicBezTo>
                  <a:lnTo>
                    <a:pt x="18845" y="24217"/>
                  </a:lnTo>
                  <a:cubicBezTo>
                    <a:pt x="19252" y="24071"/>
                    <a:pt x="19463" y="23625"/>
                    <a:pt x="19318" y="23218"/>
                  </a:cubicBezTo>
                  <a:lnTo>
                    <a:pt x="18615" y="21250"/>
                  </a:lnTo>
                  <a:cubicBezTo>
                    <a:pt x="19407" y="20712"/>
                    <a:pt x="20121" y="20065"/>
                    <a:pt x="20735" y="19328"/>
                  </a:cubicBezTo>
                  <a:lnTo>
                    <a:pt x="22624" y="20223"/>
                  </a:lnTo>
                  <a:cubicBezTo>
                    <a:pt x="22732" y="20274"/>
                    <a:pt x="22846" y="20298"/>
                    <a:pt x="22958" y="20298"/>
                  </a:cubicBezTo>
                  <a:cubicBezTo>
                    <a:pt x="23251" y="20298"/>
                    <a:pt x="23532" y="20133"/>
                    <a:pt x="23665" y="19850"/>
                  </a:cubicBezTo>
                  <a:lnTo>
                    <a:pt x="25202" y="16604"/>
                  </a:lnTo>
                  <a:cubicBezTo>
                    <a:pt x="25387" y="16214"/>
                    <a:pt x="25220" y="15748"/>
                    <a:pt x="24829" y="15564"/>
                  </a:cubicBezTo>
                  <a:lnTo>
                    <a:pt x="22940" y="14668"/>
                  </a:lnTo>
                  <a:cubicBezTo>
                    <a:pt x="23121" y="13727"/>
                    <a:pt x="23169" y="12766"/>
                    <a:pt x="23082" y="11812"/>
                  </a:cubicBezTo>
                  <a:lnTo>
                    <a:pt x="25050" y="11107"/>
                  </a:lnTo>
                  <a:cubicBezTo>
                    <a:pt x="25457" y="10963"/>
                    <a:pt x="25668" y="10515"/>
                    <a:pt x="25523" y="10108"/>
                  </a:cubicBezTo>
                  <a:lnTo>
                    <a:pt x="24315" y="6726"/>
                  </a:lnTo>
                  <a:cubicBezTo>
                    <a:pt x="24201" y="6406"/>
                    <a:pt x="23898" y="6207"/>
                    <a:pt x="23577" y="6207"/>
                  </a:cubicBezTo>
                  <a:cubicBezTo>
                    <a:pt x="23491" y="6207"/>
                    <a:pt x="23402" y="6221"/>
                    <a:pt x="23316" y="6252"/>
                  </a:cubicBezTo>
                  <a:lnTo>
                    <a:pt x="21348" y="6956"/>
                  </a:lnTo>
                  <a:cubicBezTo>
                    <a:pt x="20810" y="6162"/>
                    <a:pt x="20163" y="5450"/>
                    <a:pt x="19426" y="4836"/>
                  </a:cubicBezTo>
                  <a:lnTo>
                    <a:pt x="20320" y="2947"/>
                  </a:lnTo>
                  <a:cubicBezTo>
                    <a:pt x="20506" y="2556"/>
                    <a:pt x="20339" y="2090"/>
                    <a:pt x="19948" y="1906"/>
                  </a:cubicBezTo>
                  <a:lnTo>
                    <a:pt x="16703" y="369"/>
                  </a:lnTo>
                  <a:cubicBezTo>
                    <a:pt x="16595" y="318"/>
                    <a:pt x="16481" y="294"/>
                    <a:pt x="16369" y="294"/>
                  </a:cubicBezTo>
                  <a:cubicBezTo>
                    <a:pt x="16076" y="294"/>
                    <a:pt x="15795" y="459"/>
                    <a:pt x="15662" y="742"/>
                  </a:cubicBezTo>
                  <a:lnTo>
                    <a:pt x="14767" y="2631"/>
                  </a:lnTo>
                  <a:cubicBezTo>
                    <a:pt x="14130" y="2508"/>
                    <a:pt x="13485" y="2447"/>
                    <a:pt x="12839" y="2447"/>
                  </a:cubicBezTo>
                  <a:cubicBezTo>
                    <a:pt x="12529" y="2447"/>
                    <a:pt x="12219" y="2461"/>
                    <a:pt x="11910" y="2489"/>
                  </a:cubicBezTo>
                  <a:lnTo>
                    <a:pt x="11207" y="521"/>
                  </a:lnTo>
                  <a:cubicBezTo>
                    <a:pt x="11092" y="200"/>
                    <a:pt x="10791" y="1"/>
                    <a:pt x="1047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7" name="Google Shape;5117;p59"/>
            <p:cNvSpPr/>
            <p:nvPr/>
          </p:nvSpPr>
          <p:spPr>
            <a:xfrm>
              <a:off x="6124575" y="2917775"/>
              <a:ext cx="572575" cy="572525"/>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8" name="Google Shape;5118;p59"/>
            <p:cNvSpPr/>
            <p:nvPr/>
          </p:nvSpPr>
          <p:spPr>
            <a:xfrm>
              <a:off x="6459975" y="2867300"/>
              <a:ext cx="101300" cy="50500"/>
            </a:xfrm>
            <a:custGeom>
              <a:avLst/>
              <a:gdLst/>
              <a:ahLst/>
              <a:cxnLst/>
              <a:rect l="l" t="t" r="r" b="b"/>
              <a:pathLst>
                <a:path w="4052" h="2020" extrusionOk="0">
                  <a:moveTo>
                    <a:pt x="272" y="1"/>
                  </a:moveTo>
                  <a:cubicBezTo>
                    <a:pt x="157" y="1"/>
                    <a:pt x="54" y="82"/>
                    <a:pt x="29" y="200"/>
                  </a:cubicBezTo>
                  <a:cubicBezTo>
                    <a:pt x="0" y="338"/>
                    <a:pt x="87" y="474"/>
                    <a:pt x="225" y="507"/>
                  </a:cubicBezTo>
                  <a:cubicBezTo>
                    <a:pt x="1077" y="719"/>
                    <a:pt x="1895" y="1049"/>
                    <a:pt x="2657" y="1486"/>
                  </a:cubicBezTo>
                  <a:lnTo>
                    <a:pt x="2505" y="1740"/>
                  </a:lnTo>
                  <a:cubicBezTo>
                    <a:pt x="2459" y="1819"/>
                    <a:pt x="2511" y="1918"/>
                    <a:pt x="2603" y="1926"/>
                  </a:cubicBezTo>
                  <a:lnTo>
                    <a:pt x="3887" y="2019"/>
                  </a:lnTo>
                  <a:cubicBezTo>
                    <a:pt x="3890" y="2019"/>
                    <a:pt x="3893" y="2019"/>
                    <a:pt x="3895" y="2019"/>
                  </a:cubicBezTo>
                  <a:cubicBezTo>
                    <a:pt x="3991" y="2019"/>
                    <a:pt x="4052" y="1913"/>
                    <a:pt x="3999" y="1830"/>
                  </a:cubicBezTo>
                  <a:lnTo>
                    <a:pt x="3302" y="746"/>
                  </a:lnTo>
                  <a:cubicBezTo>
                    <a:pt x="3278" y="709"/>
                    <a:pt x="3239" y="690"/>
                    <a:pt x="3200" y="690"/>
                  </a:cubicBezTo>
                  <a:cubicBezTo>
                    <a:pt x="3159" y="690"/>
                    <a:pt x="3118" y="711"/>
                    <a:pt x="3094" y="751"/>
                  </a:cubicBezTo>
                  <a:lnTo>
                    <a:pt x="2917" y="1047"/>
                  </a:lnTo>
                  <a:cubicBezTo>
                    <a:pt x="2108" y="581"/>
                    <a:pt x="1237" y="230"/>
                    <a:pt x="330" y="8"/>
                  </a:cubicBezTo>
                  <a:cubicBezTo>
                    <a:pt x="311" y="3"/>
                    <a:pt x="291" y="1"/>
                    <a:pt x="27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9" name="Google Shape;5119;p59"/>
            <p:cNvSpPr/>
            <p:nvPr/>
          </p:nvSpPr>
          <p:spPr>
            <a:xfrm>
              <a:off x="6389025" y="2860025"/>
              <a:ext cx="63100" cy="15700"/>
            </a:xfrm>
            <a:custGeom>
              <a:avLst/>
              <a:gdLst/>
              <a:ahLst/>
              <a:cxnLst/>
              <a:rect l="l" t="t" r="r" b="b"/>
              <a:pathLst>
                <a:path w="2524" h="628" extrusionOk="0">
                  <a:moveTo>
                    <a:pt x="787" y="1"/>
                  </a:moveTo>
                  <a:cubicBezTo>
                    <a:pt x="605" y="1"/>
                    <a:pt x="424" y="7"/>
                    <a:pt x="241" y="19"/>
                  </a:cubicBezTo>
                  <a:cubicBezTo>
                    <a:pt x="103" y="31"/>
                    <a:pt x="1" y="153"/>
                    <a:pt x="11" y="291"/>
                  </a:cubicBezTo>
                  <a:cubicBezTo>
                    <a:pt x="20" y="425"/>
                    <a:pt x="132" y="528"/>
                    <a:pt x="263" y="528"/>
                  </a:cubicBezTo>
                  <a:cubicBezTo>
                    <a:pt x="268" y="528"/>
                    <a:pt x="273" y="528"/>
                    <a:pt x="278" y="528"/>
                  </a:cubicBezTo>
                  <a:cubicBezTo>
                    <a:pt x="448" y="518"/>
                    <a:pt x="617" y="512"/>
                    <a:pt x="787" y="512"/>
                  </a:cubicBezTo>
                  <a:cubicBezTo>
                    <a:pt x="1261" y="512"/>
                    <a:pt x="1734" y="550"/>
                    <a:pt x="2203" y="624"/>
                  </a:cubicBezTo>
                  <a:cubicBezTo>
                    <a:pt x="2217" y="626"/>
                    <a:pt x="2231" y="627"/>
                    <a:pt x="2245" y="627"/>
                  </a:cubicBezTo>
                  <a:cubicBezTo>
                    <a:pt x="2363" y="627"/>
                    <a:pt x="2470" y="544"/>
                    <a:pt x="2494" y="424"/>
                  </a:cubicBezTo>
                  <a:cubicBezTo>
                    <a:pt x="2523" y="283"/>
                    <a:pt x="2430" y="145"/>
                    <a:pt x="2288" y="121"/>
                  </a:cubicBezTo>
                  <a:cubicBezTo>
                    <a:pt x="1791" y="43"/>
                    <a:pt x="1288" y="3"/>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0" name="Google Shape;5120;p59"/>
            <p:cNvSpPr/>
            <p:nvPr/>
          </p:nvSpPr>
          <p:spPr>
            <a:xfrm>
              <a:off x="6279750" y="2879875"/>
              <a:ext cx="39600" cy="26000"/>
            </a:xfrm>
            <a:custGeom>
              <a:avLst/>
              <a:gdLst/>
              <a:ahLst/>
              <a:cxnLst/>
              <a:rect l="l" t="t" r="r" b="b"/>
              <a:pathLst>
                <a:path w="1584" h="1040" extrusionOk="0">
                  <a:moveTo>
                    <a:pt x="1330" y="1"/>
                  </a:moveTo>
                  <a:cubicBezTo>
                    <a:pt x="1303" y="1"/>
                    <a:pt x="1276" y="6"/>
                    <a:pt x="1249" y="17"/>
                  </a:cubicBezTo>
                  <a:cubicBezTo>
                    <a:pt x="878" y="174"/>
                    <a:pt x="518" y="355"/>
                    <a:pt x="168" y="557"/>
                  </a:cubicBezTo>
                  <a:cubicBezTo>
                    <a:pt x="58" y="621"/>
                    <a:pt x="0" y="757"/>
                    <a:pt x="47" y="876"/>
                  </a:cubicBezTo>
                  <a:cubicBezTo>
                    <a:pt x="86" y="979"/>
                    <a:pt x="183" y="1040"/>
                    <a:pt x="284" y="1040"/>
                  </a:cubicBezTo>
                  <a:cubicBezTo>
                    <a:pt x="327" y="1040"/>
                    <a:pt x="371" y="1029"/>
                    <a:pt x="412" y="1005"/>
                  </a:cubicBezTo>
                  <a:cubicBezTo>
                    <a:pt x="727" y="823"/>
                    <a:pt x="1054" y="658"/>
                    <a:pt x="1389" y="512"/>
                  </a:cubicBezTo>
                  <a:cubicBezTo>
                    <a:pt x="1518" y="458"/>
                    <a:pt x="1584" y="312"/>
                    <a:pt x="1538" y="177"/>
                  </a:cubicBezTo>
                  <a:lnTo>
                    <a:pt x="1525" y="141"/>
                  </a:lnTo>
                  <a:cubicBezTo>
                    <a:pt x="1496" y="54"/>
                    <a:pt x="1415" y="1"/>
                    <a:pt x="133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1" name="Google Shape;5121;p59"/>
            <p:cNvSpPr/>
            <p:nvPr/>
          </p:nvSpPr>
          <p:spPr>
            <a:xfrm>
              <a:off x="6325825" y="2862750"/>
              <a:ext cx="54425" cy="22400"/>
            </a:xfrm>
            <a:custGeom>
              <a:avLst/>
              <a:gdLst/>
              <a:ahLst/>
              <a:cxnLst/>
              <a:rect l="l" t="t" r="r" b="b"/>
              <a:pathLst>
                <a:path w="2177" h="896" extrusionOk="0">
                  <a:moveTo>
                    <a:pt x="1906" y="0"/>
                  </a:moveTo>
                  <a:cubicBezTo>
                    <a:pt x="1894" y="0"/>
                    <a:pt x="1883" y="1"/>
                    <a:pt x="1871" y="2"/>
                  </a:cubicBezTo>
                  <a:cubicBezTo>
                    <a:pt x="1306" y="87"/>
                    <a:pt x="748" y="220"/>
                    <a:pt x="205" y="400"/>
                  </a:cubicBezTo>
                  <a:cubicBezTo>
                    <a:pt x="71" y="444"/>
                    <a:pt x="0" y="590"/>
                    <a:pt x="47" y="725"/>
                  </a:cubicBezTo>
                  <a:cubicBezTo>
                    <a:pt x="84" y="829"/>
                    <a:pt x="183" y="895"/>
                    <a:pt x="288" y="895"/>
                  </a:cubicBezTo>
                  <a:cubicBezTo>
                    <a:pt x="316" y="895"/>
                    <a:pt x="343" y="891"/>
                    <a:pt x="370" y="882"/>
                  </a:cubicBezTo>
                  <a:cubicBezTo>
                    <a:pt x="883" y="712"/>
                    <a:pt x="1408" y="587"/>
                    <a:pt x="1941" y="507"/>
                  </a:cubicBezTo>
                  <a:cubicBezTo>
                    <a:pt x="2081" y="488"/>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2" name="Google Shape;5122;p59"/>
            <p:cNvSpPr/>
            <p:nvPr/>
          </p:nvSpPr>
          <p:spPr>
            <a:xfrm>
              <a:off x="7023725" y="3061400"/>
              <a:ext cx="101300" cy="50475"/>
            </a:xfrm>
            <a:custGeom>
              <a:avLst/>
              <a:gdLst/>
              <a:ahLst/>
              <a:cxnLst/>
              <a:rect l="l" t="t" r="r" b="b"/>
              <a:pathLst>
                <a:path w="4052" h="2019" extrusionOk="0">
                  <a:moveTo>
                    <a:pt x="273" y="0"/>
                  </a:moveTo>
                  <a:cubicBezTo>
                    <a:pt x="158" y="0"/>
                    <a:pt x="53" y="81"/>
                    <a:pt x="29" y="199"/>
                  </a:cubicBezTo>
                  <a:cubicBezTo>
                    <a:pt x="0" y="339"/>
                    <a:pt x="87" y="475"/>
                    <a:pt x="225" y="507"/>
                  </a:cubicBezTo>
                  <a:cubicBezTo>
                    <a:pt x="1077" y="720"/>
                    <a:pt x="1895" y="1048"/>
                    <a:pt x="2655" y="1487"/>
                  </a:cubicBezTo>
                  <a:lnTo>
                    <a:pt x="2505" y="1740"/>
                  </a:lnTo>
                  <a:cubicBezTo>
                    <a:pt x="2459" y="1818"/>
                    <a:pt x="2511" y="1919"/>
                    <a:pt x="2603" y="1925"/>
                  </a:cubicBezTo>
                  <a:lnTo>
                    <a:pt x="3885" y="2018"/>
                  </a:lnTo>
                  <a:cubicBezTo>
                    <a:pt x="3889" y="2019"/>
                    <a:pt x="3892" y="2019"/>
                    <a:pt x="3896" y="2019"/>
                  </a:cubicBezTo>
                  <a:cubicBezTo>
                    <a:pt x="3991" y="2019"/>
                    <a:pt x="4052" y="1911"/>
                    <a:pt x="3999" y="1829"/>
                  </a:cubicBezTo>
                  <a:lnTo>
                    <a:pt x="3302" y="747"/>
                  </a:lnTo>
                  <a:cubicBezTo>
                    <a:pt x="3278" y="709"/>
                    <a:pt x="3238" y="690"/>
                    <a:pt x="3198" y="690"/>
                  </a:cubicBezTo>
                  <a:cubicBezTo>
                    <a:pt x="3157" y="690"/>
                    <a:pt x="3116" y="710"/>
                    <a:pt x="3093" y="750"/>
                  </a:cubicBezTo>
                  <a:lnTo>
                    <a:pt x="2917" y="1048"/>
                  </a:lnTo>
                  <a:cubicBezTo>
                    <a:pt x="2108" y="582"/>
                    <a:pt x="1237" y="231"/>
                    <a:pt x="330" y="7"/>
                  </a:cubicBezTo>
                  <a:cubicBezTo>
                    <a:pt x="311" y="3"/>
                    <a:pt x="292"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3" name="Google Shape;5123;p59"/>
            <p:cNvSpPr/>
            <p:nvPr/>
          </p:nvSpPr>
          <p:spPr>
            <a:xfrm>
              <a:off x="6952750" y="3054150"/>
              <a:ext cx="63100" cy="15650"/>
            </a:xfrm>
            <a:custGeom>
              <a:avLst/>
              <a:gdLst/>
              <a:ahLst/>
              <a:cxnLst/>
              <a:rect l="l" t="t" r="r" b="b"/>
              <a:pathLst>
                <a:path w="2524" h="626" extrusionOk="0">
                  <a:moveTo>
                    <a:pt x="787" y="1"/>
                  </a:moveTo>
                  <a:cubicBezTo>
                    <a:pt x="606" y="1"/>
                    <a:pt x="423" y="7"/>
                    <a:pt x="242" y="18"/>
                  </a:cubicBezTo>
                  <a:cubicBezTo>
                    <a:pt x="104" y="31"/>
                    <a:pt x="0" y="151"/>
                    <a:pt x="10" y="291"/>
                  </a:cubicBezTo>
                  <a:cubicBezTo>
                    <a:pt x="21" y="425"/>
                    <a:pt x="131" y="526"/>
                    <a:pt x="264" y="526"/>
                  </a:cubicBezTo>
                  <a:cubicBezTo>
                    <a:pt x="269" y="526"/>
                    <a:pt x="274" y="526"/>
                    <a:pt x="279" y="526"/>
                  </a:cubicBezTo>
                  <a:cubicBezTo>
                    <a:pt x="447" y="516"/>
                    <a:pt x="617" y="510"/>
                    <a:pt x="787" y="510"/>
                  </a:cubicBezTo>
                  <a:cubicBezTo>
                    <a:pt x="1261" y="512"/>
                    <a:pt x="1735" y="548"/>
                    <a:pt x="2204" y="622"/>
                  </a:cubicBezTo>
                  <a:cubicBezTo>
                    <a:pt x="2218" y="624"/>
                    <a:pt x="2232" y="626"/>
                    <a:pt x="2246" y="626"/>
                  </a:cubicBezTo>
                  <a:cubicBezTo>
                    <a:pt x="2364" y="626"/>
                    <a:pt x="2469" y="542"/>
                    <a:pt x="2495" y="422"/>
                  </a:cubicBezTo>
                  <a:cubicBezTo>
                    <a:pt x="2524" y="281"/>
                    <a:pt x="2430" y="145"/>
                    <a:pt x="2289" y="121"/>
                  </a:cubicBezTo>
                  <a:cubicBezTo>
                    <a:pt x="1792" y="41"/>
                    <a:pt x="1289" y="1"/>
                    <a:pt x="78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4" name="Google Shape;5124;p59"/>
            <p:cNvSpPr/>
            <p:nvPr/>
          </p:nvSpPr>
          <p:spPr>
            <a:xfrm>
              <a:off x="6843450" y="3073975"/>
              <a:ext cx="39625" cy="26025"/>
            </a:xfrm>
            <a:custGeom>
              <a:avLst/>
              <a:gdLst/>
              <a:ahLst/>
              <a:cxnLst/>
              <a:rect l="l" t="t" r="r" b="b"/>
              <a:pathLst>
                <a:path w="1585" h="1041" extrusionOk="0">
                  <a:moveTo>
                    <a:pt x="1331" y="0"/>
                  </a:moveTo>
                  <a:cubicBezTo>
                    <a:pt x="1304" y="0"/>
                    <a:pt x="1277" y="6"/>
                    <a:pt x="1251" y="16"/>
                  </a:cubicBezTo>
                  <a:cubicBezTo>
                    <a:pt x="880" y="175"/>
                    <a:pt x="518" y="356"/>
                    <a:pt x="170" y="558"/>
                  </a:cubicBezTo>
                  <a:cubicBezTo>
                    <a:pt x="60" y="622"/>
                    <a:pt x="1" y="758"/>
                    <a:pt x="47" y="876"/>
                  </a:cubicBezTo>
                  <a:cubicBezTo>
                    <a:pt x="87" y="979"/>
                    <a:pt x="185" y="1040"/>
                    <a:pt x="287" y="1040"/>
                  </a:cubicBezTo>
                  <a:cubicBezTo>
                    <a:pt x="330" y="1040"/>
                    <a:pt x="373" y="1029"/>
                    <a:pt x="414" y="1006"/>
                  </a:cubicBezTo>
                  <a:cubicBezTo>
                    <a:pt x="729" y="822"/>
                    <a:pt x="1056" y="657"/>
                    <a:pt x="1391" y="513"/>
                  </a:cubicBezTo>
                  <a:cubicBezTo>
                    <a:pt x="1520" y="457"/>
                    <a:pt x="1584" y="311"/>
                    <a:pt x="1540" y="178"/>
                  </a:cubicBezTo>
                  <a:lnTo>
                    <a:pt x="1527" y="141"/>
                  </a:lnTo>
                  <a:cubicBezTo>
                    <a:pt x="1497" y="55"/>
                    <a:pt x="1417" y="0"/>
                    <a:pt x="133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5" name="Google Shape;5125;p59"/>
            <p:cNvSpPr/>
            <p:nvPr/>
          </p:nvSpPr>
          <p:spPr>
            <a:xfrm>
              <a:off x="6889575" y="3056825"/>
              <a:ext cx="54425" cy="22400"/>
            </a:xfrm>
            <a:custGeom>
              <a:avLst/>
              <a:gdLst/>
              <a:ahLst/>
              <a:cxnLst/>
              <a:rect l="l" t="t" r="r" b="b"/>
              <a:pathLst>
                <a:path w="2177" h="896" extrusionOk="0">
                  <a:moveTo>
                    <a:pt x="1906" y="0"/>
                  </a:moveTo>
                  <a:cubicBezTo>
                    <a:pt x="1894" y="0"/>
                    <a:pt x="1883" y="1"/>
                    <a:pt x="1871" y="3"/>
                  </a:cubicBezTo>
                  <a:lnTo>
                    <a:pt x="1871" y="4"/>
                  </a:lnTo>
                  <a:cubicBezTo>
                    <a:pt x="1306" y="88"/>
                    <a:pt x="748" y="220"/>
                    <a:pt x="205" y="400"/>
                  </a:cubicBezTo>
                  <a:cubicBezTo>
                    <a:pt x="71" y="446"/>
                    <a:pt x="0" y="592"/>
                    <a:pt x="47" y="725"/>
                  </a:cubicBezTo>
                  <a:cubicBezTo>
                    <a:pt x="84" y="830"/>
                    <a:pt x="182" y="896"/>
                    <a:pt x="288" y="896"/>
                  </a:cubicBezTo>
                  <a:cubicBezTo>
                    <a:pt x="315" y="896"/>
                    <a:pt x="343" y="891"/>
                    <a:pt x="370" y="882"/>
                  </a:cubicBezTo>
                  <a:cubicBezTo>
                    <a:pt x="881" y="714"/>
                    <a:pt x="1406" y="587"/>
                    <a:pt x="1940" y="509"/>
                  </a:cubicBezTo>
                  <a:cubicBezTo>
                    <a:pt x="2079" y="490"/>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6" name="Google Shape;5126;p59"/>
            <p:cNvSpPr/>
            <p:nvPr/>
          </p:nvSpPr>
          <p:spPr>
            <a:xfrm>
              <a:off x="6245350" y="4177200"/>
              <a:ext cx="101275" cy="50475"/>
            </a:xfrm>
            <a:custGeom>
              <a:avLst/>
              <a:gdLst/>
              <a:ahLst/>
              <a:cxnLst/>
              <a:rect l="l" t="t" r="r" b="b"/>
              <a:pathLst>
                <a:path w="4051" h="2019" extrusionOk="0">
                  <a:moveTo>
                    <a:pt x="157" y="1"/>
                  </a:moveTo>
                  <a:cubicBezTo>
                    <a:pt x="61" y="1"/>
                    <a:pt x="1" y="107"/>
                    <a:pt x="54" y="190"/>
                  </a:cubicBezTo>
                  <a:lnTo>
                    <a:pt x="750" y="1274"/>
                  </a:lnTo>
                  <a:cubicBezTo>
                    <a:pt x="774" y="1311"/>
                    <a:pt x="813" y="1330"/>
                    <a:pt x="852" y="1330"/>
                  </a:cubicBezTo>
                  <a:cubicBezTo>
                    <a:pt x="893" y="1330"/>
                    <a:pt x="935" y="1309"/>
                    <a:pt x="958" y="1269"/>
                  </a:cubicBezTo>
                  <a:lnTo>
                    <a:pt x="1136" y="973"/>
                  </a:lnTo>
                  <a:cubicBezTo>
                    <a:pt x="1945" y="1439"/>
                    <a:pt x="2816" y="1788"/>
                    <a:pt x="3722" y="2012"/>
                  </a:cubicBezTo>
                  <a:cubicBezTo>
                    <a:pt x="3741" y="2017"/>
                    <a:pt x="3761" y="2019"/>
                    <a:pt x="3779" y="2019"/>
                  </a:cubicBezTo>
                  <a:cubicBezTo>
                    <a:pt x="3895" y="2019"/>
                    <a:pt x="3999" y="1938"/>
                    <a:pt x="4023" y="1820"/>
                  </a:cubicBezTo>
                  <a:cubicBezTo>
                    <a:pt x="4051" y="1682"/>
                    <a:pt x="3964" y="1546"/>
                    <a:pt x="3828" y="1512"/>
                  </a:cubicBezTo>
                  <a:cubicBezTo>
                    <a:pt x="2976" y="1301"/>
                    <a:pt x="2158" y="971"/>
                    <a:pt x="1396" y="534"/>
                  </a:cubicBezTo>
                  <a:lnTo>
                    <a:pt x="1548" y="279"/>
                  </a:lnTo>
                  <a:cubicBezTo>
                    <a:pt x="1594" y="201"/>
                    <a:pt x="1541" y="100"/>
                    <a:pt x="1450" y="94"/>
                  </a:cubicBezTo>
                  <a:lnTo>
                    <a:pt x="166" y="1"/>
                  </a:lnTo>
                  <a:cubicBezTo>
                    <a:pt x="163" y="1"/>
                    <a:pt x="160" y="1"/>
                    <a:pt x="15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7" name="Google Shape;5127;p59"/>
            <p:cNvSpPr/>
            <p:nvPr/>
          </p:nvSpPr>
          <p:spPr>
            <a:xfrm>
              <a:off x="6354525" y="4219275"/>
              <a:ext cx="63075" cy="15675"/>
            </a:xfrm>
            <a:custGeom>
              <a:avLst/>
              <a:gdLst/>
              <a:ahLst/>
              <a:cxnLst/>
              <a:rect l="l" t="t" r="r" b="b"/>
              <a:pathLst>
                <a:path w="2523" h="627" extrusionOk="0">
                  <a:moveTo>
                    <a:pt x="279" y="1"/>
                  </a:moveTo>
                  <a:cubicBezTo>
                    <a:pt x="160" y="1"/>
                    <a:pt x="54" y="84"/>
                    <a:pt x="29" y="204"/>
                  </a:cubicBezTo>
                  <a:cubicBezTo>
                    <a:pt x="1" y="345"/>
                    <a:pt x="93" y="483"/>
                    <a:pt x="236" y="507"/>
                  </a:cubicBezTo>
                  <a:cubicBezTo>
                    <a:pt x="732" y="585"/>
                    <a:pt x="1235" y="625"/>
                    <a:pt x="1738" y="627"/>
                  </a:cubicBezTo>
                  <a:cubicBezTo>
                    <a:pt x="1919" y="627"/>
                    <a:pt x="2102" y="621"/>
                    <a:pt x="2282" y="609"/>
                  </a:cubicBezTo>
                  <a:cubicBezTo>
                    <a:pt x="2420" y="596"/>
                    <a:pt x="2523" y="475"/>
                    <a:pt x="2513" y="337"/>
                  </a:cubicBezTo>
                  <a:cubicBezTo>
                    <a:pt x="2504" y="203"/>
                    <a:pt x="2392" y="100"/>
                    <a:pt x="2260" y="100"/>
                  </a:cubicBezTo>
                  <a:cubicBezTo>
                    <a:pt x="2255" y="100"/>
                    <a:pt x="2251" y="100"/>
                    <a:pt x="2246" y="100"/>
                  </a:cubicBezTo>
                  <a:cubicBezTo>
                    <a:pt x="2076" y="110"/>
                    <a:pt x="1908" y="116"/>
                    <a:pt x="1738" y="116"/>
                  </a:cubicBezTo>
                  <a:cubicBezTo>
                    <a:pt x="1262" y="116"/>
                    <a:pt x="790" y="78"/>
                    <a:pt x="321" y="4"/>
                  </a:cubicBezTo>
                  <a:cubicBezTo>
                    <a:pt x="307" y="2"/>
                    <a:pt x="293" y="1"/>
                    <a:pt x="27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8" name="Google Shape;5128;p59"/>
            <p:cNvSpPr/>
            <p:nvPr/>
          </p:nvSpPr>
          <p:spPr>
            <a:xfrm>
              <a:off x="6487275" y="4189125"/>
              <a:ext cx="39625" cy="25975"/>
            </a:xfrm>
            <a:custGeom>
              <a:avLst/>
              <a:gdLst/>
              <a:ahLst/>
              <a:cxnLst/>
              <a:rect l="l" t="t" r="r" b="b"/>
              <a:pathLst>
                <a:path w="1585" h="1039" extrusionOk="0">
                  <a:moveTo>
                    <a:pt x="1300" y="0"/>
                  </a:moveTo>
                  <a:cubicBezTo>
                    <a:pt x="1257" y="0"/>
                    <a:pt x="1213" y="11"/>
                    <a:pt x="1173" y="35"/>
                  </a:cubicBezTo>
                  <a:cubicBezTo>
                    <a:pt x="857" y="217"/>
                    <a:pt x="531" y="382"/>
                    <a:pt x="196" y="528"/>
                  </a:cubicBezTo>
                  <a:cubicBezTo>
                    <a:pt x="66" y="582"/>
                    <a:pt x="1" y="728"/>
                    <a:pt x="47" y="863"/>
                  </a:cubicBezTo>
                  <a:lnTo>
                    <a:pt x="60" y="899"/>
                  </a:lnTo>
                  <a:cubicBezTo>
                    <a:pt x="89" y="986"/>
                    <a:pt x="169" y="1039"/>
                    <a:pt x="255" y="1039"/>
                  </a:cubicBezTo>
                  <a:cubicBezTo>
                    <a:pt x="282" y="1039"/>
                    <a:pt x="309" y="1034"/>
                    <a:pt x="335" y="1023"/>
                  </a:cubicBezTo>
                  <a:cubicBezTo>
                    <a:pt x="707" y="866"/>
                    <a:pt x="1067" y="685"/>
                    <a:pt x="1416" y="483"/>
                  </a:cubicBezTo>
                  <a:cubicBezTo>
                    <a:pt x="1527" y="419"/>
                    <a:pt x="1584" y="283"/>
                    <a:pt x="1538" y="164"/>
                  </a:cubicBezTo>
                  <a:cubicBezTo>
                    <a:pt x="1499" y="61"/>
                    <a:pt x="1401" y="0"/>
                    <a:pt x="130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9" name="Google Shape;5129;p59"/>
            <p:cNvSpPr/>
            <p:nvPr/>
          </p:nvSpPr>
          <p:spPr>
            <a:xfrm>
              <a:off x="6426350" y="4209850"/>
              <a:ext cx="54475" cy="22400"/>
            </a:xfrm>
            <a:custGeom>
              <a:avLst/>
              <a:gdLst/>
              <a:ahLst/>
              <a:cxnLst/>
              <a:rect l="l" t="t" r="r" b="b"/>
              <a:pathLst>
                <a:path w="2179" h="896" extrusionOk="0">
                  <a:moveTo>
                    <a:pt x="1890" y="1"/>
                  </a:moveTo>
                  <a:cubicBezTo>
                    <a:pt x="1863" y="1"/>
                    <a:pt x="1835" y="5"/>
                    <a:pt x="1808" y="14"/>
                  </a:cubicBezTo>
                  <a:cubicBezTo>
                    <a:pt x="1296" y="184"/>
                    <a:pt x="771" y="309"/>
                    <a:pt x="237" y="389"/>
                  </a:cubicBezTo>
                  <a:cubicBezTo>
                    <a:pt x="98" y="408"/>
                    <a:pt x="0" y="536"/>
                    <a:pt x="20" y="676"/>
                  </a:cubicBezTo>
                  <a:cubicBezTo>
                    <a:pt x="37" y="803"/>
                    <a:pt x="147" y="896"/>
                    <a:pt x="273" y="896"/>
                  </a:cubicBezTo>
                  <a:cubicBezTo>
                    <a:pt x="284" y="896"/>
                    <a:pt x="296" y="895"/>
                    <a:pt x="308" y="893"/>
                  </a:cubicBezTo>
                  <a:cubicBezTo>
                    <a:pt x="873" y="809"/>
                    <a:pt x="1430" y="676"/>
                    <a:pt x="1973" y="496"/>
                  </a:cubicBezTo>
                  <a:cubicBezTo>
                    <a:pt x="2106" y="451"/>
                    <a:pt x="2178" y="306"/>
                    <a:pt x="2132" y="171"/>
                  </a:cubicBezTo>
                  <a:cubicBezTo>
                    <a:pt x="2095" y="67"/>
                    <a:pt x="1996" y="1"/>
                    <a:pt x="189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0" name="Google Shape;5130;p59"/>
            <p:cNvSpPr/>
            <p:nvPr/>
          </p:nvSpPr>
          <p:spPr>
            <a:xfrm>
              <a:off x="5992275" y="3674825"/>
              <a:ext cx="51250" cy="99900"/>
            </a:xfrm>
            <a:custGeom>
              <a:avLst/>
              <a:gdLst/>
              <a:ahLst/>
              <a:cxnLst/>
              <a:rect l="l" t="t" r="r" b="b"/>
              <a:pathLst>
                <a:path w="2050" h="3996" extrusionOk="0">
                  <a:moveTo>
                    <a:pt x="1920" y="0"/>
                  </a:moveTo>
                  <a:cubicBezTo>
                    <a:pt x="1898" y="0"/>
                    <a:pt x="1876" y="6"/>
                    <a:pt x="1854" y="20"/>
                  </a:cubicBezTo>
                  <a:lnTo>
                    <a:pt x="772" y="717"/>
                  </a:lnTo>
                  <a:cubicBezTo>
                    <a:pt x="695" y="766"/>
                    <a:pt x="697" y="878"/>
                    <a:pt x="775" y="926"/>
                  </a:cubicBezTo>
                  <a:lnTo>
                    <a:pt x="1073" y="1102"/>
                  </a:lnTo>
                  <a:cubicBezTo>
                    <a:pt x="607" y="1911"/>
                    <a:pt x="256" y="2782"/>
                    <a:pt x="32" y="3689"/>
                  </a:cubicBezTo>
                  <a:cubicBezTo>
                    <a:pt x="0" y="3825"/>
                    <a:pt x="87" y="3962"/>
                    <a:pt x="224" y="3990"/>
                  </a:cubicBezTo>
                  <a:cubicBezTo>
                    <a:pt x="242" y="3993"/>
                    <a:pt x="260" y="3995"/>
                    <a:pt x="278" y="3995"/>
                  </a:cubicBezTo>
                  <a:cubicBezTo>
                    <a:pt x="397" y="3995"/>
                    <a:pt x="502" y="3914"/>
                    <a:pt x="532" y="3794"/>
                  </a:cubicBezTo>
                  <a:cubicBezTo>
                    <a:pt x="743" y="2942"/>
                    <a:pt x="1073" y="2124"/>
                    <a:pt x="1512" y="1363"/>
                  </a:cubicBezTo>
                  <a:lnTo>
                    <a:pt x="1765" y="1514"/>
                  </a:lnTo>
                  <a:cubicBezTo>
                    <a:pt x="1785" y="1526"/>
                    <a:pt x="1806" y="1531"/>
                    <a:pt x="1827" y="1531"/>
                  </a:cubicBezTo>
                  <a:cubicBezTo>
                    <a:pt x="1888" y="1531"/>
                    <a:pt x="1946" y="1484"/>
                    <a:pt x="1951" y="1416"/>
                  </a:cubicBezTo>
                  <a:lnTo>
                    <a:pt x="2043" y="134"/>
                  </a:lnTo>
                  <a:cubicBezTo>
                    <a:pt x="2049" y="57"/>
                    <a:pt x="1988" y="0"/>
                    <a:pt x="1920"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1" name="Google Shape;5131;p59"/>
            <p:cNvSpPr/>
            <p:nvPr/>
          </p:nvSpPr>
          <p:spPr>
            <a:xfrm>
              <a:off x="5985650" y="3783750"/>
              <a:ext cx="16125" cy="62275"/>
            </a:xfrm>
            <a:custGeom>
              <a:avLst/>
              <a:gdLst/>
              <a:ahLst/>
              <a:cxnLst/>
              <a:rect l="l" t="t" r="r" b="b"/>
              <a:pathLst>
                <a:path w="645" h="2491" extrusionOk="0">
                  <a:moveTo>
                    <a:pt x="371" y="1"/>
                  </a:moveTo>
                  <a:cubicBezTo>
                    <a:pt x="249" y="1"/>
                    <a:pt x="141" y="89"/>
                    <a:pt x="121" y="212"/>
                  </a:cubicBezTo>
                  <a:cubicBezTo>
                    <a:pt x="41" y="709"/>
                    <a:pt x="1" y="1212"/>
                    <a:pt x="1" y="1714"/>
                  </a:cubicBezTo>
                  <a:cubicBezTo>
                    <a:pt x="1" y="1895"/>
                    <a:pt x="7" y="2078"/>
                    <a:pt x="19" y="2259"/>
                  </a:cubicBezTo>
                  <a:cubicBezTo>
                    <a:pt x="31" y="2390"/>
                    <a:pt x="140" y="2490"/>
                    <a:pt x="270" y="2490"/>
                  </a:cubicBezTo>
                  <a:cubicBezTo>
                    <a:pt x="277" y="2490"/>
                    <a:pt x="284" y="2490"/>
                    <a:pt x="291" y="2489"/>
                  </a:cubicBezTo>
                  <a:cubicBezTo>
                    <a:pt x="428" y="2480"/>
                    <a:pt x="534" y="2361"/>
                    <a:pt x="526" y="2222"/>
                  </a:cubicBezTo>
                  <a:cubicBezTo>
                    <a:pt x="517" y="2054"/>
                    <a:pt x="510" y="1884"/>
                    <a:pt x="510" y="1714"/>
                  </a:cubicBezTo>
                  <a:cubicBezTo>
                    <a:pt x="512" y="1240"/>
                    <a:pt x="549" y="766"/>
                    <a:pt x="622" y="297"/>
                  </a:cubicBezTo>
                  <a:cubicBezTo>
                    <a:pt x="645" y="163"/>
                    <a:pt x="557" y="35"/>
                    <a:pt x="422" y="6"/>
                  </a:cubicBezTo>
                  <a:cubicBezTo>
                    <a:pt x="405" y="2"/>
                    <a:pt x="388" y="1"/>
                    <a:pt x="37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2" name="Google Shape;5132;p59"/>
            <p:cNvSpPr/>
            <p:nvPr/>
          </p:nvSpPr>
          <p:spPr>
            <a:xfrm>
              <a:off x="6004725" y="3916700"/>
              <a:ext cx="27875" cy="38100"/>
            </a:xfrm>
            <a:custGeom>
              <a:avLst/>
              <a:gdLst/>
              <a:ahLst/>
              <a:cxnLst/>
              <a:rect l="l" t="t" r="r" b="b"/>
              <a:pathLst>
                <a:path w="1115" h="1524" extrusionOk="0">
                  <a:moveTo>
                    <a:pt x="296" y="1"/>
                  </a:moveTo>
                  <a:cubicBezTo>
                    <a:pt x="267" y="1"/>
                    <a:pt x="237" y="5"/>
                    <a:pt x="208" y="15"/>
                  </a:cubicBezTo>
                  <a:lnTo>
                    <a:pt x="171" y="28"/>
                  </a:lnTo>
                  <a:cubicBezTo>
                    <a:pt x="58" y="67"/>
                    <a:pt x="0" y="193"/>
                    <a:pt x="47" y="304"/>
                  </a:cubicBezTo>
                  <a:cubicBezTo>
                    <a:pt x="205" y="675"/>
                    <a:pt x="384" y="1035"/>
                    <a:pt x="588" y="1385"/>
                  </a:cubicBezTo>
                  <a:cubicBezTo>
                    <a:pt x="637" y="1469"/>
                    <a:pt x="728" y="1524"/>
                    <a:pt x="822" y="1524"/>
                  </a:cubicBezTo>
                  <a:cubicBezTo>
                    <a:pt x="850" y="1524"/>
                    <a:pt x="879" y="1519"/>
                    <a:pt x="906" y="1508"/>
                  </a:cubicBezTo>
                  <a:cubicBezTo>
                    <a:pt x="1052" y="1450"/>
                    <a:pt x="1115" y="1277"/>
                    <a:pt x="1036" y="1141"/>
                  </a:cubicBezTo>
                  <a:cubicBezTo>
                    <a:pt x="852" y="826"/>
                    <a:pt x="687" y="499"/>
                    <a:pt x="543" y="164"/>
                  </a:cubicBezTo>
                  <a:cubicBezTo>
                    <a:pt x="499" y="63"/>
                    <a:pt x="400" y="1"/>
                    <a:pt x="29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3" name="Google Shape;5133;p59"/>
            <p:cNvSpPr/>
            <p:nvPr/>
          </p:nvSpPr>
          <p:spPr>
            <a:xfrm>
              <a:off x="5987900" y="3855450"/>
              <a:ext cx="23600" cy="53200"/>
            </a:xfrm>
            <a:custGeom>
              <a:avLst/>
              <a:gdLst/>
              <a:ahLst/>
              <a:cxnLst/>
              <a:rect l="l" t="t" r="r" b="b"/>
              <a:pathLst>
                <a:path w="944" h="2128" extrusionOk="0">
                  <a:moveTo>
                    <a:pt x="273" y="0"/>
                  </a:moveTo>
                  <a:cubicBezTo>
                    <a:pt x="261" y="0"/>
                    <a:pt x="249" y="1"/>
                    <a:pt x="238" y="3"/>
                  </a:cubicBezTo>
                  <a:cubicBezTo>
                    <a:pt x="98" y="22"/>
                    <a:pt x="1" y="150"/>
                    <a:pt x="20" y="289"/>
                  </a:cubicBezTo>
                  <a:lnTo>
                    <a:pt x="21" y="289"/>
                  </a:lnTo>
                  <a:cubicBezTo>
                    <a:pt x="105" y="854"/>
                    <a:pt x="238" y="1412"/>
                    <a:pt x="417" y="1955"/>
                  </a:cubicBezTo>
                  <a:cubicBezTo>
                    <a:pt x="454" y="2061"/>
                    <a:pt x="553" y="2127"/>
                    <a:pt x="658" y="2127"/>
                  </a:cubicBezTo>
                  <a:cubicBezTo>
                    <a:pt x="686" y="2127"/>
                    <a:pt x="714" y="2123"/>
                    <a:pt x="742" y="2113"/>
                  </a:cubicBezTo>
                  <a:cubicBezTo>
                    <a:pt x="875" y="2067"/>
                    <a:pt x="944" y="1923"/>
                    <a:pt x="899" y="1790"/>
                  </a:cubicBezTo>
                  <a:cubicBezTo>
                    <a:pt x="731" y="1279"/>
                    <a:pt x="604" y="754"/>
                    <a:pt x="526" y="220"/>
                  </a:cubicBezTo>
                  <a:cubicBezTo>
                    <a:pt x="508" y="93"/>
                    <a:pt x="398" y="0"/>
                    <a:pt x="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4" name="Google Shape;5134;p59"/>
            <p:cNvSpPr/>
            <p:nvPr/>
          </p:nvSpPr>
          <p:spPr>
            <a:xfrm>
              <a:off x="6071975" y="3300325"/>
              <a:ext cx="52475" cy="102475"/>
            </a:xfrm>
            <a:custGeom>
              <a:avLst/>
              <a:gdLst/>
              <a:ahLst/>
              <a:cxnLst/>
              <a:rect l="l" t="t" r="r" b="b"/>
              <a:pathLst>
                <a:path w="2099" h="4099" extrusionOk="0">
                  <a:moveTo>
                    <a:pt x="412" y="1"/>
                  </a:moveTo>
                  <a:cubicBezTo>
                    <a:pt x="358" y="1"/>
                    <a:pt x="305" y="37"/>
                    <a:pt x="292" y="98"/>
                  </a:cubicBezTo>
                  <a:lnTo>
                    <a:pt x="18" y="1357"/>
                  </a:lnTo>
                  <a:cubicBezTo>
                    <a:pt x="1" y="1436"/>
                    <a:pt x="62" y="1506"/>
                    <a:pt x="139" y="1506"/>
                  </a:cubicBezTo>
                  <a:cubicBezTo>
                    <a:pt x="149" y="1506"/>
                    <a:pt x="158" y="1505"/>
                    <a:pt x="169" y="1502"/>
                  </a:cubicBezTo>
                  <a:lnTo>
                    <a:pt x="503" y="1416"/>
                  </a:lnTo>
                  <a:cubicBezTo>
                    <a:pt x="745" y="2317"/>
                    <a:pt x="1113" y="3181"/>
                    <a:pt x="1597" y="3981"/>
                  </a:cubicBezTo>
                  <a:cubicBezTo>
                    <a:pt x="1644" y="4057"/>
                    <a:pt x="1725" y="4099"/>
                    <a:pt x="1809" y="4099"/>
                  </a:cubicBezTo>
                  <a:cubicBezTo>
                    <a:pt x="1856" y="4099"/>
                    <a:pt x="1903" y="4086"/>
                    <a:pt x="1946" y="4058"/>
                  </a:cubicBezTo>
                  <a:cubicBezTo>
                    <a:pt x="2063" y="3980"/>
                    <a:pt x="2098" y="3823"/>
                    <a:pt x="2024" y="3703"/>
                  </a:cubicBezTo>
                  <a:cubicBezTo>
                    <a:pt x="1571" y="2950"/>
                    <a:pt x="1225" y="2138"/>
                    <a:pt x="998" y="1291"/>
                  </a:cubicBezTo>
                  <a:lnTo>
                    <a:pt x="1283" y="1217"/>
                  </a:lnTo>
                  <a:cubicBezTo>
                    <a:pt x="1373" y="1195"/>
                    <a:pt x="1406" y="1086"/>
                    <a:pt x="1347" y="1017"/>
                  </a:cubicBezTo>
                  <a:lnTo>
                    <a:pt x="505" y="44"/>
                  </a:lnTo>
                  <a:cubicBezTo>
                    <a:pt x="479" y="14"/>
                    <a:pt x="445" y="1"/>
                    <a:pt x="41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5" name="Google Shape;5135;p59"/>
            <p:cNvSpPr/>
            <p:nvPr/>
          </p:nvSpPr>
          <p:spPr>
            <a:xfrm>
              <a:off x="6122225" y="3408475"/>
              <a:ext cx="47725" cy="49550"/>
            </a:xfrm>
            <a:custGeom>
              <a:avLst/>
              <a:gdLst/>
              <a:ahLst/>
              <a:cxnLst/>
              <a:rect l="l" t="t" r="r" b="b"/>
              <a:pathLst>
                <a:path w="1909" h="1982" extrusionOk="0">
                  <a:moveTo>
                    <a:pt x="291" y="0"/>
                  </a:moveTo>
                  <a:cubicBezTo>
                    <a:pt x="243" y="0"/>
                    <a:pt x="195" y="14"/>
                    <a:pt x="152" y="41"/>
                  </a:cubicBezTo>
                  <a:cubicBezTo>
                    <a:pt x="30" y="121"/>
                    <a:pt x="0" y="285"/>
                    <a:pt x="85" y="403"/>
                  </a:cubicBezTo>
                  <a:cubicBezTo>
                    <a:pt x="380" y="810"/>
                    <a:pt x="706" y="1193"/>
                    <a:pt x="1062" y="1548"/>
                  </a:cubicBezTo>
                  <a:cubicBezTo>
                    <a:pt x="1190" y="1678"/>
                    <a:pt x="1323" y="1801"/>
                    <a:pt x="1459" y="1921"/>
                  </a:cubicBezTo>
                  <a:cubicBezTo>
                    <a:pt x="1507" y="1962"/>
                    <a:pt x="1566" y="1981"/>
                    <a:pt x="1624" y="1981"/>
                  </a:cubicBezTo>
                  <a:cubicBezTo>
                    <a:pt x="1695" y="1981"/>
                    <a:pt x="1766" y="1952"/>
                    <a:pt x="1816" y="1894"/>
                  </a:cubicBezTo>
                  <a:cubicBezTo>
                    <a:pt x="1909" y="1788"/>
                    <a:pt x="1898" y="1628"/>
                    <a:pt x="1794" y="1535"/>
                  </a:cubicBezTo>
                  <a:cubicBezTo>
                    <a:pt x="1665" y="1423"/>
                    <a:pt x="1542" y="1308"/>
                    <a:pt x="1422" y="1188"/>
                  </a:cubicBezTo>
                  <a:cubicBezTo>
                    <a:pt x="1087" y="851"/>
                    <a:pt x="778" y="490"/>
                    <a:pt x="500" y="107"/>
                  </a:cubicBezTo>
                  <a:cubicBezTo>
                    <a:pt x="449" y="38"/>
                    <a:pt x="371" y="0"/>
                    <a:pt x="29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6" name="Google Shape;5136;p59"/>
            <p:cNvSpPr/>
            <p:nvPr/>
          </p:nvSpPr>
          <p:spPr>
            <a:xfrm>
              <a:off x="6228150" y="3490275"/>
              <a:ext cx="42050" cy="21525"/>
            </a:xfrm>
            <a:custGeom>
              <a:avLst/>
              <a:gdLst/>
              <a:ahLst/>
              <a:cxnLst/>
              <a:rect l="l" t="t" r="r" b="b"/>
              <a:pathLst>
                <a:path w="1682" h="861" extrusionOk="0">
                  <a:moveTo>
                    <a:pt x="311" y="0"/>
                  </a:moveTo>
                  <a:cubicBezTo>
                    <a:pt x="211" y="0"/>
                    <a:pt x="116" y="56"/>
                    <a:pt x="69" y="151"/>
                  </a:cubicBezTo>
                  <a:lnTo>
                    <a:pt x="53" y="185"/>
                  </a:lnTo>
                  <a:cubicBezTo>
                    <a:pt x="0" y="292"/>
                    <a:pt x="48" y="423"/>
                    <a:pt x="160" y="468"/>
                  </a:cubicBezTo>
                  <a:cubicBezTo>
                    <a:pt x="533" y="619"/>
                    <a:pt x="916" y="747"/>
                    <a:pt x="1307" y="851"/>
                  </a:cubicBezTo>
                  <a:cubicBezTo>
                    <a:pt x="1331" y="857"/>
                    <a:pt x="1355" y="861"/>
                    <a:pt x="1379" y="861"/>
                  </a:cubicBezTo>
                  <a:cubicBezTo>
                    <a:pt x="1480" y="861"/>
                    <a:pt x="1576" y="806"/>
                    <a:pt x="1618" y="713"/>
                  </a:cubicBezTo>
                  <a:cubicBezTo>
                    <a:pt x="1682" y="569"/>
                    <a:pt x="1602" y="403"/>
                    <a:pt x="1451" y="363"/>
                  </a:cubicBezTo>
                  <a:cubicBezTo>
                    <a:pt x="1097" y="268"/>
                    <a:pt x="751" y="154"/>
                    <a:pt x="412" y="20"/>
                  </a:cubicBezTo>
                  <a:cubicBezTo>
                    <a:pt x="379" y="7"/>
                    <a:pt x="345" y="0"/>
                    <a:pt x="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7" name="Google Shape;5137;p59"/>
            <p:cNvSpPr/>
            <p:nvPr/>
          </p:nvSpPr>
          <p:spPr>
            <a:xfrm>
              <a:off x="6172850" y="3459275"/>
              <a:ext cx="49900" cy="34575"/>
            </a:xfrm>
            <a:custGeom>
              <a:avLst/>
              <a:gdLst/>
              <a:ahLst/>
              <a:cxnLst/>
              <a:rect l="l" t="t" r="r" b="b"/>
              <a:pathLst>
                <a:path w="1996" h="1383" extrusionOk="0">
                  <a:moveTo>
                    <a:pt x="289" y="1"/>
                  </a:moveTo>
                  <a:cubicBezTo>
                    <a:pt x="212" y="1"/>
                    <a:pt x="136" y="36"/>
                    <a:pt x="86" y="102"/>
                  </a:cubicBezTo>
                  <a:cubicBezTo>
                    <a:pt x="1" y="214"/>
                    <a:pt x="23" y="374"/>
                    <a:pt x="135" y="459"/>
                  </a:cubicBezTo>
                  <a:cubicBezTo>
                    <a:pt x="595" y="800"/>
                    <a:pt x="1082" y="1100"/>
                    <a:pt x="1592" y="1356"/>
                  </a:cubicBezTo>
                  <a:cubicBezTo>
                    <a:pt x="1629" y="1374"/>
                    <a:pt x="1667" y="1382"/>
                    <a:pt x="1705" y="1382"/>
                  </a:cubicBezTo>
                  <a:cubicBezTo>
                    <a:pt x="1799" y="1382"/>
                    <a:pt x="1891" y="1329"/>
                    <a:pt x="1935" y="1239"/>
                  </a:cubicBezTo>
                  <a:cubicBezTo>
                    <a:pt x="1996" y="1113"/>
                    <a:pt x="1943" y="960"/>
                    <a:pt x="1817" y="898"/>
                  </a:cubicBezTo>
                  <a:cubicBezTo>
                    <a:pt x="1336" y="656"/>
                    <a:pt x="875" y="373"/>
                    <a:pt x="443" y="52"/>
                  </a:cubicBezTo>
                  <a:cubicBezTo>
                    <a:pt x="397" y="18"/>
                    <a:pt x="343" y="1"/>
                    <a:pt x="28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8" name="Google Shape;5138;p59"/>
            <p:cNvSpPr/>
            <p:nvPr/>
          </p:nvSpPr>
          <p:spPr>
            <a:xfrm>
              <a:off x="7323825" y="3495225"/>
              <a:ext cx="51250" cy="99900"/>
            </a:xfrm>
            <a:custGeom>
              <a:avLst/>
              <a:gdLst/>
              <a:ahLst/>
              <a:cxnLst/>
              <a:rect l="l" t="t" r="r" b="b"/>
              <a:pathLst>
                <a:path w="2050" h="3996" extrusionOk="0">
                  <a:moveTo>
                    <a:pt x="1772" y="0"/>
                  </a:moveTo>
                  <a:cubicBezTo>
                    <a:pt x="1653" y="0"/>
                    <a:pt x="1547" y="82"/>
                    <a:pt x="1518" y="201"/>
                  </a:cubicBezTo>
                  <a:cubicBezTo>
                    <a:pt x="1307" y="1053"/>
                    <a:pt x="977" y="1872"/>
                    <a:pt x="540" y="2634"/>
                  </a:cubicBezTo>
                  <a:lnTo>
                    <a:pt x="285" y="2482"/>
                  </a:lnTo>
                  <a:cubicBezTo>
                    <a:pt x="265" y="2470"/>
                    <a:pt x="244" y="2465"/>
                    <a:pt x="223" y="2465"/>
                  </a:cubicBezTo>
                  <a:cubicBezTo>
                    <a:pt x="162" y="2465"/>
                    <a:pt x="104" y="2511"/>
                    <a:pt x="99" y="2579"/>
                  </a:cubicBezTo>
                  <a:lnTo>
                    <a:pt x="6" y="3864"/>
                  </a:lnTo>
                  <a:cubicBezTo>
                    <a:pt x="0" y="3939"/>
                    <a:pt x="62" y="3995"/>
                    <a:pt x="129" y="3995"/>
                  </a:cubicBezTo>
                  <a:cubicBezTo>
                    <a:pt x="152" y="3995"/>
                    <a:pt x="174" y="3989"/>
                    <a:pt x="195" y="3976"/>
                  </a:cubicBezTo>
                  <a:lnTo>
                    <a:pt x="1278" y="3279"/>
                  </a:lnTo>
                  <a:cubicBezTo>
                    <a:pt x="1355" y="3229"/>
                    <a:pt x="1353" y="3117"/>
                    <a:pt x="1275" y="3071"/>
                  </a:cubicBezTo>
                  <a:lnTo>
                    <a:pt x="978" y="2893"/>
                  </a:lnTo>
                  <a:cubicBezTo>
                    <a:pt x="1444" y="2085"/>
                    <a:pt x="1794" y="1213"/>
                    <a:pt x="2018" y="307"/>
                  </a:cubicBezTo>
                  <a:cubicBezTo>
                    <a:pt x="2050" y="171"/>
                    <a:pt x="1963" y="35"/>
                    <a:pt x="1826" y="6"/>
                  </a:cubicBezTo>
                  <a:cubicBezTo>
                    <a:pt x="1808" y="2"/>
                    <a:pt x="1790" y="0"/>
                    <a:pt x="177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9" name="Google Shape;5139;p59"/>
            <p:cNvSpPr/>
            <p:nvPr/>
          </p:nvSpPr>
          <p:spPr>
            <a:xfrm>
              <a:off x="7365575" y="3423925"/>
              <a:ext cx="16150" cy="62275"/>
            </a:xfrm>
            <a:custGeom>
              <a:avLst/>
              <a:gdLst/>
              <a:ahLst/>
              <a:cxnLst/>
              <a:rect l="l" t="t" r="r" b="b"/>
              <a:pathLst>
                <a:path w="646" h="2491" extrusionOk="0">
                  <a:moveTo>
                    <a:pt x="375" y="0"/>
                  </a:moveTo>
                  <a:cubicBezTo>
                    <a:pt x="368" y="0"/>
                    <a:pt x="361" y="1"/>
                    <a:pt x="354" y="1"/>
                  </a:cubicBezTo>
                  <a:cubicBezTo>
                    <a:pt x="216" y="11"/>
                    <a:pt x="111" y="129"/>
                    <a:pt x="119" y="269"/>
                  </a:cubicBezTo>
                  <a:cubicBezTo>
                    <a:pt x="128" y="438"/>
                    <a:pt x="135" y="607"/>
                    <a:pt x="135" y="776"/>
                  </a:cubicBezTo>
                  <a:cubicBezTo>
                    <a:pt x="135" y="1252"/>
                    <a:pt x="96" y="1724"/>
                    <a:pt x="23" y="2193"/>
                  </a:cubicBezTo>
                  <a:cubicBezTo>
                    <a:pt x="0" y="2328"/>
                    <a:pt x="88" y="2458"/>
                    <a:pt x="223" y="2485"/>
                  </a:cubicBezTo>
                  <a:cubicBezTo>
                    <a:pt x="240" y="2488"/>
                    <a:pt x="257" y="2490"/>
                    <a:pt x="274" y="2490"/>
                  </a:cubicBezTo>
                  <a:cubicBezTo>
                    <a:pt x="396" y="2490"/>
                    <a:pt x="504" y="2403"/>
                    <a:pt x="526" y="2278"/>
                  </a:cubicBezTo>
                  <a:cubicBezTo>
                    <a:pt x="604" y="1782"/>
                    <a:pt x="644" y="1279"/>
                    <a:pt x="646" y="776"/>
                  </a:cubicBezTo>
                  <a:cubicBezTo>
                    <a:pt x="646" y="595"/>
                    <a:pt x="638" y="413"/>
                    <a:pt x="626" y="232"/>
                  </a:cubicBezTo>
                  <a:cubicBezTo>
                    <a:pt x="616" y="101"/>
                    <a:pt x="505" y="0"/>
                    <a:pt x="375"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0" name="Google Shape;5140;p59"/>
            <p:cNvSpPr/>
            <p:nvPr/>
          </p:nvSpPr>
          <p:spPr>
            <a:xfrm>
              <a:off x="7334775" y="3315150"/>
              <a:ext cx="27850" cy="38100"/>
            </a:xfrm>
            <a:custGeom>
              <a:avLst/>
              <a:gdLst/>
              <a:ahLst/>
              <a:cxnLst/>
              <a:rect l="l" t="t" r="r" b="b"/>
              <a:pathLst>
                <a:path w="1114" h="1524" extrusionOk="0">
                  <a:moveTo>
                    <a:pt x="293" y="1"/>
                  </a:moveTo>
                  <a:cubicBezTo>
                    <a:pt x="265" y="1"/>
                    <a:pt x="236" y="5"/>
                    <a:pt x="209" y="16"/>
                  </a:cubicBezTo>
                  <a:cubicBezTo>
                    <a:pt x="62" y="74"/>
                    <a:pt x="1" y="246"/>
                    <a:pt x="79" y="383"/>
                  </a:cubicBezTo>
                  <a:cubicBezTo>
                    <a:pt x="262" y="698"/>
                    <a:pt x="427" y="1025"/>
                    <a:pt x="573" y="1359"/>
                  </a:cubicBezTo>
                  <a:cubicBezTo>
                    <a:pt x="615" y="1461"/>
                    <a:pt x="714" y="1523"/>
                    <a:pt x="819" y="1523"/>
                  </a:cubicBezTo>
                  <a:cubicBezTo>
                    <a:pt x="848" y="1523"/>
                    <a:pt x="878" y="1518"/>
                    <a:pt x="907" y="1508"/>
                  </a:cubicBezTo>
                  <a:lnTo>
                    <a:pt x="942" y="1495"/>
                  </a:lnTo>
                  <a:cubicBezTo>
                    <a:pt x="1056" y="1457"/>
                    <a:pt x="1114" y="1331"/>
                    <a:pt x="1067" y="1220"/>
                  </a:cubicBezTo>
                  <a:cubicBezTo>
                    <a:pt x="910" y="849"/>
                    <a:pt x="729" y="488"/>
                    <a:pt x="528" y="139"/>
                  </a:cubicBezTo>
                  <a:cubicBezTo>
                    <a:pt x="478" y="54"/>
                    <a:pt x="387" y="1"/>
                    <a:pt x="29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1" name="Google Shape;5141;p59"/>
            <p:cNvSpPr/>
            <p:nvPr/>
          </p:nvSpPr>
          <p:spPr>
            <a:xfrm>
              <a:off x="7355800" y="3361300"/>
              <a:ext cx="23650" cy="53200"/>
            </a:xfrm>
            <a:custGeom>
              <a:avLst/>
              <a:gdLst/>
              <a:ahLst/>
              <a:cxnLst/>
              <a:rect l="l" t="t" r="r" b="b"/>
              <a:pathLst>
                <a:path w="946" h="2128" extrusionOk="0">
                  <a:moveTo>
                    <a:pt x="288" y="0"/>
                  </a:moveTo>
                  <a:cubicBezTo>
                    <a:pt x="260" y="0"/>
                    <a:pt x="232" y="5"/>
                    <a:pt x="204" y="15"/>
                  </a:cubicBezTo>
                  <a:cubicBezTo>
                    <a:pt x="71" y="61"/>
                    <a:pt x="1" y="205"/>
                    <a:pt x="47" y="338"/>
                  </a:cubicBezTo>
                  <a:cubicBezTo>
                    <a:pt x="215" y="850"/>
                    <a:pt x="342" y="1376"/>
                    <a:pt x="420" y="1909"/>
                  </a:cubicBezTo>
                  <a:cubicBezTo>
                    <a:pt x="438" y="2036"/>
                    <a:pt x="548" y="2128"/>
                    <a:pt x="673" y="2128"/>
                  </a:cubicBezTo>
                  <a:cubicBezTo>
                    <a:pt x="685" y="2128"/>
                    <a:pt x="696" y="2127"/>
                    <a:pt x="708" y="2125"/>
                  </a:cubicBezTo>
                  <a:cubicBezTo>
                    <a:pt x="848" y="2106"/>
                    <a:pt x="945" y="1978"/>
                    <a:pt x="926" y="1839"/>
                  </a:cubicBezTo>
                  <a:lnTo>
                    <a:pt x="925" y="1839"/>
                  </a:lnTo>
                  <a:cubicBezTo>
                    <a:pt x="841" y="1273"/>
                    <a:pt x="708" y="716"/>
                    <a:pt x="529" y="173"/>
                  </a:cubicBezTo>
                  <a:cubicBezTo>
                    <a:pt x="492" y="67"/>
                    <a:pt x="393" y="0"/>
                    <a:pt x="28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2" name="Google Shape;5142;p59"/>
            <p:cNvSpPr/>
            <p:nvPr/>
          </p:nvSpPr>
          <p:spPr>
            <a:xfrm>
              <a:off x="7093025" y="4348600"/>
              <a:ext cx="104200" cy="51200"/>
            </a:xfrm>
            <a:custGeom>
              <a:avLst/>
              <a:gdLst/>
              <a:ahLst/>
              <a:cxnLst/>
              <a:rect l="l" t="t" r="r" b="b"/>
              <a:pathLst>
                <a:path w="4168" h="2048" extrusionOk="0">
                  <a:moveTo>
                    <a:pt x="3871" y="0"/>
                  </a:moveTo>
                  <a:cubicBezTo>
                    <a:pt x="3824" y="0"/>
                    <a:pt x="3777" y="13"/>
                    <a:pt x="3735" y="39"/>
                  </a:cubicBezTo>
                  <a:cubicBezTo>
                    <a:pt x="2982" y="492"/>
                    <a:pt x="2170" y="838"/>
                    <a:pt x="1323" y="1067"/>
                  </a:cubicBezTo>
                  <a:lnTo>
                    <a:pt x="1249" y="780"/>
                  </a:lnTo>
                  <a:cubicBezTo>
                    <a:pt x="1235" y="721"/>
                    <a:pt x="1183" y="687"/>
                    <a:pt x="1130" y="687"/>
                  </a:cubicBezTo>
                  <a:cubicBezTo>
                    <a:pt x="1102" y="687"/>
                    <a:pt x="1073" y="696"/>
                    <a:pt x="1049" y="717"/>
                  </a:cubicBezTo>
                  <a:lnTo>
                    <a:pt x="76" y="1560"/>
                  </a:lnTo>
                  <a:cubicBezTo>
                    <a:pt x="0" y="1625"/>
                    <a:pt x="32" y="1750"/>
                    <a:pt x="130" y="1773"/>
                  </a:cubicBezTo>
                  <a:lnTo>
                    <a:pt x="1389" y="2045"/>
                  </a:lnTo>
                  <a:cubicBezTo>
                    <a:pt x="1398" y="2047"/>
                    <a:pt x="1407" y="2048"/>
                    <a:pt x="1416" y="2048"/>
                  </a:cubicBezTo>
                  <a:cubicBezTo>
                    <a:pt x="1493" y="2048"/>
                    <a:pt x="1555" y="1975"/>
                    <a:pt x="1534" y="1894"/>
                  </a:cubicBezTo>
                  <a:lnTo>
                    <a:pt x="1450" y="1561"/>
                  </a:lnTo>
                  <a:cubicBezTo>
                    <a:pt x="2351" y="1318"/>
                    <a:pt x="3214" y="950"/>
                    <a:pt x="4013" y="466"/>
                  </a:cubicBezTo>
                  <a:cubicBezTo>
                    <a:pt x="4132" y="392"/>
                    <a:pt x="4167" y="235"/>
                    <a:pt x="4090" y="119"/>
                  </a:cubicBezTo>
                  <a:cubicBezTo>
                    <a:pt x="4039" y="42"/>
                    <a:pt x="3956" y="0"/>
                    <a:pt x="387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3" name="Google Shape;5143;p59"/>
            <p:cNvSpPr/>
            <p:nvPr/>
          </p:nvSpPr>
          <p:spPr>
            <a:xfrm>
              <a:off x="7201150" y="4302925"/>
              <a:ext cx="51100" cy="46100"/>
            </a:xfrm>
            <a:custGeom>
              <a:avLst/>
              <a:gdLst/>
              <a:ahLst/>
              <a:cxnLst/>
              <a:rect l="l" t="t" r="r" b="b"/>
              <a:pathLst>
                <a:path w="2044" h="1844" extrusionOk="0">
                  <a:moveTo>
                    <a:pt x="1760" y="1"/>
                  </a:moveTo>
                  <a:cubicBezTo>
                    <a:pt x="1689" y="1"/>
                    <a:pt x="1619" y="31"/>
                    <a:pt x="1568" y="88"/>
                  </a:cubicBezTo>
                  <a:cubicBezTo>
                    <a:pt x="1456" y="215"/>
                    <a:pt x="1341" y="338"/>
                    <a:pt x="1221" y="458"/>
                  </a:cubicBezTo>
                  <a:cubicBezTo>
                    <a:pt x="885" y="793"/>
                    <a:pt x="524" y="1102"/>
                    <a:pt x="140" y="1380"/>
                  </a:cubicBezTo>
                  <a:cubicBezTo>
                    <a:pt x="29" y="1460"/>
                    <a:pt x="1" y="1612"/>
                    <a:pt x="74" y="1728"/>
                  </a:cubicBezTo>
                  <a:cubicBezTo>
                    <a:pt x="124" y="1803"/>
                    <a:pt x="205" y="1844"/>
                    <a:pt x="288" y="1844"/>
                  </a:cubicBezTo>
                  <a:cubicBezTo>
                    <a:pt x="339" y="1844"/>
                    <a:pt x="391" y="1828"/>
                    <a:pt x="436" y="1797"/>
                  </a:cubicBezTo>
                  <a:cubicBezTo>
                    <a:pt x="843" y="1500"/>
                    <a:pt x="1226" y="1174"/>
                    <a:pt x="1581" y="820"/>
                  </a:cubicBezTo>
                  <a:cubicBezTo>
                    <a:pt x="1711" y="690"/>
                    <a:pt x="1834" y="557"/>
                    <a:pt x="1954" y="421"/>
                  </a:cubicBezTo>
                  <a:cubicBezTo>
                    <a:pt x="2044" y="315"/>
                    <a:pt x="2033" y="155"/>
                    <a:pt x="1927" y="64"/>
                  </a:cubicBezTo>
                  <a:cubicBezTo>
                    <a:pt x="1879" y="22"/>
                    <a:pt x="1819" y="1"/>
                    <a:pt x="176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4" name="Google Shape;5144;p59"/>
            <p:cNvSpPr/>
            <p:nvPr/>
          </p:nvSpPr>
          <p:spPr>
            <a:xfrm>
              <a:off x="7282950" y="4203000"/>
              <a:ext cx="22950" cy="40225"/>
            </a:xfrm>
            <a:custGeom>
              <a:avLst/>
              <a:gdLst/>
              <a:ahLst/>
              <a:cxnLst/>
              <a:rect l="l" t="t" r="r" b="b"/>
              <a:pathLst>
                <a:path w="918" h="1609" extrusionOk="0">
                  <a:moveTo>
                    <a:pt x="642" y="0"/>
                  </a:moveTo>
                  <a:cubicBezTo>
                    <a:pt x="531" y="0"/>
                    <a:pt x="426" y="74"/>
                    <a:pt x="396" y="189"/>
                  </a:cubicBezTo>
                  <a:cubicBezTo>
                    <a:pt x="301" y="543"/>
                    <a:pt x="187" y="889"/>
                    <a:pt x="53" y="1228"/>
                  </a:cubicBezTo>
                  <a:cubicBezTo>
                    <a:pt x="0" y="1360"/>
                    <a:pt x="58" y="1509"/>
                    <a:pt x="184" y="1571"/>
                  </a:cubicBezTo>
                  <a:lnTo>
                    <a:pt x="218" y="1587"/>
                  </a:lnTo>
                  <a:cubicBezTo>
                    <a:pt x="248" y="1602"/>
                    <a:pt x="280" y="1608"/>
                    <a:pt x="311" y="1608"/>
                  </a:cubicBezTo>
                  <a:cubicBezTo>
                    <a:pt x="392" y="1608"/>
                    <a:pt x="469" y="1561"/>
                    <a:pt x="501" y="1480"/>
                  </a:cubicBezTo>
                  <a:cubicBezTo>
                    <a:pt x="653" y="1107"/>
                    <a:pt x="780" y="724"/>
                    <a:pt x="886" y="333"/>
                  </a:cubicBezTo>
                  <a:cubicBezTo>
                    <a:pt x="918" y="210"/>
                    <a:pt x="862" y="74"/>
                    <a:pt x="746" y="22"/>
                  </a:cubicBezTo>
                  <a:cubicBezTo>
                    <a:pt x="712" y="7"/>
                    <a:pt x="677" y="0"/>
                    <a:pt x="642"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5" name="Google Shape;5145;p59"/>
            <p:cNvSpPr/>
            <p:nvPr/>
          </p:nvSpPr>
          <p:spPr>
            <a:xfrm>
              <a:off x="7252000" y="4250300"/>
              <a:ext cx="36300" cy="48175"/>
            </a:xfrm>
            <a:custGeom>
              <a:avLst/>
              <a:gdLst/>
              <a:ahLst/>
              <a:cxnLst/>
              <a:rect l="l" t="t" r="r" b="b"/>
              <a:pathLst>
                <a:path w="1452" h="1927" extrusionOk="0">
                  <a:moveTo>
                    <a:pt x="1159" y="1"/>
                  </a:moveTo>
                  <a:cubicBezTo>
                    <a:pt x="1064" y="1"/>
                    <a:pt x="974" y="53"/>
                    <a:pt x="931" y="143"/>
                  </a:cubicBezTo>
                  <a:cubicBezTo>
                    <a:pt x="689" y="625"/>
                    <a:pt x="405" y="1085"/>
                    <a:pt x="85" y="1519"/>
                  </a:cubicBezTo>
                  <a:cubicBezTo>
                    <a:pt x="0" y="1631"/>
                    <a:pt x="21" y="1790"/>
                    <a:pt x="135" y="1874"/>
                  </a:cubicBezTo>
                  <a:cubicBezTo>
                    <a:pt x="181" y="1909"/>
                    <a:pt x="235" y="1926"/>
                    <a:pt x="289" y="1926"/>
                  </a:cubicBezTo>
                  <a:cubicBezTo>
                    <a:pt x="366" y="1926"/>
                    <a:pt x="441" y="1892"/>
                    <a:pt x="492" y="1826"/>
                  </a:cubicBezTo>
                  <a:cubicBezTo>
                    <a:pt x="831" y="1367"/>
                    <a:pt x="1132" y="878"/>
                    <a:pt x="1389" y="368"/>
                  </a:cubicBezTo>
                  <a:cubicBezTo>
                    <a:pt x="1451" y="241"/>
                    <a:pt x="1398" y="87"/>
                    <a:pt x="1270" y="26"/>
                  </a:cubicBezTo>
                  <a:cubicBezTo>
                    <a:pt x="1234" y="9"/>
                    <a:pt x="1196" y="1"/>
                    <a:pt x="115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46" name="Google Shape;5146;p59"/>
          <p:cNvGrpSpPr/>
          <p:nvPr/>
        </p:nvGrpSpPr>
        <p:grpSpPr>
          <a:xfrm>
            <a:off x="4704254" y="971307"/>
            <a:ext cx="725845" cy="699975"/>
            <a:chOff x="4249973" y="1201875"/>
            <a:chExt cx="1958568" cy="1888762"/>
          </a:xfrm>
        </p:grpSpPr>
        <p:sp>
          <p:nvSpPr>
            <p:cNvPr id="5147" name="Google Shape;5147;p59"/>
            <p:cNvSpPr/>
            <p:nvPr/>
          </p:nvSpPr>
          <p:spPr>
            <a:xfrm>
              <a:off x="4468527" y="1411932"/>
              <a:ext cx="1528500" cy="1452600"/>
            </a:xfrm>
            <a:prstGeom prst="pentagon">
              <a:avLst>
                <a:gd name="hf" fmla="val 105146"/>
                <a:gd name="vf" fmla="val 110557"/>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48" name="Google Shape;5148;p59"/>
            <p:cNvGrpSpPr/>
            <p:nvPr/>
          </p:nvGrpSpPr>
          <p:grpSpPr>
            <a:xfrm>
              <a:off x="5853086" y="1789142"/>
              <a:ext cx="355454" cy="1048099"/>
              <a:chOff x="5576108" y="2016725"/>
              <a:chExt cx="565200" cy="1666560"/>
            </a:xfrm>
          </p:grpSpPr>
          <p:sp>
            <p:nvSpPr>
              <p:cNvPr id="5149" name="Google Shape;5149;p59"/>
              <p:cNvSpPr/>
              <p:nvPr/>
            </p:nvSpPr>
            <p:spPr>
              <a:xfrm>
                <a:off x="5576108" y="20167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5150" name="Google Shape;5150;p59"/>
              <p:cNvSpPr/>
              <p:nvPr/>
            </p:nvSpPr>
            <p:spPr>
              <a:xfrm rot="6479001">
                <a:off x="5275897" y="3050667"/>
                <a:ext cx="1119386" cy="152834"/>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51" name="Google Shape;5151;p59"/>
            <p:cNvGrpSpPr/>
            <p:nvPr/>
          </p:nvGrpSpPr>
          <p:grpSpPr>
            <a:xfrm>
              <a:off x="4869455" y="2691676"/>
              <a:ext cx="1013897" cy="398961"/>
              <a:chOff x="4012057" y="3451825"/>
              <a:chExt cx="1612175" cy="634379"/>
            </a:xfrm>
          </p:grpSpPr>
          <p:sp>
            <p:nvSpPr>
              <p:cNvPr id="5152" name="Google Shape;5152;p59"/>
              <p:cNvSpPr/>
              <p:nvPr/>
            </p:nvSpPr>
            <p:spPr>
              <a:xfrm>
                <a:off x="5059033" y="34518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5153" name="Google Shape;5153;p59"/>
              <p:cNvSpPr/>
              <p:nvPr/>
            </p:nvSpPr>
            <p:spPr>
              <a:xfrm rot="10799079">
                <a:off x="4012507" y="3933353"/>
                <a:ext cx="1119600" cy="15270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54" name="Google Shape;5154;p59"/>
            <p:cNvGrpSpPr/>
            <p:nvPr/>
          </p:nvGrpSpPr>
          <p:grpSpPr>
            <a:xfrm>
              <a:off x="4276937" y="2155961"/>
              <a:ext cx="651965" cy="891358"/>
              <a:chOff x="3069908" y="2599997"/>
              <a:chExt cx="1036675" cy="1417328"/>
            </a:xfrm>
          </p:grpSpPr>
          <p:sp>
            <p:nvSpPr>
              <p:cNvPr id="5155" name="Google Shape;5155;p59"/>
              <p:cNvSpPr/>
              <p:nvPr/>
            </p:nvSpPr>
            <p:spPr>
              <a:xfrm>
                <a:off x="3541383" y="34518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5156" name="Google Shape;5156;p59"/>
              <p:cNvSpPr/>
              <p:nvPr/>
            </p:nvSpPr>
            <p:spPr>
              <a:xfrm rot="-6478717">
                <a:off x="2755922" y="3079191"/>
                <a:ext cx="1119672" cy="15341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57" name="Google Shape;5157;p59"/>
            <p:cNvGrpSpPr/>
            <p:nvPr/>
          </p:nvGrpSpPr>
          <p:grpSpPr>
            <a:xfrm>
              <a:off x="5054918" y="1201875"/>
              <a:ext cx="999548" cy="602711"/>
              <a:chOff x="4306958" y="1082925"/>
              <a:chExt cx="1589359" cy="958358"/>
            </a:xfrm>
          </p:grpSpPr>
          <p:sp>
            <p:nvSpPr>
              <p:cNvPr id="5158" name="Google Shape;5158;p59"/>
              <p:cNvSpPr/>
              <p:nvPr/>
            </p:nvSpPr>
            <p:spPr>
              <a:xfrm>
                <a:off x="4306958" y="1082925"/>
                <a:ext cx="565200" cy="565500"/>
              </a:xfrm>
              <a:prstGeom prst="ellipse">
                <a:avLst/>
              </a:prstGeom>
              <a:solidFill>
                <a:srgbClr val="5F7D9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5159" name="Google Shape;5159;p59"/>
              <p:cNvSpPr/>
              <p:nvPr/>
            </p:nvSpPr>
            <p:spPr>
              <a:xfrm rot="2159678">
                <a:off x="4838902" y="1574444"/>
                <a:ext cx="1119431" cy="152476"/>
              </a:xfrm>
              <a:prstGeom prst="rightArrow">
                <a:avLst>
                  <a:gd name="adj1" fmla="val 25514"/>
                  <a:gd name="adj2" fmla="val 64322"/>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60" name="Google Shape;5160;p59"/>
            <p:cNvGrpSpPr/>
            <p:nvPr/>
          </p:nvGrpSpPr>
          <p:grpSpPr>
            <a:xfrm>
              <a:off x="4249973" y="1303451"/>
              <a:ext cx="799317" cy="841334"/>
              <a:chOff x="3027033" y="1244439"/>
              <a:chExt cx="1270977" cy="1337786"/>
            </a:xfrm>
          </p:grpSpPr>
          <p:sp>
            <p:nvSpPr>
              <p:cNvPr id="5161" name="Google Shape;5161;p59"/>
              <p:cNvSpPr/>
              <p:nvPr/>
            </p:nvSpPr>
            <p:spPr>
              <a:xfrm>
                <a:off x="3027033" y="2016725"/>
                <a:ext cx="565200" cy="565500"/>
              </a:xfrm>
              <a:prstGeom prst="ellipse">
                <a:avLst/>
              </a:prstGeom>
              <a:solidFill>
                <a:srgbClr val="667E9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200">
                  <a:solidFill>
                    <a:srgbClr val="FFFFFF"/>
                  </a:solidFill>
                  <a:latin typeface="Roboto Medium"/>
                  <a:ea typeface="Roboto Medium"/>
                  <a:cs typeface="Roboto Medium"/>
                  <a:sym typeface="Roboto Medium"/>
                </a:endParaRPr>
              </a:p>
            </p:txBody>
          </p:sp>
          <p:sp>
            <p:nvSpPr>
              <p:cNvPr id="5162" name="Google Shape;5162;p59"/>
              <p:cNvSpPr/>
              <p:nvPr/>
            </p:nvSpPr>
            <p:spPr>
              <a:xfrm rot="-2159137">
                <a:off x="3240473" y="1559002"/>
                <a:ext cx="1119673" cy="15327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163" name="Google Shape;5163;p59"/>
          <p:cNvGrpSpPr/>
          <p:nvPr/>
        </p:nvGrpSpPr>
        <p:grpSpPr>
          <a:xfrm>
            <a:off x="4057119" y="1858087"/>
            <a:ext cx="750769" cy="683784"/>
            <a:chOff x="4204684" y="2104422"/>
            <a:chExt cx="699822" cy="637382"/>
          </a:xfrm>
        </p:grpSpPr>
        <p:grpSp>
          <p:nvGrpSpPr>
            <p:cNvPr id="5164" name="Google Shape;5164;p59"/>
            <p:cNvGrpSpPr/>
            <p:nvPr/>
          </p:nvGrpSpPr>
          <p:grpSpPr>
            <a:xfrm>
              <a:off x="4204684" y="2430067"/>
              <a:ext cx="342957" cy="311738"/>
              <a:chOff x="4204684" y="2430067"/>
              <a:chExt cx="342957" cy="311738"/>
            </a:xfrm>
          </p:grpSpPr>
          <p:sp>
            <p:nvSpPr>
              <p:cNvPr id="5165" name="Google Shape;5165;p59"/>
              <p:cNvSpPr/>
              <p:nvPr/>
            </p:nvSpPr>
            <p:spPr>
              <a:xfrm>
                <a:off x="4235882" y="2430067"/>
                <a:ext cx="311759" cy="311738"/>
              </a:xfrm>
              <a:custGeom>
                <a:avLst/>
                <a:gdLst/>
                <a:ahLst/>
                <a:cxnLst/>
                <a:rect l="l" t="t" r="r" b="b"/>
                <a:pathLst>
                  <a:path w="8384" h="8384" extrusionOk="0">
                    <a:moveTo>
                      <a:pt x="1" y="0"/>
                    </a:moveTo>
                    <a:cubicBezTo>
                      <a:pt x="23" y="1056"/>
                      <a:pt x="239" y="2096"/>
                      <a:pt x="641" y="3073"/>
                    </a:cubicBezTo>
                    <a:cubicBezTo>
                      <a:pt x="676" y="3072"/>
                      <a:pt x="710" y="3070"/>
                      <a:pt x="745" y="3070"/>
                    </a:cubicBezTo>
                    <a:cubicBezTo>
                      <a:pt x="1419" y="3070"/>
                      <a:pt x="2047" y="3416"/>
                      <a:pt x="2406" y="3988"/>
                    </a:cubicBezTo>
                    <a:cubicBezTo>
                      <a:pt x="2766" y="4558"/>
                      <a:pt x="2808" y="5272"/>
                      <a:pt x="2516" y="5880"/>
                    </a:cubicBezTo>
                    <a:cubicBezTo>
                      <a:pt x="4076" y="7440"/>
                      <a:pt x="6179" y="8337"/>
                      <a:pt x="8384" y="8383"/>
                    </a:cubicBezTo>
                    <a:lnTo>
                      <a:pt x="8384" y="3190"/>
                    </a:lnTo>
                    <a:cubicBezTo>
                      <a:pt x="6664" y="3094"/>
                      <a:pt x="5290" y="1720"/>
                      <a:pt x="519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6" name="Google Shape;5166;p59"/>
              <p:cNvSpPr/>
              <p:nvPr/>
            </p:nvSpPr>
            <p:spPr>
              <a:xfrm>
                <a:off x="4204684" y="2558309"/>
                <a:ext cx="117839" cy="117794"/>
              </a:xfrm>
              <a:custGeom>
                <a:avLst/>
                <a:gdLst/>
                <a:ahLst/>
                <a:cxnLst/>
                <a:rect l="l" t="t" r="r" b="b"/>
                <a:pathLst>
                  <a:path w="3169" h="3168" extrusionOk="0">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67" name="Google Shape;5167;p59"/>
            <p:cNvGrpSpPr/>
            <p:nvPr/>
          </p:nvGrpSpPr>
          <p:grpSpPr>
            <a:xfrm>
              <a:off x="4561586" y="2430067"/>
              <a:ext cx="342920" cy="311738"/>
              <a:chOff x="4561586" y="2430067"/>
              <a:chExt cx="342920" cy="311738"/>
            </a:xfrm>
          </p:grpSpPr>
          <p:sp>
            <p:nvSpPr>
              <p:cNvPr id="5168" name="Google Shape;5168;p59"/>
              <p:cNvSpPr/>
              <p:nvPr/>
            </p:nvSpPr>
            <p:spPr>
              <a:xfrm>
                <a:off x="4561586" y="2430067"/>
                <a:ext cx="311759" cy="311738"/>
              </a:xfrm>
              <a:custGeom>
                <a:avLst/>
                <a:gdLst/>
                <a:ahLst/>
                <a:cxnLst/>
                <a:rect l="l" t="t" r="r" b="b"/>
                <a:pathLst>
                  <a:path w="8384" h="8384" extrusionOk="0">
                    <a:moveTo>
                      <a:pt x="3189" y="0"/>
                    </a:moveTo>
                    <a:cubicBezTo>
                      <a:pt x="3093" y="1720"/>
                      <a:pt x="1721" y="3092"/>
                      <a:pt x="1" y="3190"/>
                    </a:cubicBezTo>
                    <a:lnTo>
                      <a:pt x="1" y="8383"/>
                    </a:lnTo>
                    <a:cubicBezTo>
                      <a:pt x="2206" y="8337"/>
                      <a:pt x="4309" y="7440"/>
                      <a:pt x="5868" y="5880"/>
                    </a:cubicBezTo>
                    <a:cubicBezTo>
                      <a:pt x="5577" y="5272"/>
                      <a:pt x="5618" y="4558"/>
                      <a:pt x="5979" y="3986"/>
                    </a:cubicBezTo>
                    <a:cubicBezTo>
                      <a:pt x="6337" y="3416"/>
                      <a:pt x="6965" y="3070"/>
                      <a:pt x="7639" y="3070"/>
                    </a:cubicBezTo>
                    <a:cubicBezTo>
                      <a:pt x="7675" y="3070"/>
                      <a:pt x="7710" y="3070"/>
                      <a:pt x="7743" y="3073"/>
                    </a:cubicBezTo>
                    <a:cubicBezTo>
                      <a:pt x="8145" y="2096"/>
                      <a:pt x="8362" y="1056"/>
                      <a:pt x="838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9" name="Google Shape;5169;p59"/>
              <p:cNvSpPr/>
              <p:nvPr/>
            </p:nvSpPr>
            <p:spPr>
              <a:xfrm>
                <a:off x="4786741" y="2558309"/>
                <a:ext cx="117765" cy="117794"/>
              </a:xfrm>
              <a:custGeom>
                <a:avLst/>
                <a:gdLst/>
                <a:ahLst/>
                <a:cxnLst/>
                <a:rect l="l" t="t" r="r" b="b"/>
                <a:pathLst>
                  <a:path w="3167" h="3168" extrusionOk="0">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70" name="Google Shape;5170;p59"/>
            <p:cNvGrpSpPr/>
            <p:nvPr/>
          </p:nvGrpSpPr>
          <p:grpSpPr>
            <a:xfrm>
              <a:off x="4561586" y="2104422"/>
              <a:ext cx="342920" cy="311738"/>
              <a:chOff x="4561586" y="2104422"/>
              <a:chExt cx="342920" cy="311738"/>
            </a:xfrm>
          </p:grpSpPr>
          <p:sp>
            <p:nvSpPr>
              <p:cNvPr id="5171" name="Google Shape;5171;p59"/>
              <p:cNvSpPr/>
              <p:nvPr/>
            </p:nvSpPr>
            <p:spPr>
              <a:xfrm>
                <a:off x="4561586" y="2104422"/>
                <a:ext cx="311722" cy="311738"/>
              </a:xfrm>
              <a:custGeom>
                <a:avLst/>
                <a:gdLst/>
                <a:ahLst/>
                <a:cxnLst/>
                <a:rect l="l" t="t" r="r" b="b"/>
                <a:pathLst>
                  <a:path w="8383" h="8384" extrusionOk="0">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2" name="Google Shape;5172;p59"/>
              <p:cNvSpPr/>
              <p:nvPr/>
            </p:nvSpPr>
            <p:spPr>
              <a:xfrm>
                <a:off x="4786741" y="2170087"/>
                <a:ext cx="117765" cy="117757"/>
              </a:xfrm>
              <a:custGeom>
                <a:avLst/>
                <a:gdLst/>
                <a:ahLst/>
                <a:cxnLst/>
                <a:rect l="l" t="t" r="r" b="b"/>
                <a:pathLst>
                  <a:path w="3167" h="3167" extrusionOk="0">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73" name="Google Shape;5173;p59"/>
            <p:cNvGrpSpPr/>
            <p:nvPr/>
          </p:nvGrpSpPr>
          <p:grpSpPr>
            <a:xfrm>
              <a:off x="4204684" y="2104422"/>
              <a:ext cx="342957" cy="311664"/>
              <a:chOff x="4204684" y="2104422"/>
              <a:chExt cx="342957" cy="311664"/>
            </a:xfrm>
          </p:grpSpPr>
          <p:sp>
            <p:nvSpPr>
              <p:cNvPr id="5174" name="Google Shape;5174;p59"/>
              <p:cNvSpPr/>
              <p:nvPr/>
            </p:nvSpPr>
            <p:spPr>
              <a:xfrm>
                <a:off x="4235882" y="2104422"/>
                <a:ext cx="311759" cy="311664"/>
              </a:xfrm>
              <a:custGeom>
                <a:avLst/>
                <a:gdLst/>
                <a:ahLst/>
                <a:cxnLst/>
                <a:rect l="l" t="t" r="r" b="b"/>
                <a:pathLst>
                  <a:path w="8384" h="8382" extrusionOk="0">
                    <a:moveTo>
                      <a:pt x="8384" y="1"/>
                    </a:moveTo>
                    <a:cubicBezTo>
                      <a:pt x="6179" y="45"/>
                      <a:pt x="4076" y="942"/>
                      <a:pt x="2516" y="2502"/>
                    </a:cubicBezTo>
                    <a:cubicBezTo>
                      <a:pt x="2808" y="3110"/>
                      <a:pt x="2766" y="3825"/>
                      <a:pt x="2406" y="4396"/>
                    </a:cubicBezTo>
                    <a:cubicBezTo>
                      <a:pt x="2047" y="4966"/>
                      <a:pt x="1419" y="5312"/>
                      <a:pt x="745" y="5312"/>
                    </a:cubicBezTo>
                    <a:cubicBezTo>
                      <a:pt x="710" y="5312"/>
                      <a:pt x="675" y="5312"/>
                      <a:pt x="641" y="5311"/>
                    </a:cubicBezTo>
                    <a:cubicBezTo>
                      <a:pt x="239" y="6286"/>
                      <a:pt x="23" y="7327"/>
                      <a:pt x="1" y="8382"/>
                    </a:cubicBezTo>
                    <a:lnTo>
                      <a:pt x="5194" y="8382"/>
                    </a:lnTo>
                    <a:cubicBezTo>
                      <a:pt x="5290" y="6662"/>
                      <a:pt x="6664" y="5290"/>
                      <a:pt x="8384" y="5194"/>
                    </a:cubicBezTo>
                    <a:lnTo>
                      <a:pt x="838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5" name="Google Shape;5175;p59"/>
              <p:cNvSpPr/>
              <p:nvPr/>
            </p:nvSpPr>
            <p:spPr>
              <a:xfrm>
                <a:off x="4204684" y="2170087"/>
                <a:ext cx="117839" cy="117757"/>
              </a:xfrm>
              <a:custGeom>
                <a:avLst/>
                <a:gdLst/>
                <a:ahLst/>
                <a:cxnLst/>
                <a:rect l="l" t="t" r="r" b="b"/>
                <a:pathLst>
                  <a:path w="3169" h="3167" extrusionOk="0">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176" name="Google Shape;5176;p59"/>
          <p:cNvGrpSpPr/>
          <p:nvPr/>
        </p:nvGrpSpPr>
        <p:grpSpPr>
          <a:xfrm>
            <a:off x="5521552" y="971301"/>
            <a:ext cx="660591" cy="688867"/>
            <a:chOff x="5830645" y="1267368"/>
            <a:chExt cx="530340" cy="553040"/>
          </a:xfrm>
        </p:grpSpPr>
        <p:sp>
          <p:nvSpPr>
            <p:cNvPr id="5177" name="Google Shape;5177;p59"/>
            <p:cNvSpPr/>
            <p:nvPr/>
          </p:nvSpPr>
          <p:spPr>
            <a:xfrm>
              <a:off x="5994669" y="1442730"/>
              <a:ext cx="202317" cy="202342"/>
            </a:xfrm>
            <a:custGeom>
              <a:avLst/>
              <a:gdLst/>
              <a:ahLst/>
              <a:cxnLst/>
              <a:rect l="l" t="t" r="r" b="b"/>
              <a:pathLst>
                <a:path w="7941" h="7942" extrusionOk="0">
                  <a:moveTo>
                    <a:pt x="3971" y="319"/>
                  </a:moveTo>
                  <a:cubicBezTo>
                    <a:pt x="5984" y="319"/>
                    <a:pt x="7623" y="1957"/>
                    <a:pt x="7623" y="3971"/>
                  </a:cubicBezTo>
                  <a:cubicBezTo>
                    <a:pt x="7623" y="5984"/>
                    <a:pt x="5985" y="7624"/>
                    <a:pt x="3971" y="7624"/>
                  </a:cubicBezTo>
                  <a:cubicBezTo>
                    <a:pt x="1956" y="7624"/>
                    <a:pt x="318" y="5984"/>
                    <a:pt x="318" y="3971"/>
                  </a:cubicBezTo>
                  <a:cubicBezTo>
                    <a:pt x="318" y="1957"/>
                    <a:pt x="1956" y="319"/>
                    <a:pt x="3971" y="319"/>
                  </a:cubicBezTo>
                  <a:close/>
                  <a:moveTo>
                    <a:pt x="3971" y="0"/>
                  </a:moveTo>
                  <a:cubicBezTo>
                    <a:pt x="1782" y="0"/>
                    <a:pt x="1" y="1782"/>
                    <a:pt x="1" y="3971"/>
                  </a:cubicBezTo>
                  <a:cubicBezTo>
                    <a:pt x="1" y="6159"/>
                    <a:pt x="1782" y="7941"/>
                    <a:pt x="3971" y="7941"/>
                  </a:cubicBezTo>
                  <a:cubicBezTo>
                    <a:pt x="6160" y="7941"/>
                    <a:pt x="7940" y="6159"/>
                    <a:pt x="7940" y="3971"/>
                  </a:cubicBezTo>
                  <a:cubicBezTo>
                    <a:pt x="7940" y="1782"/>
                    <a:pt x="6160" y="0"/>
                    <a:pt x="397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178" name="Google Shape;5178;p59"/>
            <p:cNvGrpSpPr/>
            <p:nvPr/>
          </p:nvGrpSpPr>
          <p:grpSpPr>
            <a:xfrm>
              <a:off x="5830645" y="1267368"/>
              <a:ext cx="259743" cy="269909"/>
              <a:chOff x="5830645" y="1267368"/>
              <a:chExt cx="259743" cy="269909"/>
            </a:xfrm>
          </p:grpSpPr>
          <p:sp>
            <p:nvSpPr>
              <p:cNvPr id="5179" name="Google Shape;5179;p59"/>
              <p:cNvSpPr/>
              <p:nvPr/>
            </p:nvSpPr>
            <p:spPr>
              <a:xfrm>
                <a:off x="5830645" y="1304897"/>
                <a:ext cx="259743" cy="232380"/>
              </a:xfrm>
              <a:custGeom>
                <a:avLst/>
                <a:gdLst/>
                <a:ahLst/>
                <a:cxnLst/>
                <a:rect l="l" t="t" r="r" b="b"/>
                <a:pathLst>
                  <a:path w="10195" h="9121" extrusionOk="0">
                    <a:moveTo>
                      <a:pt x="7470" y="1"/>
                    </a:moveTo>
                    <a:cubicBezTo>
                      <a:pt x="7469" y="1"/>
                      <a:pt x="7468" y="1"/>
                      <a:pt x="7467" y="1"/>
                    </a:cubicBezTo>
                    <a:lnTo>
                      <a:pt x="7044" y="1"/>
                    </a:lnTo>
                    <a:cubicBezTo>
                      <a:pt x="7044" y="1075"/>
                      <a:pt x="6172" y="1946"/>
                      <a:pt x="5097" y="1946"/>
                    </a:cubicBezTo>
                    <a:cubicBezTo>
                      <a:pt x="4021" y="1946"/>
                      <a:pt x="3150" y="1075"/>
                      <a:pt x="3150" y="1"/>
                    </a:cubicBezTo>
                    <a:lnTo>
                      <a:pt x="0" y="1"/>
                    </a:lnTo>
                    <a:lnTo>
                      <a:pt x="0" y="6393"/>
                    </a:lnTo>
                    <a:cubicBezTo>
                      <a:pt x="0" y="7900"/>
                      <a:pt x="1220" y="9120"/>
                      <a:pt x="2727" y="9120"/>
                    </a:cubicBezTo>
                    <a:lnTo>
                      <a:pt x="6018" y="9120"/>
                    </a:lnTo>
                    <a:cubicBezTo>
                      <a:pt x="6148" y="6883"/>
                      <a:pt x="7951" y="5095"/>
                      <a:pt x="10194" y="4987"/>
                    </a:cubicBezTo>
                    <a:lnTo>
                      <a:pt x="10194" y="2726"/>
                    </a:lnTo>
                    <a:cubicBezTo>
                      <a:pt x="10194" y="1222"/>
                      <a:pt x="8974" y="1"/>
                      <a:pt x="747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0" name="Google Shape;5180;p59"/>
              <p:cNvSpPr/>
              <p:nvPr/>
            </p:nvSpPr>
            <p:spPr>
              <a:xfrm>
                <a:off x="5922950" y="1267368"/>
                <a:ext cx="75057" cy="75057"/>
              </a:xfrm>
              <a:custGeom>
                <a:avLst/>
                <a:gdLst/>
                <a:ahLst/>
                <a:cxnLst/>
                <a:rect l="l" t="t" r="r" b="b"/>
                <a:pathLst>
                  <a:path w="2946" h="2946" extrusionOk="0">
                    <a:moveTo>
                      <a:pt x="1474" y="1"/>
                    </a:moveTo>
                    <a:cubicBezTo>
                      <a:pt x="661" y="1"/>
                      <a:pt x="1" y="660"/>
                      <a:pt x="1" y="1472"/>
                    </a:cubicBezTo>
                    <a:cubicBezTo>
                      <a:pt x="1" y="2286"/>
                      <a:pt x="661" y="2945"/>
                      <a:pt x="1474" y="2945"/>
                    </a:cubicBezTo>
                    <a:cubicBezTo>
                      <a:pt x="2288" y="2945"/>
                      <a:pt x="2946" y="2286"/>
                      <a:pt x="2946" y="1472"/>
                    </a:cubicBezTo>
                    <a:cubicBezTo>
                      <a:pt x="2946" y="660"/>
                      <a:pt x="2288" y="1"/>
                      <a:pt x="147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81" name="Google Shape;5181;p59"/>
            <p:cNvGrpSpPr/>
            <p:nvPr/>
          </p:nvGrpSpPr>
          <p:grpSpPr>
            <a:xfrm>
              <a:off x="6101293" y="1267368"/>
              <a:ext cx="259692" cy="269909"/>
              <a:chOff x="6101293" y="1267368"/>
              <a:chExt cx="259692" cy="269909"/>
            </a:xfrm>
          </p:grpSpPr>
          <p:sp>
            <p:nvSpPr>
              <p:cNvPr id="5182" name="Google Shape;5182;p59"/>
              <p:cNvSpPr/>
              <p:nvPr/>
            </p:nvSpPr>
            <p:spPr>
              <a:xfrm>
                <a:off x="6101293" y="1304897"/>
                <a:ext cx="259692" cy="232380"/>
              </a:xfrm>
              <a:custGeom>
                <a:avLst/>
                <a:gdLst/>
                <a:ahLst/>
                <a:cxnLst/>
                <a:rect l="l" t="t" r="r" b="b"/>
                <a:pathLst>
                  <a:path w="10193" h="9121" extrusionOk="0">
                    <a:moveTo>
                      <a:pt x="2726" y="1"/>
                    </a:moveTo>
                    <a:cubicBezTo>
                      <a:pt x="1220" y="1"/>
                      <a:pt x="0" y="1221"/>
                      <a:pt x="0" y="2726"/>
                    </a:cubicBezTo>
                    <a:lnTo>
                      <a:pt x="0" y="4987"/>
                    </a:lnTo>
                    <a:cubicBezTo>
                      <a:pt x="2244" y="5095"/>
                      <a:pt x="4045" y="6883"/>
                      <a:pt x="4177" y="9120"/>
                    </a:cubicBezTo>
                    <a:lnTo>
                      <a:pt x="7467" y="9120"/>
                    </a:lnTo>
                    <a:cubicBezTo>
                      <a:pt x="8973" y="9120"/>
                      <a:pt x="10193" y="7900"/>
                      <a:pt x="10193" y="6393"/>
                    </a:cubicBezTo>
                    <a:lnTo>
                      <a:pt x="10193" y="1"/>
                    </a:lnTo>
                    <a:lnTo>
                      <a:pt x="7043" y="1"/>
                    </a:lnTo>
                    <a:cubicBezTo>
                      <a:pt x="7043" y="1075"/>
                      <a:pt x="6172" y="1946"/>
                      <a:pt x="5097" y="1946"/>
                    </a:cubicBezTo>
                    <a:cubicBezTo>
                      <a:pt x="4021" y="1946"/>
                      <a:pt x="3150" y="1075"/>
                      <a:pt x="315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3" name="Google Shape;5183;p59"/>
              <p:cNvSpPr/>
              <p:nvPr/>
            </p:nvSpPr>
            <p:spPr>
              <a:xfrm>
                <a:off x="6193623" y="1267368"/>
                <a:ext cx="75031" cy="75057"/>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84" name="Google Shape;5184;p59"/>
            <p:cNvGrpSpPr/>
            <p:nvPr/>
          </p:nvGrpSpPr>
          <p:grpSpPr>
            <a:xfrm>
              <a:off x="5830645" y="1550500"/>
              <a:ext cx="259692" cy="269909"/>
              <a:chOff x="5830645" y="1550500"/>
              <a:chExt cx="259692" cy="269909"/>
            </a:xfrm>
          </p:grpSpPr>
          <p:sp>
            <p:nvSpPr>
              <p:cNvPr id="5185" name="Google Shape;5185;p59"/>
              <p:cNvSpPr/>
              <p:nvPr/>
            </p:nvSpPr>
            <p:spPr>
              <a:xfrm>
                <a:off x="5830645" y="1550500"/>
                <a:ext cx="259692" cy="232406"/>
              </a:xfrm>
              <a:custGeom>
                <a:avLst/>
                <a:gdLst/>
                <a:ahLst/>
                <a:cxnLst/>
                <a:rect l="l" t="t" r="r" b="b"/>
                <a:pathLst>
                  <a:path w="10193" h="9122" extrusionOk="0">
                    <a:moveTo>
                      <a:pt x="2727" y="1"/>
                    </a:moveTo>
                    <a:cubicBezTo>
                      <a:pt x="1220" y="1"/>
                      <a:pt x="0" y="1223"/>
                      <a:pt x="0" y="2728"/>
                    </a:cubicBezTo>
                    <a:lnTo>
                      <a:pt x="0" y="9122"/>
                    </a:lnTo>
                    <a:lnTo>
                      <a:pt x="3150" y="9122"/>
                    </a:lnTo>
                    <a:cubicBezTo>
                      <a:pt x="3150" y="8046"/>
                      <a:pt x="4021" y="7175"/>
                      <a:pt x="5097" y="7175"/>
                    </a:cubicBezTo>
                    <a:cubicBezTo>
                      <a:pt x="6172" y="7175"/>
                      <a:pt x="7044" y="8046"/>
                      <a:pt x="7044" y="9122"/>
                    </a:cubicBezTo>
                    <a:lnTo>
                      <a:pt x="7467" y="9122"/>
                    </a:lnTo>
                    <a:cubicBezTo>
                      <a:pt x="8972" y="9122"/>
                      <a:pt x="10192" y="7900"/>
                      <a:pt x="10192" y="6395"/>
                    </a:cubicBezTo>
                    <a:lnTo>
                      <a:pt x="10192" y="4135"/>
                    </a:lnTo>
                    <a:cubicBezTo>
                      <a:pt x="7951" y="4028"/>
                      <a:pt x="6148" y="2239"/>
                      <a:pt x="6018"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6" name="Google Shape;5186;p59"/>
              <p:cNvSpPr/>
              <p:nvPr/>
            </p:nvSpPr>
            <p:spPr>
              <a:xfrm>
                <a:off x="5922950" y="1745352"/>
                <a:ext cx="75057" cy="75057"/>
              </a:xfrm>
              <a:custGeom>
                <a:avLst/>
                <a:gdLst/>
                <a:ahLst/>
                <a:cxnLst/>
                <a:rect l="l" t="t" r="r" b="b"/>
                <a:pathLst>
                  <a:path w="2946" h="2946" extrusionOk="0">
                    <a:moveTo>
                      <a:pt x="1474" y="1"/>
                    </a:moveTo>
                    <a:cubicBezTo>
                      <a:pt x="661" y="1"/>
                      <a:pt x="1" y="660"/>
                      <a:pt x="1" y="1474"/>
                    </a:cubicBezTo>
                    <a:cubicBezTo>
                      <a:pt x="1" y="2287"/>
                      <a:pt x="661" y="2946"/>
                      <a:pt x="1474" y="2946"/>
                    </a:cubicBezTo>
                    <a:cubicBezTo>
                      <a:pt x="2288" y="2946"/>
                      <a:pt x="2946" y="2287"/>
                      <a:pt x="2946" y="1474"/>
                    </a:cubicBezTo>
                    <a:cubicBezTo>
                      <a:pt x="2946" y="660"/>
                      <a:pt x="2288" y="1"/>
                      <a:pt x="147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87" name="Google Shape;5187;p59"/>
            <p:cNvGrpSpPr/>
            <p:nvPr/>
          </p:nvGrpSpPr>
          <p:grpSpPr>
            <a:xfrm>
              <a:off x="6101293" y="1550500"/>
              <a:ext cx="259692" cy="269909"/>
              <a:chOff x="6101293" y="1550500"/>
              <a:chExt cx="259692" cy="269909"/>
            </a:xfrm>
          </p:grpSpPr>
          <p:sp>
            <p:nvSpPr>
              <p:cNvPr id="5188" name="Google Shape;5188;p59"/>
              <p:cNvSpPr/>
              <p:nvPr/>
            </p:nvSpPr>
            <p:spPr>
              <a:xfrm>
                <a:off x="6101293" y="1550500"/>
                <a:ext cx="259692" cy="232406"/>
              </a:xfrm>
              <a:custGeom>
                <a:avLst/>
                <a:gdLst/>
                <a:ahLst/>
                <a:cxnLst/>
                <a:rect l="l" t="t" r="r" b="b"/>
                <a:pathLst>
                  <a:path w="10193" h="9122" extrusionOk="0">
                    <a:moveTo>
                      <a:pt x="4177" y="1"/>
                    </a:moveTo>
                    <a:cubicBezTo>
                      <a:pt x="4045" y="2239"/>
                      <a:pt x="2244" y="4027"/>
                      <a:pt x="0" y="4135"/>
                    </a:cubicBezTo>
                    <a:lnTo>
                      <a:pt x="0" y="6395"/>
                    </a:lnTo>
                    <a:cubicBezTo>
                      <a:pt x="0" y="7902"/>
                      <a:pt x="1220" y="9122"/>
                      <a:pt x="2726" y="9122"/>
                    </a:cubicBezTo>
                    <a:lnTo>
                      <a:pt x="3148" y="9122"/>
                    </a:lnTo>
                    <a:cubicBezTo>
                      <a:pt x="3148" y="8046"/>
                      <a:pt x="4020" y="7175"/>
                      <a:pt x="5096" y="7175"/>
                    </a:cubicBezTo>
                    <a:cubicBezTo>
                      <a:pt x="6170" y="7175"/>
                      <a:pt x="7043" y="8046"/>
                      <a:pt x="7043" y="9122"/>
                    </a:cubicBezTo>
                    <a:lnTo>
                      <a:pt x="10193" y="9122"/>
                    </a:lnTo>
                    <a:lnTo>
                      <a:pt x="10193" y="2728"/>
                    </a:lnTo>
                    <a:cubicBezTo>
                      <a:pt x="10193" y="1223"/>
                      <a:pt x="8973" y="2"/>
                      <a:pt x="746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9" name="Google Shape;5189;p59"/>
              <p:cNvSpPr/>
              <p:nvPr/>
            </p:nvSpPr>
            <p:spPr>
              <a:xfrm>
                <a:off x="6193623" y="1745352"/>
                <a:ext cx="75031" cy="75057"/>
              </a:xfrm>
              <a:custGeom>
                <a:avLst/>
                <a:gdLst/>
                <a:ahLst/>
                <a:cxnLst/>
                <a:rect l="l" t="t" r="r" b="b"/>
                <a:pathLst>
                  <a:path w="2945" h="2946" extrusionOk="0">
                    <a:moveTo>
                      <a:pt x="1473" y="1"/>
                    </a:moveTo>
                    <a:cubicBezTo>
                      <a:pt x="660" y="1"/>
                      <a:pt x="0" y="660"/>
                      <a:pt x="0" y="1474"/>
                    </a:cubicBezTo>
                    <a:cubicBezTo>
                      <a:pt x="0" y="2287"/>
                      <a:pt x="660" y="2946"/>
                      <a:pt x="1473" y="2946"/>
                    </a:cubicBezTo>
                    <a:cubicBezTo>
                      <a:pt x="2285" y="2946"/>
                      <a:pt x="2945" y="2287"/>
                      <a:pt x="2945" y="1474"/>
                    </a:cubicBezTo>
                    <a:cubicBezTo>
                      <a:pt x="2945" y="660"/>
                      <a:pt x="2285" y="1"/>
                      <a:pt x="147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190" name="Google Shape;5190;p59"/>
          <p:cNvGrpSpPr/>
          <p:nvPr/>
        </p:nvGrpSpPr>
        <p:grpSpPr>
          <a:xfrm>
            <a:off x="723705" y="1861761"/>
            <a:ext cx="697154" cy="679574"/>
            <a:chOff x="2679875" y="2361475"/>
            <a:chExt cx="780425" cy="760575"/>
          </a:xfrm>
        </p:grpSpPr>
        <p:sp>
          <p:nvSpPr>
            <p:cNvPr id="5191" name="Google Shape;5191;p59"/>
            <p:cNvSpPr/>
            <p:nvPr/>
          </p:nvSpPr>
          <p:spPr>
            <a:xfrm>
              <a:off x="2812050" y="2361475"/>
              <a:ext cx="516050" cy="266400"/>
            </a:xfrm>
            <a:custGeom>
              <a:avLst/>
              <a:gdLst/>
              <a:ahLst/>
              <a:cxnLst/>
              <a:rect l="l" t="t" r="r" b="b"/>
              <a:pathLst>
                <a:path w="20642" h="10656" extrusionOk="0">
                  <a:moveTo>
                    <a:pt x="10321" y="0"/>
                  </a:moveTo>
                  <a:cubicBezTo>
                    <a:pt x="4630" y="0"/>
                    <a:pt x="1" y="4630"/>
                    <a:pt x="1" y="10321"/>
                  </a:cubicBezTo>
                  <a:cubicBezTo>
                    <a:pt x="1" y="10385"/>
                    <a:pt x="2" y="10450"/>
                    <a:pt x="4" y="10514"/>
                  </a:cubicBezTo>
                  <a:cubicBezTo>
                    <a:pt x="1580" y="9686"/>
                    <a:pt x="3307" y="9273"/>
                    <a:pt x="5033" y="9273"/>
                  </a:cubicBezTo>
                  <a:cubicBezTo>
                    <a:pt x="6858" y="9273"/>
                    <a:pt x="8681" y="9735"/>
                    <a:pt x="10321" y="10655"/>
                  </a:cubicBezTo>
                  <a:cubicBezTo>
                    <a:pt x="11962" y="9735"/>
                    <a:pt x="13786" y="9273"/>
                    <a:pt x="15610" y="9273"/>
                  </a:cubicBezTo>
                  <a:cubicBezTo>
                    <a:pt x="17337" y="9273"/>
                    <a:pt x="19065" y="9686"/>
                    <a:pt x="20640" y="10514"/>
                  </a:cubicBezTo>
                  <a:cubicBezTo>
                    <a:pt x="20640" y="10450"/>
                    <a:pt x="20642" y="10385"/>
                    <a:pt x="20642" y="10321"/>
                  </a:cubicBezTo>
                  <a:cubicBezTo>
                    <a:pt x="20642" y="4630"/>
                    <a:pt x="16012" y="0"/>
                    <a:pt x="1032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2" name="Google Shape;5192;p59"/>
            <p:cNvSpPr/>
            <p:nvPr/>
          </p:nvSpPr>
          <p:spPr>
            <a:xfrm>
              <a:off x="3082750" y="2645625"/>
              <a:ext cx="377550" cy="476425"/>
            </a:xfrm>
            <a:custGeom>
              <a:avLst/>
              <a:gdLst/>
              <a:ahLst/>
              <a:cxnLst/>
              <a:rect l="l" t="t" r="r" b="b"/>
              <a:pathLst>
                <a:path w="15102" h="19057" extrusionOk="0">
                  <a:moveTo>
                    <a:pt x="10272" y="0"/>
                  </a:moveTo>
                  <a:cubicBezTo>
                    <a:pt x="9934" y="3512"/>
                    <a:pt x="7912" y="6539"/>
                    <a:pt x="5024" y="8262"/>
                  </a:cubicBezTo>
                  <a:cubicBezTo>
                    <a:pt x="5031" y="8418"/>
                    <a:pt x="5036" y="8577"/>
                    <a:pt x="5036" y="8736"/>
                  </a:cubicBezTo>
                  <a:cubicBezTo>
                    <a:pt x="5036" y="12577"/>
                    <a:pt x="3024" y="15957"/>
                    <a:pt x="1" y="17879"/>
                  </a:cubicBezTo>
                  <a:cubicBezTo>
                    <a:pt x="1471" y="18653"/>
                    <a:pt x="3109" y="19056"/>
                    <a:pt x="4771" y="19056"/>
                  </a:cubicBezTo>
                  <a:cubicBezTo>
                    <a:pt x="4774" y="19056"/>
                    <a:pt x="4778" y="19056"/>
                    <a:pt x="4781" y="19056"/>
                  </a:cubicBezTo>
                  <a:cubicBezTo>
                    <a:pt x="10472" y="19056"/>
                    <a:pt x="15102" y="14427"/>
                    <a:pt x="15102" y="8736"/>
                  </a:cubicBezTo>
                  <a:cubicBezTo>
                    <a:pt x="15102" y="5062"/>
                    <a:pt x="13170" y="1831"/>
                    <a:pt x="1027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3" name="Google Shape;5193;p59"/>
            <p:cNvSpPr/>
            <p:nvPr/>
          </p:nvSpPr>
          <p:spPr>
            <a:xfrm>
              <a:off x="3082750" y="2605975"/>
              <a:ext cx="244675" cy="231900"/>
            </a:xfrm>
            <a:custGeom>
              <a:avLst/>
              <a:gdLst/>
              <a:ahLst/>
              <a:cxnLst/>
              <a:rect l="l" t="t" r="r" b="b"/>
              <a:pathLst>
                <a:path w="9787" h="9276" extrusionOk="0">
                  <a:moveTo>
                    <a:pt x="4781" y="1"/>
                  </a:moveTo>
                  <a:cubicBezTo>
                    <a:pt x="3141" y="1"/>
                    <a:pt x="1499" y="393"/>
                    <a:pt x="1" y="1178"/>
                  </a:cubicBezTo>
                  <a:cubicBezTo>
                    <a:pt x="2747" y="2923"/>
                    <a:pt x="4656" y="5871"/>
                    <a:pt x="4984" y="9276"/>
                  </a:cubicBezTo>
                  <a:cubicBezTo>
                    <a:pt x="7683" y="7574"/>
                    <a:pt x="9542" y="4656"/>
                    <a:pt x="9787" y="1300"/>
                  </a:cubicBezTo>
                  <a:cubicBezTo>
                    <a:pt x="8232" y="434"/>
                    <a:pt x="6507" y="1"/>
                    <a:pt x="4781"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4" name="Google Shape;5194;p59"/>
            <p:cNvSpPr/>
            <p:nvPr/>
          </p:nvSpPr>
          <p:spPr>
            <a:xfrm>
              <a:off x="2679875" y="2645625"/>
              <a:ext cx="377575" cy="476425"/>
            </a:xfrm>
            <a:custGeom>
              <a:avLst/>
              <a:gdLst/>
              <a:ahLst/>
              <a:cxnLst/>
              <a:rect l="l" t="t" r="r" b="b"/>
              <a:pathLst>
                <a:path w="15103" h="19057" extrusionOk="0">
                  <a:moveTo>
                    <a:pt x="4831" y="0"/>
                  </a:moveTo>
                  <a:cubicBezTo>
                    <a:pt x="1931" y="1831"/>
                    <a:pt x="0" y="5062"/>
                    <a:pt x="0" y="8736"/>
                  </a:cubicBezTo>
                  <a:cubicBezTo>
                    <a:pt x="0" y="14427"/>
                    <a:pt x="4631" y="19056"/>
                    <a:pt x="10321" y="19056"/>
                  </a:cubicBezTo>
                  <a:cubicBezTo>
                    <a:pt x="10324" y="19056"/>
                    <a:pt x="10327" y="19056"/>
                    <a:pt x="10331" y="19056"/>
                  </a:cubicBezTo>
                  <a:cubicBezTo>
                    <a:pt x="11993" y="19056"/>
                    <a:pt x="13630" y="18653"/>
                    <a:pt x="15102" y="17879"/>
                  </a:cubicBezTo>
                  <a:cubicBezTo>
                    <a:pt x="12077" y="15957"/>
                    <a:pt x="10068" y="12577"/>
                    <a:pt x="10068" y="8736"/>
                  </a:cubicBezTo>
                  <a:cubicBezTo>
                    <a:pt x="10068" y="8577"/>
                    <a:pt x="10071" y="8418"/>
                    <a:pt x="10079" y="8262"/>
                  </a:cubicBezTo>
                  <a:cubicBezTo>
                    <a:pt x="7192" y="6540"/>
                    <a:pt x="5169" y="3512"/>
                    <a:pt x="483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5" name="Google Shape;5195;p59"/>
            <p:cNvSpPr/>
            <p:nvPr/>
          </p:nvSpPr>
          <p:spPr>
            <a:xfrm>
              <a:off x="2812775" y="2605975"/>
              <a:ext cx="244675" cy="231900"/>
            </a:xfrm>
            <a:custGeom>
              <a:avLst/>
              <a:gdLst/>
              <a:ahLst/>
              <a:cxnLst/>
              <a:rect l="l" t="t" r="r" b="b"/>
              <a:pathLst>
                <a:path w="9787" h="9276" extrusionOk="0">
                  <a:moveTo>
                    <a:pt x="5005" y="1"/>
                  </a:moveTo>
                  <a:cubicBezTo>
                    <a:pt x="3280" y="1"/>
                    <a:pt x="1555" y="434"/>
                    <a:pt x="1" y="1300"/>
                  </a:cubicBezTo>
                  <a:cubicBezTo>
                    <a:pt x="246" y="4658"/>
                    <a:pt x="2103" y="7574"/>
                    <a:pt x="4801" y="9276"/>
                  </a:cubicBezTo>
                  <a:cubicBezTo>
                    <a:pt x="5130" y="5871"/>
                    <a:pt x="7040" y="2923"/>
                    <a:pt x="9786" y="1178"/>
                  </a:cubicBezTo>
                  <a:cubicBezTo>
                    <a:pt x="8288" y="393"/>
                    <a:pt x="6646" y="1"/>
                    <a:pt x="500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6" name="Google Shape;5196;p59"/>
            <p:cNvSpPr/>
            <p:nvPr/>
          </p:nvSpPr>
          <p:spPr>
            <a:xfrm>
              <a:off x="2944250" y="2859150"/>
              <a:ext cx="251675" cy="226375"/>
            </a:xfrm>
            <a:custGeom>
              <a:avLst/>
              <a:gdLst/>
              <a:ahLst/>
              <a:cxnLst/>
              <a:rect l="l" t="t" r="r" b="b"/>
              <a:pathLst>
                <a:path w="10067" h="9055" extrusionOk="0">
                  <a:moveTo>
                    <a:pt x="4" y="1"/>
                  </a:moveTo>
                  <a:cubicBezTo>
                    <a:pt x="2" y="65"/>
                    <a:pt x="0" y="130"/>
                    <a:pt x="0" y="195"/>
                  </a:cubicBezTo>
                  <a:cubicBezTo>
                    <a:pt x="0" y="3954"/>
                    <a:pt x="2023" y="7250"/>
                    <a:pt x="5033" y="9055"/>
                  </a:cubicBezTo>
                  <a:cubicBezTo>
                    <a:pt x="8045" y="7250"/>
                    <a:pt x="10066" y="3954"/>
                    <a:pt x="10066" y="195"/>
                  </a:cubicBezTo>
                  <a:cubicBezTo>
                    <a:pt x="10066" y="130"/>
                    <a:pt x="10066" y="65"/>
                    <a:pt x="10065" y="1"/>
                  </a:cubicBezTo>
                  <a:cubicBezTo>
                    <a:pt x="8490" y="829"/>
                    <a:pt x="6762" y="1243"/>
                    <a:pt x="5034" y="1243"/>
                  </a:cubicBezTo>
                  <a:cubicBezTo>
                    <a:pt x="3306" y="1243"/>
                    <a:pt x="1578" y="829"/>
                    <a:pt x="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97" name="Google Shape;5197;p59"/>
          <p:cNvGrpSpPr/>
          <p:nvPr/>
        </p:nvGrpSpPr>
        <p:grpSpPr>
          <a:xfrm>
            <a:off x="3122864" y="971353"/>
            <a:ext cx="735829" cy="684547"/>
            <a:chOff x="3351965" y="1148808"/>
            <a:chExt cx="750770" cy="698375"/>
          </a:xfrm>
        </p:grpSpPr>
        <p:grpSp>
          <p:nvGrpSpPr>
            <p:cNvPr id="5198" name="Google Shape;5198;p59"/>
            <p:cNvGrpSpPr/>
            <p:nvPr/>
          </p:nvGrpSpPr>
          <p:grpSpPr>
            <a:xfrm>
              <a:off x="3586796" y="1148808"/>
              <a:ext cx="294857" cy="286830"/>
              <a:chOff x="3750225" y="1774000"/>
              <a:chExt cx="149575" cy="145525"/>
            </a:xfrm>
          </p:grpSpPr>
          <p:sp>
            <p:nvSpPr>
              <p:cNvPr id="5199" name="Google Shape;5199;p59"/>
              <p:cNvSpPr/>
              <p:nvPr/>
            </p:nvSpPr>
            <p:spPr>
              <a:xfrm>
                <a:off x="3750225" y="1774000"/>
                <a:ext cx="149575" cy="145525"/>
              </a:xfrm>
              <a:custGeom>
                <a:avLst/>
                <a:gdLst/>
                <a:ahLst/>
                <a:cxnLst/>
                <a:rect l="l" t="t" r="r" b="b"/>
                <a:pathLst>
                  <a:path w="5983" h="5821" extrusionOk="0">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0" name="Google Shape;5200;p59"/>
              <p:cNvSpPr/>
              <p:nvPr/>
            </p:nvSpPr>
            <p:spPr>
              <a:xfrm>
                <a:off x="3776075" y="1794931"/>
                <a:ext cx="82600" cy="78800"/>
              </a:xfrm>
              <a:custGeom>
                <a:avLst/>
                <a:gdLst/>
                <a:ahLst/>
                <a:cxnLst/>
                <a:rect l="l" t="t" r="r" b="b"/>
                <a:pathLst>
                  <a:path w="3304" h="3152" extrusionOk="0">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01" name="Google Shape;5201;p59"/>
            <p:cNvGrpSpPr/>
            <p:nvPr/>
          </p:nvGrpSpPr>
          <p:grpSpPr>
            <a:xfrm>
              <a:off x="3779245" y="1375768"/>
              <a:ext cx="323490" cy="286978"/>
              <a:chOff x="3847850" y="1889150"/>
              <a:chExt cx="164100" cy="145600"/>
            </a:xfrm>
          </p:grpSpPr>
          <p:sp>
            <p:nvSpPr>
              <p:cNvPr id="5202" name="Google Shape;5202;p59"/>
              <p:cNvSpPr/>
              <p:nvPr/>
            </p:nvSpPr>
            <p:spPr>
              <a:xfrm>
                <a:off x="3847850" y="1889150"/>
                <a:ext cx="164100" cy="145600"/>
              </a:xfrm>
              <a:custGeom>
                <a:avLst/>
                <a:gdLst/>
                <a:ahLst/>
                <a:cxnLst/>
                <a:rect l="l" t="t" r="r" b="b"/>
                <a:pathLst>
                  <a:path w="6564" h="5824" extrusionOk="0">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3" name="Google Shape;5203;p59"/>
              <p:cNvSpPr/>
              <p:nvPr/>
            </p:nvSpPr>
            <p:spPr>
              <a:xfrm>
                <a:off x="3887875" y="1912456"/>
                <a:ext cx="89450" cy="78700"/>
              </a:xfrm>
              <a:custGeom>
                <a:avLst/>
                <a:gdLst/>
                <a:ahLst/>
                <a:cxnLst/>
                <a:rect l="l" t="t" r="r" b="b"/>
                <a:pathLst>
                  <a:path w="3578" h="3148" extrusionOk="0">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04" name="Google Shape;5204;p59"/>
            <p:cNvGrpSpPr/>
            <p:nvPr/>
          </p:nvGrpSpPr>
          <p:grpSpPr>
            <a:xfrm>
              <a:off x="3351965" y="1330435"/>
              <a:ext cx="295449" cy="285401"/>
              <a:chOff x="3631100" y="1866150"/>
              <a:chExt cx="149875" cy="144800"/>
            </a:xfrm>
          </p:grpSpPr>
          <p:sp>
            <p:nvSpPr>
              <p:cNvPr id="5205" name="Google Shape;5205;p59"/>
              <p:cNvSpPr/>
              <p:nvPr/>
            </p:nvSpPr>
            <p:spPr>
              <a:xfrm>
                <a:off x="3631100" y="1866150"/>
                <a:ext cx="149875" cy="144800"/>
              </a:xfrm>
              <a:custGeom>
                <a:avLst/>
                <a:gdLst/>
                <a:ahLst/>
                <a:cxnLst/>
                <a:rect l="l" t="t" r="r" b="b"/>
                <a:pathLst>
                  <a:path w="5995" h="5792" extrusionOk="0">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6" name="Google Shape;5206;p59"/>
              <p:cNvSpPr/>
              <p:nvPr/>
            </p:nvSpPr>
            <p:spPr>
              <a:xfrm>
                <a:off x="3654725" y="1907806"/>
                <a:ext cx="86575" cy="78800"/>
              </a:xfrm>
              <a:custGeom>
                <a:avLst/>
                <a:gdLst/>
                <a:ahLst/>
                <a:cxnLst/>
                <a:rect l="l" t="t" r="r" b="b"/>
                <a:pathLst>
                  <a:path w="3463" h="3152" extrusionOk="0">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07" name="Google Shape;5207;p59"/>
            <p:cNvGrpSpPr/>
            <p:nvPr/>
          </p:nvGrpSpPr>
          <p:grpSpPr>
            <a:xfrm>
              <a:off x="3548208" y="1560352"/>
              <a:ext cx="294808" cy="286830"/>
              <a:chOff x="3730650" y="1982800"/>
              <a:chExt cx="149550" cy="145525"/>
            </a:xfrm>
          </p:grpSpPr>
          <p:sp>
            <p:nvSpPr>
              <p:cNvPr id="5208" name="Google Shape;5208;p59"/>
              <p:cNvSpPr/>
              <p:nvPr/>
            </p:nvSpPr>
            <p:spPr>
              <a:xfrm>
                <a:off x="3730650" y="1982800"/>
                <a:ext cx="149550" cy="145525"/>
              </a:xfrm>
              <a:custGeom>
                <a:avLst/>
                <a:gdLst/>
                <a:ahLst/>
                <a:cxnLst/>
                <a:rect l="l" t="t" r="r" b="b"/>
                <a:pathLst>
                  <a:path w="5982" h="5821" extrusionOk="0">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9" name="Google Shape;5209;p59"/>
              <p:cNvSpPr/>
              <p:nvPr/>
            </p:nvSpPr>
            <p:spPr>
              <a:xfrm>
                <a:off x="3771925" y="2027231"/>
                <a:ext cx="86575" cy="78750"/>
              </a:xfrm>
              <a:custGeom>
                <a:avLst/>
                <a:gdLst/>
                <a:ahLst/>
                <a:cxnLst/>
                <a:rect l="l" t="t" r="r" b="b"/>
                <a:pathLst>
                  <a:path w="3463" h="3150" extrusionOk="0">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210" name="Google Shape;5210;p59"/>
          <p:cNvGrpSpPr/>
          <p:nvPr/>
        </p:nvGrpSpPr>
        <p:grpSpPr>
          <a:xfrm>
            <a:off x="7624517" y="971307"/>
            <a:ext cx="804565" cy="677795"/>
            <a:chOff x="7636443" y="1204988"/>
            <a:chExt cx="804565" cy="677795"/>
          </a:xfrm>
        </p:grpSpPr>
        <p:grpSp>
          <p:nvGrpSpPr>
            <p:cNvPr id="5211" name="Google Shape;5211;p59"/>
            <p:cNvGrpSpPr/>
            <p:nvPr/>
          </p:nvGrpSpPr>
          <p:grpSpPr>
            <a:xfrm>
              <a:off x="7636443" y="1509705"/>
              <a:ext cx="804565" cy="373078"/>
              <a:chOff x="7636443" y="1509705"/>
              <a:chExt cx="804565" cy="373078"/>
            </a:xfrm>
          </p:grpSpPr>
          <p:sp>
            <p:nvSpPr>
              <p:cNvPr id="5212" name="Google Shape;5212;p59"/>
              <p:cNvSpPr/>
              <p:nvPr/>
            </p:nvSpPr>
            <p:spPr>
              <a:xfrm>
                <a:off x="7636443" y="1509705"/>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3" name="Google Shape;5213;p59"/>
              <p:cNvSpPr/>
              <p:nvPr/>
            </p:nvSpPr>
            <p:spPr>
              <a:xfrm>
                <a:off x="8398251" y="1667375"/>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14" name="Google Shape;5214;p59"/>
            <p:cNvGrpSpPr/>
            <p:nvPr/>
          </p:nvGrpSpPr>
          <p:grpSpPr>
            <a:xfrm>
              <a:off x="7636443" y="1408133"/>
              <a:ext cx="804565" cy="373078"/>
              <a:chOff x="7636443" y="1408133"/>
              <a:chExt cx="804565" cy="373078"/>
            </a:xfrm>
          </p:grpSpPr>
          <p:sp>
            <p:nvSpPr>
              <p:cNvPr id="5215" name="Google Shape;5215;p59"/>
              <p:cNvSpPr/>
              <p:nvPr/>
            </p:nvSpPr>
            <p:spPr>
              <a:xfrm>
                <a:off x="7636443" y="1408133"/>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6" name="Google Shape;5216;p59"/>
              <p:cNvSpPr/>
              <p:nvPr/>
            </p:nvSpPr>
            <p:spPr>
              <a:xfrm>
                <a:off x="8398251" y="1565802"/>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17" name="Google Shape;5217;p59"/>
            <p:cNvGrpSpPr/>
            <p:nvPr/>
          </p:nvGrpSpPr>
          <p:grpSpPr>
            <a:xfrm>
              <a:off x="7636443" y="1306560"/>
              <a:ext cx="804565" cy="373078"/>
              <a:chOff x="7636443" y="1306560"/>
              <a:chExt cx="804565" cy="373078"/>
            </a:xfrm>
          </p:grpSpPr>
          <p:sp>
            <p:nvSpPr>
              <p:cNvPr id="5218" name="Google Shape;5218;p59"/>
              <p:cNvSpPr/>
              <p:nvPr/>
            </p:nvSpPr>
            <p:spPr>
              <a:xfrm>
                <a:off x="7636443" y="1306560"/>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9" name="Google Shape;5219;p59"/>
              <p:cNvSpPr/>
              <p:nvPr/>
            </p:nvSpPr>
            <p:spPr>
              <a:xfrm>
                <a:off x="8398251" y="1464230"/>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20" name="Google Shape;5220;p59"/>
            <p:cNvGrpSpPr/>
            <p:nvPr/>
          </p:nvGrpSpPr>
          <p:grpSpPr>
            <a:xfrm>
              <a:off x="7636443" y="1204988"/>
              <a:ext cx="804565" cy="373078"/>
              <a:chOff x="7636443" y="1204988"/>
              <a:chExt cx="804565" cy="373078"/>
            </a:xfrm>
          </p:grpSpPr>
          <p:sp>
            <p:nvSpPr>
              <p:cNvPr id="5221" name="Google Shape;5221;p59"/>
              <p:cNvSpPr/>
              <p:nvPr/>
            </p:nvSpPr>
            <p:spPr>
              <a:xfrm>
                <a:off x="7636443" y="1204988"/>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2" name="Google Shape;5222;p59"/>
              <p:cNvSpPr/>
              <p:nvPr/>
            </p:nvSpPr>
            <p:spPr>
              <a:xfrm>
                <a:off x="8398251" y="1362658"/>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223" name="Google Shape;5223;p59"/>
          <p:cNvGrpSpPr/>
          <p:nvPr/>
        </p:nvGrpSpPr>
        <p:grpSpPr>
          <a:xfrm>
            <a:off x="4963363" y="1878721"/>
            <a:ext cx="661339" cy="661188"/>
            <a:chOff x="3990000" y="975400"/>
            <a:chExt cx="3934200" cy="3933300"/>
          </a:xfrm>
        </p:grpSpPr>
        <p:sp>
          <p:nvSpPr>
            <p:cNvPr id="5224" name="Google Shape;5224;p59"/>
            <p:cNvSpPr/>
            <p:nvPr/>
          </p:nvSpPr>
          <p:spPr>
            <a:xfrm>
              <a:off x="3990000" y="975400"/>
              <a:ext cx="3934200" cy="3933300"/>
            </a:xfrm>
            <a:prstGeom prst="ellipse">
              <a:avLst/>
            </a:pr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5" name="Google Shape;5225;p59"/>
            <p:cNvSpPr/>
            <p:nvPr/>
          </p:nvSpPr>
          <p:spPr>
            <a:xfrm>
              <a:off x="4346550" y="1331800"/>
              <a:ext cx="3221100" cy="32205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6" name="Google Shape;5226;p59"/>
            <p:cNvSpPr/>
            <p:nvPr/>
          </p:nvSpPr>
          <p:spPr>
            <a:xfrm>
              <a:off x="4786800" y="1771750"/>
              <a:ext cx="2340600" cy="2340600"/>
            </a:xfrm>
            <a:prstGeom prst="ellipse">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7" name="Google Shape;5227;p59"/>
            <p:cNvSpPr/>
            <p:nvPr/>
          </p:nvSpPr>
          <p:spPr>
            <a:xfrm>
              <a:off x="5218650" y="2203450"/>
              <a:ext cx="1476900" cy="14772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28" name="Google Shape;5228;p59"/>
          <p:cNvGrpSpPr/>
          <p:nvPr/>
        </p:nvGrpSpPr>
        <p:grpSpPr>
          <a:xfrm>
            <a:off x="6607011" y="1857359"/>
            <a:ext cx="868881" cy="684241"/>
            <a:chOff x="6598259" y="2078634"/>
            <a:chExt cx="868881" cy="684241"/>
          </a:xfrm>
        </p:grpSpPr>
        <p:sp>
          <p:nvSpPr>
            <p:cNvPr id="5229" name="Google Shape;5229;p59"/>
            <p:cNvSpPr/>
            <p:nvPr/>
          </p:nvSpPr>
          <p:spPr>
            <a:xfrm>
              <a:off x="7165957" y="2159753"/>
              <a:ext cx="286185" cy="107120"/>
            </a:xfrm>
            <a:custGeom>
              <a:avLst/>
              <a:gdLst/>
              <a:ahLst/>
              <a:cxnLst/>
              <a:rect l="l" t="t" r="r" b="b"/>
              <a:pathLst>
                <a:path w="48506" h="18156" extrusionOk="0">
                  <a:moveTo>
                    <a:pt x="1" y="1"/>
                  </a:moveTo>
                  <a:lnTo>
                    <a:pt x="1" y="18156"/>
                  </a:lnTo>
                  <a:lnTo>
                    <a:pt x="48506" y="18156"/>
                  </a:lnTo>
                  <a:lnTo>
                    <a:pt x="48506"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0" name="Google Shape;5230;p59"/>
            <p:cNvSpPr/>
            <p:nvPr/>
          </p:nvSpPr>
          <p:spPr>
            <a:xfrm>
              <a:off x="7085764" y="2536793"/>
              <a:ext cx="349475" cy="107120"/>
            </a:xfrm>
            <a:custGeom>
              <a:avLst/>
              <a:gdLst/>
              <a:ahLst/>
              <a:cxnLst/>
              <a:rect l="l" t="t" r="r" b="b"/>
              <a:pathLst>
                <a:path w="59233" h="18156" extrusionOk="0">
                  <a:moveTo>
                    <a:pt x="1" y="1"/>
                  </a:moveTo>
                  <a:lnTo>
                    <a:pt x="1" y="18156"/>
                  </a:lnTo>
                  <a:lnTo>
                    <a:pt x="59233" y="18156"/>
                  </a:lnTo>
                  <a:lnTo>
                    <a:pt x="59233" y="1"/>
                  </a:lnTo>
                  <a:close/>
                </a:path>
              </a:pathLst>
            </a:custGeom>
            <a:solidFill>
              <a:srgbClr val="374F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1" name="Google Shape;5231;p59"/>
            <p:cNvSpPr/>
            <p:nvPr/>
          </p:nvSpPr>
          <p:spPr>
            <a:xfrm>
              <a:off x="6598259" y="2195183"/>
              <a:ext cx="271241" cy="107120"/>
            </a:xfrm>
            <a:custGeom>
              <a:avLst/>
              <a:gdLst/>
              <a:ahLst/>
              <a:cxnLst/>
              <a:rect l="l" t="t" r="r" b="b"/>
              <a:pathLst>
                <a:path w="45973" h="18156" extrusionOk="0">
                  <a:moveTo>
                    <a:pt x="1" y="0"/>
                  </a:moveTo>
                  <a:lnTo>
                    <a:pt x="1" y="18156"/>
                  </a:lnTo>
                  <a:lnTo>
                    <a:pt x="45972" y="18156"/>
                  </a:lnTo>
                  <a:lnTo>
                    <a:pt x="45972" y="0"/>
                  </a:ln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2" name="Google Shape;5232;p59"/>
            <p:cNvSpPr/>
            <p:nvPr/>
          </p:nvSpPr>
          <p:spPr>
            <a:xfrm>
              <a:off x="6604064" y="2370778"/>
              <a:ext cx="358696" cy="107126"/>
            </a:xfrm>
            <a:custGeom>
              <a:avLst/>
              <a:gdLst/>
              <a:ahLst/>
              <a:cxnLst/>
              <a:rect l="l" t="t" r="r" b="b"/>
              <a:pathLst>
                <a:path w="60796" h="18157" extrusionOk="0">
                  <a:moveTo>
                    <a:pt x="0" y="1"/>
                  </a:moveTo>
                  <a:lnTo>
                    <a:pt x="0" y="18156"/>
                  </a:lnTo>
                  <a:lnTo>
                    <a:pt x="60796" y="18156"/>
                  </a:lnTo>
                  <a:lnTo>
                    <a:pt x="60796" y="1"/>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3" name="Google Shape;5233;p59"/>
            <p:cNvSpPr/>
            <p:nvPr/>
          </p:nvSpPr>
          <p:spPr>
            <a:xfrm>
              <a:off x="6645158" y="2545743"/>
              <a:ext cx="358696" cy="109044"/>
            </a:xfrm>
            <a:custGeom>
              <a:avLst/>
              <a:gdLst/>
              <a:ahLst/>
              <a:cxnLst/>
              <a:rect l="l" t="t" r="r" b="b"/>
              <a:pathLst>
                <a:path w="60796" h="18482" extrusionOk="0">
                  <a:moveTo>
                    <a:pt x="1" y="0"/>
                  </a:moveTo>
                  <a:lnTo>
                    <a:pt x="1" y="18482"/>
                  </a:lnTo>
                  <a:lnTo>
                    <a:pt x="60796" y="18482"/>
                  </a:lnTo>
                  <a:lnTo>
                    <a:pt x="60796" y="0"/>
                  </a:ln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4" name="Google Shape;5234;p59"/>
            <p:cNvSpPr/>
            <p:nvPr/>
          </p:nvSpPr>
          <p:spPr>
            <a:xfrm>
              <a:off x="7155838" y="2352960"/>
              <a:ext cx="311302" cy="107120"/>
            </a:xfrm>
            <a:custGeom>
              <a:avLst/>
              <a:gdLst/>
              <a:ahLst/>
              <a:cxnLst/>
              <a:rect l="l" t="t" r="r" b="b"/>
              <a:pathLst>
                <a:path w="52763" h="18156" extrusionOk="0">
                  <a:moveTo>
                    <a:pt x="0" y="0"/>
                  </a:moveTo>
                  <a:lnTo>
                    <a:pt x="0" y="18155"/>
                  </a:lnTo>
                  <a:lnTo>
                    <a:pt x="52763" y="18155"/>
                  </a:lnTo>
                  <a:lnTo>
                    <a:pt x="52763" y="0"/>
                  </a:lnTo>
                  <a:close/>
                </a:path>
              </a:pathLst>
            </a:custGeom>
            <a:solidFill>
              <a:srgbClr val="4F6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35" name="Google Shape;5235;p59"/>
            <p:cNvGrpSpPr/>
            <p:nvPr/>
          </p:nvGrpSpPr>
          <p:grpSpPr>
            <a:xfrm>
              <a:off x="6808175" y="2078634"/>
              <a:ext cx="452229" cy="684241"/>
              <a:chOff x="6808175" y="2078634"/>
              <a:chExt cx="452229" cy="684241"/>
            </a:xfrm>
          </p:grpSpPr>
          <p:sp>
            <p:nvSpPr>
              <p:cNvPr id="5236" name="Google Shape;5236;p59"/>
              <p:cNvSpPr/>
              <p:nvPr/>
            </p:nvSpPr>
            <p:spPr>
              <a:xfrm>
                <a:off x="7165957" y="2159753"/>
                <a:ext cx="94447" cy="107120"/>
              </a:xfrm>
              <a:custGeom>
                <a:avLst/>
                <a:gdLst/>
                <a:ahLst/>
                <a:cxnLst/>
                <a:rect l="l" t="t" r="r" b="b"/>
                <a:pathLst>
                  <a:path w="16008" h="18156" extrusionOk="0">
                    <a:moveTo>
                      <a:pt x="1" y="1"/>
                    </a:moveTo>
                    <a:lnTo>
                      <a:pt x="1" y="18156"/>
                    </a:lnTo>
                    <a:lnTo>
                      <a:pt x="16007" y="18156"/>
                    </a:lnTo>
                    <a:cubicBezTo>
                      <a:pt x="15291" y="11568"/>
                      <a:pt x="12904" y="5350"/>
                      <a:pt x="9054"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7" name="Google Shape;5237;p59"/>
              <p:cNvSpPr/>
              <p:nvPr/>
            </p:nvSpPr>
            <p:spPr>
              <a:xfrm>
                <a:off x="7085764" y="2536793"/>
                <a:ext cx="61100" cy="107120"/>
              </a:xfrm>
              <a:custGeom>
                <a:avLst/>
                <a:gdLst/>
                <a:ahLst/>
                <a:cxnLst/>
                <a:rect l="l" t="t" r="r" b="b"/>
                <a:pathLst>
                  <a:path w="10356" h="18156" extrusionOk="0">
                    <a:moveTo>
                      <a:pt x="1" y="1"/>
                    </a:moveTo>
                    <a:lnTo>
                      <a:pt x="1" y="18156"/>
                    </a:lnTo>
                    <a:lnTo>
                      <a:pt x="5804" y="18156"/>
                    </a:lnTo>
                    <a:cubicBezTo>
                      <a:pt x="5810" y="18084"/>
                      <a:pt x="5813" y="18013"/>
                      <a:pt x="5813" y="17941"/>
                    </a:cubicBezTo>
                    <a:cubicBezTo>
                      <a:pt x="5815" y="17225"/>
                      <a:pt x="5579" y="16528"/>
                      <a:pt x="5146" y="15958"/>
                    </a:cubicBezTo>
                    <a:cubicBezTo>
                      <a:pt x="5764" y="15144"/>
                      <a:pt x="5967" y="14089"/>
                      <a:pt x="5696" y="13103"/>
                    </a:cubicBezTo>
                    <a:cubicBezTo>
                      <a:pt x="6334" y="11805"/>
                      <a:pt x="6339" y="10352"/>
                      <a:pt x="6343" y="9017"/>
                    </a:cubicBezTo>
                    <a:lnTo>
                      <a:pt x="6343" y="8907"/>
                    </a:lnTo>
                    <a:cubicBezTo>
                      <a:pt x="6346" y="8040"/>
                      <a:pt x="6573" y="6922"/>
                      <a:pt x="6952" y="5914"/>
                    </a:cubicBezTo>
                    <a:cubicBezTo>
                      <a:pt x="7745" y="3797"/>
                      <a:pt x="8890" y="1817"/>
                      <a:pt x="1035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8" name="Google Shape;5238;p59"/>
              <p:cNvSpPr/>
              <p:nvPr/>
            </p:nvSpPr>
            <p:spPr>
              <a:xfrm>
                <a:off x="6808175" y="2195183"/>
                <a:ext cx="61325" cy="107120"/>
              </a:xfrm>
              <a:custGeom>
                <a:avLst/>
                <a:gdLst/>
                <a:ahLst/>
                <a:cxnLst/>
                <a:rect l="l" t="t" r="r" b="b"/>
                <a:pathLst>
                  <a:path w="10394" h="18156" extrusionOk="0">
                    <a:moveTo>
                      <a:pt x="3660" y="0"/>
                    </a:moveTo>
                    <a:cubicBezTo>
                      <a:pt x="1279" y="5051"/>
                      <a:pt x="19" y="10605"/>
                      <a:pt x="14" y="16353"/>
                    </a:cubicBezTo>
                    <a:cubicBezTo>
                      <a:pt x="11" y="16529"/>
                      <a:pt x="0" y="17161"/>
                      <a:pt x="51" y="18156"/>
                    </a:cubicBezTo>
                    <a:lnTo>
                      <a:pt x="10393" y="18156"/>
                    </a:lnTo>
                    <a:lnTo>
                      <a:pt x="10393"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9" name="Google Shape;5239;p59"/>
              <p:cNvSpPr/>
              <p:nvPr/>
            </p:nvSpPr>
            <p:spPr>
              <a:xfrm>
                <a:off x="6820441" y="2370778"/>
                <a:ext cx="142320" cy="107126"/>
              </a:xfrm>
              <a:custGeom>
                <a:avLst/>
                <a:gdLst/>
                <a:ahLst/>
                <a:cxnLst/>
                <a:rect l="l" t="t" r="r" b="b"/>
                <a:pathLst>
                  <a:path w="24122" h="18157" extrusionOk="0">
                    <a:moveTo>
                      <a:pt x="0" y="1"/>
                    </a:moveTo>
                    <a:cubicBezTo>
                      <a:pt x="1532" y="5312"/>
                      <a:pt x="4200" y="11690"/>
                      <a:pt x="8823" y="18156"/>
                    </a:cubicBezTo>
                    <a:lnTo>
                      <a:pt x="24122" y="18156"/>
                    </a:lnTo>
                    <a:lnTo>
                      <a:pt x="24122"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0" name="Google Shape;5240;p59"/>
              <p:cNvSpPr/>
              <p:nvPr/>
            </p:nvSpPr>
            <p:spPr>
              <a:xfrm>
                <a:off x="6929774" y="2545743"/>
                <a:ext cx="74092" cy="109044"/>
              </a:xfrm>
              <a:custGeom>
                <a:avLst/>
                <a:gdLst/>
                <a:ahLst/>
                <a:cxnLst/>
                <a:rect l="l" t="t" r="r" b="b"/>
                <a:pathLst>
                  <a:path w="12558" h="18482" extrusionOk="0">
                    <a:moveTo>
                      <a:pt x="0" y="0"/>
                    </a:moveTo>
                    <a:cubicBezTo>
                      <a:pt x="938" y="1387"/>
                      <a:pt x="1707" y="2855"/>
                      <a:pt x="2285" y="4397"/>
                    </a:cubicBezTo>
                    <a:cubicBezTo>
                      <a:pt x="2664" y="5405"/>
                      <a:pt x="2891" y="6523"/>
                      <a:pt x="2895" y="7390"/>
                    </a:cubicBezTo>
                    <a:lnTo>
                      <a:pt x="2895" y="7500"/>
                    </a:lnTo>
                    <a:cubicBezTo>
                      <a:pt x="2898" y="8835"/>
                      <a:pt x="2904" y="10288"/>
                      <a:pt x="3541" y="11586"/>
                    </a:cubicBezTo>
                    <a:cubicBezTo>
                      <a:pt x="3270" y="12572"/>
                      <a:pt x="3473" y="13627"/>
                      <a:pt x="4092" y="14441"/>
                    </a:cubicBezTo>
                    <a:cubicBezTo>
                      <a:pt x="3202" y="15613"/>
                      <a:pt x="3202" y="17235"/>
                      <a:pt x="4092" y="18407"/>
                    </a:cubicBezTo>
                    <a:cubicBezTo>
                      <a:pt x="4072" y="18431"/>
                      <a:pt x="4057" y="18457"/>
                      <a:pt x="4039" y="18482"/>
                    </a:cubicBezTo>
                    <a:lnTo>
                      <a:pt x="12558" y="18482"/>
                    </a:lnTo>
                    <a:lnTo>
                      <a:pt x="12558"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1" name="Google Shape;5241;p59"/>
              <p:cNvSpPr/>
              <p:nvPr/>
            </p:nvSpPr>
            <p:spPr>
              <a:xfrm>
                <a:off x="7155838" y="2352960"/>
                <a:ext cx="98377" cy="107120"/>
              </a:xfrm>
              <a:custGeom>
                <a:avLst/>
                <a:gdLst/>
                <a:ahLst/>
                <a:cxnLst/>
                <a:rect l="l" t="t" r="r" b="b"/>
                <a:pathLst>
                  <a:path w="16674" h="18156" extrusionOk="0">
                    <a:moveTo>
                      <a:pt x="0" y="0"/>
                    </a:moveTo>
                    <a:lnTo>
                      <a:pt x="0" y="18155"/>
                    </a:lnTo>
                    <a:lnTo>
                      <a:pt x="9101" y="18155"/>
                    </a:lnTo>
                    <a:cubicBezTo>
                      <a:pt x="13299" y="11475"/>
                      <a:pt x="15509" y="5056"/>
                      <a:pt x="1667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242" name="Google Shape;5242;p59"/>
              <p:cNvGrpSpPr/>
              <p:nvPr/>
            </p:nvGrpSpPr>
            <p:grpSpPr>
              <a:xfrm>
                <a:off x="6821586" y="2078634"/>
                <a:ext cx="426871" cy="684241"/>
                <a:chOff x="6821586" y="2078634"/>
                <a:chExt cx="426871" cy="684241"/>
              </a:xfrm>
            </p:grpSpPr>
            <p:grpSp>
              <p:nvGrpSpPr>
                <p:cNvPr id="5243" name="Google Shape;5243;p59"/>
                <p:cNvGrpSpPr/>
                <p:nvPr/>
              </p:nvGrpSpPr>
              <p:grpSpPr>
                <a:xfrm>
                  <a:off x="6821586" y="2078634"/>
                  <a:ext cx="426871" cy="684241"/>
                  <a:chOff x="6821586" y="2078634"/>
                  <a:chExt cx="426871" cy="684241"/>
                </a:xfrm>
              </p:grpSpPr>
              <p:sp>
                <p:nvSpPr>
                  <p:cNvPr id="5244" name="Google Shape;5244;p59"/>
                  <p:cNvSpPr/>
                  <p:nvPr/>
                </p:nvSpPr>
                <p:spPr>
                  <a:xfrm>
                    <a:off x="6990036" y="2693797"/>
                    <a:ext cx="89963" cy="69077"/>
                  </a:xfrm>
                  <a:custGeom>
                    <a:avLst/>
                    <a:gdLst/>
                    <a:ahLst/>
                    <a:cxnLst/>
                    <a:rect l="l" t="t" r="r" b="b"/>
                    <a:pathLst>
                      <a:path w="15248" h="11708" extrusionOk="0">
                        <a:moveTo>
                          <a:pt x="1" y="0"/>
                        </a:moveTo>
                        <a:lnTo>
                          <a:pt x="1" y="4083"/>
                        </a:lnTo>
                        <a:cubicBezTo>
                          <a:pt x="1" y="8276"/>
                          <a:pt x="3430" y="11707"/>
                          <a:pt x="7623" y="11707"/>
                        </a:cubicBezTo>
                        <a:cubicBezTo>
                          <a:pt x="11816" y="11707"/>
                          <a:pt x="15247" y="8276"/>
                          <a:pt x="15247" y="4083"/>
                        </a:cubicBezTo>
                        <a:lnTo>
                          <a:pt x="15247" y="0"/>
                        </a:ln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5" name="Google Shape;5245;p59"/>
                  <p:cNvSpPr/>
                  <p:nvPr/>
                </p:nvSpPr>
                <p:spPr>
                  <a:xfrm>
                    <a:off x="6968649" y="2671926"/>
                    <a:ext cx="132738" cy="72712"/>
                  </a:xfrm>
                  <a:custGeom>
                    <a:avLst/>
                    <a:gdLst/>
                    <a:ahLst/>
                    <a:cxnLst/>
                    <a:rect l="l" t="t" r="r" b="b"/>
                    <a:pathLst>
                      <a:path w="22498" h="12324" extrusionOk="0">
                        <a:moveTo>
                          <a:pt x="1" y="0"/>
                        </a:moveTo>
                        <a:lnTo>
                          <a:pt x="1" y="2864"/>
                        </a:lnTo>
                        <a:cubicBezTo>
                          <a:pt x="1" y="8528"/>
                          <a:pt x="10476" y="12324"/>
                          <a:pt x="11248" y="12324"/>
                        </a:cubicBezTo>
                        <a:cubicBezTo>
                          <a:pt x="12022" y="12324"/>
                          <a:pt x="22498" y="7684"/>
                          <a:pt x="22498" y="2864"/>
                        </a:cubicBezTo>
                        <a:lnTo>
                          <a:pt x="2249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6" name="Google Shape;5246;p59"/>
                  <p:cNvSpPr/>
                  <p:nvPr/>
                </p:nvSpPr>
                <p:spPr>
                  <a:xfrm>
                    <a:off x="6968649" y="2679891"/>
                    <a:ext cx="132738" cy="64747"/>
                  </a:xfrm>
                  <a:custGeom>
                    <a:avLst/>
                    <a:gdLst/>
                    <a:ahLst/>
                    <a:cxnLst/>
                    <a:rect l="l" t="t" r="r" b="b"/>
                    <a:pathLst>
                      <a:path w="22498" h="10974" extrusionOk="0">
                        <a:moveTo>
                          <a:pt x="1" y="1"/>
                        </a:moveTo>
                        <a:lnTo>
                          <a:pt x="1" y="1514"/>
                        </a:lnTo>
                        <a:cubicBezTo>
                          <a:pt x="1" y="7178"/>
                          <a:pt x="10476" y="10974"/>
                          <a:pt x="11248" y="10974"/>
                        </a:cubicBezTo>
                        <a:cubicBezTo>
                          <a:pt x="12022" y="10974"/>
                          <a:pt x="22498" y="6335"/>
                          <a:pt x="22498" y="1514"/>
                        </a:cubicBezTo>
                        <a:lnTo>
                          <a:pt x="22498" y="1"/>
                        </a:lnTo>
                        <a:cubicBezTo>
                          <a:pt x="22498" y="4821"/>
                          <a:pt x="12022" y="9459"/>
                          <a:pt x="11248" y="9459"/>
                        </a:cubicBezTo>
                        <a:cubicBezTo>
                          <a:pt x="10476" y="9459"/>
                          <a:pt x="1" y="5665"/>
                          <a:pt x="1"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7" name="Google Shape;5247;p59"/>
                  <p:cNvSpPr/>
                  <p:nvPr/>
                </p:nvSpPr>
                <p:spPr>
                  <a:xfrm>
                    <a:off x="6969091" y="2693467"/>
                    <a:ext cx="131729" cy="11765"/>
                  </a:xfrm>
                  <a:custGeom>
                    <a:avLst/>
                    <a:gdLst/>
                    <a:ahLst/>
                    <a:cxnLst/>
                    <a:rect l="l" t="t" r="r" b="b"/>
                    <a:pathLst>
                      <a:path w="22327" h="1994" extrusionOk="0">
                        <a:moveTo>
                          <a:pt x="52" y="1"/>
                        </a:moveTo>
                        <a:cubicBezTo>
                          <a:pt x="34" y="1"/>
                          <a:pt x="18" y="4"/>
                          <a:pt x="1" y="4"/>
                        </a:cubicBezTo>
                        <a:cubicBezTo>
                          <a:pt x="122" y="701"/>
                          <a:pt x="392" y="1367"/>
                          <a:pt x="778" y="1994"/>
                        </a:cubicBezTo>
                        <a:lnTo>
                          <a:pt x="21362" y="1994"/>
                        </a:lnTo>
                        <a:cubicBezTo>
                          <a:pt x="21834" y="1347"/>
                          <a:pt x="22173" y="680"/>
                          <a:pt x="22326" y="2"/>
                        </a:cubicBezTo>
                        <a:cubicBezTo>
                          <a:pt x="22316" y="2"/>
                          <a:pt x="22307" y="1"/>
                          <a:pt x="22297"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8" name="Google Shape;5248;p59"/>
                  <p:cNvSpPr/>
                  <p:nvPr/>
                </p:nvSpPr>
                <p:spPr>
                  <a:xfrm>
                    <a:off x="6821586" y="2078634"/>
                    <a:ext cx="426871" cy="544694"/>
                  </a:xfrm>
                  <a:custGeom>
                    <a:avLst/>
                    <a:gdLst/>
                    <a:ahLst/>
                    <a:cxnLst/>
                    <a:rect l="l" t="t" r="r" b="b"/>
                    <a:pathLst>
                      <a:path w="72351" h="92321" extrusionOk="0">
                        <a:moveTo>
                          <a:pt x="36174" y="1"/>
                        </a:moveTo>
                        <a:cubicBezTo>
                          <a:pt x="16216" y="1"/>
                          <a:pt x="37" y="16180"/>
                          <a:pt x="37" y="36140"/>
                        </a:cubicBezTo>
                        <a:cubicBezTo>
                          <a:pt x="37" y="36140"/>
                          <a:pt x="0" y="37141"/>
                          <a:pt x="140" y="38891"/>
                        </a:cubicBezTo>
                        <a:cubicBezTo>
                          <a:pt x="143" y="38928"/>
                          <a:pt x="147" y="38965"/>
                          <a:pt x="149" y="39003"/>
                        </a:cubicBezTo>
                        <a:cubicBezTo>
                          <a:pt x="164" y="39192"/>
                          <a:pt x="182" y="39386"/>
                          <a:pt x="201" y="39590"/>
                        </a:cubicBezTo>
                        <a:cubicBezTo>
                          <a:pt x="222" y="39817"/>
                          <a:pt x="246" y="40044"/>
                          <a:pt x="273" y="40271"/>
                        </a:cubicBezTo>
                        <a:cubicBezTo>
                          <a:pt x="281" y="40354"/>
                          <a:pt x="292" y="40436"/>
                          <a:pt x="301" y="40521"/>
                        </a:cubicBezTo>
                        <a:cubicBezTo>
                          <a:pt x="313" y="40621"/>
                          <a:pt x="325" y="40722"/>
                          <a:pt x="337" y="40822"/>
                        </a:cubicBezTo>
                        <a:cubicBezTo>
                          <a:pt x="1211" y="47845"/>
                          <a:pt x="4544" y="61615"/>
                          <a:pt x="17111" y="74112"/>
                        </a:cubicBezTo>
                        <a:cubicBezTo>
                          <a:pt x="19581" y="76568"/>
                          <a:pt x="21548" y="79501"/>
                          <a:pt x="22771" y="82763"/>
                        </a:cubicBezTo>
                        <a:cubicBezTo>
                          <a:pt x="23307" y="84192"/>
                          <a:pt x="23522" y="85567"/>
                          <a:pt x="23526" y="86552"/>
                        </a:cubicBezTo>
                        <a:cubicBezTo>
                          <a:pt x="23540" y="90527"/>
                          <a:pt x="23421" y="92321"/>
                          <a:pt x="36174" y="92321"/>
                        </a:cubicBezTo>
                        <a:cubicBezTo>
                          <a:pt x="48929" y="92321"/>
                          <a:pt x="48811" y="90527"/>
                          <a:pt x="48825" y="86552"/>
                        </a:cubicBezTo>
                        <a:cubicBezTo>
                          <a:pt x="48828" y="85567"/>
                          <a:pt x="49043" y="84192"/>
                          <a:pt x="49579" y="82763"/>
                        </a:cubicBezTo>
                        <a:cubicBezTo>
                          <a:pt x="50802" y="79501"/>
                          <a:pt x="52769" y="76568"/>
                          <a:pt x="55240" y="74112"/>
                        </a:cubicBezTo>
                        <a:cubicBezTo>
                          <a:pt x="67806" y="61615"/>
                          <a:pt x="71138" y="47845"/>
                          <a:pt x="72011" y="40822"/>
                        </a:cubicBezTo>
                        <a:cubicBezTo>
                          <a:pt x="72025" y="40722"/>
                          <a:pt x="72038" y="40621"/>
                          <a:pt x="72050" y="40521"/>
                        </a:cubicBezTo>
                        <a:cubicBezTo>
                          <a:pt x="72059" y="40436"/>
                          <a:pt x="72069" y="40354"/>
                          <a:pt x="72078" y="40271"/>
                        </a:cubicBezTo>
                        <a:cubicBezTo>
                          <a:pt x="72104" y="40044"/>
                          <a:pt x="72127" y="39817"/>
                          <a:pt x="72149" y="39590"/>
                        </a:cubicBezTo>
                        <a:cubicBezTo>
                          <a:pt x="72169" y="39386"/>
                          <a:pt x="72186" y="39192"/>
                          <a:pt x="72202" y="39003"/>
                        </a:cubicBezTo>
                        <a:cubicBezTo>
                          <a:pt x="72205" y="38966"/>
                          <a:pt x="72207" y="38928"/>
                          <a:pt x="72211" y="38891"/>
                        </a:cubicBezTo>
                        <a:cubicBezTo>
                          <a:pt x="72350" y="37141"/>
                          <a:pt x="72314" y="36140"/>
                          <a:pt x="72314" y="36140"/>
                        </a:cubicBezTo>
                        <a:cubicBezTo>
                          <a:pt x="72314" y="16180"/>
                          <a:pt x="56134" y="1"/>
                          <a:pt x="36174" y="1"/>
                        </a:cubicBezTo>
                        <a:close/>
                      </a:path>
                    </a:pathLst>
                  </a:custGeom>
                  <a:solidFill>
                    <a:srgbClr val="FEFEF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9" name="Google Shape;5249;p59"/>
                  <p:cNvSpPr/>
                  <p:nvPr/>
                </p:nvSpPr>
                <p:spPr>
                  <a:xfrm>
                    <a:off x="6984514" y="2448953"/>
                    <a:ext cx="101008" cy="164409"/>
                  </a:xfrm>
                  <a:custGeom>
                    <a:avLst/>
                    <a:gdLst/>
                    <a:ahLst/>
                    <a:cxnLst/>
                    <a:rect l="l" t="t" r="r" b="b"/>
                    <a:pathLst>
                      <a:path w="17120" h="27866" extrusionOk="0">
                        <a:moveTo>
                          <a:pt x="1" y="0"/>
                        </a:moveTo>
                        <a:lnTo>
                          <a:pt x="4920" y="27866"/>
                        </a:lnTo>
                        <a:lnTo>
                          <a:pt x="12200" y="27866"/>
                        </a:lnTo>
                        <a:lnTo>
                          <a:pt x="17120" y="0"/>
                        </a:ln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0" name="Google Shape;5250;p59"/>
                  <p:cNvSpPr/>
                  <p:nvPr/>
                </p:nvSpPr>
                <p:spPr>
                  <a:xfrm>
                    <a:off x="6984514" y="2448953"/>
                    <a:ext cx="101008" cy="140963"/>
                  </a:xfrm>
                  <a:custGeom>
                    <a:avLst/>
                    <a:gdLst/>
                    <a:ahLst/>
                    <a:cxnLst/>
                    <a:rect l="l" t="t" r="r" b="b"/>
                    <a:pathLst>
                      <a:path w="17120" h="23892" extrusionOk="0">
                        <a:moveTo>
                          <a:pt x="1" y="0"/>
                        </a:moveTo>
                        <a:lnTo>
                          <a:pt x="4218" y="23891"/>
                        </a:lnTo>
                        <a:lnTo>
                          <a:pt x="12902" y="23891"/>
                        </a:lnTo>
                        <a:lnTo>
                          <a:pt x="1712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1" name="Google Shape;5251;p59"/>
                  <p:cNvSpPr/>
                  <p:nvPr/>
                </p:nvSpPr>
                <p:spPr>
                  <a:xfrm>
                    <a:off x="7012451" y="2607162"/>
                    <a:ext cx="45141" cy="6201"/>
                  </a:xfrm>
                  <a:custGeom>
                    <a:avLst/>
                    <a:gdLst/>
                    <a:ahLst/>
                    <a:cxnLst/>
                    <a:rect l="l" t="t" r="r" b="b"/>
                    <a:pathLst>
                      <a:path w="7651" h="1051" extrusionOk="0">
                        <a:moveTo>
                          <a:pt x="0" y="1"/>
                        </a:moveTo>
                        <a:lnTo>
                          <a:pt x="185" y="1051"/>
                        </a:lnTo>
                        <a:lnTo>
                          <a:pt x="7465" y="1051"/>
                        </a:lnTo>
                        <a:lnTo>
                          <a:pt x="765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2" name="Google Shape;5252;p59"/>
                  <p:cNvSpPr/>
                  <p:nvPr/>
                </p:nvSpPr>
                <p:spPr>
                  <a:xfrm>
                    <a:off x="6968649" y="2664244"/>
                    <a:ext cx="132738" cy="25199"/>
                  </a:xfrm>
                  <a:custGeom>
                    <a:avLst/>
                    <a:gdLst/>
                    <a:ahLst/>
                    <a:cxnLst/>
                    <a:rect l="l" t="t" r="r" b="b"/>
                    <a:pathLst>
                      <a:path w="22498" h="4271" extrusionOk="0">
                        <a:moveTo>
                          <a:pt x="93" y="1"/>
                        </a:moveTo>
                        <a:cubicBezTo>
                          <a:pt x="43" y="1"/>
                          <a:pt x="1" y="43"/>
                          <a:pt x="1" y="95"/>
                        </a:cubicBezTo>
                        <a:lnTo>
                          <a:pt x="1" y="4176"/>
                        </a:lnTo>
                        <a:cubicBezTo>
                          <a:pt x="1" y="4229"/>
                          <a:pt x="43" y="4270"/>
                          <a:pt x="93" y="4270"/>
                        </a:cubicBezTo>
                        <a:lnTo>
                          <a:pt x="22405" y="4270"/>
                        </a:lnTo>
                        <a:cubicBezTo>
                          <a:pt x="22456" y="4270"/>
                          <a:pt x="22498" y="4229"/>
                          <a:pt x="22498" y="4176"/>
                        </a:cubicBezTo>
                        <a:lnTo>
                          <a:pt x="22498" y="95"/>
                        </a:lnTo>
                        <a:cubicBezTo>
                          <a:pt x="22498" y="43"/>
                          <a:pt x="22456" y="1"/>
                          <a:pt x="22405" y="1"/>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3" name="Google Shape;5253;p59"/>
                  <p:cNvSpPr/>
                  <p:nvPr/>
                </p:nvSpPr>
                <p:spPr>
                  <a:xfrm>
                    <a:off x="6968649" y="2667389"/>
                    <a:ext cx="132738" cy="11776"/>
                  </a:xfrm>
                  <a:custGeom>
                    <a:avLst/>
                    <a:gdLst/>
                    <a:ahLst/>
                    <a:cxnLst/>
                    <a:rect l="l" t="t" r="r" b="b"/>
                    <a:pathLst>
                      <a:path w="22498" h="1996" extrusionOk="0">
                        <a:moveTo>
                          <a:pt x="22185" y="1"/>
                        </a:moveTo>
                        <a:lnTo>
                          <a:pt x="314" y="2"/>
                        </a:lnTo>
                        <a:cubicBezTo>
                          <a:pt x="113" y="247"/>
                          <a:pt x="3" y="556"/>
                          <a:pt x="1" y="874"/>
                        </a:cubicBezTo>
                        <a:lnTo>
                          <a:pt x="1" y="1880"/>
                        </a:lnTo>
                        <a:cubicBezTo>
                          <a:pt x="1" y="1915"/>
                          <a:pt x="8" y="1948"/>
                          <a:pt x="11" y="1983"/>
                        </a:cubicBezTo>
                        <a:cubicBezTo>
                          <a:pt x="48" y="1990"/>
                          <a:pt x="88" y="1994"/>
                          <a:pt x="127" y="1996"/>
                        </a:cubicBezTo>
                        <a:lnTo>
                          <a:pt x="22372" y="1996"/>
                        </a:lnTo>
                        <a:cubicBezTo>
                          <a:pt x="22410" y="1994"/>
                          <a:pt x="22449" y="1990"/>
                          <a:pt x="22487" y="1983"/>
                        </a:cubicBezTo>
                        <a:cubicBezTo>
                          <a:pt x="22491" y="1948"/>
                          <a:pt x="22498" y="1915"/>
                          <a:pt x="22498" y="1880"/>
                        </a:cubicBezTo>
                        <a:lnTo>
                          <a:pt x="22498" y="872"/>
                        </a:lnTo>
                        <a:cubicBezTo>
                          <a:pt x="22496" y="554"/>
                          <a:pt x="22386" y="247"/>
                          <a:pt x="22185"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4" name="Google Shape;5254;p59"/>
                  <p:cNvSpPr/>
                  <p:nvPr/>
                </p:nvSpPr>
                <p:spPr>
                  <a:xfrm>
                    <a:off x="6963510" y="2683549"/>
                    <a:ext cx="143022" cy="11776"/>
                  </a:xfrm>
                  <a:custGeom>
                    <a:avLst/>
                    <a:gdLst/>
                    <a:ahLst/>
                    <a:cxnLst/>
                    <a:rect l="l" t="t" r="r" b="b"/>
                    <a:pathLst>
                      <a:path w="24241" h="1996" extrusionOk="0">
                        <a:moveTo>
                          <a:pt x="46" y="1"/>
                        </a:moveTo>
                        <a:cubicBezTo>
                          <a:pt x="19" y="1"/>
                          <a:pt x="0" y="22"/>
                          <a:pt x="0" y="46"/>
                        </a:cubicBezTo>
                        <a:lnTo>
                          <a:pt x="0" y="1951"/>
                        </a:lnTo>
                        <a:cubicBezTo>
                          <a:pt x="0" y="1975"/>
                          <a:pt x="19" y="1996"/>
                          <a:pt x="46" y="1996"/>
                        </a:cubicBezTo>
                        <a:lnTo>
                          <a:pt x="24195" y="1996"/>
                        </a:lnTo>
                        <a:cubicBezTo>
                          <a:pt x="24219" y="1996"/>
                          <a:pt x="24240" y="1975"/>
                          <a:pt x="24240" y="1951"/>
                        </a:cubicBezTo>
                        <a:lnTo>
                          <a:pt x="24240" y="46"/>
                        </a:lnTo>
                        <a:cubicBezTo>
                          <a:pt x="24240" y="22"/>
                          <a:pt x="24219" y="1"/>
                          <a:pt x="24195"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5" name="Google Shape;5255;p59"/>
                  <p:cNvSpPr/>
                  <p:nvPr/>
                </p:nvSpPr>
                <p:spPr>
                  <a:xfrm>
                    <a:off x="6968649" y="2642639"/>
                    <a:ext cx="132738" cy="25199"/>
                  </a:xfrm>
                  <a:custGeom>
                    <a:avLst/>
                    <a:gdLst/>
                    <a:ahLst/>
                    <a:cxnLst/>
                    <a:rect l="l" t="t" r="r" b="b"/>
                    <a:pathLst>
                      <a:path w="22498" h="4271" extrusionOk="0">
                        <a:moveTo>
                          <a:pt x="93" y="1"/>
                        </a:moveTo>
                        <a:cubicBezTo>
                          <a:pt x="43" y="1"/>
                          <a:pt x="1" y="43"/>
                          <a:pt x="1" y="95"/>
                        </a:cubicBezTo>
                        <a:lnTo>
                          <a:pt x="1" y="4176"/>
                        </a:lnTo>
                        <a:cubicBezTo>
                          <a:pt x="1" y="4229"/>
                          <a:pt x="43" y="4271"/>
                          <a:pt x="93" y="4271"/>
                        </a:cubicBezTo>
                        <a:lnTo>
                          <a:pt x="22405" y="4271"/>
                        </a:lnTo>
                        <a:cubicBezTo>
                          <a:pt x="22456" y="4271"/>
                          <a:pt x="22498" y="4229"/>
                          <a:pt x="22498" y="4176"/>
                        </a:cubicBezTo>
                        <a:lnTo>
                          <a:pt x="22498" y="95"/>
                        </a:lnTo>
                        <a:cubicBezTo>
                          <a:pt x="22498" y="43"/>
                          <a:pt x="22456" y="1"/>
                          <a:pt x="22405" y="1"/>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6" name="Google Shape;5256;p59"/>
                  <p:cNvSpPr/>
                  <p:nvPr/>
                </p:nvSpPr>
                <p:spPr>
                  <a:xfrm>
                    <a:off x="6968649" y="2643990"/>
                    <a:ext cx="132738" cy="11776"/>
                  </a:xfrm>
                  <a:custGeom>
                    <a:avLst/>
                    <a:gdLst/>
                    <a:ahLst/>
                    <a:cxnLst/>
                    <a:rect l="l" t="t" r="r" b="b"/>
                    <a:pathLst>
                      <a:path w="22498" h="1996" extrusionOk="0">
                        <a:moveTo>
                          <a:pt x="642" y="1"/>
                        </a:moveTo>
                        <a:cubicBezTo>
                          <a:pt x="242" y="259"/>
                          <a:pt x="1" y="701"/>
                          <a:pt x="1" y="1177"/>
                        </a:cubicBezTo>
                        <a:lnTo>
                          <a:pt x="1" y="1984"/>
                        </a:lnTo>
                        <a:cubicBezTo>
                          <a:pt x="41" y="1991"/>
                          <a:pt x="83" y="1994"/>
                          <a:pt x="127" y="1996"/>
                        </a:cubicBezTo>
                        <a:lnTo>
                          <a:pt x="22372" y="1996"/>
                        </a:lnTo>
                        <a:cubicBezTo>
                          <a:pt x="22414" y="1994"/>
                          <a:pt x="22456" y="1991"/>
                          <a:pt x="22498" y="1984"/>
                        </a:cubicBezTo>
                        <a:lnTo>
                          <a:pt x="22498" y="1177"/>
                        </a:lnTo>
                        <a:cubicBezTo>
                          <a:pt x="22496" y="701"/>
                          <a:pt x="22255" y="259"/>
                          <a:pt x="21856"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7" name="Google Shape;5257;p59"/>
                  <p:cNvSpPr/>
                  <p:nvPr/>
                </p:nvSpPr>
                <p:spPr>
                  <a:xfrm>
                    <a:off x="6963510" y="2660156"/>
                    <a:ext cx="143022" cy="11776"/>
                  </a:xfrm>
                  <a:custGeom>
                    <a:avLst/>
                    <a:gdLst/>
                    <a:ahLst/>
                    <a:cxnLst/>
                    <a:rect l="l" t="t" r="r" b="b"/>
                    <a:pathLst>
                      <a:path w="24241" h="1996" extrusionOk="0">
                        <a:moveTo>
                          <a:pt x="998" y="0"/>
                        </a:moveTo>
                        <a:cubicBezTo>
                          <a:pt x="447" y="2"/>
                          <a:pt x="2" y="447"/>
                          <a:pt x="0" y="998"/>
                        </a:cubicBezTo>
                        <a:cubicBezTo>
                          <a:pt x="2" y="1548"/>
                          <a:pt x="447" y="1993"/>
                          <a:pt x="998" y="1995"/>
                        </a:cubicBezTo>
                        <a:lnTo>
                          <a:pt x="23243" y="1995"/>
                        </a:lnTo>
                        <a:cubicBezTo>
                          <a:pt x="23793" y="1993"/>
                          <a:pt x="24239" y="1548"/>
                          <a:pt x="24240" y="998"/>
                        </a:cubicBezTo>
                        <a:cubicBezTo>
                          <a:pt x="24239" y="447"/>
                          <a:pt x="23793" y="2"/>
                          <a:pt x="2324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8" name="Google Shape;5258;p59"/>
                  <p:cNvSpPr/>
                  <p:nvPr/>
                </p:nvSpPr>
                <p:spPr>
                  <a:xfrm>
                    <a:off x="6968649" y="2617451"/>
                    <a:ext cx="132738" cy="25193"/>
                  </a:xfrm>
                  <a:custGeom>
                    <a:avLst/>
                    <a:gdLst/>
                    <a:ahLst/>
                    <a:cxnLst/>
                    <a:rect l="l" t="t" r="r" b="b"/>
                    <a:pathLst>
                      <a:path w="22498" h="4270" extrusionOk="0">
                        <a:moveTo>
                          <a:pt x="93" y="0"/>
                        </a:moveTo>
                        <a:cubicBezTo>
                          <a:pt x="43" y="0"/>
                          <a:pt x="1" y="42"/>
                          <a:pt x="1" y="94"/>
                        </a:cubicBezTo>
                        <a:lnTo>
                          <a:pt x="1" y="4176"/>
                        </a:lnTo>
                        <a:cubicBezTo>
                          <a:pt x="1" y="4228"/>
                          <a:pt x="43" y="4270"/>
                          <a:pt x="93" y="4270"/>
                        </a:cubicBezTo>
                        <a:lnTo>
                          <a:pt x="22405" y="4270"/>
                        </a:lnTo>
                        <a:cubicBezTo>
                          <a:pt x="22456" y="4270"/>
                          <a:pt x="22498" y="4228"/>
                          <a:pt x="22498" y="4176"/>
                        </a:cubicBezTo>
                        <a:lnTo>
                          <a:pt x="22498" y="94"/>
                        </a:lnTo>
                        <a:cubicBezTo>
                          <a:pt x="22498" y="42"/>
                          <a:pt x="22456" y="0"/>
                          <a:pt x="22405" y="0"/>
                        </a:cubicBez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9" name="Google Shape;5259;p59"/>
                  <p:cNvSpPr/>
                  <p:nvPr/>
                </p:nvSpPr>
                <p:spPr>
                  <a:xfrm>
                    <a:off x="6968649" y="2620590"/>
                    <a:ext cx="132738" cy="11782"/>
                  </a:xfrm>
                  <a:custGeom>
                    <a:avLst/>
                    <a:gdLst/>
                    <a:ahLst/>
                    <a:cxnLst/>
                    <a:rect l="l" t="t" r="r" b="b"/>
                    <a:pathLst>
                      <a:path w="22498" h="1997" extrusionOk="0">
                        <a:moveTo>
                          <a:pt x="314" y="1"/>
                        </a:moveTo>
                        <a:cubicBezTo>
                          <a:pt x="113" y="247"/>
                          <a:pt x="3" y="555"/>
                          <a:pt x="1" y="873"/>
                        </a:cubicBezTo>
                        <a:lnTo>
                          <a:pt x="1" y="1982"/>
                        </a:lnTo>
                        <a:cubicBezTo>
                          <a:pt x="41" y="1989"/>
                          <a:pt x="83" y="1994"/>
                          <a:pt x="127" y="1996"/>
                        </a:cubicBezTo>
                        <a:lnTo>
                          <a:pt x="22372" y="1996"/>
                        </a:lnTo>
                        <a:cubicBezTo>
                          <a:pt x="22414" y="1994"/>
                          <a:pt x="22456" y="1989"/>
                          <a:pt x="22498" y="1982"/>
                        </a:cubicBezTo>
                        <a:lnTo>
                          <a:pt x="22498" y="873"/>
                        </a:lnTo>
                        <a:cubicBezTo>
                          <a:pt x="22496" y="555"/>
                          <a:pt x="22386" y="247"/>
                          <a:pt x="22185" y="1"/>
                        </a:cubicBezTo>
                        <a:close/>
                      </a:path>
                    </a:pathLst>
                  </a:custGeom>
                  <a:solidFill>
                    <a:srgbClr val="D6DB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0" name="Google Shape;5260;p59"/>
                  <p:cNvSpPr/>
                  <p:nvPr/>
                </p:nvSpPr>
                <p:spPr>
                  <a:xfrm>
                    <a:off x="6963510" y="2613357"/>
                    <a:ext cx="143022" cy="11765"/>
                  </a:xfrm>
                  <a:custGeom>
                    <a:avLst/>
                    <a:gdLst/>
                    <a:ahLst/>
                    <a:cxnLst/>
                    <a:rect l="l" t="t" r="r" b="b"/>
                    <a:pathLst>
                      <a:path w="24241" h="1994" extrusionOk="0">
                        <a:moveTo>
                          <a:pt x="998" y="1"/>
                        </a:moveTo>
                        <a:cubicBezTo>
                          <a:pt x="447" y="2"/>
                          <a:pt x="2" y="448"/>
                          <a:pt x="0" y="996"/>
                        </a:cubicBezTo>
                        <a:cubicBezTo>
                          <a:pt x="2" y="1547"/>
                          <a:pt x="447" y="1992"/>
                          <a:pt x="998" y="1994"/>
                        </a:cubicBezTo>
                        <a:lnTo>
                          <a:pt x="23243" y="1994"/>
                        </a:lnTo>
                        <a:cubicBezTo>
                          <a:pt x="23793" y="1992"/>
                          <a:pt x="24239" y="1547"/>
                          <a:pt x="24240" y="996"/>
                        </a:cubicBezTo>
                        <a:cubicBezTo>
                          <a:pt x="24239" y="448"/>
                          <a:pt x="23793" y="2"/>
                          <a:pt x="23243" y="1"/>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1" name="Google Shape;5261;p59"/>
                  <p:cNvSpPr/>
                  <p:nvPr/>
                </p:nvSpPr>
                <p:spPr>
                  <a:xfrm>
                    <a:off x="6850372" y="2107302"/>
                    <a:ext cx="369293" cy="477399"/>
                  </a:xfrm>
                  <a:custGeom>
                    <a:avLst/>
                    <a:gdLst/>
                    <a:ahLst/>
                    <a:cxnLst/>
                    <a:rect l="l" t="t" r="r" b="b"/>
                    <a:pathLst>
                      <a:path w="62592" h="80915" extrusionOk="0">
                        <a:moveTo>
                          <a:pt x="31297" y="0"/>
                        </a:moveTo>
                        <a:cubicBezTo>
                          <a:pt x="14049" y="0"/>
                          <a:pt x="16" y="14032"/>
                          <a:pt x="16" y="31281"/>
                        </a:cubicBezTo>
                        <a:lnTo>
                          <a:pt x="16" y="31387"/>
                        </a:lnTo>
                        <a:lnTo>
                          <a:pt x="13" y="31445"/>
                        </a:lnTo>
                        <a:cubicBezTo>
                          <a:pt x="11" y="31548"/>
                          <a:pt x="1" y="32341"/>
                          <a:pt x="104" y="33646"/>
                        </a:cubicBezTo>
                        <a:lnTo>
                          <a:pt x="104" y="33657"/>
                        </a:lnTo>
                        <a:lnTo>
                          <a:pt x="104" y="33667"/>
                        </a:lnTo>
                        <a:lnTo>
                          <a:pt x="105" y="33683"/>
                        </a:lnTo>
                        <a:lnTo>
                          <a:pt x="111" y="33746"/>
                        </a:lnTo>
                        <a:cubicBezTo>
                          <a:pt x="125" y="33912"/>
                          <a:pt x="139" y="34083"/>
                          <a:pt x="156" y="34265"/>
                        </a:cubicBezTo>
                        <a:cubicBezTo>
                          <a:pt x="175" y="34469"/>
                          <a:pt x="198" y="34667"/>
                          <a:pt x="219" y="34862"/>
                        </a:cubicBezTo>
                        <a:lnTo>
                          <a:pt x="245" y="35093"/>
                        </a:lnTo>
                        <a:lnTo>
                          <a:pt x="257" y="35191"/>
                        </a:lnTo>
                        <a:cubicBezTo>
                          <a:pt x="264" y="35241"/>
                          <a:pt x="270" y="35290"/>
                          <a:pt x="277" y="35341"/>
                        </a:cubicBezTo>
                        <a:lnTo>
                          <a:pt x="278" y="35353"/>
                        </a:lnTo>
                        <a:lnTo>
                          <a:pt x="278" y="35364"/>
                        </a:lnTo>
                        <a:cubicBezTo>
                          <a:pt x="1082" y="41822"/>
                          <a:pt x="4150" y="54364"/>
                          <a:pt x="15656" y="65807"/>
                        </a:cubicBezTo>
                        <a:cubicBezTo>
                          <a:pt x="18711" y="68844"/>
                          <a:pt x="20993" y="72340"/>
                          <a:pt x="22440" y="76197"/>
                        </a:cubicBezTo>
                        <a:cubicBezTo>
                          <a:pt x="22707" y="76910"/>
                          <a:pt x="22927" y="77638"/>
                          <a:pt x="23098" y="78379"/>
                        </a:cubicBezTo>
                        <a:cubicBezTo>
                          <a:pt x="23441" y="79855"/>
                          <a:pt x="24733" y="80914"/>
                          <a:pt x="26250" y="80914"/>
                        </a:cubicBezTo>
                        <a:lnTo>
                          <a:pt x="36339" y="80914"/>
                        </a:lnTo>
                        <a:cubicBezTo>
                          <a:pt x="37855" y="80914"/>
                          <a:pt x="39148" y="79855"/>
                          <a:pt x="39491" y="78379"/>
                        </a:cubicBezTo>
                        <a:cubicBezTo>
                          <a:pt x="39662" y="77638"/>
                          <a:pt x="39882" y="76910"/>
                          <a:pt x="40149" y="76197"/>
                        </a:cubicBezTo>
                        <a:cubicBezTo>
                          <a:pt x="41596" y="72340"/>
                          <a:pt x="43879" y="68844"/>
                          <a:pt x="46933" y="65807"/>
                        </a:cubicBezTo>
                        <a:cubicBezTo>
                          <a:pt x="58441" y="54364"/>
                          <a:pt x="61509" y="41822"/>
                          <a:pt x="62312" y="35364"/>
                        </a:cubicBezTo>
                        <a:lnTo>
                          <a:pt x="62314" y="35351"/>
                        </a:lnTo>
                        <a:lnTo>
                          <a:pt x="62314" y="35341"/>
                        </a:lnTo>
                        <a:cubicBezTo>
                          <a:pt x="62321" y="35290"/>
                          <a:pt x="62326" y="35240"/>
                          <a:pt x="62333" y="35191"/>
                        </a:cubicBezTo>
                        <a:lnTo>
                          <a:pt x="62346" y="35091"/>
                        </a:lnTo>
                        <a:lnTo>
                          <a:pt x="62370" y="34871"/>
                        </a:lnTo>
                        <a:cubicBezTo>
                          <a:pt x="62393" y="34667"/>
                          <a:pt x="62414" y="34469"/>
                          <a:pt x="62433" y="34272"/>
                        </a:cubicBezTo>
                        <a:cubicBezTo>
                          <a:pt x="62452" y="34083"/>
                          <a:pt x="62466" y="33912"/>
                          <a:pt x="62480" y="33746"/>
                        </a:cubicBezTo>
                        <a:lnTo>
                          <a:pt x="62485" y="33681"/>
                        </a:lnTo>
                        <a:lnTo>
                          <a:pt x="62487" y="33662"/>
                        </a:lnTo>
                        <a:cubicBezTo>
                          <a:pt x="62592" y="32338"/>
                          <a:pt x="62581" y="31543"/>
                          <a:pt x="62580" y="31443"/>
                        </a:cubicBezTo>
                        <a:lnTo>
                          <a:pt x="62574" y="31345"/>
                        </a:lnTo>
                        <a:lnTo>
                          <a:pt x="62576" y="31281"/>
                        </a:lnTo>
                        <a:cubicBezTo>
                          <a:pt x="62576" y="14032"/>
                          <a:pt x="48544" y="0"/>
                          <a:pt x="31297"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2" name="Google Shape;5262;p59"/>
                  <p:cNvSpPr/>
                  <p:nvPr/>
                </p:nvSpPr>
                <p:spPr>
                  <a:xfrm>
                    <a:off x="6963510" y="2636756"/>
                    <a:ext cx="143022" cy="11776"/>
                  </a:xfrm>
                  <a:custGeom>
                    <a:avLst/>
                    <a:gdLst/>
                    <a:ahLst/>
                    <a:cxnLst/>
                    <a:rect l="l" t="t" r="r" b="b"/>
                    <a:pathLst>
                      <a:path w="24241" h="1996" extrusionOk="0">
                        <a:moveTo>
                          <a:pt x="998" y="0"/>
                        </a:moveTo>
                        <a:cubicBezTo>
                          <a:pt x="447" y="2"/>
                          <a:pt x="2" y="448"/>
                          <a:pt x="0" y="998"/>
                        </a:cubicBezTo>
                        <a:cubicBezTo>
                          <a:pt x="2" y="1548"/>
                          <a:pt x="447" y="1994"/>
                          <a:pt x="998" y="1995"/>
                        </a:cubicBezTo>
                        <a:lnTo>
                          <a:pt x="23243" y="1995"/>
                        </a:lnTo>
                        <a:cubicBezTo>
                          <a:pt x="23793" y="1994"/>
                          <a:pt x="24239" y="1548"/>
                          <a:pt x="24240" y="998"/>
                        </a:cubicBezTo>
                        <a:cubicBezTo>
                          <a:pt x="24239" y="448"/>
                          <a:pt x="23793" y="2"/>
                          <a:pt x="23243" y="0"/>
                        </a:cubicBezTo>
                        <a:close/>
                      </a:path>
                    </a:pathLst>
                  </a:custGeom>
                  <a:solidFill>
                    <a:srgbClr val="EEF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263" name="Google Shape;5263;p59"/>
                <p:cNvSpPr/>
                <p:nvPr/>
              </p:nvSpPr>
              <p:spPr>
                <a:xfrm>
                  <a:off x="7046588" y="2275942"/>
                  <a:ext cx="173076" cy="113894"/>
                </a:xfrm>
                <a:custGeom>
                  <a:avLst/>
                  <a:gdLst/>
                  <a:ahLst/>
                  <a:cxnLst/>
                  <a:rect l="l" t="t" r="r" b="b"/>
                  <a:pathLst>
                    <a:path w="29335" h="19304" extrusionOk="0">
                      <a:moveTo>
                        <a:pt x="0" y="0"/>
                      </a:moveTo>
                      <a:lnTo>
                        <a:pt x="0" y="19303"/>
                      </a:lnTo>
                      <a:lnTo>
                        <a:pt x="25725" y="19303"/>
                      </a:lnTo>
                      <a:cubicBezTo>
                        <a:pt x="27782" y="14272"/>
                        <a:pt x="28673" y="9841"/>
                        <a:pt x="29054" y="6781"/>
                      </a:cubicBezTo>
                      <a:lnTo>
                        <a:pt x="29055" y="6770"/>
                      </a:lnTo>
                      <a:lnTo>
                        <a:pt x="29057" y="6758"/>
                      </a:lnTo>
                      <a:cubicBezTo>
                        <a:pt x="29064" y="6707"/>
                        <a:pt x="29069" y="6657"/>
                        <a:pt x="29075" y="6608"/>
                      </a:cubicBezTo>
                      <a:lnTo>
                        <a:pt x="29087" y="6508"/>
                      </a:lnTo>
                      <a:lnTo>
                        <a:pt x="29113" y="6288"/>
                      </a:lnTo>
                      <a:cubicBezTo>
                        <a:pt x="29136" y="6084"/>
                        <a:pt x="29157" y="5886"/>
                        <a:pt x="29176" y="5689"/>
                      </a:cubicBezTo>
                      <a:cubicBezTo>
                        <a:pt x="29193" y="5500"/>
                        <a:pt x="29209" y="5329"/>
                        <a:pt x="29221" y="5163"/>
                      </a:cubicBezTo>
                      <a:lnTo>
                        <a:pt x="29227" y="5098"/>
                      </a:lnTo>
                      <a:lnTo>
                        <a:pt x="29228" y="5079"/>
                      </a:lnTo>
                      <a:cubicBezTo>
                        <a:pt x="29335" y="3755"/>
                        <a:pt x="29323" y="2960"/>
                        <a:pt x="29321" y="2860"/>
                      </a:cubicBezTo>
                      <a:lnTo>
                        <a:pt x="29316" y="2762"/>
                      </a:lnTo>
                      <a:lnTo>
                        <a:pt x="29317" y="2698"/>
                      </a:lnTo>
                      <a:cubicBezTo>
                        <a:pt x="29317" y="1789"/>
                        <a:pt x="29277" y="890"/>
                        <a:pt x="29200" y="0"/>
                      </a:cubicBezTo>
                      <a:close/>
                    </a:path>
                  </a:pathLst>
                </a:custGeom>
                <a:solidFill>
                  <a:srgbClr val="4F67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4" name="Google Shape;5264;p59"/>
                <p:cNvSpPr/>
                <p:nvPr/>
              </p:nvSpPr>
              <p:spPr>
                <a:xfrm>
                  <a:off x="7046588" y="2107680"/>
                  <a:ext cx="168811" cy="145128"/>
                </a:xfrm>
                <a:custGeom>
                  <a:avLst/>
                  <a:gdLst/>
                  <a:ahLst/>
                  <a:cxnLst/>
                  <a:rect l="l" t="t" r="r" b="b"/>
                  <a:pathLst>
                    <a:path w="28612" h="24598" extrusionOk="0">
                      <a:moveTo>
                        <a:pt x="0" y="1"/>
                      </a:moveTo>
                      <a:lnTo>
                        <a:pt x="0" y="24597"/>
                      </a:lnTo>
                      <a:lnTo>
                        <a:pt x="28612" y="24597"/>
                      </a:lnTo>
                      <a:cubicBezTo>
                        <a:pt x="25701" y="11138"/>
                        <a:pt x="14102" y="876"/>
                        <a:pt x="0"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5" name="Google Shape;5265;p59"/>
                <p:cNvSpPr/>
                <p:nvPr/>
              </p:nvSpPr>
              <p:spPr>
                <a:xfrm>
                  <a:off x="6850372" y="2275942"/>
                  <a:ext cx="173082" cy="113894"/>
                </a:xfrm>
                <a:custGeom>
                  <a:avLst/>
                  <a:gdLst/>
                  <a:ahLst/>
                  <a:cxnLst/>
                  <a:rect l="l" t="t" r="r" b="b"/>
                  <a:pathLst>
                    <a:path w="29336" h="19304" extrusionOk="0">
                      <a:moveTo>
                        <a:pt x="133" y="0"/>
                      </a:moveTo>
                      <a:cubicBezTo>
                        <a:pt x="58" y="890"/>
                        <a:pt x="16" y="1789"/>
                        <a:pt x="16" y="2698"/>
                      </a:cubicBezTo>
                      <a:lnTo>
                        <a:pt x="16" y="2804"/>
                      </a:lnTo>
                      <a:lnTo>
                        <a:pt x="13" y="2862"/>
                      </a:lnTo>
                      <a:cubicBezTo>
                        <a:pt x="11" y="2965"/>
                        <a:pt x="1" y="3758"/>
                        <a:pt x="104" y="5065"/>
                      </a:cubicBezTo>
                      <a:lnTo>
                        <a:pt x="104" y="5075"/>
                      </a:lnTo>
                      <a:lnTo>
                        <a:pt x="104" y="5086"/>
                      </a:lnTo>
                      <a:lnTo>
                        <a:pt x="105" y="5100"/>
                      </a:lnTo>
                      <a:lnTo>
                        <a:pt x="111" y="5163"/>
                      </a:lnTo>
                      <a:cubicBezTo>
                        <a:pt x="125" y="5329"/>
                        <a:pt x="139" y="5500"/>
                        <a:pt x="156" y="5682"/>
                      </a:cubicBezTo>
                      <a:cubicBezTo>
                        <a:pt x="175" y="5886"/>
                        <a:pt x="198" y="6084"/>
                        <a:pt x="219" y="6279"/>
                      </a:cubicBezTo>
                      <a:lnTo>
                        <a:pt x="245" y="6510"/>
                      </a:lnTo>
                      <a:lnTo>
                        <a:pt x="257" y="6608"/>
                      </a:lnTo>
                      <a:cubicBezTo>
                        <a:pt x="264" y="6658"/>
                        <a:pt x="270" y="6709"/>
                        <a:pt x="277" y="6758"/>
                      </a:cubicBezTo>
                      <a:lnTo>
                        <a:pt x="278" y="6770"/>
                      </a:lnTo>
                      <a:lnTo>
                        <a:pt x="278" y="6781"/>
                      </a:lnTo>
                      <a:cubicBezTo>
                        <a:pt x="661" y="9843"/>
                        <a:pt x="1552" y="14272"/>
                        <a:pt x="3608" y="19303"/>
                      </a:cubicBezTo>
                      <a:lnTo>
                        <a:pt x="29333" y="19303"/>
                      </a:lnTo>
                      <a:lnTo>
                        <a:pt x="29335" y="0"/>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6" name="Google Shape;5266;p59"/>
                <p:cNvSpPr/>
                <p:nvPr/>
              </p:nvSpPr>
              <p:spPr>
                <a:xfrm>
                  <a:off x="6882243" y="2412957"/>
                  <a:ext cx="141211" cy="171743"/>
                </a:xfrm>
                <a:custGeom>
                  <a:avLst/>
                  <a:gdLst/>
                  <a:ahLst/>
                  <a:cxnLst/>
                  <a:rect l="l" t="t" r="r" b="b"/>
                  <a:pathLst>
                    <a:path w="23934" h="29109" extrusionOk="0">
                      <a:moveTo>
                        <a:pt x="0" y="1"/>
                      </a:moveTo>
                      <a:cubicBezTo>
                        <a:pt x="2303" y="4529"/>
                        <a:pt x="5584" y="9356"/>
                        <a:pt x="10256" y="14001"/>
                      </a:cubicBezTo>
                      <a:cubicBezTo>
                        <a:pt x="13309" y="17038"/>
                        <a:pt x="15593" y="20534"/>
                        <a:pt x="17039" y="24391"/>
                      </a:cubicBezTo>
                      <a:cubicBezTo>
                        <a:pt x="17307" y="25104"/>
                        <a:pt x="17527" y="25832"/>
                        <a:pt x="17698" y="26573"/>
                      </a:cubicBezTo>
                      <a:cubicBezTo>
                        <a:pt x="18040" y="28049"/>
                        <a:pt x="19333" y="29108"/>
                        <a:pt x="20850" y="29108"/>
                      </a:cubicBezTo>
                      <a:lnTo>
                        <a:pt x="23933" y="29108"/>
                      </a:lnTo>
                      <a:lnTo>
                        <a:pt x="23933" y="1"/>
                      </a:ln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7" name="Google Shape;5267;p59"/>
                <p:cNvSpPr/>
                <p:nvPr/>
              </p:nvSpPr>
              <p:spPr>
                <a:xfrm>
                  <a:off x="6854637" y="2107680"/>
                  <a:ext cx="168817" cy="145128"/>
                </a:xfrm>
                <a:custGeom>
                  <a:avLst/>
                  <a:gdLst/>
                  <a:ahLst/>
                  <a:cxnLst/>
                  <a:rect l="l" t="t" r="r" b="b"/>
                  <a:pathLst>
                    <a:path w="28613" h="24598" extrusionOk="0">
                      <a:moveTo>
                        <a:pt x="28612" y="1"/>
                      </a:moveTo>
                      <a:cubicBezTo>
                        <a:pt x="14512" y="876"/>
                        <a:pt x="2911" y="11138"/>
                        <a:pt x="1" y="24597"/>
                      </a:cubicBezTo>
                      <a:lnTo>
                        <a:pt x="28612" y="24597"/>
                      </a:lnTo>
                      <a:lnTo>
                        <a:pt x="28612" y="1"/>
                      </a:ln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8" name="Google Shape;5268;p59"/>
                <p:cNvSpPr/>
                <p:nvPr/>
              </p:nvSpPr>
              <p:spPr>
                <a:xfrm>
                  <a:off x="7046588" y="2412957"/>
                  <a:ext cx="141205" cy="171743"/>
                </a:xfrm>
                <a:custGeom>
                  <a:avLst/>
                  <a:gdLst/>
                  <a:ahLst/>
                  <a:cxnLst/>
                  <a:rect l="l" t="t" r="r" b="b"/>
                  <a:pathLst>
                    <a:path w="23933" h="29109" extrusionOk="0">
                      <a:moveTo>
                        <a:pt x="0" y="1"/>
                      </a:moveTo>
                      <a:lnTo>
                        <a:pt x="0" y="29108"/>
                      </a:lnTo>
                      <a:lnTo>
                        <a:pt x="3084" y="29108"/>
                      </a:lnTo>
                      <a:cubicBezTo>
                        <a:pt x="4600" y="29108"/>
                        <a:pt x="5893" y="28049"/>
                        <a:pt x="6235" y="26573"/>
                      </a:cubicBezTo>
                      <a:cubicBezTo>
                        <a:pt x="6407" y="25832"/>
                        <a:pt x="6627" y="25104"/>
                        <a:pt x="6894" y="24391"/>
                      </a:cubicBezTo>
                      <a:cubicBezTo>
                        <a:pt x="8341" y="20534"/>
                        <a:pt x="10622" y="17038"/>
                        <a:pt x="13678" y="14001"/>
                      </a:cubicBezTo>
                      <a:cubicBezTo>
                        <a:pt x="18349" y="9356"/>
                        <a:pt x="21630" y="4529"/>
                        <a:pt x="23933" y="1"/>
                      </a:cubicBezTo>
                      <a:close/>
                    </a:path>
                  </a:pathLst>
                </a:custGeom>
                <a:solidFill>
                  <a:srgbClr val="374F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269" name="Google Shape;5269;p59"/>
          <p:cNvGrpSpPr/>
          <p:nvPr/>
        </p:nvGrpSpPr>
        <p:grpSpPr>
          <a:xfrm>
            <a:off x="5780178" y="1862968"/>
            <a:ext cx="671358" cy="671358"/>
            <a:chOff x="6535625" y="760425"/>
            <a:chExt cx="1665900" cy="1665900"/>
          </a:xfrm>
        </p:grpSpPr>
        <p:sp>
          <p:nvSpPr>
            <p:cNvPr id="5270" name="Google Shape;5270;p59"/>
            <p:cNvSpPr/>
            <p:nvPr/>
          </p:nvSpPr>
          <p:spPr>
            <a:xfrm>
              <a:off x="6535625" y="760425"/>
              <a:ext cx="1665900" cy="1665900"/>
            </a:xfrm>
            <a:prstGeom prst="ellipse">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1" name="Google Shape;5271;p59"/>
            <p:cNvSpPr/>
            <p:nvPr/>
          </p:nvSpPr>
          <p:spPr>
            <a:xfrm>
              <a:off x="6713675" y="1116525"/>
              <a:ext cx="1309800" cy="13098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2" name="Google Shape;5272;p59"/>
            <p:cNvSpPr/>
            <p:nvPr/>
          </p:nvSpPr>
          <p:spPr>
            <a:xfrm>
              <a:off x="6831275" y="1351725"/>
              <a:ext cx="1074600" cy="1074600"/>
            </a:xfrm>
            <a:prstGeom prst="ellipse">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3" name="Google Shape;5273;p59"/>
            <p:cNvSpPr/>
            <p:nvPr/>
          </p:nvSpPr>
          <p:spPr>
            <a:xfrm>
              <a:off x="6942425" y="1574025"/>
              <a:ext cx="852300" cy="852300"/>
            </a:xfrm>
            <a:prstGeom prst="ellipse">
              <a:avLst/>
            </a:pr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74" name="Google Shape;5274;p59"/>
          <p:cNvGrpSpPr/>
          <p:nvPr/>
        </p:nvGrpSpPr>
        <p:grpSpPr>
          <a:xfrm>
            <a:off x="716994" y="3531369"/>
            <a:ext cx="1340789" cy="640830"/>
            <a:chOff x="238125" y="1151100"/>
            <a:chExt cx="7139450" cy="3412300"/>
          </a:xfrm>
        </p:grpSpPr>
        <p:sp>
          <p:nvSpPr>
            <p:cNvPr id="5275" name="Google Shape;5275;p59"/>
            <p:cNvSpPr/>
            <p:nvPr/>
          </p:nvSpPr>
          <p:spPr>
            <a:xfrm>
              <a:off x="3468350" y="4223875"/>
              <a:ext cx="679000" cy="339525"/>
            </a:xfrm>
            <a:custGeom>
              <a:avLst/>
              <a:gdLst/>
              <a:ahLst/>
              <a:cxnLst/>
              <a:rect l="l" t="t" r="r" b="b"/>
              <a:pathLst>
                <a:path w="27160" h="13581" extrusionOk="0">
                  <a:moveTo>
                    <a:pt x="13580" y="1"/>
                  </a:moveTo>
                  <a:cubicBezTo>
                    <a:pt x="6083" y="1"/>
                    <a:pt x="0" y="6077"/>
                    <a:pt x="0" y="13580"/>
                  </a:cubicBezTo>
                  <a:lnTo>
                    <a:pt x="27159" y="13580"/>
                  </a:lnTo>
                  <a:cubicBezTo>
                    <a:pt x="27159" y="6077"/>
                    <a:pt x="21083" y="1"/>
                    <a:pt x="1358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6" name="Google Shape;5276;p59"/>
            <p:cNvSpPr/>
            <p:nvPr/>
          </p:nvSpPr>
          <p:spPr>
            <a:xfrm>
              <a:off x="3730250" y="3276125"/>
              <a:ext cx="147275" cy="956575"/>
            </a:xfrm>
            <a:custGeom>
              <a:avLst/>
              <a:gdLst/>
              <a:ahLst/>
              <a:cxnLst/>
              <a:rect l="l" t="t" r="r" b="b"/>
              <a:pathLst>
                <a:path w="5891" h="38263" extrusionOk="0">
                  <a:moveTo>
                    <a:pt x="3276" y="0"/>
                  </a:moveTo>
                  <a:lnTo>
                    <a:pt x="0" y="38263"/>
                  </a:lnTo>
                  <a:lnTo>
                    <a:pt x="5890" y="38194"/>
                  </a:lnTo>
                  <a:lnTo>
                    <a:pt x="32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7" name="Google Shape;5277;p59"/>
            <p:cNvSpPr/>
            <p:nvPr/>
          </p:nvSpPr>
          <p:spPr>
            <a:xfrm>
              <a:off x="3796275" y="3875600"/>
              <a:ext cx="839350" cy="630550"/>
            </a:xfrm>
            <a:custGeom>
              <a:avLst/>
              <a:gdLst/>
              <a:ahLst/>
              <a:cxnLst/>
              <a:rect l="l" t="t" r="r" b="b"/>
              <a:pathLst>
                <a:path w="33574" h="25222" extrusionOk="0">
                  <a:moveTo>
                    <a:pt x="32291" y="1"/>
                  </a:moveTo>
                  <a:lnTo>
                    <a:pt x="1" y="23463"/>
                  </a:lnTo>
                  <a:lnTo>
                    <a:pt x="1277" y="25222"/>
                  </a:lnTo>
                  <a:lnTo>
                    <a:pt x="33574" y="1759"/>
                  </a:lnTo>
                  <a:lnTo>
                    <a:pt x="3229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8" name="Google Shape;5278;p59"/>
            <p:cNvSpPr/>
            <p:nvPr/>
          </p:nvSpPr>
          <p:spPr>
            <a:xfrm>
              <a:off x="6240475" y="3130600"/>
              <a:ext cx="1137100" cy="1432800"/>
            </a:xfrm>
            <a:custGeom>
              <a:avLst/>
              <a:gdLst/>
              <a:ahLst/>
              <a:cxnLst/>
              <a:rect l="l" t="t" r="r" b="b"/>
              <a:pathLst>
                <a:path w="45484" h="57312" extrusionOk="0">
                  <a:moveTo>
                    <a:pt x="30704" y="0"/>
                  </a:moveTo>
                  <a:lnTo>
                    <a:pt x="0" y="13745"/>
                  </a:lnTo>
                  <a:cubicBezTo>
                    <a:pt x="6979" y="27270"/>
                    <a:pt x="11042" y="42111"/>
                    <a:pt x="11917" y="57311"/>
                  </a:cubicBezTo>
                  <a:lnTo>
                    <a:pt x="45484" y="57311"/>
                  </a:lnTo>
                  <a:cubicBezTo>
                    <a:pt x="44594" y="37118"/>
                    <a:pt x="39525" y="17683"/>
                    <a:pt x="3070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9" name="Google Shape;5279;p59"/>
            <p:cNvSpPr/>
            <p:nvPr/>
          </p:nvSpPr>
          <p:spPr>
            <a:xfrm>
              <a:off x="5243900" y="1696775"/>
              <a:ext cx="1764175" cy="1777475"/>
            </a:xfrm>
            <a:custGeom>
              <a:avLst/>
              <a:gdLst/>
              <a:ahLst/>
              <a:cxnLst/>
              <a:rect l="l" t="t" r="r" b="b"/>
              <a:pathLst>
                <a:path w="70567" h="71099" extrusionOk="0">
                  <a:moveTo>
                    <a:pt x="18573" y="1"/>
                  </a:moveTo>
                  <a:lnTo>
                    <a:pt x="0" y="28008"/>
                  </a:lnTo>
                  <a:cubicBezTo>
                    <a:pt x="16938" y="38505"/>
                    <a:pt x="30711" y="53395"/>
                    <a:pt x="39863" y="71098"/>
                  </a:cubicBezTo>
                  <a:lnTo>
                    <a:pt x="70567" y="57353"/>
                  </a:lnTo>
                  <a:cubicBezTo>
                    <a:pt x="63753" y="43719"/>
                    <a:pt x="54712" y="31125"/>
                    <a:pt x="43629" y="20042"/>
                  </a:cubicBezTo>
                  <a:cubicBezTo>
                    <a:pt x="36049" y="12449"/>
                    <a:pt x="27642" y="5725"/>
                    <a:pt x="1857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0" name="Google Shape;5280;p59"/>
            <p:cNvSpPr/>
            <p:nvPr/>
          </p:nvSpPr>
          <p:spPr>
            <a:xfrm>
              <a:off x="3812150" y="1151100"/>
              <a:ext cx="1896075" cy="1245900"/>
            </a:xfrm>
            <a:custGeom>
              <a:avLst/>
              <a:gdLst/>
              <a:ahLst/>
              <a:cxnLst/>
              <a:rect l="l" t="t" r="r" b="b"/>
              <a:pathLst>
                <a:path w="75843" h="49836" extrusionOk="0">
                  <a:moveTo>
                    <a:pt x="0" y="0"/>
                  </a:moveTo>
                  <a:lnTo>
                    <a:pt x="0" y="33518"/>
                  </a:lnTo>
                  <a:cubicBezTo>
                    <a:pt x="20987" y="33552"/>
                    <a:pt x="40615" y="39518"/>
                    <a:pt x="57270" y="49835"/>
                  </a:cubicBezTo>
                  <a:lnTo>
                    <a:pt x="75843" y="21828"/>
                  </a:lnTo>
                  <a:cubicBezTo>
                    <a:pt x="53339" y="7641"/>
                    <a:pt x="27256" y="28"/>
                    <a:pt x="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1" name="Google Shape;5281;p59"/>
            <p:cNvSpPr/>
            <p:nvPr/>
          </p:nvSpPr>
          <p:spPr>
            <a:xfrm>
              <a:off x="1910550" y="1151100"/>
              <a:ext cx="1901625" cy="1244175"/>
            </a:xfrm>
            <a:custGeom>
              <a:avLst/>
              <a:gdLst/>
              <a:ahLst/>
              <a:cxnLst/>
              <a:rect l="l" t="t" r="r" b="b"/>
              <a:pathLst>
                <a:path w="76065" h="49767" extrusionOk="0">
                  <a:moveTo>
                    <a:pt x="75892" y="0"/>
                  </a:moveTo>
                  <a:cubicBezTo>
                    <a:pt x="48629" y="0"/>
                    <a:pt x="22525" y="7579"/>
                    <a:pt x="1" y="21745"/>
                  </a:cubicBezTo>
                  <a:lnTo>
                    <a:pt x="18574" y="49766"/>
                  </a:lnTo>
                  <a:cubicBezTo>
                    <a:pt x="35250" y="39463"/>
                    <a:pt x="54898" y="33518"/>
                    <a:pt x="75892" y="33518"/>
                  </a:cubicBezTo>
                  <a:lnTo>
                    <a:pt x="76064" y="33518"/>
                  </a:lnTo>
                  <a:lnTo>
                    <a:pt x="76064"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2" name="Google Shape;5282;p59"/>
            <p:cNvSpPr/>
            <p:nvPr/>
          </p:nvSpPr>
          <p:spPr>
            <a:xfrm>
              <a:off x="608475" y="1694725"/>
              <a:ext cx="1766425" cy="1778150"/>
            </a:xfrm>
            <a:custGeom>
              <a:avLst/>
              <a:gdLst/>
              <a:ahLst/>
              <a:cxnLst/>
              <a:rect l="l" t="t" r="r" b="b"/>
              <a:pathLst>
                <a:path w="70657" h="71126" extrusionOk="0">
                  <a:moveTo>
                    <a:pt x="52084" y="0"/>
                  </a:moveTo>
                  <a:cubicBezTo>
                    <a:pt x="42959" y="5745"/>
                    <a:pt x="34518" y="12490"/>
                    <a:pt x="26904" y="20124"/>
                  </a:cubicBezTo>
                  <a:cubicBezTo>
                    <a:pt x="15828" y="31194"/>
                    <a:pt x="6800" y="43759"/>
                    <a:pt x="0" y="57373"/>
                  </a:cubicBezTo>
                  <a:lnTo>
                    <a:pt x="30704" y="71125"/>
                  </a:lnTo>
                  <a:cubicBezTo>
                    <a:pt x="39870" y="53401"/>
                    <a:pt x="53677" y="38504"/>
                    <a:pt x="70657" y="28021"/>
                  </a:cubicBezTo>
                  <a:lnTo>
                    <a:pt x="5208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3" name="Google Shape;5283;p59"/>
            <p:cNvSpPr/>
            <p:nvPr/>
          </p:nvSpPr>
          <p:spPr>
            <a:xfrm>
              <a:off x="238125" y="3129050"/>
              <a:ext cx="1137975" cy="1434175"/>
            </a:xfrm>
            <a:custGeom>
              <a:avLst/>
              <a:gdLst/>
              <a:ahLst/>
              <a:cxnLst/>
              <a:rect l="l" t="t" r="r" b="b"/>
              <a:pathLst>
                <a:path w="45519" h="57367" extrusionOk="0">
                  <a:moveTo>
                    <a:pt x="14814" y="0"/>
                  </a:moveTo>
                  <a:cubicBezTo>
                    <a:pt x="5966" y="17697"/>
                    <a:pt x="890" y="37152"/>
                    <a:pt x="0" y="57366"/>
                  </a:cubicBezTo>
                  <a:lnTo>
                    <a:pt x="33566" y="57366"/>
                  </a:lnTo>
                  <a:cubicBezTo>
                    <a:pt x="34442" y="42152"/>
                    <a:pt x="38511" y="27283"/>
                    <a:pt x="45518" y="13745"/>
                  </a:cubicBezTo>
                  <a:lnTo>
                    <a:pt x="1481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4" name="Google Shape;5284;p59"/>
            <p:cNvSpPr/>
            <p:nvPr/>
          </p:nvSpPr>
          <p:spPr>
            <a:xfrm>
              <a:off x="1924656" y="1941325"/>
              <a:ext cx="3773110" cy="1646329"/>
            </a:xfrm>
            <a:custGeom>
              <a:avLst/>
              <a:gdLst/>
              <a:ahLst/>
              <a:cxnLst/>
              <a:rect l="l" t="t" r="r" b="b"/>
              <a:pathLst>
                <a:path w="148183" h="64657" extrusionOk="0">
                  <a:moveTo>
                    <a:pt x="74043" y="1"/>
                  </a:moveTo>
                  <a:cubicBezTo>
                    <a:pt x="45518" y="1"/>
                    <a:pt x="19504" y="10966"/>
                    <a:pt x="0" y="28932"/>
                  </a:cubicBezTo>
                  <a:lnTo>
                    <a:pt x="35732" y="64657"/>
                  </a:lnTo>
                  <a:cubicBezTo>
                    <a:pt x="45553" y="54774"/>
                    <a:pt x="59167" y="48663"/>
                    <a:pt x="74208" y="48663"/>
                  </a:cubicBezTo>
                  <a:cubicBezTo>
                    <a:pt x="89215" y="48663"/>
                    <a:pt x="102788" y="54739"/>
                    <a:pt x="112623" y="64567"/>
                  </a:cubicBezTo>
                  <a:lnTo>
                    <a:pt x="148182" y="29008"/>
                  </a:lnTo>
                  <a:cubicBezTo>
                    <a:pt x="128671" y="11008"/>
                    <a:pt x="102623" y="1"/>
                    <a:pt x="7404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5" name="Google Shape;5285;p59"/>
            <p:cNvSpPr/>
            <p:nvPr/>
          </p:nvSpPr>
          <p:spPr>
            <a:xfrm>
              <a:off x="1028863" y="2678027"/>
              <a:ext cx="1805597" cy="1885320"/>
            </a:xfrm>
            <a:custGeom>
              <a:avLst/>
              <a:gdLst/>
              <a:ahLst/>
              <a:cxnLst/>
              <a:rect l="l" t="t" r="r" b="b"/>
              <a:pathLst>
                <a:path w="70912" h="74043" extrusionOk="0">
                  <a:moveTo>
                    <a:pt x="35180" y="0"/>
                  </a:moveTo>
                  <a:cubicBezTo>
                    <a:pt x="14925" y="18642"/>
                    <a:pt x="1697" y="44814"/>
                    <a:pt x="0" y="74042"/>
                  </a:cubicBezTo>
                  <a:lnTo>
                    <a:pt x="55077" y="74042"/>
                  </a:lnTo>
                  <a:cubicBezTo>
                    <a:pt x="55077" y="59084"/>
                    <a:pt x="61118" y="45545"/>
                    <a:pt x="70912" y="35725"/>
                  </a:cubicBezTo>
                  <a:lnTo>
                    <a:pt x="35180"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6" name="Google Shape;5286;p59"/>
            <p:cNvSpPr/>
            <p:nvPr/>
          </p:nvSpPr>
          <p:spPr>
            <a:xfrm>
              <a:off x="4792190" y="2679937"/>
              <a:ext cx="1798951" cy="1883410"/>
            </a:xfrm>
            <a:custGeom>
              <a:avLst/>
              <a:gdLst/>
              <a:ahLst/>
              <a:cxnLst/>
              <a:rect l="l" t="t" r="r" b="b"/>
              <a:pathLst>
                <a:path w="70651" h="73968" extrusionOk="0">
                  <a:moveTo>
                    <a:pt x="35567" y="1"/>
                  </a:moveTo>
                  <a:lnTo>
                    <a:pt x="1" y="35560"/>
                  </a:lnTo>
                  <a:cubicBezTo>
                    <a:pt x="9836" y="45388"/>
                    <a:pt x="15912" y="58967"/>
                    <a:pt x="15912" y="73967"/>
                  </a:cubicBezTo>
                  <a:lnTo>
                    <a:pt x="70650" y="73967"/>
                  </a:lnTo>
                  <a:cubicBezTo>
                    <a:pt x="68954" y="44795"/>
                    <a:pt x="55767" y="18643"/>
                    <a:pt x="3556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87" name="Google Shape;5287;p59"/>
          <p:cNvGrpSpPr/>
          <p:nvPr/>
        </p:nvGrpSpPr>
        <p:grpSpPr>
          <a:xfrm>
            <a:off x="5584217" y="2734650"/>
            <a:ext cx="985357" cy="585764"/>
            <a:chOff x="5145061" y="2881789"/>
            <a:chExt cx="1107641" cy="658458"/>
          </a:xfrm>
        </p:grpSpPr>
        <p:grpSp>
          <p:nvGrpSpPr>
            <p:cNvPr id="5288" name="Google Shape;5288;p59"/>
            <p:cNvGrpSpPr/>
            <p:nvPr/>
          </p:nvGrpSpPr>
          <p:grpSpPr>
            <a:xfrm>
              <a:off x="5722989" y="3244587"/>
              <a:ext cx="529713" cy="295659"/>
              <a:chOff x="5722989" y="3244587"/>
              <a:chExt cx="529713" cy="295659"/>
            </a:xfrm>
          </p:grpSpPr>
          <p:sp>
            <p:nvSpPr>
              <p:cNvPr id="5289" name="Google Shape;5289;p59"/>
              <p:cNvSpPr/>
              <p:nvPr/>
            </p:nvSpPr>
            <p:spPr>
              <a:xfrm>
                <a:off x="5722989" y="3244587"/>
                <a:ext cx="341346" cy="295659"/>
              </a:xfrm>
              <a:custGeom>
                <a:avLst/>
                <a:gdLst/>
                <a:ahLst/>
                <a:cxnLst/>
                <a:rect l="l" t="t" r="r" b="b"/>
                <a:pathLst>
                  <a:path w="2576195" h="2231390" extrusionOk="0">
                    <a:moveTo>
                      <a:pt x="1288021" y="0"/>
                    </a:moveTo>
                    <a:lnTo>
                      <a:pt x="0" y="2230932"/>
                    </a:lnTo>
                    <a:lnTo>
                      <a:pt x="2576042" y="2230932"/>
                    </a:lnTo>
                    <a:lnTo>
                      <a:pt x="1288021" y="0"/>
                    </a:lnTo>
                    <a:close/>
                  </a:path>
                </a:pathLst>
              </a:custGeom>
              <a:solidFill>
                <a:srgbClr val="869FB2"/>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5290" name="Google Shape;5290;p59"/>
              <p:cNvSpPr/>
              <p:nvPr/>
            </p:nvSpPr>
            <p:spPr>
              <a:xfrm>
                <a:off x="6035543" y="3298113"/>
                <a:ext cx="217159" cy="22492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869FB2"/>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5291" name="Google Shape;5291;p59"/>
            <p:cNvGrpSpPr/>
            <p:nvPr/>
          </p:nvGrpSpPr>
          <p:grpSpPr>
            <a:xfrm>
              <a:off x="5145061" y="3244587"/>
              <a:ext cx="536807" cy="295659"/>
              <a:chOff x="5145061" y="3244587"/>
              <a:chExt cx="536807" cy="295659"/>
            </a:xfrm>
          </p:grpSpPr>
          <p:sp>
            <p:nvSpPr>
              <p:cNvPr id="5292" name="Google Shape;5292;p59"/>
              <p:cNvSpPr/>
              <p:nvPr/>
            </p:nvSpPr>
            <p:spPr>
              <a:xfrm>
                <a:off x="5340522" y="3244587"/>
                <a:ext cx="341346" cy="295659"/>
              </a:xfrm>
              <a:custGeom>
                <a:avLst/>
                <a:gdLst/>
                <a:ahLst/>
                <a:cxnLst/>
                <a:rect l="l" t="t" r="r" b="b"/>
                <a:pathLst>
                  <a:path w="2576195" h="2231390" extrusionOk="0">
                    <a:moveTo>
                      <a:pt x="1288034" y="0"/>
                    </a:moveTo>
                    <a:lnTo>
                      <a:pt x="0" y="2230920"/>
                    </a:lnTo>
                    <a:lnTo>
                      <a:pt x="2576055" y="2230920"/>
                    </a:lnTo>
                    <a:lnTo>
                      <a:pt x="1288034" y="0"/>
                    </a:lnTo>
                    <a:close/>
                  </a:path>
                </a:pathLst>
              </a:custGeom>
              <a:solidFill>
                <a:srgbClr val="5F7D95"/>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5293" name="Google Shape;5293;p59"/>
              <p:cNvSpPr/>
              <p:nvPr/>
            </p:nvSpPr>
            <p:spPr>
              <a:xfrm flipH="1">
                <a:off x="5145061" y="3298599"/>
                <a:ext cx="217159" cy="22492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5F7D95"/>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5294" name="Google Shape;5294;p59"/>
            <p:cNvGrpSpPr/>
            <p:nvPr/>
          </p:nvGrpSpPr>
          <p:grpSpPr>
            <a:xfrm>
              <a:off x="5341327" y="2898245"/>
              <a:ext cx="532309" cy="614891"/>
              <a:chOff x="5341327" y="2898245"/>
              <a:chExt cx="532309" cy="614891"/>
            </a:xfrm>
          </p:grpSpPr>
          <p:sp>
            <p:nvSpPr>
              <p:cNvPr id="5295" name="Google Shape;5295;p59"/>
              <p:cNvSpPr/>
              <p:nvPr/>
            </p:nvSpPr>
            <p:spPr>
              <a:xfrm>
                <a:off x="5532290" y="3217476"/>
                <a:ext cx="341346" cy="295659"/>
              </a:xfrm>
              <a:custGeom>
                <a:avLst/>
                <a:gdLst/>
                <a:ahLst/>
                <a:cxnLst/>
                <a:rect l="l" t="t" r="r" b="b"/>
                <a:pathLst>
                  <a:path w="2576195" h="2231390" extrusionOk="0">
                    <a:moveTo>
                      <a:pt x="2576042" y="0"/>
                    </a:moveTo>
                    <a:lnTo>
                      <a:pt x="0" y="0"/>
                    </a:lnTo>
                    <a:lnTo>
                      <a:pt x="1288021" y="2230920"/>
                    </a:lnTo>
                    <a:lnTo>
                      <a:pt x="2576042" y="0"/>
                    </a:lnTo>
                    <a:close/>
                  </a:path>
                </a:pathLst>
              </a:custGeom>
              <a:solidFill>
                <a:srgbClr val="E3E9ED"/>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5296" name="Google Shape;5296;p59"/>
              <p:cNvSpPr/>
              <p:nvPr/>
            </p:nvSpPr>
            <p:spPr>
              <a:xfrm flipH="1">
                <a:off x="5341327" y="2898245"/>
                <a:ext cx="217159" cy="33450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E3E9ED"/>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nvGrpSpPr>
            <p:cNvPr id="5297" name="Google Shape;5297;p59"/>
            <p:cNvGrpSpPr/>
            <p:nvPr/>
          </p:nvGrpSpPr>
          <p:grpSpPr>
            <a:xfrm>
              <a:off x="5532290" y="2881789"/>
              <a:ext cx="620516" cy="305456"/>
              <a:chOff x="5532290" y="2881789"/>
              <a:chExt cx="620516" cy="305456"/>
            </a:xfrm>
          </p:grpSpPr>
          <p:sp>
            <p:nvSpPr>
              <p:cNvPr id="5298" name="Google Shape;5298;p59"/>
              <p:cNvSpPr/>
              <p:nvPr/>
            </p:nvSpPr>
            <p:spPr>
              <a:xfrm>
                <a:off x="5532290" y="2891586"/>
                <a:ext cx="341346" cy="295659"/>
              </a:xfrm>
              <a:custGeom>
                <a:avLst/>
                <a:gdLst/>
                <a:ahLst/>
                <a:cxnLst/>
                <a:rect l="l" t="t" r="r" b="b"/>
                <a:pathLst>
                  <a:path w="2576195" h="2231390" extrusionOk="0">
                    <a:moveTo>
                      <a:pt x="1288021" y="0"/>
                    </a:moveTo>
                    <a:lnTo>
                      <a:pt x="0" y="2230920"/>
                    </a:lnTo>
                    <a:lnTo>
                      <a:pt x="2576042" y="2230920"/>
                    </a:lnTo>
                    <a:lnTo>
                      <a:pt x="1288021" y="0"/>
                    </a:lnTo>
                    <a:close/>
                  </a:path>
                </a:pathLst>
              </a:custGeom>
              <a:solidFill>
                <a:srgbClr val="435D74"/>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900"/>
              </a:p>
            </p:txBody>
          </p:sp>
          <p:sp>
            <p:nvSpPr>
              <p:cNvPr id="5299" name="Google Shape;5299;p59"/>
              <p:cNvSpPr/>
              <p:nvPr/>
            </p:nvSpPr>
            <p:spPr>
              <a:xfrm>
                <a:off x="5837311" y="2881789"/>
                <a:ext cx="315495" cy="288369"/>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435D74"/>
                </a:solidFill>
                <a:prstDash val="solid"/>
                <a:round/>
                <a:headEnd type="none" w="sm" len="sm"/>
                <a:tailEnd type="none" w="sm" len="sm"/>
              </a:ln>
            </p:spPr>
            <p:txBody>
              <a:bodyPr spcFirstLastPara="1" wrap="square" lIns="0" tIns="0" rIns="0" bIns="0" anchor="t" anchorCtr="0">
                <a:noAutofit/>
              </a:bodyPr>
              <a:lstStyle/>
              <a:p>
                <a:pPr marL="0" marR="0" lvl="0" indent="0" algn="l" rtl="0">
                  <a:spcBef>
                    <a:spcPts val="0"/>
                  </a:spcBef>
                  <a:spcAft>
                    <a:spcPts val="0"/>
                  </a:spcAft>
                  <a:buNone/>
                </a:pPr>
                <a:endParaRPr sz="900"/>
              </a:p>
            </p:txBody>
          </p:sp>
        </p:grpSp>
      </p:grpSp>
      <p:grpSp>
        <p:nvGrpSpPr>
          <p:cNvPr id="5300" name="Google Shape;5300;p59"/>
          <p:cNvGrpSpPr/>
          <p:nvPr/>
        </p:nvGrpSpPr>
        <p:grpSpPr>
          <a:xfrm>
            <a:off x="8163140" y="3526708"/>
            <a:ext cx="269068" cy="645491"/>
            <a:chOff x="7026852" y="3311869"/>
            <a:chExt cx="434331" cy="1041954"/>
          </a:xfrm>
        </p:grpSpPr>
        <p:sp>
          <p:nvSpPr>
            <p:cNvPr id="5301" name="Google Shape;5301;p59"/>
            <p:cNvSpPr/>
            <p:nvPr/>
          </p:nvSpPr>
          <p:spPr>
            <a:xfrm>
              <a:off x="7026852" y="3311869"/>
              <a:ext cx="434331" cy="847405"/>
            </a:xfrm>
            <a:custGeom>
              <a:avLst/>
              <a:gdLst/>
              <a:ahLst/>
              <a:cxnLst/>
              <a:rect l="l" t="t" r="r" b="b"/>
              <a:pathLst>
                <a:path w="16734" h="32649" extrusionOk="0">
                  <a:moveTo>
                    <a:pt x="8369" y="0"/>
                  </a:moveTo>
                  <a:cubicBezTo>
                    <a:pt x="3747" y="0"/>
                    <a:pt x="1" y="3747"/>
                    <a:pt x="1" y="8366"/>
                  </a:cubicBezTo>
                  <a:lnTo>
                    <a:pt x="1" y="32649"/>
                  </a:lnTo>
                  <a:lnTo>
                    <a:pt x="16734" y="32649"/>
                  </a:lnTo>
                  <a:lnTo>
                    <a:pt x="16734" y="8366"/>
                  </a:lnTo>
                  <a:cubicBezTo>
                    <a:pt x="16734" y="3744"/>
                    <a:pt x="12987" y="0"/>
                    <a:pt x="836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2" name="Google Shape;5302;p59"/>
            <p:cNvSpPr/>
            <p:nvPr/>
          </p:nvSpPr>
          <p:spPr>
            <a:xfrm>
              <a:off x="7082395" y="3359392"/>
              <a:ext cx="323321" cy="323321"/>
            </a:xfrm>
            <a:custGeom>
              <a:avLst/>
              <a:gdLst/>
              <a:ahLst/>
              <a:cxnLst/>
              <a:rect l="l" t="t" r="r" b="b"/>
              <a:pathLst>
                <a:path w="12457" h="12457" extrusionOk="0">
                  <a:moveTo>
                    <a:pt x="6229" y="1"/>
                  </a:moveTo>
                  <a:cubicBezTo>
                    <a:pt x="2788" y="1"/>
                    <a:pt x="1" y="2788"/>
                    <a:pt x="1" y="6229"/>
                  </a:cubicBezTo>
                  <a:cubicBezTo>
                    <a:pt x="1" y="9670"/>
                    <a:pt x="2788" y="12457"/>
                    <a:pt x="6229" y="12457"/>
                  </a:cubicBezTo>
                  <a:cubicBezTo>
                    <a:pt x="9666" y="12457"/>
                    <a:pt x="12457" y="9670"/>
                    <a:pt x="12457" y="6229"/>
                  </a:cubicBezTo>
                  <a:cubicBezTo>
                    <a:pt x="12457" y="2788"/>
                    <a:pt x="9666" y="1"/>
                    <a:pt x="6229"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3" name="Google Shape;5303;p59"/>
            <p:cNvSpPr/>
            <p:nvPr/>
          </p:nvSpPr>
          <p:spPr>
            <a:xfrm>
              <a:off x="7026852" y="4159239"/>
              <a:ext cx="434331" cy="194585"/>
            </a:xfrm>
            <a:custGeom>
              <a:avLst/>
              <a:gdLst/>
              <a:ahLst/>
              <a:cxnLst/>
              <a:rect l="l" t="t" r="r" b="b"/>
              <a:pathLst>
                <a:path w="16734" h="7497" extrusionOk="0">
                  <a:moveTo>
                    <a:pt x="1" y="1"/>
                  </a:moveTo>
                  <a:lnTo>
                    <a:pt x="8369" y="7496"/>
                  </a:lnTo>
                  <a:lnTo>
                    <a:pt x="1673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04" name="Google Shape;5304;p59"/>
          <p:cNvGrpSpPr/>
          <p:nvPr/>
        </p:nvGrpSpPr>
        <p:grpSpPr>
          <a:xfrm>
            <a:off x="6179721" y="3565945"/>
            <a:ext cx="293882" cy="293836"/>
            <a:chOff x="4873519" y="3311869"/>
            <a:chExt cx="499374" cy="499296"/>
          </a:xfrm>
        </p:grpSpPr>
        <p:sp>
          <p:nvSpPr>
            <p:cNvPr id="5305" name="Google Shape;5305;p59"/>
            <p:cNvSpPr/>
            <p:nvPr/>
          </p:nvSpPr>
          <p:spPr>
            <a:xfrm>
              <a:off x="4873519" y="3311869"/>
              <a:ext cx="499374" cy="499296"/>
            </a:xfrm>
            <a:custGeom>
              <a:avLst/>
              <a:gdLst/>
              <a:ahLst/>
              <a:cxnLst/>
              <a:rect l="l" t="t" r="r" b="b"/>
              <a:pathLst>
                <a:path w="19240" h="19237" extrusionOk="0">
                  <a:moveTo>
                    <a:pt x="1" y="0"/>
                  </a:moveTo>
                  <a:lnTo>
                    <a:pt x="1" y="9618"/>
                  </a:lnTo>
                  <a:cubicBezTo>
                    <a:pt x="1" y="14929"/>
                    <a:pt x="4308" y="19236"/>
                    <a:pt x="9619" y="19236"/>
                  </a:cubicBezTo>
                  <a:cubicBezTo>
                    <a:pt x="14933" y="19236"/>
                    <a:pt x="19240" y="14929"/>
                    <a:pt x="19240" y="9618"/>
                  </a:cubicBezTo>
                  <a:cubicBezTo>
                    <a:pt x="19240" y="4307"/>
                    <a:pt x="14933" y="0"/>
                    <a:pt x="961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6" name="Google Shape;5306;p59"/>
            <p:cNvSpPr/>
            <p:nvPr/>
          </p:nvSpPr>
          <p:spPr>
            <a:xfrm>
              <a:off x="4894620" y="3329830"/>
              <a:ext cx="202112" cy="182386"/>
            </a:xfrm>
            <a:custGeom>
              <a:avLst/>
              <a:gdLst/>
              <a:ahLst/>
              <a:cxnLst/>
              <a:rect l="l" t="t" r="r" b="b"/>
              <a:pathLst>
                <a:path w="7787" h="7027" extrusionOk="0">
                  <a:moveTo>
                    <a:pt x="0" y="1"/>
                  </a:moveTo>
                  <a:lnTo>
                    <a:pt x="0" y="7026"/>
                  </a:lnTo>
                  <a:lnTo>
                    <a:pt x="7787"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07" name="Google Shape;5307;p59"/>
          <p:cNvGrpSpPr/>
          <p:nvPr/>
        </p:nvGrpSpPr>
        <p:grpSpPr>
          <a:xfrm>
            <a:off x="6179721" y="3878317"/>
            <a:ext cx="293882" cy="293882"/>
            <a:chOff x="4873519" y="3875839"/>
            <a:chExt cx="499374" cy="499374"/>
          </a:xfrm>
        </p:grpSpPr>
        <p:sp>
          <p:nvSpPr>
            <p:cNvPr id="5308" name="Google Shape;5308;p59"/>
            <p:cNvSpPr/>
            <p:nvPr/>
          </p:nvSpPr>
          <p:spPr>
            <a:xfrm>
              <a:off x="4873519" y="3875839"/>
              <a:ext cx="499374" cy="499374"/>
            </a:xfrm>
            <a:custGeom>
              <a:avLst/>
              <a:gdLst/>
              <a:ahLst/>
              <a:cxnLst/>
              <a:rect l="l" t="t" r="r" b="b"/>
              <a:pathLst>
                <a:path w="19240" h="19240" extrusionOk="0">
                  <a:moveTo>
                    <a:pt x="1" y="1"/>
                  </a:moveTo>
                  <a:lnTo>
                    <a:pt x="1" y="9619"/>
                  </a:lnTo>
                  <a:cubicBezTo>
                    <a:pt x="1" y="14930"/>
                    <a:pt x="4308" y="19240"/>
                    <a:pt x="9619" y="19240"/>
                  </a:cubicBezTo>
                  <a:cubicBezTo>
                    <a:pt x="14933" y="19240"/>
                    <a:pt x="19240" y="14933"/>
                    <a:pt x="19240" y="9619"/>
                  </a:cubicBezTo>
                  <a:lnTo>
                    <a:pt x="19240"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9" name="Google Shape;5309;p59"/>
            <p:cNvSpPr/>
            <p:nvPr/>
          </p:nvSpPr>
          <p:spPr>
            <a:xfrm>
              <a:off x="4894620" y="3893826"/>
              <a:ext cx="202112" cy="182360"/>
            </a:xfrm>
            <a:custGeom>
              <a:avLst/>
              <a:gdLst/>
              <a:ahLst/>
              <a:cxnLst/>
              <a:rect l="l" t="t" r="r" b="b"/>
              <a:pathLst>
                <a:path w="7787" h="7026" extrusionOk="0">
                  <a:moveTo>
                    <a:pt x="0" y="0"/>
                  </a:moveTo>
                  <a:lnTo>
                    <a:pt x="0" y="7026"/>
                  </a:lnTo>
                  <a:lnTo>
                    <a:pt x="7787"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10" name="Google Shape;5310;p59"/>
          <p:cNvGrpSpPr/>
          <p:nvPr/>
        </p:nvGrpSpPr>
        <p:grpSpPr>
          <a:xfrm>
            <a:off x="2410248" y="1850269"/>
            <a:ext cx="698104" cy="698208"/>
            <a:chOff x="2565073" y="2075876"/>
            <a:chExt cx="672482" cy="672518"/>
          </a:xfrm>
        </p:grpSpPr>
        <p:sp>
          <p:nvSpPr>
            <p:cNvPr id="5311" name="Google Shape;5311;p59"/>
            <p:cNvSpPr/>
            <p:nvPr/>
          </p:nvSpPr>
          <p:spPr>
            <a:xfrm>
              <a:off x="2642193" y="2530650"/>
              <a:ext cx="419588" cy="217743"/>
            </a:xfrm>
            <a:custGeom>
              <a:avLst/>
              <a:gdLst/>
              <a:ahLst/>
              <a:cxnLst/>
              <a:rect l="l" t="t" r="r" b="b"/>
              <a:pathLst>
                <a:path w="130611" h="67780" extrusionOk="0">
                  <a:moveTo>
                    <a:pt x="28498" y="0"/>
                  </a:moveTo>
                  <a:cubicBezTo>
                    <a:pt x="24484" y="0"/>
                    <a:pt x="20456" y="1023"/>
                    <a:pt x="16802" y="3132"/>
                  </a:cubicBezTo>
                  <a:lnTo>
                    <a:pt x="16191" y="3487"/>
                  </a:lnTo>
                  <a:cubicBezTo>
                    <a:pt x="1795" y="11796"/>
                    <a:pt x="1" y="31826"/>
                    <a:pt x="12628" y="42639"/>
                  </a:cubicBezTo>
                  <a:cubicBezTo>
                    <a:pt x="28340" y="56094"/>
                    <a:pt x="48088" y="64970"/>
                    <a:pt x="69808" y="67207"/>
                  </a:cubicBezTo>
                  <a:cubicBezTo>
                    <a:pt x="70015" y="67227"/>
                    <a:pt x="70217" y="67252"/>
                    <a:pt x="70419" y="67271"/>
                  </a:cubicBezTo>
                  <a:cubicBezTo>
                    <a:pt x="70804" y="67306"/>
                    <a:pt x="71188" y="67345"/>
                    <a:pt x="71572" y="67375"/>
                  </a:cubicBezTo>
                  <a:cubicBezTo>
                    <a:pt x="72080" y="67419"/>
                    <a:pt x="72588" y="67464"/>
                    <a:pt x="73100" y="67498"/>
                  </a:cubicBezTo>
                  <a:lnTo>
                    <a:pt x="73440" y="67523"/>
                  </a:lnTo>
                  <a:cubicBezTo>
                    <a:pt x="75877" y="67694"/>
                    <a:pt x="78323" y="67780"/>
                    <a:pt x="80773" y="67780"/>
                  </a:cubicBezTo>
                  <a:cubicBezTo>
                    <a:pt x="97672" y="67780"/>
                    <a:pt x="114788" y="63683"/>
                    <a:pt x="130611" y="55083"/>
                  </a:cubicBezTo>
                  <a:lnTo>
                    <a:pt x="106348" y="13068"/>
                  </a:lnTo>
                  <a:cubicBezTo>
                    <a:pt x="98422" y="17162"/>
                    <a:pt x="89641" y="19287"/>
                    <a:pt x="80747" y="19287"/>
                  </a:cubicBezTo>
                  <a:cubicBezTo>
                    <a:pt x="79675" y="19287"/>
                    <a:pt x="78601" y="19256"/>
                    <a:pt x="77526" y="19194"/>
                  </a:cubicBezTo>
                  <a:cubicBezTo>
                    <a:pt x="77220" y="19174"/>
                    <a:pt x="76910" y="19149"/>
                    <a:pt x="76599" y="19130"/>
                  </a:cubicBezTo>
                  <a:cubicBezTo>
                    <a:pt x="76072" y="19090"/>
                    <a:pt x="75545" y="19051"/>
                    <a:pt x="75017" y="18997"/>
                  </a:cubicBezTo>
                  <a:cubicBezTo>
                    <a:pt x="74943" y="18992"/>
                    <a:pt x="74865" y="18982"/>
                    <a:pt x="74791" y="18972"/>
                  </a:cubicBezTo>
                  <a:cubicBezTo>
                    <a:pt x="73347" y="18819"/>
                    <a:pt x="71908" y="18612"/>
                    <a:pt x="70478" y="18351"/>
                  </a:cubicBezTo>
                  <a:cubicBezTo>
                    <a:pt x="70409" y="18336"/>
                    <a:pt x="70340" y="18331"/>
                    <a:pt x="70266" y="18317"/>
                  </a:cubicBezTo>
                  <a:cubicBezTo>
                    <a:pt x="60646" y="16518"/>
                    <a:pt x="51666" y="12220"/>
                    <a:pt x="44224" y="5857"/>
                  </a:cubicBezTo>
                  <a:cubicBezTo>
                    <a:pt x="39725" y="2011"/>
                    <a:pt x="34125" y="0"/>
                    <a:pt x="28498"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2" name="Google Shape;5312;p59"/>
            <p:cNvSpPr/>
            <p:nvPr/>
          </p:nvSpPr>
          <p:spPr>
            <a:xfrm>
              <a:off x="2910083" y="2420918"/>
              <a:ext cx="327379" cy="312727"/>
            </a:xfrm>
            <a:custGeom>
              <a:avLst/>
              <a:gdLst/>
              <a:ahLst/>
              <a:cxnLst/>
              <a:rect l="l" t="t" r="r" b="b"/>
              <a:pathLst>
                <a:path w="101908" h="97347" extrusionOk="0">
                  <a:moveTo>
                    <a:pt x="53377" y="1"/>
                  </a:moveTo>
                  <a:cubicBezTo>
                    <a:pt x="52884" y="9843"/>
                    <a:pt x="49823" y="19390"/>
                    <a:pt x="44495" y="27689"/>
                  </a:cubicBezTo>
                  <a:lnTo>
                    <a:pt x="44490" y="27684"/>
                  </a:lnTo>
                  <a:cubicBezTo>
                    <a:pt x="37847" y="37980"/>
                    <a:pt x="27936" y="45964"/>
                    <a:pt x="16216" y="50163"/>
                  </a:cubicBezTo>
                  <a:cubicBezTo>
                    <a:pt x="6521" y="53638"/>
                    <a:pt x="1" y="62746"/>
                    <a:pt x="1" y="73041"/>
                  </a:cubicBezTo>
                  <a:cubicBezTo>
                    <a:pt x="1" y="86873"/>
                    <a:pt x="11336" y="97347"/>
                    <a:pt x="24173" y="97347"/>
                  </a:cubicBezTo>
                  <a:cubicBezTo>
                    <a:pt x="26820" y="97347"/>
                    <a:pt x="29530" y="96902"/>
                    <a:pt x="32219" y="95949"/>
                  </a:cubicBezTo>
                  <a:cubicBezTo>
                    <a:pt x="49306" y="89897"/>
                    <a:pt x="64347" y="79537"/>
                    <a:pt x="76048" y="66171"/>
                  </a:cubicBezTo>
                  <a:cubicBezTo>
                    <a:pt x="76329" y="65870"/>
                    <a:pt x="76609" y="65570"/>
                    <a:pt x="76881" y="65254"/>
                  </a:cubicBezTo>
                  <a:cubicBezTo>
                    <a:pt x="92548" y="46905"/>
                    <a:pt x="101267" y="23751"/>
                    <a:pt x="10190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3" name="Google Shape;5313;p59"/>
            <p:cNvSpPr/>
            <p:nvPr/>
          </p:nvSpPr>
          <p:spPr>
            <a:xfrm>
              <a:off x="2999034" y="2125384"/>
              <a:ext cx="238522" cy="411351"/>
            </a:xfrm>
            <a:custGeom>
              <a:avLst/>
              <a:gdLst/>
              <a:ahLst/>
              <a:cxnLst/>
              <a:rect l="l" t="t" r="r" b="b"/>
              <a:pathLst>
                <a:path w="74248" h="128047" extrusionOk="0">
                  <a:moveTo>
                    <a:pt x="24273" y="0"/>
                  </a:moveTo>
                  <a:lnTo>
                    <a:pt x="0" y="42036"/>
                  </a:lnTo>
                  <a:cubicBezTo>
                    <a:pt x="7521" y="46866"/>
                    <a:pt x="13775" y="53430"/>
                    <a:pt x="18236" y="61173"/>
                  </a:cubicBezTo>
                  <a:cubicBezTo>
                    <a:pt x="18694" y="61966"/>
                    <a:pt x="19128" y="62765"/>
                    <a:pt x="19542" y="63573"/>
                  </a:cubicBezTo>
                  <a:cubicBezTo>
                    <a:pt x="19601" y="63696"/>
                    <a:pt x="19665" y="63829"/>
                    <a:pt x="19729" y="63953"/>
                  </a:cubicBezTo>
                  <a:cubicBezTo>
                    <a:pt x="19970" y="64426"/>
                    <a:pt x="20202" y="64904"/>
                    <a:pt x="20429" y="65382"/>
                  </a:cubicBezTo>
                  <a:cubicBezTo>
                    <a:pt x="20557" y="65658"/>
                    <a:pt x="20685" y="65929"/>
                    <a:pt x="20808" y="66210"/>
                  </a:cubicBezTo>
                  <a:cubicBezTo>
                    <a:pt x="21079" y="66806"/>
                    <a:pt x="21346" y="67408"/>
                    <a:pt x="21592" y="68014"/>
                  </a:cubicBezTo>
                  <a:cubicBezTo>
                    <a:pt x="21676" y="68226"/>
                    <a:pt x="21755" y="68433"/>
                    <a:pt x="21838" y="68645"/>
                  </a:cubicBezTo>
                  <a:cubicBezTo>
                    <a:pt x="22036" y="69142"/>
                    <a:pt x="22223" y="69645"/>
                    <a:pt x="22405" y="70148"/>
                  </a:cubicBezTo>
                  <a:cubicBezTo>
                    <a:pt x="25816" y="79561"/>
                    <a:pt x="26649" y="89714"/>
                    <a:pt x="24815" y="99561"/>
                  </a:cubicBezTo>
                  <a:cubicBezTo>
                    <a:pt x="22952" y="109586"/>
                    <a:pt x="27738" y="119679"/>
                    <a:pt x="36570" y="124780"/>
                  </a:cubicBezTo>
                  <a:cubicBezTo>
                    <a:pt x="40441" y="127014"/>
                    <a:pt x="44590" y="128047"/>
                    <a:pt x="48651" y="128047"/>
                  </a:cubicBezTo>
                  <a:cubicBezTo>
                    <a:pt x="59837" y="128047"/>
                    <a:pt x="70356" y="120215"/>
                    <a:pt x="72558" y="108102"/>
                  </a:cubicBezTo>
                  <a:cubicBezTo>
                    <a:pt x="73686" y="101887"/>
                    <a:pt x="74248" y="95579"/>
                    <a:pt x="74248" y="89261"/>
                  </a:cubicBezTo>
                  <a:cubicBezTo>
                    <a:pt x="74243" y="71168"/>
                    <a:pt x="69655" y="54150"/>
                    <a:pt x="61577" y="39305"/>
                  </a:cubicBezTo>
                  <a:lnTo>
                    <a:pt x="61557" y="39315"/>
                  </a:lnTo>
                  <a:cubicBezTo>
                    <a:pt x="61123" y="38517"/>
                    <a:pt x="60680" y="37723"/>
                    <a:pt x="60222" y="36930"/>
                  </a:cubicBezTo>
                  <a:cubicBezTo>
                    <a:pt x="51178" y="21262"/>
                    <a:pt x="38694" y="8818"/>
                    <a:pt x="24273"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4" name="Google Shape;5314;p59"/>
            <p:cNvSpPr/>
            <p:nvPr/>
          </p:nvSpPr>
          <p:spPr>
            <a:xfrm>
              <a:off x="2740849" y="2075876"/>
              <a:ext cx="419604" cy="217734"/>
            </a:xfrm>
            <a:custGeom>
              <a:avLst/>
              <a:gdLst/>
              <a:ahLst/>
              <a:cxnLst/>
              <a:rect l="l" t="t" r="r" b="b"/>
              <a:pathLst>
                <a:path w="130616" h="67777" extrusionOk="0">
                  <a:moveTo>
                    <a:pt x="49853" y="1"/>
                  </a:moveTo>
                  <a:cubicBezTo>
                    <a:pt x="32949" y="1"/>
                    <a:pt x="15828" y="4093"/>
                    <a:pt x="0" y="12696"/>
                  </a:cubicBezTo>
                  <a:lnTo>
                    <a:pt x="24263" y="54711"/>
                  </a:lnTo>
                  <a:cubicBezTo>
                    <a:pt x="32189" y="50621"/>
                    <a:pt x="40970" y="48497"/>
                    <a:pt x="49860" y="48497"/>
                  </a:cubicBezTo>
                  <a:cubicBezTo>
                    <a:pt x="50932" y="48497"/>
                    <a:pt x="52006" y="48528"/>
                    <a:pt x="53080" y="48590"/>
                  </a:cubicBezTo>
                  <a:cubicBezTo>
                    <a:pt x="53391" y="48605"/>
                    <a:pt x="53701" y="48630"/>
                    <a:pt x="54012" y="48649"/>
                  </a:cubicBezTo>
                  <a:cubicBezTo>
                    <a:pt x="54539" y="48689"/>
                    <a:pt x="55066" y="48728"/>
                    <a:pt x="55594" y="48782"/>
                  </a:cubicBezTo>
                  <a:cubicBezTo>
                    <a:pt x="55668" y="48792"/>
                    <a:pt x="55746" y="48802"/>
                    <a:pt x="55820" y="48807"/>
                  </a:cubicBezTo>
                  <a:cubicBezTo>
                    <a:pt x="57264" y="48960"/>
                    <a:pt x="58704" y="49172"/>
                    <a:pt x="60133" y="49433"/>
                  </a:cubicBezTo>
                  <a:cubicBezTo>
                    <a:pt x="60202" y="49448"/>
                    <a:pt x="60271" y="49453"/>
                    <a:pt x="60345" y="49462"/>
                  </a:cubicBezTo>
                  <a:cubicBezTo>
                    <a:pt x="69965" y="51266"/>
                    <a:pt x="78945" y="55564"/>
                    <a:pt x="86387" y="61927"/>
                  </a:cubicBezTo>
                  <a:cubicBezTo>
                    <a:pt x="90886" y="65767"/>
                    <a:pt x="96484" y="67777"/>
                    <a:pt x="102111" y="67777"/>
                  </a:cubicBezTo>
                  <a:cubicBezTo>
                    <a:pt x="106125" y="67777"/>
                    <a:pt x="110154" y="66754"/>
                    <a:pt x="113809" y="64642"/>
                  </a:cubicBezTo>
                  <a:lnTo>
                    <a:pt x="114420" y="64292"/>
                  </a:lnTo>
                  <a:cubicBezTo>
                    <a:pt x="128816" y="55983"/>
                    <a:pt x="130615" y="35958"/>
                    <a:pt x="117988" y="25140"/>
                  </a:cubicBezTo>
                  <a:cubicBezTo>
                    <a:pt x="102271" y="11685"/>
                    <a:pt x="82523" y="2809"/>
                    <a:pt x="60803" y="572"/>
                  </a:cubicBezTo>
                  <a:cubicBezTo>
                    <a:pt x="60596" y="552"/>
                    <a:pt x="60394" y="532"/>
                    <a:pt x="60192" y="513"/>
                  </a:cubicBezTo>
                  <a:cubicBezTo>
                    <a:pt x="59808" y="473"/>
                    <a:pt x="59423" y="439"/>
                    <a:pt x="59039" y="404"/>
                  </a:cubicBezTo>
                  <a:cubicBezTo>
                    <a:pt x="58531" y="360"/>
                    <a:pt x="58023" y="320"/>
                    <a:pt x="57511" y="281"/>
                  </a:cubicBezTo>
                  <a:lnTo>
                    <a:pt x="57171" y="256"/>
                  </a:lnTo>
                  <a:cubicBezTo>
                    <a:pt x="54739" y="86"/>
                    <a:pt x="52298" y="1"/>
                    <a:pt x="4985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5" name="Google Shape;5315;p59"/>
            <p:cNvSpPr/>
            <p:nvPr/>
          </p:nvSpPr>
          <p:spPr>
            <a:xfrm>
              <a:off x="2565167" y="2090625"/>
              <a:ext cx="327379" cy="312740"/>
            </a:xfrm>
            <a:custGeom>
              <a:avLst/>
              <a:gdLst/>
              <a:ahLst/>
              <a:cxnLst/>
              <a:rect l="l" t="t" r="r" b="b"/>
              <a:pathLst>
                <a:path w="101908" h="97351" extrusionOk="0">
                  <a:moveTo>
                    <a:pt x="77732" y="1"/>
                  </a:moveTo>
                  <a:cubicBezTo>
                    <a:pt x="75086" y="1"/>
                    <a:pt x="72377" y="446"/>
                    <a:pt x="69690" y="1397"/>
                  </a:cubicBezTo>
                  <a:cubicBezTo>
                    <a:pt x="52607" y="7449"/>
                    <a:pt x="37561" y="17814"/>
                    <a:pt x="25865" y="31175"/>
                  </a:cubicBezTo>
                  <a:cubicBezTo>
                    <a:pt x="25580" y="31476"/>
                    <a:pt x="25299" y="31776"/>
                    <a:pt x="25028" y="32097"/>
                  </a:cubicBezTo>
                  <a:cubicBezTo>
                    <a:pt x="9365" y="50441"/>
                    <a:pt x="646" y="73600"/>
                    <a:pt x="1" y="97350"/>
                  </a:cubicBezTo>
                  <a:lnTo>
                    <a:pt x="48536" y="97350"/>
                  </a:lnTo>
                  <a:cubicBezTo>
                    <a:pt x="49024" y="87503"/>
                    <a:pt x="52085" y="77956"/>
                    <a:pt x="57413" y="69662"/>
                  </a:cubicBezTo>
                  <a:lnTo>
                    <a:pt x="57418" y="69662"/>
                  </a:lnTo>
                  <a:cubicBezTo>
                    <a:pt x="64061" y="59371"/>
                    <a:pt x="73977" y="51382"/>
                    <a:pt x="85697" y="47183"/>
                  </a:cubicBezTo>
                  <a:cubicBezTo>
                    <a:pt x="95382" y="43708"/>
                    <a:pt x="101907" y="34605"/>
                    <a:pt x="101907" y="24310"/>
                  </a:cubicBezTo>
                  <a:cubicBezTo>
                    <a:pt x="101907" y="10473"/>
                    <a:pt x="90570" y="1"/>
                    <a:pt x="7773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6" name="Google Shape;5316;p59"/>
            <p:cNvSpPr/>
            <p:nvPr/>
          </p:nvSpPr>
          <p:spPr>
            <a:xfrm>
              <a:off x="2565073" y="2287538"/>
              <a:ext cx="218572" cy="409555"/>
            </a:xfrm>
            <a:custGeom>
              <a:avLst/>
              <a:gdLst/>
              <a:ahLst/>
              <a:cxnLst/>
              <a:rect l="l" t="t" r="r" b="b"/>
              <a:pathLst>
                <a:path w="68038" h="127488" extrusionOk="0">
                  <a:moveTo>
                    <a:pt x="25598" y="0"/>
                  </a:moveTo>
                  <a:cubicBezTo>
                    <a:pt x="14413" y="0"/>
                    <a:pt x="3897" y="7831"/>
                    <a:pt x="1695" y="19943"/>
                  </a:cubicBezTo>
                  <a:cubicBezTo>
                    <a:pt x="567" y="26163"/>
                    <a:pt x="0" y="32466"/>
                    <a:pt x="5" y="38785"/>
                  </a:cubicBezTo>
                  <a:cubicBezTo>
                    <a:pt x="5" y="56877"/>
                    <a:pt x="4598" y="73900"/>
                    <a:pt x="12676" y="88745"/>
                  </a:cubicBezTo>
                  <a:lnTo>
                    <a:pt x="12696" y="88735"/>
                  </a:lnTo>
                  <a:cubicBezTo>
                    <a:pt x="13125" y="89533"/>
                    <a:pt x="13568" y="90327"/>
                    <a:pt x="14027" y="91120"/>
                  </a:cubicBezTo>
                  <a:cubicBezTo>
                    <a:pt x="22888" y="106463"/>
                    <a:pt x="35052" y="118705"/>
                    <a:pt x="49093" y="127488"/>
                  </a:cubicBezTo>
                  <a:cubicBezTo>
                    <a:pt x="44721" y="124742"/>
                    <a:pt x="40552" y="121677"/>
                    <a:pt x="36634" y="118316"/>
                  </a:cubicBezTo>
                  <a:cubicBezTo>
                    <a:pt x="24002" y="107503"/>
                    <a:pt x="25801" y="87473"/>
                    <a:pt x="40197" y="79164"/>
                  </a:cubicBezTo>
                  <a:lnTo>
                    <a:pt x="40808" y="78809"/>
                  </a:lnTo>
                  <a:cubicBezTo>
                    <a:pt x="44459" y="76702"/>
                    <a:pt x="48483" y="75681"/>
                    <a:pt x="52492" y="75681"/>
                  </a:cubicBezTo>
                  <a:cubicBezTo>
                    <a:pt x="58042" y="75681"/>
                    <a:pt x="63566" y="77637"/>
                    <a:pt x="68038" y="81377"/>
                  </a:cubicBezTo>
                  <a:cubicBezTo>
                    <a:pt x="63238" y="77256"/>
                    <a:pt x="59172" y="72353"/>
                    <a:pt x="56017" y="66877"/>
                  </a:cubicBezTo>
                  <a:cubicBezTo>
                    <a:pt x="55559" y="66083"/>
                    <a:pt x="55120" y="65280"/>
                    <a:pt x="54706" y="64472"/>
                  </a:cubicBezTo>
                  <a:cubicBezTo>
                    <a:pt x="54647" y="64349"/>
                    <a:pt x="54583" y="64221"/>
                    <a:pt x="54519" y="64092"/>
                  </a:cubicBezTo>
                  <a:cubicBezTo>
                    <a:pt x="54278" y="63619"/>
                    <a:pt x="54046" y="63141"/>
                    <a:pt x="53824" y="62663"/>
                  </a:cubicBezTo>
                  <a:cubicBezTo>
                    <a:pt x="53691" y="62392"/>
                    <a:pt x="53568" y="62116"/>
                    <a:pt x="53440" y="61840"/>
                  </a:cubicBezTo>
                  <a:cubicBezTo>
                    <a:pt x="53169" y="61239"/>
                    <a:pt x="52907" y="60637"/>
                    <a:pt x="52656" y="60031"/>
                  </a:cubicBezTo>
                  <a:cubicBezTo>
                    <a:pt x="52572" y="59824"/>
                    <a:pt x="52493" y="59612"/>
                    <a:pt x="52410" y="59400"/>
                  </a:cubicBezTo>
                  <a:cubicBezTo>
                    <a:pt x="52217" y="58903"/>
                    <a:pt x="52025" y="58400"/>
                    <a:pt x="51843" y="57902"/>
                  </a:cubicBezTo>
                  <a:cubicBezTo>
                    <a:pt x="48437" y="48484"/>
                    <a:pt x="47604" y="38331"/>
                    <a:pt x="49433" y="28484"/>
                  </a:cubicBezTo>
                  <a:cubicBezTo>
                    <a:pt x="51301" y="18459"/>
                    <a:pt x="46515" y="8366"/>
                    <a:pt x="37683" y="3270"/>
                  </a:cubicBezTo>
                  <a:cubicBezTo>
                    <a:pt x="33811" y="1033"/>
                    <a:pt x="29660" y="0"/>
                    <a:pt x="2559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17" name="Google Shape;5317;p59"/>
          <p:cNvGrpSpPr/>
          <p:nvPr/>
        </p:nvGrpSpPr>
        <p:grpSpPr>
          <a:xfrm>
            <a:off x="5633660" y="3534870"/>
            <a:ext cx="438354" cy="637329"/>
            <a:chOff x="1697726" y="3244179"/>
            <a:chExt cx="788124" cy="1146069"/>
          </a:xfrm>
        </p:grpSpPr>
        <p:sp>
          <p:nvSpPr>
            <p:cNvPr id="5318" name="Google Shape;5318;p59"/>
            <p:cNvSpPr/>
            <p:nvPr/>
          </p:nvSpPr>
          <p:spPr>
            <a:xfrm>
              <a:off x="1697726" y="3244179"/>
              <a:ext cx="788124" cy="1146069"/>
            </a:xfrm>
            <a:custGeom>
              <a:avLst/>
              <a:gdLst/>
              <a:ahLst/>
              <a:cxnLst/>
              <a:rect l="l" t="t" r="r" b="b"/>
              <a:pathLst>
                <a:path w="30365" h="44156" extrusionOk="0">
                  <a:moveTo>
                    <a:pt x="18841" y="1"/>
                  </a:moveTo>
                  <a:lnTo>
                    <a:pt x="18841" y="3319"/>
                  </a:lnTo>
                  <a:lnTo>
                    <a:pt x="7583" y="3319"/>
                  </a:lnTo>
                  <a:cubicBezTo>
                    <a:pt x="5740" y="3319"/>
                    <a:pt x="4248" y="4814"/>
                    <a:pt x="4248" y="6658"/>
                  </a:cubicBezTo>
                  <a:lnTo>
                    <a:pt x="4248" y="29436"/>
                  </a:lnTo>
                  <a:lnTo>
                    <a:pt x="1" y="29436"/>
                  </a:lnTo>
                  <a:lnTo>
                    <a:pt x="1" y="44155"/>
                  </a:lnTo>
                  <a:lnTo>
                    <a:pt x="14720" y="44155"/>
                  </a:lnTo>
                  <a:lnTo>
                    <a:pt x="14720" y="29436"/>
                  </a:lnTo>
                  <a:lnTo>
                    <a:pt x="10922" y="29436"/>
                  </a:lnTo>
                  <a:lnTo>
                    <a:pt x="10922" y="9993"/>
                  </a:lnTo>
                  <a:lnTo>
                    <a:pt x="18841" y="9993"/>
                  </a:lnTo>
                  <a:lnTo>
                    <a:pt x="18841" y="13311"/>
                  </a:lnTo>
                  <a:lnTo>
                    <a:pt x="30365" y="6658"/>
                  </a:lnTo>
                  <a:lnTo>
                    <a:pt x="18841"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9" name="Google Shape;5319;p59"/>
            <p:cNvSpPr/>
            <p:nvPr/>
          </p:nvSpPr>
          <p:spPr>
            <a:xfrm>
              <a:off x="1743302" y="4053603"/>
              <a:ext cx="291293" cy="291267"/>
            </a:xfrm>
            <a:custGeom>
              <a:avLst/>
              <a:gdLst/>
              <a:ahLst/>
              <a:cxnLst/>
              <a:rect l="l" t="t" r="r" b="b"/>
              <a:pathLst>
                <a:path w="11223" h="11222" extrusionOk="0">
                  <a:moveTo>
                    <a:pt x="1" y="0"/>
                  </a:moveTo>
                  <a:lnTo>
                    <a:pt x="1" y="11222"/>
                  </a:lnTo>
                  <a:lnTo>
                    <a:pt x="11222" y="11222"/>
                  </a:lnTo>
                  <a:lnTo>
                    <a:pt x="11222"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320" name="Google Shape;5320;p59"/>
          <p:cNvSpPr/>
          <p:nvPr/>
        </p:nvSpPr>
        <p:spPr>
          <a:xfrm>
            <a:off x="8130919" y="3422653"/>
            <a:ext cx="204" cy="4"/>
          </a:xfrm>
          <a:custGeom>
            <a:avLst/>
            <a:gdLst/>
            <a:ahLst/>
            <a:cxnLst/>
            <a:rect l="l" t="t" r="r" b="b"/>
            <a:pathLst>
              <a:path w="48" h="1" extrusionOk="0">
                <a:moveTo>
                  <a:pt x="48" y="0"/>
                </a:moveTo>
                <a:lnTo>
                  <a:pt x="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321" name="Google Shape;5321;p59"/>
          <p:cNvGrpSpPr/>
          <p:nvPr/>
        </p:nvGrpSpPr>
        <p:grpSpPr>
          <a:xfrm>
            <a:off x="7634874" y="1863232"/>
            <a:ext cx="799565" cy="670282"/>
            <a:chOff x="7617850" y="2063282"/>
            <a:chExt cx="799565" cy="670282"/>
          </a:xfrm>
        </p:grpSpPr>
        <p:cxnSp>
          <p:nvCxnSpPr>
            <p:cNvPr id="5322" name="Google Shape;5322;p59"/>
            <p:cNvCxnSpPr/>
            <p:nvPr/>
          </p:nvCxnSpPr>
          <p:spPr>
            <a:xfrm rot="5400000" flipH="1">
              <a:off x="7629118" y="210471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5323" name="Google Shape;5323;p59"/>
            <p:cNvCxnSpPr/>
            <p:nvPr/>
          </p:nvCxnSpPr>
          <p:spPr>
            <a:xfrm rot="-5400000">
              <a:off x="8276270" y="210471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5324" name="Google Shape;5324;p59"/>
            <p:cNvCxnSpPr/>
            <p:nvPr/>
          </p:nvCxnSpPr>
          <p:spPr>
            <a:xfrm rot="5400000">
              <a:off x="7629118" y="261296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5325" name="Google Shape;5325;p59"/>
            <p:cNvCxnSpPr/>
            <p:nvPr/>
          </p:nvCxnSpPr>
          <p:spPr>
            <a:xfrm rot="-5400000" flipH="1">
              <a:off x="8276270" y="2612964"/>
              <a:ext cx="129900" cy="111300"/>
            </a:xfrm>
            <a:prstGeom prst="bentConnector3">
              <a:avLst>
                <a:gd name="adj1" fmla="val 50000"/>
              </a:avLst>
            </a:prstGeom>
            <a:noFill/>
            <a:ln w="9525" cap="flat" cmpd="sng">
              <a:solidFill>
                <a:srgbClr val="667E92"/>
              </a:solidFill>
              <a:prstDash val="solid"/>
              <a:round/>
              <a:headEnd type="none" w="med" len="med"/>
              <a:tailEnd type="none" w="med" len="med"/>
            </a:ln>
          </p:spPr>
        </p:cxnSp>
        <p:cxnSp>
          <p:nvCxnSpPr>
            <p:cNvPr id="5326" name="Google Shape;5326;p59"/>
            <p:cNvCxnSpPr/>
            <p:nvPr/>
          </p:nvCxnSpPr>
          <p:spPr>
            <a:xfrm rot="10800000">
              <a:off x="7617850" y="2393356"/>
              <a:ext cx="83400" cy="0"/>
            </a:xfrm>
            <a:prstGeom prst="straightConnector1">
              <a:avLst/>
            </a:prstGeom>
            <a:noFill/>
            <a:ln w="9525" cap="flat" cmpd="sng">
              <a:solidFill>
                <a:srgbClr val="667E92"/>
              </a:solidFill>
              <a:prstDash val="solid"/>
              <a:round/>
              <a:headEnd type="none" w="med" len="med"/>
              <a:tailEnd type="none" w="med" len="med"/>
            </a:ln>
          </p:spPr>
        </p:cxnSp>
        <p:cxnSp>
          <p:nvCxnSpPr>
            <p:cNvPr id="5327" name="Google Shape;5327;p59"/>
            <p:cNvCxnSpPr/>
            <p:nvPr/>
          </p:nvCxnSpPr>
          <p:spPr>
            <a:xfrm rot="10800000">
              <a:off x="8334015" y="2393356"/>
              <a:ext cx="83400" cy="0"/>
            </a:xfrm>
            <a:prstGeom prst="straightConnector1">
              <a:avLst/>
            </a:prstGeom>
            <a:noFill/>
            <a:ln w="9525" cap="flat" cmpd="sng">
              <a:solidFill>
                <a:srgbClr val="667E92"/>
              </a:solidFill>
              <a:prstDash val="solid"/>
              <a:round/>
              <a:headEnd type="none" w="med" len="med"/>
              <a:tailEnd type="none" w="med" len="med"/>
            </a:ln>
          </p:spPr>
        </p:cxnSp>
        <p:grpSp>
          <p:nvGrpSpPr>
            <p:cNvPr id="5328" name="Google Shape;5328;p59"/>
            <p:cNvGrpSpPr/>
            <p:nvPr/>
          </p:nvGrpSpPr>
          <p:grpSpPr>
            <a:xfrm>
              <a:off x="7734309" y="2063282"/>
              <a:ext cx="570957" cy="620095"/>
              <a:chOff x="7734309" y="2063282"/>
              <a:chExt cx="570957" cy="620095"/>
            </a:xfrm>
          </p:grpSpPr>
          <p:grpSp>
            <p:nvGrpSpPr>
              <p:cNvPr id="5329" name="Google Shape;5329;p59"/>
              <p:cNvGrpSpPr/>
              <p:nvPr/>
            </p:nvGrpSpPr>
            <p:grpSpPr>
              <a:xfrm>
                <a:off x="8031573" y="2063282"/>
                <a:ext cx="273693" cy="620095"/>
                <a:chOff x="8031573" y="2063282"/>
                <a:chExt cx="273693" cy="620095"/>
              </a:xfrm>
            </p:grpSpPr>
            <p:sp>
              <p:nvSpPr>
                <p:cNvPr id="5330" name="Google Shape;5330;p59"/>
                <p:cNvSpPr/>
                <p:nvPr/>
              </p:nvSpPr>
              <p:spPr>
                <a:xfrm>
                  <a:off x="8031573" y="2481676"/>
                  <a:ext cx="246012" cy="201702"/>
                </a:xfrm>
                <a:custGeom>
                  <a:avLst/>
                  <a:gdLst/>
                  <a:ahLst/>
                  <a:cxnLst/>
                  <a:rect l="l" t="t" r="r" b="b"/>
                  <a:pathLst>
                    <a:path w="17944" h="14712" extrusionOk="0">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1" name="Google Shape;5331;p59"/>
                <p:cNvSpPr/>
                <p:nvPr/>
              </p:nvSpPr>
              <p:spPr>
                <a:xfrm>
                  <a:off x="8031573" y="2298026"/>
                  <a:ext cx="273693" cy="250112"/>
                </a:xfrm>
                <a:custGeom>
                  <a:avLst/>
                  <a:gdLst/>
                  <a:ahLst/>
                  <a:cxnLst/>
                  <a:rect l="l" t="t" r="r" b="b"/>
                  <a:pathLst>
                    <a:path w="19963" h="18243" extrusionOk="0">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2" name="Google Shape;5332;p59"/>
                <p:cNvSpPr/>
                <p:nvPr/>
              </p:nvSpPr>
              <p:spPr>
                <a:xfrm>
                  <a:off x="8031573" y="2063282"/>
                  <a:ext cx="177311" cy="142529"/>
                </a:xfrm>
                <a:custGeom>
                  <a:avLst/>
                  <a:gdLst/>
                  <a:ahLst/>
                  <a:cxnLst/>
                  <a:rect l="l" t="t" r="r" b="b"/>
                  <a:pathLst>
                    <a:path w="12933" h="10396" extrusionOk="0">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3" name="Google Shape;5333;p59"/>
                <p:cNvSpPr/>
                <p:nvPr/>
              </p:nvSpPr>
              <p:spPr>
                <a:xfrm>
                  <a:off x="8031573" y="2177659"/>
                  <a:ext cx="221307" cy="176914"/>
                </a:xfrm>
                <a:custGeom>
                  <a:avLst/>
                  <a:gdLst/>
                  <a:ahLst/>
                  <a:cxnLst/>
                  <a:rect l="l" t="t" r="r" b="b"/>
                  <a:pathLst>
                    <a:path w="16142" h="12904" extrusionOk="0">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34" name="Google Shape;5334;p59"/>
              <p:cNvGrpSpPr/>
              <p:nvPr/>
            </p:nvGrpSpPr>
            <p:grpSpPr>
              <a:xfrm flipH="1">
                <a:off x="7734309" y="2063282"/>
                <a:ext cx="273693" cy="620095"/>
                <a:chOff x="8031573" y="2063282"/>
                <a:chExt cx="273693" cy="620095"/>
              </a:xfrm>
            </p:grpSpPr>
            <p:sp>
              <p:nvSpPr>
                <p:cNvPr id="5335" name="Google Shape;5335;p59"/>
                <p:cNvSpPr/>
                <p:nvPr/>
              </p:nvSpPr>
              <p:spPr>
                <a:xfrm>
                  <a:off x="8031573" y="2481676"/>
                  <a:ext cx="246012" cy="201702"/>
                </a:xfrm>
                <a:custGeom>
                  <a:avLst/>
                  <a:gdLst/>
                  <a:ahLst/>
                  <a:cxnLst/>
                  <a:rect l="l" t="t" r="r" b="b"/>
                  <a:pathLst>
                    <a:path w="17944" h="14712" extrusionOk="0">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6" name="Google Shape;5336;p59"/>
                <p:cNvSpPr/>
                <p:nvPr/>
              </p:nvSpPr>
              <p:spPr>
                <a:xfrm>
                  <a:off x="8031573" y="2298026"/>
                  <a:ext cx="273693" cy="250112"/>
                </a:xfrm>
                <a:custGeom>
                  <a:avLst/>
                  <a:gdLst/>
                  <a:ahLst/>
                  <a:cxnLst/>
                  <a:rect l="l" t="t" r="r" b="b"/>
                  <a:pathLst>
                    <a:path w="19963" h="18243" extrusionOk="0">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7" name="Google Shape;5337;p59"/>
                <p:cNvSpPr/>
                <p:nvPr/>
              </p:nvSpPr>
              <p:spPr>
                <a:xfrm>
                  <a:off x="8031573" y="2063282"/>
                  <a:ext cx="177311" cy="142529"/>
                </a:xfrm>
                <a:custGeom>
                  <a:avLst/>
                  <a:gdLst/>
                  <a:ahLst/>
                  <a:cxnLst/>
                  <a:rect l="l" t="t" r="r" b="b"/>
                  <a:pathLst>
                    <a:path w="12933" h="10396" extrusionOk="0">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8" name="Google Shape;5338;p59"/>
                <p:cNvSpPr/>
                <p:nvPr/>
              </p:nvSpPr>
              <p:spPr>
                <a:xfrm>
                  <a:off x="8031573" y="2177659"/>
                  <a:ext cx="221307" cy="176914"/>
                </a:xfrm>
                <a:custGeom>
                  <a:avLst/>
                  <a:gdLst/>
                  <a:ahLst/>
                  <a:cxnLst/>
                  <a:rect l="l" t="t" r="r" b="b"/>
                  <a:pathLst>
                    <a:path w="16142" h="12904" extrusionOk="0">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
        <p:nvSpPr>
          <p:cNvPr id="5339" name="Google Shape;5339;p59"/>
          <p:cNvSpPr/>
          <p:nvPr/>
        </p:nvSpPr>
        <p:spPr>
          <a:xfrm>
            <a:off x="7095128" y="3555322"/>
            <a:ext cx="558742" cy="616877"/>
          </a:xfrm>
          <a:custGeom>
            <a:avLst/>
            <a:gdLst/>
            <a:ahLst/>
            <a:cxnLst/>
            <a:rect l="l" t="t" r="r" b="b"/>
            <a:pathLst>
              <a:path w="4733" h="5225" extrusionOk="0">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0" name="Google Shape;5340;p59"/>
          <p:cNvSpPr/>
          <p:nvPr/>
        </p:nvSpPr>
        <p:spPr>
          <a:xfrm rot="10800000">
            <a:off x="6581310" y="3552736"/>
            <a:ext cx="406111" cy="619462"/>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341" name="Google Shape;5341;p59"/>
          <p:cNvGrpSpPr/>
          <p:nvPr/>
        </p:nvGrpSpPr>
        <p:grpSpPr>
          <a:xfrm>
            <a:off x="7821480" y="2716716"/>
            <a:ext cx="602567" cy="601884"/>
            <a:chOff x="1186975" y="238125"/>
            <a:chExt cx="5244275" cy="5238325"/>
          </a:xfrm>
        </p:grpSpPr>
        <p:sp>
          <p:nvSpPr>
            <p:cNvPr id="5342" name="Google Shape;5342;p59"/>
            <p:cNvSpPr/>
            <p:nvPr/>
          </p:nvSpPr>
          <p:spPr>
            <a:xfrm>
              <a:off x="1188450" y="238125"/>
              <a:ext cx="3198750" cy="2628625"/>
            </a:xfrm>
            <a:custGeom>
              <a:avLst/>
              <a:gdLst/>
              <a:ahLst/>
              <a:cxnLst/>
              <a:rect l="l" t="t" r="r" b="b"/>
              <a:pathLst>
                <a:path w="127950" h="105145" extrusionOk="0">
                  <a:moveTo>
                    <a:pt x="18697" y="0"/>
                  </a:moveTo>
                  <a:cubicBezTo>
                    <a:pt x="8371" y="0"/>
                    <a:pt x="1" y="8371"/>
                    <a:pt x="1" y="18697"/>
                  </a:cubicBezTo>
                  <a:lnTo>
                    <a:pt x="1" y="105145"/>
                  </a:lnTo>
                  <a:lnTo>
                    <a:pt x="36857" y="105145"/>
                  </a:lnTo>
                  <a:cubicBezTo>
                    <a:pt x="35719" y="102283"/>
                    <a:pt x="35385" y="99165"/>
                    <a:pt x="35897" y="96130"/>
                  </a:cubicBezTo>
                  <a:cubicBezTo>
                    <a:pt x="37137" y="88648"/>
                    <a:pt x="43398" y="82793"/>
                    <a:pt x="50957" y="82096"/>
                  </a:cubicBezTo>
                  <a:cubicBezTo>
                    <a:pt x="51501" y="82045"/>
                    <a:pt x="52041" y="82020"/>
                    <a:pt x="52575" y="82020"/>
                  </a:cubicBezTo>
                  <a:cubicBezTo>
                    <a:pt x="61906" y="82020"/>
                    <a:pt x="69475" y="89593"/>
                    <a:pt x="69475" y="98926"/>
                  </a:cubicBezTo>
                  <a:cubicBezTo>
                    <a:pt x="69475" y="101055"/>
                    <a:pt x="69070" y="103165"/>
                    <a:pt x="68283" y="105145"/>
                  </a:cubicBezTo>
                  <a:lnTo>
                    <a:pt x="105145" y="105145"/>
                  </a:lnTo>
                  <a:lnTo>
                    <a:pt x="105145" y="68419"/>
                  </a:lnTo>
                  <a:cubicBezTo>
                    <a:pt x="106958" y="69088"/>
                    <a:pt x="108908" y="69476"/>
                    <a:pt x="110955" y="69476"/>
                  </a:cubicBezTo>
                  <a:cubicBezTo>
                    <a:pt x="111990" y="69476"/>
                    <a:pt x="113050" y="69377"/>
                    <a:pt x="114130" y="69164"/>
                  </a:cubicBezTo>
                  <a:cubicBezTo>
                    <a:pt x="121952" y="67632"/>
                    <a:pt x="127801" y="60687"/>
                    <a:pt x="127866" y="52715"/>
                  </a:cubicBezTo>
                  <a:cubicBezTo>
                    <a:pt x="127950" y="43313"/>
                    <a:pt x="120348" y="35664"/>
                    <a:pt x="110964" y="35664"/>
                  </a:cubicBezTo>
                  <a:cubicBezTo>
                    <a:pt x="108979" y="35670"/>
                    <a:pt x="107005" y="36028"/>
                    <a:pt x="105145" y="36720"/>
                  </a:cubicBezTo>
                  <a:lnTo>
                    <a:pt x="105145"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3" name="Google Shape;5343;p59"/>
            <p:cNvSpPr/>
            <p:nvPr/>
          </p:nvSpPr>
          <p:spPr>
            <a:xfrm>
              <a:off x="1186975" y="2279750"/>
              <a:ext cx="2628625" cy="3196700"/>
            </a:xfrm>
            <a:custGeom>
              <a:avLst/>
              <a:gdLst/>
              <a:ahLst/>
              <a:cxnLst/>
              <a:rect l="l" t="t" r="r" b="b"/>
              <a:pathLst>
                <a:path w="105145" h="127868" extrusionOk="0">
                  <a:moveTo>
                    <a:pt x="52573" y="1"/>
                  </a:moveTo>
                  <a:cubicBezTo>
                    <a:pt x="43236" y="1"/>
                    <a:pt x="35664" y="7567"/>
                    <a:pt x="35664" y="16910"/>
                  </a:cubicBezTo>
                  <a:cubicBezTo>
                    <a:pt x="35670" y="18895"/>
                    <a:pt x="36028" y="20862"/>
                    <a:pt x="36720" y="22722"/>
                  </a:cubicBezTo>
                  <a:lnTo>
                    <a:pt x="0" y="22722"/>
                  </a:lnTo>
                  <a:lnTo>
                    <a:pt x="0" y="110011"/>
                  </a:lnTo>
                  <a:cubicBezTo>
                    <a:pt x="0" y="119872"/>
                    <a:pt x="7995" y="127867"/>
                    <a:pt x="17862" y="127867"/>
                  </a:cubicBezTo>
                  <a:lnTo>
                    <a:pt x="105145" y="127867"/>
                  </a:lnTo>
                  <a:lnTo>
                    <a:pt x="105145" y="91010"/>
                  </a:lnTo>
                  <a:cubicBezTo>
                    <a:pt x="103158" y="91801"/>
                    <a:pt x="101044" y="92206"/>
                    <a:pt x="98916" y="92206"/>
                  </a:cubicBezTo>
                  <a:cubicBezTo>
                    <a:pt x="98350" y="92206"/>
                    <a:pt x="97782" y="92177"/>
                    <a:pt x="97215" y="92119"/>
                  </a:cubicBezTo>
                  <a:cubicBezTo>
                    <a:pt x="88869" y="91267"/>
                    <a:pt x="82269" y="84184"/>
                    <a:pt x="82024" y="75802"/>
                  </a:cubicBezTo>
                  <a:cubicBezTo>
                    <a:pt x="81744" y="66233"/>
                    <a:pt x="89417" y="58393"/>
                    <a:pt x="98920" y="58393"/>
                  </a:cubicBezTo>
                  <a:cubicBezTo>
                    <a:pt x="101055" y="58393"/>
                    <a:pt x="103159" y="58792"/>
                    <a:pt x="105139" y="59585"/>
                  </a:cubicBezTo>
                  <a:lnTo>
                    <a:pt x="105139" y="22728"/>
                  </a:lnTo>
                  <a:lnTo>
                    <a:pt x="68419" y="22728"/>
                  </a:lnTo>
                  <a:cubicBezTo>
                    <a:pt x="69427" y="19992"/>
                    <a:pt x="69796" y="16951"/>
                    <a:pt x="69164" y="13738"/>
                  </a:cubicBezTo>
                  <a:cubicBezTo>
                    <a:pt x="67632" y="5922"/>
                    <a:pt x="60686" y="73"/>
                    <a:pt x="52715" y="2"/>
                  </a:cubicBezTo>
                  <a:cubicBezTo>
                    <a:pt x="52668" y="1"/>
                    <a:pt x="52620" y="1"/>
                    <a:pt x="5257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4" name="Google Shape;5344;p59"/>
            <p:cNvSpPr/>
            <p:nvPr/>
          </p:nvSpPr>
          <p:spPr>
            <a:xfrm>
              <a:off x="3802600" y="239450"/>
              <a:ext cx="2628650" cy="3196825"/>
            </a:xfrm>
            <a:custGeom>
              <a:avLst/>
              <a:gdLst/>
              <a:ahLst/>
              <a:cxnLst/>
              <a:rect l="l" t="t" r="r" b="b"/>
              <a:pathLst>
                <a:path w="105146" h="127873" extrusionOk="0">
                  <a:moveTo>
                    <a:pt x="1" y="1"/>
                  </a:moveTo>
                  <a:lnTo>
                    <a:pt x="1" y="36857"/>
                  </a:lnTo>
                  <a:cubicBezTo>
                    <a:pt x="1988" y="36066"/>
                    <a:pt x="4101" y="35662"/>
                    <a:pt x="6229" y="35662"/>
                  </a:cubicBezTo>
                  <a:cubicBezTo>
                    <a:pt x="6796" y="35662"/>
                    <a:pt x="7364" y="35691"/>
                    <a:pt x="7930" y="35748"/>
                  </a:cubicBezTo>
                  <a:cubicBezTo>
                    <a:pt x="16277" y="36595"/>
                    <a:pt x="22877" y="43684"/>
                    <a:pt x="23121" y="52066"/>
                  </a:cubicBezTo>
                  <a:cubicBezTo>
                    <a:pt x="23396" y="61635"/>
                    <a:pt x="15722" y="69481"/>
                    <a:pt x="6219" y="69481"/>
                  </a:cubicBezTo>
                  <a:cubicBezTo>
                    <a:pt x="4091" y="69475"/>
                    <a:pt x="1980" y="69076"/>
                    <a:pt x="1" y="68289"/>
                  </a:cubicBezTo>
                  <a:lnTo>
                    <a:pt x="1" y="105145"/>
                  </a:lnTo>
                  <a:lnTo>
                    <a:pt x="36720" y="105145"/>
                  </a:lnTo>
                  <a:cubicBezTo>
                    <a:pt x="35719" y="107882"/>
                    <a:pt x="35343" y="110916"/>
                    <a:pt x="35975" y="114130"/>
                  </a:cubicBezTo>
                  <a:cubicBezTo>
                    <a:pt x="37513" y="121952"/>
                    <a:pt x="44459" y="127801"/>
                    <a:pt x="52424" y="127872"/>
                  </a:cubicBezTo>
                  <a:cubicBezTo>
                    <a:pt x="52472" y="127873"/>
                    <a:pt x="52519" y="127873"/>
                    <a:pt x="52567" y="127873"/>
                  </a:cubicBezTo>
                  <a:cubicBezTo>
                    <a:pt x="61909" y="127873"/>
                    <a:pt x="69481" y="120301"/>
                    <a:pt x="69481" y="110964"/>
                  </a:cubicBezTo>
                  <a:cubicBezTo>
                    <a:pt x="69475" y="108979"/>
                    <a:pt x="69118" y="107005"/>
                    <a:pt x="68426" y="105145"/>
                  </a:cubicBezTo>
                  <a:lnTo>
                    <a:pt x="105145" y="105145"/>
                  </a:lnTo>
                  <a:lnTo>
                    <a:pt x="105145" y="16354"/>
                  </a:lnTo>
                  <a:cubicBezTo>
                    <a:pt x="105140" y="7328"/>
                    <a:pt x="97818" y="1"/>
                    <a:pt x="887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5" name="Google Shape;5345;p59"/>
            <p:cNvSpPr/>
            <p:nvPr/>
          </p:nvSpPr>
          <p:spPr>
            <a:xfrm>
              <a:off x="3232500" y="2847950"/>
              <a:ext cx="3198600" cy="2628500"/>
            </a:xfrm>
            <a:custGeom>
              <a:avLst/>
              <a:gdLst/>
              <a:ahLst/>
              <a:cxnLst/>
              <a:rect l="l" t="t" r="r" b="b"/>
              <a:pathLst>
                <a:path w="127944" h="105140" extrusionOk="0">
                  <a:moveTo>
                    <a:pt x="22805" y="0"/>
                  </a:moveTo>
                  <a:lnTo>
                    <a:pt x="22805" y="36720"/>
                  </a:lnTo>
                  <a:cubicBezTo>
                    <a:pt x="20992" y="36051"/>
                    <a:pt x="19042" y="35663"/>
                    <a:pt x="16995" y="35663"/>
                  </a:cubicBezTo>
                  <a:cubicBezTo>
                    <a:pt x="15960" y="35663"/>
                    <a:pt x="14900" y="35762"/>
                    <a:pt x="13820" y="35975"/>
                  </a:cubicBezTo>
                  <a:cubicBezTo>
                    <a:pt x="5998" y="37513"/>
                    <a:pt x="150" y="44453"/>
                    <a:pt x="78" y="52424"/>
                  </a:cubicBezTo>
                  <a:cubicBezTo>
                    <a:pt x="1" y="61826"/>
                    <a:pt x="7602" y="69481"/>
                    <a:pt x="16986" y="69481"/>
                  </a:cubicBezTo>
                  <a:cubicBezTo>
                    <a:pt x="18971" y="69475"/>
                    <a:pt x="20945" y="69117"/>
                    <a:pt x="22805" y="68420"/>
                  </a:cubicBezTo>
                  <a:lnTo>
                    <a:pt x="22805" y="105139"/>
                  </a:lnTo>
                  <a:lnTo>
                    <a:pt x="108943" y="105139"/>
                  </a:lnTo>
                  <a:cubicBezTo>
                    <a:pt x="119436" y="105139"/>
                    <a:pt x="127944" y="96631"/>
                    <a:pt x="127944" y="86138"/>
                  </a:cubicBezTo>
                  <a:lnTo>
                    <a:pt x="127944" y="0"/>
                  </a:lnTo>
                  <a:lnTo>
                    <a:pt x="91087" y="0"/>
                  </a:lnTo>
                  <a:cubicBezTo>
                    <a:pt x="92088" y="2510"/>
                    <a:pt x="92470" y="5235"/>
                    <a:pt x="92196" y="7924"/>
                  </a:cubicBezTo>
                  <a:cubicBezTo>
                    <a:pt x="91343" y="16271"/>
                    <a:pt x="84260" y="22870"/>
                    <a:pt x="75878" y="23115"/>
                  </a:cubicBezTo>
                  <a:cubicBezTo>
                    <a:pt x="75708" y="23120"/>
                    <a:pt x="75539" y="23122"/>
                    <a:pt x="75370" y="23122"/>
                  </a:cubicBezTo>
                  <a:cubicBezTo>
                    <a:pt x="66033" y="23122"/>
                    <a:pt x="58469" y="15553"/>
                    <a:pt x="58469" y="6219"/>
                  </a:cubicBezTo>
                  <a:cubicBezTo>
                    <a:pt x="58469" y="4084"/>
                    <a:pt x="58869" y="1980"/>
                    <a:pt x="5966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46" name="Google Shape;5346;p59"/>
          <p:cNvGrpSpPr/>
          <p:nvPr/>
        </p:nvGrpSpPr>
        <p:grpSpPr>
          <a:xfrm>
            <a:off x="3264218" y="1856199"/>
            <a:ext cx="651848" cy="687338"/>
            <a:chOff x="3400515" y="2056248"/>
            <a:chExt cx="698134" cy="735987"/>
          </a:xfrm>
        </p:grpSpPr>
        <p:grpSp>
          <p:nvGrpSpPr>
            <p:cNvPr id="5347" name="Google Shape;5347;p59"/>
            <p:cNvGrpSpPr/>
            <p:nvPr/>
          </p:nvGrpSpPr>
          <p:grpSpPr>
            <a:xfrm>
              <a:off x="3400515" y="2283913"/>
              <a:ext cx="312919" cy="219900"/>
              <a:chOff x="3400515" y="2283913"/>
              <a:chExt cx="312919" cy="219900"/>
            </a:xfrm>
          </p:grpSpPr>
          <p:sp>
            <p:nvSpPr>
              <p:cNvPr id="5348" name="Google Shape;5348;p59"/>
              <p:cNvSpPr/>
              <p:nvPr/>
            </p:nvSpPr>
            <p:spPr>
              <a:xfrm>
                <a:off x="3493534" y="2283913"/>
                <a:ext cx="219900" cy="219900"/>
              </a:xfrm>
              <a:prstGeom prst="ellipse">
                <a:avLst/>
              </a:prstGeom>
              <a:solidFill>
                <a:srgbClr val="435D74"/>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5349" name="Google Shape;5349;p59"/>
              <p:cNvCxnSpPr/>
              <p:nvPr/>
            </p:nvCxnSpPr>
            <p:spPr>
              <a:xfrm rot="10800000">
                <a:off x="3400515" y="2393804"/>
                <a:ext cx="95400" cy="0"/>
              </a:xfrm>
              <a:prstGeom prst="straightConnector1">
                <a:avLst/>
              </a:prstGeom>
              <a:noFill/>
              <a:ln w="28575" cap="flat" cmpd="sng">
                <a:solidFill>
                  <a:srgbClr val="435D74"/>
                </a:solidFill>
                <a:prstDash val="solid"/>
                <a:round/>
                <a:headEnd type="none" w="med" len="med"/>
                <a:tailEnd type="none" w="med" len="med"/>
              </a:ln>
            </p:spPr>
          </p:cxnSp>
        </p:grpSp>
        <p:grpSp>
          <p:nvGrpSpPr>
            <p:cNvPr id="5350" name="Google Shape;5350;p59"/>
            <p:cNvGrpSpPr/>
            <p:nvPr/>
          </p:nvGrpSpPr>
          <p:grpSpPr>
            <a:xfrm>
              <a:off x="3547823" y="2461089"/>
              <a:ext cx="219900" cy="331146"/>
              <a:chOff x="3547823" y="2461089"/>
              <a:chExt cx="219900" cy="331146"/>
            </a:xfrm>
          </p:grpSpPr>
          <p:sp>
            <p:nvSpPr>
              <p:cNvPr id="5351" name="Google Shape;5351;p59"/>
              <p:cNvSpPr/>
              <p:nvPr/>
            </p:nvSpPr>
            <p:spPr>
              <a:xfrm>
                <a:off x="3547823" y="2461089"/>
                <a:ext cx="219900" cy="219900"/>
              </a:xfrm>
              <a:prstGeom prst="ellipse">
                <a:avLst/>
              </a:prstGeom>
              <a:solidFill>
                <a:srgbClr val="5F7D95"/>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5352" name="Google Shape;5352;p59"/>
              <p:cNvCxnSpPr/>
              <p:nvPr/>
            </p:nvCxnSpPr>
            <p:spPr>
              <a:xfrm rot="10800000">
                <a:off x="3657701" y="2678535"/>
                <a:ext cx="0" cy="113700"/>
              </a:xfrm>
              <a:prstGeom prst="straightConnector1">
                <a:avLst/>
              </a:prstGeom>
              <a:noFill/>
              <a:ln w="28575" cap="flat" cmpd="sng">
                <a:solidFill>
                  <a:srgbClr val="5F7D95"/>
                </a:solidFill>
                <a:prstDash val="solid"/>
                <a:round/>
                <a:headEnd type="none" w="med" len="med"/>
                <a:tailEnd type="none" w="med" len="med"/>
              </a:ln>
            </p:spPr>
          </p:cxnSp>
        </p:grpSp>
        <p:grpSp>
          <p:nvGrpSpPr>
            <p:cNvPr id="5353" name="Google Shape;5353;p59"/>
            <p:cNvGrpSpPr/>
            <p:nvPr/>
          </p:nvGrpSpPr>
          <p:grpSpPr>
            <a:xfrm>
              <a:off x="3734138" y="2461089"/>
              <a:ext cx="219900" cy="331146"/>
              <a:chOff x="3734138" y="2461089"/>
              <a:chExt cx="219900" cy="331146"/>
            </a:xfrm>
          </p:grpSpPr>
          <p:sp>
            <p:nvSpPr>
              <p:cNvPr id="5354" name="Google Shape;5354;p59"/>
              <p:cNvSpPr/>
              <p:nvPr/>
            </p:nvSpPr>
            <p:spPr>
              <a:xfrm>
                <a:off x="3734138" y="2461089"/>
                <a:ext cx="219900" cy="219900"/>
              </a:xfrm>
              <a:prstGeom prst="ellipse">
                <a:avLst/>
              </a:prstGeom>
              <a:solidFill>
                <a:srgbClr val="869FB2"/>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5355" name="Google Shape;5355;p59"/>
              <p:cNvCxnSpPr/>
              <p:nvPr/>
            </p:nvCxnSpPr>
            <p:spPr>
              <a:xfrm rot="10800000">
                <a:off x="3844020" y="2678535"/>
                <a:ext cx="0" cy="113700"/>
              </a:xfrm>
              <a:prstGeom prst="straightConnector1">
                <a:avLst/>
              </a:prstGeom>
              <a:noFill/>
              <a:ln w="28575" cap="flat" cmpd="sng">
                <a:solidFill>
                  <a:srgbClr val="869FB2"/>
                </a:solidFill>
                <a:prstDash val="solid"/>
                <a:round/>
                <a:headEnd type="none" w="med" len="med"/>
                <a:tailEnd type="none" w="med" len="med"/>
              </a:ln>
            </p:spPr>
          </p:cxnSp>
        </p:grpSp>
        <p:grpSp>
          <p:nvGrpSpPr>
            <p:cNvPr id="5356" name="Google Shape;5356;p59"/>
            <p:cNvGrpSpPr/>
            <p:nvPr/>
          </p:nvGrpSpPr>
          <p:grpSpPr>
            <a:xfrm>
              <a:off x="3787560" y="2281742"/>
              <a:ext cx="311089" cy="219900"/>
              <a:chOff x="3787560" y="2281742"/>
              <a:chExt cx="311089" cy="219900"/>
            </a:xfrm>
          </p:grpSpPr>
          <p:sp>
            <p:nvSpPr>
              <p:cNvPr id="5357" name="Google Shape;5357;p59"/>
              <p:cNvSpPr/>
              <p:nvPr/>
            </p:nvSpPr>
            <p:spPr>
              <a:xfrm>
                <a:off x="3787560" y="2281742"/>
                <a:ext cx="219900" cy="219900"/>
              </a:xfrm>
              <a:prstGeom prst="ellipse">
                <a:avLst/>
              </a:prstGeom>
              <a:solidFill>
                <a:srgbClr val="A5B7C6"/>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00C3B1"/>
                  </a:solidFill>
                  <a:latin typeface="Calibri"/>
                  <a:ea typeface="Calibri"/>
                  <a:cs typeface="Calibri"/>
                  <a:sym typeface="Calibri"/>
                </a:endParaRPr>
              </a:p>
            </p:txBody>
          </p:sp>
          <p:cxnSp>
            <p:nvCxnSpPr>
              <p:cNvPr id="5358" name="Google Shape;5358;p59"/>
              <p:cNvCxnSpPr/>
              <p:nvPr/>
            </p:nvCxnSpPr>
            <p:spPr>
              <a:xfrm rot="10800000">
                <a:off x="4003849" y="2393795"/>
                <a:ext cx="94800" cy="0"/>
              </a:xfrm>
              <a:prstGeom prst="straightConnector1">
                <a:avLst/>
              </a:prstGeom>
              <a:noFill/>
              <a:ln w="28575" cap="flat" cmpd="sng">
                <a:solidFill>
                  <a:srgbClr val="A5B7C6"/>
                </a:solidFill>
                <a:prstDash val="solid"/>
                <a:round/>
                <a:headEnd type="none" w="med" len="med"/>
                <a:tailEnd type="none" w="med" len="med"/>
              </a:ln>
            </p:spPr>
          </p:cxnSp>
        </p:grpSp>
        <p:grpSp>
          <p:nvGrpSpPr>
            <p:cNvPr id="5359" name="Google Shape;5359;p59"/>
            <p:cNvGrpSpPr/>
            <p:nvPr/>
          </p:nvGrpSpPr>
          <p:grpSpPr>
            <a:xfrm>
              <a:off x="3637290" y="2056248"/>
              <a:ext cx="219900" cy="330736"/>
              <a:chOff x="3637290" y="2056248"/>
              <a:chExt cx="219900" cy="330736"/>
            </a:xfrm>
          </p:grpSpPr>
          <p:sp>
            <p:nvSpPr>
              <p:cNvPr id="5360" name="Google Shape;5360;p59"/>
              <p:cNvSpPr/>
              <p:nvPr/>
            </p:nvSpPr>
            <p:spPr>
              <a:xfrm>
                <a:off x="3637290" y="2167085"/>
                <a:ext cx="219900" cy="219900"/>
              </a:xfrm>
              <a:prstGeom prst="ellipse">
                <a:avLst/>
              </a:prstGeom>
              <a:solidFill>
                <a:srgbClr val="BAC8D3"/>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Calibri"/>
                  <a:ea typeface="Calibri"/>
                  <a:cs typeface="Calibri"/>
                  <a:sym typeface="Calibri"/>
                </a:endParaRPr>
              </a:p>
            </p:txBody>
          </p:sp>
          <p:cxnSp>
            <p:nvCxnSpPr>
              <p:cNvPr id="5361" name="Google Shape;5361;p59"/>
              <p:cNvCxnSpPr/>
              <p:nvPr/>
            </p:nvCxnSpPr>
            <p:spPr>
              <a:xfrm rot="10800000">
                <a:off x="3747169" y="2056248"/>
                <a:ext cx="0" cy="113700"/>
              </a:xfrm>
              <a:prstGeom prst="straightConnector1">
                <a:avLst/>
              </a:prstGeom>
              <a:noFill/>
              <a:ln w="28575" cap="flat" cmpd="sng">
                <a:solidFill>
                  <a:srgbClr val="BAC8D3"/>
                </a:solidFill>
                <a:prstDash val="solid"/>
                <a:round/>
                <a:headEnd type="none" w="med" len="med"/>
                <a:tailEnd type="none" w="med" len="med"/>
              </a:ln>
            </p:spPr>
          </p:cxnSp>
        </p:grpSp>
      </p:grpSp>
      <p:grpSp>
        <p:nvGrpSpPr>
          <p:cNvPr id="5362" name="Google Shape;5362;p59"/>
          <p:cNvGrpSpPr/>
          <p:nvPr/>
        </p:nvGrpSpPr>
        <p:grpSpPr>
          <a:xfrm>
            <a:off x="2555923" y="2726206"/>
            <a:ext cx="1268144" cy="592394"/>
            <a:chOff x="238125" y="1188750"/>
            <a:chExt cx="7140450" cy="3335550"/>
          </a:xfrm>
        </p:grpSpPr>
        <p:sp>
          <p:nvSpPr>
            <p:cNvPr id="5363" name="Google Shape;5363;p59"/>
            <p:cNvSpPr/>
            <p:nvPr/>
          </p:nvSpPr>
          <p:spPr>
            <a:xfrm>
              <a:off x="238125" y="1188750"/>
              <a:ext cx="3507025" cy="1584000"/>
            </a:xfrm>
            <a:custGeom>
              <a:avLst/>
              <a:gdLst/>
              <a:ahLst/>
              <a:cxnLst/>
              <a:rect l="l" t="t" r="r" b="b"/>
              <a:pathLst>
                <a:path w="140281" h="63360" extrusionOk="0">
                  <a:moveTo>
                    <a:pt x="4021" y="0"/>
                  </a:moveTo>
                  <a:cubicBezTo>
                    <a:pt x="1801" y="6"/>
                    <a:pt x="6" y="1801"/>
                    <a:pt x="0" y="4021"/>
                  </a:cubicBezTo>
                  <a:lnTo>
                    <a:pt x="0" y="59338"/>
                  </a:lnTo>
                  <a:cubicBezTo>
                    <a:pt x="6" y="61552"/>
                    <a:pt x="1801" y="63354"/>
                    <a:pt x="4021" y="63359"/>
                  </a:cubicBezTo>
                  <a:lnTo>
                    <a:pt x="98272" y="63359"/>
                  </a:lnTo>
                  <a:cubicBezTo>
                    <a:pt x="99963" y="41512"/>
                    <a:pt x="118098" y="24204"/>
                    <a:pt x="140280" y="23813"/>
                  </a:cubicBezTo>
                  <a:lnTo>
                    <a:pt x="140280" y="4021"/>
                  </a:lnTo>
                  <a:cubicBezTo>
                    <a:pt x="140275" y="1801"/>
                    <a:pt x="138474" y="6"/>
                    <a:pt x="13625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4" name="Google Shape;5364;p59"/>
            <p:cNvSpPr/>
            <p:nvPr/>
          </p:nvSpPr>
          <p:spPr>
            <a:xfrm>
              <a:off x="238125" y="2940300"/>
              <a:ext cx="3507025" cy="1584000"/>
            </a:xfrm>
            <a:custGeom>
              <a:avLst/>
              <a:gdLst/>
              <a:ahLst/>
              <a:cxnLst/>
              <a:rect l="l" t="t" r="r" b="b"/>
              <a:pathLst>
                <a:path w="140281" h="63360" extrusionOk="0">
                  <a:moveTo>
                    <a:pt x="4021" y="1"/>
                  </a:moveTo>
                  <a:cubicBezTo>
                    <a:pt x="1801" y="6"/>
                    <a:pt x="6" y="1808"/>
                    <a:pt x="0" y="4022"/>
                  </a:cubicBezTo>
                  <a:lnTo>
                    <a:pt x="0" y="59339"/>
                  </a:lnTo>
                  <a:cubicBezTo>
                    <a:pt x="6" y="61559"/>
                    <a:pt x="1801" y="63354"/>
                    <a:pt x="4021" y="63360"/>
                  </a:cubicBezTo>
                  <a:lnTo>
                    <a:pt x="136259" y="63360"/>
                  </a:lnTo>
                  <a:cubicBezTo>
                    <a:pt x="138474" y="63354"/>
                    <a:pt x="140275" y="61559"/>
                    <a:pt x="140280" y="59339"/>
                  </a:cubicBezTo>
                  <a:lnTo>
                    <a:pt x="140280" y="39547"/>
                  </a:lnTo>
                  <a:cubicBezTo>
                    <a:pt x="118098" y="39155"/>
                    <a:pt x="99963" y="21848"/>
                    <a:pt x="9827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5" name="Google Shape;5365;p59"/>
            <p:cNvSpPr/>
            <p:nvPr/>
          </p:nvSpPr>
          <p:spPr>
            <a:xfrm>
              <a:off x="3871550" y="1188750"/>
              <a:ext cx="3507025" cy="1584000"/>
            </a:xfrm>
            <a:custGeom>
              <a:avLst/>
              <a:gdLst/>
              <a:ahLst/>
              <a:cxnLst/>
              <a:rect l="l" t="t" r="r" b="b"/>
              <a:pathLst>
                <a:path w="140281" h="63360" extrusionOk="0">
                  <a:moveTo>
                    <a:pt x="4022" y="0"/>
                  </a:moveTo>
                  <a:cubicBezTo>
                    <a:pt x="1807" y="6"/>
                    <a:pt x="6" y="1801"/>
                    <a:pt x="0" y="4021"/>
                  </a:cubicBezTo>
                  <a:lnTo>
                    <a:pt x="0" y="24017"/>
                  </a:lnTo>
                  <a:cubicBezTo>
                    <a:pt x="20553" y="26066"/>
                    <a:pt x="36886" y="42675"/>
                    <a:pt x="38494" y="63359"/>
                  </a:cubicBezTo>
                  <a:lnTo>
                    <a:pt x="136260" y="63359"/>
                  </a:lnTo>
                  <a:cubicBezTo>
                    <a:pt x="138480" y="63354"/>
                    <a:pt x="140275" y="61552"/>
                    <a:pt x="140281" y="59338"/>
                  </a:cubicBezTo>
                  <a:lnTo>
                    <a:pt x="140281" y="4021"/>
                  </a:lnTo>
                  <a:cubicBezTo>
                    <a:pt x="140275" y="1801"/>
                    <a:pt x="138480" y="6"/>
                    <a:pt x="13626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6" name="Google Shape;5366;p59"/>
            <p:cNvSpPr/>
            <p:nvPr/>
          </p:nvSpPr>
          <p:spPr>
            <a:xfrm>
              <a:off x="3871550" y="2940300"/>
              <a:ext cx="3507025" cy="1584000"/>
            </a:xfrm>
            <a:custGeom>
              <a:avLst/>
              <a:gdLst/>
              <a:ahLst/>
              <a:cxnLst/>
              <a:rect l="l" t="t" r="r" b="b"/>
              <a:pathLst>
                <a:path w="140281" h="63360" extrusionOk="0">
                  <a:moveTo>
                    <a:pt x="38494" y="1"/>
                  </a:moveTo>
                  <a:cubicBezTo>
                    <a:pt x="36886" y="20680"/>
                    <a:pt x="20553" y="37294"/>
                    <a:pt x="0" y="39343"/>
                  </a:cubicBezTo>
                  <a:lnTo>
                    <a:pt x="0" y="59339"/>
                  </a:lnTo>
                  <a:cubicBezTo>
                    <a:pt x="6" y="61559"/>
                    <a:pt x="1807" y="63354"/>
                    <a:pt x="4022" y="63360"/>
                  </a:cubicBezTo>
                  <a:lnTo>
                    <a:pt x="136260" y="63360"/>
                  </a:lnTo>
                  <a:cubicBezTo>
                    <a:pt x="138480" y="63354"/>
                    <a:pt x="140275" y="61559"/>
                    <a:pt x="140281" y="59339"/>
                  </a:cubicBezTo>
                  <a:lnTo>
                    <a:pt x="140281" y="4022"/>
                  </a:lnTo>
                  <a:cubicBezTo>
                    <a:pt x="140275" y="1808"/>
                    <a:pt x="138480" y="6"/>
                    <a:pt x="13626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7" name="Google Shape;5367;p59"/>
            <p:cNvSpPr/>
            <p:nvPr/>
          </p:nvSpPr>
          <p:spPr>
            <a:xfrm>
              <a:off x="2842425" y="1934600"/>
              <a:ext cx="1843850" cy="1843850"/>
            </a:xfrm>
            <a:custGeom>
              <a:avLst/>
              <a:gdLst/>
              <a:ahLst/>
              <a:cxnLst/>
              <a:rect l="l" t="t" r="r" b="b"/>
              <a:pathLst>
                <a:path w="73754" h="73754" extrusionOk="0">
                  <a:moveTo>
                    <a:pt x="36880" y="0"/>
                  </a:moveTo>
                  <a:cubicBezTo>
                    <a:pt x="36621" y="0"/>
                    <a:pt x="36362" y="6"/>
                    <a:pt x="36108" y="11"/>
                  </a:cubicBezTo>
                  <a:cubicBezTo>
                    <a:pt x="17253" y="397"/>
                    <a:pt x="1834" y="15011"/>
                    <a:pt x="154" y="33525"/>
                  </a:cubicBezTo>
                  <a:cubicBezTo>
                    <a:pt x="55" y="34627"/>
                    <a:pt x="0" y="35745"/>
                    <a:pt x="0" y="36874"/>
                  </a:cubicBezTo>
                  <a:cubicBezTo>
                    <a:pt x="0" y="38009"/>
                    <a:pt x="55" y="39122"/>
                    <a:pt x="154" y="40229"/>
                  </a:cubicBezTo>
                  <a:cubicBezTo>
                    <a:pt x="1834" y="58749"/>
                    <a:pt x="17253" y="73357"/>
                    <a:pt x="36108" y="73743"/>
                  </a:cubicBezTo>
                  <a:cubicBezTo>
                    <a:pt x="36362" y="73748"/>
                    <a:pt x="36621" y="73754"/>
                    <a:pt x="36880" y="73754"/>
                  </a:cubicBezTo>
                  <a:cubicBezTo>
                    <a:pt x="38312" y="73754"/>
                    <a:pt x="39744" y="73666"/>
                    <a:pt x="41165" y="73500"/>
                  </a:cubicBezTo>
                  <a:cubicBezTo>
                    <a:pt x="58391" y="71495"/>
                    <a:pt x="72030" y="57581"/>
                    <a:pt x="73600" y="40229"/>
                  </a:cubicBezTo>
                  <a:cubicBezTo>
                    <a:pt x="73699" y="39127"/>
                    <a:pt x="73754" y="38009"/>
                    <a:pt x="73754" y="36874"/>
                  </a:cubicBezTo>
                  <a:cubicBezTo>
                    <a:pt x="73754" y="35745"/>
                    <a:pt x="73699" y="34632"/>
                    <a:pt x="73600" y="33525"/>
                  </a:cubicBezTo>
                  <a:cubicBezTo>
                    <a:pt x="72024" y="16173"/>
                    <a:pt x="58391" y="2259"/>
                    <a:pt x="41165" y="254"/>
                  </a:cubicBezTo>
                  <a:cubicBezTo>
                    <a:pt x="39744" y="88"/>
                    <a:pt x="38312" y="0"/>
                    <a:pt x="3688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68" name="Google Shape;5368;p59"/>
          <p:cNvGrpSpPr/>
          <p:nvPr/>
        </p:nvGrpSpPr>
        <p:grpSpPr>
          <a:xfrm>
            <a:off x="6663824" y="2728360"/>
            <a:ext cx="1053944" cy="590147"/>
            <a:chOff x="238125" y="1335475"/>
            <a:chExt cx="5418735" cy="3034175"/>
          </a:xfrm>
        </p:grpSpPr>
        <p:sp>
          <p:nvSpPr>
            <p:cNvPr id="5369" name="Google Shape;5369;p59"/>
            <p:cNvSpPr/>
            <p:nvPr/>
          </p:nvSpPr>
          <p:spPr>
            <a:xfrm>
              <a:off x="3669985" y="1335475"/>
              <a:ext cx="1986875" cy="3034175"/>
            </a:xfrm>
            <a:custGeom>
              <a:avLst/>
              <a:gdLst/>
              <a:ahLst/>
              <a:cxnLst/>
              <a:rect l="l" t="t" r="r" b="b"/>
              <a:pathLst>
                <a:path w="79475" h="121367" extrusionOk="0">
                  <a:moveTo>
                    <a:pt x="1" y="0"/>
                  </a:moveTo>
                  <a:lnTo>
                    <a:pt x="1" y="38997"/>
                  </a:lnTo>
                  <a:cubicBezTo>
                    <a:pt x="588" y="44011"/>
                    <a:pt x="2425" y="48797"/>
                    <a:pt x="5360" y="52918"/>
                  </a:cubicBezTo>
                  <a:lnTo>
                    <a:pt x="9329" y="58469"/>
                  </a:lnTo>
                  <a:cubicBezTo>
                    <a:pt x="10541" y="59694"/>
                    <a:pt x="10541" y="61672"/>
                    <a:pt x="9329" y="62897"/>
                  </a:cubicBezTo>
                  <a:lnTo>
                    <a:pt x="5360" y="68448"/>
                  </a:lnTo>
                  <a:cubicBezTo>
                    <a:pt x="2425" y="72557"/>
                    <a:pt x="588" y="77355"/>
                    <a:pt x="1" y="82370"/>
                  </a:cubicBezTo>
                  <a:lnTo>
                    <a:pt x="1" y="121366"/>
                  </a:lnTo>
                  <a:lnTo>
                    <a:pt x="68743" y="121366"/>
                  </a:lnTo>
                  <a:lnTo>
                    <a:pt x="68743" y="85815"/>
                  </a:lnTo>
                  <a:cubicBezTo>
                    <a:pt x="68743" y="79588"/>
                    <a:pt x="70682" y="73514"/>
                    <a:pt x="74293" y="68448"/>
                  </a:cubicBezTo>
                  <a:lnTo>
                    <a:pt x="78249" y="62897"/>
                  </a:lnTo>
                  <a:cubicBezTo>
                    <a:pt x="79474" y="61672"/>
                    <a:pt x="79474" y="59694"/>
                    <a:pt x="78249" y="58469"/>
                  </a:cubicBezTo>
                  <a:lnTo>
                    <a:pt x="74293" y="52918"/>
                  </a:lnTo>
                  <a:cubicBezTo>
                    <a:pt x="70669" y="47840"/>
                    <a:pt x="68730" y="41778"/>
                    <a:pt x="68730" y="35551"/>
                  </a:cubicBezTo>
                  <a:lnTo>
                    <a:pt x="68730"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0" name="Google Shape;5370;p59"/>
            <p:cNvSpPr/>
            <p:nvPr/>
          </p:nvSpPr>
          <p:spPr>
            <a:xfrm>
              <a:off x="1956350" y="1335475"/>
              <a:ext cx="1984950" cy="3034175"/>
            </a:xfrm>
            <a:custGeom>
              <a:avLst/>
              <a:gdLst/>
              <a:ahLst/>
              <a:cxnLst/>
              <a:rect l="l" t="t" r="r" b="b"/>
              <a:pathLst>
                <a:path w="79398" h="121367" extrusionOk="0">
                  <a:moveTo>
                    <a:pt x="0" y="0"/>
                  </a:moveTo>
                  <a:lnTo>
                    <a:pt x="0" y="35551"/>
                  </a:lnTo>
                  <a:cubicBezTo>
                    <a:pt x="0" y="41778"/>
                    <a:pt x="1940" y="47852"/>
                    <a:pt x="5564" y="52918"/>
                  </a:cubicBezTo>
                  <a:lnTo>
                    <a:pt x="9520" y="58469"/>
                  </a:lnTo>
                  <a:cubicBezTo>
                    <a:pt x="10745" y="59694"/>
                    <a:pt x="10745" y="61672"/>
                    <a:pt x="9520" y="62897"/>
                  </a:cubicBezTo>
                  <a:lnTo>
                    <a:pt x="5564" y="68448"/>
                  </a:lnTo>
                  <a:cubicBezTo>
                    <a:pt x="1952" y="73514"/>
                    <a:pt x="0" y="79588"/>
                    <a:pt x="0" y="85815"/>
                  </a:cubicBezTo>
                  <a:lnTo>
                    <a:pt x="0" y="121366"/>
                  </a:lnTo>
                  <a:lnTo>
                    <a:pt x="68665" y="121366"/>
                  </a:lnTo>
                  <a:lnTo>
                    <a:pt x="68665" y="85815"/>
                  </a:lnTo>
                  <a:cubicBezTo>
                    <a:pt x="68665" y="79588"/>
                    <a:pt x="70605" y="73514"/>
                    <a:pt x="74216" y="68448"/>
                  </a:cubicBezTo>
                  <a:lnTo>
                    <a:pt x="78185" y="62897"/>
                  </a:lnTo>
                  <a:cubicBezTo>
                    <a:pt x="79397" y="61672"/>
                    <a:pt x="79397" y="59694"/>
                    <a:pt x="78185" y="58469"/>
                  </a:cubicBezTo>
                  <a:lnTo>
                    <a:pt x="74216" y="52918"/>
                  </a:lnTo>
                  <a:cubicBezTo>
                    <a:pt x="70605" y="47840"/>
                    <a:pt x="68665" y="41778"/>
                    <a:pt x="68665" y="35551"/>
                  </a:cubicBezTo>
                  <a:lnTo>
                    <a:pt x="6866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1" name="Google Shape;5371;p59"/>
            <p:cNvSpPr/>
            <p:nvPr/>
          </p:nvSpPr>
          <p:spPr>
            <a:xfrm>
              <a:off x="238125" y="1335475"/>
              <a:ext cx="1986850" cy="3034175"/>
            </a:xfrm>
            <a:custGeom>
              <a:avLst/>
              <a:gdLst/>
              <a:ahLst/>
              <a:cxnLst/>
              <a:rect l="l" t="t" r="r" b="b"/>
              <a:pathLst>
                <a:path w="79474" h="121367" extrusionOk="0">
                  <a:moveTo>
                    <a:pt x="0" y="0"/>
                  </a:moveTo>
                  <a:lnTo>
                    <a:pt x="0" y="121366"/>
                  </a:lnTo>
                  <a:lnTo>
                    <a:pt x="68729" y="121366"/>
                  </a:lnTo>
                  <a:lnTo>
                    <a:pt x="68729" y="85815"/>
                  </a:lnTo>
                  <a:cubicBezTo>
                    <a:pt x="68729" y="79588"/>
                    <a:pt x="70669" y="73514"/>
                    <a:pt x="74293" y="68448"/>
                  </a:cubicBezTo>
                  <a:lnTo>
                    <a:pt x="78249" y="62897"/>
                  </a:lnTo>
                  <a:cubicBezTo>
                    <a:pt x="79474" y="61672"/>
                    <a:pt x="79474" y="59694"/>
                    <a:pt x="78249" y="58469"/>
                  </a:cubicBezTo>
                  <a:lnTo>
                    <a:pt x="74293" y="52918"/>
                  </a:lnTo>
                  <a:cubicBezTo>
                    <a:pt x="70669" y="47840"/>
                    <a:pt x="68729" y="41778"/>
                    <a:pt x="68729" y="35551"/>
                  </a:cubicBezTo>
                  <a:lnTo>
                    <a:pt x="6872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72" name="Google Shape;5372;p59"/>
          <p:cNvGrpSpPr/>
          <p:nvPr/>
        </p:nvGrpSpPr>
        <p:grpSpPr>
          <a:xfrm>
            <a:off x="4094633" y="3533260"/>
            <a:ext cx="1268207" cy="638939"/>
            <a:chOff x="3967651" y="3645904"/>
            <a:chExt cx="1479304" cy="745292"/>
          </a:xfrm>
        </p:grpSpPr>
        <p:grpSp>
          <p:nvGrpSpPr>
            <p:cNvPr id="5373" name="Google Shape;5373;p59"/>
            <p:cNvGrpSpPr/>
            <p:nvPr/>
          </p:nvGrpSpPr>
          <p:grpSpPr>
            <a:xfrm>
              <a:off x="3967651" y="4009026"/>
              <a:ext cx="1479304" cy="382170"/>
              <a:chOff x="3967651" y="4009026"/>
              <a:chExt cx="1479304" cy="382170"/>
            </a:xfrm>
          </p:grpSpPr>
          <p:grpSp>
            <p:nvGrpSpPr>
              <p:cNvPr id="5374" name="Google Shape;5374;p59"/>
              <p:cNvGrpSpPr/>
              <p:nvPr/>
            </p:nvGrpSpPr>
            <p:grpSpPr>
              <a:xfrm>
                <a:off x="4892216" y="4195630"/>
                <a:ext cx="554739" cy="195566"/>
                <a:chOff x="3604375" y="4892160"/>
                <a:chExt cx="1651500" cy="582215"/>
              </a:xfrm>
            </p:grpSpPr>
            <p:sp>
              <p:nvSpPr>
                <p:cNvPr id="5375" name="Google Shape;5375;p59"/>
                <p:cNvSpPr/>
                <p:nvPr/>
              </p:nvSpPr>
              <p:spPr>
                <a:xfrm>
                  <a:off x="3604375" y="4892160"/>
                  <a:ext cx="1651500" cy="146825"/>
                </a:xfrm>
                <a:custGeom>
                  <a:avLst/>
                  <a:gdLst/>
                  <a:ahLst/>
                  <a:cxnLst/>
                  <a:rect l="l" t="t" r="r" b="b"/>
                  <a:pathLst>
                    <a:path w="66060" h="5873" extrusionOk="0">
                      <a:moveTo>
                        <a:pt x="1" y="0"/>
                      </a:moveTo>
                      <a:lnTo>
                        <a:pt x="7340" y="5872"/>
                      </a:lnTo>
                      <a:lnTo>
                        <a:pt x="66060" y="5872"/>
                      </a:lnTo>
                      <a:lnTo>
                        <a:pt x="51382"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6" name="Google Shape;5376;p59"/>
                <p:cNvSpPr/>
                <p:nvPr/>
              </p:nvSpPr>
              <p:spPr>
                <a:xfrm>
                  <a:off x="3787875" y="5033975"/>
                  <a:ext cx="1468000" cy="440400"/>
                </a:xfrm>
                <a:custGeom>
                  <a:avLst/>
                  <a:gdLst/>
                  <a:ahLst/>
                  <a:cxnLst/>
                  <a:rect l="l" t="t" r="r" b="b"/>
                  <a:pathLst>
                    <a:path w="58720" h="17616" extrusionOk="0">
                      <a:moveTo>
                        <a:pt x="0" y="0"/>
                      </a:moveTo>
                      <a:lnTo>
                        <a:pt x="0" y="17615"/>
                      </a:lnTo>
                      <a:lnTo>
                        <a:pt x="58720" y="17615"/>
                      </a:lnTo>
                      <a:lnTo>
                        <a:pt x="58720"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77" name="Google Shape;5377;p59"/>
              <p:cNvGrpSpPr/>
              <p:nvPr/>
            </p:nvGrpSpPr>
            <p:grpSpPr>
              <a:xfrm>
                <a:off x="3967651" y="4146303"/>
                <a:ext cx="579402" cy="244893"/>
                <a:chOff x="851875" y="4745310"/>
                <a:chExt cx="1724925" cy="729065"/>
              </a:xfrm>
            </p:grpSpPr>
            <p:sp>
              <p:nvSpPr>
                <p:cNvPr id="5378" name="Google Shape;5378;p59"/>
                <p:cNvSpPr/>
                <p:nvPr/>
              </p:nvSpPr>
              <p:spPr>
                <a:xfrm>
                  <a:off x="851925" y="4745310"/>
                  <a:ext cx="1724875" cy="146875"/>
                </a:xfrm>
                <a:custGeom>
                  <a:avLst/>
                  <a:gdLst/>
                  <a:ahLst/>
                  <a:cxnLst/>
                  <a:rect l="l" t="t" r="r" b="b"/>
                  <a:pathLst>
                    <a:path w="68995" h="5875" extrusionOk="0">
                      <a:moveTo>
                        <a:pt x="14679" y="0"/>
                      </a:moveTo>
                      <a:lnTo>
                        <a:pt x="1" y="5874"/>
                      </a:lnTo>
                      <a:lnTo>
                        <a:pt x="58718" y="5874"/>
                      </a:lnTo>
                      <a:lnTo>
                        <a:pt x="68994"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9" name="Google Shape;5379;p59"/>
                <p:cNvSpPr/>
                <p:nvPr/>
              </p:nvSpPr>
              <p:spPr>
                <a:xfrm>
                  <a:off x="851875" y="4887175"/>
                  <a:ext cx="1468025" cy="587200"/>
                </a:xfrm>
                <a:custGeom>
                  <a:avLst/>
                  <a:gdLst/>
                  <a:ahLst/>
                  <a:cxnLst/>
                  <a:rect l="l" t="t" r="r" b="b"/>
                  <a:pathLst>
                    <a:path w="58721" h="23488" extrusionOk="0">
                      <a:moveTo>
                        <a:pt x="0" y="0"/>
                      </a:moveTo>
                      <a:lnTo>
                        <a:pt x="0" y="23487"/>
                      </a:lnTo>
                      <a:lnTo>
                        <a:pt x="58720" y="23487"/>
                      </a:lnTo>
                      <a:lnTo>
                        <a:pt x="58720"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80" name="Google Shape;5380;p59"/>
              <p:cNvGrpSpPr/>
              <p:nvPr/>
            </p:nvGrpSpPr>
            <p:grpSpPr>
              <a:xfrm>
                <a:off x="4460753" y="4009026"/>
                <a:ext cx="493110" cy="382170"/>
                <a:chOff x="2319875" y="4336625"/>
                <a:chExt cx="1468025" cy="1137750"/>
              </a:xfrm>
            </p:grpSpPr>
            <p:sp>
              <p:nvSpPr>
                <p:cNvPr id="5381" name="Google Shape;5381;p59"/>
                <p:cNvSpPr/>
                <p:nvPr/>
              </p:nvSpPr>
              <p:spPr>
                <a:xfrm>
                  <a:off x="2319875" y="4336625"/>
                  <a:ext cx="1468025" cy="146875"/>
                </a:xfrm>
                <a:custGeom>
                  <a:avLst/>
                  <a:gdLst/>
                  <a:ahLst/>
                  <a:cxnLst/>
                  <a:rect l="l" t="t" r="r" b="b"/>
                  <a:pathLst>
                    <a:path w="58721" h="5875" extrusionOk="0">
                      <a:moveTo>
                        <a:pt x="14681" y="0"/>
                      </a:moveTo>
                      <a:lnTo>
                        <a:pt x="0" y="5874"/>
                      </a:lnTo>
                      <a:lnTo>
                        <a:pt x="58720" y="5874"/>
                      </a:lnTo>
                      <a:lnTo>
                        <a:pt x="44042" y="0"/>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2" name="Google Shape;5382;p59"/>
                <p:cNvSpPr/>
                <p:nvPr/>
              </p:nvSpPr>
              <p:spPr>
                <a:xfrm>
                  <a:off x="2319875" y="4483425"/>
                  <a:ext cx="1468025" cy="990950"/>
                </a:xfrm>
                <a:custGeom>
                  <a:avLst/>
                  <a:gdLst/>
                  <a:ahLst/>
                  <a:cxnLst/>
                  <a:rect l="l" t="t" r="r" b="b"/>
                  <a:pathLst>
                    <a:path w="58721" h="39638" extrusionOk="0">
                      <a:moveTo>
                        <a:pt x="0" y="0"/>
                      </a:moveTo>
                      <a:lnTo>
                        <a:pt x="0" y="39637"/>
                      </a:lnTo>
                      <a:lnTo>
                        <a:pt x="58720" y="39637"/>
                      </a:lnTo>
                      <a:lnTo>
                        <a:pt x="58720" y="0"/>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383" name="Google Shape;5383;p59"/>
            <p:cNvGrpSpPr/>
            <p:nvPr/>
          </p:nvGrpSpPr>
          <p:grpSpPr>
            <a:xfrm>
              <a:off x="4479443" y="3645904"/>
              <a:ext cx="455965" cy="388789"/>
              <a:chOff x="2957425" y="238100"/>
              <a:chExt cx="1910200" cy="1628775"/>
            </a:xfrm>
          </p:grpSpPr>
          <p:sp>
            <p:nvSpPr>
              <p:cNvPr id="5384" name="Google Shape;5384;p59"/>
              <p:cNvSpPr/>
              <p:nvPr/>
            </p:nvSpPr>
            <p:spPr>
              <a:xfrm>
                <a:off x="4035900" y="239600"/>
                <a:ext cx="831725" cy="906350"/>
              </a:xfrm>
              <a:custGeom>
                <a:avLst/>
                <a:gdLst/>
                <a:ahLst/>
                <a:cxnLst/>
                <a:rect l="l" t="t" r="r" b="b"/>
                <a:pathLst>
                  <a:path w="33269" h="36254" extrusionOk="0">
                    <a:moveTo>
                      <a:pt x="22705" y="0"/>
                    </a:moveTo>
                    <a:cubicBezTo>
                      <a:pt x="21111" y="0"/>
                      <a:pt x="19679" y="297"/>
                      <a:pt x="18461" y="685"/>
                    </a:cubicBezTo>
                    <a:cubicBezTo>
                      <a:pt x="17166" y="1102"/>
                      <a:pt x="15926" y="1669"/>
                      <a:pt x="14763" y="2373"/>
                    </a:cubicBezTo>
                    <a:cubicBezTo>
                      <a:pt x="13810" y="2945"/>
                      <a:pt x="13109" y="3505"/>
                      <a:pt x="12609" y="3900"/>
                    </a:cubicBezTo>
                    <a:lnTo>
                      <a:pt x="11977" y="4448"/>
                    </a:lnTo>
                    <a:lnTo>
                      <a:pt x="14023" y="6907"/>
                    </a:lnTo>
                    <a:lnTo>
                      <a:pt x="14679" y="6385"/>
                    </a:lnTo>
                    <a:cubicBezTo>
                      <a:pt x="15052" y="6124"/>
                      <a:pt x="15622" y="5698"/>
                      <a:pt x="16443" y="5255"/>
                    </a:cubicBezTo>
                    <a:cubicBezTo>
                      <a:pt x="17250" y="4815"/>
                      <a:pt x="18260" y="4326"/>
                      <a:pt x="19466" y="3977"/>
                    </a:cubicBezTo>
                    <a:cubicBezTo>
                      <a:pt x="20363" y="3713"/>
                      <a:pt x="21373" y="3535"/>
                      <a:pt x="22421" y="3535"/>
                    </a:cubicBezTo>
                    <a:cubicBezTo>
                      <a:pt x="22772" y="3535"/>
                      <a:pt x="23127" y="3555"/>
                      <a:pt x="23483" y="3599"/>
                    </a:cubicBezTo>
                    <a:cubicBezTo>
                      <a:pt x="24177" y="3661"/>
                      <a:pt x="24938" y="3905"/>
                      <a:pt x="25537" y="4168"/>
                    </a:cubicBezTo>
                    <a:cubicBezTo>
                      <a:pt x="25740" y="4271"/>
                      <a:pt x="25982" y="4377"/>
                      <a:pt x="26159" y="4475"/>
                    </a:cubicBezTo>
                    <a:cubicBezTo>
                      <a:pt x="26289" y="4568"/>
                      <a:pt x="26415" y="4659"/>
                      <a:pt x="26552" y="4740"/>
                    </a:cubicBezTo>
                    <a:cubicBezTo>
                      <a:pt x="26818" y="4941"/>
                      <a:pt x="27160" y="5171"/>
                      <a:pt x="27411" y="5458"/>
                    </a:cubicBezTo>
                    <a:cubicBezTo>
                      <a:pt x="28529" y="6528"/>
                      <a:pt x="29264" y="8171"/>
                      <a:pt x="29427" y="9930"/>
                    </a:cubicBezTo>
                    <a:cubicBezTo>
                      <a:pt x="29508" y="10808"/>
                      <a:pt x="29448" y="11723"/>
                      <a:pt x="29211" y="12589"/>
                    </a:cubicBezTo>
                    <a:cubicBezTo>
                      <a:pt x="29087" y="13020"/>
                      <a:pt x="28946" y="13451"/>
                      <a:pt x="28747" y="13853"/>
                    </a:cubicBezTo>
                    <a:lnTo>
                      <a:pt x="28677" y="14006"/>
                    </a:lnTo>
                    <a:cubicBezTo>
                      <a:pt x="28677" y="14006"/>
                      <a:pt x="28651" y="14062"/>
                      <a:pt x="28653" y="14062"/>
                    </a:cubicBezTo>
                    <a:cubicBezTo>
                      <a:pt x="28654" y="14062"/>
                      <a:pt x="28658" y="14055"/>
                      <a:pt x="28668" y="14038"/>
                    </a:cubicBezTo>
                    <a:lnTo>
                      <a:pt x="28668" y="14038"/>
                    </a:lnTo>
                    <a:lnTo>
                      <a:pt x="28618" y="14131"/>
                    </a:lnTo>
                    <a:lnTo>
                      <a:pt x="28409" y="14504"/>
                    </a:lnTo>
                    <a:cubicBezTo>
                      <a:pt x="28270" y="14744"/>
                      <a:pt x="28177" y="14878"/>
                      <a:pt x="28045" y="15084"/>
                    </a:cubicBezTo>
                    <a:cubicBezTo>
                      <a:pt x="26952" y="16678"/>
                      <a:pt x="25336" y="18021"/>
                      <a:pt x="23512" y="19098"/>
                    </a:cubicBezTo>
                    <a:cubicBezTo>
                      <a:pt x="21688" y="20170"/>
                      <a:pt x="19591" y="20984"/>
                      <a:pt x="17487" y="21695"/>
                    </a:cubicBezTo>
                    <a:cubicBezTo>
                      <a:pt x="15371" y="22408"/>
                      <a:pt x="13207" y="23019"/>
                      <a:pt x="11089" y="23679"/>
                    </a:cubicBezTo>
                    <a:cubicBezTo>
                      <a:pt x="9119" y="24319"/>
                      <a:pt x="6955" y="24728"/>
                      <a:pt x="4860" y="25736"/>
                    </a:cubicBezTo>
                    <a:cubicBezTo>
                      <a:pt x="3800" y="26233"/>
                      <a:pt x="2785" y="26940"/>
                      <a:pt x="1988" y="27763"/>
                    </a:cubicBezTo>
                    <a:cubicBezTo>
                      <a:pt x="1179" y="28589"/>
                      <a:pt x="468" y="29604"/>
                      <a:pt x="180" y="30868"/>
                    </a:cubicBezTo>
                    <a:cubicBezTo>
                      <a:pt x="32" y="31488"/>
                      <a:pt x="1" y="32165"/>
                      <a:pt x="135" y="32795"/>
                    </a:cubicBezTo>
                    <a:cubicBezTo>
                      <a:pt x="259" y="33436"/>
                      <a:pt x="470" y="33968"/>
                      <a:pt x="882" y="34540"/>
                    </a:cubicBezTo>
                    <a:cubicBezTo>
                      <a:pt x="1657" y="35540"/>
                      <a:pt x="2675" y="36002"/>
                      <a:pt x="3620" y="36184"/>
                    </a:cubicBezTo>
                    <a:cubicBezTo>
                      <a:pt x="3889" y="36231"/>
                      <a:pt x="4153" y="36254"/>
                      <a:pt x="4411" y="36254"/>
                    </a:cubicBezTo>
                    <a:cubicBezTo>
                      <a:pt x="5087" y="36254"/>
                      <a:pt x="5719" y="36098"/>
                      <a:pt x="6270" y="35808"/>
                    </a:cubicBezTo>
                    <a:cubicBezTo>
                      <a:pt x="6643" y="35617"/>
                      <a:pt x="6971" y="35351"/>
                      <a:pt x="7235" y="35026"/>
                    </a:cubicBezTo>
                    <a:cubicBezTo>
                      <a:pt x="7500" y="34722"/>
                      <a:pt x="7682" y="34200"/>
                      <a:pt x="7701" y="33901"/>
                    </a:cubicBezTo>
                    <a:cubicBezTo>
                      <a:pt x="7768" y="33237"/>
                      <a:pt x="7644" y="32706"/>
                      <a:pt x="7441" y="32268"/>
                    </a:cubicBezTo>
                    <a:cubicBezTo>
                      <a:pt x="7247" y="31835"/>
                      <a:pt x="6962" y="31483"/>
                      <a:pt x="6636" y="31342"/>
                    </a:cubicBezTo>
                    <a:cubicBezTo>
                      <a:pt x="6470" y="31265"/>
                      <a:pt x="6319" y="31239"/>
                      <a:pt x="6193" y="31239"/>
                    </a:cubicBezTo>
                    <a:cubicBezTo>
                      <a:pt x="6075" y="31239"/>
                      <a:pt x="5979" y="31261"/>
                      <a:pt x="5911" y="31284"/>
                    </a:cubicBezTo>
                    <a:lnTo>
                      <a:pt x="5700" y="31378"/>
                    </a:lnTo>
                    <a:cubicBezTo>
                      <a:pt x="5674" y="31404"/>
                      <a:pt x="6095" y="31342"/>
                      <a:pt x="6354" y="31717"/>
                    </a:cubicBezTo>
                    <a:cubicBezTo>
                      <a:pt x="6598" y="32045"/>
                      <a:pt x="6634" y="32854"/>
                      <a:pt x="6301" y="33558"/>
                    </a:cubicBezTo>
                    <a:cubicBezTo>
                      <a:pt x="6212" y="33840"/>
                      <a:pt x="5743" y="34057"/>
                      <a:pt x="5206" y="34057"/>
                    </a:cubicBezTo>
                    <a:cubicBezTo>
                      <a:pt x="4902" y="34057"/>
                      <a:pt x="4577" y="33987"/>
                      <a:pt x="4286" y="33822"/>
                    </a:cubicBezTo>
                    <a:cubicBezTo>
                      <a:pt x="3874" y="33620"/>
                      <a:pt x="3520" y="33237"/>
                      <a:pt x="3414" y="32898"/>
                    </a:cubicBezTo>
                    <a:cubicBezTo>
                      <a:pt x="3366" y="32720"/>
                      <a:pt x="3345" y="32536"/>
                      <a:pt x="3350" y="32352"/>
                    </a:cubicBezTo>
                    <a:cubicBezTo>
                      <a:pt x="3347" y="32156"/>
                      <a:pt x="3400" y="31959"/>
                      <a:pt x="3474" y="31739"/>
                    </a:cubicBezTo>
                    <a:cubicBezTo>
                      <a:pt x="3778" y="30851"/>
                      <a:pt x="4927" y="29589"/>
                      <a:pt x="6390" y="28955"/>
                    </a:cubicBezTo>
                    <a:cubicBezTo>
                      <a:pt x="7922" y="28220"/>
                      <a:pt x="9954" y="27823"/>
                      <a:pt x="12149" y="27157"/>
                    </a:cubicBezTo>
                    <a:cubicBezTo>
                      <a:pt x="14212" y="26537"/>
                      <a:pt x="16407" y="25946"/>
                      <a:pt x="18650" y="25219"/>
                    </a:cubicBezTo>
                    <a:cubicBezTo>
                      <a:pt x="20896" y="24481"/>
                      <a:pt x="23193" y="23644"/>
                      <a:pt x="25412" y="22377"/>
                    </a:cubicBezTo>
                    <a:cubicBezTo>
                      <a:pt x="27617" y="21130"/>
                      <a:pt x="29683" y="19416"/>
                      <a:pt x="31179" y="17202"/>
                    </a:cubicBezTo>
                    <a:cubicBezTo>
                      <a:pt x="31361" y="16927"/>
                      <a:pt x="31576" y="16577"/>
                      <a:pt x="31720" y="16321"/>
                    </a:cubicBezTo>
                    <a:lnTo>
                      <a:pt x="31926" y="15945"/>
                    </a:lnTo>
                    <a:lnTo>
                      <a:pt x="31976" y="15852"/>
                    </a:lnTo>
                    <a:lnTo>
                      <a:pt x="32055" y="15687"/>
                    </a:lnTo>
                    <a:lnTo>
                      <a:pt x="32160" y="15450"/>
                    </a:lnTo>
                    <a:cubicBezTo>
                      <a:pt x="32459" y="14827"/>
                      <a:pt x="32673" y="14179"/>
                      <a:pt x="32850" y="13528"/>
                    </a:cubicBezTo>
                    <a:cubicBezTo>
                      <a:pt x="33192" y="12218"/>
                      <a:pt x="33269" y="10875"/>
                      <a:pt x="33142" y="9583"/>
                    </a:cubicBezTo>
                    <a:cubicBezTo>
                      <a:pt x="32883" y="7000"/>
                      <a:pt x="31780" y="4549"/>
                      <a:pt x="29994" y="2837"/>
                    </a:cubicBezTo>
                    <a:cubicBezTo>
                      <a:pt x="29783" y="2615"/>
                      <a:pt x="29556" y="2411"/>
                      <a:pt x="29309" y="2227"/>
                    </a:cubicBezTo>
                    <a:cubicBezTo>
                      <a:pt x="29060" y="2040"/>
                      <a:pt x="28862" y="1846"/>
                      <a:pt x="28570" y="1676"/>
                    </a:cubicBezTo>
                    <a:cubicBezTo>
                      <a:pt x="28292" y="1502"/>
                      <a:pt x="28010" y="1337"/>
                      <a:pt x="27732" y="1176"/>
                    </a:cubicBezTo>
                    <a:cubicBezTo>
                      <a:pt x="27488" y="1054"/>
                      <a:pt x="27289" y="975"/>
                      <a:pt x="27066" y="872"/>
                    </a:cubicBezTo>
                    <a:cubicBezTo>
                      <a:pt x="25934" y="398"/>
                      <a:pt x="24917" y="147"/>
                      <a:pt x="23871" y="54"/>
                    </a:cubicBezTo>
                    <a:cubicBezTo>
                      <a:pt x="23474" y="17"/>
                      <a:pt x="23085" y="0"/>
                      <a:pt x="2270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5" name="Google Shape;5385;p59"/>
              <p:cNvSpPr/>
              <p:nvPr/>
            </p:nvSpPr>
            <p:spPr>
              <a:xfrm>
                <a:off x="4062725" y="270525"/>
                <a:ext cx="775400" cy="855625"/>
              </a:xfrm>
              <a:custGeom>
                <a:avLst/>
                <a:gdLst/>
                <a:ahLst/>
                <a:cxnLst/>
                <a:rect l="l" t="t" r="r" b="b"/>
                <a:pathLst>
                  <a:path w="31016" h="34225" extrusionOk="0">
                    <a:moveTo>
                      <a:pt x="4627" y="30141"/>
                    </a:moveTo>
                    <a:cubicBezTo>
                      <a:pt x="4626" y="30143"/>
                      <a:pt x="4626" y="30145"/>
                      <a:pt x="4628" y="30145"/>
                    </a:cubicBezTo>
                    <a:lnTo>
                      <a:pt x="4628" y="30145"/>
                    </a:lnTo>
                    <a:cubicBezTo>
                      <a:pt x="4627" y="30144"/>
                      <a:pt x="4627" y="30143"/>
                      <a:pt x="4627" y="30141"/>
                    </a:cubicBezTo>
                    <a:close/>
                    <a:moveTo>
                      <a:pt x="4628" y="30145"/>
                    </a:moveTo>
                    <a:cubicBezTo>
                      <a:pt x="4629" y="30146"/>
                      <a:pt x="4631" y="30147"/>
                      <a:pt x="4633" y="30147"/>
                    </a:cubicBezTo>
                    <a:cubicBezTo>
                      <a:pt x="4634" y="30147"/>
                      <a:pt x="4634" y="30147"/>
                      <a:pt x="4636" y="30147"/>
                    </a:cubicBezTo>
                    <a:lnTo>
                      <a:pt x="4636" y="30147"/>
                    </a:lnTo>
                    <a:cubicBezTo>
                      <a:pt x="4635" y="30147"/>
                      <a:pt x="4635" y="30147"/>
                      <a:pt x="4635" y="30147"/>
                    </a:cubicBezTo>
                    <a:cubicBezTo>
                      <a:pt x="4632" y="30147"/>
                      <a:pt x="4630" y="30146"/>
                      <a:pt x="4628" y="30145"/>
                    </a:cubicBezTo>
                    <a:close/>
                    <a:moveTo>
                      <a:pt x="21530" y="0"/>
                    </a:moveTo>
                    <a:cubicBezTo>
                      <a:pt x="20130" y="0"/>
                      <a:pt x="18844" y="256"/>
                      <a:pt x="17738" y="602"/>
                    </a:cubicBezTo>
                    <a:cubicBezTo>
                      <a:pt x="16529" y="983"/>
                      <a:pt x="15368" y="1502"/>
                      <a:pt x="14279" y="2146"/>
                    </a:cubicBezTo>
                    <a:cubicBezTo>
                      <a:pt x="13369" y="2670"/>
                      <a:pt x="12713" y="3183"/>
                      <a:pt x="12258" y="3530"/>
                    </a:cubicBezTo>
                    <a:lnTo>
                      <a:pt x="11617" y="4068"/>
                    </a:lnTo>
                    <a:lnTo>
                      <a:pt x="12234" y="4813"/>
                    </a:lnTo>
                    <a:lnTo>
                      <a:pt x="12881" y="4279"/>
                    </a:lnTo>
                    <a:cubicBezTo>
                      <a:pt x="13297" y="3973"/>
                      <a:pt x="13912" y="3496"/>
                      <a:pt x="14779" y="3008"/>
                    </a:cubicBezTo>
                    <a:cubicBezTo>
                      <a:pt x="15808" y="2412"/>
                      <a:pt x="16902" y="1936"/>
                      <a:pt x="18039" y="1588"/>
                    </a:cubicBezTo>
                    <a:cubicBezTo>
                      <a:pt x="19049" y="1281"/>
                      <a:pt x="20205" y="1064"/>
                      <a:pt x="21437" y="1064"/>
                    </a:cubicBezTo>
                    <a:cubicBezTo>
                      <a:pt x="21800" y="1064"/>
                      <a:pt x="22170" y="1083"/>
                      <a:pt x="22544" y="1124"/>
                    </a:cubicBezTo>
                    <a:cubicBezTo>
                      <a:pt x="23363" y="1198"/>
                      <a:pt x="24213" y="1442"/>
                      <a:pt x="24998" y="1782"/>
                    </a:cubicBezTo>
                    <a:cubicBezTo>
                      <a:pt x="25206" y="1883"/>
                      <a:pt x="25433" y="1981"/>
                      <a:pt x="25634" y="2089"/>
                    </a:cubicBezTo>
                    <a:lnTo>
                      <a:pt x="26183" y="2433"/>
                    </a:lnTo>
                    <a:cubicBezTo>
                      <a:pt x="26537" y="2694"/>
                      <a:pt x="26927" y="2962"/>
                      <a:pt x="27241" y="3305"/>
                    </a:cubicBezTo>
                    <a:cubicBezTo>
                      <a:pt x="28593" y="4597"/>
                      <a:pt x="29462" y="6522"/>
                      <a:pt x="29663" y="8571"/>
                    </a:cubicBezTo>
                    <a:cubicBezTo>
                      <a:pt x="29888" y="10637"/>
                      <a:pt x="29323" y="12791"/>
                      <a:pt x="28083" y="14598"/>
                    </a:cubicBezTo>
                    <a:cubicBezTo>
                      <a:pt x="26853" y="16415"/>
                      <a:pt x="25081" y="17897"/>
                      <a:pt x="23116" y="19029"/>
                    </a:cubicBezTo>
                    <a:cubicBezTo>
                      <a:pt x="21151" y="20168"/>
                      <a:pt x="18980" y="20987"/>
                      <a:pt x="16826" y="21708"/>
                    </a:cubicBezTo>
                    <a:cubicBezTo>
                      <a:pt x="14664" y="22423"/>
                      <a:pt x="12488" y="23024"/>
                      <a:pt x="10389" y="23666"/>
                    </a:cubicBezTo>
                    <a:cubicBezTo>
                      <a:pt x="8338" y="24314"/>
                      <a:pt x="6224" y="24716"/>
                      <a:pt x="4321" y="25624"/>
                    </a:cubicBezTo>
                    <a:cubicBezTo>
                      <a:pt x="3368" y="26069"/>
                      <a:pt x="2495" y="26677"/>
                      <a:pt x="1791" y="27395"/>
                    </a:cubicBezTo>
                    <a:cubicBezTo>
                      <a:pt x="1082" y="28106"/>
                      <a:pt x="508" y="28965"/>
                      <a:pt x="259" y="29935"/>
                    </a:cubicBezTo>
                    <a:cubicBezTo>
                      <a:pt x="0" y="30909"/>
                      <a:pt x="170" y="31941"/>
                      <a:pt x="694" y="32731"/>
                    </a:cubicBezTo>
                    <a:cubicBezTo>
                      <a:pt x="1235" y="33501"/>
                      <a:pt x="2023" y="33935"/>
                      <a:pt x="2782" y="34121"/>
                    </a:cubicBezTo>
                    <a:cubicBezTo>
                      <a:pt x="3070" y="34191"/>
                      <a:pt x="3358" y="34225"/>
                      <a:pt x="3638" y="34225"/>
                    </a:cubicBezTo>
                    <a:cubicBezTo>
                      <a:pt x="4106" y="34225"/>
                      <a:pt x="4553" y="34131"/>
                      <a:pt x="4946" y="33954"/>
                    </a:cubicBezTo>
                    <a:cubicBezTo>
                      <a:pt x="5250" y="33820"/>
                      <a:pt x="5523" y="33623"/>
                      <a:pt x="5748" y="33379"/>
                    </a:cubicBezTo>
                    <a:cubicBezTo>
                      <a:pt x="5965" y="33145"/>
                      <a:pt x="6087" y="32805"/>
                      <a:pt x="6138" y="32544"/>
                    </a:cubicBezTo>
                    <a:cubicBezTo>
                      <a:pt x="6332" y="31462"/>
                      <a:pt x="5963" y="30567"/>
                      <a:pt x="5465" y="30236"/>
                    </a:cubicBezTo>
                    <a:cubicBezTo>
                      <a:pt x="5261" y="30119"/>
                      <a:pt x="5087" y="30085"/>
                      <a:pt x="4953" y="30085"/>
                    </a:cubicBezTo>
                    <a:cubicBezTo>
                      <a:pt x="4777" y="30085"/>
                      <a:pt x="4666" y="30143"/>
                      <a:pt x="4636" y="30147"/>
                    </a:cubicBezTo>
                    <a:lnTo>
                      <a:pt x="4636" y="30147"/>
                    </a:lnTo>
                    <a:cubicBezTo>
                      <a:pt x="4659" y="30146"/>
                      <a:pt x="4725" y="30130"/>
                      <a:pt x="4819" y="30130"/>
                    </a:cubicBezTo>
                    <a:cubicBezTo>
                      <a:pt x="4961" y="30130"/>
                      <a:pt x="5166" y="30167"/>
                      <a:pt x="5381" y="30349"/>
                    </a:cubicBezTo>
                    <a:cubicBezTo>
                      <a:pt x="5760" y="30682"/>
                      <a:pt x="5968" y="31534"/>
                      <a:pt x="5719" y="32443"/>
                    </a:cubicBezTo>
                    <a:cubicBezTo>
                      <a:pt x="5587" y="33111"/>
                      <a:pt x="4764" y="33560"/>
                      <a:pt x="3860" y="33560"/>
                    </a:cubicBezTo>
                    <a:cubicBezTo>
                      <a:pt x="3569" y="33560"/>
                      <a:pt x="3269" y="33514"/>
                      <a:pt x="2980" y="33413"/>
                    </a:cubicBezTo>
                    <a:cubicBezTo>
                      <a:pt x="2382" y="33216"/>
                      <a:pt x="1798" y="32805"/>
                      <a:pt x="1458" y="32235"/>
                    </a:cubicBezTo>
                    <a:cubicBezTo>
                      <a:pt x="1125" y="31682"/>
                      <a:pt x="1044" y="30904"/>
                      <a:pt x="1252" y="30198"/>
                    </a:cubicBezTo>
                    <a:cubicBezTo>
                      <a:pt x="1688" y="28745"/>
                      <a:pt x="3091" y="27381"/>
                      <a:pt x="4783" y="26591"/>
                    </a:cubicBezTo>
                    <a:cubicBezTo>
                      <a:pt x="6511" y="25758"/>
                      <a:pt x="8589" y="25356"/>
                      <a:pt x="10703" y="24695"/>
                    </a:cubicBezTo>
                    <a:cubicBezTo>
                      <a:pt x="12785" y="24061"/>
                      <a:pt x="14968" y="23460"/>
                      <a:pt x="17166" y="22734"/>
                    </a:cubicBezTo>
                    <a:cubicBezTo>
                      <a:pt x="19361" y="22002"/>
                      <a:pt x="21587" y="21171"/>
                      <a:pt x="23662" y="19972"/>
                    </a:cubicBezTo>
                    <a:cubicBezTo>
                      <a:pt x="25730" y="18782"/>
                      <a:pt x="27636" y="17205"/>
                      <a:pt x="28990" y="15211"/>
                    </a:cubicBezTo>
                    <a:cubicBezTo>
                      <a:pt x="30357" y="13236"/>
                      <a:pt x="31015" y="10761"/>
                      <a:pt x="30757" y="8468"/>
                    </a:cubicBezTo>
                    <a:cubicBezTo>
                      <a:pt x="30537" y="6175"/>
                      <a:pt x="29567" y="4006"/>
                      <a:pt x="28016" y="2517"/>
                    </a:cubicBezTo>
                    <a:cubicBezTo>
                      <a:pt x="27652" y="2122"/>
                      <a:pt x="27221" y="1818"/>
                      <a:pt x="26791" y="1507"/>
                    </a:cubicBezTo>
                    <a:lnTo>
                      <a:pt x="26108" y="1091"/>
                    </a:lnTo>
                    <a:cubicBezTo>
                      <a:pt x="25888" y="976"/>
                      <a:pt x="25673" y="887"/>
                      <a:pt x="25457" y="787"/>
                    </a:cubicBezTo>
                    <a:cubicBezTo>
                      <a:pt x="24512" y="384"/>
                      <a:pt x="23585" y="138"/>
                      <a:pt x="22659" y="56"/>
                    </a:cubicBezTo>
                    <a:cubicBezTo>
                      <a:pt x="22276" y="18"/>
                      <a:pt x="21899" y="0"/>
                      <a:pt x="21530"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6" name="Google Shape;5386;p59"/>
              <p:cNvSpPr/>
              <p:nvPr/>
            </p:nvSpPr>
            <p:spPr>
              <a:xfrm>
                <a:off x="2957425" y="254350"/>
                <a:ext cx="842900" cy="896500"/>
              </a:xfrm>
              <a:custGeom>
                <a:avLst/>
                <a:gdLst/>
                <a:ahLst/>
                <a:cxnLst/>
                <a:rect l="l" t="t" r="r" b="b"/>
                <a:pathLst>
                  <a:path w="33716" h="35860" extrusionOk="0">
                    <a:moveTo>
                      <a:pt x="10613" y="1"/>
                    </a:moveTo>
                    <a:cubicBezTo>
                      <a:pt x="10145" y="1"/>
                      <a:pt x="9663" y="27"/>
                      <a:pt x="9169" y="83"/>
                    </a:cubicBezTo>
                    <a:cubicBezTo>
                      <a:pt x="8120" y="196"/>
                      <a:pt x="7110" y="471"/>
                      <a:pt x="5987" y="969"/>
                    </a:cubicBezTo>
                    <a:cubicBezTo>
                      <a:pt x="5769" y="1077"/>
                      <a:pt x="5573" y="1158"/>
                      <a:pt x="5329" y="1288"/>
                    </a:cubicBezTo>
                    <a:cubicBezTo>
                      <a:pt x="5054" y="1453"/>
                      <a:pt x="4776" y="1623"/>
                      <a:pt x="4501" y="1805"/>
                    </a:cubicBezTo>
                    <a:cubicBezTo>
                      <a:pt x="4211" y="1982"/>
                      <a:pt x="4020" y="2180"/>
                      <a:pt x="3773" y="2374"/>
                    </a:cubicBezTo>
                    <a:cubicBezTo>
                      <a:pt x="3531" y="2561"/>
                      <a:pt x="3306" y="2769"/>
                      <a:pt x="3103" y="2997"/>
                    </a:cubicBezTo>
                    <a:cubicBezTo>
                      <a:pt x="1353" y="4746"/>
                      <a:pt x="305" y="7222"/>
                      <a:pt x="101" y="9807"/>
                    </a:cubicBezTo>
                    <a:cubicBezTo>
                      <a:pt x="1" y="11104"/>
                      <a:pt x="108" y="12445"/>
                      <a:pt x="477" y="13744"/>
                    </a:cubicBezTo>
                    <a:cubicBezTo>
                      <a:pt x="669" y="14393"/>
                      <a:pt x="896" y="15037"/>
                      <a:pt x="1207" y="15655"/>
                    </a:cubicBezTo>
                    <a:lnTo>
                      <a:pt x="1317" y="15887"/>
                    </a:lnTo>
                    <a:lnTo>
                      <a:pt x="1399" y="16050"/>
                    </a:lnTo>
                    <a:lnTo>
                      <a:pt x="1454" y="16143"/>
                    </a:lnTo>
                    <a:lnTo>
                      <a:pt x="1664" y="16514"/>
                    </a:lnTo>
                    <a:cubicBezTo>
                      <a:pt x="1815" y="16768"/>
                      <a:pt x="2038" y="17112"/>
                      <a:pt x="2227" y="17383"/>
                    </a:cubicBezTo>
                    <a:cubicBezTo>
                      <a:pt x="3768" y="19563"/>
                      <a:pt x="5870" y="21234"/>
                      <a:pt x="8101" y="22431"/>
                    </a:cubicBezTo>
                    <a:cubicBezTo>
                      <a:pt x="10346" y="23652"/>
                      <a:pt x="12661" y="24439"/>
                      <a:pt x="14923" y="25131"/>
                    </a:cubicBezTo>
                    <a:cubicBezTo>
                      <a:pt x="17183" y="25811"/>
                      <a:pt x="19387" y="26354"/>
                      <a:pt x="21465" y="26929"/>
                    </a:cubicBezTo>
                    <a:cubicBezTo>
                      <a:pt x="23674" y="27549"/>
                      <a:pt x="25714" y="27901"/>
                      <a:pt x="27263" y="28605"/>
                    </a:cubicBezTo>
                    <a:cubicBezTo>
                      <a:pt x="28737" y="29208"/>
                      <a:pt x="29912" y="30443"/>
                      <a:pt x="30235" y="31324"/>
                    </a:cubicBezTo>
                    <a:cubicBezTo>
                      <a:pt x="30314" y="31544"/>
                      <a:pt x="30372" y="31738"/>
                      <a:pt x="30372" y="31934"/>
                    </a:cubicBezTo>
                    <a:cubicBezTo>
                      <a:pt x="30382" y="32118"/>
                      <a:pt x="30362" y="32303"/>
                      <a:pt x="30319" y="32482"/>
                    </a:cubicBezTo>
                    <a:cubicBezTo>
                      <a:pt x="30221" y="32825"/>
                      <a:pt x="29876" y="33215"/>
                      <a:pt x="29470" y="33423"/>
                    </a:cubicBezTo>
                    <a:cubicBezTo>
                      <a:pt x="29168" y="33604"/>
                      <a:pt x="28826" y="33680"/>
                      <a:pt x="28510" y="33680"/>
                    </a:cubicBezTo>
                    <a:cubicBezTo>
                      <a:pt x="27991" y="33680"/>
                      <a:pt x="27541" y="33476"/>
                      <a:pt x="27447" y="33203"/>
                    </a:cubicBezTo>
                    <a:cubicBezTo>
                      <a:pt x="27102" y="32509"/>
                      <a:pt x="27119" y="31700"/>
                      <a:pt x="27356" y="31364"/>
                    </a:cubicBezTo>
                    <a:cubicBezTo>
                      <a:pt x="27607" y="30981"/>
                      <a:pt x="28028" y="31037"/>
                      <a:pt x="28000" y="31010"/>
                    </a:cubicBezTo>
                    <a:lnTo>
                      <a:pt x="27789" y="30922"/>
                    </a:lnTo>
                    <a:cubicBezTo>
                      <a:pt x="27724" y="30901"/>
                      <a:pt x="27634" y="30882"/>
                      <a:pt x="27526" y="30882"/>
                    </a:cubicBezTo>
                    <a:cubicBezTo>
                      <a:pt x="27395" y="30882"/>
                      <a:pt x="27238" y="30910"/>
                      <a:pt x="27064" y="30996"/>
                    </a:cubicBezTo>
                    <a:cubicBezTo>
                      <a:pt x="26741" y="31144"/>
                      <a:pt x="26465" y="31501"/>
                      <a:pt x="26279" y="31937"/>
                    </a:cubicBezTo>
                    <a:cubicBezTo>
                      <a:pt x="26087" y="32379"/>
                      <a:pt x="25975" y="32913"/>
                      <a:pt x="26056" y="33576"/>
                    </a:cubicBezTo>
                    <a:cubicBezTo>
                      <a:pt x="26082" y="33875"/>
                      <a:pt x="26274" y="34392"/>
                      <a:pt x="26544" y="34692"/>
                    </a:cubicBezTo>
                    <a:cubicBezTo>
                      <a:pt x="26815" y="35010"/>
                      <a:pt x="27150" y="35269"/>
                      <a:pt x="27526" y="35453"/>
                    </a:cubicBezTo>
                    <a:cubicBezTo>
                      <a:pt x="28058" y="35717"/>
                      <a:pt x="28661" y="35859"/>
                      <a:pt x="29301" y="35859"/>
                    </a:cubicBezTo>
                    <a:cubicBezTo>
                      <a:pt x="29589" y="35859"/>
                      <a:pt x="29884" y="35831"/>
                      <a:pt x="30183" y="35771"/>
                    </a:cubicBezTo>
                    <a:cubicBezTo>
                      <a:pt x="31126" y="35568"/>
                      <a:pt x="32134" y="35087"/>
                      <a:pt x="32885" y="34067"/>
                    </a:cubicBezTo>
                    <a:cubicBezTo>
                      <a:pt x="33287" y="33485"/>
                      <a:pt x="33484" y="32951"/>
                      <a:pt x="33596" y="32308"/>
                    </a:cubicBezTo>
                    <a:cubicBezTo>
                      <a:pt x="33716" y="31673"/>
                      <a:pt x="33670" y="30998"/>
                      <a:pt x="33510" y="30381"/>
                    </a:cubicBezTo>
                    <a:cubicBezTo>
                      <a:pt x="33194" y="29124"/>
                      <a:pt x="32462" y="28123"/>
                      <a:pt x="31638" y="27317"/>
                    </a:cubicBezTo>
                    <a:cubicBezTo>
                      <a:pt x="30822" y="26508"/>
                      <a:pt x="29793" y="25825"/>
                      <a:pt x="28723" y="25349"/>
                    </a:cubicBezTo>
                    <a:cubicBezTo>
                      <a:pt x="26604" y="24389"/>
                      <a:pt x="24436" y="24025"/>
                      <a:pt x="22451" y="23427"/>
                    </a:cubicBezTo>
                    <a:cubicBezTo>
                      <a:pt x="20318" y="22812"/>
                      <a:pt x="18143" y="22249"/>
                      <a:pt x="16012" y="21581"/>
                    </a:cubicBezTo>
                    <a:cubicBezTo>
                      <a:pt x="13894" y="20914"/>
                      <a:pt x="11778" y="20148"/>
                      <a:pt x="9935" y="19113"/>
                    </a:cubicBezTo>
                    <a:cubicBezTo>
                      <a:pt x="8084" y="18075"/>
                      <a:pt x="6442" y="16765"/>
                      <a:pt x="5315" y="15193"/>
                    </a:cubicBezTo>
                    <a:cubicBezTo>
                      <a:pt x="5178" y="14991"/>
                      <a:pt x="5082" y="14862"/>
                      <a:pt x="4939" y="14625"/>
                    </a:cubicBezTo>
                    <a:lnTo>
                      <a:pt x="4723" y="14254"/>
                    </a:lnTo>
                    <a:lnTo>
                      <a:pt x="4679" y="14181"/>
                    </a:lnTo>
                    <a:lnTo>
                      <a:pt x="4679" y="14181"/>
                    </a:lnTo>
                    <a:cubicBezTo>
                      <a:pt x="4682" y="14186"/>
                      <a:pt x="4684" y="14188"/>
                      <a:pt x="4684" y="14188"/>
                    </a:cubicBezTo>
                    <a:cubicBezTo>
                      <a:pt x="4687" y="14188"/>
                      <a:pt x="4659" y="14132"/>
                      <a:pt x="4659" y="14132"/>
                    </a:cubicBezTo>
                    <a:lnTo>
                      <a:pt x="4587" y="13979"/>
                    </a:lnTo>
                    <a:cubicBezTo>
                      <a:pt x="4379" y="13582"/>
                      <a:pt x="4228" y="13156"/>
                      <a:pt x="4096" y="12727"/>
                    </a:cubicBezTo>
                    <a:cubicBezTo>
                      <a:pt x="3838" y="11865"/>
                      <a:pt x="3761" y="10953"/>
                      <a:pt x="3823" y="10072"/>
                    </a:cubicBezTo>
                    <a:cubicBezTo>
                      <a:pt x="3948" y="8311"/>
                      <a:pt x="4649" y="6654"/>
                      <a:pt x="5743" y="5558"/>
                    </a:cubicBezTo>
                    <a:cubicBezTo>
                      <a:pt x="5987" y="5268"/>
                      <a:pt x="6325" y="5029"/>
                      <a:pt x="6586" y="4823"/>
                    </a:cubicBezTo>
                    <a:cubicBezTo>
                      <a:pt x="6720" y="4737"/>
                      <a:pt x="6847" y="4646"/>
                      <a:pt x="6971" y="4550"/>
                    </a:cubicBezTo>
                    <a:cubicBezTo>
                      <a:pt x="7148" y="4447"/>
                      <a:pt x="7388" y="4335"/>
                      <a:pt x="7589" y="4229"/>
                    </a:cubicBezTo>
                    <a:cubicBezTo>
                      <a:pt x="8180" y="3952"/>
                      <a:pt x="8936" y="3693"/>
                      <a:pt x="9631" y="3614"/>
                    </a:cubicBezTo>
                    <a:cubicBezTo>
                      <a:pt x="10052" y="3554"/>
                      <a:pt x="10473" y="3527"/>
                      <a:pt x="10888" y="3527"/>
                    </a:cubicBezTo>
                    <a:cubicBezTo>
                      <a:pt x="11865" y="3527"/>
                      <a:pt x="12809" y="3678"/>
                      <a:pt x="13654" y="3909"/>
                    </a:cubicBezTo>
                    <a:cubicBezTo>
                      <a:pt x="14866" y="4232"/>
                      <a:pt x="15888" y="4699"/>
                      <a:pt x="16704" y="5120"/>
                    </a:cubicBezTo>
                    <a:cubicBezTo>
                      <a:pt x="17532" y="5546"/>
                      <a:pt x="18111" y="5960"/>
                      <a:pt x="18492" y="6214"/>
                    </a:cubicBezTo>
                    <a:lnTo>
                      <a:pt x="19157" y="6721"/>
                    </a:lnTo>
                    <a:lnTo>
                      <a:pt x="21151" y="4222"/>
                    </a:lnTo>
                    <a:lnTo>
                      <a:pt x="20507" y="3686"/>
                    </a:lnTo>
                    <a:cubicBezTo>
                      <a:pt x="19998" y="3303"/>
                      <a:pt x="19287" y="2757"/>
                      <a:pt x="18322" y="2207"/>
                    </a:cubicBezTo>
                    <a:cubicBezTo>
                      <a:pt x="17144" y="1527"/>
                      <a:pt x="15892" y="986"/>
                      <a:pt x="14590" y="598"/>
                    </a:cubicBezTo>
                    <a:cubicBezTo>
                      <a:pt x="13435" y="258"/>
                      <a:pt x="12094" y="1"/>
                      <a:pt x="1061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7" name="Google Shape;5387;p59"/>
              <p:cNvSpPr/>
              <p:nvPr/>
            </p:nvSpPr>
            <p:spPr>
              <a:xfrm>
                <a:off x="2987525" y="285250"/>
                <a:ext cx="786050" cy="845950"/>
              </a:xfrm>
              <a:custGeom>
                <a:avLst/>
                <a:gdLst/>
                <a:ahLst/>
                <a:cxnLst/>
                <a:rect l="l" t="t" r="r" b="b"/>
                <a:pathLst>
                  <a:path w="31442" h="33838" extrusionOk="0">
                    <a:moveTo>
                      <a:pt x="26798" y="29774"/>
                    </a:moveTo>
                    <a:cubicBezTo>
                      <a:pt x="26799" y="29776"/>
                      <a:pt x="26799" y="29778"/>
                      <a:pt x="26798" y="29779"/>
                    </a:cubicBezTo>
                    <a:lnTo>
                      <a:pt x="26798" y="29779"/>
                    </a:lnTo>
                    <a:cubicBezTo>
                      <a:pt x="26799" y="29778"/>
                      <a:pt x="26799" y="29776"/>
                      <a:pt x="26798" y="29774"/>
                    </a:cubicBezTo>
                    <a:close/>
                    <a:moveTo>
                      <a:pt x="26798" y="29779"/>
                    </a:moveTo>
                    <a:cubicBezTo>
                      <a:pt x="26797" y="29780"/>
                      <a:pt x="26795" y="29780"/>
                      <a:pt x="26791" y="29780"/>
                    </a:cubicBezTo>
                    <a:lnTo>
                      <a:pt x="26791" y="29780"/>
                    </a:lnTo>
                    <a:cubicBezTo>
                      <a:pt x="26792" y="29780"/>
                      <a:pt x="26793" y="29781"/>
                      <a:pt x="26793" y="29781"/>
                    </a:cubicBezTo>
                    <a:cubicBezTo>
                      <a:pt x="26796" y="29781"/>
                      <a:pt x="26797" y="29780"/>
                      <a:pt x="26798" y="29779"/>
                    </a:cubicBezTo>
                    <a:close/>
                    <a:moveTo>
                      <a:pt x="9497" y="0"/>
                    </a:moveTo>
                    <a:cubicBezTo>
                      <a:pt x="9051" y="0"/>
                      <a:pt x="8593" y="26"/>
                      <a:pt x="8125" y="83"/>
                    </a:cubicBezTo>
                    <a:cubicBezTo>
                      <a:pt x="7203" y="183"/>
                      <a:pt x="6279" y="451"/>
                      <a:pt x="5343" y="873"/>
                    </a:cubicBezTo>
                    <a:cubicBezTo>
                      <a:pt x="5130" y="978"/>
                      <a:pt x="4920" y="1071"/>
                      <a:pt x="4700" y="1191"/>
                    </a:cubicBezTo>
                    <a:lnTo>
                      <a:pt x="4025" y="1622"/>
                    </a:lnTo>
                    <a:cubicBezTo>
                      <a:pt x="3603" y="1940"/>
                      <a:pt x="3180" y="2256"/>
                      <a:pt x="2823" y="2658"/>
                    </a:cubicBezTo>
                    <a:cubicBezTo>
                      <a:pt x="1305" y="4178"/>
                      <a:pt x="381" y="6369"/>
                      <a:pt x="209" y="8664"/>
                    </a:cubicBezTo>
                    <a:cubicBezTo>
                      <a:pt x="1" y="10964"/>
                      <a:pt x="712" y="13423"/>
                      <a:pt x="2122" y="15371"/>
                    </a:cubicBezTo>
                    <a:cubicBezTo>
                      <a:pt x="3517" y="17334"/>
                      <a:pt x="5458" y="18868"/>
                      <a:pt x="7550" y="20015"/>
                    </a:cubicBezTo>
                    <a:cubicBezTo>
                      <a:pt x="9652" y="21171"/>
                      <a:pt x="11895" y="21954"/>
                      <a:pt x="14104" y="22639"/>
                    </a:cubicBezTo>
                    <a:cubicBezTo>
                      <a:pt x="16319" y="23316"/>
                      <a:pt x="18511" y="23869"/>
                      <a:pt x="20608" y="24460"/>
                    </a:cubicBezTo>
                    <a:cubicBezTo>
                      <a:pt x="22736" y="25075"/>
                      <a:pt x="24821" y="25434"/>
                      <a:pt x="26568" y="26229"/>
                    </a:cubicBezTo>
                    <a:cubicBezTo>
                      <a:pt x="28277" y="26981"/>
                      <a:pt x="29709" y="28316"/>
                      <a:pt x="30176" y="29760"/>
                    </a:cubicBezTo>
                    <a:cubicBezTo>
                      <a:pt x="30396" y="30464"/>
                      <a:pt x="30331" y="31242"/>
                      <a:pt x="30011" y="31802"/>
                    </a:cubicBezTo>
                    <a:cubicBezTo>
                      <a:pt x="29683" y="32379"/>
                      <a:pt x="29110" y="32802"/>
                      <a:pt x="28514" y="33010"/>
                    </a:cubicBezTo>
                    <a:cubicBezTo>
                      <a:pt x="28209" y="33125"/>
                      <a:pt x="27890" y="33178"/>
                      <a:pt x="27580" y="33178"/>
                    </a:cubicBezTo>
                    <a:cubicBezTo>
                      <a:pt x="26699" y="33178"/>
                      <a:pt x="25900" y="32750"/>
                      <a:pt x="25757" y="32098"/>
                    </a:cubicBezTo>
                    <a:cubicBezTo>
                      <a:pt x="25486" y="31196"/>
                      <a:pt x="25678" y="30341"/>
                      <a:pt x="26051" y="29999"/>
                    </a:cubicBezTo>
                    <a:cubicBezTo>
                      <a:pt x="26270" y="29804"/>
                      <a:pt x="26483" y="29768"/>
                      <a:pt x="26625" y="29768"/>
                    </a:cubicBezTo>
                    <a:cubicBezTo>
                      <a:pt x="26708" y="29768"/>
                      <a:pt x="26768" y="29780"/>
                      <a:pt x="26790" y="29780"/>
                    </a:cubicBezTo>
                    <a:cubicBezTo>
                      <a:pt x="26790" y="29780"/>
                      <a:pt x="26791" y="29780"/>
                      <a:pt x="26791" y="29780"/>
                    </a:cubicBezTo>
                    <a:lnTo>
                      <a:pt x="26791" y="29780"/>
                    </a:lnTo>
                    <a:cubicBezTo>
                      <a:pt x="26764" y="29777"/>
                      <a:pt x="26659" y="29726"/>
                      <a:pt x="26493" y="29726"/>
                    </a:cubicBezTo>
                    <a:cubicBezTo>
                      <a:pt x="26356" y="29726"/>
                      <a:pt x="26177" y="29761"/>
                      <a:pt x="25965" y="29889"/>
                    </a:cubicBezTo>
                    <a:cubicBezTo>
                      <a:pt x="25477" y="30229"/>
                      <a:pt x="25127" y="31131"/>
                      <a:pt x="25343" y="32211"/>
                    </a:cubicBezTo>
                    <a:cubicBezTo>
                      <a:pt x="25398" y="32470"/>
                      <a:pt x="25527" y="32807"/>
                      <a:pt x="25750" y="33037"/>
                    </a:cubicBezTo>
                    <a:cubicBezTo>
                      <a:pt x="25980" y="33276"/>
                      <a:pt x="26257" y="33465"/>
                      <a:pt x="26564" y="33592"/>
                    </a:cubicBezTo>
                    <a:cubicBezTo>
                      <a:pt x="26941" y="33753"/>
                      <a:pt x="27364" y="33838"/>
                      <a:pt x="27807" y="33838"/>
                    </a:cubicBezTo>
                    <a:cubicBezTo>
                      <a:pt x="28109" y="33838"/>
                      <a:pt x="28419" y="33798"/>
                      <a:pt x="28730" y="33717"/>
                    </a:cubicBezTo>
                    <a:cubicBezTo>
                      <a:pt x="29486" y="33511"/>
                      <a:pt x="30264" y="33063"/>
                      <a:pt x="30788" y="32280"/>
                    </a:cubicBezTo>
                    <a:cubicBezTo>
                      <a:pt x="31296" y="31481"/>
                      <a:pt x="31442" y="30442"/>
                      <a:pt x="31162" y="29475"/>
                    </a:cubicBezTo>
                    <a:cubicBezTo>
                      <a:pt x="30894" y="28510"/>
                      <a:pt x="30303" y="27665"/>
                      <a:pt x="29577" y="26969"/>
                    </a:cubicBezTo>
                    <a:cubicBezTo>
                      <a:pt x="28859" y="26267"/>
                      <a:pt x="27971" y="25679"/>
                      <a:pt x="27009" y="25255"/>
                    </a:cubicBezTo>
                    <a:cubicBezTo>
                      <a:pt x="25089" y="24386"/>
                      <a:pt x="22966" y="24029"/>
                      <a:pt x="20900" y="23426"/>
                    </a:cubicBezTo>
                    <a:cubicBezTo>
                      <a:pt x="18789" y="22828"/>
                      <a:pt x="16601" y="22272"/>
                      <a:pt x="14423" y="21604"/>
                    </a:cubicBezTo>
                    <a:cubicBezTo>
                      <a:pt x="12254" y="20932"/>
                      <a:pt x="10066" y="20159"/>
                      <a:pt x="8077" y="19060"/>
                    </a:cubicBezTo>
                    <a:cubicBezTo>
                      <a:pt x="6090" y="17971"/>
                      <a:pt x="4285" y="16527"/>
                      <a:pt x="3014" y="14737"/>
                    </a:cubicBezTo>
                    <a:cubicBezTo>
                      <a:pt x="1739" y="12956"/>
                      <a:pt x="1128" y="10816"/>
                      <a:pt x="1310" y="8743"/>
                    </a:cubicBezTo>
                    <a:cubicBezTo>
                      <a:pt x="1466" y="6692"/>
                      <a:pt x="2291" y="4750"/>
                      <a:pt x="3618" y="3429"/>
                    </a:cubicBezTo>
                    <a:cubicBezTo>
                      <a:pt x="3924" y="3080"/>
                      <a:pt x="4309" y="2802"/>
                      <a:pt x="4656" y="2536"/>
                    </a:cubicBezTo>
                    <a:lnTo>
                      <a:pt x="5197" y="2177"/>
                    </a:lnTo>
                    <a:cubicBezTo>
                      <a:pt x="5396" y="2065"/>
                      <a:pt x="5621" y="1962"/>
                      <a:pt x="5829" y="1856"/>
                    </a:cubicBezTo>
                    <a:cubicBezTo>
                      <a:pt x="6605" y="1502"/>
                      <a:pt x="7450" y="1236"/>
                      <a:pt x="8266" y="1145"/>
                    </a:cubicBezTo>
                    <a:cubicBezTo>
                      <a:pt x="8716" y="1086"/>
                      <a:pt x="9160" y="1060"/>
                      <a:pt x="9594" y="1060"/>
                    </a:cubicBezTo>
                    <a:cubicBezTo>
                      <a:pt x="10744" y="1060"/>
                      <a:pt x="11825" y="1247"/>
                      <a:pt x="12781" y="1514"/>
                    </a:cubicBezTo>
                    <a:cubicBezTo>
                      <a:pt x="13922" y="1837"/>
                      <a:pt x="15026" y="2290"/>
                      <a:pt x="16067" y="2864"/>
                    </a:cubicBezTo>
                    <a:cubicBezTo>
                      <a:pt x="16943" y="3333"/>
                      <a:pt x="17570" y="3795"/>
                      <a:pt x="17992" y="4094"/>
                    </a:cubicBezTo>
                    <a:lnTo>
                      <a:pt x="18650" y="4614"/>
                    </a:lnTo>
                    <a:lnTo>
                      <a:pt x="19253" y="3858"/>
                    </a:lnTo>
                    <a:lnTo>
                      <a:pt x="18600" y="3333"/>
                    </a:lnTo>
                    <a:cubicBezTo>
                      <a:pt x="18135" y="2996"/>
                      <a:pt x="17470" y="2498"/>
                      <a:pt x="16551" y="1993"/>
                    </a:cubicBezTo>
                    <a:cubicBezTo>
                      <a:pt x="15445" y="1373"/>
                      <a:pt x="14274" y="880"/>
                      <a:pt x="13058" y="523"/>
                    </a:cubicBezTo>
                    <a:cubicBezTo>
                      <a:pt x="12009" y="220"/>
                      <a:pt x="10803" y="0"/>
                      <a:pt x="9497"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8" name="Google Shape;5388;p59"/>
              <p:cNvSpPr/>
              <p:nvPr/>
            </p:nvSpPr>
            <p:spPr>
              <a:xfrm>
                <a:off x="3368550" y="238100"/>
                <a:ext cx="1089150" cy="1354050"/>
              </a:xfrm>
              <a:custGeom>
                <a:avLst/>
                <a:gdLst/>
                <a:ahLst/>
                <a:cxnLst/>
                <a:rect l="l" t="t" r="r" b="b"/>
                <a:pathLst>
                  <a:path w="43566" h="54162" extrusionOk="0">
                    <a:moveTo>
                      <a:pt x="40538" y="1"/>
                    </a:moveTo>
                    <a:cubicBezTo>
                      <a:pt x="40536" y="1"/>
                      <a:pt x="40535" y="1"/>
                      <a:pt x="40533" y="1"/>
                    </a:cubicBezTo>
                    <a:lnTo>
                      <a:pt x="23581" y="183"/>
                    </a:lnTo>
                    <a:lnTo>
                      <a:pt x="19703" y="224"/>
                    </a:lnTo>
                    <a:lnTo>
                      <a:pt x="2751" y="406"/>
                    </a:lnTo>
                    <a:cubicBezTo>
                      <a:pt x="2416" y="408"/>
                      <a:pt x="2128" y="645"/>
                      <a:pt x="2061" y="973"/>
                    </a:cubicBezTo>
                    <a:cubicBezTo>
                      <a:pt x="1530" y="3469"/>
                      <a:pt x="0" y="13846"/>
                      <a:pt x="8783" y="22600"/>
                    </a:cubicBezTo>
                    <a:cubicBezTo>
                      <a:pt x="18846" y="32630"/>
                      <a:pt x="19789" y="34399"/>
                      <a:pt x="18887" y="42942"/>
                    </a:cubicBezTo>
                    <a:cubicBezTo>
                      <a:pt x="17982" y="51485"/>
                      <a:pt x="13855" y="54161"/>
                      <a:pt x="13855" y="54161"/>
                    </a:cubicBezTo>
                    <a:lnTo>
                      <a:pt x="22106" y="54072"/>
                    </a:lnTo>
                    <a:lnTo>
                      <a:pt x="22326" y="54070"/>
                    </a:lnTo>
                    <a:lnTo>
                      <a:pt x="30577" y="53982"/>
                    </a:lnTo>
                    <a:cubicBezTo>
                      <a:pt x="30577" y="53982"/>
                      <a:pt x="26396" y="51394"/>
                      <a:pt x="25309" y="42870"/>
                    </a:cubicBezTo>
                    <a:cubicBezTo>
                      <a:pt x="24222" y="34348"/>
                      <a:pt x="25127" y="32560"/>
                      <a:pt x="34972" y="22320"/>
                    </a:cubicBezTo>
                    <a:cubicBezTo>
                      <a:pt x="43566" y="13379"/>
                      <a:pt x="41816" y="3039"/>
                      <a:pt x="41232" y="554"/>
                    </a:cubicBezTo>
                    <a:cubicBezTo>
                      <a:pt x="41158" y="228"/>
                      <a:pt x="40869" y="1"/>
                      <a:pt x="4053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9" name="Google Shape;5389;p59"/>
              <p:cNvSpPr/>
              <p:nvPr/>
            </p:nvSpPr>
            <p:spPr>
              <a:xfrm>
                <a:off x="3588225" y="1559325"/>
                <a:ext cx="673800" cy="265125"/>
              </a:xfrm>
              <a:custGeom>
                <a:avLst/>
                <a:gdLst/>
                <a:ahLst/>
                <a:cxnLst/>
                <a:rect l="l" t="t" r="r" b="b"/>
                <a:pathLst>
                  <a:path w="26952" h="10605" extrusionOk="0">
                    <a:moveTo>
                      <a:pt x="26784" y="0"/>
                    </a:moveTo>
                    <a:lnTo>
                      <a:pt x="58" y="285"/>
                    </a:lnTo>
                    <a:cubicBezTo>
                      <a:pt x="27" y="285"/>
                      <a:pt x="1" y="311"/>
                      <a:pt x="1" y="343"/>
                    </a:cubicBezTo>
                    <a:lnTo>
                      <a:pt x="111" y="10604"/>
                    </a:lnTo>
                    <a:lnTo>
                      <a:pt x="26951" y="10320"/>
                    </a:lnTo>
                    <a:lnTo>
                      <a:pt x="26841" y="58"/>
                    </a:lnTo>
                    <a:cubicBezTo>
                      <a:pt x="26841" y="27"/>
                      <a:pt x="26815" y="0"/>
                      <a:pt x="2678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0" name="Google Shape;5390;p59"/>
              <p:cNvSpPr/>
              <p:nvPr/>
            </p:nvSpPr>
            <p:spPr>
              <a:xfrm>
                <a:off x="3513850" y="1774875"/>
                <a:ext cx="825300" cy="92000"/>
              </a:xfrm>
              <a:custGeom>
                <a:avLst/>
                <a:gdLst/>
                <a:ahLst/>
                <a:cxnLst/>
                <a:rect l="l" t="t" r="r" b="b"/>
                <a:pathLst>
                  <a:path w="33012" h="3680" extrusionOk="0">
                    <a:moveTo>
                      <a:pt x="32921" y="0"/>
                    </a:moveTo>
                    <a:lnTo>
                      <a:pt x="58" y="350"/>
                    </a:lnTo>
                    <a:cubicBezTo>
                      <a:pt x="27" y="350"/>
                      <a:pt x="0" y="376"/>
                      <a:pt x="0" y="410"/>
                    </a:cubicBezTo>
                    <a:lnTo>
                      <a:pt x="36" y="3680"/>
                    </a:lnTo>
                    <a:lnTo>
                      <a:pt x="33012" y="3328"/>
                    </a:lnTo>
                    <a:lnTo>
                      <a:pt x="32978" y="58"/>
                    </a:lnTo>
                    <a:cubicBezTo>
                      <a:pt x="32978" y="27"/>
                      <a:pt x="32952" y="0"/>
                      <a:pt x="32921" y="0"/>
                    </a:cubicBezTo>
                    <a:close/>
                  </a:path>
                </a:pathLst>
              </a:custGeom>
              <a:solidFill>
                <a:srgbClr val="E7EC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1" name="Google Shape;5391;p59"/>
              <p:cNvSpPr/>
              <p:nvPr/>
            </p:nvSpPr>
            <p:spPr>
              <a:xfrm>
                <a:off x="3466550" y="322000"/>
                <a:ext cx="893500" cy="458025"/>
              </a:xfrm>
              <a:custGeom>
                <a:avLst/>
                <a:gdLst/>
                <a:ahLst/>
                <a:cxnLst/>
                <a:rect l="l" t="t" r="r" b="b"/>
                <a:pathLst>
                  <a:path w="35740" h="18321" extrusionOk="0">
                    <a:moveTo>
                      <a:pt x="34103" y="1"/>
                    </a:moveTo>
                    <a:cubicBezTo>
                      <a:pt x="34097" y="1"/>
                      <a:pt x="34091" y="1"/>
                      <a:pt x="34085" y="1"/>
                    </a:cubicBezTo>
                    <a:lnTo>
                      <a:pt x="18162" y="171"/>
                    </a:lnTo>
                    <a:lnTo>
                      <a:pt x="17351" y="181"/>
                    </a:lnTo>
                    <a:lnTo>
                      <a:pt x="1428" y="350"/>
                    </a:lnTo>
                    <a:cubicBezTo>
                      <a:pt x="834" y="353"/>
                      <a:pt x="348" y="820"/>
                      <a:pt x="320" y="1413"/>
                    </a:cubicBezTo>
                    <a:cubicBezTo>
                      <a:pt x="315" y="1492"/>
                      <a:pt x="312" y="1578"/>
                      <a:pt x="310" y="1667"/>
                    </a:cubicBezTo>
                    <a:cubicBezTo>
                      <a:pt x="1" y="10807"/>
                      <a:pt x="7459" y="18321"/>
                      <a:pt x="16585" y="18321"/>
                    </a:cubicBezTo>
                    <a:cubicBezTo>
                      <a:pt x="16644" y="18321"/>
                      <a:pt x="16703" y="18321"/>
                      <a:pt x="16762" y="18320"/>
                    </a:cubicBezTo>
                    <a:lnTo>
                      <a:pt x="17545" y="18310"/>
                    </a:lnTo>
                    <a:lnTo>
                      <a:pt x="18354" y="18303"/>
                    </a:lnTo>
                    <a:lnTo>
                      <a:pt x="19136" y="18294"/>
                    </a:lnTo>
                    <a:cubicBezTo>
                      <a:pt x="28343" y="18196"/>
                      <a:pt x="35739" y="10485"/>
                      <a:pt x="35229" y="1294"/>
                    </a:cubicBezTo>
                    <a:cubicBezTo>
                      <a:pt x="35225" y="1203"/>
                      <a:pt x="35220" y="1119"/>
                      <a:pt x="35215" y="1040"/>
                    </a:cubicBezTo>
                    <a:cubicBezTo>
                      <a:pt x="35175" y="455"/>
                      <a:pt x="34689" y="1"/>
                      <a:pt x="34103"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2" name="Google Shape;5392;p59"/>
              <p:cNvSpPr/>
              <p:nvPr/>
            </p:nvSpPr>
            <p:spPr>
              <a:xfrm>
                <a:off x="3472850" y="260850"/>
                <a:ext cx="874375" cy="56650"/>
              </a:xfrm>
              <a:custGeom>
                <a:avLst/>
                <a:gdLst/>
                <a:ahLst/>
                <a:cxnLst/>
                <a:rect l="l" t="t" r="r" b="b"/>
                <a:pathLst>
                  <a:path w="34975" h="2266" extrusionOk="0">
                    <a:moveTo>
                      <a:pt x="34014" y="1"/>
                    </a:moveTo>
                    <a:cubicBezTo>
                      <a:pt x="34011" y="1"/>
                      <a:pt x="34008" y="1"/>
                      <a:pt x="34005" y="1"/>
                    </a:cubicBezTo>
                    <a:lnTo>
                      <a:pt x="953" y="355"/>
                    </a:lnTo>
                    <a:cubicBezTo>
                      <a:pt x="424" y="360"/>
                      <a:pt x="1" y="791"/>
                      <a:pt x="8" y="1320"/>
                    </a:cubicBezTo>
                    <a:cubicBezTo>
                      <a:pt x="13" y="1843"/>
                      <a:pt x="441" y="2265"/>
                      <a:pt x="964" y="2265"/>
                    </a:cubicBezTo>
                    <a:cubicBezTo>
                      <a:pt x="967" y="2265"/>
                      <a:pt x="969" y="2265"/>
                      <a:pt x="972" y="2265"/>
                    </a:cubicBezTo>
                    <a:lnTo>
                      <a:pt x="34022" y="1913"/>
                    </a:lnTo>
                    <a:cubicBezTo>
                      <a:pt x="34551" y="1906"/>
                      <a:pt x="34975" y="1473"/>
                      <a:pt x="34968" y="946"/>
                    </a:cubicBezTo>
                    <a:cubicBezTo>
                      <a:pt x="34963" y="422"/>
                      <a:pt x="34537" y="1"/>
                      <a:pt x="34014"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3" name="Google Shape;5393;p59"/>
              <p:cNvSpPr/>
              <p:nvPr/>
            </p:nvSpPr>
            <p:spPr>
              <a:xfrm>
                <a:off x="3746150" y="421050"/>
                <a:ext cx="332625" cy="316350"/>
              </a:xfrm>
              <a:custGeom>
                <a:avLst/>
                <a:gdLst/>
                <a:ahLst/>
                <a:cxnLst/>
                <a:rect l="l" t="t" r="r" b="b"/>
                <a:pathLst>
                  <a:path w="13305" h="12654" extrusionOk="0">
                    <a:moveTo>
                      <a:pt x="6653" y="1"/>
                    </a:moveTo>
                    <a:lnTo>
                      <a:pt x="4597" y="4166"/>
                    </a:lnTo>
                    <a:lnTo>
                      <a:pt x="1" y="4833"/>
                    </a:lnTo>
                    <a:lnTo>
                      <a:pt x="3325" y="8075"/>
                    </a:lnTo>
                    <a:lnTo>
                      <a:pt x="2540" y="12654"/>
                    </a:lnTo>
                    <a:lnTo>
                      <a:pt x="6653" y="10492"/>
                    </a:lnTo>
                    <a:lnTo>
                      <a:pt x="10765" y="12654"/>
                    </a:lnTo>
                    <a:lnTo>
                      <a:pt x="9978" y="8075"/>
                    </a:lnTo>
                    <a:lnTo>
                      <a:pt x="13305" y="4833"/>
                    </a:lnTo>
                    <a:lnTo>
                      <a:pt x="8709" y="4166"/>
                    </a:lnTo>
                    <a:lnTo>
                      <a:pt x="6653" y="1"/>
                    </a:lnTo>
                    <a:close/>
                    <a:moveTo>
                      <a:pt x="2540" y="12654"/>
                    </a:moveTo>
                    <a:lnTo>
                      <a:pt x="2540" y="12654"/>
                    </a:lnTo>
                    <a:lnTo>
                      <a:pt x="2540" y="12654"/>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394" name="Google Shape;5394;p59"/>
          <p:cNvGrpSpPr/>
          <p:nvPr/>
        </p:nvGrpSpPr>
        <p:grpSpPr>
          <a:xfrm>
            <a:off x="2480746" y="3534460"/>
            <a:ext cx="1243128" cy="637739"/>
            <a:chOff x="2496310" y="3693351"/>
            <a:chExt cx="1342906" cy="688926"/>
          </a:xfrm>
        </p:grpSpPr>
        <p:grpSp>
          <p:nvGrpSpPr>
            <p:cNvPr id="5395" name="Google Shape;5395;p59"/>
            <p:cNvGrpSpPr/>
            <p:nvPr/>
          </p:nvGrpSpPr>
          <p:grpSpPr>
            <a:xfrm>
              <a:off x="2496310" y="3693351"/>
              <a:ext cx="1342906" cy="688875"/>
              <a:chOff x="2496310" y="3693351"/>
              <a:chExt cx="1342906" cy="688875"/>
            </a:xfrm>
          </p:grpSpPr>
          <p:sp>
            <p:nvSpPr>
              <p:cNvPr id="5396" name="Google Shape;5396;p59"/>
              <p:cNvSpPr/>
              <p:nvPr/>
            </p:nvSpPr>
            <p:spPr>
              <a:xfrm>
                <a:off x="2567815" y="3809577"/>
                <a:ext cx="1200140" cy="572649"/>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7" name="Google Shape;5397;p59"/>
              <p:cNvSpPr/>
              <p:nvPr/>
            </p:nvSpPr>
            <p:spPr>
              <a:xfrm>
                <a:off x="3420688" y="3858516"/>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8" name="Google Shape;5398;p59"/>
              <p:cNvSpPr/>
              <p:nvPr/>
            </p:nvSpPr>
            <p:spPr>
              <a:xfrm>
                <a:off x="3135700" y="3791751"/>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9" name="Google Shape;5399;p59"/>
              <p:cNvSpPr/>
              <p:nvPr/>
            </p:nvSpPr>
            <p:spPr>
              <a:xfrm>
                <a:off x="3620515" y="4032917"/>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0" name="Google Shape;5400;p59"/>
              <p:cNvSpPr/>
              <p:nvPr/>
            </p:nvSpPr>
            <p:spPr>
              <a:xfrm>
                <a:off x="2843808" y="3858516"/>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1" name="Google Shape;5401;p59"/>
              <p:cNvSpPr/>
              <p:nvPr/>
            </p:nvSpPr>
            <p:spPr>
              <a:xfrm>
                <a:off x="2652010" y="4032917"/>
                <a:ext cx="65100" cy="65100"/>
              </a:xfrm>
              <a:prstGeom prst="ellipse">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402" name="Google Shape;5402;p59"/>
              <p:cNvCxnSpPr>
                <a:stCxn id="5400" idx="0"/>
              </p:cNvCxnSpPr>
              <p:nvPr/>
            </p:nvCxnSpPr>
            <p:spPr>
              <a:xfrm rot="5400000" flipH="1">
                <a:off x="2741958" y="3724116"/>
                <a:ext cx="68700" cy="200100"/>
              </a:xfrm>
              <a:prstGeom prst="bentConnector2">
                <a:avLst/>
              </a:prstGeom>
              <a:noFill/>
              <a:ln w="19050" cap="flat" cmpd="sng">
                <a:solidFill>
                  <a:srgbClr val="869FB2"/>
                </a:solidFill>
                <a:prstDash val="solid"/>
                <a:round/>
                <a:headEnd type="none" w="med" len="med"/>
                <a:tailEnd type="none" w="med" len="med"/>
              </a:ln>
            </p:spPr>
          </p:cxnSp>
          <p:cxnSp>
            <p:nvCxnSpPr>
              <p:cNvPr id="5403" name="Google Shape;5403;p59"/>
              <p:cNvCxnSpPr>
                <a:stCxn id="5397" idx="0"/>
              </p:cNvCxnSpPr>
              <p:nvPr/>
            </p:nvCxnSpPr>
            <p:spPr>
              <a:xfrm rot="-5400000">
                <a:off x="3512338" y="3723516"/>
                <a:ext cx="75900" cy="194100"/>
              </a:xfrm>
              <a:prstGeom prst="bentConnector2">
                <a:avLst/>
              </a:prstGeom>
              <a:noFill/>
              <a:ln w="19050" cap="flat" cmpd="sng">
                <a:solidFill>
                  <a:srgbClr val="869FB2"/>
                </a:solidFill>
                <a:prstDash val="solid"/>
                <a:round/>
                <a:headEnd type="none" w="med" len="med"/>
                <a:tailEnd type="none" w="med" len="med"/>
              </a:ln>
            </p:spPr>
          </p:cxnSp>
          <p:cxnSp>
            <p:nvCxnSpPr>
              <p:cNvPr id="5404" name="Google Shape;5404;p59"/>
              <p:cNvCxnSpPr>
                <a:stCxn id="5398" idx="0"/>
              </p:cNvCxnSpPr>
              <p:nvPr/>
            </p:nvCxnSpPr>
            <p:spPr>
              <a:xfrm rot="-5400000">
                <a:off x="3119350" y="3742251"/>
                <a:ext cx="98400" cy="600"/>
              </a:xfrm>
              <a:prstGeom prst="bentConnector3">
                <a:avLst>
                  <a:gd name="adj1" fmla="val 50000"/>
                </a:avLst>
              </a:prstGeom>
              <a:noFill/>
              <a:ln w="19050" cap="flat" cmpd="sng">
                <a:solidFill>
                  <a:srgbClr val="869FB2"/>
                </a:solidFill>
                <a:prstDash val="solid"/>
                <a:round/>
                <a:headEnd type="none" w="med" len="med"/>
                <a:tailEnd type="none" w="med" len="med"/>
              </a:ln>
            </p:spPr>
          </p:cxnSp>
          <p:cxnSp>
            <p:nvCxnSpPr>
              <p:cNvPr id="5405" name="Google Shape;5405;p59"/>
              <p:cNvCxnSpPr>
                <a:stCxn id="5401" idx="2"/>
              </p:cNvCxnSpPr>
              <p:nvPr/>
            </p:nvCxnSpPr>
            <p:spPr>
              <a:xfrm flipH="1">
                <a:off x="2496310" y="4065467"/>
                <a:ext cx="155700" cy="600"/>
              </a:xfrm>
              <a:prstGeom prst="bentConnector3">
                <a:avLst>
                  <a:gd name="adj1" fmla="val 50000"/>
                </a:avLst>
              </a:prstGeom>
              <a:noFill/>
              <a:ln w="19050" cap="flat" cmpd="sng">
                <a:solidFill>
                  <a:srgbClr val="869FB2"/>
                </a:solidFill>
                <a:prstDash val="solid"/>
                <a:round/>
                <a:headEnd type="none" w="med" len="med"/>
                <a:tailEnd type="none" w="med" len="med"/>
              </a:ln>
            </p:spPr>
          </p:cxnSp>
          <p:cxnSp>
            <p:nvCxnSpPr>
              <p:cNvPr id="5406" name="Google Shape;5406;p59"/>
              <p:cNvCxnSpPr>
                <a:stCxn id="5399" idx="6"/>
              </p:cNvCxnSpPr>
              <p:nvPr/>
            </p:nvCxnSpPr>
            <p:spPr>
              <a:xfrm>
                <a:off x="3685615" y="4065467"/>
                <a:ext cx="153600" cy="600"/>
              </a:xfrm>
              <a:prstGeom prst="bentConnector3">
                <a:avLst>
                  <a:gd name="adj1" fmla="val 50000"/>
                </a:avLst>
              </a:prstGeom>
              <a:noFill/>
              <a:ln w="19050" cap="flat" cmpd="sng">
                <a:solidFill>
                  <a:srgbClr val="869FB2"/>
                </a:solidFill>
                <a:prstDash val="solid"/>
                <a:round/>
                <a:headEnd type="none" w="med" len="med"/>
                <a:tailEnd type="none" w="med" len="med"/>
              </a:ln>
            </p:spPr>
          </p:cxnSp>
        </p:grpSp>
        <p:grpSp>
          <p:nvGrpSpPr>
            <p:cNvPr id="5407" name="Google Shape;5407;p59"/>
            <p:cNvGrpSpPr/>
            <p:nvPr/>
          </p:nvGrpSpPr>
          <p:grpSpPr>
            <a:xfrm>
              <a:off x="2675275" y="3930557"/>
              <a:ext cx="1003306" cy="451719"/>
              <a:chOff x="2675275" y="4174282"/>
              <a:chExt cx="1003306" cy="451719"/>
            </a:xfrm>
          </p:grpSpPr>
          <p:sp>
            <p:nvSpPr>
              <p:cNvPr id="5408" name="Google Shape;5408;p59"/>
              <p:cNvSpPr/>
              <p:nvPr/>
            </p:nvSpPr>
            <p:spPr>
              <a:xfrm>
                <a:off x="2675275" y="4174282"/>
                <a:ext cx="1003306" cy="451719"/>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B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9" name="Google Shape;5409;p59"/>
              <p:cNvSpPr/>
              <p:nvPr/>
            </p:nvSpPr>
            <p:spPr>
              <a:xfrm>
                <a:off x="2716046" y="4210984"/>
                <a:ext cx="921789" cy="415018"/>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0" name="Google Shape;5410;p59"/>
              <p:cNvSpPr/>
              <p:nvPr/>
            </p:nvSpPr>
            <p:spPr>
              <a:xfrm>
                <a:off x="2762606" y="4252906"/>
                <a:ext cx="828676" cy="373095"/>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411" name="Google Shape;5411;p59"/>
          <p:cNvGrpSpPr/>
          <p:nvPr/>
        </p:nvGrpSpPr>
        <p:grpSpPr>
          <a:xfrm>
            <a:off x="1654417" y="971307"/>
            <a:ext cx="574511" cy="874709"/>
            <a:chOff x="1715404" y="1112080"/>
            <a:chExt cx="642270" cy="977984"/>
          </a:xfrm>
        </p:grpSpPr>
        <p:grpSp>
          <p:nvGrpSpPr>
            <p:cNvPr id="5412" name="Google Shape;5412;p59"/>
            <p:cNvGrpSpPr/>
            <p:nvPr/>
          </p:nvGrpSpPr>
          <p:grpSpPr>
            <a:xfrm>
              <a:off x="1715404" y="1112080"/>
              <a:ext cx="642270" cy="977984"/>
              <a:chOff x="1715404" y="1112080"/>
              <a:chExt cx="642270" cy="977984"/>
            </a:xfrm>
          </p:grpSpPr>
          <p:sp>
            <p:nvSpPr>
              <p:cNvPr id="5413" name="Google Shape;5413;p59"/>
              <p:cNvSpPr/>
              <p:nvPr/>
            </p:nvSpPr>
            <p:spPr>
              <a:xfrm>
                <a:off x="1715404" y="1112080"/>
                <a:ext cx="642270" cy="642270"/>
              </a:xfrm>
              <a:custGeom>
                <a:avLst/>
                <a:gdLst/>
                <a:ahLst/>
                <a:cxnLst/>
                <a:rect l="l" t="t" r="r" b="b"/>
                <a:pathLst>
                  <a:path w="41544" h="41544" extrusionOk="0">
                    <a:moveTo>
                      <a:pt x="20773" y="3462"/>
                    </a:moveTo>
                    <a:cubicBezTo>
                      <a:pt x="30333" y="3462"/>
                      <a:pt x="38081" y="11211"/>
                      <a:pt x="38081" y="20771"/>
                    </a:cubicBezTo>
                    <a:cubicBezTo>
                      <a:pt x="38081" y="30331"/>
                      <a:pt x="30333" y="38081"/>
                      <a:pt x="20773" y="38081"/>
                    </a:cubicBezTo>
                    <a:cubicBezTo>
                      <a:pt x="11213" y="38081"/>
                      <a:pt x="3462" y="30331"/>
                      <a:pt x="3462" y="20771"/>
                    </a:cubicBezTo>
                    <a:cubicBezTo>
                      <a:pt x="3462" y="11211"/>
                      <a:pt x="11213" y="3462"/>
                      <a:pt x="20773" y="3462"/>
                    </a:cubicBezTo>
                    <a:close/>
                    <a:moveTo>
                      <a:pt x="20773" y="0"/>
                    </a:moveTo>
                    <a:cubicBezTo>
                      <a:pt x="9301" y="0"/>
                      <a:pt x="0" y="9299"/>
                      <a:pt x="0" y="20771"/>
                    </a:cubicBezTo>
                    <a:cubicBezTo>
                      <a:pt x="0" y="32243"/>
                      <a:pt x="9301" y="41543"/>
                      <a:pt x="20773" y="41543"/>
                    </a:cubicBezTo>
                    <a:cubicBezTo>
                      <a:pt x="32245" y="41543"/>
                      <a:pt x="41543" y="32243"/>
                      <a:pt x="41543" y="20771"/>
                    </a:cubicBezTo>
                    <a:cubicBezTo>
                      <a:pt x="41543" y="9299"/>
                      <a:pt x="32245" y="0"/>
                      <a:pt x="20773"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4" name="Google Shape;5414;p59"/>
              <p:cNvSpPr/>
              <p:nvPr/>
            </p:nvSpPr>
            <p:spPr>
              <a:xfrm>
                <a:off x="1956781" y="1714402"/>
                <a:ext cx="9121" cy="375663"/>
              </a:xfrm>
              <a:custGeom>
                <a:avLst/>
                <a:gdLst/>
                <a:ahLst/>
                <a:cxnLst/>
                <a:rect l="l" t="t" r="r" b="b"/>
                <a:pathLst>
                  <a:path w="590" h="24299" extrusionOk="0">
                    <a:moveTo>
                      <a:pt x="0" y="0"/>
                    </a:moveTo>
                    <a:lnTo>
                      <a:pt x="0" y="24299"/>
                    </a:lnTo>
                    <a:lnTo>
                      <a:pt x="589" y="24299"/>
                    </a:lnTo>
                    <a:lnTo>
                      <a:pt x="58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15" name="Google Shape;5415;p59"/>
            <p:cNvGrpSpPr/>
            <p:nvPr/>
          </p:nvGrpSpPr>
          <p:grpSpPr>
            <a:xfrm>
              <a:off x="1768927" y="1165603"/>
              <a:ext cx="535225" cy="851367"/>
              <a:chOff x="1768927" y="1165603"/>
              <a:chExt cx="535225" cy="851367"/>
            </a:xfrm>
          </p:grpSpPr>
          <p:sp>
            <p:nvSpPr>
              <p:cNvPr id="5416" name="Google Shape;5416;p59"/>
              <p:cNvSpPr/>
              <p:nvPr/>
            </p:nvSpPr>
            <p:spPr>
              <a:xfrm>
                <a:off x="1768927" y="1165603"/>
                <a:ext cx="535225" cy="535225"/>
              </a:xfrm>
              <a:custGeom>
                <a:avLst/>
                <a:gdLst/>
                <a:ahLst/>
                <a:cxnLst/>
                <a:rect l="l" t="t" r="r" b="b"/>
                <a:pathLst>
                  <a:path w="34620" h="34620" extrusionOk="0">
                    <a:moveTo>
                      <a:pt x="17311" y="3462"/>
                    </a:moveTo>
                    <a:cubicBezTo>
                      <a:pt x="24959" y="3462"/>
                      <a:pt x="31157" y="9661"/>
                      <a:pt x="31157" y="17309"/>
                    </a:cubicBezTo>
                    <a:cubicBezTo>
                      <a:pt x="31157" y="24957"/>
                      <a:pt x="24959" y="31157"/>
                      <a:pt x="17311" y="31157"/>
                    </a:cubicBezTo>
                    <a:cubicBezTo>
                      <a:pt x="9663" y="31157"/>
                      <a:pt x="3462" y="24957"/>
                      <a:pt x="3462" y="17309"/>
                    </a:cubicBezTo>
                    <a:cubicBezTo>
                      <a:pt x="3462" y="9661"/>
                      <a:pt x="9663" y="3462"/>
                      <a:pt x="17311" y="3462"/>
                    </a:cubicBezTo>
                    <a:close/>
                    <a:moveTo>
                      <a:pt x="17311" y="0"/>
                    </a:moveTo>
                    <a:cubicBezTo>
                      <a:pt x="7751" y="0"/>
                      <a:pt x="0" y="7749"/>
                      <a:pt x="0" y="17309"/>
                    </a:cubicBezTo>
                    <a:cubicBezTo>
                      <a:pt x="0" y="26869"/>
                      <a:pt x="7751" y="34619"/>
                      <a:pt x="17311" y="34619"/>
                    </a:cubicBezTo>
                    <a:cubicBezTo>
                      <a:pt x="26871" y="34619"/>
                      <a:pt x="34619" y="26869"/>
                      <a:pt x="34619" y="17309"/>
                    </a:cubicBezTo>
                    <a:cubicBezTo>
                      <a:pt x="34619" y="7749"/>
                      <a:pt x="26871" y="0"/>
                      <a:pt x="173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7" name="Google Shape;5417;p59"/>
              <p:cNvSpPr/>
              <p:nvPr/>
            </p:nvSpPr>
            <p:spPr>
              <a:xfrm>
                <a:off x="2006902" y="1668949"/>
                <a:ext cx="9137" cy="348020"/>
              </a:xfrm>
              <a:custGeom>
                <a:avLst/>
                <a:gdLst/>
                <a:ahLst/>
                <a:cxnLst/>
                <a:rect l="l" t="t" r="r" b="b"/>
                <a:pathLst>
                  <a:path w="591" h="22511" extrusionOk="0">
                    <a:moveTo>
                      <a:pt x="1" y="0"/>
                    </a:moveTo>
                    <a:lnTo>
                      <a:pt x="1" y="22510"/>
                    </a:lnTo>
                    <a:lnTo>
                      <a:pt x="590" y="22510"/>
                    </a:lnTo>
                    <a:lnTo>
                      <a:pt x="590"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18" name="Google Shape;5418;p59"/>
            <p:cNvGrpSpPr/>
            <p:nvPr/>
          </p:nvGrpSpPr>
          <p:grpSpPr>
            <a:xfrm>
              <a:off x="1822449" y="1219125"/>
              <a:ext cx="428180" cy="718859"/>
              <a:chOff x="1822449" y="1219125"/>
              <a:chExt cx="428180" cy="718859"/>
            </a:xfrm>
          </p:grpSpPr>
          <p:sp>
            <p:nvSpPr>
              <p:cNvPr id="5419" name="Google Shape;5419;p59"/>
              <p:cNvSpPr/>
              <p:nvPr/>
            </p:nvSpPr>
            <p:spPr>
              <a:xfrm>
                <a:off x="1822449" y="1219125"/>
                <a:ext cx="428180" cy="428180"/>
              </a:xfrm>
              <a:custGeom>
                <a:avLst/>
                <a:gdLst/>
                <a:ahLst/>
                <a:cxnLst/>
                <a:rect l="l" t="t" r="r" b="b"/>
                <a:pathLst>
                  <a:path w="27696" h="27696" extrusionOk="0">
                    <a:moveTo>
                      <a:pt x="13849" y="3462"/>
                    </a:moveTo>
                    <a:cubicBezTo>
                      <a:pt x="19585" y="3462"/>
                      <a:pt x="24233" y="8111"/>
                      <a:pt x="24233" y="13847"/>
                    </a:cubicBezTo>
                    <a:cubicBezTo>
                      <a:pt x="24233" y="19583"/>
                      <a:pt x="19585" y="24233"/>
                      <a:pt x="13849" y="24233"/>
                    </a:cubicBezTo>
                    <a:cubicBezTo>
                      <a:pt x="8113" y="24233"/>
                      <a:pt x="3462" y="19583"/>
                      <a:pt x="3462" y="13847"/>
                    </a:cubicBezTo>
                    <a:cubicBezTo>
                      <a:pt x="3462" y="8111"/>
                      <a:pt x="8113" y="3462"/>
                      <a:pt x="13849" y="3462"/>
                    </a:cubicBezTo>
                    <a:close/>
                    <a:moveTo>
                      <a:pt x="13849" y="0"/>
                    </a:moveTo>
                    <a:cubicBezTo>
                      <a:pt x="6201" y="0"/>
                      <a:pt x="0" y="6199"/>
                      <a:pt x="0" y="13847"/>
                    </a:cubicBezTo>
                    <a:cubicBezTo>
                      <a:pt x="0" y="21495"/>
                      <a:pt x="6201" y="27695"/>
                      <a:pt x="13849" y="27695"/>
                    </a:cubicBezTo>
                    <a:cubicBezTo>
                      <a:pt x="21497" y="27695"/>
                      <a:pt x="27695" y="21495"/>
                      <a:pt x="27695" y="13847"/>
                    </a:cubicBezTo>
                    <a:cubicBezTo>
                      <a:pt x="27695" y="6199"/>
                      <a:pt x="21497" y="0"/>
                      <a:pt x="1384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0" name="Google Shape;5420;p59"/>
              <p:cNvSpPr/>
              <p:nvPr/>
            </p:nvSpPr>
            <p:spPr>
              <a:xfrm>
                <a:off x="2057039" y="1605996"/>
                <a:ext cx="9121" cy="331988"/>
              </a:xfrm>
              <a:custGeom>
                <a:avLst/>
                <a:gdLst/>
                <a:ahLst/>
                <a:cxnLst/>
                <a:rect l="l" t="t" r="r" b="b"/>
                <a:pathLst>
                  <a:path w="590" h="21474" extrusionOk="0">
                    <a:moveTo>
                      <a:pt x="0" y="0"/>
                    </a:moveTo>
                    <a:lnTo>
                      <a:pt x="0" y="21474"/>
                    </a:lnTo>
                    <a:lnTo>
                      <a:pt x="590" y="21474"/>
                    </a:lnTo>
                    <a:lnTo>
                      <a:pt x="59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21" name="Google Shape;5421;p59"/>
            <p:cNvGrpSpPr/>
            <p:nvPr/>
          </p:nvGrpSpPr>
          <p:grpSpPr>
            <a:xfrm>
              <a:off x="1875972" y="1272648"/>
              <a:ext cx="321135" cy="586939"/>
              <a:chOff x="1875972" y="1272648"/>
              <a:chExt cx="321135" cy="586939"/>
            </a:xfrm>
          </p:grpSpPr>
          <p:sp>
            <p:nvSpPr>
              <p:cNvPr id="5422" name="Google Shape;5422;p59"/>
              <p:cNvSpPr/>
              <p:nvPr/>
            </p:nvSpPr>
            <p:spPr>
              <a:xfrm>
                <a:off x="1875972" y="1272648"/>
                <a:ext cx="321135" cy="321120"/>
              </a:xfrm>
              <a:custGeom>
                <a:avLst/>
                <a:gdLst/>
                <a:ahLst/>
                <a:cxnLst/>
                <a:rect l="l" t="t" r="r" b="b"/>
                <a:pathLst>
                  <a:path w="20772" h="20771" extrusionOk="0">
                    <a:moveTo>
                      <a:pt x="10387" y="3461"/>
                    </a:moveTo>
                    <a:cubicBezTo>
                      <a:pt x="14211" y="3461"/>
                      <a:pt x="17309" y="6561"/>
                      <a:pt x="17309" y="10385"/>
                    </a:cubicBezTo>
                    <a:cubicBezTo>
                      <a:pt x="17309" y="14209"/>
                      <a:pt x="14211" y="17309"/>
                      <a:pt x="10387" y="17309"/>
                    </a:cubicBezTo>
                    <a:cubicBezTo>
                      <a:pt x="6563" y="17309"/>
                      <a:pt x="3462" y="14209"/>
                      <a:pt x="3462" y="10385"/>
                    </a:cubicBezTo>
                    <a:cubicBezTo>
                      <a:pt x="3462" y="6561"/>
                      <a:pt x="6563" y="3461"/>
                      <a:pt x="10387" y="3461"/>
                    </a:cubicBezTo>
                    <a:close/>
                    <a:moveTo>
                      <a:pt x="10387" y="0"/>
                    </a:moveTo>
                    <a:cubicBezTo>
                      <a:pt x="4651" y="0"/>
                      <a:pt x="0" y="4649"/>
                      <a:pt x="0" y="10385"/>
                    </a:cubicBezTo>
                    <a:cubicBezTo>
                      <a:pt x="0" y="16121"/>
                      <a:pt x="4651" y="20771"/>
                      <a:pt x="10387" y="20771"/>
                    </a:cubicBezTo>
                    <a:cubicBezTo>
                      <a:pt x="16123" y="20771"/>
                      <a:pt x="20771" y="16121"/>
                      <a:pt x="20771" y="10385"/>
                    </a:cubicBezTo>
                    <a:cubicBezTo>
                      <a:pt x="20771" y="4649"/>
                      <a:pt x="16123" y="0"/>
                      <a:pt x="1038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3" name="Google Shape;5423;p59"/>
              <p:cNvSpPr/>
              <p:nvPr/>
            </p:nvSpPr>
            <p:spPr>
              <a:xfrm>
                <a:off x="2107176" y="1533705"/>
                <a:ext cx="9121" cy="325881"/>
              </a:xfrm>
              <a:custGeom>
                <a:avLst/>
                <a:gdLst/>
                <a:ahLst/>
                <a:cxnLst/>
                <a:rect l="l" t="t" r="r" b="b"/>
                <a:pathLst>
                  <a:path w="590" h="21079" extrusionOk="0">
                    <a:moveTo>
                      <a:pt x="0" y="0"/>
                    </a:moveTo>
                    <a:lnTo>
                      <a:pt x="0" y="21078"/>
                    </a:lnTo>
                    <a:lnTo>
                      <a:pt x="589" y="21078"/>
                    </a:lnTo>
                    <a:lnTo>
                      <a:pt x="58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424" name="Google Shape;5424;p59"/>
          <p:cNvGrpSpPr/>
          <p:nvPr/>
        </p:nvGrpSpPr>
        <p:grpSpPr>
          <a:xfrm>
            <a:off x="7761578" y="3528028"/>
            <a:ext cx="293855" cy="644170"/>
            <a:chOff x="241025" y="3151575"/>
            <a:chExt cx="293855" cy="644170"/>
          </a:xfrm>
        </p:grpSpPr>
        <p:sp>
          <p:nvSpPr>
            <p:cNvPr id="5425" name="Google Shape;5425;p59"/>
            <p:cNvSpPr/>
            <p:nvPr/>
          </p:nvSpPr>
          <p:spPr>
            <a:xfrm>
              <a:off x="241025" y="3151575"/>
              <a:ext cx="293303" cy="644170"/>
            </a:xfrm>
            <a:custGeom>
              <a:avLst/>
              <a:gdLst/>
              <a:ahLst/>
              <a:cxnLst/>
              <a:rect l="l" t="t" r="r" b="b"/>
              <a:pathLst>
                <a:path w="19117" h="41986" extrusionOk="0">
                  <a:moveTo>
                    <a:pt x="1155" y="1"/>
                  </a:moveTo>
                  <a:cubicBezTo>
                    <a:pt x="516" y="1"/>
                    <a:pt x="1" y="516"/>
                    <a:pt x="1" y="1152"/>
                  </a:cubicBezTo>
                  <a:lnTo>
                    <a:pt x="1" y="35706"/>
                  </a:lnTo>
                  <a:cubicBezTo>
                    <a:pt x="1" y="36344"/>
                    <a:pt x="9559" y="41985"/>
                    <a:pt x="9559" y="41985"/>
                  </a:cubicBezTo>
                  <a:cubicBezTo>
                    <a:pt x="9559" y="41985"/>
                    <a:pt x="19117" y="36344"/>
                    <a:pt x="19117" y="35706"/>
                  </a:cubicBezTo>
                  <a:lnTo>
                    <a:pt x="19117" y="1152"/>
                  </a:lnTo>
                  <a:cubicBezTo>
                    <a:pt x="19117" y="516"/>
                    <a:pt x="18601" y="1"/>
                    <a:pt x="1796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6" name="Google Shape;5426;p59"/>
            <p:cNvSpPr/>
            <p:nvPr/>
          </p:nvSpPr>
          <p:spPr>
            <a:xfrm>
              <a:off x="241347" y="3252796"/>
              <a:ext cx="293533" cy="164134"/>
            </a:xfrm>
            <a:custGeom>
              <a:avLst/>
              <a:gdLst/>
              <a:ahLst/>
              <a:cxnLst/>
              <a:rect l="l" t="t" r="r" b="b"/>
              <a:pathLst>
                <a:path w="19132" h="10698" extrusionOk="0">
                  <a:moveTo>
                    <a:pt x="1" y="1"/>
                  </a:moveTo>
                  <a:lnTo>
                    <a:pt x="1" y="10698"/>
                  </a:lnTo>
                  <a:lnTo>
                    <a:pt x="19132" y="10698"/>
                  </a:lnTo>
                  <a:lnTo>
                    <a:pt x="1913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27" name="Google Shape;5427;p59"/>
          <p:cNvGrpSpPr/>
          <p:nvPr/>
        </p:nvGrpSpPr>
        <p:grpSpPr>
          <a:xfrm>
            <a:off x="709562" y="2728028"/>
            <a:ext cx="1779649" cy="591620"/>
            <a:chOff x="246070" y="1983375"/>
            <a:chExt cx="1855347" cy="616849"/>
          </a:xfrm>
        </p:grpSpPr>
        <p:sp>
          <p:nvSpPr>
            <p:cNvPr id="5428" name="Google Shape;5428;p59"/>
            <p:cNvSpPr/>
            <p:nvPr/>
          </p:nvSpPr>
          <p:spPr>
            <a:xfrm>
              <a:off x="1072131" y="1983872"/>
              <a:ext cx="408910" cy="407494"/>
            </a:xfrm>
            <a:custGeom>
              <a:avLst/>
              <a:gdLst/>
              <a:ahLst/>
              <a:cxnLst/>
              <a:rect l="l" t="t" r="r" b="b"/>
              <a:pathLst>
                <a:path w="34090" h="33972" extrusionOk="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9" name="Google Shape;5429;p59"/>
            <p:cNvSpPr/>
            <p:nvPr/>
          </p:nvSpPr>
          <p:spPr>
            <a:xfrm>
              <a:off x="1430530" y="2193486"/>
              <a:ext cx="46960" cy="46948"/>
            </a:xfrm>
            <a:custGeom>
              <a:avLst/>
              <a:gdLst/>
              <a:ahLst/>
              <a:cxnLst/>
              <a:rect l="l" t="t" r="r" b="b"/>
              <a:pathLst>
                <a:path w="3915" h="3914" extrusionOk="0">
                  <a:moveTo>
                    <a:pt x="3914" y="1"/>
                  </a:moveTo>
                  <a:lnTo>
                    <a:pt x="3914" y="1"/>
                  </a:lnTo>
                  <a:cubicBezTo>
                    <a:pt x="3909" y="6"/>
                    <a:pt x="3902" y="8"/>
                    <a:pt x="3897" y="13"/>
                  </a:cubicBezTo>
                  <a:lnTo>
                    <a:pt x="1" y="3909"/>
                  </a:lnTo>
                  <a:lnTo>
                    <a:pt x="1" y="3914"/>
                  </a:lnTo>
                  <a:lnTo>
                    <a:pt x="3914"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0" name="Google Shape;5430;p59"/>
            <p:cNvSpPr/>
            <p:nvPr/>
          </p:nvSpPr>
          <p:spPr>
            <a:xfrm>
              <a:off x="1277847" y="2191554"/>
              <a:ext cx="408898" cy="407518"/>
            </a:xfrm>
            <a:custGeom>
              <a:avLst/>
              <a:gdLst/>
              <a:ahLst/>
              <a:cxnLst/>
              <a:rect l="l" t="t" r="r" b="b"/>
              <a:pathLst>
                <a:path w="34089" h="33974" extrusionOk="0">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1" name="Google Shape;5431;p59"/>
            <p:cNvSpPr/>
            <p:nvPr/>
          </p:nvSpPr>
          <p:spPr>
            <a:xfrm>
              <a:off x="1690156" y="2190379"/>
              <a:ext cx="411261" cy="409845"/>
            </a:xfrm>
            <a:custGeom>
              <a:avLst/>
              <a:gdLst/>
              <a:ahLst/>
              <a:cxnLst/>
              <a:rect l="l" t="t" r="r" b="b"/>
              <a:pathLst>
                <a:path w="34286" h="34168" extrusionOk="0">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2" name="Google Shape;5432;p59"/>
            <p:cNvSpPr/>
            <p:nvPr/>
          </p:nvSpPr>
          <p:spPr>
            <a:xfrm>
              <a:off x="1484068" y="1984268"/>
              <a:ext cx="408862" cy="407494"/>
            </a:xfrm>
            <a:custGeom>
              <a:avLst/>
              <a:gdLst/>
              <a:ahLst/>
              <a:cxnLst/>
              <a:rect l="l" t="t" r="r" b="b"/>
              <a:pathLst>
                <a:path w="34086" h="33972" extrusionOk="0">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3" name="Google Shape;5433;p59"/>
            <p:cNvSpPr/>
            <p:nvPr/>
          </p:nvSpPr>
          <p:spPr>
            <a:xfrm flipH="1">
              <a:off x="865779" y="2190662"/>
              <a:ext cx="408898" cy="407518"/>
            </a:xfrm>
            <a:custGeom>
              <a:avLst/>
              <a:gdLst/>
              <a:ahLst/>
              <a:cxnLst/>
              <a:rect l="l" t="t" r="r" b="b"/>
              <a:pathLst>
                <a:path w="34089" h="33974" extrusionOk="0">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4" name="Google Shape;5434;p59"/>
            <p:cNvSpPr/>
            <p:nvPr/>
          </p:nvSpPr>
          <p:spPr>
            <a:xfrm>
              <a:off x="246070" y="1983826"/>
              <a:ext cx="408910" cy="407494"/>
            </a:xfrm>
            <a:custGeom>
              <a:avLst/>
              <a:gdLst/>
              <a:ahLst/>
              <a:cxnLst/>
              <a:rect l="l" t="t" r="r" b="b"/>
              <a:pathLst>
                <a:path w="34090" h="33972" extrusionOk="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5" name="Google Shape;5435;p59"/>
            <p:cNvSpPr/>
            <p:nvPr/>
          </p:nvSpPr>
          <p:spPr>
            <a:xfrm flipH="1">
              <a:off x="659595" y="1983375"/>
              <a:ext cx="408862" cy="407494"/>
            </a:xfrm>
            <a:custGeom>
              <a:avLst/>
              <a:gdLst/>
              <a:ahLst/>
              <a:cxnLst/>
              <a:rect l="l" t="t" r="r" b="b"/>
              <a:pathLst>
                <a:path w="34086" h="33972" extrusionOk="0">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6" name="Google Shape;5436;p59"/>
            <p:cNvSpPr/>
            <p:nvPr/>
          </p:nvSpPr>
          <p:spPr>
            <a:xfrm flipH="1">
              <a:off x="451107" y="2189486"/>
              <a:ext cx="411261" cy="409845"/>
            </a:xfrm>
            <a:custGeom>
              <a:avLst/>
              <a:gdLst/>
              <a:ahLst/>
              <a:cxnLst/>
              <a:rect l="l" t="t" r="r" b="b"/>
              <a:pathLst>
                <a:path w="34286" h="34168" extrusionOk="0">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37" name="Google Shape;5437;p59"/>
          <p:cNvGrpSpPr/>
          <p:nvPr/>
        </p:nvGrpSpPr>
        <p:grpSpPr>
          <a:xfrm>
            <a:off x="2320428" y="971307"/>
            <a:ext cx="711055" cy="745993"/>
            <a:chOff x="2496269" y="1171698"/>
            <a:chExt cx="761953" cy="799392"/>
          </a:xfrm>
        </p:grpSpPr>
        <p:grpSp>
          <p:nvGrpSpPr>
            <p:cNvPr id="5438" name="Google Shape;5438;p59"/>
            <p:cNvGrpSpPr/>
            <p:nvPr/>
          </p:nvGrpSpPr>
          <p:grpSpPr>
            <a:xfrm>
              <a:off x="2496269" y="1171698"/>
              <a:ext cx="761953" cy="723022"/>
              <a:chOff x="2496269" y="1171698"/>
              <a:chExt cx="761953" cy="723022"/>
            </a:xfrm>
          </p:grpSpPr>
          <p:sp>
            <p:nvSpPr>
              <p:cNvPr id="5439" name="Google Shape;5439;p59"/>
              <p:cNvSpPr/>
              <p:nvPr/>
            </p:nvSpPr>
            <p:spPr>
              <a:xfrm>
                <a:off x="2727495" y="1360642"/>
                <a:ext cx="175877" cy="207414"/>
              </a:xfrm>
              <a:custGeom>
                <a:avLst/>
                <a:gdLst/>
                <a:ahLst/>
                <a:cxnLst/>
                <a:rect l="l" t="t" r="r" b="b"/>
                <a:pathLst>
                  <a:path w="27928" h="32936" extrusionOk="0">
                    <a:moveTo>
                      <a:pt x="23" y="1"/>
                    </a:moveTo>
                    <a:cubicBezTo>
                      <a:pt x="8" y="305"/>
                      <a:pt x="0" y="607"/>
                      <a:pt x="0" y="910"/>
                    </a:cubicBezTo>
                    <a:cubicBezTo>
                      <a:pt x="0" y="18582"/>
                      <a:pt x="10658" y="32913"/>
                      <a:pt x="23811" y="32936"/>
                    </a:cubicBezTo>
                    <a:cubicBezTo>
                      <a:pt x="23827" y="32889"/>
                      <a:pt x="23841" y="32840"/>
                      <a:pt x="23857" y="32793"/>
                    </a:cubicBezTo>
                    <a:cubicBezTo>
                      <a:pt x="27927" y="20274"/>
                      <a:pt x="17588" y="5690"/>
                      <a:pt x="767" y="228"/>
                    </a:cubicBezTo>
                    <a:cubicBezTo>
                      <a:pt x="522" y="146"/>
                      <a:pt x="273" y="70"/>
                      <a:pt x="2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0" name="Google Shape;5440;p59"/>
              <p:cNvSpPr/>
              <p:nvPr/>
            </p:nvSpPr>
            <p:spPr>
              <a:xfrm>
                <a:off x="2730750" y="1408371"/>
                <a:ext cx="108720" cy="144761"/>
              </a:xfrm>
              <a:custGeom>
                <a:avLst/>
                <a:gdLst/>
                <a:ahLst/>
                <a:cxnLst/>
                <a:rect l="l" t="t" r="r" b="b"/>
                <a:pathLst>
                  <a:path w="17264" h="22987" extrusionOk="0">
                    <a:moveTo>
                      <a:pt x="0" y="0"/>
                    </a:moveTo>
                    <a:lnTo>
                      <a:pt x="0" y="0"/>
                    </a:lnTo>
                    <a:cubicBezTo>
                      <a:pt x="1651" y="10456"/>
                      <a:pt x="7099" y="19031"/>
                      <a:pt x="14312" y="22986"/>
                    </a:cubicBezTo>
                    <a:cubicBezTo>
                      <a:pt x="14397" y="22780"/>
                      <a:pt x="14469" y="22572"/>
                      <a:pt x="14539" y="22357"/>
                    </a:cubicBezTo>
                    <a:cubicBezTo>
                      <a:pt x="17263" y="13961"/>
                      <a:pt x="10821" y="4262"/>
                      <a:pt x="0"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441" name="Google Shape;5441;p59"/>
              <p:cNvGrpSpPr/>
              <p:nvPr/>
            </p:nvGrpSpPr>
            <p:grpSpPr>
              <a:xfrm>
                <a:off x="2496269" y="1171698"/>
                <a:ext cx="761953" cy="723022"/>
                <a:chOff x="2496269" y="1120652"/>
                <a:chExt cx="761953" cy="723022"/>
              </a:xfrm>
            </p:grpSpPr>
            <p:grpSp>
              <p:nvGrpSpPr>
                <p:cNvPr id="5442" name="Google Shape;5442;p59"/>
                <p:cNvGrpSpPr/>
                <p:nvPr/>
              </p:nvGrpSpPr>
              <p:grpSpPr>
                <a:xfrm>
                  <a:off x="2496269" y="1120652"/>
                  <a:ext cx="761953" cy="723022"/>
                  <a:chOff x="2496269" y="1120652"/>
                  <a:chExt cx="761953" cy="723022"/>
                </a:xfrm>
              </p:grpSpPr>
              <p:grpSp>
                <p:nvGrpSpPr>
                  <p:cNvPr id="5443" name="Google Shape;5443;p59"/>
                  <p:cNvGrpSpPr/>
                  <p:nvPr/>
                </p:nvGrpSpPr>
                <p:grpSpPr>
                  <a:xfrm>
                    <a:off x="2496269" y="1304589"/>
                    <a:ext cx="407089" cy="305057"/>
                    <a:chOff x="2496269" y="1304589"/>
                    <a:chExt cx="407089" cy="305057"/>
                  </a:xfrm>
                </p:grpSpPr>
                <p:sp>
                  <p:nvSpPr>
                    <p:cNvPr id="5444" name="Google Shape;5444;p59"/>
                    <p:cNvSpPr/>
                    <p:nvPr/>
                  </p:nvSpPr>
                  <p:spPr>
                    <a:xfrm>
                      <a:off x="2496269" y="1304589"/>
                      <a:ext cx="407089" cy="305057"/>
                    </a:xfrm>
                    <a:custGeom>
                      <a:avLst/>
                      <a:gdLst/>
                      <a:ahLst/>
                      <a:cxnLst/>
                      <a:rect l="l" t="t" r="r" b="b"/>
                      <a:pathLst>
                        <a:path w="64643" h="48441" extrusionOk="0">
                          <a:moveTo>
                            <a:pt x="30753" y="1"/>
                          </a:moveTo>
                          <a:cubicBezTo>
                            <a:pt x="19553" y="1"/>
                            <a:pt x="7984" y="7486"/>
                            <a:pt x="2667" y="11431"/>
                          </a:cubicBezTo>
                          <a:cubicBezTo>
                            <a:pt x="790" y="12823"/>
                            <a:pt x="1" y="15251"/>
                            <a:pt x="700" y="17481"/>
                          </a:cubicBezTo>
                          <a:cubicBezTo>
                            <a:pt x="3088" y="25083"/>
                            <a:pt x="9784" y="42156"/>
                            <a:pt x="22752" y="46368"/>
                          </a:cubicBezTo>
                          <a:cubicBezTo>
                            <a:pt x="27079" y="47774"/>
                            <a:pt x="31415" y="48440"/>
                            <a:pt x="35536" y="48440"/>
                          </a:cubicBezTo>
                          <a:cubicBezTo>
                            <a:pt x="47434" y="48440"/>
                            <a:pt x="57553" y="42892"/>
                            <a:pt x="60574" y="33591"/>
                          </a:cubicBezTo>
                          <a:cubicBezTo>
                            <a:pt x="64643" y="21069"/>
                            <a:pt x="54305" y="6487"/>
                            <a:pt x="37486" y="1023"/>
                          </a:cubicBezTo>
                          <a:cubicBezTo>
                            <a:pt x="35294" y="311"/>
                            <a:pt x="33031" y="1"/>
                            <a:pt x="3075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5" name="Google Shape;5445;p59"/>
                    <p:cNvSpPr/>
                    <p:nvPr/>
                  </p:nvSpPr>
                  <p:spPr>
                    <a:xfrm>
                      <a:off x="2553035" y="1348798"/>
                      <a:ext cx="287349" cy="215318"/>
                    </a:xfrm>
                    <a:custGeom>
                      <a:avLst/>
                      <a:gdLst/>
                      <a:ahLst/>
                      <a:cxnLst/>
                      <a:rect l="l" t="t" r="r" b="b"/>
                      <a:pathLst>
                        <a:path w="45629" h="34191" extrusionOk="0">
                          <a:moveTo>
                            <a:pt x="21708" y="1"/>
                          </a:moveTo>
                          <a:cubicBezTo>
                            <a:pt x="13802" y="1"/>
                            <a:pt x="5636" y="5284"/>
                            <a:pt x="1883" y="8068"/>
                          </a:cubicBezTo>
                          <a:cubicBezTo>
                            <a:pt x="558" y="9051"/>
                            <a:pt x="1" y="10765"/>
                            <a:pt x="495" y="12338"/>
                          </a:cubicBezTo>
                          <a:cubicBezTo>
                            <a:pt x="2180" y="17705"/>
                            <a:pt x="6907" y="29755"/>
                            <a:pt x="16060" y="32728"/>
                          </a:cubicBezTo>
                          <a:cubicBezTo>
                            <a:pt x="19114" y="33721"/>
                            <a:pt x="22174" y="34191"/>
                            <a:pt x="25083" y="34191"/>
                          </a:cubicBezTo>
                          <a:cubicBezTo>
                            <a:pt x="33482" y="34191"/>
                            <a:pt x="40624" y="30275"/>
                            <a:pt x="42758" y="23710"/>
                          </a:cubicBezTo>
                          <a:cubicBezTo>
                            <a:pt x="45629" y="14872"/>
                            <a:pt x="38332" y="4579"/>
                            <a:pt x="26460" y="722"/>
                          </a:cubicBezTo>
                          <a:cubicBezTo>
                            <a:pt x="24913" y="219"/>
                            <a:pt x="23316" y="1"/>
                            <a:pt x="21708"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46" name="Google Shape;5446;p59"/>
                  <p:cNvGrpSpPr/>
                  <p:nvPr/>
                </p:nvGrpSpPr>
                <p:grpSpPr>
                  <a:xfrm>
                    <a:off x="2586468" y="1493376"/>
                    <a:ext cx="358850" cy="349656"/>
                    <a:chOff x="2586468" y="1493376"/>
                    <a:chExt cx="358850" cy="349656"/>
                  </a:xfrm>
                </p:grpSpPr>
                <p:sp>
                  <p:nvSpPr>
                    <p:cNvPr id="5447" name="Google Shape;5447;p59"/>
                    <p:cNvSpPr/>
                    <p:nvPr/>
                  </p:nvSpPr>
                  <p:spPr>
                    <a:xfrm>
                      <a:off x="2586468" y="1493376"/>
                      <a:ext cx="358850" cy="349656"/>
                    </a:xfrm>
                    <a:custGeom>
                      <a:avLst/>
                      <a:gdLst/>
                      <a:ahLst/>
                      <a:cxnLst/>
                      <a:rect l="l" t="t" r="r" b="b"/>
                      <a:pathLst>
                        <a:path w="56983" h="55523" extrusionOk="0">
                          <a:moveTo>
                            <a:pt x="34707" y="1"/>
                          </a:moveTo>
                          <a:cubicBezTo>
                            <a:pt x="25495" y="1"/>
                            <a:pt x="15173" y="5595"/>
                            <a:pt x="8014" y="15449"/>
                          </a:cubicBezTo>
                          <a:cubicBezTo>
                            <a:pt x="0" y="26478"/>
                            <a:pt x="4618" y="44227"/>
                            <a:pt x="7155" y="51780"/>
                          </a:cubicBezTo>
                          <a:cubicBezTo>
                            <a:pt x="7899" y="53993"/>
                            <a:pt x="9963" y="55495"/>
                            <a:pt x="12300" y="55519"/>
                          </a:cubicBezTo>
                          <a:cubicBezTo>
                            <a:pt x="12540" y="55521"/>
                            <a:pt x="12789" y="55522"/>
                            <a:pt x="13047" y="55522"/>
                          </a:cubicBezTo>
                          <a:cubicBezTo>
                            <a:pt x="21360" y="55522"/>
                            <a:pt x="38815" y="54172"/>
                            <a:pt x="46588" y="43473"/>
                          </a:cubicBezTo>
                          <a:cubicBezTo>
                            <a:pt x="56983" y="29165"/>
                            <a:pt x="56776" y="11292"/>
                            <a:pt x="46123" y="3553"/>
                          </a:cubicBezTo>
                          <a:cubicBezTo>
                            <a:pt x="42808" y="1144"/>
                            <a:pt x="38871" y="1"/>
                            <a:pt x="3470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8" name="Google Shape;5448;p59"/>
                    <p:cNvSpPr/>
                    <p:nvPr/>
                  </p:nvSpPr>
                  <p:spPr>
                    <a:xfrm>
                      <a:off x="2637642" y="1547125"/>
                      <a:ext cx="253304" cy="246805"/>
                    </a:xfrm>
                    <a:custGeom>
                      <a:avLst/>
                      <a:gdLst/>
                      <a:ahLst/>
                      <a:cxnLst/>
                      <a:rect l="l" t="t" r="r" b="b"/>
                      <a:pathLst>
                        <a:path w="40223" h="39191" extrusionOk="0">
                          <a:moveTo>
                            <a:pt x="24498" y="0"/>
                          </a:moveTo>
                          <a:cubicBezTo>
                            <a:pt x="17996" y="0"/>
                            <a:pt x="10711" y="3949"/>
                            <a:pt x="5658" y="10904"/>
                          </a:cubicBezTo>
                          <a:cubicBezTo>
                            <a:pt x="0" y="18689"/>
                            <a:pt x="3260" y="31216"/>
                            <a:pt x="5050" y="36549"/>
                          </a:cubicBezTo>
                          <a:cubicBezTo>
                            <a:pt x="5576" y="38112"/>
                            <a:pt x="7034" y="39172"/>
                            <a:pt x="8683" y="39188"/>
                          </a:cubicBezTo>
                          <a:cubicBezTo>
                            <a:pt x="8850" y="39189"/>
                            <a:pt x="9023" y="39190"/>
                            <a:pt x="9202" y="39190"/>
                          </a:cubicBezTo>
                          <a:cubicBezTo>
                            <a:pt x="15067" y="39190"/>
                            <a:pt x="27395" y="38240"/>
                            <a:pt x="32884" y="30686"/>
                          </a:cubicBezTo>
                          <a:cubicBezTo>
                            <a:pt x="40222" y="20587"/>
                            <a:pt x="40075" y="7970"/>
                            <a:pt x="32557" y="2508"/>
                          </a:cubicBezTo>
                          <a:cubicBezTo>
                            <a:pt x="30217" y="807"/>
                            <a:pt x="27437" y="0"/>
                            <a:pt x="24498"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49" name="Google Shape;5449;p59"/>
                  <p:cNvGrpSpPr/>
                  <p:nvPr/>
                </p:nvGrpSpPr>
                <p:grpSpPr>
                  <a:xfrm>
                    <a:off x="2807939" y="1494024"/>
                    <a:ext cx="358857" cy="349650"/>
                    <a:chOff x="2807939" y="1494024"/>
                    <a:chExt cx="358857" cy="349650"/>
                  </a:xfrm>
                </p:grpSpPr>
                <p:sp>
                  <p:nvSpPr>
                    <p:cNvPr id="5450" name="Google Shape;5450;p59"/>
                    <p:cNvSpPr/>
                    <p:nvPr/>
                  </p:nvSpPr>
                  <p:spPr>
                    <a:xfrm>
                      <a:off x="2807939" y="1494024"/>
                      <a:ext cx="358857" cy="349650"/>
                    </a:xfrm>
                    <a:custGeom>
                      <a:avLst/>
                      <a:gdLst/>
                      <a:ahLst/>
                      <a:cxnLst/>
                      <a:rect l="l" t="t" r="r" b="b"/>
                      <a:pathLst>
                        <a:path w="56984" h="55522" extrusionOk="0">
                          <a:moveTo>
                            <a:pt x="22278" y="1"/>
                          </a:moveTo>
                          <a:cubicBezTo>
                            <a:pt x="18114" y="1"/>
                            <a:pt x="14176" y="1144"/>
                            <a:pt x="10859" y="3554"/>
                          </a:cubicBezTo>
                          <a:cubicBezTo>
                            <a:pt x="208" y="11292"/>
                            <a:pt x="0" y="29166"/>
                            <a:pt x="10397" y="43474"/>
                          </a:cubicBezTo>
                          <a:cubicBezTo>
                            <a:pt x="18169" y="54172"/>
                            <a:pt x="35625" y="55522"/>
                            <a:pt x="43938" y="55522"/>
                          </a:cubicBezTo>
                          <a:cubicBezTo>
                            <a:pt x="44195" y="55522"/>
                            <a:pt x="44444" y="55521"/>
                            <a:pt x="44684" y="55518"/>
                          </a:cubicBezTo>
                          <a:cubicBezTo>
                            <a:pt x="47019" y="55494"/>
                            <a:pt x="49085" y="53995"/>
                            <a:pt x="49830" y="51779"/>
                          </a:cubicBezTo>
                          <a:cubicBezTo>
                            <a:pt x="52366" y="44227"/>
                            <a:pt x="56984" y="26479"/>
                            <a:pt x="48970" y="15448"/>
                          </a:cubicBezTo>
                          <a:cubicBezTo>
                            <a:pt x="41810" y="5595"/>
                            <a:pt x="31490" y="1"/>
                            <a:pt x="22278"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1" name="Google Shape;5451;p59"/>
                    <p:cNvSpPr/>
                    <p:nvPr/>
                  </p:nvSpPr>
                  <p:spPr>
                    <a:xfrm>
                      <a:off x="2862324" y="1547767"/>
                      <a:ext cx="253292" cy="246805"/>
                    </a:xfrm>
                    <a:custGeom>
                      <a:avLst/>
                      <a:gdLst/>
                      <a:ahLst/>
                      <a:cxnLst/>
                      <a:rect l="l" t="t" r="r" b="b"/>
                      <a:pathLst>
                        <a:path w="40221" h="39191" extrusionOk="0">
                          <a:moveTo>
                            <a:pt x="15724" y="1"/>
                          </a:moveTo>
                          <a:cubicBezTo>
                            <a:pt x="12785" y="1"/>
                            <a:pt x="10006" y="808"/>
                            <a:pt x="7665" y="2508"/>
                          </a:cubicBezTo>
                          <a:cubicBezTo>
                            <a:pt x="146" y="7971"/>
                            <a:pt x="0" y="20586"/>
                            <a:pt x="7339" y="30686"/>
                          </a:cubicBezTo>
                          <a:cubicBezTo>
                            <a:pt x="12827" y="38240"/>
                            <a:pt x="25156" y="39191"/>
                            <a:pt x="31020" y="39191"/>
                          </a:cubicBezTo>
                          <a:cubicBezTo>
                            <a:pt x="31200" y="39191"/>
                            <a:pt x="31373" y="39190"/>
                            <a:pt x="31540" y="39188"/>
                          </a:cubicBezTo>
                          <a:cubicBezTo>
                            <a:pt x="33188" y="39171"/>
                            <a:pt x="34646" y="38111"/>
                            <a:pt x="35173" y="36549"/>
                          </a:cubicBezTo>
                          <a:cubicBezTo>
                            <a:pt x="36962" y="31218"/>
                            <a:pt x="40221" y="18689"/>
                            <a:pt x="34564" y="10904"/>
                          </a:cubicBezTo>
                          <a:cubicBezTo>
                            <a:pt x="29511" y="3949"/>
                            <a:pt x="22226" y="1"/>
                            <a:pt x="1572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52" name="Google Shape;5452;p59"/>
                  <p:cNvGrpSpPr/>
                  <p:nvPr/>
                </p:nvGrpSpPr>
                <p:grpSpPr>
                  <a:xfrm>
                    <a:off x="2851133" y="1305635"/>
                    <a:ext cx="407089" cy="305057"/>
                    <a:chOff x="2851133" y="1305635"/>
                    <a:chExt cx="407089" cy="305057"/>
                  </a:xfrm>
                </p:grpSpPr>
                <p:sp>
                  <p:nvSpPr>
                    <p:cNvPr id="5453" name="Google Shape;5453;p59"/>
                    <p:cNvSpPr/>
                    <p:nvPr/>
                  </p:nvSpPr>
                  <p:spPr>
                    <a:xfrm>
                      <a:off x="2851133" y="1305635"/>
                      <a:ext cx="407089" cy="305057"/>
                    </a:xfrm>
                    <a:custGeom>
                      <a:avLst/>
                      <a:gdLst/>
                      <a:ahLst/>
                      <a:cxnLst/>
                      <a:rect l="l" t="t" r="r" b="b"/>
                      <a:pathLst>
                        <a:path w="64643" h="48441" extrusionOk="0">
                          <a:moveTo>
                            <a:pt x="33890" y="0"/>
                          </a:moveTo>
                          <a:cubicBezTo>
                            <a:pt x="31613" y="0"/>
                            <a:pt x="29351" y="310"/>
                            <a:pt x="27159" y="1022"/>
                          </a:cubicBezTo>
                          <a:cubicBezTo>
                            <a:pt x="10340" y="6488"/>
                            <a:pt x="1" y="21070"/>
                            <a:pt x="4069" y="33592"/>
                          </a:cubicBezTo>
                          <a:cubicBezTo>
                            <a:pt x="7091" y="42892"/>
                            <a:pt x="17210" y="48440"/>
                            <a:pt x="29109" y="48440"/>
                          </a:cubicBezTo>
                          <a:cubicBezTo>
                            <a:pt x="33230" y="48440"/>
                            <a:pt x="37566" y="47775"/>
                            <a:pt x="41894" y="46368"/>
                          </a:cubicBezTo>
                          <a:cubicBezTo>
                            <a:pt x="54859" y="42156"/>
                            <a:pt x="61556" y="25084"/>
                            <a:pt x="63944" y="17481"/>
                          </a:cubicBezTo>
                          <a:cubicBezTo>
                            <a:pt x="64643" y="15252"/>
                            <a:pt x="63854" y="12824"/>
                            <a:pt x="61978" y="11431"/>
                          </a:cubicBezTo>
                          <a:cubicBezTo>
                            <a:pt x="56659" y="7487"/>
                            <a:pt x="45090" y="0"/>
                            <a:pt x="3389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4" name="Google Shape;5454;p59"/>
                    <p:cNvSpPr/>
                    <p:nvPr/>
                  </p:nvSpPr>
                  <p:spPr>
                    <a:xfrm>
                      <a:off x="2914108" y="1349849"/>
                      <a:ext cx="287349" cy="215324"/>
                    </a:xfrm>
                    <a:custGeom>
                      <a:avLst/>
                      <a:gdLst/>
                      <a:ahLst/>
                      <a:cxnLst/>
                      <a:rect l="l" t="t" r="r" b="b"/>
                      <a:pathLst>
                        <a:path w="45629" h="34192" extrusionOk="0">
                          <a:moveTo>
                            <a:pt x="23922" y="0"/>
                          </a:moveTo>
                          <a:cubicBezTo>
                            <a:pt x="22315" y="0"/>
                            <a:pt x="20718" y="219"/>
                            <a:pt x="19171" y="721"/>
                          </a:cubicBezTo>
                          <a:cubicBezTo>
                            <a:pt x="7297" y="4578"/>
                            <a:pt x="1" y="14871"/>
                            <a:pt x="2873" y="23711"/>
                          </a:cubicBezTo>
                          <a:cubicBezTo>
                            <a:pt x="5006" y="30275"/>
                            <a:pt x="12149" y="34191"/>
                            <a:pt x="20548" y="34191"/>
                          </a:cubicBezTo>
                          <a:cubicBezTo>
                            <a:pt x="23457" y="34191"/>
                            <a:pt x="26517" y="33722"/>
                            <a:pt x="29571" y="32729"/>
                          </a:cubicBezTo>
                          <a:cubicBezTo>
                            <a:pt x="38723" y="29754"/>
                            <a:pt x="43449" y="17704"/>
                            <a:pt x="45134" y="12339"/>
                          </a:cubicBezTo>
                          <a:cubicBezTo>
                            <a:pt x="45629" y="10764"/>
                            <a:pt x="45072" y="9052"/>
                            <a:pt x="43747" y="8069"/>
                          </a:cubicBezTo>
                          <a:cubicBezTo>
                            <a:pt x="39994" y="5284"/>
                            <a:pt x="31827" y="0"/>
                            <a:pt x="2392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55" name="Google Shape;5455;p59"/>
                  <p:cNvGrpSpPr/>
                  <p:nvPr/>
                </p:nvGrpSpPr>
                <p:grpSpPr>
                  <a:xfrm>
                    <a:off x="2727495" y="1120652"/>
                    <a:ext cx="300271" cy="396358"/>
                    <a:chOff x="2727495" y="1120652"/>
                    <a:chExt cx="300271" cy="396358"/>
                  </a:xfrm>
                </p:grpSpPr>
                <p:sp>
                  <p:nvSpPr>
                    <p:cNvPr id="5456" name="Google Shape;5456;p59"/>
                    <p:cNvSpPr/>
                    <p:nvPr/>
                  </p:nvSpPr>
                  <p:spPr>
                    <a:xfrm>
                      <a:off x="2727495" y="1120652"/>
                      <a:ext cx="300271" cy="396358"/>
                    </a:xfrm>
                    <a:custGeom>
                      <a:avLst/>
                      <a:gdLst/>
                      <a:ahLst/>
                      <a:cxnLst/>
                      <a:rect l="l" t="t" r="r" b="b"/>
                      <a:pathLst>
                        <a:path w="47681" h="62939" extrusionOk="0">
                          <a:moveTo>
                            <a:pt x="23841" y="1"/>
                          </a:moveTo>
                          <a:cubicBezTo>
                            <a:pt x="22726" y="1"/>
                            <a:pt x="21612" y="340"/>
                            <a:pt x="20660" y="1017"/>
                          </a:cubicBezTo>
                          <a:cubicBezTo>
                            <a:pt x="14168" y="5636"/>
                            <a:pt x="0" y="17280"/>
                            <a:pt x="0" y="30914"/>
                          </a:cubicBezTo>
                          <a:cubicBezTo>
                            <a:pt x="0" y="48601"/>
                            <a:pt x="10674" y="62939"/>
                            <a:pt x="23841" y="62939"/>
                          </a:cubicBezTo>
                          <a:cubicBezTo>
                            <a:pt x="37007" y="62939"/>
                            <a:pt x="47681" y="48600"/>
                            <a:pt x="47681" y="30914"/>
                          </a:cubicBezTo>
                          <a:cubicBezTo>
                            <a:pt x="47681" y="17280"/>
                            <a:pt x="33513" y="5636"/>
                            <a:pt x="27022" y="1017"/>
                          </a:cubicBezTo>
                          <a:cubicBezTo>
                            <a:pt x="26069" y="340"/>
                            <a:pt x="24955" y="1"/>
                            <a:pt x="2384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7" name="Google Shape;5457;p59"/>
                    <p:cNvSpPr/>
                    <p:nvPr/>
                  </p:nvSpPr>
                  <p:spPr>
                    <a:xfrm>
                      <a:off x="2771659" y="1178948"/>
                      <a:ext cx="211942" cy="279766"/>
                    </a:xfrm>
                    <a:custGeom>
                      <a:avLst/>
                      <a:gdLst/>
                      <a:ahLst/>
                      <a:cxnLst/>
                      <a:rect l="l" t="t" r="r" b="b"/>
                      <a:pathLst>
                        <a:path w="33655" h="44425" extrusionOk="0">
                          <a:moveTo>
                            <a:pt x="16828" y="0"/>
                          </a:moveTo>
                          <a:cubicBezTo>
                            <a:pt x="16042" y="0"/>
                            <a:pt x="15255" y="240"/>
                            <a:pt x="14583" y="718"/>
                          </a:cubicBezTo>
                          <a:cubicBezTo>
                            <a:pt x="10001" y="3978"/>
                            <a:pt x="1" y="12199"/>
                            <a:pt x="1" y="21821"/>
                          </a:cubicBezTo>
                          <a:cubicBezTo>
                            <a:pt x="1" y="34304"/>
                            <a:pt x="7534" y="44424"/>
                            <a:pt x="16828" y="44424"/>
                          </a:cubicBezTo>
                          <a:cubicBezTo>
                            <a:pt x="26121" y="44424"/>
                            <a:pt x="33654" y="34304"/>
                            <a:pt x="33654" y="21821"/>
                          </a:cubicBezTo>
                          <a:cubicBezTo>
                            <a:pt x="33654" y="12197"/>
                            <a:pt x="23654" y="3978"/>
                            <a:pt x="19072" y="718"/>
                          </a:cubicBezTo>
                          <a:cubicBezTo>
                            <a:pt x="18401" y="240"/>
                            <a:pt x="17615" y="0"/>
                            <a:pt x="16828"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458" name="Google Shape;5458;p59"/>
                <p:cNvGrpSpPr/>
                <p:nvPr/>
              </p:nvGrpSpPr>
              <p:grpSpPr>
                <a:xfrm>
                  <a:off x="2722305" y="1350460"/>
                  <a:ext cx="308357" cy="308344"/>
                  <a:chOff x="2722305" y="1350460"/>
                  <a:chExt cx="308357" cy="308344"/>
                </a:xfrm>
              </p:grpSpPr>
              <p:sp>
                <p:nvSpPr>
                  <p:cNvPr id="5459" name="Google Shape;5459;p59"/>
                  <p:cNvSpPr/>
                  <p:nvPr/>
                </p:nvSpPr>
                <p:spPr>
                  <a:xfrm>
                    <a:off x="2722305" y="1350460"/>
                    <a:ext cx="308357" cy="308344"/>
                  </a:xfrm>
                  <a:custGeom>
                    <a:avLst/>
                    <a:gdLst/>
                    <a:ahLst/>
                    <a:cxnLst/>
                    <a:rect l="l" t="t" r="r" b="b"/>
                    <a:pathLst>
                      <a:path w="48965" h="48963" extrusionOk="0">
                        <a:moveTo>
                          <a:pt x="24483" y="0"/>
                        </a:moveTo>
                        <a:cubicBezTo>
                          <a:pt x="17990" y="0"/>
                          <a:pt x="11762" y="2578"/>
                          <a:pt x="7172" y="7170"/>
                        </a:cubicBezTo>
                        <a:cubicBezTo>
                          <a:pt x="2580" y="11762"/>
                          <a:pt x="0" y="17988"/>
                          <a:pt x="0" y="24481"/>
                        </a:cubicBezTo>
                        <a:cubicBezTo>
                          <a:pt x="0" y="30974"/>
                          <a:pt x="2580" y="37202"/>
                          <a:pt x="7172" y="41792"/>
                        </a:cubicBezTo>
                        <a:cubicBezTo>
                          <a:pt x="11762" y="46384"/>
                          <a:pt x="17990" y="48962"/>
                          <a:pt x="24483" y="48962"/>
                        </a:cubicBezTo>
                        <a:cubicBezTo>
                          <a:pt x="30976" y="48962"/>
                          <a:pt x="37202" y="46384"/>
                          <a:pt x="41794" y="41792"/>
                        </a:cubicBezTo>
                        <a:cubicBezTo>
                          <a:pt x="46386" y="37202"/>
                          <a:pt x="48964" y="30974"/>
                          <a:pt x="48964" y="24481"/>
                        </a:cubicBezTo>
                        <a:cubicBezTo>
                          <a:pt x="48964" y="17988"/>
                          <a:pt x="46386" y="11762"/>
                          <a:pt x="41794" y="7170"/>
                        </a:cubicBezTo>
                        <a:cubicBezTo>
                          <a:pt x="37202" y="2578"/>
                          <a:pt x="30976" y="0"/>
                          <a:pt x="244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460" name="Google Shape;5460;p59"/>
                  <p:cNvGrpSpPr/>
                  <p:nvPr/>
                </p:nvGrpSpPr>
                <p:grpSpPr>
                  <a:xfrm>
                    <a:off x="2725064" y="1364529"/>
                    <a:ext cx="297954" cy="280182"/>
                    <a:chOff x="2725064" y="1364529"/>
                    <a:chExt cx="297954" cy="280182"/>
                  </a:xfrm>
                </p:grpSpPr>
                <p:sp>
                  <p:nvSpPr>
                    <p:cNvPr id="5461" name="Google Shape;5461;p59"/>
                    <p:cNvSpPr/>
                    <p:nvPr/>
                  </p:nvSpPr>
                  <p:spPr>
                    <a:xfrm>
                      <a:off x="2743100" y="1541306"/>
                      <a:ext cx="133551" cy="103405"/>
                    </a:xfrm>
                    <a:custGeom>
                      <a:avLst/>
                      <a:gdLst/>
                      <a:ahLst/>
                      <a:cxnLst/>
                      <a:rect l="l" t="t" r="r" b="b"/>
                      <a:pathLst>
                        <a:path w="21207" h="16420" extrusionOk="0">
                          <a:moveTo>
                            <a:pt x="3036" y="0"/>
                          </a:moveTo>
                          <a:lnTo>
                            <a:pt x="0" y="986"/>
                          </a:lnTo>
                          <a:cubicBezTo>
                            <a:pt x="722" y="3230"/>
                            <a:pt x="1796" y="5346"/>
                            <a:pt x="3182" y="7254"/>
                          </a:cubicBezTo>
                          <a:cubicBezTo>
                            <a:pt x="7535" y="13245"/>
                            <a:pt x="14318" y="16420"/>
                            <a:pt x="21196" y="16420"/>
                          </a:cubicBezTo>
                          <a:cubicBezTo>
                            <a:pt x="21200" y="16420"/>
                            <a:pt x="21203" y="16420"/>
                            <a:pt x="21207" y="16420"/>
                          </a:cubicBezTo>
                          <a:lnTo>
                            <a:pt x="21207" y="13228"/>
                          </a:lnTo>
                          <a:cubicBezTo>
                            <a:pt x="21203" y="13228"/>
                            <a:pt x="21200" y="13228"/>
                            <a:pt x="21196" y="13228"/>
                          </a:cubicBezTo>
                          <a:cubicBezTo>
                            <a:pt x="15304" y="13228"/>
                            <a:pt x="9492" y="10509"/>
                            <a:pt x="5763" y="5378"/>
                          </a:cubicBezTo>
                          <a:cubicBezTo>
                            <a:pt x="4574" y="3741"/>
                            <a:pt x="3654" y="1926"/>
                            <a:pt x="3036"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2" name="Google Shape;5462;p59"/>
                    <p:cNvSpPr/>
                    <p:nvPr/>
                  </p:nvSpPr>
                  <p:spPr>
                    <a:xfrm>
                      <a:off x="2946887" y="1391180"/>
                      <a:ext cx="76130" cy="156241"/>
                    </a:xfrm>
                    <a:custGeom>
                      <a:avLst/>
                      <a:gdLst/>
                      <a:ahLst/>
                      <a:cxnLst/>
                      <a:rect l="l" t="t" r="r" b="b"/>
                      <a:pathLst>
                        <a:path w="12089" h="24810" extrusionOk="0">
                          <a:moveTo>
                            <a:pt x="1876" y="0"/>
                          </a:moveTo>
                          <a:lnTo>
                            <a:pt x="0" y="2583"/>
                          </a:lnTo>
                          <a:cubicBezTo>
                            <a:pt x="1626" y="3761"/>
                            <a:pt x="3057" y="5189"/>
                            <a:pt x="4237" y="6815"/>
                          </a:cubicBezTo>
                          <a:cubicBezTo>
                            <a:pt x="7945" y="11917"/>
                            <a:pt x="8749" y="18242"/>
                            <a:pt x="6967" y="23823"/>
                          </a:cubicBezTo>
                          <a:lnTo>
                            <a:pt x="10002" y="24809"/>
                          </a:lnTo>
                          <a:cubicBezTo>
                            <a:pt x="12089" y="18290"/>
                            <a:pt x="11151" y="10899"/>
                            <a:pt x="6820" y="4938"/>
                          </a:cubicBezTo>
                          <a:cubicBezTo>
                            <a:pt x="5442" y="3041"/>
                            <a:pt x="3774" y="1375"/>
                            <a:pt x="187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3" name="Google Shape;5463;p59"/>
                    <p:cNvSpPr/>
                    <p:nvPr/>
                  </p:nvSpPr>
                  <p:spPr>
                    <a:xfrm>
                      <a:off x="2794481" y="1364529"/>
                      <a:ext cx="164226" cy="42924"/>
                    </a:xfrm>
                    <a:custGeom>
                      <a:avLst/>
                      <a:gdLst/>
                      <a:ahLst/>
                      <a:cxnLst/>
                      <a:rect l="l" t="t" r="r" b="b"/>
                      <a:pathLst>
                        <a:path w="26078" h="6816" extrusionOk="0">
                          <a:moveTo>
                            <a:pt x="12998" y="1"/>
                          </a:moveTo>
                          <a:cubicBezTo>
                            <a:pt x="8487" y="1"/>
                            <a:pt x="3935" y="1369"/>
                            <a:pt x="0" y="4210"/>
                          </a:cubicBezTo>
                          <a:lnTo>
                            <a:pt x="1876" y="6793"/>
                          </a:lnTo>
                          <a:cubicBezTo>
                            <a:pt x="5245" y="4363"/>
                            <a:pt x="9141" y="3193"/>
                            <a:pt x="13002" y="3193"/>
                          </a:cubicBezTo>
                          <a:cubicBezTo>
                            <a:pt x="16976" y="3193"/>
                            <a:pt x="20914" y="4433"/>
                            <a:pt x="24201" y="6815"/>
                          </a:cubicBezTo>
                          <a:lnTo>
                            <a:pt x="26077" y="4232"/>
                          </a:lnTo>
                          <a:cubicBezTo>
                            <a:pt x="22239" y="1449"/>
                            <a:pt x="17641" y="1"/>
                            <a:pt x="1299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4" name="Google Shape;5464;p59"/>
                    <p:cNvSpPr/>
                    <p:nvPr/>
                  </p:nvSpPr>
                  <p:spPr>
                    <a:xfrm>
                      <a:off x="2876645" y="1541193"/>
                      <a:ext cx="133243" cy="103518"/>
                    </a:xfrm>
                    <a:custGeom>
                      <a:avLst/>
                      <a:gdLst/>
                      <a:ahLst/>
                      <a:cxnLst/>
                      <a:rect l="l" t="t" r="r" b="b"/>
                      <a:pathLst>
                        <a:path w="21158" h="16438" extrusionOk="0">
                          <a:moveTo>
                            <a:pt x="18123" y="1"/>
                          </a:moveTo>
                          <a:cubicBezTo>
                            <a:pt x="16894" y="3864"/>
                            <a:pt x="14459" y="7233"/>
                            <a:pt x="11175" y="9612"/>
                          </a:cubicBezTo>
                          <a:cubicBezTo>
                            <a:pt x="7931" y="11974"/>
                            <a:pt x="4021" y="13246"/>
                            <a:pt x="8" y="13246"/>
                          </a:cubicBezTo>
                          <a:cubicBezTo>
                            <a:pt x="6" y="13246"/>
                            <a:pt x="3" y="13246"/>
                            <a:pt x="1" y="13246"/>
                          </a:cubicBezTo>
                          <a:lnTo>
                            <a:pt x="1" y="16438"/>
                          </a:lnTo>
                          <a:cubicBezTo>
                            <a:pt x="4532" y="16436"/>
                            <a:pt x="9106" y="15060"/>
                            <a:pt x="13053" y="12192"/>
                          </a:cubicBezTo>
                          <a:cubicBezTo>
                            <a:pt x="17030" y="9301"/>
                            <a:pt x="19767" y="5338"/>
                            <a:pt x="21157" y="988"/>
                          </a:cubicBezTo>
                          <a:lnTo>
                            <a:pt x="18123"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5" name="Google Shape;5465;p59"/>
                    <p:cNvSpPr/>
                    <p:nvPr/>
                  </p:nvSpPr>
                  <p:spPr>
                    <a:xfrm>
                      <a:off x="2725064" y="1391035"/>
                      <a:ext cx="81238" cy="156487"/>
                    </a:xfrm>
                    <a:custGeom>
                      <a:avLst/>
                      <a:gdLst/>
                      <a:ahLst/>
                      <a:cxnLst/>
                      <a:rect l="l" t="t" r="r" b="b"/>
                      <a:pathLst>
                        <a:path w="12900" h="24849" extrusionOk="0">
                          <a:moveTo>
                            <a:pt x="11023" y="1"/>
                          </a:moveTo>
                          <a:cubicBezTo>
                            <a:pt x="11006" y="13"/>
                            <a:pt x="10987" y="26"/>
                            <a:pt x="10967" y="39"/>
                          </a:cubicBezTo>
                          <a:cubicBezTo>
                            <a:pt x="2989" y="5836"/>
                            <a:pt x="1" y="15945"/>
                            <a:pt x="2866" y="24848"/>
                          </a:cubicBezTo>
                          <a:lnTo>
                            <a:pt x="5900" y="23861"/>
                          </a:lnTo>
                          <a:cubicBezTo>
                            <a:pt x="3451" y="16238"/>
                            <a:pt x="6012" y="7585"/>
                            <a:pt x="12845" y="2622"/>
                          </a:cubicBezTo>
                          <a:cubicBezTo>
                            <a:pt x="12862" y="2608"/>
                            <a:pt x="12882" y="2597"/>
                            <a:pt x="12899" y="2584"/>
                          </a:cubicBezTo>
                          <a:lnTo>
                            <a:pt x="11023"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sp>
          <p:nvSpPr>
            <p:cNvPr id="5466" name="Google Shape;5466;p59"/>
            <p:cNvSpPr/>
            <p:nvPr/>
          </p:nvSpPr>
          <p:spPr>
            <a:xfrm>
              <a:off x="2621966" y="1245876"/>
              <a:ext cx="114832" cy="86149"/>
            </a:xfrm>
            <a:custGeom>
              <a:avLst/>
              <a:gdLst/>
              <a:ahLst/>
              <a:cxnLst/>
              <a:rect l="l" t="t" r="r" b="b"/>
              <a:pathLst>
                <a:path w="10285" h="7716" extrusionOk="0">
                  <a:moveTo>
                    <a:pt x="10284" y="1"/>
                  </a:moveTo>
                  <a:lnTo>
                    <a:pt x="7413" y="282"/>
                  </a:lnTo>
                  <a:lnTo>
                    <a:pt x="7949" y="1144"/>
                  </a:lnTo>
                  <a:cubicBezTo>
                    <a:pt x="4966" y="2788"/>
                    <a:pt x="2280" y="4920"/>
                    <a:pt x="0" y="7451"/>
                  </a:cubicBezTo>
                  <a:lnTo>
                    <a:pt x="294" y="7716"/>
                  </a:lnTo>
                  <a:cubicBezTo>
                    <a:pt x="2547" y="5212"/>
                    <a:pt x="5206" y="3102"/>
                    <a:pt x="8156" y="1479"/>
                  </a:cubicBezTo>
                  <a:lnTo>
                    <a:pt x="8760" y="245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7" name="Google Shape;5467;p59"/>
            <p:cNvSpPr/>
            <p:nvPr/>
          </p:nvSpPr>
          <p:spPr>
            <a:xfrm>
              <a:off x="2517909" y="1600456"/>
              <a:ext cx="54396" cy="134951"/>
            </a:xfrm>
            <a:custGeom>
              <a:avLst/>
              <a:gdLst/>
              <a:ahLst/>
              <a:cxnLst/>
              <a:rect l="l" t="t" r="r" b="b"/>
              <a:pathLst>
                <a:path w="4872" h="12087" extrusionOk="0">
                  <a:moveTo>
                    <a:pt x="4871" y="11889"/>
                  </a:moveTo>
                  <a:cubicBezTo>
                    <a:pt x="3186" y="8971"/>
                    <a:pt x="2004" y="5793"/>
                    <a:pt x="1370" y="2482"/>
                  </a:cubicBezTo>
                  <a:lnTo>
                    <a:pt x="2481" y="2209"/>
                  </a:lnTo>
                  <a:lnTo>
                    <a:pt x="620" y="0"/>
                  </a:lnTo>
                  <a:lnTo>
                    <a:pt x="1" y="2820"/>
                  </a:lnTo>
                  <a:lnTo>
                    <a:pt x="987" y="2578"/>
                  </a:lnTo>
                  <a:cubicBezTo>
                    <a:pt x="1629" y="5923"/>
                    <a:pt x="2827" y="9136"/>
                    <a:pt x="4530" y="12087"/>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8" name="Google Shape;5468;p59"/>
            <p:cNvSpPr/>
            <p:nvPr/>
          </p:nvSpPr>
          <p:spPr>
            <a:xfrm>
              <a:off x="3174265" y="1614044"/>
              <a:ext cx="46346" cy="135275"/>
            </a:xfrm>
            <a:custGeom>
              <a:avLst/>
              <a:gdLst/>
              <a:ahLst/>
              <a:cxnLst/>
              <a:rect l="l" t="t" r="r" b="b"/>
              <a:pathLst>
                <a:path w="4151" h="12116" extrusionOk="0">
                  <a:moveTo>
                    <a:pt x="4150" y="41"/>
                  </a:moveTo>
                  <a:lnTo>
                    <a:pt x="3759" y="0"/>
                  </a:lnTo>
                  <a:cubicBezTo>
                    <a:pt x="3405" y="3350"/>
                    <a:pt x="2494" y="6618"/>
                    <a:pt x="1059" y="9668"/>
                  </a:cubicBezTo>
                  <a:lnTo>
                    <a:pt x="0" y="9237"/>
                  </a:lnTo>
                  <a:lnTo>
                    <a:pt x="208" y="12116"/>
                  </a:lnTo>
                  <a:lnTo>
                    <a:pt x="2367" y="10200"/>
                  </a:lnTo>
                  <a:lnTo>
                    <a:pt x="1426" y="9817"/>
                  </a:lnTo>
                  <a:cubicBezTo>
                    <a:pt x="2873" y="6733"/>
                    <a:pt x="3793" y="3429"/>
                    <a:pt x="4150" y="4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9" name="Google Shape;5469;p59"/>
            <p:cNvSpPr/>
            <p:nvPr/>
          </p:nvSpPr>
          <p:spPr>
            <a:xfrm>
              <a:off x="3023194" y="1254350"/>
              <a:ext cx="116417" cy="83525"/>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0" name="Google Shape;5470;p59"/>
            <p:cNvSpPr/>
            <p:nvPr/>
          </p:nvSpPr>
          <p:spPr>
            <a:xfrm rot="8660313">
              <a:off x="2818264" y="1861446"/>
              <a:ext cx="116433" cy="83536"/>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71" name="Google Shape;5471;p59"/>
          <p:cNvGrpSpPr/>
          <p:nvPr/>
        </p:nvGrpSpPr>
        <p:grpSpPr>
          <a:xfrm>
            <a:off x="3909129" y="2727412"/>
            <a:ext cx="1569144" cy="591015"/>
            <a:chOff x="3820100" y="3023049"/>
            <a:chExt cx="1303926" cy="491162"/>
          </a:xfrm>
        </p:grpSpPr>
        <p:grpSp>
          <p:nvGrpSpPr>
            <p:cNvPr id="5472" name="Google Shape;5472;p59"/>
            <p:cNvGrpSpPr/>
            <p:nvPr/>
          </p:nvGrpSpPr>
          <p:grpSpPr>
            <a:xfrm>
              <a:off x="3820100" y="3023072"/>
              <a:ext cx="1303926" cy="491139"/>
              <a:chOff x="3820100" y="3023072"/>
              <a:chExt cx="1303926" cy="491139"/>
            </a:xfrm>
          </p:grpSpPr>
          <p:sp>
            <p:nvSpPr>
              <p:cNvPr id="5473" name="Google Shape;5473;p59"/>
              <p:cNvSpPr/>
              <p:nvPr/>
            </p:nvSpPr>
            <p:spPr>
              <a:xfrm>
                <a:off x="3820100" y="3023072"/>
                <a:ext cx="505424" cy="491139"/>
              </a:xfrm>
              <a:custGeom>
                <a:avLst/>
                <a:gdLst/>
                <a:ahLst/>
                <a:cxnLst/>
                <a:rect l="l" t="t" r="r" b="b"/>
                <a:pathLst>
                  <a:path w="45218" h="43940" extrusionOk="0">
                    <a:moveTo>
                      <a:pt x="0" y="0"/>
                    </a:moveTo>
                    <a:cubicBezTo>
                      <a:pt x="0" y="24200"/>
                      <a:pt x="19796" y="43939"/>
                      <a:pt x="44111" y="43939"/>
                    </a:cubicBezTo>
                    <a:lnTo>
                      <a:pt x="45218" y="43939"/>
                    </a:lnTo>
                    <a:lnTo>
                      <a:pt x="45218" y="34795"/>
                    </a:lnTo>
                    <a:lnTo>
                      <a:pt x="44111" y="34795"/>
                    </a:lnTo>
                    <a:cubicBezTo>
                      <a:pt x="24972" y="34795"/>
                      <a:pt x="9345" y="19439"/>
                      <a:pt x="9103" y="450"/>
                    </a:cubicBezTo>
                    <a:cubicBezTo>
                      <a:pt x="9103" y="301"/>
                      <a:pt x="9100" y="150"/>
                      <a:pt x="910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4" name="Google Shape;5474;p59"/>
              <p:cNvSpPr/>
              <p:nvPr/>
            </p:nvSpPr>
            <p:spPr>
              <a:xfrm>
                <a:off x="4323828" y="3411976"/>
                <a:ext cx="800197" cy="102229"/>
              </a:xfrm>
              <a:custGeom>
                <a:avLst/>
                <a:gdLst/>
                <a:ahLst/>
                <a:cxnLst/>
                <a:rect l="l" t="t" r="r" b="b"/>
                <a:pathLst>
                  <a:path w="71590" h="9146" extrusionOk="0">
                    <a:moveTo>
                      <a:pt x="1" y="1"/>
                    </a:moveTo>
                    <a:lnTo>
                      <a:pt x="1" y="9145"/>
                    </a:lnTo>
                    <a:lnTo>
                      <a:pt x="71589" y="9145"/>
                    </a:lnTo>
                    <a:lnTo>
                      <a:pt x="7158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75" name="Google Shape;5475;p59"/>
            <p:cNvGrpSpPr/>
            <p:nvPr/>
          </p:nvGrpSpPr>
          <p:grpSpPr>
            <a:xfrm>
              <a:off x="4132439" y="3023645"/>
              <a:ext cx="393633" cy="177096"/>
              <a:chOff x="4132439" y="3023645"/>
              <a:chExt cx="393633" cy="177096"/>
            </a:xfrm>
          </p:grpSpPr>
          <p:sp>
            <p:nvSpPr>
              <p:cNvPr id="5476" name="Google Shape;5476;p59"/>
              <p:cNvSpPr/>
              <p:nvPr/>
            </p:nvSpPr>
            <p:spPr>
              <a:xfrm>
                <a:off x="4132439" y="3023645"/>
                <a:ext cx="190085" cy="177096"/>
              </a:xfrm>
              <a:custGeom>
                <a:avLst/>
                <a:gdLst/>
                <a:ahLst/>
                <a:cxnLst/>
                <a:rect l="l" t="t" r="r" b="b"/>
                <a:pathLst>
                  <a:path w="17006" h="15844" extrusionOk="0">
                    <a:moveTo>
                      <a:pt x="0" y="1"/>
                    </a:moveTo>
                    <a:cubicBezTo>
                      <a:pt x="0" y="5035"/>
                      <a:pt x="2405" y="9521"/>
                      <a:pt x="6124" y="12423"/>
                    </a:cubicBezTo>
                    <a:cubicBezTo>
                      <a:pt x="8932" y="14639"/>
                      <a:pt x="12404" y="15844"/>
                      <a:pt x="15981" y="15844"/>
                    </a:cubicBezTo>
                    <a:lnTo>
                      <a:pt x="17005" y="15844"/>
                    </a:lnTo>
                    <a:lnTo>
                      <a:pt x="17005" y="6962"/>
                    </a:lnTo>
                    <a:lnTo>
                      <a:pt x="15905" y="6962"/>
                    </a:lnTo>
                    <a:cubicBezTo>
                      <a:pt x="12043" y="6962"/>
                      <a:pt x="8822" y="3862"/>
                      <a:pt x="882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7" name="Google Shape;5477;p59"/>
              <p:cNvSpPr/>
              <p:nvPr/>
            </p:nvSpPr>
            <p:spPr>
              <a:xfrm>
                <a:off x="4318649" y="3101461"/>
                <a:ext cx="207423" cy="99267"/>
              </a:xfrm>
              <a:custGeom>
                <a:avLst/>
                <a:gdLst/>
                <a:ahLst/>
                <a:cxnLst/>
                <a:rect l="l" t="t" r="r" b="b"/>
                <a:pathLst>
                  <a:path w="18211" h="8881" extrusionOk="0">
                    <a:moveTo>
                      <a:pt x="0" y="0"/>
                    </a:moveTo>
                    <a:lnTo>
                      <a:pt x="0" y="8880"/>
                    </a:lnTo>
                    <a:lnTo>
                      <a:pt x="18210" y="8880"/>
                    </a:lnTo>
                    <a:lnTo>
                      <a:pt x="1821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78" name="Google Shape;5478;p59"/>
            <p:cNvGrpSpPr/>
            <p:nvPr/>
          </p:nvGrpSpPr>
          <p:grpSpPr>
            <a:xfrm>
              <a:off x="3921811" y="3023049"/>
              <a:ext cx="1002397" cy="388943"/>
              <a:chOff x="3921811" y="3023049"/>
              <a:chExt cx="1002397" cy="388943"/>
            </a:xfrm>
          </p:grpSpPr>
          <p:sp>
            <p:nvSpPr>
              <p:cNvPr id="5479" name="Google Shape;5479;p59"/>
              <p:cNvSpPr/>
              <p:nvPr/>
            </p:nvSpPr>
            <p:spPr>
              <a:xfrm>
                <a:off x="3921811" y="3023049"/>
                <a:ext cx="403709" cy="388943"/>
              </a:xfrm>
              <a:custGeom>
                <a:avLst/>
                <a:gdLst/>
                <a:ahLst/>
                <a:cxnLst/>
                <a:rect l="l" t="t" r="r" b="b"/>
                <a:pathLst>
                  <a:path w="36118" h="34797" extrusionOk="0">
                    <a:moveTo>
                      <a:pt x="0" y="1"/>
                    </a:moveTo>
                    <a:cubicBezTo>
                      <a:pt x="0" y="152"/>
                      <a:pt x="3" y="301"/>
                      <a:pt x="3" y="452"/>
                    </a:cubicBezTo>
                    <a:cubicBezTo>
                      <a:pt x="245" y="19441"/>
                      <a:pt x="15879" y="34797"/>
                      <a:pt x="35018" y="34797"/>
                    </a:cubicBezTo>
                    <a:lnTo>
                      <a:pt x="36118" y="34797"/>
                    </a:lnTo>
                    <a:lnTo>
                      <a:pt x="36118" y="25652"/>
                    </a:lnTo>
                    <a:lnTo>
                      <a:pt x="34843" y="25652"/>
                    </a:lnTo>
                    <a:lnTo>
                      <a:pt x="34798" y="25632"/>
                    </a:lnTo>
                    <a:cubicBezTo>
                      <a:pt x="20649" y="25575"/>
                      <a:pt x="9181" y="14193"/>
                      <a:pt x="9115" y="123"/>
                    </a:cubicBezTo>
                    <a:cubicBezTo>
                      <a:pt x="9115" y="81"/>
                      <a:pt x="9108" y="42"/>
                      <a:pt x="910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0" name="Google Shape;5480;p59"/>
              <p:cNvSpPr/>
              <p:nvPr/>
            </p:nvSpPr>
            <p:spPr>
              <a:xfrm>
                <a:off x="4322109" y="3309770"/>
                <a:ext cx="602098" cy="102218"/>
              </a:xfrm>
              <a:custGeom>
                <a:avLst/>
                <a:gdLst/>
                <a:ahLst/>
                <a:cxnLst/>
                <a:rect l="l" t="t" r="r" b="b"/>
                <a:pathLst>
                  <a:path w="53867" h="9145" extrusionOk="0">
                    <a:moveTo>
                      <a:pt x="1" y="0"/>
                    </a:moveTo>
                    <a:lnTo>
                      <a:pt x="1" y="9145"/>
                    </a:lnTo>
                    <a:lnTo>
                      <a:pt x="53867" y="9145"/>
                    </a:lnTo>
                    <a:lnTo>
                      <a:pt x="5386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81" name="Google Shape;5481;p59"/>
            <p:cNvGrpSpPr/>
            <p:nvPr/>
          </p:nvGrpSpPr>
          <p:grpSpPr>
            <a:xfrm>
              <a:off x="4023645" y="3023049"/>
              <a:ext cx="683032" cy="286722"/>
              <a:chOff x="4023645" y="3023049"/>
              <a:chExt cx="683032" cy="286722"/>
            </a:xfrm>
          </p:grpSpPr>
          <p:sp>
            <p:nvSpPr>
              <p:cNvPr id="5482" name="Google Shape;5482;p59"/>
              <p:cNvSpPr/>
              <p:nvPr/>
            </p:nvSpPr>
            <p:spPr>
              <a:xfrm>
                <a:off x="4023645" y="3023049"/>
                <a:ext cx="300664" cy="286524"/>
              </a:xfrm>
              <a:custGeom>
                <a:avLst/>
                <a:gdLst/>
                <a:ahLst/>
                <a:cxnLst/>
                <a:rect l="l" t="t" r="r" b="b"/>
                <a:pathLst>
                  <a:path w="26899" h="25634" extrusionOk="0">
                    <a:moveTo>
                      <a:pt x="1" y="1"/>
                    </a:moveTo>
                    <a:cubicBezTo>
                      <a:pt x="1" y="42"/>
                      <a:pt x="4" y="81"/>
                      <a:pt x="4" y="121"/>
                    </a:cubicBezTo>
                    <a:cubicBezTo>
                      <a:pt x="70" y="14193"/>
                      <a:pt x="11538" y="25575"/>
                      <a:pt x="25687" y="25630"/>
                    </a:cubicBezTo>
                    <a:cubicBezTo>
                      <a:pt x="25723" y="25630"/>
                      <a:pt x="25757" y="25634"/>
                      <a:pt x="25792" y="25634"/>
                    </a:cubicBezTo>
                    <a:lnTo>
                      <a:pt x="26899" y="25634"/>
                    </a:lnTo>
                    <a:lnTo>
                      <a:pt x="26899" y="15842"/>
                    </a:lnTo>
                    <a:lnTo>
                      <a:pt x="25768" y="15842"/>
                    </a:lnTo>
                    <a:cubicBezTo>
                      <a:pt x="22191" y="15842"/>
                      <a:pt x="18719" y="14637"/>
                      <a:pt x="15911" y="12423"/>
                    </a:cubicBezTo>
                    <a:cubicBezTo>
                      <a:pt x="12192" y="9521"/>
                      <a:pt x="9787" y="5035"/>
                      <a:pt x="978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3" name="Google Shape;5483;p59"/>
              <p:cNvSpPr/>
              <p:nvPr/>
            </p:nvSpPr>
            <p:spPr>
              <a:xfrm>
                <a:off x="4314850" y="3200125"/>
                <a:ext cx="391827" cy="109646"/>
              </a:xfrm>
              <a:custGeom>
                <a:avLst/>
                <a:gdLst/>
                <a:ahLst/>
                <a:cxnLst/>
                <a:rect l="l" t="t" r="r" b="b"/>
                <a:pathLst>
                  <a:path w="35055" h="9792" extrusionOk="0">
                    <a:moveTo>
                      <a:pt x="1" y="0"/>
                    </a:moveTo>
                    <a:lnTo>
                      <a:pt x="1" y="88"/>
                    </a:lnTo>
                    <a:lnTo>
                      <a:pt x="1" y="9792"/>
                    </a:lnTo>
                    <a:lnTo>
                      <a:pt x="35054" y="9792"/>
                    </a:lnTo>
                    <a:lnTo>
                      <a:pt x="3505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484" name="Google Shape;5484;p59"/>
          <p:cNvGrpSpPr/>
          <p:nvPr/>
        </p:nvGrpSpPr>
        <p:grpSpPr>
          <a:xfrm>
            <a:off x="1541251" y="1854258"/>
            <a:ext cx="713522" cy="688025"/>
            <a:chOff x="1706078" y="2092648"/>
            <a:chExt cx="660913" cy="637296"/>
          </a:xfrm>
        </p:grpSpPr>
        <p:sp>
          <p:nvSpPr>
            <p:cNvPr id="5485" name="Google Shape;5485;p59"/>
            <p:cNvSpPr/>
            <p:nvPr/>
          </p:nvSpPr>
          <p:spPr>
            <a:xfrm>
              <a:off x="1745332" y="2158066"/>
              <a:ext cx="571867" cy="571878"/>
            </a:xfrm>
            <a:custGeom>
              <a:avLst/>
              <a:gdLst/>
              <a:ahLst/>
              <a:cxnLst/>
              <a:rect l="l" t="t" r="r" b="b"/>
              <a:pathLst>
                <a:path w="107747" h="107749" extrusionOk="0">
                  <a:moveTo>
                    <a:pt x="53874" y="11565"/>
                  </a:moveTo>
                  <a:cubicBezTo>
                    <a:pt x="77238" y="11565"/>
                    <a:pt x="96182" y="30509"/>
                    <a:pt x="96182" y="53873"/>
                  </a:cubicBezTo>
                  <a:cubicBezTo>
                    <a:pt x="96182" y="77240"/>
                    <a:pt x="77240" y="96182"/>
                    <a:pt x="53874" y="96182"/>
                  </a:cubicBezTo>
                  <a:cubicBezTo>
                    <a:pt x="30507" y="96182"/>
                    <a:pt x="11565" y="77240"/>
                    <a:pt x="11565" y="53873"/>
                  </a:cubicBezTo>
                  <a:cubicBezTo>
                    <a:pt x="11565" y="30509"/>
                    <a:pt x="30507" y="11565"/>
                    <a:pt x="53874" y="11565"/>
                  </a:cubicBezTo>
                  <a:close/>
                  <a:moveTo>
                    <a:pt x="53874" y="1"/>
                  </a:moveTo>
                  <a:cubicBezTo>
                    <a:pt x="24120" y="1"/>
                    <a:pt x="1" y="24120"/>
                    <a:pt x="1" y="53873"/>
                  </a:cubicBezTo>
                  <a:cubicBezTo>
                    <a:pt x="1" y="83626"/>
                    <a:pt x="24120" y="107748"/>
                    <a:pt x="53874" y="107748"/>
                  </a:cubicBezTo>
                  <a:cubicBezTo>
                    <a:pt x="83625" y="107748"/>
                    <a:pt x="107746" y="83626"/>
                    <a:pt x="107746" y="53873"/>
                  </a:cubicBezTo>
                  <a:cubicBezTo>
                    <a:pt x="107746" y="24120"/>
                    <a:pt x="83627" y="1"/>
                    <a:pt x="53874"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486" name="Google Shape;5486;p59"/>
            <p:cNvGrpSpPr/>
            <p:nvPr/>
          </p:nvGrpSpPr>
          <p:grpSpPr>
            <a:xfrm>
              <a:off x="1706078" y="2092648"/>
              <a:ext cx="660913" cy="575241"/>
              <a:chOff x="1706078" y="2092648"/>
              <a:chExt cx="660913" cy="575241"/>
            </a:xfrm>
          </p:grpSpPr>
          <p:sp>
            <p:nvSpPr>
              <p:cNvPr id="5487" name="Google Shape;5487;p59"/>
              <p:cNvSpPr/>
              <p:nvPr/>
            </p:nvSpPr>
            <p:spPr>
              <a:xfrm>
                <a:off x="1938891" y="2092648"/>
                <a:ext cx="192041" cy="353676"/>
              </a:xfrm>
              <a:custGeom>
                <a:avLst/>
                <a:gdLst/>
                <a:ahLst/>
                <a:cxnLst/>
                <a:rect l="l" t="t" r="r" b="b"/>
                <a:pathLst>
                  <a:path w="36183" h="66637" extrusionOk="0">
                    <a:moveTo>
                      <a:pt x="18094" y="1"/>
                    </a:moveTo>
                    <a:cubicBezTo>
                      <a:pt x="8801" y="1"/>
                      <a:pt x="1202" y="7552"/>
                      <a:pt x="1202" y="16877"/>
                    </a:cubicBezTo>
                    <a:cubicBezTo>
                      <a:pt x="1202" y="23723"/>
                      <a:pt x="5288" y="29491"/>
                      <a:pt x="11057" y="32260"/>
                    </a:cubicBezTo>
                    <a:cubicBezTo>
                      <a:pt x="13944" y="33580"/>
                      <a:pt x="15864" y="36464"/>
                      <a:pt x="15864" y="39714"/>
                    </a:cubicBezTo>
                    <a:cubicBezTo>
                      <a:pt x="15864" y="42954"/>
                      <a:pt x="13829" y="45963"/>
                      <a:pt x="10817" y="47040"/>
                    </a:cubicBezTo>
                    <a:cubicBezTo>
                      <a:pt x="6250" y="48723"/>
                      <a:pt x="2404" y="51972"/>
                      <a:pt x="1" y="56176"/>
                    </a:cubicBezTo>
                    <a:lnTo>
                      <a:pt x="18155" y="66637"/>
                    </a:lnTo>
                    <a:lnTo>
                      <a:pt x="36182" y="56176"/>
                    </a:lnTo>
                    <a:cubicBezTo>
                      <a:pt x="33779" y="51975"/>
                      <a:pt x="29930" y="48725"/>
                      <a:pt x="25479" y="47040"/>
                    </a:cubicBezTo>
                    <a:cubicBezTo>
                      <a:pt x="22352" y="45966"/>
                      <a:pt x="20316" y="42957"/>
                      <a:pt x="20316" y="39714"/>
                    </a:cubicBezTo>
                    <a:lnTo>
                      <a:pt x="20316" y="39474"/>
                    </a:lnTo>
                    <a:cubicBezTo>
                      <a:pt x="20316" y="36349"/>
                      <a:pt x="22239" y="33578"/>
                      <a:pt x="24998" y="32260"/>
                    </a:cubicBezTo>
                    <a:cubicBezTo>
                      <a:pt x="31250" y="29491"/>
                      <a:pt x="35461" y="22999"/>
                      <a:pt x="34980" y="15676"/>
                    </a:cubicBezTo>
                    <a:cubicBezTo>
                      <a:pt x="34375" y="7376"/>
                      <a:pt x="27644" y="646"/>
                      <a:pt x="19357" y="47"/>
                    </a:cubicBezTo>
                    <a:cubicBezTo>
                      <a:pt x="18933" y="18"/>
                      <a:pt x="18513" y="1"/>
                      <a:pt x="18094" y="1"/>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8" name="Google Shape;5488;p59"/>
              <p:cNvSpPr/>
              <p:nvPr/>
            </p:nvSpPr>
            <p:spPr>
              <a:xfrm>
                <a:off x="1706078" y="2390779"/>
                <a:ext cx="329208" cy="277004"/>
              </a:xfrm>
              <a:custGeom>
                <a:avLst/>
                <a:gdLst/>
                <a:ahLst/>
                <a:cxnLst/>
                <a:rect l="l" t="t" r="r" b="b"/>
                <a:pathLst>
                  <a:path w="62027" h="52191" extrusionOk="0">
                    <a:moveTo>
                      <a:pt x="43872" y="1"/>
                    </a:moveTo>
                    <a:cubicBezTo>
                      <a:pt x="41468" y="4212"/>
                      <a:pt x="40629" y="9019"/>
                      <a:pt x="41353" y="13829"/>
                    </a:cubicBezTo>
                    <a:cubicBezTo>
                      <a:pt x="41946" y="17069"/>
                      <a:pt x="40389" y="20321"/>
                      <a:pt x="37504" y="21878"/>
                    </a:cubicBezTo>
                    <a:lnTo>
                      <a:pt x="37379" y="22004"/>
                    </a:lnTo>
                    <a:cubicBezTo>
                      <a:pt x="36131" y="22712"/>
                      <a:pt x="34723" y="23085"/>
                      <a:pt x="33288" y="23090"/>
                    </a:cubicBezTo>
                    <a:cubicBezTo>
                      <a:pt x="31652" y="23095"/>
                      <a:pt x="30056" y="22587"/>
                      <a:pt x="28724" y="21638"/>
                    </a:cubicBezTo>
                    <a:cubicBezTo>
                      <a:pt x="25815" y="19553"/>
                      <a:pt x="22344" y="18435"/>
                      <a:pt x="18815" y="18435"/>
                    </a:cubicBezTo>
                    <a:cubicBezTo>
                      <a:pt x="15632" y="18435"/>
                      <a:pt x="12399" y="19345"/>
                      <a:pt x="9490" y="21282"/>
                    </a:cubicBezTo>
                    <a:cubicBezTo>
                      <a:pt x="2520" y="25965"/>
                      <a:pt x="1" y="35101"/>
                      <a:pt x="3721" y="42677"/>
                    </a:cubicBezTo>
                    <a:cubicBezTo>
                      <a:pt x="6677" y="48755"/>
                      <a:pt x="12664" y="52191"/>
                      <a:pt x="18840" y="52191"/>
                    </a:cubicBezTo>
                    <a:cubicBezTo>
                      <a:pt x="21707" y="52191"/>
                      <a:pt x="24613" y="51450"/>
                      <a:pt x="27282" y="49890"/>
                    </a:cubicBezTo>
                    <a:cubicBezTo>
                      <a:pt x="33291" y="46525"/>
                      <a:pt x="36303" y="40151"/>
                      <a:pt x="35694" y="33659"/>
                    </a:cubicBezTo>
                    <a:cubicBezTo>
                      <a:pt x="35456" y="30534"/>
                      <a:pt x="37024" y="27407"/>
                      <a:pt x="39783" y="25852"/>
                    </a:cubicBezTo>
                    <a:cubicBezTo>
                      <a:pt x="41044" y="25114"/>
                      <a:pt x="42424" y="24748"/>
                      <a:pt x="43786" y="24748"/>
                    </a:cubicBezTo>
                    <a:cubicBezTo>
                      <a:pt x="45537" y="24748"/>
                      <a:pt x="47261" y="25356"/>
                      <a:pt x="48676" y="26573"/>
                    </a:cubicBezTo>
                    <a:cubicBezTo>
                      <a:pt x="52525" y="29572"/>
                      <a:pt x="57216" y="31255"/>
                      <a:pt x="62026" y="31255"/>
                    </a:cubicBezTo>
                    <a:lnTo>
                      <a:pt x="62026" y="1046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9" name="Google Shape;5489;p59"/>
              <p:cNvSpPr/>
              <p:nvPr/>
            </p:nvSpPr>
            <p:spPr>
              <a:xfrm>
                <a:off x="2035235" y="2390779"/>
                <a:ext cx="331756" cy="277110"/>
              </a:xfrm>
              <a:custGeom>
                <a:avLst/>
                <a:gdLst/>
                <a:ahLst/>
                <a:cxnLst/>
                <a:rect l="l" t="t" r="r" b="b"/>
                <a:pathLst>
                  <a:path w="62507" h="52211" extrusionOk="0">
                    <a:moveTo>
                      <a:pt x="18030" y="1"/>
                    </a:moveTo>
                    <a:lnTo>
                      <a:pt x="0" y="10461"/>
                    </a:lnTo>
                    <a:lnTo>
                      <a:pt x="0" y="31253"/>
                    </a:lnTo>
                    <a:cubicBezTo>
                      <a:pt x="4807" y="31253"/>
                      <a:pt x="9489" y="29570"/>
                      <a:pt x="13222" y="26570"/>
                    </a:cubicBezTo>
                    <a:cubicBezTo>
                      <a:pt x="15722" y="24434"/>
                      <a:pt x="19307" y="24145"/>
                      <a:pt x="22118" y="25849"/>
                    </a:cubicBezTo>
                    <a:lnTo>
                      <a:pt x="22359" y="25965"/>
                    </a:lnTo>
                    <a:cubicBezTo>
                      <a:pt x="25003" y="27532"/>
                      <a:pt x="26560" y="30534"/>
                      <a:pt x="26204" y="33659"/>
                    </a:cubicBezTo>
                    <a:cubicBezTo>
                      <a:pt x="25599" y="40389"/>
                      <a:pt x="28964" y="47244"/>
                      <a:pt x="35578" y="50486"/>
                    </a:cubicBezTo>
                    <a:cubicBezTo>
                      <a:pt x="37877" y="51619"/>
                      <a:pt x="40405" y="52210"/>
                      <a:pt x="42968" y="52208"/>
                    </a:cubicBezTo>
                    <a:cubicBezTo>
                      <a:pt x="48435" y="52208"/>
                      <a:pt x="53755" y="49544"/>
                      <a:pt x="56978" y="44840"/>
                    </a:cubicBezTo>
                    <a:cubicBezTo>
                      <a:pt x="62506" y="36540"/>
                      <a:pt x="59862" y="25484"/>
                      <a:pt x="51447" y="20674"/>
                    </a:cubicBezTo>
                    <a:cubicBezTo>
                      <a:pt x="48774" y="19149"/>
                      <a:pt x="45855" y="18413"/>
                      <a:pt x="42983" y="18413"/>
                    </a:cubicBezTo>
                    <a:cubicBezTo>
                      <a:pt x="39520" y="18413"/>
                      <a:pt x="36121" y="19482"/>
                      <a:pt x="33290" y="21523"/>
                    </a:cubicBezTo>
                    <a:cubicBezTo>
                      <a:pt x="30671" y="23429"/>
                      <a:pt x="27161" y="23571"/>
                      <a:pt x="24397" y="21878"/>
                    </a:cubicBezTo>
                    <a:cubicBezTo>
                      <a:pt x="21510" y="20321"/>
                      <a:pt x="19955" y="17069"/>
                      <a:pt x="20549" y="13829"/>
                    </a:cubicBezTo>
                    <a:cubicBezTo>
                      <a:pt x="21272" y="9019"/>
                      <a:pt x="20433" y="4212"/>
                      <a:pt x="1803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490" name="Google Shape;5490;p59"/>
          <p:cNvGrpSpPr/>
          <p:nvPr/>
        </p:nvGrpSpPr>
        <p:grpSpPr>
          <a:xfrm>
            <a:off x="6303109" y="971806"/>
            <a:ext cx="1317459" cy="684168"/>
            <a:chOff x="238125" y="999450"/>
            <a:chExt cx="7140700" cy="3708225"/>
          </a:xfrm>
        </p:grpSpPr>
        <p:sp>
          <p:nvSpPr>
            <p:cNvPr id="5491" name="Google Shape;5491;p59"/>
            <p:cNvSpPr/>
            <p:nvPr/>
          </p:nvSpPr>
          <p:spPr>
            <a:xfrm>
              <a:off x="2171975" y="3872925"/>
              <a:ext cx="7900" cy="25"/>
            </a:xfrm>
            <a:custGeom>
              <a:avLst/>
              <a:gdLst/>
              <a:ahLst/>
              <a:cxnLst/>
              <a:rect l="l" t="t" r="r" b="b"/>
              <a:pathLst>
                <a:path w="316" h="1" extrusionOk="0">
                  <a:moveTo>
                    <a:pt x="316" y="0"/>
                  </a:moveTo>
                  <a:lnTo>
                    <a:pt x="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2" name="Google Shape;5492;p59"/>
            <p:cNvSpPr/>
            <p:nvPr/>
          </p:nvSpPr>
          <p:spPr>
            <a:xfrm>
              <a:off x="2180300" y="999450"/>
              <a:ext cx="3256350" cy="3708225"/>
            </a:xfrm>
            <a:custGeom>
              <a:avLst/>
              <a:gdLst/>
              <a:ahLst/>
              <a:cxnLst/>
              <a:rect l="l" t="t" r="r" b="b"/>
              <a:pathLst>
                <a:path w="130254" h="148329" extrusionOk="0">
                  <a:moveTo>
                    <a:pt x="130254" y="0"/>
                  </a:moveTo>
                  <a:cubicBezTo>
                    <a:pt x="90641" y="0"/>
                    <a:pt x="69506" y="34788"/>
                    <a:pt x="50871" y="65485"/>
                  </a:cubicBezTo>
                  <a:cubicBezTo>
                    <a:pt x="32725" y="95360"/>
                    <a:pt x="19404" y="114939"/>
                    <a:pt x="0" y="114939"/>
                  </a:cubicBezTo>
                  <a:cubicBezTo>
                    <a:pt x="9213" y="114939"/>
                    <a:pt x="16695" y="122421"/>
                    <a:pt x="16695" y="131634"/>
                  </a:cubicBezTo>
                  <a:cubicBezTo>
                    <a:pt x="16695" y="140846"/>
                    <a:pt x="9213" y="148328"/>
                    <a:pt x="0" y="148328"/>
                  </a:cubicBezTo>
                  <a:cubicBezTo>
                    <a:pt x="39630" y="148328"/>
                    <a:pt x="60765" y="113541"/>
                    <a:pt x="79400" y="82844"/>
                  </a:cubicBezTo>
                  <a:cubicBezTo>
                    <a:pt x="97528" y="52951"/>
                    <a:pt x="110867" y="33372"/>
                    <a:pt x="130254" y="33372"/>
                  </a:cubicBezTo>
                  <a:cubicBezTo>
                    <a:pt x="121041" y="33075"/>
                    <a:pt x="113804" y="25383"/>
                    <a:pt x="114083" y="16170"/>
                  </a:cubicBezTo>
                  <a:cubicBezTo>
                    <a:pt x="114346" y="7360"/>
                    <a:pt x="121425" y="280"/>
                    <a:pt x="13025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3" name="Google Shape;5493;p59"/>
            <p:cNvSpPr/>
            <p:nvPr/>
          </p:nvSpPr>
          <p:spPr>
            <a:xfrm>
              <a:off x="238125" y="2853750"/>
              <a:ext cx="2358675" cy="1853475"/>
            </a:xfrm>
            <a:custGeom>
              <a:avLst/>
              <a:gdLst/>
              <a:ahLst/>
              <a:cxnLst/>
              <a:rect l="l" t="t" r="r" b="b"/>
              <a:pathLst>
                <a:path w="94347" h="74139" extrusionOk="0">
                  <a:moveTo>
                    <a:pt x="33354" y="1"/>
                  </a:moveTo>
                  <a:cubicBezTo>
                    <a:pt x="33354" y="9196"/>
                    <a:pt x="25872" y="16661"/>
                    <a:pt x="16642" y="16661"/>
                  </a:cubicBezTo>
                  <a:cubicBezTo>
                    <a:pt x="7482" y="16661"/>
                    <a:pt x="0" y="9196"/>
                    <a:pt x="0" y="1"/>
                  </a:cubicBezTo>
                  <a:lnTo>
                    <a:pt x="0" y="1"/>
                  </a:lnTo>
                  <a:cubicBezTo>
                    <a:pt x="0" y="40872"/>
                    <a:pt x="34858" y="74139"/>
                    <a:pt x="77670" y="74139"/>
                  </a:cubicBezTo>
                  <a:cubicBezTo>
                    <a:pt x="86882" y="74139"/>
                    <a:pt x="94347" y="66657"/>
                    <a:pt x="94347" y="57444"/>
                  </a:cubicBezTo>
                  <a:cubicBezTo>
                    <a:pt x="94347" y="48214"/>
                    <a:pt x="86882" y="40767"/>
                    <a:pt x="77670" y="40767"/>
                  </a:cubicBezTo>
                  <a:lnTo>
                    <a:pt x="77355" y="40767"/>
                  </a:lnTo>
                  <a:cubicBezTo>
                    <a:pt x="53073" y="40610"/>
                    <a:pt x="33354" y="22394"/>
                    <a:pt x="3335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4" name="Google Shape;5494;p59"/>
            <p:cNvSpPr/>
            <p:nvPr/>
          </p:nvSpPr>
          <p:spPr>
            <a:xfrm>
              <a:off x="238125" y="999450"/>
              <a:ext cx="1942200" cy="2270400"/>
            </a:xfrm>
            <a:custGeom>
              <a:avLst/>
              <a:gdLst/>
              <a:ahLst/>
              <a:cxnLst/>
              <a:rect l="l" t="t" r="r" b="b"/>
              <a:pathLst>
                <a:path w="77688" h="90816" extrusionOk="0">
                  <a:moveTo>
                    <a:pt x="77687" y="0"/>
                  </a:moveTo>
                  <a:cubicBezTo>
                    <a:pt x="34858" y="0"/>
                    <a:pt x="0" y="33249"/>
                    <a:pt x="0" y="74138"/>
                  </a:cubicBezTo>
                  <a:cubicBezTo>
                    <a:pt x="0" y="83368"/>
                    <a:pt x="7482" y="90815"/>
                    <a:pt x="16695" y="90815"/>
                  </a:cubicBezTo>
                  <a:cubicBezTo>
                    <a:pt x="25925" y="90815"/>
                    <a:pt x="33372" y="83351"/>
                    <a:pt x="33389" y="74138"/>
                  </a:cubicBezTo>
                  <a:lnTo>
                    <a:pt x="33389" y="74120"/>
                  </a:lnTo>
                  <a:cubicBezTo>
                    <a:pt x="33389" y="51654"/>
                    <a:pt x="53222" y="33378"/>
                    <a:pt x="77639" y="33354"/>
                  </a:cubicBezTo>
                  <a:lnTo>
                    <a:pt x="77639" y="33354"/>
                  </a:lnTo>
                  <a:cubicBezTo>
                    <a:pt x="77644" y="33354"/>
                    <a:pt x="77650" y="33354"/>
                    <a:pt x="77655" y="33354"/>
                  </a:cubicBezTo>
                  <a:cubicBezTo>
                    <a:pt x="77666" y="33354"/>
                    <a:pt x="77676" y="33354"/>
                    <a:pt x="77687" y="33354"/>
                  </a:cubicBezTo>
                  <a:cubicBezTo>
                    <a:pt x="77671" y="33354"/>
                    <a:pt x="77655" y="33354"/>
                    <a:pt x="77639" y="33354"/>
                  </a:cubicBezTo>
                  <a:lnTo>
                    <a:pt x="77639" y="33354"/>
                  </a:lnTo>
                  <a:cubicBezTo>
                    <a:pt x="68431" y="33346"/>
                    <a:pt x="60992" y="25874"/>
                    <a:pt x="60992" y="16695"/>
                  </a:cubicBezTo>
                  <a:cubicBezTo>
                    <a:pt x="60992" y="7482"/>
                    <a:pt x="68457" y="0"/>
                    <a:pt x="77687"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5" name="Google Shape;5495;p59"/>
            <p:cNvSpPr/>
            <p:nvPr/>
          </p:nvSpPr>
          <p:spPr>
            <a:xfrm>
              <a:off x="3808250" y="2852875"/>
              <a:ext cx="25" cy="25"/>
            </a:xfrm>
            <a:custGeom>
              <a:avLst/>
              <a:gdLst/>
              <a:ahLst/>
              <a:cxnLst/>
              <a:rect l="l" t="t" r="r" b="b"/>
              <a:pathLst>
                <a:path w="1" h="1" extrusionOk="0">
                  <a:moveTo>
                    <a:pt x="0" y="1"/>
                  </a:moveTo>
                  <a:close/>
                </a:path>
              </a:pathLst>
            </a:custGeom>
            <a:solidFill>
              <a:srgbClr val="DB63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6" name="Google Shape;5496;p59"/>
            <p:cNvSpPr/>
            <p:nvPr/>
          </p:nvSpPr>
          <p:spPr>
            <a:xfrm>
              <a:off x="1762475" y="999450"/>
              <a:ext cx="2386250" cy="2044875"/>
            </a:xfrm>
            <a:custGeom>
              <a:avLst/>
              <a:gdLst/>
              <a:ahLst/>
              <a:cxnLst/>
              <a:rect l="l" t="t" r="r" b="b"/>
              <a:pathLst>
                <a:path w="95450" h="81795" extrusionOk="0">
                  <a:moveTo>
                    <a:pt x="16696" y="0"/>
                  </a:moveTo>
                  <a:cubicBezTo>
                    <a:pt x="7465" y="0"/>
                    <a:pt x="1" y="7482"/>
                    <a:pt x="1" y="16695"/>
                  </a:cubicBezTo>
                  <a:cubicBezTo>
                    <a:pt x="1" y="25925"/>
                    <a:pt x="7465" y="33389"/>
                    <a:pt x="16696" y="33389"/>
                  </a:cubicBezTo>
                  <a:cubicBezTo>
                    <a:pt x="36030" y="33389"/>
                    <a:pt x="49473" y="53038"/>
                    <a:pt x="66325" y="80781"/>
                  </a:cubicBezTo>
                  <a:cubicBezTo>
                    <a:pt x="66552" y="81130"/>
                    <a:pt x="66762" y="81463"/>
                    <a:pt x="67007" y="81795"/>
                  </a:cubicBezTo>
                  <a:cubicBezTo>
                    <a:pt x="63021" y="74086"/>
                    <a:pt x="65643" y="64471"/>
                    <a:pt x="73178" y="59891"/>
                  </a:cubicBezTo>
                  <a:cubicBezTo>
                    <a:pt x="75886" y="58251"/>
                    <a:pt x="78874" y="57469"/>
                    <a:pt x="81824" y="57469"/>
                  </a:cubicBezTo>
                  <a:cubicBezTo>
                    <a:pt x="87083" y="57469"/>
                    <a:pt x="92224" y="59953"/>
                    <a:pt x="95449" y="64488"/>
                  </a:cubicBezTo>
                  <a:cubicBezTo>
                    <a:pt x="95274" y="64139"/>
                    <a:pt x="95064" y="63789"/>
                    <a:pt x="94855" y="63439"/>
                  </a:cubicBezTo>
                  <a:cubicBezTo>
                    <a:pt x="77653" y="35190"/>
                    <a:pt x="56291" y="0"/>
                    <a:pt x="1669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7" name="Google Shape;5497;p59"/>
            <p:cNvSpPr/>
            <p:nvPr/>
          </p:nvSpPr>
          <p:spPr>
            <a:xfrm>
              <a:off x="3338000" y="2435975"/>
              <a:ext cx="2101275" cy="2271250"/>
            </a:xfrm>
            <a:custGeom>
              <a:avLst/>
              <a:gdLst/>
              <a:ahLst/>
              <a:cxnLst/>
              <a:rect l="l" t="t" r="r" b="b"/>
              <a:pathLst>
                <a:path w="84051" h="90850" extrusionOk="0">
                  <a:moveTo>
                    <a:pt x="84011" y="57465"/>
                  </a:moveTo>
                  <a:cubicBezTo>
                    <a:pt x="83994" y="57465"/>
                    <a:pt x="83972" y="57469"/>
                    <a:pt x="83946" y="57478"/>
                  </a:cubicBezTo>
                  <a:lnTo>
                    <a:pt x="84050" y="57478"/>
                  </a:lnTo>
                  <a:cubicBezTo>
                    <a:pt x="84042" y="57469"/>
                    <a:pt x="84029" y="57465"/>
                    <a:pt x="84011" y="57465"/>
                  </a:cubicBezTo>
                  <a:close/>
                  <a:moveTo>
                    <a:pt x="18801" y="0"/>
                  </a:moveTo>
                  <a:cubicBezTo>
                    <a:pt x="15851" y="0"/>
                    <a:pt x="12864" y="784"/>
                    <a:pt x="10157" y="2430"/>
                  </a:cubicBezTo>
                  <a:cubicBezTo>
                    <a:pt x="2622" y="7027"/>
                    <a:pt x="0" y="16625"/>
                    <a:pt x="3986" y="24334"/>
                  </a:cubicBezTo>
                  <a:cubicBezTo>
                    <a:pt x="4161" y="24683"/>
                    <a:pt x="4370" y="25033"/>
                    <a:pt x="4563" y="25348"/>
                  </a:cubicBezTo>
                  <a:cubicBezTo>
                    <a:pt x="23198" y="56062"/>
                    <a:pt x="44333" y="90850"/>
                    <a:pt x="83963" y="90850"/>
                  </a:cubicBezTo>
                  <a:cubicBezTo>
                    <a:pt x="74750" y="90850"/>
                    <a:pt x="67268" y="83368"/>
                    <a:pt x="67268" y="74155"/>
                  </a:cubicBezTo>
                  <a:cubicBezTo>
                    <a:pt x="67268" y="64925"/>
                    <a:pt x="74750" y="57478"/>
                    <a:pt x="83946" y="57478"/>
                  </a:cubicBezTo>
                  <a:cubicBezTo>
                    <a:pt x="64541" y="57478"/>
                    <a:pt x="51220" y="37899"/>
                    <a:pt x="33075" y="8024"/>
                  </a:cubicBezTo>
                  <a:cubicBezTo>
                    <a:pt x="32865" y="7674"/>
                    <a:pt x="32638" y="7342"/>
                    <a:pt x="32428" y="7027"/>
                  </a:cubicBezTo>
                  <a:cubicBezTo>
                    <a:pt x="29202" y="2491"/>
                    <a:pt x="24061" y="0"/>
                    <a:pt x="18801"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8" name="Google Shape;5498;p59"/>
            <p:cNvSpPr/>
            <p:nvPr/>
          </p:nvSpPr>
          <p:spPr>
            <a:xfrm>
              <a:off x="5019250" y="2852875"/>
              <a:ext cx="2359150" cy="1854350"/>
            </a:xfrm>
            <a:custGeom>
              <a:avLst/>
              <a:gdLst/>
              <a:ahLst/>
              <a:cxnLst/>
              <a:rect l="l" t="t" r="r" b="b"/>
              <a:pathLst>
                <a:path w="94366" h="74174" extrusionOk="0">
                  <a:moveTo>
                    <a:pt x="94365" y="18"/>
                  </a:moveTo>
                  <a:cubicBezTo>
                    <a:pt x="94365" y="47"/>
                    <a:pt x="94365" y="76"/>
                    <a:pt x="94365" y="105"/>
                  </a:cubicBezTo>
                  <a:lnTo>
                    <a:pt x="94365" y="105"/>
                  </a:lnTo>
                  <a:cubicBezTo>
                    <a:pt x="94365" y="76"/>
                    <a:pt x="94365" y="47"/>
                    <a:pt x="94365" y="18"/>
                  </a:cubicBezTo>
                  <a:close/>
                  <a:moveTo>
                    <a:pt x="60993" y="1"/>
                  </a:moveTo>
                  <a:cubicBezTo>
                    <a:pt x="60993" y="22447"/>
                    <a:pt x="41187" y="40715"/>
                    <a:pt x="16800" y="40785"/>
                  </a:cubicBezTo>
                  <a:lnTo>
                    <a:pt x="16696" y="40785"/>
                  </a:lnTo>
                  <a:cubicBezTo>
                    <a:pt x="7465" y="40785"/>
                    <a:pt x="1" y="48249"/>
                    <a:pt x="1" y="57479"/>
                  </a:cubicBezTo>
                  <a:cubicBezTo>
                    <a:pt x="1" y="66692"/>
                    <a:pt x="7483" y="74174"/>
                    <a:pt x="16696" y="74174"/>
                  </a:cubicBezTo>
                  <a:cubicBezTo>
                    <a:pt x="59495" y="74174"/>
                    <a:pt x="94316" y="40954"/>
                    <a:pt x="94365" y="105"/>
                  </a:cubicBezTo>
                  <a:lnTo>
                    <a:pt x="94365" y="105"/>
                  </a:lnTo>
                  <a:cubicBezTo>
                    <a:pt x="94336" y="9278"/>
                    <a:pt x="86872" y="16696"/>
                    <a:pt x="77688" y="16696"/>
                  </a:cubicBezTo>
                  <a:cubicBezTo>
                    <a:pt x="68458" y="16696"/>
                    <a:pt x="60993" y="9231"/>
                    <a:pt x="6099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9" name="Google Shape;5499;p59"/>
            <p:cNvSpPr/>
            <p:nvPr/>
          </p:nvSpPr>
          <p:spPr>
            <a:xfrm>
              <a:off x="5025375" y="999450"/>
              <a:ext cx="2353450" cy="2270825"/>
            </a:xfrm>
            <a:custGeom>
              <a:avLst/>
              <a:gdLst/>
              <a:ahLst/>
              <a:cxnLst/>
              <a:rect l="l" t="t" r="r" b="b"/>
              <a:pathLst>
                <a:path w="94138" h="90833" extrusionOk="0">
                  <a:moveTo>
                    <a:pt x="16451" y="0"/>
                  </a:moveTo>
                  <a:cubicBezTo>
                    <a:pt x="7640" y="280"/>
                    <a:pt x="560" y="7360"/>
                    <a:pt x="280" y="16170"/>
                  </a:cubicBezTo>
                  <a:cubicBezTo>
                    <a:pt x="1" y="25400"/>
                    <a:pt x="7238" y="33092"/>
                    <a:pt x="16451" y="33372"/>
                  </a:cubicBezTo>
                  <a:lnTo>
                    <a:pt x="16520" y="33372"/>
                  </a:lnTo>
                  <a:cubicBezTo>
                    <a:pt x="40907" y="33389"/>
                    <a:pt x="60748" y="51675"/>
                    <a:pt x="60748" y="74138"/>
                  </a:cubicBezTo>
                  <a:cubicBezTo>
                    <a:pt x="60748" y="83368"/>
                    <a:pt x="68213" y="90833"/>
                    <a:pt x="77443" y="90833"/>
                  </a:cubicBezTo>
                  <a:cubicBezTo>
                    <a:pt x="86656" y="90833"/>
                    <a:pt x="94138" y="83368"/>
                    <a:pt x="94138" y="74138"/>
                  </a:cubicBezTo>
                  <a:cubicBezTo>
                    <a:pt x="94138" y="33249"/>
                    <a:pt x="59280" y="0"/>
                    <a:pt x="1645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5503"/>
        <p:cNvGrpSpPr/>
        <p:nvPr/>
      </p:nvGrpSpPr>
      <p:grpSpPr>
        <a:xfrm>
          <a:off x="0" y="0"/>
          <a:ext cx="0" cy="0"/>
          <a:chOff x="0" y="0"/>
          <a:chExt cx="0" cy="0"/>
        </a:xfrm>
      </p:grpSpPr>
      <p:grpSp>
        <p:nvGrpSpPr>
          <p:cNvPr id="5504" name="Google Shape;5504;p60"/>
          <p:cNvGrpSpPr/>
          <p:nvPr/>
        </p:nvGrpSpPr>
        <p:grpSpPr>
          <a:xfrm>
            <a:off x="717027" y="967622"/>
            <a:ext cx="1636117" cy="1526144"/>
            <a:chOff x="729238" y="1179665"/>
            <a:chExt cx="1636117" cy="1526144"/>
          </a:xfrm>
        </p:grpSpPr>
        <p:grpSp>
          <p:nvGrpSpPr>
            <p:cNvPr id="5505" name="Google Shape;5505;p60"/>
            <p:cNvGrpSpPr/>
            <p:nvPr/>
          </p:nvGrpSpPr>
          <p:grpSpPr>
            <a:xfrm>
              <a:off x="729238" y="1179665"/>
              <a:ext cx="80700" cy="1526144"/>
              <a:chOff x="729238" y="1179665"/>
              <a:chExt cx="80700" cy="1526144"/>
            </a:xfrm>
          </p:grpSpPr>
          <p:sp>
            <p:nvSpPr>
              <p:cNvPr id="5506" name="Google Shape;5506;p60"/>
              <p:cNvSpPr/>
              <p:nvPr/>
            </p:nvSpPr>
            <p:spPr>
              <a:xfrm>
                <a:off x="72923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7" name="Google Shape;5507;p60"/>
              <p:cNvSpPr/>
              <p:nvPr/>
            </p:nvSpPr>
            <p:spPr>
              <a:xfrm>
                <a:off x="72923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8" name="Google Shape;5508;p60"/>
              <p:cNvSpPr/>
              <p:nvPr/>
            </p:nvSpPr>
            <p:spPr>
              <a:xfrm>
                <a:off x="72923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9" name="Google Shape;5509;p60"/>
              <p:cNvSpPr/>
              <p:nvPr/>
            </p:nvSpPr>
            <p:spPr>
              <a:xfrm>
                <a:off x="72923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0" name="Google Shape;5510;p60"/>
              <p:cNvSpPr/>
              <p:nvPr/>
            </p:nvSpPr>
            <p:spPr>
              <a:xfrm>
                <a:off x="729238"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1" name="Google Shape;5511;p60"/>
              <p:cNvSpPr/>
              <p:nvPr/>
            </p:nvSpPr>
            <p:spPr>
              <a:xfrm>
                <a:off x="729238"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2" name="Google Shape;5512;p60"/>
              <p:cNvSpPr/>
              <p:nvPr/>
            </p:nvSpPr>
            <p:spPr>
              <a:xfrm>
                <a:off x="72923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3" name="Google Shape;5513;p60"/>
              <p:cNvSpPr/>
              <p:nvPr/>
            </p:nvSpPr>
            <p:spPr>
              <a:xfrm>
                <a:off x="72923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4" name="Google Shape;5514;p60"/>
              <p:cNvSpPr/>
              <p:nvPr/>
            </p:nvSpPr>
            <p:spPr>
              <a:xfrm>
                <a:off x="72923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5" name="Google Shape;5515;p60"/>
              <p:cNvSpPr/>
              <p:nvPr/>
            </p:nvSpPr>
            <p:spPr>
              <a:xfrm>
                <a:off x="72923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16" name="Google Shape;5516;p60"/>
            <p:cNvGrpSpPr/>
            <p:nvPr/>
          </p:nvGrpSpPr>
          <p:grpSpPr>
            <a:xfrm>
              <a:off x="903098" y="1179665"/>
              <a:ext cx="80700" cy="1526144"/>
              <a:chOff x="903098" y="1179665"/>
              <a:chExt cx="80700" cy="1526144"/>
            </a:xfrm>
          </p:grpSpPr>
          <p:sp>
            <p:nvSpPr>
              <p:cNvPr id="5517" name="Google Shape;5517;p60"/>
              <p:cNvSpPr/>
              <p:nvPr/>
            </p:nvSpPr>
            <p:spPr>
              <a:xfrm>
                <a:off x="90309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8" name="Google Shape;5518;p60"/>
              <p:cNvSpPr/>
              <p:nvPr/>
            </p:nvSpPr>
            <p:spPr>
              <a:xfrm>
                <a:off x="90309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9" name="Google Shape;5519;p60"/>
              <p:cNvSpPr/>
              <p:nvPr/>
            </p:nvSpPr>
            <p:spPr>
              <a:xfrm>
                <a:off x="90309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0" name="Google Shape;5520;p60"/>
              <p:cNvSpPr/>
              <p:nvPr/>
            </p:nvSpPr>
            <p:spPr>
              <a:xfrm>
                <a:off x="90309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1" name="Google Shape;5521;p60"/>
              <p:cNvSpPr/>
              <p:nvPr/>
            </p:nvSpPr>
            <p:spPr>
              <a:xfrm>
                <a:off x="903098"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2" name="Google Shape;5522;p60"/>
              <p:cNvSpPr/>
              <p:nvPr/>
            </p:nvSpPr>
            <p:spPr>
              <a:xfrm>
                <a:off x="903098"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3" name="Google Shape;5523;p60"/>
              <p:cNvSpPr/>
              <p:nvPr/>
            </p:nvSpPr>
            <p:spPr>
              <a:xfrm>
                <a:off x="90309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4" name="Google Shape;5524;p60"/>
              <p:cNvSpPr/>
              <p:nvPr/>
            </p:nvSpPr>
            <p:spPr>
              <a:xfrm>
                <a:off x="90309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5" name="Google Shape;5525;p60"/>
              <p:cNvSpPr/>
              <p:nvPr/>
            </p:nvSpPr>
            <p:spPr>
              <a:xfrm>
                <a:off x="90309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6" name="Google Shape;5526;p60"/>
              <p:cNvSpPr/>
              <p:nvPr/>
            </p:nvSpPr>
            <p:spPr>
              <a:xfrm>
                <a:off x="90309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27" name="Google Shape;5527;p60"/>
            <p:cNvGrpSpPr/>
            <p:nvPr/>
          </p:nvGrpSpPr>
          <p:grpSpPr>
            <a:xfrm>
              <a:off x="1076958" y="1179665"/>
              <a:ext cx="80700" cy="1526144"/>
              <a:chOff x="1076958" y="1179665"/>
              <a:chExt cx="80700" cy="1526144"/>
            </a:xfrm>
          </p:grpSpPr>
          <p:sp>
            <p:nvSpPr>
              <p:cNvPr id="5528" name="Google Shape;5528;p60"/>
              <p:cNvSpPr/>
              <p:nvPr/>
            </p:nvSpPr>
            <p:spPr>
              <a:xfrm>
                <a:off x="107695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9" name="Google Shape;5529;p60"/>
              <p:cNvSpPr/>
              <p:nvPr/>
            </p:nvSpPr>
            <p:spPr>
              <a:xfrm>
                <a:off x="107695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0" name="Google Shape;5530;p60"/>
              <p:cNvSpPr/>
              <p:nvPr/>
            </p:nvSpPr>
            <p:spPr>
              <a:xfrm>
                <a:off x="107695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1" name="Google Shape;5531;p60"/>
              <p:cNvSpPr/>
              <p:nvPr/>
            </p:nvSpPr>
            <p:spPr>
              <a:xfrm>
                <a:off x="107695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2" name="Google Shape;5532;p60"/>
              <p:cNvSpPr/>
              <p:nvPr/>
            </p:nvSpPr>
            <p:spPr>
              <a:xfrm>
                <a:off x="1076958"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3" name="Google Shape;5533;p60"/>
              <p:cNvSpPr/>
              <p:nvPr/>
            </p:nvSpPr>
            <p:spPr>
              <a:xfrm>
                <a:off x="1076958"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4" name="Google Shape;5534;p60"/>
              <p:cNvSpPr/>
              <p:nvPr/>
            </p:nvSpPr>
            <p:spPr>
              <a:xfrm>
                <a:off x="1076958"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5" name="Google Shape;5535;p60"/>
              <p:cNvSpPr/>
              <p:nvPr/>
            </p:nvSpPr>
            <p:spPr>
              <a:xfrm>
                <a:off x="107695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6" name="Google Shape;5536;p60"/>
              <p:cNvSpPr/>
              <p:nvPr/>
            </p:nvSpPr>
            <p:spPr>
              <a:xfrm>
                <a:off x="107695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7" name="Google Shape;5537;p60"/>
              <p:cNvSpPr/>
              <p:nvPr/>
            </p:nvSpPr>
            <p:spPr>
              <a:xfrm>
                <a:off x="107695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38" name="Google Shape;5538;p60"/>
            <p:cNvGrpSpPr/>
            <p:nvPr/>
          </p:nvGrpSpPr>
          <p:grpSpPr>
            <a:xfrm>
              <a:off x="1247707" y="1179665"/>
              <a:ext cx="80700" cy="1526144"/>
              <a:chOff x="1247707" y="1179665"/>
              <a:chExt cx="80700" cy="1526144"/>
            </a:xfrm>
          </p:grpSpPr>
          <p:sp>
            <p:nvSpPr>
              <p:cNvPr id="5539" name="Google Shape;5539;p60"/>
              <p:cNvSpPr/>
              <p:nvPr/>
            </p:nvSpPr>
            <p:spPr>
              <a:xfrm>
                <a:off x="124770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0" name="Google Shape;5540;p60"/>
              <p:cNvSpPr/>
              <p:nvPr/>
            </p:nvSpPr>
            <p:spPr>
              <a:xfrm>
                <a:off x="124770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1" name="Google Shape;5541;p60"/>
              <p:cNvSpPr/>
              <p:nvPr/>
            </p:nvSpPr>
            <p:spPr>
              <a:xfrm>
                <a:off x="124770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2" name="Google Shape;5542;p60"/>
              <p:cNvSpPr/>
              <p:nvPr/>
            </p:nvSpPr>
            <p:spPr>
              <a:xfrm>
                <a:off x="1247707" y="166175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3" name="Google Shape;5543;p60"/>
              <p:cNvSpPr/>
              <p:nvPr/>
            </p:nvSpPr>
            <p:spPr>
              <a:xfrm>
                <a:off x="1247707"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4" name="Google Shape;5544;p60"/>
              <p:cNvSpPr/>
              <p:nvPr/>
            </p:nvSpPr>
            <p:spPr>
              <a:xfrm>
                <a:off x="1247707"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5" name="Google Shape;5545;p60"/>
              <p:cNvSpPr/>
              <p:nvPr/>
            </p:nvSpPr>
            <p:spPr>
              <a:xfrm>
                <a:off x="124770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6" name="Google Shape;5546;p60"/>
              <p:cNvSpPr/>
              <p:nvPr/>
            </p:nvSpPr>
            <p:spPr>
              <a:xfrm>
                <a:off x="124770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7" name="Google Shape;5547;p60"/>
              <p:cNvSpPr/>
              <p:nvPr/>
            </p:nvSpPr>
            <p:spPr>
              <a:xfrm>
                <a:off x="124770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8" name="Google Shape;5548;p60"/>
              <p:cNvSpPr/>
              <p:nvPr/>
            </p:nvSpPr>
            <p:spPr>
              <a:xfrm>
                <a:off x="124770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49" name="Google Shape;5549;p60"/>
            <p:cNvGrpSpPr/>
            <p:nvPr/>
          </p:nvGrpSpPr>
          <p:grpSpPr>
            <a:xfrm>
              <a:off x="1421567" y="1179665"/>
              <a:ext cx="80700" cy="1526144"/>
              <a:chOff x="1421567" y="1179665"/>
              <a:chExt cx="80700" cy="1526144"/>
            </a:xfrm>
          </p:grpSpPr>
          <p:sp>
            <p:nvSpPr>
              <p:cNvPr id="5550" name="Google Shape;5550;p60"/>
              <p:cNvSpPr/>
              <p:nvPr/>
            </p:nvSpPr>
            <p:spPr>
              <a:xfrm>
                <a:off x="142156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1" name="Google Shape;5551;p60"/>
              <p:cNvSpPr/>
              <p:nvPr/>
            </p:nvSpPr>
            <p:spPr>
              <a:xfrm>
                <a:off x="142156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2" name="Google Shape;5552;p60"/>
              <p:cNvSpPr/>
              <p:nvPr/>
            </p:nvSpPr>
            <p:spPr>
              <a:xfrm>
                <a:off x="142156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3" name="Google Shape;5553;p60"/>
              <p:cNvSpPr/>
              <p:nvPr/>
            </p:nvSpPr>
            <p:spPr>
              <a:xfrm>
                <a:off x="142156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4" name="Google Shape;5554;p60"/>
              <p:cNvSpPr/>
              <p:nvPr/>
            </p:nvSpPr>
            <p:spPr>
              <a:xfrm>
                <a:off x="142156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5" name="Google Shape;5555;p60"/>
              <p:cNvSpPr/>
              <p:nvPr/>
            </p:nvSpPr>
            <p:spPr>
              <a:xfrm>
                <a:off x="142156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6" name="Google Shape;5556;p60"/>
              <p:cNvSpPr/>
              <p:nvPr/>
            </p:nvSpPr>
            <p:spPr>
              <a:xfrm>
                <a:off x="1421567"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7" name="Google Shape;5557;p60"/>
              <p:cNvSpPr/>
              <p:nvPr/>
            </p:nvSpPr>
            <p:spPr>
              <a:xfrm>
                <a:off x="1421567" y="2303717"/>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8" name="Google Shape;5558;p60"/>
              <p:cNvSpPr/>
              <p:nvPr/>
            </p:nvSpPr>
            <p:spPr>
              <a:xfrm>
                <a:off x="142156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9" name="Google Shape;5559;p60"/>
              <p:cNvSpPr/>
              <p:nvPr/>
            </p:nvSpPr>
            <p:spPr>
              <a:xfrm>
                <a:off x="142156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60" name="Google Shape;5560;p60"/>
            <p:cNvGrpSpPr/>
            <p:nvPr/>
          </p:nvGrpSpPr>
          <p:grpSpPr>
            <a:xfrm>
              <a:off x="1592327" y="1179665"/>
              <a:ext cx="80700" cy="1526144"/>
              <a:chOff x="1592327" y="1179665"/>
              <a:chExt cx="80700" cy="1526144"/>
            </a:xfrm>
          </p:grpSpPr>
          <p:sp>
            <p:nvSpPr>
              <p:cNvPr id="5561" name="Google Shape;5561;p60"/>
              <p:cNvSpPr/>
              <p:nvPr/>
            </p:nvSpPr>
            <p:spPr>
              <a:xfrm>
                <a:off x="159232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2" name="Google Shape;5562;p60"/>
              <p:cNvSpPr/>
              <p:nvPr/>
            </p:nvSpPr>
            <p:spPr>
              <a:xfrm>
                <a:off x="159232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3" name="Google Shape;5563;p60"/>
              <p:cNvSpPr/>
              <p:nvPr/>
            </p:nvSpPr>
            <p:spPr>
              <a:xfrm>
                <a:off x="159232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4" name="Google Shape;5564;p60"/>
              <p:cNvSpPr/>
              <p:nvPr/>
            </p:nvSpPr>
            <p:spPr>
              <a:xfrm>
                <a:off x="159232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5" name="Google Shape;5565;p60"/>
              <p:cNvSpPr/>
              <p:nvPr/>
            </p:nvSpPr>
            <p:spPr>
              <a:xfrm>
                <a:off x="159232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6" name="Google Shape;5566;p60"/>
              <p:cNvSpPr/>
              <p:nvPr/>
            </p:nvSpPr>
            <p:spPr>
              <a:xfrm>
                <a:off x="159232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7" name="Google Shape;5567;p60"/>
              <p:cNvSpPr/>
              <p:nvPr/>
            </p:nvSpPr>
            <p:spPr>
              <a:xfrm>
                <a:off x="159232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8" name="Google Shape;5568;p60"/>
              <p:cNvSpPr/>
              <p:nvPr/>
            </p:nvSpPr>
            <p:spPr>
              <a:xfrm>
                <a:off x="159232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9" name="Google Shape;5569;p60"/>
              <p:cNvSpPr/>
              <p:nvPr/>
            </p:nvSpPr>
            <p:spPr>
              <a:xfrm>
                <a:off x="159232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0" name="Google Shape;5570;p60"/>
              <p:cNvSpPr/>
              <p:nvPr/>
            </p:nvSpPr>
            <p:spPr>
              <a:xfrm>
                <a:off x="159232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71" name="Google Shape;5571;p60"/>
            <p:cNvGrpSpPr/>
            <p:nvPr/>
          </p:nvGrpSpPr>
          <p:grpSpPr>
            <a:xfrm>
              <a:off x="1766187" y="1179665"/>
              <a:ext cx="80700" cy="1526144"/>
              <a:chOff x="1766187" y="1179665"/>
              <a:chExt cx="80700" cy="1526144"/>
            </a:xfrm>
          </p:grpSpPr>
          <p:sp>
            <p:nvSpPr>
              <p:cNvPr id="5572" name="Google Shape;5572;p60"/>
              <p:cNvSpPr/>
              <p:nvPr/>
            </p:nvSpPr>
            <p:spPr>
              <a:xfrm>
                <a:off x="176618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3" name="Google Shape;5573;p60"/>
              <p:cNvSpPr/>
              <p:nvPr/>
            </p:nvSpPr>
            <p:spPr>
              <a:xfrm>
                <a:off x="176618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4" name="Google Shape;5574;p60"/>
              <p:cNvSpPr/>
              <p:nvPr/>
            </p:nvSpPr>
            <p:spPr>
              <a:xfrm>
                <a:off x="176618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5" name="Google Shape;5575;p60"/>
              <p:cNvSpPr/>
              <p:nvPr/>
            </p:nvSpPr>
            <p:spPr>
              <a:xfrm>
                <a:off x="176618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6" name="Google Shape;5576;p60"/>
              <p:cNvSpPr/>
              <p:nvPr/>
            </p:nvSpPr>
            <p:spPr>
              <a:xfrm>
                <a:off x="176618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7" name="Google Shape;5577;p60"/>
              <p:cNvSpPr/>
              <p:nvPr/>
            </p:nvSpPr>
            <p:spPr>
              <a:xfrm>
                <a:off x="176618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8" name="Google Shape;5578;p60"/>
              <p:cNvSpPr/>
              <p:nvPr/>
            </p:nvSpPr>
            <p:spPr>
              <a:xfrm>
                <a:off x="1766187" y="214302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9" name="Google Shape;5579;p60"/>
              <p:cNvSpPr/>
              <p:nvPr/>
            </p:nvSpPr>
            <p:spPr>
              <a:xfrm>
                <a:off x="1766187" y="2303717"/>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0" name="Google Shape;5580;p60"/>
              <p:cNvSpPr/>
              <p:nvPr/>
            </p:nvSpPr>
            <p:spPr>
              <a:xfrm>
                <a:off x="1766187" y="2464413"/>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1" name="Google Shape;5581;p60"/>
              <p:cNvSpPr/>
              <p:nvPr/>
            </p:nvSpPr>
            <p:spPr>
              <a:xfrm>
                <a:off x="176618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82" name="Google Shape;5582;p60"/>
            <p:cNvGrpSpPr/>
            <p:nvPr/>
          </p:nvGrpSpPr>
          <p:grpSpPr>
            <a:xfrm>
              <a:off x="1936935" y="1179665"/>
              <a:ext cx="80700" cy="1526144"/>
              <a:chOff x="1936935" y="1179665"/>
              <a:chExt cx="80700" cy="1526144"/>
            </a:xfrm>
          </p:grpSpPr>
          <p:sp>
            <p:nvSpPr>
              <p:cNvPr id="5583" name="Google Shape;5583;p60"/>
              <p:cNvSpPr/>
              <p:nvPr/>
            </p:nvSpPr>
            <p:spPr>
              <a:xfrm>
                <a:off x="193693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4" name="Google Shape;5584;p60"/>
              <p:cNvSpPr/>
              <p:nvPr/>
            </p:nvSpPr>
            <p:spPr>
              <a:xfrm>
                <a:off x="193693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5" name="Google Shape;5585;p60"/>
              <p:cNvSpPr/>
              <p:nvPr/>
            </p:nvSpPr>
            <p:spPr>
              <a:xfrm>
                <a:off x="193693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6" name="Google Shape;5586;p60"/>
              <p:cNvSpPr/>
              <p:nvPr/>
            </p:nvSpPr>
            <p:spPr>
              <a:xfrm>
                <a:off x="193693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7" name="Google Shape;5587;p60"/>
              <p:cNvSpPr/>
              <p:nvPr/>
            </p:nvSpPr>
            <p:spPr>
              <a:xfrm>
                <a:off x="1936935"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8" name="Google Shape;5588;p60"/>
              <p:cNvSpPr/>
              <p:nvPr/>
            </p:nvSpPr>
            <p:spPr>
              <a:xfrm>
                <a:off x="193693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9" name="Google Shape;5589;p60"/>
              <p:cNvSpPr/>
              <p:nvPr/>
            </p:nvSpPr>
            <p:spPr>
              <a:xfrm>
                <a:off x="193693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0" name="Google Shape;5590;p60"/>
              <p:cNvSpPr/>
              <p:nvPr/>
            </p:nvSpPr>
            <p:spPr>
              <a:xfrm>
                <a:off x="193693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1" name="Google Shape;5591;p60"/>
              <p:cNvSpPr/>
              <p:nvPr/>
            </p:nvSpPr>
            <p:spPr>
              <a:xfrm>
                <a:off x="193693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2" name="Google Shape;5592;p60"/>
              <p:cNvSpPr/>
              <p:nvPr/>
            </p:nvSpPr>
            <p:spPr>
              <a:xfrm>
                <a:off x="193693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593" name="Google Shape;5593;p60"/>
            <p:cNvGrpSpPr/>
            <p:nvPr/>
          </p:nvGrpSpPr>
          <p:grpSpPr>
            <a:xfrm>
              <a:off x="2110795" y="1179665"/>
              <a:ext cx="80700" cy="1526144"/>
              <a:chOff x="2110795" y="1179665"/>
              <a:chExt cx="80700" cy="1526144"/>
            </a:xfrm>
          </p:grpSpPr>
          <p:sp>
            <p:nvSpPr>
              <p:cNvPr id="5594" name="Google Shape;5594;p60"/>
              <p:cNvSpPr/>
              <p:nvPr/>
            </p:nvSpPr>
            <p:spPr>
              <a:xfrm>
                <a:off x="211079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5" name="Google Shape;5595;p60"/>
              <p:cNvSpPr/>
              <p:nvPr/>
            </p:nvSpPr>
            <p:spPr>
              <a:xfrm>
                <a:off x="211079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6" name="Google Shape;5596;p60"/>
              <p:cNvSpPr/>
              <p:nvPr/>
            </p:nvSpPr>
            <p:spPr>
              <a:xfrm>
                <a:off x="211079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7" name="Google Shape;5597;p60"/>
              <p:cNvSpPr/>
              <p:nvPr/>
            </p:nvSpPr>
            <p:spPr>
              <a:xfrm>
                <a:off x="211079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8" name="Google Shape;5598;p60"/>
              <p:cNvSpPr/>
              <p:nvPr/>
            </p:nvSpPr>
            <p:spPr>
              <a:xfrm>
                <a:off x="2110795" y="1821630"/>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9" name="Google Shape;5599;p60"/>
              <p:cNvSpPr/>
              <p:nvPr/>
            </p:nvSpPr>
            <p:spPr>
              <a:xfrm>
                <a:off x="211079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0" name="Google Shape;5600;p60"/>
              <p:cNvSpPr/>
              <p:nvPr/>
            </p:nvSpPr>
            <p:spPr>
              <a:xfrm>
                <a:off x="211079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1" name="Google Shape;5601;p60"/>
              <p:cNvSpPr/>
              <p:nvPr/>
            </p:nvSpPr>
            <p:spPr>
              <a:xfrm>
                <a:off x="211079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2" name="Google Shape;5602;p60"/>
              <p:cNvSpPr/>
              <p:nvPr/>
            </p:nvSpPr>
            <p:spPr>
              <a:xfrm>
                <a:off x="211079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3" name="Google Shape;5603;p60"/>
              <p:cNvSpPr/>
              <p:nvPr/>
            </p:nvSpPr>
            <p:spPr>
              <a:xfrm>
                <a:off x="211079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04" name="Google Shape;5604;p60"/>
            <p:cNvGrpSpPr/>
            <p:nvPr/>
          </p:nvGrpSpPr>
          <p:grpSpPr>
            <a:xfrm>
              <a:off x="2284655" y="1179665"/>
              <a:ext cx="80700" cy="1526144"/>
              <a:chOff x="2284655" y="1179665"/>
              <a:chExt cx="80700" cy="1526144"/>
            </a:xfrm>
          </p:grpSpPr>
          <p:sp>
            <p:nvSpPr>
              <p:cNvPr id="5605" name="Google Shape;5605;p60"/>
              <p:cNvSpPr/>
              <p:nvPr/>
            </p:nvSpPr>
            <p:spPr>
              <a:xfrm>
                <a:off x="228465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6" name="Google Shape;5606;p60"/>
              <p:cNvSpPr/>
              <p:nvPr/>
            </p:nvSpPr>
            <p:spPr>
              <a:xfrm>
                <a:off x="228465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7" name="Google Shape;5607;p60"/>
              <p:cNvSpPr/>
              <p:nvPr/>
            </p:nvSpPr>
            <p:spPr>
              <a:xfrm>
                <a:off x="228465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8" name="Google Shape;5608;p60"/>
              <p:cNvSpPr/>
              <p:nvPr/>
            </p:nvSpPr>
            <p:spPr>
              <a:xfrm>
                <a:off x="228465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9" name="Google Shape;5609;p60"/>
              <p:cNvSpPr/>
              <p:nvPr/>
            </p:nvSpPr>
            <p:spPr>
              <a:xfrm>
                <a:off x="2284655" y="1821630"/>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0" name="Google Shape;5610;p60"/>
              <p:cNvSpPr/>
              <p:nvPr/>
            </p:nvSpPr>
            <p:spPr>
              <a:xfrm>
                <a:off x="2284655" y="1982326"/>
                <a:ext cx="80700" cy="807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1" name="Google Shape;5611;p60"/>
              <p:cNvSpPr/>
              <p:nvPr/>
            </p:nvSpPr>
            <p:spPr>
              <a:xfrm>
                <a:off x="228465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2" name="Google Shape;5612;p60"/>
              <p:cNvSpPr/>
              <p:nvPr/>
            </p:nvSpPr>
            <p:spPr>
              <a:xfrm>
                <a:off x="228465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3" name="Google Shape;5613;p60"/>
              <p:cNvSpPr/>
              <p:nvPr/>
            </p:nvSpPr>
            <p:spPr>
              <a:xfrm>
                <a:off x="228465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4" name="Google Shape;5614;p60"/>
              <p:cNvSpPr/>
              <p:nvPr/>
            </p:nvSpPr>
            <p:spPr>
              <a:xfrm>
                <a:off x="228465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615" name="Google Shape;5615;p60"/>
          <p:cNvGrpSpPr/>
          <p:nvPr/>
        </p:nvGrpSpPr>
        <p:grpSpPr>
          <a:xfrm>
            <a:off x="2611693" y="986760"/>
            <a:ext cx="1364248" cy="1102133"/>
            <a:chOff x="2623904" y="1198803"/>
            <a:chExt cx="1364248" cy="1102133"/>
          </a:xfrm>
        </p:grpSpPr>
        <p:grpSp>
          <p:nvGrpSpPr>
            <p:cNvPr id="5616" name="Google Shape;5616;p60"/>
            <p:cNvGrpSpPr/>
            <p:nvPr/>
          </p:nvGrpSpPr>
          <p:grpSpPr>
            <a:xfrm>
              <a:off x="2623907" y="1198803"/>
              <a:ext cx="1364245" cy="273000"/>
              <a:chOff x="2623907" y="1198803"/>
              <a:chExt cx="1364245" cy="273000"/>
            </a:xfrm>
          </p:grpSpPr>
          <p:sp>
            <p:nvSpPr>
              <p:cNvPr id="5617" name="Google Shape;5617;p60"/>
              <p:cNvSpPr/>
              <p:nvPr/>
            </p:nvSpPr>
            <p:spPr>
              <a:xfrm>
                <a:off x="2623907"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8" name="Google Shape;5618;p60"/>
              <p:cNvSpPr/>
              <p:nvPr/>
            </p:nvSpPr>
            <p:spPr>
              <a:xfrm>
                <a:off x="2896718"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9" name="Google Shape;5619;p60"/>
              <p:cNvSpPr/>
              <p:nvPr/>
            </p:nvSpPr>
            <p:spPr>
              <a:xfrm>
                <a:off x="3169529"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0" name="Google Shape;5620;p60"/>
              <p:cNvSpPr/>
              <p:nvPr/>
            </p:nvSpPr>
            <p:spPr>
              <a:xfrm>
                <a:off x="3442341"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1" name="Google Shape;5621;p60"/>
              <p:cNvSpPr/>
              <p:nvPr/>
            </p:nvSpPr>
            <p:spPr>
              <a:xfrm>
                <a:off x="3715152" y="1198803"/>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22" name="Google Shape;5622;p60"/>
            <p:cNvGrpSpPr/>
            <p:nvPr/>
          </p:nvGrpSpPr>
          <p:grpSpPr>
            <a:xfrm>
              <a:off x="2623904" y="1476964"/>
              <a:ext cx="1364245" cy="273000"/>
              <a:chOff x="2623904" y="1476964"/>
              <a:chExt cx="1364245" cy="273000"/>
            </a:xfrm>
          </p:grpSpPr>
          <p:sp>
            <p:nvSpPr>
              <p:cNvPr id="5623" name="Google Shape;5623;p60"/>
              <p:cNvSpPr/>
              <p:nvPr/>
            </p:nvSpPr>
            <p:spPr>
              <a:xfrm>
                <a:off x="2623904"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4" name="Google Shape;5624;p60"/>
              <p:cNvSpPr/>
              <p:nvPr/>
            </p:nvSpPr>
            <p:spPr>
              <a:xfrm>
                <a:off x="2896716"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5" name="Google Shape;5625;p60"/>
              <p:cNvSpPr/>
              <p:nvPr/>
            </p:nvSpPr>
            <p:spPr>
              <a:xfrm>
                <a:off x="3169527"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6" name="Google Shape;5626;p60"/>
              <p:cNvSpPr/>
              <p:nvPr/>
            </p:nvSpPr>
            <p:spPr>
              <a:xfrm>
                <a:off x="3442338"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7" name="Google Shape;5627;p60"/>
              <p:cNvSpPr/>
              <p:nvPr/>
            </p:nvSpPr>
            <p:spPr>
              <a:xfrm>
                <a:off x="3715149"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28" name="Google Shape;5628;p60"/>
            <p:cNvGrpSpPr/>
            <p:nvPr/>
          </p:nvGrpSpPr>
          <p:grpSpPr>
            <a:xfrm>
              <a:off x="2623907" y="1749775"/>
              <a:ext cx="1364245" cy="273000"/>
              <a:chOff x="2623907" y="1749775"/>
              <a:chExt cx="1364245" cy="273000"/>
            </a:xfrm>
          </p:grpSpPr>
          <p:sp>
            <p:nvSpPr>
              <p:cNvPr id="5629" name="Google Shape;5629;p60"/>
              <p:cNvSpPr/>
              <p:nvPr/>
            </p:nvSpPr>
            <p:spPr>
              <a:xfrm>
                <a:off x="2623907"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0" name="Google Shape;5630;p60"/>
              <p:cNvSpPr/>
              <p:nvPr/>
            </p:nvSpPr>
            <p:spPr>
              <a:xfrm>
                <a:off x="2896718"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1" name="Google Shape;5631;p60"/>
              <p:cNvSpPr/>
              <p:nvPr/>
            </p:nvSpPr>
            <p:spPr>
              <a:xfrm>
                <a:off x="3169529"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2" name="Google Shape;5632;p60"/>
              <p:cNvSpPr/>
              <p:nvPr/>
            </p:nvSpPr>
            <p:spPr>
              <a:xfrm>
                <a:off x="3442341" y="1749775"/>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3" name="Google Shape;5633;p60"/>
              <p:cNvSpPr/>
              <p:nvPr/>
            </p:nvSpPr>
            <p:spPr>
              <a:xfrm>
                <a:off x="3715152" y="1749775"/>
                <a:ext cx="273000" cy="273000"/>
              </a:xfrm>
              <a:prstGeom prst="diamond">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34" name="Google Shape;5634;p60"/>
            <p:cNvGrpSpPr/>
            <p:nvPr/>
          </p:nvGrpSpPr>
          <p:grpSpPr>
            <a:xfrm>
              <a:off x="2623904" y="2027936"/>
              <a:ext cx="1364245" cy="273000"/>
              <a:chOff x="2623904" y="2027936"/>
              <a:chExt cx="1364245" cy="273000"/>
            </a:xfrm>
          </p:grpSpPr>
          <p:sp>
            <p:nvSpPr>
              <p:cNvPr id="5635" name="Google Shape;5635;p60"/>
              <p:cNvSpPr/>
              <p:nvPr/>
            </p:nvSpPr>
            <p:spPr>
              <a:xfrm>
                <a:off x="2623904"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6" name="Google Shape;5636;p60"/>
              <p:cNvSpPr/>
              <p:nvPr/>
            </p:nvSpPr>
            <p:spPr>
              <a:xfrm>
                <a:off x="2896716"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7" name="Google Shape;5637;p60"/>
              <p:cNvSpPr/>
              <p:nvPr/>
            </p:nvSpPr>
            <p:spPr>
              <a:xfrm>
                <a:off x="3169527"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8" name="Google Shape;5638;p60"/>
              <p:cNvSpPr/>
              <p:nvPr/>
            </p:nvSpPr>
            <p:spPr>
              <a:xfrm>
                <a:off x="3442338"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9" name="Google Shape;5639;p60"/>
              <p:cNvSpPr/>
              <p:nvPr/>
            </p:nvSpPr>
            <p:spPr>
              <a:xfrm>
                <a:off x="3715149"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640" name="Google Shape;5640;p60"/>
          <p:cNvGrpSpPr/>
          <p:nvPr/>
        </p:nvGrpSpPr>
        <p:grpSpPr>
          <a:xfrm>
            <a:off x="2601154" y="2445833"/>
            <a:ext cx="1387541" cy="159124"/>
            <a:chOff x="3200660" y="2180272"/>
            <a:chExt cx="2563824" cy="378237"/>
          </a:xfrm>
        </p:grpSpPr>
        <p:sp>
          <p:nvSpPr>
            <p:cNvPr id="5641" name="Google Shape;5641;p60"/>
            <p:cNvSpPr/>
            <p:nvPr/>
          </p:nvSpPr>
          <p:spPr>
            <a:xfrm>
              <a:off x="3200660" y="2180272"/>
              <a:ext cx="108240" cy="378237"/>
            </a:xfrm>
            <a:custGeom>
              <a:avLst/>
              <a:gdLst/>
              <a:ahLst/>
              <a:cxnLst/>
              <a:rect l="l" t="t" r="r" b="b"/>
              <a:pathLst>
                <a:path w="8543" h="37890" extrusionOk="0">
                  <a:moveTo>
                    <a:pt x="606" y="1"/>
                  </a:moveTo>
                  <a:cubicBezTo>
                    <a:pt x="276" y="1"/>
                    <a:pt x="0" y="263"/>
                    <a:pt x="0" y="607"/>
                  </a:cubicBezTo>
                  <a:lnTo>
                    <a:pt x="0" y="37270"/>
                  </a:lnTo>
                  <a:cubicBezTo>
                    <a:pt x="0" y="37614"/>
                    <a:pt x="276" y="37890"/>
                    <a:pt x="606" y="37890"/>
                  </a:cubicBezTo>
                  <a:lnTo>
                    <a:pt x="7922" y="37890"/>
                  </a:lnTo>
                  <a:cubicBezTo>
                    <a:pt x="8267" y="37890"/>
                    <a:pt x="8542" y="37614"/>
                    <a:pt x="8542" y="37270"/>
                  </a:cubicBezTo>
                  <a:lnTo>
                    <a:pt x="8542" y="607"/>
                  </a:lnTo>
                  <a:cubicBezTo>
                    <a:pt x="8542" y="263"/>
                    <a:pt x="8267" y="1"/>
                    <a:pt x="792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2" name="Google Shape;5642;p60"/>
            <p:cNvSpPr/>
            <p:nvPr/>
          </p:nvSpPr>
          <p:spPr>
            <a:xfrm>
              <a:off x="3345104" y="2180272"/>
              <a:ext cx="108240" cy="378237"/>
            </a:xfrm>
            <a:custGeom>
              <a:avLst/>
              <a:gdLst/>
              <a:ahLst/>
              <a:cxnLst/>
              <a:rect l="l" t="t" r="r" b="b"/>
              <a:pathLst>
                <a:path w="8543" h="37890" extrusionOk="0">
                  <a:moveTo>
                    <a:pt x="607" y="1"/>
                  </a:moveTo>
                  <a:cubicBezTo>
                    <a:pt x="262" y="1"/>
                    <a:pt x="0" y="263"/>
                    <a:pt x="0" y="607"/>
                  </a:cubicBezTo>
                  <a:lnTo>
                    <a:pt x="0" y="37270"/>
                  </a:lnTo>
                  <a:cubicBezTo>
                    <a:pt x="0"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3" name="Google Shape;5643;p60"/>
            <p:cNvSpPr/>
            <p:nvPr/>
          </p:nvSpPr>
          <p:spPr>
            <a:xfrm>
              <a:off x="3489548" y="2180272"/>
              <a:ext cx="108240" cy="378237"/>
            </a:xfrm>
            <a:custGeom>
              <a:avLst/>
              <a:gdLst/>
              <a:ahLst/>
              <a:cxnLst/>
              <a:rect l="l" t="t" r="r" b="b"/>
              <a:pathLst>
                <a:path w="8543" h="37890" extrusionOk="0">
                  <a:moveTo>
                    <a:pt x="621" y="1"/>
                  </a:moveTo>
                  <a:cubicBezTo>
                    <a:pt x="276" y="1"/>
                    <a:pt x="1" y="263"/>
                    <a:pt x="1" y="607"/>
                  </a:cubicBezTo>
                  <a:lnTo>
                    <a:pt x="1" y="37270"/>
                  </a:lnTo>
                  <a:cubicBezTo>
                    <a:pt x="1" y="37614"/>
                    <a:pt x="276" y="37890"/>
                    <a:pt x="621" y="37890"/>
                  </a:cubicBezTo>
                  <a:lnTo>
                    <a:pt x="7937" y="37890"/>
                  </a:lnTo>
                  <a:cubicBezTo>
                    <a:pt x="8281" y="37890"/>
                    <a:pt x="8543" y="37614"/>
                    <a:pt x="8543" y="37270"/>
                  </a:cubicBezTo>
                  <a:lnTo>
                    <a:pt x="8543" y="607"/>
                  </a:lnTo>
                  <a:cubicBezTo>
                    <a:pt x="8543" y="263"/>
                    <a:pt x="8281"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4" name="Google Shape;5644;p60"/>
            <p:cNvSpPr/>
            <p:nvPr/>
          </p:nvSpPr>
          <p:spPr>
            <a:xfrm>
              <a:off x="3633992" y="2180272"/>
              <a:ext cx="108252" cy="378237"/>
            </a:xfrm>
            <a:custGeom>
              <a:avLst/>
              <a:gdLst/>
              <a:ahLst/>
              <a:cxnLst/>
              <a:rect l="l" t="t" r="r" b="b"/>
              <a:pathLst>
                <a:path w="8544" h="37890" extrusionOk="0">
                  <a:moveTo>
                    <a:pt x="621" y="1"/>
                  </a:moveTo>
                  <a:cubicBezTo>
                    <a:pt x="277" y="1"/>
                    <a:pt x="1" y="277"/>
                    <a:pt x="1" y="607"/>
                  </a:cubicBezTo>
                  <a:lnTo>
                    <a:pt x="1" y="37270"/>
                  </a:lnTo>
                  <a:cubicBezTo>
                    <a:pt x="1" y="37614"/>
                    <a:pt x="277" y="37890"/>
                    <a:pt x="621" y="37890"/>
                  </a:cubicBezTo>
                  <a:lnTo>
                    <a:pt x="7937" y="37890"/>
                  </a:lnTo>
                  <a:cubicBezTo>
                    <a:pt x="8268" y="37890"/>
                    <a:pt x="8543" y="37614"/>
                    <a:pt x="8543" y="37270"/>
                  </a:cubicBezTo>
                  <a:lnTo>
                    <a:pt x="8543" y="607"/>
                  </a:lnTo>
                  <a:cubicBezTo>
                    <a:pt x="8543" y="277"/>
                    <a:pt x="8268"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5" name="Google Shape;5645;p60"/>
            <p:cNvSpPr/>
            <p:nvPr/>
          </p:nvSpPr>
          <p:spPr>
            <a:xfrm>
              <a:off x="3778448" y="2180272"/>
              <a:ext cx="108240" cy="378097"/>
            </a:xfrm>
            <a:custGeom>
              <a:avLst/>
              <a:gdLst/>
              <a:ahLst/>
              <a:cxnLst/>
              <a:rect l="l" t="t" r="r" b="b"/>
              <a:pathLst>
                <a:path w="8543" h="37876" extrusionOk="0">
                  <a:moveTo>
                    <a:pt x="606" y="1"/>
                  </a:moveTo>
                  <a:cubicBezTo>
                    <a:pt x="276" y="1"/>
                    <a:pt x="0" y="263"/>
                    <a:pt x="0" y="607"/>
                  </a:cubicBezTo>
                  <a:lnTo>
                    <a:pt x="0" y="37270"/>
                  </a:lnTo>
                  <a:cubicBezTo>
                    <a:pt x="0" y="37614"/>
                    <a:pt x="276" y="37876"/>
                    <a:pt x="606"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6" name="Google Shape;5646;p60"/>
            <p:cNvSpPr/>
            <p:nvPr/>
          </p:nvSpPr>
          <p:spPr>
            <a:xfrm>
              <a:off x="3922892" y="2180272"/>
              <a:ext cx="108240" cy="378237"/>
            </a:xfrm>
            <a:custGeom>
              <a:avLst/>
              <a:gdLst/>
              <a:ahLst/>
              <a:cxnLst/>
              <a:rect l="l" t="t" r="r" b="b"/>
              <a:pathLst>
                <a:path w="8543" h="37890" extrusionOk="0">
                  <a:moveTo>
                    <a:pt x="607" y="1"/>
                  </a:moveTo>
                  <a:cubicBezTo>
                    <a:pt x="276" y="1"/>
                    <a:pt x="0" y="277"/>
                    <a:pt x="0" y="607"/>
                  </a:cubicBezTo>
                  <a:lnTo>
                    <a:pt x="0" y="37270"/>
                  </a:lnTo>
                  <a:cubicBezTo>
                    <a:pt x="0" y="37614"/>
                    <a:pt x="276"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7" name="Google Shape;5647;p60"/>
            <p:cNvSpPr/>
            <p:nvPr/>
          </p:nvSpPr>
          <p:spPr>
            <a:xfrm>
              <a:off x="4067336" y="2180272"/>
              <a:ext cx="108240" cy="378237"/>
            </a:xfrm>
            <a:custGeom>
              <a:avLst/>
              <a:gdLst/>
              <a:ahLst/>
              <a:cxnLst/>
              <a:rect l="l" t="t" r="r" b="b"/>
              <a:pathLst>
                <a:path w="8543" h="37890" extrusionOk="0">
                  <a:moveTo>
                    <a:pt x="607" y="1"/>
                  </a:moveTo>
                  <a:cubicBezTo>
                    <a:pt x="262" y="1"/>
                    <a:pt x="1" y="263"/>
                    <a:pt x="1" y="607"/>
                  </a:cubicBezTo>
                  <a:lnTo>
                    <a:pt x="1" y="37270"/>
                  </a:lnTo>
                  <a:cubicBezTo>
                    <a:pt x="1"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8" name="Google Shape;5648;p60"/>
            <p:cNvSpPr/>
            <p:nvPr/>
          </p:nvSpPr>
          <p:spPr>
            <a:xfrm>
              <a:off x="4211780" y="2180272"/>
              <a:ext cx="108252" cy="378237"/>
            </a:xfrm>
            <a:custGeom>
              <a:avLst/>
              <a:gdLst/>
              <a:ahLst/>
              <a:cxnLst/>
              <a:rect l="l" t="t" r="r" b="b"/>
              <a:pathLst>
                <a:path w="8544" h="37890" extrusionOk="0">
                  <a:moveTo>
                    <a:pt x="621" y="1"/>
                  </a:moveTo>
                  <a:cubicBezTo>
                    <a:pt x="276" y="1"/>
                    <a:pt x="1" y="277"/>
                    <a:pt x="1" y="607"/>
                  </a:cubicBezTo>
                  <a:lnTo>
                    <a:pt x="1" y="37270"/>
                  </a:lnTo>
                  <a:cubicBezTo>
                    <a:pt x="1" y="37614"/>
                    <a:pt x="276" y="37890"/>
                    <a:pt x="621" y="37890"/>
                  </a:cubicBezTo>
                  <a:lnTo>
                    <a:pt x="7937" y="37890"/>
                  </a:lnTo>
                  <a:cubicBezTo>
                    <a:pt x="8281" y="37890"/>
                    <a:pt x="8543" y="37614"/>
                    <a:pt x="8543" y="37270"/>
                  </a:cubicBezTo>
                  <a:lnTo>
                    <a:pt x="8543" y="607"/>
                  </a:lnTo>
                  <a:cubicBezTo>
                    <a:pt x="8543" y="277"/>
                    <a:pt x="8281" y="1"/>
                    <a:pt x="793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9" name="Google Shape;5649;p60"/>
            <p:cNvSpPr/>
            <p:nvPr/>
          </p:nvSpPr>
          <p:spPr>
            <a:xfrm>
              <a:off x="4356236" y="2180272"/>
              <a:ext cx="108240" cy="378097"/>
            </a:xfrm>
            <a:custGeom>
              <a:avLst/>
              <a:gdLst/>
              <a:ahLst/>
              <a:cxnLst/>
              <a:rect l="l" t="t" r="r" b="b"/>
              <a:pathLst>
                <a:path w="8543" h="37876" extrusionOk="0">
                  <a:moveTo>
                    <a:pt x="620" y="1"/>
                  </a:moveTo>
                  <a:cubicBezTo>
                    <a:pt x="276" y="1"/>
                    <a:pt x="0" y="263"/>
                    <a:pt x="0" y="607"/>
                  </a:cubicBezTo>
                  <a:lnTo>
                    <a:pt x="0" y="37270"/>
                  </a:lnTo>
                  <a:cubicBezTo>
                    <a:pt x="0" y="37614"/>
                    <a:pt x="276" y="37876"/>
                    <a:pt x="620"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0" name="Google Shape;5650;p60"/>
            <p:cNvSpPr/>
            <p:nvPr/>
          </p:nvSpPr>
          <p:spPr>
            <a:xfrm>
              <a:off x="4500680" y="2180272"/>
              <a:ext cx="108240" cy="378237"/>
            </a:xfrm>
            <a:custGeom>
              <a:avLst/>
              <a:gdLst/>
              <a:ahLst/>
              <a:cxnLst/>
              <a:rect l="l" t="t" r="r" b="b"/>
              <a:pathLst>
                <a:path w="8543" h="37890" extrusionOk="0">
                  <a:moveTo>
                    <a:pt x="606" y="1"/>
                  </a:moveTo>
                  <a:cubicBezTo>
                    <a:pt x="276" y="1"/>
                    <a:pt x="0" y="277"/>
                    <a:pt x="0" y="607"/>
                  </a:cubicBezTo>
                  <a:lnTo>
                    <a:pt x="0" y="37270"/>
                  </a:lnTo>
                  <a:cubicBezTo>
                    <a:pt x="0" y="37614"/>
                    <a:pt x="276" y="37890"/>
                    <a:pt x="606" y="37890"/>
                  </a:cubicBezTo>
                  <a:lnTo>
                    <a:pt x="7936" y="37890"/>
                  </a:lnTo>
                  <a:cubicBezTo>
                    <a:pt x="8267" y="37890"/>
                    <a:pt x="8542" y="37614"/>
                    <a:pt x="8542" y="37270"/>
                  </a:cubicBezTo>
                  <a:lnTo>
                    <a:pt x="8542" y="607"/>
                  </a:lnTo>
                  <a:cubicBezTo>
                    <a:pt x="8542" y="277"/>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1" name="Google Shape;5651;p60"/>
            <p:cNvSpPr/>
            <p:nvPr/>
          </p:nvSpPr>
          <p:spPr>
            <a:xfrm>
              <a:off x="4645124" y="2180272"/>
              <a:ext cx="108240" cy="378097"/>
            </a:xfrm>
            <a:custGeom>
              <a:avLst/>
              <a:gdLst/>
              <a:ahLst/>
              <a:cxnLst/>
              <a:rect l="l" t="t" r="r" b="b"/>
              <a:pathLst>
                <a:path w="8543" h="37876" extrusionOk="0">
                  <a:moveTo>
                    <a:pt x="607" y="1"/>
                  </a:moveTo>
                  <a:cubicBezTo>
                    <a:pt x="276" y="1"/>
                    <a:pt x="0" y="263"/>
                    <a:pt x="0" y="607"/>
                  </a:cubicBezTo>
                  <a:lnTo>
                    <a:pt x="0" y="37270"/>
                  </a:lnTo>
                  <a:cubicBezTo>
                    <a:pt x="0" y="37614"/>
                    <a:pt x="276" y="37876"/>
                    <a:pt x="607" y="37876"/>
                  </a:cubicBezTo>
                  <a:lnTo>
                    <a:pt x="7936" y="37876"/>
                  </a:lnTo>
                  <a:cubicBezTo>
                    <a:pt x="8267" y="37876"/>
                    <a:pt x="8543" y="37614"/>
                    <a:pt x="8543" y="37270"/>
                  </a:cubicBezTo>
                  <a:lnTo>
                    <a:pt x="8543" y="607"/>
                  </a:lnTo>
                  <a:cubicBezTo>
                    <a:pt x="8543"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2" name="Google Shape;5652;p60"/>
            <p:cNvSpPr/>
            <p:nvPr/>
          </p:nvSpPr>
          <p:spPr>
            <a:xfrm>
              <a:off x="4789568" y="2180272"/>
              <a:ext cx="108240" cy="378237"/>
            </a:xfrm>
            <a:custGeom>
              <a:avLst/>
              <a:gdLst/>
              <a:ahLst/>
              <a:cxnLst/>
              <a:rect l="l" t="t" r="r" b="b"/>
              <a:pathLst>
                <a:path w="8543" h="37890" extrusionOk="0">
                  <a:moveTo>
                    <a:pt x="607" y="1"/>
                  </a:moveTo>
                  <a:cubicBezTo>
                    <a:pt x="262" y="1"/>
                    <a:pt x="1" y="277"/>
                    <a:pt x="1" y="607"/>
                  </a:cubicBezTo>
                  <a:lnTo>
                    <a:pt x="1" y="37270"/>
                  </a:lnTo>
                  <a:cubicBezTo>
                    <a:pt x="1" y="37614"/>
                    <a:pt x="262"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3" name="Google Shape;5653;p60"/>
            <p:cNvSpPr/>
            <p:nvPr/>
          </p:nvSpPr>
          <p:spPr>
            <a:xfrm>
              <a:off x="4934012" y="2180272"/>
              <a:ext cx="108240" cy="378237"/>
            </a:xfrm>
            <a:custGeom>
              <a:avLst/>
              <a:gdLst/>
              <a:ahLst/>
              <a:cxnLst/>
              <a:rect l="l" t="t" r="r" b="b"/>
              <a:pathLst>
                <a:path w="8543" h="37890" extrusionOk="0">
                  <a:moveTo>
                    <a:pt x="607" y="1"/>
                  </a:moveTo>
                  <a:cubicBezTo>
                    <a:pt x="263" y="1"/>
                    <a:pt x="1" y="263"/>
                    <a:pt x="1" y="607"/>
                  </a:cubicBezTo>
                  <a:lnTo>
                    <a:pt x="1" y="37270"/>
                  </a:lnTo>
                  <a:cubicBezTo>
                    <a:pt x="1" y="37614"/>
                    <a:pt x="263"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4" name="Google Shape;5654;p60"/>
            <p:cNvSpPr/>
            <p:nvPr/>
          </p:nvSpPr>
          <p:spPr>
            <a:xfrm>
              <a:off x="5078456" y="2180272"/>
              <a:ext cx="108240" cy="378237"/>
            </a:xfrm>
            <a:custGeom>
              <a:avLst/>
              <a:gdLst/>
              <a:ahLst/>
              <a:cxnLst/>
              <a:rect l="l" t="t" r="r" b="b"/>
              <a:pathLst>
                <a:path w="8543" h="37890" extrusionOk="0">
                  <a:moveTo>
                    <a:pt x="620" y="1"/>
                  </a:moveTo>
                  <a:cubicBezTo>
                    <a:pt x="276" y="1"/>
                    <a:pt x="0" y="277"/>
                    <a:pt x="0" y="607"/>
                  </a:cubicBezTo>
                  <a:lnTo>
                    <a:pt x="0" y="37270"/>
                  </a:lnTo>
                  <a:cubicBezTo>
                    <a:pt x="0" y="37614"/>
                    <a:pt x="276" y="37890"/>
                    <a:pt x="620" y="37890"/>
                  </a:cubicBezTo>
                  <a:lnTo>
                    <a:pt x="7936" y="37890"/>
                  </a:lnTo>
                  <a:cubicBezTo>
                    <a:pt x="8267" y="37890"/>
                    <a:pt x="8542" y="37614"/>
                    <a:pt x="8542" y="37270"/>
                  </a:cubicBezTo>
                  <a:lnTo>
                    <a:pt x="8542" y="607"/>
                  </a:lnTo>
                  <a:cubicBezTo>
                    <a:pt x="8542" y="277"/>
                    <a:pt x="8267" y="1"/>
                    <a:pt x="79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5" name="Google Shape;5655;p60"/>
            <p:cNvSpPr/>
            <p:nvPr/>
          </p:nvSpPr>
          <p:spPr>
            <a:xfrm>
              <a:off x="5222900" y="2180272"/>
              <a:ext cx="108240" cy="378237"/>
            </a:xfrm>
            <a:custGeom>
              <a:avLst/>
              <a:gdLst/>
              <a:ahLst/>
              <a:cxnLst/>
              <a:rect l="l" t="t" r="r" b="b"/>
              <a:pathLst>
                <a:path w="8543" h="37890" extrusionOk="0">
                  <a:moveTo>
                    <a:pt x="620" y="1"/>
                  </a:moveTo>
                  <a:cubicBezTo>
                    <a:pt x="276" y="1"/>
                    <a:pt x="0" y="263"/>
                    <a:pt x="0" y="607"/>
                  </a:cubicBezTo>
                  <a:lnTo>
                    <a:pt x="0" y="37270"/>
                  </a:lnTo>
                  <a:cubicBezTo>
                    <a:pt x="0" y="37614"/>
                    <a:pt x="276" y="37890"/>
                    <a:pt x="620" y="37890"/>
                  </a:cubicBezTo>
                  <a:lnTo>
                    <a:pt x="7936" y="37890"/>
                  </a:lnTo>
                  <a:cubicBezTo>
                    <a:pt x="8267" y="37890"/>
                    <a:pt x="8543" y="37614"/>
                    <a:pt x="8543" y="37270"/>
                  </a:cubicBezTo>
                  <a:lnTo>
                    <a:pt x="8543" y="607"/>
                  </a:lnTo>
                  <a:cubicBezTo>
                    <a:pt x="8543" y="263"/>
                    <a:pt x="8267" y="1"/>
                    <a:pt x="793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6" name="Google Shape;5656;p60"/>
            <p:cNvSpPr/>
            <p:nvPr/>
          </p:nvSpPr>
          <p:spPr>
            <a:xfrm>
              <a:off x="5367343" y="2180272"/>
              <a:ext cx="108240" cy="378237"/>
            </a:xfrm>
            <a:custGeom>
              <a:avLst/>
              <a:gdLst/>
              <a:ahLst/>
              <a:cxnLst/>
              <a:rect l="l" t="t" r="r" b="b"/>
              <a:pathLst>
                <a:path w="8543" h="37890" extrusionOk="0">
                  <a:moveTo>
                    <a:pt x="607" y="1"/>
                  </a:moveTo>
                  <a:cubicBezTo>
                    <a:pt x="276" y="1"/>
                    <a:pt x="1" y="277"/>
                    <a:pt x="1" y="607"/>
                  </a:cubicBezTo>
                  <a:lnTo>
                    <a:pt x="1" y="37270"/>
                  </a:lnTo>
                  <a:cubicBezTo>
                    <a:pt x="1" y="37614"/>
                    <a:pt x="276" y="37890"/>
                    <a:pt x="607" y="37890"/>
                  </a:cubicBezTo>
                  <a:lnTo>
                    <a:pt x="7937" y="37890"/>
                  </a:lnTo>
                  <a:cubicBezTo>
                    <a:pt x="8267" y="37890"/>
                    <a:pt x="8543" y="37614"/>
                    <a:pt x="8543" y="37270"/>
                  </a:cubicBezTo>
                  <a:lnTo>
                    <a:pt x="8543" y="607"/>
                  </a:lnTo>
                  <a:cubicBezTo>
                    <a:pt x="8543" y="277"/>
                    <a:pt x="8267" y="1"/>
                    <a:pt x="793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7" name="Google Shape;5657;p60"/>
            <p:cNvSpPr/>
            <p:nvPr/>
          </p:nvSpPr>
          <p:spPr>
            <a:xfrm>
              <a:off x="5511787" y="2180272"/>
              <a:ext cx="108240" cy="378097"/>
            </a:xfrm>
            <a:custGeom>
              <a:avLst/>
              <a:gdLst/>
              <a:ahLst/>
              <a:cxnLst/>
              <a:rect l="l" t="t" r="r" b="b"/>
              <a:pathLst>
                <a:path w="8543" h="37876" extrusionOk="0">
                  <a:moveTo>
                    <a:pt x="607" y="1"/>
                  </a:moveTo>
                  <a:cubicBezTo>
                    <a:pt x="276" y="1"/>
                    <a:pt x="1" y="263"/>
                    <a:pt x="1" y="607"/>
                  </a:cubicBezTo>
                  <a:lnTo>
                    <a:pt x="1" y="37270"/>
                  </a:lnTo>
                  <a:cubicBezTo>
                    <a:pt x="1" y="37614"/>
                    <a:pt x="276" y="37876"/>
                    <a:pt x="607" y="37876"/>
                  </a:cubicBezTo>
                  <a:lnTo>
                    <a:pt x="7923" y="37876"/>
                  </a:lnTo>
                  <a:cubicBezTo>
                    <a:pt x="8267" y="37876"/>
                    <a:pt x="8543" y="37614"/>
                    <a:pt x="8543" y="37270"/>
                  </a:cubicBezTo>
                  <a:lnTo>
                    <a:pt x="8543" y="607"/>
                  </a:lnTo>
                  <a:cubicBezTo>
                    <a:pt x="8543" y="263"/>
                    <a:pt x="8267"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8" name="Google Shape;5658;p60"/>
            <p:cNvSpPr/>
            <p:nvPr/>
          </p:nvSpPr>
          <p:spPr>
            <a:xfrm>
              <a:off x="5656231" y="2180272"/>
              <a:ext cx="108252" cy="378237"/>
            </a:xfrm>
            <a:custGeom>
              <a:avLst/>
              <a:gdLst/>
              <a:ahLst/>
              <a:cxnLst/>
              <a:rect l="l" t="t" r="r" b="b"/>
              <a:pathLst>
                <a:path w="8544" h="37890" extrusionOk="0">
                  <a:moveTo>
                    <a:pt x="607" y="1"/>
                  </a:moveTo>
                  <a:cubicBezTo>
                    <a:pt x="263" y="1"/>
                    <a:pt x="1" y="277"/>
                    <a:pt x="1" y="607"/>
                  </a:cubicBezTo>
                  <a:lnTo>
                    <a:pt x="1" y="37270"/>
                  </a:lnTo>
                  <a:cubicBezTo>
                    <a:pt x="1" y="37614"/>
                    <a:pt x="263" y="37890"/>
                    <a:pt x="607" y="37890"/>
                  </a:cubicBezTo>
                  <a:lnTo>
                    <a:pt x="7923" y="37890"/>
                  </a:lnTo>
                  <a:cubicBezTo>
                    <a:pt x="8268" y="37890"/>
                    <a:pt x="8543" y="37614"/>
                    <a:pt x="8543" y="37270"/>
                  </a:cubicBezTo>
                  <a:lnTo>
                    <a:pt x="8543" y="607"/>
                  </a:lnTo>
                  <a:cubicBezTo>
                    <a:pt x="8543" y="277"/>
                    <a:pt x="8268" y="1"/>
                    <a:pt x="792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59" name="Google Shape;5659;p60"/>
          <p:cNvGrpSpPr/>
          <p:nvPr/>
        </p:nvGrpSpPr>
        <p:grpSpPr>
          <a:xfrm>
            <a:off x="2597679" y="2723597"/>
            <a:ext cx="1390502" cy="159625"/>
            <a:chOff x="3530150" y="2790075"/>
            <a:chExt cx="1962600" cy="225300"/>
          </a:xfrm>
        </p:grpSpPr>
        <p:sp>
          <p:nvSpPr>
            <p:cNvPr id="5660" name="Google Shape;5660;p60"/>
            <p:cNvSpPr/>
            <p:nvPr/>
          </p:nvSpPr>
          <p:spPr>
            <a:xfrm>
              <a:off x="3530150" y="2790075"/>
              <a:ext cx="1962600" cy="225300"/>
            </a:xfrm>
            <a:prstGeom prst="rec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1" name="Google Shape;5661;p60"/>
            <p:cNvSpPr/>
            <p:nvPr/>
          </p:nvSpPr>
          <p:spPr>
            <a:xfrm>
              <a:off x="3530150" y="2790075"/>
              <a:ext cx="1110000" cy="2253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62" name="Google Shape;5662;p60"/>
          <p:cNvGrpSpPr/>
          <p:nvPr/>
        </p:nvGrpSpPr>
        <p:grpSpPr>
          <a:xfrm>
            <a:off x="2597736" y="3001862"/>
            <a:ext cx="1411629" cy="154175"/>
            <a:chOff x="3558802" y="4011244"/>
            <a:chExt cx="1866000" cy="111600"/>
          </a:xfrm>
        </p:grpSpPr>
        <p:sp>
          <p:nvSpPr>
            <p:cNvPr id="5663" name="Google Shape;5663;p60"/>
            <p:cNvSpPr/>
            <p:nvPr/>
          </p:nvSpPr>
          <p:spPr>
            <a:xfrm rot="5400000" flipH="1">
              <a:off x="4436152" y="3134077"/>
              <a:ext cx="111300" cy="1866000"/>
            </a:xfrm>
            <a:prstGeom prst="round2SameRect">
              <a:avLst>
                <a:gd name="adj1" fmla="val 50000"/>
                <a:gd name="adj2" fmla="val 50000"/>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4" name="Google Shape;5664;p60"/>
            <p:cNvSpPr/>
            <p:nvPr/>
          </p:nvSpPr>
          <p:spPr>
            <a:xfrm rot="5400000" flipH="1">
              <a:off x="4157232" y="3412894"/>
              <a:ext cx="111600" cy="13083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65" name="Google Shape;5665;p60"/>
          <p:cNvGrpSpPr/>
          <p:nvPr/>
        </p:nvGrpSpPr>
        <p:grpSpPr>
          <a:xfrm>
            <a:off x="2598024" y="2207432"/>
            <a:ext cx="1383503" cy="119761"/>
            <a:chOff x="3465975" y="2270258"/>
            <a:chExt cx="1986364" cy="171947"/>
          </a:xfrm>
        </p:grpSpPr>
        <p:sp>
          <p:nvSpPr>
            <p:cNvPr id="5666" name="Google Shape;5666;p60"/>
            <p:cNvSpPr/>
            <p:nvPr/>
          </p:nvSpPr>
          <p:spPr>
            <a:xfrm rot="-5400000">
              <a:off x="372518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7" name="Google Shape;5667;p60"/>
            <p:cNvSpPr/>
            <p:nvPr/>
          </p:nvSpPr>
          <p:spPr>
            <a:xfrm rot="-5400000">
              <a:off x="398439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8" name="Google Shape;5668;p60"/>
            <p:cNvSpPr/>
            <p:nvPr/>
          </p:nvSpPr>
          <p:spPr>
            <a:xfrm rot="-5400000">
              <a:off x="4243603"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9" name="Google Shape;5669;p60"/>
            <p:cNvSpPr/>
            <p:nvPr/>
          </p:nvSpPr>
          <p:spPr>
            <a:xfrm rot="-5400000">
              <a:off x="4502812"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0" name="Google Shape;5670;p60"/>
            <p:cNvSpPr/>
            <p:nvPr/>
          </p:nvSpPr>
          <p:spPr>
            <a:xfrm rot="-5400000">
              <a:off x="4762021"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1" name="Google Shape;5671;p60"/>
            <p:cNvSpPr/>
            <p:nvPr/>
          </p:nvSpPr>
          <p:spPr>
            <a:xfrm rot="-5400000">
              <a:off x="3465975"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2" name="Google Shape;5672;p60"/>
            <p:cNvSpPr/>
            <p:nvPr/>
          </p:nvSpPr>
          <p:spPr>
            <a:xfrm rot="-5400000">
              <a:off x="5021230" y="2270258"/>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3" name="Google Shape;5673;p60"/>
            <p:cNvSpPr/>
            <p:nvPr/>
          </p:nvSpPr>
          <p:spPr>
            <a:xfrm rot="-5400000">
              <a:off x="5280440" y="2270258"/>
              <a:ext cx="171900" cy="171900"/>
            </a:xfrm>
            <a:prstGeom prst="ellipse">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74" name="Google Shape;5674;p60"/>
          <p:cNvGrpSpPr/>
          <p:nvPr/>
        </p:nvGrpSpPr>
        <p:grpSpPr>
          <a:xfrm>
            <a:off x="2609031" y="3571205"/>
            <a:ext cx="1369531" cy="195460"/>
            <a:chOff x="723300" y="4253549"/>
            <a:chExt cx="2276482" cy="324900"/>
          </a:xfrm>
        </p:grpSpPr>
        <p:sp>
          <p:nvSpPr>
            <p:cNvPr id="5675" name="Google Shape;5675;p60"/>
            <p:cNvSpPr/>
            <p:nvPr/>
          </p:nvSpPr>
          <p:spPr>
            <a:xfrm>
              <a:off x="723300"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6" name="Google Shape;5676;p60"/>
            <p:cNvSpPr/>
            <p:nvPr/>
          </p:nvSpPr>
          <p:spPr>
            <a:xfrm>
              <a:off x="1206995"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7" name="Google Shape;5677;p60"/>
            <p:cNvSpPr/>
            <p:nvPr/>
          </p:nvSpPr>
          <p:spPr>
            <a:xfrm>
              <a:off x="1690691"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8" name="Google Shape;5678;p60"/>
            <p:cNvSpPr/>
            <p:nvPr/>
          </p:nvSpPr>
          <p:spPr>
            <a:xfrm>
              <a:off x="2174386"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9" name="Google Shape;5679;p60"/>
            <p:cNvSpPr/>
            <p:nvPr/>
          </p:nvSpPr>
          <p:spPr>
            <a:xfrm>
              <a:off x="2658082" y="4253549"/>
              <a:ext cx="341700" cy="324900"/>
            </a:xfrm>
            <a:prstGeom prst="star5">
              <a:avLst>
                <a:gd name="adj" fmla="val 19098"/>
                <a:gd name="hf" fmla="val 105146"/>
                <a:gd name="vf" fmla="val 110557"/>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80" name="Google Shape;5680;p60"/>
          <p:cNvGrpSpPr/>
          <p:nvPr/>
        </p:nvGrpSpPr>
        <p:grpSpPr>
          <a:xfrm>
            <a:off x="2598592" y="3272446"/>
            <a:ext cx="1389066" cy="180119"/>
            <a:chOff x="705948" y="3788465"/>
            <a:chExt cx="2308953" cy="299400"/>
          </a:xfrm>
        </p:grpSpPr>
        <p:sp>
          <p:nvSpPr>
            <p:cNvPr id="5681" name="Google Shape;5681;p60"/>
            <p:cNvSpPr/>
            <p:nvPr/>
          </p:nvSpPr>
          <p:spPr>
            <a:xfrm>
              <a:off x="705948"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2" name="Google Shape;5682;p60"/>
            <p:cNvSpPr/>
            <p:nvPr/>
          </p:nvSpPr>
          <p:spPr>
            <a:xfrm>
              <a:off x="1209923"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3" name="Google Shape;5683;p60"/>
            <p:cNvSpPr/>
            <p:nvPr/>
          </p:nvSpPr>
          <p:spPr>
            <a:xfrm>
              <a:off x="1713905"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4" name="Google Shape;5684;p60"/>
            <p:cNvSpPr/>
            <p:nvPr/>
          </p:nvSpPr>
          <p:spPr>
            <a:xfrm>
              <a:off x="2189639" y="3788465"/>
              <a:ext cx="335400" cy="299400"/>
            </a:xfrm>
            <a:prstGeom prst="hear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5" name="Google Shape;5685;p60"/>
            <p:cNvSpPr/>
            <p:nvPr/>
          </p:nvSpPr>
          <p:spPr>
            <a:xfrm>
              <a:off x="2679500" y="3788465"/>
              <a:ext cx="335400" cy="299400"/>
            </a:xfrm>
            <a:prstGeom prst="heart">
              <a:avLst/>
            </a:pr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86" name="Google Shape;5686;p60"/>
          <p:cNvGrpSpPr/>
          <p:nvPr/>
        </p:nvGrpSpPr>
        <p:grpSpPr>
          <a:xfrm>
            <a:off x="4195583" y="1876400"/>
            <a:ext cx="1433821" cy="191501"/>
            <a:chOff x="4273350" y="2088443"/>
            <a:chExt cx="1433821" cy="191501"/>
          </a:xfrm>
        </p:grpSpPr>
        <p:grpSp>
          <p:nvGrpSpPr>
            <p:cNvPr id="5687" name="Google Shape;5687;p60"/>
            <p:cNvGrpSpPr/>
            <p:nvPr/>
          </p:nvGrpSpPr>
          <p:grpSpPr>
            <a:xfrm>
              <a:off x="4273350" y="2088443"/>
              <a:ext cx="1433821" cy="0"/>
              <a:chOff x="5224975" y="2962250"/>
              <a:chExt cx="1544400" cy="0"/>
            </a:xfrm>
          </p:grpSpPr>
          <p:cxnSp>
            <p:nvCxnSpPr>
              <p:cNvPr id="5688" name="Google Shape;5688;p60"/>
              <p:cNvCxnSpPr/>
              <p:nvPr/>
            </p:nvCxnSpPr>
            <p:spPr>
              <a:xfrm>
                <a:off x="5224975" y="2962250"/>
                <a:ext cx="1544400" cy="0"/>
              </a:xfrm>
              <a:prstGeom prst="straightConnector1">
                <a:avLst/>
              </a:prstGeom>
              <a:noFill/>
              <a:ln w="19050" cap="flat" cmpd="sng">
                <a:solidFill>
                  <a:srgbClr val="E3E9ED"/>
                </a:solidFill>
                <a:prstDash val="solid"/>
                <a:round/>
                <a:headEnd type="none" w="med" len="med"/>
                <a:tailEnd type="none" w="med" len="med"/>
              </a:ln>
            </p:spPr>
          </p:cxnSp>
          <p:cxnSp>
            <p:nvCxnSpPr>
              <p:cNvPr id="5689" name="Google Shape;5689;p60"/>
              <p:cNvCxnSpPr/>
              <p:nvPr/>
            </p:nvCxnSpPr>
            <p:spPr>
              <a:xfrm>
                <a:off x="5225150" y="2962250"/>
                <a:ext cx="453300" cy="0"/>
              </a:xfrm>
              <a:prstGeom prst="straightConnector1">
                <a:avLst/>
              </a:prstGeom>
              <a:noFill/>
              <a:ln w="19050" cap="flat" cmpd="sng">
                <a:solidFill>
                  <a:srgbClr val="7994A9"/>
                </a:solidFill>
                <a:prstDash val="solid"/>
                <a:round/>
                <a:headEnd type="none" w="med" len="med"/>
                <a:tailEnd type="oval" w="med" len="med"/>
              </a:ln>
            </p:spPr>
          </p:cxnSp>
        </p:grpSp>
        <p:grpSp>
          <p:nvGrpSpPr>
            <p:cNvPr id="5690" name="Google Shape;5690;p60"/>
            <p:cNvGrpSpPr/>
            <p:nvPr/>
          </p:nvGrpSpPr>
          <p:grpSpPr>
            <a:xfrm>
              <a:off x="4273350" y="2279944"/>
              <a:ext cx="1433821" cy="0"/>
              <a:chOff x="5224975" y="2962250"/>
              <a:chExt cx="1544400" cy="0"/>
            </a:xfrm>
          </p:grpSpPr>
          <p:cxnSp>
            <p:nvCxnSpPr>
              <p:cNvPr id="5691" name="Google Shape;5691;p60"/>
              <p:cNvCxnSpPr/>
              <p:nvPr/>
            </p:nvCxnSpPr>
            <p:spPr>
              <a:xfrm>
                <a:off x="5224975" y="2962250"/>
                <a:ext cx="1544400" cy="0"/>
              </a:xfrm>
              <a:prstGeom prst="straightConnector1">
                <a:avLst/>
              </a:prstGeom>
              <a:noFill/>
              <a:ln w="19050" cap="flat" cmpd="sng">
                <a:solidFill>
                  <a:srgbClr val="E3E9ED"/>
                </a:solidFill>
                <a:prstDash val="solid"/>
                <a:round/>
                <a:headEnd type="none" w="med" len="med"/>
                <a:tailEnd type="none" w="med" len="med"/>
              </a:ln>
            </p:spPr>
          </p:cxnSp>
          <p:cxnSp>
            <p:nvCxnSpPr>
              <p:cNvPr id="5692" name="Google Shape;5692;p60"/>
              <p:cNvCxnSpPr/>
              <p:nvPr/>
            </p:nvCxnSpPr>
            <p:spPr>
              <a:xfrm>
                <a:off x="5225150" y="2962250"/>
                <a:ext cx="998700" cy="0"/>
              </a:xfrm>
              <a:prstGeom prst="straightConnector1">
                <a:avLst/>
              </a:prstGeom>
              <a:noFill/>
              <a:ln w="19050" cap="flat" cmpd="sng">
                <a:solidFill>
                  <a:srgbClr val="7994A9"/>
                </a:solidFill>
                <a:prstDash val="solid"/>
                <a:round/>
                <a:headEnd type="none" w="med" len="med"/>
                <a:tailEnd type="oval" w="med" len="med"/>
              </a:ln>
            </p:spPr>
          </p:cxnSp>
        </p:grpSp>
      </p:grpSp>
      <p:grpSp>
        <p:nvGrpSpPr>
          <p:cNvPr id="5693" name="Google Shape;5693;p60"/>
          <p:cNvGrpSpPr/>
          <p:nvPr/>
        </p:nvGrpSpPr>
        <p:grpSpPr>
          <a:xfrm>
            <a:off x="2646529" y="3885304"/>
            <a:ext cx="1304609" cy="294074"/>
            <a:chOff x="2658741" y="4097347"/>
            <a:chExt cx="1304609" cy="294074"/>
          </a:xfrm>
        </p:grpSpPr>
        <p:grpSp>
          <p:nvGrpSpPr>
            <p:cNvPr id="5694" name="Google Shape;5694;p60"/>
            <p:cNvGrpSpPr/>
            <p:nvPr/>
          </p:nvGrpSpPr>
          <p:grpSpPr>
            <a:xfrm>
              <a:off x="2658741" y="4097347"/>
              <a:ext cx="118572" cy="294074"/>
              <a:chOff x="3343310" y="4475555"/>
              <a:chExt cx="127717" cy="316753"/>
            </a:xfrm>
          </p:grpSpPr>
          <p:sp>
            <p:nvSpPr>
              <p:cNvPr id="5695" name="Google Shape;5695;p60"/>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6" name="Google Shape;5696;p60"/>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97" name="Google Shape;5697;p60"/>
            <p:cNvGrpSpPr/>
            <p:nvPr/>
          </p:nvGrpSpPr>
          <p:grpSpPr>
            <a:xfrm>
              <a:off x="3815519" y="4098388"/>
              <a:ext cx="147831" cy="291991"/>
              <a:chOff x="3527539" y="4476677"/>
              <a:chExt cx="159232" cy="314510"/>
            </a:xfrm>
          </p:grpSpPr>
          <p:sp>
            <p:nvSpPr>
              <p:cNvPr id="5698" name="Google Shape;5698;p60"/>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9" name="Google Shape;5699;p60"/>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00" name="Google Shape;5700;p60"/>
            <p:cNvGrpSpPr/>
            <p:nvPr/>
          </p:nvGrpSpPr>
          <p:grpSpPr>
            <a:xfrm>
              <a:off x="3511696" y="4098388"/>
              <a:ext cx="147831" cy="291991"/>
              <a:chOff x="3527539" y="4476677"/>
              <a:chExt cx="159232" cy="314510"/>
            </a:xfrm>
          </p:grpSpPr>
          <p:sp>
            <p:nvSpPr>
              <p:cNvPr id="5701" name="Google Shape;5701;p60"/>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2" name="Google Shape;5702;p60"/>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03" name="Google Shape;5703;p60"/>
            <p:cNvGrpSpPr/>
            <p:nvPr/>
          </p:nvGrpSpPr>
          <p:grpSpPr>
            <a:xfrm>
              <a:off x="3207874" y="4098388"/>
              <a:ext cx="147831" cy="291991"/>
              <a:chOff x="3527539" y="4476677"/>
              <a:chExt cx="159232" cy="314510"/>
            </a:xfrm>
          </p:grpSpPr>
          <p:sp>
            <p:nvSpPr>
              <p:cNvPr id="5704" name="Google Shape;5704;p60"/>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5" name="Google Shape;5705;p60"/>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06" name="Google Shape;5706;p60"/>
            <p:cNvGrpSpPr/>
            <p:nvPr/>
          </p:nvGrpSpPr>
          <p:grpSpPr>
            <a:xfrm>
              <a:off x="2933305" y="4097347"/>
              <a:ext cx="118572" cy="294074"/>
              <a:chOff x="3343310" y="4475555"/>
              <a:chExt cx="127717" cy="316753"/>
            </a:xfrm>
          </p:grpSpPr>
          <p:sp>
            <p:nvSpPr>
              <p:cNvPr id="5707" name="Google Shape;5707;p60"/>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8" name="Google Shape;5708;p60"/>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709" name="Google Shape;5709;p60"/>
          <p:cNvGrpSpPr/>
          <p:nvPr/>
        </p:nvGrpSpPr>
        <p:grpSpPr>
          <a:xfrm>
            <a:off x="4197138" y="963998"/>
            <a:ext cx="1430711" cy="751237"/>
            <a:chOff x="5159450" y="1919950"/>
            <a:chExt cx="1541050" cy="862500"/>
          </a:xfrm>
        </p:grpSpPr>
        <p:sp>
          <p:nvSpPr>
            <p:cNvPr id="5710" name="Google Shape;5710;p60"/>
            <p:cNvSpPr/>
            <p:nvPr/>
          </p:nvSpPr>
          <p:spPr>
            <a:xfrm>
              <a:off x="5216414" y="2060033"/>
              <a:ext cx="1436820" cy="600250"/>
            </a:xfrm>
            <a:custGeom>
              <a:avLst/>
              <a:gdLst/>
              <a:ahLst/>
              <a:cxnLst/>
              <a:rect l="l" t="t" r="r" b="b"/>
              <a:pathLst>
                <a:path w="165771" h="69253" extrusionOk="0">
                  <a:moveTo>
                    <a:pt x="0" y="62158"/>
                  </a:moveTo>
                  <a:cubicBezTo>
                    <a:pt x="3093" y="59686"/>
                    <a:pt x="11731" y="46368"/>
                    <a:pt x="18559" y="47324"/>
                  </a:cubicBezTo>
                  <a:cubicBezTo>
                    <a:pt x="25388" y="48280"/>
                    <a:pt x="34933" y="75569"/>
                    <a:pt x="40971" y="67894"/>
                  </a:cubicBezTo>
                  <a:cubicBezTo>
                    <a:pt x="47009" y="60219"/>
                    <a:pt x="49466" y="8743"/>
                    <a:pt x="54788" y="1272"/>
                  </a:cubicBezTo>
                  <a:cubicBezTo>
                    <a:pt x="60110" y="-6199"/>
                    <a:pt x="66121" y="21612"/>
                    <a:pt x="72901" y="23070"/>
                  </a:cubicBezTo>
                  <a:cubicBezTo>
                    <a:pt x="79681" y="24528"/>
                    <a:pt x="89301" y="7131"/>
                    <a:pt x="95467" y="10022"/>
                  </a:cubicBezTo>
                  <a:cubicBezTo>
                    <a:pt x="101633" y="12913"/>
                    <a:pt x="104182" y="34714"/>
                    <a:pt x="109898" y="40416"/>
                  </a:cubicBezTo>
                  <a:cubicBezTo>
                    <a:pt x="115614" y="46118"/>
                    <a:pt x="123315" y="40320"/>
                    <a:pt x="129762" y="44234"/>
                  </a:cubicBezTo>
                  <a:cubicBezTo>
                    <a:pt x="136209" y="48148"/>
                    <a:pt x="142580" y="65416"/>
                    <a:pt x="148581" y="63902"/>
                  </a:cubicBezTo>
                  <a:cubicBezTo>
                    <a:pt x="154583" y="62388"/>
                    <a:pt x="162906" y="39942"/>
                    <a:pt x="165771" y="35150"/>
                  </a:cubicBezTo>
                </a:path>
              </a:pathLst>
            </a:custGeom>
            <a:noFill/>
            <a:ln w="19050" cap="flat" cmpd="sng">
              <a:solidFill>
                <a:srgbClr val="5F7D95"/>
              </a:solidFill>
              <a:prstDash val="solid"/>
              <a:round/>
              <a:headEnd type="oval" w="med" len="med"/>
              <a:tailEnd type="oval" w="med" len="med"/>
            </a:ln>
          </p:spPr>
        </p:sp>
        <p:grpSp>
          <p:nvGrpSpPr>
            <p:cNvPr id="5711" name="Google Shape;5711;p60"/>
            <p:cNvGrpSpPr/>
            <p:nvPr/>
          </p:nvGrpSpPr>
          <p:grpSpPr>
            <a:xfrm>
              <a:off x="5159450" y="1919950"/>
              <a:ext cx="1541050" cy="862500"/>
              <a:chOff x="5159450" y="1919950"/>
              <a:chExt cx="1541050" cy="862500"/>
            </a:xfrm>
          </p:grpSpPr>
          <p:cxnSp>
            <p:nvCxnSpPr>
              <p:cNvPr id="5712" name="Google Shape;5712;p60"/>
              <p:cNvCxnSpPr/>
              <p:nvPr/>
            </p:nvCxnSpPr>
            <p:spPr>
              <a:xfrm>
                <a:off x="5159450" y="1919950"/>
                <a:ext cx="0" cy="862500"/>
              </a:xfrm>
              <a:prstGeom prst="straightConnector1">
                <a:avLst/>
              </a:prstGeom>
              <a:noFill/>
              <a:ln w="9525" cap="flat" cmpd="sng">
                <a:solidFill>
                  <a:srgbClr val="E3E9ED"/>
                </a:solidFill>
                <a:prstDash val="solid"/>
                <a:round/>
                <a:headEnd type="none" w="med" len="med"/>
                <a:tailEnd type="none" w="med" len="med"/>
              </a:ln>
            </p:spPr>
          </p:cxnSp>
          <p:cxnSp>
            <p:nvCxnSpPr>
              <p:cNvPr id="5713" name="Google Shape;5713;p60"/>
              <p:cNvCxnSpPr/>
              <p:nvPr/>
            </p:nvCxnSpPr>
            <p:spPr>
              <a:xfrm>
                <a:off x="5161200" y="2778975"/>
                <a:ext cx="1539300" cy="0"/>
              </a:xfrm>
              <a:prstGeom prst="straightConnector1">
                <a:avLst/>
              </a:prstGeom>
              <a:noFill/>
              <a:ln w="9525" cap="flat" cmpd="sng">
                <a:solidFill>
                  <a:srgbClr val="E3E9ED"/>
                </a:solidFill>
                <a:prstDash val="solid"/>
                <a:round/>
                <a:headEnd type="none" w="med" len="med"/>
                <a:tailEnd type="none" w="med" len="med"/>
              </a:ln>
            </p:spPr>
          </p:cxnSp>
        </p:grpSp>
      </p:grpSp>
      <p:grpSp>
        <p:nvGrpSpPr>
          <p:cNvPr id="5714" name="Google Shape;5714;p60"/>
          <p:cNvGrpSpPr/>
          <p:nvPr/>
        </p:nvGrpSpPr>
        <p:grpSpPr>
          <a:xfrm>
            <a:off x="4245275" y="2227768"/>
            <a:ext cx="1334436" cy="967914"/>
            <a:chOff x="4294923" y="2439811"/>
            <a:chExt cx="1334436" cy="967914"/>
          </a:xfrm>
        </p:grpSpPr>
        <p:grpSp>
          <p:nvGrpSpPr>
            <p:cNvPr id="5715" name="Google Shape;5715;p60"/>
            <p:cNvGrpSpPr/>
            <p:nvPr/>
          </p:nvGrpSpPr>
          <p:grpSpPr>
            <a:xfrm>
              <a:off x="4960455" y="2469658"/>
              <a:ext cx="668904" cy="885524"/>
              <a:chOff x="4960455" y="2469658"/>
              <a:chExt cx="668904" cy="885524"/>
            </a:xfrm>
          </p:grpSpPr>
          <p:sp>
            <p:nvSpPr>
              <p:cNvPr id="5716" name="Google Shape;5716;p60"/>
              <p:cNvSpPr/>
              <p:nvPr/>
            </p:nvSpPr>
            <p:spPr>
              <a:xfrm>
                <a:off x="4960455" y="3257057"/>
                <a:ext cx="668904" cy="98124"/>
              </a:xfrm>
              <a:custGeom>
                <a:avLst/>
                <a:gdLst/>
                <a:ahLst/>
                <a:cxnLst/>
                <a:rect l="l" t="t" r="r" b="b"/>
                <a:pathLst>
                  <a:path w="42851" h="6286" extrusionOk="0">
                    <a:moveTo>
                      <a:pt x="0" y="1"/>
                    </a:moveTo>
                    <a:lnTo>
                      <a:pt x="0" y="6286"/>
                    </a:lnTo>
                    <a:lnTo>
                      <a:pt x="42851" y="6286"/>
                    </a:lnTo>
                    <a:lnTo>
                      <a:pt x="4285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7" name="Google Shape;5717;p60"/>
              <p:cNvSpPr/>
              <p:nvPr/>
            </p:nvSpPr>
            <p:spPr>
              <a:xfrm>
                <a:off x="4960455" y="3099584"/>
                <a:ext cx="668904" cy="98124"/>
              </a:xfrm>
              <a:custGeom>
                <a:avLst/>
                <a:gdLst/>
                <a:ahLst/>
                <a:cxnLst/>
                <a:rect l="l" t="t" r="r" b="b"/>
                <a:pathLst>
                  <a:path w="42851" h="6286" extrusionOk="0">
                    <a:moveTo>
                      <a:pt x="0" y="0"/>
                    </a:moveTo>
                    <a:lnTo>
                      <a:pt x="0" y="6285"/>
                    </a:lnTo>
                    <a:lnTo>
                      <a:pt x="42851" y="6285"/>
                    </a:lnTo>
                    <a:lnTo>
                      <a:pt x="4285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8" name="Google Shape;5718;p60"/>
              <p:cNvSpPr/>
              <p:nvPr/>
            </p:nvSpPr>
            <p:spPr>
              <a:xfrm>
                <a:off x="4960455" y="2942094"/>
                <a:ext cx="668904" cy="98124"/>
              </a:xfrm>
              <a:custGeom>
                <a:avLst/>
                <a:gdLst/>
                <a:ahLst/>
                <a:cxnLst/>
                <a:rect l="l" t="t" r="r" b="b"/>
                <a:pathLst>
                  <a:path w="42851" h="6286" extrusionOk="0">
                    <a:moveTo>
                      <a:pt x="0" y="1"/>
                    </a:moveTo>
                    <a:lnTo>
                      <a:pt x="0" y="6286"/>
                    </a:lnTo>
                    <a:lnTo>
                      <a:pt x="42851" y="6286"/>
                    </a:lnTo>
                    <a:lnTo>
                      <a:pt x="4285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9" name="Google Shape;5719;p60"/>
              <p:cNvSpPr/>
              <p:nvPr/>
            </p:nvSpPr>
            <p:spPr>
              <a:xfrm>
                <a:off x="4960455" y="2784621"/>
                <a:ext cx="618094" cy="98124"/>
              </a:xfrm>
              <a:custGeom>
                <a:avLst/>
                <a:gdLst/>
                <a:ahLst/>
                <a:cxnLst/>
                <a:rect l="l" t="t" r="r" b="b"/>
                <a:pathLst>
                  <a:path w="39596" h="6286" extrusionOk="0">
                    <a:moveTo>
                      <a:pt x="0" y="0"/>
                    </a:moveTo>
                    <a:lnTo>
                      <a:pt x="0" y="6285"/>
                    </a:lnTo>
                    <a:lnTo>
                      <a:pt x="39596" y="6285"/>
                    </a:lnTo>
                    <a:lnTo>
                      <a:pt x="3959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0" name="Google Shape;5720;p60"/>
              <p:cNvSpPr/>
              <p:nvPr/>
            </p:nvSpPr>
            <p:spPr>
              <a:xfrm>
                <a:off x="4960455" y="2627131"/>
                <a:ext cx="516519" cy="98140"/>
              </a:xfrm>
              <a:custGeom>
                <a:avLst/>
                <a:gdLst/>
                <a:ahLst/>
                <a:cxnLst/>
                <a:rect l="l" t="t" r="r" b="b"/>
                <a:pathLst>
                  <a:path w="33089" h="6287" extrusionOk="0">
                    <a:moveTo>
                      <a:pt x="0" y="1"/>
                    </a:moveTo>
                    <a:lnTo>
                      <a:pt x="0" y="6286"/>
                    </a:lnTo>
                    <a:lnTo>
                      <a:pt x="33089" y="6286"/>
                    </a:lnTo>
                    <a:lnTo>
                      <a:pt x="3308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1" name="Google Shape;5721;p60"/>
              <p:cNvSpPr/>
              <p:nvPr/>
            </p:nvSpPr>
            <p:spPr>
              <a:xfrm>
                <a:off x="4960455" y="2469658"/>
                <a:ext cx="313293" cy="98078"/>
              </a:xfrm>
              <a:custGeom>
                <a:avLst/>
                <a:gdLst/>
                <a:ahLst/>
                <a:cxnLst/>
                <a:rect l="l" t="t" r="r" b="b"/>
                <a:pathLst>
                  <a:path w="20070" h="6283" extrusionOk="0">
                    <a:moveTo>
                      <a:pt x="0" y="1"/>
                    </a:moveTo>
                    <a:lnTo>
                      <a:pt x="0" y="6283"/>
                    </a:lnTo>
                    <a:lnTo>
                      <a:pt x="20069" y="6283"/>
                    </a:lnTo>
                    <a:lnTo>
                      <a:pt x="2006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22" name="Google Shape;5722;p60"/>
            <p:cNvGrpSpPr/>
            <p:nvPr/>
          </p:nvGrpSpPr>
          <p:grpSpPr>
            <a:xfrm>
              <a:off x="4294923" y="2469658"/>
              <a:ext cx="668951" cy="885524"/>
              <a:chOff x="4294923" y="2469658"/>
              <a:chExt cx="668951" cy="885524"/>
            </a:xfrm>
          </p:grpSpPr>
          <p:sp>
            <p:nvSpPr>
              <p:cNvPr id="5723" name="Google Shape;5723;p60"/>
              <p:cNvSpPr/>
              <p:nvPr/>
            </p:nvSpPr>
            <p:spPr>
              <a:xfrm>
                <a:off x="4294923" y="3257057"/>
                <a:ext cx="668951" cy="98124"/>
              </a:xfrm>
              <a:custGeom>
                <a:avLst/>
                <a:gdLst/>
                <a:ahLst/>
                <a:cxnLst/>
                <a:rect l="l" t="t" r="r" b="b"/>
                <a:pathLst>
                  <a:path w="42854" h="6286" extrusionOk="0">
                    <a:moveTo>
                      <a:pt x="0" y="1"/>
                    </a:moveTo>
                    <a:lnTo>
                      <a:pt x="0" y="6286"/>
                    </a:lnTo>
                    <a:lnTo>
                      <a:pt x="42854" y="6286"/>
                    </a:lnTo>
                    <a:lnTo>
                      <a:pt x="4285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4" name="Google Shape;5724;p60"/>
              <p:cNvSpPr/>
              <p:nvPr/>
            </p:nvSpPr>
            <p:spPr>
              <a:xfrm>
                <a:off x="4294923" y="3099584"/>
                <a:ext cx="668951" cy="98124"/>
              </a:xfrm>
              <a:custGeom>
                <a:avLst/>
                <a:gdLst/>
                <a:ahLst/>
                <a:cxnLst/>
                <a:rect l="l" t="t" r="r" b="b"/>
                <a:pathLst>
                  <a:path w="42854" h="6286" extrusionOk="0">
                    <a:moveTo>
                      <a:pt x="0" y="0"/>
                    </a:moveTo>
                    <a:lnTo>
                      <a:pt x="0" y="6285"/>
                    </a:lnTo>
                    <a:lnTo>
                      <a:pt x="42854" y="6285"/>
                    </a:lnTo>
                    <a:lnTo>
                      <a:pt x="4285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5" name="Google Shape;5725;p60"/>
              <p:cNvSpPr/>
              <p:nvPr/>
            </p:nvSpPr>
            <p:spPr>
              <a:xfrm>
                <a:off x="4294923" y="2942094"/>
                <a:ext cx="668951" cy="98124"/>
              </a:xfrm>
              <a:custGeom>
                <a:avLst/>
                <a:gdLst/>
                <a:ahLst/>
                <a:cxnLst/>
                <a:rect l="l" t="t" r="r" b="b"/>
                <a:pathLst>
                  <a:path w="42854" h="6286" extrusionOk="0">
                    <a:moveTo>
                      <a:pt x="0" y="1"/>
                    </a:moveTo>
                    <a:lnTo>
                      <a:pt x="0" y="6286"/>
                    </a:lnTo>
                    <a:lnTo>
                      <a:pt x="42854" y="6286"/>
                    </a:lnTo>
                    <a:lnTo>
                      <a:pt x="42854"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6" name="Google Shape;5726;p60"/>
              <p:cNvSpPr/>
              <p:nvPr/>
            </p:nvSpPr>
            <p:spPr>
              <a:xfrm>
                <a:off x="4447355" y="2784621"/>
                <a:ext cx="516519" cy="98124"/>
              </a:xfrm>
              <a:custGeom>
                <a:avLst/>
                <a:gdLst/>
                <a:ahLst/>
                <a:cxnLst/>
                <a:rect l="l" t="t" r="r" b="b"/>
                <a:pathLst>
                  <a:path w="33089" h="6286" extrusionOk="0">
                    <a:moveTo>
                      <a:pt x="0" y="0"/>
                    </a:moveTo>
                    <a:lnTo>
                      <a:pt x="0" y="6285"/>
                    </a:lnTo>
                    <a:lnTo>
                      <a:pt x="33089" y="6285"/>
                    </a:lnTo>
                    <a:lnTo>
                      <a:pt x="3308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7" name="Google Shape;5727;p60"/>
              <p:cNvSpPr/>
              <p:nvPr/>
            </p:nvSpPr>
            <p:spPr>
              <a:xfrm>
                <a:off x="4548960" y="2627131"/>
                <a:ext cx="414914" cy="98140"/>
              </a:xfrm>
              <a:custGeom>
                <a:avLst/>
                <a:gdLst/>
                <a:ahLst/>
                <a:cxnLst/>
                <a:rect l="l" t="t" r="r" b="b"/>
                <a:pathLst>
                  <a:path w="26580" h="6287" extrusionOk="0">
                    <a:moveTo>
                      <a:pt x="1" y="1"/>
                    </a:moveTo>
                    <a:lnTo>
                      <a:pt x="1" y="6286"/>
                    </a:lnTo>
                    <a:lnTo>
                      <a:pt x="26580" y="6286"/>
                    </a:lnTo>
                    <a:lnTo>
                      <a:pt x="2658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8" name="Google Shape;5728;p60"/>
              <p:cNvSpPr/>
              <p:nvPr/>
            </p:nvSpPr>
            <p:spPr>
              <a:xfrm>
                <a:off x="4650534" y="2469658"/>
                <a:ext cx="313340" cy="98078"/>
              </a:xfrm>
              <a:custGeom>
                <a:avLst/>
                <a:gdLst/>
                <a:ahLst/>
                <a:cxnLst/>
                <a:rect l="l" t="t" r="r" b="b"/>
                <a:pathLst>
                  <a:path w="20073" h="6283" extrusionOk="0">
                    <a:moveTo>
                      <a:pt x="1" y="1"/>
                    </a:moveTo>
                    <a:lnTo>
                      <a:pt x="1" y="6283"/>
                    </a:lnTo>
                    <a:lnTo>
                      <a:pt x="20073" y="6283"/>
                    </a:lnTo>
                    <a:lnTo>
                      <a:pt x="2007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729" name="Google Shape;5729;p60"/>
            <p:cNvSpPr/>
            <p:nvPr/>
          </p:nvSpPr>
          <p:spPr>
            <a:xfrm>
              <a:off x="4963437" y="2439811"/>
              <a:ext cx="16" cy="967914"/>
            </a:xfrm>
            <a:custGeom>
              <a:avLst/>
              <a:gdLst/>
              <a:ahLst/>
              <a:cxnLst/>
              <a:rect l="l" t="t" r="r" b="b"/>
              <a:pathLst>
                <a:path w="1" h="62006" fill="none" extrusionOk="0">
                  <a:moveTo>
                    <a:pt x="1" y="0"/>
                  </a:moveTo>
                  <a:lnTo>
                    <a:pt x="1" y="62006"/>
                  </a:lnTo>
                </a:path>
              </a:pathLst>
            </a:custGeom>
            <a:noFill/>
            <a:ln w="9525" cap="flat" cmpd="sng">
              <a:solidFill>
                <a:srgbClr val="F2F2F2"/>
              </a:solidFill>
              <a:prstDash val="solid"/>
              <a:miter lim="299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30" name="Google Shape;5730;p60"/>
          <p:cNvGrpSpPr/>
          <p:nvPr/>
        </p:nvGrpSpPr>
        <p:grpSpPr>
          <a:xfrm>
            <a:off x="4231478" y="3282213"/>
            <a:ext cx="1430949" cy="897289"/>
            <a:chOff x="4351371" y="3547942"/>
            <a:chExt cx="1345130" cy="843475"/>
          </a:xfrm>
        </p:grpSpPr>
        <p:grpSp>
          <p:nvGrpSpPr>
            <p:cNvPr id="5731" name="Google Shape;5731;p60"/>
            <p:cNvGrpSpPr/>
            <p:nvPr/>
          </p:nvGrpSpPr>
          <p:grpSpPr>
            <a:xfrm>
              <a:off x="4351371" y="4209917"/>
              <a:ext cx="1345130" cy="181500"/>
              <a:chOff x="4351371" y="4209917"/>
              <a:chExt cx="1345130" cy="181500"/>
            </a:xfrm>
          </p:grpSpPr>
          <p:sp>
            <p:nvSpPr>
              <p:cNvPr id="5732" name="Google Shape;5732;p60"/>
              <p:cNvSpPr/>
              <p:nvPr/>
            </p:nvSpPr>
            <p:spPr>
              <a:xfrm rot="10800000">
                <a:off x="4351371" y="4209917"/>
                <a:ext cx="1281600" cy="181500"/>
              </a:xfrm>
              <a:prstGeom prst="rect">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733" name="Google Shape;5733;p60"/>
              <p:cNvCxnSpPr/>
              <p:nvPr/>
            </p:nvCxnSpPr>
            <p:spPr>
              <a:xfrm>
                <a:off x="5551000" y="4298797"/>
                <a:ext cx="145500" cy="0"/>
              </a:xfrm>
              <a:prstGeom prst="straightConnector1">
                <a:avLst/>
              </a:prstGeom>
              <a:noFill/>
              <a:ln w="28575" cap="flat" cmpd="sng">
                <a:solidFill>
                  <a:srgbClr val="435D74"/>
                </a:solidFill>
                <a:prstDash val="solid"/>
                <a:round/>
                <a:headEnd type="none" w="med" len="med"/>
                <a:tailEnd type="none" w="med" len="med"/>
              </a:ln>
            </p:spPr>
          </p:cxnSp>
        </p:grpSp>
        <p:grpSp>
          <p:nvGrpSpPr>
            <p:cNvPr id="5734" name="Google Shape;5734;p60"/>
            <p:cNvGrpSpPr/>
            <p:nvPr/>
          </p:nvGrpSpPr>
          <p:grpSpPr>
            <a:xfrm>
              <a:off x="4403010" y="3985221"/>
              <a:ext cx="1109518" cy="181500"/>
              <a:chOff x="4403010" y="3985221"/>
              <a:chExt cx="1109518" cy="181500"/>
            </a:xfrm>
          </p:grpSpPr>
          <p:sp>
            <p:nvSpPr>
              <p:cNvPr id="5735" name="Google Shape;5735;p60"/>
              <p:cNvSpPr/>
              <p:nvPr/>
            </p:nvSpPr>
            <p:spPr>
              <a:xfrm rot="10800000">
                <a:off x="4471829" y="3985221"/>
                <a:ext cx="1040700" cy="181500"/>
              </a:xfrm>
              <a:prstGeom prst="rect">
                <a:avLst/>
              </a:pr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736" name="Google Shape;5736;p60"/>
              <p:cNvCxnSpPr/>
              <p:nvPr/>
            </p:nvCxnSpPr>
            <p:spPr>
              <a:xfrm>
                <a:off x="4403010" y="4075993"/>
                <a:ext cx="145500" cy="0"/>
              </a:xfrm>
              <a:prstGeom prst="straightConnector1">
                <a:avLst/>
              </a:prstGeom>
              <a:noFill/>
              <a:ln w="28575" cap="flat" cmpd="sng">
                <a:solidFill>
                  <a:srgbClr val="5F7D95"/>
                </a:solidFill>
                <a:prstDash val="solid"/>
                <a:round/>
                <a:headEnd type="none" w="med" len="med"/>
                <a:tailEnd type="none" w="med" len="med"/>
              </a:ln>
            </p:spPr>
          </p:cxnSp>
        </p:grpSp>
        <p:grpSp>
          <p:nvGrpSpPr>
            <p:cNvPr id="5737" name="Google Shape;5737;p60"/>
            <p:cNvGrpSpPr/>
            <p:nvPr/>
          </p:nvGrpSpPr>
          <p:grpSpPr>
            <a:xfrm>
              <a:off x="4618704" y="3766582"/>
              <a:ext cx="807858" cy="181500"/>
              <a:chOff x="4618704" y="3766582"/>
              <a:chExt cx="807858" cy="181500"/>
            </a:xfrm>
          </p:grpSpPr>
          <p:sp>
            <p:nvSpPr>
              <p:cNvPr id="5738" name="Google Shape;5738;p60"/>
              <p:cNvSpPr/>
              <p:nvPr/>
            </p:nvSpPr>
            <p:spPr>
              <a:xfrm rot="10800000">
                <a:off x="4618704" y="3766582"/>
                <a:ext cx="747000" cy="181500"/>
              </a:xfrm>
              <a:prstGeom prst="rect">
                <a:avLst/>
              </a:pr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739" name="Google Shape;5739;p60"/>
              <p:cNvCxnSpPr/>
              <p:nvPr/>
            </p:nvCxnSpPr>
            <p:spPr>
              <a:xfrm>
                <a:off x="5281062" y="3855291"/>
                <a:ext cx="145500" cy="0"/>
              </a:xfrm>
              <a:prstGeom prst="straightConnector1">
                <a:avLst/>
              </a:prstGeom>
              <a:noFill/>
              <a:ln w="28575" cap="flat" cmpd="sng">
                <a:solidFill>
                  <a:srgbClr val="869FB2"/>
                </a:solidFill>
                <a:prstDash val="solid"/>
                <a:round/>
                <a:headEnd type="none" w="med" len="med"/>
                <a:tailEnd type="none" w="med" len="med"/>
              </a:ln>
            </p:spPr>
          </p:cxnSp>
        </p:grpSp>
        <p:grpSp>
          <p:nvGrpSpPr>
            <p:cNvPr id="5740" name="Google Shape;5740;p60"/>
            <p:cNvGrpSpPr/>
            <p:nvPr/>
          </p:nvGrpSpPr>
          <p:grpSpPr>
            <a:xfrm>
              <a:off x="4735238" y="3547942"/>
              <a:ext cx="462839" cy="181500"/>
              <a:chOff x="4735238" y="3547942"/>
              <a:chExt cx="462839" cy="181500"/>
            </a:xfrm>
          </p:grpSpPr>
          <p:sp>
            <p:nvSpPr>
              <p:cNvPr id="5741" name="Google Shape;5741;p60"/>
              <p:cNvSpPr/>
              <p:nvPr/>
            </p:nvSpPr>
            <p:spPr>
              <a:xfrm rot="10800000">
                <a:off x="4786477" y="3547942"/>
                <a:ext cx="411600" cy="181500"/>
              </a:xfrm>
              <a:prstGeom prst="rect">
                <a:avLst/>
              </a:pr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742" name="Google Shape;5742;p60"/>
              <p:cNvCxnSpPr/>
              <p:nvPr/>
            </p:nvCxnSpPr>
            <p:spPr>
              <a:xfrm>
                <a:off x="4735238" y="3636872"/>
                <a:ext cx="145500" cy="0"/>
              </a:xfrm>
              <a:prstGeom prst="straightConnector1">
                <a:avLst/>
              </a:prstGeom>
              <a:noFill/>
              <a:ln w="28575" cap="flat" cmpd="sng">
                <a:solidFill>
                  <a:srgbClr val="BAC8D3"/>
                </a:solidFill>
                <a:prstDash val="solid"/>
                <a:round/>
                <a:headEnd type="none" w="med" len="med"/>
                <a:tailEnd type="none" w="med" len="med"/>
              </a:ln>
            </p:spPr>
          </p:cxnSp>
        </p:grpSp>
      </p:grpSp>
      <p:grpSp>
        <p:nvGrpSpPr>
          <p:cNvPr id="5743" name="Google Shape;5743;p60"/>
          <p:cNvGrpSpPr/>
          <p:nvPr/>
        </p:nvGrpSpPr>
        <p:grpSpPr>
          <a:xfrm>
            <a:off x="7407836" y="2217537"/>
            <a:ext cx="1020955" cy="928853"/>
            <a:chOff x="926675" y="238125"/>
            <a:chExt cx="5755100" cy="5232975"/>
          </a:xfrm>
        </p:grpSpPr>
        <p:sp>
          <p:nvSpPr>
            <p:cNvPr id="5744" name="Google Shape;5744;p60"/>
            <p:cNvSpPr/>
            <p:nvPr/>
          </p:nvSpPr>
          <p:spPr>
            <a:xfrm>
              <a:off x="2235475" y="2161100"/>
              <a:ext cx="3138650" cy="1012350"/>
            </a:xfrm>
            <a:custGeom>
              <a:avLst/>
              <a:gdLst/>
              <a:ahLst/>
              <a:cxnLst/>
              <a:rect l="l" t="t" r="r" b="b"/>
              <a:pathLst>
                <a:path w="125546" h="40494" extrusionOk="0">
                  <a:moveTo>
                    <a:pt x="22196" y="1"/>
                  </a:moveTo>
                  <a:lnTo>
                    <a:pt x="8133" y="25661"/>
                  </a:lnTo>
                  <a:lnTo>
                    <a:pt x="1" y="40494"/>
                  </a:lnTo>
                  <a:lnTo>
                    <a:pt x="125545" y="40494"/>
                  </a:lnTo>
                  <a:lnTo>
                    <a:pt x="117413" y="25661"/>
                  </a:lnTo>
                  <a:lnTo>
                    <a:pt x="103351"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5" name="Google Shape;5745;p60"/>
            <p:cNvSpPr/>
            <p:nvPr/>
          </p:nvSpPr>
          <p:spPr>
            <a:xfrm>
              <a:off x="2825775" y="238125"/>
              <a:ext cx="1961900" cy="1850225"/>
            </a:xfrm>
            <a:custGeom>
              <a:avLst/>
              <a:gdLst/>
              <a:ahLst/>
              <a:cxnLst/>
              <a:rect l="l" t="t" r="r" b="b"/>
              <a:pathLst>
                <a:path w="78476" h="74009" extrusionOk="0">
                  <a:moveTo>
                    <a:pt x="39246" y="0"/>
                  </a:moveTo>
                  <a:lnTo>
                    <a:pt x="1" y="74009"/>
                  </a:lnTo>
                  <a:lnTo>
                    <a:pt x="78476" y="74009"/>
                  </a:lnTo>
                  <a:lnTo>
                    <a:pt x="39246"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6" name="Google Shape;5746;p60"/>
            <p:cNvSpPr/>
            <p:nvPr/>
          </p:nvSpPr>
          <p:spPr>
            <a:xfrm>
              <a:off x="926675" y="4357100"/>
              <a:ext cx="5755100" cy="1114000"/>
            </a:xfrm>
            <a:custGeom>
              <a:avLst/>
              <a:gdLst/>
              <a:ahLst/>
              <a:cxnLst/>
              <a:rect l="l" t="t" r="r" b="b"/>
              <a:pathLst>
                <a:path w="230204" h="44560" extrusionOk="0">
                  <a:moveTo>
                    <a:pt x="25737" y="1"/>
                  </a:moveTo>
                  <a:lnTo>
                    <a:pt x="0" y="44560"/>
                  </a:lnTo>
                  <a:lnTo>
                    <a:pt x="230204" y="44560"/>
                  </a:lnTo>
                  <a:lnTo>
                    <a:pt x="20446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7" name="Google Shape;5747;p60"/>
            <p:cNvSpPr/>
            <p:nvPr/>
          </p:nvSpPr>
          <p:spPr>
            <a:xfrm>
              <a:off x="1621700" y="3256600"/>
              <a:ext cx="4370050" cy="1006950"/>
            </a:xfrm>
            <a:custGeom>
              <a:avLst/>
              <a:gdLst/>
              <a:ahLst/>
              <a:cxnLst/>
              <a:rect l="l" t="t" r="r" b="b"/>
              <a:pathLst>
                <a:path w="174802" h="40278" extrusionOk="0">
                  <a:moveTo>
                    <a:pt x="22750" y="1"/>
                  </a:moveTo>
                  <a:lnTo>
                    <a:pt x="0" y="40278"/>
                  </a:lnTo>
                  <a:lnTo>
                    <a:pt x="174802" y="40278"/>
                  </a:lnTo>
                  <a:lnTo>
                    <a:pt x="15205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48" name="Google Shape;5748;p60"/>
          <p:cNvGrpSpPr/>
          <p:nvPr/>
        </p:nvGrpSpPr>
        <p:grpSpPr>
          <a:xfrm>
            <a:off x="715210" y="2616272"/>
            <a:ext cx="1695374" cy="1560837"/>
            <a:chOff x="727421" y="2828315"/>
            <a:chExt cx="1695374" cy="1560837"/>
          </a:xfrm>
        </p:grpSpPr>
        <p:grpSp>
          <p:nvGrpSpPr>
            <p:cNvPr id="5749" name="Google Shape;5749;p60"/>
            <p:cNvGrpSpPr/>
            <p:nvPr/>
          </p:nvGrpSpPr>
          <p:grpSpPr>
            <a:xfrm>
              <a:off x="727421" y="2828315"/>
              <a:ext cx="1695374" cy="1560837"/>
              <a:chOff x="734799" y="2782450"/>
              <a:chExt cx="1571100" cy="1577400"/>
            </a:xfrm>
          </p:grpSpPr>
          <p:cxnSp>
            <p:nvCxnSpPr>
              <p:cNvPr id="5750" name="Google Shape;5750;p60"/>
              <p:cNvCxnSpPr/>
              <p:nvPr/>
            </p:nvCxnSpPr>
            <p:spPr>
              <a:xfrm>
                <a:off x="743025" y="2782450"/>
                <a:ext cx="0" cy="1577400"/>
              </a:xfrm>
              <a:prstGeom prst="straightConnector1">
                <a:avLst/>
              </a:prstGeom>
              <a:noFill/>
              <a:ln w="19050" cap="flat" cmpd="sng">
                <a:solidFill>
                  <a:srgbClr val="E3E7EA"/>
                </a:solidFill>
                <a:prstDash val="solid"/>
                <a:round/>
                <a:headEnd type="none" w="med" len="med"/>
                <a:tailEnd type="none" w="med" len="med"/>
              </a:ln>
            </p:spPr>
          </p:cxnSp>
          <p:cxnSp>
            <p:nvCxnSpPr>
              <p:cNvPr id="5751" name="Google Shape;5751;p60"/>
              <p:cNvCxnSpPr/>
              <p:nvPr/>
            </p:nvCxnSpPr>
            <p:spPr>
              <a:xfrm rot="10800000">
                <a:off x="734799" y="4359850"/>
                <a:ext cx="1571100" cy="0"/>
              </a:xfrm>
              <a:prstGeom prst="straightConnector1">
                <a:avLst/>
              </a:prstGeom>
              <a:noFill/>
              <a:ln w="19050" cap="flat" cmpd="sng">
                <a:solidFill>
                  <a:srgbClr val="E3E7EA"/>
                </a:solidFill>
                <a:prstDash val="solid"/>
                <a:round/>
                <a:headEnd type="none" w="med" len="med"/>
                <a:tailEnd type="none" w="med" len="med"/>
              </a:ln>
            </p:spPr>
          </p:cxnSp>
        </p:grpSp>
        <p:grpSp>
          <p:nvGrpSpPr>
            <p:cNvPr id="5752" name="Google Shape;5752;p60"/>
            <p:cNvGrpSpPr/>
            <p:nvPr/>
          </p:nvGrpSpPr>
          <p:grpSpPr>
            <a:xfrm>
              <a:off x="819108" y="2882501"/>
              <a:ext cx="1556791" cy="1426186"/>
              <a:chOff x="819108" y="2882501"/>
              <a:chExt cx="1556791" cy="1426186"/>
            </a:xfrm>
          </p:grpSpPr>
          <p:grpSp>
            <p:nvGrpSpPr>
              <p:cNvPr id="5753" name="Google Shape;5753;p60"/>
              <p:cNvGrpSpPr/>
              <p:nvPr/>
            </p:nvGrpSpPr>
            <p:grpSpPr>
              <a:xfrm>
                <a:off x="819108" y="2882501"/>
                <a:ext cx="103104" cy="1426186"/>
                <a:chOff x="4674013" y="3100904"/>
                <a:chExt cx="122758" cy="1698043"/>
              </a:xfrm>
            </p:grpSpPr>
            <p:sp>
              <p:nvSpPr>
                <p:cNvPr id="5754" name="Google Shape;5754;p60"/>
                <p:cNvSpPr/>
                <p:nvPr/>
              </p:nvSpPr>
              <p:spPr>
                <a:xfrm>
                  <a:off x="46740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5" name="Google Shape;5755;p60"/>
                <p:cNvSpPr/>
                <p:nvPr/>
              </p:nvSpPr>
              <p:spPr>
                <a:xfrm>
                  <a:off x="46740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6" name="Google Shape;5756;p60"/>
                <p:cNvSpPr/>
                <p:nvPr/>
              </p:nvSpPr>
              <p:spPr>
                <a:xfrm>
                  <a:off x="46740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7" name="Google Shape;5757;p60"/>
                <p:cNvSpPr/>
                <p:nvPr/>
              </p:nvSpPr>
              <p:spPr>
                <a:xfrm>
                  <a:off x="46740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8" name="Google Shape;5758;p60"/>
                <p:cNvSpPr/>
                <p:nvPr/>
              </p:nvSpPr>
              <p:spPr>
                <a:xfrm>
                  <a:off x="46740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9" name="Google Shape;5759;p60"/>
                <p:cNvSpPr/>
                <p:nvPr/>
              </p:nvSpPr>
              <p:spPr>
                <a:xfrm>
                  <a:off x="46740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0" name="Google Shape;5760;p60"/>
                <p:cNvSpPr/>
                <p:nvPr/>
              </p:nvSpPr>
              <p:spPr>
                <a:xfrm>
                  <a:off x="46740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61" name="Google Shape;5761;p60"/>
              <p:cNvGrpSpPr/>
              <p:nvPr/>
            </p:nvGrpSpPr>
            <p:grpSpPr>
              <a:xfrm>
                <a:off x="1062475" y="2882501"/>
                <a:ext cx="103104" cy="1426186"/>
                <a:chOff x="4940438" y="3100904"/>
                <a:chExt cx="122758" cy="1698043"/>
              </a:xfrm>
            </p:grpSpPr>
            <p:sp>
              <p:nvSpPr>
                <p:cNvPr id="5762" name="Google Shape;5762;p60"/>
                <p:cNvSpPr/>
                <p:nvPr/>
              </p:nvSpPr>
              <p:spPr>
                <a:xfrm>
                  <a:off x="4940438"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3" name="Google Shape;5763;p60"/>
                <p:cNvSpPr/>
                <p:nvPr/>
              </p:nvSpPr>
              <p:spPr>
                <a:xfrm>
                  <a:off x="4940438"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4" name="Google Shape;5764;p60"/>
                <p:cNvSpPr/>
                <p:nvPr/>
              </p:nvSpPr>
              <p:spPr>
                <a:xfrm>
                  <a:off x="4940438"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5" name="Google Shape;5765;p60"/>
                <p:cNvSpPr/>
                <p:nvPr/>
              </p:nvSpPr>
              <p:spPr>
                <a:xfrm>
                  <a:off x="4940438"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6" name="Google Shape;5766;p60"/>
                <p:cNvSpPr/>
                <p:nvPr/>
              </p:nvSpPr>
              <p:spPr>
                <a:xfrm>
                  <a:off x="4940438"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7" name="Google Shape;5767;p60"/>
                <p:cNvSpPr/>
                <p:nvPr/>
              </p:nvSpPr>
              <p:spPr>
                <a:xfrm>
                  <a:off x="4940438"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8" name="Google Shape;5768;p60"/>
                <p:cNvSpPr/>
                <p:nvPr/>
              </p:nvSpPr>
              <p:spPr>
                <a:xfrm>
                  <a:off x="4940438"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69" name="Google Shape;5769;p60"/>
              <p:cNvGrpSpPr/>
              <p:nvPr/>
            </p:nvGrpSpPr>
            <p:grpSpPr>
              <a:xfrm>
                <a:off x="1299324" y="2882501"/>
                <a:ext cx="103104" cy="1426186"/>
                <a:chOff x="5206863" y="3100904"/>
                <a:chExt cx="122758" cy="1698043"/>
              </a:xfrm>
            </p:grpSpPr>
            <p:sp>
              <p:nvSpPr>
                <p:cNvPr id="5770" name="Google Shape;5770;p60"/>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1" name="Google Shape;5771;p60"/>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2" name="Google Shape;5772;p60"/>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3" name="Google Shape;5773;p60"/>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4" name="Google Shape;5774;p60"/>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5" name="Google Shape;5775;p60"/>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6" name="Google Shape;5776;p60"/>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77" name="Google Shape;5777;p60"/>
              <p:cNvGrpSpPr/>
              <p:nvPr/>
            </p:nvGrpSpPr>
            <p:grpSpPr>
              <a:xfrm>
                <a:off x="1786057" y="2882501"/>
                <a:ext cx="103104" cy="1426186"/>
                <a:chOff x="6006138" y="3143629"/>
                <a:chExt cx="122758" cy="1698043"/>
              </a:xfrm>
            </p:grpSpPr>
            <p:sp>
              <p:nvSpPr>
                <p:cNvPr id="5778" name="Google Shape;5778;p60"/>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9" name="Google Shape;5779;p60"/>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0" name="Google Shape;5780;p60"/>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1" name="Google Shape;5781;p60"/>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2" name="Google Shape;5782;p60"/>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3" name="Google Shape;5783;p60"/>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4" name="Google Shape;5784;p60"/>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85" name="Google Shape;5785;p60"/>
              <p:cNvGrpSpPr/>
              <p:nvPr/>
            </p:nvGrpSpPr>
            <p:grpSpPr>
              <a:xfrm>
                <a:off x="2029422" y="2882501"/>
                <a:ext cx="103104" cy="1426186"/>
                <a:chOff x="6805413" y="3100904"/>
                <a:chExt cx="122758" cy="1698043"/>
              </a:xfrm>
            </p:grpSpPr>
            <p:sp>
              <p:nvSpPr>
                <p:cNvPr id="5786" name="Google Shape;5786;p60"/>
                <p:cNvSpPr/>
                <p:nvPr/>
              </p:nvSpPr>
              <p:spPr>
                <a:xfrm>
                  <a:off x="68054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7" name="Google Shape;5787;p60"/>
                <p:cNvSpPr/>
                <p:nvPr/>
              </p:nvSpPr>
              <p:spPr>
                <a:xfrm>
                  <a:off x="68054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8" name="Google Shape;5788;p60"/>
                <p:cNvSpPr/>
                <p:nvPr/>
              </p:nvSpPr>
              <p:spPr>
                <a:xfrm>
                  <a:off x="68054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9" name="Google Shape;5789;p60"/>
                <p:cNvSpPr/>
                <p:nvPr/>
              </p:nvSpPr>
              <p:spPr>
                <a:xfrm>
                  <a:off x="68054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0" name="Google Shape;5790;p60"/>
                <p:cNvSpPr/>
                <p:nvPr/>
              </p:nvSpPr>
              <p:spPr>
                <a:xfrm>
                  <a:off x="68054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1" name="Google Shape;5791;p60"/>
                <p:cNvSpPr/>
                <p:nvPr/>
              </p:nvSpPr>
              <p:spPr>
                <a:xfrm>
                  <a:off x="68054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2" name="Google Shape;5792;p60"/>
                <p:cNvSpPr/>
                <p:nvPr/>
              </p:nvSpPr>
              <p:spPr>
                <a:xfrm>
                  <a:off x="68054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93" name="Google Shape;5793;p60"/>
              <p:cNvGrpSpPr/>
              <p:nvPr/>
            </p:nvGrpSpPr>
            <p:grpSpPr>
              <a:xfrm>
                <a:off x="2272795" y="2882501"/>
                <a:ext cx="103104" cy="1426186"/>
                <a:chOff x="5206863" y="3100904"/>
                <a:chExt cx="122758" cy="1698043"/>
              </a:xfrm>
            </p:grpSpPr>
            <p:sp>
              <p:nvSpPr>
                <p:cNvPr id="5794" name="Google Shape;5794;p60"/>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5" name="Google Shape;5795;p60"/>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6" name="Google Shape;5796;p60"/>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7" name="Google Shape;5797;p60"/>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8" name="Google Shape;5798;p60"/>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9" name="Google Shape;5799;p60"/>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0" name="Google Shape;5800;p60"/>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01" name="Google Shape;5801;p60"/>
              <p:cNvGrpSpPr/>
              <p:nvPr/>
            </p:nvGrpSpPr>
            <p:grpSpPr>
              <a:xfrm>
                <a:off x="1542694" y="2882501"/>
                <a:ext cx="103104" cy="1426186"/>
                <a:chOff x="6006138" y="3143629"/>
                <a:chExt cx="122758" cy="1698043"/>
              </a:xfrm>
            </p:grpSpPr>
            <p:sp>
              <p:nvSpPr>
                <p:cNvPr id="5802" name="Google Shape;5802;p60"/>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3" name="Google Shape;5803;p60"/>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4" name="Google Shape;5804;p60"/>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5" name="Google Shape;5805;p60"/>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6" name="Google Shape;5806;p60"/>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7" name="Google Shape;5807;p60"/>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8" name="Google Shape;5808;p60"/>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grpSp>
        <p:nvGrpSpPr>
          <p:cNvPr id="5809" name="Google Shape;5809;p60"/>
          <p:cNvGrpSpPr/>
          <p:nvPr/>
        </p:nvGrpSpPr>
        <p:grpSpPr>
          <a:xfrm>
            <a:off x="5671260" y="3305994"/>
            <a:ext cx="2749952" cy="870677"/>
            <a:chOff x="238125" y="1725700"/>
            <a:chExt cx="7139025" cy="2260325"/>
          </a:xfrm>
        </p:grpSpPr>
        <p:sp>
          <p:nvSpPr>
            <p:cNvPr id="5810" name="Google Shape;5810;p60"/>
            <p:cNvSpPr/>
            <p:nvPr/>
          </p:nvSpPr>
          <p:spPr>
            <a:xfrm>
              <a:off x="238125" y="1741950"/>
              <a:ext cx="6506150" cy="2228050"/>
            </a:xfrm>
            <a:custGeom>
              <a:avLst/>
              <a:gdLst/>
              <a:ahLst/>
              <a:cxnLst/>
              <a:rect l="l" t="t" r="r" b="b"/>
              <a:pathLst>
                <a:path w="260246" h="89122" extrusionOk="0">
                  <a:moveTo>
                    <a:pt x="260246" y="1"/>
                  </a:moveTo>
                  <a:lnTo>
                    <a:pt x="0" y="44559"/>
                  </a:lnTo>
                  <a:lnTo>
                    <a:pt x="260241" y="89121"/>
                  </a:lnTo>
                  <a:cubicBezTo>
                    <a:pt x="250030" y="85482"/>
                    <a:pt x="242259" y="66921"/>
                    <a:pt x="242259" y="44559"/>
                  </a:cubicBezTo>
                  <a:cubicBezTo>
                    <a:pt x="242259" y="22201"/>
                    <a:pt x="250039" y="3626"/>
                    <a:pt x="260246" y="1"/>
                  </a:cubicBezTo>
                  <a:close/>
                </a:path>
              </a:pathLst>
            </a:custGeom>
            <a:solidFill>
              <a:srgbClr val="E3E9ED">
                <a:alpha val="4358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1" name="Google Shape;5811;p60"/>
            <p:cNvSpPr/>
            <p:nvPr/>
          </p:nvSpPr>
          <p:spPr>
            <a:xfrm>
              <a:off x="2480475" y="2435950"/>
              <a:ext cx="438500" cy="841400"/>
            </a:xfrm>
            <a:custGeom>
              <a:avLst/>
              <a:gdLst/>
              <a:ahLst/>
              <a:cxnLst/>
              <a:rect l="l" t="t" r="r" b="b"/>
              <a:pathLst>
                <a:path w="17540" h="33656" extrusionOk="0">
                  <a:moveTo>
                    <a:pt x="8770" y="1"/>
                  </a:moveTo>
                  <a:cubicBezTo>
                    <a:pt x="3929" y="1"/>
                    <a:pt x="0" y="7536"/>
                    <a:pt x="0" y="16826"/>
                  </a:cubicBezTo>
                  <a:cubicBezTo>
                    <a:pt x="0" y="26120"/>
                    <a:pt x="3929" y="33655"/>
                    <a:pt x="8770" y="33655"/>
                  </a:cubicBezTo>
                  <a:cubicBezTo>
                    <a:pt x="13616" y="33655"/>
                    <a:pt x="17540" y="26120"/>
                    <a:pt x="17540" y="16826"/>
                  </a:cubicBezTo>
                  <a:cubicBezTo>
                    <a:pt x="17540" y="7536"/>
                    <a:pt x="13616" y="1"/>
                    <a:pt x="877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2" name="Google Shape;5812;p60"/>
            <p:cNvSpPr/>
            <p:nvPr/>
          </p:nvSpPr>
          <p:spPr>
            <a:xfrm>
              <a:off x="3663250" y="2219875"/>
              <a:ext cx="607450" cy="1272525"/>
            </a:xfrm>
            <a:custGeom>
              <a:avLst/>
              <a:gdLst/>
              <a:ahLst/>
              <a:cxnLst/>
              <a:rect l="l" t="t" r="r" b="b"/>
              <a:pathLst>
                <a:path w="24298" h="50901" extrusionOk="0">
                  <a:moveTo>
                    <a:pt x="12147" y="1"/>
                  </a:moveTo>
                  <a:cubicBezTo>
                    <a:pt x="8924" y="1"/>
                    <a:pt x="5836" y="2681"/>
                    <a:pt x="3558" y="7450"/>
                  </a:cubicBezTo>
                  <a:cubicBezTo>
                    <a:pt x="1280" y="12224"/>
                    <a:pt x="0" y="18697"/>
                    <a:pt x="0" y="25451"/>
                  </a:cubicBezTo>
                  <a:cubicBezTo>
                    <a:pt x="0" y="32200"/>
                    <a:pt x="1280" y="38673"/>
                    <a:pt x="3558" y="43447"/>
                  </a:cubicBezTo>
                  <a:cubicBezTo>
                    <a:pt x="5836" y="48216"/>
                    <a:pt x="8924" y="50901"/>
                    <a:pt x="12147" y="50901"/>
                  </a:cubicBezTo>
                  <a:cubicBezTo>
                    <a:pt x="15370" y="50901"/>
                    <a:pt x="18457" y="48216"/>
                    <a:pt x="20735" y="43447"/>
                  </a:cubicBezTo>
                  <a:cubicBezTo>
                    <a:pt x="23014" y="38673"/>
                    <a:pt x="24298" y="32200"/>
                    <a:pt x="24298" y="25451"/>
                  </a:cubicBezTo>
                  <a:cubicBezTo>
                    <a:pt x="24298" y="18697"/>
                    <a:pt x="23014" y="12224"/>
                    <a:pt x="20735" y="7450"/>
                  </a:cubicBezTo>
                  <a:cubicBezTo>
                    <a:pt x="18457" y="2681"/>
                    <a:pt x="15370" y="1"/>
                    <a:pt x="1214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3" name="Google Shape;5813;p60"/>
            <p:cNvSpPr/>
            <p:nvPr/>
          </p:nvSpPr>
          <p:spPr>
            <a:xfrm>
              <a:off x="4999700" y="1973525"/>
              <a:ext cx="820500" cy="1764350"/>
            </a:xfrm>
            <a:custGeom>
              <a:avLst/>
              <a:gdLst/>
              <a:ahLst/>
              <a:cxnLst/>
              <a:rect l="l" t="t" r="r" b="b"/>
              <a:pathLst>
                <a:path w="32820" h="70574" extrusionOk="0">
                  <a:moveTo>
                    <a:pt x="16410" y="0"/>
                  </a:moveTo>
                  <a:cubicBezTo>
                    <a:pt x="12057" y="0"/>
                    <a:pt x="7884" y="3716"/>
                    <a:pt x="4806" y="10334"/>
                  </a:cubicBezTo>
                  <a:cubicBezTo>
                    <a:pt x="1728" y="16952"/>
                    <a:pt x="1" y="25925"/>
                    <a:pt x="1" y="35287"/>
                  </a:cubicBezTo>
                  <a:cubicBezTo>
                    <a:pt x="1" y="44644"/>
                    <a:pt x="1728" y="53622"/>
                    <a:pt x="4806" y="60239"/>
                  </a:cubicBezTo>
                  <a:cubicBezTo>
                    <a:pt x="7884" y="66857"/>
                    <a:pt x="12057" y="70573"/>
                    <a:pt x="16410" y="70573"/>
                  </a:cubicBezTo>
                  <a:cubicBezTo>
                    <a:pt x="20759" y="70573"/>
                    <a:pt x="24936" y="66857"/>
                    <a:pt x="28014" y="60239"/>
                  </a:cubicBezTo>
                  <a:cubicBezTo>
                    <a:pt x="31088" y="53622"/>
                    <a:pt x="32819" y="44644"/>
                    <a:pt x="32819" y="35287"/>
                  </a:cubicBezTo>
                  <a:cubicBezTo>
                    <a:pt x="32819" y="25925"/>
                    <a:pt x="31088" y="16952"/>
                    <a:pt x="28014" y="10334"/>
                  </a:cubicBezTo>
                  <a:cubicBezTo>
                    <a:pt x="24936" y="3716"/>
                    <a:pt x="20759" y="0"/>
                    <a:pt x="16410"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4" name="Google Shape;5814;p60"/>
            <p:cNvSpPr/>
            <p:nvPr/>
          </p:nvSpPr>
          <p:spPr>
            <a:xfrm>
              <a:off x="6838275" y="1725700"/>
              <a:ext cx="150" cy="0"/>
            </a:xfrm>
            <a:custGeom>
              <a:avLst/>
              <a:gdLst/>
              <a:ahLst/>
              <a:cxnLst/>
              <a:rect l="l" t="t" r="r" b="b"/>
              <a:pathLst>
                <a:path w="6" extrusionOk="0">
                  <a:moveTo>
                    <a:pt x="5" y="0"/>
                  </a:moveTo>
                  <a:lnTo>
                    <a:pt x="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5" name="Google Shape;5815;p60"/>
            <p:cNvSpPr/>
            <p:nvPr/>
          </p:nvSpPr>
          <p:spPr>
            <a:xfrm>
              <a:off x="6838400" y="3986000"/>
              <a:ext cx="25" cy="25"/>
            </a:xfrm>
            <a:custGeom>
              <a:avLst/>
              <a:gdLst/>
              <a:ahLst/>
              <a:cxnLst/>
              <a:rect l="l" t="t" r="r" b="b"/>
              <a:pathLst>
                <a:path w="1" h="1" extrusionOk="0">
                  <a:moveTo>
                    <a:pt x="0" y="1"/>
                  </a:moveTo>
                  <a:lnTo>
                    <a:pt x="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6" name="Google Shape;5816;p60"/>
            <p:cNvSpPr/>
            <p:nvPr/>
          </p:nvSpPr>
          <p:spPr>
            <a:xfrm>
              <a:off x="6744250" y="3969975"/>
              <a:ext cx="94175" cy="16050"/>
            </a:xfrm>
            <a:custGeom>
              <a:avLst/>
              <a:gdLst/>
              <a:ahLst/>
              <a:cxnLst/>
              <a:rect l="l" t="t" r="r" b="b"/>
              <a:pathLst>
                <a:path w="3767" h="642" extrusionOk="0">
                  <a:moveTo>
                    <a:pt x="1" y="0"/>
                  </a:moveTo>
                  <a:lnTo>
                    <a:pt x="1" y="0"/>
                  </a:lnTo>
                  <a:cubicBezTo>
                    <a:pt x="1190" y="425"/>
                    <a:pt x="2415" y="642"/>
                    <a:pt x="3662" y="642"/>
                  </a:cubicBezTo>
                  <a:lnTo>
                    <a:pt x="3766" y="642"/>
                  </a:lnTo>
                  <a:lnTo>
                    <a:pt x="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7" name="Google Shape;5817;p60"/>
            <p:cNvSpPr/>
            <p:nvPr/>
          </p:nvSpPr>
          <p:spPr>
            <a:xfrm>
              <a:off x="6744250" y="1725700"/>
              <a:ext cx="94050" cy="16175"/>
            </a:xfrm>
            <a:custGeom>
              <a:avLst/>
              <a:gdLst/>
              <a:ahLst/>
              <a:cxnLst/>
              <a:rect l="l" t="t" r="r" b="b"/>
              <a:pathLst>
                <a:path w="3762" h="647" extrusionOk="0">
                  <a:moveTo>
                    <a:pt x="3662" y="0"/>
                  </a:moveTo>
                  <a:cubicBezTo>
                    <a:pt x="2415" y="0"/>
                    <a:pt x="1194" y="222"/>
                    <a:pt x="1" y="646"/>
                  </a:cubicBezTo>
                  <a:lnTo>
                    <a:pt x="376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8" name="Google Shape;5818;p60"/>
            <p:cNvSpPr/>
            <p:nvPr/>
          </p:nvSpPr>
          <p:spPr>
            <a:xfrm>
              <a:off x="6294575" y="1725700"/>
              <a:ext cx="1082575" cy="2260225"/>
            </a:xfrm>
            <a:custGeom>
              <a:avLst/>
              <a:gdLst/>
              <a:ahLst/>
              <a:cxnLst/>
              <a:rect l="l" t="t" r="r" b="b"/>
              <a:pathLst>
                <a:path w="43303" h="90409" extrusionOk="0">
                  <a:moveTo>
                    <a:pt x="21749" y="0"/>
                  </a:moveTo>
                  <a:lnTo>
                    <a:pt x="17988" y="646"/>
                  </a:lnTo>
                  <a:cubicBezTo>
                    <a:pt x="7781" y="4276"/>
                    <a:pt x="1" y="22846"/>
                    <a:pt x="1" y="45204"/>
                  </a:cubicBezTo>
                  <a:cubicBezTo>
                    <a:pt x="1" y="67562"/>
                    <a:pt x="7781" y="86132"/>
                    <a:pt x="17988" y="89766"/>
                  </a:cubicBezTo>
                  <a:lnTo>
                    <a:pt x="21753" y="90408"/>
                  </a:lnTo>
                  <a:lnTo>
                    <a:pt x="21758" y="90408"/>
                  </a:lnTo>
                  <a:cubicBezTo>
                    <a:pt x="33665" y="90291"/>
                    <a:pt x="43302" y="70094"/>
                    <a:pt x="43302" y="45204"/>
                  </a:cubicBezTo>
                  <a:cubicBezTo>
                    <a:pt x="43302" y="20315"/>
                    <a:pt x="33665" y="118"/>
                    <a:pt x="2175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9" name="Google Shape;5819;p60"/>
            <p:cNvSpPr/>
            <p:nvPr/>
          </p:nvSpPr>
          <p:spPr>
            <a:xfrm>
              <a:off x="1511625" y="2613375"/>
              <a:ext cx="292400" cy="484275"/>
            </a:xfrm>
            <a:custGeom>
              <a:avLst/>
              <a:gdLst/>
              <a:ahLst/>
              <a:cxnLst/>
              <a:rect l="l" t="t" r="r" b="b"/>
              <a:pathLst>
                <a:path w="11696" h="19371" extrusionOk="0">
                  <a:moveTo>
                    <a:pt x="5850" y="1"/>
                  </a:moveTo>
                  <a:cubicBezTo>
                    <a:pt x="2618" y="1"/>
                    <a:pt x="1" y="4336"/>
                    <a:pt x="1" y="9684"/>
                  </a:cubicBezTo>
                  <a:cubicBezTo>
                    <a:pt x="1" y="15036"/>
                    <a:pt x="2618" y="19371"/>
                    <a:pt x="5850" y="19371"/>
                  </a:cubicBezTo>
                  <a:cubicBezTo>
                    <a:pt x="9078" y="19371"/>
                    <a:pt x="11695" y="15036"/>
                    <a:pt x="11695" y="9684"/>
                  </a:cubicBezTo>
                  <a:cubicBezTo>
                    <a:pt x="11695" y="4336"/>
                    <a:pt x="9078" y="1"/>
                    <a:pt x="5850"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20" name="Google Shape;5820;p60"/>
          <p:cNvGrpSpPr/>
          <p:nvPr/>
        </p:nvGrpSpPr>
        <p:grpSpPr>
          <a:xfrm>
            <a:off x="5941424" y="2247740"/>
            <a:ext cx="1105452" cy="916747"/>
            <a:chOff x="5249100" y="1210600"/>
            <a:chExt cx="3502700" cy="2904775"/>
          </a:xfrm>
        </p:grpSpPr>
        <p:sp>
          <p:nvSpPr>
            <p:cNvPr id="5821" name="Google Shape;5821;p60"/>
            <p:cNvSpPr/>
            <p:nvPr/>
          </p:nvSpPr>
          <p:spPr>
            <a:xfrm>
              <a:off x="5479658" y="1210600"/>
              <a:ext cx="3108190" cy="632425"/>
            </a:xfrm>
            <a:custGeom>
              <a:avLst/>
              <a:gdLst/>
              <a:ahLst/>
              <a:cxnLst/>
              <a:rect l="l" t="t" r="r" b="b"/>
              <a:pathLst>
                <a:path w="117257" h="25297" extrusionOk="0">
                  <a:moveTo>
                    <a:pt x="1" y="0"/>
                  </a:moveTo>
                  <a:lnTo>
                    <a:pt x="14647" y="25297"/>
                  </a:lnTo>
                  <a:lnTo>
                    <a:pt x="102066" y="25297"/>
                  </a:lnTo>
                  <a:lnTo>
                    <a:pt x="117257"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2" name="Google Shape;5822;p60"/>
            <p:cNvSpPr/>
            <p:nvPr/>
          </p:nvSpPr>
          <p:spPr>
            <a:xfrm>
              <a:off x="5769162" y="1842998"/>
              <a:ext cx="2424880" cy="631925"/>
            </a:xfrm>
            <a:custGeom>
              <a:avLst/>
              <a:gdLst/>
              <a:ahLst/>
              <a:cxnLst/>
              <a:rect l="l" t="t" r="r" b="b"/>
              <a:pathLst>
                <a:path w="91479" h="25277" extrusionOk="0">
                  <a:moveTo>
                    <a:pt x="1" y="1"/>
                  </a:moveTo>
                  <a:lnTo>
                    <a:pt x="14647" y="25276"/>
                  </a:lnTo>
                  <a:lnTo>
                    <a:pt x="76602" y="25276"/>
                  </a:lnTo>
                  <a:lnTo>
                    <a:pt x="9147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3" name="Google Shape;5823;p60"/>
            <p:cNvSpPr/>
            <p:nvPr/>
          </p:nvSpPr>
          <p:spPr>
            <a:xfrm>
              <a:off x="6065319" y="2474896"/>
              <a:ext cx="1739369" cy="632450"/>
            </a:xfrm>
            <a:custGeom>
              <a:avLst/>
              <a:gdLst/>
              <a:ahLst/>
              <a:cxnLst/>
              <a:rect l="l" t="t" r="r" b="b"/>
              <a:pathLst>
                <a:path w="65618" h="25298" extrusionOk="0">
                  <a:moveTo>
                    <a:pt x="1" y="0"/>
                  </a:moveTo>
                  <a:lnTo>
                    <a:pt x="14417" y="25297"/>
                  </a:lnTo>
                  <a:lnTo>
                    <a:pt x="50887" y="25297"/>
                  </a:lnTo>
                  <a:lnTo>
                    <a:pt x="65617" y="0"/>
                  </a:ln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4" name="Google Shape;5824;p60"/>
            <p:cNvSpPr/>
            <p:nvPr/>
          </p:nvSpPr>
          <p:spPr>
            <a:xfrm>
              <a:off x="6354293" y="3107319"/>
              <a:ext cx="1061572" cy="632425"/>
            </a:xfrm>
            <a:custGeom>
              <a:avLst/>
              <a:gdLst/>
              <a:ahLst/>
              <a:cxnLst/>
              <a:rect l="l" t="t" r="r" b="b"/>
              <a:pathLst>
                <a:path w="40048" h="25297" extrusionOk="0">
                  <a:moveTo>
                    <a:pt x="0" y="0"/>
                  </a:moveTo>
                  <a:lnTo>
                    <a:pt x="14668" y="25297"/>
                  </a:lnTo>
                  <a:lnTo>
                    <a:pt x="25360" y="25297"/>
                  </a:lnTo>
                  <a:lnTo>
                    <a:pt x="40048"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825" name="Google Shape;5825;p60"/>
            <p:cNvCxnSpPr/>
            <p:nvPr/>
          </p:nvCxnSpPr>
          <p:spPr>
            <a:xfrm>
              <a:off x="5249100" y="2382654"/>
              <a:ext cx="922800" cy="0"/>
            </a:xfrm>
            <a:prstGeom prst="straightConnector1">
              <a:avLst/>
            </a:prstGeom>
            <a:noFill/>
            <a:ln w="19050" cap="flat" cmpd="sng">
              <a:solidFill>
                <a:srgbClr val="869FB2"/>
              </a:solidFill>
              <a:prstDash val="solid"/>
              <a:round/>
              <a:headEnd type="oval" w="med" len="med"/>
              <a:tailEnd type="none" w="med" len="med"/>
            </a:ln>
          </p:spPr>
        </p:cxnSp>
        <p:cxnSp>
          <p:nvCxnSpPr>
            <p:cNvPr id="5826" name="Google Shape;5826;p60"/>
            <p:cNvCxnSpPr/>
            <p:nvPr/>
          </p:nvCxnSpPr>
          <p:spPr>
            <a:xfrm rot="10800000">
              <a:off x="8178522" y="1765431"/>
              <a:ext cx="559200" cy="0"/>
            </a:xfrm>
            <a:prstGeom prst="straightConnector1">
              <a:avLst/>
            </a:prstGeom>
            <a:noFill/>
            <a:ln w="19050" cap="flat" cmpd="sng">
              <a:solidFill>
                <a:srgbClr val="BAC8D3"/>
              </a:solidFill>
              <a:prstDash val="solid"/>
              <a:round/>
              <a:headEnd type="oval" w="med" len="med"/>
              <a:tailEnd type="none" w="med" len="med"/>
            </a:ln>
          </p:spPr>
        </p:cxnSp>
        <p:cxnSp>
          <p:nvCxnSpPr>
            <p:cNvPr id="5827" name="Google Shape;5827;p60"/>
            <p:cNvCxnSpPr/>
            <p:nvPr/>
          </p:nvCxnSpPr>
          <p:spPr>
            <a:xfrm rot="10800000">
              <a:off x="7467500" y="2943528"/>
              <a:ext cx="1284300" cy="0"/>
            </a:xfrm>
            <a:prstGeom prst="straightConnector1">
              <a:avLst/>
            </a:prstGeom>
            <a:noFill/>
            <a:ln w="19050" cap="flat" cmpd="sng">
              <a:solidFill>
                <a:srgbClr val="5F7D95"/>
              </a:solidFill>
              <a:prstDash val="solid"/>
              <a:round/>
              <a:headEnd type="oval" w="med" len="med"/>
              <a:tailEnd type="none" w="med" len="med"/>
            </a:ln>
          </p:spPr>
        </p:cxnSp>
        <p:cxnSp>
          <p:nvCxnSpPr>
            <p:cNvPr id="5828" name="Google Shape;5828;p60"/>
            <p:cNvCxnSpPr/>
            <p:nvPr/>
          </p:nvCxnSpPr>
          <p:spPr>
            <a:xfrm>
              <a:off x="5787288" y="3630350"/>
              <a:ext cx="922800" cy="0"/>
            </a:xfrm>
            <a:prstGeom prst="straightConnector1">
              <a:avLst/>
            </a:prstGeom>
            <a:noFill/>
            <a:ln w="19050" cap="flat" cmpd="sng">
              <a:solidFill>
                <a:srgbClr val="435D74"/>
              </a:solidFill>
              <a:prstDash val="solid"/>
              <a:round/>
              <a:headEnd type="oval" w="med" len="med"/>
              <a:tailEnd type="none" w="med" len="med"/>
            </a:ln>
          </p:spPr>
        </p:cxnSp>
        <p:sp>
          <p:nvSpPr>
            <p:cNvPr id="5829" name="Google Shape;5829;p60"/>
            <p:cNvSpPr/>
            <p:nvPr/>
          </p:nvSpPr>
          <p:spPr>
            <a:xfrm>
              <a:off x="6601902" y="3690575"/>
              <a:ext cx="566400" cy="424800"/>
            </a:xfrm>
            <a:prstGeom prst="downArrow">
              <a:avLst>
                <a:gd name="adj1" fmla="val 50000"/>
                <a:gd name="adj2" fmla="val 50000"/>
              </a:avLst>
            </a:pr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30" name="Google Shape;5830;p60"/>
          <p:cNvGrpSpPr/>
          <p:nvPr/>
        </p:nvGrpSpPr>
        <p:grpSpPr>
          <a:xfrm>
            <a:off x="7123972" y="967158"/>
            <a:ext cx="1304650" cy="1124856"/>
            <a:chOff x="7287122" y="1165658"/>
            <a:chExt cx="1219413" cy="1051365"/>
          </a:xfrm>
        </p:grpSpPr>
        <p:grpSp>
          <p:nvGrpSpPr>
            <p:cNvPr id="5831" name="Google Shape;5831;p60"/>
            <p:cNvGrpSpPr/>
            <p:nvPr/>
          </p:nvGrpSpPr>
          <p:grpSpPr>
            <a:xfrm>
              <a:off x="7287122" y="1969723"/>
              <a:ext cx="1219413" cy="247300"/>
              <a:chOff x="7287122" y="1969723"/>
              <a:chExt cx="1219413" cy="247300"/>
            </a:xfrm>
          </p:grpSpPr>
          <p:sp>
            <p:nvSpPr>
              <p:cNvPr id="5832" name="Google Shape;5832;p60"/>
              <p:cNvSpPr/>
              <p:nvPr/>
            </p:nvSpPr>
            <p:spPr>
              <a:xfrm flipH="1">
                <a:off x="8366247" y="1969723"/>
                <a:ext cx="140288" cy="247300"/>
              </a:xfrm>
              <a:custGeom>
                <a:avLst/>
                <a:gdLst/>
                <a:ahLst/>
                <a:cxnLst/>
                <a:rect l="l" t="t" r="r" b="b"/>
                <a:pathLst>
                  <a:path w="14992" h="26428" extrusionOk="0">
                    <a:moveTo>
                      <a:pt x="31" y="0"/>
                    </a:moveTo>
                    <a:cubicBezTo>
                      <a:pt x="25" y="0"/>
                      <a:pt x="19" y="0"/>
                      <a:pt x="13" y="0"/>
                    </a:cubicBezTo>
                    <a:lnTo>
                      <a:pt x="0" y="0"/>
                    </a:lnTo>
                    <a:lnTo>
                      <a:pt x="0" y="26407"/>
                    </a:lnTo>
                    <a:lnTo>
                      <a:pt x="13" y="26427"/>
                    </a:lnTo>
                    <a:lnTo>
                      <a:pt x="14992" y="1860"/>
                    </a:lnTo>
                    <a:cubicBezTo>
                      <a:pt x="10391" y="663"/>
                      <a:pt x="5335" y="0"/>
                      <a:pt x="3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833" name="Google Shape;5833;p60"/>
              <p:cNvGrpSpPr/>
              <p:nvPr/>
            </p:nvGrpSpPr>
            <p:grpSpPr>
              <a:xfrm>
                <a:off x="7287122" y="2063892"/>
                <a:ext cx="1151753" cy="73428"/>
                <a:chOff x="7287122" y="2063892"/>
                <a:chExt cx="1151753" cy="73428"/>
              </a:xfrm>
            </p:grpSpPr>
            <p:sp>
              <p:nvSpPr>
                <p:cNvPr id="5834" name="Google Shape;5834;p60"/>
                <p:cNvSpPr/>
                <p:nvPr/>
              </p:nvSpPr>
              <p:spPr>
                <a:xfrm flipH="1">
                  <a:off x="7287122" y="2063892"/>
                  <a:ext cx="507103" cy="73428"/>
                </a:xfrm>
                <a:custGeom>
                  <a:avLst/>
                  <a:gdLst/>
                  <a:ahLst/>
                  <a:cxnLst/>
                  <a:rect l="l" t="t" r="r" b="b"/>
                  <a:pathLst>
                    <a:path w="35124" h="7847" extrusionOk="0">
                      <a:moveTo>
                        <a:pt x="0" y="1"/>
                      </a:moveTo>
                      <a:lnTo>
                        <a:pt x="0" y="7847"/>
                      </a:lnTo>
                      <a:lnTo>
                        <a:pt x="35123" y="7847"/>
                      </a:lnTo>
                      <a:lnTo>
                        <a:pt x="3512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835" name="Google Shape;5835;p60"/>
                <p:cNvCxnSpPr/>
                <p:nvPr/>
              </p:nvCxnSpPr>
              <p:spPr>
                <a:xfrm rot="10800000">
                  <a:off x="7818475" y="2100600"/>
                  <a:ext cx="620400" cy="0"/>
                </a:xfrm>
                <a:prstGeom prst="straightConnector1">
                  <a:avLst/>
                </a:prstGeom>
                <a:noFill/>
                <a:ln w="9525" cap="flat" cmpd="sng">
                  <a:solidFill>
                    <a:srgbClr val="CFD9E0"/>
                  </a:solidFill>
                  <a:prstDash val="solid"/>
                  <a:round/>
                  <a:headEnd type="none" w="med" len="med"/>
                  <a:tailEnd type="oval" w="med" len="med"/>
                </a:ln>
              </p:spPr>
            </p:cxnSp>
          </p:grpSp>
        </p:grpSp>
        <p:grpSp>
          <p:nvGrpSpPr>
            <p:cNvPr id="5836" name="Google Shape;5836;p60"/>
            <p:cNvGrpSpPr/>
            <p:nvPr/>
          </p:nvGrpSpPr>
          <p:grpSpPr>
            <a:xfrm>
              <a:off x="7287122" y="1712201"/>
              <a:ext cx="1219403" cy="246767"/>
              <a:chOff x="7287122" y="1712201"/>
              <a:chExt cx="1219403" cy="246767"/>
            </a:xfrm>
          </p:grpSpPr>
          <p:sp>
            <p:nvSpPr>
              <p:cNvPr id="5837" name="Google Shape;5837;p60"/>
              <p:cNvSpPr/>
              <p:nvPr/>
            </p:nvSpPr>
            <p:spPr>
              <a:xfrm flipH="1">
                <a:off x="8226249" y="1712201"/>
                <a:ext cx="280276" cy="246767"/>
              </a:xfrm>
              <a:custGeom>
                <a:avLst/>
                <a:gdLst/>
                <a:ahLst/>
                <a:cxnLst/>
                <a:rect l="l" t="t" r="r" b="b"/>
                <a:pathLst>
                  <a:path w="29952" h="26371" extrusionOk="0">
                    <a:moveTo>
                      <a:pt x="1" y="0"/>
                    </a:moveTo>
                    <a:lnTo>
                      <a:pt x="1" y="24234"/>
                    </a:lnTo>
                    <a:lnTo>
                      <a:pt x="14" y="24234"/>
                    </a:lnTo>
                    <a:cubicBezTo>
                      <a:pt x="14" y="24234"/>
                      <a:pt x="203" y="24229"/>
                      <a:pt x="558" y="24229"/>
                    </a:cubicBezTo>
                    <a:cubicBezTo>
                      <a:pt x="2473" y="24229"/>
                      <a:pt x="9215" y="24384"/>
                      <a:pt x="17213" y="26370"/>
                    </a:cubicBezTo>
                    <a:lnTo>
                      <a:pt x="29952" y="5713"/>
                    </a:lnTo>
                    <a:cubicBezTo>
                      <a:pt x="29952" y="5713"/>
                      <a:pt x="20827" y="0"/>
                      <a:pt x="1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838" name="Google Shape;5838;p60"/>
              <p:cNvGrpSpPr/>
              <p:nvPr/>
            </p:nvGrpSpPr>
            <p:grpSpPr>
              <a:xfrm>
                <a:off x="7287122" y="1842861"/>
                <a:ext cx="1005303" cy="73419"/>
                <a:chOff x="7287122" y="1842861"/>
                <a:chExt cx="1005303" cy="73419"/>
              </a:xfrm>
            </p:grpSpPr>
            <p:sp>
              <p:nvSpPr>
                <p:cNvPr id="5839" name="Google Shape;5839;p60"/>
                <p:cNvSpPr/>
                <p:nvPr/>
              </p:nvSpPr>
              <p:spPr>
                <a:xfrm flipH="1">
                  <a:off x="7287122" y="1842861"/>
                  <a:ext cx="507103" cy="73419"/>
                </a:xfrm>
                <a:custGeom>
                  <a:avLst/>
                  <a:gdLst/>
                  <a:ahLst/>
                  <a:cxnLst/>
                  <a:rect l="l" t="t" r="r" b="b"/>
                  <a:pathLst>
                    <a:path w="35124" h="7846" extrusionOk="0">
                      <a:moveTo>
                        <a:pt x="0" y="1"/>
                      </a:moveTo>
                      <a:lnTo>
                        <a:pt x="0" y="7845"/>
                      </a:lnTo>
                      <a:lnTo>
                        <a:pt x="35123" y="7845"/>
                      </a:lnTo>
                      <a:lnTo>
                        <a:pt x="35123"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840" name="Google Shape;5840;p60"/>
                <p:cNvCxnSpPr/>
                <p:nvPr/>
              </p:nvCxnSpPr>
              <p:spPr>
                <a:xfrm rot="10800000">
                  <a:off x="7818425" y="1879575"/>
                  <a:ext cx="474000" cy="0"/>
                </a:xfrm>
                <a:prstGeom prst="straightConnector1">
                  <a:avLst/>
                </a:prstGeom>
                <a:noFill/>
                <a:ln w="9525" cap="flat" cmpd="sng">
                  <a:solidFill>
                    <a:srgbClr val="A5B7C6"/>
                  </a:solidFill>
                  <a:prstDash val="solid"/>
                  <a:round/>
                  <a:headEnd type="none" w="med" len="med"/>
                  <a:tailEnd type="oval" w="med" len="med"/>
                </a:ln>
              </p:spPr>
            </p:cxnSp>
          </p:grpSp>
        </p:grpSp>
        <p:grpSp>
          <p:nvGrpSpPr>
            <p:cNvPr id="5841" name="Google Shape;5841;p60"/>
            <p:cNvGrpSpPr/>
            <p:nvPr/>
          </p:nvGrpSpPr>
          <p:grpSpPr>
            <a:xfrm>
              <a:off x="7287122" y="1447520"/>
              <a:ext cx="1219403" cy="286667"/>
              <a:chOff x="7287122" y="1447520"/>
              <a:chExt cx="1219403" cy="286667"/>
            </a:xfrm>
          </p:grpSpPr>
          <p:sp>
            <p:nvSpPr>
              <p:cNvPr id="5842" name="Google Shape;5842;p60"/>
              <p:cNvSpPr/>
              <p:nvPr/>
            </p:nvSpPr>
            <p:spPr>
              <a:xfrm flipH="1">
                <a:off x="8087665" y="1447520"/>
                <a:ext cx="418860" cy="286667"/>
              </a:xfrm>
              <a:custGeom>
                <a:avLst/>
                <a:gdLst/>
                <a:ahLst/>
                <a:cxnLst/>
                <a:rect l="l" t="t" r="r" b="b"/>
                <a:pathLst>
                  <a:path w="44762" h="30635" extrusionOk="0">
                    <a:moveTo>
                      <a:pt x="1" y="1"/>
                    </a:moveTo>
                    <a:lnTo>
                      <a:pt x="1" y="24648"/>
                    </a:lnTo>
                    <a:lnTo>
                      <a:pt x="14" y="24648"/>
                    </a:lnTo>
                    <a:cubicBezTo>
                      <a:pt x="5607" y="24648"/>
                      <a:pt x="18560" y="25130"/>
                      <a:pt x="31390" y="30635"/>
                    </a:cubicBezTo>
                    <a:lnTo>
                      <a:pt x="44761" y="10327"/>
                    </a:lnTo>
                    <a:cubicBezTo>
                      <a:pt x="44761" y="10327"/>
                      <a:pt x="27304" y="1"/>
                      <a:pt x="1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843" name="Google Shape;5843;p60"/>
              <p:cNvGrpSpPr/>
              <p:nvPr/>
            </p:nvGrpSpPr>
            <p:grpSpPr>
              <a:xfrm>
                <a:off x="7287122" y="1581977"/>
                <a:ext cx="852803" cy="73428"/>
                <a:chOff x="7287122" y="1581977"/>
                <a:chExt cx="852803" cy="73428"/>
              </a:xfrm>
            </p:grpSpPr>
            <p:sp>
              <p:nvSpPr>
                <p:cNvPr id="5844" name="Google Shape;5844;p60"/>
                <p:cNvSpPr/>
                <p:nvPr/>
              </p:nvSpPr>
              <p:spPr>
                <a:xfrm flipH="1">
                  <a:off x="7287122" y="1581977"/>
                  <a:ext cx="507103" cy="73428"/>
                </a:xfrm>
                <a:custGeom>
                  <a:avLst/>
                  <a:gdLst/>
                  <a:ahLst/>
                  <a:cxnLst/>
                  <a:rect l="l" t="t" r="r" b="b"/>
                  <a:pathLst>
                    <a:path w="35124" h="7847" extrusionOk="0">
                      <a:moveTo>
                        <a:pt x="0" y="1"/>
                      </a:moveTo>
                      <a:lnTo>
                        <a:pt x="0" y="7847"/>
                      </a:lnTo>
                      <a:lnTo>
                        <a:pt x="35123" y="7847"/>
                      </a:lnTo>
                      <a:lnTo>
                        <a:pt x="35123"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845" name="Google Shape;5845;p60"/>
                <p:cNvCxnSpPr/>
                <p:nvPr/>
              </p:nvCxnSpPr>
              <p:spPr>
                <a:xfrm rot="10800000">
                  <a:off x="7818325" y="1618700"/>
                  <a:ext cx="321600" cy="0"/>
                </a:xfrm>
                <a:prstGeom prst="straightConnector1">
                  <a:avLst/>
                </a:prstGeom>
                <a:noFill/>
                <a:ln w="9525" cap="flat" cmpd="sng">
                  <a:solidFill>
                    <a:srgbClr val="869FB2"/>
                  </a:solidFill>
                  <a:prstDash val="solid"/>
                  <a:round/>
                  <a:headEnd type="none" w="med" len="med"/>
                  <a:tailEnd type="oval" w="med" len="med"/>
                </a:ln>
              </p:spPr>
            </p:cxnSp>
          </p:grpSp>
        </p:grpSp>
        <p:grpSp>
          <p:nvGrpSpPr>
            <p:cNvPr id="5846" name="Google Shape;5846;p60"/>
            <p:cNvGrpSpPr/>
            <p:nvPr/>
          </p:nvGrpSpPr>
          <p:grpSpPr>
            <a:xfrm>
              <a:off x="7287122" y="1165658"/>
              <a:ext cx="1219403" cy="344253"/>
              <a:chOff x="7287122" y="1165658"/>
              <a:chExt cx="1219403" cy="344253"/>
            </a:xfrm>
          </p:grpSpPr>
          <p:sp>
            <p:nvSpPr>
              <p:cNvPr id="5847" name="Google Shape;5847;p60"/>
              <p:cNvSpPr/>
              <p:nvPr/>
            </p:nvSpPr>
            <p:spPr>
              <a:xfrm flipH="1">
                <a:off x="7919557" y="1165658"/>
                <a:ext cx="586968" cy="344253"/>
              </a:xfrm>
              <a:custGeom>
                <a:avLst/>
                <a:gdLst/>
                <a:ahLst/>
                <a:cxnLst/>
                <a:rect l="l" t="t" r="r" b="b"/>
                <a:pathLst>
                  <a:path w="62727" h="36789" extrusionOk="0">
                    <a:moveTo>
                      <a:pt x="1" y="1"/>
                    </a:moveTo>
                    <a:lnTo>
                      <a:pt x="1" y="25976"/>
                    </a:lnTo>
                    <a:lnTo>
                      <a:pt x="17" y="25976"/>
                    </a:lnTo>
                    <a:cubicBezTo>
                      <a:pt x="74" y="25976"/>
                      <a:pt x="588" y="25960"/>
                      <a:pt x="1487" y="25960"/>
                    </a:cubicBezTo>
                    <a:cubicBezTo>
                      <a:pt x="7235" y="25960"/>
                      <a:pt x="28709" y="26646"/>
                      <a:pt x="46867" y="36789"/>
                    </a:cubicBezTo>
                    <a:lnTo>
                      <a:pt x="62726" y="12728"/>
                    </a:lnTo>
                    <a:cubicBezTo>
                      <a:pt x="62726" y="12728"/>
                      <a:pt x="39312" y="2"/>
                      <a:pt x="1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848" name="Google Shape;5848;p60"/>
              <p:cNvGrpSpPr/>
              <p:nvPr/>
            </p:nvGrpSpPr>
            <p:grpSpPr>
              <a:xfrm>
                <a:off x="7287122" y="1341025"/>
                <a:ext cx="695703" cy="73419"/>
                <a:chOff x="7287122" y="1341025"/>
                <a:chExt cx="695703" cy="73419"/>
              </a:xfrm>
            </p:grpSpPr>
            <p:sp>
              <p:nvSpPr>
                <p:cNvPr id="5849" name="Google Shape;5849;p60"/>
                <p:cNvSpPr/>
                <p:nvPr/>
              </p:nvSpPr>
              <p:spPr>
                <a:xfrm flipH="1">
                  <a:off x="7287122" y="1341025"/>
                  <a:ext cx="507103" cy="73419"/>
                </a:xfrm>
                <a:custGeom>
                  <a:avLst/>
                  <a:gdLst/>
                  <a:ahLst/>
                  <a:cxnLst/>
                  <a:rect l="l" t="t" r="r" b="b"/>
                  <a:pathLst>
                    <a:path w="35124" h="7846" extrusionOk="0">
                      <a:moveTo>
                        <a:pt x="0" y="1"/>
                      </a:moveTo>
                      <a:lnTo>
                        <a:pt x="0" y="7845"/>
                      </a:lnTo>
                      <a:lnTo>
                        <a:pt x="35123" y="7845"/>
                      </a:lnTo>
                      <a:lnTo>
                        <a:pt x="35123"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850" name="Google Shape;5850;p60"/>
                <p:cNvCxnSpPr/>
                <p:nvPr/>
              </p:nvCxnSpPr>
              <p:spPr>
                <a:xfrm rot="10800000">
                  <a:off x="7818425" y="1377750"/>
                  <a:ext cx="164400" cy="0"/>
                </a:xfrm>
                <a:prstGeom prst="straightConnector1">
                  <a:avLst/>
                </a:prstGeom>
                <a:noFill/>
                <a:ln w="9525" cap="flat" cmpd="sng">
                  <a:solidFill>
                    <a:srgbClr val="869FB1"/>
                  </a:solidFill>
                  <a:prstDash val="solid"/>
                  <a:round/>
                  <a:headEnd type="none" w="med" len="med"/>
                  <a:tailEnd type="oval" w="med" len="med"/>
                </a:ln>
              </p:spPr>
            </p:cxnSp>
          </p:grpSp>
        </p:grpSp>
      </p:grpSp>
      <p:grpSp>
        <p:nvGrpSpPr>
          <p:cNvPr id="5851" name="Google Shape;5851;p60"/>
          <p:cNvGrpSpPr/>
          <p:nvPr/>
        </p:nvGrpSpPr>
        <p:grpSpPr>
          <a:xfrm>
            <a:off x="5790464" y="973181"/>
            <a:ext cx="1397729" cy="1098540"/>
            <a:chOff x="5900602" y="1193063"/>
            <a:chExt cx="1299851" cy="1021707"/>
          </a:xfrm>
        </p:grpSpPr>
        <p:grpSp>
          <p:nvGrpSpPr>
            <p:cNvPr id="5852" name="Google Shape;5852;p60"/>
            <p:cNvGrpSpPr/>
            <p:nvPr/>
          </p:nvGrpSpPr>
          <p:grpSpPr>
            <a:xfrm>
              <a:off x="6520337" y="1193063"/>
              <a:ext cx="341815" cy="799959"/>
              <a:chOff x="6520337" y="1193063"/>
              <a:chExt cx="341815" cy="799959"/>
            </a:xfrm>
          </p:grpSpPr>
          <p:grpSp>
            <p:nvGrpSpPr>
              <p:cNvPr id="5853" name="Google Shape;5853;p60"/>
              <p:cNvGrpSpPr/>
              <p:nvPr/>
            </p:nvGrpSpPr>
            <p:grpSpPr>
              <a:xfrm>
                <a:off x="6520337" y="1589527"/>
                <a:ext cx="213950" cy="403494"/>
                <a:chOff x="6520337" y="1589527"/>
                <a:chExt cx="213950" cy="403494"/>
              </a:xfrm>
            </p:grpSpPr>
            <p:sp>
              <p:nvSpPr>
                <p:cNvPr id="5854" name="Google Shape;5854;p60"/>
                <p:cNvSpPr/>
                <p:nvPr/>
              </p:nvSpPr>
              <p:spPr>
                <a:xfrm rot="-5400000">
                  <a:off x="6522864" y="1587001"/>
                  <a:ext cx="208853" cy="213906"/>
                </a:xfrm>
                <a:custGeom>
                  <a:avLst/>
                  <a:gdLst/>
                  <a:ahLst/>
                  <a:cxnLst/>
                  <a:rect l="l" t="t" r="r" b="b"/>
                  <a:pathLst>
                    <a:path w="24013" h="24594" extrusionOk="0">
                      <a:moveTo>
                        <a:pt x="725" y="0"/>
                      </a:moveTo>
                      <a:cubicBezTo>
                        <a:pt x="482" y="0"/>
                        <a:pt x="241" y="3"/>
                        <a:pt x="0" y="5"/>
                      </a:cubicBezTo>
                      <a:lnTo>
                        <a:pt x="0" y="22597"/>
                      </a:lnTo>
                      <a:cubicBezTo>
                        <a:pt x="118" y="22596"/>
                        <a:pt x="222" y="22595"/>
                        <a:pt x="312" y="22595"/>
                      </a:cubicBezTo>
                      <a:cubicBezTo>
                        <a:pt x="582" y="22595"/>
                        <a:pt x="725" y="22600"/>
                        <a:pt x="725" y="22600"/>
                      </a:cubicBezTo>
                      <a:cubicBezTo>
                        <a:pt x="725" y="22600"/>
                        <a:pt x="872" y="22595"/>
                        <a:pt x="1149" y="22595"/>
                      </a:cubicBezTo>
                      <a:cubicBezTo>
                        <a:pt x="2638" y="22595"/>
                        <a:pt x="7882" y="22740"/>
                        <a:pt x="14103" y="24594"/>
                      </a:cubicBezTo>
                      <a:lnTo>
                        <a:pt x="24013" y="5327"/>
                      </a:lnTo>
                      <a:cubicBezTo>
                        <a:pt x="24013" y="5327"/>
                        <a:pt x="16917" y="0"/>
                        <a:pt x="725"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55" name="Google Shape;5855;p60"/>
                <p:cNvSpPr/>
                <p:nvPr/>
              </p:nvSpPr>
              <p:spPr>
                <a:xfrm rot="-5400000">
                  <a:off x="6529204" y="1787939"/>
                  <a:ext cx="196250" cy="213915"/>
                </a:xfrm>
                <a:custGeom>
                  <a:avLst/>
                  <a:gdLst/>
                  <a:ahLst/>
                  <a:cxnLst/>
                  <a:rect l="l" t="t" r="r" b="b"/>
                  <a:pathLst>
                    <a:path w="22564" h="24595" extrusionOk="0">
                      <a:moveTo>
                        <a:pt x="22564" y="1"/>
                      </a:moveTo>
                      <a:cubicBezTo>
                        <a:pt x="15114" y="73"/>
                        <a:pt x="9649" y="1280"/>
                        <a:pt x="5965" y="2527"/>
                      </a:cubicBezTo>
                      <a:lnTo>
                        <a:pt x="5965" y="2528"/>
                      </a:lnTo>
                      <a:cubicBezTo>
                        <a:pt x="2949" y="3548"/>
                        <a:pt x="1124" y="4595"/>
                        <a:pt x="385" y="5067"/>
                      </a:cubicBezTo>
                      <a:cubicBezTo>
                        <a:pt x="382" y="5067"/>
                        <a:pt x="382" y="5068"/>
                        <a:pt x="380" y="5068"/>
                      </a:cubicBezTo>
                      <a:cubicBezTo>
                        <a:pt x="373" y="5074"/>
                        <a:pt x="366" y="5078"/>
                        <a:pt x="358" y="5083"/>
                      </a:cubicBezTo>
                      <a:cubicBezTo>
                        <a:pt x="344" y="5091"/>
                        <a:pt x="329" y="5100"/>
                        <a:pt x="316" y="5110"/>
                      </a:cubicBezTo>
                      <a:cubicBezTo>
                        <a:pt x="315" y="5112"/>
                        <a:pt x="313" y="5113"/>
                        <a:pt x="312" y="5113"/>
                      </a:cubicBezTo>
                      <a:cubicBezTo>
                        <a:pt x="293" y="5125"/>
                        <a:pt x="275" y="5136"/>
                        <a:pt x="258" y="5148"/>
                      </a:cubicBezTo>
                      <a:cubicBezTo>
                        <a:pt x="255" y="5150"/>
                        <a:pt x="251" y="5152"/>
                        <a:pt x="248" y="5155"/>
                      </a:cubicBezTo>
                      <a:cubicBezTo>
                        <a:pt x="240" y="5160"/>
                        <a:pt x="232" y="5166"/>
                        <a:pt x="224" y="5171"/>
                      </a:cubicBezTo>
                      <a:lnTo>
                        <a:pt x="191" y="5193"/>
                      </a:lnTo>
                      <a:cubicBezTo>
                        <a:pt x="189" y="5193"/>
                        <a:pt x="189" y="5195"/>
                        <a:pt x="188" y="5195"/>
                      </a:cubicBezTo>
                      <a:lnTo>
                        <a:pt x="171" y="5206"/>
                      </a:lnTo>
                      <a:cubicBezTo>
                        <a:pt x="162" y="5211"/>
                        <a:pt x="153" y="5217"/>
                        <a:pt x="146" y="5222"/>
                      </a:cubicBezTo>
                      <a:cubicBezTo>
                        <a:pt x="144" y="5224"/>
                        <a:pt x="144" y="5225"/>
                        <a:pt x="141" y="5225"/>
                      </a:cubicBezTo>
                      <a:cubicBezTo>
                        <a:pt x="137" y="5230"/>
                        <a:pt x="131" y="5231"/>
                        <a:pt x="127" y="5236"/>
                      </a:cubicBezTo>
                      <a:cubicBezTo>
                        <a:pt x="118" y="5243"/>
                        <a:pt x="109" y="5247"/>
                        <a:pt x="102" y="5253"/>
                      </a:cubicBezTo>
                      <a:cubicBezTo>
                        <a:pt x="95" y="5260"/>
                        <a:pt x="88" y="5265"/>
                        <a:pt x="80" y="5269"/>
                      </a:cubicBezTo>
                      <a:cubicBezTo>
                        <a:pt x="39" y="5297"/>
                        <a:pt x="15" y="5316"/>
                        <a:pt x="6" y="5323"/>
                      </a:cubicBezTo>
                      <a:lnTo>
                        <a:pt x="3" y="5324"/>
                      </a:lnTo>
                      <a:lnTo>
                        <a:pt x="0" y="5326"/>
                      </a:lnTo>
                      <a:lnTo>
                        <a:pt x="9910" y="24594"/>
                      </a:lnTo>
                      <a:cubicBezTo>
                        <a:pt x="10017" y="24561"/>
                        <a:pt x="10124" y="24530"/>
                        <a:pt x="10231" y="24499"/>
                      </a:cubicBezTo>
                      <a:cubicBezTo>
                        <a:pt x="10284" y="24482"/>
                        <a:pt x="10339" y="24466"/>
                        <a:pt x="10392" y="24451"/>
                      </a:cubicBezTo>
                      <a:cubicBezTo>
                        <a:pt x="10473" y="24428"/>
                        <a:pt x="10553" y="24403"/>
                        <a:pt x="10633" y="24381"/>
                      </a:cubicBezTo>
                      <a:cubicBezTo>
                        <a:pt x="10664" y="24373"/>
                        <a:pt x="10691" y="24364"/>
                        <a:pt x="10721" y="24357"/>
                      </a:cubicBezTo>
                      <a:cubicBezTo>
                        <a:pt x="10786" y="24339"/>
                        <a:pt x="10855" y="24320"/>
                        <a:pt x="10920" y="24303"/>
                      </a:cubicBezTo>
                      <a:cubicBezTo>
                        <a:pt x="10930" y="24298"/>
                        <a:pt x="10943" y="24297"/>
                        <a:pt x="10955" y="24293"/>
                      </a:cubicBezTo>
                      <a:cubicBezTo>
                        <a:pt x="11032" y="24274"/>
                        <a:pt x="11111" y="24252"/>
                        <a:pt x="11188" y="24231"/>
                      </a:cubicBezTo>
                      <a:cubicBezTo>
                        <a:pt x="11192" y="24230"/>
                        <a:pt x="11200" y="24227"/>
                        <a:pt x="11206" y="24226"/>
                      </a:cubicBezTo>
                      <a:cubicBezTo>
                        <a:pt x="11307" y="24198"/>
                        <a:pt x="11409" y="24172"/>
                        <a:pt x="11511" y="24146"/>
                      </a:cubicBezTo>
                      <a:cubicBezTo>
                        <a:pt x="11613" y="24118"/>
                        <a:pt x="11715" y="24093"/>
                        <a:pt x="11816" y="24067"/>
                      </a:cubicBezTo>
                      <a:cubicBezTo>
                        <a:pt x="11877" y="24052"/>
                        <a:pt x="11938" y="24036"/>
                        <a:pt x="11998" y="24022"/>
                      </a:cubicBezTo>
                      <a:cubicBezTo>
                        <a:pt x="12071" y="24004"/>
                        <a:pt x="12143" y="23987"/>
                        <a:pt x="12216" y="23969"/>
                      </a:cubicBezTo>
                      <a:cubicBezTo>
                        <a:pt x="17046" y="22790"/>
                        <a:pt x="20998" y="22614"/>
                        <a:pt x="22564" y="22595"/>
                      </a:cubicBezTo>
                      <a:lnTo>
                        <a:pt x="22564"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56" name="Google Shape;5856;p60"/>
              <p:cNvGrpSpPr/>
              <p:nvPr/>
            </p:nvGrpSpPr>
            <p:grpSpPr>
              <a:xfrm>
                <a:off x="6577204" y="1193063"/>
                <a:ext cx="284947" cy="464512"/>
                <a:chOff x="6577204" y="1193063"/>
                <a:chExt cx="284947" cy="464512"/>
              </a:xfrm>
            </p:grpSpPr>
            <p:sp>
              <p:nvSpPr>
                <p:cNvPr id="5857" name="Google Shape;5857;p60"/>
                <p:cNvSpPr/>
                <p:nvPr/>
              </p:nvSpPr>
              <p:spPr>
                <a:xfrm>
                  <a:off x="6577204" y="1193063"/>
                  <a:ext cx="284947" cy="63648"/>
                </a:xfrm>
                <a:custGeom>
                  <a:avLst/>
                  <a:gdLst/>
                  <a:ahLst/>
                  <a:cxnLst/>
                  <a:rect l="l" t="t" r="r" b="b"/>
                  <a:pathLst>
                    <a:path w="32762" h="7318" extrusionOk="0">
                      <a:moveTo>
                        <a:pt x="0" y="1"/>
                      </a:moveTo>
                      <a:lnTo>
                        <a:pt x="0" y="7318"/>
                      </a:lnTo>
                      <a:lnTo>
                        <a:pt x="32762" y="7318"/>
                      </a:lnTo>
                      <a:lnTo>
                        <a:pt x="32762"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858" name="Google Shape;5858;p60"/>
                <p:cNvCxnSpPr/>
                <p:nvPr/>
              </p:nvCxnSpPr>
              <p:spPr>
                <a:xfrm rot="10800000">
                  <a:off x="6677825" y="1279575"/>
                  <a:ext cx="0" cy="378000"/>
                </a:xfrm>
                <a:prstGeom prst="straightConnector1">
                  <a:avLst/>
                </a:prstGeom>
                <a:noFill/>
                <a:ln w="9525" cap="flat" cmpd="sng">
                  <a:solidFill>
                    <a:srgbClr val="A5B7C6"/>
                  </a:solidFill>
                  <a:prstDash val="solid"/>
                  <a:round/>
                  <a:headEnd type="none" w="med" len="med"/>
                  <a:tailEnd type="oval" w="med" len="med"/>
                </a:ln>
              </p:spPr>
            </p:cxnSp>
          </p:grpSp>
        </p:grpSp>
        <p:grpSp>
          <p:nvGrpSpPr>
            <p:cNvPr id="5859" name="Google Shape;5859;p60"/>
            <p:cNvGrpSpPr/>
            <p:nvPr/>
          </p:nvGrpSpPr>
          <p:grpSpPr>
            <a:xfrm>
              <a:off x="6238903" y="1193063"/>
              <a:ext cx="300475" cy="900152"/>
              <a:chOff x="6238903" y="1193063"/>
              <a:chExt cx="300475" cy="900152"/>
            </a:xfrm>
          </p:grpSpPr>
          <p:grpSp>
            <p:nvGrpSpPr>
              <p:cNvPr id="5860" name="Google Shape;5860;p60"/>
              <p:cNvGrpSpPr/>
              <p:nvPr/>
            </p:nvGrpSpPr>
            <p:grpSpPr>
              <a:xfrm>
                <a:off x="6290865" y="1489315"/>
                <a:ext cx="248514" cy="603900"/>
                <a:chOff x="6290865" y="1489315"/>
                <a:chExt cx="248514" cy="603900"/>
              </a:xfrm>
            </p:grpSpPr>
            <p:sp>
              <p:nvSpPr>
                <p:cNvPr id="5861" name="Google Shape;5861;p60"/>
                <p:cNvSpPr/>
                <p:nvPr/>
              </p:nvSpPr>
              <p:spPr>
                <a:xfrm rot="-5400000">
                  <a:off x="6260589" y="1519591"/>
                  <a:ext cx="309066" cy="248514"/>
                </a:xfrm>
                <a:custGeom>
                  <a:avLst/>
                  <a:gdLst/>
                  <a:ahLst/>
                  <a:cxnLst/>
                  <a:rect l="l" t="t" r="r" b="b"/>
                  <a:pathLst>
                    <a:path w="35535" h="28573" extrusionOk="0">
                      <a:moveTo>
                        <a:pt x="727" y="0"/>
                      </a:moveTo>
                      <a:cubicBezTo>
                        <a:pt x="484" y="0"/>
                        <a:pt x="241" y="2"/>
                        <a:pt x="0" y="3"/>
                      </a:cubicBezTo>
                      <a:lnTo>
                        <a:pt x="0" y="22994"/>
                      </a:lnTo>
                      <a:cubicBezTo>
                        <a:pt x="259" y="22992"/>
                        <a:pt x="501" y="22989"/>
                        <a:pt x="727" y="22989"/>
                      </a:cubicBezTo>
                      <a:cubicBezTo>
                        <a:pt x="5078" y="22989"/>
                        <a:pt x="15152" y="23439"/>
                        <a:pt x="25134" y="28572"/>
                      </a:cubicBezTo>
                      <a:lnTo>
                        <a:pt x="35534" y="9632"/>
                      </a:lnTo>
                      <a:cubicBezTo>
                        <a:pt x="35534" y="9632"/>
                        <a:pt x="21952" y="0"/>
                        <a:pt x="72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2" name="Google Shape;5862;p60"/>
                <p:cNvSpPr/>
                <p:nvPr/>
              </p:nvSpPr>
              <p:spPr>
                <a:xfrm rot="-5400000">
                  <a:off x="6266916" y="1820752"/>
                  <a:ext cx="296437" cy="248488"/>
                </a:xfrm>
                <a:custGeom>
                  <a:avLst/>
                  <a:gdLst/>
                  <a:ahLst/>
                  <a:cxnLst/>
                  <a:rect l="l" t="t" r="r" b="b"/>
                  <a:pathLst>
                    <a:path w="34083" h="28570" extrusionOk="0">
                      <a:moveTo>
                        <a:pt x="34083" y="0"/>
                      </a:moveTo>
                      <a:cubicBezTo>
                        <a:pt x="22684" y="120"/>
                        <a:pt x="13548" y="2997"/>
                        <a:pt x="7617" y="5579"/>
                      </a:cubicBezTo>
                      <a:cubicBezTo>
                        <a:pt x="5629" y="6444"/>
                        <a:pt x="3999" y="7274"/>
                        <a:pt x="2767" y="7955"/>
                      </a:cubicBezTo>
                      <a:cubicBezTo>
                        <a:pt x="2743" y="7970"/>
                        <a:pt x="2717" y="7985"/>
                        <a:pt x="2693" y="7996"/>
                      </a:cubicBezTo>
                      <a:cubicBezTo>
                        <a:pt x="2692" y="7996"/>
                        <a:pt x="2689" y="7999"/>
                        <a:pt x="2687" y="7999"/>
                      </a:cubicBezTo>
                      <a:cubicBezTo>
                        <a:pt x="2454" y="8127"/>
                        <a:pt x="2237" y="8251"/>
                        <a:pt x="2034" y="8368"/>
                      </a:cubicBezTo>
                      <a:lnTo>
                        <a:pt x="1958" y="8411"/>
                      </a:lnTo>
                      <a:cubicBezTo>
                        <a:pt x="1952" y="8416"/>
                        <a:pt x="1949" y="8418"/>
                        <a:pt x="1943" y="8421"/>
                      </a:cubicBezTo>
                      <a:cubicBezTo>
                        <a:pt x="1913" y="8437"/>
                        <a:pt x="1884" y="8455"/>
                        <a:pt x="1854" y="8472"/>
                      </a:cubicBezTo>
                      <a:cubicBezTo>
                        <a:pt x="1844" y="8478"/>
                        <a:pt x="1834" y="8483"/>
                        <a:pt x="1825" y="8488"/>
                      </a:cubicBezTo>
                      <a:cubicBezTo>
                        <a:pt x="1718" y="8552"/>
                        <a:pt x="1616" y="8612"/>
                        <a:pt x="1517" y="8670"/>
                      </a:cubicBezTo>
                      <a:cubicBezTo>
                        <a:pt x="1476" y="8697"/>
                        <a:pt x="1435" y="8720"/>
                        <a:pt x="1396" y="8743"/>
                      </a:cubicBezTo>
                      <a:cubicBezTo>
                        <a:pt x="1349" y="8771"/>
                        <a:pt x="1305" y="8799"/>
                        <a:pt x="1262" y="8823"/>
                      </a:cubicBezTo>
                      <a:cubicBezTo>
                        <a:pt x="1246" y="8832"/>
                        <a:pt x="1230" y="8844"/>
                        <a:pt x="1214" y="8852"/>
                      </a:cubicBezTo>
                      <a:cubicBezTo>
                        <a:pt x="1166" y="8882"/>
                        <a:pt x="1119" y="8911"/>
                        <a:pt x="1072" y="8938"/>
                      </a:cubicBezTo>
                      <a:cubicBezTo>
                        <a:pt x="1042" y="8956"/>
                        <a:pt x="1013" y="8973"/>
                        <a:pt x="985" y="8991"/>
                      </a:cubicBezTo>
                      <a:cubicBezTo>
                        <a:pt x="941" y="9018"/>
                        <a:pt x="901" y="9043"/>
                        <a:pt x="860" y="9069"/>
                      </a:cubicBezTo>
                      <a:cubicBezTo>
                        <a:pt x="845" y="9078"/>
                        <a:pt x="832" y="9087"/>
                        <a:pt x="821" y="9094"/>
                      </a:cubicBezTo>
                      <a:cubicBezTo>
                        <a:pt x="794" y="9112"/>
                        <a:pt x="771" y="9126"/>
                        <a:pt x="748" y="9141"/>
                      </a:cubicBezTo>
                      <a:cubicBezTo>
                        <a:pt x="733" y="9148"/>
                        <a:pt x="720" y="9157"/>
                        <a:pt x="706" y="9166"/>
                      </a:cubicBezTo>
                      <a:cubicBezTo>
                        <a:pt x="692" y="9174"/>
                        <a:pt x="678" y="9182"/>
                        <a:pt x="665" y="9192"/>
                      </a:cubicBezTo>
                      <a:cubicBezTo>
                        <a:pt x="643" y="9206"/>
                        <a:pt x="621" y="9218"/>
                        <a:pt x="599" y="9233"/>
                      </a:cubicBezTo>
                      <a:cubicBezTo>
                        <a:pt x="582" y="9244"/>
                        <a:pt x="567" y="9254"/>
                        <a:pt x="551" y="9265"/>
                      </a:cubicBezTo>
                      <a:cubicBezTo>
                        <a:pt x="534" y="9275"/>
                        <a:pt x="518" y="9283"/>
                        <a:pt x="502" y="9295"/>
                      </a:cubicBezTo>
                      <a:cubicBezTo>
                        <a:pt x="483" y="9305"/>
                        <a:pt x="465" y="9318"/>
                        <a:pt x="446" y="9330"/>
                      </a:cubicBezTo>
                      <a:cubicBezTo>
                        <a:pt x="305" y="9422"/>
                        <a:pt x="196" y="9493"/>
                        <a:pt x="122" y="9544"/>
                      </a:cubicBezTo>
                      <a:lnTo>
                        <a:pt x="104" y="9556"/>
                      </a:lnTo>
                      <a:cubicBezTo>
                        <a:pt x="72" y="9578"/>
                        <a:pt x="46" y="9595"/>
                        <a:pt x="30" y="9607"/>
                      </a:cubicBezTo>
                      <a:cubicBezTo>
                        <a:pt x="28" y="9608"/>
                        <a:pt x="24" y="9610"/>
                        <a:pt x="23" y="9611"/>
                      </a:cubicBezTo>
                      <a:cubicBezTo>
                        <a:pt x="17" y="9615"/>
                        <a:pt x="14" y="9618"/>
                        <a:pt x="9" y="9621"/>
                      </a:cubicBezTo>
                      <a:cubicBezTo>
                        <a:pt x="8" y="9623"/>
                        <a:pt x="7" y="9624"/>
                        <a:pt x="5" y="9624"/>
                      </a:cubicBezTo>
                      <a:lnTo>
                        <a:pt x="1" y="9629"/>
                      </a:lnTo>
                      <a:lnTo>
                        <a:pt x="10402" y="28569"/>
                      </a:lnTo>
                      <a:lnTo>
                        <a:pt x="10669" y="28432"/>
                      </a:lnTo>
                      <a:cubicBezTo>
                        <a:pt x="10734" y="28399"/>
                        <a:pt x="10803" y="28365"/>
                        <a:pt x="10868" y="28333"/>
                      </a:cubicBezTo>
                      <a:cubicBezTo>
                        <a:pt x="10913" y="28309"/>
                        <a:pt x="10960" y="28287"/>
                        <a:pt x="11007" y="28263"/>
                      </a:cubicBezTo>
                      <a:cubicBezTo>
                        <a:pt x="11052" y="28242"/>
                        <a:pt x="11095" y="28220"/>
                        <a:pt x="11141" y="28198"/>
                      </a:cubicBezTo>
                      <a:cubicBezTo>
                        <a:pt x="11264" y="28138"/>
                        <a:pt x="11387" y="28079"/>
                        <a:pt x="11510" y="28020"/>
                      </a:cubicBezTo>
                      <a:cubicBezTo>
                        <a:pt x="11570" y="27991"/>
                        <a:pt x="11633" y="27962"/>
                        <a:pt x="11694" y="27933"/>
                      </a:cubicBezTo>
                      <a:cubicBezTo>
                        <a:pt x="11754" y="27904"/>
                        <a:pt x="11816" y="27875"/>
                        <a:pt x="11877" y="27846"/>
                      </a:cubicBezTo>
                      <a:cubicBezTo>
                        <a:pt x="20843" y="23637"/>
                        <a:pt x="29650" y="23043"/>
                        <a:pt x="34083" y="22991"/>
                      </a:cubicBezTo>
                      <a:lnTo>
                        <a:pt x="340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63" name="Google Shape;5863;p60"/>
              <p:cNvGrpSpPr/>
              <p:nvPr/>
            </p:nvGrpSpPr>
            <p:grpSpPr>
              <a:xfrm>
                <a:off x="6238903" y="1193063"/>
                <a:ext cx="284947" cy="333087"/>
                <a:chOff x="6238903" y="1193063"/>
                <a:chExt cx="284947" cy="333087"/>
              </a:xfrm>
            </p:grpSpPr>
            <p:sp>
              <p:nvSpPr>
                <p:cNvPr id="5864" name="Google Shape;5864;p60"/>
                <p:cNvSpPr/>
                <p:nvPr/>
              </p:nvSpPr>
              <p:spPr>
                <a:xfrm>
                  <a:off x="6238903" y="1193063"/>
                  <a:ext cx="284947" cy="63648"/>
                </a:xfrm>
                <a:custGeom>
                  <a:avLst/>
                  <a:gdLst/>
                  <a:ahLst/>
                  <a:cxnLst/>
                  <a:rect l="l" t="t" r="r" b="b"/>
                  <a:pathLst>
                    <a:path w="32762" h="7318" extrusionOk="0">
                      <a:moveTo>
                        <a:pt x="0" y="0"/>
                      </a:moveTo>
                      <a:lnTo>
                        <a:pt x="0" y="7317"/>
                      </a:lnTo>
                      <a:lnTo>
                        <a:pt x="32762" y="7317"/>
                      </a:lnTo>
                      <a:lnTo>
                        <a:pt x="3276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865" name="Google Shape;5865;p60"/>
                <p:cNvCxnSpPr/>
                <p:nvPr/>
              </p:nvCxnSpPr>
              <p:spPr>
                <a:xfrm rot="10800000">
                  <a:off x="6431250" y="1279250"/>
                  <a:ext cx="0" cy="246900"/>
                </a:xfrm>
                <a:prstGeom prst="straightConnector1">
                  <a:avLst/>
                </a:prstGeom>
                <a:noFill/>
                <a:ln w="9525" cap="flat" cmpd="sng">
                  <a:solidFill>
                    <a:srgbClr val="869FB2"/>
                  </a:solidFill>
                  <a:prstDash val="solid"/>
                  <a:round/>
                  <a:headEnd type="none" w="med" len="med"/>
                  <a:tailEnd type="oval" w="med" len="med"/>
                </a:ln>
              </p:spPr>
            </p:cxnSp>
          </p:grpSp>
        </p:grpSp>
        <p:grpSp>
          <p:nvGrpSpPr>
            <p:cNvPr id="5866" name="Google Shape;5866;p60"/>
            <p:cNvGrpSpPr/>
            <p:nvPr/>
          </p:nvGrpSpPr>
          <p:grpSpPr>
            <a:xfrm>
              <a:off x="5900602" y="1193063"/>
              <a:ext cx="444345" cy="1021707"/>
              <a:chOff x="5900602" y="1193063"/>
              <a:chExt cx="444345" cy="1021707"/>
            </a:xfrm>
          </p:grpSpPr>
          <p:grpSp>
            <p:nvGrpSpPr>
              <p:cNvPr id="5867" name="Google Shape;5867;p60"/>
              <p:cNvGrpSpPr/>
              <p:nvPr/>
            </p:nvGrpSpPr>
            <p:grpSpPr>
              <a:xfrm>
                <a:off x="6046501" y="1367785"/>
                <a:ext cx="298446" cy="846986"/>
                <a:chOff x="6046501" y="1367785"/>
                <a:chExt cx="298446" cy="846986"/>
              </a:xfrm>
            </p:grpSpPr>
            <p:sp>
              <p:nvSpPr>
                <p:cNvPr id="5868" name="Google Shape;5868;p60"/>
                <p:cNvSpPr/>
                <p:nvPr/>
              </p:nvSpPr>
              <p:spPr>
                <a:xfrm rot="-5400000">
                  <a:off x="5980418" y="1433868"/>
                  <a:ext cx="430613" cy="298446"/>
                </a:xfrm>
                <a:custGeom>
                  <a:avLst/>
                  <a:gdLst/>
                  <a:ahLst/>
                  <a:cxnLst/>
                  <a:rect l="l" t="t" r="r" b="b"/>
                  <a:pathLst>
                    <a:path w="49510" h="34314" extrusionOk="0">
                      <a:moveTo>
                        <a:pt x="722" y="0"/>
                      </a:moveTo>
                      <a:cubicBezTo>
                        <a:pt x="481" y="0"/>
                        <a:pt x="241" y="0"/>
                        <a:pt x="1" y="3"/>
                      </a:cubicBezTo>
                      <a:lnTo>
                        <a:pt x="1" y="24234"/>
                      </a:lnTo>
                      <a:cubicBezTo>
                        <a:pt x="243" y="24230"/>
                        <a:pt x="428" y="24229"/>
                        <a:pt x="550" y="24229"/>
                      </a:cubicBezTo>
                      <a:cubicBezTo>
                        <a:pt x="648" y="24229"/>
                        <a:pt x="706" y="24230"/>
                        <a:pt x="722" y="24230"/>
                      </a:cubicBezTo>
                      <a:lnTo>
                        <a:pt x="729" y="24230"/>
                      </a:lnTo>
                      <a:cubicBezTo>
                        <a:pt x="773" y="24230"/>
                        <a:pt x="1173" y="24214"/>
                        <a:pt x="1871" y="24214"/>
                      </a:cubicBezTo>
                      <a:cubicBezTo>
                        <a:pt x="6340" y="24214"/>
                        <a:pt x="23046" y="24853"/>
                        <a:pt x="37171" y="34314"/>
                      </a:cubicBezTo>
                      <a:lnTo>
                        <a:pt x="49510" y="11872"/>
                      </a:lnTo>
                      <a:cubicBezTo>
                        <a:pt x="49510" y="11872"/>
                        <a:pt x="31299" y="3"/>
                        <a:pt x="72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9" name="Google Shape;5869;p60"/>
                <p:cNvSpPr/>
                <p:nvPr/>
              </p:nvSpPr>
              <p:spPr>
                <a:xfrm rot="-5400000">
                  <a:off x="5986745" y="1856568"/>
                  <a:ext cx="417984" cy="298420"/>
                </a:xfrm>
                <a:custGeom>
                  <a:avLst/>
                  <a:gdLst/>
                  <a:ahLst/>
                  <a:cxnLst/>
                  <a:rect l="l" t="t" r="r" b="b"/>
                  <a:pathLst>
                    <a:path w="48058" h="34311" extrusionOk="0">
                      <a:moveTo>
                        <a:pt x="48058" y="0"/>
                      </a:moveTo>
                      <a:cubicBezTo>
                        <a:pt x="40706" y="47"/>
                        <a:pt x="34078" y="776"/>
                        <a:pt x="28261" y="1849"/>
                      </a:cubicBezTo>
                      <a:cubicBezTo>
                        <a:pt x="20919" y="3208"/>
                        <a:pt x="14865" y="5126"/>
                        <a:pt x="10271" y="6917"/>
                      </a:cubicBezTo>
                      <a:cubicBezTo>
                        <a:pt x="5004" y="8972"/>
                        <a:pt x="1653" y="10865"/>
                        <a:pt x="474" y="11571"/>
                      </a:cubicBezTo>
                      <a:cubicBezTo>
                        <a:pt x="462" y="11578"/>
                        <a:pt x="449" y="11585"/>
                        <a:pt x="439" y="11593"/>
                      </a:cubicBezTo>
                      <a:cubicBezTo>
                        <a:pt x="427" y="11600"/>
                        <a:pt x="417" y="11606"/>
                        <a:pt x="406" y="11613"/>
                      </a:cubicBezTo>
                      <a:cubicBezTo>
                        <a:pt x="384" y="11628"/>
                        <a:pt x="365" y="11638"/>
                        <a:pt x="344" y="11651"/>
                      </a:cubicBezTo>
                      <a:cubicBezTo>
                        <a:pt x="328" y="11661"/>
                        <a:pt x="311" y="11671"/>
                        <a:pt x="296" y="11680"/>
                      </a:cubicBezTo>
                      <a:cubicBezTo>
                        <a:pt x="285" y="11689"/>
                        <a:pt x="273" y="11696"/>
                        <a:pt x="260" y="11703"/>
                      </a:cubicBezTo>
                      <a:cubicBezTo>
                        <a:pt x="251" y="11709"/>
                        <a:pt x="242" y="11715"/>
                        <a:pt x="235" y="11719"/>
                      </a:cubicBezTo>
                      <a:cubicBezTo>
                        <a:pt x="126" y="11788"/>
                        <a:pt x="53" y="11833"/>
                        <a:pt x="20" y="11855"/>
                      </a:cubicBezTo>
                      <a:cubicBezTo>
                        <a:pt x="18" y="11856"/>
                        <a:pt x="14" y="11858"/>
                        <a:pt x="12" y="11861"/>
                      </a:cubicBezTo>
                      <a:cubicBezTo>
                        <a:pt x="4" y="11865"/>
                        <a:pt x="1" y="11869"/>
                        <a:pt x="1" y="11869"/>
                      </a:cubicBezTo>
                      <a:lnTo>
                        <a:pt x="12338" y="34311"/>
                      </a:lnTo>
                      <a:cubicBezTo>
                        <a:pt x="12429" y="34252"/>
                        <a:pt x="12518" y="34194"/>
                        <a:pt x="12608" y="34136"/>
                      </a:cubicBezTo>
                      <a:cubicBezTo>
                        <a:pt x="12655" y="34107"/>
                        <a:pt x="12700" y="34076"/>
                        <a:pt x="12747" y="34047"/>
                      </a:cubicBezTo>
                      <a:cubicBezTo>
                        <a:pt x="12789" y="34021"/>
                        <a:pt x="12830" y="33996"/>
                        <a:pt x="12869" y="33970"/>
                      </a:cubicBezTo>
                      <a:cubicBezTo>
                        <a:pt x="12927" y="33932"/>
                        <a:pt x="12986" y="33896"/>
                        <a:pt x="13045" y="33858"/>
                      </a:cubicBezTo>
                      <a:cubicBezTo>
                        <a:pt x="13124" y="33808"/>
                        <a:pt x="13204" y="33759"/>
                        <a:pt x="13283" y="33709"/>
                      </a:cubicBezTo>
                      <a:cubicBezTo>
                        <a:pt x="13363" y="33661"/>
                        <a:pt x="13441" y="33612"/>
                        <a:pt x="13521" y="33562"/>
                      </a:cubicBezTo>
                      <a:cubicBezTo>
                        <a:pt x="13601" y="33513"/>
                        <a:pt x="13679" y="33465"/>
                        <a:pt x="13759" y="33417"/>
                      </a:cubicBezTo>
                      <a:cubicBezTo>
                        <a:pt x="13842" y="33367"/>
                        <a:pt x="13922" y="33319"/>
                        <a:pt x="14003" y="33270"/>
                      </a:cubicBezTo>
                      <a:cubicBezTo>
                        <a:pt x="14082" y="33222"/>
                        <a:pt x="14159" y="33175"/>
                        <a:pt x="14238" y="33130"/>
                      </a:cubicBezTo>
                      <a:cubicBezTo>
                        <a:pt x="14318" y="33082"/>
                        <a:pt x="14398" y="33037"/>
                        <a:pt x="14478" y="32990"/>
                      </a:cubicBezTo>
                      <a:cubicBezTo>
                        <a:pt x="14558" y="32943"/>
                        <a:pt x="14638" y="32897"/>
                        <a:pt x="14718" y="32852"/>
                      </a:cubicBezTo>
                      <a:cubicBezTo>
                        <a:pt x="14798" y="32804"/>
                        <a:pt x="14879" y="32758"/>
                        <a:pt x="14959" y="32713"/>
                      </a:cubicBezTo>
                      <a:cubicBezTo>
                        <a:pt x="15120" y="32622"/>
                        <a:pt x="15280" y="32531"/>
                        <a:pt x="15444" y="32441"/>
                      </a:cubicBezTo>
                      <a:cubicBezTo>
                        <a:pt x="15521" y="32397"/>
                        <a:pt x="15598" y="32357"/>
                        <a:pt x="15674" y="32314"/>
                      </a:cubicBezTo>
                      <a:cubicBezTo>
                        <a:pt x="15698" y="32301"/>
                        <a:pt x="15723" y="32287"/>
                        <a:pt x="15746" y="32274"/>
                      </a:cubicBezTo>
                      <a:cubicBezTo>
                        <a:pt x="15888" y="32196"/>
                        <a:pt x="16029" y="32119"/>
                        <a:pt x="16172" y="32045"/>
                      </a:cubicBezTo>
                      <a:cubicBezTo>
                        <a:pt x="29547" y="24910"/>
                        <a:pt x="44618" y="24279"/>
                        <a:pt x="48058" y="24228"/>
                      </a:cubicBezTo>
                      <a:lnTo>
                        <a:pt x="48058"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70" name="Google Shape;5870;p60"/>
              <p:cNvGrpSpPr/>
              <p:nvPr/>
            </p:nvGrpSpPr>
            <p:grpSpPr>
              <a:xfrm>
                <a:off x="5900602" y="1193063"/>
                <a:ext cx="284947" cy="182312"/>
                <a:chOff x="5900602" y="1193063"/>
                <a:chExt cx="284947" cy="182312"/>
              </a:xfrm>
            </p:grpSpPr>
            <p:sp>
              <p:nvSpPr>
                <p:cNvPr id="5871" name="Google Shape;5871;p60"/>
                <p:cNvSpPr/>
                <p:nvPr/>
              </p:nvSpPr>
              <p:spPr>
                <a:xfrm>
                  <a:off x="5900602" y="1193063"/>
                  <a:ext cx="284947" cy="63648"/>
                </a:xfrm>
                <a:custGeom>
                  <a:avLst/>
                  <a:gdLst/>
                  <a:ahLst/>
                  <a:cxnLst/>
                  <a:rect l="l" t="t" r="r" b="b"/>
                  <a:pathLst>
                    <a:path w="32762" h="7318" extrusionOk="0">
                      <a:moveTo>
                        <a:pt x="0" y="0"/>
                      </a:moveTo>
                      <a:lnTo>
                        <a:pt x="0" y="7318"/>
                      </a:lnTo>
                      <a:lnTo>
                        <a:pt x="32762" y="7318"/>
                      </a:lnTo>
                      <a:lnTo>
                        <a:pt x="32762"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872" name="Google Shape;5872;p60"/>
                <p:cNvCxnSpPr/>
                <p:nvPr/>
              </p:nvCxnSpPr>
              <p:spPr>
                <a:xfrm rot="10800000">
                  <a:off x="6156950" y="1279675"/>
                  <a:ext cx="0" cy="95700"/>
                </a:xfrm>
                <a:prstGeom prst="straightConnector1">
                  <a:avLst/>
                </a:prstGeom>
                <a:noFill/>
                <a:ln w="9525" cap="flat" cmpd="sng">
                  <a:solidFill>
                    <a:srgbClr val="657E93"/>
                  </a:solidFill>
                  <a:prstDash val="solid"/>
                  <a:round/>
                  <a:headEnd type="none" w="med" len="med"/>
                  <a:tailEnd type="oval" w="med" len="med"/>
                </a:ln>
              </p:spPr>
            </p:cxnSp>
          </p:grpSp>
        </p:grpSp>
        <p:grpSp>
          <p:nvGrpSpPr>
            <p:cNvPr id="5873" name="Google Shape;5873;p60"/>
            <p:cNvGrpSpPr/>
            <p:nvPr/>
          </p:nvGrpSpPr>
          <p:grpSpPr>
            <a:xfrm>
              <a:off x="6738300" y="1193063"/>
              <a:ext cx="462153" cy="707634"/>
              <a:chOff x="6738300" y="1193063"/>
              <a:chExt cx="462153" cy="707634"/>
            </a:xfrm>
          </p:grpSpPr>
          <p:grpSp>
            <p:nvGrpSpPr>
              <p:cNvPr id="5874" name="Google Shape;5874;p60"/>
              <p:cNvGrpSpPr/>
              <p:nvPr/>
            </p:nvGrpSpPr>
            <p:grpSpPr>
              <a:xfrm>
                <a:off x="6915505" y="1193063"/>
                <a:ext cx="284947" cy="597387"/>
                <a:chOff x="6915505" y="1193063"/>
                <a:chExt cx="284947" cy="597387"/>
              </a:xfrm>
            </p:grpSpPr>
            <p:sp>
              <p:nvSpPr>
                <p:cNvPr id="5875" name="Google Shape;5875;p60"/>
                <p:cNvSpPr/>
                <p:nvPr/>
              </p:nvSpPr>
              <p:spPr>
                <a:xfrm>
                  <a:off x="6915505" y="1193063"/>
                  <a:ext cx="284947" cy="63648"/>
                </a:xfrm>
                <a:custGeom>
                  <a:avLst/>
                  <a:gdLst/>
                  <a:ahLst/>
                  <a:cxnLst/>
                  <a:rect l="l" t="t" r="r" b="b"/>
                  <a:pathLst>
                    <a:path w="32762" h="7318" extrusionOk="0">
                      <a:moveTo>
                        <a:pt x="0" y="1"/>
                      </a:moveTo>
                      <a:lnTo>
                        <a:pt x="0" y="7318"/>
                      </a:lnTo>
                      <a:lnTo>
                        <a:pt x="32762" y="7318"/>
                      </a:lnTo>
                      <a:lnTo>
                        <a:pt x="32762" y="1"/>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876" name="Google Shape;5876;p60"/>
                <p:cNvCxnSpPr/>
                <p:nvPr/>
              </p:nvCxnSpPr>
              <p:spPr>
                <a:xfrm rot="10800000">
                  <a:off x="6938275" y="1279850"/>
                  <a:ext cx="0" cy="510600"/>
                </a:xfrm>
                <a:prstGeom prst="straightConnector1">
                  <a:avLst/>
                </a:prstGeom>
                <a:noFill/>
                <a:ln w="9525" cap="flat" cmpd="sng">
                  <a:solidFill>
                    <a:srgbClr val="E3E7EA"/>
                  </a:solidFill>
                  <a:prstDash val="solid"/>
                  <a:round/>
                  <a:headEnd type="none" w="med" len="med"/>
                  <a:tailEnd type="oval" w="med" len="med"/>
                </a:ln>
              </p:spPr>
            </p:cxnSp>
          </p:grpSp>
          <p:grpSp>
            <p:nvGrpSpPr>
              <p:cNvPr id="5877" name="Google Shape;5877;p60"/>
              <p:cNvGrpSpPr/>
              <p:nvPr/>
            </p:nvGrpSpPr>
            <p:grpSpPr>
              <a:xfrm>
                <a:off x="6738300" y="1684725"/>
                <a:ext cx="230066" cy="215971"/>
                <a:chOff x="6738300" y="1684725"/>
                <a:chExt cx="230066" cy="215971"/>
              </a:xfrm>
            </p:grpSpPr>
            <p:sp>
              <p:nvSpPr>
                <p:cNvPr id="5878" name="Google Shape;5878;p60"/>
                <p:cNvSpPr/>
                <p:nvPr/>
              </p:nvSpPr>
              <p:spPr>
                <a:xfrm rot="-5400000">
                  <a:off x="6799187" y="1731518"/>
                  <a:ext cx="108296" cy="230061"/>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9" name="Google Shape;5879;p60"/>
                <p:cNvSpPr/>
                <p:nvPr/>
              </p:nvSpPr>
              <p:spPr>
                <a:xfrm rot="-5400000" flipH="1">
                  <a:off x="6799182" y="1623843"/>
                  <a:ext cx="108296" cy="230061"/>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5883"/>
        <p:cNvGrpSpPr/>
        <p:nvPr/>
      </p:nvGrpSpPr>
      <p:grpSpPr>
        <a:xfrm>
          <a:off x="0" y="0"/>
          <a:ext cx="0" cy="0"/>
          <a:chOff x="0" y="0"/>
          <a:chExt cx="0" cy="0"/>
        </a:xfrm>
      </p:grpSpPr>
      <p:grpSp>
        <p:nvGrpSpPr>
          <p:cNvPr id="5884" name="Google Shape;5884;p61"/>
          <p:cNvGrpSpPr/>
          <p:nvPr/>
        </p:nvGrpSpPr>
        <p:grpSpPr>
          <a:xfrm>
            <a:off x="826133" y="2318098"/>
            <a:ext cx="387992" cy="329326"/>
            <a:chOff x="839307" y="2318098"/>
            <a:chExt cx="387992" cy="329326"/>
          </a:xfrm>
        </p:grpSpPr>
        <p:sp>
          <p:nvSpPr>
            <p:cNvPr id="5885" name="Google Shape;5885;p61"/>
            <p:cNvSpPr/>
            <p:nvPr/>
          </p:nvSpPr>
          <p:spPr>
            <a:xfrm>
              <a:off x="963051" y="2318098"/>
              <a:ext cx="140532" cy="93872"/>
            </a:xfrm>
            <a:custGeom>
              <a:avLst/>
              <a:gdLst/>
              <a:ahLst/>
              <a:cxnLst/>
              <a:rect l="l" t="t" r="r" b="b"/>
              <a:pathLst>
                <a:path w="5349" h="3573" extrusionOk="0">
                  <a:moveTo>
                    <a:pt x="1415" y="1"/>
                  </a:moveTo>
                  <a:cubicBezTo>
                    <a:pt x="639" y="1"/>
                    <a:pt x="7" y="639"/>
                    <a:pt x="0" y="1416"/>
                  </a:cubicBezTo>
                  <a:lnTo>
                    <a:pt x="0" y="2976"/>
                  </a:lnTo>
                  <a:cubicBezTo>
                    <a:pt x="0" y="3309"/>
                    <a:pt x="271" y="3573"/>
                    <a:pt x="597" y="3573"/>
                  </a:cubicBezTo>
                  <a:cubicBezTo>
                    <a:pt x="930" y="3573"/>
                    <a:pt x="1193" y="3309"/>
                    <a:pt x="1193" y="2976"/>
                  </a:cubicBezTo>
                  <a:lnTo>
                    <a:pt x="1193" y="1416"/>
                  </a:lnTo>
                  <a:cubicBezTo>
                    <a:pt x="1193" y="1291"/>
                    <a:pt x="1298" y="1194"/>
                    <a:pt x="1422" y="1194"/>
                  </a:cubicBezTo>
                  <a:lnTo>
                    <a:pt x="3933" y="1194"/>
                  </a:lnTo>
                  <a:cubicBezTo>
                    <a:pt x="4058" y="1194"/>
                    <a:pt x="4162" y="1291"/>
                    <a:pt x="4162" y="1416"/>
                  </a:cubicBezTo>
                  <a:lnTo>
                    <a:pt x="4162" y="2976"/>
                  </a:lnTo>
                  <a:cubicBezTo>
                    <a:pt x="4162" y="3309"/>
                    <a:pt x="4433" y="3573"/>
                    <a:pt x="4759" y="3573"/>
                  </a:cubicBezTo>
                  <a:cubicBezTo>
                    <a:pt x="5085" y="3573"/>
                    <a:pt x="5348" y="3309"/>
                    <a:pt x="5348" y="2976"/>
                  </a:cubicBezTo>
                  <a:lnTo>
                    <a:pt x="5348" y="1423"/>
                  </a:lnTo>
                  <a:cubicBezTo>
                    <a:pt x="5348" y="632"/>
                    <a:pt x="4717" y="1"/>
                    <a:pt x="393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6" name="Google Shape;5886;p61"/>
            <p:cNvSpPr/>
            <p:nvPr/>
          </p:nvSpPr>
          <p:spPr>
            <a:xfrm>
              <a:off x="962867" y="2358741"/>
              <a:ext cx="31553" cy="53228"/>
            </a:xfrm>
            <a:custGeom>
              <a:avLst/>
              <a:gdLst/>
              <a:ahLst/>
              <a:cxnLst/>
              <a:rect l="l" t="t" r="r" b="b"/>
              <a:pathLst>
                <a:path w="1201" h="2026" extrusionOk="0">
                  <a:moveTo>
                    <a:pt x="7" y="0"/>
                  </a:moveTo>
                  <a:lnTo>
                    <a:pt x="7" y="1429"/>
                  </a:lnTo>
                  <a:cubicBezTo>
                    <a:pt x="1" y="1758"/>
                    <a:pt x="264" y="2026"/>
                    <a:pt x="591" y="2026"/>
                  </a:cubicBezTo>
                  <a:cubicBezTo>
                    <a:pt x="596" y="2026"/>
                    <a:pt x="600" y="2026"/>
                    <a:pt x="604" y="2026"/>
                  </a:cubicBezTo>
                  <a:cubicBezTo>
                    <a:pt x="930" y="2026"/>
                    <a:pt x="1200" y="1762"/>
                    <a:pt x="1200" y="1429"/>
                  </a:cubicBezTo>
                  <a:lnTo>
                    <a:pt x="120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7" name="Google Shape;5887;p61"/>
            <p:cNvSpPr/>
            <p:nvPr/>
          </p:nvSpPr>
          <p:spPr>
            <a:xfrm>
              <a:off x="1072397" y="2358741"/>
              <a:ext cx="31369" cy="53228"/>
            </a:xfrm>
            <a:custGeom>
              <a:avLst/>
              <a:gdLst/>
              <a:ahLst/>
              <a:cxnLst/>
              <a:rect l="l" t="t" r="r" b="b"/>
              <a:pathLst>
                <a:path w="1194" h="2026" extrusionOk="0">
                  <a:moveTo>
                    <a:pt x="0" y="0"/>
                  </a:moveTo>
                  <a:lnTo>
                    <a:pt x="0" y="1429"/>
                  </a:lnTo>
                  <a:cubicBezTo>
                    <a:pt x="0" y="1762"/>
                    <a:pt x="264" y="2026"/>
                    <a:pt x="597" y="2026"/>
                  </a:cubicBezTo>
                  <a:cubicBezTo>
                    <a:pt x="923" y="2026"/>
                    <a:pt x="1193" y="1762"/>
                    <a:pt x="1193" y="1429"/>
                  </a:cubicBezTo>
                  <a:lnTo>
                    <a:pt x="1193"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8" name="Google Shape;5888;p61"/>
            <p:cNvSpPr/>
            <p:nvPr/>
          </p:nvSpPr>
          <p:spPr>
            <a:xfrm>
              <a:off x="839307" y="2378419"/>
              <a:ext cx="387992" cy="260623"/>
            </a:xfrm>
            <a:custGeom>
              <a:avLst/>
              <a:gdLst/>
              <a:ahLst/>
              <a:cxnLst/>
              <a:rect l="l" t="t" r="r" b="b"/>
              <a:pathLst>
                <a:path w="14768" h="9920" extrusionOk="0">
                  <a:moveTo>
                    <a:pt x="1298" y="1"/>
                  </a:moveTo>
                  <a:cubicBezTo>
                    <a:pt x="583" y="1"/>
                    <a:pt x="1" y="583"/>
                    <a:pt x="1" y="1298"/>
                  </a:cubicBezTo>
                  <a:lnTo>
                    <a:pt x="1" y="8615"/>
                  </a:lnTo>
                  <a:cubicBezTo>
                    <a:pt x="1" y="9337"/>
                    <a:pt x="583" y="9919"/>
                    <a:pt x="1298" y="9919"/>
                  </a:cubicBezTo>
                  <a:lnTo>
                    <a:pt x="13471" y="9919"/>
                  </a:lnTo>
                  <a:cubicBezTo>
                    <a:pt x="14185" y="9919"/>
                    <a:pt x="14768" y="9337"/>
                    <a:pt x="14768" y="8615"/>
                  </a:cubicBezTo>
                  <a:lnTo>
                    <a:pt x="14768" y="1298"/>
                  </a:lnTo>
                  <a:cubicBezTo>
                    <a:pt x="14768" y="576"/>
                    <a:pt x="14185" y="1"/>
                    <a:pt x="1347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9" name="Google Shape;5889;p61"/>
            <p:cNvSpPr/>
            <p:nvPr/>
          </p:nvSpPr>
          <p:spPr>
            <a:xfrm>
              <a:off x="839307" y="2378235"/>
              <a:ext cx="65629" cy="260623"/>
            </a:xfrm>
            <a:custGeom>
              <a:avLst/>
              <a:gdLst/>
              <a:ahLst/>
              <a:cxnLst/>
              <a:rect l="l" t="t" r="r" b="b"/>
              <a:pathLst>
                <a:path w="2498" h="9920" extrusionOk="0">
                  <a:moveTo>
                    <a:pt x="1298" y="1"/>
                  </a:moveTo>
                  <a:cubicBezTo>
                    <a:pt x="583" y="1"/>
                    <a:pt x="1" y="583"/>
                    <a:pt x="1" y="1305"/>
                  </a:cubicBezTo>
                  <a:lnTo>
                    <a:pt x="1" y="8622"/>
                  </a:lnTo>
                  <a:cubicBezTo>
                    <a:pt x="1" y="9337"/>
                    <a:pt x="583" y="9919"/>
                    <a:pt x="1298" y="9919"/>
                  </a:cubicBezTo>
                  <a:lnTo>
                    <a:pt x="2491" y="9919"/>
                  </a:lnTo>
                  <a:cubicBezTo>
                    <a:pt x="1776" y="9919"/>
                    <a:pt x="1194" y="9337"/>
                    <a:pt x="1194" y="8622"/>
                  </a:cubicBezTo>
                  <a:lnTo>
                    <a:pt x="1194" y="1305"/>
                  </a:lnTo>
                  <a:cubicBezTo>
                    <a:pt x="1194" y="583"/>
                    <a:pt x="1776" y="1"/>
                    <a:pt x="249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0" name="Google Shape;5890;p61"/>
            <p:cNvSpPr/>
            <p:nvPr/>
          </p:nvSpPr>
          <p:spPr>
            <a:xfrm>
              <a:off x="893796" y="2369671"/>
              <a:ext cx="39199" cy="277753"/>
            </a:xfrm>
            <a:custGeom>
              <a:avLst/>
              <a:gdLst/>
              <a:ahLst/>
              <a:cxnLst/>
              <a:rect l="l" t="t" r="r" b="b"/>
              <a:pathLst>
                <a:path w="1492" h="10572" extrusionOk="0">
                  <a:moveTo>
                    <a:pt x="382" y="1"/>
                  </a:moveTo>
                  <a:cubicBezTo>
                    <a:pt x="174" y="1"/>
                    <a:pt x="1" y="174"/>
                    <a:pt x="1" y="389"/>
                  </a:cubicBezTo>
                  <a:lnTo>
                    <a:pt x="1" y="10190"/>
                  </a:lnTo>
                  <a:cubicBezTo>
                    <a:pt x="1" y="10398"/>
                    <a:pt x="174" y="10571"/>
                    <a:pt x="382" y="10571"/>
                  </a:cubicBezTo>
                  <a:lnTo>
                    <a:pt x="1110" y="10571"/>
                  </a:lnTo>
                  <a:cubicBezTo>
                    <a:pt x="1319" y="10571"/>
                    <a:pt x="1492" y="10398"/>
                    <a:pt x="1492" y="10190"/>
                  </a:cubicBezTo>
                  <a:lnTo>
                    <a:pt x="1492" y="389"/>
                  </a:lnTo>
                  <a:cubicBezTo>
                    <a:pt x="1492" y="174"/>
                    <a:pt x="1319" y="1"/>
                    <a:pt x="111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1" name="Google Shape;5891;p61"/>
            <p:cNvSpPr/>
            <p:nvPr/>
          </p:nvSpPr>
          <p:spPr>
            <a:xfrm>
              <a:off x="1133612" y="2369671"/>
              <a:ext cx="39199" cy="277753"/>
            </a:xfrm>
            <a:custGeom>
              <a:avLst/>
              <a:gdLst/>
              <a:ahLst/>
              <a:cxnLst/>
              <a:rect l="l" t="t" r="r" b="b"/>
              <a:pathLst>
                <a:path w="1492" h="10572" extrusionOk="0">
                  <a:moveTo>
                    <a:pt x="389" y="1"/>
                  </a:moveTo>
                  <a:cubicBezTo>
                    <a:pt x="174" y="1"/>
                    <a:pt x="1" y="174"/>
                    <a:pt x="1" y="389"/>
                  </a:cubicBezTo>
                  <a:lnTo>
                    <a:pt x="1" y="10190"/>
                  </a:lnTo>
                  <a:cubicBezTo>
                    <a:pt x="1" y="10398"/>
                    <a:pt x="174" y="10571"/>
                    <a:pt x="389" y="10571"/>
                  </a:cubicBezTo>
                  <a:lnTo>
                    <a:pt x="1110" y="10571"/>
                  </a:lnTo>
                  <a:cubicBezTo>
                    <a:pt x="1319" y="10571"/>
                    <a:pt x="1492" y="10398"/>
                    <a:pt x="1492" y="10190"/>
                  </a:cubicBezTo>
                  <a:lnTo>
                    <a:pt x="1492" y="389"/>
                  </a:lnTo>
                  <a:cubicBezTo>
                    <a:pt x="1492" y="174"/>
                    <a:pt x="1319" y="1"/>
                    <a:pt x="111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2" name="Google Shape;5892;p61"/>
            <p:cNvSpPr/>
            <p:nvPr/>
          </p:nvSpPr>
          <p:spPr>
            <a:xfrm>
              <a:off x="1021008" y="2540915"/>
              <a:ext cx="86752" cy="66864"/>
            </a:xfrm>
            <a:custGeom>
              <a:avLst/>
              <a:gdLst/>
              <a:ahLst/>
              <a:cxnLst/>
              <a:rect l="l" t="t" r="r" b="b"/>
              <a:pathLst>
                <a:path w="3302" h="2545" extrusionOk="0">
                  <a:moveTo>
                    <a:pt x="2477" y="0"/>
                  </a:moveTo>
                  <a:cubicBezTo>
                    <a:pt x="2428" y="0"/>
                    <a:pt x="2378" y="10"/>
                    <a:pt x="2331" y="30"/>
                  </a:cubicBezTo>
                  <a:lnTo>
                    <a:pt x="291" y="897"/>
                  </a:lnTo>
                  <a:cubicBezTo>
                    <a:pt x="90" y="974"/>
                    <a:pt x="0" y="1203"/>
                    <a:pt x="83" y="1404"/>
                  </a:cubicBezTo>
                  <a:lnTo>
                    <a:pt x="465" y="2312"/>
                  </a:lnTo>
                  <a:cubicBezTo>
                    <a:pt x="527" y="2458"/>
                    <a:pt x="671" y="2545"/>
                    <a:pt x="820" y="2545"/>
                  </a:cubicBezTo>
                  <a:cubicBezTo>
                    <a:pt x="871" y="2545"/>
                    <a:pt x="922" y="2535"/>
                    <a:pt x="971" y="2514"/>
                  </a:cubicBezTo>
                  <a:lnTo>
                    <a:pt x="3010" y="1653"/>
                  </a:lnTo>
                  <a:cubicBezTo>
                    <a:pt x="3212" y="1570"/>
                    <a:pt x="3302" y="1341"/>
                    <a:pt x="3219" y="1147"/>
                  </a:cubicBezTo>
                  <a:lnTo>
                    <a:pt x="2837" y="239"/>
                  </a:lnTo>
                  <a:cubicBezTo>
                    <a:pt x="2774" y="92"/>
                    <a:pt x="2628" y="0"/>
                    <a:pt x="2477"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3" name="Google Shape;5893;p61"/>
            <p:cNvSpPr/>
            <p:nvPr/>
          </p:nvSpPr>
          <p:spPr>
            <a:xfrm>
              <a:off x="1041947" y="2430544"/>
              <a:ext cx="64368" cy="46502"/>
            </a:xfrm>
            <a:custGeom>
              <a:avLst/>
              <a:gdLst/>
              <a:ahLst/>
              <a:cxnLst/>
              <a:rect l="l" t="t" r="r" b="b"/>
              <a:pathLst>
                <a:path w="2450" h="1770" extrusionOk="0">
                  <a:moveTo>
                    <a:pt x="1229" y="0"/>
                  </a:moveTo>
                  <a:cubicBezTo>
                    <a:pt x="549" y="0"/>
                    <a:pt x="1" y="396"/>
                    <a:pt x="1" y="881"/>
                  </a:cubicBezTo>
                  <a:cubicBezTo>
                    <a:pt x="1" y="1374"/>
                    <a:pt x="549" y="1769"/>
                    <a:pt x="1229" y="1769"/>
                  </a:cubicBezTo>
                  <a:cubicBezTo>
                    <a:pt x="1901" y="1769"/>
                    <a:pt x="2449" y="1374"/>
                    <a:pt x="2449" y="881"/>
                  </a:cubicBezTo>
                  <a:cubicBezTo>
                    <a:pt x="2449" y="396"/>
                    <a:pt x="1901" y="0"/>
                    <a:pt x="122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4" name="Google Shape;5894;p61"/>
            <p:cNvSpPr/>
            <p:nvPr/>
          </p:nvSpPr>
          <p:spPr>
            <a:xfrm>
              <a:off x="954486" y="2468718"/>
              <a:ext cx="72381" cy="78345"/>
            </a:xfrm>
            <a:custGeom>
              <a:avLst/>
              <a:gdLst/>
              <a:ahLst/>
              <a:cxnLst/>
              <a:rect l="l" t="t" r="r" b="b"/>
              <a:pathLst>
                <a:path w="2755" h="2982" extrusionOk="0">
                  <a:moveTo>
                    <a:pt x="1094" y="648"/>
                  </a:moveTo>
                  <a:cubicBezTo>
                    <a:pt x="1196" y="648"/>
                    <a:pt x="1299" y="704"/>
                    <a:pt x="1346" y="815"/>
                  </a:cubicBezTo>
                  <a:cubicBezTo>
                    <a:pt x="1408" y="954"/>
                    <a:pt x="1346" y="1121"/>
                    <a:pt x="1207" y="1183"/>
                  </a:cubicBezTo>
                  <a:cubicBezTo>
                    <a:pt x="1169" y="1199"/>
                    <a:pt x="1131" y="1207"/>
                    <a:pt x="1095" y="1207"/>
                  </a:cubicBezTo>
                  <a:cubicBezTo>
                    <a:pt x="909" y="1207"/>
                    <a:pt x="758" y="1020"/>
                    <a:pt x="833" y="829"/>
                  </a:cubicBezTo>
                  <a:cubicBezTo>
                    <a:pt x="879" y="709"/>
                    <a:pt x="987" y="648"/>
                    <a:pt x="1094" y="648"/>
                  </a:cubicBezTo>
                  <a:close/>
                  <a:moveTo>
                    <a:pt x="887" y="1"/>
                  </a:moveTo>
                  <a:cubicBezTo>
                    <a:pt x="736" y="1"/>
                    <a:pt x="599" y="74"/>
                    <a:pt x="507" y="191"/>
                  </a:cubicBezTo>
                  <a:lnTo>
                    <a:pt x="125" y="711"/>
                  </a:lnTo>
                  <a:cubicBezTo>
                    <a:pt x="21" y="850"/>
                    <a:pt x="0" y="1037"/>
                    <a:pt x="70" y="1190"/>
                  </a:cubicBezTo>
                  <a:lnTo>
                    <a:pt x="743" y="2695"/>
                  </a:lnTo>
                  <a:cubicBezTo>
                    <a:pt x="819" y="2874"/>
                    <a:pt x="993" y="2981"/>
                    <a:pt x="1177" y="2981"/>
                  </a:cubicBezTo>
                  <a:cubicBezTo>
                    <a:pt x="1243" y="2981"/>
                    <a:pt x="1310" y="2967"/>
                    <a:pt x="1374" y="2938"/>
                  </a:cubicBezTo>
                  <a:lnTo>
                    <a:pt x="2400" y="2487"/>
                  </a:lnTo>
                  <a:cubicBezTo>
                    <a:pt x="2643" y="2376"/>
                    <a:pt x="2754" y="2092"/>
                    <a:pt x="2643" y="1849"/>
                  </a:cubicBezTo>
                  <a:lnTo>
                    <a:pt x="1977" y="351"/>
                  </a:lnTo>
                  <a:cubicBezTo>
                    <a:pt x="1908" y="191"/>
                    <a:pt x="1755" y="80"/>
                    <a:pt x="1589" y="66"/>
                  </a:cubicBezTo>
                  <a:lnTo>
                    <a:pt x="944" y="4"/>
                  </a:lnTo>
                  <a:cubicBezTo>
                    <a:pt x="925" y="2"/>
                    <a:pt x="906" y="1"/>
                    <a:pt x="88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95" name="Google Shape;5895;p61"/>
          <p:cNvGrpSpPr/>
          <p:nvPr/>
        </p:nvGrpSpPr>
        <p:grpSpPr>
          <a:xfrm>
            <a:off x="1401816" y="2289671"/>
            <a:ext cx="387073" cy="385996"/>
            <a:chOff x="1414990" y="2289671"/>
            <a:chExt cx="387073" cy="385996"/>
          </a:xfrm>
        </p:grpSpPr>
        <p:sp>
          <p:nvSpPr>
            <p:cNvPr id="5896" name="Google Shape;5896;p61"/>
            <p:cNvSpPr/>
            <p:nvPr/>
          </p:nvSpPr>
          <p:spPr>
            <a:xfrm>
              <a:off x="1511384" y="2485585"/>
              <a:ext cx="110082" cy="59428"/>
            </a:xfrm>
            <a:custGeom>
              <a:avLst/>
              <a:gdLst/>
              <a:ahLst/>
              <a:cxnLst/>
              <a:rect l="l" t="t" r="r" b="b"/>
              <a:pathLst>
                <a:path w="4190" h="2262" extrusionOk="0">
                  <a:moveTo>
                    <a:pt x="2199" y="0"/>
                  </a:moveTo>
                  <a:lnTo>
                    <a:pt x="639" y="708"/>
                  </a:lnTo>
                  <a:lnTo>
                    <a:pt x="0" y="1928"/>
                  </a:lnTo>
                  <a:lnTo>
                    <a:pt x="2095" y="2261"/>
                  </a:lnTo>
                  <a:lnTo>
                    <a:pt x="4190" y="1928"/>
                  </a:lnTo>
                  <a:lnTo>
                    <a:pt x="3552" y="708"/>
                  </a:lnTo>
                  <a:lnTo>
                    <a:pt x="219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7" name="Google Shape;5897;p61"/>
            <p:cNvSpPr/>
            <p:nvPr/>
          </p:nvSpPr>
          <p:spPr>
            <a:xfrm>
              <a:off x="1414990" y="2289671"/>
              <a:ext cx="302712" cy="214515"/>
            </a:xfrm>
            <a:custGeom>
              <a:avLst/>
              <a:gdLst/>
              <a:ahLst/>
              <a:cxnLst/>
              <a:rect l="l" t="t" r="r" b="b"/>
              <a:pathLst>
                <a:path w="11522" h="8165" extrusionOk="0">
                  <a:moveTo>
                    <a:pt x="923" y="1"/>
                  </a:moveTo>
                  <a:cubicBezTo>
                    <a:pt x="416" y="1"/>
                    <a:pt x="0" y="417"/>
                    <a:pt x="0" y="930"/>
                  </a:cubicBezTo>
                  <a:lnTo>
                    <a:pt x="0" y="7242"/>
                  </a:lnTo>
                  <a:cubicBezTo>
                    <a:pt x="0" y="7755"/>
                    <a:pt x="416" y="8165"/>
                    <a:pt x="923" y="8165"/>
                  </a:cubicBezTo>
                  <a:lnTo>
                    <a:pt x="10599" y="8165"/>
                  </a:lnTo>
                  <a:cubicBezTo>
                    <a:pt x="11105" y="8165"/>
                    <a:pt x="11521" y="7755"/>
                    <a:pt x="11521" y="7242"/>
                  </a:cubicBezTo>
                  <a:lnTo>
                    <a:pt x="11521" y="930"/>
                  </a:lnTo>
                  <a:cubicBezTo>
                    <a:pt x="11521" y="417"/>
                    <a:pt x="11105" y="1"/>
                    <a:pt x="10599"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8" name="Google Shape;5898;p61"/>
            <p:cNvSpPr/>
            <p:nvPr/>
          </p:nvSpPr>
          <p:spPr>
            <a:xfrm>
              <a:off x="1490418" y="2536212"/>
              <a:ext cx="151829" cy="17366"/>
            </a:xfrm>
            <a:custGeom>
              <a:avLst/>
              <a:gdLst/>
              <a:ahLst/>
              <a:cxnLst/>
              <a:rect l="l" t="t" r="r" b="b"/>
              <a:pathLst>
                <a:path w="5779" h="661" extrusionOk="0">
                  <a:moveTo>
                    <a:pt x="432" y="1"/>
                  </a:moveTo>
                  <a:cubicBezTo>
                    <a:pt x="0" y="1"/>
                    <a:pt x="0" y="661"/>
                    <a:pt x="432" y="661"/>
                  </a:cubicBezTo>
                  <a:cubicBezTo>
                    <a:pt x="438" y="661"/>
                    <a:pt x="445" y="661"/>
                    <a:pt x="452" y="660"/>
                  </a:cubicBezTo>
                  <a:lnTo>
                    <a:pt x="5328" y="660"/>
                  </a:lnTo>
                  <a:cubicBezTo>
                    <a:pt x="5334" y="661"/>
                    <a:pt x="5341" y="661"/>
                    <a:pt x="5348" y="661"/>
                  </a:cubicBezTo>
                  <a:cubicBezTo>
                    <a:pt x="5779" y="661"/>
                    <a:pt x="5779" y="1"/>
                    <a:pt x="5348" y="1"/>
                  </a:cubicBezTo>
                  <a:cubicBezTo>
                    <a:pt x="5341" y="1"/>
                    <a:pt x="5334" y="1"/>
                    <a:pt x="5328" y="1"/>
                  </a:cubicBezTo>
                  <a:lnTo>
                    <a:pt x="452" y="1"/>
                  </a:lnTo>
                  <a:cubicBezTo>
                    <a:pt x="445" y="1"/>
                    <a:pt x="438" y="1"/>
                    <a:pt x="43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9" name="Google Shape;5899;p61"/>
            <p:cNvSpPr/>
            <p:nvPr/>
          </p:nvSpPr>
          <p:spPr>
            <a:xfrm>
              <a:off x="1430465" y="2307168"/>
              <a:ext cx="271736" cy="158738"/>
            </a:xfrm>
            <a:custGeom>
              <a:avLst/>
              <a:gdLst/>
              <a:ahLst/>
              <a:cxnLst/>
              <a:rect l="l" t="t" r="r" b="b"/>
              <a:pathLst>
                <a:path w="10343" h="6042" extrusionOk="0">
                  <a:moveTo>
                    <a:pt x="757" y="1"/>
                  </a:moveTo>
                  <a:cubicBezTo>
                    <a:pt x="341" y="1"/>
                    <a:pt x="1" y="340"/>
                    <a:pt x="1" y="757"/>
                  </a:cubicBezTo>
                  <a:lnTo>
                    <a:pt x="1" y="5286"/>
                  </a:lnTo>
                  <a:cubicBezTo>
                    <a:pt x="1" y="5702"/>
                    <a:pt x="334" y="6042"/>
                    <a:pt x="757" y="6042"/>
                  </a:cubicBezTo>
                  <a:lnTo>
                    <a:pt x="9593" y="6042"/>
                  </a:lnTo>
                  <a:cubicBezTo>
                    <a:pt x="10010" y="6042"/>
                    <a:pt x="10343" y="5702"/>
                    <a:pt x="10343" y="5286"/>
                  </a:cubicBezTo>
                  <a:lnTo>
                    <a:pt x="10343" y="750"/>
                  </a:lnTo>
                  <a:cubicBezTo>
                    <a:pt x="10343" y="340"/>
                    <a:pt x="10003" y="1"/>
                    <a:pt x="959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0" name="Google Shape;5900;p61"/>
            <p:cNvSpPr/>
            <p:nvPr/>
          </p:nvSpPr>
          <p:spPr>
            <a:xfrm>
              <a:off x="1426471" y="2303149"/>
              <a:ext cx="279750" cy="166594"/>
            </a:xfrm>
            <a:custGeom>
              <a:avLst/>
              <a:gdLst/>
              <a:ahLst/>
              <a:cxnLst/>
              <a:rect l="l" t="t" r="r" b="b"/>
              <a:pathLst>
                <a:path w="10648" h="6341" extrusionOk="0">
                  <a:moveTo>
                    <a:pt x="9745" y="299"/>
                  </a:moveTo>
                  <a:cubicBezTo>
                    <a:pt x="10078" y="299"/>
                    <a:pt x="10349" y="570"/>
                    <a:pt x="10349" y="910"/>
                  </a:cubicBezTo>
                  <a:lnTo>
                    <a:pt x="10349" y="5439"/>
                  </a:lnTo>
                  <a:cubicBezTo>
                    <a:pt x="10349" y="5772"/>
                    <a:pt x="10078" y="6042"/>
                    <a:pt x="9745" y="6042"/>
                  </a:cubicBezTo>
                  <a:lnTo>
                    <a:pt x="909" y="6042"/>
                  </a:lnTo>
                  <a:cubicBezTo>
                    <a:pt x="569" y="6042"/>
                    <a:pt x="298" y="5772"/>
                    <a:pt x="298" y="5439"/>
                  </a:cubicBezTo>
                  <a:lnTo>
                    <a:pt x="298" y="910"/>
                  </a:lnTo>
                  <a:cubicBezTo>
                    <a:pt x="298" y="577"/>
                    <a:pt x="569" y="306"/>
                    <a:pt x="909" y="306"/>
                  </a:cubicBezTo>
                  <a:lnTo>
                    <a:pt x="9745" y="299"/>
                  </a:lnTo>
                  <a:close/>
                  <a:moveTo>
                    <a:pt x="909" y="1"/>
                  </a:moveTo>
                  <a:cubicBezTo>
                    <a:pt x="409" y="1"/>
                    <a:pt x="0" y="410"/>
                    <a:pt x="0" y="910"/>
                  </a:cubicBezTo>
                  <a:lnTo>
                    <a:pt x="0" y="5439"/>
                  </a:lnTo>
                  <a:cubicBezTo>
                    <a:pt x="0" y="5938"/>
                    <a:pt x="402" y="6341"/>
                    <a:pt x="909" y="6341"/>
                  </a:cubicBezTo>
                  <a:lnTo>
                    <a:pt x="9745" y="6341"/>
                  </a:lnTo>
                  <a:cubicBezTo>
                    <a:pt x="10245" y="6341"/>
                    <a:pt x="10647" y="5938"/>
                    <a:pt x="10647" y="5439"/>
                  </a:cubicBezTo>
                  <a:lnTo>
                    <a:pt x="10647" y="903"/>
                  </a:lnTo>
                  <a:cubicBezTo>
                    <a:pt x="10647" y="410"/>
                    <a:pt x="10238" y="1"/>
                    <a:pt x="9745"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1" name="Google Shape;5901;p61"/>
            <p:cNvSpPr/>
            <p:nvPr/>
          </p:nvSpPr>
          <p:spPr>
            <a:xfrm>
              <a:off x="1533610" y="2431096"/>
              <a:ext cx="249326" cy="198830"/>
            </a:xfrm>
            <a:custGeom>
              <a:avLst/>
              <a:gdLst/>
              <a:ahLst/>
              <a:cxnLst/>
              <a:rect l="l" t="t" r="r" b="b"/>
              <a:pathLst>
                <a:path w="9490" h="7568" extrusionOk="0">
                  <a:moveTo>
                    <a:pt x="980" y="0"/>
                  </a:moveTo>
                  <a:cubicBezTo>
                    <a:pt x="438" y="0"/>
                    <a:pt x="1" y="441"/>
                    <a:pt x="8" y="978"/>
                  </a:cubicBezTo>
                  <a:lnTo>
                    <a:pt x="8" y="7568"/>
                  </a:lnTo>
                  <a:lnTo>
                    <a:pt x="9489" y="7568"/>
                  </a:lnTo>
                  <a:lnTo>
                    <a:pt x="9489" y="978"/>
                  </a:lnTo>
                  <a:cubicBezTo>
                    <a:pt x="9489" y="437"/>
                    <a:pt x="9045" y="0"/>
                    <a:pt x="8504" y="0"/>
                  </a:cubicBezTo>
                  <a:lnTo>
                    <a:pt x="993" y="0"/>
                  </a:lnTo>
                  <a:cubicBezTo>
                    <a:pt x="988" y="0"/>
                    <a:pt x="984" y="0"/>
                    <a:pt x="98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2" name="Google Shape;5902;p61"/>
            <p:cNvSpPr/>
            <p:nvPr/>
          </p:nvSpPr>
          <p:spPr>
            <a:xfrm>
              <a:off x="1551660" y="2452771"/>
              <a:ext cx="213228" cy="146364"/>
            </a:xfrm>
            <a:custGeom>
              <a:avLst/>
              <a:gdLst/>
              <a:ahLst/>
              <a:cxnLst/>
              <a:rect l="l" t="t" r="r" b="b"/>
              <a:pathLst>
                <a:path w="8116" h="5571" extrusionOk="0">
                  <a:moveTo>
                    <a:pt x="458" y="1"/>
                  </a:moveTo>
                  <a:cubicBezTo>
                    <a:pt x="208" y="1"/>
                    <a:pt x="0" y="209"/>
                    <a:pt x="0" y="458"/>
                  </a:cubicBezTo>
                  <a:lnTo>
                    <a:pt x="0" y="5119"/>
                  </a:lnTo>
                  <a:cubicBezTo>
                    <a:pt x="0" y="5369"/>
                    <a:pt x="208" y="5570"/>
                    <a:pt x="458" y="5570"/>
                  </a:cubicBezTo>
                  <a:lnTo>
                    <a:pt x="7658" y="5570"/>
                  </a:lnTo>
                  <a:cubicBezTo>
                    <a:pt x="7908" y="5570"/>
                    <a:pt x="8109" y="5369"/>
                    <a:pt x="8109" y="5119"/>
                  </a:cubicBezTo>
                  <a:lnTo>
                    <a:pt x="8109" y="458"/>
                  </a:lnTo>
                  <a:cubicBezTo>
                    <a:pt x="8116" y="209"/>
                    <a:pt x="7908" y="1"/>
                    <a:pt x="7658"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3" name="Google Shape;5903;p61"/>
            <p:cNvSpPr/>
            <p:nvPr/>
          </p:nvSpPr>
          <p:spPr>
            <a:xfrm>
              <a:off x="1547824" y="2448935"/>
              <a:ext cx="220899" cy="154193"/>
            </a:xfrm>
            <a:custGeom>
              <a:avLst/>
              <a:gdLst/>
              <a:ahLst/>
              <a:cxnLst/>
              <a:rect l="l" t="t" r="r" b="b"/>
              <a:pathLst>
                <a:path w="8408" h="5869" extrusionOk="0">
                  <a:moveTo>
                    <a:pt x="604" y="1"/>
                  </a:moveTo>
                  <a:cubicBezTo>
                    <a:pt x="271" y="1"/>
                    <a:pt x="1" y="271"/>
                    <a:pt x="1" y="604"/>
                  </a:cubicBezTo>
                  <a:lnTo>
                    <a:pt x="1" y="5259"/>
                  </a:lnTo>
                  <a:cubicBezTo>
                    <a:pt x="1" y="5598"/>
                    <a:pt x="271" y="5869"/>
                    <a:pt x="604" y="5869"/>
                  </a:cubicBezTo>
                  <a:lnTo>
                    <a:pt x="4370" y="5869"/>
                  </a:lnTo>
                  <a:cubicBezTo>
                    <a:pt x="4572" y="5869"/>
                    <a:pt x="4572" y="5571"/>
                    <a:pt x="4370" y="5571"/>
                  </a:cubicBezTo>
                  <a:lnTo>
                    <a:pt x="604" y="5571"/>
                  </a:lnTo>
                  <a:cubicBezTo>
                    <a:pt x="438" y="5571"/>
                    <a:pt x="299" y="5432"/>
                    <a:pt x="299" y="5265"/>
                  </a:cubicBezTo>
                  <a:lnTo>
                    <a:pt x="299" y="604"/>
                  </a:lnTo>
                  <a:cubicBezTo>
                    <a:pt x="299" y="438"/>
                    <a:pt x="438" y="299"/>
                    <a:pt x="604" y="299"/>
                  </a:cubicBezTo>
                  <a:lnTo>
                    <a:pt x="7804" y="299"/>
                  </a:lnTo>
                  <a:cubicBezTo>
                    <a:pt x="7970" y="299"/>
                    <a:pt x="8109" y="438"/>
                    <a:pt x="8109" y="604"/>
                  </a:cubicBezTo>
                  <a:lnTo>
                    <a:pt x="8109" y="5259"/>
                  </a:lnTo>
                  <a:cubicBezTo>
                    <a:pt x="8109" y="5425"/>
                    <a:pt x="7970" y="5564"/>
                    <a:pt x="7804" y="5564"/>
                  </a:cubicBezTo>
                  <a:lnTo>
                    <a:pt x="7193" y="5564"/>
                  </a:lnTo>
                  <a:cubicBezTo>
                    <a:pt x="6992" y="5564"/>
                    <a:pt x="6992" y="5862"/>
                    <a:pt x="7193" y="5862"/>
                  </a:cubicBezTo>
                  <a:lnTo>
                    <a:pt x="7804" y="5862"/>
                  </a:lnTo>
                  <a:cubicBezTo>
                    <a:pt x="8137" y="5862"/>
                    <a:pt x="8407" y="5598"/>
                    <a:pt x="8407" y="5265"/>
                  </a:cubicBezTo>
                  <a:lnTo>
                    <a:pt x="8407" y="604"/>
                  </a:lnTo>
                  <a:cubicBezTo>
                    <a:pt x="8407" y="271"/>
                    <a:pt x="8137" y="1"/>
                    <a:pt x="7804" y="1"/>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4" name="Google Shape;5904;p61"/>
            <p:cNvSpPr/>
            <p:nvPr/>
          </p:nvSpPr>
          <p:spPr>
            <a:xfrm>
              <a:off x="1533794" y="2610038"/>
              <a:ext cx="249142" cy="23724"/>
            </a:xfrm>
            <a:custGeom>
              <a:avLst/>
              <a:gdLst/>
              <a:ahLst/>
              <a:cxnLst/>
              <a:rect l="l" t="t" r="r" b="b"/>
              <a:pathLst>
                <a:path w="9483" h="903" extrusionOk="0">
                  <a:moveTo>
                    <a:pt x="1" y="0"/>
                  </a:moveTo>
                  <a:lnTo>
                    <a:pt x="1" y="902"/>
                  </a:lnTo>
                  <a:lnTo>
                    <a:pt x="9482" y="902"/>
                  </a:lnTo>
                  <a:lnTo>
                    <a:pt x="9482" y="0"/>
                  </a:ln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5" name="Google Shape;5905;p61"/>
            <p:cNvSpPr/>
            <p:nvPr/>
          </p:nvSpPr>
          <p:spPr>
            <a:xfrm>
              <a:off x="1514300" y="2616790"/>
              <a:ext cx="287763" cy="26246"/>
            </a:xfrm>
            <a:custGeom>
              <a:avLst/>
              <a:gdLst/>
              <a:ahLst/>
              <a:cxnLst/>
              <a:rect l="l" t="t" r="r" b="b"/>
              <a:pathLst>
                <a:path w="10953" h="999" extrusionOk="0">
                  <a:moveTo>
                    <a:pt x="250" y="0"/>
                  </a:moveTo>
                  <a:cubicBezTo>
                    <a:pt x="111" y="0"/>
                    <a:pt x="0" y="111"/>
                    <a:pt x="0" y="250"/>
                  </a:cubicBezTo>
                  <a:cubicBezTo>
                    <a:pt x="0" y="666"/>
                    <a:pt x="340" y="999"/>
                    <a:pt x="756" y="999"/>
                  </a:cubicBezTo>
                  <a:lnTo>
                    <a:pt x="10204" y="999"/>
                  </a:lnTo>
                  <a:cubicBezTo>
                    <a:pt x="10620" y="999"/>
                    <a:pt x="10953" y="666"/>
                    <a:pt x="10953" y="250"/>
                  </a:cubicBezTo>
                  <a:cubicBezTo>
                    <a:pt x="10953" y="111"/>
                    <a:pt x="10842" y="0"/>
                    <a:pt x="1071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6" name="Google Shape;5906;p61"/>
            <p:cNvSpPr/>
            <p:nvPr/>
          </p:nvSpPr>
          <p:spPr>
            <a:xfrm>
              <a:off x="1490418" y="2536212"/>
              <a:ext cx="36125" cy="17366"/>
            </a:xfrm>
            <a:custGeom>
              <a:avLst/>
              <a:gdLst/>
              <a:ahLst/>
              <a:cxnLst/>
              <a:rect l="l" t="t" r="r" b="b"/>
              <a:pathLst>
                <a:path w="1375" h="661" extrusionOk="0">
                  <a:moveTo>
                    <a:pt x="1354" y="1"/>
                  </a:moveTo>
                  <a:cubicBezTo>
                    <a:pt x="1347" y="1"/>
                    <a:pt x="1341" y="1"/>
                    <a:pt x="1334" y="1"/>
                  </a:cubicBezTo>
                  <a:lnTo>
                    <a:pt x="1374" y="1"/>
                  </a:lnTo>
                  <a:cubicBezTo>
                    <a:pt x="1367" y="1"/>
                    <a:pt x="1361" y="1"/>
                    <a:pt x="1354" y="1"/>
                  </a:cubicBezTo>
                  <a:close/>
                  <a:moveTo>
                    <a:pt x="432" y="1"/>
                  </a:moveTo>
                  <a:cubicBezTo>
                    <a:pt x="0" y="1"/>
                    <a:pt x="0" y="661"/>
                    <a:pt x="432" y="661"/>
                  </a:cubicBezTo>
                  <a:cubicBezTo>
                    <a:pt x="438" y="661"/>
                    <a:pt x="445" y="661"/>
                    <a:pt x="452" y="660"/>
                  </a:cubicBezTo>
                  <a:lnTo>
                    <a:pt x="1334" y="660"/>
                  </a:lnTo>
                  <a:cubicBezTo>
                    <a:pt x="923" y="641"/>
                    <a:pt x="923" y="21"/>
                    <a:pt x="1334" y="1"/>
                  </a:cubicBezTo>
                  <a:lnTo>
                    <a:pt x="452" y="1"/>
                  </a:lnTo>
                  <a:cubicBezTo>
                    <a:pt x="445" y="1"/>
                    <a:pt x="438" y="1"/>
                    <a:pt x="432" y="1"/>
                  </a:cubicBezTo>
                  <a:close/>
                  <a:moveTo>
                    <a:pt x="1334" y="660"/>
                  </a:moveTo>
                  <a:lnTo>
                    <a:pt x="1334" y="660"/>
                  </a:lnTo>
                  <a:cubicBezTo>
                    <a:pt x="1341" y="661"/>
                    <a:pt x="1347" y="661"/>
                    <a:pt x="1354" y="661"/>
                  </a:cubicBezTo>
                  <a:cubicBezTo>
                    <a:pt x="1361" y="661"/>
                    <a:pt x="1367" y="661"/>
                    <a:pt x="1374" y="66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7" name="Google Shape;5907;p61"/>
            <p:cNvSpPr/>
            <p:nvPr/>
          </p:nvSpPr>
          <p:spPr>
            <a:xfrm>
              <a:off x="1414990" y="2289671"/>
              <a:ext cx="35547" cy="214515"/>
            </a:xfrm>
            <a:custGeom>
              <a:avLst/>
              <a:gdLst/>
              <a:ahLst/>
              <a:cxnLst/>
              <a:rect l="l" t="t" r="r" b="b"/>
              <a:pathLst>
                <a:path w="1353" h="8165" extrusionOk="0">
                  <a:moveTo>
                    <a:pt x="923" y="1"/>
                  </a:moveTo>
                  <a:cubicBezTo>
                    <a:pt x="416" y="1"/>
                    <a:pt x="0" y="417"/>
                    <a:pt x="0" y="930"/>
                  </a:cubicBezTo>
                  <a:lnTo>
                    <a:pt x="0" y="7242"/>
                  </a:lnTo>
                  <a:cubicBezTo>
                    <a:pt x="0" y="7755"/>
                    <a:pt x="416" y="8165"/>
                    <a:pt x="923" y="8165"/>
                  </a:cubicBezTo>
                  <a:lnTo>
                    <a:pt x="1353" y="8165"/>
                  </a:lnTo>
                  <a:cubicBezTo>
                    <a:pt x="839" y="8165"/>
                    <a:pt x="430" y="7755"/>
                    <a:pt x="430" y="7242"/>
                  </a:cubicBezTo>
                  <a:lnTo>
                    <a:pt x="430" y="930"/>
                  </a:lnTo>
                  <a:cubicBezTo>
                    <a:pt x="430" y="424"/>
                    <a:pt x="833" y="8"/>
                    <a:pt x="134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8" name="Google Shape;5908;p61"/>
            <p:cNvSpPr/>
            <p:nvPr/>
          </p:nvSpPr>
          <p:spPr>
            <a:xfrm>
              <a:off x="1533794" y="2431096"/>
              <a:ext cx="35021" cy="198830"/>
            </a:xfrm>
            <a:custGeom>
              <a:avLst/>
              <a:gdLst/>
              <a:ahLst/>
              <a:cxnLst/>
              <a:rect l="l" t="t" r="r" b="b"/>
              <a:pathLst>
                <a:path w="1333" h="7568" extrusionOk="0">
                  <a:moveTo>
                    <a:pt x="973" y="0"/>
                  </a:moveTo>
                  <a:cubicBezTo>
                    <a:pt x="431" y="0"/>
                    <a:pt x="1" y="441"/>
                    <a:pt x="1" y="978"/>
                  </a:cubicBezTo>
                  <a:lnTo>
                    <a:pt x="1" y="7568"/>
                  </a:lnTo>
                  <a:lnTo>
                    <a:pt x="347" y="7568"/>
                  </a:lnTo>
                  <a:lnTo>
                    <a:pt x="347" y="978"/>
                  </a:lnTo>
                  <a:cubicBezTo>
                    <a:pt x="347" y="437"/>
                    <a:pt x="784" y="0"/>
                    <a:pt x="1332" y="0"/>
                  </a:cubicBezTo>
                  <a:lnTo>
                    <a:pt x="986" y="0"/>
                  </a:lnTo>
                  <a:cubicBezTo>
                    <a:pt x="981" y="0"/>
                    <a:pt x="977" y="0"/>
                    <a:pt x="973"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9" name="Google Shape;5909;p61"/>
            <p:cNvSpPr/>
            <p:nvPr/>
          </p:nvSpPr>
          <p:spPr>
            <a:xfrm>
              <a:off x="1514484" y="2616790"/>
              <a:ext cx="52492" cy="26246"/>
            </a:xfrm>
            <a:custGeom>
              <a:avLst/>
              <a:gdLst/>
              <a:ahLst/>
              <a:cxnLst/>
              <a:rect l="l" t="t" r="r" b="b"/>
              <a:pathLst>
                <a:path w="1998" h="999" extrusionOk="0">
                  <a:moveTo>
                    <a:pt x="243" y="0"/>
                  </a:moveTo>
                  <a:cubicBezTo>
                    <a:pt x="111" y="0"/>
                    <a:pt x="0" y="111"/>
                    <a:pt x="0" y="243"/>
                  </a:cubicBezTo>
                  <a:cubicBezTo>
                    <a:pt x="0" y="655"/>
                    <a:pt x="327" y="992"/>
                    <a:pt x="737" y="992"/>
                  </a:cubicBezTo>
                  <a:cubicBezTo>
                    <a:pt x="741" y="992"/>
                    <a:pt x="745" y="992"/>
                    <a:pt x="749" y="992"/>
                  </a:cubicBezTo>
                  <a:lnTo>
                    <a:pt x="1895" y="992"/>
                  </a:lnTo>
                  <a:cubicBezTo>
                    <a:pt x="1527" y="942"/>
                    <a:pt x="1242" y="631"/>
                    <a:pt x="1242" y="250"/>
                  </a:cubicBezTo>
                  <a:cubicBezTo>
                    <a:pt x="1242" y="111"/>
                    <a:pt x="1353" y="0"/>
                    <a:pt x="1492" y="0"/>
                  </a:cubicBezTo>
                  <a:close/>
                  <a:moveTo>
                    <a:pt x="1895" y="992"/>
                  </a:moveTo>
                  <a:cubicBezTo>
                    <a:pt x="1928" y="997"/>
                    <a:pt x="1963" y="999"/>
                    <a:pt x="1998" y="999"/>
                  </a:cubicBezTo>
                  <a:lnTo>
                    <a:pt x="1998" y="992"/>
                  </a:ln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0" name="Google Shape;5910;p61"/>
            <p:cNvSpPr/>
            <p:nvPr/>
          </p:nvSpPr>
          <p:spPr>
            <a:xfrm>
              <a:off x="1663003" y="2569762"/>
              <a:ext cx="74194" cy="105721"/>
            </a:xfrm>
            <a:custGeom>
              <a:avLst/>
              <a:gdLst/>
              <a:ahLst/>
              <a:cxnLst/>
              <a:rect l="l" t="t" r="r" b="b"/>
              <a:pathLst>
                <a:path w="2824" h="4024" extrusionOk="0">
                  <a:moveTo>
                    <a:pt x="444" y="1"/>
                  </a:moveTo>
                  <a:cubicBezTo>
                    <a:pt x="195" y="1"/>
                    <a:pt x="0" y="195"/>
                    <a:pt x="0" y="445"/>
                  </a:cubicBezTo>
                  <a:lnTo>
                    <a:pt x="0" y="3580"/>
                  </a:lnTo>
                  <a:cubicBezTo>
                    <a:pt x="0" y="3829"/>
                    <a:pt x="195" y="4024"/>
                    <a:pt x="444" y="4024"/>
                  </a:cubicBezTo>
                  <a:lnTo>
                    <a:pt x="2379" y="4024"/>
                  </a:lnTo>
                  <a:cubicBezTo>
                    <a:pt x="2622" y="4024"/>
                    <a:pt x="2823" y="3829"/>
                    <a:pt x="2823" y="3580"/>
                  </a:cubicBezTo>
                  <a:lnTo>
                    <a:pt x="2823" y="445"/>
                  </a:lnTo>
                  <a:cubicBezTo>
                    <a:pt x="2823" y="195"/>
                    <a:pt x="2622" y="1"/>
                    <a:pt x="237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1" name="Google Shape;5911;p61"/>
            <p:cNvSpPr/>
            <p:nvPr/>
          </p:nvSpPr>
          <p:spPr>
            <a:xfrm>
              <a:off x="1662635" y="2569946"/>
              <a:ext cx="16604" cy="105721"/>
            </a:xfrm>
            <a:custGeom>
              <a:avLst/>
              <a:gdLst/>
              <a:ahLst/>
              <a:cxnLst/>
              <a:rect l="l" t="t" r="r" b="b"/>
              <a:pathLst>
                <a:path w="632" h="4024" extrusionOk="0">
                  <a:moveTo>
                    <a:pt x="444" y="1"/>
                  </a:moveTo>
                  <a:cubicBezTo>
                    <a:pt x="202" y="1"/>
                    <a:pt x="0" y="195"/>
                    <a:pt x="0" y="444"/>
                  </a:cubicBezTo>
                  <a:lnTo>
                    <a:pt x="0" y="3580"/>
                  </a:lnTo>
                  <a:cubicBezTo>
                    <a:pt x="0" y="3822"/>
                    <a:pt x="202" y="4024"/>
                    <a:pt x="444" y="4024"/>
                  </a:cubicBezTo>
                  <a:lnTo>
                    <a:pt x="632" y="4024"/>
                  </a:lnTo>
                  <a:cubicBezTo>
                    <a:pt x="389" y="4024"/>
                    <a:pt x="188" y="3822"/>
                    <a:pt x="188" y="3580"/>
                  </a:cubicBezTo>
                  <a:lnTo>
                    <a:pt x="188" y="444"/>
                  </a:lnTo>
                  <a:cubicBezTo>
                    <a:pt x="188" y="195"/>
                    <a:pt x="389" y="1"/>
                    <a:pt x="632"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2" name="Google Shape;5912;p61"/>
            <p:cNvSpPr/>
            <p:nvPr/>
          </p:nvSpPr>
          <p:spPr>
            <a:xfrm>
              <a:off x="1662819" y="2582163"/>
              <a:ext cx="74377" cy="80919"/>
            </a:xfrm>
            <a:custGeom>
              <a:avLst/>
              <a:gdLst/>
              <a:ahLst/>
              <a:cxnLst/>
              <a:rect l="l" t="t" r="r" b="b"/>
              <a:pathLst>
                <a:path w="2831" h="3080" extrusionOk="0">
                  <a:moveTo>
                    <a:pt x="396" y="0"/>
                  </a:moveTo>
                  <a:cubicBezTo>
                    <a:pt x="181" y="0"/>
                    <a:pt x="0" y="174"/>
                    <a:pt x="0" y="389"/>
                  </a:cubicBezTo>
                  <a:lnTo>
                    <a:pt x="0" y="2691"/>
                  </a:lnTo>
                  <a:cubicBezTo>
                    <a:pt x="0" y="2907"/>
                    <a:pt x="181" y="3080"/>
                    <a:pt x="396" y="3080"/>
                  </a:cubicBezTo>
                  <a:lnTo>
                    <a:pt x="2442" y="3080"/>
                  </a:lnTo>
                  <a:cubicBezTo>
                    <a:pt x="2657" y="3080"/>
                    <a:pt x="2830" y="2907"/>
                    <a:pt x="2830" y="2691"/>
                  </a:cubicBezTo>
                  <a:lnTo>
                    <a:pt x="2830" y="389"/>
                  </a:lnTo>
                  <a:cubicBezTo>
                    <a:pt x="2830" y="174"/>
                    <a:pt x="2657" y="0"/>
                    <a:pt x="2442"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3" name="Google Shape;5913;p61"/>
            <p:cNvSpPr/>
            <p:nvPr/>
          </p:nvSpPr>
          <p:spPr>
            <a:xfrm>
              <a:off x="1662635" y="2583975"/>
              <a:ext cx="4939" cy="77478"/>
            </a:xfrm>
            <a:custGeom>
              <a:avLst/>
              <a:gdLst/>
              <a:ahLst/>
              <a:cxnLst/>
              <a:rect l="l" t="t" r="r" b="b"/>
              <a:pathLst>
                <a:path w="188" h="2949" extrusionOk="0">
                  <a:moveTo>
                    <a:pt x="188" y="1"/>
                  </a:moveTo>
                  <a:cubicBezTo>
                    <a:pt x="77" y="49"/>
                    <a:pt x="7" y="153"/>
                    <a:pt x="0" y="271"/>
                  </a:cubicBezTo>
                  <a:lnTo>
                    <a:pt x="0" y="2671"/>
                  </a:lnTo>
                  <a:cubicBezTo>
                    <a:pt x="7" y="2789"/>
                    <a:pt x="77" y="2893"/>
                    <a:pt x="188" y="2948"/>
                  </a:cubicBezTo>
                  <a:lnTo>
                    <a:pt x="188"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14" name="Google Shape;5914;p61"/>
          <p:cNvGrpSpPr/>
          <p:nvPr/>
        </p:nvGrpSpPr>
        <p:grpSpPr>
          <a:xfrm>
            <a:off x="1976737" y="2306065"/>
            <a:ext cx="387099" cy="353207"/>
            <a:chOff x="1989911" y="2306065"/>
            <a:chExt cx="387099" cy="353207"/>
          </a:xfrm>
        </p:grpSpPr>
        <p:sp>
          <p:nvSpPr>
            <p:cNvPr id="5915" name="Google Shape;5915;p61"/>
            <p:cNvSpPr/>
            <p:nvPr/>
          </p:nvSpPr>
          <p:spPr>
            <a:xfrm>
              <a:off x="2110003" y="2555181"/>
              <a:ext cx="146916" cy="88775"/>
            </a:xfrm>
            <a:custGeom>
              <a:avLst/>
              <a:gdLst/>
              <a:ahLst/>
              <a:cxnLst/>
              <a:rect l="l" t="t" r="r" b="b"/>
              <a:pathLst>
                <a:path w="5592" h="3379" extrusionOk="0">
                  <a:moveTo>
                    <a:pt x="2796" y="1"/>
                  </a:moveTo>
                  <a:lnTo>
                    <a:pt x="576" y="986"/>
                  </a:lnTo>
                  <a:lnTo>
                    <a:pt x="1" y="2879"/>
                  </a:lnTo>
                  <a:lnTo>
                    <a:pt x="1298" y="3108"/>
                  </a:lnTo>
                  <a:lnTo>
                    <a:pt x="2865" y="3379"/>
                  </a:lnTo>
                  <a:lnTo>
                    <a:pt x="5591" y="2879"/>
                  </a:lnTo>
                  <a:lnTo>
                    <a:pt x="5238" y="1714"/>
                  </a:lnTo>
                  <a:lnTo>
                    <a:pt x="5016" y="986"/>
                  </a:lnTo>
                  <a:lnTo>
                    <a:pt x="2796"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6" name="Google Shape;5916;p61"/>
            <p:cNvSpPr/>
            <p:nvPr/>
          </p:nvSpPr>
          <p:spPr>
            <a:xfrm>
              <a:off x="2110003" y="2555181"/>
              <a:ext cx="137615" cy="81681"/>
            </a:xfrm>
            <a:custGeom>
              <a:avLst/>
              <a:gdLst/>
              <a:ahLst/>
              <a:cxnLst/>
              <a:rect l="l" t="t" r="r" b="b"/>
              <a:pathLst>
                <a:path w="5238" h="3109" extrusionOk="0">
                  <a:moveTo>
                    <a:pt x="2796" y="1"/>
                  </a:moveTo>
                  <a:lnTo>
                    <a:pt x="583" y="986"/>
                  </a:lnTo>
                  <a:lnTo>
                    <a:pt x="1" y="2879"/>
                  </a:lnTo>
                  <a:lnTo>
                    <a:pt x="1298" y="3108"/>
                  </a:lnTo>
                  <a:lnTo>
                    <a:pt x="1561" y="1714"/>
                  </a:lnTo>
                  <a:lnTo>
                    <a:pt x="5238" y="1714"/>
                  </a:lnTo>
                  <a:lnTo>
                    <a:pt x="5016" y="986"/>
                  </a:lnTo>
                  <a:lnTo>
                    <a:pt x="279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7" name="Google Shape;5917;p61"/>
            <p:cNvSpPr/>
            <p:nvPr/>
          </p:nvSpPr>
          <p:spPr>
            <a:xfrm>
              <a:off x="1989911" y="2306065"/>
              <a:ext cx="387099" cy="275021"/>
            </a:xfrm>
            <a:custGeom>
              <a:avLst/>
              <a:gdLst/>
              <a:ahLst/>
              <a:cxnLst/>
              <a:rect l="l" t="t" r="r" b="b"/>
              <a:pathLst>
                <a:path w="14734" h="10468" extrusionOk="0">
                  <a:moveTo>
                    <a:pt x="1215" y="1"/>
                  </a:moveTo>
                  <a:cubicBezTo>
                    <a:pt x="542" y="1"/>
                    <a:pt x="1" y="549"/>
                    <a:pt x="1" y="1222"/>
                  </a:cubicBezTo>
                  <a:lnTo>
                    <a:pt x="1" y="9247"/>
                  </a:lnTo>
                  <a:cubicBezTo>
                    <a:pt x="1" y="9920"/>
                    <a:pt x="542" y="10468"/>
                    <a:pt x="1215" y="10468"/>
                  </a:cubicBezTo>
                  <a:lnTo>
                    <a:pt x="13513" y="10468"/>
                  </a:lnTo>
                  <a:cubicBezTo>
                    <a:pt x="14185" y="10468"/>
                    <a:pt x="14733" y="9920"/>
                    <a:pt x="14733" y="9247"/>
                  </a:cubicBezTo>
                  <a:lnTo>
                    <a:pt x="14733" y="1222"/>
                  </a:lnTo>
                  <a:cubicBezTo>
                    <a:pt x="14733" y="549"/>
                    <a:pt x="14185" y="1"/>
                    <a:pt x="13513"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8" name="Google Shape;5918;p61"/>
            <p:cNvSpPr/>
            <p:nvPr/>
          </p:nvSpPr>
          <p:spPr>
            <a:xfrm>
              <a:off x="2021438" y="2337723"/>
              <a:ext cx="324045" cy="193628"/>
            </a:xfrm>
            <a:custGeom>
              <a:avLst/>
              <a:gdLst/>
              <a:ahLst/>
              <a:cxnLst/>
              <a:rect l="l" t="t" r="r" b="b"/>
              <a:pathLst>
                <a:path w="12334" h="7370" extrusionOk="0">
                  <a:moveTo>
                    <a:pt x="12320" y="1"/>
                  </a:moveTo>
                  <a:cubicBezTo>
                    <a:pt x="12318" y="1"/>
                    <a:pt x="12315" y="2"/>
                    <a:pt x="12313" y="3"/>
                  </a:cubicBezTo>
                  <a:lnTo>
                    <a:pt x="15" y="3"/>
                  </a:lnTo>
                  <a:cubicBezTo>
                    <a:pt x="8" y="3"/>
                    <a:pt x="1" y="10"/>
                    <a:pt x="1" y="17"/>
                  </a:cubicBezTo>
                  <a:lnTo>
                    <a:pt x="1" y="7369"/>
                  </a:lnTo>
                  <a:lnTo>
                    <a:pt x="12333" y="7369"/>
                  </a:lnTo>
                  <a:lnTo>
                    <a:pt x="12333" y="17"/>
                  </a:lnTo>
                  <a:cubicBezTo>
                    <a:pt x="12333" y="11"/>
                    <a:pt x="12329" y="1"/>
                    <a:pt x="1232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9" name="Google Shape;5919;p61"/>
            <p:cNvSpPr/>
            <p:nvPr/>
          </p:nvSpPr>
          <p:spPr>
            <a:xfrm>
              <a:off x="2327224" y="2337776"/>
              <a:ext cx="18259" cy="193576"/>
            </a:xfrm>
            <a:custGeom>
              <a:avLst/>
              <a:gdLst/>
              <a:ahLst/>
              <a:cxnLst/>
              <a:rect l="l" t="t" r="r" b="b"/>
              <a:pathLst>
                <a:path w="695" h="7368" extrusionOk="0">
                  <a:moveTo>
                    <a:pt x="1" y="1"/>
                  </a:moveTo>
                  <a:cubicBezTo>
                    <a:pt x="1" y="8"/>
                    <a:pt x="1" y="8"/>
                    <a:pt x="1" y="15"/>
                  </a:cubicBezTo>
                  <a:lnTo>
                    <a:pt x="1" y="7367"/>
                  </a:lnTo>
                  <a:lnTo>
                    <a:pt x="694" y="7367"/>
                  </a:lnTo>
                  <a:lnTo>
                    <a:pt x="694" y="15"/>
                  </a:lnTo>
                  <a:cubicBezTo>
                    <a:pt x="694" y="8"/>
                    <a:pt x="694" y="8"/>
                    <a:pt x="694"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0" name="Google Shape;5920;p61"/>
            <p:cNvSpPr/>
            <p:nvPr/>
          </p:nvSpPr>
          <p:spPr>
            <a:xfrm>
              <a:off x="2069543" y="2630819"/>
              <a:ext cx="227651" cy="28453"/>
            </a:xfrm>
            <a:custGeom>
              <a:avLst/>
              <a:gdLst/>
              <a:ahLst/>
              <a:cxnLst/>
              <a:rect l="l" t="t" r="r" b="b"/>
              <a:pathLst>
                <a:path w="8665" h="1083" extrusionOk="0">
                  <a:moveTo>
                    <a:pt x="542" y="0"/>
                  </a:moveTo>
                  <a:cubicBezTo>
                    <a:pt x="244" y="0"/>
                    <a:pt x="1" y="243"/>
                    <a:pt x="1" y="541"/>
                  </a:cubicBezTo>
                  <a:cubicBezTo>
                    <a:pt x="1" y="839"/>
                    <a:pt x="244" y="1082"/>
                    <a:pt x="542" y="1082"/>
                  </a:cubicBezTo>
                  <a:lnTo>
                    <a:pt x="8123" y="1082"/>
                  </a:lnTo>
                  <a:cubicBezTo>
                    <a:pt x="8421" y="1082"/>
                    <a:pt x="8664" y="839"/>
                    <a:pt x="8664" y="541"/>
                  </a:cubicBezTo>
                  <a:cubicBezTo>
                    <a:pt x="8664" y="243"/>
                    <a:pt x="8421" y="0"/>
                    <a:pt x="81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1" name="Google Shape;5921;p61"/>
            <p:cNvSpPr/>
            <p:nvPr/>
          </p:nvSpPr>
          <p:spPr>
            <a:xfrm>
              <a:off x="2175237" y="2549191"/>
              <a:ext cx="14975" cy="11849"/>
            </a:xfrm>
            <a:custGeom>
              <a:avLst/>
              <a:gdLst/>
              <a:ahLst/>
              <a:cxnLst/>
              <a:rect l="l" t="t" r="r" b="b"/>
              <a:pathLst>
                <a:path w="570" h="451" extrusionOk="0">
                  <a:moveTo>
                    <a:pt x="312" y="0"/>
                  </a:moveTo>
                  <a:cubicBezTo>
                    <a:pt x="266" y="0"/>
                    <a:pt x="218" y="15"/>
                    <a:pt x="174" y="48"/>
                  </a:cubicBezTo>
                  <a:cubicBezTo>
                    <a:pt x="1" y="180"/>
                    <a:pt x="91" y="451"/>
                    <a:pt x="313" y="451"/>
                  </a:cubicBezTo>
                  <a:cubicBezTo>
                    <a:pt x="410" y="451"/>
                    <a:pt x="500" y="381"/>
                    <a:pt x="528" y="284"/>
                  </a:cubicBezTo>
                  <a:cubicBezTo>
                    <a:pt x="570" y="129"/>
                    <a:pt x="448" y="0"/>
                    <a:pt x="31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22" name="Google Shape;5922;p61"/>
          <p:cNvGrpSpPr/>
          <p:nvPr/>
        </p:nvGrpSpPr>
        <p:grpSpPr>
          <a:xfrm>
            <a:off x="2579927" y="2288778"/>
            <a:ext cx="204663" cy="363007"/>
            <a:chOff x="2593102" y="2288778"/>
            <a:chExt cx="204663" cy="363007"/>
          </a:xfrm>
        </p:grpSpPr>
        <p:sp>
          <p:nvSpPr>
            <p:cNvPr id="5923" name="Google Shape;5923;p61"/>
            <p:cNvSpPr/>
            <p:nvPr/>
          </p:nvSpPr>
          <p:spPr>
            <a:xfrm>
              <a:off x="2753837" y="2310636"/>
              <a:ext cx="43928" cy="297431"/>
            </a:xfrm>
            <a:custGeom>
              <a:avLst/>
              <a:gdLst/>
              <a:ahLst/>
              <a:cxnLst/>
              <a:rect l="l" t="t" r="r" b="b"/>
              <a:pathLst>
                <a:path w="1672" h="11321" extrusionOk="0">
                  <a:moveTo>
                    <a:pt x="0" y="0"/>
                  </a:moveTo>
                  <a:lnTo>
                    <a:pt x="0" y="11320"/>
                  </a:lnTo>
                  <a:lnTo>
                    <a:pt x="1672" y="10481"/>
                  </a:lnTo>
                  <a:lnTo>
                    <a:pt x="1672" y="833"/>
                  </a:lnTo>
                  <a:lnTo>
                    <a:pt x="0" y="0"/>
                  </a:ln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4" name="Google Shape;5924;p61"/>
            <p:cNvSpPr/>
            <p:nvPr/>
          </p:nvSpPr>
          <p:spPr>
            <a:xfrm>
              <a:off x="2593102" y="2310636"/>
              <a:ext cx="182620" cy="297431"/>
            </a:xfrm>
            <a:custGeom>
              <a:avLst/>
              <a:gdLst/>
              <a:ahLst/>
              <a:cxnLst/>
              <a:rect l="l" t="t" r="r" b="b"/>
              <a:pathLst>
                <a:path w="6951" h="11321" extrusionOk="0">
                  <a:moveTo>
                    <a:pt x="6951" y="0"/>
                  </a:moveTo>
                  <a:lnTo>
                    <a:pt x="1" y="833"/>
                  </a:lnTo>
                  <a:lnTo>
                    <a:pt x="1" y="10481"/>
                  </a:lnTo>
                  <a:lnTo>
                    <a:pt x="6951" y="11320"/>
                  </a:lnTo>
                  <a:lnTo>
                    <a:pt x="6951" y="0"/>
                  </a:lnTo>
                  <a:close/>
                </a:path>
              </a:pathLst>
            </a:custGeom>
            <a:solidFill>
              <a:srgbClr val="BF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5" name="Google Shape;5925;p61"/>
            <p:cNvSpPr/>
            <p:nvPr/>
          </p:nvSpPr>
          <p:spPr>
            <a:xfrm>
              <a:off x="2753837" y="2585972"/>
              <a:ext cx="43928" cy="65813"/>
            </a:xfrm>
            <a:custGeom>
              <a:avLst/>
              <a:gdLst/>
              <a:ahLst/>
              <a:cxnLst/>
              <a:rect l="l" t="t" r="r" b="b"/>
              <a:pathLst>
                <a:path w="1672" h="2505" extrusionOk="0">
                  <a:moveTo>
                    <a:pt x="833" y="1"/>
                  </a:moveTo>
                  <a:lnTo>
                    <a:pt x="0" y="2505"/>
                  </a:lnTo>
                  <a:lnTo>
                    <a:pt x="833" y="2505"/>
                  </a:lnTo>
                  <a:cubicBezTo>
                    <a:pt x="1297" y="2505"/>
                    <a:pt x="1665" y="2130"/>
                    <a:pt x="1672" y="1673"/>
                  </a:cubicBezTo>
                  <a:lnTo>
                    <a:pt x="1672" y="1"/>
                  </a:lnTo>
                  <a:close/>
                </a:path>
              </a:pathLst>
            </a:custGeom>
            <a:solidFill>
              <a:srgbClr val="6F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6" name="Google Shape;5926;p61"/>
            <p:cNvSpPr/>
            <p:nvPr/>
          </p:nvSpPr>
          <p:spPr>
            <a:xfrm>
              <a:off x="2753837" y="2288778"/>
              <a:ext cx="43928" cy="43744"/>
            </a:xfrm>
            <a:custGeom>
              <a:avLst/>
              <a:gdLst/>
              <a:ahLst/>
              <a:cxnLst/>
              <a:rect l="l" t="t" r="r" b="b"/>
              <a:pathLst>
                <a:path w="1672" h="1665" extrusionOk="0">
                  <a:moveTo>
                    <a:pt x="0" y="0"/>
                  </a:moveTo>
                  <a:lnTo>
                    <a:pt x="833" y="1665"/>
                  </a:lnTo>
                  <a:lnTo>
                    <a:pt x="1672" y="1665"/>
                  </a:lnTo>
                  <a:lnTo>
                    <a:pt x="1672" y="832"/>
                  </a:lnTo>
                  <a:cubicBezTo>
                    <a:pt x="1665" y="375"/>
                    <a:pt x="1297" y="0"/>
                    <a:pt x="833" y="0"/>
                  </a:cubicBezTo>
                  <a:close/>
                </a:path>
              </a:pathLst>
            </a:custGeom>
            <a:solidFill>
              <a:srgbClr val="6F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7" name="Google Shape;5927;p61"/>
            <p:cNvSpPr/>
            <p:nvPr/>
          </p:nvSpPr>
          <p:spPr>
            <a:xfrm>
              <a:off x="2593102" y="2585972"/>
              <a:ext cx="182620" cy="65813"/>
            </a:xfrm>
            <a:custGeom>
              <a:avLst/>
              <a:gdLst/>
              <a:ahLst/>
              <a:cxnLst/>
              <a:rect l="l" t="t" r="r" b="b"/>
              <a:pathLst>
                <a:path w="6951" h="2505" extrusionOk="0">
                  <a:moveTo>
                    <a:pt x="1" y="1"/>
                  </a:moveTo>
                  <a:lnTo>
                    <a:pt x="1" y="1673"/>
                  </a:lnTo>
                  <a:cubicBezTo>
                    <a:pt x="8" y="2130"/>
                    <a:pt x="375" y="2505"/>
                    <a:pt x="840" y="2505"/>
                  </a:cubicBezTo>
                  <a:lnTo>
                    <a:pt x="6118" y="2505"/>
                  </a:lnTo>
                  <a:cubicBezTo>
                    <a:pt x="6576" y="2505"/>
                    <a:pt x="6951" y="2130"/>
                    <a:pt x="6951" y="1673"/>
                  </a:cubicBezTo>
                  <a:lnTo>
                    <a:pt x="6951" y="1"/>
                  </a:lnTo>
                  <a:close/>
                </a:path>
              </a:pathLst>
            </a:custGeom>
            <a:solidFill>
              <a:srgbClr val="A1B5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8" name="Google Shape;5928;p61"/>
            <p:cNvSpPr/>
            <p:nvPr/>
          </p:nvSpPr>
          <p:spPr>
            <a:xfrm>
              <a:off x="2593102" y="2288778"/>
              <a:ext cx="182620" cy="43744"/>
            </a:xfrm>
            <a:custGeom>
              <a:avLst/>
              <a:gdLst/>
              <a:ahLst/>
              <a:cxnLst/>
              <a:rect l="l" t="t" r="r" b="b"/>
              <a:pathLst>
                <a:path w="6951" h="1665" extrusionOk="0">
                  <a:moveTo>
                    <a:pt x="840" y="0"/>
                  </a:moveTo>
                  <a:cubicBezTo>
                    <a:pt x="375" y="0"/>
                    <a:pt x="8" y="375"/>
                    <a:pt x="1" y="832"/>
                  </a:cubicBezTo>
                  <a:lnTo>
                    <a:pt x="1" y="1665"/>
                  </a:lnTo>
                  <a:lnTo>
                    <a:pt x="6951" y="1665"/>
                  </a:lnTo>
                  <a:lnTo>
                    <a:pt x="6951" y="832"/>
                  </a:lnTo>
                  <a:cubicBezTo>
                    <a:pt x="6951" y="375"/>
                    <a:pt x="6576" y="0"/>
                    <a:pt x="6118" y="0"/>
                  </a:cubicBezTo>
                  <a:close/>
                </a:path>
              </a:pathLst>
            </a:custGeom>
            <a:solidFill>
              <a:srgbClr val="A1B5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9" name="Google Shape;5929;p61"/>
            <p:cNvSpPr/>
            <p:nvPr/>
          </p:nvSpPr>
          <p:spPr>
            <a:xfrm>
              <a:off x="2688050" y="2305172"/>
              <a:ext cx="36650" cy="10956"/>
            </a:xfrm>
            <a:custGeom>
              <a:avLst/>
              <a:gdLst/>
              <a:ahLst/>
              <a:cxnLst/>
              <a:rect l="l" t="t" r="r" b="b"/>
              <a:pathLst>
                <a:path w="1395" h="417" extrusionOk="0">
                  <a:moveTo>
                    <a:pt x="285" y="0"/>
                  </a:moveTo>
                  <a:cubicBezTo>
                    <a:pt x="0" y="0"/>
                    <a:pt x="0" y="416"/>
                    <a:pt x="285" y="416"/>
                  </a:cubicBezTo>
                  <a:lnTo>
                    <a:pt x="1117" y="416"/>
                  </a:lnTo>
                  <a:cubicBezTo>
                    <a:pt x="1395" y="416"/>
                    <a:pt x="1395" y="0"/>
                    <a:pt x="1117" y="0"/>
                  </a:cubicBezTo>
                  <a:close/>
                </a:path>
              </a:pathLst>
            </a:custGeom>
            <a:solidFill>
              <a:srgbClr val="63636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0" name="Google Shape;5930;p61"/>
            <p:cNvSpPr/>
            <p:nvPr/>
          </p:nvSpPr>
          <p:spPr>
            <a:xfrm>
              <a:off x="2684399" y="2607857"/>
              <a:ext cx="22069" cy="22069"/>
            </a:xfrm>
            <a:custGeom>
              <a:avLst/>
              <a:gdLst/>
              <a:ahLst/>
              <a:cxnLst/>
              <a:rect l="l" t="t" r="r" b="b"/>
              <a:pathLst>
                <a:path w="840" h="840" extrusionOk="0">
                  <a:moveTo>
                    <a:pt x="424" y="0"/>
                  </a:moveTo>
                  <a:cubicBezTo>
                    <a:pt x="188" y="0"/>
                    <a:pt x="1" y="188"/>
                    <a:pt x="1" y="423"/>
                  </a:cubicBezTo>
                  <a:cubicBezTo>
                    <a:pt x="1" y="652"/>
                    <a:pt x="188" y="840"/>
                    <a:pt x="424" y="840"/>
                  </a:cubicBezTo>
                  <a:cubicBezTo>
                    <a:pt x="653" y="840"/>
                    <a:pt x="840" y="652"/>
                    <a:pt x="840" y="423"/>
                  </a:cubicBezTo>
                  <a:cubicBezTo>
                    <a:pt x="840" y="188"/>
                    <a:pt x="653" y="0"/>
                    <a:pt x="4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1" name="Google Shape;5931;p61"/>
            <p:cNvSpPr/>
            <p:nvPr/>
          </p:nvSpPr>
          <p:spPr>
            <a:xfrm>
              <a:off x="2668004" y="2305172"/>
              <a:ext cx="10956" cy="10956"/>
            </a:xfrm>
            <a:custGeom>
              <a:avLst/>
              <a:gdLst/>
              <a:ahLst/>
              <a:cxnLst/>
              <a:rect l="l" t="t" r="r" b="b"/>
              <a:pathLst>
                <a:path w="417" h="417" extrusionOk="0">
                  <a:moveTo>
                    <a:pt x="208" y="0"/>
                  </a:moveTo>
                  <a:cubicBezTo>
                    <a:pt x="97" y="0"/>
                    <a:pt x="0" y="97"/>
                    <a:pt x="0" y="208"/>
                  </a:cubicBezTo>
                  <a:cubicBezTo>
                    <a:pt x="0" y="326"/>
                    <a:pt x="97" y="416"/>
                    <a:pt x="208" y="416"/>
                  </a:cubicBezTo>
                  <a:cubicBezTo>
                    <a:pt x="326" y="416"/>
                    <a:pt x="417" y="326"/>
                    <a:pt x="417" y="208"/>
                  </a:cubicBezTo>
                  <a:cubicBezTo>
                    <a:pt x="417" y="97"/>
                    <a:pt x="326" y="0"/>
                    <a:pt x="208" y="0"/>
                  </a:cubicBezTo>
                  <a:close/>
                </a:path>
              </a:pathLst>
            </a:custGeom>
            <a:solidFill>
              <a:srgbClr val="63636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32" name="Google Shape;5932;p61"/>
          <p:cNvGrpSpPr/>
          <p:nvPr/>
        </p:nvGrpSpPr>
        <p:grpSpPr>
          <a:xfrm>
            <a:off x="2957699" y="2329763"/>
            <a:ext cx="403651" cy="305996"/>
            <a:chOff x="2970874" y="2329763"/>
            <a:chExt cx="403651" cy="305996"/>
          </a:xfrm>
        </p:grpSpPr>
        <p:sp>
          <p:nvSpPr>
            <p:cNvPr id="5933" name="Google Shape;5933;p61"/>
            <p:cNvSpPr/>
            <p:nvPr/>
          </p:nvSpPr>
          <p:spPr>
            <a:xfrm>
              <a:off x="3054158" y="2352909"/>
              <a:ext cx="98233" cy="259704"/>
            </a:xfrm>
            <a:custGeom>
              <a:avLst/>
              <a:gdLst/>
              <a:ahLst/>
              <a:cxnLst/>
              <a:rect l="l" t="t" r="r" b="b"/>
              <a:pathLst>
                <a:path w="3739" h="9885" extrusionOk="0">
                  <a:moveTo>
                    <a:pt x="3739" y="1"/>
                  </a:moveTo>
                  <a:lnTo>
                    <a:pt x="3572" y="49"/>
                  </a:lnTo>
                  <a:cubicBezTo>
                    <a:pt x="2053" y="507"/>
                    <a:pt x="777" y="1533"/>
                    <a:pt x="0" y="2914"/>
                  </a:cubicBezTo>
                  <a:lnTo>
                    <a:pt x="0" y="6964"/>
                  </a:lnTo>
                  <a:cubicBezTo>
                    <a:pt x="777" y="8352"/>
                    <a:pt x="2053" y="9378"/>
                    <a:pt x="3572" y="9836"/>
                  </a:cubicBezTo>
                  <a:lnTo>
                    <a:pt x="3739" y="9885"/>
                  </a:lnTo>
                  <a:lnTo>
                    <a:pt x="3739" y="1"/>
                  </a:lnTo>
                  <a:close/>
                </a:path>
              </a:pathLst>
            </a:custGeom>
            <a:solidFill>
              <a:srgbClr val="A4B2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4" name="Google Shape;5934;p61"/>
            <p:cNvSpPr/>
            <p:nvPr/>
          </p:nvSpPr>
          <p:spPr>
            <a:xfrm>
              <a:off x="3054158" y="2512908"/>
              <a:ext cx="98233" cy="99704"/>
            </a:xfrm>
            <a:custGeom>
              <a:avLst/>
              <a:gdLst/>
              <a:ahLst/>
              <a:cxnLst/>
              <a:rect l="l" t="t" r="r" b="b"/>
              <a:pathLst>
                <a:path w="3739" h="3795" extrusionOk="0">
                  <a:moveTo>
                    <a:pt x="0" y="1"/>
                  </a:moveTo>
                  <a:lnTo>
                    <a:pt x="0" y="874"/>
                  </a:lnTo>
                  <a:cubicBezTo>
                    <a:pt x="777" y="2262"/>
                    <a:pt x="2053" y="3288"/>
                    <a:pt x="3572" y="3746"/>
                  </a:cubicBezTo>
                  <a:lnTo>
                    <a:pt x="3739" y="3795"/>
                  </a:lnTo>
                  <a:lnTo>
                    <a:pt x="3739" y="2921"/>
                  </a:lnTo>
                  <a:lnTo>
                    <a:pt x="3572" y="2865"/>
                  </a:lnTo>
                  <a:cubicBezTo>
                    <a:pt x="2053" y="2414"/>
                    <a:pt x="777" y="1381"/>
                    <a:pt x="0" y="1"/>
                  </a:cubicBezTo>
                  <a:close/>
                </a:path>
              </a:pathLst>
            </a:custGeom>
            <a:solidFill>
              <a:srgbClr val="7A89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5" name="Google Shape;5935;p61"/>
            <p:cNvSpPr/>
            <p:nvPr/>
          </p:nvSpPr>
          <p:spPr>
            <a:xfrm>
              <a:off x="2970874" y="2429441"/>
              <a:ext cx="83310" cy="106456"/>
            </a:xfrm>
            <a:custGeom>
              <a:avLst/>
              <a:gdLst/>
              <a:ahLst/>
              <a:cxnLst/>
              <a:rect l="l" t="t" r="r" b="b"/>
              <a:pathLst>
                <a:path w="3171" h="4052" extrusionOk="0">
                  <a:moveTo>
                    <a:pt x="1381" y="1"/>
                  </a:moveTo>
                  <a:cubicBezTo>
                    <a:pt x="618" y="1"/>
                    <a:pt x="0" y="618"/>
                    <a:pt x="0" y="1381"/>
                  </a:cubicBezTo>
                  <a:lnTo>
                    <a:pt x="0" y="2678"/>
                  </a:lnTo>
                  <a:cubicBezTo>
                    <a:pt x="0" y="3434"/>
                    <a:pt x="618" y="4051"/>
                    <a:pt x="1381" y="4051"/>
                  </a:cubicBezTo>
                  <a:lnTo>
                    <a:pt x="3170" y="4051"/>
                  </a:lnTo>
                  <a:lnTo>
                    <a:pt x="3170" y="1"/>
                  </a:lnTo>
                  <a:close/>
                </a:path>
              </a:pathLst>
            </a:custGeom>
            <a:solidFill>
              <a:srgbClr val="7A89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6" name="Google Shape;5936;p61"/>
            <p:cNvSpPr/>
            <p:nvPr/>
          </p:nvSpPr>
          <p:spPr>
            <a:xfrm>
              <a:off x="2970874" y="2476652"/>
              <a:ext cx="83310" cy="59244"/>
            </a:xfrm>
            <a:custGeom>
              <a:avLst/>
              <a:gdLst/>
              <a:ahLst/>
              <a:cxnLst/>
              <a:rect l="l" t="t" r="r" b="b"/>
              <a:pathLst>
                <a:path w="3171" h="2255" extrusionOk="0">
                  <a:moveTo>
                    <a:pt x="0" y="0"/>
                  </a:moveTo>
                  <a:lnTo>
                    <a:pt x="0" y="881"/>
                  </a:lnTo>
                  <a:cubicBezTo>
                    <a:pt x="0" y="1637"/>
                    <a:pt x="618" y="2254"/>
                    <a:pt x="1381" y="2254"/>
                  </a:cubicBezTo>
                  <a:lnTo>
                    <a:pt x="3170" y="2254"/>
                  </a:lnTo>
                  <a:lnTo>
                    <a:pt x="3170" y="1381"/>
                  </a:lnTo>
                  <a:lnTo>
                    <a:pt x="1381" y="1381"/>
                  </a:lnTo>
                  <a:cubicBezTo>
                    <a:pt x="618" y="1381"/>
                    <a:pt x="0" y="763"/>
                    <a:pt x="0" y="0"/>
                  </a:cubicBezTo>
                  <a:close/>
                </a:path>
              </a:pathLst>
            </a:custGeom>
            <a:solidFill>
              <a:srgbClr val="61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7" name="Google Shape;5937;p61"/>
            <p:cNvSpPr/>
            <p:nvPr/>
          </p:nvSpPr>
          <p:spPr>
            <a:xfrm>
              <a:off x="3215760" y="2442156"/>
              <a:ext cx="33392" cy="81313"/>
            </a:xfrm>
            <a:custGeom>
              <a:avLst/>
              <a:gdLst/>
              <a:ahLst/>
              <a:cxnLst/>
              <a:rect l="l" t="t" r="r" b="b"/>
              <a:pathLst>
                <a:path w="1271" h="3095" extrusionOk="0">
                  <a:moveTo>
                    <a:pt x="308" y="0"/>
                  </a:moveTo>
                  <a:cubicBezTo>
                    <a:pt x="141" y="0"/>
                    <a:pt x="0" y="208"/>
                    <a:pt x="140" y="370"/>
                  </a:cubicBezTo>
                  <a:cubicBezTo>
                    <a:pt x="792" y="1022"/>
                    <a:pt x="792" y="2069"/>
                    <a:pt x="140" y="2721"/>
                  </a:cubicBezTo>
                  <a:cubicBezTo>
                    <a:pt x="57" y="2804"/>
                    <a:pt x="57" y="2943"/>
                    <a:pt x="140" y="3026"/>
                  </a:cubicBezTo>
                  <a:cubicBezTo>
                    <a:pt x="186" y="3072"/>
                    <a:pt x="245" y="3095"/>
                    <a:pt x="302" y="3095"/>
                  </a:cubicBezTo>
                  <a:cubicBezTo>
                    <a:pt x="358" y="3095"/>
                    <a:pt x="412" y="3074"/>
                    <a:pt x="452" y="3033"/>
                  </a:cubicBezTo>
                  <a:cubicBezTo>
                    <a:pt x="1271" y="2208"/>
                    <a:pt x="1271" y="883"/>
                    <a:pt x="452" y="58"/>
                  </a:cubicBezTo>
                  <a:cubicBezTo>
                    <a:pt x="406" y="18"/>
                    <a:pt x="356" y="0"/>
                    <a:pt x="308" y="0"/>
                  </a:cubicBezTo>
                  <a:close/>
                </a:path>
              </a:pathLst>
            </a:custGeom>
            <a:solidFill>
              <a:srgbClr val="DFE6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8" name="Google Shape;5938;p61"/>
            <p:cNvSpPr/>
            <p:nvPr/>
          </p:nvSpPr>
          <p:spPr>
            <a:xfrm>
              <a:off x="3256561" y="2401513"/>
              <a:ext cx="55829" cy="162627"/>
            </a:xfrm>
            <a:custGeom>
              <a:avLst/>
              <a:gdLst/>
              <a:ahLst/>
              <a:cxnLst/>
              <a:rect l="l" t="t" r="r" b="b"/>
              <a:pathLst>
                <a:path w="2125" h="6190" extrusionOk="0">
                  <a:moveTo>
                    <a:pt x="308" y="1"/>
                  </a:moveTo>
                  <a:cubicBezTo>
                    <a:pt x="141" y="1"/>
                    <a:pt x="1" y="207"/>
                    <a:pt x="141" y="363"/>
                  </a:cubicBezTo>
                  <a:cubicBezTo>
                    <a:pt x="1646" y="1875"/>
                    <a:pt x="1646" y="4310"/>
                    <a:pt x="141" y="5822"/>
                  </a:cubicBezTo>
                  <a:cubicBezTo>
                    <a:pt x="58" y="5905"/>
                    <a:pt x="58" y="6044"/>
                    <a:pt x="141" y="6127"/>
                  </a:cubicBezTo>
                  <a:cubicBezTo>
                    <a:pt x="183" y="6169"/>
                    <a:pt x="238" y="6190"/>
                    <a:pt x="294" y="6190"/>
                  </a:cubicBezTo>
                  <a:cubicBezTo>
                    <a:pt x="351" y="6190"/>
                    <a:pt x="408" y="6169"/>
                    <a:pt x="453" y="6127"/>
                  </a:cubicBezTo>
                  <a:cubicBezTo>
                    <a:pt x="2125" y="4449"/>
                    <a:pt x="2125" y="1737"/>
                    <a:pt x="453" y="58"/>
                  </a:cubicBezTo>
                  <a:cubicBezTo>
                    <a:pt x="407" y="18"/>
                    <a:pt x="356" y="1"/>
                    <a:pt x="308" y="1"/>
                  </a:cubicBezTo>
                  <a:close/>
                </a:path>
              </a:pathLst>
            </a:custGeom>
            <a:solidFill>
              <a:srgbClr val="DFE6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9" name="Google Shape;5939;p61"/>
            <p:cNvSpPr/>
            <p:nvPr/>
          </p:nvSpPr>
          <p:spPr>
            <a:xfrm>
              <a:off x="3296653" y="2361421"/>
              <a:ext cx="77872" cy="242758"/>
            </a:xfrm>
            <a:custGeom>
              <a:avLst/>
              <a:gdLst/>
              <a:ahLst/>
              <a:cxnLst/>
              <a:rect l="l" t="t" r="r" b="b"/>
              <a:pathLst>
                <a:path w="2964" h="9240" extrusionOk="0">
                  <a:moveTo>
                    <a:pt x="302" y="1"/>
                  </a:moveTo>
                  <a:cubicBezTo>
                    <a:pt x="137" y="1"/>
                    <a:pt x="1" y="208"/>
                    <a:pt x="141" y="370"/>
                  </a:cubicBezTo>
                  <a:cubicBezTo>
                    <a:pt x="2478" y="2715"/>
                    <a:pt x="2478" y="6516"/>
                    <a:pt x="141" y="8867"/>
                  </a:cubicBezTo>
                  <a:cubicBezTo>
                    <a:pt x="51" y="8950"/>
                    <a:pt x="51" y="9089"/>
                    <a:pt x="141" y="9172"/>
                  </a:cubicBezTo>
                  <a:cubicBezTo>
                    <a:pt x="183" y="9217"/>
                    <a:pt x="238" y="9240"/>
                    <a:pt x="294" y="9240"/>
                  </a:cubicBezTo>
                  <a:cubicBezTo>
                    <a:pt x="349" y="9240"/>
                    <a:pt x="405" y="9217"/>
                    <a:pt x="446" y="9172"/>
                  </a:cubicBezTo>
                  <a:cubicBezTo>
                    <a:pt x="2964" y="6661"/>
                    <a:pt x="2964" y="2576"/>
                    <a:pt x="446" y="58"/>
                  </a:cubicBezTo>
                  <a:cubicBezTo>
                    <a:pt x="400" y="18"/>
                    <a:pt x="350" y="1"/>
                    <a:pt x="302" y="1"/>
                  </a:cubicBezTo>
                  <a:close/>
                </a:path>
              </a:pathLst>
            </a:custGeom>
            <a:solidFill>
              <a:srgbClr val="DFE6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0" name="Google Shape;5940;p61"/>
            <p:cNvSpPr/>
            <p:nvPr/>
          </p:nvSpPr>
          <p:spPr>
            <a:xfrm>
              <a:off x="3151287" y="2329763"/>
              <a:ext cx="37727" cy="305996"/>
            </a:xfrm>
            <a:custGeom>
              <a:avLst/>
              <a:gdLst/>
              <a:ahLst/>
              <a:cxnLst/>
              <a:rect l="l" t="t" r="r" b="b"/>
              <a:pathLst>
                <a:path w="1436" h="11647" extrusionOk="0">
                  <a:moveTo>
                    <a:pt x="458" y="1"/>
                  </a:moveTo>
                  <a:cubicBezTo>
                    <a:pt x="208" y="1"/>
                    <a:pt x="0" y="202"/>
                    <a:pt x="0" y="451"/>
                  </a:cubicBezTo>
                  <a:lnTo>
                    <a:pt x="0" y="11196"/>
                  </a:lnTo>
                  <a:cubicBezTo>
                    <a:pt x="0" y="11445"/>
                    <a:pt x="208" y="11646"/>
                    <a:pt x="458" y="11646"/>
                  </a:cubicBezTo>
                  <a:lnTo>
                    <a:pt x="985" y="11646"/>
                  </a:lnTo>
                  <a:cubicBezTo>
                    <a:pt x="1235" y="11646"/>
                    <a:pt x="1436" y="11445"/>
                    <a:pt x="1436" y="11196"/>
                  </a:cubicBezTo>
                  <a:lnTo>
                    <a:pt x="1436" y="451"/>
                  </a:lnTo>
                  <a:cubicBezTo>
                    <a:pt x="1436" y="202"/>
                    <a:pt x="1235" y="1"/>
                    <a:pt x="985" y="1"/>
                  </a:cubicBezTo>
                  <a:close/>
                </a:path>
              </a:pathLst>
            </a:custGeom>
            <a:solidFill>
              <a:srgbClr val="7A89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1" name="Google Shape;5941;p61"/>
            <p:cNvSpPr/>
            <p:nvPr/>
          </p:nvSpPr>
          <p:spPr>
            <a:xfrm>
              <a:off x="3151287" y="2329763"/>
              <a:ext cx="30450" cy="305996"/>
            </a:xfrm>
            <a:custGeom>
              <a:avLst/>
              <a:gdLst/>
              <a:ahLst/>
              <a:cxnLst/>
              <a:rect l="l" t="t" r="r" b="b"/>
              <a:pathLst>
                <a:path w="1159" h="11647" extrusionOk="0">
                  <a:moveTo>
                    <a:pt x="458" y="1"/>
                  </a:moveTo>
                  <a:cubicBezTo>
                    <a:pt x="208" y="1"/>
                    <a:pt x="0" y="202"/>
                    <a:pt x="0" y="451"/>
                  </a:cubicBezTo>
                  <a:lnTo>
                    <a:pt x="0" y="11196"/>
                  </a:lnTo>
                  <a:cubicBezTo>
                    <a:pt x="0" y="11445"/>
                    <a:pt x="208" y="11646"/>
                    <a:pt x="458" y="11646"/>
                  </a:cubicBezTo>
                  <a:lnTo>
                    <a:pt x="985" y="11646"/>
                  </a:lnTo>
                  <a:cubicBezTo>
                    <a:pt x="1041" y="11646"/>
                    <a:pt x="1103" y="11633"/>
                    <a:pt x="1158" y="11612"/>
                  </a:cubicBezTo>
                  <a:cubicBezTo>
                    <a:pt x="985" y="11542"/>
                    <a:pt x="881" y="11376"/>
                    <a:pt x="881" y="11196"/>
                  </a:cubicBezTo>
                  <a:lnTo>
                    <a:pt x="881" y="451"/>
                  </a:lnTo>
                  <a:cubicBezTo>
                    <a:pt x="881" y="271"/>
                    <a:pt x="992" y="105"/>
                    <a:pt x="1158" y="35"/>
                  </a:cubicBezTo>
                  <a:cubicBezTo>
                    <a:pt x="1103" y="8"/>
                    <a:pt x="1048" y="1"/>
                    <a:pt x="985" y="1"/>
                  </a:cubicBezTo>
                  <a:close/>
                </a:path>
              </a:pathLst>
            </a:custGeom>
            <a:solidFill>
              <a:srgbClr val="61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42" name="Google Shape;5942;p61"/>
          <p:cNvGrpSpPr/>
          <p:nvPr/>
        </p:nvGrpSpPr>
        <p:grpSpPr>
          <a:xfrm>
            <a:off x="3532620" y="2318755"/>
            <a:ext cx="387835" cy="327933"/>
            <a:chOff x="3545795" y="2318755"/>
            <a:chExt cx="387835" cy="327933"/>
          </a:xfrm>
        </p:grpSpPr>
        <p:sp>
          <p:nvSpPr>
            <p:cNvPr id="5943" name="Google Shape;5943;p61"/>
            <p:cNvSpPr/>
            <p:nvPr/>
          </p:nvSpPr>
          <p:spPr>
            <a:xfrm>
              <a:off x="3565315" y="2318755"/>
              <a:ext cx="11691" cy="57694"/>
            </a:xfrm>
            <a:custGeom>
              <a:avLst/>
              <a:gdLst/>
              <a:ahLst/>
              <a:cxnLst/>
              <a:rect l="l" t="t" r="r" b="b"/>
              <a:pathLst>
                <a:path w="445" h="2196" extrusionOk="0">
                  <a:moveTo>
                    <a:pt x="222" y="0"/>
                  </a:moveTo>
                  <a:cubicBezTo>
                    <a:pt x="111" y="0"/>
                    <a:pt x="0" y="73"/>
                    <a:pt x="0" y="218"/>
                  </a:cubicBezTo>
                  <a:lnTo>
                    <a:pt x="0" y="1973"/>
                  </a:lnTo>
                  <a:cubicBezTo>
                    <a:pt x="0" y="2091"/>
                    <a:pt x="97" y="2195"/>
                    <a:pt x="222" y="2195"/>
                  </a:cubicBezTo>
                  <a:cubicBezTo>
                    <a:pt x="347" y="2195"/>
                    <a:pt x="444" y="2091"/>
                    <a:pt x="444" y="1973"/>
                  </a:cubicBezTo>
                  <a:lnTo>
                    <a:pt x="444" y="218"/>
                  </a:lnTo>
                  <a:cubicBezTo>
                    <a:pt x="444" y="73"/>
                    <a:pt x="333" y="0"/>
                    <a:pt x="222" y="0"/>
                  </a:cubicBez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4" name="Google Shape;5944;p61"/>
            <p:cNvSpPr/>
            <p:nvPr/>
          </p:nvSpPr>
          <p:spPr>
            <a:xfrm>
              <a:off x="3545795" y="2318755"/>
              <a:ext cx="11691" cy="57694"/>
            </a:xfrm>
            <a:custGeom>
              <a:avLst/>
              <a:gdLst/>
              <a:ahLst/>
              <a:cxnLst/>
              <a:rect l="l" t="t" r="r" b="b"/>
              <a:pathLst>
                <a:path w="445" h="2196" extrusionOk="0">
                  <a:moveTo>
                    <a:pt x="223" y="0"/>
                  </a:moveTo>
                  <a:cubicBezTo>
                    <a:pt x="112" y="0"/>
                    <a:pt x="1" y="73"/>
                    <a:pt x="1" y="218"/>
                  </a:cubicBezTo>
                  <a:lnTo>
                    <a:pt x="1" y="1973"/>
                  </a:lnTo>
                  <a:cubicBezTo>
                    <a:pt x="1" y="2091"/>
                    <a:pt x="98" y="2195"/>
                    <a:pt x="223" y="2195"/>
                  </a:cubicBezTo>
                  <a:cubicBezTo>
                    <a:pt x="341" y="2195"/>
                    <a:pt x="445" y="2091"/>
                    <a:pt x="445" y="1973"/>
                  </a:cubicBezTo>
                  <a:lnTo>
                    <a:pt x="445" y="218"/>
                  </a:lnTo>
                  <a:cubicBezTo>
                    <a:pt x="445" y="73"/>
                    <a:pt x="334" y="0"/>
                    <a:pt x="223" y="0"/>
                  </a:cubicBez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5" name="Google Shape;5945;p61"/>
            <p:cNvSpPr/>
            <p:nvPr/>
          </p:nvSpPr>
          <p:spPr>
            <a:xfrm>
              <a:off x="3584888" y="2318755"/>
              <a:ext cx="11796" cy="57694"/>
            </a:xfrm>
            <a:custGeom>
              <a:avLst/>
              <a:gdLst/>
              <a:ahLst/>
              <a:cxnLst/>
              <a:rect l="l" t="t" r="r" b="b"/>
              <a:pathLst>
                <a:path w="449" h="2196" extrusionOk="0">
                  <a:moveTo>
                    <a:pt x="224" y="0"/>
                  </a:moveTo>
                  <a:cubicBezTo>
                    <a:pt x="112" y="0"/>
                    <a:pt x="1" y="73"/>
                    <a:pt x="4" y="218"/>
                  </a:cubicBezTo>
                  <a:lnTo>
                    <a:pt x="4" y="1973"/>
                  </a:lnTo>
                  <a:cubicBezTo>
                    <a:pt x="4" y="2091"/>
                    <a:pt x="101" y="2195"/>
                    <a:pt x="226" y="2195"/>
                  </a:cubicBezTo>
                  <a:cubicBezTo>
                    <a:pt x="344" y="2195"/>
                    <a:pt x="448" y="2091"/>
                    <a:pt x="448" y="1973"/>
                  </a:cubicBezTo>
                  <a:lnTo>
                    <a:pt x="448" y="218"/>
                  </a:lnTo>
                  <a:cubicBezTo>
                    <a:pt x="448" y="73"/>
                    <a:pt x="335" y="0"/>
                    <a:pt x="224" y="0"/>
                  </a:cubicBez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5946" name="Google Shape;5946;p61"/>
            <p:cNvGrpSpPr/>
            <p:nvPr/>
          </p:nvGrpSpPr>
          <p:grpSpPr>
            <a:xfrm>
              <a:off x="3545795" y="2322301"/>
              <a:ext cx="387835" cy="324387"/>
              <a:chOff x="3545795" y="2322301"/>
              <a:chExt cx="387835" cy="324387"/>
            </a:xfrm>
          </p:grpSpPr>
          <p:sp>
            <p:nvSpPr>
              <p:cNvPr id="5947" name="Google Shape;5947;p61"/>
              <p:cNvSpPr/>
              <p:nvPr/>
            </p:nvSpPr>
            <p:spPr>
              <a:xfrm>
                <a:off x="3613604" y="2355089"/>
                <a:ext cx="258968" cy="258994"/>
              </a:xfrm>
              <a:custGeom>
                <a:avLst/>
                <a:gdLst/>
                <a:ahLst/>
                <a:cxnLst/>
                <a:rect l="l" t="t" r="r" b="b"/>
                <a:pathLst>
                  <a:path w="9857" h="9858" extrusionOk="0">
                    <a:moveTo>
                      <a:pt x="4932" y="1"/>
                    </a:moveTo>
                    <a:cubicBezTo>
                      <a:pt x="2213" y="1"/>
                      <a:pt x="0" y="2206"/>
                      <a:pt x="0" y="4925"/>
                    </a:cubicBezTo>
                    <a:cubicBezTo>
                      <a:pt x="0" y="7651"/>
                      <a:pt x="2213" y="9857"/>
                      <a:pt x="4932" y="9857"/>
                    </a:cubicBezTo>
                    <a:cubicBezTo>
                      <a:pt x="7651" y="9857"/>
                      <a:pt x="9857" y="7651"/>
                      <a:pt x="9857" y="4925"/>
                    </a:cubicBezTo>
                    <a:cubicBezTo>
                      <a:pt x="9857" y="2206"/>
                      <a:pt x="7651" y="1"/>
                      <a:pt x="4932" y="1"/>
                    </a:cubicBezTo>
                    <a:close/>
                  </a:path>
                </a:pathLst>
              </a:custGeom>
              <a:solidFill>
                <a:srgbClr val="C3CF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8" name="Google Shape;5948;p61"/>
              <p:cNvSpPr/>
              <p:nvPr/>
            </p:nvSpPr>
            <p:spPr>
              <a:xfrm>
                <a:off x="3639667" y="2380968"/>
                <a:ext cx="207027" cy="207054"/>
              </a:xfrm>
              <a:custGeom>
                <a:avLst/>
                <a:gdLst/>
                <a:ahLst/>
                <a:cxnLst/>
                <a:rect l="l" t="t" r="r" b="b"/>
                <a:pathLst>
                  <a:path w="7880" h="7881" extrusionOk="0">
                    <a:moveTo>
                      <a:pt x="3940" y="1"/>
                    </a:moveTo>
                    <a:cubicBezTo>
                      <a:pt x="1762" y="1"/>
                      <a:pt x="0" y="1769"/>
                      <a:pt x="0" y="3940"/>
                    </a:cubicBezTo>
                    <a:cubicBezTo>
                      <a:pt x="0" y="6118"/>
                      <a:pt x="1762" y="7880"/>
                      <a:pt x="3940" y="7880"/>
                    </a:cubicBezTo>
                    <a:cubicBezTo>
                      <a:pt x="6118" y="7880"/>
                      <a:pt x="7880" y="6118"/>
                      <a:pt x="7880" y="3940"/>
                    </a:cubicBezTo>
                    <a:cubicBezTo>
                      <a:pt x="7880" y="1769"/>
                      <a:pt x="6118" y="1"/>
                      <a:pt x="3940" y="1"/>
                    </a:cubicBezTo>
                    <a:close/>
                  </a:path>
                </a:pathLst>
              </a:custGeom>
              <a:solidFill>
                <a:srgbClr val="F2F4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9" name="Google Shape;5949;p61"/>
              <p:cNvSpPr/>
              <p:nvPr/>
            </p:nvSpPr>
            <p:spPr>
              <a:xfrm>
                <a:off x="3722583" y="2380968"/>
                <a:ext cx="129392" cy="207080"/>
              </a:xfrm>
              <a:custGeom>
                <a:avLst/>
                <a:gdLst/>
                <a:ahLst/>
                <a:cxnLst/>
                <a:rect l="l" t="t" r="r" b="b"/>
                <a:pathLst>
                  <a:path w="4925" h="7882" extrusionOk="0">
                    <a:moveTo>
                      <a:pt x="784" y="1"/>
                    </a:moveTo>
                    <a:cubicBezTo>
                      <a:pt x="520" y="1"/>
                      <a:pt x="257" y="28"/>
                      <a:pt x="0" y="84"/>
                    </a:cubicBezTo>
                    <a:cubicBezTo>
                      <a:pt x="1831" y="458"/>
                      <a:pt x="3149" y="2068"/>
                      <a:pt x="3149" y="3940"/>
                    </a:cubicBezTo>
                    <a:cubicBezTo>
                      <a:pt x="3149" y="5813"/>
                      <a:pt x="1831" y="7429"/>
                      <a:pt x="0" y="7804"/>
                    </a:cubicBezTo>
                    <a:cubicBezTo>
                      <a:pt x="263" y="7857"/>
                      <a:pt x="524" y="7882"/>
                      <a:pt x="781" y="7882"/>
                    </a:cubicBezTo>
                    <a:cubicBezTo>
                      <a:pt x="2758" y="7882"/>
                      <a:pt x="4486" y="6386"/>
                      <a:pt x="4689" y="4336"/>
                    </a:cubicBezTo>
                    <a:cubicBezTo>
                      <a:pt x="4925" y="2019"/>
                      <a:pt x="3107" y="8"/>
                      <a:pt x="784" y="1"/>
                    </a:cubicBezTo>
                    <a:close/>
                  </a:path>
                </a:pathLst>
              </a:custGeom>
              <a:solidFill>
                <a:srgbClr val="E4EA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0" name="Google Shape;5950;p61"/>
              <p:cNvSpPr/>
              <p:nvPr/>
            </p:nvSpPr>
            <p:spPr>
              <a:xfrm>
                <a:off x="3895140" y="2322301"/>
                <a:ext cx="38489" cy="324387"/>
              </a:xfrm>
              <a:custGeom>
                <a:avLst/>
                <a:gdLst/>
                <a:ahLst/>
                <a:cxnLst/>
                <a:rect l="l" t="t" r="r" b="b"/>
                <a:pathLst>
                  <a:path w="1465" h="12347" extrusionOk="0">
                    <a:moveTo>
                      <a:pt x="1450" y="0"/>
                    </a:moveTo>
                    <a:cubicBezTo>
                      <a:pt x="556" y="541"/>
                      <a:pt x="1" y="1512"/>
                      <a:pt x="1" y="2567"/>
                    </a:cubicBezTo>
                    <a:lnTo>
                      <a:pt x="1" y="5986"/>
                    </a:lnTo>
                    <a:cubicBezTo>
                      <a:pt x="1" y="6204"/>
                      <a:pt x="315" y="6392"/>
                      <a:pt x="576" y="6392"/>
                    </a:cubicBezTo>
                    <a:cubicBezTo>
                      <a:pt x="597" y="6392"/>
                      <a:pt x="618" y="6391"/>
                      <a:pt x="639" y="6388"/>
                    </a:cubicBezTo>
                    <a:lnTo>
                      <a:pt x="639" y="7450"/>
                    </a:lnTo>
                    <a:cubicBezTo>
                      <a:pt x="639" y="8747"/>
                      <a:pt x="285" y="11057"/>
                      <a:pt x="285" y="11542"/>
                    </a:cubicBezTo>
                    <a:cubicBezTo>
                      <a:pt x="285" y="12090"/>
                      <a:pt x="514" y="12347"/>
                      <a:pt x="868" y="12347"/>
                    </a:cubicBezTo>
                    <a:cubicBezTo>
                      <a:pt x="1214" y="12347"/>
                      <a:pt x="1464" y="12090"/>
                      <a:pt x="1464" y="11542"/>
                    </a:cubicBezTo>
                    <a:cubicBezTo>
                      <a:pt x="1464" y="11542"/>
                      <a:pt x="1464" y="4211"/>
                      <a:pt x="1450" y="7"/>
                    </a:cubicBezTo>
                    <a:lnTo>
                      <a:pt x="1450" y="0"/>
                    </a:ln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1" name="Google Shape;5951;p61"/>
              <p:cNvSpPr/>
              <p:nvPr/>
            </p:nvSpPr>
            <p:spPr>
              <a:xfrm>
                <a:off x="3895140" y="2322301"/>
                <a:ext cx="38489" cy="167960"/>
              </a:xfrm>
              <a:custGeom>
                <a:avLst/>
                <a:gdLst/>
                <a:ahLst/>
                <a:cxnLst/>
                <a:rect l="l" t="t" r="r" b="b"/>
                <a:pathLst>
                  <a:path w="1465" h="6393" extrusionOk="0">
                    <a:moveTo>
                      <a:pt x="1450" y="0"/>
                    </a:moveTo>
                    <a:cubicBezTo>
                      <a:pt x="556" y="541"/>
                      <a:pt x="1" y="1512"/>
                      <a:pt x="1" y="2567"/>
                    </a:cubicBezTo>
                    <a:lnTo>
                      <a:pt x="1" y="5993"/>
                    </a:lnTo>
                    <a:cubicBezTo>
                      <a:pt x="1" y="6205"/>
                      <a:pt x="314" y="6392"/>
                      <a:pt x="576" y="6392"/>
                    </a:cubicBezTo>
                    <a:cubicBezTo>
                      <a:pt x="597" y="6392"/>
                      <a:pt x="618" y="6391"/>
                      <a:pt x="639" y="6388"/>
                    </a:cubicBezTo>
                    <a:lnTo>
                      <a:pt x="1464" y="6375"/>
                    </a:lnTo>
                    <a:cubicBezTo>
                      <a:pt x="1457" y="4356"/>
                      <a:pt x="1450" y="1686"/>
                      <a:pt x="1450" y="7"/>
                    </a:cubicBezTo>
                    <a:lnTo>
                      <a:pt x="1450" y="0"/>
                    </a:lnTo>
                    <a:close/>
                  </a:path>
                </a:pathLst>
              </a:custGeom>
              <a:solidFill>
                <a:srgbClr val="C7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2" name="Google Shape;5952;p61"/>
              <p:cNvSpPr/>
              <p:nvPr/>
            </p:nvSpPr>
            <p:spPr>
              <a:xfrm>
                <a:off x="3545795" y="2370590"/>
                <a:ext cx="50890" cy="275021"/>
              </a:xfrm>
              <a:custGeom>
                <a:avLst/>
                <a:gdLst/>
                <a:ahLst/>
                <a:cxnLst/>
                <a:rect l="l" t="t" r="r" b="b"/>
                <a:pathLst>
                  <a:path w="1937" h="10468" extrusionOk="0">
                    <a:moveTo>
                      <a:pt x="1" y="0"/>
                    </a:moveTo>
                    <a:lnTo>
                      <a:pt x="1" y="1138"/>
                    </a:lnTo>
                    <a:cubicBezTo>
                      <a:pt x="1" y="1332"/>
                      <a:pt x="98" y="1519"/>
                      <a:pt x="265" y="1637"/>
                    </a:cubicBezTo>
                    <a:cubicBezTo>
                      <a:pt x="424" y="1727"/>
                      <a:pt x="549" y="2060"/>
                      <a:pt x="549" y="2241"/>
                    </a:cubicBezTo>
                    <a:lnTo>
                      <a:pt x="549" y="3912"/>
                    </a:lnTo>
                    <a:cubicBezTo>
                      <a:pt x="549" y="5286"/>
                      <a:pt x="535" y="6652"/>
                      <a:pt x="389" y="8019"/>
                    </a:cubicBezTo>
                    <a:cubicBezTo>
                      <a:pt x="299" y="8830"/>
                      <a:pt x="251" y="9551"/>
                      <a:pt x="251" y="9718"/>
                    </a:cubicBezTo>
                    <a:cubicBezTo>
                      <a:pt x="230" y="10127"/>
                      <a:pt x="556" y="10467"/>
                      <a:pt x="965" y="10467"/>
                    </a:cubicBezTo>
                    <a:cubicBezTo>
                      <a:pt x="1381" y="10467"/>
                      <a:pt x="1707" y="10127"/>
                      <a:pt x="1686" y="9718"/>
                    </a:cubicBezTo>
                    <a:cubicBezTo>
                      <a:pt x="1686" y="9551"/>
                      <a:pt x="1638" y="8830"/>
                      <a:pt x="1548" y="8019"/>
                    </a:cubicBezTo>
                    <a:cubicBezTo>
                      <a:pt x="1402" y="6659"/>
                      <a:pt x="1388" y="5286"/>
                      <a:pt x="1388" y="3912"/>
                    </a:cubicBezTo>
                    <a:lnTo>
                      <a:pt x="1388" y="2255"/>
                    </a:lnTo>
                    <a:cubicBezTo>
                      <a:pt x="1402" y="1991"/>
                      <a:pt x="1534" y="1755"/>
                      <a:pt x="1742" y="1596"/>
                    </a:cubicBezTo>
                    <a:cubicBezTo>
                      <a:pt x="1881" y="1505"/>
                      <a:pt x="1936" y="1304"/>
                      <a:pt x="1936" y="1138"/>
                    </a:cubicBezTo>
                    <a:lnTo>
                      <a:pt x="1936" y="0"/>
                    </a:ln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3" name="Google Shape;5953;p61"/>
              <p:cNvSpPr/>
              <p:nvPr/>
            </p:nvSpPr>
            <p:spPr>
              <a:xfrm>
                <a:off x="3545795" y="2370590"/>
                <a:ext cx="50890" cy="59244"/>
              </a:xfrm>
              <a:custGeom>
                <a:avLst/>
                <a:gdLst/>
                <a:ahLst/>
                <a:cxnLst/>
                <a:rect l="l" t="t" r="r" b="b"/>
                <a:pathLst>
                  <a:path w="1937" h="2255" extrusionOk="0">
                    <a:moveTo>
                      <a:pt x="1" y="0"/>
                    </a:moveTo>
                    <a:lnTo>
                      <a:pt x="1" y="1138"/>
                    </a:lnTo>
                    <a:cubicBezTo>
                      <a:pt x="1" y="1332"/>
                      <a:pt x="98" y="1519"/>
                      <a:pt x="265" y="1637"/>
                    </a:cubicBezTo>
                    <a:cubicBezTo>
                      <a:pt x="424" y="1727"/>
                      <a:pt x="549" y="2060"/>
                      <a:pt x="549" y="2241"/>
                    </a:cubicBezTo>
                    <a:lnTo>
                      <a:pt x="1388" y="2255"/>
                    </a:lnTo>
                    <a:cubicBezTo>
                      <a:pt x="1402" y="1991"/>
                      <a:pt x="1534" y="1755"/>
                      <a:pt x="1742" y="1603"/>
                    </a:cubicBezTo>
                    <a:cubicBezTo>
                      <a:pt x="1881" y="1505"/>
                      <a:pt x="1936" y="1304"/>
                      <a:pt x="1936" y="1138"/>
                    </a:cubicBezTo>
                    <a:lnTo>
                      <a:pt x="1936" y="0"/>
                    </a:lnTo>
                    <a:close/>
                  </a:path>
                </a:pathLst>
              </a:custGeom>
              <a:solidFill>
                <a:srgbClr val="C7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5954" name="Google Shape;5954;p61"/>
          <p:cNvGrpSpPr/>
          <p:nvPr/>
        </p:nvGrpSpPr>
        <p:grpSpPr>
          <a:xfrm>
            <a:off x="4705294" y="2306984"/>
            <a:ext cx="364294" cy="351552"/>
            <a:chOff x="4718468" y="2306984"/>
            <a:chExt cx="364294" cy="351552"/>
          </a:xfrm>
        </p:grpSpPr>
        <p:sp>
          <p:nvSpPr>
            <p:cNvPr id="5955" name="Google Shape;5955;p61"/>
            <p:cNvSpPr/>
            <p:nvPr/>
          </p:nvSpPr>
          <p:spPr>
            <a:xfrm>
              <a:off x="4718468" y="2472869"/>
              <a:ext cx="55593" cy="57195"/>
            </a:xfrm>
            <a:custGeom>
              <a:avLst/>
              <a:gdLst/>
              <a:ahLst/>
              <a:cxnLst/>
              <a:rect l="l" t="t" r="r" b="b"/>
              <a:pathLst>
                <a:path w="2116" h="2177" extrusionOk="0">
                  <a:moveTo>
                    <a:pt x="784" y="408"/>
                  </a:moveTo>
                  <a:cubicBezTo>
                    <a:pt x="930" y="449"/>
                    <a:pt x="1034" y="560"/>
                    <a:pt x="1082" y="699"/>
                  </a:cubicBezTo>
                  <a:cubicBezTo>
                    <a:pt x="1110" y="762"/>
                    <a:pt x="1124" y="824"/>
                    <a:pt x="1124" y="893"/>
                  </a:cubicBezTo>
                  <a:cubicBezTo>
                    <a:pt x="840" y="831"/>
                    <a:pt x="625" y="748"/>
                    <a:pt x="576" y="651"/>
                  </a:cubicBezTo>
                  <a:cubicBezTo>
                    <a:pt x="555" y="609"/>
                    <a:pt x="604" y="533"/>
                    <a:pt x="632" y="491"/>
                  </a:cubicBezTo>
                  <a:cubicBezTo>
                    <a:pt x="659" y="442"/>
                    <a:pt x="715" y="408"/>
                    <a:pt x="763" y="408"/>
                  </a:cubicBezTo>
                  <a:close/>
                  <a:moveTo>
                    <a:pt x="765" y="1"/>
                  </a:moveTo>
                  <a:cubicBezTo>
                    <a:pt x="584" y="1"/>
                    <a:pt x="415" y="89"/>
                    <a:pt x="306" y="241"/>
                  </a:cubicBezTo>
                  <a:cubicBezTo>
                    <a:pt x="111" y="498"/>
                    <a:pt x="146" y="706"/>
                    <a:pt x="208" y="831"/>
                  </a:cubicBezTo>
                  <a:cubicBezTo>
                    <a:pt x="312" y="1046"/>
                    <a:pt x="576" y="1192"/>
                    <a:pt x="1013" y="1289"/>
                  </a:cubicBezTo>
                  <a:cubicBezTo>
                    <a:pt x="999" y="1303"/>
                    <a:pt x="985" y="1323"/>
                    <a:pt x="971" y="1344"/>
                  </a:cubicBezTo>
                  <a:cubicBezTo>
                    <a:pt x="791" y="1587"/>
                    <a:pt x="514" y="1733"/>
                    <a:pt x="208" y="1746"/>
                  </a:cubicBezTo>
                  <a:cubicBezTo>
                    <a:pt x="91" y="1753"/>
                    <a:pt x="0" y="1844"/>
                    <a:pt x="0" y="1961"/>
                  </a:cubicBezTo>
                  <a:cubicBezTo>
                    <a:pt x="0" y="2079"/>
                    <a:pt x="91" y="2170"/>
                    <a:pt x="201" y="2177"/>
                  </a:cubicBezTo>
                  <a:lnTo>
                    <a:pt x="250" y="2177"/>
                  </a:lnTo>
                  <a:cubicBezTo>
                    <a:pt x="500" y="2177"/>
                    <a:pt x="909" y="2086"/>
                    <a:pt x="1297" y="1594"/>
                  </a:cubicBezTo>
                  <a:cubicBezTo>
                    <a:pt x="1353" y="1525"/>
                    <a:pt x="1401" y="1441"/>
                    <a:pt x="1443" y="1358"/>
                  </a:cubicBezTo>
                  <a:cubicBezTo>
                    <a:pt x="1700" y="1386"/>
                    <a:pt x="1901" y="1386"/>
                    <a:pt x="1908" y="1386"/>
                  </a:cubicBezTo>
                  <a:cubicBezTo>
                    <a:pt x="1912" y="1386"/>
                    <a:pt x="1916" y="1386"/>
                    <a:pt x="1920" y="1386"/>
                  </a:cubicBezTo>
                  <a:cubicBezTo>
                    <a:pt x="2032" y="1386"/>
                    <a:pt x="2116" y="1292"/>
                    <a:pt x="2116" y="1178"/>
                  </a:cubicBezTo>
                  <a:cubicBezTo>
                    <a:pt x="2116" y="1067"/>
                    <a:pt x="2019" y="977"/>
                    <a:pt x="1908" y="977"/>
                  </a:cubicBezTo>
                  <a:cubicBezTo>
                    <a:pt x="1790" y="977"/>
                    <a:pt x="1665" y="970"/>
                    <a:pt x="1540" y="956"/>
                  </a:cubicBezTo>
                  <a:cubicBezTo>
                    <a:pt x="1540" y="817"/>
                    <a:pt x="1519" y="678"/>
                    <a:pt x="1464" y="547"/>
                  </a:cubicBezTo>
                  <a:cubicBezTo>
                    <a:pt x="1346" y="255"/>
                    <a:pt x="1103" y="40"/>
                    <a:pt x="840" y="5"/>
                  </a:cubicBezTo>
                  <a:cubicBezTo>
                    <a:pt x="815" y="2"/>
                    <a:pt x="790" y="1"/>
                    <a:pt x="765"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6" name="Google Shape;5956;p61"/>
            <p:cNvSpPr/>
            <p:nvPr/>
          </p:nvSpPr>
          <p:spPr>
            <a:xfrm>
              <a:off x="4764392" y="2405927"/>
              <a:ext cx="318370" cy="252610"/>
            </a:xfrm>
            <a:custGeom>
              <a:avLst/>
              <a:gdLst/>
              <a:ahLst/>
              <a:cxnLst/>
              <a:rect l="l" t="t" r="r" b="b"/>
              <a:pathLst>
                <a:path w="12118" h="9615" extrusionOk="0">
                  <a:moveTo>
                    <a:pt x="5251" y="1"/>
                  </a:moveTo>
                  <a:cubicBezTo>
                    <a:pt x="2352" y="1"/>
                    <a:pt x="0" y="1326"/>
                    <a:pt x="0" y="4253"/>
                  </a:cubicBezTo>
                  <a:cubicBezTo>
                    <a:pt x="0" y="5938"/>
                    <a:pt x="826" y="7124"/>
                    <a:pt x="2109" y="7804"/>
                  </a:cubicBezTo>
                  <a:cubicBezTo>
                    <a:pt x="2137" y="7825"/>
                    <a:pt x="2157" y="7853"/>
                    <a:pt x="2164" y="7887"/>
                  </a:cubicBezTo>
                  <a:lnTo>
                    <a:pt x="2456" y="9379"/>
                  </a:lnTo>
                  <a:cubicBezTo>
                    <a:pt x="2476" y="9517"/>
                    <a:pt x="2601" y="9615"/>
                    <a:pt x="2747" y="9615"/>
                  </a:cubicBezTo>
                  <a:lnTo>
                    <a:pt x="3711" y="9615"/>
                  </a:lnTo>
                  <a:cubicBezTo>
                    <a:pt x="3857" y="9615"/>
                    <a:pt x="3975" y="9517"/>
                    <a:pt x="4002" y="9379"/>
                  </a:cubicBezTo>
                  <a:lnTo>
                    <a:pt x="4162" y="8546"/>
                  </a:lnTo>
                  <a:cubicBezTo>
                    <a:pt x="4168" y="8495"/>
                    <a:pt x="4222" y="8455"/>
                    <a:pt x="4280" y="8455"/>
                  </a:cubicBezTo>
                  <a:cubicBezTo>
                    <a:pt x="4285" y="8455"/>
                    <a:pt x="4289" y="8456"/>
                    <a:pt x="4294" y="8456"/>
                  </a:cubicBezTo>
                  <a:cubicBezTo>
                    <a:pt x="4613" y="8491"/>
                    <a:pt x="4932" y="8512"/>
                    <a:pt x="5251" y="8512"/>
                  </a:cubicBezTo>
                  <a:cubicBezTo>
                    <a:pt x="5688" y="8512"/>
                    <a:pt x="6125" y="8477"/>
                    <a:pt x="6562" y="8415"/>
                  </a:cubicBezTo>
                  <a:cubicBezTo>
                    <a:pt x="6570" y="8413"/>
                    <a:pt x="6578" y="8412"/>
                    <a:pt x="6586" y="8412"/>
                  </a:cubicBezTo>
                  <a:cubicBezTo>
                    <a:pt x="6638" y="8412"/>
                    <a:pt x="6682" y="8450"/>
                    <a:pt x="6694" y="8505"/>
                  </a:cubicBezTo>
                  <a:lnTo>
                    <a:pt x="6860" y="9372"/>
                  </a:lnTo>
                  <a:cubicBezTo>
                    <a:pt x="6888" y="9510"/>
                    <a:pt x="7006" y="9615"/>
                    <a:pt x="7151" y="9615"/>
                  </a:cubicBezTo>
                  <a:lnTo>
                    <a:pt x="8116" y="9615"/>
                  </a:lnTo>
                  <a:cubicBezTo>
                    <a:pt x="8261" y="9615"/>
                    <a:pt x="8379" y="9510"/>
                    <a:pt x="8407" y="9372"/>
                  </a:cubicBezTo>
                  <a:lnTo>
                    <a:pt x="8705" y="7797"/>
                  </a:lnTo>
                  <a:cubicBezTo>
                    <a:pt x="8712" y="7763"/>
                    <a:pt x="8733" y="7728"/>
                    <a:pt x="8768" y="7714"/>
                  </a:cubicBezTo>
                  <a:cubicBezTo>
                    <a:pt x="9524" y="7319"/>
                    <a:pt x="10155" y="6771"/>
                    <a:pt x="10557" y="6084"/>
                  </a:cubicBezTo>
                  <a:cubicBezTo>
                    <a:pt x="10606" y="5987"/>
                    <a:pt x="10696" y="5918"/>
                    <a:pt x="10793" y="5883"/>
                  </a:cubicBezTo>
                  <a:lnTo>
                    <a:pt x="11722" y="5592"/>
                  </a:lnTo>
                  <a:cubicBezTo>
                    <a:pt x="11958" y="5515"/>
                    <a:pt x="12118" y="5293"/>
                    <a:pt x="12118" y="5044"/>
                  </a:cubicBezTo>
                  <a:lnTo>
                    <a:pt x="12118" y="4093"/>
                  </a:lnTo>
                  <a:cubicBezTo>
                    <a:pt x="12118" y="3844"/>
                    <a:pt x="11958" y="3629"/>
                    <a:pt x="11722" y="3552"/>
                  </a:cubicBezTo>
                  <a:lnTo>
                    <a:pt x="11147" y="3372"/>
                  </a:lnTo>
                  <a:cubicBezTo>
                    <a:pt x="11008" y="3323"/>
                    <a:pt x="10904" y="3212"/>
                    <a:pt x="10862" y="3081"/>
                  </a:cubicBezTo>
                  <a:cubicBezTo>
                    <a:pt x="10196" y="965"/>
                    <a:pt x="7734" y="1"/>
                    <a:pt x="5251" y="1"/>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7" name="Google Shape;5957;p61"/>
            <p:cNvSpPr/>
            <p:nvPr/>
          </p:nvSpPr>
          <p:spPr>
            <a:xfrm>
              <a:off x="4764760" y="2495595"/>
              <a:ext cx="318002" cy="162574"/>
            </a:xfrm>
            <a:custGeom>
              <a:avLst/>
              <a:gdLst/>
              <a:ahLst/>
              <a:cxnLst/>
              <a:rect l="l" t="t" r="r" b="b"/>
              <a:pathLst>
                <a:path w="12104" h="6188" extrusionOk="0">
                  <a:moveTo>
                    <a:pt x="11285" y="1"/>
                  </a:moveTo>
                  <a:lnTo>
                    <a:pt x="11285" y="507"/>
                  </a:lnTo>
                  <a:cubicBezTo>
                    <a:pt x="11285" y="1131"/>
                    <a:pt x="10890" y="1686"/>
                    <a:pt x="10293" y="1887"/>
                  </a:cubicBezTo>
                  <a:cubicBezTo>
                    <a:pt x="10030" y="1970"/>
                    <a:pt x="9794" y="2144"/>
                    <a:pt x="9621" y="2366"/>
                  </a:cubicBezTo>
                  <a:cubicBezTo>
                    <a:pt x="9413" y="2643"/>
                    <a:pt x="9163" y="2893"/>
                    <a:pt x="8885" y="3108"/>
                  </a:cubicBezTo>
                  <a:cubicBezTo>
                    <a:pt x="8559" y="3365"/>
                    <a:pt x="8337" y="3739"/>
                    <a:pt x="8275" y="4155"/>
                  </a:cubicBezTo>
                  <a:cubicBezTo>
                    <a:pt x="8226" y="4454"/>
                    <a:pt x="8192" y="4766"/>
                    <a:pt x="8171" y="4988"/>
                  </a:cubicBezTo>
                  <a:cubicBezTo>
                    <a:pt x="8150" y="5161"/>
                    <a:pt x="8004" y="5293"/>
                    <a:pt x="7831" y="5293"/>
                  </a:cubicBezTo>
                  <a:lnTo>
                    <a:pt x="7137" y="5293"/>
                  </a:lnTo>
                  <a:cubicBezTo>
                    <a:pt x="6999" y="5293"/>
                    <a:pt x="6874" y="5189"/>
                    <a:pt x="6853" y="5050"/>
                  </a:cubicBezTo>
                  <a:lnTo>
                    <a:pt x="6687" y="4183"/>
                  </a:lnTo>
                  <a:cubicBezTo>
                    <a:pt x="6674" y="4125"/>
                    <a:pt x="6619" y="4085"/>
                    <a:pt x="6562" y="4085"/>
                  </a:cubicBezTo>
                  <a:cubicBezTo>
                    <a:pt x="6557" y="4085"/>
                    <a:pt x="6552" y="4085"/>
                    <a:pt x="6548" y="4086"/>
                  </a:cubicBezTo>
                  <a:cubicBezTo>
                    <a:pt x="6118" y="4155"/>
                    <a:pt x="5681" y="4183"/>
                    <a:pt x="5244" y="4183"/>
                  </a:cubicBezTo>
                  <a:cubicBezTo>
                    <a:pt x="4925" y="4183"/>
                    <a:pt x="4599" y="4169"/>
                    <a:pt x="4280" y="4135"/>
                  </a:cubicBezTo>
                  <a:cubicBezTo>
                    <a:pt x="4272" y="4133"/>
                    <a:pt x="4264" y="4132"/>
                    <a:pt x="4256" y="4132"/>
                  </a:cubicBezTo>
                  <a:cubicBezTo>
                    <a:pt x="4204" y="4132"/>
                    <a:pt x="4161" y="4170"/>
                    <a:pt x="4155" y="4225"/>
                  </a:cubicBezTo>
                  <a:lnTo>
                    <a:pt x="3995" y="5057"/>
                  </a:lnTo>
                  <a:cubicBezTo>
                    <a:pt x="3968" y="5196"/>
                    <a:pt x="3843" y="5293"/>
                    <a:pt x="3704" y="5293"/>
                  </a:cubicBezTo>
                  <a:lnTo>
                    <a:pt x="2733" y="5293"/>
                  </a:lnTo>
                  <a:cubicBezTo>
                    <a:pt x="2594" y="5293"/>
                    <a:pt x="2469" y="5196"/>
                    <a:pt x="2442" y="5057"/>
                  </a:cubicBezTo>
                  <a:lnTo>
                    <a:pt x="2157" y="3566"/>
                  </a:lnTo>
                  <a:cubicBezTo>
                    <a:pt x="2150" y="3531"/>
                    <a:pt x="2130" y="3503"/>
                    <a:pt x="2095" y="3483"/>
                  </a:cubicBezTo>
                  <a:cubicBezTo>
                    <a:pt x="937" y="2865"/>
                    <a:pt x="146" y="1832"/>
                    <a:pt x="14" y="382"/>
                  </a:cubicBezTo>
                  <a:cubicBezTo>
                    <a:pt x="7" y="417"/>
                    <a:pt x="7" y="451"/>
                    <a:pt x="7" y="493"/>
                  </a:cubicBezTo>
                  <a:lnTo>
                    <a:pt x="7" y="500"/>
                  </a:lnTo>
                  <a:cubicBezTo>
                    <a:pt x="7" y="535"/>
                    <a:pt x="0" y="569"/>
                    <a:pt x="0" y="604"/>
                  </a:cubicBezTo>
                  <a:lnTo>
                    <a:pt x="0" y="639"/>
                  </a:lnTo>
                  <a:lnTo>
                    <a:pt x="0" y="715"/>
                  </a:lnTo>
                  <a:lnTo>
                    <a:pt x="0" y="840"/>
                  </a:lnTo>
                  <a:cubicBezTo>
                    <a:pt x="0" y="1041"/>
                    <a:pt x="14" y="1249"/>
                    <a:pt x="35" y="1450"/>
                  </a:cubicBezTo>
                  <a:cubicBezTo>
                    <a:pt x="63" y="1679"/>
                    <a:pt x="111" y="1908"/>
                    <a:pt x="180" y="2130"/>
                  </a:cubicBezTo>
                  <a:lnTo>
                    <a:pt x="194" y="2165"/>
                  </a:lnTo>
                  <a:cubicBezTo>
                    <a:pt x="201" y="2192"/>
                    <a:pt x="215" y="2220"/>
                    <a:pt x="222" y="2255"/>
                  </a:cubicBezTo>
                  <a:lnTo>
                    <a:pt x="236" y="2290"/>
                  </a:lnTo>
                  <a:cubicBezTo>
                    <a:pt x="264" y="2366"/>
                    <a:pt x="291" y="2435"/>
                    <a:pt x="319" y="2511"/>
                  </a:cubicBezTo>
                  <a:lnTo>
                    <a:pt x="333" y="2532"/>
                  </a:lnTo>
                  <a:cubicBezTo>
                    <a:pt x="347" y="2574"/>
                    <a:pt x="361" y="2609"/>
                    <a:pt x="382" y="2643"/>
                  </a:cubicBezTo>
                  <a:lnTo>
                    <a:pt x="389" y="2657"/>
                  </a:lnTo>
                  <a:cubicBezTo>
                    <a:pt x="402" y="2692"/>
                    <a:pt x="423" y="2720"/>
                    <a:pt x="437" y="2754"/>
                  </a:cubicBezTo>
                  <a:lnTo>
                    <a:pt x="444" y="2768"/>
                  </a:lnTo>
                  <a:cubicBezTo>
                    <a:pt x="465" y="2803"/>
                    <a:pt x="479" y="2837"/>
                    <a:pt x="500" y="2872"/>
                  </a:cubicBezTo>
                  <a:lnTo>
                    <a:pt x="513" y="2893"/>
                  </a:lnTo>
                  <a:cubicBezTo>
                    <a:pt x="569" y="2997"/>
                    <a:pt x="638" y="3101"/>
                    <a:pt x="708" y="3198"/>
                  </a:cubicBezTo>
                  <a:lnTo>
                    <a:pt x="728" y="3226"/>
                  </a:lnTo>
                  <a:lnTo>
                    <a:pt x="784" y="3295"/>
                  </a:lnTo>
                  <a:lnTo>
                    <a:pt x="805" y="3323"/>
                  </a:lnTo>
                  <a:cubicBezTo>
                    <a:pt x="826" y="3351"/>
                    <a:pt x="853" y="3385"/>
                    <a:pt x="874" y="3406"/>
                  </a:cubicBezTo>
                  <a:cubicBezTo>
                    <a:pt x="902" y="3441"/>
                    <a:pt x="923" y="3469"/>
                    <a:pt x="950" y="3496"/>
                  </a:cubicBezTo>
                  <a:lnTo>
                    <a:pt x="978" y="3524"/>
                  </a:lnTo>
                  <a:lnTo>
                    <a:pt x="1034" y="3587"/>
                  </a:lnTo>
                  <a:lnTo>
                    <a:pt x="1054" y="3607"/>
                  </a:lnTo>
                  <a:cubicBezTo>
                    <a:pt x="1082" y="3635"/>
                    <a:pt x="1110" y="3663"/>
                    <a:pt x="1138" y="3698"/>
                  </a:cubicBezTo>
                  <a:cubicBezTo>
                    <a:pt x="1172" y="3725"/>
                    <a:pt x="1200" y="3753"/>
                    <a:pt x="1235" y="3781"/>
                  </a:cubicBezTo>
                  <a:cubicBezTo>
                    <a:pt x="1297" y="3843"/>
                    <a:pt x="1367" y="3899"/>
                    <a:pt x="1436" y="3954"/>
                  </a:cubicBezTo>
                  <a:cubicBezTo>
                    <a:pt x="1505" y="4010"/>
                    <a:pt x="1575" y="4058"/>
                    <a:pt x="1644" y="4107"/>
                  </a:cubicBezTo>
                  <a:lnTo>
                    <a:pt x="1755" y="4183"/>
                  </a:lnTo>
                  <a:lnTo>
                    <a:pt x="1859" y="4246"/>
                  </a:lnTo>
                  <a:lnTo>
                    <a:pt x="1887" y="4266"/>
                  </a:lnTo>
                  <a:lnTo>
                    <a:pt x="1963" y="4315"/>
                  </a:lnTo>
                  <a:lnTo>
                    <a:pt x="1998" y="4329"/>
                  </a:lnTo>
                  <a:lnTo>
                    <a:pt x="2102" y="4391"/>
                  </a:lnTo>
                  <a:cubicBezTo>
                    <a:pt x="2116" y="4398"/>
                    <a:pt x="2130" y="4405"/>
                    <a:pt x="2143" y="4419"/>
                  </a:cubicBezTo>
                  <a:lnTo>
                    <a:pt x="2143" y="4426"/>
                  </a:lnTo>
                  <a:cubicBezTo>
                    <a:pt x="2143" y="4433"/>
                    <a:pt x="2143" y="4440"/>
                    <a:pt x="2150" y="4440"/>
                  </a:cubicBezTo>
                  <a:lnTo>
                    <a:pt x="2150" y="4447"/>
                  </a:lnTo>
                  <a:cubicBezTo>
                    <a:pt x="2150" y="4454"/>
                    <a:pt x="2157" y="4461"/>
                    <a:pt x="2157" y="4467"/>
                  </a:cubicBezTo>
                  <a:lnTo>
                    <a:pt x="2442" y="5959"/>
                  </a:lnTo>
                  <a:cubicBezTo>
                    <a:pt x="2442" y="5973"/>
                    <a:pt x="2449" y="5993"/>
                    <a:pt x="2456" y="6007"/>
                  </a:cubicBezTo>
                  <a:cubicBezTo>
                    <a:pt x="2456" y="6014"/>
                    <a:pt x="2462" y="6021"/>
                    <a:pt x="2469" y="6035"/>
                  </a:cubicBezTo>
                  <a:lnTo>
                    <a:pt x="2476" y="6056"/>
                  </a:lnTo>
                  <a:lnTo>
                    <a:pt x="2490" y="6077"/>
                  </a:lnTo>
                  <a:lnTo>
                    <a:pt x="2511" y="6097"/>
                  </a:lnTo>
                  <a:lnTo>
                    <a:pt x="2525" y="6118"/>
                  </a:lnTo>
                  <a:lnTo>
                    <a:pt x="2532" y="6125"/>
                  </a:lnTo>
                  <a:lnTo>
                    <a:pt x="2553" y="6139"/>
                  </a:lnTo>
                  <a:lnTo>
                    <a:pt x="2560" y="6139"/>
                  </a:lnTo>
                  <a:lnTo>
                    <a:pt x="2573" y="6153"/>
                  </a:lnTo>
                  <a:lnTo>
                    <a:pt x="2580" y="6160"/>
                  </a:lnTo>
                  <a:lnTo>
                    <a:pt x="2608" y="6174"/>
                  </a:lnTo>
                  <a:lnTo>
                    <a:pt x="2636" y="6181"/>
                  </a:lnTo>
                  <a:lnTo>
                    <a:pt x="2643" y="6181"/>
                  </a:lnTo>
                  <a:lnTo>
                    <a:pt x="2664" y="6188"/>
                  </a:lnTo>
                  <a:lnTo>
                    <a:pt x="3704" y="6188"/>
                  </a:lnTo>
                  <a:cubicBezTo>
                    <a:pt x="3843" y="6188"/>
                    <a:pt x="3968" y="6084"/>
                    <a:pt x="3995" y="5945"/>
                  </a:cubicBezTo>
                  <a:lnTo>
                    <a:pt x="4148" y="5119"/>
                  </a:lnTo>
                  <a:cubicBezTo>
                    <a:pt x="4148" y="5113"/>
                    <a:pt x="4155" y="5106"/>
                    <a:pt x="4155" y="5099"/>
                  </a:cubicBezTo>
                  <a:lnTo>
                    <a:pt x="4155" y="5092"/>
                  </a:lnTo>
                  <a:lnTo>
                    <a:pt x="4162" y="5078"/>
                  </a:lnTo>
                  <a:cubicBezTo>
                    <a:pt x="4169" y="5071"/>
                    <a:pt x="4169" y="5064"/>
                    <a:pt x="4176" y="5057"/>
                  </a:cubicBezTo>
                  <a:cubicBezTo>
                    <a:pt x="4190" y="5050"/>
                    <a:pt x="4203" y="5036"/>
                    <a:pt x="4217" y="5029"/>
                  </a:cubicBezTo>
                  <a:lnTo>
                    <a:pt x="4273" y="5029"/>
                  </a:lnTo>
                  <a:lnTo>
                    <a:pt x="4432" y="5050"/>
                  </a:lnTo>
                  <a:lnTo>
                    <a:pt x="4474" y="5050"/>
                  </a:lnTo>
                  <a:lnTo>
                    <a:pt x="4627" y="5064"/>
                  </a:lnTo>
                  <a:lnTo>
                    <a:pt x="4786" y="5071"/>
                  </a:lnTo>
                  <a:lnTo>
                    <a:pt x="4828" y="5071"/>
                  </a:lnTo>
                  <a:lnTo>
                    <a:pt x="4994" y="5078"/>
                  </a:lnTo>
                  <a:lnTo>
                    <a:pt x="5237" y="5078"/>
                  </a:lnTo>
                  <a:cubicBezTo>
                    <a:pt x="5348" y="5078"/>
                    <a:pt x="5459" y="5071"/>
                    <a:pt x="5563" y="5071"/>
                  </a:cubicBezTo>
                  <a:lnTo>
                    <a:pt x="5736" y="5064"/>
                  </a:lnTo>
                  <a:lnTo>
                    <a:pt x="5750" y="5064"/>
                  </a:lnTo>
                  <a:lnTo>
                    <a:pt x="5903" y="5050"/>
                  </a:lnTo>
                  <a:cubicBezTo>
                    <a:pt x="6014" y="5043"/>
                    <a:pt x="6125" y="5029"/>
                    <a:pt x="6236" y="5022"/>
                  </a:cubicBezTo>
                  <a:lnTo>
                    <a:pt x="6388" y="5002"/>
                  </a:lnTo>
                  <a:lnTo>
                    <a:pt x="6458" y="4995"/>
                  </a:lnTo>
                  <a:lnTo>
                    <a:pt x="6541" y="4981"/>
                  </a:lnTo>
                  <a:cubicBezTo>
                    <a:pt x="6547" y="4980"/>
                    <a:pt x="6552" y="4980"/>
                    <a:pt x="6558" y="4980"/>
                  </a:cubicBezTo>
                  <a:cubicBezTo>
                    <a:pt x="6606" y="4980"/>
                    <a:pt x="6647" y="5007"/>
                    <a:pt x="6666" y="5050"/>
                  </a:cubicBezTo>
                  <a:cubicBezTo>
                    <a:pt x="6666" y="5057"/>
                    <a:pt x="6673" y="5064"/>
                    <a:pt x="6673" y="5071"/>
                  </a:cubicBezTo>
                  <a:lnTo>
                    <a:pt x="6756" y="5508"/>
                  </a:lnTo>
                  <a:lnTo>
                    <a:pt x="6846" y="5938"/>
                  </a:lnTo>
                  <a:cubicBezTo>
                    <a:pt x="6874" y="6077"/>
                    <a:pt x="6992" y="6181"/>
                    <a:pt x="7137" y="6181"/>
                  </a:cubicBezTo>
                  <a:lnTo>
                    <a:pt x="8178" y="6181"/>
                  </a:lnTo>
                  <a:lnTo>
                    <a:pt x="8199" y="6174"/>
                  </a:lnTo>
                  <a:lnTo>
                    <a:pt x="8206" y="6174"/>
                  </a:lnTo>
                  <a:lnTo>
                    <a:pt x="8233" y="6167"/>
                  </a:lnTo>
                  <a:lnTo>
                    <a:pt x="8254" y="6153"/>
                  </a:lnTo>
                  <a:lnTo>
                    <a:pt x="8261" y="6146"/>
                  </a:lnTo>
                  <a:lnTo>
                    <a:pt x="8282" y="6139"/>
                  </a:lnTo>
                  <a:lnTo>
                    <a:pt x="8289" y="6132"/>
                  </a:lnTo>
                  <a:lnTo>
                    <a:pt x="8303" y="6118"/>
                  </a:lnTo>
                  <a:lnTo>
                    <a:pt x="8310" y="6111"/>
                  </a:lnTo>
                  <a:lnTo>
                    <a:pt x="8330" y="6091"/>
                  </a:lnTo>
                  <a:lnTo>
                    <a:pt x="8337" y="6084"/>
                  </a:lnTo>
                  <a:cubicBezTo>
                    <a:pt x="8358" y="6056"/>
                    <a:pt x="8372" y="6028"/>
                    <a:pt x="8386" y="6000"/>
                  </a:cubicBezTo>
                  <a:cubicBezTo>
                    <a:pt x="8393" y="5986"/>
                    <a:pt x="8393" y="5966"/>
                    <a:pt x="8400" y="5952"/>
                  </a:cubicBezTo>
                  <a:lnTo>
                    <a:pt x="8462" y="5605"/>
                  </a:lnTo>
                  <a:lnTo>
                    <a:pt x="8532" y="5244"/>
                  </a:lnTo>
                  <a:lnTo>
                    <a:pt x="8573" y="5022"/>
                  </a:lnTo>
                  <a:lnTo>
                    <a:pt x="8691" y="4377"/>
                  </a:lnTo>
                  <a:lnTo>
                    <a:pt x="8705" y="4315"/>
                  </a:lnTo>
                  <a:lnTo>
                    <a:pt x="8754" y="4294"/>
                  </a:lnTo>
                  <a:lnTo>
                    <a:pt x="8823" y="4259"/>
                  </a:lnTo>
                  <a:lnTo>
                    <a:pt x="8892" y="4218"/>
                  </a:lnTo>
                  <a:lnTo>
                    <a:pt x="8955" y="4183"/>
                  </a:lnTo>
                  <a:lnTo>
                    <a:pt x="9031" y="4135"/>
                  </a:lnTo>
                  <a:lnTo>
                    <a:pt x="9093" y="4100"/>
                  </a:lnTo>
                  <a:lnTo>
                    <a:pt x="9163" y="4051"/>
                  </a:lnTo>
                  <a:lnTo>
                    <a:pt x="9232" y="4010"/>
                  </a:lnTo>
                  <a:lnTo>
                    <a:pt x="9295" y="3968"/>
                  </a:lnTo>
                  <a:lnTo>
                    <a:pt x="9357" y="3926"/>
                  </a:lnTo>
                  <a:lnTo>
                    <a:pt x="9426" y="3878"/>
                  </a:lnTo>
                  <a:lnTo>
                    <a:pt x="9482" y="3836"/>
                  </a:lnTo>
                  <a:lnTo>
                    <a:pt x="9544" y="3788"/>
                  </a:lnTo>
                  <a:lnTo>
                    <a:pt x="9600" y="3739"/>
                  </a:lnTo>
                  <a:lnTo>
                    <a:pt x="9669" y="3691"/>
                  </a:lnTo>
                  <a:lnTo>
                    <a:pt x="9725" y="3642"/>
                  </a:lnTo>
                  <a:lnTo>
                    <a:pt x="9780" y="3587"/>
                  </a:lnTo>
                  <a:lnTo>
                    <a:pt x="9836" y="3538"/>
                  </a:lnTo>
                  <a:lnTo>
                    <a:pt x="9891" y="3489"/>
                  </a:lnTo>
                  <a:lnTo>
                    <a:pt x="9947" y="3434"/>
                  </a:lnTo>
                  <a:lnTo>
                    <a:pt x="10002" y="3378"/>
                  </a:lnTo>
                  <a:lnTo>
                    <a:pt x="10051" y="3323"/>
                  </a:lnTo>
                  <a:lnTo>
                    <a:pt x="10106" y="3268"/>
                  </a:lnTo>
                  <a:lnTo>
                    <a:pt x="10148" y="3212"/>
                  </a:lnTo>
                  <a:lnTo>
                    <a:pt x="10203" y="3157"/>
                  </a:lnTo>
                  <a:lnTo>
                    <a:pt x="10245" y="3094"/>
                  </a:lnTo>
                  <a:lnTo>
                    <a:pt x="10293" y="3039"/>
                  </a:lnTo>
                  <a:lnTo>
                    <a:pt x="10335" y="2976"/>
                  </a:lnTo>
                  <a:cubicBezTo>
                    <a:pt x="10349" y="2955"/>
                    <a:pt x="10370" y="2935"/>
                    <a:pt x="10384" y="2914"/>
                  </a:cubicBezTo>
                  <a:lnTo>
                    <a:pt x="10425" y="2851"/>
                  </a:lnTo>
                  <a:cubicBezTo>
                    <a:pt x="10439" y="2831"/>
                    <a:pt x="10453" y="2810"/>
                    <a:pt x="10467" y="2789"/>
                  </a:cubicBezTo>
                  <a:cubicBezTo>
                    <a:pt x="10481" y="2768"/>
                    <a:pt x="10495" y="2733"/>
                    <a:pt x="10515" y="2706"/>
                  </a:cubicBezTo>
                  <a:cubicBezTo>
                    <a:pt x="10529" y="2685"/>
                    <a:pt x="10536" y="2678"/>
                    <a:pt x="10543" y="2657"/>
                  </a:cubicBezTo>
                  <a:cubicBezTo>
                    <a:pt x="10599" y="2567"/>
                    <a:pt x="10682" y="2505"/>
                    <a:pt x="10779" y="2470"/>
                  </a:cubicBezTo>
                  <a:lnTo>
                    <a:pt x="11251" y="2317"/>
                  </a:lnTo>
                  <a:lnTo>
                    <a:pt x="11708" y="2172"/>
                  </a:lnTo>
                  <a:cubicBezTo>
                    <a:pt x="11944" y="2095"/>
                    <a:pt x="12104" y="1880"/>
                    <a:pt x="12104" y="1631"/>
                  </a:cubicBezTo>
                  <a:lnTo>
                    <a:pt x="12104" y="680"/>
                  </a:lnTo>
                  <a:cubicBezTo>
                    <a:pt x="12104" y="597"/>
                    <a:pt x="12083" y="514"/>
                    <a:pt x="12048" y="438"/>
                  </a:cubicBezTo>
                  <a:cubicBezTo>
                    <a:pt x="12048" y="431"/>
                    <a:pt x="12041" y="417"/>
                    <a:pt x="12034" y="403"/>
                  </a:cubicBezTo>
                  <a:cubicBezTo>
                    <a:pt x="12007" y="361"/>
                    <a:pt x="11979" y="313"/>
                    <a:pt x="11944" y="278"/>
                  </a:cubicBezTo>
                  <a:cubicBezTo>
                    <a:pt x="11875" y="216"/>
                    <a:pt x="11799" y="167"/>
                    <a:pt x="11715" y="139"/>
                  </a:cubicBezTo>
                  <a:lnTo>
                    <a:pt x="11285" y="1"/>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8" name="Google Shape;5958;p61"/>
            <p:cNvSpPr/>
            <p:nvPr/>
          </p:nvSpPr>
          <p:spPr>
            <a:xfrm>
              <a:off x="4952976" y="2394314"/>
              <a:ext cx="81129" cy="79816"/>
            </a:xfrm>
            <a:custGeom>
              <a:avLst/>
              <a:gdLst/>
              <a:ahLst/>
              <a:cxnLst/>
              <a:rect l="l" t="t" r="r" b="b"/>
              <a:pathLst>
                <a:path w="3088" h="3038" extrusionOk="0">
                  <a:moveTo>
                    <a:pt x="2505" y="1"/>
                  </a:moveTo>
                  <a:cubicBezTo>
                    <a:pt x="2032" y="1"/>
                    <a:pt x="1018" y="445"/>
                    <a:pt x="584" y="644"/>
                  </a:cubicBezTo>
                  <a:cubicBezTo>
                    <a:pt x="452" y="700"/>
                    <a:pt x="362" y="818"/>
                    <a:pt x="327" y="956"/>
                  </a:cubicBezTo>
                  <a:cubicBezTo>
                    <a:pt x="1" y="2513"/>
                    <a:pt x="965" y="3038"/>
                    <a:pt x="1698" y="3038"/>
                  </a:cubicBezTo>
                  <a:cubicBezTo>
                    <a:pt x="1915" y="3038"/>
                    <a:pt x="2112" y="2992"/>
                    <a:pt x="2249" y="2912"/>
                  </a:cubicBezTo>
                  <a:cubicBezTo>
                    <a:pt x="2873" y="2565"/>
                    <a:pt x="3088" y="249"/>
                    <a:pt x="2679" y="34"/>
                  </a:cubicBezTo>
                  <a:cubicBezTo>
                    <a:pt x="2636" y="11"/>
                    <a:pt x="2576" y="1"/>
                    <a:pt x="2505"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9" name="Google Shape;5959;p61"/>
            <p:cNvSpPr/>
            <p:nvPr/>
          </p:nvSpPr>
          <p:spPr>
            <a:xfrm>
              <a:off x="4993804" y="2493230"/>
              <a:ext cx="35205" cy="22988"/>
            </a:xfrm>
            <a:custGeom>
              <a:avLst/>
              <a:gdLst/>
              <a:ahLst/>
              <a:cxnLst/>
              <a:rect l="l" t="t" r="r" b="b"/>
              <a:pathLst>
                <a:path w="1340" h="875" extrusionOk="0">
                  <a:moveTo>
                    <a:pt x="206" y="0"/>
                  </a:moveTo>
                  <a:cubicBezTo>
                    <a:pt x="103" y="0"/>
                    <a:pt x="1" y="70"/>
                    <a:pt x="1" y="208"/>
                  </a:cubicBezTo>
                  <a:cubicBezTo>
                    <a:pt x="1" y="576"/>
                    <a:pt x="299" y="874"/>
                    <a:pt x="667" y="874"/>
                  </a:cubicBezTo>
                  <a:cubicBezTo>
                    <a:pt x="1034" y="874"/>
                    <a:pt x="1333" y="576"/>
                    <a:pt x="1340" y="208"/>
                  </a:cubicBezTo>
                  <a:cubicBezTo>
                    <a:pt x="1340" y="70"/>
                    <a:pt x="1237" y="0"/>
                    <a:pt x="1135" y="0"/>
                  </a:cubicBezTo>
                  <a:cubicBezTo>
                    <a:pt x="1033" y="0"/>
                    <a:pt x="930" y="70"/>
                    <a:pt x="930" y="208"/>
                  </a:cubicBezTo>
                  <a:cubicBezTo>
                    <a:pt x="930" y="382"/>
                    <a:pt x="800" y="469"/>
                    <a:pt x="670" y="469"/>
                  </a:cubicBezTo>
                  <a:cubicBezTo>
                    <a:pt x="540" y="469"/>
                    <a:pt x="410" y="382"/>
                    <a:pt x="410" y="208"/>
                  </a:cubicBezTo>
                  <a:cubicBezTo>
                    <a:pt x="410" y="70"/>
                    <a:pt x="308" y="0"/>
                    <a:pt x="206"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0" name="Google Shape;5960;p61"/>
            <p:cNvSpPr/>
            <p:nvPr/>
          </p:nvSpPr>
          <p:spPr>
            <a:xfrm>
              <a:off x="4829916" y="2432278"/>
              <a:ext cx="109793" cy="18470"/>
            </a:xfrm>
            <a:custGeom>
              <a:avLst/>
              <a:gdLst/>
              <a:ahLst/>
              <a:cxnLst/>
              <a:rect l="l" t="t" r="r" b="b"/>
              <a:pathLst>
                <a:path w="4179" h="703" extrusionOk="0">
                  <a:moveTo>
                    <a:pt x="2095" y="0"/>
                  </a:moveTo>
                  <a:cubicBezTo>
                    <a:pt x="1465" y="0"/>
                    <a:pt x="836" y="101"/>
                    <a:pt x="232" y="302"/>
                  </a:cubicBezTo>
                  <a:cubicBezTo>
                    <a:pt x="0" y="377"/>
                    <a:pt x="80" y="702"/>
                    <a:pt x="292" y="702"/>
                  </a:cubicBezTo>
                  <a:cubicBezTo>
                    <a:pt x="315" y="702"/>
                    <a:pt x="339" y="698"/>
                    <a:pt x="364" y="690"/>
                  </a:cubicBezTo>
                  <a:cubicBezTo>
                    <a:pt x="926" y="503"/>
                    <a:pt x="1510" y="409"/>
                    <a:pt x="2095" y="409"/>
                  </a:cubicBezTo>
                  <a:cubicBezTo>
                    <a:pt x="2681" y="409"/>
                    <a:pt x="3267" y="503"/>
                    <a:pt x="3832" y="690"/>
                  </a:cubicBezTo>
                  <a:cubicBezTo>
                    <a:pt x="3853" y="697"/>
                    <a:pt x="3874" y="697"/>
                    <a:pt x="3894" y="697"/>
                  </a:cubicBezTo>
                  <a:cubicBezTo>
                    <a:pt x="4130" y="697"/>
                    <a:pt x="4179" y="371"/>
                    <a:pt x="3957" y="302"/>
                  </a:cubicBezTo>
                  <a:cubicBezTo>
                    <a:pt x="3353" y="101"/>
                    <a:pt x="2724" y="0"/>
                    <a:pt x="2095"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1" name="Google Shape;5961;p61"/>
            <p:cNvSpPr/>
            <p:nvPr/>
          </p:nvSpPr>
          <p:spPr>
            <a:xfrm>
              <a:off x="4816859" y="2306984"/>
              <a:ext cx="136170" cy="135986"/>
            </a:xfrm>
            <a:custGeom>
              <a:avLst/>
              <a:gdLst/>
              <a:ahLst/>
              <a:cxnLst/>
              <a:rect l="l" t="t" r="r" b="b"/>
              <a:pathLst>
                <a:path w="5183" h="5176" extrusionOk="0">
                  <a:moveTo>
                    <a:pt x="2595" y="1"/>
                  </a:moveTo>
                  <a:cubicBezTo>
                    <a:pt x="1166" y="1"/>
                    <a:pt x="1" y="1159"/>
                    <a:pt x="1" y="2588"/>
                  </a:cubicBezTo>
                  <a:cubicBezTo>
                    <a:pt x="1" y="4017"/>
                    <a:pt x="1166" y="5175"/>
                    <a:pt x="2595" y="5175"/>
                  </a:cubicBezTo>
                  <a:cubicBezTo>
                    <a:pt x="4024" y="5175"/>
                    <a:pt x="5182" y="4017"/>
                    <a:pt x="5182" y="2588"/>
                  </a:cubicBezTo>
                  <a:cubicBezTo>
                    <a:pt x="5182" y="1159"/>
                    <a:pt x="4024" y="1"/>
                    <a:pt x="2595" y="1"/>
                  </a:cubicBezTo>
                  <a:close/>
                </a:path>
              </a:pathLst>
            </a:custGeom>
            <a:solidFill>
              <a:srgbClr val="8296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2" name="Google Shape;5962;p61"/>
            <p:cNvSpPr/>
            <p:nvPr/>
          </p:nvSpPr>
          <p:spPr>
            <a:xfrm>
              <a:off x="4966113" y="2402301"/>
              <a:ext cx="57616" cy="56775"/>
            </a:xfrm>
            <a:custGeom>
              <a:avLst/>
              <a:gdLst/>
              <a:ahLst/>
              <a:cxnLst/>
              <a:rect l="l" t="t" r="r" b="b"/>
              <a:pathLst>
                <a:path w="2193" h="2161" extrusionOk="0">
                  <a:moveTo>
                    <a:pt x="2005" y="0"/>
                  </a:moveTo>
                  <a:cubicBezTo>
                    <a:pt x="1721" y="0"/>
                    <a:pt x="1034" y="236"/>
                    <a:pt x="209" y="611"/>
                  </a:cubicBezTo>
                  <a:cubicBezTo>
                    <a:pt x="167" y="631"/>
                    <a:pt x="132" y="666"/>
                    <a:pt x="125" y="715"/>
                  </a:cubicBezTo>
                  <a:cubicBezTo>
                    <a:pt x="1" y="1283"/>
                    <a:pt x="63" y="1741"/>
                    <a:pt x="306" y="2039"/>
                  </a:cubicBezTo>
                  <a:cubicBezTo>
                    <a:pt x="334" y="2074"/>
                    <a:pt x="368" y="2109"/>
                    <a:pt x="403" y="2144"/>
                  </a:cubicBezTo>
                  <a:cubicBezTo>
                    <a:pt x="414" y="2155"/>
                    <a:pt x="429" y="2160"/>
                    <a:pt x="444" y="2160"/>
                  </a:cubicBezTo>
                  <a:cubicBezTo>
                    <a:pt x="474" y="2160"/>
                    <a:pt x="505" y="2139"/>
                    <a:pt x="514" y="2102"/>
                  </a:cubicBezTo>
                  <a:cubicBezTo>
                    <a:pt x="798" y="971"/>
                    <a:pt x="2192" y="0"/>
                    <a:pt x="2005" y="0"/>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3" name="Google Shape;5963;p61"/>
            <p:cNvSpPr/>
            <p:nvPr/>
          </p:nvSpPr>
          <p:spPr>
            <a:xfrm>
              <a:off x="4837640" y="2327766"/>
              <a:ext cx="122115" cy="115257"/>
            </a:xfrm>
            <a:custGeom>
              <a:avLst/>
              <a:gdLst/>
              <a:ahLst/>
              <a:cxnLst/>
              <a:rect l="l" t="t" r="r" b="b"/>
              <a:pathLst>
                <a:path w="4648" h="4387" extrusionOk="0">
                  <a:moveTo>
                    <a:pt x="3670" y="0"/>
                  </a:moveTo>
                  <a:lnTo>
                    <a:pt x="1" y="3663"/>
                  </a:lnTo>
                  <a:cubicBezTo>
                    <a:pt x="504" y="4146"/>
                    <a:pt x="1153" y="4387"/>
                    <a:pt x="1802" y="4387"/>
                  </a:cubicBezTo>
                  <a:cubicBezTo>
                    <a:pt x="2466" y="4387"/>
                    <a:pt x="3130" y="4134"/>
                    <a:pt x="3635" y="3628"/>
                  </a:cubicBezTo>
                  <a:cubicBezTo>
                    <a:pt x="4634" y="2629"/>
                    <a:pt x="4648" y="1013"/>
                    <a:pt x="3670" y="0"/>
                  </a:cubicBezTo>
                  <a:close/>
                </a:path>
              </a:pathLst>
            </a:custGeom>
            <a:solidFill>
              <a:srgbClr val="828F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4" name="Google Shape;5964;p61"/>
            <p:cNvSpPr/>
            <p:nvPr/>
          </p:nvSpPr>
          <p:spPr>
            <a:xfrm>
              <a:off x="4864070" y="2336305"/>
              <a:ext cx="41931" cy="76611"/>
            </a:xfrm>
            <a:custGeom>
              <a:avLst/>
              <a:gdLst/>
              <a:ahLst/>
              <a:cxnLst/>
              <a:rect l="l" t="t" r="r" b="b"/>
              <a:pathLst>
                <a:path w="1596" h="2916" extrusionOk="0">
                  <a:moveTo>
                    <a:pt x="763" y="515"/>
                  </a:moveTo>
                  <a:lnTo>
                    <a:pt x="763" y="1160"/>
                  </a:lnTo>
                  <a:cubicBezTo>
                    <a:pt x="569" y="1090"/>
                    <a:pt x="417" y="1014"/>
                    <a:pt x="417" y="813"/>
                  </a:cubicBezTo>
                  <a:cubicBezTo>
                    <a:pt x="417" y="626"/>
                    <a:pt x="562" y="542"/>
                    <a:pt x="763" y="515"/>
                  </a:cubicBezTo>
                  <a:close/>
                  <a:moveTo>
                    <a:pt x="930" y="1624"/>
                  </a:moveTo>
                  <a:cubicBezTo>
                    <a:pt x="1103" y="1701"/>
                    <a:pt x="1242" y="1798"/>
                    <a:pt x="1242" y="2020"/>
                  </a:cubicBezTo>
                  <a:cubicBezTo>
                    <a:pt x="1242" y="2228"/>
                    <a:pt x="1117" y="2339"/>
                    <a:pt x="930" y="2374"/>
                  </a:cubicBezTo>
                  <a:lnTo>
                    <a:pt x="930" y="1624"/>
                  </a:lnTo>
                  <a:close/>
                  <a:moveTo>
                    <a:pt x="829" y="1"/>
                  </a:moveTo>
                  <a:cubicBezTo>
                    <a:pt x="784" y="1"/>
                    <a:pt x="742" y="40"/>
                    <a:pt x="736" y="85"/>
                  </a:cubicBezTo>
                  <a:lnTo>
                    <a:pt x="736" y="189"/>
                  </a:lnTo>
                  <a:cubicBezTo>
                    <a:pt x="403" y="230"/>
                    <a:pt x="63" y="404"/>
                    <a:pt x="63" y="854"/>
                  </a:cubicBezTo>
                  <a:cubicBezTo>
                    <a:pt x="63" y="1305"/>
                    <a:pt x="417" y="1430"/>
                    <a:pt x="736" y="1548"/>
                  </a:cubicBezTo>
                  <a:lnTo>
                    <a:pt x="736" y="2380"/>
                  </a:lnTo>
                  <a:cubicBezTo>
                    <a:pt x="375" y="2353"/>
                    <a:pt x="278" y="2103"/>
                    <a:pt x="160" y="2103"/>
                  </a:cubicBezTo>
                  <a:cubicBezTo>
                    <a:pt x="70" y="2103"/>
                    <a:pt x="0" y="2221"/>
                    <a:pt x="0" y="2311"/>
                  </a:cubicBezTo>
                  <a:cubicBezTo>
                    <a:pt x="0" y="2484"/>
                    <a:pt x="299" y="2720"/>
                    <a:pt x="736" y="2727"/>
                  </a:cubicBezTo>
                  <a:lnTo>
                    <a:pt x="736" y="2831"/>
                  </a:lnTo>
                  <a:cubicBezTo>
                    <a:pt x="742" y="2882"/>
                    <a:pt x="783" y="2915"/>
                    <a:pt x="827" y="2915"/>
                  </a:cubicBezTo>
                  <a:cubicBezTo>
                    <a:pt x="831" y="2915"/>
                    <a:pt x="835" y="2915"/>
                    <a:pt x="840" y="2915"/>
                  </a:cubicBezTo>
                  <a:cubicBezTo>
                    <a:pt x="895" y="2915"/>
                    <a:pt x="951" y="2880"/>
                    <a:pt x="951" y="2831"/>
                  </a:cubicBezTo>
                  <a:lnTo>
                    <a:pt x="951" y="2713"/>
                  </a:lnTo>
                  <a:cubicBezTo>
                    <a:pt x="1339" y="2658"/>
                    <a:pt x="1596" y="2415"/>
                    <a:pt x="1596" y="1978"/>
                  </a:cubicBezTo>
                  <a:cubicBezTo>
                    <a:pt x="1596" y="1493"/>
                    <a:pt x="1256" y="1340"/>
                    <a:pt x="951" y="1229"/>
                  </a:cubicBezTo>
                  <a:lnTo>
                    <a:pt x="951" y="515"/>
                  </a:lnTo>
                  <a:cubicBezTo>
                    <a:pt x="1200" y="528"/>
                    <a:pt x="1290" y="639"/>
                    <a:pt x="1374" y="639"/>
                  </a:cubicBezTo>
                  <a:cubicBezTo>
                    <a:pt x="1485" y="639"/>
                    <a:pt x="1533" y="508"/>
                    <a:pt x="1533" y="438"/>
                  </a:cubicBezTo>
                  <a:cubicBezTo>
                    <a:pt x="1533" y="265"/>
                    <a:pt x="1193" y="189"/>
                    <a:pt x="951" y="182"/>
                  </a:cubicBezTo>
                  <a:lnTo>
                    <a:pt x="951" y="85"/>
                  </a:lnTo>
                  <a:cubicBezTo>
                    <a:pt x="951" y="43"/>
                    <a:pt x="895" y="1"/>
                    <a:pt x="840" y="1"/>
                  </a:cubicBezTo>
                  <a:cubicBezTo>
                    <a:pt x="836" y="1"/>
                    <a:pt x="832" y="1"/>
                    <a:pt x="829" y="1"/>
                  </a:cubicBezTo>
                  <a:close/>
                </a:path>
              </a:pathLst>
            </a:custGeom>
            <a:solidFill>
              <a:srgbClr val="5A6B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65" name="Google Shape;5965;p61"/>
          <p:cNvGrpSpPr/>
          <p:nvPr/>
        </p:nvGrpSpPr>
        <p:grpSpPr>
          <a:xfrm>
            <a:off x="4134734" y="2303017"/>
            <a:ext cx="361194" cy="359355"/>
            <a:chOff x="4147908" y="2303017"/>
            <a:chExt cx="361194" cy="359355"/>
          </a:xfrm>
        </p:grpSpPr>
        <p:sp>
          <p:nvSpPr>
            <p:cNvPr id="5966" name="Google Shape;5966;p61"/>
            <p:cNvSpPr/>
            <p:nvPr/>
          </p:nvSpPr>
          <p:spPr>
            <a:xfrm>
              <a:off x="4147908" y="2365861"/>
              <a:ext cx="296511" cy="296511"/>
            </a:xfrm>
            <a:custGeom>
              <a:avLst/>
              <a:gdLst/>
              <a:ahLst/>
              <a:cxnLst/>
              <a:rect l="l" t="t" r="r" b="b"/>
              <a:pathLst>
                <a:path w="11286" h="11286" extrusionOk="0">
                  <a:moveTo>
                    <a:pt x="5639" y="0"/>
                  </a:moveTo>
                  <a:cubicBezTo>
                    <a:pt x="2525" y="0"/>
                    <a:pt x="0" y="2525"/>
                    <a:pt x="0" y="5646"/>
                  </a:cubicBezTo>
                  <a:cubicBezTo>
                    <a:pt x="0" y="8760"/>
                    <a:pt x="2525" y="11285"/>
                    <a:pt x="5639" y="11285"/>
                  </a:cubicBezTo>
                  <a:cubicBezTo>
                    <a:pt x="8761" y="11285"/>
                    <a:pt x="11285" y="8760"/>
                    <a:pt x="11285" y="5646"/>
                  </a:cubicBezTo>
                  <a:cubicBezTo>
                    <a:pt x="11285" y="2525"/>
                    <a:pt x="8761" y="0"/>
                    <a:pt x="5639" y="0"/>
                  </a:cubicBezTo>
                  <a:close/>
                </a:path>
              </a:pathLst>
            </a:custGeom>
            <a:solidFill>
              <a:srgbClr val="8190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7" name="Google Shape;5967;p61"/>
            <p:cNvSpPr/>
            <p:nvPr/>
          </p:nvSpPr>
          <p:spPr>
            <a:xfrm>
              <a:off x="4296059" y="2508179"/>
              <a:ext cx="148361" cy="11875"/>
            </a:xfrm>
            <a:custGeom>
              <a:avLst/>
              <a:gdLst/>
              <a:ahLst/>
              <a:cxnLst/>
              <a:rect l="l" t="t" r="r" b="b"/>
              <a:pathLst>
                <a:path w="5647" h="452" extrusionOk="0">
                  <a:moveTo>
                    <a:pt x="0" y="0"/>
                  </a:moveTo>
                  <a:lnTo>
                    <a:pt x="0" y="451"/>
                  </a:lnTo>
                  <a:lnTo>
                    <a:pt x="5639" y="451"/>
                  </a:lnTo>
                  <a:cubicBezTo>
                    <a:pt x="5639" y="375"/>
                    <a:pt x="5646" y="305"/>
                    <a:pt x="5646" y="229"/>
                  </a:cubicBezTo>
                  <a:cubicBezTo>
                    <a:pt x="5646" y="153"/>
                    <a:pt x="5646" y="76"/>
                    <a:pt x="5639"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8" name="Google Shape;5968;p61"/>
            <p:cNvSpPr/>
            <p:nvPr/>
          </p:nvSpPr>
          <p:spPr>
            <a:xfrm>
              <a:off x="4420695" y="2303017"/>
              <a:ext cx="88407" cy="86542"/>
            </a:xfrm>
            <a:custGeom>
              <a:avLst/>
              <a:gdLst/>
              <a:ahLst/>
              <a:cxnLst/>
              <a:rect l="l" t="t" r="r" b="b"/>
              <a:pathLst>
                <a:path w="3365" h="3294" extrusionOk="0">
                  <a:moveTo>
                    <a:pt x="2029" y="0"/>
                  </a:moveTo>
                  <a:cubicBezTo>
                    <a:pt x="1974" y="0"/>
                    <a:pt x="1918" y="21"/>
                    <a:pt x="1873" y="68"/>
                  </a:cubicBezTo>
                  <a:lnTo>
                    <a:pt x="202" y="1740"/>
                  </a:lnTo>
                  <a:cubicBezTo>
                    <a:pt x="70" y="1865"/>
                    <a:pt x="1" y="2038"/>
                    <a:pt x="1" y="2219"/>
                  </a:cubicBezTo>
                  <a:lnTo>
                    <a:pt x="1" y="3294"/>
                  </a:lnTo>
                  <a:lnTo>
                    <a:pt x="1069" y="3294"/>
                  </a:lnTo>
                  <a:cubicBezTo>
                    <a:pt x="1249" y="3294"/>
                    <a:pt x="1423" y="3224"/>
                    <a:pt x="1547" y="3099"/>
                  </a:cubicBezTo>
                  <a:lnTo>
                    <a:pt x="3226" y="1421"/>
                  </a:lnTo>
                  <a:cubicBezTo>
                    <a:pt x="3365" y="1282"/>
                    <a:pt x="3268" y="1039"/>
                    <a:pt x="3066" y="1039"/>
                  </a:cubicBezTo>
                  <a:lnTo>
                    <a:pt x="2255" y="1039"/>
                  </a:lnTo>
                  <a:lnTo>
                    <a:pt x="2255" y="228"/>
                  </a:lnTo>
                  <a:cubicBezTo>
                    <a:pt x="2255" y="92"/>
                    <a:pt x="2144" y="0"/>
                    <a:pt x="2029" y="0"/>
                  </a:cubicBezTo>
                  <a:close/>
                </a:path>
              </a:pathLst>
            </a:custGeom>
            <a:solidFill>
              <a:srgbClr val="8282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9" name="Google Shape;5969;p61"/>
            <p:cNvSpPr/>
            <p:nvPr/>
          </p:nvSpPr>
          <p:spPr>
            <a:xfrm>
              <a:off x="4420695" y="2303017"/>
              <a:ext cx="59376" cy="86542"/>
            </a:xfrm>
            <a:custGeom>
              <a:avLst/>
              <a:gdLst/>
              <a:ahLst/>
              <a:cxnLst/>
              <a:rect l="l" t="t" r="r" b="b"/>
              <a:pathLst>
                <a:path w="2260" h="3294" extrusionOk="0">
                  <a:moveTo>
                    <a:pt x="2031" y="0"/>
                  </a:moveTo>
                  <a:cubicBezTo>
                    <a:pt x="1975" y="0"/>
                    <a:pt x="1918" y="21"/>
                    <a:pt x="1873" y="68"/>
                  </a:cubicBezTo>
                  <a:lnTo>
                    <a:pt x="202" y="1740"/>
                  </a:lnTo>
                  <a:cubicBezTo>
                    <a:pt x="70" y="1865"/>
                    <a:pt x="1" y="2038"/>
                    <a:pt x="1" y="2219"/>
                  </a:cubicBezTo>
                  <a:lnTo>
                    <a:pt x="1" y="3294"/>
                  </a:lnTo>
                  <a:lnTo>
                    <a:pt x="2255" y="1039"/>
                  </a:lnTo>
                  <a:lnTo>
                    <a:pt x="2255" y="228"/>
                  </a:lnTo>
                  <a:cubicBezTo>
                    <a:pt x="2260" y="92"/>
                    <a:pt x="2147" y="0"/>
                    <a:pt x="2031" y="0"/>
                  </a:cubicBezTo>
                  <a:close/>
                </a:path>
              </a:pathLst>
            </a:custGeom>
            <a:solidFill>
              <a:srgbClr val="8190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0" name="Google Shape;5970;p61"/>
            <p:cNvSpPr/>
            <p:nvPr/>
          </p:nvSpPr>
          <p:spPr>
            <a:xfrm>
              <a:off x="4183429" y="2401382"/>
              <a:ext cx="225444" cy="225444"/>
            </a:xfrm>
            <a:custGeom>
              <a:avLst/>
              <a:gdLst/>
              <a:ahLst/>
              <a:cxnLst/>
              <a:rect l="l" t="t" r="r" b="b"/>
              <a:pathLst>
                <a:path w="8581" h="8581" extrusionOk="0">
                  <a:moveTo>
                    <a:pt x="4287" y="1"/>
                  </a:moveTo>
                  <a:cubicBezTo>
                    <a:pt x="1922" y="1"/>
                    <a:pt x="1" y="1922"/>
                    <a:pt x="1" y="4294"/>
                  </a:cubicBezTo>
                  <a:cubicBezTo>
                    <a:pt x="1" y="6659"/>
                    <a:pt x="1922" y="8581"/>
                    <a:pt x="4287" y="8581"/>
                  </a:cubicBezTo>
                  <a:cubicBezTo>
                    <a:pt x="6659" y="8581"/>
                    <a:pt x="8581" y="6659"/>
                    <a:pt x="8581" y="4294"/>
                  </a:cubicBezTo>
                  <a:cubicBezTo>
                    <a:pt x="8581" y="1922"/>
                    <a:pt x="6659" y="1"/>
                    <a:pt x="428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1" name="Google Shape;5971;p61"/>
            <p:cNvSpPr/>
            <p:nvPr/>
          </p:nvSpPr>
          <p:spPr>
            <a:xfrm>
              <a:off x="4296059" y="2508179"/>
              <a:ext cx="112814" cy="11875"/>
            </a:xfrm>
            <a:custGeom>
              <a:avLst/>
              <a:gdLst/>
              <a:ahLst/>
              <a:cxnLst/>
              <a:rect l="l" t="t" r="r" b="b"/>
              <a:pathLst>
                <a:path w="4294" h="452" extrusionOk="0">
                  <a:moveTo>
                    <a:pt x="0" y="0"/>
                  </a:moveTo>
                  <a:lnTo>
                    <a:pt x="0" y="451"/>
                  </a:lnTo>
                  <a:lnTo>
                    <a:pt x="4280" y="451"/>
                  </a:lnTo>
                  <a:cubicBezTo>
                    <a:pt x="4280" y="375"/>
                    <a:pt x="4294" y="305"/>
                    <a:pt x="4294" y="229"/>
                  </a:cubicBezTo>
                  <a:cubicBezTo>
                    <a:pt x="4294" y="153"/>
                    <a:pt x="4287" y="76"/>
                    <a:pt x="4280" y="0"/>
                  </a:cubicBezTo>
                  <a:close/>
                </a:path>
              </a:pathLst>
            </a:custGeom>
            <a:solidFill>
              <a:srgbClr val="E3E9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2" name="Google Shape;5972;p61"/>
            <p:cNvSpPr/>
            <p:nvPr/>
          </p:nvSpPr>
          <p:spPr>
            <a:xfrm>
              <a:off x="4213143" y="2431096"/>
              <a:ext cx="166042" cy="166042"/>
            </a:xfrm>
            <a:custGeom>
              <a:avLst/>
              <a:gdLst/>
              <a:ahLst/>
              <a:cxnLst/>
              <a:rect l="l" t="t" r="r" b="b"/>
              <a:pathLst>
                <a:path w="6320" h="6320" extrusionOk="0">
                  <a:moveTo>
                    <a:pt x="3156" y="0"/>
                  </a:moveTo>
                  <a:cubicBezTo>
                    <a:pt x="1415" y="0"/>
                    <a:pt x="0" y="1415"/>
                    <a:pt x="0" y="3163"/>
                  </a:cubicBezTo>
                  <a:cubicBezTo>
                    <a:pt x="0" y="4904"/>
                    <a:pt x="1415" y="6319"/>
                    <a:pt x="3156" y="6319"/>
                  </a:cubicBezTo>
                  <a:cubicBezTo>
                    <a:pt x="4904" y="6319"/>
                    <a:pt x="6319" y="4904"/>
                    <a:pt x="6319" y="3163"/>
                  </a:cubicBezTo>
                  <a:cubicBezTo>
                    <a:pt x="6319" y="1415"/>
                    <a:pt x="4904" y="0"/>
                    <a:pt x="3156" y="0"/>
                  </a:cubicBezTo>
                  <a:close/>
                </a:path>
              </a:pathLst>
            </a:custGeom>
            <a:solidFill>
              <a:srgbClr val="8190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3" name="Google Shape;5973;p61"/>
            <p:cNvSpPr/>
            <p:nvPr/>
          </p:nvSpPr>
          <p:spPr>
            <a:xfrm>
              <a:off x="4296059" y="2508179"/>
              <a:ext cx="83126" cy="11875"/>
            </a:xfrm>
            <a:custGeom>
              <a:avLst/>
              <a:gdLst/>
              <a:ahLst/>
              <a:cxnLst/>
              <a:rect l="l" t="t" r="r" b="b"/>
              <a:pathLst>
                <a:path w="3164" h="452" extrusionOk="0">
                  <a:moveTo>
                    <a:pt x="0" y="0"/>
                  </a:moveTo>
                  <a:lnTo>
                    <a:pt x="0" y="451"/>
                  </a:lnTo>
                  <a:lnTo>
                    <a:pt x="3149" y="451"/>
                  </a:lnTo>
                  <a:cubicBezTo>
                    <a:pt x="3156" y="375"/>
                    <a:pt x="3163" y="305"/>
                    <a:pt x="3163" y="229"/>
                  </a:cubicBezTo>
                  <a:cubicBezTo>
                    <a:pt x="3163" y="153"/>
                    <a:pt x="3156" y="76"/>
                    <a:pt x="3149" y="0"/>
                  </a:cubicBezTo>
                  <a:close/>
                </a:path>
              </a:pathLst>
            </a:custGeom>
            <a:solidFill>
              <a:srgbClr val="8282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4" name="Google Shape;5974;p61"/>
            <p:cNvSpPr/>
            <p:nvPr/>
          </p:nvSpPr>
          <p:spPr>
            <a:xfrm>
              <a:off x="4248663" y="2466616"/>
              <a:ext cx="94975" cy="94975"/>
            </a:xfrm>
            <a:custGeom>
              <a:avLst/>
              <a:gdLst/>
              <a:ahLst/>
              <a:cxnLst/>
              <a:rect l="l" t="t" r="r" b="b"/>
              <a:pathLst>
                <a:path w="3615" h="3615" extrusionOk="0">
                  <a:moveTo>
                    <a:pt x="1804" y="1"/>
                  </a:moveTo>
                  <a:cubicBezTo>
                    <a:pt x="812" y="1"/>
                    <a:pt x="1" y="812"/>
                    <a:pt x="1" y="1811"/>
                  </a:cubicBezTo>
                  <a:cubicBezTo>
                    <a:pt x="1" y="2803"/>
                    <a:pt x="812" y="3614"/>
                    <a:pt x="1804" y="3614"/>
                  </a:cubicBezTo>
                  <a:cubicBezTo>
                    <a:pt x="2803" y="3614"/>
                    <a:pt x="3615" y="2803"/>
                    <a:pt x="3615" y="1811"/>
                  </a:cubicBezTo>
                  <a:cubicBezTo>
                    <a:pt x="3615" y="812"/>
                    <a:pt x="2803" y="1"/>
                    <a:pt x="180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5" name="Google Shape;5975;p61"/>
            <p:cNvSpPr/>
            <p:nvPr/>
          </p:nvSpPr>
          <p:spPr>
            <a:xfrm>
              <a:off x="4296059" y="2508179"/>
              <a:ext cx="47763" cy="11875"/>
            </a:xfrm>
            <a:custGeom>
              <a:avLst/>
              <a:gdLst/>
              <a:ahLst/>
              <a:cxnLst/>
              <a:rect l="l" t="t" r="r" b="b"/>
              <a:pathLst>
                <a:path w="1818" h="452" extrusionOk="0">
                  <a:moveTo>
                    <a:pt x="0" y="0"/>
                  </a:moveTo>
                  <a:lnTo>
                    <a:pt x="0" y="451"/>
                  </a:lnTo>
                  <a:lnTo>
                    <a:pt x="1797" y="451"/>
                  </a:lnTo>
                  <a:cubicBezTo>
                    <a:pt x="1818" y="305"/>
                    <a:pt x="1818" y="153"/>
                    <a:pt x="1797" y="0"/>
                  </a:cubicBezTo>
                  <a:close/>
                </a:path>
              </a:pathLst>
            </a:custGeom>
            <a:solidFill>
              <a:srgbClr val="E3E9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6" name="Google Shape;5976;p61"/>
            <p:cNvSpPr/>
            <p:nvPr/>
          </p:nvSpPr>
          <p:spPr>
            <a:xfrm>
              <a:off x="4278377" y="2496330"/>
              <a:ext cx="35547" cy="35547"/>
            </a:xfrm>
            <a:custGeom>
              <a:avLst/>
              <a:gdLst/>
              <a:ahLst/>
              <a:cxnLst/>
              <a:rect l="l" t="t" r="r" b="b"/>
              <a:pathLst>
                <a:path w="1353" h="1353" extrusionOk="0">
                  <a:moveTo>
                    <a:pt x="673" y="0"/>
                  </a:moveTo>
                  <a:cubicBezTo>
                    <a:pt x="299" y="0"/>
                    <a:pt x="0" y="306"/>
                    <a:pt x="0" y="680"/>
                  </a:cubicBezTo>
                  <a:cubicBezTo>
                    <a:pt x="0" y="1055"/>
                    <a:pt x="299" y="1353"/>
                    <a:pt x="673" y="1353"/>
                  </a:cubicBezTo>
                  <a:cubicBezTo>
                    <a:pt x="1048" y="1353"/>
                    <a:pt x="1353" y="1055"/>
                    <a:pt x="1353" y="680"/>
                  </a:cubicBezTo>
                  <a:cubicBezTo>
                    <a:pt x="1353" y="306"/>
                    <a:pt x="1048" y="0"/>
                    <a:pt x="673" y="0"/>
                  </a:cubicBezTo>
                  <a:close/>
                </a:path>
              </a:pathLst>
            </a:custGeom>
            <a:solidFill>
              <a:srgbClr val="8190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7" name="Google Shape;5977;p61"/>
            <p:cNvSpPr/>
            <p:nvPr/>
          </p:nvSpPr>
          <p:spPr>
            <a:xfrm>
              <a:off x="4296059" y="2508179"/>
              <a:ext cx="18233" cy="11875"/>
            </a:xfrm>
            <a:custGeom>
              <a:avLst/>
              <a:gdLst/>
              <a:ahLst/>
              <a:cxnLst/>
              <a:rect l="l" t="t" r="r" b="b"/>
              <a:pathLst>
                <a:path w="694" h="452" extrusionOk="0">
                  <a:moveTo>
                    <a:pt x="0" y="0"/>
                  </a:moveTo>
                  <a:lnTo>
                    <a:pt x="0" y="451"/>
                  </a:lnTo>
                  <a:lnTo>
                    <a:pt x="638" y="451"/>
                  </a:lnTo>
                  <a:cubicBezTo>
                    <a:pt x="694" y="305"/>
                    <a:pt x="694" y="146"/>
                    <a:pt x="638" y="0"/>
                  </a:cubicBezTo>
                  <a:close/>
                </a:path>
              </a:pathLst>
            </a:custGeom>
            <a:solidFill>
              <a:srgbClr val="8282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8" name="Google Shape;5978;p61"/>
            <p:cNvSpPr/>
            <p:nvPr/>
          </p:nvSpPr>
          <p:spPr>
            <a:xfrm>
              <a:off x="4287678" y="2480094"/>
              <a:ext cx="42483" cy="40013"/>
            </a:xfrm>
            <a:custGeom>
              <a:avLst/>
              <a:gdLst/>
              <a:ahLst/>
              <a:cxnLst/>
              <a:rect l="l" t="t" r="r" b="b"/>
              <a:pathLst>
                <a:path w="1617" h="1523" extrusionOk="0">
                  <a:moveTo>
                    <a:pt x="1297" y="1"/>
                  </a:moveTo>
                  <a:lnTo>
                    <a:pt x="160" y="1132"/>
                  </a:lnTo>
                  <a:cubicBezTo>
                    <a:pt x="0" y="1296"/>
                    <a:pt x="150" y="1522"/>
                    <a:pt x="323" y="1522"/>
                  </a:cubicBezTo>
                  <a:cubicBezTo>
                    <a:pt x="375" y="1522"/>
                    <a:pt x="430" y="1501"/>
                    <a:pt x="479" y="1451"/>
                  </a:cubicBezTo>
                  <a:lnTo>
                    <a:pt x="1616" y="320"/>
                  </a:lnTo>
                  <a:lnTo>
                    <a:pt x="1297" y="1"/>
                  </a:ln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9" name="Google Shape;5979;p61"/>
            <p:cNvSpPr/>
            <p:nvPr/>
          </p:nvSpPr>
          <p:spPr>
            <a:xfrm>
              <a:off x="4314817" y="2315313"/>
              <a:ext cx="182568" cy="178128"/>
            </a:xfrm>
            <a:custGeom>
              <a:avLst/>
              <a:gdLst/>
              <a:ahLst/>
              <a:cxnLst/>
              <a:rect l="l" t="t" r="r" b="b"/>
              <a:pathLst>
                <a:path w="6949" h="6780" extrusionOk="0">
                  <a:moveTo>
                    <a:pt x="6625" y="1"/>
                  </a:moveTo>
                  <a:cubicBezTo>
                    <a:pt x="6572" y="1"/>
                    <a:pt x="6516" y="22"/>
                    <a:pt x="6465" y="72"/>
                  </a:cubicBezTo>
                  <a:lnTo>
                    <a:pt x="146" y="6391"/>
                  </a:lnTo>
                  <a:cubicBezTo>
                    <a:pt x="1" y="6537"/>
                    <a:pt x="105" y="6779"/>
                    <a:pt x="306" y="6779"/>
                  </a:cubicBezTo>
                  <a:cubicBezTo>
                    <a:pt x="368" y="6772"/>
                    <a:pt x="424" y="6752"/>
                    <a:pt x="465" y="6710"/>
                  </a:cubicBezTo>
                  <a:lnTo>
                    <a:pt x="6784" y="391"/>
                  </a:lnTo>
                  <a:cubicBezTo>
                    <a:pt x="6949" y="226"/>
                    <a:pt x="6800" y="1"/>
                    <a:pt x="662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80" name="Google Shape;5980;p61"/>
          <p:cNvGrpSpPr/>
          <p:nvPr/>
        </p:nvGrpSpPr>
        <p:grpSpPr>
          <a:xfrm>
            <a:off x="5278954" y="2299891"/>
            <a:ext cx="367027" cy="365214"/>
            <a:chOff x="5292128" y="2299891"/>
            <a:chExt cx="367027" cy="365214"/>
          </a:xfrm>
        </p:grpSpPr>
        <p:sp>
          <p:nvSpPr>
            <p:cNvPr id="5981" name="Google Shape;5981;p61"/>
            <p:cNvSpPr/>
            <p:nvPr/>
          </p:nvSpPr>
          <p:spPr>
            <a:xfrm>
              <a:off x="5470361" y="2467772"/>
              <a:ext cx="11323" cy="124243"/>
            </a:xfrm>
            <a:custGeom>
              <a:avLst/>
              <a:gdLst/>
              <a:ahLst/>
              <a:cxnLst/>
              <a:rect l="l" t="t" r="r" b="b"/>
              <a:pathLst>
                <a:path w="431" h="4729" extrusionOk="0">
                  <a:moveTo>
                    <a:pt x="215" y="0"/>
                  </a:moveTo>
                  <a:cubicBezTo>
                    <a:pt x="108" y="0"/>
                    <a:pt x="0" y="71"/>
                    <a:pt x="0" y="213"/>
                  </a:cubicBezTo>
                  <a:lnTo>
                    <a:pt x="0" y="4514"/>
                  </a:lnTo>
                  <a:cubicBezTo>
                    <a:pt x="0" y="4632"/>
                    <a:pt x="97" y="4729"/>
                    <a:pt x="215" y="4729"/>
                  </a:cubicBezTo>
                  <a:cubicBezTo>
                    <a:pt x="333" y="4729"/>
                    <a:pt x="430" y="4632"/>
                    <a:pt x="430" y="4514"/>
                  </a:cubicBezTo>
                  <a:lnTo>
                    <a:pt x="430" y="213"/>
                  </a:lnTo>
                  <a:cubicBezTo>
                    <a:pt x="430" y="71"/>
                    <a:pt x="323" y="0"/>
                    <a:pt x="215" y="0"/>
                  </a:cubicBezTo>
                  <a:close/>
                </a:path>
              </a:pathLst>
            </a:cu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2" name="Google Shape;5982;p61"/>
            <p:cNvSpPr/>
            <p:nvPr/>
          </p:nvSpPr>
          <p:spPr>
            <a:xfrm>
              <a:off x="5464870" y="2299891"/>
              <a:ext cx="22279" cy="40827"/>
            </a:xfrm>
            <a:custGeom>
              <a:avLst/>
              <a:gdLst/>
              <a:ahLst/>
              <a:cxnLst/>
              <a:rect l="l" t="t" r="r" b="b"/>
              <a:pathLst>
                <a:path w="848" h="1554" extrusionOk="0">
                  <a:moveTo>
                    <a:pt x="424" y="0"/>
                  </a:moveTo>
                  <a:cubicBezTo>
                    <a:pt x="188" y="0"/>
                    <a:pt x="1" y="194"/>
                    <a:pt x="8" y="430"/>
                  </a:cubicBezTo>
                  <a:lnTo>
                    <a:pt x="8" y="1554"/>
                  </a:lnTo>
                  <a:lnTo>
                    <a:pt x="840" y="1554"/>
                  </a:lnTo>
                  <a:lnTo>
                    <a:pt x="840" y="430"/>
                  </a:lnTo>
                  <a:cubicBezTo>
                    <a:pt x="847" y="194"/>
                    <a:pt x="660" y="0"/>
                    <a:pt x="424" y="0"/>
                  </a:cubicBez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3" name="Google Shape;5983;p61"/>
            <p:cNvSpPr/>
            <p:nvPr/>
          </p:nvSpPr>
          <p:spPr>
            <a:xfrm>
              <a:off x="5292128" y="2316837"/>
              <a:ext cx="367027" cy="184433"/>
            </a:xfrm>
            <a:custGeom>
              <a:avLst/>
              <a:gdLst/>
              <a:ahLst/>
              <a:cxnLst/>
              <a:rect l="l" t="t" r="r" b="b"/>
              <a:pathLst>
                <a:path w="13970" h="7020" extrusionOk="0">
                  <a:moveTo>
                    <a:pt x="6985" y="0"/>
                  </a:moveTo>
                  <a:cubicBezTo>
                    <a:pt x="3122" y="0"/>
                    <a:pt x="0" y="3156"/>
                    <a:pt x="49" y="7020"/>
                  </a:cubicBezTo>
                  <a:lnTo>
                    <a:pt x="56" y="7020"/>
                  </a:lnTo>
                  <a:cubicBezTo>
                    <a:pt x="507" y="6479"/>
                    <a:pt x="1148" y="6208"/>
                    <a:pt x="1790" y="6208"/>
                  </a:cubicBezTo>
                  <a:cubicBezTo>
                    <a:pt x="2432" y="6208"/>
                    <a:pt x="3073" y="6479"/>
                    <a:pt x="3524" y="7020"/>
                  </a:cubicBezTo>
                  <a:cubicBezTo>
                    <a:pt x="3975" y="6479"/>
                    <a:pt x="4616" y="6208"/>
                    <a:pt x="5258" y="6208"/>
                  </a:cubicBezTo>
                  <a:cubicBezTo>
                    <a:pt x="5900" y="6208"/>
                    <a:pt x="6541" y="6479"/>
                    <a:pt x="6992" y="7020"/>
                  </a:cubicBezTo>
                  <a:cubicBezTo>
                    <a:pt x="7443" y="6479"/>
                    <a:pt x="8085" y="6208"/>
                    <a:pt x="8726" y="6208"/>
                  </a:cubicBezTo>
                  <a:cubicBezTo>
                    <a:pt x="9368" y="6208"/>
                    <a:pt x="10009" y="6479"/>
                    <a:pt x="10460" y="7020"/>
                  </a:cubicBezTo>
                  <a:cubicBezTo>
                    <a:pt x="10911" y="6479"/>
                    <a:pt x="11553" y="6208"/>
                    <a:pt x="12194" y="6208"/>
                  </a:cubicBezTo>
                  <a:cubicBezTo>
                    <a:pt x="12836" y="6208"/>
                    <a:pt x="13477" y="6479"/>
                    <a:pt x="13928" y="7020"/>
                  </a:cubicBezTo>
                  <a:cubicBezTo>
                    <a:pt x="13970" y="3156"/>
                    <a:pt x="10849" y="0"/>
                    <a:pt x="6985" y="0"/>
                  </a:cubicBezTo>
                  <a:close/>
                </a:path>
              </a:pathLst>
            </a:custGeom>
            <a:solidFill>
              <a:srgbClr val="A5B1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4" name="Google Shape;5984;p61"/>
            <p:cNvSpPr/>
            <p:nvPr/>
          </p:nvSpPr>
          <p:spPr>
            <a:xfrm>
              <a:off x="5293757" y="2319017"/>
              <a:ext cx="182279" cy="182436"/>
            </a:xfrm>
            <a:custGeom>
              <a:avLst/>
              <a:gdLst/>
              <a:ahLst/>
              <a:cxnLst/>
              <a:rect l="l" t="t" r="r" b="b"/>
              <a:pathLst>
                <a:path w="6938" h="6944" extrusionOk="0">
                  <a:moveTo>
                    <a:pt x="6937" y="0"/>
                  </a:moveTo>
                  <a:cubicBezTo>
                    <a:pt x="3108" y="0"/>
                    <a:pt x="1" y="3108"/>
                    <a:pt x="1" y="6944"/>
                  </a:cubicBezTo>
                  <a:cubicBezTo>
                    <a:pt x="452" y="6399"/>
                    <a:pt x="1093" y="6127"/>
                    <a:pt x="1735" y="6127"/>
                  </a:cubicBezTo>
                  <a:cubicBezTo>
                    <a:pt x="2377" y="6127"/>
                    <a:pt x="3018" y="6399"/>
                    <a:pt x="3469" y="6944"/>
                  </a:cubicBezTo>
                  <a:cubicBezTo>
                    <a:pt x="3469" y="3108"/>
                    <a:pt x="5023" y="0"/>
                    <a:pt x="6937" y="0"/>
                  </a:cubicBezTo>
                  <a:close/>
                </a:path>
              </a:pathLst>
            </a:custGeom>
            <a:solidFill>
              <a:srgbClr val="95A6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5" name="Google Shape;5985;p61"/>
            <p:cNvSpPr/>
            <p:nvPr/>
          </p:nvSpPr>
          <p:spPr>
            <a:xfrm>
              <a:off x="5476009" y="2319017"/>
              <a:ext cx="91139" cy="182252"/>
            </a:xfrm>
            <a:custGeom>
              <a:avLst/>
              <a:gdLst/>
              <a:ahLst/>
              <a:cxnLst/>
              <a:rect l="l" t="t" r="r" b="b"/>
              <a:pathLst>
                <a:path w="3469" h="6937" extrusionOk="0">
                  <a:moveTo>
                    <a:pt x="0" y="0"/>
                  </a:moveTo>
                  <a:lnTo>
                    <a:pt x="0" y="6937"/>
                  </a:lnTo>
                  <a:cubicBezTo>
                    <a:pt x="451" y="6396"/>
                    <a:pt x="1093" y="6125"/>
                    <a:pt x="1734" y="6125"/>
                  </a:cubicBezTo>
                  <a:cubicBezTo>
                    <a:pt x="2376" y="6125"/>
                    <a:pt x="3017" y="6396"/>
                    <a:pt x="3468" y="6937"/>
                  </a:cubicBezTo>
                  <a:cubicBezTo>
                    <a:pt x="3468" y="3108"/>
                    <a:pt x="1914" y="0"/>
                    <a:pt x="0" y="0"/>
                  </a:cubicBezTo>
                  <a:close/>
                </a:path>
              </a:pathLst>
            </a:custGeom>
            <a:solidFill>
              <a:srgbClr val="D7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6" name="Google Shape;5986;p61"/>
            <p:cNvSpPr/>
            <p:nvPr/>
          </p:nvSpPr>
          <p:spPr>
            <a:xfrm>
              <a:off x="5404574" y="2564035"/>
              <a:ext cx="82758" cy="101070"/>
            </a:xfrm>
            <a:custGeom>
              <a:avLst/>
              <a:gdLst/>
              <a:ahLst/>
              <a:cxnLst/>
              <a:rect l="l" t="t" r="r" b="b"/>
              <a:pathLst>
                <a:path w="3150" h="3847" extrusionOk="0">
                  <a:moveTo>
                    <a:pt x="2719" y="0"/>
                  </a:moveTo>
                  <a:cubicBezTo>
                    <a:pt x="2508" y="0"/>
                    <a:pt x="2296" y="142"/>
                    <a:pt x="2296" y="427"/>
                  </a:cubicBezTo>
                  <a:lnTo>
                    <a:pt x="2296" y="2258"/>
                  </a:lnTo>
                  <a:cubicBezTo>
                    <a:pt x="2296" y="2663"/>
                    <a:pt x="1970" y="2993"/>
                    <a:pt x="1573" y="2993"/>
                  </a:cubicBezTo>
                  <a:cubicBezTo>
                    <a:pt x="1569" y="2993"/>
                    <a:pt x="1565" y="2993"/>
                    <a:pt x="1561" y="2993"/>
                  </a:cubicBezTo>
                  <a:cubicBezTo>
                    <a:pt x="1262" y="2993"/>
                    <a:pt x="1006" y="2806"/>
                    <a:pt x="895" y="2535"/>
                  </a:cubicBezTo>
                  <a:cubicBezTo>
                    <a:pt x="832" y="2376"/>
                    <a:pt x="673" y="2272"/>
                    <a:pt x="506" y="2272"/>
                  </a:cubicBezTo>
                  <a:cubicBezTo>
                    <a:pt x="208" y="2272"/>
                    <a:pt x="0" y="2577"/>
                    <a:pt x="111" y="2854"/>
                  </a:cubicBezTo>
                  <a:cubicBezTo>
                    <a:pt x="345" y="3453"/>
                    <a:pt x="933" y="3846"/>
                    <a:pt x="1579" y="3846"/>
                  </a:cubicBezTo>
                  <a:cubicBezTo>
                    <a:pt x="1584" y="3846"/>
                    <a:pt x="1590" y="3846"/>
                    <a:pt x="1595" y="3846"/>
                  </a:cubicBezTo>
                  <a:cubicBezTo>
                    <a:pt x="2462" y="3825"/>
                    <a:pt x="3149" y="3111"/>
                    <a:pt x="3142" y="2244"/>
                  </a:cubicBezTo>
                  <a:lnTo>
                    <a:pt x="3142" y="427"/>
                  </a:lnTo>
                  <a:cubicBezTo>
                    <a:pt x="3142" y="142"/>
                    <a:pt x="2931" y="0"/>
                    <a:pt x="2719" y="0"/>
                  </a:cubicBez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87" name="Google Shape;5987;p61"/>
          <p:cNvGrpSpPr/>
          <p:nvPr/>
        </p:nvGrpSpPr>
        <p:grpSpPr>
          <a:xfrm>
            <a:off x="5860443" y="2309901"/>
            <a:ext cx="345720" cy="345720"/>
            <a:chOff x="5873617" y="2309901"/>
            <a:chExt cx="345720" cy="345720"/>
          </a:xfrm>
        </p:grpSpPr>
        <p:sp>
          <p:nvSpPr>
            <p:cNvPr id="5988" name="Google Shape;5988;p61"/>
            <p:cNvSpPr/>
            <p:nvPr/>
          </p:nvSpPr>
          <p:spPr>
            <a:xfrm>
              <a:off x="5873617" y="2309901"/>
              <a:ext cx="345720" cy="345720"/>
            </a:xfrm>
            <a:custGeom>
              <a:avLst/>
              <a:gdLst/>
              <a:ahLst/>
              <a:cxnLst/>
              <a:rect l="l" t="t" r="r" b="b"/>
              <a:pathLst>
                <a:path w="13159" h="13159" extrusionOk="0">
                  <a:moveTo>
                    <a:pt x="6583" y="1"/>
                  </a:moveTo>
                  <a:cubicBezTo>
                    <a:pt x="2949" y="1"/>
                    <a:pt x="1" y="2942"/>
                    <a:pt x="1" y="6576"/>
                  </a:cubicBezTo>
                  <a:cubicBezTo>
                    <a:pt x="1" y="10211"/>
                    <a:pt x="2949" y="13159"/>
                    <a:pt x="6583" y="13159"/>
                  </a:cubicBezTo>
                  <a:cubicBezTo>
                    <a:pt x="10218" y="13159"/>
                    <a:pt x="13159" y="10211"/>
                    <a:pt x="13159" y="6576"/>
                  </a:cubicBezTo>
                  <a:cubicBezTo>
                    <a:pt x="13159" y="2942"/>
                    <a:pt x="10218" y="1"/>
                    <a:pt x="6583" y="1"/>
                  </a:cubicBezTo>
                  <a:close/>
                </a:path>
              </a:pathLst>
            </a:custGeom>
            <a:solidFill>
              <a:srgbClr val="7988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89" name="Google Shape;5989;p61"/>
            <p:cNvSpPr/>
            <p:nvPr/>
          </p:nvSpPr>
          <p:spPr>
            <a:xfrm>
              <a:off x="5899496" y="2335779"/>
              <a:ext cx="293963" cy="293963"/>
            </a:xfrm>
            <a:custGeom>
              <a:avLst/>
              <a:gdLst/>
              <a:ahLst/>
              <a:cxnLst/>
              <a:rect l="l" t="t" r="r" b="b"/>
              <a:pathLst>
                <a:path w="11189" h="11189" extrusionOk="0">
                  <a:moveTo>
                    <a:pt x="5598" y="1"/>
                  </a:moveTo>
                  <a:cubicBezTo>
                    <a:pt x="2505" y="1"/>
                    <a:pt x="1" y="2504"/>
                    <a:pt x="1" y="5591"/>
                  </a:cubicBezTo>
                  <a:cubicBezTo>
                    <a:pt x="1" y="8685"/>
                    <a:pt x="2505" y="11189"/>
                    <a:pt x="5598" y="11189"/>
                  </a:cubicBezTo>
                  <a:cubicBezTo>
                    <a:pt x="8685" y="11189"/>
                    <a:pt x="11189" y="8685"/>
                    <a:pt x="11189" y="5591"/>
                  </a:cubicBezTo>
                  <a:cubicBezTo>
                    <a:pt x="11189" y="2504"/>
                    <a:pt x="8685" y="1"/>
                    <a:pt x="5598" y="1"/>
                  </a:cubicBezTo>
                  <a:close/>
                </a:path>
              </a:pathLst>
            </a:custGeom>
            <a:solidFill>
              <a:srgbClr val="F2F4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0" name="Google Shape;5990;p61"/>
            <p:cNvSpPr/>
            <p:nvPr/>
          </p:nvSpPr>
          <p:spPr>
            <a:xfrm>
              <a:off x="6041288" y="2356088"/>
              <a:ext cx="10404" cy="131888"/>
            </a:xfrm>
            <a:custGeom>
              <a:avLst/>
              <a:gdLst/>
              <a:ahLst/>
              <a:cxnLst/>
              <a:rect l="l" t="t" r="r" b="b"/>
              <a:pathLst>
                <a:path w="396" h="5020" extrusionOk="0">
                  <a:moveTo>
                    <a:pt x="198" y="1"/>
                  </a:moveTo>
                  <a:cubicBezTo>
                    <a:pt x="99" y="1"/>
                    <a:pt x="0" y="67"/>
                    <a:pt x="0" y="199"/>
                  </a:cubicBezTo>
                  <a:lnTo>
                    <a:pt x="0" y="4818"/>
                  </a:lnTo>
                  <a:cubicBezTo>
                    <a:pt x="0" y="4929"/>
                    <a:pt x="90" y="5019"/>
                    <a:pt x="201" y="5019"/>
                  </a:cubicBezTo>
                  <a:cubicBezTo>
                    <a:pt x="305" y="5019"/>
                    <a:pt x="395" y="4929"/>
                    <a:pt x="395" y="4818"/>
                  </a:cubicBezTo>
                  <a:lnTo>
                    <a:pt x="395" y="199"/>
                  </a:lnTo>
                  <a:cubicBezTo>
                    <a:pt x="395" y="67"/>
                    <a:pt x="297" y="1"/>
                    <a:pt x="198" y="1"/>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1" name="Google Shape;5991;p61"/>
            <p:cNvSpPr/>
            <p:nvPr/>
          </p:nvSpPr>
          <p:spPr>
            <a:xfrm>
              <a:off x="6039449" y="2477546"/>
              <a:ext cx="135435" cy="10430"/>
            </a:xfrm>
            <a:custGeom>
              <a:avLst/>
              <a:gdLst/>
              <a:ahLst/>
              <a:cxnLst/>
              <a:rect l="l" t="t" r="r" b="b"/>
              <a:pathLst>
                <a:path w="5155" h="397" extrusionOk="0">
                  <a:moveTo>
                    <a:pt x="271" y="1"/>
                  </a:moveTo>
                  <a:cubicBezTo>
                    <a:pt x="1" y="1"/>
                    <a:pt x="1" y="396"/>
                    <a:pt x="271" y="396"/>
                  </a:cubicBezTo>
                  <a:lnTo>
                    <a:pt x="4891" y="396"/>
                  </a:lnTo>
                  <a:cubicBezTo>
                    <a:pt x="5154" y="396"/>
                    <a:pt x="5154" y="1"/>
                    <a:pt x="4891" y="1"/>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2" name="Google Shape;5992;p61"/>
            <p:cNvSpPr/>
            <p:nvPr/>
          </p:nvSpPr>
          <p:spPr>
            <a:xfrm>
              <a:off x="5935778" y="2372035"/>
              <a:ext cx="275178" cy="257970"/>
            </a:xfrm>
            <a:custGeom>
              <a:avLst/>
              <a:gdLst/>
              <a:ahLst/>
              <a:cxnLst/>
              <a:rect l="l" t="t" r="r" b="b"/>
              <a:pathLst>
                <a:path w="10474" h="9819" extrusionOk="0">
                  <a:moveTo>
                    <a:pt x="7893" y="1"/>
                  </a:moveTo>
                  <a:cubicBezTo>
                    <a:pt x="9815" y="2213"/>
                    <a:pt x="9697" y="5543"/>
                    <a:pt x="7623" y="7617"/>
                  </a:cubicBezTo>
                  <a:cubicBezTo>
                    <a:pt x="6532" y="8704"/>
                    <a:pt x="5100" y="9254"/>
                    <a:pt x="3664" y="9254"/>
                  </a:cubicBezTo>
                  <a:cubicBezTo>
                    <a:pt x="2361" y="9254"/>
                    <a:pt x="1056" y="8801"/>
                    <a:pt x="0" y="7887"/>
                  </a:cubicBezTo>
                  <a:lnTo>
                    <a:pt x="0" y="7887"/>
                  </a:lnTo>
                  <a:cubicBezTo>
                    <a:pt x="1112" y="9170"/>
                    <a:pt x="2669" y="9818"/>
                    <a:pt x="4229" y="9818"/>
                  </a:cubicBezTo>
                  <a:cubicBezTo>
                    <a:pt x="5657" y="9818"/>
                    <a:pt x="7088" y="9275"/>
                    <a:pt x="8185" y="8179"/>
                  </a:cubicBezTo>
                  <a:cubicBezTo>
                    <a:pt x="10474" y="5883"/>
                    <a:pt x="10342" y="2123"/>
                    <a:pt x="7893" y="1"/>
                  </a:cubicBezTo>
                  <a:close/>
                </a:path>
              </a:pathLst>
            </a:custGeom>
            <a:solidFill>
              <a:srgbClr val="BCCA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3" name="Google Shape;5993;p61"/>
            <p:cNvSpPr/>
            <p:nvPr/>
          </p:nvSpPr>
          <p:spPr>
            <a:xfrm>
              <a:off x="5918097" y="2477546"/>
              <a:ext cx="21333" cy="10430"/>
            </a:xfrm>
            <a:custGeom>
              <a:avLst/>
              <a:gdLst/>
              <a:ahLst/>
              <a:cxnLst/>
              <a:rect l="l" t="t" r="r" b="b"/>
              <a:pathLst>
                <a:path w="812" h="397" extrusionOk="0">
                  <a:moveTo>
                    <a:pt x="264" y="1"/>
                  </a:moveTo>
                  <a:cubicBezTo>
                    <a:pt x="0" y="1"/>
                    <a:pt x="0" y="396"/>
                    <a:pt x="264" y="396"/>
                  </a:cubicBezTo>
                  <a:lnTo>
                    <a:pt x="548" y="396"/>
                  </a:lnTo>
                  <a:cubicBezTo>
                    <a:pt x="812" y="396"/>
                    <a:pt x="812" y="1"/>
                    <a:pt x="548"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4" name="Google Shape;5994;p61"/>
            <p:cNvSpPr/>
            <p:nvPr/>
          </p:nvSpPr>
          <p:spPr>
            <a:xfrm>
              <a:off x="6041288" y="2591542"/>
              <a:ext cx="10404" cy="17970"/>
            </a:xfrm>
            <a:custGeom>
              <a:avLst/>
              <a:gdLst/>
              <a:ahLst/>
              <a:cxnLst/>
              <a:rect l="l" t="t" r="r" b="b"/>
              <a:pathLst>
                <a:path w="396" h="684" extrusionOk="0">
                  <a:moveTo>
                    <a:pt x="198" y="0"/>
                  </a:moveTo>
                  <a:cubicBezTo>
                    <a:pt x="99" y="0"/>
                    <a:pt x="0" y="66"/>
                    <a:pt x="0" y="198"/>
                  </a:cubicBezTo>
                  <a:lnTo>
                    <a:pt x="0" y="483"/>
                  </a:lnTo>
                  <a:cubicBezTo>
                    <a:pt x="0" y="594"/>
                    <a:pt x="90" y="684"/>
                    <a:pt x="201" y="684"/>
                  </a:cubicBezTo>
                  <a:cubicBezTo>
                    <a:pt x="305" y="684"/>
                    <a:pt x="395" y="594"/>
                    <a:pt x="395" y="483"/>
                  </a:cubicBezTo>
                  <a:lnTo>
                    <a:pt x="395" y="198"/>
                  </a:lnTo>
                  <a:cubicBezTo>
                    <a:pt x="395" y="66"/>
                    <a:pt x="297" y="0"/>
                    <a:pt x="198"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5" name="Google Shape;5995;p61"/>
            <p:cNvSpPr/>
            <p:nvPr/>
          </p:nvSpPr>
          <p:spPr>
            <a:xfrm>
              <a:off x="5953144" y="2391556"/>
              <a:ext cx="19836" cy="15869"/>
            </a:xfrm>
            <a:custGeom>
              <a:avLst/>
              <a:gdLst/>
              <a:ahLst/>
              <a:cxnLst/>
              <a:rect l="l" t="t" r="r" b="b"/>
              <a:pathLst>
                <a:path w="755" h="604" extrusionOk="0">
                  <a:moveTo>
                    <a:pt x="285" y="0"/>
                  </a:moveTo>
                  <a:cubicBezTo>
                    <a:pt x="133" y="0"/>
                    <a:pt x="0" y="196"/>
                    <a:pt x="144" y="340"/>
                  </a:cubicBezTo>
                  <a:lnTo>
                    <a:pt x="345" y="541"/>
                  </a:lnTo>
                  <a:cubicBezTo>
                    <a:pt x="379" y="583"/>
                    <a:pt x="435" y="603"/>
                    <a:pt x="484" y="603"/>
                  </a:cubicBezTo>
                  <a:cubicBezTo>
                    <a:pt x="664" y="603"/>
                    <a:pt x="754" y="388"/>
                    <a:pt x="629" y="264"/>
                  </a:cubicBezTo>
                  <a:lnTo>
                    <a:pt x="421" y="62"/>
                  </a:lnTo>
                  <a:cubicBezTo>
                    <a:pt x="379" y="19"/>
                    <a:pt x="331" y="0"/>
                    <a:pt x="285"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6" name="Google Shape;5996;p61"/>
            <p:cNvSpPr/>
            <p:nvPr/>
          </p:nvSpPr>
          <p:spPr>
            <a:xfrm>
              <a:off x="6119686" y="2557939"/>
              <a:ext cx="19652" cy="15869"/>
            </a:xfrm>
            <a:custGeom>
              <a:avLst/>
              <a:gdLst/>
              <a:ahLst/>
              <a:cxnLst/>
              <a:rect l="l" t="t" r="r" b="b"/>
              <a:pathLst>
                <a:path w="748" h="604" extrusionOk="0">
                  <a:moveTo>
                    <a:pt x="285" y="1"/>
                  </a:moveTo>
                  <a:cubicBezTo>
                    <a:pt x="131" y="1"/>
                    <a:pt x="0" y="202"/>
                    <a:pt x="144" y="347"/>
                  </a:cubicBezTo>
                  <a:lnTo>
                    <a:pt x="345" y="548"/>
                  </a:lnTo>
                  <a:cubicBezTo>
                    <a:pt x="380" y="582"/>
                    <a:pt x="429" y="603"/>
                    <a:pt x="484" y="603"/>
                  </a:cubicBezTo>
                  <a:cubicBezTo>
                    <a:pt x="658" y="603"/>
                    <a:pt x="748" y="388"/>
                    <a:pt x="623" y="263"/>
                  </a:cubicBezTo>
                  <a:lnTo>
                    <a:pt x="422" y="62"/>
                  </a:lnTo>
                  <a:cubicBezTo>
                    <a:pt x="379" y="19"/>
                    <a:pt x="331" y="1"/>
                    <a:pt x="285"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7" name="Google Shape;5997;p61"/>
            <p:cNvSpPr/>
            <p:nvPr/>
          </p:nvSpPr>
          <p:spPr>
            <a:xfrm>
              <a:off x="6120185" y="2391556"/>
              <a:ext cx="19652" cy="15869"/>
            </a:xfrm>
            <a:custGeom>
              <a:avLst/>
              <a:gdLst/>
              <a:ahLst/>
              <a:cxnLst/>
              <a:rect l="l" t="t" r="r" b="b"/>
              <a:pathLst>
                <a:path w="748" h="604" extrusionOk="0">
                  <a:moveTo>
                    <a:pt x="466" y="0"/>
                  </a:moveTo>
                  <a:cubicBezTo>
                    <a:pt x="419" y="0"/>
                    <a:pt x="370" y="19"/>
                    <a:pt x="326" y="62"/>
                  </a:cubicBezTo>
                  <a:lnTo>
                    <a:pt x="125" y="264"/>
                  </a:lnTo>
                  <a:cubicBezTo>
                    <a:pt x="0" y="388"/>
                    <a:pt x="84" y="603"/>
                    <a:pt x="264" y="603"/>
                  </a:cubicBezTo>
                  <a:cubicBezTo>
                    <a:pt x="313" y="603"/>
                    <a:pt x="368" y="583"/>
                    <a:pt x="403" y="541"/>
                  </a:cubicBezTo>
                  <a:lnTo>
                    <a:pt x="604" y="340"/>
                  </a:lnTo>
                  <a:cubicBezTo>
                    <a:pt x="747" y="196"/>
                    <a:pt x="618" y="0"/>
                    <a:pt x="466"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8" name="Google Shape;5998;p61"/>
            <p:cNvSpPr/>
            <p:nvPr/>
          </p:nvSpPr>
          <p:spPr>
            <a:xfrm>
              <a:off x="5953617" y="2557939"/>
              <a:ext cx="19862" cy="15869"/>
            </a:xfrm>
            <a:custGeom>
              <a:avLst/>
              <a:gdLst/>
              <a:ahLst/>
              <a:cxnLst/>
              <a:rect l="l" t="t" r="r" b="b"/>
              <a:pathLst>
                <a:path w="756" h="604" extrusionOk="0">
                  <a:moveTo>
                    <a:pt x="465" y="1"/>
                  </a:moveTo>
                  <a:cubicBezTo>
                    <a:pt x="418" y="1"/>
                    <a:pt x="370" y="19"/>
                    <a:pt x="327" y="62"/>
                  </a:cubicBezTo>
                  <a:lnTo>
                    <a:pt x="126" y="263"/>
                  </a:lnTo>
                  <a:cubicBezTo>
                    <a:pt x="1" y="388"/>
                    <a:pt x="91" y="603"/>
                    <a:pt x="264" y="603"/>
                  </a:cubicBezTo>
                  <a:cubicBezTo>
                    <a:pt x="320" y="603"/>
                    <a:pt x="368" y="582"/>
                    <a:pt x="403" y="548"/>
                  </a:cubicBezTo>
                  <a:lnTo>
                    <a:pt x="611" y="347"/>
                  </a:lnTo>
                  <a:cubicBezTo>
                    <a:pt x="755" y="202"/>
                    <a:pt x="620" y="1"/>
                    <a:pt x="465"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99" name="Google Shape;5999;p61"/>
            <p:cNvSpPr/>
            <p:nvPr/>
          </p:nvSpPr>
          <p:spPr>
            <a:xfrm>
              <a:off x="5927056" y="2429887"/>
              <a:ext cx="21859" cy="13425"/>
            </a:xfrm>
            <a:custGeom>
              <a:avLst/>
              <a:gdLst/>
              <a:ahLst/>
              <a:cxnLst/>
              <a:rect l="l" t="t" r="r" b="b"/>
              <a:pathLst>
                <a:path w="832" h="511" extrusionOk="0">
                  <a:moveTo>
                    <a:pt x="289" y="0"/>
                  </a:moveTo>
                  <a:cubicBezTo>
                    <a:pt x="98" y="0"/>
                    <a:pt x="1" y="295"/>
                    <a:pt x="214" y="386"/>
                  </a:cubicBezTo>
                  <a:lnTo>
                    <a:pt x="478" y="497"/>
                  </a:lnTo>
                  <a:cubicBezTo>
                    <a:pt x="499" y="504"/>
                    <a:pt x="526" y="511"/>
                    <a:pt x="554" y="511"/>
                  </a:cubicBezTo>
                  <a:cubicBezTo>
                    <a:pt x="769" y="511"/>
                    <a:pt x="831" y="213"/>
                    <a:pt x="630" y="129"/>
                  </a:cubicBezTo>
                  <a:lnTo>
                    <a:pt x="374" y="18"/>
                  </a:lnTo>
                  <a:cubicBezTo>
                    <a:pt x="344" y="6"/>
                    <a:pt x="316" y="0"/>
                    <a:pt x="289"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0" name="Google Shape;6000;p61"/>
            <p:cNvSpPr/>
            <p:nvPr/>
          </p:nvSpPr>
          <p:spPr>
            <a:xfrm>
              <a:off x="6143751" y="2522077"/>
              <a:ext cx="21832" cy="13452"/>
            </a:xfrm>
            <a:custGeom>
              <a:avLst/>
              <a:gdLst/>
              <a:ahLst/>
              <a:cxnLst/>
              <a:rect l="l" t="t" r="r" b="b"/>
              <a:pathLst>
                <a:path w="831" h="512" extrusionOk="0">
                  <a:moveTo>
                    <a:pt x="287" y="0"/>
                  </a:moveTo>
                  <a:cubicBezTo>
                    <a:pt x="97" y="0"/>
                    <a:pt x="1" y="289"/>
                    <a:pt x="213" y="380"/>
                  </a:cubicBezTo>
                  <a:lnTo>
                    <a:pt x="477" y="491"/>
                  </a:lnTo>
                  <a:cubicBezTo>
                    <a:pt x="498" y="505"/>
                    <a:pt x="525" y="512"/>
                    <a:pt x="553" y="512"/>
                  </a:cubicBezTo>
                  <a:cubicBezTo>
                    <a:pt x="768" y="512"/>
                    <a:pt x="831" y="213"/>
                    <a:pt x="629" y="130"/>
                  </a:cubicBezTo>
                  <a:lnTo>
                    <a:pt x="373" y="19"/>
                  </a:lnTo>
                  <a:cubicBezTo>
                    <a:pt x="343" y="6"/>
                    <a:pt x="314" y="0"/>
                    <a:pt x="287"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1" name="Google Shape;6001;p61"/>
            <p:cNvSpPr/>
            <p:nvPr/>
          </p:nvSpPr>
          <p:spPr>
            <a:xfrm>
              <a:off x="6084822" y="2365730"/>
              <a:ext cx="15816" cy="17261"/>
            </a:xfrm>
            <a:custGeom>
              <a:avLst/>
              <a:gdLst/>
              <a:ahLst/>
              <a:cxnLst/>
              <a:rect l="l" t="t" r="r" b="b"/>
              <a:pathLst>
                <a:path w="602" h="657" extrusionOk="0">
                  <a:moveTo>
                    <a:pt x="345" y="0"/>
                  </a:moveTo>
                  <a:cubicBezTo>
                    <a:pt x="275" y="0"/>
                    <a:pt x="204" y="37"/>
                    <a:pt x="167" y="123"/>
                  </a:cubicBezTo>
                  <a:lnTo>
                    <a:pt x="56" y="386"/>
                  </a:lnTo>
                  <a:cubicBezTo>
                    <a:pt x="1" y="511"/>
                    <a:pt x="98" y="657"/>
                    <a:pt x="237" y="657"/>
                  </a:cubicBezTo>
                  <a:cubicBezTo>
                    <a:pt x="320" y="657"/>
                    <a:pt x="389" y="608"/>
                    <a:pt x="424" y="539"/>
                  </a:cubicBezTo>
                  <a:lnTo>
                    <a:pt x="535" y="276"/>
                  </a:lnTo>
                  <a:cubicBezTo>
                    <a:pt x="602" y="119"/>
                    <a:pt x="473" y="0"/>
                    <a:pt x="345"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2" name="Google Shape;6002;p61"/>
            <p:cNvSpPr/>
            <p:nvPr/>
          </p:nvSpPr>
          <p:spPr>
            <a:xfrm>
              <a:off x="5992632" y="2582399"/>
              <a:ext cx="15816" cy="17287"/>
            </a:xfrm>
            <a:custGeom>
              <a:avLst/>
              <a:gdLst/>
              <a:ahLst/>
              <a:cxnLst/>
              <a:rect l="l" t="t" r="r" b="b"/>
              <a:pathLst>
                <a:path w="602" h="658" extrusionOk="0">
                  <a:moveTo>
                    <a:pt x="350" y="0"/>
                  </a:moveTo>
                  <a:cubicBezTo>
                    <a:pt x="280" y="0"/>
                    <a:pt x="211" y="37"/>
                    <a:pt x="174" y="123"/>
                  </a:cubicBezTo>
                  <a:lnTo>
                    <a:pt x="56" y="387"/>
                  </a:lnTo>
                  <a:cubicBezTo>
                    <a:pt x="0" y="511"/>
                    <a:pt x="97" y="657"/>
                    <a:pt x="243" y="657"/>
                  </a:cubicBezTo>
                  <a:cubicBezTo>
                    <a:pt x="319" y="657"/>
                    <a:pt x="396" y="609"/>
                    <a:pt x="423" y="539"/>
                  </a:cubicBezTo>
                  <a:lnTo>
                    <a:pt x="534" y="276"/>
                  </a:lnTo>
                  <a:cubicBezTo>
                    <a:pt x="601" y="119"/>
                    <a:pt x="475" y="0"/>
                    <a:pt x="350" y="0"/>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3" name="Google Shape;6003;p61"/>
            <p:cNvSpPr/>
            <p:nvPr/>
          </p:nvSpPr>
          <p:spPr>
            <a:xfrm>
              <a:off x="5994445" y="2364758"/>
              <a:ext cx="15527" cy="17524"/>
            </a:xfrm>
            <a:custGeom>
              <a:avLst/>
              <a:gdLst/>
              <a:ahLst/>
              <a:cxnLst/>
              <a:rect l="l" t="t" r="r" b="b"/>
              <a:pathLst>
                <a:path w="591" h="667" extrusionOk="0">
                  <a:moveTo>
                    <a:pt x="255" y="1"/>
                  </a:moveTo>
                  <a:cubicBezTo>
                    <a:pt x="129" y="1"/>
                    <a:pt x="1" y="118"/>
                    <a:pt x="63" y="278"/>
                  </a:cubicBezTo>
                  <a:lnTo>
                    <a:pt x="174" y="541"/>
                  </a:lnTo>
                  <a:cubicBezTo>
                    <a:pt x="202" y="611"/>
                    <a:pt x="271" y="659"/>
                    <a:pt x="354" y="666"/>
                  </a:cubicBezTo>
                  <a:cubicBezTo>
                    <a:pt x="493" y="666"/>
                    <a:pt x="590" y="521"/>
                    <a:pt x="542" y="389"/>
                  </a:cubicBezTo>
                  <a:lnTo>
                    <a:pt x="431" y="125"/>
                  </a:lnTo>
                  <a:cubicBezTo>
                    <a:pt x="396" y="38"/>
                    <a:pt x="326" y="1"/>
                    <a:pt x="255"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4" name="Google Shape;6004;p61"/>
            <p:cNvSpPr/>
            <p:nvPr/>
          </p:nvSpPr>
          <p:spPr>
            <a:xfrm>
              <a:off x="6082641" y="2583161"/>
              <a:ext cx="15527" cy="17419"/>
            </a:xfrm>
            <a:custGeom>
              <a:avLst/>
              <a:gdLst/>
              <a:ahLst/>
              <a:cxnLst/>
              <a:rect l="l" t="t" r="r" b="b"/>
              <a:pathLst>
                <a:path w="591" h="663" extrusionOk="0">
                  <a:moveTo>
                    <a:pt x="254" y="1"/>
                  </a:moveTo>
                  <a:cubicBezTo>
                    <a:pt x="129" y="1"/>
                    <a:pt x="1" y="119"/>
                    <a:pt x="63" y="274"/>
                  </a:cubicBezTo>
                  <a:lnTo>
                    <a:pt x="174" y="538"/>
                  </a:lnTo>
                  <a:cubicBezTo>
                    <a:pt x="202" y="614"/>
                    <a:pt x="271" y="663"/>
                    <a:pt x="354" y="663"/>
                  </a:cubicBezTo>
                  <a:cubicBezTo>
                    <a:pt x="493" y="663"/>
                    <a:pt x="590" y="524"/>
                    <a:pt x="542" y="392"/>
                  </a:cubicBezTo>
                  <a:lnTo>
                    <a:pt x="431" y="129"/>
                  </a:lnTo>
                  <a:cubicBezTo>
                    <a:pt x="396" y="39"/>
                    <a:pt x="325" y="1"/>
                    <a:pt x="254"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5" name="Google Shape;6005;p61"/>
            <p:cNvSpPr/>
            <p:nvPr/>
          </p:nvSpPr>
          <p:spPr>
            <a:xfrm>
              <a:off x="6144776" y="2431936"/>
              <a:ext cx="22069" cy="13399"/>
            </a:xfrm>
            <a:custGeom>
              <a:avLst/>
              <a:gdLst/>
              <a:ahLst/>
              <a:cxnLst/>
              <a:rect l="l" t="t" r="r" b="b"/>
              <a:pathLst>
                <a:path w="840" h="510" extrusionOk="0">
                  <a:moveTo>
                    <a:pt x="552" y="1"/>
                  </a:moveTo>
                  <a:cubicBezTo>
                    <a:pt x="527" y="1"/>
                    <a:pt x="500" y="6"/>
                    <a:pt x="473" y="17"/>
                  </a:cubicBezTo>
                  <a:lnTo>
                    <a:pt x="209" y="128"/>
                  </a:lnTo>
                  <a:cubicBezTo>
                    <a:pt x="1" y="204"/>
                    <a:pt x="63" y="509"/>
                    <a:pt x="285" y="509"/>
                  </a:cubicBezTo>
                  <a:cubicBezTo>
                    <a:pt x="306" y="509"/>
                    <a:pt x="334" y="502"/>
                    <a:pt x="355" y="495"/>
                  </a:cubicBezTo>
                  <a:lnTo>
                    <a:pt x="618" y="384"/>
                  </a:lnTo>
                  <a:cubicBezTo>
                    <a:pt x="839" y="298"/>
                    <a:pt x="745" y="1"/>
                    <a:pt x="552"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6" name="Google Shape;6006;p61"/>
            <p:cNvSpPr/>
            <p:nvPr/>
          </p:nvSpPr>
          <p:spPr>
            <a:xfrm>
              <a:off x="5926530" y="2520081"/>
              <a:ext cx="21964" cy="13268"/>
            </a:xfrm>
            <a:custGeom>
              <a:avLst/>
              <a:gdLst/>
              <a:ahLst/>
              <a:cxnLst/>
              <a:rect l="l" t="t" r="r" b="b"/>
              <a:pathLst>
                <a:path w="836" h="505" extrusionOk="0">
                  <a:moveTo>
                    <a:pt x="553" y="1"/>
                  </a:moveTo>
                  <a:cubicBezTo>
                    <a:pt x="527" y="1"/>
                    <a:pt x="499" y="6"/>
                    <a:pt x="470" y="19"/>
                  </a:cubicBezTo>
                  <a:lnTo>
                    <a:pt x="206" y="123"/>
                  </a:lnTo>
                  <a:cubicBezTo>
                    <a:pt x="1" y="205"/>
                    <a:pt x="59" y="504"/>
                    <a:pt x="275" y="504"/>
                  </a:cubicBezTo>
                  <a:cubicBezTo>
                    <a:pt x="278" y="504"/>
                    <a:pt x="280" y="504"/>
                    <a:pt x="283" y="504"/>
                  </a:cubicBezTo>
                  <a:lnTo>
                    <a:pt x="276" y="504"/>
                  </a:lnTo>
                  <a:cubicBezTo>
                    <a:pt x="303" y="504"/>
                    <a:pt x="331" y="504"/>
                    <a:pt x="352" y="490"/>
                  </a:cubicBezTo>
                  <a:lnTo>
                    <a:pt x="616" y="386"/>
                  </a:lnTo>
                  <a:cubicBezTo>
                    <a:pt x="835" y="301"/>
                    <a:pt x="744" y="1"/>
                    <a:pt x="553" y="1"/>
                  </a:cubicBezTo>
                  <a:close/>
                </a:path>
              </a:pathLst>
            </a:custGeom>
            <a:solidFill>
              <a:srgbClr val="3D3D3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07" name="Google Shape;6007;p61"/>
          <p:cNvGrpSpPr/>
          <p:nvPr/>
        </p:nvGrpSpPr>
        <p:grpSpPr>
          <a:xfrm>
            <a:off x="6850154" y="2297710"/>
            <a:ext cx="391460" cy="370127"/>
            <a:chOff x="6863329" y="2297710"/>
            <a:chExt cx="391460" cy="370127"/>
          </a:xfrm>
        </p:grpSpPr>
        <p:sp>
          <p:nvSpPr>
            <p:cNvPr id="6008" name="Google Shape;6008;p61"/>
            <p:cNvSpPr/>
            <p:nvPr/>
          </p:nvSpPr>
          <p:spPr>
            <a:xfrm>
              <a:off x="6979033" y="2297710"/>
              <a:ext cx="272603" cy="342961"/>
            </a:xfrm>
            <a:custGeom>
              <a:avLst/>
              <a:gdLst/>
              <a:ahLst/>
              <a:cxnLst/>
              <a:rect l="l" t="t" r="r" b="b"/>
              <a:pathLst>
                <a:path w="10376" h="13054" extrusionOk="0">
                  <a:moveTo>
                    <a:pt x="3589" y="0"/>
                  </a:moveTo>
                  <a:cubicBezTo>
                    <a:pt x="3379" y="0"/>
                    <a:pt x="3193" y="25"/>
                    <a:pt x="3060" y="48"/>
                  </a:cubicBezTo>
                  <a:cubicBezTo>
                    <a:pt x="2942" y="69"/>
                    <a:pt x="2851" y="180"/>
                    <a:pt x="2851" y="305"/>
                  </a:cubicBezTo>
                  <a:lnTo>
                    <a:pt x="2851" y="3468"/>
                  </a:lnTo>
                  <a:lnTo>
                    <a:pt x="1" y="7089"/>
                  </a:lnTo>
                  <a:lnTo>
                    <a:pt x="1" y="12270"/>
                  </a:lnTo>
                  <a:lnTo>
                    <a:pt x="1554" y="13054"/>
                  </a:lnTo>
                  <a:lnTo>
                    <a:pt x="8525" y="13054"/>
                  </a:lnTo>
                  <a:cubicBezTo>
                    <a:pt x="9101" y="13054"/>
                    <a:pt x="9573" y="12596"/>
                    <a:pt x="9587" y="12027"/>
                  </a:cubicBezTo>
                  <a:cubicBezTo>
                    <a:pt x="9587" y="11521"/>
                    <a:pt x="9233" y="11091"/>
                    <a:pt x="8740" y="11001"/>
                  </a:cubicBezTo>
                  <a:lnTo>
                    <a:pt x="8740" y="10980"/>
                  </a:lnTo>
                  <a:lnTo>
                    <a:pt x="8803" y="10980"/>
                  </a:lnTo>
                  <a:cubicBezTo>
                    <a:pt x="9351" y="10973"/>
                    <a:pt x="9802" y="10550"/>
                    <a:pt x="9836" y="10009"/>
                  </a:cubicBezTo>
                  <a:cubicBezTo>
                    <a:pt x="9864" y="9461"/>
                    <a:pt x="9476" y="8982"/>
                    <a:pt x="8935" y="8913"/>
                  </a:cubicBezTo>
                  <a:lnTo>
                    <a:pt x="8935" y="8899"/>
                  </a:lnTo>
                  <a:cubicBezTo>
                    <a:pt x="8976" y="8899"/>
                    <a:pt x="9025" y="8906"/>
                    <a:pt x="9066" y="8906"/>
                  </a:cubicBezTo>
                  <a:cubicBezTo>
                    <a:pt x="9621" y="8899"/>
                    <a:pt x="10079" y="8455"/>
                    <a:pt x="10093" y="7900"/>
                  </a:cubicBezTo>
                  <a:cubicBezTo>
                    <a:pt x="10114" y="7345"/>
                    <a:pt x="9684" y="6874"/>
                    <a:pt x="9129" y="6832"/>
                  </a:cubicBezTo>
                  <a:lnTo>
                    <a:pt x="9129" y="6811"/>
                  </a:lnTo>
                  <a:cubicBezTo>
                    <a:pt x="9196" y="6824"/>
                    <a:pt x="9262" y="6830"/>
                    <a:pt x="9328" y="6830"/>
                  </a:cubicBezTo>
                  <a:cubicBezTo>
                    <a:pt x="9897" y="6830"/>
                    <a:pt x="10375" y="6361"/>
                    <a:pt x="10356" y="5764"/>
                  </a:cubicBezTo>
                  <a:cubicBezTo>
                    <a:pt x="10336" y="5202"/>
                    <a:pt x="9871" y="4758"/>
                    <a:pt x="9302" y="4758"/>
                  </a:cubicBezTo>
                  <a:lnTo>
                    <a:pt x="5439" y="4758"/>
                  </a:lnTo>
                  <a:lnTo>
                    <a:pt x="5439" y="2171"/>
                  </a:lnTo>
                  <a:cubicBezTo>
                    <a:pt x="5439" y="324"/>
                    <a:pt x="4356" y="0"/>
                    <a:pt x="358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9" name="Google Shape;6009;p61"/>
            <p:cNvSpPr/>
            <p:nvPr/>
          </p:nvSpPr>
          <p:spPr>
            <a:xfrm>
              <a:off x="6979033" y="2606386"/>
              <a:ext cx="255342" cy="34286"/>
            </a:xfrm>
            <a:custGeom>
              <a:avLst/>
              <a:gdLst/>
              <a:ahLst/>
              <a:cxnLst/>
              <a:rect l="l" t="t" r="r" b="b"/>
              <a:pathLst>
                <a:path w="9719" h="1305" extrusionOk="0">
                  <a:moveTo>
                    <a:pt x="1" y="1"/>
                  </a:moveTo>
                  <a:lnTo>
                    <a:pt x="1" y="521"/>
                  </a:lnTo>
                  <a:lnTo>
                    <a:pt x="1554" y="1305"/>
                  </a:lnTo>
                  <a:lnTo>
                    <a:pt x="8546" y="1305"/>
                  </a:lnTo>
                  <a:cubicBezTo>
                    <a:pt x="9226" y="1298"/>
                    <a:pt x="9718" y="660"/>
                    <a:pt x="9552" y="8"/>
                  </a:cubicBezTo>
                  <a:lnTo>
                    <a:pt x="9552" y="8"/>
                  </a:lnTo>
                  <a:cubicBezTo>
                    <a:pt x="9434" y="465"/>
                    <a:pt x="9018" y="778"/>
                    <a:pt x="8546" y="785"/>
                  </a:cubicBezTo>
                  <a:lnTo>
                    <a:pt x="1554" y="785"/>
                  </a:lnTo>
                  <a:lnTo>
                    <a:pt x="1"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0" name="Google Shape;6010;p61"/>
            <p:cNvSpPr/>
            <p:nvPr/>
          </p:nvSpPr>
          <p:spPr>
            <a:xfrm>
              <a:off x="7176392" y="2552081"/>
              <a:ext cx="64709" cy="34102"/>
            </a:xfrm>
            <a:custGeom>
              <a:avLst/>
              <a:gdLst/>
              <a:ahLst/>
              <a:cxnLst/>
              <a:rect l="l" t="t" r="r" b="b"/>
              <a:pathLst>
                <a:path w="2463" h="1298" extrusionOk="0">
                  <a:moveTo>
                    <a:pt x="2296" y="1"/>
                  </a:moveTo>
                  <a:cubicBezTo>
                    <a:pt x="2179" y="459"/>
                    <a:pt x="1769" y="778"/>
                    <a:pt x="1298" y="778"/>
                  </a:cubicBezTo>
                  <a:lnTo>
                    <a:pt x="1" y="778"/>
                  </a:lnTo>
                  <a:lnTo>
                    <a:pt x="1" y="1298"/>
                  </a:lnTo>
                  <a:lnTo>
                    <a:pt x="1298" y="1298"/>
                  </a:lnTo>
                  <a:cubicBezTo>
                    <a:pt x="1970" y="1291"/>
                    <a:pt x="2463" y="653"/>
                    <a:pt x="2296"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1" name="Google Shape;6011;p61"/>
            <p:cNvSpPr/>
            <p:nvPr/>
          </p:nvSpPr>
          <p:spPr>
            <a:xfrm>
              <a:off x="7176392" y="2497591"/>
              <a:ext cx="71461" cy="34102"/>
            </a:xfrm>
            <a:custGeom>
              <a:avLst/>
              <a:gdLst/>
              <a:ahLst/>
              <a:cxnLst/>
              <a:rect l="l" t="t" r="r" b="b"/>
              <a:pathLst>
                <a:path w="2720" h="1298" extrusionOk="0">
                  <a:moveTo>
                    <a:pt x="2560" y="1"/>
                  </a:moveTo>
                  <a:lnTo>
                    <a:pt x="2560" y="1"/>
                  </a:lnTo>
                  <a:cubicBezTo>
                    <a:pt x="2435" y="459"/>
                    <a:pt x="2026" y="778"/>
                    <a:pt x="1554" y="778"/>
                  </a:cubicBezTo>
                  <a:lnTo>
                    <a:pt x="1" y="778"/>
                  </a:lnTo>
                  <a:lnTo>
                    <a:pt x="1" y="1298"/>
                  </a:lnTo>
                  <a:lnTo>
                    <a:pt x="1554" y="1298"/>
                  </a:lnTo>
                  <a:cubicBezTo>
                    <a:pt x="2227" y="1291"/>
                    <a:pt x="2720" y="660"/>
                    <a:pt x="2560"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2" name="Google Shape;6012;p61"/>
            <p:cNvSpPr/>
            <p:nvPr/>
          </p:nvSpPr>
          <p:spPr>
            <a:xfrm>
              <a:off x="7176392" y="2443286"/>
              <a:ext cx="78397" cy="33944"/>
            </a:xfrm>
            <a:custGeom>
              <a:avLst/>
              <a:gdLst/>
              <a:ahLst/>
              <a:cxnLst/>
              <a:rect l="l" t="t" r="r" b="b"/>
              <a:pathLst>
                <a:path w="2984" h="1292" extrusionOk="0">
                  <a:moveTo>
                    <a:pt x="2817" y="1"/>
                  </a:moveTo>
                  <a:lnTo>
                    <a:pt x="2817" y="1"/>
                  </a:lnTo>
                  <a:cubicBezTo>
                    <a:pt x="2699" y="452"/>
                    <a:pt x="2283" y="771"/>
                    <a:pt x="1811" y="771"/>
                  </a:cubicBezTo>
                  <a:lnTo>
                    <a:pt x="1" y="771"/>
                  </a:lnTo>
                  <a:lnTo>
                    <a:pt x="1" y="1291"/>
                  </a:lnTo>
                  <a:lnTo>
                    <a:pt x="1811" y="1291"/>
                  </a:lnTo>
                  <a:cubicBezTo>
                    <a:pt x="2491" y="1291"/>
                    <a:pt x="2983" y="653"/>
                    <a:pt x="2817"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3" name="Google Shape;6013;p61"/>
            <p:cNvSpPr/>
            <p:nvPr/>
          </p:nvSpPr>
          <p:spPr>
            <a:xfrm>
              <a:off x="6863329" y="2450038"/>
              <a:ext cx="122666" cy="217799"/>
            </a:xfrm>
            <a:custGeom>
              <a:avLst/>
              <a:gdLst/>
              <a:ahLst/>
              <a:cxnLst/>
              <a:rect l="l" t="t" r="r" b="b"/>
              <a:pathLst>
                <a:path w="4669" h="8290" extrusionOk="0">
                  <a:moveTo>
                    <a:pt x="3897" y="0"/>
                  </a:moveTo>
                  <a:cubicBezTo>
                    <a:pt x="3893" y="0"/>
                    <a:pt x="3889" y="0"/>
                    <a:pt x="3884" y="1"/>
                  </a:cubicBezTo>
                  <a:lnTo>
                    <a:pt x="777" y="1"/>
                  </a:lnTo>
                  <a:cubicBezTo>
                    <a:pt x="347" y="1"/>
                    <a:pt x="0" y="347"/>
                    <a:pt x="0" y="777"/>
                  </a:cubicBezTo>
                  <a:lnTo>
                    <a:pt x="0" y="7512"/>
                  </a:lnTo>
                  <a:cubicBezTo>
                    <a:pt x="0" y="7942"/>
                    <a:pt x="347" y="8289"/>
                    <a:pt x="777" y="8289"/>
                  </a:cubicBezTo>
                  <a:lnTo>
                    <a:pt x="3884" y="8289"/>
                  </a:lnTo>
                  <a:cubicBezTo>
                    <a:pt x="4321" y="8289"/>
                    <a:pt x="4668" y="7942"/>
                    <a:pt x="4668" y="7512"/>
                  </a:cubicBezTo>
                  <a:lnTo>
                    <a:pt x="4668" y="777"/>
                  </a:lnTo>
                  <a:cubicBezTo>
                    <a:pt x="4668" y="351"/>
                    <a:pt x="4321" y="0"/>
                    <a:pt x="3897"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4" name="Google Shape;6014;p61"/>
            <p:cNvSpPr/>
            <p:nvPr/>
          </p:nvSpPr>
          <p:spPr>
            <a:xfrm>
              <a:off x="6863329" y="2449854"/>
              <a:ext cx="41011" cy="217983"/>
            </a:xfrm>
            <a:custGeom>
              <a:avLst/>
              <a:gdLst/>
              <a:ahLst/>
              <a:cxnLst/>
              <a:rect l="l" t="t" r="r" b="b"/>
              <a:pathLst>
                <a:path w="1561" h="8297" extrusionOk="0">
                  <a:moveTo>
                    <a:pt x="777" y="1"/>
                  </a:moveTo>
                  <a:cubicBezTo>
                    <a:pt x="347" y="1"/>
                    <a:pt x="0" y="347"/>
                    <a:pt x="0" y="784"/>
                  </a:cubicBezTo>
                  <a:lnTo>
                    <a:pt x="0" y="7519"/>
                  </a:lnTo>
                  <a:cubicBezTo>
                    <a:pt x="0" y="7949"/>
                    <a:pt x="347" y="8296"/>
                    <a:pt x="777" y="8296"/>
                  </a:cubicBezTo>
                  <a:lnTo>
                    <a:pt x="1561" y="8296"/>
                  </a:lnTo>
                  <a:cubicBezTo>
                    <a:pt x="1131" y="8296"/>
                    <a:pt x="777" y="7949"/>
                    <a:pt x="777" y="7519"/>
                  </a:cubicBezTo>
                  <a:lnTo>
                    <a:pt x="777" y="784"/>
                  </a:lnTo>
                  <a:cubicBezTo>
                    <a:pt x="777" y="347"/>
                    <a:pt x="1131" y="1"/>
                    <a:pt x="1561"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5" name="Google Shape;6015;p61"/>
            <p:cNvSpPr/>
            <p:nvPr/>
          </p:nvSpPr>
          <p:spPr>
            <a:xfrm>
              <a:off x="6917818" y="2599660"/>
              <a:ext cx="40827" cy="40827"/>
            </a:xfrm>
            <a:custGeom>
              <a:avLst/>
              <a:gdLst/>
              <a:ahLst/>
              <a:cxnLst/>
              <a:rect l="l" t="t" r="r" b="b"/>
              <a:pathLst>
                <a:path w="1554" h="1554" extrusionOk="0">
                  <a:moveTo>
                    <a:pt x="777" y="0"/>
                  </a:moveTo>
                  <a:cubicBezTo>
                    <a:pt x="347" y="0"/>
                    <a:pt x="0" y="347"/>
                    <a:pt x="0" y="777"/>
                  </a:cubicBezTo>
                  <a:cubicBezTo>
                    <a:pt x="0" y="1207"/>
                    <a:pt x="347" y="1554"/>
                    <a:pt x="777" y="1554"/>
                  </a:cubicBezTo>
                  <a:cubicBezTo>
                    <a:pt x="1207" y="1554"/>
                    <a:pt x="1554" y="1207"/>
                    <a:pt x="1554" y="777"/>
                  </a:cubicBezTo>
                  <a:cubicBezTo>
                    <a:pt x="1554" y="347"/>
                    <a:pt x="1207" y="0"/>
                    <a:pt x="777"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6" name="Google Shape;6016;p61"/>
            <p:cNvSpPr/>
            <p:nvPr/>
          </p:nvSpPr>
          <p:spPr>
            <a:xfrm>
              <a:off x="6924544" y="2606386"/>
              <a:ext cx="27376" cy="27376"/>
            </a:xfrm>
            <a:custGeom>
              <a:avLst/>
              <a:gdLst/>
              <a:ahLst/>
              <a:cxnLst/>
              <a:rect l="l" t="t" r="r" b="b"/>
              <a:pathLst>
                <a:path w="1042" h="1042" extrusionOk="0">
                  <a:moveTo>
                    <a:pt x="521" y="1"/>
                  </a:moveTo>
                  <a:cubicBezTo>
                    <a:pt x="237" y="1"/>
                    <a:pt x="1" y="237"/>
                    <a:pt x="1" y="521"/>
                  </a:cubicBezTo>
                  <a:cubicBezTo>
                    <a:pt x="1" y="805"/>
                    <a:pt x="237" y="1041"/>
                    <a:pt x="521" y="1041"/>
                  </a:cubicBezTo>
                  <a:cubicBezTo>
                    <a:pt x="805" y="1041"/>
                    <a:pt x="1041" y="805"/>
                    <a:pt x="1041" y="521"/>
                  </a:cubicBezTo>
                  <a:cubicBezTo>
                    <a:pt x="1041" y="237"/>
                    <a:pt x="805" y="1"/>
                    <a:pt x="52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17" name="Google Shape;6017;p61"/>
          <p:cNvGrpSpPr/>
          <p:nvPr/>
        </p:nvGrpSpPr>
        <p:grpSpPr>
          <a:xfrm>
            <a:off x="7408313" y="2318518"/>
            <a:ext cx="342620" cy="328459"/>
            <a:chOff x="7421488" y="2318518"/>
            <a:chExt cx="342620" cy="328459"/>
          </a:xfrm>
        </p:grpSpPr>
        <p:sp>
          <p:nvSpPr>
            <p:cNvPr id="6018" name="Google Shape;6018;p61"/>
            <p:cNvSpPr/>
            <p:nvPr/>
          </p:nvSpPr>
          <p:spPr>
            <a:xfrm>
              <a:off x="7531754" y="2515641"/>
              <a:ext cx="9117" cy="18969"/>
            </a:xfrm>
            <a:custGeom>
              <a:avLst/>
              <a:gdLst/>
              <a:ahLst/>
              <a:cxnLst/>
              <a:rect l="l" t="t" r="r" b="b"/>
              <a:pathLst>
                <a:path w="347" h="722" extrusionOk="0">
                  <a:moveTo>
                    <a:pt x="305" y="1"/>
                  </a:moveTo>
                  <a:lnTo>
                    <a:pt x="0" y="299"/>
                  </a:lnTo>
                  <a:cubicBezTo>
                    <a:pt x="104" y="451"/>
                    <a:pt x="222" y="590"/>
                    <a:pt x="347" y="722"/>
                  </a:cubicBezTo>
                  <a:cubicBezTo>
                    <a:pt x="319" y="479"/>
                    <a:pt x="305" y="236"/>
                    <a:pt x="30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9" name="Google Shape;6019;p61"/>
            <p:cNvSpPr/>
            <p:nvPr/>
          </p:nvSpPr>
          <p:spPr>
            <a:xfrm>
              <a:off x="7540844" y="2339983"/>
              <a:ext cx="223264" cy="234902"/>
            </a:xfrm>
            <a:custGeom>
              <a:avLst/>
              <a:gdLst/>
              <a:ahLst/>
              <a:cxnLst/>
              <a:rect l="l" t="t" r="r" b="b"/>
              <a:pathLst>
                <a:path w="8498" h="8941" extrusionOk="0">
                  <a:moveTo>
                    <a:pt x="7409" y="0"/>
                  </a:moveTo>
                  <a:cubicBezTo>
                    <a:pt x="7409" y="0"/>
                    <a:pt x="7721" y="2081"/>
                    <a:pt x="6625" y="3170"/>
                  </a:cubicBezTo>
                  <a:lnTo>
                    <a:pt x="3178" y="6631"/>
                  </a:lnTo>
                  <a:cubicBezTo>
                    <a:pt x="2481" y="7323"/>
                    <a:pt x="1387" y="7449"/>
                    <a:pt x="681" y="7449"/>
                  </a:cubicBezTo>
                  <a:cubicBezTo>
                    <a:pt x="277" y="7449"/>
                    <a:pt x="1" y="7408"/>
                    <a:pt x="1" y="7408"/>
                  </a:cubicBezTo>
                  <a:lnTo>
                    <a:pt x="1" y="7408"/>
                  </a:lnTo>
                  <a:cubicBezTo>
                    <a:pt x="341" y="7748"/>
                    <a:pt x="764" y="7997"/>
                    <a:pt x="1236" y="8129"/>
                  </a:cubicBezTo>
                  <a:lnTo>
                    <a:pt x="2047" y="8941"/>
                  </a:lnTo>
                  <a:cubicBezTo>
                    <a:pt x="2734" y="8497"/>
                    <a:pt x="3372" y="7984"/>
                    <a:pt x="3955" y="7408"/>
                  </a:cubicBezTo>
                  <a:lnTo>
                    <a:pt x="7409" y="3947"/>
                  </a:lnTo>
                  <a:cubicBezTo>
                    <a:pt x="8498" y="2858"/>
                    <a:pt x="8498" y="1089"/>
                    <a:pt x="7409"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0" name="Google Shape;6020;p61"/>
            <p:cNvSpPr/>
            <p:nvPr/>
          </p:nvSpPr>
          <p:spPr>
            <a:xfrm>
              <a:off x="7520456" y="2318518"/>
              <a:ext cx="235270" cy="227756"/>
            </a:xfrm>
            <a:custGeom>
              <a:avLst/>
              <a:gdLst/>
              <a:ahLst/>
              <a:cxnLst/>
              <a:rect l="l" t="t" r="r" b="b"/>
              <a:pathLst>
                <a:path w="8955" h="8669" extrusionOk="0">
                  <a:moveTo>
                    <a:pt x="6211" y="1422"/>
                  </a:moveTo>
                  <a:cubicBezTo>
                    <a:pt x="6562" y="1422"/>
                    <a:pt x="6912" y="1556"/>
                    <a:pt x="7179" y="1823"/>
                  </a:cubicBezTo>
                  <a:cubicBezTo>
                    <a:pt x="7713" y="2357"/>
                    <a:pt x="7713" y="3224"/>
                    <a:pt x="7179" y="3765"/>
                  </a:cubicBezTo>
                  <a:lnTo>
                    <a:pt x="5445" y="5499"/>
                  </a:lnTo>
                  <a:lnTo>
                    <a:pt x="5077" y="5589"/>
                  </a:lnTo>
                  <a:lnTo>
                    <a:pt x="3822" y="7122"/>
                  </a:lnTo>
                  <a:lnTo>
                    <a:pt x="3725" y="7219"/>
                  </a:lnTo>
                  <a:cubicBezTo>
                    <a:pt x="3455" y="7496"/>
                    <a:pt x="3097" y="7635"/>
                    <a:pt x="2739" y="7635"/>
                  </a:cubicBezTo>
                  <a:cubicBezTo>
                    <a:pt x="2388" y="7635"/>
                    <a:pt x="2037" y="7501"/>
                    <a:pt x="1769" y="7233"/>
                  </a:cubicBezTo>
                  <a:cubicBezTo>
                    <a:pt x="1228" y="6692"/>
                    <a:pt x="1235" y="5811"/>
                    <a:pt x="1783" y="5277"/>
                  </a:cubicBezTo>
                  <a:lnTo>
                    <a:pt x="5237" y="1823"/>
                  </a:lnTo>
                  <a:cubicBezTo>
                    <a:pt x="5507" y="1556"/>
                    <a:pt x="5859" y="1422"/>
                    <a:pt x="6211" y="1422"/>
                  </a:cubicBezTo>
                  <a:close/>
                  <a:moveTo>
                    <a:pt x="6211" y="0"/>
                  </a:moveTo>
                  <a:cubicBezTo>
                    <a:pt x="5495" y="0"/>
                    <a:pt x="4779" y="273"/>
                    <a:pt x="4231" y="817"/>
                  </a:cubicBezTo>
                  <a:lnTo>
                    <a:pt x="777" y="4271"/>
                  </a:lnTo>
                  <a:lnTo>
                    <a:pt x="0" y="6678"/>
                  </a:lnTo>
                  <a:cubicBezTo>
                    <a:pt x="63" y="7080"/>
                    <a:pt x="208" y="7469"/>
                    <a:pt x="437" y="7809"/>
                  </a:cubicBezTo>
                  <a:lnTo>
                    <a:pt x="479" y="7767"/>
                  </a:lnTo>
                  <a:cubicBezTo>
                    <a:pt x="548" y="7941"/>
                    <a:pt x="652" y="8093"/>
                    <a:pt x="784" y="8225"/>
                  </a:cubicBezTo>
                  <a:cubicBezTo>
                    <a:pt x="1082" y="8523"/>
                    <a:pt x="1494" y="8668"/>
                    <a:pt x="1951" y="8668"/>
                  </a:cubicBezTo>
                  <a:cubicBezTo>
                    <a:pt x="2079" y="8668"/>
                    <a:pt x="2211" y="8657"/>
                    <a:pt x="2345" y="8634"/>
                  </a:cubicBezTo>
                  <a:cubicBezTo>
                    <a:pt x="2948" y="8523"/>
                    <a:pt x="3600" y="8183"/>
                    <a:pt x="4148" y="7642"/>
                  </a:cubicBezTo>
                  <a:lnTo>
                    <a:pt x="7602" y="4188"/>
                  </a:lnTo>
                  <a:cubicBezTo>
                    <a:pt x="8691" y="3092"/>
                    <a:pt x="8955" y="1587"/>
                    <a:pt x="8185" y="817"/>
                  </a:cubicBezTo>
                  <a:cubicBezTo>
                    <a:pt x="7640" y="273"/>
                    <a:pt x="6926" y="0"/>
                    <a:pt x="621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1" name="Google Shape;6021;p61"/>
            <p:cNvSpPr/>
            <p:nvPr/>
          </p:nvSpPr>
          <p:spPr>
            <a:xfrm>
              <a:off x="7450283" y="2573598"/>
              <a:ext cx="152013" cy="73379"/>
            </a:xfrm>
            <a:custGeom>
              <a:avLst/>
              <a:gdLst/>
              <a:ahLst/>
              <a:cxnLst/>
              <a:rect l="l" t="t" r="r" b="b"/>
              <a:pathLst>
                <a:path w="5786" h="2793" extrusionOk="0">
                  <a:moveTo>
                    <a:pt x="4370" y="0"/>
                  </a:moveTo>
                  <a:lnTo>
                    <a:pt x="3171" y="1193"/>
                  </a:lnTo>
                  <a:cubicBezTo>
                    <a:pt x="2482" y="1886"/>
                    <a:pt x="1398" y="2013"/>
                    <a:pt x="693" y="2013"/>
                  </a:cubicBezTo>
                  <a:cubicBezTo>
                    <a:pt x="283" y="2013"/>
                    <a:pt x="1" y="1970"/>
                    <a:pt x="1" y="1970"/>
                  </a:cubicBezTo>
                  <a:lnTo>
                    <a:pt x="1" y="1970"/>
                  </a:lnTo>
                  <a:cubicBezTo>
                    <a:pt x="545" y="2518"/>
                    <a:pt x="1260" y="2792"/>
                    <a:pt x="1974" y="2792"/>
                  </a:cubicBezTo>
                  <a:cubicBezTo>
                    <a:pt x="2688" y="2792"/>
                    <a:pt x="3403" y="2518"/>
                    <a:pt x="3947" y="1970"/>
                  </a:cubicBezTo>
                  <a:lnTo>
                    <a:pt x="5785" y="139"/>
                  </a:lnTo>
                  <a:lnTo>
                    <a:pt x="437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2" name="Google Shape;6022;p61"/>
            <p:cNvSpPr/>
            <p:nvPr/>
          </p:nvSpPr>
          <p:spPr>
            <a:xfrm>
              <a:off x="7565093" y="2530958"/>
              <a:ext cx="83310" cy="46713"/>
            </a:xfrm>
            <a:custGeom>
              <a:avLst/>
              <a:gdLst/>
              <a:ahLst/>
              <a:cxnLst/>
              <a:rect l="l" t="t" r="r" b="b"/>
              <a:pathLst>
                <a:path w="3171" h="1778" extrusionOk="0">
                  <a:moveTo>
                    <a:pt x="3170" y="0"/>
                  </a:moveTo>
                  <a:lnTo>
                    <a:pt x="3032" y="132"/>
                  </a:lnTo>
                  <a:cubicBezTo>
                    <a:pt x="2507" y="663"/>
                    <a:pt x="1792" y="953"/>
                    <a:pt x="1054" y="953"/>
                  </a:cubicBezTo>
                  <a:cubicBezTo>
                    <a:pt x="935" y="953"/>
                    <a:pt x="814" y="945"/>
                    <a:pt x="694" y="930"/>
                  </a:cubicBezTo>
                  <a:lnTo>
                    <a:pt x="0" y="1623"/>
                  </a:lnTo>
                  <a:cubicBezTo>
                    <a:pt x="346" y="1728"/>
                    <a:pt x="704" y="1777"/>
                    <a:pt x="1064" y="1777"/>
                  </a:cubicBezTo>
                  <a:cubicBezTo>
                    <a:pt x="1181" y="1777"/>
                    <a:pt x="1298" y="1772"/>
                    <a:pt x="1415" y="1762"/>
                  </a:cubicBezTo>
                  <a:lnTo>
                    <a:pt x="3032" y="139"/>
                  </a:lnTo>
                  <a:cubicBezTo>
                    <a:pt x="3080" y="97"/>
                    <a:pt x="3122" y="49"/>
                    <a:pt x="317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3" name="Google Shape;6023;p61"/>
            <p:cNvSpPr/>
            <p:nvPr/>
          </p:nvSpPr>
          <p:spPr>
            <a:xfrm>
              <a:off x="7421488" y="2409447"/>
              <a:ext cx="236558" cy="227599"/>
            </a:xfrm>
            <a:custGeom>
              <a:avLst/>
              <a:gdLst/>
              <a:ahLst/>
              <a:cxnLst/>
              <a:rect l="l" t="t" r="r" b="b"/>
              <a:pathLst>
                <a:path w="9004" h="8663" extrusionOk="0">
                  <a:moveTo>
                    <a:pt x="6524" y="0"/>
                  </a:moveTo>
                  <a:cubicBezTo>
                    <a:pt x="5810" y="0"/>
                    <a:pt x="5095" y="273"/>
                    <a:pt x="4551" y="817"/>
                  </a:cubicBezTo>
                  <a:lnTo>
                    <a:pt x="1097" y="4271"/>
                  </a:lnTo>
                  <a:cubicBezTo>
                    <a:pt x="1" y="5360"/>
                    <a:pt x="1" y="7129"/>
                    <a:pt x="1097" y="8225"/>
                  </a:cubicBezTo>
                  <a:cubicBezTo>
                    <a:pt x="1393" y="8521"/>
                    <a:pt x="1801" y="8663"/>
                    <a:pt x="2255" y="8663"/>
                  </a:cubicBezTo>
                  <a:cubicBezTo>
                    <a:pt x="2386" y="8663"/>
                    <a:pt x="2520" y="8651"/>
                    <a:pt x="2657" y="8627"/>
                  </a:cubicBezTo>
                  <a:cubicBezTo>
                    <a:pt x="3261" y="8523"/>
                    <a:pt x="3913" y="8183"/>
                    <a:pt x="4461" y="7642"/>
                  </a:cubicBezTo>
                  <a:lnTo>
                    <a:pt x="5779" y="6325"/>
                  </a:lnTo>
                  <a:cubicBezTo>
                    <a:pt x="5779" y="6325"/>
                    <a:pt x="5632" y="6119"/>
                    <a:pt x="5240" y="6119"/>
                  </a:cubicBezTo>
                  <a:cubicBezTo>
                    <a:pt x="5206" y="6119"/>
                    <a:pt x="5171" y="6120"/>
                    <a:pt x="5134" y="6123"/>
                  </a:cubicBezTo>
                  <a:lnTo>
                    <a:pt x="4045" y="7219"/>
                  </a:lnTo>
                  <a:cubicBezTo>
                    <a:pt x="3775" y="7496"/>
                    <a:pt x="3417" y="7635"/>
                    <a:pt x="3059" y="7635"/>
                  </a:cubicBezTo>
                  <a:cubicBezTo>
                    <a:pt x="2708" y="7635"/>
                    <a:pt x="2356" y="7501"/>
                    <a:pt x="2089" y="7233"/>
                  </a:cubicBezTo>
                  <a:cubicBezTo>
                    <a:pt x="1548" y="6692"/>
                    <a:pt x="1554" y="5811"/>
                    <a:pt x="2102" y="5277"/>
                  </a:cubicBezTo>
                  <a:lnTo>
                    <a:pt x="5557" y="1823"/>
                  </a:lnTo>
                  <a:cubicBezTo>
                    <a:pt x="5820" y="1559"/>
                    <a:pt x="6168" y="1427"/>
                    <a:pt x="6517" y="1427"/>
                  </a:cubicBezTo>
                  <a:cubicBezTo>
                    <a:pt x="6847" y="1427"/>
                    <a:pt x="7177" y="1545"/>
                    <a:pt x="7436" y="1781"/>
                  </a:cubicBezTo>
                  <a:cubicBezTo>
                    <a:pt x="7977" y="2274"/>
                    <a:pt x="8040" y="3099"/>
                    <a:pt x="7582" y="3661"/>
                  </a:cubicBezTo>
                  <a:lnTo>
                    <a:pt x="8914" y="2336"/>
                  </a:lnTo>
                  <a:cubicBezTo>
                    <a:pt x="9004" y="1740"/>
                    <a:pt x="8872" y="1192"/>
                    <a:pt x="8498" y="817"/>
                  </a:cubicBezTo>
                  <a:cubicBezTo>
                    <a:pt x="7953" y="273"/>
                    <a:pt x="7239" y="0"/>
                    <a:pt x="6524"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4" name="Google Shape;6024;p61"/>
            <p:cNvSpPr/>
            <p:nvPr/>
          </p:nvSpPr>
          <p:spPr>
            <a:xfrm>
              <a:off x="7556161" y="2553368"/>
              <a:ext cx="36650" cy="22253"/>
            </a:xfrm>
            <a:custGeom>
              <a:avLst/>
              <a:gdLst/>
              <a:ahLst/>
              <a:cxnLst/>
              <a:rect l="l" t="t" r="r" b="b"/>
              <a:pathLst>
                <a:path w="1395" h="847" extrusionOk="0">
                  <a:moveTo>
                    <a:pt x="653" y="0"/>
                  </a:moveTo>
                  <a:lnTo>
                    <a:pt x="1" y="645"/>
                  </a:lnTo>
                  <a:cubicBezTo>
                    <a:pt x="209" y="736"/>
                    <a:pt x="431" y="798"/>
                    <a:pt x="646" y="847"/>
                  </a:cubicBezTo>
                  <a:lnTo>
                    <a:pt x="1395" y="104"/>
                  </a:lnTo>
                  <a:cubicBezTo>
                    <a:pt x="1145" y="104"/>
                    <a:pt x="895" y="70"/>
                    <a:pt x="65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25" name="Google Shape;6025;p61"/>
          <p:cNvGrpSpPr/>
          <p:nvPr/>
        </p:nvGrpSpPr>
        <p:grpSpPr>
          <a:xfrm>
            <a:off x="2495198" y="2779889"/>
            <a:ext cx="337523" cy="337680"/>
            <a:chOff x="2508373" y="2779889"/>
            <a:chExt cx="337523" cy="337680"/>
          </a:xfrm>
        </p:grpSpPr>
        <p:sp>
          <p:nvSpPr>
            <p:cNvPr id="6026" name="Google Shape;6026;p61"/>
            <p:cNvSpPr/>
            <p:nvPr/>
          </p:nvSpPr>
          <p:spPr>
            <a:xfrm>
              <a:off x="2508373" y="2779889"/>
              <a:ext cx="256971" cy="256971"/>
            </a:xfrm>
            <a:custGeom>
              <a:avLst/>
              <a:gdLst/>
              <a:ahLst/>
              <a:cxnLst/>
              <a:rect l="l" t="t" r="r" b="b"/>
              <a:pathLst>
                <a:path w="9781" h="9781" extrusionOk="0">
                  <a:moveTo>
                    <a:pt x="4585" y="0"/>
                  </a:moveTo>
                  <a:cubicBezTo>
                    <a:pt x="4377" y="0"/>
                    <a:pt x="4190" y="153"/>
                    <a:pt x="4155" y="354"/>
                  </a:cubicBezTo>
                  <a:lnTo>
                    <a:pt x="3933" y="1464"/>
                  </a:lnTo>
                  <a:cubicBezTo>
                    <a:pt x="3656" y="1540"/>
                    <a:pt x="3392" y="1651"/>
                    <a:pt x="3149" y="1790"/>
                  </a:cubicBezTo>
                  <a:lnTo>
                    <a:pt x="2213" y="1165"/>
                  </a:lnTo>
                  <a:cubicBezTo>
                    <a:pt x="2138" y="1116"/>
                    <a:pt x="2053" y="1092"/>
                    <a:pt x="1969" y="1092"/>
                  </a:cubicBezTo>
                  <a:cubicBezTo>
                    <a:pt x="1852" y="1092"/>
                    <a:pt x="1736" y="1139"/>
                    <a:pt x="1651" y="1228"/>
                  </a:cubicBezTo>
                  <a:lnTo>
                    <a:pt x="1221" y="1658"/>
                  </a:lnTo>
                  <a:cubicBezTo>
                    <a:pt x="1068" y="1803"/>
                    <a:pt x="1048" y="2039"/>
                    <a:pt x="1166" y="2220"/>
                  </a:cubicBezTo>
                  <a:lnTo>
                    <a:pt x="1790" y="3156"/>
                  </a:lnTo>
                  <a:cubicBezTo>
                    <a:pt x="1651" y="3399"/>
                    <a:pt x="1547" y="3662"/>
                    <a:pt x="1471" y="3940"/>
                  </a:cubicBezTo>
                  <a:lnTo>
                    <a:pt x="361" y="4162"/>
                  </a:lnTo>
                  <a:cubicBezTo>
                    <a:pt x="153" y="4196"/>
                    <a:pt x="7" y="4384"/>
                    <a:pt x="0" y="4592"/>
                  </a:cubicBezTo>
                  <a:lnTo>
                    <a:pt x="0" y="5202"/>
                  </a:lnTo>
                  <a:cubicBezTo>
                    <a:pt x="7" y="5410"/>
                    <a:pt x="153" y="5591"/>
                    <a:pt x="361" y="5632"/>
                  </a:cubicBezTo>
                  <a:lnTo>
                    <a:pt x="1471" y="5854"/>
                  </a:lnTo>
                  <a:cubicBezTo>
                    <a:pt x="1547" y="6125"/>
                    <a:pt x="1651" y="6388"/>
                    <a:pt x="1790" y="6638"/>
                  </a:cubicBezTo>
                  <a:lnTo>
                    <a:pt x="1166" y="7574"/>
                  </a:lnTo>
                  <a:cubicBezTo>
                    <a:pt x="1048" y="7748"/>
                    <a:pt x="1068" y="7984"/>
                    <a:pt x="1221" y="8136"/>
                  </a:cubicBezTo>
                  <a:lnTo>
                    <a:pt x="1651" y="8566"/>
                  </a:lnTo>
                  <a:cubicBezTo>
                    <a:pt x="1735" y="8650"/>
                    <a:pt x="1848" y="8692"/>
                    <a:pt x="1964" y="8692"/>
                  </a:cubicBezTo>
                  <a:cubicBezTo>
                    <a:pt x="2049" y="8692"/>
                    <a:pt x="2136" y="8669"/>
                    <a:pt x="2213" y="8622"/>
                  </a:cubicBezTo>
                  <a:lnTo>
                    <a:pt x="3156" y="7990"/>
                  </a:lnTo>
                  <a:cubicBezTo>
                    <a:pt x="3399" y="8129"/>
                    <a:pt x="3663" y="8233"/>
                    <a:pt x="3933" y="8310"/>
                  </a:cubicBezTo>
                  <a:lnTo>
                    <a:pt x="4155" y="9419"/>
                  </a:lnTo>
                  <a:cubicBezTo>
                    <a:pt x="4197" y="9627"/>
                    <a:pt x="4377" y="9773"/>
                    <a:pt x="4592" y="9780"/>
                  </a:cubicBezTo>
                  <a:lnTo>
                    <a:pt x="5195" y="9780"/>
                  </a:lnTo>
                  <a:cubicBezTo>
                    <a:pt x="5404" y="9773"/>
                    <a:pt x="5591" y="9627"/>
                    <a:pt x="5632" y="9419"/>
                  </a:cubicBezTo>
                  <a:lnTo>
                    <a:pt x="5854" y="8310"/>
                  </a:lnTo>
                  <a:cubicBezTo>
                    <a:pt x="6125" y="8233"/>
                    <a:pt x="6389" y="8129"/>
                    <a:pt x="6631" y="7990"/>
                  </a:cubicBezTo>
                  <a:lnTo>
                    <a:pt x="7568" y="8615"/>
                  </a:lnTo>
                  <a:cubicBezTo>
                    <a:pt x="7644" y="8664"/>
                    <a:pt x="7730" y="8688"/>
                    <a:pt x="7814" y="8688"/>
                  </a:cubicBezTo>
                  <a:cubicBezTo>
                    <a:pt x="7931" y="8688"/>
                    <a:pt x="8045" y="8643"/>
                    <a:pt x="8129" y="8559"/>
                  </a:cubicBezTo>
                  <a:lnTo>
                    <a:pt x="8560" y="8129"/>
                  </a:lnTo>
                  <a:cubicBezTo>
                    <a:pt x="8712" y="7984"/>
                    <a:pt x="8733" y="7748"/>
                    <a:pt x="8615" y="7567"/>
                  </a:cubicBezTo>
                  <a:lnTo>
                    <a:pt x="7991" y="6631"/>
                  </a:lnTo>
                  <a:cubicBezTo>
                    <a:pt x="8129" y="6381"/>
                    <a:pt x="8234" y="6118"/>
                    <a:pt x="8310" y="5847"/>
                  </a:cubicBezTo>
                  <a:lnTo>
                    <a:pt x="9420" y="5625"/>
                  </a:lnTo>
                  <a:cubicBezTo>
                    <a:pt x="9628" y="5584"/>
                    <a:pt x="9773" y="5403"/>
                    <a:pt x="9780" y="5195"/>
                  </a:cubicBezTo>
                  <a:lnTo>
                    <a:pt x="9780" y="4585"/>
                  </a:lnTo>
                  <a:cubicBezTo>
                    <a:pt x="9780" y="4377"/>
                    <a:pt x="9628" y="4189"/>
                    <a:pt x="9420" y="4148"/>
                  </a:cubicBezTo>
                  <a:lnTo>
                    <a:pt x="8310" y="3926"/>
                  </a:lnTo>
                  <a:cubicBezTo>
                    <a:pt x="8234" y="3655"/>
                    <a:pt x="8129" y="3392"/>
                    <a:pt x="7991" y="3149"/>
                  </a:cubicBezTo>
                  <a:lnTo>
                    <a:pt x="8615" y="2206"/>
                  </a:lnTo>
                  <a:cubicBezTo>
                    <a:pt x="8733" y="2032"/>
                    <a:pt x="8712" y="1796"/>
                    <a:pt x="8560" y="1644"/>
                  </a:cubicBezTo>
                  <a:lnTo>
                    <a:pt x="8129" y="1221"/>
                  </a:lnTo>
                  <a:cubicBezTo>
                    <a:pt x="8046" y="1134"/>
                    <a:pt x="7934" y="1090"/>
                    <a:pt x="7821" y="1090"/>
                  </a:cubicBezTo>
                  <a:cubicBezTo>
                    <a:pt x="7735" y="1090"/>
                    <a:pt x="7649" y="1115"/>
                    <a:pt x="7575" y="1165"/>
                  </a:cubicBezTo>
                  <a:lnTo>
                    <a:pt x="6631" y="1790"/>
                  </a:lnTo>
                  <a:cubicBezTo>
                    <a:pt x="6389" y="1651"/>
                    <a:pt x="6125" y="1540"/>
                    <a:pt x="5854" y="1464"/>
                  </a:cubicBezTo>
                  <a:lnTo>
                    <a:pt x="5626" y="354"/>
                  </a:lnTo>
                  <a:cubicBezTo>
                    <a:pt x="5584" y="153"/>
                    <a:pt x="5404" y="0"/>
                    <a:pt x="5195"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7" name="Google Shape;6027;p61"/>
            <p:cNvSpPr/>
            <p:nvPr/>
          </p:nvSpPr>
          <p:spPr>
            <a:xfrm>
              <a:off x="2561391" y="2852034"/>
              <a:ext cx="131783" cy="112814"/>
            </a:xfrm>
            <a:custGeom>
              <a:avLst/>
              <a:gdLst/>
              <a:ahLst/>
              <a:cxnLst/>
              <a:rect l="l" t="t" r="r" b="b"/>
              <a:pathLst>
                <a:path w="5016" h="4294" extrusionOk="0">
                  <a:moveTo>
                    <a:pt x="2872" y="1"/>
                  </a:moveTo>
                  <a:cubicBezTo>
                    <a:pt x="958" y="1"/>
                    <a:pt x="1" y="2310"/>
                    <a:pt x="1353" y="3663"/>
                  </a:cubicBezTo>
                  <a:cubicBezTo>
                    <a:pt x="1791" y="4098"/>
                    <a:pt x="2328" y="4293"/>
                    <a:pt x="2855" y="4293"/>
                  </a:cubicBezTo>
                  <a:cubicBezTo>
                    <a:pt x="3958" y="4293"/>
                    <a:pt x="5016" y="3439"/>
                    <a:pt x="5016" y="2144"/>
                  </a:cubicBezTo>
                  <a:cubicBezTo>
                    <a:pt x="5016" y="958"/>
                    <a:pt x="4058" y="1"/>
                    <a:pt x="2872" y="1"/>
                  </a:cubicBezTo>
                  <a:close/>
                </a:path>
              </a:pathLst>
            </a:custGeom>
            <a:solidFill>
              <a:srgbClr val="DEE5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8" name="Google Shape;6028;p61"/>
            <p:cNvSpPr/>
            <p:nvPr/>
          </p:nvSpPr>
          <p:spPr>
            <a:xfrm>
              <a:off x="2599302" y="2880277"/>
              <a:ext cx="65629" cy="56223"/>
            </a:xfrm>
            <a:custGeom>
              <a:avLst/>
              <a:gdLst/>
              <a:ahLst/>
              <a:cxnLst/>
              <a:rect l="l" t="t" r="r" b="b"/>
              <a:pathLst>
                <a:path w="2498" h="2140" extrusionOk="0">
                  <a:moveTo>
                    <a:pt x="1429" y="1"/>
                  </a:moveTo>
                  <a:cubicBezTo>
                    <a:pt x="479" y="1"/>
                    <a:pt x="0" y="1152"/>
                    <a:pt x="673" y="1825"/>
                  </a:cubicBezTo>
                  <a:cubicBezTo>
                    <a:pt x="891" y="2042"/>
                    <a:pt x="1158" y="2140"/>
                    <a:pt x="1420" y="2140"/>
                  </a:cubicBezTo>
                  <a:cubicBezTo>
                    <a:pt x="1970" y="2140"/>
                    <a:pt x="2497" y="1712"/>
                    <a:pt x="2497" y="1069"/>
                  </a:cubicBezTo>
                  <a:cubicBezTo>
                    <a:pt x="2497" y="479"/>
                    <a:pt x="2019" y="1"/>
                    <a:pt x="1429"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9" name="Google Shape;6029;p61"/>
            <p:cNvSpPr/>
            <p:nvPr/>
          </p:nvSpPr>
          <p:spPr>
            <a:xfrm>
              <a:off x="2677121" y="2948611"/>
              <a:ext cx="168775" cy="168958"/>
            </a:xfrm>
            <a:custGeom>
              <a:avLst/>
              <a:gdLst/>
              <a:ahLst/>
              <a:cxnLst/>
              <a:rect l="l" t="t" r="r" b="b"/>
              <a:pathLst>
                <a:path w="6424" h="6431" extrusionOk="0">
                  <a:moveTo>
                    <a:pt x="3017" y="1"/>
                  </a:moveTo>
                  <a:cubicBezTo>
                    <a:pt x="2879" y="1"/>
                    <a:pt x="2754" y="98"/>
                    <a:pt x="2733" y="237"/>
                  </a:cubicBezTo>
                  <a:lnTo>
                    <a:pt x="2587" y="965"/>
                  </a:lnTo>
                  <a:cubicBezTo>
                    <a:pt x="2407" y="1014"/>
                    <a:pt x="2234" y="1090"/>
                    <a:pt x="2067" y="1180"/>
                  </a:cubicBezTo>
                  <a:lnTo>
                    <a:pt x="1450" y="764"/>
                  </a:lnTo>
                  <a:cubicBezTo>
                    <a:pt x="1404" y="733"/>
                    <a:pt x="1350" y="718"/>
                    <a:pt x="1296" y="718"/>
                  </a:cubicBezTo>
                  <a:cubicBezTo>
                    <a:pt x="1218" y="718"/>
                    <a:pt x="1139" y="748"/>
                    <a:pt x="1082" y="805"/>
                  </a:cubicBezTo>
                  <a:lnTo>
                    <a:pt x="805" y="1083"/>
                  </a:lnTo>
                  <a:cubicBezTo>
                    <a:pt x="701" y="1180"/>
                    <a:pt x="687" y="1340"/>
                    <a:pt x="763" y="1451"/>
                  </a:cubicBezTo>
                  <a:lnTo>
                    <a:pt x="1179" y="2068"/>
                  </a:lnTo>
                  <a:cubicBezTo>
                    <a:pt x="1089" y="2234"/>
                    <a:pt x="1013" y="2408"/>
                    <a:pt x="964" y="2588"/>
                  </a:cubicBezTo>
                  <a:lnTo>
                    <a:pt x="236" y="2734"/>
                  </a:lnTo>
                  <a:cubicBezTo>
                    <a:pt x="97" y="2761"/>
                    <a:pt x="0" y="2879"/>
                    <a:pt x="0" y="3018"/>
                  </a:cubicBezTo>
                  <a:lnTo>
                    <a:pt x="0" y="3413"/>
                  </a:lnTo>
                  <a:cubicBezTo>
                    <a:pt x="0" y="3552"/>
                    <a:pt x="97" y="3670"/>
                    <a:pt x="236" y="3698"/>
                  </a:cubicBezTo>
                  <a:lnTo>
                    <a:pt x="964" y="3844"/>
                  </a:lnTo>
                  <a:cubicBezTo>
                    <a:pt x="1013" y="4024"/>
                    <a:pt x="1089" y="4197"/>
                    <a:pt x="1179" y="4364"/>
                  </a:cubicBezTo>
                  <a:lnTo>
                    <a:pt x="763" y="4981"/>
                  </a:lnTo>
                  <a:cubicBezTo>
                    <a:pt x="687" y="5092"/>
                    <a:pt x="701" y="5252"/>
                    <a:pt x="805" y="5349"/>
                  </a:cubicBezTo>
                  <a:lnTo>
                    <a:pt x="1082" y="5626"/>
                  </a:lnTo>
                  <a:cubicBezTo>
                    <a:pt x="1139" y="5683"/>
                    <a:pt x="1218" y="5714"/>
                    <a:pt x="1296" y="5714"/>
                  </a:cubicBezTo>
                  <a:cubicBezTo>
                    <a:pt x="1350" y="5714"/>
                    <a:pt x="1404" y="5699"/>
                    <a:pt x="1450" y="5668"/>
                  </a:cubicBezTo>
                  <a:lnTo>
                    <a:pt x="2067" y="5252"/>
                  </a:lnTo>
                  <a:cubicBezTo>
                    <a:pt x="2234" y="5342"/>
                    <a:pt x="2407" y="5418"/>
                    <a:pt x="2587" y="5467"/>
                  </a:cubicBezTo>
                  <a:lnTo>
                    <a:pt x="2733" y="6195"/>
                  </a:lnTo>
                  <a:cubicBezTo>
                    <a:pt x="2754" y="6334"/>
                    <a:pt x="2879" y="6431"/>
                    <a:pt x="3017" y="6431"/>
                  </a:cubicBezTo>
                  <a:lnTo>
                    <a:pt x="3413" y="6431"/>
                  </a:lnTo>
                  <a:cubicBezTo>
                    <a:pt x="3552" y="6431"/>
                    <a:pt x="3669" y="6334"/>
                    <a:pt x="3697" y="6195"/>
                  </a:cubicBezTo>
                  <a:lnTo>
                    <a:pt x="3843" y="5467"/>
                  </a:lnTo>
                  <a:cubicBezTo>
                    <a:pt x="4023" y="5418"/>
                    <a:pt x="4197" y="5342"/>
                    <a:pt x="4356" y="5252"/>
                  </a:cubicBezTo>
                  <a:lnTo>
                    <a:pt x="4980" y="5668"/>
                  </a:lnTo>
                  <a:cubicBezTo>
                    <a:pt x="5027" y="5697"/>
                    <a:pt x="5080" y="5711"/>
                    <a:pt x="5134" y="5711"/>
                  </a:cubicBezTo>
                  <a:cubicBezTo>
                    <a:pt x="5209" y="5711"/>
                    <a:pt x="5284" y="5683"/>
                    <a:pt x="5341" y="5626"/>
                  </a:cubicBezTo>
                  <a:lnTo>
                    <a:pt x="5625" y="5342"/>
                  </a:lnTo>
                  <a:cubicBezTo>
                    <a:pt x="5723" y="5245"/>
                    <a:pt x="5736" y="5092"/>
                    <a:pt x="5660" y="4974"/>
                  </a:cubicBezTo>
                  <a:lnTo>
                    <a:pt x="5251" y="4357"/>
                  </a:lnTo>
                  <a:cubicBezTo>
                    <a:pt x="5341" y="4190"/>
                    <a:pt x="5410" y="4024"/>
                    <a:pt x="5466" y="3844"/>
                  </a:cubicBezTo>
                  <a:lnTo>
                    <a:pt x="6194" y="3698"/>
                  </a:lnTo>
                  <a:cubicBezTo>
                    <a:pt x="6326" y="3670"/>
                    <a:pt x="6423" y="3552"/>
                    <a:pt x="6423" y="3413"/>
                  </a:cubicBezTo>
                  <a:lnTo>
                    <a:pt x="6423" y="3018"/>
                  </a:lnTo>
                  <a:cubicBezTo>
                    <a:pt x="6423" y="2879"/>
                    <a:pt x="6333" y="2761"/>
                    <a:pt x="6194" y="2734"/>
                  </a:cubicBezTo>
                  <a:lnTo>
                    <a:pt x="5466" y="2588"/>
                  </a:lnTo>
                  <a:cubicBezTo>
                    <a:pt x="5417" y="2408"/>
                    <a:pt x="5348" y="2234"/>
                    <a:pt x="5251" y="2068"/>
                  </a:cubicBezTo>
                  <a:lnTo>
                    <a:pt x="5667" y="1451"/>
                  </a:lnTo>
                  <a:cubicBezTo>
                    <a:pt x="5743" y="1340"/>
                    <a:pt x="5729" y="1180"/>
                    <a:pt x="5632" y="1083"/>
                  </a:cubicBezTo>
                  <a:lnTo>
                    <a:pt x="5348" y="805"/>
                  </a:lnTo>
                  <a:cubicBezTo>
                    <a:pt x="5291" y="748"/>
                    <a:pt x="5214" y="718"/>
                    <a:pt x="5137" y="718"/>
                  </a:cubicBezTo>
                  <a:cubicBezTo>
                    <a:pt x="5083" y="718"/>
                    <a:pt x="5029" y="733"/>
                    <a:pt x="4980" y="764"/>
                  </a:cubicBezTo>
                  <a:lnTo>
                    <a:pt x="4363" y="1180"/>
                  </a:lnTo>
                  <a:cubicBezTo>
                    <a:pt x="4197" y="1090"/>
                    <a:pt x="4030" y="1014"/>
                    <a:pt x="3850" y="965"/>
                  </a:cubicBezTo>
                  <a:lnTo>
                    <a:pt x="3704" y="237"/>
                  </a:lnTo>
                  <a:cubicBezTo>
                    <a:pt x="3676" y="98"/>
                    <a:pt x="3558" y="1"/>
                    <a:pt x="3420"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0" name="Google Shape;6030;p61"/>
            <p:cNvSpPr/>
            <p:nvPr/>
          </p:nvSpPr>
          <p:spPr>
            <a:xfrm>
              <a:off x="2705180" y="2990910"/>
              <a:ext cx="98601" cy="84466"/>
            </a:xfrm>
            <a:custGeom>
              <a:avLst/>
              <a:gdLst/>
              <a:ahLst/>
              <a:cxnLst/>
              <a:rect l="l" t="t" r="r" b="b"/>
              <a:pathLst>
                <a:path w="3753" h="3215" extrusionOk="0">
                  <a:moveTo>
                    <a:pt x="2144" y="0"/>
                  </a:moveTo>
                  <a:cubicBezTo>
                    <a:pt x="715" y="0"/>
                    <a:pt x="0" y="1727"/>
                    <a:pt x="1013" y="2740"/>
                  </a:cubicBezTo>
                  <a:cubicBezTo>
                    <a:pt x="1341" y="3068"/>
                    <a:pt x="1743" y="3215"/>
                    <a:pt x="2138" y="3215"/>
                  </a:cubicBezTo>
                  <a:cubicBezTo>
                    <a:pt x="2963" y="3215"/>
                    <a:pt x="3753" y="2573"/>
                    <a:pt x="3753" y="1602"/>
                  </a:cubicBezTo>
                  <a:cubicBezTo>
                    <a:pt x="3753" y="721"/>
                    <a:pt x="3031" y="0"/>
                    <a:pt x="2144" y="0"/>
                  </a:cubicBezTo>
                  <a:close/>
                </a:path>
              </a:pathLst>
            </a:custGeom>
            <a:solidFill>
              <a:srgbClr val="BAC2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1" name="Google Shape;6031;p61"/>
            <p:cNvSpPr/>
            <p:nvPr/>
          </p:nvSpPr>
          <p:spPr>
            <a:xfrm>
              <a:off x="2727774" y="3007856"/>
              <a:ext cx="59061" cy="50601"/>
            </a:xfrm>
            <a:custGeom>
              <a:avLst/>
              <a:gdLst/>
              <a:ahLst/>
              <a:cxnLst/>
              <a:rect l="l" t="t" r="r" b="b"/>
              <a:pathLst>
                <a:path w="2248" h="1926" extrusionOk="0">
                  <a:moveTo>
                    <a:pt x="1284" y="0"/>
                  </a:moveTo>
                  <a:cubicBezTo>
                    <a:pt x="430" y="0"/>
                    <a:pt x="0" y="1034"/>
                    <a:pt x="604" y="1644"/>
                  </a:cubicBezTo>
                  <a:cubicBezTo>
                    <a:pt x="801" y="1839"/>
                    <a:pt x="1041" y="1926"/>
                    <a:pt x="1277" y="1926"/>
                  </a:cubicBezTo>
                  <a:cubicBezTo>
                    <a:pt x="1773" y="1926"/>
                    <a:pt x="2248" y="1540"/>
                    <a:pt x="2248" y="957"/>
                  </a:cubicBezTo>
                  <a:cubicBezTo>
                    <a:pt x="2248" y="430"/>
                    <a:pt x="1818" y="0"/>
                    <a:pt x="1284"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32" name="Google Shape;6032;p61"/>
          <p:cNvGrpSpPr/>
          <p:nvPr/>
        </p:nvGrpSpPr>
        <p:grpSpPr>
          <a:xfrm>
            <a:off x="2137900" y="4141593"/>
            <a:ext cx="410613" cy="372229"/>
            <a:chOff x="1884401" y="4141593"/>
            <a:chExt cx="410613" cy="372229"/>
          </a:xfrm>
        </p:grpSpPr>
        <p:sp>
          <p:nvSpPr>
            <p:cNvPr id="6033" name="Google Shape;6033;p61"/>
            <p:cNvSpPr/>
            <p:nvPr/>
          </p:nvSpPr>
          <p:spPr>
            <a:xfrm>
              <a:off x="1934529" y="4484476"/>
              <a:ext cx="343697" cy="29346"/>
            </a:xfrm>
            <a:custGeom>
              <a:avLst/>
              <a:gdLst/>
              <a:ahLst/>
              <a:cxnLst/>
              <a:rect l="l" t="t" r="r" b="b"/>
              <a:pathLst>
                <a:path w="13082" h="1117" extrusionOk="0">
                  <a:moveTo>
                    <a:pt x="0" y="0"/>
                  </a:moveTo>
                  <a:lnTo>
                    <a:pt x="188" y="659"/>
                  </a:lnTo>
                  <a:cubicBezTo>
                    <a:pt x="271" y="923"/>
                    <a:pt x="514" y="1103"/>
                    <a:pt x="791" y="1117"/>
                  </a:cubicBezTo>
                  <a:lnTo>
                    <a:pt x="12284" y="1117"/>
                  </a:lnTo>
                  <a:cubicBezTo>
                    <a:pt x="12562" y="1103"/>
                    <a:pt x="12804" y="923"/>
                    <a:pt x="12895" y="659"/>
                  </a:cubicBezTo>
                  <a:lnTo>
                    <a:pt x="13082" y="0"/>
                  </a:lnTo>
                  <a:close/>
                </a:path>
              </a:pathLst>
            </a:custGeom>
            <a:solidFill>
              <a:srgbClr val="D1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4" name="Google Shape;6034;p61"/>
            <p:cNvSpPr/>
            <p:nvPr/>
          </p:nvSpPr>
          <p:spPr>
            <a:xfrm>
              <a:off x="1884401" y="4269619"/>
              <a:ext cx="345720" cy="189635"/>
            </a:xfrm>
            <a:custGeom>
              <a:avLst/>
              <a:gdLst/>
              <a:ahLst/>
              <a:cxnLst/>
              <a:rect l="l" t="t" r="r" b="b"/>
              <a:pathLst>
                <a:path w="13159" h="7218" extrusionOk="0">
                  <a:moveTo>
                    <a:pt x="3739" y="957"/>
                  </a:moveTo>
                  <a:lnTo>
                    <a:pt x="3739" y="2511"/>
                  </a:lnTo>
                  <a:cubicBezTo>
                    <a:pt x="3732" y="2802"/>
                    <a:pt x="3760" y="3094"/>
                    <a:pt x="3816" y="3378"/>
                  </a:cubicBezTo>
                  <a:lnTo>
                    <a:pt x="3517" y="3378"/>
                  </a:lnTo>
                  <a:cubicBezTo>
                    <a:pt x="2262" y="3378"/>
                    <a:pt x="1409" y="2116"/>
                    <a:pt x="1867" y="957"/>
                  </a:cubicBezTo>
                  <a:close/>
                  <a:moveTo>
                    <a:pt x="1312" y="0"/>
                  </a:moveTo>
                  <a:cubicBezTo>
                    <a:pt x="1" y="1804"/>
                    <a:pt x="1291" y="4328"/>
                    <a:pt x="3517" y="4335"/>
                  </a:cubicBezTo>
                  <a:lnTo>
                    <a:pt x="4107" y="4335"/>
                  </a:lnTo>
                  <a:cubicBezTo>
                    <a:pt x="4851" y="6108"/>
                    <a:pt x="6579" y="7217"/>
                    <a:pt x="8443" y="7217"/>
                  </a:cubicBezTo>
                  <a:cubicBezTo>
                    <a:pt x="8752" y="7217"/>
                    <a:pt x="9065" y="7187"/>
                    <a:pt x="9379" y="7124"/>
                  </a:cubicBezTo>
                  <a:cubicBezTo>
                    <a:pt x="11577" y="6687"/>
                    <a:pt x="13159" y="4752"/>
                    <a:pt x="13159" y="2511"/>
                  </a:cubicBezTo>
                  <a:lnTo>
                    <a:pt x="13159" y="0"/>
                  </a:lnTo>
                  <a:lnTo>
                    <a:pt x="12118" y="0"/>
                  </a:lnTo>
                  <a:lnTo>
                    <a:pt x="11876" y="319"/>
                  </a:lnTo>
                  <a:lnTo>
                    <a:pt x="11640" y="0"/>
                  </a:lnTo>
                  <a:close/>
                </a:path>
              </a:pathLst>
            </a:custGeom>
            <a:solidFill>
              <a:srgbClr val="D1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5" name="Google Shape;6035;p61"/>
            <p:cNvSpPr/>
            <p:nvPr/>
          </p:nvSpPr>
          <p:spPr>
            <a:xfrm>
              <a:off x="2097970" y="4322006"/>
              <a:ext cx="104827" cy="110003"/>
            </a:xfrm>
            <a:custGeom>
              <a:avLst/>
              <a:gdLst/>
              <a:ahLst/>
              <a:cxnLst/>
              <a:rect l="l" t="t" r="r" b="b"/>
              <a:pathLst>
                <a:path w="3990" h="4187" extrusionOk="0">
                  <a:moveTo>
                    <a:pt x="3750" y="0"/>
                  </a:moveTo>
                  <a:cubicBezTo>
                    <a:pt x="3630" y="0"/>
                    <a:pt x="3511" y="80"/>
                    <a:pt x="3511" y="240"/>
                  </a:cubicBezTo>
                  <a:lnTo>
                    <a:pt x="3511" y="517"/>
                  </a:lnTo>
                  <a:cubicBezTo>
                    <a:pt x="3504" y="2279"/>
                    <a:pt x="2082" y="3708"/>
                    <a:pt x="320" y="3708"/>
                  </a:cubicBezTo>
                  <a:cubicBezTo>
                    <a:pt x="1" y="3708"/>
                    <a:pt x="1" y="4186"/>
                    <a:pt x="320" y="4186"/>
                  </a:cubicBezTo>
                  <a:cubicBezTo>
                    <a:pt x="2345" y="4186"/>
                    <a:pt x="3982" y="2543"/>
                    <a:pt x="3989" y="517"/>
                  </a:cubicBezTo>
                  <a:lnTo>
                    <a:pt x="3989" y="240"/>
                  </a:lnTo>
                  <a:cubicBezTo>
                    <a:pt x="3989" y="80"/>
                    <a:pt x="3870" y="0"/>
                    <a:pt x="375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6" name="Google Shape;6036;p61"/>
            <p:cNvSpPr/>
            <p:nvPr/>
          </p:nvSpPr>
          <p:spPr>
            <a:xfrm>
              <a:off x="2190187" y="4269619"/>
              <a:ext cx="12611" cy="39829"/>
            </a:xfrm>
            <a:custGeom>
              <a:avLst/>
              <a:gdLst/>
              <a:ahLst/>
              <a:cxnLst/>
              <a:rect l="l" t="t" r="r" b="b"/>
              <a:pathLst>
                <a:path w="480" h="1516" extrusionOk="0">
                  <a:moveTo>
                    <a:pt x="1" y="0"/>
                  </a:moveTo>
                  <a:lnTo>
                    <a:pt x="1" y="1277"/>
                  </a:lnTo>
                  <a:cubicBezTo>
                    <a:pt x="1" y="1436"/>
                    <a:pt x="120" y="1516"/>
                    <a:pt x="240" y="1516"/>
                  </a:cubicBezTo>
                  <a:cubicBezTo>
                    <a:pt x="360" y="1516"/>
                    <a:pt x="479" y="1436"/>
                    <a:pt x="479" y="1277"/>
                  </a:cubicBezTo>
                  <a:lnTo>
                    <a:pt x="47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7" name="Google Shape;6037;p61"/>
            <p:cNvSpPr/>
            <p:nvPr/>
          </p:nvSpPr>
          <p:spPr>
            <a:xfrm>
              <a:off x="2069018" y="4141593"/>
              <a:ext cx="24250" cy="109083"/>
            </a:xfrm>
            <a:custGeom>
              <a:avLst/>
              <a:gdLst/>
              <a:ahLst/>
              <a:cxnLst/>
              <a:rect l="l" t="t" r="r" b="b"/>
              <a:pathLst>
                <a:path w="923" h="4152" extrusionOk="0">
                  <a:moveTo>
                    <a:pt x="621" y="1"/>
                  </a:moveTo>
                  <a:cubicBezTo>
                    <a:pt x="501" y="1"/>
                    <a:pt x="382" y="80"/>
                    <a:pt x="382" y="240"/>
                  </a:cubicBezTo>
                  <a:cubicBezTo>
                    <a:pt x="382" y="420"/>
                    <a:pt x="340" y="594"/>
                    <a:pt x="250" y="739"/>
                  </a:cubicBezTo>
                  <a:cubicBezTo>
                    <a:pt x="0" y="1190"/>
                    <a:pt x="0" y="1738"/>
                    <a:pt x="250" y="2189"/>
                  </a:cubicBezTo>
                  <a:cubicBezTo>
                    <a:pt x="423" y="2501"/>
                    <a:pt x="423" y="2876"/>
                    <a:pt x="250" y="3188"/>
                  </a:cubicBezTo>
                  <a:cubicBezTo>
                    <a:pt x="118" y="3410"/>
                    <a:pt x="56" y="3659"/>
                    <a:pt x="63" y="3909"/>
                  </a:cubicBezTo>
                  <a:cubicBezTo>
                    <a:pt x="63" y="4041"/>
                    <a:pt x="167" y="4152"/>
                    <a:pt x="298" y="4152"/>
                  </a:cubicBezTo>
                  <a:cubicBezTo>
                    <a:pt x="430" y="4152"/>
                    <a:pt x="541" y="4041"/>
                    <a:pt x="541" y="3909"/>
                  </a:cubicBezTo>
                  <a:cubicBezTo>
                    <a:pt x="534" y="3736"/>
                    <a:pt x="583" y="3562"/>
                    <a:pt x="673" y="3410"/>
                  </a:cubicBezTo>
                  <a:cubicBezTo>
                    <a:pt x="923" y="2959"/>
                    <a:pt x="923" y="2418"/>
                    <a:pt x="673" y="1967"/>
                  </a:cubicBezTo>
                  <a:cubicBezTo>
                    <a:pt x="493" y="1655"/>
                    <a:pt x="493" y="1273"/>
                    <a:pt x="673" y="961"/>
                  </a:cubicBezTo>
                  <a:cubicBezTo>
                    <a:pt x="798" y="746"/>
                    <a:pt x="867" y="497"/>
                    <a:pt x="860" y="240"/>
                  </a:cubicBezTo>
                  <a:cubicBezTo>
                    <a:pt x="860" y="80"/>
                    <a:pt x="741" y="1"/>
                    <a:pt x="621" y="1"/>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8" name="Google Shape;6038;p61"/>
            <p:cNvSpPr/>
            <p:nvPr/>
          </p:nvSpPr>
          <p:spPr>
            <a:xfrm>
              <a:off x="2119303" y="4141593"/>
              <a:ext cx="24276" cy="109083"/>
            </a:xfrm>
            <a:custGeom>
              <a:avLst/>
              <a:gdLst/>
              <a:ahLst/>
              <a:cxnLst/>
              <a:rect l="l" t="t" r="r" b="b"/>
              <a:pathLst>
                <a:path w="924" h="4152" extrusionOk="0">
                  <a:moveTo>
                    <a:pt x="621" y="1"/>
                  </a:moveTo>
                  <a:cubicBezTo>
                    <a:pt x="502" y="1"/>
                    <a:pt x="382" y="80"/>
                    <a:pt x="382" y="240"/>
                  </a:cubicBezTo>
                  <a:cubicBezTo>
                    <a:pt x="389" y="420"/>
                    <a:pt x="340" y="594"/>
                    <a:pt x="250" y="739"/>
                  </a:cubicBezTo>
                  <a:cubicBezTo>
                    <a:pt x="1" y="1190"/>
                    <a:pt x="1" y="1738"/>
                    <a:pt x="250" y="2189"/>
                  </a:cubicBezTo>
                  <a:cubicBezTo>
                    <a:pt x="424" y="2501"/>
                    <a:pt x="424" y="2876"/>
                    <a:pt x="250" y="3188"/>
                  </a:cubicBezTo>
                  <a:cubicBezTo>
                    <a:pt x="118" y="3410"/>
                    <a:pt x="56" y="3659"/>
                    <a:pt x="63" y="3909"/>
                  </a:cubicBezTo>
                  <a:cubicBezTo>
                    <a:pt x="63" y="4041"/>
                    <a:pt x="167" y="4152"/>
                    <a:pt x="299" y="4152"/>
                  </a:cubicBezTo>
                  <a:cubicBezTo>
                    <a:pt x="431" y="4152"/>
                    <a:pt x="542" y="4041"/>
                    <a:pt x="542" y="3909"/>
                  </a:cubicBezTo>
                  <a:cubicBezTo>
                    <a:pt x="535" y="3736"/>
                    <a:pt x="583" y="3562"/>
                    <a:pt x="673" y="3410"/>
                  </a:cubicBezTo>
                  <a:cubicBezTo>
                    <a:pt x="923" y="2959"/>
                    <a:pt x="923" y="2418"/>
                    <a:pt x="673" y="1967"/>
                  </a:cubicBezTo>
                  <a:cubicBezTo>
                    <a:pt x="500" y="1655"/>
                    <a:pt x="500" y="1273"/>
                    <a:pt x="673" y="961"/>
                  </a:cubicBezTo>
                  <a:cubicBezTo>
                    <a:pt x="798" y="746"/>
                    <a:pt x="868" y="497"/>
                    <a:pt x="861" y="240"/>
                  </a:cubicBezTo>
                  <a:cubicBezTo>
                    <a:pt x="861" y="80"/>
                    <a:pt x="741" y="1"/>
                    <a:pt x="621" y="1"/>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39" name="Google Shape;6039;p61"/>
            <p:cNvSpPr/>
            <p:nvPr/>
          </p:nvSpPr>
          <p:spPr>
            <a:xfrm>
              <a:off x="1917583" y="4478091"/>
              <a:ext cx="377431" cy="12585"/>
            </a:xfrm>
            <a:custGeom>
              <a:avLst/>
              <a:gdLst/>
              <a:ahLst/>
              <a:cxnLst/>
              <a:rect l="l" t="t" r="r" b="b"/>
              <a:pathLst>
                <a:path w="14366" h="479" extrusionOk="0">
                  <a:moveTo>
                    <a:pt x="319" y="0"/>
                  </a:moveTo>
                  <a:cubicBezTo>
                    <a:pt x="0" y="0"/>
                    <a:pt x="0" y="479"/>
                    <a:pt x="319" y="479"/>
                  </a:cubicBezTo>
                  <a:lnTo>
                    <a:pt x="14046" y="479"/>
                  </a:lnTo>
                  <a:cubicBezTo>
                    <a:pt x="14365" y="479"/>
                    <a:pt x="14365" y="0"/>
                    <a:pt x="14046" y="0"/>
                  </a:cubicBezTo>
                  <a:close/>
                </a:path>
              </a:pathLst>
            </a:custGeom>
            <a:solidFill>
              <a:srgbClr val="A5AF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40" name="Google Shape;6040;p61"/>
          <p:cNvGrpSpPr/>
          <p:nvPr/>
        </p:nvGrpSpPr>
        <p:grpSpPr>
          <a:xfrm>
            <a:off x="1417658" y="2773689"/>
            <a:ext cx="294515" cy="349897"/>
            <a:chOff x="1430832" y="2773689"/>
            <a:chExt cx="294515" cy="349897"/>
          </a:xfrm>
        </p:grpSpPr>
        <p:sp>
          <p:nvSpPr>
            <p:cNvPr id="6041" name="Google Shape;6041;p61"/>
            <p:cNvSpPr/>
            <p:nvPr/>
          </p:nvSpPr>
          <p:spPr>
            <a:xfrm>
              <a:off x="1430832" y="2794996"/>
              <a:ext cx="90062" cy="149648"/>
            </a:xfrm>
            <a:custGeom>
              <a:avLst/>
              <a:gdLst/>
              <a:ahLst/>
              <a:cxnLst/>
              <a:rect l="l" t="t" r="r" b="b"/>
              <a:pathLst>
                <a:path w="3428" h="5696" extrusionOk="0">
                  <a:moveTo>
                    <a:pt x="604" y="1"/>
                  </a:moveTo>
                  <a:cubicBezTo>
                    <a:pt x="271" y="1"/>
                    <a:pt x="1" y="271"/>
                    <a:pt x="8" y="597"/>
                  </a:cubicBezTo>
                  <a:lnTo>
                    <a:pt x="8" y="1423"/>
                  </a:lnTo>
                  <a:cubicBezTo>
                    <a:pt x="8" y="3406"/>
                    <a:pt x="1020" y="3816"/>
                    <a:pt x="1839" y="4149"/>
                  </a:cubicBezTo>
                  <a:cubicBezTo>
                    <a:pt x="2290" y="4336"/>
                    <a:pt x="2685" y="4495"/>
                    <a:pt x="2879" y="4891"/>
                  </a:cubicBezTo>
                  <a:cubicBezTo>
                    <a:pt x="2935" y="4981"/>
                    <a:pt x="2921" y="5106"/>
                    <a:pt x="2844" y="5182"/>
                  </a:cubicBezTo>
                  <a:cubicBezTo>
                    <a:pt x="2770" y="5257"/>
                    <a:pt x="2670" y="5299"/>
                    <a:pt x="2568" y="5299"/>
                  </a:cubicBezTo>
                  <a:cubicBezTo>
                    <a:pt x="2528" y="5299"/>
                    <a:pt x="2488" y="5293"/>
                    <a:pt x="2449" y="5279"/>
                  </a:cubicBezTo>
                  <a:cubicBezTo>
                    <a:pt x="2303" y="5217"/>
                    <a:pt x="2283" y="5043"/>
                    <a:pt x="2290" y="4905"/>
                  </a:cubicBezTo>
                  <a:cubicBezTo>
                    <a:pt x="2297" y="4768"/>
                    <a:pt x="2193" y="4696"/>
                    <a:pt x="2091" y="4696"/>
                  </a:cubicBezTo>
                  <a:cubicBezTo>
                    <a:pt x="1996" y="4696"/>
                    <a:pt x="1901" y="4757"/>
                    <a:pt x="1894" y="4884"/>
                  </a:cubicBezTo>
                  <a:cubicBezTo>
                    <a:pt x="1887" y="5057"/>
                    <a:pt x="1908" y="5480"/>
                    <a:pt x="2290" y="5640"/>
                  </a:cubicBezTo>
                  <a:cubicBezTo>
                    <a:pt x="2373" y="5681"/>
                    <a:pt x="2470" y="5695"/>
                    <a:pt x="2560" y="5695"/>
                  </a:cubicBezTo>
                  <a:cubicBezTo>
                    <a:pt x="2775" y="5695"/>
                    <a:pt x="2983" y="5605"/>
                    <a:pt x="3136" y="5453"/>
                  </a:cubicBezTo>
                  <a:cubicBezTo>
                    <a:pt x="3323" y="5258"/>
                    <a:pt x="3365" y="4960"/>
                    <a:pt x="3240" y="4717"/>
                  </a:cubicBezTo>
                  <a:cubicBezTo>
                    <a:pt x="2983" y="4183"/>
                    <a:pt x="2477" y="3982"/>
                    <a:pt x="1984" y="3781"/>
                  </a:cubicBezTo>
                  <a:cubicBezTo>
                    <a:pt x="1596" y="3628"/>
                    <a:pt x="1194" y="3462"/>
                    <a:pt x="902" y="3136"/>
                  </a:cubicBezTo>
                  <a:cubicBezTo>
                    <a:pt x="562" y="2761"/>
                    <a:pt x="403" y="2199"/>
                    <a:pt x="403" y="1423"/>
                  </a:cubicBezTo>
                  <a:lnTo>
                    <a:pt x="403" y="597"/>
                  </a:lnTo>
                  <a:cubicBezTo>
                    <a:pt x="403" y="486"/>
                    <a:pt x="493" y="396"/>
                    <a:pt x="604" y="396"/>
                  </a:cubicBezTo>
                  <a:cubicBezTo>
                    <a:pt x="916" y="403"/>
                    <a:pt x="1208" y="556"/>
                    <a:pt x="1381" y="812"/>
                  </a:cubicBezTo>
                  <a:lnTo>
                    <a:pt x="1534" y="1034"/>
                  </a:lnTo>
                  <a:cubicBezTo>
                    <a:pt x="1693" y="1270"/>
                    <a:pt x="1964" y="1409"/>
                    <a:pt x="2241" y="1409"/>
                  </a:cubicBezTo>
                  <a:lnTo>
                    <a:pt x="3170" y="1409"/>
                  </a:lnTo>
                  <a:cubicBezTo>
                    <a:pt x="3427" y="1409"/>
                    <a:pt x="3427" y="1013"/>
                    <a:pt x="3170" y="1013"/>
                  </a:cubicBezTo>
                  <a:lnTo>
                    <a:pt x="2241" y="1013"/>
                  </a:lnTo>
                  <a:cubicBezTo>
                    <a:pt x="2088" y="1013"/>
                    <a:pt x="1950" y="937"/>
                    <a:pt x="1860" y="812"/>
                  </a:cubicBezTo>
                  <a:lnTo>
                    <a:pt x="1707" y="590"/>
                  </a:lnTo>
                  <a:cubicBezTo>
                    <a:pt x="1457" y="223"/>
                    <a:pt x="1041" y="8"/>
                    <a:pt x="60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2" name="Google Shape;6042;p61"/>
            <p:cNvSpPr/>
            <p:nvPr/>
          </p:nvSpPr>
          <p:spPr>
            <a:xfrm>
              <a:off x="1635127" y="2795180"/>
              <a:ext cx="90220" cy="149464"/>
            </a:xfrm>
            <a:custGeom>
              <a:avLst/>
              <a:gdLst/>
              <a:ahLst/>
              <a:cxnLst/>
              <a:rect l="l" t="t" r="r" b="b"/>
              <a:pathLst>
                <a:path w="3434" h="5689" extrusionOk="0">
                  <a:moveTo>
                    <a:pt x="2837" y="1"/>
                  </a:moveTo>
                  <a:cubicBezTo>
                    <a:pt x="2393" y="1"/>
                    <a:pt x="1977" y="216"/>
                    <a:pt x="1727" y="583"/>
                  </a:cubicBezTo>
                  <a:lnTo>
                    <a:pt x="1575" y="805"/>
                  </a:lnTo>
                  <a:cubicBezTo>
                    <a:pt x="1484" y="930"/>
                    <a:pt x="1346" y="1006"/>
                    <a:pt x="1193" y="1006"/>
                  </a:cubicBezTo>
                  <a:lnTo>
                    <a:pt x="264" y="1006"/>
                  </a:lnTo>
                  <a:cubicBezTo>
                    <a:pt x="0" y="1006"/>
                    <a:pt x="0" y="1402"/>
                    <a:pt x="264" y="1402"/>
                  </a:cubicBezTo>
                  <a:lnTo>
                    <a:pt x="1193" y="1402"/>
                  </a:lnTo>
                  <a:cubicBezTo>
                    <a:pt x="1477" y="1402"/>
                    <a:pt x="1741" y="1263"/>
                    <a:pt x="1901" y="1027"/>
                  </a:cubicBezTo>
                  <a:lnTo>
                    <a:pt x="2060" y="805"/>
                  </a:lnTo>
                  <a:cubicBezTo>
                    <a:pt x="2234" y="549"/>
                    <a:pt x="2525" y="396"/>
                    <a:pt x="2837" y="396"/>
                  </a:cubicBezTo>
                  <a:cubicBezTo>
                    <a:pt x="2948" y="396"/>
                    <a:pt x="3038" y="486"/>
                    <a:pt x="3038" y="597"/>
                  </a:cubicBezTo>
                  <a:lnTo>
                    <a:pt x="3038" y="1423"/>
                  </a:lnTo>
                  <a:cubicBezTo>
                    <a:pt x="3038" y="2192"/>
                    <a:pt x="2872" y="2754"/>
                    <a:pt x="2539" y="3129"/>
                  </a:cubicBezTo>
                  <a:cubicBezTo>
                    <a:pt x="2240" y="3455"/>
                    <a:pt x="1838" y="3621"/>
                    <a:pt x="1450" y="3781"/>
                  </a:cubicBezTo>
                  <a:cubicBezTo>
                    <a:pt x="964" y="3975"/>
                    <a:pt x="465" y="4183"/>
                    <a:pt x="201" y="4710"/>
                  </a:cubicBezTo>
                  <a:cubicBezTo>
                    <a:pt x="69" y="4953"/>
                    <a:pt x="118" y="5251"/>
                    <a:pt x="305" y="5446"/>
                  </a:cubicBezTo>
                  <a:cubicBezTo>
                    <a:pt x="458" y="5605"/>
                    <a:pt x="659" y="5688"/>
                    <a:pt x="874" y="5688"/>
                  </a:cubicBezTo>
                  <a:cubicBezTo>
                    <a:pt x="971" y="5688"/>
                    <a:pt x="1061" y="5674"/>
                    <a:pt x="1145" y="5633"/>
                  </a:cubicBezTo>
                  <a:cubicBezTo>
                    <a:pt x="1526" y="5473"/>
                    <a:pt x="1554" y="5050"/>
                    <a:pt x="1540" y="4877"/>
                  </a:cubicBezTo>
                  <a:cubicBezTo>
                    <a:pt x="1537" y="4750"/>
                    <a:pt x="1444" y="4689"/>
                    <a:pt x="1349" y="4689"/>
                  </a:cubicBezTo>
                  <a:cubicBezTo>
                    <a:pt x="1246" y="4689"/>
                    <a:pt x="1141" y="4761"/>
                    <a:pt x="1145" y="4898"/>
                  </a:cubicBezTo>
                  <a:cubicBezTo>
                    <a:pt x="1151" y="5036"/>
                    <a:pt x="1131" y="5210"/>
                    <a:pt x="992" y="5272"/>
                  </a:cubicBezTo>
                  <a:cubicBezTo>
                    <a:pt x="953" y="5286"/>
                    <a:pt x="912" y="5292"/>
                    <a:pt x="872" y="5292"/>
                  </a:cubicBezTo>
                  <a:cubicBezTo>
                    <a:pt x="768" y="5292"/>
                    <a:pt x="666" y="5250"/>
                    <a:pt x="597" y="5175"/>
                  </a:cubicBezTo>
                  <a:cubicBezTo>
                    <a:pt x="513" y="5099"/>
                    <a:pt x="499" y="4974"/>
                    <a:pt x="562" y="4884"/>
                  </a:cubicBezTo>
                  <a:cubicBezTo>
                    <a:pt x="749" y="4495"/>
                    <a:pt x="1145" y="4329"/>
                    <a:pt x="1602" y="4148"/>
                  </a:cubicBezTo>
                  <a:cubicBezTo>
                    <a:pt x="2414" y="3816"/>
                    <a:pt x="3433" y="3399"/>
                    <a:pt x="3433" y="1423"/>
                  </a:cubicBezTo>
                  <a:lnTo>
                    <a:pt x="3433" y="597"/>
                  </a:lnTo>
                  <a:cubicBezTo>
                    <a:pt x="3433" y="264"/>
                    <a:pt x="3163" y="1"/>
                    <a:pt x="283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3" name="Google Shape;6043;p61"/>
            <p:cNvSpPr/>
            <p:nvPr/>
          </p:nvSpPr>
          <p:spPr>
            <a:xfrm>
              <a:off x="1566609" y="2972861"/>
              <a:ext cx="22988" cy="104249"/>
            </a:xfrm>
            <a:custGeom>
              <a:avLst/>
              <a:gdLst/>
              <a:ahLst/>
              <a:cxnLst/>
              <a:rect l="l" t="t" r="r" b="b"/>
              <a:pathLst>
                <a:path w="875" h="3968" extrusionOk="0">
                  <a:moveTo>
                    <a:pt x="0" y="0"/>
                  </a:moveTo>
                  <a:lnTo>
                    <a:pt x="0" y="3968"/>
                  </a:lnTo>
                  <a:lnTo>
                    <a:pt x="874" y="3968"/>
                  </a:lnTo>
                  <a:lnTo>
                    <a:pt x="874"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4" name="Google Shape;6044;p61"/>
            <p:cNvSpPr/>
            <p:nvPr/>
          </p:nvSpPr>
          <p:spPr>
            <a:xfrm>
              <a:off x="1493703" y="2785354"/>
              <a:ext cx="168775" cy="206108"/>
            </a:xfrm>
            <a:custGeom>
              <a:avLst/>
              <a:gdLst/>
              <a:ahLst/>
              <a:cxnLst/>
              <a:rect l="l" t="t" r="r" b="b"/>
              <a:pathLst>
                <a:path w="6424" h="7845" extrusionOk="0">
                  <a:moveTo>
                    <a:pt x="1" y="0"/>
                  </a:moveTo>
                  <a:lnTo>
                    <a:pt x="1" y="2573"/>
                  </a:lnTo>
                  <a:cubicBezTo>
                    <a:pt x="8" y="4398"/>
                    <a:pt x="875" y="6118"/>
                    <a:pt x="2345" y="7200"/>
                  </a:cubicBezTo>
                  <a:lnTo>
                    <a:pt x="3219" y="7845"/>
                  </a:lnTo>
                  <a:lnTo>
                    <a:pt x="4086" y="7200"/>
                  </a:lnTo>
                  <a:cubicBezTo>
                    <a:pt x="5556" y="6111"/>
                    <a:pt x="6424" y="4398"/>
                    <a:pt x="6424" y="2573"/>
                  </a:cubicBezTo>
                  <a:lnTo>
                    <a:pt x="6424"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5" name="Google Shape;6045;p61"/>
            <p:cNvSpPr/>
            <p:nvPr/>
          </p:nvSpPr>
          <p:spPr>
            <a:xfrm>
              <a:off x="1562037" y="2785354"/>
              <a:ext cx="100440" cy="206108"/>
            </a:xfrm>
            <a:custGeom>
              <a:avLst/>
              <a:gdLst/>
              <a:ahLst/>
              <a:cxnLst/>
              <a:rect l="l" t="t" r="r" b="b"/>
              <a:pathLst>
                <a:path w="3823" h="7845" extrusionOk="0">
                  <a:moveTo>
                    <a:pt x="2609" y="0"/>
                  </a:moveTo>
                  <a:lnTo>
                    <a:pt x="2609" y="2573"/>
                  </a:lnTo>
                  <a:cubicBezTo>
                    <a:pt x="2609" y="4398"/>
                    <a:pt x="1735" y="6118"/>
                    <a:pt x="264" y="7200"/>
                  </a:cubicBezTo>
                  <a:lnTo>
                    <a:pt x="1" y="7394"/>
                  </a:lnTo>
                  <a:lnTo>
                    <a:pt x="611" y="7845"/>
                  </a:lnTo>
                  <a:lnTo>
                    <a:pt x="1485" y="7200"/>
                  </a:lnTo>
                  <a:cubicBezTo>
                    <a:pt x="2955" y="6111"/>
                    <a:pt x="3823" y="4398"/>
                    <a:pt x="3823" y="2573"/>
                  </a:cubicBezTo>
                  <a:lnTo>
                    <a:pt x="382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6" name="Google Shape;6046;p61"/>
            <p:cNvSpPr/>
            <p:nvPr/>
          </p:nvSpPr>
          <p:spPr>
            <a:xfrm>
              <a:off x="1482773" y="2773689"/>
              <a:ext cx="190817" cy="23172"/>
            </a:xfrm>
            <a:custGeom>
              <a:avLst/>
              <a:gdLst/>
              <a:ahLst/>
              <a:cxnLst/>
              <a:rect l="l" t="t" r="r" b="b"/>
              <a:pathLst>
                <a:path w="7263" h="882" extrusionOk="0">
                  <a:moveTo>
                    <a:pt x="181" y="0"/>
                  </a:moveTo>
                  <a:cubicBezTo>
                    <a:pt x="84" y="0"/>
                    <a:pt x="0" y="83"/>
                    <a:pt x="0" y="181"/>
                  </a:cubicBezTo>
                  <a:lnTo>
                    <a:pt x="0" y="701"/>
                  </a:lnTo>
                  <a:cubicBezTo>
                    <a:pt x="0" y="805"/>
                    <a:pt x="84" y="881"/>
                    <a:pt x="181" y="881"/>
                  </a:cubicBezTo>
                  <a:lnTo>
                    <a:pt x="7075" y="881"/>
                  </a:lnTo>
                  <a:cubicBezTo>
                    <a:pt x="7079" y="881"/>
                    <a:pt x="7083" y="881"/>
                    <a:pt x="7087" y="881"/>
                  </a:cubicBezTo>
                  <a:cubicBezTo>
                    <a:pt x="7179" y="881"/>
                    <a:pt x="7256" y="801"/>
                    <a:pt x="7263" y="708"/>
                  </a:cubicBezTo>
                  <a:lnTo>
                    <a:pt x="7263" y="187"/>
                  </a:lnTo>
                  <a:cubicBezTo>
                    <a:pt x="7263" y="83"/>
                    <a:pt x="7179" y="0"/>
                    <a:pt x="707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7" name="Google Shape;6047;p61"/>
            <p:cNvSpPr/>
            <p:nvPr/>
          </p:nvSpPr>
          <p:spPr>
            <a:xfrm>
              <a:off x="1641669" y="2773689"/>
              <a:ext cx="31921" cy="23172"/>
            </a:xfrm>
            <a:custGeom>
              <a:avLst/>
              <a:gdLst/>
              <a:ahLst/>
              <a:cxnLst/>
              <a:rect l="l" t="t" r="r" b="b"/>
              <a:pathLst>
                <a:path w="1215" h="882" extrusionOk="0">
                  <a:moveTo>
                    <a:pt x="1" y="0"/>
                  </a:moveTo>
                  <a:lnTo>
                    <a:pt x="1" y="881"/>
                  </a:lnTo>
                  <a:lnTo>
                    <a:pt x="1020" y="881"/>
                  </a:lnTo>
                  <a:cubicBezTo>
                    <a:pt x="1024" y="881"/>
                    <a:pt x="1029" y="881"/>
                    <a:pt x="1033" y="881"/>
                  </a:cubicBezTo>
                  <a:cubicBezTo>
                    <a:pt x="1131" y="881"/>
                    <a:pt x="1208" y="801"/>
                    <a:pt x="1215" y="708"/>
                  </a:cubicBezTo>
                  <a:lnTo>
                    <a:pt x="1215" y="187"/>
                  </a:lnTo>
                  <a:cubicBezTo>
                    <a:pt x="1215" y="83"/>
                    <a:pt x="1124" y="0"/>
                    <a:pt x="102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8" name="Google Shape;6048;p61"/>
            <p:cNvSpPr/>
            <p:nvPr/>
          </p:nvSpPr>
          <p:spPr>
            <a:xfrm>
              <a:off x="1536343" y="2836060"/>
              <a:ext cx="83494" cy="78975"/>
            </a:xfrm>
            <a:custGeom>
              <a:avLst/>
              <a:gdLst/>
              <a:ahLst/>
              <a:cxnLst/>
              <a:rect l="l" t="t" r="r" b="b"/>
              <a:pathLst>
                <a:path w="3178" h="3006" extrusionOk="0">
                  <a:moveTo>
                    <a:pt x="1589" y="0"/>
                  </a:moveTo>
                  <a:cubicBezTo>
                    <a:pt x="1575" y="0"/>
                    <a:pt x="1561" y="9"/>
                    <a:pt x="1554" y="26"/>
                  </a:cubicBezTo>
                  <a:lnTo>
                    <a:pt x="1097" y="949"/>
                  </a:lnTo>
                  <a:cubicBezTo>
                    <a:pt x="1090" y="956"/>
                    <a:pt x="1083" y="969"/>
                    <a:pt x="1069" y="969"/>
                  </a:cubicBezTo>
                  <a:lnTo>
                    <a:pt x="49" y="1115"/>
                  </a:lnTo>
                  <a:cubicBezTo>
                    <a:pt x="15" y="1122"/>
                    <a:pt x="1" y="1164"/>
                    <a:pt x="28" y="1184"/>
                  </a:cubicBezTo>
                  <a:lnTo>
                    <a:pt x="764" y="1906"/>
                  </a:lnTo>
                  <a:cubicBezTo>
                    <a:pt x="771" y="1913"/>
                    <a:pt x="778" y="1927"/>
                    <a:pt x="778" y="1940"/>
                  </a:cubicBezTo>
                  <a:lnTo>
                    <a:pt x="604" y="2953"/>
                  </a:lnTo>
                  <a:cubicBezTo>
                    <a:pt x="598" y="2982"/>
                    <a:pt x="621" y="3005"/>
                    <a:pt x="644" y="3005"/>
                  </a:cubicBezTo>
                  <a:cubicBezTo>
                    <a:pt x="649" y="3005"/>
                    <a:pt x="655" y="3004"/>
                    <a:pt x="660" y="3002"/>
                  </a:cubicBezTo>
                  <a:lnTo>
                    <a:pt x="1568" y="2516"/>
                  </a:lnTo>
                  <a:cubicBezTo>
                    <a:pt x="1575" y="2513"/>
                    <a:pt x="1582" y="2511"/>
                    <a:pt x="1589" y="2511"/>
                  </a:cubicBezTo>
                  <a:cubicBezTo>
                    <a:pt x="1596" y="2511"/>
                    <a:pt x="1603" y="2513"/>
                    <a:pt x="1610" y="2516"/>
                  </a:cubicBezTo>
                  <a:lnTo>
                    <a:pt x="2519" y="3002"/>
                  </a:lnTo>
                  <a:cubicBezTo>
                    <a:pt x="2525" y="3004"/>
                    <a:pt x="2531" y="3005"/>
                    <a:pt x="2537" y="3005"/>
                  </a:cubicBezTo>
                  <a:cubicBezTo>
                    <a:pt x="2564" y="3005"/>
                    <a:pt x="2587" y="2982"/>
                    <a:pt x="2581" y="2953"/>
                  </a:cubicBezTo>
                  <a:lnTo>
                    <a:pt x="2408" y="1940"/>
                  </a:lnTo>
                  <a:cubicBezTo>
                    <a:pt x="2401" y="1927"/>
                    <a:pt x="2408" y="1913"/>
                    <a:pt x="2414" y="1906"/>
                  </a:cubicBezTo>
                  <a:lnTo>
                    <a:pt x="3157" y="1184"/>
                  </a:lnTo>
                  <a:cubicBezTo>
                    <a:pt x="3177" y="1164"/>
                    <a:pt x="3164" y="1122"/>
                    <a:pt x="3129" y="1115"/>
                  </a:cubicBezTo>
                  <a:lnTo>
                    <a:pt x="2109" y="969"/>
                  </a:lnTo>
                  <a:cubicBezTo>
                    <a:pt x="2095" y="969"/>
                    <a:pt x="2088" y="956"/>
                    <a:pt x="2082" y="949"/>
                  </a:cubicBezTo>
                  <a:lnTo>
                    <a:pt x="1624" y="26"/>
                  </a:lnTo>
                  <a:cubicBezTo>
                    <a:pt x="1617" y="9"/>
                    <a:pt x="1603" y="0"/>
                    <a:pt x="158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9" name="Google Shape;6049;p61"/>
            <p:cNvSpPr/>
            <p:nvPr/>
          </p:nvSpPr>
          <p:spPr>
            <a:xfrm>
              <a:off x="1556205" y="2977958"/>
              <a:ext cx="43770" cy="21543"/>
            </a:xfrm>
            <a:custGeom>
              <a:avLst/>
              <a:gdLst/>
              <a:ahLst/>
              <a:cxnLst/>
              <a:rect l="l" t="t" r="r" b="b"/>
              <a:pathLst>
                <a:path w="1666" h="820" extrusionOk="0">
                  <a:moveTo>
                    <a:pt x="341" y="1"/>
                  </a:moveTo>
                  <a:cubicBezTo>
                    <a:pt x="153" y="1"/>
                    <a:pt x="1" y="153"/>
                    <a:pt x="1" y="340"/>
                  </a:cubicBezTo>
                  <a:lnTo>
                    <a:pt x="1" y="486"/>
                  </a:lnTo>
                  <a:cubicBezTo>
                    <a:pt x="1" y="666"/>
                    <a:pt x="153" y="819"/>
                    <a:pt x="341" y="819"/>
                  </a:cubicBezTo>
                  <a:lnTo>
                    <a:pt x="1326" y="819"/>
                  </a:lnTo>
                  <a:cubicBezTo>
                    <a:pt x="1513" y="819"/>
                    <a:pt x="1665" y="666"/>
                    <a:pt x="1665" y="486"/>
                  </a:cubicBezTo>
                  <a:lnTo>
                    <a:pt x="1665" y="340"/>
                  </a:lnTo>
                  <a:cubicBezTo>
                    <a:pt x="1665" y="153"/>
                    <a:pt x="1513" y="1"/>
                    <a:pt x="1326"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0" name="Google Shape;6050;p61"/>
            <p:cNvSpPr/>
            <p:nvPr/>
          </p:nvSpPr>
          <p:spPr>
            <a:xfrm>
              <a:off x="1533427" y="3061609"/>
              <a:ext cx="89326" cy="30818"/>
            </a:xfrm>
            <a:custGeom>
              <a:avLst/>
              <a:gdLst/>
              <a:ahLst/>
              <a:cxnLst/>
              <a:rect l="l" t="t" r="r" b="b"/>
              <a:pathLst>
                <a:path w="3400" h="1173" extrusionOk="0">
                  <a:moveTo>
                    <a:pt x="452" y="0"/>
                  </a:moveTo>
                  <a:cubicBezTo>
                    <a:pt x="202" y="0"/>
                    <a:pt x="1" y="201"/>
                    <a:pt x="1" y="451"/>
                  </a:cubicBezTo>
                  <a:lnTo>
                    <a:pt x="1" y="1173"/>
                  </a:lnTo>
                  <a:lnTo>
                    <a:pt x="3399" y="1173"/>
                  </a:lnTo>
                  <a:lnTo>
                    <a:pt x="3399" y="451"/>
                  </a:lnTo>
                  <a:cubicBezTo>
                    <a:pt x="3399" y="201"/>
                    <a:pt x="3198" y="0"/>
                    <a:pt x="294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1" name="Google Shape;6051;p61"/>
            <p:cNvSpPr/>
            <p:nvPr/>
          </p:nvSpPr>
          <p:spPr>
            <a:xfrm>
              <a:off x="1591200" y="3061609"/>
              <a:ext cx="31737" cy="30818"/>
            </a:xfrm>
            <a:custGeom>
              <a:avLst/>
              <a:gdLst/>
              <a:ahLst/>
              <a:cxnLst/>
              <a:rect l="l" t="t" r="r" b="b"/>
              <a:pathLst>
                <a:path w="1208" h="1173" extrusionOk="0">
                  <a:moveTo>
                    <a:pt x="0" y="0"/>
                  </a:moveTo>
                  <a:lnTo>
                    <a:pt x="0" y="1173"/>
                  </a:lnTo>
                  <a:lnTo>
                    <a:pt x="1207" y="1173"/>
                  </a:lnTo>
                  <a:lnTo>
                    <a:pt x="1207" y="451"/>
                  </a:lnTo>
                  <a:cubicBezTo>
                    <a:pt x="1200" y="201"/>
                    <a:pt x="999" y="0"/>
                    <a:pt x="75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2" name="Google Shape;6052;p61"/>
            <p:cNvSpPr/>
            <p:nvPr/>
          </p:nvSpPr>
          <p:spPr>
            <a:xfrm>
              <a:off x="1501006" y="3084756"/>
              <a:ext cx="154193" cy="38831"/>
            </a:xfrm>
            <a:custGeom>
              <a:avLst/>
              <a:gdLst/>
              <a:ahLst/>
              <a:cxnLst/>
              <a:rect l="l" t="t" r="r" b="b"/>
              <a:pathLst>
                <a:path w="5869" h="1478" extrusionOk="0">
                  <a:moveTo>
                    <a:pt x="472" y="0"/>
                  </a:moveTo>
                  <a:cubicBezTo>
                    <a:pt x="354" y="0"/>
                    <a:pt x="250" y="90"/>
                    <a:pt x="222" y="208"/>
                  </a:cubicBezTo>
                  <a:lnTo>
                    <a:pt x="35" y="1179"/>
                  </a:lnTo>
                  <a:cubicBezTo>
                    <a:pt x="0" y="1332"/>
                    <a:pt x="125" y="1478"/>
                    <a:pt x="284" y="1478"/>
                  </a:cubicBezTo>
                  <a:lnTo>
                    <a:pt x="5591" y="1478"/>
                  </a:lnTo>
                  <a:cubicBezTo>
                    <a:pt x="5750" y="1478"/>
                    <a:pt x="5868" y="1332"/>
                    <a:pt x="5833" y="1179"/>
                  </a:cubicBezTo>
                  <a:lnTo>
                    <a:pt x="5646" y="208"/>
                  </a:lnTo>
                  <a:cubicBezTo>
                    <a:pt x="5618" y="90"/>
                    <a:pt x="5514" y="0"/>
                    <a:pt x="539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3" name="Google Shape;6053;p61"/>
            <p:cNvSpPr/>
            <p:nvPr/>
          </p:nvSpPr>
          <p:spPr>
            <a:xfrm>
              <a:off x="1616159" y="3084756"/>
              <a:ext cx="38857" cy="38647"/>
            </a:xfrm>
            <a:custGeom>
              <a:avLst/>
              <a:gdLst/>
              <a:ahLst/>
              <a:cxnLst/>
              <a:rect l="l" t="t" r="r" b="b"/>
              <a:pathLst>
                <a:path w="1479" h="1471" extrusionOk="0">
                  <a:moveTo>
                    <a:pt x="1" y="0"/>
                  </a:moveTo>
                  <a:lnTo>
                    <a:pt x="292" y="1471"/>
                  </a:lnTo>
                  <a:lnTo>
                    <a:pt x="1208" y="1471"/>
                  </a:lnTo>
                  <a:cubicBezTo>
                    <a:pt x="1360" y="1471"/>
                    <a:pt x="1478" y="1332"/>
                    <a:pt x="1450" y="1179"/>
                  </a:cubicBezTo>
                  <a:lnTo>
                    <a:pt x="1263" y="201"/>
                  </a:lnTo>
                  <a:cubicBezTo>
                    <a:pt x="1242" y="83"/>
                    <a:pt x="1138" y="0"/>
                    <a:pt x="10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54" name="Google Shape;6054;p61"/>
          <p:cNvGrpSpPr/>
          <p:nvPr/>
        </p:nvGrpSpPr>
        <p:grpSpPr>
          <a:xfrm>
            <a:off x="3069042" y="2788586"/>
            <a:ext cx="288866" cy="320236"/>
            <a:chOff x="3082217" y="2788586"/>
            <a:chExt cx="288866" cy="320236"/>
          </a:xfrm>
        </p:grpSpPr>
        <p:sp>
          <p:nvSpPr>
            <p:cNvPr id="6055" name="Google Shape;6055;p61"/>
            <p:cNvSpPr/>
            <p:nvPr/>
          </p:nvSpPr>
          <p:spPr>
            <a:xfrm>
              <a:off x="3082401" y="2867508"/>
              <a:ext cx="275178" cy="241313"/>
            </a:xfrm>
            <a:custGeom>
              <a:avLst/>
              <a:gdLst/>
              <a:ahLst/>
              <a:cxnLst/>
              <a:rect l="l" t="t" r="r" b="b"/>
              <a:pathLst>
                <a:path w="10474" h="9185" extrusionOk="0">
                  <a:moveTo>
                    <a:pt x="3096" y="0"/>
                  </a:moveTo>
                  <a:cubicBezTo>
                    <a:pt x="2877" y="0"/>
                    <a:pt x="2660" y="23"/>
                    <a:pt x="2456" y="78"/>
                  </a:cubicBezTo>
                  <a:cubicBezTo>
                    <a:pt x="1263" y="383"/>
                    <a:pt x="0" y="1666"/>
                    <a:pt x="0" y="3782"/>
                  </a:cubicBezTo>
                  <a:cubicBezTo>
                    <a:pt x="0" y="5217"/>
                    <a:pt x="909" y="7194"/>
                    <a:pt x="2033" y="8311"/>
                  </a:cubicBezTo>
                  <a:cubicBezTo>
                    <a:pt x="2567" y="8845"/>
                    <a:pt x="3142" y="9185"/>
                    <a:pt x="3690" y="9185"/>
                  </a:cubicBezTo>
                  <a:cubicBezTo>
                    <a:pt x="4016" y="9185"/>
                    <a:pt x="4335" y="9136"/>
                    <a:pt x="4641" y="9046"/>
                  </a:cubicBezTo>
                  <a:cubicBezTo>
                    <a:pt x="4835" y="8987"/>
                    <a:pt x="5036" y="8958"/>
                    <a:pt x="5237" y="8958"/>
                  </a:cubicBezTo>
                  <a:cubicBezTo>
                    <a:pt x="5438" y="8958"/>
                    <a:pt x="5639" y="8987"/>
                    <a:pt x="5834" y="9046"/>
                  </a:cubicBezTo>
                  <a:cubicBezTo>
                    <a:pt x="6139" y="9136"/>
                    <a:pt x="6458" y="9185"/>
                    <a:pt x="6784" y="9185"/>
                  </a:cubicBezTo>
                  <a:cubicBezTo>
                    <a:pt x="7304" y="9185"/>
                    <a:pt x="7852" y="8873"/>
                    <a:pt x="8365" y="8387"/>
                  </a:cubicBezTo>
                  <a:cubicBezTo>
                    <a:pt x="9524" y="7277"/>
                    <a:pt x="10474" y="5252"/>
                    <a:pt x="10474" y="3782"/>
                  </a:cubicBezTo>
                  <a:cubicBezTo>
                    <a:pt x="10474" y="1666"/>
                    <a:pt x="9205" y="383"/>
                    <a:pt x="8018" y="78"/>
                  </a:cubicBezTo>
                  <a:cubicBezTo>
                    <a:pt x="7812" y="23"/>
                    <a:pt x="7594" y="0"/>
                    <a:pt x="7375" y="0"/>
                  </a:cubicBezTo>
                  <a:cubicBezTo>
                    <a:pt x="6985" y="0"/>
                    <a:pt x="6592" y="72"/>
                    <a:pt x="6250" y="161"/>
                  </a:cubicBezTo>
                  <a:cubicBezTo>
                    <a:pt x="6139" y="189"/>
                    <a:pt x="6028" y="216"/>
                    <a:pt x="5910" y="237"/>
                  </a:cubicBezTo>
                  <a:cubicBezTo>
                    <a:pt x="5687" y="273"/>
                    <a:pt x="5462" y="291"/>
                    <a:pt x="5238" y="291"/>
                  </a:cubicBezTo>
                  <a:cubicBezTo>
                    <a:pt x="4896" y="291"/>
                    <a:pt x="4555" y="249"/>
                    <a:pt x="4224" y="161"/>
                  </a:cubicBezTo>
                  <a:cubicBezTo>
                    <a:pt x="3882" y="72"/>
                    <a:pt x="3486" y="0"/>
                    <a:pt x="3096" y="0"/>
                  </a:cubicBezTo>
                  <a:close/>
                </a:path>
              </a:pathLst>
            </a:custGeom>
            <a:solidFill>
              <a:srgbClr val="D7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6" name="Google Shape;6056;p61"/>
            <p:cNvSpPr/>
            <p:nvPr/>
          </p:nvSpPr>
          <p:spPr>
            <a:xfrm>
              <a:off x="3082217" y="2867508"/>
              <a:ext cx="219980" cy="241313"/>
            </a:xfrm>
            <a:custGeom>
              <a:avLst/>
              <a:gdLst/>
              <a:ahLst/>
              <a:cxnLst/>
              <a:rect l="l" t="t" r="r" b="b"/>
              <a:pathLst>
                <a:path w="8373" h="9185" extrusionOk="0">
                  <a:moveTo>
                    <a:pt x="8372" y="8380"/>
                  </a:moveTo>
                  <a:cubicBezTo>
                    <a:pt x="8369" y="8383"/>
                    <a:pt x="8366" y="8386"/>
                    <a:pt x="8364" y="8389"/>
                  </a:cubicBezTo>
                  <a:lnTo>
                    <a:pt x="8364" y="8389"/>
                  </a:lnTo>
                  <a:cubicBezTo>
                    <a:pt x="8366" y="8388"/>
                    <a:pt x="8369" y="8388"/>
                    <a:pt x="8372" y="8387"/>
                  </a:cubicBezTo>
                  <a:lnTo>
                    <a:pt x="8372" y="8380"/>
                  </a:lnTo>
                  <a:close/>
                  <a:moveTo>
                    <a:pt x="3101" y="0"/>
                  </a:moveTo>
                  <a:cubicBezTo>
                    <a:pt x="2883" y="0"/>
                    <a:pt x="2667" y="23"/>
                    <a:pt x="2463" y="78"/>
                  </a:cubicBezTo>
                  <a:cubicBezTo>
                    <a:pt x="1270" y="383"/>
                    <a:pt x="0" y="1666"/>
                    <a:pt x="0" y="3782"/>
                  </a:cubicBezTo>
                  <a:cubicBezTo>
                    <a:pt x="0" y="5897"/>
                    <a:pt x="1991" y="9185"/>
                    <a:pt x="3697" y="9185"/>
                  </a:cubicBezTo>
                  <a:cubicBezTo>
                    <a:pt x="4023" y="9185"/>
                    <a:pt x="4342" y="9136"/>
                    <a:pt x="4648" y="9046"/>
                  </a:cubicBezTo>
                  <a:cubicBezTo>
                    <a:pt x="4842" y="8987"/>
                    <a:pt x="5043" y="8958"/>
                    <a:pt x="5244" y="8958"/>
                  </a:cubicBezTo>
                  <a:cubicBezTo>
                    <a:pt x="5445" y="8958"/>
                    <a:pt x="5646" y="8987"/>
                    <a:pt x="5841" y="9046"/>
                  </a:cubicBezTo>
                  <a:cubicBezTo>
                    <a:pt x="6146" y="9136"/>
                    <a:pt x="6465" y="9185"/>
                    <a:pt x="6791" y="9185"/>
                  </a:cubicBezTo>
                  <a:cubicBezTo>
                    <a:pt x="7308" y="9185"/>
                    <a:pt x="7860" y="8876"/>
                    <a:pt x="8364" y="8389"/>
                  </a:cubicBezTo>
                  <a:lnTo>
                    <a:pt x="8364" y="8389"/>
                  </a:lnTo>
                  <a:cubicBezTo>
                    <a:pt x="7729" y="8500"/>
                    <a:pt x="7160" y="8547"/>
                    <a:pt x="6651" y="8547"/>
                  </a:cubicBezTo>
                  <a:cubicBezTo>
                    <a:pt x="6029" y="8547"/>
                    <a:pt x="5496" y="8477"/>
                    <a:pt x="5043" y="8366"/>
                  </a:cubicBezTo>
                  <a:cubicBezTo>
                    <a:pt x="3704" y="8033"/>
                    <a:pt x="2705" y="6910"/>
                    <a:pt x="2539" y="5536"/>
                  </a:cubicBezTo>
                  <a:cubicBezTo>
                    <a:pt x="2123" y="2110"/>
                    <a:pt x="4363" y="1111"/>
                    <a:pt x="4363" y="1111"/>
                  </a:cubicBezTo>
                  <a:cubicBezTo>
                    <a:pt x="4682" y="1255"/>
                    <a:pt x="5018" y="1292"/>
                    <a:pt x="5280" y="1292"/>
                  </a:cubicBezTo>
                  <a:cubicBezTo>
                    <a:pt x="5561" y="1292"/>
                    <a:pt x="5757" y="1250"/>
                    <a:pt x="5757" y="1250"/>
                  </a:cubicBezTo>
                  <a:cubicBezTo>
                    <a:pt x="5286" y="778"/>
                    <a:pt x="5917" y="237"/>
                    <a:pt x="5917" y="237"/>
                  </a:cubicBezTo>
                  <a:lnTo>
                    <a:pt x="5917" y="237"/>
                  </a:lnTo>
                  <a:cubicBezTo>
                    <a:pt x="5694" y="273"/>
                    <a:pt x="5469" y="291"/>
                    <a:pt x="5245" y="291"/>
                  </a:cubicBezTo>
                  <a:cubicBezTo>
                    <a:pt x="4903" y="291"/>
                    <a:pt x="4562" y="249"/>
                    <a:pt x="4231" y="161"/>
                  </a:cubicBezTo>
                  <a:cubicBezTo>
                    <a:pt x="3885" y="72"/>
                    <a:pt x="3490" y="0"/>
                    <a:pt x="3101" y="0"/>
                  </a:cubicBezTo>
                  <a:close/>
                </a:path>
              </a:pathLst>
            </a:custGeom>
            <a:solidFill>
              <a:srgbClr val="D3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7" name="Google Shape;6057;p61"/>
            <p:cNvSpPr/>
            <p:nvPr/>
          </p:nvSpPr>
          <p:spPr>
            <a:xfrm>
              <a:off x="3233100" y="2788586"/>
              <a:ext cx="137983" cy="76269"/>
            </a:xfrm>
            <a:custGeom>
              <a:avLst/>
              <a:gdLst/>
              <a:ahLst/>
              <a:cxnLst/>
              <a:rect l="l" t="t" r="r" b="b"/>
              <a:pathLst>
                <a:path w="5252" h="2903" extrusionOk="0">
                  <a:moveTo>
                    <a:pt x="2510" y="1"/>
                  </a:moveTo>
                  <a:cubicBezTo>
                    <a:pt x="2390" y="1"/>
                    <a:pt x="2266" y="5"/>
                    <a:pt x="2137" y="16"/>
                  </a:cubicBezTo>
                  <a:cubicBezTo>
                    <a:pt x="611" y="134"/>
                    <a:pt x="14" y="1896"/>
                    <a:pt x="0" y="1951"/>
                  </a:cubicBezTo>
                  <a:cubicBezTo>
                    <a:pt x="21" y="1944"/>
                    <a:pt x="42" y="1930"/>
                    <a:pt x="63" y="1930"/>
                  </a:cubicBezTo>
                  <a:cubicBezTo>
                    <a:pt x="84" y="1925"/>
                    <a:pt x="107" y="1923"/>
                    <a:pt x="131" y="1923"/>
                  </a:cubicBezTo>
                  <a:cubicBezTo>
                    <a:pt x="619" y="1923"/>
                    <a:pt x="1590" y="2903"/>
                    <a:pt x="2725" y="2903"/>
                  </a:cubicBezTo>
                  <a:cubicBezTo>
                    <a:pt x="2946" y="2903"/>
                    <a:pt x="3174" y="2866"/>
                    <a:pt x="3406" y="2776"/>
                  </a:cubicBezTo>
                  <a:cubicBezTo>
                    <a:pt x="4960" y="2180"/>
                    <a:pt x="5251" y="127"/>
                    <a:pt x="5251" y="127"/>
                  </a:cubicBezTo>
                  <a:lnTo>
                    <a:pt x="5251" y="127"/>
                  </a:lnTo>
                  <a:cubicBezTo>
                    <a:pt x="5067" y="247"/>
                    <a:pt x="4874" y="291"/>
                    <a:pt x="4663" y="291"/>
                  </a:cubicBezTo>
                  <a:cubicBezTo>
                    <a:pt x="4120" y="291"/>
                    <a:pt x="3457" y="1"/>
                    <a:pt x="2510" y="1"/>
                  </a:cubicBezTo>
                  <a:close/>
                </a:path>
              </a:pathLst>
            </a:custGeom>
            <a:solidFill>
              <a:srgbClr val="C7CD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8" name="Google Shape;6058;p61"/>
            <p:cNvSpPr/>
            <p:nvPr/>
          </p:nvSpPr>
          <p:spPr>
            <a:xfrm>
              <a:off x="3232916" y="2788586"/>
              <a:ext cx="138167" cy="51258"/>
            </a:xfrm>
            <a:custGeom>
              <a:avLst/>
              <a:gdLst/>
              <a:ahLst/>
              <a:cxnLst/>
              <a:rect l="l" t="t" r="r" b="b"/>
              <a:pathLst>
                <a:path w="5259" h="1951" extrusionOk="0">
                  <a:moveTo>
                    <a:pt x="2517" y="1"/>
                  </a:moveTo>
                  <a:cubicBezTo>
                    <a:pt x="2397" y="1"/>
                    <a:pt x="2273" y="5"/>
                    <a:pt x="2144" y="16"/>
                  </a:cubicBezTo>
                  <a:cubicBezTo>
                    <a:pt x="618" y="134"/>
                    <a:pt x="21" y="1896"/>
                    <a:pt x="1" y="1951"/>
                  </a:cubicBezTo>
                  <a:lnTo>
                    <a:pt x="70" y="1923"/>
                  </a:lnTo>
                  <a:cubicBezTo>
                    <a:pt x="403" y="1798"/>
                    <a:pt x="1832" y="1278"/>
                    <a:pt x="2990" y="1278"/>
                  </a:cubicBezTo>
                  <a:cubicBezTo>
                    <a:pt x="4315" y="1278"/>
                    <a:pt x="5258" y="127"/>
                    <a:pt x="5258" y="127"/>
                  </a:cubicBezTo>
                  <a:lnTo>
                    <a:pt x="5258" y="127"/>
                  </a:lnTo>
                  <a:cubicBezTo>
                    <a:pt x="5074" y="247"/>
                    <a:pt x="4881" y="291"/>
                    <a:pt x="4670" y="291"/>
                  </a:cubicBezTo>
                  <a:cubicBezTo>
                    <a:pt x="4127" y="291"/>
                    <a:pt x="3464" y="1"/>
                    <a:pt x="2517"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9" name="Google Shape;6059;p61"/>
            <p:cNvSpPr/>
            <p:nvPr/>
          </p:nvSpPr>
          <p:spPr>
            <a:xfrm>
              <a:off x="3293605" y="2915403"/>
              <a:ext cx="38831" cy="55540"/>
            </a:xfrm>
            <a:custGeom>
              <a:avLst/>
              <a:gdLst/>
              <a:ahLst/>
              <a:cxnLst/>
              <a:rect l="l" t="t" r="r" b="b"/>
              <a:pathLst>
                <a:path w="1478" h="2114" extrusionOk="0">
                  <a:moveTo>
                    <a:pt x="674" y="1"/>
                  </a:moveTo>
                  <a:cubicBezTo>
                    <a:pt x="660" y="1"/>
                    <a:pt x="646" y="1"/>
                    <a:pt x="631" y="3"/>
                  </a:cubicBezTo>
                  <a:cubicBezTo>
                    <a:pt x="257" y="44"/>
                    <a:pt x="0" y="544"/>
                    <a:pt x="56" y="1126"/>
                  </a:cubicBezTo>
                  <a:cubicBezTo>
                    <a:pt x="116" y="1687"/>
                    <a:pt x="440" y="2113"/>
                    <a:pt x="804" y="2113"/>
                  </a:cubicBezTo>
                  <a:cubicBezTo>
                    <a:pt x="818" y="2113"/>
                    <a:pt x="832" y="2112"/>
                    <a:pt x="847" y="2111"/>
                  </a:cubicBezTo>
                  <a:cubicBezTo>
                    <a:pt x="1221" y="2076"/>
                    <a:pt x="1478" y="1570"/>
                    <a:pt x="1422" y="987"/>
                  </a:cubicBezTo>
                  <a:cubicBezTo>
                    <a:pt x="1362" y="427"/>
                    <a:pt x="1038" y="1"/>
                    <a:pt x="674" y="1"/>
                  </a:cubicBezTo>
                  <a:close/>
                </a:path>
              </a:pathLst>
            </a:custGeom>
            <a:solidFill>
              <a:srgbClr val="E4EA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0" name="Google Shape;6060;p61"/>
            <p:cNvSpPr/>
            <p:nvPr/>
          </p:nvSpPr>
          <p:spPr>
            <a:xfrm>
              <a:off x="3191379" y="2892677"/>
              <a:ext cx="57405" cy="13136"/>
            </a:xfrm>
            <a:custGeom>
              <a:avLst/>
              <a:gdLst/>
              <a:ahLst/>
              <a:cxnLst/>
              <a:rect l="l" t="t" r="r" b="b"/>
              <a:pathLst>
                <a:path w="2185" h="500" extrusionOk="0">
                  <a:moveTo>
                    <a:pt x="0" y="0"/>
                  </a:moveTo>
                  <a:cubicBezTo>
                    <a:pt x="0" y="236"/>
                    <a:pt x="368" y="437"/>
                    <a:pt x="867" y="486"/>
                  </a:cubicBezTo>
                  <a:cubicBezTo>
                    <a:pt x="936" y="500"/>
                    <a:pt x="1013" y="500"/>
                    <a:pt x="1089" y="500"/>
                  </a:cubicBezTo>
                  <a:cubicBezTo>
                    <a:pt x="1165" y="500"/>
                    <a:pt x="1235" y="493"/>
                    <a:pt x="1304" y="486"/>
                  </a:cubicBezTo>
                  <a:cubicBezTo>
                    <a:pt x="1810" y="444"/>
                    <a:pt x="2185" y="243"/>
                    <a:pt x="2185" y="0"/>
                  </a:cubicBezTo>
                  <a:close/>
                </a:path>
              </a:pathLst>
            </a:custGeom>
            <a:solidFill>
              <a:srgbClr val="D3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1" name="Google Shape;6061;p61"/>
            <p:cNvSpPr/>
            <p:nvPr/>
          </p:nvSpPr>
          <p:spPr>
            <a:xfrm>
              <a:off x="3195320" y="2830070"/>
              <a:ext cx="49708" cy="75560"/>
            </a:xfrm>
            <a:custGeom>
              <a:avLst/>
              <a:gdLst/>
              <a:ahLst/>
              <a:cxnLst/>
              <a:rect l="l" t="t" r="r" b="b"/>
              <a:pathLst>
                <a:path w="1892" h="2876" extrusionOk="0">
                  <a:moveTo>
                    <a:pt x="1586" y="1"/>
                  </a:moveTo>
                  <a:cubicBezTo>
                    <a:pt x="1522" y="1"/>
                    <a:pt x="1457" y="30"/>
                    <a:pt x="1411" y="101"/>
                  </a:cubicBezTo>
                  <a:lnTo>
                    <a:pt x="814" y="1010"/>
                  </a:lnTo>
                  <a:cubicBezTo>
                    <a:pt x="717" y="726"/>
                    <a:pt x="606" y="448"/>
                    <a:pt x="474" y="178"/>
                  </a:cubicBezTo>
                  <a:cubicBezTo>
                    <a:pt x="428" y="100"/>
                    <a:pt x="359" y="68"/>
                    <a:pt x="291" y="68"/>
                  </a:cubicBezTo>
                  <a:cubicBezTo>
                    <a:pt x="144" y="68"/>
                    <a:pt x="1" y="216"/>
                    <a:pt x="86" y="386"/>
                  </a:cubicBezTo>
                  <a:cubicBezTo>
                    <a:pt x="384" y="1017"/>
                    <a:pt x="585" y="1690"/>
                    <a:pt x="676" y="2383"/>
                  </a:cubicBezTo>
                  <a:cubicBezTo>
                    <a:pt x="696" y="2536"/>
                    <a:pt x="710" y="2703"/>
                    <a:pt x="717" y="2869"/>
                  </a:cubicBezTo>
                  <a:cubicBezTo>
                    <a:pt x="786" y="2876"/>
                    <a:pt x="863" y="2876"/>
                    <a:pt x="939" y="2876"/>
                  </a:cubicBezTo>
                  <a:cubicBezTo>
                    <a:pt x="1015" y="2876"/>
                    <a:pt x="1085" y="2876"/>
                    <a:pt x="1154" y="2869"/>
                  </a:cubicBezTo>
                  <a:cubicBezTo>
                    <a:pt x="1147" y="2703"/>
                    <a:pt x="1133" y="2536"/>
                    <a:pt x="1119" y="2383"/>
                  </a:cubicBezTo>
                  <a:cubicBezTo>
                    <a:pt x="1085" y="2106"/>
                    <a:pt x="1036" y="1836"/>
                    <a:pt x="974" y="1572"/>
                  </a:cubicBezTo>
                  <a:lnTo>
                    <a:pt x="1778" y="351"/>
                  </a:lnTo>
                  <a:lnTo>
                    <a:pt x="1778" y="344"/>
                  </a:lnTo>
                  <a:cubicBezTo>
                    <a:pt x="1891" y="173"/>
                    <a:pt x="1740" y="1"/>
                    <a:pt x="1586" y="1"/>
                  </a:cubicBezTo>
                  <a:close/>
                </a:path>
              </a:pathLst>
            </a:custGeom>
            <a:solidFill>
              <a:srgbClr val="8190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62" name="Google Shape;6062;p61"/>
          <p:cNvGrpSpPr/>
          <p:nvPr/>
        </p:nvGrpSpPr>
        <p:grpSpPr>
          <a:xfrm>
            <a:off x="3597382" y="2780704"/>
            <a:ext cx="325017" cy="336052"/>
            <a:chOff x="3610557" y="2780704"/>
            <a:chExt cx="325017" cy="336052"/>
          </a:xfrm>
        </p:grpSpPr>
        <p:sp>
          <p:nvSpPr>
            <p:cNvPr id="6063" name="Google Shape;6063;p61"/>
            <p:cNvSpPr/>
            <p:nvPr/>
          </p:nvSpPr>
          <p:spPr>
            <a:xfrm>
              <a:off x="3610557" y="2780704"/>
              <a:ext cx="324702" cy="335973"/>
            </a:xfrm>
            <a:custGeom>
              <a:avLst/>
              <a:gdLst/>
              <a:ahLst/>
              <a:cxnLst/>
              <a:rect l="l" t="t" r="r" b="b"/>
              <a:pathLst>
                <a:path w="12359" h="12788" extrusionOk="0">
                  <a:moveTo>
                    <a:pt x="11722" y="1"/>
                  </a:moveTo>
                  <a:cubicBezTo>
                    <a:pt x="11685" y="1"/>
                    <a:pt x="11648" y="4"/>
                    <a:pt x="11610" y="11"/>
                  </a:cubicBezTo>
                  <a:lnTo>
                    <a:pt x="3959" y="1363"/>
                  </a:lnTo>
                  <a:cubicBezTo>
                    <a:pt x="3661" y="1412"/>
                    <a:pt x="3439" y="1675"/>
                    <a:pt x="3439" y="1980"/>
                  </a:cubicBezTo>
                  <a:lnTo>
                    <a:pt x="3439" y="8611"/>
                  </a:lnTo>
                  <a:cubicBezTo>
                    <a:pt x="3121" y="8453"/>
                    <a:pt x="2788" y="8379"/>
                    <a:pt x="2462" y="8379"/>
                  </a:cubicBezTo>
                  <a:cubicBezTo>
                    <a:pt x="1475" y="8379"/>
                    <a:pt x="550" y="9053"/>
                    <a:pt x="310" y="10096"/>
                  </a:cubicBezTo>
                  <a:cubicBezTo>
                    <a:pt x="1" y="11479"/>
                    <a:pt x="1050" y="12787"/>
                    <a:pt x="2462" y="12787"/>
                  </a:cubicBezTo>
                  <a:cubicBezTo>
                    <a:pt x="2473" y="12787"/>
                    <a:pt x="2484" y="12787"/>
                    <a:pt x="2495" y="12787"/>
                  </a:cubicBezTo>
                  <a:cubicBezTo>
                    <a:pt x="3709" y="12759"/>
                    <a:pt x="4673" y="11767"/>
                    <a:pt x="4666" y="10554"/>
                  </a:cubicBezTo>
                  <a:lnTo>
                    <a:pt x="4666" y="3187"/>
                  </a:lnTo>
                  <a:lnTo>
                    <a:pt x="11124" y="2043"/>
                  </a:lnTo>
                  <a:lnTo>
                    <a:pt x="11124" y="7030"/>
                  </a:lnTo>
                  <a:cubicBezTo>
                    <a:pt x="10808" y="6874"/>
                    <a:pt x="10475" y="6801"/>
                    <a:pt x="10149" y="6801"/>
                  </a:cubicBezTo>
                  <a:cubicBezTo>
                    <a:pt x="9160" y="6801"/>
                    <a:pt x="8231" y="7473"/>
                    <a:pt x="7996" y="8521"/>
                  </a:cubicBezTo>
                  <a:cubicBezTo>
                    <a:pt x="7686" y="9905"/>
                    <a:pt x="8735" y="11213"/>
                    <a:pt x="10147" y="11213"/>
                  </a:cubicBezTo>
                  <a:cubicBezTo>
                    <a:pt x="10158" y="11213"/>
                    <a:pt x="10170" y="11213"/>
                    <a:pt x="10181" y="11213"/>
                  </a:cubicBezTo>
                  <a:cubicBezTo>
                    <a:pt x="11394" y="11185"/>
                    <a:pt x="12359" y="10193"/>
                    <a:pt x="12352" y="8979"/>
                  </a:cubicBezTo>
                  <a:lnTo>
                    <a:pt x="12352" y="628"/>
                  </a:lnTo>
                  <a:cubicBezTo>
                    <a:pt x="12352" y="278"/>
                    <a:pt x="12064" y="1"/>
                    <a:pt x="11722" y="1"/>
                  </a:cubicBezTo>
                  <a:close/>
                </a:path>
              </a:pathLst>
            </a:custGeom>
            <a:solidFill>
              <a:srgbClr val="A7B1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4" name="Google Shape;6064;p61"/>
            <p:cNvSpPr/>
            <p:nvPr/>
          </p:nvSpPr>
          <p:spPr>
            <a:xfrm>
              <a:off x="3665703" y="2864434"/>
              <a:ext cx="67967" cy="252321"/>
            </a:xfrm>
            <a:custGeom>
              <a:avLst/>
              <a:gdLst/>
              <a:ahLst/>
              <a:cxnLst/>
              <a:rect l="l" t="t" r="r" b="b"/>
              <a:pathLst>
                <a:path w="2587" h="9604" extrusionOk="0">
                  <a:moveTo>
                    <a:pt x="2567" y="0"/>
                  </a:moveTo>
                  <a:lnTo>
                    <a:pt x="2297" y="84"/>
                  </a:lnTo>
                  <a:cubicBezTo>
                    <a:pt x="2026" y="160"/>
                    <a:pt x="1846" y="410"/>
                    <a:pt x="1846" y="687"/>
                  </a:cubicBezTo>
                  <a:lnTo>
                    <a:pt x="1846" y="7367"/>
                  </a:lnTo>
                  <a:cubicBezTo>
                    <a:pt x="1846" y="8456"/>
                    <a:pt x="1069" y="9385"/>
                    <a:pt x="1" y="9572"/>
                  </a:cubicBezTo>
                  <a:cubicBezTo>
                    <a:pt x="126" y="9593"/>
                    <a:pt x="250" y="9603"/>
                    <a:pt x="372" y="9603"/>
                  </a:cubicBezTo>
                  <a:cubicBezTo>
                    <a:pt x="1576" y="9603"/>
                    <a:pt x="2586" y="8614"/>
                    <a:pt x="2567" y="7367"/>
                  </a:cubicBezTo>
                  <a:lnTo>
                    <a:pt x="2567" y="0"/>
                  </a:lnTo>
                  <a:close/>
                </a:path>
              </a:pathLst>
            </a:custGeom>
            <a:solidFill>
              <a:srgbClr val="8C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5" name="Google Shape;6065;p61"/>
            <p:cNvSpPr/>
            <p:nvPr/>
          </p:nvSpPr>
          <p:spPr>
            <a:xfrm>
              <a:off x="3867633" y="2780704"/>
              <a:ext cx="67941" cy="294830"/>
            </a:xfrm>
            <a:custGeom>
              <a:avLst/>
              <a:gdLst/>
              <a:ahLst/>
              <a:cxnLst/>
              <a:rect l="l" t="t" r="r" b="b"/>
              <a:pathLst>
                <a:path w="2586" h="11222" extrusionOk="0">
                  <a:moveTo>
                    <a:pt x="1942" y="1"/>
                  </a:moveTo>
                  <a:cubicBezTo>
                    <a:pt x="1906" y="1"/>
                    <a:pt x="1869" y="4"/>
                    <a:pt x="1831" y="11"/>
                  </a:cubicBezTo>
                  <a:lnTo>
                    <a:pt x="1499" y="66"/>
                  </a:lnTo>
                  <a:cubicBezTo>
                    <a:pt x="1714" y="170"/>
                    <a:pt x="1845" y="392"/>
                    <a:pt x="1845" y="628"/>
                  </a:cubicBezTo>
                  <a:lnTo>
                    <a:pt x="1845" y="8979"/>
                  </a:lnTo>
                  <a:cubicBezTo>
                    <a:pt x="1852" y="10068"/>
                    <a:pt x="1075" y="10998"/>
                    <a:pt x="0" y="11192"/>
                  </a:cubicBezTo>
                  <a:cubicBezTo>
                    <a:pt x="123" y="11212"/>
                    <a:pt x="244" y="11221"/>
                    <a:pt x="363" y="11221"/>
                  </a:cubicBezTo>
                  <a:cubicBezTo>
                    <a:pt x="1571" y="11221"/>
                    <a:pt x="2586" y="10236"/>
                    <a:pt x="2567" y="8986"/>
                  </a:cubicBezTo>
                  <a:lnTo>
                    <a:pt x="2567" y="628"/>
                  </a:lnTo>
                  <a:cubicBezTo>
                    <a:pt x="2567" y="278"/>
                    <a:pt x="2279" y="1"/>
                    <a:pt x="1942" y="1"/>
                  </a:cubicBezTo>
                  <a:close/>
                </a:path>
              </a:pathLst>
            </a:custGeom>
            <a:solidFill>
              <a:srgbClr val="8C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66" name="Google Shape;6066;p61"/>
          <p:cNvGrpSpPr/>
          <p:nvPr/>
        </p:nvGrpSpPr>
        <p:grpSpPr>
          <a:xfrm>
            <a:off x="4165893" y="2811495"/>
            <a:ext cx="286475" cy="274390"/>
            <a:chOff x="4179067" y="2811495"/>
            <a:chExt cx="286475" cy="274390"/>
          </a:xfrm>
        </p:grpSpPr>
        <p:sp>
          <p:nvSpPr>
            <p:cNvPr id="6067" name="Google Shape;6067;p61"/>
            <p:cNvSpPr/>
            <p:nvPr/>
          </p:nvSpPr>
          <p:spPr>
            <a:xfrm>
              <a:off x="4333786" y="2956651"/>
              <a:ext cx="69990" cy="69990"/>
            </a:xfrm>
            <a:custGeom>
              <a:avLst/>
              <a:gdLst/>
              <a:ahLst/>
              <a:cxnLst/>
              <a:rect l="l" t="t" r="r" b="b"/>
              <a:pathLst>
                <a:path w="2664" h="2664" extrusionOk="0">
                  <a:moveTo>
                    <a:pt x="493" y="0"/>
                  </a:moveTo>
                  <a:lnTo>
                    <a:pt x="0" y="493"/>
                  </a:lnTo>
                  <a:lnTo>
                    <a:pt x="2171" y="2664"/>
                  </a:lnTo>
                  <a:lnTo>
                    <a:pt x="2664" y="2171"/>
                  </a:lnTo>
                  <a:lnTo>
                    <a:pt x="493" y="0"/>
                  </a:lnTo>
                  <a:close/>
                </a:path>
              </a:pathLst>
            </a:custGeom>
            <a:solidFill>
              <a:srgbClr val="DFE6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8" name="Google Shape;6068;p61"/>
            <p:cNvSpPr/>
            <p:nvPr/>
          </p:nvSpPr>
          <p:spPr>
            <a:xfrm>
              <a:off x="4363290" y="2987022"/>
              <a:ext cx="102253" cy="98785"/>
            </a:xfrm>
            <a:custGeom>
              <a:avLst/>
              <a:gdLst/>
              <a:ahLst/>
              <a:cxnLst/>
              <a:rect l="l" t="t" r="r" b="b"/>
              <a:pathLst>
                <a:path w="3892" h="3760" extrusionOk="0">
                  <a:moveTo>
                    <a:pt x="820" y="1"/>
                  </a:moveTo>
                  <a:cubicBezTo>
                    <a:pt x="748" y="1"/>
                    <a:pt x="675" y="28"/>
                    <a:pt x="618" y="86"/>
                  </a:cubicBezTo>
                  <a:lnTo>
                    <a:pt x="112" y="592"/>
                  </a:lnTo>
                  <a:cubicBezTo>
                    <a:pt x="8" y="696"/>
                    <a:pt x="1" y="869"/>
                    <a:pt x="105" y="980"/>
                  </a:cubicBezTo>
                  <a:lnTo>
                    <a:pt x="2283" y="3471"/>
                  </a:lnTo>
                  <a:cubicBezTo>
                    <a:pt x="2456" y="3662"/>
                    <a:pt x="2696" y="3760"/>
                    <a:pt x="2936" y="3760"/>
                  </a:cubicBezTo>
                  <a:cubicBezTo>
                    <a:pt x="3156" y="3760"/>
                    <a:pt x="3376" y="3678"/>
                    <a:pt x="3545" y="3512"/>
                  </a:cubicBezTo>
                  <a:cubicBezTo>
                    <a:pt x="3892" y="3158"/>
                    <a:pt x="3878" y="2583"/>
                    <a:pt x="3503" y="2250"/>
                  </a:cubicBezTo>
                  <a:lnTo>
                    <a:pt x="1013" y="72"/>
                  </a:lnTo>
                  <a:cubicBezTo>
                    <a:pt x="956" y="25"/>
                    <a:pt x="888" y="1"/>
                    <a:pt x="820" y="1"/>
                  </a:cubicBezTo>
                  <a:close/>
                </a:path>
              </a:pathLst>
            </a:custGeom>
            <a:solidFill>
              <a:srgbClr val="B0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9" name="Google Shape;6069;p61"/>
            <p:cNvSpPr/>
            <p:nvPr/>
          </p:nvSpPr>
          <p:spPr>
            <a:xfrm>
              <a:off x="4363474" y="2993826"/>
              <a:ext cx="98259" cy="92059"/>
            </a:xfrm>
            <a:custGeom>
              <a:avLst/>
              <a:gdLst/>
              <a:ahLst/>
              <a:cxnLst/>
              <a:rect l="l" t="t" r="r" b="b"/>
              <a:pathLst>
                <a:path w="3740" h="3504" extrusionOk="0">
                  <a:moveTo>
                    <a:pt x="438" y="0"/>
                  </a:moveTo>
                  <a:lnTo>
                    <a:pt x="112" y="333"/>
                  </a:lnTo>
                  <a:cubicBezTo>
                    <a:pt x="1" y="437"/>
                    <a:pt x="1" y="610"/>
                    <a:pt x="98" y="721"/>
                  </a:cubicBezTo>
                  <a:lnTo>
                    <a:pt x="2276" y="3212"/>
                  </a:lnTo>
                  <a:cubicBezTo>
                    <a:pt x="2449" y="3406"/>
                    <a:pt x="2687" y="3503"/>
                    <a:pt x="2926" y="3503"/>
                  </a:cubicBezTo>
                  <a:cubicBezTo>
                    <a:pt x="3147" y="3503"/>
                    <a:pt x="3368" y="3420"/>
                    <a:pt x="3538" y="3253"/>
                  </a:cubicBezTo>
                  <a:cubicBezTo>
                    <a:pt x="3628" y="3163"/>
                    <a:pt x="3698" y="3052"/>
                    <a:pt x="3739" y="2934"/>
                  </a:cubicBezTo>
                  <a:lnTo>
                    <a:pt x="3739" y="2934"/>
                  </a:lnTo>
                  <a:cubicBezTo>
                    <a:pt x="3645" y="2967"/>
                    <a:pt x="3547" y="2984"/>
                    <a:pt x="3450" y="2984"/>
                  </a:cubicBezTo>
                  <a:cubicBezTo>
                    <a:pt x="3205" y="2984"/>
                    <a:pt x="2965" y="2880"/>
                    <a:pt x="2796" y="2691"/>
                  </a:cubicBezTo>
                  <a:lnTo>
                    <a:pt x="438" y="0"/>
                  </a:lnTo>
                  <a:close/>
                </a:path>
              </a:pathLst>
            </a:custGeom>
            <a:solidFill>
              <a:srgbClr val="A5AF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0" name="Google Shape;6070;p61"/>
            <p:cNvSpPr/>
            <p:nvPr/>
          </p:nvSpPr>
          <p:spPr>
            <a:xfrm>
              <a:off x="4179067" y="2811495"/>
              <a:ext cx="215408" cy="196282"/>
            </a:xfrm>
            <a:custGeom>
              <a:avLst/>
              <a:gdLst/>
              <a:ahLst/>
              <a:cxnLst/>
              <a:rect l="l" t="t" r="r" b="b"/>
              <a:pathLst>
                <a:path w="8199" h="7471" extrusionOk="0">
                  <a:moveTo>
                    <a:pt x="4097" y="0"/>
                  </a:moveTo>
                  <a:cubicBezTo>
                    <a:pt x="3141" y="0"/>
                    <a:pt x="2185" y="365"/>
                    <a:pt x="1457" y="1093"/>
                  </a:cubicBezTo>
                  <a:cubicBezTo>
                    <a:pt x="0" y="2549"/>
                    <a:pt x="0" y="4922"/>
                    <a:pt x="1457" y="6378"/>
                  </a:cubicBezTo>
                  <a:cubicBezTo>
                    <a:pt x="2185" y="7107"/>
                    <a:pt x="3141" y="7471"/>
                    <a:pt x="4097" y="7471"/>
                  </a:cubicBezTo>
                  <a:cubicBezTo>
                    <a:pt x="5053" y="7471"/>
                    <a:pt x="6010" y="7107"/>
                    <a:pt x="6742" y="6378"/>
                  </a:cubicBezTo>
                  <a:cubicBezTo>
                    <a:pt x="8199" y="4922"/>
                    <a:pt x="8199" y="2549"/>
                    <a:pt x="6742" y="1093"/>
                  </a:cubicBezTo>
                  <a:cubicBezTo>
                    <a:pt x="6010" y="365"/>
                    <a:pt x="5053" y="0"/>
                    <a:pt x="4097" y="0"/>
                  </a:cubicBezTo>
                  <a:close/>
                </a:path>
              </a:pathLst>
            </a:custGeom>
            <a:solidFill>
              <a:srgbClr val="E2E8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1" name="Google Shape;6071;p61"/>
            <p:cNvSpPr/>
            <p:nvPr/>
          </p:nvSpPr>
          <p:spPr>
            <a:xfrm>
              <a:off x="4204210" y="2834405"/>
              <a:ext cx="165123" cy="150463"/>
            </a:xfrm>
            <a:custGeom>
              <a:avLst/>
              <a:gdLst/>
              <a:ahLst/>
              <a:cxnLst/>
              <a:rect l="l" t="t" r="r" b="b"/>
              <a:pathLst>
                <a:path w="6285" h="5727" extrusionOk="0">
                  <a:moveTo>
                    <a:pt x="3143" y="1"/>
                  </a:moveTo>
                  <a:cubicBezTo>
                    <a:pt x="2409" y="1"/>
                    <a:pt x="1676" y="280"/>
                    <a:pt x="1117" y="838"/>
                  </a:cubicBezTo>
                  <a:cubicBezTo>
                    <a:pt x="0" y="1955"/>
                    <a:pt x="0" y="3772"/>
                    <a:pt x="1117" y="4889"/>
                  </a:cubicBezTo>
                  <a:cubicBezTo>
                    <a:pt x="1676" y="5447"/>
                    <a:pt x="2409" y="5726"/>
                    <a:pt x="3143" y="5726"/>
                  </a:cubicBezTo>
                  <a:cubicBezTo>
                    <a:pt x="3876" y="5726"/>
                    <a:pt x="4610" y="5447"/>
                    <a:pt x="5168" y="4889"/>
                  </a:cubicBezTo>
                  <a:cubicBezTo>
                    <a:pt x="6285" y="3772"/>
                    <a:pt x="6285" y="1955"/>
                    <a:pt x="5168" y="838"/>
                  </a:cubicBezTo>
                  <a:cubicBezTo>
                    <a:pt x="4610" y="280"/>
                    <a:pt x="3876" y="1"/>
                    <a:pt x="3143" y="1"/>
                  </a:cubicBezTo>
                  <a:close/>
                </a:path>
              </a:pathLst>
            </a:custGeom>
            <a:solidFill>
              <a:srgbClr val="CBD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2" name="Google Shape;6072;p61"/>
            <p:cNvSpPr/>
            <p:nvPr/>
          </p:nvSpPr>
          <p:spPr>
            <a:xfrm>
              <a:off x="4204210" y="2850037"/>
              <a:ext cx="142160" cy="133175"/>
            </a:xfrm>
            <a:custGeom>
              <a:avLst/>
              <a:gdLst/>
              <a:ahLst/>
              <a:cxnLst/>
              <a:rect l="l" t="t" r="r" b="b"/>
              <a:pathLst>
                <a:path w="5411" h="5069" extrusionOk="0">
                  <a:moveTo>
                    <a:pt x="1388" y="0"/>
                  </a:moveTo>
                  <a:lnTo>
                    <a:pt x="1388" y="0"/>
                  </a:lnTo>
                  <a:cubicBezTo>
                    <a:pt x="1291" y="77"/>
                    <a:pt x="1200" y="153"/>
                    <a:pt x="1117" y="243"/>
                  </a:cubicBezTo>
                  <a:cubicBezTo>
                    <a:pt x="0" y="1422"/>
                    <a:pt x="84" y="3288"/>
                    <a:pt x="1304" y="4356"/>
                  </a:cubicBezTo>
                  <a:cubicBezTo>
                    <a:pt x="1848" y="4835"/>
                    <a:pt x="2522" y="5068"/>
                    <a:pt x="3193" y="5068"/>
                  </a:cubicBezTo>
                  <a:cubicBezTo>
                    <a:pt x="4021" y="5068"/>
                    <a:pt x="4844" y="4713"/>
                    <a:pt x="5411" y="4023"/>
                  </a:cubicBezTo>
                  <a:lnTo>
                    <a:pt x="5411" y="4023"/>
                  </a:lnTo>
                  <a:cubicBezTo>
                    <a:pt x="4886" y="4437"/>
                    <a:pt x="4259" y="4640"/>
                    <a:pt x="3634" y="4640"/>
                  </a:cubicBezTo>
                  <a:cubicBezTo>
                    <a:pt x="2898" y="4640"/>
                    <a:pt x="2165" y="4357"/>
                    <a:pt x="1610" y="3801"/>
                  </a:cubicBezTo>
                  <a:cubicBezTo>
                    <a:pt x="576" y="2775"/>
                    <a:pt x="486" y="1138"/>
                    <a:pt x="1388" y="0"/>
                  </a:cubicBezTo>
                  <a:close/>
                </a:path>
              </a:pathLst>
            </a:custGeom>
            <a:solidFill>
              <a:srgbClr val="B3C3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3" name="Google Shape;6073;p61"/>
            <p:cNvSpPr/>
            <p:nvPr/>
          </p:nvSpPr>
          <p:spPr>
            <a:xfrm>
              <a:off x="4246666" y="2855186"/>
              <a:ext cx="81103" cy="22883"/>
            </a:xfrm>
            <a:custGeom>
              <a:avLst/>
              <a:gdLst/>
              <a:ahLst/>
              <a:cxnLst/>
              <a:rect l="l" t="t" r="r" b="b"/>
              <a:pathLst>
                <a:path w="3087" h="871" extrusionOk="0">
                  <a:moveTo>
                    <a:pt x="1524" y="0"/>
                  </a:moveTo>
                  <a:cubicBezTo>
                    <a:pt x="994" y="0"/>
                    <a:pt x="465" y="203"/>
                    <a:pt x="63" y="609"/>
                  </a:cubicBezTo>
                  <a:cubicBezTo>
                    <a:pt x="1" y="671"/>
                    <a:pt x="1" y="762"/>
                    <a:pt x="63" y="824"/>
                  </a:cubicBezTo>
                  <a:cubicBezTo>
                    <a:pt x="91" y="855"/>
                    <a:pt x="129" y="871"/>
                    <a:pt x="168" y="871"/>
                  </a:cubicBezTo>
                  <a:cubicBezTo>
                    <a:pt x="207" y="871"/>
                    <a:pt x="247" y="855"/>
                    <a:pt x="278" y="824"/>
                  </a:cubicBezTo>
                  <a:cubicBezTo>
                    <a:pt x="621" y="481"/>
                    <a:pt x="1072" y="309"/>
                    <a:pt x="1523" y="309"/>
                  </a:cubicBezTo>
                  <a:cubicBezTo>
                    <a:pt x="1974" y="309"/>
                    <a:pt x="2425" y="481"/>
                    <a:pt x="2768" y="824"/>
                  </a:cubicBezTo>
                  <a:cubicBezTo>
                    <a:pt x="2801" y="854"/>
                    <a:pt x="2838" y="867"/>
                    <a:pt x="2872" y="867"/>
                  </a:cubicBezTo>
                  <a:cubicBezTo>
                    <a:pt x="2989" y="867"/>
                    <a:pt x="3086" y="721"/>
                    <a:pt x="2990" y="609"/>
                  </a:cubicBezTo>
                  <a:cubicBezTo>
                    <a:pt x="2584" y="203"/>
                    <a:pt x="2054" y="0"/>
                    <a:pt x="1524" y="0"/>
                  </a:cubicBez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4" name="Google Shape;6074;p61"/>
            <p:cNvSpPr/>
            <p:nvPr/>
          </p:nvSpPr>
          <p:spPr>
            <a:xfrm>
              <a:off x="4363290" y="2987022"/>
              <a:ext cx="41589" cy="40722"/>
            </a:xfrm>
            <a:custGeom>
              <a:avLst/>
              <a:gdLst/>
              <a:ahLst/>
              <a:cxnLst/>
              <a:rect l="l" t="t" r="r" b="b"/>
              <a:pathLst>
                <a:path w="1583" h="1550" extrusionOk="0">
                  <a:moveTo>
                    <a:pt x="821" y="1"/>
                  </a:moveTo>
                  <a:cubicBezTo>
                    <a:pt x="749" y="1"/>
                    <a:pt x="679" y="28"/>
                    <a:pt x="625" y="86"/>
                  </a:cubicBezTo>
                  <a:lnTo>
                    <a:pt x="119" y="592"/>
                  </a:lnTo>
                  <a:cubicBezTo>
                    <a:pt x="8" y="696"/>
                    <a:pt x="1" y="863"/>
                    <a:pt x="105" y="980"/>
                  </a:cubicBezTo>
                  <a:lnTo>
                    <a:pt x="597" y="1549"/>
                  </a:lnTo>
                  <a:lnTo>
                    <a:pt x="1582" y="564"/>
                  </a:lnTo>
                  <a:lnTo>
                    <a:pt x="1013" y="72"/>
                  </a:lnTo>
                  <a:cubicBezTo>
                    <a:pt x="956" y="25"/>
                    <a:pt x="888" y="1"/>
                    <a:pt x="821" y="1"/>
                  </a:cubicBezTo>
                  <a:close/>
                </a:path>
              </a:pathLst>
            </a:custGeom>
            <a:solidFill>
              <a:srgbClr val="D3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5" name="Google Shape;6075;p61"/>
            <p:cNvSpPr/>
            <p:nvPr/>
          </p:nvSpPr>
          <p:spPr>
            <a:xfrm>
              <a:off x="4363474" y="2993826"/>
              <a:ext cx="29189" cy="33918"/>
            </a:xfrm>
            <a:custGeom>
              <a:avLst/>
              <a:gdLst/>
              <a:ahLst/>
              <a:cxnLst/>
              <a:rect l="l" t="t" r="r" b="b"/>
              <a:pathLst>
                <a:path w="1111" h="1291" extrusionOk="0">
                  <a:moveTo>
                    <a:pt x="438" y="0"/>
                  </a:moveTo>
                  <a:lnTo>
                    <a:pt x="112" y="326"/>
                  </a:lnTo>
                  <a:cubicBezTo>
                    <a:pt x="1" y="437"/>
                    <a:pt x="1" y="604"/>
                    <a:pt x="98" y="721"/>
                  </a:cubicBezTo>
                  <a:lnTo>
                    <a:pt x="590" y="1290"/>
                  </a:lnTo>
                  <a:lnTo>
                    <a:pt x="1110" y="770"/>
                  </a:lnTo>
                  <a:lnTo>
                    <a:pt x="438" y="0"/>
                  </a:lnTo>
                  <a:close/>
                </a:path>
              </a:pathLst>
            </a:custGeom>
            <a:solidFill>
              <a:srgbClr val="C9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76" name="Google Shape;6076;p61"/>
          <p:cNvGrpSpPr/>
          <p:nvPr/>
        </p:nvGrpSpPr>
        <p:grpSpPr>
          <a:xfrm>
            <a:off x="4673583" y="2762156"/>
            <a:ext cx="371047" cy="374199"/>
            <a:chOff x="4686757" y="2762156"/>
            <a:chExt cx="371047" cy="374199"/>
          </a:xfrm>
        </p:grpSpPr>
        <p:sp>
          <p:nvSpPr>
            <p:cNvPr id="6077" name="Google Shape;6077;p61"/>
            <p:cNvSpPr/>
            <p:nvPr/>
          </p:nvSpPr>
          <p:spPr>
            <a:xfrm>
              <a:off x="4696767" y="2762156"/>
              <a:ext cx="353207" cy="374199"/>
            </a:xfrm>
            <a:custGeom>
              <a:avLst/>
              <a:gdLst/>
              <a:ahLst/>
              <a:cxnLst/>
              <a:rect l="l" t="t" r="r" b="b"/>
              <a:pathLst>
                <a:path w="13444" h="14243" extrusionOk="0">
                  <a:moveTo>
                    <a:pt x="4822" y="3727"/>
                  </a:moveTo>
                  <a:lnTo>
                    <a:pt x="6361" y="4608"/>
                  </a:lnTo>
                  <a:lnTo>
                    <a:pt x="4822" y="5482"/>
                  </a:lnTo>
                  <a:lnTo>
                    <a:pt x="4822" y="3727"/>
                  </a:lnTo>
                  <a:close/>
                  <a:moveTo>
                    <a:pt x="8741" y="3727"/>
                  </a:moveTo>
                  <a:lnTo>
                    <a:pt x="8741" y="5482"/>
                  </a:lnTo>
                  <a:lnTo>
                    <a:pt x="7201" y="4608"/>
                  </a:lnTo>
                  <a:lnTo>
                    <a:pt x="8741" y="3727"/>
                  </a:lnTo>
                  <a:close/>
                  <a:moveTo>
                    <a:pt x="2685" y="2797"/>
                  </a:moveTo>
                  <a:cubicBezTo>
                    <a:pt x="3448" y="2797"/>
                    <a:pt x="3844" y="3207"/>
                    <a:pt x="4405" y="3484"/>
                  </a:cubicBezTo>
                  <a:lnTo>
                    <a:pt x="4405" y="5725"/>
                  </a:lnTo>
                  <a:lnTo>
                    <a:pt x="2422" y="6862"/>
                  </a:lnTo>
                  <a:lnTo>
                    <a:pt x="1707" y="6453"/>
                  </a:lnTo>
                  <a:cubicBezTo>
                    <a:pt x="937" y="6016"/>
                    <a:pt x="563" y="5107"/>
                    <a:pt x="792" y="4247"/>
                  </a:cubicBezTo>
                  <a:cubicBezTo>
                    <a:pt x="1021" y="3394"/>
                    <a:pt x="1797" y="2797"/>
                    <a:pt x="2685" y="2797"/>
                  </a:cubicBezTo>
                  <a:close/>
                  <a:moveTo>
                    <a:pt x="10870" y="2797"/>
                  </a:moveTo>
                  <a:cubicBezTo>
                    <a:pt x="11758" y="2797"/>
                    <a:pt x="12535" y="3394"/>
                    <a:pt x="12764" y="4247"/>
                  </a:cubicBezTo>
                  <a:cubicBezTo>
                    <a:pt x="12992" y="5107"/>
                    <a:pt x="12618" y="6009"/>
                    <a:pt x="11848" y="6453"/>
                  </a:cubicBezTo>
                  <a:lnTo>
                    <a:pt x="11140" y="6862"/>
                  </a:lnTo>
                  <a:lnTo>
                    <a:pt x="9150" y="5725"/>
                  </a:lnTo>
                  <a:lnTo>
                    <a:pt x="9150" y="3484"/>
                  </a:lnTo>
                  <a:cubicBezTo>
                    <a:pt x="9725" y="3200"/>
                    <a:pt x="10114" y="2797"/>
                    <a:pt x="10870" y="2797"/>
                  </a:cubicBezTo>
                  <a:close/>
                  <a:moveTo>
                    <a:pt x="4398" y="6203"/>
                  </a:moveTo>
                  <a:lnTo>
                    <a:pt x="4398" y="7993"/>
                  </a:lnTo>
                  <a:lnTo>
                    <a:pt x="2838" y="7098"/>
                  </a:lnTo>
                  <a:lnTo>
                    <a:pt x="4398" y="6203"/>
                  </a:lnTo>
                  <a:close/>
                  <a:moveTo>
                    <a:pt x="9150" y="6203"/>
                  </a:moveTo>
                  <a:lnTo>
                    <a:pt x="10710" y="7098"/>
                  </a:lnTo>
                  <a:lnTo>
                    <a:pt x="9150" y="7993"/>
                  </a:lnTo>
                  <a:lnTo>
                    <a:pt x="9150" y="6203"/>
                  </a:lnTo>
                  <a:close/>
                  <a:moveTo>
                    <a:pt x="6778" y="4844"/>
                  </a:moveTo>
                  <a:lnTo>
                    <a:pt x="8741" y="5967"/>
                  </a:lnTo>
                  <a:lnTo>
                    <a:pt x="8741" y="8235"/>
                  </a:lnTo>
                  <a:lnTo>
                    <a:pt x="6778" y="9352"/>
                  </a:lnTo>
                  <a:lnTo>
                    <a:pt x="4822" y="8235"/>
                  </a:lnTo>
                  <a:lnTo>
                    <a:pt x="4822" y="5967"/>
                  </a:lnTo>
                  <a:lnTo>
                    <a:pt x="6778" y="4844"/>
                  </a:lnTo>
                  <a:close/>
                  <a:moveTo>
                    <a:pt x="4822" y="8721"/>
                  </a:moveTo>
                  <a:lnTo>
                    <a:pt x="6354" y="9595"/>
                  </a:lnTo>
                  <a:lnTo>
                    <a:pt x="4822" y="10476"/>
                  </a:lnTo>
                  <a:lnTo>
                    <a:pt x="4822" y="8721"/>
                  </a:lnTo>
                  <a:close/>
                  <a:moveTo>
                    <a:pt x="8734" y="8714"/>
                  </a:moveTo>
                  <a:lnTo>
                    <a:pt x="8734" y="10476"/>
                  </a:lnTo>
                  <a:lnTo>
                    <a:pt x="7201" y="9595"/>
                  </a:lnTo>
                  <a:lnTo>
                    <a:pt x="8734" y="8714"/>
                  </a:lnTo>
                  <a:close/>
                  <a:moveTo>
                    <a:pt x="11140" y="7341"/>
                  </a:moveTo>
                  <a:lnTo>
                    <a:pt x="11855" y="7743"/>
                  </a:lnTo>
                  <a:cubicBezTo>
                    <a:pt x="12306" y="8007"/>
                    <a:pt x="12632" y="8430"/>
                    <a:pt x="12764" y="8929"/>
                  </a:cubicBezTo>
                  <a:cubicBezTo>
                    <a:pt x="13125" y="10254"/>
                    <a:pt x="12073" y="11406"/>
                    <a:pt x="10873" y="11406"/>
                  </a:cubicBezTo>
                  <a:cubicBezTo>
                    <a:pt x="10553" y="11406"/>
                    <a:pt x="10223" y="11324"/>
                    <a:pt x="9906" y="11142"/>
                  </a:cubicBezTo>
                  <a:lnTo>
                    <a:pt x="9157" y="10712"/>
                  </a:lnTo>
                  <a:lnTo>
                    <a:pt x="9157" y="8478"/>
                  </a:lnTo>
                  <a:lnTo>
                    <a:pt x="11140" y="7341"/>
                  </a:lnTo>
                  <a:close/>
                  <a:moveTo>
                    <a:pt x="6778" y="9838"/>
                  </a:moveTo>
                  <a:lnTo>
                    <a:pt x="8741" y="10954"/>
                  </a:lnTo>
                  <a:lnTo>
                    <a:pt x="8741" y="11821"/>
                  </a:lnTo>
                  <a:cubicBezTo>
                    <a:pt x="8734" y="12903"/>
                    <a:pt x="7860" y="13777"/>
                    <a:pt x="6778" y="13777"/>
                  </a:cubicBezTo>
                  <a:cubicBezTo>
                    <a:pt x="5702" y="13777"/>
                    <a:pt x="4822" y="12903"/>
                    <a:pt x="4822" y="11821"/>
                  </a:cubicBezTo>
                  <a:lnTo>
                    <a:pt x="4822" y="10954"/>
                  </a:lnTo>
                  <a:lnTo>
                    <a:pt x="6778" y="9838"/>
                  </a:lnTo>
                  <a:close/>
                  <a:moveTo>
                    <a:pt x="6767" y="0"/>
                  </a:moveTo>
                  <a:cubicBezTo>
                    <a:pt x="6533" y="0"/>
                    <a:pt x="6296" y="35"/>
                    <a:pt x="6063" y="106"/>
                  </a:cubicBezTo>
                  <a:cubicBezTo>
                    <a:pt x="5071" y="418"/>
                    <a:pt x="4398" y="1334"/>
                    <a:pt x="4398" y="2374"/>
                  </a:cubicBezTo>
                  <a:lnTo>
                    <a:pt x="4398" y="3006"/>
                  </a:lnTo>
                  <a:lnTo>
                    <a:pt x="3851" y="2693"/>
                  </a:lnTo>
                  <a:cubicBezTo>
                    <a:pt x="3488" y="2491"/>
                    <a:pt x="3094" y="2395"/>
                    <a:pt x="2706" y="2395"/>
                  </a:cubicBezTo>
                  <a:cubicBezTo>
                    <a:pt x="1881" y="2395"/>
                    <a:pt x="1080" y="2827"/>
                    <a:pt x="646" y="3595"/>
                  </a:cubicBezTo>
                  <a:cubicBezTo>
                    <a:pt x="1" y="4719"/>
                    <a:pt x="375" y="6155"/>
                    <a:pt x="1492" y="6814"/>
                  </a:cubicBezTo>
                  <a:lnTo>
                    <a:pt x="1992" y="7098"/>
                  </a:lnTo>
                  <a:lnTo>
                    <a:pt x="1499" y="7389"/>
                  </a:lnTo>
                  <a:cubicBezTo>
                    <a:pt x="597" y="7902"/>
                    <a:pt x="140" y="8943"/>
                    <a:pt x="369" y="9956"/>
                  </a:cubicBezTo>
                  <a:cubicBezTo>
                    <a:pt x="591" y="10968"/>
                    <a:pt x="1444" y="11717"/>
                    <a:pt x="2477" y="11808"/>
                  </a:cubicBezTo>
                  <a:lnTo>
                    <a:pt x="2491" y="11808"/>
                  </a:lnTo>
                  <a:cubicBezTo>
                    <a:pt x="2495" y="11808"/>
                    <a:pt x="2500" y="11808"/>
                    <a:pt x="2504" y="11808"/>
                  </a:cubicBezTo>
                  <a:cubicBezTo>
                    <a:pt x="2769" y="11808"/>
                    <a:pt x="2785" y="11398"/>
                    <a:pt x="2512" y="11391"/>
                  </a:cubicBezTo>
                  <a:cubicBezTo>
                    <a:pt x="1659" y="11315"/>
                    <a:pt x="958" y="10698"/>
                    <a:pt x="778" y="9865"/>
                  </a:cubicBezTo>
                  <a:cubicBezTo>
                    <a:pt x="591" y="9033"/>
                    <a:pt x="965" y="8173"/>
                    <a:pt x="1707" y="7750"/>
                  </a:cubicBezTo>
                  <a:lnTo>
                    <a:pt x="2415" y="7341"/>
                  </a:lnTo>
                  <a:lnTo>
                    <a:pt x="4405" y="8478"/>
                  </a:lnTo>
                  <a:lnTo>
                    <a:pt x="4405" y="10712"/>
                  </a:lnTo>
                  <a:cubicBezTo>
                    <a:pt x="3740" y="11079"/>
                    <a:pt x="3587" y="11211"/>
                    <a:pt x="3261" y="11315"/>
                  </a:cubicBezTo>
                  <a:cubicBezTo>
                    <a:pt x="3014" y="11391"/>
                    <a:pt x="3097" y="11727"/>
                    <a:pt x="3319" y="11727"/>
                  </a:cubicBezTo>
                  <a:cubicBezTo>
                    <a:pt x="3340" y="11727"/>
                    <a:pt x="3362" y="11724"/>
                    <a:pt x="3386" y="11717"/>
                  </a:cubicBezTo>
                  <a:cubicBezTo>
                    <a:pt x="3760" y="11599"/>
                    <a:pt x="3948" y="11447"/>
                    <a:pt x="4405" y="11197"/>
                  </a:cubicBezTo>
                  <a:lnTo>
                    <a:pt x="4405" y="11821"/>
                  </a:lnTo>
                  <a:cubicBezTo>
                    <a:pt x="4378" y="13153"/>
                    <a:pt x="5446" y="14242"/>
                    <a:pt x="6778" y="14242"/>
                  </a:cubicBezTo>
                  <a:cubicBezTo>
                    <a:pt x="8109" y="14242"/>
                    <a:pt x="9178" y="13153"/>
                    <a:pt x="9157" y="11821"/>
                  </a:cubicBezTo>
                  <a:lnTo>
                    <a:pt x="9157" y="11197"/>
                  </a:lnTo>
                  <a:cubicBezTo>
                    <a:pt x="9517" y="11371"/>
                    <a:pt x="10003" y="11821"/>
                    <a:pt x="10877" y="11821"/>
                  </a:cubicBezTo>
                  <a:cubicBezTo>
                    <a:pt x="11952" y="11821"/>
                    <a:pt x="12888" y="11093"/>
                    <a:pt x="13166" y="10053"/>
                  </a:cubicBezTo>
                  <a:cubicBezTo>
                    <a:pt x="13443" y="9019"/>
                    <a:pt x="12985" y="7923"/>
                    <a:pt x="12056" y="7389"/>
                  </a:cubicBezTo>
                  <a:lnTo>
                    <a:pt x="11564" y="7105"/>
                  </a:lnTo>
                  <a:lnTo>
                    <a:pt x="12056" y="6820"/>
                  </a:lnTo>
                  <a:cubicBezTo>
                    <a:pt x="12791" y="6390"/>
                    <a:pt x="13249" y="5600"/>
                    <a:pt x="13249" y="4747"/>
                  </a:cubicBezTo>
                  <a:cubicBezTo>
                    <a:pt x="13249" y="3375"/>
                    <a:pt x="12106" y="2377"/>
                    <a:pt x="10863" y="2377"/>
                  </a:cubicBezTo>
                  <a:cubicBezTo>
                    <a:pt x="10471" y="2377"/>
                    <a:pt x="10070" y="2476"/>
                    <a:pt x="9691" y="2693"/>
                  </a:cubicBezTo>
                  <a:lnTo>
                    <a:pt x="9150" y="3006"/>
                  </a:lnTo>
                  <a:cubicBezTo>
                    <a:pt x="9136" y="2485"/>
                    <a:pt x="9178" y="2250"/>
                    <a:pt x="9087" y="1861"/>
                  </a:cubicBezTo>
                  <a:cubicBezTo>
                    <a:pt x="9064" y="1748"/>
                    <a:pt x="8979" y="1698"/>
                    <a:pt x="8892" y="1698"/>
                  </a:cubicBezTo>
                  <a:cubicBezTo>
                    <a:pt x="8771" y="1698"/>
                    <a:pt x="8646" y="1794"/>
                    <a:pt x="8678" y="1951"/>
                  </a:cubicBezTo>
                  <a:cubicBezTo>
                    <a:pt x="8754" y="2284"/>
                    <a:pt x="8720" y="2471"/>
                    <a:pt x="8727" y="3241"/>
                  </a:cubicBezTo>
                  <a:lnTo>
                    <a:pt x="6771" y="4365"/>
                  </a:lnTo>
                  <a:lnTo>
                    <a:pt x="4815" y="3241"/>
                  </a:lnTo>
                  <a:lnTo>
                    <a:pt x="4815" y="2374"/>
                  </a:lnTo>
                  <a:cubicBezTo>
                    <a:pt x="4815" y="1521"/>
                    <a:pt x="5370" y="765"/>
                    <a:pt x="6188" y="509"/>
                  </a:cubicBezTo>
                  <a:cubicBezTo>
                    <a:pt x="6381" y="448"/>
                    <a:pt x="6578" y="419"/>
                    <a:pt x="6773" y="419"/>
                  </a:cubicBezTo>
                  <a:cubicBezTo>
                    <a:pt x="7401" y="419"/>
                    <a:pt x="8004" y="724"/>
                    <a:pt x="8380" y="1265"/>
                  </a:cubicBezTo>
                  <a:cubicBezTo>
                    <a:pt x="8426" y="1330"/>
                    <a:pt x="8487" y="1358"/>
                    <a:pt x="8547" y="1358"/>
                  </a:cubicBezTo>
                  <a:cubicBezTo>
                    <a:pt x="8697" y="1358"/>
                    <a:pt x="8840" y="1190"/>
                    <a:pt x="8727" y="1022"/>
                  </a:cubicBezTo>
                  <a:cubicBezTo>
                    <a:pt x="8270" y="369"/>
                    <a:pt x="7533" y="0"/>
                    <a:pt x="676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8" name="Google Shape;6078;p61"/>
            <p:cNvSpPr/>
            <p:nvPr/>
          </p:nvSpPr>
          <p:spPr>
            <a:xfrm>
              <a:off x="4843656" y="2919134"/>
              <a:ext cx="62161" cy="59244"/>
            </a:xfrm>
            <a:custGeom>
              <a:avLst/>
              <a:gdLst/>
              <a:ahLst/>
              <a:cxnLst/>
              <a:rect l="l" t="t" r="r" b="b"/>
              <a:pathLst>
                <a:path w="2366" h="2255" extrusionOk="0">
                  <a:moveTo>
                    <a:pt x="1191" y="0"/>
                  </a:moveTo>
                  <a:cubicBezTo>
                    <a:pt x="667" y="0"/>
                    <a:pt x="146" y="346"/>
                    <a:pt x="70" y="991"/>
                  </a:cubicBezTo>
                  <a:cubicBezTo>
                    <a:pt x="0" y="1504"/>
                    <a:pt x="306" y="2004"/>
                    <a:pt x="791" y="2184"/>
                  </a:cubicBezTo>
                  <a:cubicBezTo>
                    <a:pt x="920" y="2232"/>
                    <a:pt x="1053" y="2255"/>
                    <a:pt x="1185" y="2255"/>
                  </a:cubicBezTo>
                  <a:cubicBezTo>
                    <a:pt x="1552" y="2255"/>
                    <a:pt x="1909" y="2077"/>
                    <a:pt x="2123" y="1761"/>
                  </a:cubicBezTo>
                  <a:cubicBezTo>
                    <a:pt x="2324" y="1456"/>
                    <a:pt x="2366" y="1081"/>
                    <a:pt x="2248" y="741"/>
                  </a:cubicBezTo>
                  <a:cubicBezTo>
                    <a:pt x="2062" y="238"/>
                    <a:pt x="1626" y="0"/>
                    <a:pt x="119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9" name="Google Shape;6079;p61"/>
            <p:cNvSpPr/>
            <p:nvPr/>
          </p:nvSpPr>
          <p:spPr>
            <a:xfrm>
              <a:off x="4686757" y="2827311"/>
              <a:ext cx="62660" cy="48473"/>
            </a:xfrm>
            <a:custGeom>
              <a:avLst/>
              <a:gdLst/>
              <a:ahLst/>
              <a:cxnLst/>
              <a:rect l="l" t="t" r="r" b="b"/>
              <a:pathLst>
                <a:path w="2385" h="1845" extrusionOk="0">
                  <a:moveTo>
                    <a:pt x="1207" y="1"/>
                  </a:moveTo>
                  <a:cubicBezTo>
                    <a:pt x="1147" y="1"/>
                    <a:pt x="1084" y="7"/>
                    <a:pt x="1020" y="19"/>
                  </a:cubicBezTo>
                  <a:cubicBezTo>
                    <a:pt x="215" y="172"/>
                    <a:pt x="0" y="1226"/>
                    <a:pt x="680" y="1691"/>
                  </a:cubicBezTo>
                  <a:cubicBezTo>
                    <a:pt x="770" y="1746"/>
                    <a:pt x="867" y="1795"/>
                    <a:pt x="978" y="1816"/>
                  </a:cubicBezTo>
                  <a:cubicBezTo>
                    <a:pt x="1054" y="1835"/>
                    <a:pt x="1130" y="1845"/>
                    <a:pt x="1205" y="1845"/>
                  </a:cubicBezTo>
                  <a:cubicBezTo>
                    <a:pt x="1503" y="1845"/>
                    <a:pt x="1786" y="1696"/>
                    <a:pt x="1963" y="1441"/>
                  </a:cubicBezTo>
                  <a:cubicBezTo>
                    <a:pt x="2385" y="809"/>
                    <a:pt x="1913" y="1"/>
                    <a:pt x="120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0" name="Google Shape;6080;p61"/>
            <p:cNvSpPr/>
            <p:nvPr/>
          </p:nvSpPr>
          <p:spPr>
            <a:xfrm>
              <a:off x="5005600" y="3019416"/>
              <a:ext cx="52020" cy="48604"/>
            </a:xfrm>
            <a:custGeom>
              <a:avLst/>
              <a:gdLst/>
              <a:ahLst/>
              <a:cxnLst/>
              <a:rect l="l" t="t" r="r" b="b"/>
              <a:pathLst>
                <a:path w="1980" h="1850" extrusionOk="0">
                  <a:moveTo>
                    <a:pt x="1025" y="1"/>
                  </a:moveTo>
                  <a:cubicBezTo>
                    <a:pt x="613" y="1"/>
                    <a:pt x="203" y="258"/>
                    <a:pt x="114" y="760"/>
                  </a:cubicBezTo>
                  <a:cubicBezTo>
                    <a:pt x="0" y="1404"/>
                    <a:pt x="513" y="1850"/>
                    <a:pt x="1039" y="1850"/>
                  </a:cubicBezTo>
                  <a:cubicBezTo>
                    <a:pt x="1317" y="1850"/>
                    <a:pt x="1598" y="1725"/>
                    <a:pt x="1792" y="1440"/>
                  </a:cubicBezTo>
                  <a:cubicBezTo>
                    <a:pt x="1938" y="1225"/>
                    <a:pt x="1980" y="954"/>
                    <a:pt x="1924" y="705"/>
                  </a:cubicBezTo>
                  <a:cubicBezTo>
                    <a:pt x="1806" y="232"/>
                    <a:pt x="1415" y="1"/>
                    <a:pt x="102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1" name="Google Shape;6081;p61"/>
            <p:cNvSpPr/>
            <p:nvPr/>
          </p:nvSpPr>
          <p:spPr>
            <a:xfrm>
              <a:off x="4857476" y="2936946"/>
              <a:ext cx="48341" cy="41484"/>
            </a:xfrm>
            <a:custGeom>
              <a:avLst/>
              <a:gdLst/>
              <a:ahLst/>
              <a:cxnLst/>
              <a:rect l="l" t="t" r="r" b="b"/>
              <a:pathLst>
                <a:path w="1840" h="1579" extrusionOk="0">
                  <a:moveTo>
                    <a:pt x="1332" y="1"/>
                  </a:moveTo>
                  <a:cubicBezTo>
                    <a:pt x="592" y="1"/>
                    <a:pt x="1" y="749"/>
                    <a:pt x="279" y="1513"/>
                  </a:cubicBezTo>
                  <a:cubicBezTo>
                    <a:pt x="403" y="1557"/>
                    <a:pt x="531" y="1579"/>
                    <a:pt x="657" y="1579"/>
                  </a:cubicBezTo>
                  <a:cubicBezTo>
                    <a:pt x="1025" y="1579"/>
                    <a:pt x="1380" y="1398"/>
                    <a:pt x="1597" y="1083"/>
                  </a:cubicBezTo>
                  <a:cubicBezTo>
                    <a:pt x="1791" y="785"/>
                    <a:pt x="1840" y="410"/>
                    <a:pt x="1722" y="70"/>
                  </a:cubicBezTo>
                  <a:cubicBezTo>
                    <a:pt x="1590" y="23"/>
                    <a:pt x="1459" y="1"/>
                    <a:pt x="133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2" name="Google Shape;6082;p61"/>
            <p:cNvSpPr/>
            <p:nvPr/>
          </p:nvSpPr>
          <p:spPr>
            <a:xfrm>
              <a:off x="4708563" y="2844940"/>
              <a:ext cx="34890" cy="30844"/>
            </a:xfrm>
            <a:custGeom>
              <a:avLst/>
              <a:gdLst/>
              <a:ahLst/>
              <a:cxnLst/>
              <a:rect l="l" t="t" r="r" b="b"/>
              <a:pathLst>
                <a:path w="1328" h="1174" extrusionOk="0">
                  <a:moveTo>
                    <a:pt x="1040" y="0"/>
                  </a:moveTo>
                  <a:cubicBezTo>
                    <a:pt x="464" y="0"/>
                    <a:pt x="1" y="548"/>
                    <a:pt x="148" y="1145"/>
                  </a:cubicBezTo>
                  <a:cubicBezTo>
                    <a:pt x="224" y="1164"/>
                    <a:pt x="300" y="1174"/>
                    <a:pt x="375" y="1174"/>
                  </a:cubicBezTo>
                  <a:cubicBezTo>
                    <a:pt x="673" y="1174"/>
                    <a:pt x="956" y="1025"/>
                    <a:pt x="1133" y="770"/>
                  </a:cubicBezTo>
                  <a:cubicBezTo>
                    <a:pt x="1279" y="548"/>
                    <a:pt x="1328" y="285"/>
                    <a:pt x="1265" y="28"/>
                  </a:cubicBezTo>
                  <a:cubicBezTo>
                    <a:pt x="1189" y="9"/>
                    <a:pt x="1114" y="0"/>
                    <a:pt x="10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3" name="Google Shape;6083;p61"/>
            <p:cNvSpPr/>
            <p:nvPr/>
          </p:nvSpPr>
          <p:spPr>
            <a:xfrm>
              <a:off x="5022914" y="3037176"/>
              <a:ext cx="34890" cy="30765"/>
            </a:xfrm>
            <a:custGeom>
              <a:avLst/>
              <a:gdLst/>
              <a:ahLst/>
              <a:cxnLst/>
              <a:rect l="l" t="t" r="r" b="b"/>
              <a:pathLst>
                <a:path w="1328" h="1171" extrusionOk="0">
                  <a:moveTo>
                    <a:pt x="1040" y="1"/>
                  </a:moveTo>
                  <a:cubicBezTo>
                    <a:pt x="464" y="1"/>
                    <a:pt x="1" y="549"/>
                    <a:pt x="148" y="1145"/>
                  </a:cubicBezTo>
                  <a:cubicBezTo>
                    <a:pt x="220" y="1163"/>
                    <a:pt x="293" y="1171"/>
                    <a:pt x="364" y="1171"/>
                  </a:cubicBezTo>
                  <a:cubicBezTo>
                    <a:pt x="668" y="1171"/>
                    <a:pt x="959" y="1022"/>
                    <a:pt x="1133" y="764"/>
                  </a:cubicBezTo>
                  <a:cubicBezTo>
                    <a:pt x="1279" y="549"/>
                    <a:pt x="1328" y="278"/>
                    <a:pt x="1265" y="29"/>
                  </a:cubicBezTo>
                  <a:cubicBezTo>
                    <a:pt x="1189" y="10"/>
                    <a:pt x="1114" y="1"/>
                    <a:pt x="104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084" name="Google Shape;6084;p61"/>
          <p:cNvGrpSpPr/>
          <p:nvPr/>
        </p:nvGrpSpPr>
        <p:grpSpPr>
          <a:xfrm>
            <a:off x="5208438" y="2784802"/>
            <a:ext cx="406567" cy="327855"/>
            <a:chOff x="5221613" y="2784802"/>
            <a:chExt cx="406567" cy="327855"/>
          </a:xfrm>
        </p:grpSpPr>
        <p:sp>
          <p:nvSpPr>
            <p:cNvPr id="6085" name="Google Shape;6085;p61"/>
            <p:cNvSpPr/>
            <p:nvPr/>
          </p:nvSpPr>
          <p:spPr>
            <a:xfrm>
              <a:off x="5221613" y="2811049"/>
              <a:ext cx="406567" cy="301608"/>
            </a:xfrm>
            <a:custGeom>
              <a:avLst/>
              <a:gdLst/>
              <a:ahLst/>
              <a:cxnLst/>
              <a:rect l="l" t="t" r="r" b="b"/>
              <a:pathLst>
                <a:path w="15475" h="11480" extrusionOk="0">
                  <a:moveTo>
                    <a:pt x="749" y="0"/>
                  </a:moveTo>
                  <a:cubicBezTo>
                    <a:pt x="340" y="0"/>
                    <a:pt x="0" y="333"/>
                    <a:pt x="0" y="749"/>
                  </a:cubicBezTo>
                  <a:lnTo>
                    <a:pt x="0" y="10730"/>
                  </a:lnTo>
                  <a:cubicBezTo>
                    <a:pt x="0" y="11140"/>
                    <a:pt x="340" y="11479"/>
                    <a:pt x="749" y="11479"/>
                  </a:cubicBezTo>
                  <a:lnTo>
                    <a:pt x="14726" y="11479"/>
                  </a:lnTo>
                  <a:cubicBezTo>
                    <a:pt x="15135" y="11479"/>
                    <a:pt x="15475" y="11140"/>
                    <a:pt x="15475" y="10730"/>
                  </a:cubicBezTo>
                  <a:lnTo>
                    <a:pt x="15475" y="749"/>
                  </a:lnTo>
                  <a:cubicBezTo>
                    <a:pt x="15475" y="333"/>
                    <a:pt x="15135" y="0"/>
                    <a:pt x="14726" y="0"/>
                  </a:cubicBezTo>
                  <a:close/>
                </a:path>
              </a:pathLst>
            </a:custGeom>
            <a:solidFill>
              <a:srgbClr val="DBE3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6" name="Google Shape;6086;p61"/>
            <p:cNvSpPr/>
            <p:nvPr/>
          </p:nvSpPr>
          <p:spPr>
            <a:xfrm>
              <a:off x="5221613" y="2811049"/>
              <a:ext cx="406567" cy="39382"/>
            </a:xfrm>
            <a:custGeom>
              <a:avLst/>
              <a:gdLst/>
              <a:ahLst/>
              <a:cxnLst/>
              <a:rect l="l" t="t" r="r" b="b"/>
              <a:pathLst>
                <a:path w="15475" h="1499" extrusionOk="0">
                  <a:moveTo>
                    <a:pt x="749" y="0"/>
                  </a:moveTo>
                  <a:cubicBezTo>
                    <a:pt x="340" y="0"/>
                    <a:pt x="0" y="333"/>
                    <a:pt x="0" y="749"/>
                  </a:cubicBezTo>
                  <a:lnTo>
                    <a:pt x="0" y="1498"/>
                  </a:lnTo>
                  <a:lnTo>
                    <a:pt x="15475" y="1498"/>
                  </a:lnTo>
                  <a:lnTo>
                    <a:pt x="15475" y="749"/>
                  </a:lnTo>
                  <a:cubicBezTo>
                    <a:pt x="15475" y="333"/>
                    <a:pt x="15135" y="0"/>
                    <a:pt x="14726"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7" name="Google Shape;6087;p61"/>
            <p:cNvSpPr/>
            <p:nvPr/>
          </p:nvSpPr>
          <p:spPr>
            <a:xfrm>
              <a:off x="5247833" y="2811049"/>
              <a:ext cx="52519" cy="26246"/>
            </a:xfrm>
            <a:custGeom>
              <a:avLst/>
              <a:gdLst/>
              <a:ahLst/>
              <a:cxnLst/>
              <a:rect l="l" t="t" r="r" b="b"/>
              <a:pathLst>
                <a:path w="1999" h="999" extrusionOk="0">
                  <a:moveTo>
                    <a:pt x="1" y="0"/>
                  </a:moveTo>
                  <a:lnTo>
                    <a:pt x="1" y="250"/>
                  </a:lnTo>
                  <a:cubicBezTo>
                    <a:pt x="1" y="659"/>
                    <a:pt x="341" y="999"/>
                    <a:pt x="750" y="999"/>
                  </a:cubicBezTo>
                  <a:lnTo>
                    <a:pt x="1249" y="999"/>
                  </a:lnTo>
                  <a:cubicBezTo>
                    <a:pt x="1666" y="999"/>
                    <a:pt x="1999" y="659"/>
                    <a:pt x="1999" y="250"/>
                  </a:cubicBezTo>
                  <a:lnTo>
                    <a:pt x="1999" y="0"/>
                  </a:lnTo>
                  <a:close/>
                </a:path>
              </a:pathLst>
            </a:custGeom>
            <a:solidFill>
              <a:srgbClr val="8095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8" name="Google Shape;6088;p61"/>
            <p:cNvSpPr/>
            <p:nvPr/>
          </p:nvSpPr>
          <p:spPr>
            <a:xfrm>
              <a:off x="5549441" y="2811049"/>
              <a:ext cx="52492" cy="26246"/>
            </a:xfrm>
            <a:custGeom>
              <a:avLst/>
              <a:gdLst/>
              <a:ahLst/>
              <a:cxnLst/>
              <a:rect l="l" t="t" r="r" b="b"/>
              <a:pathLst>
                <a:path w="1998" h="999" extrusionOk="0">
                  <a:moveTo>
                    <a:pt x="0" y="0"/>
                  </a:moveTo>
                  <a:lnTo>
                    <a:pt x="0" y="250"/>
                  </a:lnTo>
                  <a:cubicBezTo>
                    <a:pt x="0" y="659"/>
                    <a:pt x="333" y="999"/>
                    <a:pt x="749" y="999"/>
                  </a:cubicBezTo>
                  <a:lnTo>
                    <a:pt x="1249" y="999"/>
                  </a:lnTo>
                  <a:cubicBezTo>
                    <a:pt x="1658" y="999"/>
                    <a:pt x="1998" y="659"/>
                    <a:pt x="1998" y="250"/>
                  </a:cubicBezTo>
                  <a:lnTo>
                    <a:pt x="1998" y="0"/>
                  </a:lnTo>
                  <a:close/>
                </a:path>
              </a:pathLst>
            </a:custGeom>
            <a:solidFill>
              <a:srgbClr val="8095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9" name="Google Shape;6089;p61"/>
            <p:cNvSpPr/>
            <p:nvPr/>
          </p:nvSpPr>
          <p:spPr>
            <a:xfrm>
              <a:off x="5260969" y="2784802"/>
              <a:ext cx="26272" cy="39382"/>
            </a:xfrm>
            <a:custGeom>
              <a:avLst/>
              <a:gdLst/>
              <a:ahLst/>
              <a:cxnLst/>
              <a:rect l="l" t="t" r="r" b="b"/>
              <a:pathLst>
                <a:path w="1000" h="1499" extrusionOk="0">
                  <a:moveTo>
                    <a:pt x="250" y="0"/>
                  </a:moveTo>
                  <a:cubicBezTo>
                    <a:pt x="111" y="0"/>
                    <a:pt x="0" y="111"/>
                    <a:pt x="0" y="250"/>
                  </a:cubicBezTo>
                  <a:lnTo>
                    <a:pt x="0" y="1249"/>
                  </a:lnTo>
                  <a:cubicBezTo>
                    <a:pt x="0" y="1381"/>
                    <a:pt x="111" y="1498"/>
                    <a:pt x="250" y="1498"/>
                  </a:cubicBezTo>
                  <a:lnTo>
                    <a:pt x="749" y="1498"/>
                  </a:lnTo>
                  <a:cubicBezTo>
                    <a:pt x="888" y="1498"/>
                    <a:pt x="999" y="1388"/>
                    <a:pt x="999" y="1249"/>
                  </a:cubicBezTo>
                  <a:lnTo>
                    <a:pt x="999" y="250"/>
                  </a:lnTo>
                  <a:cubicBezTo>
                    <a:pt x="999" y="111"/>
                    <a:pt x="888" y="0"/>
                    <a:pt x="749" y="0"/>
                  </a:cubicBezTo>
                  <a:close/>
                </a:path>
              </a:pathLst>
            </a:custGeom>
            <a:solidFill>
              <a:srgbClr val="96A2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0" name="Google Shape;6090;p61"/>
            <p:cNvSpPr/>
            <p:nvPr/>
          </p:nvSpPr>
          <p:spPr>
            <a:xfrm>
              <a:off x="5260969" y="2784802"/>
              <a:ext cx="26272" cy="19704"/>
            </a:xfrm>
            <a:custGeom>
              <a:avLst/>
              <a:gdLst/>
              <a:ahLst/>
              <a:cxnLst/>
              <a:rect l="l" t="t" r="r" b="b"/>
              <a:pathLst>
                <a:path w="1000" h="750" extrusionOk="0">
                  <a:moveTo>
                    <a:pt x="250" y="0"/>
                  </a:moveTo>
                  <a:cubicBezTo>
                    <a:pt x="111" y="0"/>
                    <a:pt x="0" y="111"/>
                    <a:pt x="0" y="250"/>
                  </a:cubicBezTo>
                  <a:lnTo>
                    <a:pt x="0" y="500"/>
                  </a:lnTo>
                  <a:cubicBezTo>
                    <a:pt x="0" y="638"/>
                    <a:pt x="111" y="749"/>
                    <a:pt x="250" y="749"/>
                  </a:cubicBezTo>
                  <a:lnTo>
                    <a:pt x="749" y="749"/>
                  </a:lnTo>
                  <a:cubicBezTo>
                    <a:pt x="888" y="749"/>
                    <a:pt x="999" y="638"/>
                    <a:pt x="999" y="500"/>
                  </a:cubicBezTo>
                  <a:lnTo>
                    <a:pt x="999" y="250"/>
                  </a:lnTo>
                  <a:cubicBezTo>
                    <a:pt x="999" y="111"/>
                    <a:pt x="888" y="0"/>
                    <a:pt x="749" y="0"/>
                  </a:cubicBezTo>
                  <a:close/>
                </a:path>
              </a:pathLst>
            </a:custGeom>
            <a:solidFill>
              <a:srgbClr val="B8C7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1" name="Google Shape;6091;p61"/>
            <p:cNvSpPr/>
            <p:nvPr/>
          </p:nvSpPr>
          <p:spPr>
            <a:xfrm>
              <a:off x="5562551" y="2784802"/>
              <a:ext cx="26456" cy="39382"/>
            </a:xfrm>
            <a:custGeom>
              <a:avLst/>
              <a:gdLst/>
              <a:ahLst/>
              <a:cxnLst/>
              <a:rect l="l" t="t" r="r" b="b"/>
              <a:pathLst>
                <a:path w="1007" h="1499" extrusionOk="0">
                  <a:moveTo>
                    <a:pt x="250" y="0"/>
                  </a:moveTo>
                  <a:cubicBezTo>
                    <a:pt x="119" y="0"/>
                    <a:pt x="1" y="111"/>
                    <a:pt x="1" y="250"/>
                  </a:cubicBezTo>
                  <a:lnTo>
                    <a:pt x="1" y="1249"/>
                  </a:lnTo>
                  <a:cubicBezTo>
                    <a:pt x="1" y="1381"/>
                    <a:pt x="119" y="1498"/>
                    <a:pt x="250" y="1498"/>
                  </a:cubicBezTo>
                  <a:lnTo>
                    <a:pt x="757" y="1498"/>
                  </a:lnTo>
                  <a:cubicBezTo>
                    <a:pt x="889" y="1498"/>
                    <a:pt x="1000" y="1388"/>
                    <a:pt x="1006" y="1249"/>
                  </a:cubicBezTo>
                  <a:lnTo>
                    <a:pt x="1006" y="250"/>
                  </a:lnTo>
                  <a:cubicBezTo>
                    <a:pt x="1006" y="111"/>
                    <a:pt x="889" y="0"/>
                    <a:pt x="757" y="0"/>
                  </a:cubicBezTo>
                  <a:close/>
                </a:path>
              </a:pathLst>
            </a:custGeom>
            <a:solidFill>
              <a:srgbClr val="96A2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2" name="Google Shape;6092;p61"/>
            <p:cNvSpPr/>
            <p:nvPr/>
          </p:nvSpPr>
          <p:spPr>
            <a:xfrm>
              <a:off x="5562551" y="2784802"/>
              <a:ext cx="26456" cy="19704"/>
            </a:xfrm>
            <a:custGeom>
              <a:avLst/>
              <a:gdLst/>
              <a:ahLst/>
              <a:cxnLst/>
              <a:rect l="l" t="t" r="r" b="b"/>
              <a:pathLst>
                <a:path w="1007" h="750" extrusionOk="0">
                  <a:moveTo>
                    <a:pt x="250" y="0"/>
                  </a:moveTo>
                  <a:cubicBezTo>
                    <a:pt x="119" y="0"/>
                    <a:pt x="1" y="111"/>
                    <a:pt x="1" y="250"/>
                  </a:cubicBezTo>
                  <a:lnTo>
                    <a:pt x="1" y="500"/>
                  </a:lnTo>
                  <a:cubicBezTo>
                    <a:pt x="1" y="638"/>
                    <a:pt x="119" y="749"/>
                    <a:pt x="250" y="749"/>
                  </a:cubicBezTo>
                  <a:lnTo>
                    <a:pt x="757" y="749"/>
                  </a:lnTo>
                  <a:cubicBezTo>
                    <a:pt x="889" y="749"/>
                    <a:pt x="1006" y="638"/>
                    <a:pt x="1006" y="500"/>
                  </a:cubicBezTo>
                  <a:lnTo>
                    <a:pt x="1006" y="250"/>
                  </a:lnTo>
                  <a:cubicBezTo>
                    <a:pt x="1006" y="111"/>
                    <a:pt x="889" y="0"/>
                    <a:pt x="757" y="0"/>
                  </a:cubicBezTo>
                  <a:close/>
                </a:path>
              </a:pathLst>
            </a:custGeom>
            <a:solidFill>
              <a:srgbClr val="B8C7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3" name="Google Shape;6093;p61"/>
            <p:cNvSpPr/>
            <p:nvPr/>
          </p:nvSpPr>
          <p:spPr>
            <a:xfrm>
              <a:off x="5221613" y="2850405"/>
              <a:ext cx="406567" cy="13136"/>
            </a:xfrm>
            <a:custGeom>
              <a:avLst/>
              <a:gdLst/>
              <a:ahLst/>
              <a:cxnLst/>
              <a:rect l="l" t="t" r="r" b="b"/>
              <a:pathLst>
                <a:path w="15475" h="500" extrusionOk="0">
                  <a:moveTo>
                    <a:pt x="0" y="0"/>
                  </a:moveTo>
                  <a:lnTo>
                    <a:pt x="0" y="500"/>
                  </a:lnTo>
                  <a:lnTo>
                    <a:pt x="15475" y="500"/>
                  </a:lnTo>
                  <a:lnTo>
                    <a:pt x="15475" y="0"/>
                  </a:lnTo>
                  <a:close/>
                </a:path>
              </a:pathLst>
            </a:custGeom>
            <a:solidFill>
              <a:srgbClr val="CB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4" name="Google Shape;6094;p61"/>
            <p:cNvSpPr/>
            <p:nvPr/>
          </p:nvSpPr>
          <p:spPr>
            <a:xfrm>
              <a:off x="5260969" y="2889577"/>
              <a:ext cx="52492" cy="26272"/>
            </a:xfrm>
            <a:custGeom>
              <a:avLst/>
              <a:gdLst/>
              <a:ahLst/>
              <a:cxnLst/>
              <a:rect l="l" t="t" r="r" b="b"/>
              <a:pathLst>
                <a:path w="1998" h="1000" extrusionOk="0">
                  <a:moveTo>
                    <a:pt x="250" y="1"/>
                  </a:moveTo>
                  <a:cubicBezTo>
                    <a:pt x="111" y="1"/>
                    <a:pt x="0" y="112"/>
                    <a:pt x="0" y="250"/>
                  </a:cubicBezTo>
                  <a:lnTo>
                    <a:pt x="0" y="750"/>
                  </a:lnTo>
                  <a:cubicBezTo>
                    <a:pt x="0" y="888"/>
                    <a:pt x="111" y="999"/>
                    <a:pt x="250" y="999"/>
                  </a:cubicBezTo>
                  <a:lnTo>
                    <a:pt x="1748" y="999"/>
                  </a:lnTo>
                  <a:cubicBezTo>
                    <a:pt x="1887" y="999"/>
                    <a:pt x="1998" y="888"/>
                    <a:pt x="1998" y="750"/>
                  </a:cubicBezTo>
                  <a:lnTo>
                    <a:pt x="1998" y="250"/>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5" name="Google Shape;6095;p61"/>
            <p:cNvSpPr/>
            <p:nvPr/>
          </p:nvSpPr>
          <p:spPr>
            <a:xfrm>
              <a:off x="5260969" y="2942070"/>
              <a:ext cx="52492" cy="26272"/>
            </a:xfrm>
            <a:custGeom>
              <a:avLst/>
              <a:gdLst/>
              <a:ahLst/>
              <a:cxnLst/>
              <a:rect l="l" t="t" r="r" b="b"/>
              <a:pathLst>
                <a:path w="1998" h="1000" extrusionOk="0">
                  <a:moveTo>
                    <a:pt x="250" y="0"/>
                  </a:moveTo>
                  <a:cubicBezTo>
                    <a:pt x="111" y="0"/>
                    <a:pt x="0" y="111"/>
                    <a:pt x="0" y="250"/>
                  </a:cubicBezTo>
                  <a:lnTo>
                    <a:pt x="0" y="749"/>
                  </a:lnTo>
                  <a:cubicBezTo>
                    <a:pt x="0" y="888"/>
                    <a:pt x="111" y="999"/>
                    <a:pt x="250" y="999"/>
                  </a:cubicBezTo>
                  <a:lnTo>
                    <a:pt x="1748" y="999"/>
                  </a:lnTo>
                  <a:cubicBezTo>
                    <a:pt x="1887" y="999"/>
                    <a:pt x="1998" y="888"/>
                    <a:pt x="1998" y="749"/>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6" name="Google Shape;6096;p61"/>
            <p:cNvSpPr/>
            <p:nvPr/>
          </p:nvSpPr>
          <p:spPr>
            <a:xfrm>
              <a:off x="5260969" y="2994536"/>
              <a:ext cx="52492" cy="26272"/>
            </a:xfrm>
            <a:custGeom>
              <a:avLst/>
              <a:gdLst/>
              <a:ahLst/>
              <a:cxnLst/>
              <a:rect l="l" t="t" r="r" b="b"/>
              <a:pathLst>
                <a:path w="1998" h="1000" extrusionOk="0">
                  <a:moveTo>
                    <a:pt x="250" y="1"/>
                  </a:moveTo>
                  <a:cubicBezTo>
                    <a:pt x="111" y="1"/>
                    <a:pt x="0" y="112"/>
                    <a:pt x="0" y="251"/>
                  </a:cubicBezTo>
                  <a:lnTo>
                    <a:pt x="0" y="750"/>
                  </a:lnTo>
                  <a:cubicBezTo>
                    <a:pt x="0" y="889"/>
                    <a:pt x="111" y="1000"/>
                    <a:pt x="250" y="1000"/>
                  </a:cubicBezTo>
                  <a:lnTo>
                    <a:pt x="1748" y="1000"/>
                  </a:lnTo>
                  <a:cubicBezTo>
                    <a:pt x="1887" y="1000"/>
                    <a:pt x="1998" y="889"/>
                    <a:pt x="1998" y="750"/>
                  </a:cubicBezTo>
                  <a:lnTo>
                    <a:pt x="1998" y="251"/>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7" name="Google Shape;6097;p61"/>
            <p:cNvSpPr/>
            <p:nvPr/>
          </p:nvSpPr>
          <p:spPr>
            <a:xfrm>
              <a:off x="5352818" y="2994536"/>
              <a:ext cx="52492" cy="26272"/>
            </a:xfrm>
            <a:custGeom>
              <a:avLst/>
              <a:gdLst/>
              <a:ahLst/>
              <a:cxnLst/>
              <a:rect l="l" t="t" r="r" b="b"/>
              <a:pathLst>
                <a:path w="1998" h="1000" extrusionOk="0">
                  <a:moveTo>
                    <a:pt x="250" y="1"/>
                  </a:moveTo>
                  <a:cubicBezTo>
                    <a:pt x="111" y="1"/>
                    <a:pt x="0" y="112"/>
                    <a:pt x="0" y="251"/>
                  </a:cubicBezTo>
                  <a:lnTo>
                    <a:pt x="0" y="750"/>
                  </a:lnTo>
                  <a:cubicBezTo>
                    <a:pt x="0" y="889"/>
                    <a:pt x="111" y="1000"/>
                    <a:pt x="250" y="1000"/>
                  </a:cubicBezTo>
                  <a:lnTo>
                    <a:pt x="1748" y="1000"/>
                  </a:lnTo>
                  <a:cubicBezTo>
                    <a:pt x="1880" y="1000"/>
                    <a:pt x="1998" y="889"/>
                    <a:pt x="1998" y="750"/>
                  </a:cubicBezTo>
                  <a:lnTo>
                    <a:pt x="1998" y="251"/>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8" name="Google Shape;6098;p61"/>
            <p:cNvSpPr/>
            <p:nvPr/>
          </p:nvSpPr>
          <p:spPr>
            <a:xfrm>
              <a:off x="5444482" y="2994536"/>
              <a:ext cx="52492" cy="26272"/>
            </a:xfrm>
            <a:custGeom>
              <a:avLst/>
              <a:gdLst/>
              <a:ahLst/>
              <a:cxnLst/>
              <a:rect l="l" t="t" r="r" b="b"/>
              <a:pathLst>
                <a:path w="1998" h="1000" extrusionOk="0">
                  <a:moveTo>
                    <a:pt x="250" y="1"/>
                  </a:moveTo>
                  <a:cubicBezTo>
                    <a:pt x="111" y="1"/>
                    <a:pt x="0" y="112"/>
                    <a:pt x="0" y="251"/>
                  </a:cubicBezTo>
                  <a:lnTo>
                    <a:pt x="0" y="750"/>
                  </a:lnTo>
                  <a:cubicBezTo>
                    <a:pt x="0" y="889"/>
                    <a:pt x="111" y="1000"/>
                    <a:pt x="250" y="1000"/>
                  </a:cubicBezTo>
                  <a:lnTo>
                    <a:pt x="1748" y="1000"/>
                  </a:lnTo>
                  <a:cubicBezTo>
                    <a:pt x="1887" y="1000"/>
                    <a:pt x="1998" y="889"/>
                    <a:pt x="1998" y="750"/>
                  </a:cubicBezTo>
                  <a:lnTo>
                    <a:pt x="1998" y="251"/>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9" name="Google Shape;6099;p61"/>
            <p:cNvSpPr/>
            <p:nvPr/>
          </p:nvSpPr>
          <p:spPr>
            <a:xfrm>
              <a:off x="5352818" y="2942070"/>
              <a:ext cx="52492" cy="26272"/>
            </a:xfrm>
            <a:custGeom>
              <a:avLst/>
              <a:gdLst/>
              <a:ahLst/>
              <a:cxnLst/>
              <a:rect l="l" t="t" r="r" b="b"/>
              <a:pathLst>
                <a:path w="1998" h="1000" extrusionOk="0">
                  <a:moveTo>
                    <a:pt x="250" y="0"/>
                  </a:moveTo>
                  <a:cubicBezTo>
                    <a:pt x="111" y="0"/>
                    <a:pt x="0" y="111"/>
                    <a:pt x="0" y="250"/>
                  </a:cubicBezTo>
                  <a:lnTo>
                    <a:pt x="0" y="749"/>
                  </a:lnTo>
                  <a:cubicBezTo>
                    <a:pt x="0" y="888"/>
                    <a:pt x="111" y="999"/>
                    <a:pt x="250" y="999"/>
                  </a:cubicBezTo>
                  <a:lnTo>
                    <a:pt x="1748" y="999"/>
                  </a:lnTo>
                  <a:cubicBezTo>
                    <a:pt x="1880" y="999"/>
                    <a:pt x="1998" y="888"/>
                    <a:pt x="1998" y="749"/>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0" name="Google Shape;6100;p61"/>
            <p:cNvSpPr/>
            <p:nvPr/>
          </p:nvSpPr>
          <p:spPr>
            <a:xfrm>
              <a:off x="5260969" y="3047028"/>
              <a:ext cx="52492" cy="26272"/>
            </a:xfrm>
            <a:custGeom>
              <a:avLst/>
              <a:gdLst/>
              <a:ahLst/>
              <a:cxnLst/>
              <a:rect l="l" t="t" r="r" b="b"/>
              <a:pathLst>
                <a:path w="1998" h="1000" extrusionOk="0">
                  <a:moveTo>
                    <a:pt x="250" y="0"/>
                  </a:moveTo>
                  <a:cubicBezTo>
                    <a:pt x="111" y="0"/>
                    <a:pt x="0" y="111"/>
                    <a:pt x="0" y="250"/>
                  </a:cubicBezTo>
                  <a:lnTo>
                    <a:pt x="0" y="750"/>
                  </a:lnTo>
                  <a:cubicBezTo>
                    <a:pt x="0" y="888"/>
                    <a:pt x="111" y="999"/>
                    <a:pt x="250" y="999"/>
                  </a:cubicBezTo>
                  <a:lnTo>
                    <a:pt x="1748" y="999"/>
                  </a:lnTo>
                  <a:cubicBezTo>
                    <a:pt x="1887" y="999"/>
                    <a:pt x="1998" y="888"/>
                    <a:pt x="1998" y="750"/>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1" name="Google Shape;6101;p61"/>
            <p:cNvSpPr/>
            <p:nvPr/>
          </p:nvSpPr>
          <p:spPr>
            <a:xfrm>
              <a:off x="5352818" y="2889577"/>
              <a:ext cx="52492" cy="26272"/>
            </a:xfrm>
            <a:custGeom>
              <a:avLst/>
              <a:gdLst/>
              <a:ahLst/>
              <a:cxnLst/>
              <a:rect l="l" t="t" r="r" b="b"/>
              <a:pathLst>
                <a:path w="1998" h="1000" extrusionOk="0">
                  <a:moveTo>
                    <a:pt x="250" y="1"/>
                  </a:moveTo>
                  <a:cubicBezTo>
                    <a:pt x="111" y="1"/>
                    <a:pt x="0" y="112"/>
                    <a:pt x="0" y="250"/>
                  </a:cubicBezTo>
                  <a:lnTo>
                    <a:pt x="0" y="750"/>
                  </a:lnTo>
                  <a:cubicBezTo>
                    <a:pt x="0" y="888"/>
                    <a:pt x="111" y="999"/>
                    <a:pt x="250" y="999"/>
                  </a:cubicBezTo>
                  <a:lnTo>
                    <a:pt x="1748" y="999"/>
                  </a:lnTo>
                  <a:cubicBezTo>
                    <a:pt x="1880" y="999"/>
                    <a:pt x="1998" y="888"/>
                    <a:pt x="1998" y="750"/>
                  </a:cubicBezTo>
                  <a:lnTo>
                    <a:pt x="1998" y="250"/>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2" name="Google Shape;6102;p61"/>
            <p:cNvSpPr/>
            <p:nvPr/>
          </p:nvSpPr>
          <p:spPr>
            <a:xfrm>
              <a:off x="5352818" y="3047028"/>
              <a:ext cx="52492" cy="26272"/>
            </a:xfrm>
            <a:custGeom>
              <a:avLst/>
              <a:gdLst/>
              <a:ahLst/>
              <a:cxnLst/>
              <a:rect l="l" t="t" r="r" b="b"/>
              <a:pathLst>
                <a:path w="1998" h="1000" extrusionOk="0">
                  <a:moveTo>
                    <a:pt x="250" y="0"/>
                  </a:moveTo>
                  <a:cubicBezTo>
                    <a:pt x="111" y="0"/>
                    <a:pt x="0" y="111"/>
                    <a:pt x="0" y="250"/>
                  </a:cubicBezTo>
                  <a:lnTo>
                    <a:pt x="0" y="750"/>
                  </a:lnTo>
                  <a:cubicBezTo>
                    <a:pt x="0" y="888"/>
                    <a:pt x="111" y="999"/>
                    <a:pt x="250" y="999"/>
                  </a:cubicBezTo>
                  <a:lnTo>
                    <a:pt x="1748" y="999"/>
                  </a:lnTo>
                  <a:cubicBezTo>
                    <a:pt x="1880" y="999"/>
                    <a:pt x="1998" y="888"/>
                    <a:pt x="1998" y="750"/>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3" name="Google Shape;6103;p61"/>
            <p:cNvSpPr/>
            <p:nvPr/>
          </p:nvSpPr>
          <p:spPr>
            <a:xfrm>
              <a:off x="5536489" y="2994536"/>
              <a:ext cx="52519" cy="26272"/>
            </a:xfrm>
            <a:custGeom>
              <a:avLst/>
              <a:gdLst/>
              <a:ahLst/>
              <a:cxnLst/>
              <a:rect l="l" t="t" r="r" b="b"/>
              <a:pathLst>
                <a:path w="1999" h="1000" extrusionOk="0">
                  <a:moveTo>
                    <a:pt x="251" y="1"/>
                  </a:moveTo>
                  <a:cubicBezTo>
                    <a:pt x="112" y="1"/>
                    <a:pt x="1" y="112"/>
                    <a:pt x="1" y="251"/>
                  </a:cubicBezTo>
                  <a:lnTo>
                    <a:pt x="1" y="750"/>
                  </a:lnTo>
                  <a:cubicBezTo>
                    <a:pt x="1" y="889"/>
                    <a:pt x="112" y="1000"/>
                    <a:pt x="251" y="1000"/>
                  </a:cubicBezTo>
                  <a:lnTo>
                    <a:pt x="1749" y="1000"/>
                  </a:lnTo>
                  <a:cubicBezTo>
                    <a:pt x="1881" y="1000"/>
                    <a:pt x="1998" y="889"/>
                    <a:pt x="1998" y="750"/>
                  </a:cubicBezTo>
                  <a:lnTo>
                    <a:pt x="1998" y="251"/>
                  </a:lnTo>
                  <a:cubicBezTo>
                    <a:pt x="1998" y="112"/>
                    <a:pt x="1881" y="1"/>
                    <a:pt x="174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4" name="Google Shape;6104;p61"/>
            <p:cNvSpPr/>
            <p:nvPr/>
          </p:nvSpPr>
          <p:spPr>
            <a:xfrm>
              <a:off x="5536489" y="2889577"/>
              <a:ext cx="52519" cy="26272"/>
            </a:xfrm>
            <a:custGeom>
              <a:avLst/>
              <a:gdLst/>
              <a:ahLst/>
              <a:cxnLst/>
              <a:rect l="l" t="t" r="r" b="b"/>
              <a:pathLst>
                <a:path w="1999" h="1000" extrusionOk="0">
                  <a:moveTo>
                    <a:pt x="251" y="1"/>
                  </a:moveTo>
                  <a:cubicBezTo>
                    <a:pt x="112" y="1"/>
                    <a:pt x="1" y="112"/>
                    <a:pt x="1" y="250"/>
                  </a:cubicBezTo>
                  <a:lnTo>
                    <a:pt x="1" y="750"/>
                  </a:lnTo>
                  <a:cubicBezTo>
                    <a:pt x="1" y="888"/>
                    <a:pt x="112" y="999"/>
                    <a:pt x="251" y="999"/>
                  </a:cubicBezTo>
                  <a:lnTo>
                    <a:pt x="1749" y="999"/>
                  </a:lnTo>
                  <a:cubicBezTo>
                    <a:pt x="1881" y="999"/>
                    <a:pt x="1998" y="888"/>
                    <a:pt x="1998" y="750"/>
                  </a:cubicBezTo>
                  <a:lnTo>
                    <a:pt x="1998" y="250"/>
                  </a:lnTo>
                  <a:cubicBezTo>
                    <a:pt x="1998" y="112"/>
                    <a:pt x="1881" y="1"/>
                    <a:pt x="174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5" name="Google Shape;6105;p61"/>
            <p:cNvSpPr/>
            <p:nvPr/>
          </p:nvSpPr>
          <p:spPr>
            <a:xfrm>
              <a:off x="5536489" y="3047028"/>
              <a:ext cx="52519" cy="26272"/>
            </a:xfrm>
            <a:custGeom>
              <a:avLst/>
              <a:gdLst/>
              <a:ahLst/>
              <a:cxnLst/>
              <a:rect l="l" t="t" r="r" b="b"/>
              <a:pathLst>
                <a:path w="1999" h="1000" extrusionOk="0">
                  <a:moveTo>
                    <a:pt x="251" y="0"/>
                  </a:moveTo>
                  <a:cubicBezTo>
                    <a:pt x="112" y="0"/>
                    <a:pt x="1" y="111"/>
                    <a:pt x="1" y="250"/>
                  </a:cubicBezTo>
                  <a:lnTo>
                    <a:pt x="1" y="750"/>
                  </a:lnTo>
                  <a:cubicBezTo>
                    <a:pt x="1" y="888"/>
                    <a:pt x="112" y="999"/>
                    <a:pt x="251" y="999"/>
                  </a:cubicBezTo>
                  <a:lnTo>
                    <a:pt x="1749" y="999"/>
                  </a:lnTo>
                  <a:cubicBezTo>
                    <a:pt x="1881" y="999"/>
                    <a:pt x="1998" y="888"/>
                    <a:pt x="1998" y="750"/>
                  </a:cubicBezTo>
                  <a:lnTo>
                    <a:pt x="1998" y="250"/>
                  </a:lnTo>
                  <a:cubicBezTo>
                    <a:pt x="1998" y="111"/>
                    <a:pt x="1881" y="0"/>
                    <a:pt x="174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6" name="Google Shape;6106;p61"/>
            <p:cNvSpPr/>
            <p:nvPr/>
          </p:nvSpPr>
          <p:spPr>
            <a:xfrm>
              <a:off x="5444482" y="2942070"/>
              <a:ext cx="52492" cy="26272"/>
            </a:xfrm>
            <a:custGeom>
              <a:avLst/>
              <a:gdLst/>
              <a:ahLst/>
              <a:cxnLst/>
              <a:rect l="l" t="t" r="r" b="b"/>
              <a:pathLst>
                <a:path w="1998" h="1000" extrusionOk="0">
                  <a:moveTo>
                    <a:pt x="250" y="0"/>
                  </a:moveTo>
                  <a:cubicBezTo>
                    <a:pt x="111" y="0"/>
                    <a:pt x="0" y="111"/>
                    <a:pt x="0" y="250"/>
                  </a:cubicBezTo>
                  <a:lnTo>
                    <a:pt x="0" y="749"/>
                  </a:lnTo>
                  <a:cubicBezTo>
                    <a:pt x="0" y="888"/>
                    <a:pt x="111" y="999"/>
                    <a:pt x="250" y="999"/>
                  </a:cubicBezTo>
                  <a:lnTo>
                    <a:pt x="1748" y="999"/>
                  </a:lnTo>
                  <a:cubicBezTo>
                    <a:pt x="1887" y="999"/>
                    <a:pt x="1998" y="888"/>
                    <a:pt x="1998" y="749"/>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7" name="Google Shape;6107;p61"/>
            <p:cNvSpPr/>
            <p:nvPr/>
          </p:nvSpPr>
          <p:spPr>
            <a:xfrm>
              <a:off x="5444482" y="2889577"/>
              <a:ext cx="52492" cy="26272"/>
            </a:xfrm>
            <a:custGeom>
              <a:avLst/>
              <a:gdLst/>
              <a:ahLst/>
              <a:cxnLst/>
              <a:rect l="l" t="t" r="r" b="b"/>
              <a:pathLst>
                <a:path w="1998" h="1000" extrusionOk="0">
                  <a:moveTo>
                    <a:pt x="250" y="1"/>
                  </a:moveTo>
                  <a:cubicBezTo>
                    <a:pt x="111" y="1"/>
                    <a:pt x="0" y="112"/>
                    <a:pt x="0" y="250"/>
                  </a:cubicBezTo>
                  <a:lnTo>
                    <a:pt x="0" y="750"/>
                  </a:lnTo>
                  <a:cubicBezTo>
                    <a:pt x="0" y="888"/>
                    <a:pt x="111" y="999"/>
                    <a:pt x="250" y="999"/>
                  </a:cubicBezTo>
                  <a:lnTo>
                    <a:pt x="1748" y="999"/>
                  </a:lnTo>
                  <a:cubicBezTo>
                    <a:pt x="1887" y="999"/>
                    <a:pt x="1998" y="888"/>
                    <a:pt x="1998" y="750"/>
                  </a:cubicBezTo>
                  <a:lnTo>
                    <a:pt x="1998" y="250"/>
                  </a:lnTo>
                  <a:cubicBezTo>
                    <a:pt x="1998" y="112"/>
                    <a:pt x="1887" y="1"/>
                    <a:pt x="174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8" name="Google Shape;6108;p61"/>
            <p:cNvSpPr/>
            <p:nvPr/>
          </p:nvSpPr>
          <p:spPr>
            <a:xfrm>
              <a:off x="5536489" y="2942070"/>
              <a:ext cx="52519" cy="26272"/>
            </a:xfrm>
            <a:custGeom>
              <a:avLst/>
              <a:gdLst/>
              <a:ahLst/>
              <a:cxnLst/>
              <a:rect l="l" t="t" r="r" b="b"/>
              <a:pathLst>
                <a:path w="1999" h="1000" extrusionOk="0">
                  <a:moveTo>
                    <a:pt x="251" y="0"/>
                  </a:moveTo>
                  <a:cubicBezTo>
                    <a:pt x="112" y="0"/>
                    <a:pt x="1" y="111"/>
                    <a:pt x="1" y="250"/>
                  </a:cubicBezTo>
                  <a:lnTo>
                    <a:pt x="1" y="749"/>
                  </a:lnTo>
                  <a:cubicBezTo>
                    <a:pt x="1" y="888"/>
                    <a:pt x="112" y="999"/>
                    <a:pt x="251" y="999"/>
                  </a:cubicBezTo>
                  <a:lnTo>
                    <a:pt x="1749" y="999"/>
                  </a:lnTo>
                  <a:cubicBezTo>
                    <a:pt x="1881" y="999"/>
                    <a:pt x="1998" y="888"/>
                    <a:pt x="1998" y="749"/>
                  </a:cubicBezTo>
                  <a:lnTo>
                    <a:pt x="1998" y="250"/>
                  </a:lnTo>
                  <a:cubicBezTo>
                    <a:pt x="1998" y="111"/>
                    <a:pt x="1881" y="0"/>
                    <a:pt x="174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9" name="Google Shape;6109;p61"/>
            <p:cNvSpPr/>
            <p:nvPr/>
          </p:nvSpPr>
          <p:spPr>
            <a:xfrm>
              <a:off x="5444482" y="3047028"/>
              <a:ext cx="52492" cy="26272"/>
            </a:xfrm>
            <a:custGeom>
              <a:avLst/>
              <a:gdLst/>
              <a:ahLst/>
              <a:cxnLst/>
              <a:rect l="l" t="t" r="r" b="b"/>
              <a:pathLst>
                <a:path w="1998" h="1000" extrusionOk="0">
                  <a:moveTo>
                    <a:pt x="250" y="0"/>
                  </a:moveTo>
                  <a:cubicBezTo>
                    <a:pt x="111" y="0"/>
                    <a:pt x="0" y="111"/>
                    <a:pt x="0" y="250"/>
                  </a:cubicBezTo>
                  <a:lnTo>
                    <a:pt x="0" y="750"/>
                  </a:lnTo>
                  <a:cubicBezTo>
                    <a:pt x="0" y="888"/>
                    <a:pt x="111" y="999"/>
                    <a:pt x="250" y="999"/>
                  </a:cubicBezTo>
                  <a:lnTo>
                    <a:pt x="1748" y="999"/>
                  </a:lnTo>
                  <a:cubicBezTo>
                    <a:pt x="1887" y="999"/>
                    <a:pt x="1998" y="888"/>
                    <a:pt x="1998" y="750"/>
                  </a:cubicBezTo>
                  <a:lnTo>
                    <a:pt x="1998" y="250"/>
                  </a:lnTo>
                  <a:cubicBezTo>
                    <a:pt x="1998" y="111"/>
                    <a:pt x="1887" y="0"/>
                    <a:pt x="17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0" name="Google Shape;6110;p61"/>
            <p:cNvSpPr/>
            <p:nvPr/>
          </p:nvSpPr>
          <p:spPr>
            <a:xfrm>
              <a:off x="5533178" y="2935239"/>
              <a:ext cx="58824" cy="39645"/>
            </a:xfrm>
            <a:custGeom>
              <a:avLst/>
              <a:gdLst/>
              <a:ahLst/>
              <a:cxnLst/>
              <a:rect l="l" t="t" r="r" b="b"/>
              <a:pathLst>
                <a:path w="2239" h="1509" extrusionOk="0">
                  <a:moveTo>
                    <a:pt x="1875" y="0"/>
                  </a:moveTo>
                  <a:cubicBezTo>
                    <a:pt x="1814" y="0"/>
                    <a:pt x="1751" y="26"/>
                    <a:pt x="1694" y="87"/>
                  </a:cubicBezTo>
                  <a:lnTo>
                    <a:pt x="869" y="905"/>
                  </a:lnTo>
                  <a:lnTo>
                    <a:pt x="550" y="586"/>
                  </a:lnTo>
                  <a:cubicBezTo>
                    <a:pt x="494" y="525"/>
                    <a:pt x="430" y="500"/>
                    <a:pt x="369" y="500"/>
                  </a:cubicBezTo>
                  <a:cubicBezTo>
                    <a:pt x="172" y="500"/>
                    <a:pt x="1" y="760"/>
                    <a:pt x="196" y="940"/>
                  </a:cubicBezTo>
                  <a:lnTo>
                    <a:pt x="696" y="1439"/>
                  </a:lnTo>
                  <a:cubicBezTo>
                    <a:pt x="744" y="1481"/>
                    <a:pt x="807" y="1509"/>
                    <a:pt x="869" y="1509"/>
                  </a:cubicBezTo>
                  <a:cubicBezTo>
                    <a:pt x="938" y="1509"/>
                    <a:pt x="1001" y="1488"/>
                    <a:pt x="1049" y="1439"/>
                  </a:cubicBezTo>
                  <a:lnTo>
                    <a:pt x="2048" y="441"/>
                  </a:lnTo>
                  <a:cubicBezTo>
                    <a:pt x="2239" y="261"/>
                    <a:pt x="2070" y="0"/>
                    <a:pt x="1875"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1" name="Google Shape;6111;p61"/>
            <p:cNvSpPr/>
            <p:nvPr/>
          </p:nvSpPr>
          <p:spPr>
            <a:xfrm>
              <a:off x="5349665" y="2935607"/>
              <a:ext cx="58141" cy="39277"/>
            </a:xfrm>
            <a:custGeom>
              <a:avLst/>
              <a:gdLst/>
              <a:ahLst/>
              <a:cxnLst/>
              <a:rect l="l" t="t" r="r" b="b"/>
              <a:pathLst>
                <a:path w="2213" h="1495" extrusionOk="0">
                  <a:moveTo>
                    <a:pt x="1861" y="1"/>
                  </a:moveTo>
                  <a:cubicBezTo>
                    <a:pt x="1805" y="1"/>
                    <a:pt x="1747" y="22"/>
                    <a:pt x="1695" y="73"/>
                  </a:cubicBezTo>
                  <a:lnTo>
                    <a:pt x="869" y="891"/>
                  </a:lnTo>
                  <a:lnTo>
                    <a:pt x="550" y="572"/>
                  </a:lnTo>
                  <a:cubicBezTo>
                    <a:pt x="494" y="511"/>
                    <a:pt x="430" y="486"/>
                    <a:pt x="369" y="486"/>
                  </a:cubicBezTo>
                  <a:cubicBezTo>
                    <a:pt x="172" y="486"/>
                    <a:pt x="1" y="746"/>
                    <a:pt x="196" y="926"/>
                  </a:cubicBezTo>
                  <a:lnTo>
                    <a:pt x="696" y="1425"/>
                  </a:lnTo>
                  <a:cubicBezTo>
                    <a:pt x="738" y="1467"/>
                    <a:pt x="800" y="1495"/>
                    <a:pt x="869" y="1495"/>
                  </a:cubicBezTo>
                  <a:cubicBezTo>
                    <a:pt x="932" y="1495"/>
                    <a:pt x="1001" y="1474"/>
                    <a:pt x="1043" y="1425"/>
                  </a:cubicBezTo>
                  <a:lnTo>
                    <a:pt x="2042" y="427"/>
                  </a:lnTo>
                  <a:cubicBezTo>
                    <a:pt x="2213" y="245"/>
                    <a:pt x="2050" y="1"/>
                    <a:pt x="1861"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2" name="Google Shape;6112;p61"/>
            <p:cNvSpPr/>
            <p:nvPr/>
          </p:nvSpPr>
          <p:spPr>
            <a:xfrm>
              <a:off x="5441487" y="2987731"/>
              <a:ext cx="58798" cy="39645"/>
            </a:xfrm>
            <a:custGeom>
              <a:avLst/>
              <a:gdLst/>
              <a:ahLst/>
              <a:cxnLst/>
              <a:rect l="l" t="t" r="r" b="b"/>
              <a:pathLst>
                <a:path w="2238" h="1509" extrusionOk="0">
                  <a:moveTo>
                    <a:pt x="1870" y="0"/>
                  </a:moveTo>
                  <a:cubicBezTo>
                    <a:pt x="1809" y="0"/>
                    <a:pt x="1745" y="25"/>
                    <a:pt x="1689" y="86"/>
                  </a:cubicBezTo>
                  <a:lnTo>
                    <a:pt x="870" y="905"/>
                  </a:lnTo>
                  <a:lnTo>
                    <a:pt x="544" y="586"/>
                  </a:lnTo>
                  <a:cubicBezTo>
                    <a:pt x="488" y="525"/>
                    <a:pt x="425" y="499"/>
                    <a:pt x="364" y="499"/>
                  </a:cubicBezTo>
                  <a:cubicBezTo>
                    <a:pt x="168" y="499"/>
                    <a:pt x="0" y="760"/>
                    <a:pt x="190" y="940"/>
                  </a:cubicBezTo>
                  <a:lnTo>
                    <a:pt x="690" y="1439"/>
                  </a:lnTo>
                  <a:cubicBezTo>
                    <a:pt x="738" y="1481"/>
                    <a:pt x="801" y="1508"/>
                    <a:pt x="863" y="1508"/>
                  </a:cubicBezTo>
                  <a:cubicBezTo>
                    <a:pt x="933" y="1508"/>
                    <a:pt x="995" y="1481"/>
                    <a:pt x="1044" y="1432"/>
                  </a:cubicBezTo>
                  <a:lnTo>
                    <a:pt x="2042" y="440"/>
                  </a:lnTo>
                  <a:cubicBezTo>
                    <a:pt x="2238" y="260"/>
                    <a:pt x="2067" y="0"/>
                    <a:pt x="1870"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3" name="Google Shape;6113;p61"/>
            <p:cNvSpPr/>
            <p:nvPr/>
          </p:nvSpPr>
          <p:spPr>
            <a:xfrm>
              <a:off x="5258631" y="3040565"/>
              <a:ext cx="57353" cy="39277"/>
            </a:xfrm>
            <a:custGeom>
              <a:avLst/>
              <a:gdLst/>
              <a:ahLst/>
              <a:cxnLst/>
              <a:rect l="l" t="t" r="r" b="b"/>
              <a:pathLst>
                <a:path w="2183" h="1495" extrusionOk="0">
                  <a:moveTo>
                    <a:pt x="1835" y="0"/>
                  </a:moveTo>
                  <a:cubicBezTo>
                    <a:pt x="1778" y="0"/>
                    <a:pt x="1718" y="22"/>
                    <a:pt x="1664" y="73"/>
                  </a:cubicBezTo>
                  <a:lnTo>
                    <a:pt x="838" y="892"/>
                  </a:lnTo>
                  <a:lnTo>
                    <a:pt x="519" y="572"/>
                  </a:lnTo>
                  <a:cubicBezTo>
                    <a:pt x="465" y="521"/>
                    <a:pt x="405" y="499"/>
                    <a:pt x="348" y="499"/>
                  </a:cubicBezTo>
                  <a:cubicBezTo>
                    <a:pt x="159" y="499"/>
                    <a:pt x="0" y="738"/>
                    <a:pt x="166" y="919"/>
                  </a:cubicBezTo>
                  <a:lnTo>
                    <a:pt x="665" y="1419"/>
                  </a:lnTo>
                  <a:cubicBezTo>
                    <a:pt x="714" y="1467"/>
                    <a:pt x="776" y="1495"/>
                    <a:pt x="838" y="1495"/>
                  </a:cubicBezTo>
                  <a:cubicBezTo>
                    <a:pt x="908" y="1495"/>
                    <a:pt x="970" y="1467"/>
                    <a:pt x="1019" y="1419"/>
                  </a:cubicBezTo>
                  <a:lnTo>
                    <a:pt x="2018" y="420"/>
                  </a:lnTo>
                  <a:cubicBezTo>
                    <a:pt x="2183" y="239"/>
                    <a:pt x="2024" y="0"/>
                    <a:pt x="1835"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4" name="Google Shape;6114;p61"/>
            <p:cNvSpPr/>
            <p:nvPr/>
          </p:nvSpPr>
          <p:spPr>
            <a:xfrm>
              <a:off x="5442118" y="2882746"/>
              <a:ext cx="58167" cy="39671"/>
            </a:xfrm>
            <a:custGeom>
              <a:avLst/>
              <a:gdLst/>
              <a:ahLst/>
              <a:cxnLst/>
              <a:rect l="l" t="t" r="r" b="b"/>
              <a:pathLst>
                <a:path w="2214" h="1510" extrusionOk="0">
                  <a:moveTo>
                    <a:pt x="1846" y="1"/>
                  </a:moveTo>
                  <a:cubicBezTo>
                    <a:pt x="1785" y="1"/>
                    <a:pt x="1721" y="26"/>
                    <a:pt x="1665" y="87"/>
                  </a:cubicBezTo>
                  <a:lnTo>
                    <a:pt x="846" y="913"/>
                  </a:lnTo>
                  <a:lnTo>
                    <a:pt x="520" y="587"/>
                  </a:lnTo>
                  <a:cubicBezTo>
                    <a:pt x="467" y="538"/>
                    <a:pt x="408" y="517"/>
                    <a:pt x="353" y="517"/>
                  </a:cubicBezTo>
                  <a:cubicBezTo>
                    <a:pt x="162" y="517"/>
                    <a:pt x="0" y="758"/>
                    <a:pt x="166" y="940"/>
                  </a:cubicBezTo>
                  <a:lnTo>
                    <a:pt x="666" y="1440"/>
                  </a:lnTo>
                  <a:cubicBezTo>
                    <a:pt x="714" y="1488"/>
                    <a:pt x="777" y="1509"/>
                    <a:pt x="839" y="1509"/>
                  </a:cubicBezTo>
                  <a:cubicBezTo>
                    <a:pt x="909" y="1509"/>
                    <a:pt x="971" y="1488"/>
                    <a:pt x="1020" y="1440"/>
                  </a:cubicBezTo>
                  <a:lnTo>
                    <a:pt x="2018" y="441"/>
                  </a:lnTo>
                  <a:cubicBezTo>
                    <a:pt x="2214" y="261"/>
                    <a:pt x="2043" y="1"/>
                    <a:pt x="1846"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15" name="Google Shape;6115;p61"/>
          <p:cNvGrpSpPr/>
          <p:nvPr/>
        </p:nvGrpSpPr>
        <p:grpSpPr>
          <a:xfrm>
            <a:off x="5799412" y="2760921"/>
            <a:ext cx="303605" cy="375434"/>
            <a:chOff x="5812586" y="2760921"/>
            <a:chExt cx="303605" cy="375434"/>
          </a:xfrm>
        </p:grpSpPr>
        <p:sp>
          <p:nvSpPr>
            <p:cNvPr id="6116" name="Google Shape;6116;p61"/>
            <p:cNvSpPr/>
            <p:nvPr/>
          </p:nvSpPr>
          <p:spPr>
            <a:xfrm>
              <a:off x="5911896" y="2760921"/>
              <a:ext cx="125215" cy="32289"/>
            </a:xfrm>
            <a:custGeom>
              <a:avLst/>
              <a:gdLst/>
              <a:ahLst/>
              <a:cxnLst/>
              <a:rect l="l" t="t" r="r" b="b"/>
              <a:pathLst>
                <a:path w="4766" h="1229" extrusionOk="0">
                  <a:moveTo>
                    <a:pt x="347" y="1"/>
                  </a:moveTo>
                  <a:cubicBezTo>
                    <a:pt x="153" y="1"/>
                    <a:pt x="0" y="160"/>
                    <a:pt x="0" y="347"/>
                  </a:cubicBezTo>
                  <a:lnTo>
                    <a:pt x="0" y="882"/>
                  </a:lnTo>
                  <a:cubicBezTo>
                    <a:pt x="0" y="1069"/>
                    <a:pt x="153" y="1228"/>
                    <a:pt x="347" y="1228"/>
                  </a:cubicBezTo>
                  <a:lnTo>
                    <a:pt x="4419" y="1228"/>
                  </a:lnTo>
                  <a:cubicBezTo>
                    <a:pt x="4613" y="1228"/>
                    <a:pt x="4766" y="1069"/>
                    <a:pt x="4766" y="882"/>
                  </a:cubicBezTo>
                  <a:lnTo>
                    <a:pt x="4766" y="347"/>
                  </a:lnTo>
                  <a:cubicBezTo>
                    <a:pt x="4766" y="160"/>
                    <a:pt x="4613" y="1"/>
                    <a:pt x="4419" y="1"/>
                  </a:cubicBezTo>
                  <a:close/>
                </a:path>
              </a:pathLst>
            </a:custGeom>
            <a:solidFill>
              <a:srgbClr val="BEC5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7" name="Google Shape;6117;p61"/>
            <p:cNvSpPr/>
            <p:nvPr/>
          </p:nvSpPr>
          <p:spPr>
            <a:xfrm>
              <a:off x="6001722" y="2761105"/>
              <a:ext cx="35389" cy="32105"/>
            </a:xfrm>
            <a:custGeom>
              <a:avLst/>
              <a:gdLst/>
              <a:ahLst/>
              <a:cxnLst/>
              <a:rect l="l" t="t" r="r" b="b"/>
              <a:pathLst>
                <a:path w="1347" h="1222" extrusionOk="0">
                  <a:moveTo>
                    <a:pt x="1" y="1"/>
                  </a:moveTo>
                  <a:cubicBezTo>
                    <a:pt x="202" y="1"/>
                    <a:pt x="362" y="160"/>
                    <a:pt x="362" y="354"/>
                  </a:cubicBezTo>
                  <a:lnTo>
                    <a:pt x="362" y="861"/>
                  </a:lnTo>
                  <a:cubicBezTo>
                    <a:pt x="362" y="1062"/>
                    <a:pt x="202" y="1221"/>
                    <a:pt x="1" y="1221"/>
                  </a:cubicBezTo>
                  <a:lnTo>
                    <a:pt x="993" y="1221"/>
                  </a:lnTo>
                  <a:cubicBezTo>
                    <a:pt x="1187" y="1221"/>
                    <a:pt x="1347" y="1062"/>
                    <a:pt x="1347" y="861"/>
                  </a:cubicBezTo>
                  <a:lnTo>
                    <a:pt x="1347" y="354"/>
                  </a:lnTo>
                  <a:cubicBezTo>
                    <a:pt x="1347" y="160"/>
                    <a:pt x="1187" y="1"/>
                    <a:pt x="993" y="1"/>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8" name="Google Shape;6118;p61"/>
            <p:cNvSpPr/>
            <p:nvPr/>
          </p:nvSpPr>
          <p:spPr>
            <a:xfrm>
              <a:off x="5812586" y="2793183"/>
              <a:ext cx="295960" cy="343171"/>
            </a:xfrm>
            <a:custGeom>
              <a:avLst/>
              <a:gdLst/>
              <a:ahLst/>
              <a:cxnLst/>
              <a:rect l="l" t="t" r="r" b="b"/>
              <a:pathLst>
                <a:path w="11265" h="13062" extrusionOk="0">
                  <a:moveTo>
                    <a:pt x="4647" y="0"/>
                  </a:moveTo>
                  <a:lnTo>
                    <a:pt x="4647" y="3801"/>
                  </a:lnTo>
                  <a:cubicBezTo>
                    <a:pt x="4647" y="4030"/>
                    <a:pt x="4509" y="4238"/>
                    <a:pt x="4294" y="4322"/>
                  </a:cubicBezTo>
                  <a:cubicBezTo>
                    <a:pt x="923" y="5653"/>
                    <a:pt x="0" y="9995"/>
                    <a:pt x="2539" y="12583"/>
                  </a:cubicBezTo>
                  <a:cubicBezTo>
                    <a:pt x="2837" y="12888"/>
                    <a:pt x="3246" y="13061"/>
                    <a:pt x="3676" y="13061"/>
                  </a:cubicBezTo>
                  <a:lnTo>
                    <a:pt x="8643" y="13061"/>
                  </a:lnTo>
                  <a:cubicBezTo>
                    <a:pt x="9073" y="13061"/>
                    <a:pt x="9482" y="12888"/>
                    <a:pt x="9780" y="12583"/>
                  </a:cubicBezTo>
                  <a:cubicBezTo>
                    <a:pt x="10737" y="11612"/>
                    <a:pt x="11265" y="10287"/>
                    <a:pt x="11230" y="8927"/>
                  </a:cubicBezTo>
                  <a:cubicBezTo>
                    <a:pt x="11181" y="6888"/>
                    <a:pt x="9919" y="5078"/>
                    <a:pt x="8025" y="4329"/>
                  </a:cubicBezTo>
                  <a:cubicBezTo>
                    <a:pt x="7810" y="4245"/>
                    <a:pt x="7672" y="4037"/>
                    <a:pt x="7672" y="3808"/>
                  </a:cubicBezTo>
                  <a:lnTo>
                    <a:pt x="7672" y="0"/>
                  </a:lnTo>
                  <a:close/>
                </a:path>
              </a:pathLst>
            </a:custGeom>
            <a:solidFill>
              <a:srgbClr val="E3E9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9" name="Google Shape;6119;p61"/>
            <p:cNvSpPr/>
            <p:nvPr/>
          </p:nvSpPr>
          <p:spPr>
            <a:xfrm>
              <a:off x="5934675" y="2793183"/>
              <a:ext cx="181517" cy="340965"/>
            </a:xfrm>
            <a:custGeom>
              <a:avLst/>
              <a:gdLst/>
              <a:ahLst/>
              <a:cxnLst/>
              <a:rect l="l" t="t" r="r" b="b"/>
              <a:pathLst>
                <a:path w="6909" h="12978" extrusionOk="0">
                  <a:moveTo>
                    <a:pt x="0" y="0"/>
                  </a:moveTo>
                  <a:lnTo>
                    <a:pt x="0" y="507"/>
                  </a:lnTo>
                  <a:lnTo>
                    <a:pt x="1561" y="507"/>
                  </a:lnTo>
                  <a:cubicBezTo>
                    <a:pt x="1565" y="507"/>
                    <a:pt x="1569" y="507"/>
                    <a:pt x="1573" y="507"/>
                  </a:cubicBezTo>
                  <a:cubicBezTo>
                    <a:pt x="1963" y="507"/>
                    <a:pt x="2276" y="830"/>
                    <a:pt x="2276" y="1221"/>
                  </a:cubicBezTo>
                  <a:lnTo>
                    <a:pt x="2276" y="4315"/>
                  </a:lnTo>
                  <a:cubicBezTo>
                    <a:pt x="2276" y="4544"/>
                    <a:pt x="2414" y="4752"/>
                    <a:pt x="2629" y="4835"/>
                  </a:cubicBezTo>
                  <a:cubicBezTo>
                    <a:pt x="5938" y="6139"/>
                    <a:pt x="6909" y="10363"/>
                    <a:pt x="4495" y="12978"/>
                  </a:cubicBezTo>
                  <a:cubicBezTo>
                    <a:pt x="4738" y="12902"/>
                    <a:pt x="4953" y="12763"/>
                    <a:pt x="5133" y="12576"/>
                  </a:cubicBezTo>
                  <a:cubicBezTo>
                    <a:pt x="6090" y="11605"/>
                    <a:pt x="6618" y="10287"/>
                    <a:pt x="6583" y="8927"/>
                  </a:cubicBezTo>
                  <a:cubicBezTo>
                    <a:pt x="6534" y="6888"/>
                    <a:pt x="5272" y="5078"/>
                    <a:pt x="3378" y="4329"/>
                  </a:cubicBezTo>
                  <a:cubicBezTo>
                    <a:pt x="3163" y="4245"/>
                    <a:pt x="3025" y="4037"/>
                    <a:pt x="3025" y="3808"/>
                  </a:cubicBezTo>
                  <a:lnTo>
                    <a:pt x="3025" y="0"/>
                  </a:lnTo>
                  <a:close/>
                </a:path>
              </a:pathLst>
            </a:custGeom>
            <a:solidFill>
              <a:srgbClr val="D1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0" name="Google Shape;6120;p61"/>
            <p:cNvSpPr/>
            <p:nvPr/>
          </p:nvSpPr>
          <p:spPr>
            <a:xfrm>
              <a:off x="5841197" y="2978063"/>
              <a:ext cx="267349" cy="158292"/>
            </a:xfrm>
            <a:custGeom>
              <a:avLst/>
              <a:gdLst/>
              <a:ahLst/>
              <a:cxnLst/>
              <a:rect l="l" t="t" r="r" b="b"/>
              <a:pathLst>
                <a:path w="10176" h="6025" extrusionOk="0">
                  <a:moveTo>
                    <a:pt x="2691" y="0"/>
                  </a:moveTo>
                  <a:cubicBezTo>
                    <a:pt x="1242" y="0"/>
                    <a:pt x="187" y="642"/>
                    <a:pt x="187" y="642"/>
                  </a:cubicBezTo>
                  <a:cubicBezTo>
                    <a:pt x="70" y="1086"/>
                    <a:pt x="7" y="1536"/>
                    <a:pt x="7" y="2001"/>
                  </a:cubicBezTo>
                  <a:cubicBezTo>
                    <a:pt x="0" y="3326"/>
                    <a:pt x="520" y="4602"/>
                    <a:pt x="1457" y="5546"/>
                  </a:cubicBezTo>
                  <a:cubicBezTo>
                    <a:pt x="1755" y="5851"/>
                    <a:pt x="2164" y="6017"/>
                    <a:pt x="2594" y="6024"/>
                  </a:cubicBezTo>
                  <a:lnTo>
                    <a:pt x="7561" y="6024"/>
                  </a:lnTo>
                  <a:cubicBezTo>
                    <a:pt x="7991" y="6024"/>
                    <a:pt x="8400" y="5851"/>
                    <a:pt x="8698" y="5546"/>
                  </a:cubicBezTo>
                  <a:cubicBezTo>
                    <a:pt x="9655" y="4568"/>
                    <a:pt x="10176" y="3250"/>
                    <a:pt x="10141" y="1890"/>
                  </a:cubicBezTo>
                  <a:cubicBezTo>
                    <a:pt x="10134" y="1356"/>
                    <a:pt x="10037" y="829"/>
                    <a:pt x="9856" y="330"/>
                  </a:cubicBezTo>
                  <a:cubicBezTo>
                    <a:pt x="9856" y="330"/>
                    <a:pt x="9856" y="330"/>
                    <a:pt x="9856" y="330"/>
                  </a:cubicBezTo>
                  <a:cubicBezTo>
                    <a:pt x="9850" y="330"/>
                    <a:pt x="8712" y="1213"/>
                    <a:pt x="7157" y="1213"/>
                  </a:cubicBezTo>
                  <a:cubicBezTo>
                    <a:pt x="6517" y="1213"/>
                    <a:pt x="5808" y="1063"/>
                    <a:pt x="5077" y="642"/>
                  </a:cubicBezTo>
                  <a:cubicBezTo>
                    <a:pt x="4238" y="161"/>
                    <a:pt x="3415" y="0"/>
                    <a:pt x="2691" y="0"/>
                  </a:cubicBezTo>
                  <a:close/>
                </a:path>
              </a:pathLst>
            </a:custGeom>
            <a:solidFill>
              <a:srgbClr val="96A2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1" name="Google Shape;6121;p61"/>
            <p:cNvSpPr/>
            <p:nvPr/>
          </p:nvSpPr>
          <p:spPr>
            <a:xfrm>
              <a:off x="6052402" y="2986523"/>
              <a:ext cx="56144" cy="147809"/>
            </a:xfrm>
            <a:custGeom>
              <a:avLst/>
              <a:gdLst/>
              <a:ahLst/>
              <a:cxnLst/>
              <a:rect l="l" t="t" r="r" b="b"/>
              <a:pathLst>
                <a:path w="2137" h="5626" extrusionOk="0">
                  <a:moveTo>
                    <a:pt x="1804" y="1"/>
                  </a:moveTo>
                  <a:cubicBezTo>
                    <a:pt x="1561" y="174"/>
                    <a:pt x="1304" y="327"/>
                    <a:pt x="1034" y="445"/>
                  </a:cubicBezTo>
                  <a:cubicBezTo>
                    <a:pt x="1686" y="2227"/>
                    <a:pt x="1283" y="4232"/>
                    <a:pt x="0" y="5626"/>
                  </a:cubicBezTo>
                  <a:cubicBezTo>
                    <a:pt x="28" y="5612"/>
                    <a:pt x="56" y="5605"/>
                    <a:pt x="83" y="5591"/>
                  </a:cubicBezTo>
                  <a:cubicBezTo>
                    <a:pt x="90" y="5591"/>
                    <a:pt x="90" y="5591"/>
                    <a:pt x="90" y="5584"/>
                  </a:cubicBezTo>
                  <a:cubicBezTo>
                    <a:pt x="174" y="5550"/>
                    <a:pt x="257" y="5508"/>
                    <a:pt x="340" y="5452"/>
                  </a:cubicBezTo>
                  <a:cubicBezTo>
                    <a:pt x="361" y="5432"/>
                    <a:pt x="396" y="5418"/>
                    <a:pt x="409" y="5404"/>
                  </a:cubicBezTo>
                  <a:cubicBezTo>
                    <a:pt x="416" y="5397"/>
                    <a:pt x="423" y="5397"/>
                    <a:pt x="430" y="5397"/>
                  </a:cubicBezTo>
                  <a:cubicBezTo>
                    <a:pt x="451" y="5383"/>
                    <a:pt x="465" y="5369"/>
                    <a:pt x="479" y="5355"/>
                  </a:cubicBezTo>
                  <a:cubicBezTo>
                    <a:pt x="486" y="5348"/>
                    <a:pt x="500" y="5348"/>
                    <a:pt x="500" y="5335"/>
                  </a:cubicBezTo>
                  <a:cubicBezTo>
                    <a:pt x="520" y="5321"/>
                    <a:pt x="534" y="5314"/>
                    <a:pt x="548" y="5293"/>
                  </a:cubicBezTo>
                  <a:lnTo>
                    <a:pt x="569" y="5272"/>
                  </a:lnTo>
                  <a:cubicBezTo>
                    <a:pt x="597" y="5251"/>
                    <a:pt x="618" y="5231"/>
                    <a:pt x="638" y="5210"/>
                  </a:cubicBezTo>
                  <a:cubicBezTo>
                    <a:pt x="1609" y="4253"/>
                    <a:pt x="2137" y="2928"/>
                    <a:pt x="2102" y="1568"/>
                  </a:cubicBezTo>
                  <a:cubicBezTo>
                    <a:pt x="2102" y="1534"/>
                    <a:pt x="2095" y="1499"/>
                    <a:pt x="2095" y="1464"/>
                  </a:cubicBezTo>
                  <a:cubicBezTo>
                    <a:pt x="2095" y="1457"/>
                    <a:pt x="2095" y="1443"/>
                    <a:pt x="2095" y="1429"/>
                  </a:cubicBezTo>
                  <a:cubicBezTo>
                    <a:pt x="2088" y="1409"/>
                    <a:pt x="2088" y="1381"/>
                    <a:pt x="2088" y="1360"/>
                  </a:cubicBezTo>
                  <a:cubicBezTo>
                    <a:pt x="2088" y="1353"/>
                    <a:pt x="2081" y="1339"/>
                    <a:pt x="2081" y="1325"/>
                  </a:cubicBezTo>
                  <a:cubicBezTo>
                    <a:pt x="2074" y="1305"/>
                    <a:pt x="2074" y="1284"/>
                    <a:pt x="2074" y="1263"/>
                  </a:cubicBezTo>
                  <a:cubicBezTo>
                    <a:pt x="2074" y="1249"/>
                    <a:pt x="2074" y="1242"/>
                    <a:pt x="2074" y="1228"/>
                  </a:cubicBezTo>
                  <a:cubicBezTo>
                    <a:pt x="2067" y="1208"/>
                    <a:pt x="2067" y="1187"/>
                    <a:pt x="2067" y="1166"/>
                  </a:cubicBezTo>
                  <a:cubicBezTo>
                    <a:pt x="2060" y="1152"/>
                    <a:pt x="2060" y="1138"/>
                    <a:pt x="2060" y="1131"/>
                  </a:cubicBezTo>
                  <a:cubicBezTo>
                    <a:pt x="2053" y="1110"/>
                    <a:pt x="2053" y="1083"/>
                    <a:pt x="2053" y="1062"/>
                  </a:cubicBezTo>
                  <a:cubicBezTo>
                    <a:pt x="2053" y="1055"/>
                    <a:pt x="2046" y="1041"/>
                    <a:pt x="2053" y="1027"/>
                  </a:cubicBezTo>
                  <a:cubicBezTo>
                    <a:pt x="2046" y="1013"/>
                    <a:pt x="2046" y="992"/>
                    <a:pt x="2039" y="965"/>
                  </a:cubicBezTo>
                  <a:cubicBezTo>
                    <a:pt x="2039" y="958"/>
                    <a:pt x="2033" y="944"/>
                    <a:pt x="2039" y="930"/>
                  </a:cubicBezTo>
                  <a:cubicBezTo>
                    <a:pt x="2033" y="909"/>
                    <a:pt x="2033" y="888"/>
                    <a:pt x="2026" y="868"/>
                  </a:cubicBezTo>
                  <a:cubicBezTo>
                    <a:pt x="2026" y="861"/>
                    <a:pt x="2019" y="847"/>
                    <a:pt x="2019" y="840"/>
                  </a:cubicBezTo>
                  <a:cubicBezTo>
                    <a:pt x="2019" y="819"/>
                    <a:pt x="2019" y="791"/>
                    <a:pt x="2012" y="771"/>
                  </a:cubicBezTo>
                  <a:cubicBezTo>
                    <a:pt x="2005" y="757"/>
                    <a:pt x="2005" y="750"/>
                    <a:pt x="2005" y="743"/>
                  </a:cubicBezTo>
                  <a:cubicBezTo>
                    <a:pt x="1998" y="722"/>
                    <a:pt x="1998" y="694"/>
                    <a:pt x="1998" y="673"/>
                  </a:cubicBezTo>
                  <a:cubicBezTo>
                    <a:pt x="1991" y="666"/>
                    <a:pt x="1991" y="653"/>
                    <a:pt x="1991" y="646"/>
                  </a:cubicBezTo>
                  <a:cubicBezTo>
                    <a:pt x="1984" y="625"/>
                    <a:pt x="1984" y="597"/>
                    <a:pt x="1977" y="576"/>
                  </a:cubicBezTo>
                  <a:cubicBezTo>
                    <a:pt x="1970" y="576"/>
                    <a:pt x="1970" y="569"/>
                    <a:pt x="1970" y="562"/>
                  </a:cubicBezTo>
                  <a:cubicBezTo>
                    <a:pt x="1970" y="535"/>
                    <a:pt x="1963" y="507"/>
                    <a:pt x="1949" y="486"/>
                  </a:cubicBezTo>
                  <a:cubicBezTo>
                    <a:pt x="1949" y="479"/>
                    <a:pt x="1949" y="472"/>
                    <a:pt x="1949" y="465"/>
                  </a:cubicBezTo>
                  <a:cubicBezTo>
                    <a:pt x="1942" y="438"/>
                    <a:pt x="1935" y="410"/>
                    <a:pt x="1928" y="382"/>
                  </a:cubicBezTo>
                  <a:cubicBezTo>
                    <a:pt x="1922" y="382"/>
                    <a:pt x="1922" y="375"/>
                    <a:pt x="1922" y="368"/>
                  </a:cubicBezTo>
                  <a:cubicBezTo>
                    <a:pt x="1915" y="340"/>
                    <a:pt x="1908" y="313"/>
                    <a:pt x="1901" y="285"/>
                  </a:cubicBezTo>
                  <a:cubicBezTo>
                    <a:pt x="1901" y="285"/>
                    <a:pt x="1894" y="278"/>
                    <a:pt x="1894" y="278"/>
                  </a:cubicBezTo>
                  <a:cubicBezTo>
                    <a:pt x="1894" y="250"/>
                    <a:pt x="1880" y="223"/>
                    <a:pt x="1873" y="188"/>
                  </a:cubicBezTo>
                  <a:cubicBezTo>
                    <a:pt x="1866" y="181"/>
                    <a:pt x="1866" y="181"/>
                    <a:pt x="1866" y="181"/>
                  </a:cubicBezTo>
                  <a:cubicBezTo>
                    <a:pt x="1852" y="153"/>
                    <a:pt x="1845" y="125"/>
                    <a:pt x="1838" y="91"/>
                  </a:cubicBezTo>
                  <a:cubicBezTo>
                    <a:pt x="1838" y="91"/>
                    <a:pt x="1838" y="84"/>
                    <a:pt x="1838" y="84"/>
                  </a:cubicBezTo>
                  <a:cubicBezTo>
                    <a:pt x="1824" y="56"/>
                    <a:pt x="1817" y="28"/>
                    <a:pt x="1804" y="1"/>
                  </a:cubicBezTo>
                  <a:close/>
                </a:path>
              </a:pathLst>
            </a:custGeom>
            <a:solidFill>
              <a:srgbClr val="9191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2" name="Google Shape;6122;p61"/>
            <p:cNvSpPr/>
            <p:nvPr/>
          </p:nvSpPr>
          <p:spPr>
            <a:xfrm>
              <a:off x="6054582" y="3027718"/>
              <a:ext cx="20256" cy="17182"/>
            </a:xfrm>
            <a:custGeom>
              <a:avLst/>
              <a:gdLst/>
              <a:ahLst/>
              <a:cxnLst/>
              <a:rect l="l" t="t" r="r" b="b"/>
              <a:pathLst>
                <a:path w="771" h="654" extrusionOk="0">
                  <a:moveTo>
                    <a:pt x="437" y="0"/>
                  </a:moveTo>
                  <a:cubicBezTo>
                    <a:pt x="146" y="0"/>
                    <a:pt x="0" y="347"/>
                    <a:pt x="209" y="555"/>
                  </a:cubicBezTo>
                  <a:cubicBezTo>
                    <a:pt x="276" y="623"/>
                    <a:pt x="359" y="653"/>
                    <a:pt x="441" y="653"/>
                  </a:cubicBezTo>
                  <a:cubicBezTo>
                    <a:pt x="609" y="653"/>
                    <a:pt x="770" y="523"/>
                    <a:pt x="770" y="326"/>
                  </a:cubicBezTo>
                  <a:cubicBezTo>
                    <a:pt x="763" y="146"/>
                    <a:pt x="618" y="0"/>
                    <a:pt x="437" y="0"/>
                  </a:cubicBezTo>
                  <a:close/>
                </a:path>
              </a:pathLst>
            </a:custGeom>
            <a:solidFill>
              <a:srgbClr val="2929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3" name="Google Shape;6123;p61"/>
            <p:cNvSpPr/>
            <p:nvPr/>
          </p:nvSpPr>
          <p:spPr>
            <a:xfrm>
              <a:off x="6012678" y="3090588"/>
              <a:ext cx="17681" cy="15186"/>
            </a:xfrm>
            <a:custGeom>
              <a:avLst/>
              <a:gdLst/>
              <a:ahLst/>
              <a:cxnLst/>
              <a:rect l="l" t="t" r="r" b="b"/>
              <a:pathLst>
                <a:path w="673" h="578" extrusionOk="0">
                  <a:moveTo>
                    <a:pt x="389" y="0"/>
                  </a:moveTo>
                  <a:cubicBezTo>
                    <a:pt x="132" y="0"/>
                    <a:pt x="0" y="312"/>
                    <a:pt x="180" y="493"/>
                  </a:cubicBezTo>
                  <a:cubicBezTo>
                    <a:pt x="241" y="551"/>
                    <a:pt x="315" y="578"/>
                    <a:pt x="386" y="578"/>
                  </a:cubicBezTo>
                  <a:cubicBezTo>
                    <a:pt x="534" y="578"/>
                    <a:pt x="673" y="465"/>
                    <a:pt x="673" y="292"/>
                  </a:cubicBezTo>
                  <a:cubicBezTo>
                    <a:pt x="673" y="132"/>
                    <a:pt x="548" y="7"/>
                    <a:pt x="389" y="0"/>
                  </a:cubicBezTo>
                  <a:close/>
                </a:path>
              </a:pathLst>
            </a:custGeom>
            <a:solidFill>
              <a:srgbClr val="2929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4" name="Google Shape;6124;p61"/>
            <p:cNvSpPr/>
            <p:nvPr/>
          </p:nvSpPr>
          <p:spPr>
            <a:xfrm>
              <a:off x="5891299" y="3017130"/>
              <a:ext cx="17708" cy="15212"/>
            </a:xfrm>
            <a:custGeom>
              <a:avLst/>
              <a:gdLst/>
              <a:ahLst/>
              <a:cxnLst/>
              <a:rect l="l" t="t" r="r" b="b"/>
              <a:pathLst>
                <a:path w="674" h="579" extrusionOk="0">
                  <a:moveTo>
                    <a:pt x="389" y="1"/>
                  </a:moveTo>
                  <a:cubicBezTo>
                    <a:pt x="132" y="1"/>
                    <a:pt x="1" y="313"/>
                    <a:pt x="181" y="493"/>
                  </a:cubicBezTo>
                  <a:cubicBezTo>
                    <a:pt x="242" y="552"/>
                    <a:pt x="315" y="578"/>
                    <a:pt x="387" y="578"/>
                  </a:cubicBezTo>
                  <a:cubicBezTo>
                    <a:pt x="535" y="578"/>
                    <a:pt x="673" y="465"/>
                    <a:pt x="673" y="292"/>
                  </a:cubicBezTo>
                  <a:cubicBezTo>
                    <a:pt x="673" y="133"/>
                    <a:pt x="549" y="1"/>
                    <a:pt x="389" y="1"/>
                  </a:cubicBezTo>
                  <a:close/>
                </a:path>
              </a:pathLst>
            </a:custGeom>
            <a:solidFill>
              <a:srgbClr val="2929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5" name="Google Shape;6125;p61"/>
            <p:cNvSpPr/>
            <p:nvPr/>
          </p:nvSpPr>
          <p:spPr>
            <a:xfrm>
              <a:off x="5915916" y="3090588"/>
              <a:ext cx="17681" cy="15186"/>
            </a:xfrm>
            <a:custGeom>
              <a:avLst/>
              <a:gdLst/>
              <a:ahLst/>
              <a:cxnLst/>
              <a:rect l="l" t="t" r="r" b="b"/>
              <a:pathLst>
                <a:path w="673" h="578" extrusionOk="0">
                  <a:moveTo>
                    <a:pt x="381" y="0"/>
                  </a:moveTo>
                  <a:cubicBezTo>
                    <a:pt x="125" y="0"/>
                    <a:pt x="0" y="312"/>
                    <a:pt x="180" y="493"/>
                  </a:cubicBezTo>
                  <a:cubicBezTo>
                    <a:pt x="239" y="551"/>
                    <a:pt x="312" y="578"/>
                    <a:pt x="383" y="578"/>
                  </a:cubicBezTo>
                  <a:cubicBezTo>
                    <a:pt x="531" y="578"/>
                    <a:pt x="673" y="465"/>
                    <a:pt x="673" y="292"/>
                  </a:cubicBezTo>
                  <a:cubicBezTo>
                    <a:pt x="666" y="132"/>
                    <a:pt x="541" y="7"/>
                    <a:pt x="381" y="0"/>
                  </a:cubicBezTo>
                  <a:close/>
                </a:path>
              </a:pathLst>
            </a:custGeom>
            <a:solidFill>
              <a:srgbClr val="2929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6" name="Google Shape;6126;p61"/>
            <p:cNvSpPr/>
            <p:nvPr/>
          </p:nvSpPr>
          <p:spPr>
            <a:xfrm>
              <a:off x="5959266" y="3032999"/>
              <a:ext cx="21360" cy="18286"/>
            </a:xfrm>
            <a:custGeom>
              <a:avLst/>
              <a:gdLst/>
              <a:ahLst/>
              <a:cxnLst/>
              <a:rect l="l" t="t" r="r" b="b"/>
              <a:pathLst>
                <a:path w="813" h="696" extrusionOk="0">
                  <a:moveTo>
                    <a:pt x="466" y="0"/>
                  </a:moveTo>
                  <a:cubicBezTo>
                    <a:pt x="153" y="0"/>
                    <a:pt x="1" y="375"/>
                    <a:pt x="216" y="590"/>
                  </a:cubicBezTo>
                  <a:cubicBezTo>
                    <a:pt x="288" y="663"/>
                    <a:pt x="377" y="695"/>
                    <a:pt x="464" y="695"/>
                  </a:cubicBezTo>
                  <a:cubicBezTo>
                    <a:pt x="643" y="695"/>
                    <a:pt x="812" y="557"/>
                    <a:pt x="812" y="347"/>
                  </a:cubicBezTo>
                  <a:cubicBezTo>
                    <a:pt x="812" y="153"/>
                    <a:pt x="653" y="0"/>
                    <a:pt x="466" y="0"/>
                  </a:cubicBezTo>
                  <a:close/>
                </a:path>
              </a:pathLst>
            </a:custGeom>
            <a:solidFill>
              <a:srgbClr val="29292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27" name="Google Shape;6127;p61"/>
          <p:cNvGrpSpPr/>
          <p:nvPr/>
        </p:nvGrpSpPr>
        <p:grpSpPr>
          <a:xfrm>
            <a:off x="6321499" y="2759633"/>
            <a:ext cx="378508" cy="378166"/>
            <a:chOff x="6334673" y="2759633"/>
            <a:chExt cx="378508" cy="378166"/>
          </a:xfrm>
        </p:grpSpPr>
        <p:sp>
          <p:nvSpPr>
            <p:cNvPr id="6128" name="Google Shape;6128;p61"/>
            <p:cNvSpPr/>
            <p:nvPr/>
          </p:nvSpPr>
          <p:spPr>
            <a:xfrm>
              <a:off x="6334673" y="2759633"/>
              <a:ext cx="287027" cy="189004"/>
            </a:xfrm>
            <a:custGeom>
              <a:avLst/>
              <a:gdLst/>
              <a:ahLst/>
              <a:cxnLst/>
              <a:rect l="l" t="t" r="r" b="b"/>
              <a:pathLst>
                <a:path w="10925" h="7194" extrusionOk="0">
                  <a:moveTo>
                    <a:pt x="6983" y="1"/>
                  </a:moveTo>
                  <a:cubicBezTo>
                    <a:pt x="6979" y="1"/>
                    <a:pt x="6975" y="1"/>
                    <a:pt x="6971" y="1"/>
                  </a:cubicBezTo>
                  <a:lnTo>
                    <a:pt x="930" y="1"/>
                  </a:lnTo>
                  <a:cubicBezTo>
                    <a:pt x="417" y="1"/>
                    <a:pt x="7" y="417"/>
                    <a:pt x="7" y="931"/>
                  </a:cubicBezTo>
                  <a:lnTo>
                    <a:pt x="7" y="6965"/>
                  </a:lnTo>
                  <a:cubicBezTo>
                    <a:pt x="0" y="7090"/>
                    <a:pt x="104" y="7194"/>
                    <a:pt x="236" y="7194"/>
                  </a:cubicBezTo>
                  <a:lnTo>
                    <a:pt x="2560" y="7194"/>
                  </a:lnTo>
                  <a:cubicBezTo>
                    <a:pt x="2816" y="7194"/>
                    <a:pt x="3025" y="6986"/>
                    <a:pt x="3025" y="6729"/>
                  </a:cubicBezTo>
                  <a:lnTo>
                    <a:pt x="3025" y="6264"/>
                  </a:lnTo>
                  <a:cubicBezTo>
                    <a:pt x="3031" y="6063"/>
                    <a:pt x="2948" y="5876"/>
                    <a:pt x="2796" y="5744"/>
                  </a:cubicBezTo>
                  <a:cubicBezTo>
                    <a:pt x="1873" y="4981"/>
                    <a:pt x="2407" y="3483"/>
                    <a:pt x="3600" y="3476"/>
                  </a:cubicBezTo>
                  <a:cubicBezTo>
                    <a:pt x="3603" y="3476"/>
                    <a:pt x="3606" y="3476"/>
                    <a:pt x="3609" y="3476"/>
                  </a:cubicBezTo>
                  <a:cubicBezTo>
                    <a:pt x="4796" y="3476"/>
                    <a:pt x="5339" y="4962"/>
                    <a:pt x="4426" y="5730"/>
                  </a:cubicBezTo>
                  <a:cubicBezTo>
                    <a:pt x="4273" y="5862"/>
                    <a:pt x="4183" y="6056"/>
                    <a:pt x="4190" y="6258"/>
                  </a:cubicBezTo>
                  <a:lnTo>
                    <a:pt x="4190" y="6729"/>
                  </a:lnTo>
                  <a:cubicBezTo>
                    <a:pt x="4190" y="6986"/>
                    <a:pt x="4391" y="7194"/>
                    <a:pt x="4648" y="7194"/>
                  </a:cubicBezTo>
                  <a:lnTo>
                    <a:pt x="7207" y="7194"/>
                  </a:lnTo>
                  <a:lnTo>
                    <a:pt x="7207" y="4641"/>
                  </a:lnTo>
                  <a:cubicBezTo>
                    <a:pt x="7207" y="4385"/>
                    <a:pt x="7415" y="4177"/>
                    <a:pt x="7672" y="4177"/>
                  </a:cubicBezTo>
                  <a:lnTo>
                    <a:pt x="8143" y="4177"/>
                  </a:lnTo>
                  <a:cubicBezTo>
                    <a:pt x="8345" y="4177"/>
                    <a:pt x="8539" y="4267"/>
                    <a:pt x="8671" y="4419"/>
                  </a:cubicBezTo>
                  <a:cubicBezTo>
                    <a:pt x="8935" y="4737"/>
                    <a:pt x="9286" y="4878"/>
                    <a:pt x="9633" y="4878"/>
                  </a:cubicBezTo>
                  <a:cubicBezTo>
                    <a:pt x="10288" y="4878"/>
                    <a:pt x="10925" y="4374"/>
                    <a:pt x="10925" y="3594"/>
                  </a:cubicBezTo>
                  <a:cubicBezTo>
                    <a:pt x="10920" y="2815"/>
                    <a:pt x="10288" y="2317"/>
                    <a:pt x="9636" y="2317"/>
                  </a:cubicBezTo>
                  <a:cubicBezTo>
                    <a:pt x="9283" y="2317"/>
                    <a:pt x="8925" y="2463"/>
                    <a:pt x="8657" y="2789"/>
                  </a:cubicBezTo>
                  <a:cubicBezTo>
                    <a:pt x="8530" y="2930"/>
                    <a:pt x="8345" y="3019"/>
                    <a:pt x="8157" y="3019"/>
                  </a:cubicBezTo>
                  <a:cubicBezTo>
                    <a:pt x="8150" y="3019"/>
                    <a:pt x="8143" y="3019"/>
                    <a:pt x="8137" y="3018"/>
                  </a:cubicBezTo>
                  <a:lnTo>
                    <a:pt x="7672" y="3018"/>
                  </a:lnTo>
                  <a:cubicBezTo>
                    <a:pt x="7415" y="3018"/>
                    <a:pt x="7207" y="2810"/>
                    <a:pt x="7207" y="2554"/>
                  </a:cubicBezTo>
                  <a:lnTo>
                    <a:pt x="7207" y="230"/>
                  </a:lnTo>
                  <a:cubicBezTo>
                    <a:pt x="7207" y="102"/>
                    <a:pt x="7103" y="1"/>
                    <a:pt x="6983" y="1"/>
                  </a:cubicBez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9" name="Google Shape;6129;p61"/>
            <p:cNvSpPr/>
            <p:nvPr/>
          </p:nvSpPr>
          <p:spPr>
            <a:xfrm>
              <a:off x="6524019" y="2759660"/>
              <a:ext cx="189162" cy="286659"/>
            </a:xfrm>
            <a:custGeom>
              <a:avLst/>
              <a:gdLst/>
              <a:ahLst/>
              <a:cxnLst/>
              <a:rect l="l" t="t" r="r" b="b"/>
              <a:pathLst>
                <a:path w="7200" h="10911" extrusionOk="0">
                  <a:moveTo>
                    <a:pt x="229" y="0"/>
                  </a:moveTo>
                  <a:cubicBezTo>
                    <a:pt x="104" y="0"/>
                    <a:pt x="0" y="104"/>
                    <a:pt x="0" y="229"/>
                  </a:cubicBezTo>
                  <a:lnTo>
                    <a:pt x="0" y="2553"/>
                  </a:lnTo>
                  <a:cubicBezTo>
                    <a:pt x="0" y="2809"/>
                    <a:pt x="208" y="3017"/>
                    <a:pt x="465" y="3017"/>
                  </a:cubicBezTo>
                  <a:lnTo>
                    <a:pt x="930" y="3017"/>
                  </a:lnTo>
                  <a:cubicBezTo>
                    <a:pt x="937" y="3018"/>
                    <a:pt x="944" y="3018"/>
                    <a:pt x="951" y="3018"/>
                  </a:cubicBezTo>
                  <a:cubicBezTo>
                    <a:pt x="1144" y="3018"/>
                    <a:pt x="1323" y="2929"/>
                    <a:pt x="1450" y="2788"/>
                  </a:cubicBezTo>
                  <a:cubicBezTo>
                    <a:pt x="1718" y="2462"/>
                    <a:pt x="2076" y="2316"/>
                    <a:pt x="2429" y="2316"/>
                  </a:cubicBezTo>
                  <a:cubicBezTo>
                    <a:pt x="3081" y="2316"/>
                    <a:pt x="3713" y="2814"/>
                    <a:pt x="3718" y="3593"/>
                  </a:cubicBezTo>
                  <a:cubicBezTo>
                    <a:pt x="3722" y="4373"/>
                    <a:pt x="3087" y="4877"/>
                    <a:pt x="2431" y="4877"/>
                  </a:cubicBezTo>
                  <a:cubicBezTo>
                    <a:pt x="2083" y="4877"/>
                    <a:pt x="1730" y="4736"/>
                    <a:pt x="1464" y="4418"/>
                  </a:cubicBezTo>
                  <a:cubicBezTo>
                    <a:pt x="1332" y="4266"/>
                    <a:pt x="1138" y="4176"/>
                    <a:pt x="936" y="4176"/>
                  </a:cubicBezTo>
                  <a:lnTo>
                    <a:pt x="465" y="4176"/>
                  </a:lnTo>
                  <a:cubicBezTo>
                    <a:pt x="208" y="4176"/>
                    <a:pt x="0" y="4384"/>
                    <a:pt x="0" y="4640"/>
                  </a:cubicBezTo>
                  <a:lnTo>
                    <a:pt x="0" y="7193"/>
                  </a:lnTo>
                  <a:lnTo>
                    <a:pt x="2553" y="7193"/>
                  </a:lnTo>
                  <a:cubicBezTo>
                    <a:pt x="2809" y="7193"/>
                    <a:pt x="3017" y="7401"/>
                    <a:pt x="3017" y="7658"/>
                  </a:cubicBezTo>
                  <a:lnTo>
                    <a:pt x="3017" y="8129"/>
                  </a:lnTo>
                  <a:cubicBezTo>
                    <a:pt x="3017" y="8330"/>
                    <a:pt x="2927" y="8525"/>
                    <a:pt x="2775" y="8656"/>
                  </a:cubicBezTo>
                  <a:cubicBezTo>
                    <a:pt x="1861" y="9425"/>
                    <a:pt x="2404" y="10911"/>
                    <a:pt x="3592" y="10911"/>
                  </a:cubicBezTo>
                  <a:cubicBezTo>
                    <a:pt x="3594" y="10911"/>
                    <a:pt x="3597" y="10911"/>
                    <a:pt x="3600" y="10911"/>
                  </a:cubicBezTo>
                  <a:cubicBezTo>
                    <a:pt x="4800" y="10904"/>
                    <a:pt x="5334" y="9406"/>
                    <a:pt x="4405" y="8649"/>
                  </a:cubicBezTo>
                  <a:cubicBezTo>
                    <a:pt x="4259" y="8518"/>
                    <a:pt x="4169" y="8323"/>
                    <a:pt x="4176" y="8122"/>
                  </a:cubicBezTo>
                  <a:lnTo>
                    <a:pt x="4176" y="7658"/>
                  </a:lnTo>
                  <a:cubicBezTo>
                    <a:pt x="4176" y="7401"/>
                    <a:pt x="4384" y="7193"/>
                    <a:pt x="4640" y="7193"/>
                  </a:cubicBezTo>
                  <a:lnTo>
                    <a:pt x="6964" y="7193"/>
                  </a:lnTo>
                  <a:cubicBezTo>
                    <a:pt x="7096" y="7193"/>
                    <a:pt x="7200" y="7089"/>
                    <a:pt x="7193" y="6964"/>
                  </a:cubicBezTo>
                  <a:lnTo>
                    <a:pt x="7193" y="930"/>
                  </a:lnTo>
                  <a:cubicBezTo>
                    <a:pt x="7193" y="416"/>
                    <a:pt x="6784" y="0"/>
                    <a:pt x="6270" y="0"/>
                  </a:cubicBezTo>
                  <a:close/>
                </a:path>
              </a:pathLst>
            </a:custGeom>
            <a:solidFill>
              <a:srgbClr val="BC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0" name="Google Shape;6130;p61"/>
            <p:cNvSpPr/>
            <p:nvPr/>
          </p:nvSpPr>
          <p:spPr>
            <a:xfrm>
              <a:off x="6426207" y="2948611"/>
              <a:ext cx="286791" cy="189188"/>
            </a:xfrm>
            <a:custGeom>
              <a:avLst/>
              <a:gdLst/>
              <a:ahLst/>
              <a:cxnLst/>
              <a:rect l="l" t="t" r="r" b="b"/>
              <a:pathLst>
                <a:path w="10916" h="7201" extrusionOk="0">
                  <a:moveTo>
                    <a:pt x="3716" y="1"/>
                  </a:moveTo>
                  <a:lnTo>
                    <a:pt x="3716" y="2560"/>
                  </a:lnTo>
                  <a:cubicBezTo>
                    <a:pt x="3716" y="2817"/>
                    <a:pt x="3508" y="3025"/>
                    <a:pt x="3258" y="3025"/>
                  </a:cubicBezTo>
                  <a:lnTo>
                    <a:pt x="2787" y="3025"/>
                  </a:lnTo>
                  <a:cubicBezTo>
                    <a:pt x="2586" y="3025"/>
                    <a:pt x="2391" y="2935"/>
                    <a:pt x="2260" y="2782"/>
                  </a:cubicBezTo>
                  <a:cubicBezTo>
                    <a:pt x="1993" y="2465"/>
                    <a:pt x="1640" y="2324"/>
                    <a:pt x="1292" y="2324"/>
                  </a:cubicBezTo>
                  <a:cubicBezTo>
                    <a:pt x="636" y="2324"/>
                    <a:pt x="1" y="2828"/>
                    <a:pt x="5" y="3608"/>
                  </a:cubicBezTo>
                  <a:cubicBezTo>
                    <a:pt x="10" y="4383"/>
                    <a:pt x="644" y="4880"/>
                    <a:pt x="1295" y="4880"/>
                  </a:cubicBezTo>
                  <a:cubicBezTo>
                    <a:pt x="1646" y="4880"/>
                    <a:pt x="2002" y="4735"/>
                    <a:pt x="2266" y="4412"/>
                  </a:cubicBezTo>
                  <a:cubicBezTo>
                    <a:pt x="2393" y="4266"/>
                    <a:pt x="2578" y="4183"/>
                    <a:pt x="2770" y="4183"/>
                  </a:cubicBezTo>
                  <a:cubicBezTo>
                    <a:pt x="2778" y="4183"/>
                    <a:pt x="2786" y="4183"/>
                    <a:pt x="2794" y="4183"/>
                  </a:cubicBezTo>
                  <a:lnTo>
                    <a:pt x="3258" y="4183"/>
                  </a:lnTo>
                  <a:cubicBezTo>
                    <a:pt x="3515" y="4183"/>
                    <a:pt x="3723" y="4392"/>
                    <a:pt x="3723" y="4648"/>
                  </a:cubicBezTo>
                  <a:lnTo>
                    <a:pt x="3723" y="6965"/>
                  </a:lnTo>
                  <a:cubicBezTo>
                    <a:pt x="3723" y="7097"/>
                    <a:pt x="3820" y="7201"/>
                    <a:pt x="3952" y="7201"/>
                  </a:cubicBezTo>
                  <a:lnTo>
                    <a:pt x="9986" y="7201"/>
                  </a:lnTo>
                  <a:cubicBezTo>
                    <a:pt x="10500" y="7201"/>
                    <a:pt x="10916" y="6784"/>
                    <a:pt x="10916" y="6271"/>
                  </a:cubicBezTo>
                  <a:lnTo>
                    <a:pt x="10916" y="237"/>
                  </a:lnTo>
                  <a:cubicBezTo>
                    <a:pt x="10916" y="105"/>
                    <a:pt x="10812" y="1"/>
                    <a:pt x="10687" y="1"/>
                  </a:cubicBezTo>
                  <a:lnTo>
                    <a:pt x="8363" y="1"/>
                  </a:lnTo>
                  <a:cubicBezTo>
                    <a:pt x="8107" y="1"/>
                    <a:pt x="7899" y="209"/>
                    <a:pt x="7899" y="466"/>
                  </a:cubicBezTo>
                  <a:lnTo>
                    <a:pt x="7899" y="930"/>
                  </a:lnTo>
                  <a:cubicBezTo>
                    <a:pt x="7892" y="1131"/>
                    <a:pt x="7975" y="1326"/>
                    <a:pt x="8128" y="1457"/>
                  </a:cubicBezTo>
                  <a:cubicBezTo>
                    <a:pt x="9050" y="2214"/>
                    <a:pt x="8516" y="3712"/>
                    <a:pt x="7323" y="3719"/>
                  </a:cubicBezTo>
                  <a:cubicBezTo>
                    <a:pt x="7320" y="3719"/>
                    <a:pt x="7317" y="3719"/>
                    <a:pt x="7315" y="3719"/>
                  </a:cubicBezTo>
                  <a:cubicBezTo>
                    <a:pt x="6127" y="3719"/>
                    <a:pt x="5584" y="2233"/>
                    <a:pt x="6498" y="1464"/>
                  </a:cubicBezTo>
                  <a:cubicBezTo>
                    <a:pt x="6650" y="1333"/>
                    <a:pt x="6740" y="1138"/>
                    <a:pt x="6740" y="937"/>
                  </a:cubicBezTo>
                  <a:lnTo>
                    <a:pt x="6740" y="466"/>
                  </a:lnTo>
                  <a:cubicBezTo>
                    <a:pt x="6740" y="209"/>
                    <a:pt x="6532" y="1"/>
                    <a:pt x="6276"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1" name="Google Shape;6131;p61"/>
            <p:cNvSpPr/>
            <p:nvPr/>
          </p:nvSpPr>
          <p:spPr>
            <a:xfrm>
              <a:off x="6334857" y="2850957"/>
              <a:ext cx="189188" cy="286843"/>
            </a:xfrm>
            <a:custGeom>
              <a:avLst/>
              <a:gdLst/>
              <a:ahLst/>
              <a:cxnLst/>
              <a:rect l="l" t="t" r="r" b="b"/>
              <a:pathLst>
                <a:path w="7201" h="10918" extrusionOk="0">
                  <a:moveTo>
                    <a:pt x="3586" y="0"/>
                  </a:moveTo>
                  <a:cubicBezTo>
                    <a:pt x="2393" y="7"/>
                    <a:pt x="1859" y="1505"/>
                    <a:pt x="2782" y="2268"/>
                  </a:cubicBezTo>
                  <a:cubicBezTo>
                    <a:pt x="2934" y="2400"/>
                    <a:pt x="3018" y="2594"/>
                    <a:pt x="3018" y="2795"/>
                  </a:cubicBezTo>
                  <a:lnTo>
                    <a:pt x="3018" y="3253"/>
                  </a:lnTo>
                  <a:cubicBezTo>
                    <a:pt x="3018" y="3510"/>
                    <a:pt x="2809" y="3718"/>
                    <a:pt x="2553" y="3718"/>
                  </a:cubicBezTo>
                  <a:lnTo>
                    <a:pt x="229" y="3718"/>
                  </a:lnTo>
                  <a:cubicBezTo>
                    <a:pt x="104" y="3725"/>
                    <a:pt x="0" y="3822"/>
                    <a:pt x="0" y="3954"/>
                  </a:cubicBezTo>
                  <a:lnTo>
                    <a:pt x="0" y="9988"/>
                  </a:lnTo>
                  <a:cubicBezTo>
                    <a:pt x="0" y="10501"/>
                    <a:pt x="416" y="10911"/>
                    <a:pt x="930" y="10918"/>
                  </a:cubicBezTo>
                  <a:lnTo>
                    <a:pt x="6964" y="10918"/>
                  </a:lnTo>
                  <a:cubicBezTo>
                    <a:pt x="7096" y="10918"/>
                    <a:pt x="7200" y="10814"/>
                    <a:pt x="7200" y="10682"/>
                  </a:cubicBezTo>
                  <a:lnTo>
                    <a:pt x="7200" y="8365"/>
                  </a:lnTo>
                  <a:cubicBezTo>
                    <a:pt x="7200" y="8109"/>
                    <a:pt x="6992" y="7900"/>
                    <a:pt x="6735" y="7900"/>
                  </a:cubicBezTo>
                  <a:lnTo>
                    <a:pt x="6264" y="7900"/>
                  </a:lnTo>
                  <a:cubicBezTo>
                    <a:pt x="6256" y="7900"/>
                    <a:pt x="6248" y="7900"/>
                    <a:pt x="6240" y="7900"/>
                  </a:cubicBezTo>
                  <a:cubicBezTo>
                    <a:pt x="6048" y="7900"/>
                    <a:pt x="5870" y="7983"/>
                    <a:pt x="5743" y="8129"/>
                  </a:cubicBezTo>
                  <a:cubicBezTo>
                    <a:pt x="5476" y="8452"/>
                    <a:pt x="5119" y="8597"/>
                    <a:pt x="4767" y="8597"/>
                  </a:cubicBezTo>
                  <a:cubicBezTo>
                    <a:pt x="4114" y="8597"/>
                    <a:pt x="3480" y="8100"/>
                    <a:pt x="3475" y="7325"/>
                  </a:cubicBezTo>
                  <a:cubicBezTo>
                    <a:pt x="3471" y="6545"/>
                    <a:pt x="4106" y="6041"/>
                    <a:pt x="4762" y="6041"/>
                  </a:cubicBezTo>
                  <a:cubicBezTo>
                    <a:pt x="5110" y="6041"/>
                    <a:pt x="5463" y="6182"/>
                    <a:pt x="5730" y="6499"/>
                  </a:cubicBezTo>
                  <a:cubicBezTo>
                    <a:pt x="5861" y="6652"/>
                    <a:pt x="6056" y="6742"/>
                    <a:pt x="6257" y="6742"/>
                  </a:cubicBezTo>
                  <a:lnTo>
                    <a:pt x="6728" y="6742"/>
                  </a:lnTo>
                  <a:cubicBezTo>
                    <a:pt x="6985" y="6742"/>
                    <a:pt x="7193" y="6534"/>
                    <a:pt x="7193" y="6277"/>
                  </a:cubicBezTo>
                  <a:lnTo>
                    <a:pt x="7193" y="3718"/>
                  </a:lnTo>
                  <a:lnTo>
                    <a:pt x="4641" y="3718"/>
                  </a:lnTo>
                  <a:cubicBezTo>
                    <a:pt x="4384" y="3718"/>
                    <a:pt x="4176" y="3510"/>
                    <a:pt x="4176" y="3253"/>
                  </a:cubicBezTo>
                  <a:lnTo>
                    <a:pt x="4176" y="2782"/>
                  </a:lnTo>
                  <a:cubicBezTo>
                    <a:pt x="4176" y="2580"/>
                    <a:pt x="4266" y="2386"/>
                    <a:pt x="4419" y="2254"/>
                  </a:cubicBezTo>
                  <a:cubicBezTo>
                    <a:pt x="5334" y="1491"/>
                    <a:pt x="4786" y="0"/>
                    <a:pt x="3586" y="0"/>
                  </a:cubicBezTo>
                  <a:close/>
                </a:path>
              </a:pathLst>
            </a:custGeom>
            <a:solidFill>
              <a:srgbClr val="5F7D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32" name="Google Shape;6132;p61"/>
          <p:cNvGrpSpPr/>
          <p:nvPr/>
        </p:nvGrpSpPr>
        <p:grpSpPr>
          <a:xfrm>
            <a:off x="7999471" y="2806477"/>
            <a:ext cx="319763" cy="284505"/>
            <a:chOff x="8012645" y="2806477"/>
            <a:chExt cx="319763" cy="284505"/>
          </a:xfrm>
        </p:grpSpPr>
        <p:sp>
          <p:nvSpPr>
            <p:cNvPr id="6133" name="Google Shape;6133;p61"/>
            <p:cNvSpPr/>
            <p:nvPr/>
          </p:nvSpPr>
          <p:spPr>
            <a:xfrm>
              <a:off x="8117446" y="3039252"/>
              <a:ext cx="87855" cy="51731"/>
            </a:xfrm>
            <a:custGeom>
              <a:avLst/>
              <a:gdLst/>
              <a:ahLst/>
              <a:cxnLst/>
              <a:rect l="l" t="t" r="r" b="b"/>
              <a:pathLst>
                <a:path w="3344" h="1969" extrusionOk="0">
                  <a:moveTo>
                    <a:pt x="2235" y="1"/>
                  </a:moveTo>
                  <a:cubicBezTo>
                    <a:pt x="2172" y="1"/>
                    <a:pt x="2108" y="31"/>
                    <a:pt x="2067" y="102"/>
                  </a:cubicBezTo>
                  <a:lnTo>
                    <a:pt x="1346" y="1566"/>
                  </a:lnTo>
                  <a:lnTo>
                    <a:pt x="271" y="1566"/>
                  </a:lnTo>
                  <a:cubicBezTo>
                    <a:pt x="0" y="1566"/>
                    <a:pt x="0" y="1968"/>
                    <a:pt x="271" y="1968"/>
                  </a:cubicBezTo>
                  <a:lnTo>
                    <a:pt x="3073" y="1968"/>
                  </a:lnTo>
                  <a:cubicBezTo>
                    <a:pt x="3343" y="1968"/>
                    <a:pt x="3343" y="1566"/>
                    <a:pt x="3073" y="1566"/>
                  </a:cubicBezTo>
                  <a:lnTo>
                    <a:pt x="1790" y="1566"/>
                  </a:lnTo>
                  <a:lnTo>
                    <a:pt x="2428" y="276"/>
                  </a:lnTo>
                  <a:cubicBezTo>
                    <a:pt x="2488" y="123"/>
                    <a:pt x="2362" y="1"/>
                    <a:pt x="2235"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4" name="Google Shape;6134;p61"/>
            <p:cNvSpPr/>
            <p:nvPr/>
          </p:nvSpPr>
          <p:spPr>
            <a:xfrm>
              <a:off x="8138570" y="3039252"/>
              <a:ext cx="66732" cy="51731"/>
            </a:xfrm>
            <a:custGeom>
              <a:avLst/>
              <a:gdLst/>
              <a:ahLst/>
              <a:cxnLst/>
              <a:rect l="l" t="t" r="r" b="b"/>
              <a:pathLst>
                <a:path w="2540" h="1969" extrusionOk="0">
                  <a:moveTo>
                    <a:pt x="2231" y="1"/>
                  </a:moveTo>
                  <a:cubicBezTo>
                    <a:pt x="2169" y="1"/>
                    <a:pt x="2107" y="31"/>
                    <a:pt x="2068" y="102"/>
                  </a:cubicBezTo>
                  <a:lnTo>
                    <a:pt x="1346" y="1566"/>
                  </a:lnTo>
                  <a:lnTo>
                    <a:pt x="264" y="1566"/>
                  </a:lnTo>
                  <a:cubicBezTo>
                    <a:pt x="1" y="1566"/>
                    <a:pt x="1" y="1968"/>
                    <a:pt x="264" y="1968"/>
                  </a:cubicBezTo>
                  <a:lnTo>
                    <a:pt x="2269" y="1968"/>
                  </a:lnTo>
                  <a:cubicBezTo>
                    <a:pt x="2539" y="1968"/>
                    <a:pt x="2539" y="1566"/>
                    <a:pt x="2269" y="1566"/>
                  </a:cubicBezTo>
                  <a:lnTo>
                    <a:pt x="1790" y="1566"/>
                  </a:lnTo>
                  <a:lnTo>
                    <a:pt x="2421" y="276"/>
                  </a:lnTo>
                  <a:cubicBezTo>
                    <a:pt x="2482" y="123"/>
                    <a:pt x="2356" y="1"/>
                    <a:pt x="223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5" name="Google Shape;6135;p61"/>
            <p:cNvSpPr/>
            <p:nvPr/>
          </p:nvSpPr>
          <p:spPr>
            <a:xfrm>
              <a:off x="8012645" y="2884664"/>
              <a:ext cx="32841" cy="41747"/>
            </a:xfrm>
            <a:custGeom>
              <a:avLst/>
              <a:gdLst/>
              <a:ahLst/>
              <a:cxnLst/>
              <a:rect l="l" t="t" r="r" b="b"/>
              <a:pathLst>
                <a:path w="1250" h="1589" extrusionOk="0">
                  <a:moveTo>
                    <a:pt x="1249" y="0"/>
                  </a:moveTo>
                  <a:lnTo>
                    <a:pt x="181" y="451"/>
                  </a:lnTo>
                  <a:cubicBezTo>
                    <a:pt x="29" y="514"/>
                    <a:pt x="1" y="715"/>
                    <a:pt x="133" y="819"/>
                  </a:cubicBezTo>
                  <a:lnTo>
                    <a:pt x="1104" y="1589"/>
                  </a:lnTo>
                  <a:lnTo>
                    <a:pt x="124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6" name="Google Shape;6136;p61"/>
            <p:cNvSpPr/>
            <p:nvPr/>
          </p:nvSpPr>
          <p:spPr>
            <a:xfrm>
              <a:off x="8025598" y="2806477"/>
              <a:ext cx="306810" cy="247513"/>
            </a:xfrm>
            <a:custGeom>
              <a:avLst/>
              <a:gdLst/>
              <a:ahLst/>
              <a:cxnLst/>
              <a:rect l="l" t="t" r="r" b="b"/>
              <a:pathLst>
                <a:path w="11678" h="9421" extrusionOk="0">
                  <a:moveTo>
                    <a:pt x="4621" y="1"/>
                  </a:moveTo>
                  <a:cubicBezTo>
                    <a:pt x="4383" y="1"/>
                    <a:pt x="938" y="65"/>
                    <a:pt x="382" y="3809"/>
                  </a:cubicBezTo>
                  <a:cubicBezTo>
                    <a:pt x="0" y="7214"/>
                    <a:pt x="2761" y="9420"/>
                    <a:pt x="5972" y="9420"/>
                  </a:cubicBezTo>
                  <a:cubicBezTo>
                    <a:pt x="8573" y="9420"/>
                    <a:pt x="10828" y="7873"/>
                    <a:pt x="11625" y="5730"/>
                  </a:cubicBezTo>
                  <a:cubicBezTo>
                    <a:pt x="11677" y="5574"/>
                    <a:pt x="11560" y="5427"/>
                    <a:pt x="11416" y="5427"/>
                  </a:cubicBezTo>
                  <a:cubicBezTo>
                    <a:pt x="11387" y="5427"/>
                    <a:pt x="11357" y="5433"/>
                    <a:pt x="11327" y="5446"/>
                  </a:cubicBezTo>
                  <a:cubicBezTo>
                    <a:pt x="10896" y="5625"/>
                    <a:pt x="10433" y="5718"/>
                    <a:pt x="9967" y="5718"/>
                  </a:cubicBezTo>
                  <a:cubicBezTo>
                    <a:pt x="9856" y="5718"/>
                    <a:pt x="9745" y="5713"/>
                    <a:pt x="9635" y="5702"/>
                  </a:cubicBezTo>
                  <a:cubicBezTo>
                    <a:pt x="7984" y="5543"/>
                    <a:pt x="6805" y="3503"/>
                    <a:pt x="6090" y="2276"/>
                  </a:cubicBezTo>
                  <a:cubicBezTo>
                    <a:pt x="5619" y="1457"/>
                    <a:pt x="4980" y="951"/>
                    <a:pt x="4037" y="764"/>
                  </a:cubicBezTo>
                  <a:lnTo>
                    <a:pt x="4634" y="1"/>
                  </a:lnTo>
                  <a:cubicBezTo>
                    <a:pt x="4634" y="1"/>
                    <a:pt x="4629" y="1"/>
                    <a:pt x="462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7" name="Google Shape;6137;p61"/>
            <p:cNvSpPr/>
            <p:nvPr/>
          </p:nvSpPr>
          <p:spPr>
            <a:xfrm>
              <a:off x="8025598" y="2806477"/>
              <a:ext cx="209576" cy="247671"/>
            </a:xfrm>
            <a:custGeom>
              <a:avLst/>
              <a:gdLst/>
              <a:ahLst/>
              <a:cxnLst/>
              <a:rect l="l" t="t" r="r" b="b"/>
              <a:pathLst>
                <a:path w="7977" h="9427" extrusionOk="0">
                  <a:moveTo>
                    <a:pt x="4623" y="1"/>
                  </a:moveTo>
                  <a:cubicBezTo>
                    <a:pt x="4407" y="1"/>
                    <a:pt x="939" y="59"/>
                    <a:pt x="382" y="3809"/>
                  </a:cubicBezTo>
                  <a:cubicBezTo>
                    <a:pt x="0" y="7221"/>
                    <a:pt x="2761" y="9427"/>
                    <a:pt x="5972" y="9427"/>
                  </a:cubicBezTo>
                  <a:cubicBezTo>
                    <a:pt x="6652" y="9427"/>
                    <a:pt x="7325" y="9316"/>
                    <a:pt x="7977" y="9108"/>
                  </a:cubicBezTo>
                  <a:lnTo>
                    <a:pt x="7977" y="9108"/>
                  </a:lnTo>
                  <a:cubicBezTo>
                    <a:pt x="7824" y="9115"/>
                    <a:pt x="7672" y="9122"/>
                    <a:pt x="7519" y="9122"/>
                  </a:cubicBezTo>
                  <a:cubicBezTo>
                    <a:pt x="4315" y="9122"/>
                    <a:pt x="1547" y="6916"/>
                    <a:pt x="1935" y="3510"/>
                  </a:cubicBezTo>
                  <a:cubicBezTo>
                    <a:pt x="2254" y="1339"/>
                    <a:pt x="3552" y="403"/>
                    <a:pt x="4634" y="1"/>
                  </a:cubicBezTo>
                  <a:cubicBezTo>
                    <a:pt x="4634" y="1"/>
                    <a:pt x="4630" y="1"/>
                    <a:pt x="462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8" name="Google Shape;6138;p61"/>
            <p:cNvSpPr/>
            <p:nvPr/>
          </p:nvSpPr>
          <p:spPr>
            <a:xfrm>
              <a:off x="8110274" y="2874865"/>
              <a:ext cx="179205" cy="111290"/>
            </a:xfrm>
            <a:custGeom>
              <a:avLst/>
              <a:gdLst/>
              <a:ahLst/>
              <a:cxnLst/>
              <a:rect l="l" t="t" r="r" b="b"/>
              <a:pathLst>
                <a:path w="6821" h="4236" extrusionOk="0">
                  <a:moveTo>
                    <a:pt x="2513" y="0"/>
                  </a:moveTo>
                  <a:cubicBezTo>
                    <a:pt x="2336" y="0"/>
                    <a:pt x="2157" y="43"/>
                    <a:pt x="1993" y="131"/>
                  </a:cubicBezTo>
                  <a:lnTo>
                    <a:pt x="1986" y="131"/>
                  </a:lnTo>
                  <a:cubicBezTo>
                    <a:pt x="0" y="1212"/>
                    <a:pt x="1031" y="4236"/>
                    <a:pt x="3479" y="4236"/>
                  </a:cubicBezTo>
                  <a:cubicBezTo>
                    <a:pt x="4374" y="4236"/>
                    <a:pt x="5458" y="3831"/>
                    <a:pt x="6654" y="2780"/>
                  </a:cubicBezTo>
                  <a:cubicBezTo>
                    <a:pt x="6821" y="2634"/>
                    <a:pt x="6717" y="2364"/>
                    <a:pt x="6502" y="2364"/>
                  </a:cubicBezTo>
                  <a:cubicBezTo>
                    <a:pt x="5780" y="2364"/>
                    <a:pt x="4629" y="2052"/>
                    <a:pt x="3401" y="443"/>
                  </a:cubicBezTo>
                  <a:cubicBezTo>
                    <a:pt x="3187" y="156"/>
                    <a:pt x="2853" y="0"/>
                    <a:pt x="251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39" name="Google Shape;6139;p61"/>
            <p:cNvSpPr/>
            <p:nvPr/>
          </p:nvSpPr>
          <p:spPr>
            <a:xfrm>
              <a:off x="8131397" y="2917084"/>
              <a:ext cx="158082" cy="69175"/>
            </a:xfrm>
            <a:custGeom>
              <a:avLst/>
              <a:gdLst/>
              <a:ahLst/>
              <a:cxnLst/>
              <a:rect l="l" t="t" r="r" b="b"/>
              <a:pathLst>
                <a:path w="6017" h="2633" extrusionOk="0">
                  <a:moveTo>
                    <a:pt x="149" y="1"/>
                  </a:moveTo>
                  <a:cubicBezTo>
                    <a:pt x="0" y="1236"/>
                    <a:pt x="1008" y="2632"/>
                    <a:pt x="2671" y="2632"/>
                  </a:cubicBezTo>
                  <a:cubicBezTo>
                    <a:pt x="3567" y="2632"/>
                    <a:pt x="4653" y="2227"/>
                    <a:pt x="5850" y="1173"/>
                  </a:cubicBezTo>
                  <a:cubicBezTo>
                    <a:pt x="6017" y="1027"/>
                    <a:pt x="5913" y="757"/>
                    <a:pt x="5691" y="757"/>
                  </a:cubicBezTo>
                  <a:cubicBezTo>
                    <a:pt x="5538" y="757"/>
                    <a:pt x="5386" y="743"/>
                    <a:pt x="5240" y="715"/>
                  </a:cubicBezTo>
                  <a:cubicBezTo>
                    <a:pt x="4532" y="1378"/>
                    <a:pt x="3303" y="1901"/>
                    <a:pt x="2228" y="1901"/>
                  </a:cubicBezTo>
                  <a:cubicBezTo>
                    <a:pt x="1166" y="1901"/>
                    <a:pt x="256" y="1390"/>
                    <a:pt x="14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0" name="Google Shape;6140;p61"/>
            <p:cNvSpPr/>
            <p:nvPr/>
          </p:nvSpPr>
          <p:spPr>
            <a:xfrm>
              <a:off x="8066399" y="2869715"/>
              <a:ext cx="31737" cy="36834"/>
            </a:xfrm>
            <a:custGeom>
              <a:avLst/>
              <a:gdLst/>
              <a:ahLst/>
              <a:cxnLst/>
              <a:rect l="l" t="t" r="r" b="b"/>
              <a:pathLst>
                <a:path w="1208" h="1402" extrusionOk="0">
                  <a:moveTo>
                    <a:pt x="604" y="1"/>
                  </a:moveTo>
                  <a:cubicBezTo>
                    <a:pt x="271" y="1"/>
                    <a:pt x="1" y="271"/>
                    <a:pt x="1" y="604"/>
                  </a:cubicBezTo>
                  <a:lnTo>
                    <a:pt x="1" y="798"/>
                  </a:lnTo>
                  <a:cubicBezTo>
                    <a:pt x="1" y="1131"/>
                    <a:pt x="271" y="1402"/>
                    <a:pt x="604" y="1402"/>
                  </a:cubicBezTo>
                  <a:cubicBezTo>
                    <a:pt x="937" y="1402"/>
                    <a:pt x="1208" y="1138"/>
                    <a:pt x="1208" y="805"/>
                  </a:cubicBezTo>
                  <a:lnTo>
                    <a:pt x="1208" y="604"/>
                  </a:lnTo>
                  <a:cubicBezTo>
                    <a:pt x="1208" y="271"/>
                    <a:pt x="937" y="1"/>
                    <a:pt x="60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1" name="Google Shape;6141;p61"/>
            <p:cNvSpPr/>
            <p:nvPr/>
          </p:nvSpPr>
          <p:spPr>
            <a:xfrm>
              <a:off x="8082268" y="2869715"/>
              <a:ext cx="15869" cy="26220"/>
            </a:xfrm>
            <a:custGeom>
              <a:avLst/>
              <a:gdLst/>
              <a:ahLst/>
              <a:cxnLst/>
              <a:rect l="l" t="t" r="r" b="b"/>
              <a:pathLst>
                <a:path w="604" h="998" extrusionOk="0">
                  <a:moveTo>
                    <a:pt x="13" y="0"/>
                  </a:moveTo>
                  <a:cubicBezTo>
                    <a:pt x="9" y="0"/>
                    <a:pt x="4" y="0"/>
                    <a:pt x="0" y="1"/>
                  </a:cubicBezTo>
                  <a:lnTo>
                    <a:pt x="0" y="701"/>
                  </a:lnTo>
                  <a:cubicBezTo>
                    <a:pt x="0" y="899"/>
                    <a:pt x="151" y="998"/>
                    <a:pt x="302" y="998"/>
                  </a:cubicBezTo>
                  <a:cubicBezTo>
                    <a:pt x="453" y="998"/>
                    <a:pt x="604" y="899"/>
                    <a:pt x="604" y="701"/>
                  </a:cubicBezTo>
                  <a:lnTo>
                    <a:pt x="604" y="604"/>
                  </a:lnTo>
                  <a:cubicBezTo>
                    <a:pt x="604" y="275"/>
                    <a:pt x="340" y="0"/>
                    <a:pt x="13"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2" name="Google Shape;6142;p61"/>
            <p:cNvSpPr/>
            <p:nvPr/>
          </p:nvSpPr>
          <p:spPr>
            <a:xfrm>
              <a:off x="8076987" y="2874996"/>
              <a:ext cx="10588" cy="10430"/>
            </a:xfrm>
            <a:custGeom>
              <a:avLst/>
              <a:gdLst/>
              <a:ahLst/>
              <a:cxnLst/>
              <a:rect l="l" t="t" r="r" b="b"/>
              <a:pathLst>
                <a:path w="403" h="397" extrusionOk="0">
                  <a:moveTo>
                    <a:pt x="201" y="1"/>
                  </a:moveTo>
                  <a:cubicBezTo>
                    <a:pt x="90" y="1"/>
                    <a:pt x="0" y="91"/>
                    <a:pt x="0" y="202"/>
                  </a:cubicBezTo>
                  <a:cubicBezTo>
                    <a:pt x="0" y="306"/>
                    <a:pt x="90" y="396"/>
                    <a:pt x="201" y="396"/>
                  </a:cubicBezTo>
                  <a:cubicBezTo>
                    <a:pt x="312" y="396"/>
                    <a:pt x="403" y="306"/>
                    <a:pt x="403" y="202"/>
                  </a:cubicBezTo>
                  <a:cubicBezTo>
                    <a:pt x="403" y="91"/>
                    <a:pt x="312" y="1"/>
                    <a:pt x="20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43" name="Google Shape;6143;p61"/>
          <p:cNvGrpSpPr/>
          <p:nvPr/>
        </p:nvGrpSpPr>
        <p:grpSpPr>
          <a:xfrm>
            <a:off x="2707935" y="4162138"/>
            <a:ext cx="385339" cy="388071"/>
            <a:chOff x="2454435" y="4162138"/>
            <a:chExt cx="385339" cy="388071"/>
          </a:xfrm>
        </p:grpSpPr>
        <p:sp>
          <p:nvSpPr>
            <p:cNvPr id="6144" name="Google Shape;6144;p61"/>
            <p:cNvSpPr/>
            <p:nvPr/>
          </p:nvSpPr>
          <p:spPr>
            <a:xfrm>
              <a:off x="2568511" y="4162138"/>
              <a:ext cx="184144" cy="79973"/>
            </a:xfrm>
            <a:custGeom>
              <a:avLst/>
              <a:gdLst/>
              <a:ahLst/>
              <a:cxnLst/>
              <a:rect l="l" t="t" r="r" b="b"/>
              <a:pathLst>
                <a:path w="7009" h="3044" extrusionOk="0">
                  <a:moveTo>
                    <a:pt x="6770" y="1"/>
                  </a:moveTo>
                  <a:cubicBezTo>
                    <a:pt x="6757" y="1"/>
                    <a:pt x="6743" y="3"/>
                    <a:pt x="6728" y="6"/>
                  </a:cubicBezTo>
                  <a:cubicBezTo>
                    <a:pt x="5459" y="186"/>
                    <a:pt x="2359" y="783"/>
                    <a:pt x="0" y="2586"/>
                  </a:cubicBezTo>
                  <a:lnTo>
                    <a:pt x="5064" y="3044"/>
                  </a:lnTo>
                  <a:cubicBezTo>
                    <a:pt x="5355" y="1858"/>
                    <a:pt x="6305" y="838"/>
                    <a:pt x="6874" y="311"/>
                  </a:cubicBezTo>
                  <a:cubicBezTo>
                    <a:pt x="7008" y="209"/>
                    <a:pt x="6925" y="1"/>
                    <a:pt x="6770" y="1"/>
                  </a:cubicBezTo>
                  <a:close/>
                </a:path>
              </a:pathLst>
            </a:custGeom>
            <a:solidFill>
              <a:srgbClr val="7D92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5" name="Google Shape;6145;p61"/>
            <p:cNvSpPr/>
            <p:nvPr/>
          </p:nvSpPr>
          <p:spPr>
            <a:xfrm>
              <a:off x="2568511" y="4470236"/>
              <a:ext cx="184144" cy="79973"/>
            </a:xfrm>
            <a:custGeom>
              <a:avLst/>
              <a:gdLst/>
              <a:ahLst/>
              <a:cxnLst/>
              <a:rect l="l" t="t" r="r" b="b"/>
              <a:pathLst>
                <a:path w="7009" h="3044" extrusionOk="0">
                  <a:moveTo>
                    <a:pt x="5064" y="1"/>
                  </a:moveTo>
                  <a:lnTo>
                    <a:pt x="0" y="466"/>
                  </a:lnTo>
                  <a:cubicBezTo>
                    <a:pt x="2359" y="2269"/>
                    <a:pt x="5459" y="2866"/>
                    <a:pt x="6728" y="3039"/>
                  </a:cubicBezTo>
                  <a:cubicBezTo>
                    <a:pt x="6743" y="3042"/>
                    <a:pt x="6757" y="3044"/>
                    <a:pt x="6770" y="3044"/>
                  </a:cubicBezTo>
                  <a:cubicBezTo>
                    <a:pt x="6925" y="3044"/>
                    <a:pt x="7008" y="2836"/>
                    <a:pt x="6874" y="2734"/>
                  </a:cubicBezTo>
                  <a:cubicBezTo>
                    <a:pt x="6305" y="2207"/>
                    <a:pt x="5355" y="1187"/>
                    <a:pt x="5064" y="1"/>
                  </a:cubicBezTo>
                  <a:close/>
                </a:path>
              </a:pathLst>
            </a:custGeom>
            <a:solidFill>
              <a:srgbClr val="7D92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6" name="Google Shape;6146;p61"/>
            <p:cNvSpPr/>
            <p:nvPr/>
          </p:nvSpPr>
          <p:spPr>
            <a:xfrm>
              <a:off x="2454435" y="4217310"/>
              <a:ext cx="385339" cy="277753"/>
            </a:xfrm>
            <a:custGeom>
              <a:avLst/>
              <a:gdLst/>
              <a:ahLst/>
              <a:cxnLst/>
              <a:rect l="l" t="t" r="r" b="b"/>
              <a:pathLst>
                <a:path w="14667" h="10572" extrusionOk="0">
                  <a:moveTo>
                    <a:pt x="6812" y="1"/>
                  </a:moveTo>
                  <a:cubicBezTo>
                    <a:pt x="2650" y="1"/>
                    <a:pt x="1811" y="2893"/>
                    <a:pt x="160" y="4960"/>
                  </a:cubicBezTo>
                  <a:cubicBezTo>
                    <a:pt x="0" y="5147"/>
                    <a:pt x="0" y="5425"/>
                    <a:pt x="160" y="5619"/>
                  </a:cubicBezTo>
                  <a:cubicBezTo>
                    <a:pt x="1811" y="7679"/>
                    <a:pt x="2650" y="10571"/>
                    <a:pt x="6812" y="10571"/>
                  </a:cubicBezTo>
                  <a:cubicBezTo>
                    <a:pt x="6817" y="10571"/>
                    <a:pt x="6822" y="10571"/>
                    <a:pt x="6827" y="10571"/>
                  </a:cubicBezTo>
                  <a:cubicBezTo>
                    <a:pt x="9172" y="10571"/>
                    <a:pt x="11231" y="9033"/>
                    <a:pt x="11910" y="6798"/>
                  </a:cubicBezTo>
                  <a:cubicBezTo>
                    <a:pt x="11973" y="6591"/>
                    <a:pt x="12167" y="6461"/>
                    <a:pt x="12369" y="6461"/>
                  </a:cubicBezTo>
                  <a:cubicBezTo>
                    <a:pt x="12431" y="6461"/>
                    <a:pt x="12494" y="6474"/>
                    <a:pt x="12555" y="6500"/>
                  </a:cubicBezTo>
                  <a:lnTo>
                    <a:pt x="14303" y="7249"/>
                  </a:lnTo>
                  <a:cubicBezTo>
                    <a:pt x="14332" y="7262"/>
                    <a:pt x="14363" y="7267"/>
                    <a:pt x="14392" y="7267"/>
                  </a:cubicBezTo>
                  <a:cubicBezTo>
                    <a:pt x="14540" y="7267"/>
                    <a:pt x="14667" y="7121"/>
                    <a:pt x="14615" y="6964"/>
                  </a:cubicBezTo>
                  <a:lnTo>
                    <a:pt x="14178" y="5667"/>
                  </a:lnTo>
                  <a:cubicBezTo>
                    <a:pt x="14095" y="5425"/>
                    <a:pt x="14095" y="5154"/>
                    <a:pt x="14178" y="4911"/>
                  </a:cubicBezTo>
                  <a:lnTo>
                    <a:pt x="14615" y="3614"/>
                  </a:lnTo>
                  <a:cubicBezTo>
                    <a:pt x="14666" y="3459"/>
                    <a:pt x="14542" y="3309"/>
                    <a:pt x="14396" y="3309"/>
                  </a:cubicBezTo>
                  <a:cubicBezTo>
                    <a:pt x="14365" y="3309"/>
                    <a:pt x="14334" y="3316"/>
                    <a:pt x="14303" y="3330"/>
                  </a:cubicBezTo>
                  <a:lnTo>
                    <a:pt x="12555" y="4079"/>
                  </a:lnTo>
                  <a:cubicBezTo>
                    <a:pt x="12494" y="4105"/>
                    <a:pt x="12432" y="4117"/>
                    <a:pt x="12370" y="4117"/>
                  </a:cubicBezTo>
                  <a:cubicBezTo>
                    <a:pt x="12169" y="4117"/>
                    <a:pt x="11979" y="3988"/>
                    <a:pt x="11910" y="3781"/>
                  </a:cubicBezTo>
                  <a:cubicBezTo>
                    <a:pt x="11237" y="1533"/>
                    <a:pt x="9163" y="1"/>
                    <a:pt x="6812" y="1"/>
                  </a:cubicBezTo>
                  <a:close/>
                </a:path>
              </a:pathLst>
            </a:custGeom>
            <a:solidFill>
              <a:srgbClr val="BC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7" name="Google Shape;6147;p61"/>
            <p:cNvSpPr/>
            <p:nvPr/>
          </p:nvSpPr>
          <p:spPr>
            <a:xfrm>
              <a:off x="2454435" y="4251386"/>
              <a:ext cx="250403" cy="243677"/>
            </a:xfrm>
            <a:custGeom>
              <a:avLst/>
              <a:gdLst/>
              <a:ahLst/>
              <a:cxnLst/>
              <a:rect l="l" t="t" r="r" b="b"/>
              <a:pathLst>
                <a:path w="9531" h="9275" extrusionOk="0">
                  <a:moveTo>
                    <a:pt x="2976" y="1"/>
                  </a:moveTo>
                  <a:lnTo>
                    <a:pt x="2976" y="1"/>
                  </a:lnTo>
                  <a:cubicBezTo>
                    <a:pt x="1783" y="1027"/>
                    <a:pt x="1103" y="2477"/>
                    <a:pt x="160" y="3663"/>
                  </a:cubicBezTo>
                  <a:cubicBezTo>
                    <a:pt x="0" y="3850"/>
                    <a:pt x="0" y="4128"/>
                    <a:pt x="160" y="4322"/>
                  </a:cubicBezTo>
                  <a:cubicBezTo>
                    <a:pt x="1811" y="6382"/>
                    <a:pt x="2650" y="9274"/>
                    <a:pt x="6812" y="9274"/>
                  </a:cubicBezTo>
                  <a:cubicBezTo>
                    <a:pt x="7769" y="9274"/>
                    <a:pt x="8705" y="9018"/>
                    <a:pt x="9530" y="8532"/>
                  </a:cubicBezTo>
                  <a:cubicBezTo>
                    <a:pt x="5723" y="7880"/>
                    <a:pt x="2941" y="4579"/>
                    <a:pt x="2941" y="715"/>
                  </a:cubicBezTo>
                  <a:cubicBezTo>
                    <a:pt x="2941" y="479"/>
                    <a:pt x="2955" y="236"/>
                    <a:pt x="2976" y="1"/>
                  </a:cubicBezTo>
                  <a:close/>
                </a:path>
              </a:pathLst>
            </a:custGeom>
            <a:solidFill>
              <a:srgbClr val="A4B2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8" name="Google Shape;6148;p61"/>
            <p:cNvSpPr/>
            <p:nvPr/>
          </p:nvSpPr>
          <p:spPr>
            <a:xfrm>
              <a:off x="2495420" y="4331018"/>
              <a:ext cx="31553" cy="31553"/>
            </a:xfrm>
            <a:custGeom>
              <a:avLst/>
              <a:gdLst/>
              <a:ahLst/>
              <a:cxnLst/>
              <a:rect l="l" t="t" r="r" b="b"/>
              <a:pathLst>
                <a:path w="1201" h="1201" extrusionOk="0">
                  <a:moveTo>
                    <a:pt x="597" y="1"/>
                  </a:moveTo>
                  <a:cubicBezTo>
                    <a:pt x="271" y="1"/>
                    <a:pt x="1" y="271"/>
                    <a:pt x="1" y="597"/>
                  </a:cubicBezTo>
                  <a:cubicBezTo>
                    <a:pt x="1" y="930"/>
                    <a:pt x="271" y="1201"/>
                    <a:pt x="597" y="1201"/>
                  </a:cubicBezTo>
                  <a:cubicBezTo>
                    <a:pt x="930" y="1201"/>
                    <a:pt x="1201" y="930"/>
                    <a:pt x="1201" y="597"/>
                  </a:cubicBezTo>
                  <a:cubicBezTo>
                    <a:pt x="1201" y="271"/>
                    <a:pt x="930" y="1"/>
                    <a:pt x="597" y="1"/>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49" name="Google Shape;6149;p61"/>
            <p:cNvSpPr/>
            <p:nvPr/>
          </p:nvSpPr>
          <p:spPr>
            <a:xfrm>
              <a:off x="2508005" y="4337218"/>
              <a:ext cx="12768" cy="12795"/>
            </a:xfrm>
            <a:custGeom>
              <a:avLst/>
              <a:gdLst/>
              <a:ahLst/>
              <a:cxnLst/>
              <a:rect l="l" t="t" r="r" b="b"/>
              <a:pathLst>
                <a:path w="486" h="487" extrusionOk="0">
                  <a:moveTo>
                    <a:pt x="243" y="1"/>
                  </a:moveTo>
                  <a:cubicBezTo>
                    <a:pt x="111" y="1"/>
                    <a:pt x="0" y="112"/>
                    <a:pt x="0" y="243"/>
                  </a:cubicBezTo>
                  <a:cubicBezTo>
                    <a:pt x="0" y="375"/>
                    <a:pt x="111" y="486"/>
                    <a:pt x="243" y="486"/>
                  </a:cubicBezTo>
                  <a:cubicBezTo>
                    <a:pt x="375" y="486"/>
                    <a:pt x="486" y="375"/>
                    <a:pt x="486" y="243"/>
                  </a:cubicBezTo>
                  <a:cubicBezTo>
                    <a:pt x="486" y="112"/>
                    <a:pt x="375" y="1"/>
                    <a:pt x="24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0" name="Google Shape;6150;p61"/>
            <p:cNvSpPr/>
            <p:nvPr/>
          </p:nvSpPr>
          <p:spPr>
            <a:xfrm>
              <a:off x="2545181" y="4220227"/>
              <a:ext cx="53780" cy="271920"/>
            </a:xfrm>
            <a:custGeom>
              <a:avLst/>
              <a:gdLst/>
              <a:ahLst/>
              <a:cxnLst/>
              <a:rect l="l" t="t" r="r" b="b"/>
              <a:pathLst>
                <a:path w="2047" h="10350" extrusionOk="0">
                  <a:moveTo>
                    <a:pt x="2047" y="1"/>
                  </a:moveTo>
                  <a:lnTo>
                    <a:pt x="2047" y="1"/>
                  </a:lnTo>
                  <a:cubicBezTo>
                    <a:pt x="1630" y="77"/>
                    <a:pt x="1221" y="195"/>
                    <a:pt x="833" y="361"/>
                  </a:cubicBezTo>
                  <a:cubicBezTo>
                    <a:pt x="313" y="1721"/>
                    <a:pt x="0" y="3378"/>
                    <a:pt x="0" y="5175"/>
                  </a:cubicBezTo>
                  <a:cubicBezTo>
                    <a:pt x="0" y="6971"/>
                    <a:pt x="313" y="8636"/>
                    <a:pt x="833" y="9996"/>
                  </a:cubicBezTo>
                  <a:cubicBezTo>
                    <a:pt x="1228" y="10162"/>
                    <a:pt x="1630" y="10280"/>
                    <a:pt x="2047" y="10349"/>
                  </a:cubicBezTo>
                  <a:cubicBezTo>
                    <a:pt x="1707" y="8893"/>
                    <a:pt x="1506" y="7110"/>
                    <a:pt x="1506" y="5175"/>
                  </a:cubicBezTo>
                  <a:cubicBezTo>
                    <a:pt x="1506" y="3247"/>
                    <a:pt x="1707" y="1464"/>
                    <a:pt x="2047" y="1"/>
                  </a:cubicBezTo>
                  <a:close/>
                </a:path>
              </a:pathLst>
            </a:custGeom>
            <a:solidFill>
              <a:srgbClr val="162F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1" name="Google Shape;6151;p61"/>
            <p:cNvSpPr/>
            <p:nvPr/>
          </p:nvSpPr>
          <p:spPr>
            <a:xfrm>
              <a:off x="2545181" y="4344680"/>
              <a:ext cx="53780" cy="147468"/>
            </a:xfrm>
            <a:custGeom>
              <a:avLst/>
              <a:gdLst/>
              <a:ahLst/>
              <a:cxnLst/>
              <a:rect l="l" t="t" r="r" b="b"/>
              <a:pathLst>
                <a:path w="2047" h="5613" extrusionOk="0">
                  <a:moveTo>
                    <a:pt x="7" y="1"/>
                  </a:moveTo>
                  <a:cubicBezTo>
                    <a:pt x="7" y="147"/>
                    <a:pt x="0" y="292"/>
                    <a:pt x="0" y="438"/>
                  </a:cubicBezTo>
                  <a:cubicBezTo>
                    <a:pt x="0" y="2234"/>
                    <a:pt x="313" y="3892"/>
                    <a:pt x="833" y="5259"/>
                  </a:cubicBezTo>
                  <a:cubicBezTo>
                    <a:pt x="1221" y="5418"/>
                    <a:pt x="1630" y="5543"/>
                    <a:pt x="2047" y="5612"/>
                  </a:cubicBezTo>
                  <a:cubicBezTo>
                    <a:pt x="1818" y="4600"/>
                    <a:pt x="1658" y="3573"/>
                    <a:pt x="1582" y="2533"/>
                  </a:cubicBezTo>
                  <a:cubicBezTo>
                    <a:pt x="902" y="1797"/>
                    <a:pt x="368" y="937"/>
                    <a:pt x="7" y="1"/>
                  </a:cubicBezTo>
                  <a:close/>
                </a:path>
              </a:pathLst>
            </a:custGeom>
            <a:solidFill>
              <a:srgbClr val="3F546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2" name="Google Shape;6152;p61"/>
            <p:cNvSpPr/>
            <p:nvPr/>
          </p:nvSpPr>
          <p:spPr>
            <a:xfrm>
              <a:off x="2623184" y="4217678"/>
              <a:ext cx="49944" cy="277201"/>
            </a:xfrm>
            <a:custGeom>
              <a:avLst/>
              <a:gdLst/>
              <a:ahLst/>
              <a:cxnLst/>
              <a:rect l="l" t="t" r="r" b="b"/>
              <a:pathLst>
                <a:path w="1901" h="10551" extrusionOk="0">
                  <a:moveTo>
                    <a:pt x="617" y="0"/>
                  </a:moveTo>
                  <a:cubicBezTo>
                    <a:pt x="236" y="1436"/>
                    <a:pt x="0" y="3267"/>
                    <a:pt x="0" y="5272"/>
                  </a:cubicBezTo>
                  <a:cubicBezTo>
                    <a:pt x="0" y="7283"/>
                    <a:pt x="229" y="9115"/>
                    <a:pt x="617" y="10550"/>
                  </a:cubicBezTo>
                  <a:cubicBezTo>
                    <a:pt x="1047" y="10530"/>
                    <a:pt x="1484" y="10460"/>
                    <a:pt x="1901" y="10335"/>
                  </a:cubicBezTo>
                  <a:cubicBezTo>
                    <a:pt x="1588" y="8948"/>
                    <a:pt x="1401" y="7193"/>
                    <a:pt x="1401" y="5272"/>
                  </a:cubicBezTo>
                  <a:cubicBezTo>
                    <a:pt x="1401" y="3351"/>
                    <a:pt x="1588" y="1589"/>
                    <a:pt x="1901" y="209"/>
                  </a:cubicBezTo>
                  <a:cubicBezTo>
                    <a:pt x="1484" y="84"/>
                    <a:pt x="1047" y="14"/>
                    <a:pt x="617" y="0"/>
                  </a:cubicBezTo>
                  <a:close/>
                </a:path>
              </a:pathLst>
            </a:custGeom>
            <a:solidFill>
              <a:srgbClr val="162F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3" name="Google Shape;6153;p61"/>
            <p:cNvSpPr/>
            <p:nvPr/>
          </p:nvSpPr>
          <p:spPr>
            <a:xfrm>
              <a:off x="2629542" y="4446748"/>
              <a:ext cx="43586" cy="48131"/>
            </a:xfrm>
            <a:custGeom>
              <a:avLst/>
              <a:gdLst/>
              <a:ahLst/>
              <a:cxnLst/>
              <a:rect l="l" t="t" r="r" b="b"/>
              <a:pathLst>
                <a:path w="1659" h="1832" extrusionOk="0">
                  <a:moveTo>
                    <a:pt x="1" y="0"/>
                  </a:moveTo>
                  <a:cubicBezTo>
                    <a:pt x="91" y="618"/>
                    <a:pt x="216" y="1228"/>
                    <a:pt x="375" y="1831"/>
                  </a:cubicBezTo>
                  <a:cubicBezTo>
                    <a:pt x="805" y="1811"/>
                    <a:pt x="1242" y="1741"/>
                    <a:pt x="1659" y="1616"/>
                  </a:cubicBezTo>
                  <a:cubicBezTo>
                    <a:pt x="1596" y="1339"/>
                    <a:pt x="1541" y="1034"/>
                    <a:pt x="1485" y="729"/>
                  </a:cubicBezTo>
                  <a:cubicBezTo>
                    <a:pt x="965" y="534"/>
                    <a:pt x="466" y="292"/>
                    <a:pt x="1" y="0"/>
                  </a:cubicBezTo>
                  <a:close/>
                </a:path>
              </a:pathLst>
            </a:custGeom>
            <a:solidFill>
              <a:srgbClr val="3F546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4" name="Google Shape;6154;p61"/>
            <p:cNvSpPr/>
            <p:nvPr/>
          </p:nvSpPr>
          <p:spPr>
            <a:xfrm>
              <a:off x="2694960" y="4243925"/>
              <a:ext cx="48867" cy="224709"/>
            </a:xfrm>
            <a:custGeom>
              <a:avLst/>
              <a:gdLst/>
              <a:ahLst/>
              <a:cxnLst/>
              <a:rect l="l" t="t" r="r" b="b"/>
              <a:pathLst>
                <a:path w="1860" h="8553" extrusionOk="0">
                  <a:moveTo>
                    <a:pt x="778" y="0"/>
                  </a:moveTo>
                  <a:cubicBezTo>
                    <a:pt x="1" y="2796"/>
                    <a:pt x="1" y="5750"/>
                    <a:pt x="778" y="8553"/>
                  </a:cubicBezTo>
                  <a:cubicBezTo>
                    <a:pt x="1187" y="8254"/>
                    <a:pt x="1548" y="7901"/>
                    <a:pt x="1860" y="7505"/>
                  </a:cubicBezTo>
                  <a:cubicBezTo>
                    <a:pt x="1353" y="5383"/>
                    <a:pt x="1353" y="3170"/>
                    <a:pt x="1860" y="1041"/>
                  </a:cubicBezTo>
                  <a:cubicBezTo>
                    <a:pt x="1548" y="645"/>
                    <a:pt x="1187" y="299"/>
                    <a:pt x="778" y="0"/>
                  </a:cubicBezTo>
                  <a:close/>
                </a:path>
              </a:pathLst>
            </a:custGeom>
            <a:solidFill>
              <a:srgbClr val="162F4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55" name="Google Shape;6155;p61"/>
          <p:cNvGrpSpPr/>
          <p:nvPr/>
        </p:nvGrpSpPr>
        <p:grpSpPr>
          <a:xfrm>
            <a:off x="3855439" y="4161192"/>
            <a:ext cx="275178" cy="388912"/>
            <a:chOff x="3601939" y="4161192"/>
            <a:chExt cx="275178" cy="388912"/>
          </a:xfrm>
        </p:grpSpPr>
        <p:sp>
          <p:nvSpPr>
            <p:cNvPr id="6156" name="Google Shape;6156;p61"/>
            <p:cNvSpPr/>
            <p:nvPr/>
          </p:nvSpPr>
          <p:spPr>
            <a:xfrm>
              <a:off x="3601939" y="4161192"/>
              <a:ext cx="195546" cy="388912"/>
            </a:xfrm>
            <a:custGeom>
              <a:avLst/>
              <a:gdLst/>
              <a:ahLst/>
              <a:cxnLst/>
              <a:rect l="l" t="t" r="r" b="b"/>
              <a:pathLst>
                <a:path w="7443" h="14803" extrusionOk="0">
                  <a:moveTo>
                    <a:pt x="3725" y="0"/>
                  </a:moveTo>
                  <a:cubicBezTo>
                    <a:pt x="2608" y="0"/>
                    <a:pt x="1714" y="916"/>
                    <a:pt x="1734" y="2033"/>
                  </a:cubicBezTo>
                  <a:lnTo>
                    <a:pt x="1734" y="8580"/>
                  </a:lnTo>
                  <a:cubicBezTo>
                    <a:pt x="521" y="9440"/>
                    <a:pt x="0" y="10994"/>
                    <a:pt x="458" y="12416"/>
                  </a:cubicBezTo>
                  <a:cubicBezTo>
                    <a:pt x="909" y="13838"/>
                    <a:pt x="2227" y="14802"/>
                    <a:pt x="3725" y="14802"/>
                  </a:cubicBezTo>
                  <a:cubicBezTo>
                    <a:pt x="5216" y="14802"/>
                    <a:pt x="6534" y="13838"/>
                    <a:pt x="6992" y="12416"/>
                  </a:cubicBezTo>
                  <a:cubicBezTo>
                    <a:pt x="7443" y="10994"/>
                    <a:pt x="6930" y="9440"/>
                    <a:pt x="5709" y="8580"/>
                  </a:cubicBezTo>
                  <a:lnTo>
                    <a:pt x="5709" y="2033"/>
                  </a:lnTo>
                  <a:cubicBezTo>
                    <a:pt x="5737" y="916"/>
                    <a:pt x="4835" y="0"/>
                    <a:pt x="3725" y="0"/>
                  </a:cubicBezTo>
                  <a:close/>
                </a:path>
              </a:pathLst>
            </a:custGeom>
            <a:solidFill>
              <a:srgbClr val="C9CF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7" name="Google Shape;6157;p61"/>
            <p:cNvSpPr/>
            <p:nvPr/>
          </p:nvSpPr>
          <p:spPr>
            <a:xfrm>
              <a:off x="3630182" y="4193980"/>
              <a:ext cx="128131" cy="324597"/>
            </a:xfrm>
            <a:custGeom>
              <a:avLst/>
              <a:gdLst/>
              <a:ahLst/>
              <a:cxnLst/>
              <a:rect l="l" t="t" r="r" b="b"/>
              <a:pathLst>
                <a:path w="4877" h="12355" extrusionOk="0">
                  <a:moveTo>
                    <a:pt x="2650" y="1"/>
                  </a:moveTo>
                  <a:cubicBezTo>
                    <a:pt x="2213" y="1"/>
                    <a:pt x="1866" y="348"/>
                    <a:pt x="1866" y="785"/>
                  </a:cubicBezTo>
                  <a:lnTo>
                    <a:pt x="1866" y="7950"/>
                  </a:lnTo>
                  <a:lnTo>
                    <a:pt x="1360" y="8310"/>
                  </a:lnTo>
                  <a:cubicBezTo>
                    <a:pt x="0" y="9274"/>
                    <a:pt x="146" y="11341"/>
                    <a:pt x="1624" y="12104"/>
                  </a:cubicBezTo>
                  <a:cubicBezTo>
                    <a:pt x="1957" y="12276"/>
                    <a:pt x="2305" y="12354"/>
                    <a:pt x="2643" y="12354"/>
                  </a:cubicBezTo>
                  <a:cubicBezTo>
                    <a:pt x="3811" y="12354"/>
                    <a:pt x="4871" y="11418"/>
                    <a:pt x="4877" y="10128"/>
                  </a:cubicBezTo>
                  <a:cubicBezTo>
                    <a:pt x="4870" y="9406"/>
                    <a:pt x="4523" y="8733"/>
                    <a:pt x="3933" y="8310"/>
                  </a:cubicBezTo>
                  <a:lnTo>
                    <a:pt x="3434" y="7950"/>
                  </a:lnTo>
                  <a:lnTo>
                    <a:pt x="3434" y="785"/>
                  </a:lnTo>
                  <a:cubicBezTo>
                    <a:pt x="3434" y="348"/>
                    <a:pt x="3080" y="1"/>
                    <a:pt x="2650" y="1"/>
                  </a:cubicBezTo>
                  <a:close/>
                </a:path>
              </a:pathLst>
            </a:custGeom>
            <a:solidFill>
              <a:srgbClr val="A5B1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8" name="Google Shape;6158;p61"/>
            <p:cNvSpPr/>
            <p:nvPr/>
          </p:nvSpPr>
          <p:spPr>
            <a:xfrm>
              <a:off x="3636383" y="4193980"/>
              <a:ext cx="63448" cy="324597"/>
            </a:xfrm>
            <a:custGeom>
              <a:avLst/>
              <a:gdLst/>
              <a:ahLst/>
              <a:cxnLst/>
              <a:rect l="l" t="t" r="r" b="b"/>
              <a:pathLst>
                <a:path w="2415" h="12355" extrusionOk="0">
                  <a:moveTo>
                    <a:pt x="2407" y="1"/>
                  </a:moveTo>
                  <a:cubicBezTo>
                    <a:pt x="1977" y="1"/>
                    <a:pt x="1630" y="354"/>
                    <a:pt x="1630" y="785"/>
                  </a:cubicBezTo>
                  <a:lnTo>
                    <a:pt x="1630" y="7950"/>
                  </a:lnTo>
                  <a:lnTo>
                    <a:pt x="1124" y="8310"/>
                  </a:lnTo>
                  <a:cubicBezTo>
                    <a:pt x="333" y="8872"/>
                    <a:pt x="0" y="9878"/>
                    <a:pt x="292" y="10800"/>
                  </a:cubicBezTo>
                  <a:cubicBezTo>
                    <a:pt x="590" y="11723"/>
                    <a:pt x="1443" y="12354"/>
                    <a:pt x="2414" y="12354"/>
                  </a:cubicBezTo>
                  <a:cubicBezTo>
                    <a:pt x="1714" y="12354"/>
                    <a:pt x="1145" y="11355"/>
                    <a:pt x="1138" y="10128"/>
                  </a:cubicBezTo>
                  <a:cubicBezTo>
                    <a:pt x="1138" y="9295"/>
                    <a:pt x="1492" y="8504"/>
                    <a:pt x="2116" y="7950"/>
                  </a:cubicBezTo>
                  <a:lnTo>
                    <a:pt x="2116" y="785"/>
                  </a:lnTo>
                  <a:cubicBezTo>
                    <a:pt x="2116" y="354"/>
                    <a:pt x="2164" y="1"/>
                    <a:pt x="2407"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9" name="Google Shape;6159;p61"/>
            <p:cNvSpPr/>
            <p:nvPr/>
          </p:nvSpPr>
          <p:spPr>
            <a:xfrm>
              <a:off x="3679207" y="4193980"/>
              <a:ext cx="41195" cy="89326"/>
            </a:xfrm>
            <a:custGeom>
              <a:avLst/>
              <a:gdLst/>
              <a:ahLst/>
              <a:cxnLst/>
              <a:rect l="l" t="t" r="r" b="b"/>
              <a:pathLst>
                <a:path w="1568" h="3400" extrusionOk="0">
                  <a:moveTo>
                    <a:pt x="784" y="1"/>
                  </a:moveTo>
                  <a:cubicBezTo>
                    <a:pt x="347" y="1"/>
                    <a:pt x="0" y="348"/>
                    <a:pt x="0" y="785"/>
                  </a:cubicBezTo>
                  <a:lnTo>
                    <a:pt x="0" y="3399"/>
                  </a:lnTo>
                  <a:lnTo>
                    <a:pt x="1568" y="3399"/>
                  </a:lnTo>
                  <a:lnTo>
                    <a:pt x="1568" y="785"/>
                  </a:lnTo>
                  <a:cubicBezTo>
                    <a:pt x="1568" y="348"/>
                    <a:pt x="1214" y="1"/>
                    <a:pt x="78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0" name="Google Shape;6160;p61"/>
            <p:cNvSpPr/>
            <p:nvPr/>
          </p:nvSpPr>
          <p:spPr>
            <a:xfrm>
              <a:off x="3679207" y="4368010"/>
              <a:ext cx="41195" cy="11875"/>
            </a:xfrm>
            <a:custGeom>
              <a:avLst/>
              <a:gdLst/>
              <a:ahLst/>
              <a:cxnLst/>
              <a:rect l="l" t="t" r="r" b="b"/>
              <a:pathLst>
                <a:path w="1568" h="452" extrusionOk="0">
                  <a:moveTo>
                    <a:pt x="0" y="1"/>
                  </a:moveTo>
                  <a:lnTo>
                    <a:pt x="0" y="452"/>
                  </a:lnTo>
                  <a:lnTo>
                    <a:pt x="1568" y="452"/>
                  </a:lnTo>
                  <a:lnTo>
                    <a:pt x="1568" y="1"/>
                  </a:ln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1" name="Google Shape;6161;p61"/>
            <p:cNvSpPr/>
            <p:nvPr/>
          </p:nvSpPr>
          <p:spPr>
            <a:xfrm>
              <a:off x="3679207" y="4322637"/>
              <a:ext cx="41195" cy="12059"/>
            </a:xfrm>
            <a:custGeom>
              <a:avLst/>
              <a:gdLst/>
              <a:ahLst/>
              <a:cxnLst/>
              <a:rect l="l" t="t" r="r" b="b"/>
              <a:pathLst>
                <a:path w="1568" h="459" extrusionOk="0">
                  <a:moveTo>
                    <a:pt x="0" y="1"/>
                  </a:moveTo>
                  <a:lnTo>
                    <a:pt x="0" y="458"/>
                  </a:lnTo>
                  <a:lnTo>
                    <a:pt x="1568" y="458"/>
                  </a:lnTo>
                  <a:lnTo>
                    <a:pt x="1568" y="1"/>
                  </a:ln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2" name="Google Shape;6162;p61"/>
            <p:cNvSpPr/>
            <p:nvPr/>
          </p:nvSpPr>
          <p:spPr>
            <a:xfrm>
              <a:off x="3679207" y="4277448"/>
              <a:ext cx="41195" cy="11875"/>
            </a:xfrm>
            <a:custGeom>
              <a:avLst/>
              <a:gdLst/>
              <a:ahLst/>
              <a:cxnLst/>
              <a:rect l="l" t="t" r="r" b="b"/>
              <a:pathLst>
                <a:path w="1568" h="452" extrusionOk="0">
                  <a:moveTo>
                    <a:pt x="0" y="1"/>
                  </a:moveTo>
                  <a:lnTo>
                    <a:pt x="0" y="451"/>
                  </a:lnTo>
                  <a:lnTo>
                    <a:pt x="1568" y="451"/>
                  </a:lnTo>
                  <a:lnTo>
                    <a:pt x="1568" y="1"/>
                  </a:ln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3" name="Google Shape;6163;p61"/>
            <p:cNvSpPr/>
            <p:nvPr/>
          </p:nvSpPr>
          <p:spPr>
            <a:xfrm>
              <a:off x="3679207" y="4232076"/>
              <a:ext cx="41195" cy="11875"/>
            </a:xfrm>
            <a:custGeom>
              <a:avLst/>
              <a:gdLst/>
              <a:ahLst/>
              <a:cxnLst/>
              <a:rect l="l" t="t" r="r" b="b"/>
              <a:pathLst>
                <a:path w="1568" h="452" extrusionOk="0">
                  <a:moveTo>
                    <a:pt x="0" y="0"/>
                  </a:moveTo>
                  <a:lnTo>
                    <a:pt x="0" y="451"/>
                  </a:lnTo>
                  <a:lnTo>
                    <a:pt x="1568" y="451"/>
                  </a:lnTo>
                  <a:lnTo>
                    <a:pt x="1568" y="0"/>
                  </a:ln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4" name="Google Shape;6164;p61"/>
            <p:cNvSpPr/>
            <p:nvPr/>
          </p:nvSpPr>
          <p:spPr>
            <a:xfrm>
              <a:off x="3811489" y="4211846"/>
              <a:ext cx="65629" cy="111921"/>
            </a:xfrm>
            <a:custGeom>
              <a:avLst/>
              <a:gdLst/>
              <a:ahLst/>
              <a:cxnLst/>
              <a:rect l="l" t="t" r="r" b="b"/>
              <a:pathLst>
                <a:path w="2498" h="4260" extrusionOk="0">
                  <a:moveTo>
                    <a:pt x="1243" y="0"/>
                  </a:moveTo>
                  <a:cubicBezTo>
                    <a:pt x="452" y="0"/>
                    <a:pt x="1" y="465"/>
                    <a:pt x="1" y="1270"/>
                  </a:cubicBezTo>
                  <a:lnTo>
                    <a:pt x="1" y="2990"/>
                  </a:lnTo>
                  <a:cubicBezTo>
                    <a:pt x="1" y="3427"/>
                    <a:pt x="119" y="3753"/>
                    <a:pt x="362" y="3968"/>
                  </a:cubicBezTo>
                  <a:cubicBezTo>
                    <a:pt x="577" y="4155"/>
                    <a:pt x="875" y="4259"/>
                    <a:pt x="1243" y="4259"/>
                  </a:cubicBezTo>
                  <a:cubicBezTo>
                    <a:pt x="1978" y="4259"/>
                    <a:pt x="2498" y="3836"/>
                    <a:pt x="2498" y="3226"/>
                  </a:cubicBezTo>
                  <a:cubicBezTo>
                    <a:pt x="2498" y="2990"/>
                    <a:pt x="2401" y="2941"/>
                    <a:pt x="2241" y="2941"/>
                  </a:cubicBezTo>
                  <a:cubicBezTo>
                    <a:pt x="2082" y="2941"/>
                    <a:pt x="1999" y="3004"/>
                    <a:pt x="1985" y="3122"/>
                  </a:cubicBezTo>
                  <a:cubicBezTo>
                    <a:pt x="1950" y="3385"/>
                    <a:pt x="1901" y="3788"/>
                    <a:pt x="1270" y="3788"/>
                  </a:cubicBezTo>
                  <a:cubicBezTo>
                    <a:pt x="757" y="3788"/>
                    <a:pt x="507" y="3531"/>
                    <a:pt x="507" y="2990"/>
                  </a:cubicBezTo>
                  <a:lnTo>
                    <a:pt x="507" y="1270"/>
                  </a:lnTo>
                  <a:cubicBezTo>
                    <a:pt x="507" y="736"/>
                    <a:pt x="757" y="465"/>
                    <a:pt x="1256" y="465"/>
                  </a:cubicBezTo>
                  <a:cubicBezTo>
                    <a:pt x="1832" y="465"/>
                    <a:pt x="1971" y="812"/>
                    <a:pt x="1985" y="1110"/>
                  </a:cubicBezTo>
                  <a:cubicBezTo>
                    <a:pt x="1992" y="1228"/>
                    <a:pt x="2082" y="1291"/>
                    <a:pt x="2241" y="1291"/>
                  </a:cubicBezTo>
                  <a:cubicBezTo>
                    <a:pt x="2401" y="1291"/>
                    <a:pt x="2498" y="1249"/>
                    <a:pt x="2498" y="1013"/>
                  </a:cubicBezTo>
                  <a:cubicBezTo>
                    <a:pt x="2498" y="417"/>
                    <a:pt x="1985" y="0"/>
                    <a:pt x="1243" y="0"/>
                  </a:cubicBez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5" name="Google Shape;6165;p61"/>
            <p:cNvSpPr/>
            <p:nvPr/>
          </p:nvSpPr>
          <p:spPr>
            <a:xfrm>
              <a:off x="3774497" y="4175485"/>
              <a:ext cx="45241" cy="38936"/>
            </a:xfrm>
            <a:custGeom>
              <a:avLst/>
              <a:gdLst/>
              <a:ahLst/>
              <a:cxnLst/>
              <a:rect l="l" t="t" r="r" b="b"/>
              <a:pathLst>
                <a:path w="1722" h="1482" extrusionOk="0">
                  <a:moveTo>
                    <a:pt x="986" y="453"/>
                  </a:moveTo>
                  <a:cubicBezTo>
                    <a:pt x="1131" y="453"/>
                    <a:pt x="1270" y="566"/>
                    <a:pt x="1270" y="739"/>
                  </a:cubicBezTo>
                  <a:cubicBezTo>
                    <a:pt x="1270" y="899"/>
                    <a:pt x="1145" y="1031"/>
                    <a:pt x="986" y="1031"/>
                  </a:cubicBezTo>
                  <a:cubicBezTo>
                    <a:pt x="729" y="1031"/>
                    <a:pt x="604" y="719"/>
                    <a:pt x="785" y="538"/>
                  </a:cubicBezTo>
                  <a:cubicBezTo>
                    <a:pt x="843" y="480"/>
                    <a:pt x="915" y="453"/>
                    <a:pt x="986" y="453"/>
                  </a:cubicBezTo>
                  <a:close/>
                  <a:moveTo>
                    <a:pt x="983" y="1"/>
                  </a:moveTo>
                  <a:cubicBezTo>
                    <a:pt x="801" y="1"/>
                    <a:pt x="616" y="68"/>
                    <a:pt x="466" y="219"/>
                  </a:cubicBezTo>
                  <a:cubicBezTo>
                    <a:pt x="1" y="684"/>
                    <a:pt x="327" y="1482"/>
                    <a:pt x="986" y="1482"/>
                  </a:cubicBezTo>
                  <a:cubicBezTo>
                    <a:pt x="1395" y="1482"/>
                    <a:pt x="1721" y="1149"/>
                    <a:pt x="1721" y="739"/>
                  </a:cubicBezTo>
                  <a:cubicBezTo>
                    <a:pt x="1721" y="294"/>
                    <a:pt x="1360" y="1"/>
                    <a:pt x="983" y="1"/>
                  </a:cubicBezTo>
                  <a:close/>
                </a:path>
              </a:pathLst>
            </a:custGeom>
            <a:solidFill>
              <a:srgbClr val="7383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66" name="Google Shape;6166;p61"/>
          <p:cNvGrpSpPr/>
          <p:nvPr/>
        </p:nvGrpSpPr>
        <p:grpSpPr>
          <a:xfrm>
            <a:off x="822849" y="3215146"/>
            <a:ext cx="375802" cy="371677"/>
            <a:chOff x="836023" y="3215146"/>
            <a:chExt cx="375802" cy="371677"/>
          </a:xfrm>
        </p:grpSpPr>
        <p:sp>
          <p:nvSpPr>
            <p:cNvPr id="6167" name="Google Shape;6167;p61"/>
            <p:cNvSpPr/>
            <p:nvPr/>
          </p:nvSpPr>
          <p:spPr>
            <a:xfrm>
              <a:off x="907274" y="3284847"/>
              <a:ext cx="232748" cy="231645"/>
            </a:xfrm>
            <a:custGeom>
              <a:avLst/>
              <a:gdLst/>
              <a:ahLst/>
              <a:cxnLst/>
              <a:rect l="l" t="t" r="r" b="b"/>
              <a:pathLst>
                <a:path w="8859" h="8817" extrusionOk="0">
                  <a:moveTo>
                    <a:pt x="4413" y="0"/>
                  </a:moveTo>
                  <a:cubicBezTo>
                    <a:pt x="1978" y="0"/>
                    <a:pt x="1" y="1981"/>
                    <a:pt x="8" y="4418"/>
                  </a:cubicBezTo>
                  <a:lnTo>
                    <a:pt x="8" y="4536"/>
                  </a:lnTo>
                  <a:lnTo>
                    <a:pt x="8" y="4578"/>
                  </a:lnTo>
                  <a:lnTo>
                    <a:pt x="8" y="4661"/>
                  </a:lnTo>
                  <a:lnTo>
                    <a:pt x="8" y="4703"/>
                  </a:lnTo>
                  <a:cubicBezTo>
                    <a:pt x="8" y="4724"/>
                    <a:pt x="8" y="4751"/>
                    <a:pt x="8" y="4779"/>
                  </a:cubicBezTo>
                  <a:cubicBezTo>
                    <a:pt x="15" y="4800"/>
                    <a:pt x="8" y="4807"/>
                    <a:pt x="15" y="4828"/>
                  </a:cubicBezTo>
                  <a:cubicBezTo>
                    <a:pt x="22" y="4842"/>
                    <a:pt x="15" y="4869"/>
                    <a:pt x="22" y="4897"/>
                  </a:cubicBezTo>
                  <a:cubicBezTo>
                    <a:pt x="29" y="4918"/>
                    <a:pt x="22" y="4932"/>
                    <a:pt x="29" y="4946"/>
                  </a:cubicBezTo>
                  <a:cubicBezTo>
                    <a:pt x="36" y="4960"/>
                    <a:pt x="36" y="4987"/>
                    <a:pt x="36" y="5015"/>
                  </a:cubicBezTo>
                  <a:lnTo>
                    <a:pt x="43" y="5064"/>
                  </a:lnTo>
                  <a:cubicBezTo>
                    <a:pt x="43" y="5084"/>
                    <a:pt x="50" y="5105"/>
                    <a:pt x="56" y="5126"/>
                  </a:cubicBezTo>
                  <a:lnTo>
                    <a:pt x="63" y="5175"/>
                  </a:lnTo>
                  <a:cubicBezTo>
                    <a:pt x="63" y="5202"/>
                    <a:pt x="70" y="5223"/>
                    <a:pt x="77" y="5244"/>
                  </a:cubicBezTo>
                  <a:lnTo>
                    <a:pt x="84" y="5292"/>
                  </a:lnTo>
                  <a:cubicBezTo>
                    <a:pt x="91" y="5313"/>
                    <a:pt x="91" y="5334"/>
                    <a:pt x="98" y="5362"/>
                  </a:cubicBezTo>
                  <a:lnTo>
                    <a:pt x="105" y="5403"/>
                  </a:lnTo>
                  <a:cubicBezTo>
                    <a:pt x="112" y="5431"/>
                    <a:pt x="119" y="5452"/>
                    <a:pt x="126" y="5473"/>
                  </a:cubicBezTo>
                  <a:lnTo>
                    <a:pt x="133" y="5514"/>
                  </a:lnTo>
                  <a:cubicBezTo>
                    <a:pt x="140" y="5542"/>
                    <a:pt x="154" y="5577"/>
                    <a:pt x="160" y="5605"/>
                  </a:cubicBezTo>
                  <a:lnTo>
                    <a:pt x="167" y="5625"/>
                  </a:lnTo>
                  <a:cubicBezTo>
                    <a:pt x="174" y="5667"/>
                    <a:pt x="188" y="5702"/>
                    <a:pt x="195" y="5736"/>
                  </a:cubicBezTo>
                  <a:lnTo>
                    <a:pt x="209" y="5771"/>
                  </a:lnTo>
                  <a:cubicBezTo>
                    <a:pt x="216" y="5792"/>
                    <a:pt x="223" y="5820"/>
                    <a:pt x="230" y="5847"/>
                  </a:cubicBezTo>
                  <a:lnTo>
                    <a:pt x="251" y="5889"/>
                  </a:lnTo>
                  <a:lnTo>
                    <a:pt x="271" y="5951"/>
                  </a:lnTo>
                  <a:lnTo>
                    <a:pt x="285" y="6000"/>
                  </a:lnTo>
                  <a:lnTo>
                    <a:pt x="313" y="6055"/>
                  </a:lnTo>
                  <a:lnTo>
                    <a:pt x="327" y="6104"/>
                  </a:lnTo>
                  <a:lnTo>
                    <a:pt x="355" y="6166"/>
                  </a:lnTo>
                  <a:lnTo>
                    <a:pt x="376" y="6208"/>
                  </a:lnTo>
                  <a:lnTo>
                    <a:pt x="403" y="6264"/>
                  </a:lnTo>
                  <a:lnTo>
                    <a:pt x="424" y="6312"/>
                  </a:lnTo>
                  <a:lnTo>
                    <a:pt x="452" y="6368"/>
                  </a:lnTo>
                  <a:lnTo>
                    <a:pt x="473" y="6409"/>
                  </a:lnTo>
                  <a:lnTo>
                    <a:pt x="500" y="6472"/>
                  </a:lnTo>
                  <a:lnTo>
                    <a:pt x="521" y="6513"/>
                  </a:lnTo>
                  <a:lnTo>
                    <a:pt x="556" y="6569"/>
                  </a:lnTo>
                  <a:lnTo>
                    <a:pt x="577" y="6610"/>
                  </a:lnTo>
                  <a:lnTo>
                    <a:pt x="618" y="6680"/>
                  </a:lnTo>
                  <a:lnTo>
                    <a:pt x="632" y="6707"/>
                  </a:lnTo>
                  <a:cubicBezTo>
                    <a:pt x="653" y="6735"/>
                    <a:pt x="674" y="6770"/>
                    <a:pt x="695" y="6805"/>
                  </a:cubicBezTo>
                  <a:lnTo>
                    <a:pt x="702" y="6818"/>
                  </a:lnTo>
                  <a:lnTo>
                    <a:pt x="757" y="6895"/>
                  </a:lnTo>
                  <a:lnTo>
                    <a:pt x="778" y="6929"/>
                  </a:lnTo>
                  <a:lnTo>
                    <a:pt x="819" y="6985"/>
                  </a:lnTo>
                  <a:lnTo>
                    <a:pt x="847" y="7020"/>
                  </a:lnTo>
                  <a:lnTo>
                    <a:pt x="882" y="7075"/>
                  </a:lnTo>
                  <a:lnTo>
                    <a:pt x="910" y="7110"/>
                  </a:lnTo>
                  <a:lnTo>
                    <a:pt x="951" y="7165"/>
                  </a:lnTo>
                  <a:lnTo>
                    <a:pt x="986" y="7200"/>
                  </a:lnTo>
                  <a:lnTo>
                    <a:pt x="1028" y="7248"/>
                  </a:lnTo>
                  <a:lnTo>
                    <a:pt x="1055" y="7290"/>
                  </a:lnTo>
                  <a:lnTo>
                    <a:pt x="1097" y="7339"/>
                  </a:lnTo>
                  <a:lnTo>
                    <a:pt x="1125" y="7373"/>
                  </a:lnTo>
                  <a:lnTo>
                    <a:pt x="1173" y="7422"/>
                  </a:lnTo>
                  <a:lnTo>
                    <a:pt x="1201" y="7457"/>
                  </a:lnTo>
                  <a:lnTo>
                    <a:pt x="1249" y="7505"/>
                  </a:lnTo>
                  <a:lnTo>
                    <a:pt x="1277" y="7533"/>
                  </a:lnTo>
                  <a:lnTo>
                    <a:pt x="1333" y="7588"/>
                  </a:lnTo>
                  <a:lnTo>
                    <a:pt x="1360" y="7609"/>
                  </a:lnTo>
                  <a:lnTo>
                    <a:pt x="1444" y="7685"/>
                  </a:lnTo>
                  <a:lnTo>
                    <a:pt x="1527" y="7762"/>
                  </a:lnTo>
                  <a:cubicBezTo>
                    <a:pt x="1728" y="7935"/>
                    <a:pt x="1936" y="8088"/>
                    <a:pt x="2165" y="8220"/>
                  </a:cubicBezTo>
                  <a:lnTo>
                    <a:pt x="2179" y="8226"/>
                  </a:lnTo>
                  <a:lnTo>
                    <a:pt x="2269" y="8282"/>
                  </a:lnTo>
                  <a:lnTo>
                    <a:pt x="2290" y="8296"/>
                  </a:lnTo>
                  <a:lnTo>
                    <a:pt x="2408" y="8351"/>
                  </a:lnTo>
                  <a:lnTo>
                    <a:pt x="2436" y="8365"/>
                  </a:lnTo>
                  <a:lnTo>
                    <a:pt x="2526" y="8414"/>
                  </a:lnTo>
                  <a:lnTo>
                    <a:pt x="2560" y="8428"/>
                  </a:lnTo>
                  <a:lnTo>
                    <a:pt x="2658" y="8469"/>
                  </a:lnTo>
                  <a:lnTo>
                    <a:pt x="2678" y="8483"/>
                  </a:lnTo>
                  <a:lnTo>
                    <a:pt x="2796" y="8532"/>
                  </a:lnTo>
                  <a:lnTo>
                    <a:pt x="2831" y="8539"/>
                  </a:lnTo>
                  <a:lnTo>
                    <a:pt x="2921" y="8573"/>
                  </a:lnTo>
                  <a:lnTo>
                    <a:pt x="2963" y="8587"/>
                  </a:lnTo>
                  <a:lnTo>
                    <a:pt x="3067" y="8622"/>
                  </a:lnTo>
                  <a:lnTo>
                    <a:pt x="3088" y="8629"/>
                  </a:lnTo>
                  <a:lnTo>
                    <a:pt x="3212" y="8670"/>
                  </a:lnTo>
                  <a:lnTo>
                    <a:pt x="3247" y="8677"/>
                  </a:lnTo>
                  <a:lnTo>
                    <a:pt x="3344" y="8698"/>
                  </a:lnTo>
                  <a:lnTo>
                    <a:pt x="3379" y="8712"/>
                  </a:lnTo>
                  <a:lnTo>
                    <a:pt x="3497" y="8740"/>
                  </a:lnTo>
                  <a:lnTo>
                    <a:pt x="3511" y="8740"/>
                  </a:lnTo>
                  <a:lnTo>
                    <a:pt x="3642" y="8761"/>
                  </a:lnTo>
                  <a:lnTo>
                    <a:pt x="3677" y="8767"/>
                  </a:lnTo>
                  <a:lnTo>
                    <a:pt x="3781" y="8781"/>
                  </a:lnTo>
                  <a:lnTo>
                    <a:pt x="3816" y="8788"/>
                  </a:lnTo>
                  <a:lnTo>
                    <a:pt x="3941" y="8802"/>
                  </a:lnTo>
                  <a:lnTo>
                    <a:pt x="3955" y="8802"/>
                  </a:lnTo>
                  <a:lnTo>
                    <a:pt x="4086" y="8816"/>
                  </a:lnTo>
                  <a:lnTo>
                    <a:pt x="4725" y="8816"/>
                  </a:lnTo>
                  <a:lnTo>
                    <a:pt x="4863" y="8802"/>
                  </a:lnTo>
                  <a:lnTo>
                    <a:pt x="4870" y="8802"/>
                  </a:lnTo>
                  <a:lnTo>
                    <a:pt x="4995" y="8788"/>
                  </a:lnTo>
                  <a:lnTo>
                    <a:pt x="5037" y="8781"/>
                  </a:lnTo>
                  <a:lnTo>
                    <a:pt x="5134" y="8767"/>
                  </a:lnTo>
                  <a:lnTo>
                    <a:pt x="5168" y="8761"/>
                  </a:lnTo>
                  <a:lnTo>
                    <a:pt x="5300" y="8740"/>
                  </a:lnTo>
                  <a:lnTo>
                    <a:pt x="5314" y="8740"/>
                  </a:lnTo>
                  <a:lnTo>
                    <a:pt x="5432" y="8712"/>
                  </a:lnTo>
                  <a:lnTo>
                    <a:pt x="5467" y="8698"/>
                  </a:lnTo>
                  <a:lnTo>
                    <a:pt x="5564" y="8677"/>
                  </a:lnTo>
                  <a:lnTo>
                    <a:pt x="5598" y="8670"/>
                  </a:lnTo>
                  <a:lnTo>
                    <a:pt x="5723" y="8629"/>
                  </a:lnTo>
                  <a:lnTo>
                    <a:pt x="5744" y="8622"/>
                  </a:lnTo>
                  <a:lnTo>
                    <a:pt x="5848" y="8587"/>
                  </a:lnTo>
                  <a:lnTo>
                    <a:pt x="5890" y="8573"/>
                  </a:lnTo>
                  <a:lnTo>
                    <a:pt x="5980" y="8539"/>
                  </a:lnTo>
                  <a:lnTo>
                    <a:pt x="6015" y="8532"/>
                  </a:lnTo>
                  <a:lnTo>
                    <a:pt x="6133" y="8483"/>
                  </a:lnTo>
                  <a:lnTo>
                    <a:pt x="6188" y="8476"/>
                  </a:lnTo>
                  <a:lnTo>
                    <a:pt x="6285" y="8428"/>
                  </a:lnTo>
                  <a:lnTo>
                    <a:pt x="6320" y="8414"/>
                  </a:lnTo>
                  <a:lnTo>
                    <a:pt x="6410" y="8365"/>
                  </a:lnTo>
                  <a:lnTo>
                    <a:pt x="6438" y="8358"/>
                  </a:lnTo>
                  <a:lnTo>
                    <a:pt x="6556" y="8296"/>
                  </a:lnTo>
                  <a:lnTo>
                    <a:pt x="6576" y="8282"/>
                  </a:lnTo>
                  <a:lnTo>
                    <a:pt x="6667" y="8233"/>
                  </a:lnTo>
                  <a:lnTo>
                    <a:pt x="6681" y="8220"/>
                  </a:lnTo>
                  <a:cubicBezTo>
                    <a:pt x="6909" y="8088"/>
                    <a:pt x="7117" y="7935"/>
                    <a:pt x="7319" y="7762"/>
                  </a:cubicBezTo>
                  <a:lnTo>
                    <a:pt x="7402" y="7692"/>
                  </a:lnTo>
                  <a:lnTo>
                    <a:pt x="7485" y="7616"/>
                  </a:lnTo>
                  <a:lnTo>
                    <a:pt x="7513" y="7588"/>
                  </a:lnTo>
                  <a:lnTo>
                    <a:pt x="7568" y="7533"/>
                  </a:lnTo>
                  <a:lnTo>
                    <a:pt x="7603" y="7505"/>
                  </a:lnTo>
                  <a:lnTo>
                    <a:pt x="7652" y="7457"/>
                  </a:lnTo>
                  <a:lnTo>
                    <a:pt x="7679" y="7422"/>
                  </a:lnTo>
                  <a:lnTo>
                    <a:pt x="7728" y="7373"/>
                  </a:lnTo>
                  <a:lnTo>
                    <a:pt x="7756" y="7339"/>
                  </a:lnTo>
                  <a:lnTo>
                    <a:pt x="7797" y="7290"/>
                  </a:lnTo>
                  <a:lnTo>
                    <a:pt x="7832" y="7248"/>
                  </a:lnTo>
                  <a:lnTo>
                    <a:pt x="7874" y="7200"/>
                  </a:lnTo>
                  <a:lnTo>
                    <a:pt x="7901" y="7165"/>
                  </a:lnTo>
                  <a:lnTo>
                    <a:pt x="7943" y="7110"/>
                  </a:lnTo>
                  <a:lnTo>
                    <a:pt x="7971" y="7075"/>
                  </a:lnTo>
                  <a:lnTo>
                    <a:pt x="8012" y="7020"/>
                  </a:lnTo>
                  <a:lnTo>
                    <a:pt x="8033" y="6985"/>
                  </a:lnTo>
                  <a:lnTo>
                    <a:pt x="8082" y="6929"/>
                  </a:lnTo>
                  <a:lnTo>
                    <a:pt x="8102" y="6895"/>
                  </a:lnTo>
                  <a:lnTo>
                    <a:pt x="8151" y="6818"/>
                  </a:lnTo>
                  <a:lnTo>
                    <a:pt x="8165" y="6805"/>
                  </a:lnTo>
                  <a:cubicBezTo>
                    <a:pt x="8186" y="6770"/>
                    <a:pt x="8200" y="6742"/>
                    <a:pt x="8220" y="6707"/>
                  </a:cubicBezTo>
                  <a:lnTo>
                    <a:pt x="8241" y="6680"/>
                  </a:lnTo>
                  <a:lnTo>
                    <a:pt x="8276" y="6610"/>
                  </a:lnTo>
                  <a:lnTo>
                    <a:pt x="8297" y="6569"/>
                  </a:lnTo>
                  <a:lnTo>
                    <a:pt x="8331" y="6513"/>
                  </a:lnTo>
                  <a:lnTo>
                    <a:pt x="8352" y="6472"/>
                  </a:lnTo>
                  <a:lnTo>
                    <a:pt x="8387" y="6409"/>
                  </a:lnTo>
                  <a:lnTo>
                    <a:pt x="8408" y="6368"/>
                  </a:lnTo>
                  <a:lnTo>
                    <a:pt x="8435" y="6312"/>
                  </a:lnTo>
                  <a:lnTo>
                    <a:pt x="8456" y="6264"/>
                  </a:lnTo>
                  <a:lnTo>
                    <a:pt x="8477" y="6208"/>
                  </a:lnTo>
                  <a:lnTo>
                    <a:pt x="8498" y="6166"/>
                  </a:lnTo>
                  <a:lnTo>
                    <a:pt x="8526" y="6104"/>
                  </a:lnTo>
                  <a:lnTo>
                    <a:pt x="8546" y="6055"/>
                  </a:lnTo>
                  <a:lnTo>
                    <a:pt x="8567" y="6000"/>
                  </a:lnTo>
                  <a:lnTo>
                    <a:pt x="8581" y="5951"/>
                  </a:lnTo>
                  <a:lnTo>
                    <a:pt x="8609" y="5889"/>
                  </a:lnTo>
                  <a:lnTo>
                    <a:pt x="8623" y="5847"/>
                  </a:lnTo>
                  <a:cubicBezTo>
                    <a:pt x="8630" y="5820"/>
                    <a:pt x="8637" y="5792"/>
                    <a:pt x="8650" y="5771"/>
                  </a:cubicBezTo>
                  <a:lnTo>
                    <a:pt x="8657" y="5736"/>
                  </a:lnTo>
                  <a:cubicBezTo>
                    <a:pt x="8671" y="5702"/>
                    <a:pt x="8678" y="5667"/>
                    <a:pt x="8692" y="5625"/>
                  </a:cubicBezTo>
                  <a:lnTo>
                    <a:pt x="8699" y="5605"/>
                  </a:lnTo>
                  <a:cubicBezTo>
                    <a:pt x="8706" y="5577"/>
                    <a:pt x="8713" y="5549"/>
                    <a:pt x="8720" y="5514"/>
                  </a:cubicBezTo>
                  <a:lnTo>
                    <a:pt x="8727" y="5473"/>
                  </a:lnTo>
                  <a:cubicBezTo>
                    <a:pt x="8734" y="5452"/>
                    <a:pt x="8741" y="5431"/>
                    <a:pt x="8747" y="5403"/>
                  </a:cubicBezTo>
                  <a:lnTo>
                    <a:pt x="8754" y="5362"/>
                  </a:lnTo>
                  <a:cubicBezTo>
                    <a:pt x="8761" y="5334"/>
                    <a:pt x="8768" y="5313"/>
                    <a:pt x="8768" y="5292"/>
                  </a:cubicBezTo>
                  <a:lnTo>
                    <a:pt x="8782" y="5244"/>
                  </a:lnTo>
                  <a:lnTo>
                    <a:pt x="8796" y="5175"/>
                  </a:lnTo>
                  <a:lnTo>
                    <a:pt x="8803" y="5126"/>
                  </a:lnTo>
                  <a:lnTo>
                    <a:pt x="8810" y="5064"/>
                  </a:lnTo>
                  <a:cubicBezTo>
                    <a:pt x="8810" y="5043"/>
                    <a:pt x="8817" y="5029"/>
                    <a:pt x="8817" y="5015"/>
                  </a:cubicBezTo>
                  <a:cubicBezTo>
                    <a:pt x="8817" y="4994"/>
                    <a:pt x="8824" y="4966"/>
                    <a:pt x="8824" y="4946"/>
                  </a:cubicBezTo>
                  <a:cubicBezTo>
                    <a:pt x="8831" y="4925"/>
                    <a:pt x="8824" y="4911"/>
                    <a:pt x="8831" y="4897"/>
                  </a:cubicBezTo>
                  <a:cubicBezTo>
                    <a:pt x="8838" y="4876"/>
                    <a:pt x="8838" y="4849"/>
                    <a:pt x="8838" y="4828"/>
                  </a:cubicBezTo>
                  <a:cubicBezTo>
                    <a:pt x="8845" y="4807"/>
                    <a:pt x="8838" y="4793"/>
                    <a:pt x="8845" y="4779"/>
                  </a:cubicBezTo>
                  <a:cubicBezTo>
                    <a:pt x="8852" y="4758"/>
                    <a:pt x="8845" y="4731"/>
                    <a:pt x="8852" y="4703"/>
                  </a:cubicBezTo>
                  <a:cubicBezTo>
                    <a:pt x="8858" y="4682"/>
                    <a:pt x="8852" y="4675"/>
                    <a:pt x="8852" y="4661"/>
                  </a:cubicBezTo>
                  <a:lnTo>
                    <a:pt x="8852" y="4578"/>
                  </a:lnTo>
                  <a:lnTo>
                    <a:pt x="8852" y="4536"/>
                  </a:lnTo>
                  <a:lnTo>
                    <a:pt x="8852" y="4418"/>
                  </a:lnTo>
                  <a:cubicBezTo>
                    <a:pt x="8852" y="1981"/>
                    <a:pt x="6882" y="0"/>
                    <a:pt x="4439" y="0"/>
                  </a:cubicBezTo>
                  <a:cubicBezTo>
                    <a:pt x="4435" y="0"/>
                    <a:pt x="4431" y="0"/>
                    <a:pt x="4426" y="0"/>
                  </a:cubicBezTo>
                  <a:cubicBezTo>
                    <a:pt x="4422" y="0"/>
                    <a:pt x="4418" y="0"/>
                    <a:pt x="4413" y="0"/>
                  </a:cubicBezTo>
                  <a:close/>
                </a:path>
              </a:pathLst>
            </a:custGeom>
            <a:solidFill>
              <a:srgbClr val="8DA0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8" name="Google Shape;6168;p61"/>
            <p:cNvSpPr/>
            <p:nvPr/>
          </p:nvSpPr>
          <p:spPr>
            <a:xfrm>
              <a:off x="953198" y="3284847"/>
              <a:ext cx="186456" cy="221976"/>
            </a:xfrm>
            <a:custGeom>
              <a:avLst/>
              <a:gdLst/>
              <a:ahLst/>
              <a:cxnLst/>
              <a:rect l="l" t="t" r="r" b="b"/>
              <a:pathLst>
                <a:path w="7097" h="8449" extrusionOk="0">
                  <a:moveTo>
                    <a:pt x="2692" y="0"/>
                  </a:moveTo>
                  <a:cubicBezTo>
                    <a:pt x="2435" y="0"/>
                    <a:pt x="2172" y="21"/>
                    <a:pt x="1915" y="70"/>
                  </a:cubicBezTo>
                  <a:cubicBezTo>
                    <a:pt x="535" y="1332"/>
                    <a:pt x="1" y="3288"/>
                    <a:pt x="556" y="5077"/>
                  </a:cubicBezTo>
                  <a:cubicBezTo>
                    <a:pt x="1104" y="6874"/>
                    <a:pt x="2644" y="8185"/>
                    <a:pt x="4502" y="8448"/>
                  </a:cubicBezTo>
                  <a:lnTo>
                    <a:pt x="4537" y="8435"/>
                  </a:lnTo>
                  <a:lnTo>
                    <a:pt x="4579" y="8414"/>
                  </a:lnTo>
                  <a:lnTo>
                    <a:pt x="4669" y="8372"/>
                  </a:lnTo>
                  <a:lnTo>
                    <a:pt x="4697" y="8358"/>
                  </a:lnTo>
                  <a:lnTo>
                    <a:pt x="4808" y="8303"/>
                  </a:lnTo>
                  <a:lnTo>
                    <a:pt x="4828" y="8289"/>
                  </a:lnTo>
                  <a:lnTo>
                    <a:pt x="4919" y="8233"/>
                  </a:lnTo>
                  <a:lnTo>
                    <a:pt x="4933" y="8226"/>
                  </a:lnTo>
                  <a:cubicBezTo>
                    <a:pt x="5161" y="8095"/>
                    <a:pt x="5376" y="7942"/>
                    <a:pt x="5571" y="7769"/>
                  </a:cubicBezTo>
                  <a:lnTo>
                    <a:pt x="5661" y="7692"/>
                  </a:lnTo>
                  <a:lnTo>
                    <a:pt x="5737" y="7616"/>
                  </a:lnTo>
                  <a:lnTo>
                    <a:pt x="5765" y="7595"/>
                  </a:lnTo>
                  <a:lnTo>
                    <a:pt x="5820" y="7540"/>
                  </a:lnTo>
                  <a:lnTo>
                    <a:pt x="5848" y="7512"/>
                  </a:lnTo>
                  <a:lnTo>
                    <a:pt x="5897" y="7463"/>
                  </a:lnTo>
                  <a:lnTo>
                    <a:pt x="5924" y="7429"/>
                  </a:lnTo>
                  <a:lnTo>
                    <a:pt x="5973" y="7380"/>
                  </a:lnTo>
                  <a:lnTo>
                    <a:pt x="6001" y="7346"/>
                  </a:lnTo>
                  <a:lnTo>
                    <a:pt x="6042" y="7297"/>
                  </a:lnTo>
                  <a:lnTo>
                    <a:pt x="6077" y="7255"/>
                  </a:lnTo>
                  <a:lnTo>
                    <a:pt x="6119" y="7207"/>
                  </a:lnTo>
                  <a:lnTo>
                    <a:pt x="6146" y="7172"/>
                  </a:lnTo>
                  <a:lnTo>
                    <a:pt x="6188" y="7117"/>
                  </a:lnTo>
                  <a:lnTo>
                    <a:pt x="6216" y="7082"/>
                  </a:lnTo>
                  <a:lnTo>
                    <a:pt x="6257" y="7026"/>
                  </a:lnTo>
                  <a:lnTo>
                    <a:pt x="6278" y="6992"/>
                  </a:lnTo>
                  <a:lnTo>
                    <a:pt x="6320" y="6936"/>
                  </a:lnTo>
                  <a:lnTo>
                    <a:pt x="6347" y="6902"/>
                  </a:lnTo>
                  <a:lnTo>
                    <a:pt x="6396" y="6818"/>
                  </a:lnTo>
                  <a:lnTo>
                    <a:pt x="6403" y="6811"/>
                  </a:lnTo>
                  <a:cubicBezTo>
                    <a:pt x="6424" y="6777"/>
                    <a:pt x="6445" y="6749"/>
                    <a:pt x="6465" y="6714"/>
                  </a:cubicBezTo>
                  <a:lnTo>
                    <a:pt x="6479" y="6687"/>
                  </a:lnTo>
                  <a:lnTo>
                    <a:pt x="6521" y="6617"/>
                  </a:lnTo>
                  <a:lnTo>
                    <a:pt x="6542" y="6576"/>
                  </a:lnTo>
                  <a:lnTo>
                    <a:pt x="6576" y="6520"/>
                  </a:lnTo>
                  <a:lnTo>
                    <a:pt x="6597" y="6479"/>
                  </a:lnTo>
                  <a:lnTo>
                    <a:pt x="6625" y="6416"/>
                  </a:lnTo>
                  <a:lnTo>
                    <a:pt x="6653" y="6374"/>
                  </a:lnTo>
                  <a:lnTo>
                    <a:pt x="6680" y="6319"/>
                  </a:lnTo>
                  <a:lnTo>
                    <a:pt x="6701" y="6270"/>
                  </a:lnTo>
                  <a:lnTo>
                    <a:pt x="6722" y="6215"/>
                  </a:lnTo>
                  <a:lnTo>
                    <a:pt x="6743" y="6173"/>
                  </a:lnTo>
                  <a:lnTo>
                    <a:pt x="6771" y="6111"/>
                  </a:lnTo>
                  <a:lnTo>
                    <a:pt x="6784" y="6062"/>
                  </a:lnTo>
                  <a:lnTo>
                    <a:pt x="6812" y="6007"/>
                  </a:lnTo>
                  <a:lnTo>
                    <a:pt x="6826" y="5958"/>
                  </a:lnTo>
                  <a:lnTo>
                    <a:pt x="6854" y="5896"/>
                  </a:lnTo>
                  <a:lnTo>
                    <a:pt x="6868" y="5854"/>
                  </a:lnTo>
                  <a:cubicBezTo>
                    <a:pt x="6875" y="5827"/>
                    <a:pt x="6882" y="5799"/>
                    <a:pt x="6889" y="5778"/>
                  </a:cubicBezTo>
                  <a:lnTo>
                    <a:pt x="6902" y="5743"/>
                  </a:lnTo>
                  <a:cubicBezTo>
                    <a:pt x="6916" y="5709"/>
                    <a:pt x="6923" y="5674"/>
                    <a:pt x="6937" y="5632"/>
                  </a:cubicBezTo>
                  <a:lnTo>
                    <a:pt x="6944" y="5612"/>
                  </a:lnTo>
                  <a:cubicBezTo>
                    <a:pt x="6951" y="5584"/>
                    <a:pt x="6958" y="5556"/>
                    <a:pt x="6965" y="5521"/>
                  </a:cubicBezTo>
                  <a:lnTo>
                    <a:pt x="6972" y="5480"/>
                  </a:lnTo>
                  <a:cubicBezTo>
                    <a:pt x="6979" y="5459"/>
                    <a:pt x="6986" y="5438"/>
                    <a:pt x="6993" y="5410"/>
                  </a:cubicBezTo>
                  <a:lnTo>
                    <a:pt x="6999" y="5369"/>
                  </a:lnTo>
                  <a:cubicBezTo>
                    <a:pt x="7006" y="5341"/>
                    <a:pt x="7013" y="5320"/>
                    <a:pt x="7013" y="5299"/>
                  </a:cubicBezTo>
                  <a:lnTo>
                    <a:pt x="7027" y="5251"/>
                  </a:lnTo>
                  <a:lnTo>
                    <a:pt x="7034" y="5181"/>
                  </a:lnTo>
                  <a:lnTo>
                    <a:pt x="7048" y="5133"/>
                  </a:lnTo>
                  <a:lnTo>
                    <a:pt x="7055" y="5070"/>
                  </a:lnTo>
                  <a:cubicBezTo>
                    <a:pt x="7055" y="5050"/>
                    <a:pt x="7062" y="5036"/>
                    <a:pt x="7062" y="5022"/>
                  </a:cubicBezTo>
                  <a:cubicBezTo>
                    <a:pt x="7062" y="5001"/>
                    <a:pt x="7069" y="4973"/>
                    <a:pt x="7069" y="4953"/>
                  </a:cubicBezTo>
                  <a:cubicBezTo>
                    <a:pt x="7076" y="4932"/>
                    <a:pt x="7069" y="4918"/>
                    <a:pt x="7076" y="4904"/>
                  </a:cubicBezTo>
                  <a:cubicBezTo>
                    <a:pt x="7083" y="4883"/>
                    <a:pt x="7083" y="4855"/>
                    <a:pt x="7083" y="4835"/>
                  </a:cubicBezTo>
                  <a:cubicBezTo>
                    <a:pt x="7090" y="4814"/>
                    <a:pt x="7083" y="4800"/>
                    <a:pt x="7090" y="4786"/>
                  </a:cubicBezTo>
                  <a:cubicBezTo>
                    <a:pt x="7097" y="4765"/>
                    <a:pt x="7090" y="4738"/>
                    <a:pt x="7097" y="4710"/>
                  </a:cubicBezTo>
                  <a:cubicBezTo>
                    <a:pt x="7097" y="4689"/>
                    <a:pt x="7097" y="4682"/>
                    <a:pt x="7097" y="4668"/>
                  </a:cubicBezTo>
                  <a:lnTo>
                    <a:pt x="7097" y="4585"/>
                  </a:lnTo>
                  <a:lnTo>
                    <a:pt x="7097" y="4543"/>
                  </a:lnTo>
                  <a:lnTo>
                    <a:pt x="7097" y="4425"/>
                  </a:lnTo>
                  <a:cubicBezTo>
                    <a:pt x="7097" y="3031"/>
                    <a:pt x="6438" y="1720"/>
                    <a:pt x="5321" y="888"/>
                  </a:cubicBezTo>
                  <a:lnTo>
                    <a:pt x="5335" y="881"/>
                  </a:lnTo>
                  <a:cubicBezTo>
                    <a:pt x="4572" y="305"/>
                    <a:pt x="3649" y="0"/>
                    <a:pt x="2692"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9" name="Google Shape;6169;p61"/>
            <p:cNvSpPr/>
            <p:nvPr/>
          </p:nvSpPr>
          <p:spPr>
            <a:xfrm>
              <a:off x="936437" y="3313799"/>
              <a:ext cx="175159" cy="174791"/>
            </a:xfrm>
            <a:custGeom>
              <a:avLst/>
              <a:gdLst/>
              <a:ahLst/>
              <a:cxnLst/>
              <a:rect l="l" t="t" r="r" b="b"/>
              <a:pathLst>
                <a:path w="6667" h="6653" extrusionOk="0">
                  <a:moveTo>
                    <a:pt x="2963" y="1"/>
                  </a:moveTo>
                  <a:lnTo>
                    <a:pt x="2914" y="8"/>
                  </a:lnTo>
                  <a:lnTo>
                    <a:pt x="2879" y="15"/>
                  </a:lnTo>
                  <a:lnTo>
                    <a:pt x="2838" y="15"/>
                  </a:lnTo>
                  <a:lnTo>
                    <a:pt x="2796" y="22"/>
                  </a:lnTo>
                  <a:lnTo>
                    <a:pt x="2754" y="29"/>
                  </a:lnTo>
                  <a:lnTo>
                    <a:pt x="2720" y="36"/>
                  </a:lnTo>
                  <a:lnTo>
                    <a:pt x="2671" y="43"/>
                  </a:lnTo>
                  <a:lnTo>
                    <a:pt x="2637" y="50"/>
                  </a:lnTo>
                  <a:lnTo>
                    <a:pt x="2595" y="63"/>
                  </a:lnTo>
                  <a:lnTo>
                    <a:pt x="2560" y="70"/>
                  </a:lnTo>
                  <a:lnTo>
                    <a:pt x="2519" y="84"/>
                  </a:lnTo>
                  <a:lnTo>
                    <a:pt x="2484" y="91"/>
                  </a:lnTo>
                  <a:lnTo>
                    <a:pt x="2442" y="105"/>
                  </a:lnTo>
                  <a:lnTo>
                    <a:pt x="2401" y="112"/>
                  </a:lnTo>
                  <a:lnTo>
                    <a:pt x="2359" y="126"/>
                  </a:lnTo>
                  <a:lnTo>
                    <a:pt x="2324" y="133"/>
                  </a:lnTo>
                  <a:lnTo>
                    <a:pt x="2283" y="147"/>
                  </a:lnTo>
                  <a:lnTo>
                    <a:pt x="2255" y="161"/>
                  </a:lnTo>
                  <a:lnTo>
                    <a:pt x="2206" y="174"/>
                  </a:lnTo>
                  <a:lnTo>
                    <a:pt x="2179" y="188"/>
                  </a:lnTo>
                  <a:lnTo>
                    <a:pt x="2130" y="202"/>
                  </a:lnTo>
                  <a:lnTo>
                    <a:pt x="2102" y="216"/>
                  </a:lnTo>
                  <a:lnTo>
                    <a:pt x="2033" y="244"/>
                  </a:lnTo>
                  <a:lnTo>
                    <a:pt x="2012" y="251"/>
                  </a:lnTo>
                  <a:lnTo>
                    <a:pt x="1957" y="272"/>
                  </a:lnTo>
                  <a:lnTo>
                    <a:pt x="1929" y="285"/>
                  </a:lnTo>
                  <a:lnTo>
                    <a:pt x="1887" y="306"/>
                  </a:lnTo>
                  <a:lnTo>
                    <a:pt x="1853" y="327"/>
                  </a:lnTo>
                  <a:lnTo>
                    <a:pt x="1818" y="341"/>
                  </a:lnTo>
                  <a:lnTo>
                    <a:pt x="1783" y="362"/>
                  </a:lnTo>
                  <a:lnTo>
                    <a:pt x="1749" y="382"/>
                  </a:lnTo>
                  <a:lnTo>
                    <a:pt x="1714" y="396"/>
                  </a:lnTo>
                  <a:lnTo>
                    <a:pt x="1679" y="417"/>
                  </a:lnTo>
                  <a:lnTo>
                    <a:pt x="1645" y="438"/>
                  </a:lnTo>
                  <a:lnTo>
                    <a:pt x="1610" y="459"/>
                  </a:lnTo>
                  <a:lnTo>
                    <a:pt x="1575" y="480"/>
                  </a:lnTo>
                  <a:lnTo>
                    <a:pt x="1548" y="500"/>
                  </a:lnTo>
                  <a:lnTo>
                    <a:pt x="1513" y="521"/>
                  </a:lnTo>
                  <a:lnTo>
                    <a:pt x="1478" y="542"/>
                  </a:lnTo>
                  <a:lnTo>
                    <a:pt x="1443" y="563"/>
                  </a:lnTo>
                  <a:lnTo>
                    <a:pt x="1416" y="584"/>
                  </a:lnTo>
                  <a:lnTo>
                    <a:pt x="1381" y="604"/>
                  </a:lnTo>
                  <a:lnTo>
                    <a:pt x="1353" y="632"/>
                  </a:lnTo>
                  <a:lnTo>
                    <a:pt x="1319" y="653"/>
                  </a:lnTo>
                  <a:lnTo>
                    <a:pt x="1291" y="674"/>
                  </a:lnTo>
                  <a:lnTo>
                    <a:pt x="1256" y="702"/>
                  </a:lnTo>
                  <a:lnTo>
                    <a:pt x="1228" y="722"/>
                  </a:lnTo>
                  <a:lnTo>
                    <a:pt x="1201" y="750"/>
                  </a:lnTo>
                  <a:lnTo>
                    <a:pt x="1166" y="778"/>
                  </a:lnTo>
                  <a:lnTo>
                    <a:pt x="1138" y="799"/>
                  </a:lnTo>
                  <a:lnTo>
                    <a:pt x="1111" y="826"/>
                  </a:lnTo>
                  <a:lnTo>
                    <a:pt x="1083" y="854"/>
                  </a:lnTo>
                  <a:cubicBezTo>
                    <a:pt x="861" y="1055"/>
                    <a:pt x="667" y="1284"/>
                    <a:pt x="507" y="1541"/>
                  </a:cubicBezTo>
                  <a:lnTo>
                    <a:pt x="493" y="1562"/>
                  </a:lnTo>
                  <a:cubicBezTo>
                    <a:pt x="459" y="1624"/>
                    <a:pt x="417" y="1686"/>
                    <a:pt x="382" y="1749"/>
                  </a:cubicBezTo>
                  <a:lnTo>
                    <a:pt x="375" y="1770"/>
                  </a:lnTo>
                  <a:cubicBezTo>
                    <a:pt x="341" y="1839"/>
                    <a:pt x="306" y="1902"/>
                    <a:pt x="278" y="1971"/>
                  </a:cubicBezTo>
                  <a:lnTo>
                    <a:pt x="271" y="1992"/>
                  </a:lnTo>
                  <a:cubicBezTo>
                    <a:pt x="237" y="2054"/>
                    <a:pt x="216" y="2123"/>
                    <a:pt x="188" y="2193"/>
                  </a:cubicBezTo>
                  <a:lnTo>
                    <a:pt x="181" y="2221"/>
                  </a:lnTo>
                  <a:cubicBezTo>
                    <a:pt x="153" y="2290"/>
                    <a:pt x="133" y="2359"/>
                    <a:pt x="112" y="2429"/>
                  </a:cubicBezTo>
                  <a:lnTo>
                    <a:pt x="105" y="2456"/>
                  </a:lnTo>
                  <a:cubicBezTo>
                    <a:pt x="91" y="2526"/>
                    <a:pt x="70" y="2595"/>
                    <a:pt x="56" y="2671"/>
                  </a:cubicBezTo>
                  <a:lnTo>
                    <a:pt x="56" y="2699"/>
                  </a:lnTo>
                  <a:cubicBezTo>
                    <a:pt x="42" y="2769"/>
                    <a:pt x="28" y="2845"/>
                    <a:pt x="22" y="2921"/>
                  </a:cubicBezTo>
                  <a:lnTo>
                    <a:pt x="22" y="2949"/>
                  </a:lnTo>
                  <a:cubicBezTo>
                    <a:pt x="15" y="3018"/>
                    <a:pt x="8" y="3095"/>
                    <a:pt x="1" y="3171"/>
                  </a:cubicBezTo>
                  <a:lnTo>
                    <a:pt x="1" y="3199"/>
                  </a:lnTo>
                  <a:lnTo>
                    <a:pt x="1" y="3316"/>
                  </a:lnTo>
                  <a:cubicBezTo>
                    <a:pt x="1" y="3427"/>
                    <a:pt x="8" y="3545"/>
                    <a:pt x="22" y="3656"/>
                  </a:cubicBezTo>
                  <a:cubicBezTo>
                    <a:pt x="28" y="3712"/>
                    <a:pt x="35" y="3767"/>
                    <a:pt x="42" y="3823"/>
                  </a:cubicBezTo>
                  <a:cubicBezTo>
                    <a:pt x="292" y="5453"/>
                    <a:pt x="1686" y="6653"/>
                    <a:pt x="3337" y="6653"/>
                  </a:cubicBezTo>
                  <a:cubicBezTo>
                    <a:pt x="4981" y="6653"/>
                    <a:pt x="6382" y="5453"/>
                    <a:pt x="6632" y="3823"/>
                  </a:cubicBezTo>
                  <a:cubicBezTo>
                    <a:pt x="6639" y="3767"/>
                    <a:pt x="6646" y="3712"/>
                    <a:pt x="6653" y="3656"/>
                  </a:cubicBezTo>
                  <a:cubicBezTo>
                    <a:pt x="6659" y="3545"/>
                    <a:pt x="6666" y="3427"/>
                    <a:pt x="6666" y="3316"/>
                  </a:cubicBezTo>
                  <a:cubicBezTo>
                    <a:pt x="6666" y="3282"/>
                    <a:pt x="6666" y="3240"/>
                    <a:pt x="6666" y="3206"/>
                  </a:cubicBezTo>
                  <a:lnTo>
                    <a:pt x="6666" y="3171"/>
                  </a:lnTo>
                  <a:cubicBezTo>
                    <a:pt x="6659" y="3095"/>
                    <a:pt x="6659" y="3025"/>
                    <a:pt x="6646" y="2949"/>
                  </a:cubicBezTo>
                  <a:lnTo>
                    <a:pt x="6646" y="2921"/>
                  </a:lnTo>
                  <a:cubicBezTo>
                    <a:pt x="6639" y="2845"/>
                    <a:pt x="6632" y="2769"/>
                    <a:pt x="6618" y="2699"/>
                  </a:cubicBezTo>
                  <a:lnTo>
                    <a:pt x="6611" y="2671"/>
                  </a:lnTo>
                  <a:cubicBezTo>
                    <a:pt x="6597" y="2602"/>
                    <a:pt x="6576" y="2526"/>
                    <a:pt x="6562" y="2456"/>
                  </a:cubicBezTo>
                  <a:lnTo>
                    <a:pt x="6555" y="2429"/>
                  </a:lnTo>
                  <a:cubicBezTo>
                    <a:pt x="6535" y="2359"/>
                    <a:pt x="6514" y="2290"/>
                    <a:pt x="6486" y="2221"/>
                  </a:cubicBezTo>
                  <a:lnTo>
                    <a:pt x="6479" y="2193"/>
                  </a:lnTo>
                  <a:cubicBezTo>
                    <a:pt x="6451" y="2123"/>
                    <a:pt x="6431" y="2061"/>
                    <a:pt x="6396" y="1992"/>
                  </a:cubicBezTo>
                  <a:lnTo>
                    <a:pt x="6389" y="1971"/>
                  </a:lnTo>
                  <a:cubicBezTo>
                    <a:pt x="6361" y="1902"/>
                    <a:pt x="6327" y="1839"/>
                    <a:pt x="6292" y="1770"/>
                  </a:cubicBezTo>
                  <a:lnTo>
                    <a:pt x="6285" y="1749"/>
                  </a:lnTo>
                  <a:cubicBezTo>
                    <a:pt x="6250" y="1686"/>
                    <a:pt x="6209" y="1624"/>
                    <a:pt x="6174" y="1562"/>
                  </a:cubicBezTo>
                  <a:lnTo>
                    <a:pt x="6160" y="1541"/>
                  </a:lnTo>
                  <a:cubicBezTo>
                    <a:pt x="6001" y="1284"/>
                    <a:pt x="5806" y="1055"/>
                    <a:pt x="5584" y="854"/>
                  </a:cubicBezTo>
                  <a:lnTo>
                    <a:pt x="5557" y="826"/>
                  </a:lnTo>
                  <a:lnTo>
                    <a:pt x="5529" y="799"/>
                  </a:lnTo>
                  <a:lnTo>
                    <a:pt x="5501" y="778"/>
                  </a:lnTo>
                  <a:lnTo>
                    <a:pt x="5466" y="750"/>
                  </a:lnTo>
                  <a:lnTo>
                    <a:pt x="5439" y="729"/>
                  </a:lnTo>
                  <a:lnTo>
                    <a:pt x="5411" y="702"/>
                  </a:lnTo>
                  <a:lnTo>
                    <a:pt x="5376" y="681"/>
                  </a:lnTo>
                  <a:lnTo>
                    <a:pt x="5349" y="653"/>
                  </a:lnTo>
                  <a:lnTo>
                    <a:pt x="5314" y="632"/>
                  </a:lnTo>
                  <a:lnTo>
                    <a:pt x="5286" y="611"/>
                  </a:lnTo>
                  <a:lnTo>
                    <a:pt x="5251" y="584"/>
                  </a:lnTo>
                  <a:lnTo>
                    <a:pt x="5224" y="563"/>
                  </a:lnTo>
                  <a:lnTo>
                    <a:pt x="5189" y="542"/>
                  </a:lnTo>
                  <a:lnTo>
                    <a:pt x="5154" y="521"/>
                  </a:lnTo>
                  <a:lnTo>
                    <a:pt x="5120" y="500"/>
                  </a:lnTo>
                  <a:lnTo>
                    <a:pt x="5092" y="480"/>
                  </a:lnTo>
                  <a:lnTo>
                    <a:pt x="5057" y="459"/>
                  </a:lnTo>
                  <a:lnTo>
                    <a:pt x="5023" y="438"/>
                  </a:lnTo>
                  <a:lnTo>
                    <a:pt x="4988" y="417"/>
                  </a:lnTo>
                  <a:lnTo>
                    <a:pt x="4953" y="396"/>
                  </a:lnTo>
                  <a:lnTo>
                    <a:pt x="4919" y="382"/>
                  </a:lnTo>
                  <a:lnTo>
                    <a:pt x="4884" y="362"/>
                  </a:lnTo>
                  <a:lnTo>
                    <a:pt x="4849" y="348"/>
                  </a:lnTo>
                  <a:lnTo>
                    <a:pt x="4814" y="327"/>
                  </a:lnTo>
                  <a:lnTo>
                    <a:pt x="4780" y="306"/>
                  </a:lnTo>
                  <a:lnTo>
                    <a:pt x="4738" y="292"/>
                  </a:lnTo>
                  <a:lnTo>
                    <a:pt x="4710" y="278"/>
                  </a:lnTo>
                  <a:lnTo>
                    <a:pt x="4655" y="251"/>
                  </a:lnTo>
                  <a:lnTo>
                    <a:pt x="4634" y="244"/>
                  </a:lnTo>
                  <a:lnTo>
                    <a:pt x="4565" y="216"/>
                  </a:lnTo>
                  <a:lnTo>
                    <a:pt x="4537" y="202"/>
                  </a:lnTo>
                  <a:lnTo>
                    <a:pt x="4488" y="188"/>
                  </a:lnTo>
                  <a:lnTo>
                    <a:pt x="4461" y="174"/>
                  </a:lnTo>
                  <a:lnTo>
                    <a:pt x="4412" y="161"/>
                  </a:lnTo>
                  <a:lnTo>
                    <a:pt x="4377" y="154"/>
                  </a:lnTo>
                  <a:lnTo>
                    <a:pt x="4336" y="140"/>
                  </a:lnTo>
                  <a:lnTo>
                    <a:pt x="4301" y="126"/>
                  </a:lnTo>
                  <a:lnTo>
                    <a:pt x="4260" y="112"/>
                  </a:lnTo>
                  <a:lnTo>
                    <a:pt x="4225" y="105"/>
                  </a:lnTo>
                  <a:lnTo>
                    <a:pt x="4183" y="91"/>
                  </a:lnTo>
                  <a:lnTo>
                    <a:pt x="4149" y="84"/>
                  </a:lnTo>
                  <a:lnTo>
                    <a:pt x="4107" y="70"/>
                  </a:lnTo>
                  <a:lnTo>
                    <a:pt x="4072" y="63"/>
                  </a:lnTo>
                  <a:lnTo>
                    <a:pt x="4031" y="56"/>
                  </a:lnTo>
                  <a:lnTo>
                    <a:pt x="3989" y="50"/>
                  </a:lnTo>
                  <a:lnTo>
                    <a:pt x="3947" y="43"/>
                  </a:lnTo>
                  <a:lnTo>
                    <a:pt x="3913" y="36"/>
                  </a:lnTo>
                  <a:lnTo>
                    <a:pt x="3871" y="29"/>
                  </a:lnTo>
                  <a:lnTo>
                    <a:pt x="3830" y="22"/>
                  </a:lnTo>
                  <a:lnTo>
                    <a:pt x="3788" y="15"/>
                  </a:lnTo>
                  <a:lnTo>
                    <a:pt x="3753" y="8"/>
                  </a:lnTo>
                  <a:lnTo>
                    <a:pt x="3698" y="1"/>
                  </a:ln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0" name="Google Shape;6170;p61"/>
            <p:cNvSpPr/>
            <p:nvPr/>
          </p:nvSpPr>
          <p:spPr>
            <a:xfrm>
              <a:off x="947550" y="3313799"/>
              <a:ext cx="164045" cy="174791"/>
            </a:xfrm>
            <a:custGeom>
              <a:avLst/>
              <a:gdLst/>
              <a:ahLst/>
              <a:cxnLst/>
              <a:rect l="l" t="t" r="r" b="b"/>
              <a:pathLst>
                <a:path w="6244" h="6653" extrusionOk="0">
                  <a:moveTo>
                    <a:pt x="2540" y="1"/>
                  </a:moveTo>
                  <a:lnTo>
                    <a:pt x="2491" y="8"/>
                  </a:lnTo>
                  <a:lnTo>
                    <a:pt x="2456" y="15"/>
                  </a:lnTo>
                  <a:lnTo>
                    <a:pt x="2415" y="15"/>
                  </a:lnTo>
                  <a:lnTo>
                    <a:pt x="2373" y="22"/>
                  </a:lnTo>
                  <a:lnTo>
                    <a:pt x="2331" y="29"/>
                  </a:lnTo>
                  <a:lnTo>
                    <a:pt x="2297" y="36"/>
                  </a:lnTo>
                  <a:lnTo>
                    <a:pt x="2248" y="43"/>
                  </a:lnTo>
                  <a:lnTo>
                    <a:pt x="2214" y="50"/>
                  </a:lnTo>
                  <a:lnTo>
                    <a:pt x="2172" y="63"/>
                  </a:lnTo>
                  <a:lnTo>
                    <a:pt x="2137" y="70"/>
                  </a:lnTo>
                  <a:lnTo>
                    <a:pt x="2096" y="84"/>
                  </a:lnTo>
                  <a:lnTo>
                    <a:pt x="2061" y="91"/>
                  </a:lnTo>
                  <a:lnTo>
                    <a:pt x="2019" y="105"/>
                  </a:lnTo>
                  <a:lnTo>
                    <a:pt x="1978" y="112"/>
                  </a:lnTo>
                  <a:lnTo>
                    <a:pt x="1936" y="126"/>
                  </a:lnTo>
                  <a:lnTo>
                    <a:pt x="1901" y="133"/>
                  </a:lnTo>
                  <a:lnTo>
                    <a:pt x="1860" y="147"/>
                  </a:lnTo>
                  <a:lnTo>
                    <a:pt x="1832" y="161"/>
                  </a:lnTo>
                  <a:lnTo>
                    <a:pt x="1783" y="174"/>
                  </a:lnTo>
                  <a:lnTo>
                    <a:pt x="1756" y="188"/>
                  </a:lnTo>
                  <a:lnTo>
                    <a:pt x="1707" y="202"/>
                  </a:lnTo>
                  <a:lnTo>
                    <a:pt x="1679" y="216"/>
                  </a:lnTo>
                  <a:lnTo>
                    <a:pt x="1610" y="244"/>
                  </a:lnTo>
                  <a:lnTo>
                    <a:pt x="1589" y="251"/>
                  </a:lnTo>
                  <a:lnTo>
                    <a:pt x="1534" y="272"/>
                  </a:lnTo>
                  <a:lnTo>
                    <a:pt x="1506" y="285"/>
                  </a:lnTo>
                  <a:lnTo>
                    <a:pt x="1464" y="306"/>
                  </a:lnTo>
                  <a:lnTo>
                    <a:pt x="1430" y="327"/>
                  </a:lnTo>
                  <a:lnTo>
                    <a:pt x="1395" y="341"/>
                  </a:lnTo>
                  <a:lnTo>
                    <a:pt x="1360" y="362"/>
                  </a:lnTo>
                  <a:lnTo>
                    <a:pt x="1326" y="382"/>
                  </a:lnTo>
                  <a:lnTo>
                    <a:pt x="1291" y="396"/>
                  </a:lnTo>
                  <a:lnTo>
                    <a:pt x="1256" y="417"/>
                  </a:lnTo>
                  <a:lnTo>
                    <a:pt x="1222" y="438"/>
                  </a:lnTo>
                  <a:lnTo>
                    <a:pt x="1187" y="459"/>
                  </a:lnTo>
                  <a:lnTo>
                    <a:pt x="1152" y="480"/>
                  </a:lnTo>
                  <a:lnTo>
                    <a:pt x="1125" y="500"/>
                  </a:lnTo>
                  <a:lnTo>
                    <a:pt x="1090" y="521"/>
                  </a:lnTo>
                  <a:lnTo>
                    <a:pt x="1055" y="542"/>
                  </a:lnTo>
                  <a:lnTo>
                    <a:pt x="1020" y="563"/>
                  </a:lnTo>
                  <a:lnTo>
                    <a:pt x="993" y="584"/>
                  </a:lnTo>
                  <a:lnTo>
                    <a:pt x="958" y="604"/>
                  </a:lnTo>
                  <a:lnTo>
                    <a:pt x="951" y="611"/>
                  </a:lnTo>
                  <a:cubicBezTo>
                    <a:pt x="1" y="2810"/>
                    <a:pt x="792" y="5377"/>
                    <a:pt x="2817" y="6653"/>
                  </a:cubicBezTo>
                  <a:lnTo>
                    <a:pt x="2900" y="6653"/>
                  </a:lnTo>
                  <a:cubicBezTo>
                    <a:pt x="4551" y="6653"/>
                    <a:pt x="5945" y="5453"/>
                    <a:pt x="6195" y="3823"/>
                  </a:cubicBezTo>
                  <a:cubicBezTo>
                    <a:pt x="6209" y="3767"/>
                    <a:pt x="6216" y="3712"/>
                    <a:pt x="6216" y="3656"/>
                  </a:cubicBezTo>
                  <a:cubicBezTo>
                    <a:pt x="6230" y="3545"/>
                    <a:pt x="6236" y="3427"/>
                    <a:pt x="6236" y="3316"/>
                  </a:cubicBezTo>
                  <a:lnTo>
                    <a:pt x="6236" y="3199"/>
                  </a:lnTo>
                  <a:cubicBezTo>
                    <a:pt x="6243" y="3192"/>
                    <a:pt x="6243" y="3185"/>
                    <a:pt x="6243" y="3171"/>
                  </a:cubicBezTo>
                  <a:cubicBezTo>
                    <a:pt x="6236" y="3095"/>
                    <a:pt x="6230" y="3025"/>
                    <a:pt x="6223" y="2949"/>
                  </a:cubicBezTo>
                  <a:lnTo>
                    <a:pt x="6223" y="2921"/>
                  </a:lnTo>
                  <a:cubicBezTo>
                    <a:pt x="6216" y="2845"/>
                    <a:pt x="6202" y="2769"/>
                    <a:pt x="6188" y="2699"/>
                  </a:cubicBezTo>
                  <a:lnTo>
                    <a:pt x="6188" y="2671"/>
                  </a:lnTo>
                  <a:cubicBezTo>
                    <a:pt x="6174" y="2602"/>
                    <a:pt x="6153" y="2526"/>
                    <a:pt x="6139" y="2456"/>
                  </a:cubicBezTo>
                  <a:lnTo>
                    <a:pt x="6132" y="2429"/>
                  </a:lnTo>
                  <a:cubicBezTo>
                    <a:pt x="6112" y="2359"/>
                    <a:pt x="6091" y="2290"/>
                    <a:pt x="6063" y="2221"/>
                  </a:cubicBezTo>
                  <a:lnTo>
                    <a:pt x="6056" y="2193"/>
                  </a:lnTo>
                  <a:cubicBezTo>
                    <a:pt x="6028" y="2123"/>
                    <a:pt x="6008" y="2061"/>
                    <a:pt x="5973" y="1992"/>
                  </a:cubicBezTo>
                  <a:lnTo>
                    <a:pt x="5966" y="1971"/>
                  </a:lnTo>
                  <a:cubicBezTo>
                    <a:pt x="5938" y="1902"/>
                    <a:pt x="5904" y="1839"/>
                    <a:pt x="5869" y="1770"/>
                  </a:cubicBezTo>
                  <a:lnTo>
                    <a:pt x="5862" y="1749"/>
                  </a:lnTo>
                  <a:cubicBezTo>
                    <a:pt x="5827" y="1686"/>
                    <a:pt x="5786" y="1624"/>
                    <a:pt x="5751" y="1562"/>
                  </a:cubicBezTo>
                  <a:lnTo>
                    <a:pt x="5737" y="1541"/>
                  </a:lnTo>
                  <a:cubicBezTo>
                    <a:pt x="5578" y="1284"/>
                    <a:pt x="5383" y="1055"/>
                    <a:pt x="5161" y="854"/>
                  </a:cubicBezTo>
                  <a:lnTo>
                    <a:pt x="5134" y="826"/>
                  </a:lnTo>
                  <a:lnTo>
                    <a:pt x="5106" y="799"/>
                  </a:lnTo>
                  <a:lnTo>
                    <a:pt x="5078" y="778"/>
                  </a:lnTo>
                  <a:lnTo>
                    <a:pt x="5043" y="750"/>
                  </a:lnTo>
                  <a:lnTo>
                    <a:pt x="5016" y="729"/>
                  </a:lnTo>
                  <a:lnTo>
                    <a:pt x="4988" y="702"/>
                  </a:lnTo>
                  <a:lnTo>
                    <a:pt x="4953" y="681"/>
                  </a:lnTo>
                  <a:lnTo>
                    <a:pt x="4926" y="653"/>
                  </a:lnTo>
                  <a:lnTo>
                    <a:pt x="4891" y="632"/>
                  </a:lnTo>
                  <a:lnTo>
                    <a:pt x="4863" y="611"/>
                  </a:lnTo>
                  <a:lnTo>
                    <a:pt x="4828" y="584"/>
                  </a:lnTo>
                  <a:lnTo>
                    <a:pt x="4801" y="563"/>
                  </a:lnTo>
                  <a:lnTo>
                    <a:pt x="4766" y="542"/>
                  </a:lnTo>
                  <a:lnTo>
                    <a:pt x="4731" y="521"/>
                  </a:lnTo>
                  <a:lnTo>
                    <a:pt x="4697" y="500"/>
                  </a:lnTo>
                  <a:lnTo>
                    <a:pt x="4669" y="480"/>
                  </a:lnTo>
                  <a:lnTo>
                    <a:pt x="4634" y="459"/>
                  </a:lnTo>
                  <a:lnTo>
                    <a:pt x="4600" y="438"/>
                  </a:lnTo>
                  <a:lnTo>
                    <a:pt x="4565" y="417"/>
                  </a:lnTo>
                  <a:lnTo>
                    <a:pt x="4530" y="396"/>
                  </a:lnTo>
                  <a:lnTo>
                    <a:pt x="4496" y="382"/>
                  </a:lnTo>
                  <a:lnTo>
                    <a:pt x="4461" y="362"/>
                  </a:lnTo>
                  <a:lnTo>
                    <a:pt x="4426" y="348"/>
                  </a:lnTo>
                  <a:lnTo>
                    <a:pt x="4391" y="327"/>
                  </a:lnTo>
                  <a:lnTo>
                    <a:pt x="4357" y="306"/>
                  </a:lnTo>
                  <a:lnTo>
                    <a:pt x="4315" y="292"/>
                  </a:lnTo>
                  <a:lnTo>
                    <a:pt x="4287" y="278"/>
                  </a:lnTo>
                  <a:lnTo>
                    <a:pt x="4232" y="251"/>
                  </a:lnTo>
                  <a:lnTo>
                    <a:pt x="4211" y="244"/>
                  </a:lnTo>
                  <a:lnTo>
                    <a:pt x="4142" y="216"/>
                  </a:lnTo>
                  <a:lnTo>
                    <a:pt x="4114" y="202"/>
                  </a:lnTo>
                  <a:lnTo>
                    <a:pt x="4065" y="188"/>
                  </a:lnTo>
                  <a:lnTo>
                    <a:pt x="4038" y="174"/>
                  </a:lnTo>
                  <a:lnTo>
                    <a:pt x="3989" y="161"/>
                  </a:lnTo>
                  <a:lnTo>
                    <a:pt x="3954" y="154"/>
                  </a:lnTo>
                  <a:lnTo>
                    <a:pt x="3913" y="140"/>
                  </a:lnTo>
                  <a:lnTo>
                    <a:pt x="3878" y="126"/>
                  </a:lnTo>
                  <a:lnTo>
                    <a:pt x="3837" y="112"/>
                  </a:lnTo>
                  <a:lnTo>
                    <a:pt x="3802" y="105"/>
                  </a:lnTo>
                  <a:lnTo>
                    <a:pt x="3760" y="91"/>
                  </a:lnTo>
                  <a:lnTo>
                    <a:pt x="3726" y="84"/>
                  </a:lnTo>
                  <a:lnTo>
                    <a:pt x="3684" y="70"/>
                  </a:lnTo>
                  <a:lnTo>
                    <a:pt x="3649" y="63"/>
                  </a:lnTo>
                  <a:lnTo>
                    <a:pt x="3608" y="56"/>
                  </a:lnTo>
                  <a:lnTo>
                    <a:pt x="3566" y="50"/>
                  </a:lnTo>
                  <a:lnTo>
                    <a:pt x="3524" y="43"/>
                  </a:lnTo>
                  <a:lnTo>
                    <a:pt x="3490" y="36"/>
                  </a:lnTo>
                  <a:lnTo>
                    <a:pt x="3448" y="29"/>
                  </a:lnTo>
                  <a:lnTo>
                    <a:pt x="3407" y="22"/>
                  </a:lnTo>
                  <a:lnTo>
                    <a:pt x="3365" y="15"/>
                  </a:lnTo>
                  <a:lnTo>
                    <a:pt x="3330" y="8"/>
                  </a:lnTo>
                  <a:lnTo>
                    <a:pt x="3275" y="1"/>
                  </a:ln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1" name="Google Shape;6171;p61"/>
            <p:cNvSpPr/>
            <p:nvPr/>
          </p:nvSpPr>
          <p:spPr>
            <a:xfrm>
              <a:off x="1017724" y="3215146"/>
              <a:ext cx="12585" cy="48578"/>
            </a:xfrm>
            <a:custGeom>
              <a:avLst/>
              <a:gdLst/>
              <a:ahLst/>
              <a:cxnLst/>
              <a:rect l="l" t="t" r="r" b="b"/>
              <a:pathLst>
                <a:path w="479" h="1849" extrusionOk="0">
                  <a:moveTo>
                    <a:pt x="240" y="0"/>
                  </a:moveTo>
                  <a:cubicBezTo>
                    <a:pt x="120" y="0"/>
                    <a:pt x="0" y="80"/>
                    <a:pt x="0" y="239"/>
                  </a:cubicBezTo>
                  <a:lnTo>
                    <a:pt x="0" y="1613"/>
                  </a:lnTo>
                  <a:cubicBezTo>
                    <a:pt x="0" y="1745"/>
                    <a:pt x="104" y="1849"/>
                    <a:pt x="236" y="1849"/>
                  </a:cubicBezTo>
                  <a:cubicBezTo>
                    <a:pt x="368" y="1849"/>
                    <a:pt x="479" y="1738"/>
                    <a:pt x="479" y="1606"/>
                  </a:cubicBezTo>
                  <a:lnTo>
                    <a:pt x="479" y="239"/>
                  </a:lnTo>
                  <a:cubicBezTo>
                    <a:pt x="479" y="80"/>
                    <a:pt x="359" y="0"/>
                    <a:pt x="240"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2" name="Google Shape;6172;p61"/>
            <p:cNvSpPr/>
            <p:nvPr/>
          </p:nvSpPr>
          <p:spPr>
            <a:xfrm>
              <a:off x="1017724" y="3538219"/>
              <a:ext cx="12585" cy="48604"/>
            </a:xfrm>
            <a:custGeom>
              <a:avLst/>
              <a:gdLst/>
              <a:ahLst/>
              <a:cxnLst/>
              <a:rect l="l" t="t" r="r" b="b"/>
              <a:pathLst>
                <a:path w="479" h="1850" extrusionOk="0">
                  <a:moveTo>
                    <a:pt x="237" y="1"/>
                  </a:moveTo>
                  <a:cubicBezTo>
                    <a:pt x="118" y="1"/>
                    <a:pt x="0" y="81"/>
                    <a:pt x="0" y="240"/>
                  </a:cubicBezTo>
                  <a:lnTo>
                    <a:pt x="0" y="1614"/>
                  </a:lnTo>
                  <a:cubicBezTo>
                    <a:pt x="0" y="1745"/>
                    <a:pt x="104" y="1849"/>
                    <a:pt x="236" y="1849"/>
                  </a:cubicBezTo>
                  <a:cubicBezTo>
                    <a:pt x="368" y="1849"/>
                    <a:pt x="479" y="1745"/>
                    <a:pt x="479" y="1614"/>
                  </a:cubicBezTo>
                  <a:lnTo>
                    <a:pt x="479" y="240"/>
                  </a:lnTo>
                  <a:cubicBezTo>
                    <a:pt x="475" y="81"/>
                    <a:pt x="356" y="1"/>
                    <a:pt x="237"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3" name="Google Shape;6173;p61"/>
            <p:cNvSpPr/>
            <p:nvPr/>
          </p:nvSpPr>
          <p:spPr>
            <a:xfrm>
              <a:off x="925901" y="3238975"/>
              <a:ext cx="34259" cy="43875"/>
            </a:xfrm>
            <a:custGeom>
              <a:avLst/>
              <a:gdLst/>
              <a:ahLst/>
              <a:cxnLst/>
              <a:rect l="l" t="t" r="r" b="b"/>
              <a:pathLst>
                <a:path w="1304" h="1670" extrusionOk="0">
                  <a:moveTo>
                    <a:pt x="327" y="0"/>
                  </a:moveTo>
                  <a:cubicBezTo>
                    <a:pt x="163" y="0"/>
                    <a:pt x="1" y="173"/>
                    <a:pt x="110" y="359"/>
                  </a:cubicBezTo>
                  <a:lnTo>
                    <a:pt x="797" y="1552"/>
                  </a:lnTo>
                  <a:cubicBezTo>
                    <a:pt x="839" y="1621"/>
                    <a:pt x="915" y="1670"/>
                    <a:pt x="998" y="1670"/>
                  </a:cubicBezTo>
                  <a:lnTo>
                    <a:pt x="1005" y="1670"/>
                  </a:lnTo>
                  <a:cubicBezTo>
                    <a:pt x="1186" y="1670"/>
                    <a:pt x="1303" y="1469"/>
                    <a:pt x="1206" y="1309"/>
                  </a:cubicBezTo>
                  <a:lnTo>
                    <a:pt x="527" y="123"/>
                  </a:lnTo>
                  <a:cubicBezTo>
                    <a:pt x="477" y="36"/>
                    <a:pt x="402" y="0"/>
                    <a:pt x="327"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4" name="Google Shape;6174;p61"/>
            <p:cNvSpPr/>
            <p:nvPr/>
          </p:nvSpPr>
          <p:spPr>
            <a:xfrm>
              <a:off x="1087556" y="3518961"/>
              <a:ext cx="34049" cy="43796"/>
            </a:xfrm>
            <a:custGeom>
              <a:avLst/>
              <a:gdLst/>
              <a:ahLst/>
              <a:cxnLst/>
              <a:rect l="l" t="t" r="r" b="b"/>
              <a:pathLst>
                <a:path w="1296" h="1667" extrusionOk="0">
                  <a:moveTo>
                    <a:pt x="321" y="0"/>
                  </a:moveTo>
                  <a:cubicBezTo>
                    <a:pt x="159" y="0"/>
                    <a:pt x="0" y="170"/>
                    <a:pt x="110" y="356"/>
                  </a:cubicBezTo>
                  <a:lnTo>
                    <a:pt x="790" y="1549"/>
                  </a:lnTo>
                  <a:cubicBezTo>
                    <a:pt x="831" y="1618"/>
                    <a:pt x="914" y="1667"/>
                    <a:pt x="998" y="1667"/>
                  </a:cubicBezTo>
                  <a:cubicBezTo>
                    <a:pt x="1178" y="1667"/>
                    <a:pt x="1296" y="1466"/>
                    <a:pt x="1206" y="1306"/>
                  </a:cubicBezTo>
                  <a:lnTo>
                    <a:pt x="519" y="120"/>
                  </a:lnTo>
                  <a:cubicBezTo>
                    <a:pt x="469" y="35"/>
                    <a:pt x="395" y="0"/>
                    <a:pt x="321"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5" name="Google Shape;6175;p61"/>
            <p:cNvSpPr/>
            <p:nvPr/>
          </p:nvSpPr>
          <p:spPr>
            <a:xfrm>
              <a:off x="859274" y="3304788"/>
              <a:ext cx="49130" cy="30739"/>
            </a:xfrm>
            <a:custGeom>
              <a:avLst/>
              <a:gdLst/>
              <a:ahLst/>
              <a:cxnLst/>
              <a:rect l="l" t="t" r="r" b="b"/>
              <a:pathLst>
                <a:path w="1870" h="1170" extrusionOk="0">
                  <a:moveTo>
                    <a:pt x="346" y="0"/>
                  </a:moveTo>
                  <a:cubicBezTo>
                    <a:pt x="133" y="0"/>
                    <a:pt x="0" y="314"/>
                    <a:pt x="233" y="448"/>
                  </a:cubicBezTo>
                  <a:lnTo>
                    <a:pt x="1419" y="1135"/>
                  </a:lnTo>
                  <a:cubicBezTo>
                    <a:pt x="1453" y="1156"/>
                    <a:pt x="1495" y="1162"/>
                    <a:pt x="1537" y="1169"/>
                  </a:cubicBezTo>
                  <a:lnTo>
                    <a:pt x="1544" y="1169"/>
                  </a:lnTo>
                  <a:cubicBezTo>
                    <a:pt x="1786" y="1169"/>
                    <a:pt x="1870" y="843"/>
                    <a:pt x="1661" y="725"/>
                  </a:cubicBezTo>
                  <a:lnTo>
                    <a:pt x="475" y="39"/>
                  </a:lnTo>
                  <a:cubicBezTo>
                    <a:pt x="431" y="12"/>
                    <a:pt x="387" y="0"/>
                    <a:pt x="346"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6" name="Google Shape;6176;p61"/>
            <p:cNvSpPr/>
            <p:nvPr/>
          </p:nvSpPr>
          <p:spPr>
            <a:xfrm>
              <a:off x="1139103" y="3466311"/>
              <a:ext cx="49024" cy="30660"/>
            </a:xfrm>
            <a:custGeom>
              <a:avLst/>
              <a:gdLst/>
              <a:ahLst/>
              <a:cxnLst/>
              <a:rect l="l" t="t" r="r" b="b"/>
              <a:pathLst>
                <a:path w="1866" h="1167" extrusionOk="0">
                  <a:moveTo>
                    <a:pt x="346" y="0"/>
                  </a:moveTo>
                  <a:cubicBezTo>
                    <a:pt x="133" y="0"/>
                    <a:pt x="0" y="318"/>
                    <a:pt x="229" y="452"/>
                  </a:cubicBezTo>
                  <a:lnTo>
                    <a:pt x="1422" y="1139"/>
                  </a:lnTo>
                  <a:cubicBezTo>
                    <a:pt x="1456" y="1160"/>
                    <a:pt x="1498" y="1167"/>
                    <a:pt x="1540" y="1167"/>
                  </a:cubicBezTo>
                  <a:cubicBezTo>
                    <a:pt x="1782" y="1167"/>
                    <a:pt x="1866" y="848"/>
                    <a:pt x="1658" y="723"/>
                  </a:cubicBezTo>
                  <a:lnTo>
                    <a:pt x="471" y="36"/>
                  </a:lnTo>
                  <a:cubicBezTo>
                    <a:pt x="428" y="11"/>
                    <a:pt x="386" y="0"/>
                    <a:pt x="346"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7" name="Google Shape;6177;p61"/>
            <p:cNvSpPr/>
            <p:nvPr/>
          </p:nvSpPr>
          <p:spPr>
            <a:xfrm>
              <a:off x="836023" y="3394719"/>
              <a:ext cx="52703" cy="12611"/>
            </a:xfrm>
            <a:custGeom>
              <a:avLst/>
              <a:gdLst/>
              <a:ahLst/>
              <a:cxnLst/>
              <a:rect l="l" t="t" r="r" b="b"/>
              <a:pathLst>
                <a:path w="2006" h="480" extrusionOk="0">
                  <a:moveTo>
                    <a:pt x="320" y="1"/>
                  </a:moveTo>
                  <a:cubicBezTo>
                    <a:pt x="1" y="1"/>
                    <a:pt x="1" y="472"/>
                    <a:pt x="320" y="479"/>
                  </a:cubicBezTo>
                  <a:lnTo>
                    <a:pt x="1693" y="479"/>
                  </a:lnTo>
                  <a:cubicBezTo>
                    <a:pt x="2005" y="479"/>
                    <a:pt x="2005" y="1"/>
                    <a:pt x="1693"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8" name="Google Shape;6178;p61"/>
            <p:cNvSpPr/>
            <p:nvPr/>
          </p:nvSpPr>
          <p:spPr>
            <a:xfrm>
              <a:off x="1159122" y="3394719"/>
              <a:ext cx="52703" cy="12611"/>
            </a:xfrm>
            <a:custGeom>
              <a:avLst/>
              <a:gdLst/>
              <a:ahLst/>
              <a:cxnLst/>
              <a:rect l="l" t="t" r="r" b="b"/>
              <a:pathLst>
                <a:path w="2006" h="480" extrusionOk="0">
                  <a:moveTo>
                    <a:pt x="320" y="1"/>
                  </a:moveTo>
                  <a:cubicBezTo>
                    <a:pt x="1" y="1"/>
                    <a:pt x="1" y="479"/>
                    <a:pt x="320" y="479"/>
                  </a:cubicBezTo>
                  <a:lnTo>
                    <a:pt x="1693" y="479"/>
                  </a:lnTo>
                  <a:cubicBezTo>
                    <a:pt x="2005" y="472"/>
                    <a:pt x="2005" y="1"/>
                    <a:pt x="1693"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9" name="Google Shape;6179;p61"/>
            <p:cNvSpPr/>
            <p:nvPr/>
          </p:nvSpPr>
          <p:spPr>
            <a:xfrm>
              <a:off x="859721" y="3466311"/>
              <a:ext cx="49182" cy="30660"/>
            </a:xfrm>
            <a:custGeom>
              <a:avLst/>
              <a:gdLst/>
              <a:ahLst/>
              <a:cxnLst/>
              <a:rect l="l" t="t" r="r" b="b"/>
              <a:pathLst>
                <a:path w="1872" h="1167" extrusionOk="0">
                  <a:moveTo>
                    <a:pt x="1525" y="0"/>
                  </a:moveTo>
                  <a:cubicBezTo>
                    <a:pt x="1486" y="0"/>
                    <a:pt x="1444" y="11"/>
                    <a:pt x="1402" y="36"/>
                  </a:cubicBezTo>
                  <a:lnTo>
                    <a:pt x="216" y="723"/>
                  </a:lnTo>
                  <a:cubicBezTo>
                    <a:pt x="1" y="848"/>
                    <a:pt x="91" y="1167"/>
                    <a:pt x="334" y="1167"/>
                  </a:cubicBezTo>
                  <a:cubicBezTo>
                    <a:pt x="375" y="1167"/>
                    <a:pt x="417" y="1153"/>
                    <a:pt x="458" y="1132"/>
                  </a:cubicBezTo>
                  <a:lnTo>
                    <a:pt x="1638" y="452"/>
                  </a:lnTo>
                  <a:cubicBezTo>
                    <a:pt x="1872" y="318"/>
                    <a:pt x="1735" y="0"/>
                    <a:pt x="1525"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0" name="Google Shape;6180;p61"/>
            <p:cNvSpPr/>
            <p:nvPr/>
          </p:nvSpPr>
          <p:spPr>
            <a:xfrm>
              <a:off x="1139628" y="3304840"/>
              <a:ext cx="49024" cy="30686"/>
            </a:xfrm>
            <a:custGeom>
              <a:avLst/>
              <a:gdLst/>
              <a:ahLst/>
              <a:cxnLst/>
              <a:rect l="l" t="t" r="r" b="b"/>
              <a:pathLst>
                <a:path w="1866" h="1168" extrusionOk="0">
                  <a:moveTo>
                    <a:pt x="1526" y="1"/>
                  </a:moveTo>
                  <a:cubicBezTo>
                    <a:pt x="1486" y="1"/>
                    <a:pt x="1445" y="12"/>
                    <a:pt x="1402" y="37"/>
                  </a:cubicBezTo>
                  <a:lnTo>
                    <a:pt x="209" y="723"/>
                  </a:lnTo>
                  <a:cubicBezTo>
                    <a:pt x="1" y="841"/>
                    <a:pt x="84" y="1167"/>
                    <a:pt x="334" y="1167"/>
                  </a:cubicBezTo>
                  <a:cubicBezTo>
                    <a:pt x="375" y="1167"/>
                    <a:pt x="410" y="1154"/>
                    <a:pt x="451" y="1133"/>
                  </a:cubicBezTo>
                  <a:lnTo>
                    <a:pt x="1638" y="446"/>
                  </a:lnTo>
                  <a:cubicBezTo>
                    <a:pt x="1865" y="312"/>
                    <a:pt x="1734" y="1"/>
                    <a:pt x="1526"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1" name="Google Shape;6181;p61"/>
            <p:cNvSpPr/>
            <p:nvPr/>
          </p:nvSpPr>
          <p:spPr>
            <a:xfrm>
              <a:off x="926427" y="3518961"/>
              <a:ext cx="34075" cy="43796"/>
            </a:xfrm>
            <a:custGeom>
              <a:avLst/>
              <a:gdLst/>
              <a:ahLst/>
              <a:cxnLst/>
              <a:rect l="l" t="t" r="r" b="b"/>
              <a:pathLst>
                <a:path w="1297" h="1667" extrusionOk="0">
                  <a:moveTo>
                    <a:pt x="975" y="0"/>
                  </a:moveTo>
                  <a:cubicBezTo>
                    <a:pt x="901" y="0"/>
                    <a:pt x="827" y="35"/>
                    <a:pt x="777" y="120"/>
                  </a:cubicBezTo>
                  <a:lnTo>
                    <a:pt x="90" y="1313"/>
                  </a:lnTo>
                  <a:cubicBezTo>
                    <a:pt x="0" y="1466"/>
                    <a:pt x="111" y="1667"/>
                    <a:pt x="299" y="1667"/>
                  </a:cubicBezTo>
                  <a:cubicBezTo>
                    <a:pt x="382" y="1667"/>
                    <a:pt x="458" y="1618"/>
                    <a:pt x="507" y="1549"/>
                  </a:cubicBezTo>
                  <a:lnTo>
                    <a:pt x="1186" y="356"/>
                  </a:lnTo>
                  <a:cubicBezTo>
                    <a:pt x="1296" y="170"/>
                    <a:pt x="1137" y="0"/>
                    <a:pt x="975"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2" name="Google Shape;6182;p61"/>
            <p:cNvSpPr/>
            <p:nvPr/>
          </p:nvSpPr>
          <p:spPr>
            <a:xfrm>
              <a:off x="1087871" y="3239106"/>
              <a:ext cx="34233" cy="43744"/>
            </a:xfrm>
            <a:custGeom>
              <a:avLst/>
              <a:gdLst/>
              <a:ahLst/>
              <a:cxnLst/>
              <a:rect l="l" t="t" r="r" b="b"/>
              <a:pathLst>
                <a:path w="1303" h="1665" extrusionOk="0">
                  <a:moveTo>
                    <a:pt x="980" y="1"/>
                  </a:moveTo>
                  <a:cubicBezTo>
                    <a:pt x="904" y="1"/>
                    <a:pt x="828" y="37"/>
                    <a:pt x="778" y="125"/>
                  </a:cubicBezTo>
                  <a:lnTo>
                    <a:pt x="98" y="1311"/>
                  </a:lnTo>
                  <a:cubicBezTo>
                    <a:pt x="1" y="1471"/>
                    <a:pt x="119" y="1665"/>
                    <a:pt x="299" y="1665"/>
                  </a:cubicBezTo>
                  <a:cubicBezTo>
                    <a:pt x="382" y="1665"/>
                    <a:pt x="465" y="1616"/>
                    <a:pt x="507" y="1547"/>
                  </a:cubicBezTo>
                  <a:lnTo>
                    <a:pt x="1194" y="361"/>
                  </a:lnTo>
                  <a:cubicBezTo>
                    <a:pt x="1303" y="171"/>
                    <a:pt x="1143" y="1"/>
                    <a:pt x="980"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83" name="Google Shape;6183;p61"/>
          <p:cNvGrpSpPr/>
          <p:nvPr/>
        </p:nvGrpSpPr>
        <p:grpSpPr>
          <a:xfrm>
            <a:off x="1343123" y="3210890"/>
            <a:ext cx="431368" cy="380189"/>
            <a:chOff x="1356297" y="3210890"/>
            <a:chExt cx="431368" cy="380189"/>
          </a:xfrm>
        </p:grpSpPr>
        <p:sp>
          <p:nvSpPr>
            <p:cNvPr id="6184" name="Google Shape;6184;p61"/>
            <p:cNvSpPr/>
            <p:nvPr/>
          </p:nvSpPr>
          <p:spPr>
            <a:xfrm>
              <a:off x="1418432" y="3271343"/>
              <a:ext cx="191369" cy="190843"/>
            </a:xfrm>
            <a:custGeom>
              <a:avLst/>
              <a:gdLst/>
              <a:ahLst/>
              <a:cxnLst/>
              <a:rect l="l" t="t" r="r" b="b"/>
              <a:pathLst>
                <a:path w="7284" h="7264" extrusionOk="0">
                  <a:moveTo>
                    <a:pt x="3642" y="1"/>
                  </a:moveTo>
                  <a:cubicBezTo>
                    <a:pt x="1631" y="1"/>
                    <a:pt x="1" y="1631"/>
                    <a:pt x="1" y="3642"/>
                  </a:cubicBezTo>
                  <a:lnTo>
                    <a:pt x="1" y="3739"/>
                  </a:lnTo>
                  <a:lnTo>
                    <a:pt x="1" y="3774"/>
                  </a:lnTo>
                  <a:lnTo>
                    <a:pt x="1" y="3837"/>
                  </a:lnTo>
                  <a:lnTo>
                    <a:pt x="1" y="3878"/>
                  </a:lnTo>
                  <a:lnTo>
                    <a:pt x="1" y="3934"/>
                  </a:lnTo>
                  <a:lnTo>
                    <a:pt x="1" y="3975"/>
                  </a:lnTo>
                  <a:cubicBezTo>
                    <a:pt x="1" y="3989"/>
                    <a:pt x="1" y="4010"/>
                    <a:pt x="1" y="4031"/>
                  </a:cubicBezTo>
                  <a:lnTo>
                    <a:pt x="8" y="4072"/>
                  </a:lnTo>
                  <a:cubicBezTo>
                    <a:pt x="8" y="4093"/>
                    <a:pt x="8" y="4114"/>
                    <a:pt x="15" y="4128"/>
                  </a:cubicBezTo>
                  <a:lnTo>
                    <a:pt x="22" y="4170"/>
                  </a:lnTo>
                  <a:cubicBezTo>
                    <a:pt x="22" y="4190"/>
                    <a:pt x="29" y="4204"/>
                    <a:pt x="29" y="4225"/>
                  </a:cubicBezTo>
                  <a:lnTo>
                    <a:pt x="36" y="4267"/>
                  </a:lnTo>
                  <a:lnTo>
                    <a:pt x="43" y="4322"/>
                  </a:lnTo>
                  <a:lnTo>
                    <a:pt x="56" y="4357"/>
                  </a:lnTo>
                  <a:cubicBezTo>
                    <a:pt x="56" y="4378"/>
                    <a:pt x="63" y="4398"/>
                    <a:pt x="63" y="4412"/>
                  </a:cubicBezTo>
                  <a:lnTo>
                    <a:pt x="70" y="4454"/>
                  </a:lnTo>
                  <a:cubicBezTo>
                    <a:pt x="77" y="4475"/>
                    <a:pt x="84" y="4496"/>
                    <a:pt x="84" y="4509"/>
                  </a:cubicBezTo>
                  <a:lnTo>
                    <a:pt x="98" y="4544"/>
                  </a:lnTo>
                  <a:cubicBezTo>
                    <a:pt x="98" y="4572"/>
                    <a:pt x="105" y="4593"/>
                    <a:pt x="112" y="4613"/>
                  </a:cubicBezTo>
                  <a:lnTo>
                    <a:pt x="119" y="4634"/>
                  </a:lnTo>
                  <a:cubicBezTo>
                    <a:pt x="126" y="4669"/>
                    <a:pt x="140" y="4697"/>
                    <a:pt x="147" y="4724"/>
                  </a:cubicBezTo>
                  <a:lnTo>
                    <a:pt x="154" y="4745"/>
                  </a:lnTo>
                  <a:cubicBezTo>
                    <a:pt x="160" y="4773"/>
                    <a:pt x="167" y="4794"/>
                    <a:pt x="174" y="4815"/>
                  </a:cubicBezTo>
                  <a:lnTo>
                    <a:pt x="188" y="4849"/>
                  </a:lnTo>
                  <a:lnTo>
                    <a:pt x="209" y="4898"/>
                  </a:lnTo>
                  <a:lnTo>
                    <a:pt x="223" y="4939"/>
                  </a:lnTo>
                  <a:lnTo>
                    <a:pt x="244" y="4988"/>
                  </a:lnTo>
                  <a:lnTo>
                    <a:pt x="258" y="5023"/>
                  </a:lnTo>
                  <a:lnTo>
                    <a:pt x="278" y="5078"/>
                  </a:lnTo>
                  <a:lnTo>
                    <a:pt x="292" y="5113"/>
                  </a:lnTo>
                  <a:lnTo>
                    <a:pt x="313" y="5161"/>
                  </a:lnTo>
                  <a:lnTo>
                    <a:pt x="334" y="5196"/>
                  </a:lnTo>
                  <a:lnTo>
                    <a:pt x="355" y="5245"/>
                  </a:lnTo>
                  <a:lnTo>
                    <a:pt x="376" y="5279"/>
                  </a:lnTo>
                  <a:lnTo>
                    <a:pt x="403" y="5328"/>
                  </a:lnTo>
                  <a:lnTo>
                    <a:pt x="417" y="5363"/>
                  </a:lnTo>
                  <a:lnTo>
                    <a:pt x="445" y="5411"/>
                  </a:lnTo>
                  <a:lnTo>
                    <a:pt x="466" y="5446"/>
                  </a:lnTo>
                  <a:lnTo>
                    <a:pt x="493" y="5501"/>
                  </a:lnTo>
                  <a:lnTo>
                    <a:pt x="507" y="5522"/>
                  </a:lnTo>
                  <a:lnTo>
                    <a:pt x="556" y="5598"/>
                  </a:lnTo>
                  <a:lnTo>
                    <a:pt x="563" y="5612"/>
                  </a:lnTo>
                  <a:lnTo>
                    <a:pt x="611" y="5675"/>
                  </a:lnTo>
                  <a:lnTo>
                    <a:pt x="625" y="5702"/>
                  </a:lnTo>
                  <a:lnTo>
                    <a:pt x="660" y="5751"/>
                  </a:lnTo>
                  <a:lnTo>
                    <a:pt x="681" y="5786"/>
                  </a:lnTo>
                  <a:lnTo>
                    <a:pt x="715" y="5827"/>
                  </a:lnTo>
                  <a:lnTo>
                    <a:pt x="736" y="5855"/>
                  </a:lnTo>
                  <a:lnTo>
                    <a:pt x="771" y="5904"/>
                  </a:lnTo>
                  <a:lnTo>
                    <a:pt x="799" y="5931"/>
                  </a:lnTo>
                  <a:lnTo>
                    <a:pt x="833" y="5973"/>
                  </a:lnTo>
                  <a:lnTo>
                    <a:pt x="854" y="6001"/>
                  </a:lnTo>
                  <a:lnTo>
                    <a:pt x="889" y="6042"/>
                  </a:lnTo>
                  <a:lnTo>
                    <a:pt x="917" y="6070"/>
                  </a:lnTo>
                  <a:lnTo>
                    <a:pt x="951" y="6112"/>
                  </a:lnTo>
                  <a:lnTo>
                    <a:pt x="979" y="6139"/>
                  </a:lnTo>
                  <a:lnTo>
                    <a:pt x="1021" y="6181"/>
                  </a:lnTo>
                  <a:lnTo>
                    <a:pt x="1041" y="6202"/>
                  </a:lnTo>
                  <a:lnTo>
                    <a:pt x="1090" y="6250"/>
                  </a:lnTo>
                  <a:lnTo>
                    <a:pt x="1104" y="6271"/>
                  </a:lnTo>
                  <a:lnTo>
                    <a:pt x="1173" y="6334"/>
                  </a:lnTo>
                  <a:lnTo>
                    <a:pt x="1243" y="6396"/>
                  </a:lnTo>
                  <a:cubicBezTo>
                    <a:pt x="1409" y="6535"/>
                    <a:pt x="1582" y="6660"/>
                    <a:pt x="1770" y="6771"/>
                  </a:cubicBezTo>
                  <a:lnTo>
                    <a:pt x="1784" y="6778"/>
                  </a:lnTo>
                  <a:lnTo>
                    <a:pt x="1860" y="6819"/>
                  </a:lnTo>
                  <a:lnTo>
                    <a:pt x="1881" y="6833"/>
                  </a:lnTo>
                  <a:lnTo>
                    <a:pt x="1971" y="6882"/>
                  </a:lnTo>
                  <a:lnTo>
                    <a:pt x="1992" y="6895"/>
                  </a:lnTo>
                  <a:lnTo>
                    <a:pt x="2068" y="6930"/>
                  </a:lnTo>
                  <a:lnTo>
                    <a:pt x="2096" y="6944"/>
                  </a:lnTo>
                  <a:lnTo>
                    <a:pt x="2179" y="6979"/>
                  </a:lnTo>
                  <a:lnTo>
                    <a:pt x="2200" y="6986"/>
                  </a:lnTo>
                  <a:lnTo>
                    <a:pt x="2297" y="7027"/>
                  </a:lnTo>
                  <a:lnTo>
                    <a:pt x="2325" y="7041"/>
                  </a:lnTo>
                  <a:lnTo>
                    <a:pt x="2401" y="7069"/>
                  </a:lnTo>
                  <a:lnTo>
                    <a:pt x="2429" y="7076"/>
                  </a:lnTo>
                  <a:lnTo>
                    <a:pt x="2519" y="7104"/>
                  </a:lnTo>
                  <a:lnTo>
                    <a:pt x="2533" y="7110"/>
                  </a:lnTo>
                  <a:lnTo>
                    <a:pt x="2637" y="7138"/>
                  </a:lnTo>
                  <a:lnTo>
                    <a:pt x="2664" y="7152"/>
                  </a:lnTo>
                  <a:lnTo>
                    <a:pt x="2741" y="7173"/>
                  </a:lnTo>
                  <a:lnTo>
                    <a:pt x="2775" y="7180"/>
                  </a:lnTo>
                  <a:lnTo>
                    <a:pt x="2873" y="7201"/>
                  </a:lnTo>
                  <a:lnTo>
                    <a:pt x="2886" y="7201"/>
                  </a:lnTo>
                  <a:lnTo>
                    <a:pt x="2990" y="7221"/>
                  </a:lnTo>
                  <a:lnTo>
                    <a:pt x="3018" y="7221"/>
                  </a:lnTo>
                  <a:lnTo>
                    <a:pt x="3101" y="7235"/>
                  </a:lnTo>
                  <a:lnTo>
                    <a:pt x="3136" y="7242"/>
                  </a:lnTo>
                  <a:lnTo>
                    <a:pt x="3240" y="7256"/>
                  </a:lnTo>
                  <a:lnTo>
                    <a:pt x="3247" y="7256"/>
                  </a:lnTo>
                  <a:lnTo>
                    <a:pt x="3358" y="7263"/>
                  </a:lnTo>
                  <a:lnTo>
                    <a:pt x="3892" y="7263"/>
                  </a:lnTo>
                  <a:lnTo>
                    <a:pt x="4003" y="7256"/>
                  </a:lnTo>
                  <a:lnTo>
                    <a:pt x="4010" y="7256"/>
                  </a:lnTo>
                  <a:lnTo>
                    <a:pt x="4107" y="7242"/>
                  </a:lnTo>
                  <a:lnTo>
                    <a:pt x="4142" y="7235"/>
                  </a:lnTo>
                  <a:lnTo>
                    <a:pt x="4232" y="7221"/>
                  </a:lnTo>
                  <a:lnTo>
                    <a:pt x="4260" y="7221"/>
                  </a:lnTo>
                  <a:lnTo>
                    <a:pt x="4371" y="7201"/>
                  </a:lnTo>
                  <a:lnTo>
                    <a:pt x="4378" y="7201"/>
                  </a:lnTo>
                  <a:lnTo>
                    <a:pt x="4475" y="7180"/>
                  </a:lnTo>
                  <a:lnTo>
                    <a:pt x="4509" y="7173"/>
                  </a:lnTo>
                  <a:lnTo>
                    <a:pt x="4586" y="7152"/>
                  </a:lnTo>
                  <a:lnTo>
                    <a:pt x="4614" y="7138"/>
                  </a:lnTo>
                  <a:lnTo>
                    <a:pt x="4718" y="7110"/>
                  </a:lnTo>
                  <a:lnTo>
                    <a:pt x="4731" y="7104"/>
                  </a:lnTo>
                  <a:lnTo>
                    <a:pt x="4822" y="7076"/>
                  </a:lnTo>
                  <a:lnTo>
                    <a:pt x="4849" y="7069"/>
                  </a:lnTo>
                  <a:lnTo>
                    <a:pt x="4933" y="7041"/>
                  </a:lnTo>
                  <a:lnTo>
                    <a:pt x="4953" y="7027"/>
                  </a:lnTo>
                  <a:lnTo>
                    <a:pt x="5051" y="6986"/>
                  </a:lnTo>
                  <a:lnTo>
                    <a:pt x="5071" y="6979"/>
                  </a:lnTo>
                  <a:lnTo>
                    <a:pt x="5155" y="6944"/>
                  </a:lnTo>
                  <a:lnTo>
                    <a:pt x="5182" y="6930"/>
                  </a:lnTo>
                  <a:lnTo>
                    <a:pt x="5259" y="6895"/>
                  </a:lnTo>
                  <a:lnTo>
                    <a:pt x="5279" y="6882"/>
                  </a:lnTo>
                  <a:lnTo>
                    <a:pt x="5377" y="6833"/>
                  </a:lnTo>
                  <a:lnTo>
                    <a:pt x="5397" y="6819"/>
                  </a:lnTo>
                  <a:lnTo>
                    <a:pt x="5467" y="6778"/>
                  </a:lnTo>
                  <a:lnTo>
                    <a:pt x="5481" y="6771"/>
                  </a:lnTo>
                  <a:cubicBezTo>
                    <a:pt x="5668" y="6660"/>
                    <a:pt x="5841" y="6535"/>
                    <a:pt x="6008" y="6396"/>
                  </a:cubicBezTo>
                  <a:lnTo>
                    <a:pt x="6077" y="6334"/>
                  </a:lnTo>
                  <a:lnTo>
                    <a:pt x="6146" y="6271"/>
                  </a:lnTo>
                  <a:lnTo>
                    <a:pt x="6160" y="6250"/>
                  </a:lnTo>
                  <a:lnTo>
                    <a:pt x="6209" y="6202"/>
                  </a:lnTo>
                  <a:lnTo>
                    <a:pt x="6257" y="6181"/>
                  </a:lnTo>
                  <a:lnTo>
                    <a:pt x="6299" y="6139"/>
                  </a:lnTo>
                  <a:lnTo>
                    <a:pt x="6320" y="6112"/>
                  </a:lnTo>
                  <a:lnTo>
                    <a:pt x="6361" y="6070"/>
                  </a:lnTo>
                  <a:lnTo>
                    <a:pt x="6382" y="6042"/>
                  </a:lnTo>
                  <a:lnTo>
                    <a:pt x="6424" y="6001"/>
                  </a:lnTo>
                  <a:lnTo>
                    <a:pt x="6445" y="5973"/>
                  </a:lnTo>
                  <a:lnTo>
                    <a:pt x="6479" y="5931"/>
                  </a:lnTo>
                  <a:lnTo>
                    <a:pt x="6507" y="5904"/>
                  </a:lnTo>
                  <a:lnTo>
                    <a:pt x="6535" y="5855"/>
                  </a:lnTo>
                  <a:lnTo>
                    <a:pt x="6563" y="5827"/>
                  </a:lnTo>
                  <a:lnTo>
                    <a:pt x="6590" y="5786"/>
                  </a:lnTo>
                  <a:lnTo>
                    <a:pt x="6618" y="5751"/>
                  </a:lnTo>
                  <a:lnTo>
                    <a:pt x="6653" y="5702"/>
                  </a:lnTo>
                  <a:lnTo>
                    <a:pt x="6667" y="5675"/>
                  </a:lnTo>
                  <a:lnTo>
                    <a:pt x="6708" y="5612"/>
                  </a:lnTo>
                  <a:lnTo>
                    <a:pt x="6715" y="5598"/>
                  </a:lnTo>
                  <a:lnTo>
                    <a:pt x="6764" y="5522"/>
                  </a:lnTo>
                  <a:lnTo>
                    <a:pt x="6785" y="5501"/>
                  </a:lnTo>
                  <a:lnTo>
                    <a:pt x="6812" y="5446"/>
                  </a:lnTo>
                  <a:lnTo>
                    <a:pt x="6833" y="5411"/>
                  </a:lnTo>
                  <a:lnTo>
                    <a:pt x="6861" y="5363"/>
                  </a:lnTo>
                  <a:lnTo>
                    <a:pt x="6875" y="5328"/>
                  </a:lnTo>
                  <a:lnTo>
                    <a:pt x="6902" y="5279"/>
                  </a:lnTo>
                  <a:lnTo>
                    <a:pt x="6923" y="5245"/>
                  </a:lnTo>
                  <a:lnTo>
                    <a:pt x="6944" y="5196"/>
                  </a:lnTo>
                  <a:lnTo>
                    <a:pt x="6958" y="5161"/>
                  </a:lnTo>
                  <a:lnTo>
                    <a:pt x="6986" y="5113"/>
                  </a:lnTo>
                  <a:lnTo>
                    <a:pt x="7000" y="5078"/>
                  </a:lnTo>
                  <a:lnTo>
                    <a:pt x="7020" y="5023"/>
                  </a:lnTo>
                  <a:lnTo>
                    <a:pt x="7034" y="4988"/>
                  </a:lnTo>
                  <a:lnTo>
                    <a:pt x="7055" y="4939"/>
                  </a:lnTo>
                  <a:lnTo>
                    <a:pt x="7069" y="4898"/>
                  </a:lnTo>
                  <a:lnTo>
                    <a:pt x="7090" y="4849"/>
                  </a:lnTo>
                  <a:lnTo>
                    <a:pt x="7104" y="4815"/>
                  </a:lnTo>
                  <a:lnTo>
                    <a:pt x="7124" y="4745"/>
                  </a:lnTo>
                  <a:lnTo>
                    <a:pt x="7131" y="4724"/>
                  </a:lnTo>
                  <a:cubicBezTo>
                    <a:pt x="7138" y="4690"/>
                    <a:pt x="7145" y="4662"/>
                    <a:pt x="7159" y="4634"/>
                  </a:cubicBezTo>
                  <a:lnTo>
                    <a:pt x="7166" y="4613"/>
                  </a:lnTo>
                  <a:cubicBezTo>
                    <a:pt x="7166" y="4593"/>
                    <a:pt x="7173" y="4572"/>
                    <a:pt x="7180" y="4544"/>
                  </a:cubicBezTo>
                  <a:lnTo>
                    <a:pt x="7194" y="4509"/>
                  </a:lnTo>
                  <a:lnTo>
                    <a:pt x="7208" y="4454"/>
                  </a:lnTo>
                  <a:lnTo>
                    <a:pt x="7215" y="4412"/>
                  </a:lnTo>
                  <a:cubicBezTo>
                    <a:pt x="7215" y="4398"/>
                    <a:pt x="7222" y="4378"/>
                    <a:pt x="7228" y="4357"/>
                  </a:cubicBezTo>
                  <a:lnTo>
                    <a:pt x="7235" y="4322"/>
                  </a:lnTo>
                  <a:cubicBezTo>
                    <a:pt x="7235" y="4301"/>
                    <a:pt x="7242" y="4280"/>
                    <a:pt x="7242" y="4267"/>
                  </a:cubicBezTo>
                  <a:lnTo>
                    <a:pt x="7249" y="4225"/>
                  </a:lnTo>
                  <a:lnTo>
                    <a:pt x="7256" y="4170"/>
                  </a:lnTo>
                  <a:lnTo>
                    <a:pt x="7263" y="4128"/>
                  </a:lnTo>
                  <a:cubicBezTo>
                    <a:pt x="7263" y="4107"/>
                    <a:pt x="7270" y="4093"/>
                    <a:pt x="7270" y="4072"/>
                  </a:cubicBezTo>
                  <a:lnTo>
                    <a:pt x="7277" y="4031"/>
                  </a:lnTo>
                  <a:cubicBezTo>
                    <a:pt x="7277" y="4010"/>
                    <a:pt x="7277" y="3996"/>
                    <a:pt x="7284" y="3975"/>
                  </a:cubicBezTo>
                  <a:cubicBezTo>
                    <a:pt x="7284" y="3954"/>
                    <a:pt x="7284" y="3948"/>
                    <a:pt x="7284" y="3934"/>
                  </a:cubicBezTo>
                  <a:lnTo>
                    <a:pt x="7284" y="3878"/>
                  </a:lnTo>
                  <a:lnTo>
                    <a:pt x="7284" y="3837"/>
                  </a:lnTo>
                  <a:lnTo>
                    <a:pt x="7284" y="3774"/>
                  </a:lnTo>
                  <a:lnTo>
                    <a:pt x="7284" y="3739"/>
                  </a:lnTo>
                  <a:lnTo>
                    <a:pt x="7284" y="3642"/>
                  </a:lnTo>
                  <a:cubicBezTo>
                    <a:pt x="7284" y="1631"/>
                    <a:pt x="5647" y="1"/>
                    <a:pt x="3642" y="1"/>
                  </a:cubicBezTo>
                  <a:close/>
                </a:path>
              </a:pathLst>
            </a:custGeom>
            <a:solidFill>
              <a:srgbClr val="8DA0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5" name="Google Shape;6185;p61"/>
            <p:cNvSpPr/>
            <p:nvPr/>
          </p:nvSpPr>
          <p:spPr>
            <a:xfrm>
              <a:off x="1462543" y="3271159"/>
              <a:ext cx="147257" cy="177523"/>
            </a:xfrm>
            <a:custGeom>
              <a:avLst/>
              <a:gdLst/>
              <a:ahLst/>
              <a:cxnLst/>
              <a:rect l="l" t="t" r="r" b="b"/>
              <a:pathLst>
                <a:path w="5605" h="6757" extrusionOk="0">
                  <a:moveTo>
                    <a:pt x="2137" y="1"/>
                  </a:moveTo>
                  <a:cubicBezTo>
                    <a:pt x="708" y="806"/>
                    <a:pt x="1" y="2463"/>
                    <a:pt x="403" y="4045"/>
                  </a:cubicBezTo>
                  <a:cubicBezTo>
                    <a:pt x="812" y="5626"/>
                    <a:pt x="2234" y="6743"/>
                    <a:pt x="3871" y="6757"/>
                  </a:cubicBezTo>
                  <a:cubicBezTo>
                    <a:pt x="4037" y="6653"/>
                    <a:pt x="4197" y="6535"/>
                    <a:pt x="4350" y="6403"/>
                  </a:cubicBezTo>
                  <a:lnTo>
                    <a:pt x="4419" y="6341"/>
                  </a:lnTo>
                  <a:lnTo>
                    <a:pt x="4488" y="6278"/>
                  </a:lnTo>
                  <a:lnTo>
                    <a:pt x="4509" y="6257"/>
                  </a:lnTo>
                  <a:lnTo>
                    <a:pt x="4551" y="6216"/>
                  </a:lnTo>
                  <a:lnTo>
                    <a:pt x="4578" y="6188"/>
                  </a:lnTo>
                  <a:lnTo>
                    <a:pt x="4620" y="6146"/>
                  </a:lnTo>
                  <a:lnTo>
                    <a:pt x="4641" y="6119"/>
                  </a:lnTo>
                  <a:lnTo>
                    <a:pt x="4682" y="6084"/>
                  </a:lnTo>
                  <a:lnTo>
                    <a:pt x="4703" y="6049"/>
                  </a:lnTo>
                  <a:lnTo>
                    <a:pt x="4738" y="6015"/>
                  </a:lnTo>
                  <a:lnTo>
                    <a:pt x="4766" y="5980"/>
                  </a:lnTo>
                  <a:lnTo>
                    <a:pt x="4800" y="5938"/>
                  </a:lnTo>
                  <a:lnTo>
                    <a:pt x="4821" y="5911"/>
                  </a:lnTo>
                  <a:lnTo>
                    <a:pt x="4856" y="5869"/>
                  </a:lnTo>
                  <a:lnTo>
                    <a:pt x="4877" y="5834"/>
                  </a:lnTo>
                  <a:lnTo>
                    <a:pt x="4911" y="5793"/>
                  </a:lnTo>
                  <a:lnTo>
                    <a:pt x="4932" y="5765"/>
                  </a:lnTo>
                  <a:lnTo>
                    <a:pt x="4967" y="5716"/>
                  </a:lnTo>
                  <a:lnTo>
                    <a:pt x="4988" y="5689"/>
                  </a:lnTo>
                  <a:lnTo>
                    <a:pt x="5029" y="5619"/>
                  </a:lnTo>
                  <a:lnTo>
                    <a:pt x="5036" y="5612"/>
                  </a:lnTo>
                  <a:lnTo>
                    <a:pt x="5085" y="5536"/>
                  </a:lnTo>
                  <a:lnTo>
                    <a:pt x="5099" y="5508"/>
                  </a:lnTo>
                  <a:lnTo>
                    <a:pt x="5133" y="5453"/>
                  </a:lnTo>
                  <a:lnTo>
                    <a:pt x="5154" y="5425"/>
                  </a:lnTo>
                  <a:lnTo>
                    <a:pt x="5182" y="5370"/>
                  </a:lnTo>
                  <a:lnTo>
                    <a:pt x="5196" y="5342"/>
                  </a:lnTo>
                  <a:lnTo>
                    <a:pt x="5223" y="5293"/>
                  </a:lnTo>
                  <a:lnTo>
                    <a:pt x="5237" y="5252"/>
                  </a:lnTo>
                  <a:lnTo>
                    <a:pt x="5265" y="5210"/>
                  </a:lnTo>
                  <a:lnTo>
                    <a:pt x="5279" y="5168"/>
                  </a:lnTo>
                  <a:lnTo>
                    <a:pt x="5300" y="5120"/>
                  </a:lnTo>
                  <a:lnTo>
                    <a:pt x="5321" y="5085"/>
                  </a:lnTo>
                  <a:lnTo>
                    <a:pt x="5341" y="5037"/>
                  </a:lnTo>
                  <a:lnTo>
                    <a:pt x="5355" y="4995"/>
                  </a:lnTo>
                  <a:lnTo>
                    <a:pt x="5376" y="4946"/>
                  </a:lnTo>
                  <a:lnTo>
                    <a:pt x="5390" y="4912"/>
                  </a:lnTo>
                  <a:lnTo>
                    <a:pt x="5411" y="4856"/>
                  </a:lnTo>
                  <a:lnTo>
                    <a:pt x="5425" y="4822"/>
                  </a:lnTo>
                  <a:lnTo>
                    <a:pt x="5445" y="4759"/>
                  </a:lnTo>
                  <a:lnTo>
                    <a:pt x="5452" y="4731"/>
                  </a:lnTo>
                  <a:cubicBezTo>
                    <a:pt x="5459" y="4704"/>
                    <a:pt x="5466" y="4676"/>
                    <a:pt x="5480" y="4648"/>
                  </a:cubicBezTo>
                  <a:lnTo>
                    <a:pt x="5480" y="4627"/>
                  </a:lnTo>
                  <a:cubicBezTo>
                    <a:pt x="5487" y="4600"/>
                    <a:pt x="5494" y="4579"/>
                    <a:pt x="5501" y="4558"/>
                  </a:cubicBezTo>
                  <a:lnTo>
                    <a:pt x="5508" y="4523"/>
                  </a:lnTo>
                  <a:lnTo>
                    <a:pt x="5522" y="4461"/>
                  </a:lnTo>
                  <a:lnTo>
                    <a:pt x="5536" y="4426"/>
                  </a:lnTo>
                  <a:cubicBezTo>
                    <a:pt x="5536" y="4405"/>
                    <a:pt x="5543" y="4392"/>
                    <a:pt x="5543" y="4371"/>
                  </a:cubicBezTo>
                  <a:lnTo>
                    <a:pt x="5549" y="4329"/>
                  </a:lnTo>
                  <a:cubicBezTo>
                    <a:pt x="5549" y="4308"/>
                    <a:pt x="5556" y="4294"/>
                    <a:pt x="5563" y="4274"/>
                  </a:cubicBezTo>
                  <a:lnTo>
                    <a:pt x="5570" y="4232"/>
                  </a:lnTo>
                  <a:lnTo>
                    <a:pt x="5577" y="4177"/>
                  </a:lnTo>
                  <a:lnTo>
                    <a:pt x="5584" y="4135"/>
                  </a:lnTo>
                  <a:cubicBezTo>
                    <a:pt x="5584" y="4121"/>
                    <a:pt x="5591" y="4100"/>
                    <a:pt x="5591" y="4086"/>
                  </a:cubicBezTo>
                  <a:lnTo>
                    <a:pt x="5598" y="4045"/>
                  </a:lnTo>
                  <a:cubicBezTo>
                    <a:pt x="5598" y="4024"/>
                    <a:pt x="5598" y="4003"/>
                    <a:pt x="5598" y="3982"/>
                  </a:cubicBezTo>
                  <a:cubicBezTo>
                    <a:pt x="5605" y="3968"/>
                    <a:pt x="5598" y="3961"/>
                    <a:pt x="5598" y="3948"/>
                  </a:cubicBezTo>
                  <a:lnTo>
                    <a:pt x="5598" y="3885"/>
                  </a:lnTo>
                  <a:lnTo>
                    <a:pt x="5598" y="3851"/>
                  </a:lnTo>
                  <a:lnTo>
                    <a:pt x="5598" y="3781"/>
                  </a:lnTo>
                  <a:lnTo>
                    <a:pt x="5598" y="3746"/>
                  </a:lnTo>
                  <a:lnTo>
                    <a:pt x="5598" y="3649"/>
                  </a:lnTo>
                  <a:cubicBezTo>
                    <a:pt x="5605" y="2498"/>
                    <a:pt x="5057" y="1416"/>
                    <a:pt x="4134" y="729"/>
                  </a:cubicBezTo>
                  <a:lnTo>
                    <a:pt x="4148" y="722"/>
                  </a:lnTo>
                  <a:cubicBezTo>
                    <a:pt x="3566" y="285"/>
                    <a:pt x="2865" y="36"/>
                    <a:pt x="2137"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6" name="Google Shape;6186;p61"/>
            <p:cNvSpPr/>
            <p:nvPr/>
          </p:nvSpPr>
          <p:spPr>
            <a:xfrm>
              <a:off x="1442681" y="3295408"/>
              <a:ext cx="144000" cy="143264"/>
            </a:xfrm>
            <a:custGeom>
              <a:avLst/>
              <a:gdLst/>
              <a:ahLst/>
              <a:cxnLst/>
              <a:rect l="l" t="t" r="r" b="b"/>
              <a:pathLst>
                <a:path w="5481" h="5453" extrusionOk="0">
                  <a:moveTo>
                    <a:pt x="2331" y="0"/>
                  </a:moveTo>
                  <a:lnTo>
                    <a:pt x="2296" y="7"/>
                  </a:lnTo>
                  <a:lnTo>
                    <a:pt x="2262" y="14"/>
                  </a:lnTo>
                  <a:lnTo>
                    <a:pt x="2234" y="14"/>
                  </a:lnTo>
                  <a:lnTo>
                    <a:pt x="2199" y="21"/>
                  </a:lnTo>
                  <a:lnTo>
                    <a:pt x="2165" y="28"/>
                  </a:lnTo>
                  <a:lnTo>
                    <a:pt x="2130" y="35"/>
                  </a:lnTo>
                  <a:lnTo>
                    <a:pt x="2102" y="42"/>
                  </a:lnTo>
                  <a:lnTo>
                    <a:pt x="2067" y="49"/>
                  </a:lnTo>
                  <a:lnTo>
                    <a:pt x="2040" y="56"/>
                  </a:lnTo>
                  <a:lnTo>
                    <a:pt x="2005" y="70"/>
                  </a:lnTo>
                  <a:lnTo>
                    <a:pt x="1977" y="77"/>
                  </a:lnTo>
                  <a:lnTo>
                    <a:pt x="1943" y="84"/>
                  </a:lnTo>
                  <a:lnTo>
                    <a:pt x="1908" y="98"/>
                  </a:lnTo>
                  <a:lnTo>
                    <a:pt x="1894" y="98"/>
                  </a:lnTo>
                  <a:lnTo>
                    <a:pt x="1873" y="104"/>
                  </a:lnTo>
                  <a:lnTo>
                    <a:pt x="1859" y="111"/>
                  </a:lnTo>
                  <a:lnTo>
                    <a:pt x="1846" y="111"/>
                  </a:lnTo>
                  <a:lnTo>
                    <a:pt x="1811" y="125"/>
                  </a:lnTo>
                  <a:lnTo>
                    <a:pt x="1783" y="139"/>
                  </a:lnTo>
                  <a:lnTo>
                    <a:pt x="1748" y="153"/>
                  </a:lnTo>
                  <a:lnTo>
                    <a:pt x="1728" y="160"/>
                  </a:lnTo>
                  <a:lnTo>
                    <a:pt x="1672" y="181"/>
                  </a:lnTo>
                  <a:lnTo>
                    <a:pt x="1644" y="195"/>
                  </a:lnTo>
                  <a:lnTo>
                    <a:pt x="1624" y="202"/>
                  </a:lnTo>
                  <a:lnTo>
                    <a:pt x="1610" y="209"/>
                  </a:lnTo>
                  <a:lnTo>
                    <a:pt x="1582" y="222"/>
                  </a:lnTo>
                  <a:lnTo>
                    <a:pt x="1561" y="229"/>
                  </a:lnTo>
                  <a:lnTo>
                    <a:pt x="1547" y="236"/>
                  </a:lnTo>
                  <a:lnTo>
                    <a:pt x="1520" y="250"/>
                  </a:lnTo>
                  <a:lnTo>
                    <a:pt x="1492" y="264"/>
                  </a:lnTo>
                  <a:lnTo>
                    <a:pt x="1464" y="278"/>
                  </a:lnTo>
                  <a:lnTo>
                    <a:pt x="1436" y="299"/>
                  </a:lnTo>
                  <a:lnTo>
                    <a:pt x="1402" y="313"/>
                  </a:lnTo>
                  <a:lnTo>
                    <a:pt x="1374" y="326"/>
                  </a:lnTo>
                  <a:lnTo>
                    <a:pt x="1346" y="347"/>
                  </a:lnTo>
                  <a:lnTo>
                    <a:pt x="1318" y="361"/>
                  </a:lnTo>
                  <a:lnTo>
                    <a:pt x="1291" y="375"/>
                  </a:lnTo>
                  <a:lnTo>
                    <a:pt x="1263" y="396"/>
                  </a:lnTo>
                  <a:lnTo>
                    <a:pt x="1235" y="410"/>
                  </a:lnTo>
                  <a:lnTo>
                    <a:pt x="1214" y="430"/>
                  </a:lnTo>
                  <a:lnTo>
                    <a:pt x="1187" y="444"/>
                  </a:lnTo>
                  <a:lnTo>
                    <a:pt x="1159" y="465"/>
                  </a:lnTo>
                  <a:lnTo>
                    <a:pt x="1131" y="486"/>
                  </a:lnTo>
                  <a:lnTo>
                    <a:pt x="1110" y="500"/>
                  </a:lnTo>
                  <a:lnTo>
                    <a:pt x="1083" y="521"/>
                  </a:lnTo>
                  <a:lnTo>
                    <a:pt x="1055" y="541"/>
                  </a:lnTo>
                  <a:lnTo>
                    <a:pt x="1027" y="562"/>
                  </a:lnTo>
                  <a:lnTo>
                    <a:pt x="1006" y="583"/>
                  </a:lnTo>
                  <a:lnTo>
                    <a:pt x="978" y="604"/>
                  </a:lnTo>
                  <a:lnTo>
                    <a:pt x="965" y="611"/>
                  </a:lnTo>
                  <a:lnTo>
                    <a:pt x="958" y="625"/>
                  </a:lnTo>
                  <a:lnTo>
                    <a:pt x="944" y="632"/>
                  </a:lnTo>
                  <a:lnTo>
                    <a:pt x="930" y="646"/>
                  </a:lnTo>
                  <a:lnTo>
                    <a:pt x="909" y="666"/>
                  </a:lnTo>
                  <a:lnTo>
                    <a:pt x="881" y="687"/>
                  </a:lnTo>
                  <a:cubicBezTo>
                    <a:pt x="750" y="812"/>
                    <a:pt x="625" y="951"/>
                    <a:pt x="514" y="1103"/>
                  </a:cubicBezTo>
                  <a:cubicBezTo>
                    <a:pt x="479" y="1152"/>
                    <a:pt x="444" y="1200"/>
                    <a:pt x="410" y="1256"/>
                  </a:cubicBezTo>
                  <a:lnTo>
                    <a:pt x="396" y="1270"/>
                  </a:lnTo>
                  <a:cubicBezTo>
                    <a:pt x="368" y="1325"/>
                    <a:pt x="340" y="1374"/>
                    <a:pt x="313" y="1429"/>
                  </a:cubicBezTo>
                  <a:lnTo>
                    <a:pt x="299" y="1443"/>
                  </a:lnTo>
                  <a:cubicBezTo>
                    <a:pt x="271" y="1499"/>
                    <a:pt x="250" y="1554"/>
                    <a:pt x="222" y="1610"/>
                  </a:cubicBezTo>
                  <a:lnTo>
                    <a:pt x="215" y="1630"/>
                  </a:lnTo>
                  <a:cubicBezTo>
                    <a:pt x="188" y="1686"/>
                    <a:pt x="167" y="1741"/>
                    <a:pt x="146" y="1797"/>
                  </a:cubicBezTo>
                  <a:lnTo>
                    <a:pt x="139" y="1818"/>
                  </a:lnTo>
                  <a:cubicBezTo>
                    <a:pt x="125" y="1873"/>
                    <a:pt x="105" y="1929"/>
                    <a:pt x="91" y="1991"/>
                  </a:cubicBezTo>
                  <a:lnTo>
                    <a:pt x="84" y="2012"/>
                  </a:lnTo>
                  <a:cubicBezTo>
                    <a:pt x="63" y="2067"/>
                    <a:pt x="56" y="2130"/>
                    <a:pt x="42" y="2185"/>
                  </a:cubicBezTo>
                  <a:lnTo>
                    <a:pt x="42" y="2213"/>
                  </a:lnTo>
                  <a:cubicBezTo>
                    <a:pt x="28" y="2269"/>
                    <a:pt x="21" y="2331"/>
                    <a:pt x="14" y="2393"/>
                  </a:cubicBezTo>
                  <a:lnTo>
                    <a:pt x="14" y="2414"/>
                  </a:lnTo>
                  <a:cubicBezTo>
                    <a:pt x="14" y="2449"/>
                    <a:pt x="7" y="2477"/>
                    <a:pt x="7" y="2511"/>
                  </a:cubicBezTo>
                  <a:cubicBezTo>
                    <a:pt x="0" y="2539"/>
                    <a:pt x="7" y="2574"/>
                    <a:pt x="0" y="2602"/>
                  </a:cubicBezTo>
                  <a:lnTo>
                    <a:pt x="0" y="2629"/>
                  </a:lnTo>
                  <a:lnTo>
                    <a:pt x="0" y="2719"/>
                  </a:lnTo>
                  <a:cubicBezTo>
                    <a:pt x="0" y="2817"/>
                    <a:pt x="7" y="2907"/>
                    <a:pt x="14" y="3004"/>
                  </a:cubicBezTo>
                  <a:cubicBezTo>
                    <a:pt x="14" y="3025"/>
                    <a:pt x="14" y="3045"/>
                    <a:pt x="21" y="3066"/>
                  </a:cubicBezTo>
                  <a:cubicBezTo>
                    <a:pt x="21" y="3087"/>
                    <a:pt x="28" y="3115"/>
                    <a:pt x="28" y="3143"/>
                  </a:cubicBezTo>
                  <a:cubicBezTo>
                    <a:pt x="49" y="3254"/>
                    <a:pt x="70" y="3364"/>
                    <a:pt x="105" y="3475"/>
                  </a:cubicBezTo>
                  <a:cubicBezTo>
                    <a:pt x="111" y="3510"/>
                    <a:pt x="125" y="3538"/>
                    <a:pt x="132" y="3573"/>
                  </a:cubicBezTo>
                  <a:lnTo>
                    <a:pt x="139" y="3600"/>
                  </a:lnTo>
                  <a:cubicBezTo>
                    <a:pt x="153" y="3621"/>
                    <a:pt x="160" y="3649"/>
                    <a:pt x="167" y="3670"/>
                  </a:cubicBezTo>
                  <a:lnTo>
                    <a:pt x="174" y="3690"/>
                  </a:lnTo>
                  <a:cubicBezTo>
                    <a:pt x="188" y="3718"/>
                    <a:pt x="195" y="3746"/>
                    <a:pt x="209" y="3774"/>
                  </a:cubicBezTo>
                  <a:cubicBezTo>
                    <a:pt x="313" y="4030"/>
                    <a:pt x="465" y="4273"/>
                    <a:pt x="639" y="4488"/>
                  </a:cubicBezTo>
                  <a:lnTo>
                    <a:pt x="666" y="4516"/>
                  </a:lnTo>
                  <a:lnTo>
                    <a:pt x="680" y="4537"/>
                  </a:lnTo>
                  <a:lnTo>
                    <a:pt x="743" y="4606"/>
                  </a:lnTo>
                  <a:lnTo>
                    <a:pt x="757" y="4620"/>
                  </a:lnTo>
                  <a:lnTo>
                    <a:pt x="819" y="4675"/>
                  </a:lnTo>
                  <a:lnTo>
                    <a:pt x="833" y="4696"/>
                  </a:lnTo>
                  <a:lnTo>
                    <a:pt x="902" y="4759"/>
                  </a:lnTo>
                  <a:lnTo>
                    <a:pt x="916" y="4773"/>
                  </a:lnTo>
                  <a:lnTo>
                    <a:pt x="978" y="4828"/>
                  </a:lnTo>
                  <a:lnTo>
                    <a:pt x="992" y="4842"/>
                  </a:lnTo>
                  <a:lnTo>
                    <a:pt x="1069" y="4897"/>
                  </a:lnTo>
                  <a:lnTo>
                    <a:pt x="1083" y="4911"/>
                  </a:lnTo>
                  <a:lnTo>
                    <a:pt x="1152" y="4960"/>
                  </a:lnTo>
                  <a:lnTo>
                    <a:pt x="1173" y="4974"/>
                  </a:lnTo>
                  <a:lnTo>
                    <a:pt x="1249" y="5029"/>
                  </a:lnTo>
                  <a:lnTo>
                    <a:pt x="1263" y="5036"/>
                  </a:lnTo>
                  <a:lnTo>
                    <a:pt x="1332" y="5078"/>
                  </a:lnTo>
                  <a:lnTo>
                    <a:pt x="1353" y="5092"/>
                  </a:lnTo>
                  <a:lnTo>
                    <a:pt x="1443" y="5140"/>
                  </a:lnTo>
                  <a:lnTo>
                    <a:pt x="1450" y="5147"/>
                  </a:lnTo>
                  <a:lnTo>
                    <a:pt x="1533" y="5189"/>
                  </a:lnTo>
                  <a:lnTo>
                    <a:pt x="1554" y="5196"/>
                  </a:lnTo>
                  <a:lnTo>
                    <a:pt x="1637" y="5237"/>
                  </a:lnTo>
                  <a:lnTo>
                    <a:pt x="1651" y="5244"/>
                  </a:lnTo>
                  <a:lnTo>
                    <a:pt x="1728" y="5272"/>
                  </a:lnTo>
                  <a:lnTo>
                    <a:pt x="1755" y="5286"/>
                  </a:lnTo>
                  <a:lnTo>
                    <a:pt x="1846" y="5320"/>
                  </a:lnTo>
                  <a:lnTo>
                    <a:pt x="1852" y="5320"/>
                  </a:lnTo>
                  <a:lnTo>
                    <a:pt x="1943" y="5348"/>
                  </a:lnTo>
                  <a:lnTo>
                    <a:pt x="1963" y="5355"/>
                  </a:lnTo>
                  <a:lnTo>
                    <a:pt x="2061" y="5376"/>
                  </a:lnTo>
                  <a:lnTo>
                    <a:pt x="2067" y="5376"/>
                  </a:lnTo>
                  <a:lnTo>
                    <a:pt x="2158" y="5397"/>
                  </a:lnTo>
                  <a:lnTo>
                    <a:pt x="2178" y="5404"/>
                  </a:lnTo>
                  <a:lnTo>
                    <a:pt x="2282" y="5425"/>
                  </a:lnTo>
                  <a:lnTo>
                    <a:pt x="2380" y="5438"/>
                  </a:lnTo>
                  <a:lnTo>
                    <a:pt x="2407" y="5438"/>
                  </a:lnTo>
                  <a:lnTo>
                    <a:pt x="2511" y="5452"/>
                  </a:lnTo>
                  <a:lnTo>
                    <a:pt x="2969" y="5452"/>
                  </a:lnTo>
                  <a:lnTo>
                    <a:pt x="3073" y="5438"/>
                  </a:lnTo>
                  <a:lnTo>
                    <a:pt x="3101" y="5438"/>
                  </a:lnTo>
                  <a:lnTo>
                    <a:pt x="3191" y="5425"/>
                  </a:lnTo>
                  <a:lnTo>
                    <a:pt x="3198" y="5425"/>
                  </a:lnTo>
                  <a:lnTo>
                    <a:pt x="3302" y="5404"/>
                  </a:lnTo>
                  <a:lnTo>
                    <a:pt x="3323" y="5397"/>
                  </a:lnTo>
                  <a:lnTo>
                    <a:pt x="3413" y="5376"/>
                  </a:lnTo>
                  <a:lnTo>
                    <a:pt x="3420" y="5376"/>
                  </a:lnTo>
                  <a:lnTo>
                    <a:pt x="3517" y="5355"/>
                  </a:lnTo>
                  <a:lnTo>
                    <a:pt x="3538" y="5348"/>
                  </a:lnTo>
                  <a:lnTo>
                    <a:pt x="3621" y="5320"/>
                  </a:lnTo>
                  <a:lnTo>
                    <a:pt x="3635" y="5320"/>
                  </a:lnTo>
                  <a:lnTo>
                    <a:pt x="3725" y="5286"/>
                  </a:lnTo>
                  <a:lnTo>
                    <a:pt x="3746" y="5272"/>
                  </a:lnTo>
                  <a:lnTo>
                    <a:pt x="3829" y="5244"/>
                  </a:lnTo>
                  <a:lnTo>
                    <a:pt x="3843" y="5237"/>
                  </a:lnTo>
                  <a:lnTo>
                    <a:pt x="3926" y="5196"/>
                  </a:lnTo>
                  <a:lnTo>
                    <a:pt x="3947" y="5189"/>
                  </a:lnTo>
                  <a:lnTo>
                    <a:pt x="4030" y="5147"/>
                  </a:lnTo>
                  <a:lnTo>
                    <a:pt x="4037" y="5140"/>
                  </a:lnTo>
                  <a:lnTo>
                    <a:pt x="4128" y="5092"/>
                  </a:lnTo>
                  <a:lnTo>
                    <a:pt x="4148" y="5078"/>
                  </a:lnTo>
                  <a:lnTo>
                    <a:pt x="4218" y="5036"/>
                  </a:lnTo>
                  <a:lnTo>
                    <a:pt x="4232" y="5029"/>
                  </a:lnTo>
                  <a:lnTo>
                    <a:pt x="4308" y="4974"/>
                  </a:lnTo>
                  <a:lnTo>
                    <a:pt x="4329" y="4960"/>
                  </a:lnTo>
                  <a:lnTo>
                    <a:pt x="4398" y="4911"/>
                  </a:lnTo>
                  <a:lnTo>
                    <a:pt x="4412" y="4897"/>
                  </a:lnTo>
                  <a:lnTo>
                    <a:pt x="4488" y="4842"/>
                  </a:lnTo>
                  <a:lnTo>
                    <a:pt x="4502" y="4828"/>
                  </a:lnTo>
                  <a:lnTo>
                    <a:pt x="4564" y="4773"/>
                  </a:lnTo>
                  <a:lnTo>
                    <a:pt x="4578" y="4759"/>
                  </a:lnTo>
                  <a:lnTo>
                    <a:pt x="4648" y="4696"/>
                  </a:lnTo>
                  <a:lnTo>
                    <a:pt x="4662" y="4675"/>
                  </a:lnTo>
                  <a:lnTo>
                    <a:pt x="4724" y="4620"/>
                  </a:lnTo>
                  <a:lnTo>
                    <a:pt x="4738" y="4606"/>
                  </a:lnTo>
                  <a:cubicBezTo>
                    <a:pt x="4759" y="4585"/>
                    <a:pt x="4780" y="4558"/>
                    <a:pt x="4800" y="4537"/>
                  </a:cubicBezTo>
                  <a:lnTo>
                    <a:pt x="4814" y="4516"/>
                  </a:lnTo>
                  <a:lnTo>
                    <a:pt x="4842" y="4488"/>
                  </a:lnTo>
                  <a:cubicBezTo>
                    <a:pt x="5022" y="4273"/>
                    <a:pt x="5168" y="4030"/>
                    <a:pt x="5272" y="3774"/>
                  </a:cubicBezTo>
                  <a:cubicBezTo>
                    <a:pt x="5286" y="3746"/>
                    <a:pt x="5293" y="3718"/>
                    <a:pt x="5307" y="3690"/>
                  </a:cubicBezTo>
                  <a:lnTo>
                    <a:pt x="5314" y="3670"/>
                  </a:lnTo>
                  <a:cubicBezTo>
                    <a:pt x="5321" y="3649"/>
                    <a:pt x="5327" y="3621"/>
                    <a:pt x="5341" y="3600"/>
                  </a:cubicBezTo>
                  <a:lnTo>
                    <a:pt x="5348" y="3573"/>
                  </a:lnTo>
                  <a:cubicBezTo>
                    <a:pt x="5355" y="3538"/>
                    <a:pt x="5369" y="3510"/>
                    <a:pt x="5376" y="3475"/>
                  </a:cubicBezTo>
                  <a:cubicBezTo>
                    <a:pt x="5411" y="3364"/>
                    <a:pt x="5432" y="3254"/>
                    <a:pt x="5452" y="3143"/>
                  </a:cubicBezTo>
                  <a:cubicBezTo>
                    <a:pt x="5452" y="3115"/>
                    <a:pt x="5459" y="3087"/>
                    <a:pt x="5459" y="3066"/>
                  </a:cubicBezTo>
                  <a:cubicBezTo>
                    <a:pt x="5466" y="3038"/>
                    <a:pt x="5466" y="3025"/>
                    <a:pt x="5466" y="3004"/>
                  </a:cubicBezTo>
                  <a:cubicBezTo>
                    <a:pt x="5473" y="2907"/>
                    <a:pt x="5480" y="2817"/>
                    <a:pt x="5480" y="2719"/>
                  </a:cubicBezTo>
                  <a:lnTo>
                    <a:pt x="5480" y="2629"/>
                  </a:lnTo>
                  <a:lnTo>
                    <a:pt x="5480" y="2602"/>
                  </a:lnTo>
                  <a:cubicBezTo>
                    <a:pt x="5480" y="2574"/>
                    <a:pt x="5480" y="2539"/>
                    <a:pt x="5473" y="2511"/>
                  </a:cubicBezTo>
                  <a:cubicBezTo>
                    <a:pt x="5466" y="2477"/>
                    <a:pt x="5466" y="2449"/>
                    <a:pt x="5466" y="2414"/>
                  </a:cubicBezTo>
                  <a:lnTo>
                    <a:pt x="5466" y="2393"/>
                  </a:lnTo>
                  <a:cubicBezTo>
                    <a:pt x="5459" y="2331"/>
                    <a:pt x="5445" y="2269"/>
                    <a:pt x="5438" y="2213"/>
                  </a:cubicBezTo>
                  <a:lnTo>
                    <a:pt x="5438" y="2185"/>
                  </a:lnTo>
                  <a:cubicBezTo>
                    <a:pt x="5425" y="2130"/>
                    <a:pt x="5411" y="2074"/>
                    <a:pt x="5397" y="2012"/>
                  </a:cubicBezTo>
                  <a:lnTo>
                    <a:pt x="5390" y="1991"/>
                  </a:lnTo>
                  <a:cubicBezTo>
                    <a:pt x="5376" y="1929"/>
                    <a:pt x="5355" y="1873"/>
                    <a:pt x="5334" y="1818"/>
                  </a:cubicBezTo>
                  <a:lnTo>
                    <a:pt x="5327" y="1797"/>
                  </a:lnTo>
                  <a:cubicBezTo>
                    <a:pt x="5307" y="1734"/>
                    <a:pt x="5286" y="1679"/>
                    <a:pt x="5265" y="1630"/>
                  </a:cubicBezTo>
                  <a:lnTo>
                    <a:pt x="5258" y="1610"/>
                  </a:lnTo>
                  <a:cubicBezTo>
                    <a:pt x="5230" y="1554"/>
                    <a:pt x="5203" y="1499"/>
                    <a:pt x="5175" y="1443"/>
                  </a:cubicBezTo>
                  <a:lnTo>
                    <a:pt x="5168" y="1429"/>
                  </a:lnTo>
                  <a:cubicBezTo>
                    <a:pt x="5140" y="1374"/>
                    <a:pt x="5112" y="1325"/>
                    <a:pt x="5078" y="1270"/>
                  </a:cubicBezTo>
                  <a:lnTo>
                    <a:pt x="5071" y="1256"/>
                  </a:lnTo>
                  <a:cubicBezTo>
                    <a:pt x="5036" y="1200"/>
                    <a:pt x="5001" y="1152"/>
                    <a:pt x="4967" y="1103"/>
                  </a:cubicBezTo>
                  <a:cubicBezTo>
                    <a:pt x="4856" y="951"/>
                    <a:pt x="4731" y="812"/>
                    <a:pt x="4592" y="687"/>
                  </a:cubicBezTo>
                  <a:lnTo>
                    <a:pt x="4571" y="666"/>
                  </a:lnTo>
                  <a:lnTo>
                    <a:pt x="4551" y="646"/>
                  </a:lnTo>
                  <a:lnTo>
                    <a:pt x="4537" y="632"/>
                  </a:lnTo>
                  <a:lnTo>
                    <a:pt x="4523" y="625"/>
                  </a:lnTo>
                  <a:lnTo>
                    <a:pt x="4509" y="611"/>
                  </a:lnTo>
                  <a:lnTo>
                    <a:pt x="4502" y="604"/>
                  </a:lnTo>
                  <a:lnTo>
                    <a:pt x="4474" y="583"/>
                  </a:lnTo>
                  <a:lnTo>
                    <a:pt x="4447" y="562"/>
                  </a:lnTo>
                  <a:lnTo>
                    <a:pt x="4426" y="541"/>
                  </a:lnTo>
                  <a:lnTo>
                    <a:pt x="4398" y="521"/>
                  </a:lnTo>
                  <a:lnTo>
                    <a:pt x="4370" y="500"/>
                  </a:lnTo>
                  <a:lnTo>
                    <a:pt x="4343" y="486"/>
                  </a:lnTo>
                  <a:lnTo>
                    <a:pt x="4322" y="465"/>
                  </a:lnTo>
                  <a:lnTo>
                    <a:pt x="4294" y="444"/>
                  </a:lnTo>
                  <a:lnTo>
                    <a:pt x="4266" y="430"/>
                  </a:lnTo>
                  <a:lnTo>
                    <a:pt x="4238" y="410"/>
                  </a:lnTo>
                  <a:lnTo>
                    <a:pt x="4211" y="396"/>
                  </a:lnTo>
                  <a:lnTo>
                    <a:pt x="4183" y="375"/>
                  </a:lnTo>
                  <a:lnTo>
                    <a:pt x="4155" y="361"/>
                  </a:lnTo>
                  <a:lnTo>
                    <a:pt x="4128" y="347"/>
                  </a:lnTo>
                  <a:lnTo>
                    <a:pt x="4100" y="326"/>
                  </a:lnTo>
                  <a:lnTo>
                    <a:pt x="4072" y="313"/>
                  </a:lnTo>
                  <a:lnTo>
                    <a:pt x="4044" y="299"/>
                  </a:lnTo>
                  <a:lnTo>
                    <a:pt x="4017" y="278"/>
                  </a:lnTo>
                  <a:lnTo>
                    <a:pt x="3989" y="264"/>
                  </a:lnTo>
                  <a:lnTo>
                    <a:pt x="3961" y="250"/>
                  </a:lnTo>
                  <a:lnTo>
                    <a:pt x="3933" y="236"/>
                  </a:lnTo>
                  <a:lnTo>
                    <a:pt x="3912" y="229"/>
                  </a:lnTo>
                  <a:lnTo>
                    <a:pt x="3899" y="222"/>
                  </a:lnTo>
                  <a:lnTo>
                    <a:pt x="3871" y="209"/>
                  </a:lnTo>
                  <a:lnTo>
                    <a:pt x="3850" y="202"/>
                  </a:lnTo>
                  <a:lnTo>
                    <a:pt x="3836" y="195"/>
                  </a:lnTo>
                  <a:lnTo>
                    <a:pt x="3802" y="181"/>
                  </a:lnTo>
                  <a:lnTo>
                    <a:pt x="3753" y="160"/>
                  </a:lnTo>
                  <a:lnTo>
                    <a:pt x="3725" y="153"/>
                  </a:lnTo>
                  <a:lnTo>
                    <a:pt x="3691" y="139"/>
                  </a:lnTo>
                  <a:lnTo>
                    <a:pt x="3663" y="125"/>
                  </a:lnTo>
                  <a:lnTo>
                    <a:pt x="3628" y="111"/>
                  </a:lnTo>
                  <a:lnTo>
                    <a:pt x="3614" y="111"/>
                  </a:lnTo>
                  <a:lnTo>
                    <a:pt x="3600" y="104"/>
                  </a:lnTo>
                  <a:lnTo>
                    <a:pt x="3586" y="98"/>
                  </a:lnTo>
                  <a:lnTo>
                    <a:pt x="3566" y="98"/>
                  </a:lnTo>
                  <a:lnTo>
                    <a:pt x="3538" y="84"/>
                  </a:lnTo>
                  <a:lnTo>
                    <a:pt x="3503" y="77"/>
                  </a:lnTo>
                  <a:lnTo>
                    <a:pt x="3476" y="70"/>
                  </a:lnTo>
                  <a:lnTo>
                    <a:pt x="3441" y="56"/>
                  </a:lnTo>
                  <a:lnTo>
                    <a:pt x="3413" y="49"/>
                  </a:lnTo>
                  <a:lnTo>
                    <a:pt x="3378" y="42"/>
                  </a:lnTo>
                  <a:lnTo>
                    <a:pt x="3344" y="35"/>
                  </a:lnTo>
                  <a:lnTo>
                    <a:pt x="3309" y="28"/>
                  </a:lnTo>
                  <a:lnTo>
                    <a:pt x="3281" y="21"/>
                  </a:lnTo>
                  <a:lnTo>
                    <a:pt x="3247" y="14"/>
                  </a:lnTo>
                  <a:lnTo>
                    <a:pt x="3212" y="14"/>
                  </a:lnTo>
                  <a:lnTo>
                    <a:pt x="3177" y="7"/>
                  </a:lnTo>
                  <a:lnTo>
                    <a:pt x="3150" y="0"/>
                  </a:ln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7" name="Google Shape;6187;p61"/>
            <p:cNvSpPr/>
            <p:nvPr/>
          </p:nvSpPr>
          <p:spPr>
            <a:xfrm>
              <a:off x="1454346" y="3295225"/>
              <a:ext cx="132335" cy="143448"/>
            </a:xfrm>
            <a:custGeom>
              <a:avLst/>
              <a:gdLst/>
              <a:ahLst/>
              <a:cxnLst/>
              <a:rect l="l" t="t" r="r" b="b"/>
              <a:pathLst>
                <a:path w="5037" h="5460" extrusionOk="0">
                  <a:moveTo>
                    <a:pt x="1922" y="1"/>
                  </a:moveTo>
                  <a:lnTo>
                    <a:pt x="1880" y="7"/>
                  </a:lnTo>
                  <a:lnTo>
                    <a:pt x="1852" y="14"/>
                  </a:lnTo>
                  <a:lnTo>
                    <a:pt x="1818" y="21"/>
                  </a:lnTo>
                  <a:lnTo>
                    <a:pt x="1783" y="21"/>
                  </a:lnTo>
                  <a:lnTo>
                    <a:pt x="1748" y="28"/>
                  </a:lnTo>
                  <a:lnTo>
                    <a:pt x="1721" y="35"/>
                  </a:lnTo>
                  <a:lnTo>
                    <a:pt x="1686" y="42"/>
                  </a:lnTo>
                  <a:lnTo>
                    <a:pt x="1658" y="49"/>
                  </a:lnTo>
                  <a:lnTo>
                    <a:pt x="1623" y="56"/>
                  </a:lnTo>
                  <a:lnTo>
                    <a:pt x="1589" y="63"/>
                  </a:lnTo>
                  <a:lnTo>
                    <a:pt x="1554" y="77"/>
                  </a:lnTo>
                  <a:lnTo>
                    <a:pt x="1526" y="84"/>
                  </a:lnTo>
                  <a:lnTo>
                    <a:pt x="1492" y="91"/>
                  </a:lnTo>
                  <a:lnTo>
                    <a:pt x="1464" y="105"/>
                  </a:lnTo>
                  <a:lnTo>
                    <a:pt x="1450" y="105"/>
                  </a:lnTo>
                  <a:lnTo>
                    <a:pt x="1429" y="111"/>
                  </a:lnTo>
                  <a:lnTo>
                    <a:pt x="1415" y="118"/>
                  </a:lnTo>
                  <a:lnTo>
                    <a:pt x="1402" y="118"/>
                  </a:lnTo>
                  <a:lnTo>
                    <a:pt x="1367" y="132"/>
                  </a:lnTo>
                  <a:lnTo>
                    <a:pt x="1339" y="139"/>
                  </a:lnTo>
                  <a:lnTo>
                    <a:pt x="1304" y="153"/>
                  </a:lnTo>
                  <a:lnTo>
                    <a:pt x="1277" y="167"/>
                  </a:lnTo>
                  <a:lnTo>
                    <a:pt x="1249" y="174"/>
                  </a:lnTo>
                  <a:cubicBezTo>
                    <a:pt x="0" y="1984"/>
                    <a:pt x="639" y="4481"/>
                    <a:pt x="2608" y="5459"/>
                  </a:cubicBezTo>
                  <a:lnTo>
                    <a:pt x="2650" y="5459"/>
                  </a:lnTo>
                  <a:lnTo>
                    <a:pt x="2747" y="5445"/>
                  </a:lnTo>
                  <a:lnTo>
                    <a:pt x="2754" y="5445"/>
                  </a:lnTo>
                  <a:lnTo>
                    <a:pt x="2851" y="5425"/>
                  </a:lnTo>
                  <a:lnTo>
                    <a:pt x="2879" y="5425"/>
                  </a:lnTo>
                  <a:lnTo>
                    <a:pt x="2962" y="5404"/>
                  </a:lnTo>
                  <a:lnTo>
                    <a:pt x="2969" y="5404"/>
                  </a:lnTo>
                  <a:lnTo>
                    <a:pt x="3066" y="5376"/>
                  </a:lnTo>
                  <a:lnTo>
                    <a:pt x="3087" y="5369"/>
                  </a:lnTo>
                  <a:lnTo>
                    <a:pt x="3177" y="5341"/>
                  </a:lnTo>
                  <a:lnTo>
                    <a:pt x="3184" y="5341"/>
                  </a:lnTo>
                  <a:lnTo>
                    <a:pt x="3281" y="5307"/>
                  </a:lnTo>
                  <a:lnTo>
                    <a:pt x="3302" y="5300"/>
                  </a:lnTo>
                  <a:lnTo>
                    <a:pt x="3385" y="5265"/>
                  </a:lnTo>
                  <a:lnTo>
                    <a:pt x="3392" y="5258"/>
                  </a:lnTo>
                  <a:lnTo>
                    <a:pt x="3482" y="5217"/>
                  </a:lnTo>
                  <a:lnTo>
                    <a:pt x="3503" y="5210"/>
                  </a:lnTo>
                  <a:lnTo>
                    <a:pt x="3579" y="5168"/>
                  </a:lnTo>
                  <a:lnTo>
                    <a:pt x="3593" y="5161"/>
                  </a:lnTo>
                  <a:lnTo>
                    <a:pt x="3677" y="5112"/>
                  </a:lnTo>
                  <a:lnTo>
                    <a:pt x="3697" y="5106"/>
                  </a:lnTo>
                  <a:lnTo>
                    <a:pt x="3774" y="5057"/>
                  </a:lnTo>
                  <a:lnTo>
                    <a:pt x="3781" y="5050"/>
                  </a:lnTo>
                  <a:lnTo>
                    <a:pt x="3864" y="4995"/>
                  </a:lnTo>
                  <a:lnTo>
                    <a:pt x="3885" y="4981"/>
                  </a:lnTo>
                  <a:lnTo>
                    <a:pt x="3947" y="4932"/>
                  </a:lnTo>
                  <a:lnTo>
                    <a:pt x="3961" y="4925"/>
                  </a:lnTo>
                  <a:lnTo>
                    <a:pt x="4037" y="4863"/>
                  </a:lnTo>
                  <a:lnTo>
                    <a:pt x="4058" y="4849"/>
                  </a:lnTo>
                  <a:lnTo>
                    <a:pt x="4120" y="4793"/>
                  </a:lnTo>
                  <a:lnTo>
                    <a:pt x="4127" y="4780"/>
                  </a:lnTo>
                  <a:lnTo>
                    <a:pt x="4204" y="4717"/>
                  </a:lnTo>
                  <a:lnTo>
                    <a:pt x="4218" y="4703"/>
                  </a:lnTo>
                  <a:lnTo>
                    <a:pt x="4273" y="4641"/>
                  </a:lnTo>
                  <a:lnTo>
                    <a:pt x="4287" y="4627"/>
                  </a:lnTo>
                  <a:cubicBezTo>
                    <a:pt x="4308" y="4606"/>
                    <a:pt x="4329" y="4578"/>
                    <a:pt x="4349" y="4558"/>
                  </a:cubicBezTo>
                  <a:lnTo>
                    <a:pt x="4363" y="4544"/>
                  </a:lnTo>
                  <a:lnTo>
                    <a:pt x="4391" y="4509"/>
                  </a:lnTo>
                  <a:cubicBezTo>
                    <a:pt x="4571" y="4294"/>
                    <a:pt x="4717" y="4058"/>
                    <a:pt x="4828" y="3795"/>
                  </a:cubicBezTo>
                  <a:cubicBezTo>
                    <a:pt x="4835" y="3767"/>
                    <a:pt x="4849" y="3746"/>
                    <a:pt x="4856" y="3718"/>
                  </a:cubicBezTo>
                  <a:lnTo>
                    <a:pt x="4863" y="3697"/>
                  </a:lnTo>
                  <a:cubicBezTo>
                    <a:pt x="4877" y="3670"/>
                    <a:pt x="4883" y="3642"/>
                    <a:pt x="4890" y="3621"/>
                  </a:cubicBezTo>
                  <a:lnTo>
                    <a:pt x="4897" y="3593"/>
                  </a:lnTo>
                  <a:cubicBezTo>
                    <a:pt x="4911" y="3559"/>
                    <a:pt x="4918" y="3531"/>
                    <a:pt x="4932" y="3496"/>
                  </a:cubicBezTo>
                  <a:cubicBezTo>
                    <a:pt x="4960" y="3385"/>
                    <a:pt x="4988" y="3274"/>
                    <a:pt x="5001" y="3163"/>
                  </a:cubicBezTo>
                  <a:cubicBezTo>
                    <a:pt x="5001" y="3136"/>
                    <a:pt x="5008" y="3115"/>
                    <a:pt x="5015" y="3087"/>
                  </a:cubicBezTo>
                  <a:cubicBezTo>
                    <a:pt x="5015" y="3059"/>
                    <a:pt x="5015" y="3045"/>
                    <a:pt x="5022" y="3025"/>
                  </a:cubicBezTo>
                  <a:cubicBezTo>
                    <a:pt x="5029" y="2935"/>
                    <a:pt x="5036" y="2837"/>
                    <a:pt x="5036" y="2740"/>
                  </a:cubicBezTo>
                  <a:lnTo>
                    <a:pt x="5036" y="2650"/>
                  </a:lnTo>
                  <a:cubicBezTo>
                    <a:pt x="5036" y="2622"/>
                    <a:pt x="5029" y="2615"/>
                    <a:pt x="5029" y="2609"/>
                  </a:cubicBezTo>
                  <a:cubicBezTo>
                    <a:pt x="5029" y="2581"/>
                    <a:pt x="5029" y="2546"/>
                    <a:pt x="5029" y="2518"/>
                  </a:cubicBezTo>
                  <a:cubicBezTo>
                    <a:pt x="5022" y="2484"/>
                    <a:pt x="5022" y="2456"/>
                    <a:pt x="5015" y="2421"/>
                  </a:cubicBezTo>
                  <a:lnTo>
                    <a:pt x="5015" y="2400"/>
                  </a:lnTo>
                  <a:cubicBezTo>
                    <a:pt x="5008" y="2338"/>
                    <a:pt x="5001" y="2276"/>
                    <a:pt x="4988" y="2220"/>
                  </a:cubicBezTo>
                  <a:lnTo>
                    <a:pt x="4988" y="2192"/>
                  </a:lnTo>
                  <a:cubicBezTo>
                    <a:pt x="4981" y="2137"/>
                    <a:pt x="4967" y="2074"/>
                    <a:pt x="4946" y="2019"/>
                  </a:cubicBezTo>
                  <a:lnTo>
                    <a:pt x="4946" y="1998"/>
                  </a:lnTo>
                  <a:cubicBezTo>
                    <a:pt x="4925" y="1936"/>
                    <a:pt x="4911" y="1880"/>
                    <a:pt x="4890" y="1825"/>
                  </a:cubicBezTo>
                  <a:lnTo>
                    <a:pt x="4883" y="1804"/>
                  </a:lnTo>
                  <a:cubicBezTo>
                    <a:pt x="4863" y="1741"/>
                    <a:pt x="4842" y="1686"/>
                    <a:pt x="4814" y="1631"/>
                  </a:cubicBezTo>
                  <a:lnTo>
                    <a:pt x="4807" y="1617"/>
                  </a:lnTo>
                  <a:cubicBezTo>
                    <a:pt x="4786" y="1561"/>
                    <a:pt x="4759" y="1506"/>
                    <a:pt x="4731" y="1450"/>
                  </a:cubicBezTo>
                  <a:lnTo>
                    <a:pt x="4717" y="1429"/>
                  </a:lnTo>
                  <a:cubicBezTo>
                    <a:pt x="4689" y="1381"/>
                    <a:pt x="4662" y="1332"/>
                    <a:pt x="4634" y="1277"/>
                  </a:cubicBezTo>
                  <a:lnTo>
                    <a:pt x="4620" y="1263"/>
                  </a:lnTo>
                  <a:cubicBezTo>
                    <a:pt x="4592" y="1207"/>
                    <a:pt x="4557" y="1159"/>
                    <a:pt x="4516" y="1103"/>
                  </a:cubicBezTo>
                  <a:cubicBezTo>
                    <a:pt x="4412" y="958"/>
                    <a:pt x="4287" y="819"/>
                    <a:pt x="4148" y="694"/>
                  </a:cubicBezTo>
                  <a:lnTo>
                    <a:pt x="4127" y="673"/>
                  </a:lnTo>
                  <a:lnTo>
                    <a:pt x="4100" y="653"/>
                  </a:lnTo>
                  <a:lnTo>
                    <a:pt x="4086" y="639"/>
                  </a:lnTo>
                  <a:lnTo>
                    <a:pt x="4079" y="632"/>
                  </a:lnTo>
                  <a:lnTo>
                    <a:pt x="4065" y="618"/>
                  </a:lnTo>
                  <a:lnTo>
                    <a:pt x="4051" y="611"/>
                  </a:lnTo>
                  <a:lnTo>
                    <a:pt x="4030" y="590"/>
                  </a:lnTo>
                  <a:lnTo>
                    <a:pt x="4003" y="569"/>
                  </a:lnTo>
                  <a:lnTo>
                    <a:pt x="3975" y="548"/>
                  </a:lnTo>
                  <a:lnTo>
                    <a:pt x="3947" y="528"/>
                  </a:lnTo>
                  <a:lnTo>
                    <a:pt x="3926" y="507"/>
                  </a:lnTo>
                  <a:lnTo>
                    <a:pt x="3899" y="493"/>
                  </a:lnTo>
                  <a:lnTo>
                    <a:pt x="3871" y="472"/>
                  </a:lnTo>
                  <a:lnTo>
                    <a:pt x="3843" y="451"/>
                  </a:lnTo>
                  <a:lnTo>
                    <a:pt x="3822" y="437"/>
                  </a:lnTo>
                  <a:lnTo>
                    <a:pt x="3794" y="417"/>
                  </a:lnTo>
                  <a:lnTo>
                    <a:pt x="3767" y="403"/>
                  </a:lnTo>
                  <a:lnTo>
                    <a:pt x="3739" y="382"/>
                  </a:lnTo>
                  <a:lnTo>
                    <a:pt x="3711" y="368"/>
                  </a:lnTo>
                  <a:lnTo>
                    <a:pt x="3684" y="347"/>
                  </a:lnTo>
                  <a:lnTo>
                    <a:pt x="3656" y="333"/>
                  </a:lnTo>
                  <a:lnTo>
                    <a:pt x="3628" y="320"/>
                  </a:lnTo>
                  <a:lnTo>
                    <a:pt x="3600" y="306"/>
                  </a:lnTo>
                  <a:lnTo>
                    <a:pt x="3573" y="285"/>
                  </a:lnTo>
                  <a:lnTo>
                    <a:pt x="3545" y="271"/>
                  </a:lnTo>
                  <a:lnTo>
                    <a:pt x="3510" y="257"/>
                  </a:lnTo>
                  <a:lnTo>
                    <a:pt x="3482" y="243"/>
                  </a:lnTo>
                  <a:lnTo>
                    <a:pt x="3468" y="236"/>
                  </a:lnTo>
                  <a:lnTo>
                    <a:pt x="3455" y="229"/>
                  </a:lnTo>
                  <a:lnTo>
                    <a:pt x="3427" y="216"/>
                  </a:lnTo>
                  <a:lnTo>
                    <a:pt x="3406" y="209"/>
                  </a:lnTo>
                  <a:lnTo>
                    <a:pt x="3385" y="202"/>
                  </a:lnTo>
                  <a:lnTo>
                    <a:pt x="3358" y="188"/>
                  </a:lnTo>
                  <a:lnTo>
                    <a:pt x="3309" y="167"/>
                  </a:lnTo>
                  <a:lnTo>
                    <a:pt x="3281" y="153"/>
                  </a:lnTo>
                  <a:lnTo>
                    <a:pt x="3247" y="139"/>
                  </a:lnTo>
                  <a:lnTo>
                    <a:pt x="3219" y="132"/>
                  </a:lnTo>
                  <a:lnTo>
                    <a:pt x="3184" y="118"/>
                  </a:lnTo>
                  <a:lnTo>
                    <a:pt x="3170" y="118"/>
                  </a:lnTo>
                  <a:lnTo>
                    <a:pt x="3156" y="111"/>
                  </a:lnTo>
                  <a:lnTo>
                    <a:pt x="3136" y="105"/>
                  </a:lnTo>
                  <a:lnTo>
                    <a:pt x="3122" y="105"/>
                  </a:lnTo>
                  <a:lnTo>
                    <a:pt x="3094" y="91"/>
                  </a:lnTo>
                  <a:lnTo>
                    <a:pt x="3059" y="84"/>
                  </a:lnTo>
                  <a:lnTo>
                    <a:pt x="3025" y="77"/>
                  </a:lnTo>
                  <a:lnTo>
                    <a:pt x="2997" y="63"/>
                  </a:lnTo>
                  <a:lnTo>
                    <a:pt x="2962" y="56"/>
                  </a:lnTo>
                  <a:lnTo>
                    <a:pt x="2927" y="49"/>
                  </a:lnTo>
                  <a:lnTo>
                    <a:pt x="2900" y="42"/>
                  </a:lnTo>
                  <a:lnTo>
                    <a:pt x="2865" y="35"/>
                  </a:lnTo>
                  <a:lnTo>
                    <a:pt x="2830" y="28"/>
                  </a:lnTo>
                  <a:lnTo>
                    <a:pt x="2796" y="21"/>
                  </a:lnTo>
                  <a:lnTo>
                    <a:pt x="2768" y="21"/>
                  </a:lnTo>
                  <a:lnTo>
                    <a:pt x="2733" y="14"/>
                  </a:lnTo>
                  <a:lnTo>
                    <a:pt x="2699" y="7"/>
                  </a:lnTo>
                  <a:lnTo>
                    <a:pt x="2664" y="1"/>
                  </a:ln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8" name="Google Shape;6188;p61"/>
            <p:cNvSpPr/>
            <p:nvPr/>
          </p:nvSpPr>
          <p:spPr>
            <a:xfrm>
              <a:off x="1506996" y="3210890"/>
              <a:ext cx="14608" cy="44453"/>
            </a:xfrm>
            <a:custGeom>
              <a:avLst/>
              <a:gdLst/>
              <a:ahLst/>
              <a:cxnLst/>
              <a:rect l="l" t="t" r="r" b="b"/>
              <a:pathLst>
                <a:path w="556" h="1692" extrusionOk="0">
                  <a:moveTo>
                    <a:pt x="278" y="1"/>
                  </a:moveTo>
                  <a:cubicBezTo>
                    <a:pt x="140" y="1"/>
                    <a:pt x="1" y="93"/>
                    <a:pt x="1" y="277"/>
                  </a:cubicBezTo>
                  <a:lnTo>
                    <a:pt x="1" y="1414"/>
                  </a:lnTo>
                  <a:cubicBezTo>
                    <a:pt x="1" y="1567"/>
                    <a:pt x="126" y="1691"/>
                    <a:pt x="278" y="1691"/>
                  </a:cubicBezTo>
                  <a:cubicBezTo>
                    <a:pt x="431" y="1691"/>
                    <a:pt x="556" y="1560"/>
                    <a:pt x="556" y="1407"/>
                  </a:cubicBezTo>
                  <a:lnTo>
                    <a:pt x="556" y="277"/>
                  </a:lnTo>
                  <a:cubicBezTo>
                    <a:pt x="556" y="93"/>
                    <a:pt x="417" y="1"/>
                    <a:pt x="278"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9" name="Google Shape;6189;p61"/>
            <p:cNvSpPr/>
            <p:nvPr/>
          </p:nvSpPr>
          <p:spPr>
            <a:xfrm>
              <a:off x="1430307" y="3230489"/>
              <a:ext cx="33892" cy="40696"/>
            </a:xfrm>
            <a:custGeom>
              <a:avLst/>
              <a:gdLst/>
              <a:ahLst/>
              <a:cxnLst/>
              <a:rect l="l" t="t" r="r" b="b"/>
              <a:pathLst>
                <a:path w="1290" h="1549" extrusionOk="0">
                  <a:moveTo>
                    <a:pt x="385" y="0"/>
                  </a:moveTo>
                  <a:cubicBezTo>
                    <a:pt x="192" y="0"/>
                    <a:pt x="0" y="206"/>
                    <a:pt x="139" y="425"/>
                  </a:cubicBezTo>
                  <a:lnTo>
                    <a:pt x="700" y="1410"/>
                  </a:lnTo>
                  <a:cubicBezTo>
                    <a:pt x="749" y="1493"/>
                    <a:pt x="846" y="1549"/>
                    <a:pt x="943" y="1549"/>
                  </a:cubicBezTo>
                  <a:cubicBezTo>
                    <a:pt x="1158" y="1549"/>
                    <a:pt x="1290" y="1313"/>
                    <a:pt x="1186" y="1133"/>
                  </a:cubicBezTo>
                  <a:lnTo>
                    <a:pt x="617" y="148"/>
                  </a:lnTo>
                  <a:cubicBezTo>
                    <a:pt x="561" y="43"/>
                    <a:pt x="473" y="0"/>
                    <a:pt x="385"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0" name="Google Shape;6190;p61"/>
            <p:cNvSpPr/>
            <p:nvPr/>
          </p:nvSpPr>
          <p:spPr>
            <a:xfrm>
              <a:off x="1374872" y="3284768"/>
              <a:ext cx="47002" cy="29793"/>
            </a:xfrm>
            <a:custGeom>
              <a:avLst/>
              <a:gdLst/>
              <a:ahLst/>
              <a:cxnLst/>
              <a:rect l="l" t="t" r="r" b="b"/>
              <a:pathLst>
                <a:path w="1789" h="1134" extrusionOk="0">
                  <a:moveTo>
                    <a:pt x="412" y="0"/>
                  </a:moveTo>
                  <a:cubicBezTo>
                    <a:pt x="160" y="0"/>
                    <a:pt x="0" y="373"/>
                    <a:pt x="286" y="530"/>
                  </a:cubicBezTo>
                  <a:lnTo>
                    <a:pt x="1264" y="1092"/>
                  </a:lnTo>
                  <a:cubicBezTo>
                    <a:pt x="1305" y="1120"/>
                    <a:pt x="1354" y="1134"/>
                    <a:pt x="1402" y="1134"/>
                  </a:cubicBezTo>
                  <a:cubicBezTo>
                    <a:pt x="1405" y="1134"/>
                    <a:pt x="1407" y="1134"/>
                    <a:pt x="1410" y="1134"/>
                  </a:cubicBezTo>
                  <a:cubicBezTo>
                    <a:pt x="1695" y="1134"/>
                    <a:pt x="1789" y="751"/>
                    <a:pt x="1541" y="614"/>
                  </a:cubicBezTo>
                  <a:lnTo>
                    <a:pt x="563" y="45"/>
                  </a:lnTo>
                  <a:cubicBezTo>
                    <a:pt x="511" y="14"/>
                    <a:pt x="460" y="0"/>
                    <a:pt x="412"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1" name="Google Shape;6191;p61"/>
            <p:cNvSpPr/>
            <p:nvPr/>
          </p:nvSpPr>
          <p:spPr>
            <a:xfrm>
              <a:off x="1356297" y="3359198"/>
              <a:ext cx="49235" cy="14581"/>
            </a:xfrm>
            <a:custGeom>
              <a:avLst/>
              <a:gdLst/>
              <a:ahLst/>
              <a:cxnLst/>
              <a:rect l="l" t="t" r="r" b="b"/>
              <a:pathLst>
                <a:path w="1874" h="555" extrusionOk="0">
                  <a:moveTo>
                    <a:pt x="368" y="0"/>
                  </a:moveTo>
                  <a:cubicBezTo>
                    <a:pt x="1" y="0"/>
                    <a:pt x="1" y="555"/>
                    <a:pt x="368" y="555"/>
                  </a:cubicBezTo>
                  <a:lnTo>
                    <a:pt x="1506" y="555"/>
                  </a:lnTo>
                  <a:cubicBezTo>
                    <a:pt x="1873" y="555"/>
                    <a:pt x="1873" y="0"/>
                    <a:pt x="1506"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2" name="Google Shape;6192;p61"/>
            <p:cNvSpPr/>
            <p:nvPr/>
          </p:nvSpPr>
          <p:spPr>
            <a:xfrm>
              <a:off x="1375686" y="3418311"/>
              <a:ext cx="46476" cy="29478"/>
            </a:xfrm>
            <a:custGeom>
              <a:avLst/>
              <a:gdLst/>
              <a:ahLst/>
              <a:cxnLst/>
              <a:rect l="l" t="t" r="r" b="b"/>
              <a:pathLst>
                <a:path w="1769" h="1122" extrusionOk="0">
                  <a:moveTo>
                    <a:pt x="1373" y="1"/>
                  </a:moveTo>
                  <a:cubicBezTo>
                    <a:pt x="1329" y="1"/>
                    <a:pt x="1281" y="13"/>
                    <a:pt x="1233" y="39"/>
                  </a:cubicBezTo>
                  <a:lnTo>
                    <a:pt x="255" y="601"/>
                  </a:lnTo>
                  <a:cubicBezTo>
                    <a:pt x="0" y="745"/>
                    <a:pt x="100" y="1121"/>
                    <a:pt x="386" y="1121"/>
                  </a:cubicBezTo>
                  <a:cubicBezTo>
                    <a:pt x="388" y="1121"/>
                    <a:pt x="391" y="1121"/>
                    <a:pt x="393" y="1121"/>
                  </a:cubicBezTo>
                  <a:cubicBezTo>
                    <a:pt x="442" y="1121"/>
                    <a:pt x="490" y="1107"/>
                    <a:pt x="532" y="1086"/>
                  </a:cubicBezTo>
                  <a:lnTo>
                    <a:pt x="1510" y="518"/>
                  </a:lnTo>
                  <a:cubicBezTo>
                    <a:pt x="1769" y="359"/>
                    <a:pt x="1619" y="1"/>
                    <a:pt x="1373"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3" name="Google Shape;6193;p61"/>
            <p:cNvSpPr/>
            <p:nvPr/>
          </p:nvSpPr>
          <p:spPr>
            <a:xfrm>
              <a:off x="1606701" y="3284689"/>
              <a:ext cx="46870" cy="29872"/>
            </a:xfrm>
            <a:custGeom>
              <a:avLst/>
              <a:gdLst/>
              <a:ahLst/>
              <a:cxnLst/>
              <a:rect l="l" t="t" r="r" b="b"/>
              <a:pathLst>
                <a:path w="1784" h="1137" extrusionOk="0">
                  <a:moveTo>
                    <a:pt x="1381" y="1"/>
                  </a:moveTo>
                  <a:cubicBezTo>
                    <a:pt x="1333" y="1"/>
                    <a:pt x="1281" y="15"/>
                    <a:pt x="1228" y="48"/>
                  </a:cubicBezTo>
                  <a:lnTo>
                    <a:pt x="250" y="617"/>
                  </a:lnTo>
                  <a:cubicBezTo>
                    <a:pt x="0" y="755"/>
                    <a:pt x="97" y="1137"/>
                    <a:pt x="388" y="1137"/>
                  </a:cubicBezTo>
                  <a:cubicBezTo>
                    <a:pt x="437" y="1137"/>
                    <a:pt x="486" y="1123"/>
                    <a:pt x="527" y="1095"/>
                  </a:cubicBezTo>
                  <a:lnTo>
                    <a:pt x="1505" y="526"/>
                  </a:lnTo>
                  <a:cubicBezTo>
                    <a:pt x="1784" y="375"/>
                    <a:pt x="1630" y="1"/>
                    <a:pt x="1381"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4" name="Google Shape;6194;p61"/>
            <p:cNvSpPr/>
            <p:nvPr/>
          </p:nvSpPr>
          <p:spPr>
            <a:xfrm>
              <a:off x="1564402" y="3230857"/>
              <a:ext cx="33419" cy="40328"/>
            </a:xfrm>
            <a:custGeom>
              <a:avLst/>
              <a:gdLst/>
              <a:ahLst/>
              <a:cxnLst/>
              <a:rect l="l" t="t" r="r" b="b"/>
              <a:pathLst>
                <a:path w="1272" h="1535" extrusionOk="0">
                  <a:moveTo>
                    <a:pt x="900" y="0"/>
                  </a:moveTo>
                  <a:cubicBezTo>
                    <a:pt x="816" y="0"/>
                    <a:pt x="732" y="39"/>
                    <a:pt x="674" y="134"/>
                  </a:cubicBezTo>
                  <a:lnTo>
                    <a:pt x="105" y="1119"/>
                  </a:lnTo>
                  <a:cubicBezTo>
                    <a:pt x="1" y="1299"/>
                    <a:pt x="133" y="1535"/>
                    <a:pt x="348" y="1535"/>
                  </a:cubicBezTo>
                  <a:cubicBezTo>
                    <a:pt x="445" y="1535"/>
                    <a:pt x="535" y="1479"/>
                    <a:pt x="590" y="1396"/>
                  </a:cubicBezTo>
                  <a:lnTo>
                    <a:pt x="1152" y="411"/>
                  </a:lnTo>
                  <a:cubicBezTo>
                    <a:pt x="1272" y="196"/>
                    <a:pt x="1087" y="0"/>
                    <a:pt x="900"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5" name="Google Shape;6195;p61"/>
            <p:cNvSpPr/>
            <p:nvPr/>
          </p:nvSpPr>
          <p:spPr>
            <a:xfrm>
              <a:off x="1360317" y="3362587"/>
              <a:ext cx="427348" cy="228492"/>
            </a:xfrm>
            <a:custGeom>
              <a:avLst/>
              <a:gdLst/>
              <a:ahLst/>
              <a:cxnLst/>
              <a:rect l="l" t="t" r="r" b="b"/>
              <a:pathLst>
                <a:path w="16266" h="8697" extrusionOk="0">
                  <a:moveTo>
                    <a:pt x="9272" y="1"/>
                  </a:moveTo>
                  <a:cubicBezTo>
                    <a:pt x="7689" y="1"/>
                    <a:pt x="6230" y="1084"/>
                    <a:pt x="5861" y="2722"/>
                  </a:cubicBezTo>
                  <a:cubicBezTo>
                    <a:pt x="5644" y="2651"/>
                    <a:pt x="5422" y="2616"/>
                    <a:pt x="5202" y="2616"/>
                  </a:cubicBezTo>
                  <a:cubicBezTo>
                    <a:pt x="4525" y="2616"/>
                    <a:pt x="3874" y="2943"/>
                    <a:pt x="3475" y="3520"/>
                  </a:cubicBezTo>
                  <a:cubicBezTo>
                    <a:pt x="3251" y="3461"/>
                    <a:pt x="3027" y="3433"/>
                    <a:pt x="2807" y="3433"/>
                  </a:cubicBezTo>
                  <a:cubicBezTo>
                    <a:pt x="1521" y="3433"/>
                    <a:pt x="373" y="4388"/>
                    <a:pt x="201" y="5732"/>
                  </a:cubicBezTo>
                  <a:cubicBezTo>
                    <a:pt x="0" y="7307"/>
                    <a:pt x="1228" y="8694"/>
                    <a:pt x="2816" y="8694"/>
                  </a:cubicBezTo>
                  <a:lnTo>
                    <a:pt x="13540" y="8694"/>
                  </a:lnTo>
                  <a:cubicBezTo>
                    <a:pt x="13581" y="8696"/>
                    <a:pt x="13622" y="8697"/>
                    <a:pt x="13663" y="8697"/>
                  </a:cubicBezTo>
                  <a:cubicBezTo>
                    <a:pt x="15092" y="8697"/>
                    <a:pt x="16266" y="7536"/>
                    <a:pt x="16266" y="6093"/>
                  </a:cubicBezTo>
                  <a:cubicBezTo>
                    <a:pt x="16266" y="4654"/>
                    <a:pt x="15099" y="3495"/>
                    <a:pt x="13675" y="3495"/>
                  </a:cubicBezTo>
                  <a:cubicBezTo>
                    <a:pt x="13630" y="3495"/>
                    <a:pt x="13585" y="3496"/>
                    <a:pt x="13540" y="3499"/>
                  </a:cubicBezTo>
                  <a:cubicBezTo>
                    <a:pt x="13276" y="3499"/>
                    <a:pt x="13013" y="3533"/>
                    <a:pt x="12763" y="3617"/>
                  </a:cubicBezTo>
                  <a:lnTo>
                    <a:pt x="12763" y="3499"/>
                  </a:lnTo>
                  <a:cubicBezTo>
                    <a:pt x="12763" y="2895"/>
                    <a:pt x="12603" y="2299"/>
                    <a:pt x="12305" y="1772"/>
                  </a:cubicBezTo>
                  <a:cubicBezTo>
                    <a:pt x="11695" y="579"/>
                    <a:pt x="10425" y="197"/>
                    <a:pt x="10425" y="197"/>
                  </a:cubicBezTo>
                  <a:cubicBezTo>
                    <a:pt x="10043" y="64"/>
                    <a:pt x="9654" y="1"/>
                    <a:pt x="9272" y="1"/>
                  </a:cubicBezTo>
                  <a:close/>
                </a:path>
              </a:pathLst>
            </a:custGeom>
            <a:solidFill>
              <a:srgbClr val="99A4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6" name="Google Shape;6196;p61"/>
            <p:cNvSpPr/>
            <p:nvPr/>
          </p:nvSpPr>
          <p:spPr>
            <a:xfrm>
              <a:off x="1360317" y="3431264"/>
              <a:ext cx="216512" cy="159737"/>
            </a:xfrm>
            <a:custGeom>
              <a:avLst/>
              <a:gdLst/>
              <a:ahLst/>
              <a:cxnLst/>
              <a:rect l="l" t="t" r="r" b="b"/>
              <a:pathLst>
                <a:path w="8241" h="6080" extrusionOk="0">
                  <a:moveTo>
                    <a:pt x="5195" y="1"/>
                  </a:moveTo>
                  <a:cubicBezTo>
                    <a:pt x="4523" y="1"/>
                    <a:pt x="3875" y="331"/>
                    <a:pt x="3475" y="906"/>
                  </a:cubicBezTo>
                  <a:cubicBezTo>
                    <a:pt x="3251" y="847"/>
                    <a:pt x="3027" y="819"/>
                    <a:pt x="2807" y="819"/>
                  </a:cubicBezTo>
                  <a:cubicBezTo>
                    <a:pt x="1521" y="819"/>
                    <a:pt x="373" y="1774"/>
                    <a:pt x="201" y="3118"/>
                  </a:cubicBezTo>
                  <a:cubicBezTo>
                    <a:pt x="0" y="4693"/>
                    <a:pt x="1228" y="6080"/>
                    <a:pt x="2816" y="6080"/>
                  </a:cubicBezTo>
                  <a:lnTo>
                    <a:pt x="8241" y="6080"/>
                  </a:lnTo>
                  <a:cubicBezTo>
                    <a:pt x="6652" y="4963"/>
                    <a:pt x="5709" y="3139"/>
                    <a:pt x="5709" y="1197"/>
                  </a:cubicBezTo>
                  <a:cubicBezTo>
                    <a:pt x="5709" y="822"/>
                    <a:pt x="5737" y="455"/>
                    <a:pt x="5806" y="94"/>
                  </a:cubicBezTo>
                  <a:cubicBezTo>
                    <a:pt x="5604" y="31"/>
                    <a:pt x="5399" y="1"/>
                    <a:pt x="5195" y="1"/>
                  </a:cubicBezTo>
                  <a:close/>
                </a:path>
              </a:pathLst>
            </a:custGeom>
            <a:solidFill>
              <a:srgbClr val="7887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97" name="Google Shape;6197;p61"/>
          <p:cNvGrpSpPr/>
          <p:nvPr/>
        </p:nvGrpSpPr>
        <p:grpSpPr>
          <a:xfrm>
            <a:off x="1890563" y="3215540"/>
            <a:ext cx="411874" cy="370731"/>
            <a:chOff x="1903737" y="3215540"/>
            <a:chExt cx="411874" cy="370731"/>
          </a:xfrm>
        </p:grpSpPr>
        <p:sp>
          <p:nvSpPr>
            <p:cNvPr id="6198" name="Google Shape;6198;p61"/>
            <p:cNvSpPr/>
            <p:nvPr/>
          </p:nvSpPr>
          <p:spPr>
            <a:xfrm>
              <a:off x="2115940" y="3285661"/>
              <a:ext cx="77451" cy="75271"/>
            </a:xfrm>
            <a:custGeom>
              <a:avLst/>
              <a:gdLst/>
              <a:ahLst/>
              <a:cxnLst/>
              <a:rect l="l" t="t" r="r" b="b"/>
              <a:pathLst>
                <a:path w="2948" h="2865" extrusionOk="0">
                  <a:moveTo>
                    <a:pt x="1475" y="0"/>
                  </a:moveTo>
                  <a:cubicBezTo>
                    <a:pt x="1438" y="0"/>
                    <a:pt x="1401" y="25"/>
                    <a:pt x="1398" y="73"/>
                  </a:cubicBezTo>
                  <a:cubicBezTo>
                    <a:pt x="1398" y="781"/>
                    <a:pt x="822" y="1356"/>
                    <a:pt x="115" y="1356"/>
                  </a:cubicBezTo>
                  <a:cubicBezTo>
                    <a:pt x="110" y="1356"/>
                    <a:pt x="106" y="1356"/>
                    <a:pt x="102" y="1356"/>
                  </a:cubicBezTo>
                  <a:cubicBezTo>
                    <a:pt x="1" y="1356"/>
                    <a:pt x="1" y="1517"/>
                    <a:pt x="102" y="1517"/>
                  </a:cubicBezTo>
                  <a:cubicBezTo>
                    <a:pt x="106" y="1517"/>
                    <a:pt x="110" y="1516"/>
                    <a:pt x="115" y="1516"/>
                  </a:cubicBezTo>
                  <a:cubicBezTo>
                    <a:pt x="822" y="1516"/>
                    <a:pt x="1391" y="2085"/>
                    <a:pt x="1398" y="2792"/>
                  </a:cubicBezTo>
                  <a:cubicBezTo>
                    <a:pt x="1401" y="2841"/>
                    <a:pt x="1438" y="2865"/>
                    <a:pt x="1475" y="2865"/>
                  </a:cubicBezTo>
                  <a:cubicBezTo>
                    <a:pt x="1512" y="2865"/>
                    <a:pt x="1550" y="2841"/>
                    <a:pt x="1557" y="2792"/>
                  </a:cubicBezTo>
                  <a:cubicBezTo>
                    <a:pt x="1557" y="2085"/>
                    <a:pt x="2126" y="1516"/>
                    <a:pt x="2834" y="1516"/>
                  </a:cubicBezTo>
                  <a:cubicBezTo>
                    <a:pt x="2838" y="1516"/>
                    <a:pt x="2842" y="1517"/>
                    <a:pt x="2846" y="1517"/>
                  </a:cubicBezTo>
                  <a:cubicBezTo>
                    <a:pt x="2947" y="1517"/>
                    <a:pt x="2947" y="1356"/>
                    <a:pt x="2846" y="1356"/>
                  </a:cubicBezTo>
                  <a:cubicBezTo>
                    <a:pt x="2842" y="1356"/>
                    <a:pt x="2838" y="1356"/>
                    <a:pt x="2834" y="1356"/>
                  </a:cubicBezTo>
                  <a:cubicBezTo>
                    <a:pt x="2126" y="1349"/>
                    <a:pt x="1557" y="781"/>
                    <a:pt x="1557" y="73"/>
                  </a:cubicBezTo>
                  <a:cubicBezTo>
                    <a:pt x="1550" y="25"/>
                    <a:pt x="1512" y="0"/>
                    <a:pt x="1475" y="0"/>
                  </a:cubicBez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9" name="Google Shape;6199;p61"/>
            <p:cNvSpPr/>
            <p:nvPr/>
          </p:nvSpPr>
          <p:spPr>
            <a:xfrm>
              <a:off x="2116939" y="3285425"/>
              <a:ext cx="44663" cy="74798"/>
            </a:xfrm>
            <a:custGeom>
              <a:avLst/>
              <a:gdLst/>
              <a:ahLst/>
              <a:cxnLst/>
              <a:rect l="l" t="t" r="r" b="b"/>
              <a:pathLst>
                <a:path w="1700" h="2847" extrusionOk="0">
                  <a:moveTo>
                    <a:pt x="1437" y="1"/>
                  </a:moveTo>
                  <a:cubicBezTo>
                    <a:pt x="1395" y="1"/>
                    <a:pt x="1353" y="30"/>
                    <a:pt x="1360" y="89"/>
                  </a:cubicBezTo>
                  <a:cubicBezTo>
                    <a:pt x="1353" y="589"/>
                    <a:pt x="1062" y="1039"/>
                    <a:pt x="611" y="1247"/>
                  </a:cubicBezTo>
                  <a:lnTo>
                    <a:pt x="604" y="1247"/>
                  </a:lnTo>
                  <a:cubicBezTo>
                    <a:pt x="548" y="1275"/>
                    <a:pt x="500" y="1289"/>
                    <a:pt x="444" y="1310"/>
                  </a:cubicBezTo>
                  <a:lnTo>
                    <a:pt x="430" y="1310"/>
                  </a:lnTo>
                  <a:lnTo>
                    <a:pt x="361" y="1324"/>
                  </a:lnTo>
                  <a:lnTo>
                    <a:pt x="347" y="1324"/>
                  </a:lnTo>
                  <a:cubicBezTo>
                    <a:pt x="319" y="1331"/>
                    <a:pt x="292" y="1338"/>
                    <a:pt x="271" y="1345"/>
                  </a:cubicBezTo>
                  <a:lnTo>
                    <a:pt x="257" y="1345"/>
                  </a:lnTo>
                  <a:lnTo>
                    <a:pt x="188" y="1352"/>
                  </a:lnTo>
                  <a:lnTo>
                    <a:pt x="84" y="1352"/>
                  </a:lnTo>
                  <a:cubicBezTo>
                    <a:pt x="35" y="1352"/>
                    <a:pt x="0" y="1386"/>
                    <a:pt x="0" y="1428"/>
                  </a:cubicBezTo>
                  <a:cubicBezTo>
                    <a:pt x="0" y="1476"/>
                    <a:pt x="35" y="1511"/>
                    <a:pt x="84" y="1511"/>
                  </a:cubicBezTo>
                  <a:lnTo>
                    <a:pt x="188" y="1511"/>
                  </a:lnTo>
                  <a:lnTo>
                    <a:pt x="257" y="1518"/>
                  </a:lnTo>
                  <a:lnTo>
                    <a:pt x="271" y="1518"/>
                  </a:lnTo>
                  <a:cubicBezTo>
                    <a:pt x="292" y="1525"/>
                    <a:pt x="319" y="1525"/>
                    <a:pt x="347" y="1532"/>
                  </a:cubicBezTo>
                  <a:lnTo>
                    <a:pt x="361" y="1532"/>
                  </a:lnTo>
                  <a:lnTo>
                    <a:pt x="430" y="1553"/>
                  </a:lnTo>
                  <a:lnTo>
                    <a:pt x="444" y="1553"/>
                  </a:lnTo>
                  <a:cubicBezTo>
                    <a:pt x="500" y="1567"/>
                    <a:pt x="548" y="1587"/>
                    <a:pt x="604" y="1608"/>
                  </a:cubicBezTo>
                  <a:lnTo>
                    <a:pt x="611" y="1608"/>
                  </a:lnTo>
                  <a:cubicBezTo>
                    <a:pt x="1062" y="1816"/>
                    <a:pt x="1353" y="2274"/>
                    <a:pt x="1360" y="2773"/>
                  </a:cubicBezTo>
                  <a:cubicBezTo>
                    <a:pt x="1363" y="2822"/>
                    <a:pt x="1400" y="2846"/>
                    <a:pt x="1437" y="2846"/>
                  </a:cubicBezTo>
                  <a:cubicBezTo>
                    <a:pt x="1474" y="2846"/>
                    <a:pt x="1512" y="2822"/>
                    <a:pt x="1519" y="2773"/>
                  </a:cubicBezTo>
                  <a:cubicBezTo>
                    <a:pt x="1519" y="2538"/>
                    <a:pt x="1582" y="2309"/>
                    <a:pt x="1700" y="2108"/>
                  </a:cubicBezTo>
                  <a:cubicBezTo>
                    <a:pt x="1637" y="1851"/>
                    <a:pt x="1499" y="1615"/>
                    <a:pt x="1290" y="1442"/>
                  </a:cubicBezTo>
                  <a:cubicBezTo>
                    <a:pt x="1499" y="1261"/>
                    <a:pt x="1644" y="1019"/>
                    <a:pt x="1700" y="748"/>
                  </a:cubicBezTo>
                  <a:cubicBezTo>
                    <a:pt x="1582" y="547"/>
                    <a:pt x="1519" y="318"/>
                    <a:pt x="1519" y="89"/>
                  </a:cubicBezTo>
                  <a:cubicBezTo>
                    <a:pt x="1523" y="30"/>
                    <a:pt x="1480" y="1"/>
                    <a:pt x="1437"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0" name="Google Shape;6200;p61"/>
            <p:cNvSpPr/>
            <p:nvPr/>
          </p:nvSpPr>
          <p:spPr>
            <a:xfrm>
              <a:off x="2200407" y="3381609"/>
              <a:ext cx="28453" cy="28453"/>
            </a:xfrm>
            <a:custGeom>
              <a:avLst/>
              <a:gdLst/>
              <a:ahLst/>
              <a:cxnLst/>
              <a:rect l="l" t="t" r="r" b="b"/>
              <a:pathLst>
                <a:path w="1083" h="1083" extrusionOk="0">
                  <a:moveTo>
                    <a:pt x="541" y="0"/>
                  </a:moveTo>
                  <a:cubicBezTo>
                    <a:pt x="236" y="0"/>
                    <a:pt x="0" y="243"/>
                    <a:pt x="0" y="541"/>
                  </a:cubicBezTo>
                  <a:cubicBezTo>
                    <a:pt x="0" y="846"/>
                    <a:pt x="236" y="1082"/>
                    <a:pt x="541" y="1082"/>
                  </a:cubicBezTo>
                  <a:cubicBezTo>
                    <a:pt x="839" y="1082"/>
                    <a:pt x="1082" y="846"/>
                    <a:pt x="1082" y="541"/>
                  </a:cubicBezTo>
                  <a:cubicBezTo>
                    <a:pt x="1082" y="243"/>
                    <a:pt x="839" y="0"/>
                    <a:pt x="541" y="0"/>
                  </a:cubicBez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1" name="Google Shape;6201;p61"/>
            <p:cNvSpPr/>
            <p:nvPr/>
          </p:nvSpPr>
          <p:spPr>
            <a:xfrm>
              <a:off x="1942174" y="3547073"/>
              <a:ext cx="28453" cy="28453"/>
            </a:xfrm>
            <a:custGeom>
              <a:avLst/>
              <a:gdLst/>
              <a:ahLst/>
              <a:cxnLst/>
              <a:rect l="l" t="t" r="r" b="b"/>
              <a:pathLst>
                <a:path w="1083" h="1083" extrusionOk="0">
                  <a:moveTo>
                    <a:pt x="542" y="0"/>
                  </a:moveTo>
                  <a:cubicBezTo>
                    <a:pt x="243" y="0"/>
                    <a:pt x="1" y="243"/>
                    <a:pt x="1" y="541"/>
                  </a:cubicBezTo>
                  <a:cubicBezTo>
                    <a:pt x="1" y="840"/>
                    <a:pt x="243" y="1082"/>
                    <a:pt x="542" y="1082"/>
                  </a:cubicBezTo>
                  <a:cubicBezTo>
                    <a:pt x="840" y="1082"/>
                    <a:pt x="1083" y="840"/>
                    <a:pt x="1083" y="541"/>
                  </a:cubicBezTo>
                  <a:cubicBezTo>
                    <a:pt x="1083" y="243"/>
                    <a:pt x="840" y="0"/>
                    <a:pt x="542" y="0"/>
                  </a:cubicBezTo>
                  <a:close/>
                </a:path>
              </a:pathLst>
            </a:custGeom>
            <a:solidFill>
              <a:srgbClr val="5163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2" name="Google Shape;6202;p61"/>
            <p:cNvSpPr/>
            <p:nvPr/>
          </p:nvSpPr>
          <p:spPr>
            <a:xfrm>
              <a:off x="1903737" y="3215540"/>
              <a:ext cx="411874" cy="370731"/>
            </a:xfrm>
            <a:custGeom>
              <a:avLst/>
              <a:gdLst/>
              <a:ahLst/>
              <a:cxnLst/>
              <a:rect l="l" t="t" r="r" b="b"/>
              <a:pathLst>
                <a:path w="15677" h="14111" extrusionOk="0">
                  <a:moveTo>
                    <a:pt x="5942" y="0"/>
                  </a:moveTo>
                  <a:cubicBezTo>
                    <a:pt x="5889" y="0"/>
                    <a:pt x="5834" y="12"/>
                    <a:pt x="5778" y="37"/>
                  </a:cubicBezTo>
                  <a:cubicBezTo>
                    <a:pt x="1103" y="2173"/>
                    <a:pt x="0" y="8319"/>
                    <a:pt x="3635" y="11953"/>
                  </a:cubicBezTo>
                  <a:cubicBezTo>
                    <a:pt x="5027" y="13346"/>
                    <a:pt x="6905" y="14110"/>
                    <a:pt x="8838" y="14110"/>
                  </a:cubicBezTo>
                  <a:cubicBezTo>
                    <a:pt x="9274" y="14110"/>
                    <a:pt x="9712" y="14072"/>
                    <a:pt x="10148" y="13993"/>
                  </a:cubicBezTo>
                  <a:cubicBezTo>
                    <a:pt x="12527" y="13563"/>
                    <a:pt x="14538" y="12002"/>
                    <a:pt x="15544" y="9803"/>
                  </a:cubicBezTo>
                  <a:cubicBezTo>
                    <a:pt x="15677" y="9521"/>
                    <a:pt x="15447" y="9248"/>
                    <a:pt x="15189" y="9248"/>
                  </a:cubicBezTo>
                  <a:cubicBezTo>
                    <a:pt x="15110" y="9248"/>
                    <a:pt x="15029" y="9273"/>
                    <a:pt x="14954" y="9332"/>
                  </a:cubicBezTo>
                  <a:cubicBezTo>
                    <a:pt x="13881" y="10151"/>
                    <a:pt x="12568" y="10601"/>
                    <a:pt x="11219" y="10601"/>
                  </a:cubicBezTo>
                  <a:cubicBezTo>
                    <a:pt x="11209" y="10601"/>
                    <a:pt x="11198" y="10601"/>
                    <a:pt x="11188" y="10601"/>
                  </a:cubicBezTo>
                  <a:cubicBezTo>
                    <a:pt x="10814" y="10601"/>
                    <a:pt x="10439" y="10573"/>
                    <a:pt x="10071" y="10504"/>
                  </a:cubicBezTo>
                  <a:lnTo>
                    <a:pt x="9239" y="10289"/>
                  </a:lnTo>
                  <a:cubicBezTo>
                    <a:pt x="6700" y="9449"/>
                    <a:pt x="4980" y="7077"/>
                    <a:pt x="4980" y="4393"/>
                  </a:cubicBezTo>
                  <a:cubicBezTo>
                    <a:pt x="4973" y="3034"/>
                    <a:pt x="5417" y="1709"/>
                    <a:pt x="6250" y="634"/>
                  </a:cubicBezTo>
                  <a:cubicBezTo>
                    <a:pt x="6461" y="357"/>
                    <a:pt x="6239" y="0"/>
                    <a:pt x="5942"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3" name="Google Shape;6203;p61"/>
            <p:cNvSpPr/>
            <p:nvPr/>
          </p:nvSpPr>
          <p:spPr>
            <a:xfrm>
              <a:off x="1920867" y="3246752"/>
              <a:ext cx="360275" cy="338889"/>
            </a:xfrm>
            <a:custGeom>
              <a:avLst/>
              <a:gdLst/>
              <a:ahLst/>
              <a:cxnLst/>
              <a:rect l="l" t="t" r="r" b="b"/>
              <a:pathLst>
                <a:path w="13713" h="12899" extrusionOk="0">
                  <a:moveTo>
                    <a:pt x="3336" y="0"/>
                  </a:moveTo>
                  <a:lnTo>
                    <a:pt x="3336" y="0"/>
                  </a:lnTo>
                  <a:cubicBezTo>
                    <a:pt x="153" y="2810"/>
                    <a:pt x="0" y="7720"/>
                    <a:pt x="2990" y="10724"/>
                  </a:cubicBezTo>
                  <a:cubicBezTo>
                    <a:pt x="4433" y="12177"/>
                    <a:pt x="6325" y="12898"/>
                    <a:pt x="8213" y="12898"/>
                  </a:cubicBezTo>
                  <a:cubicBezTo>
                    <a:pt x="10235" y="12898"/>
                    <a:pt x="12253" y="12072"/>
                    <a:pt x="13713" y="10432"/>
                  </a:cubicBezTo>
                  <a:lnTo>
                    <a:pt x="13713" y="10432"/>
                  </a:lnTo>
                  <a:cubicBezTo>
                    <a:pt x="13456" y="10661"/>
                    <a:pt x="13179" y="10869"/>
                    <a:pt x="12894" y="11057"/>
                  </a:cubicBezTo>
                  <a:cubicBezTo>
                    <a:pt x="11657" y="11868"/>
                    <a:pt x="10251" y="12264"/>
                    <a:pt x="8854" y="12264"/>
                  </a:cubicBezTo>
                  <a:cubicBezTo>
                    <a:pt x="6951" y="12264"/>
                    <a:pt x="5065" y="11530"/>
                    <a:pt x="3642" y="10106"/>
                  </a:cubicBezTo>
                  <a:cubicBezTo>
                    <a:pt x="1172" y="7637"/>
                    <a:pt x="770" y="3767"/>
                    <a:pt x="2691" y="847"/>
                  </a:cubicBezTo>
                  <a:cubicBezTo>
                    <a:pt x="2885" y="555"/>
                    <a:pt x="3100" y="271"/>
                    <a:pt x="3336" y="0"/>
                  </a:cubicBezTo>
                  <a:close/>
                </a:path>
              </a:pathLst>
            </a:custGeom>
            <a:solidFill>
              <a:srgbClr val="8DA0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4" name="Google Shape;6204;p61"/>
            <p:cNvSpPr/>
            <p:nvPr/>
          </p:nvSpPr>
          <p:spPr>
            <a:xfrm>
              <a:off x="2146285" y="3395822"/>
              <a:ext cx="16972" cy="16972"/>
            </a:xfrm>
            <a:custGeom>
              <a:avLst/>
              <a:gdLst/>
              <a:ahLst/>
              <a:cxnLst/>
              <a:rect l="l" t="t" r="r" b="b"/>
              <a:pathLst>
                <a:path w="646" h="646" extrusionOk="0">
                  <a:moveTo>
                    <a:pt x="319" y="0"/>
                  </a:moveTo>
                  <a:cubicBezTo>
                    <a:pt x="139" y="0"/>
                    <a:pt x="0" y="146"/>
                    <a:pt x="0" y="326"/>
                  </a:cubicBezTo>
                  <a:cubicBezTo>
                    <a:pt x="0" y="507"/>
                    <a:pt x="139" y="645"/>
                    <a:pt x="319" y="645"/>
                  </a:cubicBezTo>
                  <a:cubicBezTo>
                    <a:pt x="499" y="645"/>
                    <a:pt x="645" y="507"/>
                    <a:pt x="645" y="326"/>
                  </a:cubicBezTo>
                  <a:cubicBezTo>
                    <a:pt x="645" y="146"/>
                    <a:pt x="499" y="0"/>
                    <a:pt x="319"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5" name="Google Shape;6205;p61"/>
            <p:cNvSpPr/>
            <p:nvPr/>
          </p:nvSpPr>
          <p:spPr>
            <a:xfrm>
              <a:off x="1925228" y="3497497"/>
              <a:ext cx="16972" cy="16972"/>
            </a:xfrm>
            <a:custGeom>
              <a:avLst/>
              <a:gdLst/>
              <a:ahLst/>
              <a:cxnLst/>
              <a:rect l="l" t="t" r="r" b="b"/>
              <a:pathLst>
                <a:path w="646" h="646" extrusionOk="0">
                  <a:moveTo>
                    <a:pt x="320" y="1"/>
                  </a:moveTo>
                  <a:cubicBezTo>
                    <a:pt x="139" y="1"/>
                    <a:pt x="0" y="146"/>
                    <a:pt x="0" y="320"/>
                  </a:cubicBezTo>
                  <a:cubicBezTo>
                    <a:pt x="0" y="500"/>
                    <a:pt x="139" y="646"/>
                    <a:pt x="320" y="646"/>
                  </a:cubicBezTo>
                  <a:cubicBezTo>
                    <a:pt x="500" y="646"/>
                    <a:pt x="646" y="500"/>
                    <a:pt x="646" y="320"/>
                  </a:cubicBezTo>
                  <a:cubicBezTo>
                    <a:pt x="646" y="146"/>
                    <a:pt x="500" y="1"/>
                    <a:pt x="320" y="1"/>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6" name="Google Shape;6206;p61"/>
            <p:cNvSpPr/>
            <p:nvPr/>
          </p:nvSpPr>
          <p:spPr>
            <a:xfrm>
              <a:off x="2200407" y="3265169"/>
              <a:ext cx="16972" cy="16972"/>
            </a:xfrm>
            <a:custGeom>
              <a:avLst/>
              <a:gdLst/>
              <a:ahLst/>
              <a:cxnLst/>
              <a:rect l="l" t="t" r="r" b="b"/>
              <a:pathLst>
                <a:path w="646" h="646" extrusionOk="0">
                  <a:moveTo>
                    <a:pt x="326" y="0"/>
                  </a:moveTo>
                  <a:cubicBezTo>
                    <a:pt x="146" y="0"/>
                    <a:pt x="0" y="139"/>
                    <a:pt x="0" y="319"/>
                  </a:cubicBezTo>
                  <a:cubicBezTo>
                    <a:pt x="0" y="499"/>
                    <a:pt x="146" y="645"/>
                    <a:pt x="326" y="645"/>
                  </a:cubicBezTo>
                  <a:cubicBezTo>
                    <a:pt x="506" y="645"/>
                    <a:pt x="645" y="499"/>
                    <a:pt x="645" y="319"/>
                  </a:cubicBezTo>
                  <a:cubicBezTo>
                    <a:pt x="645" y="139"/>
                    <a:pt x="506" y="0"/>
                    <a:pt x="326" y="0"/>
                  </a:cubicBezTo>
                  <a:close/>
                </a:path>
              </a:pathLst>
            </a:custGeom>
            <a:solidFill>
              <a:srgbClr val="AA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07" name="Google Shape;6207;p61"/>
          <p:cNvGrpSpPr/>
          <p:nvPr/>
        </p:nvGrpSpPr>
        <p:grpSpPr>
          <a:xfrm>
            <a:off x="2455290" y="3248854"/>
            <a:ext cx="397818" cy="304078"/>
            <a:chOff x="2468465" y="3248854"/>
            <a:chExt cx="397818" cy="304078"/>
          </a:xfrm>
        </p:grpSpPr>
        <p:sp>
          <p:nvSpPr>
            <p:cNvPr id="6208" name="Google Shape;6208;p61"/>
            <p:cNvSpPr/>
            <p:nvPr/>
          </p:nvSpPr>
          <p:spPr>
            <a:xfrm>
              <a:off x="2488511" y="3248854"/>
              <a:ext cx="182988" cy="99967"/>
            </a:xfrm>
            <a:custGeom>
              <a:avLst/>
              <a:gdLst/>
              <a:ahLst/>
              <a:cxnLst/>
              <a:rect l="l" t="t" r="r" b="b"/>
              <a:pathLst>
                <a:path w="6965" h="3805" extrusionOk="0">
                  <a:moveTo>
                    <a:pt x="4042" y="0"/>
                  </a:moveTo>
                  <a:cubicBezTo>
                    <a:pt x="3341" y="0"/>
                    <a:pt x="2720" y="492"/>
                    <a:pt x="2560" y="1190"/>
                  </a:cubicBezTo>
                  <a:cubicBezTo>
                    <a:pt x="2465" y="1159"/>
                    <a:pt x="2368" y="1144"/>
                    <a:pt x="2272" y="1144"/>
                  </a:cubicBezTo>
                  <a:cubicBezTo>
                    <a:pt x="1976" y="1144"/>
                    <a:pt x="1692" y="1285"/>
                    <a:pt x="1519" y="1537"/>
                  </a:cubicBezTo>
                  <a:cubicBezTo>
                    <a:pt x="1421" y="1511"/>
                    <a:pt x="1324" y="1499"/>
                    <a:pt x="1228" y="1499"/>
                  </a:cubicBezTo>
                  <a:cubicBezTo>
                    <a:pt x="663" y="1499"/>
                    <a:pt x="162" y="1915"/>
                    <a:pt x="90" y="2508"/>
                  </a:cubicBezTo>
                  <a:cubicBezTo>
                    <a:pt x="0" y="3194"/>
                    <a:pt x="534" y="3798"/>
                    <a:pt x="1228" y="3798"/>
                  </a:cubicBezTo>
                  <a:lnTo>
                    <a:pt x="3066" y="3798"/>
                  </a:lnTo>
                  <a:lnTo>
                    <a:pt x="3898" y="3805"/>
                  </a:lnTo>
                  <a:lnTo>
                    <a:pt x="5001" y="3805"/>
                  </a:lnTo>
                  <a:cubicBezTo>
                    <a:pt x="5417" y="3035"/>
                    <a:pt x="6125" y="2473"/>
                    <a:pt x="6964" y="2237"/>
                  </a:cubicBezTo>
                  <a:cubicBezTo>
                    <a:pt x="6782" y="1800"/>
                    <a:pt x="6366" y="1531"/>
                    <a:pt x="5920" y="1531"/>
                  </a:cubicBezTo>
                  <a:cubicBezTo>
                    <a:pt x="5806" y="1531"/>
                    <a:pt x="5691" y="1549"/>
                    <a:pt x="5577" y="1585"/>
                  </a:cubicBezTo>
                  <a:lnTo>
                    <a:pt x="5577" y="1530"/>
                  </a:lnTo>
                  <a:cubicBezTo>
                    <a:pt x="5577" y="753"/>
                    <a:pt x="4994" y="94"/>
                    <a:pt x="4217" y="11"/>
                  </a:cubicBezTo>
                  <a:cubicBezTo>
                    <a:pt x="4159" y="4"/>
                    <a:pt x="4100" y="0"/>
                    <a:pt x="4042" y="0"/>
                  </a:cubicBezTo>
                  <a:close/>
                </a:path>
              </a:pathLst>
            </a:custGeom>
            <a:solidFill>
              <a:srgbClr val="99A4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9" name="Google Shape;6209;p61"/>
            <p:cNvSpPr/>
            <p:nvPr/>
          </p:nvSpPr>
          <p:spPr>
            <a:xfrm>
              <a:off x="2468465" y="3303448"/>
              <a:ext cx="397818" cy="211389"/>
            </a:xfrm>
            <a:custGeom>
              <a:avLst/>
              <a:gdLst/>
              <a:ahLst/>
              <a:cxnLst/>
              <a:rect l="l" t="t" r="r" b="b"/>
              <a:pathLst>
                <a:path w="15142" h="8046" extrusionOk="0">
                  <a:moveTo>
                    <a:pt x="8591" y="0"/>
                  </a:moveTo>
                  <a:cubicBezTo>
                    <a:pt x="7169" y="0"/>
                    <a:pt x="5780" y="932"/>
                    <a:pt x="5417" y="2524"/>
                  </a:cubicBezTo>
                  <a:cubicBezTo>
                    <a:pt x="5213" y="2455"/>
                    <a:pt x="5004" y="2422"/>
                    <a:pt x="4797" y="2422"/>
                  </a:cubicBezTo>
                  <a:cubicBezTo>
                    <a:pt x="4175" y="2422"/>
                    <a:pt x="3576" y="2724"/>
                    <a:pt x="3212" y="3260"/>
                  </a:cubicBezTo>
                  <a:cubicBezTo>
                    <a:pt x="3003" y="3205"/>
                    <a:pt x="2795" y="3179"/>
                    <a:pt x="2590" y="3179"/>
                  </a:cubicBezTo>
                  <a:cubicBezTo>
                    <a:pt x="1399" y="3179"/>
                    <a:pt x="340" y="4063"/>
                    <a:pt x="181" y="5306"/>
                  </a:cubicBezTo>
                  <a:cubicBezTo>
                    <a:pt x="0" y="6755"/>
                    <a:pt x="1131" y="8046"/>
                    <a:pt x="2594" y="8046"/>
                  </a:cubicBezTo>
                  <a:lnTo>
                    <a:pt x="5279" y="8046"/>
                  </a:lnTo>
                  <a:cubicBezTo>
                    <a:pt x="5285" y="7191"/>
                    <a:pt x="5987" y="6548"/>
                    <a:pt x="6786" y="6548"/>
                  </a:cubicBezTo>
                  <a:cubicBezTo>
                    <a:pt x="6934" y="6548"/>
                    <a:pt x="7084" y="6570"/>
                    <a:pt x="7235" y="6617"/>
                  </a:cubicBezTo>
                  <a:lnTo>
                    <a:pt x="7235" y="6547"/>
                  </a:lnTo>
                  <a:cubicBezTo>
                    <a:pt x="7235" y="5521"/>
                    <a:pt x="8012" y="4654"/>
                    <a:pt x="9031" y="4543"/>
                  </a:cubicBezTo>
                  <a:cubicBezTo>
                    <a:pt x="9109" y="4534"/>
                    <a:pt x="9187" y="4529"/>
                    <a:pt x="9264" y="4529"/>
                  </a:cubicBezTo>
                  <a:cubicBezTo>
                    <a:pt x="10197" y="4529"/>
                    <a:pt x="11019" y="5174"/>
                    <a:pt x="11237" y="6103"/>
                  </a:cubicBezTo>
                  <a:cubicBezTo>
                    <a:pt x="11365" y="6060"/>
                    <a:pt x="11496" y="6039"/>
                    <a:pt x="11625" y="6039"/>
                  </a:cubicBezTo>
                  <a:cubicBezTo>
                    <a:pt x="12015" y="6039"/>
                    <a:pt x="12390" y="6228"/>
                    <a:pt x="12624" y="6561"/>
                  </a:cubicBezTo>
                  <a:cubicBezTo>
                    <a:pt x="12749" y="6529"/>
                    <a:pt x="12875" y="6514"/>
                    <a:pt x="12999" y="6514"/>
                  </a:cubicBezTo>
                  <a:cubicBezTo>
                    <a:pt x="13526" y="6514"/>
                    <a:pt x="14029" y="6789"/>
                    <a:pt x="14310" y="7255"/>
                  </a:cubicBezTo>
                  <a:cubicBezTo>
                    <a:pt x="15045" y="6450"/>
                    <a:pt x="15142" y="5257"/>
                    <a:pt x="14559" y="4335"/>
                  </a:cubicBezTo>
                  <a:cubicBezTo>
                    <a:pt x="14107" y="3632"/>
                    <a:pt x="13336" y="3228"/>
                    <a:pt x="12536" y="3228"/>
                  </a:cubicBezTo>
                  <a:cubicBezTo>
                    <a:pt x="12292" y="3228"/>
                    <a:pt x="12046" y="3265"/>
                    <a:pt x="11806" y="3343"/>
                  </a:cubicBezTo>
                  <a:lnTo>
                    <a:pt x="11806" y="3232"/>
                  </a:lnTo>
                  <a:cubicBezTo>
                    <a:pt x="11806" y="2712"/>
                    <a:pt x="11681" y="2191"/>
                    <a:pt x="11431" y="1727"/>
                  </a:cubicBezTo>
                  <a:lnTo>
                    <a:pt x="10939" y="1026"/>
                  </a:lnTo>
                  <a:cubicBezTo>
                    <a:pt x="10280" y="324"/>
                    <a:pt x="9430" y="0"/>
                    <a:pt x="8591" y="0"/>
                  </a:cubicBezTo>
                  <a:close/>
                </a:path>
              </a:pathLst>
            </a:custGeom>
            <a:solidFill>
              <a:srgbClr val="D0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0" name="Google Shape;6210;p61"/>
            <p:cNvSpPr/>
            <p:nvPr/>
          </p:nvSpPr>
          <p:spPr>
            <a:xfrm>
              <a:off x="2473930" y="3387073"/>
              <a:ext cx="138141" cy="127763"/>
            </a:xfrm>
            <a:custGeom>
              <a:avLst/>
              <a:gdLst/>
              <a:ahLst/>
              <a:cxnLst/>
              <a:rect l="l" t="t" r="r" b="b"/>
              <a:pathLst>
                <a:path w="5258" h="4863" extrusionOk="0">
                  <a:moveTo>
                    <a:pt x="2386" y="0"/>
                  </a:moveTo>
                  <a:cubicBezTo>
                    <a:pt x="1062" y="21"/>
                    <a:pt x="0" y="1103"/>
                    <a:pt x="0" y="2428"/>
                  </a:cubicBezTo>
                  <a:cubicBezTo>
                    <a:pt x="0" y="3753"/>
                    <a:pt x="1062" y="4835"/>
                    <a:pt x="2386" y="4863"/>
                  </a:cubicBezTo>
                  <a:lnTo>
                    <a:pt x="5071" y="4863"/>
                  </a:lnTo>
                  <a:cubicBezTo>
                    <a:pt x="5071" y="4613"/>
                    <a:pt x="5133" y="4370"/>
                    <a:pt x="5258" y="4148"/>
                  </a:cubicBezTo>
                  <a:cubicBezTo>
                    <a:pt x="3905" y="3115"/>
                    <a:pt x="2948" y="1651"/>
                    <a:pt x="2539" y="0"/>
                  </a:cubicBezTo>
                  <a:close/>
                </a:path>
              </a:pathLst>
            </a:custGeom>
            <a:solidFill>
              <a:srgbClr val="C2C9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1" name="Google Shape;6211;p61"/>
            <p:cNvSpPr/>
            <p:nvPr/>
          </p:nvSpPr>
          <p:spPr>
            <a:xfrm>
              <a:off x="2488327" y="3279382"/>
              <a:ext cx="55409" cy="69438"/>
            </a:xfrm>
            <a:custGeom>
              <a:avLst/>
              <a:gdLst/>
              <a:ahLst/>
              <a:cxnLst/>
              <a:rect l="l" t="t" r="r" b="b"/>
              <a:pathLst>
                <a:path w="2109" h="2643" extrusionOk="0">
                  <a:moveTo>
                    <a:pt x="2109" y="0"/>
                  </a:moveTo>
                  <a:lnTo>
                    <a:pt x="2109" y="0"/>
                  </a:lnTo>
                  <a:cubicBezTo>
                    <a:pt x="1866" y="42"/>
                    <a:pt x="1658" y="180"/>
                    <a:pt x="1519" y="382"/>
                  </a:cubicBezTo>
                  <a:cubicBezTo>
                    <a:pt x="1421" y="356"/>
                    <a:pt x="1324" y="344"/>
                    <a:pt x="1228" y="344"/>
                  </a:cubicBezTo>
                  <a:cubicBezTo>
                    <a:pt x="665" y="344"/>
                    <a:pt x="168" y="759"/>
                    <a:pt x="90" y="1346"/>
                  </a:cubicBezTo>
                  <a:cubicBezTo>
                    <a:pt x="0" y="2032"/>
                    <a:pt x="534" y="2643"/>
                    <a:pt x="1228" y="2643"/>
                  </a:cubicBezTo>
                  <a:lnTo>
                    <a:pt x="1769" y="2643"/>
                  </a:lnTo>
                  <a:cubicBezTo>
                    <a:pt x="1762" y="2518"/>
                    <a:pt x="1762" y="2393"/>
                    <a:pt x="1762" y="2268"/>
                  </a:cubicBezTo>
                  <a:cubicBezTo>
                    <a:pt x="1755" y="1498"/>
                    <a:pt x="1873" y="735"/>
                    <a:pt x="2109" y="0"/>
                  </a:cubicBezTo>
                  <a:close/>
                </a:path>
              </a:pathLst>
            </a:custGeom>
            <a:solidFill>
              <a:srgbClr val="7887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2" name="Google Shape;6212;p61"/>
            <p:cNvSpPr/>
            <p:nvPr/>
          </p:nvSpPr>
          <p:spPr>
            <a:xfrm>
              <a:off x="2603663" y="3420807"/>
              <a:ext cx="246226" cy="132124"/>
            </a:xfrm>
            <a:custGeom>
              <a:avLst/>
              <a:gdLst/>
              <a:ahLst/>
              <a:cxnLst/>
              <a:rect l="l" t="t" r="r" b="b"/>
              <a:pathLst>
                <a:path w="9372" h="5029" extrusionOk="0">
                  <a:moveTo>
                    <a:pt x="4117" y="0"/>
                  </a:moveTo>
                  <a:cubicBezTo>
                    <a:pt x="4040" y="0"/>
                    <a:pt x="3963" y="4"/>
                    <a:pt x="3885" y="13"/>
                  </a:cubicBezTo>
                  <a:cubicBezTo>
                    <a:pt x="2859" y="124"/>
                    <a:pt x="2089" y="991"/>
                    <a:pt x="2082" y="2018"/>
                  </a:cubicBezTo>
                  <a:lnTo>
                    <a:pt x="2082" y="2087"/>
                  </a:lnTo>
                  <a:cubicBezTo>
                    <a:pt x="1931" y="2040"/>
                    <a:pt x="1778" y="2017"/>
                    <a:pt x="1629" y="2017"/>
                  </a:cubicBezTo>
                  <a:cubicBezTo>
                    <a:pt x="910" y="2017"/>
                    <a:pt x="261" y="2541"/>
                    <a:pt x="147" y="3294"/>
                  </a:cubicBezTo>
                  <a:cubicBezTo>
                    <a:pt x="1" y="4210"/>
                    <a:pt x="708" y="5028"/>
                    <a:pt x="1631" y="5028"/>
                  </a:cubicBezTo>
                  <a:lnTo>
                    <a:pt x="7853" y="5028"/>
                  </a:lnTo>
                  <a:cubicBezTo>
                    <a:pt x="8692" y="5028"/>
                    <a:pt x="9372" y="4349"/>
                    <a:pt x="9372" y="3509"/>
                  </a:cubicBezTo>
                  <a:cubicBezTo>
                    <a:pt x="9372" y="2663"/>
                    <a:pt x="8692" y="1983"/>
                    <a:pt x="7853" y="1983"/>
                  </a:cubicBezTo>
                  <a:cubicBezTo>
                    <a:pt x="7728" y="1983"/>
                    <a:pt x="7596" y="1997"/>
                    <a:pt x="7471" y="2032"/>
                  </a:cubicBezTo>
                  <a:cubicBezTo>
                    <a:pt x="7240" y="1696"/>
                    <a:pt x="6859" y="1507"/>
                    <a:pt x="6464" y="1507"/>
                  </a:cubicBezTo>
                  <a:cubicBezTo>
                    <a:pt x="6337" y="1507"/>
                    <a:pt x="6209" y="1527"/>
                    <a:pt x="6084" y="1567"/>
                  </a:cubicBezTo>
                  <a:cubicBezTo>
                    <a:pt x="5873" y="644"/>
                    <a:pt x="5046" y="0"/>
                    <a:pt x="4117"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3" name="Google Shape;6213;p61"/>
            <p:cNvSpPr/>
            <p:nvPr/>
          </p:nvSpPr>
          <p:spPr>
            <a:xfrm>
              <a:off x="2603847" y="3422594"/>
              <a:ext cx="143264" cy="130338"/>
            </a:xfrm>
            <a:custGeom>
              <a:avLst/>
              <a:gdLst/>
              <a:ahLst/>
              <a:cxnLst/>
              <a:rect l="l" t="t" r="r" b="b"/>
              <a:pathLst>
                <a:path w="5453" h="4961" extrusionOk="0">
                  <a:moveTo>
                    <a:pt x="3559" y="1"/>
                  </a:moveTo>
                  <a:lnTo>
                    <a:pt x="3559" y="1"/>
                  </a:lnTo>
                  <a:cubicBezTo>
                    <a:pt x="2685" y="244"/>
                    <a:pt x="2082" y="1041"/>
                    <a:pt x="2082" y="1950"/>
                  </a:cubicBezTo>
                  <a:lnTo>
                    <a:pt x="2082" y="2019"/>
                  </a:lnTo>
                  <a:cubicBezTo>
                    <a:pt x="1931" y="1972"/>
                    <a:pt x="1778" y="1949"/>
                    <a:pt x="1629" y="1949"/>
                  </a:cubicBezTo>
                  <a:cubicBezTo>
                    <a:pt x="907" y="1949"/>
                    <a:pt x="254" y="2473"/>
                    <a:pt x="140" y="3226"/>
                  </a:cubicBezTo>
                  <a:cubicBezTo>
                    <a:pt x="1" y="4142"/>
                    <a:pt x="708" y="4960"/>
                    <a:pt x="1631" y="4960"/>
                  </a:cubicBezTo>
                  <a:lnTo>
                    <a:pt x="5453" y="4960"/>
                  </a:lnTo>
                  <a:cubicBezTo>
                    <a:pt x="4107" y="4350"/>
                    <a:pt x="3233" y="3011"/>
                    <a:pt x="3240" y="1527"/>
                  </a:cubicBezTo>
                  <a:cubicBezTo>
                    <a:pt x="3233" y="1000"/>
                    <a:pt x="3344" y="479"/>
                    <a:pt x="3559" y="1"/>
                  </a:cubicBezTo>
                  <a:close/>
                </a:path>
              </a:pathLst>
            </a:custGeom>
            <a:solidFill>
              <a:srgbClr val="DBDF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14" name="Google Shape;6214;p61"/>
          <p:cNvGrpSpPr/>
          <p:nvPr/>
        </p:nvGrpSpPr>
        <p:grpSpPr>
          <a:xfrm>
            <a:off x="3003992" y="3216013"/>
            <a:ext cx="394376" cy="369812"/>
            <a:chOff x="3017166" y="3216013"/>
            <a:chExt cx="394376" cy="369812"/>
          </a:xfrm>
        </p:grpSpPr>
        <p:sp>
          <p:nvSpPr>
            <p:cNvPr id="6215" name="Google Shape;6215;p61"/>
            <p:cNvSpPr/>
            <p:nvPr/>
          </p:nvSpPr>
          <p:spPr>
            <a:xfrm>
              <a:off x="3017166" y="3216013"/>
              <a:ext cx="394376" cy="369812"/>
            </a:xfrm>
            <a:custGeom>
              <a:avLst/>
              <a:gdLst/>
              <a:ahLst/>
              <a:cxnLst/>
              <a:rect l="l" t="t" r="r" b="b"/>
              <a:pathLst>
                <a:path w="15011" h="14076" extrusionOk="0">
                  <a:moveTo>
                    <a:pt x="7502" y="0"/>
                  </a:moveTo>
                  <a:cubicBezTo>
                    <a:pt x="7359" y="0"/>
                    <a:pt x="7217" y="78"/>
                    <a:pt x="7151" y="234"/>
                  </a:cubicBezTo>
                  <a:lnTo>
                    <a:pt x="5251" y="4646"/>
                  </a:lnTo>
                  <a:lnTo>
                    <a:pt x="472" y="5089"/>
                  </a:lnTo>
                  <a:cubicBezTo>
                    <a:pt x="132" y="5117"/>
                    <a:pt x="0" y="5533"/>
                    <a:pt x="250" y="5755"/>
                  </a:cubicBezTo>
                  <a:lnTo>
                    <a:pt x="3864" y="8925"/>
                  </a:lnTo>
                  <a:lnTo>
                    <a:pt x="2802" y="13607"/>
                  </a:lnTo>
                  <a:cubicBezTo>
                    <a:pt x="2748" y="13863"/>
                    <a:pt x="2953" y="14075"/>
                    <a:pt x="3185" y="14075"/>
                  </a:cubicBezTo>
                  <a:cubicBezTo>
                    <a:pt x="3249" y="14075"/>
                    <a:pt x="3315" y="14059"/>
                    <a:pt x="3378" y="14023"/>
                  </a:cubicBezTo>
                  <a:lnTo>
                    <a:pt x="7505" y="11568"/>
                  </a:lnTo>
                  <a:lnTo>
                    <a:pt x="11632" y="14023"/>
                  </a:lnTo>
                  <a:cubicBezTo>
                    <a:pt x="11695" y="14059"/>
                    <a:pt x="11761" y="14075"/>
                    <a:pt x="11825" y="14075"/>
                  </a:cubicBezTo>
                  <a:cubicBezTo>
                    <a:pt x="12056" y="14075"/>
                    <a:pt x="12261" y="13863"/>
                    <a:pt x="12201" y="13607"/>
                  </a:cubicBezTo>
                  <a:lnTo>
                    <a:pt x="11147" y="8925"/>
                  </a:lnTo>
                  <a:lnTo>
                    <a:pt x="14753" y="5755"/>
                  </a:lnTo>
                  <a:cubicBezTo>
                    <a:pt x="15010" y="5533"/>
                    <a:pt x="14871" y="5117"/>
                    <a:pt x="14538" y="5089"/>
                  </a:cubicBezTo>
                  <a:lnTo>
                    <a:pt x="9752" y="4646"/>
                  </a:lnTo>
                  <a:lnTo>
                    <a:pt x="7852" y="234"/>
                  </a:lnTo>
                  <a:cubicBezTo>
                    <a:pt x="7786" y="78"/>
                    <a:pt x="7644" y="0"/>
                    <a:pt x="7502" y="0"/>
                  </a:cubicBezTo>
                  <a:close/>
                </a:path>
              </a:pathLst>
            </a:custGeom>
            <a:solidFill>
              <a:srgbClr val="BC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6" name="Google Shape;6216;p61"/>
            <p:cNvSpPr/>
            <p:nvPr/>
          </p:nvSpPr>
          <p:spPr>
            <a:xfrm>
              <a:off x="3017166" y="3216013"/>
              <a:ext cx="231093" cy="369812"/>
            </a:xfrm>
            <a:custGeom>
              <a:avLst/>
              <a:gdLst/>
              <a:ahLst/>
              <a:cxnLst/>
              <a:rect l="l" t="t" r="r" b="b"/>
              <a:pathLst>
                <a:path w="8796" h="14076" extrusionOk="0">
                  <a:moveTo>
                    <a:pt x="7502" y="0"/>
                  </a:moveTo>
                  <a:cubicBezTo>
                    <a:pt x="7359" y="0"/>
                    <a:pt x="7217" y="78"/>
                    <a:pt x="7151" y="234"/>
                  </a:cubicBezTo>
                  <a:lnTo>
                    <a:pt x="5251" y="4646"/>
                  </a:lnTo>
                  <a:lnTo>
                    <a:pt x="472" y="5089"/>
                  </a:lnTo>
                  <a:cubicBezTo>
                    <a:pt x="132" y="5117"/>
                    <a:pt x="0" y="5533"/>
                    <a:pt x="250" y="5755"/>
                  </a:cubicBezTo>
                  <a:lnTo>
                    <a:pt x="3864" y="8925"/>
                  </a:lnTo>
                  <a:lnTo>
                    <a:pt x="2802" y="13607"/>
                  </a:lnTo>
                  <a:cubicBezTo>
                    <a:pt x="2748" y="13863"/>
                    <a:pt x="2953" y="14075"/>
                    <a:pt x="3185" y="14075"/>
                  </a:cubicBezTo>
                  <a:cubicBezTo>
                    <a:pt x="3249" y="14075"/>
                    <a:pt x="3315" y="14059"/>
                    <a:pt x="3378" y="14023"/>
                  </a:cubicBezTo>
                  <a:lnTo>
                    <a:pt x="4294" y="13475"/>
                  </a:lnTo>
                  <a:cubicBezTo>
                    <a:pt x="4425" y="8225"/>
                    <a:pt x="6867" y="4528"/>
                    <a:pt x="8795" y="2412"/>
                  </a:cubicBezTo>
                  <a:lnTo>
                    <a:pt x="7859" y="234"/>
                  </a:lnTo>
                  <a:cubicBezTo>
                    <a:pt x="7789" y="78"/>
                    <a:pt x="7646" y="0"/>
                    <a:pt x="7502" y="0"/>
                  </a:cubicBezTo>
                  <a:close/>
                </a:path>
              </a:pathLst>
            </a:custGeom>
            <a:solidFill>
              <a:srgbClr val="A4B2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17" name="Google Shape;6217;p61"/>
          <p:cNvGrpSpPr/>
          <p:nvPr/>
        </p:nvGrpSpPr>
        <p:grpSpPr>
          <a:xfrm>
            <a:off x="4196868" y="3213228"/>
            <a:ext cx="199014" cy="375408"/>
            <a:chOff x="4210043" y="3213228"/>
            <a:chExt cx="199014" cy="375408"/>
          </a:xfrm>
        </p:grpSpPr>
        <p:sp>
          <p:nvSpPr>
            <p:cNvPr id="6218" name="Google Shape;6218;p61"/>
            <p:cNvSpPr/>
            <p:nvPr/>
          </p:nvSpPr>
          <p:spPr>
            <a:xfrm>
              <a:off x="4295875" y="3440091"/>
              <a:ext cx="27350" cy="148545"/>
            </a:xfrm>
            <a:custGeom>
              <a:avLst/>
              <a:gdLst/>
              <a:ahLst/>
              <a:cxnLst/>
              <a:rect l="l" t="t" r="r" b="b"/>
              <a:pathLst>
                <a:path w="1041" h="5654" extrusionOk="0">
                  <a:moveTo>
                    <a:pt x="250" y="1"/>
                  </a:moveTo>
                  <a:cubicBezTo>
                    <a:pt x="111" y="1"/>
                    <a:pt x="0" y="112"/>
                    <a:pt x="0" y="250"/>
                  </a:cubicBezTo>
                  <a:lnTo>
                    <a:pt x="0" y="5134"/>
                  </a:lnTo>
                  <a:cubicBezTo>
                    <a:pt x="0" y="5418"/>
                    <a:pt x="229" y="5654"/>
                    <a:pt x="521" y="5654"/>
                  </a:cubicBezTo>
                  <a:cubicBezTo>
                    <a:pt x="805" y="5654"/>
                    <a:pt x="1041" y="5418"/>
                    <a:pt x="1041" y="5134"/>
                  </a:cubicBezTo>
                  <a:lnTo>
                    <a:pt x="1041" y="250"/>
                  </a:lnTo>
                  <a:cubicBezTo>
                    <a:pt x="1041" y="112"/>
                    <a:pt x="930" y="1"/>
                    <a:pt x="791" y="1"/>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9" name="Google Shape;6219;p61"/>
            <p:cNvSpPr/>
            <p:nvPr/>
          </p:nvSpPr>
          <p:spPr>
            <a:xfrm>
              <a:off x="4299684" y="3447264"/>
              <a:ext cx="84781" cy="139849"/>
            </a:xfrm>
            <a:custGeom>
              <a:avLst/>
              <a:gdLst/>
              <a:ahLst/>
              <a:cxnLst/>
              <a:rect l="l" t="t" r="r" b="b"/>
              <a:pathLst>
                <a:path w="3227" h="5323" extrusionOk="0">
                  <a:moveTo>
                    <a:pt x="769" y="0"/>
                  </a:moveTo>
                  <a:cubicBezTo>
                    <a:pt x="732" y="0"/>
                    <a:pt x="695" y="8"/>
                    <a:pt x="660" y="26"/>
                  </a:cubicBezTo>
                  <a:lnTo>
                    <a:pt x="174" y="262"/>
                  </a:lnTo>
                  <a:cubicBezTo>
                    <a:pt x="50" y="317"/>
                    <a:pt x="1" y="470"/>
                    <a:pt x="56" y="602"/>
                  </a:cubicBezTo>
                  <a:lnTo>
                    <a:pt x="2165" y="5034"/>
                  </a:lnTo>
                  <a:cubicBezTo>
                    <a:pt x="2254" y="5217"/>
                    <a:pt x="2439" y="5323"/>
                    <a:pt x="2630" y="5323"/>
                  </a:cubicBezTo>
                  <a:cubicBezTo>
                    <a:pt x="2707" y="5323"/>
                    <a:pt x="2785" y="5306"/>
                    <a:pt x="2859" y="5270"/>
                  </a:cubicBezTo>
                  <a:cubicBezTo>
                    <a:pt x="3115" y="5145"/>
                    <a:pt x="3226" y="4833"/>
                    <a:pt x="3101" y="4576"/>
                  </a:cubicBezTo>
                  <a:lnTo>
                    <a:pt x="1000" y="144"/>
                  </a:lnTo>
                  <a:cubicBezTo>
                    <a:pt x="955" y="54"/>
                    <a:pt x="863" y="0"/>
                    <a:pt x="769" y="0"/>
                  </a:cubicBezTo>
                  <a:close/>
                </a:path>
              </a:pathLst>
            </a:custGeom>
            <a:solidFill>
              <a:srgbClr val="8A97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0" name="Google Shape;6220;p61"/>
            <p:cNvSpPr/>
            <p:nvPr/>
          </p:nvSpPr>
          <p:spPr>
            <a:xfrm>
              <a:off x="4234450" y="3447158"/>
              <a:ext cx="84965" cy="139954"/>
            </a:xfrm>
            <a:custGeom>
              <a:avLst/>
              <a:gdLst/>
              <a:ahLst/>
              <a:cxnLst/>
              <a:rect l="l" t="t" r="r" b="b"/>
              <a:pathLst>
                <a:path w="3234" h="5327" extrusionOk="0">
                  <a:moveTo>
                    <a:pt x="2460" y="0"/>
                  </a:moveTo>
                  <a:cubicBezTo>
                    <a:pt x="2365" y="0"/>
                    <a:pt x="2274" y="51"/>
                    <a:pt x="2234" y="141"/>
                  </a:cubicBezTo>
                  <a:lnTo>
                    <a:pt x="126" y="4580"/>
                  </a:lnTo>
                  <a:cubicBezTo>
                    <a:pt x="1" y="4837"/>
                    <a:pt x="112" y="5149"/>
                    <a:pt x="368" y="5274"/>
                  </a:cubicBezTo>
                  <a:cubicBezTo>
                    <a:pt x="442" y="5309"/>
                    <a:pt x="520" y="5326"/>
                    <a:pt x="597" y="5326"/>
                  </a:cubicBezTo>
                  <a:cubicBezTo>
                    <a:pt x="791" y="5326"/>
                    <a:pt x="980" y="5219"/>
                    <a:pt x="1069" y="5031"/>
                  </a:cubicBezTo>
                  <a:lnTo>
                    <a:pt x="3171" y="599"/>
                  </a:lnTo>
                  <a:cubicBezTo>
                    <a:pt x="3233" y="474"/>
                    <a:pt x="3178" y="321"/>
                    <a:pt x="3053" y="259"/>
                  </a:cubicBezTo>
                  <a:lnTo>
                    <a:pt x="2567" y="23"/>
                  </a:lnTo>
                  <a:cubicBezTo>
                    <a:pt x="2533" y="8"/>
                    <a:pt x="2496" y="0"/>
                    <a:pt x="2460" y="0"/>
                  </a:cubicBezTo>
                  <a:close/>
                </a:path>
              </a:pathLst>
            </a:custGeom>
            <a:solidFill>
              <a:srgbClr val="9BA6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1" name="Google Shape;6221;p61"/>
            <p:cNvSpPr/>
            <p:nvPr/>
          </p:nvSpPr>
          <p:spPr>
            <a:xfrm>
              <a:off x="4294036" y="3213228"/>
              <a:ext cx="30844" cy="42667"/>
            </a:xfrm>
            <a:custGeom>
              <a:avLst/>
              <a:gdLst/>
              <a:ahLst/>
              <a:cxnLst/>
              <a:rect l="l" t="t" r="r" b="b"/>
              <a:pathLst>
                <a:path w="1174" h="1624" extrusionOk="0">
                  <a:moveTo>
                    <a:pt x="591" y="0"/>
                  </a:moveTo>
                  <a:cubicBezTo>
                    <a:pt x="265" y="0"/>
                    <a:pt x="8" y="264"/>
                    <a:pt x="1" y="583"/>
                  </a:cubicBezTo>
                  <a:lnTo>
                    <a:pt x="1" y="1249"/>
                  </a:lnTo>
                  <a:cubicBezTo>
                    <a:pt x="1" y="1457"/>
                    <a:pt x="174" y="1623"/>
                    <a:pt x="382" y="1623"/>
                  </a:cubicBezTo>
                  <a:lnTo>
                    <a:pt x="792" y="1623"/>
                  </a:lnTo>
                  <a:cubicBezTo>
                    <a:pt x="1000" y="1623"/>
                    <a:pt x="1173" y="1457"/>
                    <a:pt x="1173" y="1249"/>
                  </a:cubicBezTo>
                  <a:lnTo>
                    <a:pt x="1173" y="583"/>
                  </a:lnTo>
                  <a:cubicBezTo>
                    <a:pt x="1173" y="264"/>
                    <a:pt x="910" y="0"/>
                    <a:pt x="591"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2" name="Google Shape;6222;p61"/>
            <p:cNvSpPr/>
            <p:nvPr/>
          </p:nvSpPr>
          <p:spPr>
            <a:xfrm>
              <a:off x="4229721" y="3254581"/>
              <a:ext cx="159474" cy="193392"/>
            </a:xfrm>
            <a:custGeom>
              <a:avLst/>
              <a:gdLst/>
              <a:ahLst/>
              <a:cxnLst/>
              <a:rect l="l" t="t" r="r" b="b"/>
              <a:pathLst>
                <a:path w="6070" h="7361" extrusionOk="0">
                  <a:moveTo>
                    <a:pt x="347" y="1"/>
                  </a:moveTo>
                  <a:cubicBezTo>
                    <a:pt x="160" y="1"/>
                    <a:pt x="0" y="153"/>
                    <a:pt x="0" y="348"/>
                  </a:cubicBezTo>
                  <a:lnTo>
                    <a:pt x="0" y="7013"/>
                  </a:lnTo>
                  <a:cubicBezTo>
                    <a:pt x="0" y="7200"/>
                    <a:pt x="160" y="7360"/>
                    <a:pt x="347" y="7360"/>
                  </a:cubicBezTo>
                  <a:lnTo>
                    <a:pt x="5723" y="7360"/>
                  </a:lnTo>
                  <a:cubicBezTo>
                    <a:pt x="5917" y="7360"/>
                    <a:pt x="6070" y="7200"/>
                    <a:pt x="6070" y="7013"/>
                  </a:cubicBezTo>
                  <a:lnTo>
                    <a:pt x="6070" y="348"/>
                  </a:lnTo>
                  <a:cubicBezTo>
                    <a:pt x="6070" y="153"/>
                    <a:pt x="5917" y="1"/>
                    <a:pt x="5723" y="1"/>
                  </a:cubicBezTo>
                  <a:close/>
                </a:path>
              </a:pathLst>
            </a:custGeom>
            <a:solidFill>
              <a:srgbClr val="9BA6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3" name="Google Shape;6223;p61"/>
            <p:cNvSpPr/>
            <p:nvPr/>
          </p:nvSpPr>
          <p:spPr>
            <a:xfrm>
              <a:off x="4253418" y="3254581"/>
              <a:ext cx="135776" cy="193392"/>
            </a:xfrm>
            <a:custGeom>
              <a:avLst/>
              <a:gdLst/>
              <a:ahLst/>
              <a:cxnLst/>
              <a:rect l="l" t="t" r="r" b="b"/>
              <a:pathLst>
                <a:path w="5168" h="7361" extrusionOk="0">
                  <a:moveTo>
                    <a:pt x="347" y="1"/>
                  </a:moveTo>
                  <a:cubicBezTo>
                    <a:pt x="160" y="1"/>
                    <a:pt x="0" y="153"/>
                    <a:pt x="0" y="348"/>
                  </a:cubicBezTo>
                  <a:lnTo>
                    <a:pt x="0" y="7013"/>
                  </a:lnTo>
                  <a:cubicBezTo>
                    <a:pt x="0" y="7200"/>
                    <a:pt x="160" y="7360"/>
                    <a:pt x="347" y="7360"/>
                  </a:cubicBezTo>
                  <a:lnTo>
                    <a:pt x="4821" y="7360"/>
                  </a:lnTo>
                  <a:cubicBezTo>
                    <a:pt x="5015" y="7360"/>
                    <a:pt x="5168" y="7200"/>
                    <a:pt x="5168" y="7013"/>
                  </a:cubicBezTo>
                  <a:lnTo>
                    <a:pt x="5168" y="348"/>
                  </a:lnTo>
                  <a:cubicBezTo>
                    <a:pt x="5168" y="153"/>
                    <a:pt x="5015" y="1"/>
                    <a:pt x="4821" y="1"/>
                  </a:cubicBezTo>
                  <a:close/>
                </a:path>
              </a:pathLst>
            </a:custGeom>
            <a:solidFill>
              <a:srgbClr val="ABB5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4" name="Google Shape;6224;p61"/>
            <p:cNvSpPr/>
            <p:nvPr/>
          </p:nvSpPr>
          <p:spPr>
            <a:xfrm>
              <a:off x="4210043" y="3237635"/>
              <a:ext cx="199014" cy="31737"/>
            </a:xfrm>
            <a:custGeom>
              <a:avLst/>
              <a:gdLst/>
              <a:ahLst/>
              <a:cxnLst/>
              <a:rect l="l" t="t" r="r" b="b"/>
              <a:pathLst>
                <a:path w="7575" h="1208" extrusionOk="0">
                  <a:moveTo>
                    <a:pt x="361" y="1"/>
                  </a:moveTo>
                  <a:cubicBezTo>
                    <a:pt x="160" y="1"/>
                    <a:pt x="0" y="160"/>
                    <a:pt x="0" y="361"/>
                  </a:cubicBezTo>
                  <a:lnTo>
                    <a:pt x="0" y="847"/>
                  </a:lnTo>
                  <a:cubicBezTo>
                    <a:pt x="0" y="1041"/>
                    <a:pt x="160" y="1208"/>
                    <a:pt x="361" y="1208"/>
                  </a:cubicBezTo>
                  <a:lnTo>
                    <a:pt x="7207" y="1208"/>
                  </a:lnTo>
                  <a:cubicBezTo>
                    <a:pt x="7408" y="1208"/>
                    <a:pt x="7568" y="1041"/>
                    <a:pt x="7575" y="847"/>
                  </a:cubicBezTo>
                  <a:lnTo>
                    <a:pt x="7575" y="361"/>
                  </a:lnTo>
                  <a:cubicBezTo>
                    <a:pt x="7568" y="160"/>
                    <a:pt x="7408" y="1"/>
                    <a:pt x="7207" y="1"/>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5" name="Google Shape;6225;p61"/>
            <p:cNvSpPr/>
            <p:nvPr/>
          </p:nvSpPr>
          <p:spPr>
            <a:xfrm>
              <a:off x="4210043" y="3432998"/>
              <a:ext cx="199014" cy="31737"/>
            </a:xfrm>
            <a:custGeom>
              <a:avLst/>
              <a:gdLst/>
              <a:ahLst/>
              <a:cxnLst/>
              <a:rect l="l" t="t" r="r" b="b"/>
              <a:pathLst>
                <a:path w="7575" h="1208" extrusionOk="0">
                  <a:moveTo>
                    <a:pt x="361" y="0"/>
                  </a:moveTo>
                  <a:cubicBezTo>
                    <a:pt x="160" y="0"/>
                    <a:pt x="0" y="167"/>
                    <a:pt x="0" y="368"/>
                  </a:cubicBezTo>
                  <a:lnTo>
                    <a:pt x="0" y="846"/>
                  </a:lnTo>
                  <a:cubicBezTo>
                    <a:pt x="0" y="1048"/>
                    <a:pt x="160" y="1207"/>
                    <a:pt x="361" y="1207"/>
                  </a:cubicBezTo>
                  <a:lnTo>
                    <a:pt x="7207" y="1207"/>
                  </a:lnTo>
                  <a:cubicBezTo>
                    <a:pt x="7408" y="1207"/>
                    <a:pt x="7568" y="1048"/>
                    <a:pt x="7575" y="846"/>
                  </a:cubicBezTo>
                  <a:lnTo>
                    <a:pt x="7575" y="368"/>
                  </a:lnTo>
                  <a:cubicBezTo>
                    <a:pt x="7568" y="167"/>
                    <a:pt x="7408" y="0"/>
                    <a:pt x="7207" y="0"/>
                  </a:cubicBezTo>
                  <a:close/>
                </a:path>
              </a:pathLst>
            </a:custGeom>
            <a:solidFill>
              <a:srgbClr val="A3AD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6" name="Google Shape;6226;p61"/>
            <p:cNvSpPr/>
            <p:nvPr/>
          </p:nvSpPr>
          <p:spPr>
            <a:xfrm>
              <a:off x="4238286" y="3237635"/>
              <a:ext cx="170771" cy="31737"/>
            </a:xfrm>
            <a:custGeom>
              <a:avLst/>
              <a:gdLst/>
              <a:ahLst/>
              <a:cxnLst/>
              <a:rect l="l" t="t" r="r" b="b"/>
              <a:pathLst>
                <a:path w="6500" h="1208" extrusionOk="0">
                  <a:moveTo>
                    <a:pt x="361" y="1"/>
                  </a:moveTo>
                  <a:cubicBezTo>
                    <a:pt x="160" y="1"/>
                    <a:pt x="0" y="160"/>
                    <a:pt x="0" y="361"/>
                  </a:cubicBezTo>
                  <a:lnTo>
                    <a:pt x="0" y="847"/>
                  </a:lnTo>
                  <a:cubicBezTo>
                    <a:pt x="0" y="1041"/>
                    <a:pt x="160" y="1208"/>
                    <a:pt x="361" y="1208"/>
                  </a:cubicBezTo>
                  <a:lnTo>
                    <a:pt x="6132" y="1208"/>
                  </a:lnTo>
                  <a:cubicBezTo>
                    <a:pt x="6333" y="1208"/>
                    <a:pt x="6493" y="1041"/>
                    <a:pt x="6500" y="847"/>
                  </a:cubicBezTo>
                  <a:lnTo>
                    <a:pt x="6500" y="361"/>
                  </a:lnTo>
                  <a:cubicBezTo>
                    <a:pt x="6493" y="160"/>
                    <a:pt x="6333" y="1"/>
                    <a:pt x="6132" y="1"/>
                  </a:cubicBezTo>
                  <a:close/>
                </a:path>
              </a:pathLst>
            </a:custGeom>
            <a:solidFill>
              <a:srgbClr val="8A97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7" name="Google Shape;6227;p61"/>
            <p:cNvSpPr/>
            <p:nvPr/>
          </p:nvSpPr>
          <p:spPr>
            <a:xfrm>
              <a:off x="4238286" y="3432998"/>
              <a:ext cx="170771" cy="31737"/>
            </a:xfrm>
            <a:custGeom>
              <a:avLst/>
              <a:gdLst/>
              <a:ahLst/>
              <a:cxnLst/>
              <a:rect l="l" t="t" r="r" b="b"/>
              <a:pathLst>
                <a:path w="6500" h="1208" extrusionOk="0">
                  <a:moveTo>
                    <a:pt x="361" y="0"/>
                  </a:moveTo>
                  <a:cubicBezTo>
                    <a:pt x="160" y="0"/>
                    <a:pt x="0" y="167"/>
                    <a:pt x="0" y="368"/>
                  </a:cubicBezTo>
                  <a:lnTo>
                    <a:pt x="0" y="846"/>
                  </a:lnTo>
                  <a:cubicBezTo>
                    <a:pt x="0" y="1048"/>
                    <a:pt x="160" y="1207"/>
                    <a:pt x="361" y="1207"/>
                  </a:cubicBezTo>
                  <a:lnTo>
                    <a:pt x="6132" y="1207"/>
                  </a:lnTo>
                  <a:cubicBezTo>
                    <a:pt x="6333" y="1207"/>
                    <a:pt x="6493" y="1048"/>
                    <a:pt x="6500" y="846"/>
                  </a:cubicBezTo>
                  <a:lnTo>
                    <a:pt x="6500" y="368"/>
                  </a:lnTo>
                  <a:cubicBezTo>
                    <a:pt x="6493" y="167"/>
                    <a:pt x="6333" y="0"/>
                    <a:pt x="6132" y="0"/>
                  </a:cubicBezTo>
                  <a:close/>
                </a:path>
              </a:pathLst>
            </a:custGeom>
            <a:solidFill>
              <a:srgbClr val="8A97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28" name="Google Shape;6228;p61"/>
          <p:cNvGrpSpPr/>
          <p:nvPr/>
        </p:nvGrpSpPr>
        <p:grpSpPr>
          <a:xfrm>
            <a:off x="4804971" y="3203323"/>
            <a:ext cx="77845" cy="395165"/>
            <a:chOff x="4818146" y="3203323"/>
            <a:chExt cx="77845" cy="395165"/>
          </a:xfrm>
        </p:grpSpPr>
        <p:sp>
          <p:nvSpPr>
            <p:cNvPr id="6229" name="Google Shape;6229;p61"/>
            <p:cNvSpPr/>
            <p:nvPr/>
          </p:nvSpPr>
          <p:spPr>
            <a:xfrm>
              <a:off x="4818146" y="3203376"/>
              <a:ext cx="77845" cy="395112"/>
            </a:xfrm>
            <a:custGeom>
              <a:avLst/>
              <a:gdLst/>
              <a:ahLst/>
              <a:cxnLst/>
              <a:rect l="l" t="t" r="r" b="b"/>
              <a:pathLst>
                <a:path w="2963" h="15039" extrusionOk="0">
                  <a:moveTo>
                    <a:pt x="1481" y="1"/>
                  </a:moveTo>
                  <a:cubicBezTo>
                    <a:pt x="1441" y="1"/>
                    <a:pt x="1402" y="21"/>
                    <a:pt x="1381" y="63"/>
                  </a:cubicBezTo>
                  <a:lnTo>
                    <a:pt x="833" y="1097"/>
                  </a:lnTo>
                  <a:lnTo>
                    <a:pt x="146" y="2394"/>
                  </a:lnTo>
                  <a:cubicBezTo>
                    <a:pt x="49" y="2574"/>
                    <a:pt x="0" y="2775"/>
                    <a:pt x="0" y="2983"/>
                  </a:cubicBezTo>
                  <a:lnTo>
                    <a:pt x="0" y="13561"/>
                  </a:lnTo>
                  <a:cubicBezTo>
                    <a:pt x="0" y="14378"/>
                    <a:pt x="666" y="15039"/>
                    <a:pt x="1480" y="15039"/>
                  </a:cubicBezTo>
                  <a:cubicBezTo>
                    <a:pt x="1489" y="15039"/>
                    <a:pt x="1497" y="15038"/>
                    <a:pt x="1506" y="15038"/>
                  </a:cubicBezTo>
                  <a:cubicBezTo>
                    <a:pt x="1707" y="15038"/>
                    <a:pt x="1901" y="14990"/>
                    <a:pt x="2081" y="14913"/>
                  </a:cubicBezTo>
                  <a:cubicBezTo>
                    <a:pt x="2608" y="14671"/>
                    <a:pt x="2955" y="14144"/>
                    <a:pt x="2962" y="13561"/>
                  </a:cubicBezTo>
                  <a:lnTo>
                    <a:pt x="2962" y="13533"/>
                  </a:lnTo>
                  <a:lnTo>
                    <a:pt x="2962" y="2983"/>
                  </a:lnTo>
                  <a:cubicBezTo>
                    <a:pt x="2962" y="2893"/>
                    <a:pt x="2955" y="2810"/>
                    <a:pt x="2934" y="2720"/>
                  </a:cubicBezTo>
                  <a:lnTo>
                    <a:pt x="2928" y="2706"/>
                  </a:lnTo>
                  <a:cubicBezTo>
                    <a:pt x="2907" y="2595"/>
                    <a:pt x="2865" y="2498"/>
                    <a:pt x="2817" y="2401"/>
                  </a:cubicBezTo>
                  <a:lnTo>
                    <a:pt x="2130" y="1104"/>
                  </a:lnTo>
                  <a:lnTo>
                    <a:pt x="1582" y="63"/>
                  </a:lnTo>
                  <a:cubicBezTo>
                    <a:pt x="1561" y="21"/>
                    <a:pt x="1521" y="1"/>
                    <a:pt x="1481"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0" name="Google Shape;6230;p61"/>
            <p:cNvSpPr/>
            <p:nvPr/>
          </p:nvSpPr>
          <p:spPr>
            <a:xfrm>
              <a:off x="4818146" y="3523927"/>
              <a:ext cx="77845" cy="35731"/>
            </a:xfrm>
            <a:custGeom>
              <a:avLst/>
              <a:gdLst/>
              <a:ahLst/>
              <a:cxnLst/>
              <a:rect l="l" t="t" r="r" b="b"/>
              <a:pathLst>
                <a:path w="2963" h="1360" extrusionOk="0">
                  <a:moveTo>
                    <a:pt x="0" y="0"/>
                  </a:moveTo>
                  <a:lnTo>
                    <a:pt x="0" y="1360"/>
                  </a:lnTo>
                  <a:lnTo>
                    <a:pt x="2962" y="1360"/>
                  </a:lnTo>
                  <a:lnTo>
                    <a:pt x="2962" y="1332"/>
                  </a:lnTo>
                  <a:lnTo>
                    <a:pt x="2962"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1" name="Google Shape;6231;p61"/>
            <p:cNvSpPr/>
            <p:nvPr/>
          </p:nvSpPr>
          <p:spPr>
            <a:xfrm>
              <a:off x="4839821" y="3203323"/>
              <a:ext cx="34286" cy="35310"/>
            </a:xfrm>
            <a:custGeom>
              <a:avLst/>
              <a:gdLst/>
              <a:ahLst/>
              <a:cxnLst/>
              <a:rect l="l" t="t" r="r" b="b"/>
              <a:pathLst>
                <a:path w="1305" h="1344" extrusionOk="0">
                  <a:moveTo>
                    <a:pt x="652" y="1"/>
                  </a:moveTo>
                  <a:cubicBezTo>
                    <a:pt x="613" y="1"/>
                    <a:pt x="573" y="20"/>
                    <a:pt x="549" y="58"/>
                  </a:cubicBezTo>
                  <a:lnTo>
                    <a:pt x="1" y="1099"/>
                  </a:lnTo>
                  <a:cubicBezTo>
                    <a:pt x="188" y="1262"/>
                    <a:pt x="420" y="1343"/>
                    <a:pt x="653" y="1343"/>
                  </a:cubicBezTo>
                  <a:cubicBezTo>
                    <a:pt x="885" y="1343"/>
                    <a:pt x="1118" y="1262"/>
                    <a:pt x="1305" y="1099"/>
                  </a:cubicBezTo>
                  <a:lnTo>
                    <a:pt x="750" y="58"/>
                  </a:lnTo>
                  <a:cubicBezTo>
                    <a:pt x="729" y="20"/>
                    <a:pt x="691" y="1"/>
                    <a:pt x="652"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2" name="Google Shape;6232;p61"/>
            <p:cNvSpPr/>
            <p:nvPr/>
          </p:nvSpPr>
          <p:spPr>
            <a:xfrm>
              <a:off x="4818146" y="3559631"/>
              <a:ext cx="77845" cy="38857"/>
            </a:xfrm>
            <a:custGeom>
              <a:avLst/>
              <a:gdLst/>
              <a:ahLst/>
              <a:cxnLst/>
              <a:rect l="l" t="t" r="r" b="b"/>
              <a:pathLst>
                <a:path w="2963" h="1479" extrusionOk="0">
                  <a:moveTo>
                    <a:pt x="0" y="1"/>
                  </a:moveTo>
                  <a:cubicBezTo>
                    <a:pt x="0" y="818"/>
                    <a:pt x="666" y="1479"/>
                    <a:pt x="1480" y="1479"/>
                  </a:cubicBezTo>
                  <a:cubicBezTo>
                    <a:pt x="1489" y="1479"/>
                    <a:pt x="1497" y="1478"/>
                    <a:pt x="1506" y="1478"/>
                  </a:cubicBezTo>
                  <a:cubicBezTo>
                    <a:pt x="1707" y="1478"/>
                    <a:pt x="1901" y="1430"/>
                    <a:pt x="2081" y="1353"/>
                  </a:cubicBezTo>
                  <a:cubicBezTo>
                    <a:pt x="2608" y="1111"/>
                    <a:pt x="2955" y="584"/>
                    <a:pt x="296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3" name="Google Shape;6233;p61"/>
            <p:cNvSpPr/>
            <p:nvPr/>
          </p:nvSpPr>
          <p:spPr>
            <a:xfrm>
              <a:off x="4849857" y="3523927"/>
              <a:ext cx="46135" cy="35731"/>
            </a:xfrm>
            <a:custGeom>
              <a:avLst/>
              <a:gdLst/>
              <a:ahLst/>
              <a:cxnLst/>
              <a:rect l="l" t="t" r="r" b="b"/>
              <a:pathLst>
                <a:path w="1756" h="1360" extrusionOk="0">
                  <a:moveTo>
                    <a:pt x="0" y="0"/>
                  </a:moveTo>
                  <a:lnTo>
                    <a:pt x="0" y="1360"/>
                  </a:lnTo>
                  <a:lnTo>
                    <a:pt x="1755" y="1360"/>
                  </a:lnTo>
                  <a:lnTo>
                    <a:pt x="1755" y="1332"/>
                  </a:lnTo>
                  <a:lnTo>
                    <a:pt x="1755"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4" name="Google Shape;6234;p61"/>
            <p:cNvSpPr/>
            <p:nvPr/>
          </p:nvSpPr>
          <p:spPr>
            <a:xfrm>
              <a:off x="4849857" y="3559631"/>
              <a:ext cx="46135" cy="35573"/>
            </a:xfrm>
            <a:custGeom>
              <a:avLst/>
              <a:gdLst/>
              <a:ahLst/>
              <a:cxnLst/>
              <a:rect l="l" t="t" r="r" b="b"/>
              <a:pathLst>
                <a:path w="1756" h="1354" extrusionOk="0">
                  <a:moveTo>
                    <a:pt x="0" y="1"/>
                  </a:moveTo>
                  <a:cubicBezTo>
                    <a:pt x="0" y="584"/>
                    <a:pt x="340" y="1111"/>
                    <a:pt x="874" y="1353"/>
                  </a:cubicBezTo>
                  <a:cubicBezTo>
                    <a:pt x="1401" y="1111"/>
                    <a:pt x="1748" y="584"/>
                    <a:pt x="175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5" name="Google Shape;6235;p61"/>
            <p:cNvSpPr/>
            <p:nvPr/>
          </p:nvSpPr>
          <p:spPr>
            <a:xfrm>
              <a:off x="4818146" y="3274259"/>
              <a:ext cx="77845" cy="249694"/>
            </a:xfrm>
            <a:custGeom>
              <a:avLst/>
              <a:gdLst/>
              <a:ahLst/>
              <a:cxnLst/>
              <a:rect l="l" t="t" r="r" b="b"/>
              <a:pathLst>
                <a:path w="2963" h="9504" extrusionOk="0">
                  <a:moveTo>
                    <a:pt x="35" y="1"/>
                  </a:moveTo>
                  <a:cubicBezTo>
                    <a:pt x="14" y="91"/>
                    <a:pt x="0" y="188"/>
                    <a:pt x="0" y="285"/>
                  </a:cubicBezTo>
                  <a:lnTo>
                    <a:pt x="0" y="9503"/>
                  </a:lnTo>
                  <a:lnTo>
                    <a:pt x="2962" y="9503"/>
                  </a:lnTo>
                  <a:lnTo>
                    <a:pt x="2962" y="285"/>
                  </a:lnTo>
                  <a:cubicBezTo>
                    <a:pt x="2962" y="195"/>
                    <a:pt x="2955" y="105"/>
                    <a:pt x="2934" y="15"/>
                  </a:cubicBezTo>
                  <a:lnTo>
                    <a:pt x="2928"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6" name="Google Shape;6236;p61"/>
            <p:cNvSpPr/>
            <p:nvPr/>
          </p:nvSpPr>
          <p:spPr>
            <a:xfrm>
              <a:off x="4849857" y="3274259"/>
              <a:ext cx="46135" cy="249694"/>
            </a:xfrm>
            <a:custGeom>
              <a:avLst/>
              <a:gdLst/>
              <a:ahLst/>
              <a:cxnLst/>
              <a:rect l="l" t="t" r="r" b="b"/>
              <a:pathLst>
                <a:path w="1756" h="9504" extrusionOk="0">
                  <a:moveTo>
                    <a:pt x="0" y="1"/>
                  </a:moveTo>
                  <a:lnTo>
                    <a:pt x="0" y="9503"/>
                  </a:lnTo>
                  <a:lnTo>
                    <a:pt x="1755" y="9503"/>
                  </a:lnTo>
                  <a:lnTo>
                    <a:pt x="1755" y="285"/>
                  </a:lnTo>
                  <a:cubicBezTo>
                    <a:pt x="1755" y="195"/>
                    <a:pt x="1748" y="105"/>
                    <a:pt x="1727" y="15"/>
                  </a:cubicBezTo>
                  <a:lnTo>
                    <a:pt x="1721"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37" name="Google Shape;6237;p61"/>
          <p:cNvGrpSpPr/>
          <p:nvPr/>
        </p:nvGrpSpPr>
        <p:grpSpPr>
          <a:xfrm>
            <a:off x="5215716" y="3235428"/>
            <a:ext cx="344091" cy="332767"/>
            <a:chOff x="5228890" y="3235428"/>
            <a:chExt cx="344091" cy="332767"/>
          </a:xfrm>
        </p:grpSpPr>
        <p:sp>
          <p:nvSpPr>
            <p:cNvPr id="6238" name="Google Shape;6238;p61"/>
            <p:cNvSpPr/>
            <p:nvPr/>
          </p:nvSpPr>
          <p:spPr>
            <a:xfrm>
              <a:off x="5228890" y="3261701"/>
              <a:ext cx="316741" cy="306495"/>
            </a:xfrm>
            <a:custGeom>
              <a:avLst/>
              <a:gdLst/>
              <a:ahLst/>
              <a:cxnLst/>
              <a:rect l="l" t="t" r="r" b="b"/>
              <a:pathLst>
                <a:path w="12056" h="11666" extrusionOk="0">
                  <a:moveTo>
                    <a:pt x="2817" y="0"/>
                  </a:moveTo>
                  <a:lnTo>
                    <a:pt x="1866" y="493"/>
                  </a:lnTo>
                  <a:lnTo>
                    <a:pt x="1603" y="631"/>
                  </a:lnTo>
                  <a:cubicBezTo>
                    <a:pt x="458" y="1221"/>
                    <a:pt x="1" y="2629"/>
                    <a:pt x="576" y="3787"/>
                  </a:cubicBezTo>
                  <a:cubicBezTo>
                    <a:pt x="1339" y="5320"/>
                    <a:pt x="6708" y="10654"/>
                    <a:pt x="8255" y="11417"/>
                  </a:cubicBezTo>
                  <a:cubicBezTo>
                    <a:pt x="8594" y="11586"/>
                    <a:pt x="8955" y="11666"/>
                    <a:pt x="9310" y="11666"/>
                  </a:cubicBezTo>
                  <a:cubicBezTo>
                    <a:pt x="10167" y="11666"/>
                    <a:pt x="10993" y="11202"/>
                    <a:pt x="11424" y="10398"/>
                  </a:cubicBezTo>
                  <a:lnTo>
                    <a:pt x="11556" y="10134"/>
                  </a:lnTo>
                  <a:lnTo>
                    <a:pt x="12056" y="9191"/>
                  </a:lnTo>
                  <a:lnTo>
                    <a:pt x="9323" y="7672"/>
                  </a:lnTo>
                  <a:lnTo>
                    <a:pt x="9080" y="8261"/>
                  </a:lnTo>
                  <a:cubicBezTo>
                    <a:pt x="9032" y="8372"/>
                    <a:pt x="8962" y="8476"/>
                    <a:pt x="8886" y="8566"/>
                  </a:cubicBezTo>
                  <a:cubicBezTo>
                    <a:pt x="8666" y="8815"/>
                    <a:pt x="8358" y="8943"/>
                    <a:pt x="8048" y="8943"/>
                  </a:cubicBezTo>
                  <a:cubicBezTo>
                    <a:pt x="7820" y="8943"/>
                    <a:pt x="7591" y="8874"/>
                    <a:pt x="7395" y="8733"/>
                  </a:cubicBezTo>
                  <a:cubicBezTo>
                    <a:pt x="7124" y="8539"/>
                    <a:pt x="3469" y="4904"/>
                    <a:pt x="3274" y="4634"/>
                  </a:cubicBezTo>
                  <a:cubicBezTo>
                    <a:pt x="2858" y="4051"/>
                    <a:pt x="3087" y="3233"/>
                    <a:pt x="3753" y="2962"/>
                  </a:cubicBezTo>
                  <a:lnTo>
                    <a:pt x="4343" y="2719"/>
                  </a:lnTo>
                  <a:lnTo>
                    <a:pt x="2817"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9" name="Google Shape;6239;p61"/>
            <p:cNvSpPr/>
            <p:nvPr/>
          </p:nvSpPr>
          <p:spPr>
            <a:xfrm>
              <a:off x="5277731" y="3261701"/>
              <a:ext cx="65261" cy="82942"/>
            </a:xfrm>
            <a:custGeom>
              <a:avLst/>
              <a:gdLst/>
              <a:ahLst/>
              <a:cxnLst/>
              <a:rect l="l" t="t" r="r" b="b"/>
              <a:pathLst>
                <a:path w="2484" h="3157" extrusionOk="0">
                  <a:moveTo>
                    <a:pt x="951" y="0"/>
                  </a:moveTo>
                  <a:lnTo>
                    <a:pt x="0" y="493"/>
                  </a:lnTo>
                  <a:lnTo>
                    <a:pt x="1582" y="3156"/>
                  </a:lnTo>
                  <a:cubicBezTo>
                    <a:pt x="1672" y="3073"/>
                    <a:pt x="1776" y="3011"/>
                    <a:pt x="1894" y="2962"/>
                  </a:cubicBezTo>
                  <a:lnTo>
                    <a:pt x="2484" y="2719"/>
                  </a:lnTo>
                  <a:lnTo>
                    <a:pt x="951"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0" name="Google Shape;6240;p61"/>
            <p:cNvSpPr/>
            <p:nvPr/>
          </p:nvSpPr>
          <p:spPr>
            <a:xfrm>
              <a:off x="5462137" y="3463053"/>
              <a:ext cx="83494" cy="64893"/>
            </a:xfrm>
            <a:custGeom>
              <a:avLst/>
              <a:gdLst/>
              <a:ahLst/>
              <a:cxnLst/>
              <a:rect l="l" t="t" r="r" b="b"/>
              <a:pathLst>
                <a:path w="3178" h="2470" extrusionOk="0">
                  <a:moveTo>
                    <a:pt x="445" y="1"/>
                  </a:moveTo>
                  <a:lnTo>
                    <a:pt x="195" y="590"/>
                  </a:lnTo>
                  <a:cubicBezTo>
                    <a:pt x="147" y="708"/>
                    <a:pt x="84" y="812"/>
                    <a:pt x="1" y="902"/>
                  </a:cubicBezTo>
                  <a:lnTo>
                    <a:pt x="2678" y="2470"/>
                  </a:lnTo>
                  <a:lnTo>
                    <a:pt x="3178" y="1527"/>
                  </a:lnTo>
                  <a:lnTo>
                    <a:pt x="44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1" name="Google Shape;6241;p61"/>
            <p:cNvSpPr/>
            <p:nvPr/>
          </p:nvSpPr>
          <p:spPr>
            <a:xfrm>
              <a:off x="5286663" y="3235428"/>
              <a:ext cx="90771" cy="111973"/>
            </a:xfrm>
            <a:custGeom>
              <a:avLst/>
              <a:gdLst/>
              <a:ahLst/>
              <a:cxnLst/>
              <a:rect l="l" t="t" r="r" b="b"/>
              <a:pathLst>
                <a:path w="3455" h="4262" extrusionOk="0">
                  <a:moveTo>
                    <a:pt x="1287" y="1"/>
                  </a:moveTo>
                  <a:cubicBezTo>
                    <a:pt x="1243" y="1"/>
                    <a:pt x="1199" y="12"/>
                    <a:pt x="1159" y="36"/>
                  </a:cubicBezTo>
                  <a:lnTo>
                    <a:pt x="160" y="619"/>
                  </a:lnTo>
                  <a:cubicBezTo>
                    <a:pt x="35" y="695"/>
                    <a:pt x="0" y="848"/>
                    <a:pt x="70" y="966"/>
                  </a:cubicBezTo>
                  <a:lnTo>
                    <a:pt x="1949" y="4142"/>
                  </a:lnTo>
                  <a:cubicBezTo>
                    <a:pt x="1999" y="4220"/>
                    <a:pt x="2082" y="4261"/>
                    <a:pt x="2166" y="4261"/>
                  </a:cubicBezTo>
                  <a:cubicBezTo>
                    <a:pt x="2211" y="4261"/>
                    <a:pt x="2256" y="4250"/>
                    <a:pt x="2296" y="4226"/>
                  </a:cubicBezTo>
                  <a:lnTo>
                    <a:pt x="3295" y="3643"/>
                  </a:lnTo>
                  <a:cubicBezTo>
                    <a:pt x="3413" y="3574"/>
                    <a:pt x="3455" y="3414"/>
                    <a:pt x="3385" y="3296"/>
                  </a:cubicBezTo>
                  <a:lnTo>
                    <a:pt x="1506" y="126"/>
                  </a:lnTo>
                  <a:cubicBezTo>
                    <a:pt x="1455" y="44"/>
                    <a:pt x="1372" y="1"/>
                    <a:pt x="128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2" name="Google Shape;6242;p61"/>
            <p:cNvSpPr/>
            <p:nvPr/>
          </p:nvSpPr>
          <p:spPr>
            <a:xfrm>
              <a:off x="5458328" y="3429740"/>
              <a:ext cx="114653" cy="88486"/>
            </a:xfrm>
            <a:custGeom>
              <a:avLst/>
              <a:gdLst/>
              <a:ahLst/>
              <a:cxnLst/>
              <a:rect l="l" t="t" r="r" b="b"/>
              <a:pathLst>
                <a:path w="4364" h="3368" extrusionOk="0">
                  <a:moveTo>
                    <a:pt x="884" y="0"/>
                  </a:moveTo>
                  <a:cubicBezTo>
                    <a:pt x="797" y="0"/>
                    <a:pt x="713" y="45"/>
                    <a:pt x="666" y="124"/>
                  </a:cubicBezTo>
                  <a:lnTo>
                    <a:pt x="77" y="1116"/>
                  </a:lnTo>
                  <a:cubicBezTo>
                    <a:pt x="0" y="1234"/>
                    <a:pt x="42" y="1394"/>
                    <a:pt x="160" y="1463"/>
                  </a:cubicBezTo>
                  <a:lnTo>
                    <a:pt x="3350" y="3329"/>
                  </a:lnTo>
                  <a:cubicBezTo>
                    <a:pt x="3393" y="3355"/>
                    <a:pt x="3440" y="3367"/>
                    <a:pt x="3485" y="3367"/>
                  </a:cubicBezTo>
                  <a:cubicBezTo>
                    <a:pt x="3571" y="3367"/>
                    <a:pt x="3652" y="3323"/>
                    <a:pt x="3697" y="3246"/>
                  </a:cubicBezTo>
                  <a:lnTo>
                    <a:pt x="4287" y="2254"/>
                  </a:lnTo>
                  <a:cubicBezTo>
                    <a:pt x="4363" y="2136"/>
                    <a:pt x="4321" y="1976"/>
                    <a:pt x="4204" y="1907"/>
                  </a:cubicBezTo>
                  <a:lnTo>
                    <a:pt x="1013" y="34"/>
                  </a:lnTo>
                  <a:cubicBezTo>
                    <a:pt x="972" y="11"/>
                    <a:pt x="928" y="0"/>
                    <a:pt x="88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43" name="Google Shape;6243;p61"/>
          <p:cNvGrpSpPr/>
          <p:nvPr/>
        </p:nvGrpSpPr>
        <p:grpSpPr>
          <a:xfrm>
            <a:off x="5744739" y="3227047"/>
            <a:ext cx="388544" cy="347927"/>
            <a:chOff x="5757913" y="3227047"/>
            <a:chExt cx="388544" cy="347927"/>
          </a:xfrm>
        </p:grpSpPr>
        <p:sp>
          <p:nvSpPr>
            <p:cNvPr id="6244" name="Google Shape;6244;p61"/>
            <p:cNvSpPr/>
            <p:nvPr/>
          </p:nvSpPr>
          <p:spPr>
            <a:xfrm>
              <a:off x="5757913" y="3227047"/>
              <a:ext cx="388544" cy="347927"/>
            </a:xfrm>
            <a:custGeom>
              <a:avLst/>
              <a:gdLst/>
              <a:ahLst/>
              <a:cxnLst/>
              <a:rect l="l" t="t" r="r" b="b"/>
              <a:pathLst>
                <a:path w="14789" h="13243" extrusionOk="0">
                  <a:moveTo>
                    <a:pt x="4050" y="0"/>
                  </a:moveTo>
                  <a:cubicBezTo>
                    <a:pt x="3523" y="0"/>
                    <a:pt x="2993" y="103"/>
                    <a:pt x="2490" y="314"/>
                  </a:cubicBezTo>
                  <a:cubicBezTo>
                    <a:pt x="978" y="952"/>
                    <a:pt x="0" y="2436"/>
                    <a:pt x="14" y="4073"/>
                  </a:cubicBezTo>
                  <a:cubicBezTo>
                    <a:pt x="14" y="8283"/>
                    <a:pt x="5431" y="12105"/>
                    <a:pt x="6985" y="13118"/>
                  </a:cubicBezTo>
                  <a:cubicBezTo>
                    <a:pt x="7110" y="13201"/>
                    <a:pt x="7254" y="13243"/>
                    <a:pt x="7398" y="13243"/>
                  </a:cubicBezTo>
                  <a:cubicBezTo>
                    <a:pt x="7542" y="13243"/>
                    <a:pt x="7686" y="13201"/>
                    <a:pt x="7810" y="13118"/>
                  </a:cubicBezTo>
                  <a:cubicBezTo>
                    <a:pt x="9364" y="12105"/>
                    <a:pt x="14781" y="8283"/>
                    <a:pt x="14781" y="4073"/>
                  </a:cubicBezTo>
                  <a:cubicBezTo>
                    <a:pt x="14788" y="1833"/>
                    <a:pt x="12971" y="8"/>
                    <a:pt x="10731" y="1"/>
                  </a:cubicBezTo>
                  <a:cubicBezTo>
                    <a:pt x="9662" y="1"/>
                    <a:pt x="8643" y="424"/>
                    <a:pt x="7887" y="1174"/>
                  </a:cubicBezTo>
                  <a:cubicBezTo>
                    <a:pt x="7752" y="1309"/>
                    <a:pt x="7575" y="1376"/>
                    <a:pt x="7397" y="1376"/>
                  </a:cubicBezTo>
                  <a:cubicBezTo>
                    <a:pt x="7219" y="1376"/>
                    <a:pt x="7041" y="1309"/>
                    <a:pt x="6902" y="1174"/>
                  </a:cubicBezTo>
                  <a:cubicBezTo>
                    <a:pt x="6131" y="407"/>
                    <a:pt x="5098" y="0"/>
                    <a:pt x="4050" y="0"/>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5" name="Google Shape;6245;p61"/>
            <p:cNvSpPr/>
            <p:nvPr/>
          </p:nvSpPr>
          <p:spPr>
            <a:xfrm>
              <a:off x="5758097" y="3227074"/>
              <a:ext cx="194101" cy="347743"/>
            </a:xfrm>
            <a:custGeom>
              <a:avLst/>
              <a:gdLst/>
              <a:ahLst/>
              <a:cxnLst/>
              <a:rect l="l" t="t" r="r" b="b"/>
              <a:pathLst>
                <a:path w="7388" h="13236" extrusionOk="0">
                  <a:moveTo>
                    <a:pt x="4058" y="0"/>
                  </a:moveTo>
                  <a:cubicBezTo>
                    <a:pt x="1811" y="7"/>
                    <a:pt x="0" y="1832"/>
                    <a:pt x="7" y="4072"/>
                  </a:cubicBezTo>
                  <a:cubicBezTo>
                    <a:pt x="7" y="8282"/>
                    <a:pt x="5424" y="12104"/>
                    <a:pt x="6978" y="13117"/>
                  </a:cubicBezTo>
                  <a:cubicBezTo>
                    <a:pt x="7088" y="13188"/>
                    <a:pt x="7223" y="13235"/>
                    <a:pt x="7360" y="13235"/>
                  </a:cubicBezTo>
                  <a:cubicBezTo>
                    <a:pt x="7369" y="13235"/>
                    <a:pt x="7378" y="13235"/>
                    <a:pt x="7387" y="13235"/>
                  </a:cubicBezTo>
                  <a:cubicBezTo>
                    <a:pt x="1859" y="5688"/>
                    <a:pt x="3829" y="1457"/>
                    <a:pt x="5702" y="354"/>
                  </a:cubicBezTo>
                  <a:cubicBezTo>
                    <a:pt x="5182" y="118"/>
                    <a:pt x="4620" y="0"/>
                    <a:pt x="4058"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46" name="Google Shape;6246;p61"/>
          <p:cNvSpPr/>
          <p:nvPr/>
        </p:nvSpPr>
        <p:spPr>
          <a:xfrm>
            <a:off x="7189280" y="3377641"/>
            <a:ext cx="17340" cy="197149"/>
          </a:xfrm>
          <a:custGeom>
            <a:avLst/>
            <a:gdLst/>
            <a:ahLst/>
            <a:cxnLst/>
            <a:rect l="l" t="t" r="r" b="b"/>
            <a:pathLst>
              <a:path w="660" h="7504" extrusionOk="0">
                <a:moveTo>
                  <a:pt x="482" y="0"/>
                </a:moveTo>
                <a:cubicBezTo>
                  <a:pt x="447" y="0"/>
                  <a:pt x="413" y="10"/>
                  <a:pt x="382" y="33"/>
                </a:cubicBezTo>
                <a:lnTo>
                  <a:pt x="0" y="304"/>
                </a:lnTo>
                <a:lnTo>
                  <a:pt x="0" y="7504"/>
                </a:lnTo>
                <a:lnTo>
                  <a:pt x="444" y="7504"/>
                </a:lnTo>
                <a:cubicBezTo>
                  <a:pt x="562" y="7504"/>
                  <a:pt x="659" y="7406"/>
                  <a:pt x="659" y="7289"/>
                </a:cubicBezTo>
                <a:lnTo>
                  <a:pt x="659" y="172"/>
                </a:lnTo>
                <a:cubicBezTo>
                  <a:pt x="659" y="72"/>
                  <a:pt x="572" y="0"/>
                  <a:pt x="4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247" name="Google Shape;6247;p61"/>
          <p:cNvGrpSpPr/>
          <p:nvPr/>
        </p:nvGrpSpPr>
        <p:grpSpPr>
          <a:xfrm>
            <a:off x="6881681" y="3227074"/>
            <a:ext cx="324938" cy="347717"/>
            <a:chOff x="6894856" y="3227074"/>
            <a:chExt cx="324938" cy="347717"/>
          </a:xfrm>
        </p:grpSpPr>
        <p:sp>
          <p:nvSpPr>
            <p:cNvPr id="6248" name="Google Shape;6248;p61"/>
            <p:cNvSpPr/>
            <p:nvPr/>
          </p:nvSpPr>
          <p:spPr>
            <a:xfrm>
              <a:off x="6898849" y="3377589"/>
              <a:ext cx="316925" cy="43770"/>
            </a:xfrm>
            <a:custGeom>
              <a:avLst/>
              <a:gdLst/>
              <a:ahLst/>
              <a:cxnLst/>
              <a:rect l="l" t="t" r="r" b="b"/>
              <a:pathLst>
                <a:path w="12063" h="1666" extrusionOk="0">
                  <a:moveTo>
                    <a:pt x="8" y="1"/>
                  </a:moveTo>
                  <a:lnTo>
                    <a:pt x="1" y="1665"/>
                  </a:lnTo>
                  <a:lnTo>
                    <a:pt x="12063" y="1665"/>
                  </a:lnTo>
                  <a:lnTo>
                    <a:pt x="12056"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9" name="Google Shape;6249;p61"/>
            <p:cNvSpPr/>
            <p:nvPr/>
          </p:nvSpPr>
          <p:spPr>
            <a:xfrm>
              <a:off x="6996346" y="3227074"/>
              <a:ext cx="128867" cy="61977"/>
            </a:xfrm>
            <a:custGeom>
              <a:avLst/>
              <a:gdLst/>
              <a:ahLst/>
              <a:cxnLst/>
              <a:rect l="l" t="t" r="r" b="b"/>
              <a:pathLst>
                <a:path w="4905" h="2359" extrusionOk="0">
                  <a:moveTo>
                    <a:pt x="2453" y="0"/>
                  </a:moveTo>
                  <a:cubicBezTo>
                    <a:pt x="2399" y="0"/>
                    <a:pt x="2345" y="21"/>
                    <a:pt x="2303" y="63"/>
                  </a:cubicBezTo>
                  <a:lnTo>
                    <a:pt x="999" y="1360"/>
                  </a:lnTo>
                  <a:lnTo>
                    <a:pt x="1" y="2359"/>
                  </a:lnTo>
                  <a:lnTo>
                    <a:pt x="4905" y="2359"/>
                  </a:lnTo>
                  <a:lnTo>
                    <a:pt x="2602" y="63"/>
                  </a:lnTo>
                  <a:cubicBezTo>
                    <a:pt x="2560" y="21"/>
                    <a:pt x="2506" y="0"/>
                    <a:pt x="2453"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0" name="Google Shape;6250;p61"/>
            <p:cNvSpPr/>
            <p:nvPr/>
          </p:nvSpPr>
          <p:spPr>
            <a:xfrm>
              <a:off x="6996346" y="3262778"/>
              <a:ext cx="128867" cy="26273"/>
            </a:xfrm>
            <a:custGeom>
              <a:avLst/>
              <a:gdLst/>
              <a:ahLst/>
              <a:cxnLst/>
              <a:rect l="l" t="t" r="r" b="b"/>
              <a:pathLst>
                <a:path w="4905" h="1000" extrusionOk="0">
                  <a:moveTo>
                    <a:pt x="999" y="1"/>
                  </a:moveTo>
                  <a:lnTo>
                    <a:pt x="1" y="1000"/>
                  </a:lnTo>
                  <a:lnTo>
                    <a:pt x="4905" y="1000"/>
                  </a:lnTo>
                  <a:lnTo>
                    <a:pt x="3906"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1" name="Google Shape;6251;p61"/>
            <p:cNvSpPr/>
            <p:nvPr/>
          </p:nvSpPr>
          <p:spPr>
            <a:xfrm>
              <a:off x="6918186" y="3280092"/>
              <a:ext cx="278278" cy="260439"/>
            </a:xfrm>
            <a:custGeom>
              <a:avLst/>
              <a:gdLst/>
              <a:ahLst/>
              <a:cxnLst/>
              <a:rect l="l" t="t" r="r" b="b"/>
              <a:pathLst>
                <a:path w="10592" h="9913" extrusionOk="0">
                  <a:moveTo>
                    <a:pt x="10388" y="0"/>
                  </a:moveTo>
                  <a:cubicBezTo>
                    <a:pt x="10384" y="0"/>
                    <a:pt x="10381" y="1"/>
                    <a:pt x="10377" y="1"/>
                  </a:cubicBezTo>
                  <a:lnTo>
                    <a:pt x="215" y="1"/>
                  </a:lnTo>
                  <a:cubicBezTo>
                    <a:pt x="97" y="1"/>
                    <a:pt x="0" y="91"/>
                    <a:pt x="0" y="209"/>
                  </a:cubicBezTo>
                  <a:lnTo>
                    <a:pt x="0" y="9913"/>
                  </a:lnTo>
                  <a:lnTo>
                    <a:pt x="10592" y="9913"/>
                  </a:lnTo>
                  <a:lnTo>
                    <a:pt x="10592" y="209"/>
                  </a:lnTo>
                  <a:cubicBezTo>
                    <a:pt x="10592" y="95"/>
                    <a:pt x="10501" y="0"/>
                    <a:pt x="10388"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2" name="Google Shape;6252;p61"/>
            <p:cNvSpPr/>
            <p:nvPr/>
          </p:nvSpPr>
          <p:spPr>
            <a:xfrm>
              <a:off x="7177127" y="3279908"/>
              <a:ext cx="19337" cy="260623"/>
            </a:xfrm>
            <a:custGeom>
              <a:avLst/>
              <a:gdLst/>
              <a:ahLst/>
              <a:cxnLst/>
              <a:rect l="l" t="t" r="r" b="b"/>
              <a:pathLst>
                <a:path w="736" h="9920" extrusionOk="0">
                  <a:moveTo>
                    <a:pt x="0" y="1"/>
                  </a:moveTo>
                  <a:lnTo>
                    <a:pt x="0" y="9920"/>
                  </a:lnTo>
                  <a:lnTo>
                    <a:pt x="736" y="9920"/>
                  </a:lnTo>
                  <a:lnTo>
                    <a:pt x="736" y="216"/>
                  </a:lnTo>
                  <a:cubicBezTo>
                    <a:pt x="736" y="98"/>
                    <a:pt x="638" y="1"/>
                    <a:pt x="521" y="1"/>
                  </a:cubicBez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3" name="Google Shape;6253;p61"/>
            <p:cNvSpPr/>
            <p:nvPr/>
          </p:nvSpPr>
          <p:spPr>
            <a:xfrm>
              <a:off x="6918186" y="3367579"/>
              <a:ext cx="278278" cy="172952"/>
            </a:xfrm>
            <a:custGeom>
              <a:avLst/>
              <a:gdLst/>
              <a:ahLst/>
              <a:cxnLst/>
              <a:rect l="l" t="t" r="r" b="b"/>
              <a:pathLst>
                <a:path w="10592" h="6583" extrusionOk="0">
                  <a:moveTo>
                    <a:pt x="0" y="0"/>
                  </a:moveTo>
                  <a:lnTo>
                    <a:pt x="0" y="6583"/>
                  </a:lnTo>
                  <a:lnTo>
                    <a:pt x="10592" y="6583"/>
                  </a:lnTo>
                  <a:lnTo>
                    <a:pt x="10592" y="0"/>
                  </a:lnTo>
                  <a:lnTo>
                    <a:pt x="5299" y="3794"/>
                  </a:lnTo>
                  <a:lnTo>
                    <a:pt x="0" y="0"/>
                  </a:ln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4" name="Google Shape;6254;p61"/>
            <p:cNvSpPr/>
            <p:nvPr/>
          </p:nvSpPr>
          <p:spPr>
            <a:xfrm>
              <a:off x="6958619" y="3418784"/>
              <a:ext cx="197385" cy="10588"/>
            </a:xfrm>
            <a:custGeom>
              <a:avLst/>
              <a:gdLst/>
              <a:ahLst/>
              <a:cxnLst/>
              <a:rect l="l" t="t" r="r" b="b"/>
              <a:pathLst>
                <a:path w="7513" h="403" extrusionOk="0">
                  <a:moveTo>
                    <a:pt x="271" y="0"/>
                  </a:moveTo>
                  <a:cubicBezTo>
                    <a:pt x="1" y="0"/>
                    <a:pt x="1" y="403"/>
                    <a:pt x="271" y="403"/>
                  </a:cubicBezTo>
                  <a:lnTo>
                    <a:pt x="7242" y="403"/>
                  </a:lnTo>
                  <a:cubicBezTo>
                    <a:pt x="7513" y="403"/>
                    <a:pt x="7513" y="0"/>
                    <a:pt x="7242" y="0"/>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5" name="Google Shape;6255;p61"/>
            <p:cNvSpPr/>
            <p:nvPr/>
          </p:nvSpPr>
          <p:spPr>
            <a:xfrm>
              <a:off x="6992511" y="3441378"/>
              <a:ext cx="129970" cy="10588"/>
            </a:xfrm>
            <a:custGeom>
              <a:avLst/>
              <a:gdLst/>
              <a:ahLst/>
              <a:cxnLst/>
              <a:rect l="l" t="t" r="r" b="b"/>
              <a:pathLst>
                <a:path w="4947" h="403" extrusionOk="0">
                  <a:moveTo>
                    <a:pt x="271" y="0"/>
                  </a:moveTo>
                  <a:cubicBezTo>
                    <a:pt x="1" y="0"/>
                    <a:pt x="1" y="403"/>
                    <a:pt x="271" y="403"/>
                  </a:cubicBezTo>
                  <a:lnTo>
                    <a:pt x="4676" y="403"/>
                  </a:lnTo>
                  <a:cubicBezTo>
                    <a:pt x="4946" y="403"/>
                    <a:pt x="4946" y="0"/>
                    <a:pt x="4676" y="0"/>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6" name="Google Shape;6256;p61"/>
            <p:cNvSpPr/>
            <p:nvPr/>
          </p:nvSpPr>
          <p:spPr>
            <a:xfrm>
              <a:off x="7021489" y="3463789"/>
              <a:ext cx="70016" cy="10588"/>
            </a:xfrm>
            <a:custGeom>
              <a:avLst/>
              <a:gdLst/>
              <a:ahLst/>
              <a:cxnLst/>
              <a:rect l="l" t="t" r="r" b="b"/>
              <a:pathLst>
                <a:path w="2665" h="403" extrusionOk="0">
                  <a:moveTo>
                    <a:pt x="271" y="0"/>
                  </a:moveTo>
                  <a:cubicBezTo>
                    <a:pt x="1" y="0"/>
                    <a:pt x="1" y="403"/>
                    <a:pt x="271" y="403"/>
                  </a:cubicBezTo>
                  <a:lnTo>
                    <a:pt x="2394" y="403"/>
                  </a:lnTo>
                  <a:cubicBezTo>
                    <a:pt x="2664" y="403"/>
                    <a:pt x="2664" y="0"/>
                    <a:pt x="2394" y="0"/>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7" name="Google Shape;6257;p61"/>
            <p:cNvSpPr/>
            <p:nvPr/>
          </p:nvSpPr>
          <p:spPr>
            <a:xfrm>
              <a:off x="6894856" y="3377510"/>
              <a:ext cx="324938" cy="197280"/>
            </a:xfrm>
            <a:custGeom>
              <a:avLst/>
              <a:gdLst/>
              <a:ahLst/>
              <a:cxnLst/>
              <a:rect l="l" t="t" r="r" b="b"/>
              <a:pathLst>
                <a:path w="12368" h="7509" extrusionOk="0">
                  <a:moveTo>
                    <a:pt x="174" y="1"/>
                  </a:moveTo>
                  <a:cubicBezTo>
                    <a:pt x="85" y="1"/>
                    <a:pt x="0" y="73"/>
                    <a:pt x="0" y="177"/>
                  </a:cubicBezTo>
                  <a:lnTo>
                    <a:pt x="0" y="7294"/>
                  </a:lnTo>
                  <a:cubicBezTo>
                    <a:pt x="0" y="7411"/>
                    <a:pt x="97" y="7509"/>
                    <a:pt x="215" y="7509"/>
                  </a:cubicBezTo>
                  <a:lnTo>
                    <a:pt x="12152" y="7509"/>
                  </a:lnTo>
                  <a:cubicBezTo>
                    <a:pt x="12270" y="7509"/>
                    <a:pt x="12367" y="7411"/>
                    <a:pt x="12367" y="7294"/>
                  </a:cubicBezTo>
                  <a:lnTo>
                    <a:pt x="12367" y="177"/>
                  </a:lnTo>
                  <a:cubicBezTo>
                    <a:pt x="12367" y="77"/>
                    <a:pt x="12280" y="5"/>
                    <a:pt x="12190" y="5"/>
                  </a:cubicBezTo>
                  <a:cubicBezTo>
                    <a:pt x="12155" y="5"/>
                    <a:pt x="12121" y="15"/>
                    <a:pt x="12090" y="38"/>
                  </a:cubicBezTo>
                  <a:lnTo>
                    <a:pt x="11708" y="316"/>
                  </a:lnTo>
                  <a:lnTo>
                    <a:pt x="6284" y="4200"/>
                  </a:lnTo>
                  <a:cubicBezTo>
                    <a:pt x="6253" y="4221"/>
                    <a:pt x="6218" y="4231"/>
                    <a:pt x="6184" y="4231"/>
                  </a:cubicBezTo>
                  <a:cubicBezTo>
                    <a:pt x="6149" y="4231"/>
                    <a:pt x="6114" y="4221"/>
                    <a:pt x="6083" y="4200"/>
                  </a:cubicBezTo>
                  <a:lnTo>
                    <a:pt x="278" y="38"/>
                  </a:lnTo>
                  <a:cubicBezTo>
                    <a:pt x="246" y="13"/>
                    <a:pt x="210" y="1"/>
                    <a:pt x="174"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8" name="Google Shape;6258;p61"/>
            <p:cNvSpPr/>
            <p:nvPr/>
          </p:nvSpPr>
          <p:spPr>
            <a:xfrm>
              <a:off x="6955361" y="3318371"/>
              <a:ext cx="32630" cy="32630"/>
            </a:xfrm>
            <a:custGeom>
              <a:avLst/>
              <a:gdLst/>
              <a:ahLst/>
              <a:cxnLst/>
              <a:rect l="l" t="t" r="r" b="b"/>
              <a:pathLst>
                <a:path w="1242" h="1242" extrusionOk="0">
                  <a:moveTo>
                    <a:pt x="194" y="0"/>
                  </a:moveTo>
                  <a:cubicBezTo>
                    <a:pt x="83" y="0"/>
                    <a:pt x="0" y="91"/>
                    <a:pt x="0" y="195"/>
                  </a:cubicBezTo>
                  <a:lnTo>
                    <a:pt x="0" y="1048"/>
                  </a:lnTo>
                  <a:cubicBezTo>
                    <a:pt x="0" y="1159"/>
                    <a:pt x="83" y="1242"/>
                    <a:pt x="194" y="1242"/>
                  </a:cubicBezTo>
                  <a:lnTo>
                    <a:pt x="1047" y="1242"/>
                  </a:lnTo>
                  <a:cubicBezTo>
                    <a:pt x="1158" y="1242"/>
                    <a:pt x="1242" y="1159"/>
                    <a:pt x="1242" y="1048"/>
                  </a:cubicBezTo>
                  <a:lnTo>
                    <a:pt x="1242" y="195"/>
                  </a:lnTo>
                  <a:cubicBezTo>
                    <a:pt x="1242" y="91"/>
                    <a:pt x="1158" y="0"/>
                    <a:pt x="1047" y="0"/>
                  </a:cubicBezTo>
                  <a:close/>
                </a:path>
              </a:pathLst>
            </a:custGeom>
            <a:solidFill>
              <a:srgbClr val="40404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59" name="Google Shape;6259;p61"/>
            <p:cNvSpPr/>
            <p:nvPr/>
          </p:nvSpPr>
          <p:spPr>
            <a:xfrm>
              <a:off x="7009115" y="3313090"/>
              <a:ext cx="36466" cy="10588"/>
            </a:xfrm>
            <a:custGeom>
              <a:avLst/>
              <a:gdLst/>
              <a:ahLst/>
              <a:cxnLst/>
              <a:rect l="l" t="t" r="r" b="b"/>
              <a:pathLst>
                <a:path w="1388" h="403" extrusionOk="0">
                  <a:moveTo>
                    <a:pt x="271" y="0"/>
                  </a:moveTo>
                  <a:cubicBezTo>
                    <a:pt x="0" y="0"/>
                    <a:pt x="0" y="403"/>
                    <a:pt x="271" y="403"/>
                  </a:cubicBezTo>
                  <a:lnTo>
                    <a:pt x="1124" y="403"/>
                  </a:lnTo>
                  <a:cubicBezTo>
                    <a:pt x="1387" y="403"/>
                    <a:pt x="1387" y="0"/>
                    <a:pt x="1124" y="0"/>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0" name="Google Shape;6260;p61"/>
            <p:cNvSpPr/>
            <p:nvPr/>
          </p:nvSpPr>
          <p:spPr>
            <a:xfrm>
              <a:off x="7009115" y="3341149"/>
              <a:ext cx="113366" cy="10588"/>
            </a:xfrm>
            <a:custGeom>
              <a:avLst/>
              <a:gdLst/>
              <a:ahLst/>
              <a:cxnLst/>
              <a:rect l="l" t="t" r="r" b="b"/>
              <a:pathLst>
                <a:path w="4315" h="403" extrusionOk="0">
                  <a:moveTo>
                    <a:pt x="271" y="0"/>
                  </a:moveTo>
                  <a:cubicBezTo>
                    <a:pt x="0" y="0"/>
                    <a:pt x="0" y="403"/>
                    <a:pt x="271" y="403"/>
                  </a:cubicBezTo>
                  <a:lnTo>
                    <a:pt x="4044" y="403"/>
                  </a:lnTo>
                  <a:cubicBezTo>
                    <a:pt x="4314" y="403"/>
                    <a:pt x="4314" y="0"/>
                    <a:pt x="4044" y="0"/>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1" name="Google Shape;6261;p61"/>
            <p:cNvSpPr/>
            <p:nvPr/>
          </p:nvSpPr>
          <p:spPr>
            <a:xfrm>
              <a:off x="6961010" y="3385234"/>
              <a:ext cx="69806" cy="10614"/>
            </a:xfrm>
            <a:custGeom>
              <a:avLst/>
              <a:gdLst/>
              <a:ahLst/>
              <a:cxnLst/>
              <a:rect l="l" t="t" r="r" b="b"/>
              <a:pathLst>
                <a:path w="2657" h="404" extrusionOk="0">
                  <a:moveTo>
                    <a:pt x="271" y="1"/>
                  </a:moveTo>
                  <a:cubicBezTo>
                    <a:pt x="0" y="1"/>
                    <a:pt x="0" y="403"/>
                    <a:pt x="271" y="403"/>
                  </a:cubicBezTo>
                  <a:lnTo>
                    <a:pt x="2386" y="403"/>
                  </a:lnTo>
                  <a:cubicBezTo>
                    <a:pt x="2657" y="403"/>
                    <a:pt x="2657" y="1"/>
                    <a:pt x="2386" y="1"/>
                  </a:cubicBezTo>
                  <a:close/>
                </a:path>
              </a:pathLst>
            </a:custGeom>
            <a:solidFill>
              <a:srgbClr val="08080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2" name="Google Shape;6262;p61"/>
            <p:cNvSpPr/>
            <p:nvPr/>
          </p:nvSpPr>
          <p:spPr>
            <a:xfrm>
              <a:off x="6921443" y="3539060"/>
              <a:ext cx="57248" cy="10588"/>
            </a:xfrm>
            <a:custGeom>
              <a:avLst/>
              <a:gdLst/>
              <a:ahLst/>
              <a:cxnLst/>
              <a:rect l="l" t="t" r="r" b="b"/>
              <a:pathLst>
                <a:path w="2179" h="403" extrusionOk="0">
                  <a:moveTo>
                    <a:pt x="271" y="0"/>
                  </a:moveTo>
                  <a:cubicBezTo>
                    <a:pt x="1" y="0"/>
                    <a:pt x="1" y="402"/>
                    <a:pt x="271" y="402"/>
                  </a:cubicBezTo>
                  <a:lnTo>
                    <a:pt x="1908" y="402"/>
                  </a:lnTo>
                  <a:cubicBezTo>
                    <a:pt x="2179" y="402"/>
                    <a:pt x="2179" y="0"/>
                    <a:pt x="1908"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63" name="Google Shape;6263;p61"/>
          <p:cNvGrpSpPr/>
          <p:nvPr/>
        </p:nvGrpSpPr>
        <p:grpSpPr>
          <a:xfrm>
            <a:off x="7401772" y="3220873"/>
            <a:ext cx="360091" cy="360117"/>
            <a:chOff x="7414946" y="3220873"/>
            <a:chExt cx="360091" cy="360117"/>
          </a:xfrm>
        </p:grpSpPr>
        <p:sp>
          <p:nvSpPr>
            <p:cNvPr id="6264" name="Google Shape;6264;p61"/>
            <p:cNvSpPr/>
            <p:nvPr/>
          </p:nvSpPr>
          <p:spPr>
            <a:xfrm>
              <a:off x="7414946" y="3305234"/>
              <a:ext cx="151619" cy="195389"/>
            </a:xfrm>
            <a:custGeom>
              <a:avLst/>
              <a:gdLst/>
              <a:ahLst/>
              <a:cxnLst/>
              <a:rect l="l" t="t" r="r" b="b"/>
              <a:pathLst>
                <a:path w="5771" h="7437" extrusionOk="0">
                  <a:moveTo>
                    <a:pt x="0" y="1"/>
                  </a:moveTo>
                  <a:lnTo>
                    <a:pt x="0" y="4572"/>
                  </a:lnTo>
                  <a:lnTo>
                    <a:pt x="5771" y="7437"/>
                  </a:lnTo>
                  <a:lnTo>
                    <a:pt x="4571" y="1360"/>
                  </a:lnTo>
                  <a:lnTo>
                    <a:pt x="902" y="272"/>
                  </a:lnTo>
                  <a:lnTo>
                    <a:pt x="0" y="1"/>
                  </a:lnTo>
                  <a:close/>
                </a:path>
              </a:pathLst>
            </a:custGeom>
            <a:solidFill>
              <a:srgbClr val="C2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5" name="Google Shape;6265;p61"/>
            <p:cNvSpPr/>
            <p:nvPr/>
          </p:nvSpPr>
          <p:spPr>
            <a:xfrm>
              <a:off x="7414946" y="3425326"/>
              <a:ext cx="143789" cy="155665"/>
            </a:xfrm>
            <a:custGeom>
              <a:avLst/>
              <a:gdLst/>
              <a:ahLst/>
              <a:cxnLst/>
              <a:rect l="l" t="t" r="r" b="b"/>
              <a:pathLst>
                <a:path w="5473" h="5925" extrusionOk="0">
                  <a:moveTo>
                    <a:pt x="0" y="1"/>
                  </a:moveTo>
                  <a:lnTo>
                    <a:pt x="0" y="4572"/>
                  </a:lnTo>
                  <a:lnTo>
                    <a:pt x="4571" y="5924"/>
                  </a:lnTo>
                  <a:lnTo>
                    <a:pt x="5473" y="3642"/>
                  </a:lnTo>
                  <a:lnTo>
                    <a:pt x="4571" y="1353"/>
                  </a:lnTo>
                  <a:lnTo>
                    <a:pt x="0" y="1"/>
                  </a:lnTo>
                  <a:close/>
                </a:path>
              </a:pathLst>
            </a:custGeom>
            <a:solidFill>
              <a:srgbClr val="AC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6" name="Google Shape;6266;p61"/>
            <p:cNvSpPr/>
            <p:nvPr/>
          </p:nvSpPr>
          <p:spPr>
            <a:xfrm>
              <a:off x="7735471" y="3430265"/>
              <a:ext cx="39566" cy="150725"/>
            </a:xfrm>
            <a:custGeom>
              <a:avLst/>
              <a:gdLst/>
              <a:ahLst/>
              <a:cxnLst/>
              <a:rect l="l" t="t" r="r" b="b"/>
              <a:pathLst>
                <a:path w="1506" h="5737" extrusionOk="0">
                  <a:moveTo>
                    <a:pt x="1" y="0"/>
                  </a:moveTo>
                  <a:lnTo>
                    <a:pt x="604" y="5466"/>
                  </a:lnTo>
                  <a:lnTo>
                    <a:pt x="1506" y="5736"/>
                  </a:lnTo>
                  <a:lnTo>
                    <a:pt x="1506" y="1165"/>
                  </a:lnTo>
                  <a:lnTo>
                    <a:pt x="1" y="0"/>
                  </a:lnTo>
                  <a:close/>
                </a:path>
              </a:pathLst>
            </a:custGeom>
            <a:solidFill>
              <a:srgbClr val="94A5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7" name="Google Shape;6267;p61"/>
            <p:cNvSpPr/>
            <p:nvPr/>
          </p:nvSpPr>
          <p:spPr>
            <a:xfrm>
              <a:off x="7623418" y="3393641"/>
              <a:ext cx="127947" cy="180229"/>
            </a:xfrm>
            <a:custGeom>
              <a:avLst/>
              <a:gdLst/>
              <a:ahLst/>
              <a:cxnLst/>
              <a:rect l="l" t="t" r="r" b="b"/>
              <a:pathLst>
                <a:path w="4870" h="6860" extrusionOk="0">
                  <a:moveTo>
                    <a:pt x="0" y="0"/>
                  </a:moveTo>
                  <a:lnTo>
                    <a:pt x="1200" y="5778"/>
                  </a:lnTo>
                  <a:lnTo>
                    <a:pt x="4869" y="6860"/>
                  </a:lnTo>
                  <a:lnTo>
                    <a:pt x="4869" y="2296"/>
                  </a:lnTo>
                  <a:lnTo>
                    <a:pt x="0" y="0"/>
                  </a:lnTo>
                  <a:close/>
                </a:path>
              </a:pathLst>
            </a:custGeom>
            <a:solidFill>
              <a:srgbClr val="AC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8" name="Google Shape;6268;p61"/>
            <p:cNvSpPr/>
            <p:nvPr/>
          </p:nvSpPr>
          <p:spPr>
            <a:xfrm>
              <a:off x="7535038" y="3420045"/>
              <a:ext cx="119908" cy="160945"/>
            </a:xfrm>
            <a:custGeom>
              <a:avLst/>
              <a:gdLst/>
              <a:ahLst/>
              <a:cxnLst/>
              <a:rect l="l" t="t" r="r" b="b"/>
              <a:pathLst>
                <a:path w="4564" h="6126" extrusionOk="0">
                  <a:moveTo>
                    <a:pt x="2282" y="1"/>
                  </a:moveTo>
                  <a:lnTo>
                    <a:pt x="0" y="1554"/>
                  </a:lnTo>
                  <a:lnTo>
                    <a:pt x="0" y="6125"/>
                  </a:lnTo>
                  <a:lnTo>
                    <a:pt x="4564" y="4773"/>
                  </a:lnTo>
                  <a:lnTo>
                    <a:pt x="4564" y="202"/>
                  </a:lnTo>
                  <a:lnTo>
                    <a:pt x="2282" y="1"/>
                  </a:lnTo>
                  <a:close/>
                </a:path>
              </a:pathLst>
            </a:custGeom>
            <a:solidFill>
              <a:srgbClr val="94A5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9" name="Google Shape;6269;p61"/>
            <p:cNvSpPr/>
            <p:nvPr/>
          </p:nvSpPr>
          <p:spPr>
            <a:xfrm>
              <a:off x="7735471" y="3333845"/>
              <a:ext cx="39566" cy="127054"/>
            </a:xfrm>
            <a:custGeom>
              <a:avLst/>
              <a:gdLst/>
              <a:ahLst/>
              <a:cxnLst/>
              <a:rect l="l" t="t" r="r" b="b"/>
              <a:pathLst>
                <a:path w="1506" h="4836" extrusionOk="0">
                  <a:moveTo>
                    <a:pt x="604" y="1"/>
                  </a:moveTo>
                  <a:lnTo>
                    <a:pt x="1" y="2290"/>
                  </a:lnTo>
                  <a:lnTo>
                    <a:pt x="604" y="4572"/>
                  </a:lnTo>
                  <a:lnTo>
                    <a:pt x="1506" y="4835"/>
                  </a:lnTo>
                  <a:lnTo>
                    <a:pt x="1506" y="271"/>
                  </a:lnTo>
                  <a:lnTo>
                    <a:pt x="604" y="1"/>
                  </a:lnTo>
                  <a:close/>
                </a:path>
              </a:pathLst>
            </a:custGeom>
            <a:solidFill>
              <a:srgbClr val="AC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0" name="Google Shape;6270;p61"/>
            <p:cNvSpPr/>
            <p:nvPr/>
          </p:nvSpPr>
          <p:spPr>
            <a:xfrm>
              <a:off x="7631248" y="3305234"/>
              <a:ext cx="120118" cy="148729"/>
            </a:xfrm>
            <a:custGeom>
              <a:avLst/>
              <a:gdLst/>
              <a:ahLst/>
              <a:cxnLst/>
              <a:rect l="l" t="t" r="r" b="b"/>
              <a:pathLst>
                <a:path w="4572" h="5661" extrusionOk="0">
                  <a:moveTo>
                    <a:pt x="902" y="1"/>
                  </a:moveTo>
                  <a:lnTo>
                    <a:pt x="0" y="2290"/>
                  </a:lnTo>
                  <a:lnTo>
                    <a:pt x="902" y="4572"/>
                  </a:lnTo>
                  <a:lnTo>
                    <a:pt x="4571" y="5661"/>
                  </a:lnTo>
                  <a:lnTo>
                    <a:pt x="4571" y="1090"/>
                  </a:lnTo>
                  <a:lnTo>
                    <a:pt x="902" y="1"/>
                  </a:lnTo>
                  <a:close/>
                </a:path>
              </a:pathLst>
            </a:custGeom>
            <a:solidFill>
              <a:srgbClr val="C2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1" name="Google Shape;6271;p61"/>
            <p:cNvSpPr/>
            <p:nvPr/>
          </p:nvSpPr>
          <p:spPr>
            <a:xfrm>
              <a:off x="7535038" y="3305234"/>
              <a:ext cx="119908" cy="155665"/>
            </a:xfrm>
            <a:custGeom>
              <a:avLst/>
              <a:gdLst/>
              <a:ahLst/>
              <a:cxnLst/>
              <a:rect l="l" t="t" r="r" b="b"/>
              <a:pathLst>
                <a:path w="4564" h="5925" extrusionOk="0">
                  <a:moveTo>
                    <a:pt x="4564" y="1"/>
                  </a:moveTo>
                  <a:lnTo>
                    <a:pt x="0" y="1360"/>
                  </a:lnTo>
                  <a:lnTo>
                    <a:pt x="0" y="5924"/>
                  </a:lnTo>
                  <a:lnTo>
                    <a:pt x="4564" y="4572"/>
                  </a:lnTo>
                  <a:lnTo>
                    <a:pt x="4564" y="1"/>
                  </a:lnTo>
                  <a:close/>
                </a:path>
              </a:pathLst>
            </a:custGeom>
            <a:solidFill>
              <a:srgbClr val="AC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2" name="Google Shape;6272;p61"/>
            <p:cNvSpPr/>
            <p:nvPr/>
          </p:nvSpPr>
          <p:spPr>
            <a:xfrm>
              <a:off x="7654945" y="3220873"/>
              <a:ext cx="67258" cy="180807"/>
            </a:xfrm>
            <a:custGeom>
              <a:avLst/>
              <a:gdLst/>
              <a:ahLst/>
              <a:cxnLst/>
              <a:rect l="l" t="t" r="r" b="b"/>
              <a:pathLst>
                <a:path w="2560" h="6882" extrusionOk="0">
                  <a:moveTo>
                    <a:pt x="0" y="1"/>
                  </a:moveTo>
                  <a:lnTo>
                    <a:pt x="0" y="6881"/>
                  </a:lnTo>
                  <a:cubicBezTo>
                    <a:pt x="0" y="6881"/>
                    <a:pt x="2559" y="4322"/>
                    <a:pt x="2559" y="2560"/>
                  </a:cubicBezTo>
                  <a:cubicBezTo>
                    <a:pt x="2559" y="1145"/>
                    <a:pt x="1415" y="1"/>
                    <a:pt x="0" y="1"/>
                  </a:cubicBezTo>
                  <a:close/>
                </a:path>
              </a:pathLst>
            </a:custGeom>
            <a:solidFill>
              <a:srgbClr val="1F374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3" name="Google Shape;6273;p61"/>
            <p:cNvSpPr/>
            <p:nvPr/>
          </p:nvSpPr>
          <p:spPr>
            <a:xfrm>
              <a:off x="7587688" y="3220873"/>
              <a:ext cx="118831" cy="180807"/>
            </a:xfrm>
            <a:custGeom>
              <a:avLst/>
              <a:gdLst/>
              <a:ahLst/>
              <a:cxnLst/>
              <a:rect l="l" t="t" r="r" b="b"/>
              <a:pathLst>
                <a:path w="4523" h="6882" extrusionOk="0">
                  <a:moveTo>
                    <a:pt x="2560" y="1"/>
                  </a:moveTo>
                  <a:cubicBezTo>
                    <a:pt x="1145" y="1"/>
                    <a:pt x="1" y="1145"/>
                    <a:pt x="1" y="2560"/>
                  </a:cubicBezTo>
                  <a:cubicBezTo>
                    <a:pt x="1" y="4322"/>
                    <a:pt x="2560" y="6881"/>
                    <a:pt x="2560" y="6881"/>
                  </a:cubicBezTo>
                  <a:cubicBezTo>
                    <a:pt x="2560" y="6881"/>
                    <a:pt x="4523" y="4322"/>
                    <a:pt x="4523" y="2560"/>
                  </a:cubicBezTo>
                  <a:cubicBezTo>
                    <a:pt x="4523" y="1152"/>
                    <a:pt x="3642" y="1"/>
                    <a:pt x="2560" y="1"/>
                  </a:cubicBezTo>
                  <a:close/>
                </a:path>
              </a:pathLst>
            </a:custGeom>
            <a:solidFill>
              <a:srgbClr val="4559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4" name="Google Shape;6274;p61"/>
            <p:cNvSpPr/>
            <p:nvPr/>
          </p:nvSpPr>
          <p:spPr>
            <a:xfrm>
              <a:off x="7607366" y="3252479"/>
              <a:ext cx="83310" cy="71382"/>
            </a:xfrm>
            <a:custGeom>
              <a:avLst/>
              <a:gdLst/>
              <a:ahLst/>
              <a:cxnLst/>
              <a:rect l="l" t="t" r="r" b="b"/>
              <a:pathLst>
                <a:path w="3171" h="2717" extrusionOk="0">
                  <a:moveTo>
                    <a:pt x="1803" y="0"/>
                  </a:moveTo>
                  <a:cubicBezTo>
                    <a:pt x="1470" y="0"/>
                    <a:pt x="1130" y="124"/>
                    <a:pt x="854" y="400"/>
                  </a:cubicBezTo>
                  <a:cubicBezTo>
                    <a:pt x="1" y="1253"/>
                    <a:pt x="604" y="2716"/>
                    <a:pt x="1811" y="2716"/>
                  </a:cubicBezTo>
                  <a:cubicBezTo>
                    <a:pt x="2560" y="2710"/>
                    <a:pt x="3164" y="2106"/>
                    <a:pt x="3171" y="1357"/>
                  </a:cubicBezTo>
                  <a:cubicBezTo>
                    <a:pt x="3171" y="541"/>
                    <a:pt x="2501" y="0"/>
                    <a:pt x="180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75" name="Google Shape;6275;p61"/>
          <p:cNvGrpSpPr/>
          <p:nvPr/>
        </p:nvGrpSpPr>
        <p:grpSpPr>
          <a:xfrm>
            <a:off x="8014052" y="3215041"/>
            <a:ext cx="231829" cy="371782"/>
            <a:chOff x="8027227" y="3215041"/>
            <a:chExt cx="231829" cy="371782"/>
          </a:xfrm>
        </p:grpSpPr>
        <p:sp>
          <p:nvSpPr>
            <p:cNvPr id="6276" name="Google Shape;6276;p61"/>
            <p:cNvSpPr/>
            <p:nvPr/>
          </p:nvSpPr>
          <p:spPr>
            <a:xfrm>
              <a:off x="8135102" y="3239080"/>
              <a:ext cx="123954" cy="131967"/>
            </a:xfrm>
            <a:custGeom>
              <a:avLst/>
              <a:gdLst/>
              <a:ahLst/>
              <a:cxnLst/>
              <a:rect l="l" t="t" r="r" b="b"/>
              <a:pathLst>
                <a:path w="4718" h="5023" extrusionOk="0">
                  <a:moveTo>
                    <a:pt x="4450" y="1"/>
                  </a:moveTo>
                  <a:cubicBezTo>
                    <a:pt x="4446" y="1"/>
                    <a:pt x="4443" y="1"/>
                    <a:pt x="4440" y="1"/>
                  </a:cubicBezTo>
                  <a:lnTo>
                    <a:pt x="230" y="1"/>
                  </a:lnTo>
                  <a:cubicBezTo>
                    <a:pt x="105" y="1"/>
                    <a:pt x="1" y="98"/>
                    <a:pt x="1" y="223"/>
                  </a:cubicBezTo>
                  <a:lnTo>
                    <a:pt x="1" y="5023"/>
                  </a:lnTo>
                  <a:lnTo>
                    <a:pt x="4440" y="5023"/>
                  </a:lnTo>
                  <a:cubicBezTo>
                    <a:pt x="4606" y="5023"/>
                    <a:pt x="4717" y="4850"/>
                    <a:pt x="4648" y="4697"/>
                  </a:cubicBezTo>
                  <a:lnTo>
                    <a:pt x="3656" y="2512"/>
                  </a:lnTo>
                  <a:lnTo>
                    <a:pt x="4655" y="320"/>
                  </a:lnTo>
                  <a:cubicBezTo>
                    <a:pt x="4716" y="171"/>
                    <a:pt x="4611" y="1"/>
                    <a:pt x="4450" y="1"/>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7" name="Google Shape;6277;p61"/>
            <p:cNvSpPr/>
            <p:nvPr/>
          </p:nvSpPr>
          <p:spPr>
            <a:xfrm>
              <a:off x="8135285" y="3240184"/>
              <a:ext cx="40302" cy="22805"/>
            </a:xfrm>
            <a:custGeom>
              <a:avLst/>
              <a:gdLst/>
              <a:ahLst/>
              <a:cxnLst/>
              <a:rect l="l" t="t" r="r" b="b"/>
              <a:pathLst>
                <a:path w="1534" h="868" extrusionOk="0">
                  <a:moveTo>
                    <a:pt x="91" y="1"/>
                  </a:moveTo>
                  <a:cubicBezTo>
                    <a:pt x="35" y="42"/>
                    <a:pt x="1" y="112"/>
                    <a:pt x="1" y="181"/>
                  </a:cubicBezTo>
                  <a:lnTo>
                    <a:pt x="1" y="868"/>
                  </a:lnTo>
                  <a:lnTo>
                    <a:pt x="1388" y="868"/>
                  </a:lnTo>
                  <a:cubicBezTo>
                    <a:pt x="1492" y="868"/>
                    <a:pt x="1534" y="722"/>
                    <a:pt x="1430" y="674"/>
                  </a:cubicBezTo>
                  <a:lnTo>
                    <a:pt x="91" y="1"/>
                  </a:ln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8" name="Google Shape;6278;p61"/>
            <p:cNvSpPr/>
            <p:nvPr/>
          </p:nvSpPr>
          <p:spPr>
            <a:xfrm>
              <a:off x="8057309" y="3262962"/>
              <a:ext cx="23882" cy="12059"/>
            </a:xfrm>
            <a:custGeom>
              <a:avLst/>
              <a:gdLst/>
              <a:ahLst/>
              <a:cxnLst/>
              <a:rect l="l" t="t" r="r" b="b"/>
              <a:pathLst>
                <a:path w="909" h="459" extrusionOk="0">
                  <a:moveTo>
                    <a:pt x="0" y="1"/>
                  </a:moveTo>
                  <a:lnTo>
                    <a:pt x="0" y="459"/>
                  </a:lnTo>
                  <a:lnTo>
                    <a:pt x="909" y="459"/>
                  </a:lnTo>
                  <a:lnTo>
                    <a:pt x="909"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79" name="Google Shape;6279;p61"/>
            <p:cNvSpPr/>
            <p:nvPr/>
          </p:nvSpPr>
          <p:spPr>
            <a:xfrm>
              <a:off x="8057309" y="3382870"/>
              <a:ext cx="23882" cy="12059"/>
            </a:xfrm>
            <a:custGeom>
              <a:avLst/>
              <a:gdLst/>
              <a:ahLst/>
              <a:cxnLst/>
              <a:rect l="l" t="t" r="r" b="b"/>
              <a:pathLst>
                <a:path w="909" h="459" extrusionOk="0">
                  <a:moveTo>
                    <a:pt x="0" y="1"/>
                  </a:moveTo>
                  <a:lnTo>
                    <a:pt x="0" y="459"/>
                  </a:lnTo>
                  <a:lnTo>
                    <a:pt x="909" y="459"/>
                  </a:lnTo>
                  <a:lnTo>
                    <a:pt x="909"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0" name="Google Shape;6280;p61"/>
            <p:cNvSpPr/>
            <p:nvPr/>
          </p:nvSpPr>
          <p:spPr>
            <a:xfrm>
              <a:off x="8075148" y="3256946"/>
              <a:ext cx="102095" cy="144000"/>
            </a:xfrm>
            <a:custGeom>
              <a:avLst/>
              <a:gdLst/>
              <a:ahLst/>
              <a:cxnLst/>
              <a:rect l="l" t="t" r="r" b="b"/>
              <a:pathLst>
                <a:path w="3886" h="5481" extrusionOk="0">
                  <a:moveTo>
                    <a:pt x="230" y="1"/>
                  </a:moveTo>
                  <a:cubicBezTo>
                    <a:pt x="105" y="1"/>
                    <a:pt x="1" y="105"/>
                    <a:pt x="1" y="230"/>
                  </a:cubicBezTo>
                  <a:lnTo>
                    <a:pt x="1" y="5252"/>
                  </a:lnTo>
                  <a:cubicBezTo>
                    <a:pt x="1" y="5376"/>
                    <a:pt x="105" y="5480"/>
                    <a:pt x="230" y="5480"/>
                  </a:cubicBezTo>
                  <a:lnTo>
                    <a:pt x="3656" y="5480"/>
                  </a:lnTo>
                  <a:cubicBezTo>
                    <a:pt x="3781" y="5480"/>
                    <a:pt x="3885" y="5376"/>
                    <a:pt x="3885" y="5252"/>
                  </a:cubicBezTo>
                  <a:lnTo>
                    <a:pt x="3885" y="230"/>
                  </a:lnTo>
                  <a:cubicBezTo>
                    <a:pt x="3885" y="105"/>
                    <a:pt x="3781" y="1"/>
                    <a:pt x="3656"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1" name="Google Shape;6281;p61"/>
            <p:cNvSpPr/>
            <p:nvPr/>
          </p:nvSpPr>
          <p:spPr>
            <a:xfrm>
              <a:off x="8051292" y="3232906"/>
              <a:ext cx="12033" cy="335868"/>
            </a:xfrm>
            <a:custGeom>
              <a:avLst/>
              <a:gdLst/>
              <a:ahLst/>
              <a:cxnLst/>
              <a:rect l="l" t="t" r="r" b="b"/>
              <a:pathLst>
                <a:path w="458" h="12784" extrusionOk="0">
                  <a:moveTo>
                    <a:pt x="0" y="0"/>
                  </a:moveTo>
                  <a:lnTo>
                    <a:pt x="0" y="12784"/>
                  </a:lnTo>
                  <a:lnTo>
                    <a:pt x="458" y="12784"/>
                  </a:lnTo>
                  <a:lnTo>
                    <a:pt x="458"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2" name="Google Shape;6282;p61"/>
            <p:cNvSpPr/>
            <p:nvPr/>
          </p:nvSpPr>
          <p:spPr>
            <a:xfrm>
              <a:off x="8027411" y="3562915"/>
              <a:ext cx="59980" cy="23908"/>
            </a:xfrm>
            <a:custGeom>
              <a:avLst/>
              <a:gdLst/>
              <a:ahLst/>
              <a:cxnLst/>
              <a:rect l="l" t="t" r="r" b="b"/>
              <a:pathLst>
                <a:path w="2283" h="910" extrusionOk="0">
                  <a:moveTo>
                    <a:pt x="458" y="1"/>
                  </a:moveTo>
                  <a:cubicBezTo>
                    <a:pt x="202" y="1"/>
                    <a:pt x="1" y="202"/>
                    <a:pt x="1" y="459"/>
                  </a:cubicBezTo>
                  <a:lnTo>
                    <a:pt x="1" y="687"/>
                  </a:lnTo>
                  <a:cubicBezTo>
                    <a:pt x="1" y="812"/>
                    <a:pt x="98" y="909"/>
                    <a:pt x="229" y="909"/>
                  </a:cubicBezTo>
                  <a:lnTo>
                    <a:pt x="2047" y="909"/>
                  </a:lnTo>
                  <a:cubicBezTo>
                    <a:pt x="2051" y="910"/>
                    <a:pt x="2055" y="910"/>
                    <a:pt x="2059" y="910"/>
                  </a:cubicBezTo>
                  <a:cubicBezTo>
                    <a:pt x="2185" y="910"/>
                    <a:pt x="2283" y="808"/>
                    <a:pt x="2283" y="680"/>
                  </a:cubicBezTo>
                  <a:lnTo>
                    <a:pt x="2283" y="459"/>
                  </a:lnTo>
                  <a:cubicBezTo>
                    <a:pt x="2283" y="202"/>
                    <a:pt x="2075" y="1"/>
                    <a:pt x="1825" y="1"/>
                  </a:cubicBezTo>
                  <a:close/>
                </a:path>
              </a:pathLst>
            </a:custGeom>
            <a:solidFill>
              <a:srgbClr val="9FB3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3" name="Google Shape;6283;p61"/>
            <p:cNvSpPr/>
            <p:nvPr/>
          </p:nvSpPr>
          <p:spPr>
            <a:xfrm>
              <a:off x="8045276" y="3215041"/>
              <a:ext cx="23882" cy="24092"/>
            </a:xfrm>
            <a:custGeom>
              <a:avLst/>
              <a:gdLst/>
              <a:ahLst/>
              <a:cxnLst/>
              <a:rect l="l" t="t" r="r" b="b"/>
              <a:pathLst>
                <a:path w="909" h="917" extrusionOk="0">
                  <a:moveTo>
                    <a:pt x="458" y="1"/>
                  </a:moveTo>
                  <a:cubicBezTo>
                    <a:pt x="201" y="1"/>
                    <a:pt x="0" y="202"/>
                    <a:pt x="0" y="458"/>
                  </a:cubicBezTo>
                  <a:cubicBezTo>
                    <a:pt x="0" y="708"/>
                    <a:pt x="201" y="916"/>
                    <a:pt x="458" y="916"/>
                  </a:cubicBezTo>
                  <a:cubicBezTo>
                    <a:pt x="708" y="916"/>
                    <a:pt x="909" y="708"/>
                    <a:pt x="909" y="458"/>
                  </a:cubicBezTo>
                  <a:cubicBezTo>
                    <a:pt x="909" y="202"/>
                    <a:pt x="708" y="1"/>
                    <a:pt x="458" y="1"/>
                  </a:cubicBezTo>
                  <a:close/>
                </a:path>
              </a:pathLst>
            </a:custGeom>
            <a:solidFill>
              <a:srgbClr val="9FB3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4" name="Google Shape;6284;p61"/>
            <p:cNvSpPr/>
            <p:nvPr/>
          </p:nvSpPr>
          <p:spPr>
            <a:xfrm>
              <a:off x="8027227" y="3562915"/>
              <a:ext cx="30108" cy="23908"/>
            </a:xfrm>
            <a:custGeom>
              <a:avLst/>
              <a:gdLst/>
              <a:ahLst/>
              <a:cxnLst/>
              <a:rect l="l" t="t" r="r" b="b"/>
              <a:pathLst>
                <a:path w="1146" h="910" extrusionOk="0">
                  <a:moveTo>
                    <a:pt x="458" y="1"/>
                  </a:moveTo>
                  <a:cubicBezTo>
                    <a:pt x="209" y="1"/>
                    <a:pt x="1" y="202"/>
                    <a:pt x="1" y="459"/>
                  </a:cubicBezTo>
                  <a:lnTo>
                    <a:pt x="1" y="680"/>
                  </a:lnTo>
                  <a:cubicBezTo>
                    <a:pt x="1" y="812"/>
                    <a:pt x="105" y="909"/>
                    <a:pt x="230" y="909"/>
                  </a:cubicBezTo>
                  <a:lnTo>
                    <a:pt x="916" y="909"/>
                  </a:lnTo>
                  <a:cubicBezTo>
                    <a:pt x="791" y="909"/>
                    <a:pt x="687" y="812"/>
                    <a:pt x="687" y="680"/>
                  </a:cubicBezTo>
                  <a:lnTo>
                    <a:pt x="687" y="459"/>
                  </a:lnTo>
                  <a:cubicBezTo>
                    <a:pt x="687" y="202"/>
                    <a:pt x="888" y="1"/>
                    <a:pt x="1145" y="1"/>
                  </a:cubicBezTo>
                  <a:close/>
                </a:path>
              </a:pathLst>
            </a:custGeom>
            <a:solidFill>
              <a:srgbClr val="7F8E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5" name="Google Shape;6285;p61"/>
            <p:cNvSpPr/>
            <p:nvPr/>
          </p:nvSpPr>
          <p:spPr>
            <a:xfrm>
              <a:off x="8043095" y="3216144"/>
              <a:ext cx="25169" cy="22778"/>
            </a:xfrm>
            <a:custGeom>
              <a:avLst/>
              <a:gdLst/>
              <a:ahLst/>
              <a:cxnLst/>
              <a:rect l="l" t="t" r="r" b="b"/>
              <a:pathLst>
                <a:path w="958" h="867" extrusionOk="0">
                  <a:moveTo>
                    <a:pt x="354" y="0"/>
                  </a:moveTo>
                  <a:cubicBezTo>
                    <a:pt x="63" y="132"/>
                    <a:pt x="0" y="507"/>
                    <a:pt x="222" y="735"/>
                  </a:cubicBezTo>
                  <a:cubicBezTo>
                    <a:pt x="311" y="825"/>
                    <a:pt x="426" y="867"/>
                    <a:pt x="541" y="867"/>
                  </a:cubicBezTo>
                  <a:cubicBezTo>
                    <a:pt x="710" y="867"/>
                    <a:pt x="878" y="774"/>
                    <a:pt x="957" y="604"/>
                  </a:cubicBezTo>
                  <a:lnTo>
                    <a:pt x="957" y="604"/>
                  </a:lnTo>
                  <a:cubicBezTo>
                    <a:pt x="895" y="631"/>
                    <a:pt x="832" y="645"/>
                    <a:pt x="770" y="645"/>
                  </a:cubicBezTo>
                  <a:cubicBezTo>
                    <a:pt x="437" y="645"/>
                    <a:pt x="215" y="298"/>
                    <a:pt x="354" y="0"/>
                  </a:cubicBezTo>
                  <a:close/>
                </a:path>
              </a:pathLst>
            </a:custGeom>
            <a:solidFill>
              <a:srgbClr val="7F8E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286" name="Google Shape;6286;p61"/>
          <p:cNvGrpSpPr/>
          <p:nvPr/>
        </p:nvGrpSpPr>
        <p:grpSpPr>
          <a:xfrm>
            <a:off x="4347102" y="4146138"/>
            <a:ext cx="395638" cy="420544"/>
            <a:chOff x="4093603" y="4146138"/>
            <a:chExt cx="395638" cy="420544"/>
          </a:xfrm>
        </p:grpSpPr>
        <p:sp>
          <p:nvSpPr>
            <p:cNvPr id="6287" name="Google Shape;6287;p61"/>
            <p:cNvSpPr/>
            <p:nvPr/>
          </p:nvSpPr>
          <p:spPr>
            <a:xfrm>
              <a:off x="4158286" y="4218414"/>
              <a:ext cx="266088" cy="326567"/>
            </a:xfrm>
            <a:custGeom>
              <a:avLst/>
              <a:gdLst/>
              <a:ahLst/>
              <a:cxnLst/>
              <a:rect l="l" t="t" r="r" b="b"/>
              <a:pathLst>
                <a:path w="10128" h="12430" extrusionOk="0">
                  <a:moveTo>
                    <a:pt x="5064" y="0"/>
                  </a:moveTo>
                  <a:cubicBezTo>
                    <a:pt x="2865" y="0"/>
                    <a:pt x="958" y="1526"/>
                    <a:pt x="479" y="3669"/>
                  </a:cubicBezTo>
                  <a:cubicBezTo>
                    <a:pt x="1" y="5813"/>
                    <a:pt x="1076" y="8005"/>
                    <a:pt x="3059" y="8941"/>
                  </a:cubicBezTo>
                  <a:cubicBezTo>
                    <a:pt x="3448" y="9128"/>
                    <a:pt x="3691" y="9510"/>
                    <a:pt x="3684" y="9933"/>
                  </a:cubicBezTo>
                  <a:lnTo>
                    <a:pt x="3684" y="11875"/>
                  </a:lnTo>
                  <a:lnTo>
                    <a:pt x="3691" y="11875"/>
                  </a:lnTo>
                  <a:cubicBezTo>
                    <a:pt x="3691" y="12180"/>
                    <a:pt x="3933" y="12430"/>
                    <a:pt x="4239" y="12430"/>
                  </a:cubicBezTo>
                  <a:lnTo>
                    <a:pt x="5896" y="12430"/>
                  </a:lnTo>
                  <a:cubicBezTo>
                    <a:pt x="6201" y="12430"/>
                    <a:pt x="6451" y="12180"/>
                    <a:pt x="6451" y="11875"/>
                  </a:cubicBezTo>
                  <a:lnTo>
                    <a:pt x="6451" y="9933"/>
                  </a:lnTo>
                  <a:cubicBezTo>
                    <a:pt x="6444" y="9510"/>
                    <a:pt x="6687" y="9128"/>
                    <a:pt x="7068" y="8941"/>
                  </a:cubicBezTo>
                  <a:cubicBezTo>
                    <a:pt x="9052" y="8005"/>
                    <a:pt x="10127" y="5813"/>
                    <a:pt x="9649" y="3669"/>
                  </a:cubicBezTo>
                  <a:cubicBezTo>
                    <a:pt x="9170" y="1526"/>
                    <a:pt x="7263" y="0"/>
                    <a:pt x="5064"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8" name="Google Shape;6288;p61"/>
            <p:cNvSpPr/>
            <p:nvPr/>
          </p:nvSpPr>
          <p:spPr>
            <a:xfrm>
              <a:off x="4189813" y="4240089"/>
              <a:ext cx="203218" cy="203218"/>
            </a:xfrm>
            <a:custGeom>
              <a:avLst/>
              <a:gdLst/>
              <a:ahLst/>
              <a:cxnLst/>
              <a:rect l="l" t="t" r="r" b="b"/>
              <a:pathLst>
                <a:path w="7735" h="7735" extrusionOk="0">
                  <a:moveTo>
                    <a:pt x="3871" y="1"/>
                  </a:moveTo>
                  <a:cubicBezTo>
                    <a:pt x="1735" y="1"/>
                    <a:pt x="0" y="1735"/>
                    <a:pt x="0" y="3871"/>
                  </a:cubicBezTo>
                  <a:cubicBezTo>
                    <a:pt x="0" y="6007"/>
                    <a:pt x="1735" y="7734"/>
                    <a:pt x="3871" y="7734"/>
                  </a:cubicBezTo>
                  <a:cubicBezTo>
                    <a:pt x="6007" y="7734"/>
                    <a:pt x="7734" y="6007"/>
                    <a:pt x="7734" y="3871"/>
                  </a:cubicBezTo>
                  <a:cubicBezTo>
                    <a:pt x="7734" y="1735"/>
                    <a:pt x="6007" y="1"/>
                    <a:pt x="3871"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9" name="Google Shape;6289;p61"/>
            <p:cNvSpPr/>
            <p:nvPr/>
          </p:nvSpPr>
          <p:spPr>
            <a:xfrm>
              <a:off x="4211671" y="4261947"/>
              <a:ext cx="159658" cy="159684"/>
            </a:xfrm>
            <a:custGeom>
              <a:avLst/>
              <a:gdLst/>
              <a:ahLst/>
              <a:cxnLst/>
              <a:rect l="l" t="t" r="r" b="b"/>
              <a:pathLst>
                <a:path w="6077" h="6078" extrusionOk="0">
                  <a:moveTo>
                    <a:pt x="3039" y="1"/>
                  </a:moveTo>
                  <a:cubicBezTo>
                    <a:pt x="1360" y="1"/>
                    <a:pt x="1" y="1360"/>
                    <a:pt x="1" y="3039"/>
                  </a:cubicBezTo>
                  <a:cubicBezTo>
                    <a:pt x="1" y="4718"/>
                    <a:pt x="1360" y="6077"/>
                    <a:pt x="3039" y="6077"/>
                  </a:cubicBezTo>
                  <a:cubicBezTo>
                    <a:pt x="4717" y="6077"/>
                    <a:pt x="6077" y="4718"/>
                    <a:pt x="6077" y="3039"/>
                  </a:cubicBezTo>
                  <a:cubicBezTo>
                    <a:pt x="6077" y="1360"/>
                    <a:pt x="4717" y="1"/>
                    <a:pt x="303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0" name="Google Shape;6290;p61"/>
            <p:cNvSpPr/>
            <p:nvPr/>
          </p:nvSpPr>
          <p:spPr>
            <a:xfrm>
              <a:off x="4269629" y="4537677"/>
              <a:ext cx="43586" cy="29005"/>
            </a:xfrm>
            <a:custGeom>
              <a:avLst/>
              <a:gdLst/>
              <a:ahLst/>
              <a:cxnLst/>
              <a:rect l="l" t="t" r="r" b="b"/>
              <a:pathLst>
                <a:path w="1659" h="1104" extrusionOk="0">
                  <a:moveTo>
                    <a:pt x="1" y="0"/>
                  </a:moveTo>
                  <a:lnTo>
                    <a:pt x="1" y="548"/>
                  </a:lnTo>
                  <a:cubicBezTo>
                    <a:pt x="1" y="854"/>
                    <a:pt x="250" y="1103"/>
                    <a:pt x="555" y="1103"/>
                  </a:cubicBezTo>
                  <a:lnTo>
                    <a:pt x="1103" y="1103"/>
                  </a:lnTo>
                  <a:cubicBezTo>
                    <a:pt x="1409" y="1103"/>
                    <a:pt x="1658" y="854"/>
                    <a:pt x="1658" y="548"/>
                  </a:cubicBezTo>
                  <a:lnTo>
                    <a:pt x="1658" y="0"/>
                  </a:ln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1" name="Google Shape;6291;p61"/>
            <p:cNvSpPr/>
            <p:nvPr/>
          </p:nvSpPr>
          <p:spPr>
            <a:xfrm>
              <a:off x="4434725" y="4334486"/>
              <a:ext cx="54515" cy="14608"/>
            </a:xfrm>
            <a:custGeom>
              <a:avLst/>
              <a:gdLst/>
              <a:ahLst/>
              <a:cxnLst/>
              <a:rect l="l" t="t" r="r" b="b"/>
              <a:pathLst>
                <a:path w="2075" h="556" extrusionOk="0">
                  <a:moveTo>
                    <a:pt x="348" y="1"/>
                  </a:moveTo>
                  <a:cubicBezTo>
                    <a:pt x="1" y="21"/>
                    <a:pt x="1" y="535"/>
                    <a:pt x="348" y="555"/>
                  </a:cubicBezTo>
                  <a:lnTo>
                    <a:pt x="1728" y="555"/>
                  </a:lnTo>
                  <a:cubicBezTo>
                    <a:pt x="2075" y="535"/>
                    <a:pt x="2075" y="21"/>
                    <a:pt x="1728"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2" name="Google Shape;6292;p61"/>
            <p:cNvSpPr/>
            <p:nvPr/>
          </p:nvSpPr>
          <p:spPr>
            <a:xfrm>
              <a:off x="4093603" y="4334460"/>
              <a:ext cx="62896" cy="14634"/>
            </a:xfrm>
            <a:custGeom>
              <a:avLst/>
              <a:gdLst/>
              <a:ahLst/>
              <a:cxnLst/>
              <a:rect l="l" t="t" r="r" b="b"/>
              <a:pathLst>
                <a:path w="2394" h="557" extrusionOk="0">
                  <a:moveTo>
                    <a:pt x="2025" y="1"/>
                  </a:moveTo>
                  <a:cubicBezTo>
                    <a:pt x="2018" y="1"/>
                    <a:pt x="2011" y="1"/>
                    <a:pt x="2005" y="2"/>
                  </a:cubicBezTo>
                  <a:lnTo>
                    <a:pt x="354" y="2"/>
                  </a:lnTo>
                  <a:cubicBezTo>
                    <a:pt x="0" y="22"/>
                    <a:pt x="0" y="536"/>
                    <a:pt x="354" y="556"/>
                  </a:cubicBezTo>
                  <a:lnTo>
                    <a:pt x="2005" y="556"/>
                  </a:lnTo>
                  <a:cubicBezTo>
                    <a:pt x="2011" y="557"/>
                    <a:pt x="2018" y="557"/>
                    <a:pt x="2025" y="557"/>
                  </a:cubicBezTo>
                  <a:cubicBezTo>
                    <a:pt x="2393" y="557"/>
                    <a:pt x="2393" y="1"/>
                    <a:pt x="2025"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3" name="Google Shape;6293;p61"/>
            <p:cNvSpPr/>
            <p:nvPr/>
          </p:nvSpPr>
          <p:spPr>
            <a:xfrm>
              <a:off x="4284210" y="4146138"/>
              <a:ext cx="14424" cy="50417"/>
            </a:xfrm>
            <a:custGeom>
              <a:avLst/>
              <a:gdLst/>
              <a:ahLst/>
              <a:cxnLst/>
              <a:rect l="l" t="t" r="r" b="b"/>
              <a:pathLst>
                <a:path w="549" h="1919" extrusionOk="0">
                  <a:moveTo>
                    <a:pt x="277" y="1"/>
                  </a:moveTo>
                  <a:cubicBezTo>
                    <a:pt x="144" y="1"/>
                    <a:pt x="11" y="88"/>
                    <a:pt x="0" y="261"/>
                  </a:cubicBezTo>
                  <a:lnTo>
                    <a:pt x="0" y="1641"/>
                  </a:lnTo>
                  <a:cubicBezTo>
                    <a:pt x="0" y="1794"/>
                    <a:pt x="125" y="1919"/>
                    <a:pt x="278" y="1919"/>
                  </a:cubicBezTo>
                  <a:cubicBezTo>
                    <a:pt x="430" y="1919"/>
                    <a:pt x="548" y="1794"/>
                    <a:pt x="548" y="1641"/>
                  </a:cubicBezTo>
                  <a:lnTo>
                    <a:pt x="548" y="261"/>
                  </a:lnTo>
                  <a:cubicBezTo>
                    <a:pt x="541" y="88"/>
                    <a:pt x="410" y="1"/>
                    <a:pt x="277"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4" name="Google Shape;6294;p61"/>
            <p:cNvSpPr/>
            <p:nvPr/>
          </p:nvSpPr>
          <p:spPr>
            <a:xfrm>
              <a:off x="4358561" y="4183813"/>
              <a:ext cx="29294" cy="33156"/>
            </a:xfrm>
            <a:custGeom>
              <a:avLst/>
              <a:gdLst/>
              <a:ahLst/>
              <a:cxnLst/>
              <a:rect l="l" t="t" r="r" b="b"/>
              <a:pathLst>
                <a:path w="1115" h="1262" extrusionOk="0">
                  <a:moveTo>
                    <a:pt x="745" y="0"/>
                  </a:moveTo>
                  <a:cubicBezTo>
                    <a:pt x="662" y="0"/>
                    <a:pt x="578" y="39"/>
                    <a:pt x="521" y="131"/>
                  </a:cubicBezTo>
                  <a:lnTo>
                    <a:pt x="104" y="852"/>
                  </a:lnTo>
                  <a:cubicBezTo>
                    <a:pt x="0" y="1033"/>
                    <a:pt x="132" y="1262"/>
                    <a:pt x="347" y="1262"/>
                  </a:cubicBezTo>
                  <a:cubicBezTo>
                    <a:pt x="444" y="1262"/>
                    <a:pt x="534" y="1213"/>
                    <a:pt x="583" y="1130"/>
                  </a:cubicBezTo>
                  <a:lnTo>
                    <a:pt x="999" y="409"/>
                  </a:lnTo>
                  <a:cubicBezTo>
                    <a:pt x="1114" y="193"/>
                    <a:pt x="931" y="0"/>
                    <a:pt x="745"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5" name="Google Shape;6295;p61"/>
            <p:cNvSpPr/>
            <p:nvPr/>
          </p:nvSpPr>
          <p:spPr>
            <a:xfrm>
              <a:off x="4195277" y="4466505"/>
              <a:ext cx="29268" cy="33287"/>
            </a:xfrm>
            <a:custGeom>
              <a:avLst/>
              <a:gdLst/>
              <a:ahLst/>
              <a:cxnLst/>
              <a:rect l="l" t="t" r="r" b="b"/>
              <a:pathLst>
                <a:path w="1114" h="1267" extrusionOk="0">
                  <a:moveTo>
                    <a:pt x="748" y="1"/>
                  </a:moveTo>
                  <a:cubicBezTo>
                    <a:pt x="664" y="1"/>
                    <a:pt x="579" y="41"/>
                    <a:pt x="521" y="136"/>
                  </a:cubicBezTo>
                  <a:lnTo>
                    <a:pt x="105" y="850"/>
                  </a:lnTo>
                  <a:cubicBezTo>
                    <a:pt x="1" y="1038"/>
                    <a:pt x="132" y="1267"/>
                    <a:pt x="347" y="1267"/>
                  </a:cubicBezTo>
                  <a:cubicBezTo>
                    <a:pt x="444" y="1267"/>
                    <a:pt x="535" y="1211"/>
                    <a:pt x="583" y="1128"/>
                  </a:cubicBezTo>
                  <a:lnTo>
                    <a:pt x="999" y="413"/>
                  </a:lnTo>
                  <a:cubicBezTo>
                    <a:pt x="1114" y="194"/>
                    <a:pt x="933" y="1"/>
                    <a:pt x="748"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6" name="Google Shape;6296;p61"/>
            <p:cNvSpPr/>
            <p:nvPr/>
          </p:nvSpPr>
          <p:spPr>
            <a:xfrm>
              <a:off x="4195172" y="4183813"/>
              <a:ext cx="29294" cy="33156"/>
            </a:xfrm>
            <a:custGeom>
              <a:avLst/>
              <a:gdLst/>
              <a:ahLst/>
              <a:cxnLst/>
              <a:rect l="l" t="t" r="r" b="b"/>
              <a:pathLst>
                <a:path w="1115" h="1262" extrusionOk="0">
                  <a:moveTo>
                    <a:pt x="366" y="0"/>
                  </a:moveTo>
                  <a:cubicBezTo>
                    <a:pt x="180" y="0"/>
                    <a:pt x="1" y="193"/>
                    <a:pt x="116" y="409"/>
                  </a:cubicBezTo>
                  <a:lnTo>
                    <a:pt x="525" y="1130"/>
                  </a:lnTo>
                  <a:cubicBezTo>
                    <a:pt x="573" y="1213"/>
                    <a:pt x="670" y="1262"/>
                    <a:pt x="768" y="1262"/>
                  </a:cubicBezTo>
                  <a:cubicBezTo>
                    <a:pt x="976" y="1262"/>
                    <a:pt x="1114" y="1033"/>
                    <a:pt x="1003" y="852"/>
                  </a:cubicBezTo>
                  <a:lnTo>
                    <a:pt x="594" y="131"/>
                  </a:lnTo>
                  <a:cubicBezTo>
                    <a:pt x="534" y="39"/>
                    <a:pt x="450" y="0"/>
                    <a:pt x="366"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7" name="Google Shape;6297;p61"/>
            <p:cNvSpPr/>
            <p:nvPr/>
          </p:nvSpPr>
          <p:spPr>
            <a:xfrm>
              <a:off x="4358272" y="4466505"/>
              <a:ext cx="29294" cy="33287"/>
            </a:xfrm>
            <a:custGeom>
              <a:avLst/>
              <a:gdLst/>
              <a:ahLst/>
              <a:cxnLst/>
              <a:rect l="l" t="t" r="r" b="b"/>
              <a:pathLst>
                <a:path w="1115" h="1267" extrusionOk="0">
                  <a:moveTo>
                    <a:pt x="367" y="1"/>
                  </a:moveTo>
                  <a:cubicBezTo>
                    <a:pt x="182" y="1"/>
                    <a:pt x="1" y="194"/>
                    <a:pt x="115" y="413"/>
                  </a:cubicBezTo>
                  <a:lnTo>
                    <a:pt x="532" y="1128"/>
                  </a:lnTo>
                  <a:cubicBezTo>
                    <a:pt x="580" y="1211"/>
                    <a:pt x="670" y="1267"/>
                    <a:pt x="774" y="1267"/>
                  </a:cubicBezTo>
                  <a:cubicBezTo>
                    <a:pt x="982" y="1267"/>
                    <a:pt x="1114" y="1038"/>
                    <a:pt x="1010" y="850"/>
                  </a:cubicBezTo>
                  <a:lnTo>
                    <a:pt x="594" y="136"/>
                  </a:lnTo>
                  <a:cubicBezTo>
                    <a:pt x="536" y="41"/>
                    <a:pt x="451" y="1"/>
                    <a:pt x="367"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8" name="Google Shape;6298;p61"/>
            <p:cNvSpPr/>
            <p:nvPr/>
          </p:nvSpPr>
          <p:spPr>
            <a:xfrm>
              <a:off x="4412315" y="4410335"/>
              <a:ext cx="39934" cy="25668"/>
            </a:xfrm>
            <a:custGeom>
              <a:avLst/>
              <a:gdLst/>
              <a:ahLst/>
              <a:cxnLst/>
              <a:rect l="l" t="t" r="r" b="b"/>
              <a:pathLst>
                <a:path w="1520" h="977" extrusionOk="0">
                  <a:moveTo>
                    <a:pt x="408" y="1"/>
                  </a:moveTo>
                  <a:cubicBezTo>
                    <a:pt x="158" y="1"/>
                    <a:pt x="0" y="375"/>
                    <a:pt x="285" y="526"/>
                  </a:cubicBezTo>
                  <a:lnTo>
                    <a:pt x="999" y="942"/>
                  </a:lnTo>
                  <a:cubicBezTo>
                    <a:pt x="1041" y="963"/>
                    <a:pt x="1090" y="977"/>
                    <a:pt x="1138" y="977"/>
                  </a:cubicBezTo>
                  <a:cubicBezTo>
                    <a:pt x="1422" y="977"/>
                    <a:pt x="1520" y="602"/>
                    <a:pt x="1277" y="464"/>
                  </a:cubicBezTo>
                  <a:lnTo>
                    <a:pt x="562" y="48"/>
                  </a:lnTo>
                  <a:cubicBezTo>
                    <a:pt x="509" y="15"/>
                    <a:pt x="457" y="1"/>
                    <a:pt x="408"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9" name="Google Shape;6299;p61"/>
            <p:cNvSpPr/>
            <p:nvPr/>
          </p:nvSpPr>
          <p:spPr>
            <a:xfrm>
              <a:off x="4130306" y="4247340"/>
              <a:ext cx="39304" cy="25589"/>
            </a:xfrm>
            <a:custGeom>
              <a:avLst/>
              <a:gdLst/>
              <a:ahLst/>
              <a:cxnLst/>
              <a:rect l="l" t="t" r="r" b="b"/>
              <a:pathLst>
                <a:path w="1496" h="974" extrusionOk="0">
                  <a:moveTo>
                    <a:pt x="397" y="1"/>
                  </a:moveTo>
                  <a:cubicBezTo>
                    <a:pt x="153" y="1"/>
                    <a:pt x="0" y="356"/>
                    <a:pt x="254" y="515"/>
                  </a:cubicBezTo>
                  <a:lnTo>
                    <a:pt x="975" y="931"/>
                  </a:lnTo>
                  <a:cubicBezTo>
                    <a:pt x="1017" y="959"/>
                    <a:pt x="1066" y="966"/>
                    <a:pt x="1114" y="973"/>
                  </a:cubicBezTo>
                  <a:lnTo>
                    <a:pt x="1114" y="966"/>
                  </a:lnTo>
                  <a:cubicBezTo>
                    <a:pt x="1398" y="966"/>
                    <a:pt x="1496" y="592"/>
                    <a:pt x="1253" y="453"/>
                  </a:cubicBezTo>
                  <a:lnTo>
                    <a:pt x="531" y="37"/>
                  </a:lnTo>
                  <a:cubicBezTo>
                    <a:pt x="485" y="12"/>
                    <a:pt x="439" y="1"/>
                    <a:pt x="397"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0" name="Google Shape;6300;p61"/>
            <p:cNvSpPr/>
            <p:nvPr/>
          </p:nvSpPr>
          <p:spPr>
            <a:xfrm>
              <a:off x="4413418" y="4247182"/>
              <a:ext cx="39908" cy="25747"/>
            </a:xfrm>
            <a:custGeom>
              <a:avLst/>
              <a:gdLst/>
              <a:ahLst/>
              <a:cxnLst/>
              <a:rect l="l" t="t" r="r" b="b"/>
              <a:pathLst>
                <a:path w="1519" h="980" extrusionOk="0">
                  <a:moveTo>
                    <a:pt x="1114" y="0"/>
                  </a:moveTo>
                  <a:cubicBezTo>
                    <a:pt x="1064" y="0"/>
                    <a:pt x="1011" y="15"/>
                    <a:pt x="957" y="50"/>
                  </a:cubicBezTo>
                  <a:lnTo>
                    <a:pt x="243" y="459"/>
                  </a:lnTo>
                  <a:cubicBezTo>
                    <a:pt x="0" y="605"/>
                    <a:pt x="97" y="972"/>
                    <a:pt x="382" y="979"/>
                  </a:cubicBezTo>
                  <a:cubicBezTo>
                    <a:pt x="430" y="979"/>
                    <a:pt x="479" y="965"/>
                    <a:pt x="520" y="937"/>
                  </a:cubicBezTo>
                  <a:lnTo>
                    <a:pt x="1235" y="528"/>
                  </a:lnTo>
                  <a:cubicBezTo>
                    <a:pt x="1518" y="378"/>
                    <a:pt x="1363" y="0"/>
                    <a:pt x="1114"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1" name="Google Shape;6301;p61"/>
            <p:cNvSpPr/>
            <p:nvPr/>
          </p:nvSpPr>
          <p:spPr>
            <a:xfrm>
              <a:off x="4130595" y="4410624"/>
              <a:ext cx="39304" cy="25379"/>
            </a:xfrm>
            <a:custGeom>
              <a:avLst/>
              <a:gdLst/>
              <a:ahLst/>
              <a:cxnLst/>
              <a:rect l="l" t="t" r="r" b="b"/>
              <a:pathLst>
                <a:path w="1496" h="966" extrusionOk="0">
                  <a:moveTo>
                    <a:pt x="1099" y="1"/>
                  </a:moveTo>
                  <a:cubicBezTo>
                    <a:pt x="1056" y="1"/>
                    <a:pt x="1011" y="12"/>
                    <a:pt x="964" y="37"/>
                  </a:cubicBezTo>
                  <a:lnTo>
                    <a:pt x="243" y="453"/>
                  </a:lnTo>
                  <a:cubicBezTo>
                    <a:pt x="0" y="598"/>
                    <a:pt x="104" y="966"/>
                    <a:pt x="382" y="966"/>
                  </a:cubicBezTo>
                  <a:cubicBezTo>
                    <a:pt x="430" y="966"/>
                    <a:pt x="479" y="952"/>
                    <a:pt x="520" y="931"/>
                  </a:cubicBezTo>
                  <a:lnTo>
                    <a:pt x="1242" y="515"/>
                  </a:lnTo>
                  <a:cubicBezTo>
                    <a:pt x="1496" y="356"/>
                    <a:pt x="1343" y="1"/>
                    <a:pt x="1099"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2" name="Google Shape;6302;p61"/>
            <p:cNvSpPr/>
            <p:nvPr/>
          </p:nvSpPr>
          <p:spPr>
            <a:xfrm>
              <a:off x="4255231" y="4494118"/>
              <a:ext cx="72565" cy="50864"/>
            </a:xfrm>
            <a:custGeom>
              <a:avLst/>
              <a:gdLst/>
              <a:ahLst/>
              <a:cxnLst/>
              <a:rect l="l" t="t" r="r" b="b"/>
              <a:pathLst>
                <a:path w="2762" h="1936" extrusionOk="0">
                  <a:moveTo>
                    <a:pt x="1" y="1"/>
                  </a:moveTo>
                  <a:lnTo>
                    <a:pt x="1" y="1381"/>
                  </a:lnTo>
                  <a:cubicBezTo>
                    <a:pt x="1" y="1686"/>
                    <a:pt x="243" y="1936"/>
                    <a:pt x="549" y="1936"/>
                  </a:cubicBezTo>
                  <a:lnTo>
                    <a:pt x="2206" y="1936"/>
                  </a:lnTo>
                  <a:cubicBezTo>
                    <a:pt x="2511" y="1936"/>
                    <a:pt x="2761" y="1686"/>
                    <a:pt x="2761" y="1381"/>
                  </a:cubicBezTo>
                  <a:lnTo>
                    <a:pt x="2761" y="1"/>
                  </a:lnTo>
                  <a:close/>
                </a:path>
              </a:pathLst>
            </a:custGeom>
            <a:solidFill>
              <a:srgbClr val="C7CD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3" name="Google Shape;6303;p61"/>
            <p:cNvSpPr/>
            <p:nvPr/>
          </p:nvSpPr>
          <p:spPr>
            <a:xfrm>
              <a:off x="4247954" y="4494118"/>
              <a:ext cx="87120" cy="14608"/>
            </a:xfrm>
            <a:custGeom>
              <a:avLst/>
              <a:gdLst/>
              <a:ahLst/>
              <a:cxnLst/>
              <a:rect l="l" t="t" r="r" b="b"/>
              <a:pathLst>
                <a:path w="3316" h="556" extrusionOk="0">
                  <a:moveTo>
                    <a:pt x="278" y="1"/>
                  </a:moveTo>
                  <a:cubicBezTo>
                    <a:pt x="125" y="1"/>
                    <a:pt x="0" y="125"/>
                    <a:pt x="0" y="278"/>
                  </a:cubicBezTo>
                  <a:cubicBezTo>
                    <a:pt x="0" y="431"/>
                    <a:pt x="125" y="556"/>
                    <a:pt x="278" y="556"/>
                  </a:cubicBezTo>
                  <a:lnTo>
                    <a:pt x="3038" y="556"/>
                  </a:lnTo>
                  <a:cubicBezTo>
                    <a:pt x="3191" y="556"/>
                    <a:pt x="3316" y="431"/>
                    <a:pt x="3316" y="278"/>
                  </a:cubicBezTo>
                  <a:cubicBezTo>
                    <a:pt x="3316" y="125"/>
                    <a:pt x="3191" y="1"/>
                    <a:pt x="3038" y="1"/>
                  </a:cubicBezTo>
                  <a:close/>
                </a:path>
              </a:pathLst>
            </a:custGeom>
            <a:solidFill>
              <a:srgbClr val="ADB7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04" name="Google Shape;6304;p61"/>
          <p:cNvGrpSpPr/>
          <p:nvPr/>
        </p:nvGrpSpPr>
        <p:grpSpPr>
          <a:xfrm>
            <a:off x="4897905" y="4162322"/>
            <a:ext cx="392065" cy="387887"/>
            <a:chOff x="4644406" y="4162322"/>
            <a:chExt cx="392065" cy="387887"/>
          </a:xfrm>
        </p:grpSpPr>
        <p:sp>
          <p:nvSpPr>
            <p:cNvPr id="6305" name="Google Shape;6305;p61"/>
            <p:cNvSpPr/>
            <p:nvPr/>
          </p:nvSpPr>
          <p:spPr>
            <a:xfrm>
              <a:off x="4644406" y="4334118"/>
              <a:ext cx="217326" cy="216065"/>
            </a:xfrm>
            <a:custGeom>
              <a:avLst/>
              <a:gdLst/>
              <a:ahLst/>
              <a:cxnLst/>
              <a:rect l="l" t="t" r="r" b="b"/>
              <a:pathLst>
                <a:path w="8272" h="8224" extrusionOk="0">
                  <a:moveTo>
                    <a:pt x="7397" y="1"/>
                  </a:moveTo>
                  <a:lnTo>
                    <a:pt x="4456" y="2942"/>
                  </a:lnTo>
                  <a:cubicBezTo>
                    <a:pt x="3860" y="3538"/>
                    <a:pt x="3291" y="4162"/>
                    <a:pt x="2743" y="4814"/>
                  </a:cubicBezTo>
                  <a:lnTo>
                    <a:pt x="93" y="7991"/>
                  </a:lnTo>
                  <a:cubicBezTo>
                    <a:pt x="0" y="8105"/>
                    <a:pt x="66" y="8223"/>
                    <a:pt x="169" y="8223"/>
                  </a:cubicBezTo>
                  <a:cubicBezTo>
                    <a:pt x="203" y="8223"/>
                    <a:pt x="242" y="8210"/>
                    <a:pt x="281" y="8178"/>
                  </a:cubicBezTo>
                  <a:lnTo>
                    <a:pt x="3457" y="5522"/>
                  </a:lnTo>
                  <a:cubicBezTo>
                    <a:pt x="4103" y="4981"/>
                    <a:pt x="4727" y="4412"/>
                    <a:pt x="5330" y="3809"/>
                  </a:cubicBezTo>
                  <a:lnTo>
                    <a:pt x="8271" y="875"/>
                  </a:lnTo>
                  <a:lnTo>
                    <a:pt x="7397" y="1"/>
                  </a:lnTo>
                  <a:close/>
                </a:path>
              </a:pathLst>
            </a:custGeom>
            <a:solidFill>
              <a:srgbClr val="E3E9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6" name="Google Shape;6306;p61"/>
            <p:cNvSpPr/>
            <p:nvPr/>
          </p:nvSpPr>
          <p:spPr>
            <a:xfrm>
              <a:off x="4646481" y="4345783"/>
              <a:ext cx="215251" cy="204426"/>
            </a:xfrm>
            <a:custGeom>
              <a:avLst/>
              <a:gdLst/>
              <a:ahLst/>
              <a:cxnLst/>
              <a:rect l="l" t="t" r="r" b="b"/>
              <a:pathLst>
                <a:path w="8193" h="7781" extrusionOk="0">
                  <a:moveTo>
                    <a:pt x="7755" y="1"/>
                  </a:moveTo>
                  <a:lnTo>
                    <a:pt x="1" y="7748"/>
                  </a:lnTo>
                  <a:cubicBezTo>
                    <a:pt x="29" y="7770"/>
                    <a:pt x="61" y="7781"/>
                    <a:pt x="92" y="7781"/>
                  </a:cubicBezTo>
                  <a:cubicBezTo>
                    <a:pt x="131" y="7781"/>
                    <a:pt x="168" y="7765"/>
                    <a:pt x="195" y="7734"/>
                  </a:cubicBezTo>
                  <a:lnTo>
                    <a:pt x="3378" y="5078"/>
                  </a:lnTo>
                  <a:cubicBezTo>
                    <a:pt x="4024" y="4537"/>
                    <a:pt x="4648" y="3968"/>
                    <a:pt x="5251" y="3372"/>
                  </a:cubicBezTo>
                  <a:lnTo>
                    <a:pt x="8192" y="431"/>
                  </a:lnTo>
                  <a:lnTo>
                    <a:pt x="7755" y="1"/>
                  </a:lnTo>
                  <a:close/>
                </a:path>
              </a:pathLst>
            </a:custGeom>
            <a:solidFill>
              <a:srgbClr val="C9CF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7" name="Google Shape;6307;p61"/>
            <p:cNvSpPr/>
            <p:nvPr/>
          </p:nvSpPr>
          <p:spPr>
            <a:xfrm>
              <a:off x="4720780" y="4162322"/>
              <a:ext cx="315690" cy="299743"/>
            </a:xfrm>
            <a:custGeom>
              <a:avLst/>
              <a:gdLst/>
              <a:ahLst/>
              <a:cxnLst/>
              <a:rect l="l" t="t" r="r" b="b"/>
              <a:pathLst>
                <a:path w="12016" h="11409" extrusionOk="0">
                  <a:moveTo>
                    <a:pt x="7767" y="0"/>
                  </a:moveTo>
                  <a:cubicBezTo>
                    <a:pt x="7487" y="0"/>
                    <a:pt x="7201" y="111"/>
                    <a:pt x="6980" y="332"/>
                  </a:cubicBezTo>
                  <a:cubicBezTo>
                    <a:pt x="6557" y="755"/>
                    <a:pt x="6536" y="1414"/>
                    <a:pt x="6939" y="1816"/>
                  </a:cubicBezTo>
                  <a:lnTo>
                    <a:pt x="7057" y="1941"/>
                  </a:lnTo>
                  <a:cubicBezTo>
                    <a:pt x="7126" y="2010"/>
                    <a:pt x="7126" y="2128"/>
                    <a:pt x="7050" y="2191"/>
                  </a:cubicBezTo>
                  <a:lnTo>
                    <a:pt x="5447" y="3800"/>
                  </a:lnTo>
                  <a:cubicBezTo>
                    <a:pt x="5026" y="4221"/>
                    <a:pt x="4469" y="4442"/>
                    <a:pt x="3918" y="4442"/>
                  </a:cubicBezTo>
                  <a:cubicBezTo>
                    <a:pt x="3553" y="4442"/>
                    <a:pt x="3192" y="4346"/>
                    <a:pt x="2874" y="4147"/>
                  </a:cubicBezTo>
                  <a:cubicBezTo>
                    <a:pt x="2390" y="3839"/>
                    <a:pt x="1862" y="3724"/>
                    <a:pt x="1423" y="3724"/>
                  </a:cubicBezTo>
                  <a:cubicBezTo>
                    <a:pt x="1000" y="3724"/>
                    <a:pt x="659" y="3830"/>
                    <a:pt x="516" y="3973"/>
                  </a:cubicBezTo>
                  <a:cubicBezTo>
                    <a:pt x="0" y="4489"/>
                    <a:pt x="6891" y="11409"/>
                    <a:pt x="7851" y="11409"/>
                  </a:cubicBezTo>
                  <a:cubicBezTo>
                    <a:pt x="7885" y="11409"/>
                    <a:pt x="7912" y="11400"/>
                    <a:pt x="7931" y="11381"/>
                  </a:cubicBezTo>
                  <a:cubicBezTo>
                    <a:pt x="8222" y="11097"/>
                    <a:pt x="8354" y="9980"/>
                    <a:pt x="7757" y="9030"/>
                  </a:cubicBezTo>
                  <a:cubicBezTo>
                    <a:pt x="7258" y="8232"/>
                    <a:pt x="7403" y="7157"/>
                    <a:pt x="8104" y="6456"/>
                  </a:cubicBezTo>
                  <a:lnTo>
                    <a:pt x="9706" y="4854"/>
                  </a:lnTo>
                  <a:cubicBezTo>
                    <a:pt x="9742" y="4815"/>
                    <a:pt x="9788" y="4796"/>
                    <a:pt x="9835" y="4796"/>
                  </a:cubicBezTo>
                  <a:cubicBezTo>
                    <a:pt x="9880" y="4796"/>
                    <a:pt x="9926" y="4813"/>
                    <a:pt x="9963" y="4847"/>
                  </a:cubicBezTo>
                  <a:lnTo>
                    <a:pt x="10088" y="4965"/>
                  </a:lnTo>
                  <a:cubicBezTo>
                    <a:pt x="10278" y="5159"/>
                    <a:pt x="10531" y="5254"/>
                    <a:pt x="10789" y="5254"/>
                  </a:cubicBezTo>
                  <a:cubicBezTo>
                    <a:pt x="11068" y="5254"/>
                    <a:pt x="11353" y="5143"/>
                    <a:pt x="11572" y="4924"/>
                  </a:cubicBezTo>
                  <a:cubicBezTo>
                    <a:pt x="11995" y="4500"/>
                    <a:pt x="12016" y="3835"/>
                    <a:pt x="11621" y="3432"/>
                  </a:cubicBezTo>
                  <a:lnTo>
                    <a:pt x="8465" y="283"/>
                  </a:lnTo>
                  <a:cubicBezTo>
                    <a:pt x="8275" y="94"/>
                    <a:pt x="8024" y="0"/>
                    <a:pt x="7767" y="0"/>
                  </a:cubicBezTo>
                  <a:close/>
                </a:path>
              </a:pathLst>
            </a:custGeom>
            <a:solidFill>
              <a:srgbClr val="6979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8" name="Google Shape;6308;p61"/>
            <p:cNvSpPr/>
            <p:nvPr/>
          </p:nvSpPr>
          <p:spPr>
            <a:xfrm>
              <a:off x="4727952" y="4227872"/>
              <a:ext cx="308518" cy="233668"/>
            </a:xfrm>
            <a:custGeom>
              <a:avLst/>
              <a:gdLst/>
              <a:ahLst/>
              <a:cxnLst/>
              <a:rect l="l" t="t" r="r" b="b"/>
              <a:pathLst>
                <a:path w="11743" h="8894" extrusionOk="0">
                  <a:moveTo>
                    <a:pt x="10404" y="1"/>
                  </a:moveTo>
                  <a:cubicBezTo>
                    <a:pt x="10807" y="403"/>
                    <a:pt x="10786" y="1069"/>
                    <a:pt x="10363" y="1492"/>
                  </a:cubicBezTo>
                  <a:cubicBezTo>
                    <a:pt x="10143" y="1712"/>
                    <a:pt x="9858" y="1823"/>
                    <a:pt x="9580" y="1823"/>
                  </a:cubicBezTo>
                  <a:cubicBezTo>
                    <a:pt x="9321" y="1823"/>
                    <a:pt x="9069" y="1727"/>
                    <a:pt x="8878" y="1534"/>
                  </a:cubicBezTo>
                  <a:lnTo>
                    <a:pt x="8753" y="1409"/>
                  </a:lnTo>
                  <a:cubicBezTo>
                    <a:pt x="8717" y="1376"/>
                    <a:pt x="8673" y="1360"/>
                    <a:pt x="8629" y="1360"/>
                  </a:cubicBezTo>
                  <a:cubicBezTo>
                    <a:pt x="8581" y="1360"/>
                    <a:pt x="8533" y="1379"/>
                    <a:pt x="8497" y="1416"/>
                  </a:cubicBezTo>
                  <a:lnTo>
                    <a:pt x="6895" y="3025"/>
                  </a:lnTo>
                  <a:cubicBezTo>
                    <a:pt x="6194" y="3726"/>
                    <a:pt x="6048" y="4801"/>
                    <a:pt x="6548" y="5591"/>
                  </a:cubicBezTo>
                  <a:cubicBezTo>
                    <a:pt x="7144" y="6549"/>
                    <a:pt x="7013" y="7665"/>
                    <a:pt x="6721" y="7950"/>
                  </a:cubicBezTo>
                  <a:cubicBezTo>
                    <a:pt x="6695" y="7971"/>
                    <a:pt x="6664" y="7980"/>
                    <a:pt x="6636" y="7980"/>
                  </a:cubicBezTo>
                  <a:cubicBezTo>
                    <a:pt x="6627" y="7980"/>
                    <a:pt x="6618" y="7979"/>
                    <a:pt x="6610" y="7977"/>
                  </a:cubicBezTo>
                  <a:cubicBezTo>
                    <a:pt x="4488" y="6278"/>
                    <a:pt x="486" y="2130"/>
                    <a:pt x="430" y="1360"/>
                  </a:cubicBezTo>
                  <a:cubicBezTo>
                    <a:pt x="368" y="1388"/>
                    <a:pt x="298" y="1430"/>
                    <a:pt x="243" y="1478"/>
                  </a:cubicBezTo>
                  <a:cubicBezTo>
                    <a:pt x="0" y="1721"/>
                    <a:pt x="1422" y="3407"/>
                    <a:pt x="3087" y="5113"/>
                  </a:cubicBezTo>
                  <a:cubicBezTo>
                    <a:pt x="3364" y="5397"/>
                    <a:pt x="3642" y="5682"/>
                    <a:pt x="3926" y="5959"/>
                  </a:cubicBezTo>
                  <a:lnTo>
                    <a:pt x="4016" y="6042"/>
                  </a:lnTo>
                  <a:lnTo>
                    <a:pt x="4023" y="6056"/>
                  </a:lnTo>
                  <a:lnTo>
                    <a:pt x="4106" y="6139"/>
                  </a:lnTo>
                  <a:lnTo>
                    <a:pt x="4120" y="6146"/>
                  </a:lnTo>
                  <a:lnTo>
                    <a:pt x="4203" y="6236"/>
                  </a:lnTo>
                  <a:lnTo>
                    <a:pt x="4210" y="6243"/>
                  </a:lnTo>
                  <a:lnTo>
                    <a:pt x="4300" y="6327"/>
                  </a:lnTo>
                  <a:cubicBezTo>
                    <a:pt x="4488" y="6507"/>
                    <a:pt x="4675" y="6687"/>
                    <a:pt x="4855" y="6854"/>
                  </a:cubicBezTo>
                  <a:lnTo>
                    <a:pt x="4946" y="6937"/>
                  </a:lnTo>
                  <a:lnTo>
                    <a:pt x="4952" y="6944"/>
                  </a:lnTo>
                  <a:lnTo>
                    <a:pt x="5036" y="7020"/>
                  </a:lnTo>
                  <a:lnTo>
                    <a:pt x="5050" y="7034"/>
                  </a:lnTo>
                  <a:lnTo>
                    <a:pt x="5119" y="7097"/>
                  </a:lnTo>
                  <a:lnTo>
                    <a:pt x="5140" y="7117"/>
                  </a:lnTo>
                  <a:lnTo>
                    <a:pt x="5209" y="7180"/>
                  </a:lnTo>
                  <a:lnTo>
                    <a:pt x="5230" y="7194"/>
                  </a:lnTo>
                  <a:lnTo>
                    <a:pt x="5299" y="7263"/>
                  </a:lnTo>
                  <a:lnTo>
                    <a:pt x="5313" y="7277"/>
                  </a:lnTo>
                  <a:lnTo>
                    <a:pt x="5382" y="7339"/>
                  </a:lnTo>
                  <a:lnTo>
                    <a:pt x="5403" y="7353"/>
                  </a:lnTo>
                  <a:lnTo>
                    <a:pt x="5473" y="7423"/>
                  </a:lnTo>
                  <a:lnTo>
                    <a:pt x="5487" y="7430"/>
                  </a:lnTo>
                  <a:lnTo>
                    <a:pt x="5563" y="7499"/>
                  </a:lnTo>
                  <a:cubicBezTo>
                    <a:pt x="5653" y="7575"/>
                    <a:pt x="5736" y="7651"/>
                    <a:pt x="5819" y="7721"/>
                  </a:cubicBezTo>
                  <a:lnTo>
                    <a:pt x="5826" y="7728"/>
                  </a:lnTo>
                  <a:lnTo>
                    <a:pt x="5896" y="7790"/>
                  </a:lnTo>
                  <a:lnTo>
                    <a:pt x="5917" y="7804"/>
                  </a:lnTo>
                  <a:lnTo>
                    <a:pt x="5979" y="7853"/>
                  </a:lnTo>
                  <a:lnTo>
                    <a:pt x="6000" y="7873"/>
                  </a:lnTo>
                  <a:lnTo>
                    <a:pt x="6055" y="7922"/>
                  </a:lnTo>
                  <a:lnTo>
                    <a:pt x="6076" y="7943"/>
                  </a:lnTo>
                  <a:lnTo>
                    <a:pt x="6132" y="7984"/>
                  </a:lnTo>
                  <a:lnTo>
                    <a:pt x="6159" y="8005"/>
                  </a:lnTo>
                  <a:lnTo>
                    <a:pt x="6208" y="8047"/>
                  </a:lnTo>
                  <a:lnTo>
                    <a:pt x="6229" y="8068"/>
                  </a:lnTo>
                  <a:lnTo>
                    <a:pt x="6277" y="8109"/>
                  </a:lnTo>
                  <a:lnTo>
                    <a:pt x="6305" y="8130"/>
                  </a:lnTo>
                  <a:lnTo>
                    <a:pt x="6354" y="8165"/>
                  </a:lnTo>
                  <a:lnTo>
                    <a:pt x="6374" y="8186"/>
                  </a:lnTo>
                  <a:lnTo>
                    <a:pt x="6423" y="8227"/>
                  </a:lnTo>
                  <a:lnTo>
                    <a:pt x="6451" y="8241"/>
                  </a:lnTo>
                  <a:lnTo>
                    <a:pt x="6499" y="8283"/>
                  </a:lnTo>
                  <a:lnTo>
                    <a:pt x="6513" y="8297"/>
                  </a:lnTo>
                  <a:lnTo>
                    <a:pt x="6582" y="8352"/>
                  </a:lnTo>
                  <a:lnTo>
                    <a:pt x="6652" y="8401"/>
                  </a:lnTo>
                  <a:lnTo>
                    <a:pt x="6659" y="8408"/>
                  </a:lnTo>
                  <a:lnTo>
                    <a:pt x="6714" y="8449"/>
                  </a:lnTo>
                  <a:lnTo>
                    <a:pt x="6735" y="8463"/>
                  </a:lnTo>
                  <a:lnTo>
                    <a:pt x="6777" y="8491"/>
                  </a:lnTo>
                  <a:lnTo>
                    <a:pt x="6797" y="8512"/>
                  </a:lnTo>
                  <a:lnTo>
                    <a:pt x="6839" y="8539"/>
                  </a:lnTo>
                  <a:lnTo>
                    <a:pt x="6860" y="8553"/>
                  </a:lnTo>
                  <a:lnTo>
                    <a:pt x="6895" y="8581"/>
                  </a:lnTo>
                  <a:lnTo>
                    <a:pt x="6922" y="8595"/>
                  </a:lnTo>
                  <a:lnTo>
                    <a:pt x="6957" y="8623"/>
                  </a:lnTo>
                  <a:lnTo>
                    <a:pt x="6978" y="8636"/>
                  </a:lnTo>
                  <a:lnTo>
                    <a:pt x="7013" y="8657"/>
                  </a:lnTo>
                  <a:lnTo>
                    <a:pt x="7033" y="8671"/>
                  </a:lnTo>
                  <a:lnTo>
                    <a:pt x="7068" y="8692"/>
                  </a:lnTo>
                  <a:lnTo>
                    <a:pt x="7089" y="8706"/>
                  </a:lnTo>
                  <a:lnTo>
                    <a:pt x="7117" y="8727"/>
                  </a:lnTo>
                  <a:lnTo>
                    <a:pt x="7137" y="8740"/>
                  </a:lnTo>
                  <a:lnTo>
                    <a:pt x="7165" y="8754"/>
                  </a:lnTo>
                  <a:lnTo>
                    <a:pt x="7186" y="8768"/>
                  </a:lnTo>
                  <a:lnTo>
                    <a:pt x="7221" y="8782"/>
                  </a:lnTo>
                  <a:lnTo>
                    <a:pt x="7234" y="8796"/>
                  </a:lnTo>
                  <a:lnTo>
                    <a:pt x="7276" y="8817"/>
                  </a:lnTo>
                  <a:lnTo>
                    <a:pt x="7318" y="8838"/>
                  </a:lnTo>
                  <a:lnTo>
                    <a:pt x="7332" y="8844"/>
                  </a:lnTo>
                  <a:lnTo>
                    <a:pt x="7359" y="8851"/>
                  </a:lnTo>
                  <a:lnTo>
                    <a:pt x="7373" y="8858"/>
                  </a:lnTo>
                  <a:lnTo>
                    <a:pt x="7394" y="8872"/>
                  </a:lnTo>
                  <a:lnTo>
                    <a:pt x="7408" y="8879"/>
                  </a:lnTo>
                  <a:lnTo>
                    <a:pt x="7429" y="8886"/>
                  </a:lnTo>
                  <a:lnTo>
                    <a:pt x="7449" y="8886"/>
                  </a:lnTo>
                  <a:lnTo>
                    <a:pt x="7463" y="8893"/>
                  </a:lnTo>
                  <a:lnTo>
                    <a:pt x="7623" y="8893"/>
                  </a:lnTo>
                  <a:cubicBezTo>
                    <a:pt x="7630" y="8886"/>
                    <a:pt x="7630" y="8879"/>
                    <a:pt x="7637" y="8879"/>
                  </a:cubicBezTo>
                  <a:cubicBezTo>
                    <a:pt x="7651" y="8872"/>
                    <a:pt x="7671" y="8865"/>
                    <a:pt x="7685" y="8858"/>
                  </a:cubicBezTo>
                  <a:lnTo>
                    <a:pt x="7692" y="8844"/>
                  </a:lnTo>
                  <a:lnTo>
                    <a:pt x="7713" y="8817"/>
                  </a:lnTo>
                  <a:lnTo>
                    <a:pt x="7727" y="8803"/>
                  </a:lnTo>
                  <a:lnTo>
                    <a:pt x="7748" y="8768"/>
                  </a:lnTo>
                  <a:lnTo>
                    <a:pt x="7755" y="8754"/>
                  </a:lnTo>
                  <a:cubicBezTo>
                    <a:pt x="7970" y="8338"/>
                    <a:pt x="8011" y="7374"/>
                    <a:pt x="7484" y="6535"/>
                  </a:cubicBezTo>
                  <a:cubicBezTo>
                    <a:pt x="6985" y="5737"/>
                    <a:pt x="7130" y="4662"/>
                    <a:pt x="7831" y="3961"/>
                  </a:cubicBezTo>
                  <a:lnTo>
                    <a:pt x="9433" y="2359"/>
                  </a:lnTo>
                  <a:cubicBezTo>
                    <a:pt x="9469" y="2320"/>
                    <a:pt x="9517" y="2301"/>
                    <a:pt x="9565" y="2301"/>
                  </a:cubicBezTo>
                  <a:cubicBezTo>
                    <a:pt x="9611" y="2301"/>
                    <a:pt x="9656" y="2318"/>
                    <a:pt x="9690" y="2352"/>
                  </a:cubicBezTo>
                  <a:lnTo>
                    <a:pt x="9815" y="2470"/>
                  </a:lnTo>
                  <a:cubicBezTo>
                    <a:pt x="10005" y="2664"/>
                    <a:pt x="10258" y="2759"/>
                    <a:pt x="10516" y="2759"/>
                  </a:cubicBezTo>
                  <a:cubicBezTo>
                    <a:pt x="10795" y="2759"/>
                    <a:pt x="11080" y="2648"/>
                    <a:pt x="11299" y="2429"/>
                  </a:cubicBezTo>
                  <a:cubicBezTo>
                    <a:pt x="11722" y="2005"/>
                    <a:pt x="11743" y="1340"/>
                    <a:pt x="11348" y="937"/>
                  </a:cubicBezTo>
                  <a:lnTo>
                    <a:pt x="10404" y="1"/>
                  </a:lnTo>
                  <a:close/>
                </a:path>
              </a:pathLst>
            </a:custGeom>
            <a:solidFill>
              <a:srgbClr val="4C5F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9" name="Google Shape;6309;p61"/>
            <p:cNvSpPr/>
            <p:nvPr/>
          </p:nvSpPr>
          <p:spPr>
            <a:xfrm>
              <a:off x="4892497" y="4162322"/>
              <a:ext cx="143973" cy="138062"/>
            </a:xfrm>
            <a:custGeom>
              <a:avLst/>
              <a:gdLst/>
              <a:ahLst/>
              <a:cxnLst/>
              <a:rect l="l" t="t" r="r" b="b"/>
              <a:pathLst>
                <a:path w="5480" h="5255" extrusionOk="0">
                  <a:moveTo>
                    <a:pt x="1232" y="0"/>
                  </a:moveTo>
                  <a:cubicBezTo>
                    <a:pt x="951" y="0"/>
                    <a:pt x="665" y="111"/>
                    <a:pt x="444" y="332"/>
                  </a:cubicBezTo>
                  <a:cubicBezTo>
                    <a:pt x="21" y="755"/>
                    <a:pt x="0" y="1421"/>
                    <a:pt x="403" y="1816"/>
                  </a:cubicBezTo>
                  <a:lnTo>
                    <a:pt x="521" y="1941"/>
                  </a:lnTo>
                  <a:lnTo>
                    <a:pt x="3427" y="4840"/>
                  </a:lnTo>
                  <a:lnTo>
                    <a:pt x="3552" y="4965"/>
                  </a:lnTo>
                  <a:cubicBezTo>
                    <a:pt x="3742" y="5159"/>
                    <a:pt x="3995" y="5254"/>
                    <a:pt x="4253" y="5254"/>
                  </a:cubicBezTo>
                  <a:cubicBezTo>
                    <a:pt x="4532" y="5254"/>
                    <a:pt x="4817" y="5143"/>
                    <a:pt x="5036" y="4924"/>
                  </a:cubicBezTo>
                  <a:cubicBezTo>
                    <a:pt x="5459" y="4500"/>
                    <a:pt x="5480" y="3835"/>
                    <a:pt x="5085" y="3439"/>
                  </a:cubicBezTo>
                  <a:lnTo>
                    <a:pt x="1936" y="283"/>
                  </a:lnTo>
                  <a:cubicBezTo>
                    <a:pt x="1743" y="94"/>
                    <a:pt x="1490" y="0"/>
                    <a:pt x="1232" y="0"/>
                  </a:cubicBezTo>
                  <a:close/>
                </a:path>
              </a:pathLst>
            </a:custGeom>
            <a:solidFill>
              <a:srgbClr val="6979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0" name="Google Shape;6310;p61"/>
            <p:cNvSpPr/>
            <p:nvPr/>
          </p:nvSpPr>
          <p:spPr>
            <a:xfrm>
              <a:off x="4893758" y="4185048"/>
              <a:ext cx="142712" cy="115336"/>
            </a:xfrm>
            <a:custGeom>
              <a:avLst/>
              <a:gdLst/>
              <a:ahLst/>
              <a:cxnLst/>
              <a:rect l="l" t="t" r="r" b="b"/>
              <a:pathLst>
                <a:path w="5432" h="4390" extrusionOk="0">
                  <a:moveTo>
                    <a:pt x="91" y="1"/>
                  </a:moveTo>
                  <a:lnTo>
                    <a:pt x="91" y="1"/>
                  </a:lnTo>
                  <a:cubicBezTo>
                    <a:pt x="1" y="341"/>
                    <a:pt x="105" y="701"/>
                    <a:pt x="348" y="951"/>
                  </a:cubicBezTo>
                  <a:lnTo>
                    <a:pt x="473" y="1076"/>
                  </a:lnTo>
                  <a:lnTo>
                    <a:pt x="3379" y="3982"/>
                  </a:lnTo>
                  <a:lnTo>
                    <a:pt x="3497" y="4100"/>
                  </a:lnTo>
                  <a:cubicBezTo>
                    <a:pt x="3690" y="4294"/>
                    <a:pt x="3945" y="4389"/>
                    <a:pt x="4204" y="4389"/>
                  </a:cubicBezTo>
                  <a:cubicBezTo>
                    <a:pt x="4484" y="4389"/>
                    <a:pt x="4769" y="4278"/>
                    <a:pt x="4988" y="4059"/>
                  </a:cubicBezTo>
                  <a:cubicBezTo>
                    <a:pt x="5411" y="3635"/>
                    <a:pt x="5432" y="2970"/>
                    <a:pt x="5037" y="2574"/>
                  </a:cubicBezTo>
                  <a:lnTo>
                    <a:pt x="4690" y="2227"/>
                  </a:lnTo>
                  <a:cubicBezTo>
                    <a:pt x="4634" y="2429"/>
                    <a:pt x="4530" y="2616"/>
                    <a:pt x="4385" y="2761"/>
                  </a:cubicBezTo>
                  <a:cubicBezTo>
                    <a:pt x="4165" y="2981"/>
                    <a:pt x="3880" y="3092"/>
                    <a:pt x="3601" y="3092"/>
                  </a:cubicBezTo>
                  <a:cubicBezTo>
                    <a:pt x="3341" y="3092"/>
                    <a:pt x="3087" y="2997"/>
                    <a:pt x="2893" y="2803"/>
                  </a:cubicBezTo>
                  <a:lnTo>
                    <a:pt x="2775" y="2685"/>
                  </a:lnTo>
                  <a:lnTo>
                    <a:pt x="91" y="1"/>
                  </a:lnTo>
                  <a:close/>
                </a:path>
              </a:pathLst>
            </a:custGeom>
            <a:solidFill>
              <a:srgbClr val="4C5F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11" name="Google Shape;6311;p61"/>
          <p:cNvGrpSpPr/>
          <p:nvPr/>
        </p:nvGrpSpPr>
        <p:grpSpPr>
          <a:xfrm>
            <a:off x="5981882" y="4221698"/>
            <a:ext cx="417128" cy="269162"/>
            <a:chOff x="5728383" y="4221698"/>
            <a:chExt cx="417128" cy="269162"/>
          </a:xfrm>
        </p:grpSpPr>
        <p:sp>
          <p:nvSpPr>
            <p:cNvPr id="6312" name="Google Shape;6312;p61"/>
            <p:cNvSpPr/>
            <p:nvPr/>
          </p:nvSpPr>
          <p:spPr>
            <a:xfrm>
              <a:off x="5728383" y="4221698"/>
              <a:ext cx="417128" cy="225260"/>
            </a:xfrm>
            <a:custGeom>
              <a:avLst/>
              <a:gdLst/>
              <a:ahLst/>
              <a:cxnLst/>
              <a:rect l="l" t="t" r="r" b="b"/>
              <a:pathLst>
                <a:path w="15877" h="8574" extrusionOk="0">
                  <a:moveTo>
                    <a:pt x="5813" y="0"/>
                  </a:moveTo>
                  <a:cubicBezTo>
                    <a:pt x="5133" y="0"/>
                    <a:pt x="4509" y="361"/>
                    <a:pt x="4169" y="943"/>
                  </a:cubicBezTo>
                  <a:lnTo>
                    <a:pt x="2498" y="3815"/>
                  </a:lnTo>
                  <a:lnTo>
                    <a:pt x="1436" y="4079"/>
                  </a:lnTo>
                  <a:cubicBezTo>
                    <a:pt x="597" y="4294"/>
                    <a:pt x="1" y="5057"/>
                    <a:pt x="1" y="5930"/>
                  </a:cubicBezTo>
                  <a:lnTo>
                    <a:pt x="1" y="7623"/>
                  </a:lnTo>
                  <a:cubicBezTo>
                    <a:pt x="1" y="8150"/>
                    <a:pt x="431" y="8573"/>
                    <a:pt x="958" y="8573"/>
                  </a:cubicBezTo>
                  <a:lnTo>
                    <a:pt x="14837" y="8573"/>
                  </a:lnTo>
                  <a:cubicBezTo>
                    <a:pt x="15364" y="8573"/>
                    <a:pt x="15787" y="8150"/>
                    <a:pt x="15787" y="7623"/>
                  </a:cubicBezTo>
                  <a:lnTo>
                    <a:pt x="15787" y="7158"/>
                  </a:lnTo>
                  <a:cubicBezTo>
                    <a:pt x="15787" y="6999"/>
                    <a:pt x="15725" y="6846"/>
                    <a:pt x="15614" y="6728"/>
                  </a:cubicBezTo>
                  <a:cubicBezTo>
                    <a:pt x="15496" y="6617"/>
                    <a:pt x="15434" y="6465"/>
                    <a:pt x="15441" y="6305"/>
                  </a:cubicBezTo>
                  <a:lnTo>
                    <a:pt x="15441" y="5084"/>
                  </a:lnTo>
                  <a:lnTo>
                    <a:pt x="15746" y="4411"/>
                  </a:lnTo>
                  <a:cubicBezTo>
                    <a:pt x="15876" y="4137"/>
                    <a:pt x="15681" y="3815"/>
                    <a:pt x="15374" y="3815"/>
                  </a:cubicBezTo>
                  <a:cubicBezTo>
                    <a:pt x="15371" y="3815"/>
                    <a:pt x="15368" y="3815"/>
                    <a:pt x="15364" y="3815"/>
                  </a:cubicBezTo>
                  <a:lnTo>
                    <a:pt x="14248" y="3815"/>
                  </a:lnTo>
                  <a:lnTo>
                    <a:pt x="11959" y="763"/>
                  </a:lnTo>
                  <a:cubicBezTo>
                    <a:pt x="11598" y="284"/>
                    <a:pt x="11036" y="0"/>
                    <a:pt x="10440" y="0"/>
                  </a:cubicBezTo>
                  <a:close/>
                </a:path>
              </a:pathLst>
            </a:custGeom>
            <a:solidFill>
              <a:srgbClr val="41566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3" name="Google Shape;6313;p61"/>
            <p:cNvSpPr/>
            <p:nvPr/>
          </p:nvSpPr>
          <p:spPr>
            <a:xfrm>
              <a:off x="5728383" y="4226059"/>
              <a:ext cx="417128" cy="220899"/>
            </a:xfrm>
            <a:custGeom>
              <a:avLst/>
              <a:gdLst/>
              <a:ahLst/>
              <a:cxnLst/>
              <a:rect l="l" t="t" r="r" b="b"/>
              <a:pathLst>
                <a:path w="15877" h="8408" extrusionOk="0">
                  <a:moveTo>
                    <a:pt x="5495" y="4363"/>
                  </a:moveTo>
                  <a:cubicBezTo>
                    <a:pt x="5182" y="4363"/>
                    <a:pt x="5182" y="4836"/>
                    <a:pt x="5495" y="4836"/>
                  </a:cubicBezTo>
                  <a:cubicBezTo>
                    <a:pt x="5502" y="4836"/>
                    <a:pt x="5508" y="4835"/>
                    <a:pt x="5515" y="4835"/>
                  </a:cubicBezTo>
                  <a:lnTo>
                    <a:pt x="6465" y="4835"/>
                  </a:lnTo>
                  <a:cubicBezTo>
                    <a:pt x="6472" y="4835"/>
                    <a:pt x="6479" y="4836"/>
                    <a:pt x="6485" y="4836"/>
                  </a:cubicBezTo>
                  <a:cubicBezTo>
                    <a:pt x="6798" y="4836"/>
                    <a:pt x="6798" y="4363"/>
                    <a:pt x="6485" y="4363"/>
                  </a:cubicBezTo>
                  <a:cubicBezTo>
                    <a:pt x="6479" y="4363"/>
                    <a:pt x="6472" y="4363"/>
                    <a:pt x="6465" y="4363"/>
                  </a:cubicBezTo>
                  <a:lnTo>
                    <a:pt x="5515" y="4363"/>
                  </a:lnTo>
                  <a:cubicBezTo>
                    <a:pt x="5508" y="4363"/>
                    <a:pt x="5502" y="4363"/>
                    <a:pt x="5495" y="4363"/>
                  </a:cubicBezTo>
                  <a:close/>
                  <a:moveTo>
                    <a:pt x="9310" y="4363"/>
                  </a:moveTo>
                  <a:cubicBezTo>
                    <a:pt x="8997" y="4363"/>
                    <a:pt x="8997" y="4836"/>
                    <a:pt x="9310" y="4836"/>
                  </a:cubicBezTo>
                  <a:cubicBezTo>
                    <a:pt x="9316" y="4836"/>
                    <a:pt x="9323" y="4835"/>
                    <a:pt x="9330" y="4835"/>
                  </a:cubicBezTo>
                  <a:lnTo>
                    <a:pt x="10280" y="4835"/>
                  </a:lnTo>
                  <a:cubicBezTo>
                    <a:pt x="10287" y="4835"/>
                    <a:pt x="10293" y="4836"/>
                    <a:pt x="10300" y="4836"/>
                  </a:cubicBezTo>
                  <a:cubicBezTo>
                    <a:pt x="10613" y="4836"/>
                    <a:pt x="10613" y="4363"/>
                    <a:pt x="10300" y="4363"/>
                  </a:cubicBezTo>
                  <a:cubicBezTo>
                    <a:pt x="10293" y="4363"/>
                    <a:pt x="10287" y="4363"/>
                    <a:pt x="10280" y="4363"/>
                  </a:cubicBezTo>
                  <a:lnTo>
                    <a:pt x="9330" y="4363"/>
                  </a:lnTo>
                  <a:cubicBezTo>
                    <a:pt x="9323" y="4363"/>
                    <a:pt x="9316" y="4363"/>
                    <a:pt x="9310" y="4363"/>
                  </a:cubicBezTo>
                  <a:close/>
                  <a:moveTo>
                    <a:pt x="13055" y="3642"/>
                  </a:moveTo>
                  <a:lnTo>
                    <a:pt x="13623" y="4405"/>
                  </a:lnTo>
                  <a:cubicBezTo>
                    <a:pt x="13714" y="4523"/>
                    <a:pt x="13859" y="4592"/>
                    <a:pt x="14005" y="4592"/>
                  </a:cubicBezTo>
                  <a:lnTo>
                    <a:pt x="14483" y="4592"/>
                  </a:lnTo>
                  <a:lnTo>
                    <a:pt x="14483" y="6139"/>
                  </a:lnTo>
                  <a:cubicBezTo>
                    <a:pt x="14483" y="6265"/>
                    <a:pt x="14384" y="6351"/>
                    <a:pt x="14277" y="6351"/>
                  </a:cubicBezTo>
                  <a:cubicBezTo>
                    <a:pt x="14237" y="6351"/>
                    <a:pt x="14195" y="6339"/>
                    <a:pt x="14157" y="6312"/>
                  </a:cubicBezTo>
                  <a:lnTo>
                    <a:pt x="14150" y="6312"/>
                  </a:lnTo>
                  <a:cubicBezTo>
                    <a:pt x="13676" y="5955"/>
                    <a:pt x="13128" y="5787"/>
                    <a:pt x="12588" y="5787"/>
                  </a:cubicBezTo>
                  <a:cubicBezTo>
                    <a:pt x="11558" y="5787"/>
                    <a:pt x="10555" y="6397"/>
                    <a:pt x="10141" y="7457"/>
                  </a:cubicBezTo>
                  <a:lnTo>
                    <a:pt x="8373" y="7457"/>
                  </a:lnTo>
                  <a:lnTo>
                    <a:pt x="8373" y="3642"/>
                  </a:lnTo>
                  <a:close/>
                  <a:moveTo>
                    <a:pt x="11216" y="1"/>
                  </a:moveTo>
                  <a:cubicBezTo>
                    <a:pt x="10946" y="340"/>
                    <a:pt x="10939" y="819"/>
                    <a:pt x="11203" y="1166"/>
                  </a:cubicBezTo>
                  <a:lnTo>
                    <a:pt x="12174" y="2470"/>
                  </a:lnTo>
                  <a:lnTo>
                    <a:pt x="10058" y="2470"/>
                  </a:lnTo>
                  <a:lnTo>
                    <a:pt x="8373" y="784"/>
                  </a:lnTo>
                  <a:lnTo>
                    <a:pt x="7415" y="784"/>
                  </a:lnTo>
                  <a:lnTo>
                    <a:pt x="7415" y="7457"/>
                  </a:lnTo>
                  <a:lnTo>
                    <a:pt x="4807" y="7457"/>
                  </a:lnTo>
                  <a:cubicBezTo>
                    <a:pt x="4391" y="6503"/>
                    <a:pt x="3507" y="6026"/>
                    <a:pt x="2623" y="6026"/>
                  </a:cubicBezTo>
                  <a:cubicBezTo>
                    <a:pt x="1740" y="6026"/>
                    <a:pt x="857" y="6503"/>
                    <a:pt x="445" y="7457"/>
                  </a:cubicBezTo>
                  <a:lnTo>
                    <a:pt x="1" y="7457"/>
                  </a:lnTo>
                  <a:cubicBezTo>
                    <a:pt x="1" y="7984"/>
                    <a:pt x="431" y="8407"/>
                    <a:pt x="958" y="8407"/>
                  </a:cubicBezTo>
                  <a:lnTo>
                    <a:pt x="14837" y="8407"/>
                  </a:lnTo>
                  <a:cubicBezTo>
                    <a:pt x="15364" y="8407"/>
                    <a:pt x="15787" y="7984"/>
                    <a:pt x="15787" y="7457"/>
                  </a:cubicBezTo>
                  <a:lnTo>
                    <a:pt x="15787" y="6985"/>
                  </a:lnTo>
                  <a:cubicBezTo>
                    <a:pt x="15787" y="6826"/>
                    <a:pt x="15725" y="6673"/>
                    <a:pt x="15614" y="6562"/>
                  </a:cubicBezTo>
                  <a:cubicBezTo>
                    <a:pt x="15496" y="6451"/>
                    <a:pt x="15434" y="6299"/>
                    <a:pt x="15441" y="6139"/>
                  </a:cubicBezTo>
                  <a:lnTo>
                    <a:pt x="15441" y="4918"/>
                  </a:lnTo>
                  <a:lnTo>
                    <a:pt x="15746" y="4245"/>
                  </a:lnTo>
                  <a:cubicBezTo>
                    <a:pt x="15876" y="3971"/>
                    <a:pt x="15681" y="3649"/>
                    <a:pt x="15374" y="3649"/>
                  </a:cubicBezTo>
                  <a:cubicBezTo>
                    <a:pt x="15371" y="3649"/>
                    <a:pt x="15368" y="3649"/>
                    <a:pt x="15364" y="3649"/>
                  </a:cubicBezTo>
                  <a:lnTo>
                    <a:pt x="14248" y="3649"/>
                  </a:lnTo>
                  <a:lnTo>
                    <a:pt x="11959" y="597"/>
                  </a:lnTo>
                  <a:cubicBezTo>
                    <a:pt x="11764" y="340"/>
                    <a:pt x="11508" y="132"/>
                    <a:pt x="11216" y="1"/>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4" name="Google Shape;6314;p61"/>
            <p:cNvSpPr/>
            <p:nvPr/>
          </p:nvSpPr>
          <p:spPr>
            <a:xfrm>
              <a:off x="5822964" y="4246657"/>
              <a:ext cx="100440" cy="75271"/>
            </a:xfrm>
            <a:custGeom>
              <a:avLst/>
              <a:gdLst/>
              <a:ahLst/>
              <a:cxnLst/>
              <a:rect l="l" t="t" r="r" b="b"/>
              <a:pathLst>
                <a:path w="3823" h="2865" extrusionOk="0">
                  <a:moveTo>
                    <a:pt x="2213" y="0"/>
                  </a:moveTo>
                  <a:cubicBezTo>
                    <a:pt x="1880" y="0"/>
                    <a:pt x="1561" y="181"/>
                    <a:pt x="1395" y="479"/>
                  </a:cubicBezTo>
                  <a:lnTo>
                    <a:pt x="1" y="2865"/>
                  </a:lnTo>
                  <a:lnTo>
                    <a:pt x="3822" y="2865"/>
                  </a:lnTo>
                  <a:lnTo>
                    <a:pt x="3822" y="0"/>
                  </a:lnTo>
                  <a:close/>
                </a:path>
              </a:pathLst>
            </a:custGeom>
            <a:solidFill>
              <a:srgbClr val="A9B2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5" name="Google Shape;6315;p61"/>
            <p:cNvSpPr/>
            <p:nvPr/>
          </p:nvSpPr>
          <p:spPr>
            <a:xfrm>
              <a:off x="5948336" y="4246657"/>
              <a:ext cx="109924" cy="75271"/>
            </a:xfrm>
            <a:custGeom>
              <a:avLst/>
              <a:gdLst/>
              <a:ahLst/>
              <a:cxnLst/>
              <a:rect l="l" t="t" r="r" b="b"/>
              <a:pathLst>
                <a:path w="4184" h="2865" extrusionOk="0">
                  <a:moveTo>
                    <a:pt x="1" y="0"/>
                  </a:moveTo>
                  <a:lnTo>
                    <a:pt x="1" y="2865"/>
                  </a:lnTo>
                  <a:lnTo>
                    <a:pt x="3261" y="2865"/>
                  </a:lnTo>
                  <a:cubicBezTo>
                    <a:pt x="3843" y="2865"/>
                    <a:pt x="4183" y="2192"/>
                    <a:pt x="3829" y="1720"/>
                  </a:cubicBezTo>
                  <a:lnTo>
                    <a:pt x="2831" y="382"/>
                  </a:lnTo>
                  <a:cubicBezTo>
                    <a:pt x="2650" y="146"/>
                    <a:pt x="2366" y="0"/>
                    <a:pt x="2068" y="0"/>
                  </a:cubicBezTo>
                  <a:close/>
                </a:path>
              </a:pathLst>
            </a:custGeom>
            <a:solidFill>
              <a:srgbClr val="A9B2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6" name="Google Shape;6316;p61"/>
            <p:cNvSpPr/>
            <p:nvPr/>
          </p:nvSpPr>
          <p:spPr>
            <a:xfrm>
              <a:off x="5738787" y="4403057"/>
              <a:ext cx="102436" cy="87803"/>
            </a:xfrm>
            <a:custGeom>
              <a:avLst/>
              <a:gdLst/>
              <a:ahLst/>
              <a:cxnLst/>
              <a:rect l="l" t="t" r="r" b="b"/>
              <a:pathLst>
                <a:path w="3899" h="3342" extrusionOk="0">
                  <a:moveTo>
                    <a:pt x="2217" y="1"/>
                  </a:moveTo>
                  <a:cubicBezTo>
                    <a:pt x="1806" y="1"/>
                    <a:pt x="1388" y="152"/>
                    <a:pt x="1047" y="491"/>
                  </a:cubicBezTo>
                  <a:cubicBezTo>
                    <a:pt x="0" y="1545"/>
                    <a:pt x="742" y="3342"/>
                    <a:pt x="2227" y="3342"/>
                  </a:cubicBezTo>
                  <a:cubicBezTo>
                    <a:pt x="3149" y="3335"/>
                    <a:pt x="3898" y="2593"/>
                    <a:pt x="3898" y="1670"/>
                  </a:cubicBezTo>
                  <a:cubicBezTo>
                    <a:pt x="3898" y="666"/>
                    <a:pt x="3075" y="1"/>
                    <a:pt x="2217" y="1"/>
                  </a:cubicBezTo>
                  <a:close/>
                </a:path>
              </a:pathLst>
            </a:custGeom>
            <a:solidFill>
              <a:srgbClr val="6374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7" name="Google Shape;6317;p61"/>
            <p:cNvSpPr/>
            <p:nvPr/>
          </p:nvSpPr>
          <p:spPr>
            <a:xfrm>
              <a:off x="5754445" y="4404108"/>
              <a:ext cx="98443" cy="86673"/>
            </a:xfrm>
            <a:custGeom>
              <a:avLst/>
              <a:gdLst/>
              <a:ahLst/>
              <a:cxnLst/>
              <a:rect l="l" t="t" r="r" b="b"/>
              <a:pathLst>
                <a:path w="3747" h="3299" extrusionOk="0">
                  <a:moveTo>
                    <a:pt x="1977" y="0"/>
                  </a:moveTo>
                  <a:lnTo>
                    <a:pt x="1977" y="0"/>
                  </a:lnTo>
                  <a:cubicBezTo>
                    <a:pt x="1776" y="368"/>
                    <a:pt x="1839" y="832"/>
                    <a:pt x="2137" y="1131"/>
                  </a:cubicBezTo>
                  <a:lnTo>
                    <a:pt x="1131" y="2136"/>
                  </a:lnTo>
                  <a:cubicBezTo>
                    <a:pt x="949" y="1954"/>
                    <a:pt x="705" y="1860"/>
                    <a:pt x="459" y="1860"/>
                  </a:cubicBezTo>
                  <a:cubicBezTo>
                    <a:pt x="302" y="1860"/>
                    <a:pt x="144" y="1899"/>
                    <a:pt x="1" y="1977"/>
                  </a:cubicBezTo>
                  <a:cubicBezTo>
                    <a:pt x="174" y="2805"/>
                    <a:pt x="896" y="3299"/>
                    <a:pt x="1639" y="3299"/>
                  </a:cubicBezTo>
                  <a:cubicBezTo>
                    <a:pt x="2053" y="3299"/>
                    <a:pt x="2474" y="3145"/>
                    <a:pt x="2810" y="2809"/>
                  </a:cubicBezTo>
                  <a:cubicBezTo>
                    <a:pt x="3746" y="1873"/>
                    <a:pt x="3267" y="271"/>
                    <a:pt x="1977" y="0"/>
                  </a:cubicBezTo>
                  <a:close/>
                </a:path>
              </a:pathLst>
            </a:custGeom>
            <a:solidFill>
              <a:srgbClr val="6374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8" name="Google Shape;6318;p61"/>
            <p:cNvSpPr/>
            <p:nvPr/>
          </p:nvSpPr>
          <p:spPr>
            <a:xfrm>
              <a:off x="5772311" y="4428147"/>
              <a:ext cx="43744" cy="37648"/>
            </a:xfrm>
            <a:custGeom>
              <a:avLst/>
              <a:gdLst/>
              <a:ahLst/>
              <a:cxnLst/>
              <a:rect l="l" t="t" r="r" b="b"/>
              <a:pathLst>
                <a:path w="1665" h="1433" extrusionOk="0">
                  <a:moveTo>
                    <a:pt x="951" y="1"/>
                  </a:moveTo>
                  <a:cubicBezTo>
                    <a:pt x="319" y="1"/>
                    <a:pt x="0" y="771"/>
                    <a:pt x="451" y="1221"/>
                  </a:cubicBezTo>
                  <a:cubicBezTo>
                    <a:pt x="595" y="1367"/>
                    <a:pt x="772" y="1433"/>
                    <a:pt x="947" y="1433"/>
                  </a:cubicBezTo>
                  <a:cubicBezTo>
                    <a:pt x="1313" y="1433"/>
                    <a:pt x="1665" y="1147"/>
                    <a:pt x="1665" y="715"/>
                  </a:cubicBezTo>
                  <a:cubicBezTo>
                    <a:pt x="1665" y="320"/>
                    <a:pt x="1346" y="1"/>
                    <a:pt x="951" y="1"/>
                  </a:cubicBezTo>
                  <a:close/>
                </a:path>
              </a:pathLst>
            </a:custGeom>
            <a:solidFill>
              <a:srgbClr val="CD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19" name="Google Shape;6319;p61"/>
            <p:cNvSpPr/>
            <p:nvPr/>
          </p:nvSpPr>
          <p:spPr>
            <a:xfrm>
              <a:off x="6000277" y="4403057"/>
              <a:ext cx="102436" cy="87803"/>
            </a:xfrm>
            <a:custGeom>
              <a:avLst/>
              <a:gdLst/>
              <a:ahLst/>
              <a:cxnLst/>
              <a:rect l="l" t="t" r="r" b="b"/>
              <a:pathLst>
                <a:path w="3899" h="3342" extrusionOk="0">
                  <a:moveTo>
                    <a:pt x="2219" y="1"/>
                  </a:moveTo>
                  <a:cubicBezTo>
                    <a:pt x="1810" y="1"/>
                    <a:pt x="1393" y="152"/>
                    <a:pt x="1055" y="491"/>
                  </a:cubicBezTo>
                  <a:cubicBezTo>
                    <a:pt x="0" y="1545"/>
                    <a:pt x="750" y="3342"/>
                    <a:pt x="2234" y="3342"/>
                  </a:cubicBezTo>
                  <a:cubicBezTo>
                    <a:pt x="3156" y="3335"/>
                    <a:pt x="3899" y="2593"/>
                    <a:pt x="3899" y="1670"/>
                  </a:cubicBezTo>
                  <a:cubicBezTo>
                    <a:pt x="3899" y="666"/>
                    <a:pt x="3076" y="1"/>
                    <a:pt x="2219" y="1"/>
                  </a:cubicBezTo>
                  <a:close/>
                </a:path>
              </a:pathLst>
            </a:custGeom>
            <a:solidFill>
              <a:srgbClr val="6374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0" name="Google Shape;6320;p61"/>
            <p:cNvSpPr/>
            <p:nvPr/>
          </p:nvSpPr>
          <p:spPr>
            <a:xfrm>
              <a:off x="6016119" y="4404108"/>
              <a:ext cx="98443" cy="86673"/>
            </a:xfrm>
            <a:custGeom>
              <a:avLst/>
              <a:gdLst/>
              <a:ahLst/>
              <a:cxnLst/>
              <a:rect l="l" t="t" r="r" b="b"/>
              <a:pathLst>
                <a:path w="3747" h="3299" extrusionOk="0">
                  <a:moveTo>
                    <a:pt x="1971" y="0"/>
                  </a:moveTo>
                  <a:lnTo>
                    <a:pt x="1971" y="0"/>
                  </a:lnTo>
                  <a:cubicBezTo>
                    <a:pt x="1770" y="368"/>
                    <a:pt x="1839" y="832"/>
                    <a:pt x="2137" y="1131"/>
                  </a:cubicBezTo>
                  <a:lnTo>
                    <a:pt x="1125" y="2136"/>
                  </a:lnTo>
                  <a:cubicBezTo>
                    <a:pt x="943" y="1954"/>
                    <a:pt x="701" y="1860"/>
                    <a:pt x="457" y="1860"/>
                  </a:cubicBezTo>
                  <a:cubicBezTo>
                    <a:pt x="301" y="1860"/>
                    <a:pt x="144" y="1899"/>
                    <a:pt x="1" y="1977"/>
                  </a:cubicBezTo>
                  <a:cubicBezTo>
                    <a:pt x="175" y="2805"/>
                    <a:pt x="897" y="3299"/>
                    <a:pt x="1639" y="3299"/>
                  </a:cubicBezTo>
                  <a:cubicBezTo>
                    <a:pt x="2054" y="3299"/>
                    <a:pt x="2475" y="3145"/>
                    <a:pt x="2810" y="2809"/>
                  </a:cubicBezTo>
                  <a:cubicBezTo>
                    <a:pt x="3746" y="1873"/>
                    <a:pt x="3268" y="271"/>
                    <a:pt x="1971" y="0"/>
                  </a:cubicBezTo>
                  <a:close/>
                </a:path>
              </a:pathLst>
            </a:custGeom>
            <a:solidFill>
              <a:srgbClr val="6374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1" name="Google Shape;6321;p61"/>
            <p:cNvSpPr/>
            <p:nvPr/>
          </p:nvSpPr>
          <p:spPr>
            <a:xfrm>
              <a:off x="6033801" y="4428147"/>
              <a:ext cx="43954" cy="37648"/>
            </a:xfrm>
            <a:custGeom>
              <a:avLst/>
              <a:gdLst/>
              <a:ahLst/>
              <a:cxnLst/>
              <a:rect l="l" t="t" r="r" b="b"/>
              <a:pathLst>
                <a:path w="1673" h="1433" extrusionOk="0">
                  <a:moveTo>
                    <a:pt x="958" y="1"/>
                  </a:moveTo>
                  <a:cubicBezTo>
                    <a:pt x="320" y="1"/>
                    <a:pt x="1" y="771"/>
                    <a:pt x="452" y="1221"/>
                  </a:cubicBezTo>
                  <a:cubicBezTo>
                    <a:pt x="597" y="1367"/>
                    <a:pt x="777" y="1433"/>
                    <a:pt x="952" y="1433"/>
                  </a:cubicBezTo>
                  <a:cubicBezTo>
                    <a:pt x="1320" y="1433"/>
                    <a:pt x="1672" y="1147"/>
                    <a:pt x="1672" y="715"/>
                  </a:cubicBezTo>
                  <a:cubicBezTo>
                    <a:pt x="1672" y="320"/>
                    <a:pt x="1353" y="1"/>
                    <a:pt x="958" y="1"/>
                  </a:cubicBezTo>
                  <a:close/>
                </a:path>
              </a:pathLst>
            </a:custGeom>
            <a:solidFill>
              <a:srgbClr val="CD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2" name="Google Shape;6322;p61"/>
            <p:cNvSpPr/>
            <p:nvPr/>
          </p:nvSpPr>
          <p:spPr>
            <a:xfrm>
              <a:off x="5728567" y="4328469"/>
              <a:ext cx="39382" cy="49051"/>
            </a:xfrm>
            <a:custGeom>
              <a:avLst/>
              <a:gdLst/>
              <a:ahLst/>
              <a:cxnLst/>
              <a:rect l="l" t="t" r="r" b="b"/>
              <a:pathLst>
                <a:path w="1499" h="1867" extrusionOk="0">
                  <a:moveTo>
                    <a:pt x="1499" y="1"/>
                  </a:moveTo>
                  <a:lnTo>
                    <a:pt x="1429" y="15"/>
                  </a:lnTo>
                  <a:cubicBezTo>
                    <a:pt x="590" y="230"/>
                    <a:pt x="1" y="993"/>
                    <a:pt x="1" y="1866"/>
                  </a:cubicBezTo>
                  <a:lnTo>
                    <a:pt x="549" y="1866"/>
                  </a:lnTo>
                  <a:cubicBezTo>
                    <a:pt x="1076" y="1866"/>
                    <a:pt x="1499" y="1436"/>
                    <a:pt x="1499" y="909"/>
                  </a:cubicBezTo>
                  <a:lnTo>
                    <a:pt x="1499" y="1"/>
                  </a:lnTo>
                  <a:close/>
                </a:path>
              </a:pathLst>
            </a:custGeom>
            <a:solidFill>
              <a:srgbClr val="AD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3" name="Google Shape;6323;p61"/>
            <p:cNvSpPr/>
            <p:nvPr/>
          </p:nvSpPr>
          <p:spPr>
            <a:xfrm>
              <a:off x="6109071" y="4346886"/>
              <a:ext cx="28821" cy="24985"/>
            </a:xfrm>
            <a:custGeom>
              <a:avLst/>
              <a:gdLst/>
              <a:ahLst/>
              <a:cxnLst/>
              <a:rect l="l" t="t" r="r" b="b"/>
              <a:pathLst>
                <a:path w="1097" h="951" extrusionOk="0">
                  <a:moveTo>
                    <a:pt x="0" y="0"/>
                  </a:moveTo>
                  <a:lnTo>
                    <a:pt x="0" y="950"/>
                  </a:lnTo>
                  <a:lnTo>
                    <a:pt x="951" y="950"/>
                  </a:lnTo>
                  <a:lnTo>
                    <a:pt x="951" y="319"/>
                  </a:lnTo>
                  <a:lnTo>
                    <a:pt x="1096" y="0"/>
                  </a:ln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24" name="Google Shape;6324;p61"/>
          <p:cNvGrpSpPr/>
          <p:nvPr/>
        </p:nvGrpSpPr>
        <p:grpSpPr>
          <a:xfrm>
            <a:off x="821036" y="3696905"/>
            <a:ext cx="371782" cy="342751"/>
            <a:chOff x="834210" y="3696905"/>
            <a:chExt cx="371782" cy="342751"/>
          </a:xfrm>
        </p:grpSpPr>
        <p:sp>
          <p:nvSpPr>
            <p:cNvPr id="6325" name="Google Shape;6325;p61"/>
            <p:cNvSpPr/>
            <p:nvPr/>
          </p:nvSpPr>
          <p:spPr>
            <a:xfrm>
              <a:off x="866289" y="3696905"/>
              <a:ext cx="138876" cy="111500"/>
            </a:xfrm>
            <a:custGeom>
              <a:avLst/>
              <a:gdLst/>
              <a:ahLst/>
              <a:cxnLst/>
              <a:rect l="l" t="t" r="r" b="b"/>
              <a:pathLst>
                <a:path w="5286" h="4244" extrusionOk="0">
                  <a:moveTo>
                    <a:pt x="1856" y="0"/>
                  </a:moveTo>
                  <a:cubicBezTo>
                    <a:pt x="1791" y="0"/>
                    <a:pt x="1728" y="4"/>
                    <a:pt x="1665" y="13"/>
                  </a:cubicBezTo>
                  <a:cubicBezTo>
                    <a:pt x="1124" y="89"/>
                    <a:pt x="701" y="471"/>
                    <a:pt x="416" y="1150"/>
                  </a:cubicBezTo>
                  <a:cubicBezTo>
                    <a:pt x="35" y="2094"/>
                    <a:pt x="0" y="2857"/>
                    <a:pt x="326" y="3418"/>
                  </a:cubicBezTo>
                  <a:cubicBezTo>
                    <a:pt x="736" y="4126"/>
                    <a:pt x="1540" y="4237"/>
                    <a:pt x="1575" y="4244"/>
                  </a:cubicBezTo>
                  <a:lnTo>
                    <a:pt x="5078" y="4244"/>
                  </a:lnTo>
                  <a:cubicBezTo>
                    <a:pt x="5189" y="4244"/>
                    <a:pt x="5286" y="4154"/>
                    <a:pt x="5286" y="4036"/>
                  </a:cubicBezTo>
                  <a:lnTo>
                    <a:pt x="5286" y="2475"/>
                  </a:lnTo>
                  <a:cubicBezTo>
                    <a:pt x="5279" y="2427"/>
                    <a:pt x="5265" y="2385"/>
                    <a:pt x="5237" y="2350"/>
                  </a:cubicBezTo>
                  <a:cubicBezTo>
                    <a:pt x="5157" y="2250"/>
                    <a:pt x="3361" y="0"/>
                    <a:pt x="1856"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6" name="Google Shape;6326;p61"/>
            <p:cNvSpPr/>
            <p:nvPr/>
          </p:nvSpPr>
          <p:spPr>
            <a:xfrm>
              <a:off x="1035221" y="3696905"/>
              <a:ext cx="138693" cy="111500"/>
            </a:xfrm>
            <a:custGeom>
              <a:avLst/>
              <a:gdLst/>
              <a:ahLst/>
              <a:cxnLst/>
              <a:rect l="l" t="t" r="r" b="b"/>
              <a:pathLst>
                <a:path w="5279" h="4244" extrusionOk="0">
                  <a:moveTo>
                    <a:pt x="3423" y="0"/>
                  </a:moveTo>
                  <a:cubicBezTo>
                    <a:pt x="1918" y="0"/>
                    <a:pt x="122" y="2250"/>
                    <a:pt x="42" y="2350"/>
                  </a:cubicBezTo>
                  <a:cubicBezTo>
                    <a:pt x="14" y="2385"/>
                    <a:pt x="0" y="2433"/>
                    <a:pt x="0" y="2475"/>
                  </a:cubicBezTo>
                  <a:lnTo>
                    <a:pt x="0" y="4036"/>
                  </a:lnTo>
                  <a:cubicBezTo>
                    <a:pt x="0" y="4154"/>
                    <a:pt x="90" y="4244"/>
                    <a:pt x="208" y="4244"/>
                  </a:cubicBezTo>
                  <a:lnTo>
                    <a:pt x="3711" y="4244"/>
                  </a:lnTo>
                  <a:cubicBezTo>
                    <a:pt x="3746" y="4244"/>
                    <a:pt x="4550" y="4126"/>
                    <a:pt x="4953" y="3425"/>
                  </a:cubicBezTo>
                  <a:cubicBezTo>
                    <a:pt x="5279" y="2857"/>
                    <a:pt x="5251" y="2094"/>
                    <a:pt x="4855" y="1157"/>
                  </a:cubicBezTo>
                  <a:cubicBezTo>
                    <a:pt x="4578" y="471"/>
                    <a:pt x="4155" y="89"/>
                    <a:pt x="3614" y="13"/>
                  </a:cubicBezTo>
                  <a:cubicBezTo>
                    <a:pt x="3551" y="4"/>
                    <a:pt x="3487" y="0"/>
                    <a:pt x="3423"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7" name="Google Shape;6327;p61"/>
            <p:cNvSpPr/>
            <p:nvPr/>
          </p:nvSpPr>
          <p:spPr>
            <a:xfrm>
              <a:off x="867550" y="3750080"/>
              <a:ext cx="137615" cy="58325"/>
            </a:xfrm>
            <a:custGeom>
              <a:avLst/>
              <a:gdLst/>
              <a:ahLst/>
              <a:cxnLst/>
              <a:rect l="l" t="t" r="r" b="b"/>
              <a:pathLst>
                <a:path w="5238" h="2220" extrusionOk="0">
                  <a:moveTo>
                    <a:pt x="105" y="0"/>
                  </a:moveTo>
                  <a:cubicBezTo>
                    <a:pt x="1" y="555"/>
                    <a:pt x="56" y="1020"/>
                    <a:pt x="278" y="1401"/>
                  </a:cubicBezTo>
                  <a:cubicBezTo>
                    <a:pt x="688" y="2102"/>
                    <a:pt x="1492" y="2220"/>
                    <a:pt x="1527" y="2220"/>
                  </a:cubicBezTo>
                  <a:lnTo>
                    <a:pt x="5030" y="2220"/>
                  </a:lnTo>
                  <a:cubicBezTo>
                    <a:pt x="5141" y="2220"/>
                    <a:pt x="5238" y="2130"/>
                    <a:pt x="5238" y="2012"/>
                  </a:cubicBezTo>
                  <a:lnTo>
                    <a:pt x="5238" y="1061"/>
                  </a:lnTo>
                  <a:cubicBezTo>
                    <a:pt x="5231" y="1172"/>
                    <a:pt x="5141" y="1270"/>
                    <a:pt x="5030" y="1270"/>
                  </a:cubicBezTo>
                  <a:lnTo>
                    <a:pt x="1527" y="1270"/>
                  </a:lnTo>
                  <a:cubicBezTo>
                    <a:pt x="1492" y="1263"/>
                    <a:pt x="688" y="1152"/>
                    <a:pt x="278" y="444"/>
                  </a:cubicBezTo>
                  <a:cubicBezTo>
                    <a:pt x="202" y="305"/>
                    <a:pt x="140" y="160"/>
                    <a:pt x="10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8" name="Google Shape;6328;p61"/>
            <p:cNvSpPr/>
            <p:nvPr/>
          </p:nvSpPr>
          <p:spPr>
            <a:xfrm>
              <a:off x="1035221" y="3750080"/>
              <a:ext cx="137431" cy="58325"/>
            </a:xfrm>
            <a:custGeom>
              <a:avLst/>
              <a:gdLst/>
              <a:ahLst/>
              <a:cxnLst/>
              <a:rect l="l" t="t" r="r" b="b"/>
              <a:pathLst>
                <a:path w="5231" h="2220" extrusionOk="0">
                  <a:moveTo>
                    <a:pt x="5126" y="0"/>
                  </a:moveTo>
                  <a:cubicBezTo>
                    <a:pt x="5091" y="153"/>
                    <a:pt x="5036" y="305"/>
                    <a:pt x="4953" y="444"/>
                  </a:cubicBezTo>
                  <a:cubicBezTo>
                    <a:pt x="4550" y="1145"/>
                    <a:pt x="3739" y="1263"/>
                    <a:pt x="3711" y="1263"/>
                  </a:cubicBezTo>
                  <a:lnTo>
                    <a:pt x="208" y="1263"/>
                  </a:lnTo>
                  <a:cubicBezTo>
                    <a:pt x="90" y="1263"/>
                    <a:pt x="0" y="1172"/>
                    <a:pt x="0" y="1055"/>
                  </a:cubicBezTo>
                  <a:lnTo>
                    <a:pt x="0" y="2012"/>
                  </a:lnTo>
                  <a:cubicBezTo>
                    <a:pt x="0" y="2123"/>
                    <a:pt x="90" y="2220"/>
                    <a:pt x="208" y="2220"/>
                  </a:cubicBezTo>
                  <a:lnTo>
                    <a:pt x="3711" y="2220"/>
                  </a:lnTo>
                  <a:cubicBezTo>
                    <a:pt x="3746" y="2213"/>
                    <a:pt x="4550" y="2102"/>
                    <a:pt x="4953" y="1394"/>
                  </a:cubicBezTo>
                  <a:cubicBezTo>
                    <a:pt x="5175" y="1020"/>
                    <a:pt x="5230" y="548"/>
                    <a:pt x="512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29" name="Google Shape;6329;p61"/>
            <p:cNvSpPr/>
            <p:nvPr/>
          </p:nvSpPr>
          <p:spPr>
            <a:xfrm>
              <a:off x="994210" y="3756438"/>
              <a:ext cx="51967" cy="51967"/>
            </a:xfrm>
            <a:custGeom>
              <a:avLst/>
              <a:gdLst/>
              <a:ahLst/>
              <a:cxnLst/>
              <a:rect l="l" t="t" r="r" b="b"/>
              <a:pathLst>
                <a:path w="1978" h="1978" extrusionOk="0">
                  <a:moveTo>
                    <a:pt x="209" y="1"/>
                  </a:moveTo>
                  <a:cubicBezTo>
                    <a:pt x="91" y="1"/>
                    <a:pt x="1" y="98"/>
                    <a:pt x="1" y="209"/>
                  </a:cubicBezTo>
                  <a:lnTo>
                    <a:pt x="1" y="1770"/>
                  </a:lnTo>
                  <a:cubicBezTo>
                    <a:pt x="1" y="1888"/>
                    <a:pt x="91" y="1978"/>
                    <a:pt x="209" y="1978"/>
                  </a:cubicBezTo>
                  <a:lnTo>
                    <a:pt x="1769" y="1978"/>
                  </a:lnTo>
                  <a:cubicBezTo>
                    <a:pt x="1880" y="1978"/>
                    <a:pt x="1977" y="1888"/>
                    <a:pt x="1977" y="1770"/>
                  </a:cubicBezTo>
                  <a:lnTo>
                    <a:pt x="1977" y="209"/>
                  </a:lnTo>
                  <a:cubicBezTo>
                    <a:pt x="1977" y="98"/>
                    <a:pt x="1880" y="1"/>
                    <a:pt x="176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0" name="Google Shape;6330;p61"/>
            <p:cNvSpPr/>
            <p:nvPr/>
          </p:nvSpPr>
          <p:spPr>
            <a:xfrm>
              <a:off x="994210" y="3783420"/>
              <a:ext cx="51967" cy="24985"/>
            </a:xfrm>
            <a:custGeom>
              <a:avLst/>
              <a:gdLst/>
              <a:ahLst/>
              <a:cxnLst/>
              <a:rect l="l" t="t" r="r" b="b"/>
              <a:pathLst>
                <a:path w="1978" h="951" extrusionOk="0">
                  <a:moveTo>
                    <a:pt x="1" y="1"/>
                  </a:moveTo>
                  <a:lnTo>
                    <a:pt x="1" y="743"/>
                  </a:lnTo>
                  <a:cubicBezTo>
                    <a:pt x="1" y="861"/>
                    <a:pt x="91" y="951"/>
                    <a:pt x="209" y="951"/>
                  </a:cubicBezTo>
                  <a:lnTo>
                    <a:pt x="1769" y="951"/>
                  </a:lnTo>
                  <a:cubicBezTo>
                    <a:pt x="1880" y="951"/>
                    <a:pt x="1977" y="861"/>
                    <a:pt x="1977" y="743"/>
                  </a:cubicBezTo>
                  <a:lnTo>
                    <a:pt x="1977"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1" name="Google Shape;6331;p61"/>
            <p:cNvSpPr/>
            <p:nvPr/>
          </p:nvSpPr>
          <p:spPr>
            <a:xfrm>
              <a:off x="861718" y="3851387"/>
              <a:ext cx="316768" cy="188269"/>
            </a:xfrm>
            <a:custGeom>
              <a:avLst/>
              <a:gdLst/>
              <a:ahLst/>
              <a:cxnLst/>
              <a:rect l="l" t="t" r="r" b="b"/>
              <a:pathLst>
                <a:path w="12057" h="7166" extrusionOk="0">
                  <a:moveTo>
                    <a:pt x="209" y="1"/>
                  </a:moveTo>
                  <a:cubicBezTo>
                    <a:pt x="98" y="1"/>
                    <a:pt x="1" y="91"/>
                    <a:pt x="1" y="209"/>
                  </a:cubicBezTo>
                  <a:lnTo>
                    <a:pt x="1" y="6264"/>
                  </a:lnTo>
                  <a:cubicBezTo>
                    <a:pt x="1" y="6757"/>
                    <a:pt x="410" y="7166"/>
                    <a:pt x="903" y="7166"/>
                  </a:cubicBezTo>
                  <a:lnTo>
                    <a:pt x="11154" y="7166"/>
                  </a:lnTo>
                  <a:cubicBezTo>
                    <a:pt x="11654" y="7166"/>
                    <a:pt x="12056" y="6757"/>
                    <a:pt x="12056" y="6264"/>
                  </a:cubicBezTo>
                  <a:lnTo>
                    <a:pt x="12056" y="209"/>
                  </a:lnTo>
                  <a:cubicBezTo>
                    <a:pt x="12056" y="98"/>
                    <a:pt x="11966" y="1"/>
                    <a:pt x="11848" y="1"/>
                  </a:cubicBezTo>
                  <a:close/>
                </a:path>
              </a:pathLst>
            </a:custGeom>
            <a:solidFill>
              <a:srgbClr val="A7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2" name="Google Shape;6332;p61"/>
            <p:cNvSpPr/>
            <p:nvPr/>
          </p:nvSpPr>
          <p:spPr>
            <a:xfrm>
              <a:off x="861718" y="3851387"/>
              <a:ext cx="316768" cy="29005"/>
            </a:xfrm>
            <a:custGeom>
              <a:avLst/>
              <a:gdLst/>
              <a:ahLst/>
              <a:cxnLst/>
              <a:rect l="l" t="t" r="r" b="b"/>
              <a:pathLst>
                <a:path w="12057" h="1104" extrusionOk="0">
                  <a:moveTo>
                    <a:pt x="209" y="1"/>
                  </a:moveTo>
                  <a:cubicBezTo>
                    <a:pt x="98" y="1"/>
                    <a:pt x="1" y="91"/>
                    <a:pt x="1" y="209"/>
                  </a:cubicBezTo>
                  <a:lnTo>
                    <a:pt x="1" y="1104"/>
                  </a:lnTo>
                  <a:lnTo>
                    <a:pt x="12056" y="1104"/>
                  </a:lnTo>
                  <a:lnTo>
                    <a:pt x="12056" y="209"/>
                  </a:lnTo>
                  <a:cubicBezTo>
                    <a:pt x="12056" y="98"/>
                    <a:pt x="11966" y="1"/>
                    <a:pt x="11848" y="1"/>
                  </a:cubicBezTo>
                  <a:close/>
                </a:path>
              </a:pathLst>
            </a:custGeom>
            <a:solidFill>
              <a:srgbClr val="7F93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3" name="Google Shape;6333;p61"/>
            <p:cNvSpPr/>
            <p:nvPr/>
          </p:nvSpPr>
          <p:spPr>
            <a:xfrm>
              <a:off x="834394" y="3797450"/>
              <a:ext cx="371598" cy="64893"/>
            </a:xfrm>
            <a:custGeom>
              <a:avLst/>
              <a:gdLst/>
              <a:ahLst/>
              <a:cxnLst/>
              <a:rect l="l" t="t" r="r" b="b"/>
              <a:pathLst>
                <a:path w="14144" h="2470" extrusionOk="0">
                  <a:moveTo>
                    <a:pt x="209" y="1"/>
                  </a:moveTo>
                  <a:cubicBezTo>
                    <a:pt x="91" y="1"/>
                    <a:pt x="0" y="98"/>
                    <a:pt x="0" y="209"/>
                  </a:cubicBezTo>
                  <a:lnTo>
                    <a:pt x="0" y="2262"/>
                  </a:lnTo>
                  <a:cubicBezTo>
                    <a:pt x="0" y="2380"/>
                    <a:pt x="91" y="2470"/>
                    <a:pt x="209" y="2470"/>
                  </a:cubicBezTo>
                  <a:lnTo>
                    <a:pt x="13935" y="2470"/>
                  </a:lnTo>
                  <a:cubicBezTo>
                    <a:pt x="14053" y="2470"/>
                    <a:pt x="14143" y="2380"/>
                    <a:pt x="14143" y="2262"/>
                  </a:cubicBezTo>
                  <a:lnTo>
                    <a:pt x="14143" y="209"/>
                  </a:lnTo>
                  <a:cubicBezTo>
                    <a:pt x="14143" y="98"/>
                    <a:pt x="14053" y="1"/>
                    <a:pt x="13935" y="1"/>
                  </a:cubicBezTo>
                  <a:close/>
                </a:path>
              </a:pathLst>
            </a:custGeom>
            <a:solidFill>
              <a:srgbClr val="BF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4" name="Google Shape;6334;p61"/>
            <p:cNvSpPr/>
            <p:nvPr/>
          </p:nvSpPr>
          <p:spPr>
            <a:xfrm>
              <a:off x="834210" y="3837174"/>
              <a:ext cx="371782" cy="25169"/>
            </a:xfrm>
            <a:custGeom>
              <a:avLst/>
              <a:gdLst/>
              <a:ahLst/>
              <a:cxnLst/>
              <a:rect l="l" t="t" r="r" b="b"/>
              <a:pathLst>
                <a:path w="14151" h="958" extrusionOk="0">
                  <a:moveTo>
                    <a:pt x="1" y="1"/>
                  </a:moveTo>
                  <a:lnTo>
                    <a:pt x="1" y="750"/>
                  </a:lnTo>
                  <a:cubicBezTo>
                    <a:pt x="1" y="868"/>
                    <a:pt x="91" y="958"/>
                    <a:pt x="209" y="958"/>
                  </a:cubicBezTo>
                  <a:lnTo>
                    <a:pt x="13942" y="958"/>
                  </a:lnTo>
                  <a:cubicBezTo>
                    <a:pt x="14060" y="958"/>
                    <a:pt x="14150" y="868"/>
                    <a:pt x="14150" y="750"/>
                  </a:cubicBezTo>
                  <a:lnTo>
                    <a:pt x="14150" y="1"/>
                  </a:ln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5" name="Google Shape;6335;p61"/>
            <p:cNvSpPr/>
            <p:nvPr/>
          </p:nvSpPr>
          <p:spPr>
            <a:xfrm>
              <a:off x="987642" y="3797450"/>
              <a:ext cx="64919" cy="242206"/>
            </a:xfrm>
            <a:custGeom>
              <a:avLst/>
              <a:gdLst/>
              <a:ahLst/>
              <a:cxnLst/>
              <a:rect l="l" t="t" r="r" b="b"/>
              <a:pathLst>
                <a:path w="2471" h="9219" extrusionOk="0">
                  <a:moveTo>
                    <a:pt x="209" y="1"/>
                  </a:moveTo>
                  <a:cubicBezTo>
                    <a:pt x="98" y="1"/>
                    <a:pt x="1" y="98"/>
                    <a:pt x="1" y="209"/>
                  </a:cubicBezTo>
                  <a:lnTo>
                    <a:pt x="1" y="9011"/>
                  </a:lnTo>
                  <a:cubicBezTo>
                    <a:pt x="1" y="9122"/>
                    <a:pt x="98" y="9219"/>
                    <a:pt x="209" y="9219"/>
                  </a:cubicBezTo>
                  <a:lnTo>
                    <a:pt x="2262" y="9219"/>
                  </a:lnTo>
                  <a:cubicBezTo>
                    <a:pt x="2380" y="9219"/>
                    <a:pt x="2470" y="9122"/>
                    <a:pt x="2470" y="9011"/>
                  </a:cubicBezTo>
                  <a:lnTo>
                    <a:pt x="2470" y="209"/>
                  </a:lnTo>
                  <a:cubicBezTo>
                    <a:pt x="2470" y="98"/>
                    <a:pt x="2380" y="1"/>
                    <a:pt x="2262"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6" name="Google Shape;6336;p61"/>
            <p:cNvSpPr/>
            <p:nvPr/>
          </p:nvSpPr>
          <p:spPr>
            <a:xfrm>
              <a:off x="1027366" y="3797450"/>
              <a:ext cx="25195" cy="242206"/>
            </a:xfrm>
            <a:custGeom>
              <a:avLst/>
              <a:gdLst/>
              <a:ahLst/>
              <a:cxnLst/>
              <a:rect l="l" t="t" r="r" b="b"/>
              <a:pathLst>
                <a:path w="959" h="9219" extrusionOk="0">
                  <a:moveTo>
                    <a:pt x="1" y="1"/>
                  </a:moveTo>
                  <a:lnTo>
                    <a:pt x="1" y="9219"/>
                  </a:lnTo>
                  <a:lnTo>
                    <a:pt x="750" y="9219"/>
                  </a:lnTo>
                  <a:cubicBezTo>
                    <a:pt x="868" y="9219"/>
                    <a:pt x="958" y="9122"/>
                    <a:pt x="958" y="9011"/>
                  </a:cubicBezTo>
                  <a:lnTo>
                    <a:pt x="958" y="209"/>
                  </a:lnTo>
                  <a:cubicBezTo>
                    <a:pt x="958" y="98"/>
                    <a:pt x="868" y="1"/>
                    <a:pt x="75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37" name="Google Shape;6337;p61"/>
          <p:cNvGrpSpPr/>
          <p:nvPr/>
        </p:nvGrpSpPr>
        <p:grpSpPr>
          <a:xfrm>
            <a:off x="1346223" y="3682271"/>
            <a:ext cx="395296" cy="371966"/>
            <a:chOff x="1359398" y="3682271"/>
            <a:chExt cx="395296" cy="371966"/>
          </a:xfrm>
        </p:grpSpPr>
        <p:sp>
          <p:nvSpPr>
            <p:cNvPr id="6338" name="Google Shape;6338;p61"/>
            <p:cNvSpPr/>
            <p:nvPr/>
          </p:nvSpPr>
          <p:spPr>
            <a:xfrm>
              <a:off x="1382911" y="3682271"/>
              <a:ext cx="371782" cy="371966"/>
            </a:xfrm>
            <a:custGeom>
              <a:avLst/>
              <a:gdLst/>
              <a:ahLst/>
              <a:cxnLst/>
              <a:rect l="l" t="t" r="r" b="b"/>
              <a:pathLst>
                <a:path w="14151" h="14158" extrusionOk="0">
                  <a:moveTo>
                    <a:pt x="7075" y="1"/>
                  </a:moveTo>
                  <a:cubicBezTo>
                    <a:pt x="3170" y="1"/>
                    <a:pt x="0" y="3171"/>
                    <a:pt x="0" y="7083"/>
                  </a:cubicBezTo>
                  <a:cubicBezTo>
                    <a:pt x="0" y="10988"/>
                    <a:pt x="3170" y="14158"/>
                    <a:pt x="7075" y="14158"/>
                  </a:cubicBezTo>
                  <a:cubicBezTo>
                    <a:pt x="10980" y="14158"/>
                    <a:pt x="14150" y="10988"/>
                    <a:pt x="14150" y="7083"/>
                  </a:cubicBezTo>
                  <a:cubicBezTo>
                    <a:pt x="14150" y="3171"/>
                    <a:pt x="10980" y="1"/>
                    <a:pt x="7075" y="1"/>
                  </a:cubicBezTo>
                  <a:close/>
                </a:path>
              </a:pathLst>
            </a:custGeom>
            <a:solidFill>
              <a:srgbClr val="C5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39" name="Google Shape;6339;p61"/>
            <p:cNvSpPr/>
            <p:nvPr/>
          </p:nvSpPr>
          <p:spPr>
            <a:xfrm>
              <a:off x="1498090" y="3920668"/>
              <a:ext cx="141241" cy="39172"/>
            </a:xfrm>
            <a:custGeom>
              <a:avLst/>
              <a:gdLst/>
              <a:ahLst/>
              <a:cxnLst/>
              <a:rect l="l" t="t" r="r" b="b"/>
              <a:pathLst>
                <a:path w="5376" h="1491" extrusionOk="0">
                  <a:moveTo>
                    <a:pt x="408" y="0"/>
                  </a:moveTo>
                  <a:cubicBezTo>
                    <a:pt x="190" y="0"/>
                    <a:pt x="1" y="270"/>
                    <a:pt x="194" y="485"/>
                  </a:cubicBezTo>
                  <a:cubicBezTo>
                    <a:pt x="777" y="1109"/>
                    <a:pt x="1706" y="1491"/>
                    <a:pt x="2691" y="1491"/>
                  </a:cubicBezTo>
                  <a:cubicBezTo>
                    <a:pt x="3676" y="1491"/>
                    <a:pt x="4606" y="1109"/>
                    <a:pt x="5181" y="485"/>
                  </a:cubicBezTo>
                  <a:cubicBezTo>
                    <a:pt x="5375" y="270"/>
                    <a:pt x="5181" y="0"/>
                    <a:pt x="4964" y="0"/>
                  </a:cubicBezTo>
                  <a:cubicBezTo>
                    <a:pt x="4894" y="0"/>
                    <a:pt x="4821" y="29"/>
                    <a:pt x="4758" y="97"/>
                  </a:cubicBezTo>
                  <a:cubicBezTo>
                    <a:pt x="4287" y="610"/>
                    <a:pt x="3510" y="915"/>
                    <a:pt x="2684" y="915"/>
                  </a:cubicBezTo>
                  <a:cubicBezTo>
                    <a:pt x="1859" y="915"/>
                    <a:pt x="1089" y="610"/>
                    <a:pt x="617" y="97"/>
                  </a:cubicBezTo>
                  <a:cubicBezTo>
                    <a:pt x="553" y="29"/>
                    <a:pt x="479" y="0"/>
                    <a:pt x="408" y="0"/>
                  </a:cubicBezTo>
                  <a:close/>
                </a:path>
              </a:pathLst>
            </a:custGeom>
            <a:solidFill>
              <a:srgbClr val="4C5F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0" name="Google Shape;6340;p61"/>
            <p:cNvSpPr/>
            <p:nvPr/>
          </p:nvSpPr>
          <p:spPr>
            <a:xfrm>
              <a:off x="1490786" y="3826428"/>
              <a:ext cx="30108" cy="41931"/>
            </a:xfrm>
            <a:custGeom>
              <a:avLst/>
              <a:gdLst/>
              <a:ahLst/>
              <a:cxnLst/>
              <a:rect l="l" t="t" r="r" b="b"/>
              <a:pathLst>
                <a:path w="1146" h="1596" extrusionOk="0">
                  <a:moveTo>
                    <a:pt x="557" y="0"/>
                  </a:moveTo>
                  <a:cubicBezTo>
                    <a:pt x="251" y="0"/>
                    <a:pt x="1" y="254"/>
                    <a:pt x="1" y="569"/>
                  </a:cubicBezTo>
                  <a:lnTo>
                    <a:pt x="1" y="1020"/>
                  </a:lnTo>
                  <a:cubicBezTo>
                    <a:pt x="1" y="1339"/>
                    <a:pt x="257" y="1596"/>
                    <a:pt x="569" y="1596"/>
                  </a:cubicBezTo>
                  <a:cubicBezTo>
                    <a:pt x="888" y="1596"/>
                    <a:pt x="1145" y="1339"/>
                    <a:pt x="1145" y="1027"/>
                  </a:cubicBezTo>
                  <a:lnTo>
                    <a:pt x="1145" y="569"/>
                  </a:lnTo>
                  <a:cubicBezTo>
                    <a:pt x="1145" y="250"/>
                    <a:pt x="888" y="0"/>
                    <a:pt x="569" y="0"/>
                  </a:cubicBezTo>
                  <a:cubicBezTo>
                    <a:pt x="565" y="0"/>
                    <a:pt x="561" y="0"/>
                    <a:pt x="557" y="0"/>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1" name="Google Shape;6341;p61"/>
            <p:cNvSpPr/>
            <p:nvPr/>
          </p:nvSpPr>
          <p:spPr>
            <a:xfrm>
              <a:off x="1502819" y="3826349"/>
              <a:ext cx="18075" cy="29951"/>
            </a:xfrm>
            <a:custGeom>
              <a:avLst/>
              <a:gdLst/>
              <a:ahLst/>
              <a:cxnLst/>
              <a:rect l="l" t="t" r="r" b="b"/>
              <a:pathLst>
                <a:path w="688" h="1140" extrusionOk="0">
                  <a:moveTo>
                    <a:pt x="79"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1" y="3"/>
                  </a:cubicBezTo>
                  <a:cubicBezTo>
                    <a:pt x="101" y="1"/>
                    <a:pt x="90" y="1"/>
                    <a:pt x="79"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2" name="Google Shape;6342;p61"/>
            <p:cNvSpPr/>
            <p:nvPr/>
          </p:nvSpPr>
          <p:spPr>
            <a:xfrm>
              <a:off x="1616710" y="3826244"/>
              <a:ext cx="30082" cy="42115"/>
            </a:xfrm>
            <a:custGeom>
              <a:avLst/>
              <a:gdLst/>
              <a:ahLst/>
              <a:cxnLst/>
              <a:rect l="l" t="t" r="r" b="b"/>
              <a:pathLst>
                <a:path w="1145" h="1603" extrusionOk="0">
                  <a:moveTo>
                    <a:pt x="576" y="1"/>
                  </a:moveTo>
                  <a:cubicBezTo>
                    <a:pt x="257" y="1"/>
                    <a:pt x="1" y="257"/>
                    <a:pt x="1" y="576"/>
                  </a:cubicBezTo>
                  <a:lnTo>
                    <a:pt x="1" y="1027"/>
                  </a:lnTo>
                  <a:cubicBezTo>
                    <a:pt x="1" y="1346"/>
                    <a:pt x="257" y="1603"/>
                    <a:pt x="576" y="1603"/>
                  </a:cubicBezTo>
                  <a:cubicBezTo>
                    <a:pt x="888" y="1603"/>
                    <a:pt x="1145" y="1346"/>
                    <a:pt x="1145" y="1027"/>
                  </a:cubicBezTo>
                  <a:lnTo>
                    <a:pt x="1145" y="576"/>
                  </a:lnTo>
                  <a:cubicBezTo>
                    <a:pt x="1145" y="257"/>
                    <a:pt x="888" y="1"/>
                    <a:pt x="576"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3" name="Google Shape;6343;p61"/>
            <p:cNvSpPr/>
            <p:nvPr/>
          </p:nvSpPr>
          <p:spPr>
            <a:xfrm>
              <a:off x="1628743" y="3826349"/>
              <a:ext cx="18049" cy="29951"/>
            </a:xfrm>
            <a:custGeom>
              <a:avLst/>
              <a:gdLst/>
              <a:ahLst/>
              <a:cxnLst/>
              <a:rect l="l" t="t" r="r" b="b"/>
              <a:pathLst>
                <a:path w="687" h="1140" extrusionOk="0">
                  <a:moveTo>
                    <a:pt x="82"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8" y="3"/>
                  </a:cubicBezTo>
                  <a:cubicBezTo>
                    <a:pt x="106" y="1"/>
                    <a:pt x="94" y="1"/>
                    <a:pt x="82"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4" name="Google Shape;6344;p61"/>
            <p:cNvSpPr/>
            <p:nvPr/>
          </p:nvSpPr>
          <p:spPr>
            <a:xfrm>
              <a:off x="1359398" y="3724018"/>
              <a:ext cx="353733" cy="330114"/>
            </a:xfrm>
            <a:custGeom>
              <a:avLst/>
              <a:gdLst/>
              <a:ahLst/>
              <a:cxnLst/>
              <a:rect l="l" t="t" r="r" b="b"/>
              <a:pathLst>
                <a:path w="13464" h="12565" extrusionOk="0">
                  <a:moveTo>
                    <a:pt x="3510" y="0"/>
                  </a:moveTo>
                  <a:cubicBezTo>
                    <a:pt x="250" y="2650"/>
                    <a:pt x="1" y="7526"/>
                    <a:pt x="2969" y="10495"/>
                  </a:cubicBezTo>
                  <a:cubicBezTo>
                    <a:pt x="4356" y="11882"/>
                    <a:pt x="6164" y="12564"/>
                    <a:pt x="7967" y="12564"/>
                  </a:cubicBezTo>
                  <a:cubicBezTo>
                    <a:pt x="10014" y="12564"/>
                    <a:pt x="12055" y="11684"/>
                    <a:pt x="13464" y="9954"/>
                  </a:cubicBezTo>
                  <a:lnTo>
                    <a:pt x="13464" y="9954"/>
                  </a:lnTo>
                  <a:cubicBezTo>
                    <a:pt x="12201" y="10980"/>
                    <a:pt x="10627" y="11542"/>
                    <a:pt x="8997" y="11542"/>
                  </a:cubicBezTo>
                  <a:cubicBezTo>
                    <a:pt x="6271" y="11542"/>
                    <a:pt x="3781" y="9968"/>
                    <a:pt x="2609" y="7505"/>
                  </a:cubicBezTo>
                  <a:cubicBezTo>
                    <a:pt x="1436" y="5036"/>
                    <a:pt x="1783" y="2116"/>
                    <a:pt x="3510" y="0"/>
                  </a:cubicBezTo>
                  <a:close/>
                </a:path>
              </a:pathLst>
            </a:custGeom>
            <a:solidFill>
              <a:srgbClr val="B0BD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45" name="Google Shape;6345;p61"/>
          <p:cNvGrpSpPr/>
          <p:nvPr/>
        </p:nvGrpSpPr>
        <p:grpSpPr>
          <a:xfrm>
            <a:off x="1894924" y="3682271"/>
            <a:ext cx="395296" cy="371966"/>
            <a:chOff x="1908099" y="3682271"/>
            <a:chExt cx="395296" cy="371966"/>
          </a:xfrm>
        </p:grpSpPr>
        <p:sp>
          <p:nvSpPr>
            <p:cNvPr id="6346" name="Google Shape;6346;p61"/>
            <p:cNvSpPr/>
            <p:nvPr/>
          </p:nvSpPr>
          <p:spPr>
            <a:xfrm>
              <a:off x="1931613" y="3682271"/>
              <a:ext cx="371782" cy="371966"/>
            </a:xfrm>
            <a:custGeom>
              <a:avLst/>
              <a:gdLst/>
              <a:ahLst/>
              <a:cxnLst/>
              <a:rect l="l" t="t" r="r" b="b"/>
              <a:pathLst>
                <a:path w="14151" h="14158" extrusionOk="0">
                  <a:moveTo>
                    <a:pt x="7075" y="1"/>
                  </a:moveTo>
                  <a:cubicBezTo>
                    <a:pt x="3163" y="1"/>
                    <a:pt x="0" y="3171"/>
                    <a:pt x="0" y="7083"/>
                  </a:cubicBezTo>
                  <a:cubicBezTo>
                    <a:pt x="0" y="10988"/>
                    <a:pt x="3163" y="14158"/>
                    <a:pt x="7075" y="14158"/>
                  </a:cubicBezTo>
                  <a:cubicBezTo>
                    <a:pt x="10980" y="14158"/>
                    <a:pt x="14150" y="10988"/>
                    <a:pt x="14150" y="7083"/>
                  </a:cubicBezTo>
                  <a:cubicBezTo>
                    <a:pt x="14150" y="3171"/>
                    <a:pt x="10980" y="1"/>
                    <a:pt x="7075" y="1"/>
                  </a:cubicBezTo>
                  <a:close/>
                </a:path>
              </a:pathLst>
            </a:custGeom>
            <a:solidFill>
              <a:srgbClr val="C5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7" name="Google Shape;6347;p61"/>
            <p:cNvSpPr/>
            <p:nvPr/>
          </p:nvSpPr>
          <p:spPr>
            <a:xfrm>
              <a:off x="2039487" y="3826244"/>
              <a:ext cx="30082" cy="42115"/>
            </a:xfrm>
            <a:custGeom>
              <a:avLst/>
              <a:gdLst/>
              <a:ahLst/>
              <a:cxnLst/>
              <a:rect l="l" t="t" r="r" b="b"/>
              <a:pathLst>
                <a:path w="1145" h="1603" extrusionOk="0">
                  <a:moveTo>
                    <a:pt x="569" y="1"/>
                  </a:moveTo>
                  <a:cubicBezTo>
                    <a:pt x="257" y="1"/>
                    <a:pt x="0" y="257"/>
                    <a:pt x="0" y="576"/>
                  </a:cubicBezTo>
                  <a:lnTo>
                    <a:pt x="0" y="1027"/>
                  </a:lnTo>
                  <a:cubicBezTo>
                    <a:pt x="0" y="1346"/>
                    <a:pt x="257" y="1603"/>
                    <a:pt x="569" y="1603"/>
                  </a:cubicBezTo>
                  <a:cubicBezTo>
                    <a:pt x="888" y="1603"/>
                    <a:pt x="1145" y="1346"/>
                    <a:pt x="1145" y="1027"/>
                  </a:cubicBezTo>
                  <a:lnTo>
                    <a:pt x="1145" y="576"/>
                  </a:lnTo>
                  <a:cubicBezTo>
                    <a:pt x="1145" y="257"/>
                    <a:pt x="888" y="1"/>
                    <a:pt x="569"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8" name="Google Shape;6348;p61"/>
            <p:cNvSpPr/>
            <p:nvPr/>
          </p:nvSpPr>
          <p:spPr>
            <a:xfrm>
              <a:off x="2051520" y="3826349"/>
              <a:ext cx="18049" cy="29951"/>
            </a:xfrm>
            <a:custGeom>
              <a:avLst/>
              <a:gdLst/>
              <a:ahLst/>
              <a:cxnLst/>
              <a:rect l="l" t="t" r="r" b="b"/>
              <a:pathLst>
                <a:path w="687" h="1140" extrusionOk="0">
                  <a:moveTo>
                    <a:pt x="79"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1" y="3"/>
                  </a:cubicBezTo>
                  <a:cubicBezTo>
                    <a:pt x="101" y="1"/>
                    <a:pt x="90" y="1"/>
                    <a:pt x="79"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49" name="Google Shape;6349;p61"/>
            <p:cNvSpPr/>
            <p:nvPr/>
          </p:nvSpPr>
          <p:spPr>
            <a:xfrm>
              <a:off x="2165412" y="3826244"/>
              <a:ext cx="30082" cy="42115"/>
            </a:xfrm>
            <a:custGeom>
              <a:avLst/>
              <a:gdLst/>
              <a:ahLst/>
              <a:cxnLst/>
              <a:rect l="l" t="t" r="r" b="b"/>
              <a:pathLst>
                <a:path w="1145" h="1603" extrusionOk="0">
                  <a:moveTo>
                    <a:pt x="569" y="1"/>
                  </a:moveTo>
                  <a:cubicBezTo>
                    <a:pt x="257" y="1"/>
                    <a:pt x="0" y="257"/>
                    <a:pt x="0" y="576"/>
                  </a:cubicBezTo>
                  <a:lnTo>
                    <a:pt x="0" y="1027"/>
                  </a:lnTo>
                  <a:cubicBezTo>
                    <a:pt x="0" y="1346"/>
                    <a:pt x="257" y="1603"/>
                    <a:pt x="569" y="1603"/>
                  </a:cubicBezTo>
                  <a:cubicBezTo>
                    <a:pt x="888" y="1603"/>
                    <a:pt x="1145" y="1346"/>
                    <a:pt x="1145" y="1027"/>
                  </a:cubicBezTo>
                  <a:lnTo>
                    <a:pt x="1145" y="576"/>
                  </a:lnTo>
                  <a:cubicBezTo>
                    <a:pt x="1145" y="257"/>
                    <a:pt x="888" y="1"/>
                    <a:pt x="569"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0" name="Google Shape;6350;p61"/>
            <p:cNvSpPr/>
            <p:nvPr/>
          </p:nvSpPr>
          <p:spPr>
            <a:xfrm>
              <a:off x="2177444" y="3826349"/>
              <a:ext cx="18049" cy="29951"/>
            </a:xfrm>
            <a:custGeom>
              <a:avLst/>
              <a:gdLst/>
              <a:ahLst/>
              <a:cxnLst/>
              <a:rect l="l" t="t" r="r" b="b"/>
              <a:pathLst>
                <a:path w="687" h="1140" extrusionOk="0">
                  <a:moveTo>
                    <a:pt x="79" y="1"/>
                  </a:moveTo>
                  <a:cubicBezTo>
                    <a:pt x="53" y="1"/>
                    <a:pt x="25" y="5"/>
                    <a:pt x="0" y="10"/>
                  </a:cubicBezTo>
                  <a:lnTo>
                    <a:pt x="0" y="801"/>
                  </a:lnTo>
                  <a:cubicBezTo>
                    <a:pt x="0" y="1027"/>
                    <a:pt x="172" y="1139"/>
                    <a:pt x="344" y="1139"/>
                  </a:cubicBezTo>
                  <a:cubicBezTo>
                    <a:pt x="515" y="1139"/>
                    <a:pt x="687" y="1027"/>
                    <a:pt x="687" y="801"/>
                  </a:cubicBezTo>
                  <a:lnTo>
                    <a:pt x="687" y="572"/>
                  </a:lnTo>
                  <a:cubicBezTo>
                    <a:pt x="687" y="253"/>
                    <a:pt x="430" y="3"/>
                    <a:pt x="111" y="3"/>
                  </a:cubicBezTo>
                  <a:cubicBezTo>
                    <a:pt x="101" y="1"/>
                    <a:pt x="90" y="1"/>
                    <a:pt x="79"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1" name="Google Shape;6351;p61"/>
            <p:cNvSpPr/>
            <p:nvPr/>
          </p:nvSpPr>
          <p:spPr>
            <a:xfrm>
              <a:off x="2047501" y="3920825"/>
              <a:ext cx="140532" cy="39015"/>
            </a:xfrm>
            <a:custGeom>
              <a:avLst/>
              <a:gdLst/>
              <a:ahLst/>
              <a:cxnLst/>
              <a:rect l="l" t="t" r="r" b="b"/>
              <a:pathLst>
                <a:path w="5349" h="1485" extrusionOk="0">
                  <a:moveTo>
                    <a:pt x="2664" y="0"/>
                  </a:moveTo>
                  <a:cubicBezTo>
                    <a:pt x="1679" y="0"/>
                    <a:pt x="750" y="375"/>
                    <a:pt x="167" y="1006"/>
                  </a:cubicBezTo>
                  <a:cubicBezTo>
                    <a:pt x="1" y="1186"/>
                    <a:pt x="132" y="1485"/>
                    <a:pt x="382" y="1485"/>
                  </a:cubicBezTo>
                  <a:cubicBezTo>
                    <a:pt x="458" y="1478"/>
                    <a:pt x="535" y="1443"/>
                    <a:pt x="590" y="1388"/>
                  </a:cubicBezTo>
                  <a:cubicBezTo>
                    <a:pt x="1062" y="874"/>
                    <a:pt x="1839" y="562"/>
                    <a:pt x="2664" y="562"/>
                  </a:cubicBezTo>
                  <a:cubicBezTo>
                    <a:pt x="3490" y="562"/>
                    <a:pt x="4259" y="874"/>
                    <a:pt x="4738" y="1388"/>
                  </a:cubicBezTo>
                  <a:cubicBezTo>
                    <a:pt x="4800" y="1455"/>
                    <a:pt x="4872" y="1483"/>
                    <a:pt x="4941" y="1483"/>
                  </a:cubicBezTo>
                  <a:cubicBezTo>
                    <a:pt x="5157" y="1483"/>
                    <a:pt x="5349" y="1209"/>
                    <a:pt x="5154" y="999"/>
                  </a:cubicBezTo>
                  <a:cubicBezTo>
                    <a:pt x="4579" y="375"/>
                    <a:pt x="3642" y="0"/>
                    <a:pt x="2664" y="0"/>
                  </a:cubicBezTo>
                  <a:close/>
                </a:path>
              </a:pathLst>
            </a:custGeom>
            <a:solidFill>
              <a:srgbClr val="4C5F7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2" name="Google Shape;6352;p61"/>
            <p:cNvSpPr/>
            <p:nvPr/>
          </p:nvSpPr>
          <p:spPr>
            <a:xfrm>
              <a:off x="1908099" y="3724018"/>
              <a:ext cx="353549" cy="330114"/>
            </a:xfrm>
            <a:custGeom>
              <a:avLst/>
              <a:gdLst/>
              <a:ahLst/>
              <a:cxnLst/>
              <a:rect l="l" t="t" r="r" b="b"/>
              <a:pathLst>
                <a:path w="13457" h="12565" extrusionOk="0">
                  <a:moveTo>
                    <a:pt x="3503" y="0"/>
                  </a:moveTo>
                  <a:lnTo>
                    <a:pt x="3503" y="0"/>
                  </a:lnTo>
                  <a:cubicBezTo>
                    <a:pt x="250" y="2650"/>
                    <a:pt x="0" y="7526"/>
                    <a:pt x="2969" y="10495"/>
                  </a:cubicBezTo>
                  <a:cubicBezTo>
                    <a:pt x="4356" y="11882"/>
                    <a:pt x="6164" y="12564"/>
                    <a:pt x="7966" y="12564"/>
                  </a:cubicBezTo>
                  <a:cubicBezTo>
                    <a:pt x="10013" y="12564"/>
                    <a:pt x="12051" y="11684"/>
                    <a:pt x="13457" y="9954"/>
                  </a:cubicBezTo>
                  <a:lnTo>
                    <a:pt x="13457" y="9954"/>
                  </a:lnTo>
                  <a:cubicBezTo>
                    <a:pt x="12201" y="10980"/>
                    <a:pt x="10620" y="11542"/>
                    <a:pt x="8997" y="11542"/>
                  </a:cubicBezTo>
                  <a:cubicBezTo>
                    <a:pt x="6264" y="11542"/>
                    <a:pt x="3781" y="9968"/>
                    <a:pt x="2608" y="7505"/>
                  </a:cubicBezTo>
                  <a:cubicBezTo>
                    <a:pt x="1436" y="5036"/>
                    <a:pt x="1783" y="2116"/>
                    <a:pt x="3503" y="0"/>
                  </a:cubicBezTo>
                  <a:close/>
                </a:path>
              </a:pathLst>
            </a:custGeom>
            <a:solidFill>
              <a:srgbClr val="B0BD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53" name="Google Shape;6353;p61"/>
          <p:cNvGrpSpPr/>
          <p:nvPr/>
        </p:nvGrpSpPr>
        <p:grpSpPr>
          <a:xfrm>
            <a:off x="2443625" y="3682271"/>
            <a:ext cx="395270" cy="371966"/>
            <a:chOff x="2456800" y="3682271"/>
            <a:chExt cx="395270" cy="371966"/>
          </a:xfrm>
        </p:grpSpPr>
        <p:sp>
          <p:nvSpPr>
            <p:cNvPr id="6354" name="Google Shape;6354;p61"/>
            <p:cNvSpPr/>
            <p:nvPr/>
          </p:nvSpPr>
          <p:spPr>
            <a:xfrm>
              <a:off x="2480314" y="3682271"/>
              <a:ext cx="371756" cy="371966"/>
            </a:xfrm>
            <a:custGeom>
              <a:avLst/>
              <a:gdLst/>
              <a:ahLst/>
              <a:cxnLst/>
              <a:rect l="l" t="t" r="r" b="b"/>
              <a:pathLst>
                <a:path w="14150" h="14158" extrusionOk="0">
                  <a:moveTo>
                    <a:pt x="7075" y="1"/>
                  </a:moveTo>
                  <a:cubicBezTo>
                    <a:pt x="3163" y="1"/>
                    <a:pt x="0" y="3171"/>
                    <a:pt x="0" y="7083"/>
                  </a:cubicBezTo>
                  <a:cubicBezTo>
                    <a:pt x="0" y="10988"/>
                    <a:pt x="3163" y="14158"/>
                    <a:pt x="7075" y="14158"/>
                  </a:cubicBezTo>
                  <a:cubicBezTo>
                    <a:pt x="10980" y="14158"/>
                    <a:pt x="14150" y="10988"/>
                    <a:pt x="14150" y="7083"/>
                  </a:cubicBezTo>
                  <a:cubicBezTo>
                    <a:pt x="14150" y="3171"/>
                    <a:pt x="10980" y="1"/>
                    <a:pt x="7075" y="1"/>
                  </a:cubicBezTo>
                  <a:close/>
                </a:path>
              </a:pathLst>
            </a:custGeom>
            <a:solidFill>
              <a:srgbClr val="C5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5" name="Google Shape;6355;p61"/>
            <p:cNvSpPr/>
            <p:nvPr/>
          </p:nvSpPr>
          <p:spPr>
            <a:xfrm>
              <a:off x="2456800" y="3724018"/>
              <a:ext cx="353549" cy="330114"/>
            </a:xfrm>
            <a:custGeom>
              <a:avLst/>
              <a:gdLst/>
              <a:ahLst/>
              <a:cxnLst/>
              <a:rect l="l" t="t" r="r" b="b"/>
              <a:pathLst>
                <a:path w="13457" h="12565" extrusionOk="0">
                  <a:moveTo>
                    <a:pt x="3503" y="0"/>
                  </a:moveTo>
                  <a:lnTo>
                    <a:pt x="3503" y="0"/>
                  </a:lnTo>
                  <a:cubicBezTo>
                    <a:pt x="250" y="2650"/>
                    <a:pt x="0" y="7526"/>
                    <a:pt x="2969" y="10495"/>
                  </a:cubicBezTo>
                  <a:cubicBezTo>
                    <a:pt x="4356" y="11882"/>
                    <a:pt x="6164" y="12564"/>
                    <a:pt x="7966" y="12564"/>
                  </a:cubicBezTo>
                  <a:cubicBezTo>
                    <a:pt x="10012" y="12564"/>
                    <a:pt x="12051" y="11684"/>
                    <a:pt x="13457" y="9954"/>
                  </a:cubicBezTo>
                  <a:lnTo>
                    <a:pt x="13457" y="9954"/>
                  </a:lnTo>
                  <a:cubicBezTo>
                    <a:pt x="12201" y="10980"/>
                    <a:pt x="10620" y="11542"/>
                    <a:pt x="8997" y="11542"/>
                  </a:cubicBezTo>
                  <a:cubicBezTo>
                    <a:pt x="6264" y="11542"/>
                    <a:pt x="3781" y="9968"/>
                    <a:pt x="2608" y="7505"/>
                  </a:cubicBezTo>
                  <a:cubicBezTo>
                    <a:pt x="1436" y="5036"/>
                    <a:pt x="1783" y="2116"/>
                    <a:pt x="3503" y="0"/>
                  </a:cubicBezTo>
                  <a:close/>
                </a:path>
              </a:pathLst>
            </a:custGeom>
            <a:solidFill>
              <a:srgbClr val="B0BD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6" name="Google Shape;6356;p61"/>
            <p:cNvSpPr/>
            <p:nvPr/>
          </p:nvSpPr>
          <p:spPr>
            <a:xfrm>
              <a:off x="2557318" y="3892267"/>
              <a:ext cx="217589" cy="96000"/>
            </a:xfrm>
            <a:custGeom>
              <a:avLst/>
              <a:gdLst/>
              <a:ahLst/>
              <a:cxnLst/>
              <a:rect l="l" t="t" r="r" b="b"/>
              <a:pathLst>
                <a:path w="8282" h="3654" extrusionOk="0">
                  <a:moveTo>
                    <a:pt x="244" y="1"/>
                  </a:moveTo>
                  <a:cubicBezTo>
                    <a:pt x="105" y="1"/>
                    <a:pt x="1" y="146"/>
                    <a:pt x="45" y="297"/>
                  </a:cubicBezTo>
                  <a:cubicBezTo>
                    <a:pt x="593" y="2246"/>
                    <a:pt x="2223" y="3654"/>
                    <a:pt x="4144" y="3654"/>
                  </a:cubicBezTo>
                  <a:cubicBezTo>
                    <a:pt x="6065" y="3654"/>
                    <a:pt x="7688" y="2246"/>
                    <a:pt x="8243" y="297"/>
                  </a:cubicBezTo>
                  <a:cubicBezTo>
                    <a:pt x="8281" y="146"/>
                    <a:pt x="8176" y="1"/>
                    <a:pt x="8043" y="1"/>
                  </a:cubicBezTo>
                  <a:cubicBezTo>
                    <a:pt x="8029" y="1"/>
                    <a:pt x="8015" y="2"/>
                    <a:pt x="8001" y="5"/>
                  </a:cubicBezTo>
                  <a:cubicBezTo>
                    <a:pt x="6766" y="297"/>
                    <a:pt x="5498" y="450"/>
                    <a:pt x="4229" y="450"/>
                  </a:cubicBezTo>
                  <a:cubicBezTo>
                    <a:pt x="4200" y="450"/>
                    <a:pt x="4172" y="449"/>
                    <a:pt x="4144" y="449"/>
                  </a:cubicBezTo>
                  <a:cubicBezTo>
                    <a:pt x="4116" y="449"/>
                    <a:pt x="4087" y="450"/>
                    <a:pt x="4059" y="450"/>
                  </a:cubicBezTo>
                  <a:cubicBezTo>
                    <a:pt x="2784" y="450"/>
                    <a:pt x="1522" y="297"/>
                    <a:pt x="288" y="5"/>
                  </a:cubicBezTo>
                  <a:cubicBezTo>
                    <a:pt x="273" y="2"/>
                    <a:pt x="258" y="1"/>
                    <a:pt x="244"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7" name="Google Shape;6357;p61"/>
            <p:cNvSpPr/>
            <p:nvPr/>
          </p:nvSpPr>
          <p:spPr>
            <a:xfrm>
              <a:off x="2557318" y="3892267"/>
              <a:ext cx="217746" cy="53359"/>
            </a:xfrm>
            <a:custGeom>
              <a:avLst/>
              <a:gdLst/>
              <a:ahLst/>
              <a:cxnLst/>
              <a:rect l="l" t="t" r="r" b="b"/>
              <a:pathLst>
                <a:path w="8288" h="2031" extrusionOk="0">
                  <a:moveTo>
                    <a:pt x="244" y="1"/>
                  </a:moveTo>
                  <a:cubicBezTo>
                    <a:pt x="105" y="1"/>
                    <a:pt x="1" y="146"/>
                    <a:pt x="45" y="297"/>
                  </a:cubicBezTo>
                  <a:cubicBezTo>
                    <a:pt x="183" y="796"/>
                    <a:pt x="398" y="1268"/>
                    <a:pt x="683" y="1698"/>
                  </a:cubicBezTo>
                  <a:cubicBezTo>
                    <a:pt x="1824" y="1920"/>
                    <a:pt x="2982" y="2031"/>
                    <a:pt x="4141" y="2031"/>
                  </a:cubicBezTo>
                  <a:cubicBezTo>
                    <a:pt x="5299" y="2031"/>
                    <a:pt x="6457" y="1920"/>
                    <a:pt x="7598" y="1698"/>
                  </a:cubicBezTo>
                  <a:cubicBezTo>
                    <a:pt x="7883" y="1268"/>
                    <a:pt x="8098" y="796"/>
                    <a:pt x="8243" y="297"/>
                  </a:cubicBezTo>
                  <a:cubicBezTo>
                    <a:pt x="8287" y="146"/>
                    <a:pt x="8177" y="1"/>
                    <a:pt x="8043" y="1"/>
                  </a:cubicBezTo>
                  <a:cubicBezTo>
                    <a:pt x="8029" y="1"/>
                    <a:pt x="8015" y="2"/>
                    <a:pt x="8001" y="5"/>
                  </a:cubicBezTo>
                  <a:cubicBezTo>
                    <a:pt x="6731" y="300"/>
                    <a:pt x="5436" y="448"/>
                    <a:pt x="4141" y="448"/>
                  </a:cubicBezTo>
                  <a:cubicBezTo>
                    <a:pt x="2847" y="448"/>
                    <a:pt x="1553" y="300"/>
                    <a:pt x="288" y="5"/>
                  </a:cubicBezTo>
                  <a:cubicBezTo>
                    <a:pt x="273" y="2"/>
                    <a:pt x="258" y="1"/>
                    <a:pt x="244"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8" name="Google Shape;6358;p61"/>
            <p:cNvSpPr/>
            <p:nvPr/>
          </p:nvSpPr>
          <p:spPr>
            <a:xfrm>
              <a:off x="2588189" y="3796346"/>
              <a:ext cx="30082" cy="54332"/>
            </a:xfrm>
            <a:custGeom>
              <a:avLst/>
              <a:gdLst/>
              <a:ahLst/>
              <a:cxnLst/>
              <a:rect l="l" t="t" r="r" b="b"/>
              <a:pathLst>
                <a:path w="1145" h="2068" extrusionOk="0">
                  <a:moveTo>
                    <a:pt x="569" y="1"/>
                  </a:moveTo>
                  <a:cubicBezTo>
                    <a:pt x="257" y="1"/>
                    <a:pt x="0" y="258"/>
                    <a:pt x="0" y="570"/>
                  </a:cubicBezTo>
                  <a:lnTo>
                    <a:pt x="0" y="1492"/>
                  </a:lnTo>
                  <a:cubicBezTo>
                    <a:pt x="0" y="1811"/>
                    <a:pt x="257" y="2068"/>
                    <a:pt x="569" y="2068"/>
                  </a:cubicBezTo>
                  <a:cubicBezTo>
                    <a:pt x="888" y="2068"/>
                    <a:pt x="1145" y="1811"/>
                    <a:pt x="1145" y="1492"/>
                  </a:cubicBezTo>
                  <a:lnTo>
                    <a:pt x="1145" y="570"/>
                  </a:lnTo>
                  <a:cubicBezTo>
                    <a:pt x="1145" y="258"/>
                    <a:pt x="888" y="1"/>
                    <a:pt x="569"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9" name="Google Shape;6359;p61"/>
            <p:cNvSpPr/>
            <p:nvPr/>
          </p:nvSpPr>
          <p:spPr>
            <a:xfrm>
              <a:off x="2600221" y="3796346"/>
              <a:ext cx="18049" cy="42220"/>
            </a:xfrm>
            <a:custGeom>
              <a:avLst/>
              <a:gdLst/>
              <a:ahLst/>
              <a:cxnLst/>
              <a:rect l="l" t="t" r="r" b="b"/>
              <a:pathLst>
                <a:path w="687" h="1607" extrusionOk="0">
                  <a:moveTo>
                    <a:pt x="111" y="1"/>
                  </a:moveTo>
                  <a:cubicBezTo>
                    <a:pt x="76" y="1"/>
                    <a:pt x="35" y="1"/>
                    <a:pt x="0" y="8"/>
                  </a:cubicBezTo>
                  <a:lnTo>
                    <a:pt x="0" y="1263"/>
                  </a:lnTo>
                  <a:cubicBezTo>
                    <a:pt x="0" y="1492"/>
                    <a:pt x="172" y="1607"/>
                    <a:pt x="343" y="1607"/>
                  </a:cubicBezTo>
                  <a:cubicBezTo>
                    <a:pt x="513" y="1607"/>
                    <a:pt x="683" y="1492"/>
                    <a:pt x="680" y="1263"/>
                  </a:cubicBezTo>
                  <a:lnTo>
                    <a:pt x="680" y="570"/>
                  </a:lnTo>
                  <a:cubicBezTo>
                    <a:pt x="687" y="258"/>
                    <a:pt x="430" y="1"/>
                    <a:pt x="111"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0" name="Google Shape;6360;p61"/>
            <p:cNvSpPr/>
            <p:nvPr/>
          </p:nvSpPr>
          <p:spPr>
            <a:xfrm>
              <a:off x="2714113" y="3796346"/>
              <a:ext cx="30082" cy="54332"/>
            </a:xfrm>
            <a:custGeom>
              <a:avLst/>
              <a:gdLst/>
              <a:ahLst/>
              <a:cxnLst/>
              <a:rect l="l" t="t" r="r" b="b"/>
              <a:pathLst>
                <a:path w="1145" h="2068" extrusionOk="0">
                  <a:moveTo>
                    <a:pt x="569" y="1"/>
                  </a:moveTo>
                  <a:cubicBezTo>
                    <a:pt x="257" y="1"/>
                    <a:pt x="0" y="258"/>
                    <a:pt x="0" y="570"/>
                  </a:cubicBezTo>
                  <a:lnTo>
                    <a:pt x="0" y="1492"/>
                  </a:lnTo>
                  <a:cubicBezTo>
                    <a:pt x="0" y="1811"/>
                    <a:pt x="257" y="2068"/>
                    <a:pt x="569" y="2068"/>
                  </a:cubicBezTo>
                  <a:cubicBezTo>
                    <a:pt x="888" y="2068"/>
                    <a:pt x="1145" y="1811"/>
                    <a:pt x="1145" y="1492"/>
                  </a:cubicBezTo>
                  <a:lnTo>
                    <a:pt x="1145" y="570"/>
                  </a:lnTo>
                  <a:cubicBezTo>
                    <a:pt x="1145" y="258"/>
                    <a:pt x="888" y="1"/>
                    <a:pt x="569" y="1"/>
                  </a:cubicBezTo>
                  <a:close/>
                </a:path>
              </a:pathLst>
            </a:custGeom>
            <a:solidFill>
              <a:srgbClr val="3838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1" name="Google Shape;6361;p61"/>
            <p:cNvSpPr/>
            <p:nvPr/>
          </p:nvSpPr>
          <p:spPr>
            <a:xfrm>
              <a:off x="2726146" y="3796346"/>
              <a:ext cx="18049" cy="42220"/>
            </a:xfrm>
            <a:custGeom>
              <a:avLst/>
              <a:gdLst/>
              <a:ahLst/>
              <a:cxnLst/>
              <a:rect l="l" t="t" r="r" b="b"/>
              <a:pathLst>
                <a:path w="687" h="1607" extrusionOk="0">
                  <a:moveTo>
                    <a:pt x="111" y="1"/>
                  </a:moveTo>
                  <a:cubicBezTo>
                    <a:pt x="76" y="1"/>
                    <a:pt x="35" y="1"/>
                    <a:pt x="0" y="8"/>
                  </a:cubicBezTo>
                  <a:lnTo>
                    <a:pt x="0" y="1263"/>
                  </a:lnTo>
                  <a:cubicBezTo>
                    <a:pt x="0" y="1492"/>
                    <a:pt x="172" y="1607"/>
                    <a:pt x="343" y="1607"/>
                  </a:cubicBezTo>
                  <a:cubicBezTo>
                    <a:pt x="513" y="1607"/>
                    <a:pt x="683" y="1492"/>
                    <a:pt x="680" y="1263"/>
                  </a:cubicBezTo>
                  <a:lnTo>
                    <a:pt x="680" y="570"/>
                  </a:lnTo>
                  <a:cubicBezTo>
                    <a:pt x="687" y="258"/>
                    <a:pt x="430" y="1"/>
                    <a:pt x="111" y="1"/>
                  </a:cubicBezTo>
                  <a:close/>
                </a:path>
              </a:pathLst>
            </a:custGeom>
            <a:solidFill>
              <a:srgbClr val="3C51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2" name="Google Shape;6362;p61"/>
            <p:cNvSpPr/>
            <p:nvPr/>
          </p:nvSpPr>
          <p:spPr>
            <a:xfrm>
              <a:off x="2577259" y="3895131"/>
              <a:ext cx="177681" cy="33156"/>
            </a:xfrm>
            <a:custGeom>
              <a:avLst/>
              <a:gdLst/>
              <a:ahLst/>
              <a:cxnLst/>
              <a:rect l="l" t="t" r="r" b="b"/>
              <a:pathLst>
                <a:path w="6763" h="1262" extrusionOk="0">
                  <a:moveTo>
                    <a:pt x="0" y="0"/>
                  </a:moveTo>
                  <a:lnTo>
                    <a:pt x="0" y="0"/>
                  </a:lnTo>
                  <a:cubicBezTo>
                    <a:pt x="90" y="236"/>
                    <a:pt x="194" y="465"/>
                    <a:pt x="319" y="680"/>
                  </a:cubicBezTo>
                  <a:cubicBezTo>
                    <a:pt x="458" y="916"/>
                    <a:pt x="701" y="1076"/>
                    <a:pt x="971" y="1110"/>
                  </a:cubicBezTo>
                  <a:cubicBezTo>
                    <a:pt x="1772" y="1211"/>
                    <a:pt x="2579" y="1261"/>
                    <a:pt x="3386" y="1261"/>
                  </a:cubicBezTo>
                  <a:cubicBezTo>
                    <a:pt x="4193" y="1261"/>
                    <a:pt x="5001" y="1211"/>
                    <a:pt x="5806" y="1110"/>
                  </a:cubicBezTo>
                  <a:cubicBezTo>
                    <a:pt x="6076" y="1076"/>
                    <a:pt x="6319" y="916"/>
                    <a:pt x="6451" y="680"/>
                  </a:cubicBezTo>
                  <a:cubicBezTo>
                    <a:pt x="6576" y="465"/>
                    <a:pt x="6680" y="236"/>
                    <a:pt x="6763" y="0"/>
                  </a:cubicBezTo>
                  <a:lnTo>
                    <a:pt x="6763" y="0"/>
                  </a:lnTo>
                  <a:cubicBezTo>
                    <a:pt x="5650" y="226"/>
                    <a:pt x="4517" y="339"/>
                    <a:pt x="3384" y="339"/>
                  </a:cubicBezTo>
                  <a:cubicBezTo>
                    <a:pt x="2251" y="339"/>
                    <a:pt x="1117" y="226"/>
                    <a:pt x="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63" name="Google Shape;6363;p61"/>
          <p:cNvGrpSpPr/>
          <p:nvPr/>
        </p:nvGrpSpPr>
        <p:grpSpPr>
          <a:xfrm>
            <a:off x="3001075" y="3682271"/>
            <a:ext cx="391092" cy="371940"/>
            <a:chOff x="3014250" y="3682271"/>
            <a:chExt cx="391092" cy="371940"/>
          </a:xfrm>
        </p:grpSpPr>
        <p:sp>
          <p:nvSpPr>
            <p:cNvPr id="6364" name="Google Shape;6364;p61"/>
            <p:cNvSpPr/>
            <p:nvPr/>
          </p:nvSpPr>
          <p:spPr>
            <a:xfrm>
              <a:off x="3014250" y="3682271"/>
              <a:ext cx="386521" cy="371940"/>
            </a:xfrm>
            <a:custGeom>
              <a:avLst/>
              <a:gdLst/>
              <a:ahLst/>
              <a:cxnLst/>
              <a:rect l="l" t="t" r="r" b="b"/>
              <a:pathLst>
                <a:path w="14712" h="14157" extrusionOk="0">
                  <a:moveTo>
                    <a:pt x="7637" y="1"/>
                  </a:moveTo>
                  <a:cubicBezTo>
                    <a:pt x="4772" y="1"/>
                    <a:pt x="2192" y="1728"/>
                    <a:pt x="1096" y="4371"/>
                  </a:cubicBezTo>
                  <a:cubicBezTo>
                    <a:pt x="0" y="7013"/>
                    <a:pt x="611" y="10058"/>
                    <a:pt x="2629" y="12084"/>
                  </a:cubicBezTo>
                  <a:cubicBezTo>
                    <a:pt x="3983" y="13438"/>
                    <a:pt x="5793" y="14156"/>
                    <a:pt x="7634" y="14156"/>
                  </a:cubicBezTo>
                  <a:cubicBezTo>
                    <a:pt x="8546" y="14156"/>
                    <a:pt x="9466" y="13980"/>
                    <a:pt x="10342" y="13617"/>
                  </a:cubicBezTo>
                  <a:cubicBezTo>
                    <a:pt x="12985" y="12521"/>
                    <a:pt x="14712" y="9940"/>
                    <a:pt x="14712" y="7083"/>
                  </a:cubicBezTo>
                  <a:cubicBezTo>
                    <a:pt x="14712" y="3171"/>
                    <a:pt x="11542" y="8"/>
                    <a:pt x="763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5" name="Google Shape;6365;p61"/>
            <p:cNvSpPr/>
            <p:nvPr/>
          </p:nvSpPr>
          <p:spPr>
            <a:xfrm>
              <a:off x="3028279" y="3694567"/>
              <a:ext cx="377063" cy="347480"/>
            </a:xfrm>
            <a:custGeom>
              <a:avLst/>
              <a:gdLst/>
              <a:ahLst/>
              <a:cxnLst/>
              <a:rect l="l" t="t" r="r" b="b"/>
              <a:pathLst>
                <a:path w="14352" h="13226" extrusionOk="0">
                  <a:moveTo>
                    <a:pt x="7099" y="0"/>
                  </a:moveTo>
                  <a:cubicBezTo>
                    <a:pt x="6251" y="0"/>
                    <a:pt x="5393" y="163"/>
                    <a:pt x="4571" y="504"/>
                  </a:cubicBezTo>
                  <a:cubicBezTo>
                    <a:pt x="1658" y="1711"/>
                    <a:pt x="0" y="4811"/>
                    <a:pt x="618" y="7905"/>
                  </a:cubicBezTo>
                  <a:cubicBezTo>
                    <a:pt x="1228" y="10998"/>
                    <a:pt x="3947" y="13225"/>
                    <a:pt x="7103" y="13225"/>
                  </a:cubicBezTo>
                  <a:cubicBezTo>
                    <a:pt x="7111" y="13225"/>
                    <a:pt x="7120" y="13225"/>
                    <a:pt x="7129" y="13225"/>
                  </a:cubicBezTo>
                  <a:cubicBezTo>
                    <a:pt x="8874" y="13225"/>
                    <a:pt x="10542" y="12525"/>
                    <a:pt x="11778" y="11290"/>
                  </a:cubicBezTo>
                  <a:cubicBezTo>
                    <a:pt x="14011" y="9056"/>
                    <a:pt x="14351" y="5560"/>
                    <a:pt x="12603" y="2939"/>
                  </a:cubicBezTo>
                  <a:cubicBezTo>
                    <a:pt x="11344" y="1057"/>
                    <a:pt x="9255" y="0"/>
                    <a:pt x="709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6" name="Google Shape;6366;p61"/>
            <p:cNvSpPr/>
            <p:nvPr/>
          </p:nvSpPr>
          <p:spPr>
            <a:xfrm>
              <a:off x="3144167" y="3741332"/>
              <a:ext cx="141267" cy="253871"/>
            </a:xfrm>
            <a:custGeom>
              <a:avLst/>
              <a:gdLst/>
              <a:ahLst/>
              <a:cxnLst/>
              <a:rect l="l" t="t" r="r" b="b"/>
              <a:pathLst>
                <a:path w="5377" h="9663" extrusionOk="0">
                  <a:moveTo>
                    <a:pt x="2588" y="0"/>
                  </a:moveTo>
                  <a:cubicBezTo>
                    <a:pt x="812" y="0"/>
                    <a:pt x="1" y="1048"/>
                    <a:pt x="1" y="1755"/>
                  </a:cubicBezTo>
                  <a:cubicBezTo>
                    <a:pt x="1" y="2268"/>
                    <a:pt x="438" y="2504"/>
                    <a:pt x="791" y="2504"/>
                  </a:cubicBezTo>
                  <a:cubicBezTo>
                    <a:pt x="1499" y="2504"/>
                    <a:pt x="1208" y="1492"/>
                    <a:pt x="2546" y="1492"/>
                  </a:cubicBezTo>
                  <a:cubicBezTo>
                    <a:pt x="3205" y="1492"/>
                    <a:pt x="3725" y="1776"/>
                    <a:pt x="3725" y="2386"/>
                  </a:cubicBezTo>
                  <a:cubicBezTo>
                    <a:pt x="3725" y="3094"/>
                    <a:pt x="2990" y="3503"/>
                    <a:pt x="2560" y="3871"/>
                  </a:cubicBezTo>
                  <a:cubicBezTo>
                    <a:pt x="2179" y="4197"/>
                    <a:pt x="1679" y="4738"/>
                    <a:pt x="1679" y="5861"/>
                  </a:cubicBezTo>
                  <a:cubicBezTo>
                    <a:pt x="1679" y="6541"/>
                    <a:pt x="1860" y="6742"/>
                    <a:pt x="2401" y="6742"/>
                  </a:cubicBezTo>
                  <a:cubicBezTo>
                    <a:pt x="3046" y="6742"/>
                    <a:pt x="3177" y="6451"/>
                    <a:pt x="3177" y="6201"/>
                  </a:cubicBezTo>
                  <a:cubicBezTo>
                    <a:pt x="3177" y="5515"/>
                    <a:pt x="3184" y="5126"/>
                    <a:pt x="3906" y="4564"/>
                  </a:cubicBezTo>
                  <a:cubicBezTo>
                    <a:pt x="4266" y="4287"/>
                    <a:pt x="5376" y="3406"/>
                    <a:pt x="5376" y="2164"/>
                  </a:cubicBezTo>
                  <a:cubicBezTo>
                    <a:pt x="5376" y="930"/>
                    <a:pt x="4266" y="0"/>
                    <a:pt x="2588" y="0"/>
                  </a:cubicBezTo>
                  <a:close/>
                  <a:moveTo>
                    <a:pt x="2414" y="7644"/>
                  </a:moveTo>
                  <a:cubicBezTo>
                    <a:pt x="1860" y="7644"/>
                    <a:pt x="1402" y="8095"/>
                    <a:pt x="1402" y="8657"/>
                  </a:cubicBezTo>
                  <a:cubicBezTo>
                    <a:pt x="1402" y="9212"/>
                    <a:pt x="1860" y="9662"/>
                    <a:pt x="2414" y="9662"/>
                  </a:cubicBezTo>
                  <a:cubicBezTo>
                    <a:pt x="2969" y="9655"/>
                    <a:pt x="3420" y="9212"/>
                    <a:pt x="3427" y="8657"/>
                  </a:cubicBezTo>
                  <a:cubicBezTo>
                    <a:pt x="3420" y="8102"/>
                    <a:pt x="2969" y="7651"/>
                    <a:pt x="2414" y="7644"/>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67" name="Google Shape;6367;p61"/>
          <p:cNvGrpSpPr/>
          <p:nvPr/>
        </p:nvGrpSpPr>
        <p:grpSpPr>
          <a:xfrm>
            <a:off x="3555950" y="3702947"/>
            <a:ext cx="388728" cy="330692"/>
            <a:chOff x="3569125" y="3702947"/>
            <a:chExt cx="388728" cy="330692"/>
          </a:xfrm>
        </p:grpSpPr>
        <p:sp>
          <p:nvSpPr>
            <p:cNvPr id="6368" name="Google Shape;6368;p61"/>
            <p:cNvSpPr/>
            <p:nvPr/>
          </p:nvSpPr>
          <p:spPr>
            <a:xfrm>
              <a:off x="3569125" y="3702947"/>
              <a:ext cx="388728" cy="330692"/>
            </a:xfrm>
            <a:custGeom>
              <a:avLst/>
              <a:gdLst/>
              <a:ahLst/>
              <a:cxnLst/>
              <a:rect l="l" t="t" r="r" b="b"/>
              <a:pathLst>
                <a:path w="14796" h="12587" extrusionOk="0">
                  <a:moveTo>
                    <a:pt x="7402" y="0"/>
                  </a:moveTo>
                  <a:cubicBezTo>
                    <a:pt x="6946" y="0"/>
                    <a:pt x="6490" y="226"/>
                    <a:pt x="6230" y="677"/>
                  </a:cubicBezTo>
                  <a:lnTo>
                    <a:pt x="521" y="10555"/>
                  </a:lnTo>
                  <a:cubicBezTo>
                    <a:pt x="1" y="11456"/>
                    <a:pt x="653" y="12587"/>
                    <a:pt x="1693" y="12587"/>
                  </a:cubicBezTo>
                  <a:lnTo>
                    <a:pt x="13103" y="12587"/>
                  </a:lnTo>
                  <a:cubicBezTo>
                    <a:pt x="14144" y="12587"/>
                    <a:pt x="14796" y="11456"/>
                    <a:pt x="14275" y="10555"/>
                  </a:cubicBezTo>
                  <a:lnTo>
                    <a:pt x="8574" y="671"/>
                  </a:lnTo>
                  <a:cubicBezTo>
                    <a:pt x="8311" y="224"/>
                    <a:pt x="7856" y="0"/>
                    <a:pt x="7402"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9" name="Google Shape;6369;p61"/>
            <p:cNvSpPr/>
            <p:nvPr/>
          </p:nvSpPr>
          <p:spPr>
            <a:xfrm>
              <a:off x="3607036" y="3733135"/>
              <a:ext cx="313089" cy="270265"/>
            </a:xfrm>
            <a:custGeom>
              <a:avLst/>
              <a:gdLst/>
              <a:ahLst/>
              <a:cxnLst/>
              <a:rect l="l" t="t" r="r" b="b"/>
              <a:pathLst>
                <a:path w="11917" h="10287" extrusionOk="0">
                  <a:moveTo>
                    <a:pt x="5959" y="0"/>
                  </a:moveTo>
                  <a:cubicBezTo>
                    <a:pt x="5891" y="0"/>
                    <a:pt x="5823" y="35"/>
                    <a:pt x="5785" y="104"/>
                  </a:cubicBezTo>
                  <a:lnTo>
                    <a:pt x="77" y="9981"/>
                  </a:lnTo>
                  <a:cubicBezTo>
                    <a:pt x="1" y="10120"/>
                    <a:pt x="98" y="10286"/>
                    <a:pt x="250" y="10286"/>
                  </a:cubicBezTo>
                  <a:lnTo>
                    <a:pt x="11667" y="10286"/>
                  </a:lnTo>
                  <a:cubicBezTo>
                    <a:pt x="11820" y="10286"/>
                    <a:pt x="11917" y="10120"/>
                    <a:pt x="11841" y="9981"/>
                  </a:cubicBezTo>
                  <a:lnTo>
                    <a:pt x="6132" y="104"/>
                  </a:lnTo>
                  <a:cubicBezTo>
                    <a:pt x="6094" y="35"/>
                    <a:pt x="6026" y="0"/>
                    <a:pt x="5959"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0" name="Google Shape;6370;p61"/>
            <p:cNvSpPr/>
            <p:nvPr/>
          </p:nvSpPr>
          <p:spPr>
            <a:xfrm>
              <a:off x="3731489" y="3930126"/>
              <a:ext cx="55987" cy="47816"/>
            </a:xfrm>
            <a:custGeom>
              <a:avLst/>
              <a:gdLst/>
              <a:ahLst/>
              <a:cxnLst/>
              <a:rect l="l" t="t" r="r" b="b"/>
              <a:pathLst>
                <a:path w="2131" h="1820" extrusionOk="0">
                  <a:moveTo>
                    <a:pt x="1215" y="0"/>
                  </a:moveTo>
                  <a:cubicBezTo>
                    <a:pt x="410" y="0"/>
                    <a:pt x="1" y="978"/>
                    <a:pt x="577" y="1554"/>
                  </a:cubicBezTo>
                  <a:cubicBezTo>
                    <a:pt x="760" y="1738"/>
                    <a:pt x="988" y="1820"/>
                    <a:pt x="1211" y="1820"/>
                  </a:cubicBezTo>
                  <a:cubicBezTo>
                    <a:pt x="1679" y="1820"/>
                    <a:pt x="2130" y="1458"/>
                    <a:pt x="2130" y="909"/>
                  </a:cubicBezTo>
                  <a:cubicBezTo>
                    <a:pt x="2130" y="409"/>
                    <a:pt x="1721" y="0"/>
                    <a:pt x="1215"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1" name="Google Shape;6371;p61"/>
            <p:cNvSpPr/>
            <p:nvPr/>
          </p:nvSpPr>
          <p:spPr>
            <a:xfrm>
              <a:off x="3742812" y="3798185"/>
              <a:ext cx="41379" cy="112446"/>
            </a:xfrm>
            <a:custGeom>
              <a:avLst/>
              <a:gdLst/>
              <a:ahLst/>
              <a:cxnLst/>
              <a:rect l="l" t="t" r="r" b="b"/>
              <a:pathLst>
                <a:path w="1575" h="4280" extrusionOk="0">
                  <a:moveTo>
                    <a:pt x="534" y="0"/>
                  </a:moveTo>
                  <a:cubicBezTo>
                    <a:pt x="236" y="0"/>
                    <a:pt x="0" y="236"/>
                    <a:pt x="0" y="534"/>
                  </a:cubicBezTo>
                  <a:lnTo>
                    <a:pt x="0" y="3746"/>
                  </a:lnTo>
                  <a:cubicBezTo>
                    <a:pt x="0" y="4037"/>
                    <a:pt x="236" y="4280"/>
                    <a:pt x="534" y="4280"/>
                  </a:cubicBezTo>
                  <a:lnTo>
                    <a:pt x="1040" y="4280"/>
                  </a:lnTo>
                  <a:cubicBezTo>
                    <a:pt x="1339" y="4280"/>
                    <a:pt x="1575" y="4037"/>
                    <a:pt x="1575" y="3746"/>
                  </a:cubicBezTo>
                  <a:lnTo>
                    <a:pt x="1575" y="534"/>
                  </a:lnTo>
                  <a:cubicBezTo>
                    <a:pt x="1575" y="236"/>
                    <a:pt x="1339" y="0"/>
                    <a:pt x="104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72" name="Google Shape;6372;p61"/>
          <p:cNvGrpSpPr/>
          <p:nvPr/>
        </p:nvGrpSpPr>
        <p:grpSpPr>
          <a:xfrm>
            <a:off x="4098819" y="3682455"/>
            <a:ext cx="387992" cy="371625"/>
            <a:chOff x="4111994" y="3682455"/>
            <a:chExt cx="387992" cy="371625"/>
          </a:xfrm>
        </p:grpSpPr>
        <p:sp>
          <p:nvSpPr>
            <p:cNvPr id="6373" name="Google Shape;6373;p61"/>
            <p:cNvSpPr/>
            <p:nvPr/>
          </p:nvSpPr>
          <p:spPr>
            <a:xfrm>
              <a:off x="4111994" y="3682455"/>
              <a:ext cx="386179" cy="371572"/>
            </a:xfrm>
            <a:custGeom>
              <a:avLst/>
              <a:gdLst/>
              <a:ahLst/>
              <a:cxnLst/>
              <a:rect l="l" t="t" r="r" b="b"/>
              <a:pathLst>
                <a:path w="14699" h="14143" extrusionOk="0">
                  <a:moveTo>
                    <a:pt x="7623" y="1546"/>
                  </a:moveTo>
                  <a:cubicBezTo>
                    <a:pt x="9044" y="1546"/>
                    <a:pt x="10458" y="2093"/>
                    <a:pt x="11529" y="3164"/>
                  </a:cubicBezTo>
                  <a:cubicBezTo>
                    <a:pt x="13485" y="5113"/>
                    <a:pt x="13700" y="8199"/>
                    <a:pt x="12035" y="10398"/>
                  </a:cubicBezTo>
                  <a:lnTo>
                    <a:pt x="12028" y="10398"/>
                  </a:lnTo>
                  <a:lnTo>
                    <a:pt x="4294" y="2664"/>
                  </a:lnTo>
                  <a:cubicBezTo>
                    <a:pt x="5285" y="1914"/>
                    <a:pt x="6456" y="1546"/>
                    <a:pt x="7623" y="1546"/>
                  </a:cubicBezTo>
                  <a:close/>
                  <a:moveTo>
                    <a:pt x="3198" y="3760"/>
                  </a:moveTo>
                  <a:lnTo>
                    <a:pt x="10932" y="11494"/>
                  </a:lnTo>
                  <a:cubicBezTo>
                    <a:pt x="9959" y="12225"/>
                    <a:pt x="8794" y="12598"/>
                    <a:pt x="7620" y="12598"/>
                  </a:cubicBezTo>
                  <a:cubicBezTo>
                    <a:pt x="6777" y="12598"/>
                    <a:pt x="5930" y="12406"/>
                    <a:pt x="5147" y="12014"/>
                  </a:cubicBezTo>
                  <a:cubicBezTo>
                    <a:pt x="3275" y="11078"/>
                    <a:pt x="2096" y="9164"/>
                    <a:pt x="2089" y="7070"/>
                  </a:cubicBezTo>
                  <a:lnTo>
                    <a:pt x="2089" y="7070"/>
                  </a:lnTo>
                  <a:cubicBezTo>
                    <a:pt x="2090" y="5872"/>
                    <a:pt x="2478" y="4716"/>
                    <a:pt x="3198" y="3760"/>
                  </a:cubicBezTo>
                  <a:close/>
                  <a:moveTo>
                    <a:pt x="7617" y="1"/>
                  </a:moveTo>
                  <a:cubicBezTo>
                    <a:pt x="4759" y="8"/>
                    <a:pt x="2186" y="1728"/>
                    <a:pt x="1090" y="4371"/>
                  </a:cubicBezTo>
                  <a:cubicBezTo>
                    <a:pt x="1" y="7013"/>
                    <a:pt x="604" y="10051"/>
                    <a:pt x="2630" y="12077"/>
                  </a:cubicBezTo>
                  <a:cubicBezTo>
                    <a:pt x="3979" y="13426"/>
                    <a:pt x="5786" y="14143"/>
                    <a:pt x="7626" y="14143"/>
                  </a:cubicBezTo>
                  <a:cubicBezTo>
                    <a:pt x="8538" y="14143"/>
                    <a:pt x="9459" y="13966"/>
                    <a:pt x="10336" y="13603"/>
                  </a:cubicBezTo>
                  <a:cubicBezTo>
                    <a:pt x="12971" y="12507"/>
                    <a:pt x="14692" y="9933"/>
                    <a:pt x="14698" y="7076"/>
                  </a:cubicBezTo>
                  <a:cubicBezTo>
                    <a:pt x="14692" y="3164"/>
                    <a:pt x="11529" y="1"/>
                    <a:pt x="7617" y="1"/>
                  </a:cubicBezTo>
                  <a:close/>
                </a:path>
              </a:pathLst>
            </a:custGeom>
            <a:solidFill>
              <a:srgbClr val="8394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4" name="Google Shape;6374;p61"/>
            <p:cNvSpPr/>
            <p:nvPr/>
          </p:nvSpPr>
          <p:spPr>
            <a:xfrm>
              <a:off x="4301156" y="3682455"/>
              <a:ext cx="198830" cy="371625"/>
            </a:xfrm>
            <a:custGeom>
              <a:avLst/>
              <a:gdLst/>
              <a:ahLst/>
              <a:cxnLst/>
              <a:rect l="l" t="t" r="r" b="b"/>
              <a:pathLst>
                <a:path w="7568" h="14145" extrusionOk="0">
                  <a:moveTo>
                    <a:pt x="493" y="0"/>
                  </a:moveTo>
                  <a:cubicBezTo>
                    <a:pt x="468" y="0"/>
                    <a:pt x="442" y="1"/>
                    <a:pt x="417" y="1"/>
                  </a:cubicBezTo>
                  <a:cubicBezTo>
                    <a:pt x="278" y="1"/>
                    <a:pt x="139" y="8"/>
                    <a:pt x="0" y="15"/>
                  </a:cubicBezTo>
                  <a:cubicBezTo>
                    <a:pt x="3739" y="230"/>
                    <a:pt x="6666" y="3323"/>
                    <a:pt x="6666" y="7076"/>
                  </a:cubicBezTo>
                  <a:cubicBezTo>
                    <a:pt x="6666" y="10821"/>
                    <a:pt x="3739" y="13915"/>
                    <a:pt x="0" y="14130"/>
                  </a:cubicBezTo>
                  <a:cubicBezTo>
                    <a:pt x="139" y="14137"/>
                    <a:pt x="278" y="14144"/>
                    <a:pt x="417" y="14144"/>
                  </a:cubicBezTo>
                  <a:cubicBezTo>
                    <a:pt x="442" y="14144"/>
                    <a:pt x="468" y="14144"/>
                    <a:pt x="493" y="14144"/>
                  </a:cubicBezTo>
                  <a:cubicBezTo>
                    <a:pt x="4398" y="14144"/>
                    <a:pt x="7568" y="10983"/>
                    <a:pt x="7568" y="7076"/>
                  </a:cubicBezTo>
                  <a:cubicBezTo>
                    <a:pt x="7568" y="3162"/>
                    <a:pt x="4398" y="0"/>
                    <a:pt x="493"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75" name="Google Shape;6375;p61"/>
          <p:cNvGrpSpPr/>
          <p:nvPr/>
        </p:nvGrpSpPr>
        <p:grpSpPr>
          <a:xfrm>
            <a:off x="4661734" y="3682271"/>
            <a:ext cx="371966" cy="371966"/>
            <a:chOff x="4674908" y="3682271"/>
            <a:chExt cx="371966" cy="371966"/>
          </a:xfrm>
        </p:grpSpPr>
        <p:sp>
          <p:nvSpPr>
            <p:cNvPr id="6376" name="Google Shape;6376;p61"/>
            <p:cNvSpPr/>
            <p:nvPr/>
          </p:nvSpPr>
          <p:spPr>
            <a:xfrm>
              <a:off x="4674908" y="3682271"/>
              <a:ext cx="371966" cy="371966"/>
            </a:xfrm>
            <a:custGeom>
              <a:avLst/>
              <a:gdLst/>
              <a:ahLst/>
              <a:cxnLst/>
              <a:rect l="l" t="t" r="r" b="b"/>
              <a:pathLst>
                <a:path w="14158" h="14158" extrusionOk="0">
                  <a:moveTo>
                    <a:pt x="2394" y="1"/>
                  </a:moveTo>
                  <a:cubicBezTo>
                    <a:pt x="1069" y="1"/>
                    <a:pt x="1" y="1076"/>
                    <a:pt x="1" y="2401"/>
                  </a:cubicBezTo>
                  <a:lnTo>
                    <a:pt x="1" y="11765"/>
                  </a:lnTo>
                  <a:cubicBezTo>
                    <a:pt x="1" y="13083"/>
                    <a:pt x="1076" y="14158"/>
                    <a:pt x="2394" y="14158"/>
                  </a:cubicBezTo>
                  <a:lnTo>
                    <a:pt x="11757" y="14158"/>
                  </a:lnTo>
                  <a:cubicBezTo>
                    <a:pt x="13082" y="14158"/>
                    <a:pt x="14157" y="13083"/>
                    <a:pt x="14157" y="11758"/>
                  </a:cubicBezTo>
                  <a:lnTo>
                    <a:pt x="14157" y="2394"/>
                  </a:lnTo>
                  <a:cubicBezTo>
                    <a:pt x="14150" y="1076"/>
                    <a:pt x="13082" y="1"/>
                    <a:pt x="1175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7" name="Google Shape;6377;p61"/>
            <p:cNvSpPr/>
            <p:nvPr/>
          </p:nvSpPr>
          <p:spPr>
            <a:xfrm>
              <a:off x="4690934" y="3698140"/>
              <a:ext cx="339887" cy="340071"/>
            </a:xfrm>
            <a:custGeom>
              <a:avLst/>
              <a:gdLst/>
              <a:ahLst/>
              <a:cxnLst/>
              <a:rect l="l" t="t" r="r" b="b"/>
              <a:pathLst>
                <a:path w="12937" h="12944" extrusionOk="0">
                  <a:moveTo>
                    <a:pt x="1784" y="0"/>
                  </a:moveTo>
                  <a:cubicBezTo>
                    <a:pt x="799" y="0"/>
                    <a:pt x="1" y="805"/>
                    <a:pt x="1" y="1790"/>
                  </a:cubicBezTo>
                  <a:lnTo>
                    <a:pt x="1" y="11154"/>
                  </a:lnTo>
                  <a:cubicBezTo>
                    <a:pt x="1" y="12139"/>
                    <a:pt x="799" y="12943"/>
                    <a:pt x="1784" y="12943"/>
                  </a:cubicBezTo>
                  <a:lnTo>
                    <a:pt x="11147" y="12943"/>
                  </a:lnTo>
                  <a:cubicBezTo>
                    <a:pt x="12139" y="12943"/>
                    <a:pt x="12937" y="12146"/>
                    <a:pt x="12937" y="11154"/>
                  </a:cubicBezTo>
                  <a:lnTo>
                    <a:pt x="12937" y="1790"/>
                  </a:lnTo>
                  <a:cubicBezTo>
                    <a:pt x="12937" y="805"/>
                    <a:pt x="12139" y="0"/>
                    <a:pt x="11147"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8" name="Google Shape;6378;p61"/>
            <p:cNvSpPr/>
            <p:nvPr/>
          </p:nvSpPr>
          <p:spPr>
            <a:xfrm>
              <a:off x="4802829" y="3742409"/>
              <a:ext cx="103908" cy="89169"/>
            </a:xfrm>
            <a:custGeom>
              <a:avLst/>
              <a:gdLst/>
              <a:ahLst/>
              <a:cxnLst/>
              <a:rect l="l" t="t" r="r" b="b"/>
              <a:pathLst>
                <a:path w="3955" h="3394" extrusionOk="0">
                  <a:moveTo>
                    <a:pt x="2262" y="1"/>
                  </a:moveTo>
                  <a:cubicBezTo>
                    <a:pt x="757" y="1"/>
                    <a:pt x="1" y="1825"/>
                    <a:pt x="1069" y="2893"/>
                  </a:cubicBezTo>
                  <a:cubicBezTo>
                    <a:pt x="1414" y="3239"/>
                    <a:pt x="1838" y="3393"/>
                    <a:pt x="2254" y="3393"/>
                  </a:cubicBezTo>
                  <a:cubicBezTo>
                    <a:pt x="3122" y="3393"/>
                    <a:pt x="3954" y="2716"/>
                    <a:pt x="3954" y="1693"/>
                  </a:cubicBezTo>
                  <a:cubicBezTo>
                    <a:pt x="3954" y="764"/>
                    <a:pt x="3198" y="1"/>
                    <a:pt x="2262"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79" name="Google Shape;6379;p61"/>
            <p:cNvSpPr/>
            <p:nvPr/>
          </p:nvSpPr>
          <p:spPr>
            <a:xfrm>
              <a:off x="4789167" y="3855591"/>
              <a:ext cx="143448" cy="138509"/>
            </a:xfrm>
            <a:custGeom>
              <a:avLst/>
              <a:gdLst/>
              <a:ahLst/>
              <a:cxnLst/>
              <a:rect l="l" t="t" r="r" b="b"/>
              <a:pathLst>
                <a:path w="5460" h="5272" extrusionOk="0">
                  <a:moveTo>
                    <a:pt x="403" y="0"/>
                  </a:moveTo>
                  <a:cubicBezTo>
                    <a:pt x="181" y="0"/>
                    <a:pt x="1" y="181"/>
                    <a:pt x="1" y="403"/>
                  </a:cubicBezTo>
                  <a:lnTo>
                    <a:pt x="1" y="957"/>
                  </a:lnTo>
                  <a:cubicBezTo>
                    <a:pt x="1" y="1179"/>
                    <a:pt x="181" y="1360"/>
                    <a:pt x="403" y="1360"/>
                  </a:cubicBezTo>
                  <a:lnTo>
                    <a:pt x="764" y="1360"/>
                  </a:lnTo>
                  <a:cubicBezTo>
                    <a:pt x="986" y="1360"/>
                    <a:pt x="1166" y="1533"/>
                    <a:pt x="1166" y="1755"/>
                  </a:cubicBezTo>
                  <a:lnTo>
                    <a:pt x="1166" y="3517"/>
                  </a:lnTo>
                  <a:cubicBezTo>
                    <a:pt x="1166" y="3732"/>
                    <a:pt x="986" y="3912"/>
                    <a:pt x="764" y="3912"/>
                  </a:cubicBezTo>
                  <a:lnTo>
                    <a:pt x="514" y="3912"/>
                  </a:lnTo>
                  <a:cubicBezTo>
                    <a:pt x="292" y="3912"/>
                    <a:pt x="112" y="4093"/>
                    <a:pt x="112" y="4315"/>
                  </a:cubicBezTo>
                  <a:lnTo>
                    <a:pt x="112" y="4869"/>
                  </a:lnTo>
                  <a:cubicBezTo>
                    <a:pt x="112" y="5091"/>
                    <a:pt x="292" y="5272"/>
                    <a:pt x="514" y="5272"/>
                  </a:cubicBezTo>
                  <a:lnTo>
                    <a:pt x="5057" y="5272"/>
                  </a:lnTo>
                  <a:cubicBezTo>
                    <a:pt x="5279" y="5272"/>
                    <a:pt x="5459" y="5091"/>
                    <a:pt x="5459" y="4869"/>
                  </a:cubicBezTo>
                  <a:lnTo>
                    <a:pt x="5459" y="4321"/>
                  </a:lnTo>
                  <a:cubicBezTo>
                    <a:pt x="5459" y="4100"/>
                    <a:pt x="5279" y="3919"/>
                    <a:pt x="5057" y="3919"/>
                  </a:cubicBezTo>
                  <a:lnTo>
                    <a:pt x="4807" y="3919"/>
                  </a:lnTo>
                  <a:cubicBezTo>
                    <a:pt x="4585" y="3919"/>
                    <a:pt x="4405" y="3739"/>
                    <a:pt x="4405" y="3517"/>
                  </a:cubicBezTo>
                  <a:lnTo>
                    <a:pt x="4405" y="403"/>
                  </a:lnTo>
                  <a:cubicBezTo>
                    <a:pt x="4405" y="181"/>
                    <a:pt x="4225" y="0"/>
                    <a:pt x="4003"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80" name="Google Shape;6380;p61"/>
          <p:cNvGrpSpPr/>
          <p:nvPr/>
        </p:nvGrpSpPr>
        <p:grpSpPr>
          <a:xfrm>
            <a:off x="5210435" y="3731112"/>
            <a:ext cx="371782" cy="274285"/>
            <a:chOff x="5223609" y="3731112"/>
            <a:chExt cx="371782" cy="274285"/>
          </a:xfrm>
        </p:grpSpPr>
        <p:sp>
          <p:nvSpPr>
            <p:cNvPr id="6381" name="Google Shape;6381;p61"/>
            <p:cNvSpPr/>
            <p:nvPr/>
          </p:nvSpPr>
          <p:spPr>
            <a:xfrm>
              <a:off x="5223609" y="3731112"/>
              <a:ext cx="371782" cy="274285"/>
            </a:xfrm>
            <a:custGeom>
              <a:avLst/>
              <a:gdLst/>
              <a:ahLst/>
              <a:cxnLst/>
              <a:rect l="l" t="t" r="r" b="b"/>
              <a:pathLst>
                <a:path w="14151" h="10440" extrusionOk="0">
                  <a:moveTo>
                    <a:pt x="11972" y="1"/>
                  </a:moveTo>
                  <a:lnTo>
                    <a:pt x="5563" y="6410"/>
                  </a:lnTo>
                  <a:cubicBezTo>
                    <a:pt x="5477" y="6497"/>
                    <a:pt x="5364" y="6540"/>
                    <a:pt x="5251" y="6540"/>
                  </a:cubicBezTo>
                  <a:cubicBezTo>
                    <a:pt x="5138" y="6540"/>
                    <a:pt x="5026" y="6497"/>
                    <a:pt x="4939" y="6410"/>
                  </a:cubicBezTo>
                  <a:lnTo>
                    <a:pt x="2178" y="3649"/>
                  </a:lnTo>
                  <a:lnTo>
                    <a:pt x="0" y="5827"/>
                  </a:lnTo>
                  <a:lnTo>
                    <a:pt x="4162" y="9989"/>
                  </a:lnTo>
                  <a:cubicBezTo>
                    <a:pt x="4453" y="10280"/>
                    <a:pt x="4842" y="10440"/>
                    <a:pt x="5251" y="10440"/>
                  </a:cubicBezTo>
                  <a:cubicBezTo>
                    <a:pt x="5660" y="10440"/>
                    <a:pt x="6056" y="10280"/>
                    <a:pt x="6340" y="9989"/>
                  </a:cubicBezTo>
                  <a:lnTo>
                    <a:pt x="14150" y="2179"/>
                  </a:lnTo>
                  <a:lnTo>
                    <a:pt x="11972" y="1"/>
                  </a:lnTo>
                  <a:close/>
                </a:path>
              </a:pathLst>
            </a:custGeom>
            <a:solidFill>
              <a:srgbClr val="9FAE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2" name="Google Shape;6382;p61"/>
            <p:cNvSpPr/>
            <p:nvPr/>
          </p:nvSpPr>
          <p:spPr>
            <a:xfrm>
              <a:off x="5338236" y="3769391"/>
              <a:ext cx="257155" cy="236006"/>
            </a:xfrm>
            <a:custGeom>
              <a:avLst/>
              <a:gdLst/>
              <a:ahLst/>
              <a:cxnLst/>
              <a:rect l="l" t="t" r="r" b="b"/>
              <a:pathLst>
                <a:path w="9788" h="8983" extrusionOk="0">
                  <a:moveTo>
                    <a:pt x="9066" y="0"/>
                  </a:moveTo>
                  <a:lnTo>
                    <a:pt x="826" y="8248"/>
                  </a:lnTo>
                  <a:cubicBezTo>
                    <a:pt x="597" y="8470"/>
                    <a:pt x="312" y="8629"/>
                    <a:pt x="0" y="8698"/>
                  </a:cubicBezTo>
                  <a:cubicBezTo>
                    <a:pt x="257" y="8886"/>
                    <a:pt x="569" y="8983"/>
                    <a:pt x="888" y="8983"/>
                  </a:cubicBezTo>
                  <a:cubicBezTo>
                    <a:pt x="1297" y="8983"/>
                    <a:pt x="1693" y="8823"/>
                    <a:pt x="1977" y="8532"/>
                  </a:cubicBezTo>
                  <a:lnTo>
                    <a:pt x="9787" y="722"/>
                  </a:lnTo>
                  <a:lnTo>
                    <a:pt x="9066" y="0"/>
                  </a:lnTo>
                  <a:close/>
                </a:path>
              </a:pathLst>
            </a:custGeom>
            <a:solidFill>
              <a:srgbClr val="374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383" name="Google Shape;6383;p61"/>
          <p:cNvSpPr/>
          <p:nvPr/>
        </p:nvSpPr>
        <p:spPr>
          <a:xfrm>
            <a:off x="5799044" y="3723834"/>
            <a:ext cx="291966" cy="289050"/>
          </a:xfrm>
          <a:custGeom>
            <a:avLst/>
            <a:gdLst/>
            <a:ahLst/>
            <a:cxnLst/>
            <a:rect l="l" t="t" r="r" b="b"/>
            <a:pathLst>
              <a:path w="11113" h="11002" extrusionOk="0">
                <a:moveTo>
                  <a:pt x="2619" y="0"/>
                </a:moveTo>
                <a:cubicBezTo>
                  <a:pt x="2492" y="0"/>
                  <a:pt x="2366" y="49"/>
                  <a:pt x="2268" y="146"/>
                </a:cubicBezTo>
                <a:lnTo>
                  <a:pt x="201" y="2213"/>
                </a:lnTo>
                <a:cubicBezTo>
                  <a:pt x="7" y="2407"/>
                  <a:pt x="7" y="2719"/>
                  <a:pt x="201" y="2914"/>
                </a:cubicBezTo>
                <a:lnTo>
                  <a:pt x="2782" y="5501"/>
                </a:lnTo>
                <a:lnTo>
                  <a:pt x="195" y="8081"/>
                </a:lnTo>
                <a:cubicBezTo>
                  <a:pt x="0" y="8275"/>
                  <a:pt x="0" y="8587"/>
                  <a:pt x="195" y="8782"/>
                </a:cubicBezTo>
                <a:lnTo>
                  <a:pt x="2268" y="10856"/>
                </a:lnTo>
                <a:cubicBezTo>
                  <a:pt x="2366" y="10953"/>
                  <a:pt x="2492" y="11001"/>
                  <a:pt x="2619" y="11001"/>
                </a:cubicBezTo>
                <a:cubicBezTo>
                  <a:pt x="2745" y="11001"/>
                  <a:pt x="2872" y="10953"/>
                  <a:pt x="2969" y="10856"/>
                </a:cubicBezTo>
                <a:lnTo>
                  <a:pt x="5556" y="8268"/>
                </a:lnTo>
                <a:lnTo>
                  <a:pt x="8143" y="10856"/>
                </a:lnTo>
                <a:cubicBezTo>
                  <a:pt x="8241" y="10953"/>
                  <a:pt x="8367" y="11001"/>
                  <a:pt x="8494" y="11001"/>
                </a:cubicBezTo>
                <a:cubicBezTo>
                  <a:pt x="8620" y="11001"/>
                  <a:pt x="8747" y="10953"/>
                  <a:pt x="8844" y="10856"/>
                </a:cubicBezTo>
                <a:lnTo>
                  <a:pt x="10911" y="8789"/>
                </a:lnTo>
                <a:cubicBezTo>
                  <a:pt x="11105" y="8594"/>
                  <a:pt x="11105" y="8275"/>
                  <a:pt x="10911" y="8081"/>
                </a:cubicBezTo>
                <a:lnTo>
                  <a:pt x="8331" y="5501"/>
                </a:lnTo>
                <a:lnTo>
                  <a:pt x="10918" y="2914"/>
                </a:lnTo>
                <a:cubicBezTo>
                  <a:pt x="11112" y="2719"/>
                  <a:pt x="11112" y="2407"/>
                  <a:pt x="10918" y="2213"/>
                </a:cubicBezTo>
                <a:lnTo>
                  <a:pt x="8844" y="146"/>
                </a:lnTo>
                <a:cubicBezTo>
                  <a:pt x="8747" y="49"/>
                  <a:pt x="8620" y="0"/>
                  <a:pt x="8494" y="0"/>
                </a:cubicBezTo>
                <a:cubicBezTo>
                  <a:pt x="8367" y="0"/>
                  <a:pt x="8241" y="49"/>
                  <a:pt x="8143" y="146"/>
                </a:cubicBezTo>
                <a:lnTo>
                  <a:pt x="5556" y="2726"/>
                </a:lnTo>
                <a:lnTo>
                  <a:pt x="2969" y="146"/>
                </a:lnTo>
                <a:cubicBezTo>
                  <a:pt x="2872" y="49"/>
                  <a:pt x="2745" y="0"/>
                  <a:pt x="2619" y="0"/>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384" name="Google Shape;6384;p61"/>
          <p:cNvGrpSpPr/>
          <p:nvPr/>
        </p:nvGrpSpPr>
        <p:grpSpPr>
          <a:xfrm>
            <a:off x="6306734" y="3696721"/>
            <a:ext cx="373963" cy="343119"/>
            <a:chOff x="6319908" y="3696721"/>
            <a:chExt cx="373963" cy="343119"/>
          </a:xfrm>
        </p:grpSpPr>
        <p:sp>
          <p:nvSpPr>
            <p:cNvPr id="6385" name="Google Shape;6385;p61"/>
            <p:cNvSpPr/>
            <p:nvPr/>
          </p:nvSpPr>
          <p:spPr>
            <a:xfrm>
              <a:off x="6378049" y="3745325"/>
              <a:ext cx="48315" cy="66180"/>
            </a:xfrm>
            <a:custGeom>
              <a:avLst/>
              <a:gdLst/>
              <a:ahLst/>
              <a:cxnLst/>
              <a:rect l="l" t="t" r="r" b="b"/>
              <a:pathLst>
                <a:path w="1839" h="2519" extrusionOk="0">
                  <a:moveTo>
                    <a:pt x="0" y="1"/>
                  </a:moveTo>
                  <a:lnTo>
                    <a:pt x="0" y="2519"/>
                  </a:lnTo>
                  <a:lnTo>
                    <a:pt x="1838" y="923"/>
                  </a:lnTo>
                  <a:lnTo>
                    <a:pt x="1838" y="1"/>
                  </a:lnTo>
                  <a:close/>
                </a:path>
              </a:pathLst>
            </a:custGeom>
            <a:solidFill>
              <a:srgbClr val="B7C2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6" name="Google Shape;6386;p61"/>
            <p:cNvSpPr/>
            <p:nvPr/>
          </p:nvSpPr>
          <p:spPr>
            <a:xfrm>
              <a:off x="6401195" y="3745325"/>
              <a:ext cx="25169" cy="46135"/>
            </a:xfrm>
            <a:custGeom>
              <a:avLst/>
              <a:gdLst/>
              <a:ahLst/>
              <a:cxnLst/>
              <a:rect l="l" t="t" r="r" b="b"/>
              <a:pathLst>
                <a:path w="958" h="1756" extrusionOk="0">
                  <a:moveTo>
                    <a:pt x="0" y="1"/>
                  </a:moveTo>
                  <a:lnTo>
                    <a:pt x="0" y="1756"/>
                  </a:lnTo>
                  <a:lnTo>
                    <a:pt x="957" y="923"/>
                  </a:lnTo>
                  <a:lnTo>
                    <a:pt x="957" y="1"/>
                  </a:lnTo>
                  <a:close/>
                </a:path>
              </a:pathLst>
            </a:custGeom>
            <a:solidFill>
              <a:srgbClr val="9FAE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7" name="Google Shape;6387;p61"/>
            <p:cNvSpPr/>
            <p:nvPr/>
          </p:nvSpPr>
          <p:spPr>
            <a:xfrm>
              <a:off x="6366016" y="3736813"/>
              <a:ext cx="281562" cy="303027"/>
            </a:xfrm>
            <a:custGeom>
              <a:avLst/>
              <a:gdLst/>
              <a:ahLst/>
              <a:cxnLst/>
              <a:rect l="l" t="t" r="r" b="b"/>
              <a:pathLst>
                <a:path w="10717" h="11534" extrusionOk="0">
                  <a:moveTo>
                    <a:pt x="5359" y="1"/>
                  </a:moveTo>
                  <a:cubicBezTo>
                    <a:pt x="5333" y="1"/>
                    <a:pt x="5307" y="9"/>
                    <a:pt x="5286" y="27"/>
                  </a:cubicBezTo>
                  <a:lnTo>
                    <a:pt x="0" y="4625"/>
                  </a:lnTo>
                  <a:lnTo>
                    <a:pt x="0" y="11222"/>
                  </a:lnTo>
                  <a:cubicBezTo>
                    <a:pt x="0" y="11395"/>
                    <a:pt x="146" y="11534"/>
                    <a:pt x="319" y="11534"/>
                  </a:cubicBezTo>
                  <a:lnTo>
                    <a:pt x="10405" y="11534"/>
                  </a:lnTo>
                  <a:cubicBezTo>
                    <a:pt x="10578" y="11534"/>
                    <a:pt x="10717" y="11395"/>
                    <a:pt x="10717" y="11222"/>
                  </a:cubicBezTo>
                  <a:lnTo>
                    <a:pt x="10717" y="4625"/>
                  </a:lnTo>
                  <a:lnTo>
                    <a:pt x="5431" y="27"/>
                  </a:lnTo>
                  <a:cubicBezTo>
                    <a:pt x="5411" y="9"/>
                    <a:pt x="5385" y="1"/>
                    <a:pt x="5359" y="1"/>
                  </a:cubicBezTo>
                  <a:close/>
                </a:path>
              </a:pathLst>
            </a:custGeom>
            <a:solidFill>
              <a:srgbClr val="879A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8" name="Google Shape;6388;p61"/>
            <p:cNvSpPr/>
            <p:nvPr/>
          </p:nvSpPr>
          <p:spPr>
            <a:xfrm>
              <a:off x="6493753" y="3736813"/>
              <a:ext cx="153825" cy="303027"/>
            </a:xfrm>
            <a:custGeom>
              <a:avLst/>
              <a:gdLst/>
              <a:ahLst/>
              <a:cxnLst/>
              <a:rect l="l" t="t" r="r" b="b"/>
              <a:pathLst>
                <a:path w="5855" h="11534" extrusionOk="0">
                  <a:moveTo>
                    <a:pt x="497" y="1"/>
                  </a:moveTo>
                  <a:cubicBezTo>
                    <a:pt x="471" y="1"/>
                    <a:pt x="445" y="9"/>
                    <a:pt x="424" y="27"/>
                  </a:cubicBezTo>
                  <a:lnTo>
                    <a:pt x="1" y="394"/>
                  </a:lnTo>
                  <a:cubicBezTo>
                    <a:pt x="1901" y="2010"/>
                    <a:pt x="4918" y="4625"/>
                    <a:pt x="4918" y="4625"/>
                  </a:cubicBezTo>
                  <a:lnTo>
                    <a:pt x="4918" y="11222"/>
                  </a:lnTo>
                  <a:cubicBezTo>
                    <a:pt x="4918" y="11395"/>
                    <a:pt x="4773" y="11534"/>
                    <a:pt x="4599" y="11534"/>
                  </a:cubicBezTo>
                  <a:lnTo>
                    <a:pt x="5543" y="11534"/>
                  </a:lnTo>
                  <a:cubicBezTo>
                    <a:pt x="5716" y="11534"/>
                    <a:pt x="5855" y="11395"/>
                    <a:pt x="5855" y="11222"/>
                  </a:cubicBezTo>
                  <a:lnTo>
                    <a:pt x="5855" y="4625"/>
                  </a:lnTo>
                  <a:lnTo>
                    <a:pt x="569" y="27"/>
                  </a:lnTo>
                  <a:cubicBezTo>
                    <a:pt x="549" y="9"/>
                    <a:pt x="523" y="1"/>
                    <a:pt x="497"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89" name="Google Shape;6389;p61"/>
            <p:cNvSpPr/>
            <p:nvPr/>
          </p:nvSpPr>
          <p:spPr>
            <a:xfrm>
              <a:off x="6366200" y="3726750"/>
              <a:ext cx="70174" cy="22069"/>
            </a:xfrm>
            <a:custGeom>
              <a:avLst/>
              <a:gdLst/>
              <a:ahLst/>
              <a:cxnLst/>
              <a:rect l="l" t="t" r="r" b="b"/>
              <a:pathLst>
                <a:path w="2671" h="840" extrusionOk="0">
                  <a:moveTo>
                    <a:pt x="118" y="0"/>
                  </a:moveTo>
                  <a:cubicBezTo>
                    <a:pt x="49" y="0"/>
                    <a:pt x="0" y="49"/>
                    <a:pt x="0" y="118"/>
                  </a:cubicBezTo>
                  <a:lnTo>
                    <a:pt x="0" y="722"/>
                  </a:lnTo>
                  <a:cubicBezTo>
                    <a:pt x="0" y="791"/>
                    <a:pt x="49" y="840"/>
                    <a:pt x="118" y="840"/>
                  </a:cubicBezTo>
                  <a:lnTo>
                    <a:pt x="2553" y="840"/>
                  </a:lnTo>
                  <a:cubicBezTo>
                    <a:pt x="2615" y="840"/>
                    <a:pt x="2671" y="791"/>
                    <a:pt x="2671" y="722"/>
                  </a:cubicBezTo>
                  <a:lnTo>
                    <a:pt x="2671" y="118"/>
                  </a:lnTo>
                  <a:cubicBezTo>
                    <a:pt x="2671" y="49"/>
                    <a:pt x="2615" y="0"/>
                    <a:pt x="2553" y="0"/>
                  </a:cubicBezTo>
                  <a:close/>
                </a:path>
              </a:pathLst>
            </a:custGeom>
            <a:solidFill>
              <a:srgbClr val="5769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0" name="Google Shape;6390;p61"/>
            <p:cNvSpPr/>
            <p:nvPr/>
          </p:nvSpPr>
          <p:spPr>
            <a:xfrm>
              <a:off x="6467691" y="3889298"/>
              <a:ext cx="85123" cy="150541"/>
            </a:xfrm>
            <a:custGeom>
              <a:avLst/>
              <a:gdLst/>
              <a:ahLst/>
              <a:cxnLst/>
              <a:rect l="l" t="t" r="r" b="b"/>
              <a:pathLst>
                <a:path w="3240" h="5730" extrusionOk="0">
                  <a:moveTo>
                    <a:pt x="292" y="0"/>
                  </a:moveTo>
                  <a:cubicBezTo>
                    <a:pt x="133" y="0"/>
                    <a:pt x="1" y="132"/>
                    <a:pt x="1" y="292"/>
                  </a:cubicBezTo>
                  <a:lnTo>
                    <a:pt x="1" y="5730"/>
                  </a:lnTo>
                  <a:lnTo>
                    <a:pt x="3240" y="5730"/>
                  </a:lnTo>
                  <a:lnTo>
                    <a:pt x="3240" y="292"/>
                  </a:lnTo>
                  <a:cubicBezTo>
                    <a:pt x="3240" y="132"/>
                    <a:pt x="3108" y="0"/>
                    <a:pt x="2942" y="0"/>
                  </a:cubicBezTo>
                  <a:close/>
                </a:path>
              </a:pathLst>
            </a:custGeom>
            <a:solidFill>
              <a:srgbClr val="5769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1" name="Google Shape;6391;p61"/>
            <p:cNvSpPr/>
            <p:nvPr/>
          </p:nvSpPr>
          <p:spPr>
            <a:xfrm>
              <a:off x="6519632" y="3889298"/>
              <a:ext cx="33182" cy="150541"/>
            </a:xfrm>
            <a:custGeom>
              <a:avLst/>
              <a:gdLst/>
              <a:ahLst/>
              <a:cxnLst/>
              <a:rect l="l" t="t" r="r" b="b"/>
              <a:pathLst>
                <a:path w="1263" h="5730" extrusionOk="0">
                  <a:moveTo>
                    <a:pt x="1" y="0"/>
                  </a:moveTo>
                  <a:cubicBezTo>
                    <a:pt x="167" y="0"/>
                    <a:pt x="299" y="132"/>
                    <a:pt x="299" y="292"/>
                  </a:cubicBezTo>
                  <a:lnTo>
                    <a:pt x="299" y="5730"/>
                  </a:lnTo>
                  <a:lnTo>
                    <a:pt x="1263" y="5730"/>
                  </a:lnTo>
                  <a:lnTo>
                    <a:pt x="1263" y="292"/>
                  </a:lnTo>
                  <a:cubicBezTo>
                    <a:pt x="1263" y="132"/>
                    <a:pt x="1131" y="0"/>
                    <a:pt x="965" y="0"/>
                  </a:cubicBezTo>
                  <a:close/>
                </a:path>
              </a:pathLst>
            </a:custGeom>
            <a:solidFill>
              <a:srgbClr val="22394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2" name="Google Shape;6392;p61"/>
            <p:cNvSpPr/>
            <p:nvPr/>
          </p:nvSpPr>
          <p:spPr>
            <a:xfrm>
              <a:off x="6319908" y="3696721"/>
              <a:ext cx="373963" cy="165096"/>
            </a:xfrm>
            <a:custGeom>
              <a:avLst/>
              <a:gdLst/>
              <a:ahLst/>
              <a:cxnLst/>
              <a:rect l="l" t="t" r="r" b="b"/>
              <a:pathLst>
                <a:path w="14234" h="6284" extrusionOk="0">
                  <a:moveTo>
                    <a:pt x="7114" y="1"/>
                  </a:moveTo>
                  <a:cubicBezTo>
                    <a:pt x="7088" y="1"/>
                    <a:pt x="7062" y="9"/>
                    <a:pt x="7041" y="27"/>
                  </a:cubicBezTo>
                  <a:lnTo>
                    <a:pt x="77" y="6089"/>
                  </a:lnTo>
                  <a:cubicBezTo>
                    <a:pt x="1" y="6158"/>
                    <a:pt x="49" y="6283"/>
                    <a:pt x="153" y="6283"/>
                  </a:cubicBezTo>
                  <a:lnTo>
                    <a:pt x="1762" y="6283"/>
                  </a:lnTo>
                  <a:lnTo>
                    <a:pt x="7041" y="1691"/>
                  </a:lnTo>
                  <a:cubicBezTo>
                    <a:pt x="7062" y="1674"/>
                    <a:pt x="7088" y="1665"/>
                    <a:pt x="7114" y="1665"/>
                  </a:cubicBezTo>
                  <a:cubicBezTo>
                    <a:pt x="7140" y="1665"/>
                    <a:pt x="7166" y="1674"/>
                    <a:pt x="7186" y="1691"/>
                  </a:cubicBezTo>
                  <a:lnTo>
                    <a:pt x="12472" y="6283"/>
                  </a:lnTo>
                  <a:lnTo>
                    <a:pt x="14081" y="6283"/>
                  </a:lnTo>
                  <a:cubicBezTo>
                    <a:pt x="14185" y="6283"/>
                    <a:pt x="14234" y="6158"/>
                    <a:pt x="14150" y="6089"/>
                  </a:cubicBezTo>
                  <a:lnTo>
                    <a:pt x="7186" y="27"/>
                  </a:lnTo>
                  <a:cubicBezTo>
                    <a:pt x="7166" y="9"/>
                    <a:pt x="7140" y="1"/>
                    <a:pt x="7114" y="1"/>
                  </a:cubicBezTo>
                  <a:close/>
                </a:path>
              </a:pathLst>
            </a:custGeom>
            <a:solidFill>
              <a:srgbClr val="8797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3" name="Google Shape;6393;p61"/>
            <p:cNvSpPr/>
            <p:nvPr/>
          </p:nvSpPr>
          <p:spPr>
            <a:xfrm>
              <a:off x="6411021" y="3726750"/>
              <a:ext cx="25353" cy="22253"/>
            </a:xfrm>
            <a:custGeom>
              <a:avLst/>
              <a:gdLst/>
              <a:ahLst/>
              <a:cxnLst/>
              <a:rect l="l" t="t" r="r" b="b"/>
              <a:pathLst>
                <a:path w="965" h="847" extrusionOk="0">
                  <a:moveTo>
                    <a:pt x="1" y="0"/>
                  </a:moveTo>
                  <a:lnTo>
                    <a:pt x="1" y="847"/>
                  </a:lnTo>
                  <a:lnTo>
                    <a:pt x="847" y="847"/>
                  </a:lnTo>
                  <a:cubicBezTo>
                    <a:pt x="909" y="847"/>
                    <a:pt x="965" y="791"/>
                    <a:pt x="965" y="729"/>
                  </a:cubicBezTo>
                  <a:lnTo>
                    <a:pt x="965" y="118"/>
                  </a:lnTo>
                  <a:cubicBezTo>
                    <a:pt x="965" y="56"/>
                    <a:pt x="909" y="0"/>
                    <a:pt x="847" y="0"/>
                  </a:cubicBezTo>
                  <a:close/>
                </a:path>
              </a:pathLst>
            </a:custGeom>
            <a:solidFill>
              <a:srgbClr val="22394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394" name="Google Shape;6394;p61"/>
          <p:cNvGrpSpPr/>
          <p:nvPr/>
        </p:nvGrpSpPr>
        <p:grpSpPr>
          <a:xfrm>
            <a:off x="6858167" y="3740044"/>
            <a:ext cx="371966" cy="256420"/>
            <a:chOff x="6871342" y="3740044"/>
            <a:chExt cx="371966" cy="256420"/>
          </a:xfrm>
        </p:grpSpPr>
        <p:sp>
          <p:nvSpPr>
            <p:cNvPr id="6395" name="Google Shape;6395;p61"/>
            <p:cNvSpPr/>
            <p:nvPr/>
          </p:nvSpPr>
          <p:spPr>
            <a:xfrm>
              <a:off x="6871342" y="3816944"/>
              <a:ext cx="371966" cy="179520"/>
            </a:xfrm>
            <a:custGeom>
              <a:avLst/>
              <a:gdLst/>
              <a:ahLst/>
              <a:cxnLst/>
              <a:rect l="l" t="t" r="r" b="b"/>
              <a:pathLst>
                <a:path w="14158" h="6833" extrusionOk="0">
                  <a:moveTo>
                    <a:pt x="0" y="1"/>
                  </a:moveTo>
                  <a:lnTo>
                    <a:pt x="0" y="6590"/>
                  </a:lnTo>
                  <a:cubicBezTo>
                    <a:pt x="0" y="6722"/>
                    <a:pt x="111" y="6833"/>
                    <a:pt x="250" y="6833"/>
                  </a:cubicBezTo>
                  <a:lnTo>
                    <a:pt x="13907" y="6833"/>
                  </a:lnTo>
                  <a:cubicBezTo>
                    <a:pt x="14046" y="6833"/>
                    <a:pt x="14157" y="6722"/>
                    <a:pt x="14157" y="6590"/>
                  </a:cubicBezTo>
                  <a:lnTo>
                    <a:pt x="14157" y="1"/>
                  </a:lnTo>
                  <a:close/>
                </a:path>
              </a:pathLst>
            </a:custGeom>
            <a:solidFill>
              <a:srgbClr val="CB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6" name="Google Shape;6396;p61"/>
            <p:cNvSpPr/>
            <p:nvPr/>
          </p:nvSpPr>
          <p:spPr>
            <a:xfrm>
              <a:off x="6871342" y="3740044"/>
              <a:ext cx="371966" cy="179520"/>
            </a:xfrm>
            <a:custGeom>
              <a:avLst/>
              <a:gdLst/>
              <a:ahLst/>
              <a:cxnLst/>
              <a:rect l="l" t="t" r="r" b="b"/>
              <a:pathLst>
                <a:path w="14158" h="6833" extrusionOk="0">
                  <a:moveTo>
                    <a:pt x="250" y="1"/>
                  </a:moveTo>
                  <a:cubicBezTo>
                    <a:pt x="111" y="1"/>
                    <a:pt x="0" y="112"/>
                    <a:pt x="0" y="243"/>
                  </a:cubicBezTo>
                  <a:lnTo>
                    <a:pt x="0" y="6590"/>
                  </a:lnTo>
                  <a:cubicBezTo>
                    <a:pt x="0" y="6722"/>
                    <a:pt x="111" y="6833"/>
                    <a:pt x="250" y="6833"/>
                  </a:cubicBezTo>
                  <a:lnTo>
                    <a:pt x="13907" y="6833"/>
                  </a:lnTo>
                  <a:cubicBezTo>
                    <a:pt x="14046" y="6833"/>
                    <a:pt x="14157" y="6722"/>
                    <a:pt x="14157" y="6590"/>
                  </a:cubicBezTo>
                  <a:lnTo>
                    <a:pt x="14157" y="243"/>
                  </a:lnTo>
                  <a:cubicBezTo>
                    <a:pt x="14157" y="112"/>
                    <a:pt x="14046" y="1"/>
                    <a:pt x="13907"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7" name="Google Shape;6397;p61"/>
            <p:cNvSpPr/>
            <p:nvPr/>
          </p:nvSpPr>
          <p:spPr>
            <a:xfrm>
              <a:off x="6890652" y="3759355"/>
              <a:ext cx="333319" cy="140899"/>
            </a:xfrm>
            <a:custGeom>
              <a:avLst/>
              <a:gdLst/>
              <a:ahLst/>
              <a:cxnLst/>
              <a:rect l="l" t="t" r="r" b="b"/>
              <a:pathLst>
                <a:path w="12687" h="5363" extrusionOk="0">
                  <a:moveTo>
                    <a:pt x="3796" y="486"/>
                  </a:moveTo>
                  <a:cubicBezTo>
                    <a:pt x="3888" y="486"/>
                    <a:pt x="3939" y="606"/>
                    <a:pt x="3878" y="681"/>
                  </a:cubicBezTo>
                  <a:cubicBezTo>
                    <a:pt x="2935" y="1846"/>
                    <a:pt x="2935" y="3518"/>
                    <a:pt x="3878" y="4676"/>
                  </a:cubicBezTo>
                  <a:cubicBezTo>
                    <a:pt x="3940" y="4759"/>
                    <a:pt x="3885" y="4877"/>
                    <a:pt x="3788" y="4877"/>
                  </a:cubicBezTo>
                  <a:lnTo>
                    <a:pt x="1443" y="4877"/>
                  </a:lnTo>
                  <a:cubicBezTo>
                    <a:pt x="1346" y="4398"/>
                    <a:pt x="972" y="4024"/>
                    <a:pt x="493" y="3927"/>
                  </a:cubicBezTo>
                  <a:lnTo>
                    <a:pt x="493" y="1437"/>
                  </a:lnTo>
                  <a:cubicBezTo>
                    <a:pt x="972" y="1340"/>
                    <a:pt x="1346" y="965"/>
                    <a:pt x="1443" y="486"/>
                  </a:cubicBezTo>
                  <a:lnTo>
                    <a:pt x="3788" y="486"/>
                  </a:lnTo>
                  <a:cubicBezTo>
                    <a:pt x="3790" y="486"/>
                    <a:pt x="3793" y="486"/>
                    <a:pt x="3796" y="486"/>
                  </a:cubicBezTo>
                  <a:close/>
                  <a:moveTo>
                    <a:pt x="11251" y="486"/>
                  </a:moveTo>
                  <a:cubicBezTo>
                    <a:pt x="11348" y="972"/>
                    <a:pt x="11723" y="1347"/>
                    <a:pt x="12201" y="1444"/>
                  </a:cubicBezTo>
                  <a:lnTo>
                    <a:pt x="12201" y="3927"/>
                  </a:lnTo>
                  <a:cubicBezTo>
                    <a:pt x="11723" y="4024"/>
                    <a:pt x="11348" y="4398"/>
                    <a:pt x="11251" y="4884"/>
                  </a:cubicBezTo>
                  <a:lnTo>
                    <a:pt x="8900" y="4884"/>
                  </a:lnTo>
                  <a:cubicBezTo>
                    <a:pt x="8796" y="4884"/>
                    <a:pt x="8740" y="4766"/>
                    <a:pt x="8803" y="4683"/>
                  </a:cubicBezTo>
                  <a:cubicBezTo>
                    <a:pt x="9753" y="3518"/>
                    <a:pt x="9753" y="1853"/>
                    <a:pt x="8803" y="688"/>
                  </a:cubicBezTo>
                  <a:cubicBezTo>
                    <a:pt x="8740" y="604"/>
                    <a:pt x="8796" y="486"/>
                    <a:pt x="8900" y="486"/>
                  </a:cubicBezTo>
                  <a:close/>
                  <a:moveTo>
                    <a:pt x="1221" y="1"/>
                  </a:moveTo>
                  <a:cubicBezTo>
                    <a:pt x="1083" y="1"/>
                    <a:pt x="979" y="105"/>
                    <a:pt x="979" y="244"/>
                  </a:cubicBezTo>
                  <a:cubicBezTo>
                    <a:pt x="979" y="646"/>
                    <a:pt x="646" y="972"/>
                    <a:pt x="243" y="972"/>
                  </a:cubicBezTo>
                  <a:cubicBezTo>
                    <a:pt x="112" y="972"/>
                    <a:pt x="1" y="1083"/>
                    <a:pt x="1" y="1222"/>
                  </a:cubicBezTo>
                  <a:lnTo>
                    <a:pt x="1" y="4149"/>
                  </a:lnTo>
                  <a:cubicBezTo>
                    <a:pt x="1" y="4281"/>
                    <a:pt x="112" y="4392"/>
                    <a:pt x="243" y="4392"/>
                  </a:cubicBezTo>
                  <a:cubicBezTo>
                    <a:pt x="646" y="4392"/>
                    <a:pt x="979" y="4718"/>
                    <a:pt x="979" y="5120"/>
                  </a:cubicBezTo>
                  <a:cubicBezTo>
                    <a:pt x="979" y="5259"/>
                    <a:pt x="1083" y="5363"/>
                    <a:pt x="1221" y="5363"/>
                  </a:cubicBezTo>
                  <a:lnTo>
                    <a:pt x="11466" y="5363"/>
                  </a:lnTo>
                  <a:cubicBezTo>
                    <a:pt x="11605" y="5363"/>
                    <a:pt x="11709" y="5259"/>
                    <a:pt x="11709" y="5120"/>
                  </a:cubicBezTo>
                  <a:cubicBezTo>
                    <a:pt x="11709" y="4718"/>
                    <a:pt x="12042" y="4392"/>
                    <a:pt x="12444" y="4392"/>
                  </a:cubicBezTo>
                  <a:cubicBezTo>
                    <a:pt x="12576" y="4392"/>
                    <a:pt x="12687" y="4281"/>
                    <a:pt x="12687" y="4149"/>
                  </a:cubicBezTo>
                  <a:lnTo>
                    <a:pt x="12687" y="1222"/>
                  </a:lnTo>
                  <a:cubicBezTo>
                    <a:pt x="12687" y="1083"/>
                    <a:pt x="12576" y="972"/>
                    <a:pt x="12444" y="972"/>
                  </a:cubicBezTo>
                  <a:cubicBezTo>
                    <a:pt x="12042" y="972"/>
                    <a:pt x="11709" y="646"/>
                    <a:pt x="11709" y="244"/>
                  </a:cubicBezTo>
                  <a:cubicBezTo>
                    <a:pt x="11709" y="105"/>
                    <a:pt x="11605" y="1"/>
                    <a:pt x="11466"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8" name="Google Shape;6398;p61"/>
            <p:cNvSpPr/>
            <p:nvPr/>
          </p:nvSpPr>
          <p:spPr>
            <a:xfrm>
              <a:off x="6986862" y="3759355"/>
              <a:ext cx="140899" cy="141083"/>
            </a:xfrm>
            <a:custGeom>
              <a:avLst/>
              <a:gdLst/>
              <a:ahLst/>
              <a:cxnLst/>
              <a:rect l="l" t="t" r="r" b="b"/>
              <a:pathLst>
                <a:path w="5363" h="5370" extrusionOk="0">
                  <a:moveTo>
                    <a:pt x="2685" y="1"/>
                  </a:moveTo>
                  <a:cubicBezTo>
                    <a:pt x="1201" y="1"/>
                    <a:pt x="1" y="1201"/>
                    <a:pt x="1" y="2685"/>
                  </a:cubicBezTo>
                  <a:cubicBezTo>
                    <a:pt x="1" y="4163"/>
                    <a:pt x="1201" y="5370"/>
                    <a:pt x="2685" y="5370"/>
                  </a:cubicBezTo>
                  <a:cubicBezTo>
                    <a:pt x="4163" y="5370"/>
                    <a:pt x="5363" y="4163"/>
                    <a:pt x="5363" y="2685"/>
                  </a:cubicBezTo>
                  <a:cubicBezTo>
                    <a:pt x="5363" y="1201"/>
                    <a:pt x="4163" y="1"/>
                    <a:pt x="2685" y="1"/>
                  </a:cubicBezTo>
                  <a:close/>
                </a:path>
              </a:pathLst>
            </a:custGeom>
            <a:solidFill>
              <a:srgbClr val="8095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99" name="Google Shape;6399;p61"/>
            <p:cNvSpPr/>
            <p:nvPr/>
          </p:nvSpPr>
          <p:spPr>
            <a:xfrm>
              <a:off x="7025141" y="3785023"/>
              <a:ext cx="64184" cy="89773"/>
            </a:xfrm>
            <a:custGeom>
              <a:avLst/>
              <a:gdLst/>
              <a:ahLst/>
              <a:cxnLst/>
              <a:rect l="l" t="t" r="r" b="b"/>
              <a:pathLst>
                <a:path w="2443" h="3417" extrusionOk="0">
                  <a:moveTo>
                    <a:pt x="979" y="751"/>
                  </a:moveTo>
                  <a:lnTo>
                    <a:pt x="979" y="1382"/>
                  </a:lnTo>
                  <a:cubicBezTo>
                    <a:pt x="632" y="1264"/>
                    <a:pt x="493" y="1160"/>
                    <a:pt x="493" y="1022"/>
                  </a:cubicBezTo>
                  <a:cubicBezTo>
                    <a:pt x="493" y="938"/>
                    <a:pt x="673" y="800"/>
                    <a:pt x="979" y="751"/>
                  </a:cubicBezTo>
                  <a:close/>
                  <a:moveTo>
                    <a:pt x="1471" y="2027"/>
                  </a:moveTo>
                  <a:cubicBezTo>
                    <a:pt x="1818" y="2145"/>
                    <a:pt x="1957" y="2249"/>
                    <a:pt x="1957" y="2395"/>
                  </a:cubicBezTo>
                  <a:cubicBezTo>
                    <a:pt x="1964" y="2471"/>
                    <a:pt x="1776" y="2617"/>
                    <a:pt x="1471" y="2659"/>
                  </a:cubicBezTo>
                  <a:lnTo>
                    <a:pt x="1471" y="2027"/>
                  </a:lnTo>
                  <a:close/>
                  <a:moveTo>
                    <a:pt x="1225" y="0"/>
                  </a:moveTo>
                  <a:cubicBezTo>
                    <a:pt x="1102" y="0"/>
                    <a:pt x="979" y="82"/>
                    <a:pt x="979" y="245"/>
                  </a:cubicBezTo>
                  <a:lnTo>
                    <a:pt x="979" y="259"/>
                  </a:lnTo>
                  <a:cubicBezTo>
                    <a:pt x="410" y="328"/>
                    <a:pt x="1" y="626"/>
                    <a:pt x="1" y="1022"/>
                  </a:cubicBezTo>
                  <a:cubicBezTo>
                    <a:pt x="1" y="1563"/>
                    <a:pt x="535" y="1771"/>
                    <a:pt x="979" y="1896"/>
                  </a:cubicBezTo>
                  <a:lnTo>
                    <a:pt x="979" y="2659"/>
                  </a:lnTo>
                  <a:cubicBezTo>
                    <a:pt x="673" y="2610"/>
                    <a:pt x="493" y="2471"/>
                    <a:pt x="493" y="2395"/>
                  </a:cubicBezTo>
                  <a:cubicBezTo>
                    <a:pt x="493" y="2232"/>
                    <a:pt x="370" y="2150"/>
                    <a:pt x="247" y="2150"/>
                  </a:cubicBezTo>
                  <a:cubicBezTo>
                    <a:pt x="124" y="2150"/>
                    <a:pt x="1" y="2232"/>
                    <a:pt x="1" y="2395"/>
                  </a:cubicBezTo>
                  <a:cubicBezTo>
                    <a:pt x="1" y="2783"/>
                    <a:pt x="410" y="3089"/>
                    <a:pt x="979" y="3158"/>
                  </a:cubicBezTo>
                  <a:lnTo>
                    <a:pt x="979" y="3172"/>
                  </a:lnTo>
                  <a:cubicBezTo>
                    <a:pt x="979" y="3335"/>
                    <a:pt x="1102" y="3416"/>
                    <a:pt x="1225" y="3416"/>
                  </a:cubicBezTo>
                  <a:cubicBezTo>
                    <a:pt x="1348" y="3416"/>
                    <a:pt x="1471" y="3335"/>
                    <a:pt x="1471" y="3172"/>
                  </a:cubicBezTo>
                  <a:lnTo>
                    <a:pt x="1471" y="3158"/>
                  </a:lnTo>
                  <a:cubicBezTo>
                    <a:pt x="2040" y="3089"/>
                    <a:pt x="2442" y="2783"/>
                    <a:pt x="2442" y="2395"/>
                  </a:cubicBezTo>
                  <a:cubicBezTo>
                    <a:pt x="2442" y="1847"/>
                    <a:pt x="1908" y="1639"/>
                    <a:pt x="1471" y="1521"/>
                  </a:cubicBezTo>
                  <a:lnTo>
                    <a:pt x="1471" y="751"/>
                  </a:lnTo>
                  <a:cubicBezTo>
                    <a:pt x="1776" y="800"/>
                    <a:pt x="1957" y="938"/>
                    <a:pt x="1957" y="1022"/>
                  </a:cubicBezTo>
                  <a:cubicBezTo>
                    <a:pt x="1957" y="1185"/>
                    <a:pt x="2078" y="1266"/>
                    <a:pt x="2199" y="1266"/>
                  </a:cubicBezTo>
                  <a:cubicBezTo>
                    <a:pt x="2321" y="1266"/>
                    <a:pt x="2442" y="1185"/>
                    <a:pt x="2442" y="1022"/>
                  </a:cubicBezTo>
                  <a:cubicBezTo>
                    <a:pt x="2442" y="626"/>
                    <a:pt x="2040" y="328"/>
                    <a:pt x="1471" y="259"/>
                  </a:cubicBezTo>
                  <a:lnTo>
                    <a:pt x="1471" y="245"/>
                  </a:lnTo>
                  <a:cubicBezTo>
                    <a:pt x="1471" y="82"/>
                    <a:pt x="1348" y="0"/>
                    <a:pt x="1225"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0" name="Google Shape;6400;p61"/>
            <p:cNvSpPr/>
            <p:nvPr/>
          </p:nvSpPr>
          <p:spPr>
            <a:xfrm>
              <a:off x="6890652" y="3759355"/>
              <a:ext cx="12795" cy="12795"/>
            </a:xfrm>
            <a:custGeom>
              <a:avLst/>
              <a:gdLst/>
              <a:ahLst/>
              <a:cxnLst/>
              <a:rect l="l" t="t" r="r" b="b"/>
              <a:pathLst>
                <a:path w="487" h="487" extrusionOk="0">
                  <a:moveTo>
                    <a:pt x="243" y="1"/>
                  </a:moveTo>
                  <a:cubicBezTo>
                    <a:pt x="112" y="1"/>
                    <a:pt x="1" y="105"/>
                    <a:pt x="1" y="244"/>
                  </a:cubicBezTo>
                  <a:cubicBezTo>
                    <a:pt x="1" y="376"/>
                    <a:pt x="112" y="486"/>
                    <a:pt x="243" y="486"/>
                  </a:cubicBezTo>
                  <a:cubicBezTo>
                    <a:pt x="382" y="486"/>
                    <a:pt x="486" y="376"/>
                    <a:pt x="486" y="244"/>
                  </a:cubicBezTo>
                  <a:cubicBezTo>
                    <a:pt x="486" y="105"/>
                    <a:pt x="382" y="1"/>
                    <a:pt x="243"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1" name="Google Shape;6401;p61"/>
            <p:cNvSpPr/>
            <p:nvPr/>
          </p:nvSpPr>
          <p:spPr>
            <a:xfrm>
              <a:off x="7211203" y="3759355"/>
              <a:ext cx="12768" cy="12795"/>
            </a:xfrm>
            <a:custGeom>
              <a:avLst/>
              <a:gdLst/>
              <a:ahLst/>
              <a:cxnLst/>
              <a:rect l="l" t="t" r="r" b="b"/>
              <a:pathLst>
                <a:path w="486" h="487" extrusionOk="0">
                  <a:moveTo>
                    <a:pt x="243" y="1"/>
                  </a:moveTo>
                  <a:cubicBezTo>
                    <a:pt x="104" y="1"/>
                    <a:pt x="0" y="105"/>
                    <a:pt x="0" y="244"/>
                  </a:cubicBezTo>
                  <a:cubicBezTo>
                    <a:pt x="0" y="376"/>
                    <a:pt x="104" y="486"/>
                    <a:pt x="243" y="486"/>
                  </a:cubicBezTo>
                  <a:cubicBezTo>
                    <a:pt x="375" y="486"/>
                    <a:pt x="486" y="376"/>
                    <a:pt x="486" y="244"/>
                  </a:cubicBezTo>
                  <a:cubicBezTo>
                    <a:pt x="486" y="105"/>
                    <a:pt x="375" y="1"/>
                    <a:pt x="243" y="1"/>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2" name="Google Shape;6402;p61"/>
            <p:cNvSpPr/>
            <p:nvPr/>
          </p:nvSpPr>
          <p:spPr>
            <a:xfrm>
              <a:off x="6890652" y="3887486"/>
              <a:ext cx="12795" cy="12768"/>
            </a:xfrm>
            <a:custGeom>
              <a:avLst/>
              <a:gdLst/>
              <a:ahLst/>
              <a:cxnLst/>
              <a:rect l="l" t="t" r="r" b="b"/>
              <a:pathLst>
                <a:path w="487" h="486" extrusionOk="0">
                  <a:moveTo>
                    <a:pt x="243" y="0"/>
                  </a:moveTo>
                  <a:cubicBezTo>
                    <a:pt x="112" y="0"/>
                    <a:pt x="1" y="111"/>
                    <a:pt x="1" y="243"/>
                  </a:cubicBezTo>
                  <a:cubicBezTo>
                    <a:pt x="1" y="382"/>
                    <a:pt x="112" y="486"/>
                    <a:pt x="243" y="486"/>
                  </a:cubicBezTo>
                  <a:cubicBezTo>
                    <a:pt x="382" y="486"/>
                    <a:pt x="486" y="382"/>
                    <a:pt x="486" y="243"/>
                  </a:cubicBezTo>
                  <a:cubicBezTo>
                    <a:pt x="486" y="111"/>
                    <a:pt x="382" y="0"/>
                    <a:pt x="243"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3" name="Google Shape;6403;p61"/>
            <p:cNvSpPr/>
            <p:nvPr/>
          </p:nvSpPr>
          <p:spPr>
            <a:xfrm>
              <a:off x="7211203" y="3887486"/>
              <a:ext cx="12768" cy="12768"/>
            </a:xfrm>
            <a:custGeom>
              <a:avLst/>
              <a:gdLst/>
              <a:ahLst/>
              <a:cxnLst/>
              <a:rect l="l" t="t" r="r" b="b"/>
              <a:pathLst>
                <a:path w="486" h="486" extrusionOk="0">
                  <a:moveTo>
                    <a:pt x="243" y="0"/>
                  </a:moveTo>
                  <a:cubicBezTo>
                    <a:pt x="104" y="0"/>
                    <a:pt x="0" y="111"/>
                    <a:pt x="0" y="243"/>
                  </a:cubicBezTo>
                  <a:cubicBezTo>
                    <a:pt x="0" y="382"/>
                    <a:pt x="104" y="486"/>
                    <a:pt x="243" y="486"/>
                  </a:cubicBezTo>
                  <a:cubicBezTo>
                    <a:pt x="375" y="486"/>
                    <a:pt x="486" y="382"/>
                    <a:pt x="486" y="243"/>
                  </a:cubicBezTo>
                  <a:cubicBezTo>
                    <a:pt x="486" y="111"/>
                    <a:pt x="375" y="0"/>
                    <a:pt x="243" y="0"/>
                  </a:cubicBezTo>
                  <a:close/>
                </a:path>
              </a:pathLst>
            </a:custGeom>
            <a:solidFill>
              <a:srgbClr val="8F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4" name="Google Shape;6404;p61"/>
            <p:cNvSpPr/>
            <p:nvPr/>
          </p:nvSpPr>
          <p:spPr>
            <a:xfrm>
              <a:off x="6871342" y="3932306"/>
              <a:ext cx="371966" cy="12952"/>
            </a:xfrm>
            <a:custGeom>
              <a:avLst/>
              <a:gdLst/>
              <a:ahLst/>
              <a:cxnLst/>
              <a:rect l="l" t="t" r="r" b="b"/>
              <a:pathLst>
                <a:path w="14158" h="493" extrusionOk="0">
                  <a:moveTo>
                    <a:pt x="0" y="0"/>
                  </a:moveTo>
                  <a:lnTo>
                    <a:pt x="0" y="493"/>
                  </a:lnTo>
                  <a:lnTo>
                    <a:pt x="14157" y="493"/>
                  </a:lnTo>
                  <a:lnTo>
                    <a:pt x="14157" y="0"/>
                  </a:lnTo>
                  <a:close/>
                </a:path>
              </a:pathLst>
            </a:custGeom>
            <a:solidFill>
              <a:srgbClr val="B8C7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5" name="Google Shape;6405;p61"/>
            <p:cNvSpPr/>
            <p:nvPr/>
          </p:nvSpPr>
          <p:spPr>
            <a:xfrm>
              <a:off x="6871342" y="3958001"/>
              <a:ext cx="371966" cy="12768"/>
            </a:xfrm>
            <a:custGeom>
              <a:avLst/>
              <a:gdLst/>
              <a:ahLst/>
              <a:cxnLst/>
              <a:rect l="l" t="t" r="r" b="b"/>
              <a:pathLst>
                <a:path w="14158" h="486" extrusionOk="0">
                  <a:moveTo>
                    <a:pt x="0" y="0"/>
                  </a:moveTo>
                  <a:lnTo>
                    <a:pt x="0" y="486"/>
                  </a:lnTo>
                  <a:lnTo>
                    <a:pt x="14157" y="486"/>
                  </a:lnTo>
                  <a:lnTo>
                    <a:pt x="14157" y="0"/>
                  </a:lnTo>
                  <a:close/>
                </a:path>
              </a:pathLst>
            </a:custGeom>
            <a:solidFill>
              <a:srgbClr val="B8C7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6" name="Google Shape;6406;p61"/>
            <p:cNvSpPr/>
            <p:nvPr/>
          </p:nvSpPr>
          <p:spPr>
            <a:xfrm>
              <a:off x="6871342" y="3983695"/>
              <a:ext cx="371966" cy="12768"/>
            </a:xfrm>
            <a:custGeom>
              <a:avLst/>
              <a:gdLst/>
              <a:ahLst/>
              <a:cxnLst/>
              <a:rect l="l" t="t" r="r" b="b"/>
              <a:pathLst>
                <a:path w="14158" h="486" extrusionOk="0">
                  <a:moveTo>
                    <a:pt x="0" y="0"/>
                  </a:moveTo>
                  <a:lnTo>
                    <a:pt x="0" y="243"/>
                  </a:lnTo>
                  <a:cubicBezTo>
                    <a:pt x="0" y="375"/>
                    <a:pt x="111" y="486"/>
                    <a:pt x="250" y="486"/>
                  </a:cubicBezTo>
                  <a:lnTo>
                    <a:pt x="13907" y="486"/>
                  </a:lnTo>
                  <a:cubicBezTo>
                    <a:pt x="14046" y="486"/>
                    <a:pt x="14157" y="375"/>
                    <a:pt x="14157" y="243"/>
                  </a:cubicBezTo>
                  <a:lnTo>
                    <a:pt x="14157" y="0"/>
                  </a:lnTo>
                  <a:close/>
                </a:path>
              </a:pathLst>
            </a:custGeom>
            <a:solidFill>
              <a:srgbClr val="B8C7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07" name="Google Shape;6407;p61"/>
          <p:cNvGrpSpPr/>
          <p:nvPr/>
        </p:nvGrpSpPr>
        <p:grpSpPr>
          <a:xfrm>
            <a:off x="7389187" y="3681535"/>
            <a:ext cx="402757" cy="372728"/>
            <a:chOff x="7402362" y="3681535"/>
            <a:chExt cx="402757" cy="372728"/>
          </a:xfrm>
        </p:grpSpPr>
        <p:sp>
          <p:nvSpPr>
            <p:cNvPr id="6408" name="Google Shape;6408;p61"/>
            <p:cNvSpPr/>
            <p:nvPr/>
          </p:nvSpPr>
          <p:spPr>
            <a:xfrm>
              <a:off x="7471248" y="3681535"/>
              <a:ext cx="333871" cy="303763"/>
            </a:xfrm>
            <a:custGeom>
              <a:avLst/>
              <a:gdLst/>
              <a:ahLst/>
              <a:cxnLst/>
              <a:rect l="l" t="t" r="r" b="b"/>
              <a:pathLst>
                <a:path w="12708" h="11562" extrusionOk="0">
                  <a:moveTo>
                    <a:pt x="6341" y="0"/>
                  </a:moveTo>
                  <a:cubicBezTo>
                    <a:pt x="4868" y="0"/>
                    <a:pt x="3393" y="562"/>
                    <a:pt x="2268" y="1687"/>
                  </a:cubicBezTo>
                  <a:cubicBezTo>
                    <a:pt x="0" y="3955"/>
                    <a:pt x="21" y="7624"/>
                    <a:pt x="2296" y="9871"/>
                  </a:cubicBezTo>
                  <a:cubicBezTo>
                    <a:pt x="2407" y="9982"/>
                    <a:pt x="2518" y="10086"/>
                    <a:pt x="2636" y="10184"/>
                  </a:cubicBezTo>
                  <a:cubicBezTo>
                    <a:pt x="3718" y="11105"/>
                    <a:pt x="5049" y="11561"/>
                    <a:pt x="6375" y="11561"/>
                  </a:cubicBezTo>
                  <a:cubicBezTo>
                    <a:pt x="7854" y="11561"/>
                    <a:pt x="9327" y="10994"/>
                    <a:pt x="10446" y="9871"/>
                  </a:cubicBezTo>
                  <a:cubicBezTo>
                    <a:pt x="12576" y="7749"/>
                    <a:pt x="12707" y="4343"/>
                    <a:pt x="10758" y="2061"/>
                  </a:cubicBezTo>
                  <a:cubicBezTo>
                    <a:pt x="10661" y="1943"/>
                    <a:pt x="10557" y="1832"/>
                    <a:pt x="10446" y="1721"/>
                  </a:cubicBezTo>
                  <a:cubicBezTo>
                    <a:pt x="9320" y="574"/>
                    <a:pt x="7831" y="0"/>
                    <a:pt x="6341" y="0"/>
                  </a:cubicBezTo>
                  <a:close/>
                </a:path>
              </a:pathLst>
            </a:custGeom>
            <a:solidFill>
              <a:srgbClr val="8A9D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9" name="Google Shape;6409;p61"/>
            <p:cNvSpPr/>
            <p:nvPr/>
          </p:nvSpPr>
          <p:spPr>
            <a:xfrm>
              <a:off x="7540502" y="3735683"/>
              <a:ext cx="236741" cy="236558"/>
            </a:xfrm>
            <a:custGeom>
              <a:avLst/>
              <a:gdLst/>
              <a:ahLst/>
              <a:cxnLst/>
              <a:rect l="l" t="t" r="r" b="b"/>
              <a:pathLst>
                <a:path w="9011" h="9004" extrusionOk="0">
                  <a:moveTo>
                    <a:pt x="8122" y="0"/>
                  </a:moveTo>
                  <a:lnTo>
                    <a:pt x="0" y="8123"/>
                  </a:lnTo>
                  <a:cubicBezTo>
                    <a:pt x="423" y="8483"/>
                    <a:pt x="895" y="8781"/>
                    <a:pt x="1401" y="9003"/>
                  </a:cubicBezTo>
                  <a:lnTo>
                    <a:pt x="9010" y="1401"/>
                  </a:lnTo>
                  <a:cubicBezTo>
                    <a:pt x="8781" y="888"/>
                    <a:pt x="8483" y="416"/>
                    <a:pt x="8122" y="0"/>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0" name="Google Shape;6410;p61"/>
            <p:cNvSpPr/>
            <p:nvPr/>
          </p:nvSpPr>
          <p:spPr>
            <a:xfrm>
              <a:off x="7472693" y="3728274"/>
              <a:ext cx="283585" cy="256998"/>
            </a:xfrm>
            <a:custGeom>
              <a:avLst/>
              <a:gdLst/>
              <a:ahLst/>
              <a:cxnLst/>
              <a:rect l="l" t="t" r="r" b="b"/>
              <a:pathLst>
                <a:path w="10794" h="9782" extrusionOk="0">
                  <a:moveTo>
                    <a:pt x="9427" y="8869"/>
                  </a:moveTo>
                  <a:cubicBezTo>
                    <a:pt x="9426" y="8870"/>
                    <a:pt x="9424" y="8871"/>
                    <a:pt x="9423" y="8872"/>
                  </a:cubicBezTo>
                  <a:lnTo>
                    <a:pt x="9423" y="8872"/>
                  </a:lnTo>
                  <a:cubicBezTo>
                    <a:pt x="9422" y="8873"/>
                    <a:pt x="9421" y="8875"/>
                    <a:pt x="9420" y="8876"/>
                  </a:cubicBezTo>
                  <a:lnTo>
                    <a:pt x="9427" y="8869"/>
                  </a:lnTo>
                  <a:close/>
                  <a:moveTo>
                    <a:pt x="4560" y="0"/>
                  </a:moveTo>
                  <a:cubicBezTo>
                    <a:pt x="3489" y="0"/>
                    <a:pt x="2412" y="298"/>
                    <a:pt x="1457" y="907"/>
                  </a:cubicBezTo>
                  <a:cubicBezTo>
                    <a:pt x="1" y="3189"/>
                    <a:pt x="327" y="6178"/>
                    <a:pt x="2241" y="8092"/>
                  </a:cubicBezTo>
                  <a:cubicBezTo>
                    <a:pt x="2352" y="8203"/>
                    <a:pt x="2463" y="8307"/>
                    <a:pt x="2574" y="8405"/>
                  </a:cubicBezTo>
                  <a:cubicBezTo>
                    <a:pt x="3647" y="9316"/>
                    <a:pt x="4980" y="9782"/>
                    <a:pt x="6320" y="9782"/>
                  </a:cubicBezTo>
                  <a:cubicBezTo>
                    <a:pt x="7394" y="9782"/>
                    <a:pt x="8472" y="9482"/>
                    <a:pt x="9423" y="8872"/>
                  </a:cubicBezTo>
                  <a:lnTo>
                    <a:pt x="9423" y="8872"/>
                  </a:lnTo>
                  <a:cubicBezTo>
                    <a:pt x="10793" y="6736"/>
                    <a:pt x="10605" y="3957"/>
                    <a:pt x="8955" y="2023"/>
                  </a:cubicBezTo>
                  <a:cubicBezTo>
                    <a:pt x="8858" y="1912"/>
                    <a:pt x="8754" y="1794"/>
                    <a:pt x="8643" y="1690"/>
                  </a:cubicBezTo>
                  <a:cubicBezTo>
                    <a:pt x="7529" y="576"/>
                    <a:pt x="6051" y="0"/>
                    <a:pt x="4560" y="0"/>
                  </a:cubicBezTo>
                  <a:close/>
                </a:path>
              </a:pathLst>
            </a:custGeom>
            <a:solidFill>
              <a:srgbClr val="6881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1" name="Google Shape;6411;p61"/>
            <p:cNvSpPr/>
            <p:nvPr/>
          </p:nvSpPr>
          <p:spPr>
            <a:xfrm>
              <a:off x="7508791" y="3711985"/>
              <a:ext cx="251691" cy="243572"/>
            </a:xfrm>
            <a:custGeom>
              <a:avLst/>
              <a:gdLst/>
              <a:ahLst/>
              <a:cxnLst/>
              <a:rect l="l" t="t" r="r" b="b"/>
              <a:pathLst>
                <a:path w="9580" h="9271" extrusionOk="0">
                  <a:moveTo>
                    <a:pt x="4946" y="1"/>
                  </a:moveTo>
                  <a:cubicBezTo>
                    <a:pt x="4842" y="1"/>
                    <a:pt x="4738" y="7"/>
                    <a:pt x="4641" y="14"/>
                  </a:cubicBezTo>
                  <a:cubicBezTo>
                    <a:pt x="2906" y="125"/>
                    <a:pt x="1381" y="1201"/>
                    <a:pt x="694" y="2796"/>
                  </a:cubicBezTo>
                  <a:cubicBezTo>
                    <a:pt x="0" y="4384"/>
                    <a:pt x="257" y="6229"/>
                    <a:pt x="1360" y="7575"/>
                  </a:cubicBezTo>
                  <a:cubicBezTo>
                    <a:pt x="1561" y="7818"/>
                    <a:pt x="1790" y="8047"/>
                    <a:pt x="2039" y="8248"/>
                  </a:cubicBezTo>
                  <a:cubicBezTo>
                    <a:pt x="2878" y="8922"/>
                    <a:pt x="3906" y="9270"/>
                    <a:pt x="4943" y="9270"/>
                  </a:cubicBezTo>
                  <a:cubicBezTo>
                    <a:pt x="5623" y="9270"/>
                    <a:pt x="6306" y="9121"/>
                    <a:pt x="6943" y="8816"/>
                  </a:cubicBezTo>
                  <a:cubicBezTo>
                    <a:pt x="8553" y="8047"/>
                    <a:pt x="9579" y="6417"/>
                    <a:pt x="9579" y="4634"/>
                  </a:cubicBezTo>
                  <a:cubicBezTo>
                    <a:pt x="9579" y="3247"/>
                    <a:pt x="8955" y="1936"/>
                    <a:pt x="7880" y="1055"/>
                  </a:cubicBezTo>
                  <a:cubicBezTo>
                    <a:pt x="7741" y="937"/>
                    <a:pt x="7595" y="833"/>
                    <a:pt x="7443" y="736"/>
                  </a:cubicBezTo>
                  <a:cubicBezTo>
                    <a:pt x="6694" y="257"/>
                    <a:pt x="5827" y="1"/>
                    <a:pt x="4946" y="1"/>
                  </a:cubicBezTo>
                  <a:close/>
                </a:path>
              </a:pathLst>
            </a:custGeom>
            <a:solidFill>
              <a:srgbClr val="BA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2" name="Google Shape;6412;p61"/>
            <p:cNvSpPr/>
            <p:nvPr/>
          </p:nvSpPr>
          <p:spPr>
            <a:xfrm>
              <a:off x="7496575" y="3728248"/>
              <a:ext cx="251323" cy="227310"/>
            </a:xfrm>
            <a:custGeom>
              <a:avLst/>
              <a:gdLst/>
              <a:ahLst/>
              <a:cxnLst/>
              <a:rect l="l" t="t" r="r" b="b"/>
              <a:pathLst>
                <a:path w="9566" h="8652" extrusionOk="0">
                  <a:moveTo>
                    <a:pt x="3663" y="0"/>
                  </a:moveTo>
                  <a:cubicBezTo>
                    <a:pt x="3458" y="0"/>
                    <a:pt x="3252" y="11"/>
                    <a:pt x="3045" y="34"/>
                  </a:cubicBezTo>
                  <a:cubicBezTo>
                    <a:pt x="444" y="1580"/>
                    <a:pt x="0" y="5159"/>
                    <a:pt x="2137" y="7296"/>
                  </a:cubicBezTo>
                  <a:cubicBezTo>
                    <a:pt x="3053" y="8211"/>
                    <a:pt x="4232" y="8652"/>
                    <a:pt x="5403" y="8652"/>
                  </a:cubicBezTo>
                  <a:cubicBezTo>
                    <a:pt x="6963" y="8652"/>
                    <a:pt x="8508" y="7869"/>
                    <a:pt x="9392" y="6387"/>
                  </a:cubicBezTo>
                  <a:cubicBezTo>
                    <a:pt x="9565" y="4813"/>
                    <a:pt x="9080" y="3231"/>
                    <a:pt x="8053" y="2024"/>
                  </a:cubicBezTo>
                  <a:cubicBezTo>
                    <a:pt x="7949" y="1913"/>
                    <a:pt x="7845" y="1795"/>
                    <a:pt x="7741" y="1691"/>
                  </a:cubicBezTo>
                  <a:cubicBezTo>
                    <a:pt x="6653" y="603"/>
                    <a:pt x="5183" y="0"/>
                    <a:pt x="3663" y="0"/>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3" name="Google Shape;6413;p61"/>
            <p:cNvSpPr/>
            <p:nvPr/>
          </p:nvSpPr>
          <p:spPr>
            <a:xfrm>
              <a:off x="7511524" y="3731296"/>
              <a:ext cx="221976" cy="232564"/>
            </a:xfrm>
            <a:custGeom>
              <a:avLst/>
              <a:gdLst/>
              <a:ahLst/>
              <a:cxnLst/>
              <a:rect l="l" t="t" r="r" b="b"/>
              <a:pathLst>
                <a:path w="8449" h="8852" extrusionOk="0">
                  <a:moveTo>
                    <a:pt x="7339" y="1"/>
                  </a:moveTo>
                  <a:lnTo>
                    <a:pt x="0" y="7339"/>
                  </a:lnTo>
                  <a:cubicBezTo>
                    <a:pt x="139" y="7866"/>
                    <a:pt x="340" y="8373"/>
                    <a:pt x="597" y="8851"/>
                  </a:cubicBezTo>
                  <a:lnTo>
                    <a:pt x="1935" y="7513"/>
                  </a:lnTo>
                  <a:lnTo>
                    <a:pt x="8449" y="1000"/>
                  </a:lnTo>
                  <a:cubicBezTo>
                    <a:pt x="8247" y="750"/>
                    <a:pt x="8025" y="521"/>
                    <a:pt x="7776" y="320"/>
                  </a:cubicBezTo>
                  <a:cubicBezTo>
                    <a:pt x="7637" y="202"/>
                    <a:pt x="7491" y="98"/>
                    <a:pt x="7339" y="1"/>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4" name="Google Shape;6414;p61"/>
            <p:cNvSpPr/>
            <p:nvPr/>
          </p:nvSpPr>
          <p:spPr>
            <a:xfrm>
              <a:off x="7519721" y="3712169"/>
              <a:ext cx="144157" cy="136696"/>
            </a:xfrm>
            <a:custGeom>
              <a:avLst/>
              <a:gdLst/>
              <a:ahLst/>
              <a:cxnLst/>
              <a:rect l="l" t="t" r="r" b="b"/>
              <a:pathLst>
                <a:path w="5487" h="5203" extrusionOk="0">
                  <a:moveTo>
                    <a:pt x="4530" y="0"/>
                  </a:moveTo>
                  <a:cubicBezTo>
                    <a:pt x="4426" y="0"/>
                    <a:pt x="4322" y="7"/>
                    <a:pt x="4225" y="14"/>
                  </a:cubicBezTo>
                  <a:lnTo>
                    <a:pt x="0" y="4232"/>
                  </a:lnTo>
                  <a:cubicBezTo>
                    <a:pt x="91" y="4571"/>
                    <a:pt x="215" y="4897"/>
                    <a:pt x="382" y="5203"/>
                  </a:cubicBezTo>
                  <a:lnTo>
                    <a:pt x="5487" y="98"/>
                  </a:lnTo>
                  <a:cubicBezTo>
                    <a:pt x="5175" y="35"/>
                    <a:pt x="4849" y="0"/>
                    <a:pt x="4530" y="0"/>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5" name="Google Shape;6415;p61"/>
            <p:cNvSpPr/>
            <p:nvPr/>
          </p:nvSpPr>
          <p:spPr>
            <a:xfrm>
              <a:off x="7502039" y="3706442"/>
              <a:ext cx="276466" cy="254686"/>
            </a:xfrm>
            <a:custGeom>
              <a:avLst/>
              <a:gdLst/>
              <a:ahLst/>
              <a:cxnLst/>
              <a:rect l="l" t="t" r="r" b="b"/>
              <a:pathLst>
                <a:path w="10523" h="9694" extrusionOk="0">
                  <a:moveTo>
                    <a:pt x="5203" y="434"/>
                  </a:moveTo>
                  <a:cubicBezTo>
                    <a:pt x="6375" y="434"/>
                    <a:pt x="7492" y="898"/>
                    <a:pt x="8324" y="1724"/>
                  </a:cubicBezTo>
                  <a:cubicBezTo>
                    <a:pt x="9808" y="3215"/>
                    <a:pt x="10044" y="5545"/>
                    <a:pt x="8872" y="7300"/>
                  </a:cubicBezTo>
                  <a:cubicBezTo>
                    <a:pt x="8035" y="8555"/>
                    <a:pt x="6642" y="9259"/>
                    <a:pt x="5203" y="9259"/>
                  </a:cubicBezTo>
                  <a:cubicBezTo>
                    <a:pt x="4638" y="9259"/>
                    <a:pt x="4065" y="9150"/>
                    <a:pt x="3517" y="8923"/>
                  </a:cubicBezTo>
                  <a:cubicBezTo>
                    <a:pt x="1568" y="8119"/>
                    <a:pt x="465" y="6052"/>
                    <a:pt x="875" y="3992"/>
                  </a:cubicBezTo>
                  <a:cubicBezTo>
                    <a:pt x="1284" y="1925"/>
                    <a:pt x="3094" y="434"/>
                    <a:pt x="5203" y="434"/>
                  </a:cubicBezTo>
                  <a:close/>
                  <a:moveTo>
                    <a:pt x="5207" y="0"/>
                  </a:moveTo>
                  <a:cubicBezTo>
                    <a:pt x="4584" y="0"/>
                    <a:pt x="3954" y="120"/>
                    <a:pt x="3351" y="371"/>
                  </a:cubicBezTo>
                  <a:cubicBezTo>
                    <a:pt x="1214" y="1252"/>
                    <a:pt x="1" y="3520"/>
                    <a:pt x="451" y="5788"/>
                  </a:cubicBezTo>
                  <a:cubicBezTo>
                    <a:pt x="895" y="8056"/>
                    <a:pt x="2886" y="9693"/>
                    <a:pt x="5203" y="9693"/>
                  </a:cubicBezTo>
                  <a:cubicBezTo>
                    <a:pt x="5211" y="9693"/>
                    <a:pt x="5220" y="9693"/>
                    <a:pt x="5228" y="9693"/>
                  </a:cubicBezTo>
                  <a:cubicBezTo>
                    <a:pt x="6502" y="9693"/>
                    <a:pt x="7727" y="9181"/>
                    <a:pt x="8629" y="8278"/>
                  </a:cubicBezTo>
                  <a:cubicBezTo>
                    <a:pt x="10266" y="6641"/>
                    <a:pt x="10523" y="4082"/>
                    <a:pt x="9240" y="2154"/>
                  </a:cubicBezTo>
                  <a:cubicBezTo>
                    <a:pt x="8319" y="775"/>
                    <a:pt x="6788" y="0"/>
                    <a:pt x="5207" y="0"/>
                  </a:cubicBezTo>
                  <a:close/>
                </a:path>
              </a:pathLst>
            </a:custGeom>
            <a:solidFill>
              <a:srgbClr val="6881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6" name="Google Shape;6416;p61"/>
            <p:cNvSpPr/>
            <p:nvPr/>
          </p:nvSpPr>
          <p:spPr>
            <a:xfrm>
              <a:off x="7402362" y="3750580"/>
              <a:ext cx="333871" cy="303684"/>
            </a:xfrm>
            <a:custGeom>
              <a:avLst/>
              <a:gdLst/>
              <a:ahLst/>
              <a:cxnLst/>
              <a:rect l="l" t="t" r="r" b="b"/>
              <a:pathLst>
                <a:path w="12708" h="11559" extrusionOk="0">
                  <a:moveTo>
                    <a:pt x="6339" y="0"/>
                  </a:moveTo>
                  <a:cubicBezTo>
                    <a:pt x="4863" y="0"/>
                    <a:pt x="3387" y="562"/>
                    <a:pt x="2262" y="1688"/>
                  </a:cubicBezTo>
                  <a:cubicBezTo>
                    <a:pt x="0" y="3949"/>
                    <a:pt x="14" y="7625"/>
                    <a:pt x="2296" y="9865"/>
                  </a:cubicBezTo>
                  <a:cubicBezTo>
                    <a:pt x="2407" y="9976"/>
                    <a:pt x="2518" y="10080"/>
                    <a:pt x="2629" y="10177"/>
                  </a:cubicBezTo>
                  <a:cubicBezTo>
                    <a:pt x="3711" y="11101"/>
                    <a:pt x="5041" y="11558"/>
                    <a:pt x="6368" y="11558"/>
                  </a:cubicBezTo>
                  <a:cubicBezTo>
                    <a:pt x="7850" y="11558"/>
                    <a:pt x="9327" y="10989"/>
                    <a:pt x="10446" y="9865"/>
                  </a:cubicBezTo>
                  <a:lnTo>
                    <a:pt x="10446" y="9872"/>
                  </a:lnTo>
                  <a:cubicBezTo>
                    <a:pt x="12569" y="7743"/>
                    <a:pt x="12708" y="4344"/>
                    <a:pt x="10758" y="2055"/>
                  </a:cubicBezTo>
                  <a:cubicBezTo>
                    <a:pt x="10654" y="1937"/>
                    <a:pt x="10557" y="1826"/>
                    <a:pt x="10446" y="1715"/>
                  </a:cubicBezTo>
                  <a:cubicBezTo>
                    <a:pt x="9318" y="573"/>
                    <a:pt x="7828" y="0"/>
                    <a:pt x="6339" y="0"/>
                  </a:cubicBezTo>
                  <a:close/>
                </a:path>
              </a:pathLst>
            </a:custGeom>
            <a:solidFill>
              <a:srgbClr val="8A9D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7" name="Google Shape;6417;p61"/>
            <p:cNvSpPr/>
            <p:nvPr/>
          </p:nvSpPr>
          <p:spPr>
            <a:xfrm>
              <a:off x="7471432" y="3804570"/>
              <a:ext cx="236741" cy="236741"/>
            </a:xfrm>
            <a:custGeom>
              <a:avLst/>
              <a:gdLst/>
              <a:ahLst/>
              <a:cxnLst/>
              <a:rect l="l" t="t" r="r" b="b"/>
              <a:pathLst>
                <a:path w="9011" h="9011" extrusionOk="0">
                  <a:moveTo>
                    <a:pt x="8129" y="0"/>
                  </a:moveTo>
                  <a:lnTo>
                    <a:pt x="0" y="8122"/>
                  </a:lnTo>
                  <a:cubicBezTo>
                    <a:pt x="423" y="8483"/>
                    <a:pt x="895" y="8781"/>
                    <a:pt x="1408" y="9010"/>
                  </a:cubicBezTo>
                  <a:lnTo>
                    <a:pt x="9010" y="1401"/>
                  </a:lnTo>
                  <a:cubicBezTo>
                    <a:pt x="8788" y="895"/>
                    <a:pt x="8490" y="423"/>
                    <a:pt x="8129" y="0"/>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8" name="Google Shape;6418;p61"/>
            <p:cNvSpPr/>
            <p:nvPr/>
          </p:nvSpPr>
          <p:spPr>
            <a:xfrm>
              <a:off x="7435334" y="3781029"/>
              <a:ext cx="256078" cy="243520"/>
            </a:xfrm>
            <a:custGeom>
              <a:avLst/>
              <a:gdLst/>
              <a:ahLst/>
              <a:cxnLst/>
              <a:rect l="l" t="t" r="r" b="b"/>
              <a:pathLst>
                <a:path w="9747" h="9269" extrusionOk="0">
                  <a:moveTo>
                    <a:pt x="5117" y="0"/>
                  </a:moveTo>
                  <a:cubicBezTo>
                    <a:pt x="4109" y="0"/>
                    <a:pt x="3101" y="328"/>
                    <a:pt x="2262" y="986"/>
                  </a:cubicBezTo>
                  <a:cubicBezTo>
                    <a:pt x="556" y="2318"/>
                    <a:pt x="1" y="4656"/>
                    <a:pt x="930" y="6618"/>
                  </a:cubicBezTo>
                  <a:cubicBezTo>
                    <a:pt x="1705" y="8262"/>
                    <a:pt x="3357" y="9269"/>
                    <a:pt x="5120" y="9269"/>
                  </a:cubicBezTo>
                  <a:cubicBezTo>
                    <a:pt x="5455" y="9269"/>
                    <a:pt x="5795" y="9232"/>
                    <a:pt x="6133" y="9157"/>
                  </a:cubicBezTo>
                  <a:cubicBezTo>
                    <a:pt x="8248" y="8679"/>
                    <a:pt x="9746" y="6799"/>
                    <a:pt x="9746" y="4635"/>
                  </a:cubicBezTo>
                  <a:cubicBezTo>
                    <a:pt x="9746" y="3247"/>
                    <a:pt x="9122" y="1930"/>
                    <a:pt x="8054" y="1049"/>
                  </a:cubicBezTo>
                  <a:cubicBezTo>
                    <a:pt x="7201" y="351"/>
                    <a:pt x="6159" y="0"/>
                    <a:pt x="5117" y="0"/>
                  </a:cubicBezTo>
                  <a:close/>
                </a:path>
              </a:pathLst>
            </a:custGeom>
            <a:solidFill>
              <a:srgbClr val="BA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19" name="Google Shape;6419;p61"/>
            <p:cNvSpPr/>
            <p:nvPr/>
          </p:nvSpPr>
          <p:spPr>
            <a:xfrm>
              <a:off x="7435701" y="3780924"/>
              <a:ext cx="211231" cy="198962"/>
            </a:xfrm>
            <a:custGeom>
              <a:avLst/>
              <a:gdLst/>
              <a:ahLst/>
              <a:cxnLst/>
              <a:rect l="l" t="t" r="r" b="b"/>
              <a:pathLst>
                <a:path w="8040" h="7573" extrusionOk="0">
                  <a:moveTo>
                    <a:pt x="5097" y="1"/>
                  </a:moveTo>
                  <a:cubicBezTo>
                    <a:pt x="3906" y="1"/>
                    <a:pt x="2718" y="458"/>
                    <a:pt x="1818" y="1358"/>
                  </a:cubicBezTo>
                  <a:cubicBezTo>
                    <a:pt x="133" y="3043"/>
                    <a:pt x="1" y="5735"/>
                    <a:pt x="1520" y="7573"/>
                  </a:cubicBezTo>
                  <a:lnTo>
                    <a:pt x="1520" y="7573"/>
                  </a:lnTo>
                  <a:lnTo>
                    <a:pt x="8040" y="1053"/>
                  </a:lnTo>
                  <a:cubicBezTo>
                    <a:pt x="7180" y="348"/>
                    <a:pt x="6137" y="1"/>
                    <a:pt x="5097" y="1"/>
                  </a:cubicBezTo>
                  <a:close/>
                </a:path>
              </a:pathLst>
            </a:custGeom>
            <a:solidFill>
              <a:srgbClr val="A2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0" name="Google Shape;6420;p61"/>
            <p:cNvSpPr/>
            <p:nvPr/>
          </p:nvSpPr>
          <p:spPr>
            <a:xfrm>
              <a:off x="7452122" y="3785417"/>
              <a:ext cx="174949" cy="174791"/>
            </a:xfrm>
            <a:custGeom>
              <a:avLst/>
              <a:gdLst/>
              <a:ahLst/>
              <a:cxnLst/>
              <a:rect l="l" t="t" r="r" b="b"/>
              <a:pathLst>
                <a:path w="6659" h="6653" extrusionOk="0">
                  <a:moveTo>
                    <a:pt x="5688" y="1"/>
                  </a:moveTo>
                  <a:lnTo>
                    <a:pt x="0" y="5682"/>
                  </a:lnTo>
                  <a:cubicBezTo>
                    <a:pt x="97" y="6014"/>
                    <a:pt x="222" y="6340"/>
                    <a:pt x="388" y="6653"/>
                  </a:cubicBezTo>
                  <a:lnTo>
                    <a:pt x="6659" y="382"/>
                  </a:lnTo>
                  <a:cubicBezTo>
                    <a:pt x="6354" y="216"/>
                    <a:pt x="6028" y="91"/>
                    <a:pt x="5688" y="1"/>
                  </a:cubicBezTo>
                  <a:close/>
                </a:path>
              </a:pathLst>
            </a:custGeom>
            <a:solidFill>
              <a:srgbClr val="BA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1" name="Google Shape;6421;p61"/>
            <p:cNvSpPr/>
            <p:nvPr/>
          </p:nvSpPr>
          <p:spPr>
            <a:xfrm>
              <a:off x="7432969" y="3775407"/>
              <a:ext cx="276466" cy="254791"/>
            </a:xfrm>
            <a:custGeom>
              <a:avLst/>
              <a:gdLst/>
              <a:ahLst/>
              <a:cxnLst/>
              <a:rect l="l" t="t" r="r" b="b"/>
              <a:pathLst>
                <a:path w="10523" h="9698" extrusionOk="0">
                  <a:moveTo>
                    <a:pt x="5229" y="437"/>
                  </a:moveTo>
                  <a:cubicBezTo>
                    <a:pt x="6392" y="437"/>
                    <a:pt x="7505" y="901"/>
                    <a:pt x="8324" y="1727"/>
                  </a:cubicBezTo>
                  <a:cubicBezTo>
                    <a:pt x="9815" y="3212"/>
                    <a:pt x="10044" y="5549"/>
                    <a:pt x="8879" y="7297"/>
                  </a:cubicBezTo>
                  <a:cubicBezTo>
                    <a:pt x="8036" y="8554"/>
                    <a:pt x="6642" y="9262"/>
                    <a:pt x="5203" y="9262"/>
                  </a:cubicBezTo>
                  <a:cubicBezTo>
                    <a:pt x="4640" y="9262"/>
                    <a:pt x="4070" y="9153"/>
                    <a:pt x="3524" y="8927"/>
                  </a:cubicBezTo>
                  <a:cubicBezTo>
                    <a:pt x="1575" y="8123"/>
                    <a:pt x="472" y="6056"/>
                    <a:pt x="882" y="3989"/>
                  </a:cubicBezTo>
                  <a:cubicBezTo>
                    <a:pt x="1291" y="1922"/>
                    <a:pt x="3101" y="437"/>
                    <a:pt x="5203" y="437"/>
                  </a:cubicBezTo>
                  <a:cubicBezTo>
                    <a:pt x="5212" y="437"/>
                    <a:pt x="5220" y="437"/>
                    <a:pt x="5229" y="437"/>
                  </a:cubicBezTo>
                  <a:close/>
                  <a:moveTo>
                    <a:pt x="5204" y="0"/>
                  </a:moveTo>
                  <a:cubicBezTo>
                    <a:pt x="4583" y="0"/>
                    <a:pt x="3954" y="119"/>
                    <a:pt x="3351" y="368"/>
                  </a:cubicBezTo>
                  <a:cubicBezTo>
                    <a:pt x="1215" y="1256"/>
                    <a:pt x="1" y="3524"/>
                    <a:pt x="452" y="5792"/>
                  </a:cubicBezTo>
                  <a:cubicBezTo>
                    <a:pt x="902" y="8060"/>
                    <a:pt x="2893" y="9697"/>
                    <a:pt x="5203" y="9697"/>
                  </a:cubicBezTo>
                  <a:cubicBezTo>
                    <a:pt x="6493" y="9697"/>
                    <a:pt x="7728" y="9191"/>
                    <a:pt x="8636" y="8275"/>
                  </a:cubicBezTo>
                  <a:cubicBezTo>
                    <a:pt x="10266" y="6645"/>
                    <a:pt x="10523" y="4079"/>
                    <a:pt x="9240" y="2157"/>
                  </a:cubicBezTo>
                  <a:cubicBezTo>
                    <a:pt x="8319" y="773"/>
                    <a:pt x="6786" y="0"/>
                    <a:pt x="5204" y="0"/>
                  </a:cubicBezTo>
                  <a:close/>
                </a:path>
              </a:pathLst>
            </a:custGeom>
            <a:solidFill>
              <a:srgbClr val="6881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2" name="Google Shape;6422;p61"/>
            <p:cNvSpPr/>
            <p:nvPr/>
          </p:nvSpPr>
          <p:spPr>
            <a:xfrm>
              <a:off x="7528286" y="3838093"/>
              <a:ext cx="82758" cy="129418"/>
            </a:xfrm>
            <a:custGeom>
              <a:avLst/>
              <a:gdLst/>
              <a:ahLst/>
              <a:cxnLst/>
              <a:rect l="l" t="t" r="r" b="b"/>
              <a:pathLst>
                <a:path w="3150" h="4926" extrusionOk="0">
                  <a:moveTo>
                    <a:pt x="1575" y="0"/>
                  </a:moveTo>
                  <a:cubicBezTo>
                    <a:pt x="722" y="0"/>
                    <a:pt x="14" y="604"/>
                    <a:pt x="14" y="1339"/>
                  </a:cubicBezTo>
                  <a:cubicBezTo>
                    <a:pt x="14" y="2081"/>
                    <a:pt x="715" y="2678"/>
                    <a:pt x="1575" y="2678"/>
                  </a:cubicBezTo>
                  <a:cubicBezTo>
                    <a:pt x="2199" y="2678"/>
                    <a:pt x="2705" y="3087"/>
                    <a:pt x="2705" y="3579"/>
                  </a:cubicBezTo>
                  <a:cubicBezTo>
                    <a:pt x="2705" y="4079"/>
                    <a:pt x="2199" y="4488"/>
                    <a:pt x="1575" y="4488"/>
                  </a:cubicBezTo>
                  <a:cubicBezTo>
                    <a:pt x="958" y="4488"/>
                    <a:pt x="451" y="4079"/>
                    <a:pt x="451" y="3579"/>
                  </a:cubicBezTo>
                  <a:cubicBezTo>
                    <a:pt x="465" y="3423"/>
                    <a:pt x="349" y="3345"/>
                    <a:pt x="233" y="3345"/>
                  </a:cubicBezTo>
                  <a:cubicBezTo>
                    <a:pt x="117" y="3345"/>
                    <a:pt x="0" y="3423"/>
                    <a:pt x="14" y="3579"/>
                  </a:cubicBezTo>
                  <a:cubicBezTo>
                    <a:pt x="14" y="4322"/>
                    <a:pt x="715" y="4925"/>
                    <a:pt x="1575" y="4925"/>
                  </a:cubicBezTo>
                  <a:cubicBezTo>
                    <a:pt x="2442" y="4925"/>
                    <a:pt x="3136" y="4322"/>
                    <a:pt x="3136" y="3579"/>
                  </a:cubicBezTo>
                  <a:cubicBezTo>
                    <a:pt x="3136" y="2844"/>
                    <a:pt x="2442" y="2241"/>
                    <a:pt x="1575" y="2241"/>
                  </a:cubicBezTo>
                  <a:cubicBezTo>
                    <a:pt x="958" y="2241"/>
                    <a:pt x="451" y="1838"/>
                    <a:pt x="451" y="1339"/>
                  </a:cubicBezTo>
                  <a:cubicBezTo>
                    <a:pt x="451" y="840"/>
                    <a:pt x="958" y="437"/>
                    <a:pt x="1575" y="437"/>
                  </a:cubicBezTo>
                  <a:cubicBezTo>
                    <a:pt x="2199" y="437"/>
                    <a:pt x="2705" y="840"/>
                    <a:pt x="2705" y="1339"/>
                  </a:cubicBezTo>
                  <a:cubicBezTo>
                    <a:pt x="2692" y="1499"/>
                    <a:pt x="2806" y="1578"/>
                    <a:pt x="2921" y="1578"/>
                  </a:cubicBezTo>
                  <a:cubicBezTo>
                    <a:pt x="3035" y="1578"/>
                    <a:pt x="3149" y="1499"/>
                    <a:pt x="3136" y="1339"/>
                  </a:cubicBezTo>
                  <a:cubicBezTo>
                    <a:pt x="3136" y="604"/>
                    <a:pt x="2435" y="0"/>
                    <a:pt x="1575" y="0"/>
                  </a:cubicBezTo>
                  <a:close/>
                </a:path>
              </a:pathLst>
            </a:custGeom>
            <a:solidFill>
              <a:srgbClr val="6881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3" name="Google Shape;6423;p61"/>
            <p:cNvSpPr/>
            <p:nvPr/>
          </p:nvSpPr>
          <p:spPr>
            <a:xfrm>
              <a:off x="7563622" y="3825798"/>
              <a:ext cx="12164" cy="153353"/>
            </a:xfrm>
            <a:custGeom>
              <a:avLst/>
              <a:gdLst/>
              <a:ahLst/>
              <a:cxnLst/>
              <a:rect l="l" t="t" r="r" b="b"/>
              <a:pathLst>
                <a:path w="463" h="5837" extrusionOk="0">
                  <a:moveTo>
                    <a:pt x="232" y="0"/>
                  </a:moveTo>
                  <a:cubicBezTo>
                    <a:pt x="117" y="0"/>
                    <a:pt x="1" y="80"/>
                    <a:pt x="15" y="239"/>
                  </a:cubicBezTo>
                  <a:lnTo>
                    <a:pt x="15" y="5622"/>
                  </a:lnTo>
                  <a:cubicBezTo>
                    <a:pt x="15" y="5740"/>
                    <a:pt x="112" y="5837"/>
                    <a:pt x="230" y="5837"/>
                  </a:cubicBezTo>
                  <a:cubicBezTo>
                    <a:pt x="355" y="5837"/>
                    <a:pt x="452" y="5740"/>
                    <a:pt x="445" y="5622"/>
                  </a:cubicBezTo>
                  <a:lnTo>
                    <a:pt x="445" y="239"/>
                  </a:lnTo>
                  <a:cubicBezTo>
                    <a:pt x="462" y="80"/>
                    <a:pt x="348" y="0"/>
                    <a:pt x="232" y="0"/>
                  </a:cubicBezTo>
                  <a:close/>
                </a:path>
              </a:pathLst>
            </a:custGeom>
            <a:solidFill>
              <a:srgbClr val="6881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24" name="Google Shape;6424;p61"/>
          <p:cNvGrpSpPr/>
          <p:nvPr/>
        </p:nvGrpSpPr>
        <p:grpSpPr>
          <a:xfrm>
            <a:off x="7947530" y="3736235"/>
            <a:ext cx="378902" cy="264065"/>
            <a:chOff x="7960705" y="3736235"/>
            <a:chExt cx="378902" cy="264065"/>
          </a:xfrm>
        </p:grpSpPr>
        <p:sp>
          <p:nvSpPr>
            <p:cNvPr id="6425" name="Google Shape;6425;p61"/>
            <p:cNvSpPr/>
            <p:nvPr/>
          </p:nvSpPr>
          <p:spPr>
            <a:xfrm>
              <a:off x="7960705" y="3736235"/>
              <a:ext cx="378902" cy="235638"/>
            </a:xfrm>
            <a:custGeom>
              <a:avLst/>
              <a:gdLst/>
              <a:ahLst/>
              <a:cxnLst/>
              <a:rect l="l" t="t" r="r" b="b"/>
              <a:pathLst>
                <a:path w="14422" h="8969" extrusionOk="0">
                  <a:moveTo>
                    <a:pt x="7319" y="0"/>
                  </a:moveTo>
                  <a:cubicBezTo>
                    <a:pt x="6514" y="0"/>
                    <a:pt x="6112" y="964"/>
                    <a:pt x="6674" y="1533"/>
                  </a:cubicBezTo>
                  <a:lnTo>
                    <a:pt x="3691" y="4821"/>
                  </a:lnTo>
                  <a:lnTo>
                    <a:pt x="1888" y="3274"/>
                  </a:lnTo>
                  <a:cubicBezTo>
                    <a:pt x="1888" y="3232"/>
                    <a:pt x="1895" y="3198"/>
                    <a:pt x="1895" y="3163"/>
                  </a:cubicBezTo>
                  <a:cubicBezTo>
                    <a:pt x="1895" y="2670"/>
                    <a:pt x="1489" y="2334"/>
                    <a:pt x="1059" y="2334"/>
                  </a:cubicBezTo>
                  <a:cubicBezTo>
                    <a:pt x="879" y="2334"/>
                    <a:pt x="695" y="2394"/>
                    <a:pt x="535" y="2525"/>
                  </a:cubicBezTo>
                  <a:cubicBezTo>
                    <a:pt x="1" y="2976"/>
                    <a:pt x="223" y="3850"/>
                    <a:pt x="917" y="3974"/>
                  </a:cubicBezTo>
                  <a:lnTo>
                    <a:pt x="917" y="8760"/>
                  </a:lnTo>
                  <a:cubicBezTo>
                    <a:pt x="917" y="8871"/>
                    <a:pt x="1007" y="8969"/>
                    <a:pt x="1125" y="8969"/>
                  </a:cubicBezTo>
                  <a:lnTo>
                    <a:pt x="13506" y="8969"/>
                  </a:lnTo>
                  <a:cubicBezTo>
                    <a:pt x="13624" y="8969"/>
                    <a:pt x="13714" y="8871"/>
                    <a:pt x="13714" y="8760"/>
                  </a:cubicBezTo>
                  <a:lnTo>
                    <a:pt x="13714" y="3974"/>
                  </a:lnTo>
                  <a:cubicBezTo>
                    <a:pt x="14130" y="3891"/>
                    <a:pt x="14421" y="3510"/>
                    <a:pt x="14380" y="3087"/>
                  </a:cubicBezTo>
                  <a:cubicBezTo>
                    <a:pt x="14345" y="2664"/>
                    <a:pt x="13991" y="2338"/>
                    <a:pt x="13561" y="2338"/>
                  </a:cubicBezTo>
                  <a:cubicBezTo>
                    <a:pt x="13062" y="2338"/>
                    <a:pt x="12680" y="2775"/>
                    <a:pt x="12743" y="3274"/>
                  </a:cubicBezTo>
                  <a:lnTo>
                    <a:pt x="10939" y="4821"/>
                  </a:lnTo>
                  <a:lnTo>
                    <a:pt x="7957" y="1533"/>
                  </a:lnTo>
                  <a:cubicBezTo>
                    <a:pt x="8519" y="964"/>
                    <a:pt x="8116" y="0"/>
                    <a:pt x="7319" y="0"/>
                  </a:cubicBezTo>
                  <a:close/>
                </a:path>
              </a:pathLst>
            </a:custGeom>
            <a:solidFill>
              <a:srgbClr val="B8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6" name="Google Shape;6426;p61"/>
            <p:cNvSpPr/>
            <p:nvPr/>
          </p:nvSpPr>
          <p:spPr>
            <a:xfrm>
              <a:off x="8295653" y="3797450"/>
              <a:ext cx="43034" cy="174423"/>
            </a:xfrm>
            <a:custGeom>
              <a:avLst/>
              <a:gdLst/>
              <a:ahLst/>
              <a:cxnLst/>
              <a:rect l="l" t="t" r="r" b="b"/>
              <a:pathLst>
                <a:path w="1638" h="6639" extrusionOk="0">
                  <a:moveTo>
                    <a:pt x="812" y="0"/>
                  </a:moveTo>
                  <a:cubicBezTo>
                    <a:pt x="414" y="0"/>
                    <a:pt x="68" y="287"/>
                    <a:pt x="1" y="687"/>
                  </a:cubicBezTo>
                  <a:lnTo>
                    <a:pt x="1" y="6639"/>
                  </a:lnTo>
                  <a:lnTo>
                    <a:pt x="757" y="6639"/>
                  </a:lnTo>
                  <a:cubicBezTo>
                    <a:pt x="868" y="6632"/>
                    <a:pt x="965" y="6541"/>
                    <a:pt x="965" y="6430"/>
                  </a:cubicBezTo>
                  <a:lnTo>
                    <a:pt x="965" y="1644"/>
                  </a:lnTo>
                  <a:cubicBezTo>
                    <a:pt x="1325" y="1575"/>
                    <a:pt x="1596" y="1284"/>
                    <a:pt x="1631" y="923"/>
                  </a:cubicBezTo>
                  <a:lnTo>
                    <a:pt x="1638" y="743"/>
                  </a:lnTo>
                  <a:cubicBezTo>
                    <a:pt x="1589" y="334"/>
                    <a:pt x="1256" y="14"/>
                    <a:pt x="840" y="1"/>
                  </a:cubicBezTo>
                  <a:cubicBezTo>
                    <a:pt x="831" y="0"/>
                    <a:pt x="821" y="0"/>
                    <a:pt x="812" y="0"/>
                  </a:cubicBezTo>
                  <a:close/>
                </a:path>
              </a:pathLst>
            </a:custGeom>
            <a:solidFill>
              <a:srgbClr val="92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7" name="Google Shape;6427;p61"/>
            <p:cNvSpPr/>
            <p:nvPr/>
          </p:nvSpPr>
          <p:spPr>
            <a:xfrm>
              <a:off x="8109407" y="3875821"/>
              <a:ext cx="76033" cy="64972"/>
            </a:xfrm>
            <a:custGeom>
              <a:avLst/>
              <a:gdLst/>
              <a:ahLst/>
              <a:cxnLst/>
              <a:rect l="l" t="t" r="r" b="b"/>
              <a:pathLst>
                <a:path w="2894" h="2473" extrusionOk="0">
                  <a:moveTo>
                    <a:pt x="1659" y="0"/>
                  </a:moveTo>
                  <a:cubicBezTo>
                    <a:pt x="556" y="0"/>
                    <a:pt x="1" y="1332"/>
                    <a:pt x="785" y="2109"/>
                  </a:cubicBezTo>
                  <a:cubicBezTo>
                    <a:pt x="1036" y="2360"/>
                    <a:pt x="1346" y="2473"/>
                    <a:pt x="1649" y="2473"/>
                  </a:cubicBezTo>
                  <a:cubicBezTo>
                    <a:pt x="2284" y="2473"/>
                    <a:pt x="2893" y="1981"/>
                    <a:pt x="2893" y="1235"/>
                  </a:cubicBezTo>
                  <a:cubicBezTo>
                    <a:pt x="2893" y="555"/>
                    <a:pt x="2338" y="0"/>
                    <a:pt x="1659"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8" name="Google Shape;6428;p61"/>
            <p:cNvSpPr/>
            <p:nvPr/>
          </p:nvSpPr>
          <p:spPr>
            <a:xfrm>
              <a:off x="7961624" y="3897495"/>
              <a:ext cx="50496" cy="43245"/>
            </a:xfrm>
            <a:custGeom>
              <a:avLst/>
              <a:gdLst/>
              <a:ahLst/>
              <a:cxnLst/>
              <a:rect l="l" t="t" r="r" b="b"/>
              <a:pathLst>
                <a:path w="1922" h="1646" extrusionOk="0">
                  <a:moveTo>
                    <a:pt x="1103" y="1"/>
                  </a:moveTo>
                  <a:cubicBezTo>
                    <a:pt x="368" y="1"/>
                    <a:pt x="1" y="881"/>
                    <a:pt x="521" y="1402"/>
                  </a:cubicBezTo>
                  <a:cubicBezTo>
                    <a:pt x="689" y="1570"/>
                    <a:pt x="895" y="1645"/>
                    <a:pt x="1097" y="1645"/>
                  </a:cubicBezTo>
                  <a:cubicBezTo>
                    <a:pt x="1519" y="1645"/>
                    <a:pt x="1922" y="1316"/>
                    <a:pt x="1922" y="819"/>
                  </a:cubicBezTo>
                  <a:cubicBezTo>
                    <a:pt x="1922" y="368"/>
                    <a:pt x="1554" y="1"/>
                    <a:pt x="1103"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29" name="Google Shape;6429;p61"/>
            <p:cNvSpPr/>
            <p:nvPr/>
          </p:nvSpPr>
          <p:spPr>
            <a:xfrm>
              <a:off x="8037447" y="3897495"/>
              <a:ext cx="50496" cy="43245"/>
            </a:xfrm>
            <a:custGeom>
              <a:avLst/>
              <a:gdLst/>
              <a:ahLst/>
              <a:cxnLst/>
              <a:rect l="l" t="t" r="r" b="b"/>
              <a:pathLst>
                <a:path w="1922" h="1646" extrusionOk="0">
                  <a:moveTo>
                    <a:pt x="1103" y="1"/>
                  </a:moveTo>
                  <a:cubicBezTo>
                    <a:pt x="368" y="1"/>
                    <a:pt x="0" y="881"/>
                    <a:pt x="520" y="1402"/>
                  </a:cubicBezTo>
                  <a:cubicBezTo>
                    <a:pt x="686" y="1570"/>
                    <a:pt x="892" y="1645"/>
                    <a:pt x="1094" y="1645"/>
                  </a:cubicBezTo>
                  <a:cubicBezTo>
                    <a:pt x="1515" y="1645"/>
                    <a:pt x="1921" y="1316"/>
                    <a:pt x="1921" y="819"/>
                  </a:cubicBezTo>
                  <a:cubicBezTo>
                    <a:pt x="1921" y="368"/>
                    <a:pt x="1554" y="1"/>
                    <a:pt x="1103"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0" name="Google Shape;6430;p61"/>
            <p:cNvSpPr/>
            <p:nvPr/>
          </p:nvSpPr>
          <p:spPr>
            <a:xfrm>
              <a:off x="8286352" y="3897495"/>
              <a:ext cx="50522" cy="43245"/>
            </a:xfrm>
            <a:custGeom>
              <a:avLst/>
              <a:gdLst/>
              <a:ahLst/>
              <a:cxnLst/>
              <a:rect l="l" t="t" r="r" b="b"/>
              <a:pathLst>
                <a:path w="1923" h="1646" extrusionOk="0">
                  <a:moveTo>
                    <a:pt x="1104" y="1"/>
                  </a:moveTo>
                  <a:cubicBezTo>
                    <a:pt x="369" y="1"/>
                    <a:pt x="1" y="881"/>
                    <a:pt x="521" y="1402"/>
                  </a:cubicBezTo>
                  <a:cubicBezTo>
                    <a:pt x="687" y="1570"/>
                    <a:pt x="893" y="1645"/>
                    <a:pt x="1094" y="1645"/>
                  </a:cubicBezTo>
                  <a:cubicBezTo>
                    <a:pt x="1516" y="1645"/>
                    <a:pt x="1922" y="1316"/>
                    <a:pt x="1922" y="819"/>
                  </a:cubicBezTo>
                  <a:cubicBezTo>
                    <a:pt x="1922" y="368"/>
                    <a:pt x="1555" y="1"/>
                    <a:pt x="1104"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1" name="Google Shape;6431;p61"/>
            <p:cNvSpPr/>
            <p:nvPr/>
          </p:nvSpPr>
          <p:spPr>
            <a:xfrm>
              <a:off x="8210556" y="3897495"/>
              <a:ext cx="50496" cy="43245"/>
            </a:xfrm>
            <a:custGeom>
              <a:avLst/>
              <a:gdLst/>
              <a:ahLst/>
              <a:cxnLst/>
              <a:rect l="l" t="t" r="r" b="b"/>
              <a:pathLst>
                <a:path w="1922" h="1646" extrusionOk="0">
                  <a:moveTo>
                    <a:pt x="1103" y="1"/>
                  </a:moveTo>
                  <a:cubicBezTo>
                    <a:pt x="368" y="1"/>
                    <a:pt x="0" y="881"/>
                    <a:pt x="521" y="1402"/>
                  </a:cubicBezTo>
                  <a:cubicBezTo>
                    <a:pt x="689" y="1570"/>
                    <a:pt x="895" y="1645"/>
                    <a:pt x="1097" y="1645"/>
                  </a:cubicBezTo>
                  <a:cubicBezTo>
                    <a:pt x="1519" y="1645"/>
                    <a:pt x="1922" y="1316"/>
                    <a:pt x="1922" y="819"/>
                  </a:cubicBezTo>
                  <a:cubicBezTo>
                    <a:pt x="1922" y="368"/>
                    <a:pt x="1554" y="1"/>
                    <a:pt x="1103"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2" name="Google Shape;6432;p61"/>
            <p:cNvSpPr/>
            <p:nvPr/>
          </p:nvSpPr>
          <p:spPr>
            <a:xfrm>
              <a:off x="8143666" y="3875821"/>
              <a:ext cx="44138" cy="64919"/>
            </a:xfrm>
            <a:custGeom>
              <a:avLst/>
              <a:gdLst/>
              <a:ahLst/>
              <a:cxnLst/>
              <a:rect l="l" t="t" r="r" b="b"/>
              <a:pathLst>
                <a:path w="1680" h="2471" extrusionOk="0">
                  <a:moveTo>
                    <a:pt x="355" y="0"/>
                  </a:moveTo>
                  <a:cubicBezTo>
                    <a:pt x="230" y="0"/>
                    <a:pt x="112" y="14"/>
                    <a:pt x="1" y="49"/>
                  </a:cubicBezTo>
                  <a:cubicBezTo>
                    <a:pt x="1173" y="402"/>
                    <a:pt x="1173" y="2067"/>
                    <a:pt x="1" y="2421"/>
                  </a:cubicBezTo>
                  <a:cubicBezTo>
                    <a:pt x="117" y="2454"/>
                    <a:pt x="233" y="2470"/>
                    <a:pt x="348" y="2470"/>
                  </a:cubicBezTo>
                  <a:cubicBezTo>
                    <a:pt x="944" y="2470"/>
                    <a:pt x="1481" y="2038"/>
                    <a:pt x="1568" y="1415"/>
                  </a:cubicBezTo>
                  <a:cubicBezTo>
                    <a:pt x="1679" y="666"/>
                    <a:pt x="1104" y="0"/>
                    <a:pt x="355"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3" name="Google Shape;6433;p61"/>
            <p:cNvSpPr/>
            <p:nvPr/>
          </p:nvSpPr>
          <p:spPr>
            <a:xfrm>
              <a:off x="7981302" y="3897495"/>
              <a:ext cx="33392" cy="43192"/>
            </a:xfrm>
            <a:custGeom>
              <a:avLst/>
              <a:gdLst/>
              <a:ahLst/>
              <a:cxnLst/>
              <a:rect l="l" t="t" r="r" b="b"/>
              <a:pathLst>
                <a:path w="1271" h="1644" extrusionOk="0">
                  <a:moveTo>
                    <a:pt x="354" y="1"/>
                  </a:moveTo>
                  <a:cubicBezTo>
                    <a:pt x="230" y="1"/>
                    <a:pt x="112" y="28"/>
                    <a:pt x="1" y="77"/>
                  </a:cubicBezTo>
                  <a:cubicBezTo>
                    <a:pt x="625" y="375"/>
                    <a:pt x="625" y="1263"/>
                    <a:pt x="1" y="1561"/>
                  </a:cubicBezTo>
                  <a:cubicBezTo>
                    <a:pt x="116" y="1617"/>
                    <a:pt x="237" y="1643"/>
                    <a:pt x="355" y="1643"/>
                  </a:cubicBezTo>
                  <a:cubicBezTo>
                    <a:pt x="723" y="1643"/>
                    <a:pt x="1068" y="1393"/>
                    <a:pt x="1152" y="999"/>
                  </a:cubicBezTo>
                  <a:cubicBezTo>
                    <a:pt x="1270" y="486"/>
                    <a:pt x="882" y="1"/>
                    <a:pt x="354"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4" name="Google Shape;6434;p61"/>
            <p:cNvSpPr/>
            <p:nvPr/>
          </p:nvSpPr>
          <p:spPr>
            <a:xfrm>
              <a:off x="8057125" y="3897495"/>
              <a:ext cx="33366" cy="43192"/>
            </a:xfrm>
            <a:custGeom>
              <a:avLst/>
              <a:gdLst/>
              <a:ahLst/>
              <a:cxnLst/>
              <a:rect l="l" t="t" r="r" b="b"/>
              <a:pathLst>
                <a:path w="1270" h="1644" extrusionOk="0">
                  <a:moveTo>
                    <a:pt x="354" y="1"/>
                  </a:moveTo>
                  <a:cubicBezTo>
                    <a:pt x="229" y="1"/>
                    <a:pt x="104" y="28"/>
                    <a:pt x="0" y="77"/>
                  </a:cubicBezTo>
                  <a:cubicBezTo>
                    <a:pt x="624" y="375"/>
                    <a:pt x="624" y="1263"/>
                    <a:pt x="0" y="1561"/>
                  </a:cubicBezTo>
                  <a:cubicBezTo>
                    <a:pt x="115" y="1617"/>
                    <a:pt x="236" y="1643"/>
                    <a:pt x="354" y="1643"/>
                  </a:cubicBezTo>
                  <a:cubicBezTo>
                    <a:pt x="720" y="1643"/>
                    <a:pt x="1062" y="1393"/>
                    <a:pt x="1152" y="999"/>
                  </a:cubicBezTo>
                  <a:cubicBezTo>
                    <a:pt x="1270" y="486"/>
                    <a:pt x="881" y="1"/>
                    <a:pt x="354"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5" name="Google Shape;6435;p61"/>
            <p:cNvSpPr/>
            <p:nvPr/>
          </p:nvSpPr>
          <p:spPr>
            <a:xfrm>
              <a:off x="8306057" y="3897495"/>
              <a:ext cx="33366" cy="43192"/>
            </a:xfrm>
            <a:custGeom>
              <a:avLst/>
              <a:gdLst/>
              <a:ahLst/>
              <a:cxnLst/>
              <a:rect l="l" t="t" r="r" b="b"/>
              <a:pathLst>
                <a:path w="1270" h="1644" extrusionOk="0">
                  <a:moveTo>
                    <a:pt x="354" y="1"/>
                  </a:moveTo>
                  <a:cubicBezTo>
                    <a:pt x="229" y="1"/>
                    <a:pt x="104" y="28"/>
                    <a:pt x="0" y="77"/>
                  </a:cubicBezTo>
                  <a:cubicBezTo>
                    <a:pt x="624" y="375"/>
                    <a:pt x="624" y="1263"/>
                    <a:pt x="0" y="1561"/>
                  </a:cubicBezTo>
                  <a:cubicBezTo>
                    <a:pt x="115" y="1617"/>
                    <a:pt x="236" y="1643"/>
                    <a:pt x="354" y="1643"/>
                  </a:cubicBezTo>
                  <a:cubicBezTo>
                    <a:pt x="719" y="1643"/>
                    <a:pt x="1062" y="1393"/>
                    <a:pt x="1151" y="999"/>
                  </a:cubicBezTo>
                  <a:cubicBezTo>
                    <a:pt x="1269" y="486"/>
                    <a:pt x="881" y="1"/>
                    <a:pt x="354"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6" name="Google Shape;6436;p61"/>
            <p:cNvSpPr/>
            <p:nvPr/>
          </p:nvSpPr>
          <p:spPr>
            <a:xfrm>
              <a:off x="8230234" y="3897495"/>
              <a:ext cx="33366" cy="43192"/>
            </a:xfrm>
            <a:custGeom>
              <a:avLst/>
              <a:gdLst/>
              <a:ahLst/>
              <a:cxnLst/>
              <a:rect l="l" t="t" r="r" b="b"/>
              <a:pathLst>
                <a:path w="1270" h="1644" extrusionOk="0">
                  <a:moveTo>
                    <a:pt x="354" y="1"/>
                  </a:moveTo>
                  <a:cubicBezTo>
                    <a:pt x="229" y="1"/>
                    <a:pt x="112" y="28"/>
                    <a:pt x="1" y="77"/>
                  </a:cubicBezTo>
                  <a:cubicBezTo>
                    <a:pt x="625" y="375"/>
                    <a:pt x="625" y="1263"/>
                    <a:pt x="1" y="1561"/>
                  </a:cubicBezTo>
                  <a:cubicBezTo>
                    <a:pt x="116" y="1617"/>
                    <a:pt x="237" y="1643"/>
                    <a:pt x="355" y="1643"/>
                  </a:cubicBezTo>
                  <a:cubicBezTo>
                    <a:pt x="723" y="1643"/>
                    <a:pt x="1068" y="1393"/>
                    <a:pt x="1152" y="999"/>
                  </a:cubicBezTo>
                  <a:cubicBezTo>
                    <a:pt x="1270" y="486"/>
                    <a:pt x="881" y="1"/>
                    <a:pt x="354"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7" name="Google Shape;6437;p61"/>
            <p:cNvSpPr/>
            <p:nvPr/>
          </p:nvSpPr>
          <p:spPr>
            <a:xfrm>
              <a:off x="7970373" y="3960733"/>
              <a:ext cx="365030" cy="39566"/>
            </a:xfrm>
            <a:custGeom>
              <a:avLst/>
              <a:gdLst/>
              <a:ahLst/>
              <a:cxnLst/>
              <a:rect l="l" t="t" r="r" b="b"/>
              <a:pathLst>
                <a:path w="13894" h="1506" extrusionOk="0">
                  <a:moveTo>
                    <a:pt x="757" y="0"/>
                  </a:moveTo>
                  <a:cubicBezTo>
                    <a:pt x="340" y="0"/>
                    <a:pt x="1" y="340"/>
                    <a:pt x="1" y="756"/>
                  </a:cubicBezTo>
                  <a:cubicBezTo>
                    <a:pt x="1" y="1173"/>
                    <a:pt x="340" y="1506"/>
                    <a:pt x="757" y="1506"/>
                  </a:cubicBezTo>
                  <a:lnTo>
                    <a:pt x="13138" y="1506"/>
                  </a:lnTo>
                  <a:cubicBezTo>
                    <a:pt x="13554" y="1506"/>
                    <a:pt x="13894" y="1173"/>
                    <a:pt x="13894" y="756"/>
                  </a:cubicBezTo>
                  <a:cubicBezTo>
                    <a:pt x="13894" y="340"/>
                    <a:pt x="13554" y="0"/>
                    <a:pt x="13138" y="0"/>
                  </a:cubicBezTo>
                  <a:close/>
                </a:path>
              </a:pathLst>
            </a:custGeom>
            <a:solidFill>
              <a:srgbClr val="5A6C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38" name="Google Shape;6438;p61"/>
            <p:cNvSpPr/>
            <p:nvPr/>
          </p:nvSpPr>
          <p:spPr>
            <a:xfrm>
              <a:off x="8291108" y="3960733"/>
              <a:ext cx="44295" cy="39566"/>
            </a:xfrm>
            <a:custGeom>
              <a:avLst/>
              <a:gdLst/>
              <a:ahLst/>
              <a:cxnLst/>
              <a:rect l="l" t="t" r="r" b="b"/>
              <a:pathLst>
                <a:path w="1686" h="1506" extrusionOk="0">
                  <a:moveTo>
                    <a:pt x="0" y="0"/>
                  </a:moveTo>
                  <a:cubicBezTo>
                    <a:pt x="416" y="0"/>
                    <a:pt x="749" y="340"/>
                    <a:pt x="749" y="756"/>
                  </a:cubicBezTo>
                  <a:cubicBezTo>
                    <a:pt x="749" y="1173"/>
                    <a:pt x="416" y="1506"/>
                    <a:pt x="0" y="1506"/>
                  </a:cubicBezTo>
                  <a:lnTo>
                    <a:pt x="930" y="1506"/>
                  </a:lnTo>
                  <a:cubicBezTo>
                    <a:pt x="1346" y="1506"/>
                    <a:pt x="1686" y="1173"/>
                    <a:pt x="1686" y="756"/>
                  </a:cubicBezTo>
                  <a:cubicBezTo>
                    <a:pt x="1686" y="340"/>
                    <a:pt x="1346" y="0"/>
                    <a:pt x="930" y="0"/>
                  </a:cubicBezTo>
                  <a:close/>
                </a:path>
              </a:pathLst>
            </a:custGeom>
            <a:solidFill>
              <a:srgbClr val="828F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39" name="Google Shape;6439;p61"/>
          <p:cNvGrpSpPr/>
          <p:nvPr/>
        </p:nvGrpSpPr>
        <p:grpSpPr>
          <a:xfrm>
            <a:off x="6654327" y="4162270"/>
            <a:ext cx="166200" cy="388019"/>
            <a:chOff x="6400828" y="4162270"/>
            <a:chExt cx="166200" cy="388019"/>
          </a:xfrm>
        </p:grpSpPr>
        <p:sp>
          <p:nvSpPr>
            <p:cNvPr id="6440" name="Google Shape;6440;p61"/>
            <p:cNvSpPr/>
            <p:nvPr/>
          </p:nvSpPr>
          <p:spPr>
            <a:xfrm>
              <a:off x="6433432" y="4162270"/>
              <a:ext cx="88407" cy="75717"/>
            </a:xfrm>
            <a:custGeom>
              <a:avLst/>
              <a:gdLst/>
              <a:ahLst/>
              <a:cxnLst/>
              <a:rect l="l" t="t" r="r" b="b"/>
              <a:pathLst>
                <a:path w="3365" h="2882" extrusionOk="0">
                  <a:moveTo>
                    <a:pt x="1922" y="1"/>
                  </a:moveTo>
                  <a:cubicBezTo>
                    <a:pt x="646" y="1"/>
                    <a:pt x="1" y="1548"/>
                    <a:pt x="909" y="2456"/>
                  </a:cubicBezTo>
                  <a:cubicBezTo>
                    <a:pt x="1201" y="2750"/>
                    <a:pt x="1560" y="2881"/>
                    <a:pt x="1914" y="2881"/>
                  </a:cubicBezTo>
                  <a:cubicBezTo>
                    <a:pt x="2653" y="2881"/>
                    <a:pt x="3365" y="2305"/>
                    <a:pt x="3365" y="1437"/>
                  </a:cubicBezTo>
                  <a:cubicBezTo>
                    <a:pt x="3365" y="646"/>
                    <a:pt x="2720" y="1"/>
                    <a:pt x="1922" y="1"/>
                  </a:cubicBezTo>
                  <a:close/>
                </a:path>
              </a:pathLst>
            </a:custGeom>
            <a:solidFill>
              <a:srgbClr val="879A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1" name="Google Shape;6441;p61"/>
            <p:cNvSpPr/>
            <p:nvPr/>
          </p:nvSpPr>
          <p:spPr>
            <a:xfrm>
              <a:off x="6475888" y="4162270"/>
              <a:ext cx="48157" cy="75612"/>
            </a:xfrm>
            <a:custGeom>
              <a:avLst/>
              <a:gdLst/>
              <a:ahLst/>
              <a:cxnLst/>
              <a:rect l="l" t="t" r="r" b="b"/>
              <a:pathLst>
                <a:path w="1833" h="2878" extrusionOk="0">
                  <a:moveTo>
                    <a:pt x="306" y="1"/>
                  </a:moveTo>
                  <a:cubicBezTo>
                    <a:pt x="209" y="1"/>
                    <a:pt x="105" y="15"/>
                    <a:pt x="1" y="36"/>
                  </a:cubicBezTo>
                  <a:cubicBezTo>
                    <a:pt x="667" y="181"/>
                    <a:pt x="1132" y="764"/>
                    <a:pt x="1132" y="1437"/>
                  </a:cubicBezTo>
                  <a:cubicBezTo>
                    <a:pt x="1132" y="2116"/>
                    <a:pt x="667" y="2699"/>
                    <a:pt x="1" y="2845"/>
                  </a:cubicBezTo>
                  <a:cubicBezTo>
                    <a:pt x="104" y="2867"/>
                    <a:pt x="207" y="2878"/>
                    <a:pt x="308" y="2878"/>
                  </a:cubicBezTo>
                  <a:cubicBezTo>
                    <a:pt x="1028" y="2878"/>
                    <a:pt x="1657" y="2338"/>
                    <a:pt x="1742" y="1596"/>
                  </a:cubicBezTo>
                  <a:cubicBezTo>
                    <a:pt x="1832" y="743"/>
                    <a:pt x="1166" y="1"/>
                    <a:pt x="306"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2" name="Google Shape;6442;p61"/>
            <p:cNvSpPr/>
            <p:nvPr/>
          </p:nvSpPr>
          <p:spPr>
            <a:xfrm>
              <a:off x="6400828" y="4244292"/>
              <a:ext cx="166042" cy="305996"/>
            </a:xfrm>
            <a:custGeom>
              <a:avLst/>
              <a:gdLst/>
              <a:ahLst/>
              <a:cxnLst/>
              <a:rect l="l" t="t" r="r" b="b"/>
              <a:pathLst>
                <a:path w="6320" h="11647" extrusionOk="0">
                  <a:moveTo>
                    <a:pt x="1700" y="0"/>
                  </a:moveTo>
                  <a:cubicBezTo>
                    <a:pt x="763" y="0"/>
                    <a:pt x="0" y="756"/>
                    <a:pt x="7" y="1693"/>
                  </a:cubicBezTo>
                  <a:lnTo>
                    <a:pt x="7" y="5313"/>
                  </a:lnTo>
                  <a:cubicBezTo>
                    <a:pt x="0" y="5611"/>
                    <a:pt x="229" y="5854"/>
                    <a:pt x="527" y="5875"/>
                  </a:cubicBezTo>
                  <a:cubicBezTo>
                    <a:pt x="532" y="5875"/>
                    <a:pt x="536" y="5875"/>
                    <a:pt x="540" y="5875"/>
                  </a:cubicBezTo>
                  <a:cubicBezTo>
                    <a:pt x="840" y="5875"/>
                    <a:pt x="1089" y="5635"/>
                    <a:pt x="1089" y="5327"/>
                  </a:cubicBezTo>
                  <a:lnTo>
                    <a:pt x="1089" y="1991"/>
                  </a:lnTo>
                  <a:cubicBezTo>
                    <a:pt x="1079" y="1783"/>
                    <a:pt x="1233" y="1679"/>
                    <a:pt x="1387" y="1679"/>
                  </a:cubicBezTo>
                  <a:cubicBezTo>
                    <a:pt x="1540" y="1679"/>
                    <a:pt x="1693" y="1783"/>
                    <a:pt x="1679" y="1991"/>
                  </a:cubicBezTo>
                  <a:lnTo>
                    <a:pt x="1679" y="11084"/>
                  </a:lnTo>
                  <a:cubicBezTo>
                    <a:pt x="1679" y="11382"/>
                    <a:pt x="1908" y="11625"/>
                    <a:pt x="2199" y="11646"/>
                  </a:cubicBezTo>
                  <a:cubicBezTo>
                    <a:pt x="2203" y="11646"/>
                    <a:pt x="2208" y="11646"/>
                    <a:pt x="2212" y="11646"/>
                  </a:cubicBezTo>
                  <a:cubicBezTo>
                    <a:pt x="2518" y="11646"/>
                    <a:pt x="2768" y="11406"/>
                    <a:pt x="2768" y="11098"/>
                  </a:cubicBezTo>
                  <a:lnTo>
                    <a:pt x="2768" y="7158"/>
                  </a:lnTo>
                  <a:cubicBezTo>
                    <a:pt x="2789" y="6919"/>
                    <a:pt x="2972" y="6799"/>
                    <a:pt x="3156" y="6799"/>
                  </a:cubicBezTo>
                  <a:cubicBezTo>
                    <a:pt x="3340" y="6799"/>
                    <a:pt x="3524" y="6919"/>
                    <a:pt x="3545" y="7158"/>
                  </a:cubicBezTo>
                  <a:lnTo>
                    <a:pt x="3545" y="11098"/>
                  </a:lnTo>
                  <a:cubicBezTo>
                    <a:pt x="3545" y="11396"/>
                    <a:pt x="3787" y="11639"/>
                    <a:pt x="4093" y="11639"/>
                  </a:cubicBezTo>
                  <a:cubicBezTo>
                    <a:pt x="4391" y="11639"/>
                    <a:pt x="4634" y="11396"/>
                    <a:pt x="4634" y="11098"/>
                  </a:cubicBezTo>
                  <a:lnTo>
                    <a:pt x="4634" y="1991"/>
                  </a:lnTo>
                  <a:cubicBezTo>
                    <a:pt x="4623" y="1783"/>
                    <a:pt x="4777" y="1679"/>
                    <a:pt x="4932" y="1679"/>
                  </a:cubicBezTo>
                  <a:cubicBezTo>
                    <a:pt x="5086" y="1679"/>
                    <a:pt x="5240" y="1783"/>
                    <a:pt x="5230" y="1991"/>
                  </a:cubicBezTo>
                  <a:lnTo>
                    <a:pt x="5230" y="5327"/>
                  </a:lnTo>
                  <a:cubicBezTo>
                    <a:pt x="5230" y="5632"/>
                    <a:pt x="5473" y="5875"/>
                    <a:pt x="5771" y="5875"/>
                  </a:cubicBezTo>
                  <a:cubicBezTo>
                    <a:pt x="6069" y="5875"/>
                    <a:pt x="6312" y="5632"/>
                    <a:pt x="6319" y="5327"/>
                  </a:cubicBezTo>
                  <a:lnTo>
                    <a:pt x="6319" y="1693"/>
                  </a:lnTo>
                  <a:cubicBezTo>
                    <a:pt x="6319" y="763"/>
                    <a:pt x="5563" y="7"/>
                    <a:pt x="4634" y="0"/>
                  </a:cubicBezTo>
                  <a:close/>
                </a:path>
              </a:pathLst>
            </a:custGeom>
            <a:solidFill>
              <a:srgbClr val="879A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3" name="Google Shape;6443;p61"/>
            <p:cNvSpPr/>
            <p:nvPr/>
          </p:nvSpPr>
          <p:spPr>
            <a:xfrm>
              <a:off x="6452400" y="4421947"/>
              <a:ext cx="31553" cy="127973"/>
            </a:xfrm>
            <a:custGeom>
              <a:avLst/>
              <a:gdLst/>
              <a:ahLst/>
              <a:cxnLst/>
              <a:rect l="l" t="t" r="r" b="b"/>
              <a:pathLst>
                <a:path w="1201" h="4871" extrusionOk="0">
                  <a:moveTo>
                    <a:pt x="721" y="1"/>
                  </a:moveTo>
                  <a:cubicBezTo>
                    <a:pt x="472" y="1"/>
                    <a:pt x="271" y="202"/>
                    <a:pt x="271" y="452"/>
                  </a:cubicBezTo>
                  <a:lnTo>
                    <a:pt x="271" y="4336"/>
                  </a:lnTo>
                  <a:cubicBezTo>
                    <a:pt x="271" y="4530"/>
                    <a:pt x="167" y="4711"/>
                    <a:pt x="0" y="4808"/>
                  </a:cubicBezTo>
                  <a:lnTo>
                    <a:pt x="35" y="4828"/>
                  </a:lnTo>
                  <a:lnTo>
                    <a:pt x="49" y="4835"/>
                  </a:lnTo>
                  <a:lnTo>
                    <a:pt x="83" y="4849"/>
                  </a:lnTo>
                  <a:lnTo>
                    <a:pt x="97" y="4849"/>
                  </a:lnTo>
                  <a:lnTo>
                    <a:pt x="132" y="4863"/>
                  </a:lnTo>
                  <a:lnTo>
                    <a:pt x="146" y="4863"/>
                  </a:lnTo>
                  <a:lnTo>
                    <a:pt x="187" y="4870"/>
                  </a:lnTo>
                  <a:lnTo>
                    <a:pt x="250" y="4870"/>
                  </a:lnTo>
                  <a:cubicBezTo>
                    <a:pt x="258" y="4870"/>
                    <a:pt x="266" y="4871"/>
                    <a:pt x="274" y="4871"/>
                  </a:cubicBezTo>
                  <a:cubicBezTo>
                    <a:pt x="568" y="4871"/>
                    <a:pt x="812" y="4626"/>
                    <a:pt x="812" y="4329"/>
                  </a:cubicBezTo>
                  <a:lnTo>
                    <a:pt x="812" y="396"/>
                  </a:lnTo>
                  <a:cubicBezTo>
                    <a:pt x="812" y="174"/>
                    <a:pt x="985" y="1"/>
                    <a:pt x="1200"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4" name="Google Shape;6444;p61"/>
            <p:cNvSpPr/>
            <p:nvPr/>
          </p:nvSpPr>
          <p:spPr>
            <a:xfrm>
              <a:off x="6501583" y="4288745"/>
              <a:ext cx="29005" cy="261359"/>
            </a:xfrm>
            <a:custGeom>
              <a:avLst/>
              <a:gdLst/>
              <a:ahLst/>
              <a:cxnLst/>
              <a:rect l="l" t="t" r="r" b="b"/>
              <a:pathLst>
                <a:path w="1104" h="9948" extrusionOk="0">
                  <a:moveTo>
                    <a:pt x="715" y="1"/>
                  </a:moveTo>
                  <a:cubicBezTo>
                    <a:pt x="473" y="1"/>
                    <a:pt x="271" y="202"/>
                    <a:pt x="271" y="451"/>
                  </a:cubicBezTo>
                  <a:lnTo>
                    <a:pt x="271" y="9406"/>
                  </a:lnTo>
                  <a:cubicBezTo>
                    <a:pt x="271" y="9600"/>
                    <a:pt x="167" y="9781"/>
                    <a:pt x="1" y="9878"/>
                  </a:cubicBezTo>
                  <a:lnTo>
                    <a:pt x="22" y="9892"/>
                  </a:lnTo>
                  <a:lnTo>
                    <a:pt x="36" y="9898"/>
                  </a:lnTo>
                  <a:lnTo>
                    <a:pt x="77" y="9919"/>
                  </a:lnTo>
                  <a:lnTo>
                    <a:pt x="98" y="9926"/>
                  </a:lnTo>
                  <a:lnTo>
                    <a:pt x="119" y="9933"/>
                  </a:lnTo>
                  <a:lnTo>
                    <a:pt x="147" y="9940"/>
                  </a:lnTo>
                  <a:lnTo>
                    <a:pt x="160" y="9940"/>
                  </a:lnTo>
                  <a:lnTo>
                    <a:pt x="202" y="9947"/>
                  </a:lnTo>
                  <a:lnTo>
                    <a:pt x="264" y="9947"/>
                  </a:lnTo>
                  <a:cubicBezTo>
                    <a:pt x="466" y="9947"/>
                    <a:pt x="653" y="9836"/>
                    <a:pt x="743" y="9663"/>
                  </a:cubicBezTo>
                  <a:cubicBezTo>
                    <a:pt x="750" y="9642"/>
                    <a:pt x="764" y="9628"/>
                    <a:pt x="771" y="9614"/>
                  </a:cubicBezTo>
                  <a:cubicBezTo>
                    <a:pt x="792" y="9559"/>
                    <a:pt x="806" y="9510"/>
                    <a:pt x="806" y="9455"/>
                  </a:cubicBezTo>
                  <a:lnTo>
                    <a:pt x="806" y="9399"/>
                  </a:lnTo>
                  <a:lnTo>
                    <a:pt x="806" y="299"/>
                  </a:lnTo>
                  <a:cubicBezTo>
                    <a:pt x="806" y="132"/>
                    <a:pt x="944" y="1"/>
                    <a:pt x="1104"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5" name="Google Shape;6445;p61"/>
            <p:cNvSpPr/>
            <p:nvPr/>
          </p:nvSpPr>
          <p:spPr>
            <a:xfrm>
              <a:off x="6408105" y="4288745"/>
              <a:ext cx="29189" cy="109924"/>
            </a:xfrm>
            <a:custGeom>
              <a:avLst/>
              <a:gdLst/>
              <a:ahLst/>
              <a:cxnLst/>
              <a:rect l="l" t="t" r="r" b="b"/>
              <a:pathLst>
                <a:path w="1111" h="4184" extrusionOk="0">
                  <a:moveTo>
                    <a:pt x="722" y="1"/>
                  </a:moveTo>
                  <a:cubicBezTo>
                    <a:pt x="479" y="1"/>
                    <a:pt x="278" y="202"/>
                    <a:pt x="278" y="451"/>
                  </a:cubicBezTo>
                  <a:lnTo>
                    <a:pt x="278" y="3649"/>
                  </a:lnTo>
                  <a:cubicBezTo>
                    <a:pt x="278" y="3843"/>
                    <a:pt x="167" y="4024"/>
                    <a:pt x="1" y="4121"/>
                  </a:cubicBezTo>
                  <a:lnTo>
                    <a:pt x="35" y="4141"/>
                  </a:lnTo>
                  <a:lnTo>
                    <a:pt x="49" y="4148"/>
                  </a:lnTo>
                  <a:lnTo>
                    <a:pt x="91" y="4162"/>
                  </a:lnTo>
                  <a:lnTo>
                    <a:pt x="98" y="4162"/>
                  </a:lnTo>
                  <a:lnTo>
                    <a:pt x="139" y="4169"/>
                  </a:lnTo>
                  <a:lnTo>
                    <a:pt x="146" y="4169"/>
                  </a:lnTo>
                  <a:lnTo>
                    <a:pt x="195" y="4183"/>
                  </a:lnTo>
                  <a:lnTo>
                    <a:pt x="250" y="4183"/>
                  </a:lnTo>
                  <a:cubicBezTo>
                    <a:pt x="255" y="4183"/>
                    <a:pt x="259" y="4183"/>
                    <a:pt x="263" y="4183"/>
                  </a:cubicBezTo>
                  <a:cubicBezTo>
                    <a:pt x="569" y="4183"/>
                    <a:pt x="812" y="3943"/>
                    <a:pt x="819" y="3635"/>
                  </a:cubicBezTo>
                  <a:lnTo>
                    <a:pt x="819" y="299"/>
                  </a:lnTo>
                  <a:cubicBezTo>
                    <a:pt x="819" y="132"/>
                    <a:pt x="951" y="1"/>
                    <a:pt x="1110"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6" name="Google Shape;6446;p61"/>
            <p:cNvSpPr/>
            <p:nvPr/>
          </p:nvSpPr>
          <p:spPr>
            <a:xfrm>
              <a:off x="6508519" y="4244292"/>
              <a:ext cx="58509" cy="154298"/>
            </a:xfrm>
            <a:custGeom>
              <a:avLst/>
              <a:gdLst/>
              <a:ahLst/>
              <a:cxnLst/>
              <a:rect l="l" t="t" r="r" b="b"/>
              <a:pathLst>
                <a:path w="2227" h="5873" extrusionOk="0">
                  <a:moveTo>
                    <a:pt x="0" y="0"/>
                  </a:moveTo>
                  <a:cubicBezTo>
                    <a:pt x="930" y="0"/>
                    <a:pt x="1686" y="756"/>
                    <a:pt x="1686" y="1693"/>
                  </a:cubicBezTo>
                  <a:lnTo>
                    <a:pt x="1686" y="5327"/>
                  </a:lnTo>
                  <a:cubicBezTo>
                    <a:pt x="1686" y="5521"/>
                    <a:pt x="1582" y="5702"/>
                    <a:pt x="1415" y="5799"/>
                  </a:cubicBezTo>
                  <a:cubicBezTo>
                    <a:pt x="1503" y="5849"/>
                    <a:pt x="1596" y="5872"/>
                    <a:pt x="1686" y="5872"/>
                  </a:cubicBezTo>
                  <a:cubicBezTo>
                    <a:pt x="1968" y="5872"/>
                    <a:pt x="2227" y="5647"/>
                    <a:pt x="2227" y="5327"/>
                  </a:cubicBezTo>
                  <a:lnTo>
                    <a:pt x="2227" y="1693"/>
                  </a:lnTo>
                  <a:cubicBezTo>
                    <a:pt x="2227" y="756"/>
                    <a:pt x="1471" y="0"/>
                    <a:pt x="535" y="0"/>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47" name="Google Shape;6447;p61"/>
          <p:cNvGrpSpPr/>
          <p:nvPr/>
        </p:nvGrpSpPr>
        <p:grpSpPr>
          <a:xfrm>
            <a:off x="7173314" y="4162270"/>
            <a:ext cx="225260" cy="388019"/>
            <a:chOff x="6919815" y="4162270"/>
            <a:chExt cx="225260" cy="388019"/>
          </a:xfrm>
        </p:grpSpPr>
        <p:sp>
          <p:nvSpPr>
            <p:cNvPr id="6448" name="Google Shape;6448;p61"/>
            <p:cNvSpPr/>
            <p:nvPr/>
          </p:nvSpPr>
          <p:spPr>
            <a:xfrm>
              <a:off x="6919815" y="4244634"/>
              <a:ext cx="224157" cy="305654"/>
            </a:xfrm>
            <a:custGeom>
              <a:avLst/>
              <a:gdLst/>
              <a:ahLst/>
              <a:cxnLst/>
              <a:rect l="l" t="t" r="r" b="b"/>
              <a:pathLst>
                <a:path w="8532" h="11634" extrusionOk="0">
                  <a:moveTo>
                    <a:pt x="2810" y="1"/>
                  </a:moveTo>
                  <a:cubicBezTo>
                    <a:pt x="2060" y="1"/>
                    <a:pt x="1402" y="493"/>
                    <a:pt x="1187" y="1208"/>
                  </a:cubicBezTo>
                  <a:lnTo>
                    <a:pt x="84" y="5175"/>
                  </a:lnTo>
                  <a:cubicBezTo>
                    <a:pt x="0" y="5467"/>
                    <a:pt x="167" y="5772"/>
                    <a:pt x="458" y="5855"/>
                  </a:cubicBezTo>
                  <a:cubicBezTo>
                    <a:pt x="508" y="5869"/>
                    <a:pt x="557" y="5876"/>
                    <a:pt x="606" y="5876"/>
                  </a:cubicBezTo>
                  <a:cubicBezTo>
                    <a:pt x="846" y="5876"/>
                    <a:pt x="1068" y="5714"/>
                    <a:pt x="1131" y="5467"/>
                  </a:cubicBezTo>
                  <a:lnTo>
                    <a:pt x="2123" y="1915"/>
                  </a:lnTo>
                  <a:cubicBezTo>
                    <a:pt x="2165" y="1758"/>
                    <a:pt x="2285" y="1689"/>
                    <a:pt x="2405" y="1689"/>
                  </a:cubicBezTo>
                  <a:cubicBezTo>
                    <a:pt x="2582" y="1689"/>
                    <a:pt x="2760" y="1837"/>
                    <a:pt x="2699" y="2068"/>
                  </a:cubicBezTo>
                  <a:lnTo>
                    <a:pt x="1637" y="6188"/>
                  </a:lnTo>
                  <a:lnTo>
                    <a:pt x="1464" y="6847"/>
                  </a:lnTo>
                  <a:cubicBezTo>
                    <a:pt x="1443" y="6937"/>
                    <a:pt x="1513" y="7027"/>
                    <a:pt x="1603" y="7027"/>
                  </a:cubicBezTo>
                  <a:lnTo>
                    <a:pt x="2796" y="7027"/>
                  </a:lnTo>
                  <a:lnTo>
                    <a:pt x="2796" y="11071"/>
                  </a:lnTo>
                  <a:cubicBezTo>
                    <a:pt x="2789" y="11369"/>
                    <a:pt x="3018" y="11612"/>
                    <a:pt x="3316" y="11633"/>
                  </a:cubicBezTo>
                  <a:cubicBezTo>
                    <a:pt x="3320" y="11633"/>
                    <a:pt x="3324" y="11633"/>
                    <a:pt x="3329" y="11633"/>
                  </a:cubicBezTo>
                  <a:cubicBezTo>
                    <a:pt x="3628" y="11633"/>
                    <a:pt x="3878" y="11393"/>
                    <a:pt x="3878" y="11085"/>
                  </a:cubicBezTo>
                  <a:lnTo>
                    <a:pt x="3878" y="7027"/>
                  </a:lnTo>
                  <a:lnTo>
                    <a:pt x="4655" y="7027"/>
                  </a:lnTo>
                  <a:lnTo>
                    <a:pt x="4655" y="11085"/>
                  </a:lnTo>
                  <a:cubicBezTo>
                    <a:pt x="4655" y="11383"/>
                    <a:pt x="4897" y="11626"/>
                    <a:pt x="5203" y="11626"/>
                  </a:cubicBezTo>
                  <a:cubicBezTo>
                    <a:pt x="5501" y="11626"/>
                    <a:pt x="5744" y="11383"/>
                    <a:pt x="5744" y="11085"/>
                  </a:cubicBezTo>
                  <a:lnTo>
                    <a:pt x="5744" y="7027"/>
                  </a:lnTo>
                  <a:lnTo>
                    <a:pt x="6930" y="7027"/>
                  </a:lnTo>
                  <a:cubicBezTo>
                    <a:pt x="7027" y="7027"/>
                    <a:pt x="7096" y="6937"/>
                    <a:pt x="7068" y="6847"/>
                  </a:cubicBezTo>
                  <a:lnTo>
                    <a:pt x="6895" y="6188"/>
                  </a:lnTo>
                  <a:lnTo>
                    <a:pt x="5834" y="2068"/>
                  </a:lnTo>
                  <a:cubicBezTo>
                    <a:pt x="5772" y="1836"/>
                    <a:pt x="5955" y="1688"/>
                    <a:pt x="6134" y="1688"/>
                  </a:cubicBezTo>
                  <a:cubicBezTo>
                    <a:pt x="6255" y="1688"/>
                    <a:pt x="6375" y="1755"/>
                    <a:pt x="6416" y="1908"/>
                  </a:cubicBezTo>
                  <a:lnTo>
                    <a:pt x="7408" y="5467"/>
                  </a:lnTo>
                  <a:cubicBezTo>
                    <a:pt x="7477" y="5701"/>
                    <a:pt x="7692" y="5856"/>
                    <a:pt x="7925" y="5856"/>
                  </a:cubicBezTo>
                  <a:cubicBezTo>
                    <a:pt x="7974" y="5856"/>
                    <a:pt x="8024" y="5849"/>
                    <a:pt x="8074" y="5834"/>
                  </a:cubicBezTo>
                  <a:cubicBezTo>
                    <a:pt x="8359" y="5758"/>
                    <a:pt x="8532" y="5460"/>
                    <a:pt x="8456" y="5175"/>
                  </a:cubicBezTo>
                  <a:lnTo>
                    <a:pt x="8470" y="5175"/>
                  </a:lnTo>
                  <a:lnTo>
                    <a:pt x="7367" y="1208"/>
                  </a:lnTo>
                  <a:cubicBezTo>
                    <a:pt x="7152" y="493"/>
                    <a:pt x="6493" y="1"/>
                    <a:pt x="5744" y="1"/>
                  </a:cubicBezTo>
                  <a:close/>
                </a:path>
              </a:pathLst>
            </a:custGeom>
            <a:solidFill>
              <a:srgbClr val="879A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49" name="Google Shape;6449;p61"/>
            <p:cNvSpPr/>
            <p:nvPr/>
          </p:nvSpPr>
          <p:spPr>
            <a:xfrm>
              <a:off x="6981581" y="4162270"/>
              <a:ext cx="88407" cy="75717"/>
            </a:xfrm>
            <a:custGeom>
              <a:avLst/>
              <a:gdLst/>
              <a:ahLst/>
              <a:cxnLst/>
              <a:rect l="l" t="t" r="r" b="b"/>
              <a:pathLst>
                <a:path w="3365" h="2882" extrusionOk="0">
                  <a:moveTo>
                    <a:pt x="1922" y="1"/>
                  </a:moveTo>
                  <a:cubicBezTo>
                    <a:pt x="639" y="1"/>
                    <a:pt x="1" y="1555"/>
                    <a:pt x="909" y="2456"/>
                  </a:cubicBezTo>
                  <a:cubicBezTo>
                    <a:pt x="1201" y="2750"/>
                    <a:pt x="1561" y="2882"/>
                    <a:pt x="1915" y="2882"/>
                  </a:cubicBezTo>
                  <a:cubicBezTo>
                    <a:pt x="2654" y="2882"/>
                    <a:pt x="3365" y="2307"/>
                    <a:pt x="3365" y="1444"/>
                  </a:cubicBezTo>
                  <a:cubicBezTo>
                    <a:pt x="3365" y="646"/>
                    <a:pt x="2720" y="1"/>
                    <a:pt x="1922" y="1"/>
                  </a:cubicBezTo>
                  <a:close/>
                </a:path>
              </a:pathLst>
            </a:custGeom>
            <a:solidFill>
              <a:srgbClr val="879A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0" name="Google Shape;6450;p61"/>
            <p:cNvSpPr/>
            <p:nvPr/>
          </p:nvSpPr>
          <p:spPr>
            <a:xfrm>
              <a:off x="7024038" y="4162270"/>
              <a:ext cx="48157" cy="75612"/>
            </a:xfrm>
            <a:custGeom>
              <a:avLst/>
              <a:gdLst/>
              <a:ahLst/>
              <a:cxnLst/>
              <a:rect l="l" t="t" r="r" b="b"/>
              <a:pathLst>
                <a:path w="1833" h="2878" extrusionOk="0">
                  <a:moveTo>
                    <a:pt x="306" y="1"/>
                  </a:moveTo>
                  <a:cubicBezTo>
                    <a:pt x="209" y="1"/>
                    <a:pt x="105" y="15"/>
                    <a:pt x="1" y="36"/>
                  </a:cubicBezTo>
                  <a:cubicBezTo>
                    <a:pt x="667" y="181"/>
                    <a:pt x="1138" y="764"/>
                    <a:pt x="1138" y="1444"/>
                  </a:cubicBezTo>
                  <a:cubicBezTo>
                    <a:pt x="1138" y="2116"/>
                    <a:pt x="667" y="2699"/>
                    <a:pt x="1" y="2845"/>
                  </a:cubicBezTo>
                  <a:cubicBezTo>
                    <a:pt x="104" y="2867"/>
                    <a:pt x="207" y="2878"/>
                    <a:pt x="308" y="2878"/>
                  </a:cubicBezTo>
                  <a:cubicBezTo>
                    <a:pt x="1029" y="2878"/>
                    <a:pt x="1663" y="2338"/>
                    <a:pt x="1742" y="1596"/>
                  </a:cubicBezTo>
                  <a:cubicBezTo>
                    <a:pt x="1832" y="743"/>
                    <a:pt x="1166" y="1"/>
                    <a:pt x="306"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1" name="Google Shape;6451;p61"/>
            <p:cNvSpPr/>
            <p:nvPr/>
          </p:nvSpPr>
          <p:spPr>
            <a:xfrm>
              <a:off x="6928563" y="4289113"/>
              <a:ext cx="54515" cy="109556"/>
            </a:xfrm>
            <a:custGeom>
              <a:avLst/>
              <a:gdLst/>
              <a:ahLst/>
              <a:cxnLst/>
              <a:rect l="l" t="t" r="r" b="b"/>
              <a:pathLst>
                <a:path w="2075" h="4170" extrusionOk="0">
                  <a:moveTo>
                    <a:pt x="1533" y="0"/>
                  </a:moveTo>
                  <a:cubicBezTo>
                    <a:pt x="1401" y="0"/>
                    <a:pt x="1284" y="91"/>
                    <a:pt x="1249" y="215"/>
                  </a:cubicBezTo>
                  <a:lnTo>
                    <a:pt x="257" y="3774"/>
                  </a:lnTo>
                  <a:cubicBezTo>
                    <a:pt x="215" y="3912"/>
                    <a:pt x="125" y="4030"/>
                    <a:pt x="0" y="4100"/>
                  </a:cubicBezTo>
                  <a:cubicBezTo>
                    <a:pt x="42" y="4121"/>
                    <a:pt x="84" y="4141"/>
                    <a:pt x="125" y="4148"/>
                  </a:cubicBezTo>
                  <a:cubicBezTo>
                    <a:pt x="176" y="4163"/>
                    <a:pt x="227" y="4170"/>
                    <a:pt x="277" y="4170"/>
                  </a:cubicBezTo>
                  <a:cubicBezTo>
                    <a:pt x="514" y="4170"/>
                    <a:pt x="729" y="4014"/>
                    <a:pt x="798" y="3774"/>
                  </a:cubicBezTo>
                  <a:lnTo>
                    <a:pt x="1790" y="215"/>
                  </a:lnTo>
                  <a:cubicBezTo>
                    <a:pt x="1825" y="91"/>
                    <a:pt x="1943" y="0"/>
                    <a:pt x="2074" y="0"/>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2" name="Google Shape;6452;p61"/>
            <p:cNvSpPr/>
            <p:nvPr/>
          </p:nvSpPr>
          <p:spPr>
            <a:xfrm>
              <a:off x="7056484" y="4244634"/>
              <a:ext cx="88591" cy="154167"/>
            </a:xfrm>
            <a:custGeom>
              <a:avLst/>
              <a:gdLst/>
              <a:ahLst/>
              <a:cxnLst/>
              <a:rect l="l" t="t" r="r" b="b"/>
              <a:pathLst>
                <a:path w="3372" h="5868" extrusionOk="0">
                  <a:moveTo>
                    <a:pt x="1" y="1"/>
                  </a:moveTo>
                  <a:cubicBezTo>
                    <a:pt x="750" y="1"/>
                    <a:pt x="1409" y="493"/>
                    <a:pt x="1624" y="1208"/>
                  </a:cubicBezTo>
                  <a:lnTo>
                    <a:pt x="2727" y="5175"/>
                  </a:lnTo>
                  <a:cubicBezTo>
                    <a:pt x="2796" y="5418"/>
                    <a:pt x="2692" y="5668"/>
                    <a:pt x="2477" y="5793"/>
                  </a:cubicBezTo>
                  <a:cubicBezTo>
                    <a:pt x="2565" y="5844"/>
                    <a:pt x="2657" y="5867"/>
                    <a:pt x="2746" y="5867"/>
                  </a:cubicBezTo>
                  <a:cubicBezTo>
                    <a:pt x="3079" y="5867"/>
                    <a:pt x="3371" y="5547"/>
                    <a:pt x="3268" y="5175"/>
                  </a:cubicBezTo>
                  <a:lnTo>
                    <a:pt x="2165" y="1208"/>
                  </a:lnTo>
                  <a:cubicBezTo>
                    <a:pt x="1950" y="493"/>
                    <a:pt x="1291" y="1"/>
                    <a:pt x="542" y="1"/>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3" name="Google Shape;6453;p61"/>
            <p:cNvSpPr/>
            <p:nvPr/>
          </p:nvSpPr>
          <p:spPr>
            <a:xfrm>
              <a:off x="7000550" y="4429251"/>
              <a:ext cx="21333" cy="121037"/>
            </a:xfrm>
            <a:custGeom>
              <a:avLst/>
              <a:gdLst/>
              <a:ahLst/>
              <a:cxnLst/>
              <a:rect l="l" t="t" r="r" b="b"/>
              <a:pathLst>
                <a:path w="812" h="4607" extrusionOk="0">
                  <a:moveTo>
                    <a:pt x="416" y="0"/>
                  </a:moveTo>
                  <a:cubicBezTo>
                    <a:pt x="340" y="0"/>
                    <a:pt x="271" y="70"/>
                    <a:pt x="271" y="153"/>
                  </a:cubicBezTo>
                  <a:lnTo>
                    <a:pt x="271" y="4058"/>
                  </a:lnTo>
                  <a:cubicBezTo>
                    <a:pt x="271" y="4252"/>
                    <a:pt x="167" y="4433"/>
                    <a:pt x="0" y="4530"/>
                  </a:cubicBezTo>
                  <a:cubicBezTo>
                    <a:pt x="76" y="4571"/>
                    <a:pt x="160" y="4599"/>
                    <a:pt x="243" y="4606"/>
                  </a:cubicBezTo>
                  <a:cubicBezTo>
                    <a:pt x="247" y="4606"/>
                    <a:pt x="252" y="4606"/>
                    <a:pt x="256" y="4606"/>
                  </a:cubicBezTo>
                  <a:cubicBezTo>
                    <a:pt x="562" y="4606"/>
                    <a:pt x="812" y="4366"/>
                    <a:pt x="812" y="4058"/>
                  </a:cubicBezTo>
                  <a:lnTo>
                    <a:pt x="812" y="0"/>
                  </a:ln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4" name="Google Shape;6454;p61"/>
            <p:cNvSpPr/>
            <p:nvPr/>
          </p:nvSpPr>
          <p:spPr>
            <a:xfrm>
              <a:off x="7049574" y="4429251"/>
              <a:ext cx="21517" cy="120932"/>
            </a:xfrm>
            <a:custGeom>
              <a:avLst/>
              <a:gdLst/>
              <a:ahLst/>
              <a:cxnLst/>
              <a:rect l="l" t="t" r="r" b="b"/>
              <a:pathLst>
                <a:path w="819" h="4603" extrusionOk="0">
                  <a:moveTo>
                    <a:pt x="423" y="0"/>
                  </a:moveTo>
                  <a:cubicBezTo>
                    <a:pt x="340" y="0"/>
                    <a:pt x="271" y="70"/>
                    <a:pt x="271" y="153"/>
                  </a:cubicBezTo>
                  <a:lnTo>
                    <a:pt x="277" y="4058"/>
                  </a:lnTo>
                  <a:cubicBezTo>
                    <a:pt x="277" y="4252"/>
                    <a:pt x="173" y="4433"/>
                    <a:pt x="0" y="4530"/>
                  </a:cubicBezTo>
                  <a:cubicBezTo>
                    <a:pt x="87" y="4580"/>
                    <a:pt x="179" y="4602"/>
                    <a:pt x="269" y="4602"/>
                  </a:cubicBezTo>
                  <a:cubicBezTo>
                    <a:pt x="554" y="4602"/>
                    <a:pt x="818" y="4374"/>
                    <a:pt x="818" y="4058"/>
                  </a:cubicBezTo>
                  <a:lnTo>
                    <a:pt x="818" y="0"/>
                  </a:ln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5" name="Google Shape;6455;p61"/>
            <p:cNvSpPr/>
            <p:nvPr/>
          </p:nvSpPr>
          <p:spPr>
            <a:xfrm>
              <a:off x="7058139" y="4289113"/>
              <a:ext cx="48315" cy="140164"/>
            </a:xfrm>
            <a:custGeom>
              <a:avLst/>
              <a:gdLst/>
              <a:ahLst/>
              <a:cxnLst/>
              <a:rect l="l" t="t" r="r" b="b"/>
              <a:pathLst>
                <a:path w="1839" h="5335" extrusionOk="0">
                  <a:moveTo>
                    <a:pt x="340" y="0"/>
                  </a:moveTo>
                  <a:cubicBezTo>
                    <a:pt x="139" y="0"/>
                    <a:pt x="0" y="181"/>
                    <a:pt x="49" y="375"/>
                  </a:cubicBezTo>
                  <a:lnTo>
                    <a:pt x="1325" y="5334"/>
                  </a:lnTo>
                  <a:lnTo>
                    <a:pt x="1679" y="5334"/>
                  </a:lnTo>
                  <a:cubicBezTo>
                    <a:pt x="1769" y="5334"/>
                    <a:pt x="1838" y="5244"/>
                    <a:pt x="1817" y="5154"/>
                  </a:cubicBezTo>
                  <a:lnTo>
                    <a:pt x="590" y="375"/>
                  </a:lnTo>
                  <a:cubicBezTo>
                    <a:pt x="534" y="181"/>
                    <a:pt x="680" y="0"/>
                    <a:pt x="874" y="0"/>
                  </a:cubicBezTo>
                  <a:close/>
                </a:path>
              </a:pathLst>
            </a:custGeom>
            <a:solidFill>
              <a:srgbClr val="707F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56" name="Google Shape;6456;p61"/>
          <p:cNvGrpSpPr/>
          <p:nvPr/>
        </p:nvGrpSpPr>
        <p:grpSpPr>
          <a:xfrm>
            <a:off x="7639099" y="4177035"/>
            <a:ext cx="388728" cy="358383"/>
            <a:chOff x="7385600" y="4177035"/>
            <a:chExt cx="388728" cy="358383"/>
          </a:xfrm>
        </p:grpSpPr>
        <p:sp>
          <p:nvSpPr>
            <p:cNvPr id="6457" name="Google Shape;6457;p61"/>
            <p:cNvSpPr/>
            <p:nvPr/>
          </p:nvSpPr>
          <p:spPr>
            <a:xfrm>
              <a:off x="7385600" y="4314808"/>
              <a:ext cx="230541" cy="220610"/>
            </a:xfrm>
            <a:custGeom>
              <a:avLst/>
              <a:gdLst/>
              <a:ahLst/>
              <a:cxnLst/>
              <a:rect l="l" t="t" r="r" b="b"/>
              <a:pathLst>
                <a:path w="8775" h="8397" extrusionOk="0">
                  <a:moveTo>
                    <a:pt x="6790" y="0"/>
                  </a:moveTo>
                  <a:cubicBezTo>
                    <a:pt x="6786" y="0"/>
                    <a:pt x="6781" y="0"/>
                    <a:pt x="6777" y="0"/>
                  </a:cubicBezTo>
                  <a:lnTo>
                    <a:pt x="1942" y="35"/>
                  </a:lnTo>
                  <a:cubicBezTo>
                    <a:pt x="867" y="49"/>
                    <a:pt x="0" y="923"/>
                    <a:pt x="7" y="1998"/>
                  </a:cubicBezTo>
                  <a:lnTo>
                    <a:pt x="35" y="4939"/>
                  </a:lnTo>
                  <a:cubicBezTo>
                    <a:pt x="42" y="6017"/>
                    <a:pt x="916" y="6874"/>
                    <a:pt x="1985" y="6874"/>
                  </a:cubicBezTo>
                  <a:cubicBezTo>
                    <a:pt x="1989" y="6874"/>
                    <a:pt x="1994" y="6874"/>
                    <a:pt x="1998" y="6874"/>
                  </a:cubicBezTo>
                  <a:lnTo>
                    <a:pt x="4474" y="6860"/>
                  </a:lnTo>
                  <a:cubicBezTo>
                    <a:pt x="4478" y="6860"/>
                    <a:pt x="4481" y="6859"/>
                    <a:pt x="4485" y="6859"/>
                  </a:cubicBezTo>
                  <a:cubicBezTo>
                    <a:pt x="4522" y="6859"/>
                    <a:pt x="4551" y="6892"/>
                    <a:pt x="4557" y="6930"/>
                  </a:cubicBezTo>
                  <a:cubicBezTo>
                    <a:pt x="4613" y="7172"/>
                    <a:pt x="4738" y="8005"/>
                    <a:pt x="3982" y="8248"/>
                  </a:cubicBezTo>
                  <a:cubicBezTo>
                    <a:pt x="3919" y="8261"/>
                    <a:pt x="3919" y="8352"/>
                    <a:pt x="3989" y="8359"/>
                  </a:cubicBezTo>
                  <a:cubicBezTo>
                    <a:pt x="4102" y="8379"/>
                    <a:pt x="4244" y="8397"/>
                    <a:pt x="4399" y="8397"/>
                  </a:cubicBezTo>
                  <a:cubicBezTo>
                    <a:pt x="4974" y="8397"/>
                    <a:pt x="5715" y="8155"/>
                    <a:pt x="5737" y="6937"/>
                  </a:cubicBezTo>
                  <a:cubicBezTo>
                    <a:pt x="5737" y="6888"/>
                    <a:pt x="5771" y="6846"/>
                    <a:pt x="5820" y="6846"/>
                  </a:cubicBezTo>
                  <a:lnTo>
                    <a:pt x="6832" y="6839"/>
                  </a:lnTo>
                  <a:cubicBezTo>
                    <a:pt x="7908" y="6826"/>
                    <a:pt x="8775" y="5952"/>
                    <a:pt x="8768" y="4877"/>
                  </a:cubicBezTo>
                  <a:lnTo>
                    <a:pt x="8747" y="1936"/>
                  </a:lnTo>
                  <a:cubicBezTo>
                    <a:pt x="8733" y="858"/>
                    <a:pt x="7859" y="0"/>
                    <a:pt x="6790" y="0"/>
                  </a:cubicBezTo>
                  <a:close/>
                </a:path>
              </a:pathLst>
            </a:custGeom>
            <a:solidFill>
              <a:srgbClr val="9FAE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8" name="Google Shape;6458;p61"/>
            <p:cNvSpPr/>
            <p:nvPr/>
          </p:nvSpPr>
          <p:spPr>
            <a:xfrm>
              <a:off x="7541212" y="4315176"/>
              <a:ext cx="74561" cy="179704"/>
            </a:xfrm>
            <a:custGeom>
              <a:avLst/>
              <a:gdLst/>
              <a:ahLst/>
              <a:cxnLst/>
              <a:rect l="l" t="t" r="r" b="b"/>
              <a:pathLst>
                <a:path w="2838" h="6840" extrusionOk="0">
                  <a:moveTo>
                    <a:pt x="1" y="0"/>
                  </a:moveTo>
                  <a:cubicBezTo>
                    <a:pt x="1076" y="7"/>
                    <a:pt x="1943" y="881"/>
                    <a:pt x="1950" y="1956"/>
                  </a:cubicBezTo>
                  <a:lnTo>
                    <a:pt x="1950" y="4890"/>
                  </a:lnTo>
                  <a:cubicBezTo>
                    <a:pt x="1943" y="5965"/>
                    <a:pt x="1076" y="6839"/>
                    <a:pt x="1" y="6839"/>
                  </a:cubicBezTo>
                  <a:lnTo>
                    <a:pt x="889" y="6839"/>
                  </a:lnTo>
                  <a:cubicBezTo>
                    <a:pt x="1964" y="6839"/>
                    <a:pt x="2838" y="5965"/>
                    <a:pt x="2838" y="4890"/>
                  </a:cubicBezTo>
                  <a:lnTo>
                    <a:pt x="2838" y="1956"/>
                  </a:lnTo>
                  <a:cubicBezTo>
                    <a:pt x="2838" y="881"/>
                    <a:pt x="1964" y="7"/>
                    <a:pt x="889"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59" name="Google Shape;6459;p61"/>
            <p:cNvSpPr/>
            <p:nvPr/>
          </p:nvSpPr>
          <p:spPr>
            <a:xfrm>
              <a:off x="7435334" y="4177035"/>
              <a:ext cx="338994" cy="281011"/>
            </a:xfrm>
            <a:custGeom>
              <a:avLst/>
              <a:gdLst/>
              <a:ahLst/>
              <a:cxnLst/>
              <a:rect l="l" t="t" r="r" b="b"/>
              <a:pathLst>
                <a:path w="12903" h="10696" extrusionOk="0">
                  <a:moveTo>
                    <a:pt x="1908" y="1"/>
                  </a:moveTo>
                  <a:cubicBezTo>
                    <a:pt x="854" y="1"/>
                    <a:pt x="1" y="854"/>
                    <a:pt x="1" y="1908"/>
                  </a:cubicBezTo>
                  <a:lnTo>
                    <a:pt x="1" y="6285"/>
                  </a:lnTo>
                  <a:cubicBezTo>
                    <a:pt x="1" y="7339"/>
                    <a:pt x="854" y="8192"/>
                    <a:pt x="1908" y="8192"/>
                  </a:cubicBezTo>
                  <a:lnTo>
                    <a:pt x="7797" y="8192"/>
                  </a:lnTo>
                  <a:cubicBezTo>
                    <a:pt x="7922" y="8192"/>
                    <a:pt x="8019" y="8303"/>
                    <a:pt x="8005" y="8428"/>
                  </a:cubicBezTo>
                  <a:cubicBezTo>
                    <a:pt x="7926" y="9062"/>
                    <a:pt x="7891" y="10695"/>
                    <a:pt x="9647" y="10695"/>
                  </a:cubicBezTo>
                  <a:cubicBezTo>
                    <a:pt x="9735" y="10695"/>
                    <a:pt x="9829" y="10691"/>
                    <a:pt x="9927" y="10682"/>
                  </a:cubicBezTo>
                  <a:cubicBezTo>
                    <a:pt x="9996" y="10675"/>
                    <a:pt x="10017" y="10585"/>
                    <a:pt x="9961" y="10551"/>
                  </a:cubicBezTo>
                  <a:cubicBezTo>
                    <a:pt x="9559" y="10322"/>
                    <a:pt x="8796" y="9684"/>
                    <a:pt x="9344" y="8331"/>
                  </a:cubicBezTo>
                  <a:cubicBezTo>
                    <a:pt x="9379" y="8255"/>
                    <a:pt x="9455" y="8206"/>
                    <a:pt x="9538" y="8206"/>
                  </a:cubicBezTo>
                  <a:lnTo>
                    <a:pt x="10995" y="8206"/>
                  </a:lnTo>
                  <a:cubicBezTo>
                    <a:pt x="12049" y="8206"/>
                    <a:pt x="12902" y="7353"/>
                    <a:pt x="12902" y="6299"/>
                  </a:cubicBezTo>
                  <a:lnTo>
                    <a:pt x="12902" y="1908"/>
                  </a:lnTo>
                  <a:cubicBezTo>
                    <a:pt x="12902" y="854"/>
                    <a:pt x="12049" y="1"/>
                    <a:pt x="10995"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0" name="Google Shape;6460;p61"/>
            <p:cNvSpPr/>
            <p:nvPr/>
          </p:nvSpPr>
          <p:spPr>
            <a:xfrm>
              <a:off x="7700843" y="4177035"/>
              <a:ext cx="73484" cy="215618"/>
            </a:xfrm>
            <a:custGeom>
              <a:avLst/>
              <a:gdLst/>
              <a:ahLst/>
              <a:cxnLst/>
              <a:rect l="l" t="t" r="r" b="b"/>
              <a:pathLst>
                <a:path w="2797" h="8207" extrusionOk="0">
                  <a:moveTo>
                    <a:pt x="889" y="1"/>
                  </a:moveTo>
                  <a:lnTo>
                    <a:pt x="889" y="8"/>
                  </a:lnTo>
                  <a:lnTo>
                    <a:pt x="1" y="8"/>
                  </a:lnTo>
                  <a:cubicBezTo>
                    <a:pt x="1048" y="8"/>
                    <a:pt x="1908" y="861"/>
                    <a:pt x="1908" y="1915"/>
                  </a:cubicBezTo>
                  <a:lnTo>
                    <a:pt x="1908" y="6299"/>
                  </a:lnTo>
                  <a:cubicBezTo>
                    <a:pt x="1908" y="7353"/>
                    <a:pt x="1048" y="8206"/>
                    <a:pt x="1" y="8206"/>
                  </a:cubicBezTo>
                  <a:lnTo>
                    <a:pt x="889" y="8206"/>
                  </a:lnTo>
                  <a:cubicBezTo>
                    <a:pt x="1943" y="8206"/>
                    <a:pt x="2796" y="7353"/>
                    <a:pt x="2796" y="6299"/>
                  </a:cubicBezTo>
                  <a:lnTo>
                    <a:pt x="2796" y="1908"/>
                  </a:lnTo>
                  <a:cubicBezTo>
                    <a:pt x="2796" y="854"/>
                    <a:pt x="1943" y="1"/>
                    <a:pt x="889" y="1"/>
                  </a:cubicBezTo>
                  <a:close/>
                </a:path>
              </a:pathLst>
            </a:custGeom>
            <a:solidFill>
              <a:srgbClr val="C0CD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1" name="Google Shape;6461;p61"/>
            <p:cNvSpPr/>
            <p:nvPr/>
          </p:nvSpPr>
          <p:spPr>
            <a:xfrm>
              <a:off x="7516069" y="4261764"/>
              <a:ext cx="28085" cy="28112"/>
            </a:xfrm>
            <a:custGeom>
              <a:avLst/>
              <a:gdLst/>
              <a:ahLst/>
              <a:cxnLst/>
              <a:rect l="l" t="t" r="r" b="b"/>
              <a:pathLst>
                <a:path w="1069" h="1070" extrusionOk="0">
                  <a:moveTo>
                    <a:pt x="535" y="1"/>
                  </a:moveTo>
                  <a:cubicBezTo>
                    <a:pt x="236" y="1"/>
                    <a:pt x="1" y="244"/>
                    <a:pt x="1" y="535"/>
                  </a:cubicBezTo>
                  <a:cubicBezTo>
                    <a:pt x="1" y="833"/>
                    <a:pt x="236" y="1069"/>
                    <a:pt x="535" y="1069"/>
                  </a:cubicBezTo>
                  <a:cubicBezTo>
                    <a:pt x="826" y="1069"/>
                    <a:pt x="1069" y="833"/>
                    <a:pt x="1069" y="535"/>
                  </a:cubicBezTo>
                  <a:cubicBezTo>
                    <a:pt x="1069" y="244"/>
                    <a:pt x="826" y="1"/>
                    <a:pt x="535" y="1"/>
                  </a:cubicBezTo>
                  <a:close/>
                </a:path>
              </a:pathLst>
            </a:custGeom>
            <a:solidFill>
              <a:srgbClr val="5769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2" name="Google Shape;6462;p61"/>
            <p:cNvSpPr/>
            <p:nvPr/>
          </p:nvSpPr>
          <p:spPr>
            <a:xfrm>
              <a:off x="7586059" y="4261764"/>
              <a:ext cx="28085" cy="28112"/>
            </a:xfrm>
            <a:custGeom>
              <a:avLst/>
              <a:gdLst/>
              <a:ahLst/>
              <a:cxnLst/>
              <a:rect l="l" t="t" r="r" b="b"/>
              <a:pathLst>
                <a:path w="1069" h="1070" extrusionOk="0">
                  <a:moveTo>
                    <a:pt x="534" y="1"/>
                  </a:moveTo>
                  <a:cubicBezTo>
                    <a:pt x="236" y="1"/>
                    <a:pt x="0" y="244"/>
                    <a:pt x="0" y="535"/>
                  </a:cubicBezTo>
                  <a:cubicBezTo>
                    <a:pt x="0" y="833"/>
                    <a:pt x="236" y="1069"/>
                    <a:pt x="534" y="1069"/>
                  </a:cubicBezTo>
                  <a:cubicBezTo>
                    <a:pt x="826" y="1069"/>
                    <a:pt x="1068" y="833"/>
                    <a:pt x="1068" y="535"/>
                  </a:cubicBezTo>
                  <a:cubicBezTo>
                    <a:pt x="1068" y="244"/>
                    <a:pt x="826" y="1"/>
                    <a:pt x="534" y="1"/>
                  </a:cubicBezTo>
                  <a:close/>
                </a:path>
              </a:pathLst>
            </a:custGeom>
            <a:solidFill>
              <a:srgbClr val="5769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3" name="Google Shape;6463;p61"/>
            <p:cNvSpPr/>
            <p:nvPr/>
          </p:nvSpPr>
          <p:spPr>
            <a:xfrm>
              <a:off x="7655839" y="4261764"/>
              <a:ext cx="28269" cy="28112"/>
            </a:xfrm>
            <a:custGeom>
              <a:avLst/>
              <a:gdLst/>
              <a:ahLst/>
              <a:cxnLst/>
              <a:rect l="l" t="t" r="r" b="b"/>
              <a:pathLst>
                <a:path w="1076" h="1070" extrusionOk="0">
                  <a:moveTo>
                    <a:pt x="535" y="1"/>
                  </a:moveTo>
                  <a:cubicBezTo>
                    <a:pt x="243" y="1"/>
                    <a:pt x="1" y="244"/>
                    <a:pt x="1" y="535"/>
                  </a:cubicBezTo>
                  <a:cubicBezTo>
                    <a:pt x="1" y="833"/>
                    <a:pt x="243" y="1069"/>
                    <a:pt x="535" y="1069"/>
                  </a:cubicBezTo>
                  <a:cubicBezTo>
                    <a:pt x="833" y="1069"/>
                    <a:pt x="1076" y="833"/>
                    <a:pt x="1076" y="535"/>
                  </a:cubicBezTo>
                  <a:cubicBezTo>
                    <a:pt x="1076" y="244"/>
                    <a:pt x="833" y="1"/>
                    <a:pt x="535" y="1"/>
                  </a:cubicBezTo>
                  <a:close/>
                </a:path>
              </a:pathLst>
            </a:custGeom>
            <a:solidFill>
              <a:srgbClr val="5769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64" name="Google Shape;6464;p61"/>
          <p:cNvGrpSpPr/>
          <p:nvPr/>
        </p:nvGrpSpPr>
        <p:grpSpPr>
          <a:xfrm>
            <a:off x="3611911" y="3259862"/>
            <a:ext cx="369207" cy="258259"/>
            <a:chOff x="3625085" y="3259862"/>
            <a:chExt cx="369207" cy="258259"/>
          </a:xfrm>
        </p:grpSpPr>
        <p:sp>
          <p:nvSpPr>
            <p:cNvPr id="6465" name="Google Shape;6465;p61"/>
            <p:cNvSpPr/>
            <p:nvPr/>
          </p:nvSpPr>
          <p:spPr>
            <a:xfrm>
              <a:off x="3779069" y="3268978"/>
              <a:ext cx="109372" cy="40670"/>
            </a:xfrm>
            <a:custGeom>
              <a:avLst/>
              <a:gdLst/>
              <a:ahLst/>
              <a:cxnLst/>
              <a:rect l="l" t="t" r="r" b="b"/>
              <a:pathLst>
                <a:path w="4163" h="1548" extrusionOk="0">
                  <a:moveTo>
                    <a:pt x="1207" y="1"/>
                  </a:moveTo>
                  <a:cubicBezTo>
                    <a:pt x="909" y="1"/>
                    <a:pt x="638" y="174"/>
                    <a:pt x="514" y="445"/>
                  </a:cubicBezTo>
                  <a:lnTo>
                    <a:pt x="0" y="1547"/>
                  </a:lnTo>
                  <a:lnTo>
                    <a:pt x="4162" y="1547"/>
                  </a:lnTo>
                  <a:lnTo>
                    <a:pt x="3649" y="445"/>
                  </a:lnTo>
                  <a:cubicBezTo>
                    <a:pt x="3524" y="174"/>
                    <a:pt x="3253" y="1"/>
                    <a:pt x="295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6" name="Google Shape;6466;p61"/>
            <p:cNvSpPr/>
            <p:nvPr/>
          </p:nvSpPr>
          <p:spPr>
            <a:xfrm>
              <a:off x="3913374" y="3283192"/>
              <a:ext cx="57432" cy="31369"/>
            </a:xfrm>
            <a:custGeom>
              <a:avLst/>
              <a:gdLst/>
              <a:ahLst/>
              <a:cxnLst/>
              <a:rect l="l" t="t" r="r" b="b"/>
              <a:pathLst>
                <a:path w="2186" h="1194" extrusionOk="0">
                  <a:moveTo>
                    <a:pt x="347" y="1"/>
                  </a:moveTo>
                  <a:cubicBezTo>
                    <a:pt x="153" y="1"/>
                    <a:pt x="0" y="160"/>
                    <a:pt x="0" y="348"/>
                  </a:cubicBezTo>
                  <a:lnTo>
                    <a:pt x="0" y="1194"/>
                  </a:lnTo>
                  <a:lnTo>
                    <a:pt x="2185" y="1194"/>
                  </a:lnTo>
                  <a:lnTo>
                    <a:pt x="2185" y="348"/>
                  </a:lnTo>
                  <a:cubicBezTo>
                    <a:pt x="2185" y="160"/>
                    <a:pt x="2026" y="1"/>
                    <a:pt x="183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7" name="Google Shape;6467;p61"/>
            <p:cNvSpPr/>
            <p:nvPr/>
          </p:nvSpPr>
          <p:spPr>
            <a:xfrm>
              <a:off x="3625085" y="3309070"/>
              <a:ext cx="369207" cy="209050"/>
            </a:xfrm>
            <a:custGeom>
              <a:avLst/>
              <a:gdLst/>
              <a:ahLst/>
              <a:cxnLst/>
              <a:rect l="l" t="t" r="r" b="b"/>
              <a:pathLst>
                <a:path w="14053" h="7957" extrusionOk="0">
                  <a:moveTo>
                    <a:pt x="860" y="1"/>
                  </a:moveTo>
                  <a:cubicBezTo>
                    <a:pt x="389" y="1"/>
                    <a:pt x="0" y="382"/>
                    <a:pt x="0" y="854"/>
                  </a:cubicBezTo>
                  <a:lnTo>
                    <a:pt x="0" y="7096"/>
                  </a:lnTo>
                  <a:cubicBezTo>
                    <a:pt x="0" y="7575"/>
                    <a:pt x="389" y="7956"/>
                    <a:pt x="860" y="7956"/>
                  </a:cubicBezTo>
                  <a:lnTo>
                    <a:pt x="13193" y="7956"/>
                  </a:lnTo>
                  <a:cubicBezTo>
                    <a:pt x="13665" y="7956"/>
                    <a:pt x="14053" y="7575"/>
                    <a:pt x="14053" y="7096"/>
                  </a:cubicBezTo>
                  <a:lnTo>
                    <a:pt x="14053" y="861"/>
                  </a:lnTo>
                  <a:cubicBezTo>
                    <a:pt x="14053" y="382"/>
                    <a:pt x="13665" y="1"/>
                    <a:pt x="13193"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8" name="Google Shape;6468;p61"/>
            <p:cNvSpPr/>
            <p:nvPr/>
          </p:nvSpPr>
          <p:spPr>
            <a:xfrm>
              <a:off x="3941616" y="3344065"/>
              <a:ext cx="52676" cy="145996"/>
            </a:xfrm>
            <a:custGeom>
              <a:avLst/>
              <a:gdLst/>
              <a:ahLst/>
              <a:cxnLst/>
              <a:rect l="l" t="t" r="r" b="b"/>
              <a:pathLst>
                <a:path w="2005" h="5557" extrusionOk="0">
                  <a:moveTo>
                    <a:pt x="2005" y="0"/>
                  </a:moveTo>
                  <a:lnTo>
                    <a:pt x="798" y="7"/>
                  </a:lnTo>
                  <a:lnTo>
                    <a:pt x="749" y="7"/>
                  </a:lnTo>
                  <a:cubicBezTo>
                    <a:pt x="326" y="28"/>
                    <a:pt x="0" y="382"/>
                    <a:pt x="0" y="805"/>
                  </a:cubicBezTo>
                  <a:lnTo>
                    <a:pt x="0" y="4759"/>
                  </a:lnTo>
                  <a:cubicBezTo>
                    <a:pt x="0" y="5196"/>
                    <a:pt x="354" y="5556"/>
                    <a:pt x="798" y="5556"/>
                  </a:cubicBezTo>
                  <a:lnTo>
                    <a:pt x="2005" y="5556"/>
                  </a:lnTo>
                  <a:lnTo>
                    <a:pt x="2005"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69" name="Google Shape;6469;p61"/>
            <p:cNvSpPr/>
            <p:nvPr/>
          </p:nvSpPr>
          <p:spPr>
            <a:xfrm>
              <a:off x="3739161" y="3324203"/>
              <a:ext cx="187349" cy="179783"/>
            </a:xfrm>
            <a:custGeom>
              <a:avLst/>
              <a:gdLst/>
              <a:ahLst/>
              <a:cxnLst/>
              <a:rect l="l" t="t" r="r" b="b"/>
              <a:pathLst>
                <a:path w="7131" h="6843" extrusionOk="0">
                  <a:moveTo>
                    <a:pt x="3723" y="0"/>
                  </a:moveTo>
                  <a:cubicBezTo>
                    <a:pt x="3714" y="0"/>
                    <a:pt x="3706" y="0"/>
                    <a:pt x="3697" y="0"/>
                  </a:cubicBezTo>
                  <a:cubicBezTo>
                    <a:pt x="2310" y="0"/>
                    <a:pt x="1062" y="833"/>
                    <a:pt x="534" y="2109"/>
                  </a:cubicBezTo>
                  <a:cubicBezTo>
                    <a:pt x="0" y="3392"/>
                    <a:pt x="299" y="4863"/>
                    <a:pt x="1277" y="5841"/>
                  </a:cubicBezTo>
                  <a:cubicBezTo>
                    <a:pt x="1931" y="6495"/>
                    <a:pt x="2806" y="6842"/>
                    <a:pt x="3698" y="6842"/>
                  </a:cubicBezTo>
                  <a:cubicBezTo>
                    <a:pt x="4139" y="6842"/>
                    <a:pt x="4584" y="6757"/>
                    <a:pt x="5008" y="6583"/>
                  </a:cubicBezTo>
                  <a:cubicBezTo>
                    <a:pt x="6284" y="6056"/>
                    <a:pt x="7117" y="4807"/>
                    <a:pt x="7117" y="3420"/>
                  </a:cubicBezTo>
                  <a:cubicBezTo>
                    <a:pt x="7131" y="1535"/>
                    <a:pt x="5605" y="0"/>
                    <a:pt x="372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0" name="Google Shape;6470;p61"/>
            <p:cNvSpPr/>
            <p:nvPr/>
          </p:nvSpPr>
          <p:spPr>
            <a:xfrm>
              <a:off x="3755739" y="3339494"/>
              <a:ext cx="155297" cy="149096"/>
            </a:xfrm>
            <a:custGeom>
              <a:avLst/>
              <a:gdLst/>
              <a:ahLst/>
              <a:cxnLst/>
              <a:rect l="l" t="t" r="r" b="b"/>
              <a:pathLst>
                <a:path w="5911" h="5675" extrusionOk="0">
                  <a:moveTo>
                    <a:pt x="3079" y="1"/>
                  </a:moveTo>
                  <a:cubicBezTo>
                    <a:pt x="3075" y="1"/>
                    <a:pt x="3071" y="1"/>
                    <a:pt x="3066" y="1"/>
                  </a:cubicBezTo>
                  <a:cubicBezTo>
                    <a:pt x="1915" y="1"/>
                    <a:pt x="881" y="695"/>
                    <a:pt x="444" y="1749"/>
                  </a:cubicBezTo>
                  <a:cubicBezTo>
                    <a:pt x="0" y="2810"/>
                    <a:pt x="243" y="4031"/>
                    <a:pt x="1055" y="4842"/>
                  </a:cubicBezTo>
                  <a:cubicBezTo>
                    <a:pt x="1598" y="5386"/>
                    <a:pt x="2325" y="5674"/>
                    <a:pt x="3065" y="5674"/>
                  </a:cubicBezTo>
                  <a:cubicBezTo>
                    <a:pt x="3430" y="5674"/>
                    <a:pt x="3798" y="5604"/>
                    <a:pt x="4148" y="5460"/>
                  </a:cubicBezTo>
                  <a:cubicBezTo>
                    <a:pt x="5210" y="5023"/>
                    <a:pt x="5903" y="3982"/>
                    <a:pt x="5903" y="2838"/>
                  </a:cubicBezTo>
                  <a:cubicBezTo>
                    <a:pt x="5910" y="1275"/>
                    <a:pt x="4641" y="1"/>
                    <a:pt x="3079"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1" name="Google Shape;6471;p61"/>
            <p:cNvSpPr/>
            <p:nvPr/>
          </p:nvSpPr>
          <p:spPr>
            <a:xfrm>
              <a:off x="3775049" y="3359172"/>
              <a:ext cx="122298" cy="108479"/>
            </a:xfrm>
            <a:custGeom>
              <a:avLst/>
              <a:gdLst/>
              <a:ahLst/>
              <a:cxnLst/>
              <a:rect l="l" t="t" r="r" b="b"/>
              <a:pathLst>
                <a:path w="4655" h="4129" extrusionOk="0">
                  <a:moveTo>
                    <a:pt x="2326" y="0"/>
                  </a:moveTo>
                  <a:cubicBezTo>
                    <a:pt x="1712" y="0"/>
                    <a:pt x="1103" y="276"/>
                    <a:pt x="694" y="799"/>
                  </a:cubicBezTo>
                  <a:cubicBezTo>
                    <a:pt x="1" y="1680"/>
                    <a:pt x="146" y="2956"/>
                    <a:pt x="1013" y="3663"/>
                  </a:cubicBezTo>
                  <a:cubicBezTo>
                    <a:pt x="1396" y="3976"/>
                    <a:pt x="1858" y="4128"/>
                    <a:pt x="2318" y="4128"/>
                  </a:cubicBezTo>
                  <a:cubicBezTo>
                    <a:pt x="2900" y="4128"/>
                    <a:pt x="3478" y="3883"/>
                    <a:pt x="3885" y="3407"/>
                  </a:cubicBezTo>
                  <a:lnTo>
                    <a:pt x="3892" y="3400"/>
                  </a:lnTo>
                  <a:cubicBezTo>
                    <a:pt x="3934" y="3351"/>
                    <a:pt x="3968" y="3310"/>
                    <a:pt x="4003" y="3261"/>
                  </a:cubicBezTo>
                  <a:cubicBezTo>
                    <a:pt x="4655" y="2346"/>
                    <a:pt x="4454" y="1083"/>
                    <a:pt x="3552" y="410"/>
                  </a:cubicBezTo>
                  <a:cubicBezTo>
                    <a:pt x="3185" y="134"/>
                    <a:pt x="2754" y="0"/>
                    <a:pt x="2326"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2" name="Google Shape;6472;p61"/>
            <p:cNvSpPr/>
            <p:nvPr/>
          </p:nvSpPr>
          <p:spPr>
            <a:xfrm>
              <a:off x="3798563" y="3359093"/>
              <a:ext cx="98075" cy="90982"/>
            </a:xfrm>
            <a:custGeom>
              <a:avLst/>
              <a:gdLst/>
              <a:ahLst/>
              <a:cxnLst/>
              <a:rect l="l" t="t" r="r" b="b"/>
              <a:pathLst>
                <a:path w="3733" h="3463" extrusionOk="0">
                  <a:moveTo>
                    <a:pt x="1423" y="1"/>
                  </a:moveTo>
                  <a:cubicBezTo>
                    <a:pt x="1124" y="1"/>
                    <a:pt x="823" y="65"/>
                    <a:pt x="541" y="198"/>
                  </a:cubicBezTo>
                  <a:cubicBezTo>
                    <a:pt x="0" y="968"/>
                    <a:pt x="42" y="2002"/>
                    <a:pt x="646" y="2723"/>
                  </a:cubicBezTo>
                  <a:cubicBezTo>
                    <a:pt x="1043" y="3204"/>
                    <a:pt x="1629" y="3463"/>
                    <a:pt x="2226" y="3463"/>
                  </a:cubicBezTo>
                  <a:cubicBezTo>
                    <a:pt x="2524" y="3463"/>
                    <a:pt x="2826" y="3398"/>
                    <a:pt x="3108" y="3264"/>
                  </a:cubicBezTo>
                  <a:cubicBezTo>
                    <a:pt x="3732" y="2390"/>
                    <a:pt x="3580" y="1183"/>
                    <a:pt x="2761" y="490"/>
                  </a:cubicBezTo>
                  <a:cubicBezTo>
                    <a:pt x="2380" y="169"/>
                    <a:pt x="1904" y="1"/>
                    <a:pt x="1423"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3" name="Google Shape;6473;p61"/>
            <p:cNvSpPr/>
            <p:nvPr/>
          </p:nvSpPr>
          <p:spPr>
            <a:xfrm>
              <a:off x="3828461" y="3387441"/>
              <a:ext cx="34286" cy="34286"/>
            </a:xfrm>
            <a:custGeom>
              <a:avLst/>
              <a:gdLst/>
              <a:ahLst/>
              <a:cxnLst/>
              <a:rect l="l" t="t" r="r" b="b"/>
              <a:pathLst>
                <a:path w="1305" h="1305" extrusionOk="0">
                  <a:moveTo>
                    <a:pt x="652" y="0"/>
                  </a:moveTo>
                  <a:cubicBezTo>
                    <a:pt x="291" y="0"/>
                    <a:pt x="0" y="292"/>
                    <a:pt x="0" y="652"/>
                  </a:cubicBezTo>
                  <a:cubicBezTo>
                    <a:pt x="0" y="1013"/>
                    <a:pt x="291" y="1304"/>
                    <a:pt x="652" y="1304"/>
                  </a:cubicBezTo>
                  <a:cubicBezTo>
                    <a:pt x="1013" y="1304"/>
                    <a:pt x="1304" y="1013"/>
                    <a:pt x="1304" y="652"/>
                  </a:cubicBezTo>
                  <a:cubicBezTo>
                    <a:pt x="1304" y="292"/>
                    <a:pt x="1013" y="0"/>
                    <a:pt x="652" y="0"/>
                  </a:cubicBez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4" name="Google Shape;6474;p61"/>
            <p:cNvSpPr/>
            <p:nvPr/>
          </p:nvSpPr>
          <p:spPr>
            <a:xfrm>
              <a:off x="3658057" y="3259862"/>
              <a:ext cx="35573" cy="31028"/>
            </a:xfrm>
            <a:custGeom>
              <a:avLst/>
              <a:gdLst/>
              <a:ahLst/>
              <a:cxnLst/>
              <a:rect l="l" t="t" r="r" b="b"/>
              <a:pathLst>
                <a:path w="1354" h="1181" extrusionOk="0">
                  <a:moveTo>
                    <a:pt x="347" y="1"/>
                  </a:moveTo>
                  <a:cubicBezTo>
                    <a:pt x="153" y="1"/>
                    <a:pt x="1" y="153"/>
                    <a:pt x="1" y="348"/>
                  </a:cubicBezTo>
                  <a:lnTo>
                    <a:pt x="1" y="833"/>
                  </a:lnTo>
                  <a:cubicBezTo>
                    <a:pt x="1" y="1021"/>
                    <a:pt x="153" y="1180"/>
                    <a:pt x="347" y="1180"/>
                  </a:cubicBezTo>
                  <a:lnTo>
                    <a:pt x="1006" y="1180"/>
                  </a:lnTo>
                  <a:cubicBezTo>
                    <a:pt x="1194" y="1180"/>
                    <a:pt x="1353" y="1021"/>
                    <a:pt x="1353" y="833"/>
                  </a:cubicBezTo>
                  <a:lnTo>
                    <a:pt x="1353" y="348"/>
                  </a:lnTo>
                  <a:cubicBezTo>
                    <a:pt x="1353" y="153"/>
                    <a:pt x="1194" y="1"/>
                    <a:pt x="1006"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5" name="Google Shape;6475;p61"/>
            <p:cNvSpPr/>
            <p:nvPr/>
          </p:nvSpPr>
          <p:spPr>
            <a:xfrm>
              <a:off x="3625085" y="3281931"/>
              <a:ext cx="101517" cy="236190"/>
            </a:xfrm>
            <a:custGeom>
              <a:avLst/>
              <a:gdLst/>
              <a:ahLst/>
              <a:cxnLst/>
              <a:rect l="l" t="t" r="r" b="b"/>
              <a:pathLst>
                <a:path w="3864" h="8990" extrusionOk="0">
                  <a:moveTo>
                    <a:pt x="860" y="0"/>
                  </a:moveTo>
                  <a:cubicBezTo>
                    <a:pt x="389" y="7"/>
                    <a:pt x="7" y="389"/>
                    <a:pt x="0" y="860"/>
                  </a:cubicBezTo>
                  <a:lnTo>
                    <a:pt x="0" y="8129"/>
                  </a:lnTo>
                  <a:cubicBezTo>
                    <a:pt x="7" y="8601"/>
                    <a:pt x="389" y="8989"/>
                    <a:pt x="860" y="8989"/>
                  </a:cubicBezTo>
                  <a:lnTo>
                    <a:pt x="3004" y="8989"/>
                  </a:lnTo>
                  <a:cubicBezTo>
                    <a:pt x="3475" y="8989"/>
                    <a:pt x="3857" y="8601"/>
                    <a:pt x="3864" y="8129"/>
                  </a:cubicBezTo>
                  <a:lnTo>
                    <a:pt x="3864" y="860"/>
                  </a:lnTo>
                  <a:cubicBezTo>
                    <a:pt x="3864" y="396"/>
                    <a:pt x="3496" y="14"/>
                    <a:pt x="3031"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6" name="Google Shape;6476;p61"/>
            <p:cNvSpPr/>
            <p:nvPr/>
          </p:nvSpPr>
          <p:spPr>
            <a:xfrm>
              <a:off x="3625269" y="3281931"/>
              <a:ext cx="79474" cy="209944"/>
            </a:xfrm>
            <a:custGeom>
              <a:avLst/>
              <a:gdLst/>
              <a:ahLst/>
              <a:cxnLst/>
              <a:rect l="l" t="t" r="r" b="b"/>
              <a:pathLst>
                <a:path w="3025" h="7991" extrusionOk="0">
                  <a:moveTo>
                    <a:pt x="860" y="0"/>
                  </a:moveTo>
                  <a:cubicBezTo>
                    <a:pt x="382" y="7"/>
                    <a:pt x="0" y="389"/>
                    <a:pt x="0" y="860"/>
                  </a:cubicBezTo>
                  <a:lnTo>
                    <a:pt x="0" y="7991"/>
                  </a:lnTo>
                  <a:lnTo>
                    <a:pt x="2164" y="7991"/>
                  </a:lnTo>
                  <a:cubicBezTo>
                    <a:pt x="2636" y="7984"/>
                    <a:pt x="3017" y="7602"/>
                    <a:pt x="3024" y="7131"/>
                  </a:cubicBezTo>
                  <a:lnTo>
                    <a:pt x="3024"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77" name="Google Shape;6477;p61"/>
            <p:cNvSpPr/>
            <p:nvPr/>
          </p:nvSpPr>
          <p:spPr>
            <a:xfrm>
              <a:off x="3912822" y="3327671"/>
              <a:ext cx="22621" cy="22621"/>
            </a:xfrm>
            <a:custGeom>
              <a:avLst/>
              <a:gdLst/>
              <a:ahLst/>
              <a:cxnLst/>
              <a:rect l="l" t="t" r="r" b="b"/>
              <a:pathLst>
                <a:path w="861" h="861" extrusionOk="0">
                  <a:moveTo>
                    <a:pt x="431" y="0"/>
                  </a:moveTo>
                  <a:cubicBezTo>
                    <a:pt x="195" y="0"/>
                    <a:pt x="0" y="194"/>
                    <a:pt x="0" y="430"/>
                  </a:cubicBezTo>
                  <a:cubicBezTo>
                    <a:pt x="0" y="666"/>
                    <a:pt x="195" y="860"/>
                    <a:pt x="431" y="860"/>
                  </a:cubicBezTo>
                  <a:cubicBezTo>
                    <a:pt x="673" y="860"/>
                    <a:pt x="861" y="666"/>
                    <a:pt x="861" y="430"/>
                  </a:cubicBezTo>
                  <a:cubicBezTo>
                    <a:pt x="861" y="194"/>
                    <a:pt x="673" y="0"/>
                    <a:pt x="431" y="0"/>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78" name="Google Shape;6478;p61"/>
          <p:cNvGrpSpPr/>
          <p:nvPr/>
        </p:nvGrpSpPr>
        <p:grpSpPr>
          <a:xfrm>
            <a:off x="6304185" y="3276808"/>
            <a:ext cx="363217" cy="248590"/>
            <a:chOff x="6317360" y="3276808"/>
            <a:chExt cx="363217" cy="248590"/>
          </a:xfrm>
        </p:grpSpPr>
        <p:sp>
          <p:nvSpPr>
            <p:cNvPr id="6479" name="Google Shape;6479;p61"/>
            <p:cNvSpPr/>
            <p:nvPr/>
          </p:nvSpPr>
          <p:spPr>
            <a:xfrm>
              <a:off x="6568840" y="3420045"/>
              <a:ext cx="77110" cy="49051"/>
            </a:xfrm>
            <a:custGeom>
              <a:avLst/>
              <a:gdLst/>
              <a:ahLst/>
              <a:cxnLst/>
              <a:rect l="l" t="t" r="r" b="b"/>
              <a:pathLst>
                <a:path w="2935" h="1867" extrusionOk="0">
                  <a:moveTo>
                    <a:pt x="0" y="1"/>
                  </a:moveTo>
                  <a:lnTo>
                    <a:pt x="0" y="1867"/>
                  </a:lnTo>
                  <a:lnTo>
                    <a:pt x="2934" y="1867"/>
                  </a:lnTo>
                  <a:lnTo>
                    <a:pt x="2934" y="1"/>
                  </a:ln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0" name="Google Shape;6480;p61"/>
            <p:cNvSpPr/>
            <p:nvPr/>
          </p:nvSpPr>
          <p:spPr>
            <a:xfrm>
              <a:off x="6568840" y="3444663"/>
              <a:ext cx="77110" cy="24433"/>
            </a:xfrm>
            <a:custGeom>
              <a:avLst/>
              <a:gdLst/>
              <a:ahLst/>
              <a:cxnLst/>
              <a:rect l="l" t="t" r="r" b="b"/>
              <a:pathLst>
                <a:path w="2935" h="930" extrusionOk="0">
                  <a:moveTo>
                    <a:pt x="0" y="0"/>
                  </a:moveTo>
                  <a:lnTo>
                    <a:pt x="0" y="930"/>
                  </a:lnTo>
                  <a:lnTo>
                    <a:pt x="2934" y="930"/>
                  </a:lnTo>
                  <a:lnTo>
                    <a:pt x="2934"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1" name="Google Shape;6481;p61"/>
            <p:cNvSpPr/>
            <p:nvPr/>
          </p:nvSpPr>
          <p:spPr>
            <a:xfrm>
              <a:off x="6626797" y="3387178"/>
              <a:ext cx="53780" cy="114890"/>
            </a:xfrm>
            <a:custGeom>
              <a:avLst/>
              <a:gdLst/>
              <a:ahLst/>
              <a:cxnLst/>
              <a:rect l="l" t="t" r="r" b="b"/>
              <a:pathLst>
                <a:path w="2047" h="4373" extrusionOk="0">
                  <a:moveTo>
                    <a:pt x="1827" y="1"/>
                  </a:moveTo>
                  <a:cubicBezTo>
                    <a:pt x="1806" y="1"/>
                    <a:pt x="1784" y="4"/>
                    <a:pt x="1762" y="10"/>
                  </a:cubicBezTo>
                  <a:lnTo>
                    <a:pt x="167" y="447"/>
                  </a:lnTo>
                  <a:cubicBezTo>
                    <a:pt x="69" y="475"/>
                    <a:pt x="0" y="558"/>
                    <a:pt x="0" y="662"/>
                  </a:cubicBezTo>
                  <a:lnTo>
                    <a:pt x="0" y="3707"/>
                  </a:lnTo>
                  <a:cubicBezTo>
                    <a:pt x="0" y="3811"/>
                    <a:pt x="69" y="3901"/>
                    <a:pt x="167" y="3922"/>
                  </a:cubicBezTo>
                  <a:lnTo>
                    <a:pt x="1762" y="4366"/>
                  </a:lnTo>
                  <a:cubicBezTo>
                    <a:pt x="1781" y="4371"/>
                    <a:pt x="1800" y="4373"/>
                    <a:pt x="1818" y="4373"/>
                  </a:cubicBezTo>
                  <a:cubicBezTo>
                    <a:pt x="1941" y="4373"/>
                    <a:pt x="2046" y="4277"/>
                    <a:pt x="2046" y="4144"/>
                  </a:cubicBezTo>
                  <a:lnTo>
                    <a:pt x="2046" y="225"/>
                  </a:lnTo>
                  <a:cubicBezTo>
                    <a:pt x="2046" y="96"/>
                    <a:pt x="1946" y="1"/>
                    <a:pt x="182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2" name="Google Shape;6482;p61"/>
            <p:cNvSpPr/>
            <p:nvPr/>
          </p:nvSpPr>
          <p:spPr>
            <a:xfrm>
              <a:off x="6345051" y="3363743"/>
              <a:ext cx="247855" cy="161655"/>
            </a:xfrm>
            <a:custGeom>
              <a:avLst/>
              <a:gdLst/>
              <a:ahLst/>
              <a:cxnLst/>
              <a:rect l="l" t="t" r="r" b="b"/>
              <a:pathLst>
                <a:path w="9434" h="6153" extrusionOk="0">
                  <a:moveTo>
                    <a:pt x="320" y="1"/>
                  </a:moveTo>
                  <a:cubicBezTo>
                    <a:pt x="146" y="1"/>
                    <a:pt x="1" y="146"/>
                    <a:pt x="1" y="320"/>
                  </a:cubicBezTo>
                  <a:lnTo>
                    <a:pt x="1" y="5834"/>
                  </a:lnTo>
                  <a:cubicBezTo>
                    <a:pt x="1" y="6014"/>
                    <a:pt x="146" y="6153"/>
                    <a:pt x="320" y="6153"/>
                  </a:cubicBezTo>
                  <a:lnTo>
                    <a:pt x="9115" y="6153"/>
                  </a:lnTo>
                  <a:cubicBezTo>
                    <a:pt x="9288" y="6153"/>
                    <a:pt x="9434" y="6014"/>
                    <a:pt x="9434" y="5834"/>
                  </a:cubicBezTo>
                  <a:lnTo>
                    <a:pt x="9434" y="320"/>
                  </a:lnTo>
                  <a:cubicBezTo>
                    <a:pt x="9434" y="146"/>
                    <a:pt x="9288" y="1"/>
                    <a:pt x="9115"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3" name="Google Shape;6483;p61"/>
            <p:cNvSpPr/>
            <p:nvPr/>
          </p:nvSpPr>
          <p:spPr>
            <a:xfrm>
              <a:off x="6345051" y="3363743"/>
              <a:ext cx="247671" cy="161655"/>
            </a:xfrm>
            <a:custGeom>
              <a:avLst/>
              <a:gdLst/>
              <a:ahLst/>
              <a:cxnLst/>
              <a:rect l="l" t="t" r="r" b="b"/>
              <a:pathLst>
                <a:path w="9427" h="6153" extrusionOk="0">
                  <a:moveTo>
                    <a:pt x="7658" y="1"/>
                  </a:moveTo>
                  <a:cubicBezTo>
                    <a:pt x="7832" y="1"/>
                    <a:pt x="7970" y="146"/>
                    <a:pt x="7970" y="320"/>
                  </a:cubicBezTo>
                  <a:lnTo>
                    <a:pt x="7970" y="5314"/>
                  </a:lnTo>
                  <a:cubicBezTo>
                    <a:pt x="7970" y="5549"/>
                    <a:pt x="7783" y="5744"/>
                    <a:pt x="7547" y="5744"/>
                  </a:cubicBezTo>
                  <a:lnTo>
                    <a:pt x="313" y="5744"/>
                  </a:lnTo>
                  <a:cubicBezTo>
                    <a:pt x="160" y="5744"/>
                    <a:pt x="28" y="5633"/>
                    <a:pt x="1" y="5480"/>
                  </a:cubicBezTo>
                  <a:lnTo>
                    <a:pt x="1" y="5841"/>
                  </a:lnTo>
                  <a:cubicBezTo>
                    <a:pt x="1" y="6014"/>
                    <a:pt x="146" y="6153"/>
                    <a:pt x="320" y="6153"/>
                  </a:cubicBezTo>
                  <a:lnTo>
                    <a:pt x="9115" y="6153"/>
                  </a:lnTo>
                  <a:cubicBezTo>
                    <a:pt x="9288" y="6153"/>
                    <a:pt x="9427" y="6014"/>
                    <a:pt x="9427" y="5841"/>
                  </a:cubicBezTo>
                  <a:lnTo>
                    <a:pt x="9427" y="320"/>
                  </a:lnTo>
                  <a:cubicBezTo>
                    <a:pt x="9427" y="313"/>
                    <a:pt x="9427" y="299"/>
                    <a:pt x="9427" y="292"/>
                  </a:cubicBezTo>
                  <a:cubicBezTo>
                    <a:pt x="9413" y="125"/>
                    <a:pt x="9274" y="1"/>
                    <a:pt x="9115"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4" name="Google Shape;6484;p61"/>
            <p:cNvSpPr/>
            <p:nvPr/>
          </p:nvSpPr>
          <p:spPr>
            <a:xfrm>
              <a:off x="6317360" y="3276808"/>
              <a:ext cx="147993" cy="147835"/>
            </a:xfrm>
            <a:custGeom>
              <a:avLst/>
              <a:gdLst/>
              <a:ahLst/>
              <a:cxnLst/>
              <a:rect l="l" t="t" r="r" b="b"/>
              <a:pathLst>
                <a:path w="5633" h="5627" extrusionOk="0">
                  <a:moveTo>
                    <a:pt x="2817" y="1"/>
                  </a:moveTo>
                  <a:cubicBezTo>
                    <a:pt x="1263" y="1"/>
                    <a:pt x="0" y="1256"/>
                    <a:pt x="0" y="2810"/>
                  </a:cubicBezTo>
                  <a:cubicBezTo>
                    <a:pt x="0" y="4371"/>
                    <a:pt x="1263" y="5626"/>
                    <a:pt x="2817" y="5626"/>
                  </a:cubicBezTo>
                  <a:cubicBezTo>
                    <a:pt x="4370" y="5626"/>
                    <a:pt x="5633" y="4371"/>
                    <a:pt x="5633" y="2810"/>
                  </a:cubicBezTo>
                  <a:cubicBezTo>
                    <a:pt x="5633" y="1256"/>
                    <a:pt x="4370" y="1"/>
                    <a:pt x="2817"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5" name="Google Shape;6485;p61"/>
            <p:cNvSpPr/>
            <p:nvPr/>
          </p:nvSpPr>
          <p:spPr>
            <a:xfrm>
              <a:off x="6339035" y="3298325"/>
              <a:ext cx="133622" cy="126344"/>
            </a:xfrm>
            <a:custGeom>
              <a:avLst/>
              <a:gdLst/>
              <a:ahLst/>
              <a:cxnLst/>
              <a:rect l="l" t="t" r="r" b="b"/>
              <a:pathLst>
                <a:path w="5086" h="4809" extrusionOk="0">
                  <a:moveTo>
                    <a:pt x="3982" y="0"/>
                  </a:moveTo>
                  <a:lnTo>
                    <a:pt x="1" y="3982"/>
                  </a:lnTo>
                  <a:cubicBezTo>
                    <a:pt x="552" y="4533"/>
                    <a:pt x="1274" y="4809"/>
                    <a:pt x="1994" y="4809"/>
                  </a:cubicBezTo>
                  <a:cubicBezTo>
                    <a:pt x="2715" y="4809"/>
                    <a:pt x="3434" y="4533"/>
                    <a:pt x="3982" y="3982"/>
                  </a:cubicBezTo>
                  <a:cubicBezTo>
                    <a:pt x="5085" y="2886"/>
                    <a:pt x="5085" y="1103"/>
                    <a:pt x="3982"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6" name="Google Shape;6486;p61"/>
            <p:cNvSpPr/>
            <p:nvPr/>
          </p:nvSpPr>
          <p:spPr>
            <a:xfrm>
              <a:off x="6505051" y="3446659"/>
              <a:ext cx="54148" cy="54148"/>
            </a:xfrm>
            <a:custGeom>
              <a:avLst/>
              <a:gdLst/>
              <a:ahLst/>
              <a:cxnLst/>
              <a:rect l="l" t="t" r="r" b="b"/>
              <a:pathLst>
                <a:path w="2061" h="2061" extrusionOk="0">
                  <a:moveTo>
                    <a:pt x="98" y="0"/>
                  </a:moveTo>
                  <a:cubicBezTo>
                    <a:pt x="42" y="0"/>
                    <a:pt x="1" y="42"/>
                    <a:pt x="1" y="98"/>
                  </a:cubicBezTo>
                  <a:lnTo>
                    <a:pt x="1" y="1970"/>
                  </a:lnTo>
                  <a:cubicBezTo>
                    <a:pt x="1" y="2019"/>
                    <a:pt x="42" y="2061"/>
                    <a:pt x="98" y="2061"/>
                  </a:cubicBezTo>
                  <a:lnTo>
                    <a:pt x="1971" y="2061"/>
                  </a:lnTo>
                  <a:cubicBezTo>
                    <a:pt x="2019" y="2061"/>
                    <a:pt x="2061" y="2019"/>
                    <a:pt x="2061" y="1970"/>
                  </a:cubicBezTo>
                  <a:lnTo>
                    <a:pt x="2061" y="98"/>
                  </a:lnTo>
                  <a:cubicBezTo>
                    <a:pt x="2061" y="42"/>
                    <a:pt x="2019" y="0"/>
                    <a:pt x="1971" y="0"/>
                  </a:cubicBez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7" name="Google Shape;6487;p61"/>
            <p:cNvSpPr/>
            <p:nvPr/>
          </p:nvSpPr>
          <p:spPr>
            <a:xfrm>
              <a:off x="6358371" y="3325885"/>
              <a:ext cx="57773" cy="49550"/>
            </a:xfrm>
            <a:custGeom>
              <a:avLst/>
              <a:gdLst/>
              <a:ahLst/>
              <a:cxnLst/>
              <a:rect l="l" t="t" r="r" b="b"/>
              <a:pathLst>
                <a:path w="2199" h="1886" extrusionOk="0">
                  <a:moveTo>
                    <a:pt x="1251" y="0"/>
                  </a:moveTo>
                  <a:cubicBezTo>
                    <a:pt x="1019" y="0"/>
                    <a:pt x="783" y="86"/>
                    <a:pt x="590" y="276"/>
                  </a:cubicBezTo>
                  <a:cubicBezTo>
                    <a:pt x="0" y="873"/>
                    <a:pt x="416" y="1885"/>
                    <a:pt x="1256" y="1885"/>
                  </a:cubicBezTo>
                  <a:cubicBezTo>
                    <a:pt x="1776" y="1885"/>
                    <a:pt x="2199" y="1462"/>
                    <a:pt x="2199" y="942"/>
                  </a:cubicBezTo>
                  <a:cubicBezTo>
                    <a:pt x="2199" y="374"/>
                    <a:pt x="1735" y="0"/>
                    <a:pt x="1251"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8" name="Google Shape;6488;p61"/>
            <p:cNvSpPr/>
            <p:nvPr/>
          </p:nvSpPr>
          <p:spPr>
            <a:xfrm>
              <a:off x="6484821" y="3293937"/>
              <a:ext cx="113734" cy="113576"/>
            </a:xfrm>
            <a:custGeom>
              <a:avLst/>
              <a:gdLst/>
              <a:ahLst/>
              <a:cxnLst/>
              <a:rect l="l" t="t" r="r" b="b"/>
              <a:pathLst>
                <a:path w="4329" h="4323" extrusionOk="0">
                  <a:moveTo>
                    <a:pt x="2165" y="1"/>
                  </a:moveTo>
                  <a:cubicBezTo>
                    <a:pt x="972" y="1"/>
                    <a:pt x="1" y="965"/>
                    <a:pt x="1" y="2158"/>
                  </a:cubicBezTo>
                  <a:cubicBezTo>
                    <a:pt x="1" y="3351"/>
                    <a:pt x="972" y="4322"/>
                    <a:pt x="2165" y="4322"/>
                  </a:cubicBezTo>
                  <a:cubicBezTo>
                    <a:pt x="3358" y="4322"/>
                    <a:pt x="4329" y="3351"/>
                    <a:pt x="4329" y="2158"/>
                  </a:cubicBezTo>
                  <a:cubicBezTo>
                    <a:pt x="4329" y="965"/>
                    <a:pt x="3358" y="1"/>
                    <a:pt x="2165"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9" name="Google Shape;6489;p61"/>
            <p:cNvSpPr/>
            <p:nvPr/>
          </p:nvSpPr>
          <p:spPr>
            <a:xfrm>
              <a:off x="6501583" y="3310541"/>
              <a:ext cx="102463" cy="96919"/>
            </a:xfrm>
            <a:custGeom>
              <a:avLst/>
              <a:gdLst/>
              <a:ahLst/>
              <a:cxnLst/>
              <a:rect l="l" t="t" r="r" b="b"/>
              <a:pathLst>
                <a:path w="3900" h="3689" extrusionOk="0">
                  <a:moveTo>
                    <a:pt x="3053" y="0"/>
                  </a:moveTo>
                  <a:lnTo>
                    <a:pt x="1" y="3059"/>
                  </a:lnTo>
                  <a:cubicBezTo>
                    <a:pt x="421" y="3479"/>
                    <a:pt x="974" y="3688"/>
                    <a:pt x="1527" y="3688"/>
                  </a:cubicBezTo>
                  <a:cubicBezTo>
                    <a:pt x="2080" y="3688"/>
                    <a:pt x="2633" y="3479"/>
                    <a:pt x="3053" y="3059"/>
                  </a:cubicBezTo>
                  <a:cubicBezTo>
                    <a:pt x="3899" y="2213"/>
                    <a:pt x="3899" y="846"/>
                    <a:pt x="3053"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0" name="Google Shape;6490;p61"/>
            <p:cNvSpPr/>
            <p:nvPr/>
          </p:nvSpPr>
          <p:spPr>
            <a:xfrm>
              <a:off x="6521445" y="3335448"/>
              <a:ext cx="35389" cy="30502"/>
            </a:xfrm>
            <a:custGeom>
              <a:avLst/>
              <a:gdLst/>
              <a:ahLst/>
              <a:cxnLst/>
              <a:rect l="l" t="t" r="r" b="b"/>
              <a:pathLst>
                <a:path w="1347" h="1161" extrusionOk="0">
                  <a:moveTo>
                    <a:pt x="766" y="0"/>
                  </a:moveTo>
                  <a:cubicBezTo>
                    <a:pt x="625" y="0"/>
                    <a:pt x="480" y="53"/>
                    <a:pt x="362" y="169"/>
                  </a:cubicBezTo>
                  <a:cubicBezTo>
                    <a:pt x="1" y="536"/>
                    <a:pt x="258" y="1161"/>
                    <a:pt x="771" y="1161"/>
                  </a:cubicBezTo>
                  <a:cubicBezTo>
                    <a:pt x="1090" y="1161"/>
                    <a:pt x="1347" y="897"/>
                    <a:pt x="1347" y="578"/>
                  </a:cubicBezTo>
                  <a:cubicBezTo>
                    <a:pt x="1347" y="230"/>
                    <a:pt x="1063" y="0"/>
                    <a:pt x="766"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1" name="Google Shape;6491;p61"/>
            <p:cNvSpPr/>
            <p:nvPr/>
          </p:nvSpPr>
          <p:spPr>
            <a:xfrm>
              <a:off x="6413071" y="3305234"/>
              <a:ext cx="25800" cy="21806"/>
            </a:xfrm>
            <a:custGeom>
              <a:avLst/>
              <a:gdLst/>
              <a:ahLst/>
              <a:cxnLst/>
              <a:rect l="l" t="t" r="r" b="b"/>
              <a:pathLst>
                <a:path w="982" h="830" extrusionOk="0">
                  <a:moveTo>
                    <a:pt x="693" y="1"/>
                  </a:moveTo>
                  <a:cubicBezTo>
                    <a:pt x="647" y="1"/>
                    <a:pt x="599" y="17"/>
                    <a:pt x="554" y="56"/>
                  </a:cubicBezTo>
                  <a:lnTo>
                    <a:pt x="131" y="480"/>
                  </a:lnTo>
                  <a:cubicBezTo>
                    <a:pt x="1" y="631"/>
                    <a:pt x="133" y="830"/>
                    <a:pt x="293" y="830"/>
                  </a:cubicBezTo>
                  <a:cubicBezTo>
                    <a:pt x="338" y="830"/>
                    <a:pt x="385" y="814"/>
                    <a:pt x="429" y="778"/>
                  </a:cubicBezTo>
                  <a:lnTo>
                    <a:pt x="852" y="348"/>
                  </a:lnTo>
                  <a:cubicBezTo>
                    <a:pt x="981" y="197"/>
                    <a:pt x="852" y="1"/>
                    <a:pt x="69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2" name="Google Shape;6492;p61"/>
            <p:cNvSpPr/>
            <p:nvPr/>
          </p:nvSpPr>
          <p:spPr>
            <a:xfrm>
              <a:off x="6343869" y="3373779"/>
              <a:ext cx="26956" cy="22358"/>
            </a:xfrm>
            <a:custGeom>
              <a:avLst/>
              <a:gdLst/>
              <a:ahLst/>
              <a:cxnLst/>
              <a:rect l="l" t="t" r="r" b="b"/>
              <a:pathLst>
                <a:path w="1026" h="851" extrusionOk="0">
                  <a:moveTo>
                    <a:pt x="712" y="1"/>
                  </a:moveTo>
                  <a:cubicBezTo>
                    <a:pt x="660" y="1"/>
                    <a:pt x="606" y="23"/>
                    <a:pt x="559" y="76"/>
                  </a:cubicBezTo>
                  <a:lnTo>
                    <a:pt x="136" y="499"/>
                  </a:lnTo>
                  <a:cubicBezTo>
                    <a:pt x="1" y="656"/>
                    <a:pt x="135" y="850"/>
                    <a:pt x="292" y="850"/>
                  </a:cubicBezTo>
                  <a:cubicBezTo>
                    <a:pt x="337" y="850"/>
                    <a:pt x="384" y="835"/>
                    <a:pt x="427" y="798"/>
                  </a:cubicBezTo>
                  <a:lnTo>
                    <a:pt x="857" y="375"/>
                  </a:lnTo>
                  <a:cubicBezTo>
                    <a:pt x="1026" y="222"/>
                    <a:pt x="878" y="1"/>
                    <a:pt x="71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3" name="Google Shape;6493;p61"/>
            <p:cNvSpPr/>
            <p:nvPr/>
          </p:nvSpPr>
          <p:spPr>
            <a:xfrm>
              <a:off x="6412072" y="3373779"/>
              <a:ext cx="27823" cy="22962"/>
            </a:xfrm>
            <a:custGeom>
              <a:avLst/>
              <a:gdLst/>
              <a:ahLst/>
              <a:cxnLst/>
              <a:rect l="l" t="t" r="r" b="b"/>
              <a:pathLst>
                <a:path w="1059" h="874" extrusionOk="0">
                  <a:moveTo>
                    <a:pt x="311" y="1"/>
                  </a:moveTo>
                  <a:cubicBezTo>
                    <a:pt x="144" y="1"/>
                    <a:pt x="0" y="222"/>
                    <a:pt x="169" y="375"/>
                  </a:cubicBezTo>
                  <a:lnTo>
                    <a:pt x="592" y="798"/>
                  </a:lnTo>
                  <a:cubicBezTo>
                    <a:pt x="640" y="851"/>
                    <a:pt x="695" y="873"/>
                    <a:pt x="748" y="873"/>
                  </a:cubicBezTo>
                  <a:cubicBezTo>
                    <a:pt x="915" y="873"/>
                    <a:pt x="1059" y="652"/>
                    <a:pt x="890" y="499"/>
                  </a:cubicBezTo>
                  <a:lnTo>
                    <a:pt x="467" y="76"/>
                  </a:lnTo>
                  <a:cubicBezTo>
                    <a:pt x="419" y="23"/>
                    <a:pt x="363" y="1"/>
                    <a:pt x="31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4" name="Google Shape;6494;p61"/>
            <p:cNvSpPr/>
            <p:nvPr/>
          </p:nvSpPr>
          <p:spPr>
            <a:xfrm>
              <a:off x="6342870" y="3304656"/>
              <a:ext cx="27980" cy="22988"/>
            </a:xfrm>
            <a:custGeom>
              <a:avLst/>
              <a:gdLst/>
              <a:ahLst/>
              <a:cxnLst/>
              <a:rect l="l" t="t" r="r" b="b"/>
              <a:pathLst>
                <a:path w="1065" h="875" extrusionOk="0">
                  <a:moveTo>
                    <a:pt x="310" y="0"/>
                  </a:moveTo>
                  <a:cubicBezTo>
                    <a:pt x="145" y="0"/>
                    <a:pt x="1" y="223"/>
                    <a:pt x="174" y="370"/>
                  </a:cubicBezTo>
                  <a:lnTo>
                    <a:pt x="597" y="800"/>
                  </a:lnTo>
                  <a:cubicBezTo>
                    <a:pt x="643" y="853"/>
                    <a:pt x="697" y="874"/>
                    <a:pt x="749" y="874"/>
                  </a:cubicBezTo>
                  <a:cubicBezTo>
                    <a:pt x="915" y="874"/>
                    <a:pt x="1064" y="650"/>
                    <a:pt x="895" y="502"/>
                  </a:cubicBezTo>
                  <a:lnTo>
                    <a:pt x="465" y="78"/>
                  </a:lnTo>
                  <a:cubicBezTo>
                    <a:pt x="418" y="23"/>
                    <a:pt x="363" y="0"/>
                    <a:pt x="31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5" name="Google Shape;6495;p61"/>
            <p:cNvSpPr/>
            <p:nvPr/>
          </p:nvSpPr>
          <p:spPr>
            <a:xfrm>
              <a:off x="6557727" y="3315402"/>
              <a:ext cx="21754" cy="17392"/>
            </a:xfrm>
            <a:custGeom>
              <a:avLst/>
              <a:gdLst/>
              <a:ahLst/>
              <a:cxnLst/>
              <a:rect l="l" t="t" r="r" b="b"/>
              <a:pathLst>
                <a:path w="828" h="662" extrusionOk="0">
                  <a:moveTo>
                    <a:pt x="516" y="0"/>
                  </a:moveTo>
                  <a:cubicBezTo>
                    <a:pt x="463" y="0"/>
                    <a:pt x="408" y="23"/>
                    <a:pt x="361" y="79"/>
                  </a:cubicBezTo>
                  <a:lnTo>
                    <a:pt x="132" y="308"/>
                  </a:lnTo>
                  <a:cubicBezTo>
                    <a:pt x="0" y="439"/>
                    <a:pt x="90" y="661"/>
                    <a:pt x="278" y="661"/>
                  </a:cubicBezTo>
                  <a:cubicBezTo>
                    <a:pt x="333" y="661"/>
                    <a:pt x="389" y="641"/>
                    <a:pt x="430" y="599"/>
                  </a:cubicBezTo>
                  <a:lnTo>
                    <a:pt x="659" y="370"/>
                  </a:lnTo>
                  <a:cubicBezTo>
                    <a:pt x="827" y="223"/>
                    <a:pt x="681" y="0"/>
                    <a:pt x="51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6" name="Google Shape;6496;p61"/>
            <p:cNvSpPr/>
            <p:nvPr/>
          </p:nvSpPr>
          <p:spPr>
            <a:xfrm>
              <a:off x="6504945" y="3368761"/>
              <a:ext cx="20676" cy="16683"/>
            </a:xfrm>
            <a:custGeom>
              <a:avLst/>
              <a:gdLst/>
              <a:ahLst/>
              <a:cxnLst/>
              <a:rect l="l" t="t" r="r" b="b"/>
              <a:pathLst>
                <a:path w="787" h="635" extrusionOk="0">
                  <a:moveTo>
                    <a:pt x="494" y="0"/>
                  </a:moveTo>
                  <a:cubicBezTo>
                    <a:pt x="449" y="0"/>
                    <a:pt x="402" y="16"/>
                    <a:pt x="358" y="52"/>
                  </a:cubicBezTo>
                  <a:lnTo>
                    <a:pt x="130" y="288"/>
                  </a:lnTo>
                  <a:cubicBezTo>
                    <a:pt x="1" y="439"/>
                    <a:pt x="130" y="635"/>
                    <a:pt x="288" y="635"/>
                  </a:cubicBezTo>
                  <a:cubicBezTo>
                    <a:pt x="334" y="635"/>
                    <a:pt x="383" y="618"/>
                    <a:pt x="428" y="579"/>
                  </a:cubicBezTo>
                  <a:lnTo>
                    <a:pt x="657" y="351"/>
                  </a:lnTo>
                  <a:cubicBezTo>
                    <a:pt x="787" y="199"/>
                    <a:pt x="654" y="0"/>
                    <a:pt x="49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7" name="Google Shape;6497;p61"/>
            <p:cNvSpPr/>
            <p:nvPr/>
          </p:nvSpPr>
          <p:spPr>
            <a:xfrm>
              <a:off x="6557753" y="3368761"/>
              <a:ext cx="20703" cy="16683"/>
            </a:xfrm>
            <a:custGeom>
              <a:avLst/>
              <a:gdLst/>
              <a:ahLst/>
              <a:cxnLst/>
              <a:rect l="l" t="t" r="r" b="b"/>
              <a:pathLst>
                <a:path w="788" h="635" extrusionOk="0">
                  <a:moveTo>
                    <a:pt x="294" y="0"/>
                  </a:moveTo>
                  <a:cubicBezTo>
                    <a:pt x="133" y="0"/>
                    <a:pt x="1" y="199"/>
                    <a:pt x="131" y="351"/>
                  </a:cubicBezTo>
                  <a:lnTo>
                    <a:pt x="360" y="579"/>
                  </a:lnTo>
                  <a:cubicBezTo>
                    <a:pt x="405" y="618"/>
                    <a:pt x="454" y="635"/>
                    <a:pt x="500" y="635"/>
                  </a:cubicBezTo>
                  <a:cubicBezTo>
                    <a:pt x="658" y="635"/>
                    <a:pt x="787" y="439"/>
                    <a:pt x="658" y="288"/>
                  </a:cubicBezTo>
                  <a:lnTo>
                    <a:pt x="429" y="52"/>
                  </a:lnTo>
                  <a:cubicBezTo>
                    <a:pt x="385" y="16"/>
                    <a:pt x="338" y="0"/>
                    <a:pt x="29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8" name="Google Shape;6498;p61"/>
            <p:cNvSpPr/>
            <p:nvPr/>
          </p:nvSpPr>
          <p:spPr>
            <a:xfrm>
              <a:off x="6504945" y="3316006"/>
              <a:ext cx="20808" cy="16604"/>
            </a:xfrm>
            <a:custGeom>
              <a:avLst/>
              <a:gdLst/>
              <a:ahLst/>
              <a:cxnLst/>
              <a:rect l="l" t="t" r="r" b="b"/>
              <a:pathLst>
                <a:path w="792" h="632" extrusionOk="0">
                  <a:moveTo>
                    <a:pt x="291" y="0"/>
                  </a:moveTo>
                  <a:cubicBezTo>
                    <a:pt x="134" y="0"/>
                    <a:pt x="1" y="197"/>
                    <a:pt x="130" y="347"/>
                  </a:cubicBezTo>
                  <a:lnTo>
                    <a:pt x="358" y="576"/>
                  </a:lnTo>
                  <a:cubicBezTo>
                    <a:pt x="404" y="615"/>
                    <a:pt x="452" y="631"/>
                    <a:pt x="499" y="631"/>
                  </a:cubicBezTo>
                  <a:cubicBezTo>
                    <a:pt x="659" y="631"/>
                    <a:pt x="791" y="435"/>
                    <a:pt x="657" y="285"/>
                  </a:cubicBezTo>
                  <a:lnTo>
                    <a:pt x="428" y="56"/>
                  </a:lnTo>
                  <a:cubicBezTo>
                    <a:pt x="384" y="17"/>
                    <a:pt x="337" y="0"/>
                    <a:pt x="29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9" name="Google Shape;6499;p61"/>
            <p:cNvSpPr/>
            <p:nvPr/>
          </p:nvSpPr>
          <p:spPr>
            <a:xfrm>
              <a:off x="6367094" y="3441168"/>
              <a:ext cx="105931" cy="11008"/>
            </a:xfrm>
            <a:custGeom>
              <a:avLst/>
              <a:gdLst/>
              <a:ahLst/>
              <a:cxnLst/>
              <a:rect l="l" t="t" r="r" b="b"/>
              <a:pathLst>
                <a:path w="4032" h="419" extrusionOk="0">
                  <a:moveTo>
                    <a:pt x="273" y="1"/>
                  </a:moveTo>
                  <a:cubicBezTo>
                    <a:pt x="1" y="1"/>
                    <a:pt x="1" y="418"/>
                    <a:pt x="273" y="418"/>
                  </a:cubicBezTo>
                  <a:cubicBezTo>
                    <a:pt x="279" y="418"/>
                    <a:pt x="286" y="418"/>
                    <a:pt x="292" y="418"/>
                  </a:cubicBezTo>
                  <a:lnTo>
                    <a:pt x="3740" y="418"/>
                  </a:lnTo>
                  <a:cubicBezTo>
                    <a:pt x="3746" y="418"/>
                    <a:pt x="3753" y="418"/>
                    <a:pt x="3759" y="418"/>
                  </a:cubicBezTo>
                  <a:cubicBezTo>
                    <a:pt x="4031" y="418"/>
                    <a:pt x="4031" y="1"/>
                    <a:pt x="3759" y="1"/>
                  </a:cubicBezTo>
                  <a:cubicBezTo>
                    <a:pt x="3753" y="1"/>
                    <a:pt x="3746" y="1"/>
                    <a:pt x="3740" y="1"/>
                  </a:cubicBezTo>
                  <a:lnTo>
                    <a:pt x="292" y="1"/>
                  </a:lnTo>
                  <a:cubicBezTo>
                    <a:pt x="286" y="1"/>
                    <a:pt x="279" y="1"/>
                    <a:pt x="27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0" name="Google Shape;6500;p61"/>
            <p:cNvSpPr/>
            <p:nvPr/>
          </p:nvSpPr>
          <p:spPr>
            <a:xfrm>
              <a:off x="6368013" y="3495290"/>
              <a:ext cx="105011" cy="11008"/>
            </a:xfrm>
            <a:custGeom>
              <a:avLst/>
              <a:gdLst/>
              <a:ahLst/>
              <a:cxnLst/>
              <a:rect l="l" t="t" r="r" b="b"/>
              <a:pathLst>
                <a:path w="3997" h="419" extrusionOk="0">
                  <a:moveTo>
                    <a:pt x="3724" y="1"/>
                  </a:moveTo>
                  <a:cubicBezTo>
                    <a:pt x="3718" y="1"/>
                    <a:pt x="3711" y="1"/>
                    <a:pt x="3705" y="1"/>
                  </a:cubicBezTo>
                  <a:lnTo>
                    <a:pt x="257" y="1"/>
                  </a:lnTo>
                  <a:cubicBezTo>
                    <a:pt x="1" y="22"/>
                    <a:pt x="1" y="404"/>
                    <a:pt x="257" y="418"/>
                  </a:cubicBezTo>
                  <a:lnTo>
                    <a:pt x="3705" y="418"/>
                  </a:lnTo>
                  <a:cubicBezTo>
                    <a:pt x="3711" y="418"/>
                    <a:pt x="3718" y="418"/>
                    <a:pt x="3724" y="418"/>
                  </a:cubicBezTo>
                  <a:cubicBezTo>
                    <a:pt x="3996" y="418"/>
                    <a:pt x="3996" y="1"/>
                    <a:pt x="37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1" name="Google Shape;6501;p61"/>
            <p:cNvSpPr/>
            <p:nvPr/>
          </p:nvSpPr>
          <p:spPr>
            <a:xfrm>
              <a:off x="6367094" y="3468334"/>
              <a:ext cx="105931" cy="10982"/>
            </a:xfrm>
            <a:custGeom>
              <a:avLst/>
              <a:gdLst/>
              <a:ahLst/>
              <a:cxnLst/>
              <a:rect l="l" t="t" r="r" b="b"/>
              <a:pathLst>
                <a:path w="4032" h="418" extrusionOk="0">
                  <a:moveTo>
                    <a:pt x="273" y="0"/>
                  </a:moveTo>
                  <a:cubicBezTo>
                    <a:pt x="1" y="0"/>
                    <a:pt x="1" y="418"/>
                    <a:pt x="273" y="418"/>
                  </a:cubicBezTo>
                  <a:cubicBezTo>
                    <a:pt x="279" y="418"/>
                    <a:pt x="286" y="418"/>
                    <a:pt x="292" y="417"/>
                  </a:cubicBezTo>
                  <a:lnTo>
                    <a:pt x="3740" y="417"/>
                  </a:lnTo>
                  <a:cubicBezTo>
                    <a:pt x="3746" y="418"/>
                    <a:pt x="3753" y="418"/>
                    <a:pt x="3759" y="418"/>
                  </a:cubicBezTo>
                  <a:cubicBezTo>
                    <a:pt x="4031" y="418"/>
                    <a:pt x="4031" y="0"/>
                    <a:pt x="3759" y="0"/>
                  </a:cubicBezTo>
                  <a:cubicBezTo>
                    <a:pt x="3753" y="0"/>
                    <a:pt x="3746" y="0"/>
                    <a:pt x="3740" y="1"/>
                  </a:cubicBezTo>
                  <a:lnTo>
                    <a:pt x="292" y="1"/>
                  </a:lnTo>
                  <a:cubicBezTo>
                    <a:pt x="286" y="0"/>
                    <a:pt x="279" y="0"/>
                    <a:pt x="27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2" name="Google Shape;6502;p61"/>
            <p:cNvSpPr/>
            <p:nvPr/>
          </p:nvSpPr>
          <p:spPr>
            <a:xfrm>
              <a:off x="6532216" y="3446659"/>
              <a:ext cx="27166" cy="54148"/>
            </a:xfrm>
            <a:custGeom>
              <a:avLst/>
              <a:gdLst/>
              <a:ahLst/>
              <a:cxnLst/>
              <a:rect l="l" t="t" r="r" b="b"/>
              <a:pathLst>
                <a:path w="1034" h="2061" extrusionOk="0">
                  <a:moveTo>
                    <a:pt x="0" y="0"/>
                  </a:moveTo>
                  <a:lnTo>
                    <a:pt x="0" y="2061"/>
                  </a:lnTo>
                  <a:lnTo>
                    <a:pt x="937" y="2061"/>
                  </a:lnTo>
                  <a:cubicBezTo>
                    <a:pt x="985" y="2061"/>
                    <a:pt x="1034" y="2019"/>
                    <a:pt x="1034" y="1970"/>
                  </a:cubicBezTo>
                  <a:lnTo>
                    <a:pt x="1034" y="98"/>
                  </a:lnTo>
                  <a:cubicBezTo>
                    <a:pt x="1034" y="42"/>
                    <a:pt x="985" y="0"/>
                    <a:pt x="937"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3" name="Google Shape;6503;p61"/>
            <p:cNvSpPr/>
            <p:nvPr/>
          </p:nvSpPr>
          <p:spPr>
            <a:xfrm>
              <a:off x="6626797" y="3444663"/>
              <a:ext cx="53780" cy="57458"/>
            </a:xfrm>
            <a:custGeom>
              <a:avLst/>
              <a:gdLst/>
              <a:ahLst/>
              <a:cxnLst/>
              <a:rect l="l" t="t" r="r" b="b"/>
              <a:pathLst>
                <a:path w="2047" h="2187" extrusionOk="0">
                  <a:moveTo>
                    <a:pt x="0" y="0"/>
                  </a:moveTo>
                  <a:lnTo>
                    <a:pt x="0" y="1526"/>
                  </a:lnTo>
                  <a:cubicBezTo>
                    <a:pt x="0" y="1623"/>
                    <a:pt x="69" y="1713"/>
                    <a:pt x="167" y="1741"/>
                  </a:cubicBezTo>
                  <a:lnTo>
                    <a:pt x="1762" y="2178"/>
                  </a:lnTo>
                  <a:cubicBezTo>
                    <a:pt x="1783" y="2184"/>
                    <a:pt x="1804" y="2187"/>
                    <a:pt x="1824" y="2187"/>
                  </a:cubicBezTo>
                  <a:cubicBezTo>
                    <a:pt x="1945" y="2187"/>
                    <a:pt x="2046" y="2088"/>
                    <a:pt x="2046" y="1963"/>
                  </a:cubicBezTo>
                  <a:lnTo>
                    <a:pt x="2046" y="0"/>
                  </a:ln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4" name="Google Shape;6504;p61"/>
            <p:cNvSpPr/>
            <p:nvPr/>
          </p:nvSpPr>
          <p:spPr>
            <a:xfrm>
              <a:off x="6391343" y="3325832"/>
              <a:ext cx="24801" cy="49602"/>
            </a:xfrm>
            <a:custGeom>
              <a:avLst/>
              <a:gdLst/>
              <a:ahLst/>
              <a:cxnLst/>
              <a:rect l="l" t="t" r="r" b="b"/>
              <a:pathLst>
                <a:path w="944" h="1888" extrusionOk="0">
                  <a:moveTo>
                    <a:pt x="1" y="1"/>
                  </a:moveTo>
                  <a:lnTo>
                    <a:pt x="1" y="1887"/>
                  </a:lnTo>
                  <a:cubicBezTo>
                    <a:pt x="521" y="1887"/>
                    <a:pt x="944" y="1464"/>
                    <a:pt x="944" y="944"/>
                  </a:cubicBezTo>
                  <a:cubicBezTo>
                    <a:pt x="944" y="424"/>
                    <a:pt x="521" y="1"/>
                    <a:pt x="1"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5" name="Google Shape;6505;p61"/>
            <p:cNvSpPr/>
            <p:nvPr/>
          </p:nvSpPr>
          <p:spPr>
            <a:xfrm>
              <a:off x="6541674" y="3335500"/>
              <a:ext cx="14608" cy="30450"/>
            </a:xfrm>
            <a:custGeom>
              <a:avLst/>
              <a:gdLst/>
              <a:ahLst/>
              <a:cxnLst/>
              <a:rect l="l" t="t" r="r" b="b"/>
              <a:pathLst>
                <a:path w="556" h="1159" extrusionOk="0">
                  <a:moveTo>
                    <a:pt x="1" y="0"/>
                  </a:moveTo>
                  <a:lnTo>
                    <a:pt x="1" y="1159"/>
                  </a:lnTo>
                  <a:cubicBezTo>
                    <a:pt x="313" y="1145"/>
                    <a:pt x="556" y="888"/>
                    <a:pt x="556" y="576"/>
                  </a:cubicBezTo>
                  <a:cubicBezTo>
                    <a:pt x="556" y="271"/>
                    <a:pt x="313" y="14"/>
                    <a:pt x="1" y="0"/>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06" name="Google Shape;6506;p61"/>
          <p:cNvGrpSpPr/>
          <p:nvPr/>
        </p:nvGrpSpPr>
        <p:grpSpPr>
          <a:xfrm>
            <a:off x="5337891" y="4183682"/>
            <a:ext cx="504064" cy="325595"/>
            <a:chOff x="5084391" y="4183682"/>
            <a:chExt cx="504064" cy="325595"/>
          </a:xfrm>
        </p:grpSpPr>
        <p:sp>
          <p:nvSpPr>
            <p:cNvPr id="6507" name="Google Shape;6507;p61"/>
            <p:cNvSpPr/>
            <p:nvPr/>
          </p:nvSpPr>
          <p:spPr>
            <a:xfrm>
              <a:off x="5209948" y="4186887"/>
              <a:ext cx="186981" cy="137957"/>
            </a:xfrm>
            <a:custGeom>
              <a:avLst/>
              <a:gdLst/>
              <a:ahLst/>
              <a:cxnLst/>
              <a:rect l="l" t="t" r="r" b="b"/>
              <a:pathLst>
                <a:path w="7117" h="5251" extrusionOk="0">
                  <a:moveTo>
                    <a:pt x="250" y="0"/>
                  </a:moveTo>
                  <a:cubicBezTo>
                    <a:pt x="90" y="0"/>
                    <a:pt x="0" y="188"/>
                    <a:pt x="97" y="312"/>
                  </a:cubicBezTo>
                  <a:lnTo>
                    <a:pt x="3954" y="5251"/>
                  </a:lnTo>
                  <a:lnTo>
                    <a:pt x="7117" y="5251"/>
                  </a:lnTo>
                  <a:lnTo>
                    <a:pt x="2275" y="631"/>
                  </a:lnTo>
                  <a:cubicBezTo>
                    <a:pt x="1845" y="229"/>
                    <a:pt x="1276" y="0"/>
                    <a:pt x="687"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8" name="Google Shape;6508;p61"/>
            <p:cNvSpPr/>
            <p:nvPr/>
          </p:nvSpPr>
          <p:spPr>
            <a:xfrm>
              <a:off x="5212680" y="4186887"/>
              <a:ext cx="184249" cy="137957"/>
            </a:xfrm>
            <a:custGeom>
              <a:avLst/>
              <a:gdLst/>
              <a:ahLst/>
              <a:cxnLst/>
              <a:rect l="l" t="t" r="r" b="b"/>
              <a:pathLst>
                <a:path w="7013" h="5251" extrusionOk="0">
                  <a:moveTo>
                    <a:pt x="153" y="0"/>
                  </a:moveTo>
                  <a:cubicBezTo>
                    <a:pt x="90" y="0"/>
                    <a:pt x="35" y="28"/>
                    <a:pt x="0" y="77"/>
                  </a:cubicBezTo>
                  <a:cubicBezTo>
                    <a:pt x="382" y="174"/>
                    <a:pt x="729" y="361"/>
                    <a:pt x="1020" y="631"/>
                  </a:cubicBezTo>
                  <a:lnTo>
                    <a:pt x="5861" y="5251"/>
                  </a:lnTo>
                  <a:lnTo>
                    <a:pt x="7013" y="5251"/>
                  </a:lnTo>
                  <a:lnTo>
                    <a:pt x="2178" y="631"/>
                  </a:lnTo>
                  <a:cubicBezTo>
                    <a:pt x="1748" y="229"/>
                    <a:pt x="1179" y="0"/>
                    <a:pt x="583"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9" name="Google Shape;6509;p61"/>
            <p:cNvSpPr/>
            <p:nvPr/>
          </p:nvSpPr>
          <p:spPr>
            <a:xfrm>
              <a:off x="5084391" y="4236069"/>
              <a:ext cx="504064" cy="145103"/>
            </a:xfrm>
            <a:custGeom>
              <a:avLst/>
              <a:gdLst/>
              <a:ahLst/>
              <a:cxnLst/>
              <a:rect l="l" t="t" r="r" b="b"/>
              <a:pathLst>
                <a:path w="19186" h="5523" extrusionOk="0">
                  <a:moveTo>
                    <a:pt x="1060" y="1"/>
                  </a:moveTo>
                  <a:cubicBezTo>
                    <a:pt x="1053" y="1"/>
                    <a:pt x="1047" y="1"/>
                    <a:pt x="1041" y="1"/>
                  </a:cubicBezTo>
                  <a:lnTo>
                    <a:pt x="194" y="1"/>
                  </a:lnTo>
                  <a:cubicBezTo>
                    <a:pt x="90" y="1"/>
                    <a:pt x="0" y="84"/>
                    <a:pt x="0" y="195"/>
                  </a:cubicBezTo>
                  <a:lnTo>
                    <a:pt x="0" y="4731"/>
                  </a:lnTo>
                  <a:cubicBezTo>
                    <a:pt x="0" y="5162"/>
                    <a:pt x="354" y="5515"/>
                    <a:pt x="791" y="5522"/>
                  </a:cubicBezTo>
                  <a:lnTo>
                    <a:pt x="19026" y="5522"/>
                  </a:lnTo>
                  <a:cubicBezTo>
                    <a:pt x="19116" y="5522"/>
                    <a:pt x="19186" y="5453"/>
                    <a:pt x="19186" y="5363"/>
                  </a:cubicBezTo>
                  <a:lnTo>
                    <a:pt x="19186" y="5356"/>
                  </a:lnTo>
                  <a:cubicBezTo>
                    <a:pt x="19186" y="5155"/>
                    <a:pt x="19109" y="4953"/>
                    <a:pt x="18964" y="4815"/>
                  </a:cubicBezTo>
                  <a:lnTo>
                    <a:pt x="18520" y="4364"/>
                  </a:lnTo>
                  <a:lnTo>
                    <a:pt x="17847" y="3691"/>
                  </a:lnTo>
                  <a:cubicBezTo>
                    <a:pt x="17417" y="3254"/>
                    <a:pt x="16827" y="3011"/>
                    <a:pt x="16217" y="3011"/>
                  </a:cubicBezTo>
                  <a:lnTo>
                    <a:pt x="3669" y="3011"/>
                  </a:lnTo>
                  <a:cubicBezTo>
                    <a:pt x="3392" y="3011"/>
                    <a:pt x="3142" y="2866"/>
                    <a:pt x="3004" y="2623"/>
                  </a:cubicBezTo>
                  <a:lnTo>
                    <a:pt x="1713" y="382"/>
                  </a:lnTo>
                  <a:cubicBezTo>
                    <a:pt x="1578" y="145"/>
                    <a:pt x="1330" y="1"/>
                    <a:pt x="1060" y="1"/>
                  </a:cubicBezTo>
                  <a:close/>
                </a:path>
              </a:pathLst>
            </a:custGeom>
            <a:solidFill>
              <a:srgbClr val="C1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0" name="Google Shape;6510;p61"/>
            <p:cNvSpPr/>
            <p:nvPr/>
          </p:nvSpPr>
          <p:spPr>
            <a:xfrm>
              <a:off x="5209948" y="4348148"/>
              <a:ext cx="209050" cy="161129"/>
            </a:xfrm>
            <a:custGeom>
              <a:avLst/>
              <a:gdLst/>
              <a:ahLst/>
              <a:cxnLst/>
              <a:rect l="l" t="t" r="r" b="b"/>
              <a:pathLst>
                <a:path w="7957" h="6133" extrusionOk="0">
                  <a:moveTo>
                    <a:pt x="4738" y="1"/>
                  </a:moveTo>
                  <a:cubicBezTo>
                    <a:pt x="4675" y="1"/>
                    <a:pt x="4620" y="28"/>
                    <a:pt x="4585" y="70"/>
                  </a:cubicBezTo>
                  <a:lnTo>
                    <a:pt x="104" y="5820"/>
                  </a:lnTo>
                  <a:cubicBezTo>
                    <a:pt x="0" y="5952"/>
                    <a:pt x="90" y="6132"/>
                    <a:pt x="257" y="6132"/>
                  </a:cubicBezTo>
                  <a:lnTo>
                    <a:pt x="687" y="6132"/>
                  </a:lnTo>
                  <a:cubicBezTo>
                    <a:pt x="1276" y="6132"/>
                    <a:pt x="1845" y="5910"/>
                    <a:pt x="2275" y="5501"/>
                  </a:cubicBezTo>
                  <a:lnTo>
                    <a:pt x="7880" y="195"/>
                  </a:lnTo>
                  <a:cubicBezTo>
                    <a:pt x="7956" y="126"/>
                    <a:pt x="7907" y="1"/>
                    <a:pt x="7803"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1" name="Google Shape;6511;p61"/>
            <p:cNvSpPr/>
            <p:nvPr/>
          </p:nvSpPr>
          <p:spPr>
            <a:xfrm>
              <a:off x="5382322" y="4183682"/>
              <a:ext cx="203218" cy="76663"/>
            </a:xfrm>
            <a:custGeom>
              <a:avLst/>
              <a:gdLst/>
              <a:ahLst/>
              <a:cxnLst/>
              <a:rect l="l" t="t" r="r" b="b"/>
              <a:pathLst>
                <a:path w="7735" h="2918" extrusionOk="0">
                  <a:moveTo>
                    <a:pt x="3807" y="1"/>
                  </a:moveTo>
                  <a:cubicBezTo>
                    <a:pt x="3769" y="1"/>
                    <a:pt x="3730" y="2"/>
                    <a:pt x="3691" y="4"/>
                  </a:cubicBezTo>
                  <a:cubicBezTo>
                    <a:pt x="2768" y="67"/>
                    <a:pt x="2026" y="767"/>
                    <a:pt x="1908" y="1683"/>
                  </a:cubicBezTo>
                  <a:cubicBezTo>
                    <a:pt x="1723" y="1598"/>
                    <a:pt x="1532" y="1559"/>
                    <a:pt x="1346" y="1559"/>
                  </a:cubicBezTo>
                  <a:cubicBezTo>
                    <a:pt x="637" y="1559"/>
                    <a:pt x="1" y="2130"/>
                    <a:pt x="1" y="2911"/>
                  </a:cubicBezTo>
                  <a:lnTo>
                    <a:pt x="7735" y="2918"/>
                  </a:lnTo>
                  <a:cubicBezTo>
                    <a:pt x="7735" y="2023"/>
                    <a:pt x="7005" y="1354"/>
                    <a:pt x="6177" y="1354"/>
                  </a:cubicBezTo>
                  <a:cubicBezTo>
                    <a:pt x="6009" y="1354"/>
                    <a:pt x="5838" y="1382"/>
                    <a:pt x="5668" y="1440"/>
                  </a:cubicBezTo>
                  <a:cubicBezTo>
                    <a:pt x="5449" y="590"/>
                    <a:pt x="4676" y="1"/>
                    <a:pt x="3807" y="1"/>
                  </a:cubicBezTo>
                  <a:close/>
                </a:path>
              </a:pathLst>
            </a:custGeom>
            <a:solidFill>
              <a:srgbClr val="9BA9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2" name="Google Shape;6512;p61"/>
            <p:cNvSpPr/>
            <p:nvPr/>
          </p:nvSpPr>
          <p:spPr>
            <a:xfrm>
              <a:off x="5274263" y="4337901"/>
              <a:ext cx="23724" cy="20309"/>
            </a:xfrm>
            <a:custGeom>
              <a:avLst/>
              <a:gdLst/>
              <a:ahLst/>
              <a:cxnLst/>
              <a:rect l="l" t="t" r="r" b="b"/>
              <a:pathLst>
                <a:path w="903" h="773" extrusionOk="0">
                  <a:moveTo>
                    <a:pt x="512" y="0"/>
                  </a:moveTo>
                  <a:cubicBezTo>
                    <a:pt x="418" y="0"/>
                    <a:pt x="322" y="35"/>
                    <a:pt x="243" y="113"/>
                  </a:cubicBezTo>
                  <a:cubicBezTo>
                    <a:pt x="1" y="356"/>
                    <a:pt x="167" y="772"/>
                    <a:pt x="514" y="772"/>
                  </a:cubicBezTo>
                  <a:cubicBezTo>
                    <a:pt x="729" y="772"/>
                    <a:pt x="895" y="599"/>
                    <a:pt x="902" y="391"/>
                  </a:cubicBezTo>
                  <a:cubicBezTo>
                    <a:pt x="902" y="156"/>
                    <a:pt x="711" y="0"/>
                    <a:pt x="51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3" name="Google Shape;6513;p61"/>
            <p:cNvSpPr/>
            <p:nvPr/>
          </p:nvSpPr>
          <p:spPr>
            <a:xfrm>
              <a:off x="5233619" y="4337901"/>
              <a:ext cx="23724" cy="20309"/>
            </a:xfrm>
            <a:custGeom>
              <a:avLst/>
              <a:gdLst/>
              <a:ahLst/>
              <a:cxnLst/>
              <a:rect l="l" t="t" r="r" b="b"/>
              <a:pathLst>
                <a:path w="903" h="773" extrusionOk="0">
                  <a:moveTo>
                    <a:pt x="512" y="0"/>
                  </a:moveTo>
                  <a:cubicBezTo>
                    <a:pt x="418" y="0"/>
                    <a:pt x="322" y="35"/>
                    <a:pt x="244" y="113"/>
                  </a:cubicBezTo>
                  <a:cubicBezTo>
                    <a:pt x="1" y="356"/>
                    <a:pt x="174" y="772"/>
                    <a:pt x="514" y="772"/>
                  </a:cubicBezTo>
                  <a:cubicBezTo>
                    <a:pt x="729" y="772"/>
                    <a:pt x="903" y="599"/>
                    <a:pt x="903" y="391"/>
                  </a:cubicBezTo>
                  <a:cubicBezTo>
                    <a:pt x="903" y="156"/>
                    <a:pt x="711" y="0"/>
                    <a:pt x="51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4" name="Google Shape;6514;p61"/>
            <p:cNvSpPr/>
            <p:nvPr/>
          </p:nvSpPr>
          <p:spPr>
            <a:xfrm>
              <a:off x="5193002" y="4337901"/>
              <a:ext cx="23698" cy="20309"/>
            </a:xfrm>
            <a:custGeom>
              <a:avLst/>
              <a:gdLst/>
              <a:ahLst/>
              <a:cxnLst/>
              <a:rect l="l" t="t" r="r" b="b"/>
              <a:pathLst>
                <a:path w="902" h="773" extrusionOk="0">
                  <a:moveTo>
                    <a:pt x="512" y="0"/>
                  </a:moveTo>
                  <a:cubicBezTo>
                    <a:pt x="417" y="0"/>
                    <a:pt x="321" y="35"/>
                    <a:pt x="243" y="113"/>
                  </a:cubicBezTo>
                  <a:cubicBezTo>
                    <a:pt x="0" y="356"/>
                    <a:pt x="174" y="772"/>
                    <a:pt x="520" y="772"/>
                  </a:cubicBezTo>
                  <a:cubicBezTo>
                    <a:pt x="728" y="772"/>
                    <a:pt x="902" y="599"/>
                    <a:pt x="902" y="391"/>
                  </a:cubicBezTo>
                  <a:cubicBezTo>
                    <a:pt x="902" y="156"/>
                    <a:pt x="710" y="0"/>
                    <a:pt x="51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5" name="Google Shape;6515;p61"/>
            <p:cNvSpPr/>
            <p:nvPr/>
          </p:nvSpPr>
          <p:spPr>
            <a:xfrm>
              <a:off x="5152542" y="4337901"/>
              <a:ext cx="23724" cy="20309"/>
            </a:xfrm>
            <a:custGeom>
              <a:avLst/>
              <a:gdLst/>
              <a:ahLst/>
              <a:cxnLst/>
              <a:rect l="l" t="t" r="r" b="b"/>
              <a:pathLst>
                <a:path w="903" h="773" extrusionOk="0">
                  <a:moveTo>
                    <a:pt x="512" y="0"/>
                  </a:moveTo>
                  <a:cubicBezTo>
                    <a:pt x="417" y="0"/>
                    <a:pt x="321" y="35"/>
                    <a:pt x="243" y="113"/>
                  </a:cubicBezTo>
                  <a:cubicBezTo>
                    <a:pt x="0" y="356"/>
                    <a:pt x="174" y="772"/>
                    <a:pt x="514" y="772"/>
                  </a:cubicBezTo>
                  <a:cubicBezTo>
                    <a:pt x="729" y="772"/>
                    <a:pt x="902" y="599"/>
                    <a:pt x="902" y="391"/>
                  </a:cubicBezTo>
                  <a:cubicBezTo>
                    <a:pt x="902" y="156"/>
                    <a:pt x="711" y="0"/>
                    <a:pt x="51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6" name="Google Shape;6516;p61"/>
            <p:cNvSpPr/>
            <p:nvPr/>
          </p:nvSpPr>
          <p:spPr>
            <a:xfrm>
              <a:off x="5446479" y="4337901"/>
              <a:ext cx="23724" cy="20309"/>
            </a:xfrm>
            <a:custGeom>
              <a:avLst/>
              <a:gdLst/>
              <a:ahLst/>
              <a:cxnLst/>
              <a:rect l="l" t="t" r="r" b="b"/>
              <a:pathLst>
                <a:path w="903" h="773" extrusionOk="0">
                  <a:moveTo>
                    <a:pt x="512" y="0"/>
                  </a:moveTo>
                  <a:cubicBezTo>
                    <a:pt x="417" y="0"/>
                    <a:pt x="321" y="35"/>
                    <a:pt x="243" y="113"/>
                  </a:cubicBezTo>
                  <a:cubicBezTo>
                    <a:pt x="0" y="356"/>
                    <a:pt x="174" y="772"/>
                    <a:pt x="521" y="772"/>
                  </a:cubicBezTo>
                  <a:cubicBezTo>
                    <a:pt x="729" y="772"/>
                    <a:pt x="902" y="599"/>
                    <a:pt x="902" y="391"/>
                  </a:cubicBezTo>
                  <a:cubicBezTo>
                    <a:pt x="902" y="156"/>
                    <a:pt x="711" y="0"/>
                    <a:pt x="51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7" name="Google Shape;6517;p61"/>
            <p:cNvSpPr/>
            <p:nvPr/>
          </p:nvSpPr>
          <p:spPr>
            <a:xfrm>
              <a:off x="5467261" y="4183944"/>
              <a:ext cx="118279" cy="76400"/>
            </a:xfrm>
            <a:custGeom>
              <a:avLst/>
              <a:gdLst/>
              <a:ahLst/>
              <a:cxnLst/>
              <a:rect l="l" t="t" r="r" b="b"/>
              <a:pathLst>
                <a:path w="4502" h="2908" extrusionOk="0">
                  <a:moveTo>
                    <a:pt x="583" y="0"/>
                  </a:moveTo>
                  <a:cubicBezTo>
                    <a:pt x="390" y="0"/>
                    <a:pt x="194" y="30"/>
                    <a:pt x="0" y="91"/>
                  </a:cubicBezTo>
                  <a:cubicBezTo>
                    <a:pt x="624" y="286"/>
                    <a:pt x="1103" y="792"/>
                    <a:pt x="1269" y="1430"/>
                  </a:cubicBezTo>
                  <a:cubicBezTo>
                    <a:pt x="1440" y="1372"/>
                    <a:pt x="1611" y="1344"/>
                    <a:pt x="1779" y="1344"/>
                  </a:cubicBezTo>
                  <a:cubicBezTo>
                    <a:pt x="2607" y="1344"/>
                    <a:pt x="3338" y="2013"/>
                    <a:pt x="3343" y="2908"/>
                  </a:cubicBezTo>
                  <a:lnTo>
                    <a:pt x="4502" y="2908"/>
                  </a:lnTo>
                  <a:cubicBezTo>
                    <a:pt x="4502" y="2019"/>
                    <a:pt x="3772" y="1351"/>
                    <a:pt x="2944" y="1351"/>
                  </a:cubicBezTo>
                  <a:cubicBezTo>
                    <a:pt x="2777" y="1351"/>
                    <a:pt x="2605" y="1379"/>
                    <a:pt x="2435" y="1437"/>
                  </a:cubicBezTo>
                  <a:cubicBezTo>
                    <a:pt x="2209" y="567"/>
                    <a:pt x="1430" y="0"/>
                    <a:pt x="58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8" name="Google Shape;6518;p61"/>
            <p:cNvSpPr/>
            <p:nvPr/>
          </p:nvSpPr>
          <p:spPr>
            <a:xfrm>
              <a:off x="5212680" y="4348148"/>
              <a:ext cx="206265" cy="161129"/>
            </a:xfrm>
            <a:custGeom>
              <a:avLst/>
              <a:gdLst/>
              <a:ahLst/>
              <a:cxnLst/>
              <a:rect l="l" t="t" r="r" b="b"/>
              <a:pathLst>
                <a:path w="7851" h="6133" extrusionOk="0">
                  <a:moveTo>
                    <a:pt x="7701" y="0"/>
                  </a:moveTo>
                  <a:cubicBezTo>
                    <a:pt x="7698" y="0"/>
                    <a:pt x="7695" y="1"/>
                    <a:pt x="7692" y="1"/>
                  </a:cubicBezTo>
                  <a:lnTo>
                    <a:pt x="6541" y="1"/>
                  </a:lnTo>
                  <a:cubicBezTo>
                    <a:pt x="6645" y="1"/>
                    <a:pt x="6694" y="126"/>
                    <a:pt x="6617" y="195"/>
                  </a:cubicBezTo>
                  <a:lnTo>
                    <a:pt x="1013" y="5501"/>
                  </a:lnTo>
                  <a:cubicBezTo>
                    <a:pt x="729" y="5772"/>
                    <a:pt x="382" y="5966"/>
                    <a:pt x="0" y="6063"/>
                  </a:cubicBezTo>
                  <a:cubicBezTo>
                    <a:pt x="35" y="6112"/>
                    <a:pt x="90" y="6132"/>
                    <a:pt x="153" y="6132"/>
                  </a:cubicBezTo>
                  <a:lnTo>
                    <a:pt x="583" y="6132"/>
                  </a:lnTo>
                  <a:cubicBezTo>
                    <a:pt x="1172" y="6132"/>
                    <a:pt x="1741" y="5910"/>
                    <a:pt x="2178" y="5501"/>
                  </a:cubicBezTo>
                  <a:lnTo>
                    <a:pt x="7776" y="202"/>
                  </a:lnTo>
                  <a:cubicBezTo>
                    <a:pt x="7850" y="128"/>
                    <a:pt x="7806" y="0"/>
                    <a:pt x="7701"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9" name="Google Shape;6519;p61"/>
            <p:cNvSpPr/>
            <p:nvPr/>
          </p:nvSpPr>
          <p:spPr>
            <a:xfrm>
              <a:off x="5479819" y="4315176"/>
              <a:ext cx="27376" cy="6410"/>
            </a:xfrm>
            <a:custGeom>
              <a:avLst/>
              <a:gdLst/>
              <a:ahLst/>
              <a:cxnLst/>
              <a:rect l="l" t="t" r="r" b="b"/>
              <a:pathLst>
                <a:path w="1042" h="244" extrusionOk="0">
                  <a:moveTo>
                    <a:pt x="1" y="0"/>
                  </a:moveTo>
                  <a:cubicBezTo>
                    <a:pt x="361" y="0"/>
                    <a:pt x="715" y="84"/>
                    <a:pt x="1041" y="243"/>
                  </a:cubicBezTo>
                  <a:lnTo>
                    <a:pt x="1041"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0" name="Google Shape;6520;p61"/>
            <p:cNvSpPr/>
            <p:nvPr/>
          </p:nvSpPr>
          <p:spPr>
            <a:xfrm>
              <a:off x="5540508" y="4350696"/>
              <a:ext cx="47947" cy="30476"/>
            </a:xfrm>
            <a:custGeom>
              <a:avLst/>
              <a:gdLst/>
              <a:ahLst/>
              <a:cxnLst/>
              <a:rect l="l" t="t" r="r" b="b"/>
              <a:pathLst>
                <a:path w="1825" h="1160" extrusionOk="0">
                  <a:moveTo>
                    <a:pt x="0" y="1"/>
                  </a:moveTo>
                  <a:lnTo>
                    <a:pt x="451" y="452"/>
                  </a:lnTo>
                  <a:cubicBezTo>
                    <a:pt x="590" y="590"/>
                    <a:pt x="666" y="792"/>
                    <a:pt x="666" y="993"/>
                  </a:cubicBezTo>
                  <a:lnTo>
                    <a:pt x="666" y="1000"/>
                  </a:lnTo>
                  <a:cubicBezTo>
                    <a:pt x="666" y="1090"/>
                    <a:pt x="597" y="1159"/>
                    <a:pt x="514" y="1159"/>
                  </a:cubicBezTo>
                  <a:lnTo>
                    <a:pt x="1665" y="1159"/>
                  </a:lnTo>
                  <a:cubicBezTo>
                    <a:pt x="1755" y="1159"/>
                    <a:pt x="1825" y="1090"/>
                    <a:pt x="1825" y="1000"/>
                  </a:cubicBezTo>
                  <a:lnTo>
                    <a:pt x="1825" y="993"/>
                  </a:lnTo>
                  <a:cubicBezTo>
                    <a:pt x="1825" y="792"/>
                    <a:pt x="1748" y="597"/>
                    <a:pt x="1610" y="452"/>
                  </a:cubicBezTo>
                  <a:lnTo>
                    <a:pt x="1159" y="1"/>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1" name="Google Shape;6521;p61"/>
            <p:cNvSpPr/>
            <p:nvPr/>
          </p:nvSpPr>
          <p:spPr>
            <a:xfrm>
              <a:off x="5507352" y="4315176"/>
              <a:ext cx="63606" cy="35547"/>
            </a:xfrm>
            <a:custGeom>
              <a:avLst/>
              <a:gdLst/>
              <a:ahLst/>
              <a:cxnLst/>
              <a:rect l="l" t="t" r="r" b="b"/>
              <a:pathLst>
                <a:path w="2421" h="1353" extrusionOk="0">
                  <a:moveTo>
                    <a:pt x="0" y="0"/>
                  </a:moveTo>
                  <a:lnTo>
                    <a:pt x="0" y="770"/>
                  </a:lnTo>
                  <a:cubicBezTo>
                    <a:pt x="0" y="1089"/>
                    <a:pt x="257" y="1353"/>
                    <a:pt x="576" y="1353"/>
                  </a:cubicBezTo>
                  <a:lnTo>
                    <a:pt x="2421" y="1353"/>
                  </a:lnTo>
                  <a:lnTo>
                    <a:pt x="1748" y="680"/>
                  </a:lnTo>
                  <a:cubicBezTo>
                    <a:pt x="1318" y="243"/>
                    <a:pt x="728" y="0"/>
                    <a:pt x="118"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2" name="Google Shape;6522;p61"/>
            <p:cNvSpPr/>
            <p:nvPr/>
          </p:nvSpPr>
          <p:spPr>
            <a:xfrm>
              <a:off x="5507352" y="4315176"/>
              <a:ext cx="63606" cy="35547"/>
            </a:xfrm>
            <a:custGeom>
              <a:avLst/>
              <a:gdLst/>
              <a:ahLst/>
              <a:cxnLst/>
              <a:rect l="l" t="t" r="r" b="b"/>
              <a:pathLst>
                <a:path w="2421" h="1353" extrusionOk="0">
                  <a:moveTo>
                    <a:pt x="0" y="0"/>
                  </a:moveTo>
                  <a:lnTo>
                    <a:pt x="0" y="243"/>
                  </a:lnTo>
                  <a:cubicBezTo>
                    <a:pt x="215" y="354"/>
                    <a:pt x="416" y="500"/>
                    <a:pt x="597" y="680"/>
                  </a:cubicBezTo>
                  <a:lnTo>
                    <a:pt x="1262" y="1353"/>
                  </a:lnTo>
                  <a:lnTo>
                    <a:pt x="2421" y="1353"/>
                  </a:lnTo>
                  <a:lnTo>
                    <a:pt x="1755" y="673"/>
                  </a:lnTo>
                  <a:cubicBezTo>
                    <a:pt x="1318" y="243"/>
                    <a:pt x="728" y="0"/>
                    <a:pt x="118"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23" name="Google Shape;6523;p61"/>
          <p:cNvGrpSpPr/>
          <p:nvPr/>
        </p:nvGrpSpPr>
        <p:grpSpPr>
          <a:xfrm>
            <a:off x="7934420" y="2347996"/>
            <a:ext cx="379795" cy="267165"/>
            <a:chOff x="7947595" y="2347996"/>
            <a:chExt cx="379795" cy="267165"/>
          </a:xfrm>
        </p:grpSpPr>
        <p:sp>
          <p:nvSpPr>
            <p:cNvPr id="6524" name="Google Shape;6524;p61"/>
            <p:cNvSpPr/>
            <p:nvPr/>
          </p:nvSpPr>
          <p:spPr>
            <a:xfrm>
              <a:off x="7947779" y="2386432"/>
              <a:ext cx="379611" cy="228728"/>
            </a:xfrm>
            <a:custGeom>
              <a:avLst/>
              <a:gdLst/>
              <a:ahLst/>
              <a:cxnLst/>
              <a:rect l="l" t="t" r="r" b="b"/>
              <a:pathLst>
                <a:path w="14449" h="8706" extrusionOk="0">
                  <a:moveTo>
                    <a:pt x="7221" y="1"/>
                  </a:moveTo>
                  <a:cubicBezTo>
                    <a:pt x="6361" y="1"/>
                    <a:pt x="5071" y="549"/>
                    <a:pt x="3392" y="1645"/>
                  </a:cubicBezTo>
                  <a:cubicBezTo>
                    <a:pt x="2303" y="2352"/>
                    <a:pt x="1263" y="3122"/>
                    <a:pt x="257" y="3941"/>
                  </a:cubicBezTo>
                  <a:cubicBezTo>
                    <a:pt x="0" y="4156"/>
                    <a:pt x="0" y="4551"/>
                    <a:pt x="257" y="4759"/>
                  </a:cubicBezTo>
                  <a:cubicBezTo>
                    <a:pt x="1263" y="5584"/>
                    <a:pt x="2303" y="6347"/>
                    <a:pt x="3392" y="7062"/>
                  </a:cubicBezTo>
                  <a:cubicBezTo>
                    <a:pt x="5071" y="8151"/>
                    <a:pt x="6361" y="8706"/>
                    <a:pt x="7221" y="8706"/>
                  </a:cubicBezTo>
                  <a:cubicBezTo>
                    <a:pt x="8081" y="8706"/>
                    <a:pt x="9371" y="8151"/>
                    <a:pt x="11057" y="7062"/>
                  </a:cubicBezTo>
                  <a:cubicBezTo>
                    <a:pt x="12139" y="6347"/>
                    <a:pt x="13186" y="5584"/>
                    <a:pt x="14192" y="4759"/>
                  </a:cubicBezTo>
                  <a:cubicBezTo>
                    <a:pt x="14449" y="4551"/>
                    <a:pt x="14449" y="4156"/>
                    <a:pt x="14192" y="3941"/>
                  </a:cubicBezTo>
                  <a:cubicBezTo>
                    <a:pt x="13186" y="3122"/>
                    <a:pt x="12139" y="2352"/>
                    <a:pt x="11057" y="1645"/>
                  </a:cubicBezTo>
                  <a:cubicBezTo>
                    <a:pt x="9371" y="549"/>
                    <a:pt x="8081" y="1"/>
                    <a:pt x="7221"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5" name="Google Shape;6525;p61"/>
            <p:cNvSpPr/>
            <p:nvPr/>
          </p:nvSpPr>
          <p:spPr>
            <a:xfrm>
              <a:off x="7947595" y="2386432"/>
              <a:ext cx="208866" cy="228728"/>
            </a:xfrm>
            <a:custGeom>
              <a:avLst/>
              <a:gdLst/>
              <a:ahLst/>
              <a:cxnLst/>
              <a:rect l="l" t="t" r="r" b="b"/>
              <a:pathLst>
                <a:path w="7950" h="8706" extrusionOk="0">
                  <a:moveTo>
                    <a:pt x="7228" y="1"/>
                  </a:moveTo>
                  <a:cubicBezTo>
                    <a:pt x="6368" y="1"/>
                    <a:pt x="5078" y="549"/>
                    <a:pt x="3399" y="1645"/>
                  </a:cubicBezTo>
                  <a:cubicBezTo>
                    <a:pt x="2310" y="2352"/>
                    <a:pt x="1263" y="3122"/>
                    <a:pt x="264" y="3941"/>
                  </a:cubicBezTo>
                  <a:cubicBezTo>
                    <a:pt x="1" y="4156"/>
                    <a:pt x="1" y="4551"/>
                    <a:pt x="264" y="4759"/>
                  </a:cubicBezTo>
                  <a:cubicBezTo>
                    <a:pt x="1263" y="5584"/>
                    <a:pt x="2310" y="6347"/>
                    <a:pt x="3392" y="7062"/>
                  </a:cubicBezTo>
                  <a:cubicBezTo>
                    <a:pt x="5078" y="8151"/>
                    <a:pt x="6368" y="8706"/>
                    <a:pt x="7228" y="8706"/>
                  </a:cubicBezTo>
                  <a:cubicBezTo>
                    <a:pt x="7471" y="8699"/>
                    <a:pt x="7714" y="8664"/>
                    <a:pt x="7949" y="8602"/>
                  </a:cubicBezTo>
                  <a:cubicBezTo>
                    <a:pt x="7145" y="8394"/>
                    <a:pt x="6104" y="7880"/>
                    <a:pt x="4835" y="7062"/>
                  </a:cubicBezTo>
                  <a:cubicBezTo>
                    <a:pt x="3753" y="6347"/>
                    <a:pt x="2706" y="5584"/>
                    <a:pt x="1707" y="4759"/>
                  </a:cubicBezTo>
                  <a:cubicBezTo>
                    <a:pt x="1443" y="4551"/>
                    <a:pt x="1443" y="4156"/>
                    <a:pt x="1707" y="3941"/>
                  </a:cubicBezTo>
                  <a:cubicBezTo>
                    <a:pt x="2706" y="3122"/>
                    <a:pt x="3753" y="2352"/>
                    <a:pt x="4835" y="1645"/>
                  </a:cubicBezTo>
                  <a:cubicBezTo>
                    <a:pt x="6104" y="826"/>
                    <a:pt x="7145" y="306"/>
                    <a:pt x="7949" y="105"/>
                  </a:cubicBezTo>
                  <a:cubicBezTo>
                    <a:pt x="7714" y="35"/>
                    <a:pt x="7471" y="1"/>
                    <a:pt x="7228"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6" name="Google Shape;6526;p61"/>
            <p:cNvSpPr/>
            <p:nvPr/>
          </p:nvSpPr>
          <p:spPr>
            <a:xfrm>
              <a:off x="8049269" y="2419063"/>
              <a:ext cx="170062" cy="163678"/>
            </a:xfrm>
            <a:custGeom>
              <a:avLst/>
              <a:gdLst/>
              <a:ahLst/>
              <a:cxnLst/>
              <a:rect l="l" t="t" r="r" b="b"/>
              <a:pathLst>
                <a:path w="6473" h="6230" extrusionOk="0">
                  <a:moveTo>
                    <a:pt x="3359" y="1"/>
                  </a:moveTo>
                  <a:cubicBezTo>
                    <a:pt x="2549" y="1"/>
                    <a:pt x="1753" y="315"/>
                    <a:pt x="1159" y="909"/>
                  </a:cubicBezTo>
                  <a:cubicBezTo>
                    <a:pt x="271" y="1804"/>
                    <a:pt x="1" y="3142"/>
                    <a:pt x="486" y="4301"/>
                  </a:cubicBezTo>
                  <a:cubicBezTo>
                    <a:pt x="965" y="5466"/>
                    <a:pt x="2103" y="6229"/>
                    <a:pt x="3358" y="6229"/>
                  </a:cubicBezTo>
                  <a:cubicBezTo>
                    <a:pt x="5078" y="6222"/>
                    <a:pt x="6472" y="4828"/>
                    <a:pt x="6472" y="3115"/>
                  </a:cubicBezTo>
                  <a:cubicBezTo>
                    <a:pt x="6472" y="1852"/>
                    <a:pt x="5716" y="722"/>
                    <a:pt x="4551" y="236"/>
                  </a:cubicBezTo>
                  <a:cubicBezTo>
                    <a:pt x="4165" y="78"/>
                    <a:pt x="3760" y="1"/>
                    <a:pt x="3359"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7" name="Google Shape;6527;p61"/>
            <p:cNvSpPr/>
            <p:nvPr/>
          </p:nvSpPr>
          <p:spPr>
            <a:xfrm>
              <a:off x="8055837" y="2418984"/>
              <a:ext cx="97340" cy="163599"/>
            </a:xfrm>
            <a:custGeom>
              <a:avLst/>
              <a:gdLst/>
              <a:ahLst/>
              <a:cxnLst/>
              <a:rect l="l" t="t" r="r" b="b"/>
              <a:pathLst>
                <a:path w="3705" h="6227" extrusionOk="0">
                  <a:moveTo>
                    <a:pt x="3102" y="0"/>
                  </a:moveTo>
                  <a:cubicBezTo>
                    <a:pt x="1427" y="0"/>
                    <a:pt x="1" y="1361"/>
                    <a:pt x="1" y="3111"/>
                  </a:cubicBezTo>
                  <a:cubicBezTo>
                    <a:pt x="1" y="4863"/>
                    <a:pt x="1432" y="6226"/>
                    <a:pt x="3112" y="6226"/>
                  </a:cubicBezTo>
                  <a:cubicBezTo>
                    <a:pt x="3307" y="6226"/>
                    <a:pt x="3505" y="6208"/>
                    <a:pt x="3705" y="6170"/>
                  </a:cubicBezTo>
                  <a:cubicBezTo>
                    <a:pt x="2241" y="5885"/>
                    <a:pt x="1187" y="4602"/>
                    <a:pt x="1180" y="3111"/>
                  </a:cubicBezTo>
                  <a:cubicBezTo>
                    <a:pt x="1187" y="1619"/>
                    <a:pt x="2241" y="343"/>
                    <a:pt x="3705" y="59"/>
                  </a:cubicBezTo>
                  <a:cubicBezTo>
                    <a:pt x="3502" y="19"/>
                    <a:pt x="3300" y="0"/>
                    <a:pt x="3102"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8" name="Google Shape;6528;p61"/>
            <p:cNvSpPr/>
            <p:nvPr/>
          </p:nvSpPr>
          <p:spPr>
            <a:xfrm>
              <a:off x="8082451" y="2459444"/>
              <a:ext cx="96420" cy="82653"/>
            </a:xfrm>
            <a:custGeom>
              <a:avLst/>
              <a:gdLst/>
              <a:ahLst/>
              <a:cxnLst/>
              <a:rect l="l" t="t" r="r" b="b"/>
              <a:pathLst>
                <a:path w="3670" h="3146" extrusionOk="0">
                  <a:moveTo>
                    <a:pt x="2084" y="1"/>
                  </a:moveTo>
                  <a:cubicBezTo>
                    <a:pt x="1699" y="1"/>
                    <a:pt x="1305" y="143"/>
                    <a:pt x="985" y="461"/>
                  </a:cubicBezTo>
                  <a:cubicBezTo>
                    <a:pt x="0" y="1453"/>
                    <a:pt x="701" y="3145"/>
                    <a:pt x="2095" y="3145"/>
                  </a:cubicBezTo>
                  <a:cubicBezTo>
                    <a:pt x="2962" y="3138"/>
                    <a:pt x="3663" y="2438"/>
                    <a:pt x="3670" y="1571"/>
                  </a:cubicBezTo>
                  <a:cubicBezTo>
                    <a:pt x="3670" y="627"/>
                    <a:pt x="2894" y="1"/>
                    <a:pt x="2084" y="1"/>
                  </a:cubicBezTo>
                  <a:close/>
                </a:path>
              </a:pathLst>
            </a:custGeom>
            <a:solidFill>
              <a:srgbClr val="455F7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9" name="Google Shape;6529;p61"/>
            <p:cNvSpPr/>
            <p:nvPr/>
          </p:nvSpPr>
          <p:spPr>
            <a:xfrm>
              <a:off x="8096113" y="2459496"/>
              <a:ext cx="57432" cy="82601"/>
            </a:xfrm>
            <a:custGeom>
              <a:avLst/>
              <a:gdLst/>
              <a:ahLst/>
              <a:cxnLst/>
              <a:rect l="l" t="t" r="r" b="b"/>
              <a:pathLst>
                <a:path w="2186" h="3144" extrusionOk="0">
                  <a:moveTo>
                    <a:pt x="1572" y="0"/>
                  </a:moveTo>
                  <a:cubicBezTo>
                    <a:pt x="744" y="0"/>
                    <a:pt x="1" y="666"/>
                    <a:pt x="1" y="1569"/>
                  </a:cubicBezTo>
                  <a:cubicBezTo>
                    <a:pt x="1" y="2473"/>
                    <a:pt x="746" y="3143"/>
                    <a:pt x="1575" y="3143"/>
                  </a:cubicBezTo>
                  <a:cubicBezTo>
                    <a:pt x="1777" y="3143"/>
                    <a:pt x="1983" y="3104"/>
                    <a:pt x="2185" y="3018"/>
                  </a:cubicBezTo>
                  <a:cubicBezTo>
                    <a:pt x="1610" y="2769"/>
                    <a:pt x="1235" y="2200"/>
                    <a:pt x="1235" y="1569"/>
                  </a:cubicBezTo>
                  <a:cubicBezTo>
                    <a:pt x="1235" y="938"/>
                    <a:pt x="1610" y="369"/>
                    <a:pt x="2185" y="126"/>
                  </a:cubicBezTo>
                  <a:cubicBezTo>
                    <a:pt x="1982" y="40"/>
                    <a:pt x="1775" y="0"/>
                    <a:pt x="1572"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0" name="Google Shape;6530;p61"/>
            <p:cNvSpPr/>
            <p:nvPr/>
          </p:nvSpPr>
          <p:spPr>
            <a:xfrm>
              <a:off x="8254563" y="2401513"/>
              <a:ext cx="38174" cy="26325"/>
            </a:xfrm>
            <a:custGeom>
              <a:avLst/>
              <a:gdLst/>
              <a:ahLst/>
              <a:cxnLst/>
              <a:rect l="l" t="t" r="r" b="b"/>
              <a:pathLst>
                <a:path w="1453" h="1002" extrusionOk="0">
                  <a:moveTo>
                    <a:pt x="343" y="1"/>
                  </a:moveTo>
                  <a:cubicBezTo>
                    <a:pt x="142" y="1"/>
                    <a:pt x="1" y="290"/>
                    <a:pt x="212" y="433"/>
                  </a:cubicBezTo>
                  <a:lnTo>
                    <a:pt x="219" y="433"/>
                  </a:lnTo>
                  <a:cubicBezTo>
                    <a:pt x="469" y="599"/>
                    <a:pt x="725" y="772"/>
                    <a:pt x="989" y="960"/>
                  </a:cubicBezTo>
                  <a:cubicBezTo>
                    <a:pt x="1033" y="989"/>
                    <a:pt x="1078" y="1002"/>
                    <a:pt x="1119" y="1002"/>
                  </a:cubicBezTo>
                  <a:cubicBezTo>
                    <a:pt x="1314" y="1002"/>
                    <a:pt x="1452" y="727"/>
                    <a:pt x="1253" y="578"/>
                  </a:cubicBezTo>
                  <a:cubicBezTo>
                    <a:pt x="996" y="391"/>
                    <a:pt x="732" y="211"/>
                    <a:pt x="476" y="44"/>
                  </a:cubicBezTo>
                  <a:cubicBezTo>
                    <a:pt x="431" y="14"/>
                    <a:pt x="385" y="1"/>
                    <a:pt x="343"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1" name="Google Shape;6531;p61"/>
            <p:cNvSpPr/>
            <p:nvPr/>
          </p:nvSpPr>
          <p:spPr>
            <a:xfrm>
              <a:off x="8013933" y="2347996"/>
              <a:ext cx="230331" cy="58693"/>
            </a:xfrm>
            <a:custGeom>
              <a:avLst/>
              <a:gdLst/>
              <a:ahLst/>
              <a:cxnLst/>
              <a:rect l="l" t="t" r="r" b="b"/>
              <a:pathLst>
                <a:path w="8767" h="2234" extrusionOk="0">
                  <a:moveTo>
                    <a:pt x="4710" y="0"/>
                  </a:moveTo>
                  <a:cubicBezTo>
                    <a:pt x="3566" y="0"/>
                    <a:pt x="2095" y="590"/>
                    <a:pt x="201" y="1804"/>
                  </a:cubicBezTo>
                  <a:cubicBezTo>
                    <a:pt x="0" y="1929"/>
                    <a:pt x="90" y="2227"/>
                    <a:pt x="326" y="2227"/>
                  </a:cubicBezTo>
                  <a:lnTo>
                    <a:pt x="319" y="2234"/>
                  </a:lnTo>
                  <a:cubicBezTo>
                    <a:pt x="368" y="2234"/>
                    <a:pt x="410" y="2220"/>
                    <a:pt x="444" y="2199"/>
                  </a:cubicBezTo>
                  <a:cubicBezTo>
                    <a:pt x="2268" y="1034"/>
                    <a:pt x="3656" y="472"/>
                    <a:pt x="4703" y="472"/>
                  </a:cubicBezTo>
                  <a:cubicBezTo>
                    <a:pt x="5626" y="472"/>
                    <a:pt x="6798" y="909"/>
                    <a:pt x="8303" y="1790"/>
                  </a:cubicBezTo>
                  <a:cubicBezTo>
                    <a:pt x="8346" y="1815"/>
                    <a:pt x="8389" y="1827"/>
                    <a:pt x="8428" y="1827"/>
                  </a:cubicBezTo>
                  <a:cubicBezTo>
                    <a:pt x="8636" y="1827"/>
                    <a:pt x="8767" y="1521"/>
                    <a:pt x="8546" y="1387"/>
                  </a:cubicBezTo>
                  <a:cubicBezTo>
                    <a:pt x="6964" y="458"/>
                    <a:pt x="5709" y="0"/>
                    <a:pt x="4710"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2" name="Google Shape;6532;p61"/>
            <p:cNvSpPr/>
            <p:nvPr/>
          </p:nvSpPr>
          <p:spPr>
            <a:xfrm>
              <a:off x="8147686" y="2462097"/>
              <a:ext cx="33366" cy="28427"/>
            </a:xfrm>
            <a:custGeom>
              <a:avLst/>
              <a:gdLst/>
              <a:ahLst/>
              <a:cxnLst/>
              <a:rect l="l" t="t" r="r" b="b"/>
              <a:pathLst>
                <a:path w="1270" h="1082" extrusionOk="0">
                  <a:moveTo>
                    <a:pt x="546" y="0"/>
                  </a:moveTo>
                  <a:cubicBezTo>
                    <a:pt x="268" y="0"/>
                    <a:pt x="0" y="216"/>
                    <a:pt x="0" y="540"/>
                  </a:cubicBezTo>
                  <a:cubicBezTo>
                    <a:pt x="0" y="839"/>
                    <a:pt x="243" y="1081"/>
                    <a:pt x="541" y="1081"/>
                  </a:cubicBezTo>
                  <a:cubicBezTo>
                    <a:pt x="1027" y="1081"/>
                    <a:pt x="1270" y="499"/>
                    <a:pt x="923" y="159"/>
                  </a:cubicBezTo>
                  <a:cubicBezTo>
                    <a:pt x="813" y="49"/>
                    <a:pt x="678" y="0"/>
                    <a:pt x="546"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33" name="Google Shape;6533;p61"/>
          <p:cNvGrpSpPr/>
          <p:nvPr/>
        </p:nvGrpSpPr>
        <p:grpSpPr>
          <a:xfrm>
            <a:off x="6387469" y="2310269"/>
            <a:ext cx="275362" cy="338784"/>
            <a:chOff x="6400644" y="2310269"/>
            <a:chExt cx="275362" cy="338784"/>
          </a:xfrm>
        </p:grpSpPr>
        <p:sp>
          <p:nvSpPr>
            <p:cNvPr id="6534" name="Google Shape;6534;p61"/>
            <p:cNvSpPr/>
            <p:nvPr/>
          </p:nvSpPr>
          <p:spPr>
            <a:xfrm>
              <a:off x="6503789" y="2310269"/>
              <a:ext cx="69070" cy="45399"/>
            </a:xfrm>
            <a:custGeom>
              <a:avLst/>
              <a:gdLst/>
              <a:ahLst/>
              <a:cxnLst/>
              <a:rect l="l" t="t" r="r" b="b"/>
              <a:pathLst>
                <a:path w="2629" h="1728" extrusionOk="0">
                  <a:moveTo>
                    <a:pt x="1242" y="0"/>
                  </a:moveTo>
                  <a:cubicBezTo>
                    <a:pt x="555" y="0"/>
                    <a:pt x="0" y="555"/>
                    <a:pt x="0" y="1242"/>
                  </a:cubicBezTo>
                  <a:lnTo>
                    <a:pt x="0" y="1728"/>
                  </a:lnTo>
                  <a:lnTo>
                    <a:pt x="382" y="1728"/>
                  </a:lnTo>
                  <a:lnTo>
                    <a:pt x="382" y="1242"/>
                  </a:lnTo>
                  <a:cubicBezTo>
                    <a:pt x="382" y="763"/>
                    <a:pt x="770" y="382"/>
                    <a:pt x="1242" y="382"/>
                  </a:cubicBezTo>
                  <a:lnTo>
                    <a:pt x="1380" y="382"/>
                  </a:lnTo>
                  <a:cubicBezTo>
                    <a:pt x="1859" y="382"/>
                    <a:pt x="2241" y="763"/>
                    <a:pt x="2241" y="1242"/>
                  </a:cubicBezTo>
                  <a:lnTo>
                    <a:pt x="2241" y="1728"/>
                  </a:lnTo>
                  <a:lnTo>
                    <a:pt x="2629" y="1728"/>
                  </a:lnTo>
                  <a:lnTo>
                    <a:pt x="2629" y="1242"/>
                  </a:lnTo>
                  <a:cubicBezTo>
                    <a:pt x="2622" y="555"/>
                    <a:pt x="2067" y="0"/>
                    <a:pt x="138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5" name="Google Shape;6535;p61"/>
            <p:cNvSpPr/>
            <p:nvPr/>
          </p:nvSpPr>
          <p:spPr>
            <a:xfrm>
              <a:off x="6434351" y="2389533"/>
              <a:ext cx="207763" cy="259520"/>
            </a:xfrm>
            <a:custGeom>
              <a:avLst/>
              <a:gdLst/>
              <a:ahLst/>
              <a:cxnLst/>
              <a:rect l="l" t="t" r="r" b="b"/>
              <a:pathLst>
                <a:path w="7908" h="9878" extrusionOk="0">
                  <a:moveTo>
                    <a:pt x="0" y="1"/>
                  </a:moveTo>
                  <a:lnTo>
                    <a:pt x="500" y="9226"/>
                  </a:lnTo>
                  <a:cubicBezTo>
                    <a:pt x="521" y="9593"/>
                    <a:pt x="826" y="9878"/>
                    <a:pt x="1193" y="9878"/>
                  </a:cubicBezTo>
                  <a:lnTo>
                    <a:pt x="6694" y="9878"/>
                  </a:lnTo>
                  <a:cubicBezTo>
                    <a:pt x="7055" y="9871"/>
                    <a:pt x="7360" y="9587"/>
                    <a:pt x="7381" y="9226"/>
                  </a:cubicBezTo>
                  <a:lnTo>
                    <a:pt x="7908"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6" name="Google Shape;6536;p61"/>
            <p:cNvSpPr/>
            <p:nvPr/>
          </p:nvSpPr>
          <p:spPr>
            <a:xfrm>
              <a:off x="6447645" y="2389533"/>
              <a:ext cx="194653" cy="259520"/>
            </a:xfrm>
            <a:custGeom>
              <a:avLst/>
              <a:gdLst/>
              <a:ahLst/>
              <a:cxnLst/>
              <a:rect l="l" t="t" r="r" b="b"/>
              <a:pathLst>
                <a:path w="7409" h="9878" extrusionOk="0">
                  <a:moveTo>
                    <a:pt x="5113" y="1"/>
                  </a:moveTo>
                  <a:lnTo>
                    <a:pt x="4877" y="8595"/>
                  </a:lnTo>
                  <a:cubicBezTo>
                    <a:pt x="4863" y="8969"/>
                    <a:pt x="4558" y="9261"/>
                    <a:pt x="4190" y="9267"/>
                  </a:cubicBezTo>
                  <a:lnTo>
                    <a:pt x="1" y="9267"/>
                  </a:lnTo>
                  <a:cubicBezTo>
                    <a:pt x="42" y="9614"/>
                    <a:pt x="341" y="9878"/>
                    <a:pt x="687" y="9878"/>
                  </a:cubicBezTo>
                  <a:lnTo>
                    <a:pt x="6188" y="9878"/>
                  </a:lnTo>
                  <a:cubicBezTo>
                    <a:pt x="6555" y="9878"/>
                    <a:pt x="6861" y="9593"/>
                    <a:pt x="6881" y="9226"/>
                  </a:cubicBezTo>
                  <a:lnTo>
                    <a:pt x="7409" y="8"/>
                  </a:lnTo>
                  <a:lnTo>
                    <a:pt x="5113" y="1"/>
                  </a:ln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7" name="Google Shape;6537;p61"/>
            <p:cNvSpPr/>
            <p:nvPr/>
          </p:nvSpPr>
          <p:spPr>
            <a:xfrm>
              <a:off x="6434351" y="2343424"/>
              <a:ext cx="207211" cy="42850"/>
            </a:xfrm>
            <a:custGeom>
              <a:avLst/>
              <a:gdLst/>
              <a:ahLst/>
              <a:cxnLst/>
              <a:rect l="l" t="t" r="r" b="b"/>
              <a:pathLst>
                <a:path w="7887" h="1631" extrusionOk="0">
                  <a:moveTo>
                    <a:pt x="1589" y="1"/>
                  </a:moveTo>
                  <a:cubicBezTo>
                    <a:pt x="708" y="1"/>
                    <a:pt x="0" y="708"/>
                    <a:pt x="0" y="1589"/>
                  </a:cubicBezTo>
                  <a:lnTo>
                    <a:pt x="0" y="1631"/>
                  </a:lnTo>
                  <a:lnTo>
                    <a:pt x="7887" y="1631"/>
                  </a:lnTo>
                  <a:lnTo>
                    <a:pt x="7887" y="1589"/>
                  </a:lnTo>
                  <a:cubicBezTo>
                    <a:pt x="7887" y="715"/>
                    <a:pt x="7179" y="8"/>
                    <a:pt x="6305"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8" name="Google Shape;6538;p61"/>
            <p:cNvSpPr/>
            <p:nvPr/>
          </p:nvSpPr>
          <p:spPr>
            <a:xfrm>
              <a:off x="6555178" y="2343424"/>
              <a:ext cx="86568" cy="42850"/>
            </a:xfrm>
            <a:custGeom>
              <a:avLst/>
              <a:gdLst/>
              <a:ahLst/>
              <a:cxnLst/>
              <a:rect l="l" t="t" r="r" b="b"/>
              <a:pathLst>
                <a:path w="3295" h="1631" extrusionOk="0">
                  <a:moveTo>
                    <a:pt x="0" y="1"/>
                  </a:moveTo>
                  <a:cubicBezTo>
                    <a:pt x="888" y="1"/>
                    <a:pt x="1609" y="722"/>
                    <a:pt x="1609" y="1610"/>
                  </a:cubicBezTo>
                  <a:lnTo>
                    <a:pt x="1609" y="1631"/>
                  </a:lnTo>
                  <a:lnTo>
                    <a:pt x="3295" y="1631"/>
                  </a:lnTo>
                  <a:lnTo>
                    <a:pt x="3295" y="1610"/>
                  </a:lnTo>
                  <a:cubicBezTo>
                    <a:pt x="3295" y="722"/>
                    <a:pt x="2573" y="1"/>
                    <a:pt x="168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39" name="Google Shape;6539;p61"/>
            <p:cNvSpPr/>
            <p:nvPr/>
          </p:nvSpPr>
          <p:spPr>
            <a:xfrm>
              <a:off x="6400644" y="2368751"/>
              <a:ext cx="275362" cy="30844"/>
            </a:xfrm>
            <a:custGeom>
              <a:avLst/>
              <a:gdLst/>
              <a:ahLst/>
              <a:cxnLst/>
              <a:rect l="l" t="t" r="r" b="b"/>
              <a:pathLst>
                <a:path w="10481" h="1174" extrusionOk="0">
                  <a:moveTo>
                    <a:pt x="583" y="1"/>
                  </a:moveTo>
                  <a:cubicBezTo>
                    <a:pt x="257" y="1"/>
                    <a:pt x="0" y="265"/>
                    <a:pt x="0" y="584"/>
                  </a:cubicBezTo>
                  <a:lnTo>
                    <a:pt x="0" y="597"/>
                  </a:lnTo>
                  <a:cubicBezTo>
                    <a:pt x="0" y="917"/>
                    <a:pt x="257" y="1173"/>
                    <a:pt x="583" y="1173"/>
                  </a:cubicBezTo>
                  <a:lnTo>
                    <a:pt x="9898" y="1173"/>
                  </a:lnTo>
                  <a:cubicBezTo>
                    <a:pt x="10217" y="1173"/>
                    <a:pt x="10481" y="917"/>
                    <a:pt x="10481" y="597"/>
                  </a:cubicBezTo>
                  <a:lnTo>
                    <a:pt x="10481" y="584"/>
                  </a:lnTo>
                  <a:cubicBezTo>
                    <a:pt x="10474" y="265"/>
                    <a:pt x="10217" y="1"/>
                    <a:pt x="989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0" name="Google Shape;6540;p61"/>
            <p:cNvSpPr/>
            <p:nvPr/>
          </p:nvSpPr>
          <p:spPr>
            <a:xfrm>
              <a:off x="6400644" y="2368751"/>
              <a:ext cx="275362" cy="31028"/>
            </a:xfrm>
            <a:custGeom>
              <a:avLst/>
              <a:gdLst/>
              <a:ahLst/>
              <a:cxnLst/>
              <a:rect l="l" t="t" r="r" b="b"/>
              <a:pathLst>
                <a:path w="10481" h="1181" extrusionOk="0">
                  <a:moveTo>
                    <a:pt x="8677" y="1"/>
                  </a:moveTo>
                  <a:cubicBezTo>
                    <a:pt x="8677" y="327"/>
                    <a:pt x="8414" y="591"/>
                    <a:pt x="8088" y="591"/>
                  </a:cubicBezTo>
                  <a:lnTo>
                    <a:pt x="0" y="591"/>
                  </a:lnTo>
                  <a:cubicBezTo>
                    <a:pt x="0" y="917"/>
                    <a:pt x="264" y="1180"/>
                    <a:pt x="590" y="1180"/>
                  </a:cubicBezTo>
                  <a:lnTo>
                    <a:pt x="9891" y="1180"/>
                  </a:lnTo>
                  <a:cubicBezTo>
                    <a:pt x="10217" y="1180"/>
                    <a:pt x="10481" y="917"/>
                    <a:pt x="10481" y="591"/>
                  </a:cubicBezTo>
                  <a:cubicBezTo>
                    <a:pt x="10481" y="265"/>
                    <a:pt x="10217" y="1"/>
                    <a:pt x="989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1" name="Google Shape;6541;p61"/>
            <p:cNvSpPr/>
            <p:nvPr/>
          </p:nvSpPr>
          <p:spPr>
            <a:xfrm>
              <a:off x="6528748" y="2430912"/>
              <a:ext cx="19153" cy="165858"/>
            </a:xfrm>
            <a:custGeom>
              <a:avLst/>
              <a:gdLst/>
              <a:ahLst/>
              <a:cxnLst/>
              <a:rect l="l" t="t" r="r" b="b"/>
              <a:pathLst>
                <a:path w="729" h="6313" extrusionOk="0">
                  <a:moveTo>
                    <a:pt x="349" y="0"/>
                  </a:moveTo>
                  <a:cubicBezTo>
                    <a:pt x="154" y="0"/>
                    <a:pt x="0" y="164"/>
                    <a:pt x="0" y="354"/>
                  </a:cubicBezTo>
                  <a:lnTo>
                    <a:pt x="0" y="5951"/>
                  </a:lnTo>
                  <a:cubicBezTo>
                    <a:pt x="0" y="6153"/>
                    <a:pt x="160" y="6312"/>
                    <a:pt x="361" y="6312"/>
                  </a:cubicBezTo>
                  <a:lnTo>
                    <a:pt x="368" y="6312"/>
                  </a:lnTo>
                  <a:cubicBezTo>
                    <a:pt x="562" y="6312"/>
                    <a:pt x="729" y="6153"/>
                    <a:pt x="729" y="5951"/>
                  </a:cubicBezTo>
                  <a:lnTo>
                    <a:pt x="729" y="354"/>
                  </a:lnTo>
                  <a:cubicBezTo>
                    <a:pt x="729" y="160"/>
                    <a:pt x="562" y="0"/>
                    <a:pt x="368" y="0"/>
                  </a:cubicBezTo>
                  <a:lnTo>
                    <a:pt x="361" y="0"/>
                  </a:lnTo>
                  <a:cubicBezTo>
                    <a:pt x="357" y="0"/>
                    <a:pt x="353" y="0"/>
                    <a:pt x="349"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2" name="Google Shape;6542;p61"/>
            <p:cNvSpPr/>
            <p:nvPr/>
          </p:nvSpPr>
          <p:spPr>
            <a:xfrm>
              <a:off x="6582870" y="2430912"/>
              <a:ext cx="23356" cy="165438"/>
            </a:xfrm>
            <a:custGeom>
              <a:avLst/>
              <a:gdLst/>
              <a:ahLst/>
              <a:cxnLst/>
              <a:rect l="l" t="t" r="r" b="b"/>
              <a:pathLst>
                <a:path w="889" h="6297" extrusionOk="0">
                  <a:moveTo>
                    <a:pt x="508" y="0"/>
                  </a:moveTo>
                  <a:cubicBezTo>
                    <a:pt x="320" y="0"/>
                    <a:pt x="167" y="157"/>
                    <a:pt x="160" y="347"/>
                  </a:cubicBezTo>
                  <a:lnTo>
                    <a:pt x="0" y="5938"/>
                  </a:lnTo>
                  <a:cubicBezTo>
                    <a:pt x="4" y="6175"/>
                    <a:pt x="185" y="6297"/>
                    <a:pt x="365" y="6297"/>
                  </a:cubicBezTo>
                  <a:cubicBezTo>
                    <a:pt x="537" y="6297"/>
                    <a:pt x="708" y="6186"/>
                    <a:pt x="722" y="5958"/>
                  </a:cubicBezTo>
                  <a:lnTo>
                    <a:pt x="881" y="368"/>
                  </a:lnTo>
                  <a:cubicBezTo>
                    <a:pt x="888" y="167"/>
                    <a:pt x="722" y="0"/>
                    <a:pt x="521" y="0"/>
                  </a:cubicBezTo>
                  <a:cubicBezTo>
                    <a:pt x="517" y="0"/>
                    <a:pt x="513" y="0"/>
                    <a:pt x="50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3" name="Google Shape;6543;p61"/>
            <p:cNvSpPr/>
            <p:nvPr/>
          </p:nvSpPr>
          <p:spPr>
            <a:xfrm>
              <a:off x="6470423" y="2430912"/>
              <a:ext cx="23356" cy="165438"/>
            </a:xfrm>
            <a:custGeom>
              <a:avLst/>
              <a:gdLst/>
              <a:ahLst/>
              <a:cxnLst/>
              <a:rect l="l" t="t" r="r" b="b"/>
              <a:pathLst>
                <a:path w="889" h="6297" extrusionOk="0">
                  <a:moveTo>
                    <a:pt x="381" y="0"/>
                  </a:moveTo>
                  <a:cubicBezTo>
                    <a:pt x="377" y="0"/>
                    <a:pt x="373" y="0"/>
                    <a:pt x="368" y="0"/>
                  </a:cubicBezTo>
                  <a:cubicBezTo>
                    <a:pt x="160" y="0"/>
                    <a:pt x="1" y="167"/>
                    <a:pt x="8" y="368"/>
                  </a:cubicBezTo>
                  <a:lnTo>
                    <a:pt x="160" y="5958"/>
                  </a:lnTo>
                  <a:cubicBezTo>
                    <a:pt x="177" y="6186"/>
                    <a:pt x="350" y="6297"/>
                    <a:pt x="523" y="6297"/>
                  </a:cubicBezTo>
                  <a:cubicBezTo>
                    <a:pt x="704" y="6297"/>
                    <a:pt x="885" y="6175"/>
                    <a:pt x="889" y="5938"/>
                  </a:cubicBezTo>
                  <a:lnTo>
                    <a:pt x="729" y="347"/>
                  </a:lnTo>
                  <a:cubicBezTo>
                    <a:pt x="722" y="157"/>
                    <a:pt x="569" y="0"/>
                    <a:pt x="38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4" name="Google Shape;6544;p61"/>
            <p:cNvSpPr/>
            <p:nvPr/>
          </p:nvSpPr>
          <p:spPr>
            <a:xfrm>
              <a:off x="6529668" y="2430912"/>
              <a:ext cx="18233" cy="165858"/>
            </a:xfrm>
            <a:custGeom>
              <a:avLst/>
              <a:gdLst/>
              <a:ahLst/>
              <a:cxnLst/>
              <a:rect l="l" t="t" r="r" b="b"/>
              <a:pathLst>
                <a:path w="694" h="6313" extrusionOk="0">
                  <a:moveTo>
                    <a:pt x="338" y="0"/>
                  </a:moveTo>
                  <a:cubicBezTo>
                    <a:pt x="334" y="0"/>
                    <a:pt x="330" y="0"/>
                    <a:pt x="326" y="0"/>
                  </a:cubicBezTo>
                  <a:lnTo>
                    <a:pt x="319" y="0"/>
                  </a:lnTo>
                  <a:cubicBezTo>
                    <a:pt x="333" y="42"/>
                    <a:pt x="347" y="90"/>
                    <a:pt x="347" y="139"/>
                  </a:cubicBezTo>
                  <a:lnTo>
                    <a:pt x="347" y="5730"/>
                  </a:lnTo>
                  <a:cubicBezTo>
                    <a:pt x="347" y="5924"/>
                    <a:pt x="194" y="6083"/>
                    <a:pt x="0" y="6090"/>
                  </a:cubicBezTo>
                  <a:cubicBezTo>
                    <a:pt x="56" y="6222"/>
                    <a:pt x="187" y="6312"/>
                    <a:pt x="333" y="6312"/>
                  </a:cubicBezTo>
                  <a:cubicBezTo>
                    <a:pt x="527" y="6312"/>
                    <a:pt x="694" y="6146"/>
                    <a:pt x="694" y="5951"/>
                  </a:cubicBezTo>
                  <a:lnTo>
                    <a:pt x="694" y="361"/>
                  </a:lnTo>
                  <a:cubicBezTo>
                    <a:pt x="694" y="164"/>
                    <a:pt x="534" y="0"/>
                    <a:pt x="33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5" name="Google Shape;6545;p61"/>
            <p:cNvSpPr/>
            <p:nvPr/>
          </p:nvSpPr>
          <p:spPr>
            <a:xfrm>
              <a:off x="6583789" y="2430912"/>
              <a:ext cx="22437" cy="165858"/>
            </a:xfrm>
            <a:custGeom>
              <a:avLst/>
              <a:gdLst/>
              <a:ahLst/>
              <a:cxnLst/>
              <a:rect l="l" t="t" r="r" b="b"/>
              <a:pathLst>
                <a:path w="854" h="6313" extrusionOk="0">
                  <a:moveTo>
                    <a:pt x="498" y="0"/>
                  </a:moveTo>
                  <a:cubicBezTo>
                    <a:pt x="494" y="0"/>
                    <a:pt x="490" y="0"/>
                    <a:pt x="486" y="0"/>
                  </a:cubicBezTo>
                  <a:lnTo>
                    <a:pt x="472" y="0"/>
                  </a:lnTo>
                  <a:cubicBezTo>
                    <a:pt x="493" y="42"/>
                    <a:pt x="506" y="97"/>
                    <a:pt x="500" y="153"/>
                  </a:cubicBezTo>
                  <a:lnTo>
                    <a:pt x="347" y="5743"/>
                  </a:lnTo>
                  <a:cubicBezTo>
                    <a:pt x="340" y="5931"/>
                    <a:pt x="187" y="6083"/>
                    <a:pt x="0" y="6090"/>
                  </a:cubicBezTo>
                  <a:cubicBezTo>
                    <a:pt x="62" y="6243"/>
                    <a:pt x="194" y="6312"/>
                    <a:pt x="327" y="6312"/>
                  </a:cubicBezTo>
                  <a:cubicBezTo>
                    <a:pt x="508" y="6312"/>
                    <a:pt x="690" y="6183"/>
                    <a:pt x="694" y="5958"/>
                  </a:cubicBezTo>
                  <a:lnTo>
                    <a:pt x="846" y="368"/>
                  </a:lnTo>
                  <a:cubicBezTo>
                    <a:pt x="853" y="164"/>
                    <a:pt x="693" y="0"/>
                    <a:pt x="49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6" name="Google Shape;6546;p61"/>
            <p:cNvSpPr/>
            <p:nvPr/>
          </p:nvSpPr>
          <p:spPr>
            <a:xfrm>
              <a:off x="6475547" y="2430912"/>
              <a:ext cx="18338" cy="165963"/>
            </a:xfrm>
            <a:custGeom>
              <a:avLst/>
              <a:gdLst/>
              <a:ahLst/>
              <a:cxnLst/>
              <a:rect l="l" t="t" r="r" b="b"/>
              <a:pathLst>
                <a:path w="698" h="6317" extrusionOk="0">
                  <a:moveTo>
                    <a:pt x="160" y="0"/>
                  </a:moveTo>
                  <a:cubicBezTo>
                    <a:pt x="173" y="42"/>
                    <a:pt x="187" y="90"/>
                    <a:pt x="187" y="132"/>
                  </a:cubicBezTo>
                  <a:lnTo>
                    <a:pt x="347" y="5723"/>
                  </a:lnTo>
                  <a:cubicBezTo>
                    <a:pt x="347" y="5924"/>
                    <a:pt x="194" y="6090"/>
                    <a:pt x="0" y="6097"/>
                  </a:cubicBezTo>
                  <a:cubicBezTo>
                    <a:pt x="63" y="6248"/>
                    <a:pt x="192" y="6316"/>
                    <a:pt x="323" y="6316"/>
                  </a:cubicBezTo>
                  <a:cubicBezTo>
                    <a:pt x="510" y="6316"/>
                    <a:pt x="698" y="6177"/>
                    <a:pt x="694" y="5945"/>
                  </a:cubicBezTo>
                  <a:lnTo>
                    <a:pt x="534" y="347"/>
                  </a:lnTo>
                  <a:cubicBezTo>
                    <a:pt x="520" y="153"/>
                    <a:pt x="368" y="0"/>
                    <a:pt x="17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47" name="Google Shape;6547;p61"/>
          <p:cNvGrpSpPr/>
          <p:nvPr/>
        </p:nvGrpSpPr>
        <p:grpSpPr>
          <a:xfrm>
            <a:off x="1595767" y="4161009"/>
            <a:ext cx="359565" cy="358094"/>
            <a:chOff x="1342268" y="4161009"/>
            <a:chExt cx="359565" cy="358094"/>
          </a:xfrm>
        </p:grpSpPr>
        <p:sp>
          <p:nvSpPr>
            <p:cNvPr id="6548" name="Google Shape;6548;p61"/>
            <p:cNvSpPr/>
            <p:nvPr/>
          </p:nvSpPr>
          <p:spPr>
            <a:xfrm>
              <a:off x="1342268" y="4371845"/>
              <a:ext cx="65077" cy="147257"/>
            </a:xfrm>
            <a:custGeom>
              <a:avLst/>
              <a:gdLst/>
              <a:ahLst/>
              <a:cxnLst/>
              <a:rect l="l" t="t" r="r" b="b"/>
              <a:pathLst>
                <a:path w="2477" h="5605" extrusionOk="0">
                  <a:moveTo>
                    <a:pt x="354" y="0"/>
                  </a:moveTo>
                  <a:cubicBezTo>
                    <a:pt x="160" y="0"/>
                    <a:pt x="1" y="160"/>
                    <a:pt x="1" y="354"/>
                  </a:cubicBezTo>
                  <a:lnTo>
                    <a:pt x="1" y="5605"/>
                  </a:lnTo>
                  <a:lnTo>
                    <a:pt x="2477" y="5605"/>
                  </a:lnTo>
                  <a:lnTo>
                    <a:pt x="2477" y="354"/>
                  </a:lnTo>
                  <a:cubicBezTo>
                    <a:pt x="2477" y="160"/>
                    <a:pt x="2310" y="0"/>
                    <a:pt x="2116"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49" name="Google Shape;6549;p61"/>
            <p:cNvSpPr/>
            <p:nvPr/>
          </p:nvSpPr>
          <p:spPr>
            <a:xfrm>
              <a:off x="1342268" y="4371845"/>
              <a:ext cx="31002" cy="147257"/>
            </a:xfrm>
            <a:custGeom>
              <a:avLst/>
              <a:gdLst/>
              <a:ahLst/>
              <a:cxnLst/>
              <a:rect l="l" t="t" r="r" b="b"/>
              <a:pathLst>
                <a:path w="1180" h="5605" extrusionOk="0">
                  <a:moveTo>
                    <a:pt x="354" y="0"/>
                  </a:moveTo>
                  <a:cubicBezTo>
                    <a:pt x="160" y="0"/>
                    <a:pt x="1" y="160"/>
                    <a:pt x="1" y="354"/>
                  </a:cubicBezTo>
                  <a:lnTo>
                    <a:pt x="1" y="5605"/>
                  </a:lnTo>
                  <a:lnTo>
                    <a:pt x="826" y="5605"/>
                  </a:lnTo>
                  <a:lnTo>
                    <a:pt x="826" y="354"/>
                  </a:lnTo>
                  <a:cubicBezTo>
                    <a:pt x="826" y="160"/>
                    <a:pt x="986" y="0"/>
                    <a:pt x="118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0" name="Google Shape;6550;p61"/>
            <p:cNvSpPr/>
            <p:nvPr/>
          </p:nvSpPr>
          <p:spPr>
            <a:xfrm>
              <a:off x="1440501" y="4335589"/>
              <a:ext cx="65077" cy="183513"/>
            </a:xfrm>
            <a:custGeom>
              <a:avLst/>
              <a:gdLst/>
              <a:ahLst/>
              <a:cxnLst/>
              <a:rect l="l" t="t" r="r" b="b"/>
              <a:pathLst>
                <a:path w="2477" h="6985" extrusionOk="0">
                  <a:moveTo>
                    <a:pt x="354" y="0"/>
                  </a:moveTo>
                  <a:cubicBezTo>
                    <a:pt x="160" y="0"/>
                    <a:pt x="0" y="153"/>
                    <a:pt x="0" y="354"/>
                  </a:cubicBezTo>
                  <a:lnTo>
                    <a:pt x="0" y="6985"/>
                  </a:lnTo>
                  <a:lnTo>
                    <a:pt x="2476" y="6985"/>
                  </a:lnTo>
                  <a:lnTo>
                    <a:pt x="2476" y="354"/>
                  </a:lnTo>
                  <a:cubicBezTo>
                    <a:pt x="2476" y="153"/>
                    <a:pt x="2317" y="0"/>
                    <a:pt x="2116"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1" name="Google Shape;6551;p61"/>
            <p:cNvSpPr/>
            <p:nvPr/>
          </p:nvSpPr>
          <p:spPr>
            <a:xfrm>
              <a:off x="1440501" y="4335589"/>
              <a:ext cx="31002" cy="183513"/>
            </a:xfrm>
            <a:custGeom>
              <a:avLst/>
              <a:gdLst/>
              <a:ahLst/>
              <a:cxnLst/>
              <a:rect l="l" t="t" r="r" b="b"/>
              <a:pathLst>
                <a:path w="1180" h="6985" extrusionOk="0">
                  <a:moveTo>
                    <a:pt x="354" y="0"/>
                  </a:moveTo>
                  <a:cubicBezTo>
                    <a:pt x="160" y="0"/>
                    <a:pt x="0" y="153"/>
                    <a:pt x="0" y="354"/>
                  </a:cubicBezTo>
                  <a:lnTo>
                    <a:pt x="0" y="6985"/>
                  </a:lnTo>
                  <a:lnTo>
                    <a:pt x="826" y="6985"/>
                  </a:lnTo>
                  <a:lnTo>
                    <a:pt x="826" y="354"/>
                  </a:lnTo>
                  <a:cubicBezTo>
                    <a:pt x="826" y="153"/>
                    <a:pt x="985" y="0"/>
                    <a:pt x="117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2" name="Google Shape;6552;p61"/>
            <p:cNvSpPr/>
            <p:nvPr/>
          </p:nvSpPr>
          <p:spPr>
            <a:xfrm>
              <a:off x="1538707" y="4299123"/>
              <a:ext cx="64919" cy="219980"/>
            </a:xfrm>
            <a:custGeom>
              <a:avLst/>
              <a:gdLst/>
              <a:ahLst/>
              <a:cxnLst/>
              <a:rect l="l" t="t" r="r" b="b"/>
              <a:pathLst>
                <a:path w="2471" h="8373" extrusionOk="0">
                  <a:moveTo>
                    <a:pt x="355" y="1"/>
                  </a:moveTo>
                  <a:cubicBezTo>
                    <a:pt x="153" y="1"/>
                    <a:pt x="1" y="160"/>
                    <a:pt x="1" y="355"/>
                  </a:cubicBezTo>
                  <a:lnTo>
                    <a:pt x="1" y="8373"/>
                  </a:lnTo>
                  <a:lnTo>
                    <a:pt x="2470" y="8373"/>
                  </a:lnTo>
                  <a:lnTo>
                    <a:pt x="2470" y="355"/>
                  </a:lnTo>
                  <a:cubicBezTo>
                    <a:pt x="2470" y="160"/>
                    <a:pt x="2311" y="1"/>
                    <a:pt x="2116"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3" name="Google Shape;6553;p61"/>
            <p:cNvSpPr/>
            <p:nvPr/>
          </p:nvSpPr>
          <p:spPr>
            <a:xfrm>
              <a:off x="1538707" y="4299123"/>
              <a:ext cx="31002" cy="219980"/>
            </a:xfrm>
            <a:custGeom>
              <a:avLst/>
              <a:gdLst/>
              <a:ahLst/>
              <a:cxnLst/>
              <a:rect l="l" t="t" r="r" b="b"/>
              <a:pathLst>
                <a:path w="1180" h="8373" extrusionOk="0">
                  <a:moveTo>
                    <a:pt x="355" y="1"/>
                  </a:moveTo>
                  <a:cubicBezTo>
                    <a:pt x="153" y="1"/>
                    <a:pt x="1" y="160"/>
                    <a:pt x="1" y="355"/>
                  </a:cubicBezTo>
                  <a:lnTo>
                    <a:pt x="1" y="8373"/>
                  </a:lnTo>
                  <a:lnTo>
                    <a:pt x="826" y="8373"/>
                  </a:lnTo>
                  <a:lnTo>
                    <a:pt x="826" y="355"/>
                  </a:lnTo>
                  <a:cubicBezTo>
                    <a:pt x="826" y="160"/>
                    <a:pt x="986" y="1"/>
                    <a:pt x="1180" y="1"/>
                  </a:cubicBezTo>
                  <a:close/>
                </a:path>
              </a:pathLst>
            </a:custGeom>
            <a:solidFill>
              <a:srgbClr val="A9B7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4" name="Google Shape;6554;p61"/>
            <p:cNvSpPr/>
            <p:nvPr/>
          </p:nvSpPr>
          <p:spPr>
            <a:xfrm>
              <a:off x="1636940" y="4262683"/>
              <a:ext cx="64893" cy="256420"/>
            </a:xfrm>
            <a:custGeom>
              <a:avLst/>
              <a:gdLst/>
              <a:ahLst/>
              <a:cxnLst/>
              <a:rect l="l" t="t" r="r" b="b"/>
              <a:pathLst>
                <a:path w="2470" h="9760" extrusionOk="0">
                  <a:moveTo>
                    <a:pt x="354" y="1"/>
                  </a:moveTo>
                  <a:cubicBezTo>
                    <a:pt x="153" y="1"/>
                    <a:pt x="0" y="160"/>
                    <a:pt x="0" y="354"/>
                  </a:cubicBezTo>
                  <a:lnTo>
                    <a:pt x="0" y="9760"/>
                  </a:lnTo>
                  <a:lnTo>
                    <a:pt x="2470" y="9760"/>
                  </a:lnTo>
                  <a:lnTo>
                    <a:pt x="2470" y="354"/>
                  </a:lnTo>
                  <a:cubicBezTo>
                    <a:pt x="2470" y="160"/>
                    <a:pt x="2310" y="1"/>
                    <a:pt x="211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5" name="Google Shape;6555;p61"/>
            <p:cNvSpPr/>
            <p:nvPr/>
          </p:nvSpPr>
          <p:spPr>
            <a:xfrm>
              <a:off x="1636940" y="4262683"/>
              <a:ext cx="31002" cy="256420"/>
            </a:xfrm>
            <a:custGeom>
              <a:avLst/>
              <a:gdLst/>
              <a:ahLst/>
              <a:cxnLst/>
              <a:rect l="l" t="t" r="r" b="b"/>
              <a:pathLst>
                <a:path w="1180" h="9760" extrusionOk="0">
                  <a:moveTo>
                    <a:pt x="354" y="1"/>
                  </a:moveTo>
                  <a:cubicBezTo>
                    <a:pt x="153" y="1"/>
                    <a:pt x="0" y="160"/>
                    <a:pt x="0" y="354"/>
                  </a:cubicBezTo>
                  <a:lnTo>
                    <a:pt x="0" y="9760"/>
                  </a:lnTo>
                  <a:lnTo>
                    <a:pt x="826" y="9760"/>
                  </a:lnTo>
                  <a:lnTo>
                    <a:pt x="826" y="354"/>
                  </a:lnTo>
                  <a:cubicBezTo>
                    <a:pt x="826" y="160"/>
                    <a:pt x="978" y="1"/>
                    <a:pt x="1180"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6" name="Google Shape;6556;p61"/>
            <p:cNvSpPr/>
            <p:nvPr/>
          </p:nvSpPr>
          <p:spPr>
            <a:xfrm>
              <a:off x="1357953" y="4161009"/>
              <a:ext cx="333687" cy="134699"/>
            </a:xfrm>
            <a:custGeom>
              <a:avLst/>
              <a:gdLst/>
              <a:ahLst/>
              <a:cxnLst/>
              <a:rect l="l" t="t" r="r" b="b"/>
              <a:pathLst>
                <a:path w="12701" h="5127" extrusionOk="0">
                  <a:moveTo>
                    <a:pt x="10208" y="0"/>
                  </a:moveTo>
                  <a:cubicBezTo>
                    <a:pt x="10033" y="0"/>
                    <a:pt x="9921" y="204"/>
                    <a:pt x="10030" y="354"/>
                  </a:cubicBezTo>
                  <a:lnTo>
                    <a:pt x="10391" y="874"/>
                  </a:lnTo>
                  <a:cubicBezTo>
                    <a:pt x="9177" y="1603"/>
                    <a:pt x="5292" y="3649"/>
                    <a:pt x="0" y="3649"/>
                  </a:cubicBezTo>
                  <a:lnTo>
                    <a:pt x="0" y="5126"/>
                  </a:lnTo>
                  <a:cubicBezTo>
                    <a:pt x="2879" y="5112"/>
                    <a:pt x="5729" y="4557"/>
                    <a:pt x="8400" y="3489"/>
                  </a:cubicBezTo>
                  <a:cubicBezTo>
                    <a:pt x="9378" y="3101"/>
                    <a:pt x="10328" y="2636"/>
                    <a:pt x="11237" y="2088"/>
                  </a:cubicBezTo>
                  <a:lnTo>
                    <a:pt x="11556" y="2553"/>
                  </a:lnTo>
                  <a:cubicBezTo>
                    <a:pt x="11601" y="2616"/>
                    <a:pt x="11670" y="2646"/>
                    <a:pt x="11739" y="2646"/>
                  </a:cubicBezTo>
                  <a:cubicBezTo>
                    <a:pt x="11830" y="2646"/>
                    <a:pt x="11920" y="2593"/>
                    <a:pt x="11951" y="2490"/>
                  </a:cubicBezTo>
                  <a:lnTo>
                    <a:pt x="12659" y="375"/>
                  </a:lnTo>
                  <a:cubicBezTo>
                    <a:pt x="12700" y="229"/>
                    <a:pt x="12603" y="84"/>
                    <a:pt x="12451" y="84"/>
                  </a:cubicBezTo>
                  <a:lnTo>
                    <a:pt x="10217" y="0"/>
                  </a:lnTo>
                  <a:cubicBezTo>
                    <a:pt x="10214" y="0"/>
                    <a:pt x="10211" y="0"/>
                    <a:pt x="1020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57" name="Google Shape;6557;p61"/>
          <p:cNvGrpSpPr/>
          <p:nvPr/>
        </p:nvGrpSpPr>
        <p:grpSpPr>
          <a:xfrm>
            <a:off x="1899837" y="2764940"/>
            <a:ext cx="417523" cy="374252"/>
            <a:chOff x="1913012" y="2764940"/>
            <a:chExt cx="417523" cy="374252"/>
          </a:xfrm>
        </p:grpSpPr>
        <p:sp>
          <p:nvSpPr>
            <p:cNvPr id="6558" name="Google Shape;6558;p61"/>
            <p:cNvSpPr/>
            <p:nvPr/>
          </p:nvSpPr>
          <p:spPr>
            <a:xfrm>
              <a:off x="2010693" y="2813676"/>
              <a:ext cx="285214" cy="163494"/>
            </a:xfrm>
            <a:custGeom>
              <a:avLst/>
              <a:gdLst/>
              <a:ahLst/>
              <a:cxnLst/>
              <a:rect l="l" t="t" r="r" b="b"/>
              <a:pathLst>
                <a:path w="10856" h="6223" extrusionOk="0">
                  <a:moveTo>
                    <a:pt x="3594" y="2591"/>
                  </a:moveTo>
                  <a:lnTo>
                    <a:pt x="3594" y="4034"/>
                  </a:lnTo>
                  <a:lnTo>
                    <a:pt x="2151" y="4034"/>
                  </a:lnTo>
                  <a:lnTo>
                    <a:pt x="2151" y="2591"/>
                  </a:lnTo>
                  <a:close/>
                  <a:moveTo>
                    <a:pt x="5508" y="2591"/>
                  </a:moveTo>
                  <a:lnTo>
                    <a:pt x="5508" y="4034"/>
                  </a:lnTo>
                  <a:lnTo>
                    <a:pt x="4072" y="4034"/>
                  </a:lnTo>
                  <a:lnTo>
                    <a:pt x="4072" y="2591"/>
                  </a:lnTo>
                  <a:close/>
                  <a:moveTo>
                    <a:pt x="7422" y="2591"/>
                  </a:moveTo>
                  <a:lnTo>
                    <a:pt x="7422" y="4034"/>
                  </a:lnTo>
                  <a:lnTo>
                    <a:pt x="5986" y="4034"/>
                  </a:lnTo>
                  <a:lnTo>
                    <a:pt x="5986" y="2591"/>
                  </a:lnTo>
                  <a:close/>
                  <a:moveTo>
                    <a:pt x="9337" y="2591"/>
                  </a:moveTo>
                  <a:lnTo>
                    <a:pt x="9344" y="4034"/>
                  </a:lnTo>
                  <a:lnTo>
                    <a:pt x="7901" y="4034"/>
                  </a:lnTo>
                  <a:lnTo>
                    <a:pt x="7901" y="2591"/>
                  </a:lnTo>
                  <a:close/>
                  <a:moveTo>
                    <a:pt x="1915" y="1"/>
                  </a:moveTo>
                  <a:cubicBezTo>
                    <a:pt x="1797" y="1"/>
                    <a:pt x="1679" y="80"/>
                    <a:pt x="1679" y="240"/>
                  </a:cubicBezTo>
                  <a:lnTo>
                    <a:pt x="1679" y="2113"/>
                  </a:lnTo>
                  <a:lnTo>
                    <a:pt x="320" y="2113"/>
                  </a:lnTo>
                  <a:cubicBezTo>
                    <a:pt x="1" y="2113"/>
                    <a:pt x="1" y="2591"/>
                    <a:pt x="320" y="2591"/>
                  </a:cubicBezTo>
                  <a:lnTo>
                    <a:pt x="1679" y="2591"/>
                  </a:lnTo>
                  <a:lnTo>
                    <a:pt x="1679" y="4027"/>
                  </a:lnTo>
                  <a:lnTo>
                    <a:pt x="916" y="4027"/>
                  </a:lnTo>
                  <a:cubicBezTo>
                    <a:pt x="597" y="4027"/>
                    <a:pt x="597" y="4506"/>
                    <a:pt x="916" y="4506"/>
                  </a:cubicBezTo>
                  <a:lnTo>
                    <a:pt x="1679" y="4506"/>
                  </a:lnTo>
                  <a:lnTo>
                    <a:pt x="1679" y="5865"/>
                  </a:lnTo>
                  <a:cubicBezTo>
                    <a:pt x="1679" y="6025"/>
                    <a:pt x="1797" y="6104"/>
                    <a:pt x="1915" y="6104"/>
                  </a:cubicBezTo>
                  <a:cubicBezTo>
                    <a:pt x="2033" y="6104"/>
                    <a:pt x="2151" y="6025"/>
                    <a:pt x="2151" y="5865"/>
                  </a:cubicBezTo>
                  <a:lnTo>
                    <a:pt x="2151" y="4506"/>
                  </a:lnTo>
                  <a:lnTo>
                    <a:pt x="3594" y="4506"/>
                  </a:lnTo>
                  <a:lnTo>
                    <a:pt x="3594" y="5983"/>
                  </a:lnTo>
                  <a:cubicBezTo>
                    <a:pt x="3594" y="6143"/>
                    <a:pt x="3711" y="6222"/>
                    <a:pt x="3830" y="6222"/>
                  </a:cubicBezTo>
                  <a:cubicBezTo>
                    <a:pt x="3949" y="6222"/>
                    <a:pt x="4069" y="6143"/>
                    <a:pt x="4072" y="5983"/>
                  </a:cubicBezTo>
                  <a:lnTo>
                    <a:pt x="4072" y="4506"/>
                  </a:lnTo>
                  <a:lnTo>
                    <a:pt x="5508" y="4506"/>
                  </a:lnTo>
                  <a:lnTo>
                    <a:pt x="5508" y="5983"/>
                  </a:lnTo>
                  <a:cubicBezTo>
                    <a:pt x="5508" y="6143"/>
                    <a:pt x="5628" y="6222"/>
                    <a:pt x="5747" y="6222"/>
                  </a:cubicBezTo>
                  <a:cubicBezTo>
                    <a:pt x="5867" y="6222"/>
                    <a:pt x="5986" y="6143"/>
                    <a:pt x="5986" y="5983"/>
                  </a:cubicBezTo>
                  <a:lnTo>
                    <a:pt x="5986" y="4506"/>
                  </a:lnTo>
                  <a:lnTo>
                    <a:pt x="7422" y="4506"/>
                  </a:lnTo>
                  <a:lnTo>
                    <a:pt x="7422" y="5983"/>
                  </a:lnTo>
                  <a:cubicBezTo>
                    <a:pt x="7422" y="6143"/>
                    <a:pt x="7542" y="6222"/>
                    <a:pt x="7662" y="6222"/>
                  </a:cubicBezTo>
                  <a:cubicBezTo>
                    <a:pt x="7781" y="6222"/>
                    <a:pt x="7901" y="6143"/>
                    <a:pt x="7901" y="5983"/>
                  </a:cubicBezTo>
                  <a:lnTo>
                    <a:pt x="7901" y="4506"/>
                  </a:lnTo>
                  <a:lnTo>
                    <a:pt x="9344" y="4506"/>
                  </a:lnTo>
                  <a:lnTo>
                    <a:pt x="9344" y="5983"/>
                  </a:lnTo>
                  <a:cubicBezTo>
                    <a:pt x="9344" y="6143"/>
                    <a:pt x="9462" y="6222"/>
                    <a:pt x="9579" y="6222"/>
                  </a:cubicBezTo>
                  <a:cubicBezTo>
                    <a:pt x="9697" y="6222"/>
                    <a:pt x="9815" y="6143"/>
                    <a:pt x="9815" y="5983"/>
                  </a:cubicBezTo>
                  <a:lnTo>
                    <a:pt x="9815" y="4506"/>
                  </a:lnTo>
                  <a:lnTo>
                    <a:pt x="10016" y="4506"/>
                  </a:lnTo>
                  <a:cubicBezTo>
                    <a:pt x="10329" y="4506"/>
                    <a:pt x="10329" y="4027"/>
                    <a:pt x="10016" y="4027"/>
                  </a:cubicBezTo>
                  <a:lnTo>
                    <a:pt x="9815" y="4027"/>
                  </a:lnTo>
                  <a:lnTo>
                    <a:pt x="9815" y="2591"/>
                  </a:lnTo>
                  <a:lnTo>
                    <a:pt x="10544" y="2591"/>
                  </a:lnTo>
                  <a:cubicBezTo>
                    <a:pt x="10856" y="2591"/>
                    <a:pt x="10856" y="2113"/>
                    <a:pt x="10544" y="2113"/>
                  </a:cubicBezTo>
                  <a:lnTo>
                    <a:pt x="9815" y="2113"/>
                  </a:lnTo>
                  <a:lnTo>
                    <a:pt x="9815" y="240"/>
                  </a:lnTo>
                  <a:cubicBezTo>
                    <a:pt x="9815" y="80"/>
                    <a:pt x="9696" y="1"/>
                    <a:pt x="9576" y="1"/>
                  </a:cubicBezTo>
                  <a:cubicBezTo>
                    <a:pt x="9456" y="1"/>
                    <a:pt x="9337" y="80"/>
                    <a:pt x="9337" y="240"/>
                  </a:cubicBezTo>
                  <a:lnTo>
                    <a:pt x="9337" y="2113"/>
                  </a:lnTo>
                  <a:lnTo>
                    <a:pt x="7901" y="2113"/>
                  </a:lnTo>
                  <a:lnTo>
                    <a:pt x="7901" y="240"/>
                  </a:lnTo>
                  <a:cubicBezTo>
                    <a:pt x="7901" y="80"/>
                    <a:pt x="7781" y="1"/>
                    <a:pt x="7662" y="1"/>
                  </a:cubicBezTo>
                  <a:cubicBezTo>
                    <a:pt x="7542" y="1"/>
                    <a:pt x="7422" y="80"/>
                    <a:pt x="7422" y="240"/>
                  </a:cubicBezTo>
                  <a:lnTo>
                    <a:pt x="7422" y="2113"/>
                  </a:lnTo>
                  <a:lnTo>
                    <a:pt x="5980" y="2113"/>
                  </a:lnTo>
                  <a:lnTo>
                    <a:pt x="5980" y="240"/>
                  </a:lnTo>
                  <a:cubicBezTo>
                    <a:pt x="5980" y="80"/>
                    <a:pt x="5862" y="1"/>
                    <a:pt x="5744" y="1"/>
                  </a:cubicBezTo>
                  <a:cubicBezTo>
                    <a:pt x="5626" y="1"/>
                    <a:pt x="5508" y="80"/>
                    <a:pt x="5508" y="240"/>
                  </a:cubicBezTo>
                  <a:lnTo>
                    <a:pt x="5508" y="2113"/>
                  </a:lnTo>
                  <a:lnTo>
                    <a:pt x="4072" y="2113"/>
                  </a:lnTo>
                  <a:lnTo>
                    <a:pt x="4072" y="240"/>
                  </a:lnTo>
                  <a:cubicBezTo>
                    <a:pt x="4072" y="80"/>
                    <a:pt x="3954" y="1"/>
                    <a:pt x="3836" y="1"/>
                  </a:cubicBezTo>
                  <a:cubicBezTo>
                    <a:pt x="3718" y="1"/>
                    <a:pt x="3600" y="80"/>
                    <a:pt x="3600" y="240"/>
                  </a:cubicBezTo>
                  <a:lnTo>
                    <a:pt x="3600" y="2113"/>
                  </a:lnTo>
                  <a:lnTo>
                    <a:pt x="2151" y="2113"/>
                  </a:lnTo>
                  <a:lnTo>
                    <a:pt x="2151" y="240"/>
                  </a:lnTo>
                  <a:cubicBezTo>
                    <a:pt x="2151" y="80"/>
                    <a:pt x="2033" y="1"/>
                    <a:pt x="1915" y="1"/>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9" name="Google Shape;6559;p61"/>
            <p:cNvSpPr/>
            <p:nvPr/>
          </p:nvSpPr>
          <p:spPr>
            <a:xfrm>
              <a:off x="2022174" y="3062529"/>
              <a:ext cx="89694" cy="76663"/>
            </a:xfrm>
            <a:custGeom>
              <a:avLst/>
              <a:gdLst/>
              <a:ahLst/>
              <a:cxnLst/>
              <a:rect l="l" t="t" r="r" b="b"/>
              <a:pathLst>
                <a:path w="3414" h="2918" extrusionOk="0">
                  <a:moveTo>
                    <a:pt x="1957" y="0"/>
                  </a:moveTo>
                  <a:cubicBezTo>
                    <a:pt x="653" y="0"/>
                    <a:pt x="1" y="1568"/>
                    <a:pt x="923" y="2490"/>
                  </a:cubicBezTo>
                  <a:cubicBezTo>
                    <a:pt x="1218" y="2786"/>
                    <a:pt x="1583" y="2918"/>
                    <a:pt x="1940" y="2918"/>
                  </a:cubicBezTo>
                  <a:cubicBezTo>
                    <a:pt x="2691" y="2918"/>
                    <a:pt x="3413" y="2335"/>
                    <a:pt x="3413" y="1457"/>
                  </a:cubicBezTo>
                  <a:cubicBezTo>
                    <a:pt x="3413" y="652"/>
                    <a:pt x="2761" y="0"/>
                    <a:pt x="1957"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0" name="Google Shape;6560;p61"/>
            <p:cNvSpPr/>
            <p:nvPr/>
          </p:nvSpPr>
          <p:spPr>
            <a:xfrm>
              <a:off x="2050233" y="3083284"/>
              <a:ext cx="40670" cy="34969"/>
            </a:xfrm>
            <a:custGeom>
              <a:avLst/>
              <a:gdLst/>
              <a:ahLst/>
              <a:cxnLst/>
              <a:rect l="l" t="t" r="r" b="b"/>
              <a:pathLst>
                <a:path w="1548" h="1331" extrusionOk="0">
                  <a:moveTo>
                    <a:pt x="889" y="1"/>
                  </a:moveTo>
                  <a:cubicBezTo>
                    <a:pt x="299" y="1"/>
                    <a:pt x="1" y="715"/>
                    <a:pt x="417" y="1131"/>
                  </a:cubicBezTo>
                  <a:cubicBezTo>
                    <a:pt x="552" y="1269"/>
                    <a:pt x="719" y="1330"/>
                    <a:pt x="882" y="1330"/>
                  </a:cubicBezTo>
                  <a:cubicBezTo>
                    <a:pt x="1222" y="1330"/>
                    <a:pt x="1547" y="1065"/>
                    <a:pt x="1547" y="667"/>
                  </a:cubicBezTo>
                  <a:cubicBezTo>
                    <a:pt x="1547" y="299"/>
                    <a:pt x="1249" y="1"/>
                    <a:pt x="889"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1" name="Google Shape;6561;p61"/>
            <p:cNvSpPr/>
            <p:nvPr/>
          </p:nvSpPr>
          <p:spPr>
            <a:xfrm>
              <a:off x="2174344" y="3062529"/>
              <a:ext cx="89668" cy="76663"/>
            </a:xfrm>
            <a:custGeom>
              <a:avLst/>
              <a:gdLst/>
              <a:ahLst/>
              <a:cxnLst/>
              <a:rect l="l" t="t" r="r" b="b"/>
              <a:pathLst>
                <a:path w="3413" h="2918" extrusionOk="0">
                  <a:moveTo>
                    <a:pt x="1956" y="0"/>
                  </a:moveTo>
                  <a:cubicBezTo>
                    <a:pt x="652" y="0"/>
                    <a:pt x="0" y="1568"/>
                    <a:pt x="923" y="2490"/>
                  </a:cubicBezTo>
                  <a:cubicBezTo>
                    <a:pt x="1218" y="2786"/>
                    <a:pt x="1582" y="2918"/>
                    <a:pt x="1940" y="2918"/>
                  </a:cubicBezTo>
                  <a:cubicBezTo>
                    <a:pt x="2691" y="2918"/>
                    <a:pt x="3413" y="2335"/>
                    <a:pt x="3413" y="1457"/>
                  </a:cubicBezTo>
                  <a:cubicBezTo>
                    <a:pt x="3413" y="652"/>
                    <a:pt x="2761" y="0"/>
                    <a:pt x="195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2" name="Google Shape;6562;p61"/>
            <p:cNvSpPr/>
            <p:nvPr/>
          </p:nvSpPr>
          <p:spPr>
            <a:xfrm>
              <a:off x="2202219" y="3083284"/>
              <a:ext cx="40854" cy="34969"/>
            </a:xfrm>
            <a:custGeom>
              <a:avLst/>
              <a:gdLst/>
              <a:ahLst/>
              <a:cxnLst/>
              <a:rect l="l" t="t" r="r" b="b"/>
              <a:pathLst>
                <a:path w="1555" h="1331" extrusionOk="0">
                  <a:moveTo>
                    <a:pt x="888" y="1"/>
                  </a:moveTo>
                  <a:cubicBezTo>
                    <a:pt x="299" y="1"/>
                    <a:pt x="0" y="715"/>
                    <a:pt x="417" y="1131"/>
                  </a:cubicBezTo>
                  <a:cubicBezTo>
                    <a:pt x="554" y="1269"/>
                    <a:pt x="722" y="1330"/>
                    <a:pt x="887" y="1330"/>
                  </a:cubicBezTo>
                  <a:cubicBezTo>
                    <a:pt x="1228" y="1330"/>
                    <a:pt x="1554" y="1065"/>
                    <a:pt x="1554" y="667"/>
                  </a:cubicBezTo>
                  <a:cubicBezTo>
                    <a:pt x="1554" y="299"/>
                    <a:pt x="1256" y="1"/>
                    <a:pt x="88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3" name="Google Shape;6563;p61"/>
            <p:cNvSpPr/>
            <p:nvPr/>
          </p:nvSpPr>
          <p:spPr>
            <a:xfrm>
              <a:off x="1995376" y="2792632"/>
              <a:ext cx="335158" cy="174975"/>
            </a:xfrm>
            <a:custGeom>
              <a:avLst/>
              <a:gdLst/>
              <a:ahLst/>
              <a:cxnLst/>
              <a:rect l="l" t="t" r="r" b="b"/>
              <a:pathLst>
                <a:path w="12757" h="6660" extrusionOk="0">
                  <a:moveTo>
                    <a:pt x="1" y="1"/>
                  </a:moveTo>
                  <a:lnTo>
                    <a:pt x="445" y="1263"/>
                  </a:lnTo>
                  <a:lnTo>
                    <a:pt x="11335" y="1263"/>
                  </a:lnTo>
                  <a:lnTo>
                    <a:pt x="10086" y="6659"/>
                  </a:lnTo>
                  <a:lnTo>
                    <a:pt x="11390" y="6659"/>
                  </a:lnTo>
                  <a:lnTo>
                    <a:pt x="12576" y="1506"/>
                  </a:lnTo>
                  <a:cubicBezTo>
                    <a:pt x="12757" y="736"/>
                    <a:pt x="12167" y="1"/>
                    <a:pt x="11376"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4" name="Google Shape;6564;p61"/>
            <p:cNvSpPr/>
            <p:nvPr/>
          </p:nvSpPr>
          <p:spPr>
            <a:xfrm>
              <a:off x="2273654" y="2792632"/>
              <a:ext cx="56696" cy="174975"/>
            </a:xfrm>
            <a:custGeom>
              <a:avLst/>
              <a:gdLst/>
              <a:ahLst/>
              <a:cxnLst/>
              <a:rect l="l" t="t" r="r" b="b"/>
              <a:pathLst>
                <a:path w="2158" h="6660" extrusionOk="0">
                  <a:moveTo>
                    <a:pt x="0" y="1"/>
                  </a:moveTo>
                  <a:cubicBezTo>
                    <a:pt x="791" y="1"/>
                    <a:pt x="1374" y="736"/>
                    <a:pt x="1200" y="1506"/>
                  </a:cubicBezTo>
                  <a:lnTo>
                    <a:pt x="14" y="6659"/>
                  </a:lnTo>
                  <a:lnTo>
                    <a:pt x="791" y="6659"/>
                  </a:lnTo>
                  <a:lnTo>
                    <a:pt x="1977" y="1506"/>
                  </a:lnTo>
                  <a:cubicBezTo>
                    <a:pt x="2158" y="736"/>
                    <a:pt x="1575" y="1"/>
                    <a:pt x="784"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5" name="Google Shape;6565;p61"/>
            <p:cNvSpPr/>
            <p:nvPr/>
          </p:nvSpPr>
          <p:spPr>
            <a:xfrm>
              <a:off x="1913012" y="2764940"/>
              <a:ext cx="412610" cy="236006"/>
            </a:xfrm>
            <a:custGeom>
              <a:avLst/>
              <a:gdLst/>
              <a:ahLst/>
              <a:cxnLst/>
              <a:rect l="l" t="t" r="r" b="b"/>
              <a:pathLst>
                <a:path w="15705" h="8983" extrusionOk="0">
                  <a:moveTo>
                    <a:pt x="632" y="0"/>
                  </a:moveTo>
                  <a:cubicBezTo>
                    <a:pt x="278" y="0"/>
                    <a:pt x="1" y="285"/>
                    <a:pt x="1" y="631"/>
                  </a:cubicBezTo>
                  <a:cubicBezTo>
                    <a:pt x="1" y="978"/>
                    <a:pt x="278" y="1263"/>
                    <a:pt x="632" y="1263"/>
                  </a:cubicBezTo>
                  <a:lnTo>
                    <a:pt x="1769" y="1263"/>
                  </a:lnTo>
                  <a:cubicBezTo>
                    <a:pt x="1825" y="1263"/>
                    <a:pt x="1880" y="1297"/>
                    <a:pt x="1901" y="1353"/>
                  </a:cubicBezTo>
                  <a:lnTo>
                    <a:pt x="4045" y="7408"/>
                  </a:lnTo>
                  <a:cubicBezTo>
                    <a:pt x="4447" y="8358"/>
                    <a:pt x="5383" y="8983"/>
                    <a:pt x="6417" y="8983"/>
                  </a:cubicBezTo>
                  <a:lnTo>
                    <a:pt x="15073" y="8983"/>
                  </a:lnTo>
                  <a:cubicBezTo>
                    <a:pt x="15420" y="8983"/>
                    <a:pt x="15704" y="8698"/>
                    <a:pt x="15704" y="8344"/>
                  </a:cubicBezTo>
                  <a:cubicBezTo>
                    <a:pt x="15704" y="7998"/>
                    <a:pt x="15420" y="7713"/>
                    <a:pt x="15073" y="7713"/>
                  </a:cubicBezTo>
                  <a:lnTo>
                    <a:pt x="6417" y="7713"/>
                  </a:lnTo>
                  <a:cubicBezTo>
                    <a:pt x="5890" y="7713"/>
                    <a:pt x="5411" y="7401"/>
                    <a:pt x="5203" y="6909"/>
                  </a:cubicBezTo>
                  <a:lnTo>
                    <a:pt x="3060" y="853"/>
                  </a:lnTo>
                  <a:cubicBezTo>
                    <a:pt x="2845" y="340"/>
                    <a:pt x="2331" y="0"/>
                    <a:pt x="1769" y="0"/>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6" name="Google Shape;6566;p61"/>
            <p:cNvSpPr/>
            <p:nvPr/>
          </p:nvSpPr>
          <p:spPr>
            <a:xfrm>
              <a:off x="2026903" y="2967580"/>
              <a:ext cx="299270" cy="33182"/>
            </a:xfrm>
            <a:custGeom>
              <a:avLst/>
              <a:gdLst/>
              <a:ahLst/>
              <a:cxnLst/>
              <a:rect l="l" t="t" r="r" b="b"/>
              <a:pathLst>
                <a:path w="11391" h="1263" extrusionOk="0">
                  <a:moveTo>
                    <a:pt x="10801" y="0"/>
                  </a:moveTo>
                  <a:cubicBezTo>
                    <a:pt x="10807" y="21"/>
                    <a:pt x="10807" y="42"/>
                    <a:pt x="10801" y="63"/>
                  </a:cubicBezTo>
                  <a:cubicBezTo>
                    <a:pt x="10801" y="409"/>
                    <a:pt x="10523" y="694"/>
                    <a:pt x="10169" y="694"/>
                  </a:cubicBezTo>
                  <a:lnTo>
                    <a:pt x="1513" y="694"/>
                  </a:lnTo>
                  <a:cubicBezTo>
                    <a:pt x="972" y="694"/>
                    <a:pt x="438" y="520"/>
                    <a:pt x="1" y="201"/>
                  </a:cubicBezTo>
                  <a:lnTo>
                    <a:pt x="1" y="201"/>
                  </a:lnTo>
                  <a:cubicBezTo>
                    <a:pt x="479" y="867"/>
                    <a:pt x="1256" y="1263"/>
                    <a:pt x="2082" y="1263"/>
                  </a:cubicBezTo>
                  <a:lnTo>
                    <a:pt x="10738" y="1263"/>
                  </a:lnTo>
                  <a:cubicBezTo>
                    <a:pt x="11078" y="1263"/>
                    <a:pt x="11355" y="999"/>
                    <a:pt x="11376" y="659"/>
                  </a:cubicBezTo>
                  <a:cubicBezTo>
                    <a:pt x="11390" y="319"/>
                    <a:pt x="11140" y="28"/>
                    <a:pt x="10801"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7" name="Google Shape;6567;p61"/>
            <p:cNvSpPr/>
            <p:nvPr/>
          </p:nvSpPr>
          <p:spPr>
            <a:xfrm>
              <a:off x="1994483" y="2978326"/>
              <a:ext cx="287027" cy="92427"/>
            </a:xfrm>
            <a:custGeom>
              <a:avLst/>
              <a:gdLst/>
              <a:ahLst/>
              <a:cxnLst/>
              <a:rect l="l" t="t" r="r" b="b"/>
              <a:pathLst>
                <a:path w="10925" h="3518" extrusionOk="0">
                  <a:moveTo>
                    <a:pt x="1401" y="0"/>
                  </a:moveTo>
                  <a:lnTo>
                    <a:pt x="763" y="923"/>
                  </a:lnTo>
                  <a:cubicBezTo>
                    <a:pt x="0" y="2019"/>
                    <a:pt x="784" y="3517"/>
                    <a:pt x="2123" y="3517"/>
                  </a:cubicBezTo>
                  <a:lnTo>
                    <a:pt x="10287" y="3517"/>
                  </a:lnTo>
                  <a:cubicBezTo>
                    <a:pt x="10640" y="3517"/>
                    <a:pt x="10925" y="3233"/>
                    <a:pt x="10925" y="2886"/>
                  </a:cubicBezTo>
                  <a:cubicBezTo>
                    <a:pt x="10925" y="2539"/>
                    <a:pt x="10640" y="2255"/>
                    <a:pt x="10287" y="2255"/>
                  </a:cubicBezTo>
                  <a:lnTo>
                    <a:pt x="2123" y="2255"/>
                  </a:lnTo>
                  <a:cubicBezTo>
                    <a:pt x="1804" y="2255"/>
                    <a:pt x="1623" y="1901"/>
                    <a:pt x="1797" y="1644"/>
                  </a:cubicBezTo>
                  <a:lnTo>
                    <a:pt x="2449" y="701"/>
                  </a:lnTo>
                  <a:cubicBezTo>
                    <a:pt x="2046" y="562"/>
                    <a:pt x="1686" y="320"/>
                    <a:pt x="1401" y="0"/>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8" name="Google Shape;6568;p61"/>
            <p:cNvSpPr/>
            <p:nvPr/>
          </p:nvSpPr>
          <p:spPr>
            <a:xfrm>
              <a:off x="2003757" y="3021518"/>
              <a:ext cx="277569" cy="49235"/>
            </a:xfrm>
            <a:custGeom>
              <a:avLst/>
              <a:gdLst/>
              <a:ahLst/>
              <a:cxnLst/>
              <a:rect l="l" t="t" r="r" b="b"/>
              <a:pathLst>
                <a:path w="10565" h="1874" extrusionOk="0">
                  <a:moveTo>
                    <a:pt x="126" y="0"/>
                  </a:moveTo>
                  <a:cubicBezTo>
                    <a:pt x="1" y="951"/>
                    <a:pt x="708" y="1811"/>
                    <a:pt x="1666" y="1873"/>
                  </a:cubicBezTo>
                  <a:lnTo>
                    <a:pt x="9455" y="1873"/>
                  </a:lnTo>
                  <a:cubicBezTo>
                    <a:pt x="9892" y="1873"/>
                    <a:pt x="10058" y="1859"/>
                    <a:pt x="10142" y="1838"/>
                  </a:cubicBezTo>
                  <a:cubicBezTo>
                    <a:pt x="10169" y="1825"/>
                    <a:pt x="10204" y="1811"/>
                    <a:pt x="10232" y="1797"/>
                  </a:cubicBezTo>
                  <a:lnTo>
                    <a:pt x="10253" y="1783"/>
                  </a:lnTo>
                  <a:cubicBezTo>
                    <a:pt x="10273" y="1776"/>
                    <a:pt x="10294" y="1755"/>
                    <a:pt x="10315" y="1741"/>
                  </a:cubicBezTo>
                  <a:lnTo>
                    <a:pt x="10322" y="1741"/>
                  </a:lnTo>
                  <a:lnTo>
                    <a:pt x="10350" y="1714"/>
                  </a:lnTo>
                  <a:lnTo>
                    <a:pt x="10357" y="1707"/>
                  </a:lnTo>
                  <a:cubicBezTo>
                    <a:pt x="10371" y="1693"/>
                    <a:pt x="10384" y="1679"/>
                    <a:pt x="10398" y="1665"/>
                  </a:cubicBezTo>
                  <a:lnTo>
                    <a:pt x="10412" y="1651"/>
                  </a:lnTo>
                  <a:lnTo>
                    <a:pt x="10433" y="1630"/>
                  </a:lnTo>
                  <a:lnTo>
                    <a:pt x="10447" y="1610"/>
                  </a:lnTo>
                  <a:lnTo>
                    <a:pt x="10468" y="1575"/>
                  </a:lnTo>
                  <a:lnTo>
                    <a:pt x="10482" y="1547"/>
                  </a:lnTo>
                  <a:lnTo>
                    <a:pt x="10495" y="1526"/>
                  </a:lnTo>
                  <a:lnTo>
                    <a:pt x="10509" y="1499"/>
                  </a:lnTo>
                  <a:lnTo>
                    <a:pt x="10523" y="1471"/>
                  </a:lnTo>
                  <a:cubicBezTo>
                    <a:pt x="10523" y="1464"/>
                    <a:pt x="10530" y="1450"/>
                    <a:pt x="10537" y="1436"/>
                  </a:cubicBezTo>
                  <a:lnTo>
                    <a:pt x="10544" y="1415"/>
                  </a:lnTo>
                  <a:cubicBezTo>
                    <a:pt x="10544" y="1401"/>
                    <a:pt x="10551" y="1388"/>
                    <a:pt x="10551" y="1374"/>
                  </a:cubicBezTo>
                  <a:lnTo>
                    <a:pt x="10551" y="1360"/>
                  </a:lnTo>
                  <a:cubicBezTo>
                    <a:pt x="10551" y="1346"/>
                    <a:pt x="10558" y="1325"/>
                    <a:pt x="10558" y="1311"/>
                  </a:cubicBezTo>
                  <a:lnTo>
                    <a:pt x="10558" y="1297"/>
                  </a:lnTo>
                  <a:lnTo>
                    <a:pt x="10558" y="1235"/>
                  </a:lnTo>
                  <a:cubicBezTo>
                    <a:pt x="10565" y="1221"/>
                    <a:pt x="10565" y="1200"/>
                    <a:pt x="10565" y="1180"/>
                  </a:cubicBezTo>
                  <a:cubicBezTo>
                    <a:pt x="10565" y="1159"/>
                    <a:pt x="10558" y="1145"/>
                    <a:pt x="10558" y="1124"/>
                  </a:cubicBezTo>
                  <a:lnTo>
                    <a:pt x="10558" y="1117"/>
                  </a:lnTo>
                  <a:cubicBezTo>
                    <a:pt x="10551" y="1075"/>
                    <a:pt x="10537" y="1034"/>
                    <a:pt x="10523" y="999"/>
                  </a:cubicBezTo>
                  <a:cubicBezTo>
                    <a:pt x="10384" y="1186"/>
                    <a:pt x="10169" y="1304"/>
                    <a:pt x="9941" y="1325"/>
                  </a:cubicBezTo>
                  <a:lnTo>
                    <a:pt x="1770" y="1325"/>
                  </a:lnTo>
                  <a:cubicBezTo>
                    <a:pt x="979" y="1311"/>
                    <a:pt x="306" y="763"/>
                    <a:pt x="126"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9" name="Google Shape;6569;p61"/>
            <p:cNvSpPr/>
            <p:nvPr/>
          </p:nvSpPr>
          <p:spPr>
            <a:xfrm>
              <a:off x="2020361" y="2978326"/>
              <a:ext cx="38463" cy="32841"/>
            </a:xfrm>
            <a:custGeom>
              <a:avLst/>
              <a:gdLst/>
              <a:ahLst/>
              <a:cxnLst/>
              <a:rect l="l" t="t" r="r" b="b"/>
              <a:pathLst>
                <a:path w="1464" h="1250" extrusionOk="0">
                  <a:moveTo>
                    <a:pt x="416" y="0"/>
                  </a:moveTo>
                  <a:lnTo>
                    <a:pt x="0" y="604"/>
                  </a:lnTo>
                  <a:cubicBezTo>
                    <a:pt x="305" y="902"/>
                    <a:pt x="673" y="1124"/>
                    <a:pt x="1089" y="1249"/>
                  </a:cubicBezTo>
                  <a:lnTo>
                    <a:pt x="1464" y="701"/>
                  </a:lnTo>
                  <a:cubicBezTo>
                    <a:pt x="1061" y="562"/>
                    <a:pt x="701" y="320"/>
                    <a:pt x="416"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70" name="Google Shape;6570;p61"/>
          <p:cNvGrpSpPr/>
          <p:nvPr/>
        </p:nvGrpSpPr>
        <p:grpSpPr>
          <a:xfrm>
            <a:off x="817568" y="2763601"/>
            <a:ext cx="384734" cy="381556"/>
            <a:chOff x="830742" y="2763601"/>
            <a:chExt cx="384734" cy="381556"/>
          </a:xfrm>
        </p:grpSpPr>
        <p:sp>
          <p:nvSpPr>
            <p:cNvPr id="6571" name="Google Shape;6571;p61"/>
            <p:cNvSpPr/>
            <p:nvPr/>
          </p:nvSpPr>
          <p:spPr>
            <a:xfrm>
              <a:off x="830742" y="2881012"/>
              <a:ext cx="174423" cy="83678"/>
            </a:xfrm>
            <a:custGeom>
              <a:avLst/>
              <a:gdLst/>
              <a:ahLst/>
              <a:cxnLst/>
              <a:rect l="l" t="t" r="r" b="b"/>
              <a:pathLst>
                <a:path w="6639" h="3185" extrusionOk="0">
                  <a:moveTo>
                    <a:pt x="6639" y="1"/>
                  </a:moveTo>
                  <a:lnTo>
                    <a:pt x="5189" y="125"/>
                  </a:lnTo>
                  <a:cubicBezTo>
                    <a:pt x="3289" y="285"/>
                    <a:pt x="1506" y="1110"/>
                    <a:pt x="160" y="2456"/>
                  </a:cubicBezTo>
                  <a:cubicBezTo>
                    <a:pt x="1" y="2616"/>
                    <a:pt x="105" y="2886"/>
                    <a:pt x="327" y="2907"/>
                  </a:cubicBezTo>
                  <a:lnTo>
                    <a:pt x="3462" y="3184"/>
                  </a:lnTo>
                  <a:lnTo>
                    <a:pt x="6639" y="1"/>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2" name="Google Shape;6572;p61"/>
            <p:cNvSpPr/>
            <p:nvPr/>
          </p:nvSpPr>
          <p:spPr>
            <a:xfrm>
              <a:off x="1013520" y="2973045"/>
              <a:ext cx="83494" cy="172111"/>
            </a:xfrm>
            <a:custGeom>
              <a:avLst/>
              <a:gdLst/>
              <a:ahLst/>
              <a:cxnLst/>
              <a:rect l="l" t="t" r="r" b="b"/>
              <a:pathLst>
                <a:path w="3178" h="6551" extrusionOk="0">
                  <a:moveTo>
                    <a:pt x="3178" y="0"/>
                  </a:moveTo>
                  <a:lnTo>
                    <a:pt x="1" y="3177"/>
                  </a:lnTo>
                  <a:lnTo>
                    <a:pt x="278" y="6305"/>
                  </a:lnTo>
                  <a:cubicBezTo>
                    <a:pt x="292" y="6457"/>
                    <a:pt x="415" y="6550"/>
                    <a:pt x="543" y="6550"/>
                  </a:cubicBezTo>
                  <a:cubicBezTo>
                    <a:pt x="608" y="6550"/>
                    <a:pt x="675" y="6526"/>
                    <a:pt x="729" y="6472"/>
                  </a:cubicBezTo>
                  <a:cubicBezTo>
                    <a:pt x="2075" y="5126"/>
                    <a:pt x="2900" y="3344"/>
                    <a:pt x="3053" y="1443"/>
                  </a:cubicBezTo>
                  <a:lnTo>
                    <a:pt x="3178" y="0"/>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3" name="Google Shape;6573;p61"/>
            <p:cNvSpPr/>
            <p:nvPr/>
          </p:nvSpPr>
          <p:spPr>
            <a:xfrm>
              <a:off x="830742" y="2885557"/>
              <a:ext cx="125583" cy="72932"/>
            </a:xfrm>
            <a:custGeom>
              <a:avLst/>
              <a:gdLst/>
              <a:ahLst/>
              <a:cxnLst/>
              <a:rect l="l" t="t" r="r" b="b"/>
              <a:pathLst>
                <a:path w="4780" h="2776" extrusionOk="0">
                  <a:moveTo>
                    <a:pt x="4780" y="1"/>
                  </a:moveTo>
                  <a:lnTo>
                    <a:pt x="4780" y="1"/>
                  </a:lnTo>
                  <a:cubicBezTo>
                    <a:pt x="3032" y="237"/>
                    <a:pt x="1409" y="1034"/>
                    <a:pt x="160" y="2283"/>
                  </a:cubicBezTo>
                  <a:cubicBezTo>
                    <a:pt x="1" y="2443"/>
                    <a:pt x="105" y="2713"/>
                    <a:pt x="327" y="2734"/>
                  </a:cubicBezTo>
                  <a:lnTo>
                    <a:pt x="791" y="2775"/>
                  </a:lnTo>
                  <a:cubicBezTo>
                    <a:pt x="646" y="2664"/>
                    <a:pt x="625" y="2449"/>
                    <a:pt x="750" y="2318"/>
                  </a:cubicBezTo>
                  <a:cubicBezTo>
                    <a:pt x="1867" y="1201"/>
                    <a:pt x="3261" y="403"/>
                    <a:pt x="4780"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4" name="Google Shape;6574;p61"/>
            <p:cNvSpPr/>
            <p:nvPr/>
          </p:nvSpPr>
          <p:spPr>
            <a:xfrm>
              <a:off x="1013520" y="3041012"/>
              <a:ext cx="24460" cy="104144"/>
            </a:xfrm>
            <a:custGeom>
              <a:avLst/>
              <a:gdLst/>
              <a:ahLst/>
              <a:cxnLst/>
              <a:rect l="l" t="t" r="r" b="b"/>
              <a:pathLst>
                <a:path w="931" h="3964" extrusionOk="0">
                  <a:moveTo>
                    <a:pt x="583" y="1"/>
                  </a:moveTo>
                  <a:lnTo>
                    <a:pt x="1" y="590"/>
                  </a:lnTo>
                  <a:lnTo>
                    <a:pt x="278" y="3718"/>
                  </a:lnTo>
                  <a:cubicBezTo>
                    <a:pt x="292" y="3870"/>
                    <a:pt x="415" y="3963"/>
                    <a:pt x="543" y="3963"/>
                  </a:cubicBezTo>
                  <a:cubicBezTo>
                    <a:pt x="608" y="3963"/>
                    <a:pt x="675" y="3939"/>
                    <a:pt x="729" y="3885"/>
                  </a:cubicBezTo>
                  <a:cubicBezTo>
                    <a:pt x="798" y="3815"/>
                    <a:pt x="861" y="3746"/>
                    <a:pt x="930" y="3677"/>
                  </a:cubicBezTo>
                  <a:cubicBezTo>
                    <a:pt x="909" y="3642"/>
                    <a:pt x="902" y="3607"/>
                    <a:pt x="902" y="3573"/>
                  </a:cubicBezTo>
                  <a:lnTo>
                    <a:pt x="583"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5" name="Google Shape;6575;p61"/>
            <p:cNvSpPr/>
            <p:nvPr/>
          </p:nvSpPr>
          <p:spPr>
            <a:xfrm>
              <a:off x="903281" y="2763601"/>
              <a:ext cx="312038" cy="310383"/>
            </a:xfrm>
            <a:custGeom>
              <a:avLst/>
              <a:gdLst/>
              <a:ahLst/>
              <a:cxnLst/>
              <a:rect l="l" t="t" r="r" b="b"/>
              <a:pathLst>
                <a:path w="11877" h="11814" extrusionOk="0">
                  <a:moveTo>
                    <a:pt x="11644" y="0"/>
                  </a:moveTo>
                  <a:cubicBezTo>
                    <a:pt x="11624" y="0"/>
                    <a:pt x="11604" y="3"/>
                    <a:pt x="11584" y="10"/>
                  </a:cubicBezTo>
                  <a:lnTo>
                    <a:pt x="9080" y="745"/>
                  </a:lnTo>
                  <a:lnTo>
                    <a:pt x="7228" y="1286"/>
                  </a:lnTo>
                  <a:cubicBezTo>
                    <a:pt x="7075" y="1327"/>
                    <a:pt x="6937" y="1411"/>
                    <a:pt x="6826" y="1522"/>
                  </a:cubicBezTo>
                  <a:lnTo>
                    <a:pt x="91" y="8257"/>
                  </a:lnTo>
                  <a:cubicBezTo>
                    <a:pt x="0" y="8340"/>
                    <a:pt x="0" y="8479"/>
                    <a:pt x="91" y="8569"/>
                  </a:cubicBezTo>
                  <a:lnTo>
                    <a:pt x="1436" y="9914"/>
                  </a:lnTo>
                  <a:lnTo>
                    <a:pt x="1929" y="10414"/>
                  </a:lnTo>
                  <a:lnTo>
                    <a:pt x="3267" y="11746"/>
                  </a:lnTo>
                  <a:cubicBezTo>
                    <a:pt x="3312" y="11791"/>
                    <a:pt x="3373" y="11813"/>
                    <a:pt x="3435" y="11813"/>
                  </a:cubicBezTo>
                  <a:cubicBezTo>
                    <a:pt x="3496" y="11813"/>
                    <a:pt x="3559" y="11791"/>
                    <a:pt x="3607" y="11746"/>
                  </a:cubicBezTo>
                  <a:lnTo>
                    <a:pt x="7374" y="7965"/>
                  </a:lnTo>
                  <a:lnTo>
                    <a:pt x="10308" y="5038"/>
                  </a:lnTo>
                  <a:cubicBezTo>
                    <a:pt x="10432" y="4913"/>
                    <a:pt x="10523" y="4761"/>
                    <a:pt x="10571" y="4594"/>
                  </a:cubicBezTo>
                  <a:lnTo>
                    <a:pt x="11840" y="259"/>
                  </a:lnTo>
                  <a:cubicBezTo>
                    <a:pt x="11876" y="127"/>
                    <a:pt x="11772" y="0"/>
                    <a:pt x="11644"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6" name="Google Shape;6576;p61"/>
            <p:cNvSpPr/>
            <p:nvPr/>
          </p:nvSpPr>
          <p:spPr>
            <a:xfrm>
              <a:off x="903281" y="2763601"/>
              <a:ext cx="312012" cy="232065"/>
            </a:xfrm>
            <a:custGeom>
              <a:avLst/>
              <a:gdLst/>
              <a:ahLst/>
              <a:cxnLst/>
              <a:rect l="l" t="t" r="r" b="b"/>
              <a:pathLst>
                <a:path w="11876" h="8833" extrusionOk="0">
                  <a:moveTo>
                    <a:pt x="11637" y="0"/>
                  </a:moveTo>
                  <a:cubicBezTo>
                    <a:pt x="11618" y="0"/>
                    <a:pt x="11597" y="3"/>
                    <a:pt x="11577" y="10"/>
                  </a:cubicBezTo>
                  <a:lnTo>
                    <a:pt x="7207" y="1286"/>
                  </a:lnTo>
                  <a:cubicBezTo>
                    <a:pt x="7068" y="1327"/>
                    <a:pt x="6943" y="1404"/>
                    <a:pt x="6839" y="1501"/>
                  </a:cubicBezTo>
                  <a:lnTo>
                    <a:pt x="91" y="8257"/>
                  </a:lnTo>
                  <a:cubicBezTo>
                    <a:pt x="0" y="8340"/>
                    <a:pt x="0" y="8479"/>
                    <a:pt x="91" y="8569"/>
                  </a:cubicBezTo>
                  <a:lnTo>
                    <a:pt x="361" y="8832"/>
                  </a:lnTo>
                  <a:lnTo>
                    <a:pt x="1117" y="8069"/>
                  </a:lnTo>
                  <a:lnTo>
                    <a:pt x="7179" y="2007"/>
                  </a:lnTo>
                  <a:cubicBezTo>
                    <a:pt x="7269" y="1917"/>
                    <a:pt x="7387" y="1848"/>
                    <a:pt x="7512" y="1813"/>
                  </a:cubicBezTo>
                  <a:lnTo>
                    <a:pt x="11750" y="571"/>
                  </a:lnTo>
                  <a:lnTo>
                    <a:pt x="11833" y="266"/>
                  </a:lnTo>
                  <a:cubicBezTo>
                    <a:pt x="11876" y="128"/>
                    <a:pt x="11767" y="0"/>
                    <a:pt x="1163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7" name="Google Shape;6577;p61"/>
            <p:cNvSpPr/>
            <p:nvPr/>
          </p:nvSpPr>
          <p:spPr>
            <a:xfrm>
              <a:off x="1060732" y="2852218"/>
              <a:ext cx="65261" cy="65261"/>
            </a:xfrm>
            <a:custGeom>
              <a:avLst/>
              <a:gdLst/>
              <a:ahLst/>
              <a:cxnLst/>
              <a:rect l="l" t="t" r="r" b="b"/>
              <a:pathLst>
                <a:path w="2484" h="2484" extrusionOk="0">
                  <a:moveTo>
                    <a:pt x="1242" y="1"/>
                  </a:moveTo>
                  <a:cubicBezTo>
                    <a:pt x="555" y="1"/>
                    <a:pt x="0" y="556"/>
                    <a:pt x="0" y="1242"/>
                  </a:cubicBezTo>
                  <a:cubicBezTo>
                    <a:pt x="0" y="1929"/>
                    <a:pt x="555" y="2484"/>
                    <a:pt x="1242" y="2484"/>
                  </a:cubicBezTo>
                  <a:cubicBezTo>
                    <a:pt x="1922" y="2484"/>
                    <a:pt x="2483" y="1929"/>
                    <a:pt x="2483" y="1242"/>
                  </a:cubicBezTo>
                  <a:cubicBezTo>
                    <a:pt x="2483" y="556"/>
                    <a:pt x="1922" y="1"/>
                    <a:pt x="1242"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8" name="Google Shape;6578;p61"/>
            <p:cNvSpPr/>
            <p:nvPr/>
          </p:nvSpPr>
          <p:spPr>
            <a:xfrm>
              <a:off x="1060732" y="2852218"/>
              <a:ext cx="40302" cy="65287"/>
            </a:xfrm>
            <a:custGeom>
              <a:avLst/>
              <a:gdLst/>
              <a:ahLst/>
              <a:cxnLst/>
              <a:rect l="l" t="t" r="r" b="b"/>
              <a:pathLst>
                <a:path w="1534" h="2485" extrusionOk="0">
                  <a:moveTo>
                    <a:pt x="1239" y="0"/>
                  </a:moveTo>
                  <a:cubicBezTo>
                    <a:pt x="572" y="0"/>
                    <a:pt x="0" y="539"/>
                    <a:pt x="0" y="1242"/>
                  </a:cubicBezTo>
                  <a:cubicBezTo>
                    <a:pt x="0" y="1945"/>
                    <a:pt x="572" y="2484"/>
                    <a:pt x="1239" y="2484"/>
                  </a:cubicBezTo>
                  <a:cubicBezTo>
                    <a:pt x="1336" y="2484"/>
                    <a:pt x="1434" y="2473"/>
                    <a:pt x="1533" y="2449"/>
                  </a:cubicBezTo>
                  <a:cubicBezTo>
                    <a:pt x="590" y="2220"/>
                    <a:pt x="264" y="1048"/>
                    <a:pt x="944" y="361"/>
                  </a:cubicBezTo>
                  <a:cubicBezTo>
                    <a:pt x="1110" y="202"/>
                    <a:pt x="1311" y="91"/>
                    <a:pt x="1533" y="35"/>
                  </a:cubicBezTo>
                  <a:cubicBezTo>
                    <a:pt x="1434" y="12"/>
                    <a:pt x="1336" y="0"/>
                    <a:pt x="1239"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9" name="Google Shape;6579;p61"/>
            <p:cNvSpPr/>
            <p:nvPr/>
          </p:nvSpPr>
          <p:spPr>
            <a:xfrm>
              <a:off x="895084" y="2998739"/>
              <a:ext cx="84387" cy="83520"/>
            </a:xfrm>
            <a:custGeom>
              <a:avLst/>
              <a:gdLst/>
              <a:ahLst/>
              <a:cxnLst/>
              <a:rect l="l" t="t" r="r" b="b"/>
              <a:pathLst>
                <a:path w="3212" h="3179" extrusionOk="0">
                  <a:moveTo>
                    <a:pt x="833" y="0"/>
                  </a:moveTo>
                  <a:lnTo>
                    <a:pt x="125" y="701"/>
                  </a:lnTo>
                  <a:cubicBezTo>
                    <a:pt x="0" y="826"/>
                    <a:pt x="0" y="1034"/>
                    <a:pt x="125" y="1166"/>
                  </a:cubicBezTo>
                  <a:lnTo>
                    <a:pt x="1082" y="2123"/>
                  </a:lnTo>
                  <a:lnTo>
                    <a:pt x="2046" y="3080"/>
                  </a:lnTo>
                  <a:cubicBezTo>
                    <a:pt x="2109" y="3146"/>
                    <a:pt x="2192" y="3179"/>
                    <a:pt x="2276" y="3179"/>
                  </a:cubicBezTo>
                  <a:cubicBezTo>
                    <a:pt x="2360" y="3179"/>
                    <a:pt x="2445" y="3146"/>
                    <a:pt x="2511" y="3080"/>
                  </a:cubicBezTo>
                  <a:lnTo>
                    <a:pt x="3212" y="2379"/>
                  </a:lnTo>
                  <a:lnTo>
                    <a:pt x="2275" y="1436"/>
                  </a:lnTo>
                  <a:lnTo>
                    <a:pt x="1769" y="937"/>
                  </a:lnTo>
                  <a:lnTo>
                    <a:pt x="833" y="0"/>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0" name="Google Shape;6580;p61"/>
            <p:cNvSpPr/>
            <p:nvPr/>
          </p:nvSpPr>
          <p:spPr>
            <a:xfrm>
              <a:off x="895084" y="2998555"/>
              <a:ext cx="32814" cy="36650"/>
            </a:xfrm>
            <a:custGeom>
              <a:avLst/>
              <a:gdLst/>
              <a:ahLst/>
              <a:cxnLst/>
              <a:rect l="l" t="t" r="r" b="b"/>
              <a:pathLst>
                <a:path w="1249" h="1395" extrusionOk="0">
                  <a:moveTo>
                    <a:pt x="833" y="0"/>
                  </a:moveTo>
                  <a:lnTo>
                    <a:pt x="125" y="708"/>
                  </a:lnTo>
                  <a:cubicBezTo>
                    <a:pt x="0" y="833"/>
                    <a:pt x="0" y="1041"/>
                    <a:pt x="125" y="1173"/>
                  </a:cubicBezTo>
                  <a:lnTo>
                    <a:pt x="347" y="1395"/>
                  </a:lnTo>
                  <a:cubicBezTo>
                    <a:pt x="361" y="1325"/>
                    <a:pt x="396" y="1270"/>
                    <a:pt x="444" y="1221"/>
                  </a:cubicBezTo>
                  <a:lnTo>
                    <a:pt x="1249" y="417"/>
                  </a:lnTo>
                  <a:lnTo>
                    <a:pt x="833" y="0"/>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1" name="Google Shape;6581;p61"/>
            <p:cNvSpPr/>
            <p:nvPr/>
          </p:nvSpPr>
          <p:spPr>
            <a:xfrm>
              <a:off x="903281" y="2964480"/>
              <a:ext cx="110266" cy="109504"/>
            </a:xfrm>
            <a:custGeom>
              <a:avLst/>
              <a:gdLst/>
              <a:ahLst/>
              <a:cxnLst/>
              <a:rect l="l" t="t" r="r" b="b"/>
              <a:pathLst>
                <a:path w="4197" h="4168" extrusionOk="0">
                  <a:moveTo>
                    <a:pt x="694" y="0"/>
                  </a:moveTo>
                  <a:lnTo>
                    <a:pt x="91" y="611"/>
                  </a:lnTo>
                  <a:cubicBezTo>
                    <a:pt x="0" y="694"/>
                    <a:pt x="0" y="833"/>
                    <a:pt x="91" y="916"/>
                  </a:cubicBezTo>
                  <a:lnTo>
                    <a:pt x="1436" y="2268"/>
                  </a:lnTo>
                  <a:lnTo>
                    <a:pt x="1936" y="2761"/>
                  </a:lnTo>
                  <a:lnTo>
                    <a:pt x="3267" y="4100"/>
                  </a:lnTo>
                  <a:cubicBezTo>
                    <a:pt x="3312" y="4145"/>
                    <a:pt x="3373" y="4167"/>
                    <a:pt x="3435" y="4167"/>
                  </a:cubicBezTo>
                  <a:cubicBezTo>
                    <a:pt x="3496" y="4167"/>
                    <a:pt x="3559" y="4145"/>
                    <a:pt x="3607" y="4100"/>
                  </a:cubicBezTo>
                  <a:lnTo>
                    <a:pt x="4197" y="3503"/>
                  </a:lnTo>
                  <a:lnTo>
                    <a:pt x="2699" y="2005"/>
                  </a:lnTo>
                  <a:lnTo>
                    <a:pt x="2199" y="1505"/>
                  </a:lnTo>
                  <a:lnTo>
                    <a:pt x="694" y="0"/>
                  </a:ln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2" name="Google Shape;6582;p61"/>
            <p:cNvSpPr/>
            <p:nvPr/>
          </p:nvSpPr>
          <p:spPr>
            <a:xfrm>
              <a:off x="903281" y="2964480"/>
              <a:ext cx="29557" cy="31185"/>
            </a:xfrm>
            <a:custGeom>
              <a:avLst/>
              <a:gdLst/>
              <a:ahLst/>
              <a:cxnLst/>
              <a:rect l="l" t="t" r="r" b="b"/>
              <a:pathLst>
                <a:path w="1125" h="1187" extrusionOk="0">
                  <a:moveTo>
                    <a:pt x="701" y="0"/>
                  </a:moveTo>
                  <a:lnTo>
                    <a:pt x="91" y="611"/>
                  </a:lnTo>
                  <a:cubicBezTo>
                    <a:pt x="0" y="694"/>
                    <a:pt x="0" y="833"/>
                    <a:pt x="91" y="923"/>
                  </a:cubicBezTo>
                  <a:lnTo>
                    <a:pt x="361" y="1186"/>
                  </a:lnTo>
                  <a:lnTo>
                    <a:pt x="1124" y="423"/>
                  </a:lnTo>
                  <a:lnTo>
                    <a:pt x="701"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3" name="Google Shape;6583;p61"/>
            <p:cNvSpPr/>
            <p:nvPr/>
          </p:nvSpPr>
          <p:spPr>
            <a:xfrm>
              <a:off x="854992" y="3038831"/>
              <a:ext cx="34154" cy="31185"/>
            </a:xfrm>
            <a:custGeom>
              <a:avLst/>
              <a:gdLst/>
              <a:ahLst/>
              <a:cxnLst/>
              <a:rect l="l" t="t" r="r" b="b"/>
              <a:pathLst>
                <a:path w="1300" h="1187" extrusionOk="0">
                  <a:moveTo>
                    <a:pt x="986" y="1"/>
                  </a:moveTo>
                  <a:cubicBezTo>
                    <a:pt x="935" y="1"/>
                    <a:pt x="881" y="21"/>
                    <a:pt x="833" y="70"/>
                  </a:cubicBezTo>
                  <a:lnTo>
                    <a:pt x="84" y="812"/>
                  </a:lnTo>
                  <a:cubicBezTo>
                    <a:pt x="0" y="895"/>
                    <a:pt x="0" y="1041"/>
                    <a:pt x="84" y="1124"/>
                  </a:cubicBezTo>
                  <a:cubicBezTo>
                    <a:pt x="129" y="1166"/>
                    <a:pt x="186" y="1186"/>
                    <a:pt x="242" y="1186"/>
                  </a:cubicBezTo>
                  <a:cubicBezTo>
                    <a:pt x="299" y="1186"/>
                    <a:pt x="354" y="1166"/>
                    <a:pt x="396" y="1124"/>
                  </a:cubicBezTo>
                  <a:lnTo>
                    <a:pt x="1145" y="375"/>
                  </a:lnTo>
                  <a:cubicBezTo>
                    <a:pt x="1299" y="221"/>
                    <a:pt x="1155" y="1"/>
                    <a:pt x="986"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4" name="Google Shape;6584;p61"/>
            <p:cNvSpPr/>
            <p:nvPr/>
          </p:nvSpPr>
          <p:spPr>
            <a:xfrm>
              <a:off x="873934" y="3057800"/>
              <a:ext cx="34286" cy="31343"/>
            </a:xfrm>
            <a:custGeom>
              <a:avLst/>
              <a:gdLst/>
              <a:ahLst/>
              <a:cxnLst/>
              <a:rect l="l" t="t" r="r" b="b"/>
              <a:pathLst>
                <a:path w="1305" h="1193" extrusionOk="0">
                  <a:moveTo>
                    <a:pt x="987" y="0"/>
                  </a:moveTo>
                  <a:cubicBezTo>
                    <a:pt x="935" y="0"/>
                    <a:pt x="881" y="21"/>
                    <a:pt x="833" y="69"/>
                  </a:cubicBezTo>
                  <a:lnTo>
                    <a:pt x="91" y="818"/>
                  </a:lnTo>
                  <a:cubicBezTo>
                    <a:pt x="1" y="901"/>
                    <a:pt x="1" y="1040"/>
                    <a:pt x="91" y="1130"/>
                  </a:cubicBezTo>
                  <a:cubicBezTo>
                    <a:pt x="132" y="1172"/>
                    <a:pt x="188" y="1193"/>
                    <a:pt x="244" y="1193"/>
                  </a:cubicBezTo>
                  <a:cubicBezTo>
                    <a:pt x="301" y="1193"/>
                    <a:pt x="358" y="1172"/>
                    <a:pt x="403" y="1130"/>
                  </a:cubicBezTo>
                  <a:lnTo>
                    <a:pt x="1145" y="381"/>
                  </a:lnTo>
                  <a:cubicBezTo>
                    <a:pt x="1305" y="221"/>
                    <a:pt x="1158" y="0"/>
                    <a:pt x="987"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5" name="Google Shape;6585;p61"/>
            <p:cNvSpPr/>
            <p:nvPr/>
          </p:nvSpPr>
          <p:spPr>
            <a:xfrm>
              <a:off x="912213" y="3095895"/>
              <a:ext cx="34102" cy="31343"/>
            </a:xfrm>
            <a:custGeom>
              <a:avLst/>
              <a:gdLst/>
              <a:ahLst/>
              <a:cxnLst/>
              <a:rect l="l" t="t" r="r" b="b"/>
              <a:pathLst>
                <a:path w="1298" h="1193" extrusionOk="0">
                  <a:moveTo>
                    <a:pt x="983" y="0"/>
                  </a:moveTo>
                  <a:cubicBezTo>
                    <a:pt x="932" y="0"/>
                    <a:pt x="879" y="20"/>
                    <a:pt x="833" y="69"/>
                  </a:cubicBezTo>
                  <a:lnTo>
                    <a:pt x="83" y="818"/>
                  </a:lnTo>
                  <a:cubicBezTo>
                    <a:pt x="0" y="901"/>
                    <a:pt x="0" y="1040"/>
                    <a:pt x="83" y="1130"/>
                  </a:cubicBezTo>
                  <a:cubicBezTo>
                    <a:pt x="125" y="1172"/>
                    <a:pt x="181" y="1192"/>
                    <a:pt x="237" y="1192"/>
                  </a:cubicBezTo>
                  <a:cubicBezTo>
                    <a:pt x="293" y="1192"/>
                    <a:pt x="351" y="1172"/>
                    <a:pt x="396" y="1130"/>
                  </a:cubicBezTo>
                  <a:lnTo>
                    <a:pt x="1138" y="381"/>
                  </a:lnTo>
                  <a:cubicBezTo>
                    <a:pt x="1297" y="221"/>
                    <a:pt x="1151" y="0"/>
                    <a:pt x="983"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6" name="Google Shape;6586;p61"/>
            <p:cNvSpPr/>
            <p:nvPr/>
          </p:nvSpPr>
          <p:spPr>
            <a:xfrm>
              <a:off x="893061" y="3076926"/>
              <a:ext cx="34312" cy="31343"/>
            </a:xfrm>
            <a:custGeom>
              <a:avLst/>
              <a:gdLst/>
              <a:ahLst/>
              <a:cxnLst/>
              <a:rect l="l" t="t" r="r" b="b"/>
              <a:pathLst>
                <a:path w="1306" h="1193" extrusionOk="0">
                  <a:moveTo>
                    <a:pt x="987" y="1"/>
                  </a:moveTo>
                  <a:cubicBezTo>
                    <a:pt x="936" y="1"/>
                    <a:pt x="882" y="21"/>
                    <a:pt x="833" y="69"/>
                  </a:cubicBezTo>
                  <a:lnTo>
                    <a:pt x="91" y="818"/>
                  </a:lnTo>
                  <a:cubicBezTo>
                    <a:pt x="1" y="902"/>
                    <a:pt x="1" y="1040"/>
                    <a:pt x="91" y="1131"/>
                  </a:cubicBezTo>
                  <a:cubicBezTo>
                    <a:pt x="133" y="1172"/>
                    <a:pt x="188" y="1193"/>
                    <a:pt x="245" y="1193"/>
                  </a:cubicBezTo>
                  <a:cubicBezTo>
                    <a:pt x="301" y="1193"/>
                    <a:pt x="358" y="1172"/>
                    <a:pt x="403" y="1131"/>
                  </a:cubicBezTo>
                  <a:lnTo>
                    <a:pt x="1145" y="381"/>
                  </a:lnTo>
                  <a:cubicBezTo>
                    <a:pt x="1305" y="222"/>
                    <a:pt x="1158" y="1"/>
                    <a:pt x="987"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7" name="Google Shape;6587;p61"/>
            <p:cNvSpPr/>
            <p:nvPr/>
          </p:nvSpPr>
          <p:spPr>
            <a:xfrm>
              <a:off x="1141809" y="2763601"/>
              <a:ext cx="73668" cy="72801"/>
            </a:xfrm>
            <a:custGeom>
              <a:avLst/>
              <a:gdLst/>
              <a:ahLst/>
              <a:cxnLst/>
              <a:rect l="l" t="t" r="r" b="b"/>
              <a:pathLst>
                <a:path w="2804" h="2771" extrusionOk="0">
                  <a:moveTo>
                    <a:pt x="2567" y="0"/>
                  </a:moveTo>
                  <a:cubicBezTo>
                    <a:pt x="2547" y="0"/>
                    <a:pt x="2526" y="3"/>
                    <a:pt x="2505" y="10"/>
                  </a:cubicBezTo>
                  <a:lnTo>
                    <a:pt x="1" y="745"/>
                  </a:lnTo>
                  <a:lnTo>
                    <a:pt x="2033" y="2770"/>
                  </a:lnTo>
                  <a:lnTo>
                    <a:pt x="2761" y="266"/>
                  </a:lnTo>
                  <a:cubicBezTo>
                    <a:pt x="2804" y="128"/>
                    <a:pt x="2700" y="0"/>
                    <a:pt x="256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8" name="Google Shape;6588;p61"/>
            <p:cNvSpPr/>
            <p:nvPr/>
          </p:nvSpPr>
          <p:spPr>
            <a:xfrm>
              <a:off x="1141809" y="2763601"/>
              <a:ext cx="73484" cy="31974"/>
            </a:xfrm>
            <a:custGeom>
              <a:avLst/>
              <a:gdLst/>
              <a:ahLst/>
              <a:cxnLst/>
              <a:rect l="l" t="t" r="r" b="b"/>
              <a:pathLst>
                <a:path w="2797" h="1217" extrusionOk="0">
                  <a:moveTo>
                    <a:pt x="2563" y="0"/>
                  </a:moveTo>
                  <a:cubicBezTo>
                    <a:pt x="2544" y="0"/>
                    <a:pt x="2524" y="3"/>
                    <a:pt x="2505" y="10"/>
                  </a:cubicBezTo>
                  <a:lnTo>
                    <a:pt x="1686" y="245"/>
                  </a:lnTo>
                  <a:lnTo>
                    <a:pt x="1" y="745"/>
                  </a:lnTo>
                  <a:lnTo>
                    <a:pt x="472" y="1217"/>
                  </a:lnTo>
                  <a:lnTo>
                    <a:pt x="2671" y="578"/>
                  </a:lnTo>
                  <a:lnTo>
                    <a:pt x="2754" y="266"/>
                  </a:lnTo>
                  <a:cubicBezTo>
                    <a:pt x="2797" y="133"/>
                    <a:pt x="2692" y="0"/>
                    <a:pt x="256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9" name="Google Shape;6589;p61"/>
            <p:cNvSpPr/>
            <p:nvPr/>
          </p:nvSpPr>
          <p:spPr>
            <a:xfrm>
              <a:off x="919491" y="2924099"/>
              <a:ext cx="135435" cy="133780"/>
            </a:xfrm>
            <a:custGeom>
              <a:avLst/>
              <a:gdLst/>
              <a:ahLst/>
              <a:cxnLst/>
              <a:rect l="l" t="t" r="r" b="b"/>
              <a:pathLst>
                <a:path w="5155" h="5092" extrusionOk="0">
                  <a:moveTo>
                    <a:pt x="4759" y="1"/>
                  </a:moveTo>
                  <a:cubicBezTo>
                    <a:pt x="4676" y="1"/>
                    <a:pt x="4592" y="32"/>
                    <a:pt x="4530" y="95"/>
                  </a:cubicBezTo>
                  <a:lnTo>
                    <a:pt x="126" y="4499"/>
                  </a:lnTo>
                  <a:cubicBezTo>
                    <a:pt x="1" y="4624"/>
                    <a:pt x="1" y="4832"/>
                    <a:pt x="126" y="4957"/>
                  </a:cubicBezTo>
                  <a:lnTo>
                    <a:pt x="160" y="4999"/>
                  </a:lnTo>
                  <a:cubicBezTo>
                    <a:pt x="222" y="5060"/>
                    <a:pt x="304" y="5091"/>
                    <a:pt x="386" y="5091"/>
                  </a:cubicBezTo>
                  <a:cubicBezTo>
                    <a:pt x="470" y="5091"/>
                    <a:pt x="555" y="5058"/>
                    <a:pt x="618" y="4992"/>
                  </a:cubicBezTo>
                  <a:lnTo>
                    <a:pt x="5022" y="587"/>
                  </a:lnTo>
                  <a:cubicBezTo>
                    <a:pt x="5154" y="462"/>
                    <a:pt x="5154" y="254"/>
                    <a:pt x="5022" y="129"/>
                  </a:cubicBezTo>
                  <a:lnTo>
                    <a:pt x="4988" y="95"/>
                  </a:lnTo>
                  <a:cubicBezTo>
                    <a:pt x="4925" y="32"/>
                    <a:pt x="4842" y="1"/>
                    <a:pt x="4759"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0" name="Google Shape;6590;p61"/>
            <p:cNvSpPr/>
            <p:nvPr/>
          </p:nvSpPr>
          <p:spPr>
            <a:xfrm>
              <a:off x="919491" y="2924099"/>
              <a:ext cx="135435" cy="133780"/>
            </a:xfrm>
            <a:custGeom>
              <a:avLst/>
              <a:gdLst/>
              <a:ahLst/>
              <a:cxnLst/>
              <a:rect l="l" t="t" r="r" b="b"/>
              <a:pathLst>
                <a:path w="5155" h="5092" extrusionOk="0">
                  <a:moveTo>
                    <a:pt x="4759" y="1"/>
                  </a:moveTo>
                  <a:cubicBezTo>
                    <a:pt x="4676" y="1"/>
                    <a:pt x="4592" y="32"/>
                    <a:pt x="4530" y="95"/>
                  </a:cubicBezTo>
                  <a:lnTo>
                    <a:pt x="126" y="4499"/>
                  </a:lnTo>
                  <a:cubicBezTo>
                    <a:pt x="1" y="4624"/>
                    <a:pt x="1" y="4832"/>
                    <a:pt x="126" y="4957"/>
                  </a:cubicBezTo>
                  <a:lnTo>
                    <a:pt x="160" y="4999"/>
                  </a:lnTo>
                  <a:cubicBezTo>
                    <a:pt x="222" y="5060"/>
                    <a:pt x="304" y="5091"/>
                    <a:pt x="386" y="5091"/>
                  </a:cubicBezTo>
                  <a:cubicBezTo>
                    <a:pt x="470" y="5091"/>
                    <a:pt x="555" y="5058"/>
                    <a:pt x="618" y="4992"/>
                  </a:cubicBezTo>
                  <a:lnTo>
                    <a:pt x="5022" y="587"/>
                  </a:lnTo>
                  <a:cubicBezTo>
                    <a:pt x="5154" y="462"/>
                    <a:pt x="5154" y="254"/>
                    <a:pt x="5022" y="129"/>
                  </a:cubicBezTo>
                  <a:lnTo>
                    <a:pt x="4988" y="95"/>
                  </a:lnTo>
                  <a:cubicBezTo>
                    <a:pt x="4925" y="32"/>
                    <a:pt x="4842" y="1"/>
                    <a:pt x="4759"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1" name="Google Shape;6591;p61"/>
            <p:cNvSpPr/>
            <p:nvPr/>
          </p:nvSpPr>
          <p:spPr>
            <a:xfrm>
              <a:off x="919491" y="2924152"/>
              <a:ext cx="133254" cy="133648"/>
            </a:xfrm>
            <a:custGeom>
              <a:avLst/>
              <a:gdLst/>
              <a:ahLst/>
              <a:cxnLst/>
              <a:rect l="l" t="t" r="r" b="b"/>
              <a:pathLst>
                <a:path w="5072" h="5087" extrusionOk="0">
                  <a:moveTo>
                    <a:pt x="4762" y="1"/>
                  </a:moveTo>
                  <a:cubicBezTo>
                    <a:pt x="4676" y="1"/>
                    <a:pt x="4589" y="34"/>
                    <a:pt x="4523" y="100"/>
                  </a:cubicBezTo>
                  <a:lnTo>
                    <a:pt x="132" y="4490"/>
                  </a:lnTo>
                  <a:cubicBezTo>
                    <a:pt x="1" y="4622"/>
                    <a:pt x="1" y="4837"/>
                    <a:pt x="132" y="4962"/>
                  </a:cubicBezTo>
                  <a:lnTo>
                    <a:pt x="153" y="4990"/>
                  </a:lnTo>
                  <a:cubicBezTo>
                    <a:pt x="216" y="5045"/>
                    <a:pt x="299" y="5080"/>
                    <a:pt x="382" y="5087"/>
                  </a:cubicBezTo>
                  <a:cubicBezTo>
                    <a:pt x="306" y="4955"/>
                    <a:pt x="327" y="4781"/>
                    <a:pt x="438" y="4671"/>
                  </a:cubicBezTo>
                  <a:lnTo>
                    <a:pt x="4828" y="280"/>
                  </a:lnTo>
                  <a:cubicBezTo>
                    <a:pt x="4891" y="217"/>
                    <a:pt x="4974" y="183"/>
                    <a:pt x="5071" y="183"/>
                  </a:cubicBezTo>
                  <a:cubicBezTo>
                    <a:pt x="5057" y="162"/>
                    <a:pt x="5036" y="141"/>
                    <a:pt x="5022" y="120"/>
                  </a:cubicBezTo>
                  <a:lnTo>
                    <a:pt x="5002" y="100"/>
                  </a:lnTo>
                  <a:cubicBezTo>
                    <a:pt x="4936" y="34"/>
                    <a:pt x="4849" y="1"/>
                    <a:pt x="4762"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92" name="Google Shape;6592;p61"/>
          <p:cNvGrpSpPr/>
          <p:nvPr/>
        </p:nvGrpSpPr>
        <p:grpSpPr>
          <a:xfrm>
            <a:off x="3260997" y="4183419"/>
            <a:ext cx="375434" cy="329667"/>
            <a:chOff x="3007498" y="4183419"/>
            <a:chExt cx="375434" cy="329667"/>
          </a:xfrm>
        </p:grpSpPr>
        <p:sp>
          <p:nvSpPr>
            <p:cNvPr id="6593" name="Google Shape;6593;p61"/>
            <p:cNvSpPr/>
            <p:nvPr/>
          </p:nvSpPr>
          <p:spPr>
            <a:xfrm>
              <a:off x="3046302" y="4196792"/>
              <a:ext cx="53622" cy="53465"/>
            </a:xfrm>
            <a:custGeom>
              <a:avLst/>
              <a:gdLst/>
              <a:ahLst/>
              <a:cxnLst/>
              <a:rect l="l" t="t" r="r" b="b"/>
              <a:pathLst>
                <a:path w="2041" h="2035" extrusionOk="0">
                  <a:moveTo>
                    <a:pt x="874" y="1"/>
                  </a:moveTo>
                  <a:cubicBezTo>
                    <a:pt x="738" y="1"/>
                    <a:pt x="605" y="36"/>
                    <a:pt x="486" y="109"/>
                  </a:cubicBezTo>
                  <a:cubicBezTo>
                    <a:pt x="105" y="338"/>
                    <a:pt x="1" y="844"/>
                    <a:pt x="299" y="1323"/>
                  </a:cubicBezTo>
                  <a:cubicBezTo>
                    <a:pt x="543" y="1705"/>
                    <a:pt x="1026" y="2034"/>
                    <a:pt x="1402" y="2034"/>
                  </a:cubicBezTo>
                  <a:cubicBezTo>
                    <a:pt x="1496" y="2034"/>
                    <a:pt x="1583" y="2014"/>
                    <a:pt x="1659" y="1968"/>
                  </a:cubicBezTo>
                  <a:cubicBezTo>
                    <a:pt x="2040" y="1739"/>
                    <a:pt x="1978" y="969"/>
                    <a:pt x="1679" y="490"/>
                  </a:cubicBezTo>
                  <a:cubicBezTo>
                    <a:pt x="1475" y="168"/>
                    <a:pt x="1168" y="1"/>
                    <a:pt x="874"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4" name="Google Shape;6594;p61"/>
            <p:cNvSpPr/>
            <p:nvPr/>
          </p:nvSpPr>
          <p:spPr>
            <a:xfrm>
              <a:off x="3007498" y="4244292"/>
              <a:ext cx="50680" cy="42483"/>
            </a:xfrm>
            <a:custGeom>
              <a:avLst/>
              <a:gdLst/>
              <a:ahLst/>
              <a:cxnLst/>
              <a:rect l="l" t="t" r="r" b="b"/>
              <a:pathLst>
                <a:path w="1929" h="1617" extrusionOk="0">
                  <a:moveTo>
                    <a:pt x="730" y="0"/>
                  </a:moveTo>
                  <a:cubicBezTo>
                    <a:pt x="545" y="0"/>
                    <a:pt x="374" y="75"/>
                    <a:pt x="250" y="215"/>
                  </a:cubicBezTo>
                  <a:cubicBezTo>
                    <a:pt x="0" y="500"/>
                    <a:pt x="49" y="943"/>
                    <a:pt x="417" y="1263"/>
                  </a:cubicBezTo>
                  <a:cubicBezTo>
                    <a:pt x="653" y="1472"/>
                    <a:pt x="1008" y="1616"/>
                    <a:pt x="1295" y="1616"/>
                  </a:cubicBezTo>
                  <a:cubicBezTo>
                    <a:pt x="1454" y="1616"/>
                    <a:pt x="1593" y="1572"/>
                    <a:pt x="1679" y="1471"/>
                  </a:cubicBezTo>
                  <a:cubicBezTo>
                    <a:pt x="1929" y="1186"/>
                    <a:pt x="1679" y="562"/>
                    <a:pt x="1311" y="243"/>
                  </a:cubicBezTo>
                  <a:cubicBezTo>
                    <a:pt x="1126" y="78"/>
                    <a:pt x="920" y="0"/>
                    <a:pt x="730"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5" name="Google Shape;6595;p61"/>
            <p:cNvSpPr/>
            <p:nvPr/>
          </p:nvSpPr>
          <p:spPr>
            <a:xfrm>
              <a:off x="3169126" y="4210112"/>
              <a:ext cx="43218" cy="47763"/>
            </a:xfrm>
            <a:custGeom>
              <a:avLst/>
              <a:gdLst/>
              <a:ahLst/>
              <a:cxnLst/>
              <a:rect l="l" t="t" r="r" b="b"/>
              <a:pathLst>
                <a:path w="1645" h="1818" extrusionOk="0">
                  <a:moveTo>
                    <a:pt x="911" y="0"/>
                  </a:moveTo>
                  <a:cubicBezTo>
                    <a:pt x="642" y="0"/>
                    <a:pt x="365" y="176"/>
                    <a:pt x="209" y="503"/>
                  </a:cubicBezTo>
                  <a:cubicBezTo>
                    <a:pt x="1" y="947"/>
                    <a:pt x="15" y="1620"/>
                    <a:pt x="355" y="1780"/>
                  </a:cubicBezTo>
                  <a:cubicBezTo>
                    <a:pt x="407" y="1805"/>
                    <a:pt x="464" y="1817"/>
                    <a:pt x="524" y="1817"/>
                  </a:cubicBezTo>
                  <a:cubicBezTo>
                    <a:pt x="852" y="1817"/>
                    <a:pt x="1261" y="1463"/>
                    <a:pt x="1437" y="1093"/>
                  </a:cubicBezTo>
                  <a:cubicBezTo>
                    <a:pt x="1645" y="649"/>
                    <a:pt x="1513" y="226"/>
                    <a:pt x="1173" y="60"/>
                  </a:cubicBezTo>
                  <a:cubicBezTo>
                    <a:pt x="1090" y="20"/>
                    <a:pt x="1001" y="0"/>
                    <a:pt x="911"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6" name="Google Shape;6596;p61"/>
            <p:cNvSpPr/>
            <p:nvPr/>
          </p:nvSpPr>
          <p:spPr>
            <a:xfrm>
              <a:off x="3056338" y="4262263"/>
              <a:ext cx="135592" cy="89195"/>
            </a:xfrm>
            <a:custGeom>
              <a:avLst/>
              <a:gdLst/>
              <a:ahLst/>
              <a:cxnLst/>
              <a:rect l="l" t="t" r="r" b="b"/>
              <a:pathLst>
                <a:path w="5161" h="3395" extrusionOk="0">
                  <a:moveTo>
                    <a:pt x="2705" y="1"/>
                  </a:moveTo>
                  <a:cubicBezTo>
                    <a:pt x="2531" y="1"/>
                    <a:pt x="2357" y="18"/>
                    <a:pt x="2185" y="51"/>
                  </a:cubicBezTo>
                  <a:cubicBezTo>
                    <a:pt x="867" y="322"/>
                    <a:pt x="0" y="1543"/>
                    <a:pt x="202" y="2535"/>
                  </a:cubicBezTo>
                  <a:cubicBezTo>
                    <a:pt x="336" y="3177"/>
                    <a:pt x="850" y="3395"/>
                    <a:pt x="1553" y="3395"/>
                  </a:cubicBezTo>
                  <a:cubicBezTo>
                    <a:pt x="1935" y="3395"/>
                    <a:pt x="2373" y="3330"/>
                    <a:pt x="2837" y="3235"/>
                  </a:cubicBezTo>
                  <a:cubicBezTo>
                    <a:pt x="4155" y="2965"/>
                    <a:pt x="5161" y="2493"/>
                    <a:pt x="4904" y="1522"/>
                  </a:cubicBezTo>
                  <a:cubicBezTo>
                    <a:pt x="4641" y="516"/>
                    <a:pt x="3815" y="204"/>
                    <a:pt x="3462" y="107"/>
                  </a:cubicBezTo>
                  <a:cubicBezTo>
                    <a:pt x="3214" y="37"/>
                    <a:pt x="2959" y="1"/>
                    <a:pt x="2705"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7" name="Google Shape;6597;p61"/>
            <p:cNvSpPr/>
            <p:nvPr/>
          </p:nvSpPr>
          <p:spPr>
            <a:xfrm>
              <a:off x="3111563" y="4183419"/>
              <a:ext cx="46292" cy="57589"/>
            </a:xfrm>
            <a:custGeom>
              <a:avLst/>
              <a:gdLst/>
              <a:ahLst/>
              <a:cxnLst/>
              <a:rect l="l" t="t" r="r" b="b"/>
              <a:pathLst>
                <a:path w="1762" h="2192" extrusionOk="0">
                  <a:moveTo>
                    <a:pt x="892" y="1"/>
                  </a:moveTo>
                  <a:cubicBezTo>
                    <a:pt x="510" y="1"/>
                    <a:pt x="171" y="298"/>
                    <a:pt x="90" y="798"/>
                  </a:cubicBezTo>
                  <a:cubicBezTo>
                    <a:pt x="0" y="1353"/>
                    <a:pt x="243" y="2102"/>
                    <a:pt x="680" y="2185"/>
                  </a:cubicBezTo>
                  <a:cubicBezTo>
                    <a:pt x="705" y="2190"/>
                    <a:pt x="729" y="2192"/>
                    <a:pt x="754" y="2192"/>
                  </a:cubicBezTo>
                  <a:cubicBezTo>
                    <a:pt x="1168" y="2192"/>
                    <a:pt x="1587" y="1613"/>
                    <a:pt x="1672" y="1089"/>
                  </a:cubicBezTo>
                  <a:cubicBezTo>
                    <a:pt x="1762" y="535"/>
                    <a:pt x="1471" y="104"/>
                    <a:pt x="1034" y="14"/>
                  </a:cubicBezTo>
                  <a:cubicBezTo>
                    <a:pt x="986" y="5"/>
                    <a:pt x="938" y="1"/>
                    <a:pt x="892"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8" name="Google Shape;6598;p61"/>
            <p:cNvSpPr/>
            <p:nvPr/>
          </p:nvSpPr>
          <p:spPr>
            <a:xfrm>
              <a:off x="3056706" y="4265415"/>
              <a:ext cx="50496" cy="86069"/>
            </a:xfrm>
            <a:custGeom>
              <a:avLst/>
              <a:gdLst/>
              <a:ahLst/>
              <a:cxnLst/>
              <a:rect l="l" t="t" r="r" b="b"/>
              <a:pathLst>
                <a:path w="1922" h="3276" extrusionOk="0">
                  <a:moveTo>
                    <a:pt x="1922" y="1"/>
                  </a:moveTo>
                  <a:cubicBezTo>
                    <a:pt x="742" y="361"/>
                    <a:pt x="0" y="1485"/>
                    <a:pt x="188" y="2415"/>
                  </a:cubicBezTo>
                  <a:cubicBezTo>
                    <a:pt x="320" y="3057"/>
                    <a:pt x="833" y="3276"/>
                    <a:pt x="1538" y="3276"/>
                  </a:cubicBezTo>
                  <a:cubicBezTo>
                    <a:pt x="1570" y="3276"/>
                    <a:pt x="1604" y="3276"/>
                    <a:pt x="1637" y="3275"/>
                  </a:cubicBezTo>
                  <a:cubicBezTo>
                    <a:pt x="1464" y="3101"/>
                    <a:pt x="1339" y="2879"/>
                    <a:pt x="1283" y="2643"/>
                  </a:cubicBezTo>
                  <a:cubicBezTo>
                    <a:pt x="1034" y="1783"/>
                    <a:pt x="1297" y="722"/>
                    <a:pt x="1922"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9" name="Google Shape;6599;p61"/>
            <p:cNvSpPr/>
            <p:nvPr/>
          </p:nvSpPr>
          <p:spPr>
            <a:xfrm>
              <a:off x="3007498" y="4248286"/>
              <a:ext cx="46502" cy="38489"/>
            </a:xfrm>
            <a:custGeom>
              <a:avLst/>
              <a:gdLst/>
              <a:ahLst/>
              <a:cxnLst/>
              <a:rect l="l" t="t" r="r" b="b"/>
              <a:pathLst>
                <a:path w="1770" h="1465" extrusionOk="0">
                  <a:moveTo>
                    <a:pt x="320" y="1"/>
                  </a:moveTo>
                  <a:cubicBezTo>
                    <a:pt x="292" y="15"/>
                    <a:pt x="271" y="42"/>
                    <a:pt x="250" y="63"/>
                  </a:cubicBezTo>
                  <a:cubicBezTo>
                    <a:pt x="0" y="348"/>
                    <a:pt x="49" y="791"/>
                    <a:pt x="417" y="1111"/>
                  </a:cubicBezTo>
                  <a:cubicBezTo>
                    <a:pt x="649" y="1320"/>
                    <a:pt x="1004" y="1464"/>
                    <a:pt x="1293" y="1464"/>
                  </a:cubicBezTo>
                  <a:cubicBezTo>
                    <a:pt x="1453" y="1464"/>
                    <a:pt x="1593" y="1420"/>
                    <a:pt x="1679" y="1319"/>
                  </a:cubicBezTo>
                  <a:cubicBezTo>
                    <a:pt x="1735" y="1249"/>
                    <a:pt x="1762" y="1173"/>
                    <a:pt x="1769" y="1090"/>
                  </a:cubicBezTo>
                  <a:lnTo>
                    <a:pt x="1769" y="1090"/>
                  </a:lnTo>
                  <a:cubicBezTo>
                    <a:pt x="1764" y="1090"/>
                    <a:pt x="1758" y="1090"/>
                    <a:pt x="1753" y="1090"/>
                  </a:cubicBezTo>
                  <a:cubicBezTo>
                    <a:pt x="1435" y="1090"/>
                    <a:pt x="1001" y="898"/>
                    <a:pt x="708" y="639"/>
                  </a:cubicBezTo>
                  <a:cubicBezTo>
                    <a:pt x="507" y="479"/>
                    <a:pt x="368" y="250"/>
                    <a:pt x="32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0" name="Google Shape;6600;p61"/>
            <p:cNvSpPr/>
            <p:nvPr/>
          </p:nvSpPr>
          <p:spPr>
            <a:xfrm>
              <a:off x="3046302" y="4197448"/>
              <a:ext cx="44506" cy="52887"/>
            </a:xfrm>
            <a:custGeom>
              <a:avLst/>
              <a:gdLst/>
              <a:ahLst/>
              <a:cxnLst/>
              <a:rect l="l" t="t" r="r" b="b"/>
              <a:pathLst>
                <a:path w="1694" h="2013" extrusionOk="0">
                  <a:moveTo>
                    <a:pt x="715" y="1"/>
                  </a:moveTo>
                  <a:lnTo>
                    <a:pt x="715" y="1"/>
                  </a:lnTo>
                  <a:cubicBezTo>
                    <a:pt x="632" y="14"/>
                    <a:pt x="556" y="49"/>
                    <a:pt x="486" y="91"/>
                  </a:cubicBezTo>
                  <a:cubicBezTo>
                    <a:pt x="105" y="320"/>
                    <a:pt x="1" y="826"/>
                    <a:pt x="299" y="1305"/>
                  </a:cubicBezTo>
                  <a:cubicBezTo>
                    <a:pt x="542" y="1685"/>
                    <a:pt x="1021" y="2013"/>
                    <a:pt x="1396" y="2013"/>
                  </a:cubicBezTo>
                  <a:cubicBezTo>
                    <a:pt x="1492" y="2013"/>
                    <a:pt x="1582" y="1991"/>
                    <a:pt x="1659" y="1943"/>
                  </a:cubicBezTo>
                  <a:cubicBezTo>
                    <a:pt x="1673" y="1936"/>
                    <a:pt x="1686" y="1929"/>
                    <a:pt x="1693" y="1915"/>
                  </a:cubicBezTo>
                  <a:cubicBezTo>
                    <a:pt x="1319" y="1714"/>
                    <a:pt x="1007" y="1409"/>
                    <a:pt x="806" y="1034"/>
                  </a:cubicBezTo>
                  <a:cubicBezTo>
                    <a:pt x="597" y="639"/>
                    <a:pt x="584" y="264"/>
                    <a:pt x="715"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1" name="Google Shape;6601;p61"/>
            <p:cNvSpPr/>
            <p:nvPr/>
          </p:nvSpPr>
          <p:spPr>
            <a:xfrm>
              <a:off x="3111905" y="4183419"/>
              <a:ext cx="34837" cy="55593"/>
            </a:xfrm>
            <a:custGeom>
              <a:avLst/>
              <a:gdLst/>
              <a:ahLst/>
              <a:cxnLst/>
              <a:rect l="l" t="t" r="r" b="b"/>
              <a:pathLst>
                <a:path w="1326" h="2116" extrusionOk="0">
                  <a:moveTo>
                    <a:pt x="883" y="1"/>
                  </a:moveTo>
                  <a:cubicBezTo>
                    <a:pt x="503" y="1"/>
                    <a:pt x="158" y="303"/>
                    <a:pt x="77" y="798"/>
                  </a:cubicBezTo>
                  <a:cubicBezTo>
                    <a:pt x="1" y="1277"/>
                    <a:pt x="174" y="1908"/>
                    <a:pt x="514" y="2116"/>
                  </a:cubicBezTo>
                  <a:cubicBezTo>
                    <a:pt x="424" y="1728"/>
                    <a:pt x="438" y="1318"/>
                    <a:pt x="570" y="937"/>
                  </a:cubicBezTo>
                  <a:cubicBezTo>
                    <a:pt x="715" y="514"/>
                    <a:pt x="1000" y="243"/>
                    <a:pt x="1326" y="146"/>
                  </a:cubicBezTo>
                  <a:cubicBezTo>
                    <a:pt x="1236" y="77"/>
                    <a:pt x="1132" y="35"/>
                    <a:pt x="1021" y="14"/>
                  </a:cubicBezTo>
                  <a:cubicBezTo>
                    <a:pt x="974" y="5"/>
                    <a:pt x="928" y="1"/>
                    <a:pt x="883"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2" name="Google Shape;6602;p61"/>
            <p:cNvSpPr/>
            <p:nvPr/>
          </p:nvSpPr>
          <p:spPr>
            <a:xfrm>
              <a:off x="3169678" y="4210086"/>
              <a:ext cx="37937" cy="42982"/>
            </a:xfrm>
            <a:custGeom>
              <a:avLst/>
              <a:gdLst/>
              <a:ahLst/>
              <a:cxnLst/>
              <a:rect l="l" t="t" r="r" b="b"/>
              <a:pathLst>
                <a:path w="1444" h="1636" extrusionOk="0">
                  <a:moveTo>
                    <a:pt x="884" y="0"/>
                  </a:moveTo>
                  <a:cubicBezTo>
                    <a:pt x="615" y="0"/>
                    <a:pt x="343" y="173"/>
                    <a:pt x="188" y="504"/>
                  </a:cubicBezTo>
                  <a:cubicBezTo>
                    <a:pt x="15" y="865"/>
                    <a:pt x="1" y="1365"/>
                    <a:pt x="174" y="1635"/>
                  </a:cubicBezTo>
                  <a:cubicBezTo>
                    <a:pt x="237" y="1295"/>
                    <a:pt x="396" y="976"/>
                    <a:pt x="625" y="719"/>
                  </a:cubicBezTo>
                  <a:cubicBezTo>
                    <a:pt x="828" y="490"/>
                    <a:pt x="1116" y="359"/>
                    <a:pt x="1420" y="359"/>
                  </a:cubicBezTo>
                  <a:cubicBezTo>
                    <a:pt x="1428" y="359"/>
                    <a:pt x="1436" y="359"/>
                    <a:pt x="1443" y="359"/>
                  </a:cubicBezTo>
                  <a:cubicBezTo>
                    <a:pt x="1388" y="227"/>
                    <a:pt x="1284" y="123"/>
                    <a:pt x="1152" y="61"/>
                  </a:cubicBezTo>
                  <a:cubicBezTo>
                    <a:pt x="1066" y="20"/>
                    <a:pt x="975" y="0"/>
                    <a:pt x="884"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3" name="Google Shape;6603;p61"/>
            <p:cNvSpPr/>
            <p:nvPr/>
          </p:nvSpPr>
          <p:spPr>
            <a:xfrm>
              <a:off x="3245316" y="4339740"/>
              <a:ext cx="43034" cy="57826"/>
            </a:xfrm>
            <a:custGeom>
              <a:avLst/>
              <a:gdLst/>
              <a:ahLst/>
              <a:cxnLst/>
              <a:rect l="l" t="t" r="r" b="b"/>
              <a:pathLst>
                <a:path w="1638" h="2201" extrusionOk="0">
                  <a:moveTo>
                    <a:pt x="810" y="1"/>
                  </a:moveTo>
                  <a:cubicBezTo>
                    <a:pt x="383" y="1"/>
                    <a:pt x="34" y="357"/>
                    <a:pt x="14" y="910"/>
                  </a:cubicBezTo>
                  <a:cubicBezTo>
                    <a:pt x="0" y="1472"/>
                    <a:pt x="347" y="2180"/>
                    <a:pt x="791" y="2200"/>
                  </a:cubicBezTo>
                  <a:cubicBezTo>
                    <a:pt x="798" y="2201"/>
                    <a:pt x="804" y="2201"/>
                    <a:pt x="811" y="2201"/>
                  </a:cubicBezTo>
                  <a:cubicBezTo>
                    <a:pt x="1246" y="2201"/>
                    <a:pt x="1610" y="1533"/>
                    <a:pt x="1623" y="980"/>
                  </a:cubicBezTo>
                  <a:cubicBezTo>
                    <a:pt x="1637" y="418"/>
                    <a:pt x="1290" y="22"/>
                    <a:pt x="846" y="2"/>
                  </a:cubicBezTo>
                  <a:cubicBezTo>
                    <a:pt x="834" y="1"/>
                    <a:pt x="822" y="1"/>
                    <a:pt x="81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4" name="Google Shape;6604;p61"/>
            <p:cNvSpPr/>
            <p:nvPr/>
          </p:nvSpPr>
          <p:spPr>
            <a:xfrm>
              <a:off x="3187175" y="4355793"/>
              <a:ext cx="41038" cy="49366"/>
            </a:xfrm>
            <a:custGeom>
              <a:avLst/>
              <a:gdLst/>
              <a:ahLst/>
              <a:cxnLst/>
              <a:rect l="l" t="t" r="r" b="b"/>
              <a:pathLst>
                <a:path w="1562" h="1879" extrusionOk="0">
                  <a:moveTo>
                    <a:pt x="728" y="1"/>
                  </a:moveTo>
                  <a:cubicBezTo>
                    <a:pt x="675" y="1"/>
                    <a:pt x="622" y="8"/>
                    <a:pt x="569" y="22"/>
                  </a:cubicBezTo>
                  <a:cubicBezTo>
                    <a:pt x="209" y="119"/>
                    <a:pt x="1" y="514"/>
                    <a:pt x="125" y="986"/>
                  </a:cubicBezTo>
                  <a:cubicBezTo>
                    <a:pt x="240" y="1418"/>
                    <a:pt x="628" y="1879"/>
                    <a:pt x="969" y="1879"/>
                  </a:cubicBezTo>
                  <a:cubicBezTo>
                    <a:pt x="1000" y="1879"/>
                    <a:pt x="1031" y="1875"/>
                    <a:pt x="1062" y="1867"/>
                  </a:cubicBezTo>
                  <a:cubicBezTo>
                    <a:pt x="1422" y="1763"/>
                    <a:pt x="1561" y="1111"/>
                    <a:pt x="1436" y="639"/>
                  </a:cubicBezTo>
                  <a:cubicBezTo>
                    <a:pt x="1330" y="237"/>
                    <a:pt x="1036" y="1"/>
                    <a:pt x="72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5" name="Google Shape;6605;p61"/>
            <p:cNvSpPr/>
            <p:nvPr/>
          </p:nvSpPr>
          <p:spPr>
            <a:xfrm>
              <a:off x="3329861" y="4419977"/>
              <a:ext cx="53070" cy="39671"/>
            </a:xfrm>
            <a:custGeom>
              <a:avLst/>
              <a:gdLst/>
              <a:ahLst/>
              <a:cxnLst/>
              <a:rect l="l" t="t" r="r" b="b"/>
              <a:pathLst>
                <a:path w="2020" h="1510" extrusionOk="0">
                  <a:moveTo>
                    <a:pt x="1259" y="0"/>
                  </a:moveTo>
                  <a:cubicBezTo>
                    <a:pt x="1106" y="0"/>
                    <a:pt x="941" y="45"/>
                    <a:pt x="777" y="138"/>
                  </a:cubicBezTo>
                  <a:cubicBezTo>
                    <a:pt x="361" y="388"/>
                    <a:pt x="1" y="957"/>
                    <a:pt x="188" y="1283"/>
                  </a:cubicBezTo>
                  <a:cubicBezTo>
                    <a:pt x="284" y="1440"/>
                    <a:pt x="496" y="1510"/>
                    <a:pt x="737" y="1510"/>
                  </a:cubicBezTo>
                  <a:cubicBezTo>
                    <a:pt x="984" y="1510"/>
                    <a:pt x="1260" y="1437"/>
                    <a:pt x="1471" y="1311"/>
                  </a:cubicBezTo>
                  <a:cubicBezTo>
                    <a:pt x="1887" y="1061"/>
                    <a:pt x="2019" y="631"/>
                    <a:pt x="1832" y="312"/>
                  </a:cubicBezTo>
                  <a:cubicBezTo>
                    <a:pt x="1713" y="112"/>
                    <a:pt x="1502" y="0"/>
                    <a:pt x="1259"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6" name="Google Shape;6606;p61"/>
            <p:cNvSpPr/>
            <p:nvPr/>
          </p:nvSpPr>
          <p:spPr>
            <a:xfrm>
              <a:off x="3187911" y="4418111"/>
              <a:ext cx="136328" cy="94975"/>
            </a:xfrm>
            <a:custGeom>
              <a:avLst/>
              <a:gdLst/>
              <a:ahLst/>
              <a:cxnLst/>
              <a:rect l="l" t="t" r="r" b="b"/>
              <a:pathLst>
                <a:path w="5189" h="3615" extrusionOk="0">
                  <a:moveTo>
                    <a:pt x="2405" y="0"/>
                  </a:moveTo>
                  <a:cubicBezTo>
                    <a:pt x="1490" y="0"/>
                    <a:pt x="662" y="471"/>
                    <a:pt x="382" y="1160"/>
                  </a:cubicBezTo>
                  <a:cubicBezTo>
                    <a:pt x="0" y="2089"/>
                    <a:pt x="930" y="2699"/>
                    <a:pt x="2178" y="3206"/>
                  </a:cubicBezTo>
                  <a:cubicBezTo>
                    <a:pt x="2779" y="3449"/>
                    <a:pt x="3343" y="3614"/>
                    <a:pt x="3805" y="3614"/>
                  </a:cubicBezTo>
                  <a:cubicBezTo>
                    <a:pt x="4303" y="3614"/>
                    <a:pt x="4679" y="3422"/>
                    <a:pt x="4849" y="2928"/>
                  </a:cubicBezTo>
                  <a:cubicBezTo>
                    <a:pt x="5189" y="1950"/>
                    <a:pt x="4675" y="1236"/>
                    <a:pt x="4439" y="951"/>
                  </a:cubicBezTo>
                  <a:cubicBezTo>
                    <a:pt x="4162" y="619"/>
                    <a:pt x="3808" y="362"/>
                    <a:pt x="3406" y="195"/>
                  </a:cubicBezTo>
                  <a:cubicBezTo>
                    <a:pt x="3075" y="61"/>
                    <a:pt x="2734" y="0"/>
                    <a:pt x="2405"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7" name="Google Shape;6607;p61"/>
            <p:cNvSpPr/>
            <p:nvPr/>
          </p:nvSpPr>
          <p:spPr>
            <a:xfrm>
              <a:off x="3294682" y="4365277"/>
              <a:ext cx="56171" cy="51336"/>
            </a:xfrm>
            <a:custGeom>
              <a:avLst/>
              <a:gdLst/>
              <a:ahLst/>
              <a:cxnLst/>
              <a:rect l="l" t="t" r="r" b="b"/>
              <a:pathLst>
                <a:path w="2138" h="1954" extrusionOk="0">
                  <a:moveTo>
                    <a:pt x="1305" y="1"/>
                  </a:moveTo>
                  <a:cubicBezTo>
                    <a:pt x="1067" y="1"/>
                    <a:pt x="815" y="108"/>
                    <a:pt x="604" y="334"/>
                  </a:cubicBezTo>
                  <a:cubicBezTo>
                    <a:pt x="216" y="750"/>
                    <a:pt x="1" y="1506"/>
                    <a:pt x="320" y="1818"/>
                  </a:cubicBezTo>
                  <a:cubicBezTo>
                    <a:pt x="418" y="1912"/>
                    <a:pt x="556" y="1953"/>
                    <a:pt x="710" y="1953"/>
                  </a:cubicBezTo>
                  <a:cubicBezTo>
                    <a:pt x="1056" y="1953"/>
                    <a:pt x="1487" y="1745"/>
                    <a:pt x="1756" y="1457"/>
                  </a:cubicBezTo>
                  <a:cubicBezTo>
                    <a:pt x="2137" y="1048"/>
                    <a:pt x="2137" y="514"/>
                    <a:pt x="1825" y="209"/>
                  </a:cubicBezTo>
                  <a:cubicBezTo>
                    <a:pt x="1682" y="72"/>
                    <a:pt x="1498" y="1"/>
                    <a:pt x="1305"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8" name="Google Shape;6608;p61"/>
            <p:cNvSpPr/>
            <p:nvPr/>
          </p:nvSpPr>
          <p:spPr>
            <a:xfrm>
              <a:off x="3191011" y="4418111"/>
              <a:ext cx="80026" cy="70384"/>
            </a:xfrm>
            <a:custGeom>
              <a:avLst/>
              <a:gdLst/>
              <a:ahLst/>
              <a:cxnLst/>
              <a:rect l="l" t="t" r="r" b="b"/>
              <a:pathLst>
                <a:path w="3046" h="2679" extrusionOk="0">
                  <a:moveTo>
                    <a:pt x="2285" y="1"/>
                  </a:moveTo>
                  <a:cubicBezTo>
                    <a:pt x="1371" y="1"/>
                    <a:pt x="542" y="472"/>
                    <a:pt x="264" y="1153"/>
                  </a:cubicBezTo>
                  <a:cubicBezTo>
                    <a:pt x="0" y="1791"/>
                    <a:pt x="347" y="2276"/>
                    <a:pt x="992" y="2679"/>
                  </a:cubicBezTo>
                  <a:cubicBezTo>
                    <a:pt x="944" y="2436"/>
                    <a:pt x="957" y="2186"/>
                    <a:pt x="1041" y="1950"/>
                  </a:cubicBezTo>
                  <a:cubicBezTo>
                    <a:pt x="1311" y="1104"/>
                    <a:pt x="2123" y="369"/>
                    <a:pt x="3045" y="112"/>
                  </a:cubicBezTo>
                  <a:cubicBezTo>
                    <a:pt x="2792" y="36"/>
                    <a:pt x="2535" y="1"/>
                    <a:pt x="2285"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9" name="Google Shape;6609;p61"/>
            <p:cNvSpPr/>
            <p:nvPr/>
          </p:nvSpPr>
          <p:spPr>
            <a:xfrm>
              <a:off x="3187175" y="4355977"/>
              <a:ext cx="33182" cy="49182"/>
            </a:xfrm>
            <a:custGeom>
              <a:avLst/>
              <a:gdLst/>
              <a:ahLst/>
              <a:cxnLst/>
              <a:rect l="l" t="t" r="r" b="b"/>
              <a:pathLst>
                <a:path w="1263" h="1872" extrusionOk="0">
                  <a:moveTo>
                    <a:pt x="666" y="1"/>
                  </a:moveTo>
                  <a:cubicBezTo>
                    <a:pt x="632" y="1"/>
                    <a:pt x="604" y="8"/>
                    <a:pt x="569" y="15"/>
                  </a:cubicBezTo>
                  <a:cubicBezTo>
                    <a:pt x="209" y="112"/>
                    <a:pt x="1" y="507"/>
                    <a:pt x="125" y="979"/>
                  </a:cubicBezTo>
                  <a:cubicBezTo>
                    <a:pt x="240" y="1411"/>
                    <a:pt x="628" y="1872"/>
                    <a:pt x="969" y="1872"/>
                  </a:cubicBezTo>
                  <a:cubicBezTo>
                    <a:pt x="1000" y="1872"/>
                    <a:pt x="1031" y="1868"/>
                    <a:pt x="1062" y="1860"/>
                  </a:cubicBezTo>
                  <a:cubicBezTo>
                    <a:pt x="1145" y="1832"/>
                    <a:pt x="1214" y="1784"/>
                    <a:pt x="1263" y="1721"/>
                  </a:cubicBezTo>
                  <a:cubicBezTo>
                    <a:pt x="992" y="1541"/>
                    <a:pt x="729" y="1139"/>
                    <a:pt x="632" y="750"/>
                  </a:cubicBezTo>
                  <a:cubicBezTo>
                    <a:pt x="555" y="507"/>
                    <a:pt x="569" y="237"/>
                    <a:pt x="666"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0" name="Google Shape;6610;p61"/>
            <p:cNvSpPr/>
            <p:nvPr/>
          </p:nvSpPr>
          <p:spPr>
            <a:xfrm>
              <a:off x="3245316" y="4339740"/>
              <a:ext cx="28453" cy="57826"/>
            </a:xfrm>
            <a:custGeom>
              <a:avLst/>
              <a:gdLst/>
              <a:ahLst/>
              <a:cxnLst/>
              <a:rect l="l" t="t" r="r" b="b"/>
              <a:pathLst>
                <a:path w="1083" h="2201" extrusionOk="0">
                  <a:moveTo>
                    <a:pt x="810" y="1"/>
                  </a:moveTo>
                  <a:cubicBezTo>
                    <a:pt x="383" y="1"/>
                    <a:pt x="35" y="357"/>
                    <a:pt x="21" y="910"/>
                  </a:cubicBezTo>
                  <a:cubicBezTo>
                    <a:pt x="0" y="1472"/>
                    <a:pt x="347" y="2180"/>
                    <a:pt x="791" y="2200"/>
                  </a:cubicBezTo>
                  <a:cubicBezTo>
                    <a:pt x="805" y="2200"/>
                    <a:pt x="819" y="2194"/>
                    <a:pt x="833" y="2194"/>
                  </a:cubicBezTo>
                  <a:cubicBezTo>
                    <a:pt x="631" y="1819"/>
                    <a:pt x="541" y="1389"/>
                    <a:pt x="583" y="959"/>
                  </a:cubicBezTo>
                  <a:cubicBezTo>
                    <a:pt x="624" y="522"/>
                    <a:pt x="826" y="203"/>
                    <a:pt x="1082" y="57"/>
                  </a:cubicBezTo>
                  <a:cubicBezTo>
                    <a:pt x="1006" y="22"/>
                    <a:pt x="930" y="9"/>
                    <a:pt x="846" y="2"/>
                  </a:cubicBezTo>
                  <a:cubicBezTo>
                    <a:pt x="834" y="1"/>
                    <a:pt x="822" y="1"/>
                    <a:pt x="81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1" name="Google Shape;6611;p61"/>
            <p:cNvSpPr/>
            <p:nvPr/>
          </p:nvSpPr>
          <p:spPr>
            <a:xfrm>
              <a:off x="3296338" y="4365198"/>
              <a:ext cx="51047" cy="44033"/>
            </a:xfrm>
            <a:custGeom>
              <a:avLst/>
              <a:gdLst/>
              <a:ahLst/>
              <a:cxnLst/>
              <a:rect l="l" t="t" r="r" b="b"/>
              <a:pathLst>
                <a:path w="1943" h="1676" extrusionOk="0">
                  <a:moveTo>
                    <a:pt x="1244" y="1"/>
                  </a:moveTo>
                  <a:cubicBezTo>
                    <a:pt x="1006" y="1"/>
                    <a:pt x="752" y="110"/>
                    <a:pt x="541" y="337"/>
                  </a:cubicBezTo>
                  <a:cubicBezTo>
                    <a:pt x="201" y="697"/>
                    <a:pt x="0" y="1322"/>
                    <a:pt x="160" y="1675"/>
                  </a:cubicBezTo>
                  <a:cubicBezTo>
                    <a:pt x="306" y="1301"/>
                    <a:pt x="548" y="968"/>
                    <a:pt x="867" y="725"/>
                  </a:cubicBezTo>
                  <a:cubicBezTo>
                    <a:pt x="1123" y="533"/>
                    <a:pt x="1392" y="446"/>
                    <a:pt x="1644" y="446"/>
                  </a:cubicBezTo>
                  <a:cubicBezTo>
                    <a:pt x="1747" y="446"/>
                    <a:pt x="1847" y="461"/>
                    <a:pt x="1942" y="489"/>
                  </a:cubicBezTo>
                  <a:cubicBezTo>
                    <a:pt x="1901" y="385"/>
                    <a:pt x="1838" y="288"/>
                    <a:pt x="1762" y="212"/>
                  </a:cubicBezTo>
                  <a:cubicBezTo>
                    <a:pt x="1620" y="72"/>
                    <a:pt x="1437" y="1"/>
                    <a:pt x="1244"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2" name="Google Shape;6612;p61"/>
            <p:cNvSpPr/>
            <p:nvPr/>
          </p:nvSpPr>
          <p:spPr>
            <a:xfrm>
              <a:off x="3333697" y="4419898"/>
              <a:ext cx="46844" cy="28138"/>
            </a:xfrm>
            <a:custGeom>
              <a:avLst/>
              <a:gdLst/>
              <a:ahLst/>
              <a:cxnLst/>
              <a:rect l="l" t="t" r="r" b="b"/>
              <a:pathLst>
                <a:path w="1783" h="1071" extrusionOk="0">
                  <a:moveTo>
                    <a:pt x="1114" y="0"/>
                  </a:moveTo>
                  <a:cubicBezTo>
                    <a:pt x="962" y="0"/>
                    <a:pt x="799" y="45"/>
                    <a:pt x="638" y="141"/>
                  </a:cubicBezTo>
                  <a:cubicBezTo>
                    <a:pt x="299" y="342"/>
                    <a:pt x="0" y="745"/>
                    <a:pt x="0" y="1071"/>
                  </a:cubicBezTo>
                  <a:cubicBezTo>
                    <a:pt x="236" y="821"/>
                    <a:pt x="548" y="648"/>
                    <a:pt x="881" y="564"/>
                  </a:cubicBezTo>
                  <a:cubicBezTo>
                    <a:pt x="974" y="539"/>
                    <a:pt x="1068" y="527"/>
                    <a:pt x="1162" y="527"/>
                  </a:cubicBezTo>
                  <a:cubicBezTo>
                    <a:pt x="1375" y="527"/>
                    <a:pt x="1584" y="592"/>
                    <a:pt x="1762" y="717"/>
                  </a:cubicBezTo>
                  <a:cubicBezTo>
                    <a:pt x="1783" y="578"/>
                    <a:pt x="1755" y="433"/>
                    <a:pt x="1686" y="315"/>
                  </a:cubicBezTo>
                  <a:cubicBezTo>
                    <a:pt x="1566" y="114"/>
                    <a:pt x="1355" y="0"/>
                    <a:pt x="1114"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13" name="Google Shape;6613;p61"/>
          <p:cNvGrpSpPr/>
          <p:nvPr/>
        </p:nvGrpSpPr>
        <p:grpSpPr>
          <a:xfrm>
            <a:off x="6906101" y="2766990"/>
            <a:ext cx="274550" cy="354728"/>
            <a:chOff x="7606826" y="2419290"/>
            <a:chExt cx="274550" cy="354728"/>
          </a:xfrm>
        </p:grpSpPr>
        <p:sp>
          <p:nvSpPr>
            <p:cNvPr id="6614" name="Google Shape;6614;p61"/>
            <p:cNvSpPr/>
            <p:nvPr/>
          </p:nvSpPr>
          <p:spPr>
            <a:xfrm>
              <a:off x="7606826" y="2619370"/>
              <a:ext cx="274550" cy="154649"/>
            </a:xfrm>
            <a:custGeom>
              <a:avLst/>
              <a:gdLst/>
              <a:ahLst/>
              <a:cxnLst/>
              <a:rect l="l" t="t" r="r" b="b"/>
              <a:pathLst>
                <a:path w="10485" h="5906" extrusionOk="0">
                  <a:moveTo>
                    <a:pt x="3711" y="1"/>
                  </a:moveTo>
                  <a:lnTo>
                    <a:pt x="3711" y="1041"/>
                  </a:lnTo>
                  <a:cubicBezTo>
                    <a:pt x="3711" y="1336"/>
                    <a:pt x="3520" y="1584"/>
                    <a:pt x="3244" y="1670"/>
                  </a:cubicBezTo>
                  <a:lnTo>
                    <a:pt x="935" y="2348"/>
                  </a:lnTo>
                  <a:cubicBezTo>
                    <a:pt x="382" y="2510"/>
                    <a:pt x="0" y="3025"/>
                    <a:pt x="0" y="3607"/>
                  </a:cubicBezTo>
                  <a:lnTo>
                    <a:pt x="0" y="5248"/>
                  </a:lnTo>
                  <a:cubicBezTo>
                    <a:pt x="0" y="5610"/>
                    <a:pt x="286" y="5906"/>
                    <a:pt x="649" y="5906"/>
                  </a:cubicBezTo>
                  <a:lnTo>
                    <a:pt x="9826" y="5906"/>
                  </a:lnTo>
                  <a:cubicBezTo>
                    <a:pt x="10189" y="5906"/>
                    <a:pt x="10485" y="5610"/>
                    <a:pt x="10485" y="5248"/>
                  </a:cubicBezTo>
                  <a:lnTo>
                    <a:pt x="10485" y="3607"/>
                  </a:lnTo>
                  <a:cubicBezTo>
                    <a:pt x="10485" y="3025"/>
                    <a:pt x="10093" y="2510"/>
                    <a:pt x="9540" y="2348"/>
                  </a:cubicBezTo>
                  <a:lnTo>
                    <a:pt x="7241" y="1670"/>
                  </a:lnTo>
                  <a:cubicBezTo>
                    <a:pt x="6955" y="1584"/>
                    <a:pt x="6764" y="1336"/>
                    <a:pt x="6764" y="1041"/>
                  </a:cubicBezTo>
                  <a:lnTo>
                    <a:pt x="676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5" name="Google Shape;6615;p61"/>
            <p:cNvSpPr/>
            <p:nvPr/>
          </p:nvSpPr>
          <p:spPr>
            <a:xfrm>
              <a:off x="7606826" y="2667576"/>
              <a:ext cx="274550" cy="106442"/>
            </a:xfrm>
            <a:custGeom>
              <a:avLst/>
              <a:gdLst/>
              <a:ahLst/>
              <a:cxnLst/>
              <a:rect l="l" t="t" r="r" b="b"/>
              <a:pathLst>
                <a:path w="10485" h="4065" extrusionOk="0">
                  <a:moveTo>
                    <a:pt x="2671" y="1"/>
                  </a:moveTo>
                  <a:lnTo>
                    <a:pt x="935" y="507"/>
                  </a:lnTo>
                  <a:cubicBezTo>
                    <a:pt x="382" y="669"/>
                    <a:pt x="0" y="1184"/>
                    <a:pt x="0" y="1766"/>
                  </a:cubicBezTo>
                  <a:lnTo>
                    <a:pt x="0" y="3407"/>
                  </a:lnTo>
                  <a:cubicBezTo>
                    <a:pt x="0" y="3769"/>
                    <a:pt x="286" y="4065"/>
                    <a:pt x="649" y="4065"/>
                  </a:cubicBezTo>
                  <a:lnTo>
                    <a:pt x="9826" y="4065"/>
                  </a:lnTo>
                  <a:cubicBezTo>
                    <a:pt x="10189" y="4065"/>
                    <a:pt x="10485" y="3769"/>
                    <a:pt x="10485" y="3407"/>
                  </a:cubicBezTo>
                  <a:lnTo>
                    <a:pt x="10485" y="1766"/>
                  </a:lnTo>
                  <a:cubicBezTo>
                    <a:pt x="10485" y="1184"/>
                    <a:pt x="10093" y="669"/>
                    <a:pt x="9540" y="507"/>
                  </a:cubicBezTo>
                  <a:lnTo>
                    <a:pt x="7804" y="1"/>
                  </a:lnTo>
                  <a:cubicBezTo>
                    <a:pt x="7556" y="1213"/>
                    <a:pt x="6478" y="2090"/>
                    <a:pt x="5238" y="2090"/>
                  </a:cubicBezTo>
                  <a:cubicBezTo>
                    <a:pt x="3997" y="2090"/>
                    <a:pt x="2919" y="1213"/>
                    <a:pt x="267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6" name="Google Shape;6616;p61"/>
            <p:cNvSpPr/>
            <p:nvPr/>
          </p:nvSpPr>
          <p:spPr>
            <a:xfrm>
              <a:off x="7703998" y="2619370"/>
              <a:ext cx="79943" cy="22886"/>
            </a:xfrm>
            <a:custGeom>
              <a:avLst/>
              <a:gdLst/>
              <a:ahLst/>
              <a:cxnLst/>
              <a:rect l="l" t="t" r="r" b="b"/>
              <a:pathLst>
                <a:path w="3053" h="874" extrusionOk="0">
                  <a:moveTo>
                    <a:pt x="0" y="1"/>
                  </a:moveTo>
                  <a:lnTo>
                    <a:pt x="0" y="487"/>
                  </a:lnTo>
                  <a:cubicBezTo>
                    <a:pt x="477" y="745"/>
                    <a:pt x="1002" y="874"/>
                    <a:pt x="1527" y="874"/>
                  </a:cubicBezTo>
                  <a:cubicBezTo>
                    <a:pt x="2051" y="874"/>
                    <a:pt x="2576" y="745"/>
                    <a:pt x="3053" y="487"/>
                  </a:cubicBezTo>
                  <a:lnTo>
                    <a:pt x="3053"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7" name="Google Shape;6617;p61"/>
            <p:cNvSpPr/>
            <p:nvPr/>
          </p:nvSpPr>
          <p:spPr>
            <a:xfrm>
              <a:off x="7647543" y="2470744"/>
              <a:ext cx="192617" cy="160147"/>
            </a:xfrm>
            <a:custGeom>
              <a:avLst/>
              <a:gdLst/>
              <a:ahLst/>
              <a:cxnLst/>
              <a:rect l="l" t="t" r="r" b="b"/>
              <a:pathLst>
                <a:path w="7356" h="6116" extrusionOk="0">
                  <a:moveTo>
                    <a:pt x="840" y="1"/>
                  </a:moveTo>
                  <a:lnTo>
                    <a:pt x="840" y="2405"/>
                  </a:lnTo>
                  <a:lnTo>
                    <a:pt x="735" y="2405"/>
                  </a:lnTo>
                  <a:cubicBezTo>
                    <a:pt x="0" y="2405"/>
                    <a:pt x="0" y="3492"/>
                    <a:pt x="735" y="3492"/>
                  </a:cubicBezTo>
                  <a:lnTo>
                    <a:pt x="849" y="3492"/>
                  </a:lnTo>
                  <a:cubicBezTo>
                    <a:pt x="964" y="4971"/>
                    <a:pt x="2194" y="6116"/>
                    <a:pt x="3683" y="6116"/>
                  </a:cubicBezTo>
                  <a:cubicBezTo>
                    <a:pt x="5161" y="6116"/>
                    <a:pt x="6392" y="4971"/>
                    <a:pt x="6506" y="3492"/>
                  </a:cubicBezTo>
                  <a:lnTo>
                    <a:pt x="6630" y="3492"/>
                  </a:lnTo>
                  <a:cubicBezTo>
                    <a:pt x="7355" y="3492"/>
                    <a:pt x="7355" y="2405"/>
                    <a:pt x="6630" y="2405"/>
                  </a:cubicBezTo>
                  <a:lnTo>
                    <a:pt x="6525" y="2405"/>
                  </a:lnTo>
                  <a:lnTo>
                    <a:pt x="6525"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8" name="Google Shape;6618;p61"/>
            <p:cNvSpPr/>
            <p:nvPr/>
          </p:nvSpPr>
          <p:spPr>
            <a:xfrm>
              <a:off x="7651785" y="2470744"/>
              <a:ext cx="166379" cy="160121"/>
            </a:xfrm>
            <a:custGeom>
              <a:avLst/>
              <a:gdLst/>
              <a:ahLst/>
              <a:cxnLst/>
              <a:rect l="l" t="t" r="r" b="b"/>
              <a:pathLst>
                <a:path w="6354" h="6115" extrusionOk="0">
                  <a:moveTo>
                    <a:pt x="678" y="1"/>
                  </a:moveTo>
                  <a:lnTo>
                    <a:pt x="678" y="2405"/>
                  </a:lnTo>
                  <a:lnTo>
                    <a:pt x="601" y="2405"/>
                  </a:lnTo>
                  <a:cubicBezTo>
                    <a:pt x="595" y="2404"/>
                    <a:pt x="589" y="2404"/>
                    <a:pt x="583" y="2404"/>
                  </a:cubicBezTo>
                  <a:cubicBezTo>
                    <a:pt x="304" y="2404"/>
                    <a:pt x="66" y="2611"/>
                    <a:pt x="29" y="2891"/>
                  </a:cubicBezTo>
                  <a:cubicBezTo>
                    <a:pt x="0" y="3215"/>
                    <a:pt x="248" y="3492"/>
                    <a:pt x="573" y="3492"/>
                  </a:cubicBezTo>
                  <a:lnTo>
                    <a:pt x="687" y="3492"/>
                  </a:lnTo>
                  <a:cubicBezTo>
                    <a:pt x="800" y="4995"/>
                    <a:pt x="2046" y="6115"/>
                    <a:pt x="3499" y="6115"/>
                  </a:cubicBezTo>
                  <a:cubicBezTo>
                    <a:pt x="3650" y="6115"/>
                    <a:pt x="3804" y="6103"/>
                    <a:pt x="3959" y="6077"/>
                  </a:cubicBezTo>
                  <a:cubicBezTo>
                    <a:pt x="2576" y="5868"/>
                    <a:pt x="1555" y="4675"/>
                    <a:pt x="1555" y="3282"/>
                  </a:cubicBezTo>
                  <a:lnTo>
                    <a:pt x="1555" y="1527"/>
                  </a:lnTo>
                  <a:cubicBezTo>
                    <a:pt x="1555" y="1050"/>
                    <a:pt x="1946" y="659"/>
                    <a:pt x="2433" y="659"/>
                  </a:cubicBezTo>
                  <a:lnTo>
                    <a:pt x="3740" y="659"/>
                  </a:lnTo>
                  <a:cubicBezTo>
                    <a:pt x="3932" y="802"/>
                    <a:pt x="4163" y="875"/>
                    <a:pt x="4392" y="875"/>
                  </a:cubicBezTo>
                  <a:cubicBezTo>
                    <a:pt x="4562" y="875"/>
                    <a:pt x="4731" y="835"/>
                    <a:pt x="4885" y="754"/>
                  </a:cubicBezTo>
                  <a:cubicBezTo>
                    <a:pt x="5184" y="972"/>
                    <a:pt x="5547" y="1088"/>
                    <a:pt x="5914" y="1088"/>
                  </a:cubicBezTo>
                  <a:cubicBezTo>
                    <a:pt x="6061" y="1088"/>
                    <a:pt x="6209" y="1069"/>
                    <a:pt x="6354" y="1031"/>
                  </a:cubicBezTo>
                  <a:lnTo>
                    <a:pt x="635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9" name="Google Shape;6619;p61"/>
            <p:cNvSpPr/>
            <p:nvPr/>
          </p:nvSpPr>
          <p:spPr>
            <a:xfrm>
              <a:off x="7654770" y="2419290"/>
              <a:ext cx="174156" cy="114428"/>
            </a:xfrm>
            <a:custGeom>
              <a:avLst/>
              <a:gdLst/>
              <a:ahLst/>
              <a:cxnLst/>
              <a:rect l="l" t="t" r="r" b="b"/>
              <a:pathLst>
                <a:path w="6651" h="4370" extrusionOk="0">
                  <a:moveTo>
                    <a:pt x="1842" y="0"/>
                  </a:moveTo>
                  <a:cubicBezTo>
                    <a:pt x="812" y="0"/>
                    <a:pt x="1" y="897"/>
                    <a:pt x="106" y="1918"/>
                  </a:cubicBezTo>
                  <a:lnTo>
                    <a:pt x="344" y="4370"/>
                  </a:lnTo>
                  <a:lnTo>
                    <a:pt x="564" y="4370"/>
                  </a:lnTo>
                  <a:cubicBezTo>
                    <a:pt x="812" y="4370"/>
                    <a:pt x="1003" y="4169"/>
                    <a:pt x="1003" y="3931"/>
                  </a:cubicBezTo>
                  <a:lnTo>
                    <a:pt x="1003" y="2967"/>
                  </a:lnTo>
                  <a:cubicBezTo>
                    <a:pt x="1003" y="2481"/>
                    <a:pt x="1394" y="2090"/>
                    <a:pt x="1880" y="2090"/>
                  </a:cubicBezTo>
                  <a:lnTo>
                    <a:pt x="5811" y="2090"/>
                  </a:lnTo>
                  <a:lnTo>
                    <a:pt x="5811" y="3931"/>
                  </a:lnTo>
                  <a:cubicBezTo>
                    <a:pt x="5811" y="4169"/>
                    <a:pt x="6011" y="4370"/>
                    <a:pt x="6249" y="4370"/>
                  </a:cubicBezTo>
                  <a:lnTo>
                    <a:pt x="6469" y="4370"/>
                  </a:lnTo>
                  <a:lnTo>
                    <a:pt x="6650" y="2004"/>
                  </a:lnTo>
                  <a:lnTo>
                    <a:pt x="6631" y="2004"/>
                  </a:lnTo>
                  <a:lnTo>
                    <a:pt x="5811"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0" name="Google Shape;6620;p61"/>
            <p:cNvSpPr/>
            <p:nvPr/>
          </p:nvSpPr>
          <p:spPr>
            <a:xfrm>
              <a:off x="7654770" y="2419290"/>
              <a:ext cx="71983" cy="114428"/>
            </a:xfrm>
            <a:custGeom>
              <a:avLst/>
              <a:gdLst/>
              <a:ahLst/>
              <a:cxnLst/>
              <a:rect l="l" t="t" r="r" b="b"/>
              <a:pathLst>
                <a:path w="2749" h="4370" extrusionOk="0">
                  <a:moveTo>
                    <a:pt x="1842" y="0"/>
                  </a:moveTo>
                  <a:cubicBezTo>
                    <a:pt x="812" y="0"/>
                    <a:pt x="1" y="888"/>
                    <a:pt x="106" y="1918"/>
                  </a:cubicBezTo>
                  <a:lnTo>
                    <a:pt x="344" y="4370"/>
                  </a:lnTo>
                  <a:lnTo>
                    <a:pt x="564" y="4370"/>
                  </a:lnTo>
                  <a:cubicBezTo>
                    <a:pt x="812" y="4370"/>
                    <a:pt x="1003" y="4169"/>
                    <a:pt x="1003" y="3931"/>
                  </a:cubicBezTo>
                  <a:lnTo>
                    <a:pt x="1003" y="1756"/>
                  </a:lnTo>
                  <a:cubicBezTo>
                    <a:pt x="1003" y="783"/>
                    <a:pt x="1785" y="0"/>
                    <a:pt x="274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1" name="Google Shape;6621;p61"/>
            <p:cNvSpPr/>
            <p:nvPr/>
          </p:nvSpPr>
          <p:spPr>
            <a:xfrm>
              <a:off x="7703998" y="2533640"/>
              <a:ext cx="11495" cy="17308"/>
            </a:xfrm>
            <a:custGeom>
              <a:avLst/>
              <a:gdLst/>
              <a:ahLst/>
              <a:cxnLst/>
              <a:rect l="l" t="t" r="r" b="b"/>
              <a:pathLst>
                <a:path w="439" h="661" extrusionOk="0">
                  <a:moveTo>
                    <a:pt x="220" y="0"/>
                  </a:moveTo>
                  <a:cubicBezTo>
                    <a:pt x="110" y="0"/>
                    <a:pt x="0" y="74"/>
                    <a:pt x="0" y="222"/>
                  </a:cubicBezTo>
                  <a:lnTo>
                    <a:pt x="0" y="441"/>
                  </a:lnTo>
                  <a:cubicBezTo>
                    <a:pt x="0" y="556"/>
                    <a:pt x="96" y="661"/>
                    <a:pt x="220" y="661"/>
                  </a:cubicBezTo>
                  <a:cubicBezTo>
                    <a:pt x="334" y="661"/>
                    <a:pt x="439" y="556"/>
                    <a:pt x="439" y="441"/>
                  </a:cubicBezTo>
                  <a:lnTo>
                    <a:pt x="439" y="222"/>
                  </a:lnTo>
                  <a:cubicBezTo>
                    <a:pt x="439" y="74"/>
                    <a:pt x="329"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2" name="Google Shape;6622;p61"/>
            <p:cNvSpPr/>
            <p:nvPr/>
          </p:nvSpPr>
          <p:spPr>
            <a:xfrm>
              <a:off x="7772681" y="2533640"/>
              <a:ext cx="11260" cy="17308"/>
            </a:xfrm>
            <a:custGeom>
              <a:avLst/>
              <a:gdLst/>
              <a:ahLst/>
              <a:cxnLst/>
              <a:rect l="l" t="t" r="r" b="b"/>
              <a:pathLst>
                <a:path w="430" h="661" extrusionOk="0">
                  <a:moveTo>
                    <a:pt x="215" y="0"/>
                  </a:moveTo>
                  <a:cubicBezTo>
                    <a:pt x="108" y="0"/>
                    <a:pt x="1" y="74"/>
                    <a:pt x="1" y="222"/>
                  </a:cubicBezTo>
                  <a:lnTo>
                    <a:pt x="1" y="441"/>
                  </a:lnTo>
                  <a:cubicBezTo>
                    <a:pt x="1" y="556"/>
                    <a:pt x="96" y="661"/>
                    <a:pt x="220" y="661"/>
                  </a:cubicBezTo>
                  <a:cubicBezTo>
                    <a:pt x="335" y="661"/>
                    <a:pt x="430" y="556"/>
                    <a:pt x="430" y="441"/>
                  </a:cubicBezTo>
                  <a:lnTo>
                    <a:pt x="430" y="222"/>
                  </a:lnTo>
                  <a:cubicBezTo>
                    <a:pt x="430" y="74"/>
                    <a:pt x="323"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3" name="Google Shape;6623;p61"/>
            <p:cNvSpPr/>
            <p:nvPr/>
          </p:nvSpPr>
          <p:spPr>
            <a:xfrm>
              <a:off x="7718714" y="2573598"/>
              <a:ext cx="50720" cy="17334"/>
            </a:xfrm>
            <a:custGeom>
              <a:avLst/>
              <a:gdLst/>
              <a:ahLst/>
              <a:cxnLst/>
              <a:rect l="l" t="t" r="r" b="b"/>
              <a:pathLst>
                <a:path w="1937" h="662" extrusionOk="0">
                  <a:moveTo>
                    <a:pt x="314" y="0"/>
                  </a:moveTo>
                  <a:cubicBezTo>
                    <a:pt x="144" y="0"/>
                    <a:pt x="0" y="221"/>
                    <a:pt x="154" y="375"/>
                  </a:cubicBezTo>
                  <a:cubicBezTo>
                    <a:pt x="372" y="566"/>
                    <a:pt x="643" y="662"/>
                    <a:pt x="924" y="662"/>
                  </a:cubicBezTo>
                  <a:cubicBezTo>
                    <a:pt x="938" y="662"/>
                    <a:pt x="951" y="662"/>
                    <a:pt x="965" y="661"/>
                  </a:cubicBezTo>
                  <a:cubicBezTo>
                    <a:pt x="978" y="662"/>
                    <a:pt x="991" y="662"/>
                    <a:pt x="1005" y="662"/>
                  </a:cubicBezTo>
                  <a:cubicBezTo>
                    <a:pt x="1286" y="662"/>
                    <a:pt x="1557" y="566"/>
                    <a:pt x="1775" y="375"/>
                  </a:cubicBezTo>
                  <a:cubicBezTo>
                    <a:pt x="1936" y="221"/>
                    <a:pt x="1789" y="0"/>
                    <a:pt x="1621" y="0"/>
                  </a:cubicBezTo>
                  <a:cubicBezTo>
                    <a:pt x="1570" y="0"/>
                    <a:pt x="1517" y="21"/>
                    <a:pt x="1470" y="70"/>
                  </a:cubicBezTo>
                  <a:cubicBezTo>
                    <a:pt x="1318" y="170"/>
                    <a:pt x="1141" y="220"/>
                    <a:pt x="966" y="220"/>
                  </a:cubicBezTo>
                  <a:cubicBezTo>
                    <a:pt x="790" y="220"/>
                    <a:pt x="616" y="170"/>
                    <a:pt x="469" y="70"/>
                  </a:cubicBezTo>
                  <a:cubicBezTo>
                    <a:pt x="420" y="21"/>
                    <a:pt x="365" y="0"/>
                    <a:pt x="314"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4" name="Google Shape;6624;p61"/>
            <p:cNvSpPr/>
            <p:nvPr/>
          </p:nvSpPr>
          <p:spPr>
            <a:xfrm>
              <a:off x="7696483" y="2516463"/>
              <a:ext cx="26525" cy="11521"/>
            </a:xfrm>
            <a:custGeom>
              <a:avLst/>
              <a:gdLst/>
              <a:ahLst/>
              <a:cxnLst/>
              <a:rect l="l" t="t" r="r" b="b"/>
              <a:pathLst>
                <a:path w="1013" h="440" extrusionOk="0">
                  <a:moveTo>
                    <a:pt x="287" y="0"/>
                  </a:moveTo>
                  <a:cubicBezTo>
                    <a:pt x="1" y="0"/>
                    <a:pt x="1" y="439"/>
                    <a:pt x="287" y="439"/>
                  </a:cubicBezTo>
                  <a:lnTo>
                    <a:pt x="726" y="439"/>
                  </a:lnTo>
                  <a:cubicBezTo>
                    <a:pt x="1012" y="439"/>
                    <a:pt x="1012" y="0"/>
                    <a:pt x="726"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5" name="Google Shape;6625;p61"/>
            <p:cNvSpPr/>
            <p:nvPr/>
          </p:nvSpPr>
          <p:spPr>
            <a:xfrm>
              <a:off x="7764931" y="2516463"/>
              <a:ext cx="26761" cy="11521"/>
            </a:xfrm>
            <a:custGeom>
              <a:avLst/>
              <a:gdLst/>
              <a:ahLst/>
              <a:cxnLst/>
              <a:rect l="l" t="t" r="r" b="b"/>
              <a:pathLst>
                <a:path w="1022" h="440" extrusionOk="0">
                  <a:moveTo>
                    <a:pt x="297" y="0"/>
                  </a:moveTo>
                  <a:cubicBezTo>
                    <a:pt x="1" y="0"/>
                    <a:pt x="1" y="439"/>
                    <a:pt x="297" y="439"/>
                  </a:cubicBezTo>
                  <a:lnTo>
                    <a:pt x="726" y="439"/>
                  </a:lnTo>
                  <a:cubicBezTo>
                    <a:pt x="1022" y="439"/>
                    <a:pt x="1022" y="0"/>
                    <a:pt x="726"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6" name="Google Shape;6626;p61"/>
            <p:cNvSpPr/>
            <p:nvPr/>
          </p:nvSpPr>
          <p:spPr>
            <a:xfrm>
              <a:off x="7772681" y="2419290"/>
              <a:ext cx="68474" cy="68709"/>
            </a:xfrm>
            <a:custGeom>
              <a:avLst/>
              <a:gdLst/>
              <a:ahLst/>
              <a:cxnLst/>
              <a:rect l="l" t="t" r="r" b="b"/>
              <a:pathLst>
                <a:path w="2615" h="2624" extrusionOk="0">
                  <a:moveTo>
                    <a:pt x="1308" y="0"/>
                  </a:moveTo>
                  <a:cubicBezTo>
                    <a:pt x="583" y="0"/>
                    <a:pt x="1" y="582"/>
                    <a:pt x="1" y="1307"/>
                  </a:cubicBezTo>
                  <a:cubicBezTo>
                    <a:pt x="1" y="2032"/>
                    <a:pt x="583" y="2624"/>
                    <a:pt x="1308" y="2624"/>
                  </a:cubicBezTo>
                  <a:cubicBezTo>
                    <a:pt x="2033" y="2624"/>
                    <a:pt x="2615" y="2032"/>
                    <a:pt x="2615" y="1307"/>
                  </a:cubicBezTo>
                  <a:cubicBezTo>
                    <a:pt x="2615" y="582"/>
                    <a:pt x="2033" y="0"/>
                    <a:pt x="1308"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7" name="Google Shape;6627;p61"/>
            <p:cNvSpPr/>
            <p:nvPr/>
          </p:nvSpPr>
          <p:spPr>
            <a:xfrm>
              <a:off x="7749717" y="2447753"/>
              <a:ext cx="34224" cy="34512"/>
            </a:xfrm>
            <a:custGeom>
              <a:avLst/>
              <a:gdLst/>
              <a:ahLst/>
              <a:cxnLst/>
              <a:rect l="l" t="t" r="r" b="b"/>
              <a:pathLst>
                <a:path w="1307" h="1318" extrusionOk="0">
                  <a:moveTo>
                    <a:pt x="658" y="1"/>
                  </a:moveTo>
                  <a:cubicBezTo>
                    <a:pt x="296" y="1"/>
                    <a:pt x="0" y="297"/>
                    <a:pt x="0" y="659"/>
                  </a:cubicBezTo>
                  <a:cubicBezTo>
                    <a:pt x="0" y="1022"/>
                    <a:pt x="296" y="1317"/>
                    <a:pt x="658" y="1317"/>
                  </a:cubicBezTo>
                  <a:cubicBezTo>
                    <a:pt x="1021" y="1317"/>
                    <a:pt x="1307" y="1022"/>
                    <a:pt x="1307" y="659"/>
                  </a:cubicBezTo>
                  <a:cubicBezTo>
                    <a:pt x="1307" y="297"/>
                    <a:pt x="1021" y="1"/>
                    <a:pt x="658"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8" name="Google Shape;6628;p61"/>
            <p:cNvSpPr/>
            <p:nvPr/>
          </p:nvSpPr>
          <p:spPr>
            <a:xfrm>
              <a:off x="7654770" y="2667576"/>
              <a:ext cx="178398" cy="77717"/>
            </a:xfrm>
            <a:custGeom>
              <a:avLst/>
              <a:gdLst/>
              <a:ahLst/>
              <a:cxnLst/>
              <a:rect l="l" t="t" r="r" b="b"/>
              <a:pathLst>
                <a:path w="6813" h="2968" extrusionOk="0">
                  <a:moveTo>
                    <a:pt x="840" y="1"/>
                  </a:moveTo>
                  <a:lnTo>
                    <a:pt x="1" y="249"/>
                  </a:lnTo>
                  <a:cubicBezTo>
                    <a:pt x="363" y="1833"/>
                    <a:pt x="1775" y="2968"/>
                    <a:pt x="3407" y="2968"/>
                  </a:cubicBezTo>
                  <a:cubicBezTo>
                    <a:pt x="5038" y="2968"/>
                    <a:pt x="6459" y="1833"/>
                    <a:pt x="6812" y="249"/>
                  </a:cubicBezTo>
                  <a:lnTo>
                    <a:pt x="5982" y="1"/>
                  </a:lnTo>
                  <a:cubicBezTo>
                    <a:pt x="5725" y="1213"/>
                    <a:pt x="4656" y="2090"/>
                    <a:pt x="3416" y="2090"/>
                  </a:cubicBezTo>
                  <a:cubicBezTo>
                    <a:pt x="2166" y="2090"/>
                    <a:pt x="1098" y="1213"/>
                    <a:pt x="840"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29" name="Google Shape;6629;p61"/>
          <p:cNvGrpSpPr/>
          <p:nvPr/>
        </p:nvGrpSpPr>
        <p:grpSpPr>
          <a:xfrm>
            <a:off x="7536994" y="2777003"/>
            <a:ext cx="263316" cy="354728"/>
            <a:chOff x="8062968" y="2419290"/>
            <a:chExt cx="263316" cy="354728"/>
          </a:xfrm>
        </p:grpSpPr>
        <p:sp>
          <p:nvSpPr>
            <p:cNvPr id="6630" name="Google Shape;6630;p61"/>
            <p:cNvSpPr/>
            <p:nvPr/>
          </p:nvSpPr>
          <p:spPr>
            <a:xfrm>
              <a:off x="8080198" y="2436520"/>
              <a:ext cx="97434" cy="257320"/>
            </a:xfrm>
            <a:custGeom>
              <a:avLst/>
              <a:gdLst/>
              <a:ahLst/>
              <a:cxnLst/>
              <a:rect l="l" t="t" r="r" b="b"/>
              <a:pathLst>
                <a:path w="3721" h="9827" extrusionOk="0">
                  <a:moveTo>
                    <a:pt x="2404" y="1"/>
                  </a:moveTo>
                  <a:cubicBezTo>
                    <a:pt x="878" y="869"/>
                    <a:pt x="0" y="2338"/>
                    <a:pt x="0" y="3988"/>
                  </a:cubicBezTo>
                  <a:cubicBezTo>
                    <a:pt x="0" y="6946"/>
                    <a:pt x="1527" y="9827"/>
                    <a:pt x="1527" y="9827"/>
                  </a:cubicBezTo>
                  <a:lnTo>
                    <a:pt x="3721" y="9827"/>
                  </a:lnTo>
                  <a:lnTo>
                    <a:pt x="372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1" name="Google Shape;6631;p61"/>
            <p:cNvSpPr/>
            <p:nvPr/>
          </p:nvSpPr>
          <p:spPr>
            <a:xfrm>
              <a:off x="8131652" y="2419290"/>
              <a:ext cx="183138" cy="268815"/>
            </a:xfrm>
            <a:custGeom>
              <a:avLst/>
              <a:gdLst/>
              <a:ahLst/>
              <a:cxnLst/>
              <a:rect l="l" t="t" r="r" b="b"/>
              <a:pathLst>
                <a:path w="6994" h="10266" extrusionOk="0">
                  <a:moveTo>
                    <a:pt x="1966" y="0"/>
                  </a:moveTo>
                  <a:cubicBezTo>
                    <a:pt x="878" y="0"/>
                    <a:pt x="1" y="687"/>
                    <a:pt x="1" y="1527"/>
                  </a:cubicBezTo>
                  <a:cubicBezTo>
                    <a:pt x="1" y="2013"/>
                    <a:pt x="392" y="2404"/>
                    <a:pt x="878" y="2404"/>
                  </a:cubicBezTo>
                  <a:lnTo>
                    <a:pt x="1756" y="2404"/>
                  </a:lnTo>
                  <a:lnTo>
                    <a:pt x="1756" y="10265"/>
                  </a:lnTo>
                  <a:lnTo>
                    <a:pt x="5248" y="10265"/>
                  </a:lnTo>
                  <a:cubicBezTo>
                    <a:pt x="5248" y="10265"/>
                    <a:pt x="6993" y="7432"/>
                    <a:pt x="6993" y="4589"/>
                  </a:cubicBezTo>
                  <a:cubicBezTo>
                    <a:pt x="6993" y="2051"/>
                    <a:pt x="4942" y="0"/>
                    <a:pt x="2405"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2" name="Google Shape;6632;p61"/>
            <p:cNvSpPr/>
            <p:nvPr/>
          </p:nvSpPr>
          <p:spPr>
            <a:xfrm>
              <a:off x="8103188" y="2562182"/>
              <a:ext cx="22755" cy="45928"/>
            </a:xfrm>
            <a:custGeom>
              <a:avLst/>
              <a:gdLst/>
              <a:ahLst/>
              <a:cxnLst/>
              <a:rect l="l" t="t" r="r" b="b"/>
              <a:pathLst>
                <a:path w="869" h="1754" extrusionOk="0">
                  <a:moveTo>
                    <a:pt x="429" y="0"/>
                  </a:moveTo>
                  <a:cubicBezTo>
                    <a:pt x="429" y="0"/>
                    <a:pt x="0" y="878"/>
                    <a:pt x="0" y="1317"/>
                  </a:cubicBezTo>
                  <a:cubicBezTo>
                    <a:pt x="0" y="1608"/>
                    <a:pt x="217" y="1753"/>
                    <a:pt x="434" y="1753"/>
                  </a:cubicBezTo>
                  <a:cubicBezTo>
                    <a:pt x="651" y="1753"/>
                    <a:pt x="868" y="1608"/>
                    <a:pt x="868" y="1317"/>
                  </a:cubicBezTo>
                  <a:cubicBezTo>
                    <a:pt x="868" y="878"/>
                    <a:pt x="429" y="0"/>
                    <a:pt x="429"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3" name="Google Shape;6633;p61"/>
            <p:cNvSpPr/>
            <p:nvPr/>
          </p:nvSpPr>
          <p:spPr>
            <a:xfrm>
              <a:off x="8103188" y="2562182"/>
              <a:ext cx="11495" cy="45981"/>
            </a:xfrm>
            <a:custGeom>
              <a:avLst/>
              <a:gdLst/>
              <a:ahLst/>
              <a:cxnLst/>
              <a:rect l="l" t="t" r="r" b="b"/>
              <a:pathLst>
                <a:path w="439" h="1756" extrusionOk="0">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4" name="Google Shape;6634;p61"/>
            <p:cNvSpPr/>
            <p:nvPr/>
          </p:nvSpPr>
          <p:spPr>
            <a:xfrm>
              <a:off x="8263310" y="2562182"/>
              <a:ext cx="22755" cy="45928"/>
            </a:xfrm>
            <a:custGeom>
              <a:avLst/>
              <a:gdLst/>
              <a:ahLst/>
              <a:cxnLst/>
              <a:rect l="l" t="t" r="r" b="b"/>
              <a:pathLst>
                <a:path w="869" h="1754" extrusionOk="0">
                  <a:moveTo>
                    <a:pt x="439" y="0"/>
                  </a:moveTo>
                  <a:cubicBezTo>
                    <a:pt x="439" y="0"/>
                    <a:pt x="0" y="878"/>
                    <a:pt x="0" y="1317"/>
                  </a:cubicBezTo>
                  <a:cubicBezTo>
                    <a:pt x="0" y="1608"/>
                    <a:pt x="217" y="1753"/>
                    <a:pt x="434" y="1753"/>
                  </a:cubicBezTo>
                  <a:cubicBezTo>
                    <a:pt x="651" y="1753"/>
                    <a:pt x="868" y="1608"/>
                    <a:pt x="868" y="1317"/>
                  </a:cubicBezTo>
                  <a:cubicBezTo>
                    <a:pt x="868" y="878"/>
                    <a:pt x="439" y="0"/>
                    <a:pt x="439"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5" name="Google Shape;6635;p61"/>
            <p:cNvSpPr/>
            <p:nvPr/>
          </p:nvSpPr>
          <p:spPr>
            <a:xfrm>
              <a:off x="8263310" y="2562182"/>
              <a:ext cx="11495" cy="45981"/>
            </a:xfrm>
            <a:custGeom>
              <a:avLst/>
              <a:gdLst/>
              <a:ahLst/>
              <a:cxnLst/>
              <a:rect l="l" t="t" r="r" b="b"/>
              <a:pathLst>
                <a:path w="439" h="1756" extrusionOk="0">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6" name="Google Shape;6636;p61"/>
            <p:cNvSpPr/>
            <p:nvPr/>
          </p:nvSpPr>
          <p:spPr>
            <a:xfrm>
              <a:off x="8062968" y="2625131"/>
              <a:ext cx="263316" cy="148888"/>
            </a:xfrm>
            <a:custGeom>
              <a:avLst/>
              <a:gdLst/>
              <a:ahLst/>
              <a:cxnLst/>
              <a:rect l="l" t="t" r="r" b="b"/>
              <a:pathLst>
                <a:path w="10056" h="5686" extrusionOk="0">
                  <a:moveTo>
                    <a:pt x="3711" y="0"/>
                  </a:moveTo>
                  <a:lnTo>
                    <a:pt x="3711" y="1135"/>
                  </a:lnTo>
                  <a:cubicBezTo>
                    <a:pt x="3711" y="1498"/>
                    <a:pt x="3482" y="1832"/>
                    <a:pt x="3129" y="1956"/>
                  </a:cubicBezTo>
                  <a:lnTo>
                    <a:pt x="878" y="2748"/>
                  </a:lnTo>
                  <a:cubicBezTo>
                    <a:pt x="353" y="2938"/>
                    <a:pt x="0" y="3435"/>
                    <a:pt x="0" y="3988"/>
                  </a:cubicBezTo>
                  <a:lnTo>
                    <a:pt x="0" y="5028"/>
                  </a:lnTo>
                  <a:cubicBezTo>
                    <a:pt x="0" y="5390"/>
                    <a:pt x="296" y="5686"/>
                    <a:pt x="658" y="5686"/>
                  </a:cubicBezTo>
                  <a:lnTo>
                    <a:pt x="9397" y="5686"/>
                  </a:lnTo>
                  <a:cubicBezTo>
                    <a:pt x="9759" y="5686"/>
                    <a:pt x="10055" y="5390"/>
                    <a:pt x="10055" y="5028"/>
                  </a:cubicBezTo>
                  <a:lnTo>
                    <a:pt x="10055" y="3988"/>
                  </a:lnTo>
                  <a:cubicBezTo>
                    <a:pt x="10046" y="3435"/>
                    <a:pt x="9702" y="2938"/>
                    <a:pt x="9178" y="2748"/>
                  </a:cubicBezTo>
                  <a:lnTo>
                    <a:pt x="6917" y="1956"/>
                  </a:lnTo>
                  <a:cubicBezTo>
                    <a:pt x="6573" y="1832"/>
                    <a:pt x="6335" y="1498"/>
                    <a:pt x="6335" y="1135"/>
                  </a:cubicBezTo>
                  <a:lnTo>
                    <a:pt x="633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7" name="Google Shape;6637;p61"/>
            <p:cNvSpPr/>
            <p:nvPr/>
          </p:nvSpPr>
          <p:spPr>
            <a:xfrm>
              <a:off x="8160376" y="2625131"/>
              <a:ext cx="68736" cy="22990"/>
            </a:xfrm>
            <a:custGeom>
              <a:avLst/>
              <a:gdLst/>
              <a:ahLst/>
              <a:cxnLst/>
              <a:rect l="l" t="t" r="r" b="b"/>
              <a:pathLst>
                <a:path w="2625" h="878" extrusionOk="0">
                  <a:moveTo>
                    <a:pt x="1" y="0"/>
                  </a:moveTo>
                  <a:lnTo>
                    <a:pt x="1" y="601"/>
                  </a:lnTo>
                  <a:cubicBezTo>
                    <a:pt x="411" y="782"/>
                    <a:pt x="859" y="878"/>
                    <a:pt x="1308" y="878"/>
                  </a:cubicBezTo>
                  <a:cubicBezTo>
                    <a:pt x="1756" y="878"/>
                    <a:pt x="2204" y="782"/>
                    <a:pt x="2624" y="601"/>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8" name="Google Shape;6638;p61"/>
            <p:cNvSpPr/>
            <p:nvPr/>
          </p:nvSpPr>
          <p:spPr>
            <a:xfrm>
              <a:off x="8098187" y="2482239"/>
              <a:ext cx="192617" cy="154387"/>
            </a:xfrm>
            <a:custGeom>
              <a:avLst/>
              <a:gdLst/>
              <a:ahLst/>
              <a:cxnLst/>
              <a:rect l="l" t="t" r="r" b="b"/>
              <a:pathLst>
                <a:path w="7356" h="5896" extrusionOk="0">
                  <a:moveTo>
                    <a:pt x="2156" y="0"/>
                  </a:moveTo>
                  <a:cubicBezTo>
                    <a:pt x="1431" y="0"/>
                    <a:pt x="840" y="582"/>
                    <a:pt x="840" y="1307"/>
                  </a:cubicBezTo>
                  <a:lnTo>
                    <a:pt x="840" y="2185"/>
                  </a:lnTo>
                  <a:lnTo>
                    <a:pt x="735" y="2185"/>
                  </a:lnTo>
                  <a:cubicBezTo>
                    <a:pt x="0" y="2185"/>
                    <a:pt x="0" y="3273"/>
                    <a:pt x="735" y="3273"/>
                  </a:cubicBezTo>
                  <a:lnTo>
                    <a:pt x="849" y="3273"/>
                  </a:lnTo>
                  <a:cubicBezTo>
                    <a:pt x="964" y="4751"/>
                    <a:pt x="2194" y="5896"/>
                    <a:pt x="3683" y="5896"/>
                  </a:cubicBezTo>
                  <a:cubicBezTo>
                    <a:pt x="5161" y="5896"/>
                    <a:pt x="6392" y="4751"/>
                    <a:pt x="6506" y="3273"/>
                  </a:cubicBezTo>
                  <a:lnTo>
                    <a:pt x="6630" y="3273"/>
                  </a:lnTo>
                  <a:cubicBezTo>
                    <a:pt x="7356" y="3273"/>
                    <a:pt x="7356" y="2185"/>
                    <a:pt x="6630" y="2185"/>
                  </a:cubicBezTo>
                  <a:lnTo>
                    <a:pt x="6526" y="2185"/>
                  </a:lnTo>
                  <a:lnTo>
                    <a:pt x="6526" y="1307"/>
                  </a:lnTo>
                  <a:cubicBezTo>
                    <a:pt x="6526" y="582"/>
                    <a:pt x="5934" y="0"/>
                    <a:pt x="520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9" name="Google Shape;6639;p61"/>
            <p:cNvSpPr/>
            <p:nvPr/>
          </p:nvSpPr>
          <p:spPr>
            <a:xfrm>
              <a:off x="8154642" y="2539872"/>
              <a:ext cx="11521" cy="17334"/>
            </a:xfrm>
            <a:custGeom>
              <a:avLst/>
              <a:gdLst/>
              <a:ahLst/>
              <a:cxnLst/>
              <a:rect l="l" t="t" r="r" b="b"/>
              <a:pathLst>
                <a:path w="440" h="662" extrusionOk="0">
                  <a:moveTo>
                    <a:pt x="220" y="1"/>
                  </a:moveTo>
                  <a:cubicBezTo>
                    <a:pt x="110" y="1"/>
                    <a:pt x="0" y="75"/>
                    <a:pt x="0" y="222"/>
                  </a:cubicBezTo>
                  <a:lnTo>
                    <a:pt x="0" y="442"/>
                  </a:lnTo>
                  <a:cubicBezTo>
                    <a:pt x="0" y="556"/>
                    <a:pt x="96" y="661"/>
                    <a:pt x="220" y="661"/>
                  </a:cubicBezTo>
                  <a:cubicBezTo>
                    <a:pt x="334" y="652"/>
                    <a:pt x="439" y="556"/>
                    <a:pt x="439" y="442"/>
                  </a:cubicBezTo>
                  <a:lnTo>
                    <a:pt x="439" y="222"/>
                  </a:lnTo>
                  <a:cubicBezTo>
                    <a:pt x="439" y="75"/>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0" name="Google Shape;6640;p61"/>
            <p:cNvSpPr/>
            <p:nvPr/>
          </p:nvSpPr>
          <p:spPr>
            <a:xfrm>
              <a:off x="8223325" y="2539872"/>
              <a:ext cx="11286" cy="17334"/>
            </a:xfrm>
            <a:custGeom>
              <a:avLst/>
              <a:gdLst/>
              <a:ahLst/>
              <a:cxnLst/>
              <a:rect l="l" t="t" r="r" b="b"/>
              <a:pathLst>
                <a:path w="431" h="662" extrusionOk="0">
                  <a:moveTo>
                    <a:pt x="215" y="1"/>
                  </a:moveTo>
                  <a:cubicBezTo>
                    <a:pt x="108" y="1"/>
                    <a:pt x="1" y="75"/>
                    <a:pt x="1" y="222"/>
                  </a:cubicBezTo>
                  <a:lnTo>
                    <a:pt x="1" y="442"/>
                  </a:lnTo>
                  <a:cubicBezTo>
                    <a:pt x="1" y="556"/>
                    <a:pt x="96" y="661"/>
                    <a:pt x="220" y="661"/>
                  </a:cubicBezTo>
                  <a:cubicBezTo>
                    <a:pt x="335" y="652"/>
                    <a:pt x="430" y="556"/>
                    <a:pt x="430" y="442"/>
                  </a:cubicBezTo>
                  <a:lnTo>
                    <a:pt x="430" y="222"/>
                  </a:lnTo>
                  <a:cubicBezTo>
                    <a:pt x="430" y="75"/>
                    <a:pt x="323"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1" name="Google Shape;6641;p61"/>
            <p:cNvSpPr/>
            <p:nvPr/>
          </p:nvSpPr>
          <p:spPr>
            <a:xfrm>
              <a:off x="8169358" y="2585094"/>
              <a:ext cx="50720" cy="17334"/>
            </a:xfrm>
            <a:custGeom>
              <a:avLst/>
              <a:gdLst/>
              <a:ahLst/>
              <a:cxnLst/>
              <a:rect l="l" t="t" r="r" b="b"/>
              <a:pathLst>
                <a:path w="1937" h="662" extrusionOk="0">
                  <a:moveTo>
                    <a:pt x="310" y="0"/>
                  </a:moveTo>
                  <a:cubicBezTo>
                    <a:pt x="144" y="0"/>
                    <a:pt x="0" y="221"/>
                    <a:pt x="154" y="375"/>
                  </a:cubicBezTo>
                  <a:cubicBezTo>
                    <a:pt x="373" y="558"/>
                    <a:pt x="645" y="662"/>
                    <a:pt x="928" y="662"/>
                  </a:cubicBezTo>
                  <a:cubicBezTo>
                    <a:pt x="940" y="662"/>
                    <a:pt x="952" y="661"/>
                    <a:pt x="965" y="661"/>
                  </a:cubicBezTo>
                  <a:cubicBezTo>
                    <a:pt x="977" y="661"/>
                    <a:pt x="989" y="662"/>
                    <a:pt x="1002" y="662"/>
                  </a:cubicBezTo>
                  <a:cubicBezTo>
                    <a:pt x="1284" y="662"/>
                    <a:pt x="1556" y="558"/>
                    <a:pt x="1776" y="375"/>
                  </a:cubicBezTo>
                  <a:cubicBezTo>
                    <a:pt x="1936" y="221"/>
                    <a:pt x="1789" y="0"/>
                    <a:pt x="1621" y="0"/>
                  </a:cubicBezTo>
                  <a:cubicBezTo>
                    <a:pt x="1570" y="0"/>
                    <a:pt x="1517" y="21"/>
                    <a:pt x="1470" y="70"/>
                  </a:cubicBezTo>
                  <a:cubicBezTo>
                    <a:pt x="1318" y="170"/>
                    <a:pt x="1141" y="220"/>
                    <a:pt x="965" y="220"/>
                  </a:cubicBezTo>
                  <a:cubicBezTo>
                    <a:pt x="788" y="220"/>
                    <a:pt x="612" y="170"/>
                    <a:pt x="459" y="70"/>
                  </a:cubicBezTo>
                  <a:cubicBezTo>
                    <a:pt x="412" y="21"/>
                    <a:pt x="360" y="0"/>
                    <a:pt x="310"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2" name="Google Shape;6642;p61"/>
            <p:cNvSpPr/>
            <p:nvPr/>
          </p:nvSpPr>
          <p:spPr>
            <a:xfrm>
              <a:off x="8146734" y="2519317"/>
              <a:ext cx="23017" cy="14664"/>
            </a:xfrm>
            <a:custGeom>
              <a:avLst/>
              <a:gdLst/>
              <a:ahLst/>
              <a:cxnLst/>
              <a:rect l="l" t="t" r="r" b="b"/>
              <a:pathLst>
                <a:path w="879" h="560" extrusionOk="0">
                  <a:moveTo>
                    <a:pt x="566" y="1"/>
                  </a:moveTo>
                  <a:cubicBezTo>
                    <a:pt x="534" y="1"/>
                    <a:pt x="500" y="8"/>
                    <a:pt x="464" y="25"/>
                  </a:cubicBezTo>
                  <a:lnTo>
                    <a:pt x="207" y="149"/>
                  </a:lnTo>
                  <a:cubicBezTo>
                    <a:pt x="0" y="243"/>
                    <a:pt x="62" y="559"/>
                    <a:pt x="292" y="559"/>
                  </a:cubicBezTo>
                  <a:cubicBezTo>
                    <a:pt x="295" y="559"/>
                    <a:pt x="299" y="559"/>
                    <a:pt x="302" y="559"/>
                  </a:cubicBezTo>
                  <a:cubicBezTo>
                    <a:pt x="331" y="559"/>
                    <a:pt x="369" y="550"/>
                    <a:pt x="398" y="540"/>
                  </a:cubicBezTo>
                  <a:lnTo>
                    <a:pt x="655" y="426"/>
                  </a:lnTo>
                  <a:cubicBezTo>
                    <a:pt x="878" y="310"/>
                    <a:pt x="772" y="1"/>
                    <a:pt x="56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3" name="Google Shape;6643;p61"/>
            <p:cNvSpPr/>
            <p:nvPr/>
          </p:nvSpPr>
          <p:spPr>
            <a:xfrm>
              <a:off x="8219476" y="2519317"/>
              <a:ext cx="23278" cy="14664"/>
            </a:xfrm>
            <a:custGeom>
              <a:avLst/>
              <a:gdLst/>
              <a:ahLst/>
              <a:cxnLst/>
              <a:rect l="l" t="t" r="r" b="b"/>
              <a:pathLst>
                <a:path w="889" h="560" extrusionOk="0">
                  <a:moveTo>
                    <a:pt x="313" y="1"/>
                  </a:moveTo>
                  <a:cubicBezTo>
                    <a:pt x="107" y="1"/>
                    <a:pt x="1" y="310"/>
                    <a:pt x="224" y="426"/>
                  </a:cubicBezTo>
                  <a:lnTo>
                    <a:pt x="491" y="540"/>
                  </a:lnTo>
                  <a:cubicBezTo>
                    <a:pt x="520" y="550"/>
                    <a:pt x="548" y="559"/>
                    <a:pt x="577" y="559"/>
                  </a:cubicBezTo>
                  <a:cubicBezTo>
                    <a:pt x="580" y="559"/>
                    <a:pt x="584" y="559"/>
                    <a:pt x="587" y="559"/>
                  </a:cubicBezTo>
                  <a:cubicBezTo>
                    <a:pt x="818" y="559"/>
                    <a:pt x="889" y="243"/>
                    <a:pt x="672" y="149"/>
                  </a:cubicBezTo>
                  <a:lnTo>
                    <a:pt x="415" y="25"/>
                  </a:lnTo>
                  <a:cubicBezTo>
                    <a:pt x="379" y="8"/>
                    <a:pt x="345" y="1"/>
                    <a:pt x="313"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4" name="Google Shape;6644;p61"/>
            <p:cNvSpPr/>
            <p:nvPr/>
          </p:nvSpPr>
          <p:spPr>
            <a:xfrm>
              <a:off x="8062968" y="2692321"/>
              <a:ext cx="263316" cy="81697"/>
            </a:xfrm>
            <a:custGeom>
              <a:avLst/>
              <a:gdLst/>
              <a:ahLst/>
              <a:cxnLst/>
              <a:rect l="l" t="t" r="r" b="b"/>
              <a:pathLst>
                <a:path w="10056" h="3120" extrusionOk="0">
                  <a:moveTo>
                    <a:pt x="1393" y="0"/>
                  </a:moveTo>
                  <a:lnTo>
                    <a:pt x="878" y="182"/>
                  </a:lnTo>
                  <a:cubicBezTo>
                    <a:pt x="353" y="372"/>
                    <a:pt x="0" y="869"/>
                    <a:pt x="0" y="1422"/>
                  </a:cubicBezTo>
                  <a:lnTo>
                    <a:pt x="0" y="2462"/>
                  </a:lnTo>
                  <a:cubicBezTo>
                    <a:pt x="0" y="2824"/>
                    <a:pt x="296" y="3120"/>
                    <a:pt x="658" y="3120"/>
                  </a:cubicBezTo>
                  <a:lnTo>
                    <a:pt x="9397" y="3120"/>
                  </a:lnTo>
                  <a:cubicBezTo>
                    <a:pt x="9759" y="3120"/>
                    <a:pt x="10055" y="2824"/>
                    <a:pt x="10055" y="2462"/>
                  </a:cubicBezTo>
                  <a:lnTo>
                    <a:pt x="10055" y="1422"/>
                  </a:lnTo>
                  <a:cubicBezTo>
                    <a:pt x="10055" y="869"/>
                    <a:pt x="9702" y="372"/>
                    <a:pt x="9178" y="182"/>
                  </a:cubicBezTo>
                  <a:lnTo>
                    <a:pt x="8662" y="0"/>
                  </a:lnTo>
                  <a:cubicBezTo>
                    <a:pt x="7747" y="1202"/>
                    <a:pt x="6387" y="1803"/>
                    <a:pt x="5028" y="1803"/>
                  </a:cubicBezTo>
                  <a:cubicBezTo>
                    <a:pt x="3668" y="1803"/>
                    <a:pt x="2309" y="1202"/>
                    <a:pt x="1393"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5" name="Google Shape;6645;p61"/>
            <p:cNvSpPr/>
            <p:nvPr/>
          </p:nvSpPr>
          <p:spPr>
            <a:xfrm>
              <a:off x="8087949" y="2692557"/>
              <a:ext cx="213355" cy="58550"/>
            </a:xfrm>
            <a:custGeom>
              <a:avLst/>
              <a:gdLst/>
              <a:ahLst/>
              <a:cxnLst/>
              <a:rect l="l" t="t" r="r" b="b"/>
              <a:pathLst>
                <a:path w="8148" h="2236" extrusionOk="0">
                  <a:moveTo>
                    <a:pt x="439" y="1"/>
                  </a:moveTo>
                  <a:lnTo>
                    <a:pt x="0" y="154"/>
                  </a:lnTo>
                  <a:cubicBezTo>
                    <a:pt x="1002" y="1542"/>
                    <a:pt x="2538" y="2236"/>
                    <a:pt x="4074" y="2236"/>
                  </a:cubicBezTo>
                  <a:cubicBezTo>
                    <a:pt x="5610" y="2236"/>
                    <a:pt x="7146" y="1542"/>
                    <a:pt x="8147" y="154"/>
                  </a:cubicBezTo>
                  <a:lnTo>
                    <a:pt x="7708" y="1"/>
                  </a:lnTo>
                  <a:cubicBezTo>
                    <a:pt x="6850" y="1127"/>
                    <a:pt x="5505" y="1794"/>
                    <a:pt x="4074" y="1794"/>
                  </a:cubicBezTo>
                  <a:cubicBezTo>
                    <a:pt x="2652" y="1794"/>
                    <a:pt x="1307" y="1127"/>
                    <a:pt x="439"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6" name="Google Shape;6646;p61"/>
            <p:cNvSpPr/>
            <p:nvPr/>
          </p:nvSpPr>
          <p:spPr>
            <a:xfrm>
              <a:off x="8102429" y="2482239"/>
              <a:ext cx="138152" cy="154387"/>
            </a:xfrm>
            <a:custGeom>
              <a:avLst/>
              <a:gdLst/>
              <a:ahLst/>
              <a:cxnLst/>
              <a:rect l="l" t="t" r="r" b="b"/>
              <a:pathLst>
                <a:path w="5276" h="5896" extrusionOk="0">
                  <a:moveTo>
                    <a:pt x="1994" y="0"/>
                  </a:moveTo>
                  <a:cubicBezTo>
                    <a:pt x="1269" y="0"/>
                    <a:pt x="678" y="582"/>
                    <a:pt x="678" y="1307"/>
                  </a:cubicBezTo>
                  <a:lnTo>
                    <a:pt x="678" y="2185"/>
                  </a:lnTo>
                  <a:lnTo>
                    <a:pt x="611" y="2185"/>
                  </a:lnTo>
                  <a:cubicBezTo>
                    <a:pt x="604" y="2185"/>
                    <a:pt x="598" y="2185"/>
                    <a:pt x="592" y="2185"/>
                  </a:cubicBezTo>
                  <a:cubicBezTo>
                    <a:pt x="304" y="2185"/>
                    <a:pt x="66" y="2392"/>
                    <a:pt x="29" y="2672"/>
                  </a:cubicBezTo>
                  <a:cubicBezTo>
                    <a:pt x="0" y="2996"/>
                    <a:pt x="248" y="3273"/>
                    <a:pt x="573" y="3273"/>
                  </a:cubicBezTo>
                  <a:lnTo>
                    <a:pt x="697" y="3273"/>
                  </a:lnTo>
                  <a:cubicBezTo>
                    <a:pt x="800" y="4776"/>
                    <a:pt x="2054" y="5895"/>
                    <a:pt x="3501" y="5895"/>
                  </a:cubicBezTo>
                  <a:cubicBezTo>
                    <a:pt x="3652" y="5895"/>
                    <a:pt x="3805" y="5883"/>
                    <a:pt x="3959" y="5858"/>
                  </a:cubicBezTo>
                  <a:cubicBezTo>
                    <a:pt x="2576" y="5648"/>
                    <a:pt x="1555" y="4455"/>
                    <a:pt x="1555" y="3053"/>
                  </a:cubicBezTo>
                  <a:lnTo>
                    <a:pt x="1555" y="1307"/>
                  </a:lnTo>
                  <a:cubicBezTo>
                    <a:pt x="1555" y="830"/>
                    <a:pt x="1947" y="439"/>
                    <a:pt x="2433" y="439"/>
                  </a:cubicBezTo>
                  <a:lnTo>
                    <a:pt x="4837" y="439"/>
                  </a:lnTo>
                  <a:cubicBezTo>
                    <a:pt x="5076" y="439"/>
                    <a:pt x="5276" y="239"/>
                    <a:pt x="5276"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647" name="Google Shape;6647;p61"/>
          <p:cNvSpPr txBox="1"/>
          <p:nvPr/>
        </p:nvSpPr>
        <p:spPr>
          <a:xfrm>
            <a:off x="716700" y="1188000"/>
            <a:ext cx="7710600" cy="761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100">
                <a:solidFill>
                  <a:schemeClr val="lt1"/>
                </a:solidFill>
              </a:rPr>
              <a:t>You can </a:t>
            </a:r>
            <a:r>
              <a:rPr lang="en" sz="1100" b="1">
                <a:solidFill>
                  <a:schemeClr val="hlink"/>
                </a:solidFill>
              </a:rPr>
              <a:t>resize </a:t>
            </a:r>
            <a:r>
              <a:rPr lang="en" sz="1100">
                <a:solidFill>
                  <a:schemeClr val="lt1"/>
                </a:solidFill>
              </a:rPr>
              <a:t>these icons without losing quality.</a:t>
            </a:r>
            <a:endParaRPr sz="1100">
              <a:solidFill>
                <a:schemeClr val="lt1"/>
              </a:solidFill>
            </a:endParaRPr>
          </a:p>
          <a:p>
            <a:pPr marL="0" lvl="0" indent="0" algn="ctr" rtl="0">
              <a:spcBef>
                <a:spcPts val="0"/>
              </a:spcBef>
              <a:spcAft>
                <a:spcPts val="0"/>
              </a:spcAft>
              <a:buClr>
                <a:schemeClr val="dk1"/>
              </a:buClr>
              <a:buSzPts val="1100"/>
              <a:buFont typeface="Arial"/>
              <a:buNone/>
            </a:pPr>
            <a:r>
              <a:rPr lang="en" sz="1100">
                <a:solidFill>
                  <a:schemeClr val="lt1"/>
                </a:solidFill>
              </a:rPr>
              <a:t>You can </a:t>
            </a:r>
            <a:r>
              <a:rPr lang="en" sz="1100" b="1">
                <a:solidFill>
                  <a:schemeClr val="hlink"/>
                </a:solidFill>
              </a:rPr>
              <a:t>change the stroke and fill color</a:t>
            </a:r>
            <a:r>
              <a:rPr lang="en" sz="1100">
                <a:solidFill>
                  <a:schemeClr val="lt1"/>
                </a:solidFill>
              </a:rPr>
              <a:t>; just select the icon and click on the </a:t>
            </a:r>
            <a:r>
              <a:rPr lang="en" sz="1100" b="1">
                <a:solidFill>
                  <a:schemeClr val="hlink"/>
                </a:solidFill>
              </a:rPr>
              <a:t>paint bucket/pen</a:t>
            </a:r>
            <a:r>
              <a:rPr lang="en" sz="1100">
                <a:solidFill>
                  <a:schemeClr val="lt1"/>
                </a:solidFill>
              </a:rPr>
              <a:t>.</a:t>
            </a:r>
            <a:endParaRPr sz="1100">
              <a:solidFill>
                <a:schemeClr val="lt1"/>
              </a:solidFill>
            </a:endParaRPr>
          </a:p>
          <a:p>
            <a:pPr marL="0" lvl="0" indent="0" algn="ctr" rtl="0">
              <a:spcBef>
                <a:spcPts val="0"/>
              </a:spcBef>
              <a:spcAft>
                <a:spcPts val="0"/>
              </a:spcAft>
              <a:buClr>
                <a:schemeClr val="dk1"/>
              </a:buClr>
              <a:buSzPts val="1100"/>
              <a:buFont typeface="Arial"/>
              <a:buNone/>
            </a:pPr>
            <a:r>
              <a:rPr lang="en" sz="1100">
                <a:solidFill>
                  <a:schemeClr val="lt1"/>
                </a:solidFill>
              </a:rPr>
              <a:t>In Google Slides, you can also use </a:t>
            </a:r>
            <a:r>
              <a:rPr lang="en" sz="1100" b="1">
                <a:solidFill>
                  <a:schemeClr val="hlink"/>
                </a:solidFill>
                <a:uFill>
                  <a:noFill/>
                </a:uFill>
                <a:hlinkClick r:id="rId3"/>
              </a:rPr>
              <a:t>Flaticon’s extension</a:t>
            </a:r>
            <a:r>
              <a:rPr lang="en" sz="1100">
                <a:solidFill>
                  <a:schemeClr val="lt1"/>
                </a:solidFill>
              </a:rPr>
              <a:t>, allowing you to customize and add even more icons.</a:t>
            </a:r>
            <a:endParaRPr sz="1100">
              <a:solidFill>
                <a:srgbClr val="435D74"/>
              </a:solidFill>
            </a:endParaRPr>
          </a:p>
        </p:txBody>
      </p:sp>
      <p:sp>
        <p:nvSpPr>
          <p:cNvPr id="6648" name="Google Shape;6648;p61"/>
          <p:cNvSpPr txBox="1">
            <a:spLocks noGrp="1"/>
          </p:cNvSpPr>
          <p:nvPr>
            <p:ph type="title"/>
          </p:nvPr>
        </p:nvSpPr>
        <p:spPr>
          <a:xfrm>
            <a:off x="716700"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lt1"/>
                </a:solidFill>
              </a:rPr>
              <a:t>...and our sets of editable icons</a:t>
            </a:r>
            <a:endParaRPr/>
          </a:p>
        </p:txBody>
      </p:sp>
      <p:grpSp>
        <p:nvGrpSpPr>
          <p:cNvPr id="6649" name="Google Shape;6649;p61"/>
          <p:cNvGrpSpPr/>
          <p:nvPr/>
        </p:nvGrpSpPr>
        <p:grpSpPr>
          <a:xfrm>
            <a:off x="1089824" y="4149725"/>
            <a:ext cx="364280" cy="363684"/>
            <a:chOff x="836325" y="4149725"/>
            <a:chExt cx="364280" cy="363684"/>
          </a:xfrm>
        </p:grpSpPr>
        <p:sp>
          <p:nvSpPr>
            <p:cNvPr id="6650" name="Google Shape;6650;p61"/>
            <p:cNvSpPr/>
            <p:nvPr/>
          </p:nvSpPr>
          <p:spPr>
            <a:xfrm>
              <a:off x="836325" y="4428035"/>
              <a:ext cx="86394" cy="85374"/>
            </a:xfrm>
            <a:custGeom>
              <a:avLst/>
              <a:gdLst/>
              <a:ahLst/>
              <a:cxnLst/>
              <a:rect l="l" t="t" r="r" b="b"/>
              <a:pathLst>
                <a:path w="10325" h="10203" extrusionOk="0">
                  <a:moveTo>
                    <a:pt x="9626" y="1"/>
                  </a:moveTo>
                  <a:cubicBezTo>
                    <a:pt x="9463" y="1"/>
                    <a:pt x="9300" y="63"/>
                    <a:pt x="9176" y="187"/>
                  </a:cubicBezTo>
                  <a:lnTo>
                    <a:pt x="248" y="9115"/>
                  </a:lnTo>
                  <a:cubicBezTo>
                    <a:pt x="0" y="9364"/>
                    <a:pt x="0" y="9767"/>
                    <a:pt x="248" y="10015"/>
                  </a:cubicBezTo>
                  <a:cubicBezTo>
                    <a:pt x="374" y="10140"/>
                    <a:pt x="537" y="10202"/>
                    <a:pt x="699" y="10202"/>
                  </a:cubicBezTo>
                  <a:cubicBezTo>
                    <a:pt x="862" y="10202"/>
                    <a:pt x="1025" y="10140"/>
                    <a:pt x="1149" y="10015"/>
                  </a:cubicBezTo>
                  <a:lnTo>
                    <a:pt x="10077" y="1088"/>
                  </a:lnTo>
                  <a:cubicBezTo>
                    <a:pt x="10325" y="839"/>
                    <a:pt x="10325" y="436"/>
                    <a:pt x="10077" y="187"/>
                  </a:cubicBezTo>
                  <a:cubicBezTo>
                    <a:pt x="9952" y="63"/>
                    <a:pt x="9789" y="1"/>
                    <a:pt x="962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1" name="Google Shape;6651;p61"/>
            <p:cNvSpPr/>
            <p:nvPr/>
          </p:nvSpPr>
          <p:spPr>
            <a:xfrm>
              <a:off x="836325" y="4373908"/>
              <a:ext cx="60045" cy="58999"/>
            </a:xfrm>
            <a:custGeom>
              <a:avLst/>
              <a:gdLst/>
              <a:ahLst/>
              <a:cxnLst/>
              <a:rect l="l" t="t" r="r" b="b"/>
              <a:pathLst>
                <a:path w="7176" h="7051" extrusionOk="0">
                  <a:moveTo>
                    <a:pt x="6476" y="0"/>
                  </a:moveTo>
                  <a:cubicBezTo>
                    <a:pt x="6313" y="0"/>
                    <a:pt x="6150" y="62"/>
                    <a:pt x="6025" y="187"/>
                  </a:cubicBezTo>
                  <a:lnTo>
                    <a:pt x="248" y="5964"/>
                  </a:lnTo>
                  <a:cubicBezTo>
                    <a:pt x="0" y="6213"/>
                    <a:pt x="0" y="6616"/>
                    <a:pt x="248" y="6864"/>
                  </a:cubicBezTo>
                  <a:cubicBezTo>
                    <a:pt x="374" y="6988"/>
                    <a:pt x="535" y="7051"/>
                    <a:pt x="699" y="7051"/>
                  </a:cubicBezTo>
                  <a:cubicBezTo>
                    <a:pt x="862" y="7051"/>
                    <a:pt x="1025" y="6989"/>
                    <a:pt x="1149" y="6864"/>
                  </a:cubicBezTo>
                  <a:lnTo>
                    <a:pt x="6926" y="1087"/>
                  </a:lnTo>
                  <a:cubicBezTo>
                    <a:pt x="7175" y="839"/>
                    <a:pt x="7175" y="436"/>
                    <a:pt x="6926" y="187"/>
                  </a:cubicBezTo>
                  <a:cubicBezTo>
                    <a:pt x="6802" y="62"/>
                    <a:pt x="6639" y="0"/>
                    <a:pt x="647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2" name="Google Shape;6652;p61"/>
            <p:cNvSpPr/>
            <p:nvPr/>
          </p:nvSpPr>
          <p:spPr>
            <a:xfrm>
              <a:off x="916801" y="4454384"/>
              <a:ext cx="60045" cy="58999"/>
            </a:xfrm>
            <a:custGeom>
              <a:avLst/>
              <a:gdLst/>
              <a:ahLst/>
              <a:cxnLst/>
              <a:rect l="l" t="t" r="r" b="b"/>
              <a:pathLst>
                <a:path w="7176" h="7051" extrusionOk="0">
                  <a:moveTo>
                    <a:pt x="6476" y="1"/>
                  </a:moveTo>
                  <a:cubicBezTo>
                    <a:pt x="6313" y="1"/>
                    <a:pt x="6150" y="63"/>
                    <a:pt x="6025" y="188"/>
                  </a:cubicBezTo>
                  <a:lnTo>
                    <a:pt x="248" y="5965"/>
                  </a:lnTo>
                  <a:cubicBezTo>
                    <a:pt x="0" y="6213"/>
                    <a:pt x="0" y="6616"/>
                    <a:pt x="248" y="6865"/>
                  </a:cubicBezTo>
                  <a:cubicBezTo>
                    <a:pt x="374" y="6989"/>
                    <a:pt x="535" y="7051"/>
                    <a:pt x="699" y="7051"/>
                  </a:cubicBezTo>
                  <a:cubicBezTo>
                    <a:pt x="862" y="7051"/>
                    <a:pt x="1025" y="6989"/>
                    <a:pt x="1149" y="6865"/>
                  </a:cubicBezTo>
                  <a:lnTo>
                    <a:pt x="6926" y="1087"/>
                  </a:lnTo>
                  <a:cubicBezTo>
                    <a:pt x="7175" y="839"/>
                    <a:pt x="7175" y="436"/>
                    <a:pt x="6926" y="188"/>
                  </a:cubicBezTo>
                  <a:cubicBezTo>
                    <a:pt x="6802" y="63"/>
                    <a:pt x="6639" y="1"/>
                    <a:pt x="647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3" name="Google Shape;6653;p61"/>
            <p:cNvSpPr/>
            <p:nvPr/>
          </p:nvSpPr>
          <p:spPr>
            <a:xfrm>
              <a:off x="901229" y="4149725"/>
              <a:ext cx="298594" cy="157234"/>
            </a:xfrm>
            <a:custGeom>
              <a:avLst/>
              <a:gdLst/>
              <a:ahLst/>
              <a:cxnLst/>
              <a:rect l="l" t="t" r="r" b="b"/>
              <a:pathLst>
                <a:path w="35685" h="18791" extrusionOk="0">
                  <a:moveTo>
                    <a:pt x="35556" y="0"/>
                  </a:moveTo>
                  <a:cubicBezTo>
                    <a:pt x="35528" y="0"/>
                    <a:pt x="23137" y="2917"/>
                    <a:pt x="266" y="8297"/>
                  </a:cubicBezTo>
                  <a:cubicBezTo>
                    <a:pt x="69" y="8344"/>
                    <a:pt x="1" y="8589"/>
                    <a:pt x="146" y="8728"/>
                  </a:cubicBezTo>
                  <a:lnTo>
                    <a:pt x="9027" y="17310"/>
                  </a:lnTo>
                  <a:lnTo>
                    <a:pt x="10198" y="18442"/>
                  </a:lnTo>
                  <a:cubicBezTo>
                    <a:pt x="10207" y="18435"/>
                    <a:pt x="9715" y="18790"/>
                    <a:pt x="35685" y="44"/>
                  </a:cubicBezTo>
                  <a:cubicBezTo>
                    <a:pt x="35669" y="28"/>
                    <a:pt x="35616" y="0"/>
                    <a:pt x="3555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4" name="Google Shape;6654;p61"/>
            <p:cNvSpPr/>
            <p:nvPr/>
          </p:nvSpPr>
          <p:spPr>
            <a:xfrm>
              <a:off x="951985" y="4150026"/>
              <a:ext cx="248255" cy="248163"/>
            </a:xfrm>
            <a:custGeom>
              <a:avLst/>
              <a:gdLst/>
              <a:ahLst/>
              <a:cxnLst/>
              <a:rect l="l" t="t" r="r" b="b"/>
              <a:pathLst>
                <a:path w="29669" h="29658" extrusionOk="0">
                  <a:moveTo>
                    <a:pt x="29609" y="1"/>
                  </a:moveTo>
                  <a:cubicBezTo>
                    <a:pt x="4482" y="16289"/>
                    <a:pt x="3453" y="16956"/>
                    <a:pt x="2961" y="17274"/>
                  </a:cubicBezTo>
                  <a:lnTo>
                    <a:pt x="14" y="29465"/>
                  </a:lnTo>
                  <a:cubicBezTo>
                    <a:pt x="0" y="29521"/>
                    <a:pt x="19" y="29576"/>
                    <a:pt x="57" y="29611"/>
                  </a:cubicBezTo>
                  <a:cubicBezTo>
                    <a:pt x="84" y="29640"/>
                    <a:pt x="122" y="29658"/>
                    <a:pt x="164" y="29658"/>
                  </a:cubicBezTo>
                  <a:cubicBezTo>
                    <a:pt x="177" y="29658"/>
                    <a:pt x="190" y="29656"/>
                    <a:pt x="203" y="29652"/>
                  </a:cubicBezTo>
                  <a:lnTo>
                    <a:pt x="12393" y="26706"/>
                  </a:lnTo>
                  <a:cubicBezTo>
                    <a:pt x="12971" y="25815"/>
                    <a:pt x="28730" y="1506"/>
                    <a:pt x="29668" y="60"/>
                  </a:cubicBezTo>
                  <a:lnTo>
                    <a:pt x="29668" y="59"/>
                  </a:lnTo>
                  <a:cubicBezTo>
                    <a:pt x="29660" y="50"/>
                    <a:pt x="29648" y="26"/>
                    <a:pt x="29609"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5" name="Google Shape;6655;p61"/>
            <p:cNvSpPr/>
            <p:nvPr/>
          </p:nvSpPr>
          <p:spPr>
            <a:xfrm>
              <a:off x="1046141" y="4150445"/>
              <a:ext cx="154464" cy="298017"/>
            </a:xfrm>
            <a:custGeom>
              <a:avLst/>
              <a:gdLst/>
              <a:ahLst/>
              <a:cxnLst/>
              <a:rect l="l" t="t" r="r" b="b"/>
              <a:pathLst>
                <a:path w="18460" h="35616" extrusionOk="0">
                  <a:moveTo>
                    <a:pt x="18409" y="0"/>
                  </a:moveTo>
                  <a:cubicBezTo>
                    <a:pt x="17361" y="1452"/>
                    <a:pt x="307" y="25055"/>
                    <a:pt x="1" y="25478"/>
                  </a:cubicBezTo>
                  <a:lnTo>
                    <a:pt x="1140" y="26656"/>
                  </a:lnTo>
                  <a:lnTo>
                    <a:pt x="9722" y="35538"/>
                  </a:lnTo>
                  <a:cubicBezTo>
                    <a:pt x="9773" y="35591"/>
                    <a:pt x="9839" y="35615"/>
                    <a:pt x="9904" y="35615"/>
                  </a:cubicBezTo>
                  <a:cubicBezTo>
                    <a:pt x="10015" y="35615"/>
                    <a:pt x="10124" y="35543"/>
                    <a:pt x="10153" y="35418"/>
                  </a:cubicBezTo>
                  <a:lnTo>
                    <a:pt x="18446" y="169"/>
                  </a:lnTo>
                  <a:cubicBezTo>
                    <a:pt x="18459" y="97"/>
                    <a:pt x="18435" y="26"/>
                    <a:pt x="1840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6" name="Google Shape;6656;p61"/>
            <p:cNvSpPr/>
            <p:nvPr/>
          </p:nvSpPr>
          <p:spPr>
            <a:xfrm>
              <a:off x="952454" y="4150244"/>
              <a:ext cx="247787" cy="247946"/>
            </a:xfrm>
            <a:custGeom>
              <a:avLst/>
              <a:gdLst/>
              <a:ahLst/>
              <a:cxnLst/>
              <a:rect l="l" t="t" r="r" b="b"/>
              <a:pathLst>
                <a:path w="29613" h="29632" extrusionOk="0">
                  <a:moveTo>
                    <a:pt x="29586" y="1"/>
                  </a:moveTo>
                  <a:lnTo>
                    <a:pt x="1" y="29585"/>
                  </a:lnTo>
                  <a:cubicBezTo>
                    <a:pt x="28" y="29614"/>
                    <a:pt x="66" y="29632"/>
                    <a:pt x="108" y="29632"/>
                  </a:cubicBezTo>
                  <a:cubicBezTo>
                    <a:pt x="121" y="29632"/>
                    <a:pt x="134" y="29630"/>
                    <a:pt x="147" y="29626"/>
                  </a:cubicBezTo>
                  <a:lnTo>
                    <a:pt x="12337" y="26680"/>
                  </a:lnTo>
                  <a:cubicBezTo>
                    <a:pt x="12915" y="25789"/>
                    <a:pt x="28674" y="1480"/>
                    <a:pt x="29612" y="34"/>
                  </a:cubicBezTo>
                  <a:lnTo>
                    <a:pt x="29612" y="33"/>
                  </a:lnTo>
                  <a:cubicBezTo>
                    <a:pt x="29608" y="28"/>
                    <a:pt x="29608" y="26"/>
                    <a:pt x="29586"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6660"/>
        <p:cNvGrpSpPr/>
        <p:nvPr/>
      </p:nvGrpSpPr>
      <p:grpSpPr>
        <a:xfrm>
          <a:off x="0" y="0"/>
          <a:ext cx="0" cy="0"/>
          <a:chOff x="0" y="0"/>
          <a:chExt cx="0" cy="0"/>
        </a:xfrm>
      </p:grpSpPr>
      <p:grpSp>
        <p:nvGrpSpPr>
          <p:cNvPr id="6661" name="Google Shape;6661;p62"/>
          <p:cNvGrpSpPr/>
          <p:nvPr/>
        </p:nvGrpSpPr>
        <p:grpSpPr>
          <a:xfrm>
            <a:off x="7071588" y="2263554"/>
            <a:ext cx="362163" cy="347098"/>
            <a:chOff x="7075663" y="2444129"/>
            <a:chExt cx="362163" cy="347098"/>
          </a:xfrm>
        </p:grpSpPr>
        <p:sp>
          <p:nvSpPr>
            <p:cNvPr id="6662" name="Google Shape;6662;p62"/>
            <p:cNvSpPr/>
            <p:nvPr/>
          </p:nvSpPr>
          <p:spPr>
            <a:xfrm>
              <a:off x="7165817" y="2444129"/>
              <a:ext cx="181854" cy="100713"/>
            </a:xfrm>
            <a:custGeom>
              <a:avLst/>
              <a:gdLst/>
              <a:ahLst/>
              <a:cxnLst/>
              <a:rect l="l" t="t" r="r" b="b"/>
              <a:pathLst>
                <a:path w="6941" h="3844" extrusionOk="0">
                  <a:moveTo>
                    <a:pt x="1879" y="0"/>
                  </a:moveTo>
                  <a:cubicBezTo>
                    <a:pt x="844" y="0"/>
                    <a:pt x="0" y="844"/>
                    <a:pt x="0" y="1879"/>
                  </a:cubicBezTo>
                  <a:lnTo>
                    <a:pt x="0" y="2790"/>
                  </a:lnTo>
                  <a:lnTo>
                    <a:pt x="10" y="2790"/>
                  </a:lnTo>
                  <a:lnTo>
                    <a:pt x="10" y="3834"/>
                  </a:lnTo>
                  <a:lnTo>
                    <a:pt x="1045" y="3834"/>
                  </a:lnTo>
                  <a:lnTo>
                    <a:pt x="1045" y="1879"/>
                  </a:lnTo>
                  <a:cubicBezTo>
                    <a:pt x="1045" y="1419"/>
                    <a:pt x="1419" y="1045"/>
                    <a:pt x="1879" y="1045"/>
                  </a:cubicBezTo>
                  <a:lnTo>
                    <a:pt x="5071" y="1045"/>
                  </a:lnTo>
                  <a:cubicBezTo>
                    <a:pt x="5531" y="1045"/>
                    <a:pt x="5905" y="1419"/>
                    <a:pt x="5905" y="1879"/>
                  </a:cubicBezTo>
                  <a:lnTo>
                    <a:pt x="5905" y="3844"/>
                  </a:lnTo>
                  <a:lnTo>
                    <a:pt x="6940" y="3844"/>
                  </a:lnTo>
                  <a:lnTo>
                    <a:pt x="6940" y="1879"/>
                  </a:lnTo>
                  <a:cubicBezTo>
                    <a:pt x="6940" y="844"/>
                    <a:pt x="6097" y="0"/>
                    <a:pt x="5071"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3" name="Google Shape;6663;p62"/>
            <p:cNvSpPr/>
            <p:nvPr/>
          </p:nvSpPr>
          <p:spPr>
            <a:xfrm>
              <a:off x="7166053" y="2517201"/>
              <a:ext cx="27405" cy="27405"/>
            </a:xfrm>
            <a:custGeom>
              <a:avLst/>
              <a:gdLst/>
              <a:ahLst/>
              <a:cxnLst/>
              <a:rect l="l" t="t" r="r" b="b"/>
              <a:pathLst>
                <a:path w="1046" h="1046" extrusionOk="0">
                  <a:moveTo>
                    <a:pt x="260" y="1"/>
                  </a:moveTo>
                  <a:cubicBezTo>
                    <a:pt x="173" y="1"/>
                    <a:pt x="87" y="1"/>
                    <a:pt x="1" y="10"/>
                  </a:cubicBezTo>
                  <a:lnTo>
                    <a:pt x="1" y="1045"/>
                  </a:lnTo>
                  <a:lnTo>
                    <a:pt x="1046" y="1045"/>
                  </a:lnTo>
                  <a:lnTo>
                    <a:pt x="1046" y="1"/>
                  </a:ln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4" name="Google Shape;6664;p62"/>
            <p:cNvSpPr/>
            <p:nvPr/>
          </p:nvSpPr>
          <p:spPr>
            <a:xfrm>
              <a:off x="7320266" y="2517201"/>
              <a:ext cx="27405" cy="27641"/>
            </a:xfrm>
            <a:custGeom>
              <a:avLst/>
              <a:gdLst/>
              <a:ahLst/>
              <a:cxnLst/>
              <a:rect l="l" t="t" r="r" b="b"/>
              <a:pathLst>
                <a:path w="1046" h="1055" extrusionOk="0">
                  <a:moveTo>
                    <a:pt x="0" y="1"/>
                  </a:moveTo>
                  <a:lnTo>
                    <a:pt x="0" y="1055"/>
                  </a:lnTo>
                  <a:lnTo>
                    <a:pt x="1045" y="1055"/>
                  </a:lnTo>
                  <a:lnTo>
                    <a:pt x="1045" y="10"/>
                  </a:lnTo>
                  <a:cubicBezTo>
                    <a:pt x="959" y="10"/>
                    <a:pt x="863" y="1"/>
                    <a:pt x="777" y="1"/>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5" name="Google Shape;6665;p62"/>
            <p:cNvSpPr/>
            <p:nvPr/>
          </p:nvSpPr>
          <p:spPr>
            <a:xfrm>
              <a:off x="7075899" y="2544580"/>
              <a:ext cx="361927" cy="246647"/>
            </a:xfrm>
            <a:custGeom>
              <a:avLst/>
              <a:gdLst/>
              <a:ahLst/>
              <a:cxnLst/>
              <a:rect l="l" t="t" r="r" b="b"/>
              <a:pathLst>
                <a:path w="13814" h="9414" extrusionOk="0">
                  <a:moveTo>
                    <a:pt x="3701" y="0"/>
                  </a:moveTo>
                  <a:cubicBezTo>
                    <a:pt x="1649" y="0"/>
                    <a:pt x="1" y="1659"/>
                    <a:pt x="1" y="3700"/>
                  </a:cubicBezTo>
                  <a:lnTo>
                    <a:pt x="1" y="8637"/>
                  </a:lnTo>
                  <a:cubicBezTo>
                    <a:pt x="1" y="9068"/>
                    <a:pt x="346" y="9413"/>
                    <a:pt x="768" y="9413"/>
                  </a:cubicBezTo>
                  <a:lnTo>
                    <a:pt x="13037" y="9413"/>
                  </a:lnTo>
                  <a:cubicBezTo>
                    <a:pt x="13468" y="9413"/>
                    <a:pt x="13813" y="9068"/>
                    <a:pt x="13813" y="8637"/>
                  </a:cubicBezTo>
                  <a:lnTo>
                    <a:pt x="13813" y="3700"/>
                  </a:lnTo>
                  <a:cubicBezTo>
                    <a:pt x="13813" y="1659"/>
                    <a:pt x="12155" y="0"/>
                    <a:pt x="10113" y="0"/>
                  </a:cubicBezTo>
                  <a:close/>
                </a:path>
              </a:pathLst>
            </a:custGeom>
            <a:solidFill>
              <a:srgbClr val="E7EB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6" name="Google Shape;6666;p62"/>
            <p:cNvSpPr/>
            <p:nvPr/>
          </p:nvSpPr>
          <p:spPr>
            <a:xfrm>
              <a:off x="7298153" y="2544580"/>
              <a:ext cx="139672" cy="246647"/>
            </a:xfrm>
            <a:custGeom>
              <a:avLst/>
              <a:gdLst/>
              <a:ahLst/>
              <a:cxnLst/>
              <a:rect l="l" t="t" r="r" b="b"/>
              <a:pathLst>
                <a:path w="5331" h="9414" extrusionOk="0">
                  <a:moveTo>
                    <a:pt x="1" y="0"/>
                  </a:moveTo>
                  <a:cubicBezTo>
                    <a:pt x="2052" y="0"/>
                    <a:pt x="3710" y="1659"/>
                    <a:pt x="3701" y="3710"/>
                  </a:cubicBezTo>
                  <a:lnTo>
                    <a:pt x="3701" y="8608"/>
                  </a:lnTo>
                  <a:cubicBezTo>
                    <a:pt x="3701" y="9049"/>
                    <a:pt x="3346" y="9413"/>
                    <a:pt x="2905" y="9413"/>
                  </a:cubicBezTo>
                  <a:lnTo>
                    <a:pt x="4535" y="9413"/>
                  </a:lnTo>
                  <a:cubicBezTo>
                    <a:pt x="4976" y="9413"/>
                    <a:pt x="5330" y="9049"/>
                    <a:pt x="5330" y="8608"/>
                  </a:cubicBezTo>
                  <a:lnTo>
                    <a:pt x="5330" y="3710"/>
                  </a:lnTo>
                  <a:cubicBezTo>
                    <a:pt x="5330" y="1659"/>
                    <a:pt x="3672" y="0"/>
                    <a:pt x="1630" y="0"/>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7" name="Google Shape;6667;p62"/>
            <p:cNvSpPr/>
            <p:nvPr/>
          </p:nvSpPr>
          <p:spPr>
            <a:xfrm>
              <a:off x="7075663" y="2743229"/>
              <a:ext cx="362163" cy="47998"/>
            </a:xfrm>
            <a:custGeom>
              <a:avLst/>
              <a:gdLst/>
              <a:ahLst/>
              <a:cxnLst/>
              <a:rect l="l" t="t" r="r" b="b"/>
              <a:pathLst>
                <a:path w="13823" h="1832" extrusionOk="0">
                  <a:moveTo>
                    <a:pt x="0" y="0"/>
                  </a:moveTo>
                  <a:lnTo>
                    <a:pt x="10" y="1026"/>
                  </a:lnTo>
                  <a:cubicBezTo>
                    <a:pt x="10" y="1467"/>
                    <a:pt x="364" y="1831"/>
                    <a:pt x="805" y="1831"/>
                  </a:cubicBezTo>
                  <a:lnTo>
                    <a:pt x="13017" y="1831"/>
                  </a:lnTo>
                  <a:cubicBezTo>
                    <a:pt x="13458" y="1831"/>
                    <a:pt x="13822" y="1467"/>
                    <a:pt x="13822" y="1026"/>
                  </a:cubicBezTo>
                  <a:lnTo>
                    <a:pt x="13822"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8" name="Google Shape;6668;p62"/>
            <p:cNvSpPr/>
            <p:nvPr/>
          </p:nvSpPr>
          <p:spPr>
            <a:xfrm>
              <a:off x="7374002" y="2743464"/>
              <a:ext cx="63823" cy="47763"/>
            </a:xfrm>
            <a:custGeom>
              <a:avLst/>
              <a:gdLst/>
              <a:ahLst/>
              <a:cxnLst/>
              <a:rect l="l" t="t" r="r" b="b"/>
              <a:pathLst>
                <a:path w="2436" h="1823" extrusionOk="0">
                  <a:moveTo>
                    <a:pt x="806" y="1"/>
                  </a:moveTo>
                  <a:lnTo>
                    <a:pt x="806" y="1017"/>
                  </a:lnTo>
                  <a:cubicBezTo>
                    <a:pt x="806" y="1458"/>
                    <a:pt x="441" y="1822"/>
                    <a:pt x="1" y="1822"/>
                  </a:cubicBezTo>
                  <a:lnTo>
                    <a:pt x="1630" y="1822"/>
                  </a:lnTo>
                  <a:cubicBezTo>
                    <a:pt x="2071" y="1822"/>
                    <a:pt x="2435" y="1458"/>
                    <a:pt x="2435" y="1017"/>
                  </a:cubicBezTo>
                  <a:lnTo>
                    <a:pt x="2435" y="1"/>
                  </a:ln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9" name="Google Shape;6669;p62"/>
            <p:cNvSpPr/>
            <p:nvPr/>
          </p:nvSpPr>
          <p:spPr>
            <a:xfrm>
              <a:off x="7198960" y="2593286"/>
              <a:ext cx="115542" cy="115306"/>
            </a:xfrm>
            <a:custGeom>
              <a:avLst/>
              <a:gdLst/>
              <a:ahLst/>
              <a:cxnLst/>
              <a:rect l="l" t="t" r="r" b="b"/>
              <a:pathLst>
                <a:path w="4410" h="4401" extrusionOk="0">
                  <a:moveTo>
                    <a:pt x="1831" y="1"/>
                  </a:moveTo>
                  <a:cubicBezTo>
                    <a:pt x="1592" y="1"/>
                    <a:pt x="1390" y="193"/>
                    <a:pt x="1390" y="442"/>
                  </a:cubicBezTo>
                  <a:lnTo>
                    <a:pt x="1390" y="1391"/>
                  </a:lnTo>
                  <a:lnTo>
                    <a:pt x="441" y="1391"/>
                  </a:lnTo>
                  <a:cubicBezTo>
                    <a:pt x="202" y="1391"/>
                    <a:pt x="10" y="1582"/>
                    <a:pt x="1" y="1832"/>
                  </a:cubicBezTo>
                  <a:lnTo>
                    <a:pt x="1" y="2579"/>
                  </a:lnTo>
                  <a:cubicBezTo>
                    <a:pt x="10" y="2819"/>
                    <a:pt x="202" y="3011"/>
                    <a:pt x="441" y="3020"/>
                  </a:cubicBezTo>
                  <a:lnTo>
                    <a:pt x="1390" y="3020"/>
                  </a:lnTo>
                  <a:lnTo>
                    <a:pt x="1390" y="3969"/>
                  </a:lnTo>
                  <a:cubicBezTo>
                    <a:pt x="1390" y="4209"/>
                    <a:pt x="1592" y="4401"/>
                    <a:pt x="1831" y="4401"/>
                  </a:cubicBezTo>
                  <a:lnTo>
                    <a:pt x="2579" y="4401"/>
                  </a:lnTo>
                  <a:cubicBezTo>
                    <a:pt x="2819" y="4401"/>
                    <a:pt x="3020" y="4209"/>
                    <a:pt x="3020" y="3969"/>
                  </a:cubicBezTo>
                  <a:lnTo>
                    <a:pt x="3020" y="3020"/>
                  </a:lnTo>
                  <a:lnTo>
                    <a:pt x="3969" y="3020"/>
                  </a:lnTo>
                  <a:cubicBezTo>
                    <a:pt x="4209" y="3011"/>
                    <a:pt x="4410" y="2819"/>
                    <a:pt x="4410" y="2579"/>
                  </a:cubicBezTo>
                  <a:lnTo>
                    <a:pt x="4410" y="1832"/>
                  </a:lnTo>
                  <a:cubicBezTo>
                    <a:pt x="4410" y="1582"/>
                    <a:pt x="4209" y="1391"/>
                    <a:pt x="3969" y="1391"/>
                  </a:cubicBezTo>
                  <a:lnTo>
                    <a:pt x="3020" y="1391"/>
                  </a:lnTo>
                  <a:lnTo>
                    <a:pt x="3020" y="442"/>
                  </a:lnTo>
                  <a:cubicBezTo>
                    <a:pt x="3020" y="193"/>
                    <a:pt x="2819" y="1"/>
                    <a:pt x="257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70" name="Google Shape;6670;p62"/>
          <p:cNvGrpSpPr/>
          <p:nvPr/>
        </p:nvGrpSpPr>
        <p:grpSpPr>
          <a:xfrm>
            <a:off x="6634100" y="2256009"/>
            <a:ext cx="372197" cy="362163"/>
            <a:chOff x="6638175" y="2436584"/>
            <a:chExt cx="372197" cy="362163"/>
          </a:xfrm>
        </p:grpSpPr>
        <p:sp>
          <p:nvSpPr>
            <p:cNvPr id="6671" name="Google Shape;6671;p62"/>
            <p:cNvSpPr/>
            <p:nvPr/>
          </p:nvSpPr>
          <p:spPr>
            <a:xfrm>
              <a:off x="6638175" y="2436584"/>
              <a:ext cx="182090" cy="362163"/>
            </a:xfrm>
            <a:custGeom>
              <a:avLst/>
              <a:gdLst/>
              <a:ahLst/>
              <a:cxnLst/>
              <a:rect l="l" t="t" r="r" b="b"/>
              <a:pathLst>
                <a:path w="6950" h="13823" extrusionOk="0">
                  <a:moveTo>
                    <a:pt x="3470" y="1"/>
                  </a:moveTo>
                  <a:cubicBezTo>
                    <a:pt x="1553" y="1"/>
                    <a:pt x="0" y="1563"/>
                    <a:pt x="0" y="3480"/>
                  </a:cubicBezTo>
                  <a:lnTo>
                    <a:pt x="0" y="10343"/>
                  </a:lnTo>
                  <a:cubicBezTo>
                    <a:pt x="0" y="12260"/>
                    <a:pt x="1553" y="13823"/>
                    <a:pt x="3470" y="13823"/>
                  </a:cubicBezTo>
                  <a:cubicBezTo>
                    <a:pt x="5387" y="13823"/>
                    <a:pt x="6950" y="12260"/>
                    <a:pt x="6950" y="10343"/>
                  </a:cubicBezTo>
                  <a:lnTo>
                    <a:pt x="6950" y="3480"/>
                  </a:lnTo>
                  <a:cubicBezTo>
                    <a:pt x="6950" y="1563"/>
                    <a:pt x="5387" y="1"/>
                    <a:pt x="3470"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2" name="Google Shape;6672;p62"/>
            <p:cNvSpPr/>
            <p:nvPr/>
          </p:nvSpPr>
          <p:spPr>
            <a:xfrm>
              <a:off x="6662017" y="2441850"/>
              <a:ext cx="158248" cy="356792"/>
            </a:xfrm>
            <a:custGeom>
              <a:avLst/>
              <a:gdLst/>
              <a:ahLst/>
              <a:cxnLst/>
              <a:rect l="l" t="t" r="r" b="b"/>
              <a:pathLst>
                <a:path w="6040" h="13618" extrusionOk="0">
                  <a:moveTo>
                    <a:pt x="3720" y="1"/>
                  </a:moveTo>
                  <a:lnTo>
                    <a:pt x="3720" y="1"/>
                  </a:lnTo>
                  <a:cubicBezTo>
                    <a:pt x="4305" y="643"/>
                    <a:pt x="4631" y="1477"/>
                    <a:pt x="4631" y="2349"/>
                  </a:cubicBezTo>
                  <a:lnTo>
                    <a:pt x="4631" y="9212"/>
                  </a:lnTo>
                  <a:cubicBezTo>
                    <a:pt x="4631" y="11129"/>
                    <a:pt x="3078" y="12682"/>
                    <a:pt x="1161" y="12682"/>
                  </a:cubicBezTo>
                  <a:cubicBezTo>
                    <a:pt x="768" y="12682"/>
                    <a:pt x="375" y="12615"/>
                    <a:pt x="1" y="12491"/>
                  </a:cubicBezTo>
                  <a:lnTo>
                    <a:pt x="1" y="12491"/>
                  </a:lnTo>
                  <a:cubicBezTo>
                    <a:pt x="673" y="13222"/>
                    <a:pt x="1608" y="13617"/>
                    <a:pt x="2566" y="13617"/>
                  </a:cubicBezTo>
                  <a:cubicBezTo>
                    <a:pt x="2988" y="13617"/>
                    <a:pt x="3415" y="13540"/>
                    <a:pt x="3826" y="13382"/>
                  </a:cubicBezTo>
                  <a:cubicBezTo>
                    <a:pt x="5158" y="12864"/>
                    <a:pt x="6040" y="11570"/>
                    <a:pt x="6040" y="10142"/>
                  </a:cubicBezTo>
                  <a:lnTo>
                    <a:pt x="6040" y="3270"/>
                  </a:lnTo>
                  <a:cubicBezTo>
                    <a:pt x="6040" y="1803"/>
                    <a:pt x="5110" y="490"/>
                    <a:pt x="3720"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3" name="Google Shape;6673;p62"/>
            <p:cNvSpPr/>
            <p:nvPr/>
          </p:nvSpPr>
          <p:spPr>
            <a:xfrm>
              <a:off x="6638175" y="2617652"/>
              <a:ext cx="182090" cy="181094"/>
            </a:xfrm>
            <a:custGeom>
              <a:avLst/>
              <a:gdLst/>
              <a:ahLst/>
              <a:cxnLst/>
              <a:rect l="l" t="t" r="r" b="b"/>
              <a:pathLst>
                <a:path w="6950" h="6912" extrusionOk="0">
                  <a:moveTo>
                    <a:pt x="0" y="1"/>
                  </a:moveTo>
                  <a:lnTo>
                    <a:pt x="0" y="3432"/>
                  </a:lnTo>
                  <a:cubicBezTo>
                    <a:pt x="0" y="5349"/>
                    <a:pt x="1553" y="6912"/>
                    <a:pt x="3470" y="6912"/>
                  </a:cubicBezTo>
                  <a:cubicBezTo>
                    <a:pt x="5387" y="6912"/>
                    <a:pt x="6950" y="5349"/>
                    <a:pt x="6950" y="3432"/>
                  </a:cubicBezTo>
                  <a:lnTo>
                    <a:pt x="6950"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4" name="Google Shape;6674;p62"/>
            <p:cNvSpPr/>
            <p:nvPr/>
          </p:nvSpPr>
          <p:spPr>
            <a:xfrm>
              <a:off x="6662017" y="2617652"/>
              <a:ext cx="158248" cy="180990"/>
            </a:xfrm>
            <a:custGeom>
              <a:avLst/>
              <a:gdLst/>
              <a:ahLst/>
              <a:cxnLst/>
              <a:rect l="l" t="t" r="r" b="b"/>
              <a:pathLst>
                <a:path w="6040" h="6908" extrusionOk="0">
                  <a:moveTo>
                    <a:pt x="4631" y="1"/>
                  </a:moveTo>
                  <a:lnTo>
                    <a:pt x="4631" y="2502"/>
                  </a:lnTo>
                  <a:cubicBezTo>
                    <a:pt x="4631" y="4419"/>
                    <a:pt x="3078" y="5982"/>
                    <a:pt x="1161" y="5982"/>
                  </a:cubicBezTo>
                  <a:cubicBezTo>
                    <a:pt x="758" y="5982"/>
                    <a:pt x="365" y="5915"/>
                    <a:pt x="1" y="5781"/>
                  </a:cubicBezTo>
                  <a:lnTo>
                    <a:pt x="1" y="5781"/>
                  </a:lnTo>
                  <a:cubicBezTo>
                    <a:pt x="673" y="6512"/>
                    <a:pt x="1608" y="6907"/>
                    <a:pt x="2566" y="6907"/>
                  </a:cubicBezTo>
                  <a:cubicBezTo>
                    <a:pt x="2988" y="6907"/>
                    <a:pt x="3415" y="6830"/>
                    <a:pt x="3826" y="6672"/>
                  </a:cubicBezTo>
                  <a:cubicBezTo>
                    <a:pt x="5158" y="6154"/>
                    <a:pt x="6040" y="4860"/>
                    <a:pt x="6040" y="3432"/>
                  </a:cubicBezTo>
                  <a:lnTo>
                    <a:pt x="6040" y="1"/>
                  </a:ln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5" name="Google Shape;6675;p62"/>
            <p:cNvSpPr/>
            <p:nvPr/>
          </p:nvSpPr>
          <p:spPr>
            <a:xfrm>
              <a:off x="6846623" y="2467762"/>
              <a:ext cx="160999" cy="153899"/>
            </a:xfrm>
            <a:custGeom>
              <a:avLst/>
              <a:gdLst/>
              <a:ahLst/>
              <a:cxnLst/>
              <a:rect l="l" t="t" r="r" b="b"/>
              <a:pathLst>
                <a:path w="6145" h="5874" extrusionOk="0">
                  <a:moveTo>
                    <a:pt x="2950" y="1"/>
                  </a:moveTo>
                  <a:cubicBezTo>
                    <a:pt x="1445" y="1"/>
                    <a:pt x="0" y="1171"/>
                    <a:pt x="0" y="2942"/>
                  </a:cubicBezTo>
                  <a:cubicBezTo>
                    <a:pt x="0" y="4706"/>
                    <a:pt x="1444" y="5874"/>
                    <a:pt x="2949" y="5874"/>
                  </a:cubicBezTo>
                  <a:cubicBezTo>
                    <a:pt x="3667" y="5874"/>
                    <a:pt x="4399" y="5607"/>
                    <a:pt x="4994" y="5012"/>
                  </a:cubicBezTo>
                  <a:cubicBezTo>
                    <a:pt x="6144" y="3862"/>
                    <a:pt x="6144" y="2012"/>
                    <a:pt x="4994" y="862"/>
                  </a:cubicBezTo>
                  <a:cubicBezTo>
                    <a:pt x="4400" y="267"/>
                    <a:pt x="3668" y="1"/>
                    <a:pt x="2950" y="1"/>
                  </a:cubicBezTo>
                  <a:close/>
                </a:path>
              </a:pathLst>
            </a:custGeom>
            <a:solidFill>
              <a:srgbClr val="A8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6" name="Google Shape;6676;p62"/>
            <p:cNvSpPr/>
            <p:nvPr/>
          </p:nvSpPr>
          <p:spPr>
            <a:xfrm>
              <a:off x="6857155" y="2478530"/>
              <a:ext cx="151462" cy="143576"/>
            </a:xfrm>
            <a:custGeom>
              <a:avLst/>
              <a:gdLst/>
              <a:ahLst/>
              <a:cxnLst/>
              <a:rect l="l" t="t" r="r" b="b"/>
              <a:pathLst>
                <a:path w="5781" h="5480" extrusionOk="0">
                  <a:moveTo>
                    <a:pt x="4017" y="0"/>
                  </a:moveTo>
                  <a:lnTo>
                    <a:pt x="4017" y="0"/>
                  </a:lnTo>
                  <a:cubicBezTo>
                    <a:pt x="4688" y="1151"/>
                    <a:pt x="4506" y="2617"/>
                    <a:pt x="3557" y="3557"/>
                  </a:cubicBezTo>
                  <a:cubicBezTo>
                    <a:pt x="2995" y="4125"/>
                    <a:pt x="2244" y="4418"/>
                    <a:pt x="1484" y="4418"/>
                  </a:cubicBezTo>
                  <a:cubicBezTo>
                    <a:pt x="975" y="4418"/>
                    <a:pt x="463" y="4286"/>
                    <a:pt x="1" y="4017"/>
                  </a:cubicBezTo>
                  <a:lnTo>
                    <a:pt x="1" y="4017"/>
                  </a:lnTo>
                  <a:cubicBezTo>
                    <a:pt x="125" y="4227"/>
                    <a:pt x="279" y="4419"/>
                    <a:pt x="451" y="4592"/>
                  </a:cubicBezTo>
                  <a:cubicBezTo>
                    <a:pt x="1028" y="5182"/>
                    <a:pt x="1792" y="5480"/>
                    <a:pt x="2556" y="5480"/>
                  </a:cubicBezTo>
                  <a:cubicBezTo>
                    <a:pt x="3304" y="5480"/>
                    <a:pt x="4052" y="5194"/>
                    <a:pt x="4621" y="4620"/>
                  </a:cubicBezTo>
                  <a:cubicBezTo>
                    <a:pt x="5781" y="3470"/>
                    <a:pt x="5771" y="1592"/>
                    <a:pt x="4592" y="451"/>
                  </a:cubicBezTo>
                  <a:cubicBezTo>
                    <a:pt x="4420" y="278"/>
                    <a:pt x="4228" y="125"/>
                    <a:pt x="401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7" name="Google Shape;6677;p62"/>
            <p:cNvSpPr/>
            <p:nvPr/>
          </p:nvSpPr>
          <p:spPr>
            <a:xfrm>
              <a:off x="6846623" y="2636621"/>
              <a:ext cx="160999" cy="153794"/>
            </a:xfrm>
            <a:custGeom>
              <a:avLst/>
              <a:gdLst/>
              <a:ahLst/>
              <a:cxnLst/>
              <a:rect l="l" t="t" r="r" b="b"/>
              <a:pathLst>
                <a:path w="6145" h="5870" extrusionOk="0">
                  <a:moveTo>
                    <a:pt x="2944" y="0"/>
                  </a:moveTo>
                  <a:cubicBezTo>
                    <a:pt x="1442" y="0"/>
                    <a:pt x="0" y="1169"/>
                    <a:pt x="0" y="2938"/>
                  </a:cubicBezTo>
                  <a:cubicBezTo>
                    <a:pt x="0" y="4703"/>
                    <a:pt x="1444" y="5870"/>
                    <a:pt x="2949" y="5870"/>
                  </a:cubicBezTo>
                  <a:cubicBezTo>
                    <a:pt x="3667" y="5870"/>
                    <a:pt x="4399" y="5604"/>
                    <a:pt x="4994" y="5009"/>
                  </a:cubicBezTo>
                  <a:cubicBezTo>
                    <a:pt x="6144" y="3858"/>
                    <a:pt x="6144" y="2008"/>
                    <a:pt x="4994" y="868"/>
                  </a:cubicBezTo>
                  <a:cubicBezTo>
                    <a:pt x="4398" y="269"/>
                    <a:pt x="3664" y="0"/>
                    <a:pt x="2944" y="0"/>
                  </a:cubicBezTo>
                  <a:close/>
                </a:path>
              </a:pathLst>
            </a:custGeom>
            <a:solidFill>
              <a:srgbClr val="A8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8" name="Google Shape;6678;p62"/>
            <p:cNvSpPr/>
            <p:nvPr/>
          </p:nvSpPr>
          <p:spPr>
            <a:xfrm>
              <a:off x="6857155" y="2647546"/>
              <a:ext cx="153218" cy="142790"/>
            </a:xfrm>
            <a:custGeom>
              <a:avLst/>
              <a:gdLst/>
              <a:ahLst/>
              <a:cxnLst/>
              <a:rect l="l" t="t" r="r" b="b"/>
              <a:pathLst>
                <a:path w="5848" h="5450" extrusionOk="0">
                  <a:moveTo>
                    <a:pt x="4017" y="0"/>
                  </a:moveTo>
                  <a:cubicBezTo>
                    <a:pt x="4698" y="1151"/>
                    <a:pt x="4516" y="2617"/>
                    <a:pt x="3567" y="3566"/>
                  </a:cubicBezTo>
                  <a:cubicBezTo>
                    <a:pt x="3001" y="4132"/>
                    <a:pt x="2250" y="4425"/>
                    <a:pt x="1493" y="4425"/>
                  </a:cubicBezTo>
                  <a:cubicBezTo>
                    <a:pt x="981" y="4425"/>
                    <a:pt x="465" y="4291"/>
                    <a:pt x="1" y="4017"/>
                  </a:cubicBezTo>
                  <a:lnTo>
                    <a:pt x="1" y="4017"/>
                  </a:lnTo>
                  <a:cubicBezTo>
                    <a:pt x="554" y="4946"/>
                    <a:pt x="1529" y="5449"/>
                    <a:pt x="2523" y="5449"/>
                  </a:cubicBezTo>
                  <a:cubicBezTo>
                    <a:pt x="3149" y="5449"/>
                    <a:pt x="3783" y="5250"/>
                    <a:pt x="4324" y="4831"/>
                  </a:cubicBezTo>
                  <a:cubicBezTo>
                    <a:pt x="5714" y="3758"/>
                    <a:pt x="5848" y="1697"/>
                    <a:pt x="4592" y="451"/>
                  </a:cubicBezTo>
                  <a:cubicBezTo>
                    <a:pt x="4420" y="269"/>
                    <a:pt x="4228" y="125"/>
                    <a:pt x="4017"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79" name="Google Shape;6679;p62"/>
            <p:cNvSpPr/>
            <p:nvPr/>
          </p:nvSpPr>
          <p:spPr>
            <a:xfrm>
              <a:off x="6863941" y="2485552"/>
              <a:ext cx="118555" cy="118581"/>
            </a:xfrm>
            <a:custGeom>
              <a:avLst/>
              <a:gdLst/>
              <a:ahLst/>
              <a:cxnLst/>
              <a:rect l="l" t="t" r="r" b="b"/>
              <a:pathLst>
                <a:path w="4525" h="4526" extrusionOk="0">
                  <a:moveTo>
                    <a:pt x="403" y="1"/>
                  </a:moveTo>
                  <a:cubicBezTo>
                    <a:pt x="327" y="58"/>
                    <a:pt x="259" y="116"/>
                    <a:pt x="192" y="183"/>
                  </a:cubicBezTo>
                  <a:cubicBezTo>
                    <a:pt x="125" y="250"/>
                    <a:pt x="58" y="317"/>
                    <a:pt x="1" y="394"/>
                  </a:cubicBezTo>
                  <a:lnTo>
                    <a:pt x="4132" y="4525"/>
                  </a:lnTo>
                  <a:cubicBezTo>
                    <a:pt x="4199" y="4458"/>
                    <a:pt x="4276" y="4400"/>
                    <a:pt x="4333" y="4333"/>
                  </a:cubicBezTo>
                  <a:cubicBezTo>
                    <a:pt x="4410" y="4257"/>
                    <a:pt x="4467" y="4199"/>
                    <a:pt x="4525" y="4122"/>
                  </a:cubicBezTo>
                  <a:lnTo>
                    <a:pt x="403" y="1"/>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0" name="Google Shape;6680;p62"/>
            <p:cNvSpPr/>
            <p:nvPr/>
          </p:nvSpPr>
          <p:spPr>
            <a:xfrm>
              <a:off x="6863941" y="2654332"/>
              <a:ext cx="118555" cy="118555"/>
            </a:xfrm>
            <a:custGeom>
              <a:avLst/>
              <a:gdLst/>
              <a:ahLst/>
              <a:cxnLst/>
              <a:rect l="l" t="t" r="r" b="b"/>
              <a:pathLst>
                <a:path w="4525" h="4525" extrusionOk="0">
                  <a:moveTo>
                    <a:pt x="4132" y="0"/>
                  </a:moveTo>
                  <a:lnTo>
                    <a:pt x="1" y="4122"/>
                  </a:lnTo>
                  <a:cubicBezTo>
                    <a:pt x="58" y="4198"/>
                    <a:pt x="125" y="4266"/>
                    <a:pt x="192" y="4333"/>
                  </a:cubicBezTo>
                  <a:cubicBezTo>
                    <a:pt x="259" y="4400"/>
                    <a:pt x="327" y="4457"/>
                    <a:pt x="403" y="4524"/>
                  </a:cubicBezTo>
                  <a:lnTo>
                    <a:pt x="4525" y="393"/>
                  </a:lnTo>
                  <a:cubicBezTo>
                    <a:pt x="4467" y="316"/>
                    <a:pt x="4400" y="249"/>
                    <a:pt x="4333" y="192"/>
                  </a:cubicBezTo>
                  <a:cubicBezTo>
                    <a:pt x="4276" y="125"/>
                    <a:pt x="4199" y="58"/>
                    <a:pt x="4132"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1" name="Google Shape;6681;p62"/>
            <p:cNvSpPr/>
            <p:nvPr/>
          </p:nvSpPr>
          <p:spPr>
            <a:xfrm>
              <a:off x="6863941" y="2758294"/>
              <a:ext cx="20881" cy="14593"/>
            </a:xfrm>
            <a:custGeom>
              <a:avLst/>
              <a:gdLst/>
              <a:ahLst/>
              <a:cxnLst/>
              <a:rect l="l" t="t" r="r" b="b"/>
              <a:pathLst>
                <a:path w="797" h="557" extrusionOk="0">
                  <a:moveTo>
                    <a:pt x="164" y="0"/>
                  </a:moveTo>
                  <a:lnTo>
                    <a:pt x="1" y="163"/>
                  </a:lnTo>
                  <a:cubicBezTo>
                    <a:pt x="29" y="192"/>
                    <a:pt x="58" y="230"/>
                    <a:pt x="87" y="259"/>
                  </a:cubicBezTo>
                  <a:lnTo>
                    <a:pt x="106" y="278"/>
                  </a:lnTo>
                  <a:cubicBezTo>
                    <a:pt x="135" y="307"/>
                    <a:pt x="164" y="346"/>
                    <a:pt x="192" y="374"/>
                  </a:cubicBezTo>
                  <a:lnTo>
                    <a:pt x="298" y="470"/>
                  </a:lnTo>
                  <a:cubicBezTo>
                    <a:pt x="327" y="499"/>
                    <a:pt x="365" y="528"/>
                    <a:pt x="403" y="556"/>
                  </a:cubicBezTo>
                  <a:lnTo>
                    <a:pt x="796" y="163"/>
                  </a:lnTo>
                  <a:cubicBezTo>
                    <a:pt x="576" y="135"/>
                    <a:pt x="365" y="77"/>
                    <a:pt x="16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2" name="Google Shape;6682;p62"/>
            <p:cNvSpPr/>
            <p:nvPr/>
          </p:nvSpPr>
          <p:spPr>
            <a:xfrm>
              <a:off x="6967902" y="2654332"/>
              <a:ext cx="14593" cy="20619"/>
            </a:xfrm>
            <a:custGeom>
              <a:avLst/>
              <a:gdLst/>
              <a:ahLst/>
              <a:cxnLst/>
              <a:rect l="l" t="t" r="r" b="b"/>
              <a:pathLst>
                <a:path w="557" h="787" extrusionOk="0">
                  <a:moveTo>
                    <a:pt x="164" y="0"/>
                  </a:moveTo>
                  <a:lnTo>
                    <a:pt x="1" y="163"/>
                  </a:lnTo>
                  <a:cubicBezTo>
                    <a:pt x="78" y="364"/>
                    <a:pt x="135" y="575"/>
                    <a:pt x="164" y="786"/>
                  </a:cubicBezTo>
                  <a:lnTo>
                    <a:pt x="557" y="393"/>
                  </a:lnTo>
                  <a:cubicBezTo>
                    <a:pt x="528" y="364"/>
                    <a:pt x="499" y="326"/>
                    <a:pt x="471" y="288"/>
                  </a:cubicBezTo>
                  <a:cubicBezTo>
                    <a:pt x="432" y="259"/>
                    <a:pt x="404" y="221"/>
                    <a:pt x="365" y="192"/>
                  </a:cubicBezTo>
                  <a:lnTo>
                    <a:pt x="279" y="96"/>
                  </a:lnTo>
                  <a:lnTo>
                    <a:pt x="260" y="86"/>
                  </a:lnTo>
                  <a:cubicBezTo>
                    <a:pt x="231" y="58"/>
                    <a:pt x="193" y="29"/>
                    <a:pt x="16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3" name="Google Shape;6683;p62"/>
            <p:cNvSpPr/>
            <p:nvPr/>
          </p:nvSpPr>
          <p:spPr>
            <a:xfrm>
              <a:off x="6944820" y="2566169"/>
              <a:ext cx="37676" cy="37702"/>
            </a:xfrm>
            <a:custGeom>
              <a:avLst/>
              <a:gdLst/>
              <a:ahLst/>
              <a:cxnLst/>
              <a:rect l="l" t="t" r="r" b="b"/>
              <a:pathLst>
                <a:path w="1438" h="1439" extrusionOk="0">
                  <a:moveTo>
                    <a:pt x="403" y="1"/>
                  </a:moveTo>
                  <a:cubicBezTo>
                    <a:pt x="345" y="77"/>
                    <a:pt x="278" y="144"/>
                    <a:pt x="211" y="212"/>
                  </a:cubicBezTo>
                  <a:cubicBezTo>
                    <a:pt x="144" y="279"/>
                    <a:pt x="77" y="346"/>
                    <a:pt x="0" y="403"/>
                  </a:cubicBezTo>
                  <a:lnTo>
                    <a:pt x="1045" y="1438"/>
                  </a:lnTo>
                  <a:cubicBezTo>
                    <a:pt x="1074" y="1410"/>
                    <a:pt x="1112" y="1381"/>
                    <a:pt x="1150" y="1352"/>
                  </a:cubicBezTo>
                  <a:cubicBezTo>
                    <a:pt x="1179" y="1314"/>
                    <a:pt x="1217" y="1285"/>
                    <a:pt x="1246" y="1247"/>
                  </a:cubicBezTo>
                  <a:cubicBezTo>
                    <a:pt x="1275" y="1218"/>
                    <a:pt x="1313" y="1189"/>
                    <a:pt x="1342" y="1151"/>
                  </a:cubicBezTo>
                  <a:lnTo>
                    <a:pt x="1352" y="1151"/>
                  </a:lnTo>
                  <a:cubicBezTo>
                    <a:pt x="1380" y="1113"/>
                    <a:pt x="1409" y="1074"/>
                    <a:pt x="1438" y="1036"/>
                  </a:cubicBezTo>
                  <a:lnTo>
                    <a:pt x="40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84" name="Google Shape;6684;p62"/>
          <p:cNvGrpSpPr/>
          <p:nvPr/>
        </p:nvGrpSpPr>
        <p:grpSpPr>
          <a:xfrm>
            <a:off x="6188831" y="2258865"/>
            <a:ext cx="371699" cy="356084"/>
            <a:chOff x="6192906" y="2439440"/>
            <a:chExt cx="371699" cy="356084"/>
          </a:xfrm>
        </p:grpSpPr>
        <p:sp>
          <p:nvSpPr>
            <p:cNvPr id="6685" name="Google Shape;6685;p62"/>
            <p:cNvSpPr/>
            <p:nvPr/>
          </p:nvSpPr>
          <p:spPr>
            <a:xfrm>
              <a:off x="6227805" y="2461710"/>
              <a:ext cx="247904" cy="110381"/>
            </a:xfrm>
            <a:custGeom>
              <a:avLst/>
              <a:gdLst/>
              <a:ahLst/>
              <a:cxnLst/>
              <a:rect l="l" t="t" r="r" b="b"/>
              <a:pathLst>
                <a:path w="9462" h="4213" extrusionOk="0">
                  <a:moveTo>
                    <a:pt x="308" y="0"/>
                  </a:moveTo>
                  <a:lnTo>
                    <a:pt x="1" y="470"/>
                  </a:lnTo>
                  <a:lnTo>
                    <a:pt x="729" y="959"/>
                  </a:lnTo>
                  <a:lnTo>
                    <a:pt x="729" y="3815"/>
                  </a:lnTo>
                  <a:lnTo>
                    <a:pt x="1285" y="3815"/>
                  </a:lnTo>
                  <a:lnTo>
                    <a:pt x="1285" y="2684"/>
                  </a:lnTo>
                  <a:lnTo>
                    <a:pt x="6615" y="2684"/>
                  </a:lnTo>
                  <a:lnTo>
                    <a:pt x="6615" y="3940"/>
                  </a:lnTo>
                  <a:cubicBezTo>
                    <a:pt x="6615" y="4122"/>
                    <a:pt x="6756" y="4213"/>
                    <a:pt x="6898" y="4213"/>
                  </a:cubicBezTo>
                  <a:cubicBezTo>
                    <a:pt x="7039" y="4213"/>
                    <a:pt x="7180" y="4122"/>
                    <a:pt x="7180" y="3940"/>
                  </a:cubicBezTo>
                  <a:lnTo>
                    <a:pt x="7180" y="2694"/>
                  </a:lnTo>
                  <a:lnTo>
                    <a:pt x="9174" y="2694"/>
                  </a:lnTo>
                  <a:cubicBezTo>
                    <a:pt x="9327" y="2694"/>
                    <a:pt x="9452" y="2559"/>
                    <a:pt x="9452" y="2406"/>
                  </a:cubicBezTo>
                  <a:cubicBezTo>
                    <a:pt x="9461" y="2258"/>
                    <a:pt x="9345" y="2128"/>
                    <a:pt x="9199" y="2128"/>
                  </a:cubicBezTo>
                  <a:cubicBezTo>
                    <a:pt x="9194" y="2128"/>
                    <a:pt x="9189" y="2128"/>
                    <a:pt x="9184" y="2128"/>
                  </a:cubicBezTo>
                  <a:lnTo>
                    <a:pt x="1285" y="2128"/>
                  </a:lnTo>
                  <a:lnTo>
                    <a:pt x="1285" y="805"/>
                  </a:lnTo>
                  <a:cubicBezTo>
                    <a:pt x="1285" y="709"/>
                    <a:pt x="1247" y="623"/>
                    <a:pt x="1170" y="575"/>
                  </a:cubicBezTo>
                  <a:lnTo>
                    <a:pt x="308"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6" name="Google Shape;6686;p62"/>
            <p:cNvSpPr/>
            <p:nvPr/>
          </p:nvSpPr>
          <p:spPr>
            <a:xfrm>
              <a:off x="6483962" y="2670078"/>
              <a:ext cx="14593" cy="54575"/>
            </a:xfrm>
            <a:custGeom>
              <a:avLst/>
              <a:gdLst/>
              <a:ahLst/>
              <a:cxnLst/>
              <a:rect l="l" t="t" r="r" b="b"/>
              <a:pathLst>
                <a:path w="557" h="2083" extrusionOk="0">
                  <a:moveTo>
                    <a:pt x="279" y="1"/>
                  </a:moveTo>
                  <a:cubicBezTo>
                    <a:pt x="140" y="1"/>
                    <a:pt x="1" y="94"/>
                    <a:pt x="1" y="281"/>
                  </a:cubicBezTo>
                  <a:lnTo>
                    <a:pt x="1" y="1805"/>
                  </a:lnTo>
                  <a:cubicBezTo>
                    <a:pt x="1" y="1958"/>
                    <a:pt x="126" y="2083"/>
                    <a:pt x="279" y="2083"/>
                  </a:cubicBezTo>
                  <a:cubicBezTo>
                    <a:pt x="432" y="2083"/>
                    <a:pt x="557" y="1958"/>
                    <a:pt x="557" y="1805"/>
                  </a:cubicBezTo>
                  <a:lnTo>
                    <a:pt x="557" y="281"/>
                  </a:lnTo>
                  <a:cubicBezTo>
                    <a:pt x="557" y="94"/>
                    <a:pt x="418" y="1"/>
                    <a:pt x="279" y="1"/>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7" name="Google Shape;6687;p62"/>
            <p:cNvSpPr/>
            <p:nvPr/>
          </p:nvSpPr>
          <p:spPr>
            <a:xfrm>
              <a:off x="6246905" y="2554117"/>
              <a:ext cx="251651" cy="128118"/>
            </a:xfrm>
            <a:custGeom>
              <a:avLst/>
              <a:gdLst/>
              <a:ahLst/>
              <a:cxnLst/>
              <a:rect l="l" t="t" r="r" b="b"/>
              <a:pathLst>
                <a:path w="9605" h="4890" extrusionOk="0">
                  <a:moveTo>
                    <a:pt x="0" y="1"/>
                  </a:moveTo>
                  <a:lnTo>
                    <a:pt x="0" y="2589"/>
                  </a:lnTo>
                  <a:cubicBezTo>
                    <a:pt x="501" y="2348"/>
                    <a:pt x="1055" y="2214"/>
                    <a:pt x="1619" y="2214"/>
                  </a:cubicBezTo>
                  <a:cubicBezTo>
                    <a:pt x="1639" y="2214"/>
                    <a:pt x="1658" y="2214"/>
                    <a:pt x="1678" y="2215"/>
                  </a:cubicBezTo>
                  <a:cubicBezTo>
                    <a:pt x="3557" y="2215"/>
                    <a:pt x="4640" y="3106"/>
                    <a:pt x="4975" y="4889"/>
                  </a:cubicBezTo>
                  <a:lnTo>
                    <a:pt x="9605" y="4889"/>
                  </a:lnTo>
                  <a:lnTo>
                    <a:pt x="9605" y="3950"/>
                  </a:lnTo>
                  <a:lnTo>
                    <a:pt x="9605" y="2953"/>
                  </a:lnTo>
                  <a:cubicBezTo>
                    <a:pt x="9509" y="1304"/>
                    <a:pt x="8148" y="10"/>
                    <a:pt x="6490"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8" name="Google Shape;6688;p62"/>
            <p:cNvSpPr/>
            <p:nvPr/>
          </p:nvSpPr>
          <p:spPr>
            <a:xfrm>
              <a:off x="6246905" y="2584142"/>
              <a:ext cx="167287" cy="97831"/>
            </a:xfrm>
            <a:custGeom>
              <a:avLst/>
              <a:gdLst/>
              <a:ahLst/>
              <a:cxnLst/>
              <a:rect l="l" t="t" r="r" b="b"/>
              <a:pathLst>
                <a:path w="6385" h="3734" extrusionOk="0">
                  <a:moveTo>
                    <a:pt x="1673" y="1"/>
                  </a:moveTo>
                  <a:cubicBezTo>
                    <a:pt x="1119" y="1"/>
                    <a:pt x="554" y="97"/>
                    <a:pt x="0" y="302"/>
                  </a:cubicBezTo>
                  <a:lnTo>
                    <a:pt x="0" y="1443"/>
                  </a:lnTo>
                  <a:cubicBezTo>
                    <a:pt x="510" y="1202"/>
                    <a:pt x="1055" y="1068"/>
                    <a:pt x="1619" y="1068"/>
                  </a:cubicBezTo>
                  <a:cubicBezTo>
                    <a:pt x="1639" y="1068"/>
                    <a:pt x="1658" y="1068"/>
                    <a:pt x="1678" y="1069"/>
                  </a:cubicBezTo>
                  <a:cubicBezTo>
                    <a:pt x="1688" y="1069"/>
                    <a:pt x="1698" y="1069"/>
                    <a:pt x="1707" y="1069"/>
                  </a:cubicBezTo>
                  <a:cubicBezTo>
                    <a:pt x="3568" y="1069"/>
                    <a:pt x="4641" y="1970"/>
                    <a:pt x="4975" y="3733"/>
                  </a:cubicBezTo>
                  <a:lnTo>
                    <a:pt x="6384" y="3733"/>
                  </a:lnTo>
                  <a:cubicBezTo>
                    <a:pt x="5850" y="1481"/>
                    <a:pt x="3843" y="1"/>
                    <a:pt x="1673" y="1"/>
                  </a:cubicBez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89" name="Google Shape;6689;p62"/>
            <p:cNvSpPr/>
            <p:nvPr/>
          </p:nvSpPr>
          <p:spPr>
            <a:xfrm>
              <a:off x="6192906" y="2605102"/>
              <a:ext cx="197915" cy="190369"/>
            </a:xfrm>
            <a:custGeom>
              <a:avLst/>
              <a:gdLst/>
              <a:ahLst/>
              <a:cxnLst/>
              <a:rect l="l" t="t" r="r" b="b"/>
              <a:pathLst>
                <a:path w="7554" h="7266" extrusionOk="0">
                  <a:moveTo>
                    <a:pt x="3921" y="0"/>
                  </a:moveTo>
                  <a:cubicBezTo>
                    <a:pt x="2445" y="0"/>
                    <a:pt x="1122" y="882"/>
                    <a:pt x="566" y="2243"/>
                  </a:cubicBezTo>
                  <a:cubicBezTo>
                    <a:pt x="0" y="3604"/>
                    <a:pt x="307" y="5167"/>
                    <a:pt x="1352" y="6202"/>
                  </a:cubicBezTo>
                  <a:cubicBezTo>
                    <a:pt x="2045" y="6895"/>
                    <a:pt x="2974" y="7266"/>
                    <a:pt x="3920" y="7266"/>
                  </a:cubicBezTo>
                  <a:cubicBezTo>
                    <a:pt x="4388" y="7266"/>
                    <a:pt x="4861" y="7175"/>
                    <a:pt x="5311" y="6988"/>
                  </a:cubicBezTo>
                  <a:cubicBezTo>
                    <a:pt x="6672" y="6423"/>
                    <a:pt x="7554" y="5100"/>
                    <a:pt x="7554" y="3633"/>
                  </a:cubicBezTo>
                  <a:cubicBezTo>
                    <a:pt x="7554" y="1620"/>
                    <a:pt x="5924" y="0"/>
                    <a:pt x="3921"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0" name="Google Shape;6690;p62"/>
            <p:cNvSpPr/>
            <p:nvPr/>
          </p:nvSpPr>
          <p:spPr>
            <a:xfrm>
              <a:off x="6280807" y="2605102"/>
              <a:ext cx="113787" cy="190291"/>
            </a:xfrm>
            <a:custGeom>
              <a:avLst/>
              <a:gdLst/>
              <a:ahLst/>
              <a:cxnLst/>
              <a:rect l="l" t="t" r="r" b="b"/>
              <a:pathLst>
                <a:path w="4343" h="7263" extrusionOk="0">
                  <a:moveTo>
                    <a:pt x="566" y="0"/>
                  </a:moveTo>
                  <a:cubicBezTo>
                    <a:pt x="374" y="0"/>
                    <a:pt x="182" y="10"/>
                    <a:pt x="0" y="39"/>
                  </a:cubicBezTo>
                  <a:cubicBezTo>
                    <a:pt x="1764" y="317"/>
                    <a:pt x="3068" y="1841"/>
                    <a:pt x="3068" y="3633"/>
                  </a:cubicBezTo>
                  <a:cubicBezTo>
                    <a:pt x="3068" y="5416"/>
                    <a:pt x="1764" y="6940"/>
                    <a:pt x="0" y="7218"/>
                  </a:cubicBezTo>
                  <a:cubicBezTo>
                    <a:pt x="190" y="7248"/>
                    <a:pt x="379" y="7262"/>
                    <a:pt x="565" y="7262"/>
                  </a:cubicBezTo>
                  <a:cubicBezTo>
                    <a:pt x="2426" y="7262"/>
                    <a:pt x="4031" y="5828"/>
                    <a:pt x="4180" y="3911"/>
                  </a:cubicBezTo>
                  <a:cubicBezTo>
                    <a:pt x="4343" y="1802"/>
                    <a:pt x="2675" y="0"/>
                    <a:pt x="566"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1" name="Google Shape;6691;p62"/>
            <p:cNvSpPr/>
            <p:nvPr/>
          </p:nvSpPr>
          <p:spPr>
            <a:xfrm>
              <a:off x="6499787" y="2747735"/>
              <a:ext cx="64819" cy="14593"/>
            </a:xfrm>
            <a:custGeom>
              <a:avLst/>
              <a:gdLst/>
              <a:ahLst/>
              <a:cxnLst/>
              <a:rect l="l" t="t" r="r" b="b"/>
              <a:pathLst>
                <a:path w="2474" h="557" extrusionOk="0">
                  <a:moveTo>
                    <a:pt x="375" y="1"/>
                  </a:moveTo>
                  <a:cubicBezTo>
                    <a:pt x="1" y="1"/>
                    <a:pt x="1" y="557"/>
                    <a:pt x="375" y="557"/>
                  </a:cubicBezTo>
                  <a:lnTo>
                    <a:pt x="2110" y="557"/>
                  </a:lnTo>
                  <a:cubicBezTo>
                    <a:pt x="2474" y="557"/>
                    <a:pt x="2474" y="1"/>
                    <a:pt x="2110" y="1"/>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2" name="Google Shape;6692;p62"/>
            <p:cNvSpPr/>
            <p:nvPr/>
          </p:nvSpPr>
          <p:spPr>
            <a:xfrm>
              <a:off x="6437274" y="2714592"/>
              <a:ext cx="94189" cy="80932"/>
            </a:xfrm>
            <a:custGeom>
              <a:avLst/>
              <a:gdLst/>
              <a:ahLst/>
              <a:cxnLst/>
              <a:rect l="l" t="t" r="r" b="b"/>
              <a:pathLst>
                <a:path w="3595" h="3089" extrusionOk="0">
                  <a:moveTo>
                    <a:pt x="2061" y="1"/>
                  </a:moveTo>
                  <a:cubicBezTo>
                    <a:pt x="690" y="1"/>
                    <a:pt x="0" y="1659"/>
                    <a:pt x="968" y="2637"/>
                  </a:cubicBezTo>
                  <a:cubicBezTo>
                    <a:pt x="1280" y="2949"/>
                    <a:pt x="1665" y="3089"/>
                    <a:pt x="2042" y="3089"/>
                  </a:cubicBezTo>
                  <a:cubicBezTo>
                    <a:pt x="2834" y="3089"/>
                    <a:pt x="3595" y="2472"/>
                    <a:pt x="3595" y="1544"/>
                  </a:cubicBezTo>
                  <a:cubicBezTo>
                    <a:pt x="3595" y="691"/>
                    <a:pt x="2904" y="1"/>
                    <a:pt x="2061"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3" name="Google Shape;6693;p62"/>
            <p:cNvSpPr/>
            <p:nvPr/>
          </p:nvSpPr>
          <p:spPr>
            <a:xfrm>
              <a:off x="6477438" y="2714854"/>
              <a:ext cx="54024" cy="80644"/>
            </a:xfrm>
            <a:custGeom>
              <a:avLst/>
              <a:gdLst/>
              <a:ahLst/>
              <a:cxnLst/>
              <a:rect l="l" t="t" r="r" b="b"/>
              <a:pathLst>
                <a:path w="2062" h="3078" extrusionOk="0">
                  <a:moveTo>
                    <a:pt x="528" y="0"/>
                  </a:moveTo>
                  <a:cubicBezTo>
                    <a:pt x="346" y="0"/>
                    <a:pt x="173" y="29"/>
                    <a:pt x="1" y="86"/>
                  </a:cubicBezTo>
                  <a:cubicBezTo>
                    <a:pt x="1362" y="575"/>
                    <a:pt x="1362" y="2492"/>
                    <a:pt x="1" y="2981"/>
                  </a:cubicBezTo>
                  <a:cubicBezTo>
                    <a:pt x="173" y="3048"/>
                    <a:pt x="346" y="3077"/>
                    <a:pt x="528" y="3077"/>
                  </a:cubicBezTo>
                  <a:cubicBezTo>
                    <a:pt x="1381" y="3077"/>
                    <a:pt x="2062" y="2387"/>
                    <a:pt x="2062" y="1534"/>
                  </a:cubicBezTo>
                  <a:cubicBezTo>
                    <a:pt x="2062" y="690"/>
                    <a:pt x="1381" y="0"/>
                    <a:pt x="528"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4" name="Google Shape;6694;p62"/>
            <p:cNvSpPr/>
            <p:nvPr/>
          </p:nvSpPr>
          <p:spPr>
            <a:xfrm>
              <a:off x="6193902" y="2439440"/>
              <a:ext cx="47003" cy="37466"/>
            </a:xfrm>
            <a:custGeom>
              <a:avLst/>
              <a:gdLst/>
              <a:ahLst/>
              <a:cxnLst/>
              <a:rect l="l" t="t" r="r" b="b"/>
              <a:pathLst>
                <a:path w="1794" h="1430" extrusionOk="0">
                  <a:moveTo>
                    <a:pt x="714" y="0"/>
                  </a:moveTo>
                  <a:cubicBezTo>
                    <a:pt x="293" y="0"/>
                    <a:pt x="0" y="618"/>
                    <a:pt x="471" y="908"/>
                  </a:cubicBezTo>
                  <a:lnTo>
                    <a:pt x="1161" y="1397"/>
                  </a:lnTo>
                  <a:cubicBezTo>
                    <a:pt x="1187" y="1419"/>
                    <a:pt x="1220" y="1430"/>
                    <a:pt x="1252" y="1430"/>
                  </a:cubicBezTo>
                  <a:cubicBezTo>
                    <a:pt x="1302" y="1430"/>
                    <a:pt x="1352" y="1405"/>
                    <a:pt x="1381" y="1358"/>
                  </a:cubicBezTo>
                  <a:lnTo>
                    <a:pt x="1745" y="812"/>
                  </a:lnTo>
                  <a:cubicBezTo>
                    <a:pt x="1793" y="735"/>
                    <a:pt x="1774" y="639"/>
                    <a:pt x="1707" y="591"/>
                  </a:cubicBezTo>
                  <a:lnTo>
                    <a:pt x="1007" y="102"/>
                  </a:lnTo>
                  <a:cubicBezTo>
                    <a:pt x="908" y="31"/>
                    <a:pt x="808" y="0"/>
                    <a:pt x="714" y="0"/>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5" name="Google Shape;6695;p62"/>
            <p:cNvSpPr/>
            <p:nvPr/>
          </p:nvSpPr>
          <p:spPr>
            <a:xfrm>
              <a:off x="6241376" y="2659598"/>
              <a:ext cx="94949" cy="81351"/>
            </a:xfrm>
            <a:custGeom>
              <a:avLst/>
              <a:gdLst/>
              <a:ahLst/>
              <a:cxnLst/>
              <a:rect l="l" t="t" r="r" b="b"/>
              <a:pathLst>
                <a:path w="3624" h="3105" extrusionOk="0">
                  <a:moveTo>
                    <a:pt x="2071" y="0"/>
                  </a:moveTo>
                  <a:cubicBezTo>
                    <a:pt x="691" y="10"/>
                    <a:pt x="0" y="1678"/>
                    <a:pt x="978" y="2646"/>
                  </a:cubicBezTo>
                  <a:cubicBezTo>
                    <a:pt x="1295" y="2963"/>
                    <a:pt x="1684" y="3104"/>
                    <a:pt x="2065" y="3104"/>
                  </a:cubicBezTo>
                  <a:cubicBezTo>
                    <a:pt x="2861" y="3104"/>
                    <a:pt x="3624" y="2487"/>
                    <a:pt x="3624" y="1553"/>
                  </a:cubicBezTo>
                  <a:cubicBezTo>
                    <a:pt x="3624" y="691"/>
                    <a:pt x="2924" y="0"/>
                    <a:pt x="2071" y="0"/>
                  </a:cubicBezTo>
                  <a:close/>
                </a:path>
              </a:pathLst>
            </a:custGeom>
            <a:solidFill>
              <a:srgbClr val="E1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6" name="Google Shape;6696;p62"/>
            <p:cNvSpPr/>
            <p:nvPr/>
          </p:nvSpPr>
          <p:spPr>
            <a:xfrm>
              <a:off x="6282065" y="2659598"/>
              <a:ext cx="54024" cy="81403"/>
            </a:xfrm>
            <a:custGeom>
              <a:avLst/>
              <a:gdLst/>
              <a:ahLst/>
              <a:cxnLst/>
              <a:rect l="l" t="t" r="r" b="b"/>
              <a:pathLst>
                <a:path w="2062" h="3107" extrusionOk="0">
                  <a:moveTo>
                    <a:pt x="518" y="0"/>
                  </a:moveTo>
                  <a:cubicBezTo>
                    <a:pt x="336" y="0"/>
                    <a:pt x="163" y="29"/>
                    <a:pt x="0" y="87"/>
                  </a:cubicBezTo>
                  <a:cubicBezTo>
                    <a:pt x="1371" y="585"/>
                    <a:pt x="1371" y="2521"/>
                    <a:pt x="0" y="3020"/>
                  </a:cubicBezTo>
                  <a:cubicBezTo>
                    <a:pt x="163" y="3068"/>
                    <a:pt x="336" y="3096"/>
                    <a:pt x="518" y="3106"/>
                  </a:cubicBezTo>
                  <a:cubicBezTo>
                    <a:pt x="1371" y="3106"/>
                    <a:pt x="2061" y="2406"/>
                    <a:pt x="2061" y="1553"/>
                  </a:cubicBezTo>
                  <a:cubicBezTo>
                    <a:pt x="2061" y="691"/>
                    <a:pt x="1371" y="0"/>
                    <a:pt x="518" y="0"/>
                  </a:cubicBezTo>
                  <a:close/>
                </a:path>
              </a:pathLst>
            </a:custGeom>
            <a:solidFill>
              <a:srgbClr val="C7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97" name="Google Shape;6697;p62"/>
            <p:cNvSpPr/>
            <p:nvPr/>
          </p:nvSpPr>
          <p:spPr>
            <a:xfrm>
              <a:off x="6439265" y="2510180"/>
              <a:ext cx="65317" cy="28899"/>
            </a:xfrm>
            <a:custGeom>
              <a:avLst/>
              <a:gdLst/>
              <a:ahLst/>
              <a:cxnLst/>
              <a:rect l="l" t="t" r="r" b="b"/>
              <a:pathLst>
                <a:path w="2493" h="1103" extrusionOk="0">
                  <a:moveTo>
                    <a:pt x="269" y="0"/>
                  </a:moveTo>
                  <a:cubicBezTo>
                    <a:pt x="116" y="0"/>
                    <a:pt x="1" y="115"/>
                    <a:pt x="1" y="259"/>
                  </a:cubicBezTo>
                  <a:lnTo>
                    <a:pt x="1" y="844"/>
                  </a:lnTo>
                  <a:cubicBezTo>
                    <a:pt x="1" y="987"/>
                    <a:pt x="116" y="1102"/>
                    <a:pt x="269" y="1102"/>
                  </a:cubicBezTo>
                  <a:lnTo>
                    <a:pt x="1966" y="1102"/>
                  </a:lnTo>
                  <a:cubicBezTo>
                    <a:pt x="2253" y="1102"/>
                    <a:pt x="2493" y="863"/>
                    <a:pt x="2493" y="575"/>
                  </a:cubicBezTo>
                  <a:lnTo>
                    <a:pt x="2493" y="527"/>
                  </a:lnTo>
                  <a:cubicBezTo>
                    <a:pt x="2493" y="240"/>
                    <a:pt x="2253" y="0"/>
                    <a:pt x="1966" y="0"/>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698" name="Google Shape;6698;p62"/>
          <p:cNvGrpSpPr/>
          <p:nvPr/>
        </p:nvGrpSpPr>
        <p:grpSpPr>
          <a:xfrm>
            <a:off x="5758392" y="2256009"/>
            <a:ext cx="362163" cy="362163"/>
            <a:chOff x="5762467" y="2436584"/>
            <a:chExt cx="362163" cy="362163"/>
          </a:xfrm>
        </p:grpSpPr>
        <p:sp>
          <p:nvSpPr>
            <p:cNvPr id="6699" name="Google Shape;6699;p62"/>
            <p:cNvSpPr/>
            <p:nvPr/>
          </p:nvSpPr>
          <p:spPr>
            <a:xfrm>
              <a:off x="5762467" y="2778127"/>
              <a:ext cx="362163" cy="20619"/>
            </a:xfrm>
            <a:custGeom>
              <a:avLst/>
              <a:gdLst/>
              <a:ahLst/>
              <a:cxnLst/>
              <a:rect l="l" t="t" r="r" b="b"/>
              <a:pathLst>
                <a:path w="13823" h="787" extrusionOk="0">
                  <a:moveTo>
                    <a:pt x="201" y="1"/>
                  </a:moveTo>
                  <a:cubicBezTo>
                    <a:pt x="96" y="1"/>
                    <a:pt x="0" y="87"/>
                    <a:pt x="0" y="202"/>
                  </a:cubicBezTo>
                  <a:lnTo>
                    <a:pt x="0" y="585"/>
                  </a:lnTo>
                  <a:cubicBezTo>
                    <a:pt x="0" y="691"/>
                    <a:pt x="96" y="777"/>
                    <a:pt x="201" y="787"/>
                  </a:cubicBezTo>
                  <a:lnTo>
                    <a:pt x="13611" y="787"/>
                  </a:lnTo>
                  <a:cubicBezTo>
                    <a:pt x="13726" y="787"/>
                    <a:pt x="13822" y="691"/>
                    <a:pt x="13813" y="585"/>
                  </a:cubicBezTo>
                  <a:lnTo>
                    <a:pt x="13813" y="202"/>
                  </a:lnTo>
                  <a:cubicBezTo>
                    <a:pt x="13813" y="87"/>
                    <a:pt x="13726" y="1"/>
                    <a:pt x="13611" y="1"/>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0" name="Google Shape;6700;p62"/>
            <p:cNvSpPr/>
            <p:nvPr/>
          </p:nvSpPr>
          <p:spPr>
            <a:xfrm>
              <a:off x="5762702" y="2777891"/>
              <a:ext cx="361927" cy="9301"/>
            </a:xfrm>
            <a:custGeom>
              <a:avLst/>
              <a:gdLst/>
              <a:ahLst/>
              <a:cxnLst/>
              <a:rect l="l" t="t" r="r" b="b"/>
              <a:pathLst>
                <a:path w="13814" h="355" extrusionOk="0">
                  <a:moveTo>
                    <a:pt x="212" y="0"/>
                  </a:moveTo>
                  <a:cubicBezTo>
                    <a:pt x="87" y="0"/>
                    <a:pt x="1" y="96"/>
                    <a:pt x="1" y="211"/>
                  </a:cubicBezTo>
                  <a:lnTo>
                    <a:pt x="1" y="355"/>
                  </a:lnTo>
                  <a:lnTo>
                    <a:pt x="13813" y="355"/>
                  </a:lnTo>
                  <a:lnTo>
                    <a:pt x="13813" y="211"/>
                  </a:lnTo>
                  <a:cubicBezTo>
                    <a:pt x="13813" y="96"/>
                    <a:pt x="13717" y="0"/>
                    <a:pt x="13602"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1" name="Google Shape;6701;p62"/>
            <p:cNvSpPr/>
            <p:nvPr/>
          </p:nvSpPr>
          <p:spPr>
            <a:xfrm>
              <a:off x="5852359" y="2528493"/>
              <a:ext cx="182352" cy="249660"/>
            </a:xfrm>
            <a:custGeom>
              <a:avLst/>
              <a:gdLst/>
              <a:ahLst/>
              <a:cxnLst/>
              <a:rect l="l" t="t" r="r" b="b"/>
              <a:pathLst>
                <a:path w="6960" h="9529" extrusionOk="0">
                  <a:moveTo>
                    <a:pt x="1" y="1"/>
                  </a:moveTo>
                  <a:lnTo>
                    <a:pt x="1" y="9529"/>
                  </a:lnTo>
                  <a:lnTo>
                    <a:pt x="6960" y="9529"/>
                  </a:lnTo>
                  <a:lnTo>
                    <a:pt x="6960" y="1"/>
                  </a:lnTo>
                  <a:close/>
                </a:path>
              </a:pathLst>
            </a:custGeom>
            <a:solidFill>
              <a:srgbClr val="E1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2" name="Google Shape;6702;p62"/>
            <p:cNvSpPr/>
            <p:nvPr/>
          </p:nvSpPr>
          <p:spPr>
            <a:xfrm>
              <a:off x="5838551" y="2508922"/>
              <a:ext cx="209967" cy="19860"/>
            </a:xfrm>
            <a:custGeom>
              <a:avLst/>
              <a:gdLst/>
              <a:ahLst/>
              <a:cxnLst/>
              <a:rect l="l" t="t" r="r" b="b"/>
              <a:pathLst>
                <a:path w="8014" h="758" extrusionOk="0">
                  <a:moveTo>
                    <a:pt x="211" y="0"/>
                  </a:moveTo>
                  <a:cubicBezTo>
                    <a:pt x="96" y="0"/>
                    <a:pt x="0" y="96"/>
                    <a:pt x="0" y="211"/>
                  </a:cubicBezTo>
                  <a:lnTo>
                    <a:pt x="0" y="547"/>
                  </a:lnTo>
                  <a:cubicBezTo>
                    <a:pt x="0" y="662"/>
                    <a:pt x="96" y="757"/>
                    <a:pt x="211" y="757"/>
                  </a:cubicBezTo>
                  <a:lnTo>
                    <a:pt x="7813" y="757"/>
                  </a:lnTo>
                  <a:cubicBezTo>
                    <a:pt x="7928" y="757"/>
                    <a:pt x="8014" y="662"/>
                    <a:pt x="8014" y="547"/>
                  </a:cubicBezTo>
                  <a:lnTo>
                    <a:pt x="8014" y="211"/>
                  </a:lnTo>
                  <a:cubicBezTo>
                    <a:pt x="8014" y="96"/>
                    <a:pt x="7928" y="0"/>
                    <a:pt x="7813"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3" name="Google Shape;6703;p62"/>
            <p:cNvSpPr/>
            <p:nvPr/>
          </p:nvSpPr>
          <p:spPr>
            <a:xfrm>
              <a:off x="6014589" y="2508922"/>
              <a:ext cx="33929" cy="19598"/>
            </a:xfrm>
            <a:custGeom>
              <a:avLst/>
              <a:gdLst/>
              <a:ahLst/>
              <a:cxnLst/>
              <a:rect l="l" t="t" r="r" b="b"/>
              <a:pathLst>
                <a:path w="1295" h="748" extrusionOk="0">
                  <a:moveTo>
                    <a:pt x="1" y="0"/>
                  </a:moveTo>
                  <a:lnTo>
                    <a:pt x="1" y="748"/>
                  </a:lnTo>
                  <a:lnTo>
                    <a:pt x="1094" y="748"/>
                  </a:lnTo>
                  <a:cubicBezTo>
                    <a:pt x="1209" y="748"/>
                    <a:pt x="1295" y="652"/>
                    <a:pt x="1295" y="537"/>
                  </a:cubicBezTo>
                  <a:lnTo>
                    <a:pt x="1295" y="201"/>
                  </a:lnTo>
                  <a:cubicBezTo>
                    <a:pt x="1295" y="86"/>
                    <a:pt x="1209" y="0"/>
                    <a:pt x="1094"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4" name="Google Shape;6704;p62"/>
            <p:cNvSpPr/>
            <p:nvPr/>
          </p:nvSpPr>
          <p:spPr>
            <a:xfrm>
              <a:off x="5762467" y="2565173"/>
              <a:ext cx="89918" cy="19598"/>
            </a:xfrm>
            <a:custGeom>
              <a:avLst/>
              <a:gdLst/>
              <a:ahLst/>
              <a:cxnLst/>
              <a:rect l="l" t="t" r="r" b="b"/>
              <a:pathLst>
                <a:path w="3432" h="748" extrusionOk="0">
                  <a:moveTo>
                    <a:pt x="201" y="0"/>
                  </a:moveTo>
                  <a:cubicBezTo>
                    <a:pt x="96" y="0"/>
                    <a:pt x="10" y="87"/>
                    <a:pt x="0" y="202"/>
                  </a:cubicBezTo>
                  <a:lnTo>
                    <a:pt x="0" y="547"/>
                  </a:lnTo>
                  <a:cubicBezTo>
                    <a:pt x="10" y="652"/>
                    <a:pt x="96" y="748"/>
                    <a:pt x="201" y="748"/>
                  </a:cubicBezTo>
                  <a:lnTo>
                    <a:pt x="3432" y="748"/>
                  </a:lnTo>
                  <a:lnTo>
                    <a:pt x="3432" y="0"/>
                  </a:ln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5" name="Google Shape;6705;p62"/>
            <p:cNvSpPr/>
            <p:nvPr/>
          </p:nvSpPr>
          <p:spPr>
            <a:xfrm>
              <a:off x="5835041" y="2565173"/>
              <a:ext cx="17344" cy="19598"/>
            </a:xfrm>
            <a:custGeom>
              <a:avLst/>
              <a:gdLst/>
              <a:ahLst/>
              <a:cxnLst/>
              <a:rect l="l" t="t" r="r" b="b"/>
              <a:pathLst>
                <a:path w="662" h="748" extrusionOk="0">
                  <a:moveTo>
                    <a:pt x="0" y="0"/>
                  </a:moveTo>
                  <a:lnTo>
                    <a:pt x="0" y="748"/>
                  </a:lnTo>
                  <a:lnTo>
                    <a:pt x="662" y="748"/>
                  </a:lnTo>
                  <a:lnTo>
                    <a:pt x="662" y="0"/>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6" name="Google Shape;6706;p62"/>
            <p:cNvSpPr/>
            <p:nvPr/>
          </p:nvSpPr>
          <p:spPr>
            <a:xfrm>
              <a:off x="5835041" y="2565173"/>
              <a:ext cx="17344" cy="19598"/>
            </a:xfrm>
            <a:custGeom>
              <a:avLst/>
              <a:gdLst/>
              <a:ahLst/>
              <a:cxnLst/>
              <a:rect l="l" t="t" r="r" b="b"/>
              <a:pathLst>
                <a:path w="662" h="748" extrusionOk="0">
                  <a:moveTo>
                    <a:pt x="0" y="0"/>
                  </a:moveTo>
                  <a:lnTo>
                    <a:pt x="0" y="748"/>
                  </a:lnTo>
                  <a:lnTo>
                    <a:pt x="662" y="748"/>
                  </a:lnTo>
                  <a:lnTo>
                    <a:pt x="662" y="0"/>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7" name="Google Shape;6707;p62"/>
            <p:cNvSpPr/>
            <p:nvPr/>
          </p:nvSpPr>
          <p:spPr>
            <a:xfrm>
              <a:off x="5894803" y="2686217"/>
              <a:ext cx="97726" cy="91936"/>
            </a:xfrm>
            <a:custGeom>
              <a:avLst/>
              <a:gdLst/>
              <a:ahLst/>
              <a:cxnLst/>
              <a:rect l="l" t="t" r="r" b="b"/>
              <a:pathLst>
                <a:path w="3730" h="3509" extrusionOk="0">
                  <a:moveTo>
                    <a:pt x="576" y="0"/>
                  </a:moveTo>
                  <a:cubicBezTo>
                    <a:pt x="259" y="0"/>
                    <a:pt x="1" y="250"/>
                    <a:pt x="1" y="576"/>
                  </a:cubicBezTo>
                  <a:lnTo>
                    <a:pt x="1" y="3509"/>
                  </a:lnTo>
                  <a:lnTo>
                    <a:pt x="3729" y="3509"/>
                  </a:lnTo>
                  <a:lnTo>
                    <a:pt x="3720" y="3499"/>
                  </a:lnTo>
                  <a:lnTo>
                    <a:pt x="3720" y="576"/>
                  </a:lnTo>
                  <a:cubicBezTo>
                    <a:pt x="3720" y="250"/>
                    <a:pt x="3461" y="0"/>
                    <a:pt x="3145"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8" name="Google Shape;6708;p62"/>
            <p:cNvSpPr/>
            <p:nvPr/>
          </p:nvSpPr>
          <p:spPr>
            <a:xfrm>
              <a:off x="5930959" y="2686217"/>
              <a:ext cx="25152" cy="91700"/>
            </a:xfrm>
            <a:custGeom>
              <a:avLst/>
              <a:gdLst/>
              <a:ahLst/>
              <a:cxnLst/>
              <a:rect l="l" t="t" r="r" b="b"/>
              <a:pathLst>
                <a:path w="960" h="3500" extrusionOk="0">
                  <a:moveTo>
                    <a:pt x="1" y="0"/>
                  </a:moveTo>
                  <a:lnTo>
                    <a:pt x="1" y="3499"/>
                  </a:lnTo>
                  <a:lnTo>
                    <a:pt x="959" y="3499"/>
                  </a:lnTo>
                  <a:lnTo>
                    <a:pt x="959" y="0"/>
                  </a:ln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09" name="Google Shape;6709;p62"/>
            <p:cNvSpPr/>
            <p:nvPr/>
          </p:nvSpPr>
          <p:spPr>
            <a:xfrm>
              <a:off x="5770484" y="2584745"/>
              <a:ext cx="81901" cy="193173"/>
            </a:xfrm>
            <a:custGeom>
              <a:avLst/>
              <a:gdLst/>
              <a:ahLst/>
              <a:cxnLst/>
              <a:rect l="l" t="t" r="r" b="b"/>
              <a:pathLst>
                <a:path w="3126" h="7373" extrusionOk="0">
                  <a:moveTo>
                    <a:pt x="1" y="1"/>
                  </a:moveTo>
                  <a:lnTo>
                    <a:pt x="1" y="7372"/>
                  </a:lnTo>
                  <a:lnTo>
                    <a:pt x="3126" y="7372"/>
                  </a:lnTo>
                  <a:lnTo>
                    <a:pt x="3126" y="1"/>
                  </a:lnTo>
                  <a:close/>
                </a:path>
              </a:pathLst>
            </a:custGeom>
            <a:solidFill>
              <a:srgbClr val="E1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0" name="Google Shape;6710;p62"/>
            <p:cNvSpPr/>
            <p:nvPr/>
          </p:nvSpPr>
          <p:spPr>
            <a:xfrm>
              <a:off x="5835041" y="2584745"/>
              <a:ext cx="17344" cy="193173"/>
            </a:xfrm>
            <a:custGeom>
              <a:avLst/>
              <a:gdLst/>
              <a:ahLst/>
              <a:cxnLst/>
              <a:rect l="l" t="t" r="r" b="b"/>
              <a:pathLst>
                <a:path w="662" h="7373" extrusionOk="0">
                  <a:moveTo>
                    <a:pt x="0" y="1"/>
                  </a:moveTo>
                  <a:lnTo>
                    <a:pt x="0" y="7372"/>
                  </a:lnTo>
                  <a:lnTo>
                    <a:pt x="662" y="7372"/>
                  </a:lnTo>
                  <a:lnTo>
                    <a:pt x="662" y="1"/>
                  </a:lnTo>
                  <a:close/>
                </a:path>
              </a:pathLst>
            </a:custGeom>
            <a:solidFill>
              <a:srgbClr val="C8D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1" name="Google Shape;6711;p62"/>
            <p:cNvSpPr/>
            <p:nvPr/>
          </p:nvSpPr>
          <p:spPr>
            <a:xfrm>
              <a:off x="5835041" y="2584745"/>
              <a:ext cx="17344" cy="193173"/>
            </a:xfrm>
            <a:custGeom>
              <a:avLst/>
              <a:gdLst/>
              <a:ahLst/>
              <a:cxnLst/>
              <a:rect l="l" t="t" r="r" b="b"/>
              <a:pathLst>
                <a:path w="662" h="7373" extrusionOk="0">
                  <a:moveTo>
                    <a:pt x="0" y="1"/>
                  </a:moveTo>
                  <a:lnTo>
                    <a:pt x="0" y="7372"/>
                  </a:lnTo>
                  <a:lnTo>
                    <a:pt x="662" y="7372"/>
                  </a:lnTo>
                  <a:lnTo>
                    <a:pt x="662" y="1"/>
                  </a:lnTo>
                  <a:close/>
                </a:path>
              </a:pathLst>
            </a:custGeom>
            <a:solidFill>
              <a:srgbClr val="C8D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2" name="Google Shape;6712;p62"/>
            <p:cNvSpPr/>
            <p:nvPr/>
          </p:nvSpPr>
          <p:spPr>
            <a:xfrm>
              <a:off x="6034685" y="2584745"/>
              <a:ext cx="81901" cy="193408"/>
            </a:xfrm>
            <a:custGeom>
              <a:avLst/>
              <a:gdLst/>
              <a:ahLst/>
              <a:cxnLst/>
              <a:rect l="l" t="t" r="r" b="b"/>
              <a:pathLst>
                <a:path w="3126" h="7382" extrusionOk="0">
                  <a:moveTo>
                    <a:pt x="1" y="1"/>
                  </a:moveTo>
                  <a:lnTo>
                    <a:pt x="1" y="7382"/>
                  </a:lnTo>
                  <a:lnTo>
                    <a:pt x="3126" y="7382"/>
                  </a:lnTo>
                  <a:lnTo>
                    <a:pt x="3126" y="1"/>
                  </a:lnTo>
                  <a:close/>
                </a:path>
              </a:pathLst>
            </a:custGeom>
            <a:solidFill>
              <a:srgbClr val="E1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3" name="Google Shape;6713;p62"/>
            <p:cNvSpPr/>
            <p:nvPr/>
          </p:nvSpPr>
          <p:spPr>
            <a:xfrm>
              <a:off x="6034685" y="2584745"/>
              <a:ext cx="17371" cy="193173"/>
            </a:xfrm>
            <a:custGeom>
              <a:avLst/>
              <a:gdLst/>
              <a:ahLst/>
              <a:cxnLst/>
              <a:rect l="l" t="t" r="r" b="b"/>
              <a:pathLst>
                <a:path w="663" h="7373" extrusionOk="0">
                  <a:moveTo>
                    <a:pt x="1" y="1"/>
                  </a:moveTo>
                  <a:lnTo>
                    <a:pt x="1" y="7372"/>
                  </a:lnTo>
                  <a:lnTo>
                    <a:pt x="662" y="7372"/>
                  </a:lnTo>
                  <a:lnTo>
                    <a:pt x="662" y="1"/>
                  </a:lnTo>
                  <a:close/>
                </a:path>
              </a:pathLst>
            </a:custGeom>
            <a:solidFill>
              <a:srgbClr val="C8D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4" name="Google Shape;6714;p62"/>
            <p:cNvSpPr/>
            <p:nvPr/>
          </p:nvSpPr>
          <p:spPr>
            <a:xfrm>
              <a:off x="5872192" y="2567400"/>
              <a:ext cx="29920" cy="58819"/>
            </a:xfrm>
            <a:custGeom>
              <a:avLst/>
              <a:gdLst/>
              <a:ahLst/>
              <a:cxnLst/>
              <a:rect l="l" t="t" r="r" b="b"/>
              <a:pathLst>
                <a:path w="1142" h="2245" extrusionOk="0">
                  <a:moveTo>
                    <a:pt x="206" y="1"/>
                  </a:moveTo>
                  <a:cubicBezTo>
                    <a:pt x="89" y="1"/>
                    <a:pt x="1" y="102"/>
                    <a:pt x="1" y="212"/>
                  </a:cubicBezTo>
                  <a:lnTo>
                    <a:pt x="1" y="2024"/>
                  </a:lnTo>
                  <a:cubicBezTo>
                    <a:pt x="1" y="2149"/>
                    <a:pt x="97" y="2245"/>
                    <a:pt x="221" y="2245"/>
                  </a:cubicBezTo>
                  <a:lnTo>
                    <a:pt x="921" y="2245"/>
                  </a:lnTo>
                  <a:cubicBezTo>
                    <a:pt x="1046" y="2245"/>
                    <a:pt x="1142" y="2139"/>
                    <a:pt x="1142" y="2024"/>
                  </a:cubicBezTo>
                  <a:lnTo>
                    <a:pt x="1142" y="212"/>
                  </a:lnTo>
                  <a:cubicBezTo>
                    <a:pt x="1142" y="102"/>
                    <a:pt x="1045" y="1"/>
                    <a:pt x="936" y="1"/>
                  </a:cubicBezTo>
                  <a:cubicBezTo>
                    <a:pt x="931" y="1"/>
                    <a:pt x="926" y="1"/>
                    <a:pt x="921" y="2"/>
                  </a:cubicBezTo>
                  <a:lnTo>
                    <a:pt x="221" y="2"/>
                  </a:lnTo>
                  <a:cubicBezTo>
                    <a:pt x="216" y="1"/>
                    <a:pt x="211" y="1"/>
                    <a:pt x="206"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5" name="Google Shape;6715;p62"/>
            <p:cNvSpPr/>
            <p:nvPr/>
          </p:nvSpPr>
          <p:spPr>
            <a:xfrm>
              <a:off x="5928706" y="2567400"/>
              <a:ext cx="29920" cy="58819"/>
            </a:xfrm>
            <a:custGeom>
              <a:avLst/>
              <a:gdLst/>
              <a:ahLst/>
              <a:cxnLst/>
              <a:rect l="l" t="t" r="r" b="b"/>
              <a:pathLst>
                <a:path w="1142" h="2245" extrusionOk="0">
                  <a:moveTo>
                    <a:pt x="205" y="1"/>
                  </a:moveTo>
                  <a:cubicBezTo>
                    <a:pt x="89" y="1"/>
                    <a:pt x="1" y="102"/>
                    <a:pt x="1" y="212"/>
                  </a:cubicBezTo>
                  <a:lnTo>
                    <a:pt x="1" y="2024"/>
                  </a:lnTo>
                  <a:cubicBezTo>
                    <a:pt x="1" y="2149"/>
                    <a:pt x="97" y="2245"/>
                    <a:pt x="221" y="2245"/>
                  </a:cubicBezTo>
                  <a:lnTo>
                    <a:pt x="911" y="2245"/>
                  </a:lnTo>
                  <a:cubicBezTo>
                    <a:pt x="1036" y="2245"/>
                    <a:pt x="1141" y="2149"/>
                    <a:pt x="1141" y="2024"/>
                  </a:cubicBezTo>
                  <a:lnTo>
                    <a:pt x="1141" y="212"/>
                  </a:lnTo>
                  <a:cubicBezTo>
                    <a:pt x="1141" y="102"/>
                    <a:pt x="1045" y="1"/>
                    <a:pt x="935" y="1"/>
                  </a:cubicBezTo>
                  <a:cubicBezTo>
                    <a:pt x="931" y="1"/>
                    <a:pt x="926" y="1"/>
                    <a:pt x="921" y="2"/>
                  </a:cubicBezTo>
                  <a:lnTo>
                    <a:pt x="221" y="2"/>
                  </a:lnTo>
                  <a:cubicBezTo>
                    <a:pt x="216" y="1"/>
                    <a:pt x="211" y="1"/>
                    <a:pt x="205"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6" name="Google Shape;6716;p62"/>
            <p:cNvSpPr/>
            <p:nvPr/>
          </p:nvSpPr>
          <p:spPr>
            <a:xfrm>
              <a:off x="5984957" y="2567400"/>
              <a:ext cx="29920" cy="58819"/>
            </a:xfrm>
            <a:custGeom>
              <a:avLst/>
              <a:gdLst/>
              <a:ahLst/>
              <a:cxnLst/>
              <a:rect l="l" t="t" r="r" b="b"/>
              <a:pathLst>
                <a:path w="1142" h="2245" extrusionOk="0">
                  <a:moveTo>
                    <a:pt x="206" y="1"/>
                  </a:moveTo>
                  <a:cubicBezTo>
                    <a:pt x="89" y="1"/>
                    <a:pt x="1" y="102"/>
                    <a:pt x="1" y="212"/>
                  </a:cubicBezTo>
                  <a:lnTo>
                    <a:pt x="1" y="2024"/>
                  </a:lnTo>
                  <a:cubicBezTo>
                    <a:pt x="1" y="2149"/>
                    <a:pt x="97" y="2245"/>
                    <a:pt x="221" y="2245"/>
                  </a:cubicBezTo>
                  <a:lnTo>
                    <a:pt x="921" y="2245"/>
                  </a:lnTo>
                  <a:cubicBezTo>
                    <a:pt x="1036" y="2245"/>
                    <a:pt x="1141" y="2149"/>
                    <a:pt x="1132" y="2024"/>
                  </a:cubicBezTo>
                  <a:lnTo>
                    <a:pt x="1132" y="212"/>
                  </a:lnTo>
                  <a:cubicBezTo>
                    <a:pt x="1132" y="102"/>
                    <a:pt x="1044" y="1"/>
                    <a:pt x="936" y="1"/>
                  </a:cubicBezTo>
                  <a:cubicBezTo>
                    <a:pt x="931" y="1"/>
                    <a:pt x="926" y="1"/>
                    <a:pt x="921" y="2"/>
                  </a:cubicBezTo>
                  <a:lnTo>
                    <a:pt x="221" y="2"/>
                  </a:lnTo>
                  <a:cubicBezTo>
                    <a:pt x="216" y="1"/>
                    <a:pt x="211" y="1"/>
                    <a:pt x="206"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7" name="Google Shape;6717;p62"/>
            <p:cNvSpPr/>
            <p:nvPr/>
          </p:nvSpPr>
          <p:spPr>
            <a:xfrm>
              <a:off x="5796369" y="2651817"/>
              <a:ext cx="29894" cy="59029"/>
            </a:xfrm>
            <a:custGeom>
              <a:avLst/>
              <a:gdLst/>
              <a:ahLst/>
              <a:cxnLst/>
              <a:rect l="l" t="t" r="r" b="b"/>
              <a:pathLst>
                <a:path w="1141" h="2253" extrusionOk="0">
                  <a:moveTo>
                    <a:pt x="221" y="0"/>
                  </a:moveTo>
                  <a:cubicBezTo>
                    <a:pt x="106" y="0"/>
                    <a:pt x="0" y="96"/>
                    <a:pt x="10" y="221"/>
                  </a:cubicBezTo>
                  <a:lnTo>
                    <a:pt x="10" y="2032"/>
                  </a:lnTo>
                  <a:cubicBezTo>
                    <a:pt x="0" y="2147"/>
                    <a:pt x="106" y="2253"/>
                    <a:pt x="221" y="2253"/>
                  </a:cubicBezTo>
                  <a:lnTo>
                    <a:pt x="920" y="2253"/>
                  </a:lnTo>
                  <a:cubicBezTo>
                    <a:pt x="1045" y="2253"/>
                    <a:pt x="1141" y="2147"/>
                    <a:pt x="1141" y="2032"/>
                  </a:cubicBezTo>
                  <a:lnTo>
                    <a:pt x="1141" y="221"/>
                  </a:lnTo>
                  <a:cubicBezTo>
                    <a:pt x="1141" y="96"/>
                    <a:pt x="1045" y="0"/>
                    <a:pt x="920"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8" name="Google Shape;6718;p62"/>
            <p:cNvSpPr/>
            <p:nvPr/>
          </p:nvSpPr>
          <p:spPr>
            <a:xfrm>
              <a:off x="6060806" y="2651817"/>
              <a:ext cx="29658" cy="59029"/>
            </a:xfrm>
            <a:custGeom>
              <a:avLst/>
              <a:gdLst/>
              <a:ahLst/>
              <a:cxnLst/>
              <a:rect l="l" t="t" r="r" b="b"/>
              <a:pathLst>
                <a:path w="1132" h="2253" extrusionOk="0">
                  <a:moveTo>
                    <a:pt x="221" y="0"/>
                  </a:moveTo>
                  <a:cubicBezTo>
                    <a:pt x="96" y="0"/>
                    <a:pt x="1" y="96"/>
                    <a:pt x="1" y="221"/>
                  </a:cubicBezTo>
                  <a:lnTo>
                    <a:pt x="1" y="2032"/>
                  </a:lnTo>
                  <a:cubicBezTo>
                    <a:pt x="1" y="2147"/>
                    <a:pt x="96" y="2253"/>
                    <a:pt x="221" y="2253"/>
                  </a:cubicBezTo>
                  <a:lnTo>
                    <a:pt x="921" y="2253"/>
                  </a:lnTo>
                  <a:cubicBezTo>
                    <a:pt x="1036" y="2253"/>
                    <a:pt x="1132" y="2147"/>
                    <a:pt x="1132" y="2032"/>
                  </a:cubicBezTo>
                  <a:lnTo>
                    <a:pt x="1132" y="221"/>
                  </a:lnTo>
                  <a:cubicBezTo>
                    <a:pt x="1132" y="96"/>
                    <a:pt x="1036" y="0"/>
                    <a:pt x="921"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19" name="Google Shape;6719;p62"/>
            <p:cNvSpPr/>
            <p:nvPr/>
          </p:nvSpPr>
          <p:spPr>
            <a:xfrm>
              <a:off x="6034685" y="2565173"/>
              <a:ext cx="89945" cy="19860"/>
            </a:xfrm>
            <a:custGeom>
              <a:avLst/>
              <a:gdLst/>
              <a:ahLst/>
              <a:cxnLst/>
              <a:rect l="l" t="t" r="r" b="b"/>
              <a:pathLst>
                <a:path w="3433" h="758" extrusionOk="0">
                  <a:moveTo>
                    <a:pt x="1" y="0"/>
                  </a:moveTo>
                  <a:lnTo>
                    <a:pt x="1" y="758"/>
                  </a:lnTo>
                  <a:lnTo>
                    <a:pt x="3221" y="758"/>
                  </a:lnTo>
                  <a:cubicBezTo>
                    <a:pt x="3336" y="758"/>
                    <a:pt x="3432" y="662"/>
                    <a:pt x="3432" y="547"/>
                  </a:cubicBezTo>
                  <a:lnTo>
                    <a:pt x="3432" y="211"/>
                  </a:lnTo>
                  <a:cubicBezTo>
                    <a:pt x="3432" y="96"/>
                    <a:pt x="3336" y="0"/>
                    <a:pt x="3221"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0" name="Google Shape;6720;p62"/>
            <p:cNvSpPr/>
            <p:nvPr/>
          </p:nvSpPr>
          <p:spPr>
            <a:xfrm>
              <a:off x="6034685" y="2565173"/>
              <a:ext cx="17371" cy="19598"/>
            </a:xfrm>
            <a:custGeom>
              <a:avLst/>
              <a:gdLst/>
              <a:ahLst/>
              <a:cxnLst/>
              <a:rect l="l" t="t" r="r" b="b"/>
              <a:pathLst>
                <a:path w="663" h="748" extrusionOk="0">
                  <a:moveTo>
                    <a:pt x="1" y="0"/>
                  </a:moveTo>
                  <a:lnTo>
                    <a:pt x="1" y="748"/>
                  </a:lnTo>
                  <a:lnTo>
                    <a:pt x="662" y="748"/>
                  </a:lnTo>
                  <a:lnTo>
                    <a:pt x="662" y="0"/>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1" name="Google Shape;6721;p62"/>
            <p:cNvSpPr/>
            <p:nvPr/>
          </p:nvSpPr>
          <p:spPr>
            <a:xfrm>
              <a:off x="5892550" y="2436584"/>
              <a:ext cx="101735" cy="72364"/>
            </a:xfrm>
            <a:custGeom>
              <a:avLst/>
              <a:gdLst/>
              <a:ahLst/>
              <a:cxnLst/>
              <a:rect l="l" t="t" r="r" b="b"/>
              <a:pathLst>
                <a:path w="3883" h="2762" extrusionOk="0">
                  <a:moveTo>
                    <a:pt x="451" y="1"/>
                  </a:moveTo>
                  <a:cubicBezTo>
                    <a:pt x="202" y="1"/>
                    <a:pt x="0" y="202"/>
                    <a:pt x="0" y="451"/>
                  </a:cubicBezTo>
                  <a:lnTo>
                    <a:pt x="0" y="2761"/>
                  </a:lnTo>
                  <a:lnTo>
                    <a:pt x="3882" y="2761"/>
                  </a:lnTo>
                  <a:lnTo>
                    <a:pt x="3882" y="451"/>
                  </a:lnTo>
                  <a:cubicBezTo>
                    <a:pt x="3882" y="202"/>
                    <a:pt x="3681" y="1"/>
                    <a:pt x="343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2" name="Google Shape;6722;p62"/>
            <p:cNvSpPr/>
            <p:nvPr/>
          </p:nvSpPr>
          <p:spPr>
            <a:xfrm>
              <a:off x="5976416" y="2436584"/>
              <a:ext cx="18130" cy="72364"/>
            </a:xfrm>
            <a:custGeom>
              <a:avLst/>
              <a:gdLst/>
              <a:ahLst/>
              <a:cxnLst/>
              <a:rect l="l" t="t" r="r" b="b"/>
              <a:pathLst>
                <a:path w="692" h="2762" extrusionOk="0">
                  <a:moveTo>
                    <a:pt x="1" y="1"/>
                  </a:moveTo>
                  <a:lnTo>
                    <a:pt x="1" y="2761"/>
                  </a:lnTo>
                  <a:lnTo>
                    <a:pt x="691" y="2761"/>
                  </a:lnTo>
                  <a:lnTo>
                    <a:pt x="691" y="451"/>
                  </a:lnTo>
                  <a:cubicBezTo>
                    <a:pt x="691" y="202"/>
                    <a:pt x="490" y="1"/>
                    <a:pt x="241" y="1"/>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3" name="Google Shape;6723;p62"/>
            <p:cNvSpPr/>
            <p:nvPr/>
          </p:nvSpPr>
          <p:spPr>
            <a:xfrm>
              <a:off x="5919405" y="2450706"/>
              <a:ext cx="48260" cy="44619"/>
            </a:xfrm>
            <a:custGeom>
              <a:avLst/>
              <a:gdLst/>
              <a:ahLst/>
              <a:cxnLst/>
              <a:rect l="l" t="t" r="r" b="b"/>
              <a:pathLst>
                <a:path w="1842" h="1703" extrusionOk="0">
                  <a:moveTo>
                    <a:pt x="921" y="1"/>
                  </a:moveTo>
                  <a:cubicBezTo>
                    <a:pt x="816" y="1"/>
                    <a:pt x="710" y="70"/>
                    <a:pt x="710" y="209"/>
                  </a:cubicBezTo>
                  <a:lnTo>
                    <a:pt x="710" y="641"/>
                  </a:lnTo>
                  <a:lnTo>
                    <a:pt x="279" y="641"/>
                  </a:lnTo>
                  <a:cubicBezTo>
                    <a:pt x="1" y="641"/>
                    <a:pt x="1" y="1062"/>
                    <a:pt x="279" y="1062"/>
                  </a:cubicBezTo>
                  <a:lnTo>
                    <a:pt x="710" y="1062"/>
                  </a:lnTo>
                  <a:lnTo>
                    <a:pt x="710" y="1494"/>
                  </a:lnTo>
                  <a:cubicBezTo>
                    <a:pt x="710" y="1633"/>
                    <a:pt x="816" y="1702"/>
                    <a:pt x="921" y="1702"/>
                  </a:cubicBezTo>
                  <a:cubicBezTo>
                    <a:pt x="1027" y="1702"/>
                    <a:pt x="1132" y="1633"/>
                    <a:pt x="1132" y="1494"/>
                  </a:cubicBezTo>
                  <a:lnTo>
                    <a:pt x="1132" y="1062"/>
                  </a:lnTo>
                  <a:lnTo>
                    <a:pt x="1563" y="1062"/>
                  </a:lnTo>
                  <a:cubicBezTo>
                    <a:pt x="1841" y="1062"/>
                    <a:pt x="1841" y="641"/>
                    <a:pt x="1563" y="641"/>
                  </a:cubicBezTo>
                  <a:lnTo>
                    <a:pt x="1132" y="641"/>
                  </a:lnTo>
                  <a:lnTo>
                    <a:pt x="1132" y="209"/>
                  </a:lnTo>
                  <a:cubicBezTo>
                    <a:pt x="1132" y="70"/>
                    <a:pt x="1027" y="1"/>
                    <a:pt x="92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24" name="Google Shape;6724;p62"/>
          <p:cNvGrpSpPr/>
          <p:nvPr/>
        </p:nvGrpSpPr>
        <p:grpSpPr>
          <a:xfrm>
            <a:off x="5319646" y="2256454"/>
            <a:ext cx="362922" cy="361219"/>
            <a:chOff x="5323721" y="2437029"/>
            <a:chExt cx="362922" cy="361219"/>
          </a:xfrm>
        </p:grpSpPr>
        <p:sp>
          <p:nvSpPr>
            <p:cNvPr id="6725" name="Google Shape;6725;p62"/>
            <p:cNvSpPr/>
            <p:nvPr/>
          </p:nvSpPr>
          <p:spPr>
            <a:xfrm>
              <a:off x="5611528" y="2437029"/>
              <a:ext cx="75115" cy="73989"/>
            </a:xfrm>
            <a:custGeom>
              <a:avLst/>
              <a:gdLst/>
              <a:ahLst/>
              <a:cxnLst/>
              <a:rect l="l" t="t" r="r" b="b"/>
              <a:pathLst>
                <a:path w="2867" h="2824" extrusionOk="0">
                  <a:moveTo>
                    <a:pt x="293" y="0"/>
                  </a:moveTo>
                  <a:cubicBezTo>
                    <a:pt x="226" y="0"/>
                    <a:pt x="158" y="27"/>
                    <a:pt x="106" y="79"/>
                  </a:cubicBezTo>
                  <a:lnTo>
                    <a:pt x="96" y="89"/>
                  </a:lnTo>
                  <a:cubicBezTo>
                    <a:pt x="0" y="185"/>
                    <a:pt x="0" y="348"/>
                    <a:pt x="96" y="453"/>
                  </a:cubicBezTo>
                  <a:lnTo>
                    <a:pt x="2387" y="2744"/>
                  </a:lnTo>
                  <a:cubicBezTo>
                    <a:pt x="2440" y="2797"/>
                    <a:pt x="2507" y="2823"/>
                    <a:pt x="2574" y="2823"/>
                  </a:cubicBezTo>
                  <a:cubicBezTo>
                    <a:pt x="2641" y="2823"/>
                    <a:pt x="2708" y="2797"/>
                    <a:pt x="2761" y="2744"/>
                  </a:cubicBezTo>
                  <a:lnTo>
                    <a:pt x="2770" y="2735"/>
                  </a:lnTo>
                  <a:cubicBezTo>
                    <a:pt x="2866" y="2629"/>
                    <a:pt x="2866" y="2466"/>
                    <a:pt x="2770" y="2361"/>
                  </a:cubicBezTo>
                  <a:lnTo>
                    <a:pt x="480" y="79"/>
                  </a:lnTo>
                  <a:cubicBezTo>
                    <a:pt x="427" y="27"/>
                    <a:pt x="360" y="0"/>
                    <a:pt x="293"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6" name="Google Shape;6726;p62"/>
            <p:cNvSpPr/>
            <p:nvPr/>
          </p:nvSpPr>
          <p:spPr>
            <a:xfrm>
              <a:off x="5323721" y="2714042"/>
              <a:ext cx="88346" cy="84207"/>
            </a:xfrm>
            <a:custGeom>
              <a:avLst/>
              <a:gdLst/>
              <a:ahLst/>
              <a:cxnLst/>
              <a:rect l="l" t="t" r="r" b="b"/>
              <a:pathLst>
                <a:path w="3372" h="3214" extrusionOk="0">
                  <a:moveTo>
                    <a:pt x="3082" y="1"/>
                  </a:moveTo>
                  <a:cubicBezTo>
                    <a:pt x="3036" y="1"/>
                    <a:pt x="2987" y="18"/>
                    <a:pt x="2943" y="60"/>
                  </a:cubicBezTo>
                  <a:lnTo>
                    <a:pt x="135" y="2859"/>
                  </a:lnTo>
                  <a:cubicBezTo>
                    <a:pt x="0" y="2993"/>
                    <a:pt x="96" y="3214"/>
                    <a:pt x="278" y="3214"/>
                  </a:cubicBezTo>
                  <a:cubicBezTo>
                    <a:pt x="336" y="3214"/>
                    <a:pt x="384" y="3194"/>
                    <a:pt x="432" y="3156"/>
                  </a:cubicBezTo>
                  <a:lnTo>
                    <a:pt x="3231" y="347"/>
                  </a:lnTo>
                  <a:cubicBezTo>
                    <a:pt x="3371" y="200"/>
                    <a:pt x="3238" y="1"/>
                    <a:pt x="3082"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7" name="Google Shape;6727;p62"/>
            <p:cNvSpPr/>
            <p:nvPr/>
          </p:nvSpPr>
          <p:spPr>
            <a:xfrm>
              <a:off x="5395536" y="2683702"/>
              <a:ext cx="43728" cy="42601"/>
            </a:xfrm>
            <a:custGeom>
              <a:avLst/>
              <a:gdLst/>
              <a:ahLst/>
              <a:cxnLst/>
              <a:rect l="l" t="t" r="r" b="b"/>
              <a:pathLst>
                <a:path w="1669" h="1626" extrusionOk="0">
                  <a:moveTo>
                    <a:pt x="729" y="1"/>
                  </a:moveTo>
                  <a:lnTo>
                    <a:pt x="173" y="557"/>
                  </a:lnTo>
                  <a:cubicBezTo>
                    <a:pt x="1" y="719"/>
                    <a:pt x="1" y="997"/>
                    <a:pt x="173" y="1170"/>
                  </a:cubicBezTo>
                  <a:lnTo>
                    <a:pt x="509" y="1496"/>
                  </a:lnTo>
                  <a:cubicBezTo>
                    <a:pt x="590" y="1582"/>
                    <a:pt x="701" y="1625"/>
                    <a:pt x="812" y="1625"/>
                  </a:cubicBezTo>
                  <a:cubicBezTo>
                    <a:pt x="923" y="1625"/>
                    <a:pt x="1036" y="1582"/>
                    <a:pt x="1122" y="1496"/>
                  </a:cubicBezTo>
                  <a:lnTo>
                    <a:pt x="1669" y="940"/>
                  </a:lnTo>
                  <a:lnTo>
                    <a:pt x="729" y="1"/>
                  </a:lnTo>
                  <a:close/>
                </a:path>
              </a:pathLst>
            </a:custGeom>
            <a:solidFill>
              <a:srgbClr val="E8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8" name="Google Shape;6728;p62"/>
            <p:cNvSpPr/>
            <p:nvPr/>
          </p:nvSpPr>
          <p:spPr>
            <a:xfrm>
              <a:off x="5413640" y="2504651"/>
              <a:ext cx="204936" cy="203155"/>
            </a:xfrm>
            <a:custGeom>
              <a:avLst/>
              <a:gdLst/>
              <a:ahLst/>
              <a:cxnLst/>
              <a:rect l="l" t="t" r="r" b="b"/>
              <a:pathLst>
                <a:path w="7822" h="7754" extrusionOk="0">
                  <a:moveTo>
                    <a:pt x="5358" y="0"/>
                  </a:moveTo>
                  <a:lnTo>
                    <a:pt x="968" y="4390"/>
                  </a:lnTo>
                  <a:cubicBezTo>
                    <a:pt x="326" y="5023"/>
                    <a:pt x="0" y="5914"/>
                    <a:pt x="77" y="6815"/>
                  </a:cubicBezTo>
                  <a:cubicBezTo>
                    <a:pt x="115" y="7314"/>
                    <a:pt x="508" y="7707"/>
                    <a:pt x="1006" y="7745"/>
                  </a:cubicBezTo>
                  <a:cubicBezTo>
                    <a:pt x="1084" y="7751"/>
                    <a:pt x="1162" y="7754"/>
                    <a:pt x="1239" y="7754"/>
                  </a:cubicBezTo>
                  <a:cubicBezTo>
                    <a:pt x="2058" y="7754"/>
                    <a:pt x="2845" y="7432"/>
                    <a:pt x="3432" y="6854"/>
                  </a:cubicBezTo>
                  <a:lnTo>
                    <a:pt x="7822" y="2464"/>
                  </a:lnTo>
                  <a:lnTo>
                    <a:pt x="5358" y="0"/>
                  </a:lnTo>
                  <a:close/>
                </a:path>
              </a:pathLst>
            </a:custGeom>
            <a:solidFill>
              <a:srgbClr val="E8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29" name="Google Shape;6729;p62"/>
            <p:cNvSpPr/>
            <p:nvPr/>
          </p:nvSpPr>
          <p:spPr>
            <a:xfrm>
              <a:off x="5417386" y="2554877"/>
              <a:ext cx="201190" cy="153191"/>
            </a:xfrm>
            <a:custGeom>
              <a:avLst/>
              <a:gdLst/>
              <a:ahLst/>
              <a:cxnLst/>
              <a:rect l="l" t="t" r="r" b="b"/>
              <a:pathLst>
                <a:path w="7679" h="5847" extrusionOk="0">
                  <a:moveTo>
                    <a:pt x="7123" y="0"/>
                  </a:moveTo>
                  <a:lnTo>
                    <a:pt x="6222" y="901"/>
                  </a:lnTo>
                  <a:lnTo>
                    <a:pt x="5723" y="1390"/>
                  </a:lnTo>
                  <a:lnTo>
                    <a:pt x="2733" y="4390"/>
                  </a:lnTo>
                  <a:cubicBezTo>
                    <a:pt x="2152" y="4971"/>
                    <a:pt x="1376" y="5293"/>
                    <a:pt x="567" y="5293"/>
                  </a:cubicBezTo>
                  <a:cubicBezTo>
                    <a:pt x="481" y="5293"/>
                    <a:pt x="394" y="5289"/>
                    <a:pt x="308" y="5282"/>
                  </a:cubicBezTo>
                  <a:cubicBezTo>
                    <a:pt x="202" y="5272"/>
                    <a:pt x="97" y="5253"/>
                    <a:pt x="1" y="5215"/>
                  </a:cubicBezTo>
                  <a:lnTo>
                    <a:pt x="1" y="5215"/>
                  </a:lnTo>
                  <a:cubicBezTo>
                    <a:pt x="145" y="5569"/>
                    <a:pt x="470" y="5809"/>
                    <a:pt x="854" y="5838"/>
                  </a:cubicBezTo>
                  <a:cubicBezTo>
                    <a:pt x="931" y="5844"/>
                    <a:pt x="1009" y="5846"/>
                    <a:pt x="1086" y="5846"/>
                  </a:cubicBezTo>
                  <a:cubicBezTo>
                    <a:pt x="1906" y="5846"/>
                    <a:pt x="2701" y="5524"/>
                    <a:pt x="3279" y="4937"/>
                  </a:cubicBezTo>
                  <a:lnTo>
                    <a:pt x="6279" y="1946"/>
                  </a:lnTo>
                  <a:lnTo>
                    <a:pt x="7679" y="547"/>
                  </a:lnTo>
                  <a:lnTo>
                    <a:pt x="7123" y="0"/>
                  </a:lnTo>
                  <a:close/>
                </a:path>
              </a:pathLst>
            </a:custGeom>
            <a:solidFill>
              <a:srgbClr val="D7DD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0" name="Google Shape;6730;p62"/>
            <p:cNvSpPr/>
            <p:nvPr/>
          </p:nvSpPr>
          <p:spPr>
            <a:xfrm>
              <a:off x="5413640" y="2579243"/>
              <a:ext cx="132362" cy="128563"/>
            </a:xfrm>
            <a:custGeom>
              <a:avLst/>
              <a:gdLst/>
              <a:ahLst/>
              <a:cxnLst/>
              <a:rect l="l" t="t" r="r" b="b"/>
              <a:pathLst>
                <a:path w="5052" h="4907" extrusionOk="0">
                  <a:moveTo>
                    <a:pt x="2511" y="0"/>
                  </a:moveTo>
                  <a:lnTo>
                    <a:pt x="968" y="1543"/>
                  </a:lnTo>
                  <a:cubicBezTo>
                    <a:pt x="326" y="2176"/>
                    <a:pt x="0" y="3067"/>
                    <a:pt x="77" y="3968"/>
                  </a:cubicBezTo>
                  <a:cubicBezTo>
                    <a:pt x="115" y="4467"/>
                    <a:pt x="508" y="4860"/>
                    <a:pt x="1006" y="4898"/>
                  </a:cubicBezTo>
                  <a:cubicBezTo>
                    <a:pt x="1084" y="4904"/>
                    <a:pt x="1162" y="4907"/>
                    <a:pt x="1239" y="4907"/>
                  </a:cubicBezTo>
                  <a:cubicBezTo>
                    <a:pt x="2058" y="4907"/>
                    <a:pt x="2845" y="4585"/>
                    <a:pt x="3432" y="4007"/>
                  </a:cubicBezTo>
                  <a:lnTo>
                    <a:pt x="5052" y="2387"/>
                  </a:lnTo>
                  <a:lnTo>
                    <a:pt x="5052" y="2387"/>
                  </a:lnTo>
                  <a:cubicBezTo>
                    <a:pt x="5052" y="2387"/>
                    <a:pt x="5049" y="2387"/>
                    <a:pt x="5043" y="2387"/>
                  </a:cubicBezTo>
                  <a:cubicBezTo>
                    <a:pt x="4960" y="2387"/>
                    <a:pt x="4252" y="2353"/>
                    <a:pt x="3748" y="1227"/>
                  </a:cubicBezTo>
                  <a:cubicBezTo>
                    <a:pt x="3211" y="29"/>
                    <a:pt x="2511" y="0"/>
                    <a:pt x="2511"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1" name="Google Shape;6731;p62"/>
            <p:cNvSpPr/>
            <p:nvPr/>
          </p:nvSpPr>
          <p:spPr>
            <a:xfrm>
              <a:off x="5417386" y="2632481"/>
              <a:ext cx="128616" cy="75325"/>
            </a:xfrm>
            <a:custGeom>
              <a:avLst/>
              <a:gdLst/>
              <a:ahLst/>
              <a:cxnLst/>
              <a:rect l="l" t="t" r="r" b="b"/>
              <a:pathLst>
                <a:path w="4909" h="2875" extrusionOk="0">
                  <a:moveTo>
                    <a:pt x="4151" y="0"/>
                  </a:moveTo>
                  <a:lnTo>
                    <a:pt x="2742" y="1419"/>
                  </a:lnTo>
                  <a:cubicBezTo>
                    <a:pt x="2162" y="1999"/>
                    <a:pt x="1378" y="2321"/>
                    <a:pt x="574" y="2321"/>
                  </a:cubicBezTo>
                  <a:cubicBezTo>
                    <a:pt x="489" y="2321"/>
                    <a:pt x="403" y="2318"/>
                    <a:pt x="317" y="2310"/>
                  </a:cubicBezTo>
                  <a:cubicBezTo>
                    <a:pt x="202" y="2301"/>
                    <a:pt x="106" y="2281"/>
                    <a:pt x="1" y="2243"/>
                  </a:cubicBezTo>
                  <a:lnTo>
                    <a:pt x="1" y="2243"/>
                  </a:lnTo>
                  <a:cubicBezTo>
                    <a:pt x="154" y="2598"/>
                    <a:pt x="480" y="2837"/>
                    <a:pt x="863" y="2866"/>
                  </a:cubicBezTo>
                  <a:cubicBezTo>
                    <a:pt x="941" y="2872"/>
                    <a:pt x="1019" y="2875"/>
                    <a:pt x="1096" y="2875"/>
                  </a:cubicBezTo>
                  <a:cubicBezTo>
                    <a:pt x="1915" y="2875"/>
                    <a:pt x="2702" y="2553"/>
                    <a:pt x="3289" y="1975"/>
                  </a:cubicBezTo>
                  <a:lnTo>
                    <a:pt x="4909" y="355"/>
                  </a:lnTo>
                  <a:lnTo>
                    <a:pt x="4909" y="355"/>
                  </a:lnTo>
                  <a:cubicBezTo>
                    <a:pt x="4909" y="355"/>
                    <a:pt x="4908" y="355"/>
                    <a:pt x="4906" y="355"/>
                  </a:cubicBezTo>
                  <a:cubicBezTo>
                    <a:pt x="4873" y="355"/>
                    <a:pt x="4534" y="346"/>
                    <a:pt x="4151"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2" name="Google Shape;6732;p62"/>
            <p:cNvSpPr/>
            <p:nvPr/>
          </p:nvSpPr>
          <p:spPr>
            <a:xfrm>
              <a:off x="5540710" y="2480102"/>
              <a:ext cx="103228" cy="101342"/>
            </a:xfrm>
            <a:custGeom>
              <a:avLst/>
              <a:gdLst/>
              <a:ahLst/>
              <a:cxnLst/>
              <a:rect l="l" t="t" r="r" b="b"/>
              <a:pathLst>
                <a:path w="3940" h="3868" extrusionOk="0">
                  <a:moveTo>
                    <a:pt x="370" y="0"/>
                  </a:moveTo>
                  <a:cubicBezTo>
                    <a:pt x="288" y="0"/>
                    <a:pt x="206" y="31"/>
                    <a:pt x="144" y="94"/>
                  </a:cubicBezTo>
                  <a:lnTo>
                    <a:pt x="134" y="103"/>
                  </a:lnTo>
                  <a:cubicBezTo>
                    <a:pt x="0" y="228"/>
                    <a:pt x="0" y="439"/>
                    <a:pt x="134" y="563"/>
                  </a:cubicBezTo>
                  <a:lnTo>
                    <a:pt x="3336" y="3774"/>
                  </a:lnTo>
                  <a:cubicBezTo>
                    <a:pt x="3403" y="3837"/>
                    <a:pt x="3487" y="3868"/>
                    <a:pt x="3570" y="3868"/>
                  </a:cubicBezTo>
                  <a:cubicBezTo>
                    <a:pt x="3652" y="3868"/>
                    <a:pt x="3734" y="3837"/>
                    <a:pt x="3796" y="3774"/>
                  </a:cubicBezTo>
                  <a:lnTo>
                    <a:pt x="3806" y="3765"/>
                  </a:lnTo>
                  <a:cubicBezTo>
                    <a:pt x="3940" y="3631"/>
                    <a:pt x="3940" y="3429"/>
                    <a:pt x="3806" y="3305"/>
                  </a:cubicBezTo>
                  <a:lnTo>
                    <a:pt x="604" y="94"/>
                  </a:lnTo>
                  <a:cubicBezTo>
                    <a:pt x="537" y="31"/>
                    <a:pt x="453" y="0"/>
                    <a:pt x="370" y="0"/>
                  </a:cubicBezTo>
                  <a:close/>
                </a:path>
              </a:pathLst>
            </a:custGeom>
            <a:solidFill>
              <a:srgbClr val="CAD3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3" name="Google Shape;6733;p62"/>
            <p:cNvSpPr/>
            <p:nvPr/>
          </p:nvSpPr>
          <p:spPr>
            <a:xfrm>
              <a:off x="5619310" y="2557890"/>
              <a:ext cx="26750" cy="23213"/>
            </a:xfrm>
            <a:custGeom>
              <a:avLst/>
              <a:gdLst/>
              <a:ahLst/>
              <a:cxnLst/>
              <a:rect l="l" t="t" r="r" b="b"/>
              <a:pathLst>
                <a:path w="1021" h="886" extrusionOk="0">
                  <a:moveTo>
                    <a:pt x="470" y="0"/>
                  </a:moveTo>
                  <a:lnTo>
                    <a:pt x="0" y="460"/>
                  </a:lnTo>
                  <a:lnTo>
                    <a:pt x="336" y="796"/>
                  </a:lnTo>
                  <a:cubicBezTo>
                    <a:pt x="405" y="859"/>
                    <a:pt x="481" y="885"/>
                    <a:pt x="554" y="885"/>
                  </a:cubicBezTo>
                  <a:cubicBezTo>
                    <a:pt x="805" y="885"/>
                    <a:pt x="1021" y="571"/>
                    <a:pt x="806" y="326"/>
                  </a:cubicBezTo>
                  <a:lnTo>
                    <a:pt x="470" y="0"/>
                  </a:lnTo>
                  <a:close/>
                </a:path>
              </a:pathLst>
            </a:custGeom>
            <a:solidFill>
              <a:srgbClr val="AFBC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4" name="Google Shape;6734;p62"/>
            <p:cNvSpPr/>
            <p:nvPr/>
          </p:nvSpPr>
          <p:spPr>
            <a:xfrm>
              <a:off x="5575608" y="2456181"/>
              <a:ext cx="91202" cy="91176"/>
            </a:xfrm>
            <a:custGeom>
              <a:avLst/>
              <a:gdLst/>
              <a:ahLst/>
              <a:cxnLst/>
              <a:rect l="l" t="t" r="r" b="b"/>
              <a:pathLst>
                <a:path w="3481" h="3480" extrusionOk="0">
                  <a:moveTo>
                    <a:pt x="1745" y="0"/>
                  </a:moveTo>
                  <a:lnTo>
                    <a:pt x="1" y="1745"/>
                  </a:lnTo>
                  <a:lnTo>
                    <a:pt x="1745" y="3480"/>
                  </a:lnTo>
                  <a:lnTo>
                    <a:pt x="3480" y="1745"/>
                  </a:lnTo>
                  <a:lnTo>
                    <a:pt x="1745" y="0"/>
                  </a:ln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5" name="Google Shape;6735;p62"/>
            <p:cNvSpPr/>
            <p:nvPr/>
          </p:nvSpPr>
          <p:spPr>
            <a:xfrm>
              <a:off x="5575608" y="2456181"/>
              <a:ext cx="91438" cy="91176"/>
            </a:xfrm>
            <a:custGeom>
              <a:avLst/>
              <a:gdLst/>
              <a:ahLst/>
              <a:cxnLst/>
              <a:rect l="l" t="t" r="r" b="b"/>
              <a:pathLst>
                <a:path w="3490" h="3480" extrusionOk="0">
                  <a:moveTo>
                    <a:pt x="1" y="1745"/>
                  </a:moveTo>
                  <a:lnTo>
                    <a:pt x="1256" y="3000"/>
                  </a:lnTo>
                  <a:lnTo>
                    <a:pt x="1260" y="2997"/>
                  </a:lnTo>
                  <a:lnTo>
                    <a:pt x="1260" y="2997"/>
                  </a:lnTo>
                  <a:lnTo>
                    <a:pt x="1" y="1745"/>
                  </a:lnTo>
                  <a:close/>
                  <a:moveTo>
                    <a:pt x="1745" y="0"/>
                  </a:moveTo>
                  <a:lnTo>
                    <a:pt x="1448" y="288"/>
                  </a:lnTo>
                  <a:lnTo>
                    <a:pt x="2359" y="1208"/>
                  </a:lnTo>
                  <a:cubicBezTo>
                    <a:pt x="2550" y="1390"/>
                    <a:pt x="2550" y="1706"/>
                    <a:pt x="2359" y="1889"/>
                  </a:cubicBezTo>
                  <a:lnTo>
                    <a:pt x="1260" y="2997"/>
                  </a:lnTo>
                  <a:lnTo>
                    <a:pt x="1260" y="2997"/>
                  </a:lnTo>
                  <a:lnTo>
                    <a:pt x="1745" y="3480"/>
                  </a:lnTo>
                  <a:lnTo>
                    <a:pt x="3490" y="1745"/>
                  </a:lnTo>
                  <a:lnTo>
                    <a:pt x="1745" y="0"/>
                  </a:lnTo>
                  <a:close/>
                </a:path>
              </a:pathLst>
            </a:custGeom>
            <a:solidFill>
              <a:srgbClr val="ADB8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6" name="Google Shape;6736;p62"/>
            <p:cNvSpPr/>
            <p:nvPr/>
          </p:nvSpPr>
          <p:spPr>
            <a:xfrm>
              <a:off x="5523680" y="2521865"/>
              <a:ext cx="29868" cy="27012"/>
            </a:xfrm>
            <a:custGeom>
              <a:avLst/>
              <a:gdLst/>
              <a:ahLst/>
              <a:cxnLst/>
              <a:rect l="l" t="t" r="r" b="b"/>
              <a:pathLst>
                <a:path w="1140" h="1031" extrusionOk="0">
                  <a:moveTo>
                    <a:pt x="305" y="1"/>
                  </a:moveTo>
                  <a:cubicBezTo>
                    <a:pt x="140" y="1"/>
                    <a:pt x="1" y="213"/>
                    <a:pt x="161" y="359"/>
                  </a:cubicBezTo>
                  <a:lnTo>
                    <a:pt x="775" y="973"/>
                  </a:lnTo>
                  <a:cubicBezTo>
                    <a:pt x="813" y="1011"/>
                    <a:pt x="861" y="1030"/>
                    <a:pt x="919" y="1030"/>
                  </a:cubicBezTo>
                  <a:cubicBezTo>
                    <a:pt x="967" y="1030"/>
                    <a:pt x="1024" y="1011"/>
                    <a:pt x="1062" y="973"/>
                  </a:cubicBezTo>
                  <a:cubicBezTo>
                    <a:pt x="1139" y="896"/>
                    <a:pt x="1139" y="762"/>
                    <a:pt x="1062" y="685"/>
                  </a:cubicBezTo>
                  <a:lnTo>
                    <a:pt x="459" y="72"/>
                  </a:lnTo>
                  <a:cubicBezTo>
                    <a:pt x="411" y="21"/>
                    <a:pt x="357" y="1"/>
                    <a:pt x="305"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7" name="Google Shape;6737;p62"/>
            <p:cNvSpPr/>
            <p:nvPr/>
          </p:nvSpPr>
          <p:spPr>
            <a:xfrm>
              <a:off x="5505366" y="2541358"/>
              <a:ext cx="29344" cy="26593"/>
            </a:xfrm>
            <a:custGeom>
              <a:avLst/>
              <a:gdLst/>
              <a:ahLst/>
              <a:cxnLst/>
              <a:rect l="l" t="t" r="r" b="b"/>
              <a:pathLst>
                <a:path w="1120" h="1015" extrusionOk="0">
                  <a:moveTo>
                    <a:pt x="292" y="1"/>
                  </a:moveTo>
                  <a:cubicBezTo>
                    <a:pt x="135" y="1"/>
                    <a:pt x="0" y="195"/>
                    <a:pt x="141" y="344"/>
                  </a:cubicBezTo>
                  <a:lnTo>
                    <a:pt x="745" y="957"/>
                  </a:lnTo>
                  <a:cubicBezTo>
                    <a:pt x="784" y="996"/>
                    <a:pt x="832" y="1015"/>
                    <a:pt x="889" y="1015"/>
                  </a:cubicBezTo>
                  <a:cubicBezTo>
                    <a:pt x="947" y="1015"/>
                    <a:pt x="995" y="996"/>
                    <a:pt x="1033" y="957"/>
                  </a:cubicBezTo>
                  <a:cubicBezTo>
                    <a:pt x="1119" y="871"/>
                    <a:pt x="1119" y="746"/>
                    <a:pt x="1033" y="660"/>
                  </a:cubicBezTo>
                  <a:lnTo>
                    <a:pt x="429" y="56"/>
                  </a:lnTo>
                  <a:cubicBezTo>
                    <a:pt x="386" y="17"/>
                    <a:pt x="338" y="1"/>
                    <a:pt x="292"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8" name="Google Shape;6738;p62"/>
            <p:cNvSpPr/>
            <p:nvPr/>
          </p:nvSpPr>
          <p:spPr>
            <a:xfrm>
              <a:off x="5486266" y="2560222"/>
              <a:ext cx="43675" cy="40898"/>
            </a:xfrm>
            <a:custGeom>
              <a:avLst/>
              <a:gdLst/>
              <a:ahLst/>
              <a:cxnLst/>
              <a:rect l="l" t="t" r="r" b="b"/>
              <a:pathLst>
                <a:path w="1667" h="1561" extrusionOk="0">
                  <a:moveTo>
                    <a:pt x="296" y="1"/>
                  </a:moveTo>
                  <a:cubicBezTo>
                    <a:pt x="138" y="1"/>
                    <a:pt x="0" y="203"/>
                    <a:pt x="142" y="352"/>
                  </a:cubicBezTo>
                  <a:lnTo>
                    <a:pt x="1292" y="1502"/>
                  </a:lnTo>
                  <a:cubicBezTo>
                    <a:pt x="1331" y="1541"/>
                    <a:pt x="1388" y="1560"/>
                    <a:pt x="1446" y="1560"/>
                  </a:cubicBezTo>
                  <a:cubicBezTo>
                    <a:pt x="1494" y="1560"/>
                    <a:pt x="1541" y="1541"/>
                    <a:pt x="1580" y="1502"/>
                  </a:cubicBezTo>
                  <a:cubicBezTo>
                    <a:pt x="1666" y="1426"/>
                    <a:pt x="1666" y="1292"/>
                    <a:pt x="1580" y="1215"/>
                  </a:cubicBezTo>
                  <a:lnTo>
                    <a:pt x="430" y="55"/>
                  </a:lnTo>
                  <a:cubicBezTo>
                    <a:pt x="387" y="17"/>
                    <a:pt x="341" y="1"/>
                    <a:pt x="296"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9" name="Google Shape;6739;p62"/>
            <p:cNvSpPr/>
            <p:nvPr/>
          </p:nvSpPr>
          <p:spPr>
            <a:xfrm>
              <a:off x="5467376" y="2579295"/>
              <a:ext cx="29161" cy="26593"/>
            </a:xfrm>
            <a:custGeom>
              <a:avLst/>
              <a:gdLst/>
              <a:ahLst/>
              <a:cxnLst/>
              <a:rect l="l" t="t" r="r" b="b"/>
              <a:pathLst>
                <a:path w="1113" h="1015" extrusionOk="0">
                  <a:moveTo>
                    <a:pt x="291" y="0"/>
                  </a:moveTo>
                  <a:cubicBezTo>
                    <a:pt x="132" y="0"/>
                    <a:pt x="1" y="195"/>
                    <a:pt x="134" y="343"/>
                  </a:cubicBezTo>
                  <a:lnTo>
                    <a:pt x="748" y="957"/>
                  </a:lnTo>
                  <a:cubicBezTo>
                    <a:pt x="786" y="995"/>
                    <a:pt x="834" y="1014"/>
                    <a:pt x="892" y="1014"/>
                  </a:cubicBezTo>
                  <a:cubicBezTo>
                    <a:pt x="949" y="1014"/>
                    <a:pt x="997" y="995"/>
                    <a:pt x="1036" y="957"/>
                  </a:cubicBezTo>
                  <a:cubicBezTo>
                    <a:pt x="1112" y="870"/>
                    <a:pt x="1112" y="746"/>
                    <a:pt x="1036" y="659"/>
                  </a:cubicBezTo>
                  <a:lnTo>
                    <a:pt x="432" y="56"/>
                  </a:lnTo>
                  <a:cubicBezTo>
                    <a:pt x="386" y="17"/>
                    <a:pt x="337" y="0"/>
                    <a:pt x="291"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0" name="Google Shape;6740;p62"/>
            <p:cNvSpPr/>
            <p:nvPr/>
          </p:nvSpPr>
          <p:spPr>
            <a:xfrm>
              <a:off x="5448381" y="2598264"/>
              <a:ext cx="29318" cy="26698"/>
            </a:xfrm>
            <a:custGeom>
              <a:avLst/>
              <a:gdLst/>
              <a:ahLst/>
              <a:cxnLst/>
              <a:rect l="l" t="t" r="r" b="b"/>
              <a:pathLst>
                <a:path w="1119" h="1019" extrusionOk="0">
                  <a:moveTo>
                    <a:pt x="289" y="1"/>
                  </a:moveTo>
                  <a:cubicBezTo>
                    <a:pt x="133" y="1"/>
                    <a:pt x="0" y="200"/>
                    <a:pt x="141" y="348"/>
                  </a:cubicBezTo>
                  <a:lnTo>
                    <a:pt x="744" y="952"/>
                  </a:lnTo>
                  <a:cubicBezTo>
                    <a:pt x="783" y="990"/>
                    <a:pt x="831" y="1019"/>
                    <a:pt x="888" y="1019"/>
                  </a:cubicBezTo>
                  <a:cubicBezTo>
                    <a:pt x="946" y="1019"/>
                    <a:pt x="994" y="990"/>
                    <a:pt x="1032" y="952"/>
                  </a:cubicBezTo>
                  <a:cubicBezTo>
                    <a:pt x="1118" y="875"/>
                    <a:pt x="1118" y="741"/>
                    <a:pt x="1032" y="664"/>
                  </a:cubicBezTo>
                  <a:lnTo>
                    <a:pt x="428" y="60"/>
                  </a:lnTo>
                  <a:cubicBezTo>
                    <a:pt x="384" y="18"/>
                    <a:pt x="336" y="1"/>
                    <a:pt x="289"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1" name="Google Shape;6741;p62"/>
            <p:cNvSpPr/>
            <p:nvPr/>
          </p:nvSpPr>
          <p:spPr>
            <a:xfrm>
              <a:off x="5429491" y="2617364"/>
              <a:ext cx="43440" cy="40741"/>
            </a:xfrm>
            <a:custGeom>
              <a:avLst/>
              <a:gdLst/>
              <a:ahLst/>
              <a:cxnLst/>
              <a:rect l="l" t="t" r="r" b="b"/>
              <a:pathLst>
                <a:path w="1658" h="1555" extrusionOk="0">
                  <a:moveTo>
                    <a:pt x="287" y="0"/>
                  </a:moveTo>
                  <a:cubicBezTo>
                    <a:pt x="129" y="0"/>
                    <a:pt x="0" y="199"/>
                    <a:pt x="133" y="347"/>
                  </a:cubicBezTo>
                  <a:lnTo>
                    <a:pt x="1283" y="1497"/>
                  </a:lnTo>
                  <a:cubicBezTo>
                    <a:pt x="1322" y="1536"/>
                    <a:pt x="1379" y="1555"/>
                    <a:pt x="1437" y="1555"/>
                  </a:cubicBezTo>
                  <a:cubicBezTo>
                    <a:pt x="1485" y="1555"/>
                    <a:pt x="1542" y="1536"/>
                    <a:pt x="1580" y="1497"/>
                  </a:cubicBezTo>
                  <a:cubicBezTo>
                    <a:pt x="1657" y="1421"/>
                    <a:pt x="1657" y="1286"/>
                    <a:pt x="1580" y="1210"/>
                  </a:cubicBezTo>
                  <a:lnTo>
                    <a:pt x="430" y="60"/>
                  </a:lnTo>
                  <a:cubicBezTo>
                    <a:pt x="384" y="18"/>
                    <a:pt x="334" y="0"/>
                    <a:pt x="287"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42" name="Google Shape;6742;p62"/>
          <p:cNvGrpSpPr/>
          <p:nvPr/>
        </p:nvGrpSpPr>
        <p:grpSpPr>
          <a:xfrm>
            <a:off x="4871862" y="2288156"/>
            <a:ext cx="407122" cy="315448"/>
            <a:chOff x="4875937" y="2468731"/>
            <a:chExt cx="407122" cy="315448"/>
          </a:xfrm>
        </p:grpSpPr>
        <p:sp>
          <p:nvSpPr>
            <p:cNvPr id="6743" name="Google Shape;6743;p62"/>
            <p:cNvSpPr/>
            <p:nvPr/>
          </p:nvSpPr>
          <p:spPr>
            <a:xfrm>
              <a:off x="4876199" y="2482801"/>
              <a:ext cx="223041" cy="247380"/>
            </a:xfrm>
            <a:custGeom>
              <a:avLst/>
              <a:gdLst/>
              <a:ahLst/>
              <a:cxnLst/>
              <a:rect l="l" t="t" r="r" b="b"/>
              <a:pathLst>
                <a:path w="8513" h="9442" extrusionOk="0">
                  <a:moveTo>
                    <a:pt x="719" y="0"/>
                  </a:moveTo>
                  <a:cubicBezTo>
                    <a:pt x="317" y="0"/>
                    <a:pt x="0" y="317"/>
                    <a:pt x="0" y="719"/>
                  </a:cubicBezTo>
                  <a:lnTo>
                    <a:pt x="0" y="8723"/>
                  </a:lnTo>
                  <a:cubicBezTo>
                    <a:pt x="0" y="9126"/>
                    <a:pt x="317" y="9442"/>
                    <a:pt x="719" y="9442"/>
                  </a:cubicBezTo>
                  <a:lnTo>
                    <a:pt x="2483" y="9442"/>
                  </a:lnTo>
                  <a:cubicBezTo>
                    <a:pt x="2617" y="8570"/>
                    <a:pt x="3365" y="7918"/>
                    <a:pt x="4256" y="7918"/>
                  </a:cubicBezTo>
                  <a:cubicBezTo>
                    <a:pt x="5138" y="7918"/>
                    <a:pt x="5895" y="8570"/>
                    <a:pt x="6020" y="9442"/>
                  </a:cubicBezTo>
                  <a:lnTo>
                    <a:pt x="8512" y="9442"/>
                  </a:lnTo>
                  <a:lnTo>
                    <a:pt x="8512" y="719"/>
                  </a:lnTo>
                  <a:cubicBezTo>
                    <a:pt x="8512" y="326"/>
                    <a:pt x="8196" y="0"/>
                    <a:pt x="779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4" name="Google Shape;6744;p62"/>
            <p:cNvSpPr/>
            <p:nvPr/>
          </p:nvSpPr>
          <p:spPr>
            <a:xfrm>
              <a:off x="5044456" y="2482801"/>
              <a:ext cx="54784" cy="247642"/>
            </a:xfrm>
            <a:custGeom>
              <a:avLst/>
              <a:gdLst/>
              <a:ahLst/>
              <a:cxnLst/>
              <a:rect l="l" t="t" r="r" b="b"/>
              <a:pathLst>
                <a:path w="2091" h="9452" extrusionOk="0">
                  <a:moveTo>
                    <a:pt x="0" y="0"/>
                  </a:moveTo>
                  <a:cubicBezTo>
                    <a:pt x="403" y="0"/>
                    <a:pt x="719" y="317"/>
                    <a:pt x="719" y="719"/>
                  </a:cubicBezTo>
                  <a:lnTo>
                    <a:pt x="719" y="9451"/>
                  </a:lnTo>
                  <a:lnTo>
                    <a:pt x="2081" y="9451"/>
                  </a:lnTo>
                  <a:lnTo>
                    <a:pt x="2081" y="719"/>
                  </a:lnTo>
                  <a:cubicBezTo>
                    <a:pt x="2090" y="326"/>
                    <a:pt x="1764" y="0"/>
                    <a:pt x="1362" y="0"/>
                  </a:cubicBezTo>
                  <a:close/>
                </a:path>
              </a:pathLst>
            </a:custGeom>
            <a:solidFill>
              <a:srgbClr val="DFE4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5" name="Google Shape;6745;p62"/>
            <p:cNvSpPr/>
            <p:nvPr/>
          </p:nvSpPr>
          <p:spPr>
            <a:xfrm>
              <a:off x="5099214" y="2530249"/>
              <a:ext cx="183845" cy="200194"/>
            </a:xfrm>
            <a:custGeom>
              <a:avLst/>
              <a:gdLst/>
              <a:ahLst/>
              <a:cxnLst/>
              <a:rect l="l" t="t" r="r" b="b"/>
              <a:pathLst>
                <a:path w="7017" h="7641" extrusionOk="0">
                  <a:moveTo>
                    <a:pt x="0" y="1"/>
                  </a:moveTo>
                  <a:lnTo>
                    <a:pt x="0" y="7640"/>
                  </a:lnTo>
                  <a:lnTo>
                    <a:pt x="1467" y="7640"/>
                  </a:lnTo>
                  <a:cubicBezTo>
                    <a:pt x="1601" y="6759"/>
                    <a:pt x="2349" y="6116"/>
                    <a:pt x="3240" y="6116"/>
                  </a:cubicBezTo>
                  <a:cubicBezTo>
                    <a:pt x="4122" y="6116"/>
                    <a:pt x="4879" y="6759"/>
                    <a:pt x="5004" y="7640"/>
                  </a:cubicBezTo>
                  <a:lnTo>
                    <a:pt x="6298" y="7640"/>
                  </a:lnTo>
                  <a:cubicBezTo>
                    <a:pt x="6691" y="7640"/>
                    <a:pt x="7017" y="7315"/>
                    <a:pt x="7017" y="6922"/>
                  </a:cubicBezTo>
                  <a:lnTo>
                    <a:pt x="7017" y="3375"/>
                  </a:lnTo>
                  <a:cubicBezTo>
                    <a:pt x="7007" y="3126"/>
                    <a:pt x="6921" y="2877"/>
                    <a:pt x="6748" y="2694"/>
                  </a:cubicBezTo>
                  <a:lnTo>
                    <a:pt x="4649" y="346"/>
                  </a:lnTo>
                  <a:cubicBezTo>
                    <a:pt x="4457" y="126"/>
                    <a:pt x="4179" y="1"/>
                    <a:pt x="388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6" name="Google Shape;6746;p62"/>
            <p:cNvSpPr/>
            <p:nvPr/>
          </p:nvSpPr>
          <p:spPr>
            <a:xfrm>
              <a:off x="5169770" y="2530249"/>
              <a:ext cx="113289" cy="200194"/>
            </a:xfrm>
            <a:custGeom>
              <a:avLst/>
              <a:gdLst/>
              <a:ahLst/>
              <a:cxnLst/>
              <a:rect l="l" t="t" r="r" b="b"/>
              <a:pathLst>
                <a:path w="4324" h="7641" extrusionOk="0">
                  <a:moveTo>
                    <a:pt x="33" y="0"/>
                  </a:moveTo>
                  <a:cubicBezTo>
                    <a:pt x="22" y="0"/>
                    <a:pt x="11" y="1"/>
                    <a:pt x="1" y="1"/>
                  </a:cubicBezTo>
                  <a:lnTo>
                    <a:pt x="64" y="1"/>
                  </a:lnTo>
                  <a:cubicBezTo>
                    <a:pt x="54" y="1"/>
                    <a:pt x="43" y="0"/>
                    <a:pt x="33" y="0"/>
                  </a:cubicBezTo>
                  <a:close/>
                  <a:moveTo>
                    <a:pt x="64" y="1"/>
                  </a:moveTo>
                  <a:lnTo>
                    <a:pt x="64" y="1"/>
                  </a:lnTo>
                  <a:cubicBezTo>
                    <a:pt x="337" y="10"/>
                    <a:pt x="590" y="132"/>
                    <a:pt x="767" y="336"/>
                  </a:cubicBezTo>
                  <a:lnTo>
                    <a:pt x="1189" y="816"/>
                  </a:lnTo>
                  <a:lnTo>
                    <a:pt x="1851" y="1554"/>
                  </a:lnTo>
                  <a:lnTo>
                    <a:pt x="2867" y="2694"/>
                  </a:lnTo>
                  <a:cubicBezTo>
                    <a:pt x="3039" y="2877"/>
                    <a:pt x="3135" y="3126"/>
                    <a:pt x="3135" y="3375"/>
                  </a:cubicBezTo>
                  <a:lnTo>
                    <a:pt x="3135" y="6922"/>
                  </a:lnTo>
                  <a:cubicBezTo>
                    <a:pt x="3135" y="7315"/>
                    <a:pt x="2809" y="7640"/>
                    <a:pt x="2416" y="7640"/>
                  </a:cubicBezTo>
                  <a:lnTo>
                    <a:pt x="3605" y="7640"/>
                  </a:lnTo>
                  <a:cubicBezTo>
                    <a:pt x="3998" y="7640"/>
                    <a:pt x="4324" y="7315"/>
                    <a:pt x="4324" y="6922"/>
                  </a:cubicBezTo>
                  <a:lnTo>
                    <a:pt x="4324" y="3375"/>
                  </a:lnTo>
                  <a:cubicBezTo>
                    <a:pt x="4314" y="3126"/>
                    <a:pt x="4218" y="2877"/>
                    <a:pt x="4055" y="2694"/>
                  </a:cubicBezTo>
                  <a:lnTo>
                    <a:pt x="3039" y="1554"/>
                  </a:lnTo>
                  <a:lnTo>
                    <a:pt x="2378" y="816"/>
                  </a:lnTo>
                  <a:lnTo>
                    <a:pt x="1956" y="336"/>
                  </a:lnTo>
                  <a:cubicBezTo>
                    <a:pt x="1755" y="126"/>
                    <a:pt x="1486" y="1"/>
                    <a:pt x="1189" y="1"/>
                  </a:cubicBezTo>
                  <a:close/>
                </a:path>
              </a:pathLst>
            </a:custGeom>
            <a:solidFill>
              <a:srgbClr val="DFE4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7" name="Google Shape;6747;p62"/>
            <p:cNvSpPr/>
            <p:nvPr/>
          </p:nvSpPr>
          <p:spPr>
            <a:xfrm>
              <a:off x="5141396" y="2560405"/>
              <a:ext cx="75115" cy="69849"/>
            </a:xfrm>
            <a:custGeom>
              <a:avLst/>
              <a:gdLst/>
              <a:ahLst/>
              <a:cxnLst/>
              <a:rect l="l" t="t" r="r" b="b"/>
              <a:pathLst>
                <a:path w="2867" h="2666" extrusionOk="0">
                  <a:moveTo>
                    <a:pt x="355" y="0"/>
                  </a:moveTo>
                  <a:cubicBezTo>
                    <a:pt x="163" y="0"/>
                    <a:pt x="0" y="154"/>
                    <a:pt x="10" y="345"/>
                  </a:cubicBezTo>
                  <a:lnTo>
                    <a:pt x="10" y="2320"/>
                  </a:lnTo>
                  <a:cubicBezTo>
                    <a:pt x="1" y="2506"/>
                    <a:pt x="154" y="2665"/>
                    <a:pt x="339" y="2665"/>
                  </a:cubicBezTo>
                  <a:cubicBezTo>
                    <a:pt x="344" y="2665"/>
                    <a:pt x="350" y="2665"/>
                    <a:pt x="355" y="2665"/>
                  </a:cubicBezTo>
                  <a:lnTo>
                    <a:pt x="2521" y="2665"/>
                  </a:lnTo>
                  <a:cubicBezTo>
                    <a:pt x="2713" y="2665"/>
                    <a:pt x="2866" y="2512"/>
                    <a:pt x="2866" y="2329"/>
                  </a:cubicBezTo>
                  <a:lnTo>
                    <a:pt x="2866" y="1572"/>
                  </a:lnTo>
                  <a:cubicBezTo>
                    <a:pt x="2866" y="1486"/>
                    <a:pt x="2838" y="1409"/>
                    <a:pt x="2790" y="1342"/>
                  </a:cubicBezTo>
                  <a:lnTo>
                    <a:pt x="1735" y="125"/>
                  </a:lnTo>
                  <a:cubicBezTo>
                    <a:pt x="1668" y="48"/>
                    <a:pt x="1572" y="0"/>
                    <a:pt x="1477"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8" name="Google Shape;6748;p62"/>
            <p:cNvSpPr/>
            <p:nvPr/>
          </p:nvSpPr>
          <p:spPr>
            <a:xfrm>
              <a:off x="5128846" y="2512669"/>
              <a:ext cx="62042" cy="17606"/>
            </a:xfrm>
            <a:custGeom>
              <a:avLst/>
              <a:gdLst/>
              <a:ahLst/>
              <a:cxnLst/>
              <a:rect l="l" t="t" r="r" b="b"/>
              <a:pathLst>
                <a:path w="2368" h="672" extrusionOk="0">
                  <a:moveTo>
                    <a:pt x="288" y="1"/>
                  </a:moveTo>
                  <a:cubicBezTo>
                    <a:pt x="125" y="1"/>
                    <a:pt x="0" y="126"/>
                    <a:pt x="0" y="289"/>
                  </a:cubicBezTo>
                  <a:lnTo>
                    <a:pt x="0" y="672"/>
                  </a:lnTo>
                  <a:lnTo>
                    <a:pt x="2368" y="672"/>
                  </a:lnTo>
                  <a:lnTo>
                    <a:pt x="2368" y="289"/>
                  </a:lnTo>
                  <a:cubicBezTo>
                    <a:pt x="2368" y="126"/>
                    <a:pt x="2243" y="1"/>
                    <a:pt x="2080"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49" name="Google Shape;6749;p62"/>
            <p:cNvSpPr/>
            <p:nvPr/>
          </p:nvSpPr>
          <p:spPr>
            <a:xfrm>
              <a:off x="5135867" y="2468731"/>
              <a:ext cx="47998" cy="43728"/>
            </a:xfrm>
            <a:custGeom>
              <a:avLst/>
              <a:gdLst/>
              <a:ahLst/>
              <a:cxnLst/>
              <a:rect l="l" t="t" r="r" b="b"/>
              <a:pathLst>
                <a:path w="1832" h="1669" extrusionOk="0">
                  <a:moveTo>
                    <a:pt x="892" y="1"/>
                  </a:moveTo>
                  <a:cubicBezTo>
                    <a:pt x="403" y="1"/>
                    <a:pt x="1" y="403"/>
                    <a:pt x="1" y="892"/>
                  </a:cubicBezTo>
                  <a:lnTo>
                    <a:pt x="1" y="1668"/>
                  </a:lnTo>
                  <a:lnTo>
                    <a:pt x="1831" y="1668"/>
                  </a:lnTo>
                  <a:lnTo>
                    <a:pt x="1831" y="892"/>
                  </a:lnTo>
                  <a:cubicBezTo>
                    <a:pt x="1831" y="403"/>
                    <a:pt x="1438" y="1"/>
                    <a:pt x="95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0" name="Google Shape;6750;p62"/>
            <p:cNvSpPr/>
            <p:nvPr/>
          </p:nvSpPr>
          <p:spPr>
            <a:xfrm>
              <a:off x="5150697" y="2468731"/>
              <a:ext cx="33405" cy="43728"/>
            </a:xfrm>
            <a:custGeom>
              <a:avLst/>
              <a:gdLst/>
              <a:ahLst/>
              <a:cxnLst/>
              <a:rect l="l" t="t" r="r" b="b"/>
              <a:pathLst>
                <a:path w="1275" h="1669" extrusionOk="0">
                  <a:moveTo>
                    <a:pt x="355" y="1"/>
                  </a:moveTo>
                  <a:cubicBezTo>
                    <a:pt x="230" y="1"/>
                    <a:pt x="115" y="20"/>
                    <a:pt x="0" y="68"/>
                  </a:cubicBezTo>
                  <a:cubicBezTo>
                    <a:pt x="345" y="211"/>
                    <a:pt x="575" y="547"/>
                    <a:pt x="575" y="911"/>
                  </a:cubicBezTo>
                  <a:lnTo>
                    <a:pt x="575" y="1668"/>
                  </a:lnTo>
                  <a:lnTo>
                    <a:pt x="1275" y="1668"/>
                  </a:lnTo>
                  <a:lnTo>
                    <a:pt x="1275" y="911"/>
                  </a:lnTo>
                  <a:cubicBezTo>
                    <a:pt x="1265" y="403"/>
                    <a:pt x="853" y="1"/>
                    <a:pt x="355"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1" name="Google Shape;6751;p62"/>
            <p:cNvSpPr/>
            <p:nvPr/>
          </p:nvSpPr>
          <p:spPr>
            <a:xfrm>
              <a:off x="4924905" y="2690488"/>
              <a:ext cx="109778" cy="93691"/>
            </a:xfrm>
            <a:custGeom>
              <a:avLst/>
              <a:gdLst/>
              <a:ahLst/>
              <a:cxnLst/>
              <a:rect l="l" t="t" r="r" b="b"/>
              <a:pathLst>
                <a:path w="4190" h="3576" extrusionOk="0">
                  <a:moveTo>
                    <a:pt x="2397" y="0"/>
                  </a:moveTo>
                  <a:cubicBezTo>
                    <a:pt x="796" y="0"/>
                    <a:pt x="1" y="1917"/>
                    <a:pt x="1122" y="3049"/>
                  </a:cubicBezTo>
                  <a:cubicBezTo>
                    <a:pt x="1486" y="3412"/>
                    <a:pt x="1935" y="3575"/>
                    <a:pt x="2375" y="3575"/>
                  </a:cubicBezTo>
                  <a:cubicBezTo>
                    <a:pt x="3292" y="3575"/>
                    <a:pt x="4174" y="2868"/>
                    <a:pt x="4180" y="1793"/>
                  </a:cubicBezTo>
                  <a:cubicBezTo>
                    <a:pt x="4190" y="806"/>
                    <a:pt x="3384" y="0"/>
                    <a:pt x="2397"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2" name="Google Shape;6752;p62"/>
            <p:cNvSpPr/>
            <p:nvPr/>
          </p:nvSpPr>
          <p:spPr>
            <a:xfrm>
              <a:off x="4949533" y="2697772"/>
              <a:ext cx="93691" cy="86303"/>
            </a:xfrm>
            <a:custGeom>
              <a:avLst/>
              <a:gdLst/>
              <a:ahLst/>
              <a:cxnLst/>
              <a:rect l="l" t="t" r="r" b="b"/>
              <a:pathLst>
                <a:path w="3576" h="3294" extrusionOk="0">
                  <a:moveTo>
                    <a:pt x="2464" y="0"/>
                  </a:moveTo>
                  <a:cubicBezTo>
                    <a:pt x="3294" y="1300"/>
                    <a:pt x="2243" y="2766"/>
                    <a:pt x="964" y="2766"/>
                  </a:cubicBezTo>
                  <a:cubicBezTo>
                    <a:pt x="648" y="2766"/>
                    <a:pt x="319" y="2676"/>
                    <a:pt x="0" y="2473"/>
                  </a:cubicBezTo>
                  <a:lnTo>
                    <a:pt x="0" y="2473"/>
                  </a:lnTo>
                  <a:cubicBezTo>
                    <a:pt x="345" y="3012"/>
                    <a:pt x="920" y="3294"/>
                    <a:pt x="1503" y="3294"/>
                  </a:cubicBezTo>
                  <a:cubicBezTo>
                    <a:pt x="1956" y="3294"/>
                    <a:pt x="2414" y="3123"/>
                    <a:pt x="2770" y="2771"/>
                  </a:cubicBezTo>
                  <a:cubicBezTo>
                    <a:pt x="3576" y="1965"/>
                    <a:pt x="3432" y="614"/>
                    <a:pt x="2473"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3" name="Google Shape;6753;p62"/>
            <p:cNvSpPr/>
            <p:nvPr/>
          </p:nvSpPr>
          <p:spPr>
            <a:xfrm>
              <a:off x="4961087" y="2717605"/>
              <a:ext cx="46479" cy="39824"/>
            </a:xfrm>
            <a:custGeom>
              <a:avLst/>
              <a:gdLst/>
              <a:ahLst/>
              <a:cxnLst/>
              <a:rect l="l" t="t" r="r" b="b"/>
              <a:pathLst>
                <a:path w="1774" h="1520" extrusionOk="0">
                  <a:moveTo>
                    <a:pt x="1016" y="1"/>
                  </a:moveTo>
                  <a:cubicBezTo>
                    <a:pt x="336" y="1"/>
                    <a:pt x="0" y="815"/>
                    <a:pt x="470" y="1295"/>
                  </a:cubicBezTo>
                  <a:cubicBezTo>
                    <a:pt x="625" y="1450"/>
                    <a:pt x="817" y="1520"/>
                    <a:pt x="1005" y="1520"/>
                  </a:cubicBezTo>
                  <a:cubicBezTo>
                    <a:pt x="1397" y="1520"/>
                    <a:pt x="1773" y="1218"/>
                    <a:pt x="1773" y="758"/>
                  </a:cubicBezTo>
                  <a:cubicBezTo>
                    <a:pt x="1773" y="336"/>
                    <a:pt x="1428" y="1"/>
                    <a:pt x="1016" y="1"/>
                  </a:cubicBezTo>
                  <a:close/>
                </a:path>
              </a:pathLst>
            </a:custGeom>
            <a:solidFill>
              <a:srgbClr val="D5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4" name="Google Shape;6754;p62"/>
            <p:cNvSpPr/>
            <p:nvPr/>
          </p:nvSpPr>
          <p:spPr>
            <a:xfrm>
              <a:off x="5121300" y="2690488"/>
              <a:ext cx="109516" cy="93691"/>
            </a:xfrm>
            <a:custGeom>
              <a:avLst/>
              <a:gdLst/>
              <a:ahLst/>
              <a:cxnLst/>
              <a:rect l="l" t="t" r="r" b="b"/>
              <a:pathLst>
                <a:path w="4180" h="3576" extrusionOk="0">
                  <a:moveTo>
                    <a:pt x="2387" y="0"/>
                  </a:moveTo>
                  <a:cubicBezTo>
                    <a:pt x="796" y="0"/>
                    <a:pt x="1" y="1917"/>
                    <a:pt x="1122" y="3049"/>
                  </a:cubicBezTo>
                  <a:cubicBezTo>
                    <a:pt x="1486" y="3412"/>
                    <a:pt x="1934" y="3575"/>
                    <a:pt x="2375" y="3575"/>
                  </a:cubicBezTo>
                  <a:cubicBezTo>
                    <a:pt x="3292" y="3575"/>
                    <a:pt x="4173" y="2868"/>
                    <a:pt x="4180" y="1793"/>
                  </a:cubicBezTo>
                  <a:cubicBezTo>
                    <a:pt x="4180" y="806"/>
                    <a:pt x="3384" y="0"/>
                    <a:pt x="2387"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5" name="Google Shape;6755;p62"/>
            <p:cNvSpPr/>
            <p:nvPr/>
          </p:nvSpPr>
          <p:spPr>
            <a:xfrm>
              <a:off x="5144409" y="2697772"/>
              <a:ext cx="93691" cy="86303"/>
            </a:xfrm>
            <a:custGeom>
              <a:avLst/>
              <a:gdLst/>
              <a:ahLst/>
              <a:cxnLst/>
              <a:rect l="l" t="t" r="r" b="b"/>
              <a:pathLst>
                <a:path w="3576" h="3294" extrusionOk="0">
                  <a:moveTo>
                    <a:pt x="2483" y="0"/>
                  </a:moveTo>
                  <a:cubicBezTo>
                    <a:pt x="2934" y="710"/>
                    <a:pt x="2838" y="1639"/>
                    <a:pt x="2234" y="2234"/>
                  </a:cubicBezTo>
                  <a:cubicBezTo>
                    <a:pt x="1890" y="2583"/>
                    <a:pt x="1434" y="2762"/>
                    <a:pt x="973" y="2762"/>
                  </a:cubicBezTo>
                  <a:cubicBezTo>
                    <a:pt x="638" y="2762"/>
                    <a:pt x="299" y="2667"/>
                    <a:pt x="0" y="2473"/>
                  </a:cubicBezTo>
                  <a:lnTo>
                    <a:pt x="0" y="2473"/>
                  </a:lnTo>
                  <a:cubicBezTo>
                    <a:pt x="345" y="3012"/>
                    <a:pt x="924" y="3294"/>
                    <a:pt x="1507" y="3294"/>
                  </a:cubicBezTo>
                  <a:cubicBezTo>
                    <a:pt x="1961" y="3294"/>
                    <a:pt x="2418" y="3123"/>
                    <a:pt x="2771" y="2771"/>
                  </a:cubicBezTo>
                  <a:cubicBezTo>
                    <a:pt x="3576" y="1965"/>
                    <a:pt x="3432" y="623"/>
                    <a:pt x="2483"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6" name="Google Shape;6756;p62"/>
            <p:cNvSpPr/>
            <p:nvPr/>
          </p:nvSpPr>
          <p:spPr>
            <a:xfrm>
              <a:off x="5157220" y="2717605"/>
              <a:ext cx="46741" cy="39824"/>
            </a:xfrm>
            <a:custGeom>
              <a:avLst/>
              <a:gdLst/>
              <a:ahLst/>
              <a:cxnLst/>
              <a:rect l="l" t="t" r="r" b="b"/>
              <a:pathLst>
                <a:path w="1784" h="1520" extrusionOk="0">
                  <a:moveTo>
                    <a:pt x="1016" y="1"/>
                  </a:moveTo>
                  <a:cubicBezTo>
                    <a:pt x="345" y="1"/>
                    <a:pt x="0" y="815"/>
                    <a:pt x="480" y="1295"/>
                  </a:cubicBezTo>
                  <a:cubicBezTo>
                    <a:pt x="635" y="1450"/>
                    <a:pt x="827" y="1520"/>
                    <a:pt x="1015" y="1520"/>
                  </a:cubicBezTo>
                  <a:cubicBezTo>
                    <a:pt x="1407" y="1520"/>
                    <a:pt x="1783" y="1218"/>
                    <a:pt x="1783" y="758"/>
                  </a:cubicBezTo>
                  <a:cubicBezTo>
                    <a:pt x="1783" y="336"/>
                    <a:pt x="1438" y="1"/>
                    <a:pt x="1016" y="1"/>
                  </a:cubicBezTo>
                  <a:close/>
                </a:path>
              </a:pathLst>
            </a:custGeom>
            <a:solidFill>
              <a:srgbClr val="D5DA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7" name="Google Shape;6757;p62"/>
            <p:cNvSpPr/>
            <p:nvPr/>
          </p:nvSpPr>
          <p:spPr>
            <a:xfrm>
              <a:off x="4936223" y="2525245"/>
              <a:ext cx="102730" cy="102494"/>
            </a:xfrm>
            <a:custGeom>
              <a:avLst/>
              <a:gdLst/>
              <a:ahLst/>
              <a:cxnLst/>
              <a:rect l="l" t="t" r="r" b="b"/>
              <a:pathLst>
                <a:path w="3921" h="3912" extrusionOk="0">
                  <a:moveTo>
                    <a:pt x="1678" y="0"/>
                  </a:moveTo>
                  <a:cubicBezTo>
                    <a:pt x="1476" y="0"/>
                    <a:pt x="1313" y="154"/>
                    <a:pt x="1313" y="355"/>
                  </a:cubicBezTo>
                  <a:lnTo>
                    <a:pt x="1313" y="1304"/>
                  </a:lnTo>
                  <a:lnTo>
                    <a:pt x="364" y="1304"/>
                  </a:lnTo>
                  <a:cubicBezTo>
                    <a:pt x="163" y="1304"/>
                    <a:pt x="0" y="1467"/>
                    <a:pt x="0" y="1668"/>
                  </a:cubicBezTo>
                  <a:lnTo>
                    <a:pt x="0" y="2234"/>
                  </a:lnTo>
                  <a:cubicBezTo>
                    <a:pt x="0" y="2425"/>
                    <a:pt x="163" y="2598"/>
                    <a:pt x="364" y="2598"/>
                  </a:cubicBezTo>
                  <a:lnTo>
                    <a:pt x="1304" y="2598"/>
                  </a:lnTo>
                  <a:lnTo>
                    <a:pt x="1304" y="3547"/>
                  </a:lnTo>
                  <a:cubicBezTo>
                    <a:pt x="1304" y="3748"/>
                    <a:pt x="1467" y="3911"/>
                    <a:pt x="1678" y="3911"/>
                  </a:cubicBezTo>
                  <a:lnTo>
                    <a:pt x="2234" y="3911"/>
                  </a:lnTo>
                  <a:cubicBezTo>
                    <a:pt x="2435" y="3911"/>
                    <a:pt x="2607" y="3748"/>
                    <a:pt x="2598" y="3547"/>
                  </a:cubicBezTo>
                  <a:lnTo>
                    <a:pt x="2598" y="2598"/>
                  </a:lnTo>
                  <a:lnTo>
                    <a:pt x="3547" y="2598"/>
                  </a:lnTo>
                  <a:cubicBezTo>
                    <a:pt x="3552" y="2598"/>
                    <a:pt x="3557" y="2598"/>
                    <a:pt x="3563" y="2598"/>
                  </a:cubicBezTo>
                  <a:cubicBezTo>
                    <a:pt x="3757" y="2598"/>
                    <a:pt x="3920" y="2430"/>
                    <a:pt x="3911" y="2234"/>
                  </a:cubicBezTo>
                  <a:lnTo>
                    <a:pt x="3911" y="1668"/>
                  </a:lnTo>
                  <a:cubicBezTo>
                    <a:pt x="3911" y="1467"/>
                    <a:pt x="3748" y="1304"/>
                    <a:pt x="3556" y="1304"/>
                  </a:cubicBezTo>
                  <a:lnTo>
                    <a:pt x="2607" y="1304"/>
                  </a:lnTo>
                  <a:lnTo>
                    <a:pt x="2607" y="355"/>
                  </a:lnTo>
                  <a:cubicBezTo>
                    <a:pt x="2607" y="154"/>
                    <a:pt x="2435" y="0"/>
                    <a:pt x="224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8" name="Google Shape;6758;p62"/>
            <p:cNvSpPr/>
            <p:nvPr/>
          </p:nvSpPr>
          <p:spPr>
            <a:xfrm>
              <a:off x="5098952" y="2670890"/>
              <a:ext cx="183872" cy="59815"/>
            </a:xfrm>
            <a:custGeom>
              <a:avLst/>
              <a:gdLst/>
              <a:ahLst/>
              <a:cxnLst/>
              <a:rect l="l" t="t" r="r" b="b"/>
              <a:pathLst>
                <a:path w="7018" h="2283" extrusionOk="0">
                  <a:moveTo>
                    <a:pt x="1" y="1"/>
                  </a:moveTo>
                  <a:lnTo>
                    <a:pt x="1" y="2282"/>
                  </a:lnTo>
                  <a:lnTo>
                    <a:pt x="1467" y="2282"/>
                  </a:lnTo>
                  <a:cubicBezTo>
                    <a:pt x="1601" y="1400"/>
                    <a:pt x="2359" y="748"/>
                    <a:pt x="3240" y="748"/>
                  </a:cubicBezTo>
                  <a:cubicBezTo>
                    <a:pt x="3247" y="748"/>
                    <a:pt x="3253" y="748"/>
                    <a:pt x="3260" y="748"/>
                  </a:cubicBezTo>
                  <a:cubicBezTo>
                    <a:pt x="4143" y="748"/>
                    <a:pt x="4880" y="1397"/>
                    <a:pt x="5014" y="2272"/>
                  </a:cubicBezTo>
                  <a:lnTo>
                    <a:pt x="6298" y="2272"/>
                  </a:lnTo>
                  <a:cubicBezTo>
                    <a:pt x="6691" y="2272"/>
                    <a:pt x="7017" y="1947"/>
                    <a:pt x="7017" y="1554"/>
                  </a:cubicBezTo>
                  <a:lnTo>
                    <a:pt x="7017"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59" name="Google Shape;6759;p62"/>
            <p:cNvSpPr/>
            <p:nvPr/>
          </p:nvSpPr>
          <p:spPr>
            <a:xfrm>
              <a:off x="5233069" y="2670890"/>
              <a:ext cx="49990" cy="59553"/>
            </a:xfrm>
            <a:custGeom>
              <a:avLst/>
              <a:gdLst/>
              <a:ahLst/>
              <a:cxnLst/>
              <a:rect l="l" t="t" r="r" b="b"/>
              <a:pathLst>
                <a:path w="1908" h="2273" extrusionOk="0">
                  <a:moveTo>
                    <a:pt x="719" y="1"/>
                  </a:moveTo>
                  <a:lnTo>
                    <a:pt x="719" y="1554"/>
                  </a:lnTo>
                  <a:cubicBezTo>
                    <a:pt x="719" y="1947"/>
                    <a:pt x="393" y="2272"/>
                    <a:pt x="0" y="2272"/>
                  </a:cubicBezTo>
                  <a:lnTo>
                    <a:pt x="1189" y="2272"/>
                  </a:lnTo>
                  <a:cubicBezTo>
                    <a:pt x="1582" y="2272"/>
                    <a:pt x="1908" y="1947"/>
                    <a:pt x="1908" y="1554"/>
                  </a:cubicBezTo>
                  <a:lnTo>
                    <a:pt x="1908" y="1"/>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0" name="Google Shape;6760;p62"/>
            <p:cNvSpPr/>
            <p:nvPr/>
          </p:nvSpPr>
          <p:spPr>
            <a:xfrm>
              <a:off x="4875937" y="2670655"/>
              <a:ext cx="223303" cy="59788"/>
            </a:xfrm>
            <a:custGeom>
              <a:avLst/>
              <a:gdLst/>
              <a:ahLst/>
              <a:cxnLst/>
              <a:rect l="l" t="t" r="r" b="b"/>
              <a:pathLst>
                <a:path w="8523" h="2282" extrusionOk="0">
                  <a:moveTo>
                    <a:pt x="1" y="0"/>
                  </a:moveTo>
                  <a:lnTo>
                    <a:pt x="1" y="1553"/>
                  </a:lnTo>
                  <a:cubicBezTo>
                    <a:pt x="1" y="1956"/>
                    <a:pt x="327" y="2281"/>
                    <a:pt x="720" y="2281"/>
                  </a:cubicBezTo>
                  <a:lnTo>
                    <a:pt x="2493" y="2281"/>
                  </a:lnTo>
                  <a:cubicBezTo>
                    <a:pt x="2627" y="1409"/>
                    <a:pt x="3375" y="757"/>
                    <a:pt x="4257" y="757"/>
                  </a:cubicBezTo>
                  <a:cubicBezTo>
                    <a:pt x="5148" y="757"/>
                    <a:pt x="5896" y="1409"/>
                    <a:pt x="6030" y="2281"/>
                  </a:cubicBezTo>
                  <a:lnTo>
                    <a:pt x="8522" y="2281"/>
                  </a:lnTo>
                  <a:lnTo>
                    <a:pt x="8522"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1" name="Google Shape;6761;p62"/>
            <p:cNvSpPr/>
            <p:nvPr/>
          </p:nvSpPr>
          <p:spPr>
            <a:xfrm>
              <a:off x="5063529" y="2670890"/>
              <a:ext cx="35711" cy="59815"/>
            </a:xfrm>
            <a:custGeom>
              <a:avLst/>
              <a:gdLst/>
              <a:ahLst/>
              <a:cxnLst/>
              <a:rect l="l" t="t" r="r" b="b"/>
              <a:pathLst>
                <a:path w="1363" h="2283" extrusionOk="0">
                  <a:moveTo>
                    <a:pt x="1" y="1"/>
                  </a:moveTo>
                  <a:lnTo>
                    <a:pt x="1" y="2282"/>
                  </a:lnTo>
                  <a:lnTo>
                    <a:pt x="1362" y="2282"/>
                  </a:lnTo>
                  <a:lnTo>
                    <a:pt x="1362" y="1"/>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62" name="Google Shape;6762;p62"/>
          <p:cNvGrpSpPr/>
          <p:nvPr/>
        </p:nvGrpSpPr>
        <p:grpSpPr>
          <a:xfrm>
            <a:off x="4889207" y="3624199"/>
            <a:ext cx="242114" cy="362163"/>
            <a:chOff x="4893282" y="3804774"/>
            <a:chExt cx="242114" cy="362163"/>
          </a:xfrm>
        </p:grpSpPr>
        <p:sp>
          <p:nvSpPr>
            <p:cNvPr id="6763" name="Google Shape;6763;p62"/>
            <p:cNvSpPr/>
            <p:nvPr/>
          </p:nvSpPr>
          <p:spPr>
            <a:xfrm>
              <a:off x="4893517" y="3804774"/>
              <a:ext cx="241878" cy="361927"/>
            </a:xfrm>
            <a:custGeom>
              <a:avLst/>
              <a:gdLst/>
              <a:ahLst/>
              <a:cxnLst/>
              <a:rect l="l" t="t" r="r" b="b"/>
              <a:pathLst>
                <a:path w="9232" h="13814" extrusionOk="0">
                  <a:moveTo>
                    <a:pt x="796" y="1"/>
                  </a:moveTo>
                  <a:cubicBezTo>
                    <a:pt x="355" y="1"/>
                    <a:pt x="1" y="355"/>
                    <a:pt x="1" y="787"/>
                  </a:cubicBezTo>
                  <a:lnTo>
                    <a:pt x="1" y="13027"/>
                  </a:lnTo>
                  <a:cubicBezTo>
                    <a:pt x="1" y="13468"/>
                    <a:pt x="355" y="13813"/>
                    <a:pt x="796" y="13813"/>
                  </a:cubicBezTo>
                  <a:lnTo>
                    <a:pt x="8445" y="13813"/>
                  </a:lnTo>
                  <a:cubicBezTo>
                    <a:pt x="8877" y="13813"/>
                    <a:pt x="9231" y="13468"/>
                    <a:pt x="9231" y="13027"/>
                  </a:cubicBezTo>
                  <a:lnTo>
                    <a:pt x="9231" y="787"/>
                  </a:lnTo>
                  <a:cubicBezTo>
                    <a:pt x="9231" y="355"/>
                    <a:pt x="8877" y="1"/>
                    <a:pt x="8445" y="1"/>
                  </a:cubicBezTo>
                  <a:close/>
                </a:path>
              </a:pathLst>
            </a:custGeom>
            <a:solidFill>
              <a:srgbClr val="CE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4" name="Google Shape;6764;p62"/>
            <p:cNvSpPr/>
            <p:nvPr/>
          </p:nvSpPr>
          <p:spPr>
            <a:xfrm>
              <a:off x="4893282" y="3804774"/>
              <a:ext cx="242114" cy="362163"/>
            </a:xfrm>
            <a:custGeom>
              <a:avLst/>
              <a:gdLst/>
              <a:ahLst/>
              <a:cxnLst/>
              <a:rect l="l" t="t" r="r" b="b"/>
              <a:pathLst>
                <a:path w="9241" h="13823" extrusionOk="0">
                  <a:moveTo>
                    <a:pt x="8244" y="1"/>
                  </a:moveTo>
                  <a:lnTo>
                    <a:pt x="8244" y="12040"/>
                  </a:lnTo>
                  <a:cubicBezTo>
                    <a:pt x="8244" y="12481"/>
                    <a:pt x="7889" y="12826"/>
                    <a:pt x="7458" y="12826"/>
                  </a:cubicBezTo>
                  <a:lnTo>
                    <a:pt x="0" y="12826"/>
                  </a:lnTo>
                  <a:lnTo>
                    <a:pt x="0" y="13027"/>
                  </a:lnTo>
                  <a:cubicBezTo>
                    <a:pt x="0" y="13468"/>
                    <a:pt x="355" y="13823"/>
                    <a:pt x="796" y="13823"/>
                  </a:cubicBezTo>
                  <a:lnTo>
                    <a:pt x="8445" y="13823"/>
                  </a:lnTo>
                  <a:cubicBezTo>
                    <a:pt x="8876" y="13823"/>
                    <a:pt x="9231" y="13468"/>
                    <a:pt x="9231" y="13027"/>
                  </a:cubicBezTo>
                  <a:lnTo>
                    <a:pt x="9231" y="787"/>
                  </a:lnTo>
                  <a:cubicBezTo>
                    <a:pt x="9240" y="355"/>
                    <a:pt x="8886" y="1"/>
                    <a:pt x="8445" y="1"/>
                  </a:cubicBezTo>
                  <a:close/>
                </a:path>
              </a:pathLst>
            </a:custGeom>
            <a:solidFill>
              <a:srgbClr val="BDC8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5" name="Google Shape;6765;p62"/>
            <p:cNvSpPr/>
            <p:nvPr/>
          </p:nvSpPr>
          <p:spPr>
            <a:xfrm>
              <a:off x="4917124" y="3834668"/>
              <a:ext cx="83159" cy="71264"/>
            </a:xfrm>
            <a:custGeom>
              <a:avLst/>
              <a:gdLst/>
              <a:ahLst/>
              <a:cxnLst/>
              <a:rect l="l" t="t" r="r" b="b"/>
              <a:pathLst>
                <a:path w="3174" h="2720" extrusionOk="0">
                  <a:moveTo>
                    <a:pt x="1812" y="0"/>
                  </a:moveTo>
                  <a:cubicBezTo>
                    <a:pt x="605" y="0"/>
                    <a:pt x="1" y="1467"/>
                    <a:pt x="854" y="2320"/>
                  </a:cubicBezTo>
                  <a:cubicBezTo>
                    <a:pt x="1130" y="2596"/>
                    <a:pt x="1470" y="2719"/>
                    <a:pt x="1804" y="2719"/>
                  </a:cubicBezTo>
                  <a:cubicBezTo>
                    <a:pt x="2502" y="2719"/>
                    <a:pt x="3173" y="2179"/>
                    <a:pt x="3173" y="1361"/>
                  </a:cubicBezTo>
                  <a:cubicBezTo>
                    <a:pt x="3173" y="604"/>
                    <a:pt x="2560" y="0"/>
                    <a:pt x="181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6" name="Google Shape;6766;p62"/>
            <p:cNvSpPr/>
            <p:nvPr/>
          </p:nvSpPr>
          <p:spPr>
            <a:xfrm>
              <a:off x="4957812" y="3834668"/>
              <a:ext cx="42470" cy="71343"/>
            </a:xfrm>
            <a:custGeom>
              <a:avLst/>
              <a:gdLst/>
              <a:ahLst/>
              <a:cxnLst/>
              <a:rect l="l" t="t" r="r" b="b"/>
              <a:pathLst>
                <a:path w="1621" h="2723" extrusionOk="0">
                  <a:moveTo>
                    <a:pt x="259" y="0"/>
                  </a:moveTo>
                  <a:cubicBezTo>
                    <a:pt x="173" y="0"/>
                    <a:pt x="87" y="10"/>
                    <a:pt x="1" y="29"/>
                  </a:cubicBezTo>
                  <a:cubicBezTo>
                    <a:pt x="643" y="144"/>
                    <a:pt x="1103" y="710"/>
                    <a:pt x="1103" y="1361"/>
                  </a:cubicBezTo>
                  <a:cubicBezTo>
                    <a:pt x="1103" y="2013"/>
                    <a:pt x="643" y="2569"/>
                    <a:pt x="1" y="2694"/>
                  </a:cubicBezTo>
                  <a:cubicBezTo>
                    <a:pt x="87" y="2713"/>
                    <a:pt x="173" y="2722"/>
                    <a:pt x="259" y="2722"/>
                  </a:cubicBezTo>
                  <a:cubicBezTo>
                    <a:pt x="1017" y="2722"/>
                    <a:pt x="1620" y="2109"/>
                    <a:pt x="1620" y="1361"/>
                  </a:cubicBezTo>
                  <a:cubicBezTo>
                    <a:pt x="1620" y="604"/>
                    <a:pt x="1017" y="0"/>
                    <a:pt x="259"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7" name="Google Shape;6767;p62"/>
            <p:cNvSpPr/>
            <p:nvPr/>
          </p:nvSpPr>
          <p:spPr>
            <a:xfrm>
              <a:off x="4935961" y="3841454"/>
              <a:ext cx="57535" cy="57535"/>
            </a:xfrm>
            <a:custGeom>
              <a:avLst/>
              <a:gdLst/>
              <a:ahLst/>
              <a:cxnLst/>
              <a:rect l="l" t="t" r="r" b="b"/>
              <a:pathLst>
                <a:path w="2196" h="2196" extrusionOk="0">
                  <a:moveTo>
                    <a:pt x="1899" y="0"/>
                  </a:moveTo>
                  <a:lnTo>
                    <a:pt x="1" y="1908"/>
                  </a:lnTo>
                  <a:cubicBezTo>
                    <a:pt x="77" y="2013"/>
                    <a:pt x="183" y="2118"/>
                    <a:pt x="288" y="2195"/>
                  </a:cubicBezTo>
                  <a:lnTo>
                    <a:pt x="2196" y="297"/>
                  </a:lnTo>
                  <a:cubicBezTo>
                    <a:pt x="2109" y="182"/>
                    <a:pt x="2014" y="86"/>
                    <a:pt x="1899"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8" name="Google Shape;6768;p62"/>
            <p:cNvSpPr/>
            <p:nvPr/>
          </p:nvSpPr>
          <p:spPr>
            <a:xfrm>
              <a:off x="4979401" y="3841690"/>
              <a:ext cx="14358" cy="16611"/>
            </a:xfrm>
            <a:custGeom>
              <a:avLst/>
              <a:gdLst/>
              <a:ahLst/>
              <a:cxnLst/>
              <a:rect l="l" t="t" r="r" b="b"/>
              <a:pathLst>
                <a:path w="548" h="634" extrusionOk="0">
                  <a:moveTo>
                    <a:pt x="250" y="1"/>
                  </a:moveTo>
                  <a:lnTo>
                    <a:pt x="1" y="259"/>
                  </a:lnTo>
                  <a:cubicBezTo>
                    <a:pt x="87" y="374"/>
                    <a:pt x="164" y="499"/>
                    <a:pt x="212" y="633"/>
                  </a:cubicBezTo>
                  <a:lnTo>
                    <a:pt x="547" y="298"/>
                  </a:lnTo>
                  <a:lnTo>
                    <a:pt x="509" y="250"/>
                  </a:lnTo>
                  <a:cubicBezTo>
                    <a:pt x="509" y="250"/>
                    <a:pt x="509" y="250"/>
                    <a:pt x="509" y="240"/>
                  </a:cubicBezTo>
                  <a:lnTo>
                    <a:pt x="480" y="212"/>
                  </a:lnTo>
                  <a:lnTo>
                    <a:pt x="471" y="202"/>
                  </a:lnTo>
                  <a:cubicBezTo>
                    <a:pt x="432" y="154"/>
                    <a:pt x="384" y="106"/>
                    <a:pt x="336" y="68"/>
                  </a:cubicBezTo>
                  <a:lnTo>
                    <a:pt x="327" y="58"/>
                  </a:lnTo>
                  <a:lnTo>
                    <a:pt x="298" y="29"/>
                  </a:lnTo>
                  <a:lnTo>
                    <a:pt x="288" y="29"/>
                  </a:lnTo>
                  <a:lnTo>
                    <a:pt x="250"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9" name="Google Shape;6769;p62"/>
            <p:cNvSpPr/>
            <p:nvPr/>
          </p:nvSpPr>
          <p:spPr>
            <a:xfrm>
              <a:off x="5016317" y="3834668"/>
              <a:ext cx="83421" cy="71264"/>
            </a:xfrm>
            <a:custGeom>
              <a:avLst/>
              <a:gdLst/>
              <a:ahLst/>
              <a:cxnLst/>
              <a:rect l="l" t="t" r="r" b="b"/>
              <a:pathLst>
                <a:path w="3184" h="2720" extrusionOk="0">
                  <a:moveTo>
                    <a:pt x="1822" y="0"/>
                  </a:moveTo>
                  <a:cubicBezTo>
                    <a:pt x="614" y="0"/>
                    <a:pt x="1" y="1467"/>
                    <a:pt x="864" y="2320"/>
                  </a:cubicBezTo>
                  <a:cubicBezTo>
                    <a:pt x="1139" y="2596"/>
                    <a:pt x="1480" y="2719"/>
                    <a:pt x="1813" y="2719"/>
                  </a:cubicBezTo>
                  <a:cubicBezTo>
                    <a:pt x="2512" y="2719"/>
                    <a:pt x="3183" y="2179"/>
                    <a:pt x="3183" y="1361"/>
                  </a:cubicBezTo>
                  <a:cubicBezTo>
                    <a:pt x="3183" y="604"/>
                    <a:pt x="2570" y="0"/>
                    <a:pt x="182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0" name="Google Shape;6770;p62"/>
            <p:cNvSpPr/>
            <p:nvPr/>
          </p:nvSpPr>
          <p:spPr>
            <a:xfrm>
              <a:off x="5057267" y="3834668"/>
              <a:ext cx="42470" cy="71343"/>
            </a:xfrm>
            <a:custGeom>
              <a:avLst/>
              <a:gdLst/>
              <a:ahLst/>
              <a:cxnLst/>
              <a:rect l="l" t="t" r="r" b="b"/>
              <a:pathLst>
                <a:path w="1621" h="2723" extrusionOk="0">
                  <a:moveTo>
                    <a:pt x="259" y="0"/>
                  </a:moveTo>
                  <a:cubicBezTo>
                    <a:pt x="173" y="0"/>
                    <a:pt x="87" y="10"/>
                    <a:pt x="0" y="29"/>
                  </a:cubicBezTo>
                  <a:cubicBezTo>
                    <a:pt x="643" y="144"/>
                    <a:pt x="1103" y="710"/>
                    <a:pt x="1103" y="1361"/>
                  </a:cubicBezTo>
                  <a:cubicBezTo>
                    <a:pt x="1103" y="2013"/>
                    <a:pt x="643" y="2569"/>
                    <a:pt x="0" y="2694"/>
                  </a:cubicBezTo>
                  <a:cubicBezTo>
                    <a:pt x="87" y="2713"/>
                    <a:pt x="173" y="2722"/>
                    <a:pt x="259" y="2722"/>
                  </a:cubicBezTo>
                  <a:cubicBezTo>
                    <a:pt x="1007" y="2722"/>
                    <a:pt x="1620" y="2109"/>
                    <a:pt x="1620" y="1361"/>
                  </a:cubicBezTo>
                  <a:cubicBezTo>
                    <a:pt x="1620" y="604"/>
                    <a:pt x="1007" y="0"/>
                    <a:pt x="259"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1" name="Google Shape;6771;p62"/>
            <p:cNvSpPr/>
            <p:nvPr/>
          </p:nvSpPr>
          <p:spPr>
            <a:xfrm>
              <a:off x="5035155" y="3841454"/>
              <a:ext cx="57535" cy="57535"/>
            </a:xfrm>
            <a:custGeom>
              <a:avLst/>
              <a:gdLst/>
              <a:ahLst/>
              <a:cxnLst/>
              <a:rect l="l" t="t" r="r" b="b"/>
              <a:pathLst>
                <a:path w="2196" h="2196" extrusionOk="0">
                  <a:moveTo>
                    <a:pt x="1908" y="0"/>
                  </a:moveTo>
                  <a:lnTo>
                    <a:pt x="1" y="1908"/>
                  </a:lnTo>
                  <a:cubicBezTo>
                    <a:pt x="87" y="2013"/>
                    <a:pt x="183" y="2109"/>
                    <a:pt x="298" y="2195"/>
                  </a:cubicBezTo>
                  <a:lnTo>
                    <a:pt x="2196" y="297"/>
                  </a:lnTo>
                  <a:cubicBezTo>
                    <a:pt x="2119" y="182"/>
                    <a:pt x="2014" y="86"/>
                    <a:pt x="1908"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2" name="Google Shape;6772;p62"/>
            <p:cNvSpPr/>
            <p:nvPr/>
          </p:nvSpPr>
          <p:spPr>
            <a:xfrm>
              <a:off x="5078620" y="3841690"/>
              <a:ext cx="14593" cy="16611"/>
            </a:xfrm>
            <a:custGeom>
              <a:avLst/>
              <a:gdLst/>
              <a:ahLst/>
              <a:cxnLst/>
              <a:rect l="l" t="t" r="r" b="b"/>
              <a:pathLst>
                <a:path w="557" h="634" extrusionOk="0">
                  <a:moveTo>
                    <a:pt x="259" y="1"/>
                  </a:moveTo>
                  <a:lnTo>
                    <a:pt x="0" y="259"/>
                  </a:lnTo>
                  <a:cubicBezTo>
                    <a:pt x="96" y="374"/>
                    <a:pt x="163" y="499"/>
                    <a:pt x="221" y="633"/>
                  </a:cubicBezTo>
                  <a:lnTo>
                    <a:pt x="556" y="298"/>
                  </a:lnTo>
                  <a:cubicBezTo>
                    <a:pt x="537" y="279"/>
                    <a:pt x="527" y="269"/>
                    <a:pt x="518" y="250"/>
                  </a:cubicBezTo>
                  <a:cubicBezTo>
                    <a:pt x="508" y="250"/>
                    <a:pt x="508" y="250"/>
                    <a:pt x="518" y="240"/>
                  </a:cubicBezTo>
                  <a:lnTo>
                    <a:pt x="489" y="212"/>
                  </a:lnTo>
                  <a:lnTo>
                    <a:pt x="479" y="202"/>
                  </a:lnTo>
                  <a:cubicBezTo>
                    <a:pt x="441" y="154"/>
                    <a:pt x="393" y="106"/>
                    <a:pt x="345" y="68"/>
                  </a:cubicBezTo>
                  <a:lnTo>
                    <a:pt x="336" y="58"/>
                  </a:lnTo>
                  <a:lnTo>
                    <a:pt x="307" y="29"/>
                  </a:lnTo>
                  <a:lnTo>
                    <a:pt x="288" y="29"/>
                  </a:lnTo>
                  <a:lnTo>
                    <a:pt x="259"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3" name="Google Shape;6773;p62"/>
            <p:cNvSpPr/>
            <p:nvPr/>
          </p:nvSpPr>
          <p:spPr>
            <a:xfrm>
              <a:off x="4917124" y="3947669"/>
              <a:ext cx="83159" cy="71264"/>
            </a:xfrm>
            <a:custGeom>
              <a:avLst/>
              <a:gdLst/>
              <a:ahLst/>
              <a:cxnLst/>
              <a:rect l="l" t="t" r="r" b="b"/>
              <a:pathLst>
                <a:path w="3174" h="2720" extrusionOk="0">
                  <a:moveTo>
                    <a:pt x="1812" y="1"/>
                  </a:moveTo>
                  <a:cubicBezTo>
                    <a:pt x="605" y="1"/>
                    <a:pt x="1" y="1458"/>
                    <a:pt x="854" y="2320"/>
                  </a:cubicBezTo>
                  <a:cubicBezTo>
                    <a:pt x="1129" y="2596"/>
                    <a:pt x="1469" y="2719"/>
                    <a:pt x="1802" y="2719"/>
                  </a:cubicBezTo>
                  <a:cubicBezTo>
                    <a:pt x="2501" y="2719"/>
                    <a:pt x="3173" y="2176"/>
                    <a:pt x="3173" y="1352"/>
                  </a:cubicBezTo>
                  <a:cubicBezTo>
                    <a:pt x="3173" y="605"/>
                    <a:pt x="2560" y="1"/>
                    <a:pt x="1812"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4" name="Google Shape;6774;p62"/>
            <p:cNvSpPr/>
            <p:nvPr/>
          </p:nvSpPr>
          <p:spPr>
            <a:xfrm>
              <a:off x="4957812" y="3947433"/>
              <a:ext cx="42470" cy="71578"/>
            </a:xfrm>
            <a:custGeom>
              <a:avLst/>
              <a:gdLst/>
              <a:ahLst/>
              <a:cxnLst/>
              <a:rect l="l" t="t" r="r" b="b"/>
              <a:pathLst>
                <a:path w="1621" h="2732" extrusionOk="0">
                  <a:moveTo>
                    <a:pt x="259" y="0"/>
                  </a:moveTo>
                  <a:cubicBezTo>
                    <a:pt x="173" y="0"/>
                    <a:pt x="87" y="10"/>
                    <a:pt x="1" y="29"/>
                  </a:cubicBezTo>
                  <a:cubicBezTo>
                    <a:pt x="643" y="153"/>
                    <a:pt x="1103" y="709"/>
                    <a:pt x="1103" y="1361"/>
                  </a:cubicBezTo>
                  <a:cubicBezTo>
                    <a:pt x="1103" y="2013"/>
                    <a:pt x="643" y="2579"/>
                    <a:pt x="1" y="2703"/>
                  </a:cubicBezTo>
                  <a:cubicBezTo>
                    <a:pt x="87" y="2722"/>
                    <a:pt x="173" y="2722"/>
                    <a:pt x="259" y="2732"/>
                  </a:cubicBezTo>
                  <a:cubicBezTo>
                    <a:pt x="1017" y="2722"/>
                    <a:pt x="1620" y="2118"/>
                    <a:pt x="1620" y="1371"/>
                  </a:cubicBezTo>
                  <a:cubicBezTo>
                    <a:pt x="1620" y="614"/>
                    <a:pt x="1017" y="10"/>
                    <a:pt x="259" y="10"/>
                  </a:cubicBezTo>
                  <a:lnTo>
                    <a:pt x="259"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5" name="Google Shape;6775;p62"/>
            <p:cNvSpPr/>
            <p:nvPr/>
          </p:nvSpPr>
          <p:spPr>
            <a:xfrm>
              <a:off x="4935961" y="3954455"/>
              <a:ext cx="57535" cy="57535"/>
            </a:xfrm>
            <a:custGeom>
              <a:avLst/>
              <a:gdLst/>
              <a:ahLst/>
              <a:cxnLst/>
              <a:rect l="l" t="t" r="r" b="b"/>
              <a:pathLst>
                <a:path w="2196" h="2196" extrusionOk="0">
                  <a:moveTo>
                    <a:pt x="1899" y="0"/>
                  </a:moveTo>
                  <a:lnTo>
                    <a:pt x="1" y="1898"/>
                  </a:lnTo>
                  <a:cubicBezTo>
                    <a:pt x="77" y="2013"/>
                    <a:pt x="183" y="2109"/>
                    <a:pt x="288" y="2196"/>
                  </a:cubicBezTo>
                  <a:lnTo>
                    <a:pt x="2196" y="288"/>
                  </a:lnTo>
                  <a:cubicBezTo>
                    <a:pt x="2109" y="183"/>
                    <a:pt x="2004" y="77"/>
                    <a:pt x="1899"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6" name="Google Shape;6776;p62"/>
            <p:cNvSpPr/>
            <p:nvPr/>
          </p:nvSpPr>
          <p:spPr>
            <a:xfrm>
              <a:off x="4979401" y="3954717"/>
              <a:ext cx="14358" cy="16585"/>
            </a:xfrm>
            <a:custGeom>
              <a:avLst/>
              <a:gdLst/>
              <a:ahLst/>
              <a:cxnLst/>
              <a:rect l="l" t="t" r="r" b="b"/>
              <a:pathLst>
                <a:path w="548" h="633" extrusionOk="0">
                  <a:moveTo>
                    <a:pt x="250" y="0"/>
                  </a:moveTo>
                  <a:lnTo>
                    <a:pt x="1" y="249"/>
                  </a:lnTo>
                  <a:cubicBezTo>
                    <a:pt x="87" y="364"/>
                    <a:pt x="164" y="489"/>
                    <a:pt x="212" y="633"/>
                  </a:cubicBezTo>
                  <a:lnTo>
                    <a:pt x="547" y="297"/>
                  </a:lnTo>
                  <a:cubicBezTo>
                    <a:pt x="528" y="268"/>
                    <a:pt x="518" y="259"/>
                    <a:pt x="509" y="249"/>
                  </a:cubicBezTo>
                  <a:cubicBezTo>
                    <a:pt x="509" y="240"/>
                    <a:pt x="509" y="240"/>
                    <a:pt x="509" y="240"/>
                  </a:cubicBezTo>
                  <a:lnTo>
                    <a:pt x="480" y="201"/>
                  </a:lnTo>
                  <a:lnTo>
                    <a:pt x="471" y="192"/>
                  </a:lnTo>
                  <a:cubicBezTo>
                    <a:pt x="432" y="144"/>
                    <a:pt x="384" y="105"/>
                    <a:pt x="336" y="58"/>
                  </a:cubicBezTo>
                  <a:lnTo>
                    <a:pt x="327" y="48"/>
                  </a:lnTo>
                  <a:lnTo>
                    <a:pt x="298" y="29"/>
                  </a:lnTo>
                  <a:cubicBezTo>
                    <a:pt x="298" y="24"/>
                    <a:pt x="296" y="22"/>
                    <a:pt x="293" y="22"/>
                  </a:cubicBezTo>
                  <a:cubicBezTo>
                    <a:pt x="291" y="22"/>
                    <a:pt x="288" y="24"/>
                    <a:pt x="288" y="29"/>
                  </a:cubicBezTo>
                  <a:lnTo>
                    <a:pt x="250"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7" name="Google Shape;6777;p62"/>
            <p:cNvSpPr/>
            <p:nvPr/>
          </p:nvSpPr>
          <p:spPr>
            <a:xfrm>
              <a:off x="5016317" y="3947669"/>
              <a:ext cx="83421" cy="71264"/>
            </a:xfrm>
            <a:custGeom>
              <a:avLst/>
              <a:gdLst/>
              <a:ahLst/>
              <a:cxnLst/>
              <a:rect l="l" t="t" r="r" b="b"/>
              <a:pathLst>
                <a:path w="3184" h="2720" extrusionOk="0">
                  <a:moveTo>
                    <a:pt x="1822" y="1"/>
                  </a:moveTo>
                  <a:cubicBezTo>
                    <a:pt x="614" y="1"/>
                    <a:pt x="1" y="1458"/>
                    <a:pt x="864" y="2320"/>
                  </a:cubicBezTo>
                  <a:cubicBezTo>
                    <a:pt x="1139" y="2596"/>
                    <a:pt x="1479" y="2719"/>
                    <a:pt x="1812" y="2719"/>
                  </a:cubicBezTo>
                  <a:cubicBezTo>
                    <a:pt x="2511" y="2719"/>
                    <a:pt x="3183" y="2176"/>
                    <a:pt x="3183" y="1352"/>
                  </a:cubicBezTo>
                  <a:cubicBezTo>
                    <a:pt x="3183" y="605"/>
                    <a:pt x="2570" y="1"/>
                    <a:pt x="1822"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8" name="Google Shape;6778;p62"/>
            <p:cNvSpPr/>
            <p:nvPr/>
          </p:nvSpPr>
          <p:spPr>
            <a:xfrm>
              <a:off x="5057267" y="3947433"/>
              <a:ext cx="42470" cy="71578"/>
            </a:xfrm>
            <a:custGeom>
              <a:avLst/>
              <a:gdLst/>
              <a:ahLst/>
              <a:cxnLst/>
              <a:rect l="l" t="t" r="r" b="b"/>
              <a:pathLst>
                <a:path w="1621" h="2732" extrusionOk="0">
                  <a:moveTo>
                    <a:pt x="259" y="0"/>
                  </a:moveTo>
                  <a:cubicBezTo>
                    <a:pt x="173" y="0"/>
                    <a:pt x="87" y="10"/>
                    <a:pt x="0" y="29"/>
                  </a:cubicBezTo>
                  <a:cubicBezTo>
                    <a:pt x="643" y="153"/>
                    <a:pt x="1103" y="709"/>
                    <a:pt x="1103" y="1361"/>
                  </a:cubicBezTo>
                  <a:cubicBezTo>
                    <a:pt x="1103" y="2013"/>
                    <a:pt x="643" y="2579"/>
                    <a:pt x="0" y="2703"/>
                  </a:cubicBezTo>
                  <a:cubicBezTo>
                    <a:pt x="87" y="2722"/>
                    <a:pt x="173" y="2722"/>
                    <a:pt x="259" y="2732"/>
                  </a:cubicBezTo>
                  <a:cubicBezTo>
                    <a:pt x="1007" y="2722"/>
                    <a:pt x="1620" y="2118"/>
                    <a:pt x="1620" y="1371"/>
                  </a:cubicBezTo>
                  <a:cubicBezTo>
                    <a:pt x="1620" y="614"/>
                    <a:pt x="1007" y="10"/>
                    <a:pt x="259" y="10"/>
                  </a:cubicBezTo>
                  <a:lnTo>
                    <a:pt x="259"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9" name="Google Shape;6779;p62"/>
            <p:cNvSpPr/>
            <p:nvPr/>
          </p:nvSpPr>
          <p:spPr>
            <a:xfrm>
              <a:off x="5035155" y="3954455"/>
              <a:ext cx="57535" cy="57535"/>
            </a:xfrm>
            <a:custGeom>
              <a:avLst/>
              <a:gdLst/>
              <a:ahLst/>
              <a:cxnLst/>
              <a:rect l="l" t="t" r="r" b="b"/>
              <a:pathLst>
                <a:path w="2196" h="2196" extrusionOk="0">
                  <a:moveTo>
                    <a:pt x="1908" y="0"/>
                  </a:moveTo>
                  <a:lnTo>
                    <a:pt x="1" y="1898"/>
                  </a:lnTo>
                  <a:cubicBezTo>
                    <a:pt x="87" y="2013"/>
                    <a:pt x="183" y="2109"/>
                    <a:pt x="298" y="2196"/>
                  </a:cubicBezTo>
                  <a:lnTo>
                    <a:pt x="2196" y="298"/>
                  </a:lnTo>
                  <a:cubicBezTo>
                    <a:pt x="2119" y="183"/>
                    <a:pt x="2014" y="87"/>
                    <a:pt x="1908"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0" name="Google Shape;6780;p62"/>
            <p:cNvSpPr/>
            <p:nvPr/>
          </p:nvSpPr>
          <p:spPr>
            <a:xfrm>
              <a:off x="5078620" y="3954717"/>
              <a:ext cx="14593" cy="16585"/>
            </a:xfrm>
            <a:custGeom>
              <a:avLst/>
              <a:gdLst/>
              <a:ahLst/>
              <a:cxnLst/>
              <a:rect l="l" t="t" r="r" b="b"/>
              <a:pathLst>
                <a:path w="557" h="633" extrusionOk="0">
                  <a:moveTo>
                    <a:pt x="259" y="0"/>
                  </a:moveTo>
                  <a:lnTo>
                    <a:pt x="0" y="249"/>
                  </a:lnTo>
                  <a:cubicBezTo>
                    <a:pt x="96" y="364"/>
                    <a:pt x="163" y="489"/>
                    <a:pt x="221" y="633"/>
                  </a:cubicBezTo>
                  <a:lnTo>
                    <a:pt x="556" y="297"/>
                  </a:lnTo>
                  <a:cubicBezTo>
                    <a:pt x="537" y="278"/>
                    <a:pt x="527" y="259"/>
                    <a:pt x="518" y="249"/>
                  </a:cubicBezTo>
                  <a:cubicBezTo>
                    <a:pt x="508" y="240"/>
                    <a:pt x="508" y="240"/>
                    <a:pt x="518" y="240"/>
                  </a:cubicBezTo>
                  <a:lnTo>
                    <a:pt x="489" y="201"/>
                  </a:lnTo>
                  <a:lnTo>
                    <a:pt x="479" y="192"/>
                  </a:lnTo>
                  <a:cubicBezTo>
                    <a:pt x="441" y="144"/>
                    <a:pt x="393" y="105"/>
                    <a:pt x="345" y="58"/>
                  </a:cubicBezTo>
                  <a:lnTo>
                    <a:pt x="336" y="48"/>
                  </a:lnTo>
                  <a:lnTo>
                    <a:pt x="307" y="29"/>
                  </a:lnTo>
                  <a:cubicBezTo>
                    <a:pt x="302" y="24"/>
                    <a:pt x="300" y="22"/>
                    <a:pt x="297" y="22"/>
                  </a:cubicBezTo>
                  <a:cubicBezTo>
                    <a:pt x="295" y="22"/>
                    <a:pt x="292" y="24"/>
                    <a:pt x="288" y="29"/>
                  </a:cubicBezTo>
                  <a:lnTo>
                    <a:pt x="259"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1" name="Google Shape;6781;p62"/>
            <p:cNvSpPr/>
            <p:nvPr/>
          </p:nvSpPr>
          <p:spPr>
            <a:xfrm>
              <a:off x="4917124" y="4060434"/>
              <a:ext cx="83159" cy="71264"/>
            </a:xfrm>
            <a:custGeom>
              <a:avLst/>
              <a:gdLst/>
              <a:ahLst/>
              <a:cxnLst/>
              <a:rect l="l" t="t" r="r" b="b"/>
              <a:pathLst>
                <a:path w="3174" h="2720" extrusionOk="0">
                  <a:moveTo>
                    <a:pt x="1812" y="0"/>
                  </a:moveTo>
                  <a:cubicBezTo>
                    <a:pt x="605" y="0"/>
                    <a:pt x="1" y="1467"/>
                    <a:pt x="854" y="2320"/>
                  </a:cubicBezTo>
                  <a:cubicBezTo>
                    <a:pt x="1130" y="2596"/>
                    <a:pt x="1470" y="2720"/>
                    <a:pt x="1804" y="2720"/>
                  </a:cubicBezTo>
                  <a:cubicBezTo>
                    <a:pt x="2502" y="2720"/>
                    <a:pt x="3173" y="2179"/>
                    <a:pt x="3173" y="1362"/>
                  </a:cubicBezTo>
                  <a:cubicBezTo>
                    <a:pt x="3173" y="604"/>
                    <a:pt x="2560" y="0"/>
                    <a:pt x="181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2" name="Google Shape;6782;p62"/>
            <p:cNvSpPr/>
            <p:nvPr/>
          </p:nvSpPr>
          <p:spPr>
            <a:xfrm>
              <a:off x="4957812" y="4060434"/>
              <a:ext cx="42470" cy="71343"/>
            </a:xfrm>
            <a:custGeom>
              <a:avLst/>
              <a:gdLst/>
              <a:ahLst/>
              <a:cxnLst/>
              <a:rect l="l" t="t" r="r" b="b"/>
              <a:pathLst>
                <a:path w="1621" h="2723" extrusionOk="0">
                  <a:moveTo>
                    <a:pt x="259" y="0"/>
                  </a:moveTo>
                  <a:cubicBezTo>
                    <a:pt x="173" y="0"/>
                    <a:pt x="87" y="10"/>
                    <a:pt x="1" y="29"/>
                  </a:cubicBezTo>
                  <a:cubicBezTo>
                    <a:pt x="643" y="154"/>
                    <a:pt x="1103" y="710"/>
                    <a:pt x="1103" y="1362"/>
                  </a:cubicBezTo>
                  <a:cubicBezTo>
                    <a:pt x="1103" y="2013"/>
                    <a:pt x="643" y="2579"/>
                    <a:pt x="1" y="2704"/>
                  </a:cubicBezTo>
                  <a:cubicBezTo>
                    <a:pt x="87" y="2713"/>
                    <a:pt x="173" y="2723"/>
                    <a:pt x="259" y="2723"/>
                  </a:cubicBezTo>
                  <a:cubicBezTo>
                    <a:pt x="1017" y="2723"/>
                    <a:pt x="1620" y="2119"/>
                    <a:pt x="1620" y="1362"/>
                  </a:cubicBezTo>
                  <a:cubicBezTo>
                    <a:pt x="1620" y="614"/>
                    <a:pt x="1017" y="0"/>
                    <a:pt x="259"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3" name="Google Shape;6783;p62"/>
            <p:cNvSpPr/>
            <p:nvPr/>
          </p:nvSpPr>
          <p:spPr>
            <a:xfrm>
              <a:off x="4935961" y="4067219"/>
              <a:ext cx="57535" cy="57535"/>
            </a:xfrm>
            <a:custGeom>
              <a:avLst/>
              <a:gdLst/>
              <a:ahLst/>
              <a:cxnLst/>
              <a:rect l="l" t="t" r="r" b="b"/>
              <a:pathLst>
                <a:path w="2196" h="2196" extrusionOk="0">
                  <a:moveTo>
                    <a:pt x="1899" y="0"/>
                  </a:moveTo>
                  <a:lnTo>
                    <a:pt x="1" y="1908"/>
                  </a:lnTo>
                  <a:cubicBezTo>
                    <a:pt x="77" y="2013"/>
                    <a:pt x="183" y="2119"/>
                    <a:pt x="288" y="2195"/>
                  </a:cubicBezTo>
                  <a:lnTo>
                    <a:pt x="2196" y="297"/>
                  </a:lnTo>
                  <a:cubicBezTo>
                    <a:pt x="2109" y="182"/>
                    <a:pt x="2014" y="87"/>
                    <a:pt x="1899"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4" name="Google Shape;6784;p62"/>
            <p:cNvSpPr/>
            <p:nvPr/>
          </p:nvSpPr>
          <p:spPr>
            <a:xfrm>
              <a:off x="4979401" y="4067455"/>
              <a:ext cx="14358" cy="16611"/>
            </a:xfrm>
            <a:custGeom>
              <a:avLst/>
              <a:gdLst/>
              <a:ahLst/>
              <a:cxnLst/>
              <a:rect l="l" t="t" r="r" b="b"/>
              <a:pathLst>
                <a:path w="548" h="634" extrusionOk="0">
                  <a:moveTo>
                    <a:pt x="250" y="1"/>
                  </a:moveTo>
                  <a:lnTo>
                    <a:pt x="1" y="260"/>
                  </a:lnTo>
                  <a:cubicBezTo>
                    <a:pt x="87" y="375"/>
                    <a:pt x="164" y="499"/>
                    <a:pt x="212" y="634"/>
                  </a:cubicBezTo>
                  <a:lnTo>
                    <a:pt x="547" y="298"/>
                  </a:lnTo>
                  <a:lnTo>
                    <a:pt x="509" y="250"/>
                  </a:lnTo>
                  <a:cubicBezTo>
                    <a:pt x="509" y="250"/>
                    <a:pt x="509" y="250"/>
                    <a:pt x="509" y="241"/>
                  </a:cubicBezTo>
                  <a:lnTo>
                    <a:pt x="480" y="212"/>
                  </a:lnTo>
                  <a:lnTo>
                    <a:pt x="471" y="202"/>
                  </a:lnTo>
                  <a:cubicBezTo>
                    <a:pt x="432" y="154"/>
                    <a:pt x="384" y="106"/>
                    <a:pt x="336" y="68"/>
                  </a:cubicBezTo>
                  <a:lnTo>
                    <a:pt x="327" y="58"/>
                  </a:lnTo>
                  <a:lnTo>
                    <a:pt x="298" y="30"/>
                  </a:lnTo>
                  <a:lnTo>
                    <a:pt x="288" y="30"/>
                  </a:lnTo>
                  <a:lnTo>
                    <a:pt x="250"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5" name="Google Shape;6785;p62"/>
            <p:cNvSpPr/>
            <p:nvPr/>
          </p:nvSpPr>
          <p:spPr>
            <a:xfrm>
              <a:off x="5016317" y="4060434"/>
              <a:ext cx="83421" cy="71264"/>
            </a:xfrm>
            <a:custGeom>
              <a:avLst/>
              <a:gdLst/>
              <a:ahLst/>
              <a:cxnLst/>
              <a:rect l="l" t="t" r="r" b="b"/>
              <a:pathLst>
                <a:path w="3184" h="2720" extrusionOk="0">
                  <a:moveTo>
                    <a:pt x="1822" y="0"/>
                  </a:moveTo>
                  <a:cubicBezTo>
                    <a:pt x="614" y="0"/>
                    <a:pt x="1" y="1467"/>
                    <a:pt x="864" y="2320"/>
                  </a:cubicBezTo>
                  <a:cubicBezTo>
                    <a:pt x="1139" y="2596"/>
                    <a:pt x="1480" y="2720"/>
                    <a:pt x="1813" y="2720"/>
                  </a:cubicBezTo>
                  <a:cubicBezTo>
                    <a:pt x="2512" y="2720"/>
                    <a:pt x="3183" y="2179"/>
                    <a:pt x="3183" y="1362"/>
                  </a:cubicBezTo>
                  <a:cubicBezTo>
                    <a:pt x="3183" y="604"/>
                    <a:pt x="2570" y="0"/>
                    <a:pt x="182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6" name="Google Shape;6786;p62"/>
            <p:cNvSpPr/>
            <p:nvPr/>
          </p:nvSpPr>
          <p:spPr>
            <a:xfrm>
              <a:off x="5057267" y="4060434"/>
              <a:ext cx="42470" cy="71343"/>
            </a:xfrm>
            <a:custGeom>
              <a:avLst/>
              <a:gdLst/>
              <a:ahLst/>
              <a:cxnLst/>
              <a:rect l="l" t="t" r="r" b="b"/>
              <a:pathLst>
                <a:path w="1621" h="2723" extrusionOk="0">
                  <a:moveTo>
                    <a:pt x="259" y="0"/>
                  </a:moveTo>
                  <a:cubicBezTo>
                    <a:pt x="173" y="0"/>
                    <a:pt x="87" y="10"/>
                    <a:pt x="0" y="29"/>
                  </a:cubicBezTo>
                  <a:cubicBezTo>
                    <a:pt x="643" y="154"/>
                    <a:pt x="1103" y="710"/>
                    <a:pt x="1103" y="1362"/>
                  </a:cubicBezTo>
                  <a:cubicBezTo>
                    <a:pt x="1103" y="2013"/>
                    <a:pt x="643" y="2579"/>
                    <a:pt x="0" y="2704"/>
                  </a:cubicBezTo>
                  <a:cubicBezTo>
                    <a:pt x="87" y="2713"/>
                    <a:pt x="173" y="2723"/>
                    <a:pt x="259" y="2723"/>
                  </a:cubicBezTo>
                  <a:cubicBezTo>
                    <a:pt x="1007" y="2723"/>
                    <a:pt x="1620" y="2119"/>
                    <a:pt x="1620" y="1362"/>
                  </a:cubicBezTo>
                  <a:cubicBezTo>
                    <a:pt x="1620" y="614"/>
                    <a:pt x="1007" y="0"/>
                    <a:pt x="259"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7" name="Google Shape;6787;p62"/>
            <p:cNvSpPr/>
            <p:nvPr/>
          </p:nvSpPr>
          <p:spPr>
            <a:xfrm>
              <a:off x="5035155" y="4067219"/>
              <a:ext cx="57535" cy="57535"/>
            </a:xfrm>
            <a:custGeom>
              <a:avLst/>
              <a:gdLst/>
              <a:ahLst/>
              <a:cxnLst/>
              <a:rect l="l" t="t" r="r" b="b"/>
              <a:pathLst>
                <a:path w="2196" h="2196" extrusionOk="0">
                  <a:moveTo>
                    <a:pt x="1908" y="0"/>
                  </a:moveTo>
                  <a:lnTo>
                    <a:pt x="1" y="1908"/>
                  </a:lnTo>
                  <a:cubicBezTo>
                    <a:pt x="87" y="2013"/>
                    <a:pt x="183" y="2119"/>
                    <a:pt x="298" y="2195"/>
                  </a:cubicBezTo>
                  <a:lnTo>
                    <a:pt x="2196" y="297"/>
                  </a:lnTo>
                  <a:cubicBezTo>
                    <a:pt x="2119" y="182"/>
                    <a:pt x="2014" y="87"/>
                    <a:pt x="1908" y="0"/>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88" name="Google Shape;6788;p62"/>
            <p:cNvSpPr/>
            <p:nvPr/>
          </p:nvSpPr>
          <p:spPr>
            <a:xfrm>
              <a:off x="5078620" y="4067455"/>
              <a:ext cx="14593" cy="16611"/>
            </a:xfrm>
            <a:custGeom>
              <a:avLst/>
              <a:gdLst/>
              <a:ahLst/>
              <a:cxnLst/>
              <a:rect l="l" t="t" r="r" b="b"/>
              <a:pathLst>
                <a:path w="557" h="634" extrusionOk="0">
                  <a:moveTo>
                    <a:pt x="259" y="1"/>
                  </a:moveTo>
                  <a:lnTo>
                    <a:pt x="0" y="260"/>
                  </a:lnTo>
                  <a:cubicBezTo>
                    <a:pt x="96" y="375"/>
                    <a:pt x="163" y="499"/>
                    <a:pt x="221" y="634"/>
                  </a:cubicBezTo>
                  <a:lnTo>
                    <a:pt x="556" y="298"/>
                  </a:lnTo>
                  <a:cubicBezTo>
                    <a:pt x="537" y="279"/>
                    <a:pt x="527" y="269"/>
                    <a:pt x="518" y="250"/>
                  </a:cubicBezTo>
                  <a:cubicBezTo>
                    <a:pt x="508" y="250"/>
                    <a:pt x="508" y="250"/>
                    <a:pt x="518" y="241"/>
                  </a:cubicBezTo>
                  <a:lnTo>
                    <a:pt x="489" y="212"/>
                  </a:lnTo>
                  <a:lnTo>
                    <a:pt x="479" y="202"/>
                  </a:lnTo>
                  <a:cubicBezTo>
                    <a:pt x="441" y="154"/>
                    <a:pt x="393" y="106"/>
                    <a:pt x="345" y="68"/>
                  </a:cubicBezTo>
                  <a:lnTo>
                    <a:pt x="336" y="58"/>
                  </a:lnTo>
                  <a:lnTo>
                    <a:pt x="307" y="30"/>
                  </a:lnTo>
                  <a:lnTo>
                    <a:pt x="288" y="30"/>
                  </a:lnTo>
                  <a:lnTo>
                    <a:pt x="259"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89" name="Google Shape;6789;p62"/>
          <p:cNvGrpSpPr/>
          <p:nvPr/>
        </p:nvGrpSpPr>
        <p:grpSpPr>
          <a:xfrm>
            <a:off x="6244087" y="3624199"/>
            <a:ext cx="231058" cy="362425"/>
            <a:chOff x="6248162" y="3804774"/>
            <a:chExt cx="231058" cy="362425"/>
          </a:xfrm>
        </p:grpSpPr>
        <p:sp>
          <p:nvSpPr>
            <p:cNvPr id="6790" name="Google Shape;6790;p62"/>
            <p:cNvSpPr/>
            <p:nvPr/>
          </p:nvSpPr>
          <p:spPr>
            <a:xfrm>
              <a:off x="6248162" y="3845646"/>
              <a:ext cx="231058" cy="321553"/>
            </a:xfrm>
            <a:custGeom>
              <a:avLst/>
              <a:gdLst/>
              <a:ahLst/>
              <a:cxnLst/>
              <a:rect l="l" t="t" r="r" b="b"/>
              <a:pathLst>
                <a:path w="8819" h="12273" extrusionOk="0">
                  <a:moveTo>
                    <a:pt x="5048" y="1"/>
                  </a:moveTo>
                  <a:cubicBezTo>
                    <a:pt x="4745" y="1"/>
                    <a:pt x="4440" y="46"/>
                    <a:pt x="4141" y="147"/>
                  </a:cubicBezTo>
                  <a:cubicBezTo>
                    <a:pt x="3547" y="348"/>
                    <a:pt x="3029" y="741"/>
                    <a:pt x="2694" y="1278"/>
                  </a:cubicBezTo>
                  <a:cubicBezTo>
                    <a:pt x="2147" y="2083"/>
                    <a:pt x="2061" y="3118"/>
                    <a:pt x="2454" y="4019"/>
                  </a:cubicBezTo>
                  <a:cubicBezTo>
                    <a:pt x="2588" y="4316"/>
                    <a:pt x="2790" y="4585"/>
                    <a:pt x="3048" y="4796"/>
                  </a:cubicBezTo>
                  <a:cubicBezTo>
                    <a:pt x="3173" y="4892"/>
                    <a:pt x="3269" y="5045"/>
                    <a:pt x="3307" y="5208"/>
                  </a:cubicBezTo>
                  <a:cubicBezTo>
                    <a:pt x="3336" y="5352"/>
                    <a:pt x="3326" y="5505"/>
                    <a:pt x="3278" y="5649"/>
                  </a:cubicBezTo>
                  <a:cubicBezTo>
                    <a:pt x="3211" y="5840"/>
                    <a:pt x="3048" y="5994"/>
                    <a:pt x="2847" y="6061"/>
                  </a:cubicBezTo>
                  <a:cubicBezTo>
                    <a:pt x="2732" y="6099"/>
                    <a:pt x="2627" y="6138"/>
                    <a:pt x="2512" y="6186"/>
                  </a:cubicBezTo>
                  <a:cubicBezTo>
                    <a:pt x="1898" y="6464"/>
                    <a:pt x="1496" y="7067"/>
                    <a:pt x="1476" y="7748"/>
                  </a:cubicBezTo>
                  <a:cubicBezTo>
                    <a:pt x="662" y="7758"/>
                    <a:pt x="0" y="8419"/>
                    <a:pt x="0" y="9234"/>
                  </a:cubicBezTo>
                  <a:lnTo>
                    <a:pt x="0" y="12272"/>
                  </a:lnTo>
                  <a:lnTo>
                    <a:pt x="1112" y="12272"/>
                  </a:lnTo>
                  <a:lnTo>
                    <a:pt x="1112" y="12263"/>
                  </a:lnTo>
                  <a:lnTo>
                    <a:pt x="1112" y="12253"/>
                  </a:lnTo>
                  <a:lnTo>
                    <a:pt x="1112" y="9224"/>
                  </a:lnTo>
                  <a:cubicBezTo>
                    <a:pt x="1112" y="9013"/>
                    <a:pt x="1275" y="8841"/>
                    <a:pt x="1486" y="8841"/>
                  </a:cubicBezTo>
                  <a:lnTo>
                    <a:pt x="1793" y="8841"/>
                  </a:lnTo>
                  <a:cubicBezTo>
                    <a:pt x="1841" y="8917"/>
                    <a:pt x="1898" y="8984"/>
                    <a:pt x="1956" y="9052"/>
                  </a:cubicBezTo>
                  <a:lnTo>
                    <a:pt x="2004" y="9100"/>
                  </a:lnTo>
                  <a:cubicBezTo>
                    <a:pt x="2460" y="9539"/>
                    <a:pt x="3061" y="9778"/>
                    <a:pt x="3680" y="9778"/>
                  </a:cubicBezTo>
                  <a:cubicBezTo>
                    <a:pt x="3776" y="9778"/>
                    <a:pt x="3872" y="9772"/>
                    <a:pt x="3969" y="9761"/>
                  </a:cubicBezTo>
                  <a:cubicBezTo>
                    <a:pt x="5474" y="9579"/>
                    <a:pt x="6700" y="8869"/>
                    <a:pt x="7601" y="7547"/>
                  </a:cubicBezTo>
                  <a:cubicBezTo>
                    <a:pt x="8503" y="6243"/>
                    <a:pt x="8819" y="4623"/>
                    <a:pt x="8483" y="3080"/>
                  </a:cubicBezTo>
                  <a:cubicBezTo>
                    <a:pt x="8263" y="2083"/>
                    <a:pt x="7803" y="1297"/>
                    <a:pt x="7103" y="722"/>
                  </a:cubicBezTo>
                  <a:cubicBezTo>
                    <a:pt x="7065" y="693"/>
                    <a:pt x="7036" y="674"/>
                    <a:pt x="6998" y="645"/>
                  </a:cubicBezTo>
                  <a:cubicBezTo>
                    <a:pt x="6777" y="482"/>
                    <a:pt x="6528" y="338"/>
                    <a:pt x="6269" y="223"/>
                  </a:cubicBezTo>
                  <a:cubicBezTo>
                    <a:pt x="5876" y="85"/>
                    <a:pt x="5463" y="1"/>
                    <a:pt x="5048"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1" name="Google Shape;6791;p62"/>
            <p:cNvSpPr/>
            <p:nvPr/>
          </p:nvSpPr>
          <p:spPr>
            <a:xfrm>
              <a:off x="6316963" y="3845463"/>
              <a:ext cx="162257" cy="256157"/>
            </a:xfrm>
            <a:custGeom>
              <a:avLst/>
              <a:gdLst/>
              <a:ahLst/>
              <a:cxnLst/>
              <a:rect l="l" t="t" r="r" b="b"/>
              <a:pathLst>
                <a:path w="6193" h="9777" extrusionOk="0">
                  <a:moveTo>
                    <a:pt x="2502" y="0"/>
                  </a:moveTo>
                  <a:lnTo>
                    <a:pt x="2502" y="0"/>
                  </a:lnTo>
                  <a:cubicBezTo>
                    <a:pt x="2752" y="115"/>
                    <a:pt x="2982" y="250"/>
                    <a:pt x="3202" y="413"/>
                  </a:cubicBezTo>
                  <a:cubicBezTo>
                    <a:pt x="3241" y="441"/>
                    <a:pt x="3269" y="461"/>
                    <a:pt x="3308" y="489"/>
                  </a:cubicBezTo>
                  <a:cubicBezTo>
                    <a:pt x="4007" y="1064"/>
                    <a:pt x="4467" y="1850"/>
                    <a:pt x="4688" y="2847"/>
                  </a:cubicBezTo>
                  <a:cubicBezTo>
                    <a:pt x="5023" y="4391"/>
                    <a:pt x="4707" y="6010"/>
                    <a:pt x="3806" y="7314"/>
                  </a:cubicBezTo>
                  <a:cubicBezTo>
                    <a:pt x="2905" y="8637"/>
                    <a:pt x="1678" y="9356"/>
                    <a:pt x="173" y="9528"/>
                  </a:cubicBezTo>
                  <a:cubicBezTo>
                    <a:pt x="116" y="9528"/>
                    <a:pt x="58" y="9538"/>
                    <a:pt x="1" y="9538"/>
                  </a:cubicBezTo>
                  <a:cubicBezTo>
                    <a:pt x="331" y="9696"/>
                    <a:pt x="686" y="9777"/>
                    <a:pt x="1045" y="9777"/>
                  </a:cubicBezTo>
                  <a:cubicBezTo>
                    <a:pt x="1144" y="9777"/>
                    <a:pt x="1243" y="9771"/>
                    <a:pt x="1343" y="9758"/>
                  </a:cubicBezTo>
                  <a:cubicBezTo>
                    <a:pt x="2848" y="9576"/>
                    <a:pt x="4074" y="8867"/>
                    <a:pt x="4975" y="7544"/>
                  </a:cubicBezTo>
                  <a:cubicBezTo>
                    <a:pt x="5877" y="6240"/>
                    <a:pt x="6193" y="4630"/>
                    <a:pt x="5857" y="3077"/>
                  </a:cubicBezTo>
                  <a:cubicBezTo>
                    <a:pt x="5637" y="2080"/>
                    <a:pt x="5177" y="1294"/>
                    <a:pt x="4477" y="719"/>
                  </a:cubicBezTo>
                  <a:cubicBezTo>
                    <a:pt x="4439" y="700"/>
                    <a:pt x="4410" y="671"/>
                    <a:pt x="4372" y="643"/>
                  </a:cubicBezTo>
                  <a:cubicBezTo>
                    <a:pt x="4151" y="480"/>
                    <a:pt x="3902" y="336"/>
                    <a:pt x="3643" y="230"/>
                  </a:cubicBezTo>
                  <a:cubicBezTo>
                    <a:pt x="3279" y="96"/>
                    <a:pt x="2895" y="20"/>
                    <a:pt x="2502"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2" name="Google Shape;6792;p62"/>
            <p:cNvSpPr/>
            <p:nvPr/>
          </p:nvSpPr>
          <p:spPr>
            <a:xfrm>
              <a:off x="6256939" y="3804774"/>
              <a:ext cx="61046" cy="102232"/>
            </a:xfrm>
            <a:custGeom>
              <a:avLst/>
              <a:gdLst/>
              <a:ahLst/>
              <a:cxnLst/>
              <a:rect l="l" t="t" r="r" b="b"/>
              <a:pathLst>
                <a:path w="2330" h="3902" extrusionOk="0">
                  <a:moveTo>
                    <a:pt x="1" y="1"/>
                  </a:moveTo>
                  <a:lnTo>
                    <a:pt x="1" y="1630"/>
                  </a:lnTo>
                  <a:cubicBezTo>
                    <a:pt x="1" y="2148"/>
                    <a:pt x="183" y="2656"/>
                    <a:pt x="509" y="3068"/>
                  </a:cubicBezTo>
                  <a:cubicBezTo>
                    <a:pt x="835" y="3470"/>
                    <a:pt x="1295" y="3758"/>
                    <a:pt x="1803" y="3873"/>
                  </a:cubicBezTo>
                  <a:lnTo>
                    <a:pt x="1927" y="3902"/>
                  </a:lnTo>
                  <a:cubicBezTo>
                    <a:pt x="1995" y="3538"/>
                    <a:pt x="2129" y="3183"/>
                    <a:pt x="2330" y="2876"/>
                  </a:cubicBezTo>
                  <a:cubicBezTo>
                    <a:pt x="2292" y="2857"/>
                    <a:pt x="2244" y="2838"/>
                    <a:pt x="2205" y="2828"/>
                  </a:cubicBezTo>
                  <a:lnTo>
                    <a:pt x="2042" y="2790"/>
                  </a:lnTo>
                  <a:cubicBezTo>
                    <a:pt x="1496" y="2675"/>
                    <a:pt x="1113" y="2186"/>
                    <a:pt x="1113" y="1630"/>
                  </a:cubicBezTo>
                  <a:lnTo>
                    <a:pt x="1113" y="1"/>
                  </a:ln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3" name="Google Shape;6793;p62"/>
            <p:cNvSpPr/>
            <p:nvPr/>
          </p:nvSpPr>
          <p:spPr>
            <a:xfrm>
              <a:off x="6288589" y="3870562"/>
              <a:ext cx="29396" cy="36706"/>
            </a:xfrm>
            <a:custGeom>
              <a:avLst/>
              <a:gdLst/>
              <a:ahLst/>
              <a:cxnLst/>
              <a:rect l="l" t="t" r="r" b="b"/>
              <a:pathLst>
                <a:path w="1122" h="1401" extrusionOk="0">
                  <a:moveTo>
                    <a:pt x="278" y="1"/>
                  </a:moveTo>
                  <a:cubicBezTo>
                    <a:pt x="106" y="356"/>
                    <a:pt x="10" y="749"/>
                    <a:pt x="1" y="1151"/>
                  </a:cubicBezTo>
                  <a:cubicBezTo>
                    <a:pt x="183" y="1247"/>
                    <a:pt x="384" y="1324"/>
                    <a:pt x="585" y="1372"/>
                  </a:cubicBezTo>
                  <a:lnTo>
                    <a:pt x="719" y="1400"/>
                  </a:lnTo>
                  <a:cubicBezTo>
                    <a:pt x="777" y="1027"/>
                    <a:pt x="921" y="682"/>
                    <a:pt x="1122" y="365"/>
                  </a:cubicBezTo>
                  <a:cubicBezTo>
                    <a:pt x="1074" y="346"/>
                    <a:pt x="1036" y="327"/>
                    <a:pt x="988" y="317"/>
                  </a:cubicBezTo>
                  <a:lnTo>
                    <a:pt x="834" y="279"/>
                  </a:lnTo>
                  <a:cubicBezTo>
                    <a:pt x="624" y="231"/>
                    <a:pt x="432" y="135"/>
                    <a:pt x="27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94" name="Google Shape;6794;p62"/>
          <p:cNvGrpSpPr/>
          <p:nvPr/>
        </p:nvGrpSpPr>
        <p:grpSpPr>
          <a:xfrm>
            <a:off x="5342493" y="3624199"/>
            <a:ext cx="233337" cy="362163"/>
            <a:chOff x="5346568" y="3804774"/>
            <a:chExt cx="233337" cy="362163"/>
          </a:xfrm>
        </p:grpSpPr>
        <p:sp>
          <p:nvSpPr>
            <p:cNvPr id="6795" name="Google Shape;6795;p62"/>
            <p:cNvSpPr/>
            <p:nvPr/>
          </p:nvSpPr>
          <p:spPr>
            <a:xfrm>
              <a:off x="5346568" y="3804774"/>
              <a:ext cx="233337" cy="264463"/>
            </a:xfrm>
            <a:custGeom>
              <a:avLst/>
              <a:gdLst/>
              <a:ahLst/>
              <a:cxnLst/>
              <a:rect l="l" t="t" r="r" b="b"/>
              <a:pathLst>
                <a:path w="8906" h="10094" extrusionOk="0">
                  <a:moveTo>
                    <a:pt x="2119" y="1"/>
                  </a:moveTo>
                  <a:cubicBezTo>
                    <a:pt x="950" y="1"/>
                    <a:pt x="1" y="950"/>
                    <a:pt x="1" y="2119"/>
                  </a:cubicBezTo>
                  <a:lnTo>
                    <a:pt x="1" y="8944"/>
                  </a:lnTo>
                  <a:cubicBezTo>
                    <a:pt x="1" y="9576"/>
                    <a:pt x="518" y="10094"/>
                    <a:pt x="1151" y="10094"/>
                  </a:cubicBezTo>
                  <a:lnTo>
                    <a:pt x="3499" y="10094"/>
                  </a:lnTo>
                  <a:lnTo>
                    <a:pt x="3499" y="8752"/>
                  </a:lnTo>
                  <a:lnTo>
                    <a:pt x="5407" y="8752"/>
                  </a:lnTo>
                  <a:lnTo>
                    <a:pt x="5407" y="10094"/>
                  </a:lnTo>
                  <a:lnTo>
                    <a:pt x="7755" y="10094"/>
                  </a:lnTo>
                  <a:cubicBezTo>
                    <a:pt x="8388" y="10094"/>
                    <a:pt x="8906" y="9586"/>
                    <a:pt x="8906" y="8953"/>
                  </a:cubicBezTo>
                  <a:lnTo>
                    <a:pt x="8906" y="2119"/>
                  </a:lnTo>
                  <a:cubicBezTo>
                    <a:pt x="8906" y="950"/>
                    <a:pt x="7957" y="1"/>
                    <a:pt x="6787" y="1"/>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6" name="Google Shape;6796;p62"/>
            <p:cNvSpPr/>
            <p:nvPr/>
          </p:nvSpPr>
          <p:spPr>
            <a:xfrm>
              <a:off x="5494231" y="3804774"/>
              <a:ext cx="85674" cy="264463"/>
            </a:xfrm>
            <a:custGeom>
              <a:avLst/>
              <a:gdLst/>
              <a:ahLst/>
              <a:cxnLst/>
              <a:rect l="l" t="t" r="r" b="b"/>
              <a:pathLst>
                <a:path w="3270" h="10094" extrusionOk="0">
                  <a:moveTo>
                    <a:pt x="1" y="1"/>
                  </a:moveTo>
                  <a:cubicBezTo>
                    <a:pt x="1170" y="1"/>
                    <a:pt x="2119" y="950"/>
                    <a:pt x="2119" y="2119"/>
                  </a:cubicBezTo>
                  <a:lnTo>
                    <a:pt x="2119" y="8953"/>
                  </a:lnTo>
                  <a:cubicBezTo>
                    <a:pt x="2119" y="9586"/>
                    <a:pt x="1602" y="10094"/>
                    <a:pt x="969" y="10094"/>
                  </a:cubicBezTo>
                  <a:lnTo>
                    <a:pt x="2119" y="10094"/>
                  </a:lnTo>
                  <a:cubicBezTo>
                    <a:pt x="2752" y="10094"/>
                    <a:pt x="3270" y="9586"/>
                    <a:pt x="3270" y="8953"/>
                  </a:cubicBezTo>
                  <a:lnTo>
                    <a:pt x="3270" y="2119"/>
                  </a:lnTo>
                  <a:cubicBezTo>
                    <a:pt x="3270" y="950"/>
                    <a:pt x="2321" y="1"/>
                    <a:pt x="1151"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7" name="Google Shape;6797;p62"/>
            <p:cNvSpPr/>
            <p:nvPr/>
          </p:nvSpPr>
          <p:spPr>
            <a:xfrm>
              <a:off x="5398811" y="3829900"/>
              <a:ext cx="129114" cy="110014"/>
            </a:xfrm>
            <a:custGeom>
              <a:avLst/>
              <a:gdLst/>
              <a:ahLst/>
              <a:cxnLst/>
              <a:rect l="l" t="t" r="r" b="b"/>
              <a:pathLst>
                <a:path w="4928" h="4199" extrusionOk="0">
                  <a:moveTo>
                    <a:pt x="2397" y="0"/>
                  </a:moveTo>
                  <a:cubicBezTo>
                    <a:pt x="1074" y="0"/>
                    <a:pt x="10" y="1064"/>
                    <a:pt x="0" y="2387"/>
                  </a:cubicBezTo>
                  <a:lnTo>
                    <a:pt x="0" y="3556"/>
                  </a:lnTo>
                  <a:cubicBezTo>
                    <a:pt x="0" y="3911"/>
                    <a:pt x="288" y="4199"/>
                    <a:pt x="643" y="4199"/>
                  </a:cubicBezTo>
                  <a:lnTo>
                    <a:pt x="4285" y="4199"/>
                  </a:lnTo>
                  <a:cubicBezTo>
                    <a:pt x="4640" y="4189"/>
                    <a:pt x="4927" y="3911"/>
                    <a:pt x="4927" y="3556"/>
                  </a:cubicBezTo>
                  <a:lnTo>
                    <a:pt x="4927" y="2387"/>
                  </a:lnTo>
                  <a:cubicBezTo>
                    <a:pt x="4927" y="1074"/>
                    <a:pt x="3854" y="0"/>
                    <a:pt x="2541" y="0"/>
                  </a:cubicBez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8" name="Google Shape;6798;p62"/>
            <p:cNvSpPr/>
            <p:nvPr/>
          </p:nvSpPr>
          <p:spPr>
            <a:xfrm>
              <a:off x="5398811" y="3840930"/>
              <a:ext cx="129114" cy="98984"/>
            </a:xfrm>
            <a:custGeom>
              <a:avLst/>
              <a:gdLst/>
              <a:ahLst/>
              <a:cxnLst/>
              <a:rect l="l" t="t" r="r" b="b"/>
              <a:pathLst>
                <a:path w="4928" h="3778" extrusionOk="0">
                  <a:moveTo>
                    <a:pt x="3835" y="1"/>
                  </a:moveTo>
                  <a:lnTo>
                    <a:pt x="3835" y="1"/>
                  </a:lnTo>
                  <a:cubicBezTo>
                    <a:pt x="4113" y="403"/>
                    <a:pt x="4256" y="883"/>
                    <a:pt x="4256" y="1372"/>
                  </a:cubicBezTo>
                  <a:lnTo>
                    <a:pt x="4256" y="2455"/>
                  </a:lnTo>
                  <a:cubicBezTo>
                    <a:pt x="4256" y="2809"/>
                    <a:pt x="3959" y="3107"/>
                    <a:pt x="3595" y="3107"/>
                  </a:cubicBezTo>
                  <a:lnTo>
                    <a:pt x="0" y="3107"/>
                  </a:lnTo>
                  <a:lnTo>
                    <a:pt x="0" y="3116"/>
                  </a:lnTo>
                  <a:cubicBezTo>
                    <a:pt x="0" y="3480"/>
                    <a:pt x="298" y="3778"/>
                    <a:pt x="662" y="3778"/>
                  </a:cubicBezTo>
                  <a:lnTo>
                    <a:pt x="4276" y="3778"/>
                  </a:lnTo>
                  <a:cubicBezTo>
                    <a:pt x="4630" y="3778"/>
                    <a:pt x="4927" y="3480"/>
                    <a:pt x="4927" y="3116"/>
                  </a:cubicBezTo>
                  <a:lnTo>
                    <a:pt x="4927" y="2043"/>
                  </a:lnTo>
                  <a:cubicBezTo>
                    <a:pt x="4927" y="1218"/>
                    <a:pt x="4515" y="451"/>
                    <a:pt x="3835" y="1"/>
                  </a:cubicBezTo>
                  <a:close/>
                </a:path>
              </a:pathLst>
            </a:custGeom>
            <a:solidFill>
              <a:srgbClr val="D1D9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9" name="Google Shape;6799;p62"/>
            <p:cNvSpPr/>
            <p:nvPr/>
          </p:nvSpPr>
          <p:spPr>
            <a:xfrm>
              <a:off x="5438477" y="4034076"/>
              <a:ext cx="50016" cy="132860"/>
            </a:xfrm>
            <a:custGeom>
              <a:avLst/>
              <a:gdLst/>
              <a:ahLst/>
              <a:cxnLst/>
              <a:rect l="l" t="t" r="r" b="b"/>
              <a:pathLst>
                <a:path w="1909" h="5071" extrusionOk="0">
                  <a:moveTo>
                    <a:pt x="1" y="0"/>
                  </a:moveTo>
                  <a:lnTo>
                    <a:pt x="1" y="4869"/>
                  </a:lnTo>
                  <a:cubicBezTo>
                    <a:pt x="1" y="4975"/>
                    <a:pt x="87" y="5071"/>
                    <a:pt x="202" y="5071"/>
                  </a:cubicBezTo>
                  <a:lnTo>
                    <a:pt x="1707" y="5071"/>
                  </a:lnTo>
                  <a:cubicBezTo>
                    <a:pt x="1813" y="5071"/>
                    <a:pt x="1908" y="4975"/>
                    <a:pt x="1908" y="4869"/>
                  </a:cubicBezTo>
                  <a:lnTo>
                    <a:pt x="1908" y="0"/>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0" name="Google Shape;6800;p62"/>
            <p:cNvSpPr/>
            <p:nvPr/>
          </p:nvSpPr>
          <p:spPr>
            <a:xfrm>
              <a:off x="5471647" y="4034076"/>
              <a:ext cx="16847" cy="132860"/>
            </a:xfrm>
            <a:custGeom>
              <a:avLst/>
              <a:gdLst/>
              <a:ahLst/>
              <a:cxnLst/>
              <a:rect l="l" t="t" r="r" b="b"/>
              <a:pathLst>
                <a:path w="643" h="5071" extrusionOk="0">
                  <a:moveTo>
                    <a:pt x="0" y="0"/>
                  </a:moveTo>
                  <a:lnTo>
                    <a:pt x="0" y="5071"/>
                  </a:lnTo>
                  <a:lnTo>
                    <a:pt x="441" y="5071"/>
                  </a:lnTo>
                  <a:cubicBezTo>
                    <a:pt x="547" y="5071"/>
                    <a:pt x="642" y="4975"/>
                    <a:pt x="642" y="4869"/>
                  </a:cubicBezTo>
                  <a:lnTo>
                    <a:pt x="642" y="0"/>
                  </a:lnTo>
                  <a:close/>
                </a:path>
              </a:pathLst>
            </a:custGeom>
            <a:solidFill>
              <a:srgbClr val="98A9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1" name="Google Shape;6801;p62"/>
            <p:cNvSpPr/>
            <p:nvPr/>
          </p:nvSpPr>
          <p:spPr>
            <a:xfrm>
              <a:off x="5369938" y="3977799"/>
              <a:ext cx="35920" cy="27667"/>
            </a:xfrm>
            <a:custGeom>
              <a:avLst/>
              <a:gdLst/>
              <a:ahLst/>
              <a:cxnLst/>
              <a:rect l="l" t="t" r="r" b="b"/>
              <a:pathLst>
                <a:path w="1371" h="1056" extrusionOk="0">
                  <a:moveTo>
                    <a:pt x="355" y="1"/>
                  </a:moveTo>
                  <a:cubicBezTo>
                    <a:pt x="163" y="1"/>
                    <a:pt x="0" y="154"/>
                    <a:pt x="0" y="356"/>
                  </a:cubicBezTo>
                  <a:lnTo>
                    <a:pt x="0" y="701"/>
                  </a:lnTo>
                  <a:cubicBezTo>
                    <a:pt x="0" y="892"/>
                    <a:pt x="163" y="1055"/>
                    <a:pt x="355" y="1055"/>
                  </a:cubicBezTo>
                  <a:lnTo>
                    <a:pt x="1016" y="1055"/>
                  </a:lnTo>
                  <a:cubicBezTo>
                    <a:pt x="1208" y="1055"/>
                    <a:pt x="1371" y="892"/>
                    <a:pt x="1371" y="701"/>
                  </a:cubicBezTo>
                  <a:lnTo>
                    <a:pt x="1371" y="356"/>
                  </a:lnTo>
                  <a:cubicBezTo>
                    <a:pt x="1371" y="154"/>
                    <a:pt x="1208" y="1"/>
                    <a:pt x="1016" y="1"/>
                  </a:cubicBezTo>
                  <a:close/>
                </a:path>
              </a:pathLst>
            </a:custGeom>
            <a:solidFill>
              <a:srgbClr val="CC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2" name="Google Shape;6802;p62"/>
            <p:cNvSpPr/>
            <p:nvPr/>
          </p:nvSpPr>
          <p:spPr>
            <a:xfrm>
              <a:off x="5370174" y="3985344"/>
              <a:ext cx="36208" cy="20122"/>
            </a:xfrm>
            <a:custGeom>
              <a:avLst/>
              <a:gdLst/>
              <a:ahLst/>
              <a:cxnLst/>
              <a:rect l="l" t="t" r="r" b="b"/>
              <a:pathLst>
                <a:path w="1382" h="768" extrusionOk="0">
                  <a:moveTo>
                    <a:pt x="1" y="0"/>
                  </a:moveTo>
                  <a:cubicBezTo>
                    <a:pt x="1" y="29"/>
                    <a:pt x="1" y="48"/>
                    <a:pt x="1" y="77"/>
                  </a:cubicBezTo>
                  <a:lnTo>
                    <a:pt x="1" y="393"/>
                  </a:lnTo>
                  <a:cubicBezTo>
                    <a:pt x="1" y="604"/>
                    <a:pt x="164" y="767"/>
                    <a:pt x="375" y="767"/>
                  </a:cubicBezTo>
                  <a:lnTo>
                    <a:pt x="1007" y="767"/>
                  </a:lnTo>
                  <a:cubicBezTo>
                    <a:pt x="1209" y="767"/>
                    <a:pt x="1381" y="604"/>
                    <a:pt x="1381" y="393"/>
                  </a:cubicBezTo>
                  <a:lnTo>
                    <a:pt x="1381" y="77"/>
                  </a:lnTo>
                  <a:cubicBezTo>
                    <a:pt x="1381" y="48"/>
                    <a:pt x="1381" y="29"/>
                    <a:pt x="1381" y="0"/>
                  </a:cubicBezTo>
                  <a:cubicBezTo>
                    <a:pt x="1344" y="176"/>
                    <a:pt x="1191" y="308"/>
                    <a:pt x="1007" y="308"/>
                  </a:cubicBezTo>
                  <a:cubicBezTo>
                    <a:pt x="1001" y="308"/>
                    <a:pt x="995" y="308"/>
                    <a:pt x="988" y="307"/>
                  </a:cubicBezTo>
                  <a:lnTo>
                    <a:pt x="365" y="307"/>
                  </a:lnTo>
                  <a:cubicBezTo>
                    <a:pt x="183" y="307"/>
                    <a:pt x="30" y="183"/>
                    <a:pt x="1"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3" name="Google Shape;6803;p62"/>
            <p:cNvSpPr/>
            <p:nvPr/>
          </p:nvSpPr>
          <p:spPr>
            <a:xfrm>
              <a:off x="5438477" y="3977799"/>
              <a:ext cx="49754" cy="27667"/>
            </a:xfrm>
            <a:custGeom>
              <a:avLst/>
              <a:gdLst/>
              <a:ahLst/>
              <a:cxnLst/>
              <a:rect l="l" t="t" r="r" b="b"/>
              <a:pathLst>
                <a:path w="1899" h="1056" extrusionOk="0">
                  <a:moveTo>
                    <a:pt x="365" y="1"/>
                  </a:moveTo>
                  <a:cubicBezTo>
                    <a:pt x="164" y="1"/>
                    <a:pt x="1" y="154"/>
                    <a:pt x="1" y="356"/>
                  </a:cubicBezTo>
                  <a:lnTo>
                    <a:pt x="1" y="701"/>
                  </a:lnTo>
                  <a:cubicBezTo>
                    <a:pt x="1" y="892"/>
                    <a:pt x="164" y="1055"/>
                    <a:pt x="365" y="1055"/>
                  </a:cubicBezTo>
                  <a:lnTo>
                    <a:pt x="1544" y="1055"/>
                  </a:lnTo>
                  <a:cubicBezTo>
                    <a:pt x="1736" y="1055"/>
                    <a:pt x="1899" y="892"/>
                    <a:pt x="1899" y="701"/>
                  </a:cubicBezTo>
                  <a:lnTo>
                    <a:pt x="1899" y="356"/>
                  </a:lnTo>
                  <a:cubicBezTo>
                    <a:pt x="1899" y="154"/>
                    <a:pt x="1736" y="1"/>
                    <a:pt x="1535" y="1"/>
                  </a:cubicBezTo>
                  <a:close/>
                </a:path>
              </a:pathLst>
            </a:custGeom>
            <a:solidFill>
              <a:srgbClr val="CC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4" name="Google Shape;6804;p62"/>
            <p:cNvSpPr/>
            <p:nvPr/>
          </p:nvSpPr>
          <p:spPr>
            <a:xfrm>
              <a:off x="5438739" y="3985344"/>
              <a:ext cx="50016" cy="20122"/>
            </a:xfrm>
            <a:custGeom>
              <a:avLst/>
              <a:gdLst/>
              <a:ahLst/>
              <a:cxnLst/>
              <a:rect l="l" t="t" r="r" b="b"/>
              <a:pathLst>
                <a:path w="1909" h="768" extrusionOk="0">
                  <a:moveTo>
                    <a:pt x="1" y="0"/>
                  </a:moveTo>
                  <a:cubicBezTo>
                    <a:pt x="1" y="29"/>
                    <a:pt x="1" y="48"/>
                    <a:pt x="1" y="77"/>
                  </a:cubicBezTo>
                  <a:lnTo>
                    <a:pt x="1" y="393"/>
                  </a:lnTo>
                  <a:cubicBezTo>
                    <a:pt x="1" y="604"/>
                    <a:pt x="173" y="767"/>
                    <a:pt x="374" y="767"/>
                  </a:cubicBezTo>
                  <a:lnTo>
                    <a:pt x="1534" y="767"/>
                  </a:lnTo>
                  <a:cubicBezTo>
                    <a:pt x="1736" y="767"/>
                    <a:pt x="1908" y="604"/>
                    <a:pt x="1908" y="393"/>
                  </a:cubicBezTo>
                  <a:lnTo>
                    <a:pt x="1908" y="77"/>
                  </a:lnTo>
                  <a:cubicBezTo>
                    <a:pt x="1908" y="48"/>
                    <a:pt x="1908" y="29"/>
                    <a:pt x="1908" y="0"/>
                  </a:cubicBezTo>
                  <a:cubicBezTo>
                    <a:pt x="1871" y="176"/>
                    <a:pt x="1718" y="308"/>
                    <a:pt x="1534" y="308"/>
                  </a:cubicBezTo>
                  <a:cubicBezTo>
                    <a:pt x="1528" y="308"/>
                    <a:pt x="1522" y="308"/>
                    <a:pt x="1515" y="307"/>
                  </a:cubicBezTo>
                  <a:lnTo>
                    <a:pt x="365" y="307"/>
                  </a:lnTo>
                  <a:cubicBezTo>
                    <a:pt x="183" y="307"/>
                    <a:pt x="29" y="183"/>
                    <a:pt x="1"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5" name="Google Shape;6805;p62"/>
            <p:cNvSpPr/>
            <p:nvPr/>
          </p:nvSpPr>
          <p:spPr>
            <a:xfrm>
              <a:off x="5520850" y="3977799"/>
              <a:ext cx="35946" cy="27667"/>
            </a:xfrm>
            <a:custGeom>
              <a:avLst/>
              <a:gdLst/>
              <a:ahLst/>
              <a:cxnLst/>
              <a:rect l="l" t="t" r="r" b="b"/>
              <a:pathLst>
                <a:path w="1372" h="1056" extrusionOk="0">
                  <a:moveTo>
                    <a:pt x="365" y="1"/>
                  </a:moveTo>
                  <a:cubicBezTo>
                    <a:pt x="164" y="1"/>
                    <a:pt x="1" y="154"/>
                    <a:pt x="1" y="356"/>
                  </a:cubicBezTo>
                  <a:lnTo>
                    <a:pt x="1" y="701"/>
                  </a:lnTo>
                  <a:cubicBezTo>
                    <a:pt x="1" y="892"/>
                    <a:pt x="164" y="1055"/>
                    <a:pt x="365" y="1055"/>
                  </a:cubicBezTo>
                  <a:lnTo>
                    <a:pt x="1017" y="1055"/>
                  </a:lnTo>
                  <a:cubicBezTo>
                    <a:pt x="1209" y="1055"/>
                    <a:pt x="1372" y="892"/>
                    <a:pt x="1372" y="701"/>
                  </a:cubicBezTo>
                  <a:lnTo>
                    <a:pt x="1372" y="356"/>
                  </a:lnTo>
                  <a:cubicBezTo>
                    <a:pt x="1372" y="154"/>
                    <a:pt x="1209" y="1"/>
                    <a:pt x="1017" y="1"/>
                  </a:cubicBezTo>
                  <a:close/>
                </a:path>
              </a:pathLst>
            </a:custGeom>
            <a:solidFill>
              <a:srgbClr val="CC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6" name="Google Shape;6806;p62"/>
            <p:cNvSpPr/>
            <p:nvPr/>
          </p:nvSpPr>
          <p:spPr>
            <a:xfrm>
              <a:off x="5520850" y="3985842"/>
              <a:ext cx="36208" cy="19624"/>
            </a:xfrm>
            <a:custGeom>
              <a:avLst/>
              <a:gdLst/>
              <a:ahLst/>
              <a:cxnLst/>
              <a:rect l="l" t="t" r="r" b="b"/>
              <a:pathLst>
                <a:path w="1382" h="749" extrusionOk="0">
                  <a:moveTo>
                    <a:pt x="1" y="1"/>
                  </a:moveTo>
                  <a:cubicBezTo>
                    <a:pt x="1" y="20"/>
                    <a:pt x="1" y="39"/>
                    <a:pt x="1" y="58"/>
                  </a:cubicBezTo>
                  <a:lnTo>
                    <a:pt x="1" y="374"/>
                  </a:lnTo>
                  <a:cubicBezTo>
                    <a:pt x="1" y="585"/>
                    <a:pt x="174" y="748"/>
                    <a:pt x="375" y="748"/>
                  </a:cubicBezTo>
                  <a:lnTo>
                    <a:pt x="1007" y="748"/>
                  </a:lnTo>
                  <a:cubicBezTo>
                    <a:pt x="1218" y="748"/>
                    <a:pt x="1381" y="585"/>
                    <a:pt x="1381" y="374"/>
                  </a:cubicBezTo>
                  <a:lnTo>
                    <a:pt x="1381" y="58"/>
                  </a:lnTo>
                  <a:lnTo>
                    <a:pt x="1381" y="1"/>
                  </a:lnTo>
                  <a:cubicBezTo>
                    <a:pt x="1353" y="183"/>
                    <a:pt x="1190" y="317"/>
                    <a:pt x="1007" y="317"/>
                  </a:cubicBezTo>
                  <a:lnTo>
                    <a:pt x="375" y="317"/>
                  </a:lnTo>
                  <a:cubicBezTo>
                    <a:pt x="183" y="317"/>
                    <a:pt x="30" y="183"/>
                    <a:pt x="1"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7" name="Google Shape;6807;p62"/>
            <p:cNvSpPr/>
            <p:nvPr/>
          </p:nvSpPr>
          <p:spPr>
            <a:xfrm>
              <a:off x="5438477" y="4113410"/>
              <a:ext cx="49754" cy="53527"/>
            </a:xfrm>
            <a:custGeom>
              <a:avLst/>
              <a:gdLst/>
              <a:ahLst/>
              <a:cxnLst/>
              <a:rect l="l" t="t" r="r" b="b"/>
              <a:pathLst>
                <a:path w="1899" h="2043" extrusionOk="0">
                  <a:moveTo>
                    <a:pt x="1" y="1"/>
                  </a:moveTo>
                  <a:lnTo>
                    <a:pt x="1" y="1841"/>
                  </a:lnTo>
                  <a:cubicBezTo>
                    <a:pt x="1" y="1947"/>
                    <a:pt x="87" y="2043"/>
                    <a:pt x="202" y="2043"/>
                  </a:cubicBezTo>
                  <a:lnTo>
                    <a:pt x="1698" y="2043"/>
                  </a:lnTo>
                  <a:cubicBezTo>
                    <a:pt x="1813" y="2043"/>
                    <a:pt x="1899" y="1947"/>
                    <a:pt x="1899" y="1841"/>
                  </a:cubicBezTo>
                  <a:lnTo>
                    <a:pt x="1899" y="1"/>
                  </a:lnTo>
                  <a:close/>
                </a:path>
              </a:pathLst>
            </a:custGeom>
            <a:solidFill>
              <a:srgbClr val="F0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8" name="Google Shape;6808;p62"/>
            <p:cNvSpPr/>
            <p:nvPr/>
          </p:nvSpPr>
          <p:spPr>
            <a:xfrm>
              <a:off x="5471647" y="4113174"/>
              <a:ext cx="16847" cy="53762"/>
            </a:xfrm>
            <a:custGeom>
              <a:avLst/>
              <a:gdLst/>
              <a:ahLst/>
              <a:cxnLst/>
              <a:rect l="l" t="t" r="r" b="b"/>
              <a:pathLst>
                <a:path w="643" h="2052" extrusionOk="0">
                  <a:moveTo>
                    <a:pt x="0" y="0"/>
                  </a:moveTo>
                  <a:lnTo>
                    <a:pt x="0" y="10"/>
                  </a:lnTo>
                  <a:lnTo>
                    <a:pt x="0" y="2052"/>
                  </a:lnTo>
                  <a:lnTo>
                    <a:pt x="441" y="2052"/>
                  </a:lnTo>
                  <a:cubicBezTo>
                    <a:pt x="547" y="2052"/>
                    <a:pt x="642" y="1956"/>
                    <a:pt x="642" y="1850"/>
                  </a:cubicBezTo>
                  <a:lnTo>
                    <a:pt x="642" y="0"/>
                  </a:ln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9" name="Google Shape;6809;p62"/>
            <p:cNvSpPr/>
            <p:nvPr/>
          </p:nvSpPr>
          <p:spPr>
            <a:xfrm>
              <a:off x="5452311" y="4132772"/>
              <a:ext cx="19362" cy="16427"/>
            </a:xfrm>
            <a:custGeom>
              <a:avLst/>
              <a:gdLst/>
              <a:ahLst/>
              <a:cxnLst/>
              <a:rect l="l" t="t" r="r" b="b"/>
              <a:pathLst>
                <a:path w="739" h="627" extrusionOk="0">
                  <a:moveTo>
                    <a:pt x="422" y="0"/>
                  </a:moveTo>
                  <a:cubicBezTo>
                    <a:pt x="144" y="0"/>
                    <a:pt x="0" y="336"/>
                    <a:pt x="201" y="537"/>
                  </a:cubicBezTo>
                  <a:cubicBezTo>
                    <a:pt x="267" y="599"/>
                    <a:pt x="346" y="627"/>
                    <a:pt x="423" y="627"/>
                  </a:cubicBezTo>
                  <a:cubicBezTo>
                    <a:pt x="585" y="627"/>
                    <a:pt x="738" y="504"/>
                    <a:pt x="738" y="316"/>
                  </a:cubicBezTo>
                  <a:cubicBezTo>
                    <a:pt x="738" y="144"/>
                    <a:pt x="594" y="0"/>
                    <a:pt x="422"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0" name="Google Shape;6810;p62"/>
            <p:cNvSpPr/>
            <p:nvPr/>
          </p:nvSpPr>
          <p:spPr>
            <a:xfrm>
              <a:off x="5419902" y="3867811"/>
              <a:ext cx="30916" cy="51011"/>
            </a:xfrm>
            <a:custGeom>
              <a:avLst/>
              <a:gdLst/>
              <a:ahLst/>
              <a:cxnLst/>
              <a:rect l="l" t="t" r="r" b="b"/>
              <a:pathLst>
                <a:path w="1180" h="1947" extrusionOk="0">
                  <a:moveTo>
                    <a:pt x="767" y="422"/>
                  </a:moveTo>
                  <a:lnTo>
                    <a:pt x="767" y="767"/>
                  </a:lnTo>
                  <a:lnTo>
                    <a:pt x="422" y="767"/>
                  </a:lnTo>
                  <a:lnTo>
                    <a:pt x="422" y="422"/>
                  </a:lnTo>
                  <a:close/>
                  <a:moveTo>
                    <a:pt x="767" y="1180"/>
                  </a:moveTo>
                  <a:lnTo>
                    <a:pt x="767" y="1525"/>
                  </a:lnTo>
                  <a:lnTo>
                    <a:pt x="422" y="1525"/>
                  </a:lnTo>
                  <a:lnTo>
                    <a:pt x="422" y="1180"/>
                  </a:lnTo>
                  <a:close/>
                  <a:moveTo>
                    <a:pt x="212" y="1"/>
                  </a:moveTo>
                  <a:cubicBezTo>
                    <a:pt x="97" y="1"/>
                    <a:pt x="1" y="96"/>
                    <a:pt x="1" y="211"/>
                  </a:cubicBezTo>
                  <a:lnTo>
                    <a:pt x="1" y="1735"/>
                  </a:lnTo>
                  <a:cubicBezTo>
                    <a:pt x="1" y="1850"/>
                    <a:pt x="97" y="1946"/>
                    <a:pt x="212" y="1946"/>
                  </a:cubicBezTo>
                  <a:lnTo>
                    <a:pt x="969" y="1946"/>
                  </a:lnTo>
                  <a:cubicBezTo>
                    <a:pt x="1084" y="1946"/>
                    <a:pt x="1180" y="1850"/>
                    <a:pt x="1180" y="1735"/>
                  </a:cubicBezTo>
                  <a:lnTo>
                    <a:pt x="1180" y="211"/>
                  </a:lnTo>
                  <a:cubicBezTo>
                    <a:pt x="1180" y="96"/>
                    <a:pt x="1084" y="1"/>
                    <a:pt x="969"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1" name="Google Shape;6811;p62"/>
            <p:cNvSpPr/>
            <p:nvPr/>
          </p:nvSpPr>
          <p:spPr>
            <a:xfrm>
              <a:off x="5475917" y="3867811"/>
              <a:ext cx="32671" cy="51011"/>
            </a:xfrm>
            <a:custGeom>
              <a:avLst/>
              <a:gdLst/>
              <a:ahLst/>
              <a:cxnLst/>
              <a:rect l="l" t="t" r="r" b="b"/>
              <a:pathLst>
                <a:path w="1247" h="1947" extrusionOk="0">
                  <a:moveTo>
                    <a:pt x="757" y="1189"/>
                  </a:moveTo>
                  <a:lnTo>
                    <a:pt x="757" y="1525"/>
                  </a:lnTo>
                  <a:lnTo>
                    <a:pt x="422" y="1525"/>
                  </a:lnTo>
                  <a:lnTo>
                    <a:pt x="422" y="1189"/>
                  </a:lnTo>
                  <a:close/>
                  <a:moveTo>
                    <a:pt x="211" y="1"/>
                  </a:moveTo>
                  <a:cubicBezTo>
                    <a:pt x="96" y="1"/>
                    <a:pt x="0" y="96"/>
                    <a:pt x="0" y="211"/>
                  </a:cubicBezTo>
                  <a:lnTo>
                    <a:pt x="0" y="1735"/>
                  </a:lnTo>
                  <a:cubicBezTo>
                    <a:pt x="0" y="1850"/>
                    <a:pt x="96" y="1946"/>
                    <a:pt x="211" y="1946"/>
                  </a:cubicBezTo>
                  <a:lnTo>
                    <a:pt x="968" y="1946"/>
                  </a:lnTo>
                  <a:cubicBezTo>
                    <a:pt x="1083" y="1946"/>
                    <a:pt x="1179" y="1850"/>
                    <a:pt x="1179" y="1735"/>
                  </a:cubicBezTo>
                  <a:lnTo>
                    <a:pt x="1179" y="978"/>
                  </a:lnTo>
                  <a:cubicBezTo>
                    <a:pt x="1179" y="854"/>
                    <a:pt x="1083" y="767"/>
                    <a:pt x="968" y="767"/>
                  </a:cubicBezTo>
                  <a:lnTo>
                    <a:pt x="412" y="767"/>
                  </a:lnTo>
                  <a:lnTo>
                    <a:pt x="412" y="422"/>
                  </a:lnTo>
                  <a:lnTo>
                    <a:pt x="968" y="422"/>
                  </a:lnTo>
                  <a:cubicBezTo>
                    <a:pt x="1246" y="422"/>
                    <a:pt x="1246" y="1"/>
                    <a:pt x="968"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2" name="Google Shape;6812;p62"/>
            <p:cNvSpPr/>
            <p:nvPr/>
          </p:nvSpPr>
          <p:spPr>
            <a:xfrm>
              <a:off x="5456817" y="3905696"/>
              <a:ext cx="16349" cy="18890"/>
            </a:xfrm>
            <a:custGeom>
              <a:avLst/>
              <a:gdLst/>
              <a:ahLst/>
              <a:cxnLst/>
              <a:rect l="l" t="t" r="r" b="b"/>
              <a:pathLst>
                <a:path w="624" h="721" extrusionOk="0">
                  <a:moveTo>
                    <a:pt x="387" y="1"/>
                  </a:moveTo>
                  <a:cubicBezTo>
                    <a:pt x="309" y="1"/>
                    <a:pt x="236" y="42"/>
                    <a:pt x="202" y="117"/>
                  </a:cubicBezTo>
                  <a:lnTo>
                    <a:pt x="49" y="424"/>
                  </a:lnTo>
                  <a:cubicBezTo>
                    <a:pt x="1" y="520"/>
                    <a:pt x="39" y="654"/>
                    <a:pt x="144" y="702"/>
                  </a:cubicBezTo>
                  <a:cubicBezTo>
                    <a:pt x="173" y="711"/>
                    <a:pt x="202" y="721"/>
                    <a:pt x="231" y="721"/>
                  </a:cubicBezTo>
                  <a:cubicBezTo>
                    <a:pt x="307" y="721"/>
                    <a:pt x="384" y="673"/>
                    <a:pt x="422" y="606"/>
                  </a:cubicBezTo>
                  <a:lnTo>
                    <a:pt x="576" y="299"/>
                  </a:lnTo>
                  <a:cubicBezTo>
                    <a:pt x="624" y="194"/>
                    <a:pt x="576" y="79"/>
                    <a:pt x="480" y="21"/>
                  </a:cubicBezTo>
                  <a:cubicBezTo>
                    <a:pt x="450" y="7"/>
                    <a:pt x="418" y="1"/>
                    <a:pt x="387"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3" name="Google Shape;6813;p62"/>
            <p:cNvSpPr/>
            <p:nvPr/>
          </p:nvSpPr>
          <p:spPr>
            <a:xfrm>
              <a:off x="5419142" y="4028548"/>
              <a:ext cx="88425" cy="11056"/>
            </a:xfrm>
            <a:custGeom>
              <a:avLst/>
              <a:gdLst/>
              <a:ahLst/>
              <a:cxnLst/>
              <a:rect l="l" t="t" r="r" b="b"/>
              <a:pathLst>
                <a:path w="3375" h="422" extrusionOk="0">
                  <a:moveTo>
                    <a:pt x="279" y="0"/>
                  </a:moveTo>
                  <a:cubicBezTo>
                    <a:pt x="1" y="0"/>
                    <a:pt x="1" y="422"/>
                    <a:pt x="279" y="422"/>
                  </a:cubicBezTo>
                  <a:lnTo>
                    <a:pt x="3097" y="422"/>
                  </a:lnTo>
                  <a:cubicBezTo>
                    <a:pt x="3375" y="422"/>
                    <a:pt x="3375" y="0"/>
                    <a:pt x="3097"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14" name="Google Shape;6814;p62"/>
          <p:cNvGrpSpPr/>
          <p:nvPr/>
        </p:nvGrpSpPr>
        <p:grpSpPr>
          <a:xfrm>
            <a:off x="6700910" y="3624566"/>
            <a:ext cx="209967" cy="361639"/>
            <a:chOff x="6704985" y="3805141"/>
            <a:chExt cx="209967" cy="361639"/>
          </a:xfrm>
        </p:grpSpPr>
        <p:sp>
          <p:nvSpPr>
            <p:cNvPr id="6815" name="Google Shape;6815;p62"/>
            <p:cNvSpPr/>
            <p:nvPr/>
          </p:nvSpPr>
          <p:spPr>
            <a:xfrm>
              <a:off x="6704985" y="3965013"/>
              <a:ext cx="209967" cy="201426"/>
            </a:xfrm>
            <a:custGeom>
              <a:avLst/>
              <a:gdLst/>
              <a:ahLst/>
              <a:cxnLst/>
              <a:rect l="l" t="t" r="r" b="b"/>
              <a:pathLst>
                <a:path w="8014" h="7688" extrusionOk="0">
                  <a:moveTo>
                    <a:pt x="3240" y="0"/>
                  </a:moveTo>
                  <a:lnTo>
                    <a:pt x="3240" y="1208"/>
                  </a:lnTo>
                  <a:lnTo>
                    <a:pt x="3058" y="1208"/>
                  </a:lnTo>
                  <a:cubicBezTo>
                    <a:pt x="1946" y="1208"/>
                    <a:pt x="987" y="1965"/>
                    <a:pt x="719" y="3048"/>
                  </a:cubicBezTo>
                  <a:lnTo>
                    <a:pt x="115" y="5540"/>
                  </a:lnTo>
                  <a:cubicBezTo>
                    <a:pt x="0" y="6000"/>
                    <a:pt x="211" y="6480"/>
                    <a:pt x="614" y="6710"/>
                  </a:cubicBezTo>
                  <a:cubicBezTo>
                    <a:pt x="1745" y="7362"/>
                    <a:pt x="2876" y="7688"/>
                    <a:pt x="4007" y="7688"/>
                  </a:cubicBezTo>
                  <a:cubicBezTo>
                    <a:pt x="5138" y="7688"/>
                    <a:pt x="6269" y="7362"/>
                    <a:pt x="7400" y="6710"/>
                  </a:cubicBezTo>
                  <a:cubicBezTo>
                    <a:pt x="7803" y="6480"/>
                    <a:pt x="8013" y="6000"/>
                    <a:pt x="7898" y="5540"/>
                  </a:cubicBezTo>
                  <a:lnTo>
                    <a:pt x="7285" y="3039"/>
                  </a:lnTo>
                  <a:cubicBezTo>
                    <a:pt x="7026" y="1965"/>
                    <a:pt x="6058" y="1208"/>
                    <a:pt x="4946" y="1208"/>
                  </a:cubicBezTo>
                  <a:lnTo>
                    <a:pt x="4774" y="1208"/>
                  </a:lnTo>
                  <a:lnTo>
                    <a:pt x="4774" y="0"/>
                  </a:lnTo>
                  <a:cubicBezTo>
                    <a:pt x="4534" y="115"/>
                    <a:pt x="4266" y="182"/>
                    <a:pt x="4007" y="182"/>
                  </a:cubicBezTo>
                  <a:cubicBezTo>
                    <a:pt x="3738" y="182"/>
                    <a:pt x="3470" y="115"/>
                    <a:pt x="3240"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6" name="Google Shape;6816;p62"/>
            <p:cNvSpPr/>
            <p:nvPr/>
          </p:nvSpPr>
          <p:spPr>
            <a:xfrm>
              <a:off x="6796895" y="3965013"/>
              <a:ext cx="118057" cy="201766"/>
            </a:xfrm>
            <a:custGeom>
              <a:avLst/>
              <a:gdLst/>
              <a:ahLst/>
              <a:cxnLst/>
              <a:rect l="l" t="t" r="r" b="b"/>
              <a:pathLst>
                <a:path w="4506" h="7701" extrusionOk="0">
                  <a:moveTo>
                    <a:pt x="1266" y="0"/>
                  </a:moveTo>
                  <a:cubicBezTo>
                    <a:pt x="1026" y="115"/>
                    <a:pt x="767" y="182"/>
                    <a:pt x="499" y="182"/>
                  </a:cubicBezTo>
                  <a:cubicBezTo>
                    <a:pt x="422" y="182"/>
                    <a:pt x="345" y="307"/>
                    <a:pt x="269" y="307"/>
                  </a:cubicBezTo>
                  <a:lnTo>
                    <a:pt x="269" y="1217"/>
                  </a:lnTo>
                  <a:lnTo>
                    <a:pt x="451" y="1217"/>
                  </a:lnTo>
                  <a:cubicBezTo>
                    <a:pt x="1553" y="1217"/>
                    <a:pt x="2521" y="1975"/>
                    <a:pt x="2780" y="3048"/>
                  </a:cubicBezTo>
                  <a:lnTo>
                    <a:pt x="3394" y="5550"/>
                  </a:lnTo>
                  <a:cubicBezTo>
                    <a:pt x="3509" y="6010"/>
                    <a:pt x="3298" y="6480"/>
                    <a:pt x="2895" y="6719"/>
                  </a:cubicBezTo>
                  <a:cubicBezTo>
                    <a:pt x="2013" y="7247"/>
                    <a:pt x="1026" y="7582"/>
                    <a:pt x="0" y="7678"/>
                  </a:cubicBezTo>
                  <a:cubicBezTo>
                    <a:pt x="170" y="7693"/>
                    <a:pt x="339" y="7700"/>
                    <a:pt x="508" y="7700"/>
                  </a:cubicBezTo>
                  <a:cubicBezTo>
                    <a:pt x="1633" y="7700"/>
                    <a:pt x="2759" y="7369"/>
                    <a:pt x="3892" y="6719"/>
                  </a:cubicBezTo>
                  <a:cubicBezTo>
                    <a:pt x="4295" y="6480"/>
                    <a:pt x="4505" y="6000"/>
                    <a:pt x="4390" y="5540"/>
                  </a:cubicBezTo>
                  <a:lnTo>
                    <a:pt x="3777" y="3039"/>
                  </a:lnTo>
                  <a:cubicBezTo>
                    <a:pt x="3518" y="1965"/>
                    <a:pt x="2550" y="1208"/>
                    <a:pt x="1448" y="1208"/>
                  </a:cubicBezTo>
                  <a:lnTo>
                    <a:pt x="1266" y="1208"/>
                  </a:lnTo>
                  <a:lnTo>
                    <a:pt x="1266" y="0"/>
                  </a:lnTo>
                  <a:close/>
                </a:path>
              </a:pathLst>
            </a:custGeom>
            <a:solidFill>
              <a:srgbClr val="DE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7" name="Google Shape;6817;p62"/>
            <p:cNvSpPr/>
            <p:nvPr/>
          </p:nvSpPr>
          <p:spPr>
            <a:xfrm>
              <a:off x="6789847" y="3965013"/>
              <a:ext cx="7074" cy="7808"/>
            </a:xfrm>
            <a:custGeom>
              <a:avLst/>
              <a:gdLst/>
              <a:ahLst/>
              <a:cxnLst/>
              <a:rect l="l" t="t" r="r" b="b"/>
              <a:pathLst>
                <a:path w="270" h="298" extrusionOk="0">
                  <a:moveTo>
                    <a:pt x="1" y="0"/>
                  </a:moveTo>
                  <a:lnTo>
                    <a:pt x="1" y="297"/>
                  </a:lnTo>
                  <a:cubicBezTo>
                    <a:pt x="87" y="278"/>
                    <a:pt x="183" y="259"/>
                    <a:pt x="269" y="240"/>
                  </a:cubicBezTo>
                  <a:cubicBezTo>
                    <a:pt x="173" y="211"/>
                    <a:pt x="87" y="38"/>
                    <a:pt x="1" y="0"/>
                  </a:cubicBezTo>
                  <a:close/>
                </a:path>
              </a:pathLst>
            </a:custGeom>
            <a:solidFill>
              <a:srgbClr val="DE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8" name="Google Shape;6818;p62"/>
            <p:cNvSpPr/>
            <p:nvPr/>
          </p:nvSpPr>
          <p:spPr>
            <a:xfrm>
              <a:off x="6744495" y="3965013"/>
              <a:ext cx="132939" cy="201426"/>
            </a:xfrm>
            <a:custGeom>
              <a:avLst/>
              <a:gdLst/>
              <a:ahLst/>
              <a:cxnLst/>
              <a:rect l="l" t="t" r="r" b="b"/>
              <a:pathLst>
                <a:path w="5074" h="7688" extrusionOk="0">
                  <a:moveTo>
                    <a:pt x="1732" y="0"/>
                  </a:moveTo>
                  <a:lnTo>
                    <a:pt x="1732" y="1208"/>
                  </a:lnTo>
                  <a:lnTo>
                    <a:pt x="1559" y="1208"/>
                  </a:lnTo>
                  <a:cubicBezTo>
                    <a:pt x="1253" y="1208"/>
                    <a:pt x="956" y="1265"/>
                    <a:pt x="687" y="1371"/>
                  </a:cubicBezTo>
                  <a:lnTo>
                    <a:pt x="35" y="2646"/>
                  </a:lnTo>
                  <a:cubicBezTo>
                    <a:pt x="0" y="2724"/>
                    <a:pt x="61" y="2811"/>
                    <a:pt x="145" y="2811"/>
                  </a:cubicBezTo>
                  <a:cubicBezTo>
                    <a:pt x="153" y="2811"/>
                    <a:pt x="161" y="2810"/>
                    <a:pt x="170" y="2809"/>
                  </a:cubicBezTo>
                  <a:lnTo>
                    <a:pt x="850" y="2626"/>
                  </a:lnTo>
                  <a:cubicBezTo>
                    <a:pt x="869" y="2621"/>
                    <a:pt x="888" y="2618"/>
                    <a:pt x="907" y="2618"/>
                  </a:cubicBezTo>
                  <a:cubicBezTo>
                    <a:pt x="985" y="2618"/>
                    <a:pt x="1061" y="2663"/>
                    <a:pt x="1099" y="2732"/>
                  </a:cubicBezTo>
                  <a:lnTo>
                    <a:pt x="1234" y="2952"/>
                  </a:lnTo>
                  <a:cubicBezTo>
                    <a:pt x="1943" y="4179"/>
                    <a:pt x="2326" y="5569"/>
                    <a:pt x="2326" y="6988"/>
                  </a:cubicBezTo>
                  <a:lnTo>
                    <a:pt x="2326" y="7688"/>
                  </a:lnTo>
                  <a:lnTo>
                    <a:pt x="2758" y="7688"/>
                  </a:lnTo>
                  <a:lnTo>
                    <a:pt x="2758" y="6978"/>
                  </a:lnTo>
                  <a:cubicBezTo>
                    <a:pt x="2758" y="5569"/>
                    <a:pt x="3131" y="4170"/>
                    <a:pt x="3850" y="2952"/>
                  </a:cubicBezTo>
                  <a:lnTo>
                    <a:pt x="3975" y="2732"/>
                  </a:lnTo>
                  <a:cubicBezTo>
                    <a:pt x="4021" y="2663"/>
                    <a:pt x="4092" y="2618"/>
                    <a:pt x="4173" y="2618"/>
                  </a:cubicBezTo>
                  <a:cubicBezTo>
                    <a:pt x="4193" y="2618"/>
                    <a:pt x="4213" y="2621"/>
                    <a:pt x="4234" y="2626"/>
                  </a:cubicBezTo>
                  <a:lnTo>
                    <a:pt x="4905" y="2809"/>
                  </a:lnTo>
                  <a:cubicBezTo>
                    <a:pt x="4913" y="2810"/>
                    <a:pt x="4921" y="2811"/>
                    <a:pt x="4929" y="2811"/>
                  </a:cubicBezTo>
                  <a:cubicBezTo>
                    <a:pt x="5013" y="2811"/>
                    <a:pt x="5074" y="2724"/>
                    <a:pt x="5039" y="2636"/>
                  </a:cubicBezTo>
                  <a:lnTo>
                    <a:pt x="4406" y="1409"/>
                  </a:lnTo>
                  <a:cubicBezTo>
                    <a:pt x="4100" y="1275"/>
                    <a:pt x="3774" y="1208"/>
                    <a:pt x="3448" y="1208"/>
                  </a:cubicBezTo>
                  <a:lnTo>
                    <a:pt x="3266" y="1208"/>
                  </a:lnTo>
                  <a:lnTo>
                    <a:pt x="3266" y="0"/>
                  </a:lnTo>
                  <a:cubicBezTo>
                    <a:pt x="3026" y="115"/>
                    <a:pt x="2767" y="182"/>
                    <a:pt x="2499" y="182"/>
                  </a:cubicBezTo>
                  <a:cubicBezTo>
                    <a:pt x="2230" y="182"/>
                    <a:pt x="1972" y="115"/>
                    <a:pt x="1732" y="0"/>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9" name="Google Shape;6819;p62"/>
            <p:cNvSpPr/>
            <p:nvPr/>
          </p:nvSpPr>
          <p:spPr>
            <a:xfrm>
              <a:off x="6772791" y="3965013"/>
              <a:ext cx="73858" cy="135873"/>
            </a:xfrm>
            <a:custGeom>
              <a:avLst/>
              <a:gdLst/>
              <a:ahLst/>
              <a:cxnLst/>
              <a:rect l="l" t="t" r="r" b="b"/>
              <a:pathLst>
                <a:path w="2819" h="5186" extrusionOk="0">
                  <a:moveTo>
                    <a:pt x="652" y="0"/>
                  </a:moveTo>
                  <a:lnTo>
                    <a:pt x="652" y="1208"/>
                  </a:lnTo>
                  <a:lnTo>
                    <a:pt x="479" y="1208"/>
                  </a:lnTo>
                  <a:cubicBezTo>
                    <a:pt x="316" y="1208"/>
                    <a:pt x="154" y="1227"/>
                    <a:pt x="0" y="1256"/>
                  </a:cubicBezTo>
                  <a:cubicBezTo>
                    <a:pt x="19" y="1294"/>
                    <a:pt x="38" y="1313"/>
                    <a:pt x="38" y="1313"/>
                  </a:cubicBezTo>
                  <a:lnTo>
                    <a:pt x="1457" y="5186"/>
                  </a:lnTo>
                  <a:lnTo>
                    <a:pt x="2799" y="1313"/>
                  </a:lnTo>
                  <a:lnTo>
                    <a:pt x="2818" y="1246"/>
                  </a:lnTo>
                  <a:cubicBezTo>
                    <a:pt x="2665" y="1217"/>
                    <a:pt x="2521" y="1208"/>
                    <a:pt x="2368" y="1208"/>
                  </a:cubicBezTo>
                  <a:lnTo>
                    <a:pt x="2186" y="1208"/>
                  </a:lnTo>
                  <a:lnTo>
                    <a:pt x="2186" y="0"/>
                  </a:lnTo>
                  <a:cubicBezTo>
                    <a:pt x="1946" y="115"/>
                    <a:pt x="1687" y="182"/>
                    <a:pt x="1419" y="182"/>
                  </a:cubicBezTo>
                  <a:cubicBezTo>
                    <a:pt x="1150" y="182"/>
                    <a:pt x="892" y="115"/>
                    <a:pt x="652"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0" name="Google Shape;6820;p62"/>
            <p:cNvSpPr/>
            <p:nvPr/>
          </p:nvSpPr>
          <p:spPr>
            <a:xfrm>
              <a:off x="6772791" y="3978323"/>
              <a:ext cx="74094" cy="49492"/>
            </a:xfrm>
            <a:custGeom>
              <a:avLst/>
              <a:gdLst/>
              <a:ahLst/>
              <a:cxnLst/>
              <a:rect l="l" t="t" r="r" b="b"/>
              <a:pathLst>
                <a:path w="2828" h="1889" extrusionOk="0">
                  <a:moveTo>
                    <a:pt x="2186" y="0"/>
                  </a:moveTo>
                  <a:lnTo>
                    <a:pt x="1285" y="278"/>
                  </a:lnTo>
                  <a:lnTo>
                    <a:pt x="652" y="201"/>
                  </a:lnTo>
                  <a:lnTo>
                    <a:pt x="652" y="700"/>
                  </a:lnTo>
                  <a:lnTo>
                    <a:pt x="479" y="700"/>
                  </a:lnTo>
                  <a:cubicBezTo>
                    <a:pt x="316" y="700"/>
                    <a:pt x="154" y="719"/>
                    <a:pt x="0" y="748"/>
                  </a:cubicBezTo>
                  <a:cubicBezTo>
                    <a:pt x="29" y="786"/>
                    <a:pt x="48" y="805"/>
                    <a:pt x="48" y="805"/>
                  </a:cubicBezTo>
                  <a:lnTo>
                    <a:pt x="441" y="1888"/>
                  </a:lnTo>
                  <a:lnTo>
                    <a:pt x="1285" y="1045"/>
                  </a:lnTo>
                  <a:cubicBezTo>
                    <a:pt x="1333" y="997"/>
                    <a:pt x="1395" y="973"/>
                    <a:pt x="1457" y="973"/>
                  </a:cubicBezTo>
                  <a:cubicBezTo>
                    <a:pt x="1519" y="973"/>
                    <a:pt x="1582" y="997"/>
                    <a:pt x="1630" y="1045"/>
                  </a:cubicBezTo>
                  <a:lnTo>
                    <a:pt x="2435" y="1888"/>
                  </a:lnTo>
                  <a:lnTo>
                    <a:pt x="2809" y="805"/>
                  </a:lnTo>
                  <a:lnTo>
                    <a:pt x="2828" y="738"/>
                  </a:lnTo>
                  <a:cubicBezTo>
                    <a:pt x="2684" y="709"/>
                    <a:pt x="2531" y="700"/>
                    <a:pt x="2377" y="700"/>
                  </a:cubicBezTo>
                  <a:lnTo>
                    <a:pt x="2186" y="700"/>
                  </a:lnTo>
                  <a:lnTo>
                    <a:pt x="2186" y="0"/>
                  </a:lnTo>
                  <a:close/>
                </a:path>
              </a:pathLst>
            </a:custGeom>
            <a:solidFill>
              <a:srgbClr val="AFBC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1" name="Google Shape;6821;p62"/>
            <p:cNvSpPr/>
            <p:nvPr/>
          </p:nvSpPr>
          <p:spPr>
            <a:xfrm>
              <a:off x="6727570" y="3805141"/>
              <a:ext cx="162021" cy="136528"/>
            </a:xfrm>
            <a:custGeom>
              <a:avLst/>
              <a:gdLst/>
              <a:ahLst/>
              <a:cxnLst/>
              <a:rect l="l" t="t" r="r" b="b"/>
              <a:pathLst>
                <a:path w="6184" h="5211" extrusionOk="0">
                  <a:moveTo>
                    <a:pt x="2373" y="0"/>
                  </a:moveTo>
                  <a:cubicBezTo>
                    <a:pt x="1117" y="0"/>
                    <a:pt x="1" y="1026"/>
                    <a:pt x="1" y="2383"/>
                  </a:cubicBezTo>
                  <a:cubicBezTo>
                    <a:pt x="1" y="3073"/>
                    <a:pt x="49" y="3773"/>
                    <a:pt x="145" y="4453"/>
                  </a:cubicBezTo>
                  <a:cubicBezTo>
                    <a:pt x="212" y="4885"/>
                    <a:pt x="576" y="5211"/>
                    <a:pt x="1017" y="5211"/>
                  </a:cubicBezTo>
                  <a:lnTo>
                    <a:pt x="5177" y="5211"/>
                  </a:lnTo>
                  <a:cubicBezTo>
                    <a:pt x="5618" y="5211"/>
                    <a:pt x="5992" y="4885"/>
                    <a:pt x="6049" y="4444"/>
                  </a:cubicBezTo>
                  <a:cubicBezTo>
                    <a:pt x="6116" y="3849"/>
                    <a:pt x="6174" y="3284"/>
                    <a:pt x="6183" y="2738"/>
                  </a:cubicBezTo>
                  <a:lnTo>
                    <a:pt x="6183" y="2047"/>
                  </a:lnTo>
                  <a:cubicBezTo>
                    <a:pt x="6183" y="1817"/>
                    <a:pt x="6174" y="1587"/>
                    <a:pt x="6145" y="1357"/>
                  </a:cubicBezTo>
                  <a:cubicBezTo>
                    <a:pt x="6076" y="641"/>
                    <a:pt x="5471" y="192"/>
                    <a:pt x="4850" y="192"/>
                  </a:cubicBezTo>
                  <a:cubicBezTo>
                    <a:pt x="4523" y="192"/>
                    <a:pt x="4192" y="316"/>
                    <a:pt x="3931" y="590"/>
                  </a:cubicBezTo>
                  <a:cubicBezTo>
                    <a:pt x="3921" y="600"/>
                    <a:pt x="3921" y="610"/>
                    <a:pt x="3912" y="610"/>
                  </a:cubicBezTo>
                  <a:cubicBezTo>
                    <a:pt x="3710" y="408"/>
                    <a:pt x="3461" y="245"/>
                    <a:pt x="3193" y="150"/>
                  </a:cubicBezTo>
                  <a:cubicBezTo>
                    <a:pt x="2920" y="48"/>
                    <a:pt x="2643" y="0"/>
                    <a:pt x="2373" y="0"/>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2" name="Google Shape;6822;p62"/>
            <p:cNvSpPr/>
            <p:nvPr/>
          </p:nvSpPr>
          <p:spPr>
            <a:xfrm>
              <a:off x="6728330" y="3805219"/>
              <a:ext cx="161261" cy="131681"/>
            </a:xfrm>
            <a:custGeom>
              <a:avLst/>
              <a:gdLst/>
              <a:ahLst/>
              <a:cxnLst/>
              <a:rect l="l" t="t" r="r" b="b"/>
              <a:pathLst>
                <a:path w="6155" h="5026" extrusionOk="0">
                  <a:moveTo>
                    <a:pt x="2338" y="1"/>
                  </a:moveTo>
                  <a:cubicBezTo>
                    <a:pt x="1225" y="1"/>
                    <a:pt x="209" y="795"/>
                    <a:pt x="1" y="1968"/>
                  </a:cubicBezTo>
                  <a:cubicBezTo>
                    <a:pt x="447" y="1287"/>
                    <a:pt x="1198" y="900"/>
                    <a:pt x="1974" y="900"/>
                  </a:cubicBezTo>
                  <a:cubicBezTo>
                    <a:pt x="2247" y="900"/>
                    <a:pt x="2523" y="948"/>
                    <a:pt x="2790" y="1048"/>
                  </a:cubicBezTo>
                  <a:cubicBezTo>
                    <a:pt x="3068" y="1143"/>
                    <a:pt x="3317" y="1306"/>
                    <a:pt x="3518" y="1517"/>
                  </a:cubicBezTo>
                  <a:cubicBezTo>
                    <a:pt x="3528" y="1508"/>
                    <a:pt x="3528" y="1498"/>
                    <a:pt x="3538" y="1488"/>
                  </a:cubicBezTo>
                  <a:cubicBezTo>
                    <a:pt x="3798" y="1214"/>
                    <a:pt x="4130" y="1090"/>
                    <a:pt x="4457" y="1090"/>
                  </a:cubicBezTo>
                  <a:cubicBezTo>
                    <a:pt x="5078" y="1090"/>
                    <a:pt x="5683" y="1539"/>
                    <a:pt x="5752" y="2255"/>
                  </a:cubicBezTo>
                  <a:cubicBezTo>
                    <a:pt x="5781" y="2485"/>
                    <a:pt x="5790" y="2715"/>
                    <a:pt x="5790" y="2945"/>
                  </a:cubicBezTo>
                  <a:lnTo>
                    <a:pt x="5790" y="3636"/>
                  </a:lnTo>
                  <a:cubicBezTo>
                    <a:pt x="5781" y="4086"/>
                    <a:pt x="5742" y="4546"/>
                    <a:pt x="5694" y="5025"/>
                  </a:cubicBezTo>
                  <a:cubicBezTo>
                    <a:pt x="5876" y="4882"/>
                    <a:pt x="5991" y="4671"/>
                    <a:pt x="6020" y="4441"/>
                  </a:cubicBezTo>
                  <a:cubicBezTo>
                    <a:pt x="6087" y="3846"/>
                    <a:pt x="6135" y="3281"/>
                    <a:pt x="6154" y="2735"/>
                  </a:cubicBezTo>
                  <a:lnTo>
                    <a:pt x="6154" y="2044"/>
                  </a:lnTo>
                  <a:cubicBezTo>
                    <a:pt x="6154" y="1814"/>
                    <a:pt x="6145" y="1584"/>
                    <a:pt x="6106" y="1354"/>
                  </a:cubicBezTo>
                  <a:cubicBezTo>
                    <a:pt x="6038" y="640"/>
                    <a:pt x="5440" y="192"/>
                    <a:pt x="4824" y="192"/>
                  </a:cubicBezTo>
                  <a:cubicBezTo>
                    <a:pt x="4497" y="192"/>
                    <a:pt x="4164" y="318"/>
                    <a:pt x="3902" y="597"/>
                  </a:cubicBezTo>
                  <a:cubicBezTo>
                    <a:pt x="3892" y="597"/>
                    <a:pt x="3883" y="607"/>
                    <a:pt x="3883" y="616"/>
                  </a:cubicBezTo>
                  <a:cubicBezTo>
                    <a:pt x="3672" y="405"/>
                    <a:pt x="3423" y="252"/>
                    <a:pt x="3154" y="147"/>
                  </a:cubicBezTo>
                  <a:cubicBezTo>
                    <a:pt x="2883" y="47"/>
                    <a:pt x="2608" y="1"/>
                    <a:pt x="2338"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3" name="Google Shape;6823;p62"/>
            <p:cNvSpPr/>
            <p:nvPr/>
          </p:nvSpPr>
          <p:spPr>
            <a:xfrm>
              <a:off x="6789847" y="3965013"/>
              <a:ext cx="40217" cy="35999"/>
            </a:xfrm>
            <a:custGeom>
              <a:avLst/>
              <a:gdLst/>
              <a:ahLst/>
              <a:cxnLst/>
              <a:rect l="l" t="t" r="r" b="b"/>
              <a:pathLst>
                <a:path w="1535" h="1374" extrusionOk="0">
                  <a:moveTo>
                    <a:pt x="1" y="0"/>
                  </a:moveTo>
                  <a:lnTo>
                    <a:pt x="1" y="1208"/>
                  </a:lnTo>
                  <a:cubicBezTo>
                    <a:pt x="245" y="1318"/>
                    <a:pt x="507" y="1373"/>
                    <a:pt x="768" y="1373"/>
                  </a:cubicBezTo>
                  <a:cubicBezTo>
                    <a:pt x="1029" y="1373"/>
                    <a:pt x="1290" y="1318"/>
                    <a:pt x="1535" y="1208"/>
                  </a:cubicBezTo>
                  <a:lnTo>
                    <a:pt x="1535" y="0"/>
                  </a:lnTo>
                  <a:cubicBezTo>
                    <a:pt x="1295" y="115"/>
                    <a:pt x="1036" y="182"/>
                    <a:pt x="768" y="182"/>
                  </a:cubicBezTo>
                  <a:cubicBezTo>
                    <a:pt x="499" y="182"/>
                    <a:pt x="241" y="115"/>
                    <a:pt x="1"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4" name="Google Shape;6824;p62"/>
            <p:cNvSpPr/>
            <p:nvPr/>
          </p:nvSpPr>
          <p:spPr>
            <a:xfrm>
              <a:off x="6789847" y="3969782"/>
              <a:ext cx="40217" cy="19598"/>
            </a:xfrm>
            <a:custGeom>
              <a:avLst/>
              <a:gdLst/>
              <a:ahLst/>
              <a:cxnLst/>
              <a:rect l="l" t="t" r="r" b="b"/>
              <a:pathLst>
                <a:path w="1535" h="748" extrusionOk="0">
                  <a:moveTo>
                    <a:pt x="1" y="0"/>
                  </a:moveTo>
                  <a:lnTo>
                    <a:pt x="1" y="585"/>
                  </a:lnTo>
                  <a:cubicBezTo>
                    <a:pt x="241" y="690"/>
                    <a:pt x="509" y="748"/>
                    <a:pt x="768" y="748"/>
                  </a:cubicBezTo>
                  <a:cubicBezTo>
                    <a:pt x="1036" y="748"/>
                    <a:pt x="1295" y="690"/>
                    <a:pt x="1535" y="585"/>
                  </a:cubicBezTo>
                  <a:lnTo>
                    <a:pt x="1535" y="0"/>
                  </a:lnTo>
                  <a:cubicBezTo>
                    <a:pt x="1295" y="115"/>
                    <a:pt x="1036" y="182"/>
                    <a:pt x="768" y="182"/>
                  </a:cubicBezTo>
                  <a:cubicBezTo>
                    <a:pt x="499" y="182"/>
                    <a:pt x="241" y="115"/>
                    <a:pt x="1"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5" name="Google Shape;6825;p62"/>
            <p:cNvSpPr/>
            <p:nvPr/>
          </p:nvSpPr>
          <p:spPr>
            <a:xfrm>
              <a:off x="6760477" y="3866318"/>
              <a:ext cx="99219" cy="113525"/>
            </a:xfrm>
            <a:custGeom>
              <a:avLst/>
              <a:gdLst/>
              <a:ahLst/>
              <a:cxnLst/>
              <a:rect l="l" t="t" r="r" b="b"/>
              <a:pathLst>
                <a:path w="3787" h="4333" extrusionOk="0">
                  <a:moveTo>
                    <a:pt x="1189" y="0"/>
                  </a:moveTo>
                  <a:cubicBezTo>
                    <a:pt x="844" y="335"/>
                    <a:pt x="441" y="604"/>
                    <a:pt x="0" y="805"/>
                  </a:cubicBezTo>
                  <a:lnTo>
                    <a:pt x="0" y="2435"/>
                  </a:lnTo>
                  <a:cubicBezTo>
                    <a:pt x="0" y="3479"/>
                    <a:pt x="844" y="4333"/>
                    <a:pt x="1889" y="4333"/>
                  </a:cubicBezTo>
                  <a:cubicBezTo>
                    <a:pt x="2934" y="4333"/>
                    <a:pt x="3787" y="3479"/>
                    <a:pt x="3787" y="2435"/>
                  </a:cubicBezTo>
                  <a:lnTo>
                    <a:pt x="3787" y="805"/>
                  </a:lnTo>
                  <a:cubicBezTo>
                    <a:pt x="2857" y="796"/>
                    <a:pt x="1956" y="518"/>
                    <a:pt x="1189"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6" name="Google Shape;6826;p62"/>
            <p:cNvSpPr/>
            <p:nvPr/>
          </p:nvSpPr>
          <p:spPr>
            <a:xfrm>
              <a:off x="6777297" y="3866318"/>
              <a:ext cx="82163" cy="109752"/>
            </a:xfrm>
            <a:custGeom>
              <a:avLst/>
              <a:gdLst/>
              <a:ahLst/>
              <a:cxnLst/>
              <a:rect l="l" t="t" r="r" b="b"/>
              <a:pathLst>
                <a:path w="3136" h="4189" extrusionOk="0">
                  <a:moveTo>
                    <a:pt x="547" y="0"/>
                  </a:moveTo>
                  <a:cubicBezTo>
                    <a:pt x="375" y="163"/>
                    <a:pt x="192" y="307"/>
                    <a:pt x="1" y="441"/>
                  </a:cubicBezTo>
                  <a:cubicBezTo>
                    <a:pt x="758" y="930"/>
                    <a:pt x="1630" y="1198"/>
                    <a:pt x="2531" y="1208"/>
                  </a:cubicBezTo>
                  <a:lnTo>
                    <a:pt x="2531" y="2847"/>
                  </a:lnTo>
                  <a:cubicBezTo>
                    <a:pt x="2531" y="3345"/>
                    <a:pt x="2330" y="3834"/>
                    <a:pt x="1975" y="4189"/>
                  </a:cubicBezTo>
                  <a:cubicBezTo>
                    <a:pt x="2685" y="3892"/>
                    <a:pt x="3135" y="3202"/>
                    <a:pt x="3135" y="2444"/>
                  </a:cubicBezTo>
                  <a:lnTo>
                    <a:pt x="3135" y="805"/>
                  </a:lnTo>
                  <a:cubicBezTo>
                    <a:pt x="2215" y="796"/>
                    <a:pt x="1304" y="518"/>
                    <a:pt x="547"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27" name="Google Shape;6827;p62"/>
          <p:cNvGrpSpPr/>
          <p:nvPr/>
        </p:nvGrpSpPr>
        <p:grpSpPr>
          <a:xfrm>
            <a:off x="7509809" y="2267694"/>
            <a:ext cx="363184" cy="338792"/>
            <a:chOff x="7513884" y="2448269"/>
            <a:chExt cx="363184" cy="338792"/>
          </a:xfrm>
        </p:grpSpPr>
        <p:sp>
          <p:nvSpPr>
            <p:cNvPr id="6828" name="Google Shape;6828;p62"/>
            <p:cNvSpPr/>
            <p:nvPr/>
          </p:nvSpPr>
          <p:spPr>
            <a:xfrm>
              <a:off x="7666316" y="2448269"/>
              <a:ext cx="210753" cy="206954"/>
            </a:xfrm>
            <a:custGeom>
              <a:avLst/>
              <a:gdLst/>
              <a:ahLst/>
              <a:cxnLst/>
              <a:rect l="l" t="t" r="r" b="b"/>
              <a:pathLst>
                <a:path w="8044" h="7899" extrusionOk="0">
                  <a:moveTo>
                    <a:pt x="5680" y="0"/>
                  </a:moveTo>
                  <a:cubicBezTo>
                    <a:pt x="5491" y="0"/>
                    <a:pt x="5302" y="72"/>
                    <a:pt x="5158" y="216"/>
                  </a:cubicBezTo>
                  <a:lnTo>
                    <a:pt x="289" y="5085"/>
                  </a:lnTo>
                  <a:cubicBezTo>
                    <a:pt x="1" y="5373"/>
                    <a:pt x="1" y="5843"/>
                    <a:pt x="289" y="6130"/>
                  </a:cubicBezTo>
                  <a:lnTo>
                    <a:pt x="1851" y="7683"/>
                  </a:lnTo>
                  <a:cubicBezTo>
                    <a:pt x="1995" y="7827"/>
                    <a:pt x="2182" y="7899"/>
                    <a:pt x="2370" y="7899"/>
                  </a:cubicBezTo>
                  <a:cubicBezTo>
                    <a:pt x="2558" y="7899"/>
                    <a:pt x="2747" y="7827"/>
                    <a:pt x="2896" y="7683"/>
                  </a:cubicBezTo>
                  <a:lnTo>
                    <a:pt x="7756" y="2814"/>
                  </a:lnTo>
                  <a:cubicBezTo>
                    <a:pt x="8043" y="2526"/>
                    <a:pt x="8043" y="2066"/>
                    <a:pt x="7756" y="1778"/>
                  </a:cubicBezTo>
                  <a:lnTo>
                    <a:pt x="6203" y="216"/>
                  </a:lnTo>
                  <a:cubicBezTo>
                    <a:pt x="6059" y="72"/>
                    <a:pt x="5870" y="0"/>
                    <a:pt x="5680"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9" name="Google Shape;6829;p62"/>
            <p:cNvSpPr/>
            <p:nvPr/>
          </p:nvSpPr>
          <p:spPr>
            <a:xfrm>
              <a:off x="7691442" y="2471482"/>
              <a:ext cx="185627" cy="183741"/>
            </a:xfrm>
            <a:custGeom>
              <a:avLst/>
              <a:gdLst/>
              <a:ahLst/>
              <a:cxnLst/>
              <a:rect l="l" t="t" r="r" b="b"/>
              <a:pathLst>
                <a:path w="7085" h="7013" extrusionOk="0">
                  <a:moveTo>
                    <a:pt x="5915" y="1"/>
                  </a:moveTo>
                  <a:lnTo>
                    <a:pt x="5920" y="7"/>
                  </a:lnTo>
                  <a:lnTo>
                    <a:pt x="5920" y="7"/>
                  </a:lnTo>
                  <a:cubicBezTo>
                    <a:pt x="5918" y="5"/>
                    <a:pt x="5917" y="3"/>
                    <a:pt x="5915" y="1"/>
                  </a:cubicBezTo>
                  <a:close/>
                  <a:moveTo>
                    <a:pt x="5920" y="7"/>
                  </a:moveTo>
                  <a:cubicBezTo>
                    <a:pt x="6202" y="295"/>
                    <a:pt x="6200" y="760"/>
                    <a:pt x="5915" y="1046"/>
                  </a:cubicBezTo>
                  <a:lnTo>
                    <a:pt x="1045" y="5915"/>
                  </a:lnTo>
                  <a:cubicBezTo>
                    <a:pt x="902" y="6059"/>
                    <a:pt x="715" y="6131"/>
                    <a:pt x="526" y="6131"/>
                  </a:cubicBezTo>
                  <a:cubicBezTo>
                    <a:pt x="338" y="6131"/>
                    <a:pt x="149" y="6059"/>
                    <a:pt x="0" y="5915"/>
                  </a:cubicBezTo>
                  <a:lnTo>
                    <a:pt x="0" y="5915"/>
                  </a:lnTo>
                  <a:lnTo>
                    <a:pt x="892" y="6797"/>
                  </a:lnTo>
                  <a:cubicBezTo>
                    <a:pt x="1036" y="6941"/>
                    <a:pt x="1223" y="7013"/>
                    <a:pt x="1410" y="7013"/>
                  </a:cubicBezTo>
                  <a:cubicBezTo>
                    <a:pt x="1596" y="7013"/>
                    <a:pt x="1783" y="6941"/>
                    <a:pt x="1927" y="6797"/>
                  </a:cubicBezTo>
                  <a:lnTo>
                    <a:pt x="6797" y="1928"/>
                  </a:lnTo>
                  <a:cubicBezTo>
                    <a:pt x="7084" y="1640"/>
                    <a:pt x="7084" y="1180"/>
                    <a:pt x="6797" y="892"/>
                  </a:cubicBezTo>
                  <a:lnTo>
                    <a:pt x="5920" y="7"/>
                  </a:ln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0" name="Google Shape;6830;p62"/>
            <p:cNvSpPr/>
            <p:nvPr/>
          </p:nvSpPr>
          <p:spPr>
            <a:xfrm>
              <a:off x="7755972" y="2483298"/>
              <a:ext cx="84416" cy="84154"/>
            </a:xfrm>
            <a:custGeom>
              <a:avLst/>
              <a:gdLst/>
              <a:ahLst/>
              <a:cxnLst/>
              <a:rect l="l" t="t" r="r" b="b"/>
              <a:pathLst>
                <a:path w="3222" h="3212" extrusionOk="0">
                  <a:moveTo>
                    <a:pt x="624" y="0"/>
                  </a:moveTo>
                  <a:lnTo>
                    <a:pt x="1" y="614"/>
                  </a:lnTo>
                  <a:lnTo>
                    <a:pt x="2599" y="3212"/>
                  </a:lnTo>
                  <a:lnTo>
                    <a:pt x="3222" y="2589"/>
                  </a:lnTo>
                  <a:lnTo>
                    <a:pt x="624" y="0"/>
                  </a:ln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1" name="Google Shape;6831;p62"/>
            <p:cNvSpPr/>
            <p:nvPr/>
          </p:nvSpPr>
          <p:spPr>
            <a:xfrm>
              <a:off x="7800931" y="2528258"/>
              <a:ext cx="39457" cy="39195"/>
            </a:xfrm>
            <a:custGeom>
              <a:avLst/>
              <a:gdLst/>
              <a:ahLst/>
              <a:cxnLst/>
              <a:rect l="l" t="t" r="r" b="b"/>
              <a:pathLst>
                <a:path w="1506" h="1496" extrusionOk="0">
                  <a:moveTo>
                    <a:pt x="614" y="0"/>
                  </a:moveTo>
                  <a:lnTo>
                    <a:pt x="1" y="614"/>
                  </a:lnTo>
                  <a:lnTo>
                    <a:pt x="883" y="1496"/>
                  </a:lnTo>
                  <a:lnTo>
                    <a:pt x="1506" y="882"/>
                  </a:lnTo>
                  <a:lnTo>
                    <a:pt x="614"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2" name="Google Shape;6832;p62"/>
            <p:cNvSpPr/>
            <p:nvPr/>
          </p:nvSpPr>
          <p:spPr>
            <a:xfrm>
              <a:off x="7513884" y="2611888"/>
              <a:ext cx="195662" cy="175068"/>
            </a:xfrm>
            <a:custGeom>
              <a:avLst/>
              <a:gdLst/>
              <a:ahLst/>
              <a:cxnLst/>
              <a:rect l="l" t="t" r="r" b="b"/>
              <a:pathLst>
                <a:path w="7468" h="6682" extrusionOk="0">
                  <a:moveTo>
                    <a:pt x="6231" y="0"/>
                  </a:moveTo>
                  <a:lnTo>
                    <a:pt x="1" y="6231"/>
                  </a:lnTo>
                  <a:cubicBezTo>
                    <a:pt x="84" y="6538"/>
                    <a:pt x="472" y="6682"/>
                    <a:pt x="1011" y="6682"/>
                  </a:cubicBezTo>
                  <a:cubicBezTo>
                    <a:pt x="2642" y="6682"/>
                    <a:pt x="5653" y="5363"/>
                    <a:pt x="5761" y="3259"/>
                  </a:cubicBezTo>
                  <a:cubicBezTo>
                    <a:pt x="5790" y="3010"/>
                    <a:pt x="5905" y="2780"/>
                    <a:pt x="6097" y="2617"/>
                  </a:cubicBezTo>
                  <a:lnTo>
                    <a:pt x="7468" y="1237"/>
                  </a:lnTo>
                  <a:lnTo>
                    <a:pt x="6231" y="0"/>
                  </a:lnTo>
                  <a:close/>
                </a:path>
              </a:pathLst>
            </a:custGeom>
            <a:solidFill>
              <a:srgbClr val="F0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3" name="Google Shape;6833;p62"/>
            <p:cNvSpPr/>
            <p:nvPr/>
          </p:nvSpPr>
          <p:spPr>
            <a:xfrm>
              <a:off x="7513884" y="2626691"/>
              <a:ext cx="195426" cy="160370"/>
            </a:xfrm>
            <a:custGeom>
              <a:avLst/>
              <a:gdLst/>
              <a:ahLst/>
              <a:cxnLst/>
              <a:rect l="l" t="t" r="r" b="b"/>
              <a:pathLst>
                <a:path w="7459" h="6121" extrusionOk="0">
                  <a:moveTo>
                    <a:pt x="6787" y="1"/>
                  </a:moveTo>
                  <a:lnTo>
                    <a:pt x="5407" y="1371"/>
                  </a:lnTo>
                  <a:cubicBezTo>
                    <a:pt x="5225" y="1534"/>
                    <a:pt x="5110" y="1764"/>
                    <a:pt x="5081" y="2014"/>
                  </a:cubicBezTo>
                  <a:cubicBezTo>
                    <a:pt x="4968" y="4114"/>
                    <a:pt x="1958" y="5437"/>
                    <a:pt x="326" y="5437"/>
                  </a:cubicBezTo>
                  <a:cubicBezTo>
                    <a:pt x="297" y="5437"/>
                    <a:pt x="268" y="5436"/>
                    <a:pt x="240" y="5436"/>
                  </a:cubicBezTo>
                  <a:lnTo>
                    <a:pt x="1" y="5675"/>
                  </a:lnTo>
                  <a:cubicBezTo>
                    <a:pt x="81" y="5978"/>
                    <a:pt x="465" y="6121"/>
                    <a:pt x="1000" y="6121"/>
                  </a:cubicBezTo>
                  <a:cubicBezTo>
                    <a:pt x="2628" y="6121"/>
                    <a:pt x="5653" y="4801"/>
                    <a:pt x="5761" y="2694"/>
                  </a:cubicBezTo>
                  <a:cubicBezTo>
                    <a:pt x="5790" y="2455"/>
                    <a:pt x="5905" y="2225"/>
                    <a:pt x="6087" y="2052"/>
                  </a:cubicBezTo>
                  <a:lnTo>
                    <a:pt x="7458" y="681"/>
                  </a:lnTo>
                  <a:lnTo>
                    <a:pt x="6787" y="1"/>
                  </a:lnTo>
                  <a:close/>
                </a:path>
              </a:pathLst>
            </a:custGeom>
            <a:solidFill>
              <a:srgbClr val="CE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34" name="Google Shape;6834;p62"/>
          <p:cNvGrpSpPr/>
          <p:nvPr/>
        </p:nvGrpSpPr>
        <p:grpSpPr>
          <a:xfrm>
            <a:off x="5773692" y="3624251"/>
            <a:ext cx="258699" cy="362136"/>
            <a:chOff x="5777767" y="3804826"/>
            <a:chExt cx="258699" cy="362136"/>
          </a:xfrm>
        </p:grpSpPr>
        <p:sp>
          <p:nvSpPr>
            <p:cNvPr id="6835" name="Google Shape;6835;p62"/>
            <p:cNvSpPr/>
            <p:nvPr/>
          </p:nvSpPr>
          <p:spPr>
            <a:xfrm>
              <a:off x="5777767" y="3804826"/>
              <a:ext cx="258699" cy="362136"/>
            </a:xfrm>
            <a:custGeom>
              <a:avLst/>
              <a:gdLst/>
              <a:ahLst/>
              <a:cxnLst/>
              <a:rect l="l" t="t" r="r" b="b"/>
              <a:pathLst>
                <a:path w="9874" h="13822" extrusionOk="0">
                  <a:moveTo>
                    <a:pt x="5867" y="0"/>
                  </a:moveTo>
                  <a:cubicBezTo>
                    <a:pt x="5620" y="0"/>
                    <a:pt x="5369" y="28"/>
                    <a:pt x="5119" y="85"/>
                  </a:cubicBezTo>
                  <a:cubicBezTo>
                    <a:pt x="4669" y="200"/>
                    <a:pt x="4238" y="382"/>
                    <a:pt x="3835" y="622"/>
                  </a:cubicBezTo>
                  <a:cubicBezTo>
                    <a:pt x="3528" y="804"/>
                    <a:pt x="3260" y="1043"/>
                    <a:pt x="3039" y="1312"/>
                  </a:cubicBezTo>
                  <a:cubicBezTo>
                    <a:pt x="2685" y="1743"/>
                    <a:pt x="2196" y="2031"/>
                    <a:pt x="1659" y="2136"/>
                  </a:cubicBezTo>
                  <a:cubicBezTo>
                    <a:pt x="1448" y="2174"/>
                    <a:pt x="1266" y="2318"/>
                    <a:pt x="1180" y="2520"/>
                  </a:cubicBezTo>
                  <a:cubicBezTo>
                    <a:pt x="979" y="2980"/>
                    <a:pt x="739" y="3814"/>
                    <a:pt x="1266" y="4427"/>
                  </a:cubicBezTo>
                  <a:cubicBezTo>
                    <a:pt x="2033" y="5328"/>
                    <a:pt x="1" y="6833"/>
                    <a:pt x="1266" y="9095"/>
                  </a:cubicBezTo>
                  <a:cubicBezTo>
                    <a:pt x="1669" y="9804"/>
                    <a:pt x="1410" y="10677"/>
                    <a:pt x="1324" y="11434"/>
                  </a:cubicBezTo>
                  <a:cubicBezTo>
                    <a:pt x="1218" y="12162"/>
                    <a:pt x="1496" y="12891"/>
                    <a:pt x="2062" y="13361"/>
                  </a:cubicBezTo>
                  <a:cubicBezTo>
                    <a:pt x="2416" y="13659"/>
                    <a:pt x="2870" y="13821"/>
                    <a:pt x="3344" y="13821"/>
                  </a:cubicBezTo>
                  <a:cubicBezTo>
                    <a:pt x="3357" y="13821"/>
                    <a:pt x="3371" y="13821"/>
                    <a:pt x="3384" y="13821"/>
                  </a:cubicBezTo>
                  <a:cubicBezTo>
                    <a:pt x="4103" y="13802"/>
                    <a:pt x="4774" y="13437"/>
                    <a:pt x="5196" y="12853"/>
                  </a:cubicBezTo>
                  <a:lnTo>
                    <a:pt x="5963" y="11769"/>
                  </a:lnTo>
                  <a:lnTo>
                    <a:pt x="5944" y="11769"/>
                  </a:lnTo>
                  <a:lnTo>
                    <a:pt x="6509" y="11012"/>
                  </a:lnTo>
                  <a:lnTo>
                    <a:pt x="7497" y="9622"/>
                  </a:lnTo>
                  <a:cubicBezTo>
                    <a:pt x="9471" y="6574"/>
                    <a:pt x="9874" y="4053"/>
                    <a:pt x="8925" y="1973"/>
                  </a:cubicBezTo>
                  <a:cubicBezTo>
                    <a:pt x="8370" y="750"/>
                    <a:pt x="7160" y="0"/>
                    <a:pt x="5867"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6" name="Google Shape;6836;p62"/>
            <p:cNvSpPr/>
            <p:nvPr/>
          </p:nvSpPr>
          <p:spPr>
            <a:xfrm>
              <a:off x="5820211" y="3822852"/>
              <a:ext cx="216255" cy="344085"/>
            </a:xfrm>
            <a:custGeom>
              <a:avLst/>
              <a:gdLst/>
              <a:ahLst/>
              <a:cxnLst/>
              <a:rect l="l" t="t" r="r" b="b"/>
              <a:pathLst>
                <a:path w="8254" h="13133" extrusionOk="0">
                  <a:moveTo>
                    <a:pt x="6270" y="1"/>
                  </a:moveTo>
                  <a:cubicBezTo>
                    <a:pt x="6433" y="202"/>
                    <a:pt x="6567" y="432"/>
                    <a:pt x="6672" y="672"/>
                  </a:cubicBezTo>
                  <a:cubicBezTo>
                    <a:pt x="7612" y="2742"/>
                    <a:pt x="7199" y="5263"/>
                    <a:pt x="5234" y="8292"/>
                  </a:cubicBezTo>
                  <a:lnTo>
                    <a:pt x="4247" y="9682"/>
                  </a:lnTo>
                  <a:lnTo>
                    <a:pt x="3682" y="10449"/>
                  </a:lnTo>
                  <a:lnTo>
                    <a:pt x="3701" y="10449"/>
                  </a:lnTo>
                  <a:lnTo>
                    <a:pt x="2934" y="11513"/>
                  </a:lnTo>
                  <a:cubicBezTo>
                    <a:pt x="2512" y="12117"/>
                    <a:pt x="1822" y="12481"/>
                    <a:pt x="1074" y="12490"/>
                  </a:cubicBezTo>
                  <a:cubicBezTo>
                    <a:pt x="700" y="12490"/>
                    <a:pt x="317" y="12385"/>
                    <a:pt x="1" y="12184"/>
                  </a:cubicBezTo>
                  <a:lnTo>
                    <a:pt x="1" y="12184"/>
                  </a:lnTo>
                  <a:cubicBezTo>
                    <a:pt x="116" y="12366"/>
                    <a:pt x="260" y="12529"/>
                    <a:pt x="432" y="12673"/>
                  </a:cubicBezTo>
                  <a:cubicBezTo>
                    <a:pt x="796" y="12970"/>
                    <a:pt x="1247" y="13133"/>
                    <a:pt x="1717" y="13133"/>
                  </a:cubicBezTo>
                  <a:cubicBezTo>
                    <a:pt x="2455" y="13123"/>
                    <a:pt x="3145" y="12759"/>
                    <a:pt x="3576" y="12155"/>
                  </a:cubicBezTo>
                  <a:lnTo>
                    <a:pt x="4333" y="11091"/>
                  </a:lnTo>
                  <a:lnTo>
                    <a:pt x="4314" y="11091"/>
                  </a:lnTo>
                  <a:lnTo>
                    <a:pt x="4880" y="10324"/>
                  </a:lnTo>
                  <a:lnTo>
                    <a:pt x="5877" y="8944"/>
                  </a:lnTo>
                  <a:cubicBezTo>
                    <a:pt x="7842" y="5905"/>
                    <a:pt x="8254" y="3384"/>
                    <a:pt x="7314" y="1314"/>
                  </a:cubicBezTo>
                  <a:cubicBezTo>
                    <a:pt x="7084" y="796"/>
                    <a:pt x="6720" y="346"/>
                    <a:pt x="6270"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37" name="Google Shape;6837;p62"/>
            <p:cNvSpPr/>
            <p:nvPr/>
          </p:nvSpPr>
          <p:spPr>
            <a:xfrm>
              <a:off x="5841067" y="3853427"/>
              <a:ext cx="154973" cy="205775"/>
            </a:xfrm>
            <a:custGeom>
              <a:avLst/>
              <a:gdLst/>
              <a:ahLst/>
              <a:cxnLst/>
              <a:rect l="l" t="t" r="r" b="b"/>
              <a:pathLst>
                <a:path w="5915" h="7854" extrusionOk="0">
                  <a:moveTo>
                    <a:pt x="2982" y="0"/>
                  </a:moveTo>
                  <a:cubicBezTo>
                    <a:pt x="2860" y="0"/>
                    <a:pt x="2738" y="7"/>
                    <a:pt x="2617" y="22"/>
                  </a:cubicBezTo>
                  <a:cubicBezTo>
                    <a:pt x="2128" y="32"/>
                    <a:pt x="1965" y="224"/>
                    <a:pt x="1965" y="224"/>
                  </a:cubicBezTo>
                  <a:cubicBezTo>
                    <a:pt x="1515" y="463"/>
                    <a:pt x="1199" y="895"/>
                    <a:pt x="1103" y="1383"/>
                  </a:cubicBezTo>
                  <a:cubicBezTo>
                    <a:pt x="1064" y="1585"/>
                    <a:pt x="1045" y="1786"/>
                    <a:pt x="1036" y="1987"/>
                  </a:cubicBezTo>
                  <a:cubicBezTo>
                    <a:pt x="1026" y="2831"/>
                    <a:pt x="1429" y="3636"/>
                    <a:pt x="2119" y="4125"/>
                  </a:cubicBezTo>
                  <a:lnTo>
                    <a:pt x="2560" y="4432"/>
                  </a:lnTo>
                  <a:cubicBezTo>
                    <a:pt x="2646" y="4489"/>
                    <a:pt x="2713" y="4585"/>
                    <a:pt x="2732" y="4700"/>
                  </a:cubicBezTo>
                  <a:cubicBezTo>
                    <a:pt x="2771" y="4834"/>
                    <a:pt x="2742" y="4988"/>
                    <a:pt x="2656" y="5103"/>
                  </a:cubicBezTo>
                  <a:cubicBezTo>
                    <a:pt x="2566" y="5209"/>
                    <a:pt x="2441" y="5263"/>
                    <a:pt x="2314" y="5263"/>
                  </a:cubicBezTo>
                  <a:cubicBezTo>
                    <a:pt x="2223" y="5263"/>
                    <a:pt x="2132" y="5235"/>
                    <a:pt x="2052" y="5179"/>
                  </a:cubicBezTo>
                  <a:lnTo>
                    <a:pt x="882" y="4355"/>
                  </a:lnTo>
                  <a:cubicBezTo>
                    <a:pt x="852" y="4332"/>
                    <a:pt x="819" y="4322"/>
                    <a:pt x="786" y="4322"/>
                  </a:cubicBezTo>
                  <a:cubicBezTo>
                    <a:pt x="694" y="4322"/>
                    <a:pt x="609" y="4402"/>
                    <a:pt x="623" y="4508"/>
                  </a:cubicBezTo>
                  <a:cubicBezTo>
                    <a:pt x="729" y="5333"/>
                    <a:pt x="671" y="6061"/>
                    <a:pt x="413" y="6684"/>
                  </a:cubicBezTo>
                  <a:lnTo>
                    <a:pt x="115" y="7326"/>
                  </a:lnTo>
                  <a:cubicBezTo>
                    <a:pt x="0" y="7566"/>
                    <a:pt x="182" y="7844"/>
                    <a:pt x="451" y="7854"/>
                  </a:cubicBezTo>
                  <a:cubicBezTo>
                    <a:pt x="681" y="7834"/>
                    <a:pt x="901" y="7719"/>
                    <a:pt x="1036" y="7537"/>
                  </a:cubicBezTo>
                  <a:lnTo>
                    <a:pt x="1361" y="7048"/>
                  </a:lnTo>
                  <a:cubicBezTo>
                    <a:pt x="3911" y="6358"/>
                    <a:pt x="4390" y="4441"/>
                    <a:pt x="3633" y="1805"/>
                  </a:cubicBezTo>
                  <a:cubicBezTo>
                    <a:pt x="3585" y="1652"/>
                    <a:pt x="3643" y="1489"/>
                    <a:pt x="3777" y="1412"/>
                  </a:cubicBezTo>
                  <a:cubicBezTo>
                    <a:pt x="3832" y="1385"/>
                    <a:pt x="3891" y="1372"/>
                    <a:pt x="3950" y="1372"/>
                  </a:cubicBezTo>
                  <a:cubicBezTo>
                    <a:pt x="4036" y="1372"/>
                    <a:pt x="4121" y="1399"/>
                    <a:pt x="4189" y="1451"/>
                  </a:cubicBezTo>
                  <a:cubicBezTo>
                    <a:pt x="4208" y="1470"/>
                    <a:pt x="4228" y="1479"/>
                    <a:pt x="4247" y="1498"/>
                  </a:cubicBezTo>
                  <a:cubicBezTo>
                    <a:pt x="4946" y="2936"/>
                    <a:pt x="5071" y="4259"/>
                    <a:pt x="4429" y="5793"/>
                  </a:cubicBezTo>
                  <a:cubicBezTo>
                    <a:pt x="4390" y="5902"/>
                    <a:pt x="4476" y="5989"/>
                    <a:pt x="4566" y="5989"/>
                  </a:cubicBezTo>
                  <a:cubicBezTo>
                    <a:pt x="4611" y="5989"/>
                    <a:pt x="4656" y="5968"/>
                    <a:pt x="4688" y="5917"/>
                  </a:cubicBezTo>
                  <a:cubicBezTo>
                    <a:pt x="5608" y="4422"/>
                    <a:pt x="5915" y="2975"/>
                    <a:pt x="5454" y="1604"/>
                  </a:cubicBezTo>
                  <a:cubicBezTo>
                    <a:pt x="5253" y="1010"/>
                    <a:pt x="4803" y="521"/>
                    <a:pt x="4228" y="262"/>
                  </a:cubicBezTo>
                  <a:cubicBezTo>
                    <a:pt x="3832" y="90"/>
                    <a:pt x="3408" y="0"/>
                    <a:pt x="2982" y="0"/>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38" name="Google Shape;6838;p62"/>
          <p:cNvGrpSpPr/>
          <p:nvPr/>
        </p:nvGrpSpPr>
        <p:grpSpPr>
          <a:xfrm>
            <a:off x="7949026" y="2256009"/>
            <a:ext cx="361691" cy="362163"/>
            <a:chOff x="7953101" y="2436584"/>
            <a:chExt cx="361691" cy="362163"/>
          </a:xfrm>
        </p:grpSpPr>
        <p:sp>
          <p:nvSpPr>
            <p:cNvPr id="6839" name="Google Shape;6839;p62"/>
            <p:cNvSpPr/>
            <p:nvPr/>
          </p:nvSpPr>
          <p:spPr>
            <a:xfrm>
              <a:off x="7960673" y="2452906"/>
              <a:ext cx="304392" cy="345840"/>
            </a:xfrm>
            <a:custGeom>
              <a:avLst/>
              <a:gdLst/>
              <a:ahLst/>
              <a:cxnLst/>
              <a:rect l="l" t="t" r="r" b="b"/>
              <a:pathLst>
                <a:path w="11618" h="13200" extrusionOk="0">
                  <a:moveTo>
                    <a:pt x="1294" y="1"/>
                  </a:moveTo>
                  <a:cubicBezTo>
                    <a:pt x="575" y="1"/>
                    <a:pt x="0" y="585"/>
                    <a:pt x="0" y="1304"/>
                  </a:cubicBezTo>
                  <a:lnTo>
                    <a:pt x="0" y="3116"/>
                  </a:lnTo>
                  <a:lnTo>
                    <a:pt x="546" y="2943"/>
                  </a:lnTo>
                  <a:lnTo>
                    <a:pt x="546" y="2339"/>
                  </a:lnTo>
                  <a:lnTo>
                    <a:pt x="546" y="1304"/>
                  </a:lnTo>
                  <a:cubicBezTo>
                    <a:pt x="546" y="892"/>
                    <a:pt x="882" y="557"/>
                    <a:pt x="1294" y="557"/>
                  </a:cubicBezTo>
                  <a:lnTo>
                    <a:pt x="2157" y="557"/>
                  </a:lnTo>
                  <a:lnTo>
                    <a:pt x="2157" y="1"/>
                  </a:lnTo>
                  <a:close/>
                  <a:moveTo>
                    <a:pt x="6614" y="10"/>
                  </a:moveTo>
                  <a:lnTo>
                    <a:pt x="6614" y="557"/>
                  </a:lnTo>
                  <a:lnTo>
                    <a:pt x="7486" y="557"/>
                  </a:lnTo>
                  <a:cubicBezTo>
                    <a:pt x="7898" y="557"/>
                    <a:pt x="8234" y="892"/>
                    <a:pt x="8234" y="1304"/>
                  </a:cubicBezTo>
                  <a:lnTo>
                    <a:pt x="8234" y="2339"/>
                  </a:lnTo>
                  <a:lnTo>
                    <a:pt x="8234" y="2943"/>
                  </a:lnTo>
                  <a:lnTo>
                    <a:pt x="8780" y="3116"/>
                  </a:lnTo>
                  <a:lnTo>
                    <a:pt x="8780" y="1304"/>
                  </a:lnTo>
                  <a:cubicBezTo>
                    <a:pt x="8780" y="585"/>
                    <a:pt x="8205" y="10"/>
                    <a:pt x="7486" y="10"/>
                  </a:cubicBezTo>
                  <a:close/>
                  <a:moveTo>
                    <a:pt x="11071" y="8963"/>
                  </a:moveTo>
                  <a:lnTo>
                    <a:pt x="11071" y="10554"/>
                  </a:lnTo>
                  <a:cubicBezTo>
                    <a:pt x="11071" y="11714"/>
                    <a:pt x="10132" y="12644"/>
                    <a:pt x="8982" y="12653"/>
                  </a:cubicBezTo>
                  <a:lnTo>
                    <a:pt x="6748" y="12653"/>
                  </a:lnTo>
                  <a:cubicBezTo>
                    <a:pt x="5598" y="12644"/>
                    <a:pt x="4659" y="11714"/>
                    <a:pt x="4659" y="10554"/>
                  </a:cubicBezTo>
                  <a:lnTo>
                    <a:pt x="4659" y="9327"/>
                  </a:lnTo>
                  <a:lnTo>
                    <a:pt x="4103" y="9327"/>
                  </a:lnTo>
                  <a:lnTo>
                    <a:pt x="4103" y="9845"/>
                  </a:lnTo>
                  <a:lnTo>
                    <a:pt x="4103" y="10554"/>
                  </a:lnTo>
                  <a:cubicBezTo>
                    <a:pt x="4103" y="12011"/>
                    <a:pt x="5291" y="13200"/>
                    <a:pt x="6748" y="13200"/>
                  </a:cubicBezTo>
                  <a:lnTo>
                    <a:pt x="8982" y="13200"/>
                  </a:lnTo>
                  <a:cubicBezTo>
                    <a:pt x="10439" y="13200"/>
                    <a:pt x="11618" y="12011"/>
                    <a:pt x="11618" y="10554"/>
                  </a:cubicBezTo>
                  <a:lnTo>
                    <a:pt x="11618" y="8963"/>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0" name="Google Shape;6840;p62"/>
            <p:cNvSpPr/>
            <p:nvPr/>
          </p:nvSpPr>
          <p:spPr>
            <a:xfrm>
              <a:off x="8012156" y="2436846"/>
              <a:ext cx="40453" cy="46977"/>
            </a:xfrm>
            <a:custGeom>
              <a:avLst/>
              <a:gdLst/>
              <a:ahLst/>
              <a:cxnLst/>
              <a:rect l="l" t="t" r="r" b="b"/>
              <a:pathLst>
                <a:path w="1544" h="1793" extrusionOk="0">
                  <a:moveTo>
                    <a:pt x="383" y="0"/>
                  </a:moveTo>
                  <a:cubicBezTo>
                    <a:pt x="173" y="0"/>
                    <a:pt x="0" y="163"/>
                    <a:pt x="0" y="374"/>
                  </a:cubicBezTo>
                  <a:lnTo>
                    <a:pt x="0" y="1419"/>
                  </a:lnTo>
                  <a:cubicBezTo>
                    <a:pt x="0" y="1630"/>
                    <a:pt x="173" y="1793"/>
                    <a:pt x="383" y="1793"/>
                  </a:cubicBezTo>
                  <a:lnTo>
                    <a:pt x="642" y="1793"/>
                  </a:lnTo>
                  <a:cubicBezTo>
                    <a:pt x="1141" y="1793"/>
                    <a:pt x="1543" y="1390"/>
                    <a:pt x="1543" y="892"/>
                  </a:cubicBezTo>
                  <a:cubicBezTo>
                    <a:pt x="1543" y="403"/>
                    <a:pt x="1141" y="0"/>
                    <a:pt x="64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1" name="Google Shape;6841;p62"/>
            <p:cNvSpPr/>
            <p:nvPr/>
          </p:nvSpPr>
          <p:spPr>
            <a:xfrm>
              <a:off x="8012156" y="2436584"/>
              <a:ext cx="23108" cy="47239"/>
            </a:xfrm>
            <a:custGeom>
              <a:avLst/>
              <a:gdLst/>
              <a:ahLst/>
              <a:cxnLst/>
              <a:rect l="l" t="t" r="r" b="b"/>
              <a:pathLst>
                <a:path w="882" h="1803" extrusionOk="0">
                  <a:moveTo>
                    <a:pt x="383" y="1"/>
                  </a:moveTo>
                  <a:cubicBezTo>
                    <a:pt x="173" y="1"/>
                    <a:pt x="0" y="164"/>
                    <a:pt x="0" y="374"/>
                  </a:cubicBezTo>
                  <a:lnTo>
                    <a:pt x="0" y="1419"/>
                  </a:lnTo>
                  <a:cubicBezTo>
                    <a:pt x="0" y="1630"/>
                    <a:pt x="173" y="1803"/>
                    <a:pt x="383" y="1803"/>
                  </a:cubicBezTo>
                  <a:lnTo>
                    <a:pt x="642" y="1803"/>
                  </a:lnTo>
                  <a:cubicBezTo>
                    <a:pt x="729" y="1803"/>
                    <a:pt x="805" y="1793"/>
                    <a:pt x="882" y="1764"/>
                  </a:cubicBezTo>
                  <a:cubicBezTo>
                    <a:pt x="738" y="1716"/>
                    <a:pt x="642" y="1573"/>
                    <a:pt x="642" y="1419"/>
                  </a:cubicBezTo>
                  <a:lnTo>
                    <a:pt x="642" y="384"/>
                  </a:lnTo>
                  <a:cubicBezTo>
                    <a:pt x="642" y="231"/>
                    <a:pt x="738" y="87"/>
                    <a:pt x="872" y="29"/>
                  </a:cubicBezTo>
                  <a:cubicBezTo>
                    <a:pt x="796" y="10"/>
                    <a:pt x="719" y="1"/>
                    <a:pt x="642"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2" name="Google Shape;6842;p62"/>
            <p:cNvSpPr/>
            <p:nvPr/>
          </p:nvSpPr>
          <p:spPr>
            <a:xfrm>
              <a:off x="8098773" y="2436846"/>
              <a:ext cx="40479" cy="46977"/>
            </a:xfrm>
            <a:custGeom>
              <a:avLst/>
              <a:gdLst/>
              <a:ahLst/>
              <a:cxnLst/>
              <a:rect l="l" t="t" r="r" b="b"/>
              <a:pathLst>
                <a:path w="1545" h="1793" extrusionOk="0">
                  <a:moveTo>
                    <a:pt x="902" y="0"/>
                  </a:moveTo>
                  <a:cubicBezTo>
                    <a:pt x="404" y="0"/>
                    <a:pt x="1" y="403"/>
                    <a:pt x="1" y="892"/>
                  </a:cubicBezTo>
                  <a:cubicBezTo>
                    <a:pt x="1" y="1390"/>
                    <a:pt x="404" y="1793"/>
                    <a:pt x="902" y="1793"/>
                  </a:cubicBezTo>
                  <a:lnTo>
                    <a:pt x="1170" y="1793"/>
                  </a:lnTo>
                  <a:cubicBezTo>
                    <a:pt x="1381" y="1793"/>
                    <a:pt x="1544" y="1630"/>
                    <a:pt x="1544" y="1419"/>
                  </a:cubicBezTo>
                  <a:lnTo>
                    <a:pt x="1544" y="374"/>
                  </a:lnTo>
                  <a:cubicBezTo>
                    <a:pt x="1544" y="163"/>
                    <a:pt x="1381" y="0"/>
                    <a:pt x="1170"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3" name="Google Shape;6843;p62"/>
            <p:cNvSpPr/>
            <p:nvPr/>
          </p:nvSpPr>
          <p:spPr>
            <a:xfrm>
              <a:off x="8116117" y="2436584"/>
              <a:ext cx="23135" cy="47239"/>
            </a:xfrm>
            <a:custGeom>
              <a:avLst/>
              <a:gdLst/>
              <a:ahLst/>
              <a:cxnLst/>
              <a:rect l="l" t="t" r="r" b="b"/>
              <a:pathLst>
                <a:path w="883" h="1803" extrusionOk="0">
                  <a:moveTo>
                    <a:pt x="240" y="1"/>
                  </a:moveTo>
                  <a:cubicBezTo>
                    <a:pt x="154" y="1"/>
                    <a:pt x="77" y="10"/>
                    <a:pt x="0" y="39"/>
                  </a:cubicBezTo>
                  <a:cubicBezTo>
                    <a:pt x="135" y="96"/>
                    <a:pt x="230" y="231"/>
                    <a:pt x="230" y="384"/>
                  </a:cubicBezTo>
                  <a:lnTo>
                    <a:pt x="230" y="1419"/>
                  </a:lnTo>
                  <a:cubicBezTo>
                    <a:pt x="230" y="1573"/>
                    <a:pt x="135" y="1707"/>
                    <a:pt x="0" y="1764"/>
                  </a:cubicBezTo>
                  <a:cubicBezTo>
                    <a:pt x="77" y="1793"/>
                    <a:pt x="154" y="1803"/>
                    <a:pt x="240" y="1803"/>
                  </a:cubicBezTo>
                  <a:lnTo>
                    <a:pt x="508" y="1803"/>
                  </a:lnTo>
                  <a:cubicBezTo>
                    <a:pt x="719" y="1803"/>
                    <a:pt x="882" y="1630"/>
                    <a:pt x="882" y="1419"/>
                  </a:cubicBezTo>
                  <a:lnTo>
                    <a:pt x="882" y="384"/>
                  </a:lnTo>
                  <a:cubicBezTo>
                    <a:pt x="882" y="173"/>
                    <a:pt x="719" y="1"/>
                    <a:pt x="508"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4" name="Google Shape;6844;p62"/>
            <p:cNvSpPr/>
            <p:nvPr/>
          </p:nvSpPr>
          <p:spPr>
            <a:xfrm>
              <a:off x="8204254" y="2591085"/>
              <a:ext cx="108023" cy="102940"/>
            </a:xfrm>
            <a:custGeom>
              <a:avLst/>
              <a:gdLst/>
              <a:ahLst/>
              <a:cxnLst/>
              <a:rect l="l" t="t" r="r" b="b"/>
              <a:pathLst>
                <a:path w="4123" h="3929" extrusionOk="0">
                  <a:moveTo>
                    <a:pt x="2062" y="1"/>
                  </a:moveTo>
                  <a:cubicBezTo>
                    <a:pt x="1930" y="1"/>
                    <a:pt x="1798" y="13"/>
                    <a:pt x="1669" y="37"/>
                  </a:cubicBezTo>
                  <a:cubicBezTo>
                    <a:pt x="672" y="238"/>
                    <a:pt x="1" y="1158"/>
                    <a:pt x="97" y="2165"/>
                  </a:cubicBezTo>
                  <a:cubicBezTo>
                    <a:pt x="202" y="3171"/>
                    <a:pt x="1046" y="3929"/>
                    <a:pt x="2062" y="3929"/>
                  </a:cubicBezTo>
                  <a:cubicBezTo>
                    <a:pt x="3068" y="3929"/>
                    <a:pt x="3912" y="3171"/>
                    <a:pt x="4017" y="2165"/>
                  </a:cubicBezTo>
                  <a:cubicBezTo>
                    <a:pt x="4123" y="1158"/>
                    <a:pt x="3442" y="238"/>
                    <a:pt x="2455" y="37"/>
                  </a:cubicBezTo>
                  <a:cubicBezTo>
                    <a:pt x="2325" y="13"/>
                    <a:pt x="2194" y="1"/>
                    <a:pt x="2062"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5" name="Google Shape;6845;p62"/>
            <p:cNvSpPr/>
            <p:nvPr/>
          </p:nvSpPr>
          <p:spPr>
            <a:xfrm>
              <a:off x="8244183" y="2591085"/>
              <a:ext cx="70609" cy="102992"/>
            </a:xfrm>
            <a:custGeom>
              <a:avLst/>
              <a:gdLst/>
              <a:ahLst/>
              <a:cxnLst/>
              <a:rect l="l" t="t" r="r" b="b"/>
              <a:pathLst>
                <a:path w="2695" h="3931" extrusionOk="0">
                  <a:moveTo>
                    <a:pt x="538" y="1"/>
                  </a:moveTo>
                  <a:cubicBezTo>
                    <a:pt x="406" y="1"/>
                    <a:pt x="274" y="13"/>
                    <a:pt x="145" y="37"/>
                  </a:cubicBezTo>
                  <a:cubicBezTo>
                    <a:pt x="97" y="47"/>
                    <a:pt x="49" y="56"/>
                    <a:pt x="1" y="75"/>
                  </a:cubicBezTo>
                  <a:cubicBezTo>
                    <a:pt x="844" y="315"/>
                    <a:pt x="1429" y="1082"/>
                    <a:pt x="1429" y="1964"/>
                  </a:cubicBezTo>
                  <a:cubicBezTo>
                    <a:pt x="1429" y="2845"/>
                    <a:pt x="844" y="3612"/>
                    <a:pt x="1" y="3861"/>
                  </a:cubicBezTo>
                  <a:cubicBezTo>
                    <a:pt x="173" y="3908"/>
                    <a:pt x="346" y="3930"/>
                    <a:pt x="516" y="3930"/>
                  </a:cubicBezTo>
                  <a:cubicBezTo>
                    <a:pt x="1399" y="3930"/>
                    <a:pt x="2211" y="3332"/>
                    <a:pt x="2436" y="2424"/>
                  </a:cubicBezTo>
                  <a:cubicBezTo>
                    <a:pt x="2694" y="1350"/>
                    <a:pt x="2014" y="267"/>
                    <a:pt x="931" y="37"/>
                  </a:cubicBezTo>
                  <a:cubicBezTo>
                    <a:pt x="801" y="13"/>
                    <a:pt x="670" y="1"/>
                    <a:pt x="538" y="1"/>
                  </a:cubicBezTo>
                  <a:close/>
                </a:path>
              </a:pathLst>
            </a:custGeom>
            <a:solidFill>
              <a:srgbClr val="8997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6" name="Google Shape;6846;p62"/>
            <p:cNvSpPr/>
            <p:nvPr/>
          </p:nvSpPr>
          <p:spPr>
            <a:xfrm>
              <a:off x="8234646" y="2624936"/>
              <a:ext cx="40977" cy="35291"/>
            </a:xfrm>
            <a:custGeom>
              <a:avLst/>
              <a:gdLst/>
              <a:ahLst/>
              <a:cxnLst/>
              <a:rect l="l" t="t" r="r" b="b"/>
              <a:pathLst>
                <a:path w="1564" h="1347" extrusionOk="0">
                  <a:moveTo>
                    <a:pt x="892" y="1"/>
                  </a:moveTo>
                  <a:cubicBezTo>
                    <a:pt x="298" y="1"/>
                    <a:pt x="1" y="729"/>
                    <a:pt x="422" y="1151"/>
                  </a:cubicBezTo>
                  <a:cubicBezTo>
                    <a:pt x="558" y="1286"/>
                    <a:pt x="723" y="1346"/>
                    <a:pt x="886" y="1346"/>
                  </a:cubicBezTo>
                  <a:cubicBezTo>
                    <a:pt x="1231" y="1346"/>
                    <a:pt x="1563" y="1075"/>
                    <a:pt x="1563" y="672"/>
                  </a:cubicBezTo>
                  <a:cubicBezTo>
                    <a:pt x="1563" y="298"/>
                    <a:pt x="1266" y="1"/>
                    <a:pt x="892"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47" name="Google Shape;6847;p62"/>
            <p:cNvSpPr/>
            <p:nvPr/>
          </p:nvSpPr>
          <p:spPr>
            <a:xfrm>
              <a:off x="7953101" y="2520214"/>
              <a:ext cx="244446" cy="184867"/>
            </a:xfrm>
            <a:custGeom>
              <a:avLst/>
              <a:gdLst/>
              <a:ahLst/>
              <a:cxnLst/>
              <a:rect l="l" t="t" r="r" b="b"/>
              <a:pathLst>
                <a:path w="9330" h="7056" extrusionOk="0">
                  <a:moveTo>
                    <a:pt x="631" y="0"/>
                  </a:moveTo>
                  <a:cubicBezTo>
                    <a:pt x="319" y="0"/>
                    <a:pt x="0" y="233"/>
                    <a:pt x="69" y="652"/>
                  </a:cubicBezTo>
                  <a:lnTo>
                    <a:pt x="327" y="2761"/>
                  </a:lnTo>
                  <a:cubicBezTo>
                    <a:pt x="519" y="4285"/>
                    <a:pt x="1823" y="5435"/>
                    <a:pt x="3366" y="5435"/>
                  </a:cubicBezTo>
                  <a:lnTo>
                    <a:pt x="4104" y="5435"/>
                  </a:lnTo>
                  <a:lnTo>
                    <a:pt x="4104" y="6499"/>
                  </a:lnTo>
                  <a:cubicBezTo>
                    <a:pt x="4104" y="6806"/>
                    <a:pt x="4353" y="7055"/>
                    <a:pt x="4670" y="7055"/>
                  </a:cubicBezTo>
                  <a:cubicBezTo>
                    <a:pt x="4976" y="7055"/>
                    <a:pt x="5226" y="6806"/>
                    <a:pt x="5226" y="6499"/>
                  </a:cubicBezTo>
                  <a:lnTo>
                    <a:pt x="5226" y="5435"/>
                  </a:lnTo>
                  <a:lnTo>
                    <a:pt x="5964" y="5435"/>
                  </a:lnTo>
                  <a:cubicBezTo>
                    <a:pt x="7507" y="5435"/>
                    <a:pt x="8801" y="4285"/>
                    <a:pt x="9002" y="2752"/>
                  </a:cubicBezTo>
                  <a:lnTo>
                    <a:pt x="9261" y="652"/>
                  </a:lnTo>
                  <a:cubicBezTo>
                    <a:pt x="9329" y="233"/>
                    <a:pt x="9011" y="0"/>
                    <a:pt x="8699" y="0"/>
                  </a:cubicBezTo>
                  <a:cubicBezTo>
                    <a:pt x="8440" y="0"/>
                    <a:pt x="8185" y="161"/>
                    <a:pt x="8159" y="509"/>
                  </a:cubicBezTo>
                  <a:lnTo>
                    <a:pt x="7890" y="2617"/>
                  </a:lnTo>
                  <a:cubicBezTo>
                    <a:pt x="7775" y="3585"/>
                    <a:pt x="6951" y="4314"/>
                    <a:pt x="5973" y="4324"/>
                  </a:cubicBezTo>
                  <a:lnTo>
                    <a:pt x="3366" y="4324"/>
                  </a:lnTo>
                  <a:cubicBezTo>
                    <a:pt x="2379" y="4314"/>
                    <a:pt x="1554" y="3585"/>
                    <a:pt x="1439" y="2617"/>
                  </a:cubicBezTo>
                  <a:lnTo>
                    <a:pt x="1171" y="509"/>
                  </a:lnTo>
                  <a:cubicBezTo>
                    <a:pt x="1145" y="161"/>
                    <a:pt x="890" y="0"/>
                    <a:pt x="631" y="0"/>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48" name="Google Shape;6848;p62"/>
          <p:cNvGrpSpPr/>
          <p:nvPr/>
        </p:nvGrpSpPr>
        <p:grpSpPr>
          <a:xfrm>
            <a:off x="4855278" y="3174555"/>
            <a:ext cx="373481" cy="362267"/>
            <a:chOff x="4859353" y="3355130"/>
            <a:chExt cx="373481" cy="362267"/>
          </a:xfrm>
        </p:grpSpPr>
        <p:sp>
          <p:nvSpPr>
            <p:cNvPr id="6849" name="Google Shape;6849;p62"/>
            <p:cNvSpPr/>
            <p:nvPr/>
          </p:nvSpPr>
          <p:spPr>
            <a:xfrm>
              <a:off x="4859353" y="3355130"/>
              <a:ext cx="373219" cy="362005"/>
            </a:xfrm>
            <a:custGeom>
              <a:avLst/>
              <a:gdLst/>
              <a:ahLst/>
              <a:cxnLst/>
              <a:rect l="l" t="t" r="r" b="b"/>
              <a:pathLst>
                <a:path w="14245" h="13817" extrusionOk="0">
                  <a:moveTo>
                    <a:pt x="11398" y="0"/>
                  </a:moveTo>
                  <a:cubicBezTo>
                    <a:pt x="11111" y="0"/>
                    <a:pt x="10823" y="110"/>
                    <a:pt x="10603" y="331"/>
                  </a:cubicBezTo>
                  <a:lnTo>
                    <a:pt x="6481" y="4462"/>
                  </a:lnTo>
                  <a:cubicBezTo>
                    <a:pt x="5685" y="5248"/>
                    <a:pt x="5081" y="6187"/>
                    <a:pt x="4679" y="7232"/>
                  </a:cubicBezTo>
                  <a:cubicBezTo>
                    <a:pt x="4410" y="7941"/>
                    <a:pt x="4037" y="8603"/>
                    <a:pt x="3576" y="9207"/>
                  </a:cubicBezTo>
                  <a:lnTo>
                    <a:pt x="2896" y="10012"/>
                  </a:lnTo>
                  <a:lnTo>
                    <a:pt x="586" y="12322"/>
                  </a:lnTo>
                  <a:cubicBezTo>
                    <a:pt x="1" y="12966"/>
                    <a:pt x="571" y="13816"/>
                    <a:pt x="1246" y="13816"/>
                  </a:cubicBezTo>
                  <a:cubicBezTo>
                    <a:pt x="1444" y="13816"/>
                    <a:pt x="1652" y="13743"/>
                    <a:pt x="1841" y="13568"/>
                  </a:cubicBezTo>
                  <a:lnTo>
                    <a:pt x="4152" y="11268"/>
                  </a:lnTo>
                  <a:cubicBezTo>
                    <a:pt x="4928" y="10472"/>
                    <a:pt x="5877" y="9859"/>
                    <a:pt x="6912" y="9466"/>
                  </a:cubicBezTo>
                  <a:cubicBezTo>
                    <a:pt x="7957" y="9073"/>
                    <a:pt x="8896" y="8459"/>
                    <a:pt x="9682" y="7673"/>
                  </a:cubicBezTo>
                  <a:lnTo>
                    <a:pt x="13814" y="3542"/>
                  </a:lnTo>
                  <a:cubicBezTo>
                    <a:pt x="14245" y="3101"/>
                    <a:pt x="14245" y="2392"/>
                    <a:pt x="13814" y="1951"/>
                  </a:cubicBezTo>
                  <a:lnTo>
                    <a:pt x="12194" y="331"/>
                  </a:lnTo>
                  <a:cubicBezTo>
                    <a:pt x="11973" y="110"/>
                    <a:pt x="11686" y="0"/>
                    <a:pt x="11398"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0" name="Google Shape;6850;p62"/>
            <p:cNvSpPr/>
            <p:nvPr/>
          </p:nvSpPr>
          <p:spPr>
            <a:xfrm>
              <a:off x="4868418" y="3388142"/>
              <a:ext cx="364154" cy="329255"/>
            </a:xfrm>
            <a:custGeom>
              <a:avLst/>
              <a:gdLst/>
              <a:ahLst/>
              <a:cxnLst/>
              <a:rect l="l" t="t" r="r" b="b"/>
              <a:pathLst>
                <a:path w="13899" h="12567" extrusionOk="0">
                  <a:moveTo>
                    <a:pt x="12758" y="1"/>
                  </a:moveTo>
                  <a:lnTo>
                    <a:pt x="12758" y="1"/>
                  </a:lnTo>
                  <a:cubicBezTo>
                    <a:pt x="13199" y="442"/>
                    <a:pt x="13199" y="1151"/>
                    <a:pt x="12758" y="1592"/>
                  </a:cubicBezTo>
                  <a:lnTo>
                    <a:pt x="8637" y="5723"/>
                  </a:lnTo>
                  <a:cubicBezTo>
                    <a:pt x="7851" y="6509"/>
                    <a:pt x="6902" y="7122"/>
                    <a:pt x="5866" y="7515"/>
                  </a:cubicBezTo>
                  <a:cubicBezTo>
                    <a:pt x="4822" y="7908"/>
                    <a:pt x="3882" y="8522"/>
                    <a:pt x="3096" y="9317"/>
                  </a:cubicBezTo>
                  <a:lnTo>
                    <a:pt x="796" y="11608"/>
                  </a:lnTo>
                  <a:cubicBezTo>
                    <a:pt x="626" y="11771"/>
                    <a:pt x="399" y="11864"/>
                    <a:pt x="167" y="11864"/>
                  </a:cubicBezTo>
                  <a:cubicBezTo>
                    <a:pt x="112" y="11864"/>
                    <a:pt x="56" y="11859"/>
                    <a:pt x="0" y="11848"/>
                  </a:cubicBezTo>
                  <a:lnTo>
                    <a:pt x="0" y="11848"/>
                  </a:lnTo>
                  <a:cubicBezTo>
                    <a:pt x="29" y="12021"/>
                    <a:pt x="115" y="12183"/>
                    <a:pt x="240" y="12308"/>
                  </a:cubicBezTo>
                  <a:cubicBezTo>
                    <a:pt x="412" y="12481"/>
                    <a:pt x="640" y="12567"/>
                    <a:pt x="868" y="12567"/>
                  </a:cubicBezTo>
                  <a:cubicBezTo>
                    <a:pt x="1095" y="12567"/>
                    <a:pt x="1323" y="12481"/>
                    <a:pt x="1495" y="12308"/>
                  </a:cubicBezTo>
                  <a:lnTo>
                    <a:pt x="3796" y="9998"/>
                  </a:lnTo>
                  <a:cubicBezTo>
                    <a:pt x="4582" y="9212"/>
                    <a:pt x="5531" y="8599"/>
                    <a:pt x="6566" y="8206"/>
                  </a:cubicBezTo>
                  <a:cubicBezTo>
                    <a:pt x="7611" y="7803"/>
                    <a:pt x="8550" y="7199"/>
                    <a:pt x="9336" y="6404"/>
                  </a:cubicBezTo>
                  <a:lnTo>
                    <a:pt x="13468" y="2282"/>
                  </a:lnTo>
                  <a:cubicBezTo>
                    <a:pt x="13889" y="1841"/>
                    <a:pt x="13899" y="1141"/>
                    <a:pt x="13468" y="710"/>
                  </a:cubicBezTo>
                  <a:lnTo>
                    <a:pt x="12758" y="1"/>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1" name="Google Shape;6851;p62"/>
            <p:cNvSpPr/>
            <p:nvPr/>
          </p:nvSpPr>
          <p:spPr>
            <a:xfrm>
              <a:off x="4969497" y="3355627"/>
              <a:ext cx="263336" cy="251415"/>
            </a:xfrm>
            <a:custGeom>
              <a:avLst/>
              <a:gdLst/>
              <a:ahLst/>
              <a:cxnLst/>
              <a:rect l="l" t="t" r="r" b="b"/>
              <a:pathLst>
                <a:path w="10051" h="9596" extrusionOk="0">
                  <a:moveTo>
                    <a:pt x="7194" y="0"/>
                  </a:moveTo>
                  <a:cubicBezTo>
                    <a:pt x="6907" y="0"/>
                    <a:pt x="6619" y="110"/>
                    <a:pt x="6399" y="331"/>
                  </a:cubicBezTo>
                  <a:lnTo>
                    <a:pt x="2277" y="4453"/>
                  </a:lnTo>
                  <a:cubicBezTo>
                    <a:pt x="1481" y="5239"/>
                    <a:pt x="868" y="6188"/>
                    <a:pt x="475" y="7223"/>
                  </a:cubicBezTo>
                  <a:lnTo>
                    <a:pt x="456" y="7271"/>
                  </a:lnTo>
                  <a:cubicBezTo>
                    <a:pt x="1" y="8440"/>
                    <a:pt x="908" y="9595"/>
                    <a:pt x="2035" y="9595"/>
                  </a:cubicBezTo>
                  <a:cubicBezTo>
                    <a:pt x="2238" y="9595"/>
                    <a:pt x="2449" y="9557"/>
                    <a:pt x="2660" y="9475"/>
                  </a:cubicBezTo>
                  <a:lnTo>
                    <a:pt x="2708" y="9456"/>
                  </a:lnTo>
                  <a:cubicBezTo>
                    <a:pt x="3743" y="9054"/>
                    <a:pt x="4692" y="8440"/>
                    <a:pt x="5469" y="7654"/>
                  </a:cubicBezTo>
                  <a:lnTo>
                    <a:pt x="9600" y="3532"/>
                  </a:lnTo>
                  <a:cubicBezTo>
                    <a:pt x="10041" y="3091"/>
                    <a:pt x="10051" y="2382"/>
                    <a:pt x="9610" y="1951"/>
                  </a:cubicBezTo>
                  <a:lnTo>
                    <a:pt x="7990" y="331"/>
                  </a:lnTo>
                  <a:cubicBezTo>
                    <a:pt x="7769" y="110"/>
                    <a:pt x="7482" y="0"/>
                    <a:pt x="7194" y="0"/>
                  </a:cubicBezTo>
                  <a:close/>
                </a:path>
              </a:pathLst>
            </a:custGeom>
            <a:solidFill>
              <a:srgbClr val="E1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2" name="Google Shape;6852;p62"/>
            <p:cNvSpPr/>
            <p:nvPr/>
          </p:nvSpPr>
          <p:spPr>
            <a:xfrm>
              <a:off x="5178809" y="3364038"/>
              <a:ext cx="12078" cy="12078"/>
            </a:xfrm>
            <a:custGeom>
              <a:avLst/>
              <a:gdLst/>
              <a:ahLst/>
              <a:cxnLst/>
              <a:rect l="l" t="t" r="r" b="b"/>
              <a:pathLst>
                <a:path w="461" h="461" extrusionOk="0">
                  <a:moveTo>
                    <a:pt x="461" y="460"/>
                  </a:moveTo>
                  <a:lnTo>
                    <a:pt x="1" y="0"/>
                  </a:lnTo>
                  <a:close/>
                </a:path>
              </a:pathLst>
            </a:custGeom>
            <a:solidFill>
              <a:srgbClr val="CAD3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3" name="Google Shape;6853;p62"/>
            <p:cNvSpPr/>
            <p:nvPr/>
          </p:nvSpPr>
          <p:spPr>
            <a:xfrm>
              <a:off x="4983934" y="3388142"/>
              <a:ext cx="248900" cy="218849"/>
            </a:xfrm>
            <a:custGeom>
              <a:avLst/>
              <a:gdLst/>
              <a:ahLst/>
              <a:cxnLst/>
              <a:rect l="l" t="t" r="r" b="b"/>
              <a:pathLst>
                <a:path w="9500" h="8353" extrusionOk="0">
                  <a:moveTo>
                    <a:pt x="8349" y="1"/>
                  </a:moveTo>
                  <a:cubicBezTo>
                    <a:pt x="8790" y="442"/>
                    <a:pt x="8790" y="1151"/>
                    <a:pt x="8349" y="1582"/>
                  </a:cubicBezTo>
                  <a:lnTo>
                    <a:pt x="4228" y="5723"/>
                  </a:lnTo>
                  <a:cubicBezTo>
                    <a:pt x="3442" y="6509"/>
                    <a:pt x="2493" y="7122"/>
                    <a:pt x="1457" y="7515"/>
                  </a:cubicBezTo>
                  <a:lnTo>
                    <a:pt x="1409" y="7535"/>
                  </a:lnTo>
                  <a:cubicBezTo>
                    <a:pt x="1214" y="7612"/>
                    <a:pt x="1008" y="7650"/>
                    <a:pt x="803" y="7650"/>
                  </a:cubicBezTo>
                  <a:cubicBezTo>
                    <a:pt x="525" y="7650"/>
                    <a:pt x="249" y="7581"/>
                    <a:pt x="0" y="7448"/>
                  </a:cubicBezTo>
                  <a:lnTo>
                    <a:pt x="0" y="7448"/>
                  </a:lnTo>
                  <a:cubicBezTo>
                    <a:pt x="301" y="8021"/>
                    <a:pt x="885" y="8353"/>
                    <a:pt x="1496" y="8353"/>
                  </a:cubicBezTo>
                  <a:cubicBezTo>
                    <a:pt x="1704" y="8353"/>
                    <a:pt x="1915" y="8315"/>
                    <a:pt x="2119" y="8234"/>
                  </a:cubicBezTo>
                  <a:lnTo>
                    <a:pt x="2157" y="8225"/>
                  </a:lnTo>
                  <a:cubicBezTo>
                    <a:pt x="3202" y="7822"/>
                    <a:pt x="4141" y="7209"/>
                    <a:pt x="4927" y="6423"/>
                  </a:cubicBezTo>
                  <a:lnTo>
                    <a:pt x="9059" y="2291"/>
                  </a:lnTo>
                  <a:cubicBezTo>
                    <a:pt x="9500" y="1860"/>
                    <a:pt x="9500" y="1141"/>
                    <a:pt x="9059" y="710"/>
                  </a:cubicBezTo>
                  <a:lnTo>
                    <a:pt x="8349" y="1"/>
                  </a:lnTo>
                  <a:close/>
                </a:path>
              </a:pathLst>
            </a:custGeom>
            <a:solidFill>
              <a:srgbClr val="C8D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4" name="Google Shape;6854;p62"/>
            <p:cNvSpPr/>
            <p:nvPr/>
          </p:nvSpPr>
          <p:spPr>
            <a:xfrm>
              <a:off x="4865641" y="3654098"/>
              <a:ext cx="65579" cy="63299"/>
            </a:xfrm>
            <a:custGeom>
              <a:avLst/>
              <a:gdLst/>
              <a:ahLst/>
              <a:cxnLst/>
              <a:rect l="l" t="t" r="r" b="b"/>
              <a:pathLst>
                <a:path w="2503" h="2416" extrusionOk="0">
                  <a:moveTo>
                    <a:pt x="1247" y="0"/>
                  </a:moveTo>
                  <a:lnTo>
                    <a:pt x="346" y="901"/>
                  </a:lnTo>
                  <a:cubicBezTo>
                    <a:pt x="1" y="1246"/>
                    <a:pt x="1" y="1812"/>
                    <a:pt x="346" y="2157"/>
                  </a:cubicBezTo>
                  <a:cubicBezTo>
                    <a:pt x="518" y="2330"/>
                    <a:pt x="746" y="2416"/>
                    <a:pt x="974" y="2416"/>
                  </a:cubicBezTo>
                  <a:cubicBezTo>
                    <a:pt x="1201" y="2416"/>
                    <a:pt x="1429" y="2330"/>
                    <a:pt x="1601" y="2157"/>
                  </a:cubicBezTo>
                  <a:lnTo>
                    <a:pt x="2502" y="1256"/>
                  </a:lnTo>
                  <a:lnTo>
                    <a:pt x="1247" y="0"/>
                  </a:ln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5" name="Google Shape;6855;p62"/>
            <p:cNvSpPr/>
            <p:nvPr/>
          </p:nvSpPr>
          <p:spPr>
            <a:xfrm>
              <a:off x="4868156" y="3668665"/>
              <a:ext cx="63063" cy="48732"/>
            </a:xfrm>
            <a:custGeom>
              <a:avLst/>
              <a:gdLst/>
              <a:ahLst/>
              <a:cxnLst/>
              <a:rect l="l" t="t" r="r" b="b"/>
              <a:pathLst>
                <a:path w="2407" h="1860" extrusionOk="0">
                  <a:moveTo>
                    <a:pt x="1697" y="0"/>
                  </a:moveTo>
                  <a:lnTo>
                    <a:pt x="796" y="901"/>
                  </a:lnTo>
                  <a:cubicBezTo>
                    <a:pt x="626" y="1064"/>
                    <a:pt x="400" y="1157"/>
                    <a:pt x="168" y="1157"/>
                  </a:cubicBezTo>
                  <a:cubicBezTo>
                    <a:pt x="112" y="1157"/>
                    <a:pt x="56" y="1152"/>
                    <a:pt x="1" y="1141"/>
                  </a:cubicBezTo>
                  <a:lnTo>
                    <a:pt x="1" y="1141"/>
                  </a:lnTo>
                  <a:cubicBezTo>
                    <a:pt x="39" y="1314"/>
                    <a:pt x="116" y="1476"/>
                    <a:pt x="240" y="1601"/>
                  </a:cubicBezTo>
                  <a:cubicBezTo>
                    <a:pt x="418" y="1774"/>
                    <a:pt x="645" y="1860"/>
                    <a:pt x="872" y="1860"/>
                  </a:cubicBezTo>
                  <a:cubicBezTo>
                    <a:pt x="1098" y="1860"/>
                    <a:pt x="1323" y="1774"/>
                    <a:pt x="1496" y="1601"/>
                  </a:cubicBezTo>
                  <a:lnTo>
                    <a:pt x="2406" y="700"/>
                  </a:lnTo>
                  <a:lnTo>
                    <a:pt x="1697" y="0"/>
                  </a:ln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6" name="Google Shape;6856;p62"/>
            <p:cNvSpPr/>
            <p:nvPr/>
          </p:nvSpPr>
          <p:spPr>
            <a:xfrm>
              <a:off x="5010160" y="3403076"/>
              <a:ext cx="178527" cy="165689"/>
            </a:xfrm>
            <a:custGeom>
              <a:avLst/>
              <a:gdLst/>
              <a:ahLst/>
              <a:cxnLst/>
              <a:rect l="l" t="t" r="r" b="b"/>
              <a:pathLst>
                <a:path w="6814" h="6324" extrusionOk="0">
                  <a:moveTo>
                    <a:pt x="5961" y="0"/>
                  </a:moveTo>
                  <a:cubicBezTo>
                    <a:pt x="5822" y="0"/>
                    <a:pt x="5676" y="56"/>
                    <a:pt x="5546" y="188"/>
                  </a:cubicBezTo>
                  <a:lnTo>
                    <a:pt x="428" y="5297"/>
                  </a:lnTo>
                  <a:cubicBezTo>
                    <a:pt x="1" y="5731"/>
                    <a:pt x="393" y="6323"/>
                    <a:pt x="855" y="6323"/>
                  </a:cubicBezTo>
                  <a:cubicBezTo>
                    <a:pt x="994" y="6323"/>
                    <a:pt x="1140" y="6269"/>
                    <a:pt x="1271" y="6140"/>
                  </a:cubicBezTo>
                  <a:lnTo>
                    <a:pt x="5623" y="1779"/>
                  </a:lnTo>
                  <a:lnTo>
                    <a:pt x="6380" y="1022"/>
                  </a:lnTo>
                  <a:cubicBezTo>
                    <a:pt x="6814" y="596"/>
                    <a:pt x="6419" y="0"/>
                    <a:pt x="596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7" name="Google Shape;6857;p62"/>
            <p:cNvSpPr/>
            <p:nvPr/>
          </p:nvSpPr>
          <p:spPr>
            <a:xfrm>
              <a:off x="5115274" y="3375592"/>
              <a:ext cx="27143" cy="26200"/>
            </a:xfrm>
            <a:custGeom>
              <a:avLst/>
              <a:gdLst/>
              <a:ahLst/>
              <a:cxnLst/>
              <a:rect l="l" t="t" r="r" b="b"/>
              <a:pathLst>
                <a:path w="1036" h="1000" extrusionOk="0">
                  <a:moveTo>
                    <a:pt x="403" y="0"/>
                  </a:moveTo>
                  <a:lnTo>
                    <a:pt x="1" y="393"/>
                  </a:lnTo>
                  <a:lnTo>
                    <a:pt x="528" y="920"/>
                  </a:lnTo>
                  <a:cubicBezTo>
                    <a:pt x="580" y="973"/>
                    <a:pt x="652" y="1000"/>
                    <a:pt x="724" y="1000"/>
                  </a:cubicBezTo>
                  <a:cubicBezTo>
                    <a:pt x="796" y="1000"/>
                    <a:pt x="868" y="973"/>
                    <a:pt x="921" y="920"/>
                  </a:cubicBezTo>
                  <a:cubicBezTo>
                    <a:pt x="1036" y="805"/>
                    <a:pt x="1036" y="633"/>
                    <a:pt x="921" y="518"/>
                  </a:cubicBezTo>
                  <a:lnTo>
                    <a:pt x="403"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8" name="Google Shape;6858;p62"/>
            <p:cNvSpPr/>
            <p:nvPr/>
          </p:nvSpPr>
          <p:spPr>
            <a:xfrm>
              <a:off x="5094681" y="3396185"/>
              <a:ext cx="27143" cy="26200"/>
            </a:xfrm>
            <a:custGeom>
              <a:avLst/>
              <a:gdLst/>
              <a:ahLst/>
              <a:cxnLst/>
              <a:rect l="l" t="t" r="r" b="b"/>
              <a:pathLst>
                <a:path w="1036" h="1000" extrusionOk="0">
                  <a:moveTo>
                    <a:pt x="403" y="0"/>
                  </a:moveTo>
                  <a:lnTo>
                    <a:pt x="1" y="403"/>
                  </a:lnTo>
                  <a:lnTo>
                    <a:pt x="528" y="920"/>
                  </a:lnTo>
                  <a:cubicBezTo>
                    <a:pt x="580" y="973"/>
                    <a:pt x="650" y="1000"/>
                    <a:pt x="721" y="1000"/>
                  </a:cubicBezTo>
                  <a:cubicBezTo>
                    <a:pt x="791" y="1000"/>
                    <a:pt x="863" y="973"/>
                    <a:pt x="921" y="920"/>
                  </a:cubicBezTo>
                  <a:cubicBezTo>
                    <a:pt x="1036" y="815"/>
                    <a:pt x="1036" y="633"/>
                    <a:pt x="921" y="527"/>
                  </a:cubicBezTo>
                  <a:lnTo>
                    <a:pt x="403"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9" name="Google Shape;6859;p62"/>
            <p:cNvSpPr/>
            <p:nvPr/>
          </p:nvSpPr>
          <p:spPr>
            <a:xfrm>
              <a:off x="5074088" y="3416778"/>
              <a:ext cx="29344" cy="26357"/>
            </a:xfrm>
            <a:custGeom>
              <a:avLst/>
              <a:gdLst/>
              <a:ahLst/>
              <a:cxnLst/>
              <a:rect l="l" t="t" r="r" b="b"/>
              <a:pathLst>
                <a:path w="1120" h="1006" extrusionOk="0">
                  <a:moveTo>
                    <a:pt x="403" y="0"/>
                  </a:moveTo>
                  <a:lnTo>
                    <a:pt x="1" y="393"/>
                  </a:lnTo>
                  <a:lnTo>
                    <a:pt x="528" y="920"/>
                  </a:lnTo>
                  <a:cubicBezTo>
                    <a:pt x="587" y="980"/>
                    <a:pt x="654" y="1005"/>
                    <a:pt x="719" y="1005"/>
                  </a:cubicBezTo>
                  <a:cubicBezTo>
                    <a:pt x="933" y="1005"/>
                    <a:pt x="1120" y="727"/>
                    <a:pt x="921" y="527"/>
                  </a:cubicBezTo>
                  <a:lnTo>
                    <a:pt x="403"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0" name="Google Shape;6860;p62"/>
            <p:cNvSpPr/>
            <p:nvPr/>
          </p:nvSpPr>
          <p:spPr>
            <a:xfrm>
              <a:off x="5053495" y="3437371"/>
              <a:ext cx="26907" cy="26200"/>
            </a:xfrm>
            <a:custGeom>
              <a:avLst/>
              <a:gdLst/>
              <a:ahLst/>
              <a:cxnLst/>
              <a:rect l="l" t="t" r="r" b="b"/>
              <a:pathLst>
                <a:path w="1027" h="1000" extrusionOk="0">
                  <a:moveTo>
                    <a:pt x="394" y="0"/>
                  </a:moveTo>
                  <a:lnTo>
                    <a:pt x="1" y="403"/>
                  </a:lnTo>
                  <a:lnTo>
                    <a:pt x="518" y="920"/>
                  </a:lnTo>
                  <a:cubicBezTo>
                    <a:pt x="576" y="973"/>
                    <a:pt x="648" y="999"/>
                    <a:pt x="719" y="999"/>
                  </a:cubicBezTo>
                  <a:cubicBezTo>
                    <a:pt x="791" y="999"/>
                    <a:pt x="863" y="973"/>
                    <a:pt x="921" y="920"/>
                  </a:cubicBezTo>
                  <a:cubicBezTo>
                    <a:pt x="1026" y="815"/>
                    <a:pt x="1026" y="633"/>
                    <a:pt x="921" y="527"/>
                  </a:cubicBezTo>
                  <a:lnTo>
                    <a:pt x="394"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1" name="Google Shape;6861;p62"/>
            <p:cNvSpPr/>
            <p:nvPr/>
          </p:nvSpPr>
          <p:spPr>
            <a:xfrm>
              <a:off x="5032901" y="3457965"/>
              <a:ext cx="26907" cy="26200"/>
            </a:xfrm>
            <a:custGeom>
              <a:avLst/>
              <a:gdLst/>
              <a:ahLst/>
              <a:cxnLst/>
              <a:rect l="l" t="t" r="r" b="b"/>
              <a:pathLst>
                <a:path w="1027" h="1000" extrusionOk="0">
                  <a:moveTo>
                    <a:pt x="394" y="0"/>
                  </a:moveTo>
                  <a:lnTo>
                    <a:pt x="1" y="403"/>
                  </a:lnTo>
                  <a:lnTo>
                    <a:pt x="518" y="920"/>
                  </a:lnTo>
                  <a:cubicBezTo>
                    <a:pt x="571" y="973"/>
                    <a:pt x="643" y="999"/>
                    <a:pt x="715" y="999"/>
                  </a:cubicBezTo>
                  <a:cubicBezTo>
                    <a:pt x="787" y="999"/>
                    <a:pt x="858" y="973"/>
                    <a:pt x="911" y="920"/>
                  </a:cubicBezTo>
                  <a:cubicBezTo>
                    <a:pt x="1026" y="815"/>
                    <a:pt x="1026" y="633"/>
                    <a:pt x="911" y="527"/>
                  </a:cubicBezTo>
                  <a:lnTo>
                    <a:pt x="394"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2" name="Google Shape;6862;p62"/>
            <p:cNvSpPr/>
            <p:nvPr/>
          </p:nvSpPr>
          <p:spPr>
            <a:xfrm>
              <a:off x="5013304" y="3478794"/>
              <a:ext cx="25912" cy="26148"/>
            </a:xfrm>
            <a:custGeom>
              <a:avLst/>
              <a:gdLst/>
              <a:ahLst/>
              <a:cxnLst/>
              <a:rect l="l" t="t" r="r" b="b"/>
              <a:pathLst>
                <a:path w="989" h="998" extrusionOk="0">
                  <a:moveTo>
                    <a:pt x="365" y="1"/>
                  </a:moveTo>
                  <a:cubicBezTo>
                    <a:pt x="241" y="145"/>
                    <a:pt x="116" y="288"/>
                    <a:pt x="1" y="432"/>
                  </a:cubicBezTo>
                  <a:lnTo>
                    <a:pt x="480" y="911"/>
                  </a:lnTo>
                  <a:cubicBezTo>
                    <a:pt x="538" y="969"/>
                    <a:pt x="610" y="998"/>
                    <a:pt x="681" y="998"/>
                  </a:cubicBezTo>
                  <a:cubicBezTo>
                    <a:pt x="753" y="998"/>
                    <a:pt x="825" y="969"/>
                    <a:pt x="883" y="911"/>
                  </a:cubicBezTo>
                  <a:cubicBezTo>
                    <a:pt x="988" y="806"/>
                    <a:pt x="988" y="624"/>
                    <a:pt x="883" y="518"/>
                  </a:cubicBezTo>
                  <a:lnTo>
                    <a:pt x="365" y="1"/>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63" name="Google Shape;6863;p62"/>
          <p:cNvGrpSpPr/>
          <p:nvPr/>
        </p:nvGrpSpPr>
        <p:grpSpPr>
          <a:xfrm>
            <a:off x="6633603" y="1320407"/>
            <a:ext cx="378721" cy="362005"/>
            <a:chOff x="6637678" y="1500982"/>
            <a:chExt cx="378721" cy="362005"/>
          </a:xfrm>
        </p:grpSpPr>
        <p:sp>
          <p:nvSpPr>
            <p:cNvPr id="6864" name="Google Shape;6864;p62"/>
            <p:cNvSpPr/>
            <p:nvPr/>
          </p:nvSpPr>
          <p:spPr>
            <a:xfrm>
              <a:off x="6637678" y="1500982"/>
              <a:ext cx="377725" cy="361717"/>
            </a:xfrm>
            <a:custGeom>
              <a:avLst/>
              <a:gdLst/>
              <a:ahLst/>
              <a:cxnLst/>
              <a:rect l="l" t="t" r="r" b="b"/>
              <a:pathLst>
                <a:path w="14417" h="13806" extrusionOk="0">
                  <a:moveTo>
                    <a:pt x="10950" y="0"/>
                  </a:moveTo>
                  <a:cubicBezTo>
                    <a:pt x="10150" y="0"/>
                    <a:pt x="9348" y="305"/>
                    <a:pt x="8732" y="916"/>
                  </a:cubicBezTo>
                  <a:lnTo>
                    <a:pt x="1237" y="8402"/>
                  </a:lnTo>
                  <a:cubicBezTo>
                    <a:pt x="0" y="9638"/>
                    <a:pt x="0" y="11642"/>
                    <a:pt x="1237" y="12878"/>
                  </a:cubicBezTo>
                  <a:cubicBezTo>
                    <a:pt x="1855" y="13497"/>
                    <a:pt x="2665" y="13806"/>
                    <a:pt x="3475" y="13806"/>
                  </a:cubicBezTo>
                  <a:cubicBezTo>
                    <a:pt x="4285" y="13806"/>
                    <a:pt x="5095" y="13497"/>
                    <a:pt x="5713" y="12878"/>
                  </a:cubicBezTo>
                  <a:lnTo>
                    <a:pt x="13199" y="5383"/>
                  </a:lnTo>
                  <a:cubicBezTo>
                    <a:pt x="14417" y="4146"/>
                    <a:pt x="14407" y="2162"/>
                    <a:pt x="13180" y="925"/>
                  </a:cubicBezTo>
                  <a:cubicBezTo>
                    <a:pt x="12564" y="310"/>
                    <a:pt x="11758" y="0"/>
                    <a:pt x="10950" y="0"/>
                  </a:cubicBezTo>
                  <a:close/>
                </a:path>
              </a:pathLst>
            </a:custGeom>
            <a:solidFill>
              <a:srgbClr val="D6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5" name="Google Shape;6865;p62"/>
            <p:cNvSpPr/>
            <p:nvPr/>
          </p:nvSpPr>
          <p:spPr>
            <a:xfrm>
              <a:off x="6696680" y="1551338"/>
              <a:ext cx="260218" cy="260454"/>
            </a:xfrm>
            <a:custGeom>
              <a:avLst/>
              <a:gdLst/>
              <a:ahLst/>
              <a:cxnLst/>
              <a:rect l="l" t="t" r="r" b="b"/>
              <a:pathLst>
                <a:path w="9932" h="9941" extrusionOk="0">
                  <a:moveTo>
                    <a:pt x="5464" y="0"/>
                  </a:moveTo>
                  <a:lnTo>
                    <a:pt x="1" y="5464"/>
                  </a:lnTo>
                  <a:lnTo>
                    <a:pt x="4468" y="9940"/>
                  </a:lnTo>
                  <a:lnTo>
                    <a:pt x="9931" y="4477"/>
                  </a:lnTo>
                  <a:lnTo>
                    <a:pt x="5464" y="0"/>
                  </a:ln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6" name="Google Shape;6866;p62"/>
            <p:cNvSpPr/>
            <p:nvPr/>
          </p:nvSpPr>
          <p:spPr>
            <a:xfrm>
              <a:off x="6638175" y="1500982"/>
              <a:ext cx="377725" cy="361717"/>
            </a:xfrm>
            <a:custGeom>
              <a:avLst/>
              <a:gdLst/>
              <a:ahLst/>
              <a:cxnLst/>
              <a:rect l="l" t="t" r="r" b="b"/>
              <a:pathLst>
                <a:path w="14417" h="13806" extrusionOk="0">
                  <a:moveTo>
                    <a:pt x="3467" y="0"/>
                  </a:moveTo>
                  <a:cubicBezTo>
                    <a:pt x="2659" y="0"/>
                    <a:pt x="1853" y="310"/>
                    <a:pt x="1237" y="925"/>
                  </a:cubicBezTo>
                  <a:cubicBezTo>
                    <a:pt x="0" y="2162"/>
                    <a:pt x="0" y="4146"/>
                    <a:pt x="1218" y="5383"/>
                  </a:cubicBezTo>
                  <a:lnTo>
                    <a:pt x="8713" y="12878"/>
                  </a:lnTo>
                  <a:cubicBezTo>
                    <a:pt x="9327" y="13497"/>
                    <a:pt x="10135" y="13806"/>
                    <a:pt x="10943" y="13806"/>
                  </a:cubicBezTo>
                  <a:cubicBezTo>
                    <a:pt x="11752" y="13806"/>
                    <a:pt x="12562" y="13497"/>
                    <a:pt x="13180" y="12878"/>
                  </a:cubicBezTo>
                  <a:cubicBezTo>
                    <a:pt x="14417" y="11642"/>
                    <a:pt x="14417" y="9638"/>
                    <a:pt x="13180" y="8402"/>
                  </a:cubicBezTo>
                  <a:lnTo>
                    <a:pt x="5685" y="916"/>
                  </a:lnTo>
                  <a:cubicBezTo>
                    <a:pt x="5069" y="305"/>
                    <a:pt x="4267" y="0"/>
                    <a:pt x="3467" y="0"/>
                  </a:cubicBezTo>
                  <a:close/>
                </a:path>
              </a:pathLst>
            </a:custGeom>
            <a:solidFill>
              <a:srgbClr val="D6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7" name="Google Shape;6867;p62"/>
            <p:cNvSpPr/>
            <p:nvPr/>
          </p:nvSpPr>
          <p:spPr>
            <a:xfrm>
              <a:off x="6842090" y="1696748"/>
              <a:ext cx="174309" cy="166239"/>
            </a:xfrm>
            <a:custGeom>
              <a:avLst/>
              <a:gdLst/>
              <a:ahLst/>
              <a:cxnLst/>
              <a:rect l="l" t="t" r="r" b="b"/>
              <a:pathLst>
                <a:path w="6653" h="6345" extrusionOk="0">
                  <a:moveTo>
                    <a:pt x="4467" y="0"/>
                  </a:moveTo>
                  <a:cubicBezTo>
                    <a:pt x="5694" y="1237"/>
                    <a:pt x="5685" y="3230"/>
                    <a:pt x="4458" y="4457"/>
                  </a:cubicBezTo>
                  <a:cubicBezTo>
                    <a:pt x="3836" y="5074"/>
                    <a:pt x="3025" y="5384"/>
                    <a:pt x="2215" y="5384"/>
                  </a:cubicBezTo>
                  <a:cubicBezTo>
                    <a:pt x="1415" y="5384"/>
                    <a:pt x="615" y="5082"/>
                    <a:pt x="1" y="4477"/>
                  </a:cubicBezTo>
                  <a:lnTo>
                    <a:pt x="1" y="4477"/>
                  </a:lnTo>
                  <a:lnTo>
                    <a:pt x="930" y="5397"/>
                  </a:lnTo>
                  <a:cubicBezTo>
                    <a:pt x="1547" y="6028"/>
                    <a:pt x="2363" y="6344"/>
                    <a:pt x="3180" y="6344"/>
                  </a:cubicBezTo>
                  <a:cubicBezTo>
                    <a:pt x="3988" y="6344"/>
                    <a:pt x="4797" y="6035"/>
                    <a:pt x="5416" y="5416"/>
                  </a:cubicBezTo>
                  <a:cubicBezTo>
                    <a:pt x="6653" y="4179"/>
                    <a:pt x="6653" y="2166"/>
                    <a:pt x="5397" y="930"/>
                  </a:cubicBezTo>
                  <a:lnTo>
                    <a:pt x="4467" y="0"/>
                  </a:ln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8" name="Google Shape;6868;p62"/>
            <p:cNvSpPr/>
            <p:nvPr/>
          </p:nvSpPr>
          <p:spPr>
            <a:xfrm>
              <a:off x="6752931" y="1608847"/>
              <a:ext cx="146458" cy="144179"/>
            </a:xfrm>
            <a:custGeom>
              <a:avLst/>
              <a:gdLst/>
              <a:ahLst/>
              <a:cxnLst/>
              <a:rect l="l" t="t" r="r" b="b"/>
              <a:pathLst>
                <a:path w="5590" h="5503" extrusionOk="0">
                  <a:moveTo>
                    <a:pt x="2349" y="0"/>
                  </a:moveTo>
                  <a:cubicBezTo>
                    <a:pt x="2249" y="0"/>
                    <a:pt x="2148" y="39"/>
                    <a:pt x="2071" y="115"/>
                  </a:cubicBezTo>
                  <a:lnTo>
                    <a:pt x="154" y="2032"/>
                  </a:lnTo>
                  <a:cubicBezTo>
                    <a:pt x="1" y="2186"/>
                    <a:pt x="1" y="2435"/>
                    <a:pt x="154" y="2588"/>
                  </a:cubicBezTo>
                  <a:lnTo>
                    <a:pt x="2963" y="5387"/>
                  </a:lnTo>
                  <a:cubicBezTo>
                    <a:pt x="3039" y="5464"/>
                    <a:pt x="3140" y="5502"/>
                    <a:pt x="3241" y="5502"/>
                  </a:cubicBezTo>
                  <a:cubicBezTo>
                    <a:pt x="3341" y="5502"/>
                    <a:pt x="3442" y="5464"/>
                    <a:pt x="3519" y="5387"/>
                  </a:cubicBezTo>
                  <a:lnTo>
                    <a:pt x="5436" y="3470"/>
                  </a:lnTo>
                  <a:cubicBezTo>
                    <a:pt x="5589" y="3317"/>
                    <a:pt x="5589" y="3068"/>
                    <a:pt x="5436" y="2914"/>
                  </a:cubicBezTo>
                  <a:lnTo>
                    <a:pt x="2627" y="115"/>
                  </a:lnTo>
                  <a:cubicBezTo>
                    <a:pt x="2551" y="39"/>
                    <a:pt x="2450" y="0"/>
                    <a:pt x="2349" y="0"/>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9" name="Google Shape;6869;p62"/>
            <p:cNvSpPr/>
            <p:nvPr/>
          </p:nvSpPr>
          <p:spPr>
            <a:xfrm>
              <a:off x="6797393" y="1608847"/>
              <a:ext cx="101735" cy="144414"/>
            </a:xfrm>
            <a:custGeom>
              <a:avLst/>
              <a:gdLst/>
              <a:ahLst/>
              <a:cxnLst/>
              <a:rect l="l" t="t" r="r" b="b"/>
              <a:pathLst>
                <a:path w="3883" h="5512" extrusionOk="0">
                  <a:moveTo>
                    <a:pt x="652" y="0"/>
                  </a:moveTo>
                  <a:cubicBezTo>
                    <a:pt x="552" y="0"/>
                    <a:pt x="451" y="39"/>
                    <a:pt x="374" y="115"/>
                  </a:cubicBezTo>
                  <a:lnTo>
                    <a:pt x="1" y="480"/>
                  </a:lnTo>
                  <a:lnTo>
                    <a:pt x="1247" y="1726"/>
                  </a:lnTo>
                  <a:cubicBezTo>
                    <a:pt x="2052" y="2540"/>
                    <a:pt x="2052" y="3854"/>
                    <a:pt x="1247" y="4668"/>
                  </a:cubicBezTo>
                  <a:lnTo>
                    <a:pt x="882" y="5023"/>
                  </a:lnTo>
                  <a:lnTo>
                    <a:pt x="1256" y="5397"/>
                  </a:lnTo>
                  <a:cubicBezTo>
                    <a:pt x="1333" y="5474"/>
                    <a:pt x="1434" y="5512"/>
                    <a:pt x="1534" y="5512"/>
                  </a:cubicBezTo>
                  <a:cubicBezTo>
                    <a:pt x="1635" y="5512"/>
                    <a:pt x="1735" y="5474"/>
                    <a:pt x="1812" y="5397"/>
                  </a:cubicBezTo>
                  <a:lnTo>
                    <a:pt x="3729" y="3480"/>
                  </a:lnTo>
                  <a:cubicBezTo>
                    <a:pt x="3883" y="3326"/>
                    <a:pt x="3883" y="3077"/>
                    <a:pt x="3729" y="2924"/>
                  </a:cubicBezTo>
                  <a:lnTo>
                    <a:pt x="930" y="115"/>
                  </a:lnTo>
                  <a:cubicBezTo>
                    <a:pt x="854" y="39"/>
                    <a:pt x="753" y="0"/>
                    <a:pt x="652"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0" name="Google Shape;6870;p62"/>
            <p:cNvSpPr/>
            <p:nvPr/>
          </p:nvSpPr>
          <p:spPr>
            <a:xfrm>
              <a:off x="6697309" y="1620087"/>
              <a:ext cx="22270" cy="18654"/>
            </a:xfrm>
            <a:custGeom>
              <a:avLst/>
              <a:gdLst/>
              <a:ahLst/>
              <a:cxnLst/>
              <a:rect l="l" t="t" r="r" b="b"/>
              <a:pathLst>
                <a:path w="850" h="712" extrusionOk="0">
                  <a:moveTo>
                    <a:pt x="402" y="0"/>
                  </a:moveTo>
                  <a:cubicBezTo>
                    <a:pt x="184" y="0"/>
                    <a:pt x="1" y="283"/>
                    <a:pt x="207" y="482"/>
                  </a:cubicBezTo>
                  <a:lnTo>
                    <a:pt x="351" y="626"/>
                  </a:lnTo>
                  <a:cubicBezTo>
                    <a:pt x="399" y="683"/>
                    <a:pt x="475" y="712"/>
                    <a:pt x="542" y="712"/>
                  </a:cubicBezTo>
                  <a:cubicBezTo>
                    <a:pt x="619" y="712"/>
                    <a:pt x="696" y="683"/>
                    <a:pt x="744" y="626"/>
                  </a:cubicBezTo>
                  <a:cubicBezTo>
                    <a:pt x="849" y="520"/>
                    <a:pt x="849" y="338"/>
                    <a:pt x="744" y="233"/>
                  </a:cubicBezTo>
                  <a:lnTo>
                    <a:pt x="600" y="89"/>
                  </a:lnTo>
                  <a:cubicBezTo>
                    <a:pt x="537" y="26"/>
                    <a:pt x="468" y="0"/>
                    <a:pt x="402" y="0"/>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1" name="Google Shape;6871;p62"/>
            <p:cNvSpPr/>
            <p:nvPr/>
          </p:nvSpPr>
          <p:spPr>
            <a:xfrm>
              <a:off x="6690995" y="1582123"/>
              <a:ext cx="22296" cy="18707"/>
            </a:xfrm>
            <a:custGeom>
              <a:avLst/>
              <a:gdLst/>
              <a:ahLst/>
              <a:cxnLst/>
              <a:rect l="l" t="t" r="r" b="b"/>
              <a:pathLst>
                <a:path w="851" h="714" extrusionOk="0">
                  <a:moveTo>
                    <a:pt x="401" y="1"/>
                  </a:moveTo>
                  <a:cubicBezTo>
                    <a:pt x="184" y="1"/>
                    <a:pt x="1" y="278"/>
                    <a:pt x="199" y="484"/>
                  </a:cubicBezTo>
                  <a:lnTo>
                    <a:pt x="342" y="627"/>
                  </a:lnTo>
                  <a:cubicBezTo>
                    <a:pt x="400" y="685"/>
                    <a:pt x="472" y="714"/>
                    <a:pt x="544" y="714"/>
                  </a:cubicBezTo>
                  <a:cubicBezTo>
                    <a:pt x="616" y="714"/>
                    <a:pt x="687" y="685"/>
                    <a:pt x="745" y="627"/>
                  </a:cubicBezTo>
                  <a:cubicBezTo>
                    <a:pt x="850" y="522"/>
                    <a:pt x="850" y="340"/>
                    <a:pt x="745" y="234"/>
                  </a:cubicBezTo>
                  <a:lnTo>
                    <a:pt x="601" y="91"/>
                  </a:lnTo>
                  <a:cubicBezTo>
                    <a:pt x="538" y="27"/>
                    <a:pt x="468" y="1"/>
                    <a:pt x="401"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2" name="Google Shape;6872;p62"/>
            <p:cNvSpPr/>
            <p:nvPr/>
          </p:nvSpPr>
          <p:spPr>
            <a:xfrm>
              <a:off x="6724190" y="1548771"/>
              <a:ext cx="22244" cy="18654"/>
            </a:xfrm>
            <a:custGeom>
              <a:avLst/>
              <a:gdLst/>
              <a:ahLst/>
              <a:cxnLst/>
              <a:rect l="l" t="t" r="r" b="b"/>
              <a:pathLst>
                <a:path w="849" h="712" extrusionOk="0">
                  <a:moveTo>
                    <a:pt x="405" y="0"/>
                  </a:moveTo>
                  <a:cubicBezTo>
                    <a:pt x="189" y="0"/>
                    <a:pt x="1" y="283"/>
                    <a:pt x="206" y="482"/>
                  </a:cubicBezTo>
                  <a:lnTo>
                    <a:pt x="350" y="625"/>
                  </a:lnTo>
                  <a:cubicBezTo>
                    <a:pt x="398" y="683"/>
                    <a:pt x="475" y="712"/>
                    <a:pt x="542" y="712"/>
                  </a:cubicBezTo>
                  <a:cubicBezTo>
                    <a:pt x="619" y="712"/>
                    <a:pt x="695" y="683"/>
                    <a:pt x="743" y="625"/>
                  </a:cubicBezTo>
                  <a:cubicBezTo>
                    <a:pt x="849" y="520"/>
                    <a:pt x="849" y="338"/>
                    <a:pt x="743" y="232"/>
                  </a:cubicBezTo>
                  <a:lnTo>
                    <a:pt x="599" y="89"/>
                  </a:lnTo>
                  <a:cubicBezTo>
                    <a:pt x="539" y="26"/>
                    <a:pt x="471" y="0"/>
                    <a:pt x="405" y="0"/>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3" name="Google Shape;6873;p62"/>
            <p:cNvSpPr/>
            <p:nvPr/>
          </p:nvSpPr>
          <p:spPr>
            <a:xfrm>
              <a:off x="6729902" y="1587782"/>
              <a:ext cx="22322" cy="18576"/>
            </a:xfrm>
            <a:custGeom>
              <a:avLst/>
              <a:gdLst/>
              <a:ahLst/>
              <a:cxnLst/>
              <a:rect l="l" t="t" r="r" b="b"/>
              <a:pathLst>
                <a:path w="852" h="709" extrusionOk="0">
                  <a:moveTo>
                    <a:pt x="406" y="1"/>
                  </a:moveTo>
                  <a:cubicBezTo>
                    <a:pt x="187" y="1"/>
                    <a:pt x="0" y="281"/>
                    <a:pt x="199" y="488"/>
                  </a:cubicBezTo>
                  <a:lnTo>
                    <a:pt x="343" y="632"/>
                  </a:lnTo>
                  <a:cubicBezTo>
                    <a:pt x="401" y="680"/>
                    <a:pt x="468" y="708"/>
                    <a:pt x="544" y="708"/>
                  </a:cubicBezTo>
                  <a:cubicBezTo>
                    <a:pt x="621" y="708"/>
                    <a:pt x="688" y="680"/>
                    <a:pt x="746" y="632"/>
                  </a:cubicBezTo>
                  <a:cubicBezTo>
                    <a:pt x="851" y="517"/>
                    <a:pt x="851" y="344"/>
                    <a:pt x="746" y="229"/>
                  </a:cubicBezTo>
                  <a:lnTo>
                    <a:pt x="602" y="85"/>
                  </a:lnTo>
                  <a:cubicBezTo>
                    <a:pt x="540" y="26"/>
                    <a:pt x="472" y="1"/>
                    <a:pt x="406"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4" name="Google Shape;6874;p62"/>
            <p:cNvSpPr/>
            <p:nvPr/>
          </p:nvSpPr>
          <p:spPr>
            <a:xfrm>
              <a:off x="6762285" y="1555137"/>
              <a:ext cx="22322" cy="18812"/>
            </a:xfrm>
            <a:custGeom>
              <a:avLst/>
              <a:gdLst/>
              <a:ahLst/>
              <a:cxnLst/>
              <a:rect l="l" t="t" r="r" b="b"/>
              <a:pathLst>
                <a:path w="852" h="718" extrusionOk="0">
                  <a:moveTo>
                    <a:pt x="407" y="1"/>
                  </a:moveTo>
                  <a:cubicBezTo>
                    <a:pt x="188" y="1"/>
                    <a:pt x="1" y="281"/>
                    <a:pt x="200" y="488"/>
                  </a:cubicBezTo>
                  <a:lnTo>
                    <a:pt x="344" y="632"/>
                  </a:lnTo>
                  <a:cubicBezTo>
                    <a:pt x="401" y="680"/>
                    <a:pt x="468" y="708"/>
                    <a:pt x="545" y="718"/>
                  </a:cubicBezTo>
                  <a:cubicBezTo>
                    <a:pt x="622" y="718"/>
                    <a:pt x="689" y="680"/>
                    <a:pt x="746" y="632"/>
                  </a:cubicBezTo>
                  <a:cubicBezTo>
                    <a:pt x="852" y="517"/>
                    <a:pt x="852" y="344"/>
                    <a:pt x="746" y="229"/>
                  </a:cubicBezTo>
                  <a:lnTo>
                    <a:pt x="602" y="85"/>
                  </a:lnTo>
                  <a:cubicBezTo>
                    <a:pt x="541" y="26"/>
                    <a:pt x="472" y="1"/>
                    <a:pt x="407"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5" name="Google Shape;6875;p62"/>
            <p:cNvSpPr/>
            <p:nvPr/>
          </p:nvSpPr>
          <p:spPr>
            <a:xfrm>
              <a:off x="6866508" y="1789208"/>
              <a:ext cx="22322" cy="18812"/>
            </a:xfrm>
            <a:custGeom>
              <a:avLst/>
              <a:gdLst/>
              <a:ahLst/>
              <a:cxnLst/>
              <a:rect l="l" t="t" r="r" b="b"/>
              <a:pathLst>
                <a:path w="852" h="718" extrusionOk="0">
                  <a:moveTo>
                    <a:pt x="407" y="0"/>
                  </a:moveTo>
                  <a:cubicBezTo>
                    <a:pt x="188" y="0"/>
                    <a:pt x="1" y="281"/>
                    <a:pt x="200" y="487"/>
                  </a:cubicBezTo>
                  <a:lnTo>
                    <a:pt x="344" y="631"/>
                  </a:lnTo>
                  <a:cubicBezTo>
                    <a:pt x="401" y="679"/>
                    <a:pt x="468" y="708"/>
                    <a:pt x="545" y="717"/>
                  </a:cubicBezTo>
                  <a:cubicBezTo>
                    <a:pt x="622" y="717"/>
                    <a:pt x="689" y="679"/>
                    <a:pt x="746" y="631"/>
                  </a:cubicBezTo>
                  <a:cubicBezTo>
                    <a:pt x="852" y="516"/>
                    <a:pt x="852" y="344"/>
                    <a:pt x="746" y="229"/>
                  </a:cubicBezTo>
                  <a:lnTo>
                    <a:pt x="602" y="85"/>
                  </a:lnTo>
                  <a:cubicBezTo>
                    <a:pt x="541" y="25"/>
                    <a:pt x="472" y="0"/>
                    <a:pt x="407" y="0"/>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6" name="Google Shape;6876;p62"/>
            <p:cNvSpPr/>
            <p:nvPr/>
          </p:nvSpPr>
          <p:spPr>
            <a:xfrm>
              <a:off x="6903450" y="1794998"/>
              <a:ext cx="23554" cy="19309"/>
            </a:xfrm>
            <a:custGeom>
              <a:avLst/>
              <a:gdLst/>
              <a:ahLst/>
              <a:cxnLst/>
              <a:rect l="l" t="t" r="r" b="b"/>
              <a:pathLst>
                <a:path w="899" h="737" extrusionOk="0">
                  <a:moveTo>
                    <a:pt x="428" y="1"/>
                  </a:moveTo>
                  <a:cubicBezTo>
                    <a:pt x="203" y="1"/>
                    <a:pt x="1" y="311"/>
                    <a:pt x="247" y="506"/>
                  </a:cubicBezTo>
                  <a:lnTo>
                    <a:pt x="391" y="650"/>
                  </a:lnTo>
                  <a:cubicBezTo>
                    <a:pt x="438" y="707"/>
                    <a:pt x="515" y="736"/>
                    <a:pt x="592" y="736"/>
                  </a:cubicBezTo>
                  <a:cubicBezTo>
                    <a:pt x="659" y="736"/>
                    <a:pt x="736" y="707"/>
                    <a:pt x="784" y="650"/>
                  </a:cubicBezTo>
                  <a:cubicBezTo>
                    <a:pt x="899" y="544"/>
                    <a:pt x="899" y="362"/>
                    <a:pt x="784" y="257"/>
                  </a:cubicBezTo>
                  <a:lnTo>
                    <a:pt x="640" y="113"/>
                  </a:lnTo>
                  <a:cubicBezTo>
                    <a:pt x="576" y="33"/>
                    <a:pt x="501" y="1"/>
                    <a:pt x="428"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7" name="Google Shape;6877;p62"/>
            <p:cNvSpPr/>
            <p:nvPr/>
          </p:nvSpPr>
          <p:spPr>
            <a:xfrm>
              <a:off x="6937877" y="1762432"/>
              <a:ext cx="22270" cy="18707"/>
            </a:xfrm>
            <a:custGeom>
              <a:avLst/>
              <a:gdLst/>
              <a:ahLst/>
              <a:cxnLst/>
              <a:rect l="l" t="t" r="r" b="b"/>
              <a:pathLst>
                <a:path w="850" h="714" extrusionOk="0">
                  <a:moveTo>
                    <a:pt x="400" y="1"/>
                  </a:moveTo>
                  <a:cubicBezTo>
                    <a:pt x="183" y="1"/>
                    <a:pt x="0" y="279"/>
                    <a:pt x="198" y="484"/>
                  </a:cubicBezTo>
                  <a:lnTo>
                    <a:pt x="342" y="628"/>
                  </a:lnTo>
                  <a:cubicBezTo>
                    <a:pt x="399" y="675"/>
                    <a:pt x="466" y="714"/>
                    <a:pt x="543" y="714"/>
                  </a:cubicBezTo>
                  <a:cubicBezTo>
                    <a:pt x="620" y="714"/>
                    <a:pt x="687" y="685"/>
                    <a:pt x="744" y="628"/>
                  </a:cubicBezTo>
                  <a:cubicBezTo>
                    <a:pt x="850" y="513"/>
                    <a:pt x="850" y="340"/>
                    <a:pt x="744" y="235"/>
                  </a:cubicBezTo>
                  <a:lnTo>
                    <a:pt x="601" y="91"/>
                  </a:lnTo>
                  <a:cubicBezTo>
                    <a:pt x="537" y="27"/>
                    <a:pt x="467" y="1"/>
                    <a:pt x="400"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8" name="Google Shape;6878;p62"/>
            <p:cNvSpPr/>
            <p:nvPr/>
          </p:nvSpPr>
          <p:spPr>
            <a:xfrm>
              <a:off x="6898970" y="1756799"/>
              <a:ext cx="22270" cy="18812"/>
            </a:xfrm>
            <a:custGeom>
              <a:avLst/>
              <a:gdLst/>
              <a:ahLst/>
              <a:cxnLst/>
              <a:rect l="l" t="t" r="r" b="b"/>
              <a:pathLst>
                <a:path w="850" h="718" extrusionOk="0">
                  <a:moveTo>
                    <a:pt x="404" y="1"/>
                  </a:moveTo>
                  <a:cubicBezTo>
                    <a:pt x="186" y="1"/>
                    <a:pt x="0" y="281"/>
                    <a:pt x="207" y="488"/>
                  </a:cubicBezTo>
                  <a:lnTo>
                    <a:pt x="351" y="632"/>
                  </a:lnTo>
                  <a:cubicBezTo>
                    <a:pt x="399" y="680"/>
                    <a:pt x="466" y="708"/>
                    <a:pt x="542" y="718"/>
                  </a:cubicBezTo>
                  <a:cubicBezTo>
                    <a:pt x="619" y="718"/>
                    <a:pt x="696" y="680"/>
                    <a:pt x="744" y="632"/>
                  </a:cubicBezTo>
                  <a:cubicBezTo>
                    <a:pt x="849" y="517"/>
                    <a:pt x="849" y="344"/>
                    <a:pt x="744" y="229"/>
                  </a:cubicBezTo>
                  <a:lnTo>
                    <a:pt x="600" y="85"/>
                  </a:lnTo>
                  <a:cubicBezTo>
                    <a:pt x="538" y="26"/>
                    <a:pt x="470" y="1"/>
                    <a:pt x="404" y="1"/>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9" name="Google Shape;6879;p62"/>
            <p:cNvSpPr/>
            <p:nvPr/>
          </p:nvSpPr>
          <p:spPr>
            <a:xfrm>
              <a:off x="6931380" y="1724311"/>
              <a:ext cx="22506" cy="18654"/>
            </a:xfrm>
            <a:custGeom>
              <a:avLst/>
              <a:gdLst/>
              <a:ahLst/>
              <a:cxnLst/>
              <a:rect l="l" t="t" r="r" b="b"/>
              <a:pathLst>
                <a:path w="859" h="712" extrusionOk="0">
                  <a:moveTo>
                    <a:pt x="405" y="0"/>
                  </a:moveTo>
                  <a:cubicBezTo>
                    <a:pt x="189" y="0"/>
                    <a:pt x="1" y="283"/>
                    <a:pt x="206" y="482"/>
                  </a:cubicBezTo>
                  <a:lnTo>
                    <a:pt x="350" y="626"/>
                  </a:lnTo>
                  <a:cubicBezTo>
                    <a:pt x="403" y="683"/>
                    <a:pt x="475" y="712"/>
                    <a:pt x="547" y="712"/>
                  </a:cubicBezTo>
                  <a:cubicBezTo>
                    <a:pt x="619" y="712"/>
                    <a:pt x="690" y="683"/>
                    <a:pt x="743" y="626"/>
                  </a:cubicBezTo>
                  <a:cubicBezTo>
                    <a:pt x="858" y="520"/>
                    <a:pt x="858" y="338"/>
                    <a:pt x="743" y="233"/>
                  </a:cubicBezTo>
                  <a:lnTo>
                    <a:pt x="599" y="89"/>
                  </a:lnTo>
                  <a:cubicBezTo>
                    <a:pt x="539" y="26"/>
                    <a:pt x="471" y="0"/>
                    <a:pt x="405" y="0"/>
                  </a:cubicBezTo>
                  <a:close/>
                </a:path>
              </a:pathLst>
            </a:custGeom>
            <a:solidFill>
              <a:srgbClr val="BEC6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80" name="Google Shape;6880;p62"/>
          <p:cNvGrpSpPr/>
          <p:nvPr/>
        </p:nvGrpSpPr>
        <p:grpSpPr>
          <a:xfrm>
            <a:off x="5823918" y="3174921"/>
            <a:ext cx="223041" cy="362163"/>
            <a:chOff x="5827993" y="3355496"/>
            <a:chExt cx="223041" cy="362163"/>
          </a:xfrm>
        </p:grpSpPr>
        <p:sp>
          <p:nvSpPr>
            <p:cNvPr id="6881" name="Google Shape;6881;p62"/>
            <p:cNvSpPr/>
            <p:nvPr/>
          </p:nvSpPr>
          <p:spPr>
            <a:xfrm>
              <a:off x="5827993" y="3448664"/>
              <a:ext cx="223041" cy="268995"/>
            </a:xfrm>
            <a:custGeom>
              <a:avLst/>
              <a:gdLst/>
              <a:ahLst/>
              <a:cxnLst/>
              <a:rect l="l" t="t" r="r" b="b"/>
              <a:pathLst>
                <a:path w="8513" h="10267" extrusionOk="0">
                  <a:moveTo>
                    <a:pt x="854" y="1"/>
                  </a:moveTo>
                  <a:cubicBezTo>
                    <a:pt x="384" y="1"/>
                    <a:pt x="1" y="384"/>
                    <a:pt x="1" y="854"/>
                  </a:cubicBezTo>
                  <a:lnTo>
                    <a:pt x="1" y="9413"/>
                  </a:lnTo>
                  <a:cubicBezTo>
                    <a:pt x="1" y="9883"/>
                    <a:pt x="384" y="10266"/>
                    <a:pt x="854" y="10266"/>
                  </a:cubicBezTo>
                  <a:lnTo>
                    <a:pt x="7660" y="10266"/>
                  </a:lnTo>
                  <a:cubicBezTo>
                    <a:pt x="8129" y="10266"/>
                    <a:pt x="8513" y="9883"/>
                    <a:pt x="8513" y="9413"/>
                  </a:cubicBezTo>
                  <a:lnTo>
                    <a:pt x="8513" y="854"/>
                  </a:lnTo>
                  <a:cubicBezTo>
                    <a:pt x="8513" y="384"/>
                    <a:pt x="8129" y="1"/>
                    <a:pt x="7660"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2" name="Google Shape;6882;p62"/>
            <p:cNvSpPr/>
            <p:nvPr/>
          </p:nvSpPr>
          <p:spPr>
            <a:xfrm>
              <a:off x="5989987" y="3448664"/>
              <a:ext cx="60810" cy="268733"/>
            </a:xfrm>
            <a:custGeom>
              <a:avLst/>
              <a:gdLst/>
              <a:ahLst/>
              <a:cxnLst/>
              <a:rect l="l" t="t" r="r" b="b"/>
              <a:pathLst>
                <a:path w="2321" h="10257" extrusionOk="0">
                  <a:moveTo>
                    <a:pt x="0" y="1"/>
                  </a:moveTo>
                  <a:cubicBezTo>
                    <a:pt x="489" y="1"/>
                    <a:pt x="882" y="403"/>
                    <a:pt x="882" y="892"/>
                  </a:cubicBezTo>
                  <a:lnTo>
                    <a:pt x="882" y="9375"/>
                  </a:lnTo>
                  <a:cubicBezTo>
                    <a:pt x="882" y="9864"/>
                    <a:pt x="489" y="10257"/>
                    <a:pt x="0" y="10257"/>
                  </a:cubicBezTo>
                  <a:lnTo>
                    <a:pt x="1438" y="10257"/>
                  </a:lnTo>
                  <a:cubicBezTo>
                    <a:pt x="1927" y="10257"/>
                    <a:pt x="2320" y="9864"/>
                    <a:pt x="2320" y="9375"/>
                  </a:cubicBezTo>
                  <a:lnTo>
                    <a:pt x="2320" y="892"/>
                  </a:lnTo>
                  <a:cubicBezTo>
                    <a:pt x="2320" y="403"/>
                    <a:pt x="1927" y="1"/>
                    <a:pt x="1438"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3" name="Google Shape;6883;p62"/>
            <p:cNvSpPr/>
            <p:nvPr/>
          </p:nvSpPr>
          <p:spPr>
            <a:xfrm>
              <a:off x="5878218" y="3424560"/>
              <a:ext cx="122354" cy="24130"/>
            </a:xfrm>
            <a:custGeom>
              <a:avLst/>
              <a:gdLst/>
              <a:ahLst/>
              <a:cxnLst/>
              <a:rect l="l" t="t" r="r" b="b"/>
              <a:pathLst>
                <a:path w="4670" h="921" extrusionOk="0">
                  <a:moveTo>
                    <a:pt x="1" y="0"/>
                  </a:moveTo>
                  <a:lnTo>
                    <a:pt x="1" y="921"/>
                  </a:lnTo>
                  <a:lnTo>
                    <a:pt x="4669" y="921"/>
                  </a:lnTo>
                  <a:lnTo>
                    <a:pt x="4669" y="0"/>
                  </a:ln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4" name="Google Shape;6884;p62"/>
            <p:cNvSpPr/>
            <p:nvPr/>
          </p:nvSpPr>
          <p:spPr>
            <a:xfrm>
              <a:off x="5878218" y="3424560"/>
              <a:ext cx="122354" cy="24130"/>
            </a:xfrm>
            <a:custGeom>
              <a:avLst/>
              <a:gdLst/>
              <a:ahLst/>
              <a:cxnLst/>
              <a:rect l="l" t="t" r="r" b="b"/>
              <a:pathLst>
                <a:path w="4670" h="921" extrusionOk="0">
                  <a:moveTo>
                    <a:pt x="1" y="0"/>
                  </a:moveTo>
                  <a:lnTo>
                    <a:pt x="1" y="921"/>
                  </a:lnTo>
                  <a:lnTo>
                    <a:pt x="4669" y="921"/>
                  </a:lnTo>
                  <a:lnTo>
                    <a:pt x="4669" y="0"/>
                  </a:ln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5" name="Google Shape;6885;p62"/>
            <p:cNvSpPr/>
            <p:nvPr/>
          </p:nvSpPr>
          <p:spPr>
            <a:xfrm>
              <a:off x="5963630" y="3424560"/>
              <a:ext cx="36942" cy="24130"/>
            </a:xfrm>
            <a:custGeom>
              <a:avLst/>
              <a:gdLst/>
              <a:ahLst/>
              <a:cxnLst/>
              <a:rect l="l" t="t" r="r" b="b"/>
              <a:pathLst>
                <a:path w="1410" h="921" extrusionOk="0">
                  <a:moveTo>
                    <a:pt x="0" y="0"/>
                  </a:moveTo>
                  <a:lnTo>
                    <a:pt x="0" y="921"/>
                  </a:lnTo>
                  <a:lnTo>
                    <a:pt x="1409" y="921"/>
                  </a:lnTo>
                  <a:lnTo>
                    <a:pt x="1409" y="0"/>
                  </a:ln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6" name="Google Shape;6886;p62"/>
            <p:cNvSpPr/>
            <p:nvPr/>
          </p:nvSpPr>
          <p:spPr>
            <a:xfrm>
              <a:off x="5852857" y="3355496"/>
              <a:ext cx="172815" cy="69089"/>
            </a:xfrm>
            <a:custGeom>
              <a:avLst/>
              <a:gdLst/>
              <a:ahLst/>
              <a:cxnLst/>
              <a:rect l="l" t="t" r="r" b="b"/>
              <a:pathLst>
                <a:path w="6596" h="2637" extrusionOk="0">
                  <a:moveTo>
                    <a:pt x="451" y="0"/>
                  </a:moveTo>
                  <a:cubicBezTo>
                    <a:pt x="202" y="0"/>
                    <a:pt x="1" y="202"/>
                    <a:pt x="1" y="451"/>
                  </a:cubicBezTo>
                  <a:lnTo>
                    <a:pt x="1" y="2186"/>
                  </a:lnTo>
                  <a:cubicBezTo>
                    <a:pt x="1" y="2435"/>
                    <a:pt x="202" y="2636"/>
                    <a:pt x="451" y="2636"/>
                  </a:cubicBezTo>
                  <a:lnTo>
                    <a:pt x="6145" y="2636"/>
                  </a:lnTo>
                  <a:cubicBezTo>
                    <a:pt x="6394" y="2636"/>
                    <a:pt x="6596" y="2435"/>
                    <a:pt x="6596" y="2186"/>
                  </a:cubicBezTo>
                  <a:lnTo>
                    <a:pt x="6596" y="451"/>
                  </a:lnTo>
                  <a:cubicBezTo>
                    <a:pt x="6596" y="202"/>
                    <a:pt x="6394" y="0"/>
                    <a:pt x="6145"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7" name="Google Shape;6887;p62"/>
            <p:cNvSpPr/>
            <p:nvPr/>
          </p:nvSpPr>
          <p:spPr>
            <a:xfrm>
              <a:off x="5981708" y="3355496"/>
              <a:ext cx="43964" cy="69089"/>
            </a:xfrm>
            <a:custGeom>
              <a:avLst/>
              <a:gdLst/>
              <a:ahLst/>
              <a:cxnLst/>
              <a:rect l="l" t="t" r="r" b="b"/>
              <a:pathLst>
                <a:path w="1678" h="2637" extrusionOk="0">
                  <a:moveTo>
                    <a:pt x="0" y="0"/>
                  </a:moveTo>
                  <a:lnTo>
                    <a:pt x="0" y="2636"/>
                  </a:lnTo>
                  <a:lnTo>
                    <a:pt x="1208" y="2636"/>
                  </a:lnTo>
                  <a:cubicBezTo>
                    <a:pt x="1467" y="2636"/>
                    <a:pt x="1678" y="2425"/>
                    <a:pt x="1678" y="2167"/>
                  </a:cubicBezTo>
                  <a:lnTo>
                    <a:pt x="1678" y="470"/>
                  </a:lnTo>
                  <a:cubicBezTo>
                    <a:pt x="1678" y="211"/>
                    <a:pt x="1467" y="0"/>
                    <a:pt x="1208"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8" name="Google Shape;6888;p62"/>
            <p:cNvSpPr/>
            <p:nvPr/>
          </p:nvSpPr>
          <p:spPr>
            <a:xfrm>
              <a:off x="5862917" y="3488854"/>
              <a:ext cx="152720" cy="188378"/>
            </a:xfrm>
            <a:custGeom>
              <a:avLst/>
              <a:gdLst/>
              <a:ahLst/>
              <a:cxnLst/>
              <a:rect l="l" t="t" r="r" b="b"/>
              <a:pathLst>
                <a:path w="5829" h="7190" extrusionOk="0">
                  <a:moveTo>
                    <a:pt x="355" y="0"/>
                  </a:moveTo>
                  <a:cubicBezTo>
                    <a:pt x="163" y="0"/>
                    <a:pt x="0" y="154"/>
                    <a:pt x="0" y="355"/>
                  </a:cubicBezTo>
                  <a:lnTo>
                    <a:pt x="0" y="6844"/>
                  </a:lnTo>
                  <a:cubicBezTo>
                    <a:pt x="0" y="7036"/>
                    <a:pt x="163" y="7189"/>
                    <a:pt x="355" y="7189"/>
                  </a:cubicBezTo>
                  <a:lnTo>
                    <a:pt x="5483" y="7189"/>
                  </a:lnTo>
                  <a:cubicBezTo>
                    <a:pt x="5489" y="7190"/>
                    <a:pt x="5494" y="7190"/>
                    <a:pt x="5499" y="7190"/>
                  </a:cubicBezTo>
                  <a:cubicBezTo>
                    <a:pt x="5683" y="7190"/>
                    <a:pt x="5828" y="7030"/>
                    <a:pt x="5828" y="6844"/>
                  </a:cubicBezTo>
                  <a:lnTo>
                    <a:pt x="5828" y="355"/>
                  </a:lnTo>
                  <a:cubicBezTo>
                    <a:pt x="5828" y="154"/>
                    <a:pt x="5675" y="0"/>
                    <a:pt x="5483" y="0"/>
                  </a:cubicBezTo>
                  <a:close/>
                </a:path>
              </a:pathLst>
            </a:custGeom>
            <a:solidFill>
              <a:srgbClr val="E8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9" name="Google Shape;6889;p62"/>
            <p:cNvSpPr/>
            <p:nvPr/>
          </p:nvSpPr>
          <p:spPr>
            <a:xfrm>
              <a:off x="5971412" y="3488854"/>
              <a:ext cx="44226" cy="188614"/>
            </a:xfrm>
            <a:custGeom>
              <a:avLst/>
              <a:gdLst/>
              <a:ahLst/>
              <a:cxnLst/>
              <a:rect l="l" t="t" r="r" b="b"/>
              <a:pathLst>
                <a:path w="1688" h="7199" extrusionOk="0">
                  <a:moveTo>
                    <a:pt x="0" y="0"/>
                  </a:moveTo>
                  <a:lnTo>
                    <a:pt x="0" y="7199"/>
                  </a:lnTo>
                  <a:lnTo>
                    <a:pt x="1342" y="7199"/>
                  </a:lnTo>
                  <a:cubicBezTo>
                    <a:pt x="1534" y="7199"/>
                    <a:pt x="1687" y="7036"/>
                    <a:pt x="1687" y="6844"/>
                  </a:cubicBezTo>
                  <a:lnTo>
                    <a:pt x="1687" y="355"/>
                  </a:lnTo>
                  <a:cubicBezTo>
                    <a:pt x="1687" y="163"/>
                    <a:pt x="1534" y="0"/>
                    <a:pt x="1342" y="0"/>
                  </a:cubicBezTo>
                  <a:close/>
                </a:path>
              </a:pathLst>
            </a:custGeom>
            <a:solidFill>
              <a:srgbClr val="CBD3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0" name="Google Shape;6890;p62"/>
            <p:cNvSpPr/>
            <p:nvPr/>
          </p:nvSpPr>
          <p:spPr>
            <a:xfrm>
              <a:off x="5869939" y="3531036"/>
              <a:ext cx="121568" cy="104197"/>
            </a:xfrm>
            <a:custGeom>
              <a:avLst/>
              <a:gdLst/>
              <a:ahLst/>
              <a:cxnLst/>
              <a:rect l="l" t="t" r="r" b="b"/>
              <a:pathLst>
                <a:path w="4640" h="3977" extrusionOk="0">
                  <a:moveTo>
                    <a:pt x="2656" y="1"/>
                  </a:moveTo>
                  <a:cubicBezTo>
                    <a:pt x="883" y="1"/>
                    <a:pt x="1" y="2138"/>
                    <a:pt x="1247" y="3394"/>
                  </a:cubicBezTo>
                  <a:cubicBezTo>
                    <a:pt x="1653" y="3796"/>
                    <a:pt x="2150" y="3977"/>
                    <a:pt x="2638" y="3977"/>
                  </a:cubicBezTo>
                  <a:cubicBezTo>
                    <a:pt x="3661" y="3977"/>
                    <a:pt x="4640" y="3185"/>
                    <a:pt x="4640" y="1985"/>
                  </a:cubicBezTo>
                  <a:cubicBezTo>
                    <a:pt x="4640" y="892"/>
                    <a:pt x="3749" y="1"/>
                    <a:pt x="265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1" name="Google Shape;6891;p62"/>
            <p:cNvSpPr/>
            <p:nvPr/>
          </p:nvSpPr>
          <p:spPr>
            <a:xfrm>
              <a:off x="5894043" y="3538058"/>
              <a:ext cx="106529" cy="97202"/>
            </a:xfrm>
            <a:custGeom>
              <a:avLst/>
              <a:gdLst/>
              <a:ahLst/>
              <a:cxnLst/>
              <a:rect l="l" t="t" r="r" b="b"/>
              <a:pathLst>
                <a:path w="4066" h="3710" extrusionOk="0">
                  <a:moveTo>
                    <a:pt x="2714" y="1"/>
                  </a:moveTo>
                  <a:cubicBezTo>
                    <a:pt x="3452" y="1324"/>
                    <a:pt x="2503" y="2963"/>
                    <a:pt x="979" y="2963"/>
                  </a:cubicBezTo>
                  <a:cubicBezTo>
                    <a:pt x="634" y="2963"/>
                    <a:pt x="298" y="2877"/>
                    <a:pt x="1" y="2704"/>
                  </a:cubicBezTo>
                  <a:lnTo>
                    <a:pt x="1" y="2704"/>
                  </a:lnTo>
                  <a:cubicBezTo>
                    <a:pt x="376" y="3361"/>
                    <a:pt x="1050" y="3709"/>
                    <a:pt x="1732" y="3709"/>
                  </a:cubicBezTo>
                  <a:cubicBezTo>
                    <a:pt x="2234" y="3709"/>
                    <a:pt x="2741" y="3520"/>
                    <a:pt x="3135" y="3126"/>
                  </a:cubicBezTo>
                  <a:cubicBezTo>
                    <a:pt x="4065" y="2206"/>
                    <a:pt x="3854" y="643"/>
                    <a:pt x="2714"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2" name="Google Shape;6892;p62"/>
            <p:cNvSpPr/>
            <p:nvPr/>
          </p:nvSpPr>
          <p:spPr>
            <a:xfrm>
              <a:off x="5905597" y="3551813"/>
              <a:ext cx="67334" cy="62513"/>
            </a:xfrm>
            <a:custGeom>
              <a:avLst/>
              <a:gdLst/>
              <a:ahLst/>
              <a:cxnLst/>
              <a:rect l="l" t="t" r="r" b="b"/>
              <a:pathLst>
                <a:path w="2570" h="2386" extrusionOk="0">
                  <a:moveTo>
                    <a:pt x="1286" y="1"/>
                  </a:moveTo>
                  <a:cubicBezTo>
                    <a:pt x="1146" y="1"/>
                    <a:pt x="1007" y="94"/>
                    <a:pt x="1007" y="281"/>
                  </a:cubicBezTo>
                  <a:lnTo>
                    <a:pt x="1007" y="914"/>
                  </a:lnTo>
                  <a:lnTo>
                    <a:pt x="375" y="914"/>
                  </a:lnTo>
                  <a:cubicBezTo>
                    <a:pt x="1" y="914"/>
                    <a:pt x="1" y="1479"/>
                    <a:pt x="375" y="1479"/>
                  </a:cubicBezTo>
                  <a:lnTo>
                    <a:pt x="1007" y="1479"/>
                  </a:lnTo>
                  <a:lnTo>
                    <a:pt x="1007" y="2112"/>
                  </a:lnTo>
                  <a:cubicBezTo>
                    <a:pt x="1007" y="2294"/>
                    <a:pt x="1149" y="2385"/>
                    <a:pt x="1290" y="2385"/>
                  </a:cubicBezTo>
                  <a:cubicBezTo>
                    <a:pt x="1431" y="2385"/>
                    <a:pt x="1573" y="2294"/>
                    <a:pt x="1573" y="2112"/>
                  </a:cubicBezTo>
                  <a:lnTo>
                    <a:pt x="1573" y="1479"/>
                  </a:lnTo>
                  <a:lnTo>
                    <a:pt x="2205" y="1479"/>
                  </a:lnTo>
                  <a:cubicBezTo>
                    <a:pt x="2570" y="1479"/>
                    <a:pt x="2570" y="914"/>
                    <a:pt x="2205" y="914"/>
                  </a:cubicBezTo>
                  <a:lnTo>
                    <a:pt x="1573" y="914"/>
                  </a:lnTo>
                  <a:lnTo>
                    <a:pt x="1573" y="281"/>
                  </a:lnTo>
                  <a:cubicBezTo>
                    <a:pt x="1568" y="94"/>
                    <a:pt x="1427" y="1"/>
                    <a:pt x="1286" y="1"/>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3" name="Google Shape;6893;p62"/>
            <p:cNvSpPr/>
            <p:nvPr/>
          </p:nvSpPr>
          <p:spPr>
            <a:xfrm>
              <a:off x="5887781" y="3355496"/>
              <a:ext cx="14593" cy="69089"/>
            </a:xfrm>
            <a:custGeom>
              <a:avLst/>
              <a:gdLst/>
              <a:ahLst/>
              <a:cxnLst/>
              <a:rect l="l" t="t" r="r" b="b"/>
              <a:pathLst>
                <a:path w="557" h="2637" extrusionOk="0">
                  <a:moveTo>
                    <a:pt x="0" y="0"/>
                  </a:moveTo>
                  <a:lnTo>
                    <a:pt x="0" y="2588"/>
                  </a:lnTo>
                  <a:cubicBezTo>
                    <a:pt x="0" y="2608"/>
                    <a:pt x="0" y="2617"/>
                    <a:pt x="0" y="2636"/>
                  </a:cubicBezTo>
                  <a:lnTo>
                    <a:pt x="556" y="2636"/>
                  </a:lnTo>
                  <a:cubicBezTo>
                    <a:pt x="556" y="2617"/>
                    <a:pt x="556" y="2608"/>
                    <a:pt x="556" y="2588"/>
                  </a:cubicBezTo>
                  <a:lnTo>
                    <a:pt x="556"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4" name="Google Shape;6894;p62"/>
            <p:cNvSpPr/>
            <p:nvPr/>
          </p:nvSpPr>
          <p:spPr>
            <a:xfrm>
              <a:off x="5931719" y="3355496"/>
              <a:ext cx="14855" cy="69089"/>
            </a:xfrm>
            <a:custGeom>
              <a:avLst/>
              <a:gdLst/>
              <a:ahLst/>
              <a:cxnLst/>
              <a:rect l="l" t="t" r="r" b="b"/>
              <a:pathLst>
                <a:path w="567" h="2637" extrusionOk="0">
                  <a:moveTo>
                    <a:pt x="1" y="0"/>
                  </a:moveTo>
                  <a:cubicBezTo>
                    <a:pt x="1" y="10"/>
                    <a:pt x="1" y="20"/>
                    <a:pt x="1" y="29"/>
                  </a:cubicBezTo>
                  <a:lnTo>
                    <a:pt x="1" y="2608"/>
                  </a:lnTo>
                  <a:cubicBezTo>
                    <a:pt x="1" y="2617"/>
                    <a:pt x="1" y="2627"/>
                    <a:pt x="1" y="2636"/>
                  </a:cubicBezTo>
                  <a:lnTo>
                    <a:pt x="566" y="2636"/>
                  </a:lnTo>
                  <a:cubicBezTo>
                    <a:pt x="566" y="2627"/>
                    <a:pt x="566" y="2617"/>
                    <a:pt x="566" y="2608"/>
                  </a:cubicBezTo>
                  <a:lnTo>
                    <a:pt x="566" y="29"/>
                  </a:lnTo>
                  <a:cubicBezTo>
                    <a:pt x="566" y="20"/>
                    <a:pt x="566" y="10"/>
                    <a:pt x="566" y="0"/>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5" name="Google Shape;6895;p62"/>
            <p:cNvSpPr/>
            <p:nvPr/>
          </p:nvSpPr>
          <p:spPr>
            <a:xfrm>
              <a:off x="5976416" y="3355496"/>
              <a:ext cx="14593" cy="69089"/>
            </a:xfrm>
            <a:custGeom>
              <a:avLst/>
              <a:gdLst/>
              <a:ahLst/>
              <a:cxnLst/>
              <a:rect l="l" t="t" r="r" b="b"/>
              <a:pathLst>
                <a:path w="557" h="2637" extrusionOk="0">
                  <a:moveTo>
                    <a:pt x="1" y="0"/>
                  </a:moveTo>
                  <a:lnTo>
                    <a:pt x="1" y="2588"/>
                  </a:lnTo>
                  <a:cubicBezTo>
                    <a:pt x="1" y="2608"/>
                    <a:pt x="1" y="2617"/>
                    <a:pt x="1" y="2636"/>
                  </a:cubicBezTo>
                  <a:lnTo>
                    <a:pt x="557" y="2636"/>
                  </a:lnTo>
                  <a:cubicBezTo>
                    <a:pt x="557" y="2617"/>
                    <a:pt x="557" y="2608"/>
                    <a:pt x="557" y="2588"/>
                  </a:cubicBezTo>
                  <a:lnTo>
                    <a:pt x="557"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96" name="Google Shape;6896;p62"/>
          <p:cNvGrpSpPr/>
          <p:nvPr/>
        </p:nvGrpSpPr>
        <p:grpSpPr>
          <a:xfrm>
            <a:off x="7524638" y="1320066"/>
            <a:ext cx="370520" cy="361586"/>
            <a:chOff x="7528713" y="1500641"/>
            <a:chExt cx="370520" cy="361586"/>
          </a:xfrm>
        </p:grpSpPr>
        <p:sp>
          <p:nvSpPr>
            <p:cNvPr id="6897" name="Google Shape;6897;p62"/>
            <p:cNvSpPr/>
            <p:nvPr/>
          </p:nvSpPr>
          <p:spPr>
            <a:xfrm>
              <a:off x="7684158" y="1587809"/>
              <a:ext cx="121070" cy="119603"/>
            </a:xfrm>
            <a:custGeom>
              <a:avLst/>
              <a:gdLst/>
              <a:ahLst/>
              <a:cxnLst/>
              <a:rect l="l" t="t" r="r" b="b"/>
              <a:pathLst>
                <a:path w="4621" h="4565" extrusionOk="0">
                  <a:moveTo>
                    <a:pt x="796" y="1"/>
                  </a:moveTo>
                  <a:cubicBezTo>
                    <a:pt x="717" y="1"/>
                    <a:pt x="638" y="32"/>
                    <a:pt x="576" y="94"/>
                  </a:cubicBezTo>
                  <a:lnTo>
                    <a:pt x="125" y="544"/>
                  </a:lnTo>
                  <a:cubicBezTo>
                    <a:pt x="1" y="669"/>
                    <a:pt x="1" y="861"/>
                    <a:pt x="125" y="985"/>
                  </a:cubicBezTo>
                  <a:lnTo>
                    <a:pt x="3605" y="4474"/>
                  </a:lnTo>
                  <a:cubicBezTo>
                    <a:pt x="3666" y="4536"/>
                    <a:pt x="3745" y="4564"/>
                    <a:pt x="3824" y="4564"/>
                  </a:cubicBezTo>
                  <a:cubicBezTo>
                    <a:pt x="3906" y="4564"/>
                    <a:pt x="3987" y="4533"/>
                    <a:pt x="4046" y="4474"/>
                  </a:cubicBezTo>
                  <a:lnTo>
                    <a:pt x="4496" y="4014"/>
                  </a:lnTo>
                  <a:cubicBezTo>
                    <a:pt x="4621" y="3899"/>
                    <a:pt x="4621" y="3698"/>
                    <a:pt x="4496" y="3583"/>
                  </a:cubicBezTo>
                  <a:lnTo>
                    <a:pt x="1017" y="94"/>
                  </a:lnTo>
                  <a:cubicBezTo>
                    <a:pt x="954" y="32"/>
                    <a:pt x="875" y="1"/>
                    <a:pt x="796" y="1"/>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8" name="Google Shape;6898;p62"/>
            <p:cNvSpPr/>
            <p:nvPr/>
          </p:nvSpPr>
          <p:spPr>
            <a:xfrm>
              <a:off x="7750208" y="1653282"/>
              <a:ext cx="54784" cy="53972"/>
            </a:xfrm>
            <a:custGeom>
              <a:avLst/>
              <a:gdLst/>
              <a:ahLst/>
              <a:cxnLst/>
              <a:rect l="l" t="t" r="r" b="b"/>
              <a:pathLst>
                <a:path w="2091" h="2060" extrusionOk="0">
                  <a:moveTo>
                    <a:pt x="902" y="1"/>
                  </a:moveTo>
                  <a:lnTo>
                    <a:pt x="904" y="3"/>
                  </a:lnTo>
                  <a:lnTo>
                    <a:pt x="904" y="3"/>
                  </a:lnTo>
                  <a:cubicBezTo>
                    <a:pt x="903" y="2"/>
                    <a:pt x="902" y="2"/>
                    <a:pt x="902" y="1"/>
                  </a:cubicBezTo>
                  <a:close/>
                  <a:moveTo>
                    <a:pt x="904" y="3"/>
                  </a:moveTo>
                  <a:cubicBezTo>
                    <a:pt x="1026" y="128"/>
                    <a:pt x="1025" y="327"/>
                    <a:pt x="902" y="451"/>
                  </a:cubicBezTo>
                  <a:lnTo>
                    <a:pt x="451" y="892"/>
                  </a:lnTo>
                  <a:cubicBezTo>
                    <a:pt x="389" y="955"/>
                    <a:pt x="307" y="986"/>
                    <a:pt x="226" y="986"/>
                  </a:cubicBezTo>
                  <a:cubicBezTo>
                    <a:pt x="144" y="986"/>
                    <a:pt x="63" y="955"/>
                    <a:pt x="1" y="892"/>
                  </a:cubicBezTo>
                  <a:lnTo>
                    <a:pt x="1" y="892"/>
                  </a:lnTo>
                  <a:lnTo>
                    <a:pt x="1074" y="1966"/>
                  </a:lnTo>
                  <a:cubicBezTo>
                    <a:pt x="1136" y="2028"/>
                    <a:pt x="1218" y="2059"/>
                    <a:pt x="1299" y="2059"/>
                  </a:cubicBezTo>
                  <a:cubicBezTo>
                    <a:pt x="1381" y="2059"/>
                    <a:pt x="1462" y="2028"/>
                    <a:pt x="1525" y="1966"/>
                  </a:cubicBezTo>
                  <a:lnTo>
                    <a:pt x="1965" y="1525"/>
                  </a:lnTo>
                  <a:cubicBezTo>
                    <a:pt x="2090" y="1400"/>
                    <a:pt x="2090" y="1209"/>
                    <a:pt x="1975" y="1084"/>
                  </a:cubicBezTo>
                  <a:lnTo>
                    <a:pt x="904" y="3"/>
                  </a:ln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9" name="Google Shape;6899;p62"/>
            <p:cNvSpPr/>
            <p:nvPr/>
          </p:nvSpPr>
          <p:spPr>
            <a:xfrm>
              <a:off x="7735143" y="1500641"/>
              <a:ext cx="164091" cy="156702"/>
            </a:xfrm>
            <a:custGeom>
              <a:avLst/>
              <a:gdLst/>
              <a:ahLst/>
              <a:cxnLst/>
              <a:rect l="l" t="t" r="r" b="b"/>
              <a:pathLst>
                <a:path w="6263" h="5981" extrusionOk="0">
                  <a:moveTo>
                    <a:pt x="5229" y="0"/>
                  </a:moveTo>
                  <a:cubicBezTo>
                    <a:pt x="5065" y="0"/>
                    <a:pt x="4893" y="60"/>
                    <a:pt x="4736" y="200"/>
                  </a:cubicBezTo>
                  <a:lnTo>
                    <a:pt x="0" y="4360"/>
                  </a:lnTo>
                  <a:lnTo>
                    <a:pt x="1620" y="5980"/>
                  </a:lnTo>
                  <a:lnTo>
                    <a:pt x="5780" y="1245"/>
                  </a:lnTo>
                  <a:cubicBezTo>
                    <a:pt x="6263" y="703"/>
                    <a:pt x="5791" y="0"/>
                    <a:pt x="5229" y="0"/>
                  </a:cubicBezTo>
                  <a:close/>
                </a:path>
              </a:pathLst>
            </a:custGeom>
            <a:solidFill>
              <a:srgbClr val="EE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0" name="Google Shape;6900;p62"/>
            <p:cNvSpPr/>
            <p:nvPr/>
          </p:nvSpPr>
          <p:spPr>
            <a:xfrm>
              <a:off x="7735143" y="1500641"/>
              <a:ext cx="164091" cy="156702"/>
            </a:xfrm>
            <a:custGeom>
              <a:avLst/>
              <a:gdLst/>
              <a:ahLst/>
              <a:cxnLst/>
              <a:rect l="l" t="t" r="r" b="b"/>
              <a:pathLst>
                <a:path w="6263" h="5981" extrusionOk="0">
                  <a:moveTo>
                    <a:pt x="5229" y="0"/>
                  </a:moveTo>
                  <a:cubicBezTo>
                    <a:pt x="5065" y="0"/>
                    <a:pt x="4893" y="60"/>
                    <a:pt x="4736" y="200"/>
                  </a:cubicBezTo>
                  <a:lnTo>
                    <a:pt x="0" y="4360"/>
                  </a:lnTo>
                  <a:lnTo>
                    <a:pt x="1620" y="5980"/>
                  </a:lnTo>
                  <a:lnTo>
                    <a:pt x="5780" y="1245"/>
                  </a:lnTo>
                  <a:cubicBezTo>
                    <a:pt x="6263" y="703"/>
                    <a:pt x="5791" y="0"/>
                    <a:pt x="5229" y="0"/>
                  </a:cubicBezTo>
                  <a:close/>
                </a:path>
              </a:pathLst>
            </a:custGeom>
            <a:solidFill>
              <a:srgbClr val="EE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1" name="Google Shape;6901;p62"/>
            <p:cNvSpPr/>
            <p:nvPr/>
          </p:nvSpPr>
          <p:spPr>
            <a:xfrm>
              <a:off x="7764775" y="1501846"/>
              <a:ext cx="128616" cy="155497"/>
            </a:xfrm>
            <a:custGeom>
              <a:avLst/>
              <a:gdLst/>
              <a:ahLst/>
              <a:cxnLst/>
              <a:rect l="l" t="t" r="r" b="b"/>
              <a:pathLst>
                <a:path w="4909" h="5935" extrusionOk="0">
                  <a:moveTo>
                    <a:pt x="4314" y="1"/>
                  </a:moveTo>
                  <a:lnTo>
                    <a:pt x="4314" y="1"/>
                  </a:lnTo>
                  <a:cubicBezTo>
                    <a:pt x="4391" y="250"/>
                    <a:pt x="4333" y="519"/>
                    <a:pt x="4160" y="710"/>
                  </a:cubicBezTo>
                  <a:lnTo>
                    <a:pt x="0" y="5445"/>
                  </a:lnTo>
                  <a:lnTo>
                    <a:pt x="489" y="5934"/>
                  </a:lnTo>
                  <a:lnTo>
                    <a:pt x="4649" y="1199"/>
                  </a:lnTo>
                  <a:cubicBezTo>
                    <a:pt x="4908" y="902"/>
                    <a:pt x="4899" y="461"/>
                    <a:pt x="4621" y="183"/>
                  </a:cubicBezTo>
                  <a:cubicBezTo>
                    <a:pt x="4534" y="97"/>
                    <a:pt x="4429" y="30"/>
                    <a:pt x="4314" y="1"/>
                  </a:cubicBezTo>
                  <a:close/>
                </a:path>
              </a:pathLst>
            </a:custGeom>
            <a:solidFill>
              <a:srgbClr val="DDE2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2" name="Google Shape;6902;p62"/>
            <p:cNvSpPr/>
            <p:nvPr/>
          </p:nvSpPr>
          <p:spPr>
            <a:xfrm>
              <a:off x="7528713" y="1618279"/>
              <a:ext cx="252673" cy="243948"/>
            </a:xfrm>
            <a:custGeom>
              <a:avLst/>
              <a:gdLst/>
              <a:ahLst/>
              <a:cxnLst/>
              <a:rect l="l" t="t" r="r" b="b"/>
              <a:pathLst>
                <a:path w="9644" h="9311" extrusionOk="0">
                  <a:moveTo>
                    <a:pt x="5258" y="1"/>
                  </a:moveTo>
                  <a:cubicBezTo>
                    <a:pt x="3986" y="1"/>
                    <a:pt x="2655" y="522"/>
                    <a:pt x="1620" y="1557"/>
                  </a:cubicBezTo>
                  <a:cubicBezTo>
                    <a:pt x="527" y="2660"/>
                    <a:pt x="0" y="4078"/>
                    <a:pt x="67" y="5420"/>
                  </a:cubicBezTo>
                  <a:cubicBezTo>
                    <a:pt x="86" y="5938"/>
                    <a:pt x="307" y="6417"/>
                    <a:pt x="671" y="6781"/>
                  </a:cubicBezTo>
                  <a:lnTo>
                    <a:pt x="2588" y="8698"/>
                  </a:lnTo>
                  <a:cubicBezTo>
                    <a:pt x="2952" y="9063"/>
                    <a:pt x="3432" y="9283"/>
                    <a:pt x="3949" y="9302"/>
                  </a:cubicBezTo>
                  <a:cubicBezTo>
                    <a:pt x="4027" y="9308"/>
                    <a:pt x="4105" y="9310"/>
                    <a:pt x="4182" y="9310"/>
                  </a:cubicBezTo>
                  <a:cubicBezTo>
                    <a:pt x="4382" y="9310"/>
                    <a:pt x="4580" y="9294"/>
                    <a:pt x="4774" y="9274"/>
                  </a:cubicBezTo>
                  <a:lnTo>
                    <a:pt x="5723" y="9053"/>
                  </a:lnTo>
                  <a:cubicBezTo>
                    <a:pt x="6509" y="8785"/>
                    <a:pt x="7228" y="8334"/>
                    <a:pt x="7812" y="7749"/>
                  </a:cubicBezTo>
                  <a:cubicBezTo>
                    <a:pt x="9154" y="6408"/>
                    <a:pt x="9643" y="4567"/>
                    <a:pt x="9231" y="3005"/>
                  </a:cubicBezTo>
                  <a:lnTo>
                    <a:pt x="6365" y="139"/>
                  </a:lnTo>
                  <a:cubicBezTo>
                    <a:pt x="6007" y="47"/>
                    <a:pt x="5635" y="1"/>
                    <a:pt x="5258" y="1"/>
                  </a:cubicBezTo>
                  <a:close/>
                </a:path>
              </a:pathLst>
            </a:custGeom>
            <a:solidFill>
              <a:srgbClr val="A3B2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3" name="Google Shape;6903;p62"/>
            <p:cNvSpPr/>
            <p:nvPr/>
          </p:nvSpPr>
          <p:spPr>
            <a:xfrm>
              <a:off x="7570136" y="1670627"/>
              <a:ext cx="211251" cy="191574"/>
            </a:xfrm>
            <a:custGeom>
              <a:avLst/>
              <a:gdLst/>
              <a:ahLst/>
              <a:cxnLst/>
              <a:rect l="l" t="t" r="r" b="b"/>
              <a:pathLst>
                <a:path w="8063" h="7312" extrusionOk="0">
                  <a:moveTo>
                    <a:pt x="6643" y="0"/>
                  </a:moveTo>
                  <a:cubicBezTo>
                    <a:pt x="7056" y="1572"/>
                    <a:pt x="6567" y="3413"/>
                    <a:pt x="5225" y="4745"/>
                  </a:cubicBezTo>
                  <a:cubicBezTo>
                    <a:pt x="4640" y="5339"/>
                    <a:pt x="3921" y="5780"/>
                    <a:pt x="3135" y="6049"/>
                  </a:cubicBezTo>
                  <a:lnTo>
                    <a:pt x="2196" y="6269"/>
                  </a:lnTo>
                  <a:cubicBezTo>
                    <a:pt x="1995" y="6290"/>
                    <a:pt x="1795" y="6306"/>
                    <a:pt x="1595" y="6306"/>
                  </a:cubicBezTo>
                  <a:cubicBezTo>
                    <a:pt x="1517" y="6306"/>
                    <a:pt x="1440" y="6303"/>
                    <a:pt x="1362" y="6298"/>
                  </a:cubicBezTo>
                  <a:cubicBezTo>
                    <a:pt x="854" y="6279"/>
                    <a:pt x="365" y="6058"/>
                    <a:pt x="1" y="5694"/>
                  </a:cubicBezTo>
                  <a:lnTo>
                    <a:pt x="1" y="5694"/>
                  </a:lnTo>
                  <a:lnTo>
                    <a:pt x="1007" y="6700"/>
                  </a:lnTo>
                  <a:cubicBezTo>
                    <a:pt x="1371" y="7065"/>
                    <a:pt x="1851" y="7276"/>
                    <a:pt x="2368" y="7304"/>
                  </a:cubicBezTo>
                  <a:cubicBezTo>
                    <a:pt x="2443" y="7309"/>
                    <a:pt x="2517" y="7312"/>
                    <a:pt x="2592" y="7312"/>
                  </a:cubicBezTo>
                  <a:cubicBezTo>
                    <a:pt x="2795" y="7312"/>
                    <a:pt x="2999" y="7294"/>
                    <a:pt x="3202" y="7266"/>
                  </a:cubicBezTo>
                  <a:lnTo>
                    <a:pt x="4142" y="7055"/>
                  </a:lnTo>
                  <a:cubicBezTo>
                    <a:pt x="4928" y="6787"/>
                    <a:pt x="5637" y="6336"/>
                    <a:pt x="6231" y="5751"/>
                  </a:cubicBezTo>
                  <a:cubicBezTo>
                    <a:pt x="7564" y="4419"/>
                    <a:pt x="8062" y="2579"/>
                    <a:pt x="7650" y="1007"/>
                  </a:cubicBezTo>
                  <a:lnTo>
                    <a:pt x="6643" y="0"/>
                  </a:lnTo>
                  <a:close/>
                </a:path>
              </a:pathLst>
            </a:custGeom>
            <a:solidFill>
              <a:srgbClr val="8DA0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04" name="Google Shape;6904;p62"/>
          <p:cNvGrpSpPr/>
          <p:nvPr/>
        </p:nvGrpSpPr>
        <p:grpSpPr>
          <a:xfrm>
            <a:off x="5313123" y="3174921"/>
            <a:ext cx="367429" cy="362163"/>
            <a:chOff x="5317198" y="3355496"/>
            <a:chExt cx="367429" cy="362163"/>
          </a:xfrm>
        </p:grpSpPr>
        <p:sp>
          <p:nvSpPr>
            <p:cNvPr id="6905" name="Google Shape;6905;p62"/>
            <p:cNvSpPr/>
            <p:nvPr/>
          </p:nvSpPr>
          <p:spPr>
            <a:xfrm>
              <a:off x="5378715" y="3535883"/>
              <a:ext cx="256184" cy="181776"/>
            </a:xfrm>
            <a:custGeom>
              <a:avLst/>
              <a:gdLst/>
              <a:ahLst/>
              <a:cxnLst/>
              <a:rect l="l" t="t" r="r" b="b"/>
              <a:pathLst>
                <a:path w="9778" h="6938" extrusionOk="0">
                  <a:moveTo>
                    <a:pt x="202" y="0"/>
                  </a:moveTo>
                  <a:cubicBezTo>
                    <a:pt x="101" y="0"/>
                    <a:pt x="1" y="70"/>
                    <a:pt x="1" y="209"/>
                  </a:cubicBezTo>
                  <a:lnTo>
                    <a:pt x="1" y="4637"/>
                  </a:lnTo>
                  <a:cubicBezTo>
                    <a:pt x="1" y="5902"/>
                    <a:pt x="1026" y="6928"/>
                    <a:pt x="2292" y="6937"/>
                  </a:cubicBezTo>
                  <a:lnTo>
                    <a:pt x="7477" y="6937"/>
                  </a:lnTo>
                  <a:cubicBezTo>
                    <a:pt x="8752" y="6928"/>
                    <a:pt x="9778" y="5902"/>
                    <a:pt x="9778" y="4637"/>
                  </a:cubicBezTo>
                  <a:lnTo>
                    <a:pt x="9778" y="496"/>
                  </a:lnTo>
                  <a:cubicBezTo>
                    <a:pt x="9778" y="357"/>
                    <a:pt x="9675" y="288"/>
                    <a:pt x="9572" y="288"/>
                  </a:cubicBezTo>
                  <a:cubicBezTo>
                    <a:pt x="9469" y="288"/>
                    <a:pt x="9366" y="357"/>
                    <a:pt x="9366" y="496"/>
                  </a:cubicBezTo>
                  <a:lnTo>
                    <a:pt x="9366" y="4637"/>
                  </a:lnTo>
                  <a:cubicBezTo>
                    <a:pt x="9366" y="5682"/>
                    <a:pt x="8522" y="6525"/>
                    <a:pt x="7487" y="6525"/>
                  </a:cubicBezTo>
                  <a:lnTo>
                    <a:pt x="2292" y="6525"/>
                  </a:lnTo>
                  <a:cubicBezTo>
                    <a:pt x="1247" y="6525"/>
                    <a:pt x="403" y="5682"/>
                    <a:pt x="403" y="4637"/>
                  </a:cubicBezTo>
                  <a:lnTo>
                    <a:pt x="403" y="209"/>
                  </a:lnTo>
                  <a:cubicBezTo>
                    <a:pt x="403" y="70"/>
                    <a:pt x="303" y="0"/>
                    <a:pt x="202"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6" name="Google Shape;6906;p62"/>
            <p:cNvSpPr/>
            <p:nvPr/>
          </p:nvSpPr>
          <p:spPr>
            <a:xfrm>
              <a:off x="5455822" y="3438419"/>
              <a:ext cx="112031" cy="218220"/>
            </a:xfrm>
            <a:custGeom>
              <a:avLst/>
              <a:gdLst/>
              <a:ahLst/>
              <a:cxnLst/>
              <a:rect l="l" t="t" r="r" b="b"/>
              <a:pathLst>
                <a:path w="4276" h="8329" extrusionOk="0">
                  <a:moveTo>
                    <a:pt x="4069" y="1"/>
                  </a:moveTo>
                  <a:cubicBezTo>
                    <a:pt x="3966" y="1"/>
                    <a:pt x="3863" y="70"/>
                    <a:pt x="3863" y="209"/>
                  </a:cubicBezTo>
                  <a:lnTo>
                    <a:pt x="3863" y="6727"/>
                  </a:lnTo>
                  <a:cubicBezTo>
                    <a:pt x="3863" y="7389"/>
                    <a:pt x="3336" y="7916"/>
                    <a:pt x="2675" y="7916"/>
                  </a:cubicBezTo>
                  <a:lnTo>
                    <a:pt x="1601" y="7916"/>
                  </a:lnTo>
                  <a:cubicBezTo>
                    <a:pt x="940" y="7916"/>
                    <a:pt x="413" y="7389"/>
                    <a:pt x="413" y="6727"/>
                  </a:cubicBezTo>
                  <a:lnTo>
                    <a:pt x="413" y="3775"/>
                  </a:lnTo>
                  <a:cubicBezTo>
                    <a:pt x="413" y="3636"/>
                    <a:pt x="309" y="3567"/>
                    <a:pt x="206" y="3567"/>
                  </a:cubicBezTo>
                  <a:cubicBezTo>
                    <a:pt x="103" y="3567"/>
                    <a:pt x="0" y="3636"/>
                    <a:pt x="0" y="3775"/>
                  </a:cubicBezTo>
                  <a:lnTo>
                    <a:pt x="0" y="6727"/>
                  </a:lnTo>
                  <a:cubicBezTo>
                    <a:pt x="0" y="7609"/>
                    <a:pt x="719" y="8319"/>
                    <a:pt x="1592" y="8328"/>
                  </a:cubicBezTo>
                  <a:lnTo>
                    <a:pt x="2675" y="8328"/>
                  </a:lnTo>
                  <a:cubicBezTo>
                    <a:pt x="3557" y="8328"/>
                    <a:pt x="4266" y="7619"/>
                    <a:pt x="4275" y="6737"/>
                  </a:cubicBezTo>
                  <a:lnTo>
                    <a:pt x="4275" y="209"/>
                  </a:lnTo>
                  <a:cubicBezTo>
                    <a:pt x="4275" y="70"/>
                    <a:pt x="4172" y="1"/>
                    <a:pt x="4069"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7" name="Google Shape;6907;p62"/>
            <p:cNvSpPr/>
            <p:nvPr/>
          </p:nvSpPr>
          <p:spPr>
            <a:xfrm>
              <a:off x="5448276" y="3359505"/>
              <a:ext cx="59815" cy="185129"/>
            </a:xfrm>
            <a:custGeom>
              <a:avLst/>
              <a:gdLst/>
              <a:ahLst/>
              <a:cxnLst/>
              <a:rect l="l" t="t" r="r" b="b"/>
              <a:pathLst>
                <a:path w="2283" h="7066" extrusionOk="0">
                  <a:moveTo>
                    <a:pt x="1" y="1"/>
                  </a:moveTo>
                  <a:cubicBezTo>
                    <a:pt x="116" y="106"/>
                    <a:pt x="183" y="260"/>
                    <a:pt x="183" y="423"/>
                  </a:cubicBezTo>
                  <a:lnTo>
                    <a:pt x="183" y="6653"/>
                  </a:lnTo>
                  <a:cubicBezTo>
                    <a:pt x="183" y="6806"/>
                    <a:pt x="116" y="6960"/>
                    <a:pt x="1" y="7065"/>
                  </a:cubicBezTo>
                  <a:lnTo>
                    <a:pt x="1084" y="7065"/>
                  </a:lnTo>
                  <a:cubicBezTo>
                    <a:pt x="1745" y="7065"/>
                    <a:pt x="2282" y="6528"/>
                    <a:pt x="2282" y="5867"/>
                  </a:cubicBezTo>
                  <a:lnTo>
                    <a:pt x="2282" y="1199"/>
                  </a:lnTo>
                  <a:cubicBezTo>
                    <a:pt x="2282" y="538"/>
                    <a:pt x="1745" y="1"/>
                    <a:pt x="1084" y="1"/>
                  </a:cubicBezTo>
                  <a:close/>
                </a:path>
              </a:pathLst>
            </a:custGeom>
            <a:solidFill>
              <a:srgbClr val="61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8" name="Google Shape;6908;p62"/>
            <p:cNvSpPr/>
            <p:nvPr/>
          </p:nvSpPr>
          <p:spPr>
            <a:xfrm>
              <a:off x="5448276" y="3359505"/>
              <a:ext cx="21877" cy="185129"/>
            </a:xfrm>
            <a:custGeom>
              <a:avLst/>
              <a:gdLst/>
              <a:ahLst/>
              <a:cxnLst/>
              <a:rect l="l" t="t" r="r" b="b"/>
              <a:pathLst>
                <a:path w="835" h="7066" extrusionOk="0">
                  <a:moveTo>
                    <a:pt x="1" y="1"/>
                  </a:moveTo>
                  <a:cubicBezTo>
                    <a:pt x="116" y="116"/>
                    <a:pt x="183" y="260"/>
                    <a:pt x="183" y="423"/>
                  </a:cubicBezTo>
                  <a:lnTo>
                    <a:pt x="183" y="6653"/>
                  </a:lnTo>
                  <a:cubicBezTo>
                    <a:pt x="183" y="6806"/>
                    <a:pt x="116" y="6960"/>
                    <a:pt x="1" y="7065"/>
                  </a:cubicBezTo>
                  <a:lnTo>
                    <a:pt x="653" y="7065"/>
                  </a:lnTo>
                  <a:cubicBezTo>
                    <a:pt x="768" y="6960"/>
                    <a:pt x="835" y="6806"/>
                    <a:pt x="835" y="6653"/>
                  </a:cubicBezTo>
                  <a:lnTo>
                    <a:pt x="835" y="423"/>
                  </a:lnTo>
                  <a:cubicBezTo>
                    <a:pt x="835" y="260"/>
                    <a:pt x="768" y="106"/>
                    <a:pt x="653"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09" name="Google Shape;6909;p62"/>
            <p:cNvSpPr/>
            <p:nvPr/>
          </p:nvSpPr>
          <p:spPr>
            <a:xfrm>
              <a:off x="5529653" y="3432839"/>
              <a:ext cx="67570" cy="21379"/>
            </a:xfrm>
            <a:custGeom>
              <a:avLst/>
              <a:gdLst/>
              <a:ahLst/>
              <a:cxnLst/>
              <a:rect l="l" t="t" r="r" b="b"/>
              <a:pathLst>
                <a:path w="2579" h="816" extrusionOk="0">
                  <a:moveTo>
                    <a:pt x="355" y="1"/>
                  </a:moveTo>
                  <a:cubicBezTo>
                    <a:pt x="163" y="1"/>
                    <a:pt x="0" y="154"/>
                    <a:pt x="0" y="346"/>
                  </a:cubicBezTo>
                  <a:lnTo>
                    <a:pt x="0" y="470"/>
                  </a:lnTo>
                  <a:cubicBezTo>
                    <a:pt x="0" y="662"/>
                    <a:pt x="163" y="815"/>
                    <a:pt x="355" y="815"/>
                  </a:cubicBezTo>
                  <a:lnTo>
                    <a:pt x="2234" y="815"/>
                  </a:lnTo>
                  <a:cubicBezTo>
                    <a:pt x="2426" y="815"/>
                    <a:pt x="2579" y="662"/>
                    <a:pt x="2579" y="470"/>
                  </a:cubicBezTo>
                  <a:lnTo>
                    <a:pt x="2579" y="346"/>
                  </a:lnTo>
                  <a:cubicBezTo>
                    <a:pt x="2579" y="154"/>
                    <a:pt x="2426" y="1"/>
                    <a:pt x="2234" y="1"/>
                  </a:cubicBezTo>
                  <a:close/>
                </a:path>
              </a:pathLst>
            </a:custGeom>
            <a:solidFill>
              <a:srgbClr val="61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0" name="Google Shape;6910;p62"/>
            <p:cNvSpPr/>
            <p:nvPr/>
          </p:nvSpPr>
          <p:spPr>
            <a:xfrm>
              <a:off x="5571102" y="3432839"/>
              <a:ext cx="26383" cy="21877"/>
            </a:xfrm>
            <a:custGeom>
              <a:avLst/>
              <a:gdLst/>
              <a:ahLst/>
              <a:cxnLst/>
              <a:rect l="l" t="t" r="r" b="b"/>
              <a:pathLst>
                <a:path w="1007" h="835" extrusionOk="0">
                  <a:moveTo>
                    <a:pt x="0" y="1"/>
                  </a:moveTo>
                  <a:cubicBezTo>
                    <a:pt x="201" y="1"/>
                    <a:pt x="364" y="164"/>
                    <a:pt x="364" y="365"/>
                  </a:cubicBezTo>
                  <a:lnTo>
                    <a:pt x="364" y="470"/>
                  </a:lnTo>
                  <a:cubicBezTo>
                    <a:pt x="364" y="672"/>
                    <a:pt x="201" y="835"/>
                    <a:pt x="0" y="835"/>
                  </a:cubicBezTo>
                  <a:lnTo>
                    <a:pt x="652" y="835"/>
                  </a:lnTo>
                  <a:cubicBezTo>
                    <a:pt x="844" y="835"/>
                    <a:pt x="1007" y="672"/>
                    <a:pt x="1007" y="470"/>
                  </a:cubicBezTo>
                  <a:lnTo>
                    <a:pt x="1007" y="365"/>
                  </a:lnTo>
                  <a:cubicBezTo>
                    <a:pt x="1007" y="164"/>
                    <a:pt x="844" y="1"/>
                    <a:pt x="652"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1" name="Google Shape;6911;p62"/>
            <p:cNvSpPr/>
            <p:nvPr/>
          </p:nvSpPr>
          <p:spPr>
            <a:xfrm>
              <a:off x="5596699" y="3538058"/>
              <a:ext cx="67832" cy="21405"/>
            </a:xfrm>
            <a:custGeom>
              <a:avLst/>
              <a:gdLst/>
              <a:ahLst/>
              <a:cxnLst/>
              <a:rect l="l" t="t" r="r" b="b"/>
              <a:pathLst>
                <a:path w="2589" h="817" extrusionOk="0">
                  <a:moveTo>
                    <a:pt x="2250" y="1"/>
                  </a:moveTo>
                  <a:cubicBezTo>
                    <a:pt x="2245" y="1"/>
                    <a:pt x="2240" y="1"/>
                    <a:pt x="2234" y="1"/>
                  </a:cubicBezTo>
                  <a:lnTo>
                    <a:pt x="355" y="1"/>
                  </a:lnTo>
                  <a:cubicBezTo>
                    <a:pt x="164" y="1"/>
                    <a:pt x="1" y="154"/>
                    <a:pt x="1" y="346"/>
                  </a:cubicBezTo>
                  <a:lnTo>
                    <a:pt x="1" y="471"/>
                  </a:lnTo>
                  <a:cubicBezTo>
                    <a:pt x="1" y="662"/>
                    <a:pt x="164" y="816"/>
                    <a:pt x="355" y="816"/>
                  </a:cubicBezTo>
                  <a:lnTo>
                    <a:pt x="2234" y="816"/>
                  </a:lnTo>
                  <a:cubicBezTo>
                    <a:pt x="2240" y="816"/>
                    <a:pt x="2246" y="816"/>
                    <a:pt x="2251" y="816"/>
                  </a:cubicBezTo>
                  <a:cubicBezTo>
                    <a:pt x="2435" y="816"/>
                    <a:pt x="2589" y="666"/>
                    <a:pt x="2589" y="480"/>
                  </a:cubicBezTo>
                  <a:lnTo>
                    <a:pt x="2589" y="356"/>
                  </a:lnTo>
                  <a:cubicBezTo>
                    <a:pt x="2589" y="160"/>
                    <a:pt x="2435" y="1"/>
                    <a:pt x="2250" y="1"/>
                  </a:cubicBezTo>
                  <a:close/>
                </a:path>
              </a:pathLst>
            </a:custGeom>
            <a:solidFill>
              <a:srgbClr val="61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2" name="Google Shape;6912;p62"/>
            <p:cNvSpPr/>
            <p:nvPr/>
          </p:nvSpPr>
          <p:spPr>
            <a:xfrm>
              <a:off x="5639903" y="3538058"/>
              <a:ext cx="24628" cy="21641"/>
            </a:xfrm>
            <a:custGeom>
              <a:avLst/>
              <a:gdLst/>
              <a:ahLst/>
              <a:cxnLst/>
              <a:rect l="l" t="t" r="r" b="b"/>
              <a:pathLst>
                <a:path w="940" h="826" extrusionOk="0">
                  <a:moveTo>
                    <a:pt x="0" y="1"/>
                  </a:moveTo>
                  <a:cubicBezTo>
                    <a:pt x="192" y="1"/>
                    <a:pt x="355" y="154"/>
                    <a:pt x="355" y="356"/>
                  </a:cubicBezTo>
                  <a:lnTo>
                    <a:pt x="355" y="461"/>
                  </a:lnTo>
                  <a:cubicBezTo>
                    <a:pt x="355" y="662"/>
                    <a:pt x="192" y="825"/>
                    <a:pt x="0" y="825"/>
                  </a:cubicBezTo>
                  <a:lnTo>
                    <a:pt x="585" y="825"/>
                  </a:lnTo>
                  <a:cubicBezTo>
                    <a:pt x="777" y="825"/>
                    <a:pt x="940" y="662"/>
                    <a:pt x="940" y="461"/>
                  </a:cubicBezTo>
                  <a:lnTo>
                    <a:pt x="940" y="356"/>
                  </a:lnTo>
                  <a:cubicBezTo>
                    <a:pt x="940" y="154"/>
                    <a:pt x="777" y="1"/>
                    <a:pt x="585"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3" name="Google Shape;6913;p62"/>
            <p:cNvSpPr/>
            <p:nvPr/>
          </p:nvSpPr>
          <p:spPr>
            <a:xfrm>
              <a:off x="5576604" y="3470514"/>
              <a:ext cx="108023" cy="68592"/>
            </a:xfrm>
            <a:custGeom>
              <a:avLst/>
              <a:gdLst/>
              <a:ahLst/>
              <a:cxnLst/>
              <a:rect l="l" t="t" r="r" b="b"/>
              <a:pathLst>
                <a:path w="4123" h="2618" extrusionOk="0">
                  <a:moveTo>
                    <a:pt x="2062" y="0"/>
                  </a:moveTo>
                  <a:cubicBezTo>
                    <a:pt x="701" y="0"/>
                    <a:pt x="1" y="1640"/>
                    <a:pt x="959" y="2617"/>
                  </a:cubicBezTo>
                  <a:cubicBezTo>
                    <a:pt x="1007" y="2589"/>
                    <a:pt x="1065" y="2579"/>
                    <a:pt x="1132" y="2579"/>
                  </a:cubicBezTo>
                  <a:lnTo>
                    <a:pt x="3001" y="2579"/>
                  </a:lnTo>
                  <a:cubicBezTo>
                    <a:pt x="3059" y="2579"/>
                    <a:pt x="3116" y="2589"/>
                    <a:pt x="3164" y="2617"/>
                  </a:cubicBezTo>
                  <a:cubicBezTo>
                    <a:pt x="4123" y="1640"/>
                    <a:pt x="3423" y="0"/>
                    <a:pt x="2062" y="0"/>
                  </a:cubicBez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4" name="Google Shape;6914;p62"/>
            <p:cNvSpPr/>
            <p:nvPr/>
          </p:nvSpPr>
          <p:spPr>
            <a:xfrm>
              <a:off x="5600734" y="3538058"/>
              <a:ext cx="5528" cy="1284"/>
            </a:xfrm>
            <a:custGeom>
              <a:avLst/>
              <a:gdLst/>
              <a:ahLst/>
              <a:cxnLst/>
              <a:rect l="l" t="t" r="r" b="b"/>
              <a:pathLst>
                <a:path w="211" h="49" extrusionOk="0">
                  <a:moveTo>
                    <a:pt x="0" y="1"/>
                  </a:moveTo>
                  <a:cubicBezTo>
                    <a:pt x="10" y="20"/>
                    <a:pt x="29" y="30"/>
                    <a:pt x="38" y="49"/>
                  </a:cubicBezTo>
                  <a:cubicBezTo>
                    <a:pt x="86" y="20"/>
                    <a:pt x="153" y="1"/>
                    <a:pt x="211" y="1"/>
                  </a:cubicBezTo>
                  <a:close/>
                </a:path>
              </a:pathLst>
            </a:custGeom>
            <a:solidFill>
              <a:srgbClr val="CAD3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5" name="Google Shape;6915;p62"/>
            <p:cNvSpPr/>
            <p:nvPr/>
          </p:nvSpPr>
          <p:spPr>
            <a:xfrm>
              <a:off x="5621327" y="3470776"/>
              <a:ext cx="63299" cy="68565"/>
            </a:xfrm>
            <a:custGeom>
              <a:avLst/>
              <a:gdLst/>
              <a:ahLst/>
              <a:cxnLst/>
              <a:rect l="l" t="t" r="r" b="b"/>
              <a:pathLst>
                <a:path w="2416" h="2617" extrusionOk="0">
                  <a:moveTo>
                    <a:pt x="355" y="0"/>
                  </a:moveTo>
                  <a:cubicBezTo>
                    <a:pt x="230" y="0"/>
                    <a:pt x="115" y="10"/>
                    <a:pt x="0" y="38"/>
                  </a:cubicBezTo>
                  <a:cubicBezTo>
                    <a:pt x="1131" y="316"/>
                    <a:pt x="1563" y="1706"/>
                    <a:pt x="777" y="2569"/>
                  </a:cubicBezTo>
                  <a:lnTo>
                    <a:pt x="1294" y="2569"/>
                  </a:lnTo>
                  <a:cubicBezTo>
                    <a:pt x="1352" y="2569"/>
                    <a:pt x="1409" y="2588"/>
                    <a:pt x="1467" y="2617"/>
                  </a:cubicBezTo>
                  <a:cubicBezTo>
                    <a:pt x="2416" y="1639"/>
                    <a:pt x="1726" y="0"/>
                    <a:pt x="364" y="0"/>
                  </a:cubicBezTo>
                  <a:close/>
                </a:path>
              </a:pathLst>
            </a:custGeom>
            <a:solidFill>
              <a:srgbClr val="CAD3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6" name="Google Shape;6916;p62"/>
            <p:cNvSpPr/>
            <p:nvPr/>
          </p:nvSpPr>
          <p:spPr>
            <a:xfrm>
              <a:off x="5528396" y="3355496"/>
              <a:ext cx="70085" cy="77369"/>
            </a:xfrm>
            <a:custGeom>
              <a:avLst/>
              <a:gdLst/>
              <a:ahLst/>
              <a:cxnLst/>
              <a:rect l="l" t="t" r="r" b="b"/>
              <a:pathLst>
                <a:path w="2675" h="2953" extrusionOk="0">
                  <a:moveTo>
                    <a:pt x="1342" y="0"/>
                  </a:moveTo>
                  <a:cubicBezTo>
                    <a:pt x="604" y="0"/>
                    <a:pt x="1" y="719"/>
                    <a:pt x="1" y="1611"/>
                  </a:cubicBezTo>
                  <a:cubicBezTo>
                    <a:pt x="1" y="2023"/>
                    <a:pt x="135" y="2675"/>
                    <a:pt x="346" y="2953"/>
                  </a:cubicBezTo>
                  <a:lnTo>
                    <a:pt x="2339" y="2953"/>
                  </a:lnTo>
                  <a:cubicBezTo>
                    <a:pt x="2493" y="2713"/>
                    <a:pt x="2589" y="2435"/>
                    <a:pt x="2637" y="2148"/>
                  </a:cubicBezTo>
                  <a:cubicBezTo>
                    <a:pt x="2665" y="1927"/>
                    <a:pt x="2675" y="1697"/>
                    <a:pt x="2675" y="1477"/>
                  </a:cubicBezTo>
                  <a:cubicBezTo>
                    <a:pt x="2627" y="652"/>
                    <a:pt x="2042" y="0"/>
                    <a:pt x="1342"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7" name="Google Shape;6917;p62"/>
            <p:cNvSpPr/>
            <p:nvPr/>
          </p:nvSpPr>
          <p:spPr>
            <a:xfrm>
              <a:off x="5554779" y="3355496"/>
              <a:ext cx="43964" cy="77369"/>
            </a:xfrm>
            <a:custGeom>
              <a:avLst/>
              <a:gdLst/>
              <a:ahLst/>
              <a:cxnLst/>
              <a:rect l="l" t="t" r="r" b="b"/>
              <a:pathLst>
                <a:path w="1678" h="2953" extrusionOk="0">
                  <a:moveTo>
                    <a:pt x="335" y="0"/>
                  </a:moveTo>
                  <a:cubicBezTo>
                    <a:pt x="220" y="0"/>
                    <a:pt x="105" y="20"/>
                    <a:pt x="0" y="48"/>
                  </a:cubicBezTo>
                  <a:cubicBezTo>
                    <a:pt x="537" y="221"/>
                    <a:pt x="949" y="786"/>
                    <a:pt x="987" y="1477"/>
                  </a:cubicBezTo>
                  <a:lnTo>
                    <a:pt x="939" y="2148"/>
                  </a:lnTo>
                  <a:cubicBezTo>
                    <a:pt x="901" y="2435"/>
                    <a:pt x="805" y="2703"/>
                    <a:pt x="652" y="2953"/>
                  </a:cubicBezTo>
                  <a:lnTo>
                    <a:pt x="1332" y="2953"/>
                  </a:lnTo>
                  <a:cubicBezTo>
                    <a:pt x="1486" y="2703"/>
                    <a:pt x="1582" y="2435"/>
                    <a:pt x="1620" y="2148"/>
                  </a:cubicBezTo>
                  <a:lnTo>
                    <a:pt x="1677" y="1477"/>
                  </a:lnTo>
                  <a:cubicBezTo>
                    <a:pt x="1620" y="652"/>
                    <a:pt x="1045" y="0"/>
                    <a:pt x="335"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8" name="Google Shape;6918;p62"/>
            <p:cNvSpPr/>
            <p:nvPr/>
          </p:nvSpPr>
          <p:spPr>
            <a:xfrm>
              <a:off x="5317433" y="3355496"/>
              <a:ext cx="135637" cy="193146"/>
            </a:xfrm>
            <a:custGeom>
              <a:avLst/>
              <a:gdLst/>
              <a:ahLst/>
              <a:cxnLst/>
              <a:rect l="l" t="t" r="r" b="b"/>
              <a:pathLst>
                <a:path w="5177" h="7372" extrusionOk="0">
                  <a:moveTo>
                    <a:pt x="1199" y="0"/>
                  </a:moveTo>
                  <a:cubicBezTo>
                    <a:pt x="538" y="0"/>
                    <a:pt x="1" y="537"/>
                    <a:pt x="1" y="1199"/>
                  </a:cubicBezTo>
                  <a:lnTo>
                    <a:pt x="1" y="6173"/>
                  </a:lnTo>
                  <a:cubicBezTo>
                    <a:pt x="1" y="6835"/>
                    <a:pt x="538" y="7372"/>
                    <a:pt x="1199" y="7372"/>
                  </a:cubicBezTo>
                  <a:lnTo>
                    <a:pt x="4611" y="7372"/>
                  </a:lnTo>
                  <a:cubicBezTo>
                    <a:pt x="4918" y="7372"/>
                    <a:pt x="5177" y="7122"/>
                    <a:pt x="5177" y="6806"/>
                  </a:cubicBezTo>
                  <a:lnTo>
                    <a:pt x="5177" y="576"/>
                  </a:lnTo>
                  <a:cubicBezTo>
                    <a:pt x="5177" y="259"/>
                    <a:pt x="4918" y="0"/>
                    <a:pt x="4611"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9" name="Google Shape;6919;p62"/>
            <p:cNvSpPr/>
            <p:nvPr/>
          </p:nvSpPr>
          <p:spPr>
            <a:xfrm>
              <a:off x="5317198" y="3357514"/>
              <a:ext cx="135873" cy="191129"/>
            </a:xfrm>
            <a:custGeom>
              <a:avLst/>
              <a:gdLst/>
              <a:ahLst/>
              <a:cxnLst/>
              <a:rect l="l" t="t" r="r" b="b"/>
              <a:pathLst>
                <a:path w="5186" h="7295" extrusionOk="0">
                  <a:moveTo>
                    <a:pt x="786" y="0"/>
                  </a:moveTo>
                  <a:lnTo>
                    <a:pt x="786" y="0"/>
                  </a:lnTo>
                  <a:cubicBezTo>
                    <a:pt x="317" y="173"/>
                    <a:pt x="0" y="623"/>
                    <a:pt x="0" y="1122"/>
                  </a:cubicBezTo>
                  <a:lnTo>
                    <a:pt x="0" y="6096"/>
                  </a:lnTo>
                  <a:cubicBezTo>
                    <a:pt x="0" y="6758"/>
                    <a:pt x="537" y="7295"/>
                    <a:pt x="1198" y="7295"/>
                  </a:cubicBezTo>
                  <a:lnTo>
                    <a:pt x="4611" y="7295"/>
                  </a:lnTo>
                  <a:cubicBezTo>
                    <a:pt x="4927" y="7295"/>
                    <a:pt x="5186" y="7036"/>
                    <a:pt x="5186" y="6719"/>
                  </a:cubicBezTo>
                  <a:lnTo>
                    <a:pt x="5186" y="6585"/>
                  </a:lnTo>
                  <a:lnTo>
                    <a:pt x="1917" y="6595"/>
                  </a:lnTo>
                  <a:cubicBezTo>
                    <a:pt x="1256" y="6595"/>
                    <a:pt x="719" y="6058"/>
                    <a:pt x="719" y="5397"/>
                  </a:cubicBezTo>
                  <a:lnTo>
                    <a:pt x="719" y="422"/>
                  </a:lnTo>
                  <a:cubicBezTo>
                    <a:pt x="719" y="278"/>
                    <a:pt x="738" y="134"/>
                    <a:pt x="786"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0" name="Google Shape;6920;p62"/>
            <p:cNvSpPr/>
            <p:nvPr/>
          </p:nvSpPr>
          <p:spPr>
            <a:xfrm>
              <a:off x="5625336" y="3485579"/>
              <a:ext cx="10821" cy="27641"/>
            </a:xfrm>
            <a:custGeom>
              <a:avLst/>
              <a:gdLst/>
              <a:ahLst/>
              <a:cxnLst/>
              <a:rect l="l" t="t" r="r" b="b"/>
              <a:pathLst>
                <a:path w="413" h="1055" extrusionOk="0">
                  <a:moveTo>
                    <a:pt x="207" y="1"/>
                  </a:moveTo>
                  <a:cubicBezTo>
                    <a:pt x="104" y="1"/>
                    <a:pt x="1" y="68"/>
                    <a:pt x="1" y="202"/>
                  </a:cubicBezTo>
                  <a:lnTo>
                    <a:pt x="1" y="854"/>
                  </a:lnTo>
                  <a:cubicBezTo>
                    <a:pt x="1" y="959"/>
                    <a:pt x="87" y="1055"/>
                    <a:pt x="202" y="1055"/>
                  </a:cubicBezTo>
                  <a:cubicBezTo>
                    <a:pt x="317" y="1055"/>
                    <a:pt x="413" y="959"/>
                    <a:pt x="413" y="844"/>
                  </a:cubicBezTo>
                  <a:lnTo>
                    <a:pt x="413" y="202"/>
                  </a:lnTo>
                  <a:cubicBezTo>
                    <a:pt x="413" y="68"/>
                    <a:pt x="310" y="1"/>
                    <a:pt x="207"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21" name="Google Shape;6921;p62"/>
          <p:cNvGrpSpPr/>
          <p:nvPr/>
        </p:nvGrpSpPr>
        <p:grpSpPr>
          <a:xfrm>
            <a:off x="5298896" y="1319988"/>
            <a:ext cx="383175" cy="362241"/>
            <a:chOff x="5302971" y="1500563"/>
            <a:chExt cx="383175" cy="362241"/>
          </a:xfrm>
        </p:grpSpPr>
        <p:sp>
          <p:nvSpPr>
            <p:cNvPr id="6922" name="Google Shape;6922;p62"/>
            <p:cNvSpPr/>
            <p:nvPr/>
          </p:nvSpPr>
          <p:spPr>
            <a:xfrm>
              <a:off x="5302971" y="1500563"/>
              <a:ext cx="383175" cy="362241"/>
            </a:xfrm>
            <a:custGeom>
              <a:avLst/>
              <a:gdLst/>
              <a:ahLst/>
              <a:cxnLst/>
              <a:rect l="l" t="t" r="r" b="b"/>
              <a:pathLst>
                <a:path w="14625" h="13826" extrusionOk="0">
                  <a:moveTo>
                    <a:pt x="10701" y="1"/>
                  </a:moveTo>
                  <a:cubicBezTo>
                    <a:pt x="10676" y="1"/>
                    <a:pt x="10652" y="1"/>
                    <a:pt x="10627" y="2"/>
                  </a:cubicBezTo>
                  <a:cubicBezTo>
                    <a:pt x="9515" y="60"/>
                    <a:pt x="8758" y="1152"/>
                    <a:pt x="9113" y="2207"/>
                  </a:cubicBezTo>
                  <a:cubicBezTo>
                    <a:pt x="9218" y="2571"/>
                    <a:pt x="9122" y="2964"/>
                    <a:pt x="8854" y="3232"/>
                  </a:cubicBezTo>
                  <a:lnTo>
                    <a:pt x="3860" y="8226"/>
                  </a:lnTo>
                  <a:cubicBezTo>
                    <a:pt x="3666" y="8420"/>
                    <a:pt x="3409" y="8523"/>
                    <a:pt x="3147" y="8523"/>
                  </a:cubicBezTo>
                  <a:cubicBezTo>
                    <a:pt x="3045" y="8523"/>
                    <a:pt x="2943" y="8508"/>
                    <a:pt x="2844" y="8475"/>
                  </a:cubicBezTo>
                  <a:cubicBezTo>
                    <a:pt x="2657" y="8417"/>
                    <a:pt x="2476" y="8389"/>
                    <a:pt x="2303" y="8389"/>
                  </a:cubicBezTo>
                  <a:cubicBezTo>
                    <a:pt x="896" y="8389"/>
                    <a:pt x="1" y="10176"/>
                    <a:pt x="1118" y="11294"/>
                  </a:cubicBezTo>
                  <a:cubicBezTo>
                    <a:pt x="1438" y="11621"/>
                    <a:pt x="1868" y="11798"/>
                    <a:pt x="2314" y="11798"/>
                  </a:cubicBezTo>
                  <a:cubicBezTo>
                    <a:pt x="2442" y="11798"/>
                    <a:pt x="2571" y="11784"/>
                    <a:pt x="2700" y="11754"/>
                  </a:cubicBezTo>
                  <a:lnTo>
                    <a:pt x="2700" y="11754"/>
                  </a:lnTo>
                  <a:cubicBezTo>
                    <a:pt x="2456" y="12822"/>
                    <a:pt x="3275" y="13826"/>
                    <a:pt x="4350" y="13826"/>
                  </a:cubicBezTo>
                  <a:cubicBezTo>
                    <a:pt x="4375" y="13826"/>
                    <a:pt x="4400" y="13825"/>
                    <a:pt x="4425" y="13824"/>
                  </a:cubicBezTo>
                  <a:cubicBezTo>
                    <a:pt x="5547" y="13776"/>
                    <a:pt x="6314" y="12683"/>
                    <a:pt x="5978" y="11619"/>
                  </a:cubicBezTo>
                  <a:cubicBezTo>
                    <a:pt x="5863" y="11255"/>
                    <a:pt x="5959" y="10862"/>
                    <a:pt x="6227" y="10594"/>
                  </a:cubicBezTo>
                  <a:lnTo>
                    <a:pt x="7311" y="9511"/>
                  </a:lnTo>
                  <a:lnTo>
                    <a:pt x="11221" y="5600"/>
                  </a:lnTo>
                  <a:cubicBezTo>
                    <a:pt x="11415" y="5407"/>
                    <a:pt x="11673" y="5303"/>
                    <a:pt x="11938" y="5303"/>
                  </a:cubicBezTo>
                  <a:cubicBezTo>
                    <a:pt x="12041" y="5303"/>
                    <a:pt x="12145" y="5318"/>
                    <a:pt x="12247" y="5351"/>
                  </a:cubicBezTo>
                  <a:cubicBezTo>
                    <a:pt x="12413" y="5402"/>
                    <a:pt x="12585" y="5428"/>
                    <a:pt x="12756" y="5428"/>
                  </a:cubicBezTo>
                  <a:cubicBezTo>
                    <a:pt x="13186" y="5428"/>
                    <a:pt x="13612" y="5266"/>
                    <a:pt x="13934" y="4958"/>
                  </a:cubicBezTo>
                  <a:cubicBezTo>
                    <a:pt x="14615" y="4296"/>
                    <a:pt x="14624" y="3204"/>
                    <a:pt x="13963" y="2523"/>
                  </a:cubicBezTo>
                  <a:cubicBezTo>
                    <a:pt x="13639" y="2199"/>
                    <a:pt x="13202" y="2023"/>
                    <a:pt x="12756" y="2023"/>
                  </a:cubicBezTo>
                  <a:cubicBezTo>
                    <a:pt x="12634" y="2023"/>
                    <a:pt x="12512" y="2036"/>
                    <a:pt x="12391" y="2063"/>
                  </a:cubicBezTo>
                  <a:cubicBezTo>
                    <a:pt x="12515" y="1497"/>
                    <a:pt x="12343" y="903"/>
                    <a:pt x="11931" y="491"/>
                  </a:cubicBezTo>
                  <a:cubicBezTo>
                    <a:pt x="11768" y="328"/>
                    <a:pt x="11576" y="203"/>
                    <a:pt x="11365" y="127"/>
                  </a:cubicBezTo>
                  <a:cubicBezTo>
                    <a:pt x="11149" y="40"/>
                    <a:pt x="10926" y="1"/>
                    <a:pt x="10701"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3" name="Google Shape;6923;p62"/>
            <p:cNvSpPr/>
            <p:nvPr/>
          </p:nvSpPr>
          <p:spPr>
            <a:xfrm>
              <a:off x="5375964" y="1557102"/>
              <a:ext cx="309920" cy="305675"/>
            </a:xfrm>
            <a:custGeom>
              <a:avLst/>
              <a:gdLst/>
              <a:ahLst/>
              <a:cxnLst/>
              <a:rect l="l" t="t" r="r" b="b"/>
              <a:pathLst>
                <a:path w="11829" h="11667" extrusionOk="0">
                  <a:moveTo>
                    <a:pt x="10611" y="1"/>
                  </a:moveTo>
                  <a:cubicBezTo>
                    <a:pt x="10880" y="643"/>
                    <a:pt x="10726" y="1391"/>
                    <a:pt x="10218" y="1879"/>
                  </a:cubicBezTo>
                  <a:cubicBezTo>
                    <a:pt x="9896" y="2188"/>
                    <a:pt x="9475" y="2350"/>
                    <a:pt x="9044" y="2350"/>
                  </a:cubicBezTo>
                  <a:cubicBezTo>
                    <a:pt x="8873" y="2350"/>
                    <a:pt x="8700" y="2324"/>
                    <a:pt x="8531" y="2272"/>
                  </a:cubicBezTo>
                  <a:cubicBezTo>
                    <a:pt x="8432" y="2240"/>
                    <a:pt x="8330" y="2225"/>
                    <a:pt x="8228" y="2225"/>
                  </a:cubicBezTo>
                  <a:cubicBezTo>
                    <a:pt x="7966" y="2225"/>
                    <a:pt x="7708" y="2328"/>
                    <a:pt x="7515" y="2522"/>
                  </a:cubicBezTo>
                  <a:lnTo>
                    <a:pt x="4352" y="5685"/>
                  </a:lnTo>
                  <a:lnTo>
                    <a:pt x="3595" y="6432"/>
                  </a:lnTo>
                  <a:lnTo>
                    <a:pt x="2521" y="7516"/>
                  </a:lnTo>
                  <a:cubicBezTo>
                    <a:pt x="2253" y="7784"/>
                    <a:pt x="2157" y="8177"/>
                    <a:pt x="2262" y="8541"/>
                  </a:cubicBezTo>
                  <a:cubicBezTo>
                    <a:pt x="2454" y="9126"/>
                    <a:pt x="2301" y="9768"/>
                    <a:pt x="1879" y="10219"/>
                  </a:cubicBezTo>
                  <a:cubicBezTo>
                    <a:pt x="1547" y="10564"/>
                    <a:pt x="1096" y="10745"/>
                    <a:pt x="640" y="10745"/>
                  </a:cubicBezTo>
                  <a:cubicBezTo>
                    <a:pt x="424" y="10745"/>
                    <a:pt x="206" y="10704"/>
                    <a:pt x="0" y="10621"/>
                  </a:cubicBezTo>
                  <a:lnTo>
                    <a:pt x="0" y="10621"/>
                  </a:lnTo>
                  <a:cubicBezTo>
                    <a:pt x="77" y="10823"/>
                    <a:pt x="211" y="11014"/>
                    <a:pt x="374" y="11177"/>
                  </a:cubicBezTo>
                  <a:cubicBezTo>
                    <a:pt x="705" y="11503"/>
                    <a:pt x="1138" y="11666"/>
                    <a:pt x="1571" y="11666"/>
                  </a:cubicBezTo>
                  <a:cubicBezTo>
                    <a:pt x="2017" y="11666"/>
                    <a:pt x="2464" y="11494"/>
                    <a:pt x="2799" y="11148"/>
                  </a:cubicBezTo>
                  <a:cubicBezTo>
                    <a:pt x="3221" y="10698"/>
                    <a:pt x="3374" y="10046"/>
                    <a:pt x="3183" y="9461"/>
                  </a:cubicBezTo>
                  <a:cubicBezTo>
                    <a:pt x="3077" y="9097"/>
                    <a:pt x="3173" y="8704"/>
                    <a:pt x="3441" y="8436"/>
                  </a:cubicBezTo>
                  <a:lnTo>
                    <a:pt x="8435" y="3442"/>
                  </a:lnTo>
                  <a:cubicBezTo>
                    <a:pt x="8622" y="3249"/>
                    <a:pt x="8883" y="3145"/>
                    <a:pt x="9147" y="3145"/>
                  </a:cubicBezTo>
                  <a:cubicBezTo>
                    <a:pt x="9249" y="3145"/>
                    <a:pt x="9352" y="3160"/>
                    <a:pt x="9451" y="3193"/>
                  </a:cubicBezTo>
                  <a:cubicBezTo>
                    <a:pt x="9622" y="3247"/>
                    <a:pt x="9796" y="3273"/>
                    <a:pt x="9967" y="3273"/>
                  </a:cubicBezTo>
                  <a:cubicBezTo>
                    <a:pt x="10549" y="3273"/>
                    <a:pt x="11106" y="2973"/>
                    <a:pt x="11416" y="2455"/>
                  </a:cubicBezTo>
                  <a:cubicBezTo>
                    <a:pt x="11829" y="1793"/>
                    <a:pt x="11723" y="930"/>
                    <a:pt x="11177" y="375"/>
                  </a:cubicBezTo>
                  <a:cubicBezTo>
                    <a:pt x="11014" y="212"/>
                    <a:pt x="10822" y="87"/>
                    <a:pt x="10611"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24" name="Google Shape;6924;p62"/>
          <p:cNvGrpSpPr/>
          <p:nvPr/>
        </p:nvGrpSpPr>
        <p:grpSpPr>
          <a:xfrm>
            <a:off x="6198630" y="1344878"/>
            <a:ext cx="364180" cy="312461"/>
            <a:chOff x="6202705" y="1525453"/>
            <a:chExt cx="364180" cy="312461"/>
          </a:xfrm>
        </p:grpSpPr>
        <p:sp>
          <p:nvSpPr>
            <p:cNvPr id="6925" name="Google Shape;6925;p62"/>
            <p:cNvSpPr/>
            <p:nvPr/>
          </p:nvSpPr>
          <p:spPr>
            <a:xfrm>
              <a:off x="6407615" y="1616891"/>
              <a:ext cx="159270" cy="221023"/>
            </a:xfrm>
            <a:custGeom>
              <a:avLst/>
              <a:gdLst/>
              <a:ahLst/>
              <a:cxnLst/>
              <a:rect l="l" t="t" r="r" b="b"/>
              <a:pathLst>
                <a:path w="6079" h="8436" extrusionOk="0">
                  <a:moveTo>
                    <a:pt x="2455" y="0"/>
                  </a:moveTo>
                  <a:cubicBezTo>
                    <a:pt x="1707" y="0"/>
                    <a:pt x="528" y="575"/>
                    <a:pt x="471" y="1313"/>
                  </a:cubicBezTo>
                  <a:lnTo>
                    <a:pt x="375" y="2406"/>
                  </a:lnTo>
                  <a:cubicBezTo>
                    <a:pt x="816" y="2914"/>
                    <a:pt x="1458" y="3412"/>
                    <a:pt x="2273" y="3422"/>
                  </a:cubicBezTo>
                  <a:lnTo>
                    <a:pt x="2254" y="4649"/>
                  </a:lnTo>
                  <a:cubicBezTo>
                    <a:pt x="1535" y="4639"/>
                    <a:pt x="825" y="4409"/>
                    <a:pt x="250" y="3988"/>
                  </a:cubicBezTo>
                  <a:lnTo>
                    <a:pt x="97" y="6393"/>
                  </a:lnTo>
                  <a:cubicBezTo>
                    <a:pt x="1" y="7486"/>
                    <a:pt x="873" y="8435"/>
                    <a:pt x="1976" y="8435"/>
                  </a:cubicBezTo>
                  <a:lnTo>
                    <a:pt x="5493" y="8435"/>
                  </a:lnTo>
                  <a:cubicBezTo>
                    <a:pt x="5819" y="8435"/>
                    <a:pt x="6078" y="8148"/>
                    <a:pt x="6030" y="7822"/>
                  </a:cubicBezTo>
                  <a:cubicBezTo>
                    <a:pt x="5599" y="4620"/>
                    <a:pt x="5196" y="1534"/>
                    <a:pt x="3241" y="240"/>
                  </a:cubicBezTo>
                  <a:cubicBezTo>
                    <a:pt x="3011" y="86"/>
                    <a:pt x="2733" y="0"/>
                    <a:pt x="2455"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6" name="Google Shape;6926;p62"/>
            <p:cNvSpPr/>
            <p:nvPr/>
          </p:nvSpPr>
          <p:spPr>
            <a:xfrm>
              <a:off x="6454592" y="1616891"/>
              <a:ext cx="112031" cy="221023"/>
            </a:xfrm>
            <a:custGeom>
              <a:avLst/>
              <a:gdLst/>
              <a:ahLst/>
              <a:cxnLst/>
              <a:rect l="l" t="t" r="r" b="b"/>
              <a:pathLst>
                <a:path w="4276" h="8436" extrusionOk="0">
                  <a:moveTo>
                    <a:pt x="662" y="0"/>
                  </a:moveTo>
                  <a:cubicBezTo>
                    <a:pt x="432" y="10"/>
                    <a:pt x="211" y="48"/>
                    <a:pt x="0" y="125"/>
                  </a:cubicBezTo>
                  <a:cubicBezTo>
                    <a:pt x="77" y="153"/>
                    <a:pt x="154" y="192"/>
                    <a:pt x="231" y="240"/>
                  </a:cubicBezTo>
                  <a:cubicBezTo>
                    <a:pt x="2186" y="1534"/>
                    <a:pt x="2589" y="4630"/>
                    <a:pt x="3020" y="7822"/>
                  </a:cubicBezTo>
                  <a:cubicBezTo>
                    <a:pt x="3058" y="8148"/>
                    <a:pt x="2809" y="8435"/>
                    <a:pt x="2483" y="8435"/>
                  </a:cubicBezTo>
                  <a:lnTo>
                    <a:pt x="3700" y="8435"/>
                  </a:lnTo>
                  <a:cubicBezTo>
                    <a:pt x="4026" y="8435"/>
                    <a:pt x="4276" y="8148"/>
                    <a:pt x="4237" y="7822"/>
                  </a:cubicBezTo>
                  <a:cubicBezTo>
                    <a:pt x="3806" y="4630"/>
                    <a:pt x="3403" y="1534"/>
                    <a:pt x="1448" y="240"/>
                  </a:cubicBezTo>
                  <a:cubicBezTo>
                    <a:pt x="1218" y="86"/>
                    <a:pt x="940" y="0"/>
                    <a:pt x="662"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7" name="Google Shape;6927;p62"/>
            <p:cNvSpPr/>
            <p:nvPr/>
          </p:nvSpPr>
          <p:spPr>
            <a:xfrm>
              <a:off x="6202705" y="1616891"/>
              <a:ext cx="158982" cy="221023"/>
            </a:xfrm>
            <a:custGeom>
              <a:avLst/>
              <a:gdLst/>
              <a:ahLst/>
              <a:cxnLst/>
              <a:rect l="l" t="t" r="r" b="b"/>
              <a:pathLst>
                <a:path w="6068" h="8436" extrusionOk="0">
                  <a:moveTo>
                    <a:pt x="3614" y="0"/>
                  </a:moveTo>
                  <a:cubicBezTo>
                    <a:pt x="3336" y="0"/>
                    <a:pt x="3058" y="86"/>
                    <a:pt x="2828" y="240"/>
                  </a:cubicBezTo>
                  <a:cubicBezTo>
                    <a:pt x="873" y="1534"/>
                    <a:pt x="470" y="4630"/>
                    <a:pt x="39" y="7822"/>
                  </a:cubicBezTo>
                  <a:cubicBezTo>
                    <a:pt x="0" y="8148"/>
                    <a:pt x="250" y="8435"/>
                    <a:pt x="575" y="8435"/>
                  </a:cubicBezTo>
                  <a:lnTo>
                    <a:pt x="4093" y="8435"/>
                  </a:lnTo>
                  <a:cubicBezTo>
                    <a:pt x="5196" y="8435"/>
                    <a:pt x="6068" y="7486"/>
                    <a:pt x="5982" y="6393"/>
                  </a:cubicBezTo>
                  <a:lnTo>
                    <a:pt x="5828" y="3901"/>
                  </a:lnTo>
                  <a:cubicBezTo>
                    <a:pt x="5291" y="4294"/>
                    <a:pt x="4620" y="4668"/>
                    <a:pt x="3825" y="4678"/>
                  </a:cubicBezTo>
                  <a:lnTo>
                    <a:pt x="3806" y="3422"/>
                  </a:lnTo>
                  <a:cubicBezTo>
                    <a:pt x="4611" y="3412"/>
                    <a:pt x="5253" y="2914"/>
                    <a:pt x="5694" y="2406"/>
                  </a:cubicBezTo>
                  <a:lnTo>
                    <a:pt x="5598" y="1323"/>
                  </a:lnTo>
                  <a:cubicBezTo>
                    <a:pt x="5541" y="575"/>
                    <a:pt x="4362" y="0"/>
                    <a:pt x="3614"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8" name="Google Shape;6928;p62"/>
            <p:cNvSpPr/>
            <p:nvPr/>
          </p:nvSpPr>
          <p:spPr>
            <a:xfrm>
              <a:off x="6202705" y="1616891"/>
              <a:ext cx="112031" cy="221023"/>
            </a:xfrm>
            <a:custGeom>
              <a:avLst/>
              <a:gdLst/>
              <a:ahLst/>
              <a:cxnLst/>
              <a:rect l="l" t="t" r="r" b="b"/>
              <a:pathLst>
                <a:path w="4276" h="8436" extrusionOk="0">
                  <a:moveTo>
                    <a:pt x="3624" y="0"/>
                  </a:moveTo>
                  <a:cubicBezTo>
                    <a:pt x="3336" y="0"/>
                    <a:pt x="3068" y="86"/>
                    <a:pt x="2828" y="240"/>
                  </a:cubicBezTo>
                  <a:cubicBezTo>
                    <a:pt x="873" y="1534"/>
                    <a:pt x="470" y="4630"/>
                    <a:pt x="39" y="7822"/>
                  </a:cubicBezTo>
                  <a:cubicBezTo>
                    <a:pt x="0" y="8148"/>
                    <a:pt x="250" y="8435"/>
                    <a:pt x="575" y="8435"/>
                  </a:cubicBezTo>
                  <a:lnTo>
                    <a:pt x="1793" y="8435"/>
                  </a:lnTo>
                  <a:cubicBezTo>
                    <a:pt x="1467" y="8435"/>
                    <a:pt x="1218" y="8148"/>
                    <a:pt x="1266" y="7822"/>
                  </a:cubicBezTo>
                  <a:cubicBezTo>
                    <a:pt x="1687" y="4630"/>
                    <a:pt x="2100" y="1534"/>
                    <a:pt x="4045" y="240"/>
                  </a:cubicBezTo>
                  <a:cubicBezTo>
                    <a:pt x="4122" y="192"/>
                    <a:pt x="4199" y="153"/>
                    <a:pt x="4275" y="125"/>
                  </a:cubicBezTo>
                  <a:cubicBezTo>
                    <a:pt x="4065" y="48"/>
                    <a:pt x="3844" y="10"/>
                    <a:pt x="3624"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9" name="Google Shape;6929;p62"/>
            <p:cNvSpPr/>
            <p:nvPr/>
          </p:nvSpPr>
          <p:spPr>
            <a:xfrm>
              <a:off x="6288327" y="1690958"/>
              <a:ext cx="28165" cy="64321"/>
            </a:xfrm>
            <a:custGeom>
              <a:avLst/>
              <a:gdLst/>
              <a:ahLst/>
              <a:cxnLst/>
              <a:rect l="l" t="t" r="r" b="b"/>
              <a:pathLst>
                <a:path w="1075" h="2455" extrusionOk="0">
                  <a:moveTo>
                    <a:pt x="538" y="1"/>
                  </a:moveTo>
                  <a:cubicBezTo>
                    <a:pt x="241" y="1"/>
                    <a:pt x="1" y="547"/>
                    <a:pt x="1" y="1228"/>
                  </a:cubicBezTo>
                  <a:cubicBezTo>
                    <a:pt x="1" y="1899"/>
                    <a:pt x="241" y="2455"/>
                    <a:pt x="538" y="2455"/>
                  </a:cubicBezTo>
                  <a:cubicBezTo>
                    <a:pt x="835" y="2455"/>
                    <a:pt x="1074" y="1899"/>
                    <a:pt x="1074" y="1228"/>
                  </a:cubicBezTo>
                  <a:cubicBezTo>
                    <a:pt x="1074" y="547"/>
                    <a:pt x="835" y="1"/>
                    <a:pt x="538"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0" name="Google Shape;6930;p62"/>
            <p:cNvSpPr/>
            <p:nvPr/>
          </p:nvSpPr>
          <p:spPr>
            <a:xfrm>
              <a:off x="6453072" y="1690958"/>
              <a:ext cx="28165" cy="64321"/>
            </a:xfrm>
            <a:custGeom>
              <a:avLst/>
              <a:gdLst/>
              <a:ahLst/>
              <a:cxnLst/>
              <a:rect l="l" t="t" r="r" b="b"/>
              <a:pathLst>
                <a:path w="1075" h="2455" extrusionOk="0">
                  <a:moveTo>
                    <a:pt x="538" y="1"/>
                  </a:moveTo>
                  <a:cubicBezTo>
                    <a:pt x="241" y="1"/>
                    <a:pt x="1" y="547"/>
                    <a:pt x="1" y="1228"/>
                  </a:cubicBezTo>
                  <a:cubicBezTo>
                    <a:pt x="1" y="1899"/>
                    <a:pt x="241" y="2455"/>
                    <a:pt x="538" y="2455"/>
                  </a:cubicBezTo>
                  <a:cubicBezTo>
                    <a:pt x="835" y="2455"/>
                    <a:pt x="1075" y="1899"/>
                    <a:pt x="1075" y="1228"/>
                  </a:cubicBezTo>
                  <a:cubicBezTo>
                    <a:pt x="1075" y="547"/>
                    <a:pt x="835" y="1"/>
                    <a:pt x="538"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1" name="Google Shape;6931;p62"/>
            <p:cNvSpPr/>
            <p:nvPr/>
          </p:nvSpPr>
          <p:spPr>
            <a:xfrm>
              <a:off x="6295086" y="1525453"/>
              <a:ext cx="177924" cy="246411"/>
            </a:xfrm>
            <a:custGeom>
              <a:avLst/>
              <a:gdLst/>
              <a:ahLst/>
              <a:cxnLst/>
              <a:rect l="l" t="t" r="r" b="b"/>
              <a:pathLst>
                <a:path w="6791" h="9405" extrusionOk="0">
                  <a:moveTo>
                    <a:pt x="3378" y="1"/>
                  </a:moveTo>
                  <a:cubicBezTo>
                    <a:pt x="3041" y="1"/>
                    <a:pt x="2772" y="275"/>
                    <a:pt x="2772" y="614"/>
                  </a:cubicBezTo>
                  <a:lnTo>
                    <a:pt x="2772" y="4698"/>
                  </a:lnTo>
                  <a:cubicBezTo>
                    <a:pt x="2772" y="4889"/>
                    <a:pt x="2724" y="5072"/>
                    <a:pt x="2619" y="5235"/>
                  </a:cubicBezTo>
                  <a:cubicBezTo>
                    <a:pt x="2475" y="5474"/>
                    <a:pt x="2312" y="5695"/>
                    <a:pt x="2130" y="5906"/>
                  </a:cubicBezTo>
                  <a:cubicBezTo>
                    <a:pt x="1967" y="6097"/>
                    <a:pt x="1785" y="6260"/>
                    <a:pt x="1583" y="6414"/>
                  </a:cubicBezTo>
                  <a:cubicBezTo>
                    <a:pt x="1468" y="6509"/>
                    <a:pt x="1325" y="6557"/>
                    <a:pt x="1171" y="6567"/>
                  </a:cubicBezTo>
                  <a:lnTo>
                    <a:pt x="1085" y="6567"/>
                  </a:lnTo>
                  <a:cubicBezTo>
                    <a:pt x="769" y="6509"/>
                    <a:pt x="519" y="6279"/>
                    <a:pt x="443" y="5973"/>
                  </a:cubicBezTo>
                  <a:cubicBezTo>
                    <a:pt x="415" y="5864"/>
                    <a:pt x="333" y="5816"/>
                    <a:pt x="249" y="5816"/>
                  </a:cubicBezTo>
                  <a:cubicBezTo>
                    <a:pt x="126" y="5816"/>
                    <a:pt x="0" y="5918"/>
                    <a:pt x="40" y="6078"/>
                  </a:cubicBezTo>
                  <a:cubicBezTo>
                    <a:pt x="126" y="6423"/>
                    <a:pt x="356" y="6711"/>
                    <a:pt x="663" y="6874"/>
                  </a:cubicBezTo>
                  <a:cubicBezTo>
                    <a:pt x="606" y="6883"/>
                    <a:pt x="548" y="6893"/>
                    <a:pt x="491" y="6902"/>
                  </a:cubicBezTo>
                  <a:cubicBezTo>
                    <a:pt x="347" y="6922"/>
                    <a:pt x="241" y="7037"/>
                    <a:pt x="241" y="7180"/>
                  </a:cubicBezTo>
                  <a:lnTo>
                    <a:pt x="241" y="7679"/>
                  </a:lnTo>
                  <a:cubicBezTo>
                    <a:pt x="241" y="7930"/>
                    <a:pt x="445" y="8127"/>
                    <a:pt x="689" y="8127"/>
                  </a:cubicBezTo>
                  <a:cubicBezTo>
                    <a:pt x="715" y="8127"/>
                    <a:pt x="742" y="8124"/>
                    <a:pt x="769" y="8120"/>
                  </a:cubicBezTo>
                  <a:lnTo>
                    <a:pt x="769" y="8120"/>
                  </a:lnTo>
                  <a:cubicBezTo>
                    <a:pt x="769" y="8264"/>
                    <a:pt x="759" y="8877"/>
                    <a:pt x="270" y="8992"/>
                  </a:cubicBezTo>
                  <a:cubicBezTo>
                    <a:pt x="165" y="9021"/>
                    <a:pt x="88" y="9117"/>
                    <a:pt x="107" y="9232"/>
                  </a:cubicBezTo>
                  <a:cubicBezTo>
                    <a:pt x="126" y="9327"/>
                    <a:pt x="213" y="9404"/>
                    <a:pt x="308" y="9404"/>
                  </a:cubicBezTo>
                  <a:lnTo>
                    <a:pt x="356" y="9404"/>
                  </a:lnTo>
                  <a:cubicBezTo>
                    <a:pt x="1066" y="9241"/>
                    <a:pt x="1200" y="8465"/>
                    <a:pt x="1181" y="8072"/>
                  </a:cubicBezTo>
                  <a:cubicBezTo>
                    <a:pt x="1171" y="8043"/>
                    <a:pt x="1190" y="8024"/>
                    <a:pt x="1209" y="8014"/>
                  </a:cubicBezTo>
                  <a:cubicBezTo>
                    <a:pt x="1861" y="7794"/>
                    <a:pt x="2456" y="7401"/>
                    <a:pt x="2916" y="6893"/>
                  </a:cubicBezTo>
                  <a:cubicBezTo>
                    <a:pt x="3045" y="6759"/>
                    <a:pt x="3215" y="6692"/>
                    <a:pt x="3385" y="6692"/>
                  </a:cubicBezTo>
                  <a:cubicBezTo>
                    <a:pt x="3556" y="6692"/>
                    <a:pt x="3726" y="6759"/>
                    <a:pt x="3855" y="6893"/>
                  </a:cubicBezTo>
                  <a:cubicBezTo>
                    <a:pt x="4315" y="7401"/>
                    <a:pt x="4900" y="7784"/>
                    <a:pt x="5542" y="8014"/>
                  </a:cubicBezTo>
                  <a:cubicBezTo>
                    <a:pt x="5561" y="8014"/>
                    <a:pt x="5580" y="8043"/>
                    <a:pt x="5580" y="8062"/>
                  </a:cubicBezTo>
                  <a:cubicBezTo>
                    <a:pt x="5552" y="8455"/>
                    <a:pt x="5695" y="9232"/>
                    <a:pt x="6395" y="9395"/>
                  </a:cubicBezTo>
                  <a:cubicBezTo>
                    <a:pt x="6405" y="9399"/>
                    <a:pt x="6412" y="9402"/>
                    <a:pt x="6419" y="9402"/>
                  </a:cubicBezTo>
                  <a:cubicBezTo>
                    <a:pt x="6426" y="9402"/>
                    <a:pt x="6434" y="9399"/>
                    <a:pt x="6443" y="9395"/>
                  </a:cubicBezTo>
                  <a:cubicBezTo>
                    <a:pt x="6549" y="9395"/>
                    <a:pt x="6635" y="9327"/>
                    <a:pt x="6644" y="9222"/>
                  </a:cubicBezTo>
                  <a:cubicBezTo>
                    <a:pt x="6664" y="9117"/>
                    <a:pt x="6596" y="9011"/>
                    <a:pt x="6481" y="8982"/>
                  </a:cubicBezTo>
                  <a:cubicBezTo>
                    <a:pt x="6002" y="8867"/>
                    <a:pt x="5983" y="8254"/>
                    <a:pt x="5993" y="8120"/>
                  </a:cubicBezTo>
                  <a:lnTo>
                    <a:pt x="6012" y="8120"/>
                  </a:lnTo>
                  <a:cubicBezTo>
                    <a:pt x="6034" y="8123"/>
                    <a:pt x="6056" y="8124"/>
                    <a:pt x="6077" y="8124"/>
                  </a:cubicBezTo>
                  <a:cubicBezTo>
                    <a:pt x="6326" y="8124"/>
                    <a:pt x="6529" y="7926"/>
                    <a:pt x="6529" y="7679"/>
                  </a:cubicBezTo>
                  <a:lnTo>
                    <a:pt x="6529" y="7171"/>
                  </a:lnTo>
                  <a:cubicBezTo>
                    <a:pt x="6539" y="7037"/>
                    <a:pt x="6434" y="6912"/>
                    <a:pt x="6290" y="6893"/>
                  </a:cubicBezTo>
                  <a:cubicBezTo>
                    <a:pt x="6232" y="6883"/>
                    <a:pt x="6165" y="6874"/>
                    <a:pt x="6108" y="6864"/>
                  </a:cubicBezTo>
                  <a:cubicBezTo>
                    <a:pt x="6424" y="6701"/>
                    <a:pt x="6664" y="6414"/>
                    <a:pt x="6750" y="6078"/>
                  </a:cubicBezTo>
                  <a:cubicBezTo>
                    <a:pt x="6790" y="5916"/>
                    <a:pt x="6660" y="5810"/>
                    <a:pt x="6536" y="5810"/>
                  </a:cubicBezTo>
                  <a:cubicBezTo>
                    <a:pt x="6454" y="5810"/>
                    <a:pt x="6374" y="5856"/>
                    <a:pt x="6347" y="5963"/>
                  </a:cubicBezTo>
                  <a:cubicBezTo>
                    <a:pt x="6271" y="6289"/>
                    <a:pt x="6002" y="6538"/>
                    <a:pt x="5667" y="6577"/>
                  </a:cubicBezTo>
                  <a:lnTo>
                    <a:pt x="5590" y="6577"/>
                  </a:lnTo>
                  <a:cubicBezTo>
                    <a:pt x="5456" y="6557"/>
                    <a:pt x="5331" y="6500"/>
                    <a:pt x="5216" y="6423"/>
                  </a:cubicBezTo>
                  <a:cubicBezTo>
                    <a:pt x="4804" y="6088"/>
                    <a:pt x="4459" y="5695"/>
                    <a:pt x="4181" y="5244"/>
                  </a:cubicBezTo>
                  <a:cubicBezTo>
                    <a:pt x="4085" y="5081"/>
                    <a:pt x="4028" y="4889"/>
                    <a:pt x="4028" y="4698"/>
                  </a:cubicBezTo>
                  <a:lnTo>
                    <a:pt x="4028" y="614"/>
                  </a:lnTo>
                  <a:cubicBezTo>
                    <a:pt x="4028" y="269"/>
                    <a:pt x="3759" y="1"/>
                    <a:pt x="3414" y="1"/>
                  </a:cubicBezTo>
                  <a:lnTo>
                    <a:pt x="3395" y="1"/>
                  </a:lnTo>
                  <a:cubicBezTo>
                    <a:pt x="3389" y="1"/>
                    <a:pt x="3383" y="1"/>
                    <a:pt x="3378" y="1"/>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32" name="Google Shape;6932;p62"/>
          <p:cNvGrpSpPr/>
          <p:nvPr/>
        </p:nvGrpSpPr>
        <p:grpSpPr>
          <a:xfrm>
            <a:off x="7083142" y="1323027"/>
            <a:ext cx="362398" cy="356163"/>
            <a:chOff x="7087217" y="1503602"/>
            <a:chExt cx="362398" cy="356163"/>
          </a:xfrm>
        </p:grpSpPr>
        <p:sp>
          <p:nvSpPr>
            <p:cNvPr id="6933" name="Google Shape;6933;p62"/>
            <p:cNvSpPr/>
            <p:nvPr/>
          </p:nvSpPr>
          <p:spPr>
            <a:xfrm>
              <a:off x="7087217" y="1503602"/>
              <a:ext cx="362398" cy="356163"/>
            </a:xfrm>
            <a:custGeom>
              <a:avLst/>
              <a:gdLst/>
              <a:ahLst/>
              <a:cxnLst/>
              <a:rect l="l" t="t" r="r" b="b"/>
              <a:pathLst>
                <a:path w="13832" h="13594" extrusionOk="0">
                  <a:moveTo>
                    <a:pt x="7471" y="1"/>
                  </a:moveTo>
                  <a:cubicBezTo>
                    <a:pt x="7135" y="1"/>
                    <a:pt x="6811" y="190"/>
                    <a:pt x="6633" y="490"/>
                  </a:cubicBezTo>
                  <a:cubicBezTo>
                    <a:pt x="6087" y="1420"/>
                    <a:pt x="5512" y="2944"/>
                    <a:pt x="5713" y="5062"/>
                  </a:cubicBezTo>
                  <a:cubicBezTo>
                    <a:pt x="4448" y="5944"/>
                    <a:pt x="3297" y="6989"/>
                    <a:pt x="2291" y="8158"/>
                  </a:cubicBezTo>
                  <a:cubicBezTo>
                    <a:pt x="1457" y="9136"/>
                    <a:pt x="719" y="10190"/>
                    <a:pt x="96" y="11312"/>
                  </a:cubicBezTo>
                  <a:cubicBezTo>
                    <a:pt x="0" y="11465"/>
                    <a:pt x="29" y="11676"/>
                    <a:pt x="163" y="11801"/>
                  </a:cubicBezTo>
                  <a:lnTo>
                    <a:pt x="1812" y="13468"/>
                  </a:lnTo>
                  <a:cubicBezTo>
                    <a:pt x="1896" y="13553"/>
                    <a:pt x="2005" y="13594"/>
                    <a:pt x="2112" y="13594"/>
                  </a:cubicBezTo>
                  <a:cubicBezTo>
                    <a:pt x="2260" y="13594"/>
                    <a:pt x="2405" y="13517"/>
                    <a:pt x="2483" y="13373"/>
                  </a:cubicBezTo>
                  <a:cubicBezTo>
                    <a:pt x="3087" y="12194"/>
                    <a:pt x="3834" y="11091"/>
                    <a:pt x="4697" y="10085"/>
                  </a:cubicBezTo>
                  <a:cubicBezTo>
                    <a:pt x="6259" y="8292"/>
                    <a:pt x="7793" y="7104"/>
                    <a:pt x="9844" y="6289"/>
                  </a:cubicBezTo>
                  <a:lnTo>
                    <a:pt x="10688" y="5963"/>
                  </a:lnTo>
                  <a:cubicBezTo>
                    <a:pt x="11665" y="5628"/>
                    <a:pt x="12682" y="5407"/>
                    <a:pt x="13707" y="5292"/>
                  </a:cubicBezTo>
                  <a:cubicBezTo>
                    <a:pt x="13784" y="5283"/>
                    <a:pt x="13832" y="5225"/>
                    <a:pt x="13832" y="5148"/>
                  </a:cubicBezTo>
                  <a:lnTo>
                    <a:pt x="13832" y="2340"/>
                  </a:lnTo>
                  <a:cubicBezTo>
                    <a:pt x="13832" y="2254"/>
                    <a:pt x="13765" y="2196"/>
                    <a:pt x="13688" y="2196"/>
                  </a:cubicBezTo>
                  <a:cubicBezTo>
                    <a:pt x="12011" y="2359"/>
                    <a:pt x="10381" y="2762"/>
                    <a:pt x="8819" y="3394"/>
                  </a:cubicBezTo>
                  <a:cubicBezTo>
                    <a:pt x="9029" y="2177"/>
                    <a:pt x="9815" y="998"/>
                    <a:pt x="10525" y="337"/>
                  </a:cubicBezTo>
                  <a:cubicBezTo>
                    <a:pt x="10647" y="215"/>
                    <a:pt x="10567" y="1"/>
                    <a:pt x="10401" y="1"/>
                  </a:cubicBezTo>
                  <a:cubicBezTo>
                    <a:pt x="10398" y="1"/>
                    <a:pt x="10394" y="1"/>
                    <a:pt x="10391" y="1"/>
                  </a:cubicBezTo>
                  <a:lnTo>
                    <a:pt x="7496" y="1"/>
                  </a:lnTo>
                  <a:cubicBezTo>
                    <a:pt x="7488" y="1"/>
                    <a:pt x="7479" y="1"/>
                    <a:pt x="7471" y="1"/>
                  </a:cubicBezTo>
                  <a:close/>
                </a:path>
              </a:pathLst>
            </a:custGeom>
            <a:solidFill>
              <a:srgbClr val="C7CF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4" name="Google Shape;6934;p62"/>
            <p:cNvSpPr/>
            <p:nvPr/>
          </p:nvSpPr>
          <p:spPr>
            <a:xfrm>
              <a:off x="7140953" y="1772833"/>
              <a:ext cx="23135" cy="19781"/>
            </a:xfrm>
            <a:custGeom>
              <a:avLst/>
              <a:gdLst/>
              <a:ahLst/>
              <a:cxnLst/>
              <a:rect l="l" t="t" r="r" b="b"/>
              <a:pathLst>
                <a:path w="883" h="755" extrusionOk="0">
                  <a:moveTo>
                    <a:pt x="508" y="1"/>
                  </a:moveTo>
                  <a:cubicBezTo>
                    <a:pt x="173" y="1"/>
                    <a:pt x="0" y="403"/>
                    <a:pt x="240" y="643"/>
                  </a:cubicBezTo>
                  <a:cubicBezTo>
                    <a:pt x="317" y="720"/>
                    <a:pt x="411" y="754"/>
                    <a:pt x="503" y="754"/>
                  </a:cubicBezTo>
                  <a:cubicBezTo>
                    <a:pt x="697" y="754"/>
                    <a:pt x="882" y="602"/>
                    <a:pt x="882" y="374"/>
                  </a:cubicBezTo>
                  <a:cubicBezTo>
                    <a:pt x="882" y="163"/>
                    <a:pt x="710" y="1"/>
                    <a:pt x="508"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5" name="Google Shape;6935;p62"/>
            <p:cNvSpPr/>
            <p:nvPr/>
          </p:nvSpPr>
          <p:spPr>
            <a:xfrm>
              <a:off x="7278818" y="1541277"/>
              <a:ext cx="23135" cy="19912"/>
            </a:xfrm>
            <a:custGeom>
              <a:avLst/>
              <a:gdLst/>
              <a:ahLst/>
              <a:cxnLst/>
              <a:rect l="l" t="t" r="r" b="b"/>
              <a:pathLst>
                <a:path w="883" h="760" extrusionOk="0">
                  <a:moveTo>
                    <a:pt x="509" y="1"/>
                  </a:moveTo>
                  <a:cubicBezTo>
                    <a:pt x="173" y="1"/>
                    <a:pt x="1" y="413"/>
                    <a:pt x="240" y="653"/>
                  </a:cubicBezTo>
                  <a:cubicBezTo>
                    <a:pt x="317" y="727"/>
                    <a:pt x="411" y="760"/>
                    <a:pt x="503" y="760"/>
                  </a:cubicBezTo>
                  <a:cubicBezTo>
                    <a:pt x="697" y="760"/>
                    <a:pt x="883" y="612"/>
                    <a:pt x="883" y="384"/>
                  </a:cubicBezTo>
                  <a:cubicBezTo>
                    <a:pt x="883" y="173"/>
                    <a:pt x="720" y="1"/>
                    <a:pt x="509"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6" name="Google Shape;6936;p62"/>
            <p:cNvSpPr/>
            <p:nvPr/>
          </p:nvSpPr>
          <p:spPr>
            <a:xfrm>
              <a:off x="7322781" y="1635204"/>
              <a:ext cx="23108" cy="19781"/>
            </a:xfrm>
            <a:custGeom>
              <a:avLst/>
              <a:gdLst/>
              <a:ahLst/>
              <a:cxnLst/>
              <a:rect l="l" t="t" r="r" b="b"/>
              <a:pathLst>
                <a:path w="882" h="755" extrusionOk="0">
                  <a:moveTo>
                    <a:pt x="508" y="1"/>
                  </a:moveTo>
                  <a:cubicBezTo>
                    <a:pt x="173" y="1"/>
                    <a:pt x="0" y="403"/>
                    <a:pt x="240" y="643"/>
                  </a:cubicBezTo>
                  <a:cubicBezTo>
                    <a:pt x="317" y="720"/>
                    <a:pt x="411" y="755"/>
                    <a:pt x="503" y="755"/>
                  </a:cubicBezTo>
                  <a:cubicBezTo>
                    <a:pt x="697" y="755"/>
                    <a:pt x="882" y="602"/>
                    <a:pt x="882" y="375"/>
                  </a:cubicBezTo>
                  <a:cubicBezTo>
                    <a:pt x="882" y="164"/>
                    <a:pt x="719" y="1"/>
                    <a:pt x="508"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7" name="Google Shape;6937;p62"/>
            <p:cNvSpPr/>
            <p:nvPr/>
          </p:nvSpPr>
          <p:spPr>
            <a:xfrm>
              <a:off x="7258722" y="1616367"/>
              <a:ext cx="23397" cy="19781"/>
            </a:xfrm>
            <a:custGeom>
              <a:avLst/>
              <a:gdLst/>
              <a:ahLst/>
              <a:cxnLst/>
              <a:rect l="l" t="t" r="r" b="b"/>
              <a:pathLst>
                <a:path w="893" h="755" extrusionOk="0">
                  <a:moveTo>
                    <a:pt x="526" y="0"/>
                  </a:moveTo>
                  <a:cubicBezTo>
                    <a:pt x="520" y="0"/>
                    <a:pt x="514" y="1"/>
                    <a:pt x="509" y="1"/>
                  </a:cubicBezTo>
                  <a:cubicBezTo>
                    <a:pt x="173" y="1"/>
                    <a:pt x="1" y="403"/>
                    <a:pt x="240" y="643"/>
                  </a:cubicBezTo>
                  <a:cubicBezTo>
                    <a:pt x="318" y="720"/>
                    <a:pt x="412" y="755"/>
                    <a:pt x="504" y="755"/>
                  </a:cubicBezTo>
                  <a:cubicBezTo>
                    <a:pt x="698" y="755"/>
                    <a:pt x="883" y="602"/>
                    <a:pt x="883" y="375"/>
                  </a:cubicBezTo>
                  <a:cubicBezTo>
                    <a:pt x="892" y="169"/>
                    <a:pt x="729" y="0"/>
                    <a:pt x="526"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8" name="Google Shape;6938;p62"/>
            <p:cNvSpPr/>
            <p:nvPr/>
          </p:nvSpPr>
          <p:spPr>
            <a:xfrm>
              <a:off x="7231370" y="1692713"/>
              <a:ext cx="23108" cy="19912"/>
            </a:xfrm>
            <a:custGeom>
              <a:avLst/>
              <a:gdLst/>
              <a:ahLst/>
              <a:cxnLst/>
              <a:rect l="l" t="t" r="r" b="b"/>
              <a:pathLst>
                <a:path w="882" h="760" extrusionOk="0">
                  <a:moveTo>
                    <a:pt x="508" y="1"/>
                  </a:moveTo>
                  <a:cubicBezTo>
                    <a:pt x="163" y="1"/>
                    <a:pt x="0" y="413"/>
                    <a:pt x="240" y="653"/>
                  </a:cubicBezTo>
                  <a:cubicBezTo>
                    <a:pt x="314" y="727"/>
                    <a:pt x="407" y="760"/>
                    <a:pt x="498" y="760"/>
                  </a:cubicBezTo>
                  <a:cubicBezTo>
                    <a:pt x="692" y="760"/>
                    <a:pt x="882" y="612"/>
                    <a:pt x="882" y="384"/>
                  </a:cubicBezTo>
                  <a:cubicBezTo>
                    <a:pt x="882" y="173"/>
                    <a:pt x="709" y="1"/>
                    <a:pt x="508"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9" name="Google Shape;6939;p62"/>
            <p:cNvSpPr/>
            <p:nvPr/>
          </p:nvSpPr>
          <p:spPr>
            <a:xfrm>
              <a:off x="7399626" y="1590009"/>
              <a:ext cx="23135" cy="19833"/>
            </a:xfrm>
            <a:custGeom>
              <a:avLst/>
              <a:gdLst/>
              <a:ahLst/>
              <a:cxnLst/>
              <a:rect l="l" t="t" r="r" b="b"/>
              <a:pathLst>
                <a:path w="883" h="757" extrusionOk="0">
                  <a:moveTo>
                    <a:pt x="508" y="0"/>
                  </a:moveTo>
                  <a:cubicBezTo>
                    <a:pt x="163" y="0"/>
                    <a:pt x="0" y="413"/>
                    <a:pt x="240" y="643"/>
                  </a:cubicBezTo>
                  <a:cubicBezTo>
                    <a:pt x="315" y="721"/>
                    <a:pt x="411" y="757"/>
                    <a:pt x="504" y="757"/>
                  </a:cubicBezTo>
                  <a:cubicBezTo>
                    <a:pt x="696" y="757"/>
                    <a:pt x="882" y="609"/>
                    <a:pt x="882" y="384"/>
                  </a:cubicBezTo>
                  <a:cubicBezTo>
                    <a:pt x="882" y="173"/>
                    <a:pt x="710" y="0"/>
                    <a:pt x="508"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0" name="Google Shape;6940;p62"/>
            <p:cNvSpPr/>
            <p:nvPr/>
          </p:nvSpPr>
          <p:spPr>
            <a:xfrm>
              <a:off x="7108806" y="1792431"/>
              <a:ext cx="23135" cy="19833"/>
            </a:xfrm>
            <a:custGeom>
              <a:avLst/>
              <a:gdLst/>
              <a:ahLst/>
              <a:cxnLst/>
              <a:rect l="l" t="t" r="r" b="b"/>
              <a:pathLst>
                <a:path w="883" h="757" extrusionOk="0">
                  <a:moveTo>
                    <a:pt x="508" y="0"/>
                  </a:moveTo>
                  <a:cubicBezTo>
                    <a:pt x="173" y="0"/>
                    <a:pt x="0" y="412"/>
                    <a:pt x="240" y="642"/>
                  </a:cubicBezTo>
                  <a:cubicBezTo>
                    <a:pt x="319" y="721"/>
                    <a:pt x="415" y="756"/>
                    <a:pt x="509" y="756"/>
                  </a:cubicBezTo>
                  <a:cubicBezTo>
                    <a:pt x="701" y="756"/>
                    <a:pt x="882" y="609"/>
                    <a:pt x="882" y="384"/>
                  </a:cubicBezTo>
                  <a:cubicBezTo>
                    <a:pt x="882" y="173"/>
                    <a:pt x="719" y="0"/>
                    <a:pt x="508"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1" name="Google Shape;6941;p62"/>
            <p:cNvSpPr/>
            <p:nvPr/>
          </p:nvSpPr>
          <p:spPr>
            <a:xfrm>
              <a:off x="7128639" y="1823320"/>
              <a:ext cx="23135" cy="19755"/>
            </a:xfrm>
            <a:custGeom>
              <a:avLst/>
              <a:gdLst/>
              <a:ahLst/>
              <a:cxnLst/>
              <a:rect l="l" t="t" r="r" b="b"/>
              <a:pathLst>
                <a:path w="883" h="754" extrusionOk="0">
                  <a:moveTo>
                    <a:pt x="509" y="0"/>
                  </a:moveTo>
                  <a:cubicBezTo>
                    <a:pt x="173" y="0"/>
                    <a:pt x="1" y="403"/>
                    <a:pt x="240" y="642"/>
                  </a:cubicBezTo>
                  <a:cubicBezTo>
                    <a:pt x="317" y="720"/>
                    <a:pt x="412" y="754"/>
                    <a:pt x="504" y="754"/>
                  </a:cubicBezTo>
                  <a:cubicBezTo>
                    <a:pt x="697" y="754"/>
                    <a:pt x="882" y="601"/>
                    <a:pt x="882" y="374"/>
                  </a:cubicBezTo>
                  <a:cubicBezTo>
                    <a:pt x="882" y="163"/>
                    <a:pt x="710" y="0"/>
                    <a:pt x="509"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2" name="Google Shape;6942;p62"/>
            <p:cNvSpPr/>
            <p:nvPr/>
          </p:nvSpPr>
          <p:spPr>
            <a:xfrm>
              <a:off x="7129635" y="1561137"/>
              <a:ext cx="319981" cy="298628"/>
            </a:xfrm>
            <a:custGeom>
              <a:avLst/>
              <a:gdLst/>
              <a:ahLst/>
              <a:cxnLst/>
              <a:rect l="l" t="t" r="r" b="b"/>
              <a:pathLst>
                <a:path w="12213" h="11398" extrusionOk="0">
                  <a:moveTo>
                    <a:pt x="12059" y="0"/>
                  </a:moveTo>
                  <a:cubicBezTo>
                    <a:pt x="11916" y="10"/>
                    <a:pt x="11733" y="38"/>
                    <a:pt x="11609" y="58"/>
                  </a:cubicBezTo>
                  <a:lnTo>
                    <a:pt x="11609" y="1620"/>
                  </a:lnTo>
                  <a:cubicBezTo>
                    <a:pt x="11609" y="2099"/>
                    <a:pt x="11264" y="2511"/>
                    <a:pt x="10785" y="2588"/>
                  </a:cubicBezTo>
                  <a:cubicBezTo>
                    <a:pt x="9999" y="2713"/>
                    <a:pt x="9222" y="2914"/>
                    <a:pt x="8465" y="3173"/>
                  </a:cubicBezTo>
                  <a:lnTo>
                    <a:pt x="7621" y="3489"/>
                  </a:lnTo>
                  <a:cubicBezTo>
                    <a:pt x="5570" y="4304"/>
                    <a:pt x="4027" y="5492"/>
                    <a:pt x="2474" y="7295"/>
                  </a:cubicBezTo>
                  <a:cubicBezTo>
                    <a:pt x="1477" y="8435"/>
                    <a:pt x="643" y="9710"/>
                    <a:pt x="1" y="11090"/>
                  </a:cubicBezTo>
                  <a:lnTo>
                    <a:pt x="193" y="11272"/>
                  </a:lnTo>
                  <a:cubicBezTo>
                    <a:pt x="273" y="11356"/>
                    <a:pt x="379" y="11397"/>
                    <a:pt x="486" y="11397"/>
                  </a:cubicBezTo>
                  <a:cubicBezTo>
                    <a:pt x="634" y="11397"/>
                    <a:pt x="781" y="11318"/>
                    <a:pt x="854" y="11167"/>
                  </a:cubicBezTo>
                  <a:cubicBezTo>
                    <a:pt x="1468" y="9998"/>
                    <a:pt x="2206" y="8895"/>
                    <a:pt x="3078" y="7889"/>
                  </a:cubicBezTo>
                  <a:cubicBezTo>
                    <a:pt x="4631" y="6096"/>
                    <a:pt x="6174" y="4908"/>
                    <a:pt x="8225" y="4093"/>
                  </a:cubicBezTo>
                  <a:lnTo>
                    <a:pt x="9069" y="3767"/>
                  </a:lnTo>
                  <a:cubicBezTo>
                    <a:pt x="10046" y="3432"/>
                    <a:pt x="11063" y="3202"/>
                    <a:pt x="12088" y="3087"/>
                  </a:cubicBezTo>
                  <a:cubicBezTo>
                    <a:pt x="12155" y="3087"/>
                    <a:pt x="12213" y="3019"/>
                    <a:pt x="12213" y="2952"/>
                  </a:cubicBezTo>
                  <a:lnTo>
                    <a:pt x="12213" y="144"/>
                  </a:lnTo>
                  <a:cubicBezTo>
                    <a:pt x="12213" y="58"/>
                    <a:pt x="12146" y="0"/>
                    <a:pt x="12059" y="0"/>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3" name="Google Shape;6943;p62"/>
            <p:cNvSpPr/>
            <p:nvPr/>
          </p:nvSpPr>
          <p:spPr>
            <a:xfrm>
              <a:off x="7117583" y="1646523"/>
              <a:ext cx="107027" cy="112162"/>
            </a:xfrm>
            <a:custGeom>
              <a:avLst/>
              <a:gdLst/>
              <a:ahLst/>
              <a:cxnLst/>
              <a:rect l="l" t="t" r="r" b="b"/>
              <a:pathLst>
                <a:path w="4085" h="4281" extrusionOk="0">
                  <a:moveTo>
                    <a:pt x="4027" y="0"/>
                  </a:moveTo>
                  <a:cubicBezTo>
                    <a:pt x="2963" y="796"/>
                    <a:pt x="1995" y="1706"/>
                    <a:pt x="1132" y="2713"/>
                  </a:cubicBezTo>
                  <a:cubicBezTo>
                    <a:pt x="710" y="3211"/>
                    <a:pt x="327" y="3700"/>
                    <a:pt x="1" y="4170"/>
                  </a:cubicBezTo>
                  <a:cubicBezTo>
                    <a:pt x="20" y="4169"/>
                    <a:pt x="37" y="4169"/>
                    <a:pt x="54" y="4169"/>
                  </a:cubicBezTo>
                  <a:cubicBezTo>
                    <a:pt x="347" y="4169"/>
                    <a:pt x="368" y="4280"/>
                    <a:pt x="565" y="4280"/>
                  </a:cubicBezTo>
                  <a:cubicBezTo>
                    <a:pt x="635" y="4280"/>
                    <a:pt x="728" y="4266"/>
                    <a:pt x="864" y="4227"/>
                  </a:cubicBezTo>
                  <a:cubicBezTo>
                    <a:pt x="1122" y="4160"/>
                    <a:pt x="1343" y="3844"/>
                    <a:pt x="1640" y="3690"/>
                  </a:cubicBezTo>
                  <a:cubicBezTo>
                    <a:pt x="1899" y="3556"/>
                    <a:pt x="2282" y="3585"/>
                    <a:pt x="2531" y="3374"/>
                  </a:cubicBezTo>
                  <a:cubicBezTo>
                    <a:pt x="2761" y="3192"/>
                    <a:pt x="2819" y="2818"/>
                    <a:pt x="3011" y="2559"/>
                  </a:cubicBezTo>
                  <a:cubicBezTo>
                    <a:pt x="3193" y="2329"/>
                    <a:pt x="3538" y="2176"/>
                    <a:pt x="3672" y="1879"/>
                  </a:cubicBezTo>
                  <a:cubicBezTo>
                    <a:pt x="3787" y="1610"/>
                    <a:pt x="3672" y="1246"/>
                    <a:pt x="3739" y="930"/>
                  </a:cubicBezTo>
                  <a:cubicBezTo>
                    <a:pt x="3806" y="652"/>
                    <a:pt x="4065" y="374"/>
                    <a:pt x="4084" y="48"/>
                  </a:cubicBezTo>
                  <a:lnTo>
                    <a:pt x="4027" y="0"/>
                  </a:lnTo>
                  <a:close/>
                </a:path>
              </a:pathLst>
            </a:custGeom>
            <a:solidFill>
              <a:srgbClr val="CC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4" name="Google Shape;6944;p62"/>
            <p:cNvSpPr/>
            <p:nvPr/>
          </p:nvSpPr>
          <p:spPr>
            <a:xfrm>
              <a:off x="7117347" y="1646523"/>
              <a:ext cx="107499" cy="112057"/>
            </a:xfrm>
            <a:custGeom>
              <a:avLst/>
              <a:gdLst/>
              <a:ahLst/>
              <a:cxnLst/>
              <a:rect l="l" t="t" r="r" b="b"/>
              <a:pathLst>
                <a:path w="4103" h="4277" extrusionOk="0">
                  <a:moveTo>
                    <a:pt x="4036" y="0"/>
                  </a:moveTo>
                  <a:cubicBezTo>
                    <a:pt x="3796" y="182"/>
                    <a:pt x="3556" y="364"/>
                    <a:pt x="3317" y="566"/>
                  </a:cubicBezTo>
                  <a:cubicBezTo>
                    <a:pt x="3269" y="872"/>
                    <a:pt x="3365" y="1198"/>
                    <a:pt x="3250" y="1438"/>
                  </a:cubicBezTo>
                  <a:cubicBezTo>
                    <a:pt x="3125" y="1745"/>
                    <a:pt x="2770" y="1888"/>
                    <a:pt x="2598" y="2118"/>
                  </a:cubicBezTo>
                  <a:cubicBezTo>
                    <a:pt x="2397" y="2377"/>
                    <a:pt x="2339" y="2751"/>
                    <a:pt x="2119" y="2943"/>
                  </a:cubicBezTo>
                  <a:cubicBezTo>
                    <a:pt x="1860" y="3144"/>
                    <a:pt x="1476" y="3125"/>
                    <a:pt x="1218" y="3250"/>
                  </a:cubicBezTo>
                  <a:cubicBezTo>
                    <a:pt x="920" y="3403"/>
                    <a:pt x="700" y="3719"/>
                    <a:pt x="441" y="3796"/>
                  </a:cubicBezTo>
                  <a:cubicBezTo>
                    <a:pt x="374" y="3815"/>
                    <a:pt x="307" y="3825"/>
                    <a:pt x="240" y="3844"/>
                  </a:cubicBezTo>
                  <a:cubicBezTo>
                    <a:pt x="163" y="3949"/>
                    <a:pt x="87" y="4055"/>
                    <a:pt x="0" y="4170"/>
                  </a:cubicBezTo>
                  <a:cubicBezTo>
                    <a:pt x="20" y="4169"/>
                    <a:pt x="38" y="4169"/>
                    <a:pt x="56" y="4169"/>
                  </a:cubicBezTo>
                  <a:cubicBezTo>
                    <a:pt x="348" y="4169"/>
                    <a:pt x="373" y="4276"/>
                    <a:pt x="572" y="4276"/>
                  </a:cubicBezTo>
                  <a:cubicBezTo>
                    <a:pt x="641" y="4276"/>
                    <a:pt x="732" y="4263"/>
                    <a:pt x="863" y="4227"/>
                  </a:cubicBezTo>
                  <a:cubicBezTo>
                    <a:pt x="1122" y="4151"/>
                    <a:pt x="1342" y="3834"/>
                    <a:pt x="1639" y="3681"/>
                  </a:cubicBezTo>
                  <a:cubicBezTo>
                    <a:pt x="1898" y="3556"/>
                    <a:pt x="2291" y="3575"/>
                    <a:pt x="2540" y="3365"/>
                  </a:cubicBezTo>
                  <a:cubicBezTo>
                    <a:pt x="2770" y="3182"/>
                    <a:pt x="2828" y="2809"/>
                    <a:pt x="3020" y="2550"/>
                  </a:cubicBezTo>
                  <a:cubicBezTo>
                    <a:pt x="3192" y="2320"/>
                    <a:pt x="3547" y="2166"/>
                    <a:pt x="3671" y="1869"/>
                  </a:cubicBezTo>
                  <a:cubicBezTo>
                    <a:pt x="3796" y="1610"/>
                    <a:pt x="3671" y="1246"/>
                    <a:pt x="3748" y="920"/>
                  </a:cubicBezTo>
                  <a:cubicBezTo>
                    <a:pt x="3815" y="642"/>
                    <a:pt x="4084" y="374"/>
                    <a:pt x="4103" y="38"/>
                  </a:cubicBezTo>
                  <a:lnTo>
                    <a:pt x="4036" y="0"/>
                  </a:ln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5" name="Google Shape;6945;p62"/>
            <p:cNvSpPr/>
            <p:nvPr/>
          </p:nvSpPr>
          <p:spPr>
            <a:xfrm>
              <a:off x="7136421" y="1769322"/>
              <a:ext cx="23135" cy="19912"/>
            </a:xfrm>
            <a:custGeom>
              <a:avLst/>
              <a:gdLst/>
              <a:ahLst/>
              <a:cxnLst/>
              <a:rect l="l" t="t" r="r" b="b"/>
              <a:pathLst>
                <a:path w="883" h="760" extrusionOk="0">
                  <a:moveTo>
                    <a:pt x="499" y="0"/>
                  </a:moveTo>
                  <a:cubicBezTo>
                    <a:pt x="164" y="0"/>
                    <a:pt x="1" y="412"/>
                    <a:pt x="231" y="652"/>
                  </a:cubicBezTo>
                  <a:cubicBezTo>
                    <a:pt x="308" y="726"/>
                    <a:pt x="403" y="759"/>
                    <a:pt x="496" y="759"/>
                  </a:cubicBezTo>
                  <a:cubicBezTo>
                    <a:pt x="693" y="759"/>
                    <a:pt x="883" y="611"/>
                    <a:pt x="883" y="384"/>
                  </a:cubicBezTo>
                  <a:cubicBezTo>
                    <a:pt x="883" y="173"/>
                    <a:pt x="710" y="0"/>
                    <a:pt x="499"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6" name="Google Shape;6946;p62"/>
            <p:cNvSpPr/>
            <p:nvPr/>
          </p:nvSpPr>
          <p:spPr>
            <a:xfrm>
              <a:off x="7274311" y="1538029"/>
              <a:ext cx="23108" cy="19833"/>
            </a:xfrm>
            <a:custGeom>
              <a:avLst/>
              <a:gdLst/>
              <a:ahLst/>
              <a:cxnLst/>
              <a:rect l="l" t="t" r="r" b="b"/>
              <a:pathLst>
                <a:path w="882" h="757" extrusionOk="0">
                  <a:moveTo>
                    <a:pt x="508" y="0"/>
                  </a:moveTo>
                  <a:cubicBezTo>
                    <a:pt x="173" y="0"/>
                    <a:pt x="0" y="412"/>
                    <a:pt x="240" y="642"/>
                  </a:cubicBezTo>
                  <a:cubicBezTo>
                    <a:pt x="318" y="721"/>
                    <a:pt x="415" y="756"/>
                    <a:pt x="509" y="756"/>
                  </a:cubicBezTo>
                  <a:cubicBezTo>
                    <a:pt x="700" y="756"/>
                    <a:pt x="882" y="609"/>
                    <a:pt x="882" y="384"/>
                  </a:cubicBezTo>
                  <a:cubicBezTo>
                    <a:pt x="882" y="173"/>
                    <a:pt x="709" y="0"/>
                    <a:pt x="508"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7" name="Google Shape;6947;p62"/>
            <p:cNvSpPr/>
            <p:nvPr/>
          </p:nvSpPr>
          <p:spPr>
            <a:xfrm>
              <a:off x="7318249" y="1631956"/>
              <a:ext cx="23135" cy="19833"/>
            </a:xfrm>
            <a:custGeom>
              <a:avLst/>
              <a:gdLst/>
              <a:ahLst/>
              <a:cxnLst/>
              <a:rect l="l" t="t" r="r" b="b"/>
              <a:pathLst>
                <a:path w="883" h="757" extrusionOk="0">
                  <a:moveTo>
                    <a:pt x="509" y="0"/>
                  </a:moveTo>
                  <a:cubicBezTo>
                    <a:pt x="173" y="0"/>
                    <a:pt x="1" y="412"/>
                    <a:pt x="240" y="642"/>
                  </a:cubicBezTo>
                  <a:cubicBezTo>
                    <a:pt x="319" y="721"/>
                    <a:pt x="415" y="756"/>
                    <a:pt x="509" y="756"/>
                  </a:cubicBezTo>
                  <a:cubicBezTo>
                    <a:pt x="701" y="756"/>
                    <a:pt x="882" y="609"/>
                    <a:pt x="882" y="384"/>
                  </a:cubicBezTo>
                  <a:cubicBezTo>
                    <a:pt x="882" y="173"/>
                    <a:pt x="710" y="0"/>
                    <a:pt x="509"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8" name="Google Shape;6948;p62"/>
            <p:cNvSpPr/>
            <p:nvPr/>
          </p:nvSpPr>
          <p:spPr>
            <a:xfrm>
              <a:off x="7254216" y="1613118"/>
              <a:ext cx="23135" cy="19833"/>
            </a:xfrm>
            <a:custGeom>
              <a:avLst/>
              <a:gdLst/>
              <a:ahLst/>
              <a:cxnLst/>
              <a:rect l="l" t="t" r="r" b="b"/>
              <a:pathLst>
                <a:path w="883" h="757" extrusionOk="0">
                  <a:moveTo>
                    <a:pt x="508" y="0"/>
                  </a:moveTo>
                  <a:cubicBezTo>
                    <a:pt x="173" y="0"/>
                    <a:pt x="0" y="412"/>
                    <a:pt x="240" y="642"/>
                  </a:cubicBezTo>
                  <a:cubicBezTo>
                    <a:pt x="319" y="721"/>
                    <a:pt x="415" y="756"/>
                    <a:pt x="509" y="756"/>
                  </a:cubicBezTo>
                  <a:cubicBezTo>
                    <a:pt x="701" y="756"/>
                    <a:pt x="882" y="609"/>
                    <a:pt x="882" y="384"/>
                  </a:cubicBezTo>
                  <a:cubicBezTo>
                    <a:pt x="882" y="173"/>
                    <a:pt x="719" y="0"/>
                    <a:pt x="508"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49" name="Google Shape;6949;p62"/>
            <p:cNvSpPr/>
            <p:nvPr/>
          </p:nvSpPr>
          <p:spPr>
            <a:xfrm>
              <a:off x="7226575" y="1689465"/>
              <a:ext cx="23397" cy="19833"/>
            </a:xfrm>
            <a:custGeom>
              <a:avLst/>
              <a:gdLst/>
              <a:ahLst/>
              <a:cxnLst/>
              <a:rect l="l" t="t" r="r" b="b"/>
              <a:pathLst>
                <a:path w="893" h="757" extrusionOk="0">
                  <a:moveTo>
                    <a:pt x="509" y="0"/>
                  </a:moveTo>
                  <a:cubicBezTo>
                    <a:pt x="173" y="0"/>
                    <a:pt x="1" y="412"/>
                    <a:pt x="241" y="642"/>
                  </a:cubicBezTo>
                  <a:cubicBezTo>
                    <a:pt x="319" y="721"/>
                    <a:pt x="417" y="756"/>
                    <a:pt x="512" y="756"/>
                  </a:cubicBezTo>
                  <a:cubicBezTo>
                    <a:pt x="706" y="756"/>
                    <a:pt x="892" y="609"/>
                    <a:pt x="892" y="384"/>
                  </a:cubicBezTo>
                  <a:cubicBezTo>
                    <a:pt x="892" y="173"/>
                    <a:pt x="720" y="0"/>
                    <a:pt x="509"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0" name="Google Shape;6950;p62"/>
            <p:cNvSpPr/>
            <p:nvPr/>
          </p:nvSpPr>
          <p:spPr>
            <a:xfrm>
              <a:off x="7395093" y="1586734"/>
              <a:ext cx="23135" cy="19833"/>
            </a:xfrm>
            <a:custGeom>
              <a:avLst/>
              <a:gdLst/>
              <a:ahLst/>
              <a:cxnLst/>
              <a:rect l="l" t="t" r="r" b="b"/>
              <a:pathLst>
                <a:path w="883" h="757" extrusionOk="0">
                  <a:moveTo>
                    <a:pt x="499" y="1"/>
                  </a:moveTo>
                  <a:cubicBezTo>
                    <a:pt x="164" y="1"/>
                    <a:pt x="1" y="413"/>
                    <a:pt x="231" y="643"/>
                  </a:cubicBezTo>
                  <a:cubicBezTo>
                    <a:pt x="309" y="722"/>
                    <a:pt x="407" y="757"/>
                    <a:pt x="502" y="757"/>
                  </a:cubicBezTo>
                  <a:cubicBezTo>
                    <a:pt x="697" y="757"/>
                    <a:pt x="883" y="609"/>
                    <a:pt x="883" y="384"/>
                  </a:cubicBezTo>
                  <a:cubicBezTo>
                    <a:pt x="883" y="173"/>
                    <a:pt x="710" y="1"/>
                    <a:pt x="499"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1" name="Google Shape;6951;p62"/>
            <p:cNvSpPr/>
            <p:nvPr/>
          </p:nvSpPr>
          <p:spPr>
            <a:xfrm>
              <a:off x="7104273" y="1789156"/>
              <a:ext cx="23135" cy="19912"/>
            </a:xfrm>
            <a:custGeom>
              <a:avLst/>
              <a:gdLst/>
              <a:ahLst/>
              <a:cxnLst/>
              <a:rect l="l" t="t" r="r" b="b"/>
              <a:pathLst>
                <a:path w="883" h="760" extrusionOk="0">
                  <a:moveTo>
                    <a:pt x="509" y="1"/>
                  </a:moveTo>
                  <a:cubicBezTo>
                    <a:pt x="173" y="1"/>
                    <a:pt x="1" y="413"/>
                    <a:pt x="240" y="652"/>
                  </a:cubicBezTo>
                  <a:cubicBezTo>
                    <a:pt x="318" y="726"/>
                    <a:pt x="412" y="760"/>
                    <a:pt x="504" y="760"/>
                  </a:cubicBezTo>
                  <a:cubicBezTo>
                    <a:pt x="697" y="760"/>
                    <a:pt x="883" y="612"/>
                    <a:pt x="883" y="384"/>
                  </a:cubicBezTo>
                  <a:cubicBezTo>
                    <a:pt x="883" y="173"/>
                    <a:pt x="710" y="1"/>
                    <a:pt x="509"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2" name="Google Shape;6952;p62"/>
            <p:cNvSpPr/>
            <p:nvPr/>
          </p:nvSpPr>
          <p:spPr>
            <a:xfrm>
              <a:off x="7124133" y="1820045"/>
              <a:ext cx="23108" cy="19781"/>
            </a:xfrm>
            <a:custGeom>
              <a:avLst/>
              <a:gdLst/>
              <a:ahLst/>
              <a:cxnLst/>
              <a:rect l="l" t="t" r="r" b="b"/>
              <a:pathLst>
                <a:path w="882" h="755" extrusionOk="0">
                  <a:moveTo>
                    <a:pt x="499" y="1"/>
                  </a:moveTo>
                  <a:cubicBezTo>
                    <a:pt x="163" y="1"/>
                    <a:pt x="0" y="403"/>
                    <a:pt x="240" y="643"/>
                  </a:cubicBezTo>
                  <a:cubicBezTo>
                    <a:pt x="314" y="720"/>
                    <a:pt x="407" y="754"/>
                    <a:pt x="499" y="754"/>
                  </a:cubicBezTo>
                  <a:cubicBezTo>
                    <a:pt x="693" y="754"/>
                    <a:pt x="882" y="602"/>
                    <a:pt x="882" y="374"/>
                  </a:cubicBezTo>
                  <a:cubicBezTo>
                    <a:pt x="882" y="164"/>
                    <a:pt x="709" y="1"/>
                    <a:pt x="499"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3" name="Google Shape;6953;p62"/>
            <p:cNvSpPr/>
            <p:nvPr/>
          </p:nvSpPr>
          <p:spPr>
            <a:xfrm>
              <a:off x="7159529" y="1730677"/>
              <a:ext cx="86670" cy="97438"/>
            </a:xfrm>
            <a:custGeom>
              <a:avLst/>
              <a:gdLst/>
              <a:ahLst/>
              <a:cxnLst/>
              <a:rect l="l" t="t" r="r" b="b"/>
              <a:pathLst>
                <a:path w="3308" h="3719" extrusionOk="0">
                  <a:moveTo>
                    <a:pt x="2858" y="0"/>
                  </a:moveTo>
                  <a:cubicBezTo>
                    <a:pt x="2734" y="0"/>
                    <a:pt x="2616" y="11"/>
                    <a:pt x="2512" y="57"/>
                  </a:cubicBezTo>
                  <a:cubicBezTo>
                    <a:pt x="2205" y="191"/>
                    <a:pt x="2061" y="536"/>
                    <a:pt x="1831" y="718"/>
                  </a:cubicBezTo>
                  <a:cubicBezTo>
                    <a:pt x="1573" y="910"/>
                    <a:pt x="1199" y="967"/>
                    <a:pt x="1007" y="1197"/>
                  </a:cubicBezTo>
                  <a:cubicBezTo>
                    <a:pt x="806" y="1447"/>
                    <a:pt x="825" y="1830"/>
                    <a:pt x="700" y="2089"/>
                  </a:cubicBezTo>
                  <a:cubicBezTo>
                    <a:pt x="547" y="2396"/>
                    <a:pt x="231" y="2606"/>
                    <a:pt x="154" y="2865"/>
                  </a:cubicBezTo>
                  <a:cubicBezTo>
                    <a:pt x="1" y="3392"/>
                    <a:pt x="221" y="3258"/>
                    <a:pt x="202" y="3718"/>
                  </a:cubicBezTo>
                  <a:lnTo>
                    <a:pt x="269" y="3718"/>
                  </a:lnTo>
                  <a:cubicBezTo>
                    <a:pt x="758" y="2913"/>
                    <a:pt x="1323" y="2146"/>
                    <a:pt x="1946" y="1427"/>
                  </a:cubicBezTo>
                  <a:cubicBezTo>
                    <a:pt x="2368" y="929"/>
                    <a:pt x="2828" y="459"/>
                    <a:pt x="3308" y="18"/>
                  </a:cubicBezTo>
                  <a:lnTo>
                    <a:pt x="3288" y="9"/>
                  </a:lnTo>
                  <a:cubicBezTo>
                    <a:pt x="3265" y="10"/>
                    <a:pt x="3242" y="10"/>
                    <a:pt x="3220" y="10"/>
                  </a:cubicBezTo>
                  <a:cubicBezTo>
                    <a:pt x="3096" y="10"/>
                    <a:pt x="2974" y="0"/>
                    <a:pt x="2858"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54" name="Google Shape;6954;p62"/>
          <p:cNvGrpSpPr/>
          <p:nvPr/>
        </p:nvGrpSpPr>
        <p:grpSpPr>
          <a:xfrm>
            <a:off x="7964877" y="1320302"/>
            <a:ext cx="378747" cy="361455"/>
            <a:chOff x="7968952" y="1500877"/>
            <a:chExt cx="378747" cy="361455"/>
          </a:xfrm>
        </p:grpSpPr>
        <p:sp>
          <p:nvSpPr>
            <p:cNvPr id="6955" name="Google Shape;6955;p62"/>
            <p:cNvSpPr/>
            <p:nvPr/>
          </p:nvSpPr>
          <p:spPr>
            <a:xfrm>
              <a:off x="8160579" y="1622393"/>
              <a:ext cx="52505" cy="51771"/>
            </a:xfrm>
            <a:custGeom>
              <a:avLst/>
              <a:gdLst/>
              <a:ahLst/>
              <a:cxnLst/>
              <a:rect l="l" t="t" r="r" b="b"/>
              <a:pathLst>
                <a:path w="2004" h="1976" extrusionOk="0">
                  <a:moveTo>
                    <a:pt x="815" y="1"/>
                  </a:moveTo>
                  <a:lnTo>
                    <a:pt x="115" y="701"/>
                  </a:lnTo>
                  <a:cubicBezTo>
                    <a:pt x="0" y="816"/>
                    <a:pt x="0" y="998"/>
                    <a:pt x="115" y="1113"/>
                  </a:cubicBezTo>
                  <a:lnTo>
                    <a:pt x="901" y="1889"/>
                  </a:lnTo>
                  <a:cubicBezTo>
                    <a:pt x="954" y="1947"/>
                    <a:pt x="1026" y="1975"/>
                    <a:pt x="1099" y="1975"/>
                  </a:cubicBezTo>
                  <a:cubicBezTo>
                    <a:pt x="1172" y="1975"/>
                    <a:pt x="1246" y="1947"/>
                    <a:pt x="1304" y="1889"/>
                  </a:cubicBezTo>
                  <a:lnTo>
                    <a:pt x="2003" y="1189"/>
                  </a:lnTo>
                  <a:cubicBezTo>
                    <a:pt x="1754" y="1065"/>
                    <a:pt x="1524" y="892"/>
                    <a:pt x="1323" y="691"/>
                  </a:cubicBezTo>
                  <a:cubicBezTo>
                    <a:pt x="1112" y="490"/>
                    <a:pt x="949" y="260"/>
                    <a:pt x="815"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6" name="Google Shape;6956;p62"/>
            <p:cNvSpPr/>
            <p:nvPr/>
          </p:nvSpPr>
          <p:spPr>
            <a:xfrm>
              <a:off x="8163592" y="1642750"/>
              <a:ext cx="49728" cy="31230"/>
            </a:xfrm>
            <a:custGeom>
              <a:avLst/>
              <a:gdLst/>
              <a:ahLst/>
              <a:cxnLst/>
              <a:rect l="l" t="t" r="r" b="b"/>
              <a:pathLst>
                <a:path w="1898" h="1192" extrusionOk="0">
                  <a:moveTo>
                    <a:pt x="0" y="326"/>
                  </a:moveTo>
                  <a:lnTo>
                    <a:pt x="278" y="614"/>
                  </a:lnTo>
                  <a:cubicBezTo>
                    <a:pt x="291" y="626"/>
                    <a:pt x="305" y="636"/>
                    <a:pt x="319" y="645"/>
                  </a:cubicBezTo>
                  <a:lnTo>
                    <a:pt x="319" y="645"/>
                  </a:lnTo>
                  <a:lnTo>
                    <a:pt x="0" y="326"/>
                  </a:lnTo>
                  <a:close/>
                  <a:moveTo>
                    <a:pt x="1294" y="0"/>
                  </a:moveTo>
                  <a:lnTo>
                    <a:pt x="690" y="614"/>
                  </a:lnTo>
                  <a:cubicBezTo>
                    <a:pt x="633" y="666"/>
                    <a:pt x="558" y="693"/>
                    <a:pt x="484" y="693"/>
                  </a:cubicBezTo>
                  <a:cubicBezTo>
                    <a:pt x="427" y="693"/>
                    <a:pt x="369" y="677"/>
                    <a:pt x="319" y="645"/>
                  </a:cubicBezTo>
                  <a:lnTo>
                    <a:pt x="319" y="645"/>
                  </a:lnTo>
                  <a:lnTo>
                    <a:pt x="786" y="1112"/>
                  </a:lnTo>
                  <a:cubicBezTo>
                    <a:pt x="839" y="1165"/>
                    <a:pt x="911" y="1191"/>
                    <a:pt x="984" y="1191"/>
                  </a:cubicBezTo>
                  <a:cubicBezTo>
                    <a:pt x="1057" y="1191"/>
                    <a:pt x="1131" y="1165"/>
                    <a:pt x="1189" y="1112"/>
                  </a:cubicBezTo>
                  <a:lnTo>
                    <a:pt x="1898" y="403"/>
                  </a:lnTo>
                  <a:cubicBezTo>
                    <a:pt x="1677" y="297"/>
                    <a:pt x="1476" y="163"/>
                    <a:pt x="1294" y="0"/>
                  </a:cubicBezTo>
                  <a:close/>
                </a:path>
              </a:pathLst>
            </a:custGeom>
            <a:solidFill>
              <a:srgbClr val="AFBA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7" name="Google Shape;6957;p62"/>
            <p:cNvSpPr/>
            <p:nvPr/>
          </p:nvSpPr>
          <p:spPr>
            <a:xfrm>
              <a:off x="7968952" y="1652549"/>
              <a:ext cx="215233" cy="209364"/>
            </a:xfrm>
            <a:custGeom>
              <a:avLst/>
              <a:gdLst/>
              <a:ahLst/>
              <a:cxnLst/>
              <a:rect l="l" t="t" r="r" b="b"/>
              <a:pathLst>
                <a:path w="8215" h="7991" extrusionOk="0">
                  <a:moveTo>
                    <a:pt x="7458" y="0"/>
                  </a:moveTo>
                  <a:cubicBezTo>
                    <a:pt x="7113" y="297"/>
                    <a:pt x="6490" y="978"/>
                    <a:pt x="5982" y="2377"/>
                  </a:cubicBezTo>
                  <a:cubicBezTo>
                    <a:pt x="5522" y="3652"/>
                    <a:pt x="4716" y="4151"/>
                    <a:pt x="3499" y="4151"/>
                  </a:cubicBezTo>
                  <a:cubicBezTo>
                    <a:pt x="911" y="4151"/>
                    <a:pt x="0" y="7736"/>
                    <a:pt x="173" y="7898"/>
                  </a:cubicBezTo>
                  <a:cubicBezTo>
                    <a:pt x="202" y="7937"/>
                    <a:pt x="240" y="7956"/>
                    <a:pt x="278" y="7985"/>
                  </a:cubicBezTo>
                  <a:cubicBezTo>
                    <a:pt x="284" y="7989"/>
                    <a:pt x="291" y="7990"/>
                    <a:pt x="298" y="7990"/>
                  </a:cubicBezTo>
                  <a:cubicBezTo>
                    <a:pt x="581" y="7990"/>
                    <a:pt x="1705" y="5184"/>
                    <a:pt x="3671" y="5184"/>
                  </a:cubicBezTo>
                  <a:cubicBezTo>
                    <a:pt x="3700" y="5184"/>
                    <a:pt x="3729" y="5185"/>
                    <a:pt x="3758" y="5186"/>
                  </a:cubicBezTo>
                  <a:cubicBezTo>
                    <a:pt x="3800" y="5187"/>
                    <a:pt x="3842" y="5188"/>
                    <a:pt x="3885" y="5188"/>
                  </a:cubicBezTo>
                  <a:cubicBezTo>
                    <a:pt x="5152" y="5188"/>
                    <a:pt x="6367" y="4485"/>
                    <a:pt x="6988" y="2732"/>
                  </a:cubicBezTo>
                  <a:cubicBezTo>
                    <a:pt x="7487" y="1342"/>
                    <a:pt x="8081" y="853"/>
                    <a:pt x="8215" y="748"/>
                  </a:cubicBezTo>
                  <a:lnTo>
                    <a:pt x="7458" y="0"/>
                  </a:ln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8" name="Google Shape;6958;p62"/>
            <p:cNvSpPr/>
            <p:nvPr/>
          </p:nvSpPr>
          <p:spPr>
            <a:xfrm>
              <a:off x="8164587" y="1652287"/>
              <a:ext cx="9825" cy="10061"/>
            </a:xfrm>
            <a:custGeom>
              <a:avLst/>
              <a:gdLst/>
              <a:ahLst/>
              <a:cxnLst/>
              <a:rect l="l" t="t" r="r" b="b"/>
              <a:pathLst>
                <a:path w="375" h="384" extrusionOk="0">
                  <a:moveTo>
                    <a:pt x="374" y="384"/>
                  </a:moveTo>
                  <a:lnTo>
                    <a:pt x="0" y="1"/>
                  </a:ln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9" name="Google Shape;6959;p62"/>
            <p:cNvSpPr/>
            <p:nvPr/>
          </p:nvSpPr>
          <p:spPr>
            <a:xfrm>
              <a:off x="7972463" y="1662583"/>
              <a:ext cx="211722" cy="199565"/>
            </a:xfrm>
            <a:custGeom>
              <a:avLst/>
              <a:gdLst/>
              <a:ahLst/>
              <a:cxnLst/>
              <a:rect l="l" t="t" r="r" b="b"/>
              <a:pathLst>
                <a:path w="8081" h="7617" extrusionOk="0">
                  <a:moveTo>
                    <a:pt x="7717" y="1"/>
                  </a:moveTo>
                  <a:cubicBezTo>
                    <a:pt x="7583" y="96"/>
                    <a:pt x="6988" y="595"/>
                    <a:pt x="6490" y="1975"/>
                  </a:cubicBezTo>
                  <a:cubicBezTo>
                    <a:pt x="5859" y="3729"/>
                    <a:pt x="4644" y="4441"/>
                    <a:pt x="3384" y="4441"/>
                  </a:cubicBezTo>
                  <a:cubicBezTo>
                    <a:pt x="3342" y="4441"/>
                    <a:pt x="3301" y="4440"/>
                    <a:pt x="3260" y="4439"/>
                  </a:cubicBezTo>
                  <a:cubicBezTo>
                    <a:pt x="3230" y="4437"/>
                    <a:pt x="3200" y="4437"/>
                    <a:pt x="3171" y="4437"/>
                  </a:cubicBezTo>
                  <a:cubicBezTo>
                    <a:pt x="1658" y="4437"/>
                    <a:pt x="642" y="6112"/>
                    <a:pt x="125" y="6873"/>
                  </a:cubicBezTo>
                  <a:cubicBezTo>
                    <a:pt x="20" y="7237"/>
                    <a:pt x="1" y="7477"/>
                    <a:pt x="39" y="7525"/>
                  </a:cubicBezTo>
                  <a:cubicBezTo>
                    <a:pt x="68" y="7554"/>
                    <a:pt x="106" y="7583"/>
                    <a:pt x="144" y="7611"/>
                  </a:cubicBezTo>
                  <a:cubicBezTo>
                    <a:pt x="150" y="7615"/>
                    <a:pt x="156" y="7616"/>
                    <a:pt x="163" y="7616"/>
                  </a:cubicBezTo>
                  <a:cubicBezTo>
                    <a:pt x="445" y="7616"/>
                    <a:pt x="1581" y="4801"/>
                    <a:pt x="3556" y="4801"/>
                  </a:cubicBezTo>
                  <a:cubicBezTo>
                    <a:pt x="3582" y="4801"/>
                    <a:pt x="3608" y="4802"/>
                    <a:pt x="3633" y="4803"/>
                  </a:cubicBezTo>
                  <a:cubicBezTo>
                    <a:pt x="3675" y="4804"/>
                    <a:pt x="3717" y="4805"/>
                    <a:pt x="3759" y="4805"/>
                  </a:cubicBezTo>
                  <a:cubicBezTo>
                    <a:pt x="5018" y="4805"/>
                    <a:pt x="6223" y="4102"/>
                    <a:pt x="6854" y="2349"/>
                  </a:cubicBezTo>
                  <a:cubicBezTo>
                    <a:pt x="7353" y="969"/>
                    <a:pt x="7947" y="470"/>
                    <a:pt x="8081" y="374"/>
                  </a:cubicBezTo>
                  <a:cubicBezTo>
                    <a:pt x="8081" y="365"/>
                    <a:pt x="8081" y="365"/>
                    <a:pt x="8081" y="355"/>
                  </a:cubicBezTo>
                  <a:lnTo>
                    <a:pt x="7717" y="1"/>
                  </a:ln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0" name="Google Shape;6960;p62"/>
            <p:cNvSpPr/>
            <p:nvPr/>
          </p:nvSpPr>
          <p:spPr>
            <a:xfrm>
              <a:off x="8167103" y="1502554"/>
              <a:ext cx="180597" cy="157750"/>
            </a:xfrm>
            <a:custGeom>
              <a:avLst/>
              <a:gdLst/>
              <a:ahLst/>
              <a:cxnLst/>
              <a:rect l="l" t="t" r="r" b="b"/>
              <a:pathLst>
                <a:path w="6893" h="6021" extrusionOk="0">
                  <a:moveTo>
                    <a:pt x="4660" y="1"/>
                  </a:moveTo>
                  <a:cubicBezTo>
                    <a:pt x="4038" y="1"/>
                    <a:pt x="3324" y="202"/>
                    <a:pt x="2665" y="520"/>
                  </a:cubicBezTo>
                  <a:cubicBezTo>
                    <a:pt x="2425" y="635"/>
                    <a:pt x="2004" y="894"/>
                    <a:pt x="2004" y="894"/>
                  </a:cubicBezTo>
                  <a:cubicBezTo>
                    <a:pt x="1716" y="1076"/>
                    <a:pt x="1457" y="1287"/>
                    <a:pt x="1218" y="1527"/>
                  </a:cubicBezTo>
                  <a:cubicBezTo>
                    <a:pt x="0" y="2735"/>
                    <a:pt x="77" y="4268"/>
                    <a:pt x="1074" y="5265"/>
                  </a:cubicBezTo>
                  <a:cubicBezTo>
                    <a:pt x="1559" y="5755"/>
                    <a:pt x="2178" y="6020"/>
                    <a:pt x="2826" y="6020"/>
                  </a:cubicBezTo>
                  <a:cubicBezTo>
                    <a:pt x="3496" y="6020"/>
                    <a:pt x="4198" y="5736"/>
                    <a:pt x="4812" y="5121"/>
                  </a:cubicBezTo>
                  <a:cubicBezTo>
                    <a:pt x="6020" y="3904"/>
                    <a:pt x="6892" y="1431"/>
                    <a:pt x="5905" y="434"/>
                  </a:cubicBezTo>
                  <a:cubicBezTo>
                    <a:pt x="5601" y="131"/>
                    <a:pt x="5161" y="1"/>
                    <a:pt x="4660" y="1"/>
                  </a:cubicBez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1" name="Google Shape;6961;p62"/>
            <p:cNvSpPr/>
            <p:nvPr/>
          </p:nvSpPr>
          <p:spPr>
            <a:xfrm>
              <a:off x="8187198" y="1506877"/>
              <a:ext cx="160501" cy="153427"/>
            </a:xfrm>
            <a:custGeom>
              <a:avLst/>
              <a:gdLst/>
              <a:ahLst/>
              <a:cxnLst/>
              <a:rect l="l" t="t" r="r" b="b"/>
              <a:pathLst>
                <a:path w="6126" h="5856" extrusionOk="0">
                  <a:moveTo>
                    <a:pt x="4735" y="1"/>
                  </a:moveTo>
                  <a:cubicBezTo>
                    <a:pt x="5243" y="1151"/>
                    <a:pt x="4438" y="3212"/>
                    <a:pt x="3374" y="4285"/>
                  </a:cubicBezTo>
                  <a:cubicBezTo>
                    <a:pt x="2758" y="4902"/>
                    <a:pt x="2059" y="5186"/>
                    <a:pt x="1391" y="5186"/>
                  </a:cubicBezTo>
                  <a:cubicBezTo>
                    <a:pt x="895" y="5186"/>
                    <a:pt x="416" y="5030"/>
                    <a:pt x="0" y="4736"/>
                  </a:cubicBezTo>
                  <a:lnTo>
                    <a:pt x="0" y="4736"/>
                  </a:lnTo>
                  <a:cubicBezTo>
                    <a:pt x="86" y="4870"/>
                    <a:pt x="192" y="4985"/>
                    <a:pt x="307" y="5100"/>
                  </a:cubicBezTo>
                  <a:cubicBezTo>
                    <a:pt x="797" y="5590"/>
                    <a:pt x="1416" y="5855"/>
                    <a:pt x="2062" y="5855"/>
                  </a:cubicBezTo>
                  <a:cubicBezTo>
                    <a:pt x="2732" y="5855"/>
                    <a:pt x="3431" y="5571"/>
                    <a:pt x="4045" y="4956"/>
                  </a:cubicBezTo>
                  <a:cubicBezTo>
                    <a:pt x="5262" y="3739"/>
                    <a:pt x="6125" y="1256"/>
                    <a:pt x="5138" y="269"/>
                  </a:cubicBezTo>
                  <a:cubicBezTo>
                    <a:pt x="5023" y="154"/>
                    <a:pt x="4879" y="68"/>
                    <a:pt x="4735" y="1"/>
                  </a:cubicBez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2" name="Google Shape;6962;p62"/>
            <p:cNvSpPr/>
            <p:nvPr/>
          </p:nvSpPr>
          <p:spPr>
            <a:xfrm>
              <a:off x="8073176" y="1500877"/>
              <a:ext cx="93193" cy="81430"/>
            </a:xfrm>
            <a:custGeom>
              <a:avLst/>
              <a:gdLst/>
              <a:ahLst/>
              <a:cxnLst/>
              <a:rect l="l" t="t" r="r" b="b"/>
              <a:pathLst>
                <a:path w="3557" h="3108" extrusionOk="0">
                  <a:moveTo>
                    <a:pt x="2404" y="0"/>
                  </a:moveTo>
                  <a:cubicBezTo>
                    <a:pt x="1814" y="0"/>
                    <a:pt x="1058" y="351"/>
                    <a:pt x="623" y="786"/>
                  </a:cubicBezTo>
                  <a:cubicBezTo>
                    <a:pt x="0" y="1418"/>
                    <a:pt x="39" y="2204"/>
                    <a:pt x="556" y="2722"/>
                  </a:cubicBezTo>
                  <a:cubicBezTo>
                    <a:pt x="806" y="2972"/>
                    <a:pt x="1125" y="3108"/>
                    <a:pt x="1459" y="3108"/>
                  </a:cubicBezTo>
                  <a:cubicBezTo>
                    <a:pt x="1805" y="3108"/>
                    <a:pt x="2166" y="2962"/>
                    <a:pt x="2483" y="2645"/>
                  </a:cubicBezTo>
                  <a:cubicBezTo>
                    <a:pt x="3106" y="2022"/>
                    <a:pt x="3556" y="738"/>
                    <a:pt x="3039" y="220"/>
                  </a:cubicBezTo>
                  <a:cubicBezTo>
                    <a:pt x="2885" y="66"/>
                    <a:pt x="2660" y="0"/>
                    <a:pt x="2404" y="0"/>
                  </a:cubicBez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3" name="Google Shape;6963;p62"/>
            <p:cNvSpPr/>
            <p:nvPr/>
          </p:nvSpPr>
          <p:spPr>
            <a:xfrm>
              <a:off x="8081455" y="1501846"/>
              <a:ext cx="85176" cy="80696"/>
            </a:xfrm>
            <a:custGeom>
              <a:avLst/>
              <a:gdLst/>
              <a:ahLst/>
              <a:cxnLst/>
              <a:rect l="l" t="t" r="r" b="b"/>
              <a:pathLst>
                <a:path w="3251" h="3080" extrusionOk="0">
                  <a:moveTo>
                    <a:pt x="2378" y="1"/>
                  </a:moveTo>
                  <a:lnTo>
                    <a:pt x="2378" y="1"/>
                  </a:lnTo>
                  <a:cubicBezTo>
                    <a:pt x="2531" y="614"/>
                    <a:pt x="2138" y="1563"/>
                    <a:pt x="1630" y="2081"/>
                  </a:cubicBezTo>
                  <a:cubicBezTo>
                    <a:pt x="1308" y="2397"/>
                    <a:pt x="949" y="2543"/>
                    <a:pt x="603" y="2543"/>
                  </a:cubicBezTo>
                  <a:cubicBezTo>
                    <a:pt x="393" y="2543"/>
                    <a:pt x="189" y="2489"/>
                    <a:pt x="1" y="2388"/>
                  </a:cubicBezTo>
                  <a:lnTo>
                    <a:pt x="1" y="2388"/>
                  </a:lnTo>
                  <a:cubicBezTo>
                    <a:pt x="68" y="2493"/>
                    <a:pt x="144" y="2599"/>
                    <a:pt x="231" y="2685"/>
                  </a:cubicBezTo>
                  <a:cubicBezTo>
                    <a:pt x="486" y="2940"/>
                    <a:pt x="807" y="3079"/>
                    <a:pt x="1143" y="3079"/>
                  </a:cubicBezTo>
                  <a:cubicBezTo>
                    <a:pt x="1487" y="3079"/>
                    <a:pt x="1847" y="2933"/>
                    <a:pt x="2167" y="2618"/>
                  </a:cubicBezTo>
                  <a:cubicBezTo>
                    <a:pt x="2790" y="1995"/>
                    <a:pt x="3250" y="701"/>
                    <a:pt x="2723" y="193"/>
                  </a:cubicBezTo>
                  <a:cubicBezTo>
                    <a:pt x="2627" y="97"/>
                    <a:pt x="2512" y="39"/>
                    <a:pt x="2378" y="1"/>
                  </a:cubicBez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4" name="Google Shape;6964;p62"/>
            <p:cNvSpPr/>
            <p:nvPr/>
          </p:nvSpPr>
          <p:spPr>
            <a:xfrm>
              <a:off x="8069901" y="1562630"/>
              <a:ext cx="26907" cy="26593"/>
            </a:xfrm>
            <a:custGeom>
              <a:avLst/>
              <a:gdLst/>
              <a:ahLst/>
              <a:cxnLst/>
              <a:rect l="l" t="t" r="r" b="b"/>
              <a:pathLst>
                <a:path w="1027" h="1015" extrusionOk="0">
                  <a:moveTo>
                    <a:pt x="422" y="1"/>
                  </a:moveTo>
                  <a:lnTo>
                    <a:pt x="58" y="365"/>
                  </a:lnTo>
                  <a:cubicBezTo>
                    <a:pt x="1" y="422"/>
                    <a:pt x="1" y="509"/>
                    <a:pt x="58" y="576"/>
                  </a:cubicBezTo>
                  <a:lnTo>
                    <a:pt x="461" y="978"/>
                  </a:lnTo>
                  <a:cubicBezTo>
                    <a:pt x="490" y="1002"/>
                    <a:pt x="528" y="1014"/>
                    <a:pt x="566" y="1014"/>
                  </a:cubicBezTo>
                  <a:cubicBezTo>
                    <a:pt x="605" y="1014"/>
                    <a:pt x="643" y="1002"/>
                    <a:pt x="672" y="978"/>
                  </a:cubicBezTo>
                  <a:lnTo>
                    <a:pt x="1026" y="614"/>
                  </a:lnTo>
                  <a:cubicBezTo>
                    <a:pt x="902" y="547"/>
                    <a:pt x="777" y="461"/>
                    <a:pt x="672" y="365"/>
                  </a:cubicBezTo>
                  <a:cubicBezTo>
                    <a:pt x="566" y="259"/>
                    <a:pt x="480" y="135"/>
                    <a:pt x="422"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5" name="Google Shape;6965;p62"/>
            <p:cNvSpPr/>
            <p:nvPr/>
          </p:nvSpPr>
          <p:spPr>
            <a:xfrm>
              <a:off x="7970969" y="1578193"/>
              <a:ext cx="111009" cy="108337"/>
            </a:xfrm>
            <a:custGeom>
              <a:avLst/>
              <a:gdLst/>
              <a:ahLst/>
              <a:cxnLst/>
              <a:rect l="l" t="t" r="r" b="b"/>
              <a:pathLst>
                <a:path w="4237" h="4135" extrusionOk="0">
                  <a:moveTo>
                    <a:pt x="3844" y="1"/>
                  </a:moveTo>
                  <a:cubicBezTo>
                    <a:pt x="3671" y="154"/>
                    <a:pt x="3345" y="509"/>
                    <a:pt x="3087" y="1228"/>
                  </a:cubicBezTo>
                  <a:cubicBezTo>
                    <a:pt x="2856" y="1889"/>
                    <a:pt x="2435" y="2148"/>
                    <a:pt x="1812" y="2148"/>
                  </a:cubicBezTo>
                  <a:cubicBezTo>
                    <a:pt x="470" y="2148"/>
                    <a:pt x="0" y="3998"/>
                    <a:pt x="86" y="4084"/>
                  </a:cubicBezTo>
                  <a:cubicBezTo>
                    <a:pt x="105" y="4103"/>
                    <a:pt x="125" y="4113"/>
                    <a:pt x="144" y="4132"/>
                  </a:cubicBezTo>
                  <a:cubicBezTo>
                    <a:pt x="147" y="4134"/>
                    <a:pt x="151" y="4135"/>
                    <a:pt x="154" y="4135"/>
                  </a:cubicBezTo>
                  <a:cubicBezTo>
                    <a:pt x="305" y="4135"/>
                    <a:pt x="883" y="2684"/>
                    <a:pt x="1907" y="2684"/>
                  </a:cubicBezTo>
                  <a:cubicBezTo>
                    <a:pt x="1920" y="2684"/>
                    <a:pt x="1933" y="2684"/>
                    <a:pt x="1946" y="2685"/>
                  </a:cubicBezTo>
                  <a:cubicBezTo>
                    <a:pt x="1963" y="2685"/>
                    <a:pt x="1979" y="2685"/>
                    <a:pt x="1996" y="2685"/>
                  </a:cubicBezTo>
                  <a:cubicBezTo>
                    <a:pt x="2315" y="2685"/>
                    <a:pt x="2631" y="2599"/>
                    <a:pt x="2895" y="2416"/>
                  </a:cubicBezTo>
                  <a:cubicBezTo>
                    <a:pt x="3039" y="2321"/>
                    <a:pt x="3154" y="2206"/>
                    <a:pt x="3259" y="2071"/>
                  </a:cubicBezTo>
                  <a:cubicBezTo>
                    <a:pt x="3403" y="1870"/>
                    <a:pt x="3527" y="1650"/>
                    <a:pt x="3604" y="1420"/>
                  </a:cubicBezTo>
                  <a:cubicBezTo>
                    <a:pt x="3863" y="701"/>
                    <a:pt x="4160" y="442"/>
                    <a:pt x="4237" y="394"/>
                  </a:cubicBezTo>
                  <a:lnTo>
                    <a:pt x="3844" y="1"/>
                  </a:ln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6" name="Google Shape;6966;p62"/>
            <p:cNvSpPr/>
            <p:nvPr/>
          </p:nvSpPr>
          <p:spPr>
            <a:xfrm>
              <a:off x="8247458" y="1676758"/>
              <a:ext cx="92958" cy="81534"/>
            </a:xfrm>
            <a:custGeom>
              <a:avLst/>
              <a:gdLst/>
              <a:ahLst/>
              <a:cxnLst/>
              <a:rect l="l" t="t" r="r" b="b"/>
              <a:pathLst>
                <a:path w="3548" h="3112" extrusionOk="0">
                  <a:moveTo>
                    <a:pt x="2398" y="1"/>
                  </a:moveTo>
                  <a:cubicBezTo>
                    <a:pt x="1809" y="1"/>
                    <a:pt x="1057" y="352"/>
                    <a:pt x="624" y="792"/>
                  </a:cubicBezTo>
                  <a:cubicBezTo>
                    <a:pt x="1" y="1415"/>
                    <a:pt x="39" y="2211"/>
                    <a:pt x="547" y="2719"/>
                  </a:cubicBezTo>
                  <a:cubicBezTo>
                    <a:pt x="801" y="2973"/>
                    <a:pt x="1121" y="3112"/>
                    <a:pt x="1455" y="3112"/>
                  </a:cubicBezTo>
                  <a:cubicBezTo>
                    <a:pt x="1800" y="3112"/>
                    <a:pt x="2162" y="2963"/>
                    <a:pt x="2483" y="2642"/>
                  </a:cubicBezTo>
                  <a:cubicBezTo>
                    <a:pt x="3106" y="2028"/>
                    <a:pt x="3547" y="744"/>
                    <a:pt x="3039" y="226"/>
                  </a:cubicBezTo>
                  <a:cubicBezTo>
                    <a:pt x="2884" y="68"/>
                    <a:pt x="2657" y="1"/>
                    <a:pt x="2398" y="1"/>
                  </a:cubicBez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7" name="Google Shape;6967;p62"/>
            <p:cNvSpPr/>
            <p:nvPr/>
          </p:nvSpPr>
          <p:spPr>
            <a:xfrm>
              <a:off x="8255501" y="1677648"/>
              <a:ext cx="85150" cy="80460"/>
            </a:xfrm>
            <a:custGeom>
              <a:avLst/>
              <a:gdLst/>
              <a:ahLst/>
              <a:cxnLst/>
              <a:rect l="l" t="t" r="r" b="b"/>
              <a:pathLst>
                <a:path w="3250" h="3071" extrusionOk="0">
                  <a:moveTo>
                    <a:pt x="2368" y="1"/>
                  </a:moveTo>
                  <a:cubicBezTo>
                    <a:pt x="2502" y="605"/>
                    <a:pt x="2109" y="1534"/>
                    <a:pt x="1601" y="2042"/>
                  </a:cubicBezTo>
                  <a:cubicBezTo>
                    <a:pt x="1288" y="2361"/>
                    <a:pt x="930" y="2506"/>
                    <a:pt x="586" y="2506"/>
                  </a:cubicBezTo>
                  <a:cubicBezTo>
                    <a:pt x="382" y="2506"/>
                    <a:pt x="182" y="2455"/>
                    <a:pt x="0" y="2359"/>
                  </a:cubicBezTo>
                  <a:lnTo>
                    <a:pt x="0" y="2359"/>
                  </a:lnTo>
                  <a:cubicBezTo>
                    <a:pt x="67" y="2474"/>
                    <a:pt x="144" y="2589"/>
                    <a:pt x="240" y="2685"/>
                  </a:cubicBezTo>
                  <a:cubicBezTo>
                    <a:pt x="490" y="2934"/>
                    <a:pt x="809" y="3071"/>
                    <a:pt x="1143" y="3071"/>
                  </a:cubicBezTo>
                  <a:cubicBezTo>
                    <a:pt x="1488" y="3071"/>
                    <a:pt x="1850" y="2925"/>
                    <a:pt x="2167" y="2608"/>
                  </a:cubicBezTo>
                  <a:cubicBezTo>
                    <a:pt x="2799" y="1985"/>
                    <a:pt x="3250" y="700"/>
                    <a:pt x="2732" y="192"/>
                  </a:cubicBezTo>
                  <a:cubicBezTo>
                    <a:pt x="2636" y="97"/>
                    <a:pt x="2502" y="29"/>
                    <a:pt x="2368" y="1"/>
                  </a:cubicBez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8" name="Google Shape;6968;p62"/>
            <p:cNvSpPr/>
            <p:nvPr/>
          </p:nvSpPr>
          <p:spPr>
            <a:xfrm>
              <a:off x="8244183" y="1738432"/>
              <a:ext cx="27169" cy="26776"/>
            </a:xfrm>
            <a:custGeom>
              <a:avLst/>
              <a:gdLst/>
              <a:ahLst/>
              <a:cxnLst/>
              <a:rect l="l" t="t" r="r" b="b"/>
              <a:pathLst>
                <a:path w="1037" h="1022" extrusionOk="0">
                  <a:moveTo>
                    <a:pt x="423" y="0"/>
                  </a:moveTo>
                  <a:lnTo>
                    <a:pt x="58" y="365"/>
                  </a:lnTo>
                  <a:cubicBezTo>
                    <a:pt x="1" y="422"/>
                    <a:pt x="1" y="518"/>
                    <a:pt x="58" y="575"/>
                  </a:cubicBezTo>
                  <a:lnTo>
                    <a:pt x="461" y="978"/>
                  </a:lnTo>
                  <a:cubicBezTo>
                    <a:pt x="490" y="1007"/>
                    <a:pt x="528" y="1021"/>
                    <a:pt x="566" y="1021"/>
                  </a:cubicBezTo>
                  <a:cubicBezTo>
                    <a:pt x="605" y="1021"/>
                    <a:pt x="643" y="1007"/>
                    <a:pt x="672" y="978"/>
                  </a:cubicBezTo>
                  <a:lnTo>
                    <a:pt x="1036" y="614"/>
                  </a:lnTo>
                  <a:cubicBezTo>
                    <a:pt x="902" y="556"/>
                    <a:pt x="777" y="470"/>
                    <a:pt x="672" y="365"/>
                  </a:cubicBezTo>
                  <a:cubicBezTo>
                    <a:pt x="566" y="259"/>
                    <a:pt x="480" y="135"/>
                    <a:pt x="423" y="0"/>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69" name="Google Shape;6969;p62"/>
            <p:cNvSpPr/>
            <p:nvPr/>
          </p:nvSpPr>
          <p:spPr>
            <a:xfrm>
              <a:off x="8145252" y="1753995"/>
              <a:ext cx="111036" cy="108337"/>
            </a:xfrm>
            <a:custGeom>
              <a:avLst/>
              <a:gdLst/>
              <a:ahLst/>
              <a:cxnLst/>
              <a:rect l="l" t="t" r="r" b="b"/>
              <a:pathLst>
                <a:path w="4238" h="4135" extrusionOk="0">
                  <a:moveTo>
                    <a:pt x="3844" y="1"/>
                  </a:moveTo>
                  <a:cubicBezTo>
                    <a:pt x="3662" y="154"/>
                    <a:pt x="3346" y="509"/>
                    <a:pt x="3087" y="1228"/>
                  </a:cubicBezTo>
                  <a:cubicBezTo>
                    <a:pt x="2847" y="1889"/>
                    <a:pt x="2425" y="2148"/>
                    <a:pt x="1802" y="2148"/>
                  </a:cubicBezTo>
                  <a:cubicBezTo>
                    <a:pt x="470" y="2148"/>
                    <a:pt x="0" y="3998"/>
                    <a:pt x="87" y="4084"/>
                  </a:cubicBezTo>
                  <a:cubicBezTo>
                    <a:pt x="106" y="4103"/>
                    <a:pt x="125" y="4113"/>
                    <a:pt x="144" y="4132"/>
                  </a:cubicBezTo>
                  <a:cubicBezTo>
                    <a:pt x="147" y="4134"/>
                    <a:pt x="151" y="4135"/>
                    <a:pt x="155" y="4135"/>
                  </a:cubicBezTo>
                  <a:cubicBezTo>
                    <a:pt x="305" y="4135"/>
                    <a:pt x="883" y="2684"/>
                    <a:pt x="1898" y="2684"/>
                  </a:cubicBezTo>
                  <a:cubicBezTo>
                    <a:pt x="1911" y="2684"/>
                    <a:pt x="1924" y="2684"/>
                    <a:pt x="1937" y="2685"/>
                  </a:cubicBezTo>
                  <a:cubicBezTo>
                    <a:pt x="1963" y="2686"/>
                    <a:pt x="1990" y="2687"/>
                    <a:pt x="2017" y="2687"/>
                  </a:cubicBezTo>
                  <a:cubicBezTo>
                    <a:pt x="2335" y="2687"/>
                    <a:pt x="2648" y="2583"/>
                    <a:pt x="2905" y="2407"/>
                  </a:cubicBezTo>
                  <a:cubicBezTo>
                    <a:pt x="3192" y="2244"/>
                    <a:pt x="3250" y="2071"/>
                    <a:pt x="3250" y="2071"/>
                  </a:cubicBezTo>
                  <a:cubicBezTo>
                    <a:pt x="3403" y="1870"/>
                    <a:pt x="3518" y="1649"/>
                    <a:pt x="3604" y="1419"/>
                  </a:cubicBezTo>
                  <a:cubicBezTo>
                    <a:pt x="3854" y="700"/>
                    <a:pt x="4160" y="442"/>
                    <a:pt x="4237" y="394"/>
                  </a:cubicBezTo>
                  <a:lnTo>
                    <a:pt x="3844" y="1"/>
                  </a:lnTo>
                  <a:close/>
                </a:path>
              </a:pathLst>
            </a:custGeom>
            <a:solidFill>
              <a:srgbClr val="D4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70" name="Google Shape;6970;p62"/>
          <p:cNvGrpSpPr/>
          <p:nvPr/>
        </p:nvGrpSpPr>
        <p:grpSpPr>
          <a:xfrm>
            <a:off x="5757370" y="1361148"/>
            <a:ext cx="362163" cy="279737"/>
            <a:chOff x="5761445" y="1541723"/>
            <a:chExt cx="362163" cy="279737"/>
          </a:xfrm>
        </p:grpSpPr>
        <p:sp>
          <p:nvSpPr>
            <p:cNvPr id="6971" name="Google Shape;6971;p62"/>
            <p:cNvSpPr/>
            <p:nvPr/>
          </p:nvSpPr>
          <p:spPr>
            <a:xfrm>
              <a:off x="5870699" y="1603371"/>
              <a:ext cx="64059" cy="218089"/>
            </a:xfrm>
            <a:custGeom>
              <a:avLst/>
              <a:gdLst/>
              <a:ahLst/>
              <a:cxnLst/>
              <a:rect l="l" t="t" r="r" b="b"/>
              <a:pathLst>
                <a:path w="2445" h="8324" extrusionOk="0">
                  <a:moveTo>
                    <a:pt x="1735" y="1"/>
                  </a:moveTo>
                  <a:cubicBezTo>
                    <a:pt x="1630" y="1"/>
                    <a:pt x="1525" y="70"/>
                    <a:pt x="1525" y="209"/>
                  </a:cubicBezTo>
                  <a:lnTo>
                    <a:pt x="1525" y="487"/>
                  </a:lnTo>
                  <a:cubicBezTo>
                    <a:pt x="1525" y="1043"/>
                    <a:pt x="1170" y="1494"/>
                    <a:pt x="710" y="1494"/>
                  </a:cubicBezTo>
                  <a:lnTo>
                    <a:pt x="288" y="1494"/>
                  </a:lnTo>
                  <a:cubicBezTo>
                    <a:pt x="87" y="1494"/>
                    <a:pt x="0" y="1753"/>
                    <a:pt x="163" y="1877"/>
                  </a:cubicBezTo>
                  <a:cubicBezTo>
                    <a:pt x="29" y="2002"/>
                    <a:pt x="125" y="2232"/>
                    <a:pt x="307" y="2232"/>
                  </a:cubicBezTo>
                  <a:lnTo>
                    <a:pt x="739" y="2232"/>
                  </a:lnTo>
                  <a:cubicBezTo>
                    <a:pt x="1448" y="2232"/>
                    <a:pt x="2023" y="2807"/>
                    <a:pt x="2033" y="3516"/>
                  </a:cubicBezTo>
                  <a:lnTo>
                    <a:pt x="2033" y="8108"/>
                  </a:lnTo>
                  <a:cubicBezTo>
                    <a:pt x="2028" y="8251"/>
                    <a:pt x="2131" y="8323"/>
                    <a:pt x="2235" y="8323"/>
                  </a:cubicBezTo>
                  <a:cubicBezTo>
                    <a:pt x="2339" y="8323"/>
                    <a:pt x="2445" y="8251"/>
                    <a:pt x="2445" y="8108"/>
                  </a:cubicBezTo>
                  <a:lnTo>
                    <a:pt x="2445" y="3526"/>
                  </a:lnTo>
                  <a:cubicBezTo>
                    <a:pt x="2445" y="2711"/>
                    <a:pt x="1870" y="2002"/>
                    <a:pt x="1074" y="1848"/>
                  </a:cubicBezTo>
                  <a:cubicBezTo>
                    <a:pt x="1582" y="1666"/>
                    <a:pt x="1946" y="1129"/>
                    <a:pt x="1946" y="487"/>
                  </a:cubicBezTo>
                  <a:lnTo>
                    <a:pt x="1946" y="209"/>
                  </a:lnTo>
                  <a:cubicBezTo>
                    <a:pt x="1946" y="70"/>
                    <a:pt x="1841" y="1"/>
                    <a:pt x="1735"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2" name="Google Shape;6972;p62"/>
            <p:cNvSpPr/>
            <p:nvPr/>
          </p:nvSpPr>
          <p:spPr>
            <a:xfrm>
              <a:off x="5761445" y="1541723"/>
              <a:ext cx="139567" cy="223198"/>
            </a:xfrm>
            <a:custGeom>
              <a:avLst/>
              <a:gdLst/>
              <a:ahLst/>
              <a:cxnLst/>
              <a:rect l="l" t="t" r="r" b="b"/>
              <a:pathLst>
                <a:path w="5327" h="8519" extrusionOk="0">
                  <a:moveTo>
                    <a:pt x="2761" y="0"/>
                  </a:moveTo>
                  <a:cubicBezTo>
                    <a:pt x="2473" y="0"/>
                    <a:pt x="2171" y="66"/>
                    <a:pt x="1870" y="214"/>
                  </a:cubicBezTo>
                  <a:cubicBezTo>
                    <a:pt x="1611" y="338"/>
                    <a:pt x="1391" y="521"/>
                    <a:pt x="1199" y="741"/>
                  </a:cubicBezTo>
                  <a:cubicBezTo>
                    <a:pt x="1161" y="789"/>
                    <a:pt x="1132" y="837"/>
                    <a:pt x="1094" y="885"/>
                  </a:cubicBezTo>
                  <a:cubicBezTo>
                    <a:pt x="365" y="1978"/>
                    <a:pt x="1" y="3109"/>
                    <a:pt x="1" y="4259"/>
                  </a:cubicBezTo>
                  <a:cubicBezTo>
                    <a:pt x="1" y="5409"/>
                    <a:pt x="375" y="6550"/>
                    <a:pt x="1094" y="7633"/>
                  </a:cubicBezTo>
                  <a:cubicBezTo>
                    <a:pt x="1477" y="8205"/>
                    <a:pt x="2104" y="8519"/>
                    <a:pt x="2744" y="8519"/>
                  </a:cubicBezTo>
                  <a:cubicBezTo>
                    <a:pt x="3112" y="8519"/>
                    <a:pt x="3484" y="8415"/>
                    <a:pt x="3816" y="8198"/>
                  </a:cubicBezTo>
                  <a:cubicBezTo>
                    <a:pt x="4736" y="7585"/>
                    <a:pt x="4985" y="6339"/>
                    <a:pt x="4372" y="5419"/>
                  </a:cubicBezTo>
                  <a:lnTo>
                    <a:pt x="4353" y="5390"/>
                  </a:lnTo>
                  <a:cubicBezTo>
                    <a:pt x="4228" y="5189"/>
                    <a:pt x="4228" y="4939"/>
                    <a:pt x="4353" y="4738"/>
                  </a:cubicBezTo>
                  <a:cubicBezTo>
                    <a:pt x="4525" y="4451"/>
                    <a:pt x="4525" y="4086"/>
                    <a:pt x="4353" y="3789"/>
                  </a:cubicBezTo>
                  <a:cubicBezTo>
                    <a:pt x="4228" y="3598"/>
                    <a:pt x="4228" y="3339"/>
                    <a:pt x="4353" y="3147"/>
                  </a:cubicBezTo>
                  <a:cubicBezTo>
                    <a:pt x="4362" y="3118"/>
                    <a:pt x="4372" y="3109"/>
                    <a:pt x="4391" y="3089"/>
                  </a:cubicBezTo>
                  <a:cubicBezTo>
                    <a:pt x="5327" y="1682"/>
                    <a:pt x="4213" y="0"/>
                    <a:pt x="2761"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3" name="Google Shape;6973;p62"/>
            <p:cNvSpPr/>
            <p:nvPr/>
          </p:nvSpPr>
          <p:spPr>
            <a:xfrm>
              <a:off x="5761707" y="1541854"/>
              <a:ext cx="83159" cy="222962"/>
            </a:xfrm>
            <a:custGeom>
              <a:avLst/>
              <a:gdLst/>
              <a:ahLst/>
              <a:cxnLst/>
              <a:rect l="l" t="t" r="r" b="b"/>
              <a:pathLst>
                <a:path w="3174" h="8510" extrusionOk="0">
                  <a:moveTo>
                    <a:pt x="2750" y="1"/>
                  </a:moveTo>
                  <a:cubicBezTo>
                    <a:pt x="2442" y="1"/>
                    <a:pt x="2135" y="71"/>
                    <a:pt x="1860" y="209"/>
                  </a:cubicBezTo>
                  <a:cubicBezTo>
                    <a:pt x="1601" y="333"/>
                    <a:pt x="1381" y="516"/>
                    <a:pt x="1199" y="736"/>
                  </a:cubicBezTo>
                  <a:cubicBezTo>
                    <a:pt x="1160" y="784"/>
                    <a:pt x="1122" y="832"/>
                    <a:pt x="1093" y="880"/>
                  </a:cubicBezTo>
                  <a:cubicBezTo>
                    <a:pt x="374" y="1973"/>
                    <a:pt x="0" y="3104"/>
                    <a:pt x="0" y="4254"/>
                  </a:cubicBezTo>
                  <a:cubicBezTo>
                    <a:pt x="0" y="5404"/>
                    <a:pt x="355" y="6545"/>
                    <a:pt x="1093" y="7628"/>
                  </a:cubicBezTo>
                  <a:cubicBezTo>
                    <a:pt x="1457" y="8184"/>
                    <a:pt x="2071" y="8510"/>
                    <a:pt x="2742" y="8510"/>
                  </a:cubicBezTo>
                  <a:cubicBezTo>
                    <a:pt x="2886" y="8510"/>
                    <a:pt x="3029" y="8500"/>
                    <a:pt x="3164" y="8471"/>
                  </a:cubicBezTo>
                  <a:cubicBezTo>
                    <a:pt x="2665" y="8356"/>
                    <a:pt x="2234" y="8059"/>
                    <a:pt x="1946" y="7628"/>
                  </a:cubicBezTo>
                  <a:cubicBezTo>
                    <a:pt x="1227" y="6545"/>
                    <a:pt x="863" y="5404"/>
                    <a:pt x="863" y="4254"/>
                  </a:cubicBezTo>
                  <a:cubicBezTo>
                    <a:pt x="863" y="3104"/>
                    <a:pt x="1218" y="1973"/>
                    <a:pt x="1946" y="880"/>
                  </a:cubicBezTo>
                  <a:cubicBezTo>
                    <a:pt x="1985" y="832"/>
                    <a:pt x="2023" y="784"/>
                    <a:pt x="2061" y="736"/>
                  </a:cubicBezTo>
                  <a:lnTo>
                    <a:pt x="2723" y="209"/>
                  </a:lnTo>
                  <a:cubicBezTo>
                    <a:pt x="2866" y="132"/>
                    <a:pt x="3020" y="84"/>
                    <a:pt x="3173" y="46"/>
                  </a:cubicBezTo>
                  <a:cubicBezTo>
                    <a:pt x="3034" y="16"/>
                    <a:pt x="2892" y="1"/>
                    <a:pt x="2750"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4" name="Google Shape;6974;p62"/>
            <p:cNvSpPr/>
            <p:nvPr/>
          </p:nvSpPr>
          <p:spPr>
            <a:xfrm>
              <a:off x="5950059" y="1603371"/>
              <a:ext cx="64059" cy="218089"/>
            </a:xfrm>
            <a:custGeom>
              <a:avLst/>
              <a:gdLst/>
              <a:ahLst/>
              <a:cxnLst/>
              <a:rect l="l" t="t" r="r" b="b"/>
              <a:pathLst>
                <a:path w="2445" h="8324" extrusionOk="0">
                  <a:moveTo>
                    <a:pt x="719" y="1"/>
                  </a:moveTo>
                  <a:cubicBezTo>
                    <a:pt x="614" y="1"/>
                    <a:pt x="508" y="70"/>
                    <a:pt x="508" y="209"/>
                  </a:cubicBezTo>
                  <a:lnTo>
                    <a:pt x="508" y="487"/>
                  </a:lnTo>
                  <a:cubicBezTo>
                    <a:pt x="508" y="1129"/>
                    <a:pt x="873" y="1666"/>
                    <a:pt x="1381" y="1848"/>
                  </a:cubicBezTo>
                  <a:cubicBezTo>
                    <a:pt x="585" y="2002"/>
                    <a:pt x="0" y="2701"/>
                    <a:pt x="0" y="3526"/>
                  </a:cubicBezTo>
                  <a:lnTo>
                    <a:pt x="0" y="8108"/>
                  </a:lnTo>
                  <a:cubicBezTo>
                    <a:pt x="0" y="8251"/>
                    <a:pt x="106" y="8323"/>
                    <a:pt x="211" y="8323"/>
                  </a:cubicBezTo>
                  <a:cubicBezTo>
                    <a:pt x="317" y="8323"/>
                    <a:pt x="422" y="8251"/>
                    <a:pt x="422" y="8108"/>
                  </a:cubicBezTo>
                  <a:lnTo>
                    <a:pt x="422" y="3516"/>
                  </a:lnTo>
                  <a:cubicBezTo>
                    <a:pt x="422" y="2807"/>
                    <a:pt x="997" y="2232"/>
                    <a:pt x="1707" y="2232"/>
                  </a:cubicBezTo>
                  <a:lnTo>
                    <a:pt x="2138" y="2232"/>
                  </a:lnTo>
                  <a:cubicBezTo>
                    <a:pt x="2320" y="2232"/>
                    <a:pt x="2416" y="2002"/>
                    <a:pt x="2282" y="1877"/>
                  </a:cubicBezTo>
                  <a:cubicBezTo>
                    <a:pt x="2445" y="1753"/>
                    <a:pt x="2368" y="1494"/>
                    <a:pt x="2167" y="1494"/>
                  </a:cubicBezTo>
                  <a:lnTo>
                    <a:pt x="1745" y="1494"/>
                  </a:lnTo>
                  <a:cubicBezTo>
                    <a:pt x="1285" y="1494"/>
                    <a:pt x="930" y="1043"/>
                    <a:pt x="930" y="487"/>
                  </a:cubicBezTo>
                  <a:lnTo>
                    <a:pt x="930" y="209"/>
                  </a:lnTo>
                  <a:cubicBezTo>
                    <a:pt x="930" y="70"/>
                    <a:pt x="825" y="1"/>
                    <a:pt x="719"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5" name="Google Shape;6975;p62"/>
            <p:cNvSpPr/>
            <p:nvPr/>
          </p:nvSpPr>
          <p:spPr>
            <a:xfrm>
              <a:off x="5984040" y="1541723"/>
              <a:ext cx="139567" cy="223250"/>
            </a:xfrm>
            <a:custGeom>
              <a:avLst/>
              <a:gdLst/>
              <a:ahLst/>
              <a:cxnLst/>
              <a:rect l="l" t="t" r="r" b="b"/>
              <a:pathLst>
                <a:path w="5327" h="8521" extrusionOk="0">
                  <a:moveTo>
                    <a:pt x="2567" y="0"/>
                  </a:moveTo>
                  <a:cubicBezTo>
                    <a:pt x="1114" y="0"/>
                    <a:pt x="1" y="1682"/>
                    <a:pt x="937" y="3089"/>
                  </a:cubicBezTo>
                  <a:cubicBezTo>
                    <a:pt x="946" y="3109"/>
                    <a:pt x="966" y="3128"/>
                    <a:pt x="975" y="3137"/>
                  </a:cubicBezTo>
                  <a:cubicBezTo>
                    <a:pt x="1100" y="3339"/>
                    <a:pt x="1100" y="3588"/>
                    <a:pt x="975" y="3789"/>
                  </a:cubicBezTo>
                  <a:cubicBezTo>
                    <a:pt x="793" y="4077"/>
                    <a:pt x="793" y="4451"/>
                    <a:pt x="975" y="4738"/>
                  </a:cubicBezTo>
                  <a:cubicBezTo>
                    <a:pt x="1100" y="4939"/>
                    <a:pt x="1100" y="5189"/>
                    <a:pt x="975" y="5390"/>
                  </a:cubicBezTo>
                  <a:lnTo>
                    <a:pt x="956" y="5419"/>
                  </a:lnTo>
                  <a:cubicBezTo>
                    <a:pt x="343" y="6339"/>
                    <a:pt x="592" y="7575"/>
                    <a:pt x="1502" y="8198"/>
                  </a:cubicBezTo>
                  <a:cubicBezTo>
                    <a:pt x="1836" y="8416"/>
                    <a:pt x="2212" y="8521"/>
                    <a:pt x="2583" y="8521"/>
                  </a:cubicBezTo>
                  <a:cubicBezTo>
                    <a:pt x="3223" y="8521"/>
                    <a:pt x="3852" y="8210"/>
                    <a:pt x="4234" y="7633"/>
                  </a:cubicBezTo>
                  <a:cubicBezTo>
                    <a:pt x="4972" y="6550"/>
                    <a:pt x="5327" y="5419"/>
                    <a:pt x="5327" y="4259"/>
                  </a:cubicBezTo>
                  <a:cubicBezTo>
                    <a:pt x="5327" y="3109"/>
                    <a:pt x="4953" y="1978"/>
                    <a:pt x="4234" y="894"/>
                  </a:cubicBezTo>
                  <a:cubicBezTo>
                    <a:pt x="4205" y="837"/>
                    <a:pt x="4167" y="799"/>
                    <a:pt x="4129" y="741"/>
                  </a:cubicBezTo>
                  <a:cubicBezTo>
                    <a:pt x="3947" y="492"/>
                    <a:pt x="3458" y="214"/>
                    <a:pt x="3458" y="214"/>
                  </a:cubicBezTo>
                  <a:cubicBezTo>
                    <a:pt x="3156" y="66"/>
                    <a:pt x="2855" y="0"/>
                    <a:pt x="2567"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6" name="Google Shape;6976;p62"/>
            <p:cNvSpPr/>
            <p:nvPr/>
          </p:nvSpPr>
          <p:spPr>
            <a:xfrm>
              <a:off x="6038955" y="1541959"/>
              <a:ext cx="84652" cy="223119"/>
            </a:xfrm>
            <a:custGeom>
              <a:avLst/>
              <a:gdLst/>
              <a:ahLst/>
              <a:cxnLst/>
              <a:rect l="l" t="t" r="r" b="b"/>
              <a:pathLst>
                <a:path w="3231" h="8516" extrusionOk="0">
                  <a:moveTo>
                    <a:pt x="494" y="0"/>
                  </a:moveTo>
                  <a:cubicBezTo>
                    <a:pt x="329" y="0"/>
                    <a:pt x="163" y="21"/>
                    <a:pt x="1" y="61"/>
                  </a:cubicBezTo>
                  <a:cubicBezTo>
                    <a:pt x="135" y="99"/>
                    <a:pt x="269" y="147"/>
                    <a:pt x="394" y="205"/>
                  </a:cubicBezTo>
                  <a:lnTo>
                    <a:pt x="1055" y="732"/>
                  </a:lnTo>
                  <a:cubicBezTo>
                    <a:pt x="1093" y="780"/>
                    <a:pt x="1122" y="828"/>
                    <a:pt x="1160" y="885"/>
                  </a:cubicBezTo>
                  <a:cubicBezTo>
                    <a:pt x="1879" y="1969"/>
                    <a:pt x="2253" y="3100"/>
                    <a:pt x="2253" y="4259"/>
                  </a:cubicBezTo>
                  <a:cubicBezTo>
                    <a:pt x="2253" y="5410"/>
                    <a:pt x="1889" y="6541"/>
                    <a:pt x="1160" y="7624"/>
                  </a:cubicBezTo>
                  <a:cubicBezTo>
                    <a:pt x="892" y="8036"/>
                    <a:pt x="480" y="8324"/>
                    <a:pt x="1" y="8448"/>
                  </a:cubicBezTo>
                  <a:cubicBezTo>
                    <a:pt x="164" y="8487"/>
                    <a:pt x="327" y="8506"/>
                    <a:pt x="499" y="8515"/>
                  </a:cubicBezTo>
                  <a:cubicBezTo>
                    <a:pt x="1160" y="8515"/>
                    <a:pt x="1784" y="8180"/>
                    <a:pt x="2148" y="7624"/>
                  </a:cubicBezTo>
                  <a:cubicBezTo>
                    <a:pt x="2867" y="6541"/>
                    <a:pt x="3231" y="5410"/>
                    <a:pt x="3231" y="4259"/>
                  </a:cubicBezTo>
                  <a:cubicBezTo>
                    <a:pt x="3231" y="3100"/>
                    <a:pt x="2867" y="1969"/>
                    <a:pt x="2148" y="885"/>
                  </a:cubicBezTo>
                  <a:cubicBezTo>
                    <a:pt x="2109" y="838"/>
                    <a:pt x="2071" y="780"/>
                    <a:pt x="2042" y="732"/>
                  </a:cubicBezTo>
                  <a:cubicBezTo>
                    <a:pt x="1851" y="521"/>
                    <a:pt x="1621" y="339"/>
                    <a:pt x="1371" y="205"/>
                  </a:cubicBezTo>
                  <a:cubicBezTo>
                    <a:pt x="1098" y="68"/>
                    <a:pt x="797" y="0"/>
                    <a:pt x="494"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77" name="Google Shape;6977;p62"/>
          <p:cNvGrpSpPr/>
          <p:nvPr/>
        </p:nvGrpSpPr>
        <p:grpSpPr>
          <a:xfrm>
            <a:off x="6200883" y="3175000"/>
            <a:ext cx="358390" cy="362320"/>
            <a:chOff x="6204958" y="3355575"/>
            <a:chExt cx="358390" cy="362320"/>
          </a:xfrm>
        </p:grpSpPr>
        <p:sp>
          <p:nvSpPr>
            <p:cNvPr id="6978" name="Google Shape;6978;p62"/>
            <p:cNvSpPr/>
            <p:nvPr/>
          </p:nvSpPr>
          <p:spPr>
            <a:xfrm>
              <a:off x="6204958" y="3355706"/>
              <a:ext cx="358154" cy="362189"/>
            </a:xfrm>
            <a:custGeom>
              <a:avLst/>
              <a:gdLst/>
              <a:ahLst/>
              <a:cxnLst/>
              <a:rect l="l" t="t" r="r" b="b"/>
              <a:pathLst>
                <a:path w="13670" h="13824" extrusionOk="0">
                  <a:moveTo>
                    <a:pt x="6161" y="1"/>
                  </a:moveTo>
                  <a:cubicBezTo>
                    <a:pt x="6056" y="1"/>
                    <a:pt x="5947" y="14"/>
                    <a:pt x="5838" y="40"/>
                  </a:cubicBezTo>
                  <a:cubicBezTo>
                    <a:pt x="5551" y="98"/>
                    <a:pt x="5282" y="251"/>
                    <a:pt x="5090" y="481"/>
                  </a:cubicBezTo>
                  <a:cubicBezTo>
                    <a:pt x="4886" y="354"/>
                    <a:pt x="4654" y="291"/>
                    <a:pt x="4420" y="291"/>
                  </a:cubicBezTo>
                  <a:cubicBezTo>
                    <a:pt x="4248" y="291"/>
                    <a:pt x="4074" y="326"/>
                    <a:pt x="3911" y="395"/>
                  </a:cubicBezTo>
                  <a:cubicBezTo>
                    <a:pt x="3643" y="500"/>
                    <a:pt x="3413" y="692"/>
                    <a:pt x="3250" y="932"/>
                  </a:cubicBezTo>
                  <a:cubicBezTo>
                    <a:pt x="3170" y="908"/>
                    <a:pt x="3086" y="897"/>
                    <a:pt x="3000" y="897"/>
                  </a:cubicBezTo>
                  <a:cubicBezTo>
                    <a:pt x="2664" y="897"/>
                    <a:pt x="2300" y="1073"/>
                    <a:pt x="2033" y="1401"/>
                  </a:cubicBezTo>
                  <a:cubicBezTo>
                    <a:pt x="1860" y="1612"/>
                    <a:pt x="1755" y="1862"/>
                    <a:pt x="1726" y="2130"/>
                  </a:cubicBezTo>
                  <a:cubicBezTo>
                    <a:pt x="1275" y="2159"/>
                    <a:pt x="854" y="2552"/>
                    <a:pt x="729" y="3117"/>
                  </a:cubicBezTo>
                  <a:cubicBezTo>
                    <a:pt x="672" y="3376"/>
                    <a:pt x="691" y="3644"/>
                    <a:pt x="787" y="3894"/>
                  </a:cubicBezTo>
                  <a:cubicBezTo>
                    <a:pt x="269" y="4037"/>
                    <a:pt x="1" y="4670"/>
                    <a:pt x="173" y="5303"/>
                  </a:cubicBezTo>
                  <a:cubicBezTo>
                    <a:pt x="240" y="5523"/>
                    <a:pt x="355" y="5734"/>
                    <a:pt x="518" y="5897"/>
                  </a:cubicBezTo>
                  <a:cubicBezTo>
                    <a:pt x="461" y="6127"/>
                    <a:pt x="470" y="6367"/>
                    <a:pt x="537" y="6587"/>
                  </a:cubicBezTo>
                  <a:cubicBezTo>
                    <a:pt x="686" y="7140"/>
                    <a:pt x="1126" y="7508"/>
                    <a:pt x="1575" y="7508"/>
                  </a:cubicBezTo>
                  <a:cubicBezTo>
                    <a:pt x="1648" y="7508"/>
                    <a:pt x="1721" y="7499"/>
                    <a:pt x="1793" y="7479"/>
                  </a:cubicBezTo>
                  <a:cubicBezTo>
                    <a:pt x="1841" y="7469"/>
                    <a:pt x="1898" y="7450"/>
                    <a:pt x="1946" y="7421"/>
                  </a:cubicBezTo>
                  <a:cubicBezTo>
                    <a:pt x="2052" y="7686"/>
                    <a:pt x="2468" y="7902"/>
                    <a:pt x="2846" y="7902"/>
                  </a:cubicBezTo>
                  <a:cubicBezTo>
                    <a:pt x="2947" y="7902"/>
                    <a:pt x="3046" y="7887"/>
                    <a:pt x="3135" y="7852"/>
                  </a:cubicBezTo>
                  <a:cubicBezTo>
                    <a:pt x="3645" y="9016"/>
                    <a:pt x="4426" y="9609"/>
                    <a:pt x="5634" y="9609"/>
                  </a:cubicBezTo>
                  <a:cubicBezTo>
                    <a:pt x="5969" y="9609"/>
                    <a:pt x="6336" y="9564"/>
                    <a:pt x="6739" y="9472"/>
                  </a:cubicBezTo>
                  <a:cubicBezTo>
                    <a:pt x="6835" y="10000"/>
                    <a:pt x="7161" y="10623"/>
                    <a:pt x="8043" y="11131"/>
                  </a:cubicBezTo>
                  <a:cubicBezTo>
                    <a:pt x="9519" y="11984"/>
                    <a:pt x="10171" y="12645"/>
                    <a:pt x="10267" y="13306"/>
                  </a:cubicBezTo>
                  <a:cubicBezTo>
                    <a:pt x="10309" y="13607"/>
                    <a:pt x="10568" y="13823"/>
                    <a:pt x="10863" y="13823"/>
                  </a:cubicBezTo>
                  <a:cubicBezTo>
                    <a:pt x="10897" y="13823"/>
                    <a:pt x="10932" y="13820"/>
                    <a:pt x="10966" y="13814"/>
                  </a:cubicBezTo>
                  <a:cubicBezTo>
                    <a:pt x="11302" y="13757"/>
                    <a:pt x="11513" y="13421"/>
                    <a:pt x="11436" y="13096"/>
                  </a:cubicBezTo>
                  <a:lnTo>
                    <a:pt x="10861" y="10460"/>
                  </a:lnTo>
                  <a:lnTo>
                    <a:pt x="10746" y="8763"/>
                  </a:lnTo>
                  <a:lnTo>
                    <a:pt x="11704" y="8399"/>
                  </a:lnTo>
                  <a:cubicBezTo>
                    <a:pt x="11813" y="8450"/>
                    <a:pt x="11928" y="8474"/>
                    <a:pt x="12044" y="8474"/>
                  </a:cubicBezTo>
                  <a:cubicBezTo>
                    <a:pt x="12449" y="8474"/>
                    <a:pt x="12866" y="8178"/>
                    <a:pt x="13075" y="7709"/>
                  </a:cubicBezTo>
                  <a:cubicBezTo>
                    <a:pt x="13219" y="7411"/>
                    <a:pt x="13238" y="7066"/>
                    <a:pt x="13142" y="6750"/>
                  </a:cubicBezTo>
                  <a:cubicBezTo>
                    <a:pt x="13353" y="6558"/>
                    <a:pt x="13506" y="6300"/>
                    <a:pt x="13554" y="6022"/>
                  </a:cubicBezTo>
                  <a:cubicBezTo>
                    <a:pt x="13669" y="5485"/>
                    <a:pt x="13478" y="4986"/>
                    <a:pt x="13123" y="4756"/>
                  </a:cubicBezTo>
                  <a:cubicBezTo>
                    <a:pt x="13209" y="4382"/>
                    <a:pt x="13123" y="3980"/>
                    <a:pt x="12883" y="3673"/>
                  </a:cubicBezTo>
                  <a:cubicBezTo>
                    <a:pt x="12701" y="3424"/>
                    <a:pt x="12433" y="3242"/>
                    <a:pt x="12136" y="3165"/>
                  </a:cubicBezTo>
                  <a:cubicBezTo>
                    <a:pt x="12212" y="2849"/>
                    <a:pt x="12145" y="2513"/>
                    <a:pt x="11944" y="2245"/>
                  </a:cubicBezTo>
                  <a:cubicBezTo>
                    <a:pt x="11944" y="2245"/>
                    <a:pt x="11570" y="1814"/>
                    <a:pt x="11350" y="1766"/>
                  </a:cubicBezTo>
                  <a:cubicBezTo>
                    <a:pt x="11154" y="1717"/>
                    <a:pt x="10979" y="1654"/>
                    <a:pt x="10807" y="1654"/>
                  </a:cubicBezTo>
                  <a:cubicBezTo>
                    <a:pt x="10777" y="1654"/>
                    <a:pt x="10747" y="1656"/>
                    <a:pt x="10717" y="1660"/>
                  </a:cubicBezTo>
                  <a:cubicBezTo>
                    <a:pt x="10602" y="1286"/>
                    <a:pt x="10334" y="989"/>
                    <a:pt x="9979" y="836"/>
                  </a:cubicBezTo>
                  <a:cubicBezTo>
                    <a:pt x="9798" y="755"/>
                    <a:pt x="9601" y="714"/>
                    <a:pt x="9404" y="714"/>
                  </a:cubicBezTo>
                  <a:cubicBezTo>
                    <a:pt x="9298" y="714"/>
                    <a:pt x="9192" y="726"/>
                    <a:pt x="9088" y="750"/>
                  </a:cubicBezTo>
                  <a:cubicBezTo>
                    <a:pt x="8877" y="366"/>
                    <a:pt x="8474" y="127"/>
                    <a:pt x="8033" y="127"/>
                  </a:cubicBezTo>
                  <a:cubicBezTo>
                    <a:pt x="7998" y="124"/>
                    <a:pt x="7963" y="122"/>
                    <a:pt x="7929" y="122"/>
                  </a:cubicBezTo>
                  <a:cubicBezTo>
                    <a:pt x="7621" y="122"/>
                    <a:pt x="7325" y="235"/>
                    <a:pt x="7084" y="433"/>
                  </a:cubicBezTo>
                  <a:cubicBezTo>
                    <a:pt x="6896" y="170"/>
                    <a:pt x="6548" y="1"/>
                    <a:pt x="6161"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9" name="Google Shape;6979;p62"/>
            <p:cNvSpPr/>
            <p:nvPr/>
          </p:nvSpPr>
          <p:spPr>
            <a:xfrm>
              <a:off x="6253428" y="3355575"/>
              <a:ext cx="309920" cy="221442"/>
            </a:xfrm>
            <a:custGeom>
              <a:avLst/>
              <a:gdLst/>
              <a:ahLst/>
              <a:cxnLst/>
              <a:rect l="l" t="t" r="r" b="b"/>
              <a:pathLst>
                <a:path w="11829" h="8452" extrusionOk="0">
                  <a:moveTo>
                    <a:pt x="4312" y="0"/>
                  </a:moveTo>
                  <a:cubicBezTo>
                    <a:pt x="4209" y="0"/>
                    <a:pt x="4104" y="12"/>
                    <a:pt x="3998" y="36"/>
                  </a:cubicBezTo>
                  <a:cubicBezTo>
                    <a:pt x="3701" y="103"/>
                    <a:pt x="3442" y="256"/>
                    <a:pt x="3240" y="486"/>
                  </a:cubicBezTo>
                  <a:cubicBezTo>
                    <a:pt x="3035" y="359"/>
                    <a:pt x="2804" y="292"/>
                    <a:pt x="2572" y="292"/>
                  </a:cubicBezTo>
                  <a:cubicBezTo>
                    <a:pt x="2402" y="292"/>
                    <a:pt x="2232" y="327"/>
                    <a:pt x="2071" y="400"/>
                  </a:cubicBezTo>
                  <a:cubicBezTo>
                    <a:pt x="1793" y="505"/>
                    <a:pt x="1563" y="688"/>
                    <a:pt x="1410" y="937"/>
                  </a:cubicBezTo>
                  <a:cubicBezTo>
                    <a:pt x="1330" y="913"/>
                    <a:pt x="1245" y="902"/>
                    <a:pt x="1159" y="902"/>
                  </a:cubicBezTo>
                  <a:cubicBezTo>
                    <a:pt x="821" y="902"/>
                    <a:pt x="452" y="1078"/>
                    <a:pt x="192" y="1406"/>
                  </a:cubicBezTo>
                  <a:cubicBezTo>
                    <a:pt x="116" y="1493"/>
                    <a:pt x="58" y="1598"/>
                    <a:pt x="1" y="1704"/>
                  </a:cubicBezTo>
                  <a:cubicBezTo>
                    <a:pt x="68" y="1694"/>
                    <a:pt x="125" y="1675"/>
                    <a:pt x="183" y="1675"/>
                  </a:cubicBezTo>
                  <a:cubicBezTo>
                    <a:pt x="422" y="1636"/>
                    <a:pt x="643" y="1541"/>
                    <a:pt x="834" y="1387"/>
                  </a:cubicBezTo>
                  <a:cubicBezTo>
                    <a:pt x="1084" y="1169"/>
                    <a:pt x="1403" y="1052"/>
                    <a:pt x="1730" y="1052"/>
                  </a:cubicBezTo>
                  <a:cubicBezTo>
                    <a:pt x="1805" y="1052"/>
                    <a:pt x="1881" y="1058"/>
                    <a:pt x="1956" y="1071"/>
                  </a:cubicBezTo>
                  <a:cubicBezTo>
                    <a:pt x="2026" y="1083"/>
                    <a:pt x="2097" y="1089"/>
                    <a:pt x="2167" y="1089"/>
                  </a:cubicBezTo>
                  <a:cubicBezTo>
                    <a:pt x="2372" y="1089"/>
                    <a:pt x="2573" y="1037"/>
                    <a:pt x="2752" y="937"/>
                  </a:cubicBezTo>
                  <a:cubicBezTo>
                    <a:pt x="2876" y="870"/>
                    <a:pt x="3001" y="822"/>
                    <a:pt x="3145" y="793"/>
                  </a:cubicBezTo>
                  <a:cubicBezTo>
                    <a:pt x="3245" y="770"/>
                    <a:pt x="3348" y="758"/>
                    <a:pt x="3451" y="758"/>
                  </a:cubicBezTo>
                  <a:cubicBezTo>
                    <a:pt x="3642" y="758"/>
                    <a:pt x="3833" y="798"/>
                    <a:pt x="4007" y="879"/>
                  </a:cubicBezTo>
                  <a:cubicBezTo>
                    <a:pt x="4166" y="953"/>
                    <a:pt x="4334" y="990"/>
                    <a:pt x="4503" y="990"/>
                  </a:cubicBezTo>
                  <a:cubicBezTo>
                    <a:pt x="4620" y="990"/>
                    <a:pt x="4737" y="972"/>
                    <a:pt x="4851" y="937"/>
                  </a:cubicBezTo>
                  <a:cubicBezTo>
                    <a:pt x="4979" y="897"/>
                    <a:pt x="5113" y="877"/>
                    <a:pt x="5254" y="877"/>
                  </a:cubicBezTo>
                  <a:cubicBezTo>
                    <a:pt x="5282" y="877"/>
                    <a:pt x="5311" y="878"/>
                    <a:pt x="5340" y="879"/>
                  </a:cubicBezTo>
                  <a:cubicBezTo>
                    <a:pt x="5627" y="898"/>
                    <a:pt x="5915" y="1004"/>
                    <a:pt x="6145" y="1196"/>
                  </a:cubicBezTo>
                  <a:cubicBezTo>
                    <a:pt x="6336" y="1359"/>
                    <a:pt x="6567" y="1454"/>
                    <a:pt x="6825" y="1474"/>
                  </a:cubicBezTo>
                  <a:cubicBezTo>
                    <a:pt x="6979" y="1493"/>
                    <a:pt x="7132" y="1531"/>
                    <a:pt x="7285" y="1598"/>
                  </a:cubicBezTo>
                  <a:cubicBezTo>
                    <a:pt x="7496" y="1694"/>
                    <a:pt x="7688" y="1838"/>
                    <a:pt x="7822" y="2029"/>
                  </a:cubicBezTo>
                  <a:cubicBezTo>
                    <a:pt x="7985" y="2250"/>
                    <a:pt x="8225" y="2413"/>
                    <a:pt x="8493" y="2480"/>
                  </a:cubicBezTo>
                  <a:cubicBezTo>
                    <a:pt x="8541" y="2499"/>
                    <a:pt x="8599" y="2509"/>
                    <a:pt x="8647" y="2518"/>
                  </a:cubicBezTo>
                  <a:cubicBezTo>
                    <a:pt x="8886" y="2576"/>
                    <a:pt x="9241" y="3007"/>
                    <a:pt x="9241" y="3007"/>
                  </a:cubicBezTo>
                  <a:cubicBezTo>
                    <a:pt x="9337" y="3141"/>
                    <a:pt x="9413" y="3295"/>
                    <a:pt x="9452" y="3458"/>
                  </a:cubicBezTo>
                  <a:cubicBezTo>
                    <a:pt x="9509" y="3726"/>
                    <a:pt x="9663" y="3966"/>
                    <a:pt x="9883" y="4129"/>
                  </a:cubicBezTo>
                  <a:cubicBezTo>
                    <a:pt x="9998" y="4215"/>
                    <a:pt x="10094" y="4311"/>
                    <a:pt x="10180" y="4426"/>
                  </a:cubicBezTo>
                  <a:cubicBezTo>
                    <a:pt x="10343" y="4637"/>
                    <a:pt x="10439" y="4886"/>
                    <a:pt x="10458" y="5154"/>
                  </a:cubicBezTo>
                  <a:cubicBezTo>
                    <a:pt x="10477" y="5375"/>
                    <a:pt x="10554" y="5586"/>
                    <a:pt x="10679" y="5758"/>
                  </a:cubicBezTo>
                  <a:cubicBezTo>
                    <a:pt x="10870" y="6065"/>
                    <a:pt x="10937" y="6429"/>
                    <a:pt x="10851" y="6774"/>
                  </a:cubicBezTo>
                  <a:cubicBezTo>
                    <a:pt x="10813" y="6985"/>
                    <a:pt x="10717" y="7177"/>
                    <a:pt x="10592" y="7340"/>
                  </a:cubicBezTo>
                  <a:cubicBezTo>
                    <a:pt x="10506" y="7455"/>
                    <a:pt x="10468" y="7589"/>
                    <a:pt x="10487" y="7723"/>
                  </a:cubicBezTo>
                  <a:cubicBezTo>
                    <a:pt x="10516" y="7972"/>
                    <a:pt x="10477" y="8222"/>
                    <a:pt x="10382" y="8452"/>
                  </a:cubicBezTo>
                  <a:cubicBezTo>
                    <a:pt x="10765" y="8346"/>
                    <a:pt x="11072" y="8078"/>
                    <a:pt x="11225" y="7714"/>
                  </a:cubicBezTo>
                  <a:cubicBezTo>
                    <a:pt x="11369" y="7407"/>
                    <a:pt x="11388" y="7071"/>
                    <a:pt x="11292" y="6755"/>
                  </a:cubicBezTo>
                  <a:cubicBezTo>
                    <a:pt x="11503" y="6554"/>
                    <a:pt x="11647" y="6295"/>
                    <a:pt x="11704" y="6017"/>
                  </a:cubicBezTo>
                  <a:cubicBezTo>
                    <a:pt x="11829" y="5490"/>
                    <a:pt x="11637" y="4982"/>
                    <a:pt x="11283" y="4761"/>
                  </a:cubicBezTo>
                  <a:cubicBezTo>
                    <a:pt x="11369" y="4378"/>
                    <a:pt x="11283" y="3985"/>
                    <a:pt x="11043" y="3678"/>
                  </a:cubicBezTo>
                  <a:cubicBezTo>
                    <a:pt x="10861" y="3429"/>
                    <a:pt x="10592" y="3247"/>
                    <a:pt x="10295" y="3170"/>
                  </a:cubicBezTo>
                  <a:cubicBezTo>
                    <a:pt x="10372" y="2844"/>
                    <a:pt x="10305" y="2509"/>
                    <a:pt x="10104" y="2250"/>
                  </a:cubicBezTo>
                  <a:cubicBezTo>
                    <a:pt x="10104" y="2250"/>
                    <a:pt x="9739" y="1819"/>
                    <a:pt x="9500" y="1761"/>
                  </a:cubicBezTo>
                  <a:cubicBezTo>
                    <a:pt x="9286" y="1718"/>
                    <a:pt x="9110" y="1653"/>
                    <a:pt x="8932" y="1653"/>
                  </a:cubicBezTo>
                  <a:cubicBezTo>
                    <a:pt x="8910" y="1653"/>
                    <a:pt x="8889" y="1654"/>
                    <a:pt x="8867" y="1656"/>
                  </a:cubicBezTo>
                  <a:cubicBezTo>
                    <a:pt x="8762" y="1291"/>
                    <a:pt x="8493" y="985"/>
                    <a:pt x="8139" y="841"/>
                  </a:cubicBezTo>
                  <a:cubicBezTo>
                    <a:pt x="7957" y="760"/>
                    <a:pt x="7760" y="715"/>
                    <a:pt x="7562" y="715"/>
                  </a:cubicBezTo>
                  <a:cubicBezTo>
                    <a:pt x="7457" y="715"/>
                    <a:pt x="7351" y="728"/>
                    <a:pt x="7247" y="755"/>
                  </a:cubicBezTo>
                  <a:cubicBezTo>
                    <a:pt x="7084" y="410"/>
                    <a:pt x="6672" y="160"/>
                    <a:pt x="6193" y="122"/>
                  </a:cubicBezTo>
                  <a:cubicBezTo>
                    <a:pt x="6158" y="119"/>
                    <a:pt x="6123" y="118"/>
                    <a:pt x="6088" y="118"/>
                  </a:cubicBezTo>
                  <a:cubicBezTo>
                    <a:pt x="5779" y="118"/>
                    <a:pt x="5476" y="232"/>
                    <a:pt x="5244" y="438"/>
                  </a:cubicBezTo>
                  <a:cubicBezTo>
                    <a:pt x="5054" y="165"/>
                    <a:pt x="4702" y="0"/>
                    <a:pt x="4312" y="0"/>
                  </a:cubicBezTo>
                  <a:close/>
                </a:path>
              </a:pathLst>
            </a:custGeom>
            <a:solidFill>
              <a:srgbClr val="89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0" name="Google Shape;6980;p62"/>
            <p:cNvSpPr/>
            <p:nvPr/>
          </p:nvSpPr>
          <p:spPr>
            <a:xfrm>
              <a:off x="6225814" y="3425057"/>
              <a:ext cx="3537" cy="6550"/>
            </a:xfrm>
            <a:custGeom>
              <a:avLst/>
              <a:gdLst/>
              <a:ahLst/>
              <a:cxnLst/>
              <a:rect l="l" t="t" r="r" b="b"/>
              <a:pathLst>
                <a:path w="135" h="250" extrusionOk="0">
                  <a:moveTo>
                    <a:pt x="134" y="1"/>
                  </a:moveTo>
                  <a:cubicBezTo>
                    <a:pt x="77" y="77"/>
                    <a:pt x="39" y="163"/>
                    <a:pt x="0" y="250"/>
                  </a:cubicBezTo>
                  <a:lnTo>
                    <a:pt x="86" y="250"/>
                  </a:lnTo>
                  <a:cubicBezTo>
                    <a:pt x="86" y="163"/>
                    <a:pt x="106" y="77"/>
                    <a:pt x="134" y="1"/>
                  </a:cubicBezTo>
                  <a:close/>
                </a:path>
              </a:pathLst>
            </a:custGeom>
            <a:solidFill>
              <a:srgbClr val="89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1" name="Google Shape;6981;p62"/>
            <p:cNvSpPr/>
            <p:nvPr/>
          </p:nvSpPr>
          <p:spPr>
            <a:xfrm>
              <a:off x="6367451" y="3577751"/>
              <a:ext cx="139148" cy="140144"/>
            </a:xfrm>
            <a:custGeom>
              <a:avLst/>
              <a:gdLst/>
              <a:ahLst/>
              <a:cxnLst/>
              <a:rect l="l" t="t" r="r" b="b"/>
              <a:pathLst>
                <a:path w="5311" h="5349" extrusionOk="0">
                  <a:moveTo>
                    <a:pt x="585" y="0"/>
                  </a:moveTo>
                  <a:cubicBezTo>
                    <a:pt x="585" y="1"/>
                    <a:pt x="0" y="1601"/>
                    <a:pt x="1841" y="2656"/>
                  </a:cubicBezTo>
                  <a:cubicBezTo>
                    <a:pt x="3317" y="3509"/>
                    <a:pt x="3969" y="4170"/>
                    <a:pt x="4065" y="4831"/>
                  </a:cubicBezTo>
                  <a:cubicBezTo>
                    <a:pt x="4107" y="5132"/>
                    <a:pt x="4366" y="5348"/>
                    <a:pt x="4661" y="5348"/>
                  </a:cubicBezTo>
                  <a:cubicBezTo>
                    <a:pt x="4695" y="5348"/>
                    <a:pt x="4730" y="5345"/>
                    <a:pt x="4764" y="5339"/>
                  </a:cubicBezTo>
                  <a:cubicBezTo>
                    <a:pt x="5100" y="5282"/>
                    <a:pt x="5311" y="4946"/>
                    <a:pt x="5234" y="4621"/>
                  </a:cubicBezTo>
                  <a:lnTo>
                    <a:pt x="4659" y="1985"/>
                  </a:lnTo>
                  <a:lnTo>
                    <a:pt x="4132" y="662"/>
                  </a:lnTo>
                  <a:cubicBezTo>
                    <a:pt x="4132" y="662"/>
                    <a:pt x="3539" y="703"/>
                    <a:pt x="2889" y="703"/>
                  </a:cubicBezTo>
                  <a:cubicBezTo>
                    <a:pt x="2171" y="703"/>
                    <a:pt x="1382" y="653"/>
                    <a:pt x="1246" y="441"/>
                  </a:cubicBezTo>
                  <a:cubicBezTo>
                    <a:pt x="1103" y="211"/>
                    <a:pt x="863" y="48"/>
                    <a:pt x="585" y="0"/>
                  </a:cubicBezTo>
                  <a:close/>
                </a:path>
              </a:pathLst>
            </a:custGeom>
            <a:solidFill>
              <a:srgbClr val="E1E6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2" name="Google Shape;6982;p62"/>
            <p:cNvSpPr/>
            <p:nvPr/>
          </p:nvSpPr>
          <p:spPr>
            <a:xfrm>
              <a:off x="6460120" y="3595069"/>
              <a:ext cx="46479" cy="122328"/>
            </a:xfrm>
            <a:custGeom>
              <a:avLst/>
              <a:gdLst/>
              <a:ahLst/>
              <a:cxnLst/>
              <a:rect l="l" t="t" r="r" b="b"/>
              <a:pathLst>
                <a:path w="1774" h="4669" extrusionOk="0">
                  <a:moveTo>
                    <a:pt x="604" y="1"/>
                  </a:moveTo>
                  <a:cubicBezTo>
                    <a:pt x="604" y="1"/>
                    <a:pt x="345" y="20"/>
                    <a:pt x="0" y="30"/>
                  </a:cubicBezTo>
                  <a:lnTo>
                    <a:pt x="499" y="1295"/>
                  </a:lnTo>
                  <a:lnTo>
                    <a:pt x="1074" y="3931"/>
                  </a:lnTo>
                  <a:cubicBezTo>
                    <a:pt x="1131" y="4180"/>
                    <a:pt x="1016" y="4439"/>
                    <a:pt x="786" y="4573"/>
                  </a:cubicBezTo>
                  <a:cubicBezTo>
                    <a:pt x="882" y="4631"/>
                    <a:pt x="997" y="4669"/>
                    <a:pt x="1122" y="4669"/>
                  </a:cubicBezTo>
                  <a:cubicBezTo>
                    <a:pt x="1496" y="4669"/>
                    <a:pt x="1774" y="4324"/>
                    <a:pt x="1697" y="3960"/>
                  </a:cubicBezTo>
                  <a:lnTo>
                    <a:pt x="1122" y="1324"/>
                  </a:lnTo>
                  <a:lnTo>
                    <a:pt x="604" y="1"/>
                  </a:lnTo>
                  <a:close/>
                </a:path>
              </a:pathLst>
            </a:custGeom>
            <a:solidFill>
              <a:srgbClr val="D8DD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3" name="Google Shape;6983;p62"/>
            <p:cNvSpPr/>
            <p:nvPr/>
          </p:nvSpPr>
          <p:spPr>
            <a:xfrm>
              <a:off x="6419929" y="3572485"/>
              <a:ext cx="101997" cy="56513"/>
            </a:xfrm>
            <a:custGeom>
              <a:avLst/>
              <a:gdLst/>
              <a:ahLst/>
              <a:cxnLst/>
              <a:rect l="l" t="t" r="r" b="b"/>
              <a:pathLst>
                <a:path w="3893" h="2157" extrusionOk="0">
                  <a:moveTo>
                    <a:pt x="825" y="0"/>
                  </a:moveTo>
                  <a:cubicBezTo>
                    <a:pt x="346" y="0"/>
                    <a:pt x="1" y="451"/>
                    <a:pt x="116" y="911"/>
                  </a:cubicBezTo>
                  <a:lnTo>
                    <a:pt x="192" y="1313"/>
                  </a:lnTo>
                  <a:cubicBezTo>
                    <a:pt x="317" y="1812"/>
                    <a:pt x="767" y="2157"/>
                    <a:pt x="1285" y="2157"/>
                  </a:cubicBezTo>
                  <a:lnTo>
                    <a:pt x="2608" y="2157"/>
                  </a:lnTo>
                  <a:cubicBezTo>
                    <a:pt x="3116" y="2157"/>
                    <a:pt x="3566" y="1812"/>
                    <a:pt x="3701" y="1313"/>
                  </a:cubicBezTo>
                  <a:lnTo>
                    <a:pt x="3768" y="911"/>
                  </a:lnTo>
                  <a:cubicBezTo>
                    <a:pt x="3892" y="451"/>
                    <a:pt x="3538" y="0"/>
                    <a:pt x="306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4" name="Google Shape;6984;p62"/>
            <p:cNvSpPr/>
            <p:nvPr/>
          </p:nvSpPr>
          <p:spPr>
            <a:xfrm>
              <a:off x="6426453" y="3572485"/>
              <a:ext cx="95211" cy="56513"/>
            </a:xfrm>
            <a:custGeom>
              <a:avLst/>
              <a:gdLst/>
              <a:ahLst/>
              <a:cxnLst/>
              <a:rect l="l" t="t" r="r" b="b"/>
              <a:pathLst>
                <a:path w="3634" h="2157" extrusionOk="0">
                  <a:moveTo>
                    <a:pt x="2934" y="0"/>
                  </a:moveTo>
                  <a:lnTo>
                    <a:pt x="2934" y="0"/>
                  </a:lnTo>
                  <a:cubicBezTo>
                    <a:pt x="2944" y="96"/>
                    <a:pt x="2944" y="192"/>
                    <a:pt x="2915" y="288"/>
                  </a:cubicBezTo>
                  <a:lnTo>
                    <a:pt x="2838" y="690"/>
                  </a:lnTo>
                  <a:cubicBezTo>
                    <a:pt x="2714" y="1189"/>
                    <a:pt x="2263" y="1543"/>
                    <a:pt x="1745" y="1543"/>
                  </a:cubicBezTo>
                  <a:lnTo>
                    <a:pt x="432" y="1543"/>
                  </a:lnTo>
                  <a:cubicBezTo>
                    <a:pt x="279" y="1543"/>
                    <a:pt x="135" y="1515"/>
                    <a:pt x="1" y="1457"/>
                  </a:cubicBezTo>
                  <a:lnTo>
                    <a:pt x="1" y="1457"/>
                  </a:lnTo>
                  <a:cubicBezTo>
                    <a:pt x="173" y="1879"/>
                    <a:pt x="586" y="2157"/>
                    <a:pt x="1046" y="2157"/>
                  </a:cubicBezTo>
                  <a:lnTo>
                    <a:pt x="2359" y="2157"/>
                  </a:lnTo>
                  <a:cubicBezTo>
                    <a:pt x="2877" y="2157"/>
                    <a:pt x="3327" y="1802"/>
                    <a:pt x="3452" y="1304"/>
                  </a:cubicBezTo>
                  <a:lnTo>
                    <a:pt x="3528" y="901"/>
                  </a:lnTo>
                  <a:cubicBezTo>
                    <a:pt x="3634" y="479"/>
                    <a:pt x="3356" y="67"/>
                    <a:pt x="2934"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5" name="Google Shape;6985;p62"/>
            <p:cNvSpPr/>
            <p:nvPr/>
          </p:nvSpPr>
          <p:spPr>
            <a:xfrm>
              <a:off x="6381232" y="3407006"/>
              <a:ext cx="100503" cy="62277"/>
            </a:xfrm>
            <a:custGeom>
              <a:avLst/>
              <a:gdLst/>
              <a:ahLst/>
              <a:cxnLst/>
              <a:rect l="l" t="t" r="r" b="b"/>
              <a:pathLst>
                <a:path w="3836" h="2377" extrusionOk="0">
                  <a:moveTo>
                    <a:pt x="886" y="1"/>
                  </a:moveTo>
                  <a:cubicBezTo>
                    <a:pt x="656" y="1"/>
                    <a:pt x="423" y="50"/>
                    <a:pt x="203" y="153"/>
                  </a:cubicBezTo>
                  <a:cubicBezTo>
                    <a:pt x="0" y="262"/>
                    <a:pt x="102" y="543"/>
                    <a:pt x="293" y="543"/>
                  </a:cubicBezTo>
                  <a:cubicBezTo>
                    <a:pt x="319" y="543"/>
                    <a:pt x="347" y="538"/>
                    <a:pt x="375" y="527"/>
                  </a:cubicBezTo>
                  <a:cubicBezTo>
                    <a:pt x="539" y="452"/>
                    <a:pt x="710" y="416"/>
                    <a:pt x="879" y="416"/>
                  </a:cubicBezTo>
                  <a:cubicBezTo>
                    <a:pt x="1295" y="416"/>
                    <a:pt x="1694" y="631"/>
                    <a:pt x="1919" y="1006"/>
                  </a:cubicBezTo>
                  <a:cubicBezTo>
                    <a:pt x="1612" y="1351"/>
                    <a:pt x="1535" y="1840"/>
                    <a:pt x="1727" y="2252"/>
                  </a:cubicBezTo>
                  <a:cubicBezTo>
                    <a:pt x="1765" y="2329"/>
                    <a:pt x="1832" y="2377"/>
                    <a:pt x="1919" y="2377"/>
                  </a:cubicBezTo>
                  <a:cubicBezTo>
                    <a:pt x="1947" y="2377"/>
                    <a:pt x="1976" y="2367"/>
                    <a:pt x="2005" y="2357"/>
                  </a:cubicBezTo>
                  <a:cubicBezTo>
                    <a:pt x="2110" y="2309"/>
                    <a:pt x="2149" y="2185"/>
                    <a:pt x="2101" y="2079"/>
                  </a:cubicBezTo>
                  <a:cubicBezTo>
                    <a:pt x="1938" y="1715"/>
                    <a:pt x="2091" y="1293"/>
                    <a:pt x="2455" y="1121"/>
                  </a:cubicBezTo>
                  <a:cubicBezTo>
                    <a:pt x="2551" y="1077"/>
                    <a:pt x="2652" y="1056"/>
                    <a:pt x="2752" y="1056"/>
                  </a:cubicBezTo>
                  <a:cubicBezTo>
                    <a:pt x="3023" y="1056"/>
                    <a:pt x="3285" y="1210"/>
                    <a:pt x="3404" y="1476"/>
                  </a:cubicBezTo>
                  <a:cubicBezTo>
                    <a:pt x="3447" y="1547"/>
                    <a:pt x="3527" y="1586"/>
                    <a:pt x="3608" y="1586"/>
                  </a:cubicBezTo>
                  <a:cubicBezTo>
                    <a:pt x="3636" y="1586"/>
                    <a:pt x="3665" y="1581"/>
                    <a:pt x="3692" y="1571"/>
                  </a:cubicBezTo>
                  <a:cubicBezTo>
                    <a:pt x="3788" y="1514"/>
                    <a:pt x="3836" y="1389"/>
                    <a:pt x="3788" y="1293"/>
                  </a:cubicBezTo>
                  <a:cubicBezTo>
                    <a:pt x="3592" y="875"/>
                    <a:pt x="3183" y="634"/>
                    <a:pt x="2757" y="634"/>
                  </a:cubicBezTo>
                  <a:cubicBezTo>
                    <a:pt x="2598" y="634"/>
                    <a:pt x="2436" y="667"/>
                    <a:pt x="2283" y="737"/>
                  </a:cubicBezTo>
                  <a:cubicBezTo>
                    <a:pt x="2273" y="747"/>
                    <a:pt x="2264" y="747"/>
                    <a:pt x="2264" y="757"/>
                  </a:cubicBezTo>
                  <a:cubicBezTo>
                    <a:pt x="1954" y="272"/>
                    <a:pt x="1428" y="1"/>
                    <a:pt x="886"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6" name="Google Shape;6986;p62"/>
            <p:cNvSpPr/>
            <p:nvPr/>
          </p:nvSpPr>
          <p:spPr>
            <a:xfrm>
              <a:off x="6255865" y="3454873"/>
              <a:ext cx="84259" cy="48811"/>
            </a:xfrm>
            <a:custGeom>
              <a:avLst/>
              <a:gdLst/>
              <a:ahLst/>
              <a:cxnLst/>
              <a:rect l="l" t="t" r="r" b="b"/>
              <a:pathLst>
                <a:path w="3216" h="1863" extrusionOk="0">
                  <a:moveTo>
                    <a:pt x="2482" y="1"/>
                  </a:moveTo>
                  <a:cubicBezTo>
                    <a:pt x="2018" y="1"/>
                    <a:pt x="1574" y="257"/>
                    <a:pt x="1345" y="693"/>
                  </a:cubicBezTo>
                  <a:cubicBezTo>
                    <a:pt x="1192" y="647"/>
                    <a:pt x="1036" y="624"/>
                    <a:pt x="880" y="624"/>
                  </a:cubicBezTo>
                  <a:cubicBezTo>
                    <a:pt x="646" y="624"/>
                    <a:pt x="414" y="676"/>
                    <a:pt x="195" y="780"/>
                  </a:cubicBezTo>
                  <a:cubicBezTo>
                    <a:pt x="1" y="889"/>
                    <a:pt x="97" y="1170"/>
                    <a:pt x="293" y="1170"/>
                  </a:cubicBezTo>
                  <a:cubicBezTo>
                    <a:pt x="319" y="1170"/>
                    <a:pt x="347" y="1165"/>
                    <a:pt x="377" y="1153"/>
                  </a:cubicBezTo>
                  <a:cubicBezTo>
                    <a:pt x="537" y="1079"/>
                    <a:pt x="706" y="1043"/>
                    <a:pt x="873" y="1043"/>
                  </a:cubicBezTo>
                  <a:cubicBezTo>
                    <a:pt x="1326" y="1043"/>
                    <a:pt x="1765" y="1304"/>
                    <a:pt x="1968" y="1738"/>
                  </a:cubicBezTo>
                  <a:cubicBezTo>
                    <a:pt x="2007" y="1815"/>
                    <a:pt x="2083" y="1863"/>
                    <a:pt x="2160" y="1863"/>
                  </a:cubicBezTo>
                  <a:cubicBezTo>
                    <a:pt x="2189" y="1863"/>
                    <a:pt x="2218" y="1853"/>
                    <a:pt x="2246" y="1844"/>
                  </a:cubicBezTo>
                  <a:cubicBezTo>
                    <a:pt x="2352" y="1796"/>
                    <a:pt x="2400" y="1671"/>
                    <a:pt x="2352" y="1566"/>
                  </a:cubicBezTo>
                  <a:cubicBezTo>
                    <a:pt x="2218" y="1278"/>
                    <a:pt x="1997" y="1029"/>
                    <a:pt x="1719" y="866"/>
                  </a:cubicBezTo>
                  <a:cubicBezTo>
                    <a:pt x="1825" y="684"/>
                    <a:pt x="1988" y="540"/>
                    <a:pt x="2179" y="473"/>
                  </a:cubicBezTo>
                  <a:cubicBezTo>
                    <a:pt x="2276" y="433"/>
                    <a:pt x="2380" y="414"/>
                    <a:pt x="2483" y="414"/>
                  </a:cubicBezTo>
                  <a:cubicBezTo>
                    <a:pt x="2605" y="414"/>
                    <a:pt x="2727" y="440"/>
                    <a:pt x="2841" y="492"/>
                  </a:cubicBezTo>
                  <a:cubicBezTo>
                    <a:pt x="2869" y="503"/>
                    <a:pt x="2897" y="509"/>
                    <a:pt x="2923" y="509"/>
                  </a:cubicBezTo>
                  <a:cubicBezTo>
                    <a:pt x="3114" y="509"/>
                    <a:pt x="3216" y="228"/>
                    <a:pt x="3013" y="118"/>
                  </a:cubicBezTo>
                  <a:cubicBezTo>
                    <a:pt x="2840" y="38"/>
                    <a:pt x="2660" y="1"/>
                    <a:pt x="2482"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7" name="Google Shape;6987;p62"/>
            <p:cNvSpPr/>
            <p:nvPr/>
          </p:nvSpPr>
          <p:spPr>
            <a:xfrm>
              <a:off x="6422183" y="3506932"/>
              <a:ext cx="51273" cy="22637"/>
            </a:xfrm>
            <a:custGeom>
              <a:avLst/>
              <a:gdLst/>
              <a:ahLst/>
              <a:cxnLst/>
              <a:rect l="l" t="t" r="r" b="b"/>
              <a:pathLst>
                <a:path w="1957" h="864" extrusionOk="0">
                  <a:moveTo>
                    <a:pt x="847" y="1"/>
                  </a:moveTo>
                  <a:cubicBezTo>
                    <a:pt x="584" y="1"/>
                    <a:pt x="326" y="82"/>
                    <a:pt x="116" y="240"/>
                  </a:cubicBezTo>
                  <a:cubicBezTo>
                    <a:pt x="20" y="307"/>
                    <a:pt x="1" y="432"/>
                    <a:pt x="58" y="528"/>
                  </a:cubicBezTo>
                  <a:cubicBezTo>
                    <a:pt x="99" y="585"/>
                    <a:pt x="164" y="615"/>
                    <a:pt x="230" y="615"/>
                  </a:cubicBezTo>
                  <a:cubicBezTo>
                    <a:pt x="273" y="615"/>
                    <a:pt x="317" y="602"/>
                    <a:pt x="356" y="575"/>
                  </a:cubicBezTo>
                  <a:cubicBezTo>
                    <a:pt x="505" y="471"/>
                    <a:pt x="679" y="420"/>
                    <a:pt x="851" y="420"/>
                  </a:cubicBezTo>
                  <a:cubicBezTo>
                    <a:pt x="1119" y="420"/>
                    <a:pt x="1384" y="543"/>
                    <a:pt x="1554" y="777"/>
                  </a:cubicBezTo>
                  <a:cubicBezTo>
                    <a:pt x="1592" y="834"/>
                    <a:pt x="1650" y="863"/>
                    <a:pt x="1726" y="863"/>
                  </a:cubicBezTo>
                  <a:cubicBezTo>
                    <a:pt x="1765" y="863"/>
                    <a:pt x="1803" y="853"/>
                    <a:pt x="1841" y="825"/>
                  </a:cubicBezTo>
                  <a:cubicBezTo>
                    <a:pt x="1937" y="758"/>
                    <a:pt x="1956" y="623"/>
                    <a:pt x="1889" y="528"/>
                  </a:cubicBezTo>
                  <a:cubicBezTo>
                    <a:pt x="1698" y="259"/>
                    <a:pt x="1400" y="67"/>
                    <a:pt x="1065" y="20"/>
                  </a:cubicBezTo>
                  <a:cubicBezTo>
                    <a:pt x="992" y="7"/>
                    <a:pt x="920" y="1"/>
                    <a:pt x="847"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8" name="Google Shape;6988;p62"/>
            <p:cNvSpPr/>
            <p:nvPr/>
          </p:nvSpPr>
          <p:spPr>
            <a:xfrm>
              <a:off x="6358621" y="3569236"/>
              <a:ext cx="52793" cy="23292"/>
            </a:xfrm>
            <a:custGeom>
              <a:avLst/>
              <a:gdLst/>
              <a:ahLst/>
              <a:cxnLst/>
              <a:rect l="l" t="t" r="r" b="b"/>
              <a:pathLst>
                <a:path w="2015" h="889" extrusionOk="0">
                  <a:moveTo>
                    <a:pt x="1151" y="0"/>
                  </a:moveTo>
                  <a:cubicBezTo>
                    <a:pt x="1078" y="0"/>
                    <a:pt x="1005" y="6"/>
                    <a:pt x="932" y="19"/>
                  </a:cubicBezTo>
                  <a:cubicBezTo>
                    <a:pt x="596" y="86"/>
                    <a:pt x="309" y="278"/>
                    <a:pt x="117" y="555"/>
                  </a:cubicBezTo>
                  <a:cubicBezTo>
                    <a:pt x="1" y="720"/>
                    <a:pt x="143" y="888"/>
                    <a:pt x="293" y="888"/>
                  </a:cubicBezTo>
                  <a:cubicBezTo>
                    <a:pt x="353" y="888"/>
                    <a:pt x="415" y="861"/>
                    <a:pt x="462" y="795"/>
                  </a:cubicBezTo>
                  <a:cubicBezTo>
                    <a:pt x="587" y="603"/>
                    <a:pt x="788" y="479"/>
                    <a:pt x="1018" y="440"/>
                  </a:cubicBezTo>
                  <a:cubicBezTo>
                    <a:pt x="1074" y="428"/>
                    <a:pt x="1130" y="422"/>
                    <a:pt x="1186" y="422"/>
                  </a:cubicBezTo>
                  <a:cubicBezTo>
                    <a:pt x="1352" y="422"/>
                    <a:pt x="1517" y="474"/>
                    <a:pt x="1660" y="575"/>
                  </a:cubicBezTo>
                  <a:cubicBezTo>
                    <a:pt x="1696" y="600"/>
                    <a:pt x="1735" y="611"/>
                    <a:pt x="1774" y="611"/>
                  </a:cubicBezTo>
                  <a:cubicBezTo>
                    <a:pt x="1840" y="611"/>
                    <a:pt x="1905" y="577"/>
                    <a:pt x="1948" y="517"/>
                  </a:cubicBezTo>
                  <a:cubicBezTo>
                    <a:pt x="2015" y="421"/>
                    <a:pt x="1986" y="297"/>
                    <a:pt x="1900" y="230"/>
                  </a:cubicBezTo>
                  <a:cubicBezTo>
                    <a:pt x="1675" y="80"/>
                    <a:pt x="1415" y="0"/>
                    <a:pt x="1151"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9" name="Google Shape;6989;p62"/>
            <p:cNvSpPr/>
            <p:nvPr/>
          </p:nvSpPr>
          <p:spPr>
            <a:xfrm>
              <a:off x="6345076" y="3480470"/>
              <a:ext cx="45509" cy="34532"/>
            </a:xfrm>
            <a:custGeom>
              <a:avLst/>
              <a:gdLst/>
              <a:ahLst/>
              <a:cxnLst/>
              <a:rect l="l" t="t" r="r" b="b"/>
              <a:pathLst>
                <a:path w="1737" h="1318" extrusionOk="0">
                  <a:moveTo>
                    <a:pt x="1509" y="1"/>
                  </a:moveTo>
                  <a:cubicBezTo>
                    <a:pt x="1409" y="1"/>
                    <a:pt x="1322" y="73"/>
                    <a:pt x="1305" y="176"/>
                  </a:cubicBezTo>
                  <a:cubicBezTo>
                    <a:pt x="1236" y="599"/>
                    <a:pt x="872" y="897"/>
                    <a:pt x="458" y="897"/>
                  </a:cubicBezTo>
                  <a:cubicBezTo>
                    <a:pt x="412" y="897"/>
                    <a:pt x="365" y="893"/>
                    <a:pt x="318" y="886"/>
                  </a:cubicBezTo>
                  <a:cubicBezTo>
                    <a:pt x="308" y="885"/>
                    <a:pt x="299" y="884"/>
                    <a:pt x="290" y="884"/>
                  </a:cubicBezTo>
                  <a:cubicBezTo>
                    <a:pt x="54" y="884"/>
                    <a:pt x="1" y="1242"/>
                    <a:pt x="250" y="1298"/>
                  </a:cubicBezTo>
                  <a:cubicBezTo>
                    <a:pt x="318" y="1308"/>
                    <a:pt x="394" y="1317"/>
                    <a:pt x="461" y="1317"/>
                  </a:cubicBezTo>
                  <a:cubicBezTo>
                    <a:pt x="1084" y="1308"/>
                    <a:pt x="1621" y="857"/>
                    <a:pt x="1717" y="244"/>
                  </a:cubicBezTo>
                  <a:cubicBezTo>
                    <a:pt x="1736" y="129"/>
                    <a:pt x="1659" y="23"/>
                    <a:pt x="1544" y="4"/>
                  </a:cubicBezTo>
                  <a:cubicBezTo>
                    <a:pt x="1533" y="2"/>
                    <a:pt x="1521" y="1"/>
                    <a:pt x="1509"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0" name="Google Shape;6990;p62"/>
            <p:cNvSpPr/>
            <p:nvPr/>
          </p:nvSpPr>
          <p:spPr>
            <a:xfrm>
              <a:off x="6278030" y="3534285"/>
              <a:ext cx="15353" cy="32933"/>
            </a:xfrm>
            <a:custGeom>
              <a:avLst/>
              <a:gdLst/>
              <a:ahLst/>
              <a:cxnLst/>
              <a:rect l="l" t="t" r="r" b="b"/>
              <a:pathLst>
                <a:path w="586" h="1257" extrusionOk="0">
                  <a:moveTo>
                    <a:pt x="300" y="1"/>
                  </a:moveTo>
                  <a:cubicBezTo>
                    <a:pt x="218" y="1"/>
                    <a:pt x="136" y="47"/>
                    <a:pt x="106" y="155"/>
                  </a:cubicBezTo>
                  <a:cubicBezTo>
                    <a:pt x="1" y="471"/>
                    <a:pt x="126" y="998"/>
                    <a:pt x="154" y="1094"/>
                  </a:cubicBezTo>
                  <a:cubicBezTo>
                    <a:pt x="173" y="1190"/>
                    <a:pt x="260" y="1257"/>
                    <a:pt x="356" y="1257"/>
                  </a:cubicBezTo>
                  <a:cubicBezTo>
                    <a:pt x="375" y="1257"/>
                    <a:pt x="384" y="1257"/>
                    <a:pt x="404" y="1247"/>
                  </a:cubicBezTo>
                  <a:cubicBezTo>
                    <a:pt x="519" y="1219"/>
                    <a:pt x="586" y="1103"/>
                    <a:pt x="557" y="998"/>
                  </a:cubicBezTo>
                  <a:cubicBezTo>
                    <a:pt x="499" y="787"/>
                    <a:pt x="451" y="433"/>
                    <a:pt x="499" y="279"/>
                  </a:cubicBezTo>
                  <a:cubicBezTo>
                    <a:pt x="564" y="115"/>
                    <a:pt x="431" y="1"/>
                    <a:pt x="300"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1" name="Google Shape;6991;p62"/>
            <p:cNvSpPr/>
            <p:nvPr/>
          </p:nvSpPr>
          <p:spPr>
            <a:xfrm>
              <a:off x="6325767" y="3362911"/>
              <a:ext cx="20672" cy="25519"/>
            </a:xfrm>
            <a:custGeom>
              <a:avLst/>
              <a:gdLst/>
              <a:ahLst/>
              <a:cxnLst/>
              <a:rect l="l" t="t" r="r" b="b"/>
              <a:pathLst>
                <a:path w="789" h="974" extrusionOk="0">
                  <a:moveTo>
                    <a:pt x="485" y="1"/>
                  </a:moveTo>
                  <a:cubicBezTo>
                    <a:pt x="438" y="1"/>
                    <a:pt x="389" y="19"/>
                    <a:pt x="345" y="62"/>
                  </a:cubicBezTo>
                  <a:cubicBezTo>
                    <a:pt x="307" y="101"/>
                    <a:pt x="0" y="408"/>
                    <a:pt x="0" y="772"/>
                  </a:cubicBezTo>
                  <a:cubicBezTo>
                    <a:pt x="0" y="887"/>
                    <a:pt x="96" y="973"/>
                    <a:pt x="211" y="973"/>
                  </a:cubicBezTo>
                  <a:cubicBezTo>
                    <a:pt x="216" y="974"/>
                    <a:pt x="222" y="974"/>
                    <a:pt x="227" y="974"/>
                  </a:cubicBezTo>
                  <a:cubicBezTo>
                    <a:pt x="335" y="974"/>
                    <a:pt x="421" y="881"/>
                    <a:pt x="412" y="772"/>
                  </a:cubicBezTo>
                  <a:cubicBezTo>
                    <a:pt x="412" y="618"/>
                    <a:pt x="575" y="417"/>
                    <a:pt x="633" y="360"/>
                  </a:cubicBezTo>
                  <a:cubicBezTo>
                    <a:pt x="788" y="212"/>
                    <a:pt x="646" y="1"/>
                    <a:pt x="485" y="1"/>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2" name="Google Shape;6992;p62"/>
            <p:cNvSpPr/>
            <p:nvPr/>
          </p:nvSpPr>
          <p:spPr>
            <a:xfrm>
              <a:off x="6305042" y="3381146"/>
              <a:ext cx="50880" cy="19205"/>
            </a:xfrm>
            <a:custGeom>
              <a:avLst/>
              <a:gdLst/>
              <a:ahLst/>
              <a:cxnLst/>
              <a:rect l="l" t="t" r="r" b="b"/>
              <a:pathLst>
                <a:path w="1942" h="733" extrusionOk="0">
                  <a:moveTo>
                    <a:pt x="1025" y="0"/>
                  </a:moveTo>
                  <a:cubicBezTo>
                    <a:pt x="896" y="0"/>
                    <a:pt x="778" y="24"/>
                    <a:pt x="676" y="57"/>
                  </a:cubicBezTo>
                  <a:cubicBezTo>
                    <a:pt x="484" y="124"/>
                    <a:pt x="302" y="229"/>
                    <a:pt x="149" y="373"/>
                  </a:cubicBezTo>
                  <a:cubicBezTo>
                    <a:pt x="1" y="521"/>
                    <a:pt x="139" y="732"/>
                    <a:pt x="302" y="732"/>
                  </a:cubicBezTo>
                  <a:cubicBezTo>
                    <a:pt x="350" y="732"/>
                    <a:pt x="400" y="714"/>
                    <a:pt x="446" y="670"/>
                  </a:cubicBezTo>
                  <a:cubicBezTo>
                    <a:pt x="459" y="651"/>
                    <a:pt x="699" y="421"/>
                    <a:pt x="1018" y="421"/>
                  </a:cubicBezTo>
                  <a:cubicBezTo>
                    <a:pt x="1184" y="421"/>
                    <a:pt x="1371" y="483"/>
                    <a:pt x="1558" y="670"/>
                  </a:cubicBezTo>
                  <a:cubicBezTo>
                    <a:pt x="1606" y="699"/>
                    <a:pt x="1654" y="728"/>
                    <a:pt x="1711" y="728"/>
                  </a:cubicBezTo>
                  <a:cubicBezTo>
                    <a:pt x="1759" y="728"/>
                    <a:pt x="1817" y="699"/>
                    <a:pt x="1855" y="660"/>
                  </a:cubicBezTo>
                  <a:cubicBezTo>
                    <a:pt x="1941" y="584"/>
                    <a:pt x="1941" y="450"/>
                    <a:pt x="1855" y="373"/>
                  </a:cubicBezTo>
                  <a:cubicBezTo>
                    <a:pt x="1565" y="89"/>
                    <a:pt x="1274" y="0"/>
                    <a:pt x="1025"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3" name="Google Shape;6993;p62"/>
            <p:cNvSpPr/>
            <p:nvPr/>
          </p:nvSpPr>
          <p:spPr>
            <a:xfrm>
              <a:off x="6526275" y="3501037"/>
              <a:ext cx="29056" cy="37309"/>
            </a:xfrm>
            <a:custGeom>
              <a:avLst/>
              <a:gdLst/>
              <a:ahLst/>
              <a:cxnLst/>
              <a:rect l="l" t="t" r="r" b="b"/>
              <a:pathLst>
                <a:path w="1109" h="1424" extrusionOk="0">
                  <a:moveTo>
                    <a:pt x="313" y="0"/>
                  </a:moveTo>
                  <a:cubicBezTo>
                    <a:pt x="141" y="0"/>
                    <a:pt x="1" y="236"/>
                    <a:pt x="188" y="379"/>
                  </a:cubicBezTo>
                  <a:cubicBezTo>
                    <a:pt x="447" y="590"/>
                    <a:pt x="629" y="896"/>
                    <a:pt x="686" y="1232"/>
                  </a:cubicBezTo>
                  <a:cubicBezTo>
                    <a:pt x="696" y="1337"/>
                    <a:pt x="792" y="1424"/>
                    <a:pt x="897" y="1424"/>
                  </a:cubicBezTo>
                  <a:cubicBezTo>
                    <a:pt x="907" y="1424"/>
                    <a:pt x="907" y="1424"/>
                    <a:pt x="916" y="1414"/>
                  </a:cubicBezTo>
                  <a:cubicBezTo>
                    <a:pt x="1032" y="1404"/>
                    <a:pt x="1108" y="1309"/>
                    <a:pt x="1108" y="1193"/>
                  </a:cubicBezTo>
                  <a:cubicBezTo>
                    <a:pt x="1032" y="753"/>
                    <a:pt x="801" y="350"/>
                    <a:pt x="456" y="62"/>
                  </a:cubicBezTo>
                  <a:cubicBezTo>
                    <a:pt x="410" y="19"/>
                    <a:pt x="360" y="0"/>
                    <a:pt x="313"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94" name="Google Shape;6994;p62"/>
          <p:cNvGrpSpPr/>
          <p:nvPr/>
        </p:nvGrpSpPr>
        <p:grpSpPr>
          <a:xfrm>
            <a:off x="4935895" y="1319280"/>
            <a:ext cx="242979" cy="362660"/>
            <a:chOff x="4939970" y="1499855"/>
            <a:chExt cx="242979" cy="362660"/>
          </a:xfrm>
        </p:grpSpPr>
        <p:sp>
          <p:nvSpPr>
            <p:cNvPr id="6995" name="Google Shape;6995;p62"/>
            <p:cNvSpPr/>
            <p:nvPr/>
          </p:nvSpPr>
          <p:spPr>
            <a:xfrm>
              <a:off x="4992973" y="1499855"/>
              <a:ext cx="43728" cy="120075"/>
            </a:xfrm>
            <a:custGeom>
              <a:avLst/>
              <a:gdLst/>
              <a:ahLst/>
              <a:cxnLst/>
              <a:rect l="l" t="t" r="r" b="b"/>
              <a:pathLst>
                <a:path w="1669" h="4583" extrusionOk="0">
                  <a:moveTo>
                    <a:pt x="834" y="0"/>
                  </a:moveTo>
                  <a:cubicBezTo>
                    <a:pt x="374" y="0"/>
                    <a:pt x="0" y="384"/>
                    <a:pt x="20" y="844"/>
                  </a:cubicBezTo>
                  <a:lnTo>
                    <a:pt x="20" y="4582"/>
                  </a:lnTo>
                  <a:cubicBezTo>
                    <a:pt x="269" y="4179"/>
                    <a:pt x="710" y="3940"/>
                    <a:pt x="1189" y="3940"/>
                  </a:cubicBezTo>
                  <a:cubicBezTo>
                    <a:pt x="1342" y="3940"/>
                    <a:pt x="1496" y="3959"/>
                    <a:pt x="1649" y="4017"/>
                  </a:cubicBezTo>
                  <a:lnTo>
                    <a:pt x="1649" y="844"/>
                  </a:lnTo>
                  <a:cubicBezTo>
                    <a:pt x="1668" y="384"/>
                    <a:pt x="1295" y="0"/>
                    <a:pt x="834"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6" name="Google Shape;6996;p62"/>
            <p:cNvSpPr/>
            <p:nvPr/>
          </p:nvSpPr>
          <p:spPr>
            <a:xfrm>
              <a:off x="4993470" y="1584979"/>
              <a:ext cx="42732" cy="34951"/>
            </a:xfrm>
            <a:custGeom>
              <a:avLst/>
              <a:gdLst/>
              <a:ahLst/>
              <a:cxnLst/>
              <a:rect l="l" t="t" r="r" b="b"/>
              <a:pathLst>
                <a:path w="1631" h="1334" extrusionOk="0">
                  <a:moveTo>
                    <a:pt x="1170" y="1"/>
                  </a:moveTo>
                  <a:cubicBezTo>
                    <a:pt x="691" y="1"/>
                    <a:pt x="250" y="250"/>
                    <a:pt x="1" y="652"/>
                  </a:cubicBezTo>
                  <a:lnTo>
                    <a:pt x="1" y="1333"/>
                  </a:lnTo>
                  <a:cubicBezTo>
                    <a:pt x="250" y="930"/>
                    <a:pt x="691" y="691"/>
                    <a:pt x="1170" y="691"/>
                  </a:cubicBezTo>
                  <a:cubicBezTo>
                    <a:pt x="1323" y="691"/>
                    <a:pt x="1477" y="710"/>
                    <a:pt x="1630" y="768"/>
                  </a:cubicBezTo>
                  <a:lnTo>
                    <a:pt x="1630" y="77"/>
                  </a:lnTo>
                  <a:cubicBezTo>
                    <a:pt x="1477" y="29"/>
                    <a:pt x="1323" y="1"/>
                    <a:pt x="1170"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7" name="Google Shape;6997;p62"/>
            <p:cNvSpPr/>
            <p:nvPr/>
          </p:nvSpPr>
          <p:spPr>
            <a:xfrm>
              <a:off x="4939970" y="1536588"/>
              <a:ext cx="203207" cy="325928"/>
            </a:xfrm>
            <a:custGeom>
              <a:avLst/>
              <a:gdLst/>
              <a:ahLst/>
              <a:cxnLst/>
              <a:rect l="l" t="t" r="r" b="b"/>
              <a:pathLst>
                <a:path w="7756" h="12440" extrusionOk="0">
                  <a:moveTo>
                    <a:pt x="1482" y="8965"/>
                  </a:moveTo>
                  <a:cubicBezTo>
                    <a:pt x="1805" y="8965"/>
                    <a:pt x="2129" y="9180"/>
                    <a:pt x="2129" y="9612"/>
                  </a:cubicBezTo>
                  <a:lnTo>
                    <a:pt x="2129" y="10810"/>
                  </a:lnTo>
                  <a:cubicBezTo>
                    <a:pt x="2129" y="11165"/>
                    <a:pt x="1841" y="11452"/>
                    <a:pt x="1477" y="11452"/>
                  </a:cubicBezTo>
                  <a:cubicBezTo>
                    <a:pt x="1122" y="11452"/>
                    <a:pt x="835" y="11165"/>
                    <a:pt x="835" y="10810"/>
                  </a:cubicBezTo>
                  <a:lnTo>
                    <a:pt x="835" y="9612"/>
                  </a:lnTo>
                  <a:cubicBezTo>
                    <a:pt x="835" y="9180"/>
                    <a:pt x="1158" y="8965"/>
                    <a:pt x="1482" y="8965"/>
                  </a:cubicBezTo>
                  <a:close/>
                  <a:moveTo>
                    <a:pt x="6858" y="0"/>
                  </a:moveTo>
                  <a:cubicBezTo>
                    <a:pt x="6651" y="0"/>
                    <a:pt x="6442" y="79"/>
                    <a:pt x="6279" y="237"/>
                  </a:cubicBezTo>
                  <a:lnTo>
                    <a:pt x="3835" y="2691"/>
                  </a:lnTo>
                  <a:cubicBezTo>
                    <a:pt x="3619" y="2581"/>
                    <a:pt x="3403" y="2532"/>
                    <a:pt x="3197" y="2532"/>
                  </a:cubicBezTo>
                  <a:cubicBezTo>
                    <a:pt x="2145" y="2532"/>
                    <a:pt x="1359" y="3811"/>
                    <a:pt x="2129" y="4781"/>
                  </a:cubicBezTo>
                  <a:lnTo>
                    <a:pt x="2129" y="8126"/>
                  </a:lnTo>
                  <a:cubicBezTo>
                    <a:pt x="1928" y="8021"/>
                    <a:pt x="1707" y="7973"/>
                    <a:pt x="1487" y="7973"/>
                  </a:cubicBezTo>
                  <a:cubicBezTo>
                    <a:pt x="662" y="7973"/>
                    <a:pt x="1" y="8644"/>
                    <a:pt x="1" y="9458"/>
                  </a:cubicBezTo>
                  <a:lnTo>
                    <a:pt x="1" y="10963"/>
                  </a:lnTo>
                  <a:cubicBezTo>
                    <a:pt x="1" y="11778"/>
                    <a:pt x="662" y="12439"/>
                    <a:pt x="1487" y="12439"/>
                  </a:cubicBezTo>
                  <a:cubicBezTo>
                    <a:pt x="2301" y="12439"/>
                    <a:pt x="2963" y="11778"/>
                    <a:pt x="2963" y="10963"/>
                  </a:cubicBezTo>
                  <a:lnTo>
                    <a:pt x="2963" y="5279"/>
                  </a:lnTo>
                  <a:cubicBezTo>
                    <a:pt x="3049" y="5298"/>
                    <a:pt x="3126" y="5308"/>
                    <a:pt x="3202" y="5308"/>
                  </a:cubicBezTo>
                  <a:cubicBezTo>
                    <a:pt x="3835" y="5308"/>
                    <a:pt x="4381" y="4877"/>
                    <a:pt x="4544" y="4273"/>
                  </a:cubicBezTo>
                  <a:lnTo>
                    <a:pt x="7439" y="1388"/>
                  </a:lnTo>
                  <a:cubicBezTo>
                    <a:pt x="7756" y="1071"/>
                    <a:pt x="7756" y="554"/>
                    <a:pt x="7430" y="237"/>
                  </a:cubicBezTo>
                  <a:cubicBezTo>
                    <a:pt x="7271" y="79"/>
                    <a:pt x="7065" y="0"/>
                    <a:pt x="6858"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8" name="Google Shape;6998;p62"/>
            <p:cNvSpPr/>
            <p:nvPr/>
          </p:nvSpPr>
          <p:spPr>
            <a:xfrm>
              <a:off x="5033163" y="1662321"/>
              <a:ext cx="149785" cy="191155"/>
            </a:xfrm>
            <a:custGeom>
              <a:avLst/>
              <a:gdLst/>
              <a:ahLst/>
              <a:cxnLst/>
              <a:rect l="l" t="t" r="r" b="b"/>
              <a:pathLst>
                <a:path w="5717" h="7296" extrusionOk="0">
                  <a:moveTo>
                    <a:pt x="3823" y="4866"/>
                  </a:moveTo>
                  <a:cubicBezTo>
                    <a:pt x="4215" y="4866"/>
                    <a:pt x="4592" y="5168"/>
                    <a:pt x="4592" y="5628"/>
                  </a:cubicBezTo>
                  <a:cubicBezTo>
                    <a:pt x="4592" y="6049"/>
                    <a:pt x="4256" y="6394"/>
                    <a:pt x="3834" y="6394"/>
                  </a:cubicBezTo>
                  <a:lnTo>
                    <a:pt x="3825" y="6394"/>
                  </a:lnTo>
                  <a:cubicBezTo>
                    <a:pt x="3144" y="6394"/>
                    <a:pt x="2809" y="5570"/>
                    <a:pt x="3288" y="5091"/>
                  </a:cubicBezTo>
                  <a:cubicBezTo>
                    <a:pt x="3443" y="4935"/>
                    <a:pt x="3635" y="4866"/>
                    <a:pt x="3823" y="4866"/>
                  </a:cubicBezTo>
                  <a:close/>
                  <a:moveTo>
                    <a:pt x="719" y="1"/>
                  </a:moveTo>
                  <a:cubicBezTo>
                    <a:pt x="527" y="221"/>
                    <a:pt x="278" y="384"/>
                    <a:pt x="0" y="461"/>
                  </a:cubicBezTo>
                  <a:lnTo>
                    <a:pt x="1812" y="4880"/>
                  </a:lnTo>
                  <a:cubicBezTo>
                    <a:pt x="1975" y="5263"/>
                    <a:pt x="2109" y="5656"/>
                    <a:pt x="2214" y="6049"/>
                  </a:cubicBezTo>
                  <a:cubicBezTo>
                    <a:pt x="2404" y="6781"/>
                    <a:pt x="3065" y="7296"/>
                    <a:pt x="3823" y="7296"/>
                  </a:cubicBezTo>
                  <a:cubicBezTo>
                    <a:pt x="3830" y="7296"/>
                    <a:pt x="3837" y="7296"/>
                    <a:pt x="3844" y="7295"/>
                  </a:cubicBezTo>
                  <a:cubicBezTo>
                    <a:pt x="4611" y="7286"/>
                    <a:pt x="5263" y="6759"/>
                    <a:pt x="5445" y="6011"/>
                  </a:cubicBezTo>
                  <a:cubicBezTo>
                    <a:pt x="5717" y="4843"/>
                    <a:pt x="4785" y="3960"/>
                    <a:pt x="3804" y="3960"/>
                  </a:cubicBezTo>
                  <a:cubicBezTo>
                    <a:pt x="3368" y="3960"/>
                    <a:pt x="2923" y="4134"/>
                    <a:pt x="2569" y="4535"/>
                  </a:cubicBezTo>
                  <a:lnTo>
                    <a:pt x="719" y="1"/>
                  </a:ln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9" name="Google Shape;6999;p62"/>
            <p:cNvSpPr/>
            <p:nvPr/>
          </p:nvSpPr>
          <p:spPr>
            <a:xfrm>
              <a:off x="5033399" y="1662321"/>
              <a:ext cx="25388" cy="27667"/>
            </a:xfrm>
            <a:custGeom>
              <a:avLst/>
              <a:gdLst/>
              <a:ahLst/>
              <a:cxnLst/>
              <a:rect l="l" t="t" r="r" b="b"/>
              <a:pathLst>
                <a:path w="969" h="1056" extrusionOk="0">
                  <a:moveTo>
                    <a:pt x="720" y="1"/>
                  </a:moveTo>
                  <a:cubicBezTo>
                    <a:pt x="528" y="221"/>
                    <a:pt x="279" y="384"/>
                    <a:pt x="1" y="461"/>
                  </a:cubicBezTo>
                  <a:lnTo>
                    <a:pt x="240" y="1055"/>
                  </a:lnTo>
                  <a:cubicBezTo>
                    <a:pt x="518" y="979"/>
                    <a:pt x="777" y="825"/>
                    <a:pt x="969" y="614"/>
                  </a:cubicBezTo>
                  <a:lnTo>
                    <a:pt x="720" y="1"/>
                  </a:ln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0" name="Google Shape;7000;p62"/>
            <p:cNvSpPr/>
            <p:nvPr/>
          </p:nvSpPr>
          <p:spPr>
            <a:xfrm>
              <a:off x="5006780" y="1626427"/>
              <a:ext cx="30680" cy="26279"/>
            </a:xfrm>
            <a:custGeom>
              <a:avLst/>
              <a:gdLst/>
              <a:ahLst/>
              <a:cxnLst/>
              <a:rect l="l" t="t" r="r" b="b"/>
              <a:pathLst>
                <a:path w="1171" h="1003" extrusionOk="0">
                  <a:moveTo>
                    <a:pt x="672" y="0"/>
                  </a:moveTo>
                  <a:cubicBezTo>
                    <a:pt x="221" y="0"/>
                    <a:pt x="1" y="547"/>
                    <a:pt x="317" y="853"/>
                  </a:cubicBezTo>
                  <a:cubicBezTo>
                    <a:pt x="420" y="956"/>
                    <a:pt x="547" y="1003"/>
                    <a:pt x="670" y="1003"/>
                  </a:cubicBezTo>
                  <a:cubicBezTo>
                    <a:pt x="926" y="1003"/>
                    <a:pt x="1170" y="805"/>
                    <a:pt x="1170" y="508"/>
                  </a:cubicBezTo>
                  <a:cubicBezTo>
                    <a:pt x="1170" y="230"/>
                    <a:pt x="950" y="0"/>
                    <a:pt x="672"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01" name="Google Shape;7001;p62"/>
          <p:cNvGrpSpPr/>
          <p:nvPr/>
        </p:nvGrpSpPr>
        <p:grpSpPr>
          <a:xfrm>
            <a:off x="8019373" y="3174921"/>
            <a:ext cx="284322" cy="362163"/>
            <a:chOff x="8023448" y="3355496"/>
            <a:chExt cx="284322" cy="362163"/>
          </a:xfrm>
        </p:grpSpPr>
        <p:sp>
          <p:nvSpPr>
            <p:cNvPr id="7002" name="Google Shape;7002;p62"/>
            <p:cNvSpPr/>
            <p:nvPr/>
          </p:nvSpPr>
          <p:spPr>
            <a:xfrm>
              <a:off x="8023448" y="3372815"/>
              <a:ext cx="284322" cy="344844"/>
            </a:xfrm>
            <a:custGeom>
              <a:avLst/>
              <a:gdLst/>
              <a:ahLst/>
              <a:cxnLst/>
              <a:rect l="l" t="t" r="r" b="b"/>
              <a:pathLst>
                <a:path w="10852" h="13162" extrusionOk="0">
                  <a:moveTo>
                    <a:pt x="10228" y="1"/>
                  </a:moveTo>
                  <a:lnTo>
                    <a:pt x="1668" y="10"/>
                  </a:lnTo>
                  <a:lnTo>
                    <a:pt x="623" y="10"/>
                  </a:lnTo>
                  <a:cubicBezTo>
                    <a:pt x="278" y="10"/>
                    <a:pt x="0" y="288"/>
                    <a:pt x="0" y="633"/>
                  </a:cubicBezTo>
                  <a:lnTo>
                    <a:pt x="0" y="12538"/>
                  </a:lnTo>
                  <a:cubicBezTo>
                    <a:pt x="0" y="12874"/>
                    <a:pt x="278" y="13161"/>
                    <a:pt x="623" y="13161"/>
                  </a:cubicBezTo>
                  <a:lnTo>
                    <a:pt x="10228" y="13161"/>
                  </a:lnTo>
                  <a:cubicBezTo>
                    <a:pt x="10573" y="13161"/>
                    <a:pt x="10851" y="12874"/>
                    <a:pt x="10851" y="12538"/>
                  </a:cubicBezTo>
                  <a:lnTo>
                    <a:pt x="10851" y="633"/>
                  </a:lnTo>
                  <a:cubicBezTo>
                    <a:pt x="10851" y="288"/>
                    <a:pt x="10573" y="1"/>
                    <a:pt x="10228" y="1"/>
                  </a:cubicBezTo>
                  <a:close/>
                </a:path>
              </a:pathLst>
            </a:custGeom>
            <a:solidFill>
              <a:srgbClr val="677C8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3" name="Google Shape;7003;p62"/>
            <p:cNvSpPr/>
            <p:nvPr/>
          </p:nvSpPr>
          <p:spPr>
            <a:xfrm>
              <a:off x="8241930" y="3373077"/>
              <a:ext cx="65841" cy="344582"/>
            </a:xfrm>
            <a:custGeom>
              <a:avLst/>
              <a:gdLst/>
              <a:ahLst/>
              <a:cxnLst/>
              <a:rect l="l" t="t" r="r" b="b"/>
              <a:pathLst>
                <a:path w="2513" h="13152" extrusionOk="0">
                  <a:moveTo>
                    <a:pt x="1906" y="0"/>
                  </a:moveTo>
                  <a:cubicBezTo>
                    <a:pt x="1900" y="0"/>
                    <a:pt x="1895" y="0"/>
                    <a:pt x="1889" y="0"/>
                  </a:cubicBezTo>
                  <a:lnTo>
                    <a:pt x="1" y="0"/>
                  </a:lnTo>
                  <a:cubicBezTo>
                    <a:pt x="346" y="0"/>
                    <a:pt x="633" y="278"/>
                    <a:pt x="633" y="623"/>
                  </a:cubicBezTo>
                  <a:lnTo>
                    <a:pt x="633" y="12528"/>
                  </a:lnTo>
                  <a:cubicBezTo>
                    <a:pt x="633" y="12864"/>
                    <a:pt x="346" y="13151"/>
                    <a:pt x="1" y="13151"/>
                  </a:cubicBezTo>
                  <a:lnTo>
                    <a:pt x="1889" y="13151"/>
                  </a:lnTo>
                  <a:cubicBezTo>
                    <a:pt x="2234" y="13151"/>
                    <a:pt x="2512" y="12874"/>
                    <a:pt x="2512" y="12528"/>
                  </a:cubicBezTo>
                  <a:lnTo>
                    <a:pt x="2512" y="623"/>
                  </a:lnTo>
                  <a:cubicBezTo>
                    <a:pt x="2512" y="284"/>
                    <a:pt x="2243" y="0"/>
                    <a:pt x="1906"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4" name="Google Shape;7004;p62"/>
            <p:cNvSpPr/>
            <p:nvPr/>
          </p:nvSpPr>
          <p:spPr>
            <a:xfrm>
              <a:off x="8058111" y="3373077"/>
              <a:ext cx="214997" cy="312435"/>
            </a:xfrm>
            <a:custGeom>
              <a:avLst/>
              <a:gdLst/>
              <a:ahLst/>
              <a:cxnLst/>
              <a:rect l="l" t="t" r="r" b="b"/>
              <a:pathLst>
                <a:path w="8206" h="11925" extrusionOk="0">
                  <a:moveTo>
                    <a:pt x="0" y="0"/>
                  </a:moveTo>
                  <a:lnTo>
                    <a:pt x="0" y="11925"/>
                  </a:lnTo>
                  <a:lnTo>
                    <a:pt x="8205" y="11925"/>
                  </a:lnTo>
                  <a:lnTo>
                    <a:pt x="8205" y="0"/>
                  </a:lnTo>
                  <a:close/>
                </a:path>
              </a:pathLst>
            </a:custGeom>
            <a:solidFill>
              <a:srgbClr val="E7EB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5" name="Google Shape;7005;p62"/>
            <p:cNvSpPr/>
            <p:nvPr/>
          </p:nvSpPr>
          <p:spPr>
            <a:xfrm>
              <a:off x="8058346" y="3373077"/>
              <a:ext cx="214761" cy="312435"/>
            </a:xfrm>
            <a:custGeom>
              <a:avLst/>
              <a:gdLst/>
              <a:ahLst/>
              <a:cxnLst/>
              <a:rect l="l" t="t" r="r" b="b"/>
              <a:pathLst>
                <a:path w="8197" h="11925" extrusionOk="0">
                  <a:moveTo>
                    <a:pt x="7027" y="0"/>
                  </a:moveTo>
                  <a:lnTo>
                    <a:pt x="7027" y="7496"/>
                  </a:lnTo>
                  <a:cubicBezTo>
                    <a:pt x="7027" y="9289"/>
                    <a:pt x="5570" y="10755"/>
                    <a:pt x="3768" y="10755"/>
                  </a:cubicBezTo>
                  <a:lnTo>
                    <a:pt x="1" y="10755"/>
                  </a:lnTo>
                  <a:lnTo>
                    <a:pt x="1" y="11925"/>
                  </a:lnTo>
                  <a:lnTo>
                    <a:pt x="8196" y="11925"/>
                  </a:lnTo>
                  <a:lnTo>
                    <a:pt x="8196" y="0"/>
                  </a:ln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6" name="Google Shape;7006;p62"/>
            <p:cNvSpPr/>
            <p:nvPr/>
          </p:nvSpPr>
          <p:spPr>
            <a:xfrm>
              <a:off x="8092013" y="3355496"/>
              <a:ext cx="147427" cy="72338"/>
            </a:xfrm>
            <a:custGeom>
              <a:avLst/>
              <a:gdLst/>
              <a:ahLst/>
              <a:cxnLst/>
              <a:rect l="l" t="t" r="r" b="b"/>
              <a:pathLst>
                <a:path w="5627" h="2761" extrusionOk="0">
                  <a:moveTo>
                    <a:pt x="451" y="0"/>
                  </a:moveTo>
                  <a:cubicBezTo>
                    <a:pt x="201" y="0"/>
                    <a:pt x="0" y="202"/>
                    <a:pt x="0" y="451"/>
                  </a:cubicBezTo>
                  <a:lnTo>
                    <a:pt x="0" y="1352"/>
                  </a:lnTo>
                  <a:cubicBezTo>
                    <a:pt x="0" y="1601"/>
                    <a:pt x="201" y="1802"/>
                    <a:pt x="451" y="1802"/>
                  </a:cubicBezTo>
                  <a:lnTo>
                    <a:pt x="1620" y="1802"/>
                  </a:lnTo>
                  <a:cubicBezTo>
                    <a:pt x="1620" y="2330"/>
                    <a:pt x="2051" y="2761"/>
                    <a:pt x="2579" y="2761"/>
                  </a:cubicBezTo>
                  <a:lnTo>
                    <a:pt x="3048" y="2761"/>
                  </a:lnTo>
                  <a:cubicBezTo>
                    <a:pt x="3576" y="2761"/>
                    <a:pt x="4007" y="2330"/>
                    <a:pt x="4007" y="1802"/>
                  </a:cubicBezTo>
                  <a:lnTo>
                    <a:pt x="5176" y="1802"/>
                  </a:lnTo>
                  <a:cubicBezTo>
                    <a:pt x="5426" y="1802"/>
                    <a:pt x="5627" y="1601"/>
                    <a:pt x="5627" y="1352"/>
                  </a:cubicBezTo>
                  <a:lnTo>
                    <a:pt x="5627" y="451"/>
                  </a:lnTo>
                  <a:cubicBezTo>
                    <a:pt x="5627" y="202"/>
                    <a:pt x="5426" y="0"/>
                    <a:pt x="5176"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7" name="Google Shape;7007;p62"/>
            <p:cNvSpPr/>
            <p:nvPr/>
          </p:nvSpPr>
          <p:spPr>
            <a:xfrm>
              <a:off x="8162570" y="3355496"/>
              <a:ext cx="76871" cy="72102"/>
            </a:xfrm>
            <a:custGeom>
              <a:avLst/>
              <a:gdLst/>
              <a:ahLst/>
              <a:cxnLst/>
              <a:rect l="l" t="t" r="r" b="b"/>
              <a:pathLst>
                <a:path w="2934" h="2752" extrusionOk="0">
                  <a:moveTo>
                    <a:pt x="806" y="0"/>
                  </a:moveTo>
                  <a:cubicBezTo>
                    <a:pt x="1122" y="997"/>
                    <a:pt x="806" y="2090"/>
                    <a:pt x="1" y="2751"/>
                  </a:cubicBezTo>
                  <a:lnTo>
                    <a:pt x="346" y="2751"/>
                  </a:lnTo>
                  <a:cubicBezTo>
                    <a:pt x="873" y="2751"/>
                    <a:pt x="1304" y="2330"/>
                    <a:pt x="1304" y="1793"/>
                  </a:cubicBezTo>
                  <a:lnTo>
                    <a:pt x="2483" y="1793"/>
                  </a:lnTo>
                  <a:cubicBezTo>
                    <a:pt x="2733" y="1793"/>
                    <a:pt x="2934" y="1592"/>
                    <a:pt x="2934" y="1352"/>
                  </a:cubicBezTo>
                  <a:lnTo>
                    <a:pt x="2934" y="451"/>
                  </a:lnTo>
                  <a:cubicBezTo>
                    <a:pt x="2924" y="202"/>
                    <a:pt x="2733" y="0"/>
                    <a:pt x="2483"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8" name="Google Shape;7008;p62"/>
            <p:cNvSpPr/>
            <p:nvPr/>
          </p:nvSpPr>
          <p:spPr>
            <a:xfrm>
              <a:off x="8090992" y="3448402"/>
              <a:ext cx="147454" cy="103516"/>
            </a:xfrm>
            <a:custGeom>
              <a:avLst/>
              <a:gdLst/>
              <a:ahLst/>
              <a:cxnLst/>
              <a:rect l="l" t="t" r="r" b="b"/>
              <a:pathLst>
                <a:path w="5628" h="3951" extrusionOk="0">
                  <a:moveTo>
                    <a:pt x="3471" y="1"/>
                  </a:moveTo>
                  <a:cubicBezTo>
                    <a:pt x="3384" y="11"/>
                    <a:pt x="3308" y="68"/>
                    <a:pt x="3279" y="154"/>
                  </a:cubicBezTo>
                  <a:lnTo>
                    <a:pt x="2551" y="3049"/>
                  </a:lnTo>
                  <a:lnTo>
                    <a:pt x="1841" y="988"/>
                  </a:lnTo>
                  <a:cubicBezTo>
                    <a:pt x="1812" y="912"/>
                    <a:pt x="1745" y="854"/>
                    <a:pt x="1669" y="854"/>
                  </a:cubicBezTo>
                  <a:cubicBezTo>
                    <a:pt x="1661" y="853"/>
                    <a:pt x="1653" y="853"/>
                    <a:pt x="1645" y="853"/>
                  </a:cubicBezTo>
                  <a:cubicBezTo>
                    <a:pt x="1577" y="853"/>
                    <a:pt x="1510" y="890"/>
                    <a:pt x="1467" y="950"/>
                  </a:cubicBezTo>
                  <a:lnTo>
                    <a:pt x="883" y="2004"/>
                  </a:lnTo>
                  <a:lnTo>
                    <a:pt x="269" y="2004"/>
                  </a:lnTo>
                  <a:cubicBezTo>
                    <a:pt x="1" y="2004"/>
                    <a:pt x="1" y="2407"/>
                    <a:pt x="269" y="2407"/>
                  </a:cubicBezTo>
                  <a:lnTo>
                    <a:pt x="998" y="2407"/>
                  </a:lnTo>
                  <a:cubicBezTo>
                    <a:pt x="1074" y="2407"/>
                    <a:pt x="1142" y="2369"/>
                    <a:pt x="1170" y="2301"/>
                  </a:cubicBezTo>
                  <a:lnTo>
                    <a:pt x="1602" y="1544"/>
                  </a:lnTo>
                  <a:lnTo>
                    <a:pt x="2378" y="3816"/>
                  </a:lnTo>
                  <a:cubicBezTo>
                    <a:pt x="2407" y="3902"/>
                    <a:pt x="2483" y="3950"/>
                    <a:pt x="2570" y="3950"/>
                  </a:cubicBezTo>
                  <a:lnTo>
                    <a:pt x="2579" y="3950"/>
                  </a:lnTo>
                  <a:cubicBezTo>
                    <a:pt x="2666" y="3950"/>
                    <a:pt x="2742" y="3893"/>
                    <a:pt x="2771" y="3797"/>
                  </a:cubicBezTo>
                  <a:lnTo>
                    <a:pt x="3509" y="883"/>
                  </a:lnTo>
                  <a:lnTo>
                    <a:pt x="4017" y="2273"/>
                  </a:lnTo>
                  <a:cubicBezTo>
                    <a:pt x="4046" y="2349"/>
                    <a:pt x="4113" y="2407"/>
                    <a:pt x="4199" y="2407"/>
                  </a:cubicBezTo>
                  <a:lnTo>
                    <a:pt x="5417" y="2407"/>
                  </a:lnTo>
                  <a:cubicBezTo>
                    <a:pt x="5522" y="2407"/>
                    <a:pt x="5618" y="2311"/>
                    <a:pt x="5618" y="2206"/>
                  </a:cubicBezTo>
                  <a:cubicBezTo>
                    <a:pt x="5627" y="2091"/>
                    <a:pt x="5532" y="2004"/>
                    <a:pt x="5426" y="2004"/>
                  </a:cubicBezTo>
                  <a:lnTo>
                    <a:pt x="4353" y="2004"/>
                  </a:lnTo>
                  <a:lnTo>
                    <a:pt x="3672" y="135"/>
                  </a:lnTo>
                  <a:cubicBezTo>
                    <a:pt x="3643" y="49"/>
                    <a:pt x="3557" y="1"/>
                    <a:pt x="3471" y="1"/>
                  </a:cubicBezTo>
                  <a:close/>
                </a:path>
              </a:pathLst>
            </a:custGeom>
            <a:solidFill>
              <a:srgbClr val="ACB7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9" name="Google Shape;7009;p62"/>
            <p:cNvSpPr/>
            <p:nvPr/>
          </p:nvSpPr>
          <p:spPr>
            <a:xfrm>
              <a:off x="8091254" y="3588310"/>
              <a:ext cx="148947" cy="10559"/>
            </a:xfrm>
            <a:custGeom>
              <a:avLst/>
              <a:gdLst/>
              <a:ahLst/>
              <a:cxnLst/>
              <a:rect l="l" t="t" r="r" b="b"/>
              <a:pathLst>
                <a:path w="5685" h="403" extrusionOk="0">
                  <a:moveTo>
                    <a:pt x="259" y="0"/>
                  </a:moveTo>
                  <a:cubicBezTo>
                    <a:pt x="0" y="0"/>
                    <a:pt x="0" y="403"/>
                    <a:pt x="259" y="403"/>
                  </a:cubicBezTo>
                  <a:lnTo>
                    <a:pt x="5416" y="403"/>
                  </a:lnTo>
                  <a:cubicBezTo>
                    <a:pt x="5685" y="403"/>
                    <a:pt x="5685" y="0"/>
                    <a:pt x="5416" y="0"/>
                  </a:cubicBezTo>
                  <a:close/>
                </a:path>
              </a:pathLst>
            </a:custGeom>
            <a:solidFill>
              <a:srgbClr val="ACB7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0" name="Google Shape;7010;p62"/>
            <p:cNvSpPr/>
            <p:nvPr/>
          </p:nvSpPr>
          <p:spPr>
            <a:xfrm>
              <a:off x="8091254" y="3634998"/>
              <a:ext cx="148947" cy="10585"/>
            </a:xfrm>
            <a:custGeom>
              <a:avLst/>
              <a:gdLst/>
              <a:ahLst/>
              <a:cxnLst/>
              <a:rect l="l" t="t" r="r" b="b"/>
              <a:pathLst>
                <a:path w="5685" h="404" extrusionOk="0">
                  <a:moveTo>
                    <a:pt x="259" y="1"/>
                  </a:moveTo>
                  <a:cubicBezTo>
                    <a:pt x="0" y="1"/>
                    <a:pt x="0" y="403"/>
                    <a:pt x="259" y="403"/>
                  </a:cubicBezTo>
                  <a:lnTo>
                    <a:pt x="5416" y="403"/>
                  </a:lnTo>
                  <a:cubicBezTo>
                    <a:pt x="5685" y="403"/>
                    <a:pt x="5685" y="1"/>
                    <a:pt x="5416" y="1"/>
                  </a:cubicBezTo>
                  <a:close/>
                </a:path>
              </a:pathLst>
            </a:custGeom>
            <a:solidFill>
              <a:srgbClr val="ACB7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11" name="Google Shape;7011;p62"/>
          <p:cNvGrpSpPr/>
          <p:nvPr/>
        </p:nvGrpSpPr>
        <p:grpSpPr>
          <a:xfrm>
            <a:off x="6640126" y="3174921"/>
            <a:ext cx="366695" cy="361979"/>
            <a:chOff x="6644201" y="3355496"/>
            <a:chExt cx="366695" cy="361979"/>
          </a:xfrm>
        </p:grpSpPr>
        <p:sp>
          <p:nvSpPr>
            <p:cNvPr id="7012" name="Google Shape;7012;p62"/>
            <p:cNvSpPr/>
            <p:nvPr/>
          </p:nvSpPr>
          <p:spPr>
            <a:xfrm>
              <a:off x="6824274" y="3378421"/>
              <a:ext cx="11056" cy="52190"/>
            </a:xfrm>
            <a:custGeom>
              <a:avLst/>
              <a:gdLst/>
              <a:ahLst/>
              <a:cxnLst/>
              <a:rect l="l" t="t" r="r" b="b"/>
              <a:pathLst>
                <a:path w="422" h="1992" extrusionOk="0">
                  <a:moveTo>
                    <a:pt x="211" y="0"/>
                  </a:moveTo>
                  <a:cubicBezTo>
                    <a:pt x="106" y="0"/>
                    <a:pt x="0" y="70"/>
                    <a:pt x="0" y="209"/>
                  </a:cubicBezTo>
                  <a:lnTo>
                    <a:pt x="0" y="1781"/>
                  </a:lnTo>
                  <a:cubicBezTo>
                    <a:pt x="0" y="1896"/>
                    <a:pt x="96" y="1991"/>
                    <a:pt x="211" y="1991"/>
                  </a:cubicBezTo>
                  <a:cubicBezTo>
                    <a:pt x="326" y="1991"/>
                    <a:pt x="422" y="1896"/>
                    <a:pt x="422" y="1781"/>
                  </a:cubicBezTo>
                  <a:lnTo>
                    <a:pt x="422" y="209"/>
                  </a:lnTo>
                  <a:cubicBezTo>
                    <a:pt x="422" y="70"/>
                    <a:pt x="316" y="0"/>
                    <a:pt x="211"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3" name="Google Shape;7013;p62"/>
            <p:cNvSpPr/>
            <p:nvPr/>
          </p:nvSpPr>
          <p:spPr>
            <a:xfrm>
              <a:off x="6904944" y="3402709"/>
              <a:ext cx="60994" cy="56802"/>
            </a:xfrm>
            <a:custGeom>
              <a:avLst/>
              <a:gdLst/>
              <a:ahLst/>
              <a:cxnLst/>
              <a:rect l="l" t="t" r="r" b="b"/>
              <a:pathLst>
                <a:path w="2328" h="2168" extrusionOk="0">
                  <a:moveTo>
                    <a:pt x="2031" y="0"/>
                  </a:moveTo>
                  <a:cubicBezTo>
                    <a:pt x="1982" y="0"/>
                    <a:pt x="1931" y="20"/>
                    <a:pt x="1886" y="68"/>
                  </a:cubicBezTo>
                  <a:lnTo>
                    <a:pt x="142" y="1812"/>
                  </a:lnTo>
                  <a:cubicBezTo>
                    <a:pt x="1" y="1934"/>
                    <a:pt x="90" y="2167"/>
                    <a:pt x="275" y="2167"/>
                  </a:cubicBezTo>
                  <a:cubicBezTo>
                    <a:pt x="278" y="2167"/>
                    <a:pt x="282" y="2167"/>
                    <a:pt x="286" y="2167"/>
                  </a:cubicBezTo>
                  <a:cubicBezTo>
                    <a:pt x="343" y="2167"/>
                    <a:pt x="401" y="2138"/>
                    <a:pt x="439" y="2100"/>
                  </a:cubicBezTo>
                  <a:lnTo>
                    <a:pt x="2174" y="365"/>
                  </a:lnTo>
                  <a:cubicBezTo>
                    <a:pt x="2328" y="211"/>
                    <a:pt x="2190" y="0"/>
                    <a:pt x="2031"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4" name="Google Shape;7014;p62"/>
            <p:cNvSpPr/>
            <p:nvPr/>
          </p:nvSpPr>
          <p:spPr>
            <a:xfrm>
              <a:off x="6942541" y="3531036"/>
              <a:ext cx="47239" cy="10821"/>
            </a:xfrm>
            <a:custGeom>
              <a:avLst/>
              <a:gdLst/>
              <a:ahLst/>
              <a:cxnLst/>
              <a:rect l="l" t="t" r="r" b="b"/>
              <a:pathLst>
                <a:path w="1803" h="413" extrusionOk="0">
                  <a:moveTo>
                    <a:pt x="288" y="1"/>
                  </a:moveTo>
                  <a:cubicBezTo>
                    <a:pt x="1" y="1"/>
                    <a:pt x="1" y="413"/>
                    <a:pt x="288" y="413"/>
                  </a:cubicBezTo>
                  <a:lnTo>
                    <a:pt x="1525" y="413"/>
                  </a:lnTo>
                  <a:cubicBezTo>
                    <a:pt x="1803" y="413"/>
                    <a:pt x="1803" y="1"/>
                    <a:pt x="1525" y="1"/>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5" name="Google Shape;7015;p62"/>
            <p:cNvSpPr/>
            <p:nvPr/>
          </p:nvSpPr>
          <p:spPr>
            <a:xfrm>
              <a:off x="6927397" y="3636518"/>
              <a:ext cx="30759" cy="26645"/>
            </a:xfrm>
            <a:custGeom>
              <a:avLst/>
              <a:gdLst/>
              <a:ahLst/>
              <a:cxnLst/>
              <a:rect l="l" t="t" r="r" b="b"/>
              <a:pathLst>
                <a:path w="1174" h="1017" extrusionOk="0">
                  <a:moveTo>
                    <a:pt x="299" y="0"/>
                  </a:moveTo>
                  <a:cubicBezTo>
                    <a:pt x="140" y="0"/>
                    <a:pt x="1" y="209"/>
                    <a:pt x="148" y="355"/>
                  </a:cubicBezTo>
                  <a:lnTo>
                    <a:pt x="742" y="949"/>
                  </a:lnTo>
                  <a:cubicBezTo>
                    <a:pt x="780" y="988"/>
                    <a:pt x="838" y="1007"/>
                    <a:pt x="895" y="1007"/>
                  </a:cubicBezTo>
                  <a:lnTo>
                    <a:pt x="895" y="1016"/>
                  </a:lnTo>
                  <a:cubicBezTo>
                    <a:pt x="1087" y="1016"/>
                    <a:pt x="1173" y="786"/>
                    <a:pt x="1039" y="652"/>
                  </a:cubicBezTo>
                  <a:lnTo>
                    <a:pt x="445" y="68"/>
                  </a:lnTo>
                  <a:cubicBezTo>
                    <a:pt x="400" y="20"/>
                    <a:pt x="349" y="0"/>
                    <a:pt x="299"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6" name="Google Shape;7016;p62"/>
            <p:cNvSpPr/>
            <p:nvPr/>
          </p:nvSpPr>
          <p:spPr>
            <a:xfrm>
              <a:off x="6905049" y="3614169"/>
              <a:ext cx="23973" cy="21117"/>
            </a:xfrm>
            <a:custGeom>
              <a:avLst/>
              <a:gdLst/>
              <a:ahLst/>
              <a:cxnLst/>
              <a:rect l="l" t="t" r="r" b="b"/>
              <a:pathLst>
                <a:path w="915" h="806" extrusionOk="0">
                  <a:moveTo>
                    <a:pt x="295" y="0"/>
                  </a:moveTo>
                  <a:cubicBezTo>
                    <a:pt x="134" y="0"/>
                    <a:pt x="1" y="208"/>
                    <a:pt x="147" y="355"/>
                  </a:cubicBezTo>
                  <a:lnTo>
                    <a:pt x="540" y="748"/>
                  </a:lnTo>
                  <a:cubicBezTo>
                    <a:pt x="579" y="786"/>
                    <a:pt x="636" y="805"/>
                    <a:pt x="684" y="805"/>
                  </a:cubicBezTo>
                  <a:cubicBezTo>
                    <a:pt x="742" y="805"/>
                    <a:pt x="790" y="786"/>
                    <a:pt x="828" y="748"/>
                  </a:cubicBezTo>
                  <a:cubicBezTo>
                    <a:pt x="914" y="662"/>
                    <a:pt x="914" y="528"/>
                    <a:pt x="828" y="451"/>
                  </a:cubicBezTo>
                  <a:lnTo>
                    <a:pt x="445" y="67"/>
                  </a:lnTo>
                  <a:cubicBezTo>
                    <a:pt x="397" y="20"/>
                    <a:pt x="345" y="0"/>
                    <a:pt x="295"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7" name="Google Shape;7017;p62"/>
            <p:cNvSpPr/>
            <p:nvPr/>
          </p:nvSpPr>
          <p:spPr>
            <a:xfrm>
              <a:off x="6824274" y="3642360"/>
              <a:ext cx="11056" cy="52190"/>
            </a:xfrm>
            <a:custGeom>
              <a:avLst/>
              <a:gdLst/>
              <a:ahLst/>
              <a:cxnLst/>
              <a:rect l="l" t="t" r="r" b="b"/>
              <a:pathLst>
                <a:path w="422" h="1992" extrusionOk="0">
                  <a:moveTo>
                    <a:pt x="211" y="0"/>
                  </a:moveTo>
                  <a:cubicBezTo>
                    <a:pt x="106" y="0"/>
                    <a:pt x="0" y="70"/>
                    <a:pt x="0" y="209"/>
                  </a:cubicBezTo>
                  <a:lnTo>
                    <a:pt x="0" y="1781"/>
                  </a:lnTo>
                  <a:cubicBezTo>
                    <a:pt x="0" y="1896"/>
                    <a:pt x="96" y="1992"/>
                    <a:pt x="211" y="1992"/>
                  </a:cubicBezTo>
                  <a:cubicBezTo>
                    <a:pt x="326" y="1992"/>
                    <a:pt x="422" y="1896"/>
                    <a:pt x="422" y="1781"/>
                  </a:cubicBezTo>
                  <a:lnTo>
                    <a:pt x="422" y="209"/>
                  </a:lnTo>
                  <a:cubicBezTo>
                    <a:pt x="422" y="70"/>
                    <a:pt x="316" y="0"/>
                    <a:pt x="211"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8" name="Google Shape;7018;p62"/>
            <p:cNvSpPr/>
            <p:nvPr/>
          </p:nvSpPr>
          <p:spPr>
            <a:xfrm>
              <a:off x="6715780" y="3612754"/>
              <a:ext cx="40034" cy="37099"/>
            </a:xfrm>
            <a:custGeom>
              <a:avLst/>
              <a:gdLst/>
              <a:ahLst/>
              <a:cxnLst/>
              <a:rect l="l" t="t" r="r" b="b"/>
              <a:pathLst>
                <a:path w="1528" h="1416" extrusionOk="0">
                  <a:moveTo>
                    <a:pt x="1226" y="1"/>
                  </a:moveTo>
                  <a:cubicBezTo>
                    <a:pt x="1178" y="1"/>
                    <a:pt x="1128" y="19"/>
                    <a:pt x="1083" y="64"/>
                  </a:cubicBezTo>
                  <a:lnTo>
                    <a:pt x="87" y="1061"/>
                  </a:lnTo>
                  <a:cubicBezTo>
                    <a:pt x="0" y="1137"/>
                    <a:pt x="0" y="1272"/>
                    <a:pt x="87" y="1358"/>
                  </a:cubicBezTo>
                  <a:cubicBezTo>
                    <a:pt x="125" y="1396"/>
                    <a:pt x="182" y="1415"/>
                    <a:pt x="240" y="1415"/>
                  </a:cubicBezTo>
                  <a:cubicBezTo>
                    <a:pt x="288" y="1415"/>
                    <a:pt x="345" y="1396"/>
                    <a:pt x="384" y="1358"/>
                  </a:cubicBezTo>
                  <a:lnTo>
                    <a:pt x="1381" y="361"/>
                  </a:lnTo>
                  <a:cubicBezTo>
                    <a:pt x="1528" y="206"/>
                    <a:pt x="1387" y="1"/>
                    <a:pt x="1226" y="1"/>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9" name="Google Shape;7019;p62"/>
            <p:cNvSpPr/>
            <p:nvPr/>
          </p:nvSpPr>
          <p:spPr>
            <a:xfrm>
              <a:off x="6669825" y="3531036"/>
              <a:ext cx="47239" cy="10821"/>
            </a:xfrm>
            <a:custGeom>
              <a:avLst/>
              <a:gdLst/>
              <a:ahLst/>
              <a:cxnLst/>
              <a:rect l="l" t="t" r="r" b="b"/>
              <a:pathLst>
                <a:path w="1803" h="413" extrusionOk="0">
                  <a:moveTo>
                    <a:pt x="288" y="1"/>
                  </a:moveTo>
                  <a:cubicBezTo>
                    <a:pt x="0" y="1"/>
                    <a:pt x="0" y="413"/>
                    <a:pt x="288" y="413"/>
                  </a:cubicBezTo>
                  <a:lnTo>
                    <a:pt x="1524" y="413"/>
                  </a:lnTo>
                  <a:cubicBezTo>
                    <a:pt x="1802" y="413"/>
                    <a:pt x="1802" y="1"/>
                    <a:pt x="1524" y="1"/>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0" name="Google Shape;7020;p62"/>
            <p:cNvSpPr/>
            <p:nvPr/>
          </p:nvSpPr>
          <p:spPr>
            <a:xfrm>
              <a:off x="6700924" y="3410097"/>
              <a:ext cx="54548" cy="50409"/>
            </a:xfrm>
            <a:custGeom>
              <a:avLst/>
              <a:gdLst/>
              <a:ahLst/>
              <a:cxnLst/>
              <a:rect l="l" t="t" r="r" b="b"/>
              <a:pathLst>
                <a:path w="2082" h="1924" extrusionOk="0">
                  <a:moveTo>
                    <a:pt x="300" y="0"/>
                  </a:moveTo>
                  <a:cubicBezTo>
                    <a:pt x="140" y="0"/>
                    <a:pt x="0" y="206"/>
                    <a:pt x="155" y="361"/>
                  </a:cubicBezTo>
                  <a:lnTo>
                    <a:pt x="1650" y="1856"/>
                  </a:lnTo>
                  <a:cubicBezTo>
                    <a:pt x="1689" y="1894"/>
                    <a:pt x="1746" y="1913"/>
                    <a:pt x="1804" y="1913"/>
                  </a:cubicBezTo>
                  <a:lnTo>
                    <a:pt x="1804" y="1923"/>
                  </a:lnTo>
                  <a:cubicBezTo>
                    <a:pt x="1986" y="1923"/>
                    <a:pt x="2082" y="1693"/>
                    <a:pt x="1948" y="1559"/>
                  </a:cubicBezTo>
                  <a:lnTo>
                    <a:pt x="443" y="64"/>
                  </a:lnTo>
                  <a:cubicBezTo>
                    <a:pt x="398" y="19"/>
                    <a:pt x="348" y="0"/>
                    <a:pt x="300"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1" name="Google Shape;7021;p62"/>
            <p:cNvSpPr/>
            <p:nvPr/>
          </p:nvSpPr>
          <p:spPr>
            <a:xfrm>
              <a:off x="6709492" y="3418953"/>
              <a:ext cx="240621" cy="234988"/>
            </a:xfrm>
            <a:custGeom>
              <a:avLst/>
              <a:gdLst/>
              <a:ahLst/>
              <a:cxnLst/>
              <a:rect l="l" t="t" r="r" b="b"/>
              <a:pathLst>
                <a:path w="9184" h="8969" extrusionOk="0">
                  <a:moveTo>
                    <a:pt x="3686" y="0"/>
                  </a:moveTo>
                  <a:cubicBezTo>
                    <a:pt x="3649" y="0"/>
                    <a:pt x="3612" y="4"/>
                    <a:pt x="3576" y="13"/>
                  </a:cubicBezTo>
                  <a:cubicBezTo>
                    <a:pt x="3250" y="80"/>
                    <a:pt x="3039" y="502"/>
                    <a:pt x="2742" y="646"/>
                  </a:cubicBezTo>
                  <a:cubicBezTo>
                    <a:pt x="2454" y="789"/>
                    <a:pt x="1985" y="694"/>
                    <a:pt x="1726" y="895"/>
                  </a:cubicBezTo>
                  <a:cubicBezTo>
                    <a:pt x="1467" y="1106"/>
                    <a:pt x="1467" y="1575"/>
                    <a:pt x="1266" y="1834"/>
                  </a:cubicBezTo>
                  <a:cubicBezTo>
                    <a:pt x="1055" y="2093"/>
                    <a:pt x="605" y="2189"/>
                    <a:pt x="451" y="2496"/>
                  </a:cubicBezTo>
                  <a:cubicBezTo>
                    <a:pt x="307" y="2793"/>
                    <a:pt x="518" y="3215"/>
                    <a:pt x="442" y="3540"/>
                  </a:cubicBezTo>
                  <a:cubicBezTo>
                    <a:pt x="365" y="3866"/>
                    <a:pt x="1" y="4144"/>
                    <a:pt x="1" y="4480"/>
                  </a:cubicBezTo>
                  <a:cubicBezTo>
                    <a:pt x="1" y="4815"/>
                    <a:pt x="365" y="5112"/>
                    <a:pt x="442" y="5429"/>
                  </a:cubicBezTo>
                  <a:cubicBezTo>
                    <a:pt x="509" y="5745"/>
                    <a:pt x="307" y="6176"/>
                    <a:pt x="451" y="6474"/>
                  </a:cubicBezTo>
                  <a:cubicBezTo>
                    <a:pt x="595" y="6771"/>
                    <a:pt x="1055" y="6876"/>
                    <a:pt x="1266" y="7135"/>
                  </a:cubicBezTo>
                  <a:cubicBezTo>
                    <a:pt x="1477" y="7394"/>
                    <a:pt x="1467" y="7863"/>
                    <a:pt x="1726" y="8074"/>
                  </a:cubicBezTo>
                  <a:cubicBezTo>
                    <a:pt x="1985" y="8276"/>
                    <a:pt x="2445" y="8170"/>
                    <a:pt x="2742" y="8324"/>
                  </a:cubicBezTo>
                  <a:cubicBezTo>
                    <a:pt x="3039" y="8467"/>
                    <a:pt x="3240" y="8889"/>
                    <a:pt x="3576" y="8956"/>
                  </a:cubicBezTo>
                  <a:cubicBezTo>
                    <a:pt x="3613" y="8965"/>
                    <a:pt x="3651" y="8969"/>
                    <a:pt x="3689" y="8969"/>
                  </a:cubicBezTo>
                  <a:cubicBezTo>
                    <a:pt x="3983" y="8969"/>
                    <a:pt x="4295" y="8736"/>
                    <a:pt x="4592" y="8736"/>
                  </a:cubicBezTo>
                  <a:cubicBezTo>
                    <a:pt x="4898" y="8736"/>
                    <a:pt x="5218" y="8969"/>
                    <a:pt x="5507" y="8969"/>
                  </a:cubicBezTo>
                  <a:cubicBezTo>
                    <a:pt x="5545" y="8969"/>
                    <a:pt x="5582" y="8965"/>
                    <a:pt x="5618" y="8956"/>
                  </a:cubicBezTo>
                  <a:cubicBezTo>
                    <a:pt x="5934" y="8889"/>
                    <a:pt x="6145" y="8458"/>
                    <a:pt x="6442" y="8324"/>
                  </a:cubicBezTo>
                  <a:cubicBezTo>
                    <a:pt x="6739" y="8180"/>
                    <a:pt x="7199" y="8276"/>
                    <a:pt x="7458" y="8074"/>
                  </a:cubicBezTo>
                  <a:cubicBezTo>
                    <a:pt x="7717" y="7863"/>
                    <a:pt x="7717" y="7394"/>
                    <a:pt x="7928" y="7135"/>
                  </a:cubicBezTo>
                  <a:cubicBezTo>
                    <a:pt x="8129" y="6876"/>
                    <a:pt x="8589" y="6780"/>
                    <a:pt x="8733" y="6474"/>
                  </a:cubicBezTo>
                  <a:cubicBezTo>
                    <a:pt x="8877" y="6176"/>
                    <a:pt x="8675" y="5755"/>
                    <a:pt x="8742" y="5429"/>
                  </a:cubicBezTo>
                  <a:cubicBezTo>
                    <a:pt x="8819" y="5103"/>
                    <a:pt x="9183" y="4815"/>
                    <a:pt x="9183" y="4480"/>
                  </a:cubicBezTo>
                  <a:cubicBezTo>
                    <a:pt x="9183" y="4144"/>
                    <a:pt x="8819" y="3857"/>
                    <a:pt x="8742" y="3540"/>
                  </a:cubicBezTo>
                  <a:cubicBezTo>
                    <a:pt x="8675" y="3224"/>
                    <a:pt x="8877" y="2793"/>
                    <a:pt x="8733" y="2496"/>
                  </a:cubicBezTo>
                  <a:cubicBezTo>
                    <a:pt x="8589" y="2199"/>
                    <a:pt x="8129" y="2093"/>
                    <a:pt x="7928" y="1834"/>
                  </a:cubicBezTo>
                  <a:cubicBezTo>
                    <a:pt x="7717" y="1575"/>
                    <a:pt x="7717" y="1106"/>
                    <a:pt x="7458" y="895"/>
                  </a:cubicBezTo>
                  <a:cubicBezTo>
                    <a:pt x="7353" y="818"/>
                    <a:pt x="7228" y="780"/>
                    <a:pt x="7094" y="770"/>
                  </a:cubicBezTo>
                  <a:lnTo>
                    <a:pt x="6365" y="617"/>
                  </a:lnTo>
                  <a:cubicBezTo>
                    <a:pt x="6107" y="454"/>
                    <a:pt x="5905" y="80"/>
                    <a:pt x="5608" y="23"/>
                  </a:cubicBezTo>
                  <a:cubicBezTo>
                    <a:pt x="5576" y="15"/>
                    <a:pt x="5543" y="12"/>
                    <a:pt x="5509" y="12"/>
                  </a:cubicBezTo>
                  <a:cubicBezTo>
                    <a:pt x="5229" y="12"/>
                    <a:pt x="4891" y="234"/>
                    <a:pt x="4592" y="234"/>
                  </a:cubicBezTo>
                  <a:cubicBezTo>
                    <a:pt x="4295" y="234"/>
                    <a:pt x="3975" y="0"/>
                    <a:pt x="3686" y="0"/>
                  </a:cubicBezTo>
                  <a:close/>
                </a:path>
              </a:pathLst>
            </a:custGeom>
            <a:solidFill>
              <a:srgbClr val="B8C3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2" name="Google Shape;7022;p62"/>
            <p:cNvSpPr/>
            <p:nvPr/>
          </p:nvSpPr>
          <p:spPr>
            <a:xfrm>
              <a:off x="6749683" y="3436114"/>
              <a:ext cx="200430" cy="218010"/>
            </a:xfrm>
            <a:custGeom>
              <a:avLst/>
              <a:gdLst/>
              <a:ahLst/>
              <a:cxnLst/>
              <a:rect l="l" t="t" r="r" b="b"/>
              <a:pathLst>
                <a:path w="7650" h="8321" extrusionOk="0">
                  <a:moveTo>
                    <a:pt x="4966" y="0"/>
                  </a:moveTo>
                  <a:cubicBezTo>
                    <a:pt x="6375" y="1534"/>
                    <a:pt x="6528" y="3844"/>
                    <a:pt x="5339" y="5550"/>
                  </a:cubicBezTo>
                  <a:cubicBezTo>
                    <a:pt x="4482" y="6772"/>
                    <a:pt x="3103" y="7453"/>
                    <a:pt x="1682" y="7453"/>
                  </a:cubicBezTo>
                  <a:cubicBezTo>
                    <a:pt x="1118" y="7453"/>
                    <a:pt x="548" y="7346"/>
                    <a:pt x="0" y="7122"/>
                  </a:cubicBezTo>
                  <a:lnTo>
                    <a:pt x="0" y="7122"/>
                  </a:lnTo>
                  <a:cubicBezTo>
                    <a:pt x="39" y="7237"/>
                    <a:pt x="106" y="7343"/>
                    <a:pt x="192" y="7419"/>
                  </a:cubicBezTo>
                  <a:cubicBezTo>
                    <a:pt x="451" y="7630"/>
                    <a:pt x="911" y="7525"/>
                    <a:pt x="1208" y="7669"/>
                  </a:cubicBezTo>
                  <a:cubicBezTo>
                    <a:pt x="1505" y="7822"/>
                    <a:pt x="1706" y="8234"/>
                    <a:pt x="2042" y="8311"/>
                  </a:cubicBezTo>
                  <a:cubicBezTo>
                    <a:pt x="2076" y="8318"/>
                    <a:pt x="2110" y="8321"/>
                    <a:pt x="2145" y="8321"/>
                  </a:cubicBezTo>
                  <a:cubicBezTo>
                    <a:pt x="2442" y="8321"/>
                    <a:pt x="2758" y="8090"/>
                    <a:pt x="3058" y="8090"/>
                  </a:cubicBezTo>
                  <a:cubicBezTo>
                    <a:pt x="3367" y="8090"/>
                    <a:pt x="3691" y="8321"/>
                    <a:pt x="3983" y="8321"/>
                  </a:cubicBezTo>
                  <a:cubicBezTo>
                    <a:pt x="4017" y="8321"/>
                    <a:pt x="4051" y="8318"/>
                    <a:pt x="4084" y="8311"/>
                  </a:cubicBezTo>
                  <a:cubicBezTo>
                    <a:pt x="4400" y="8234"/>
                    <a:pt x="4611" y="7812"/>
                    <a:pt x="4908" y="7669"/>
                  </a:cubicBezTo>
                  <a:cubicBezTo>
                    <a:pt x="5205" y="7534"/>
                    <a:pt x="5665" y="7630"/>
                    <a:pt x="5924" y="7419"/>
                  </a:cubicBezTo>
                  <a:cubicBezTo>
                    <a:pt x="6183" y="7218"/>
                    <a:pt x="6183" y="6748"/>
                    <a:pt x="6394" y="6490"/>
                  </a:cubicBezTo>
                  <a:cubicBezTo>
                    <a:pt x="6595" y="6231"/>
                    <a:pt x="7055" y="6125"/>
                    <a:pt x="7199" y="5828"/>
                  </a:cubicBezTo>
                  <a:cubicBezTo>
                    <a:pt x="7343" y="5521"/>
                    <a:pt x="7132" y="5109"/>
                    <a:pt x="7208" y="4783"/>
                  </a:cubicBezTo>
                  <a:cubicBezTo>
                    <a:pt x="7276" y="4467"/>
                    <a:pt x="7649" y="4170"/>
                    <a:pt x="7649" y="3834"/>
                  </a:cubicBezTo>
                  <a:cubicBezTo>
                    <a:pt x="7649" y="3499"/>
                    <a:pt x="7276" y="3202"/>
                    <a:pt x="7208" y="2885"/>
                  </a:cubicBezTo>
                  <a:cubicBezTo>
                    <a:pt x="7132" y="2569"/>
                    <a:pt x="7333" y="2138"/>
                    <a:pt x="7189" y="1841"/>
                  </a:cubicBezTo>
                  <a:cubicBezTo>
                    <a:pt x="7046" y="1544"/>
                    <a:pt x="6595" y="1438"/>
                    <a:pt x="6384" y="1179"/>
                  </a:cubicBezTo>
                  <a:cubicBezTo>
                    <a:pt x="6173" y="920"/>
                    <a:pt x="6173" y="451"/>
                    <a:pt x="5914" y="250"/>
                  </a:cubicBezTo>
                  <a:cubicBezTo>
                    <a:pt x="5809" y="173"/>
                    <a:pt x="5684" y="125"/>
                    <a:pt x="5560" y="115"/>
                  </a:cubicBezTo>
                  <a:lnTo>
                    <a:pt x="4966" y="0"/>
                  </a:lnTo>
                  <a:close/>
                </a:path>
              </a:pathLst>
            </a:custGeom>
            <a:solidFill>
              <a:srgbClr val="A0AF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3" name="Google Shape;7023;p62"/>
            <p:cNvSpPr/>
            <p:nvPr/>
          </p:nvSpPr>
          <p:spPr>
            <a:xfrm>
              <a:off x="6774049" y="3464226"/>
              <a:ext cx="33169" cy="28244"/>
            </a:xfrm>
            <a:custGeom>
              <a:avLst/>
              <a:gdLst/>
              <a:ahLst/>
              <a:cxnLst/>
              <a:rect l="l" t="t" r="r" b="b"/>
              <a:pathLst>
                <a:path w="1266" h="1078" extrusionOk="0">
                  <a:moveTo>
                    <a:pt x="729" y="1"/>
                  </a:moveTo>
                  <a:cubicBezTo>
                    <a:pt x="240" y="1"/>
                    <a:pt x="0" y="576"/>
                    <a:pt x="345" y="921"/>
                  </a:cubicBezTo>
                  <a:cubicBezTo>
                    <a:pt x="453" y="1029"/>
                    <a:pt x="587" y="1077"/>
                    <a:pt x="719" y="1077"/>
                  </a:cubicBezTo>
                  <a:cubicBezTo>
                    <a:pt x="996" y="1077"/>
                    <a:pt x="1265" y="863"/>
                    <a:pt x="1265" y="538"/>
                  </a:cubicBezTo>
                  <a:cubicBezTo>
                    <a:pt x="1265" y="240"/>
                    <a:pt x="1026" y="1"/>
                    <a:pt x="729"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4" name="Google Shape;7024;p62"/>
            <p:cNvSpPr/>
            <p:nvPr/>
          </p:nvSpPr>
          <p:spPr>
            <a:xfrm>
              <a:off x="6810964" y="3355496"/>
              <a:ext cx="33169" cy="28479"/>
            </a:xfrm>
            <a:custGeom>
              <a:avLst/>
              <a:gdLst/>
              <a:ahLst/>
              <a:cxnLst/>
              <a:rect l="l" t="t" r="r" b="b"/>
              <a:pathLst>
                <a:path w="1266" h="1087" extrusionOk="0">
                  <a:moveTo>
                    <a:pt x="719" y="0"/>
                  </a:moveTo>
                  <a:cubicBezTo>
                    <a:pt x="240" y="0"/>
                    <a:pt x="0" y="585"/>
                    <a:pt x="336" y="930"/>
                  </a:cubicBezTo>
                  <a:cubicBezTo>
                    <a:pt x="447" y="1038"/>
                    <a:pt x="583" y="1087"/>
                    <a:pt x="716" y="1087"/>
                  </a:cubicBezTo>
                  <a:cubicBezTo>
                    <a:pt x="997" y="1087"/>
                    <a:pt x="1265" y="872"/>
                    <a:pt x="1265" y="547"/>
                  </a:cubicBezTo>
                  <a:cubicBezTo>
                    <a:pt x="1265" y="250"/>
                    <a:pt x="1016" y="0"/>
                    <a:pt x="719" y="0"/>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5" name="Google Shape;7025;p62"/>
            <p:cNvSpPr/>
            <p:nvPr/>
          </p:nvSpPr>
          <p:spPr>
            <a:xfrm>
              <a:off x="6866194" y="3511203"/>
              <a:ext cx="33195" cy="28401"/>
            </a:xfrm>
            <a:custGeom>
              <a:avLst/>
              <a:gdLst/>
              <a:ahLst/>
              <a:cxnLst/>
              <a:rect l="l" t="t" r="r" b="b"/>
              <a:pathLst>
                <a:path w="1267" h="1084" extrusionOk="0">
                  <a:moveTo>
                    <a:pt x="729" y="0"/>
                  </a:moveTo>
                  <a:cubicBezTo>
                    <a:pt x="241" y="0"/>
                    <a:pt x="1" y="585"/>
                    <a:pt x="346" y="921"/>
                  </a:cubicBezTo>
                  <a:cubicBezTo>
                    <a:pt x="456" y="1033"/>
                    <a:pt x="592" y="1084"/>
                    <a:pt x="725" y="1084"/>
                  </a:cubicBezTo>
                  <a:cubicBezTo>
                    <a:pt x="1001" y="1084"/>
                    <a:pt x="1266" y="869"/>
                    <a:pt x="1266" y="547"/>
                  </a:cubicBezTo>
                  <a:cubicBezTo>
                    <a:pt x="1266" y="240"/>
                    <a:pt x="1027" y="0"/>
                    <a:pt x="729" y="0"/>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6" name="Google Shape;7026;p62"/>
            <p:cNvSpPr/>
            <p:nvPr/>
          </p:nvSpPr>
          <p:spPr>
            <a:xfrm>
              <a:off x="6762992" y="3556896"/>
              <a:ext cx="52505" cy="44828"/>
            </a:xfrm>
            <a:custGeom>
              <a:avLst/>
              <a:gdLst/>
              <a:ahLst/>
              <a:cxnLst/>
              <a:rect l="l" t="t" r="r" b="b"/>
              <a:pathLst>
                <a:path w="2004" h="1711" extrusionOk="0">
                  <a:moveTo>
                    <a:pt x="1151" y="1"/>
                  </a:moveTo>
                  <a:cubicBezTo>
                    <a:pt x="384" y="1"/>
                    <a:pt x="0" y="921"/>
                    <a:pt x="547" y="1458"/>
                  </a:cubicBezTo>
                  <a:cubicBezTo>
                    <a:pt x="721" y="1632"/>
                    <a:pt x="936" y="1710"/>
                    <a:pt x="1146" y="1710"/>
                  </a:cubicBezTo>
                  <a:cubicBezTo>
                    <a:pt x="1584" y="1710"/>
                    <a:pt x="2004" y="1372"/>
                    <a:pt x="2004" y="854"/>
                  </a:cubicBezTo>
                  <a:cubicBezTo>
                    <a:pt x="2004" y="384"/>
                    <a:pt x="1620" y="1"/>
                    <a:pt x="1151"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7" name="Google Shape;7027;p62"/>
            <p:cNvSpPr/>
            <p:nvPr/>
          </p:nvSpPr>
          <p:spPr>
            <a:xfrm>
              <a:off x="6953859" y="3377426"/>
              <a:ext cx="36680" cy="35003"/>
            </a:xfrm>
            <a:custGeom>
              <a:avLst/>
              <a:gdLst/>
              <a:ahLst/>
              <a:cxnLst/>
              <a:rect l="l" t="t" r="r" b="b"/>
              <a:pathLst>
                <a:path w="1400" h="1336" extrusionOk="0">
                  <a:moveTo>
                    <a:pt x="672" y="1"/>
                  </a:moveTo>
                  <a:cubicBezTo>
                    <a:pt x="329" y="1"/>
                    <a:pt x="0" y="267"/>
                    <a:pt x="0" y="668"/>
                  </a:cubicBezTo>
                  <a:cubicBezTo>
                    <a:pt x="0" y="1070"/>
                    <a:pt x="329" y="1336"/>
                    <a:pt x="672" y="1336"/>
                  </a:cubicBezTo>
                  <a:cubicBezTo>
                    <a:pt x="836" y="1336"/>
                    <a:pt x="1004" y="1275"/>
                    <a:pt x="1141" y="1138"/>
                  </a:cubicBezTo>
                  <a:cubicBezTo>
                    <a:pt x="1400" y="879"/>
                    <a:pt x="1400" y="457"/>
                    <a:pt x="1141" y="199"/>
                  </a:cubicBezTo>
                  <a:cubicBezTo>
                    <a:pt x="1004" y="62"/>
                    <a:pt x="836" y="1"/>
                    <a:pt x="672"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8" name="Google Shape;7028;p62"/>
            <p:cNvSpPr/>
            <p:nvPr/>
          </p:nvSpPr>
          <p:spPr>
            <a:xfrm>
              <a:off x="6977701" y="3522259"/>
              <a:ext cx="33195" cy="28479"/>
            </a:xfrm>
            <a:custGeom>
              <a:avLst/>
              <a:gdLst/>
              <a:ahLst/>
              <a:cxnLst/>
              <a:rect l="l" t="t" r="r" b="b"/>
              <a:pathLst>
                <a:path w="1267" h="1087" extrusionOk="0">
                  <a:moveTo>
                    <a:pt x="729" y="0"/>
                  </a:moveTo>
                  <a:cubicBezTo>
                    <a:pt x="240" y="0"/>
                    <a:pt x="1" y="585"/>
                    <a:pt x="346" y="930"/>
                  </a:cubicBezTo>
                  <a:cubicBezTo>
                    <a:pt x="454" y="1038"/>
                    <a:pt x="588" y="1086"/>
                    <a:pt x="720" y="1086"/>
                  </a:cubicBezTo>
                  <a:cubicBezTo>
                    <a:pt x="997" y="1086"/>
                    <a:pt x="1266" y="871"/>
                    <a:pt x="1266" y="546"/>
                  </a:cubicBezTo>
                  <a:cubicBezTo>
                    <a:pt x="1266" y="249"/>
                    <a:pt x="1026" y="0"/>
                    <a:pt x="729" y="0"/>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29" name="Google Shape;7029;p62"/>
            <p:cNvSpPr/>
            <p:nvPr/>
          </p:nvSpPr>
          <p:spPr>
            <a:xfrm>
              <a:off x="6945816" y="3652473"/>
              <a:ext cx="38462" cy="36680"/>
            </a:xfrm>
            <a:custGeom>
              <a:avLst/>
              <a:gdLst/>
              <a:ahLst/>
              <a:cxnLst/>
              <a:rect l="l" t="t" r="r" b="b"/>
              <a:pathLst>
                <a:path w="1468" h="1400" extrusionOk="0">
                  <a:moveTo>
                    <a:pt x="703" y="1"/>
                  </a:moveTo>
                  <a:cubicBezTo>
                    <a:pt x="344" y="1"/>
                    <a:pt x="0" y="282"/>
                    <a:pt x="0" y="705"/>
                  </a:cubicBezTo>
                  <a:cubicBezTo>
                    <a:pt x="0" y="1120"/>
                    <a:pt x="343" y="1399"/>
                    <a:pt x="702" y="1399"/>
                  </a:cubicBezTo>
                  <a:cubicBezTo>
                    <a:pt x="872" y="1399"/>
                    <a:pt x="1047" y="1336"/>
                    <a:pt x="1189" y="1193"/>
                  </a:cubicBezTo>
                  <a:cubicBezTo>
                    <a:pt x="1467" y="925"/>
                    <a:pt x="1467" y="484"/>
                    <a:pt x="1189" y="206"/>
                  </a:cubicBezTo>
                  <a:cubicBezTo>
                    <a:pt x="1047" y="64"/>
                    <a:pt x="873" y="1"/>
                    <a:pt x="703"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0" name="Google Shape;7030;p62"/>
            <p:cNvSpPr/>
            <p:nvPr/>
          </p:nvSpPr>
          <p:spPr>
            <a:xfrm>
              <a:off x="6810964" y="3688996"/>
              <a:ext cx="33169" cy="28479"/>
            </a:xfrm>
            <a:custGeom>
              <a:avLst/>
              <a:gdLst/>
              <a:ahLst/>
              <a:cxnLst/>
              <a:rect l="l" t="t" r="r" b="b"/>
              <a:pathLst>
                <a:path w="1266" h="1087" extrusionOk="0">
                  <a:moveTo>
                    <a:pt x="719" y="1"/>
                  </a:moveTo>
                  <a:cubicBezTo>
                    <a:pt x="240" y="1"/>
                    <a:pt x="0" y="585"/>
                    <a:pt x="336" y="931"/>
                  </a:cubicBezTo>
                  <a:cubicBezTo>
                    <a:pt x="447" y="1039"/>
                    <a:pt x="583" y="1087"/>
                    <a:pt x="716" y="1087"/>
                  </a:cubicBezTo>
                  <a:cubicBezTo>
                    <a:pt x="997" y="1087"/>
                    <a:pt x="1265" y="872"/>
                    <a:pt x="1265" y="547"/>
                  </a:cubicBezTo>
                  <a:cubicBezTo>
                    <a:pt x="1265" y="250"/>
                    <a:pt x="1016" y="1"/>
                    <a:pt x="719"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1" name="Google Shape;7031;p62"/>
            <p:cNvSpPr/>
            <p:nvPr/>
          </p:nvSpPr>
          <p:spPr>
            <a:xfrm>
              <a:off x="6697702" y="3640212"/>
              <a:ext cx="29894" cy="28479"/>
            </a:xfrm>
            <a:custGeom>
              <a:avLst/>
              <a:gdLst/>
              <a:ahLst/>
              <a:cxnLst/>
              <a:rect l="l" t="t" r="r" b="b"/>
              <a:pathLst>
                <a:path w="1141" h="1087" extrusionOk="0">
                  <a:moveTo>
                    <a:pt x="550" y="0"/>
                  </a:moveTo>
                  <a:cubicBezTo>
                    <a:pt x="269" y="0"/>
                    <a:pt x="0" y="215"/>
                    <a:pt x="0" y="540"/>
                  </a:cubicBezTo>
                  <a:cubicBezTo>
                    <a:pt x="0" y="870"/>
                    <a:pt x="266" y="1086"/>
                    <a:pt x="545" y="1086"/>
                  </a:cubicBezTo>
                  <a:cubicBezTo>
                    <a:pt x="680" y="1086"/>
                    <a:pt x="818" y="1036"/>
                    <a:pt x="930" y="923"/>
                  </a:cubicBezTo>
                  <a:cubicBezTo>
                    <a:pt x="1141" y="713"/>
                    <a:pt x="1141" y="367"/>
                    <a:pt x="930" y="157"/>
                  </a:cubicBezTo>
                  <a:cubicBezTo>
                    <a:pt x="819" y="49"/>
                    <a:pt x="683" y="0"/>
                    <a:pt x="550" y="0"/>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2" name="Google Shape;7032;p62"/>
            <p:cNvSpPr/>
            <p:nvPr/>
          </p:nvSpPr>
          <p:spPr>
            <a:xfrm>
              <a:off x="6644201" y="3522259"/>
              <a:ext cx="33169" cy="28479"/>
            </a:xfrm>
            <a:custGeom>
              <a:avLst/>
              <a:gdLst/>
              <a:ahLst/>
              <a:cxnLst/>
              <a:rect l="l" t="t" r="r" b="b"/>
              <a:pathLst>
                <a:path w="1266" h="1087" extrusionOk="0">
                  <a:moveTo>
                    <a:pt x="719" y="0"/>
                  </a:moveTo>
                  <a:cubicBezTo>
                    <a:pt x="240" y="0"/>
                    <a:pt x="0" y="585"/>
                    <a:pt x="336" y="930"/>
                  </a:cubicBezTo>
                  <a:cubicBezTo>
                    <a:pt x="447" y="1038"/>
                    <a:pt x="583" y="1086"/>
                    <a:pt x="716" y="1086"/>
                  </a:cubicBezTo>
                  <a:cubicBezTo>
                    <a:pt x="997" y="1086"/>
                    <a:pt x="1266" y="871"/>
                    <a:pt x="1266" y="546"/>
                  </a:cubicBezTo>
                  <a:cubicBezTo>
                    <a:pt x="1266" y="249"/>
                    <a:pt x="1016" y="0"/>
                    <a:pt x="719" y="0"/>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3" name="Google Shape;7033;p62"/>
            <p:cNvSpPr/>
            <p:nvPr/>
          </p:nvSpPr>
          <p:spPr>
            <a:xfrm>
              <a:off x="6676349" y="3383242"/>
              <a:ext cx="39457" cy="37754"/>
            </a:xfrm>
            <a:custGeom>
              <a:avLst/>
              <a:gdLst/>
              <a:ahLst/>
              <a:cxnLst/>
              <a:rect l="l" t="t" r="r" b="b"/>
              <a:pathLst>
                <a:path w="1506" h="1441" extrusionOk="0">
                  <a:moveTo>
                    <a:pt x="731" y="1"/>
                  </a:moveTo>
                  <a:cubicBezTo>
                    <a:pt x="359" y="1"/>
                    <a:pt x="0" y="290"/>
                    <a:pt x="0" y="724"/>
                  </a:cubicBezTo>
                  <a:cubicBezTo>
                    <a:pt x="0" y="1156"/>
                    <a:pt x="356" y="1441"/>
                    <a:pt x="726" y="1441"/>
                  </a:cubicBezTo>
                  <a:cubicBezTo>
                    <a:pt x="906" y="1441"/>
                    <a:pt x="1089" y="1373"/>
                    <a:pt x="1237" y="1223"/>
                  </a:cubicBezTo>
                  <a:cubicBezTo>
                    <a:pt x="1505" y="945"/>
                    <a:pt x="1505" y="494"/>
                    <a:pt x="1237" y="216"/>
                  </a:cubicBezTo>
                  <a:cubicBezTo>
                    <a:pt x="1091" y="67"/>
                    <a:pt x="910" y="1"/>
                    <a:pt x="731" y="1"/>
                  </a:cubicBezTo>
                  <a:close/>
                </a:path>
              </a:pathLst>
            </a:custGeom>
            <a:solidFill>
              <a:srgbClr val="C1CB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34" name="Google Shape;7034;p62"/>
          <p:cNvGrpSpPr/>
          <p:nvPr/>
        </p:nvGrpSpPr>
        <p:grpSpPr>
          <a:xfrm>
            <a:off x="7951070" y="1838617"/>
            <a:ext cx="365176" cy="271013"/>
            <a:chOff x="7955145" y="2019192"/>
            <a:chExt cx="365176" cy="271013"/>
          </a:xfrm>
        </p:grpSpPr>
        <p:sp>
          <p:nvSpPr>
            <p:cNvPr id="7035" name="Google Shape;7035;p62"/>
            <p:cNvSpPr/>
            <p:nvPr/>
          </p:nvSpPr>
          <p:spPr>
            <a:xfrm>
              <a:off x="7977729" y="2019192"/>
              <a:ext cx="320243" cy="271013"/>
            </a:xfrm>
            <a:custGeom>
              <a:avLst/>
              <a:gdLst/>
              <a:ahLst/>
              <a:cxnLst/>
              <a:rect l="l" t="t" r="r" b="b"/>
              <a:pathLst>
                <a:path w="12223" h="10344" extrusionOk="0">
                  <a:moveTo>
                    <a:pt x="8676" y="1"/>
                  </a:moveTo>
                  <a:cubicBezTo>
                    <a:pt x="7707" y="1"/>
                    <a:pt x="6778" y="394"/>
                    <a:pt x="6107" y="1103"/>
                  </a:cubicBezTo>
                  <a:cubicBezTo>
                    <a:pt x="5428" y="385"/>
                    <a:pt x="4496" y="5"/>
                    <a:pt x="3546" y="5"/>
                  </a:cubicBezTo>
                  <a:cubicBezTo>
                    <a:pt x="3101" y="5"/>
                    <a:pt x="2653" y="88"/>
                    <a:pt x="2225" y="260"/>
                  </a:cubicBezTo>
                  <a:cubicBezTo>
                    <a:pt x="883" y="796"/>
                    <a:pt x="1" y="2100"/>
                    <a:pt x="1" y="3547"/>
                  </a:cubicBezTo>
                  <a:cubicBezTo>
                    <a:pt x="1" y="5541"/>
                    <a:pt x="1372" y="6921"/>
                    <a:pt x="2570" y="7909"/>
                  </a:cubicBezTo>
                  <a:cubicBezTo>
                    <a:pt x="3087" y="8330"/>
                    <a:pt x="3624" y="8733"/>
                    <a:pt x="4180" y="9097"/>
                  </a:cubicBezTo>
                  <a:lnTo>
                    <a:pt x="6107" y="10343"/>
                  </a:lnTo>
                  <a:lnTo>
                    <a:pt x="8033" y="9097"/>
                  </a:lnTo>
                  <a:cubicBezTo>
                    <a:pt x="8589" y="8733"/>
                    <a:pt x="9126" y="8340"/>
                    <a:pt x="9644" y="7909"/>
                  </a:cubicBezTo>
                  <a:cubicBezTo>
                    <a:pt x="10842" y="6931"/>
                    <a:pt x="12222" y="5531"/>
                    <a:pt x="12222" y="3547"/>
                  </a:cubicBezTo>
                  <a:cubicBezTo>
                    <a:pt x="12222" y="1889"/>
                    <a:pt x="11072" y="451"/>
                    <a:pt x="9452" y="87"/>
                  </a:cubicBezTo>
                  <a:cubicBezTo>
                    <a:pt x="9193" y="30"/>
                    <a:pt x="8934" y="1"/>
                    <a:pt x="867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6" name="Google Shape;7036;p62"/>
            <p:cNvSpPr/>
            <p:nvPr/>
          </p:nvSpPr>
          <p:spPr>
            <a:xfrm>
              <a:off x="8084468" y="2023226"/>
              <a:ext cx="213504" cy="266978"/>
            </a:xfrm>
            <a:custGeom>
              <a:avLst/>
              <a:gdLst/>
              <a:ahLst/>
              <a:cxnLst/>
              <a:rect l="l" t="t" r="r" b="b"/>
              <a:pathLst>
                <a:path w="8149" h="10190" extrusionOk="0">
                  <a:moveTo>
                    <a:pt x="5618" y="0"/>
                  </a:moveTo>
                  <a:lnTo>
                    <a:pt x="5618" y="0"/>
                  </a:lnTo>
                  <a:cubicBezTo>
                    <a:pt x="6020" y="2166"/>
                    <a:pt x="6298" y="7400"/>
                    <a:pt x="1" y="8876"/>
                  </a:cubicBezTo>
                  <a:cubicBezTo>
                    <a:pt x="58" y="8905"/>
                    <a:pt x="87" y="8934"/>
                    <a:pt x="106" y="8943"/>
                  </a:cubicBezTo>
                  <a:lnTo>
                    <a:pt x="2033" y="10189"/>
                  </a:lnTo>
                  <a:lnTo>
                    <a:pt x="3959" y="8943"/>
                  </a:lnTo>
                  <a:cubicBezTo>
                    <a:pt x="4515" y="8579"/>
                    <a:pt x="5052" y="8186"/>
                    <a:pt x="5570" y="7764"/>
                  </a:cubicBezTo>
                  <a:cubicBezTo>
                    <a:pt x="6768" y="6777"/>
                    <a:pt x="8139" y="5387"/>
                    <a:pt x="8139" y="3403"/>
                  </a:cubicBezTo>
                  <a:cubicBezTo>
                    <a:pt x="8148" y="1831"/>
                    <a:pt x="7113" y="451"/>
                    <a:pt x="5618"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7" name="Google Shape;7037;p62"/>
            <p:cNvSpPr/>
            <p:nvPr/>
          </p:nvSpPr>
          <p:spPr>
            <a:xfrm>
              <a:off x="8182377" y="2136437"/>
              <a:ext cx="95735" cy="76163"/>
            </a:xfrm>
            <a:custGeom>
              <a:avLst/>
              <a:gdLst/>
              <a:ahLst/>
              <a:cxnLst/>
              <a:rect l="l" t="t" r="r" b="b"/>
              <a:pathLst>
                <a:path w="3654" h="2907" extrusionOk="0">
                  <a:moveTo>
                    <a:pt x="2082" y="1"/>
                  </a:moveTo>
                  <a:cubicBezTo>
                    <a:pt x="2076" y="1"/>
                    <a:pt x="2069" y="1"/>
                    <a:pt x="2063" y="2"/>
                  </a:cubicBezTo>
                  <a:cubicBezTo>
                    <a:pt x="1977" y="2"/>
                    <a:pt x="1909" y="60"/>
                    <a:pt x="1881" y="136"/>
                  </a:cubicBezTo>
                  <a:lnTo>
                    <a:pt x="1238" y="2140"/>
                  </a:lnTo>
                  <a:lnTo>
                    <a:pt x="443" y="318"/>
                  </a:lnTo>
                  <a:cubicBezTo>
                    <a:pt x="406" y="231"/>
                    <a:pt x="336" y="194"/>
                    <a:pt x="265" y="194"/>
                  </a:cubicBezTo>
                  <a:cubicBezTo>
                    <a:pt x="134" y="194"/>
                    <a:pt x="1" y="320"/>
                    <a:pt x="69" y="481"/>
                  </a:cubicBezTo>
                  <a:lnTo>
                    <a:pt x="1085" y="2791"/>
                  </a:lnTo>
                  <a:cubicBezTo>
                    <a:pt x="1114" y="2859"/>
                    <a:pt x="1191" y="2906"/>
                    <a:pt x="1267" y="2906"/>
                  </a:cubicBezTo>
                  <a:lnTo>
                    <a:pt x="1277" y="2906"/>
                  </a:lnTo>
                  <a:cubicBezTo>
                    <a:pt x="1363" y="2906"/>
                    <a:pt x="1440" y="2849"/>
                    <a:pt x="1459" y="2772"/>
                  </a:cubicBezTo>
                  <a:lnTo>
                    <a:pt x="2120" y="731"/>
                  </a:lnTo>
                  <a:lnTo>
                    <a:pt x="2657" y="1814"/>
                  </a:lnTo>
                  <a:cubicBezTo>
                    <a:pt x="2686" y="1881"/>
                    <a:pt x="2753" y="1929"/>
                    <a:pt x="2830" y="1929"/>
                  </a:cubicBezTo>
                  <a:lnTo>
                    <a:pt x="3366" y="1929"/>
                  </a:lnTo>
                  <a:cubicBezTo>
                    <a:pt x="3462" y="1795"/>
                    <a:pt x="3558" y="1660"/>
                    <a:pt x="3654" y="1517"/>
                  </a:cubicBezTo>
                  <a:lnTo>
                    <a:pt x="2954" y="1517"/>
                  </a:lnTo>
                  <a:lnTo>
                    <a:pt x="2254" y="108"/>
                  </a:lnTo>
                  <a:cubicBezTo>
                    <a:pt x="2219" y="46"/>
                    <a:pt x="2152" y="1"/>
                    <a:pt x="2082" y="1"/>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8" name="Google Shape;7038;p62"/>
            <p:cNvSpPr/>
            <p:nvPr/>
          </p:nvSpPr>
          <p:spPr>
            <a:xfrm>
              <a:off x="7997327" y="2098866"/>
              <a:ext cx="191601" cy="125026"/>
            </a:xfrm>
            <a:custGeom>
              <a:avLst/>
              <a:gdLst/>
              <a:ahLst/>
              <a:cxnLst/>
              <a:rect l="l" t="t" r="r" b="b"/>
              <a:pathLst>
                <a:path w="7313" h="4772" extrusionOk="0">
                  <a:moveTo>
                    <a:pt x="6600" y="1"/>
                  </a:moveTo>
                  <a:cubicBezTo>
                    <a:pt x="6523" y="1"/>
                    <a:pt x="6447" y="41"/>
                    <a:pt x="6413" y="123"/>
                  </a:cubicBezTo>
                  <a:lnTo>
                    <a:pt x="5464" y="2471"/>
                  </a:lnTo>
                  <a:lnTo>
                    <a:pt x="4659" y="1129"/>
                  </a:lnTo>
                  <a:cubicBezTo>
                    <a:pt x="4621" y="1062"/>
                    <a:pt x="4555" y="1029"/>
                    <a:pt x="4489" y="1029"/>
                  </a:cubicBezTo>
                  <a:cubicBezTo>
                    <a:pt x="4405" y="1029"/>
                    <a:pt x="4322" y="1081"/>
                    <a:pt x="4295" y="1177"/>
                  </a:cubicBezTo>
                  <a:lnTo>
                    <a:pt x="3480" y="3909"/>
                  </a:lnTo>
                  <a:lnTo>
                    <a:pt x="2445" y="861"/>
                  </a:lnTo>
                  <a:cubicBezTo>
                    <a:pt x="2416" y="784"/>
                    <a:pt x="2349" y="736"/>
                    <a:pt x="2272" y="727"/>
                  </a:cubicBezTo>
                  <a:cubicBezTo>
                    <a:pt x="2186" y="727"/>
                    <a:pt x="2109" y="775"/>
                    <a:pt x="2071" y="851"/>
                  </a:cubicBezTo>
                  <a:lnTo>
                    <a:pt x="1045" y="2951"/>
                  </a:lnTo>
                  <a:lnTo>
                    <a:pt x="0" y="2951"/>
                  </a:lnTo>
                  <a:cubicBezTo>
                    <a:pt x="96" y="3094"/>
                    <a:pt x="192" y="3229"/>
                    <a:pt x="298" y="3363"/>
                  </a:cubicBezTo>
                  <a:lnTo>
                    <a:pt x="1170" y="3363"/>
                  </a:lnTo>
                  <a:cubicBezTo>
                    <a:pt x="1256" y="3353"/>
                    <a:pt x="1323" y="3315"/>
                    <a:pt x="1352" y="3238"/>
                  </a:cubicBezTo>
                  <a:lnTo>
                    <a:pt x="2224" y="1465"/>
                  </a:lnTo>
                  <a:lnTo>
                    <a:pt x="3298" y="4638"/>
                  </a:lnTo>
                  <a:cubicBezTo>
                    <a:pt x="3327" y="4714"/>
                    <a:pt x="3403" y="4772"/>
                    <a:pt x="3490" y="4772"/>
                  </a:cubicBezTo>
                  <a:cubicBezTo>
                    <a:pt x="3576" y="4772"/>
                    <a:pt x="3653" y="4714"/>
                    <a:pt x="3681" y="4628"/>
                  </a:cubicBezTo>
                  <a:lnTo>
                    <a:pt x="4534" y="1733"/>
                  </a:lnTo>
                  <a:lnTo>
                    <a:pt x="5301" y="3027"/>
                  </a:lnTo>
                  <a:cubicBezTo>
                    <a:pt x="5341" y="3094"/>
                    <a:pt x="5409" y="3126"/>
                    <a:pt x="5476" y="3126"/>
                  </a:cubicBezTo>
                  <a:cubicBezTo>
                    <a:pt x="5553" y="3126"/>
                    <a:pt x="5630" y="3085"/>
                    <a:pt x="5665" y="3008"/>
                  </a:cubicBezTo>
                  <a:lnTo>
                    <a:pt x="6595" y="727"/>
                  </a:lnTo>
                  <a:lnTo>
                    <a:pt x="6864" y="1359"/>
                  </a:lnTo>
                  <a:cubicBezTo>
                    <a:pt x="6904" y="1447"/>
                    <a:pt x="6976" y="1484"/>
                    <a:pt x="7048" y="1484"/>
                  </a:cubicBezTo>
                  <a:cubicBezTo>
                    <a:pt x="7181" y="1484"/>
                    <a:pt x="7312" y="1358"/>
                    <a:pt x="7237" y="1196"/>
                  </a:cubicBezTo>
                  <a:lnTo>
                    <a:pt x="6787" y="123"/>
                  </a:lnTo>
                  <a:cubicBezTo>
                    <a:pt x="6753" y="41"/>
                    <a:pt x="6677" y="1"/>
                    <a:pt x="6600" y="1"/>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9" name="Google Shape;7039;p62"/>
            <p:cNvSpPr/>
            <p:nvPr/>
          </p:nvSpPr>
          <p:spPr>
            <a:xfrm>
              <a:off x="8182220" y="2122917"/>
              <a:ext cx="138100" cy="76373"/>
            </a:xfrm>
            <a:custGeom>
              <a:avLst/>
              <a:gdLst/>
              <a:ahLst/>
              <a:cxnLst/>
              <a:rect l="l" t="t" r="r" b="b"/>
              <a:pathLst>
                <a:path w="5271" h="2915" extrusionOk="0">
                  <a:moveTo>
                    <a:pt x="2059" y="1"/>
                  </a:moveTo>
                  <a:cubicBezTo>
                    <a:pt x="1983" y="10"/>
                    <a:pt x="1915" y="68"/>
                    <a:pt x="1887" y="144"/>
                  </a:cubicBezTo>
                  <a:lnTo>
                    <a:pt x="1244" y="2138"/>
                  </a:lnTo>
                  <a:lnTo>
                    <a:pt x="449" y="326"/>
                  </a:lnTo>
                  <a:cubicBezTo>
                    <a:pt x="408" y="239"/>
                    <a:pt x="336" y="202"/>
                    <a:pt x="264" y="202"/>
                  </a:cubicBezTo>
                  <a:cubicBezTo>
                    <a:pt x="132" y="202"/>
                    <a:pt x="0" y="328"/>
                    <a:pt x="75" y="489"/>
                  </a:cubicBezTo>
                  <a:lnTo>
                    <a:pt x="1081" y="2799"/>
                  </a:lnTo>
                  <a:cubicBezTo>
                    <a:pt x="1120" y="2867"/>
                    <a:pt x="1187" y="2914"/>
                    <a:pt x="1273" y="2914"/>
                  </a:cubicBezTo>
                  <a:lnTo>
                    <a:pt x="1283" y="2914"/>
                  </a:lnTo>
                  <a:cubicBezTo>
                    <a:pt x="1359" y="2905"/>
                    <a:pt x="1436" y="2847"/>
                    <a:pt x="1465" y="2771"/>
                  </a:cubicBezTo>
                  <a:lnTo>
                    <a:pt x="2117" y="739"/>
                  </a:lnTo>
                  <a:lnTo>
                    <a:pt x="2653" y="1812"/>
                  </a:lnTo>
                  <a:cubicBezTo>
                    <a:pt x="2682" y="1879"/>
                    <a:pt x="2759" y="1927"/>
                    <a:pt x="2836" y="1927"/>
                  </a:cubicBezTo>
                  <a:lnTo>
                    <a:pt x="5002" y="1927"/>
                  </a:lnTo>
                  <a:cubicBezTo>
                    <a:pt x="5270" y="1927"/>
                    <a:pt x="5270" y="1525"/>
                    <a:pt x="5002" y="1525"/>
                  </a:cubicBezTo>
                  <a:lnTo>
                    <a:pt x="2960" y="1525"/>
                  </a:lnTo>
                  <a:lnTo>
                    <a:pt x="2260" y="116"/>
                  </a:lnTo>
                  <a:cubicBezTo>
                    <a:pt x="2222" y="39"/>
                    <a:pt x="2145" y="1"/>
                    <a:pt x="2059"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0" name="Google Shape;7040;p62"/>
            <p:cNvSpPr/>
            <p:nvPr/>
          </p:nvSpPr>
          <p:spPr>
            <a:xfrm>
              <a:off x="7955145" y="2085504"/>
              <a:ext cx="234123" cy="125341"/>
            </a:xfrm>
            <a:custGeom>
              <a:avLst/>
              <a:gdLst/>
              <a:ahLst/>
              <a:cxnLst/>
              <a:rect l="l" t="t" r="r" b="b"/>
              <a:pathLst>
                <a:path w="8936" h="4784" extrusionOk="0">
                  <a:moveTo>
                    <a:pt x="8205" y="0"/>
                  </a:moveTo>
                  <a:cubicBezTo>
                    <a:pt x="8129" y="0"/>
                    <a:pt x="8052" y="48"/>
                    <a:pt x="8023" y="125"/>
                  </a:cubicBezTo>
                  <a:lnTo>
                    <a:pt x="7074" y="2483"/>
                  </a:lnTo>
                  <a:lnTo>
                    <a:pt x="6279" y="1131"/>
                  </a:lnTo>
                  <a:cubicBezTo>
                    <a:pt x="6244" y="1071"/>
                    <a:pt x="6171" y="1034"/>
                    <a:pt x="6101" y="1034"/>
                  </a:cubicBezTo>
                  <a:cubicBezTo>
                    <a:pt x="6093" y="1034"/>
                    <a:pt x="6085" y="1035"/>
                    <a:pt x="6077" y="1036"/>
                  </a:cubicBezTo>
                  <a:cubicBezTo>
                    <a:pt x="6001" y="1045"/>
                    <a:pt x="5934" y="1103"/>
                    <a:pt x="5905" y="1179"/>
                  </a:cubicBezTo>
                  <a:lnTo>
                    <a:pt x="5100" y="3911"/>
                  </a:lnTo>
                  <a:lnTo>
                    <a:pt x="4064" y="863"/>
                  </a:lnTo>
                  <a:cubicBezTo>
                    <a:pt x="4036" y="786"/>
                    <a:pt x="3969" y="738"/>
                    <a:pt x="3882" y="729"/>
                  </a:cubicBezTo>
                  <a:cubicBezTo>
                    <a:pt x="3806" y="729"/>
                    <a:pt x="3729" y="777"/>
                    <a:pt x="3691" y="853"/>
                  </a:cubicBezTo>
                  <a:lnTo>
                    <a:pt x="2665" y="2953"/>
                  </a:lnTo>
                  <a:lnTo>
                    <a:pt x="269" y="2953"/>
                  </a:lnTo>
                  <a:cubicBezTo>
                    <a:pt x="0" y="2953"/>
                    <a:pt x="0" y="3355"/>
                    <a:pt x="269" y="3355"/>
                  </a:cubicBezTo>
                  <a:lnTo>
                    <a:pt x="2790" y="3355"/>
                  </a:lnTo>
                  <a:cubicBezTo>
                    <a:pt x="2866" y="3355"/>
                    <a:pt x="2943" y="3307"/>
                    <a:pt x="2972" y="3240"/>
                  </a:cubicBezTo>
                  <a:lnTo>
                    <a:pt x="3844" y="1457"/>
                  </a:lnTo>
                  <a:lnTo>
                    <a:pt x="4917" y="4640"/>
                  </a:lnTo>
                  <a:cubicBezTo>
                    <a:pt x="4946" y="4716"/>
                    <a:pt x="5023" y="4774"/>
                    <a:pt x="5109" y="4774"/>
                  </a:cubicBezTo>
                  <a:cubicBezTo>
                    <a:pt x="5109" y="4774"/>
                    <a:pt x="5109" y="4783"/>
                    <a:pt x="5109" y="4783"/>
                  </a:cubicBezTo>
                  <a:cubicBezTo>
                    <a:pt x="5205" y="4774"/>
                    <a:pt x="5282" y="4716"/>
                    <a:pt x="5301" y="4640"/>
                  </a:cubicBezTo>
                  <a:lnTo>
                    <a:pt x="6154" y="1726"/>
                  </a:lnTo>
                  <a:lnTo>
                    <a:pt x="6930" y="3020"/>
                  </a:lnTo>
                  <a:cubicBezTo>
                    <a:pt x="6969" y="3087"/>
                    <a:pt x="7045" y="3125"/>
                    <a:pt x="7113" y="3125"/>
                  </a:cubicBezTo>
                  <a:cubicBezTo>
                    <a:pt x="7189" y="3116"/>
                    <a:pt x="7256" y="3068"/>
                    <a:pt x="7285" y="3000"/>
                  </a:cubicBezTo>
                  <a:lnTo>
                    <a:pt x="8215" y="729"/>
                  </a:lnTo>
                  <a:lnTo>
                    <a:pt x="8493" y="1352"/>
                  </a:lnTo>
                  <a:cubicBezTo>
                    <a:pt x="8530" y="1439"/>
                    <a:pt x="8600" y="1476"/>
                    <a:pt x="8671" y="1476"/>
                  </a:cubicBezTo>
                  <a:cubicBezTo>
                    <a:pt x="8802" y="1476"/>
                    <a:pt x="8935" y="1351"/>
                    <a:pt x="8867" y="1189"/>
                  </a:cubicBezTo>
                  <a:lnTo>
                    <a:pt x="8397" y="125"/>
                  </a:lnTo>
                  <a:cubicBezTo>
                    <a:pt x="8368" y="48"/>
                    <a:pt x="8292" y="0"/>
                    <a:pt x="8205"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41" name="Google Shape;7041;p62"/>
          <p:cNvGrpSpPr/>
          <p:nvPr/>
        </p:nvGrpSpPr>
        <p:grpSpPr>
          <a:xfrm>
            <a:off x="7514080" y="1828896"/>
            <a:ext cx="361927" cy="290270"/>
            <a:chOff x="7518155" y="2009471"/>
            <a:chExt cx="361927" cy="290270"/>
          </a:xfrm>
        </p:grpSpPr>
        <p:sp>
          <p:nvSpPr>
            <p:cNvPr id="7042" name="Google Shape;7042;p62"/>
            <p:cNvSpPr/>
            <p:nvPr/>
          </p:nvSpPr>
          <p:spPr>
            <a:xfrm>
              <a:off x="7518155" y="2133712"/>
              <a:ext cx="361403" cy="166029"/>
            </a:xfrm>
            <a:custGeom>
              <a:avLst/>
              <a:gdLst/>
              <a:ahLst/>
              <a:cxnLst/>
              <a:rect l="l" t="t" r="r" b="b"/>
              <a:pathLst>
                <a:path w="13794" h="6337" extrusionOk="0">
                  <a:moveTo>
                    <a:pt x="3840" y="0"/>
                  </a:moveTo>
                  <a:cubicBezTo>
                    <a:pt x="3835" y="0"/>
                    <a:pt x="3830" y="1"/>
                    <a:pt x="3825" y="1"/>
                  </a:cubicBezTo>
                  <a:lnTo>
                    <a:pt x="442" y="1"/>
                  </a:lnTo>
                  <a:cubicBezTo>
                    <a:pt x="202" y="1"/>
                    <a:pt x="1" y="192"/>
                    <a:pt x="1" y="432"/>
                  </a:cubicBezTo>
                  <a:lnTo>
                    <a:pt x="1" y="5800"/>
                  </a:lnTo>
                  <a:cubicBezTo>
                    <a:pt x="1" y="6097"/>
                    <a:pt x="250" y="6337"/>
                    <a:pt x="547" y="6337"/>
                  </a:cubicBezTo>
                  <a:lnTo>
                    <a:pt x="13248" y="6337"/>
                  </a:lnTo>
                  <a:cubicBezTo>
                    <a:pt x="13545" y="6337"/>
                    <a:pt x="13794" y="6097"/>
                    <a:pt x="13794" y="5800"/>
                  </a:cubicBezTo>
                  <a:lnTo>
                    <a:pt x="13794" y="432"/>
                  </a:lnTo>
                  <a:cubicBezTo>
                    <a:pt x="13794" y="192"/>
                    <a:pt x="13593" y="1"/>
                    <a:pt x="13353" y="1"/>
                  </a:cubicBezTo>
                  <a:lnTo>
                    <a:pt x="9969" y="1"/>
                  </a:lnTo>
                  <a:cubicBezTo>
                    <a:pt x="9586" y="1"/>
                    <a:pt x="9308" y="346"/>
                    <a:pt x="9385" y="720"/>
                  </a:cubicBezTo>
                  <a:cubicBezTo>
                    <a:pt x="9711" y="2282"/>
                    <a:pt x="8532" y="3758"/>
                    <a:pt x="6931" y="3787"/>
                  </a:cubicBezTo>
                  <a:cubicBezTo>
                    <a:pt x="6919" y="3787"/>
                    <a:pt x="6907" y="3787"/>
                    <a:pt x="6896" y="3787"/>
                  </a:cubicBezTo>
                  <a:cubicBezTo>
                    <a:pt x="5493" y="3787"/>
                    <a:pt x="4362" y="2654"/>
                    <a:pt x="4362" y="1247"/>
                  </a:cubicBezTo>
                  <a:cubicBezTo>
                    <a:pt x="4362" y="1065"/>
                    <a:pt x="4372" y="892"/>
                    <a:pt x="4410" y="720"/>
                  </a:cubicBezTo>
                  <a:cubicBezTo>
                    <a:pt x="4486" y="351"/>
                    <a:pt x="4207" y="0"/>
                    <a:pt x="3840" y="0"/>
                  </a:cubicBezTo>
                  <a:close/>
                </a:path>
              </a:pathLst>
            </a:custGeom>
            <a:solidFill>
              <a:srgbClr val="E7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3" name="Google Shape;7043;p62"/>
            <p:cNvSpPr/>
            <p:nvPr/>
          </p:nvSpPr>
          <p:spPr>
            <a:xfrm>
              <a:off x="7765037" y="2147781"/>
              <a:ext cx="114782" cy="40217"/>
            </a:xfrm>
            <a:custGeom>
              <a:avLst/>
              <a:gdLst/>
              <a:ahLst/>
              <a:cxnLst/>
              <a:rect l="l" t="t" r="r" b="b"/>
              <a:pathLst>
                <a:path w="4381" h="1535" extrusionOk="0">
                  <a:moveTo>
                    <a:pt x="575" y="0"/>
                  </a:moveTo>
                  <a:cubicBezTo>
                    <a:pt x="307" y="0"/>
                    <a:pt x="77" y="173"/>
                    <a:pt x="0" y="432"/>
                  </a:cubicBezTo>
                  <a:cubicBezTo>
                    <a:pt x="0" y="508"/>
                    <a:pt x="10" y="585"/>
                    <a:pt x="10" y="671"/>
                  </a:cubicBezTo>
                  <a:cubicBezTo>
                    <a:pt x="19" y="748"/>
                    <a:pt x="10" y="796"/>
                    <a:pt x="10" y="863"/>
                  </a:cubicBezTo>
                  <a:cubicBezTo>
                    <a:pt x="29" y="997"/>
                    <a:pt x="48" y="1122"/>
                    <a:pt x="48" y="1256"/>
                  </a:cubicBezTo>
                  <a:cubicBezTo>
                    <a:pt x="48" y="1342"/>
                    <a:pt x="38" y="1429"/>
                    <a:pt x="29" y="1515"/>
                  </a:cubicBezTo>
                  <a:lnTo>
                    <a:pt x="48" y="1534"/>
                  </a:lnTo>
                  <a:cubicBezTo>
                    <a:pt x="479" y="1534"/>
                    <a:pt x="479" y="978"/>
                    <a:pt x="920" y="978"/>
                  </a:cubicBezTo>
                  <a:cubicBezTo>
                    <a:pt x="1352" y="978"/>
                    <a:pt x="1352" y="1534"/>
                    <a:pt x="1792" y="1534"/>
                  </a:cubicBezTo>
                  <a:cubicBezTo>
                    <a:pt x="2224" y="1534"/>
                    <a:pt x="2224" y="978"/>
                    <a:pt x="2665" y="978"/>
                  </a:cubicBezTo>
                  <a:cubicBezTo>
                    <a:pt x="3096" y="978"/>
                    <a:pt x="3096" y="1534"/>
                    <a:pt x="3537" y="1534"/>
                  </a:cubicBezTo>
                  <a:cubicBezTo>
                    <a:pt x="3968" y="1534"/>
                    <a:pt x="3968" y="1007"/>
                    <a:pt x="4381" y="978"/>
                  </a:cubicBezTo>
                  <a:lnTo>
                    <a:pt x="4381" y="10"/>
                  </a:lnTo>
                  <a:lnTo>
                    <a:pt x="4371" y="0"/>
                  </a:lnTo>
                  <a:close/>
                </a:path>
              </a:pathLst>
            </a:custGeom>
            <a:solidFill>
              <a:srgbClr val="D0D7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4" name="Google Shape;7044;p62"/>
            <p:cNvSpPr/>
            <p:nvPr/>
          </p:nvSpPr>
          <p:spPr>
            <a:xfrm>
              <a:off x="7518417" y="2147781"/>
              <a:ext cx="114782" cy="40217"/>
            </a:xfrm>
            <a:custGeom>
              <a:avLst/>
              <a:gdLst/>
              <a:ahLst/>
              <a:cxnLst/>
              <a:rect l="l" t="t" r="r" b="b"/>
              <a:pathLst>
                <a:path w="4381" h="1535" extrusionOk="0">
                  <a:moveTo>
                    <a:pt x="0" y="0"/>
                  </a:moveTo>
                  <a:lnTo>
                    <a:pt x="0" y="978"/>
                  </a:lnTo>
                  <a:cubicBezTo>
                    <a:pt x="432" y="978"/>
                    <a:pt x="432" y="1534"/>
                    <a:pt x="863" y="1534"/>
                  </a:cubicBezTo>
                  <a:cubicBezTo>
                    <a:pt x="1304" y="1534"/>
                    <a:pt x="1304" y="978"/>
                    <a:pt x="1735" y="978"/>
                  </a:cubicBezTo>
                  <a:cubicBezTo>
                    <a:pt x="2176" y="978"/>
                    <a:pt x="2176" y="1534"/>
                    <a:pt x="2607" y="1534"/>
                  </a:cubicBezTo>
                  <a:cubicBezTo>
                    <a:pt x="3048" y="1534"/>
                    <a:pt x="3048" y="978"/>
                    <a:pt x="3480" y="978"/>
                  </a:cubicBezTo>
                  <a:cubicBezTo>
                    <a:pt x="3921" y="978"/>
                    <a:pt x="3921" y="1534"/>
                    <a:pt x="4352" y="1534"/>
                  </a:cubicBezTo>
                  <a:lnTo>
                    <a:pt x="4371" y="1505"/>
                  </a:lnTo>
                  <a:cubicBezTo>
                    <a:pt x="4362" y="1419"/>
                    <a:pt x="4352" y="1342"/>
                    <a:pt x="4352" y="1256"/>
                  </a:cubicBezTo>
                  <a:cubicBezTo>
                    <a:pt x="4352" y="1160"/>
                    <a:pt x="4352" y="1074"/>
                    <a:pt x="4371" y="978"/>
                  </a:cubicBezTo>
                  <a:cubicBezTo>
                    <a:pt x="4381" y="892"/>
                    <a:pt x="4352" y="806"/>
                    <a:pt x="4352" y="710"/>
                  </a:cubicBezTo>
                  <a:cubicBezTo>
                    <a:pt x="4352" y="595"/>
                    <a:pt x="4362" y="489"/>
                    <a:pt x="4381" y="374"/>
                  </a:cubicBezTo>
                  <a:cubicBezTo>
                    <a:pt x="4285" y="144"/>
                    <a:pt x="4064" y="0"/>
                    <a:pt x="3825" y="0"/>
                  </a:cubicBezTo>
                  <a:close/>
                </a:path>
              </a:pathLst>
            </a:custGeom>
            <a:solidFill>
              <a:srgbClr val="D0D7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5" name="Google Shape;7045;p62"/>
            <p:cNvSpPr/>
            <p:nvPr/>
          </p:nvSpPr>
          <p:spPr>
            <a:xfrm>
              <a:off x="7518417" y="2133712"/>
              <a:ext cx="117533" cy="39955"/>
            </a:xfrm>
            <a:custGeom>
              <a:avLst/>
              <a:gdLst/>
              <a:ahLst/>
              <a:cxnLst/>
              <a:rect l="l" t="t" r="r" b="b"/>
              <a:pathLst>
                <a:path w="4486" h="1525" extrusionOk="0">
                  <a:moveTo>
                    <a:pt x="3830" y="0"/>
                  </a:moveTo>
                  <a:cubicBezTo>
                    <a:pt x="3825" y="0"/>
                    <a:pt x="3820" y="1"/>
                    <a:pt x="3815" y="1"/>
                  </a:cubicBezTo>
                  <a:lnTo>
                    <a:pt x="432" y="1"/>
                  </a:lnTo>
                  <a:cubicBezTo>
                    <a:pt x="192" y="1"/>
                    <a:pt x="0" y="192"/>
                    <a:pt x="0" y="442"/>
                  </a:cubicBezTo>
                  <a:lnTo>
                    <a:pt x="0" y="969"/>
                  </a:lnTo>
                  <a:cubicBezTo>
                    <a:pt x="432" y="969"/>
                    <a:pt x="432" y="1525"/>
                    <a:pt x="863" y="1525"/>
                  </a:cubicBezTo>
                  <a:cubicBezTo>
                    <a:pt x="1304" y="1525"/>
                    <a:pt x="1304" y="969"/>
                    <a:pt x="1735" y="969"/>
                  </a:cubicBezTo>
                  <a:cubicBezTo>
                    <a:pt x="2176" y="969"/>
                    <a:pt x="2176" y="1525"/>
                    <a:pt x="2607" y="1525"/>
                  </a:cubicBezTo>
                  <a:cubicBezTo>
                    <a:pt x="3048" y="1525"/>
                    <a:pt x="3048" y="969"/>
                    <a:pt x="3480" y="969"/>
                  </a:cubicBezTo>
                  <a:cubicBezTo>
                    <a:pt x="3921" y="969"/>
                    <a:pt x="3921" y="1525"/>
                    <a:pt x="4352" y="1525"/>
                  </a:cubicBezTo>
                  <a:lnTo>
                    <a:pt x="4371" y="1506"/>
                  </a:lnTo>
                  <a:cubicBezTo>
                    <a:pt x="4362" y="1419"/>
                    <a:pt x="4352" y="1333"/>
                    <a:pt x="4352" y="1247"/>
                  </a:cubicBezTo>
                  <a:cubicBezTo>
                    <a:pt x="4352" y="1074"/>
                    <a:pt x="4371" y="892"/>
                    <a:pt x="4409" y="720"/>
                  </a:cubicBezTo>
                  <a:cubicBezTo>
                    <a:pt x="4485" y="351"/>
                    <a:pt x="4206" y="0"/>
                    <a:pt x="3830"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6" name="Google Shape;7046;p62"/>
            <p:cNvSpPr/>
            <p:nvPr/>
          </p:nvSpPr>
          <p:spPr>
            <a:xfrm>
              <a:off x="7762548" y="2133712"/>
              <a:ext cx="117533" cy="39955"/>
            </a:xfrm>
            <a:custGeom>
              <a:avLst/>
              <a:gdLst/>
              <a:ahLst/>
              <a:cxnLst/>
              <a:rect l="l" t="t" r="r" b="b"/>
              <a:pathLst>
                <a:path w="4486" h="1525" extrusionOk="0">
                  <a:moveTo>
                    <a:pt x="655" y="0"/>
                  </a:moveTo>
                  <a:cubicBezTo>
                    <a:pt x="279" y="0"/>
                    <a:pt x="0" y="351"/>
                    <a:pt x="76" y="720"/>
                  </a:cubicBezTo>
                  <a:cubicBezTo>
                    <a:pt x="114" y="892"/>
                    <a:pt x="133" y="1074"/>
                    <a:pt x="133" y="1247"/>
                  </a:cubicBezTo>
                  <a:cubicBezTo>
                    <a:pt x="133" y="1333"/>
                    <a:pt x="124" y="1419"/>
                    <a:pt x="114" y="1506"/>
                  </a:cubicBezTo>
                  <a:lnTo>
                    <a:pt x="133" y="1525"/>
                  </a:lnTo>
                  <a:cubicBezTo>
                    <a:pt x="565" y="1525"/>
                    <a:pt x="565" y="969"/>
                    <a:pt x="1006" y="969"/>
                  </a:cubicBezTo>
                  <a:cubicBezTo>
                    <a:pt x="1437" y="969"/>
                    <a:pt x="1437" y="1525"/>
                    <a:pt x="1878" y="1525"/>
                  </a:cubicBezTo>
                  <a:cubicBezTo>
                    <a:pt x="2309" y="1525"/>
                    <a:pt x="2309" y="969"/>
                    <a:pt x="2750" y="969"/>
                  </a:cubicBezTo>
                  <a:cubicBezTo>
                    <a:pt x="3182" y="969"/>
                    <a:pt x="3182" y="1525"/>
                    <a:pt x="3622" y="1525"/>
                  </a:cubicBezTo>
                  <a:cubicBezTo>
                    <a:pt x="4054" y="1525"/>
                    <a:pt x="4054" y="969"/>
                    <a:pt x="4485" y="969"/>
                  </a:cubicBezTo>
                  <a:lnTo>
                    <a:pt x="4485" y="442"/>
                  </a:lnTo>
                  <a:cubicBezTo>
                    <a:pt x="4485" y="192"/>
                    <a:pt x="4293" y="1"/>
                    <a:pt x="4054" y="1"/>
                  </a:cubicBezTo>
                  <a:lnTo>
                    <a:pt x="670" y="1"/>
                  </a:lnTo>
                  <a:cubicBezTo>
                    <a:pt x="665" y="1"/>
                    <a:pt x="660" y="0"/>
                    <a:pt x="655"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7" name="Google Shape;7047;p62"/>
            <p:cNvSpPr/>
            <p:nvPr/>
          </p:nvSpPr>
          <p:spPr>
            <a:xfrm>
              <a:off x="7604536" y="2228896"/>
              <a:ext cx="22139" cy="18916"/>
            </a:xfrm>
            <a:custGeom>
              <a:avLst/>
              <a:gdLst/>
              <a:ahLst/>
              <a:cxnLst/>
              <a:rect l="l" t="t" r="r" b="b"/>
              <a:pathLst>
                <a:path w="845" h="722" extrusionOk="0">
                  <a:moveTo>
                    <a:pt x="480" y="1"/>
                  </a:moveTo>
                  <a:cubicBezTo>
                    <a:pt x="164" y="1"/>
                    <a:pt x="1" y="384"/>
                    <a:pt x="221" y="614"/>
                  </a:cubicBezTo>
                  <a:cubicBezTo>
                    <a:pt x="296" y="689"/>
                    <a:pt x="388" y="722"/>
                    <a:pt x="478" y="722"/>
                  </a:cubicBezTo>
                  <a:cubicBezTo>
                    <a:pt x="665" y="722"/>
                    <a:pt x="844" y="578"/>
                    <a:pt x="844" y="365"/>
                  </a:cubicBezTo>
                  <a:cubicBezTo>
                    <a:pt x="844" y="163"/>
                    <a:pt x="682" y="1"/>
                    <a:pt x="480"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8" name="Google Shape;7048;p62"/>
            <p:cNvSpPr/>
            <p:nvPr/>
          </p:nvSpPr>
          <p:spPr>
            <a:xfrm>
              <a:off x="7526696" y="2253000"/>
              <a:ext cx="22113" cy="18916"/>
            </a:xfrm>
            <a:custGeom>
              <a:avLst/>
              <a:gdLst/>
              <a:ahLst/>
              <a:cxnLst/>
              <a:rect l="l" t="t" r="r" b="b"/>
              <a:pathLst>
                <a:path w="844" h="722" extrusionOk="0">
                  <a:moveTo>
                    <a:pt x="480" y="1"/>
                  </a:moveTo>
                  <a:cubicBezTo>
                    <a:pt x="163" y="1"/>
                    <a:pt x="0" y="384"/>
                    <a:pt x="231" y="614"/>
                  </a:cubicBezTo>
                  <a:cubicBezTo>
                    <a:pt x="302" y="689"/>
                    <a:pt x="391" y="722"/>
                    <a:pt x="479" y="722"/>
                  </a:cubicBezTo>
                  <a:cubicBezTo>
                    <a:pt x="664" y="722"/>
                    <a:pt x="844" y="576"/>
                    <a:pt x="844" y="355"/>
                  </a:cubicBezTo>
                  <a:cubicBezTo>
                    <a:pt x="844" y="164"/>
                    <a:pt x="681" y="1"/>
                    <a:pt x="480"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9" name="Google Shape;7049;p62"/>
            <p:cNvSpPr/>
            <p:nvPr/>
          </p:nvSpPr>
          <p:spPr>
            <a:xfrm>
              <a:off x="7550564" y="2206286"/>
              <a:ext cx="22113" cy="18943"/>
            </a:xfrm>
            <a:custGeom>
              <a:avLst/>
              <a:gdLst/>
              <a:ahLst/>
              <a:cxnLst/>
              <a:rect l="l" t="t" r="r" b="b"/>
              <a:pathLst>
                <a:path w="844" h="723" extrusionOk="0">
                  <a:moveTo>
                    <a:pt x="489" y="1"/>
                  </a:moveTo>
                  <a:cubicBezTo>
                    <a:pt x="163" y="1"/>
                    <a:pt x="0" y="394"/>
                    <a:pt x="230" y="614"/>
                  </a:cubicBezTo>
                  <a:cubicBezTo>
                    <a:pt x="305" y="689"/>
                    <a:pt x="396" y="722"/>
                    <a:pt x="484" y="722"/>
                  </a:cubicBezTo>
                  <a:cubicBezTo>
                    <a:pt x="669" y="722"/>
                    <a:pt x="844" y="579"/>
                    <a:pt x="844" y="365"/>
                  </a:cubicBezTo>
                  <a:cubicBezTo>
                    <a:pt x="844" y="164"/>
                    <a:pt x="681" y="1"/>
                    <a:pt x="489"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0" name="Google Shape;7050;p62"/>
            <p:cNvSpPr/>
            <p:nvPr/>
          </p:nvSpPr>
          <p:spPr>
            <a:xfrm>
              <a:off x="7768286" y="2228896"/>
              <a:ext cx="21877" cy="18916"/>
            </a:xfrm>
            <a:custGeom>
              <a:avLst/>
              <a:gdLst/>
              <a:ahLst/>
              <a:cxnLst/>
              <a:rect l="l" t="t" r="r" b="b"/>
              <a:pathLst>
                <a:path w="835" h="722" extrusionOk="0">
                  <a:moveTo>
                    <a:pt x="480" y="1"/>
                  </a:moveTo>
                  <a:cubicBezTo>
                    <a:pt x="154" y="1"/>
                    <a:pt x="1" y="384"/>
                    <a:pt x="221" y="614"/>
                  </a:cubicBezTo>
                  <a:cubicBezTo>
                    <a:pt x="296" y="689"/>
                    <a:pt x="387" y="722"/>
                    <a:pt x="475" y="722"/>
                  </a:cubicBezTo>
                  <a:cubicBezTo>
                    <a:pt x="660" y="722"/>
                    <a:pt x="835" y="578"/>
                    <a:pt x="835" y="365"/>
                  </a:cubicBezTo>
                  <a:cubicBezTo>
                    <a:pt x="835" y="163"/>
                    <a:pt x="672" y="1"/>
                    <a:pt x="480"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1" name="Google Shape;7051;p62"/>
            <p:cNvSpPr/>
            <p:nvPr/>
          </p:nvSpPr>
          <p:spPr>
            <a:xfrm>
              <a:off x="7845891" y="2253000"/>
              <a:ext cx="22113" cy="18916"/>
            </a:xfrm>
            <a:custGeom>
              <a:avLst/>
              <a:gdLst/>
              <a:ahLst/>
              <a:cxnLst/>
              <a:rect l="l" t="t" r="r" b="b"/>
              <a:pathLst>
                <a:path w="844" h="722" extrusionOk="0">
                  <a:moveTo>
                    <a:pt x="489" y="1"/>
                  </a:moveTo>
                  <a:cubicBezTo>
                    <a:pt x="163" y="1"/>
                    <a:pt x="1" y="384"/>
                    <a:pt x="231" y="614"/>
                  </a:cubicBezTo>
                  <a:cubicBezTo>
                    <a:pt x="305" y="689"/>
                    <a:pt x="395" y="722"/>
                    <a:pt x="484" y="722"/>
                  </a:cubicBezTo>
                  <a:cubicBezTo>
                    <a:pt x="668" y="722"/>
                    <a:pt x="844" y="576"/>
                    <a:pt x="844" y="355"/>
                  </a:cubicBezTo>
                  <a:cubicBezTo>
                    <a:pt x="844" y="164"/>
                    <a:pt x="681" y="1"/>
                    <a:pt x="489"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2" name="Google Shape;7052;p62"/>
            <p:cNvSpPr/>
            <p:nvPr/>
          </p:nvSpPr>
          <p:spPr>
            <a:xfrm>
              <a:off x="7822022" y="2206286"/>
              <a:ext cx="22139" cy="18943"/>
            </a:xfrm>
            <a:custGeom>
              <a:avLst/>
              <a:gdLst/>
              <a:ahLst/>
              <a:cxnLst/>
              <a:rect l="l" t="t" r="r" b="b"/>
              <a:pathLst>
                <a:path w="845" h="723" extrusionOk="0">
                  <a:moveTo>
                    <a:pt x="480" y="1"/>
                  </a:moveTo>
                  <a:cubicBezTo>
                    <a:pt x="164" y="1"/>
                    <a:pt x="1" y="394"/>
                    <a:pt x="221" y="614"/>
                  </a:cubicBezTo>
                  <a:cubicBezTo>
                    <a:pt x="296" y="689"/>
                    <a:pt x="388" y="722"/>
                    <a:pt x="478" y="722"/>
                  </a:cubicBezTo>
                  <a:cubicBezTo>
                    <a:pt x="665" y="722"/>
                    <a:pt x="844" y="579"/>
                    <a:pt x="844" y="365"/>
                  </a:cubicBezTo>
                  <a:cubicBezTo>
                    <a:pt x="844" y="164"/>
                    <a:pt x="681" y="1"/>
                    <a:pt x="480"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3" name="Google Shape;7053;p62"/>
            <p:cNvSpPr/>
            <p:nvPr/>
          </p:nvSpPr>
          <p:spPr>
            <a:xfrm>
              <a:off x="7636500" y="2009471"/>
              <a:ext cx="125026" cy="206901"/>
            </a:xfrm>
            <a:custGeom>
              <a:avLst/>
              <a:gdLst/>
              <a:ahLst/>
              <a:cxnLst/>
              <a:rect l="l" t="t" r="r" b="b"/>
              <a:pathLst>
                <a:path w="4772" h="7897" extrusionOk="0">
                  <a:moveTo>
                    <a:pt x="2380" y="0"/>
                  </a:moveTo>
                  <a:cubicBezTo>
                    <a:pt x="2318" y="0"/>
                    <a:pt x="2256" y="41"/>
                    <a:pt x="2241" y="123"/>
                  </a:cubicBezTo>
                  <a:lnTo>
                    <a:pt x="1762" y="3113"/>
                  </a:lnTo>
                  <a:cubicBezTo>
                    <a:pt x="1647" y="3784"/>
                    <a:pt x="1369" y="4407"/>
                    <a:pt x="947" y="4934"/>
                  </a:cubicBezTo>
                  <a:cubicBezTo>
                    <a:pt x="1" y="6129"/>
                    <a:pt x="856" y="7896"/>
                    <a:pt x="2382" y="7896"/>
                  </a:cubicBezTo>
                  <a:cubicBezTo>
                    <a:pt x="2386" y="7896"/>
                    <a:pt x="2391" y="7896"/>
                    <a:pt x="2395" y="7896"/>
                  </a:cubicBezTo>
                  <a:cubicBezTo>
                    <a:pt x="3928" y="7887"/>
                    <a:pt x="4772" y="6113"/>
                    <a:pt x="3804" y="4915"/>
                  </a:cubicBezTo>
                  <a:cubicBezTo>
                    <a:pt x="3449" y="4474"/>
                    <a:pt x="3190" y="3957"/>
                    <a:pt x="3056" y="3410"/>
                  </a:cubicBezTo>
                  <a:lnTo>
                    <a:pt x="2874" y="2356"/>
                  </a:lnTo>
                  <a:lnTo>
                    <a:pt x="2519" y="123"/>
                  </a:lnTo>
                  <a:cubicBezTo>
                    <a:pt x="2505" y="41"/>
                    <a:pt x="2443" y="0"/>
                    <a:pt x="2380" y="0"/>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4" name="Google Shape;7054;p62"/>
            <p:cNvSpPr/>
            <p:nvPr/>
          </p:nvSpPr>
          <p:spPr>
            <a:xfrm>
              <a:off x="7688167" y="2009471"/>
              <a:ext cx="73412" cy="206639"/>
            </a:xfrm>
            <a:custGeom>
              <a:avLst/>
              <a:gdLst/>
              <a:ahLst/>
              <a:cxnLst/>
              <a:rect l="l" t="t" r="r" b="b"/>
              <a:pathLst>
                <a:path w="2802" h="7887" extrusionOk="0">
                  <a:moveTo>
                    <a:pt x="408" y="0"/>
                  </a:moveTo>
                  <a:cubicBezTo>
                    <a:pt x="346" y="0"/>
                    <a:pt x="284" y="41"/>
                    <a:pt x="269" y="123"/>
                  </a:cubicBezTo>
                  <a:lnTo>
                    <a:pt x="1" y="1800"/>
                  </a:lnTo>
                  <a:lnTo>
                    <a:pt x="87" y="2356"/>
                  </a:lnTo>
                  <a:lnTo>
                    <a:pt x="269" y="3401"/>
                  </a:lnTo>
                  <a:cubicBezTo>
                    <a:pt x="403" y="3957"/>
                    <a:pt x="653" y="4474"/>
                    <a:pt x="1017" y="4915"/>
                  </a:cubicBezTo>
                  <a:cubicBezTo>
                    <a:pt x="1860" y="5960"/>
                    <a:pt x="1314" y="7542"/>
                    <a:pt x="1" y="7839"/>
                  </a:cubicBezTo>
                  <a:cubicBezTo>
                    <a:pt x="125" y="7867"/>
                    <a:pt x="260" y="7887"/>
                    <a:pt x="384" y="7887"/>
                  </a:cubicBezTo>
                  <a:cubicBezTo>
                    <a:pt x="396" y="7887"/>
                    <a:pt x="409" y="7887"/>
                    <a:pt x="421" y="7887"/>
                  </a:cubicBezTo>
                  <a:cubicBezTo>
                    <a:pt x="1941" y="7887"/>
                    <a:pt x="2802" y="6104"/>
                    <a:pt x="1832" y="4915"/>
                  </a:cubicBezTo>
                  <a:cubicBezTo>
                    <a:pt x="1477" y="4474"/>
                    <a:pt x="1218" y="3957"/>
                    <a:pt x="1094" y="3410"/>
                  </a:cubicBezTo>
                  <a:lnTo>
                    <a:pt x="911" y="2356"/>
                  </a:lnTo>
                  <a:lnTo>
                    <a:pt x="547" y="123"/>
                  </a:lnTo>
                  <a:cubicBezTo>
                    <a:pt x="533" y="41"/>
                    <a:pt x="471" y="0"/>
                    <a:pt x="408" y="0"/>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55" name="Google Shape;7055;p62"/>
          <p:cNvGrpSpPr/>
          <p:nvPr/>
        </p:nvGrpSpPr>
        <p:grpSpPr>
          <a:xfrm>
            <a:off x="7075597" y="1810478"/>
            <a:ext cx="362163" cy="327264"/>
            <a:chOff x="7079672" y="1991053"/>
            <a:chExt cx="362163" cy="327264"/>
          </a:xfrm>
        </p:grpSpPr>
        <p:sp>
          <p:nvSpPr>
            <p:cNvPr id="7056" name="Google Shape;7056;p62"/>
            <p:cNvSpPr/>
            <p:nvPr/>
          </p:nvSpPr>
          <p:spPr>
            <a:xfrm>
              <a:off x="7418202" y="2117651"/>
              <a:ext cx="23632" cy="200666"/>
            </a:xfrm>
            <a:custGeom>
              <a:avLst/>
              <a:gdLst/>
              <a:ahLst/>
              <a:cxnLst/>
              <a:rect l="l" t="t" r="r" b="b"/>
              <a:pathLst>
                <a:path w="902" h="7659" extrusionOk="0">
                  <a:moveTo>
                    <a:pt x="442" y="0"/>
                  </a:moveTo>
                  <a:cubicBezTo>
                    <a:pt x="192" y="0"/>
                    <a:pt x="1" y="202"/>
                    <a:pt x="1" y="441"/>
                  </a:cubicBezTo>
                  <a:lnTo>
                    <a:pt x="1" y="7544"/>
                  </a:lnTo>
                  <a:cubicBezTo>
                    <a:pt x="1" y="7611"/>
                    <a:pt x="58" y="7659"/>
                    <a:pt x="125" y="7659"/>
                  </a:cubicBezTo>
                  <a:lnTo>
                    <a:pt x="777" y="7659"/>
                  </a:lnTo>
                  <a:cubicBezTo>
                    <a:pt x="844" y="7659"/>
                    <a:pt x="902" y="7611"/>
                    <a:pt x="902" y="7534"/>
                  </a:cubicBezTo>
                  <a:lnTo>
                    <a:pt x="902" y="441"/>
                  </a:lnTo>
                  <a:cubicBezTo>
                    <a:pt x="902" y="202"/>
                    <a:pt x="710" y="0"/>
                    <a:pt x="461"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7" name="Google Shape;7057;p62"/>
            <p:cNvSpPr/>
            <p:nvPr/>
          </p:nvSpPr>
          <p:spPr>
            <a:xfrm>
              <a:off x="7423992" y="2117651"/>
              <a:ext cx="17842" cy="200666"/>
            </a:xfrm>
            <a:custGeom>
              <a:avLst/>
              <a:gdLst/>
              <a:ahLst/>
              <a:cxnLst/>
              <a:rect l="l" t="t" r="r" b="b"/>
              <a:pathLst>
                <a:path w="681" h="7659" extrusionOk="0">
                  <a:moveTo>
                    <a:pt x="259" y="0"/>
                  </a:moveTo>
                  <a:cubicBezTo>
                    <a:pt x="173" y="0"/>
                    <a:pt x="77" y="19"/>
                    <a:pt x="0" y="58"/>
                  </a:cubicBezTo>
                  <a:cubicBezTo>
                    <a:pt x="144" y="144"/>
                    <a:pt x="221" y="288"/>
                    <a:pt x="221" y="451"/>
                  </a:cubicBezTo>
                  <a:lnTo>
                    <a:pt x="221" y="7659"/>
                  </a:lnTo>
                  <a:lnTo>
                    <a:pt x="546" y="7659"/>
                  </a:lnTo>
                  <a:cubicBezTo>
                    <a:pt x="623" y="7659"/>
                    <a:pt x="671" y="7601"/>
                    <a:pt x="681" y="7534"/>
                  </a:cubicBezTo>
                  <a:lnTo>
                    <a:pt x="681" y="470"/>
                  </a:lnTo>
                  <a:cubicBezTo>
                    <a:pt x="681" y="230"/>
                    <a:pt x="498" y="29"/>
                    <a:pt x="259" y="0"/>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8" name="Google Shape;7058;p62"/>
            <p:cNvSpPr/>
            <p:nvPr/>
          </p:nvSpPr>
          <p:spPr>
            <a:xfrm>
              <a:off x="7103540" y="2161353"/>
              <a:ext cx="104748" cy="94687"/>
            </a:xfrm>
            <a:custGeom>
              <a:avLst/>
              <a:gdLst/>
              <a:ahLst/>
              <a:cxnLst/>
              <a:rect l="l" t="t" r="r" b="b"/>
              <a:pathLst>
                <a:path w="3998" h="3614" extrusionOk="0">
                  <a:moveTo>
                    <a:pt x="0" y="0"/>
                  </a:moveTo>
                  <a:lnTo>
                    <a:pt x="0" y="3614"/>
                  </a:lnTo>
                  <a:lnTo>
                    <a:pt x="3997" y="3614"/>
                  </a:lnTo>
                  <a:lnTo>
                    <a:pt x="3997" y="0"/>
                  </a:lnTo>
                  <a:close/>
                </a:path>
              </a:pathLst>
            </a:custGeom>
            <a:solidFill>
              <a:srgbClr val="D2D9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9" name="Google Shape;7059;p62"/>
            <p:cNvSpPr/>
            <p:nvPr/>
          </p:nvSpPr>
          <p:spPr>
            <a:xfrm>
              <a:off x="7190419" y="2161353"/>
              <a:ext cx="17868" cy="94687"/>
            </a:xfrm>
            <a:custGeom>
              <a:avLst/>
              <a:gdLst/>
              <a:ahLst/>
              <a:cxnLst/>
              <a:rect l="l" t="t" r="r" b="b"/>
              <a:pathLst>
                <a:path w="682" h="3614" extrusionOk="0">
                  <a:moveTo>
                    <a:pt x="1" y="0"/>
                  </a:moveTo>
                  <a:lnTo>
                    <a:pt x="1" y="3614"/>
                  </a:lnTo>
                  <a:lnTo>
                    <a:pt x="681" y="3614"/>
                  </a:lnTo>
                  <a:lnTo>
                    <a:pt x="681" y="0"/>
                  </a:lnTo>
                  <a:close/>
                </a:path>
              </a:pathLst>
            </a:custGeom>
            <a:solidFill>
              <a:srgbClr val="CF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0" name="Google Shape;7060;p62"/>
            <p:cNvSpPr/>
            <p:nvPr/>
          </p:nvSpPr>
          <p:spPr>
            <a:xfrm>
              <a:off x="7103540" y="2090010"/>
              <a:ext cx="71343" cy="71369"/>
            </a:xfrm>
            <a:custGeom>
              <a:avLst/>
              <a:gdLst/>
              <a:ahLst/>
              <a:cxnLst/>
              <a:rect l="l" t="t" r="r" b="b"/>
              <a:pathLst>
                <a:path w="2723" h="2724" extrusionOk="0">
                  <a:moveTo>
                    <a:pt x="0" y="1"/>
                  </a:moveTo>
                  <a:lnTo>
                    <a:pt x="0" y="2723"/>
                  </a:lnTo>
                  <a:lnTo>
                    <a:pt x="2722" y="2723"/>
                  </a:lnTo>
                  <a:lnTo>
                    <a:pt x="2722" y="2646"/>
                  </a:lnTo>
                  <a:cubicBezTo>
                    <a:pt x="2722" y="1189"/>
                    <a:pt x="1534" y="1"/>
                    <a:pt x="77" y="1"/>
                  </a:cubicBezTo>
                  <a:close/>
                </a:path>
              </a:pathLst>
            </a:custGeom>
            <a:solidFill>
              <a:srgbClr val="D9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1" name="Google Shape;7061;p62"/>
            <p:cNvSpPr/>
            <p:nvPr/>
          </p:nvSpPr>
          <p:spPr>
            <a:xfrm>
              <a:off x="7103540" y="2090010"/>
              <a:ext cx="71343" cy="71369"/>
            </a:xfrm>
            <a:custGeom>
              <a:avLst/>
              <a:gdLst/>
              <a:ahLst/>
              <a:cxnLst/>
              <a:rect l="l" t="t" r="r" b="b"/>
              <a:pathLst>
                <a:path w="2723" h="2724" extrusionOk="0">
                  <a:moveTo>
                    <a:pt x="0" y="1"/>
                  </a:moveTo>
                  <a:lnTo>
                    <a:pt x="0" y="528"/>
                  </a:lnTo>
                  <a:cubicBezTo>
                    <a:pt x="1112" y="739"/>
                    <a:pt x="1984" y="1611"/>
                    <a:pt x="2195" y="2723"/>
                  </a:cubicBezTo>
                  <a:lnTo>
                    <a:pt x="2722" y="2723"/>
                  </a:lnTo>
                  <a:cubicBezTo>
                    <a:pt x="2722" y="1218"/>
                    <a:pt x="1505" y="1"/>
                    <a:pt x="0" y="1"/>
                  </a:cubicBezTo>
                  <a:close/>
                </a:path>
              </a:pathLst>
            </a:custGeom>
            <a:solidFill>
              <a:srgbClr val="C7CE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2" name="Google Shape;7062;p62"/>
            <p:cNvSpPr/>
            <p:nvPr/>
          </p:nvSpPr>
          <p:spPr>
            <a:xfrm>
              <a:off x="7139198" y="2256013"/>
              <a:ext cx="16847" cy="62304"/>
            </a:xfrm>
            <a:custGeom>
              <a:avLst/>
              <a:gdLst/>
              <a:ahLst/>
              <a:cxnLst/>
              <a:rect l="l" t="t" r="r" b="b"/>
              <a:pathLst>
                <a:path w="643" h="2378" extrusionOk="0">
                  <a:moveTo>
                    <a:pt x="0" y="1"/>
                  </a:moveTo>
                  <a:lnTo>
                    <a:pt x="0" y="2282"/>
                  </a:lnTo>
                  <a:cubicBezTo>
                    <a:pt x="0" y="2330"/>
                    <a:pt x="48" y="2378"/>
                    <a:pt x="106" y="2378"/>
                  </a:cubicBezTo>
                  <a:lnTo>
                    <a:pt x="537" y="2378"/>
                  </a:lnTo>
                  <a:cubicBezTo>
                    <a:pt x="595" y="2378"/>
                    <a:pt x="633" y="2330"/>
                    <a:pt x="642" y="2282"/>
                  </a:cubicBezTo>
                  <a:lnTo>
                    <a:pt x="642" y="1"/>
                  </a:lnTo>
                  <a:close/>
                </a:path>
              </a:pathLst>
            </a:custGeom>
            <a:solidFill>
              <a:srgbClr val="C1C9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3" name="Google Shape;7063;p62"/>
            <p:cNvSpPr/>
            <p:nvPr/>
          </p:nvSpPr>
          <p:spPr>
            <a:xfrm>
              <a:off x="7193930" y="2002424"/>
              <a:ext cx="11083" cy="38147"/>
            </a:xfrm>
            <a:custGeom>
              <a:avLst/>
              <a:gdLst/>
              <a:ahLst/>
              <a:cxnLst/>
              <a:rect l="l" t="t" r="r" b="b"/>
              <a:pathLst>
                <a:path w="423" h="1456" extrusionOk="0">
                  <a:moveTo>
                    <a:pt x="212" y="1"/>
                  </a:moveTo>
                  <a:cubicBezTo>
                    <a:pt x="106" y="1"/>
                    <a:pt x="1" y="70"/>
                    <a:pt x="1" y="209"/>
                  </a:cubicBezTo>
                  <a:lnTo>
                    <a:pt x="1" y="1245"/>
                  </a:lnTo>
                  <a:cubicBezTo>
                    <a:pt x="1" y="1360"/>
                    <a:pt x="87" y="1456"/>
                    <a:pt x="212" y="1456"/>
                  </a:cubicBezTo>
                  <a:cubicBezTo>
                    <a:pt x="327" y="1456"/>
                    <a:pt x="413" y="1360"/>
                    <a:pt x="423" y="1245"/>
                  </a:cubicBezTo>
                  <a:lnTo>
                    <a:pt x="423" y="209"/>
                  </a:lnTo>
                  <a:cubicBezTo>
                    <a:pt x="423" y="70"/>
                    <a:pt x="317" y="1"/>
                    <a:pt x="212" y="1"/>
                  </a:cubicBezTo>
                  <a:close/>
                </a:path>
              </a:pathLst>
            </a:custGeom>
            <a:solidFill>
              <a:srgbClr val="C1C9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4" name="Google Shape;7064;p62"/>
            <p:cNvSpPr/>
            <p:nvPr/>
          </p:nvSpPr>
          <p:spPr>
            <a:xfrm>
              <a:off x="7193930" y="2072063"/>
              <a:ext cx="11083" cy="47108"/>
            </a:xfrm>
            <a:custGeom>
              <a:avLst/>
              <a:gdLst/>
              <a:ahLst/>
              <a:cxnLst/>
              <a:rect l="l" t="t" r="r" b="b"/>
              <a:pathLst>
                <a:path w="423" h="1798" extrusionOk="0">
                  <a:moveTo>
                    <a:pt x="212" y="0"/>
                  </a:moveTo>
                  <a:cubicBezTo>
                    <a:pt x="106" y="0"/>
                    <a:pt x="1" y="72"/>
                    <a:pt x="1" y="216"/>
                  </a:cubicBezTo>
                  <a:lnTo>
                    <a:pt x="1" y="1587"/>
                  </a:lnTo>
                  <a:cubicBezTo>
                    <a:pt x="1" y="1702"/>
                    <a:pt x="87" y="1798"/>
                    <a:pt x="212" y="1798"/>
                  </a:cubicBezTo>
                  <a:cubicBezTo>
                    <a:pt x="317" y="1798"/>
                    <a:pt x="413" y="1702"/>
                    <a:pt x="423" y="1587"/>
                  </a:cubicBezTo>
                  <a:lnTo>
                    <a:pt x="423" y="216"/>
                  </a:lnTo>
                  <a:cubicBezTo>
                    <a:pt x="423" y="72"/>
                    <a:pt x="317" y="0"/>
                    <a:pt x="212" y="0"/>
                  </a:cubicBezTo>
                  <a:close/>
                </a:path>
              </a:pathLst>
            </a:custGeom>
            <a:solidFill>
              <a:srgbClr val="C1C9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5" name="Google Shape;7065;p62"/>
            <p:cNvSpPr/>
            <p:nvPr/>
          </p:nvSpPr>
          <p:spPr>
            <a:xfrm>
              <a:off x="7177371" y="2029488"/>
              <a:ext cx="43964" cy="47998"/>
            </a:xfrm>
            <a:custGeom>
              <a:avLst/>
              <a:gdLst/>
              <a:ahLst/>
              <a:cxnLst/>
              <a:rect l="l" t="t" r="r" b="b"/>
              <a:pathLst>
                <a:path w="1678" h="1832" extrusionOk="0">
                  <a:moveTo>
                    <a:pt x="253" y="0"/>
                  </a:moveTo>
                  <a:cubicBezTo>
                    <a:pt x="108" y="0"/>
                    <a:pt x="1" y="130"/>
                    <a:pt x="10" y="269"/>
                  </a:cubicBezTo>
                  <a:lnTo>
                    <a:pt x="134" y="1573"/>
                  </a:lnTo>
                  <a:cubicBezTo>
                    <a:pt x="144" y="1717"/>
                    <a:pt x="269" y="1832"/>
                    <a:pt x="412" y="1832"/>
                  </a:cubicBezTo>
                  <a:lnTo>
                    <a:pt x="1265" y="1832"/>
                  </a:lnTo>
                  <a:cubicBezTo>
                    <a:pt x="1409" y="1832"/>
                    <a:pt x="1534" y="1717"/>
                    <a:pt x="1543" y="1573"/>
                  </a:cubicBezTo>
                  <a:lnTo>
                    <a:pt x="1668" y="269"/>
                  </a:lnTo>
                  <a:cubicBezTo>
                    <a:pt x="1678" y="125"/>
                    <a:pt x="1563" y="1"/>
                    <a:pt x="1409" y="1"/>
                  </a:cubicBezTo>
                  <a:lnTo>
                    <a:pt x="269" y="1"/>
                  </a:lnTo>
                  <a:cubicBezTo>
                    <a:pt x="263" y="0"/>
                    <a:pt x="258" y="0"/>
                    <a:pt x="253"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6" name="Google Shape;7066;p62"/>
            <p:cNvSpPr/>
            <p:nvPr/>
          </p:nvSpPr>
          <p:spPr>
            <a:xfrm>
              <a:off x="7197205" y="2029488"/>
              <a:ext cx="24130" cy="47998"/>
            </a:xfrm>
            <a:custGeom>
              <a:avLst/>
              <a:gdLst/>
              <a:ahLst/>
              <a:cxnLst/>
              <a:rect l="l" t="t" r="r" b="b"/>
              <a:pathLst>
                <a:path w="921" h="1832" extrusionOk="0">
                  <a:moveTo>
                    <a:pt x="422" y="1"/>
                  </a:moveTo>
                  <a:lnTo>
                    <a:pt x="278" y="1582"/>
                  </a:lnTo>
                  <a:cubicBezTo>
                    <a:pt x="269" y="1726"/>
                    <a:pt x="144" y="1832"/>
                    <a:pt x="0" y="1832"/>
                  </a:cubicBezTo>
                  <a:lnTo>
                    <a:pt x="508" y="1832"/>
                  </a:lnTo>
                  <a:cubicBezTo>
                    <a:pt x="652" y="1832"/>
                    <a:pt x="777" y="1726"/>
                    <a:pt x="786" y="1582"/>
                  </a:cubicBezTo>
                  <a:lnTo>
                    <a:pt x="911" y="279"/>
                  </a:lnTo>
                  <a:cubicBezTo>
                    <a:pt x="921" y="125"/>
                    <a:pt x="806" y="1"/>
                    <a:pt x="652"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7" name="Google Shape;7067;p62"/>
            <p:cNvSpPr/>
            <p:nvPr/>
          </p:nvSpPr>
          <p:spPr>
            <a:xfrm>
              <a:off x="7208261" y="2145528"/>
              <a:ext cx="209705" cy="129611"/>
            </a:xfrm>
            <a:custGeom>
              <a:avLst/>
              <a:gdLst/>
              <a:ahLst/>
              <a:cxnLst/>
              <a:rect l="l" t="t" r="r" b="b"/>
              <a:pathLst>
                <a:path w="8004" h="4947" extrusionOk="0">
                  <a:moveTo>
                    <a:pt x="508" y="0"/>
                  </a:moveTo>
                  <a:cubicBezTo>
                    <a:pt x="230" y="0"/>
                    <a:pt x="0" y="221"/>
                    <a:pt x="0" y="508"/>
                  </a:cubicBezTo>
                  <a:lnTo>
                    <a:pt x="0" y="4438"/>
                  </a:lnTo>
                  <a:cubicBezTo>
                    <a:pt x="0" y="4716"/>
                    <a:pt x="230" y="4946"/>
                    <a:pt x="508" y="4946"/>
                  </a:cubicBezTo>
                  <a:lnTo>
                    <a:pt x="8004" y="4946"/>
                  </a:lnTo>
                  <a:lnTo>
                    <a:pt x="8004" y="0"/>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8" name="Google Shape;7068;p62"/>
            <p:cNvSpPr/>
            <p:nvPr/>
          </p:nvSpPr>
          <p:spPr>
            <a:xfrm>
              <a:off x="7391321" y="2145528"/>
              <a:ext cx="26645" cy="129611"/>
            </a:xfrm>
            <a:custGeom>
              <a:avLst/>
              <a:gdLst/>
              <a:ahLst/>
              <a:cxnLst/>
              <a:rect l="l" t="t" r="r" b="b"/>
              <a:pathLst>
                <a:path w="1017" h="4947" extrusionOk="0">
                  <a:moveTo>
                    <a:pt x="1" y="0"/>
                  </a:moveTo>
                  <a:lnTo>
                    <a:pt x="1" y="4946"/>
                  </a:lnTo>
                  <a:lnTo>
                    <a:pt x="1017" y="4946"/>
                  </a:lnTo>
                  <a:lnTo>
                    <a:pt x="1017"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9" name="Google Shape;7069;p62"/>
            <p:cNvSpPr/>
            <p:nvPr/>
          </p:nvSpPr>
          <p:spPr>
            <a:xfrm>
              <a:off x="7139198" y="1991053"/>
              <a:ext cx="88189" cy="122092"/>
            </a:xfrm>
            <a:custGeom>
              <a:avLst/>
              <a:gdLst/>
              <a:ahLst/>
              <a:cxnLst/>
              <a:rect l="l" t="t" r="r" b="b"/>
              <a:pathLst>
                <a:path w="3366" h="4660" extrusionOk="0">
                  <a:moveTo>
                    <a:pt x="2951" y="0"/>
                  </a:moveTo>
                  <a:cubicBezTo>
                    <a:pt x="2942" y="0"/>
                    <a:pt x="2933" y="1"/>
                    <a:pt x="2924" y="1"/>
                  </a:cubicBezTo>
                  <a:lnTo>
                    <a:pt x="384" y="1"/>
                  </a:lnTo>
                  <a:cubicBezTo>
                    <a:pt x="173" y="1"/>
                    <a:pt x="0" y="174"/>
                    <a:pt x="0" y="385"/>
                  </a:cubicBezTo>
                  <a:lnTo>
                    <a:pt x="0" y="4142"/>
                  </a:lnTo>
                  <a:cubicBezTo>
                    <a:pt x="240" y="4276"/>
                    <a:pt x="451" y="4449"/>
                    <a:pt x="642" y="4660"/>
                  </a:cubicBezTo>
                  <a:lnTo>
                    <a:pt x="642" y="634"/>
                  </a:lnTo>
                  <a:lnTo>
                    <a:pt x="2924" y="634"/>
                  </a:lnTo>
                  <a:cubicBezTo>
                    <a:pt x="2933" y="634"/>
                    <a:pt x="2942" y="635"/>
                    <a:pt x="2951" y="635"/>
                  </a:cubicBezTo>
                  <a:cubicBezTo>
                    <a:pt x="3365" y="635"/>
                    <a:pt x="3365" y="0"/>
                    <a:pt x="2951" y="0"/>
                  </a:cubicBezTo>
                  <a:close/>
                </a:path>
              </a:pathLst>
            </a:custGeom>
            <a:solidFill>
              <a:srgbClr val="C1C9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0" name="Google Shape;7070;p62"/>
            <p:cNvSpPr/>
            <p:nvPr/>
          </p:nvSpPr>
          <p:spPr>
            <a:xfrm>
              <a:off x="7079672" y="2018406"/>
              <a:ext cx="23894" cy="299911"/>
            </a:xfrm>
            <a:custGeom>
              <a:avLst/>
              <a:gdLst/>
              <a:ahLst/>
              <a:cxnLst/>
              <a:rect l="l" t="t" r="r" b="b"/>
              <a:pathLst>
                <a:path w="912" h="11447" extrusionOk="0">
                  <a:moveTo>
                    <a:pt x="446" y="1"/>
                  </a:moveTo>
                  <a:cubicBezTo>
                    <a:pt x="194" y="1"/>
                    <a:pt x="0" y="205"/>
                    <a:pt x="0" y="453"/>
                  </a:cubicBezTo>
                  <a:lnTo>
                    <a:pt x="0" y="11322"/>
                  </a:lnTo>
                  <a:lnTo>
                    <a:pt x="10" y="11322"/>
                  </a:lnTo>
                  <a:cubicBezTo>
                    <a:pt x="10" y="11389"/>
                    <a:pt x="58" y="11447"/>
                    <a:pt x="135" y="11447"/>
                  </a:cubicBezTo>
                  <a:lnTo>
                    <a:pt x="777" y="11447"/>
                  </a:lnTo>
                  <a:cubicBezTo>
                    <a:pt x="854" y="11447"/>
                    <a:pt x="902" y="11389"/>
                    <a:pt x="911" y="11322"/>
                  </a:cubicBezTo>
                  <a:lnTo>
                    <a:pt x="911" y="462"/>
                  </a:lnTo>
                  <a:cubicBezTo>
                    <a:pt x="911" y="213"/>
                    <a:pt x="719" y="12"/>
                    <a:pt x="480" y="2"/>
                  </a:cubicBezTo>
                  <a:cubicBezTo>
                    <a:pt x="468" y="1"/>
                    <a:pt x="457" y="1"/>
                    <a:pt x="446"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1" name="Google Shape;7071;p62"/>
            <p:cNvSpPr/>
            <p:nvPr/>
          </p:nvSpPr>
          <p:spPr>
            <a:xfrm>
              <a:off x="7085698" y="2018379"/>
              <a:ext cx="17868" cy="299938"/>
            </a:xfrm>
            <a:custGeom>
              <a:avLst/>
              <a:gdLst/>
              <a:ahLst/>
              <a:cxnLst/>
              <a:rect l="l" t="t" r="r" b="b"/>
              <a:pathLst>
                <a:path w="682" h="11448" extrusionOk="0">
                  <a:moveTo>
                    <a:pt x="222" y="1"/>
                  </a:moveTo>
                  <a:cubicBezTo>
                    <a:pt x="144" y="1"/>
                    <a:pt x="72" y="21"/>
                    <a:pt x="1" y="61"/>
                  </a:cubicBezTo>
                  <a:cubicBezTo>
                    <a:pt x="144" y="137"/>
                    <a:pt x="231" y="291"/>
                    <a:pt x="231" y="454"/>
                  </a:cubicBezTo>
                  <a:lnTo>
                    <a:pt x="231" y="11448"/>
                  </a:lnTo>
                  <a:lnTo>
                    <a:pt x="547" y="11448"/>
                  </a:lnTo>
                  <a:cubicBezTo>
                    <a:pt x="614" y="11448"/>
                    <a:pt x="672" y="11390"/>
                    <a:pt x="672" y="11323"/>
                  </a:cubicBezTo>
                  <a:lnTo>
                    <a:pt x="672" y="463"/>
                  </a:lnTo>
                  <a:cubicBezTo>
                    <a:pt x="681" y="223"/>
                    <a:pt x="499" y="22"/>
                    <a:pt x="269" y="3"/>
                  </a:cubicBezTo>
                  <a:cubicBezTo>
                    <a:pt x="253" y="1"/>
                    <a:pt x="237" y="1"/>
                    <a:pt x="222" y="1"/>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72" name="Google Shape;7072;p62"/>
          <p:cNvGrpSpPr/>
          <p:nvPr/>
        </p:nvGrpSpPr>
        <p:grpSpPr>
          <a:xfrm>
            <a:off x="6637113" y="1854939"/>
            <a:ext cx="361901" cy="238132"/>
            <a:chOff x="6641188" y="2035514"/>
            <a:chExt cx="361901" cy="238132"/>
          </a:xfrm>
        </p:grpSpPr>
        <p:sp>
          <p:nvSpPr>
            <p:cNvPr id="7073" name="Google Shape;7073;p62"/>
            <p:cNvSpPr/>
            <p:nvPr/>
          </p:nvSpPr>
          <p:spPr>
            <a:xfrm>
              <a:off x="6641188" y="2035514"/>
              <a:ext cx="361901" cy="220787"/>
            </a:xfrm>
            <a:custGeom>
              <a:avLst/>
              <a:gdLst/>
              <a:ahLst/>
              <a:cxnLst/>
              <a:rect l="l" t="t" r="r" b="b"/>
              <a:pathLst>
                <a:path w="13813" h="8427" extrusionOk="0">
                  <a:moveTo>
                    <a:pt x="451" y="1"/>
                  </a:moveTo>
                  <a:cubicBezTo>
                    <a:pt x="202" y="1"/>
                    <a:pt x="0" y="202"/>
                    <a:pt x="0" y="461"/>
                  </a:cubicBezTo>
                  <a:lnTo>
                    <a:pt x="0" y="7976"/>
                  </a:lnTo>
                  <a:cubicBezTo>
                    <a:pt x="0" y="8225"/>
                    <a:pt x="202" y="8426"/>
                    <a:pt x="451" y="8426"/>
                  </a:cubicBezTo>
                  <a:lnTo>
                    <a:pt x="13362" y="8426"/>
                  </a:lnTo>
                  <a:cubicBezTo>
                    <a:pt x="13612" y="8426"/>
                    <a:pt x="13813" y="8225"/>
                    <a:pt x="13813" y="7985"/>
                  </a:cubicBezTo>
                  <a:lnTo>
                    <a:pt x="13813" y="461"/>
                  </a:lnTo>
                  <a:cubicBezTo>
                    <a:pt x="13813" y="202"/>
                    <a:pt x="13612" y="1"/>
                    <a:pt x="13362" y="1"/>
                  </a:cubicBezTo>
                  <a:close/>
                </a:path>
              </a:pathLst>
            </a:custGeom>
            <a:solidFill>
              <a:srgbClr val="DDE3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4" name="Google Shape;7074;p62"/>
            <p:cNvSpPr/>
            <p:nvPr/>
          </p:nvSpPr>
          <p:spPr>
            <a:xfrm>
              <a:off x="6641188" y="2035514"/>
              <a:ext cx="361901" cy="220787"/>
            </a:xfrm>
            <a:custGeom>
              <a:avLst/>
              <a:gdLst/>
              <a:ahLst/>
              <a:cxnLst/>
              <a:rect l="l" t="t" r="r" b="b"/>
              <a:pathLst>
                <a:path w="13813" h="8427" extrusionOk="0">
                  <a:moveTo>
                    <a:pt x="12864" y="1"/>
                  </a:moveTo>
                  <a:lnTo>
                    <a:pt x="12864" y="6883"/>
                  </a:lnTo>
                  <a:cubicBezTo>
                    <a:pt x="12864" y="7132"/>
                    <a:pt x="12653" y="7343"/>
                    <a:pt x="12394" y="7343"/>
                  </a:cubicBezTo>
                  <a:lnTo>
                    <a:pt x="0" y="7343"/>
                  </a:lnTo>
                  <a:lnTo>
                    <a:pt x="0" y="7957"/>
                  </a:lnTo>
                  <a:cubicBezTo>
                    <a:pt x="0" y="8215"/>
                    <a:pt x="211" y="8426"/>
                    <a:pt x="460" y="8426"/>
                  </a:cubicBezTo>
                  <a:lnTo>
                    <a:pt x="13343" y="8426"/>
                  </a:lnTo>
                  <a:cubicBezTo>
                    <a:pt x="13602" y="8426"/>
                    <a:pt x="13813" y="8215"/>
                    <a:pt x="13813" y="7957"/>
                  </a:cubicBezTo>
                  <a:lnTo>
                    <a:pt x="13813" y="470"/>
                  </a:lnTo>
                  <a:cubicBezTo>
                    <a:pt x="13813" y="212"/>
                    <a:pt x="13602" y="1"/>
                    <a:pt x="13353" y="1"/>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5" name="Google Shape;7075;p62"/>
            <p:cNvSpPr/>
            <p:nvPr/>
          </p:nvSpPr>
          <p:spPr>
            <a:xfrm>
              <a:off x="6681615" y="2256275"/>
              <a:ext cx="65579" cy="17371"/>
            </a:xfrm>
            <a:custGeom>
              <a:avLst/>
              <a:gdLst/>
              <a:ahLst/>
              <a:cxnLst/>
              <a:rect l="l" t="t" r="r" b="b"/>
              <a:pathLst>
                <a:path w="2503" h="663" extrusionOk="0">
                  <a:moveTo>
                    <a:pt x="1" y="0"/>
                  </a:moveTo>
                  <a:lnTo>
                    <a:pt x="1" y="355"/>
                  </a:lnTo>
                  <a:cubicBezTo>
                    <a:pt x="1" y="528"/>
                    <a:pt x="135" y="662"/>
                    <a:pt x="307" y="662"/>
                  </a:cubicBezTo>
                  <a:lnTo>
                    <a:pt x="2196" y="662"/>
                  </a:lnTo>
                  <a:cubicBezTo>
                    <a:pt x="2201" y="662"/>
                    <a:pt x="2206" y="662"/>
                    <a:pt x="2211" y="662"/>
                  </a:cubicBezTo>
                  <a:cubicBezTo>
                    <a:pt x="2368" y="662"/>
                    <a:pt x="2502" y="522"/>
                    <a:pt x="2502" y="355"/>
                  </a:cubicBezTo>
                  <a:lnTo>
                    <a:pt x="2502" y="0"/>
                  </a:lnTo>
                  <a:close/>
                </a:path>
              </a:pathLst>
            </a:custGeom>
            <a:solidFill>
              <a:srgbClr val="DDE3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6" name="Google Shape;7076;p62"/>
            <p:cNvSpPr/>
            <p:nvPr/>
          </p:nvSpPr>
          <p:spPr>
            <a:xfrm>
              <a:off x="6897084" y="2256275"/>
              <a:ext cx="65579" cy="17371"/>
            </a:xfrm>
            <a:custGeom>
              <a:avLst/>
              <a:gdLst/>
              <a:ahLst/>
              <a:cxnLst/>
              <a:rect l="l" t="t" r="r" b="b"/>
              <a:pathLst>
                <a:path w="2503" h="663" extrusionOk="0">
                  <a:moveTo>
                    <a:pt x="1" y="0"/>
                  </a:moveTo>
                  <a:lnTo>
                    <a:pt x="1" y="355"/>
                  </a:lnTo>
                  <a:cubicBezTo>
                    <a:pt x="1" y="528"/>
                    <a:pt x="135" y="662"/>
                    <a:pt x="308" y="662"/>
                  </a:cubicBezTo>
                  <a:lnTo>
                    <a:pt x="2196" y="662"/>
                  </a:lnTo>
                  <a:cubicBezTo>
                    <a:pt x="2201" y="662"/>
                    <a:pt x="2207" y="662"/>
                    <a:pt x="2212" y="662"/>
                  </a:cubicBezTo>
                  <a:cubicBezTo>
                    <a:pt x="2377" y="662"/>
                    <a:pt x="2503" y="522"/>
                    <a:pt x="2503" y="355"/>
                  </a:cubicBezTo>
                  <a:lnTo>
                    <a:pt x="2503" y="0"/>
                  </a:lnTo>
                  <a:close/>
                </a:path>
              </a:pathLst>
            </a:custGeom>
            <a:solidFill>
              <a:srgbClr val="DDE3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7" name="Google Shape;7077;p62"/>
            <p:cNvSpPr/>
            <p:nvPr/>
          </p:nvSpPr>
          <p:spPr>
            <a:xfrm>
              <a:off x="6666288" y="2064151"/>
              <a:ext cx="191653" cy="163776"/>
            </a:xfrm>
            <a:custGeom>
              <a:avLst/>
              <a:gdLst/>
              <a:ahLst/>
              <a:cxnLst/>
              <a:rect l="l" t="t" r="r" b="b"/>
              <a:pathLst>
                <a:path w="7315" h="6251" extrusionOk="0">
                  <a:moveTo>
                    <a:pt x="329" y="0"/>
                  </a:moveTo>
                  <a:cubicBezTo>
                    <a:pt x="145" y="0"/>
                    <a:pt x="1" y="150"/>
                    <a:pt x="1" y="336"/>
                  </a:cubicBezTo>
                  <a:lnTo>
                    <a:pt x="1" y="5905"/>
                  </a:lnTo>
                  <a:cubicBezTo>
                    <a:pt x="1" y="6097"/>
                    <a:pt x="154" y="6250"/>
                    <a:pt x="346" y="6250"/>
                  </a:cubicBezTo>
                  <a:lnTo>
                    <a:pt x="6970" y="6250"/>
                  </a:lnTo>
                  <a:cubicBezTo>
                    <a:pt x="7161" y="6250"/>
                    <a:pt x="7315" y="6097"/>
                    <a:pt x="7315" y="5905"/>
                  </a:cubicBezTo>
                  <a:lnTo>
                    <a:pt x="7315" y="336"/>
                  </a:lnTo>
                  <a:cubicBezTo>
                    <a:pt x="7315" y="150"/>
                    <a:pt x="7170" y="0"/>
                    <a:pt x="6987" y="0"/>
                  </a:cubicBezTo>
                  <a:cubicBezTo>
                    <a:pt x="6981" y="0"/>
                    <a:pt x="6975" y="0"/>
                    <a:pt x="6970" y="1"/>
                  </a:cubicBezTo>
                  <a:lnTo>
                    <a:pt x="346" y="1"/>
                  </a:lnTo>
                  <a:cubicBezTo>
                    <a:pt x="340" y="0"/>
                    <a:pt x="335" y="0"/>
                    <a:pt x="329" y="0"/>
                  </a:cubicBezTo>
                  <a:close/>
                </a:path>
              </a:pathLst>
            </a:custGeom>
            <a:solidFill>
              <a:srgbClr val="8493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8" name="Google Shape;7078;p62"/>
            <p:cNvSpPr/>
            <p:nvPr/>
          </p:nvSpPr>
          <p:spPr>
            <a:xfrm>
              <a:off x="6666288" y="2063653"/>
              <a:ext cx="191915" cy="164274"/>
            </a:xfrm>
            <a:custGeom>
              <a:avLst/>
              <a:gdLst/>
              <a:ahLst/>
              <a:cxnLst/>
              <a:rect l="l" t="t" r="r" b="b"/>
              <a:pathLst>
                <a:path w="7325" h="6270" extrusionOk="0">
                  <a:moveTo>
                    <a:pt x="6960" y="0"/>
                  </a:moveTo>
                  <a:lnTo>
                    <a:pt x="6577" y="10"/>
                  </a:lnTo>
                  <a:lnTo>
                    <a:pt x="6577" y="4333"/>
                  </a:lnTo>
                  <a:cubicBezTo>
                    <a:pt x="6577" y="4994"/>
                    <a:pt x="6040" y="5531"/>
                    <a:pt x="5378" y="5531"/>
                  </a:cubicBezTo>
                  <a:lnTo>
                    <a:pt x="1" y="5531"/>
                  </a:lnTo>
                  <a:lnTo>
                    <a:pt x="1" y="5915"/>
                  </a:lnTo>
                  <a:cubicBezTo>
                    <a:pt x="1" y="6106"/>
                    <a:pt x="164" y="6269"/>
                    <a:pt x="365" y="6269"/>
                  </a:cubicBezTo>
                  <a:lnTo>
                    <a:pt x="6960" y="6269"/>
                  </a:lnTo>
                  <a:cubicBezTo>
                    <a:pt x="7161" y="6269"/>
                    <a:pt x="7324" y="6106"/>
                    <a:pt x="7324" y="5915"/>
                  </a:cubicBezTo>
                  <a:lnTo>
                    <a:pt x="7324" y="365"/>
                  </a:lnTo>
                  <a:cubicBezTo>
                    <a:pt x="7324" y="163"/>
                    <a:pt x="7161" y="0"/>
                    <a:pt x="6960" y="0"/>
                  </a:cubicBezTo>
                  <a:close/>
                </a:path>
              </a:pathLst>
            </a:custGeom>
            <a:solidFill>
              <a:srgbClr val="77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9" name="Google Shape;7079;p62"/>
            <p:cNvSpPr/>
            <p:nvPr/>
          </p:nvSpPr>
          <p:spPr>
            <a:xfrm>
              <a:off x="6892315" y="2171387"/>
              <a:ext cx="75115" cy="64321"/>
            </a:xfrm>
            <a:custGeom>
              <a:avLst/>
              <a:gdLst/>
              <a:ahLst/>
              <a:cxnLst/>
              <a:rect l="l" t="t" r="r" b="b"/>
              <a:pathLst>
                <a:path w="2867" h="2455" extrusionOk="0">
                  <a:moveTo>
                    <a:pt x="1640" y="0"/>
                  </a:moveTo>
                  <a:cubicBezTo>
                    <a:pt x="547" y="0"/>
                    <a:pt x="1" y="1323"/>
                    <a:pt x="768" y="2090"/>
                  </a:cubicBezTo>
                  <a:cubicBezTo>
                    <a:pt x="1019" y="2342"/>
                    <a:pt x="1329" y="2455"/>
                    <a:pt x="1632" y="2455"/>
                  </a:cubicBezTo>
                  <a:cubicBezTo>
                    <a:pt x="2263" y="2455"/>
                    <a:pt x="2867" y="1966"/>
                    <a:pt x="2867" y="1227"/>
                  </a:cubicBezTo>
                  <a:cubicBezTo>
                    <a:pt x="2857" y="547"/>
                    <a:pt x="2311" y="0"/>
                    <a:pt x="1640"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0" name="Google Shape;7080;p62"/>
            <p:cNvSpPr/>
            <p:nvPr/>
          </p:nvSpPr>
          <p:spPr>
            <a:xfrm>
              <a:off x="6925485" y="2171387"/>
              <a:ext cx="44461" cy="64111"/>
            </a:xfrm>
            <a:custGeom>
              <a:avLst/>
              <a:gdLst/>
              <a:ahLst/>
              <a:cxnLst/>
              <a:rect l="l" t="t" r="r" b="b"/>
              <a:pathLst>
                <a:path w="1697" h="2447" extrusionOk="0">
                  <a:moveTo>
                    <a:pt x="374" y="0"/>
                  </a:moveTo>
                  <a:cubicBezTo>
                    <a:pt x="240" y="0"/>
                    <a:pt x="115" y="20"/>
                    <a:pt x="0" y="58"/>
                  </a:cubicBezTo>
                  <a:cubicBezTo>
                    <a:pt x="1131" y="422"/>
                    <a:pt x="1131" y="2023"/>
                    <a:pt x="0" y="2387"/>
                  </a:cubicBezTo>
                  <a:cubicBezTo>
                    <a:pt x="125" y="2428"/>
                    <a:pt x="251" y="2447"/>
                    <a:pt x="375" y="2447"/>
                  </a:cubicBezTo>
                  <a:cubicBezTo>
                    <a:pt x="956" y="2447"/>
                    <a:pt x="1487" y="2026"/>
                    <a:pt x="1582" y="1410"/>
                  </a:cubicBezTo>
                  <a:cubicBezTo>
                    <a:pt x="1697" y="671"/>
                    <a:pt x="1122" y="0"/>
                    <a:pt x="374"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1" name="Google Shape;7081;p62"/>
            <p:cNvSpPr/>
            <p:nvPr/>
          </p:nvSpPr>
          <p:spPr>
            <a:xfrm>
              <a:off x="6889302" y="2064151"/>
              <a:ext cx="40715" cy="19624"/>
            </a:xfrm>
            <a:custGeom>
              <a:avLst/>
              <a:gdLst/>
              <a:ahLst/>
              <a:cxnLst/>
              <a:rect l="l" t="t" r="r" b="b"/>
              <a:pathLst>
                <a:path w="1554" h="749" extrusionOk="0">
                  <a:moveTo>
                    <a:pt x="317" y="1"/>
                  </a:moveTo>
                  <a:cubicBezTo>
                    <a:pt x="145" y="1"/>
                    <a:pt x="1" y="144"/>
                    <a:pt x="1" y="317"/>
                  </a:cubicBezTo>
                  <a:lnTo>
                    <a:pt x="1" y="422"/>
                  </a:lnTo>
                  <a:cubicBezTo>
                    <a:pt x="1" y="604"/>
                    <a:pt x="145" y="748"/>
                    <a:pt x="317" y="748"/>
                  </a:cubicBezTo>
                  <a:lnTo>
                    <a:pt x="1228" y="748"/>
                  </a:lnTo>
                  <a:cubicBezTo>
                    <a:pt x="1410" y="748"/>
                    <a:pt x="1554" y="595"/>
                    <a:pt x="1554" y="422"/>
                  </a:cubicBezTo>
                  <a:lnTo>
                    <a:pt x="1554" y="317"/>
                  </a:lnTo>
                  <a:cubicBezTo>
                    <a:pt x="1554" y="144"/>
                    <a:pt x="1410" y="1"/>
                    <a:pt x="1228"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2" name="Google Shape;7082;p62"/>
            <p:cNvSpPr/>
            <p:nvPr/>
          </p:nvSpPr>
          <p:spPr>
            <a:xfrm>
              <a:off x="6908402" y="2063889"/>
              <a:ext cx="21615" cy="19886"/>
            </a:xfrm>
            <a:custGeom>
              <a:avLst/>
              <a:gdLst/>
              <a:ahLst/>
              <a:cxnLst/>
              <a:rect l="l" t="t" r="r" b="b"/>
              <a:pathLst>
                <a:path w="825" h="759" extrusionOk="0">
                  <a:moveTo>
                    <a:pt x="0" y="1"/>
                  </a:moveTo>
                  <a:cubicBezTo>
                    <a:pt x="192" y="1"/>
                    <a:pt x="336" y="154"/>
                    <a:pt x="336" y="336"/>
                  </a:cubicBezTo>
                  <a:lnTo>
                    <a:pt x="336" y="423"/>
                  </a:lnTo>
                  <a:cubicBezTo>
                    <a:pt x="336" y="605"/>
                    <a:pt x="192" y="758"/>
                    <a:pt x="0" y="758"/>
                  </a:cubicBezTo>
                  <a:lnTo>
                    <a:pt x="489" y="758"/>
                  </a:lnTo>
                  <a:cubicBezTo>
                    <a:pt x="671" y="758"/>
                    <a:pt x="825" y="605"/>
                    <a:pt x="825" y="423"/>
                  </a:cubicBezTo>
                  <a:lnTo>
                    <a:pt x="825" y="336"/>
                  </a:lnTo>
                  <a:cubicBezTo>
                    <a:pt x="825" y="154"/>
                    <a:pt x="671" y="1"/>
                    <a:pt x="489"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3" name="Google Shape;7083;p62"/>
            <p:cNvSpPr/>
            <p:nvPr/>
          </p:nvSpPr>
          <p:spPr>
            <a:xfrm>
              <a:off x="6889302" y="2099049"/>
              <a:ext cx="40715" cy="19624"/>
            </a:xfrm>
            <a:custGeom>
              <a:avLst/>
              <a:gdLst/>
              <a:ahLst/>
              <a:cxnLst/>
              <a:rect l="l" t="t" r="r" b="b"/>
              <a:pathLst>
                <a:path w="1554" h="749" extrusionOk="0">
                  <a:moveTo>
                    <a:pt x="317" y="1"/>
                  </a:moveTo>
                  <a:cubicBezTo>
                    <a:pt x="145" y="1"/>
                    <a:pt x="1" y="145"/>
                    <a:pt x="1" y="317"/>
                  </a:cubicBezTo>
                  <a:lnTo>
                    <a:pt x="1" y="423"/>
                  </a:lnTo>
                  <a:cubicBezTo>
                    <a:pt x="1" y="605"/>
                    <a:pt x="145" y="749"/>
                    <a:pt x="317" y="749"/>
                  </a:cubicBezTo>
                  <a:lnTo>
                    <a:pt x="1228" y="749"/>
                  </a:lnTo>
                  <a:cubicBezTo>
                    <a:pt x="1410" y="749"/>
                    <a:pt x="1554" y="605"/>
                    <a:pt x="1554" y="423"/>
                  </a:cubicBezTo>
                  <a:lnTo>
                    <a:pt x="1554" y="317"/>
                  </a:lnTo>
                  <a:cubicBezTo>
                    <a:pt x="1554" y="145"/>
                    <a:pt x="1410" y="1"/>
                    <a:pt x="1228"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4" name="Google Shape;7084;p62"/>
            <p:cNvSpPr/>
            <p:nvPr/>
          </p:nvSpPr>
          <p:spPr>
            <a:xfrm>
              <a:off x="6889302" y="2133974"/>
              <a:ext cx="40715" cy="19598"/>
            </a:xfrm>
            <a:custGeom>
              <a:avLst/>
              <a:gdLst/>
              <a:ahLst/>
              <a:cxnLst/>
              <a:rect l="l" t="t" r="r" b="b"/>
              <a:pathLst>
                <a:path w="1554" h="748" extrusionOk="0">
                  <a:moveTo>
                    <a:pt x="317" y="0"/>
                  </a:moveTo>
                  <a:cubicBezTo>
                    <a:pt x="145" y="0"/>
                    <a:pt x="1" y="144"/>
                    <a:pt x="1" y="326"/>
                  </a:cubicBezTo>
                  <a:lnTo>
                    <a:pt x="1" y="422"/>
                  </a:lnTo>
                  <a:cubicBezTo>
                    <a:pt x="1" y="604"/>
                    <a:pt x="145" y="748"/>
                    <a:pt x="317" y="748"/>
                  </a:cubicBezTo>
                  <a:lnTo>
                    <a:pt x="1228" y="748"/>
                  </a:lnTo>
                  <a:cubicBezTo>
                    <a:pt x="1410" y="748"/>
                    <a:pt x="1554" y="604"/>
                    <a:pt x="1554" y="422"/>
                  </a:cubicBezTo>
                  <a:lnTo>
                    <a:pt x="1554" y="326"/>
                  </a:lnTo>
                  <a:cubicBezTo>
                    <a:pt x="1554" y="144"/>
                    <a:pt x="1410" y="0"/>
                    <a:pt x="1228"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5" name="Google Shape;7085;p62"/>
            <p:cNvSpPr/>
            <p:nvPr/>
          </p:nvSpPr>
          <p:spPr>
            <a:xfrm>
              <a:off x="6908402" y="2099049"/>
              <a:ext cx="21615" cy="19624"/>
            </a:xfrm>
            <a:custGeom>
              <a:avLst/>
              <a:gdLst/>
              <a:ahLst/>
              <a:cxnLst/>
              <a:rect l="l" t="t" r="r" b="b"/>
              <a:pathLst>
                <a:path w="825" h="749" extrusionOk="0">
                  <a:moveTo>
                    <a:pt x="0" y="1"/>
                  </a:moveTo>
                  <a:cubicBezTo>
                    <a:pt x="192" y="1"/>
                    <a:pt x="336" y="145"/>
                    <a:pt x="336" y="336"/>
                  </a:cubicBezTo>
                  <a:lnTo>
                    <a:pt x="336" y="413"/>
                  </a:lnTo>
                  <a:cubicBezTo>
                    <a:pt x="336" y="595"/>
                    <a:pt x="192" y="749"/>
                    <a:pt x="0" y="749"/>
                  </a:cubicBezTo>
                  <a:lnTo>
                    <a:pt x="489" y="749"/>
                  </a:lnTo>
                  <a:cubicBezTo>
                    <a:pt x="671" y="749"/>
                    <a:pt x="825" y="605"/>
                    <a:pt x="825" y="413"/>
                  </a:cubicBezTo>
                  <a:lnTo>
                    <a:pt x="825" y="336"/>
                  </a:lnTo>
                  <a:cubicBezTo>
                    <a:pt x="825" y="145"/>
                    <a:pt x="671" y="1"/>
                    <a:pt x="489"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6" name="Google Shape;7086;p62"/>
            <p:cNvSpPr/>
            <p:nvPr/>
          </p:nvSpPr>
          <p:spPr>
            <a:xfrm>
              <a:off x="6908402" y="2133974"/>
              <a:ext cx="21615" cy="19598"/>
            </a:xfrm>
            <a:custGeom>
              <a:avLst/>
              <a:gdLst/>
              <a:ahLst/>
              <a:cxnLst/>
              <a:rect l="l" t="t" r="r" b="b"/>
              <a:pathLst>
                <a:path w="825" h="748" extrusionOk="0">
                  <a:moveTo>
                    <a:pt x="0" y="0"/>
                  </a:moveTo>
                  <a:cubicBezTo>
                    <a:pt x="192" y="0"/>
                    <a:pt x="336" y="144"/>
                    <a:pt x="336" y="326"/>
                  </a:cubicBezTo>
                  <a:lnTo>
                    <a:pt x="336" y="412"/>
                  </a:lnTo>
                  <a:cubicBezTo>
                    <a:pt x="336" y="595"/>
                    <a:pt x="192" y="748"/>
                    <a:pt x="0" y="748"/>
                  </a:cubicBezTo>
                  <a:lnTo>
                    <a:pt x="489" y="748"/>
                  </a:lnTo>
                  <a:cubicBezTo>
                    <a:pt x="671" y="748"/>
                    <a:pt x="825" y="595"/>
                    <a:pt x="825" y="412"/>
                  </a:cubicBezTo>
                  <a:lnTo>
                    <a:pt x="825" y="326"/>
                  </a:lnTo>
                  <a:cubicBezTo>
                    <a:pt x="825" y="144"/>
                    <a:pt x="671" y="0"/>
                    <a:pt x="489"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7" name="Google Shape;7087;p62"/>
            <p:cNvSpPr/>
            <p:nvPr/>
          </p:nvSpPr>
          <p:spPr>
            <a:xfrm>
              <a:off x="6947833" y="2064151"/>
              <a:ext cx="33405" cy="89421"/>
            </a:xfrm>
            <a:custGeom>
              <a:avLst/>
              <a:gdLst/>
              <a:ahLst/>
              <a:cxnLst/>
              <a:rect l="l" t="t" r="r" b="b"/>
              <a:pathLst>
                <a:path w="1275" h="3413" extrusionOk="0">
                  <a:moveTo>
                    <a:pt x="297" y="1"/>
                  </a:moveTo>
                  <a:cubicBezTo>
                    <a:pt x="134" y="1"/>
                    <a:pt x="0" y="135"/>
                    <a:pt x="0" y="298"/>
                  </a:cubicBezTo>
                  <a:lnTo>
                    <a:pt x="0" y="3116"/>
                  </a:lnTo>
                  <a:cubicBezTo>
                    <a:pt x="0" y="3279"/>
                    <a:pt x="134" y="3413"/>
                    <a:pt x="297" y="3413"/>
                  </a:cubicBezTo>
                  <a:lnTo>
                    <a:pt x="978" y="3413"/>
                  </a:lnTo>
                  <a:cubicBezTo>
                    <a:pt x="1141" y="3413"/>
                    <a:pt x="1275" y="3279"/>
                    <a:pt x="1275" y="3116"/>
                  </a:cubicBezTo>
                  <a:lnTo>
                    <a:pt x="1275" y="298"/>
                  </a:lnTo>
                  <a:cubicBezTo>
                    <a:pt x="1275" y="135"/>
                    <a:pt x="1141" y="1"/>
                    <a:pt x="978"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8" name="Google Shape;7088;p62"/>
            <p:cNvSpPr/>
            <p:nvPr/>
          </p:nvSpPr>
          <p:spPr>
            <a:xfrm>
              <a:off x="6960645" y="2063889"/>
              <a:ext cx="20593" cy="89683"/>
            </a:xfrm>
            <a:custGeom>
              <a:avLst/>
              <a:gdLst/>
              <a:ahLst/>
              <a:cxnLst/>
              <a:rect l="l" t="t" r="r" b="b"/>
              <a:pathLst>
                <a:path w="786" h="3423" extrusionOk="0">
                  <a:moveTo>
                    <a:pt x="0" y="1"/>
                  </a:moveTo>
                  <a:cubicBezTo>
                    <a:pt x="173" y="1"/>
                    <a:pt x="307" y="145"/>
                    <a:pt x="307" y="317"/>
                  </a:cubicBezTo>
                  <a:lnTo>
                    <a:pt x="307" y="3116"/>
                  </a:lnTo>
                  <a:cubicBezTo>
                    <a:pt x="307" y="3279"/>
                    <a:pt x="173" y="3423"/>
                    <a:pt x="0" y="3423"/>
                  </a:cubicBezTo>
                  <a:lnTo>
                    <a:pt x="479" y="3423"/>
                  </a:lnTo>
                  <a:cubicBezTo>
                    <a:pt x="652" y="3423"/>
                    <a:pt x="786" y="3279"/>
                    <a:pt x="786" y="3116"/>
                  </a:cubicBezTo>
                  <a:lnTo>
                    <a:pt x="786" y="317"/>
                  </a:lnTo>
                  <a:cubicBezTo>
                    <a:pt x="786" y="145"/>
                    <a:pt x="642" y="1"/>
                    <a:pt x="479"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89" name="Google Shape;7089;p62"/>
            <p:cNvSpPr/>
            <p:nvPr/>
          </p:nvSpPr>
          <p:spPr>
            <a:xfrm>
              <a:off x="6816728" y="2076203"/>
              <a:ext cx="31676" cy="11083"/>
            </a:xfrm>
            <a:custGeom>
              <a:avLst/>
              <a:gdLst/>
              <a:ahLst/>
              <a:cxnLst/>
              <a:rect l="l" t="t" r="r" b="b"/>
              <a:pathLst>
                <a:path w="1209" h="423" extrusionOk="0">
                  <a:moveTo>
                    <a:pt x="211" y="1"/>
                  </a:moveTo>
                  <a:cubicBezTo>
                    <a:pt x="96" y="1"/>
                    <a:pt x="1" y="96"/>
                    <a:pt x="1" y="212"/>
                  </a:cubicBezTo>
                  <a:cubicBezTo>
                    <a:pt x="1" y="327"/>
                    <a:pt x="96" y="422"/>
                    <a:pt x="211" y="422"/>
                  </a:cubicBezTo>
                  <a:lnTo>
                    <a:pt x="930" y="422"/>
                  </a:lnTo>
                  <a:cubicBezTo>
                    <a:pt x="1208" y="422"/>
                    <a:pt x="1208" y="1"/>
                    <a:pt x="9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0" name="Google Shape;7090;p62"/>
            <p:cNvSpPr/>
            <p:nvPr/>
          </p:nvSpPr>
          <p:spPr>
            <a:xfrm>
              <a:off x="6677842" y="2076203"/>
              <a:ext cx="15353" cy="11083"/>
            </a:xfrm>
            <a:custGeom>
              <a:avLst/>
              <a:gdLst/>
              <a:ahLst/>
              <a:cxnLst/>
              <a:rect l="l" t="t" r="r" b="b"/>
              <a:pathLst>
                <a:path w="586" h="423" extrusionOk="0">
                  <a:moveTo>
                    <a:pt x="288" y="1"/>
                  </a:moveTo>
                  <a:cubicBezTo>
                    <a:pt x="1" y="1"/>
                    <a:pt x="1" y="422"/>
                    <a:pt x="288" y="422"/>
                  </a:cubicBezTo>
                  <a:lnTo>
                    <a:pt x="308" y="422"/>
                  </a:lnTo>
                  <a:cubicBezTo>
                    <a:pt x="586" y="422"/>
                    <a:pt x="586" y="1"/>
                    <a:pt x="30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1" name="Google Shape;7091;p62"/>
            <p:cNvSpPr/>
            <p:nvPr/>
          </p:nvSpPr>
          <p:spPr>
            <a:xfrm>
              <a:off x="6685126" y="2100569"/>
              <a:ext cx="155995" cy="90678"/>
            </a:xfrm>
            <a:custGeom>
              <a:avLst/>
              <a:gdLst/>
              <a:ahLst/>
              <a:cxnLst/>
              <a:rect l="l" t="t" r="r" b="b"/>
              <a:pathLst>
                <a:path w="5954" h="3461" extrusionOk="0">
                  <a:moveTo>
                    <a:pt x="2627" y="0"/>
                  </a:moveTo>
                  <a:cubicBezTo>
                    <a:pt x="2531" y="0"/>
                    <a:pt x="2445" y="68"/>
                    <a:pt x="2416" y="163"/>
                  </a:cubicBezTo>
                  <a:lnTo>
                    <a:pt x="1947" y="2445"/>
                  </a:lnTo>
                  <a:lnTo>
                    <a:pt x="1535" y="1160"/>
                  </a:lnTo>
                  <a:cubicBezTo>
                    <a:pt x="1505" y="1065"/>
                    <a:pt x="1423" y="1017"/>
                    <a:pt x="1339" y="1017"/>
                  </a:cubicBezTo>
                  <a:cubicBezTo>
                    <a:pt x="1262" y="1017"/>
                    <a:pt x="1183" y="1058"/>
                    <a:pt x="1141" y="1141"/>
                  </a:cubicBezTo>
                  <a:lnTo>
                    <a:pt x="624" y="2263"/>
                  </a:lnTo>
                  <a:lnTo>
                    <a:pt x="212" y="2263"/>
                  </a:lnTo>
                  <a:cubicBezTo>
                    <a:pt x="97" y="2263"/>
                    <a:pt x="1" y="2358"/>
                    <a:pt x="1" y="2473"/>
                  </a:cubicBezTo>
                  <a:cubicBezTo>
                    <a:pt x="1" y="2588"/>
                    <a:pt x="97" y="2684"/>
                    <a:pt x="212" y="2684"/>
                  </a:cubicBezTo>
                  <a:lnTo>
                    <a:pt x="758" y="2684"/>
                  </a:lnTo>
                  <a:cubicBezTo>
                    <a:pt x="844" y="2684"/>
                    <a:pt x="921" y="2636"/>
                    <a:pt x="950" y="2560"/>
                  </a:cubicBezTo>
                  <a:lnTo>
                    <a:pt x="1304" y="1802"/>
                  </a:lnTo>
                  <a:lnTo>
                    <a:pt x="1793" y="3317"/>
                  </a:lnTo>
                  <a:cubicBezTo>
                    <a:pt x="1822" y="3403"/>
                    <a:pt x="1908" y="3461"/>
                    <a:pt x="1995" y="3461"/>
                  </a:cubicBezTo>
                  <a:lnTo>
                    <a:pt x="2004" y="3461"/>
                  </a:lnTo>
                  <a:cubicBezTo>
                    <a:pt x="2100" y="3461"/>
                    <a:pt x="2177" y="3394"/>
                    <a:pt x="2196" y="3298"/>
                  </a:cubicBezTo>
                  <a:lnTo>
                    <a:pt x="2598" y="1362"/>
                  </a:lnTo>
                  <a:lnTo>
                    <a:pt x="2761" y="2378"/>
                  </a:lnTo>
                  <a:cubicBezTo>
                    <a:pt x="2781" y="2473"/>
                    <a:pt x="2867" y="2550"/>
                    <a:pt x="2972" y="2550"/>
                  </a:cubicBezTo>
                  <a:lnTo>
                    <a:pt x="3777" y="2550"/>
                  </a:lnTo>
                  <a:cubicBezTo>
                    <a:pt x="3873" y="2550"/>
                    <a:pt x="3960" y="2473"/>
                    <a:pt x="3979" y="2378"/>
                  </a:cubicBezTo>
                  <a:lnTo>
                    <a:pt x="4075" y="1850"/>
                  </a:lnTo>
                  <a:lnTo>
                    <a:pt x="4333" y="3020"/>
                  </a:lnTo>
                  <a:cubicBezTo>
                    <a:pt x="4353" y="3106"/>
                    <a:pt x="4429" y="3173"/>
                    <a:pt x="4516" y="3183"/>
                  </a:cubicBezTo>
                  <a:cubicBezTo>
                    <a:pt x="4523" y="3184"/>
                    <a:pt x="4530" y="3184"/>
                    <a:pt x="4537" y="3184"/>
                  </a:cubicBezTo>
                  <a:cubicBezTo>
                    <a:pt x="4616" y="3184"/>
                    <a:pt x="4691" y="3137"/>
                    <a:pt x="4726" y="3058"/>
                  </a:cubicBezTo>
                  <a:lnTo>
                    <a:pt x="4985" y="2512"/>
                  </a:lnTo>
                  <a:lnTo>
                    <a:pt x="5666" y="2512"/>
                  </a:lnTo>
                  <a:cubicBezTo>
                    <a:pt x="5953" y="2512"/>
                    <a:pt x="5953" y="2090"/>
                    <a:pt x="5666" y="2090"/>
                  </a:cubicBezTo>
                  <a:lnTo>
                    <a:pt x="4861" y="2090"/>
                  </a:lnTo>
                  <a:cubicBezTo>
                    <a:pt x="4774" y="2090"/>
                    <a:pt x="4698" y="2138"/>
                    <a:pt x="4669" y="2215"/>
                  </a:cubicBezTo>
                  <a:lnTo>
                    <a:pt x="4611" y="2330"/>
                  </a:lnTo>
                  <a:lnTo>
                    <a:pt x="4257" y="748"/>
                  </a:lnTo>
                  <a:cubicBezTo>
                    <a:pt x="4233" y="640"/>
                    <a:pt x="4146" y="587"/>
                    <a:pt x="4058" y="587"/>
                  </a:cubicBezTo>
                  <a:cubicBezTo>
                    <a:pt x="3966" y="587"/>
                    <a:pt x="3874" y="645"/>
                    <a:pt x="3854" y="758"/>
                  </a:cubicBezTo>
                  <a:lnTo>
                    <a:pt x="3595" y="2128"/>
                  </a:lnTo>
                  <a:lnTo>
                    <a:pt x="3145" y="2128"/>
                  </a:lnTo>
                  <a:lnTo>
                    <a:pt x="2829" y="173"/>
                  </a:lnTo>
                  <a:cubicBezTo>
                    <a:pt x="2819" y="77"/>
                    <a:pt x="2733" y="0"/>
                    <a:pt x="26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92" name="Google Shape;7092;p62"/>
          <p:cNvGrpSpPr/>
          <p:nvPr/>
        </p:nvGrpSpPr>
        <p:grpSpPr>
          <a:xfrm>
            <a:off x="6198368" y="1806102"/>
            <a:ext cx="362425" cy="335884"/>
            <a:chOff x="6202443" y="1986677"/>
            <a:chExt cx="362425" cy="335884"/>
          </a:xfrm>
        </p:grpSpPr>
        <p:sp>
          <p:nvSpPr>
            <p:cNvPr id="7093" name="Google Shape;7093;p62"/>
            <p:cNvSpPr/>
            <p:nvPr/>
          </p:nvSpPr>
          <p:spPr>
            <a:xfrm>
              <a:off x="6202705" y="2077460"/>
              <a:ext cx="202945" cy="244891"/>
            </a:xfrm>
            <a:custGeom>
              <a:avLst/>
              <a:gdLst/>
              <a:ahLst/>
              <a:cxnLst/>
              <a:rect l="l" t="t" r="r" b="b"/>
              <a:pathLst>
                <a:path w="7746" h="9347" extrusionOk="0">
                  <a:moveTo>
                    <a:pt x="892" y="1"/>
                  </a:moveTo>
                  <a:cubicBezTo>
                    <a:pt x="403" y="1"/>
                    <a:pt x="0" y="403"/>
                    <a:pt x="0" y="902"/>
                  </a:cubicBezTo>
                  <a:lnTo>
                    <a:pt x="0" y="8455"/>
                  </a:lnTo>
                  <a:cubicBezTo>
                    <a:pt x="0" y="8944"/>
                    <a:pt x="403" y="9346"/>
                    <a:pt x="892" y="9346"/>
                  </a:cubicBezTo>
                  <a:lnTo>
                    <a:pt x="6854" y="9346"/>
                  </a:lnTo>
                  <a:cubicBezTo>
                    <a:pt x="7256" y="9346"/>
                    <a:pt x="7621" y="9068"/>
                    <a:pt x="7726" y="8675"/>
                  </a:cubicBezTo>
                  <a:cubicBezTo>
                    <a:pt x="6432" y="7554"/>
                    <a:pt x="6442" y="5541"/>
                    <a:pt x="7745" y="4439"/>
                  </a:cubicBezTo>
                  <a:lnTo>
                    <a:pt x="7745" y="902"/>
                  </a:lnTo>
                  <a:cubicBezTo>
                    <a:pt x="7745" y="403"/>
                    <a:pt x="7343" y="1"/>
                    <a:pt x="6854"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4" name="Google Shape;7094;p62"/>
            <p:cNvSpPr/>
            <p:nvPr/>
          </p:nvSpPr>
          <p:spPr>
            <a:xfrm>
              <a:off x="6202443" y="2077460"/>
              <a:ext cx="202185" cy="244891"/>
            </a:xfrm>
            <a:custGeom>
              <a:avLst/>
              <a:gdLst/>
              <a:ahLst/>
              <a:cxnLst/>
              <a:rect l="l" t="t" r="r" b="b"/>
              <a:pathLst>
                <a:path w="7717" h="9347" extrusionOk="0">
                  <a:moveTo>
                    <a:pt x="6193" y="1"/>
                  </a:moveTo>
                  <a:cubicBezTo>
                    <a:pt x="6682" y="1"/>
                    <a:pt x="7084" y="403"/>
                    <a:pt x="7084" y="902"/>
                  </a:cubicBezTo>
                  <a:lnTo>
                    <a:pt x="7084" y="3988"/>
                  </a:lnTo>
                  <a:cubicBezTo>
                    <a:pt x="7084" y="4122"/>
                    <a:pt x="7036" y="4256"/>
                    <a:pt x="6941" y="4362"/>
                  </a:cubicBezTo>
                  <a:cubicBezTo>
                    <a:pt x="6663" y="4697"/>
                    <a:pt x="6452" y="5071"/>
                    <a:pt x="6317" y="5474"/>
                  </a:cubicBezTo>
                  <a:cubicBezTo>
                    <a:pt x="6174" y="5819"/>
                    <a:pt x="6097" y="6193"/>
                    <a:pt x="6097" y="6567"/>
                  </a:cubicBezTo>
                  <a:cubicBezTo>
                    <a:pt x="6097" y="6940"/>
                    <a:pt x="6174" y="7314"/>
                    <a:pt x="6317" y="7659"/>
                  </a:cubicBezTo>
                  <a:cubicBezTo>
                    <a:pt x="6317" y="7659"/>
                    <a:pt x="6317" y="7659"/>
                    <a:pt x="6317" y="7669"/>
                  </a:cubicBezTo>
                  <a:cubicBezTo>
                    <a:pt x="6442" y="8052"/>
                    <a:pt x="6164" y="8445"/>
                    <a:pt x="5762" y="8455"/>
                  </a:cubicBezTo>
                  <a:lnTo>
                    <a:pt x="892" y="8455"/>
                  </a:lnTo>
                  <a:cubicBezTo>
                    <a:pt x="403" y="8455"/>
                    <a:pt x="1" y="8052"/>
                    <a:pt x="1" y="7554"/>
                  </a:cubicBezTo>
                  <a:lnTo>
                    <a:pt x="1" y="8445"/>
                  </a:lnTo>
                  <a:cubicBezTo>
                    <a:pt x="1" y="8944"/>
                    <a:pt x="403" y="9346"/>
                    <a:pt x="892" y="9346"/>
                  </a:cubicBezTo>
                  <a:lnTo>
                    <a:pt x="6854" y="9346"/>
                  </a:lnTo>
                  <a:cubicBezTo>
                    <a:pt x="7132" y="9346"/>
                    <a:pt x="7401" y="9212"/>
                    <a:pt x="7573" y="8992"/>
                  </a:cubicBezTo>
                  <a:cubicBezTo>
                    <a:pt x="7573" y="8982"/>
                    <a:pt x="7583" y="8972"/>
                    <a:pt x="7592" y="8963"/>
                  </a:cubicBezTo>
                  <a:cubicBezTo>
                    <a:pt x="7592" y="8953"/>
                    <a:pt x="7602" y="8944"/>
                    <a:pt x="7612" y="8934"/>
                  </a:cubicBezTo>
                  <a:lnTo>
                    <a:pt x="7612" y="8925"/>
                  </a:lnTo>
                  <a:cubicBezTo>
                    <a:pt x="7612" y="8915"/>
                    <a:pt x="7612" y="8905"/>
                    <a:pt x="7621" y="8905"/>
                  </a:cubicBezTo>
                  <a:cubicBezTo>
                    <a:pt x="7631" y="8896"/>
                    <a:pt x="7621" y="8905"/>
                    <a:pt x="7621" y="8886"/>
                  </a:cubicBezTo>
                  <a:cubicBezTo>
                    <a:pt x="7621" y="8886"/>
                    <a:pt x="7631" y="8877"/>
                    <a:pt x="7631" y="8867"/>
                  </a:cubicBezTo>
                  <a:lnTo>
                    <a:pt x="7631" y="8857"/>
                  </a:lnTo>
                  <a:cubicBezTo>
                    <a:pt x="7640" y="8848"/>
                    <a:pt x="7640" y="8838"/>
                    <a:pt x="7650" y="8838"/>
                  </a:cubicBezTo>
                  <a:lnTo>
                    <a:pt x="7650" y="8819"/>
                  </a:lnTo>
                  <a:cubicBezTo>
                    <a:pt x="7650" y="8819"/>
                    <a:pt x="7650" y="8809"/>
                    <a:pt x="7650" y="8800"/>
                  </a:cubicBezTo>
                  <a:lnTo>
                    <a:pt x="7650" y="8790"/>
                  </a:lnTo>
                  <a:cubicBezTo>
                    <a:pt x="7650" y="8781"/>
                    <a:pt x="7650" y="8771"/>
                    <a:pt x="7659" y="8762"/>
                  </a:cubicBezTo>
                  <a:cubicBezTo>
                    <a:pt x="7669" y="8762"/>
                    <a:pt x="7659" y="8752"/>
                    <a:pt x="7659" y="8752"/>
                  </a:cubicBezTo>
                  <a:lnTo>
                    <a:pt x="7669" y="8723"/>
                  </a:lnTo>
                  <a:lnTo>
                    <a:pt x="7669" y="8714"/>
                  </a:lnTo>
                  <a:cubicBezTo>
                    <a:pt x="7669" y="8694"/>
                    <a:pt x="7679" y="8685"/>
                    <a:pt x="7679" y="8675"/>
                  </a:cubicBezTo>
                  <a:cubicBezTo>
                    <a:pt x="7650" y="8647"/>
                    <a:pt x="7621" y="8618"/>
                    <a:pt x="7592" y="8589"/>
                  </a:cubicBezTo>
                  <a:lnTo>
                    <a:pt x="7583" y="8589"/>
                  </a:lnTo>
                  <a:cubicBezTo>
                    <a:pt x="7554" y="8560"/>
                    <a:pt x="7525" y="8532"/>
                    <a:pt x="7496" y="8503"/>
                  </a:cubicBezTo>
                  <a:lnTo>
                    <a:pt x="7487" y="8493"/>
                  </a:lnTo>
                  <a:cubicBezTo>
                    <a:pt x="7458" y="8464"/>
                    <a:pt x="7429" y="8436"/>
                    <a:pt x="7410" y="8407"/>
                  </a:cubicBezTo>
                  <a:lnTo>
                    <a:pt x="7410" y="8397"/>
                  </a:lnTo>
                  <a:cubicBezTo>
                    <a:pt x="7381" y="8359"/>
                    <a:pt x="7353" y="8330"/>
                    <a:pt x="7334" y="8301"/>
                  </a:cubicBezTo>
                  <a:cubicBezTo>
                    <a:pt x="6394" y="7122"/>
                    <a:pt x="6567" y="5416"/>
                    <a:pt x="7717" y="4439"/>
                  </a:cubicBezTo>
                  <a:lnTo>
                    <a:pt x="7717" y="902"/>
                  </a:lnTo>
                  <a:cubicBezTo>
                    <a:pt x="7717" y="422"/>
                    <a:pt x="7343" y="29"/>
                    <a:pt x="6864" y="1"/>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5" name="Google Shape;7095;p62"/>
            <p:cNvSpPr/>
            <p:nvPr/>
          </p:nvSpPr>
          <p:spPr>
            <a:xfrm>
              <a:off x="6248398" y="2055610"/>
              <a:ext cx="111298" cy="22139"/>
            </a:xfrm>
            <a:custGeom>
              <a:avLst/>
              <a:gdLst/>
              <a:ahLst/>
              <a:cxnLst/>
              <a:rect l="l" t="t" r="r" b="b"/>
              <a:pathLst>
                <a:path w="4248" h="845" extrusionOk="0">
                  <a:moveTo>
                    <a:pt x="1" y="1"/>
                  </a:moveTo>
                  <a:lnTo>
                    <a:pt x="1" y="844"/>
                  </a:lnTo>
                  <a:lnTo>
                    <a:pt x="4247" y="844"/>
                  </a:lnTo>
                  <a:lnTo>
                    <a:pt x="4247" y="1"/>
                  </a:ln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6" name="Google Shape;7096;p62"/>
            <p:cNvSpPr/>
            <p:nvPr/>
          </p:nvSpPr>
          <p:spPr>
            <a:xfrm>
              <a:off x="6331295" y="2055610"/>
              <a:ext cx="28401" cy="22139"/>
            </a:xfrm>
            <a:custGeom>
              <a:avLst/>
              <a:gdLst/>
              <a:ahLst/>
              <a:cxnLst/>
              <a:rect l="l" t="t" r="r" b="b"/>
              <a:pathLst>
                <a:path w="1084" h="845" extrusionOk="0">
                  <a:moveTo>
                    <a:pt x="0" y="1"/>
                  </a:moveTo>
                  <a:lnTo>
                    <a:pt x="0" y="844"/>
                  </a:lnTo>
                  <a:lnTo>
                    <a:pt x="1083" y="844"/>
                  </a:lnTo>
                  <a:lnTo>
                    <a:pt x="1083" y="1"/>
                  </a:ln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7" name="Google Shape;7097;p62"/>
            <p:cNvSpPr/>
            <p:nvPr/>
          </p:nvSpPr>
          <p:spPr>
            <a:xfrm>
              <a:off x="6225290" y="1992834"/>
              <a:ext cx="157514" cy="62801"/>
            </a:xfrm>
            <a:custGeom>
              <a:avLst/>
              <a:gdLst/>
              <a:ahLst/>
              <a:cxnLst/>
              <a:rect l="l" t="t" r="r" b="b"/>
              <a:pathLst>
                <a:path w="6012" h="2397" extrusionOk="0">
                  <a:moveTo>
                    <a:pt x="336" y="0"/>
                  </a:moveTo>
                  <a:cubicBezTo>
                    <a:pt x="154" y="0"/>
                    <a:pt x="1" y="144"/>
                    <a:pt x="1" y="336"/>
                  </a:cubicBezTo>
                  <a:lnTo>
                    <a:pt x="1" y="1198"/>
                  </a:lnTo>
                  <a:lnTo>
                    <a:pt x="1" y="2061"/>
                  </a:lnTo>
                  <a:cubicBezTo>
                    <a:pt x="1" y="2243"/>
                    <a:pt x="154" y="2397"/>
                    <a:pt x="346" y="2397"/>
                  </a:cubicBezTo>
                  <a:lnTo>
                    <a:pt x="5676" y="2397"/>
                  </a:lnTo>
                  <a:cubicBezTo>
                    <a:pt x="5858" y="2397"/>
                    <a:pt x="6011" y="2243"/>
                    <a:pt x="6011" y="2061"/>
                  </a:cubicBezTo>
                  <a:lnTo>
                    <a:pt x="6011" y="336"/>
                  </a:lnTo>
                  <a:cubicBezTo>
                    <a:pt x="6011" y="144"/>
                    <a:pt x="5858" y="0"/>
                    <a:pt x="5676"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8" name="Google Shape;7098;p62"/>
            <p:cNvSpPr/>
            <p:nvPr/>
          </p:nvSpPr>
          <p:spPr>
            <a:xfrm>
              <a:off x="6343085" y="1992572"/>
              <a:ext cx="39719" cy="63063"/>
            </a:xfrm>
            <a:custGeom>
              <a:avLst/>
              <a:gdLst/>
              <a:ahLst/>
              <a:cxnLst/>
              <a:rect l="l" t="t" r="r" b="b"/>
              <a:pathLst>
                <a:path w="1516" h="2407" extrusionOk="0">
                  <a:moveTo>
                    <a:pt x="10" y="1"/>
                  </a:moveTo>
                  <a:lnTo>
                    <a:pt x="1" y="10"/>
                  </a:lnTo>
                  <a:lnTo>
                    <a:pt x="10" y="10"/>
                  </a:lnTo>
                  <a:lnTo>
                    <a:pt x="10" y="1"/>
                  </a:lnTo>
                  <a:close/>
                  <a:moveTo>
                    <a:pt x="10" y="10"/>
                  </a:moveTo>
                  <a:lnTo>
                    <a:pt x="10" y="2407"/>
                  </a:lnTo>
                  <a:lnTo>
                    <a:pt x="1180" y="2407"/>
                  </a:lnTo>
                  <a:cubicBezTo>
                    <a:pt x="1362" y="2407"/>
                    <a:pt x="1515" y="2263"/>
                    <a:pt x="1515" y="2071"/>
                  </a:cubicBezTo>
                  <a:lnTo>
                    <a:pt x="1515" y="346"/>
                  </a:lnTo>
                  <a:cubicBezTo>
                    <a:pt x="1515" y="154"/>
                    <a:pt x="1362" y="10"/>
                    <a:pt x="1180" y="10"/>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9" name="Google Shape;7099;p62"/>
            <p:cNvSpPr/>
            <p:nvPr/>
          </p:nvSpPr>
          <p:spPr>
            <a:xfrm>
              <a:off x="6222539" y="2138978"/>
              <a:ext cx="142685" cy="122223"/>
            </a:xfrm>
            <a:custGeom>
              <a:avLst/>
              <a:gdLst/>
              <a:ahLst/>
              <a:cxnLst/>
              <a:rect l="l" t="t" r="r" b="b"/>
              <a:pathLst>
                <a:path w="5446" h="4665" extrusionOk="0">
                  <a:moveTo>
                    <a:pt x="3116" y="1"/>
                  </a:moveTo>
                  <a:cubicBezTo>
                    <a:pt x="1045" y="1"/>
                    <a:pt x="1" y="2512"/>
                    <a:pt x="1467" y="3979"/>
                  </a:cubicBezTo>
                  <a:cubicBezTo>
                    <a:pt x="1941" y="4452"/>
                    <a:pt x="2523" y="4664"/>
                    <a:pt x="3094" y="4664"/>
                  </a:cubicBezTo>
                  <a:cubicBezTo>
                    <a:pt x="4293" y="4664"/>
                    <a:pt x="5445" y="3732"/>
                    <a:pt x="5445" y="2330"/>
                  </a:cubicBezTo>
                  <a:cubicBezTo>
                    <a:pt x="5445" y="1046"/>
                    <a:pt x="4400" y="1"/>
                    <a:pt x="311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0" name="Google Shape;7100;p62"/>
            <p:cNvSpPr/>
            <p:nvPr/>
          </p:nvSpPr>
          <p:spPr>
            <a:xfrm>
              <a:off x="6253926" y="2149799"/>
              <a:ext cx="121070" cy="111586"/>
            </a:xfrm>
            <a:custGeom>
              <a:avLst/>
              <a:gdLst/>
              <a:ahLst/>
              <a:cxnLst/>
              <a:rect l="l" t="t" r="r" b="b"/>
              <a:pathLst>
                <a:path w="4621" h="4259" extrusionOk="0">
                  <a:moveTo>
                    <a:pt x="3241" y="0"/>
                  </a:moveTo>
                  <a:cubicBezTo>
                    <a:pt x="3864" y="920"/>
                    <a:pt x="3749" y="2157"/>
                    <a:pt x="2963" y="2952"/>
                  </a:cubicBezTo>
                  <a:cubicBezTo>
                    <a:pt x="2509" y="3401"/>
                    <a:pt x="1911" y="3634"/>
                    <a:pt x="1309" y="3634"/>
                  </a:cubicBezTo>
                  <a:cubicBezTo>
                    <a:pt x="856" y="3634"/>
                    <a:pt x="400" y="3502"/>
                    <a:pt x="1" y="3230"/>
                  </a:cubicBezTo>
                  <a:lnTo>
                    <a:pt x="1" y="3230"/>
                  </a:lnTo>
                  <a:cubicBezTo>
                    <a:pt x="459" y="3907"/>
                    <a:pt x="1196" y="4258"/>
                    <a:pt x="1939" y="4258"/>
                  </a:cubicBezTo>
                  <a:cubicBezTo>
                    <a:pt x="2531" y="4258"/>
                    <a:pt x="3126" y="4035"/>
                    <a:pt x="3586" y="3575"/>
                  </a:cubicBezTo>
                  <a:cubicBezTo>
                    <a:pt x="4621" y="2540"/>
                    <a:pt x="4458" y="815"/>
                    <a:pt x="3241"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1" name="Google Shape;7101;p62"/>
            <p:cNvSpPr/>
            <p:nvPr/>
          </p:nvSpPr>
          <p:spPr>
            <a:xfrm>
              <a:off x="6355137" y="2176654"/>
              <a:ext cx="170562" cy="145908"/>
            </a:xfrm>
            <a:custGeom>
              <a:avLst/>
              <a:gdLst/>
              <a:ahLst/>
              <a:cxnLst/>
              <a:rect l="l" t="t" r="r" b="b"/>
              <a:pathLst>
                <a:path w="6510" h="5569" extrusionOk="0">
                  <a:moveTo>
                    <a:pt x="3729" y="1"/>
                  </a:moveTo>
                  <a:cubicBezTo>
                    <a:pt x="1247" y="1"/>
                    <a:pt x="1" y="2991"/>
                    <a:pt x="1755" y="4746"/>
                  </a:cubicBezTo>
                  <a:cubicBezTo>
                    <a:pt x="2323" y="5314"/>
                    <a:pt x="3022" y="5568"/>
                    <a:pt x="3707" y="5568"/>
                  </a:cubicBezTo>
                  <a:cubicBezTo>
                    <a:pt x="5138" y="5568"/>
                    <a:pt x="6509" y="4459"/>
                    <a:pt x="6509" y="2781"/>
                  </a:cubicBezTo>
                  <a:cubicBezTo>
                    <a:pt x="6509" y="1247"/>
                    <a:pt x="5263" y="1"/>
                    <a:pt x="3729" y="1"/>
                  </a:cubicBezTo>
                  <a:close/>
                </a:path>
              </a:pathLst>
            </a:custGeom>
            <a:solidFill>
              <a:srgbClr val="CCD6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2" name="Google Shape;7102;p62"/>
            <p:cNvSpPr/>
            <p:nvPr/>
          </p:nvSpPr>
          <p:spPr>
            <a:xfrm>
              <a:off x="6394568" y="2191483"/>
              <a:ext cx="141166" cy="131026"/>
            </a:xfrm>
            <a:custGeom>
              <a:avLst/>
              <a:gdLst/>
              <a:ahLst/>
              <a:cxnLst/>
              <a:rect l="l" t="t" r="r" b="b"/>
              <a:pathLst>
                <a:path w="5388" h="5001" extrusionOk="0">
                  <a:moveTo>
                    <a:pt x="3902" y="0"/>
                  </a:moveTo>
                  <a:lnTo>
                    <a:pt x="3902" y="0"/>
                  </a:lnTo>
                  <a:cubicBezTo>
                    <a:pt x="4745" y="1103"/>
                    <a:pt x="4640" y="2665"/>
                    <a:pt x="3653" y="3652"/>
                  </a:cubicBezTo>
                  <a:cubicBezTo>
                    <a:pt x="3116" y="4194"/>
                    <a:pt x="2405" y="4470"/>
                    <a:pt x="1687" y="4470"/>
                  </a:cubicBezTo>
                  <a:cubicBezTo>
                    <a:pt x="1097" y="4470"/>
                    <a:pt x="503" y="4283"/>
                    <a:pt x="1" y="3902"/>
                  </a:cubicBezTo>
                  <a:lnTo>
                    <a:pt x="1" y="3902"/>
                  </a:lnTo>
                  <a:cubicBezTo>
                    <a:pt x="556" y="4628"/>
                    <a:pt x="1390" y="5001"/>
                    <a:pt x="2226" y="5001"/>
                  </a:cubicBezTo>
                  <a:cubicBezTo>
                    <a:pt x="2934" y="5001"/>
                    <a:pt x="3644" y="4734"/>
                    <a:pt x="4189" y="4189"/>
                  </a:cubicBezTo>
                  <a:cubicBezTo>
                    <a:pt x="5388" y="2991"/>
                    <a:pt x="5253" y="1016"/>
                    <a:pt x="3902"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3" name="Google Shape;7103;p62"/>
            <p:cNvSpPr/>
            <p:nvPr/>
          </p:nvSpPr>
          <p:spPr>
            <a:xfrm>
              <a:off x="6402611" y="2199002"/>
              <a:ext cx="109516" cy="109542"/>
            </a:xfrm>
            <a:custGeom>
              <a:avLst/>
              <a:gdLst/>
              <a:ahLst/>
              <a:cxnLst/>
              <a:rect l="l" t="t" r="r" b="b"/>
              <a:pathLst>
                <a:path w="4180" h="4181" extrusionOk="0">
                  <a:moveTo>
                    <a:pt x="3921" y="1"/>
                  </a:moveTo>
                  <a:cubicBezTo>
                    <a:pt x="3902" y="10"/>
                    <a:pt x="3892" y="30"/>
                    <a:pt x="3873" y="39"/>
                  </a:cubicBezTo>
                  <a:lnTo>
                    <a:pt x="39" y="3883"/>
                  </a:lnTo>
                  <a:cubicBezTo>
                    <a:pt x="19" y="3893"/>
                    <a:pt x="10" y="3912"/>
                    <a:pt x="0" y="3921"/>
                  </a:cubicBezTo>
                  <a:cubicBezTo>
                    <a:pt x="106" y="4017"/>
                    <a:pt x="221" y="4103"/>
                    <a:pt x="345" y="4180"/>
                  </a:cubicBezTo>
                  <a:lnTo>
                    <a:pt x="4180" y="346"/>
                  </a:lnTo>
                  <a:cubicBezTo>
                    <a:pt x="4103" y="221"/>
                    <a:pt x="4017" y="106"/>
                    <a:pt x="3921" y="1"/>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4" name="Google Shape;7104;p62"/>
            <p:cNvSpPr/>
            <p:nvPr/>
          </p:nvSpPr>
          <p:spPr>
            <a:xfrm>
              <a:off x="6451841" y="2085320"/>
              <a:ext cx="113027" cy="215181"/>
            </a:xfrm>
            <a:custGeom>
              <a:avLst/>
              <a:gdLst/>
              <a:ahLst/>
              <a:cxnLst/>
              <a:rect l="l" t="t" r="r" b="b"/>
              <a:pathLst>
                <a:path w="4314" h="8213" extrusionOk="0">
                  <a:moveTo>
                    <a:pt x="2085" y="1"/>
                  </a:moveTo>
                  <a:cubicBezTo>
                    <a:pt x="1972" y="1"/>
                    <a:pt x="1860" y="7"/>
                    <a:pt x="1773" y="26"/>
                  </a:cubicBezTo>
                  <a:cubicBezTo>
                    <a:pt x="786" y="266"/>
                    <a:pt x="0" y="1090"/>
                    <a:pt x="0" y="2145"/>
                  </a:cubicBezTo>
                  <a:lnTo>
                    <a:pt x="0" y="3487"/>
                  </a:lnTo>
                  <a:lnTo>
                    <a:pt x="29" y="3487"/>
                  </a:lnTo>
                  <a:cubicBezTo>
                    <a:pt x="2502" y="3487"/>
                    <a:pt x="3748" y="6458"/>
                    <a:pt x="2023" y="8212"/>
                  </a:cubicBezTo>
                  <a:lnTo>
                    <a:pt x="2157" y="8212"/>
                  </a:lnTo>
                  <a:cubicBezTo>
                    <a:pt x="3345" y="8212"/>
                    <a:pt x="4313" y="7254"/>
                    <a:pt x="4313" y="6056"/>
                  </a:cubicBezTo>
                  <a:lnTo>
                    <a:pt x="4313" y="2145"/>
                  </a:lnTo>
                  <a:cubicBezTo>
                    <a:pt x="4304" y="1100"/>
                    <a:pt x="3556" y="209"/>
                    <a:pt x="2531" y="26"/>
                  </a:cubicBezTo>
                  <a:cubicBezTo>
                    <a:pt x="2531" y="26"/>
                    <a:pt x="2309" y="1"/>
                    <a:pt x="2085"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5" name="Google Shape;7105;p62"/>
            <p:cNvSpPr/>
            <p:nvPr/>
          </p:nvSpPr>
          <p:spPr>
            <a:xfrm>
              <a:off x="6497796" y="2085242"/>
              <a:ext cx="66810" cy="215259"/>
            </a:xfrm>
            <a:custGeom>
              <a:avLst/>
              <a:gdLst/>
              <a:ahLst/>
              <a:cxnLst/>
              <a:rect l="l" t="t" r="r" b="b"/>
              <a:pathLst>
                <a:path w="2550" h="8216" extrusionOk="0">
                  <a:moveTo>
                    <a:pt x="398" y="1"/>
                  </a:moveTo>
                  <a:cubicBezTo>
                    <a:pt x="271" y="1"/>
                    <a:pt x="144" y="10"/>
                    <a:pt x="19" y="29"/>
                  </a:cubicBezTo>
                  <a:lnTo>
                    <a:pt x="0" y="29"/>
                  </a:lnTo>
                  <a:cubicBezTo>
                    <a:pt x="1016" y="221"/>
                    <a:pt x="1745" y="1113"/>
                    <a:pt x="1745" y="2148"/>
                  </a:cubicBezTo>
                  <a:lnTo>
                    <a:pt x="1745" y="6068"/>
                  </a:lnTo>
                  <a:cubicBezTo>
                    <a:pt x="1745" y="6950"/>
                    <a:pt x="1208" y="7736"/>
                    <a:pt x="403" y="8062"/>
                  </a:cubicBezTo>
                  <a:cubicBezTo>
                    <a:pt x="355" y="8119"/>
                    <a:pt x="307" y="8167"/>
                    <a:pt x="259" y="8215"/>
                  </a:cubicBezTo>
                  <a:lnTo>
                    <a:pt x="393" y="8215"/>
                  </a:lnTo>
                  <a:cubicBezTo>
                    <a:pt x="1582" y="8215"/>
                    <a:pt x="2550" y="7257"/>
                    <a:pt x="2550" y="6059"/>
                  </a:cubicBezTo>
                  <a:lnTo>
                    <a:pt x="2550" y="2148"/>
                  </a:lnTo>
                  <a:cubicBezTo>
                    <a:pt x="2540" y="1103"/>
                    <a:pt x="1802" y="212"/>
                    <a:pt x="777" y="29"/>
                  </a:cubicBezTo>
                  <a:cubicBezTo>
                    <a:pt x="652" y="10"/>
                    <a:pt x="525" y="1"/>
                    <a:pt x="398" y="1"/>
                  </a:cubicBezTo>
                  <a:close/>
                </a:path>
              </a:pathLst>
            </a:custGeom>
            <a:solidFill>
              <a:srgbClr val="B9C3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6" name="Google Shape;7106;p62"/>
            <p:cNvSpPr/>
            <p:nvPr/>
          </p:nvSpPr>
          <p:spPr>
            <a:xfrm>
              <a:off x="6498791" y="2192740"/>
              <a:ext cx="66076" cy="107761"/>
            </a:xfrm>
            <a:custGeom>
              <a:avLst/>
              <a:gdLst/>
              <a:ahLst/>
              <a:cxnLst/>
              <a:rect l="l" t="t" r="r" b="b"/>
              <a:pathLst>
                <a:path w="2522" h="4113" extrusionOk="0">
                  <a:moveTo>
                    <a:pt x="10" y="0"/>
                  </a:moveTo>
                  <a:lnTo>
                    <a:pt x="0" y="10"/>
                  </a:lnTo>
                  <a:cubicBezTo>
                    <a:pt x="1275" y="1035"/>
                    <a:pt x="1381" y="2943"/>
                    <a:pt x="240" y="4112"/>
                  </a:cubicBezTo>
                  <a:lnTo>
                    <a:pt x="365" y="4112"/>
                  </a:lnTo>
                  <a:cubicBezTo>
                    <a:pt x="1563" y="4112"/>
                    <a:pt x="2521" y="3154"/>
                    <a:pt x="2521" y="1956"/>
                  </a:cubicBezTo>
                  <a:lnTo>
                    <a:pt x="2521"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7" name="Google Shape;7107;p62"/>
            <p:cNvSpPr/>
            <p:nvPr/>
          </p:nvSpPr>
          <p:spPr>
            <a:xfrm>
              <a:off x="6504555" y="2192740"/>
              <a:ext cx="60050" cy="107761"/>
            </a:xfrm>
            <a:custGeom>
              <a:avLst/>
              <a:gdLst/>
              <a:ahLst/>
              <a:cxnLst/>
              <a:rect l="l" t="t" r="r" b="b"/>
              <a:pathLst>
                <a:path w="2292" h="4113" extrusionOk="0">
                  <a:moveTo>
                    <a:pt x="1487" y="0"/>
                  </a:moveTo>
                  <a:lnTo>
                    <a:pt x="1487" y="1965"/>
                  </a:lnTo>
                  <a:cubicBezTo>
                    <a:pt x="1487" y="2847"/>
                    <a:pt x="950" y="3633"/>
                    <a:pt x="145" y="3959"/>
                  </a:cubicBezTo>
                  <a:cubicBezTo>
                    <a:pt x="116" y="3988"/>
                    <a:pt x="97" y="4016"/>
                    <a:pt x="78" y="4036"/>
                  </a:cubicBezTo>
                  <a:lnTo>
                    <a:pt x="68" y="4045"/>
                  </a:lnTo>
                  <a:lnTo>
                    <a:pt x="1" y="4112"/>
                  </a:lnTo>
                  <a:lnTo>
                    <a:pt x="135" y="4112"/>
                  </a:lnTo>
                  <a:cubicBezTo>
                    <a:pt x="1324" y="4112"/>
                    <a:pt x="2292" y="3154"/>
                    <a:pt x="2292" y="1956"/>
                  </a:cubicBezTo>
                  <a:lnTo>
                    <a:pt x="2292" y="0"/>
                  </a:ln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8" name="Google Shape;7108;p62"/>
            <p:cNvSpPr/>
            <p:nvPr/>
          </p:nvSpPr>
          <p:spPr>
            <a:xfrm>
              <a:off x="6268493" y="2166226"/>
              <a:ext cx="71343" cy="67596"/>
            </a:xfrm>
            <a:custGeom>
              <a:avLst/>
              <a:gdLst/>
              <a:ahLst/>
              <a:cxnLst/>
              <a:rect l="l" t="t" r="r" b="b"/>
              <a:pathLst>
                <a:path w="2723" h="2580" extrusionOk="0">
                  <a:moveTo>
                    <a:pt x="1357" y="1"/>
                  </a:moveTo>
                  <a:cubicBezTo>
                    <a:pt x="1249" y="1"/>
                    <a:pt x="1141" y="73"/>
                    <a:pt x="1141" y="217"/>
                  </a:cubicBezTo>
                  <a:lnTo>
                    <a:pt x="1141" y="1079"/>
                  </a:lnTo>
                  <a:lnTo>
                    <a:pt x="288" y="1079"/>
                  </a:lnTo>
                  <a:cubicBezTo>
                    <a:pt x="1" y="1079"/>
                    <a:pt x="1" y="1511"/>
                    <a:pt x="288" y="1511"/>
                  </a:cubicBezTo>
                  <a:lnTo>
                    <a:pt x="1141" y="1511"/>
                  </a:lnTo>
                  <a:lnTo>
                    <a:pt x="1141" y="2364"/>
                  </a:lnTo>
                  <a:cubicBezTo>
                    <a:pt x="1141" y="2508"/>
                    <a:pt x="1249" y="2579"/>
                    <a:pt x="1357" y="2579"/>
                  </a:cubicBezTo>
                  <a:cubicBezTo>
                    <a:pt x="1465" y="2579"/>
                    <a:pt x="1573" y="2508"/>
                    <a:pt x="1573" y="2364"/>
                  </a:cubicBezTo>
                  <a:lnTo>
                    <a:pt x="1573" y="1511"/>
                  </a:lnTo>
                  <a:lnTo>
                    <a:pt x="2435" y="1511"/>
                  </a:lnTo>
                  <a:cubicBezTo>
                    <a:pt x="2720" y="1501"/>
                    <a:pt x="2723" y="1079"/>
                    <a:pt x="2445" y="1079"/>
                  </a:cubicBezTo>
                  <a:cubicBezTo>
                    <a:pt x="2442" y="1079"/>
                    <a:pt x="2439" y="1079"/>
                    <a:pt x="2435" y="1079"/>
                  </a:cubicBezTo>
                  <a:lnTo>
                    <a:pt x="1573" y="1079"/>
                  </a:lnTo>
                  <a:lnTo>
                    <a:pt x="1573" y="217"/>
                  </a:lnTo>
                  <a:cubicBezTo>
                    <a:pt x="1573" y="73"/>
                    <a:pt x="1465" y="1"/>
                    <a:pt x="135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9" name="Google Shape;7109;p62"/>
            <p:cNvSpPr/>
            <p:nvPr/>
          </p:nvSpPr>
          <p:spPr>
            <a:xfrm>
              <a:off x="6258459" y="1986677"/>
              <a:ext cx="11318" cy="74487"/>
            </a:xfrm>
            <a:custGeom>
              <a:avLst/>
              <a:gdLst/>
              <a:ahLst/>
              <a:cxnLst/>
              <a:rect l="l" t="t" r="r" b="b"/>
              <a:pathLst>
                <a:path w="432" h="2843" extrusionOk="0">
                  <a:moveTo>
                    <a:pt x="216" y="0"/>
                  </a:moveTo>
                  <a:cubicBezTo>
                    <a:pt x="108" y="0"/>
                    <a:pt x="0" y="72"/>
                    <a:pt x="0" y="216"/>
                  </a:cubicBezTo>
                  <a:lnTo>
                    <a:pt x="0" y="2622"/>
                  </a:lnTo>
                  <a:cubicBezTo>
                    <a:pt x="0" y="2747"/>
                    <a:pt x="96" y="2843"/>
                    <a:pt x="221" y="2843"/>
                  </a:cubicBezTo>
                  <a:cubicBezTo>
                    <a:pt x="336" y="2843"/>
                    <a:pt x="432" y="2747"/>
                    <a:pt x="432" y="2622"/>
                  </a:cubicBezTo>
                  <a:lnTo>
                    <a:pt x="432" y="216"/>
                  </a:lnTo>
                  <a:cubicBezTo>
                    <a:pt x="432" y="72"/>
                    <a:pt x="324" y="0"/>
                    <a:pt x="216"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0" name="Google Shape;7110;p62"/>
            <p:cNvSpPr/>
            <p:nvPr/>
          </p:nvSpPr>
          <p:spPr>
            <a:xfrm>
              <a:off x="6298623" y="1986677"/>
              <a:ext cx="11345" cy="74487"/>
            </a:xfrm>
            <a:custGeom>
              <a:avLst/>
              <a:gdLst/>
              <a:ahLst/>
              <a:cxnLst/>
              <a:rect l="l" t="t" r="r" b="b"/>
              <a:pathLst>
                <a:path w="433" h="2843" extrusionOk="0">
                  <a:moveTo>
                    <a:pt x="217" y="0"/>
                  </a:moveTo>
                  <a:cubicBezTo>
                    <a:pt x="109" y="0"/>
                    <a:pt x="1" y="72"/>
                    <a:pt x="1" y="216"/>
                  </a:cubicBezTo>
                  <a:lnTo>
                    <a:pt x="1" y="2622"/>
                  </a:lnTo>
                  <a:cubicBezTo>
                    <a:pt x="1" y="2747"/>
                    <a:pt x="97" y="2843"/>
                    <a:pt x="212" y="2843"/>
                  </a:cubicBezTo>
                  <a:cubicBezTo>
                    <a:pt x="336" y="2843"/>
                    <a:pt x="432" y="2747"/>
                    <a:pt x="432" y="2622"/>
                  </a:cubicBezTo>
                  <a:lnTo>
                    <a:pt x="432" y="216"/>
                  </a:lnTo>
                  <a:cubicBezTo>
                    <a:pt x="432" y="72"/>
                    <a:pt x="324" y="0"/>
                    <a:pt x="217"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1" name="Google Shape;7111;p62"/>
            <p:cNvSpPr/>
            <p:nvPr/>
          </p:nvSpPr>
          <p:spPr>
            <a:xfrm>
              <a:off x="6338814" y="1986677"/>
              <a:ext cx="11318" cy="74487"/>
            </a:xfrm>
            <a:custGeom>
              <a:avLst/>
              <a:gdLst/>
              <a:ahLst/>
              <a:cxnLst/>
              <a:rect l="l" t="t" r="r" b="b"/>
              <a:pathLst>
                <a:path w="432" h="2843" extrusionOk="0">
                  <a:moveTo>
                    <a:pt x="216" y="0"/>
                  </a:moveTo>
                  <a:cubicBezTo>
                    <a:pt x="108" y="0"/>
                    <a:pt x="1" y="72"/>
                    <a:pt x="1" y="216"/>
                  </a:cubicBezTo>
                  <a:lnTo>
                    <a:pt x="1" y="2622"/>
                  </a:lnTo>
                  <a:cubicBezTo>
                    <a:pt x="1" y="2747"/>
                    <a:pt x="96" y="2843"/>
                    <a:pt x="211" y="2843"/>
                  </a:cubicBezTo>
                  <a:cubicBezTo>
                    <a:pt x="336" y="2843"/>
                    <a:pt x="432" y="2747"/>
                    <a:pt x="432" y="2622"/>
                  </a:cubicBezTo>
                  <a:lnTo>
                    <a:pt x="432" y="216"/>
                  </a:lnTo>
                  <a:cubicBezTo>
                    <a:pt x="432" y="72"/>
                    <a:pt x="324" y="0"/>
                    <a:pt x="216"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2" name="Google Shape;7112;p62"/>
            <p:cNvSpPr/>
            <p:nvPr/>
          </p:nvSpPr>
          <p:spPr>
            <a:xfrm>
              <a:off x="6394306" y="2194286"/>
              <a:ext cx="116118" cy="111979"/>
            </a:xfrm>
            <a:custGeom>
              <a:avLst/>
              <a:gdLst/>
              <a:ahLst/>
              <a:cxnLst/>
              <a:rect l="l" t="t" r="r" b="b"/>
              <a:pathLst>
                <a:path w="4432" h="4274" extrusionOk="0">
                  <a:moveTo>
                    <a:pt x="4118" y="0"/>
                  </a:moveTo>
                  <a:cubicBezTo>
                    <a:pt x="4068" y="0"/>
                    <a:pt x="4016" y="20"/>
                    <a:pt x="3969" y="66"/>
                  </a:cubicBezTo>
                  <a:lnTo>
                    <a:pt x="126" y="3910"/>
                  </a:lnTo>
                  <a:cubicBezTo>
                    <a:pt x="1" y="4044"/>
                    <a:pt x="97" y="4264"/>
                    <a:pt x="279" y="4274"/>
                  </a:cubicBezTo>
                  <a:cubicBezTo>
                    <a:pt x="336" y="4274"/>
                    <a:pt x="394" y="4245"/>
                    <a:pt x="432" y="4216"/>
                  </a:cubicBezTo>
                  <a:lnTo>
                    <a:pt x="4276" y="373"/>
                  </a:lnTo>
                  <a:cubicBezTo>
                    <a:pt x="4431" y="218"/>
                    <a:pt x="4285" y="0"/>
                    <a:pt x="4118" y="0"/>
                  </a:cubicBez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13" name="Google Shape;7113;p62"/>
          <p:cNvGrpSpPr/>
          <p:nvPr/>
        </p:nvGrpSpPr>
        <p:grpSpPr>
          <a:xfrm>
            <a:off x="5760147" y="1836023"/>
            <a:ext cx="374293" cy="276069"/>
            <a:chOff x="5764222" y="2016598"/>
            <a:chExt cx="374293" cy="276069"/>
          </a:xfrm>
        </p:grpSpPr>
        <p:sp>
          <p:nvSpPr>
            <p:cNvPr id="7114" name="Google Shape;7114;p62"/>
            <p:cNvSpPr/>
            <p:nvPr/>
          </p:nvSpPr>
          <p:spPr>
            <a:xfrm>
              <a:off x="5925693" y="2209823"/>
              <a:ext cx="37440" cy="82844"/>
            </a:xfrm>
            <a:custGeom>
              <a:avLst/>
              <a:gdLst/>
              <a:ahLst/>
              <a:cxnLst/>
              <a:rect l="l" t="t" r="r" b="b"/>
              <a:pathLst>
                <a:path w="1429" h="3162" extrusionOk="0">
                  <a:moveTo>
                    <a:pt x="1333" y="0"/>
                  </a:moveTo>
                  <a:cubicBezTo>
                    <a:pt x="1208" y="144"/>
                    <a:pt x="1045" y="249"/>
                    <a:pt x="863" y="288"/>
                  </a:cubicBezTo>
                  <a:lnTo>
                    <a:pt x="269" y="403"/>
                  </a:lnTo>
                  <a:cubicBezTo>
                    <a:pt x="327" y="901"/>
                    <a:pt x="355" y="1764"/>
                    <a:pt x="96" y="2387"/>
                  </a:cubicBezTo>
                  <a:cubicBezTo>
                    <a:pt x="1" y="2617"/>
                    <a:pt x="77" y="2885"/>
                    <a:pt x="279" y="3039"/>
                  </a:cubicBezTo>
                  <a:lnTo>
                    <a:pt x="288" y="3048"/>
                  </a:lnTo>
                  <a:cubicBezTo>
                    <a:pt x="389" y="3125"/>
                    <a:pt x="504" y="3161"/>
                    <a:pt x="618" y="3161"/>
                  </a:cubicBezTo>
                  <a:cubicBezTo>
                    <a:pt x="830" y="3161"/>
                    <a:pt x="1035" y="3036"/>
                    <a:pt x="1122" y="2818"/>
                  </a:cubicBezTo>
                  <a:cubicBezTo>
                    <a:pt x="1323" y="2301"/>
                    <a:pt x="1419" y="1754"/>
                    <a:pt x="1419" y="1198"/>
                  </a:cubicBezTo>
                  <a:cubicBezTo>
                    <a:pt x="1429" y="796"/>
                    <a:pt x="1400" y="403"/>
                    <a:pt x="1333"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5" name="Google Shape;7115;p62"/>
            <p:cNvSpPr/>
            <p:nvPr/>
          </p:nvSpPr>
          <p:spPr>
            <a:xfrm>
              <a:off x="5932478" y="2209823"/>
              <a:ext cx="29973" cy="29396"/>
            </a:xfrm>
            <a:custGeom>
              <a:avLst/>
              <a:gdLst/>
              <a:ahLst/>
              <a:cxnLst/>
              <a:rect l="l" t="t" r="r" b="b"/>
              <a:pathLst>
                <a:path w="1144" h="1122" extrusionOk="0">
                  <a:moveTo>
                    <a:pt x="1064" y="0"/>
                  </a:moveTo>
                  <a:cubicBezTo>
                    <a:pt x="949" y="144"/>
                    <a:pt x="777" y="249"/>
                    <a:pt x="595" y="288"/>
                  </a:cubicBezTo>
                  <a:lnTo>
                    <a:pt x="0" y="403"/>
                  </a:lnTo>
                  <a:cubicBezTo>
                    <a:pt x="29" y="642"/>
                    <a:pt x="39" y="882"/>
                    <a:pt x="39" y="1122"/>
                  </a:cubicBezTo>
                  <a:lnTo>
                    <a:pt x="595" y="1006"/>
                  </a:lnTo>
                  <a:cubicBezTo>
                    <a:pt x="806" y="959"/>
                    <a:pt x="997" y="853"/>
                    <a:pt x="1141" y="690"/>
                  </a:cubicBezTo>
                  <a:cubicBezTo>
                    <a:pt x="1142" y="694"/>
                    <a:pt x="1142" y="696"/>
                    <a:pt x="1142" y="696"/>
                  </a:cubicBezTo>
                  <a:cubicBezTo>
                    <a:pt x="1143" y="696"/>
                    <a:pt x="1083" y="100"/>
                    <a:pt x="1064" y="0"/>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6" name="Google Shape;7116;p62"/>
            <p:cNvSpPr/>
            <p:nvPr/>
          </p:nvSpPr>
          <p:spPr>
            <a:xfrm>
              <a:off x="5913824" y="2016598"/>
              <a:ext cx="39772" cy="54103"/>
            </a:xfrm>
            <a:custGeom>
              <a:avLst/>
              <a:gdLst/>
              <a:ahLst/>
              <a:cxnLst/>
              <a:rect l="l" t="t" r="r" b="b"/>
              <a:pathLst>
                <a:path w="1518" h="2065" extrusionOk="0">
                  <a:moveTo>
                    <a:pt x="645" y="0"/>
                  </a:moveTo>
                  <a:cubicBezTo>
                    <a:pt x="324" y="0"/>
                    <a:pt x="1" y="254"/>
                    <a:pt x="89" y="675"/>
                  </a:cubicBezTo>
                  <a:lnTo>
                    <a:pt x="377" y="2026"/>
                  </a:lnTo>
                  <a:lnTo>
                    <a:pt x="1297" y="2026"/>
                  </a:lnTo>
                  <a:cubicBezTo>
                    <a:pt x="1374" y="2026"/>
                    <a:pt x="1451" y="2036"/>
                    <a:pt x="1518" y="2065"/>
                  </a:cubicBezTo>
                  <a:lnTo>
                    <a:pt x="1173" y="445"/>
                  </a:lnTo>
                  <a:lnTo>
                    <a:pt x="1182" y="445"/>
                  </a:lnTo>
                  <a:cubicBezTo>
                    <a:pt x="1113" y="137"/>
                    <a:pt x="880" y="0"/>
                    <a:pt x="645"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7" name="Google Shape;7117;p62"/>
            <p:cNvSpPr/>
            <p:nvPr/>
          </p:nvSpPr>
          <p:spPr>
            <a:xfrm>
              <a:off x="5919667" y="2050081"/>
              <a:ext cx="34191" cy="20619"/>
            </a:xfrm>
            <a:custGeom>
              <a:avLst/>
              <a:gdLst/>
              <a:ahLst/>
              <a:cxnLst/>
              <a:rect l="l" t="t" r="r" b="b"/>
              <a:pathLst>
                <a:path w="1305" h="787" extrusionOk="0">
                  <a:moveTo>
                    <a:pt x="1" y="1"/>
                  </a:moveTo>
                  <a:lnTo>
                    <a:pt x="154" y="748"/>
                  </a:lnTo>
                  <a:lnTo>
                    <a:pt x="1074" y="748"/>
                  </a:lnTo>
                  <a:cubicBezTo>
                    <a:pt x="1151" y="748"/>
                    <a:pt x="1228" y="758"/>
                    <a:pt x="1304" y="787"/>
                  </a:cubicBezTo>
                  <a:lnTo>
                    <a:pt x="1141" y="30"/>
                  </a:lnTo>
                  <a:cubicBezTo>
                    <a:pt x="1055" y="1"/>
                    <a:pt x="959" y="1"/>
                    <a:pt x="873" y="1"/>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8" name="Google Shape;7118;p62"/>
            <p:cNvSpPr/>
            <p:nvPr/>
          </p:nvSpPr>
          <p:spPr>
            <a:xfrm>
              <a:off x="6013096" y="2018301"/>
              <a:ext cx="39510" cy="52898"/>
            </a:xfrm>
            <a:custGeom>
              <a:avLst/>
              <a:gdLst/>
              <a:ahLst/>
              <a:cxnLst/>
              <a:rect l="l" t="t" r="r" b="b"/>
              <a:pathLst>
                <a:path w="1508" h="2019" extrusionOk="0">
                  <a:moveTo>
                    <a:pt x="862" y="0"/>
                  </a:moveTo>
                  <a:cubicBezTo>
                    <a:pt x="630" y="0"/>
                    <a:pt x="400" y="135"/>
                    <a:pt x="336" y="437"/>
                  </a:cubicBezTo>
                  <a:lnTo>
                    <a:pt x="0" y="2019"/>
                  </a:lnTo>
                  <a:lnTo>
                    <a:pt x="1131" y="2019"/>
                  </a:lnTo>
                  <a:lnTo>
                    <a:pt x="1419" y="677"/>
                  </a:lnTo>
                  <a:cubicBezTo>
                    <a:pt x="1508" y="255"/>
                    <a:pt x="1182" y="0"/>
                    <a:pt x="862"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19" name="Google Shape;7119;p62"/>
            <p:cNvSpPr/>
            <p:nvPr/>
          </p:nvSpPr>
          <p:spPr>
            <a:xfrm>
              <a:off x="6012834" y="2050841"/>
              <a:ext cx="34191" cy="20619"/>
            </a:xfrm>
            <a:custGeom>
              <a:avLst/>
              <a:gdLst/>
              <a:ahLst/>
              <a:cxnLst/>
              <a:rect l="l" t="t" r="r" b="b"/>
              <a:pathLst>
                <a:path w="1305" h="787" extrusionOk="0">
                  <a:moveTo>
                    <a:pt x="173" y="1"/>
                  </a:moveTo>
                  <a:lnTo>
                    <a:pt x="1" y="787"/>
                  </a:lnTo>
                  <a:lnTo>
                    <a:pt x="1141" y="787"/>
                  </a:lnTo>
                  <a:lnTo>
                    <a:pt x="1304" y="1"/>
                  </a:ln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0" name="Google Shape;7120;p62"/>
            <p:cNvSpPr/>
            <p:nvPr/>
          </p:nvSpPr>
          <p:spPr>
            <a:xfrm>
              <a:off x="5764222" y="2069679"/>
              <a:ext cx="201190" cy="176798"/>
            </a:xfrm>
            <a:custGeom>
              <a:avLst/>
              <a:gdLst/>
              <a:ahLst/>
              <a:cxnLst/>
              <a:rect l="l" t="t" r="r" b="b"/>
              <a:pathLst>
                <a:path w="7679" h="6748" extrusionOk="0">
                  <a:moveTo>
                    <a:pt x="2770" y="0"/>
                  </a:moveTo>
                  <a:cubicBezTo>
                    <a:pt x="1237" y="0"/>
                    <a:pt x="0" y="1247"/>
                    <a:pt x="0" y="2780"/>
                  </a:cubicBezTo>
                  <a:lnTo>
                    <a:pt x="0" y="5368"/>
                  </a:lnTo>
                  <a:cubicBezTo>
                    <a:pt x="0" y="6145"/>
                    <a:pt x="632" y="6748"/>
                    <a:pt x="1373" y="6748"/>
                  </a:cubicBezTo>
                  <a:cubicBezTo>
                    <a:pt x="1464" y="6748"/>
                    <a:pt x="1556" y="6739"/>
                    <a:pt x="1649" y="6720"/>
                  </a:cubicBezTo>
                  <a:lnTo>
                    <a:pt x="7017" y="5637"/>
                  </a:lnTo>
                  <a:cubicBezTo>
                    <a:pt x="7400" y="5560"/>
                    <a:pt x="7678" y="5224"/>
                    <a:pt x="7678" y="4831"/>
                  </a:cubicBezTo>
                  <a:lnTo>
                    <a:pt x="7678" y="671"/>
                  </a:lnTo>
                  <a:cubicBezTo>
                    <a:pt x="7678" y="298"/>
                    <a:pt x="7381" y="0"/>
                    <a:pt x="7007"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1" name="Google Shape;7121;p62"/>
            <p:cNvSpPr/>
            <p:nvPr/>
          </p:nvSpPr>
          <p:spPr>
            <a:xfrm>
              <a:off x="5769750" y="2069679"/>
              <a:ext cx="195662" cy="176562"/>
            </a:xfrm>
            <a:custGeom>
              <a:avLst/>
              <a:gdLst/>
              <a:ahLst/>
              <a:cxnLst/>
              <a:rect l="l" t="t" r="r" b="b"/>
              <a:pathLst>
                <a:path w="7468" h="6739" extrusionOk="0">
                  <a:moveTo>
                    <a:pt x="6250" y="0"/>
                  </a:moveTo>
                  <a:lnTo>
                    <a:pt x="6250" y="39"/>
                  </a:lnTo>
                  <a:lnTo>
                    <a:pt x="6250" y="4199"/>
                  </a:lnTo>
                  <a:cubicBezTo>
                    <a:pt x="6250" y="4592"/>
                    <a:pt x="5981" y="4927"/>
                    <a:pt x="5598" y="5004"/>
                  </a:cubicBezTo>
                  <a:lnTo>
                    <a:pt x="1342" y="5867"/>
                  </a:lnTo>
                  <a:lnTo>
                    <a:pt x="499" y="6030"/>
                  </a:lnTo>
                  <a:lnTo>
                    <a:pt x="221" y="6087"/>
                  </a:lnTo>
                  <a:cubicBezTo>
                    <a:pt x="144" y="6106"/>
                    <a:pt x="77" y="6116"/>
                    <a:pt x="0" y="6116"/>
                  </a:cubicBezTo>
                  <a:cubicBezTo>
                    <a:pt x="256" y="6507"/>
                    <a:pt x="691" y="6739"/>
                    <a:pt x="1150" y="6739"/>
                  </a:cubicBezTo>
                  <a:cubicBezTo>
                    <a:pt x="1242" y="6739"/>
                    <a:pt x="1335" y="6729"/>
                    <a:pt x="1428" y="6710"/>
                  </a:cubicBezTo>
                  <a:lnTo>
                    <a:pt x="1716" y="6653"/>
                  </a:lnTo>
                  <a:lnTo>
                    <a:pt x="2550" y="6490"/>
                  </a:lnTo>
                  <a:lnTo>
                    <a:pt x="6806" y="5627"/>
                  </a:lnTo>
                  <a:cubicBezTo>
                    <a:pt x="7189" y="5550"/>
                    <a:pt x="7467" y="5215"/>
                    <a:pt x="7467" y="4831"/>
                  </a:cubicBezTo>
                  <a:lnTo>
                    <a:pt x="7467" y="671"/>
                  </a:lnTo>
                  <a:cubicBezTo>
                    <a:pt x="7467" y="298"/>
                    <a:pt x="7170" y="0"/>
                    <a:pt x="6796"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2" name="Google Shape;7122;p62"/>
            <p:cNvSpPr/>
            <p:nvPr/>
          </p:nvSpPr>
          <p:spPr>
            <a:xfrm>
              <a:off x="5987236" y="2069679"/>
              <a:ext cx="151279" cy="119289"/>
            </a:xfrm>
            <a:custGeom>
              <a:avLst/>
              <a:gdLst/>
              <a:ahLst/>
              <a:cxnLst/>
              <a:rect l="l" t="t" r="r" b="b"/>
              <a:pathLst>
                <a:path w="5774" h="4553" extrusionOk="0">
                  <a:moveTo>
                    <a:pt x="4124" y="0"/>
                  </a:moveTo>
                  <a:cubicBezTo>
                    <a:pt x="4117" y="0"/>
                    <a:pt x="4110" y="0"/>
                    <a:pt x="4103" y="0"/>
                  </a:cubicBezTo>
                  <a:lnTo>
                    <a:pt x="1227" y="0"/>
                  </a:lnTo>
                  <a:cubicBezTo>
                    <a:pt x="546" y="0"/>
                    <a:pt x="0" y="547"/>
                    <a:pt x="0" y="1218"/>
                  </a:cubicBezTo>
                  <a:lnTo>
                    <a:pt x="0" y="3940"/>
                  </a:lnTo>
                  <a:cubicBezTo>
                    <a:pt x="0" y="4295"/>
                    <a:pt x="291" y="4552"/>
                    <a:pt x="611" y="4552"/>
                  </a:cubicBezTo>
                  <a:cubicBezTo>
                    <a:pt x="714" y="4552"/>
                    <a:pt x="820" y="4525"/>
                    <a:pt x="920" y="4467"/>
                  </a:cubicBezTo>
                  <a:lnTo>
                    <a:pt x="4706" y="2234"/>
                  </a:lnTo>
                  <a:cubicBezTo>
                    <a:pt x="5774" y="1624"/>
                    <a:pt x="5335" y="0"/>
                    <a:pt x="4124"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3" name="Google Shape;7123;p62"/>
            <p:cNvSpPr/>
            <p:nvPr/>
          </p:nvSpPr>
          <p:spPr>
            <a:xfrm>
              <a:off x="5986974" y="2071434"/>
              <a:ext cx="146930" cy="117533"/>
            </a:xfrm>
            <a:custGeom>
              <a:avLst/>
              <a:gdLst/>
              <a:ahLst/>
              <a:cxnLst/>
              <a:rect l="l" t="t" r="r" b="b"/>
              <a:pathLst>
                <a:path w="5608" h="4486" extrusionOk="0">
                  <a:moveTo>
                    <a:pt x="4496" y="1"/>
                  </a:moveTo>
                  <a:cubicBezTo>
                    <a:pt x="4544" y="125"/>
                    <a:pt x="4563" y="250"/>
                    <a:pt x="4563" y="384"/>
                  </a:cubicBezTo>
                  <a:cubicBezTo>
                    <a:pt x="4563" y="815"/>
                    <a:pt x="4343" y="1208"/>
                    <a:pt x="3969" y="1419"/>
                  </a:cubicBezTo>
                  <a:lnTo>
                    <a:pt x="183" y="3653"/>
                  </a:lnTo>
                  <a:cubicBezTo>
                    <a:pt x="125" y="3681"/>
                    <a:pt x="68" y="3710"/>
                    <a:pt x="0" y="3729"/>
                  </a:cubicBezTo>
                  <a:lnTo>
                    <a:pt x="0" y="3873"/>
                  </a:lnTo>
                  <a:cubicBezTo>
                    <a:pt x="0" y="4228"/>
                    <a:pt x="297" y="4485"/>
                    <a:pt x="620" y="4485"/>
                  </a:cubicBezTo>
                  <a:cubicBezTo>
                    <a:pt x="723" y="4485"/>
                    <a:pt x="830" y="4458"/>
                    <a:pt x="930" y="4400"/>
                  </a:cubicBezTo>
                  <a:lnTo>
                    <a:pt x="4716" y="2167"/>
                  </a:lnTo>
                  <a:cubicBezTo>
                    <a:pt x="5608" y="1659"/>
                    <a:pt x="5474" y="326"/>
                    <a:pt x="4496"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4" name="Google Shape;7124;p62"/>
            <p:cNvSpPr/>
            <p:nvPr/>
          </p:nvSpPr>
          <p:spPr>
            <a:xfrm>
              <a:off x="5958836" y="2073452"/>
              <a:ext cx="44985" cy="133122"/>
            </a:xfrm>
            <a:custGeom>
              <a:avLst/>
              <a:gdLst/>
              <a:ahLst/>
              <a:cxnLst/>
              <a:rect l="l" t="t" r="r" b="b"/>
              <a:pathLst>
                <a:path w="1717" h="5081" extrusionOk="0">
                  <a:moveTo>
                    <a:pt x="1" y="0"/>
                  </a:moveTo>
                  <a:cubicBezTo>
                    <a:pt x="164" y="125"/>
                    <a:pt x="250" y="317"/>
                    <a:pt x="250" y="518"/>
                  </a:cubicBezTo>
                  <a:lnTo>
                    <a:pt x="250" y="4687"/>
                  </a:lnTo>
                  <a:cubicBezTo>
                    <a:pt x="250" y="4822"/>
                    <a:pt x="221" y="4956"/>
                    <a:pt x="154" y="5080"/>
                  </a:cubicBezTo>
                  <a:cubicBezTo>
                    <a:pt x="509" y="4716"/>
                    <a:pt x="931" y="4381"/>
                    <a:pt x="1525" y="4381"/>
                  </a:cubicBezTo>
                  <a:cubicBezTo>
                    <a:pt x="1266" y="4304"/>
                    <a:pt x="1084" y="4064"/>
                    <a:pt x="1084" y="3796"/>
                  </a:cubicBezTo>
                  <a:lnTo>
                    <a:pt x="1084" y="1074"/>
                  </a:lnTo>
                  <a:cubicBezTo>
                    <a:pt x="1074" y="623"/>
                    <a:pt x="1324" y="211"/>
                    <a:pt x="1717"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25" name="Google Shape;7125;p62"/>
          <p:cNvGrpSpPr/>
          <p:nvPr/>
        </p:nvGrpSpPr>
        <p:grpSpPr>
          <a:xfrm>
            <a:off x="5321402" y="1835866"/>
            <a:ext cx="361927" cy="276515"/>
            <a:chOff x="5325477" y="2016441"/>
            <a:chExt cx="361927" cy="276515"/>
          </a:xfrm>
        </p:grpSpPr>
        <p:sp>
          <p:nvSpPr>
            <p:cNvPr id="7126" name="Google Shape;7126;p62"/>
            <p:cNvSpPr/>
            <p:nvPr/>
          </p:nvSpPr>
          <p:spPr>
            <a:xfrm>
              <a:off x="5514091" y="2232853"/>
              <a:ext cx="35449" cy="60103"/>
            </a:xfrm>
            <a:custGeom>
              <a:avLst/>
              <a:gdLst/>
              <a:ahLst/>
              <a:cxnLst/>
              <a:rect l="l" t="t" r="r" b="b"/>
              <a:pathLst>
                <a:path w="1353" h="2294" extrusionOk="0">
                  <a:moveTo>
                    <a:pt x="1058" y="0"/>
                  </a:moveTo>
                  <a:cubicBezTo>
                    <a:pt x="1007" y="0"/>
                    <a:pt x="955" y="21"/>
                    <a:pt x="911" y="70"/>
                  </a:cubicBezTo>
                  <a:lnTo>
                    <a:pt x="384" y="626"/>
                  </a:lnTo>
                  <a:cubicBezTo>
                    <a:pt x="144" y="894"/>
                    <a:pt x="0" y="1239"/>
                    <a:pt x="10" y="1594"/>
                  </a:cubicBezTo>
                  <a:lnTo>
                    <a:pt x="10" y="2083"/>
                  </a:lnTo>
                  <a:cubicBezTo>
                    <a:pt x="10" y="2198"/>
                    <a:pt x="96" y="2294"/>
                    <a:pt x="211" y="2294"/>
                  </a:cubicBezTo>
                  <a:cubicBezTo>
                    <a:pt x="336" y="2294"/>
                    <a:pt x="422" y="2198"/>
                    <a:pt x="422" y="2083"/>
                  </a:cubicBezTo>
                  <a:lnTo>
                    <a:pt x="422" y="1594"/>
                  </a:lnTo>
                  <a:cubicBezTo>
                    <a:pt x="422" y="1335"/>
                    <a:pt x="518" y="1096"/>
                    <a:pt x="690" y="913"/>
                  </a:cubicBezTo>
                  <a:lnTo>
                    <a:pt x="1208" y="348"/>
                  </a:lnTo>
                  <a:cubicBezTo>
                    <a:pt x="1353" y="196"/>
                    <a:pt x="1213" y="0"/>
                    <a:pt x="1058" y="0"/>
                  </a:cubicBezTo>
                  <a:close/>
                </a:path>
              </a:pathLst>
            </a:custGeom>
            <a:solidFill>
              <a:srgbClr val="AFBA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7" name="Google Shape;7127;p62"/>
            <p:cNvSpPr/>
            <p:nvPr/>
          </p:nvSpPr>
          <p:spPr>
            <a:xfrm>
              <a:off x="5605633" y="2232879"/>
              <a:ext cx="35291" cy="60077"/>
            </a:xfrm>
            <a:custGeom>
              <a:avLst/>
              <a:gdLst/>
              <a:ahLst/>
              <a:cxnLst/>
              <a:rect l="l" t="t" r="r" b="b"/>
              <a:pathLst>
                <a:path w="1347" h="2293" extrusionOk="0">
                  <a:moveTo>
                    <a:pt x="302" y="1"/>
                  </a:moveTo>
                  <a:cubicBezTo>
                    <a:pt x="145" y="1"/>
                    <a:pt x="1" y="203"/>
                    <a:pt x="139" y="357"/>
                  </a:cubicBezTo>
                  <a:lnTo>
                    <a:pt x="666" y="912"/>
                  </a:lnTo>
                  <a:cubicBezTo>
                    <a:pt x="839" y="1095"/>
                    <a:pt x="935" y="1344"/>
                    <a:pt x="935" y="1593"/>
                  </a:cubicBezTo>
                  <a:lnTo>
                    <a:pt x="935" y="2082"/>
                  </a:lnTo>
                  <a:cubicBezTo>
                    <a:pt x="935" y="2197"/>
                    <a:pt x="1021" y="2293"/>
                    <a:pt x="1146" y="2293"/>
                  </a:cubicBezTo>
                  <a:cubicBezTo>
                    <a:pt x="1261" y="2293"/>
                    <a:pt x="1347" y="2207"/>
                    <a:pt x="1347" y="2091"/>
                  </a:cubicBezTo>
                  <a:lnTo>
                    <a:pt x="1347" y="1603"/>
                  </a:lnTo>
                  <a:cubicBezTo>
                    <a:pt x="1347" y="1238"/>
                    <a:pt x="1213" y="893"/>
                    <a:pt x="973" y="635"/>
                  </a:cubicBezTo>
                  <a:lnTo>
                    <a:pt x="446" y="69"/>
                  </a:lnTo>
                  <a:cubicBezTo>
                    <a:pt x="402" y="21"/>
                    <a:pt x="351" y="1"/>
                    <a:pt x="302" y="1"/>
                  </a:cubicBezTo>
                  <a:close/>
                </a:path>
              </a:pathLst>
            </a:custGeom>
            <a:solidFill>
              <a:srgbClr val="AFBA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8" name="Google Shape;7128;p62"/>
            <p:cNvSpPr/>
            <p:nvPr/>
          </p:nvSpPr>
          <p:spPr>
            <a:xfrm>
              <a:off x="5466852" y="2264476"/>
              <a:ext cx="219530" cy="28479"/>
            </a:xfrm>
            <a:custGeom>
              <a:avLst/>
              <a:gdLst/>
              <a:ahLst/>
              <a:cxnLst/>
              <a:rect l="l" t="t" r="r" b="b"/>
              <a:pathLst>
                <a:path w="8379" h="1087" extrusionOk="0">
                  <a:moveTo>
                    <a:pt x="297" y="0"/>
                  </a:moveTo>
                  <a:cubicBezTo>
                    <a:pt x="132" y="0"/>
                    <a:pt x="0" y="219"/>
                    <a:pt x="164" y="368"/>
                  </a:cubicBezTo>
                  <a:lnTo>
                    <a:pt x="902" y="1029"/>
                  </a:lnTo>
                  <a:cubicBezTo>
                    <a:pt x="940" y="1068"/>
                    <a:pt x="988" y="1087"/>
                    <a:pt x="1036" y="1087"/>
                  </a:cubicBezTo>
                  <a:lnTo>
                    <a:pt x="7449" y="1087"/>
                  </a:lnTo>
                  <a:cubicBezTo>
                    <a:pt x="7497" y="1087"/>
                    <a:pt x="7545" y="1068"/>
                    <a:pt x="7583" y="1039"/>
                  </a:cubicBezTo>
                  <a:lnTo>
                    <a:pt x="8292" y="387"/>
                  </a:lnTo>
                  <a:cubicBezTo>
                    <a:pt x="8379" y="310"/>
                    <a:pt x="8379" y="186"/>
                    <a:pt x="8302" y="99"/>
                  </a:cubicBezTo>
                  <a:cubicBezTo>
                    <a:pt x="8260" y="53"/>
                    <a:pt x="8202" y="28"/>
                    <a:pt x="8144" y="28"/>
                  </a:cubicBezTo>
                  <a:cubicBezTo>
                    <a:pt x="8096" y="28"/>
                    <a:pt x="8049" y="45"/>
                    <a:pt x="8015" y="80"/>
                  </a:cubicBezTo>
                  <a:lnTo>
                    <a:pt x="7363" y="675"/>
                  </a:lnTo>
                  <a:lnTo>
                    <a:pt x="1113" y="675"/>
                  </a:lnTo>
                  <a:lnTo>
                    <a:pt x="442" y="61"/>
                  </a:lnTo>
                  <a:cubicBezTo>
                    <a:pt x="395" y="18"/>
                    <a:pt x="345" y="0"/>
                    <a:pt x="297" y="0"/>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29" name="Google Shape;7129;p62"/>
            <p:cNvSpPr/>
            <p:nvPr/>
          </p:nvSpPr>
          <p:spPr>
            <a:xfrm>
              <a:off x="5325477" y="2064413"/>
              <a:ext cx="361665" cy="177060"/>
            </a:xfrm>
            <a:custGeom>
              <a:avLst/>
              <a:gdLst/>
              <a:ahLst/>
              <a:cxnLst/>
              <a:rect l="l" t="t" r="r" b="b"/>
              <a:pathLst>
                <a:path w="13804" h="6758" extrusionOk="0">
                  <a:moveTo>
                    <a:pt x="259" y="0"/>
                  </a:moveTo>
                  <a:cubicBezTo>
                    <a:pt x="116" y="0"/>
                    <a:pt x="1" y="125"/>
                    <a:pt x="20" y="269"/>
                  </a:cubicBezTo>
                  <a:lnTo>
                    <a:pt x="317" y="3115"/>
                  </a:lnTo>
                  <a:cubicBezTo>
                    <a:pt x="326" y="3269"/>
                    <a:pt x="461" y="3393"/>
                    <a:pt x="624" y="3393"/>
                  </a:cubicBezTo>
                  <a:lnTo>
                    <a:pt x="1084" y="3393"/>
                  </a:lnTo>
                  <a:cubicBezTo>
                    <a:pt x="1208" y="3393"/>
                    <a:pt x="1314" y="3317"/>
                    <a:pt x="1371" y="3211"/>
                  </a:cubicBezTo>
                  <a:lnTo>
                    <a:pt x="1812" y="2272"/>
                  </a:lnTo>
                  <a:lnTo>
                    <a:pt x="5378" y="2272"/>
                  </a:lnTo>
                  <a:cubicBezTo>
                    <a:pt x="5627" y="2272"/>
                    <a:pt x="5838" y="2473"/>
                    <a:pt x="5838" y="2732"/>
                  </a:cubicBezTo>
                  <a:lnTo>
                    <a:pt x="5838" y="4572"/>
                  </a:lnTo>
                  <a:cubicBezTo>
                    <a:pt x="5838" y="4831"/>
                    <a:pt x="5886" y="5080"/>
                    <a:pt x="5963" y="5320"/>
                  </a:cubicBezTo>
                  <a:cubicBezTo>
                    <a:pt x="6049" y="5540"/>
                    <a:pt x="6164" y="5742"/>
                    <a:pt x="6308" y="5924"/>
                  </a:cubicBezTo>
                  <a:cubicBezTo>
                    <a:pt x="6739" y="6403"/>
                    <a:pt x="7324" y="6758"/>
                    <a:pt x="8024" y="6758"/>
                  </a:cubicBezTo>
                  <a:lnTo>
                    <a:pt x="12509" y="6758"/>
                  </a:lnTo>
                  <a:cubicBezTo>
                    <a:pt x="13228" y="6758"/>
                    <a:pt x="13804" y="6173"/>
                    <a:pt x="13804" y="5454"/>
                  </a:cubicBezTo>
                  <a:lnTo>
                    <a:pt x="10688" y="4141"/>
                  </a:lnTo>
                  <a:cubicBezTo>
                    <a:pt x="9826" y="3767"/>
                    <a:pt x="9270" y="2924"/>
                    <a:pt x="9270" y="1984"/>
                  </a:cubicBezTo>
                  <a:lnTo>
                    <a:pt x="9270" y="1610"/>
                  </a:lnTo>
                  <a:cubicBezTo>
                    <a:pt x="9270" y="1390"/>
                    <a:pt x="9097" y="1227"/>
                    <a:pt x="8886" y="1227"/>
                  </a:cubicBezTo>
                  <a:lnTo>
                    <a:pt x="1707" y="1227"/>
                  </a:lnTo>
                  <a:lnTo>
                    <a:pt x="1343" y="163"/>
                  </a:lnTo>
                  <a:cubicBezTo>
                    <a:pt x="1314" y="67"/>
                    <a:pt x="1218" y="0"/>
                    <a:pt x="112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0" name="Google Shape;7130;p62"/>
            <p:cNvSpPr/>
            <p:nvPr/>
          </p:nvSpPr>
          <p:spPr>
            <a:xfrm>
              <a:off x="5325477" y="2064413"/>
              <a:ext cx="361927" cy="171793"/>
            </a:xfrm>
            <a:custGeom>
              <a:avLst/>
              <a:gdLst/>
              <a:ahLst/>
              <a:cxnLst/>
              <a:rect l="l" t="t" r="r" b="b"/>
              <a:pathLst>
                <a:path w="13814" h="6557" extrusionOk="0">
                  <a:moveTo>
                    <a:pt x="259" y="0"/>
                  </a:moveTo>
                  <a:cubicBezTo>
                    <a:pt x="116" y="0"/>
                    <a:pt x="1" y="125"/>
                    <a:pt x="20" y="269"/>
                  </a:cubicBezTo>
                  <a:lnTo>
                    <a:pt x="48" y="546"/>
                  </a:lnTo>
                  <a:lnTo>
                    <a:pt x="499" y="546"/>
                  </a:lnTo>
                  <a:cubicBezTo>
                    <a:pt x="681" y="546"/>
                    <a:pt x="834" y="662"/>
                    <a:pt x="902" y="834"/>
                  </a:cubicBezTo>
                  <a:lnTo>
                    <a:pt x="1084" y="1371"/>
                  </a:lnTo>
                  <a:cubicBezTo>
                    <a:pt x="1160" y="1610"/>
                    <a:pt x="1390" y="1773"/>
                    <a:pt x="1649" y="1773"/>
                  </a:cubicBezTo>
                  <a:lnTo>
                    <a:pt x="8397" y="1773"/>
                  </a:lnTo>
                  <a:cubicBezTo>
                    <a:pt x="8608" y="1773"/>
                    <a:pt x="8781" y="1946"/>
                    <a:pt x="8781" y="2157"/>
                  </a:cubicBezTo>
                  <a:lnTo>
                    <a:pt x="8781" y="2531"/>
                  </a:lnTo>
                  <a:cubicBezTo>
                    <a:pt x="8781" y="3470"/>
                    <a:pt x="9337" y="4323"/>
                    <a:pt x="10199" y="4687"/>
                  </a:cubicBezTo>
                  <a:lnTo>
                    <a:pt x="13315" y="6010"/>
                  </a:lnTo>
                  <a:cubicBezTo>
                    <a:pt x="13315" y="6192"/>
                    <a:pt x="13276" y="6384"/>
                    <a:pt x="13200" y="6556"/>
                  </a:cubicBezTo>
                  <a:cubicBezTo>
                    <a:pt x="13573" y="6317"/>
                    <a:pt x="13804" y="5905"/>
                    <a:pt x="13813" y="5464"/>
                  </a:cubicBezTo>
                  <a:lnTo>
                    <a:pt x="10688" y="4141"/>
                  </a:lnTo>
                  <a:cubicBezTo>
                    <a:pt x="9816" y="3767"/>
                    <a:pt x="9260" y="2924"/>
                    <a:pt x="9260" y="1984"/>
                  </a:cubicBezTo>
                  <a:lnTo>
                    <a:pt x="9260" y="1610"/>
                  </a:lnTo>
                  <a:cubicBezTo>
                    <a:pt x="9260" y="1390"/>
                    <a:pt x="9087" y="1227"/>
                    <a:pt x="8877" y="1227"/>
                  </a:cubicBezTo>
                  <a:lnTo>
                    <a:pt x="1707" y="1227"/>
                  </a:lnTo>
                  <a:lnTo>
                    <a:pt x="1343" y="163"/>
                  </a:lnTo>
                  <a:cubicBezTo>
                    <a:pt x="1314" y="67"/>
                    <a:pt x="1218" y="0"/>
                    <a:pt x="1122" y="0"/>
                  </a:cubicBezTo>
                  <a:close/>
                </a:path>
              </a:pathLst>
            </a:custGeom>
            <a:solidFill>
              <a:srgbClr val="99AA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1" name="Google Shape;7131;p62"/>
            <p:cNvSpPr/>
            <p:nvPr/>
          </p:nvSpPr>
          <p:spPr>
            <a:xfrm>
              <a:off x="5567329" y="2102062"/>
              <a:ext cx="111036" cy="101735"/>
            </a:xfrm>
            <a:custGeom>
              <a:avLst/>
              <a:gdLst/>
              <a:ahLst/>
              <a:cxnLst/>
              <a:rect l="l" t="t" r="r" b="b"/>
              <a:pathLst>
                <a:path w="4238" h="3883" extrusionOk="0">
                  <a:moveTo>
                    <a:pt x="29" y="1"/>
                  </a:moveTo>
                  <a:lnTo>
                    <a:pt x="0" y="30"/>
                  </a:lnTo>
                  <a:cubicBezTo>
                    <a:pt x="19" y="68"/>
                    <a:pt x="29" y="116"/>
                    <a:pt x="29" y="173"/>
                  </a:cubicBezTo>
                  <a:lnTo>
                    <a:pt x="29" y="547"/>
                  </a:lnTo>
                  <a:cubicBezTo>
                    <a:pt x="29" y="1487"/>
                    <a:pt x="585" y="2330"/>
                    <a:pt x="1457" y="2704"/>
                  </a:cubicBezTo>
                  <a:lnTo>
                    <a:pt x="4237" y="3883"/>
                  </a:lnTo>
                  <a:cubicBezTo>
                    <a:pt x="4237" y="3883"/>
                    <a:pt x="4112" y="308"/>
                    <a:pt x="355" y="1"/>
                  </a:cubicBez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2" name="Google Shape;7132;p62"/>
            <p:cNvSpPr/>
            <p:nvPr/>
          </p:nvSpPr>
          <p:spPr>
            <a:xfrm>
              <a:off x="5567329" y="2102062"/>
              <a:ext cx="111036" cy="101735"/>
            </a:xfrm>
            <a:custGeom>
              <a:avLst/>
              <a:gdLst/>
              <a:ahLst/>
              <a:cxnLst/>
              <a:rect l="l" t="t" r="r" b="b"/>
              <a:pathLst>
                <a:path w="4238" h="3883" extrusionOk="0">
                  <a:moveTo>
                    <a:pt x="29" y="1"/>
                  </a:moveTo>
                  <a:lnTo>
                    <a:pt x="0" y="30"/>
                  </a:lnTo>
                  <a:cubicBezTo>
                    <a:pt x="19" y="68"/>
                    <a:pt x="29" y="126"/>
                    <a:pt x="29" y="173"/>
                  </a:cubicBezTo>
                  <a:lnTo>
                    <a:pt x="29" y="442"/>
                  </a:lnTo>
                  <a:cubicBezTo>
                    <a:pt x="2684" y="701"/>
                    <a:pt x="3480" y="2627"/>
                    <a:pt x="3710" y="3653"/>
                  </a:cubicBezTo>
                  <a:lnTo>
                    <a:pt x="4237" y="3883"/>
                  </a:lnTo>
                  <a:cubicBezTo>
                    <a:pt x="4237" y="3883"/>
                    <a:pt x="4122" y="308"/>
                    <a:pt x="365" y="1"/>
                  </a:cubicBezTo>
                  <a:close/>
                </a:path>
              </a:pathLst>
            </a:custGeom>
            <a:solidFill>
              <a:srgbClr val="C7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3" name="Google Shape;7133;p62"/>
            <p:cNvSpPr/>
            <p:nvPr/>
          </p:nvSpPr>
          <p:spPr>
            <a:xfrm>
              <a:off x="5506309" y="2128943"/>
              <a:ext cx="37676" cy="63587"/>
            </a:xfrm>
            <a:custGeom>
              <a:avLst/>
              <a:gdLst/>
              <a:ahLst/>
              <a:cxnLst/>
              <a:rect l="l" t="t" r="r" b="b"/>
              <a:pathLst>
                <a:path w="1438" h="2427" extrusionOk="0">
                  <a:moveTo>
                    <a:pt x="173" y="1"/>
                  </a:moveTo>
                  <a:cubicBezTo>
                    <a:pt x="77" y="1"/>
                    <a:pt x="0" y="77"/>
                    <a:pt x="0" y="173"/>
                  </a:cubicBezTo>
                  <a:lnTo>
                    <a:pt x="0" y="2253"/>
                  </a:lnTo>
                  <a:cubicBezTo>
                    <a:pt x="0" y="2349"/>
                    <a:pt x="77" y="2426"/>
                    <a:pt x="173" y="2426"/>
                  </a:cubicBezTo>
                  <a:lnTo>
                    <a:pt x="1265" y="2426"/>
                  </a:lnTo>
                  <a:cubicBezTo>
                    <a:pt x="1271" y="2426"/>
                    <a:pt x="1276" y="2426"/>
                    <a:pt x="1281" y="2426"/>
                  </a:cubicBezTo>
                  <a:cubicBezTo>
                    <a:pt x="1370" y="2426"/>
                    <a:pt x="1438" y="2353"/>
                    <a:pt x="1438" y="2263"/>
                  </a:cubicBezTo>
                  <a:lnTo>
                    <a:pt x="1438" y="173"/>
                  </a:lnTo>
                  <a:cubicBezTo>
                    <a:pt x="1438" y="77"/>
                    <a:pt x="1361" y="1"/>
                    <a:pt x="1265" y="1"/>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4" name="Google Shape;7134;p62"/>
            <p:cNvSpPr/>
            <p:nvPr/>
          </p:nvSpPr>
          <p:spPr>
            <a:xfrm>
              <a:off x="5530413" y="2128681"/>
              <a:ext cx="13572" cy="63823"/>
            </a:xfrm>
            <a:custGeom>
              <a:avLst/>
              <a:gdLst/>
              <a:ahLst/>
              <a:cxnLst/>
              <a:rect l="l" t="t" r="r" b="b"/>
              <a:pathLst>
                <a:path w="518" h="2436" extrusionOk="0">
                  <a:moveTo>
                    <a:pt x="0" y="1"/>
                  </a:moveTo>
                  <a:lnTo>
                    <a:pt x="0" y="2436"/>
                  </a:lnTo>
                  <a:lnTo>
                    <a:pt x="345" y="2436"/>
                  </a:lnTo>
                  <a:cubicBezTo>
                    <a:pt x="441" y="2436"/>
                    <a:pt x="518" y="2359"/>
                    <a:pt x="518" y="2263"/>
                  </a:cubicBezTo>
                  <a:lnTo>
                    <a:pt x="518" y="183"/>
                  </a:lnTo>
                  <a:cubicBezTo>
                    <a:pt x="518" y="78"/>
                    <a:pt x="441" y="1"/>
                    <a:pt x="345" y="1"/>
                  </a:cubicBez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5" name="Google Shape;7135;p62"/>
            <p:cNvSpPr/>
            <p:nvPr/>
          </p:nvSpPr>
          <p:spPr>
            <a:xfrm>
              <a:off x="5503532" y="2078718"/>
              <a:ext cx="17606" cy="17868"/>
            </a:xfrm>
            <a:custGeom>
              <a:avLst/>
              <a:gdLst/>
              <a:ahLst/>
              <a:cxnLst/>
              <a:rect l="l" t="t" r="r" b="b"/>
              <a:pathLst>
                <a:path w="672" h="682" extrusionOk="0">
                  <a:moveTo>
                    <a:pt x="1" y="0"/>
                  </a:moveTo>
                  <a:lnTo>
                    <a:pt x="1" y="681"/>
                  </a:lnTo>
                  <a:lnTo>
                    <a:pt x="672" y="681"/>
                  </a:lnTo>
                  <a:lnTo>
                    <a:pt x="672" y="0"/>
                  </a:lnTo>
                  <a:close/>
                </a:path>
              </a:pathLst>
            </a:custGeom>
            <a:solidFill>
              <a:srgbClr val="C3CB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6" name="Google Shape;7136;p62"/>
            <p:cNvSpPr/>
            <p:nvPr/>
          </p:nvSpPr>
          <p:spPr>
            <a:xfrm>
              <a:off x="5489960" y="2060876"/>
              <a:ext cx="44226" cy="17868"/>
            </a:xfrm>
            <a:custGeom>
              <a:avLst/>
              <a:gdLst/>
              <a:ahLst/>
              <a:cxnLst/>
              <a:rect l="l" t="t" r="r" b="b"/>
              <a:pathLst>
                <a:path w="1688" h="682" extrusionOk="0">
                  <a:moveTo>
                    <a:pt x="212" y="1"/>
                  </a:moveTo>
                  <a:cubicBezTo>
                    <a:pt x="97" y="1"/>
                    <a:pt x="1" y="97"/>
                    <a:pt x="1" y="212"/>
                  </a:cubicBezTo>
                  <a:lnTo>
                    <a:pt x="1" y="471"/>
                  </a:lnTo>
                  <a:cubicBezTo>
                    <a:pt x="1" y="586"/>
                    <a:pt x="97" y="681"/>
                    <a:pt x="212" y="681"/>
                  </a:cubicBezTo>
                  <a:lnTo>
                    <a:pt x="1477" y="681"/>
                  </a:lnTo>
                  <a:cubicBezTo>
                    <a:pt x="1602" y="681"/>
                    <a:pt x="1688" y="586"/>
                    <a:pt x="1688" y="471"/>
                  </a:cubicBezTo>
                  <a:lnTo>
                    <a:pt x="1688" y="212"/>
                  </a:lnTo>
                  <a:cubicBezTo>
                    <a:pt x="1688" y="97"/>
                    <a:pt x="1592" y="1"/>
                    <a:pt x="1477"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7" name="Google Shape;7137;p62"/>
            <p:cNvSpPr/>
            <p:nvPr/>
          </p:nvSpPr>
          <p:spPr>
            <a:xfrm>
              <a:off x="5518859" y="2060640"/>
              <a:ext cx="15589" cy="18104"/>
            </a:xfrm>
            <a:custGeom>
              <a:avLst/>
              <a:gdLst/>
              <a:ahLst/>
              <a:cxnLst/>
              <a:rect l="l" t="t" r="r" b="b"/>
              <a:pathLst>
                <a:path w="595" h="691" extrusionOk="0">
                  <a:moveTo>
                    <a:pt x="0" y="0"/>
                  </a:moveTo>
                  <a:lnTo>
                    <a:pt x="0" y="10"/>
                  </a:lnTo>
                  <a:lnTo>
                    <a:pt x="0" y="690"/>
                  </a:lnTo>
                  <a:lnTo>
                    <a:pt x="374" y="690"/>
                  </a:lnTo>
                  <a:cubicBezTo>
                    <a:pt x="489" y="690"/>
                    <a:pt x="595" y="595"/>
                    <a:pt x="595" y="470"/>
                  </a:cubicBezTo>
                  <a:lnTo>
                    <a:pt x="595" y="221"/>
                  </a:lnTo>
                  <a:cubicBezTo>
                    <a:pt x="595" y="96"/>
                    <a:pt x="489" y="0"/>
                    <a:pt x="374" y="0"/>
                  </a:cubicBezTo>
                  <a:close/>
                </a:path>
              </a:pathLst>
            </a:custGeom>
            <a:solidFill>
              <a:srgbClr val="99AA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8" name="Google Shape;7138;p62"/>
            <p:cNvSpPr/>
            <p:nvPr/>
          </p:nvSpPr>
          <p:spPr>
            <a:xfrm>
              <a:off x="5496746" y="2016441"/>
              <a:ext cx="31178" cy="44461"/>
            </a:xfrm>
            <a:custGeom>
              <a:avLst/>
              <a:gdLst/>
              <a:ahLst/>
              <a:cxnLst/>
              <a:rect l="l" t="t" r="r" b="b"/>
              <a:pathLst>
                <a:path w="1190" h="1697" extrusionOk="0">
                  <a:moveTo>
                    <a:pt x="631" y="0"/>
                  </a:moveTo>
                  <a:cubicBezTo>
                    <a:pt x="626" y="0"/>
                    <a:pt x="620" y="0"/>
                    <a:pt x="614" y="0"/>
                  </a:cubicBezTo>
                  <a:lnTo>
                    <a:pt x="576" y="0"/>
                  </a:lnTo>
                  <a:cubicBezTo>
                    <a:pt x="260" y="0"/>
                    <a:pt x="1" y="250"/>
                    <a:pt x="1" y="566"/>
                  </a:cubicBezTo>
                  <a:lnTo>
                    <a:pt x="1" y="1697"/>
                  </a:lnTo>
                  <a:lnTo>
                    <a:pt x="1189" y="1697"/>
                  </a:lnTo>
                  <a:lnTo>
                    <a:pt x="1189" y="566"/>
                  </a:lnTo>
                  <a:cubicBezTo>
                    <a:pt x="1189" y="255"/>
                    <a:pt x="940" y="0"/>
                    <a:pt x="631" y="0"/>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39" name="Google Shape;7139;p62"/>
            <p:cNvSpPr/>
            <p:nvPr/>
          </p:nvSpPr>
          <p:spPr>
            <a:xfrm>
              <a:off x="5502039" y="2016441"/>
              <a:ext cx="25886" cy="44226"/>
            </a:xfrm>
            <a:custGeom>
              <a:avLst/>
              <a:gdLst/>
              <a:ahLst/>
              <a:cxnLst/>
              <a:rect l="l" t="t" r="r" b="b"/>
              <a:pathLst>
                <a:path w="988" h="1688" extrusionOk="0">
                  <a:moveTo>
                    <a:pt x="393" y="0"/>
                  </a:moveTo>
                  <a:cubicBezTo>
                    <a:pt x="249" y="0"/>
                    <a:pt x="115" y="48"/>
                    <a:pt x="0" y="144"/>
                  </a:cubicBezTo>
                  <a:cubicBezTo>
                    <a:pt x="230" y="230"/>
                    <a:pt x="383" y="451"/>
                    <a:pt x="393" y="690"/>
                  </a:cubicBezTo>
                  <a:lnTo>
                    <a:pt x="393" y="1687"/>
                  </a:lnTo>
                  <a:lnTo>
                    <a:pt x="987" y="1687"/>
                  </a:lnTo>
                  <a:lnTo>
                    <a:pt x="987" y="585"/>
                  </a:lnTo>
                  <a:cubicBezTo>
                    <a:pt x="978" y="259"/>
                    <a:pt x="719" y="0"/>
                    <a:pt x="393"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0" name="Google Shape;7140;p62"/>
            <p:cNvSpPr/>
            <p:nvPr/>
          </p:nvSpPr>
          <p:spPr>
            <a:xfrm>
              <a:off x="5363676" y="2019165"/>
              <a:ext cx="133096" cy="34741"/>
            </a:xfrm>
            <a:custGeom>
              <a:avLst/>
              <a:gdLst/>
              <a:ahLst/>
              <a:cxnLst/>
              <a:rect l="l" t="t" r="r" b="b"/>
              <a:pathLst>
                <a:path w="5080" h="1326" extrusionOk="0">
                  <a:moveTo>
                    <a:pt x="904" y="1"/>
                  </a:moveTo>
                  <a:cubicBezTo>
                    <a:pt x="734" y="1"/>
                    <a:pt x="566" y="67"/>
                    <a:pt x="440" y="184"/>
                  </a:cubicBezTo>
                  <a:cubicBezTo>
                    <a:pt x="1" y="595"/>
                    <a:pt x="300" y="1326"/>
                    <a:pt x="894" y="1326"/>
                  </a:cubicBezTo>
                  <a:cubicBezTo>
                    <a:pt x="909" y="1326"/>
                    <a:pt x="924" y="1325"/>
                    <a:pt x="939" y="1325"/>
                  </a:cubicBezTo>
                  <a:lnTo>
                    <a:pt x="5080" y="1037"/>
                  </a:lnTo>
                  <a:lnTo>
                    <a:pt x="5080" y="289"/>
                  </a:lnTo>
                  <a:lnTo>
                    <a:pt x="939" y="2"/>
                  </a:lnTo>
                  <a:cubicBezTo>
                    <a:pt x="927" y="1"/>
                    <a:pt x="916" y="1"/>
                    <a:pt x="904" y="1"/>
                  </a:cubicBezTo>
                  <a:close/>
                </a:path>
              </a:pathLst>
            </a:custGeom>
            <a:solidFill>
              <a:srgbClr val="AFBA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1" name="Google Shape;7141;p62"/>
            <p:cNvSpPr/>
            <p:nvPr/>
          </p:nvSpPr>
          <p:spPr>
            <a:xfrm>
              <a:off x="5482939" y="2025977"/>
              <a:ext cx="14331" cy="21379"/>
            </a:xfrm>
            <a:custGeom>
              <a:avLst/>
              <a:gdLst/>
              <a:ahLst/>
              <a:cxnLst/>
              <a:rect l="l" t="t" r="r" b="b"/>
              <a:pathLst>
                <a:path w="547" h="816" extrusionOk="0">
                  <a:moveTo>
                    <a:pt x="49" y="1"/>
                  </a:moveTo>
                  <a:cubicBezTo>
                    <a:pt x="20" y="68"/>
                    <a:pt x="1" y="144"/>
                    <a:pt x="1" y="221"/>
                  </a:cubicBezTo>
                  <a:lnTo>
                    <a:pt x="10" y="221"/>
                  </a:lnTo>
                  <a:lnTo>
                    <a:pt x="10" y="815"/>
                  </a:lnTo>
                  <a:lnTo>
                    <a:pt x="547" y="777"/>
                  </a:lnTo>
                  <a:lnTo>
                    <a:pt x="547" y="29"/>
                  </a:lnTo>
                  <a:lnTo>
                    <a:pt x="49" y="1"/>
                  </a:lnTo>
                  <a:close/>
                </a:path>
              </a:pathLst>
            </a:custGeom>
            <a:solidFill>
              <a:srgbClr val="79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2" name="Google Shape;7142;p62"/>
            <p:cNvSpPr/>
            <p:nvPr/>
          </p:nvSpPr>
          <p:spPr>
            <a:xfrm>
              <a:off x="5584647" y="2123179"/>
              <a:ext cx="26645" cy="52007"/>
            </a:xfrm>
            <a:custGeom>
              <a:avLst/>
              <a:gdLst/>
              <a:ahLst/>
              <a:cxnLst/>
              <a:rect l="l" t="t" r="r" b="b"/>
              <a:pathLst>
                <a:path w="1017" h="1985" extrusionOk="0">
                  <a:moveTo>
                    <a:pt x="509" y="0"/>
                  </a:moveTo>
                  <a:cubicBezTo>
                    <a:pt x="255" y="0"/>
                    <a:pt x="1" y="173"/>
                    <a:pt x="20" y="518"/>
                  </a:cubicBezTo>
                  <a:lnTo>
                    <a:pt x="20" y="1361"/>
                  </a:lnTo>
                  <a:cubicBezTo>
                    <a:pt x="240" y="1582"/>
                    <a:pt x="499" y="1773"/>
                    <a:pt x="796" y="1898"/>
                  </a:cubicBezTo>
                  <a:lnTo>
                    <a:pt x="998" y="1984"/>
                  </a:lnTo>
                  <a:lnTo>
                    <a:pt x="998" y="518"/>
                  </a:lnTo>
                  <a:cubicBezTo>
                    <a:pt x="1017" y="173"/>
                    <a:pt x="763" y="0"/>
                    <a:pt x="509" y="0"/>
                  </a:cubicBezTo>
                  <a:close/>
                </a:path>
              </a:pathLst>
            </a:custGeom>
            <a:solidFill>
              <a:srgbClr val="D6DB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3" name="Google Shape;7143;p62"/>
            <p:cNvSpPr/>
            <p:nvPr/>
          </p:nvSpPr>
          <p:spPr>
            <a:xfrm>
              <a:off x="5592429" y="2123913"/>
              <a:ext cx="18366" cy="51011"/>
            </a:xfrm>
            <a:custGeom>
              <a:avLst/>
              <a:gdLst/>
              <a:ahLst/>
              <a:cxnLst/>
              <a:rect l="l" t="t" r="r" b="b"/>
              <a:pathLst>
                <a:path w="701" h="1947" extrusionOk="0">
                  <a:moveTo>
                    <a:pt x="229" y="1"/>
                  </a:moveTo>
                  <a:cubicBezTo>
                    <a:pt x="223" y="1"/>
                    <a:pt x="217" y="1"/>
                    <a:pt x="212" y="1"/>
                  </a:cubicBezTo>
                  <a:cubicBezTo>
                    <a:pt x="135" y="1"/>
                    <a:pt x="68" y="20"/>
                    <a:pt x="1" y="49"/>
                  </a:cubicBezTo>
                  <a:cubicBezTo>
                    <a:pt x="173" y="125"/>
                    <a:pt x="279" y="298"/>
                    <a:pt x="279" y="490"/>
                  </a:cubicBezTo>
                  <a:lnTo>
                    <a:pt x="279" y="1765"/>
                  </a:lnTo>
                  <a:cubicBezTo>
                    <a:pt x="346" y="1793"/>
                    <a:pt x="423" y="1832"/>
                    <a:pt x="490" y="1860"/>
                  </a:cubicBezTo>
                  <a:lnTo>
                    <a:pt x="701" y="1947"/>
                  </a:lnTo>
                  <a:lnTo>
                    <a:pt x="701" y="490"/>
                  </a:lnTo>
                  <a:cubicBezTo>
                    <a:pt x="701" y="218"/>
                    <a:pt x="489" y="1"/>
                    <a:pt x="229"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4" name="Google Shape;7144;p62"/>
            <p:cNvSpPr/>
            <p:nvPr/>
          </p:nvSpPr>
          <p:spPr>
            <a:xfrm>
              <a:off x="5526378" y="2019165"/>
              <a:ext cx="133096" cy="34558"/>
            </a:xfrm>
            <a:custGeom>
              <a:avLst/>
              <a:gdLst/>
              <a:ahLst/>
              <a:cxnLst/>
              <a:rect l="l" t="t" r="r" b="b"/>
              <a:pathLst>
                <a:path w="5080" h="1319" extrusionOk="0">
                  <a:moveTo>
                    <a:pt x="4186" y="0"/>
                  </a:moveTo>
                  <a:cubicBezTo>
                    <a:pt x="4172" y="0"/>
                    <a:pt x="4157" y="1"/>
                    <a:pt x="4142" y="2"/>
                  </a:cubicBezTo>
                  <a:lnTo>
                    <a:pt x="1" y="289"/>
                  </a:lnTo>
                  <a:lnTo>
                    <a:pt x="1" y="1037"/>
                  </a:lnTo>
                  <a:lnTo>
                    <a:pt x="4142" y="1315"/>
                  </a:lnTo>
                  <a:cubicBezTo>
                    <a:pt x="4162" y="1317"/>
                    <a:pt x="4183" y="1318"/>
                    <a:pt x="4204" y="1318"/>
                  </a:cubicBezTo>
                  <a:cubicBezTo>
                    <a:pt x="4365" y="1318"/>
                    <a:pt x="4521" y="1253"/>
                    <a:pt x="4640" y="1142"/>
                  </a:cubicBezTo>
                  <a:cubicBezTo>
                    <a:pt x="5080" y="731"/>
                    <a:pt x="4771" y="0"/>
                    <a:pt x="4186" y="0"/>
                  </a:cubicBezTo>
                  <a:close/>
                </a:path>
              </a:pathLst>
            </a:custGeom>
            <a:solidFill>
              <a:srgbClr val="AFBA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5" name="Google Shape;7145;p62"/>
            <p:cNvSpPr/>
            <p:nvPr/>
          </p:nvSpPr>
          <p:spPr>
            <a:xfrm>
              <a:off x="5526143" y="2025977"/>
              <a:ext cx="14593" cy="21379"/>
            </a:xfrm>
            <a:custGeom>
              <a:avLst/>
              <a:gdLst/>
              <a:ahLst/>
              <a:cxnLst/>
              <a:rect l="l" t="t" r="r" b="b"/>
              <a:pathLst>
                <a:path w="557" h="816" extrusionOk="0">
                  <a:moveTo>
                    <a:pt x="508" y="1"/>
                  </a:moveTo>
                  <a:lnTo>
                    <a:pt x="0" y="29"/>
                  </a:lnTo>
                  <a:lnTo>
                    <a:pt x="0" y="777"/>
                  </a:lnTo>
                  <a:lnTo>
                    <a:pt x="547" y="815"/>
                  </a:lnTo>
                  <a:lnTo>
                    <a:pt x="547" y="221"/>
                  </a:lnTo>
                  <a:lnTo>
                    <a:pt x="556" y="221"/>
                  </a:lnTo>
                  <a:cubicBezTo>
                    <a:pt x="547" y="144"/>
                    <a:pt x="537" y="68"/>
                    <a:pt x="508" y="1"/>
                  </a:cubicBezTo>
                  <a:close/>
                </a:path>
              </a:pathLst>
            </a:custGeom>
            <a:solidFill>
              <a:srgbClr val="79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46" name="Google Shape;7146;p62"/>
          <p:cNvGrpSpPr/>
          <p:nvPr/>
        </p:nvGrpSpPr>
        <p:grpSpPr>
          <a:xfrm>
            <a:off x="4866596" y="1836625"/>
            <a:ext cx="364180" cy="274812"/>
            <a:chOff x="4870671" y="2017200"/>
            <a:chExt cx="364180" cy="274812"/>
          </a:xfrm>
        </p:grpSpPr>
        <p:sp>
          <p:nvSpPr>
            <p:cNvPr id="7147" name="Google Shape;7147;p62"/>
            <p:cNvSpPr/>
            <p:nvPr/>
          </p:nvSpPr>
          <p:spPr>
            <a:xfrm>
              <a:off x="5143151" y="2097294"/>
              <a:ext cx="91700" cy="115044"/>
            </a:xfrm>
            <a:custGeom>
              <a:avLst/>
              <a:gdLst/>
              <a:ahLst/>
              <a:cxnLst/>
              <a:rect l="l" t="t" r="r" b="b"/>
              <a:pathLst>
                <a:path w="3500" h="4391" extrusionOk="0">
                  <a:moveTo>
                    <a:pt x="1" y="1"/>
                  </a:moveTo>
                  <a:lnTo>
                    <a:pt x="1" y="4391"/>
                  </a:lnTo>
                  <a:cubicBezTo>
                    <a:pt x="1" y="4391"/>
                    <a:pt x="1457" y="3070"/>
                    <a:pt x="2833" y="3070"/>
                  </a:cubicBezTo>
                  <a:cubicBezTo>
                    <a:pt x="2922" y="3070"/>
                    <a:pt x="3009" y="3076"/>
                    <a:pt x="3097" y="3087"/>
                  </a:cubicBezTo>
                  <a:cubicBezTo>
                    <a:pt x="3113" y="3089"/>
                    <a:pt x="3129" y="3091"/>
                    <a:pt x="3145" y="3091"/>
                  </a:cubicBezTo>
                  <a:cubicBezTo>
                    <a:pt x="3336" y="3091"/>
                    <a:pt x="3499" y="2936"/>
                    <a:pt x="3499" y="2733"/>
                  </a:cubicBezTo>
                  <a:lnTo>
                    <a:pt x="3499" y="1659"/>
                  </a:lnTo>
                  <a:cubicBezTo>
                    <a:pt x="3499" y="1456"/>
                    <a:pt x="3336" y="1301"/>
                    <a:pt x="3145" y="1301"/>
                  </a:cubicBezTo>
                  <a:cubicBezTo>
                    <a:pt x="3129" y="1301"/>
                    <a:pt x="3113" y="1302"/>
                    <a:pt x="3097" y="1304"/>
                  </a:cubicBezTo>
                  <a:cubicBezTo>
                    <a:pt x="3009" y="1316"/>
                    <a:pt x="2922" y="1321"/>
                    <a:pt x="2833" y="1321"/>
                  </a:cubicBezTo>
                  <a:cubicBezTo>
                    <a:pt x="1457" y="1321"/>
                    <a:pt x="1" y="1"/>
                    <a:pt x="1"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8" name="Google Shape;7148;p62"/>
            <p:cNvSpPr/>
            <p:nvPr/>
          </p:nvSpPr>
          <p:spPr>
            <a:xfrm>
              <a:off x="5143151" y="2097058"/>
              <a:ext cx="33667" cy="115280"/>
            </a:xfrm>
            <a:custGeom>
              <a:avLst/>
              <a:gdLst/>
              <a:ahLst/>
              <a:cxnLst/>
              <a:rect l="l" t="t" r="r" b="b"/>
              <a:pathLst>
                <a:path w="1285" h="4400" extrusionOk="0">
                  <a:moveTo>
                    <a:pt x="1" y="0"/>
                  </a:moveTo>
                  <a:lnTo>
                    <a:pt x="1" y="4400"/>
                  </a:lnTo>
                  <a:cubicBezTo>
                    <a:pt x="336" y="4112"/>
                    <a:pt x="691" y="3854"/>
                    <a:pt x="1074" y="3633"/>
                  </a:cubicBezTo>
                  <a:cubicBezTo>
                    <a:pt x="1218" y="3173"/>
                    <a:pt x="1285" y="2684"/>
                    <a:pt x="1285" y="2195"/>
                  </a:cubicBezTo>
                  <a:cubicBezTo>
                    <a:pt x="1285" y="1706"/>
                    <a:pt x="1218" y="1227"/>
                    <a:pt x="1074" y="757"/>
                  </a:cubicBezTo>
                  <a:cubicBezTo>
                    <a:pt x="691" y="547"/>
                    <a:pt x="336" y="288"/>
                    <a:pt x="1"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9" name="Google Shape;7149;p62"/>
            <p:cNvSpPr/>
            <p:nvPr/>
          </p:nvSpPr>
          <p:spPr>
            <a:xfrm>
              <a:off x="4870671" y="2017200"/>
              <a:ext cx="290584" cy="274471"/>
            </a:xfrm>
            <a:custGeom>
              <a:avLst/>
              <a:gdLst/>
              <a:ahLst/>
              <a:cxnLst/>
              <a:rect l="l" t="t" r="r" b="b"/>
              <a:pathLst>
                <a:path w="11091" h="10476" extrusionOk="0">
                  <a:moveTo>
                    <a:pt x="5694" y="0"/>
                  </a:moveTo>
                  <a:cubicBezTo>
                    <a:pt x="5474" y="0"/>
                    <a:pt x="5253" y="10"/>
                    <a:pt x="5042" y="38"/>
                  </a:cubicBezTo>
                  <a:cubicBezTo>
                    <a:pt x="4793" y="48"/>
                    <a:pt x="4553" y="96"/>
                    <a:pt x="4323" y="182"/>
                  </a:cubicBezTo>
                  <a:cubicBezTo>
                    <a:pt x="1649" y="901"/>
                    <a:pt x="0" y="3566"/>
                    <a:pt x="547" y="6269"/>
                  </a:cubicBezTo>
                  <a:cubicBezTo>
                    <a:pt x="1038" y="8741"/>
                    <a:pt x="3212" y="10475"/>
                    <a:pt x="5669" y="10475"/>
                  </a:cubicBezTo>
                  <a:cubicBezTo>
                    <a:pt x="5899" y="10475"/>
                    <a:pt x="6131" y="10460"/>
                    <a:pt x="6365" y="10429"/>
                  </a:cubicBezTo>
                  <a:cubicBezTo>
                    <a:pt x="9107" y="10074"/>
                    <a:pt x="11091" y="7659"/>
                    <a:pt x="10918" y="4898"/>
                  </a:cubicBezTo>
                  <a:cubicBezTo>
                    <a:pt x="10736" y="2147"/>
                    <a:pt x="8455" y="0"/>
                    <a:pt x="5694" y="0"/>
                  </a:cubicBezTo>
                  <a:close/>
                </a:path>
              </a:pathLst>
            </a:custGeom>
            <a:solidFill>
              <a:srgbClr val="EE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0" name="Google Shape;7150;p62"/>
            <p:cNvSpPr/>
            <p:nvPr/>
          </p:nvSpPr>
          <p:spPr>
            <a:xfrm>
              <a:off x="4911595" y="2046309"/>
              <a:ext cx="263729" cy="245704"/>
            </a:xfrm>
            <a:custGeom>
              <a:avLst/>
              <a:gdLst/>
              <a:ahLst/>
              <a:cxnLst/>
              <a:rect l="l" t="t" r="r" b="b"/>
              <a:pathLst>
                <a:path w="10066" h="9378" extrusionOk="0">
                  <a:moveTo>
                    <a:pt x="7362" y="1"/>
                  </a:moveTo>
                  <a:lnTo>
                    <a:pt x="7362" y="1"/>
                  </a:lnTo>
                  <a:cubicBezTo>
                    <a:pt x="9002" y="2091"/>
                    <a:pt x="8819" y="5072"/>
                    <a:pt x="6941" y="6950"/>
                  </a:cubicBezTo>
                  <a:cubicBezTo>
                    <a:pt x="5927" y="7969"/>
                    <a:pt x="4586" y="8486"/>
                    <a:pt x="3238" y="8486"/>
                  </a:cubicBezTo>
                  <a:cubicBezTo>
                    <a:pt x="2100" y="8486"/>
                    <a:pt x="957" y="8118"/>
                    <a:pt x="1" y="7372"/>
                  </a:cubicBezTo>
                  <a:lnTo>
                    <a:pt x="1" y="7372"/>
                  </a:lnTo>
                  <a:cubicBezTo>
                    <a:pt x="1040" y="8699"/>
                    <a:pt x="2579" y="9378"/>
                    <a:pt x="4125" y="9378"/>
                  </a:cubicBezTo>
                  <a:cubicBezTo>
                    <a:pt x="5461" y="9378"/>
                    <a:pt x="6802" y="8872"/>
                    <a:pt x="7832" y="7842"/>
                  </a:cubicBezTo>
                  <a:cubicBezTo>
                    <a:pt x="10065" y="5618"/>
                    <a:pt x="9845" y="1947"/>
                    <a:pt x="7362" y="1"/>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1" name="Google Shape;7151;p62"/>
            <p:cNvSpPr/>
            <p:nvPr/>
          </p:nvSpPr>
          <p:spPr>
            <a:xfrm>
              <a:off x="4872688" y="2101774"/>
              <a:ext cx="28899" cy="103045"/>
            </a:xfrm>
            <a:custGeom>
              <a:avLst/>
              <a:gdLst/>
              <a:ahLst/>
              <a:cxnLst/>
              <a:rect l="l" t="t" r="r" b="b"/>
              <a:pathLst>
                <a:path w="1103" h="3933" extrusionOk="0">
                  <a:moveTo>
                    <a:pt x="864" y="0"/>
                  </a:moveTo>
                  <a:cubicBezTo>
                    <a:pt x="827" y="0"/>
                    <a:pt x="790" y="10"/>
                    <a:pt x="757" y="31"/>
                  </a:cubicBezTo>
                  <a:cubicBezTo>
                    <a:pt x="297" y="328"/>
                    <a:pt x="0" y="1085"/>
                    <a:pt x="0" y="1967"/>
                  </a:cubicBezTo>
                  <a:cubicBezTo>
                    <a:pt x="0" y="2840"/>
                    <a:pt x="297" y="3606"/>
                    <a:pt x="757" y="3894"/>
                  </a:cubicBezTo>
                  <a:cubicBezTo>
                    <a:pt x="786" y="3913"/>
                    <a:pt x="824" y="3932"/>
                    <a:pt x="872" y="3932"/>
                  </a:cubicBezTo>
                  <a:cubicBezTo>
                    <a:pt x="920" y="3932"/>
                    <a:pt x="959" y="3913"/>
                    <a:pt x="1007" y="3884"/>
                  </a:cubicBezTo>
                  <a:cubicBezTo>
                    <a:pt x="1074" y="3836"/>
                    <a:pt x="1102" y="3741"/>
                    <a:pt x="1074" y="3654"/>
                  </a:cubicBezTo>
                  <a:cubicBezTo>
                    <a:pt x="872" y="3118"/>
                    <a:pt x="777" y="2542"/>
                    <a:pt x="777" y="1967"/>
                  </a:cubicBezTo>
                  <a:cubicBezTo>
                    <a:pt x="777" y="1392"/>
                    <a:pt x="872" y="817"/>
                    <a:pt x="1064" y="280"/>
                  </a:cubicBezTo>
                  <a:cubicBezTo>
                    <a:pt x="1093" y="194"/>
                    <a:pt x="1064" y="98"/>
                    <a:pt x="997" y="50"/>
                  </a:cubicBezTo>
                  <a:cubicBezTo>
                    <a:pt x="959" y="18"/>
                    <a:pt x="912" y="0"/>
                    <a:pt x="864" y="0"/>
                  </a:cubicBezTo>
                  <a:close/>
                </a:path>
              </a:pathLst>
            </a:custGeom>
            <a:solidFill>
              <a:srgbClr val="D6DD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2" name="Google Shape;7152;p62"/>
            <p:cNvSpPr/>
            <p:nvPr/>
          </p:nvSpPr>
          <p:spPr>
            <a:xfrm>
              <a:off x="4873946" y="2075024"/>
              <a:ext cx="73858" cy="159427"/>
            </a:xfrm>
            <a:custGeom>
              <a:avLst/>
              <a:gdLst/>
              <a:ahLst/>
              <a:cxnLst/>
              <a:rect l="l" t="t" r="r" b="b"/>
              <a:pathLst>
                <a:path w="2819" h="6085" extrusionOk="0">
                  <a:moveTo>
                    <a:pt x="1342" y="0"/>
                  </a:moveTo>
                  <a:cubicBezTo>
                    <a:pt x="1325" y="0"/>
                    <a:pt x="1308" y="2"/>
                    <a:pt x="1294" y="7"/>
                  </a:cubicBezTo>
                  <a:cubicBezTo>
                    <a:pt x="0" y="1829"/>
                    <a:pt x="0" y="4263"/>
                    <a:pt x="1294" y="6084"/>
                  </a:cubicBezTo>
                  <a:lnTo>
                    <a:pt x="1390" y="6084"/>
                  </a:lnTo>
                  <a:cubicBezTo>
                    <a:pt x="1572" y="6084"/>
                    <a:pt x="1812" y="5883"/>
                    <a:pt x="2003" y="5691"/>
                  </a:cubicBezTo>
                  <a:cubicBezTo>
                    <a:pt x="2291" y="5394"/>
                    <a:pt x="2502" y="5020"/>
                    <a:pt x="2598" y="4618"/>
                  </a:cubicBezTo>
                  <a:cubicBezTo>
                    <a:pt x="2607" y="4589"/>
                    <a:pt x="2617" y="4589"/>
                    <a:pt x="2617" y="4589"/>
                  </a:cubicBezTo>
                  <a:cubicBezTo>
                    <a:pt x="2751" y="4091"/>
                    <a:pt x="2818" y="3573"/>
                    <a:pt x="2818" y="3055"/>
                  </a:cubicBezTo>
                  <a:cubicBezTo>
                    <a:pt x="2818" y="1397"/>
                    <a:pt x="2176" y="17"/>
                    <a:pt x="1390" y="7"/>
                  </a:cubicBezTo>
                  <a:cubicBezTo>
                    <a:pt x="1376" y="2"/>
                    <a:pt x="1359" y="0"/>
                    <a:pt x="134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3" name="Google Shape;7153;p62"/>
            <p:cNvSpPr/>
            <p:nvPr/>
          </p:nvSpPr>
          <p:spPr>
            <a:xfrm>
              <a:off x="4904312" y="2074945"/>
              <a:ext cx="43492" cy="159244"/>
            </a:xfrm>
            <a:custGeom>
              <a:avLst/>
              <a:gdLst/>
              <a:ahLst/>
              <a:cxnLst/>
              <a:rect l="l" t="t" r="r" b="b"/>
              <a:pathLst>
                <a:path w="1660" h="6078" extrusionOk="0">
                  <a:moveTo>
                    <a:pt x="125" y="1"/>
                  </a:moveTo>
                  <a:cubicBezTo>
                    <a:pt x="97" y="39"/>
                    <a:pt x="58" y="87"/>
                    <a:pt x="30" y="135"/>
                  </a:cubicBezTo>
                  <a:cubicBezTo>
                    <a:pt x="605" y="547"/>
                    <a:pt x="1026" y="1697"/>
                    <a:pt x="1017" y="3030"/>
                  </a:cubicBezTo>
                  <a:cubicBezTo>
                    <a:pt x="1017" y="3547"/>
                    <a:pt x="950" y="4065"/>
                    <a:pt x="825" y="4573"/>
                  </a:cubicBezTo>
                  <a:cubicBezTo>
                    <a:pt x="816" y="4582"/>
                    <a:pt x="816" y="4602"/>
                    <a:pt x="806" y="4611"/>
                  </a:cubicBezTo>
                  <a:cubicBezTo>
                    <a:pt x="710" y="5023"/>
                    <a:pt x="499" y="5397"/>
                    <a:pt x="212" y="5694"/>
                  </a:cubicBezTo>
                  <a:cubicBezTo>
                    <a:pt x="145" y="5761"/>
                    <a:pt x="78" y="5819"/>
                    <a:pt x="1" y="5886"/>
                  </a:cubicBezTo>
                  <a:cubicBezTo>
                    <a:pt x="39" y="5944"/>
                    <a:pt x="87" y="6011"/>
                    <a:pt x="135" y="6078"/>
                  </a:cubicBezTo>
                  <a:lnTo>
                    <a:pt x="231" y="6078"/>
                  </a:lnTo>
                  <a:cubicBezTo>
                    <a:pt x="413" y="6078"/>
                    <a:pt x="653" y="5877"/>
                    <a:pt x="844" y="5685"/>
                  </a:cubicBezTo>
                  <a:cubicBezTo>
                    <a:pt x="1132" y="5388"/>
                    <a:pt x="1343" y="5014"/>
                    <a:pt x="1439" y="4602"/>
                  </a:cubicBezTo>
                  <a:cubicBezTo>
                    <a:pt x="1448" y="4592"/>
                    <a:pt x="1448" y="4573"/>
                    <a:pt x="1448" y="4563"/>
                  </a:cubicBezTo>
                  <a:cubicBezTo>
                    <a:pt x="1582" y="4065"/>
                    <a:pt x="1650" y="3547"/>
                    <a:pt x="1650" y="3030"/>
                  </a:cubicBezTo>
                  <a:cubicBezTo>
                    <a:pt x="1659" y="1391"/>
                    <a:pt x="1017" y="10"/>
                    <a:pt x="231"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4" name="Google Shape;7154;p62"/>
            <p:cNvSpPr/>
            <p:nvPr/>
          </p:nvSpPr>
          <p:spPr>
            <a:xfrm>
              <a:off x="4877693" y="2119407"/>
              <a:ext cx="36706" cy="70583"/>
            </a:xfrm>
            <a:custGeom>
              <a:avLst/>
              <a:gdLst/>
              <a:ahLst/>
              <a:cxnLst/>
              <a:rect l="l" t="t" r="r" b="b"/>
              <a:pathLst>
                <a:path w="1401" h="2694" extrusionOk="0">
                  <a:moveTo>
                    <a:pt x="701" y="0"/>
                  </a:moveTo>
                  <a:cubicBezTo>
                    <a:pt x="308" y="0"/>
                    <a:pt x="1" y="595"/>
                    <a:pt x="1" y="1342"/>
                  </a:cubicBezTo>
                  <a:cubicBezTo>
                    <a:pt x="1" y="2099"/>
                    <a:pt x="308" y="2694"/>
                    <a:pt x="701" y="2694"/>
                  </a:cubicBezTo>
                  <a:cubicBezTo>
                    <a:pt x="1084" y="2694"/>
                    <a:pt x="1400" y="2090"/>
                    <a:pt x="1400" y="1342"/>
                  </a:cubicBezTo>
                  <a:cubicBezTo>
                    <a:pt x="1400" y="604"/>
                    <a:pt x="1084" y="0"/>
                    <a:pt x="701"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5" name="Google Shape;7155;p62"/>
            <p:cNvSpPr/>
            <p:nvPr/>
          </p:nvSpPr>
          <p:spPr>
            <a:xfrm>
              <a:off x="5047888" y="2085504"/>
              <a:ext cx="106346" cy="54024"/>
            </a:xfrm>
            <a:custGeom>
              <a:avLst/>
              <a:gdLst/>
              <a:ahLst/>
              <a:cxnLst/>
              <a:rect l="l" t="t" r="r" b="b"/>
              <a:pathLst>
                <a:path w="4059" h="2062" extrusionOk="0">
                  <a:moveTo>
                    <a:pt x="2031" y="0"/>
                  </a:moveTo>
                  <a:cubicBezTo>
                    <a:pt x="1978" y="0"/>
                    <a:pt x="1926" y="19"/>
                    <a:pt x="1882" y="58"/>
                  </a:cubicBezTo>
                  <a:cubicBezTo>
                    <a:pt x="1652" y="317"/>
                    <a:pt x="1537" y="652"/>
                    <a:pt x="1576" y="988"/>
                  </a:cubicBezTo>
                  <a:cubicBezTo>
                    <a:pt x="1326" y="838"/>
                    <a:pt x="1039" y="731"/>
                    <a:pt x="521" y="731"/>
                  </a:cubicBezTo>
                  <a:cubicBezTo>
                    <a:pt x="444" y="731"/>
                    <a:pt x="361" y="733"/>
                    <a:pt x="272" y="738"/>
                  </a:cubicBezTo>
                  <a:cubicBezTo>
                    <a:pt x="0" y="757"/>
                    <a:pt x="22" y="1161"/>
                    <a:pt x="283" y="1161"/>
                  </a:cubicBezTo>
                  <a:cubicBezTo>
                    <a:pt x="289" y="1161"/>
                    <a:pt x="295" y="1161"/>
                    <a:pt x="301" y="1160"/>
                  </a:cubicBezTo>
                  <a:cubicBezTo>
                    <a:pt x="390" y="1154"/>
                    <a:pt x="472" y="1151"/>
                    <a:pt x="547" y="1151"/>
                  </a:cubicBezTo>
                  <a:cubicBezTo>
                    <a:pt x="1076" y="1151"/>
                    <a:pt x="1282" y="1293"/>
                    <a:pt x="1576" y="1486"/>
                  </a:cubicBezTo>
                  <a:cubicBezTo>
                    <a:pt x="1643" y="1534"/>
                    <a:pt x="1729" y="1591"/>
                    <a:pt x="1825" y="1649"/>
                  </a:cubicBezTo>
                  <a:cubicBezTo>
                    <a:pt x="2017" y="1774"/>
                    <a:pt x="2218" y="1869"/>
                    <a:pt x="2429" y="1956"/>
                  </a:cubicBezTo>
                  <a:cubicBezTo>
                    <a:pt x="2611" y="2023"/>
                    <a:pt x="2812" y="2061"/>
                    <a:pt x="3004" y="2061"/>
                  </a:cubicBezTo>
                  <a:cubicBezTo>
                    <a:pt x="3282" y="2061"/>
                    <a:pt x="3550" y="1975"/>
                    <a:pt x="3771" y="1812"/>
                  </a:cubicBezTo>
                  <a:cubicBezTo>
                    <a:pt x="3876" y="1735"/>
                    <a:pt x="3982" y="1639"/>
                    <a:pt x="4058" y="1524"/>
                  </a:cubicBezTo>
                  <a:cubicBezTo>
                    <a:pt x="4020" y="1361"/>
                    <a:pt x="3982" y="1198"/>
                    <a:pt x="3924" y="1045"/>
                  </a:cubicBezTo>
                  <a:cubicBezTo>
                    <a:pt x="3876" y="1055"/>
                    <a:pt x="3838" y="1093"/>
                    <a:pt x="3819" y="1141"/>
                  </a:cubicBezTo>
                  <a:cubicBezTo>
                    <a:pt x="3732" y="1275"/>
                    <a:pt x="3627" y="1390"/>
                    <a:pt x="3502" y="1486"/>
                  </a:cubicBezTo>
                  <a:cubicBezTo>
                    <a:pt x="3354" y="1596"/>
                    <a:pt x="3190" y="1649"/>
                    <a:pt x="3009" y="1649"/>
                  </a:cubicBezTo>
                  <a:cubicBezTo>
                    <a:pt x="2876" y="1649"/>
                    <a:pt x="2733" y="1620"/>
                    <a:pt x="2582" y="1563"/>
                  </a:cubicBezTo>
                  <a:cubicBezTo>
                    <a:pt x="2410" y="1496"/>
                    <a:pt x="2247" y="1419"/>
                    <a:pt x="2093" y="1323"/>
                  </a:cubicBezTo>
                  <a:cubicBezTo>
                    <a:pt x="1825" y="729"/>
                    <a:pt x="2160" y="374"/>
                    <a:pt x="2180" y="355"/>
                  </a:cubicBezTo>
                  <a:cubicBezTo>
                    <a:pt x="2256" y="278"/>
                    <a:pt x="2256" y="144"/>
                    <a:pt x="2180" y="58"/>
                  </a:cubicBezTo>
                  <a:cubicBezTo>
                    <a:pt x="2136" y="19"/>
                    <a:pt x="2084" y="0"/>
                    <a:pt x="203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6" name="Google Shape;7156;p62"/>
            <p:cNvSpPr/>
            <p:nvPr/>
          </p:nvSpPr>
          <p:spPr>
            <a:xfrm>
              <a:off x="5056508" y="2170313"/>
              <a:ext cx="99717" cy="68644"/>
            </a:xfrm>
            <a:custGeom>
              <a:avLst/>
              <a:gdLst/>
              <a:ahLst/>
              <a:cxnLst/>
              <a:rect l="l" t="t" r="r" b="b"/>
              <a:pathLst>
                <a:path w="3806" h="2620" extrusionOk="0">
                  <a:moveTo>
                    <a:pt x="3681" y="1"/>
                  </a:moveTo>
                  <a:cubicBezTo>
                    <a:pt x="3672" y="1"/>
                    <a:pt x="3662" y="2"/>
                    <a:pt x="3653" y="3"/>
                  </a:cubicBezTo>
                  <a:cubicBezTo>
                    <a:pt x="3202" y="61"/>
                    <a:pt x="2771" y="176"/>
                    <a:pt x="2349" y="339"/>
                  </a:cubicBezTo>
                  <a:cubicBezTo>
                    <a:pt x="2100" y="434"/>
                    <a:pt x="1851" y="559"/>
                    <a:pt x="1611" y="693"/>
                  </a:cubicBezTo>
                  <a:cubicBezTo>
                    <a:pt x="1601" y="703"/>
                    <a:pt x="1582" y="712"/>
                    <a:pt x="1573" y="722"/>
                  </a:cubicBezTo>
                  <a:cubicBezTo>
                    <a:pt x="1314" y="875"/>
                    <a:pt x="1065" y="1048"/>
                    <a:pt x="835" y="1259"/>
                  </a:cubicBezTo>
                  <a:cubicBezTo>
                    <a:pt x="451" y="942"/>
                    <a:pt x="528" y="415"/>
                    <a:pt x="537" y="387"/>
                  </a:cubicBezTo>
                  <a:cubicBezTo>
                    <a:pt x="548" y="241"/>
                    <a:pt x="435" y="160"/>
                    <a:pt x="324" y="160"/>
                  </a:cubicBezTo>
                  <a:cubicBezTo>
                    <a:pt x="237" y="160"/>
                    <a:pt x="150" y="210"/>
                    <a:pt x="125" y="319"/>
                  </a:cubicBezTo>
                  <a:cubicBezTo>
                    <a:pt x="125" y="358"/>
                    <a:pt x="1" y="1086"/>
                    <a:pt x="528" y="1556"/>
                  </a:cubicBezTo>
                  <a:cubicBezTo>
                    <a:pt x="394" y="1700"/>
                    <a:pt x="269" y="1863"/>
                    <a:pt x="154" y="2035"/>
                  </a:cubicBezTo>
                  <a:cubicBezTo>
                    <a:pt x="87" y="2131"/>
                    <a:pt x="116" y="2256"/>
                    <a:pt x="211" y="2323"/>
                  </a:cubicBezTo>
                  <a:cubicBezTo>
                    <a:pt x="250" y="2342"/>
                    <a:pt x="288" y="2361"/>
                    <a:pt x="336" y="2361"/>
                  </a:cubicBezTo>
                  <a:cubicBezTo>
                    <a:pt x="403" y="2361"/>
                    <a:pt x="470" y="2323"/>
                    <a:pt x="509" y="2265"/>
                  </a:cubicBezTo>
                  <a:cubicBezTo>
                    <a:pt x="720" y="1949"/>
                    <a:pt x="978" y="1671"/>
                    <a:pt x="1285" y="1431"/>
                  </a:cubicBezTo>
                  <a:lnTo>
                    <a:pt x="1285" y="1431"/>
                  </a:lnTo>
                  <a:cubicBezTo>
                    <a:pt x="1237" y="1815"/>
                    <a:pt x="1323" y="2189"/>
                    <a:pt x="1525" y="2524"/>
                  </a:cubicBezTo>
                  <a:cubicBezTo>
                    <a:pt x="1553" y="2582"/>
                    <a:pt x="1621" y="2620"/>
                    <a:pt x="1697" y="2620"/>
                  </a:cubicBezTo>
                  <a:cubicBezTo>
                    <a:pt x="1736" y="2610"/>
                    <a:pt x="1774" y="2601"/>
                    <a:pt x="1812" y="2582"/>
                  </a:cubicBezTo>
                  <a:cubicBezTo>
                    <a:pt x="1908" y="2524"/>
                    <a:pt x="1937" y="2390"/>
                    <a:pt x="1870" y="2294"/>
                  </a:cubicBezTo>
                  <a:cubicBezTo>
                    <a:pt x="1851" y="2275"/>
                    <a:pt x="1477" y="1652"/>
                    <a:pt x="1841" y="1058"/>
                  </a:cubicBezTo>
                  <a:cubicBezTo>
                    <a:pt x="2416" y="732"/>
                    <a:pt x="3039" y="521"/>
                    <a:pt x="3691" y="425"/>
                  </a:cubicBezTo>
                  <a:cubicBezTo>
                    <a:pt x="3710" y="425"/>
                    <a:pt x="3729" y="415"/>
                    <a:pt x="3748" y="406"/>
                  </a:cubicBezTo>
                  <a:cubicBezTo>
                    <a:pt x="3768" y="291"/>
                    <a:pt x="3787" y="176"/>
                    <a:pt x="3806" y="61"/>
                  </a:cubicBezTo>
                  <a:cubicBezTo>
                    <a:pt x="3774" y="21"/>
                    <a:pt x="3729" y="1"/>
                    <a:pt x="3681"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7" name="Google Shape;7157;p62"/>
            <p:cNvSpPr/>
            <p:nvPr/>
          </p:nvSpPr>
          <p:spPr>
            <a:xfrm>
              <a:off x="5064368" y="2140995"/>
              <a:ext cx="45405" cy="20567"/>
            </a:xfrm>
            <a:custGeom>
              <a:avLst/>
              <a:gdLst/>
              <a:ahLst/>
              <a:cxnLst/>
              <a:rect l="l" t="t" r="r" b="b"/>
              <a:pathLst>
                <a:path w="1733" h="785" extrusionOk="0">
                  <a:moveTo>
                    <a:pt x="706" y="1"/>
                  </a:moveTo>
                  <a:cubicBezTo>
                    <a:pt x="527" y="1"/>
                    <a:pt x="341" y="49"/>
                    <a:pt x="161" y="173"/>
                  </a:cubicBezTo>
                  <a:cubicBezTo>
                    <a:pt x="1" y="317"/>
                    <a:pt x="121" y="548"/>
                    <a:pt x="293" y="548"/>
                  </a:cubicBezTo>
                  <a:cubicBezTo>
                    <a:pt x="328" y="548"/>
                    <a:pt x="364" y="539"/>
                    <a:pt x="400" y="518"/>
                  </a:cubicBezTo>
                  <a:cubicBezTo>
                    <a:pt x="503" y="445"/>
                    <a:pt x="610" y="417"/>
                    <a:pt x="713" y="417"/>
                  </a:cubicBezTo>
                  <a:cubicBezTo>
                    <a:pt x="1046" y="417"/>
                    <a:pt x="1344" y="705"/>
                    <a:pt x="1359" y="720"/>
                  </a:cubicBezTo>
                  <a:cubicBezTo>
                    <a:pt x="1397" y="763"/>
                    <a:pt x="1450" y="784"/>
                    <a:pt x="1504" y="784"/>
                  </a:cubicBezTo>
                  <a:cubicBezTo>
                    <a:pt x="1558" y="784"/>
                    <a:pt x="1613" y="763"/>
                    <a:pt x="1656" y="720"/>
                  </a:cubicBezTo>
                  <a:cubicBezTo>
                    <a:pt x="1733" y="643"/>
                    <a:pt x="1733" y="509"/>
                    <a:pt x="1656" y="432"/>
                  </a:cubicBezTo>
                  <a:cubicBezTo>
                    <a:pt x="1477" y="246"/>
                    <a:pt x="1109" y="1"/>
                    <a:pt x="70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8" name="Google Shape;7158;p62"/>
            <p:cNvSpPr/>
            <p:nvPr/>
          </p:nvSpPr>
          <p:spPr>
            <a:xfrm>
              <a:off x="5039556" y="2037479"/>
              <a:ext cx="75482" cy="44016"/>
            </a:xfrm>
            <a:custGeom>
              <a:avLst/>
              <a:gdLst/>
              <a:ahLst/>
              <a:cxnLst/>
              <a:rect l="l" t="t" r="r" b="b"/>
              <a:pathLst>
                <a:path w="2881" h="1680" extrusionOk="0">
                  <a:moveTo>
                    <a:pt x="282" y="0"/>
                  </a:moveTo>
                  <a:cubicBezTo>
                    <a:pt x="140" y="0"/>
                    <a:pt x="0" y="146"/>
                    <a:pt x="92" y="309"/>
                  </a:cubicBezTo>
                  <a:cubicBezTo>
                    <a:pt x="379" y="769"/>
                    <a:pt x="868" y="1066"/>
                    <a:pt x="1405" y="1105"/>
                  </a:cubicBezTo>
                  <a:cubicBezTo>
                    <a:pt x="1817" y="1124"/>
                    <a:pt x="2200" y="1306"/>
                    <a:pt x="2488" y="1613"/>
                  </a:cubicBezTo>
                  <a:cubicBezTo>
                    <a:pt x="2526" y="1651"/>
                    <a:pt x="2584" y="1680"/>
                    <a:pt x="2651" y="1680"/>
                  </a:cubicBezTo>
                  <a:cubicBezTo>
                    <a:pt x="2699" y="1680"/>
                    <a:pt x="2737" y="1661"/>
                    <a:pt x="2776" y="1632"/>
                  </a:cubicBezTo>
                  <a:cubicBezTo>
                    <a:pt x="2862" y="1555"/>
                    <a:pt x="2881" y="1431"/>
                    <a:pt x="2804" y="1344"/>
                  </a:cubicBezTo>
                  <a:cubicBezTo>
                    <a:pt x="2450" y="951"/>
                    <a:pt x="1961" y="721"/>
                    <a:pt x="1434" y="693"/>
                  </a:cubicBezTo>
                  <a:cubicBezTo>
                    <a:pt x="1041" y="664"/>
                    <a:pt x="676" y="443"/>
                    <a:pt x="456" y="108"/>
                  </a:cubicBezTo>
                  <a:cubicBezTo>
                    <a:pt x="413" y="32"/>
                    <a:pt x="347" y="0"/>
                    <a:pt x="282"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59" name="Google Shape;7159;p62"/>
            <p:cNvSpPr/>
            <p:nvPr/>
          </p:nvSpPr>
          <p:spPr>
            <a:xfrm>
              <a:off x="5016002" y="2240634"/>
              <a:ext cx="61884" cy="30995"/>
            </a:xfrm>
            <a:custGeom>
              <a:avLst/>
              <a:gdLst/>
              <a:ahLst/>
              <a:cxnLst/>
              <a:rect l="l" t="t" r="r" b="b"/>
              <a:pathLst>
                <a:path w="2362" h="1183" extrusionOk="0">
                  <a:moveTo>
                    <a:pt x="2136" y="1"/>
                  </a:moveTo>
                  <a:cubicBezTo>
                    <a:pt x="2048" y="1"/>
                    <a:pt x="1970" y="54"/>
                    <a:pt x="1940" y="137"/>
                  </a:cubicBezTo>
                  <a:cubicBezTo>
                    <a:pt x="1921" y="164"/>
                    <a:pt x="1646" y="776"/>
                    <a:pt x="502" y="776"/>
                  </a:cubicBezTo>
                  <a:cubicBezTo>
                    <a:pt x="438" y="776"/>
                    <a:pt x="370" y="774"/>
                    <a:pt x="300" y="770"/>
                  </a:cubicBezTo>
                  <a:cubicBezTo>
                    <a:pt x="294" y="769"/>
                    <a:pt x="288" y="769"/>
                    <a:pt x="282" y="769"/>
                  </a:cubicBezTo>
                  <a:cubicBezTo>
                    <a:pt x="21" y="769"/>
                    <a:pt x="0" y="1163"/>
                    <a:pt x="272" y="1182"/>
                  </a:cubicBezTo>
                  <a:lnTo>
                    <a:pt x="511" y="1182"/>
                  </a:lnTo>
                  <a:cubicBezTo>
                    <a:pt x="1949" y="1182"/>
                    <a:pt x="2313" y="319"/>
                    <a:pt x="2323" y="281"/>
                  </a:cubicBezTo>
                  <a:cubicBezTo>
                    <a:pt x="2361" y="176"/>
                    <a:pt x="2313" y="61"/>
                    <a:pt x="2208" y="13"/>
                  </a:cubicBezTo>
                  <a:cubicBezTo>
                    <a:pt x="2184" y="5"/>
                    <a:pt x="2159" y="1"/>
                    <a:pt x="213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60" name="Google Shape;7160;p62"/>
          <p:cNvGrpSpPr/>
          <p:nvPr/>
        </p:nvGrpSpPr>
        <p:grpSpPr>
          <a:xfrm>
            <a:off x="7140651" y="3174921"/>
            <a:ext cx="260690" cy="362032"/>
            <a:chOff x="7144726" y="3355496"/>
            <a:chExt cx="260690" cy="362032"/>
          </a:xfrm>
        </p:grpSpPr>
        <p:sp>
          <p:nvSpPr>
            <p:cNvPr id="7161" name="Google Shape;7161;p62"/>
            <p:cNvSpPr/>
            <p:nvPr/>
          </p:nvSpPr>
          <p:spPr>
            <a:xfrm>
              <a:off x="7144726" y="3355496"/>
              <a:ext cx="260690" cy="362032"/>
            </a:xfrm>
            <a:custGeom>
              <a:avLst/>
              <a:gdLst/>
              <a:ahLst/>
              <a:cxnLst/>
              <a:rect l="l" t="t" r="r" b="b"/>
              <a:pathLst>
                <a:path w="9950" h="13818" extrusionOk="0">
                  <a:moveTo>
                    <a:pt x="4975" y="0"/>
                  </a:moveTo>
                  <a:cubicBezTo>
                    <a:pt x="3940" y="20"/>
                    <a:pt x="3087" y="796"/>
                    <a:pt x="2972" y="1812"/>
                  </a:cubicBezTo>
                  <a:lnTo>
                    <a:pt x="2329" y="7391"/>
                  </a:lnTo>
                  <a:cubicBezTo>
                    <a:pt x="2301" y="7669"/>
                    <a:pt x="2118" y="7899"/>
                    <a:pt x="1860" y="8004"/>
                  </a:cubicBezTo>
                  <a:cubicBezTo>
                    <a:pt x="1294" y="8225"/>
                    <a:pt x="815" y="8627"/>
                    <a:pt x="508" y="9145"/>
                  </a:cubicBezTo>
                  <a:cubicBezTo>
                    <a:pt x="19" y="9931"/>
                    <a:pt x="0" y="10909"/>
                    <a:pt x="460" y="11704"/>
                  </a:cubicBezTo>
                  <a:cubicBezTo>
                    <a:pt x="844" y="12366"/>
                    <a:pt x="1476" y="12711"/>
                    <a:pt x="2291" y="12806"/>
                  </a:cubicBezTo>
                  <a:cubicBezTo>
                    <a:pt x="2521" y="12835"/>
                    <a:pt x="2742" y="12941"/>
                    <a:pt x="2895" y="13113"/>
                  </a:cubicBezTo>
                  <a:cubicBezTo>
                    <a:pt x="3331" y="13583"/>
                    <a:pt x="4153" y="13818"/>
                    <a:pt x="4975" y="13818"/>
                  </a:cubicBezTo>
                  <a:cubicBezTo>
                    <a:pt x="5797" y="13818"/>
                    <a:pt x="6619" y="13583"/>
                    <a:pt x="7055" y="13113"/>
                  </a:cubicBezTo>
                  <a:cubicBezTo>
                    <a:pt x="7218" y="12941"/>
                    <a:pt x="7429" y="12835"/>
                    <a:pt x="7668" y="12806"/>
                  </a:cubicBezTo>
                  <a:cubicBezTo>
                    <a:pt x="8483" y="12711"/>
                    <a:pt x="9106" y="12366"/>
                    <a:pt x="9490" y="11704"/>
                  </a:cubicBezTo>
                  <a:cubicBezTo>
                    <a:pt x="9950" y="10909"/>
                    <a:pt x="9931" y="9931"/>
                    <a:pt x="9442" y="9145"/>
                  </a:cubicBezTo>
                  <a:cubicBezTo>
                    <a:pt x="9135" y="8627"/>
                    <a:pt x="8656" y="8225"/>
                    <a:pt x="8090" y="8004"/>
                  </a:cubicBezTo>
                  <a:cubicBezTo>
                    <a:pt x="7831" y="7899"/>
                    <a:pt x="7649" y="7669"/>
                    <a:pt x="7630" y="7391"/>
                  </a:cubicBezTo>
                  <a:lnTo>
                    <a:pt x="6997" y="1822"/>
                  </a:lnTo>
                  <a:cubicBezTo>
                    <a:pt x="6882" y="825"/>
                    <a:pt x="6068" y="48"/>
                    <a:pt x="5061"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2" name="Google Shape;7162;p62"/>
            <p:cNvSpPr/>
            <p:nvPr/>
          </p:nvSpPr>
          <p:spPr>
            <a:xfrm>
              <a:off x="7232601" y="3355496"/>
              <a:ext cx="172579" cy="330277"/>
            </a:xfrm>
            <a:custGeom>
              <a:avLst/>
              <a:gdLst/>
              <a:ahLst/>
              <a:cxnLst/>
              <a:rect l="l" t="t" r="r" b="b"/>
              <a:pathLst>
                <a:path w="6587" h="12606" extrusionOk="0">
                  <a:moveTo>
                    <a:pt x="1611" y="0"/>
                  </a:moveTo>
                  <a:cubicBezTo>
                    <a:pt x="979" y="0"/>
                    <a:pt x="375" y="307"/>
                    <a:pt x="1" y="825"/>
                  </a:cubicBezTo>
                  <a:cubicBezTo>
                    <a:pt x="231" y="729"/>
                    <a:pt x="480" y="681"/>
                    <a:pt x="720" y="681"/>
                  </a:cubicBezTo>
                  <a:lnTo>
                    <a:pt x="816" y="681"/>
                  </a:lnTo>
                  <a:cubicBezTo>
                    <a:pt x="1813" y="729"/>
                    <a:pt x="2637" y="1496"/>
                    <a:pt x="2742" y="2502"/>
                  </a:cubicBezTo>
                  <a:lnTo>
                    <a:pt x="3375" y="8071"/>
                  </a:lnTo>
                  <a:cubicBezTo>
                    <a:pt x="3404" y="8340"/>
                    <a:pt x="3586" y="8579"/>
                    <a:pt x="3845" y="8685"/>
                  </a:cubicBezTo>
                  <a:cubicBezTo>
                    <a:pt x="4410" y="8896"/>
                    <a:pt x="4890" y="9308"/>
                    <a:pt x="5196" y="9825"/>
                  </a:cubicBezTo>
                  <a:cubicBezTo>
                    <a:pt x="5685" y="10602"/>
                    <a:pt x="5704" y="11589"/>
                    <a:pt x="5244" y="12385"/>
                  </a:cubicBezTo>
                  <a:cubicBezTo>
                    <a:pt x="5206" y="12461"/>
                    <a:pt x="5148" y="12528"/>
                    <a:pt x="5100" y="12605"/>
                  </a:cubicBezTo>
                  <a:cubicBezTo>
                    <a:pt x="5532" y="12423"/>
                    <a:pt x="5896" y="12107"/>
                    <a:pt x="6136" y="11695"/>
                  </a:cubicBezTo>
                  <a:cubicBezTo>
                    <a:pt x="6586" y="10909"/>
                    <a:pt x="6577" y="9921"/>
                    <a:pt x="6088" y="9145"/>
                  </a:cubicBezTo>
                  <a:cubicBezTo>
                    <a:pt x="5771" y="8627"/>
                    <a:pt x="5302" y="8215"/>
                    <a:pt x="4727" y="8004"/>
                  </a:cubicBezTo>
                  <a:cubicBezTo>
                    <a:pt x="4477" y="7899"/>
                    <a:pt x="4295" y="7659"/>
                    <a:pt x="4266" y="7391"/>
                  </a:cubicBezTo>
                  <a:lnTo>
                    <a:pt x="3634" y="1812"/>
                  </a:lnTo>
                  <a:cubicBezTo>
                    <a:pt x="3528" y="815"/>
                    <a:pt x="2704" y="39"/>
                    <a:pt x="1698"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3" name="Google Shape;7163;p62"/>
            <p:cNvSpPr/>
            <p:nvPr/>
          </p:nvSpPr>
          <p:spPr>
            <a:xfrm>
              <a:off x="7302424" y="3660936"/>
              <a:ext cx="85910" cy="52950"/>
            </a:xfrm>
            <a:custGeom>
              <a:avLst/>
              <a:gdLst/>
              <a:ahLst/>
              <a:cxnLst/>
              <a:rect l="l" t="t" r="r" b="b"/>
              <a:pathLst>
                <a:path w="3279" h="2021" extrusionOk="0">
                  <a:moveTo>
                    <a:pt x="1951" y="1"/>
                  </a:moveTo>
                  <a:cubicBezTo>
                    <a:pt x="1467" y="1"/>
                    <a:pt x="757" y="177"/>
                    <a:pt x="269" y="1072"/>
                  </a:cubicBezTo>
                  <a:lnTo>
                    <a:pt x="1" y="2021"/>
                  </a:lnTo>
                  <a:cubicBezTo>
                    <a:pt x="394" y="1925"/>
                    <a:pt x="748" y="1733"/>
                    <a:pt x="1026" y="1455"/>
                  </a:cubicBezTo>
                  <a:cubicBezTo>
                    <a:pt x="1189" y="1283"/>
                    <a:pt x="1410" y="1168"/>
                    <a:pt x="1640" y="1148"/>
                  </a:cubicBezTo>
                  <a:cubicBezTo>
                    <a:pt x="2340" y="1072"/>
                    <a:pt x="2896" y="803"/>
                    <a:pt x="3279" y="315"/>
                  </a:cubicBezTo>
                  <a:lnTo>
                    <a:pt x="2483" y="75"/>
                  </a:lnTo>
                  <a:cubicBezTo>
                    <a:pt x="2483" y="75"/>
                    <a:pt x="2265" y="1"/>
                    <a:pt x="1951" y="1"/>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4" name="Google Shape;7164;p62"/>
            <p:cNvSpPr/>
            <p:nvPr/>
          </p:nvSpPr>
          <p:spPr>
            <a:xfrm>
              <a:off x="7161285" y="3661198"/>
              <a:ext cx="84652" cy="52452"/>
            </a:xfrm>
            <a:custGeom>
              <a:avLst/>
              <a:gdLst/>
              <a:ahLst/>
              <a:cxnLst/>
              <a:rect l="l" t="t" r="r" b="b"/>
              <a:pathLst>
                <a:path w="3231" h="2002" extrusionOk="0">
                  <a:moveTo>
                    <a:pt x="1290" y="0"/>
                  </a:moveTo>
                  <a:cubicBezTo>
                    <a:pt x="976" y="0"/>
                    <a:pt x="758" y="74"/>
                    <a:pt x="758" y="74"/>
                  </a:cubicBezTo>
                  <a:lnTo>
                    <a:pt x="1" y="295"/>
                  </a:lnTo>
                  <a:cubicBezTo>
                    <a:pt x="394" y="793"/>
                    <a:pt x="950" y="1062"/>
                    <a:pt x="1649" y="1148"/>
                  </a:cubicBezTo>
                  <a:cubicBezTo>
                    <a:pt x="1889" y="1167"/>
                    <a:pt x="2100" y="1282"/>
                    <a:pt x="2263" y="1445"/>
                  </a:cubicBezTo>
                  <a:cubicBezTo>
                    <a:pt x="2531" y="1714"/>
                    <a:pt x="2867" y="1905"/>
                    <a:pt x="3231" y="2001"/>
                  </a:cubicBezTo>
                  <a:lnTo>
                    <a:pt x="2972" y="1071"/>
                  </a:lnTo>
                  <a:cubicBezTo>
                    <a:pt x="2484" y="176"/>
                    <a:pt x="1774" y="0"/>
                    <a:pt x="1290" y="0"/>
                  </a:cubicBezTo>
                  <a:close/>
                </a:path>
              </a:pathLst>
            </a:custGeom>
            <a:solidFill>
              <a:srgbClr val="B8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5" name="Google Shape;7165;p62"/>
            <p:cNvSpPr/>
            <p:nvPr/>
          </p:nvSpPr>
          <p:spPr>
            <a:xfrm>
              <a:off x="7175066" y="3655617"/>
              <a:ext cx="71631" cy="39195"/>
            </a:xfrm>
            <a:custGeom>
              <a:avLst/>
              <a:gdLst/>
              <a:ahLst/>
              <a:cxnLst/>
              <a:rect l="l" t="t" r="r" b="b"/>
              <a:pathLst>
                <a:path w="2734" h="1496" extrusionOk="0">
                  <a:moveTo>
                    <a:pt x="825" y="0"/>
                  </a:moveTo>
                  <a:cubicBezTo>
                    <a:pt x="620" y="0"/>
                    <a:pt x="417" y="28"/>
                    <a:pt x="222" y="86"/>
                  </a:cubicBezTo>
                  <a:cubicBezTo>
                    <a:pt x="1" y="175"/>
                    <a:pt x="83" y="485"/>
                    <a:pt x="294" y="485"/>
                  </a:cubicBezTo>
                  <a:cubicBezTo>
                    <a:pt x="311" y="485"/>
                    <a:pt x="328" y="483"/>
                    <a:pt x="347" y="479"/>
                  </a:cubicBezTo>
                  <a:cubicBezTo>
                    <a:pt x="365" y="476"/>
                    <a:pt x="547" y="419"/>
                    <a:pt x="804" y="419"/>
                  </a:cubicBezTo>
                  <a:cubicBezTo>
                    <a:pt x="1230" y="419"/>
                    <a:pt x="1864" y="574"/>
                    <a:pt x="2312" y="1380"/>
                  </a:cubicBezTo>
                  <a:cubicBezTo>
                    <a:pt x="2350" y="1447"/>
                    <a:pt x="2417" y="1495"/>
                    <a:pt x="2494" y="1495"/>
                  </a:cubicBezTo>
                  <a:cubicBezTo>
                    <a:pt x="2532" y="1495"/>
                    <a:pt x="2561" y="1486"/>
                    <a:pt x="2590" y="1466"/>
                  </a:cubicBezTo>
                  <a:cubicBezTo>
                    <a:pt x="2695" y="1409"/>
                    <a:pt x="2734" y="1284"/>
                    <a:pt x="2676" y="1179"/>
                  </a:cubicBezTo>
                  <a:cubicBezTo>
                    <a:pt x="2226" y="345"/>
                    <a:pt x="1584" y="86"/>
                    <a:pt x="1123" y="19"/>
                  </a:cubicBezTo>
                  <a:cubicBezTo>
                    <a:pt x="1024" y="7"/>
                    <a:pt x="924" y="0"/>
                    <a:pt x="825"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6" name="Google Shape;7166;p62"/>
            <p:cNvSpPr/>
            <p:nvPr/>
          </p:nvSpPr>
          <p:spPr>
            <a:xfrm>
              <a:off x="7302686" y="3655670"/>
              <a:ext cx="72784" cy="39143"/>
            </a:xfrm>
            <a:custGeom>
              <a:avLst/>
              <a:gdLst/>
              <a:ahLst/>
              <a:cxnLst/>
              <a:rect l="l" t="t" r="r" b="b"/>
              <a:pathLst>
                <a:path w="2778" h="1494" extrusionOk="0">
                  <a:moveTo>
                    <a:pt x="1958" y="1"/>
                  </a:moveTo>
                  <a:cubicBezTo>
                    <a:pt x="1849" y="1"/>
                    <a:pt x="1739" y="10"/>
                    <a:pt x="1630" y="27"/>
                  </a:cubicBezTo>
                  <a:cubicBezTo>
                    <a:pt x="1179" y="84"/>
                    <a:pt x="537" y="343"/>
                    <a:pt x="77" y="1177"/>
                  </a:cubicBezTo>
                  <a:cubicBezTo>
                    <a:pt x="0" y="1321"/>
                    <a:pt x="96" y="1493"/>
                    <a:pt x="259" y="1493"/>
                  </a:cubicBezTo>
                  <a:cubicBezTo>
                    <a:pt x="336" y="1484"/>
                    <a:pt x="403" y="1445"/>
                    <a:pt x="432" y="1378"/>
                  </a:cubicBezTo>
                  <a:cubicBezTo>
                    <a:pt x="880" y="571"/>
                    <a:pt x="1516" y="413"/>
                    <a:pt x="1942" y="413"/>
                  </a:cubicBezTo>
                  <a:cubicBezTo>
                    <a:pt x="2198" y="413"/>
                    <a:pt x="2379" y="470"/>
                    <a:pt x="2397" y="477"/>
                  </a:cubicBezTo>
                  <a:cubicBezTo>
                    <a:pt x="2427" y="489"/>
                    <a:pt x="2455" y="494"/>
                    <a:pt x="2482" y="494"/>
                  </a:cubicBezTo>
                  <a:cubicBezTo>
                    <a:pt x="2692" y="494"/>
                    <a:pt x="2778" y="161"/>
                    <a:pt x="2531" y="84"/>
                  </a:cubicBezTo>
                  <a:cubicBezTo>
                    <a:pt x="2346" y="29"/>
                    <a:pt x="2153" y="1"/>
                    <a:pt x="1958"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67" name="Google Shape;7167;p62"/>
          <p:cNvGrpSpPr/>
          <p:nvPr/>
        </p:nvGrpSpPr>
        <p:grpSpPr>
          <a:xfrm>
            <a:off x="6701644" y="4097476"/>
            <a:ext cx="261712" cy="361770"/>
            <a:chOff x="6705719" y="4278051"/>
            <a:chExt cx="261712" cy="361770"/>
          </a:xfrm>
        </p:grpSpPr>
        <p:sp>
          <p:nvSpPr>
            <p:cNvPr id="7168" name="Google Shape;7168;p62"/>
            <p:cNvSpPr/>
            <p:nvPr/>
          </p:nvSpPr>
          <p:spPr>
            <a:xfrm>
              <a:off x="6863443" y="4340328"/>
              <a:ext cx="14331" cy="32802"/>
            </a:xfrm>
            <a:custGeom>
              <a:avLst/>
              <a:gdLst/>
              <a:ahLst/>
              <a:cxnLst/>
              <a:rect l="l" t="t" r="r" b="b"/>
              <a:pathLst>
                <a:path w="547" h="1252" extrusionOk="0">
                  <a:moveTo>
                    <a:pt x="274" y="0"/>
                  </a:moveTo>
                  <a:cubicBezTo>
                    <a:pt x="137" y="0"/>
                    <a:pt x="0" y="91"/>
                    <a:pt x="0" y="274"/>
                  </a:cubicBezTo>
                  <a:lnTo>
                    <a:pt x="0" y="973"/>
                  </a:lnTo>
                  <a:cubicBezTo>
                    <a:pt x="0" y="1127"/>
                    <a:pt x="125" y="1251"/>
                    <a:pt x="278" y="1251"/>
                  </a:cubicBezTo>
                  <a:cubicBezTo>
                    <a:pt x="422" y="1242"/>
                    <a:pt x="547" y="1127"/>
                    <a:pt x="547" y="973"/>
                  </a:cubicBezTo>
                  <a:lnTo>
                    <a:pt x="547" y="274"/>
                  </a:lnTo>
                  <a:cubicBezTo>
                    <a:pt x="547" y="91"/>
                    <a:pt x="410" y="0"/>
                    <a:pt x="274" y="0"/>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69" name="Google Shape;7169;p62"/>
            <p:cNvSpPr/>
            <p:nvPr/>
          </p:nvSpPr>
          <p:spPr>
            <a:xfrm>
              <a:off x="6863443" y="4573875"/>
              <a:ext cx="14331" cy="65945"/>
            </a:xfrm>
            <a:custGeom>
              <a:avLst/>
              <a:gdLst/>
              <a:ahLst/>
              <a:cxnLst/>
              <a:rect l="l" t="t" r="r" b="b"/>
              <a:pathLst>
                <a:path w="547" h="2517" extrusionOk="0">
                  <a:moveTo>
                    <a:pt x="274" y="1"/>
                  </a:moveTo>
                  <a:cubicBezTo>
                    <a:pt x="137" y="1"/>
                    <a:pt x="0" y="92"/>
                    <a:pt x="0" y="274"/>
                  </a:cubicBezTo>
                  <a:lnTo>
                    <a:pt x="0" y="2248"/>
                  </a:lnTo>
                  <a:cubicBezTo>
                    <a:pt x="0" y="2392"/>
                    <a:pt x="125" y="2517"/>
                    <a:pt x="278" y="2517"/>
                  </a:cubicBezTo>
                  <a:cubicBezTo>
                    <a:pt x="422" y="2517"/>
                    <a:pt x="547" y="2392"/>
                    <a:pt x="547" y="2248"/>
                  </a:cubicBezTo>
                  <a:lnTo>
                    <a:pt x="547" y="274"/>
                  </a:lnTo>
                  <a:cubicBezTo>
                    <a:pt x="547" y="92"/>
                    <a:pt x="410" y="1"/>
                    <a:pt x="274" y="1"/>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0" name="Google Shape;7170;p62"/>
            <p:cNvSpPr/>
            <p:nvPr/>
          </p:nvSpPr>
          <p:spPr>
            <a:xfrm>
              <a:off x="6773787" y="4364563"/>
              <a:ext cx="193644" cy="190133"/>
            </a:xfrm>
            <a:custGeom>
              <a:avLst/>
              <a:gdLst/>
              <a:ahLst/>
              <a:cxnLst/>
              <a:rect l="l" t="t" r="r" b="b"/>
              <a:pathLst>
                <a:path w="7391" h="7257" extrusionOk="0">
                  <a:moveTo>
                    <a:pt x="767" y="0"/>
                  </a:moveTo>
                  <a:cubicBezTo>
                    <a:pt x="336" y="0"/>
                    <a:pt x="0" y="365"/>
                    <a:pt x="48" y="796"/>
                  </a:cubicBezTo>
                  <a:lnTo>
                    <a:pt x="585" y="6288"/>
                  </a:lnTo>
                  <a:cubicBezTo>
                    <a:pt x="662" y="7036"/>
                    <a:pt x="1295" y="7256"/>
                    <a:pt x="2042" y="7256"/>
                  </a:cubicBezTo>
                  <a:lnTo>
                    <a:pt x="5340" y="7256"/>
                  </a:lnTo>
                  <a:cubicBezTo>
                    <a:pt x="6097" y="7256"/>
                    <a:pt x="6729" y="7036"/>
                    <a:pt x="6806" y="6288"/>
                  </a:cubicBezTo>
                  <a:lnTo>
                    <a:pt x="7343" y="796"/>
                  </a:lnTo>
                  <a:cubicBezTo>
                    <a:pt x="7391" y="365"/>
                    <a:pt x="7055" y="0"/>
                    <a:pt x="6624" y="0"/>
                  </a:cubicBezTo>
                  <a:close/>
                </a:path>
              </a:pathLst>
            </a:custGeom>
            <a:solidFill>
              <a:srgbClr val="E7EB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1" name="Google Shape;7171;p62"/>
            <p:cNvSpPr/>
            <p:nvPr/>
          </p:nvSpPr>
          <p:spPr>
            <a:xfrm>
              <a:off x="6877512" y="4364563"/>
              <a:ext cx="89918" cy="190133"/>
            </a:xfrm>
            <a:custGeom>
              <a:avLst/>
              <a:gdLst/>
              <a:ahLst/>
              <a:cxnLst/>
              <a:rect l="l" t="t" r="r" b="b"/>
              <a:pathLst>
                <a:path w="3432" h="7257" extrusionOk="0">
                  <a:moveTo>
                    <a:pt x="2681" y="0"/>
                  </a:moveTo>
                  <a:cubicBezTo>
                    <a:pt x="2676" y="0"/>
                    <a:pt x="2670" y="0"/>
                    <a:pt x="2665" y="0"/>
                  </a:cubicBezTo>
                  <a:lnTo>
                    <a:pt x="1275" y="0"/>
                  </a:lnTo>
                  <a:cubicBezTo>
                    <a:pt x="1706" y="0"/>
                    <a:pt x="2042" y="365"/>
                    <a:pt x="1994" y="796"/>
                  </a:cubicBezTo>
                  <a:lnTo>
                    <a:pt x="1457" y="6288"/>
                  </a:lnTo>
                  <a:cubicBezTo>
                    <a:pt x="1381" y="7036"/>
                    <a:pt x="748" y="7256"/>
                    <a:pt x="0" y="7256"/>
                  </a:cubicBezTo>
                  <a:lnTo>
                    <a:pt x="1390" y="7256"/>
                  </a:lnTo>
                  <a:cubicBezTo>
                    <a:pt x="2138" y="7256"/>
                    <a:pt x="2770" y="7036"/>
                    <a:pt x="2847" y="6288"/>
                  </a:cubicBezTo>
                  <a:lnTo>
                    <a:pt x="3393" y="796"/>
                  </a:lnTo>
                  <a:cubicBezTo>
                    <a:pt x="3431" y="370"/>
                    <a:pt x="3105" y="0"/>
                    <a:pt x="2681" y="0"/>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2" name="Google Shape;7172;p62"/>
            <p:cNvSpPr/>
            <p:nvPr/>
          </p:nvSpPr>
          <p:spPr>
            <a:xfrm>
              <a:off x="6779315" y="4427600"/>
              <a:ext cx="182850" cy="127096"/>
            </a:xfrm>
            <a:custGeom>
              <a:avLst/>
              <a:gdLst/>
              <a:ahLst/>
              <a:cxnLst/>
              <a:rect l="l" t="t" r="r" b="b"/>
              <a:pathLst>
                <a:path w="6979" h="4851" extrusionOk="0">
                  <a:moveTo>
                    <a:pt x="0" y="0"/>
                  </a:moveTo>
                  <a:lnTo>
                    <a:pt x="384" y="3882"/>
                  </a:lnTo>
                  <a:cubicBezTo>
                    <a:pt x="451" y="4630"/>
                    <a:pt x="1084" y="4850"/>
                    <a:pt x="1841" y="4850"/>
                  </a:cubicBezTo>
                  <a:lnTo>
                    <a:pt x="5138" y="4850"/>
                  </a:lnTo>
                  <a:cubicBezTo>
                    <a:pt x="5886" y="4850"/>
                    <a:pt x="6518" y="4630"/>
                    <a:pt x="6595" y="3882"/>
                  </a:cubicBezTo>
                  <a:lnTo>
                    <a:pt x="6979" y="10"/>
                  </a:lnTo>
                  <a:lnTo>
                    <a:pt x="6969" y="0"/>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3" name="Google Shape;7173;p62"/>
            <p:cNvSpPr/>
            <p:nvPr/>
          </p:nvSpPr>
          <p:spPr>
            <a:xfrm>
              <a:off x="6877512" y="4427600"/>
              <a:ext cx="84652" cy="127096"/>
            </a:xfrm>
            <a:custGeom>
              <a:avLst/>
              <a:gdLst/>
              <a:ahLst/>
              <a:cxnLst/>
              <a:rect l="l" t="t" r="r" b="b"/>
              <a:pathLst>
                <a:path w="3231" h="4851" extrusionOk="0">
                  <a:moveTo>
                    <a:pt x="1841" y="0"/>
                  </a:moveTo>
                  <a:lnTo>
                    <a:pt x="1457" y="3882"/>
                  </a:lnTo>
                  <a:cubicBezTo>
                    <a:pt x="1381" y="4630"/>
                    <a:pt x="748" y="4850"/>
                    <a:pt x="0" y="4850"/>
                  </a:cubicBezTo>
                  <a:lnTo>
                    <a:pt x="1390" y="4850"/>
                  </a:lnTo>
                  <a:cubicBezTo>
                    <a:pt x="2138" y="4850"/>
                    <a:pt x="2770" y="4630"/>
                    <a:pt x="2847" y="3882"/>
                  </a:cubicBezTo>
                  <a:lnTo>
                    <a:pt x="3231" y="10"/>
                  </a:lnTo>
                  <a:lnTo>
                    <a:pt x="3221"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4" name="Google Shape;7174;p62"/>
            <p:cNvSpPr/>
            <p:nvPr/>
          </p:nvSpPr>
          <p:spPr>
            <a:xfrm>
              <a:off x="6826029" y="4554670"/>
              <a:ext cx="89421" cy="29396"/>
            </a:xfrm>
            <a:custGeom>
              <a:avLst/>
              <a:gdLst/>
              <a:ahLst/>
              <a:cxnLst/>
              <a:rect l="l" t="t" r="r" b="b"/>
              <a:pathLst>
                <a:path w="3413" h="1122" extrusionOk="0">
                  <a:moveTo>
                    <a:pt x="0" y="0"/>
                  </a:moveTo>
                  <a:lnTo>
                    <a:pt x="0" y="537"/>
                  </a:lnTo>
                  <a:cubicBezTo>
                    <a:pt x="0" y="854"/>
                    <a:pt x="259" y="1122"/>
                    <a:pt x="585" y="1122"/>
                  </a:cubicBezTo>
                  <a:lnTo>
                    <a:pt x="2828" y="1122"/>
                  </a:lnTo>
                  <a:cubicBezTo>
                    <a:pt x="3144" y="1112"/>
                    <a:pt x="3403" y="854"/>
                    <a:pt x="3413" y="537"/>
                  </a:cubicBezTo>
                  <a:lnTo>
                    <a:pt x="3413" y="0"/>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5" name="Google Shape;7175;p62"/>
            <p:cNvSpPr/>
            <p:nvPr/>
          </p:nvSpPr>
          <p:spPr>
            <a:xfrm>
              <a:off x="6871722" y="4554670"/>
              <a:ext cx="43728" cy="29396"/>
            </a:xfrm>
            <a:custGeom>
              <a:avLst/>
              <a:gdLst/>
              <a:ahLst/>
              <a:cxnLst/>
              <a:rect l="l" t="t" r="r" b="b"/>
              <a:pathLst>
                <a:path w="1669" h="1122" extrusionOk="0">
                  <a:moveTo>
                    <a:pt x="576" y="0"/>
                  </a:moveTo>
                  <a:lnTo>
                    <a:pt x="576" y="537"/>
                  </a:lnTo>
                  <a:cubicBezTo>
                    <a:pt x="576" y="854"/>
                    <a:pt x="317" y="1122"/>
                    <a:pt x="1" y="1122"/>
                  </a:cubicBezTo>
                  <a:lnTo>
                    <a:pt x="1084" y="1122"/>
                  </a:lnTo>
                  <a:cubicBezTo>
                    <a:pt x="1410" y="1122"/>
                    <a:pt x="1669" y="854"/>
                    <a:pt x="1669" y="537"/>
                  </a:cubicBezTo>
                  <a:lnTo>
                    <a:pt x="1669"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6" name="Google Shape;7176;p62"/>
            <p:cNvSpPr/>
            <p:nvPr/>
          </p:nvSpPr>
          <p:spPr>
            <a:xfrm>
              <a:off x="6863443" y="4278051"/>
              <a:ext cx="14331" cy="32540"/>
            </a:xfrm>
            <a:custGeom>
              <a:avLst/>
              <a:gdLst/>
              <a:ahLst/>
              <a:cxnLst/>
              <a:rect l="l" t="t" r="r" b="b"/>
              <a:pathLst>
                <a:path w="547" h="1242" extrusionOk="0">
                  <a:moveTo>
                    <a:pt x="274" y="0"/>
                  </a:moveTo>
                  <a:cubicBezTo>
                    <a:pt x="137" y="0"/>
                    <a:pt x="0" y="91"/>
                    <a:pt x="0" y="273"/>
                  </a:cubicBezTo>
                  <a:lnTo>
                    <a:pt x="0" y="973"/>
                  </a:lnTo>
                  <a:cubicBezTo>
                    <a:pt x="0" y="1117"/>
                    <a:pt x="125" y="1241"/>
                    <a:pt x="278" y="1241"/>
                  </a:cubicBezTo>
                  <a:cubicBezTo>
                    <a:pt x="422" y="1241"/>
                    <a:pt x="537" y="1117"/>
                    <a:pt x="547" y="973"/>
                  </a:cubicBezTo>
                  <a:lnTo>
                    <a:pt x="547" y="273"/>
                  </a:lnTo>
                  <a:cubicBezTo>
                    <a:pt x="547" y="91"/>
                    <a:pt x="410" y="0"/>
                    <a:pt x="274" y="0"/>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7" name="Google Shape;7177;p62"/>
            <p:cNvSpPr/>
            <p:nvPr/>
          </p:nvSpPr>
          <p:spPr>
            <a:xfrm>
              <a:off x="6705719" y="4296312"/>
              <a:ext cx="200430" cy="343508"/>
            </a:xfrm>
            <a:custGeom>
              <a:avLst/>
              <a:gdLst/>
              <a:ahLst/>
              <a:cxnLst/>
              <a:rect l="l" t="t" r="r" b="b"/>
              <a:pathLst>
                <a:path w="7650" h="13111" extrusionOk="0">
                  <a:moveTo>
                    <a:pt x="6295" y="0"/>
                  </a:moveTo>
                  <a:cubicBezTo>
                    <a:pt x="5713" y="0"/>
                    <a:pt x="5184" y="374"/>
                    <a:pt x="5004" y="937"/>
                  </a:cubicBezTo>
                  <a:lnTo>
                    <a:pt x="1860" y="937"/>
                  </a:lnTo>
                  <a:cubicBezTo>
                    <a:pt x="835" y="937"/>
                    <a:pt x="1" y="1771"/>
                    <a:pt x="1" y="2797"/>
                  </a:cubicBezTo>
                  <a:lnTo>
                    <a:pt x="1" y="13111"/>
                  </a:lnTo>
                  <a:lnTo>
                    <a:pt x="892" y="13111"/>
                  </a:lnTo>
                  <a:lnTo>
                    <a:pt x="892" y="2797"/>
                  </a:lnTo>
                  <a:cubicBezTo>
                    <a:pt x="892" y="2270"/>
                    <a:pt x="1324" y="1829"/>
                    <a:pt x="1860" y="1829"/>
                  </a:cubicBezTo>
                  <a:lnTo>
                    <a:pt x="5378" y="1829"/>
                  </a:lnTo>
                  <a:cubicBezTo>
                    <a:pt x="5627" y="1829"/>
                    <a:pt x="5829" y="1637"/>
                    <a:pt x="5829" y="1388"/>
                  </a:cubicBezTo>
                  <a:lnTo>
                    <a:pt x="5829" y="1359"/>
                  </a:lnTo>
                  <a:cubicBezTo>
                    <a:pt x="5829" y="1048"/>
                    <a:pt x="6061" y="892"/>
                    <a:pt x="6294" y="892"/>
                  </a:cubicBezTo>
                  <a:cubicBezTo>
                    <a:pt x="6526" y="892"/>
                    <a:pt x="6759" y="1048"/>
                    <a:pt x="6759" y="1359"/>
                  </a:cubicBezTo>
                  <a:cubicBezTo>
                    <a:pt x="6759" y="1656"/>
                    <a:pt x="6981" y="1805"/>
                    <a:pt x="7204" y="1805"/>
                  </a:cubicBezTo>
                  <a:cubicBezTo>
                    <a:pt x="7427" y="1805"/>
                    <a:pt x="7650" y="1656"/>
                    <a:pt x="7650" y="1359"/>
                  </a:cubicBezTo>
                  <a:cubicBezTo>
                    <a:pt x="7650" y="688"/>
                    <a:pt x="7161" y="123"/>
                    <a:pt x="6509" y="17"/>
                  </a:cubicBezTo>
                  <a:cubicBezTo>
                    <a:pt x="6437" y="6"/>
                    <a:pt x="6366" y="0"/>
                    <a:pt x="6295" y="0"/>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8" name="Google Shape;7178;p62"/>
            <p:cNvSpPr/>
            <p:nvPr/>
          </p:nvSpPr>
          <p:spPr>
            <a:xfrm>
              <a:off x="6922367" y="4395689"/>
              <a:ext cx="42811" cy="14358"/>
            </a:xfrm>
            <a:custGeom>
              <a:avLst/>
              <a:gdLst/>
              <a:ahLst/>
              <a:cxnLst/>
              <a:rect l="l" t="t" r="r" b="b"/>
              <a:pathLst>
                <a:path w="1634" h="548" extrusionOk="0">
                  <a:moveTo>
                    <a:pt x="360" y="0"/>
                  </a:moveTo>
                  <a:cubicBezTo>
                    <a:pt x="1" y="0"/>
                    <a:pt x="1" y="548"/>
                    <a:pt x="360" y="548"/>
                  </a:cubicBezTo>
                  <a:cubicBezTo>
                    <a:pt x="366" y="548"/>
                    <a:pt x="372" y="548"/>
                    <a:pt x="378" y="547"/>
                  </a:cubicBezTo>
                  <a:lnTo>
                    <a:pt x="1576" y="547"/>
                  </a:lnTo>
                  <a:lnTo>
                    <a:pt x="1634" y="1"/>
                  </a:lnTo>
                  <a:lnTo>
                    <a:pt x="378" y="1"/>
                  </a:lnTo>
                  <a:cubicBezTo>
                    <a:pt x="372" y="1"/>
                    <a:pt x="366" y="0"/>
                    <a:pt x="36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9" name="Google Shape;7179;p62"/>
            <p:cNvSpPr/>
            <p:nvPr/>
          </p:nvSpPr>
          <p:spPr>
            <a:xfrm>
              <a:off x="6901092" y="4445390"/>
              <a:ext cx="59317" cy="14148"/>
            </a:xfrm>
            <a:custGeom>
              <a:avLst/>
              <a:gdLst/>
              <a:ahLst/>
              <a:cxnLst/>
              <a:rect l="l" t="t" r="r" b="b"/>
              <a:pathLst>
                <a:path w="2264" h="540" extrusionOk="0">
                  <a:moveTo>
                    <a:pt x="357" y="1"/>
                  </a:moveTo>
                  <a:cubicBezTo>
                    <a:pt x="1" y="1"/>
                    <a:pt x="1" y="540"/>
                    <a:pt x="357" y="540"/>
                  </a:cubicBezTo>
                  <a:cubicBezTo>
                    <a:pt x="366" y="540"/>
                    <a:pt x="375" y="539"/>
                    <a:pt x="385" y="539"/>
                  </a:cubicBezTo>
                  <a:lnTo>
                    <a:pt x="2206" y="539"/>
                  </a:lnTo>
                  <a:lnTo>
                    <a:pt x="2263" y="2"/>
                  </a:lnTo>
                  <a:lnTo>
                    <a:pt x="385" y="2"/>
                  </a:lnTo>
                  <a:cubicBezTo>
                    <a:pt x="375" y="1"/>
                    <a:pt x="366" y="1"/>
                    <a:pt x="35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0" name="Google Shape;7180;p62"/>
            <p:cNvSpPr/>
            <p:nvPr/>
          </p:nvSpPr>
          <p:spPr>
            <a:xfrm>
              <a:off x="6922445" y="4420526"/>
              <a:ext cx="40217" cy="14148"/>
            </a:xfrm>
            <a:custGeom>
              <a:avLst/>
              <a:gdLst/>
              <a:ahLst/>
              <a:cxnLst/>
              <a:rect l="l" t="t" r="r" b="b"/>
              <a:pathLst>
                <a:path w="1535" h="540" extrusionOk="0">
                  <a:moveTo>
                    <a:pt x="357" y="1"/>
                  </a:moveTo>
                  <a:cubicBezTo>
                    <a:pt x="1" y="1"/>
                    <a:pt x="1" y="540"/>
                    <a:pt x="357" y="540"/>
                  </a:cubicBezTo>
                  <a:cubicBezTo>
                    <a:pt x="366" y="540"/>
                    <a:pt x="375" y="539"/>
                    <a:pt x="384" y="539"/>
                  </a:cubicBezTo>
                  <a:lnTo>
                    <a:pt x="1487" y="539"/>
                  </a:lnTo>
                  <a:lnTo>
                    <a:pt x="1535" y="2"/>
                  </a:lnTo>
                  <a:lnTo>
                    <a:pt x="384" y="2"/>
                  </a:lnTo>
                  <a:cubicBezTo>
                    <a:pt x="375" y="1"/>
                    <a:pt x="366" y="1"/>
                    <a:pt x="35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1" name="Google Shape;7181;p62"/>
            <p:cNvSpPr/>
            <p:nvPr/>
          </p:nvSpPr>
          <p:spPr>
            <a:xfrm>
              <a:off x="6922445" y="4470254"/>
              <a:ext cx="35449" cy="14148"/>
            </a:xfrm>
            <a:custGeom>
              <a:avLst/>
              <a:gdLst/>
              <a:ahLst/>
              <a:cxnLst/>
              <a:rect l="l" t="t" r="r" b="b"/>
              <a:pathLst>
                <a:path w="1353" h="540" extrusionOk="0">
                  <a:moveTo>
                    <a:pt x="357" y="1"/>
                  </a:moveTo>
                  <a:cubicBezTo>
                    <a:pt x="1" y="1"/>
                    <a:pt x="1" y="540"/>
                    <a:pt x="357" y="540"/>
                  </a:cubicBezTo>
                  <a:cubicBezTo>
                    <a:pt x="366" y="540"/>
                    <a:pt x="375" y="539"/>
                    <a:pt x="384" y="539"/>
                  </a:cubicBezTo>
                  <a:lnTo>
                    <a:pt x="1295" y="539"/>
                  </a:lnTo>
                  <a:lnTo>
                    <a:pt x="1353" y="2"/>
                  </a:lnTo>
                  <a:lnTo>
                    <a:pt x="384" y="2"/>
                  </a:lnTo>
                  <a:cubicBezTo>
                    <a:pt x="375" y="1"/>
                    <a:pt x="366" y="1"/>
                    <a:pt x="35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2" name="Google Shape;7182;p62"/>
            <p:cNvSpPr/>
            <p:nvPr/>
          </p:nvSpPr>
          <p:spPr>
            <a:xfrm>
              <a:off x="6901014" y="4494882"/>
              <a:ext cx="54365" cy="14358"/>
            </a:xfrm>
            <a:custGeom>
              <a:avLst/>
              <a:gdLst/>
              <a:ahLst/>
              <a:cxnLst/>
              <a:rect l="l" t="t" r="r" b="b"/>
              <a:pathLst>
                <a:path w="2075" h="548" extrusionOk="0">
                  <a:moveTo>
                    <a:pt x="369" y="1"/>
                  </a:moveTo>
                  <a:cubicBezTo>
                    <a:pt x="1" y="1"/>
                    <a:pt x="1" y="548"/>
                    <a:pt x="369" y="548"/>
                  </a:cubicBezTo>
                  <a:cubicBezTo>
                    <a:pt x="375" y="548"/>
                    <a:pt x="381" y="548"/>
                    <a:pt x="388" y="548"/>
                  </a:cubicBezTo>
                  <a:lnTo>
                    <a:pt x="2017" y="548"/>
                  </a:lnTo>
                  <a:lnTo>
                    <a:pt x="2075" y="1"/>
                  </a:lnTo>
                  <a:lnTo>
                    <a:pt x="388" y="1"/>
                  </a:lnTo>
                  <a:cubicBezTo>
                    <a:pt x="381" y="1"/>
                    <a:pt x="375" y="1"/>
                    <a:pt x="36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83" name="Google Shape;7183;p62"/>
          <p:cNvGrpSpPr/>
          <p:nvPr/>
        </p:nvGrpSpPr>
        <p:grpSpPr>
          <a:xfrm>
            <a:off x="5746575" y="2711077"/>
            <a:ext cx="320216" cy="361403"/>
            <a:chOff x="5750650" y="2891652"/>
            <a:chExt cx="320216" cy="361403"/>
          </a:xfrm>
        </p:grpSpPr>
        <p:sp>
          <p:nvSpPr>
            <p:cNvPr id="7184" name="Google Shape;7184;p62"/>
            <p:cNvSpPr/>
            <p:nvPr/>
          </p:nvSpPr>
          <p:spPr>
            <a:xfrm>
              <a:off x="5750650" y="2891652"/>
              <a:ext cx="196919" cy="193644"/>
            </a:xfrm>
            <a:custGeom>
              <a:avLst/>
              <a:gdLst/>
              <a:ahLst/>
              <a:cxnLst/>
              <a:rect l="l" t="t" r="r" b="b"/>
              <a:pathLst>
                <a:path w="7516" h="7391" extrusionOk="0">
                  <a:moveTo>
                    <a:pt x="777" y="0"/>
                  </a:moveTo>
                  <a:cubicBezTo>
                    <a:pt x="346" y="0"/>
                    <a:pt x="1" y="384"/>
                    <a:pt x="49" y="815"/>
                  </a:cubicBezTo>
                  <a:lnTo>
                    <a:pt x="595" y="6403"/>
                  </a:lnTo>
                  <a:cubicBezTo>
                    <a:pt x="672" y="7170"/>
                    <a:pt x="1314" y="7391"/>
                    <a:pt x="2081" y="7391"/>
                  </a:cubicBezTo>
                  <a:lnTo>
                    <a:pt x="5436" y="7391"/>
                  </a:lnTo>
                  <a:cubicBezTo>
                    <a:pt x="6202" y="7391"/>
                    <a:pt x="6845" y="7161"/>
                    <a:pt x="6921" y="6403"/>
                  </a:cubicBezTo>
                  <a:lnTo>
                    <a:pt x="7468" y="815"/>
                  </a:lnTo>
                  <a:cubicBezTo>
                    <a:pt x="7516" y="384"/>
                    <a:pt x="7170" y="0"/>
                    <a:pt x="6739" y="0"/>
                  </a:cubicBezTo>
                  <a:close/>
                </a:path>
              </a:pathLst>
            </a:custGeom>
            <a:solidFill>
              <a:srgbClr val="E7EB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5" name="Google Shape;7185;p62"/>
            <p:cNvSpPr/>
            <p:nvPr/>
          </p:nvSpPr>
          <p:spPr>
            <a:xfrm>
              <a:off x="5847590" y="2891652"/>
              <a:ext cx="99979" cy="193644"/>
            </a:xfrm>
            <a:custGeom>
              <a:avLst/>
              <a:gdLst/>
              <a:ahLst/>
              <a:cxnLst/>
              <a:rect l="l" t="t" r="r" b="b"/>
              <a:pathLst>
                <a:path w="3816" h="7391" extrusionOk="0">
                  <a:moveTo>
                    <a:pt x="1295" y="0"/>
                  </a:moveTo>
                  <a:cubicBezTo>
                    <a:pt x="1736" y="0"/>
                    <a:pt x="2071" y="384"/>
                    <a:pt x="2033" y="815"/>
                  </a:cubicBezTo>
                  <a:lnTo>
                    <a:pt x="1477" y="6403"/>
                  </a:lnTo>
                  <a:cubicBezTo>
                    <a:pt x="1400" y="7161"/>
                    <a:pt x="758" y="7391"/>
                    <a:pt x="1" y="7391"/>
                  </a:cubicBezTo>
                  <a:lnTo>
                    <a:pt x="1736" y="7391"/>
                  </a:lnTo>
                  <a:cubicBezTo>
                    <a:pt x="2502" y="7391"/>
                    <a:pt x="3145" y="7170"/>
                    <a:pt x="3221" y="6403"/>
                  </a:cubicBezTo>
                  <a:lnTo>
                    <a:pt x="3768" y="815"/>
                  </a:lnTo>
                  <a:cubicBezTo>
                    <a:pt x="3816" y="384"/>
                    <a:pt x="3470" y="0"/>
                    <a:pt x="3039" y="0"/>
                  </a:cubicBezTo>
                  <a:close/>
                </a:path>
              </a:pathLst>
            </a:custGeom>
            <a:solidFill>
              <a:srgbClr val="D2D8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6" name="Google Shape;7186;p62"/>
            <p:cNvSpPr/>
            <p:nvPr/>
          </p:nvSpPr>
          <p:spPr>
            <a:xfrm>
              <a:off x="5753428" y="2930821"/>
              <a:ext cx="191129" cy="154475"/>
            </a:xfrm>
            <a:custGeom>
              <a:avLst/>
              <a:gdLst/>
              <a:ahLst/>
              <a:cxnLst/>
              <a:rect l="l" t="t" r="r" b="b"/>
              <a:pathLst>
                <a:path w="7295" h="5896" extrusionOk="0">
                  <a:moveTo>
                    <a:pt x="19" y="1"/>
                  </a:moveTo>
                  <a:lnTo>
                    <a:pt x="0" y="20"/>
                  </a:lnTo>
                  <a:lnTo>
                    <a:pt x="479" y="4908"/>
                  </a:lnTo>
                  <a:cubicBezTo>
                    <a:pt x="556" y="5675"/>
                    <a:pt x="1198" y="5896"/>
                    <a:pt x="1955" y="5896"/>
                  </a:cubicBezTo>
                  <a:lnTo>
                    <a:pt x="5330" y="5896"/>
                  </a:lnTo>
                  <a:cubicBezTo>
                    <a:pt x="6096" y="5896"/>
                    <a:pt x="6739" y="5675"/>
                    <a:pt x="6815" y="4908"/>
                  </a:cubicBezTo>
                  <a:lnTo>
                    <a:pt x="7295"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7" name="Google Shape;7187;p62"/>
            <p:cNvSpPr/>
            <p:nvPr/>
          </p:nvSpPr>
          <p:spPr>
            <a:xfrm>
              <a:off x="5847852" y="2930821"/>
              <a:ext cx="96966" cy="154475"/>
            </a:xfrm>
            <a:custGeom>
              <a:avLst/>
              <a:gdLst/>
              <a:ahLst/>
              <a:cxnLst/>
              <a:rect l="l" t="t" r="r" b="b"/>
              <a:pathLst>
                <a:path w="3701" h="5896" extrusionOk="0">
                  <a:moveTo>
                    <a:pt x="1956" y="1"/>
                  </a:moveTo>
                  <a:lnTo>
                    <a:pt x="1476" y="4908"/>
                  </a:lnTo>
                  <a:cubicBezTo>
                    <a:pt x="1409" y="5675"/>
                    <a:pt x="757" y="5896"/>
                    <a:pt x="0" y="5896"/>
                  </a:cubicBezTo>
                  <a:lnTo>
                    <a:pt x="1735" y="5896"/>
                  </a:lnTo>
                  <a:cubicBezTo>
                    <a:pt x="2502" y="5896"/>
                    <a:pt x="3144" y="5675"/>
                    <a:pt x="3221" y="4908"/>
                  </a:cubicBezTo>
                  <a:lnTo>
                    <a:pt x="3700" y="1"/>
                  </a:ln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8" name="Google Shape;7188;p62"/>
            <p:cNvSpPr/>
            <p:nvPr/>
          </p:nvSpPr>
          <p:spPr>
            <a:xfrm>
              <a:off x="5803653" y="3085270"/>
              <a:ext cx="90940" cy="29920"/>
            </a:xfrm>
            <a:custGeom>
              <a:avLst/>
              <a:gdLst/>
              <a:ahLst/>
              <a:cxnLst/>
              <a:rect l="l" t="t" r="r" b="b"/>
              <a:pathLst>
                <a:path w="3471" h="1142" extrusionOk="0">
                  <a:moveTo>
                    <a:pt x="0" y="1"/>
                  </a:moveTo>
                  <a:lnTo>
                    <a:pt x="0" y="557"/>
                  </a:lnTo>
                  <a:cubicBezTo>
                    <a:pt x="0" y="882"/>
                    <a:pt x="259" y="1141"/>
                    <a:pt x="585" y="1141"/>
                  </a:cubicBezTo>
                  <a:lnTo>
                    <a:pt x="2885" y="1141"/>
                  </a:lnTo>
                  <a:cubicBezTo>
                    <a:pt x="3211" y="1141"/>
                    <a:pt x="3470" y="882"/>
                    <a:pt x="3470" y="557"/>
                  </a:cubicBezTo>
                  <a:lnTo>
                    <a:pt x="3470"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9" name="Google Shape;7189;p62"/>
            <p:cNvSpPr/>
            <p:nvPr/>
          </p:nvSpPr>
          <p:spPr>
            <a:xfrm>
              <a:off x="5847093" y="3085270"/>
              <a:ext cx="47501" cy="29920"/>
            </a:xfrm>
            <a:custGeom>
              <a:avLst/>
              <a:gdLst/>
              <a:ahLst/>
              <a:cxnLst/>
              <a:rect l="l" t="t" r="r" b="b"/>
              <a:pathLst>
                <a:path w="1813" h="1142" extrusionOk="0">
                  <a:moveTo>
                    <a:pt x="595" y="1"/>
                  </a:moveTo>
                  <a:lnTo>
                    <a:pt x="595" y="547"/>
                  </a:lnTo>
                  <a:cubicBezTo>
                    <a:pt x="585" y="873"/>
                    <a:pt x="326" y="1141"/>
                    <a:pt x="0" y="1141"/>
                  </a:cubicBezTo>
                  <a:lnTo>
                    <a:pt x="1218" y="1141"/>
                  </a:lnTo>
                  <a:cubicBezTo>
                    <a:pt x="1544" y="1141"/>
                    <a:pt x="1812" y="873"/>
                    <a:pt x="1812" y="547"/>
                  </a:cubicBezTo>
                  <a:lnTo>
                    <a:pt x="1812" y="1"/>
                  </a:ln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0" name="Google Shape;7190;p62"/>
            <p:cNvSpPr/>
            <p:nvPr/>
          </p:nvSpPr>
          <p:spPr>
            <a:xfrm>
              <a:off x="6041470" y="2936611"/>
              <a:ext cx="14331" cy="56016"/>
            </a:xfrm>
            <a:custGeom>
              <a:avLst/>
              <a:gdLst/>
              <a:ahLst/>
              <a:cxnLst/>
              <a:rect l="l" t="t" r="r" b="b"/>
              <a:pathLst>
                <a:path w="547" h="2138" extrusionOk="0">
                  <a:moveTo>
                    <a:pt x="274" y="0"/>
                  </a:moveTo>
                  <a:cubicBezTo>
                    <a:pt x="142" y="0"/>
                    <a:pt x="10" y="86"/>
                    <a:pt x="0" y="259"/>
                  </a:cubicBezTo>
                  <a:lnTo>
                    <a:pt x="0" y="1869"/>
                  </a:lnTo>
                  <a:cubicBezTo>
                    <a:pt x="0" y="2013"/>
                    <a:pt x="125" y="2138"/>
                    <a:pt x="278" y="2138"/>
                  </a:cubicBezTo>
                  <a:cubicBezTo>
                    <a:pt x="422" y="2138"/>
                    <a:pt x="547" y="2013"/>
                    <a:pt x="547" y="1869"/>
                  </a:cubicBezTo>
                  <a:lnTo>
                    <a:pt x="547" y="259"/>
                  </a:lnTo>
                  <a:cubicBezTo>
                    <a:pt x="537" y="86"/>
                    <a:pt x="405" y="0"/>
                    <a:pt x="274" y="0"/>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1" name="Google Shape;7191;p62"/>
            <p:cNvSpPr/>
            <p:nvPr/>
          </p:nvSpPr>
          <p:spPr>
            <a:xfrm>
              <a:off x="6026405" y="2971247"/>
              <a:ext cx="44226" cy="94451"/>
            </a:xfrm>
            <a:custGeom>
              <a:avLst/>
              <a:gdLst/>
              <a:ahLst/>
              <a:cxnLst/>
              <a:rect l="l" t="t" r="r" b="b"/>
              <a:pathLst>
                <a:path w="1688" h="3605" extrusionOk="0">
                  <a:moveTo>
                    <a:pt x="355" y="1"/>
                  </a:moveTo>
                  <a:cubicBezTo>
                    <a:pt x="163" y="1"/>
                    <a:pt x="0" y="164"/>
                    <a:pt x="0" y="365"/>
                  </a:cubicBezTo>
                  <a:lnTo>
                    <a:pt x="0" y="2042"/>
                  </a:lnTo>
                  <a:lnTo>
                    <a:pt x="0" y="3241"/>
                  </a:lnTo>
                  <a:cubicBezTo>
                    <a:pt x="0" y="3442"/>
                    <a:pt x="163" y="3595"/>
                    <a:pt x="355" y="3605"/>
                  </a:cubicBezTo>
                  <a:lnTo>
                    <a:pt x="1323" y="3605"/>
                  </a:lnTo>
                  <a:cubicBezTo>
                    <a:pt x="1524" y="3595"/>
                    <a:pt x="1678" y="3442"/>
                    <a:pt x="1687" y="3241"/>
                  </a:cubicBezTo>
                  <a:lnTo>
                    <a:pt x="1687" y="365"/>
                  </a:lnTo>
                  <a:cubicBezTo>
                    <a:pt x="1678" y="164"/>
                    <a:pt x="1524" y="1"/>
                    <a:pt x="1323" y="1"/>
                  </a:cubicBezTo>
                  <a:close/>
                </a:path>
              </a:pathLst>
            </a:custGeom>
            <a:solidFill>
              <a:srgbClr val="C6CE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2" name="Google Shape;7192;p62"/>
            <p:cNvSpPr/>
            <p:nvPr/>
          </p:nvSpPr>
          <p:spPr>
            <a:xfrm>
              <a:off x="6038955" y="2971247"/>
              <a:ext cx="31912" cy="94215"/>
            </a:xfrm>
            <a:custGeom>
              <a:avLst/>
              <a:gdLst/>
              <a:ahLst/>
              <a:cxnLst/>
              <a:rect l="l" t="t" r="r" b="b"/>
              <a:pathLst>
                <a:path w="1218" h="3596" extrusionOk="0">
                  <a:moveTo>
                    <a:pt x="870" y="0"/>
                  </a:moveTo>
                  <a:cubicBezTo>
                    <a:pt x="864" y="0"/>
                    <a:pt x="859" y="1"/>
                    <a:pt x="854" y="1"/>
                  </a:cubicBezTo>
                  <a:lnTo>
                    <a:pt x="1" y="1"/>
                  </a:lnTo>
                  <a:cubicBezTo>
                    <a:pt x="202" y="1"/>
                    <a:pt x="365" y="154"/>
                    <a:pt x="365" y="355"/>
                  </a:cubicBezTo>
                  <a:lnTo>
                    <a:pt x="365" y="3241"/>
                  </a:lnTo>
                  <a:cubicBezTo>
                    <a:pt x="365" y="3432"/>
                    <a:pt x="202" y="3595"/>
                    <a:pt x="1" y="3595"/>
                  </a:cubicBezTo>
                  <a:lnTo>
                    <a:pt x="854" y="3595"/>
                  </a:lnTo>
                  <a:cubicBezTo>
                    <a:pt x="1055" y="3595"/>
                    <a:pt x="1208" y="3432"/>
                    <a:pt x="1218" y="3241"/>
                  </a:cubicBezTo>
                  <a:lnTo>
                    <a:pt x="1218" y="365"/>
                  </a:lnTo>
                  <a:cubicBezTo>
                    <a:pt x="1218" y="169"/>
                    <a:pt x="1064" y="0"/>
                    <a:pt x="870" y="0"/>
                  </a:cubicBezTo>
                  <a:close/>
                </a:path>
              </a:pathLst>
            </a:custGeom>
            <a:solidFill>
              <a:srgbClr val="B7C1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3" name="Google Shape;7193;p62"/>
            <p:cNvSpPr/>
            <p:nvPr/>
          </p:nvSpPr>
          <p:spPr>
            <a:xfrm>
              <a:off x="5841826" y="3065934"/>
              <a:ext cx="212718" cy="187120"/>
            </a:xfrm>
            <a:custGeom>
              <a:avLst/>
              <a:gdLst/>
              <a:ahLst/>
              <a:cxnLst/>
              <a:rect l="l" t="t" r="r" b="b"/>
              <a:pathLst>
                <a:path w="8119" h="7142" extrusionOk="0">
                  <a:moveTo>
                    <a:pt x="7573" y="0"/>
                  </a:moveTo>
                  <a:lnTo>
                    <a:pt x="7573" y="4323"/>
                  </a:lnTo>
                  <a:cubicBezTo>
                    <a:pt x="7573" y="5579"/>
                    <a:pt x="6557" y="6586"/>
                    <a:pt x="5310" y="6595"/>
                  </a:cubicBezTo>
                  <a:lnTo>
                    <a:pt x="2818" y="6595"/>
                  </a:lnTo>
                  <a:cubicBezTo>
                    <a:pt x="1563" y="6586"/>
                    <a:pt x="556" y="5579"/>
                    <a:pt x="556" y="4323"/>
                  </a:cubicBezTo>
                  <a:lnTo>
                    <a:pt x="556" y="1879"/>
                  </a:lnTo>
                  <a:lnTo>
                    <a:pt x="0" y="1879"/>
                  </a:lnTo>
                  <a:lnTo>
                    <a:pt x="0" y="4323"/>
                  </a:lnTo>
                  <a:cubicBezTo>
                    <a:pt x="0" y="5876"/>
                    <a:pt x="1265" y="7142"/>
                    <a:pt x="2818" y="7142"/>
                  </a:cubicBezTo>
                  <a:lnTo>
                    <a:pt x="5301" y="7142"/>
                  </a:lnTo>
                  <a:cubicBezTo>
                    <a:pt x="6863" y="7142"/>
                    <a:pt x="8119" y="5876"/>
                    <a:pt x="8119" y="4323"/>
                  </a:cubicBezTo>
                  <a:lnTo>
                    <a:pt x="8119" y="0"/>
                  </a:ln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4" name="Google Shape;7194;p62"/>
            <p:cNvSpPr/>
            <p:nvPr/>
          </p:nvSpPr>
          <p:spPr>
            <a:xfrm>
              <a:off x="5908610" y="2923511"/>
              <a:ext cx="36706" cy="14384"/>
            </a:xfrm>
            <a:custGeom>
              <a:avLst/>
              <a:gdLst/>
              <a:ahLst/>
              <a:cxnLst/>
              <a:rect l="l" t="t" r="r" b="b"/>
              <a:pathLst>
                <a:path w="1401" h="549" extrusionOk="0">
                  <a:moveTo>
                    <a:pt x="366" y="1"/>
                  </a:moveTo>
                  <a:cubicBezTo>
                    <a:pt x="0" y="1"/>
                    <a:pt x="0" y="549"/>
                    <a:pt x="366" y="549"/>
                  </a:cubicBezTo>
                  <a:cubicBezTo>
                    <a:pt x="375" y="549"/>
                    <a:pt x="384" y="549"/>
                    <a:pt x="394" y="548"/>
                  </a:cubicBezTo>
                  <a:lnTo>
                    <a:pt x="1352" y="548"/>
                  </a:lnTo>
                  <a:lnTo>
                    <a:pt x="1400" y="2"/>
                  </a:lnTo>
                  <a:lnTo>
                    <a:pt x="394" y="2"/>
                  </a:lnTo>
                  <a:cubicBezTo>
                    <a:pt x="384" y="1"/>
                    <a:pt x="375" y="1"/>
                    <a:pt x="36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5" name="Google Shape;7195;p62"/>
            <p:cNvSpPr/>
            <p:nvPr/>
          </p:nvSpPr>
          <p:spPr>
            <a:xfrm>
              <a:off x="5886917" y="2973998"/>
              <a:ext cx="53369" cy="14620"/>
            </a:xfrm>
            <a:custGeom>
              <a:avLst/>
              <a:gdLst/>
              <a:ahLst/>
              <a:cxnLst/>
              <a:rect l="l" t="t" r="r" b="b"/>
              <a:pathLst>
                <a:path w="2037" h="558" extrusionOk="0">
                  <a:moveTo>
                    <a:pt x="361" y="0"/>
                  </a:moveTo>
                  <a:cubicBezTo>
                    <a:pt x="1" y="0"/>
                    <a:pt x="4" y="558"/>
                    <a:pt x="370" y="558"/>
                  </a:cubicBezTo>
                  <a:cubicBezTo>
                    <a:pt x="376" y="558"/>
                    <a:pt x="382" y="558"/>
                    <a:pt x="388" y="557"/>
                  </a:cubicBezTo>
                  <a:lnTo>
                    <a:pt x="1989" y="557"/>
                  </a:lnTo>
                  <a:lnTo>
                    <a:pt x="1989" y="548"/>
                  </a:lnTo>
                  <a:lnTo>
                    <a:pt x="2037" y="1"/>
                  </a:lnTo>
                  <a:lnTo>
                    <a:pt x="388" y="1"/>
                  </a:lnTo>
                  <a:cubicBezTo>
                    <a:pt x="379" y="1"/>
                    <a:pt x="370" y="0"/>
                    <a:pt x="36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6" name="Google Shape;7196;p62"/>
            <p:cNvSpPr/>
            <p:nvPr/>
          </p:nvSpPr>
          <p:spPr>
            <a:xfrm>
              <a:off x="5908532" y="2948637"/>
              <a:ext cx="34270" cy="14646"/>
            </a:xfrm>
            <a:custGeom>
              <a:avLst/>
              <a:gdLst/>
              <a:ahLst/>
              <a:cxnLst/>
              <a:rect l="l" t="t" r="r" b="b"/>
              <a:pathLst>
                <a:path w="1308" h="559" extrusionOk="0">
                  <a:moveTo>
                    <a:pt x="378" y="1"/>
                  </a:moveTo>
                  <a:cubicBezTo>
                    <a:pt x="3" y="1"/>
                    <a:pt x="0" y="558"/>
                    <a:pt x="369" y="558"/>
                  </a:cubicBezTo>
                  <a:cubicBezTo>
                    <a:pt x="378" y="558"/>
                    <a:pt x="387" y="558"/>
                    <a:pt x="397" y="557"/>
                  </a:cubicBezTo>
                  <a:lnTo>
                    <a:pt x="1260" y="557"/>
                  </a:lnTo>
                  <a:lnTo>
                    <a:pt x="1307" y="1"/>
                  </a:lnTo>
                  <a:lnTo>
                    <a:pt x="397" y="1"/>
                  </a:lnTo>
                  <a:cubicBezTo>
                    <a:pt x="391" y="1"/>
                    <a:pt x="384" y="1"/>
                    <a:pt x="378"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7" name="Google Shape;7197;p62"/>
            <p:cNvSpPr/>
            <p:nvPr/>
          </p:nvSpPr>
          <p:spPr>
            <a:xfrm>
              <a:off x="5908532" y="2999124"/>
              <a:ext cx="29501" cy="14620"/>
            </a:xfrm>
            <a:custGeom>
              <a:avLst/>
              <a:gdLst/>
              <a:ahLst/>
              <a:cxnLst/>
              <a:rect l="l" t="t" r="r" b="b"/>
              <a:pathLst>
                <a:path w="1126" h="558" extrusionOk="0">
                  <a:moveTo>
                    <a:pt x="378" y="0"/>
                  </a:moveTo>
                  <a:cubicBezTo>
                    <a:pt x="3" y="0"/>
                    <a:pt x="0" y="558"/>
                    <a:pt x="369" y="558"/>
                  </a:cubicBezTo>
                  <a:cubicBezTo>
                    <a:pt x="378" y="558"/>
                    <a:pt x="387" y="557"/>
                    <a:pt x="397" y="557"/>
                  </a:cubicBezTo>
                  <a:lnTo>
                    <a:pt x="1068" y="557"/>
                  </a:lnTo>
                  <a:lnTo>
                    <a:pt x="1125" y="1"/>
                  </a:lnTo>
                  <a:lnTo>
                    <a:pt x="397" y="1"/>
                  </a:lnTo>
                  <a:cubicBezTo>
                    <a:pt x="391" y="0"/>
                    <a:pt x="384" y="0"/>
                    <a:pt x="37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8" name="Google Shape;7198;p62"/>
            <p:cNvSpPr/>
            <p:nvPr/>
          </p:nvSpPr>
          <p:spPr>
            <a:xfrm>
              <a:off x="5886995" y="3024459"/>
              <a:ext cx="48522" cy="14410"/>
            </a:xfrm>
            <a:custGeom>
              <a:avLst/>
              <a:gdLst/>
              <a:ahLst/>
              <a:cxnLst/>
              <a:rect l="l" t="t" r="r" b="b"/>
              <a:pathLst>
                <a:path w="1852" h="550" extrusionOk="0">
                  <a:moveTo>
                    <a:pt x="358" y="1"/>
                  </a:moveTo>
                  <a:cubicBezTo>
                    <a:pt x="1" y="1"/>
                    <a:pt x="1" y="549"/>
                    <a:pt x="358" y="549"/>
                  </a:cubicBezTo>
                  <a:cubicBezTo>
                    <a:pt x="367" y="549"/>
                    <a:pt x="376" y="549"/>
                    <a:pt x="385" y="548"/>
                  </a:cubicBezTo>
                  <a:lnTo>
                    <a:pt x="1794" y="548"/>
                  </a:lnTo>
                  <a:lnTo>
                    <a:pt x="1851" y="2"/>
                  </a:lnTo>
                  <a:lnTo>
                    <a:pt x="385" y="2"/>
                  </a:lnTo>
                  <a:cubicBezTo>
                    <a:pt x="376" y="1"/>
                    <a:pt x="367" y="1"/>
                    <a:pt x="358"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99" name="Google Shape;7199;p62"/>
          <p:cNvGrpSpPr/>
          <p:nvPr/>
        </p:nvGrpSpPr>
        <p:grpSpPr>
          <a:xfrm>
            <a:off x="6653934" y="2710815"/>
            <a:ext cx="315972" cy="361927"/>
            <a:chOff x="6658009" y="2891390"/>
            <a:chExt cx="315972" cy="361927"/>
          </a:xfrm>
        </p:grpSpPr>
        <p:sp>
          <p:nvSpPr>
            <p:cNvPr id="7200" name="Google Shape;7200;p62"/>
            <p:cNvSpPr/>
            <p:nvPr/>
          </p:nvSpPr>
          <p:spPr>
            <a:xfrm>
              <a:off x="6658009" y="2891390"/>
              <a:ext cx="315972" cy="361927"/>
            </a:xfrm>
            <a:custGeom>
              <a:avLst/>
              <a:gdLst/>
              <a:ahLst/>
              <a:cxnLst/>
              <a:rect l="l" t="t" r="r" b="b"/>
              <a:pathLst>
                <a:path w="12060" h="13814" extrusionOk="0">
                  <a:moveTo>
                    <a:pt x="3921" y="1"/>
                  </a:moveTo>
                  <a:cubicBezTo>
                    <a:pt x="3346" y="1"/>
                    <a:pt x="2790" y="250"/>
                    <a:pt x="2416" y="691"/>
                  </a:cubicBezTo>
                  <a:lnTo>
                    <a:pt x="2023" y="1141"/>
                  </a:lnTo>
                  <a:lnTo>
                    <a:pt x="844" y="1141"/>
                  </a:lnTo>
                  <a:cubicBezTo>
                    <a:pt x="374" y="1141"/>
                    <a:pt x="1" y="1515"/>
                    <a:pt x="1" y="1985"/>
                  </a:cubicBezTo>
                  <a:lnTo>
                    <a:pt x="1" y="12979"/>
                  </a:lnTo>
                  <a:lnTo>
                    <a:pt x="10" y="12979"/>
                  </a:lnTo>
                  <a:cubicBezTo>
                    <a:pt x="10" y="13439"/>
                    <a:pt x="384" y="13813"/>
                    <a:pt x="854" y="13813"/>
                  </a:cubicBezTo>
                  <a:lnTo>
                    <a:pt x="11216" y="13813"/>
                  </a:lnTo>
                  <a:cubicBezTo>
                    <a:pt x="11676" y="13813"/>
                    <a:pt x="12059" y="13439"/>
                    <a:pt x="12059" y="12979"/>
                  </a:cubicBezTo>
                  <a:lnTo>
                    <a:pt x="12059" y="1985"/>
                  </a:lnTo>
                  <a:cubicBezTo>
                    <a:pt x="12059" y="1515"/>
                    <a:pt x="11676" y="1141"/>
                    <a:pt x="11216" y="1141"/>
                  </a:cubicBezTo>
                  <a:lnTo>
                    <a:pt x="10037" y="1141"/>
                  </a:lnTo>
                  <a:lnTo>
                    <a:pt x="9644" y="691"/>
                  </a:lnTo>
                  <a:cubicBezTo>
                    <a:pt x="9260" y="250"/>
                    <a:pt x="8714" y="1"/>
                    <a:pt x="8139" y="1"/>
                  </a:cubicBezTo>
                  <a:close/>
                </a:path>
              </a:pathLst>
            </a:custGeom>
            <a:solidFill>
              <a:srgbClr val="879A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1" name="Google Shape;7201;p62"/>
            <p:cNvSpPr/>
            <p:nvPr/>
          </p:nvSpPr>
          <p:spPr>
            <a:xfrm>
              <a:off x="6658507" y="2921284"/>
              <a:ext cx="315474" cy="332033"/>
            </a:xfrm>
            <a:custGeom>
              <a:avLst/>
              <a:gdLst/>
              <a:ahLst/>
              <a:cxnLst/>
              <a:rect l="l" t="t" r="r" b="b"/>
              <a:pathLst>
                <a:path w="12041" h="12673" extrusionOk="0">
                  <a:moveTo>
                    <a:pt x="11005" y="0"/>
                  </a:moveTo>
                  <a:lnTo>
                    <a:pt x="11005" y="10793"/>
                  </a:lnTo>
                  <a:cubicBezTo>
                    <a:pt x="11005" y="11254"/>
                    <a:pt x="10631" y="11637"/>
                    <a:pt x="10171" y="11637"/>
                  </a:cubicBezTo>
                  <a:lnTo>
                    <a:pt x="1" y="11637"/>
                  </a:lnTo>
                  <a:lnTo>
                    <a:pt x="1" y="11829"/>
                  </a:lnTo>
                  <a:cubicBezTo>
                    <a:pt x="1" y="12289"/>
                    <a:pt x="375" y="12672"/>
                    <a:pt x="835" y="12672"/>
                  </a:cubicBezTo>
                  <a:lnTo>
                    <a:pt x="11197" y="12672"/>
                  </a:lnTo>
                  <a:cubicBezTo>
                    <a:pt x="11666" y="12672"/>
                    <a:pt x="12040" y="12289"/>
                    <a:pt x="12040" y="11829"/>
                  </a:cubicBezTo>
                  <a:lnTo>
                    <a:pt x="12040" y="834"/>
                  </a:lnTo>
                  <a:cubicBezTo>
                    <a:pt x="12040" y="374"/>
                    <a:pt x="11666" y="0"/>
                    <a:pt x="11206" y="0"/>
                  </a:cubicBez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2" name="Google Shape;7202;p62"/>
            <p:cNvSpPr/>
            <p:nvPr/>
          </p:nvSpPr>
          <p:spPr>
            <a:xfrm>
              <a:off x="6742897" y="2928567"/>
              <a:ext cx="146432" cy="55780"/>
            </a:xfrm>
            <a:custGeom>
              <a:avLst/>
              <a:gdLst/>
              <a:ahLst/>
              <a:cxnLst/>
              <a:rect l="l" t="t" r="r" b="b"/>
              <a:pathLst>
                <a:path w="5589" h="2129" extrusionOk="0">
                  <a:moveTo>
                    <a:pt x="518" y="0"/>
                  </a:moveTo>
                  <a:cubicBezTo>
                    <a:pt x="231" y="0"/>
                    <a:pt x="0" y="230"/>
                    <a:pt x="0" y="508"/>
                  </a:cubicBezTo>
                  <a:lnTo>
                    <a:pt x="0" y="1611"/>
                  </a:lnTo>
                  <a:cubicBezTo>
                    <a:pt x="0" y="1898"/>
                    <a:pt x="231" y="2128"/>
                    <a:pt x="518" y="2128"/>
                  </a:cubicBezTo>
                  <a:lnTo>
                    <a:pt x="5071" y="2128"/>
                  </a:lnTo>
                  <a:cubicBezTo>
                    <a:pt x="5349" y="2128"/>
                    <a:pt x="5589" y="1898"/>
                    <a:pt x="5589" y="1611"/>
                  </a:cubicBezTo>
                  <a:lnTo>
                    <a:pt x="5589" y="508"/>
                  </a:lnTo>
                  <a:cubicBezTo>
                    <a:pt x="5589" y="230"/>
                    <a:pt x="5349" y="0"/>
                    <a:pt x="5071" y="0"/>
                  </a:cubicBez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3" name="Google Shape;7203;p62"/>
            <p:cNvSpPr/>
            <p:nvPr/>
          </p:nvSpPr>
          <p:spPr>
            <a:xfrm>
              <a:off x="6836562" y="2928567"/>
              <a:ext cx="52767" cy="55780"/>
            </a:xfrm>
            <a:custGeom>
              <a:avLst/>
              <a:gdLst/>
              <a:ahLst/>
              <a:cxnLst/>
              <a:rect l="l" t="t" r="r" b="b"/>
              <a:pathLst>
                <a:path w="2014" h="2129" extrusionOk="0">
                  <a:moveTo>
                    <a:pt x="1" y="0"/>
                  </a:moveTo>
                  <a:cubicBezTo>
                    <a:pt x="288" y="0"/>
                    <a:pt x="518" y="230"/>
                    <a:pt x="518" y="508"/>
                  </a:cubicBezTo>
                  <a:lnTo>
                    <a:pt x="518" y="1611"/>
                  </a:lnTo>
                  <a:cubicBezTo>
                    <a:pt x="518" y="1898"/>
                    <a:pt x="288" y="2128"/>
                    <a:pt x="1" y="2128"/>
                  </a:cubicBezTo>
                  <a:lnTo>
                    <a:pt x="1496" y="2128"/>
                  </a:lnTo>
                  <a:cubicBezTo>
                    <a:pt x="1784" y="2128"/>
                    <a:pt x="2014" y="1898"/>
                    <a:pt x="2014" y="1611"/>
                  </a:cubicBezTo>
                  <a:lnTo>
                    <a:pt x="2014" y="508"/>
                  </a:lnTo>
                  <a:cubicBezTo>
                    <a:pt x="2014" y="230"/>
                    <a:pt x="1784" y="0"/>
                    <a:pt x="1496" y="0"/>
                  </a:cubicBezTo>
                  <a:close/>
                </a:path>
              </a:pathLst>
            </a:custGeom>
            <a:solidFill>
              <a:srgbClr val="CE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4" name="Google Shape;7204;p62"/>
            <p:cNvSpPr/>
            <p:nvPr/>
          </p:nvSpPr>
          <p:spPr>
            <a:xfrm>
              <a:off x="6810702" y="3035856"/>
              <a:ext cx="11083" cy="162702"/>
            </a:xfrm>
            <a:custGeom>
              <a:avLst/>
              <a:gdLst/>
              <a:ahLst/>
              <a:cxnLst/>
              <a:rect l="l" t="t" r="r" b="b"/>
              <a:pathLst>
                <a:path w="423" h="6210" extrusionOk="0">
                  <a:moveTo>
                    <a:pt x="208" y="1"/>
                  </a:moveTo>
                  <a:cubicBezTo>
                    <a:pt x="104" y="1"/>
                    <a:pt x="1" y="70"/>
                    <a:pt x="1" y="209"/>
                  </a:cubicBezTo>
                  <a:lnTo>
                    <a:pt x="1" y="5999"/>
                  </a:lnTo>
                  <a:cubicBezTo>
                    <a:pt x="1" y="6114"/>
                    <a:pt x="87" y="6210"/>
                    <a:pt x="211" y="6210"/>
                  </a:cubicBezTo>
                  <a:cubicBezTo>
                    <a:pt x="326" y="6210"/>
                    <a:pt x="422" y="6114"/>
                    <a:pt x="422" y="5999"/>
                  </a:cubicBezTo>
                  <a:lnTo>
                    <a:pt x="422" y="209"/>
                  </a:lnTo>
                  <a:cubicBezTo>
                    <a:pt x="417" y="70"/>
                    <a:pt x="312" y="1"/>
                    <a:pt x="208"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5" name="Google Shape;7205;p62"/>
            <p:cNvSpPr/>
            <p:nvPr/>
          </p:nvSpPr>
          <p:spPr>
            <a:xfrm>
              <a:off x="6724059" y="3209091"/>
              <a:ext cx="11083" cy="44226"/>
            </a:xfrm>
            <a:custGeom>
              <a:avLst/>
              <a:gdLst/>
              <a:ahLst/>
              <a:cxnLst/>
              <a:rect l="l" t="t" r="r" b="b"/>
              <a:pathLst>
                <a:path w="423" h="1688" extrusionOk="0">
                  <a:moveTo>
                    <a:pt x="211" y="0"/>
                  </a:moveTo>
                  <a:cubicBezTo>
                    <a:pt x="96" y="0"/>
                    <a:pt x="1" y="96"/>
                    <a:pt x="1" y="211"/>
                  </a:cubicBezTo>
                  <a:lnTo>
                    <a:pt x="1" y="1687"/>
                  </a:lnTo>
                  <a:lnTo>
                    <a:pt x="422" y="1687"/>
                  </a:lnTo>
                  <a:lnTo>
                    <a:pt x="422" y="211"/>
                  </a:lnTo>
                  <a:cubicBezTo>
                    <a:pt x="422" y="96"/>
                    <a:pt x="326" y="0"/>
                    <a:pt x="211"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6" name="Google Shape;7206;p62"/>
            <p:cNvSpPr/>
            <p:nvPr/>
          </p:nvSpPr>
          <p:spPr>
            <a:xfrm>
              <a:off x="6897346" y="3209091"/>
              <a:ext cx="11083" cy="44226"/>
            </a:xfrm>
            <a:custGeom>
              <a:avLst/>
              <a:gdLst/>
              <a:ahLst/>
              <a:cxnLst/>
              <a:rect l="l" t="t" r="r" b="b"/>
              <a:pathLst>
                <a:path w="423" h="1688" extrusionOk="0">
                  <a:moveTo>
                    <a:pt x="211" y="0"/>
                  </a:moveTo>
                  <a:cubicBezTo>
                    <a:pt x="96" y="0"/>
                    <a:pt x="0" y="96"/>
                    <a:pt x="0" y="211"/>
                  </a:cubicBezTo>
                  <a:lnTo>
                    <a:pt x="0" y="1687"/>
                  </a:lnTo>
                  <a:lnTo>
                    <a:pt x="413" y="1687"/>
                  </a:lnTo>
                  <a:lnTo>
                    <a:pt x="413" y="211"/>
                  </a:lnTo>
                  <a:cubicBezTo>
                    <a:pt x="422" y="96"/>
                    <a:pt x="326" y="0"/>
                    <a:pt x="211"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07" name="Google Shape;7207;p62"/>
          <p:cNvGrpSpPr/>
          <p:nvPr/>
        </p:nvGrpSpPr>
        <p:grpSpPr>
          <a:xfrm>
            <a:off x="6199390" y="2710631"/>
            <a:ext cx="320478" cy="362110"/>
            <a:chOff x="6203465" y="2891206"/>
            <a:chExt cx="320478" cy="362110"/>
          </a:xfrm>
        </p:grpSpPr>
        <p:sp>
          <p:nvSpPr>
            <p:cNvPr id="7208" name="Google Shape;7208;p62"/>
            <p:cNvSpPr/>
            <p:nvPr/>
          </p:nvSpPr>
          <p:spPr>
            <a:xfrm>
              <a:off x="6203465" y="2902158"/>
              <a:ext cx="320478" cy="351159"/>
            </a:xfrm>
            <a:custGeom>
              <a:avLst/>
              <a:gdLst/>
              <a:ahLst/>
              <a:cxnLst/>
              <a:rect l="l" t="t" r="r" b="b"/>
              <a:pathLst>
                <a:path w="12232" h="13403" extrusionOk="0">
                  <a:moveTo>
                    <a:pt x="6261" y="1"/>
                  </a:moveTo>
                  <a:cubicBezTo>
                    <a:pt x="4487" y="1"/>
                    <a:pt x="2747" y="875"/>
                    <a:pt x="1716" y="2484"/>
                  </a:cubicBezTo>
                  <a:lnTo>
                    <a:pt x="1400" y="3050"/>
                  </a:lnTo>
                  <a:cubicBezTo>
                    <a:pt x="1054" y="3778"/>
                    <a:pt x="872" y="4574"/>
                    <a:pt x="872" y="5389"/>
                  </a:cubicBezTo>
                  <a:cubicBezTo>
                    <a:pt x="882" y="5734"/>
                    <a:pt x="920" y="6079"/>
                    <a:pt x="968" y="6424"/>
                  </a:cubicBezTo>
                  <a:lnTo>
                    <a:pt x="173" y="7833"/>
                  </a:lnTo>
                  <a:cubicBezTo>
                    <a:pt x="0" y="8140"/>
                    <a:pt x="134" y="8542"/>
                    <a:pt x="470" y="8686"/>
                  </a:cubicBezTo>
                  <a:lnTo>
                    <a:pt x="1428" y="9079"/>
                  </a:lnTo>
                  <a:lnTo>
                    <a:pt x="1428" y="10680"/>
                  </a:lnTo>
                  <a:cubicBezTo>
                    <a:pt x="1428" y="11245"/>
                    <a:pt x="1879" y="11696"/>
                    <a:pt x="2444" y="11696"/>
                  </a:cubicBezTo>
                  <a:lnTo>
                    <a:pt x="3767" y="11696"/>
                  </a:lnTo>
                  <a:lnTo>
                    <a:pt x="3767" y="12894"/>
                  </a:lnTo>
                  <a:cubicBezTo>
                    <a:pt x="3758" y="13172"/>
                    <a:pt x="3997" y="13402"/>
                    <a:pt x="4275" y="13402"/>
                  </a:cubicBezTo>
                  <a:lnTo>
                    <a:pt x="8531" y="13402"/>
                  </a:lnTo>
                  <a:cubicBezTo>
                    <a:pt x="8537" y="13402"/>
                    <a:pt x="8543" y="13402"/>
                    <a:pt x="8548" y="13402"/>
                  </a:cubicBezTo>
                  <a:cubicBezTo>
                    <a:pt x="8837" y="13402"/>
                    <a:pt x="9068" y="13167"/>
                    <a:pt x="9068" y="12885"/>
                  </a:cubicBezTo>
                  <a:lnTo>
                    <a:pt x="9068" y="10862"/>
                  </a:lnTo>
                  <a:cubicBezTo>
                    <a:pt x="9068" y="10344"/>
                    <a:pt x="9298" y="9865"/>
                    <a:pt x="9691" y="9539"/>
                  </a:cubicBezTo>
                  <a:cubicBezTo>
                    <a:pt x="11704" y="7871"/>
                    <a:pt x="12231" y="4996"/>
                    <a:pt x="10947" y="2724"/>
                  </a:cubicBezTo>
                  <a:lnTo>
                    <a:pt x="10947" y="2724"/>
                  </a:lnTo>
                  <a:lnTo>
                    <a:pt x="8589" y="3510"/>
                  </a:lnTo>
                  <a:cubicBezTo>
                    <a:pt x="8584" y="3511"/>
                    <a:pt x="8580" y="3511"/>
                    <a:pt x="8576" y="3511"/>
                  </a:cubicBezTo>
                  <a:cubicBezTo>
                    <a:pt x="8507" y="3511"/>
                    <a:pt x="8467" y="3440"/>
                    <a:pt x="8512" y="3385"/>
                  </a:cubicBezTo>
                  <a:lnTo>
                    <a:pt x="10228" y="1890"/>
                  </a:lnTo>
                  <a:lnTo>
                    <a:pt x="8982" y="1095"/>
                  </a:lnTo>
                  <a:lnTo>
                    <a:pt x="9298" y="941"/>
                  </a:lnTo>
                  <a:cubicBezTo>
                    <a:pt x="8366" y="305"/>
                    <a:pt x="7308" y="1"/>
                    <a:pt x="6261" y="1"/>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9" name="Google Shape;7209;p62"/>
            <p:cNvSpPr/>
            <p:nvPr/>
          </p:nvSpPr>
          <p:spPr>
            <a:xfrm>
              <a:off x="6286833" y="2902132"/>
              <a:ext cx="184867" cy="71159"/>
            </a:xfrm>
            <a:custGeom>
              <a:avLst/>
              <a:gdLst/>
              <a:ahLst/>
              <a:cxnLst/>
              <a:rect l="l" t="t" r="r" b="b"/>
              <a:pathLst>
                <a:path w="7056" h="2716" extrusionOk="0">
                  <a:moveTo>
                    <a:pt x="3083" y="0"/>
                  </a:moveTo>
                  <a:cubicBezTo>
                    <a:pt x="2005" y="0"/>
                    <a:pt x="928" y="324"/>
                    <a:pt x="0" y="971"/>
                  </a:cubicBezTo>
                  <a:cubicBezTo>
                    <a:pt x="467" y="854"/>
                    <a:pt x="951" y="788"/>
                    <a:pt x="1436" y="788"/>
                  </a:cubicBezTo>
                  <a:cubicBezTo>
                    <a:pt x="1469" y="788"/>
                    <a:pt x="1501" y="788"/>
                    <a:pt x="1534" y="789"/>
                  </a:cubicBezTo>
                  <a:cubicBezTo>
                    <a:pt x="1546" y="789"/>
                    <a:pt x="1557" y="789"/>
                    <a:pt x="1569" y="789"/>
                  </a:cubicBezTo>
                  <a:cubicBezTo>
                    <a:pt x="3282" y="789"/>
                    <a:pt x="4916" y="1487"/>
                    <a:pt x="6116" y="2715"/>
                  </a:cubicBezTo>
                  <a:lnTo>
                    <a:pt x="7055" y="1891"/>
                  </a:lnTo>
                  <a:lnTo>
                    <a:pt x="5819" y="1096"/>
                  </a:lnTo>
                  <a:lnTo>
                    <a:pt x="6125" y="942"/>
                  </a:lnTo>
                  <a:cubicBezTo>
                    <a:pt x="5207" y="314"/>
                    <a:pt x="4145" y="0"/>
                    <a:pt x="3083"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0" name="Google Shape;7210;p62"/>
            <p:cNvSpPr/>
            <p:nvPr/>
          </p:nvSpPr>
          <p:spPr>
            <a:xfrm>
              <a:off x="6457107" y="2973265"/>
              <a:ext cx="57771" cy="131865"/>
            </a:xfrm>
            <a:custGeom>
              <a:avLst/>
              <a:gdLst/>
              <a:ahLst/>
              <a:cxnLst/>
              <a:rect l="l" t="t" r="r" b="b"/>
              <a:pathLst>
                <a:path w="2205" h="5033" extrusionOk="0">
                  <a:moveTo>
                    <a:pt x="1266" y="0"/>
                  </a:moveTo>
                  <a:lnTo>
                    <a:pt x="0" y="422"/>
                  </a:lnTo>
                  <a:cubicBezTo>
                    <a:pt x="940" y="1572"/>
                    <a:pt x="1448" y="3001"/>
                    <a:pt x="1448" y="4486"/>
                  </a:cubicBezTo>
                  <a:cubicBezTo>
                    <a:pt x="1448" y="4669"/>
                    <a:pt x="1438" y="4851"/>
                    <a:pt x="1419" y="5033"/>
                  </a:cubicBezTo>
                  <a:cubicBezTo>
                    <a:pt x="2205" y="3432"/>
                    <a:pt x="2147" y="1553"/>
                    <a:pt x="1266"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1" name="Google Shape;7211;p62"/>
            <p:cNvSpPr/>
            <p:nvPr/>
          </p:nvSpPr>
          <p:spPr>
            <a:xfrm>
              <a:off x="6423807" y="2891206"/>
              <a:ext cx="97988" cy="103752"/>
            </a:xfrm>
            <a:custGeom>
              <a:avLst/>
              <a:gdLst/>
              <a:ahLst/>
              <a:cxnLst/>
              <a:rect l="l" t="t" r="r" b="b"/>
              <a:pathLst>
                <a:path w="3740" h="3960" extrusionOk="0">
                  <a:moveTo>
                    <a:pt x="3672" y="1"/>
                  </a:moveTo>
                  <a:cubicBezTo>
                    <a:pt x="3665" y="1"/>
                    <a:pt x="3657" y="3"/>
                    <a:pt x="3648" y="8"/>
                  </a:cubicBezTo>
                  <a:lnTo>
                    <a:pt x="648" y="1388"/>
                  </a:lnTo>
                  <a:cubicBezTo>
                    <a:pt x="485" y="1474"/>
                    <a:pt x="466" y="1695"/>
                    <a:pt x="619" y="1800"/>
                  </a:cubicBezTo>
                  <a:lnTo>
                    <a:pt x="1482" y="2366"/>
                  </a:lnTo>
                  <a:cubicBezTo>
                    <a:pt x="1559" y="2414"/>
                    <a:pt x="1568" y="2529"/>
                    <a:pt x="1501" y="2586"/>
                  </a:cubicBezTo>
                  <a:lnTo>
                    <a:pt x="35" y="3861"/>
                  </a:lnTo>
                  <a:cubicBezTo>
                    <a:pt x="1" y="3895"/>
                    <a:pt x="27" y="3960"/>
                    <a:pt x="74" y="3960"/>
                  </a:cubicBezTo>
                  <a:cubicBezTo>
                    <a:pt x="80" y="3960"/>
                    <a:pt x="86" y="3959"/>
                    <a:pt x="92" y="3957"/>
                  </a:cubicBezTo>
                  <a:lnTo>
                    <a:pt x="3505" y="2816"/>
                  </a:lnTo>
                  <a:cubicBezTo>
                    <a:pt x="3687" y="2749"/>
                    <a:pt x="3716" y="2519"/>
                    <a:pt x="3572" y="2404"/>
                  </a:cubicBezTo>
                  <a:lnTo>
                    <a:pt x="2652" y="1733"/>
                  </a:lnTo>
                  <a:cubicBezTo>
                    <a:pt x="2594" y="1685"/>
                    <a:pt x="2575" y="1599"/>
                    <a:pt x="2623" y="1541"/>
                  </a:cubicBezTo>
                  <a:lnTo>
                    <a:pt x="3716" y="84"/>
                  </a:lnTo>
                  <a:cubicBezTo>
                    <a:pt x="3739" y="52"/>
                    <a:pt x="3710" y="1"/>
                    <a:pt x="3672"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2" name="Google Shape;7212;p62"/>
            <p:cNvSpPr/>
            <p:nvPr/>
          </p:nvSpPr>
          <p:spPr>
            <a:xfrm>
              <a:off x="6396087" y="2978085"/>
              <a:ext cx="33405" cy="38907"/>
            </a:xfrm>
            <a:custGeom>
              <a:avLst/>
              <a:gdLst/>
              <a:ahLst/>
              <a:cxnLst/>
              <a:rect l="l" t="t" r="r" b="b"/>
              <a:pathLst>
                <a:path w="1275" h="1485" extrusionOk="0">
                  <a:moveTo>
                    <a:pt x="230" y="1"/>
                  </a:moveTo>
                  <a:cubicBezTo>
                    <a:pt x="129" y="1"/>
                    <a:pt x="28" y="66"/>
                    <a:pt x="19" y="200"/>
                  </a:cubicBezTo>
                  <a:cubicBezTo>
                    <a:pt x="0" y="967"/>
                    <a:pt x="355" y="1417"/>
                    <a:pt x="1035" y="1484"/>
                  </a:cubicBezTo>
                  <a:lnTo>
                    <a:pt x="1054" y="1484"/>
                  </a:lnTo>
                  <a:cubicBezTo>
                    <a:pt x="1160" y="1484"/>
                    <a:pt x="1246" y="1398"/>
                    <a:pt x="1256" y="1293"/>
                  </a:cubicBezTo>
                  <a:cubicBezTo>
                    <a:pt x="1275" y="1178"/>
                    <a:pt x="1189" y="1072"/>
                    <a:pt x="1074" y="1063"/>
                  </a:cubicBezTo>
                  <a:cubicBezTo>
                    <a:pt x="767" y="1043"/>
                    <a:pt x="422" y="919"/>
                    <a:pt x="441" y="219"/>
                  </a:cubicBezTo>
                  <a:cubicBezTo>
                    <a:pt x="446" y="75"/>
                    <a:pt x="338" y="1"/>
                    <a:pt x="230" y="1"/>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13" name="Google Shape;7213;p62"/>
          <p:cNvGrpSpPr/>
          <p:nvPr/>
        </p:nvGrpSpPr>
        <p:grpSpPr>
          <a:xfrm>
            <a:off x="7563205" y="2710684"/>
            <a:ext cx="307116" cy="362294"/>
            <a:chOff x="7567280" y="2891259"/>
            <a:chExt cx="307116" cy="362294"/>
          </a:xfrm>
        </p:grpSpPr>
        <p:sp>
          <p:nvSpPr>
            <p:cNvPr id="7214" name="Google Shape;7214;p62"/>
            <p:cNvSpPr/>
            <p:nvPr/>
          </p:nvSpPr>
          <p:spPr>
            <a:xfrm>
              <a:off x="7612082" y="2891337"/>
              <a:ext cx="217250" cy="207006"/>
            </a:xfrm>
            <a:custGeom>
              <a:avLst/>
              <a:gdLst/>
              <a:ahLst/>
              <a:cxnLst/>
              <a:rect l="l" t="t" r="r" b="b"/>
              <a:pathLst>
                <a:path w="8292" h="7901" extrusionOk="0">
                  <a:moveTo>
                    <a:pt x="1727" y="0"/>
                  </a:moveTo>
                  <a:cubicBezTo>
                    <a:pt x="1363" y="0"/>
                    <a:pt x="1007" y="194"/>
                    <a:pt x="825" y="539"/>
                  </a:cubicBezTo>
                  <a:lnTo>
                    <a:pt x="269" y="1536"/>
                  </a:lnTo>
                  <a:cubicBezTo>
                    <a:pt x="1" y="2035"/>
                    <a:pt x="183" y="2667"/>
                    <a:pt x="681" y="2936"/>
                  </a:cubicBezTo>
                  <a:lnTo>
                    <a:pt x="1918" y="3616"/>
                  </a:lnTo>
                  <a:cubicBezTo>
                    <a:pt x="2282" y="3808"/>
                    <a:pt x="2502" y="4191"/>
                    <a:pt x="2502" y="4604"/>
                  </a:cubicBezTo>
                  <a:lnTo>
                    <a:pt x="2502" y="6981"/>
                  </a:lnTo>
                  <a:cubicBezTo>
                    <a:pt x="3049" y="7594"/>
                    <a:pt x="3595" y="7901"/>
                    <a:pt x="4141" y="7901"/>
                  </a:cubicBezTo>
                  <a:cubicBezTo>
                    <a:pt x="4688" y="7901"/>
                    <a:pt x="5234" y="7594"/>
                    <a:pt x="5781" y="6981"/>
                  </a:cubicBezTo>
                  <a:lnTo>
                    <a:pt x="5781" y="4604"/>
                  </a:lnTo>
                  <a:cubicBezTo>
                    <a:pt x="5781" y="4191"/>
                    <a:pt x="6011" y="3808"/>
                    <a:pt x="6375" y="3616"/>
                  </a:cubicBezTo>
                  <a:lnTo>
                    <a:pt x="7611" y="2936"/>
                  </a:lnTo>
                  <a:cubicBezTo>
                    <a:pt x="8110" y="2667"/>
                    <a:pt x="8292" y="2035"/>
                    <a:pt x="8014" y="1536"/>
                  </a:cubicBezTo>
                  <a:lnTo>
                    <a:pt x="7937" y="1393"/>
                  </a:lnTo>
                  <a:lnTo>
                    <a:pt x="7544" y="683"/>
                  </a:lnTo>
                  <a:lnTo>
                    <a:pt x="7458" y="539"/>
                  </a:lnTo>
                  <a:cubicBezTo>
                    <a:pt x="7269" y="194"/>
                    <a:pt x="6916" y="0"/>
                    <a:pt x="6554" y="0"/>
                  </a:cubicBezTo>
                  <a:cubicBezTo>
                    <a:pt x="6364" y="0"/>
                    <a:pt x="6172" y="54"/>
                    <a:pt x="6001" y="166"/>
                  </a:cubicBezTo>
                  <a:lnTo>
                    <a:pt x="5761" y="319"/>
                  </a:lnTo>
                  <a:cubicBezTo>
                    <a:pt x="5268" y="640"/>
                    <a:pt x="4705" y="801"/>
                    <a:pt x="4141" y="801"/>
                  </a:cubicBezTo>
                  <a:cubicBezTo>
                    <a:pt x="3578" y="801"/>
                    <a:pt x="3015" y="640"/>
                    <a:pt x="2521" y="319"/>
                  </a:cubicBezTo>
                  <a:lnTo>
                    <a:pt x="2282" y="166"/>
                  </a:lnTo>
                  <a:cubicBezTo>
                    <a:pt x="2110" y="54"/>
                    <a:pt x="1917" y="0"/>
                    <a:pt x="1727"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5" name="Google Shape;7215;p62"/>
            <p:cNvSpPr/>
            <p:nvPr/>
          </p:nvSpPr>
          <p:spPr>
            <a:xfrm>
              <a:off x="7677870" y="3190698"/>
              <a:ext cx="85936" cy="62618"/>
            </a:xfrm>
            <a:custGeom>
              <a:avLst/>
              <a:gdLst/>
              <a:ahLst/>
              <a:cxnLst/>
              <a:rect l="l" t="t" r="r" b="b"/>
              <a:pathLst>
                <a:path w="3280" h="2390" extrusionOk="0">
                  <a:moveTo>
                    <a:pt x="1640" y="0"/>
                  </a:moveTo>
                  <a:cubicBezTo>
                    <a:pt x="1094" y="0"/>
                    <a:pt x="547" y="199"/>
                    <a:pt x="1" y="597"/>
                  </a:cubicBezTo>
                  <a:lnTo>
                    <a:pt x="1" y="1546"/>
                  </a:lnTo>
                  <a:cubicBezTo>
                    <a:pt x="1" y="2015"/>
                    <a:pt x="375" y="2389"/>
                    <a:pt x="844" y="2389"/>
                  </a:cubicBezTo>
                  <a:lnTo>
                    <a:pt x="2436" y="2389"/>
                  </a:lnTo>
                  <a:cubicBezTo>
                    <a:pt x="2896" y="2389"/>
                    <a:pt x="3279" y="2015"/>
                    <a:pt x="3279" y="1546"/>
                  </a:cubicBezTo>
                  <a:lnTo>
                    <a:pt x="3279" y="597"/>
                  </a:lnTo>
                  <a:cubicBezTo>
                    <a:pt x="2733" y="199"/>
                    <a:pt x="2186" y="0"/>
                    <a:pt x="1640"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6" name="Google Shape;7216;p62"/>
            <p:cNvSpPr/>
            <p:nvPr/>
          </p:nvSpPr>
          <p:spPr>
            <a:xfrm>
              <a:off x="7644229" y="2891285"/>
              <a:ext cx="63299" cy="21091"/>
            </a:xfrm>
            <a:custGeom>
              <a:avLst/>
              <a:gdLst/>
              <a:ahLst/>
              <a:cxnLst/>
              <a:rect l="l" t="t" r="r" b="b"/>
              <a:pathLst>
                <a:path w="2416" h="805" extrusionOk="0">
                  <a:moveTo>
                    <a:pt x="498" y="1"/>
                  </a:moveTo>
                  <a:cubicBezTo>
                    <a:pt x="325" y="1"/>
                    <a:pt x="153" y="44"/>
                    <a:pt x="0" y="129"/>
                  </a:cubicBezTo>
                  <a:cubicBezTo>
                    <a:pt x="20" y="148"/>
                    <a:pt x="48" y="158"/>
                    <a:pt x="58" y="168"/>
                  </a:cubicBezTo>
                  <a:lnTo>
                    <a:pt x="298" y="331"/>
                  </a:lnTo>
                  <a:cubicBezTo>
                    <a:pt x="779" y="642"/>
                    <a:pt x="1341" y="804"/>
                    <a:pt x="1913" y="804"/>
                  </a:cubicBezTo>
                  <a:cubicBezTo>
                    <a:pt x="2080" y="804"/>
                    <a:pt x="2249" y="790"/>
                    <a:pt x="2416" y="762"/>
                  </a:cubicBezTo>
                  <a:cubicBezTo>
                    <a:pt x="2013" y="695"/>
                    <a:pt x="1640" y="551"/>
                    <a:pt x="1294" y="331"/>
                  </a:cubicBezTo>
                  <a:lnTo>
                    <a:pt x="1055" y="168"/>
                  </a:lnTo>
                  <a:cubicBezTo>
                    <a:pt x="887" y="56"/>
                    <a:pt x="692" y="1"/>
                    <a:pt x="498"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7" name="Google Shape;7217;p62"/>
            <p:cNvSpPr/>
            <p:nvPr/>
          </p:nvSpPr>
          <p:spPr>
            <a:xfrm>
              <a:off x="7707502" y="2891259"/>
              <a:ext cx="121830" cy="207268"/>
            </a:xfrm>
            <a:custGeom>
              <a:avLst/>
              <a:gdLst/>
              <a:ahLst/>
              <a:cxnLst/>
              <a:rect l="l" t="t" r="r" b="b"/>
              <a:pathLst>
                <a:path w="4650" h="7911" extrusionOk="0">
                  <a:moveTo>
                    <a:pt x="2926" y="0"/>
                  </a:moveTo>
                  <a:cubicBezTo>
                    <a:pt x="2757" y="0"/>
                    <a:pt x="2585" y="42"/>
                    <a:pt x="2426" y="130"/>
                  </a:cubicBezTo>
                  <a:cubicBezTo>
                    <a:pt x="2599" y="226"/>
                    <a:pt x="2733" y="370"/>
                    <a:pt x="2829" y="533"/>
                  </a:cubicBezTo>
                  <a:lnTo>
                    <a:pt x="2905" y="686"/>
                  </a:lnTo>
                  <a:lnTo>
                    <a:pt x="3298" y="1396"/>
                  </a:lnTo>
                  <a:lnTo>
                    <a:pt x="3375" y="1539"/>
                  </a:lnTo>
                  <a:cubicBezTo>
                    <a:pt x="3653" y="2038"/>
                    <a:pt x="3471" y="2670"/>
                    <a:pt x="2972" y="2939"/>
                  </a:cubicBezTo>
                  <a:lnTo>
                    <a:pt x="1726" y="3619"/>
                  </a:lnTo>
                  <a:cubicBezTo>
                    <a:pt x="1372" y="3811"/>
                    <a:pt x="1142" y="4194"/>
                    <a:pt x="1142" y="4607"/>
                  </a:cubicBezTo>
                  <a:lnTo>
                    <a:pt x="1142" y="6984"/>
                  </a:lnTo>
                  <a:cubicBezTo>
                    <a:pt x="758" y="7415"/>
                    <a:pt x="384" y="7693"/>
                    <a:pt x="1" y="7827"/>
                  </a:cubicBezTo>
                  <a:cubicBezTo>
                    <a:pt x="167" y="7883"/>
                    <a:pt x="333" y="7910"/>
                    <a:pt x="498" y="7910"/>
                  </a:cubicBezTo>
                  <a:cubicBezTo>
                    <a:pt x="1048" y="7910"/>
                    <a:pt x="1595" y="7603"/>
                    <a:pt x="2148" y="6984"/>
                  </a:cubicBezTo>
                  <a:lnTo>
                    <a:pt x="2148" y="4607"/>
                  </a:lnTo>
                  <a:cubicBezTo>
                    <a:pt x="2148" y="4194"/>
                    <a:pt x="2369" y="3811"/>
                    <a:pt x="2733" y="3619"/>
                  </a:cubicBezTo>
                  <a:lnTo>
                    <a:pt x="3969" y="2939"/>
                  </a:lnTo>
                  <a:cubicBezTo>
                    <a:pt x="4468" y="2670"/>
                    <a:pt x="4650" y="2038"/>
                    <a:pt x="4372" y="1539"/>
                  </a:cubicBezTo>
                  <a:lnTo>
                    <a:pt x="4295" y="1396"/>
                  </a:lnTo>
                  <a:lnTo>
                    <a:pt x="3912" y="686"/>
                  </a:lnTo>
                  <a:lnTo>
                    <a:pt x="3826" y="533"/>
                  </a:lnTo>
                  <a:cubicBezTo>
                    <a:pt x="3642" y="193"/>
                    <a:pt x="3290" y="0"/>
                    <a:pt x="2926"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8" name="Google Shape;7218;p62"/>
            <p:cNvSpPr/>
            <p:nvPr/>
          </p:nvSpPr>
          <p:spPr>
            <a:xfrm>
              <a:off x="7707502" y="3190751"/>
              <a:ext cx="56304" cy="62801"/>
            </a:xfrm>
            <a:custGeom>
              <a:avLst/>
              <a:gdLst/>
              <a:ahLst/>
              <a:cxnLst/>
              <a:rect l="l" t="t" r="r" b="b"/>
              <a:pathLst>
                <a:path w="2149" h="2397" extrusionOk="0">
                  <a:moveTo>
                    <a:pt x="511" y="0"/>
                  </a:moveTo>
                  <a:cubicBezTo>
                    <a:pt x="341" y="0"/>
                    <a:pt x="171" y="19"/>
                    <a:pt x="1" y="58"/>
                  </a:cubicBezTo>
                  <a:cubicBezTo>
                    <a:pt x="413" y="154"/>
                    <a:pt x="806" y="336"/>
                    <a:pt x="1142" y="595"/>
                  </a:cubicBezTo>
                  <a:lnTo>
                    <a:pt x="1142" y="1544"/>
                  </a:lnTo>
                  <a:cubicBezTo>
                    <a:pt x="1142" y="2013"/>
                    <a:pt x="768" y="2397"/>
                    <a:pt x="298" y="2397"/>
                  </a:cubicBezTo>
                  <a:lnTo>
                    <a:pt x="1305" y="2397"/>
                  </a:lnTo>
                  <a:cubicBezTo>
                    <a:pt x="1765" y="2397"/>
                    <a:pt x="2148" y="2013"/>
                    <a:pt x="2148" y="1544"/>
                  </a:cubicBezTo>
                  <a:lnTo>
                    <a:pt x="2148" y="595"/>
                  </a:lnTo>
                  <a:cubicBezTo>
                    <a:pt x="1599" y="200"/>
                    <a:pt x="1056" y="0"/>
                    <a:pt x="511"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9" name="Google Shape;7219;p62"/>
            <p:cNvSpPr/>
            <p:nvPr/>
          </p:nvSpPr>
          <p:spPr>
            <a:xfrm>
              <a:off x="7677870" y="3190698"/>
              <a:ext cx="85936" cy="28191"/>
            </a:xfrm>
            <a:custGeom>
              <a:avLst/>
              <a:gdLst/>
              <a:ahLst/>
              <a:cxnLst/>
              <a:rect l="l" t="t" r="r" b="b"/>
              <a:pathLst>
                <a:path w="3280" h="1076" extrusionOk="0">
                  <a:moveTo>
                    <a:pt x="1640" y="0"/>
                  </a:moveTo>
                  <a:cubicBezTo>
                    <a:pt x="1094" y="0"/>
                    <a:pt x="547" y="199"/>
                    <a:pt x="1" y="597"/>
                  </a:cubicBezTo>
                  <a:lnTo>
                    <a:pt x="1" y="1076"/>
                  </a:lnTo>
                  <a:cubicBezTo>
                    <a:pt x="547" y="678"/>
                    <a:pt x="1094" y="479"/>
                    <a:pt x="1640" y="479"/>
                  </a:cubicBezTo>
                  <a:cubicBezTo>
                    <a:pt x="2186" y="479"/>
                    <a:pt x="2733" y="678"/>
                    <a:pt x="3279" y="1076"/>
                  </a:cubicBezTo>
                  <a:lnTo>
                    <a:pt x="3279" y="597"/>
                  </a:lnTo>
                  <a:cubicBezTo>
                    <a:pt x="2733" y="199"/>
                    <a:pt x="2186" y="0"/>
                    <a:pt x="1640"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0" name="Google Shape;7220;p62"/>
            <p:cNvSpPr/>
            <p:nvPr/>
          </p:nvSpPr>
          <p:spPr>
            <a:xfrm>
              <a:off x="7669958" y="3221588"/>
              <a:ext cx="99874" cy="17397"/>
            </a:xfrm>
            <a:custGeom>
              <a:avLst/>
              <a:gdLst/>
              <a:ahLst/>
              <a:cxnLst/>
              <a:rect l="l" t="t" r="r" b="b"/>
              <a:pathLst>
                <a:path w="3812" h="664" extrusionOk="0">
                  <a:moveTo>
                    <a:pt x="1942" y="0"/>
                  </a:moveTo>
                  <a:cubicBezTo>
                    <a:pt x="1369" y="0"/>
                    <a:pt x="797" y="84"/>
                    <a:pt x="245" y="252"/>
                  </a:cubicBezTo>
                  <a:cubicBezTo>
                    <a:pt x="0" y="322"/>
                    <a:pt x="75" y="664"/>
                    <a:pt x="295" y="664"/>
                  </a:cubicBezTo>
                  <a:cubicBezTo>
                    <a:pt x="315" y="664"/>
                    <a:pt x="337" y="661"/>
                    <a:pt x="360" y="654"/>
                  </a:cubicBezTo>
                  <a:cubicBezTo>
                    <a:pt x="878" y="496"/>
                    <a:pt x="1410" y="417"/>
                    <a:pt x="1942" y="417"/>
                  </a:cubicBezTo>
                  <a:cubicBezTo>
                    <a:pt x="2474" y="417"/>
                    <a:pt x="3006" y="496"/>
                    <a:pt x="3524" y="654"/>
                  </a:cubicBezTo>
                  <a:cubicBezTo>
                    <a:pt x="3543" y="654"/>
                    <a:pt x="3562" y="664"/>
                    <a:pt x="3581" y="664"/>
                  </a:cubicBezTo>
                  <a:cubicBezTo>
                    <a:pt x="3667" y="654"/>
                    <a:pt x="3754" y="597"/>
                    <a:pt x="3782" y="510"/>
                  </a:cubicBezTo>
                  <a:cubicBezTo>
                    <a:pt x="3811" y="395"/>
                    <a:pt x="3754" y="280"/>
                    <a:pt x="3639" y="252"/>
                  </a:cubicBezTo>
                  <a:cubicBezTo>
                    <a:pt x="3087" y="84"/>
                    <a:pt x="2515" y="0"/>
                    <a:pt x="1942"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1" name="Google Shape;7221;p62"/>
            <p:cNvSpPr/>
            <p:nvPr/>
          </p:nvSpPr>
          <p:spPr>
            <a:xfrm>
              <a:off x="7669958" y="3012879"/>
              <a:ext cx="99874" cy="17423"/>
            </a:xfrm>
            <a:custGeom>
              <a:avLst/>
              <a:gdLst/>
              <a:ahLst/>
              <a:cxnLst/>
              <a:rect l="l" t="t" r="r" b="b"/>
              <a:pathLst>
                <a:path w="3812" h="665" extrusionOk="0">
                  <a:moveTo>
                    <a:pt x="1942" y="1"/>
                  </a:moveTo>
                  <a:cubicBezTo>
                    <a:pt x="1369" y="1"/>
                    <a:pt x="797" y="84"/>
                    <a:pt x="245" y="252"/>
                  </a:cubicBezTo>
                  <a:cubicBezTo>
                    <a:pt x="1" y="331"/>
                    <a:pt x="75" y="665"/>
                    <a:pt x="293" y="665"/>
                  </a:cubicBezTo>
                  <a:cubicBezTo>
                    <a:pt x="314" y="665"/>
                    <a:pt x="337" y="662"/>
                    <a:pt x="360" y="655"/>
                  </a:cubicBezTo>
                  <a:cubicBezTo>
                    <a:pt x="878" y="497"/>
                    <a:pt x="1410" y="418"/>
                    <a:pt x="1942" y="418"/>
                  </a:cubicBezTo>
                  <a:cubicBezTo>
                    <a:pt x="2474" y="418"/>
                    <a:pt x="3006" y="497"/>
                    <a:pt x="3524" y="655"/>
                  </a:cubicBezTo>
                  <a:cubicBezTo>
                    <a:pt x="3543" y="664"/>
                    <a:pt x="3562" y="664"/>
                    <a:pt x="3581" y="664"/>
                  </a:cubicBezTo>
                  <a:cubicBezTo>
                    <a:pt x="3667" y="664"/>
                    <a:pt x="3754" y="607"/>
                    <a:pt x="3782" y="511"/>
                  </a:cubicBezTo>
                  <a:cubicBezTo>
                    <a:pt x="3811" y="406"/>
                    <a:pt x="3754" y="291"/>
                    <a:pt x="3639" y="252"/>
                  </a:cubicBezTo>
                  <a:cubicBezTo>
                    <a:pt x="3087" y="84"/>
                    <a:pt x="2515" y="1"/>
                    <a:pt x="1942"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2" name="Google Shape;7222;p62"/>
            <p:cNvSpPr/>
            <p:nvPr/>
          </p:nvSpPr>
          <p:spPr>
            <a:xfrm>
              <a:off x="7670010" y="3041070"/>
              <a:ext cx="99822" cy="17423"/>
            </a:xfrm>
            <a:custGeom>
              <a:avLst/>
              <a:gdLst/>
              <a:ahLst/>
              <a:cxnLst/>
              <a:rect l="l" t="t" r="r" b="b"/>
              <a:pathLst>
                <a:path w="3810" h="665" extrusionOk="0">
                  <a:moveTo>
                    <a:pt x="1940" y="1"/>
                  </a:moveTo>
                  <a:cubicBezTo>
                    <a:pt x="1367" y="1"/>
                    <a:pt x="795" y="87"/>
                    <a:pt x="243" y="259"/>
                  </a:cubicBezTo>
                  <a:cubicBezTo>
                    <a:pt x="1" y="329"/>
                    <a:pt x="71" y="664"/>
                    <a:pt x="286" y="664"/>
                  </a:cubicBezTo>
                  <a:cubicBezTo>
                    <a:pt x="308" y="664"/>
                    <a:pt x="333" y="661"/>
                    <a:pt x="358" y="652"/>
                  </a:cubicBezTo>
                  <a:cubicBezTo>
                    <a:pt x="876" y="499"/>
                    <a:pt x="1408" y="422"/>
                    <a:pt x="1940" y="422"/>
                  </a:cubicBezTo>
                  <a:cubicBezTo>
                    <a:pt x="2472" y="422"/>
                    <a:pt x="3004" y="499"/>
                    <a:pt x="3522" y="652"/>
                  </a:cubicBezTo>
                  <a:cubicBezTo>
                    <a:pt x="3541" y="662"/>
                    <a:pt x="3560" y="662"/>
                    <a:pt x="3579" y="662"/>
                  </a:cubicBezTo>
                  <a:cubicBezTo>
                    <a:pt x="3665" y="662"/>
                    <a:pt x="3752" y="604"/>
                    <a:pt x="3780" y="518"/>
                  </a:cubicBezTo>
                  <a:cubicBezTo>
                    <a:pt x="3809" y="403"/>
                    <a:pt x="3752" y="288"/>
                    <a:pt x="3637" y="259"/>
                  </a:cubicBezTo>
                  <a:cubicBezTo>
                    <a:pt x="3085" y="87"/>
                    <a:pt x="2513" y="1"/>
                    <a:pt x="1940"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3" name="Google Shape;7223;p62"/>
            <p:cNvSpPr/>
            <p:nvPr/>
          </p:nvSpPr>
          <p:spPr>
            <a:xfrm>
              <a:off x="7669958" y="3066615"/>
              <a:ext cx="99874" cy="17423"/>
            </a:xfrm>
            <a:custGeom>
              <a:avLst/>
              <a:gdLst/>
              <a:ahLst/>
              <a:cxnLst/>
              <a:rect l="l" t="t" r="r" b="b"/>
              <a:pathLst>
                <a:path w="3812" h="665" extrusionOk="0">
                  <a:moveTo>
                    <a:pt x="1942" y="1"/>
                  </a:moveTo>
                  <a:cubicBezTo>
                    <a:pt x="1369" y="1"/>
                    <a:pt x="797" y="85"/>
                    <a:pt x="245" y="252"/>
                  </a:cubicBezTo>
                  <a:cubicBezTo>
                    <a:pt x="1" y="331"/>
                    <a:pt x="75" y="665"/>
                    <a:pt x="293" y="665"/>
                  </a:cubicBezTo>
                  <a:cubicBezTo>
                    <a:pt x="314" y="665"/>
                    <a:pt x="337" y="662"/>
                    <a:pt x="360" y="655"/>
                  </a:cubicBezTo>
                  <a:cubicBezTo>
                    <a:pt x="878" y="497"/>
                    <a:pt x="1410" y="418"/>
                    <a:pt x="1942" y="418"/>
                  </a:cubicBezTo>
                  <a:cubicBezTo>
                    <a:pt x="2474" y="418"/>
                    <a:pt x="3006" y="497"/>
                    <a:pt x="3524" y="655"/>
                  </a:cubicBezTo>
                  <a:cubicBezTo>
                    <a:pt x="3543" y="665"/>
                    <a:pt x="3562" y="665"/>
                    <a:pt x="3581" y="665"/>
                  </a:cubicBezTo>
                  <a:cubicBezTo>
                    <a:pt x="3667" y="665"/>
                    <a:pt x="3754" y="598"/>
                    <a:pt x="3782" y="511"/>
                  </a:cubicBezTo>
                  <a:cubicBezTo>
                    <a:pt x="3811" y="406"/>
                    <a:pt x="3754" y="291"/>
                    <a:pt x="3639" y="252"/>
                  </a:cubicBezTo>
                  <a:cubicBezTo>
                    <a:pt x="3087" y="85"/>
                    <a:pt x="2515" y="1"/>
                    <a:pt x="1942"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4" name="Google Shape;7224;p62"/>
            <p:cNvSpPr/>
            <p:nvPr/>
          </p:nvSpPr>
          <p:spPr>
            <a:xfrm>
              <a:off x="7567280" y="2994880"/>
              <a:ext cx="307116" cy="226368"/>
            </a:xfrm>
            <a:custGeom>
              <a:avLst/>
              <a:gdLst/>
              <a:ahLst/>
              <a:cxnLst/>
              <a:rect l="l" t="t" r="r" b="b"/>
              <a:pathLst>
                <a:path w="11722" h="8640" extrusionOk="0">
                  <a:moveTo>
                    <a:pt x="1536" y="1"/>
                  </a:moveTo>
                  <a:cubicBezTo>
                    <a:pt x="766" y="1"/>
                    <a:pt x="1" y="579"/>
                    <a:pt x="52" y="1533"/>
                  </a:cubicBezTo>
                  <a:cubicBezTo>
                    <a:pt x="52" y="1581"/>
                    <a:pt x="52" y="1620"/>
                    <a:pt x="62" y="1668"/>
                  </a:cubicBezTo>
                  <a:cubicBezTo>
                    <a:pt x="148" y="2367"/>
                    <a:pt x="254" y="3163"/>
                    <a:pt x="397" y="3959"/>
                  </a:cubicBezTo>
                  <a:lnTo>
                    <a:pt x="541" y="4716"/>
                  </a:lnTo>
                  <a:cubicBezTo>
                    <a:pt x="771" y="5809"/>
                    <a:pt x="1068" y="6863"/>
                    <a:pt x="1423" y="7639"/>
                  </a:cubicBezTo>
                  <a:cubicBezTo>
                    <a:pt x="1442" y="7668"/>
                    <a:pt x="1461" y="7706"/>
                    <a:pt x="1480" y="7745"/>
                  </a:cubicBezTo>
                  <a:cubicBezTo>
                    <a:pt x="1797" y="8332"/>
                    <a:pt x="2339" y="8639"/>
                    <a:pt x="2908" y="8639"/>
                  </a:cubicBezTo>
                  <a:cubicBezTo>
                    <a:pt x="3286" y="8639"/>
                    <a:pt x="3676" y="8503"/>
                    <a:pt x="4021" y="8224"/>
                  </a:cubicBezTo>
                  <a:cubicBezTo>
                    <a:pt x="4631" y="7723"/>
                    <a:pt x="5242" y="7474"/>
                    <a:pt x="5852" y="7474"/>
                  </a:cubicBezTo>
                  <a:cubicBezTo>
                    <a:pt x="6469" y="7474"/>
                    <a:pt x="7085" y="7728"/>
                    <a:pt x="7701" y="8234"/>
                  </a:cubicBezTo>
                  <a:cubicBezTo>
                    <a:pt x="8017" y="8490"/>
                    <a:pt x="8394" y="8613"/>
                    <a:pt x="8767" y="8613"/>
                  </a:cubicBezTo>
                  <a:cubicBezTo>
                    <a:pt x="9354" y="8613"/>
                    <a:pt x="9931" y="8308"/>
                    <a:pt x="10242" y="7745"/>
                  </a:cubicBezTo>
                  <a:cubicBezTo>
                    <a:pt x="10261" y="7716"/>
                    <a:pt x="10270" y="7678"/>
                    <a:pt x="10289" y="7639"/>
                  </a:cubicBezTo>
                  <a:cubicBezTo>
                    <a:pt x="10999" y="6125"/>
                    <a:pt x="11430" y="3546"/>
                    <a:pt x="11660" y="1668"/>
                  </a:cubicBezTo>
                  <a:cubicBezTo>
                    <a:pt x="11660" y="1620"/>
                    <a:pt x="11660" y="1581"/>
                    <a:pt x="11670" y="1533"/>
                  </a:cubicBezTo>
                  <a:cubicBezTo>
                    <a:pt x="11721" y="579"/>
                    <a:pt x="10956" y="1"/>
                    <a:pt x="10186" y="1"/>
                  </a:cubicBezTo>
                  <a:cubicBezTo>
                    <a:pt x="9672" y="1"/>
                    <a:pt x="9157" y="258"/>
                    <a:pt x="8880" y="834"/>
                  </a:cubicBezTo>
                  <a:cubicBezTo>
                    <a:pt x="7874" y="2914"/>
                    <a:pt x="6867" y="3954"/>
                    <a:pt x="5861" y="3954"/>
                  </a:cubicBezTo>
                  <a:cubicBezTo>
                    <a:pt x="4855" y="3954"/>
                    <a:pt x="3848" y="2914"/>
                    <a:pt x="2842" y="834"/>
                  </a:cubicBezTo>
                  <a:cubicBezTo>
                    <a:pt x="2565" y="258"/>
                    <a:pt x="2050" y="1"/>
                    <a:pt x="1536"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5" name="Google Shape;7225;p62"/>
            <p:cNvSpPr/>
            <p:nvPr/>
          </p:nvSpPr>
          <p:spPr>
            <a:xfrm>
              <a:off x="7568144" y="3019717"/>
              <a:ext cx="305151" cy="201530"/>
            </a:xfrm>
            <a:custGeom>
              <a:avLst/>
              <a:gdLst/>
              <a:ahLst/>
              <a:cxnLst/>
              <a:rect l="l" t="t" r="r" b="b"/>
              <a:pathLst>
                <a:path w="11647" h="7692" extrusionOk="0">
                  <a:moveTo>
                    <a:pt x="86" y="1"/>
                  </a:moveTo>
                  <a:cubicBezTo>
                    <a:pt x="29" y="192"/>
                    <a:pt x="0" y="384"/>
                    <a:pt x="10" y="585"/>
                  </a:cubicBezTo>
                  <a:cubicBezTo>
                    <a:pt x="10" y="624"/>
                    <a:pt x="10" y="672"/>
                    <a:pt x="19" y="720"/>
                  </a:cubicBezTo>
                  <a:cubicBezTo>
                    <a:pt x="106" y="1419"/>
                    <a:pt x="221" y="2205"/>
                    <a:pt x="364" y="3001"/>
                  </a:cubicBezTo>
                  <a:lnTo>
                    <a:pt x="508" y="3768"/>
                  </a:lnTo>
                  <a:cubicBezTo>
                    <a:pt x="738" y="4861"/>
                    <a:pt x="1026" y="5905"/>
                    <a:pt x="1390" y="6691"/>
                  </a:cubicBezTo>
                  <a:cubicBezTo>
                    <a:pt x="1400" y="6720"/>
                    <a:pt x="1419" y="6758"/>
                    <a:pt x="1438" y="6797"/>
                  </a:cubicBezTo>
                  <a:cubicBezTo>
                    <a:pt x="1755" y="7384"/>
                    <a:pt x="2296" y="7691"/>
                    <a:pt x="2867" y="7691"/>
                  </a:cubicBezTo>
                  <a:cubicBezTo>
                    <a:pt x="3247" y="7691"/>
                    <a:pt x="3639" y="7555"/>
                    <a:pt x="3988" y="7276"/>
                  </a:cubicBezTo>
                  <a:cubicBezTo>
                    <a:pt x="4598" y="6775"/>
                    <a:pt x="5209" y="6526"/>
                    <a:pt x="5819" y="6526"/>
                  </a:cubicBezTo>
                  <a:cubicBezTo>
                    <a:pt x="6436" y="6526"/>
                    <a:pt x="7052" y="6780"/>
                    <a:pt x="7668" y="7286"/>
                  </a:cubicBezTo>
                  <a:cubicBezTo>
                    <a:pt x="7984" y="7546"/>
                    <a:pt x="8359" y="7669"/>
                    <a:pt x="8729" y="7669"/>
                  </a:cubicBezTo>
                  <a:cubicBezTo>
                    <a:pt x="9314" y="7669"/>
                    <a:pt x="9888" y="7361"/>
                    <a:pt x="10199" y="6797"/>
                  </a:cubicBezTo>
                  <a:cubicBezTo>
                    <a:pt x="10218" y="6768"/>
                    <a:pt x="10237" y="6730"/>
                    <a:pt x="10256" y="6691"/>
                  </a:cubicBezTo>
                  <a:cubicBezTo>
                    <a:pt x="10956" y="5177"/>
                    <a:pt x="11397" y="2598"/>
                    <a:pt x="11618" y="720"/>
                  </a:cubicBezTo>
                  <a:cubicBezTo>
                    <a:pt x="11618" y="672"/>
                    <a:pt x="11627" y="633"/>
                    <a:pt x="11627" y="585"/>
                  </a:cubicBezTo>
                  <a:cubicBezTo>
                    <a:pt x="11646" y="394"/>
                    <a:pt x="11618" y="192"/>
                    <a:pt x="11550" y="10"/>
                  </a:cubicBezTo>
                  <a:cubicBezTo>
                    <a:pt x="11311" y="1822"/>
                    <a:pt x="10899" y="4065"/>
                    <a:pt x="10256" y="5436"/>
                  </a:cubicBezTo>
                  <a:cubicBezTo>
                    <a:pt x="10237" y="5474"/>
                    <a:pt x="10218" y="5512"/>
                    <a:pt x="10199" y="5551"/>
                  </a:cubicBezTo>
                  <a:cubicBezTo>
                    <a:pt x="9887" y="6110"/>
                    <a:pt x="9311" y="6416"/>
                    <a:pt x="8725" y="6416"/>
                  </a:cubicBezTo>
                  <a:cubicBezTo>
                    <a:pt x="8356" y="6416"/>
                    <a:pt x="7983" y="6295"/>
                    <a:pt x="7668" y="6040"/>
                  </a:cubicBezTo>
                  <a:cubicBezTo>
                    <a:pt x="7052" y="5529"/>
                    <a:pt x="6436" y="5275"/>
                    <a:pt x="5819" y="5275"/>
                  </a:cubicBezTo>
                  <a:cubicBezTo>
                    <a:pt x="5209" y="5275"/>
                    <a:pt x="4598" y="5524"/>
                    <a:pt x="3988" y="6020"/>
                  </a:cubicBezTo>
                  <a:cubicBezTo>
                    <a:pt x="3642" y="6304"/>
                    <a:pt x="3251" y="6442"/>
                    <a:pt x="2871" y="6442"/>
                  </a:cubicBezTo>
                  <a:cubicBezTo>
                    <a:pt x="2304" y="6442"/>
                    <a:pt x="1764" y="6133"/>
                    <a:pt x="1447" y="5541"/>
                  </a:cubicBezTo>
                  <a:cubicBezTo>
                    <a:pt x="1419" y="5512"/>
                    <a:pt x="1409" y="5474"/>
                    <a:pt x="1390" y="5436"/>
                  </a:cubicBezTo>
                  <a:cubicBezTo>
                    <a:pt x="1026" y="4659"/>
                    <a:pt x="738" y="3614"/>
                    <a:pt x="508" y="2522"/>
                  </a:cubicBezTo>
                  <a:lnTo>
                    <a:pt x="364" y="1755"/>
                  </a:lnTo>
                  <a:cubicBezTo>
                    <a:pt x="249" y="1161"/>
                    <a:pt x="163" y="557"/>
                    <a:pt x="86"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26" name="Google Shape;7226;p62"/>
          <p:cNvGrpSpPr/>
          <p:nvPr/>
        </p:nvGrpSpPr>
        <p:grpSpPr>
          <a:xfrm>
            <a:off x="7108504" y="2710946"/>
            <a:ext cx="338556" cy="361534"/>
            <a:chOff x="7112579" y="2891521"/>
            <a:chExt cx="338556" cy="361534"/>
          </a:xfrm>
        </p:grpSpPr>
        <p:sp>
          <p:nvSpPr>
            <p:cNvPr id="7227" name="Google Shape;7227;p62"/>
            <p:cNvSpPr/>
            <p:nvPr/>
          </p:nvSpPr>
          <p:spPr>
            <a:xfrm>
              <a:off x="7112579" y="2891521"/>
              <a:ext cx="312671" cy="361534"/>
            </a:xfrm>
            <a:custGeom>
              <a:avLst/>
              <a:gdLst/>
              <a:ahLst/>
              <a:cxnLst/>
              <a:rect l="l" t="t" r="r" b="b"/>
              <a:pathLst>
                <a:path w="11934" h="13799" extrusionOk="0">
                  <a:moveTo>
                    <a:pt x="3454" y="1"/>
                  </a:moveTo>
                  <a:cubicBezTo>
                    <a:pt x="1665" y="1"/>
                    <a:pt x="0" y="1423"/>
                    <a:pt x="0" y="3446"/>
                  </a:cubicBezTo>
                  <a:cubicBezTo>
                    <a:pt x="0" y="3744"/>
                    <a:pt x="39" y="4031"/>
                    <a:pt x="106" y="4319"/>
                  </a:cubicBezTo>
                  <a:cubicBezTo>
                    <a:pt x="192" y="4597"/>
                    <a:pt x="297" y="4865"/>
                    <a:pt x="422" y="5124"/>
                  </a:cubicBezTo>
                  <a:cubicBezTo>
                    <a:pt x="547" y="5335"/>
                    <a:pt x="690" y="5536"/>
                    <a:pt x="844" y="5728"/>
                  </a:cubicBezTo>
                  <a:cubicBezTo>
                    <a:pt x="1639" y="6619"/>
                    <a:pt x="2071" y="7779"/>
                    <a:pt x="2071" y="8968"/>
                  </a:cubicBezTo>
                  <a:lnTo>
                    <a:pt x="2071" y="11747"/>
                  </a:lnTo>
                  <a:cubicBezTo>
                    <a:pt x="2071" y="12878"/>
                    <a:pt x="2991" y="13799"/>
                    <a:pt x="4131" y="13799"/>
                  </a:cubicBezTo>
                  <a:cubicBezTo>
                    <a:pt x="4409" y="13799"/>
                    <a:pt x="4639" y="13569"/>
                    <a:pt x="4639" y="13291"/>
                  </a:cubicBezTo>
                  <a:lnTo>
                    <a:pt x="4639" y="10722"/>
                  </a:lnTo>
                  <a:cubicBezTo>
                    <a:pt x="4639" y="10003"/>
                    <a:pt x="5224" y="9418"/>
                    <a:pt x="5943" y="9418"/>
                  </a:cubicBezTo>
                  <a:cubicBezTo>
                    <a:pt x="6662" y="9418"/>
                    <a:pt x="7247" y="10003"/>
                    <a:pt x="7247" y="10722"/>
                  </a:cubicBezTo>
                  <a:lnTo>
                    <a:pt x="7247" y="13291"/>
                  </a:lnTo>
                  <a:cubicBezTo>
                    <a:pt x="7247" y="13569"/>
                    <a:pt x="7477" y="13799"/>
                    <a:pt x="7755" y="13799"/>
                  </a:cubicBezTo>
                  <a:cubicBezTo>
                    <a:pt x="8895" y="13799"/>
                    <a:pt x="9816" y="12878"/>
                    <a:pt x="9816" y="11747"/>
                  </a:cubicBezTo>
                  <a:lnTo>
                    <a:pt x="9816" y="8968"/>
                  </a:lnTo>
                  <a:cubicBezTo>
                    <a:pt x="9825" y="7769"/>
                    <a:pt x="10257" y="6610"/>
                    <a:pt x="11052" y="5709"/>
                  </a:cubicBezTo>
                  <a:cubicBezTo>
                    <a:pt x="11637" y="5038"/>
                    <a:pt x="11934" y="4165"/>
                    <a:pt x="11896" y="3283"/>
                  </a:cubicBezTo>
                  <a:cubicBezTo>
                    <a:pt x="11809" y="1510"/>
                    <a:pt x="10257" y="24"/>
                    <a:pt x="8483" y="5"/>
                  </a:cubicBezTo>
                  <a:cubicBezTo>
                    <a:pt x="8468" y="5"/>
                    <a:pt x="8453" y="5"/>
                    <a:pt x="8438" y="5"/>
                  </a:cubicBezTo>
                  <a:cubicBezTo>
                    <a:pt x="7754" y="5"/>
                    <a:pt x="7091" y="215"/>
                    <a:pt x="6537" y="590"/>
                  </a:cubicBezTo>
                  <a:cubicBezTo>
                    <a:pt x="6360" y="710"/>
                    <a:pt x="6154" y="770"/>
                    <a:pt x="5948" y="770"/>
                  </a:cubicBezTo>
                  <a:cubicBezTo>
                    <a:pt x="5742" y="770"/>
                    <a:pt x="5536" y="710"/>
                    <a:pt x="5358" y="590"/>
                  </a:cubicBezTo>
                  <a:cubicBezTo>
                    <a:pt x="4755" y="184"/>
                    <a:pt x="4096" y="1"/>
                    <a:pt x="3454"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8" name="Google Shape;7228;p62"/>
            <p:cNvSpPr/>
            <p:nvPr/>
          </p:nvSpPr>
          <p:spPr>
            <a:xfrm>
              <a:off x="7302424" y="2891783"/>
              <a:ext cx="148711" cy="361272"/>
            </a:xfrm>
            <a:custGeom>
              <a:avLst/>
              <a:gdLst/>
              <a:ahLst/>
              <a:cxnLst/>
              <a:rect l="l" t="t" r="r" b="b"/>
              <a:pathLst>
                <a:path w="5676" h="13789" extrusionOk="0">
                  <a:moveTo>
                    <a:pt x="1195" y="0"/>
                  </a:moveTo>
                  <a:cubicBezTo>
                    <a:pt x="886" y="0"/>
                    <a:pt x="584" y="40"/>
                    <a:pt x="288" y="120"/>
                  </a:cubicBezTo>
                  <a:cubicBezTo>
                    <a:pt x="2733" y="791"/>
                    <a:pt x="3643" y="3801"/>
                    <a:pt x="1966" y="5708"/>
                  </a:cubicBezTo>
                  <a:cubicBezTo>
                    <a:pt x="1170" y="6609"/>
                    <a:pt x="739" y="7759"/>
                    <a:pt x="739" y="8958"/>
                  </a:cubicBezTo>
                  <a:lnTo>
                    <a:pt x="739" y="11220"/>
                  </a:lnTo>
                  <a:cubicBezTo>
                    <a:pt x="739" y="11891"/>
                    <a:pt x="470" y="12542"/>
                    <a:pt x="1" y="13022"/>
                  </a:cubicBezTo>
                  <a:lnTo>
                    <a:pt x="1" y="13271"/>
                  </a:lnTo>
                  <a:cubicBezTo>
                    <a:pt x="1" y="13559"/>
                    <a:pt x="221" y="13789"/>
                    <a:pt x="509" y="13789"/>
                  </a:cubicBezTo>
                  <a:cubicBezTo>
                    <a:pt x="1649" y="13789"/>
                    <a:pt x="2570" y="12859"/>
                    <a:pt x="2560" y="11728"/>
                  </a:cubicBezTo>
                  <a:lnTo>
                    <a:pt x="2560" y="8938"/>
                  </a:lnTo>
                  <a:cubicBezTo>
                    <a:pt x="2570" y="7750"/>
                    <a:pt x="3011" y="6590"/>
                    <a:pt x="3797" y="5699"/>
                  </a:cubicBezTo>
                  <a:cubicBezTo>
                    <a:pt x="5675" y="3532"/>
                    <a:pt x="4237" y="149"/>
                    <a:pt x="1381" y="5"/>
                  </a:cubicBezTo>
                  <a:cubicBezTo>
                    <a:pt x="1319" y="2"/>
                    <a:pt x="1257" y="0"/>
                    <a:pt x="1195"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29" name="Google Shape;7229;p62"/>
          <p:cNvGrpSpPr/>
          <p:nvPr/>
        </p:nvGrpSpPr>
        <p:grpSpPr>
          <a:xfrm>
            <a:off x="7151184" y="3624461"/>
            <a:ext cx="207478" cy="361272"/>
            <a:chOff x="7155259" y="3805036"/>
            <a:chExt cx="207478" cy="361272"/>
          </a:xfrm>
        </p:grpSpPr>
        <p:sp>
          <p:nvSpPr>
            <p:cNvPr id="7230" name="Google Shape;7230;p62"/>
            <p:cNvSpPr/>
            <p:nvPr/>
          </p:nvSpPr>
          <p:spPr>
            <a:xfrm>
              <a:off x="7178865" y="3839175"/>
              <a:ext cx="160265" cy="144179"/>
            </a:xfrm>
            <a:custGeom>
              <a:avLst/>
              <a:gdLst/>
              <a:ahLst/>
              <a:cxnLst/>
              <a:rect l="l" t="t" r="r" b="b"/>
              <a:pathLst>
                <a:path w="6117" h="5503" extrusionOk="0">
                  <a:moveTo>
                    <a:pt x="1304" y="1"/>
                  </a:moveTo>
                  <a:cubicBezTo>
                    <a:pt x="499" y="480"/>
                    <a:pt x="10" y="1333"/>
                    <a:pt x="1" y="2263"/>
                  </a:cubicBezTo>
                  <a:cubicBezTo>
                    <a:pt x="1" y="2761"/>
                    <a:pt x="20" y="3825"/>
                    <a:pt x="68" y="4314"/>
                  </a:cubicBezTo>
                  <a:cubicBezTo>
                    <a:pt x="135" y="4985"/>
                    <a:pt x="710" y="5503"/>
                    <a:pt x="1391" y="5503"/>
                  </a:cubicBezTo>
                  <a:lnTo>
                    <a:pt x="4726" y="5503"/>
                  </a:lnTo>
                  <a:cubicBezTo>
                    <a:pt x="5407" y="5503"/>
                    <a:pt x="5982" y="4985"/>
                    <a:pt x="6049" y="4314"/>
                  </a:cubicBezTo>
                  <a:cubicBezTo>
                    <a:pt x="6097" y="3825"/>
                    <a:pt x="6116" y="2761"/>
                    <a:pt x="6116" y="2273"/>
                  </a:cubicBezTo>
                  <a:cubicBezTo>
                    <a:pt x="6116" y="1333"/>
                    <a:pt x="5618" y="480"/>
                    <a:pt x="4813" y="1"/>
                  </a:cubicBezTo>
                  <a:lnTo>
                    <a:pt x="4468" y="662"/>
                  </a:lnTo>
                  <a:cubicBezTo>
                    <a:pt x="3968" y="469"/>
                    <a:pt x="3499" y="371"/>
                    <a:pt x="3027" y="371"/>
                  </a:cubicBezTo>
                  <a:cubicBezTo>
                    <a:pt x="2585" y="371"/>
                    <a:pt x="2142" y="457"/>
                    <a:pt x="1669" y="633"/>
                  </a:cubicBezTo>
                  <a:lnTo>
                    <a:pt x="1304" y="1"/>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1" name="Google Shape;7231;p62"/>
            <p:cNvSpPr/>
            <p:nvPr/>
          </p:nvSpPr>
          <p:spPr>
            <a:xfrm>
              <a:off x="7281071" y="3839175"/>
              <a:ext cx="58059" cy="144179"/>
            </a:xfrm>
            <a:custGeom>
              <a:avLst/>
              <a:gdLst/>
              <a:ahLst/>
              <a:cxnLst/>
              <a:rect l="l" t="t" r="r" b="b"/>
              <a:pathLst>
                <a:path w="2216" h="5503" extrusionOk="0">
                  <a:moveTo>
                    <a:pt x="912" y="1"/>
                  </a:moveTo>
                  <a:lnTo>
                    <a:pt x="710" y="518"/>
                  </a:lnTo>
                  <a:cubicBezTo>
                    <a:pt x="1142" y="998"/>
                    <a:pt x="1391" y="1621"/>
                    <a:pt x="1391" y="2273"/>
                  </a:cubicBezTo>
                  <a:cubicBezTo>
                    <a:pt x="1391" y="2761"/>
                    <a:pt x="1372" y="3825"/>
                    <a:pt x="1324" y="4314"/>
                  </a:cubicBezTo>
                  <a:cubicBezTo>
                    <a:pt x="1257" y="4985"/>
                    <a:pt x="682" y="5503"/>
                    <a:pt x="1" y="5503"/>
                  </a:cubicBezTo>
                  <a:lnTo>
                    <a:pt x="825" y="5503"/>
                  </a:lnTo>
                  <a:cubicBezTo>
                    <a:pt x="1496" y="5503"/>
                    <a:pt x="2071" y="4985"/>
                    <a:pt x="2139" y="4314"/>
                  </a:cubicBezTo>
                  <a:cubicBezTo>
                    <a:pt x="2196" y="3825"/>
                    <a:pt x="2215" y="2761"/>
                    <a:pt x="2215" y="2273"/>
                  </a:cubicBezTo>
                  <a:cubicBezTo>
                    <a:pt x="2206" y="1333"/>
                    <a:pt x="1707" y="480"/>
                    <a:pt x="912"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2" name="Google Shape;7232;p62"/>
            <p:cNvSpPr/>
            <p:nvPr/>
          </p:nvSpPr>
          <p:spPr>
            <a:xfrm>
              <a:off x="7204488" y="3805036"/>
              <a:ext cx="108756" cy="54417"/>
            </a:xfrm>
            <a:custGeom>
              <a:avLst/>
              <a:gdLst/>
              <a:ahLst/>
              <a:cxnLst/>
              <a:rect l="l" t="t" r="r" b="b"/>
              <a:pathLst>
                <a:path w="4151" h="2077" extrusionOk="0">
                  <a:moveTo>
                    <a:pt x="2077" y="0"/>
                  </a:moveTo>
                  <a:cubicBezTo>
                    <a:pt x="1414" y="0"/>
                    <a:pt x="753" y="115"/>
                    <a:pt x="125" y="345"/>
                  </a:cubicBezTo>
                  <a:cubicBezTo>
                    <a:pt x="39" y="374"/>
                    <a:pt x="0" y="460"/>
                    <a:pt x="29" y="537"/>
                  </a:cubicBezTo>
                  <a:lnTo>
                    <a:pt x="576" y="1984"/>
                  </a:lnTo>
                  <a:cubicBezTo>
                    <a:pt x="597" y="2040"/>
                    <a:pt x="648" y="2076"/>
                    <a:pt x="705" y="2076"/>
                  </a:cubicBezTo>
                  <a:cubicBezTo>
                    <a:pt x="725" y="2076"/>
                    <a:pt x="747" y="2071"/>
                    <a:pt x="767" y="2061"/>
                  </a:cubicBezTo>
                  <a:cubicBezTo>
                    <a:pt x="1189" y="1908"/>
                    <a:pt x="1632" y="1831"/>
                    <a:pt x="2076" y="1831"/>
                  </a:cubicBezTo>
                  <a:cubicBezTo>
                    <a:pt x="2519" y="1831"/>
                    <a:pt x="2962" y="1908"/>
                    <a:pt x="3384" y="2061"/>
                  </a:cubicBezTo>
                  <a:cubicBezTo>
                    <a:pt x="3401" y="2068"/>
                    <a:pt x="3419" y="2071"/>
                    <a:pt x="3437" y="2071"/>
                  </a:cubicBezTo>
                  <a:cubicBezTo>
                    <a:pt x="3497" y="2071"/>
                    <a:pt x="3553" y="2034"/>
                    <a:pt x="3576" y="1975"/>
                  </a:cubicBezTo>
                  <a:lnTo>
                    <a:pt x="4122" y="537"/>
                  </a:lnTo>
                  <a:cubicBezTo>
                    <a:pt x="4151" y="460"/>
                    <a:pt x="4113" y="374"/>
                    <a:pt x="4036" y="345"/>
                  </a:cubicBezTo>
                  <a:cubicBezTo>
                    <a:pt x="3403" y="115"/>
                    <a:pt x="2739" y="0"/>
                    <a:pt x="207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3" name="Google Shape;7233;p62"/>
            <p:cNvSpPr/>
            <p:nvPr/>
          </p:nvSpPr>
          <p:spPr>
            <a:xfrm>
              <a:off x="7275805" y="3809307"/>
              <a:ext cx="37440" cy="50252"/>
            </a:xfrm>
            <a:custGeom>
              <a:avLst/>
              <a:gdLst/>
              <a:ahLst/>
              <a:cxnLst/>
              <a:rect l="l" t="t" r="r" b="b"/>
              <a:pathLst>
                <a:path w="1429" h="1918" extrusionOk="0">
                  <a:moveTo>
                    <a:pt x="710" y="0"/>
                  </a:moveTo>
                  <a:lnTo>
                    <a:pt x="1" y="1735"/>
                  </a:lnTo>
                  <a:cubicBezTo>
                    <a:pt x="1" y="1735"/>
                    <a:pt x="2" y="1735"/>
                    <a:pt x="8" y="1735"/>
                  </a:cubicBezTo>
                  <a:cubicBezTo>
                    <a:pt x="35" y="1735"/>
                    <a:pt x="159" y="1748"/>
                    <a:pt x="662" y="1908"/>
                  </a:cubicBezTo>
                  <a:cubicBezTo>
                    <a:pt x="679" y="1914"/>
                    <a:pt x="697" y="1917"/>
                    <a:pt x="713" y="1917"/>
                  </a:cubicBezTo>
                  <a:cubicBezTo>
                    <a:pt x="771" y="1917"/>
                    <a:pt x="822" y="1881"/>
                    <a:pt x="844" y="1821"/>
                  </a:cubicBezTo>
                  <a:lnTo>
                    <a:pt x="1400" y="374"/>
                  </a:lnTo>
                  <a:cubicBezTo>
                    <a:pt x="1429" y="297"/>
                    <a:pt x="1391" y="211"/>
                    <a:pt x="1304" y="182"/>
                  </a:cubicBezTo>
                  <a:cubicBezTo>
                    <a:pt x="1113" y="115"/>
                    <a:pt x="911" y="48"/>
                    <a:pt x="710" y="0"/>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4" name="Google Shape;7234;p62"/>
            <p:cNvSpPr/>
            <p:nvPr/>
          </p:nvSpPr>
          <p:spPr>
            <a:xfrm>
              <a:off x="7243815" y="3815568"/>
              <a:ext cx="30104" cy="24707"/>
            </a:xfrm>
            <a:custGeom>
              <a:avLst/>
              <a:gdLst/>
              <a:ahLst/>
              <a:cxnLst/>
              <a:rect l="l" t="t" r="r" b="b"/>
              <a:pathLst>
                <a:path w="1149" h="943" extrusionOk="0">
                  <a:moveTo>
                    <a:pt x="579" y="1"/>
                  </a:moveTo>
                  <a:cubicBezTo>
                    <a:pt x="479" y="1"/>
                    <a:pt x="378" y="68"/>
                    <a:pt x="369" y="202"/>
                  </a:cubicBezTo>
                  <a:lnTo>
                    <a:pt x="369" y="260"/>
                  </a:lnTo>
                  <a:lnTo>
                    <a:pt x="301" y="260"/>
                  </a:lnTo>
                  <a:cubicBezTo>
                    <a:pt x="295" y="259"/>
                    <a:pt x="289" y="259"/>
                    <a:pt x="283" y="259"/>
                  </a:cubicBezTo>
                  <a:cubicBezTo>
                    <a:pt x="1" y="259"/>
                    <a:pt x="1" y="691"/>
                    <a:pt x="283" y="691"/>
                  </a:cubicBezTo>
                  <a:cubicBezTo>
                    <a:pt x="289" y="691"/>
                    <a:pt x="295" y="691"/>
                    <a:pt x="301" y="691"/>
                  </a:cubicBezTo>
                  <a:lnTo>
                    <a:pt x="369" y="691"/>
                  </a:lnTo>
                  <a:lnTo>
                    <a:pt x="369" y="748"/>
                  </a:lnTo>
                  <a:cubicBezTo>
                    <a:pt x="378" y="878"/>
                    <a:pt x="479" y="943"/>
                    <a:pt x="579" y="943"/>
                  </a:cubicBezTo>
                  <a:cubicBezTo>
                    <a:pt x="680" y="943"/>
                    <a:pt x="781" y="878"/>
                    <a:pt x="790" y="748"/>
                  </a:cubicBezTo>
                  <a:lnTo>
                    <a:pt x="790" y="691"/>
                  </a:lnTo>
                  <a:lnTo>
                    <a:pt x="848" y="691"/>
                  </a:lnTo>
                  <a:cubicBezTo>
                    <a:pt x="854" y="691"/>
                    <a:pt x="860" y="691"/>
                    <a:pt x="866" y="691"/>
                  </a:cubicBezTo>
                  <a:cubicBezTo>
                    <a:pt x="1149" y="691"/>
                    <a:pt x="1149" y="259"/>
                    <a:pt x="866" y="259"/>
                  </a:cubicBezTo>
                  <a:cubicBezTo>
                    <a:pt x="860" y="259"/>
                    <a:pt x="854" y="259"/>
                    <a:pt x="848" y="260"/>
                  </a:cubicBezTo>
                  <a:lnTo>
                    <a:pt x="790" y="260"/>
                  </a:lnTo>
                  <a:lnTo>
                    <a:pt x="790" y="202"/>
                  </a:lnTo>
                  <a:cubicBezTo>
                    <a:pt x="781" y="68"/>
                    <a:pt x="680" y="1"/>
                    <a:pt x="57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5" name="Google Shape;7235;p62"/>
            <p:cNvSpPr/>
            <p:nvPr/>
          </p:nvSpPr>
          <p:spPr>
            <a:xfrm>
              <a:off x="7155259" y="3970515"/>
              <a:ext cx="207216" cy="195793"/>
            </a:xfrm>
            <a:custGeom>
              <a:avLst/>
              <a:gdLst/>
              <a:ahLst/>
              <a:cxnLst/>
              <a:rect l="l" t="t" r="r" b="b"/>
              <a:pathLst>
                <a:path w="7909" h="7473" extrusionOk="0">
                  <a:moveTo>
                    <a:pt x="3193" y="1"/>
                  </a:moveTo>
                  <a:lnTo>
                    <a:pt x="3193" y="1065"/>
                  </a:lnTo>
                  <a:lnTo>
                    <a:pt x="3010" y="1065"/>
                  </a:lnTo>
                  <a:cubicBezTo>
                    <a:pt x="1918" y="1065"/>
                    <a:pt x="969" y="1813"/>
                    <a:pt x="710" y="2877"/>
                  </a:cubicBezTo>
                  <a:lnTo>
                    <a:pt x="106" y="5350"/>
                  </a:lnTo>
                  <a:cubicBezTo>
                    <a:pt x="1" y="5800"/>
                    <a:pt x="202" y="6270"/>
                    <a:pt x="605" y="6509"/>
                  </a:cubicBezTo>
                  <a:cubicBezTo>
                    <a:pt x="1721" y="7152"/>
                    <a:pt x="2838" y="7473"/>
                    <a:pt x="3955" y="7473"/>
                  </a:cubicBezTo>
                  <a:cubicBezTo>
                    <a:pt x="5071" y="7473"/>
                    <a:pt x="6188" y="7152"/>
                    <a:pt x="7305" y="6509"/>
                  </a:cubicBezTo>
                  <a:cubicBezTo>
                    <a:pt x="7707" y="6270"/>
                    <a:pt x="7909" y="5800"/>
                    <a:pt x="7803" y="5350"/>
                  </a:cubicBezTo>
                  <a:lnTo>
                    <a:pt x="7209" y="2877"/>
                  </a:lnTo>
                  <a:cubicBezTo>
                    <a:pt x="6942" y="1819"/>
                    <a:pt x="5994" y="1065"/>
                    <a:pt x="4910" y="1065"/>
                  </a:cubicBezTo>
                  <a:cubicBezTo>
                    <a:pt x="4903" y="1065"/>
                    <a:pt x="4896" y="1065"/>
                    <a:pt x="4889" y="1065"/>
                  </a:cubicBezTo>
                  <a:lnTo>
                    <a:pt x="4707" y="1065"/>
                  </a:lnTo>
                  <a:lnTo>
                    <a:pt x="4707" y="1"/>
                  </a:lnTo>
                  <a:cubicBezTo>
                    <a:pt x="4467" y="121"/>
                    <a:pt x="4206" y="181"/>
                    <a:pt x="3946" y="181"/>
                  </a:cubicBezTo>
                  <a:cubicBezTo>
                    <a:pt x="3686" y="181"/>
                    <a:pt x="3427" y="121"/>
                    <a:pt x="3193" y="1"/>
                  </a:cubicBezTo>
                  <a:close/>
                </a:path>
              </a:pathLst>
            </a:custGeom>
            <a:solidFill>
              <a:srgbClr val="AFBC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6" name="Google Shape;7236;p62"/>
            <p:cNvSpPr/>
            <p:nvPr/>
          </p:nvSpPr>
          <p:spPr>
            <a:xfrm>
              <a:off x="7239151" y="3970515"/>
              <a:ext cx="6550" cy="4297"/>
            </a:xfrm>
            <a:custGeom>
              <a:avLst/>
              <a:gdLst/>
              <a:ahLst/>
              <a:cxnLst/>
              <a:rect l="l" t="t" r="r" b="b"/>
              <a:pathLst>
                <a:path w="250" h="164" extrusionOk="0">
                  <a:moveTo>
                    <a:pt x="0" y="1"/>
                  </a:moveTo>
                  <a:lnTo>
                    <a:pt x="0" y="164"/>
                  </a:lnTo>
                  <a:cubicBezTo>
                    <a:pt x="86" y="154"/>
                    <a:pt x="173" y="126"/>
                    <a:pt x="249" y="106"/>
                  </a:cubicBezTo>
                  <a:cubicBezTo>
                    <a:pt x="163" y="78"/>
                    <a:pt x="77" y="39"/>
                    <a:pt x="0" y="1"/>
                  </a:cubicBezTo>
                  <a:close/>
                </a:path>
              </a:pathLst>
            </a:custGeom>
            <a:solidFill>
              <a:srgbClr val="98A9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7" name="Google Shape;7237;p62"/>
            <p:cNvSpPr/>
            <p:nvPr/>
          </p:nvSpPr>
          <p:spPr>
            <a:xfrm>
              <a:off x="7245675" y="3970515"/>
              <a:ext cx="117062" cy="195766"/>
            </a:xfrm>
            <a:custGeom>
              <a:avLst/>
              <a:gdLst/>
              <a:ahLst/>
              <a:cxnLst/>
              <a:rect l="l" t="t" r="r" b="b"/>
              <a:pathLst>
                <a:path w="4468" h="7472" extrusionOk="0">
                  <a:moveTo>
                    <a:pt x="1266" y="1"/>
                  </a:moveTo>
                  <a:cubicBezTo>
                    <a:pt x="1036" y="126"/>
                    <a:pt x="777" y="183"/>
                    <a:pt x="508" y="183"/>
                  </a:cubicBezTo>
                  <a:cubicBezTo>
                    <a:pt x="422" y="183"/>
                    <a:pt x="345" y="183"/>
                    <a:pt x="259" y="164"/>
                  </a:cubicBezTo>
                  <a:lnTo>
                    <a:pt x="259" y="1065"/>
                  </a:lnTo>
                  <a:lnTo>
                    <a:pt x="441" y="1065"/>
                  </a:lnTo>
                  <a:cubicBezTo>
                    <a:pt x="1534" y="1065"/>
                    <a:pt x="2493" y="1813"/>
                    <a:pt x="2751" y="2877"/>
                  </a:cubicBezTo>
                  <a:lnTo>
                    <a:pt x="2866" y="3394"/>
                  </a:lnTo>
                  <a:lnTo>
                    <a:pt x="3029" y="4056"/>
                  </a:lnTo>
                  <a:lnTo>
                    <a:pt x="3346" y="5350"/>
                  </a:lnTo>
                  <a:cubicBezTo>
                    <a:pt x="3461" y="5800"/>
                    <a:pt x="3250" y="6279"/>
                    <a:pt x="2847" y="6509"/>
                  </a:cubicBezTo>
                  <a:cubicBezTo>
                    <a:pt x="1985" y="7027"/>
                    <a:pt x="1007" y="7353"/>
                    <a:pt x="0" y="7449"/>
                  </a:cubicBezTo>
                  <a:cubicBezTo>
                    <a:pt x="172" y="7464"/>
                    <a:pt x="343" y="7472"/>
                    <a:pt x="515" y="7472"/>
                  </a:cubicBezTo>
                  <a:cubicBezTo>
                    <a:pt x="1628" y="7472"/>
                    <a:pt x="2741" y="7149"/>
                    <a:pt x="3854" y="6509"/>
                  </a:cubicBezTo>
                  <a:cubicBezTo>
                    <a:pt x="4256" y="6279"/>
                    <a:pt x="4467" y="5800"/>
                    <a:pt x="4352" y="5350"/>
                  </a:cubicBezTo>
                  <a:lnTo>
                    <a:pt x="4036" y="4056"/>
                  </a:lnTo>
                  <a:lnTo>
                    <a:pt x="3873" y="3394"/>
                  </a:lnTo>
                  <a:lnTo>
                    <a:pt x="3758" y="2877"/>
                  </a:lnTo>
                  <a:cubicBezTo>
                    <a:pt x="3499" y="1813"/>
                    <a:pt x="2541" y="1065"/>
                    <a:pt x="1448" y="1065"/>
                  </a:cubicBezTo>
                  <a:lnTo>
                    <a:pt x="1266" y="1065"/>
                  </a:lnTo>
                  <a:lnTo>
                    <a:pt x="1266" y="1"/>
                  </a:lnTo>
                  <a:close/>
                </a:path>
              </a:pathLst>
            </a:custGeom>
            <a:solidFill>
              <a:srgbClr val="98A9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8" name="Google Shape;7238;p62"/>
            <p:cNvSpPr/>
            <p:nvPr/>
          </p:nvSpPr>
          <p:spPr>
            <a:xfrm>
              <a:off x="7221571" y="3970515"/>
              <a:ext cx="73098" cy="84285"/>
            </a:xfrm>
            <a:custGeom>
              <a:avLst/>
              <a:gdLst/>
              <a:ahLst/>
              <a:cxnLst/>
              <a:rect l="l" t="t" r="r" b="b"/>
              <a:pathLst>
                <a:path w="2790" h="3217" extrusionOk="0">
                  <a:moveTo>
                    <a:pt x="671" y="1"/>
                  </a:moveTo>
                  <a:lnTo>
                    <a:pt x="671" y="1065"/>
                  </a:lnTo>
                  <a:lnTo>
                    <a:pt x="489" y="1065"/>
                  </a:lnTo>
                  <a:cubicBezTo>
                    <a:pt x="326" y="1065"/>
                    <a:pt x="163" y="1084"/>
                    <a:pt x="0" y="1113"/>
                  </a:cubicBezTo>
                  <a:lnTo>
                    <a:pt x="58" y="1170"/>
                  </a:lnTo>
                  <a:lnTo>
                    <a:pt x="1150" y="3059"/>
                  </a:lnTo>
                  <a:cubicBezTo>
                    <a:pt x="1213" y="3164"/>
                    <a:pt x="1321" y="3217"/>
                    <a:pt x="1427" y="3217"/>
                  </a:cubicBezTo>
                  <a:cubicBezTo>
                    <a:pt x="1534" y="3217"/>
                    <a:pt x="1639" y="3164"/>
                    <a:pt x="1697" y="3059"/>
                  </a:cubicBezTo>
                  <a:lnTo>
                    <a:pt x="2790" y="1170"/>
                  </a:lnTo>
                  <a:lnTo>
                    <a:pt x="2790" y="1103"/>
                  </a:lnTo>
                  <a:cubicBezTo>
                    <a:pt x="2646" y="1074"/>
                    <a:pt x="2512" y="1065"/>
                    <a:pt x="2368" y="1065"/>
                  </a:cubicBezTo>
                  <a:lnTo>
                    <a:pt x="2186" y="1065"/>
                  </a:lnTo>
                  <a:lnTo>
                    <a:pt x="2186" y="1"/>
                  </a:lnTo>
                  <a:cubicBezTo>
                    <a:pt x="1946" y="121"/>
                    <a:pt x="1687" y="181"/>
                    <a:pt x="1428" y="181"/>
                  </a:cubicBezTo>
                  <a:cubicBezTo>
                    <a:pt x="1170" y="181"/>
                    <a:pt x="911" y="121"/>
                    <a:pt x="671" y="1"/>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9" name="Google Shape;7239;p62"/>
            <p:cNvSpPr/>
            <p:nvPr/>
          </p:nvSpPr>
          <p:spPr>
            <a:xfrm>
              <a:off x="7239151" y="3970515"/>
              <a:ext cx="39693" cy="19362"/>
            </a:xfrm>
            <a:custGeom>
              <a:avLst/>
              <a:gdLst/>
              <a:ahLst/>
              <a:cxnLst/>
              <a:rect l="l" t="t" r="r" b="b"/>
              <a:pathLst>
                <a:path w="1515" h="739" extrusionOk="0">
                  <a:moveTo>
                    <a:pt x="0" y="1"/>
                  </a:moveTo>
                  <a:lnTo>
                    <a:pt x="0" y="576"/>
                  </a:lnTo>
                  <a:cubicBezTo>
                    <a:pt x="240" y="681"/>
                    <a:pt x="499" y="739"/>
                    <a:pt x="757" y="739"/>
                  </a:cubicBezTo>
                  <a:cubicBezTo>
                    <a:pt x="1016" y="739"/>
                    <a:pt x="1275" y="681"/>
                    <a:pt x="1515" y="576"/>
                  </a:cubicBezTo>
                  <a:lnTo>
                    <a:pt x="1515" y="1"/>
                  </a:lnTo>
                  <a:cubicBezTo>
                    <a:pt x="1275" y="121"/>
                    <a:pt x="1014" y="181"/>
                    <a:pt x="754" y="181"/>
                  </a:cubicBezTo>
                  <a:cubicBezTo>
                    <a:pt x="494" y="181"/>
                    <a:pt x="235" y="121"/>
                    <a:pt x="0" y="1"/>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0" name="Google Shape;7240;p62"/>
            <p:cNvSpPr/>
            <p:nvPr/>
          </p:nvSpPr>
          <p:spPr>
            <a:xfrm>
              <a:off x="7210017" y="3869069"/>
              <a:ext cx="97962" cy="110774"/>
            </a:xfrm>
            <a:custGeom>
              <a:avLst/>
              <a:gdLst/>
              <a:ahLst/>
              <a:cxnLst/>
              <a:rect l="l" t="t" r="r" b="b"/>
              <a:pathLst>
                <a:path w="3739" h="4228" extrusionOk="0">
                  <a:moveTo>
                    <a:pt x="2560" y="0"/>
                  </a:moveTo>
                  <a:cubicBezTo>
                    <a:pt x="1802" y="508"/>
                    <a:pt x="911" y="786"/>
                    <a:pt x="0" y="796"/>
                  </a:cubicBezTo>
                  <a:lnTo>
                    <a:pt x="0" y="2358"/>
                  </a:lnTo>
                  <a:lnTo>
                    <a:pt x="0" y="2416"/>
                  </a:lnTo>
                  <a:cubicBezTo>
                    <a:pt x="29" y="3422"/>
                    <a:pt x="853" y="4228"/>
                    <a:pt x="1869" y="4228"/>
                  </a:cubicBezTo>
                  <a:cubicBezTo>
                    <a:pt x="2876" y="4228"/>
                    <a:pt x="3710" y="3422"/>
                    <a:pt x="3739" y="2416"/>
                  </a:cubicBezTo>
                  <a:lnTo>
                    <a:pt x="3739" y="796"/>
                  </a:lnTo>
                  <a:cubicBezTo>
                    <a:pt x="3298" y="604"/>
                    <a:pt x="2905" y="326"/>
                    <a:pt x="2560" y="0"/>
                  </a:cubicBezTo>
                  <a:close/>
                </a:path>
              </a:pathLst>
            </a:custGeom>
            <a:solidFill>
              <a:srgbClr val="D6DC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1" name="Google Shape;7241;p62"/>
            <p:cNvSpPr/>
            <p:nvPr/>
          </p:nvSpPr>
          <p:spPr>
            <a:xfrm>
              <a:off x="7261735" y="3869069"/>
              <a:ext cx="46243" cy="112031"/>
            </a:xfrm>
            <a:custGeom>
              <a:avLst/>
              <a:gdLst/>
              <a:ahLst/>
              <a:cxnLst/>
              <a:rect l="l" t="t" r="r" b="b"/>
              <a:pathLst>
                <a:path w="1765" h="4276" extrusionOk="0">
                  <a:moveTo>
                    <a:pt x="586" y="0"/>
                  </a:moveTo>
                  <a:cubicBezTo>
                    <a:pt x="403" y="125"/>
                    <a:pt x="212" y="240"/>
                    <a:pt x="1" y="336"/>
                  </a:cubicBezTo>
                  <a:cubicBezTo>
                    <a:pt x="308" y="604"/>
                    <a:pt x="653" y="834"/>
                    <a:pt x="1027" y="997"/>
                  </a:cubicBezTo>
                  <a:lnTo>
                    <a:pt x="1027" y="2608"/>
                  </a:lnTo>
                  <a:cubicBezTo>
                    <a:pt x="1027" y="3317"/>
                    <a:pt x="624" y="3959"/>
                    <a:pt x="1" y="4276"/>
                  </a:cubicBezTo>
                  <a:cubicBezTo>
                    <a:pt x="988" y="4218"/>
                    <a:pt x="1765" y="3403"/>
                    <a:pt x="1765" y="2406"/>
                  </a:cubicBezTo>
                  <a:lnTo>
                    <a:pt x="1765" y="796"/>
                  </a:lnTo>
                  <a:cubicBezTo>
                    <a:pt x="1324" y="604"/>
                    <a:pt x="931" y="336"/>
                    <a:pt x="586" y="0"/>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42" name="Google Shape;7242;p62"/>
          <p:cNvGrpSpPr/>
          <p:nvPr/>
        </p:nvGrpSpPr>
        <p:grpSpPr>
          <a:xfrm>
            <a:off x="4911293" y="2710815"/>
            <a:ext cx="182850" cy="361927"/>
            <a:chOff x="4915368" y="2891390"/>
            <a:chExt cx="182850" cy="361927"/>
          </a:xfrm>
        </p:grpSpPr>
        <p:sp>
          <p:nvSpPr>
            <p:cNvPr id="7243" name="Google Shape;7243;p62"/>
            <p:cNvSpPr/>
            <p:nvPr/>
          </p:nvSpPr>
          <p:spPr>
            <a:xfrm>
              <a:off x="4940992" y="2925292"/>
              <a:ext cx="131367" cy="326504"/>
            </a:xfrm>
            <a:custGeom>
              <a:avLst/>
              <a:gdLst/>
              <a:ahLst/>
              <a:cxnLst/>
              <a:rect l="l" t="t" r="r" b="b"/>
              <a:pathLst>
                <a:path w="5014" h="12462" extrusionOk="0">
                  <a:moveTo>
                    <a:pt x="0" y="1"/>
                  </a:moveTo>
                  <a:lnTo>
                    <a:pt x="0" y="10017"/>
                  </a:lnTo>
                  <a:cubicBezTo>
                    <a:pt x="29" y="11379"/>
                    <a:pt x="1141" y="12462"/>
                    <a:pt x="2512" y="12462"/>
                  </a:cubicBezTo>
                  <a:cubicBezTo>
                    <a:pt x="3873" y="12462"/>
                    <a:pt x="4985" y="11379"/>
                    <a:pt x="5013" y="10017"/>
                  </a:cubicBezTo>
                  <a:lnTo>
                    <a:pt x="5013" y="1"/>
                  </a:lnTo>
                  <a:close/>
                </a:path>
              </a:pathLst>
            </a:custGeom>
            <a:solidFill>
              <a:srgbClr val="E9ED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4" name="Google Shape;7244;p62"/>
            <p:cNvSpPr/>
            <p:nvPr/>
          </p:nvSpPr>
          <p:spPr>
            <a:xfrm>
              <a:off x="4991977" y="2925292"/>
              <a:ext cx="80644" cy="328024"/>
            </a:xfrm>
            <a:custGeom>
              <a:avLst/>
              <a:gdLst/>
              <a:ahLst/>
              <a:cxnLst/>
              <a:rect l="l" t="t" r="r" b="b"/>
              <a:pathLst>
                <a:path w="3078" h="12520" extrusionOk="0">
                  <a:moveTo>
                    <a:pt x="1946" y="1"/>
                  </a:moveTo>
                  <a:lnTo>
                    <a:pt x="1946" y="10017"/>
                  </a:lnTo>
                  <a:cubicBezTo>
                    <a:pt x="1946" y="11187"/>
                    <a:pt x="1141" y="12193"/>
                    <a:pt x="0" y="12462"/>
                  </a:cubicBezTo>
                  <a:cubicBezTo>
                    <a:pt x="182" y="12500"/>
                    <a:pt x="374" y="12519"/>
                    <a:pt x="566" y="12519"/>
                  </a:cubicBezTo>
                  <a:cubicBezTo>
                    <a:pt x="1946" y="12519"/>
                    <a:pt x="3077" y="11398"/>
                    <a:pt x="3077" y="10017"/>
                  </a:cubicBezTo>
                  <a:lnTo>
                    <a:pt x="3077" y="1"/>
                  </a:lnTo>
                  <a:close/>
                </a:path>
              </a:pathLst>
            </a:custGeom>
            <a:solidFill>
              <a:srgbClr val="DCE1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5" name="Google Shape;7245;p62"/>
            <p:cNvSpPr/>
            <p:nvPr/>
          </p:nvSpPr>
          <p:spPr>
            <a:xfrm>
              <a:off x="4940992" y="3044345"/>
              <a:ext cx="131367" cy="208971"/>
            </a:xfrm>
            <a:custGeom>
              <a:avLst/>
              <a:gdLst/>
              <a:ahLst/>
              <a:cxnLst/>
              <a:rect l="l" t="t" r="r" b="b"/>
              <a:pathLst>
                <a:path w="5014" h="7976" extrusionOk="0">
                  <a:moveTo>
                    <a:pt x="1277" y="0"/>
                  </a:moveTo>
                  <a:cubicBezTo>
                    <a:pt x="533" y="0"/>
                    <a:pt x="0" y="345"/>
                    <a:pt x="0" y="345"/>
                  </a:cubicBezTo>
                  <a:lnTo>
                    <a:pt x="0" y="5473"/>
                  </a:lnTo>
                  <a:cubicBezTo>
                    <a:pt x="0" y="6854"/>
                    <a:pt x="1122" y="7975"/>
                    <a:pt x="2512" y="7975"/>
                  </a:cubicBezTo>
                  <a:cubicBezTo>
                    <a:pt x="3892" y="7975"/>
                    <a:pt x="5013" y="6854"/>
                    <a:pt x="5013" y="5473"/>
                  </a:cubicBezTo>
                  <a:lnTo>
                    <a:pt x="5013" y="173"/>
                  </a:lnTo>
                  <a:cubicBezTo>
                    <a:pt x="5013" y="173"/>
                    <a:pt x="4410" y="651"/>
                    <a:pt x="3594" y="651"/>
                  </a:cubicBezTo>
                  <a:cubicBezTo>
                    <a:pt x="3260" y="651"/>
                    <a:pt x="2890" y="571"/>
                    <a:pt x="2512" y="345"/>
                  </a:cubicBezTo>
                  <a:cubicBezTo>
                    <a:pt x="2074" y="86"/>
                    <a:pt x="1649" y="0"/>
                    <a:pt x="1277" y="0"/>
                  </a:cubicBezTo>
                  <a:close/>
                </a:path>
              </a:pathLst>
            </a:custGeom>
            <a:solidFill>
              <a:srgbClr val="AFBC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6" name="Google Shape;7246;p62"/>
            <p:cNvSpPr/>
            <p:nvPr/>
          </p:nvSpPr>
          <p:spPr>
            <a:xfrm>
              <a:off x="4991977" y="3048852"/>
              <a:ext cx="80382" cy="203443"/>
            </a:xfrm>
            <a:custGeom>
              <a:avLst/>
              <a:gdLst/>
              <a:ahLst/>
              <a:cxnLst/>
              <a:rect l="l" t="t" r="r" b="b"/>
              <a:pathLst>
                <a:path w="3068" h="7765" extrusionOk="0">
                  <a:moveTo>
                    <a:pt x="3067" y="1"/>
                  </a:moveTo>
                  <a:cubicBezTo>
                    <a:pt x="2732" y="250"/>
                    <a:pt x="2349" y="403"/>
                    <a:pt x="1946" y="461"/>
                  </a:cubicBezTo>
                  <a:lnTo>
                    <a:pt x="1946" y="5301"/>
                  </a:lnTo>
                  <a:cubicBezTo>
                    <a:pt x="1946" y="6461"/>
                    <a:pt x="1141" y="7477"/>
                    <a:pt x="0" y="7736"/>
                  </a:cubicBezTo>
                  <a:lnTo>
                    <a:pt x="67" y="7755"/>
                  </a:lnTo>
                  <a:lnTo>
                    <a:pt x="86" y="7755"/>
                  </a:lnTo>
                  <a:lnTo>
                    <a:pt x="134" y="7765"/>
                  </a:lnTo>
                  <a:lnTo>
                    <a:pt x="566" y="7765"/>
                  </a:lnTo>
                  <a:cubicBezTo>
                    <a:pt x="1946" y="7765"/>
                    <a:pt x="3067" y="6643"/>
                    <a:pt x="3067" y="5253"/>
                  </a:cubicBezTo>
                  <a:lnTo>
                    <a:pt x="3067" y="1"/>
                  </a:lnTo>
                  <a:close/>
                </a:path>
              </a:pathLst>
            </a:custGeom>
            <a:solidFill>
              <a:srgbClr val="98A9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7" name="Google Shape;7247;p62"/>
            <p:cNvSpPr/>
            <p:nvPr/>
          </p:nvSpPr>
          <p:spPr>
            <a:xfrm>
              <a:off x="4963838" y="3076493"/>
              <a:ext cx="19624" cy="16558"/>
            </a:xfrm>
            <a:custGeom>
              <a:avLst/>
              <a:gdLst/>
              <a:ahLst/>
              <a:cxnLst/>
              <a:rect l="l" t="t" r="r" b="b"/>
              <a:pathLst>
                <a:path w="749" h="632" extrusionOk="0">
                  <a:moveTo>
                    <a:pt x="432" y="0"/>
                  </a:moveTo>
                  <a:cubicBezTo>
                    <a:pt x="144" y="0"/>
                    <a:pt x="1" y="336"/>
                    <a:pt x="202" y="537"/>
                  </a:cubicBezTo>
                  <a:cubicBezTo>
                    <a:pt x="267" y="602"/>
                    <a:pt x="347" y="631"/>
                    <a:pt x="426" y="631"/>
                  </a:cubicBezTo>
                  <a:cubicBezTo>
                    <a:pt x="590" y="631"/>
                    <a:pt x="748" y="504"/>
                    <a:pt x="748" y="316"/>
                  </a:cubicBezTo>
                  <a:cubicBezTo>
                    <a:pt x="739" y="134"/>
                    <a:pt x="604" y="0"/>
                    <a:pt x="432"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8" name="Google Shape;7248;p62"/>
            <p:cNvSpPr/>
            <p:nvPr/>
          </p:nvSpPr>
          <p:spPr>
            <a:xfrm>
              <a:off x="5030386" y="3100099"/>
              <a:ext cx="16847" cy="14436"/>
            </a:xfrm>
            <a:custGeom>
              <a:avLst/>
              <a:gdLst/>
              <a:ahLst/>
              <a:cxnLst/>
              <a:rect l="l" t="t" r="r" b="b"/>
              <a:pathLst>
                <a:path w="643" h="551" extrusionOk="0">
                  <a:moveTo>
                    <a:pt x="365" y="0"/>
                  </a:moveTo>
                  <a:cubicBezTo>
                    <a:pt x="125" y="0"/>
                    <a:pt x="1" y="297"/>
                    <a:pt x="173" y="470"/>
                  </a:cubicBezTo>
                  <a:cubicBezTo>
                    <a:pt x="229" y="525"/>
                    <a:pt x="297" y="550"/>
                    <a:pt x="365" y="550"/>
                  </a:cubicBezTo>
                  <a:cubicBezTo>
                    <a:pt x="506" y="550"/>
                    <a:pt x="643" y="441"/>
                    <a:pt x="643" y="278"/>
                  </a:cubicBezTo>
                  <a:cubicBezTo>
                    <a:pt x="643" y="125"/>
                    <a:pt x="518" y="0"/>
                    <a:pt x="365"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9" name="Google Shape;7249;p62"/>
            <p:cNvSpPr/>
            <p:nvPr/>
          </p:nvSpPr>
          <p:spPr>
            <a:xfrm>
              <a:off x="4980921" y="3202803"/>
              <a:ext cx="16847" cy="14436"/>
            </a:xfrm>
            <a:custGeom>
              <a:avLst/>
              <a:gdLst/>
              <a:ahLst/>
              <a:cxnLst/>
              <a:rect l="l" t="t" r="r" b="b"/>
              <a:pathLst>
                <a:path w="643" h="551" extrusionOk="0">
                  <a:moveTo>
                    <a:pt x="365" y="1"/>
                  </a:moveTo>
                  <a:cubicBezTo>
                    <a:pt x="125" y="1"/>
                    <a:pt x="0" y="298"/>
                    <a:pt x="173" y="470"/>
                  </a:cubicBezTo>
                  <a:cubicBezTo>
                    <a:pt x="229" y="526"/>
                    <a:pt x="297" y="551"/>
                    <a:pt x="364" y="551"/>
                  </a:cubicBezTo>
                  <a:cubicBezTo>
                    <a:pt x="506" y="551"/>
                    <a:pt x="643" y="441"/>
                    <a:pt x="643" y="278"/>
                  </a:cubicBezTo>
                  <a:cubicBezTo>
                    <a:pt x="643" y="125"/>
                    <a:pt x="518" y="1"/>
                    <a:pt x="365"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0" name="Google Shape;7250;p62"/>
            <p:cNvSpPr/>
            <p:nvPr/>
          </p:nvSpPr>
          <p:spPr>
            <a:xfrm>
              <a:off x="5030386" y="3171651"/>
              <a:ext cx="16847" cy="14698"/>
            </a:xfrm>
            <a:custGeom>
              <a:avLst/>
              <a:gdLst/>
              <a:ahLst/>
              <a:cxnLst/>
              <a:rect l="l" t="t" r="r" b="b"/>
              <a:pathLst>
                <a:path w="643" h="561" extrusionOk="0">
                  <a:moveTo>
                    <a:pt x="365" y="1"/>
                  </a:moveTo>
                  <a:cubicBezTo>
                    <a:pt x="125" y="1"/>
                    <a:pt x="1" y="298"/>
                    <a:pt x="173" y="480"/>
                  </a:cubicBezTo>
                  <a:cubicBezTo>
                    <a:pt x="228" y="535"/>
                    <a:pt x="296" y="560"/>
                    <a:pt x="363" y="560"/>
                  </a:cubicBezTo>
                  <a:cubicBezTo>
                    <a:pt x="506" y="560"/>
                    <a:pt x="643" y="448"/>
                    <a:pt x="643" y="279"/>
                  </a:cubicBezTo>
                  <a:cubicBezTo>
                    <a:pt x="643" y="126"/>
                    <a:pt x="518" y="1"/>
                    <a:pt x="365"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1" name="Google Shape;7251;p62"/>
            <p:cNvSpPr/>
            <p:nvPr/>
          </p:nvSpPr>
          <p:spPr>
            <a:xfrm>
              <a:off x="4974135" y="3132246"/>
              <a:ext cx="20357" cy="17397"/>
            </a:xfrm>
            <a:custGeom>
              <a:avLst/>
              <a:gdLst/>
              <a:ahLst/>
              <a:cxnLst/>
              <a:rect l="l" t="t" r="r" b="b"/>
              <a:pathLst>
                <a:path w="777" h="664" extrusionOk="0">
                  <a:moveTo>
                    <a:pt x="451" y="0"/>
                  </a:moveTo>
                  <a:cubicBezTo>
                    <a:pt x="154" y="0"/>
                    <a:pt x="1" y="355"/>
                    <a:pt x="211" y="566"/>
                  </a:cubicBezTo>
                  <a:cubicBezTo>
                    <a:pt x="279" y="634"/>
                    <a:pt x="362" y="664"/>
                    <a:pt x="443" y="664"/>
                  </a:cubicBezTo>
                  <a:cubicBezTo>
                    <a:pt x="614" y="664"/>
                    <a:pt x="777" y="530"/>
                    <a:pt x="777" y="336"/>
                  </a:cubicBezTo>
                  <a:cubicBezTo>
                    <a:pt x="777" y="144"/>
                    <a:pt x="633" y="0"/>
                    <a:pt x="451"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2" name="Google Shape;7252;p62"/>
            <p:cNvSpPr/>
            <p:nvPr/>
          </p:nvSpPr>
          <p:spPr>
            <a:xfrm>
              <a:off x="4915368" y="2891390"/>
              <a:ext cx="182850" cy="33693"/>
            </a:xfrm>
            <a:custGeom>
              <a:avLst/>
              <a:gdLst/>
              <a:ahLst/>
              <a:cxnLst/>
              <a:rect l="l" t="t" r="r" b="b"/>
              <a:pathLst>
                <a:path w="6979" h="1286" extrusionOk="0">
                  <a:moveTo>
                    <a:pt x="442" y="1"/>
                  </a:moveTo>
                  <a:cubicBezTo>
                    <a:pt x="192" y="1"/>
                    <a:pt x="1" y="192"/>
                    <a:pt x="1" y="432"/>
                  </a:cubicBezTo>
                  <a:lnTo>
                    <a:pt x="1" y="854"/>
                  </a:lnTo>
                  <a:cubicBezTo>
                    <a:pt x="1" y="1093"/>
                    <a:pt x="192" y="1285"/>
                    <a:pt x="442" y="1285"/>
                  </a:cubicBezTo>
                  <a:lnTo>
                    <a:pt x="6538" y="1285"/>
                  </a:lnTo>
                  <a:cubicBezTo>
                    <a:pt x="6777" y="1285"/>
                    <a:pt x="6979" y="1093"/>
                    <a:pt x="6979" y="854"/>
                  </a:cubicBezTo>
                  <a:lnTo>
                    <a:pt x="6979" y="432"/>
                  </a:lnTo>
                  <a:cubicBezTo>
                    <a:pt x="6979" y="192"/>
                    <a:pt x="6777" y="1"/>
                    <a:pt x="6538" y="1"/>
                  </a:cubicBezTo>
                  <a:close/>
                </a:path>
              </a:pathLst>
            </a:custGeom>
            <a:solidFill>
              <a:srgbClr val="CDD5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3" name="Google Shape;7253;p62"/>
            <p:cNvSpPr/>
            <p:nvPr/>
          </p:nvSpPr>
          <p:spPr>
            <a:xfrm>
              <a:off x="5055250" y="2891390"/>
              <a:ext cx="42732" cy="33693"/>
            </a:xfrm>
            <a:custGeom>
              <a:avLst/>
              <a:gdLst/>
              <a:ahLst/>
              <a:cxnLst/>
              <a:rect l="l" t="t" r="r" b="b"/>
              <a:pathLst>
                <a:path w="1631" h="1286" extrusionOk="0">
                  <a:moveTo>
                    <a:pt x="1" y="1"/>
                  </a:moveTo>
                  <a:cubicBezTo>
                    <a:pt x="240" y="1"/>
                    <a:pt x="432" y="192"/>
                    <a:pt x="432" y="432"/>
                  </a:cubicBezTo>
                  <a:lnTo>
                    <a:pt x="432" y="854"/>
                  </a:lnTo>
                  <a:cubicBezTo>
                    <a:pt x="432" y="1093"/>
                    <a:pt x="240" y="1285"/>
                    <a:pt x="1" y="1285"/>
                  </a:cubicBezTo>
                  <a:lnTo>
                    <a:pt x="1199" y="1285"/>
                  </a:lnTo>
                  <a:cubicBezTo>
                    <a:pt x="1438" y="1285"/>
                    <a:pt x="1630" y="1093"/>
                    <a:pt x="1630" y="854"/>
                  </a:cubicBezTo>
                  <a:lnTo>
                    <a:pt x="1630" y="432"/>
                  </a:lnTo>
                  <a:cubicBezTo>
                    <a:pt x="1630" y="192"/>
                    <a:pt x="1438" y="1"/>
                    <a:pt x="1199" y="1"/>
                  </a:cubicBezTo>
                  <a:close/>
                </a:path>
              </a:pathLst>
            </a:custGeom>
            <a:solidFill>
              <a:srgbClr val="B8C4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54" name="Google Shape;7254;p62"/>
          <p:cNvGrpSpPr/>
          <p:nvPr/>
        </p:nvGrpSpPr>
        <p:grpSpPr>
          <a:xfrm>
            <a:off x="8024639" y="2711077"/>
            <a:ext cx="289589" cy="361403"/>
            <a:chOff x="8028714" y="2891652"/>
            <a:chExt cx="289589" cy="361403"/>
          </a:xfrm>
        </p:grpSpPr>
        <p:sp>
          <p:nvSpPr>
            <p:cNvPr id="7255" name="Google Shape;7255;p62"/>
            <p:cNvSpPr/>
            <p:nvPr/>
          </p:nvSpPr>
          <p:spPr>
            <a:xfrm>
              <a:off x="8096520" y="3139006"/>
              <a:ext cx="167025" cy="83421"/>
            </a:xfrm>
            <a:custGeom>
              <a:avLst/>
              <a:gdLst/>
              <a:ahLst/>
              <a:cxnLst/>
              <a:rect l="l" t="t" r="r" b="b"/>
              <a:pathLst>
                <a:path w="6375" h="3184" extrusionOk="0">
                  <a:moveTo>
                    <a:pt x="3058" y="1"/>
                  </a:moveTo>
                  <a:cubicBezTo>
                    <a:pt x="1371" y="1"/>
                    <a:pt x="1" y="1362"/>
                    <a:pt x="1" y="3059"/>
                  </a:cubicBezTo>
                  <a:lnTo>
                    <a:pt x="1" y="3183"/>
                  </a:lnTo>
                  <a:lnTo>
                    <a:pt x="6375" y="3183"/>
                  </a:lnTo>
                  <a:lnTo>
                    <a:pt x="6375" y="3059"/>
                  </a:lnTo>
                  <a:cubicBezTo>
                    <a:pt x="6375" y="1362"/>
                    <a:pt x="5004" y="1"/>
                    <a:pt x="3317" y="1"/>
                  </a:cubicBezTo>
                  <a:close/>
                </a:path>
              </a:pathLst>
            </a:custGeom>
            <a:solidFill>
              <a:srgbClr val="DE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6" name="Google Shape;7256;p62"/>
            <p:cNvSpPr/>
            <p:nvPr/>
          </p:nvSpPr>
          <p:spPr>
            <a:xfrm>
              <a:off x="8168360" y="3139006"/>
              <a:ext cx="95185" cy="83421"/>
            </a:xfrm>
            <a:custGeom>
              <a:avLst/>
              <a:gdLst/>
              <a:ahLst/>
              <a:cxnLst/>
              <a:rect l="l" t="t" r="r" b="b"/>
              <a:pathLst>
                <a:path w="3633" h="3184" extrusionOk="0">
                  <a:moveTo>
                    <a:pt x="441" y="1"/>
                  </a:moveTo>
                  <a:cubicBezTo>
                    <a:pt x="297" y="1"/>
                    <a:pt x="144" y="10"/>
                    <a:pt x="0" y="30"/>
                  </a:cubicBezTo>
                  <a:cubicBezTo>
                    <a:pt x="1563" y="250"/>
                    <a:pt x="2732" y="1602"/>
                    <a:pt x="2732" y="3183"/>
                  </a:cubicBezTo>
                  <a:lnTo>
                    <a:pt x="3633" y="3183"/>
                  </a:lnTo>
                  <a:cubicBezTo>
                    <a:pt x="3633" y="1429"/>
                    <a:pt x="2205" y="1"/>
                    <a:pt x="441" y="1"/>
                  </a:cubicBez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7" name="Google Shape;7257;p62"/>
            <p:cNvSpPr/>
            <p:nvPr/>
          </p:nvSpPr>
          <p:spPr>
            <a:xfrm>
              <a:off x="8028714" y="3109871"/>
              <a:ext cx="104748" cy="24392"/>
            </a:xfrm>
            <a:custGeom>
              <a:avLst/>
              <a:gdLst/>
              <a:ahLst/>
              <a:cxnLst/>
              <a:rect l="l" t="t" r="r" b="b"/>
              <a:pathLst>
                <a:path w="3998" h="931" extrusionOk="0">
                  <a:moveTo>
                    <a:pt x="298" y="1"/>
                  </a:moveTo>
                  <a:cubicBezTo>
                    <a:pt x="135" y="1"/>
                    <a:pt x="1" y="126"/>
                    <a:pt x="1" y="288"/>
                  </a:cubicBezTo>
                  <a:lnTo>
                    <a:pt x="1" y="634"/>
                  </a:lnTo>
                  <a:cubicBezTo>
                    <a:pt x="1" y="806"/>
                    <a:pt x="135" y="931"/>
                    <a:pt x="298" y="931"/>
                  </a:cubicBezTo>
                  <a:lnTo>
                    <a:pt x="3701" y="931"/>
                  </a:lnTo>
                  <a:cubicBezTo>
                    <a:pt x="3864" y="931"/>
                    <a:pt x="3998" y="806"/>
                    <a:pt x="3998" y="643"/>
                  </a:cubicBezTo>
                  <a:lnTo>
                    <a:pt x="3998" y="288"/>
                  </a:lnTo>
                  <a:cubicBezTo>
                    <a:pt x="3998" y="126"/>
                    <a:pt x="3864" y="1"/>
                    <a:pt x="3701" y="1"/>
                  </a:cubicBez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8" name="Google Shape;7258;p62"/>
            <p:cNvSpPr/>
            <p:nvPr/>
          </p:nvSpPr>
          <p:spPr>
            <a:xfrm>
              <a:off x="8101812" y="3109871"/>
              <a:ext cx="31650" cy="24392"/>
            </a:xfrm>
            <a:custGeom>
              <a:avLst/>
              <a:gdLst/>
              <a:ahLst/>
              <a:cxnLst/>
              <a:rect l="l" t="t" r="r" b="b"/>
              <a:pathLst>
                <a:path w="1208" h="931" extrusionOk="0">
                  <a:moveTo>
                    <a:pt x="0" y="1"/>
                  </a:moveTo>
                  <a:cubicBezTo>
                    <a:pt x="173" y="1"/>
                    <a:pt x="307" y="135"/>
                    <a:pt x="307" y="308"/>
                  </a:cubicBezTo>
                  <a:lnTo>
                    <a:pt x="307" y="624"/>
                  </a:lnTo>
                  <a:cubicBezTo>
                    <a:pt x="307" y="797"/>
                    <a:pt x="173" y="931"/>
                    <a:pt x="0" y="931"/>
                  </a:cubicBezTo>
                  <a:lnTo>
                    <a:pt x="901" y="931"/>
                  </a:lnTo>
                  <a:cubicBezTo>
                    <a:pt x="1074" y="931"/>
                    <a:pt x="1208" y="797"/>
                    <a:pt x="1208" y="624"/>
                  </a:cubicBezTo>
                  <a:lnTo>
                    <a:pt x="1208" y="308"/>
                  </a:lnTo>
                  <a:cubicBezTo>
                    <a:pt x="1208" y="135"/>
                    <a:pt x="1074" y="1"/>
                    <a:pt x="901" y="1"/>
                  </a:cubicBezTo>
                  <a:close/>
                </a:path>
              </a:pathLst>
            </a:custGeom>
            <a:solidFill>
              <a:srgbClr val="BDC8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9" name="Google Shape;7259;p62"/>
            <p:cNvSpPr/>
            <p:nvPr/>
          </p:nvSpPr>
          <p:spPr>
            <a:xfrm>
              <a:off x="8053342" y="3134237"/>
              <a:ext cx="67570" cy="53527"/>
            </a:xfrm>
            <a:custGeom>
              <a:avLst/>
              <a:gdLst/>
              <a:ahLst/>
              <a:cxnLst/>
              <a:rect l="l" t="t" r="r" b="b"/>
              <a:pathLst>
                <a:path w="2579" h="2043" extrusionOk="0">
                  <a:moveTo>
                    <a:pt x="0" y="1"/>
                  </a:moveTo>
                  <a:cubicBezTo>
                    <a:pt x="10" y="49"/>
                    <a:pt x="29" y="87"/>
                    <a:pt x="48" y="135"/>
                  </a:cubicBezTo>
                  <a:cubicBezTo>
                    <a:pt x="498" y="921"/>
                    <a:pt x="1150" y="1582"/>
                    <a:pt x="1936" y="2042"/>
                  </a:cubicBezTo>
                  <a:cubicBezTo>
                    <a:pt x="2090" y="1697"/>
                    <a:pt x="2310" y="1381"/>
                    <a:pt x="2579" y="1113"/>
                  </a:cubicBezTo>
                  <a:cubicBezTo>
                    <a:pt x="2080" y="835"/>
                    <a:pt x="1658" y="461"/>
                    <a:pt x="1313" y="1"/>
                  </a:cubicBezTo>
                  <a:close/>
                </a:path>
              </a:pathLst>
            </a:custGeom>
            <a:solidFill>
              <a:srgbClr val="B3BD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0" name="Google Shape;7260;p62"/>
            <p:cNvSpPr/>
            <p:nvPr/>
          </p:nvSpPr>
          <p:spPr>
            <a:xfrm>
              <a:off x="8159321" y="3165127"/>
              <a:ext cx="36182" cy="31099"/>
            </a:xfrm>
            <a:custGeom>
              <a:avLst/>
              <a:gdLst/>
              <a:ahLst/>
              <a:cxnLst/>
              <a:rect l="l" t="t" r="r" b="b"/>
              <a:pathLst>
                <a:path w="1381" h="1187" extrusionOk="0">
                  <a:moveTo>
                    <a:pt x="786" y="1"/>
                  </a:moveTo>
                  <a:cubicBezTo>
                    <a:pt x="259" y="1"/>
                    <a:pt x="0" y="643"/>
                    <a:pt x="364" y="1017"/>
                  </a:cubicBezTo>
                  <a:cubicBezTo>
                    <a:pt x="485" y="1134"/>
                    <a:pt x="633" y="1187"/>
                    <a:pt x="778" y="1187"/>
                  </a:cubicBezTo>
                  <a:cubicBezTo>
                    <a:pt x="1085" y="1187"/>
                    <a:pt x="1380" y="953"/>
                    <a:pt x="1380" y="595"/>
                  </a:cubicBezTo>
                  <a:cubicBezTo>
                    <a:pt x="1380" y="269"/>
                    <a:pt x="1112" y="1"/>
                    <a:pt x="786" y="1"/>
                  </a:cubicBezTo>
                  <a:close/>
                </a:path>
              </a:pathLst>
            </a:custGeom>
            <a:solidFill>
              <a:srgbClr val="5C708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1" name="Google Shape;7261;p62"/>
            <p:cNvSpPr/>
            <p:nvPr/>
          </p:nvSpPr>
          <p:spPr>
            <a:xfrm>
              <a:off x="8232655" y="2960453"/>
              <a:ext cx="74356" cy="219530"/>
            </a:xfrm>
            <a:custGeom>
              <a:avLst/>
              <a:gdLst/>
              <a:ahLst/>
              <a:cxnLst/>
              <a:rect l="l" t="t" r="r" b="b"/>
              <a:pathLst>
                <a:path w="2838" h="8379" extrusionOk="0">
                  <a:moveTo>
                    <a:pt x="566" y="1"/>
                  </a:moveTo>
                  <a:lnTo>
                    <a:pt x="86" y="998"/>
                  </a:lnTo>
                  <a:cubicBezTo>
                    <a:pt x="2300" y="2627"/>
                    <a:pt x="2253" y="5953"/>
                    <a:pt x="0" y="7525"/>
                  </a:cubicBezTo>
                  <a:cubicBezTo>
                    <a:pt x="297" y="7765"/>
                    <a:pt x="546" y="8052"/>
                    <a:pt x="738" y="8378"/>
                  </a:cubicBezTo>
                  <a:cubicBezTo>
                    <a:pt x="1984" y="7468"/>
                    <a:pt x="2751" y="6049"/>
                    <a:pt x="2837" y="4515"/>
                  </a:cubicBezTo>
                  <a:lnTo>
                    <a:pt x="2837" y="3864"/>
                  </a:lnTo>
                  <a:cubicBezTo>
                    <a:pt x="2732" y="2359"/>
                    <a:pt x="1975" y="988"/>
                    <a:pt x="767" y="87"/>
                  </a:cubicBezTo>
                  <a:cubicBezTo>
                    <a:pt x="709" y="49"/>
                    <a:pt x="642" y="20"/>
                    <a:pt x="566" y="1"/>
                  </a:cubicBezTo>
                  <a:close/>
                </a:path>
              </a:pathLst>
            </a:custGeom>
            <a:solidFill>
              <a:srgbClr val="B3BD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2" name="Google Shape;7262;p62"/>
            <p:cNvSpPr/>
            <p:nvPr/>
          </p:nvSpPr>
          <p:spPr>
            <a:xfrm>
              <a:off x="8243685" y="2960453"/>
              <a:ext cx="63063" cy="219766"/>
            </a:xfrm>
            <a:custGeom>
              <a:avLst/>
              <a:gdLst/>
              <a:ahLst/>
              <a:cxnLst/>
              <a:rect l="l" t="t" r="r" b="b"/>
              <a:pathLst>
                <a:path w="2407" h="8388" extrusionOk="0">
                  <a:moveTo>
                    <a:pt x="145" y="1"/>
                  </a:moveTo>
                  <a:lnTo>
                    <a:pt x="1" y="288"/>
                  </a:lnTo>
                  <a:cubicBezTo>
                    <a:pt x="528" y="729"/>
                    <a:pt x="959" y="1275"/>
                    <a:pt x="1276" y="1879"/>
                  </a:cubicBezTo>
                  <a:cubicBezTo>
                    <a:pt x="1592" y="2493"/>
                    <a:pt x="1774" y="3173"/>
                    <a:pt x="1832" y="3864"/>
                  </a:cubicBezTo>
                  <a:lnTo>
                    <a:pt x="1832" y="4515"/>
                  </a:lnTo>
                  <a:cubicBezTo>
                    <a:pt x="1755" y="5886"/>
                    <a:pt x="1132" y="7170"/>
                    <a:pt x="106" y="8081"/>
                  </a:cubicBezTo>
                  <a:cubicBezTo>
                    <a:pt x="173" y="8177"/>
                    <a:pt x="250" y="8282"/>
                    <a:pt x="307" y="8388"/>
                  </a:cubicBezTo>
                  <a:cubicBezTo>
                    <a:pt x="1554" y="7477"/>
                    <a:pt x="2320" y="6059"/>
                    <a:pt x="2407" y="4515"/>
                  </a:cubicBezTo>
                  <a:lnTo>
                    <a:pt x="2407" y="3864"/>
                  </a:lnTo>
                  <a:cubicBezTo>
                    <a:pt x="2301" y="2359"/>
                    <a:pt x="1544" y="988"/>
                    <a:pt x="336" y="96"/>
                  </a:cubicBezTo>
                  <a:cubicBezTo>
                    <a:pt x="279" y="49"/>
                    <a:pt x="212" y="20"/>
                    <a:pt x="145" y="1"/>
                  </a:cubicBezTo>
                  <a:close/>
                </a:path>
              </a:pathLst>
            </a:custGeom>
            <a:solidFill>
              <a:srgbClr val="80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3" name="Google Shape;7263;p62"/>
            <p:cNvSpPr/>
            <p:nvPr/>
          </p:nvSpPr>
          <p:spPr>
            <a:xfrm>
              <a:off x="8041788" y="3222400"/>
              <a:ext cx="276515" cy="30654"/>
            </a:xfrm>
            <a:custGeom>
              <a:avLst/>
              <a:gdLst/>
              <a:ahLst/>
              <a:cxnLst/>
              <a:rect l="l" t="t" r="r" b="b"/>
              <a:pathLst>
                <a:path w="10554" h="1170" extrusionOk="0">
                  <a:moveTo>
                    <a:pt x="882" y="0"/>
                  </a:moveTo>
                  <a:cubicBezTo>
                    <a:pt x="594" y="0"/>
                    <a:pt x="336" y="182"/>
                    <a:pt x="230" y="451"/>
                  </a:cubicBezTo>
                  <a:lnTo>
                    <a:pt x="58" y="882"/>
                  </a:lnTo>
                  <a:cubicBezTo>
                    <a:pt x="0" y="1016"/>
                    <a:pt x="96" y="1170"/>
                    <a:pt x="249" y="1170"/>
                  </a:cubicBezTo>
                  <a:lnTo>
                    <a:pt x="10304" y="1170"/>
                  </a:lnTo>
                  <a:cubicBezTo>
                    <a:pt x="10458" y="1170"/>
                    <a:pt x="10554" y="1016"/>
                    <a:pt x="10506" y="882"/>
                  </a:cubicBezTo>
                  <a:lnTo>
                    <a:pt x="10333" y="451"/>
                  </a:lnTo>
                  <a:cubicBezTo>
                    <a:pt x="10228" y="182"/>
                    <a:pt x="9969" y="0"/>
                    <a:pt x="9681" y="0"/>
                  </a:cubicBezTo>
                  <a:close/>
                </a:path>
              </a:pathLst>
            </a:custGeom>
            <a:solidFill>
              <a:srgbClr val="67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4" name="Google Shape;7264;p62"/>
            <p:cNvSpPr/>
            <p:nvPr/>
          </p:nvSpPr>
          <p:spPr>
            <a:xfrm>
              <a:off x="8286627" y="3222400"/>
              <a:ext cx="31676" cy="30654"/>
            </a:xfrm>
            <a:custGeom>
              <a:avLst/>
              <a:gdLst/>
              <a:ahLst/>
              <a:cxnLst/>
              <a:rect l="l" t="t" r="r" b="b"/>
              <a:pathLst>
                <a:path w="1209" h="1170" extrusionOk="0">
                  <a:moveTo>
                    <a:pt x="1" y="0"/>
                  </a:moveTo>
                  <a:lnTo>
                    <a:pt x="461" y="1170"/>
                  </a:lnTo>
                  <a:lnTo>
                    <a:pt x="959" y="1170"/>
                  </a:lnTo>
                  <a:cubicBezTo>
                    <a:pt x="1103" y="1170"/>
                    <a:pt x="1209" y="1016"/>
                    <a:pt x="1151" y="882"/>
                  </a:cubicBezTo>
                  <a:lnTo>
                    <a:pt x="979" y="441"/>
                  </a:lnTo>
                  <a:cubicBezTo>
                    <a:pt x="873" y="173"/>
                    <a:pt x="614" y="0"/>
                    <a:pt x="327" y="0"/>
                  </a:cubicBezTo>
                  <a:close/>
                </a:path>
              </a:pathLst>
            </a:custGeom>
            <a:solidFill>
              <a:srgbClr val="4A607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5" name="Google Shape;7265;p62"/>
            <p:cNvSpPr/>
            <p:nvPr/>
          </p:nvSpPr>
          <p:spPr>
            <a:xfrm>
              <a:off x="8235668" y="2891652"/>
              <a:ext cx="58531" cy="57037"/>
            </a:xfrm>
            <a:custGeom>
              <a:avLst/>
              <a:gdLst/>
              <a:ahLst/>
              <a:cxnLst/>
              <a:rect l="l" t="t" r="r" b="b"/>
              <a:pathLst>
                <a:path w="2234" h="2177" extrusionOk="0">
                  <a:moveTo>
                    <a:pt x="532" y="0"/>
                  </a:moveTo>
                  <a:cubicBezTo>
                    <a:pt x="455" y="0"/>
                    <a:pt x="379" y="29"/>
                    <a:pt x="316" y="87"/>
                  </a:cubicBezTo>
                  <a:lnTo>
                    <a:pt x="115" y="297"/>
                  </a:lnTo>
                  <a:cubicBezTo>
                    <a:pt x="0" y="412"/>
                    <a:pt x="0" y="604"/>
                    <a:pt x="115" y="719"/>
                  </a:cubicBezTo>
                  <a:lnTo>
                    <a:pt x="1495" y="2090"/>
                  </a:lnTo>
                  <a:cubicBezTo>
                    <a:pt x="1553" y="2147"/>
                    <a:pt x="1630" y="2176"/>
                    <a:pt x="1706" y="2176"/>
                  </a:cubicBezTo>
                  <a:cubicBezTo>
                    <a:pt x="1783" y="2176"/>
                    <a:pt x="1860" y="2147"/>
                    <a:pt x="1917" y="2090"/>
                  </a:cubicBezTo>
                  <a:lnTo>
                    <a:pt x="2118" y="1889"/>
                  </a:lnTo>
                  <a:cubicBezTo>
                    <a:pt x="2233" y="1764"/>
                    <a:pt x="2233" y="1572"/>
                    <a:pt x="2118" y="1457"/>
                  </a:cubicBezTo>
                  <a:lnTo>
                    <a:pt x="748" y="87"/>
                  </a:lnTo>
                  <a:cubicBezTo>
                    <a:pt x="685" y="29"/>
                    <a:pt x="609" y="0"/>
                    <a:pt x="53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6" name="Google Shape;7266;p62"/>
            <p:cNvSpPr/>
            <p:nvPr/>
          </p:nvSpPr>
          <p:spPr>
            <a:xfrm>
              <a:off x="8240698" y="2912507"/>
              <a:ext cx="53500" cy="36182"/>
            </a:xfrm>
            <a:custGeom>
              <a:avLst/>
              <a:gdLst/>
              <a:ahLst/>
              <a:cxnLst/>
              <a:rect l="l" t="t" r="r" b="b"/>
              <a:pathLst>
                <a:path w="2042" h="1381" extrusionOk="0">
                  <a:moveTo>
                    <a:pt x="1" y="1"/>
                  </a:moveTo>
                  <a:lnTo>
                    <a:pt x="73" y="73"/>
                  </a:lnTo>
                  <a:lnTo>
                    <a:pt x="1" y="1"/>
                  </a:lnTo>
                  <a:close/>
                  <a:moveTo>
                    <a:pt x="73" y="73"/>
                  </a:moveTo>
                  <a:lnTo>
                    <a:pt x="144" y="144"/>
                  </a:lnTo>
                  <a:lnTo>
                    <a:pt x="73" y="73"/>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144" y="144"/>
                  </a:lnTo>
                  <a:lnTo>
                    <a:pt x="144" y="144"/>
                  </a:lnTo>
                  <a:close/>
                  <a:moveTo>
                    <a:pt x="144" y="144"/>
                  </a:moveTo>
                  <a:lnTo>
                    <a:pt x="369" y="369"/>
                  </a:lnTo>
                  <a:lnTo>
                    <a:pt x="144" y="144"/>
                  </a:lnTo>
                  <a:close/>
                  <a:moveTo>
                    <a:pt x="369" y="369"/>
                  </a:moveTo>
                  <a:lnTo>
                    <a:pt x="776" y="776"/>
                  </a:lnTo>
                  <a:lnTo>
                    <a:pt x="776" y="776"/>
                  </a:lnTo>
                  <a:lnTo>
                    <a:pt x="369" y="369"/>
                  </a:lnTo>
                  <a:close/>
                  <a:moveTo>
                    <a:pt x="1409" y="144"/>
                  </a:moveTo>
                  <a:cubicBezTo>
                    <a:pt x="1533" y="268"/>
                    <a:pt x="1533" y="470"/>
                    <a:pt x="1409" y="594"/>
                  </a:cubicBezTo>
                  <a:lnTo>
                    <a:pt x="1227" y="776"/>
                  </a:lnTo>
                  <a:cubicBezTo>
                    <a:pt x="1164" y="839"/>
                    <a:pt x="1083" y="870"/>
                    <a:pt x="1001" y="870"/>
                  </a:cubicBezTo>
                  <a:cubicBezTo>
                    <a:pt x="920" y="870"/>
                    <a:pt x="839" y="839"/>
                    <a:pt x="776" y="776"/>
                  </a:cubicBezTo>
                  <a:lnTo>
                    <a:pt x="776" y="776"/>
                  </a:lnTo>
                  <a:lnTo>
                    <a:pt x="1294" y="1294"/>
                  </a:lnTo>
                  <a:cubicBezTo>
                    <a:pt x="1356" y="1351"/>
                    <a:pt x="1435" y="1380"/>
                    <a:pt x="1514" y="1380"/>
                  </a:cubicBezTo>
                  <a:cubicBezTo>
                    <a:pt x="1593" y="1380"/>
                    <a:pt x="1672" y="1351"/>
                    <a:pt x="1735" y="1294"/>
                  </a:cubicBezTo>
                  <a:lnTo>
                    <a:pt x="1926" y="1102"/>
                  </a:lnTo>
                  <a:cubicBezTo>
                    <a:pt x="2041" y="978"/>
                    <a:pt x="2041" y="776"/>
                    <a:pt x="1917" y="652"/>
                  </a:cubicBezTo>
                  <a:lnTo>
                    <a:pt x="1409" y="144"/>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7" name="Google Shape;7267;p62"/>
            <p:cNvSpPr/>
            <p:nvPr/>
          </p:nvSpPr>
          <p:spPr>
            <a:xfrm>
              <a:off x="8094005" y="3011490"/>
              <a:ext cx="80408" cy="79281"/>
            </a:xfrm>
            <a:custGeom>
              <a:avLst/>
              <a:gdLst/>
              <a:ahLst/>
              <a:cxnLst/>
              <a:rect l="l" t="t" r="r" b="b"/>
              <a:pathLst>
                <a:path w="3069" h="3026" extrusionOk="0">
                  <a:moveTo>
                    <a:pt x="611" y="1"/>
                  </a:moveTo>
                  <a:cubicBezTo>
                    <a:pt x="552" y="1"/>
                    <a:pt x="495" y="22"/>
                    <a:pt x="451" y="66"/>
                  </a:cubicBezTo>
                  <a:lnTo>
                    <a:pt x="87" y="430"/>
                  </a:lnTo>
                  <a:cubicBezTo>
                    <a:pt x="1" y="526"/>
                    <a:pt x="1" y="669"/>
                    <a:pt x="87" y="756"/>
                  </a:cubicBezTo>
                  <a:lnTo>
                    <a:pt x="2292" y="2960"/>
                  </a:lnTo>
                  <a:cubicBezTo>
                    <a:pt x="2335" y="3003"/>
                    <a:pt x="2392" y="3025"/>
                    <a:pt x="2451" y="3025"/>
                  </a:cubicBezTo>
                  <a:cubicBezTo>
                    <a:pt x="2510" y="3025"/>
                    <a:pt x="2570" y="3003"/>
                    <a:pt x="2618" y="2960"/>
                  </a:cubicBezTo>
                  <a:lnTo>
                    <a:pt x="2982" y="2587"/>
                  </a:lnTo>
                  <a:cubicBezTo>
                    <a:pt x="3068" y="2500"/>
                    <a:pt x="3068" y="2356"/>
                    <a:pt x="2972" y="2270"/>
                  </a:cubicBezTo>
                  <a:lnTo>
                    <a:pt x="777" y="66"/>
                  </a:lnTo>
                  <a:cubicBezTo>
                    <a:pt x="729" y="22"/>
                    <a:pt x="669" y="1"/>
                    <a:pt x="611"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8" name="Google Shape;7268;p62"/>
            <p:cNvSpPr/>
            <p:nvPr/>
          </p:nvSpPr>
          <p:spPr>
            <a:xfrm>
              <a:off x="8140221" y="3057157"/>
              <a:ext cx="34427" cy="33536"/>
            </a:xfrm>
            <a:custGeom>
              <a:avLst/>
              <a:gdLst/>
              <a:ahLst/>
              <a:cxnLst/>
              <a:rect l="l" t="t" r="r" b="b"/>
              <a:pathLst>
                <a:path w="1314" h="1280" extrusionOk="0">
                  <a:moveTo>
                    <a:pt x="700" y="0"/>
                  </a:moveTo>
                  <a:lnTo>
                    <a:pt x="700" y="0"/>
                  </a:lnTo>
                  <a:cubicBezTo>
                    <a:pt x="796" y="96"/>
                    <a:pt x="796" y="249"/>
                    <a:pt x="700" y="345"/>
                  </a:cubicBezTo>
                  <a:lnTo>
                    <a:pt x="346" y="700"/>
                  </a:lnTo>
                  <a:cubicBezTo>
                    <a:pt x="298" y="748"/>
                    <a:pt x="235" y="772"/>
                    <a:pt x="173" y="772"/>
                  </a:cubicBezTo>
                  <a:cubicBezTo>
                    <a:pt x="111" y="772"/>
                    <a:pt x="49" y="748"/>
                    <a:pt x="1" y="700"/>
                  </a:cubicBezTo>
                  <a:lnTo>
                    <a:pt x="1" y="700"/>
                  </a:lnTo>
                  <a:lnTo>
                    <a:pt x="509" y="1208"/>
                  </a:lnTo>
                  <a:cubicBezTo>
                    <a:pt x="557" y="1256"/>
                    <a:pt x="619" y="1280"/>
                    <a:pt x="681" y="1280"/>
                  </a:cubicBezTo>
                  <a:cubicBezTo>
                    <a:pt x="743" y="1280"/>
                    <a:pt x="806" y="1256"/>
                    <a:pt x="854" y="1208"/>
                  </a:cubicBezTo>
                  <a:lnTo>
                    <a:pt x="1218" y="853"/>
                  </a:lnTo>
                  <a:cubicBezTo>
                    <a:pt x="1314" y="757"/>
                    <a:pt x="1314" y="604"/>
                    <a:pt x="1218" y="508"/>
                  </a:cubicBezTo>
                  <a:lnTo>
                    <a:pt x="700"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9" name="Google Shape;7269;p62"/>
            <p:cNvSpPr/>
            <p:nvPr/>
          </p:nvSpPr>
          <p:spPr>
            <a:xfrm>
              <a:off x="8086485" y="3036564"/>
              <a:ext cx="32907" cy="31912"/>
            </a:xfrm>
            <a:custGeom>
              <a:avLst/>
              <a:gdLst/>
              <a:ahLst/>
              <a:cxnLst/>
              <a:rect l="l" t="t" r="r" b="b"/>
              <a:pathLst>
                <a:path w="1256" h="1218" extrusionOk="0">
                  <a:moveTo>
                    <a:pt x="575" y="0"/>
                  </a:moveTo>
                  <a:lnTo>
                    <a:pt x="125" y="451"/>
                  </a:lnTo>
                  <a:cubicBezTo>
                    <a:pt x="0" y="575"/>
                    <a:pt x="0" y="767"/>
                    <a:pt x="125" y="891"/>
                  </a:cubicBezTo>
                  <a:lnTo>
                    <a:pt x="365" y="1131"/>
                  </a:lnTo>
                  <a:cubicBezTo>
                    <a:pt x="422" y="1189"/>
                    <a:pt x="501" y="1217"/>
                    <a:pt x="581" y="1217"/>
                  </a:cubicBezTo>
                  <a:cubicBezTo>
                    <a:pt x="662" y="1217"/>
                    <a:pt x="743" y="1189"/>
                    <a:pt x="805" y="1131"/>
                  </a:cubicBezTo>
                  <a:lnTo>
                    <a:pt x="1256" y="671"/>
                  </a:lnTo>
                  <a:lnTo>
                    <a:pt x="575" y="0"/>
                  </a:ln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0" name="Google Shape;7270;p62"/>
            <p:cNvSpPr/>
            <p:nvPr/>
          </p:nvSpPr>
          <p:spPr>
            <a:xfrm>
              <a:off x="8115855" y="3065934"/>
              <a:ext cx="32933" cy="31912"/>
            </a:xfrm>
            <a:custGeom>
              <a:avLst/>
              <a:gdLst/>
              <a:ahLst/>
              <a:cxnLst/>
              <a:rect l="l" t="t" r="r" b="b"/>
              <a:pathLst>
                <a:path w="1257" h="1218" extrusionOk="0">
                  <a:moveTo>
                    <a:pt x="576" y="0"/>
                  </a:moveTo>
                  <a:lnTo>
                    <a:pt x="116" y="451"/>
                  </a:lnTo>
                  <a:cubicBezTo>
                    <a:pt x="1" y="576"/>
                    <a:pt x="1" y="767"/>
                    <a:pt x="116" y="892"/>
                  </a:cubicBezTo>
                  <a:lnTo>
                    <a:pt x="355" y="1132"/>
                  </a:lnTo>
                  <a:cubicBezTo>
                    <a:pt x="418" y="1189"/>
                    <a:pt x="497" y="1218"/>
                    <a:pt x="576" y="1218"/>
                  </a:cubicBezTo>
                  <a:cubicBezTo>
                    <a:pt x="655" y="1218"/>
                    <a:pt x="734" y="1189"/>
                    <a:pt x="796" y="1132"/>
                  </a:cubicBezTo>
                  <a:lnTo>
                    <a:pt x="1256" y="671"/>
                  </a:lnTo>
                  <a:lnTo>
                    <a:pt x="576" y="0"/>
                  </a:lnTo>
                  <a:close/>
                </a:path>
              </a:pathLst>
            </a:custGeom>
            <a:solidFill>
              <a:srgbClr val="DC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1" name="Google Shape;7271;p62"/>
            <p:cNvSpPr/>
            <p:nvPr/>
          </p:nvSpPr>
          <p:spPr>
            <a:xfrm>
              <a:off x="8212062" y="2913738"/>
              <a:ext cx="61544" cy="61570"/>
            </a:xfrm>
            <a:custGeom>
              <a:avLst/>
              <a:gdLst/>
              <a:ahLst/>
              <a:cxnLst/>
              <a:rect l="l" t="t" r="r" b="b"/>
              <a:pathLst>
                <a:path w="2349" h="2350" extrusionOk="0">
                  <a:moveTo>
                    <a:pt x="1150" y="1"/>
                  </a:moveTo>
                  <a:lnTo>
                    <a:pt x="0" y="1151"/>
                  </a:lnTo>
                  <a:lnTo>
                    <a:pt x="1198" y="2349"/>
                  </a:lnTo>
                  <a:lnTo>
                    <a:pt x="2348" y="1199"/>
                  </a:lnTo>
                  <a:lnTo>
                    <a:pt x="1150" y="1"/>
                  </a:lnTo>
                  <a:close/>
                </a:path>
              </a:pathLst>
            </a:custGeom>
            <a:solidFill>
              <a:srgbClr val="B3BD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2" name="Google Shape;7272;p62"/>
            <p:cNvSpPr/>
            <p:nvPr/>
          </p:nvSpPr>
          <p:spPr>
            <a:xfrm>
              <a:off x="8212953" y="2932078"/>
              <a:ext cx="60653" cy="43466"/>
            </a:xfrm>
            <a:custGeom>
              <a:avLst/>
              <a:gdLst/>
              <a:ahLst/>
              <a:cxnLst/>
              <a:rect l="l" t="t" r="r" b="b"/>
              <a:pathLst>
                <a:path w="2315" h="1659" extrusionOk="0">
                  <a:moveTo>
                    <a:pt x="0" y="495"/>
                  </a:moveTo>
                  <a:lnTo>
                    <a:pt x="14" y="509"/>
                  </a:lnTo>
                  <a:lnTo>
                    <a:pt x="0" y="495"/>
                  </a:lnTo>
                  <a:close/>
                  <a:moveTo>
                    <a:pt x="1806" y="1"/>
                  </a:moveTo>
                  <a:lnTo>
                    <a:pt x="656" y="1151"/>
                  </a:lnTo>
                  <a:lnTo>
                    <a:pt x="14" y="509"/>
                  </a:lnTo>
                  <a:lnTo>
                    <a:pt x="1164" y="1659"/>
                  </a:lnTo>
                  <a:lnTo>
                    <a:pt x="2314" y="509"/>
                  </a:lnTo>
                  <a:lnTo>
                    <a:pt x="1806" y="1"/>
                  </a:lnTo>
                  <a:close/>
                </a:path>
              </a:pathLst>
            </a:custGeom>
            <a:solidFill>
              <a:srgbClr val="80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3" name="Google Shape;7273;p62"/>
            <p:cNvSpPr/>
            <p:nvPr/>
          </p:nvSpPr>
          <p:spPr>
            <a:xfrm>
              <a:off x="8119890" y="2937423"/>
              <a:ext cx="128354" cy="128039"/>
            </a:xfrm>
            <a:custGeom>
              <a:avLst/>
              <a:gdLst/>
              <a:ahLst/>
              <a:cxnLst/>
              <a:rect l="l" t="t" r="r" b="b"/>
              <a:pathLst>
                <a:path w="4899" h="4887" extrusionOk="0">
                  <a:moveTo>
                    <a:pt x="3178" y="0"/>
                  </a:moveTo>
                  <a:cubicBezTo>
                    <a:pt x="3120" y="0"/>
                    <a:pt x="3063" y="22"/>
                    <a:pt x="3020" y="65"/>
                  </a:cubicBezTo>
                  <a:lnTo>
                    <a:pt x="1831" y="1253"/>
                  </a:lnTo>
                  <a:lnTo>
                    <a:pt x="1218" y="1867"/>
                  </a:lnTo>
                  <a:lnTo>
                    <a:pt x="0" y="3084"/>
                  </a:lnTo>
                  <a:lnTo>
                    <a:pt x="1793" y="4886"/>
                  </a:lnTo>
                  <a:lnTo>
                    <a:pt x="4812" y="1867"/>
                  </a:lnTo>
                  <a:cubicBezTo>
                    <a:pt x="4898" y="1781"/>
                    <a:pt x="4898" y="1637"/>
                    <a:pt x="4812" y="1551"/>
                  </a:cubicBezTo>
                  <a:lnTo>
                    <a:pt x="3336" y="65"/>
                  </a:lnTo>
                  <a:cubicBezTo>
                    <a:pt x="3293" y="22"/>
                    <a:pt x="3235" y="0"/>
                    <a:pt x="3178" y="0"/>
                  </a:cubicBezTo>
                  <a:close/>
                </a:path>
              </a:pathLst>
            </a:custGeom>
            <a:solidFill>
              <a:srgbClr val="DEE2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4" name="Google Shape;7274;p62"/>
            <p:cNvSpPr/>
            <p:nvPr/>
          </p:nvSpPr>
          <p:spPr>
            <a:xfrm>
              <a:off x="8153531" y="2968732"/>
              <a:ext cx="94713" cy="96730"/>
            </a:xfrm>
            <a:custGeom>
              <a:avLst/>
              <a:gdLst/>
              <a:ahLst/>
              <a:cxnLst/>
              <a:rect l="l" t="t" r="r" b="b"/>
              <a:pathLst>
                <a:path w="3615" h="3692" extrusionOk="0">
                  <a:moveTo>
                    <a:pt x="3173" y="1"/>
                  </a:moveTo>
                  <a:lnTo>
                    <a:pt x="1" y="3183"/>
                  </a:lnTo>
                  <a:lnTo>
                    <a:pt x="509" y="3691"/>
                  </a:lnTo>
                  <a:lnTo>
                    <a:pt x="3528" y="682"/>
                  </a:lnTo>
                  <a:cubicBezTo>
                    <a:pt x="3614" y="586"/>
                    <a:pt x="3614" y="451"/>
                    <a:pt x="3528" y="365"/>
                  </a:cubicBezTo>
                  <a:lnTo>
                    <a:pt x="3173" y="1"/>
                  </a:lnTo>
                  <a:close/>
                </a:path>
              </a:pathLst>
            </a:custGeom>
            <a:solidFill>
              <a:srgbClr val="C9D0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75" name="Google Shape;7275;p62"/>
          <p:cNvGrpSpPr/>
          <p:nvPr/>
        </p:nvGrpSpPr>
        <p:grpSpPr>
          <a:xfrm>
            <a:off x="7547747" y="3624199"/>
            <a:ext cx="293335" cy="361927"/>
            <a:chOff x="7551822" y="3804774"/>
            <a:chExt cx="293335" cy="361927"/>
          </a:xfrm>
        </p:grpSpPr>
        <p:sp>
          <p:nvSpPr>
            <p:cNvPr id="7276" name="Google Shape;7276;p62"/>
            <p:cNvSpPr/>
            <p:nvPr/>
          </p:nvSpPr>
          <p:spPr>
            <a:xfrm>
              <a:off x="7647242" y="3804774"/>
              <a:ext cx="121070" cy="30916"/>
            </a:xfrm>
            <a:custGeom>
              <a:avLst/>
              <a:gdLst/>
              <a:ahLst/>
              <a:cxnLst/>
              <a:rect l="l" t="t" r="r" b="b"/>
              <a:pathLst>
                <a:path w="4621" h="1180" extrusionOk="0">
                  <a:moveTo>
                    <a:pt x="320" y="0"/>
                  </a:moveTo>
                  <a:cubicBezTo>
                    <a:pt x="145" y="0"/>
                    <a:pt x="0" y="150"/>
                    <a:pt x="0" y="336"/>
                  </a:cubicBezTo>
                  <a:lnTo>
                    <a:pt x="0" y="844"/>
                  </a:lnTo>
                  <a:cubicBezTo>
                    <a:pt x="0" y="1026"/>
                    <a:pt x="154" y="1180"/>
                    <a:pt x="336" y="1180"/>
                  </a:cubicBezTo>
                  <a:lnTo>
                    <a:pt x="4285" y="1180"/>
                  </a:lnTo>
                  <a:cubicBezTo>
                    <a:pt x="4467" y="1180"/>
                    <a:pt x="4621" y="1026"/>
                    <a:pt x="4621" y="844"/>
                  </a:cubicBezTo>
                  <a:lnTo>
                    <a:pt x="4621" y="336"/>
                  </a:lnTo>
                  <a:cubicBezTo>
                    <a:pt x="4621" y="150"/>
                    <a:pt x="4476" y="0"/>
                    <a:pt x="4301" y="0"/>
                  </a:cubicBezTo>
                  <a:cubicBezTo>
                    <a:pt x="4296" y="0"/>
                    <a:pt x="4291" y="0"/>
                    <a:pt x="4285" y="1"/>
                  </a:cubicBezTo>
                  <a:lnTo>
                    <a:pt x="336" y="1"/>
                  </a:lnTo>
                  <a:cubicBezTo>
                    <a:pt x="331" y="0"/>
                    <a:pt x="325" y="0"/>
                    <a:pt x="320" y="0"/>
                  </a:cubicBezTo>
                  <a:close/>
                </a:path>
              </a:pathLst>
            </a:custGeom>
            <a:solidFill>
              <a:srgbClr val="CDD5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7" name="Google Shape;7277;p62"/>
            <p:cNvSpPr/>
            <p:nvPr/>
          </p:nvSpPr>
          <p:spPr>
            <a:xfrm>
              <a:off x="7734148" y="3804774"/>
              <a:ext cx="34165" cy="31178"/>
            </a:xfrm>
            <a:custGeom>
              <a:avLst/>
              <a:gdLst/>
              <a:ahLst/>
              <a:cxnLst/>
              <a:rect l="l" t="t" r="r" b="b"/>
              <a:pathLst>
                <a:path w="1304" h="1190" extrusionOk="0">
                  <a:moveTo>
                    <a:pt x="0" y="1"/>
                  </a:moveTo>
                  <a:cubicBezTo>
                    <a:pt x="192" y="1"/>
                    <a:pt x="345" y="154"/>
                    <a:pt x="345" y="346"/>
                  </a:cubicBezTo>
                  <a:lnTo>
                    <a:pt x="345" y="844"/>
                  </a:lnTo>
                  <a:cubicBezTo>
                    <a:pt x="345" y="1026"/>
                    <a:pt x="192" y="1189"/>
                    <a:pt x="0" y="1189"/>
                  </a:cubicBezTo>
                  <a:lnTo>
                    <a:pt x="959" y="1189"/>
                  </a:lnTo>
                  <a:cubicBezTo>
                    <a:pt x="1150" y="1189"/>
                    <a:pt x="1304" y="1026"/>
                    <a:pt x="1304" y="844"/>
                  </a:cubicBezTo>
                  <a:lnTo>
                    <a:pt x="1304" y="346"/>
                  </a:lnTo>
                  <a:cubicBezTo>
                    <a:pt x="1304" y="154"/>
                    <a:pt x="1150" y="1"/>
                    <a:pt x="959" y="1"/>
                  </a:cubicBezTo>
                  <a:close/>
                </a:path>
              </a:pathLst>
            </a:custGeom>
            <a:solidFill>
              <a:srgbClr val="B8C4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8" name="Google Shape;7278;p62"/>
            <p:cNvSpPr/>
            <p:nvPr/>
          </p:nvSpPr>
          <p:spPr>
            <a:xfrm>
              <a:off x="7551822" y="3835664"/>
              <a:ext cx="285056" cy="331037"/>
            </a:xfrm>
            <a:custGeom>
              <a:avLst/>
              <a:gdLst/>
              <a:ahLst/>
              <a:cxnLst/>
              <a:rect l="l" t="t" r="r" b="b"/>
              <a:pathLst>
                <a:path w="10880" h="12635" extrusionOk="0">
                  <a:moveTo>
                    <a:pt x="4486" y="1"/>
                  </a:moveTo>
                  <a:lnTo>
                    <a:pt x="4486" y="3681"/>
                  </a:lnTo>
                  <a:cubicBezTo>
                    <a:pt x="4486" y="3902"/>
                    <a:pt x="4352" y="4103"/>
                    <a:pt x="4141" y="4180"/>
                  </a:cubicBezTo>
                  <a:cubicBezTo>
                    <a:pt x="882" y="5474"/>
                    <a:pt x="0" y="9672"/>
                    <a:pt x="2454" y="12174"/>
                  </a:cubicBezTo>
                  <a:cubicBezTo>
                    <a:pt x="2741" y="12462"/>
                    <a:pt x="3134" y="12634"/>
                    <a:pt x="3547" y="12634"/>
                  </a:cubicBezTo>
                  <a:lnTo>
                    <a:pt x="8349" y="12634"/>
                  </a:lnTo>
                  <a:cubicBezTo>
                    <a:pt x="8771" y="12634"/>
                    <a:pt x="9164" y="12462"/>
                    <a:pt x="9451" y="12164"/>
                  </a:cubicBezTo>
                  <a:cubicBezTo>
                    <a:pt x="10381" y="11225"/>
                    <a:pt x="10879" y="9950"/>
                    <a:pt x="10851" y="8627"/>
                  </a:cubicBezTo>
                  <a:cubicBezTo>
                    <a:pt x="10803" y="6662"/>
                    <a:pt x="9585" y="4908"/>
                    <a:pt x="7755" y="4189"/>
                  </a:cubicBezTo>
                  <a:cubicBezTo>
                    <a:pt x="7544" y="4103"/>
                    <a:pt x="7410" y="3902"/>
                    <a:pt x="7410" y="3681"/>
                  </a:cubicBezTo>
                  <a:lnTo>
                    <a:pt x="7410" y="1"/>
                  </a:lnTo>
                  <a:close/>
                </a:path>
              </a:pathLst>
            </a:custGeom>
            <a:solidFill>
              <a:srgbClr val="E9ED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79" name="Google Shape;7279;p62"/>
            <p:cNvSpPr/>
            <p:nvPr/>
          </p:nvSpPr>
          <p:spPr>
            <a:xfrm>
              <a:off x="7669329" y="3835664"/>
              <a:ext cx="174833" cy="329020"/>
            </a:xfrm>
            <a:custGeom>
              <a:avLst/>
              <a:gdLst/>
              <a:ahLst/>
              <a:cxnLst/>
              <a:rect l="l" t="t" r="r" b="b"/>
              <a:pathLst>
                <a:path w="6673" h="12558" extrusionOk="0">
                  <a:moveTo>
                    <a:pt x="1" y="1"/>
                  </a:moveTo>
                  <a:lnTo>
                    <a:pt x="1" y="489"/>
                  </a:lnTo>
                  <a:lnTo>
                    <a:pt x="1506" y="489"/>
                  </a:lnTo>
                  <a:cubicBezTo>
                    <a:pt x="1889" y="489"/>
                    <a:pt x="2196" y="796"/>
                    <a:pt x="2196" y="1180"/>
                  </a:cubicBezTo>
                  <a:lnTo>
                    <a:pt x="2196" y="4180"/>
                  </a:lnTo>
                  <a:cubicBezTo>
                    <a:pt x="2196" y="4400"/>
                    <a:pt x="2340" y="4602"/>
                    <a:pt x="2541" y="4678"/>
                  </a:cubicBezTo>
                  <a:cubicBezTo>
                    <a:pt x="5743" y="5944"/>
                    <a:pt x="6672" y="10027"/>
                    <a:pt x="4343" y="12557"/>
                  </a:cubicBezTo>
                  <a:cubicBezTo>
                    <a:pt x="4573" y="12481"/>
                    <a:pt x="4794" y="12347"/>
                    <a:pt x="4966" y="12164"/>
                  </a:cubicBezTo>
                  <a:cubicBezTo>
                    <a:pt x="5896" y="11225"/>
                    <a:pt x="6394" y="9950"/>
                    <a:pt x="6366" y="8627"/>
                  </a:cubicBezTo>
                  <a:cubicBezTo>
                    <a:pt x="6318" y="6662"/>
                    <a:pt x="5100" y="4908"/>
                    <a:pt x="3270" y="4189"/>
                  </a:cubicBezTo>
                  <a:cubicBezTo>
                    <a:pt x="3059" y="4103"/>
                    <a:pt x="2925" y="3902"/>
                    <a:pt x="2925" y="3681"/>
                  </a:cubicBezTo>
                  <a:lnTo>
                    <a:pt x="2925" y="1"/>
                  </a:lnTo>
                  <a:close/>
                </a:path>
              </a:pathLst>
            </a:custGeom>
            <a:solidFill>
              <a:srgbClr val="DCE1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0" name="Google Shape;7280;p62"/>
            <p:cNvSpPr/>
            <p:nvPr/>
          </p:nvSpPr>
          <p:spPr>
            <a:xfrm>
              <a:off x="7571655" y="4014007"/>
              <a:ext cx="273502" cy="152694"/>
            </a:xfrm>
            <a:custGeom>
              <a:avLst/>
              <a:gdLst/>
              <a:ahLst/>
              <a:cxnLst/>
              <a:rect l="l" t="t" r="r" b="b"/>
              <a:pathLst>
                <a:path w="10439" h="5828" extrusionOk="0">
                  <a:moveTo>
                    <a:pt x="2888" y="0"/>
                  </a:moveTo>
                  <a:cubicBezTo>
                    <a:pt x="1488" y="0"/>
                    <a:pt x="470" y="622"/>
                    <a:pt x="470" y="622"/>
                  </a:cubicBezTo>
                  <a:cubicBezTo>
                    <a:pt x="0" y="2309"/>
                    <a:pt x="470" y="4111"/>
                    <a:pt x="1697" y="5367"/>
                  </a:cubicBezTo>
                  <a:cubicBezTo>
                    <a:pt x="1984" y="5655"/>
                    <a:pt x="2377" y="5827"/>
                    <a:pt x="2790" y="5827"/>
                  </a:cubicBezTo>
                  <a:lnTo>
                    <a:pt x="7592" y="5827"/>
                  </a:lnTo>
                  <a:cubicBezTo>
                    <a:pt x="8014" y="5827"/>
                    <a:pt x="8407" y="5655"/>
                    <a:pt x="8694" y="5357"/>
                  </a:cubicBezTo>
                  <a:cubicBezTo>
                    <a:pt x="9998" y="4025"/>
                    <a:pt x="10439" y="2070"/>
                    <a:pt x="9816" y="316"/>
                  </a:cubicBezTo>
                  <a:lnTo>
                    <a:pt x="9816" y="316"/>
                  </a:lnTo>
                  <a:cubicBezTo>
                    <a:pt x="9816" y="316"/>
                    <a:pt x="8716" y="1174"/>
                    <a:pt x="7209" y="1174"/>
                  </a:cubicBezTo>
                  <a:cubicBezTo>
                    <a:pt x="6591" y="1174"/>
                    <a:pt x="5904" y="1029"/>
                    <a:pt x="5196" y="622"/>
                  </a:cubicBezTo>
                  <a:cubicBezTo>
                    <a:pt x="4384" y="156"/>
                    <a:pt x="3588" y="0"/>
                    <a:pt x="2888" y="0"/>
                  </a:cubicBezTo>
                  <a:close/>
                </a:path>
              </a:pathLst>
            </a:custGeom>
            <a:solidFill>
              <a:srgbClr val="AFBC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1" name="Google Shape;7281;p62"/>
            <p:cNvSpPr/>
            <p:nvPr/>
          </p:nvSpPr>
          <p:spPr>
            <a:xfrm>
              <a:off x="7785369" y="4022260"/>
              <a:ext cx="52269" cy="142423"/>
            </a:xfrm>
            <a:custGeom>
              <a:avLst/>
              <a:gdLst/>
              <a:ahLst/>
              <a:cxnLst/>
              <a:rect l="l" t="t" r="r" b="b"/>
              <a:pathLst>
                <a:path w="1995" h="5436" extrusionOk="0">
                  <a:moveTo>
                    <a:pt x="1745" y="1"/>
                  </a:moveTo>
                  <a:cubicBezTo>
                    <a:pt x="1515" y="173"/>
                    <a:pt x="1266" y="317"/>
                    <a:pt x="997" y="432"/>
                  </a:cubicBezTo>
                  <a:cubicBezTo>
                    <a:pt x="1630" y="2157"/>
                    <a:pt x="1247" y="4093"/>
                    <a:pt x="0" y="5435"/>
                  </a:cubicBezTo>
                  <a:cubicBezTo>
                    <a:pt x="29" y="5426"/>
                    <a:pt x="58" y="5416"/>
                    <a:pt x="87" y="5407"/>
                  </a:cubicBezTo>
                  <a:cubicBezTo>
                    <a:pt x="173" y="5378"/>
                    <a:pt x="250" y="5330"/>
                    <a:pt x="326" y="5292"/>
                  </a:cubicBezTo>
                  <a:cubicBezTo>
                    <a:pt x="326" y="5292"/>
                    <a:pt x="374" y="5263"/>
                    <a:pt x="393" y="5244"/>
                  </a:cubicBezTo>
                  <a:lnTo>
                    <a:pt x="413" y="5234"/>
                  </a:lnTo>
                  <a:cubicBezTo>
                    <a:pt x="432" y="5225"/>
                    <a:pt x="441" y="5205"/>
                    <a:pt x="461" y="5196"/>
                  </a:cubicBezTo>
                  <a:lnTo>
                    <a:pt x="480" y="5177"/>
                  </a:lnTo>
                  <a:cubicBezTo>
                    <a:pt x="499" y="5167"/>
                    <a:pt x="508" y="5148"/>
                    <a:pt x="528" y="5138"/>
                  </a:cubicBezTo>
                  <a:cubicBezTo>
                    <a:pt x="537" y="5129"/>
                    <a:pt x="537" y="5129"/>
                    <a:pt x="547" y="5119"/>
                  </a:cubicBezTo>
                  <a:lnTo>
                    <a:pt x="614" y="5062"/>
                  </a:lnTo>
                  <a:cubicBezTo>
                    <a:pt x="1515" y="4103"/>
                    <a:pt x="1994" y="2819"/>
                    <a:pt x="1937" y="1505"/>
                  </a:cubicBezTo>
                  <a:lnTo>
                    <a:pt x="1937" y="1410"/>
                  </a:lnTo>
                  <a:lnTo>
                    <a:pt x="1937" y="1381"/>
                  </a:lnTo>
                  <a:cubicBezTo>
                    <a:pt x="1937" y="1352"/>
                    <a:pt x="1937" y="1333"/>
                    <a:pt x="1937" y="1314"/>
                  </a:cubicBezTo>
                  <a:lnTo>
                    <a:pt x="1937" y="1275"/>
                  </a:lnTo>
                  <a:lnTo>
                    <a:pt x="1937" y="1218"/>
                  </a:lnTo>
                  <a:cubicBezTo>
                    <a:pt x="1937" y="1199"/>
                    <a:pt x="1937" y="1189"/>
                    <a:pt x="1937" y="1180"/>
                  </a:cubicBezTo>
                  <a:lnTo>
                    <a:pt x="1937" y="1122"/>
                  </a:lnTo>
                  <a:cubicBezTo>
                    <a:pt x="1937" y="1103"/>
                    <a:pt x="1937" y="1093"/>
                    <a:pt x="1937" y="1084"/>
                  </a:cubicBezTo>
                  <a:lnTo>
                    <a:pt x="1937" y="1026"/>
                  </a:lnTo>
                  <a:cubicBezTo>
                    <a:pt x="1937" y="1017"/>
                    <a:pt x="1937" y="1007"/>
                    <a:pt x="1937" y="997"/>
                  </a:cubicBezTo>
                  <a:cubicBezTo>
                    <a:pt x="1937" y="969"/>
                    <a:pt x="1937" y="949"/>
                    <a:pt x="1927" y="930"/>
                  </a:cubicBezTo>
                  <a:cubicBezTo>
                    <a:pt x="1918" y="911"/>
                    <a:pt x="1927" y="911"/>
                    <a:pt x="1927" y="902"/>
                  </a:cubicBezTo>
                  <a:lnTo>
                    <a:pt x="1918" y="834"/>
                  </a:lnTo>
                  <a:lnTo>
                    <a:pt x="1918" y="806"/>
                  </a:lnTo>
                  <a:cubicBezTo>
                    <a:pt x="1918" y="787"/>
                    <a:pt x="1918" y="758"/>
                    <a:pt x="1908" y="739"/>
                  </a:cubicBezTo>
                  <a:lnTo>
                    <a:pt x="1908" y="710"/>
                  </a:lnTo>
                  <a:cubicBezTo>
                    <a:pt x="1908" y="700"/>
                    <a:pt x="1898" y="671"/>
                    <a:pt x="1898" y="643"/>
                  </a:cubicBezTo>
                  <a:cubicBezTo>
                    <a:pt x="1898" y="624"/>
                    <a:pt x="1898" y="624"/>
                    <a:pt x="1898" y="624"/>
                  </a:cubicBezTo>
                  <a:cubicBezTo>
                    <a:pt x="1898" y="614"/>
                    <a:pt x="1889" y="576"/>
                    <a:pt x="1879" y="556"/>
                  </a:cubicBezTo>
                  <a:cubicBezTo>
                    <a:pt x="1879" y="528"/>
                    <a:pt x="1879" y="537"/>
                    <a:pt x="1879" y="528"/>
                  </a:cubicBezTo>
                  <a:lnTo>
                    <a:pt x="1870" y="461"/>
                  </a:lnTo>
                  <a:lnTo>
                    <a:pt x="1870" y="441"/>
                  </a:lnTo>
                  <a:cubicBezTo>
                    <a:pt x="1860" y="422"/>
                    <a:pt x="1850" y="394"/>
                    <a:pt x="1850" y="365"/>
                  </a:cubicBezTo>
                  <a:cubicBezTo>
                    <a:pt x="1841" y="365"/>
                    <a:pt x="1841" y="355"/>
                    <a:pt x="1850" y="355"/>
                  </a:cubicBezTo>
                  <a:cubicBezTo>
                    <a:pt x="1850" y="326"/>
                    <a:pt x="1831" y="298"/>
                    <a:pt x="1822" y="278"/>
                  </a:cubicBezTo>
                  <a:cubicBezTo>
                    <a:pt x="1822" y="269"/>
                    <a:pt x="1822" y="269"/>
                    <a:pt x="1822" y="259"/>
                  </a:cubicBezTo>
                  <a:cubicBezTo>
                    <a:pt x="1822" y="240"/>
                    <a:pt x="1812" y="211"/>
                    <a:pt x="1802" y="183"/>
                  </a:cubicBezTo>
                  <a:cubicBezTo>
                    <a:pt x="1802" y="183"/>
                    <a:pt x="1802" y="173"/>
                    <a:pt x="1802" y="173"/>
                  </a:cubicBezTo>
                  <a:lnTo>
                    <a:pt x="1774" y="87"/>
                  </a:lnTo>
                  <a:cubicBezTo>
                    <a:pt x="1764" y="58"/>
                    <a:pt x="1755" y="29"/>
                    <a:pt x="1745" y="1"/>
                  </a:cubicBezTo>
                  <a:close/>
                </a:path>
              </a:pathLst>
            </a:custGeom>
            <a:solidFill>
              <a:srgbClr val="98A9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2" name="Google Shape;7282;p62"/>
            <p:cNvSpPr/>
            <p:nvPr/>
          </p:nvSpPr>
          <p:spPr>
            <a:xfrm>
              <a:off x="7785107" y="4061927"/>
              <a:ext cx="19362" cy="16558"/>
            </a:xfrm>
            <a:custGeom>
              <a:avLst/>
              <a:gdLst/>
              <a:ahLst/>
              <a:cxnLst/>
              <a:rect l="l" t="t" r="r" b="b"/>
              <a:pathLst>
                <a:path w="739" h="632" extrusionOk="0">
                  <a:moveTo>
                    <a:pt x="423" y="1"/>
                  </a:moveTo>
                  <a:cubicBezTo>
                    <a:pt x="145" y="1"/>
                    <a:pt x="1" y="336"/>
                    <a:pt x="202" y="538"/>
                  </a:cubicBezTo>
                  <a:cubicBezTo>
                    <a:pt x="267" y="603"/>
                    <a:pt x="347" y="632"/>
                    <a:pt x="424" y="632"/>
                  </a:cubicBezTo>
                  <a:cubicBezTo>
                    <a:pt x="585" y="632"/>
                    <a:pt x="739" y="505"/>
                    <a:pt x="739" y="317"/>
                  </a:cubicBezTo>
                  <a:cubicBezTo>
                    <a:pt x="739" y="135"/>
                    <a:pt x="595" y="1"/>
                    <a:pt x="423"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3" name="Google Shape;7283;p62"/>
            <p:cNvSpPr/>
            <p:nvPr/>
          </p:nvSpPr>
          <p:spPr>
            <a:xfrm>
              <a:off x="7744680" y="4122711"/>
              <a:ext cx="17109" cy="14436"/>
            </a:xfrm>
            <a:custGeom>
              <a:avLst/>
              <a:gdLst/>
              <a:ahLst/>
              <a:cxnLst/>
              <a:rect l="l" t="t" r="r" b="b"/>
              <a:pathLst>
                <a:path w="653" h="551" extrusionOk="0">
                  <a:moveTo>
                    <a:pt x="374" y="1"/>
                  </a:moveTo>
                  <a:cubicBezTo>
                    <a:pt x="125" y="1"/>
                    <a:pt x="1" y="298"/>
                    <a:pt x="183" y="470"/>
                  </a:cubicBezTo>
                  <a:cubicBezTo>
                    <a:pt x="238" y="526"/>
                    <a:pt x="307" y="551"/>
                    <a:pt x="374" y="551"/>
                  </a:cubicBezTo>
                  <a:cubicBezTo>
                    <a:pt x="516" y="551"/>
                    <a:pt x="652" y="441"/>
                    <a:pt x="652" y="279"/>
                  </a:cubicBezTo>
                  <a:cubicBezTo>
                    <a:pt x="652" y="125"/>
                    <a:pt x="528" y="1"/>
                    <a:pt x="374"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4" name="Google Shape;7284;p62"/>
            <p:cNvSpPr/>
            <p:nvPr/>
          </p:nvSpPr>
          <p:spPr>
            <a:xfrm>
              <a:off x="7627645" y="4051892"/>
              <a:ext cx="17109" cy="14436"/>
            </a:xfrm>
            <a:custGeom>
              <a:avLst/>
              <a:gdLst/>
              <a:ahLst/>
              <a:cxnLst/>
              <a:rect l="l" t="t" r="r" b="b"/>
              <a:pathLst>
                <a:path w="653" h="551" extrusionOk="0">
                  <a:moveTo>
                    <a:pt x="375" y="1"/>
                  </a:moveTo>
                  <a:cubicBezTo>
                    <a:pt x="125" y="1"/>
                    <a:pt x="1" y="298"/>
                    <a:pt x="173" y="470"/>
                  </a:cubicBezTo>
                  <a:cubicBezTo>
                    <a:pt x="232" y="526"/>
                    <a:pt x="303" y="551"/>
                    <a:pt x="371" y="551"/>
                  </a:cubicBezTo>
                  <a:cubicBezTo>
                    <a:pt x="516" y="551"/>
                    <a:pt x="653" y="441"/>
                    <a:pt x="653" y="279"/>
                  </a:cubicBezTo>
                  <a:cubicBezTo>
                    <a:pt x="653" y="125"/>
                    <a:pt x="528" y="1"/>
                    <a:pt x="375"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5" name="Google Shape;7285;p62"/>
            <p:cNvSpPr/>
            <p:nvPr/>
          </p:nvSpPr>
          <p:spPr>
            <a:xfrm>
              <a:off x="7651513" y="4122711"/>
              <a:ext cx="16847" cy="14436"/>
            </a:xfrm>
            <a:custGeom>
              <a:avLst/>
              <a:gdLst/>
              <a:ahLst/>
              <a:cxnLst/>
              <a:rect l="l" t="t" r="r" b="b"/>
              <a:pathLst>
                <a:path w="643" h="551" extrusionOk="0">
                  <a:moveTo>
                    <a:pt x="365" y="1"/>
                  </a:moveTo>
                  <a:cubicBezTo>
                    <a:pt x="115" y="1"/>
                    <a:pt x="0" y="298"/>
                    <a:pt x="173" y="470"/>
                  </a:cubicBezTo>
                  <a:cubicBezTo>
                    <a:pt x="229" y="526"/>
                    <a:pt x="297" y="551"/>
                    <a:pt x="364" y="551"/>
                  </a:cubicBezTo>
                  <a:cubicBezTo>
                    <a:pt x="506" y="551"/>
                    <a:pt x="643" y="441"/>
                    <a:pt x="643" y="279"/>
                  </a:cubicBezTo>
                  <a:cubicBezTo>
                    <a:pt x="643" y="125"/>
                    <a:pt x="518" y="1"/>
                    <a:pt x="365"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6" name="Google Shape;7286;p62"/>
            <p:cNvSpPr/>
            <p:nvPr/>
          </p:nvSpPr>
          <p:spPr>
            <a:xfrm>
              <a:off x="7693459" y="4066957"/>
              <a:ext cx="20095" cy="17423"/>
            </a:xfrm>
            <a:custGeom>
              <a:avLst/>
              <a:gdLst/>
              <a:ahLst/>
              <a:cxnLst/>
              <a:rect l="l" t="t" r="r" b="b"/>
              <a:pathLst>
                <a:path w="767" h="665" extrusionOk="0">
                  <a:moveTo>
                    <a:pt x="441" y="1"/>
                  </a:moveTo>
                  <a:cubicBezTo>
                    <a:pt x="144" y="1"/>
                    <a:pt x="0" y="355"/>
                    <a:pt x="201" y="566"/>
                  </a:cubicBezTo>
                  <a:cubicBezTo>
                    <a:pt x="269" y="634"/>
                    <a:pt x="352" y="664"/>
                    <a:pt x="433" y="664"/>
                  </a:cubicBezTo>
                  <a:cubicBezTo>
                    <a:pt x="604" y="664"/>
                    <a:pt x="767" y="531"/>
                    <a:pt x="767" y="336"/>
                  </a:cubicBezTo>
                  <a:cubicBezTo>
                    <a:pt x="767" y="154"/>
                    <a:pt x="623" y="1"/>
                    <a:pt x="441"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87" name="Google Shape;7287;p62"/>
          <p:cNvGrpSpPr/>
          <p:nvPr/>
        </p:nvGrpSpPr>
        <p:grpSpPr>
          <a:xfrm>
            <a:off x="6259650" y="4097083"/>
            <a:ext cx="210491" cy="362163"/>
            <a:chOff x="6263725" y="4277658"/>
            <a:chExt cx="210491" cy="362163"/>
          </a:xfrm>
        </p:grpSpPr>
        <p:sp>
          <p:nvSpPr>
            <p:cNvPr id="7288" name="Google Shape;7288;p62"/>
            <p:cNvSpPr/>
            <p:nvPr/>
          </p:nvSpPr>
          <p:spPr>
            <a:xfrm>
              <a:off x="6265480" y="4277658"/>
              <a:ext cx="88189" cy="362163"/>
            </a:xfrm>
            <a:custGeom>
              <a:avLst/>
              <a:gdLst/>
              <a:ahLst/>
              <a:cxnLst/>
              <a:rect l="l" t="t" r="r" b="b"/>
              <a:pathLst>
                <a:path w="3366" h="13823" extrusionOk="0">
                  <a:moveTo>
                    <a:pt x="202" y="1"/>
                  </a:moveTo>
                  <a:cubicBezTo>
                    <a:pt x="101" y="1"/>
                    <a:pt x="1" y="68"/>
                    <a:pt x="1" y="202"/>
                  </a:cubicBezTo>
                  <a:cubicBezTo>
                    <a:pt x="1" y="1151"/>
                    <a:pt x="844" y="1630"/>
                    <a:pt x="1582" y="2052"/>
                  </a:cubicBezTo>
                  <a:cubicBezTo>
                    <a:pt x="2292" y="2455"/>
                    <a:pt x="2963" y="2828"/>
                    <a:pt x="2963" y="3557"/>
                  </a:cubicBezTo>
                  <a:cubicBezTo>
                    <a:pt x="2963" y="4276"/>
                    <a:pt x="2292" y="4650"/>
                    <a:pt x="1582" y="5052"/>
                  </a:cubicBezTo>
                  <a:cubicBezTo>
                    <a:pt x="835" y="5474"/>
                    <a:pt x="1" y="5953"/>
                    <a:pt x="1" y="6912"/>
                  </a:cubicBezTo>
                  <a:cubicBezTo>
                    <a:pt x="1" y="7870"/>
                    <a:pt x="844" y="8340"/>
                    <a:pt x="1582" y="8762"/>
                  </a:cubicBezTo>
                  <a:cubicBezTo>
                    <a:pt x="2292" y="9164"/>
                    <a:pt x="2963" y="9548"/>
                    <a:pt x="2963" y="10267"/>
                  </a:cubicBezTo>
                  <a:cubicBezTo>
                    <a:pt x="2963" y="10986"/>
                    <a:pt x="2292" y="11369"/>
                    <a:pt x="1582" y="11772"/>
                  </a:cubicBezTo>
                  <a:cubicBezTo>
                    <a:pt x="835" y="12184"/>
                    <a:pt x="1" y="12663"/>
                    <a:pt x="1" y="13622"/>
                  </a:cubicBezTo>
                  <a:cubicBezTo>
                    <a:pt x="1" y="13737"/>
                    <a:pt x="87" y="13823"/>
                    <a:pt x="202" y="13823"/>
                  </a:cubicBezTo>
                  <a:cubicBezTo>
                    <a:pt x="307" y="13823"/>
                    <a:pt x="403" y="13737"/>
                    <a:pt x="403" y="13622"/>
                  </a:cubicBezTo>
                  <a:cubicBezTo>
                    <a:pt x="403" y="12903"/>
                    <a:pt x="1074" y="12519"/>
                    <a:pt x="1784" y="12117"/>
                  </a:cubicBezTo>
                  <a:cubicBezTo>
                    <a:pt x="2531" y="11705"/>
                    <a:pt x="3365" y="11225"/>
                    <a:pt x="3365" y="10267"/>
                  </a:cubicBezTo>
                  <a:cubicBezTo>
                    <a:pt x="3365" y="9308"/>
                    <a:pt x="2522" y="8829"/>
                    <a:pt x="1784" y="8417"/>
                  </a:cubicBezTo>
                  <a:cubicBezTo>
                    <a:pt x="1074" y="8005"/>
                    <a:pt x="403" y="7631"/>
                    <a:pt x="403" y="6912"/>
                  </a:cubicBezTo>
                  <a:cubicBezTo>
                    <a:pt x="403" y="6183"/>
                    <a:pt x="1074" y="5810"/>
                    <a:pt x="1784" y="5407"/>
                  </a:cubicBezTo>
                  <a:cubicBezTo>
                    <a:pt x="2531" y="4995"/>
                    <a:pt x="3365" y="4506"/>
                    <a:pt x="3365" y="3557"/>
                  </a:cubicBezTo>
                  <a:cubicBezTo>
                    <a:pt x="3365" y="2598"/>
                    <a:pt x="2522" y="2119"/>
                    <a:pt x="1784" y="1697"/>
                  </a:cubicBezTo>
                  <a:cubicBezTo>
                    <a:pt x="1074" y="1295"/>
                    <a:pt x="403" y="921"/>
                    <a:pt x="403" y="202"/>
                  </a:cubicBezTo>
                  <a:cubicBezTo>
                    <a:pt x="403" y="68"/>
                    <a:pt x="303" y="1"/>
                    <a:pt x="20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9" name="Google Shape;7289;p62"/>
            <p:cNvSpPr/>
            <p:nvPr/>
          </p:nvSpPr>
          <p:spPr>
            <a:xfrm>
              <a:off x="6265480" y="4277658"/>
              <a:ext cx="88189" cy="155497"/>
            </a:xfrm>
            <a:custGeom>
              <a:avLst/>
              <a:gdLst/>
              <a:ahLst/>
              <a:cxnLst/>
              <a:rect l="l" t="t" r="r" b="b"/>
              <a:pathLst>
                <a:path w="3366" h="5935" extrusionOk="0">
                  <a:moveTo>
                    <a:pt x="3164" y="1"/>
                  </a:moveTo>
                  <a:cubicBezTo>
                    <a:pt x="3063" y="1"/>
                    <a:pt x="2963" y="68"/>
                    <a:pt x="2963" y="202"/>
                  </a:cubicBezTo>
                  <a:cubicBezTo>
                    <a:pt x="2963" y="931"/>
                    <a:pt x="2292" y="1304"/>
                    <a:pt x="1582" y="1707"/>
                  </a:cubicBezTo>
                  <a:cubicBezTo>
                    <a:pt x="835" y="2119"/>
                    <a:pt x="1" y="2608"/>
                    <a:pt x="1" y="3557"/>
                  </a:cubicBezTo>
                  <a:cubicBezTo>
                    <a:pt x="1" y="4516"/>
                    <a:pt x="844" y="4995"/>
                    <a:pt x="1582" y="5417"/>
                  </a:cubicBezTo>
                  <a:cubicBezTo>
                    <a:pt x="1851" y="5560"/>
                    <a:pt x="2109" y="5714"/>
                    <a:pt x="2359" y="5896"/>
                  </a:cubicBezTo>
                  <a:cubicBezTo>
                    <a:pt x="2397" y="5925"/>
                    <a:pt x="2435" y="5934"/>
                    <a:pt x="2483" y="5934"/>
                  </a:cubicBezTo>
                  <a:cubicBezTo>
                    <a:pt x="2675" y="5934"/>
                    <a:pt x="2752" y="5685"/>
                    <a:pt x="2598" y="5570"/>
                  </a:cubicBezTo>
                  <a:cubicBezTo>
                    <a:pt x="2339" y="5388"/>
                    <a:pt x="2062" y="5215"/>
                    <a:pt x="1784" y="5062"/>
                  </a:cubicBezTo>
                  <a:cubicBezTo>
                    <a:pt x="1074" y="4659"/>
                    <a:pt x="403" y="4285"/>
                    <a:pt x="403" y="3557"/>
                  </a:cubicBezTo>
                  <a:cubicBezTo>
                    <a:pt x="403" y="2838"/>
                    <a:pt x="1074" y="2464"/>
                    <a:pt x="1784" y="2062"/>
                  </a:cubicBezTo>
                  <a:cubicBezTo>
                    <a:pt x="2531" y="1640"/>
                    <a:pt x="3365" y="1161"/>
                    <a:pt x="3365" y="202"/>
                  </a:cubicBezTo>
                  <a:cubicBezTo>
                    <a:pt x="3365" y="68"/>
                    <a:pt x="3264" y="1"/>
                    <a:pt x="3164"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0" name="Google Shape;7290;p62"/>
            <p:cNvSpPr/>
            <p:nvPr/>
          </p:nvSpPr>
          <p:spPr>
            <a:xfrm>
              <a:off x="6265480" y="4433600"/>
              <a:ext cx="88189" cy="206220"/>
            </a:xfrm>
            <a:custGeom>
              <a:avLst/>
              <a:gdLst/>
              <a:ahLst/>
              <a:cxnLst/>
              <a:rect l="l" t="t" r="r" b="b"/>
              <a:pathLst>
                <a:path w="3366" h="7871" extrusionOk="0">
                  <a:moveTo>
                    <a:pt x="2922" y="0"/>
                  </a:moveTo>
                  <a:cubicBezTo>
                    <a:pt x="2779" y="0"/>
                    <a:pt x="2641" y="169"/>
                    <a:pt x="2752" y="327"/>
                  </a:cubicBezTo>
                  <a:cubicBezTo>
                    <a:pt x="2895" y="509"/>
                    <a:pt x="2963" y="730"/>
                    <a:pt x="2963" y="960"/>
                  </a:cubicBezTo>
                  <a:cubicBezTo>
                    <a:pt x="2963" y="1679"/>
                    <a:pt x="2292" y="2062"/>
                    <a:pt x="1582" y="2465"/>
                  </a:cubicBezTo>
                  <a:cubicBezTo>
                    <a:pt x="835" y="2877"/>
                    <a:pt x="1" y="3356"/>
                    <a:pt x="1" y="4315"/>
                  </a:cubicBezTo>
                  <a:cubicBezTo>
                    <a:pt x="1" y="5273"/>
                    <a:pt x="844" y="5743"/>
                    <a:pt x="1582" y="6165"/>
                  </a:cubicBezTo>
                  <a:cubicBezTo>
                    <a:pt x="2292" y="6567"/>
                    <a:pt x="2963" y="6951"/>
                    <a:pt x="2963" y="7670"/>
                  </a:cubicBezTo>
                  <a:cubicBezTo>
                    <a:pt x="2963" y="7785"/>
                    <a:pt x="3058" y="7871"/>
                    <a:pt x="3164" y="7871"/>
                  </a:cubicBezTo>
                  <a:cubicBezTo>
                    <a:pt x="3279" y="7871"/>
                    <a:pt x="3365" y="7785"/>
                    <a:pt x="3365" y="7670"/>
                  </a:cubicBezTo>
                  <a:cubicBezTo>
                    <a:pt x="3365" y="6721"/>
                    <a:pt x="2522" y="6241"/>
                    <a:pt x="1784" y="5820"/>
                  </a:cubicBezTo>
                  <a:cubicBezTo>
                    <a:pt x="1074" y="5417"/>
                    <a:pt x="403" y="5043"/>
                    <a:pt x="403" y="4315"/>
                  </a:cubicBezTo>
                  <a:cubicBezTo>
                    <a:pt x="403" y="3596"/>
                    <a:pt x="1074" y="3212"/>
                    <a:pt x="1784" y="2810"/>
                  </a:cubicBezTo>
                  <a:cubicBezTo>
                    <a:pt x="2531" y="2398"/>
                    <a:pt x="3365" y="1918"/>
                    <a:pt x="3365" y="960"/>
                  </a:cubicBezTo>
                  <a:cubicBezTo>
                    <a:pt x="3365" y="644"/>
                    <a:pt x="3269" y="337"/>
                    <a:pt x="3078" y="88"/>
                  </a:cubicBezTo>
                  <a:cubicBezTo>
                    <a:pt x="3035" y="26"/>
                    <a:pt x="2978" y="0"/>
                    <a:pt x="292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1" name="Google Shape;7291;p62"/>
            <p:cNvSpPr/>
            <p:nvPr/>
          </p:nvSpPr>
          <p:spPr>
            <a:xfrm>
              <a:off x="6267996" y="4349498"/>
              <a:ext cx="83159" cy="10559"/>
            </a:xfrm>
            <a:custGeom>
              <a:avLst/>
              <a:gdLst/>
              <a:ahLst/>
              <a:cxnLst/>
              <a:rect l="l" t="t" r="r" b="b"/>
              <a:pathLst>
                <a:path w="3174" h="403" extrusionOk="0">
                  <a:moveTo>
                    <a:pt x="269" y="0"/>
                  </a:moveTo>
                  <a:cubicBezTo>
                    <a:pt x="1" y="0"/>
                    <a:pt x="1" y="403"/>
                    <a:pt x="269" y="403"/>
                  </a:cubicBezTo>
                  <a:lnTo>
                    <a:pt x="2905" y="403"/>
                  </a:lnTo>
                  <a:cubicBezTo>
                    <a:pt x="3173" y="403"/>
                    <a:pt x="3173" y="0"/>
                    <a:pt x="290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2" name="Google Shape;7292;p62"/>
            <p:cNvSpPr/>
            <p:nvPr/>
          </p:nvSpPr>
          <p:spPr>
            <a:xfrm>
              <a:off x="6263725" y="4453460"/>
              <a:ext cx="89945" cy="10585"/>
            </a:xfrm>
            <a:custGeom>
              <a:avLst/>
              <a:gdLst/>
              <a:ahLst/>
              <a:cxnLst/>
              <a:rect l="l" t="t" r="r" b="b"/>
              <a:pathLst>
                <a:path w="3433" h="404" extrusionOk="0">
                  <a:moveTo>
                    <a:pt x="269" y="1"/>
                  </a:moveTo>
                  <a:cubicBezTo>
                    <a:pt x="1" y="1"/>
                    <a:pt x="1" y="403"/>
                    <a:pt x="269" y="403"/>
                  </a:cubicBezTo>
                  <a:lnTo>
                    <a:pt x="3231" y="403"/>
                  </a:lnTo>
                  <a:cubicBezTo>
                    <a:pt x="3346" y="403"/>
                    <a:pt x="3432" y="317"/>
                    <a:pt x="3432" y="202"/>
                  </a:cubicBezTo>
                  <a:cubicBezTo>
                    <a:pt x="3432" y="87"/>
                    <a:pt x="3346" y="1"/>
                    <a:pt x="3231" y="1"/>
                  </a:cubicBezTo>
                  <a:close/>
                </a:path>
              </a:pathLst>
            </a:custGeom>
            <a:solidFill>
              <a:srgbClr val="A8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3" name="Google Shape;7293;p62"/>
            <p:cNvSpPr/>
            <p:nvPr/>
          </p:nvSpPr>
          <p:spPr>
            <a:xfrm>
              <a:off x="6267996" y="4381881"/>
              <a:ext cx="83159" cy="10585"/>
            </a:xfrm>
            <a:custGeom>
              <a:avLst/>
              <a:gdLst/>
              <a:ahLst/>
              <a:cxnLst/>
              <a:rect l="l" t="t" r="r" b="b"/>
              <a:pathLst>
                <a:path w="3174" h="404" extrusionOk="0">
                  <a:moveTo>
                    <a:pt x="269" y="1"/>
                  </a:moveTo>
                  <a:cubicBezTo>
                    <a:pt x="1" y="1"/>
                    <a:pt x="1" y="403"/>
                    <a:pt x="269" y="403"/>
                  </a:cubicBezTo>
                  <a:lnTo>
                    <a:pt x="2905" y="403"/>
                  </a:lnTo>
                  <a:cubicBezTo>
                    <a:pt x="3173" y="403"/>
                    <a:pt x="3173" y="1"/>
                    <a:pt x="2905"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4" name="Google Shape;7294;p62"/>
            <p:cNvSpPr/>
            <p:nvPr/>
          </p:nvSpPr>
          <p:spPr>
            <a:xfrm>
              <a:off x="6267996" y="4525772"/>
              <a:ext cx="83159" cy="10585"/>
            </a:xfrm>
            <a:custGeom>
              <a:avLst/>
              <a:gdLst/>
              <a:ahLst/>
              <a:cxnLst/>
              <a:rect l="l" t="t" r="r" b="b"/>
              <a:pathLst>
                <a:path w="3174" h="404" extrusionOk="0">
                  <a:moveTo>
                    <a:pt x="2914" y="1"/>
                  </a:moveTo>
                  <a:cubicBezTo>
                    <a:pt x="2911" y="1"/>
                    <a:pt x="2908" y="1"/>
                    <a:pt x="2905" y="1"/>
                  </a:cubicBezTo>
                  <a:lnTo>
                    <a:pt x="269" y="1"/>
                  </a:lnTo>
                  <a:cubicBezTo>
                    <a:pt x="1" y="1"/>
                    <a:pt x="1" y="404"/>
                    <a:pt x="269" y="404"/>
                  </a:cubicBezTo>
                  <a:lnTo>
                    <a:pt x="2905" y="404"/>
                  </a:lnTo>
                  <a:cubicBezTo>
                    <a:pt x="3170" y="394"/>
                    <a:pt x="3173" y="1"/>
                    <a:pt x="291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5" name="Google Shape;7295;p62"/>
            <p:cNvSpPr/>
            <p:nvPr/>
          </p:nvSpPr>
          <p:spPr>
            <a:xfrm>
              <a:off x="6267996" y="4557683"/>
              <a:ext cx="83159" cy="10585"/>
            </a:xfrm>
            <a:custGeom>
              <a:avLst/>
              <a:gdLst/>
              <a:ahLst/>
              <a:cxnLst/>
              <a:rect l="l" t="t" r="r" b="b"/>
              <a:pathLst>
                <a:path w="3174" h="404" extrusionOk="0">
                  <a:moveTo>
                    <a:pt x="269" y="0"/>
                  </a:moveTo>
                  <a:cubicBezTo>
                    <a:pt x="1" y="0"/>
                    <a:pt x="1" y="403"/>
                    <a:pt x="269" y="403"/>
                  </a:cubicBezTo>
                  <a:lnTo>
                    <a:pt x="2905" y="403"/>
                  </a:lnTo>
                  <a:cubicBezTo>
                    <a:pt x="3173" y="403"/>
                    <a:pt x="3173" y="0"/>
                    <a:pt x="290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6" name="Google Shape;7296;p62"/>
            <p:cNvSpPr/>
            <p:nvPr/>
          </p:nvSpPr>
          <p:spPr>
            <a:xfrm>
              <a:off x="6384271" y="4277658"/>
              <a:ext cx="88163" cy="362163"/>
            </a:xfrm>
            <a:custGeom>
              <a:avLst/>
              <a:gdLst/>
              <a:ahLst/>
              <a:cxnLst/>
              <a:rect l="l" t="t" r="r" b="b"/>
              <a:pathLst>
                <a:path w="3365" h="13823" extrusionOk="0">
                  <a:moveTo>
                    <a:pt x="202" y="1"/>
                  </a:moveTo>
                  <a:cubicBezTo>
                    <a:pt x="101" y="1"/>
                    <a:pt x="1" y="68"/>
                    <a:pt x="1" y="202"/>
                  </a:cubicBezTo>
                  <a:cubicBezTo>
                    <a:pt x="1" y="1151"/>
                    <a:pt x="834" y="1630"/>
                    <a:pt x="1582" y="2052"/>
                  </a:cubicBezTo>
                  <a:cubicBezTo>
                    <a:pt x="2291" y="2455"/>
                    <a:pt x="2962" y="2828"/>
                    <a:pt x="2962" y="3557"/>
                  </a:cubicBezTo>
                  <a:cubicBezTo>
                    <a:pt x="2962" y="4276"/>
                    <a:pt x="2291" y="4650"/>
                    <a:pt x="1582" y="5052"/>
                  </a:cubicBezTo>
                  <a:cubicBezTo>
                    <a:pt x="834" y="5474"/>
                    <a:pt x="1" y="5953"/>
                    <a:pt x="1" y="6912"/>
                  </a:cubicBezTo>
                  <a:cubicBezTo>
                    <a:pt x="1" y="7870"/>
                    <a:pt x="834" y="8340"/>
                    <a:pt x="1582" y="8762"/>
                  </a:cubicBezTo>
                  <a:cubicBezTo>
                    <a:pt x="2291" y="9164"/>
                    <a:pt x="2962" y="9548"/>
                    <a:pt x="2962" y="10267"/>
                  </a:cubicBezTo>
                  <a:cubicBezTo>
                    <a:pt x="2962" y="10986"/>
                    <a:pt x="2291" y="11369"/>
                    <a:pt x="1582" y="11772"/>
                  </a:cubicBezTo>
                  <a:cubicBezTo>
                    <a:pt x="834" y="12184"/>
                    <a:pt x="1" y="12663"/>
                    <a:pt x="1" y="13622"/>
                  </a:cubicBezTo>
                  <a:cubicBezTo>
                    <a:pt x="1" y="13737"/>
                    <a:pt x="87" y="13823"/>
                    <a:pt x="202" y="13823"/>
                  </a:cubicBezTo>
                  <a:cubicBezTo>
                    <a:pt x="307" y="13823"/>
                    <a:pt x="403" y="13737"/>
                    <a:pt x="403" y="13622"/>
                  </a:cubicBezTo>
                  <a:cubicBezTo>
                    <a:pt x="403" y="12903"/>
                    <a:pt x="1065" y="12519"/>
                    <a:pt x="1783" y="12117"/>
                  </a:cubicBezTo>
                  <a:cubicBezTo>
                    <a:pt x="2531" y="11705"/>
                    <a:pt x="3365" y="11225"/>
                    <a:pt x="3365" y="10267"/>
                  </a:cubicBezTo>
                  <a:cubicBezTo>
                    <a:pt x="3365" y="9308"/>
                    <a:pt x="2522" y="8829"/>
                    <a:pt x="1783" y="8417"/>
                  </a:cubicBezTo>
                  <a:cubicBezTo>
                    <a:pt x="1065" y="8005"/>
                    <a:pt x="403" y="7631"/>
                    <a:pt x="403" y="6912"/>
                  </a:cubicBezTo>
                  <a:cubicBezTo>
                    <a:pt x="403" y="6183"/>
                    <a:pt x="1065" y="5810"/>
                    <a:pt x="1783" y="5407"/>
                  </a:cubicBezTo>
                  <a:cubicBezTo>
                    <a:pt x="2531" y="4995"/>
                    <a:pt x="3365" y="4506"/>
                    <a:pt x="3365" y="3557"/>
                  </a:cubicBezTo>
                  <a:cubicBezTo>
                    <a:pt x="3365" y="2598"/>
                    <a:pt x="2522" y="2119"/>
                    <a:pt x="1783" y="1697"/>
                  </a:cubicBezTo>
                  <a:cubicBezTo>
                    <a:pt x="1065" y="1295"/>
                    <a:pt x="403" y="921"/>
                    <a:pt x="403" y="202"/>
                  </a:cubicBezTo>
                  <a:cubicBezTo>
                    <a:pt x="403" y="68"/>
                    <a:pt x="302" y="1"/>
                    <a:pt x="20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7" name="Google Shape;7297;p62"/>
            <p:cNvSpPr/>
            <p:nvPr/>
          </p:nvSpPr>
          <p:spPr>
            <a:xfrm>
              <a:off x="6403371" y="4277920"/>
              <a:ext cx="69063" cy="66076"/>
            </a:xfrm>
            <a:custGeom>
              <a:avLst/>
              <a:gdLst/>
              <a:ahLst/>
              <a:cxnLst/>
              <a:rect l="l" t="t" r="r" b="b"/>
              <a:pathLst>
                <a:path w="2636" h="2522" extrusionOk="0">
                  <a:moveTo>
                    <a:pt x="2435" y="0"/>
                  </a:moveTo>
                  <a:cubicBezTo>
                    <a:pt x="2334" y="0"/>
                    <a:pt x="2233" y="67"/>
                    <a:pt x="2233" y="202"/>
                  </a:cubicBezTo>
                  <a:cubicBezTo>
                    <a:pt x="2233" y="921"/>
                    <a:pt x="1562" y="1304"/>
                    <a:pt x="853" y="1707"/>
                  </a:cubicBezTo>
                  <a:cubicBezTo>
                    <a:pt x="604" y="1841"/>
                    <a:pt x="355" y="1994"/>
                    <a:pt x="115" y="2157"/>
                  </a:cubicBezTo>
                  <a:cubicBezTo>
                    <a:pt x="19" y="2224"/>
                    <a:pt x="0" y="2349"/>
                    <a:pt x="58" y="2435"/>
                  </a:cubicBezTo>
                  <a:cubicBezTo>
                    <a:pt x="96" y="2493"/>
                    <a:pt x="163" y="2521"/>
                    <a:pt x="230" y="2521"/>
                  </a:cubicBezTo>
                  <a:cubicBezTo>
                    <a:pt x="268" y="2521"/>
                    <a:pt x="307" y="2512"/>
                    <a:pt x="345" y="2483"/>
                  </a:cubicBezTo>
                  <a:cubicBezTo>
                    <a:pt x="556" y="2330"/>
                    <a:pt x="815" y="2195"/>
                    <a:pt x="1054" y="2052"/>
                  </a:cubicBezTo>
                  <a:cubicBezTo>
                    <a:pt x="1802" y="1639"/>
                    <a:pt x="2636" y="1160"/>
                    <a:pt x="2636" y="202"/>
                  </a:cubicBezTo>
                  <a:cubicBezTo>
                    <a:pt x="2636" y="67"/>
                    <a:pt x="2535" y="0"/>
                    <a:pt x="2435"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8" name="Google Shape;7298;p62"/>
            <p:cNvSpPr/>
            <p:nvPr/>
          </p:nvSpPr>
          <p:spPr>
            <a:xfrm>
              <a:off x="6384271" y="4344835"/>
              <a:ext cx="88425" cy="294986"/>
            </a:xfrm>
            <a:custGeom>
              <a:avLst/>
              <a:gdLst/>
              <a:ahLst/>
              <a:cxnLst/>
              <a:rect l="l" t="t" r="r" b="b"/>
              <a:pathLst>
                <a:path w="3375" h="11259" extrusionOk="0">
                  <a:moveTo>
                    <a:pt x="471" y="1"/>
                  </a:moveTo>
                  <a:cubicBezTo>
                    <a:pt x="413" y="1"/>
                    <a:pt x="355" y="27"/>
                    <a:pt x="317" y="82"/>
                  </a:cubicBezTo>
                  <a:cubicBezTo>
                    <a:pt x="106" y="341"/>
                    <a:pt x="1" y="657"/>
                    <a:pt x="1" y="993"/>
                  </a:cubicBezTo>
                  <a:cubicBezTo>
                    <a:pt x="1" y="1942"/>
                    <a:pt x="844" y="2421"/>
                    <a:pt x="1582" y="2843"/>
                  </a:cubicBezTo>
                  <a:cubicBezTo>
                    <a:pt x="2291" y="3246"/>
                    <a:pt x="2962" y="3619"/>
                    <a:pt x="2962" y="4348"/>
                  </a:cubicBezTo>
                  <a:cubicBezTo>
                    <a:pt x="2962" y="5067"/>
                    <a:pt x="2291" y="5450"/>
                    <a:pt x="1582" y="5853"/>
                  </a:cubicBezTo>
                  <a:cubicBezTo>
                    <a:pt x="834" y="6265"/>
                    <a:pt x="1" y="6744"/>
                    <a:pt x="1" y="7703"/>
                  </a:cubicBezTo>
                  <a:cubicBezTo>
                    <a:pt x="1" y="8661"/>
                    <a:pt x="844" y="9131"/>
                    <a:pt x="1582" y="9553"/>
                  </a:cubicBezTo>
                  <a:cubicBezTo>
                    <a:pt x="2291" y="9955"/>
                    <a:pt x="2962" y="10339"/>
                    <a:pt x="2962" y="11058"/>
                  </a:cubicBezTo>
                  <a:cubicBezTo>
                    <a:pt x="2962" y="11173"/>
                    <a:pt x="3058" y="11259"/>
                    <a:pt x="3164" y="11259"/>
                  </a:cubicBezTo>
                  <a:cubicBezTo>
                    <a:pt x="3279" y="11259"/>
                    <a:pt x="3365" y="11173"/>
                    <a:pt x="3375" y="11058"/>
                  </a:cubicBezTo>
                  <a:cubicBezTo>
                    <a:pt x="3375" y="10109"/>
                    <a:pt x="2531" y="9629"/>
                    <a:pt x="1783" y="9208"/>
                  </a:cubicBezTo>
                  <a:cubicBezTo>
                    <a:pt x="1074" y="8805"/>
                    <a:pt x="403" y="8431"/>
                    <a:pt x="403" y="7703"/>
                  </a:cubicBezTo>
                  <a:cubicBezTo>
                    <a:pt x="403" y="6984"/>
                    <a:pt x="1074" y="6600"/>
                    <a:pt x="1783" y="6198"/>
                  </a:cubicBezTo>
                  <a:cubicBezTo>
                    <a:pt x="2531" y="5786"/>
                    <a:pt x="3375" y="5306"/>
                    <a:pt x="3375" y="4348"/>
                  </a:cubicBezTo>
                  <a:cubicBezTo>
                    <a:pt x="3375" y="3389"/>
                    <a:pt x="2531" y="2920"/>
                    <a:pt x="1783" y="2498"/>
                  </a:cubicBezTo>
                  <a:cubicBezTo>
                    <a:pt x="1074" y="2095"/>
                    <a:pt x="403" y="1712"/>
                    <a:pt x="403" y="993"/>
                  </a:cubicBezTo>
                  <a:cubicBezTo>
                    <a:pt x="403" y="753"/>
                    <a:pt x="489" y="523"/>
                    <a:pt x="633" y="332"/>
                  </a:cubicBezTo>
                  <a:cubicBezTo>
                    <a:pt x="700" y="245"/>
                    <a:pt x="691" y="111"/>
                    <a:pt x="595" y="44"/>
                  </a:cubicBezTo>
                  <a:cubicBezTo>
                    <a:pt x="558" y="15"/>
                    <a:pt x="514" y="1"/>
                    <a:pt x="471"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99" name="Google Shape;7299;p62"/>
            <p:cNvSpPr/>
            <p:nvPr/>
          </p:nvSpPr>
          <p:spPr>
            <a:xfrm>
              <a:off x="6382516" y="4364563"/>
              <a:ext cx="91700" cy="10559"/>
            </a:xfrm>
            <a:custGeom>
              <a:avLst/>
              <a:gdLst/>
              <a:ahLst/>
              <a:cxnLst/>
              <a:rect l="l" t="t" r="r" b="b"/>
              <a:pathLst>
                <a:path w="3500" h="403" extrusionOk="0">
                  <a:moveTo>
                    <a:pt x="269" y="0"/>
                  </a:moveTo>
                  <a:cubicBezTo>
                    <a:pt x="0" y="0"/>
                    <a:pt x="0" y="403"/>
                    <a:pt x="269" y="403"/>
                  </a:cubicBezTo>
                  <a:lnTo>
                    <a:pt x="3231" y="403"/>
                  </a:lnTo>
                  <a:cubicBezTo>
                    <a:pt x="3499" y="403"/>
                    <a:pt x="3499" y="0"/>
                    <a:pt x="3231" y="0"/>
                  </a:cubicBezTo>
                  <a:close/>
                </a:path>
              </a:pathLst>
            </a:custGeom>
            <a:solidFill>
              <a:srgbClr val="A8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0" name="Google Shape;7300;p62"/>
            <p:cNvSpPr/>
            <p:nvPr/>
          </p:nvSpPr>
          <p:spPr>
            <a:xfrm>
              <a:off x="6382516" y="4541361"/>
              <a:ext cx="91700" cy="10559"/>
            </a:xfrm>
            <a:custGeom>
              <a:avLst/>
              <a:gdLst/>
              <a:ahLst/>
              <a:cxnLst/>
              <a:rect l="l" t="t" r="r" b="b"/>
              <a:pathLst>
                <a:path w="3500" h="403" extrusionOk="0">
                  <a:moveTo>
                    <a:pt x="269" y="0"/>
                  </a:moveTo>
                  <a:cubicBezTo>
                    <a:pt x="0" y="0"/>
                    <a:pt x="0" y="403"/>
                    <a:pt x="269" y="403"/>
                  </a:cubicBezTo>
                  <a:lnTo>
                    <a:pt x="3231" y="403"/>
                  </a:lnTo>
                  <a:cubicBezTo>
                    <a:pt x="3499" y="403"/>
                    <a:pt x="3499" y="0"/>
                    <a:pt x="3231" y="0"/>
                  </a:cubicBezTo>
                  <a:close/>
                </a:path>
              </a:pathLst>
            </a:custGeom>
            <a:solidFill>
              <a:srgbClr val="B8C3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1" name="Google Shape;7301;p62"/>
            <p:cNvSpPr/>
            <p:nvPr/>
          </p:nvSpPr>
          <p:spPr>
            <a:xfrm>
              <a:off x="6386524" y="4437399"/>
              <a:ext cx="81665" cy="10585"/>
            </a:xfrm>
            <a:custGeom>
              <a:avLst/>
              <a:gdLst/>
              <a:ahLst/>
              <a:cxnLst/>
              <a:rect l="l" t="t" r="r" b="b"/>
              <a:pathLst>
                <a:path w="3117" h="404" extrusionOk="0">
                  <a:moveTo>
                    <a:pt x="269" y="0"/>
                  </a:moveTo>
                  <a:cubicBezTo>
                    <a:pt x="1" y="0"/>
                    <a:pt x="1" y="403"/>
                    <a:pt x="269" y="403"/>
                  </a:cubicBezTo>
                  <a:lnTo>
                    <a:pt x="2915" y="403"/>
                  </a:lnTo>
                  <a:cubicBezTo>
                    <a:pt x="2920" y="403"/>
                    <a:pt x="2925" y="403"/>
                    <a:pt x="2931" y="403"/>
                  </a:cubicBezTo>
                  <a:cubicBezTo>
                    <a:pt x="3038" y="403"/>
                    <a:pt x="3116" y="311"/>
                    <a:pt x="3116" y="201"/>
                  </a:cubicBezTo>
                  <a:cubicBezTo>
                    <a:pt x="3116" y="96"/>
                    <a:pt x="3030" y="0"/>
                    <a:pt x="2915"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2" name="Google Shape;7302;p62"/>
            <p:cNvSpPr/>
            <p:nvPr/>
          </p:nvSpPr>
          <p:spPr>
            <a:xfrm>
              <a:off x="6386524" y="4469782"/>
              <a:ext cx="83421" cy="10585"/>
            </a:xfrm>
            <a:custGeom>
              <a:avLst/>
              <a:gdLst/>
              <a:ahLst/>
              <a:cxnLst/>
              <a:rect l="l" t="t" r="r" b="b"/>
              <a:pathLst>
                <a:path w="3184" h="404" extrusionOk="0">
                  <a:moveTo>
                    <a:pt x="269" y="1"/>
                  </a:moveTo>
                  <a:cubicBezTo>
                    <a:pt x="1" y="1"/>
                    <a:pt x="1" y="403"/>
                    <a:pt x="269" y="403"/>
                  </a:cubicBezTo>
                  <a:lnTo>
                    <a:pt x="2915" y="403"/>
                  </a:lnTo>
                  <a:cubicBezTo>
                    <a:pt x="3183" y="403"/>
                    <a:pt x="3183" y="1"/>
                    <a:pt x="2915"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03" name="Google Shape;7303;p62"/>
          <p:cNvGrpSpPr/>
          <p:nvPr/>
        </p:nvGrpSpPr>
        <p:grpSpPr>
          <a:xfrm>
            <a:off x="7983715" y="3624120"/>
            <a:ext cx="336303" cy="362005"/>
            <a:chOff x="7987790" y="3804695"/>
            <a:chExt cx="336303" cy="362005"/>
          </a:xfrm>
        </p:grpSpPr>
        <p:sp>
          <p:nvSpPr>
            <p:cNvPr id="7304" name="Google Shape;7304;p62"/>
            <p:cNvSpPr/>
            <p:nvPr/>
          </p:nvSpPr>
          <p:spPr>
            <a:xfrm>
              <a:off x="8053080" y="3851489"/>
              <a:ext cx="218010" cy="208080"/>
            </a:xfrm>
            <a:custGeom>
              <a:avLst/>
              <a:gdLst/>
              <a:ahLst/>
              <a:cxnLst/>
              <a:rect l="l" t="t" r="r" b="b"/>
              <a:pathLst>
                <a:path w="8321" h="7942" extrusionOk="0">
                  <a:moveTo>
                    <a:pt x="1247" y="0"/>
                  </a:moveTo>
                  <a:cubicBezTo>
                    <a:pt x="556" y="0"/>
                    <a:pt x="0" y="556"/>
                    <a:pt x="0" y="1237"/>
                  </a:cubicBezTo>
                  <a:cubicBezTo>
                    <a:pt x="0" y="1927"/>
                    <a:pt x="556" y="2483"/>
                    <a:pt x="1247" y="2483"/>
                  </a:cubicBezTo>
                  <a:cubicBezTo>
                    <a:pt x="796" y="2483"/>
                    <a:pt x="384" y="2723"/>
                    <a:pt x="163" y="3106"/>
                  </a:cubicBezTo>
                  <a:cubicBezTo>
                    <a:pt x="317" y="3624"/>
                    <a:pt x="422" y="4161"/>
                    <a:pt x="489" y="4707"/>
                  </a:cubicBezTo>
                  <a:cubicBezTo>
                    <a:pt x="689" y="4861"/>
                    <a:pt x="940" y="4955"/>
                    <a:pt x="1194" y="4965"/>
                  </a:cubicBezTo>
                  <a:lnTo>
                    <a:pt x="1194" y="4965"/>
                  </a:lnTo>
                  <a:cubicBezTo>
                    <a:pt x="959" y="4965"/>
                    <a:pt x="727" y="5041"/>
                    <a:pt x="537" y="5177"/>
                  </a:cubicBezTo>
                  <a:cubicBezTo>
                    <a:pt x="595" y="5867"/>
                    <a:pt x="604" y="6566"/>
                    <a:pt x="585" y="7257"/>
                  </a:cubicBezTo>
                  <a:cubicBezTo>
                    <a:pt x="590" y="7728"/>
                    <a:pt x="2579" y="7942"/>
                    <a:pt x="4497" y="7942"/>
                  </a:cubicBezTo>
                  <a:cubicBezTo>
                    <a:pt x="6248" y="7942"/>
                    <a:pt x="7941" y="7763"/>
                    <a:pt x="8014" y="7439"/>
                  </a:cubicBezTo>
                  <a:cubicBezTo>
                    <a:pt x="8138" y="7247"/>
                    <a:pt x="8234" y="6902"/>
                    <a:pt x="8321" y="6547"/>
                  </a:cubicBezTo>
                  <a:lnTo>
                    <a:pt x="8043" y="5570"/>
                  </a:lnTo>
                  <a:cubicBezTo>
                    <a:pt x="8158" y="5387"/>
                    <a:pt x="8206" y="5177"/>
                    <a:pt x="8206" y="4966"/>
                  </a:cubicBezTo>
                  <a:cubicBezTo>
                    <a:pt x="8206" y="4276"/>
                    <a:pt x="7650" y="3720"/>
                    <a:pt x="6969" y="3720"/>
                  </a:cubicBezTo>
                  <a:cubicBezTo>
                    <a:pt x="7650" y="3720"/>
                    <a:pt x="8206" y="3164"/>
                    <a:pt x="8206" y="2483"/>
                  </a:cubicBezTo>
                  <a:cubicBezTo>
                    <a:pt x="8206" y="1793"/>
                    <a:pt x="7650" y="1237"/>
                    <a:pt x="6969" y="1237"/>
                  </a:cubicBezTo>
                  <a:lnTo>
                    <a:pt x="5905" y="1333"/>
                  </a:lnTo>
                  <a:lnTo>
                    <a:pt x="3714" y="1370"/>
                  </a:lnTo>
                  <a:lnTo>
                    <a:pt x="3714" y="1370"/>
                  </a:lnTo>
                  <a:cubicBezTo>
                    <a:pt x="4302" y="1350"/>
                    <a:pt x="4868" y="910"/>
                    <a:pt x="5177" y="451"/>
                  </a:cubicBezTo>
                  <a:lnTo>
                    <a:pt x="1247"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5" name="Google Shape;7305;p62"/>
            <p:cNvSpPr/>
            <p:nvPr/>
          </p:nvSpPr>
          <p:spPr>
            <a:xfrm>
              <a:off x="8057534" y="3969939"/>
              <a:ext cx="179575" cy="21196"/>
            </a:xfrm>
            <a:custGeom>
              <a:avLst/>
              <a:gdLst/>
              <a:ahLst/>
              <a:cxnLst/>
              <a:rect l="l" t="t" r="r" b="b"/>
              <a:pathLst>
                <a:path w="6854" h="809" extrusionOk="0">
                  <a:moveTo>
                    <a:pt x="307" y="0"/>
                  </a:moveTo>
                  <a:cubicBezTo>
                    <a:pt x="130" y="0"/>
                    <a:pt x="1" y="249"/>
                    <a:pt x="185" y="387"/>
                  </a:cubicBezTo>
                  <a:cubicBezTo>
                    <a:pt x="434" y="579"/>
                    <a:pt x="741" y="684"/>
                    <a:pt x="1057" y="684"/>
                  </a:cubicBezTo>
                  <a:cubicBezTo>
                    <a:pt x="1958" y="771"/>
                    <a:pt x="2879" y="809"/>
                    <a:pt x="3799" y="809"/>
                  </a:cubicBezTo>
                  <a:cubicBezTo>
                    <a:pt x="4729" y="809"/>
                    <a:pt x="5658" y="771"/>
                    <a:pt x="6598" y="675"/>
                  </a:cubicBezTo>
                  <a:cubicBezTo>
                    <a:pt x="6853" y="637"/>
                    <a:pt x="6819" y="262"/>
                    <a:pt x="6569" y="262"/>
                  </a:cubicBezTo>
                  <a:cubicBezTo>
                    <a:pt x="6566" y="262"/>
                    <a:pt x="6563" y="262"/>
                    <a:pt x="6559" y="263"/>
                  </a:cubicBezTo>
                  <a:cubicBezTo>
                    <a:pt x="5649" y="344"/>
                    <a:pt x="4736" y="385"/>
                    <a:pt x="3823" y="385"/>
                  </a:cubicBezTo>
                  <a:cubicBezTo>
                    <a:pt x="2910" y="385"/>
                    <a:pt x="1997" y="344"/>
                    <a:pt x="1086" y="263"/>
                  </a:cubicBezTo>
                  <a:lnTo>
                    <a:pt x="1067" y="263"/>
                  </a:lnTo>
                  <a:cubicBezTo>
                    <a:pt x="847" y="263"/>
                    <a:pt x="626" y="186"/>
                    <a:pt x="444" y="52"/>
                  </a:cubicBezTo>
                  <a:cubicBezTo>
                    <a:pt x="398" y="15"/>
                    <a:pt x="351" y="0"/>
                    <a:pt x="307"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6" name="Google Shape;7306;p62"/>
            <p:cNvSpPr/>
            <p:nvPr/>
          </p:nvSpPr>
          <p:spPr>
            <a:xfrm>
              <a:off x="8050329" y="3909312"/>
              <a:ext cx="187330" cy="27589"/>
            </a:xfrm>
            <a:custGeom>
              <a:avLst/>
              <a:gdLst/>
              <a:ahLst/>
              <a:cxnLst/>
              <a:rect l="l" t="t" r="r" b="b"/>
              <a:pathLst>
                <a:path w="7150" h="1053" extrusionOk="0">
                  <a:moveTo>
                    <a:pt x="6855" y="0"/>
                  </a:moveTo>
                  <a:cubicBezTo>
                    <a:pt x="6837" y="0"/>
                    <a:pt x="6817" y="3"/>
                    <a:pt x="6796" y="8"/>
                  </a:cubicBezTo>
                  <a:cubicBezTo>
                    <a:pt x="6015" y="195"/>
                    <a:pt x="5181" y="288"/>
                    <a:pt x="4282" y="288"/>
                  </a:cubicBezTo>
                  <a:cubicBezTo>
                    <a:pt x="3384" y="288"/>
                    <a:pt x="2420" y="195"/>
                    <a:pt x="1380" y="8"/>
                  </a:cubicBezTo>
                  <a:lnTo>
                    <a:pt x="1342" y="8"/>
                  </a:lnTo>
                  <a:cubicBezTo>
                    <a:pt x="824" y="8"/>
                    <a:pt x="345" y="286"/>
                    <a:pt x="86" y="736"/>
                  </a:cubicBezTo>
                  <a:cubicBezTo>
                    <a:pt x="0" y="870"/>
                    <a:pt x="105" y="1052"/>
                    <a:pt x="268" y="1052"/>
                  </a:cubicBezTo>
                  <a:cubicBezTo>
                    <a:pt x="345" y="1043"/>
                    <a:pt x="412" y="1005"/>
                    <a:pt x="451" y="928"/>
                  </a:cubicBezTo>
                  <a:cubicBezTo>
                    <a:pt x="623" y="621"/>
                    <a:pt x="959" y="420"/>
                    <a:pt x="1323" y="410"/>
                  </a:cubicBezTo>
                  <a:cubicBezTo>
                    <a:pt x="2375" y="606"/>
                    <a:pt x="3357" y="701"/>
                    <a:pt x="4277" y="701"/>
                  </a:cubicBezTo>
                  <a:cubicBezTo>
                    <a:pt x="5209" y="701"/>
                    <a:pt x="6077" y="603"/>
                    <a:pt x="6892" y="410"/>
                  </a:cubicBezTo>
                  <a:cubicBezTo>
                    <a:pt x="7149" y="357"/>
                    <a:pt x="7086" y="0"/>
                    <a:pt x="6855"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7" name="Google Shape;7307;p62"/>
            <p:cNvSpPr/>
            <p:nvPr/>
          </p:nvSpPr>
          <p:spPr>
            <a:xfrm>
              <a:off x="8083367" y="3946568"/>
              <a:ext cx="178946" cy="18209"/>
            </a:xfrm>
            <a:custGeom>
              <a:avLst/>
              <a:gdLst/>
              <a:ahLst/>
              <a:cxnLst/>
              <a:rect l="l" t="t" r="r" b="b"/>
              <a:pathLst>
                <a:path w="6830" h="695" extrusionOk="0">
                  <a:moveTo>
                    <a:pt x="296" y="0"/>
                  </a:moveTo>
                  <a:cubicBezTo>
                    <a:pt x="54" y="0"/>
                    <a:pt x="0" y="371"/>
                    <a:pt x="263" y="416"/>
                  </a:cubicBezTo>
                  <a:cubicBezTo>
                    <a:pt x="1183" y="589"/>
                    <a:pt x="2115" y="675"/>
                    <a:pt x="3048" y="675"/>
                  </a:cubicBezTo>
                  <a:cubicBezTo>
                    <a:pt x="3980" y="675"/>
                    <a:pt x="4912" y="589"/>
                    <a:pt x="5832" y="416"/>
                  </a:cubicBezTo>
                  <a:cubicBezTo>
                    <a:pt x="6053" y="426"/>
                    <a:pt x="6273" y="503"/>
                    <a:pt x="6455" y="647"/>
                  </a:cubicBezTo>
                  <a:cubicBezTo>
                    <a:pt x="6494" y="675"/>
                    <a:pt x="6542" y="694"/>
                    <a:pt x="6589" y="694"/>
                  </a:cubicBezTo>
                  <a:cubicBezTo>
                    <a:pt x="6647" y="694"/>
                    <a:pt x="6714" y="666"/>
                    <a:pt x="6752" y="618"/>
                  </a:cubicBezTo>
                  <a:cubicBezTo>
                    <a:pt x="6829" y="522"/>
                    <a:pt x="6810" y="397"/>
                    <a:pt x="6714" y="321"/>
                  </a:cubicBezTo>
                  <a:cubicBezTo>
                    <a:pt x="6455" y="119"/>
                    <a:pt x="6139" y="4"/>
                    <a:pt x="5813" y="4"/>
                  </a:cubicBezTo>
                  <a:lnTo>
                    <a:pt x="5775" y="4"/>
                  </a:lnTo>
                  <a:cubicBezTo>
                    <a:pt x="4878" y="172"/>
                    <a:pt x="3970" y="256"/>
                    <a:pt x="3061" y="256"/>
                  </a:cubicBezTo>
                  <a:cubicBezTo>
                    <a:pt x="2151" y="256"/>
                    <a:pt x="1241" y="172"/>
                    <a:pt x="340" y="4"/>
                  </a:cubicBezTo>
                  <a:cubicBezTo>
                    <a:pt x="325" y="2"/>
                    <a:pt x="310" y="0"/>
                    <a:pt x="296"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8" name="Google Shape;7308;p62"/>
            <p:cNvSpPr/>
            <p:nvPr/>
          </p:nvSpPr>
          <p:spPr>
            <a:xfrm>
              <a:off x="8082188" y="3881173"/>
              <a:ext cx="178867" cy="18052"/>
            </a:xfrm>
            <a:custGeom>
              <a:avLst/>
              <a:gdLst/>
              <a:ahLst/>
              <a:cxnLst/>
              <a:rect l="l" t="t" r="r" b="b"/>
              <a:pathLst>
                <a:path w="6827" h="689" extrusionOk="0">
                  <a:moveTo>
                    <a:pt x="5795" y="1"/>
                  </a:moveTo>
                  <a:cubicBezTo>
                    <a:pt x="5789" y="1"/>
                    <a:pt x="5781" y="3"/>
                    <a:pt x="5772" y="8"/>
                  </a:cubicBezTo>
                  <a:cubicBezTo>
                    <a:pt x="4876" y="176"/>
                    <a:pt x="3967" y="260"/>
                    <a:pt x="3059" y="260"/>
                  </a:cubicBezTo>
                  <a:cubicBezTo>
                    <a:pt x="2151" y="260"/>
                    <a:pt x="1243" y="176"/>
                    <a:pt x="346" y="8"/>
                  </a:cubicBezTo>
                  <a:cubicBezTo>
                    <a:pt x="328" y="4"/>
                    <a:pt x="311" y="3"/>
                    <a:pt x="295" y="3"/>
                  </a:cubicBezTo>
                  <a:cubicBezTo>
                    <a:pt x="59" y="3"/>
                    <a:pt x="0" y="367"/>
                    <a:pt x="260" y="420"/>
                  </a:cubicBezTo>
                  <a:cubicBezTo>
                    <a:pt x="1180" y="593"/>
                    <a:pt x="2113" y="679"/>
                    <a:pt x="3045" y="679"/>
                  </a:cubicBezTo>
                  <a:cubicBezTo>
                    <a:pt x="3977" y="679"/>
                    <a:pt x="4909" y="593"/>
                    <a:pt x="5829" y="420"/>
                  </a:cubicBezTo>
                  <a:cubicBezTo>
                    <a:pt x="6059" y="420"/>
                    <a:pt x="6280" y="497"/>
                    <a:pt x="6452" y="641"/>
                  </a:cubicBezTo>
                  <a:cubicBezTo>
                    <a:pt x="6491" y="670"/>
                    <a:pt x="6539" y="689"/>
                    <a:pt x="6587" y="689"/>
                  </a:cubicBezTo>
                  <a:cubicBezTo>
                    <a:pt x="6644" y="689"/>
                    <a:pt x="6711" y="660"/>
                    <a:pt x="6749" y="622"/>
                  </a:cubicBezTo>
                  <a:cubicBezTo>
                    <a:pt x="6826" y="526"/>
                    <a:pt x="6807" y="392"/>
                    <a:pt x="6721" y="324"/>
                  </a:cubicBezTo>
                  <a:cubicBezTo>
                    <a:pt x="6462" y="114"/>
                    <a:pt x="6136" y="8"/>
                    <a:pt x="5810" y="8"/>
                  </a:cubicBezTo>
                  <a:cubicBezTo>
                    <a:pt x="5805" y="3"/>
                    <a:pt x="5801" y="1"/>
                    <a:pt x="5795"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9" name="Google Shape;7309;p62"/>
            <p:cNvSpPr/>
            <p:nvPr/>
          </p:nvSpPr>
          <p:spPr>
            <a:xfrm>
              <a:off x="8083970" y="3999492"/>
              <a:ext cx="183610" cy="28322"/>
            </a:xfrm>
            <a:custGeom>
              <a:avLst/>
              <a:gdLst/>
              <a:ahLst/>
              <a:cxnLst/>
              <a:rect l="l" t="t" r="r" b="b"/>
              <a:pathLst>
                <a:path w="7008" h="1081" extrusionOk="0">
                  <a:moveTo>
                    <a:pt x="6702" y="0"/>
                  </a:moveTo>
                  <a:cubicBezTo>
                    <a:pt x="6649" y="0"/>
                    <a:pt x="6595" y="22"/>
                    <a:pt x="6547" y="74"/>
                  </a:cubicBezTo>
                  <a:cubicBezTo>
                    <a:pt x="6356" y="285"/>
                    <a:pt x="6078" y="400"/>
                    <a:pt x="5790" y="400"/>
                  </a:cubicBezTo>
                  <a:lnTo>
                    <a:pt x="5752" y="400"/>
                  </a:lnTo>
                  <a:cubicBezTo>
                    <a:pt x="4894" y="568"/>
                    <a:pt x="4022" y="651"/>
                    <a:pt x="3121" y="651"/>
                  </a:cubicBezTo>
                  <a:cubicBezTo>
                    <a:pt x="2219" y="651"/>
                    <a:pt x="1290" y="568"/>
                    <a:pt x="317" y="400"/>
                  </a:cubicBezTo>
                  <a:cubicBezTo>
                    <a:pt x="307" y="399"/>
                    <a:pt x="298" y="398"/>
                    <a:pt x="290" y="398"/>
                  </a:cubicBezTo>
                  <a:cubicBezTo>
                    <a:pt x="54" y="398"/>
                    <a:pt x="0" y="757"/>
                    <a:pt x="250" y="822"/>
                  </a:cubicBezTo>
                  <a:cubicBezTo>
                    <a:pt x="1199" y="985"/>
                    <a:pt x="2157" y="1071"/>
                    <a:pt x="3125" y="1080"/>
                  </a:cubicBezTo>
                  <a:cubicBezTo>
                    <a:pt x="4026" y="1080"/>
                    <a:pt x="4927" y="994"/>
                    <a:pt x="5819" y="822"/>
                  </a:cubicBezTo>
                  <a:cubicBezTo>
                    <a:pt x="6212" y="822"/>
                    <a:pt x="6595" y="649"/>
                    <a:pt x="6864" y="361"/>
                  </a:cubicBezTo>
                  <a:cubicBezTo>
                    <a:pt x="7008" y="203"/>
                    <a:pt x="6864" y="0"/>
                    <a:pt x="670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0" name="Google Shape;7310;p62"/>
            <p:cNvSpPr/>
            <p:nvPr/>
          </p:nvSpPr>
          <p:spPr>
            <a:xfrm>
              <a:off x="8059106" y="3851489"/>
              <a:ext cx="129611" cy="29554"/>
            </a:xfrm>
            <a:custGeom>
              <a:avLst/>
              <a:gdLst/>
              <a:ahLst/>
              <a:cxnLst/>
              <a:rect l="l" t="t" r="r" b="b"/>
              <a:pathLst>
                <a:path w="4947" h="1128" extrusionOk="0">
                  <a:moveTo>
                    <a:pt x="1007" y="0"/>
                  </a:moveTo>
                  <a:cubicBezTo>
                    <a:pt x="604" y="0"/>
                    <a:pt x="231" y="192"/>
                    <a:pt x="1" y="518"/>
                  </a:cubicBezTo>
                  <a:cubicBezTo>
                    <a:pt x="166" y="459"/>
                    <a:pt x="340" y="429"/>
                    <a:pt x="513" y="429"/>
                  </a:cubicBezTo>
                  <a:cubicBezTo>
                    <a:pt x="731" y="429"/>
                    <a:pt x="948" y="475"/>
                    <a:pt x="1151" y="566"/>
                  </a:cubicBezTo>
                  <a:cubicBezTo>
                    <a:pt x="1959" y="939"/>
                    <a:pt x="2840" y="1128"/>
                    <a:pt x="3728" y="1128"/>
                  </a:cubicBezTo>
                  <a:cubicBezTo>
                    <a:pt x="3914" y="1128"/>
                    <a:pt x="4100" y="1119"/>
                    <a:pt x="4285" y="1103"/>
                  </a:cubicBezTo>
                  <a:cubicBezTo>
                    <a:pt x="4534" y="921"/>
                    <a:pt x="4764" y="700"/>
                    <a:pt x="4947" y="451"/>
                  </a:cubicBezTo>
                  <a:lnTo>
                    <a:pt x="1007" y="0"/>
                  </a:ln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1" name="Google Shape;7311;p62"/>
            <p:cNvSpPr/>
            <p:nvPr/>
          </p:nvSpPr>
          <p:spPr>
            <a:xfrm>
              <a:off x="7987790" y="3804695"/>
              <a:ext cx="336041" cy="362005"/>
            </a:xfrm>
            <a:custGeom>
              <a:avLst/>
              <a:gdLst/>
              <a:ahLst/>
              <a:cxnLst/>
              <a:rect l="l" t="t" r="r" b="b"/>
              <a:pathLst>
                <a:path w="12826" h="13817" extrusionOk="0">
                  <a:moveTo>
                    <a:pt x="3227" y="0"/>
                  </a:moveTo>
                  <a:cubicBezTo>
                    <a:pt x="2827" y="0"/>
                    <a:pt x="2426" y="75"/>
                    <a:pt x="2042" y="224"/>
                  </a:cubicBezTo>
                  <a:cubicBezTo>
                    <a:pt x="1266" y="531"/>
                    <a:pt x="633" y="1144"/>
                    <a:pt x="307" y="1921"/>
                  </a:cubicBezTo>
                  <a:lnTo>
                    <a:pt x="259" y="2045"/>
                  </a:lnTo>
                  <a:cubicBezTo>
                    <a:pt x="0" y="2745"/>
                    <a:pt x="87" y="3512"/>
                    <a:pt x="480" y="4144"/>
                  </a:cubicBezTo>
                  <a:cubicBezTo>
                    <a:pt x="786" y="4643"/>
                    <a:pt x="1007" y="5199"/>
                    <a:pt x="1131" y="5774"/>
                  </a:cubicBezTo>
                  <a:lnTo>
                    <a:pt x="1313" y="6752"/>
                  </a:lnTo>
                  <a:cubicBezTo>
                    <a:pt x="1476" y="8170"/>
                    <a:pt x="1381" y="9761"/>
                    <a:pt x="1246" y="11151"/>
                  </a:cubicBezTo>
                  <a:cubicBezTo>
                    <a:pt x="1198" y="11611"/>
                    <a:pt x="1534" y="12024"/>
                    <a:pt x="2004" y="12072"/>
                  </a:cubicBezTo>
                  <a:cubicBezTo>
                    <a:pt x="2028" y="12074"/>
                    <a:pt x="2051" y="12075"/>
                    <a:pt x="2075" y="12075"/>
                  </a:cubicBezTo>
                  <a:cubicBezTo>
                    <a:pt x="2506" y="12075"/>
                    <a:pt x="2878" y="11750"/>
                    <a:pt x="2924" y="11314"/>
                  </a:cubicBezTo>
                  <a:cubicBezTo>
                    <a:pt x="3096" y="9531"/>
                    <a:pt x="3125" y="8132"/>
                    <a:pt x="3020" y="6924"/>
                  </a:cubicBezTo>
                  <a:cubicBezTo>
                    <a:pt x="2885" y="5391"/>
                    <a:pt x="2521" y="4192"/>
                    <a:pt x="1917" y="3234"/>
                  </a:cubicBezTo>
                  <a:cubicBezTo>
                    <a:pt x="1802" y="3052"/>
                    <a:pt x="1774" y="2831"/>
                    <a:pt x="1841" y="2630"/>
                  </a:cubicBezTo>
                  <a:cubicBezTo>
                    <a:pt x="1850" y="2611"/>
                    <a:pt x="1860" y="2582"/>
                    <a:pt x="1869" y="2563"/>
                  </a:cubicBezTo>
                  <a:cubicBezTo>
                    <a:pt x="2023" y="2208"/>
                    <a:pt x="2310" y="1930"/>
                    <a:pt x="2675" y="1786"/>
                  </a:cubicBezTo>
                  <a:cubicBezTo>
                    <a:pt x="2855" y="1714"/>
                    <a:pt x="3046" y="1678"/>
                    <a:pt x="3238" y="1678"/>
                  </a:cubicBezTo>
                  <a:cubicBezTo>
                    <a:pt x="3453" y="1678"/>
                    <a:pt x="3670" y="1724"/>
                    <a:pt x="3873" y="1815"/>
                  </a:cubicBezTo>
                  <a:cubicBezTo>
                    <a:pt x="4683" y="2194"/>
                    <a:pt x="5555" y="2383"/>
                    <a:pt x="6427" y="2383"/>
                  </a:cubicBezTo>
                  <a:cubicBezTo>
                    <a:pt x="7300" y="2383"/>
                    <a:pt x="8172" y="2194"/>
                    <a:pt x="8982" y="1815"/>
                  </a:cubicBezTo>
                  <a:cubicBezTo>
                    <a:pt x="9185" y="1724"/>
                    <a:pt x="9401" y="1678"/>
                    <a:pt x="9617" y="1678"/>
                  </a:cubicBezTo>
                  <a:cubicBezTo>
                    <a:pt x="9808" y="1678"/>
                    <a:pt x="10000" y="1714"/>
                    <a:pt x="10180" y="1786"/>
                  </a:cubicBezTo>
                  <a:cubicBezTo>
                    <a:pt x="10544" y="1930"/>
                    <a:pt x="10832" y="2208"/>
                    <a:pt x="10985" y="2563"/>
                  </a:cubicBezTo>
                  <a:cubicBezTo>
                    <a:pt x="10995" y="2582"/>
                    <a:pt x="10995" y="2601"/>
                    <a:pt x="11004" y="2611"/>
                  </a:cubicBezTo>
                  <a:cubicBezTo>
                    <a:pt x="11100" y="2870"/>
                    <a:pt x="11119" y="3148"/>
                    <a:pt x="11052" y="3416"/>
                  </a:cubicBezTo>
                  <a:cubicBezTo>
                    <a:pt x="10765" y="4729"/>
                    <a:pt x="10659" y="6224"/>
                    <a:pt x="10745" y="7998"/>
                  </a:cubicBezTo>
                  <a:cubicBezTo>
                    <a:pt x="10803" y="9071"/>
                    <a:pt x="10199" y="10078"/>
                    <a:pt x="9221" y="10528"/>
                  </a:cubicBezTo>
                  <a:cubicBezTo>
                    <a:pt x="9202" y="10528"/>
                    <a:pt x="9183" y="10547"/>
                    <a:pt x="9164" y="10547"/>
                  </a:cubicBezTo>
                  <a:cubicBezTo>
                    <a:pt x="8474" y="10912"/>
                    <a:pt x="8129" y="11698"/>
                    <a:pt x="8330" y="12455"/>
                  </a:cubicBezTo>
                  <a:lnTo>
                    <a:pt x="8483" y="13049"/>
                  </a:lnTo>
                  <a:cubicBezTo>
                    <a:pt x="8531" y="13241"/>
                    <a:pt x="8608" y="13423"/>
                    <a:pt x="8704" y="13596"/>
                  </a:cubicBezTo>
                  <a:cubicBezTo>
                    <a:pt x="8780" y="13739"/>
                    <a:pt x="8848" y="13816"/>
                    <a:pt x="9020" y="13816"/>
                  </a:cubicBezTo>
                  <a:lnTo>
                    <a:pt x="9030" y="13816"/>
                  </a:lnTo>
                  <a:cubicBezTo>
                    <a:pt x="9288" y="13816"/>
                    <a:pt x="9413" y="13548"/>
                    <a:pt x="9499" y="13366"/>
                  </a:cubicBezTo>
                  <a:lnTo>
                    <a:pt x="9902" y="12091"/>
                  </a:lnTo>
                  <a:cubicBezTo>
                    <a:pt x="9902" y="12081"/>
                    <a:pt x="9912" y="12062"/>
                    <a:pt x="9921" y="12062"/>
                  </a:cubicBezTo>
                  <a:cubicBezTo>
                    <a:pt x="11522" y="11314"/>
                    <a:pt x="12509" y="9675"/>
                    <a:pt x="12413" y="7912"/>
                  </a:cubicBezTo>
                  <a:cubicBezTo>
                    <a:pt x="12337" y="6301"/>
                    <a:pt x="12423" y="4950"/>
                    <a:pt x="12691" y="3790"/>
                  </a:cubicBezTo>
                  <a:cubicBezTo>
                    <a:pt x="12826" y="3196"/>
                    <a:pt x="12778" y="2572"/>
                    <a:pt x="12557" y="2007"/>
                  </a:cubicBezTo>
                  <a:cubicBezTo>
                    <a:pt x="12548" y="1978"/>
                    <a:pt x="12538" y="1940"/>
                    <a:pt x="12528" y="1911"/>
                  </a:cubicBezTo>
                  <a:cubicBezTo>
                    <a:pt x="12193" y="1135"/>
                    <a:pt x="11570" y="531"/>
                    <a:pt x="10784" y="224"/>
                  </a:cubicBezTo>
                  <a:cubicBezTo>
                    <a:pt x="10405" y="80"/>
                    <a:pt x="10005" y="8"/>
                    <a:pt x="9605" y="8"/>
                  </a:cubicBezTo>
                  <a:cubicBezTo>
                    <a:pt x="9156" y="8"/>
                    <a:pt x="8708" y="99"/>
                    <a:pt x="8292" y="282"/>
                  </a:cubicBezTo>
                  <a:cubicBezTo>
                    <a:pt x="7697" y="560"/>
                    <a:pt x="7057" y="699"/>
                    <a:pt x="6418" y="699"/>
                  </a:cubicBezTo>
                  <a:cubicBezTo>
                    <a:pt x="5778" y="699"/>
                    <a:pt x="5138" y="560"/>
                    <a:pt x="4544" y="282"/>
                  </a:cubicBezTo>
                  <a:cubicBezTo>
                    <a:pt x="4123" y="94"/>
                    <a:pt x="3676" y="0"/>
                    <a:pt x="3227"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2" name="Google Shape;7312;p62"/>
            <p:cNvSpPr/>
            <p:nvPr/>
          </p:nvSpPr>
          <p:spPr>
            <a:xfrm>
              <a:off x="8018680" y="3869331"/>
              <a:ext cx="51011" cy="251153"/>
            </a:xfrm>
            <a:custGeom>
              <a:avLst/>
              <a:gdLst/>
              <a:ahLst/>
              <a:cxnLst/>
              <a:rect l="l" t="t" r="r" b="b"/>
              <a:pathLst>
                <a:path w="1947" h="9586" extrusionOk="0">
                  <a:moveTo>
                    <a:pt x="748" y="0"/>
                  </a:moveTo>
                  <a:lnTo>
                    <a:pt x="748" y="0"/>
                  </a:lnTo>
                  <a:cubicBezTo>
                    <a:pt x="451" y="153"/>
                    <a:pt x="221" y="403"/>
                    <a:pt x="96" y="709"/>
                  </a:cubicBezTo>
                  <a:cubicBezTo>
                    <a:pt x="87" y="729"/>
                    <a:pt x="77" y="748"/>
                    <a:pt x="67" y="776"/>
                  </a:cubicBezTo>
                  <a:cubicBezTo>
                    <a:pt x="0" y="968"/>
                    <a:pt x="19" y="1198"/>
                    <a:pt x="144" y="1371"/>
                  </a:cubicBezTo>
                  <a:cubicBezTo>
                    <a:pt x="748" y="2329"/>
                    <a:pt x="1112" y="3537"/>
                    <a:pt x="1246" y="5061"/>
                  </a:cubicBezTo>
                  <a:cubicBezTo>
                    <a:pt x="1352" y="6269"/>
                    <a:pt x="1323" y="7668"/>
                    <a:pt x="1151" y="9451"/>
                  </a:cubicBezTo>
                  <a:cubicBezTo>
                    <a:pt x="1141" y="9499"/>
                    <a:pt x="1131" y="9547"/>
                    <a:pt x="1122" y="9585"/>
                  </a:cubicBezTo>
                  <a:cubicBezTo>
                    <a:pt x="1457" y="9499"/>
                    <a:pt x="1706" y="9202"/>
                    <a:pt x="1745" y="8857"/>
                  </a:cubicBezTo>
                  <a:cubicBezTo>
                    <a:pt x="1917" y="7074"/>
                    <a:pt x="1946" y="5675"/>
                    <a:pt x="1841" y="4467"/>
                  </a:cubicBezTo>
                  <a:cubicBezTo>
                    <a:pt x="1706" y="2933"/>
                    <a:pt x="1342" y="1735"/>
                    <a:pt x="738" y="776"/>
                  </a:cubicBezTo>
                  <a:cubicBezTo>
                    <a:pt x="623" y="594"/>
                    <a:pt x="595" y="374"/>
                    <a:pt x="671" y="173"/>
                  </a:cubicBezTo>
                  <a:cubicBezTo>
                    <a:pt x="681" y="153"/>
                    <a:pt x="681" y="125"/>
                    <a:pt x="690" y="105"/>
                  </a:cubicBezTo>
                  <a:lnTo>
                    <a:pt x="748" y="0"/>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3" name="Google Shape;7313;p62"/>
            <p:cNvSpPr/>
            <p:nvPr/>
          </p:nvSpPr>
          <p:spPr>
            <a:xfrm>
              <a:off x="8006366" y="3804695"/>
              <a:ext cx="317727" cy="300724"/>
            </a:xfrm>
            <a:custGeom>
              <a:avLst/>
              <a:gdLst/>
              <a:ahLst/>
              <a:cxnLst/>
              <a:rect l="l" t="t" r="r" b="b"/>
              <a:pathLst>
                <a:path w="12127" h="11478" extrusionOk="0">
                  <a:moveTo>
                    <a:pt x="2533" y="0"/>
                  </a:moveTo>
                  <a:cubicBezTo>
                    <a:pt x="2133" y="0"/>
                    <a:pt x="1732" y="75"/>
                    <a:pt x="1352" y="224"/>
                  </a:cubicBezTo>
                  <a:cubicBezTo>
                    <a:pt x="815" y="435"/>
                    <a:pt x="346" y="790"/>
                    <a:pt x="1" y="1250"/>
                  </a:cubicBezTo>
                  <a:cubicBezTo>
                    <a:pt x="231" y="1077"/>
                    <a:pt x="480" y="933"/>
                    <a:pt x="748" y="828"/>
                  </a:cubicBezTo>
                  <a:cubicBezTo>
                    <a:pt x="1128" y="679"/>
                    <a:pt x="1529" y="604"/>
                    <a:pt x="1930" y="604"/>
                  </a:cubicBezTo>
                  <a:cubicBezTo>
                    <a:pt x="2380" y="604"/>
                    <a:pt x="2829" y="698"/>
                    <a:pt x="3250" y="885"/>
                  </a:cubicBezTo>
                  <a:cubicBezTo>
                    <a:pt x="3840" y="1163"/>
                    <a:pt x="4479" y="1302"/>
                    <a:pt x="5119" y="1302"/>
                  </a:cubicBezTo>
                  <a:cubicBezTo>
                    <a:pt x="5759" y="1302"/>
                    <a:pt x="6399" y="1163"/>
                    <a:pt x="6988" y="885"/>
                  </a:cubicBezTo>
                  <a:cubicBezTo>
                    <a:pt x="7409" y="698"/>
                    <a:pt x="7859" y="604"/>
                    <a:pt x="8309" y="604"/>
                  </a:cubicBezTo>
                  <a:cubicBezTo>
                    <a:pt x="8710" y="604"/>
                    <a:pt x="9111" y="679"/>
                    <a:pt x="9490" y="828"/>
                  </a:cubicBezTo>
                  <a:cubicBezTo>
                    <a:pt x="10276" y="1135"/>
                    <a:pt x="10899" y="1739"/>
                    <a:pt x="11225" y="2515"/>
                  </a:cubicBezTo>
                  <a:cubicBezTo>
                    <a:pt x="11235" y="2544"/>
                    <a:pt x="11254" y="2572"/>
                    <a:pt x="11263" y="2601"/>
                  </a:cubicBezTo>
                  <a:cubicBezTo>
                    <a:pt x="11484" y="3176"/>
                    <a:pt x="11532" y="3790"/>
                    <a:pt x="11388" y="4384"/>
                  </a:cubicBezTo>
                  <a:cubicBezTo>
                    <a:pt x="11129" y="5554"/>
                    <a:pt x="11043" y="6905"/>
                    <a:pt x="11120" y="8506"/>
                  </a:cubicBezTo>
                  <a:cubicBezTo>
                    <a:pt x="11177" y="9579"/>
                    <a:pt x="10832" y="10643"/>
                    <a:pt x="10142" y="11477"/>
                  </a:cubicBezTo>
                  <a:cubicBezTo>
                    <a:pt x="11206" y="10605"/>
                    <a:pt x="11781" y="9282"/>
                    <a:pt x="11714" y="7912"/>
                  </a:cubicBezTo>
                  <a:cubicBezTo>
                    <a:pt x="11637" y="6301"/>
                    <a:pt x="11724" y="4950"/>
                    <a:pt x="11992" y="3790"/>
                  </a:cubicBezTo>
                  <a:cubicBezTo>
                    <a:pt x="12126" y="3196"/>
                    <a:pt x="12078" y="2572"/>
                    <a:pt x="11867" y="2007"/>
                  </a:cubicBezTo>
                  <a:cubicBezTo>
                    <a:pt x="11848" y="1978"/>
                    <a:pt x="11839" y="1940"/>
                    <a:pt x="11829" y="1911"/>
                  </a:cubicBezTo>
                  <a:cubicBezTo>
                    <a:pt x="11493" y="1135"/>
                    <a:pt x="10870" y="531"/>
                    <a:pt x="10084" y="224"/>
                  </a:cubicBezTo>
                  <a:cubicBezTo>
                    <a:pt x="9705" y="80"/>
                    <a:pt x="9305" y="8"/>
                    <a:pt x="8906" y="8"/>
                  </a:cubicBezTo>
                  <a:cubicBezTo>
                    <a:pt x="8457" y="8"/>
                    <a:pt x="8008" y="99"/>
                    <a:pt x="7592" y="282"/>
                  </a:cubicBezTo>
                  <a:cubicBezTo>
                    <a:pt x="6998" y="560"/>
                    <a:pt x="6358" y="699"/>
                    <a:pt x="5718" y="699"/>
                  </a:cubicBezTo>
                  <a:cubicBezTo>
                    <a:pt x="5078" y="699"/>
                    <a:pt x="4439" y="560"/>
                    <a:pt x="3844" y="282"/>
                  </a:cubicBezTo>
                  <a:cubicBezTo>
                    <a:pt x="3429" y="94"/>
                    <a:pt x="2981" y="0"/>
                    <a:pt x="2533"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14" name="Google Shape;7314;p62"/>
          <p:cNvGrpSpPr/>
          <p:nvPr/>
        </p:nvGrpSpPr>
        <p:grpSpPr>
          <a:xfrm>
            <a:off x="5269369" y="2710710"/>
            <a:ext cx="371123" cy="362267"/>
            <a:chOff x="5273444" y="2891285"/>
            <a:chExt cx="371123" cy="362267"/>
          </a:xfrm>
        </p:grpSpPr>
        <p:sp>
          <p:nvSpPr>
            <p:cNvPr id="7315" name="Google Shape;7315;p62"/>
            <p:cNvSpPr/>
            <p:nvPr/>
          </p:nvSpPr>
          <p:spPr>
            <a:xfrm>
              <a:off x="5301373" y="2914996"/>
              <a:ext cx="315186" cy="314452"/>
            </a:xfrm>
            <a:custGeom>
              <a:avLst/>
              <a:gdLst/>
              <a:ahLst/>
              <a:cxnLst/>
              <a:rect l="l" t="t" r="r" b="b"/>
              <a:pathLst>
                <a:path w="12030" h="12002" extrusionOk="0">
                  <a:moveTo>
                    <a:pt x="6161" y="1"/>
                  </a:moveTo>
                  <a:cubicBezTo>
                    <a:pt x="5782" y="1"/>
                    <a:pt x="5441" y="423"/>
                    <a:pt x="5071" y="480"/>
                  </a:cubicBezTo>
                  <a:cubicBezTo>
                    <a:pt x="5030" y="487"/>
                    <a:pt x="4988" y="490"/>
                    <a:pt x="4945" y="490"/>
                  </a:cubicBezTo>
                  <a:cubicBezTo>
                    <a:pt x="4666" y="490"/>
                    <a:pt x="4355" y="358"/>
                    <a:pt x="4081" y="358"/>
                  </a:cubicBezTo>
                  <a:cubicBezTo>
                    <a:pt x="4005" y="358"/>
                    <a:pt x="3932" y="368"/>
                    <a:pt x="3863" y="394"/>
                  </a:cubicBezTo>
                  <a:cubicBezTo>
                    <a:pt x="3499" y="528"/>
                    <a:pt x="3346" y="1065"/>
                    <a:pt x="3020" y="1266"/>
                  </a:cubicBezTo>
                  <a:cubicBezTo>
                    <a:pt x="2703" y="1467"/>
                    <a:pt x="2147" y="1391"/>
                    <a:pt x="1879" y="1649"/>
                  </a:cubicBezTo>
                  <a:cubicBezTo>
                    <a:pt x="1611" y="1908"/>
                    <a:pt x="1659" y="2464"/>
                    <a:pt x="1438" y="2771"/>
                  </a:cubicBezTo>
                  <a:cubicBezTo>
                    <a:pt x="1227" y="3068"/>
                    <a:pt x="690" y="3202"/>
                    <a:pt x="528" y="3557"/>
                  </a:cubicBezTo>
                  <a:cubicBezTo>
                    <a:pt x="374" y="3912"/>
                    <a:pt x="643" y="4391"/>
                    <a:pt x="556" y="4765"/>
                  </a:cubicBezTo>
                  <a:cubicBezTo>
                    <a:pt x="470" y="5138"/>
                    <a:pt x="20" y="5455"/>
                    <a:pt x="10" y="5838"/>
                  </a:cubicBezTo>
                  <a:cubicBezTo>
                    <a:pt x="0" y="6231"/>
                    <a:pt x="432" y="6567"/>
                    <a:pt x="499" y="6950"/>
                  </a:cubicBezTo>
                  <a:cubicBezTo>
                    <a:pt x="566" y="7324"/>
                    <a:pt x="278" y="7794"/>
                    <a:pt x="413" y="8148"/>
                  </a:cubicBezTo>
                  <a:cubicBezTo>
                    <a:pt x="547" y="8512"/>
                    <a:pt x="1083" y="8675"/>
                    <a:pt x="1285" y="8992"/>
                  </a:cubicBezTo>
                  <a:cubicBezTo>
                    <a:pt x="1486" y="9308"/>
                    <a:pt x="1400" y="9864"/>
                    <a:pt x="1659" y="10132"/>
                  </a:cubicBezTo>
                  <a:cubicBezTo>
                    <a:pt x="1917" y="10410"/>
                    <a:pt x="2483" y="10353"/>
                    <a:pt x="2790" y="10573"/>
                  </a:cubicBezTo>
                  <a:cubicBezTo>
                    <a:pt x="3087" y="10794"/>
                    <a:pt x="3221" y="11331"/>
                    <a:pt x="3576" y="11484"/>
                  </a:cubicBezTo>
                  <a:cubicBezTo>
                    <a:pt x="3662" y="11523"/>
                    <a:pt x="3755" y="11538"/>
                    <a:pt x="3852" y="11538"/>
                  </a:cubicBezTo>
                  <a:cubicBezTo>
                    <a:pt x="4098" y="11538"/>
                    <a:pt x="4370" y="11447"/>
                    <a:pt x="4615" y="11447"/>
                  </a:cubicBezTo>
                  <a:cubicBezTo>
                    <a:pt x="4673" y="11447"/>
                    <a:pt x="4729" y="11452"/>
                    <a:pt x="4783" y="11465"/>
                  </a:cubicBezTo>
                  <a:cubicBezTo>
                    <a:pt x="5157" y="11551"/>
                    <a:pt x="5474" y="11992"/>
                    <a:pt x="5857" y="12002"/>
                  </a:cubicBezTo>
                  <a:cubicBezTo>
                    <a:pt x="5861" y="12002"/>
                    <a:pt x="5865" y="12002"/>
                    <a:pt x="5870" y="12002"/>
                  </a:cubicBezTo>
                  <a:cubicBezTo>
                    <a:pt x="6248" y="12002"/>
                    <a:pt x="6590" y="11579"/>
                    <a:pt x="6959" y="11513"/>
                  </a:cubicBezTo>
                  <a:cubicBezTo>
                    <a:pt x="6995" y="11507"/>
                    <a:pt x="7031" y="11505"/>
                    <a:pt x="7068" y="11505"/>
                  </a:cubicBezTo>
                  <a:cubicBezTo>
                    <a:pt x="7348" y="11505"/>
                    <a:pt x="7661" y="11640"/>
                    <a:pt x="7937" y="11640"/>
                  </a:cubicBezTo>
                  <a:cubicBezTo>
                    <a:pt x="8017" y="11640"/>
                    <a:pt x="8095" y="11628"/>
                    <a:pt x="8167" y="11599"/>
                  </a:cubicBezTo>
                  <a:cubicBezTo>
                    <a:pt x="8531" y="11465"/>
                    <a:pt x="8685" y="10938"/>
                    <a:pt x="9011" y="10736"/>
                  </a:cubicBezTo>
                  <a:cubicBezTo>
                    <a:pt x="9327" y="10535"/>
                    <a:pt x="9883" y="10612"/>
                    <a:pt x="10151" y="10353"/>
                  </a:cubicBezTo>
                  <a:cubicBezTo>
                    <a:pt x="10420" y="10094"/>
                    <a:pt x="10372" y="9529"/>
                    <a:pt x="10592" y="9231"/>
                  </a:cubicBezTo>
                  <a:cubicBezTo>
                    <a:pt x="10803" y="8925"/>
                    <a:pt x="11340" y="8800"/>
                    <a:pt x="11503" y="8445"/>
                  </a:cubicBezTo>
                  <a:cubicBezTo>
                    <a:pt x="11656" y="8091"/>
                    <a:pt x="11388" y="7611"/>
                    <a:pt x="11474" y="7238"/>
                  </a:cubicBezTo>
                  <a:cubicBezTo>
                    <a:pt x="11560" y="6864"/>
                    <a:pt x="12011" y="6547"/>
                    <a:pt x="12020" y="6154"/>
                  </a:cubicBezTo>
                  <a:cubicBezTo>
                    <a:pt x="12030" y="5771"/>
                    <a:pt x="11599" y="5426"/>
                    <a:pt x="11532" y="5052"/>
                  </a:cubicBezTo>
                  <a:cubicBezTo>
                    <a:pt x="11464" y="4678"/>
                    <a:pt x="11752" y="4209"/>
                    <a:pt x="11618" y="3844"/>
                  </a:cubicBezTo>
                  <a:cubicBezTo>
                    <a:pt x="11484" y="3490"/>
                    <a:pt x="10947" y="3327"/>
                    <a:pt x="10746" y="3010"/>
                  </a:cubicBezTo>
                  <a:cubicBezTo>
                    <a:pt x="10544" y="2685"/>
                    <a:pt x="10631" y="2138"/>
                    <a:pt x="10372" y="1860"/>
                  </a:cubicBezTo>
                  <a:cubicBezTo>
                    <a:pt x="10113" y="1592"/>
                    <a:pt x="9547" y="1640"/>
                    <a:pt x="9241" y="1429"/>
                  </a:cubicBezTo>
                  <a:cubicBezTo>
                    <a:pt x="8944" y="1208"/>
                    <a:pt x="8809" y="672"/>
                    <a:pt x="8455" y="518"/>
                  </a:cubicBezTo>
                  <a:cubicBezTo>
                    <a:pt x="8369" y="479"/>
                    <a:pt x="8275" y="465"/>
                    <a:pt x="8178" y="465"/>
                  </a:cubicBezTo>
                  <a:cubicBezTo>
                    <a:pt x="7932" y="465"/>
                    <a:pt x="7660" y="555"/>
                    <a:pt x="7415" y="555"/>
                  </a:cubicBezTo>
                  <a:cubicBezTo>
                    <a:pt x="7357" y="555"/>
                    <a:pt x="7301" y="550"/>
                    <a:pt x="7247" y="537"/>
                  </a:cubicBezTo>
                  <a:cubicBezTo>
                    <a:pt x="6873" y="451"/>
                    <a:pt x="6557" y="1"/>
                    <a:pt x="6173" y="1"/>
                  </a:cubicBezTo>
                  <a:cubicBezTo>
                    <a:pt x="6169" y="1"/>
                    <a:pt x="6165" y="1"/>
                    <a:pt x="6161" y="1"/>
                  </a:cubicBezTo>
                  <a:close/>
                </a:path>
              </a:pathLst>
            </a:custGeom>
            <a:solidFill>
              <a:srgbClr val="D8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6" name="Google Shape;7316;p62"/>
            <p:cNvSpPr/>
            <p:nvPr/>
          </p:nvSpPr>
          <p:spPr>
            <a:xfrm>
              <a:off x="5427945" y="2958200"/>
              <a:ext cx="188614" cy="271249"/>
            </a:xfrm>
            <a:custGeom>
              <a:avLst/>
              <a:gdLst/>
              <a:ahLst/>
              <a:cxnLst/>
              <a:rect l="l" t="t" r="r" b="b"/>
              <a:pathLst>
                <a:path w="7199" h="10353" extrusionOk="0">
                  <a:moveTo>
                    <a:pt x="5090" y="0"/>
                  </a:moveTo>
                  <a:lnTo>
                    <a:pt x="5090" y="0"/>
                  </a:lnTo>
                  <a:cubicBezTo>
                    <a:pt x="6653" y="4132"/>
                    <a:pt x="4275" y="8713"/>
                    <a:pt x="0" y="9825"/>
                  </a:cubicBezTo>
                  <a:cubicBezTo>
                    <a:pt x="355" y="9931"/>
                    <a:pt x="671" y="10343"/>
                    <a:pt x="1036" y="10353"/>
                  </a:cubicBezTo>
                  <a:cubicBezTo>
                    <a:pt x="1040" y="10353"/>
                    <a:pt x="1044" y="10353"/>
                    <a:pt x="1048" y="10353"/>
                  </a:cubicBezTo>
                  <a:cubicBezTo>
                    <a:pt x="1427" y="10353"/>
                    <a:pt x="1778" y="9930"/>
                    <a:pt x="2138" y="9864"/>
                  </a:cubicBezTo>
                  <a:cubicBezTo>
                    <a:pt x="2173" y="9858"/>
                    <a:pt x="2208" y="9856"/>
                    <a:pt x="2245" y="9856"/>
                  </a:cubicBezTo>
                  <a:cubicBezTo>
                    <a:pt x="2520" y="9856"/>
                    <a:pt x="2836" y="9991"/>
                    <a:pt x="3110" y="9991"/>
                  </a:cubicBezTo>
                  <a:cubicBezTo>
                    <a:pt x="3190" y="9991"/>
                    <a:pt x="3266" y="9979"/>
                    <a:pt x="3336" y="9950"/>
                  </a:cubicBezTo>
                  <a:cubicBezTo>
                    <a:pt x="3691" y="9816"/>
                    <a:pt x="3854" y="9289"/>
                    <a:pt x="4180" y="9087"/>
                  </a:cubicBezTo>
                  <a:cubicBezTo>
                    <a:pt x="4506" y="8886"/>
                    <a:pt x="5042" y="8963"/>
                    <a:pt x="5320" y="8704"/>
                  </a:cubicBezTo>
                  <a:cubicBezTo>
                    <a:pt x="5598" y="8445"/>
                    <a:pt x="5541" y="7899"/>
                    <a:pt x="5761" y="7582"/>
                  </a:cubicBezTo>
                  <a:cubicBezTo>
                    <a:pt x="5982" y="7266"/>
                    <a:pt x="6518" y="7141"/>
                    <a:pt x="6672" y="6796"/>
                  </a:cubicBezTo>
                  <a:cubicBezTo>
                    <a:pt x="6835" y="6442"/>
                    <a:pt x="6566" y="5953"/>
                    <a:pt x="6643" y="5589"/>
                  </a:cubicBezTo>
                  <a:cubicBezTo>
                    <a:pt x="6729" y="5215"/>
                    <a:pt x="7180" y="4889"/>
                    <a:pt x="7189" y="4505"/>
                  </a:cubicBezTo>
                  <a:cubicBezTo>
                    <a:pt x="7199" y="4132"/>
                    <a:pt x="6768" y="3777"/>
                    <a:pt x="6701" y="3403"/>
                  </a:cubicBezTo>
                  <a:cubicBezTo>
                    <a:pt x="6633" y="3029"/>
                    <a:pt x="6921" y="2560"/>
                    <a:pt x="6787" y="2195"/>
                  </a:cubicBezTo>
                  <a:cubicBezTo>
                    <a:pt x="6653" y="1841"/>
                    <a:pt x="6116" y="1687"/>
                    <a:pt x="5915" y="1361"/>
                  </a:cubicBezTo>
                  <a:cubicBezTo>
                    <a:pt x="5713" y="1036"/>
                    <a:pt x="5800" y="489"/>
                    <a:pt x="5541" y="211"/>
                  </a:cubicBezTo>
                  <a:cubicBezTo>
                    <a:pt x="5416" y="106"/>
                    <a:pt x="5253" y="29"/>
                    <a:pt x="5090" y="0"/>
                  </a:cubicBezTo>
                  <a:close/>
                </a:path>
              </a:pathLst>
            </a:custGeom>
            <a:solidFill>
              <a:srgbClr val="CCD3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7" name="Google Shape;7317;p62"/>
            <p:cNvSpPr/>
            <p:nvPr/>
          </p:nvSpPr>
          <p:spPr>
            <a:xfrm>
              <a:off x="5430539" y="3027210"/>
              <a:ext cx="131786" cy="142318"/>
            </a:xfrm>
            <a:custGeom>
              <a:avLst/>
              <a:gdLst/>
              <a:ahLst/>
              <a:cxnLst/>
              <a:rect l="l" t="t" r="r" b="b"/>
              <a:pathLst>
                <a:path w="5030" h="5432" extrusionOk="0">
                  <a:moveTo>
                    <a:pt x="3592" y="0"/>
                  </a:moveTo>
                  <a:cubicBezTo>
                    <a:pt x="3355" y="0"/>
                    <a:pt x="3140" y="118"/>
                    <a:pt x="3084" y="376"/>
                  </a:cubicBezTo>
                  <a:cubicBezTo>
                    <a:pt x="2748" y="1910"/>
                    <a:pt x="1972" y="2840"/>
                    <a:pt x="841" y="4019"/>
                  </a:cubicBezTo>
                  <a:cubicBezTo>
                    <a:pt x="1" y="4893"/>
                    <a:pt x="539" y="5432"/>
                    <a:pt x="1462" y="5432"/>
                  </a:cubicBezTo>
                  <a:cubicBezTo>
                    <a:pt x="2330" y="5432"/>
                    <a:pt x="3538" y="4956"/>
                    <a:pt x="4263" y="3836"/>
                  </a:cubicBezTo>
                  <a:cubicBezTo>
                    <a:pt x="5030" y="2657"/>
                    <a:pt x="4589" y="1306"/>
                    <a:pt x="4311" y="482"/>
                  </a:cubicBezTo>
                  <a:cubicBezTo>
                    <a:pt x="4205" y="176"/>
                    <a:pt x="3882" y="0"/>
                    <a:pt x="359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8" name="Google Shape;7318;p62"/>
            <p:cNvSpPr/>
            <p:nvPr/>
          </p:nvSpPr>
          <p:spPr>
            <a:xfrm>
              <a:off x="5441752" y="3027761"/>
              <a:ext cx="120572" cy="141585"/>
            </a:xfrm>
            <a:custGeom>
              <a:avLst/>
              <a:gdLst/>
              <a:ahLst/>
              <a:cxnLst/>
              <a:rect l="l" t="t" r="r" b="b"/>
              <a:pathLst>
                <a:path w="4602" h="5404" extrusionOk="0">
                  <a:moveTo>
                    <a:pt x="3365" y="1"/>
                  </a:moveTo>
                  <a:lnTo>
                    <a:pt x="3365" y="1"/>
                  </a:lnTo>
                  <a:cubicBezTo>
                    <a:pt x="3643" y="834"/>
                    <a:pt x="4026" y="2119"/>
                    <a:pt x="3288" y="3260"/>
                  </a:cubicBezTo>
                  <a:cubicBezTo>
                    <a:pt x="2569" y="4375"/>
                    <a:pt x="1366" y="4857"/>
                    <a:pt x="499" y="4857"/>
                  </a:cubicBezTo>
                  <a:cubicBezTo>
                    <a:pt x="315" y="4857"/>
                    <a:pt x="146" y="4835"/>
                    <a:pt x="1" y="4793"/>
                  </a:cubicBezTo>
                  <a:lnTo>
                    <a:pt x="1" y="4793"/>
                  </a:lnTo>
                  <a:cubicBezTo>
                    <a:pt x="16" y="5182"/>
                    <a:pt x="450" y="5404"/>
                    <a:pt x="1041" y="5404"/>
                  </a:cubicBezTo>
                  <a:cubicBezTo>
                    <a:pt x="1907" y="5404"/>
                    <a:pt x="3111" y="4928"/>
                    <a:pt x="3835" y="3806"/>
                  </a:cubicBezTo>
                  <a:cubicBezTo>
                    <a:pt x="4602" y="2627"/>
                    <a:pt x="4161" y="1285"/>
                    <a:pt x="3883" y="451"/>
                  </a:cubicBezTo>
                  <a:cubicBezTo>
                    <a:pt x="3796" y="231"/>
                    <a:pt x="3605" y="58"/>
                    <a:pt x="3365" y="1"/>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9" name="Google Shape;7319;p62"/>
            <p:cNvSpPr/>
            <p:nvPr/>
          </p:nvSpPr>
          <p:spPr>
            <a:xfrm>
              <a:off x="5382986" y="2999779"/>
              <a:ext cx="69640" cy="69587"/>
            </a:xfrm>
            <a:custGeom>
              <a:avLst/>
              <a:gdLst/>
              <a:ahLst/>
              <a:cxnLst/>
              <a:rect l="l" t="t" r="r" b="b"/>
              <a:pathLst>
                <a:path w="2658" h="2656" extrusionOk="0">
                  <a:moveTo>
                    <a:pt x="1473" y="1"/>
                  </a:moveTo>
                  <a:cubicBezTo>
                    <a:pt x="1003" y="1"/>
                    <a:pt x="495" y="370"/>
                    <a:pt x="288" y="838"/>
                  </a:cubicBezTo>
                  <a:cubicBezTo>
                    <a:pt x="1" y="1490"/>
                    <a:pt x="288" y="2248"/>
                    <a:pt x="940" y="2535"/>
                  </a:cubicBezTo>
                  <a:cubicBezTo>
                    <a:pt x="1123" y="2616"/>
                    <a:pt x="1339" y="2656"/>
                    <a:pt x="1555" y="2656"/>
                  </a:cubicBezTo>
                  <a:cubicBezTo>
                    <a:pt x="2108" y="2656"/>
                    <a:pt x="2657" y="2393"/>
                    <a:pt x="2637" y="1883"/>
                  </a:cubicBezTo>
                  <a:cubicBezTo>
                    <a:pt x="2608" y="1289"/>
                    <a:pt x="2368" y="522"/>
                    <a:pt x="1985" y="187"/>
                  </a:cubicBezTo>
                  <a:cubicBezTo>
                    <a:pt x="1834" y="57"/>
                    <a:pt x="1656" y="1"/>
                    <a:pt x="1473"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0" name="Google Shape;7320;p62"/>
            <p:cNvSpPr/>
            <p:nvPr/>
          </p:nvSpPr>
          <p:spPr>
            <a:xfrm>
              <a:off x="5390767" y="3000644"/>
              <a:ext cx="61858" cy="68932"/>
            </a:xfrm>
            <a:custGeom>
              <a:avLst/>
              <a:gdLst/>
              <a:ahLst/>
              <a:cxnLst/>
              <a:rect l="l" t="t" r="r" b="b"/>
              <a:pathLst>
                <a:path w="2361" h="2631" extrusionOk="0">
                  <a:moveTo>
                    <a:pt x="1391" y="0"/>
                  </a:moveTo>
                  <a:cubicBezTo>
                    <a:pt x="1573" y="374"/>
                    <a:pt x="1678" y="786"/>
                    <a:pt x="1697" y="1208"/>
                  </a:cubicBezTo>
                  <a:cubicBezTo>
                    <a:pt x="1718" y="1718"/>
                    <a:pt x="1168" y="1981"/>
                    <a:pt x="616" y="1981"/>
                  </a:cubicBezTo>
                  <a:cubicBezTo>
                    <a:pt x="400" y="1981"/>
                    <a:pt x="184" y="1941"/>
                    <a:pt x="1" y="1860"/>
                  </a:cubicBezTo>
                  <a:lnTo>
                    <a:pt x="1" y="1860"/>
                  </a:lnTo>
                  <a:cubicBezTo>
                    <a:pt x="125" y="2147"/>
                    <a:pt x="365" y="2377"/>
                    <a:pt x="653" y="2512"/>
                  </a:cubicBezTo>
                  <a:cubicBezTo>
                    <a:pt x="830" y="2591"/>
                    <a:pt x="1041" y="2630"/>
                    <a:pt x="1253" y="2630"/>
                  </a:cubicBezTo>
                  <a:cubicBezTo>
                    <a:pt x="1805" y="2630"/>
                    <a:pt x="2360" y="2363"/>
                    <a:pt x="2340" y="1850"/>
                  </a:cubicBezTo>
                  <a:cubicBezTo>
                    <a:pt x="2311" y="1256"/>
                    <a:pt x="2071" y="489"/>
                    <a:pt x="1688" y="154"/>
                  </a:cubicBezTo>
                  <a:cubicBezTo>
                    <a:pt x="1602" y="77"/>
                    <a:pt x="1506" y="29"/>
                    <a:pt x="1391" y="0"/>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1" name="Google Shape;7321;p62"/>
            <p:cNvSpPr/>
            <p:nvPr/>
          </p:nvSpPr>
          <p:spPr>
            <a:xfrm>
              <a:off x="5510554" y="2894429"/>
              <a:ext cx="37571" cy="42706"/>
            </a:xfrm>
            <a:custGeom>
              <a:avLst/>
              <a:gdLst/>
              <a:ahLst/>
              <a:cxnLst/>
              <a:rect l="l" t="t" r="r" b="b"/>
              <a:pathLst>
                <a:path w="1434" h="1630" extrusionOk="0">
                  <a:moveTo>
                    <a:pt x="831" y="1"/>
                  </a:moveTo>
                  <a:cubicBezTo>
                    <a:pt x="670" y="1"/>
                    <a:pt x="510" y="88"/>
                    <a:pt x="432" y="297"/>
                  </a:cubicBezTo>
                  <a:lnTo>
                    <a:pt x="1" y="1275"/>
                  </a:lnTo>
                  <a:cubicBezTo>
                    <a:pt x="58" y="1264"/>
                    <a:pt x="117" y="1258"/>
                    <a:pt x="177" y="1258"/>
                  </a:cubicBezTo>
                  <a:cubicBezTo>
                    <a:pt x="275" y="1258"/>
                    <a:pt x="375" y="1273"/>
                    <a:pt x="471" y="1303"/>
                  </a:cubicBezTo>
                  <a:cubicBezTo>
                    <a:pt x="614" y="1380"/>
                    <a:pt x="729" y="1495"/>
                    <a:pt x="816" y="1629"/>
                  </a:cubicBezTo>
                  <a:lnTo>
                    <a:pt x="1247" y="661"/>
                  </a:lnTo>
                  <a:cubicBezTo>
                    <a:pt x="1433" y="295"/>
                    <a:pt x="1129" y="1"/>
                    <a:pt x="831"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2" name="Google Shape;7322;p62"/>
            <p:cNvSpPr/>
            <p:nvPr/>
          </p:nvSpPr>
          <p:spPr>
            <a:xfrm>
              <a:off x="5597721" y="2995928"/>
              <a:ext cx="46846" cy="32619"/>
            </a:xfrm>
            <a:custGeom>
              <a:avLst/>
              <a:gdLst/>
              <a:ahLst/>
              <a:cxnLst/>
              <a:rect l="l" t="t" r="r" b="b"/>
              <a:pathLst>
                <a:path w="1788" h="1245" extrusionOk="0">
                  <a:moveTo>
                    <a:pt x="1152" y="0"/>
                  </a:moveTo>
                  <a:cubicBezTo>
                    <a:pt x="1103" y="0"/>
                    <a:pt x="1051" y="8"/>
                    <a:pt x="997" y="27"/>
                  </a:cubicBezTo>
                  <a:lnTo>
                    <a:pt x="0" y="410"/>
                  </a:lnTo>
                  <a:cubicBezTo>
                    <a:pt x="134" y="497"/>
                    <a:pt x="240" y="621"/>
                    <a:pt x="307" y="765"/>
                  </a:cubicBezTo>
                  <a:cubicBezTo>
                    <a:pt x="355" y="918"/>
                    <a:pt x="355" y="1081"/>
                    <a:pt x="316" y="1244"/>
                  </a:cubicBezTo>
                  <a:lnTo>
                    <a:pt x="1313" y="861"/>
                  </a:lnTo>
                  <a:cubicBezTo>
                    <a:pt x="1787" y="663"/>
                    <a:pt x="1587" y="0"/>
                    <a:pt x="1152"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3" name="Google Shape;7323;p62"/>
            <p:cNvSpPr/>
            <p:nvPr/>
          </p:nvSpPr>
          <p:spPr>
            <a:xfrm>
              <a:off x="5594184" y="3123941"/>
              <a:ext cx="47448" cy="33824"/>
            </a:xfrm>
            <a:custGeom>
              <a:avLst/>
              <a:gdLst/>
              <a:ahLst/>
              <a:cxnLst/>
              <a:rect l="l" t="t" r="r" b="b"/>
              <a:pathLst>
                <a:path w="1811" h="1291" extrusionOk="0">
                  <a:moveTo>
                    <a:pt x="365" y="1"/>
                  </a:moveTo>
                  <a:lnTo>
                    <a:pt x="365" y="1"/>
                  </a:lnTo>
                  <a:cubicBezTo>
                    <a:pt x="394" y="154"/>
                    <a:pt x="384" y="317"/>
                    <a:pt x="327" y="470"/>
                  </a:cubicBezTo>
                  <a:cubicBezTo>
                    <a:pt x="250" y="614"/>
                    <a:pt x="135" y="729"/>
                    <a:pt x="1" y="815"/>
                  </a:cubicBezTo>
                  <a:lnTo>
                    <a:pt x="979" y="1247"/>
                  </a:lnTo>
                  <a:cubicBezTo>
                    <a:pt x="1046" y="1277"/>
                    <a:pt x="1111" y="1290"/>
                    <a:pt x="1172" y="1290"/>
                  </a:cubicBezTo>
                  <a:cubicBezTo>
                    <a:pt x="1593" y="1290"/>
                    <a:pt x="1811" y="642"/>
                    <a:pt x="1333" y="432"/>
                  </a:cubicBezTo>
                  <a:lnTo>
                    <a:pt x="365" y="1"/>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4" name="Google Shape;7324;p62"/>
            <p:cNvSpPr/>
            <p:nvPr/>
          </p:nvSpPr>
          <p:spPr>
            <a:xfrm>
              <a:off x="5503034" y="3211082"/>
              <a:ext cx="35894" cy="42470"/>
            </a:xfrm>
            <a:custGeom>
              <a:avLst/>
              <a:gdLst/>
              <a:ahLst/>
              <a:cxnLst/>
              <a:rect l="l" t="t" r="r" b="b"/>
              <a:pathLst>
                <a:path w="1370" h="1621" extrusionOk="0">
                  <a:moveTo>
                    <a:pt x="834" y="1"/>
                  </a:moveTo>
                  <a:cubicBezTo>
                    <a:pt x="710" y="221"/>
                    <a:pt x="472" y="357"/>
                    <a:pt x="226" y="357"/>
                  </a:cubicBezTo>
                  <a:cubicBezTo>
                    <a:pt x="151" y="357"/>
                    <a:pt x="75" y="344"/>
                    <a:pt x="0" y="317"/>
                  </a:cubicBezTo>
                  <a:lnTo>
                    <a:pt x="0" y="317"/>
                  </a:lnTo>
                  <a:lnTo>
                    <a:pt x="384" y="1314"/>
                  </a:lnTo>
                  <a:cubicBezTo>
                    <a:pt x="458" y="1530"/>
                    <a:pt x="623" y="1620"/>
                    <a:pt x="791" y="1620"/>
                  </a:cubicBezTo>
                  <a:cubicBezTo>
                    <a:pt x="1077" y="1620"/>
                    <a:pt x="1369" y="1355"/>
                    <a:pt x="1218" y="998"/>
                  </a:cubicBezTo>
                  <a:lnTo>
                    <a:pt x="834" y="1"/>
                  </a:ln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5" name="Google Shape;7325;p62"/>
            <p:cNvSpPr/>
            <p:nvPr/>
          </p:nvSpPr>
          <p:spPr>
            <a:xfrm>
              <a:off x="5369912" y="3207571"/>
              <a:ext cx="37466" cy="42706"/>
            </a:xfrm>
            <a:custGeom>
              <a:avLst/>
              <a:gdLst/>
              <a:ahLst/>
              <a:cxnLst/>
              <a:rect l="l" t="t" r="r" b="b"/>
              <a:pathLst>
                <a:path w="1430" h="1630" extrusionOk="0">
                  <a:moveTo>
                    <a:pt x="624" y="1"/>
                  </a:moveTo>
                  <a:lnTo>
                    <a:pt x="193" y="978"/>
                  </a:lnTo>
                  <a:cubicBezTo>
                    <a:pt x="1" y="1338"/>
                    <a:pt x="302" y="1630"/>
                    <a:pt x="598" y="1630"/>
                  </a:cubicBezTo>
                  <a:cubicBezTo>
                    <a:pt x="760" y="1630"/>
                    <a:pt x="920" y="1543"/>
                    <a:pt x="998" y="1333"/>
                  </a:cubicBezTo>
                  <a:lnTo>
                    <a:pt x="1429" y="365"/>
                  </a:lnTo>
                  <a:lnTo>
                    <a:pt x="1429" y="365"/>
                  </a:lnTo>
                  <a:cubicBezTo>
                    <a:pt x="1380" y="374"/>
                    <a:pt x="1330" y="378"/>
                    <a:pt x="1280" y="378"/>
                  </a:cubicBezTo>
                  <a:cubicBezTo>
                    <a:pt x="1173" y="378"/>
                    <a:pt x="1064" y="359"/>
                    <a:pt x="960" y="327"/>
                  </a:cubicBezTo>
                  <a:cubicBezTo>
                    <a:pt x="826" y="250"/>
                    <a:pt x="701" y="135"/>
                    <a:pt x="624"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6" name="Google Shape;7326;p62"/>
            <p:cNvSpPr/>
            <p:nvPr/>
          </p:nvSpPr>
          <p:spPr>
            <a:xfrm>
              <a:off x="5273444" y="3116159"/>
              <a:ext cx="47029" cy="32698"/>
            </a:xfrm>
            <a:custGeom>
              <a:avLst/>
              <a:gdLst/>
              <a:ahLst/>
              <a:cxnLst/>
              <a:rect l="l" t="t" r="r" b="b"/>
              <a:pathLst>
                <a:path w="1795" h="1248" extrusionOk="0">
                  <a:moveTo>
                    <a:pt x="1469" y="1"/>
                  </a:moveTo>
                  <a:lnTo>
                    <a:pt x="472" y="384"/>
                  </a:lnTo>
                  <a:cubicBezTo>
                    <a:pt x="1" y="590"/>
                    <a:pt x="196" y="1247"/>
                    <a:pt x="633" y="1247"/>
                  </a:cubicBezTo>
                  <a:cubicBezTo>
                    <a:pt x="685" y="1247"/>
                    <a:pt x="740" y="1238"/>
                    <a:pt x="798" y="1218"/>
                  </a:cubicBezTo>
                  <a:lnTo>
                    <a:pt x="1795" y="834"/>
                  </a:lnTo>
                  <a:cubicBezTo>
                    <a:pt x="1661" y="748"/>
                    <a:pt x="1546" y="624"/>
                    <a:pt x="1479" y="480"/>
                  </a:cubicBezTo>
                  <a:cubicBezTo>
                    <a:pt x="1431" y="326"/>
                    <a:pt x="1431" y="164"/>
                    <a:pt x="1469"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7" name="Google Shape;7327;p62"/>
            <p:cNvSpPr/>
            <p:nvPr/>
          </p:nvSpPr>
          <p:spPr>
            <a:xfrm>
              <a:off x="5277452" y="2987517"/>
              <a:ext cx="46295" cy="33248"/>
            </a:xfrm>
            <a:custGeom>
              <a:avLst/>
              <a:gdLst/>
              <a:ahLst/>
              <a:cxnLst/>
              <a:rect l="l" t="t" r="r" b="b"/>
              <a:pathLst>
                <a:path w="1767" h="1269" extrusionOk="0">
                  <a:moveTo>
                    <a:pt x="629" y="0"/>
                  </a:moveTo>
                  <a:cubicBezTo>
                    <a:pt x="208" y="0"/>
                    <a:pt x="0" y="607"/>
                    <a:pt x="434" y="837"/>
                  </a:cubicBezTo>
                  <a:lnTo>
                    <a:pt x="1412" y="1268"/>
                  </a:lnTo>
                  <a:cubicBezTo>
                    <a:pt x="1383" y="1115"/>
                    <a:pt x="1393" y="952"/>
                    <a:pt x="1450" y="798"/>
                  </a:cubicBezTo>
                  <a:cubicBezTo>
                    <a:pt x="1517" y="664"/>
                    <a:pt x="1632" y="540"/>
                    <a:pt x="1766" y="463"/>
                  </a:cubicBezTo>
                  <a:lnTo>
                    <a:pt x="798" y="32"/>
                  </a:lnTo>
                  <a:cubicBezTo>
                    <a:pt x="739" y="10"/>
                    <a:pt x="682" y="0"/>
                    <a:pt x="629"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8" name="Google Shape;7328;p62"/>
            <p:cNvSpPr/>
            <p:nvPr/>
          </p:nvSpPr>
          <p:spPr>
            <a:xfrm>
              <a:off x="5379265" y="2891285"/>
              <a:ext cx="35632" cy="42575"/>
            </a:xfrm>
            <a:custGeom>
              <a:avLst/>
              <a:gdLst/>
              <a:ahLst/>
              <a:cxnLst/>
              <a:rect l="l" t="t" r="r" b="b"/>
              <a:pathLst>
                <a:path w="1360" h="1625" extrusionOk="0">
                  <a:moveTo>
                    <a:pt x="576" y="0"/>
                  </a:moveTo>
                  <a:cubicBezTo>
                    <a:pt x="289" y="0"/>
                    <a:pt x="1" y="264"/>
                    <a:pt x="152" y="628"/>
                  </a:cubicBezTo>
                  <a:lnTo>
                    <a:pt x="536" y="1625"/>
                  </a:lnTo>
                  <a:cubicBezTo>
                    <a:pt x="661" y="1395"/>
                    <a:pt x="896" y="1263"/>
                    <a:pt x="1141" y="1263"/>
                  </a:cubicBezTo>
                  <a:cubicBezTo>
                    <a:pt x="1214" y="1263"/>
                    <a:pt x="1288" y="1275"/>
                    <a:pt x="1360" y="1299"/>
                  </a:cubicBezTo>
                  <a:lnTo>
                    <a:pt x="986" y="302"/>
                  </a:lnTo>
                  <a:cubicBezTo>
                    <a:pt x="908" y="90"/>
                    <a:pt x="742" y="0"/>
                    <a:pt x="576" y="0"/>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29" name="Google Shape;7329;p62"/>
          <p:cNvGrpSpPr/>
          <p:nvPr/>
        </p:nvGrpSpPr>
        <p:grpSpPr>
          <a:xfrm>
            <a:off x="7626322" y="3177824"/>
            <a:ext cx="214759" cy="357030"/>
            <a:chOff x="2235125" y="238075"/>
            <a:chExt cx="3144350" cy="5227375"/>
          </a:xfrm>
        </p:grpSpPr>
        <p:sp>
          <p:nvSpPr>
            <p:cNvPr id="7330" name="Google Shape;7330;p62"/>
            <p:cNvSpPr/>
            <p:nvPr/>
          </p:nvSpPr>
          <p:spPr>
            <a:xfrm>
              <a:off x="2650075" y="593150"/>
              <a:ext cx="2312675" cy="2882350"/>
            </a:xfrm>
            <a:custGeom>
              <a:avLst/>
              <a:gdLst/>
              <a:ahLst/>
              <a:cxnLst/>
              <a:rect l="l" t="t" r="r" b="b"/>
              <a:pathLst>
                <a:path w="92507" h="115294" extrusionOk="0">
                  <a:moveTo>
                    <a:pt x="53000" y="6675"/>
                  </a:moveTo>
                  <a:lnTo>
                    <a:pt x="53000" y="27022"/>
                  </a:lnTo>
                  <a:lnTo>
                    <a:pt x="6325" y="27022"/>
                  </a:lnTo>
                  <a:lnTo>
                    <a:pt x="6325" y="6675"/>
                  </a:lnTo>
                  <a:cubicBezTo>
                    <a:pt x="14088" y="7462"/>
                    <a:pt x="21879" y="7856"/>
                    <a:pt x="29668" y="7856"/>
                  </a:cubicBezTo>
                  <a:cubicBezTo>
                    <a:pt x="37457" y="7856"/>
                    <a:pt x="45245" y="7462"/>
                    <a:pt x="53000" y="6675"/>
                  </a:cubicBezTo>
                  <a:close/>
                  <a:moveTo>
                    <a:pt x="86182" y="6675"/>
                  </a:moveTo>
                  <a:lnTo>
                    <a:pt x="86182" y="27022"/>
                  </a:lnTo>
                  <a:lnTo>
                    <a:pt x="59324" y="27022"/>
                  </a:lnTo>
                  <a:lnTo>
                    <a:pt x="59324" y="7863"/>
                  </a:lnTo>
                  <a:cubicBezTo>
                    <a:pt x="60136" y="7871"/>
                    <a:pt x="60949" y="7875"/>
                    <a:pt x="61761" y="7875"/>
                  </a:cubicBezTo>
                  <a:cubicBezTo>
                    <a:pt x="69908" y="7875"/>
                    <a:pt x="78063" y="7482"/>
                    <a:pt x="86182" y="6675"/>
                  </a:cubicBezTo>
                  <a:close/>
                  <a:moveTo>
                    <a:pt x="86182" y="33289"/>
                  </a:moveTo>
                  <a:lnTo>
                    <a:pt x="86182" y="43821"/>
                  </a:lnTo>
                  <a:lnTo>
                    <a:pt x="59324" y="43821"/>
                  </a:lnTo>
                  <a:lnTo>
                    <a:pt x="59324" y="33289"/>
                  </a:lnTo>
                  <a:close/>
                  <a:moveTo>
                    <a:pt x="52957" y="33332"/>
                  </a:moveTo>
                  <a:lnTo>
                    <a:pt x="52957" y="43863"/>
                  </a:lnTo>
                  <a:lnTo>
                    <a:pt x="6282" y="43863"/>
                  </a:lnTo>
                  <a:lnTo>
                    <a:pt x="6282" y="33332"/>
                  </a:lnTo>
                  <a:close/>
                  <a:moveTo>
                    <a:pt x="86182" y="50188"/>
                  </a:moveTo>
                  <a:lnTo>
                    <a:pt x="86182" y="85587"/>
                  </a:lnTo>
                  <a:cubicBezTo>
                    <a:pt x="86182" y="99146"/>
                    <a:pt x="74983" y="108967"/>
                    <a:pt x="62781" y="108967"/>
                  </a:cubicBezTo>
                  <a:cubicBezTo>
                    <a:pt x="58952" y="108967"/>
                    <a:pt x="55023" y="108000"/>
                    <a:pt x="51312" y="105877"/>
                  </a:cubicBezTo>
                  <a:cubicBezTo>
                    <a:pt x="56448" y="100368"/>
                    <a:pt x="59324" y="93128"/>
                    <a:pt x="59324" y="85587"/>
                  </a:cubicBezTo>
                  <a:lnTo>
                    <a:pt x="59324" y="50188"/>
                  </a:lnTo>
                  <a:close/>
                  <a:moveTo>
                    <a:pt x="53000" y="50145"/>
                  </a:moveTo>
                  <a:cubicBezTo>
                    <a:pt x="52957" y="88235"/>
                    <a:pt x="53272" y="87419"/>
                    <a:pt x="52313" y="91154"/>
                  </a:cubicBezTo>
                  <a:cubicBezTo>
                    <a:pt x="49687" y="101959"/>
                    <a:pt x="39927" y="108973"/>
                    <a:pt x="29584" y="108973"/>
                  </a:cubicBezTo>
                  <a:cubicBezTo>
                    <a:pt x="25163" y="108973"/>
                    <a:pt x="20635" y="107691"/>
                    <a:pt x="16513" y="104875"/>
                  </a:cubicBezTo>
                  <a:cubicBezTo>
                    <a:pt x="5495" y="97335"/>
                    <a:pt x="6368" y="84800"/>
                    <a:pt x="6325" y="84629"/>
                  </a:cubicBezTo>
                  <a:lnTo>
                    <a:pt x="6325" y="50145"/>
                  </a:lnTo>
                  <a:close/>
                  <a:moveTo>
                    <a:pt x="89327" y="1"/>
                  </a:moveTo>
                  <a:cubicBezTo>
                    <a:pt x="89210" y="1"/>
                    <a:pt x="89091" y="8"/>
                    <a:pt x="88972" y="22"/>
                  </a:cubicBezTo>
                  <a:cubicBezTo>
                    <a:pt x="80273" y="1030"/>
                    <a:pt x="71531" y="1529"/>
                    <a:pt x="62773" y="1529"/>
                  </a:cubicBezTo>
                  <a:cubicBezTo>
                    <a:pt x="61462" y="1529"/>
                    <a:pt x="60150" y="1518"/>
                    <a:pt x="58838" y="1496"/>
                  </a:cubicBezTo>
                  <a:cubicBezTo>
                    <a:pt x="58162" y="418"/>
                    <a:pt x="57448" y="57"/>
                    <a:pt x="55903" y="57"/>
                  </a:cubicBezTo>
                  <a:cubicBezTo>
                    <a:pt x="52772" y="57"/>
                    <a:pt x="46227" y="1539"/>
                    <a:pt x="29663" y="1539"/>
                  </a:cubicBezTo>
                  <a:cubicBezTo>
                    <a:pt x="11961" y="1539"/>
                    <a:pt x="6138" y="19"/>
                    <a:pt x="3358" y="19"/>
                  </a:cubicBezTo>
                  <a:cubicBezTo>
                    <a:pt x="2322" y="19"/>
                    <a:pt x="1708" y="230"/>
                    <a:pt x="1060" y="809"/>
                  </a:cubicBezTo>
                  <a:cubicBezTo>
                    <a:pt x="387" y="1395"/>
                    <a:pt x="1" y="2254"/>
                    <a:pt x="15" y="3155"/>
                  </a:cubicBezTo>
                  <a:lnTo>
                    <a:pt x="15" y="85587"/>
                  </a:lnTo>
                  <a:cubicBezTo>
                    <a:pt x="15" y="102909"/>
                    <a:pt x="14288" y="115293"/>
                    <a:pt x="29739" y="115293"/>
                  </a:cubicBezTo>
                  <a:cubicBezTo>
                    <a:pt x="35297" y="115293"/>
                    <a:pt x="41007" y="113691"/>
                    <a:pt x="46261" y="110141"/>
                  </a:cubicBezTo>
                  <a:cubicBezTo>
                    <a:pt x="51502" y="113674"/>
                    <a:pt x="57200" y="115268"/>
                    <a:pt x="62748" y="115268"/>
                  </a:cubicBezTo>
                  <a:cubicBezTo>
                    <a:pt x="78209" y="115268"/>
                    <a:pt x="92506" y="102888"/>
                    <a:pt x="92506" y="85587"/>
                  </a:cubicBezTo>
                  <a:lnTo>
                    <a:pt x="92506" y="3155"/>
                  </a:lnTo>
                  <a:cubicBezTo>
                    <a:pt x="92466" y="1403"/>
                    <a:pt x="91013" y="1"/>
                    <a:pt x="89327" y="1"/>
                  </a:cubicBezTo>
                  <a:close/>
                </a:path>
              </a:pathLst>
            </a:custGeom>
            <a:solidFill>
              <a:srgbClr val="ADB8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1" name="Google Shape;7331;p62"/>
            <p:cNvSpPr/>
            <p:nvPr/>
          </p:nvSpPr>
          <p:spPr>
            <a:xfrm>
              <a:off x="3257850" y="3360975"/>
              <a:ext cx="269025" cy="1808275"/>
            </a:xfrm>
            <a:custGeom>
              <a:avLst/>
              <a:gdLst/>
              <a:ahLst/>
              <a:cxnLst/>
              <a:rect l="l" t="t" r="r" b="b"/>
              <a:pathLst>
                <a:path w="10761" h="72331" extrusionOk="0">
                  <a:moveTo>
                    <a:pt x="0" y="0"/>
                  </a:moveTo>
                  <a:lnTo>
                    <a:pt x="0" y="72331"/>
                  </a:lnTo>
                  <a:lnTo>
                    <a:pt x="10760" y="72331"/>
                  </a:lnTo>
                  <a:lnTo>
                    <a:pt x="10760" y="0"/>
                  </a:lnTo>
                  <a:cubicBezTo>
                    <a:pt x="8979" y="351"/>
                    <a:pt x="7176" y="526"/>
                    <a:pt x="5375" y="526"/>
                  </a:cubicBezTo>
                  <a:cubicBezTo>
                    <a:pt x="3574" y="526"/>
                    <a:pt x="1774" y="351"/>
                    <a:pt x="0" y="0"/>
                  </a:cubicBezTo>
                  <a:close/>
                </a:path>
              </a:pathLst>
            </a:custGeom>
            <a:solidFill>
              <a:srgbClr val="ADB8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2" name="Google Shape;7332;p62"/>
            <p:cNvSpPr/>
            <p:nvPr/>
          </p:nvSpPr>
          <p:spPr>
            <a:xfrm>
              <a:off x="3093300" y="5170300"/>
              <a:ext cx="596675" cy="295150"/>
            </a:xfrm>
            <a:custGeom>
              <a:avLst/>
              <a:gdLst/>
              <a:ahLst/>
              <a:cxnLst/>
              <a:rect l="l" t="t" r="r" b="b"/>
              <a:pathLst>
                <a:path w="23867" h="11806" extrusionOk="0">
                  <a:moveTo>
                    <a:pt x="17762" y="0"/>
                  </a:moveTo>
                  <a:cubicBezTo>
                    <a:pt x="17751" y="0"/>
                    <a:pt x="17740" y="0"/>
                    <a:pt x="17729" y="1"/>
                  </a:cubicBezTo>
                  <a:lnTo>
                    <a:pt x="6196" y="1"/>
                  </a:lnTo>
                  <a:cubicBezTo>
                    <a:pt x="4536" y="1"/>
                    <a:pt x="3062" y="1045"/>
                    <a:pt x="2519" y="2605"/>
                  </a:cubicBezTo>
                  <a:lnTo>
                    <a:pt x="701" y="7827"/>
                  </a:lnTo>
                  <a:cubicBezTo>
                    <a:pt x="0" y="9759"/>
                    <a:pt x="1488" y="11805"/>
                    <a:pt x="3534" y="11805"/>
                  </a:cubicBezTo>
                  <a:lnTo>
                    <a:pt x="20347" y="11805"/>
                  </a:lnTo>
                  <a:cubicBezTo>
                    <a:pt x="22393" y="11805"/>
                    <a:pt x="23867" y="9759"/>
                    <a:pt x="23223" y="7827"/>
                  </a:cubicBezTo>
                  <a:lnTo>
                    <a:pt x="21392" y="2605"/>
                  </a:lnTo>
                  <a:cubicBezTo>
                    <a:pt x="20866" y="1055"/>
                    <a:pt x="19408" y="0"/>
                    <a:pt x="17762"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3" name="Google Shape;7333;p62"/>
            <p:cNvSpPr/>
            <p:nvPr/>
          </p:nvSpPr>
          <p:spPr>
            <a:xfrm>
              <a:off x="3921750" y="5170300"/>
              <a:ext cx="596700" cy="295150"/>
            </a:xfrm>
            <a:custGeom>
              <a:avLst/>
              <a:gdLst/>
              <a:ahLst/>
              <a:cxnLst/>
              <a:rect l="l" t="t" r="r" b="b"/>
              <a:pathLst>
                <a:path w="23868" h="11806" extrusionOk="0">
                  <a:moveTo>
                    <a:pt x="17762" y="0"/>
                  </a:moveTo>
                  <a:cubicBezTo>
                    <a:pt x="17751" y="0"/>
                    <a:pt x="17740" y="0"/>
                    <a:pt x="17729" y="1"/>
                  </a:cubicBezTo>
                  <a:lnTo>
                    <a:pt x="6182" y="1"/>
                  </a:lnTo>
                  <a:cubicBezTo>
                    <a:pt x="4537" y="1"/>
                    <a:pt x="3063" y="1045"/>
                    <a:pt x="2534" y="2605"/>
                  </a:cubicBezTo>
                  <a:lnTo>
                    <a:pt x="702" y="7827"/>
                  </a:lnTo>
                  <a:cubicBezTo>
                    <a:pt x="1" y="9759"/>
                    <a:pt x="1489" y="11805"/>
                    <a:pt x="3535" y="11805"/>
                  </a:cubicBezTo>
                  <a:lnTo>
                    <a:pt x="20348" y="11805"/>
                  </a:lnTo>
                  <a:cubicBezTo>
                    <a:pt x="22408" y="11805"/>
                    <a:pt x="23868" y="9788"/>
                    <a:pt x="23210" y="7827"/>
                  </a:cubicBezTo>
                  <a:lnTo>
                    <a:pt x="21378" y="2605"/>
                  </a:lnTo>
                  <a:cubicBezTo>
                    <a:pt x="20852" y="1055"/>
                    <a:pt x="19394" y="0"/>
                    <a:pt x="17762"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4" name="Google Shape;7334;p62"/>
            <p:cNvSpPr/>
            <p:nvPr/>
          </p:nvSpPr>
          <p:spPr>
            <a:xfrm>
              <a:off x="2235125" y="238575"/>
              <a:ext cx="2312300" cy="451450"/>
            </a:xfrm>
            <a:custGeom>
              <a:avLst/>
              <a:gdLst/>
              <a:ahLst/>
              <a:cxnLst/>
              <a:rect l="l" t="t" r="r" b="b"/>
              <a:pathLst>
                <a:path w="92492" h="18058" extrusionOk="0">
                  <a:moveTo>
                    <a:pt x="7935" y="1"/>
                  </a:moveTo>
                  <a:cubicBezTo>
                    <a:pt x="4432" y="1"/>
                    <a:pt x="1333" y="2523"/>
                    <a:pt x="702" y="6077"/>
                  </a:cubicBezTo>
                  <a:cubicBezTo>
                    <a:pt x="1" y="10041"/>
                    <a:pt x="2605" y="13833"/>
                    <a:pt x="6554" y="14591"/>
                  </a:cubicBezTo>
                  <a:cubicBezTo>
                    <a:pt x="19689" y="16902"/>
                    <a:pt x="32975" y="18057"/>
                    <a:pt x="46261" y="18057"/>
                  </a:cubicBezTo>
                  <a:cubicBezTo>
                    <a:pt x="59546" y="18057"/>
                    <a:pt x="72832" y="16902"/>
                    <a:pt x="85967" y="14591"/>
                  </a:cubicBezTo>
                  <a:cubicBezTo>
                    <a:pt x="89902" y="13818"/>
                    <a:pt x="92492" y="10041"/>
                    <a:pt x="91791" y="6092"/>
                  </a:cubicBezTo>
                  <a:cubicBezTo>
                    <a:pt x="91157" y="2525"/>
                    <a:pt x="88061" y="8"/>
                    <a:pt x="84547" y="8"/>
                  </a:cubicBezTo>
                  <a:cubicBezTo>
                    <a:pt x="84170" y="8"/>
                    <a:pt x="83789" y="37"/>
                    <a:pt x="83406" y="96"/>
                  </a:cubicBezTo>
                  <a:cubicBezTo>
                    <a:pt x="71122" y="2250"/>
                    <a:pt x="58695" y="3327"/>
                    <a:pt x="46266" y="3327"/>
                  </a:cubicBezTo>
                  <a:cubicBezTo>
                    <a:pt x="33837" y="3327"/>
                    <a:pt x="21407" y="2250"/>
                    <a:pt x="9115" y="96"/>
                  </a:cubicBezTo>
                  <a:cubicBezTo>
                    <a:pt x="8719" y="32"/>
                    <a:pt x="8324" y="1"/>
                    <a:pt x="7935"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5" name="Google Shape;7335;p62"/>
            <p:cNvSpPr/>
            <p:nvPr/>
          </p:nvSpPr>
          <p:spPr>
            <a:xfrm>
              <a:off x="2251950" y="243125"/>
              <a:ext cx="2337325" cy="448250"/>
            </a:xfrm>
            <a:custGeom>
              <a:avLst/>
              <a:gdLst/>
              <a:ahLst/>
              <a:cxnLst/>
              <a:rect l="l" t="t" r="r" b="b"/>
              <a:pathLst>
                <a:path w="93493" h="17930" extrusionOk="0">
                  <a:moveTo>
                    <a:pt x="85738" y="0"/>
                  </a:moveTo>
                  <a:lnTo>
                    <a:pt x="85738" y="0"/>
                  </a:lnTo>
                  <a:cubicBezTo>
                    <a:pt x="86768" y="4136"/>
                    <a:pt x="84063" y="8285"/>
                    <a:pt x="79857" y="9015"/>
                  </a:cubicBezTo>
                  <a:cubicBezTo>
                    <a:pt x="66729" y="11333"/>
                    <a:pt x="53447" y="12492"/>
                    <a:pt x="40165" y="12492"/>
                  </a:cubicBezTo>
                  <a:cubicBezTo>
                    <a:pt x="26883" y="12492"/>
                    <a:pt x="13601" y="11333"/>
                    <a:pt x="473" y="9015"/>
                  </a:cubicBezTo>
                  <a:cubicBezTo>
                    <a:pt x="315" y="8958"/>
                    <a:pt x="158" y="8929"/>
                    <a:pt x="0" y="8929"/>
                  </a:cubicBezTo>
                  <a:cubicBezTo>
                    <a:pt x="716" y="11748"/>
                    <a:pt x="3005" y="13908"/>
                    <a:pt x="5881" y="14452"/>
                  </a:cubicBezTo>
                  <a:cubicBezTo>
                    <a:pt x="19009" y="16770"/>
                    <a:pt x="32291" y="17929"/>
                    <a:pt x="45573" y="17929"/>
                  </a:cubicBezTo>
                  <a:cubicBezTo>
                    <a:pt x="58855" y="17929"/>
                    <a:pt x="72137" y="16770"/>
                    <a:pt x="85265" y="14452"/>
                  </a:cubicBezTo>
                  <a:cubicBezTo>
                    <a:pt x="93092" y="13021"/>
                    <a:pt x="93493" y="1875"/>
                    <a:pt x="85738" y="0"/>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6" name="Google Shape;7336;p62"/>
            <p:cNvSpPr/>
            <p:nvPr/>
          </p:nvSpPr>
          <p:spPr>
            <a:xfrm>
              <a:off x="3807650" y="238075"/>
              <a:ext cx="1571825" cy="453150"/>
            </a:xfrm>
            <a:custGeom>
              <a:avLst/>
              <a:gdLst/>
              <a:ahLst/>
              <a:cxnLst/>
              <a:rect l="l" t="t" r="r" b="b"/>
              <a:pathLst>
                <a:path w="62873" h="18126" extrusionOk="0">
                  <a:moveTo>
                    <a:pt x="54987" y="1"/>
                  </a:moveTo>
                  <a:cubicBezTo>
                    <a:pt x="54558" y="1"/>
                    <a:pt x="54124" y="38"/>
                    <a:pt x="53686" y="116"/>
                  </a:cubicBezTo>
                  <a:cubicBezTo>
                    <a:pt x="45116" y="1619"/>
                    <a:pt x="36473" y="2606"/>
                    <a:pt x="27774" y="3078"/>
                  </a:cubicBezTo>
                  <a:cubicBezTo>
                    <a:pt x="30964" y="7471"/>
                    <a:pt x="28432" y="13695"/>
                    <a:pt x="23123" y="14654"/>
                  </a:cubicBezTo>
                  <a:cubicBezTo>
                    <a:pt x="15468" y="15999"/>
                    <a:pt x="7741" y="16958"/>
                    <a:pt x="1" y="17530"/>
                  </a:cubicBezTo>
                  <a:cubicBezTo>
                    <a:pt x="5490" y="17927"/>
                    <a:pt x="10989" y="18125"/>
                    <a:pt x="16487" y="18125"/>
                  </a:cubicBezTo>
                  <a:cubicBezTo>
                    <a:pt x="29806" y="18125"/>
                    <a:pt x="43116" y="16963"/>
                    <a:pt x="56262" y="14654"/>
                  </a:cubicBezTo>
                  <a:cubicBezTo>
                    <a:pt x="60225" y="13924"/>
                    <a:pt x="62873" y="10090"/>
                    <a:pt x="62229" y="6083"/>
                  </a:cubicBezTo>
                  <a:cubicBezTo>
                    <a:pt x="61591" y="2514"/>
                    <a:pt x="58490" y="1"/>
                    <a:pt x="54987" y="1"/>
                  </a:cubicBezTo>
                  <a:close/>
                </a:path>
              </a:pathLst>
            </a:custGeom>
            <a:solidFill>
              <a:srgbClr val="A4B3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7" name="Google Shape;7337;p62"/>
            <p:cNvSpPr/>
            <p:nvPr/>
          </p:nvSpPr>
          <p:spPr>
            <a:xfrm>
              <a:off x="3805500" y="298575"/>
              <a:ext cx="1011300" cy="385275"/>
            </a:xfrm>
            <a:custGeom>
              <a:avLst/>
              <a:gdLst/>
              <a:ahLst/>
              <a:cxnLst/>
              <a:rect l="l" t="t" r="r" b="b"/>
              <a:pathLst>
                <a:path w="40452" h="15411" extrusionOk="0">
                  <a:moveTo>
                    <a:pt x="36531" y="0"/>
                  </a:moveTo>
                  <a:lnTo>
                    <a:pt x="36531" y="0"/>
                  </a:lnTo>
                  <a:cubicBezTo>
                    <a:pt x="33612" y="258"/>
                    <a:pt x="30736" y="487"/>
                    <a:pt x="27774" y="658"/>
                  </a:cubicBezTo>
                  <a:cubicBezTo>
                    <a:pt x="30950" y="5051"/>
                    <a:pt x="28432" y="11275"/>
                    <a:pt x="23109" y="12234"/>
                  </a:cubicBezTo>
                  <a:cubicBezTo>
                    <a:pt x="15468" y="13579"/>
                    <a:pt x="7742" y="14538"/>
                    <a:pt x="1" y="15110"/>
                  </a:cubicBezTo>
                  <a:cubicBezTo>
                    <a:pt x="1560" y="15196"/>
                    <a:pt x="3091" y="15325"/>
                    <a:pt x="4651" y="15411"/>
                  </a:cubicBezTo>
                  <a:cubicBezTo>
                    <a:pt x="13937" y="14938"/>
                    <a:pt x="23195" y="13880"/>
                    <a:pt x="32352" y="12277"/>
                  </a:cubicBezTo>
                  <a:cubicBezTo>
                    <a:pt x="38090" y="11190"/>
                    <a:pt x="40451" y="4221"/>
                    <a:pt x="36531" y="0"/>
                  </a:cubicBezTo>
                  <a:close/>
                </a:path>
              </a:pathLst>
            </a:custGeom>
            <a:solidFill>
              <a:srgbClr val="90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8" name="Google Shape;7338;p62"/>
            <p:cNvSpPr/>
            <p:nvPr/>
          </p:nvSpPr>
          <p:spPr>
            <a:xfrm>
              <a:off x="4086300" y="3360975"/>
              <a:ext cx="269025" cy="1808275"/>
            </a:xfrm>
            <a:custGeom>
              <a:avLst/>
              <a:gdLst/>
              <a:ahLst/>
              <a:cxnLst/>
              <a:rect l="l" t="t" r="r" b="b"/>
              <a:pathLst>
                <a:path w="10761" h="72331" extrusionOk="0">
                  <a:moveTo>
                    <a:pt x="1" y="0"/>
                  </a:moveTo>
                  <a:lnTo>
                    <a:pt x="1" y="72331"/>
                  </a:lnTo>
                  <a:lnTo>
                    <a:pt x="10761" y="72331"/>
                  </a:lnTo>
                  <a:lnTo>
                    <a:pt x="10747" y="0"/>
                  </a:lnTo>
                  <a:cubicBezTo>
                    <a:pt x="8980" y="372"/>
                    <a:pt x="7180" y="558"/>
                    <a:pt x="5379" y="558"/>
                  </a:cubicBezTo>
                  <a:cubicBezTo>
                    <a:pt x="3578" y="558"/>
                    <a:pt x="1775" y="372"/>
                    <a:pt x="1" y="0"/>
                  </a:cubicBezTo>
                  <a:close/>
                </a:path>
              </a:pathLst>
            </a:custGeom>
            <a:solidFill>
              <a:srgbClr val="ADB8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39" name="Google Shape;7339;p62"/>
          <p:cNvGrpSpPr/>
          <p:nvPr/>
        </p:nvGrpSpPr>
        <p:grpSpPr>
          <a:xfrm>
            <a:off x="2818791" y="4097368"/>
            <a:ext cx="342496" cy="351944"/>
            <a:chOff x="2810729" y="4267107"/>
            <a:chExt cx="342496" cy="351944"/>
          </a:xfrm>
        </p:grpSpPr>
        <p:sp>
          <p:nvSpPr>
            <p:cNvPr id="7340" name="Google Shape;7340;p62"/>
            <p:cNvSpPr/>
            <p:nvPr/>
          </p:nvSpPr>
          <p:spPr>
            <a:xfrm>
              <a:off x="2890682" y="4267422"/>
              <a:ext cx="35575" cy="23627"/>
            </a:xfrm>
            <a:custGeom>
              <a:avLst/>
              <a:gdLst/>
              <a:ahLst/>
              <a:cxnLst/>
              <a:rect l="l" t="t" r="r" b="b"/>
              <a:pathLst>
                <a:path w="2376" h="1578" extrusionOk="0">
                  <a:moveTo>
                    <a:pt x="484" y="0"/>
                  </a:moveTo>
                  <a:cubicBezTo>
                    <a:pt x="210" y="0"/>
                    <a:pt x="0" y="231"/>
                    <a:pt x="0" y="505"/>
                  </a:cubicBezTo>
                  <a:lnTo>
                    <a:pt x="0" y="1577"/>
                  </a:lnTo>
                  <a:lnTo>
                    <a:pt x="2376" y="1577"/>
                  </a:lnTo>
                  <a:lnTo>
                    <a:pt x="2376" y="505"/>
                  </a:lnTo>
                  <a:cubicBezTo>
                    <a:pt x="2376" y="231"/>
                    <a:pt x="2166" y="0"/>
                    <a:pt x="1871" y="0"/>
                  </a:cubicBez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1" name="Google Shape;7341;p62"/>
            <p:cNvSpPr/>
            <p:nvPr/>
          </p:nvSpPr>
          <p:spPr>
            <a:xfrm>
              <a:off x="2890996" y="4390181"/>
              <a:ext cx="34946" cy="36533"/>
            </a:xfrm>
            <a:custGeom>
              <a:avLst/>
              <a:gdLst/>
              <a:ahLst/>
              <a:cxnLst/>
              <a:rect l="l" t="t" r="r" b="b"/>
              <a:pathLst>
                <a:path w="2334" h="2440" extrusionOk="0">
                  <a:moveTo>
                    <a:pt x="0" y="1"/>
                  </a:moveTo>
                  <a:lnTo>
                    <a:pt x="883" y="2250"/>
                  </a:lnTo>
                  <a:cubicBezTo>
                    <a:pt x="936" y="2376"/>
                    <a:pt x="1051" y="2440"/>
                    <a:pt x="1167" y="2440"/>
                  </a:cubicBezTo>
                  <a:cubicBezTo>
                    <a:pt x="1283" y="2440"/>
                    <a:pt x="1398" y="2376"/>
                    <a:pt x="1451" y="2250"/>
                  </a:cubicBezTo>
                  <a:lnTo>
                    <a:pt x="2334" y="1"/>
                  </a:ln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2" name="Google Shape;7342;p62"/>
            <p:cNvSpPr/>
            <p:nvPr/>
          </p:nvSpPr>
          <p:spPr>
            <a:xfrm>
              <a:off x="2886579" y="4287245"/>
              <a:ext cx="43780" cy="105466"/>
            </a:xfrm>
            <a:custGeom>
              <a:avLst/>
              <a:gdLst/>
              <a:ahLst/>
              <a:cxnLst/>
              <a:rect l="l" t="t" r="r" b="b"/>
              <a:pathLst>
                <a:path w="2924" h="7044" extrusionOk="0">
                  <a:moveTo>
                    <a:pt x="506" y="1"/>
                  </a:moveTo>
                  <a:cubicBezTo>
                    <a:pt x="232" y="1"/>
                    <a:pt x="22" y="211"/>
                    <a:pt x="22" y="505"/>
                  </a:cubicBezTo>
                  <a:lnTo>
                    <a:pt x="22" y="6539"/>
                  </a:lnTo>
                  <a:cubicBezTo>
                    <a:pt x="1" y="6813"/>
                    <a:pt x="232" y="7044"/>
                    <a:pt x="527" y="7044"/>
                  </a:cubicBezTo>
                  <a:lnTo>
                    <a:pt x="2419" y="7044"/>
                  </a:lnTo>
                  <a:cubicBezTo>
                    <a:pt x="2692" y="7044"/>
                    <a:pt x="2923" y="6813"/>
                    <a:pt x="2902" y="6539"/>
                  </a:cubicBezTo>
                  <a:lnTo>
                    <a:pt x="2902" y="505"/>
                  </a:lnTo>
                  <a:cubicBezTo>
                    <a:pt x="2902" y="211"/>
                    <a:pt x="2692" y="1"/>
                    <a:pt x="241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3" name="Google Shape;7343;p62"/>
            <p:cNvSpPr/>
            <p:nvPr/>
          </p:nvSpPr>
          <p:spPr>
            <a:xfrm>
              <a:off x="2909248" y="4287245"/>
              <a:ext cx="20797" cy="105466"/>
            </a:xfrm>
            <a:custGeom>
              <a:avLst/>
              <a:gdLst/>
              <a:ahLst/>
              <a:cxnLst/>
              <a:rect l="l" t="t" r="r" b="b"/>
              <a:pathLst>
                <a:path w="1389" h="7044" extrusionOk="0">
                  <a:moveTo>
                    <a:pt x="1" y="1"/>
                  </a:moveTo>
                  <a:cubicBezTo>
                    <a:pt x="274" y="1"/>
                    <a:pt x="505" y="211"/>
                    <a:pt x="505" y="505"/>
                  </a:cubicBezTo>
                  <a:lnTo>
                    <a:pt x="505" y="6539"/>
                  </a:lnTo>
                  <a:cubicBezTo>
                    <a:pt x="505" y="6813"/>
                    <a:pt x="274" y="7044"/>
                    <a:pt x="1" y="7044"/>
                  </a:cubicBezTo>
                  <a:lnTo>
                    <a:pt x="905" y="7044"/>
                  </a:lnTo>
                  <a:cubicBezTo>
                    <a:pt x="1178" y="7044"/>
                    <a:pt x="1388" y="6813"/>
                    <a:pt x="1388" y="6539"/>
                  </a:cubicBezTo>
                  <a:lnTo>
                    <a:pt x="1388" y="505"/>
                  </a:lnTo>
                  <a:cubicBezTo>
                    <a:pt x="1388" y="211"/>
                    <a:pt x="1178" y="1"/>
                    <a:pt x="905"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4" name="Google Shape;7344;p62"/>
            <p:cNvSpPr/>
            <p:nvPr/>
          </p:nvSpPr>
          <p:spPr>
            <a:xfrm>
              <a:off x="2819532" y="4267496"/>
              <a:ext cx="38419" cy="39917"/>
            </a:xfrm>
            <a:custGeom>
              <a:avLst/>
              <a:gdLst/>
              <a:ahLst/>
              <a:cxnLst/>
              <a:rect l="l" t="t" r="r" b="b"/>
              <a:pathLst>
                <a:path w="2566" h="2666" extrusionOk="0">
                  <a:moveTo>
                    <a:pt x="1273" y="0"/>
                  </a:moveTo>
                  <a:cubicBezTo>
                    <a:pt x="1147" y="0"/>
                    <a:pt x="1020" y="69"/>
                    <a:pt x="968" y="205"/>
                  </a:cubicBezTo>
                  <a:lnTo>
                    <a:pt x="1" y="2665"/>
                  </a:lnTo>
                  <a:lnTo>
                    <a:pt x="2566" y="2665"/>
                  </a:lnTo>
                  <a:lnTo>
                    <a:pt x="1578" y="205"/>
                  </a:lnTo>
                  <a:cubicBezTo>
                    <a:pt x="1525" y="69"/>
                    <a:pt x="1399" y="0"/>
                    <a:pt x="1273"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5" name="Google Shape;7345;p62"/>
            <p:cNvSpPr/>
            <p:nvPr/>
          </p:nvSpPr>
          <p:spPr>
            <a:xfrm>
              <a:off x="2815130" y="4306140"/>
              <a:ext cx="46924" cy="230442"/>
            </a:xfrm>
            <a:custGeom>
              <a:avLst/>
              <a:gdLst/>
              <a:ahLst/>
              <a:cxnLst/>
              <a:rect l="l" t="t" r="r" b="b"/>
              <a:pathLst>
                <a:path w="3134" h="15391" extrusionOk="0">
                  <a:moveTo>
                    <a:pt x="547" y="0"/>
                  </a:moveTo>
                  <a:cubicBezTo>
                    <a:pt x="253" y="0"/>
                    <a:pt x="0" y="252"/>
                    <a:pt x="0" y="547"/>
                  </a:cubicBezTo>
                  <a:lnTo>
                    <a:pt x="0" y="14843"/>
                  </a:lnTo>
                  <a:cubicBezTo>
                    <a:pt x="0" y="15138"/>
                    <a:pt x="253" y="15390"/>
                    <a:pt x="547" y="15390"/>
                  </a:cubicBezTo>
                  <a:lnTo>
                    <a:pt x="2586" y="15390"/>
                  </a:lnTo>
                  <a:cubicBezTo>
                    <a:pt x="2902" y="15390"/>
                    <a:pt x="3133" y="15138"/>
                    <a:pt x="3133" y="14843"/>
                  </a:cubicBezTo>
                  <a:lnTo>
                    <a:pt x="3133" y="547"/>
                  </a:lnTo>
                  <a:cubicBezTo>
                    <a:pt x="3133" y="252"/>
                    <a:pt x="2902" y="0"/>
                    <a:pt x="2586"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6" name="Google Shape;7346;p62"/>
            <p:cNvSpPr/>
            <p:nvPr/>
          </p:nvSpPr>
          <p:spPr>
            <a:xfrm>
              <a:off x="2838742" y="4306140"/>
              <a:ext cx="23312" cy="230442"/>
            </a:xfrm>
            <a:custGeom>
              <a:avLst/>
              <a:gdLst/>
              <a:ahLst/>
              <a:cxnLst/>
              <a:rect l="l" t="t" r="r" b="b"/>
              <a:pathLst>
                <a:path w="1557" h="15391" extrusionOk="0">
                  <a:moveTo>
                    <a:pt x="0" y="0"/>
                  </a:moveTo>
                  <a:lnTo>
                    <a:pt x="0" y="15390"/>
                  </a:lnTo>
                  <a:lnTo>
                    <a:pt x="1009" y="15390"/>
                  </a:lnTo>
                  <a:cubicBezTo>
                    <a:pt x="1325" y="15390"/>
                    <a:pt x="1556" y="15138"/>
                    <a:pt x="1556" y="14843"/>
                  </a:cubicBezTo>
                  <a:lnTo>
                    <a:pt x="1556" y="547"/>
                  </a:lnTo>
                  <a:cubicBezTo>
                    <a:pt x="1556" y="231"/>
                    <a:pt x="1325" y="0"/>
                    <a:pt x="1009"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7" name="Google Shape;7347;p62"/>
            <p:cNvSpPr/>
            <p:nvPr/>
          </p:nvSpPr>
          <p:spPr>
            <a:xfrm>
              <a:off x="2815130" y="4505080"/>
              <a:ext cx="46924" cy="31502"/>
            </a:xfrm>
            <a:custGeom>
              <a:avLst/>
              <a:gdLst/>
              <a:ahLst/>
              <a:cxnLst/>
              <a:rect l="l" t="t" r="r" b="b"/>
              <a:pathLst>
                <a:path w="3134" h="2104" extrusionOk="0">
                  <a:moveTo>
                    <a:pt x="0" y="1"/>
                  </a:moveTo>
                  <a:lnTo>
                    <a:pt x="0" y="1556"/>
                  </a:lnTo>
                  <a:cubicBezTo>
                    <a:pt x="0" y="1851"/>
                    <a:pt x="253" y="2103"/>
                    <a:pt x="547" y="2103"/>
                  </a:cubicBezTo>
                  <a:lnTo>
                    <a:pt x="2586" y="2103"/>
                  </a:lnTo>
                  <a:cubicBezTo>
                    <a:pt x="2902" y="2103"/>
                    <a:pt x="3133" y="1851"/>
                    <a:pt x="3133" y="1556"/>
                  </a:cubicBezTo>
                  <a:lnTo>
                    <a:pt x="3133" y="1"/>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8" name="Google Shape;7348;p62"/>
            <p:cNvSpPr/>
            <p:nvPr/>
          </p:nvSpPr>
          <p:spPr>
            <a:xfrm>
              <a:off x="2888795" y="4455970"/>
              <a:ext cx="39677" cy="54799"/>
            </a:xfrm>
            <a:custGeom>
              <a:avLst/>
              <a:gdLst/>
              <a:ahLst/>
              <a:cxnLst/>
              <a:rect l="l" t="t" r="r" b="b"/>
              <a:pathLst>
                <a:path w="2650" h="3660" extrusionOk="0">
                  <a:moveTo>
                    <a:pt x="547" y="1"/>
                  </a:moveTo>
                  <a:cubicBezTo>
                    <a:pt x="252" y="1"/>
                    <a:pt x="0" y="232"/>
                    <a:pt x="0" y="547"/>
                  </a:cubicBezTo>
                  <a:lnTo>
                    <a:pt x="0" y="3659"/>
                  </a:lnTo>
                  <a:lnTo>
                    <a:pt x="2649" y="3659"/>
                  </a:lnTo>
                  <a:lnTo>
                    <a:pt x="2649" y="547"/>
                  </a:lnTo>
                  <a:cubicBezTo>
                    <a:pt x="2649" y="232"/>
                    <a:pt x="2397" y="1"/>
                    <a:pt x="2103"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9" name="Google Shape;7349;p62"/>
            <p:cNvSpPr/>
            <p:nvPr/>
          </p:nvSpPr>
          <p:spPr>
            <a:xfrm>
              <a:off x="2883435" y="4475180"/>
              <a:ext cx="50068" cy="61402"/>
            </a:xfrm>
            <a:custGeom>
              <a:avLst/>
              <a:gdLst/>
              <a:ahLst/>
              <a:cxnLst/>
              <a:rect l="l" t="t" r="r" b="b"/>
              <a:pathLst>
                <a:path w="3344" h="4101" extrusionOk="0">
                  <a:moveTo>
                    <a:pt x="547" y="0"/>
                  </a:moveTo>
                  <a:cubicBezTo>
                    <a:pt x="253" y="0"/>
                    <a:pt x="1" y="232"/>
                    <a:pt x="1" y="547"/>
                  </a:cubicBezTo>
                  <a:lnTo>
                    <a:pt x="1" y="3553"/>
                  </a:lnTo>
                  <a:cubicBezTo>
                    <a:pt x="1" y="3848"/>
                    <a:pt x="253" y="4100"/>
                    <a:pt x="547" y="4100"/>
                  </a:cubicBezTo>
                  <a:lnTo>
                    <a:pt x="2797" y="4100"/>
                  </a:lnTo>
                  <a:cubicBezTo>
                    <a:pt x="3091" y="4100"/>
                    <a:pt x="3344" y="3848"/>
                    <a:pt x="3344" y="3553"/>
                  </a:cubicBezTo>
                  <a:lnTo>
                    <a:pt x="3344" y="547"/>
                  </a:lnTo>
                  <a:cubicBezTo>
                    <a:pt x="3344" y="232"/>
                    <a:pt x="3091" y="0"/>
                    <a:pt x="2797"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0" name="Google Shape;7350;p62"/>
            <p:cNvSpPr/>
            <p:nvPr/>
          </p:nvSpPr>
          <p:spPr>
            <a:xfrm>
              <a:off x="2912077" y="4475180"/>
              <a:ext cx="21426" cy="61402"/>
            </a:xfrm>
            <a:custGeom>
              <a:avLst/>
              <a:gdLst/>
              <a:ahLst/>
              <a:cxnLst/>
              <a:rect l="l" t="t" r="r" b="b"/>
              <a:pathLst>
                <a:path w="1431" h="4101" extrusionOk="0">
                  <a:moveTo>
                    <a:pt x="1" y="0"/>
                  </a:moveTo>
                  <a:cubicBezTo>
                    <a:pt x="295" y="0"/>
                    <a:pt x="548" y="232"/>
                    <a:pt x="548" y="547"/>
                  </a:cubicBezTo>
                  <a:lnTo>
                    <a:pt x="548" y="3553"/>
                  </a:lnTo>
                  <a:cubicBezTo>
                    <a:pt x="548" y="3848"/>
                    <a:pt x="295" y="4100"/>
                    <a:pt x="1" y="4100"/>
                  </a:cubicBezTo>
                  <a:lnTo>
                    <a:pt x="884" y="4100"/>
                  </a:lnTo>
                  <a:cubicBezTo>
                    <a:pt x="1178" y="4100"/>
                    <a:pt x="1431" y="3848"/>
                    <a:pt x="1431" y="3553"/>
                  </a:cubicBezTo>
                  <a:lnTo>
                    <a:pt x="1431" y="547"/>
                  </a:lnTo>
                  <a:cubicBezTo>
                    <a:pt x="1431" y="232"/>
                    <a:pt x="1178" y="0"/>
                    <a:pt x="884" y="0"/>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1" name="Google Shape;7351;p62"/>
            <p:cNvSpPr/>
            <p:nvPr/>
          </p:nvSpPr>
          <p:spPr>
            <a:xfrm>
              <a:off x="2955842" y="4272767"/>
              <a:ext cx="192666" cy="259399"/>
            </a:xfrm>
            <a:custGeom>
              <a:avLst/>
              <a:gdLst/>
              <a:ahLst/>
              <a:cxnLst/>
              <a:rect l="l" t="t" r="r" b="b"/>
              <a:pathLst>
                <a:path w="12868" h="17325" extrusionOk="0">
                  <a:moveTo>
                    <a:pt x="547" y="1"/>
                  </a:moveTo>
                  <a:cubicBezTo>
                    <a:pt x="253" y="1"/>
                    <a:pt x="0" y="253"/>
                    <a:pt x="0" y="568"/>
                  </a:cubicBezTo>
                  <a:lnTo>
                    <a:pt x="0" y="16778"/>
                  </a:lnTo>
                  <a:cubicBezTo>
                    <a:pt x="0" y="17072"/>
                    <a:pt x="253" y="17325"/>
                    <a:pt x="547" y="17325"/>
                  </a:cubicBezTo>
                  <a:lnTo>
                    <a:pt x="11774" y="17325"/>
                  </a:lnTo>
                  <a:cubicBezTo>
                    <a:pt x="12384" y="17325"/>
                    <a:pt x="12867" y="16820"/>
                    <a:pt x="12867" y="16231"/>
                  </a:cubicBezTo>
                  <a:lnTo>
                    <a:pt x="12867" y="1094"/>
                  </a:lnTo>
                  <a:cubicBezTo>
                    <a:pt x="12867" y="505"/>
                    <a:pt x="12384" y="22"/>
                    <a:pt x="1177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2" name="Google Shape;7352;p62"/>
            <p:cNvSpPr/>
            <p:nvPr/>
          </p:nvSpPr>
          <p:spPr>
            <a:xfrm>
              <a:off x="3116063" y="4273081"/>
              <a:ext cx="32445" cy="259084"/>
            </a:xfrm>
            <a:custGeom>
              <a:avLst/>
              <a:gdLst/>
              <a:ahLst/>
              <a:cxnLst/>
              <a:rect l="l" t="t" r="r" b="b"/>
              <a:pathLst>
                <a:path w="2167" h="17304" extrusionOk="0">
                  <a:moveTo>
                    <a:pt x="1" y="1"/>
                  </a:moveTo>
                  <a:cubicBezTo>
                    <a:pt x="610" y="1"/>
                    <a:pt x="1094" y="484"/>
                    <a:pt x="1094" y="1094"/>
                  </a:cubicBezTo>
                  <a:lnTo>
                    <a:pt x="1094" y="16210"/>
                  </a:lnTo>
                  <a:cubicBezTo>
                    <a:pt x="1094" y="16820"/>
                    <a:pt x="610" y="17304"/>
                    <a:pt x="1" y="17304"/>
                  </a:cubicBezTo>
                  <a:lnTo>
                    <a:pt x="1073" y="17304"/>
                  </a:lnTo>
                  <a:cubicBezTo>
                    <a:pt x="1683" y="17304"/>
                    <a:pt x="2166" y="16820"/>
                    <a:pt x="2166" y="16210"/>
                  </a:cubicBezTo>
                  <a:lnTo>
                    <a:pt x="2166" y="1094"/>
                  </a:lnTo>
                  <a:cubicBezTo>
                    <a:pt x="2166" y="484"/>
                    <a:pt x="1683" y="1"/>
                    <a:pt x="1073"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3" name="Google Shape;7353;p62"/>
            <p:cNvSpPr/>
            <p:nvPr/>
          </p:nvSpPr>
          <p:spPr>
            <a:xfrm>
              <a:off x="2984484" y="4267107"/>
              <a:ext cx="18266" cy="270733"/>
            </a:xfrm>
            <a:custGeom>
              <a:avLst/>
              <a:gdLst/>
              <a:ahLst/>
              <a:cxnLst/>
              <a:rect l="l" t="t" r="r" b="b"/>
              <a:pathLst>
                <a:path w="1220" h="18082" extrusionOk="0">
                  <a:moveTo>
                    <a:pt x="316" y="0"/>
                  </a:moveTo>
                  <a:cubicBezTo>
                    <a:pt x="127" y="0"/>
                    <a:pt x="0" y="147"/>
                    <a:pt x="0" y="337"/>
                  </a:cubicBezTo>
                  <a:lnTo>
                    <a:pt x="0" y="17745"/>
                  </a:lnTo>
                  <a:cubicBezTo>
                    <a:pt x="0" y="17934"/>
                    <a:pt x="127" y="18081"/>
                    <a:pt x="316" y="18081"/>
                  </a:cubicBezTo>
                  <a:lnTo>
                    <a:pt x="884" y="18081"/>
                  </a:lnTo>
                  <a:cubicBezTo>
                    <a:pt x="1073" y="18081"/>
                    <a:pt x="1220" y="17934"/>
                    <a:pt x="1220" y="17745"/>
                  </a:cubicBezTo>
                  <a:lnTo>
                    <a:pt x="1220" y="337"/>
                  </a:lnTo>
                  <a:cubicBezTo>
                    <a:pt x="1220" y="147"/>
                    <a:pt x="1073" y="0"/>
                    <a:pt x="884"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4" name="Google Shape;7354;p62"/>
            <p:cNvSpPr/>
            <p:nvPr/>
          </p:nvSpPr>
          <p:spPr>
            <a:xfrm>
              <a:off x="3091193" y="4499106"/>
              <a:ext cx="32445" cy="10705"/>
            </a:xfrm>
            <a:custGeom>
              <a:avLst/>
              <a:gdLst/>
              <a:ahLst/>
              <a:cxnLst/>
              <a:rect l="l" t="t" r="r" b="b"/>
              <a:pathLst>
                <a:path w="2167" h="715" extrusionOk="0">
                  <a:moveTo>
                    <a:pt x="484" y="0"/>
                  </a:moveTo>
                  <a:cubicBezTo>
                    <a:pt x="1" y="0"/>
                    <a:pt x="1" y="715"/>
                    <a:pt x="484" y="715"/>
                  </a:cubicBezTo>
                  <a:lnTo>
                    <a:pt x="1704" y="715"/>
                  </a:lnTo>
                  <a:cubicBezTo>
                    <a:pt x="2166" y="715"/>
                    <a:pt x="2166" y="0"/>
                    <a:pt x="1704"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5" name="Google Shape;7355;p62"/>
            <p:cNvSpPr/>
            <p:nvPr/>
          </p:nvSpPr>
          <p:spPr>
            <a:xfrm>
              <a:off x="3110718" y="4485571"/>
              <a:ext cx="12292" cy="10705"/>
            </a:xfrm>
            <a:custGeom>
              <a:avLst/>
              <a:gdLst/>
              <a:ahLst/>
              <a:cxnLst/>
              <a:rect l="l" t="t" r="r" b="b"/>
              <a:pathLst>
                <a:path w="821" h="715" extrusionOk="0">
                  <a:moveTo>
                    <a:pt x="358" y="0"/>
                  </a:moveTo>
                  <a:cubicBezTo>
                    <a:pt x="147" y="0"/>
                    <a:pt x="0" y="168"/>
                    <a:pt x="0" y="357"/>
                  </a:cubicBezTo>
                  <a:cubicBezTo>
                    <a:pt x="0" y="547"/>
                    <a:pt x="168" y="715"/>
                    <a:pt x="358" y="715"/>
                  </a:cubicBezTo>
                  <a:cubicBezTo>
                    <a:pt x="820" y="715"/>
                    <a:pt x="820" y="0"/>
                    <a:pt x="358"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6" name="Google Shape;7356;p62"/>
            <p:cNvSpPr/>
            <p:nvPr/>
          </p:nvSpPr>
          <p:spPr>
            <a:xfrm>
              <a:off x="2810729" y="4557334"/>
              <a:ext cx="342496" cy="61717"/>
            </a:xfrm>
            <a:custGeom>
              <a:avLst/>
              <a:gdLst/>
              <a:ahLst/>
              <a:cxnLst/>
              <a:rect l="l" t="t" r="r" b="b"/>
              <a:pathLst>
                <a:path w="22875" h="4122" extrusionOk="0">
                  <a:moveTo>
                    <a:pt x="547" y="1"/>
                  </a:moveTo>
                  <a:cubicBezTo>
                    <a:pt x="231" y="1"/>
                    <a:pt x="0" y="232"/>
                    <a:pt x="0" y="547"/>
                  </a:cubicBezTo>
                  <a:lnTo>
                    <a:pt x="0" y="3575"/>
                  </a:lnTo>
                  <a:cubicBezTo>
                    <a:pt x="0" y="3869"/>
                    <a:pt x="231" y="4121"/>
                    <a:pt x="547" y="4121"/>
                  </a:cubicBezTo>
                  <a:lnTo>
                    <a:pt x="22328" y="4121"/>
                  </a:lnTo>
                  <a:cubicBezTo>
                    <a:pt x="22622" y="4121"/>
                    <a:pt x="22875" y="3869"/>
                    <a:pt x="22875" y="3575"/>
                  </a:cubicBezTo>
                  <a:lnTo>
                    <a:pt x="22875" y="547"/>
                  </a:lnTo>
                  <a:cubicBezTo>
                    <a:pt x="22875" y="232"/>
                    <a:pt x="22622" y="1"/>
                    <a:pt x="22328" y="1"/>
                  </a:cubicBezTo>
                  <a:close/>
                </a:path>
              </a:pathLst>
            </a:custGeom>
            <a:solidFill>
              <a:srgbClr val="A7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7" name="Google Shape;7357;p62"/>
            <p:cNvSpPr/>
            <p:nvPr/>
          </p:nvSpPr>
          <p:spPr>
            <a:xfrm>
              <a:off x="3129598" y="4557334"/>
              <a:ext cx="23627" cy="61717"/>
            </a:xfrm>
            <a:custGeom>
              <a:avLst/>
              <a:gdLst/>
              <a:ahLst/>
              <a:cxnLst/>
              <a:rect l="l" t="t" r="r" b="b"/>
              <a:pathLst>
                <a:path w="1578" h="4122" extrusionOk="0">
                  <a:moveTo>
                    <a:pt x="1" y="1"/>
                  </a:moveTo>
                  <a:cubicBezTo>
                    <a:pt x="295" y="1"/>
                    <a:pt x="547" y="232"/>
                    <a:pt x="547" y="547"/>
                  </a:cubicBezTo>
                  <a:lnTo>
                    <a:pt x="547" y="3575"/>
                  </a:lnTo>
                  <a:cubicBezTo>
                    <a:pt x="547" y="3869"/>
                    <a:pt x="295" y="4121"/>
                    <a:pt x="1" y="4121"/>
                  </a:cubicBezTo>
                  <a:lnTo>
                    <a:pt x="1031" y="4121"/>
                  </a:lnTo>
                  <a:cubicBezTo>
                    <a:pt x="1325" y="4121"/>
                    <a:pt x="1578" y="3869"/>
                    <a:pt x="1578" y="3575"/>
                  </a:cubicBezTo>
                  <a:lnTo>
                    <a:pt x="1578" y="547"/>
                  </a:lnTo>
                  <a:cubicBezTo>
                    <a:pt x="1578" y="232"/>
                    <a:pt x="1325" y="1"/>
                    <a:pt x="1031"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8" name="Google Shape;7358;p62"/>
            <p:cNvSpPr/>
            <p:nvPr/>
          </p:nvSpPr>
          <p:spPr>
            <a:xfrm>
              <a:off x="2838428" y="4553711"/>
              <a:ext cx="10720" cy="22219"/>
            </a:xfrm>
            <a:custGeom>
              <a:avLst/>
              <a:gdLst/>
              <a:ahLst/>
              <a:cxnLst/>
              <a:rect l="l" t="t" r="r" b="b"/>
              <a:pathLst>
                <a:path w="716" h="1484" extrusionOk="0">
                  <a:moveTo>
                    <a:pt x="358" y="1"/>
                  </a:moveTo>
                  <a:cubicBezTo>
                    <a:pt x="179" y="1"/>
                    <a:pt x="0" y="116"/>
                    <a:pt x="0" y="348"/>
                  </a:cubicBezTo>
                  <a:lnTo>
                    <a:pt x="0" y="1126"/>
                  </a:lnTo>
                  <a:cubicBezTo>
                    <a:pt x="0" y="1315"/>
                    <a:pt x="168" y="1483"/>
                    <a:pt x="358" y="1483"/>
                  </a:cubicBezTo>
                  <a:cubicBezTo>
                    <a:pt x="547" y="1483"/>
                    <a:pt x="715" y="1315"/>
                    <a:pt x="715" y="1126"/>
                  </a:cubicBezTo>
                  <a:lnTo>
                    <a:pt x="715" y="348"/>
                  </a:lnTo>
                  <a:cubicBezTo>
                    <a:pt x="715" y="116"/>
                    <a:pt x="536"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9" name="Google Shape;7359;p62"/>
            <p:cNvSpPr/>
            <p:nvPr/>
          </p:nvSpPr>
          <p:spPr>
            <a:xfrm>
              <a:off x="2863611" y="4553711"/>
              <a:ext cx="10705" cy="22219"/>
            </a:xfrm>
            <a:custGeom>
              <a:avLst/>
              <a:gdLst/>
              <a:ahLst/>
              <a:cxnLst/>
              <a:rect l="l" t="t" r="r" b="b"/>
              <a:pathLst>
                <a:path w="715" h="1484" extrusionOk="0">
                  <a:moveTo>
                    <a:pt x="358" y="1"/>
                  </a:moveTo>
                  <a:cubicBezTo>
                    <a:pt x="179" y="1"/>
                    <a:pt x="0" y="116"/>
                    <a:pt x="0" y="348"/>
                  </a:cubicBezTo>
                  <a:lnTo>
                    <a:pt x="0" y="1126"/>
                  </a:lnTo>
                  <a:cubicBezTo>
                    <a:pt x="0" y="1315"/>
                    <a:pt x="168" y="1483"/>
                    <a:pt x="358" y="1483"/>
                  </a:cubicBezTo>
                  <a:cubicBezTo>
                    <a:pt x="547" y="1483"/>
                    <a:pt x="715" y="1315"/>
                    <a:pt x="715" y="1126"/>
                  </a:cubicBezTo>
                  <a:lnTo>
                    <a:pt x="715" y="348"/>
                  </a:lnTo>
                  <a:cubicBezTo>
                    <a:pt x="715" y="116"/>
                    <a:pt x="536"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0" name="Google Shape;7360;p62"/>
            <p:cNvSpPr/>
            <p:nvPr/>
          </p:nvSpPr>
          <p:spPr>
            <a:xfrm>
              <a:off x="2888795" y="4553711"/>
              <a:ext cx="10705" cy="22219"/>
            </a:xfrm>
            <a:custGeom>
              <a:avLst/>
              <a:gdLst/>
              <a:ahLst/>
              <a:cxnLst/>
              <a:rect l="l" t="t" r="r" b="b"/>
              <a:pathLst>
                <a:path w="715" h="1484" extrusionOk="0">
                  <a:moveTo>
                    <a:pt x="350" y="1"/>
                  </a:moveTo>
                  <a:cubicBezTo>
                    <a:pt x="174" y="1"/>
                    <a:pt x="0" y="116"/>
                    <a:pt x="0" y="348"/>
                  </a:cubicBezTo>
                  <a:lnTo>
                    <a:pt x="0" y="1126"/>
                  </a:lnTo>
                  <a:cubicBezTo>
                    <a:pt x="0" y="1315"/>
                    <a:pt x="147" y="1483"/>
                    <a:pt x="358" y="1483"/>
                  </a:cubicBezTo>
                  <a:cubicBezTo>
                    <a:pt x="547" y="1483"/>
                    <a:pt x="715" y="1315"/>
                    <a:pt x="715" y="1126"/>
                  </a:cubicBezTo>
                  <a:lnTo>
                    <a:pt x="715" y="348"/>
                  </a:lnTo>
                  <a:cubicBezTo>
                    <a:pt x="704" y="116"/>
                    <a:pt x="526" y="1"/>
                    <a:pt x="350"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1" name="Google Shape;7361;p62"/>
            <p:cNvSpPr/>
            <p:nvPr/>
          </p:nvSpPr>
          <p:spPr>
            <a:xfrm>
              <a:off x="2913664" y="4553711"/>
              <a:ext cx="10705" cy="22219"/>
            </a:xfrm>
            <a:custGeom>
              <a:avLst/>
              <a:gdLst/>
              <a:ahLst/>
              <a:cxnLst/>
              <a:rect l="l" t="t" r="r" b="b"/>
              <a:pathLst>
                <a:path w="715" h="1484" extrusionOk="0">
                  <a:moveTo>
                    <a:pt x="357" y="1"/>
                  </a:moveTo>
                  <a:cubicBezTo>
                    <a:pt x="179" y="1"/>
                    <a:pt x="0" y="116"/>
                    <a:pt x="0" y="348"/>
                  </a:cubicBezTo>
                  <a:lnTo>
                    <a:pt x="0" y="1126"/>
                  </a:lnTo>
                  <a:cubicBezTo>
                    <a:pt x="0" y="1315"/>
                    <a:pt x="168" y="1483"/>
                    <a:pt x="357" y="1483"/>
                  </a:cubicBezTo>
                  <a:cubicBezTo>
                    <a:pt x="568" y="1483"/>
                    <a:pt x="715" y="1315"/>
                    <a:pt x="715" y="1126"/>
                  </a:cubicBezTo>
                  <a:lnTo>
                    <a:pt x="715" y="348"/>
                  </a:lnTo>
                  <a:cubicBezTo>
                    <a:pt x="715" y="116"/>
                    <a:pt x="536" y="1"/>
                    <a:pt x="357"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2" name="Google Shape;7362;p62"/>
            <p:cNvSpPr/>
            <p:nvPr/>
          </p:nvSpPr>
          <p:spPr>
            <a:xfrm>
              <a:off x="2938833" y="4553711"/>
              <a:ext cx="10720" cy="22219"/>
            </a:xfrm>
            <a:custGeom>
              <a:avLst/>
              <a:gdLst/>
              <a:ahLst/>
              <a:cxnLst/>
              <a:rect l="l" t="t" r="r" b="b"/>
              <a:pathLst>
                <a:path w="716" h="1484" extrusionOk="0">
                  <a:moveTo>
                    <a:pt x="358" y="1"/>
                  </a:moveTo>
                  <a:cubicBezTo>
                    <a:pt x="180" y="1"/>
                    <a:pt x="1" y="116"/>
                    <a:pt x="1" y="348"/>
                  </a:cubicBezTo>
                  <a:lnTo>
                    <a:pt x="1" y="1126"/>
                  </a:lnTo>
                  <a:cubicBezTo>
                    <a:pt x="1" y="1315"/>
                    <a:pt x="169" y="1483"/>
                    <a:pt x="358" y="1483"/>
                  </a:cubicBezTo>
                  <a:cubicBezTo>
                    <a:pt x="548" y="1483"/>
                    <a:pt x="716" y="1315"/>
                    <a:pt x="716" y="1126"/>
                  </a:cubicBezTo>
                  <a:lnTo>
                    <a:pt x="716" y="348"/>
                  </a:lnTo>
                  <a:cubicBezTo>
                    <a:pt x="716"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3" name="Google Shape;7363;p62"/>
            <p:cNvSpPr/>
            <p:nvPr/>
          </p:nvSpPr>
          <p:spPr>
            <a:xfrm>
              <a:off x="2964017" y="4553711"/>
              <a:ext cx="10720" cy="22219"/>
            </a:xfrm>
            <a:custGeom>
              <a:avLst/>
              <a:gdLst/>
              <a:ahLst/>
              <a:cxnLst/>
              <a:rect l="l" t="t" r="r" b="b"/>
              <a:pathLst>
                <a:path w="716" h="1484" extrusionOk="0">
                  <a:moveTo>
                    <a:pt x="358" y="1"/>
                  </a:moveTo>
                  <a:cubicBezTo>
                    <a:pt x="180" y="1"/>
                    <a:pt x="1" y="116"/>
                    <a:pt x="1" y="348"/>
                  </a:cubicBezTo>
                  <a:lnTo>
                    <a:pt x="1" y="1126"/>
                  </a:lnTo>
                  <a:cubicBezTo>
                    <a:pt x="1" y="1315"/>
                    <a:pt x="148" y="1483"/>
                    <a:pt x="358" y="1483"/>
                  </a:cubicBezTo>
                  <a:cubicBezTo>
                    <a:pt x="548" y="1483"/>
                    <a:pt x="716" y="1315"/>
                    <a:pt x="716" y="1126"/>
                  </a:cubicBezTo>
                  <a:lnTo>
                    <a:pt x="716" y="348"/>
                  </a:lnTo>
                  <a:cubicBezTo>
                    <a:pt x="716"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4" name="Google Shape;7364;p62"/>
            <p:cNvSpPr/>
            <p:nvPr/>
          </p:nvSpPr>
          <p:spPr>
            <a:xfrm>
              <a:off x="2989201" y="4553711"/>
              <a:ext cx="10406" cy="22219"/>
            </a:xfrm>
            <a:custGeom>
              <a:avLst/>
              <a:gdLst/>
              <a:ahLst/>
              <a:cxnLst/>
              <a:rect l="l" t="t" r="r" b="b"/>
              <a:pathLst>
                <a:path w="695" h="1484" extrusionOk="0">
                  <a:moveTo>
                    <a:pt x="348" y="1"/>
                  </a:moveTo>
                  <a:cubicBezTo>
                    <a:pt x="174" y="1"/>
                    <a:pt x="1" y="116"/>
                    <a:pt x="1" y="348"/>
                  </a:cubicBezTo>
                  <a:lnTo>
                    <a:pt x="1" y="1126"/>
                  </a:lnTo>
                  <a:cubicBezTo>
                    <a:pt x="1" y="1315"/>
                    <a:pt x="148" y="1483"/>
                    <a:pt x="358" y="1483"/>
                  </a:cubicBezTo>
                  <a:cubicBezTo>
                    <a:pt x="547" y="1483"/>
                    <a:pt x="695" y="1315"/>
                    <a:pt x="695" y="1126"/>
                  </a:cubicBezTo>
                  <a:lnTo>
                    <a:pt x="695" y="348"/>
                  </a:lnTo>
                  <a:cubicBezTo>
                    <a:pt x="695" y="116"/>
                    <a:pt x="521" y="1"/>
                    <a:pt x="34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5" name="Google Shape;7365;p62"/>
            <p:cNvSpPr/>
            <p:nvPr/>
          </p:nvSpPr>
          <p:spPr>
            <a:xfrm>
              <a:off x="3014070" y="4553711"/>
              <a:ext cx="10720" cy="22219"/>
            </a:xfrm>
            <a:custGeom>
              <a:avLst/>
              <a:gdLst/>
              <a:ahLst/>
              <a:cxnLst/>
              <a:rect l="l" t="t" r="r" b="b"/>
              <a:pathLst>
                <a:path w="716" h="1484" extrusionOk="0">
                  <a:moveTo>
                    <a:pt x="358" y="1"/>
                  </a:moveTo>
                  <a:cubicBezTo>
                    <a:pt x="179" y="1"/>
                    <a:pt x="1" y="116"/>
                    <a:pt x="1" y="348"/>
                  </a:cubicBezTo>
                  <a:lnTo>
                    <a:pt x="1" y="1126"/>
                  </a:lnTo>
                  <a:cubicBezTo>
                    <a:pt x="1" y="1315"/>
                    <a:pt x="169" y="1483"/>
                    <a:pt x="358" y="1483"/>
                  </a:cubicBezTo>
                  <a:cubicBezTo>
                    <a:pt x="568" y="1483"/>
                    <a:pt x="716" y="1315"/>
                    <a:pt x="716" y="1126"/>
                  </a:cubicBezTo>
                  <a:lnTo>
                    <a:pt x="716" y="348"/>
                  </a:lnTo>
                  <a:cubicBezTo>
                    <a:pt x="716"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6" name="Google Shape;7366;p62"/>
            <p:cNvSpPr/>
            <p:nvPr/>
          </p:nvSpPr>
          <p:spPr>
            <a:xfrm>
              <a:off x="3039254" y="4553711"/>
              <a:ext cx="10720" cy="22219"/>
            </a:xfrm>
            <a:custGeom>
              <a:avLst/>
              <a:gdLst/>
              <a:ahLst/>
              <a:cxnLst/>
              <a:rect l="l" t="t" r="r" b="b"/>
              <a:pathLst>
                <a:path w="716" h="1484" extrusionOk="0">
                  <a:moveTo>
                    <a:pt x="358" y="1"/>
                  </a:moveTo>
                  <a:cubicBezTo>
                    <a:pt x="179" y="1"/>
                    <a:pt x="1" y="116"/>
                    <a:pt x="1" y="348"/>
                  </a:cubicBezTo>
                  <a:lnTo>
                    <a:pt x="1" y="1126"/>
                  </a:lnTo>
                  <a:cubicBezTo>
                    <a:pt x="1" y="1315"/>
                    <a:pt x="169" y="1483"/>
                    <a:pt x="358" y="1483"/>
                  </a:cubicBezTo>
                  <a:cubicBezTo>
                    <a:pt x="547" y="1483"/>
                    <a:pt x="716" y="1315"/>
                    <a:pt x="716" y="1126"/>
                  </a:cubicBezTo>
                  <a:lnTo>
                    <a:pt x="716" y="348"/>
                  </a:lnTo>
                  <a:cubicBezTo>
                    <a:pt x="716"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7" name="Google Shape;7367;p62"/>
            <p:cNvSpPr/>
            <p:nvPr/>
          </p:nvSpPr>
          <p:spPr>
            <a:xfrm>
              <a:off x="3064438" y="4553711"/>
              <a:ext cx="10720" cy="22219"/>
            </a:xfrm>
            <a:custGeom>
              <a:avLst/>
              <a:gdLst/>
              <a:ahLst/>
              <a:cxnLst/>
              <a:rect l="l" t="t" r="r" b="b"/>
              <a:pathLst>
                <a:path w="716" h="1484" extrusionOk="0">
                  <a:moveTo>
                    <a:pt x="358" y="1"/>
                  </a:moveTo>
                  <a:cubicBezTo>
                    <a:pt x="179" y="1"/>
                    <a:pt x="1" y="116"/>
                    <a:pt x="1" y="348"/>
                  </a:cubicBezTo>
                  <a:lnTo>
                    <a:pt x="1" y="1126"/>
                  </a:lnTo>
                  <a:cubicBezTo>
                    <a:pt x="1" y="1315"/>
                    <a:pt x="169" y="1483"/>
                    <a:pt x="358" y="1483"/>
                  </a:cubicBezTo>
                  <a:cubicBezTo>
                    <a:pt x="547" y="1483"/>
                    <a:pt x="715" y="1315"/>
                    <a:pt x="715" y="1126"/>
                  </a:cubicBezTo>
                  <a:lnTo>
                    <a:pt x="715" y="348"/>
                  </a:lnTo>
                  <a:cubicBezTo>
                    <a:pt x="715"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8" name="Google Shape;7368;p62"/>
            <p:cNvSpPr/>
            <p:nvPr/>
          </p:nvSpPr>
          <p:spPr>
            <a:xfrm>
              <a:off x="3089472" y="4553711"/>
              <a:ext cx="10556" cy="22219"/>
            </a:xfrm>
            <a:custGeom>
              <a:avLst/>
              <a:gdLst/>
              <a:ahLst/>
              <a:cxnLst/>
              <a:rect l="l" t="t" r="r" b="b"/>
              <a:pathLst>
                <a:path w="705" h="1484" extrusionOk="0">
                  <a:moveTo>
                    <a:pt x="350" y="1"/>
                  </a:moveTo>
                  <a:cubicBezTo>
                    <a:pt x="174" y="1"/>
                    <a:pt x="0" y="116"/>
                    <a:pt x="11" y="348"/>
                  </a:cubicBezTo>
                  <a:lnTo>
                    <a:pt x="11" y="1126"/>
                  </a:lnTo>
                  <a:cubicBezTo>
                    <a:pt x="11" y="1315"/>
                    <a:pt x="158" y="1483"/>
                    <a:pt x="347" y="1483"/>
                  </a:cubicBezTo>
                  <a:cubicBezTo>
                    <a:pt x="557" y="1483"/>
                    <a:pt x="704" y="1315"/>
                    <a:pt x="704" y="1126"/>
                  </a:cubicBezTo>
                  <a:lnTo>
                    <a:pt x="704" y="348"/>
                  </a:lnTo>
                  <a:cubicBezTo>
                    <a:pt x="704" y="116"/>
                    <a:pt x="526" y="1"/>
                    <a:pt x="350"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9" name="Google Shape;7369;p62"/>
            <p:cNvSpPr/>
            <p:nvPr/>
          </p:nvSpPr>
          <p:spPr>
            <a:xfrm>
              <a:off x="3114491" y="4553711"/>
              <a:ext cx="10720" cy="22219"/>
            </a:xfrm>
            <a:custGeom>
              <a:avLst/>
              <a:gdLst/>
              <a:ahLst/>
              <a:cxnLst/>
              <a:rect l="l" t="t" r="r" b="b"/>
              <a:pathLst>
                <a:path w="716" h="1484" extrusionOk="0">
                  <a:moveTo>
                    <a:pt x="358" y="1"/>
                  </a:moveTo>
                  <a:cubicBezTo>
                    <a:pt x="179" y="1"/>
                    <a:pt x="1" y="116"/>
                    <a:pt x="1" y="348"/>
                  </a:cubicBezTo>
                  <a:lnTo>
                    <a:pt x="1" y="1126"/>
                  </a:lnTo>
                  <a:cubicBezTo>
                    <a:pt x="1" y="1315"/>
                    <a:pt x="169" y="1483"/>
                    <a:pt x="358" y="1483"/>
                  </a:cubicBezTo>
                  <a:cubicBezTo>
                    <a:pt x="547" y="1483"/>
                    <a:pt x="715" y="1315"/>
                    <a:pt x="715" y="1126"/>
                  </a:cubicBezTo>
                  <a:lnTo>
                    <a:pt x="715" y="348"/>
                  </a:lnTo>
                  <a:cubicBezTo>
                    <a:pt x="715" y="116"/>
                    <a:pt x="537" y="1"/>
                    <a:pt x="358" y="1"/>
                  </a:cubicBezTo>
                  <a:close/>
                </a:path>
              </a:pathLst>
            </a:custGeom>
            <a:solidFill>
              <a:srgbClr val="9CB0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70" name="Google Shape;7370;p62"/>
          <p:cNvGrpSpPr/>
          <p:nvPr/>
        </p:nvGrpSpPr>
        <p:grpSpPr>
          <a:xfrm>
            <a:off x="1787231" y="3635885"/>
            <a:ext cx="282381" cy="343454"/>
            <a:chOff x="1779168" y="3805625"/>
            <a:chExt cx="282381" cy="343454"/>
          </a:xfrm>
        </p:grpSpPr>
        <p:sp>
          <p:nvSpPr>
            <p:cNvPr id="7371" name="Google Shape;7371;p62"/>
            <p:cNvSpPr/>
            <p:nvPr/>
          </p:nvSpPr>
          <p:spPr>
            <a:xfrm>
              <a:off x="1798048" y="3814758"/>
              <a:ext cx="243662" cy="314797"/>
            </a:xfrm>
            <a:custGeom>
              <a:avLst/>
              <a:gdLst/>
              <a:ahLst/>
              <a:cxnLst/>
              <a:rect l="l" t="t" r="r" b="b"/>
              <a:pathLst>
                <a:path w="16274" h="21025" extrusionOk="0">
                  <a:moveTo>
                    <a:pt x="1" y="0"/>
                  </a:moveTo>
                  <a:lnTo>
                    <a:pt x="1" y="21025"/>
                  </a:lnTo>
                  <a:lnTo>
                    <a:pt x="16274" y="21025"/>
                  </a:lnTo>
                  <a:lnTo>
                    <a:pt x="16274" y="0"/>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2" name="Google Shape;7372;p62"/>
            <p:cNvSpPr/>
            <p:nvPr/>
          </p:nvSpPr>
          <p:spPr>
            <a:xfrm>
              <a:off x="1798048" y="3814758"/>
              <a:ext cx="54485" cy="314797"/>
            </a:xfrm>
            <a:custGeom>
              <a:avLst/>
              <a:gdLst/>
              <a:ahLst/>
              <a:cxnLst/>
              <a:rect l="l" t="t" r="r" b="b"/>
              <a:pathLst>
                <a:path w="3639" h="21025" extrusionOk="0">
                  <a:moveTo>
                    <a:pt x="1" y="0"/>
                  </a:moveTo>
                  <a:lnTo>
                    <a:pt x="1" y="21025"/>
                  </a:lnTo>
                  <a:lnTo>
                    <a:pt x="3638" y="21025"/>
                  </a:lnTo>
                  <a:lnTo>
                    <a:pt x="363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3" name="Google Shape;7373;p62"/>
            <p:cNvSpPr/>
            <p:nvPr/>
          </p:nvSpPr>
          <p:spPr>
            <a:xfrm>
              <a:off x="1779168" y="4116319"/>
              <a:ext cx="282381" cy="32760"/>
            </a:xfrm>
            <a:custGeom>
              <a:avLst/>
              <a:gdLst/>
              <a:ahLst/>
              <a:cxnLst/>
              <a:rect l="l" t="t" r="r" b="b"/>
              <a:pathLst>
                <a:path w="18860" h="2188" extrusionOk="0">
                  <a:moveTo>
                    <a:pt x="694" y="0"/>
                  </a:moveTo>
                  <a:cubicBezTo>
                    <a:pt x="316" y="0"/>
                    <a:pt x="0" y="295"/>
                    <a:pt x="0" y="673"/>
                  </a:cubicBezTo>
                  <a:lnTo>
                    <a:pt x="0" y="1703"/>
                  </a:lnTo>
                  <a:cubicBezTo>
                    <a:pt x="0" y="1977"/>
                    <a:pt x="232" y="2187"/>
                    <a:pt x="484" y="2187"/>
                  </a:cubicBezTo>
                  <a:lnTo>
                    <a:pt x="18376" y="2187"/>
                  </a:lnTo>
                  <a:cubicBezTo>
                    <a:pt x="18649" y="2187"/>
                    <a:pt x="18859" y="1977"/>
                    <a:pt x="18859" y="1703"/>
                  </a:cubicBezTo>
                  <a:lnTo>
                    <a:pt x="18859" y="673"/>
                  </a:lnTo>
                  <a:cubicBezTo>
                    <a:pt x="18859" y="295"/>
                    <a:pt x="18565" y="0"/>
                    <a:pt x="18186"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4" name="Google Shape;7374;p62"/>
            <p:cNvSpPr/>
            <p:nvPr/>
          </p:nvSpPr>
          <p:spPr>
            <a:xfrm>
              <a:off x="1930585" y="3847488"/>
              <a:ext cx="90359" cy="247750"/>
            </a:xfrm>
            <a:custGeom>
              <a:avLst/>
              <a:gdLst/>
              <a:ahLst/>
              <a:cxnLst/>
              <a:rect l="l" t="t" r="r" b="b"/>
              <a:pathLst>
                <a:path w="6035" h="16547" extrusionOk="0">
                  <a:moveTo>
                    <a:pt x="168" y="1"/>
                  </a:moveTo>
                  <a:cubicBezTo>
                    <a:pt x="84" y="1"/>
                    <a:pt x="0" y="85"/>
                    <a:pt x="0" y="169"/>
                  </a:cubicBezTo>
                  <a:lnTo>
                    <a:pt x="0" y="16400"/>
                  </a:lnTo>
                  <a:cubicBezTo>
                    <a:pt x="0" y="16484"/>
                    <a:pt x="84" y="16547"/>
                    <a:pt x="168" y="16547"/>
                  </a:cubicBezTo>
                  <a:lnTo>
                    <a:pt x="5866" y="16547"/>
                  </a:lnTo>
                  <a:cubicBezTo>
                    <a:pt x="5950" y="16547"/>
                    <a:pt x="6034" y="16484"/>
                    <a:pt x="6034" y="16400"/>
                  </a:cubicBezTo>
                  <a:lnTo>
                    <a:pt x="6034" y="169"/>
                  </a:lnTo>
                  <a:cubicBezTo>
                    <a:pt x="6034" y="85"/>
                    <a:pt x="5950" y="1"/>
                    <a:pt x="5866"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5" name="Google Shape;7375;p62"/>
            <p:cNvSpPr/>
            <p:nvPr/>
          </p:nvSpPr>
          <p:spPr>
            <a:xfrm>
              <a:off x="1818830" y="3847488"/>
              <a:ext cx="90988" cy="147659"/>
            </a:xfrm>
            <a:custGeom>
              <a:avLst/>
              <a:gdLst/>
              <a:ahLst/>
              <a:cxnLst/>
              <a:rect l="l" t="t" r="r" b="b"/>
              <a:pathLst>
                <a:path w="6077" h="9862" extrusionOk="0">
                  <a:moveTo>
                    <a:pt x="169" y="1"/>
                  </a:moveTo>
                  <a:cubicBezTo>
                    <a:pt x="85" y="1"/>
                    <a:pt x="0" y="85"/>
                    <a:pt x="0" y="169"/>
                  </a:cubicBezTo>
                  <a:lnTo>
                    <a:pt x="0" y="9693"/>
                  </a:lnTo>
                  <a:cubicBezTo>
                    <a:pt x="0" y="9777"/>
                    <a:pt x="85" y="9861"/>
                    <a:pt x="169" y="9861"/>
                  </a:cubicBezTo>
                  <a:lnTo>
                    <a:pt x="5908" y="9861"/>
                  </a:lnTo>
                  <a:cubicBezTo>
                    <a:pt x="6013" y="9861"/>
                    <a:pt x="6076" y="9777"/>
                    <a:pt x="6076" y="9693"/>
                  </a:cubicBezTo>
                  <a:lnTo>
                    <a:pt x="6076" y="169"/>
                  </a:lnTo>
                  <a:cubicBezTo>
                    <a:pt x="6076" y="85"/>
                    <a:pt x="6013" y="1"/>
                    <a:pt x="5908"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6" name="Google Shape;7376;p62"/>
            <p:cNvSpPr/>
            <p:nvPr/>
          </p:nvSpPr>
          <p:spPr>
            <a:xfrm>
              <a:off x="1818830" y="3847802"/>
              <a:ext cx="33703" cy="147344"/>
            </a:xfrm>
            <a:custGeom>
              <a:avLst/>
              <a:gdLst/>
              <a:ahLst/>
              <a:cxnLst/>
              <a:rect l="l" t="t" r="r" b="b"/>
              <a:pathLst>
                <a:path w="2251" h="9841" extrusionOk="0">
                  <a:moveTo>
                    <a:pt x="169" y="1"/>
                  </a:moveTo>
                  <a:cubicBezTo>
                    <a:pt x="85" y="1"/>
                    <a:pt x="0" y="64"/>
                    <a:pt x="0" y="148"/>
                  </a:cubicBezTo>
                  <a:lnTo>
                    <a:pt x="0" y="9693"/>
                  </a:lnTo>
                  <a:cubicBezTo>
                    <a:pt x="0" y="9777"/>
                    <a:pt x="85" y="9840"/>
                    <a:pt x="169" y="9840"/>
                  </a:cubicBezTo>
                  <a:lnTo>
                    <a:pt x="2250" y="9840"/>
                  </a:lnTo>
                  <a:lnTo>
                    <a:pt x="2250" y="1"/>
                  </a:lnTo>
                  <a:close/>
                </a:path>
              </a:pathLst>
            </a:custGeom>
            <a:solidFill>
              <a:srgbClr val="E7EC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7" name="Google Shape;7377;p62"/>
            <p:cNvSpPr/>
            <p:nvPr/>
          </p:nvSpPr>
          <p:spPr>
            <a:xfrm>
              <a:off x="1831737" y="3916107"/>
              <a:ext cx="63603" cy="10406"/>
            </a:xfrm>
            <a:custGeom>
              <a:avLst/>
              <a:gdLst/>
              <a:ahLst/>
              <a:cxnLst/>
              <a:rect l="l" t="t" r="r" b="b"/>
              <a:pathLst>
                <a:path w="4248" h="695" extrusionOk="0">
                  <a:moveTo>
                    <a:pt x="463" y="1"/>
                  </a:moveTo>
                  <a:cubicBezTo>
                    <a:pt x="0" y="1"/>
                    <a:pt x="0" y="695"/>
                    <a:pt x="463" y="695"/>
                  </a:cubicBezTo>
                  <a:lnTo>
                    <a:pt x="3785" y="695"/>
                  </a:lnTo>
                  <a:cubicBezTo>
                    <a:pt x="4247" y="695"/>
                    <a:pt x="4247" y="1"/>
                    <a:pt x="3785"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8" name="Google Shape;7378;p62"/>
            <p:cNvSpPr/>
            <p:nvPr/>
          </p:nvSpPr>
          <p:spPr>
            <a:xfrm>
              <a:off x="1831737" y="3916107"/>
              <a:ext cx="20797" cy="10406"/>
            </a:xfrm>
            <a:custGeom>
              <a:avLst/>
              <a:gdLst/>
              <a:ahLst/>
              <a:cxnLst/>
              <a:rect l="l" t="t" r="r" b="b"/>
              <a:pathLst>
                <a:path w="1389" h="695" extrusionOk="0">
                  <a:moveTo>
                    <a:pt x="463" y="1"/>
                  </a:moveTo>
                  <a:cubicBezTo>
                    <a:pt x="0" y="1"/>
                    <a:pt x="0" y="695"/>
                    <a:pt x="463" y="695"/>
                  </a:cubicBezTo>
                  <a:lnTo>
                    <a:pt x="1388" y="695"/>
                  </a:lnTo>
                  <a:lnTo>
                    <a:pt x="1388" y="1"/>
                  </a:ln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79" name="Google Shape;7379;p62"/>
            <p:cNvSpPr/>
            <p:nvPr/>
          </p:nvSpPr>
          <p:spPr>
            <a:xfrm>
              <a:off x="1831737" y="3892510"/>
              <a:ext cx="63603" cy="10391"/>
            </a:xfrm>
            <a:custGeom>
              <a:avLst/>
              <a:gdLst/>
              <a:ahLst/>
              <a:cxnLst/>
              <a:rect l="l" t="t" r="r" b="b"/>
              <a:pathLst>
                <a:path w="4248" h="694" extrusionOk="0">
                  <a:moveTo>
                    <a:pt x="463" y="0"/>
                  </a:moveTo>
                  <a:cubicBezTo>
                    <a:pt x="0" y="0"/>
                    <a:pt x="0" y="694"/>
                    <a:pt x="463" y="694"/>
                  </a:cubicBezTo>
                  <a:lnTo>
                    <a:pt x="3785" y="694"/>
                  </a:lnTo>
                  <a:cubicBezTo>
                    <a:pt x="4247" y="694"/>
                    <a:pt x="4247" y="0"/>
                    <a:pt x="3785"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0" name="Google Shape;7380;p62"/>
            <p:cNvSpPr/>
            <p:nvPr/>
          </p:nvSpPr>
          <p:spPr>
            <a:xfrm>
              <a:off x="1831737" y="3892510"/>
              <a:ext cx="20797" cy="10391"/>
            </a:xfrm>
            <a:custGeom>
              <a:avLst/>
              <a:gdLst/>
              <a:ahLst/>
              <a:cxnLst/>
              <a:rect l="l" t="t" r="r" b="b"/>
              <a:pathLst>
                <a:path w="1389" h="694" extrusionOk="0">
                  <a:moveTo>
                    <a:pt x="463" y="0"/>
                  </a:moveTo>
                  <a:cubicBezTo>
                    <a:pt x="0" y="0"/>
                    <a:pt x="0" y="694"/>
                    <a:pt x="463" y="694"/>
                  </a:cubicBezTo>
                  <a:lnTo>
                    <a:pt x="1388" y="694"/>
                  </a:lnTo>
                  <a:lnTo>
                    <a:pt x="1388" y="0"/>
                  </a:ln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1" name="Google Shape;7381;p62"/>
            <p:cNvSpPr/>
            <p:nvPr/>
          </p:nvSpPr>
          <p:spPr>
            <a:xfrm>
              <a:off x="1831737" y="3868584"/>
              <a:ext cx="63603" cy="10406"/>
            </a:xfrm>
            <a:custGeom>
              <a:avLst/>
              <a:gdLst/>
              <a:ahLst/>
              <a:cxnLst/>
              <a:rect l="l" t="t" r="r" b="b"/>
              <a:pathLst>
                <a:path w="4248" h="695" extrusionOk="0">
                  <a:moveTo>
                    <a:pt x="463" y="0"/>
                  </a:moveTo>
                  <a:cubicBezTo>
                    <a:pt x="0" y="0"/>
                    <a:pt x="0" y="694"/>
                    <a:pt x="463" y="694"/>
                  </a:cubicBezTo>
                  <a:lnTo>
                    <a:pt x="3785" y="694"/>
                  </a:lnTo>
                  <a:cubicBezTo>
                    <a:pt x="4247" y="694"/>
                    <a:pt x="4247" y="0"/>
                    <a:pt x="3785"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2" name="Google Shape;7382;p62"/>
            <p:cNvSpPr/>
            <p:nvPr/>
          </p:nvSpPr>
          <p:spPr>
            <a:xfrm>
              <a:off x="1831737" y="3868584"/>
              <a:ext cx="20797" cy="10406"/>
            </a:xfrm>
            <a:custGeom>
              <a:avLst/>
              <a:gdLst/>
              <a:ahLst/>
              <a:cxnLst/>
              <a:rect l="l" t="t" r="r" b="b"/>
              <a:pathLst>
                <a:path w="1389" h="695" extrusionOk="0">
                  <a:moveTo>
                    <a:pt x="463" y="0"/>
                  </a:moveTo>
                  <a:cubicBezTo>
                    <a:pt x="0" y="0"/>
                    <a:pt x="0" y="694"/>
                    <a:pt x="463" y="694"/>
                  </a:cubicBezTo>
                  <a:lnTo>
                    <a:pt x="1388" y="694"/>
                  </a:lnTo>
                  <a:lnTo>
                    <a:pt x="1388" y="0"/>
                  </a:ln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3" name="Google Shape;7383;p62"/>
            <p:cNvSpPr/>
            <p:nvPr/>
          </p:nvSpPr>
          <p:spPr>
            <a:xfrm>
              <a:off x="1831737" y="3940033"/>
              <a:ext cx="63603" cy="10406"/>
            </a:xfrm>
            <a:custGeom>
              <a:avLst/>
              <a:gdLst/>
              <a:ahLst/>
              <a:cxnLst/>
              <a:rect l="l" t="t" r="r" b="b"/>
              <a:pathLst>
                <a:path w="4248" h="695" extrusionOk="0">
                  <a:moveTo>
                    <a:pt x="463" y="1"/>
                  </a:moveTo>
                  <a:cubicBezTo>
                    <a:pt x="0" y="1"/>
                    <a:pt x="0" y="695"/>
                    <a:pt x="463" y="695"/>
                  </a:cubicBezTo>
                  <a:lnTo>
                    <a:pt x="3785" y="695"/>
                  </a:lnTo>
                  <a:cubicBezTo>
                    <a:pt x="4247" y="695"/>
                    <a:pt x="4247" y="1"/>
                    <a:pt x="3785"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4" name="Google Shape;7384;p62"/>
            <p:cNvSpPr/>
            <p:nvPr/>
          </p:nvSpPr>
          <p:spPr>
            <a:xfrm>
              <a:off x="1831737" y="3940033"/>
              <a:ext cx="20797" cy="10406"/>
            </a:xfrm>
            <a:custGeom>
              <a:avLst/>
              <a:gdLst/>
              <a:ahLst/>
              <a:cxnLst/>
              <a:rect l="l" t="t" r="r" b="b"/>
              <a:pathLst>
                <a:path w="1389" h="695" extrusionOk="0">
                  <a:moveTo>
                    <a:pt x="463" y="1"/>
                  </a:moveTo>
                  <a:cubicBezTo>
                    <a:pt x="0" y="1"/>
                    <a:pt x="0" y="695"/>
                    <a:pt x="463" y="695"/>
                  </a:cubicBezTo>
                  <a:lnTo>
                    <a:pt x="1388" y="695"/>
                  </a:lnTo>
                  <a:lnTo>
                    <a:pt x="1388" y="1"/>
                  </a:ln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5" name="Google Shape;7385;p62"/>
            <p:cNvSpPr/>
            <p:nvPr/>
          </p:nvSpPr>
          <p:spPr>
            <a:xfrm>
              <a:off x="1831737" y="3963644"/>
              <a:ext cx="63603" cy="10406"/>
            </a:xfrm>
            <a:custGeom>
              <a:avLst/>
              <a:gdLst/>
              <a:ahLst/>
              <a:cxnLst/>
              <a:rect l="l" t="t" r="r" b="b"/>
              <a:pathLst>
                <a:path w="4248" h="695" extrusionOk="0">
                  <a:moveTo>
                    <a:pt x="463" y="1"/>
                  </a:moveTo>
                  <a:cubicBezTo>
                    <a:pt x="0" y="1"/>
                    <a:pt x="0" y="694"/>
                    <a:pt x="463" y="694"/>
                  </a:cubicBezTo>
                  <a:lnTo>
                    <a:pt x="3785" y="694"/>
                  </a:lnTo>
                  <a:cubicBezTo>
                    <a:pt x="4247" y="694"/>
                    <a:pt x="4247" y="1"/>
                    <a:pt x="3785"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6" name="Google Shape;7386;p62"/>
            <p:cNvSpPr/>
            <p:nvPr/>
          </p:nvSpPr>
          <p:spPr>
            <a:xfrm>
              <a:off x="1831737" y="3963644"/>
              <a:ext cx="20797" cy="10406"/>
            </a:xfrm>
            <a:custGeom>
              <a:avLst/>
              <a:gdLst/>
              <a:ahLst/>
              <a:cxnLst/>
              <a:rect l="l" t="t" r="r" b="b"/>
              <a:pathLst>
                <a:path w="1389" h="695" extrusionOk="0">
                  <a:moveTo>
                    <a:pt x="463" y="1"/>
                  </a:moveTo>
                  <a:cubicBezTo>
                    <a:pt x="0" y="1"/>
                    <a:pt x="0" y="694"/>
                    <a:pt x="463" y="694"/>
                  </a:cubicBezTo>
                  <a:lnTo>
                    <a:pt x="1388" y="694"/>
                  </a:lnTo>
                  <a:lnTo>
                    <a:pt x="1388" y="1"/>
                  </a:ln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7" name="Google Shape;7387;p62"/>
            <p:cNvSpPr/>
            <p:nvPr/>
          </p:nvSpPr>
          <p:spPr>
            <a:xfrm>
              <a:off x="1818830" y="4022202"/>
              <a:ext cx="22369" cy="58557"/>
            </a:xfrm>
            <a:custGeom>
              <a:avLst/>
              <a:gdLst/>
              <a:ahLst/>
              <a:cxnLst/>
              <a:rect l="l" t="t" r="r" b="b"/>
              <a:pathLst>
                <a:path w="1494" h="3911" extrusionOk="0">
                  <a:moveTo>
                    <a:pt x="0" y="0"/>
                  </a:moveTo>
                  <a:lnTo>
                    <a:pt x="0" y="3911"/>
                  </a:lnTo>
                  <a:lnTo>
                    <a:pt x="841" y="3911"/>
                  </a:lnTo>
                  <a:cubicBezTo>
                    <a:pt x="1199" y="3911"/>
                    <a:pt x="1493" y="3616"/>
                    <a:pt x="1493" y="3259"/>
                  </a:cubicBezTo>
                  <a:lnTo>
                    <a:pt x="1493" y="631"/>
                  </a:lnTo>
                  <a:cubicBezTo>
                    <a:pt x="1493" y="274"/>
                    <a:pt x="1199" y="0"/>
                    <a:pt x="841" y="0"/>
                  </a:cubicBezTo>
                  <a:close/>
                </a:path>
              </a:pathLst>
            </a:custGeom>
            <a:solidFill>
              <a:srgbClr val="9D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8" name="Google Shape;7388;p62"/>
            <p:cNvSpPr/>
            <p:nvPr/>
          </p:nvSpPr>
          <p:spPr>
            <a:xfrm>
              <a:off x="1865739" y="4039510"/>
              <a:ext cx="19839" cy="20168"/>
            </a:xfrm>
            <a:custGeom>
              <a:avLst/>
              <a:gdLst/>
              <a:ahLst/>
              <a:cxnLst/>
              <a:rect l="l" t="t" r="r" b="b"/>
              <a:pathLst>
                <a:path w="1325" h="1347" extrusionOk="0">
                  <a:moveTo>
                    <a:pt x="652" y="1"/>
                  </a:moveTo>
                  <a:cubicBezTo>
                    <a:pt x="294" y="1"/>
                    <a:pt x="0" y="295"/>
                    <a:pt x="0" y="673"/>
                  </a:cubicBezTo>
                  <a:cubicBezTo>
                    <a:pt x="0" y="1031"/>
                    <a:pt x="294" y="1346"/>
                    <a:pt x="652" y="1346"/>
                  </a:cubicBezTo>
                  <a:cubicBezTo>
                    <a:pt x="1030" y="1346"/>
                    <a:pt x="1325" y="1031"/>
                    <a:pt x="1325" y="673"/>
                  </a:cubicBezTo>
                  <a:cubicBezTo>
                    <a:pt x="1325" y="295"/>
                    <a:pt x="1030" y="1"/>
                    <a:pt x="652"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9" name="Google Shape;7389;p62"/>
            <p:cNvSpPr/>
            <p:nvPr/>
          </p:nvSpPr>
          <p:spPr>
            <a:xfrm>
              <a:off x="1813800" y="4009760"/>
              <a:ext cx="10391" cy="83277"/>
            </a:xfrm>
            <a:custGeom>
              <a:avLst/>
              <a:gdLst/>
              <a:ahLst/>
              <a:cxnLst/>
              <a:rect l="l" t="t" r="r" b="b"/>
              <a:pathLst>
                <a:path w="694" h="5562" extrusionOk="0">
                  <a:moveTo>
                    <a:pt x="347" y="1"/>
                  </a:moveTo>
                  <a:cubicBezTo>
                    <a:pt x="173" y="1"/>
                    <a:pt x="0" y="116"/>
                    <a:pt x="0" y="348"/>
                  </a:cubicBezTo>
                  <a:lnTo>
                    <a:pt x="0" y="5225"/>
                  </a:lnTo>
                  <a:cubicBezTo>
                    <a:pt x="0" y="5415"/>
                    <a:pt x="147" y="5562"/>
                    <a:pt x="336" y="5562"/>
                  </a:cubicBezTo>
                  <a:cubicBezTo>
                    <a:pt x="526" y="5562"/>
                    <a:pt x="694" y="5415"/>
                    <a:pt x="694" y="5225"/>
                  </a:cubicBezTo>
                  <a:lnTo>
                    <a:pt x="694" y="348"/>
                  </a:lnTo>
                  <a:cubicBezTo>
                    <a:pt x="694" y="116"/>
                    <a:pt x="520" y="1"/>
                    <a:pt x="347" y="1"/>
                  </a:cubicBezTo>
                  <a:close/>
                </a:path>
              </a:pathLst>
            </a:custGeom>
            <a:solidFill>
              <a:srgbClr val="E7EC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0" name="Google Shape;7390;p62"/>
            <p:cNvSpPr/>
            <p:nvPr/>
          </p:nvSpPr>
          <p:spPr>
            <a:xfrm>
              <a:off x="1930585" y="3967732"/>
              <a:ext cx="90359" cy="20797"/>
            </a:xfrm>
            <a:custGeom>
              <a:avLst/>
              <a:gdLst/>
              <a:ahLst/>
              <a:cxnLst/>
              <a:rect l="l" t="t" r="r" b="b"/>
              <a:pathLst>
                <a:path w="6035" h="1389" extrusionOk="0">
                  <a:moveTo>
                    <a:pt x="0" y="1"/>
                  </a:moveTo>
                  <a:lnTo>
                    <a:pt x="0" y="1389"/>
                  </a:lnTo>
                  <a:lnTo>
                    <a:pt x="6034" y="1389"/>
                  </a:lnTo>
                  <a:lnTo>
                    <a:pt x="6034" y="1"/>
                  </a:lnTo>
                  <a:close/>
                </a:path>
              </a:pathLst>
            </a:cu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1" name="Google Shape;7391;p62"/>
            <p:cNvSpPr/>
            <p:nvPr/>
          </p:nvSpPr>
          <p:spPr>
            <a:xfrm>
              <a:off x="1992901" y="3889351"/>
              <a:ext cx="28043" cy="78396"/>
            </a:xfrm>
            <a:custGeom>
              <a:avLst/>
              <a:gdLst/>
              <a:ahLst/>
              <a:cxnLst/>
              <a:rect l="l" t="t" r="r" b="b"/>
              <a:pathLst>
                <a:path w="1873" h="5236" extrusionOk="0">
                  <a:moveTo>
                    <a:pt x="337" y="1"/>
                  </a:moveTo>
                  <a:cubicBezTo>
                    <a:pt x="148" y="1"/>
                    <a:pt x="1" y="148"/>
                    <a:pt x="1" y="337"/>
                  </a:cubicBezTo>
                  <a:lnTo>
                    <a:pt x="1" y="5236"/>
                  </a:lnTo>
                  <a:lnTo>
                    <a:pt x="1872" y="5236"/>
                  </a:lnTo>
                  <a:lnTo>
                    <a:pt x="1872" y="337"/>
                  </a:lnTo>
                  <a:cubicBezTo>
                    <a:pt x="1872" y="148"/>
                    <a:pt x="1725" y="1"/>
                    <a:pt x="1536" y="1"/>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2" name="Google Shape;7392;p62"/>
            <p:cNvSpPr/>
            <p:nvPr/>
          </p:nvSpPr>
          <p:spPr>
            <a:xfrm>
              <a:off x="1972134" y="3913591"/>
              <a:ext cx="20782" cy="54156"/>
            </a:xfrm>
            <a:custGeom>
              <a:avLst/>
              <a:gdLst/>
              <a:ahLst/>
              <a:cxnLst/>
              <a:rect l="l" t="t" r="r" b="b"/>
              <a:pathLst>
                <a:path w="1388" h="3617" extrusionOk="0">
                  <a:moveTo>
                    <a:pt x="337" y="1"/>
                  </a:moveTo>
                  <a:cubicBezTo>
                    <a:pt x="147" y="1"/>
                    <a:pt x="0" y="148"/>
                    <a:pt x="0" y="337"/>
                  </a:cubicBezTo>
                  <a:lnTo>
                    <a:pt x="0" y="3617"/>
                  </a:lnTo>
                  <a:lnTo>
                    <a:pt x="1388" y="3617"/>
                  </a:lnTo>
                  <a:lnTo>
                    <a:pt x="1388" y="337"/>
                  </a:lnTo>
                  <a:lnTo>
                    <a:pt x="1367" y="337"/>
                  </a:lnTo>
                  <a:cubicBezTo>
                    <a:pt x="1367" y="148"/>
                    <a:pt x="1220" y="1"/>
                    <a:pt x="1051" y="1"/>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3" name="Google Shape;7393;p62"/>
            <p:cNvSpPr/>
            <p:nvPr/>
          </p:nvSpPr>
          <p:spPr>
            <a:xfrm>
              <a:off x="1930585" y="3889980"/>
              <a:ext cx="20782" cy="77767"/>
            </a:xfrm>
            <a:custGeom>
              <a:avLst/>
              <a:gdLst/>
              <a:ahLst/>
              <a:cxnLst/>
              <a:rect l="l" t="t" r="r" b="b"/>
              <a:pathLst>
                <a:path w="1388" h="5194" extrusionOk="0">
                  <a:moveTo>
                    <a:pt x="336" y="1"/>
                  </a:moveTo>
                  <a:cubicBezTo>
                    <a:pt x="147" y="1"/>
                    <a:pt x="0" y="148"/>
                    <a:pt x="0" y="337"/>
                  </a:cubicBezTo>
                  <a:lnTo>
                    <a:pt x="0" y="5194"/>
                  </a:lnTo>
                  <a:lnTo>
                    <a:pt x="1388" y="5194"/>
                  </a:lnTo>
                  <a:lnTo>
                    <a:pt x="1388" y="2440"/>
                  </a:lnTo>
                  <a:lnTo>
                    <a:pt x="1388" y="337"/>
                  </a:lnTo>
                  <a:cubicBezTo>
                    <a:pt x="1388" y="148"/>
                    <a:pt x="1240" y="1"/>
                    <a:pt x="1051" y="1"/>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4" name="Google Shape;7394;p62"/>
            <p:cNvSpPr/>
            <p:nvPr/>
          </p:nvSpPr>
          <p:spPr>
            <a:xfrm>
              <a:off x="1951352" y="3921467"/>
              <a:ext cx="20797" cy="46280"/>
            </a:xfrm>
            <a:custGeom>
              <a:avLst/>
              <a:gdLst/>
              <a:ahLst/>
              <a:cxnLst/>
              <a:rect l="l" t="t" r="r" b="b"/>
              <a:pathLst>
                <a:path w="1389" h="3091" extrusionOk="0">
                  <a:moveTo>
                    <a:pt x="337" y="0"/>
                  </a:moveTo>
                  <a:cubicBezTo>
                    <a:pt x="148" y="0"/>
                    <a:pt x="1" y="148"/>
                    <a:pt x="1" y="337"/>
                  </a:cubicBezTo>
                  <a:lnTo>
                    <a:pt x="1" y="3091"/>
                  </a:lnTo>
                  <a:lnTo>
                    <a:pt x="1388" y="3091"/>
                  </a:lnTo>
                  <a:lnTo>
                    <a:pt x="1388" y="337"/>
                  </a:lnTo>
                  <a:cubicBezTo>
                    <a:pt x="1388" y="148"/>
                    <a:pt x="1241" y="0"/>
                    <a:pt x="1052"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5" name="Google Shape;7395;p62"/>
            <p:cNvSpPr/>
            <p:nvPr/>
          </p:nvSpPr>
          <p:spPr>
            <a:xfrm>
              <a:off x="1974964" y="4026289"/>
              <a:ext cx="44393" cy="68948"/>
            </a:xfrm>
            <a:custGeom>
              <a:avLst/>
              <a:gdLst/>
              <a:ahLst/>
              <a:cxnLst/>
              <a:rect l="l" t="t" r="r" b="b"/>
              <a:pathLst>
                <a:path w="2965" h="4605" extrusionOk="0">
                  <a:moveTo>
                    <a:pt x="1040" y="0"/>
                  </a:moveTo>
                  <a:cubicBezTo>
                    <a:pt x="1003" y="0"/>
                    <a:pt x="964" y="7"/>
                    <a:pt x="926" y="22"/>
                  </a:cubicBezTo>
                  <a:lnTo>
                    <a:pt x="232" y="316"/>
                  </a:lnTo>
                  <a:cubicBezTo>
                    <a:pt x="64" y="379"/>
                    <a:pt x="0" y="568"/>
                    <a:pt x="64" y="736"/>
                  </a:cubicBezTo>
                  <a:lnTo>
                    <a:pt x="1682" y="4605"/>
                  </a:lnTo>
                  <a:lnTo>
                    <a:pt x="2965" y="4079"/>
                  </a:lnTo>
                  <a:lnTo>
                    <a:pt x="1346" y="190"/>
                  </a:lnTo>
                  <a:cubicBezTo>
                    <a:pt x="1281" y="76"/>
                    <a:pt x="1166" y="0"/>
                    <a:pt x="1040"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6" name="Google Shape;7396;p62"/>
            <p:cNvSpPr/>
            <p:nvPr/>
          </p:nvSpPr>
          <p:spPr>
            <a:xfrm>
              <a:off x="1930585" y="4017770"/>
              <a:ext cx="20782" cy="77782"/>
            </a:xfrm>
            <a:custGeom>
              <a:avLst/>
              <a:gdLst/>
              <a:ahLst/>
              <a:cxnLst/>
              <a:rect l="l" t="t" r="r" b="b"/>
              <a:pathLst>
                <a:path w="1388" h="5195" extrusionOk="0">
                  <a:moveTo>
                    <a:pt x="1083" y="0"/>
                  </a:moveTo>
                  <a:cubicBezTo>
                    <a:pt x="1073" y="0"/>
                    <a:pt x="1062" y="1"/>
                    <a:pt x="1051" y="2"/>
                  </a:cubicBezTo>
                  <a:lnTo>
                    <a:pt x="336" y="2"/>
                  </a:lnTo>
                  <a:cubicBezTo>
                    <a:pt x="147" y="2"/>
                    <a:pt x="0" y="149"/>
                    <a:pt x="0" y="338"/>
                  </a:cubicBezTo>
                  <a:lnTo>
                    <a:pt x="0" y="4880"/>
                  </a:lnTo>
                  <a:cubicBezTo>
                    <a:pt x="0" y="5048"/>
                    <a:pt x="147" y="5195"/>
                    <a:pt x="315" y="5195"/>
                  </a:cubicBezTo>
                  <a:lnTo>
                    <a:pt x="1388" y="5195"/>
                  </a:lnTo>
                  <a:lnTo>
                    <a:pt x="1388" y="2125"/>
                  </a:lnTo>
                  <a:lnTo>
                    <a:pt x="1388" y="338"/>
                  </a:lnTo>
                  <a:cubicBezTo>
                    <a:pt x="1388" y="160"/>
                    <a:pt x="1257" y="0"/>
                    <a:pt x="1083" y="0"/>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7" name="Google Shape;7397;p62"/>
            <p:cNvSpPr/>
            <p:nvPr/>
          </p:nvSpPr>
          <p:spPr>
            <a:xfrm>
              <a:off x="1951352" y="4044855"/>
              <a:ext cx="20797" cy="50697"/>
            </a:xfrm>
            <a:custGeom>
              <a:avLst/>
              <a:gdLst/>
              <a:ahLst/>
              <a:cxnLst/>
              <a:rect l="l" t="t" r="r" b="b"/>
              <a:pathLst>
                <a:path w="1389" h="3386" extrusionOk="0">
                  <a:moveTo>
                    <a:pt x="316" y="1"/>
                  </a:moveTo>
                  <a:cubicBezTo>
                    <a:pt x="148" y="1"/>
                    <a:pt x="1" y="148"/>
                    <a:pt x="1" y="316"/>
                  </a:cubicBezTo>
                  <a:lnTo>
                    <a:pt x="1" y="3386"/>
                  </a:lnTo>
                  <a:lnTo>
                    <a:pt x="1388" y="3386"/>
                  </a:lnTo>
                  <a:lnTo>
                    <a:pt x="1388" y="316"/>
                  </a:lnTo>
                  <a:cubicBezTo>
                    <a:pt x="1388" y="148"/>
                    <a:pt x="1241" y="1"/>
                    <a:pt x="1073"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8" name="Google Shape;7398;p62"/>
            <p:cNvSpPr/>
            <p:nvPr/>
          </p:nvSpPr>
          <p:spPr>
            <a:xfrm>
              <a:off x="1789245" y="3805625"/>
              <a:ext cx="261914" cy="21426"/>
            </a:xfrm>
            <a:custGeom>
              <a:avLst/>
              <a:gdLst/>
              <a:ahLst/>
              <a:cxnLst/>
              <a:rect l="l" t="t" r="r" b="b"/>
              <a:pathLst>
                <a:path w="17493" h="1431" extrusionOk="0">
                  <a:moveTo>
                    <a:pt x="463" y="0"/>
                  </a:moveTo>
                  <a:cubicBezTo>
                    <a:pt x="210" y="0"/>
                    <a:pt x="0" y="211"/>
                    <a:pt x="0" y="484"/>
                  </a:cubicBezTo>
                  <a:lnTo>
                    <a:pt x="0" y="947"/>
                  </a:lnTo>
                  <a:cubicBezTo>
                    <a:pt x="0" y="1220"/>
                    <a:pt x="210" y="1430"/>
                    <a:pt x="463" y="1430"/>
                  </a:cubicBezTo>
                  <a:lnTo>
                    <a:pt x="17030" y="1430"/>
                  </a:lnTo>
                  <a:cubicBezTo>
                    <a:pt x="17282" y="1430"/>
                    <a:pt x="17492" y="1220"/>
                    <a:pt x="17492" y="947"/>
                  </a:cubicBezTo>
                  <a:lnTo>
                    <a:pt x="17492" y="484"/>
                  </a:lnTo>
                  <a:cubicBezTo>
                    <a:pt x="17492" y="211"/>
                    <a:pt x="17282" y="0"/>
                    <a:pt x="17030"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99" name="Google Shape;7399;p62"/>
          <p:cNvGrpSpPr/>
          <p:nvPr/>
        </p:nvGrpSpPr>
        <p:grpSpPr>
          <a:xfrm>
            <a:off x="2601585" y="2237289"/>
            <a:ext cx="391606" cy="364535"/>
            <a:chOff x="2593522" y="2407029"/>
            <a:chExt cx="391606" cy="364535"/>
          </a:xfrm>
        </p:grpSpPr>
        <p:sp>
          <p:nvSpPr>
            <p:cNvPr id="7400" name="Google Shape;7400;p62"/>
            <p:cNvSpPr/>
            <p:nvPr/>
          </p:nvSpPr>
          <p:spPr>
            <a:xfrm>
              <a:off x="2602641" y="2573867"/>
              <a:ext cx="97291" cy="197697"/>
            </a:xfrm>
            <a:custGeom>
              <a:avLst/>
              <a:gdLst/>
              <a:ahLst/>
              <a:cxnLst/>
              <a:rect l="l" t="t" r="r" b="b"/>
              <a:pathLst>
                <a:path w="6498" h="13204" extrusionOk="0">
                  <a:moveTo>
                    <a:pt x="1" y="0"/>
                  </a:moveTo>
                  <a:lnTo>
                    <a:pt x="1" y="12678"/>
                  </a:lnTo>
                  <a:cubicBezTo>
                    <a:pt x="1" y="12972"/>
                    <a:pt x="232" y="13203"/>
                    <a:pt x="527" y="13203"/>
                  </a:cubicBezTo>
                  <a:lnTo>
                    <a:pt x="6497" y="13203"/>
                  </a:lnTo>
                  <a:lnTo>
                    <a:pt x="6497"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1" name="Google Shape;7401;p62"/>
            <p:cNvSpPr/>
            <p:nvPr/>
          </p:nvSpPr>
          <p:spPr>
            <a:xfrm>
              <a:off x="2680078" y="2573867"/>
              <a:ext cx="19854" cy="156148"/>
            </a:xfrm>
            <a:custGeom>
              <a:avLst/>
              <a:gdLst/>
              <a:ahLst/>
              <a:cxnLst/>
              <a:rect l="l" t="t" r="r" b="b"/>
              <a:pathLst>
                <a:path w="1326" h="10429" extrusionOk="0">
                  <a:moveTo>
                    <a:pt x="548" y="0"/>
                  </a:moveTo>
                  <a:lnTo>
                    <a:pt x="548" y="6581"/>
                  </a:lnTo>
                  <a:cubicBezTo>
                    <a:pt x="548" y="6707"/>
                    <a:pt x="485" y="6854"/>
                    <a:pt x="379" y="6959"/>
                  </a:cubicBezTo>
                  <a:lnTo>
                    <a:pt x="169" y="7169"/>
                  </a:lnTo>
                  <a:cubicBezTo>
                    <a:pt x="64" y="7274"/>
                    <a:pt x="1" y="7401"/>
                    <a:pt x="22" y="7548"/>
                  </a:cubicBezTo>
                  <a:lnTo>
                    <a:pt x="22" y="10428"/>
                  </a:lnTo>
                  <a:lnTo>
                    <a:pt x="1325" y="10428"/>
                  </a:lnTo>
                  <a:lnTo>
                    <a:pt x="1325" y="0"/>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2" name="Google Shape;7402;p62"/>
            <p:cNvSpPr/>
            <p:nvPr/>
          </p:nvSpPr>
          <p:spPr>
            <a:xfrm>
              <a:off x="2602641" y="2742907"/>
              <a:ext cx="57629" cy="28657"/>
            </a:xfrm>
            <a:custGeom>
              <a:avLst/>
              <a:gdLst/>
              <a:ahLst/>
              <a:cxnLst/>
              <a:rect l="l" t="t" r="r" b="b"/>
              <a:pathLst>
                <a:path w="3849" h="1914" extrusionOk="0">
                  <a:moveTo>
                    <a:pt x="1" y="0"/>
                  </a:moveTo>
                  <a:lnTo>
                    <a:pt x="1" y="1388"/>
                  </a:lnTo>
                  <a:cubicBezTo>
                    <a:pt x="1" y="1682"/>
                    <a:pt x="232" y="1913"/>
                    <a:pt x="548" y="1913"/>
                  </a:cubicBezTo>
                  <a:lnTo>
                    <a:pt x="3848" y="1913"/>
                  </a:lnTo>
                  <a:lnTo>
                    <a:pt x="3848" y="0"/>
                  </a:ln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3" name="Google Shape;7403;p62"/>
            <p:cNvSpPr/>
            <p:nvPr/>
          </p:nvSpPr>
          <p:spPr>
            <a:xfrm>
              <a:off x="2593522" y="2516552"/>
              <a:ext cx="106410" cy="57330"/>
            </a:xfrm>
            <a:custGeom>
              <a:avLst/>
              <a:gdLst/>
              <a:ahLst/>
              <a:cxnLst/>
              <a:rect l="l" t="t" r="r" b="b"/>
              <a:pathLst>
                <a:path w="7107" h="3829" extrusionOk="0">
                  <a:moveTo>
                    <a:pt x="783" y="0"/>
                  </a:moveTo>
                  <a:cubicBezTo>
                    <a:pt x="526" y="0"/>
                    <a:pt x="315" y="203"/>
                    <a:pt x="295" y="464"/>
                  </a:cubicBezTo>
                  <a:lnTo>
                    <a:pt x="42" y="3239"/>
                  </a:lnTo>
                  <a:cubicBezTo>
                    <a:pt x="0" y="3555"/>
                    <a:pt x="253" y="3828"/>
                    <a:pt x="568" y="3828"/>
                  </a:cubicBezTo>
                  <a:lnTo>
                    <a:pt x="7106" y="3828"/>
                  </a:lnTo>
                  <a:lnTo>
                    <a:pt x="7106" y="2"/>
                  </a:lnTo>
                  <a:lnTo>
                    <a:pt x="820" y="2"/>
                  </a:lnTo>
                  <a:cubicBezTo>
                    <a:pt x="808" y="1"/>
                    <a:pt x="795" y="0"/>
                    <a:pt x="783"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4" name="Google Shape;7404;p62"/>
            <p:cNvSpPr/>
            <p:nvPr/>
          </p:nvSpPr>
          <p:spPr>
            <a:xfrm>
              <a:off x="2593522" y="2516567"/>
              <a:ext cx="106410" cy="56985"/>
            </a:xfrm>
            <a:custGeom>
              <a:avLst/>
              <a:gdLst/>
              <a:ahLst/>
              <a:cxnLst/>
              <a:rect l="l" t="t" r="r" b="b"/>
              <a:pathLst>
                <a:path w="7107" h="3806" extrusionOk="0">
                  <a:moveTo>
                    <a:pt x="5719" y="1"/>
                  </a:moveTo>
                  <a:lnTo>
                    <a:pt x="5719" y="1809"/>
                  </a:lnTo>
                  <a:cubicBezTo>
                    <a:pt x="5719" y="1956"/>
                    <a:pt x="5782" y="2082"/>
                    <a:pt x="5887" y="2187"/>
                  </a:cubicBezTo>
                  <a:lnTo>
                    <a:pt x="6097" y="2397"/>
                  </a:lnTo>
                  <a:cubicBezTo>
                    <a:pt x="6181" y="2481"/>
                    <a:pt x="6244" y="2587"/>
                    <a:pt x="6244" y="2713"/>
                  </a:cubicBezTo>
                  <a:lnTo>
                    <a:pt x="84" y="2713"/>
                  </a:lnTo>
                  <a:lnTo>
                    <a:pt x="21" y="3238"/>
                  </a:lnTo>
                  <a:cubicBezTo>
                    <a:pt x="0" y="3533"/>
                    <a:pt x="232" y="3806"/>
                    <a:pt x="547" y="3806"/>
                  </a:cubicBezTo>
                  <a:lnTo>
                    <a:pt x="7106" y="3806"/>
                  </a:lnTo>
                  <a:lnTo>
                    <a:pt x="710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5" name="Google Shape;7405;p62"/>
            <p:cNvSpPr/>
            <p:nvPr/>
          </p:nvSpPr>
          <p:spPr>
            <a:xfrm>
              <a:off x="2629726" y="2602794"/>
              <a:ext cx="43136" cy="61432"/>
            </a:xfrm>
            <a:custGeom>
              <a:avLst/>
              <a:gdLst/>
              <a:ahLst/>
              <a:cxnLst/>
              <a:rect l="l" t="t" r="r" b="b"/>
              <a:pathLst>
                <a:path w="2881" h="4103" extrusionOk="0">
                  <a:moveTo>
                    <a:pt x="1482" y="0"/>
                  </a:moveTo>
                  <a:cubicBezTo>
                    <a:pt x="1458" y="0"/>
                    <a:pt x="1433" y="1"/>
                    <a:pt x="1409" y="2"/>
                  </a:cubicBezTo>
                  <a:cubicBezTo>
                    <a:pt x="631" y="23"/>
                    <a:pt x="0" y="675"/>
                    <a:pt x="0" y="1453"/>
                  </a:cubicBezTo>
                  <a:lnTo>
                    <a:pt x="0" y="3766"/>
                  </a:lnTo>
                  <a:cubicBezTo>
                    <a:pt x="0" y="3955"/>
                    <a:pt x="147" y="4102"/>
                    <a:pt x="336" y="4102"/>
                  </a:cubicBezTo>
                  <a:lnTo>
                    <a:pt x="2565" y="4102"/>
                  </a:lnTo>
                  <a:cubicBezTo>
                    <a:pt x="2733" y="4102"/>
                    <a:pt x="2880" y="3955"/>
                    <a:pt x="2880" y="3766"/>
                  </a:cubicBezTo>
                  <a:lnTo>
                    <a:pt x="2880" y="1432"/>
                  </a:lnTo>
                  <a:cubicBezTo>
                    <a:pt x="2880" y="637"/>
                    <a:pt x="2248" y="0"/>
                    <a:pt x="1482"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6" name="Google Shape;7406;p62"/>
            <p:cNvSpPr/>
            <p:nvPr/>
          </p:nvSpPr>
          <p:spPr>
            <a:xfrm>
              <a:off x="2646091" y="2602704"/>
              <a:ext cx="26771" cy="61522"/>
            </a:xfrm>
            <a:custGeom>
              <a:avLst/>
              <a:gdLst/>
              <a:ahLst/>
              <a:cxnLst/>
              <a:rect l="l" t="t" r="r" b="b"/>
              <a:pathLst>
                <a:path w="1788" h="4109" extrusionOk="0">
                  <a:moveTo>
                    <a:pt x="260" y="0"/>
                  </a:moveTo>
                  <a:cubicBezTo>
                    <a:pt x="174" y="0"/>
                    <a:pt x="93" y="20"/>
                    <a:pt x="0" y="50"/>
                  </a:cubicBezTo>
                  <a:cubicBezTo>
                    <a:pt x="652" y="197"/>
                    <a:pt x="1094" y="765"/>
                    <a:pt x="1094" y="1438"/>
                  </a:cubicBezTo>
                  <a:lnTo>
                    <a:pt x="1094" y="4108"/>
                  </a:lnTo>
                  <a:lnTo>
                    <a:pt x="1472" y="4108"/>
                  </a:lnTo>
                  <a:cubicBezTo>
                    <a:pt x="1640" y="4108"/>
                    <a:pt x="1787" y="3961"/>
                    <a:pt x="1787" y="3772"/>
                  </a:cubicBezTo>
                  <a:lnTo>
                    <a:pt x="1787" y="1459"/>
                  </a:lnTo>
                  <a:cubicBezTo>
                    <a:pt x="1787" y="660"/>
                    <a:pt x="1157" y="8"/>
                    <a:pt x="358" y="8"/>
                  </a:cubicBezTo>
                  <a:cubicBezTo>
                    <a:pt x="324" y="3"/>
                    <a:pt x="292" y="0"/>
                    <a:pt x="26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7" name="Google Shape;7407;p62"/>
            <p:cNvSpPr/>
            <p:nvPr/>
          </p:nvSpPr>
          <p:spPr>
            <a:xfrm>
              <a:off x="2878719" y="2573867"/>
              <a:ext cx="97276" cy="197697"/>
            </a:xfrm>
            <a:custGeom>
              <a:avLst/>
              <a:gdLst/>
              <a:ahLst/>
              <a:cxnLst/>
              <a:rect l="l" t="t" r="r" b="b"/>
              <a:pathLst>
                <a:path w="6497" h="13204" extrusionOk="0">
                  <a:moveTo>
                    <a:pt x="0" y="0"/>
                  </a:moveTo>
                  <a:lnTo>
                    <a:pt x="0" y="13203"/>
                  </a:lnTo>
                  <a:lnTo>
                    <a:pt x="5971" y="13203"/>
                  </a:lnTo>
                  <a:cubicBezTo>
                    <a:pt x="6245" y="13203"/>
                    <a:pt x="6497" y="12972"/>
                    <a:pt x="6497" y="12678"/>
                  </a:cubicBezTo>
                  <a:lnTo>
                    <a:pt x="6497"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8" name="Google Shape;7408;p62"/>
            <p:cNvSpPr/>
            <p:nvPr/>
          </p:nvSpPr>
          <p:spPr>
            <a:xfrm>
              <a:off x="2959929" y="2573867"/>
              <a:ext cx="15751" cy="197697"/>
            </a:xfrm>
            <a:custGeom>
              <a:avLst/>
              <a:gdLst/>
              <a:ahLst/>
              <a:cxnLst/>
              <a:rect l="l" t="t" r="r" b="b"/>
              <a:pathLst>
                <a:path w="1052" h="13204" extrusionOk="0">
                  <a:moveTo>
                    <a:pt x="1" y="0"/>
                  </a:moveTo>
                  <a:lnTo>
                    <a:pt x="1" y="13203"/>
                  </a:lnTo>
                  <a:lnTo>
                    <a:pt x="526" y="13203"/>
                  </a:lnTo>
                  <a:cubicBezTo>
                    <a:pt x="821" y="13203"/>
                    <a:pt x="1052" y="12972"/>
                    <a:pt x="1052" y="12678"/>
                  </a:cubicBezTo>
                  <a:lnTo>
                    <a:pt x="1052" y="0"/>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9" name="Google Shape;7409;p62"/>
            <p:cNvSpPr/>
            <p:nvPr/>
          </p:nvSpPr>
          <p:spPr>
            <a:xfrm>
              <a:off x="2878719" y="2573867"/>
              <a:ext cx="20782" cy="156148"/>
            </a:xfrm>
            <a:custGeom>
              <a:avLst/>
              <a:gdLst/>
              <a:ahLst/>
              <a:cxnLst/>
              <a:rect l="l" t="t" r="r" b="b"/>
              <a:pathLst>
                <a:path w="1388" h="10429" extrusionOk="0">
                  <a:moveTo>
                    <a:pt x="0" y="0"/>
                  </a:moveTo>
                  <a:lnTo>
                    <a:pt x="0" y="10428"/>
                  </a:lnTo>
                  <a:lnTo>
                    <a:pt x="1388" y="10428"/>
                  </a:lnTo>
                  <a:lnTo>
                    <a:pt x="1388" y="7548"/>
                  </a:lnTo>
                  <a:cubicBezTo>
                    <a:pt x="1388" y="7401"/>
                    <a:pt x="1325" y="7274"/>
                    <a:pt x="1220" y="7169"/>
                  </a:cubicBezTo>
                  <a:lnTo>
                    <a:pt x="1009" y="6959"/>
                  </a:lnTo>
                  <a:cubicBezTo>
                    <a:pt x="904" y="6854"/>
                    <a:pt x="841" y="6707"/>
                    <a:pt x="841" y="6581"/>
                  </a:cubicBezTo>
                  <a:lnTo>
                    <a:pt x="841" y="0"/>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0" name="Google Shape;7410;p62"/>
            <p:cNvSpPr/>
            <p:nvPr/>
          </p:nvSpPr>
          <p:spPr>
            <a:xfrm>
              <a:off x="2918381" y="2742907"/>
              <a:ext cx="57614" cy="28657"/>
            </a:xfrm>
            <a:custGeom>
              <a:avLst/>
              <a:gdLst/>
              <a:ahLst/>
              <a:cxnLst/>
              <a:rect l="l" t="t" r="r" b="b"/>
              <a:pathLst>
                <a:path w="3848" h="1914" extrusionOk="0">
                  <a:moveTo>
                    <a:pt x="0" y="0"/>
                  </a:moveTo>
                  <a:lnTo>
                    <a:pt x="0" y="1913"/>
                  </a:lnTo>
                  <a:lnTo>
                    <a:pt x="3322" y="1913"/>
                  </a:lnTo>
                  <a:cubicBezTo>
                    <a:pt x="3617" y="1913"/>
                    <a:pt x="3848" y="1682"/>
                    <a:pt x="3848" y="1388"/>
                  </a:cubicBezTo>
                  <a:lnTo>
                    <a:pt x="3848" y="0"/>
                  </a:ln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1" name="Google Shape;7411;p62"/>
            <p:cNvSpPr/>
            <p:nvPr/>
          </p:nvSpPr>
          <p:spPr>
            <a:xfrm>
              <a:off x="2959929" y="2742907"/>
              <a:ext cx="15751" cy="28657"/>
            </a:xfrm>
            <a:custGeom>
              <a:avLst/>
              <a:gdLst/>
              <a:ahLst/>
              <a:cxnLst/>
              <a:rect l="l" t="t" r="r" b="b"/>
              <a:pathLst>
                <a:path w="1052" h="1914" extrusionOk="0">
                  <a:moveTo>
                    <a:pt x="1" y="0"/>
                  </a:moveTo>
                  <a:lnTo>
                    <a:pt x="1" y="1913"/>
                  </a:lnTo>
                  <a:lnTo>
                    <a:pt x="526" y="1913"/>
                  </a:lnTo>
                  <a:cubicBezTo>
                    <a:pt x="821" y="1913"/>
                    <a:pt x="1052" y="1682"/>
                    <a:pt x="1052" y="1388"/>
                  </a:cubicBezTo>
                  <a:lnTo>
                    <a:pt x="1052"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2" name="Google Shape;7412;p62"/>
            <p:cNvSpPr/>
            <p:nvPr/>
          </p:nvSpPr>
          <p:spPr>
            <a:xfrm>
              <a:off x="2878719" y="2516552"/>
              <a:ext cx="106410" cy="57330"/>
            </a:xfrm>
            <a:custGeom>
              <a:avLst/>
              <a:gdLst/>
              <a:ahLst/>
              <a:cxnLst/>
              <a:rect l="l" t="t" r="r" b="b"/>
              <a:pathLst>
                <a:path w="7107" h="3829" extrusionOk="0">
                  <a:moveTo>
                    <a:pt x="6306" y="0"/>
                  </a:moveTo>
                  <a:cubicBezTo>
                    <a:pt x="6293" y="0"/>
                    <a:pt x="6279" y="1"/>
                    <a:pt x="6266" y="2"/>
                  </a:cubicBezTo>
                  <a:lnTo>
                    <a:pt x="0" y="2"/>
                  </a:lnTo>
                  <a:lnTo>
                    <a:pt x="0" y="3828"/>
                  </a:lnTo>
                  <a:lnTo>
                    <a:pt x="6539" y="3828"/>
                  </a:lnTo>
                  <a:cubicBezTo>
                    <a:pt x="6854" y="3828"/>
                    <a:pt x="7107" y="3555"/>
                    <a:pt x="7064" y="3239"/>
                  </a:cubicBezTo>
                  <a:lnTo>
                    <a:pt x="6791" y="464"/>
                  </a:lnTo>
                  <a:cubicBezTo>
                    <a:pt x="6771" y="203"/>
                    <a:pt x="6579" y="0"/>
                    <a:pt x="6306"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3" name="Google Shape;7413;p62"/>
            <p:cNvSpPr/>
            <p:nvPr/>
          </p:nvSpPr>
          <p:spPr>
            <a:xfrm>
              <a:off x="2878719" y="2516552"/>
              <a:ext cx="106410" cy="57330"/>
            </a:xfrm>
            <a:custGeom>
              <a:avLst/>
              <a:gdLst/>
              <a:ahLst/>
              <a:cxnLst/>
              <a:rect l="l" t="t" r="r" b="b"/>
              <a:pathLst>
                <a:path w="7107" h="3829" extrusionOk="0">
                  <a:moveTo>
                    <a:pt x="6324" y="0"/>
                  </a:moveTo>
                  <a:cubicBezTo>
                    <a:pt x="6312" y="0"/>
                    <a:pt x="6299" y="1"/>
                    <a:pt x="6287" y="2"/>
                  </a:cubicBezTo>
                  <a:lnTo>
                    <a:pt x="5635" y="2"/>
                  </a:lnTo>
                  <a:lnTo>
                    <a:pt x="5845" y="2125"/>
                  </a:lnTo>
                  <a:cubicBezTo>
                    <a:pt x="5887" y="2440"/>
                    <a:pt x="5635" y="2714"/>
                    <a:pt x="5319" y="2714"/>
                  </a:cubicBezTo>
                  <a:lnTo>
                    <a:pt x="0" y="2714"/>
                  </a:lnTo>
                  <a:lnTo>
                    <a:pt x="0" y="3828"/>
                  </a:lnTo>
                  <a:lnTo>
                    <a:pt x="6539" y="3828"/>
                  </a:lnTo>
                  <a:cubicBezTo>
                    <a:pt x="6854" y="3828"/>
                    <a:pt x="7107" y="3555"/>
                    <a:pt x="7064" y="3239"/>
                  </a:cubicBezTo>
                  <a:lnTo>
                    <a:pt x="6812" y="464"/>
                  </a:lnTo>
                  <a:cubicBezTo>
                    <a:pt x="6792" y="203"/>
                    <a:pt x="6581" y="0"/>
                    <a:pt x="632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4" name="Google Shape;7414;p62"/>
            <p:cNvSpPr/>
            <p:nvPr/>
          </p:nvSpPr>
          <p:spPr>
            <a:xfrm>
              <a:off x="2675991" y="2714249"/>
              <a:ext cx="226669" cy="28672"/>
            </a:xfrm>
            <a:custGeom>
              <a:avLst/>
              <a:gdLst/>
              <a:ahLst/>
              <a:cxnLst/>
              <a:rect l="l" t="t" r="r" b="b"/>
              <a:pathLst>
                <a:path w="15139" h="1915" extrusionOk="0">
                  <a:moveTo>
                    <a:pt x="526" y="1"/>
                  </a:moveTo>
                  <a:cubicBezTo>
                    <a:pt x="232" y="1"/>
                    <a:pt x="1" y="232"/>
                    <a:pt x="1" y="527"/>
                  </a:cubicBezTo>
                  <a:lnTo>
                    <a:pt x="1" y="1914"/>
                  </a:lnTo>
                  <a:lnTo>
                    <a:pt x="15138" y="1914"/>
                  </a:lnTo>
                  <a:lnTo>
                    <a:pt x="15117" y="527"/>
                  </a:lnTo>
                  <a:cubicBezTo>
                    <a:pt x="15117" y="232"/>
                    <a:pt x="14886" y="1"/>
                    <a:pt x="14592" y="1"/>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5" name="Google Shape;7415;p62"/>
            <p:cNvSpPr/>
            <p:nvPr/>
          </p:nvSpPr>
          <p:spPr>
            <a:xfrm>
              <a:off x="2676305" y="2714249"/>
              <a:ext cx="226354" cy="28672"/>
            </a:xfrm>
            <a:custGeom>
              <a:avLst/>
              <a:gdLst/>
              <a:ahLst/>
              <a:cxnLst/>
              <a:rect l="l" t="t" r="r" b="b"/>
              <a:pathLst>
                <a:path w="15118" h="1915" extrusionOk="0">
                  <a:moveTo>
                    <a:pt x="14465" y="1"/>
                  </a:moveTo>
                  <a:lnTo>
                    <a:pt x="14465" y="737"/>
                  </a:lnTo>
                  <a:cubicBezTo>
                    <a:pt x="14465" y="1031"/>
                    <a:pt x="14234" y="1262"/>
                    <a:pt x="13940" y="1262"/>
                  </a:cubicBezTo>
                  <a:lnTo>
                    <a:pt x="1" y="1262"/>
                  </a:lnTo>
                  <a:lnTo>
                    <a:pt x="1" y="1914"/>
                  </a:lnTo>
                  <a:lnTo>
                    <a:pt x="15117" y="1914"/>
                  </a:lnTo>
                  <a:lnTo>
                    <a:pt x="15117" y="527"/>
                  </a:lnTo>
                  <a:cubicBezTo>
                    <a:pt x="15117" y="232"/>
                    <a:pt x="14886" y="1"/>
                    <a:pt x="14592" y="1"/>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6" name="Google Shape;7416;p62"/>
            <p:cNvSpPr/>
            <p:nvPr/>
          </p:nvSpPr>
          <p:spPr>
            <a:xfrm>
              <a:off x="2660255" y="2742907"/>
              <a:ext cx="258141" cy="28657"/>
            </a:xfrm>
            <a:custGeom>
              <a:avLst/>
              <a:gdLst/>
              <a:ahLst/>
              <a:cxnLst/>
              <a:rect l="l" t="t" r="r" b="b"/>
              <a:pathLst>
                <a:path w="17241" h="1914" extrusionOk="0">
                  <a:moveTo>
                    <a:pt x="0" y="0"/>
                  </a:moveTo>
                  <a:lnTo>
                    <a:pt x="0" y="1913"/>
                  </a:lnTo>
                  <a:lnTo>
                    <a:pt x="17240" y="1913"/>
                  </a:lnTo>
                  <a:lnTo>
                    <a:pt x="17240"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7" name="Google Shape;7417;p62"/>
            <p:cNvSpPr/>
            <p:nvPr/>
          </p:nvSpPr>
          <p:spPr>
            <a:xfrm>
              <a:off x="2660255" y="2742907"/>
              <a:ext cx="258141" cy="28657"/>
            </a:xfrm>
            <a:custGeom>
              <a:avLst/>
              <a:gdLst/>
              <a:ahLst/>
              <a:cxnLst/>
              <a:rect l="l" t="t" r="r" b="b"/>
              <a:pathLst>
                <a:path w="17241" h="1914" extrusionOk="0">
                  <a:moveTo>
                    <a:pt x="16610" y="0"/>
                  </a:moveTo>
                  <a:lnTo>
                    <a:pt x="16610" y="736"/>
                  </a:lnTo>
                  <a:cubicBezTo>
                    <a:pt x="16610" y="1030"/>
                    <a:pt x="16378" y="1262"/>
                    <a:pt x="16084" y="1262"/>
                  </a:cubicBezTo>
                  <a:lnTo>
                    <a:pt x="0" y="1262"/>
                  </a:lnTo>
                  <a:lnTo>
                    <a:pt x="0" y="1913"/>
                  </a:lnTo>
                  <a:lnTo>
                    <a:pt x="17240" y="1913"/>
                  </a:lnTo>
                  <a:lnTo>
                    <a:pt x="17240" y="0"/>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8" name="Google Shape;7418;p62"/>
            <p:cNvSpPr/>
            <p:nvPr/>
          </p:nvSpPr>
          <p:spPr>
            <a:xfrm>
              <a:off x="2715968" y="2516567"/>
              <a:ext cx="147344" cy="197697"/>
            </a:xfrm>
            <a:custGeom>
              <a:avLst/>
              <a:gdLst/>
              <a:ahLst/>
              <a:cxnLst/>
              <a:rect l="l" t="t" r="r" b="b"/>
              <a:pathLst>
                <a:path w="9841" h="13204" extrusionOk="0">
                  <a:moveTo>
                    <a:pt x="1" y="1"/>
                  </a:moveTo>
                  <a:lnTo>
                    <a:pt x="1" y="13204"/>
                  </a:lnTo>
                  <a:lnTo>
                    <a:pt x="9840" y="13204"/>
                  </a:lnTo>
                  <a:lnTo>
                    <a:pt x="9840" y="1"/>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19" name="Google Shape;7419;p62"/>
            <p:cNvSpPr/>
            <p:nvPr/>
          </p:nvSpPr>
          <p:spPr>
            <a:xfrm>
              <a:off x="2763191" y="2618560"/>
              <a:ext cx="52583" cy="95704"/>
            </a:xfrm>
            <a:custGeom>
              <a:avLst/>
              <a:gdLst/>
              <a:ahLst/>
              <a:cxnLst/>
              <a:rect l="l" t="t" r="r" b="b"/>
              <a:pathLst>
                <a:path w="3512" h="6392" extrusionOk="0">
                  <a:moveTo>
                    <a:pt x="1748" y="0"/>
                  </a:moveTo>
                  <a:cubicBezTo>
                    <a:pt x="1540" y="0"/>
                    <a:pt x="1335" y="64"/>
                    <a:pt x="1157" y="190"/>
                  </a:cubicBezTo>
                  <a:lnTo>
                    <a:pt x="463" y="652"/>
                  </a:lnTo>
                  <a:cubicBezTo>
                    <a:pt x="169" y="841"/>
                    <a:pt x="0" y="1178"/>
                    <a:pt x="0" y="1535"/>
                  </a:cubicBezTo>
                  <a:lnTo>
                    <a:pt x="0" y="6392"/>
                  </a:lnTo>
                  <a:lnTo>
                    <a:pt x="3511" y="6392"/>
                  </a:lnTo>
                  <a:lnTo>
                    <a:pt x="3511" y="1535"/>
                  </a:lnTo>
                  <a:cubicBezTo>
                    <a:pt x="3511" y="1178"/>
                    <a:pt x="3322" y="841"/>
                    <a:pt x="3028" y="652"/>
                  </a:cubicBezTo>
                  <a:lnTo>
                    <a:pt x="2355" y="190"/>
                  </a:lnTo>
                  <a:cubicBezTo>
                    <a:pt x="2166" y="64"/>
                    <a:pt x="1956" y="0"/>
                    <a:pt x="174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0" name="Google Shape;7420;p62"/>
            <p:cNvSpPr/>
            <p:nvPr/>
          </p:nvSpPr>
          <p:spPr>
            <a:xfrm>
              <a:off x="2783329" y="2618515"/>
              <a:ext cx="32445" cy="95749"/>
            </a:xfrm>
            <a:custGeom>
              <a:avLst/>
              <a:gdLst/>
              <a:ahLst/>
              <a:cxnLst/>
              <a:rect l="l" t="t" r="r" b="b"/>
              <a:pathLst>
                <a:path w="2167" h="6395" extrusionOk="0">
                  <a:moveTo>
                    <a:pt x="414" y="0"/>
                  </a:moveTo>
                  <a:cubicBezTo>
                    <a:pt x="275" y="0"/>
                    <a:pt x="135" y="29"/>
                    <a:pt x="1" y="88"/>
                  </a:cubicBezTo>
                  <a:cubicBezTo>
                    <a:pt x="64" y="109"/>
                    <a:pt x="148" y="151"/>
                    <a:pt x="211" y="193"/>
                  </a:cubicBezTo>
                  <a:lnTo>
                    <a:pt x="905" y="655"/>
                  </a:lnTo>
                  <a:cubicBezTo>
                    <a:pt x="1199" y="844"/>
                    <a:pt x="1368" y="1181"/>
                    <a:pt x="1368" y="1538"/>
                  </a:cubicBezTo>
                  <a:lnTo>
                    <a:pt x="1368" y="6395"/>
                  </a:lnTo>
                  <a:lnTo>
                    <a:pt x="2166" y="6395"/>
                  </a:lnTo>
                  <a:lnTo>
                    <a:pt x="2166" y="1538"/>
                  </a:lnTo>
                  <a:cubicBezTo>
                    <a:pt x="2166" y="1181"/>
                    <a:pt x="1977" y="844"/>
                    <a:pt x="1683" y="655"/>
                  </a:cubicBezTo>
                  <a:lnTo>
                    <a:pt x="1010" y="193"/>
                  </a:lnTo>
                  <a:cubicBezTo>
                    <a:pt x="833" y="66"/>
                    <a:pt x="625" y="0"/>
                    <a:pt x="41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1" name="Google Shape;7421;p62"/>
            <p:cNvSpPr/>
            <p:nvPr/>
          </p:nvSpPr>
          <p:spPr>
            <a:xfrm>
              <a:off x="2692041" y="2516253"/>
              <a:ext cx="47867" cy="32131"/>
            </a:xfrm>
            <a:custGeom>
              <a:avLst/>
              <a:gdLst/>
              <a:ahLst/>
              <a:cxnLst/>
              <a:rect l="l" t="t" r="r" b="b"/>
              <a:pathLst>
                <a:path w="3197" h="2146" extrusionOk="0">
                  <a:moveTo>
                    <a:pt x="1" y="1"/>
                  </a:moveTo>
                  <a:lnTo>
                    <a:pt x="1" y="1472"/>
                  </a:lnTo>
                  <a:cubicBezTo>
                    <a:pt x="1" y="1556"/>
                    <a:pt x="43" y="1640"/>
                    <a:pt x="106" y="1704"/>
                  </a:cubicBezTo>
                  <a:lnTo>
                    <a:pt x="526" y="2145"/>
                  </a:lnTo>
                  <a:lnTo>
                    <a:pt x="2671" y="2145"/>
                  </a:lnTo>
                  <a:lnTo>
                    <a:pt x="3112" y="1704"/>
                  </a:lnTo>
                  <a:cubicBezTo>
                    <a:pt x="3155" y="1640"/>
                    <a:pt x="3197" y="1556"/>
                    <a:pt x="3197" y="1472"/>
                  </a:cubicBezTo>
                  <a:lnTo>
                    <a:pt x="319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2" name="Google Shape;7422;p62"/>
            <p:cNvSpPr/>
            <p:nvPr/>
          </p:nvSpPr>
          <p:spPr>
            <a:xfrm>
              <a:off x="2719112" y="2516253"/>
              <a:ext cx="20797" cy="31817"/>
            </a:xfrm>
            <a:custGeom>
              <a:avLst/>
              <a:gdLst/>
              <a:ahLst/>
              <a:cxnLst/>
              <a:rect l="l" t="t" r="r" b="b"/>
              <a:pathLst>
                <a:path w="1389" h="2125" extrusionOk="0">
                  <a:moveTo>
                    <a:pt x="1389" y="1"/>
                  </a:moveTo>
                  <a:lnTo>
                    <a:pt x="527" y="22"/>
                  </a:lnTo>
                  <a:lnTo>
                    <a:pt x="527" y="1598"/>
                  </a:lnTo>
                  <a:lnTo>
                    <a:pt x="1" y="2124"/>
                  </a:lnTo>
                  <a:lnTo>
                    <a:pt x="863" y="2124"/>
                  </a:lnTo>
                  <a:lnTo>
                    <a:pt x="1304" y="1704"/>
                  </a:lnTo>
                  <a:cubicBezTo>
                    <a:pt x="1368" y="1640"/>
                    <a:pt x="1389" y="1556"/>
                    <a:pt x="1389" y="1472"/>
                  </a:cubicBezTo>
                  <a:lnTo>
                    <a:pt x="1389"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3" name="Google Shape;7423;p62"/>
            <p:cNvSpPr/>
            <p:nvPr/>
          </p:nvSpPr>
          <p:spPr>
            <a:xfrm>
              <a:off x="2692041" y="2682148"/>
              <a:ext cx="47867" cy="32116"/>
            </a:xfrm>
            <a:custGeom>
              <a:avLst/>
              <a:gdLst/>
              <a:ahLst/>
              <a:cxnLst/>
              <a:rect l="l" t="t" r="r" b="b"/>
              <a:pathLst>
                <a:path w="3197" h="2145" extrusionOk="0">
                  <a:moveTo>
                    <a:pt x="526" y="0"/>
                  </a:moveTo>
                  <a:lnTo>
                    <a:pt x="85" y="442"/>
                  </a:lnTo>
                  <a:cubicBezTo>
                    <a:pt x="22" y="505"/>
                    <a:pt x="1" y="589"/>
                    <a:pt x="1" y="673"/>
                  </a:cubicBezTo>
                  <a:lnTo>
                    <a:pt x="1" y="2145"/>
                  </a:lnTo>
                  <a:lnTo>
                    <a:pt x="3197" y="2145"/>
                  </a:lnTo>
                  <a:lnTo>
                    <a:pt x="3197" y="673"/>
                  </a:lnTo>
                  <a:cubicBezTo>
                    <a:pt x="3197" y="589"/>
                    <a:pt x="3155" y="505"/>
                    <a:pt x="3091" y="442"/>
                  </a:cubicBezTo>
                  <a:lnTo>
                    <a:pt x="265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4" name="Google Shape;7424;p62"/>
            <p:cNvSpPr/>
            <p:nvPr/>
          </p:nvSpPr>
          <p:spPr>
            <a:xfrm>
              <a:off x="2719112" y="2682148"/>
              <a:ext cx="20797" cy="31802"/>
            </a:xfrm>
            <a:custGeom>
              <a:avLst/>
              <a:gdLst/>
              <a:ahLst/>
              <a:cxnLst/>
              <a:rect l="l" t="t" r="r" b="b"/>
              <a:pathLst>
                <a:path w="1389" h="2124" extrusionOk="0">
                  <a:moveTo>
                    <a:pt x="1" y="0"/>
                  </a:moveTo>
                  <a:lnTo>
                    <a:pt x="527" y="526"/>
                  </a:lnTo>
                  <a:lnTo>
                    <a:pt x="527" y="2124"/>
                  </a:lnTo>
                  <a:lnTo>
                    <a:pt x="1389" y="2124"/>
                  </a:lnTo>
                  <a:lnTo>
                    <a:pt x="1389" y="673"/>
                  </a:lnTo>
                  <a:cubicBezTo>
                    <a:pt x="1389" y="589"/>
                    <a:pt x="1347" y="505"/>
                    <a:pt x="1283" y="442"/>
                  </a:cubicBezTo>
                  <a:lnTo>
                    <a:pt x="863"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5" name="Google Shape;7425;p62"/>
            <p:cNvSpPr/>
            <p:nvPr/>
          </p:nvSpPr>
          <p:spPr>
            <a:xfrm>
              <a:off x="2699917" y="2548369"/>
              <a:ext cx="31802" cy="133794"/>
            </a:xfrm>
            <a:custGeom>
              <a:avLst/>
              <a:gdLst/>
              <a:ahLst/>
              <a:cxnLst/>
              <a:rect l="l" t="t" r="r" b="b"/>
              <a:pathLst>
                <a:path w="2124" h="8936" extrusionOk="0">
                  <a:moveTo>
                    <a:pt x="0" y="0"/>
                  </a:moveTo>
                  <a:lnTo>
                    <a:pt x="0" y="8935"/>
                  </a:lnTo>
                  <a:lnTo>
                    <a:pt x="2124" y="8935"/>
                  </a:lnTo>
                  <a:lnTo>
                    <a:pt x="2124"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6" name="Google Shape;7426;p62"/>
            <p:cNvSpPr/>
            <p:nvPr/>
          </p:nvSpPr>
          <p:spPr>
            <a:xfrm>
              <a:off x="2838742" y="2516253"/>
              <a:ext cx="47852" cy="32131"/>
            </a:xfrm>
            <a:custGeom>
              <a:avLst/>
              <a:gdLst/>
              <a:ahLst/>
              <a:cxnLst/>
              <a:rect l="l" t="t" r="r" b="b"/>
              <a:pathLst>
                <a:path w="3196" h="2146" extrusionOk="0">
                  <a:moveTo>
                    <a:pt x="0" y="1"/>
                  </a:moveTo>
                  <a:lnTo>
                    <a:pt x="0" y="1472"/>
                  </a:lnTo>
                  <a:cubicBezTo>
                    <a:pt x="0" y="1556"/>
                    <a:pt x="42" y="1640"/>
                    <a:pt x="105" y="1704"/>
                  </a:cubicBezTo>
                  <a:lnTo>
                    <a:pt x="526" y="2145"/>
                  </a:lnTo>
                  <a:lnTo>
                    <a:pt x="2670" y="2145"/>
                  </a:lnTo>
                  <a:lnTo>
                    <a:pt x="3091" y="1704"/>
                  </a:lnTo>
                  <a:cubicBezTo>
                    <a:pt x="3154" y="1640"/>
                    <a:pt x="3196" y="1556"/>
                    <a:pt x="3196" y="1472"/>
                  </a:cubicBezTo>
                  <a:lnTo>
                    <a:pt x="319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7" name="Google Shape;7427;p62"/>
            <p:cNvSpPr/>
            <p:nvPr/>
          </p:nvSpPr>
          <p:spPr>
            <a:xfrm>
              <a:off x="2838742" y="2682148"/>
              <a:ext cx="47852" cy="32116"/>
            </a:xfrm>
            <a:custGeom>
              <a:avLst/>
              <a:gdLst/>
              <a:ahLst/>
              <a:cxnLst/>
              <a:rect l="l" t="t" r="r" b="b"/>
              <a:pathLst>
                <a:path w="3196" h="2145" extrusionOk="0">
                  <a:moveTo>
                    <a:pt x="526" y="0"/>
                  </a:moveTo>
                  <a:lnTo>
                    <a:pt x="105" y="442"/>
                  </a:lnTo>
                  <a:cubicBezTo>
                    <a:pt x="42" y="505"/>
                    <a:pt x="0" y="589"/>
                    <a:pt x="0" y="673"/>
                  </a:cubicBezTo>
                  <a:lnTo>
                    <a:pt x="0" y="2145"/>
                  </a:lnTo>
                  <a:lnTo>
                    <a:pt x="3196" y="2145"/>
                  </a:lnTo>
                  <a:lnTo>
                    <a:pt x="3196" y="673"/>
                  </a:lnTo>
                  <a:cubicBezTo>
                    <a:pt x="3196" y="589"/>
                    <a:pt x="3154" y="505"/>
                    <a:pt x="3112" y="442"/>
                  </a:cubicBezTo>
                  <a:lnTo>
                    <a:pt x="267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8" name="Google Shape;7428;p62"/>
            <p:cNvSpPr/>
            <p:nvPr/>
          </p:nvSpPr>
          <p:spPr>
            <a:xfrm>
              <a:off x="2866127" y="2516253"/>
              <a:ext cx="20467" cy="31817"/>
            </a:xfrm>
            <a:custGeom>
              <a:avLst/>
              <a:gdLst/>
              <a:ahLst/>
              <a:cxnLst/>
              <a:rect l="l" t="t" r="r" b="b"/>
              <a:pathLst>
                <a:path w="1367" h="2125" extrusionOk="0">
                  <a:moveTo>
                    <a:pt x="1367" y="1"/>
                  </a:moveTo>
                  <a:lnTo>
                    <a:pt x="526" y="22"/>
                  </a:lnTo>
                  <a:lnTo>
                    <a:pt x="526" y="1598"/>
                  </a:lnTo>
                  <a:lnTo>
                    <a:pt x="0" y="2124"/>
                  </a:lnTo>
                  <a:lnTo>
                    <a:pt x="841" y="2124"/>
                  </a:lnTo>
                  <a:lnTo>
                    <a:pt x="1283" y="1704"/>
                  </a:lnTo>
                  <a:cubicBezTo>
                    <a:pt x="1346" y="1640"/>
                    <a:pt x="1367" y="1556"/>
                    <a:pt x="1367" y="1472"/>
                  </a:cubicBezTo>
                  <a:lnTo>
                    <a:pt x="1367"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29" name="Google Shape;7429;p62"/>
            <p:cNvSpPr/>
            <p:nvPr/>
          </p:nvSpPr>
          <p:spPr>
            <a:xfrm>
              <a:off x="2865812" y="2682148"/>
              <a:ext cx="20782" cy="31802"/>
            </a:xfrm>
            <a:custGeom>
              <a:avLst/>
              <a:gdLst/>
              <a:ahLst/>
              <a:cxnLst/>
              <a:rect l="l" t="t" r="r" b="b"/>
              <a:pathLst>
                <a:path w="1388" h="2124" extrusionOk="0">
                  <a:moveTo>
                    <a:pt x="0" y="0"/>
                  </a:moveTo>
                  <a:lnTo>
                    <a:pt x="526" y="526"/>
                  </a:lnTo>
                  <a:lnTo>
                    <a:pt x="526" y="2124"/>
                  </a:lnTo>
                  <a:lnTo>
                    <a:pt x="1388" y="2124"/>
                  </a:lnTo>
                  <a:lnTo>
                    <a:pt x="1388" y="673"/>
                  </a:lnTo>
                  <a:cubicBezTo>
                    <a:pt x="1388" y="589"/>
                    <a:pt x="1346" y="505"/>
                    <a:pt x="1283" y="442"/>
                  </a:cubicBezTo>
                  <a:lnTo>
                    <a:pt x="862"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0" name="Google Shape;7430;p62"/>
            <p:cNvSpPr/>
            <p:nvPr/>
          </p:nvSpPr>
          <p:spPr>
            <a:xfrm>
              <a:off x="2846603" y="2548369"/>
              <a:ext cx="32131" cy="133794"/>
            </a:xfrm>
            <a:custGeom>
              <a:avLst/>
              <a:gdLst/>
              <a:ahLst/>
              <a:cxnLst/>
              <a:rect l="l" t="t" r="r" b="b"/>
              <a:pathLst>
                <a:path w="2146" h="8936" extrusionOk="0">
                  <a:moveTo>
                    <a:pt x="1" y="0"/>
                  </a:moveTo>
                  <a:lnTo>
                    <a:pt x="1" y="8935"/>
                  </a:lnTo>
                  <a:lnTo>
                    <a:pt x="2145" y="8935"/>
                  </a:lnTo>
                  <a:lnTo>
                    <a:pt x="2145"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1" name="Google Shape;7431;p62"/>
            <p:cNvSpPr/>
            <p:nvPr/>
          </p:nvSpPr>
          <p:spPr>
            <a:xfrm>
              <a:off x="2683238" y="2407029"/>
              <a:ext cx="212175" cy="80597"/>
            </a:xfrm>
            <a:custGeom>
              <a:avLst/>
              <a:gdLst/>
              <a:ahLst/>
              <a:cxnLst/>
              <a:rect l="l" t="t" r="r" b="b"/>
              <a:pathLst>
                <a:path w="14171" h="5383" extrusionOk="0">
                  <a:moveTo>
                    <a:pt x="7093" y="0"/>
                  </a:moveTo>
                  <a:cubicBezTo>
                    <a:pt x="6975" y="0"/>
                    <a:pt x="6854" y="42"/>
                    <a:pt x="6749" y="126"/>
                  </a:cubicBezTo>
                  <a:lnTo>
                    <a:pt x="0" y="5382"/>
                  </a:lnTo>
                  <a:lnTo>
                    <a:pt x="14171" y="5382"/>
                  </a:lnTo>
                  <a:lnTo>
                    <a:pt x="7422" y="126"/>
                  </a:lnTo>
                  <a:cubicBezTo>
                    <a:pt x="7327" y="42"/>
                    <a:pt x="7212" y="0"/>
                    <a:pt x="7093"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2" name="Google Shape;7432;p62"/>
            <p:cNvSpPr/>
            <p:nvPr/>
          </p:nvSpPr>
          <p:spPr>
            <a:xfrm>
              <a:off x="2683238" y="2407029"/>
              <a:ext cx="212175" cy="80597"/>
            </a:xfrm>
            <a:custGeom>
              <a:avLst/>
              <a:gdLst/>
              <a:ahLst/>
              <a:cxnLst/>
              <a:rect l="l" t="t" r="r" b="b"/>
              <a:pathLst>
                <a:path w="14171" h="5383" extrusionOk="0">
                  <a:moveTo>
                    <a:pt x="7093" y="0"/>
                  </a:moveTo>
                  <a:cubicBezTo>
                    <a:pt x="6975" y="0"/>
                    <a:pt x="6854" y="42"/>
                    <a:pt x="6749" y="126"/>
                  </a:cubicBezTo>
                  <a:lnTo>
                    <a:pt x="6497" y="336"/>
                  </a:lnTo>
                  <a:lnTo>
                    <a:pt x="10723" y="3637"/>
                  </a:lnTo>
                  <a:cubicBezTo>
                    <a:pt x="11137" y="3927"/>
                    <a:pt x="10919" y="4584"/>
                    <a:pt x="10410" y="4584"/>
                  </a:cubicBezTo>
                  <a:cubicBezTo>
                    <a:pt x="10402" y="4584"/>
                    <a:pt x="10394" y="4584"/>
                    <a:pt x="10386" y="4583"/>
                  </a:cubicBezTo>
                  <a:lnTo>
                    <a:pt x="1030" y="4583"/>
                  </a:lnTo>
                  <a:lnTo>
                    <a:pt x="0" y="5382"/>
                  </a:lnTo>
                  <a:lnTo>
                    <a:pt x="14171" y="5382"/>
                  </a:lnTo>
                  <a:lnTo>
                    <a:pt x="7422" y="126"/>
                  </a:lnTo>
                  <a:cubicBezTo>
                    <a:pt x="7327" y="42"/>
                    <a:pt x="7212" y="0"/>
                    <a:pt x="709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3" name="Google Shape;7433;p62"/>
            <p:cNvSpPr/>
            <p:nvPr/>
          </p:nvSpPr>
          <p:spPr>
            <a:xfrm>
              <a:off x="2668130" y="2487925"/>
              <a:ext cx="242390" cy="28657"/>
            </a:xfrm>
            <a:custGeom>
              <a:avLst/>
              <a:gdLst/>
              <a:ahLst/>
              <a:cxnLst/>
              <a:rect l="l" t="t" r="r" b="b"/>
              <a:pathLst>
                <a:path w="16189" h="1914" extrusionOk="0">
                  <a:moveTo>
                    <a:pt x="526" y="0"/>
                  </a:moveTo>
                  <a:cubicBezTo>
                    <a:pt x="231" y="0"/>
                    <a:pt x="0" y="232"/>
                    <a:pt x="0" y="526"/>
                  </a:cubicBezTo>
                  <a:lnTo>
                    <a:pt x="0" y="1388"/>
                  </a:lnTo>
                  <a:cubicBezTo>
                    <a:pt x="0" y="1661"/>
                    <a:pt x="231" y="1914"/>
                    <a:pt x="526" y="1914"/>
                  </a:cubicBezTo>
                  <a:lnTo>
                    <a:pt x="15663" y="1914"/>
                  </a:lnTo>
                  <a:cubicBezTo>
                    <a:pt x="15957" y="1914"/>
                    <a:pt x="16189" y="1661"/>
                    <a:pt x="16189" y="1388"/>
                  </a:cubicBezTo>
                  <a:lnTo>
                    <a:pt x="16189" y="526"/>
                  </a:lnTo>
                  <a:cubicBezTo>
                    <a:pt x="16189" y="232"/>
                    <a:pt x="15957" y="0"/>
                    <a:pt x="15663" y="0"/>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4" name="Google Shape;7434;p62"/>
            <p:cNvSpPr/>
            <p:nvPr/>
          </p:nvSpPr>
          <p:spPr>
            <a:xfrm>
              <a:off x="2668130" y="2487611"/>
              <a:ext cx="242390" cy="28657"/>
            </a:xfrm>
            <a:custGeom>
              <a:avLst/>
              <a:gdLst/>
              <a:ahLst/>
              <a:cxnLst/>
              <a:rect l="l" t="t" r="r" b="b"/>
              <a:pathLst>
                <a:path w="16189" h="1914" extrusionOk="0">
                  <a:moveTo>
                    <a:pt x="15558" y="0"/>
                  </a:moveTo>
                  <a:lnTo>
                    <a:pt x="15558" y="757"/>
                  </a:lnTo>
                  <a:cubicBezTo>
                    <a:pt x="15558" y="1052"/>
                    <a:pt x="15306" y="1283"/>
                    <a:pt x="15032" y="1283"/>
                  </a:cubicBezTo>
                  <a:lnTo>
                    <a:pt x="0" y="1283"/>
                  </a:lnTo>
                  <a:lnTo>
                    <a:pt x="0" y="1388"/>
                  </a:lnTo>
                  <a:cubicBezTo>
                    <a:pt x="0" y="1682"/>
                    <a:pt x="231" y="1914"/>
                    <a:pt x="526" y="1914"/>
                  </a:cubicBezTo>
                  <a:lnTo>
                    <a:pt x="15663" y="1914"/>
                  </a:lnTo>
                  <a:cubicBezTo>
                    <a:pt x="15957" y="1914"/>
                    <a:pt x="16189" y="1682"/>
                    <a:pt x="16189" y="1388"/>
                  </a:cubicBezTo>
                  <a:lnTo>
                    <a:pt x="16189" y="526"/>
                  </a:lnTo>
                  <a:cubicBezTo>
                    <a:pt x="16189" y="253"/>
                    <a:pt x="15957" y="0"/>
                    <a:pt x="15663"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5" name="Google Shape;7435;p62"/>
            <p:cNvSpPr/>
            <p:nvPr/>
          </p:nvSpPr>
          <p:spPr>
            <a:xfrm>
              <a:off x="2905789" y="2602495"/>
              <a:ext cx="43136" cy="61432"/>
            </a:xfrm>
            <a:custGeom>
              <a:avLst/>
              <a:gdLst/>
              <a:ahLst/>
              <a:cxnLst/>
              <a:rect l="l" t="t" r="r" b="b"/>
              <a:pathLst>
                <a:path w="2881" h="4103" extrusionOk="0">
                  <a:moveTo>
                    <a:pt x="1435" y="1"/>
                  </a:moveTo>
                  <a:cubicBezTo>
                    <a:pt x="652" y="1"/>
                    <a:pt x="0" y="645"/>
                    <a:pt x="0" y="1452"/>
                  </a:cubicBezTo>
                  <a:lnTo>
                    <a:pt x="0" y="3786"/>
                  </a:lnTo>
                  <a:cubicBezTo>
                    <a:pt x="0" y="3975"/>
                    <a:pt x="148" y="4101"/>
                    <a:pt x="316" y="4101"/>
                  </a:cubicBezTo>
                  <a:lnTo>
                    <a:pt x="2544" y="4101"/>
                  </a:lnTo>
                  <a:cubicBezTo>
                    <a:pt x="2556" y="4102"/>
                    <a:pt x="2568" y="4103"/>
                    <a:pt x="2580" y="4103"/>
                  </a:cubicBezTo>
                  <a:cubicBezTo>
                    <a:pt x="2752" y="4103"/>
                    <a:pt x="2881" y="3963"/>
                    <a:pt x="2881" y="3786"/>
                  </a:cubicBezTo>
                  <a:lnTo>
                    <a:pt x="2881" y="1473"/>
                  </a:lnTo>
                  <a:cubicBezTo>
                    <a:pt x="2881" y="695"/>
                    <a:pt x="2250" y="43"/>
                    <a:pt x="1472" y="1"/>
                  </a:cubicBezTo>
                  <a:cubicBezTo>
                    <a:pt x="1460" y="1"/>
                    <a:pt x="1447" y="1"/>
                    <a:pt x="1435"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6" name="Google Shape;7436;p62"/>
            <p:cNvSpPr/>
            <p:nvPr/>
          </p:nvSpPr>
          <p:spPr>
            <a:xfrm>
              <a:off x="2922154" y="2602704"/>
              <a:ext cx="26456" cy="61522"/>
            </a:xfrm>
            <a:custGeom>
              <a:avLst/>
              <a:gdLst/>
              <a:ahLst/>
              <a:cxnLst/>
              <a:rect l="l" t="t" r="r" b="b"/>
              <a:pathLst>
                <a:path w="1767" h="4109" extrusionOk="0">
                  <a:moveTo>
                    <a:pt x="257" y="0"/>
                  </a:moveTo>
                  <a:cubicBezTo>
                    <a:pt x="166" y="0"/>
                    <a:pt x="78" y="20"/>
                    <a:pt x="1" y="50"/>
                  </a:cubicBezTo>
                  <a:cubicBezTo>
                    <a:pt x="631" y="197"/>
                    <a:pt x="1094" y="765"/>
                    <a:pt x="1094" y="1438"/>
                  </a:cubicBezTo>
                  <a:lnTo>
                    <a:pt x="1094" y="4108"/>
                  </a:lnTo>
                  <a:lnTo>
                    <a:pt x="1451" y="4108"/>
                  </a:lnTo>
                  <a:cubicBezTo>
                    <a:pt x="1620" y="4108"/>
                    <a:pt x="1767" y="3961"/>
                    <a:pt x="1767" y="3772"/>
                  </a:cubicBezTo>
                  <a:lnTo>
                    <a:pt x="1767" y="1459"/>
                  </a:lnTo>
                  <a:cubicBezTo>
                    <a:pt x="1767" y="660"/>
                    <a:pt x="1136" y="8"/>
                    <a:pt x="358" y="8"/>
                  </a:cubicBezTo>
                  <a:cubicBezTo>
                    <a:pt x="324" y="3"/>
                    <a:pt x="290" y="0"/>
                    <a:pt x="257"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7" name="Google Shape;7437;p62"/>
            <p:cNvSpPr/>
            <p:nvPr/>
          </p:nvSpPr>
          <p:spPr>
            <a:xfrm>
              <a:off x="2758789" y="2542066"/>
              <a:ext cx="54156" cy="46115"/>
            </a:xfrm>
            <a:custGeom>
              <a:avLst/>
              <a:gdLst/>
              <a:ahLst/>
              <a:cxnLst/>
              <a:rect l="l" t="t" r="r" b="b"/>
              <a:pathLst>
                <a:path w="3617" h="3080" extrusionOk="0">
                  <a:moveTo>
                    <a:pt x="2060" y="1"/>
                  </a:moveTo>
                  <a:cubicBezTo>
                    <a:pt x="694" y="1"/>
                    <a:pt x="0" y="1661"/>
                    <a:pt x="967" y="2629"/>
                  </a:cubicBezTo>
                  <a:cubicBezTo>
                    <a:pt x="1285" y="2940"/>
                    <a:pt x="1673" y="3079"/>
                    <a:pt x="2053" y="3079"/>
                  </a:cubicBezTo>
                  <a:cubicBezTo>
                    <a:pt x="2853" y="3079"/>
                    <a:pt x="3616" y="2462"/>
                    <a:pt x="3616" y="1535"/>
                  </a:cubicBezTo>
                  <a:cubicBezTo>
                    <a:pt x="3616" y="673"/>
                    <a:pt x="2922" y="1"/>
                    <a:pt x="2060" y="1"/>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8" name="Google Shape;7438;p62"/>
            <p:cNvSpPr/>
            <p:nvPr/>
          </p:nvSpPr>
          <p:spPr>
            <a:xfrm>
              <a:off x="2769794" y="2545210"/>
              <a:ext cx="46924" cy="43046"/>
            </a:xfrm>
            <a:custGeom>
              <a:avLst/>
              <a:gdLst/>
              <a:ahLst/>
              <a:cxnLst/>
              <a:rect l="l" t="t" r="r" b="b"/>
              <a:pathLst>
                <a:path w="3134" h="2875" extrusionOk="0">
                  <a:moveTo>
                    <a:pt x="2124" y="1"/>
                  </a:moveTo>
                  <a:cubicBezTo>
                    <a:pt x="2802" y="1119"/>
                    <a:pt x="1910" y="2360"/>
                    <a:pt x="812" y="2360"/>
                  </a:cubicBezTo>
                  <a:cubicBezTo>
                    <a:pt x="547" y="2360"/>
                    <a:pt x="270" y="2288"/>
                    <a:pt x="1" y="2124"/>
                  </a:cubicBezTo>
                  <a:lnTo>
                    <a:pt x="1" y="2124"/>
                  </a:lnTo>
                  <a:cubicBezTo>
                    <a:pt x="300" y="2615"/>
                    <a:pt x="811" y="2874"/>
                    <a:pt x="1327" y="2874"/>
                  </a:cubicBezTo>
                  <a:cubicBezTo>
                    <a:pt x="1718" y="2874"/>
                    <a:pt x="2111" y="2726"/>
                    <a:pt x="2419" y="2419"/>
                  </a:cubicBezTo>
                  <a:cubicBezTo>
                    <a:pt x="3134" y="1704"/>
                    <a:pt x="2986" y="526"/>
                    <a:pt x="2124" y="1"/>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39" name="Google Shape;7439;p62"/>
          <p:cNvGrpSpPr/>
          <p:nvPr/>
        </p:nvGrpSpPr>
        <p:grpSpPr>
          <a:xfrm>
            <a:off x="3963109" y="2262503"/>
            <a:ext cx="322912" cy="334396"/>
            <a:chOff x="3955047" y="2432242"/>
            <a:chExt cx="322912" cy="334396"/>
          </a:xfrm>
        </p:grpSpPr>
        <p:sp>
          <p:nvSpPr>
            <p:cNvPr id="7440" name="Google Shape;7440;p62"/>
            <p:cNvSpPr/>
            <p:nvPr/>
          </p:nvSpPr>
          <p:spPr>
            <a:xfrm>
              <a:off x="3955047" y="2432242"/>
              <a:ext cx="322912" cy="334291"/>
            </a:xfrm>
            <a:custGeom>
              <a:avLst/>
              <a:gdLst/>
              <a:ahLst/>
              <a:cxnLst/>
              <a:rect l="l" t="t" r="r" b="b"/>
              <a:pathLst>
                <a:path w="21567" h="22327" extrusionOk="0">
                  <a:moveTo>
                    <a:pt x="20464" y="0"/>
                  </a:moveTo>
                  <a:cubicBezTo>
                    <a:pt x="20398" y="0"/>
                    <a:pt x="20331" y="6"/>
                    <a:pt x="20263" y="19"/>
                  </a:cubicBezTo>
                  <a:lnTo>
                    <a:pt x="6912" y="2395"/>
                  </a:lnTo>
                  <a:cubicBezTo>
                    <a:pt x="6387" y="2479"/>
                    <a:pt x="5987" y="2920"/>
                    <a:pt x="5987" y="3467"/>
                  </a:cubicBezTo>
                  <a:lnTo>
                    <a:pt x="5987" y="15030"/>
                  </a:lnTo>
                  <a:cubicBezTo>
                    <a:pt x="5434" y="14754"/>
                    <a:pt x="4853" y="14625"/>
                    <a:pt x="4284" y="14625"/>
                  </a:cubicBezTo>
                  <a:cubicBezTo>
                    <a:pt x="2563" y="14625"/>
                    <a:pt x="953" y="15805"/>
                    <a:pt x="542" y="17638"/>
                  </a:cubicBezTo>
                  <a:cubicBezTo>
                    <a:pt x="0" y="20034"/>
                    <a:pt x="1833" y="22327"/>
                    <a:pt x="4281" y="22327"/>
                  </a:cubicBezTo>
                  <a:cubicBezTo>
                    <a:pt x="4303" y="22327"/>
                    <a:pt x="4325" y="22326"/>
                    <a:pt x="4347" y="22326"/>
                  </a:cubicBezTo>
                  <a:cubicBezTo>
                    <a:pt x="6471" y="22284"/>
                    <a:pt x="8153" y="20539"/>
                    <a:pt x="8132" y="18415"/>
                  </a:cubicBezTo>
                  <a:lnTo>
                    <a:pt x="8132" y="5570"/>
                  </a:lnTo>
                  <a:lnTo>
                    <a:pt x="19401" y="3572"/>
                  </a:lnTo>
                  <a:lnTo>
                    <a:pt x="19401" y="12276"/>
                  </a:lnTo>
                  <a:cubicBezTo>
                    <a:pt x="18853" y="12007"/>
                    <a:pt x="18278" y="11882"/>
                    <a:pt x="17715" y="11882"/>
                  </a:cubicBezTo>
                  <a:cubicBezTo>
                    <a:pt x="15988" y="11882"/>
                    <a:pt x="14368" y="13060"/>
                    <a:pt x="13956" y="14883"/>
                  </a:cubicBezTo>
                  <a:cubicBezTo>
                    <a:pt x="13414" y="17300"/>
                    <a:pt x="15226" y="19572"/>
                    <a:pt x="17693" y="19572"/>
                  </a:cubicBezTo>
                  <a:cubicBezTo>
                    <a:pt x="17716" y="19572"/>
                    <a:pt x="17738" y="19572"/>
                    <a:pt x="17761" y="19572"/>
                  </a:cubicBezTo>
                  <a:cubicBezTo>
                    <a:pt x="19884" y="19530"/>
                    <a:pt x="21566" y="17806"/>
                    <a:pt x="21566" y="15682"/>
                  </a:cubicBezTo>
                  <a:lnTo>
                    <a:pt x="21566" y="1112"/>
                  </a:lnTo>
                  <a:cubicBezTo>
                    <a:pt x="21566" y="488"/>
                    <a:pt x="21056" y="0"/>
                    <a:pt x="20464" y="0"/>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1" name="Google Shape;7441;p62"/>
            <p:cNvSpPr/>
            <p:nvPr/>
          </p:nvSpPr>
          <p:spPr>
            <a:xfrm>
              <a:off x="4009741" y="2515624"/>
              <a:ext cx="67361" cy="251014"/>
            </a:xfrm>
            <a:custGeom>
              <a:avLst/>
              <a:gdLst/>
              <a:ahLst/>
              <a:cxnLst/>
              <a:rect l="l" t="t" r="r" b="b"/>
              <a:pathLst>
                <a:path w="4499" h="16765" extrusionOk="0">
                  <a:moveTo>
                    <a:pt x="4479" y="1"/>
                  </a:moveTo>
                  <a:lnTo>
                    <a:pt x="3995" y="148"/>
                  </a:lnTo>
                  <a:cubicBezTo>
                    <a:pt x="3533" y="274"/>
                    <a:pt x="3217" y="715"/>
                    <a:pt x="3217" y="1199"/>
                  </a:cubicBezTo>
                  <a:lnTo>
                    <a:pt x="3217" y="12867"/>
                  </a:lnTo>
                  <a:cubicBezTo>
                    <a:pt x="3217" y="14760"/>
                    <a:pt x="1872" y="16379"/>
                    <a:pt x="1" y="16715"/>
                  </a:cubicBezTo>
                  <a:cubicBezTo>
                    <a:pt x="208" y="16748"/>
                    <a:pt x="413" y="16764"/>
                    <a:pt x="615" y="16764"/>
                  </a:cubicBezTo>
                  <a:cubicBezTo>
                    <a:pt x="2716" y="16764"/>
                    <a:pt x="4498" y="15034"/>
                    <a:pt x="4479" y="12867"/>
                  </a:cubicBezTo>
                  <a:lnTo>
                    <a:pt x="4479" y="1"/>
                  </a:ln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2" name="Google Shape;7442;p62"/>
            <p:cNvSpPr/>
            <p:nvPr/>
          </p:nvSpPr>
          <p:spPr>
            <a:xfrm>
              <a:off x="4210582" y="2432317"/>
              <a:ext cx="67346" cy="293087"/>
            </a:xfrm>
            <a:custGeom>
              <a:avLst/>
              <a:gdLst/>
              <a:ahLst/>
              <a:cxnLst/>
              <a:rect l="l" t="t" r="r" b="b"/>
              <a:pathLst>
                <a:path w="4498" h="19575" extrusionOk="0">
                  <a:moveTo>
                    <a:pt x="3374" y="0"/>
                  </a:moveTo>
                  <a:cubicBezTo>
                    <a:pt x="3315" y="0"/>
                    <a:pt x="3256" y="5"/>
                    <a:pt x="3196" y="14"/>
                  </a:cubicBezTo>
                  <a:lnTo>
                    <a:pt x="2607" y="119"/>
                  </a:lnTo>
                  <a:cubicBezTo>
                    <a:pt x="2986" y="308"/>
                    <a:pt x="3217" y="687"/>
                    <a:pt x="3217" y="1107"/>
                  </a:cubicBezTo>
                  <a:lnTo>
                    <a:pt x="3217" y="15677"/>
                  </a:lnTo>
                  <a:cubicBezTo>
                    <a:pt x="3217" y="17569"/>
                    <a:pt x="1871" y="19188"/>
                    <a:pt x="0" y="19525"/>
                  </a:cubicBezTo>
                  <a:cubicBezTo>
                    <a:pt x="209" y="19558"/>
                    <a:pt x="416" y="19574"/>
                    <a:pt x="620" y="19574"/>
                  </a:cubicBezTo>
                  <a:cubicBezTo>
                    <a:pt x="2718" y="19574"/>
                    <a:pt x="4498" y="17862"/>
                    <a:pt x="4478" y="15677"/>
                  </a:cubicBezTo>
                  <a:lnTo>
                    <a:pt x="4478" y="1107"/>
                  </a:lnTo>
                  <a:cubicBezTo>
                    <a:pt x="4478" y="475"/>
                    <a:pt x="3972" y="0"/>
                    <a:pt x="3374" y="0"/>
                  </a:cubicBez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43" name="Google Shape;7443;p62"/>
          <p:cNvGrpSpPr/>
          <p:nvPr/>
        </p:nvGrpSpPr>
        <p:grpSpPr>
          <a:xfrm>
            <a:off x="1810528" y="1793115"/>
            <a:ext cx="265373" cy="351944"/>
            <a:chOff x="1802465" y="1962854"/>
            <a:chExt cx="265373" cy="351944"/>
          </a:xfrm>
        </p:grpSpPr>
        <p:sp>
          <p:nvSpPr>
            <p:cNvPr id="7444" name="Google Shape;7444;p62"/>
            <p:cNvSpPr/>
            <p:nvPr/>
          </p:nvSpPr>
          <p:spPr>
            <a:xfrm>
              <a:off x="1802465" y="2243020"/>
              <a:ext cx="265373" cy="71778"/>
            </a:xfrm>
            <a:custGeom>
              <a:avLst/>
              <a:gdLst/>
              <a:ahLst/>
              <a:cxnLst/>
              <a:rect l="l" t="t" r="r" b="b"/>
              <a:pathLst>
                <a:path w="17724" h="4794" extrusionOk="0">
                  <a:moveTo>
                    <a:pt x="2397" y="0"/>
                  </a:moveTo>
                  <a:cubicBezTo>
                    <a:pt x="1072" y="0"/>
                    <a:pt x="0" y="1073"/>
                    <a:pt x="0" y="2397"/>
                  </a:cubicBezTo>
                  <a:cubicBezTo>
                    <a:pt x="0" y="3722"/>
                    <a:pt x="1072" y="4794"/>
                    <a:pt x="2397" y="4794"/>
                  </a:cubicBezTo>
                  <a:lnTo>
                    <a:pt x="17724" y="4794"/>
                  </a:lnTo>
                  <a:lnTo>
                    <a:pt x="17724" y="0"/>
                  </a:ln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5" name="Google Shape;7445;p62"/>
            <p:cNvSpPr/>
            <p:nvPr/>
          </p:nvSpPr>
          <p:spPr>
            <a:xfrm>
              <a:off x="1802465" y="2208074"/>
              <a:ext cx="265373" cy="83442"/>
            </a:xfrm>
            <a:custGeom>
              <a:avLst/>
              <a:gdLst/>
              <a:ahLst/>
              <a:cxnLst/>
              <a:rect l="l" t="t" r="r" b="b"/>
              <a:pathLst>
                <a:path w="17724" h="5573" extrusionOk="0">
                  <a:moveTo>
                    <a:pt x="2397" y="1"/>
                  </a:moveTo>
                  <a:cubicBezTo>
                    <a:pt x="1724" y="1"/>
                    <a:pt x="1135" y="568"/>
                    <a:pt x="694" y="1010"/>
                  </a:cubicBezTo>
                  <a:cubicBezTo>
                    <a:pt x="252" y="1451"/>
                    <a:pt x="0" y="4079"/>
                    <a:pt x="0" y="4731"/>
                  </a:cubicBezTo>
                  <a:cubicBezTo>
                    <a:pt x="0" y="5026"/>
                    <a:pt x="42" y="5299"/>
                    <a:pt x="147" y="5572"/>
                  </a:cubicBezTo>
                  <a:cubicBezTo>
                    <a:pt x="484" y="4647"/>
                    <a:pt x="1388" y="4016"/>
                    <a:pt x="2397" y="4016"/>
                  </a:cubicBezTo>
                  <a:lnTo>
                    <a:pt x="17724" y="4016"/>
                  </a:lnTo>
                  <a:lnTo>
                    <a:pt x="17724" y="947"/>
                  </a:lnTo>
                  <a:lnTo>
                    <a:pt x="2397" y="1"/>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6" name="Google Shape;7446;p62"/>
            <p:cNvSpPr/>
            <p:nvPr/>
          </p:nvSpPr>
          <p:spPr>
            <a:xfrm>
              <a:off x="1802465" y="1962854"/>
              <a:ext cx="35889" cy="316069"/>
            </a:xfrm>
            <a:custGeom>
              <a:avLst/>
              <a:gdLst/>
              <a:ahLst/>
              <a:cxnLst/>
              <a:rect l="l" t="t" r="r" b="b"/>
              <a:pathLst>
                <a:path w="2397" h="21110" extrusionOk="0">
                  <a:moveTo>
                    <a:pt x="2397" y="1"/>
                  </a:moveTo>
                  <a:cubicBezTo>
                    <a:pt x="1072" y="1"/>
                    <a:pt x="0" y="1073"/>
                    <a:pt x="0" y="2397"/>
                  </a:cubicBezTo>
                  <a:lnTo>
                    <a:pt x="0" y="21109"/>
                  </a:lnTo>
                  <a:cubicBezTo>
                    <a:pt x="0" y="19785"/>
                    <a:pt x="1072" y="18712"/>
                    <a:pt x="2397" y="18712"/>
                  </a:cubicBezTo>
                  <a:lnTo>
                    <a:pt x="2397"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7" name="Google Shape;7447;p62"/>
            <p:cNvSpPr/>
            <p:nvPr/>
          </p:nvSpPr>
          <p:spPr>
            <a:xfrm>
              <a:off x="1837082" y="2286141"/>
              <a:ext cx="230756" cy="8834"/>
            </a:xfrm>
            <a:custGeom>
              <a:avLst/>
              <a:gdLst/>
              <a:ahLst/>
              <a:cxnLst/>
              <a:rect l="l" t="t" r="r" b="b"/>
              <a:pathLst>
                <a:path w="15412" h="590" extrusionOk="0">
                  <a:moveTo>
                    <a:pt x="1" y="1"/>
                  </a:moveTo>
                  <a:lnTo>
                    <a:pt x="1" y="589"/>
                  </a:lnTo>
                  <a:lnTo>
                    <a:pt x="15412" y="589"/>
                  </a:lnTo>
                  <a:lnTo>
                    <a:pt x="15412" y="1"/>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8" name="Google Shape;7448;p62"/>
            <p:cNvSpPr/>
            <p:nvPr/>
          </p:nvSpPr>
          <p:spPr>
            <a:xfrm>
              <a:off x="1900041" y="2262843"/>
              <a:ext cx="167797" cy="9148"/>
            </a:xfrm>
            <a:custGeom>
              <a:avLst/>
              <a:gdLst/>
              <a:ahLst/>
              <a:cxnLst/>
              <a:rect l="l" t="t" r="r" b="b"/>
              <a:pathLst>
                <a:path w="11207" h="611" extrusionOk="0">
                  <a:moveTo>
                    <a:pt x="1" y="1"/>
                  </a:moveTo>
                  <a:lnTo>
                    <a:pt x="1" y="611"/>
                  </a:lnTo>
                  <a:lnTo>
                    <a:pt x="11207" y="611"/>
                  </a:lnTo>
                  <a:lnTo>
                    <a:pt x="11207" y="1"/>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9" name="Google Shape;7449;p62"/>
            <p:cNvSpPr/>
            <p:nvPr/>
          </p:nvSpPr>
          <p:spPr>
            <a:xfrm>
              <a:off x="1838339" y="1962854"/>
              <a:ext cx="229498" cy="280180"/>
            </a:xfrm>
            <a:custGeom>
              <a:avLst/>
              <a:gdLst/>
              <a:ahLst/>
              <a:cxnLst/>
              <a:rect l="l" t="t" r="r" b="b"/>
              <a:pathLst>
                <a:path w="15328" h="18713" extrusionOk="0">
                  <a:moveTo>
                    <a:pt x="1" y="1"/>
                  </a:moveTo>
                  <a:lnTo>
                    <a:pt x="1" y="18712"/>
                  </a:lnTo>
                  <a:lnTo>
                    <a:pt x="15328" y="18712"/>
                  </a:lnTo>
                  <a:lnTo>
                    <a:pt x="15328" y="1"/>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0" name="Google Shape;7450;p62"/>
            <p:cNvSpPr/>
            <p:nvPr/>
          </p:nvSpPr>
          <p:spPr>
            <a:xfrm>
              <a:off x="1854091" y="1978905"/>
              <a:ext cx="197697" cy="248394"/>
            </a:xfrm>
            <a:custGeom>
              <a:avLst/>
              <a:gdLst/>
              <a:ahLst/>
              <a:cxnLst/>
              <a:rect l="l" t="t" r="r" b="b"/>
              <a:pathLst>
                <a:path w="13204" h="16590" extrusionOk="0">
                  <a:moveTo>
                    <a:pt x="0" y="1"/>
                  </a:moveTo>
                  <a:lnTo>
                    <a:pt x="0" y="16589"/>
                  </a:lnTo>
                  <a:lnTo>
                    <a:pt x="13203" y="16589"/>
                  </a:lnTo>
                  <a:lnTo>
                    <a:pt x="13203"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51" name="Google Shape;7451;p62"/>
          <p:cNvGrpSpPr/>
          <p:nvPr/>
        </p:nvGrpSpPr>
        <p:grpSpPr>
          <a:xfrm>
            <a:off x="3520133" y="1786482"/>
            <a:ext cx="373983" cy="363622"/>
            <a:chOff x="3512070" y="1956222"/>
            <a:chExt cx="373983" cy="363622"/>
          </a:xfrm>
        </p:grpSpPr>
        <p:sp>
          <p:nvSpPr>
            <p:cNvPr id="7452" name="Google Shape;7452;p62"/>
            <p:cNvSpPr/>
            <p:nvPr/>
          </p:nvSpPr>
          <p:spPr>
            <a:xfrm>
              <a:off x="3547316" y="2232314"/>
              <a:ext cx="316069" cy="53841"/>
            </a:xfrm>
            <a:custGeom>
              <a:avLst/>
              <a:gdLst/>
              <a:ahLst/>
              <a:cxnLst/>
              <a:rect l="l" t="t" r="r" b="b"/>
              <a:pathLst>
                <a:path w="21110" h="3596" extrusionOk="0">
                  <a:moveTo>
                    <a:pt x="1809" y="1"/>
                  </a:moveTo>
                  <a:cubicBezTo>
                    <a:pt x="800" y="1"/>
                    <a:pt x="1" y="799"/>
                    <a:pt x="1" y="1788"/>
                  </a:cubicBezTo>
                  <a:cubicBezTo>
                    <a:pt x="1" y="2776"/>
                    <a:pt x="800" y="3596"/>
                    <a:pt x="1809" y="3596"/>
                  </a:cubicBezTo>
                  <a:lnTo>
                    <a:pt x="21109" y="3596"/>
                  </a:lnTo>
                  <a:lnTo>
                    <a:pt x="21109" y="1"/>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3" name="Google Shape;7453;p62"/>
            <p:cNvSpPr/>
            <p:nvPr/>
          </p:nvSpPr>
          <p:spPr>
            <a:xfrm>
              <a:off x="3548903" y="2232314"/>
              <a:ext cx="314482" cy="53841"/>
            </a:xfrm>
            <a:custGeom>
              <a:avLst/>
              <a:gdLst/>
              <a:ahLst/>
              <a:cxnLst/>
              <a:rect l="l" t="t" r="r" b="b"/>
              <a:pathLst>
                <a:path w="21004" h="3596" extrusionOk="0">
                  <a:moveTo>
                    <a:pt x="19805" y="1"/>
                  </a:moveTo>
                  <a:lnTo>
                    <a:pt x="19805" y="1640"/>
                  </a:lnTo>
                  <a:cubicBezTo>
                    <a:pt x="19805" y="2061"/>
                    <a:pt x="19469" y="2397"/>
                    <a:pt x="19048" y="2397"/>
                  </a:cubicBezTo>
                  <a:lnTo>
                    <a:pt x="0" y="2397"/>
                  </a:lnTo>
                  <a:cubicBezTo>
                    <a:pt x="252" y="3112"/>
                    <a:pt x="925" y="3596"/>
                    <a:pt x="1703" y="3596"/>
                  </a:cubicBezTo>
                  <a:lnTo>
                    <a:pt x="21003" y="3596"/>
                  </a:lnTo>
                  <a:lnTo>
                    <a:pt x="21003" y="1"/>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4" name="Google Shape;7454;p62"/>
            <p:cNvSpPr/>
            <p:nvPr/>
          </p:nvSpPr>
          <p:spPr>
            <a:xfrm>
              <a:off x="3515215" y="2198312"/>
              <a:ext cx="370524" cy="121217"/>
            </a:xfrm>
            <a:custGeom>
              <a:avLst/>
              <a:gdLst/>
              <a:ahLst/>
              <a:cxnLst/>
              <a:rect l="l" t="t" r="r" b="b"/>
              <a:pathLst>
                <a:path w="24747" h="8096" extrusionOk="0">
                  <a:moveTo>
                    <a:pt x="3953" y="1"/>
                  </a:moveTo>
                  <a:cubicBezTo>
                    <a:pt x="1746" y="64"/>
                    <a:pt x="0" y="1851"/>
                    <a:pt x="0" y="4038"/>
                  </a:cubicBezTo>
                  <a:cubicBezTo>
                    <a:pt x="0" y="6245"/>
                    <a:pt x="1746" y="8032"/>
                    <a:pt x="3953" y="8095"/>
                  </a:cubicBezTo>
                  <a:lnTo>
                    <a:pt x="24010" y="8095"/>
                  </a:lnTo>
                  <a:cubicBezTo>
                    <a:pt x="24410" y="8095"/>
                    <a:pt x="24746" y="7759"/>
                    <a:pt x="24746" y="7338"/>
                  </a:cubicBezTo>
                  <a:lnTo>
                    <a:pt x="24746" y="6582"/>
                  </a:lnTo>
                  <a:cubicBezTo>
                    <a:pt x="24746" y="6182"/>
                    <a:pt x="24410" y="5846"/>
                    <a:pt x="24010" y="5846"/>
                  </a:cubicBezTo>
                  <a:lnTo>
                    <a:pt x="3953" y="5867"/>
                  </a:lnTo>
                  <a:cubicBezTo>
                    <a:pt x="2965" y="5867"/>
                    <a:pt x="2166" y="5068"/>
                    <a:pt x="2145" y="4101"/>
                  </a:cubicBezTo>
                  <a:cubicBezTo>
                    <a:pt x="2145" y="3070"/>
                    <a:pt x="2965" y="2251"/>
                    <a:pt x="3995" y="2251"/>
                  </a:cubicBezTo>
                  <a:lnTo>
                    <a:pt x="24010" y="2251"/>
                  </a:lnTo>
                  <a:cubicBezTo>
                    <a:pt x="24410" y="2251"/>
                    <a:pt x="24746" y="1914"/>
                    <a:pt x="24746" y="1515"/>
                  </a:cubicBezTo>
                  <a:lnTo>
                    <a:pt x="24746" y="758"/>
                  </a:lnTo>
                  <a:cubicBezTo>
                    <a:pt x="24746" y="337"/>
                    <a:pt x="24410" y="1"/>
                    <a:pt x="24010" y="1"/>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5" name="Google Shape;7455;p62"/>
            <p:cNvSpPr/>
            <p:nvPr/>
          </p:nvSpPr>
          <p:spPr>
            <a:xfrm>
              <a:off x="3864628" y="2198626"/>
              <a:ext cx="21426" cy="33703"/>
            </a:xfrm>
            <a:custGeom>
              <a:avLst/>
              <a:gdLst/>
              <a:ahLst/>
              <a:cxnLst/>
              <a:rect l="l" t="t" r="r" b="b"/>
              <a:pathLst>
                <a:path w="1431" h="2251" extrusionOk="0">
                  <a:moveTo>
                    <a:pt x="0" y="1"/>
                  </a:moveTo>
                  <a:lnTo>
                    <a:pt x="0" y="2251"/>
                  </a:lnTo>
                  <a:lnTo>
                    <a:pt x="673" y="2251"/>
                  </a:lnTo>
                  <a:cubicBezTo>
                    <a:pt x="1094" y="2251"/>
                    <a:pt x="1430" y="1914"/>
                    <a:pt x="1430" y="1494"/>
                  </a:cubicBezTo>
                  <a:lnTo>
                    <a:pt x="1430" y="758"/>
                  </a:lnTo>
                  <a:cubicBezTo>
                    <a:pt x="1430" y="337"/>
                    <a:pt x="1094" y="1"/>
                    <a:pt x="6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6" name="Google Shape;7456;p62"/>
            <p:cNvSpPr/>
            <p:nvPr/>
          </p:nvSpPr>
          <p:spPr>
            <a:xfrm>
              <a:off x="3864628" y="2286141"/>
              <a:ext cx="21426" cy="33703"/>
            </a:xfrm>
            <a:custGeom>
              <a:avLst/>
              <a:gdLst/>
              <a:ahLst/>
              <a:cxnLst/>
              <a:rect l="l" t="t" r="r" b="b"/>
              <a:pathLst>
                <a:path w="1431" h="2251" extrusionOk="0">
                  <a:moveTo>
                    <a:pt x="0" y="1"/>
                  </a:moveTo>
                  <a:lnTo>
                    <a:pt x="0" y="2250"/>
                  </a:lnTo>
                  <a:lnTo>
                    <a:pt x="673" y="2250"/>
                  </a:lnTo>
                  <a:cubicBezTo>
                    <a:pt x="1094" y="2229"/>
                    <a:pt x="1430" y="1914"/>
                    <a:pt x="1430" y="1493"/>
                  </a:cubicBezTo>
                  <a:lnTo>
                    <a:pt x="1430" y="737"/>
                  </a:lnTo>
                  <a:cubicBezTo>
                    <a:pt x="1430" y="337"/>
                    <a:pt x="1094" y="1"/>
                    <a:pt x="67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7" name="Google Shape;7457;p62"/>
            <p:cNvSpPr/>
            <p:nvPr/>
          </p:nvSpPr>
          <p:spPr>
            <a:xfrm>
              <a:off x="3574401" y="2259070"/>
              <a:ext cx="52583" cy="52838"/>
            </a:xfrm>
            <a:custGeom>
              <a:avLst/>
              <a:gdLst/>
              <a:ahLst/>
              <a:cxnLst/>
              <a:rect l="l" t="t" r="r" b="b"/>
              <a:pathLst>
                <a:path w="3512" h="3529" extrusionOk="0">
                  <a:moveTo>
                    <a:pt x="736" y="1"/>
                  </a:moveTo>
                  <a:cubicBezTo>
                    <a:pt x="336" y="1"/>
                    <a:pt x="0" y="337"/>
                    <a:pt x="0" y="758"/>
                  </a:cubicBezTo>
                  <a:lnTo>
                    <a:pt x="0" y="2776"/>
                  </a:lnTo>
                  <a:cubicBezTo>
                    <a:pt x="0" y="3200"/>
                    <a:pt x="343" y="3529"/>
                    <a:pt x="740" y="3529"/>
                  </a:cubicBezTo>
                  <a:cubicBezTo>
                    <a:pt x="835" y="3529"/>
                    <a:pt x="933" y="3510"/>
                    <a:pt x="1030" y="3470"/>
                  </a:cubicBezTo>
                  <a:lnTo>
                    <a:pt x="1787" y="3154"/>
                  </a:lnTo>
                  <a:lnTo>
                    <a:pt x="2460" y="3449"/>
                  </a:lnTo>
                  <a:cubicBezTo>
                    <a:pt x="2560" y="3490"/>
                    <a:pt x="2662" y="3510"/>
                    <a:pt x="2760" y="3510"/>
                  </a:cubicBezTo>
                  <a:cubicBezTo>
                    <a:pt x="3160" y="3510"/>
                    <a:pt x="3511" y="3193"/>
                    <a:pt x="3511" y="2755"/>
                  </a:cubicBezTo>
                  <a:lnTo>
                    <a:pt x="3511" y="758"/>
                  </a:lnTo>
                  <a:cubicBezTo>
                    <a:pt x="3511" y="337"/>
                    <a:pt x="3175" y="1"/>
                    <a:pt x="27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8" name="Google Shape;7458;p62"/>
            <p:cNvSpPr/>
            <p:nvPr/>
          </p:nvSpPr>
          <p:spPr>
            <a:xfrm>
              <a:off x="3547316" y="1990239"/>
              <a:ext cx="316069" cy="53841"/>
            </a:xfrm>
            <a:custGeom>
              <a:avLst/>
              <a:gdLst/>
              <a:ahLst/>
              <a:cxnLst/>
              <a:rect l="l" t="t" r="r" b="b"/>
              <a:pathLst>
                <a:path w="21110" h="3596" extrusionOk="0">
                  <a:moveTo>
                    <a:pt x="1809" y="1"/>
                  </a:moveTo>
                  <a:cubicBezTo>
                    <a:pt x="800" y="1"/>
                    <a:pt x="1" y="800"/>
                    <a:pt x="1" y="1788"/>
                  </a:cubicBezTo>
                  <a:cubicBezTo>
                    <a:pt x="1" y="2776"/>
                    <a:pt x="800" y="3596"/>
                    <a:pt x="1809" y="3596"/>
                  </a:cubicBezTo>
                  <a:lnTo>
                    <a:pt x="21109" y="3596"/>
                  </a:lnTo>
                  <a:lnTo>
                    <a:pt x="21109" y="1"/>
                  </a:ln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9" name="Google Shape;7459;p62"/>
            <p:cNvSpPr/>
            <p:nvPr/>
          </p:nvSpPr>
          <p:spPr>
            <a:xfrm>
              <a:off x="3548903" y="1990239"/>
              <a:ext cx="314482" cy="53841"/>
            </a:xfrm>
            <a:custGeom>
              <a:avLst/>
              <a:gdLst/>
              <a:ahLst/>
              <a:cxnLst/>
              <a:rect l="l" t="t" r="r" b="b"/>
              <a:pathLst>
                <a:path w="21004" h="3596" extrusionOk="0">
                  <a:moveTo>
                    <a:pt x="19805" y="1"/>
                  </a:moveTo>
                  <a:lnTo>
                    <a:pt x="19805" y="1641"/>
                  </a:lnTo>
                  <a:cubicBezTo>
                    <a:pt x="19805" y="2061"/>
                    <a:pt x="19469" y="2398"/>
                    <a:pt x="19048" y="2398"/>
                  </a:cubicBezTo>
                  <a:lnTo>
                    <a:pt x="0" y="2398"/>
                  </a:lnTo>
                  <a:cubicBezTo>
                    <a:pt x="252" y="3112"/>
                    <a:pt x="925" y="3596"/>
                    <a:pt x="1703" y="3596"/>
                  </a:cubicBezTo>
                  <a:lnTo>
                    <a:pt x="21003" y="3596"/>
                  </a:lnTo>
                  <a:lnTo>
                    <a:pt x="21003" y="1"/>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0" name="Google Shape;7460;p62"/>
            <p:cNvSpPr/>
            <p:nvPr/>
          </p:nvSpPr>
          <p:spPr>
            <a:xfrm>
              <a:off x="3512070" y="1956222"/>
              <a:ext cx="373669" cy="121247"/>
            </a:xfrm>
            <a:custGeom>
              <a:avLst/>
              <a:gdLst/>
              <a:ahLst/>
              <a:cxnLst/>
              <a:rect l="l" t="t" r="r" b="b"/>
              <a:pathLst>
                <a:path w="24957" h="8098" extrusionOk="0">
                  <a:moveTo>
                    <a:pt x="4049" y="1"/>
                  </a:moveTo>
                  <a:cubicBezTo>
                    <a:pt x="1829" y="1"/>
                    <a:pt x="0" y="1806"/>
                    <a:pt x="0" y="4039"/>
                  </a:cubicBezTo>
                  <a:cubicBezTo>
                    <a:pt x="0" y="6284"/>
                    <a:pt x="1850" y="8097"/>
                    <a:pt x="4086" y="8097"/>
                  </a:cubicBezTo>
                  <a:cubicBezTo>
                    <a:pt x="4112" y="8097"/>
                    <a:pt x="4137" y="8097"/>
                    <a:pt x="4163" y="8097"/>
                  </a:cubicBezTo>
                  <a:lnTo>
                    <a:pt x="24220" y="8097"/>
                  </a:lnTo>
                  <a:cubicBezTo>
                    <a:pt x="24620" y="8097"/>
                    <a:pt x="24956" y="7760"/>
                    <a:pt x="24956" y="7340"/>
                  </a:cubicBezTo>
                  <a:lnTo>
                    <a:pt x="24956" y="6583"/>
                  </a:lnTo>
                  <a:cubicBezTo>
                    <a:pt x="24956" y="6183"/>
                    <a:pt x="24620" y="5847"/>
                    <a:pt x="24220" y="5847"/>
                  </a:cubicBezTo>
                  <a:lnTo>
                    <a:pt x="4163" y="5847"/>
                  </a:lnTo>
                  <a:lnTo>
                    <a:pt x="4163" y="5868"/>
                  </a:lnTo>
                  <a:cubicBezTo>
                    <a:pt x="3175" y="5847"/>
                    <a:pt x="2376" y="5069"/>
                    <a:pt x="2355" y="4102"/>
                  </a:cubicBezTo>
                  <a:cubicBezTo>
                    <a:pt x="2355" y="3072"/>
                    <a:pt x="3175" y="2252"/>
                    <a:pt x="4205" y="2252"/>
                  </a:cubicBezTo>
                  <a:lnTo>
                    <a:pt x="24220" y="2252"/>
                  </a:lnTo>
                  <a:cubicBezTo>
                    <a:pt x="24620" y="2252"/>
                    <a:pt x="24956" y="1915"/>
                    <a:pt x="24956" y="1495"/>
                  </a:cubicBezTo>
                  <a:lnTo>
                    <a:pt x="24956" y="759"/>
                  </a:lnTo>
                  <a:cubicBezTo>
                    <a:pt x="24956" y="339"/>
                    <a:pt x="24620" y="2"/>
                    <a:pt x="24220" y="2"/>
                  </a:cubicBezTo>
                  <a:lnTo>
                    <a:pt x="4163" y="2"/>
                  </a:lnTo>
                  <a:cubicBezTo>
                    <a:pt x="4125" y="1"/>
                    <a:pt x="4087" y="1"/>
                    <a:pt x="4049" y="1"/>
                  </a:cubicBez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1" name="Google Shape;7461;p62"/>
            <p:cNvSpPr/>
            <p:nvPr/>
          </p:nvSpPr>
          <p:spPr>
            <a:xfrm>
              <a:off x="3864628" y="1956566"/>
              <a:ext cx="21426" cy="33688"/>
            </a:xfrm>
            <a:custGeom>
              <a:avLst/>
              <a:gdLst/>
              <a:ahLst/>
              <a:cxnLst/>
              <a:rect l="l" t="t" r="r" b="b"/>
              <a:pathLst>
                <a:path w="1431" h="2250" extrusionOk="0">
                  <a:moveTo>
                    <a:pt x="0" y="0"/>
                  </a:moveTo>
                  <a:lnTo>
                    <a:pt x="0" y="2250"/>
                  </a:lnTo>
                  <a:lnTo>
                    <a:pt x="673" y="2250"/>
                  </a:lnTo>
                  <a:cubicBezTo>
                    <a:pt x="1094" y="2250"/>
                    <a:pt x="1430" y="1913"/>
                    <a:pt x="1430" y="1493"/>
                  </a:cubicBezTo>
                  <a:lnTo>
                    <a:pt x="1430" y="757"/>
                  </a:lnTo>
                  <a:cubicBezTo>
                    <a:pt x="1430" y="337"/>
                    <a:pt x="1094" y="0"/>
                    <a:pt x="673" y="0"/>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2" name="Google Shape;7462;p62"/>
            <p:cNvSpPr/>
            <p:nvPr/>
          </p:nvSpPr>
          <p:spPr>
            <a:xfrm>
              <a:off x="3864628" y="2044065"/>
              <a:ext cx="21426" cy="33703"/>
            </a:xfrm>
            <a:custGeom>
              <a:avLst/>
              <a:gdLst/>
              <a:ahLst/>
              <a:cxnLst/>
              <a:rect l="l" t="t" r="r" b="b"/>
              <a:pathLst>
                <a:path w="1431" h="2251" extrusionOk="0">
                  <a:moveTo>
                    <a:pt x="0" y="1"/>
                  </a:moveTo>
                  <a:lnTo>
                    <a:pt x="0" y="2251"/>
                  </a:lnTo>
                  <a:lnTo>
                    <a:pt x="673" y="2251"/>
                  </a:lnTo>
                  <a:cubicBezTo>
                    <a:pt x="1094" y="2251"/>
                    <a:pt x="1430" y="1914"/>
                    <a:pt x="1430" y="1494"/>
                  </a:cubicBezTo>
                  <a:lnTo>
                    <a:pt x="1430" y="737"/>
                  </a:lnTo>
                  <a:cubicBezTo>
                    <a:pt x="1430" y="337"/>
                    <a:pt x="1094" y="1"/>
                    <a:pt x="673" y="1"/>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3" name="Google Shape;7463;p62"/>
            <p:cNvSpPr/>
            <p:nvPr/>
          </p:nvSpPr>
          <p:spPr>
            <a:xfrm>
              <a:off x="3574401" y="2016995"/>
              <a:ext cx="52583" cy="52733"/>
            </a:xfrm>
            <a:custGeom>
              <a:avLst/>
              <a:gdLst/>
              <a:ahLst/>
              <a:cxnLst/>
              <a:rect l="l" t="t" r="r" b="b"/>
              <a:pathLst>
                <a:path w="3512" h="3522" extrusionOk="0">
                  <a:moveTo>
                    <a:pt x="736" y="1"/>
                  </a:moveTo>
                  <a:cubicBezTo>
                    <a:pt x="336" y="1"/>
                    <a:pt x="0" y="337"/>
                    <a:pt x="0" y="758"/>
                  </a:cubicBezTo>
                  <a:lnTo>
                    <a:pt x="0" y="2776"/>
                  </a:lnTo>
                  <a:cubicBezTo>
                    <a:pt x="0" y="3205"/>
                    <a:pt x="349" y="3521"/>
                    <a:pt x="752" y="3521"/>
                  </a:cubicBezTo>
                  <a:cubicBezTo>
                    <a:pt x="843" y="3521"/>
                    <a:pt x="937" y="3505"/>
                    <a:pt x="1030" y="3470"/>
                  </a:cubicBezTo>
                  <a:lnTo>
                    <a:pt x="1787" y="3155"/>
                  </a:lnTo>
                  <a:lnTo>
                    <a:pt x="2460" y="3449"/>
                  </a:lnTo>
                  <a:cubicBezTo>
                    <a:pt x="2560" y="3491"/>
                    <a:pt x="2662" y="3510"/>
                    <a:pt x="2760" y="3510"/>
                  </a:cubicBezTo>
                  <a:cubicBezTo>
                    <a:pt x="3160" y="3510"/>
                    <a:pt x="3511" y="3193"/>
                    <a:pt x="3511" y="2755"/>
                  </a:cubicBezTo>
                  <a:lnTo>
                    <a:pt x="3511" y="758"/>
                  </a:lnTo>
                  <a:cubicBezTo>
                    <a:pt x="3511" y="337"/>
                    <a:pt x="3175" y="1"/>
                    <a:pt x="2775"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4" name="Google Shape;7464;p62"/>
            <p:cNvSpPr/>
            <p:nvPr/>
          </p:nvSpPr>
          <p:spPr>
            <a:xfrm>
              <a:off x="3536311" y="2111127"/>
              <a:ext cx="315740" cy="53841"/>
            </a:xfrm>
            <a:custGeom>
              <a:avLst/>
              <a:gdLst/>
              <a:ahLst/>
              <a:cxnLst/>
              <a:rect l="l" t="t" r="r" b="b"/>
              <a:pathLst>
                <a:path w="21088" h="3596" extrusionOk="0">
                  <a:moveTo>
                    <a:pt x="0" y="0"/>
                  </a:moveTo>
                  <a:lnTo>
                    <a:pt x="0" y="3595"/>
                  </a:lnTo>
                  <a:lnTo>
                    <a:pt x="19300" y="3595"/>
                  </a:lnTo>
                  <a:cubicBezTo>
                    <a:pt x="20289" y="3595"/>
                    <a:pt x="21088" y="2796"/>
                    <a:pt x="21088" y="1808"/>
                  </a:cubicBezTo>
                  <a:cubicBezTo>
                    <a:pt x="21088" y="820"/>
                    <a:pt x="20289" y="0"/>
                    <a:pt x="19300"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5" name="Google Shape;7465;p62"/>
            <p:cNvSpPr/>
            <p:nvPr/>
          </p:nvSpPr>
          <p:spPr>
            <a:xfrm>
              <a:off x="3536311" y="2111127"/>
              <a:ext cx="315740" cy="53841"/>
            </a:xfrm>
            <a:custGeom>
              <a:avLst/>
              <a:gdLst/>
              <a:ahLst/>
              <a:cxnLst/>
              <a:rect l="l" t="t" r="r" b="b"/>
              <a:pathLst>
                <a:path w="21088" h="3596" extrusionOk="0">
                  <a:moveTo>
                    <a:pt x="19279" y="0"/>
                  </a:moveTo>
                  <a:cubicBezTo>
                    <a:pt x="19679" y="1178"/>
                    <a:pt x="18817" y="2397"/>
                    <a:pt x="17576" y="2397"/>
                  </a:cubicBezTo>
                  <a:lnTo>
                    <a:pt x="0" y="2397"/>
                  </a:lnTo>
                  <a:lnTo>
                    <a:pt x="0" y="3595"/>
                  </a:lnTo>
                  <a:lnTo>
                    <a:pt x="19300" y="3595"/>
                  </a:lnTo>
                  <a:cubicBezTo>
                    <a:pt x="20289" y="3595"/>
                    <a:pt x="21088" y="2796"/>
                    <a:pt x="21088" y="1808"/>
                  </a:cubicBezTo>
                  <a:cubicBezTo>
                    <a:pt x="21088" y="820"/>
                    <a:pt x="20289" y="0"/>
                    <a:pt x="1930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6" name="Google Shape;7466;p62"/>
            <p:cNvSpPr/>
            <p:nvPr/>
          </p:nvSpPr>
          <p:spPr>
            <a:xfrm>
              <a:off x="3513642" y="2077439"/>
              <a:ext cx="370509" cy="120888"/>
            </a:xfrm>
            <a:custGeom>
              <a:avLst/>
              <a:gdLst/>
              <a:ahLst/>
              <a:cxnLst/>
              <a:rect l="l" t="t" r="r" b="b"/>
              <a:pathLst>
                <a:path w="24746" h="8074" extrusionOk="0">
                  <a:moveTo>
                    <a:pt x="757" y="1"/>
                  </a:moveTo>
                  <a:cubicBezTo>
                    <a:pt x="337" y="1"/>
                    <a:pt x="0" y="337"/>
                    <a:pt x="0" y="757"/>
                  </a:cubicBezTo>
                  <a:lnTo>
                    <a:pt x="0" y="1493"/>
                  </a:lnTo>
                  <a:cubicBezTo>
                    <a:pt x="0" y="1914"/>
                    <a:pt x="337" y="2250"/>
                    <a:pt x="757" y="2250"/>
                  </a:cubicBezTo>
                  <a:lnTo>
                    <a:pt x="20772" y="2250"/>
                  </a:lnTo>
                  <a:cubicBezTo>
                    <a:pt x="21782" y="2250"/>
                    <a:pt x="22602" y="3070"/>
                    <a:pt x="22602" y="4079"/>
                  </a:cubicBezTo>
                  <a:cubicBezTo>
                    <a:pt x="22602" y="5067"/>
                    <a:pt x="21803" y="5845"/>
                    <a:pt x="20814" y="5845"/>
                  </a:cubicBezTo>
                  <a:lnTo>
                    <a:pt x="20814" y="5824"/>
                  </a:lnTo>
                  <a:lnTo>
                    <a:pt x="757" y="5824"/>
                  </a:lnTo>
                  <a:cubicBezTo>
                    <a:pt x="337" y="5824"/>
                    <a:pt x="0" y="6161"/>
                    <a:pt x="0" y="6581"/>
                  </a:cubicBezTo>
                  <a:lnTo>
                    <a:pt x="0" y="7338"/>
                  </a:lnTo>
                  <a:cubicBezTo>
                    <a:pt x="0" y="7738"/>
                    <a:pt x="337" y="8074"/>
                    <a:pt x="757" y="8074"/>
                  </a:cubicBezTo>
                  <a:lnTo>
                    <a:pt x="20814" y="8074"/>
                  </a:lnTo>
                  <a:cubicBezTo>
                    <a:pt x="23001" y="8032"/>
                    <a:pt x="24746" y="6224"/>
                    <a:pt x="24746" y="4037"/>
                  </a:cubicBezTo>
                  <a:cubicBezTo>
                    <a:pt x="24746" y="1851"/>
                    <a:pt x="23001" y="64"/>
                    <a:pt x="20814" y="1"/>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7" name="Google Shape;7467;p62"/>
            <p:cNvSpPr/>
            <p:nvPr/>
          </p:nvSpPr>
          <p:spPr>
            <a:xfrm>
              <a:off x="3806385" y="2077753"/>
              <a:ext cx="77767" cy="120888"/>
            </a:xfrm>
            <a:custGeom>
              <a:avLst/>
              <a:gdLst/>
              <a:ahLst/>
              <a:cxnLst/>
              <a:rect l="l" t="t" r="r" b="b"/>
              <a:pathLst>
                <a:path w="5194" h="8074" extrusionOk="0">
                  <a:moveTo>
                    <a:pt x="1" y="1"/>
                  </a:moveTo>
                  <a:cubicBezTo>
                    <a:pt x="2188" y="43"/>
                    <a:pt x="3933" y="1851"/>
                    <a:pt x="3933" y="4037"/>
                  </a:cubicBezTo>
                  <a:cubicBezTo>
                    <a:pt x="3933" y="6224"/>
                    <a:pt x="2188" y="8011"/>
                    <a:pt x="1" y="8074"/>
                  </a:cubicBezTo>
                  <a:lnTo>
                    <a:pt x="1262" y="8074"/>
                  </a:lnTo>
                  <a:cubicBezTo>
                    <a:pt x="3449" y="8011"/>
                    <a:pt x="5194" y="6224"/>
                    <a:pt x="5194" y="4037"/>
                  </a:cubicBezTo>
                  <a:cubicBezTo>
                    <a:pt x="5194" y="1851"/>
                    <a:pt x="3449" y="43"/>
                    <a:pt x="1262" y="1"/>
                  </a:cubicBez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68" name="Google Shape;7468;p62"/>
            <p:cNvSpPr/>
            <p:nvPr/>
          </p:nvSpPr>
          <p:spPr>
            <a:xfrm>
              <a:off x="3772397" y="2138182"/>
              <a:ext cx="52898" cy="52568"/>
            </a:xfrm>
            <a:custGeom>
              <a:avLst/>
              <a:gdLst/>
              <a:ahLst/>
              <a:cxnLst/>
              <a:rect l="l" t="t" r="r" b="b"/>
              <a:pathLst>
                <a:path w="3533" h="3511" extrusionOk="0">
                  <a:moveTo>
                    <a:pt x="720" y="0"/>
                  </a:moveTo>
                  <a:cubicBezTo>
                    <a:pt x="317" y="0"/>
                    <a:pt x="0" y="329"/>
                    <a:pt x="0" y="737"/>
                  </a:cubicBezTo>
                  <a:lnTo>
                    <a:pt x="0" y="2734"/>
                  </a:lnTo>
                  <a:cubicBezTo>
                    <a:pt x="0" y="3173"/>
                    <a:pt x="365" y="3489"/>
                    <a:pt x="759" y="3489"/>
                  </a:cubicBezTo>
                  <a:cubicBezTo>
                    <a:pt x="856" y="3489"/>
                    <a:pt x="956" y="3470"/>
                    <a:pt x="1052" y="3428"/>
                  </a:cubicBezTo>
                  <a:lnTo>
                    <a:pt x="1745" y="3134"/>
                  </a:lnTo>
                  <a:lnTo>
                    <a:pt x="2502" y="3449"/>
                  </a:lnTo>
                  <a:cubicBezTo>
                    <a:pt x="2599" y="3491"/>
                    <a:pt x="2697" y="3510"/>
                    <a:pt x="2794" y="3510"/>
                  </a:cubicBezTo>
                  <a:cubicBezTo>
                    <a:pt x="3182" y="3510"/>
                    <a:pt x="3532" y="3197"/>
                    <a:pt x="3532" y="2776"/>
                  </a:cubicBezTo>
                  <a:lnTo>
                    <a:pt x="3532" y="737"/>
                  </a:lnTo>
                  <a:cubicBezTo>
                    <a:pt x="3532" y="349"/>
                    <a:pt x="3215" y="0"/>
                    <a:pt x="2811" y="0"/>
                  </a:cubicBezTo>
                  <a:cubicBezTo>
                    <a:pt x="2799" y="0"/>
                    <a:pt x="2787" y="1"/>
                    <a:pt x="2776" y="1"/>
                  </a:cubicBezTo>
                  <a:lnTo>
                    <a:pt x="757" y="1"/>
                  </a:lnTo>
                  <a:cubicBezTo>
                    <a:pt x="745" y="1"/>
                    <a:pt x="732" y="0"/>
                    <a:pt x="72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69" name="Google Shape;7469;p62"/>
          <p:cNvGrpSpPr/>
          <p:nvPr/>
        </p:nvGrpSpPr>
        <p:grpSpPr>
          <a:xfrm>
            <a:off x="850746" y="2225012"/>
            <a:ext cx="345640" cy="356660"/>
            <a:chOff x="842683" y="2394751"/>
            <a:chExt cx="345640" cy="356660"/>
          </a:xfrm>
        </p:grpSpPr>
        <p:sp>
          <p:nvSpPr>
            <p:cNvPr id="7470" name="Google Shape;7470;p62"/>
            <p:cNvSpPr/>
            <p:nvPr/>
          </p:nvSpPr>
          <p:spPr>
            <a:xfrm>
              <a:off x="1099042" y="2499888"/>
              <a:ext cx="89266" cy="107353"/>
            </a:xfrm>
            <a:custGeom>
              <a:avLst/>
              <a:gdLst/>
              <a:ahLst/>
              <a:cxnLst/>
              <a:rect l="l" t="t" r="r" b="b"/>
              <a:pathLst>
                <a:path w="5962" h="7170" extrusionOk="0">
                  <a:moveTo>
                    <a:pt x="2977" y="0"/>
                  </a:moveTo>
                  <a:cubicBezTo>
                    <a:pt x="2909" y="0"/>
                    <a:pt x="2841" y="42"/>
                    <a:pt x="2809" y="126"/>
                  </a:cubicBezTo>
                  <a:lnTo>
                    <a:pt x="55" y="6896"/>
                  </a:lnTo>
                  <a:cubicBezTo>
                    <a:pt x="1" y="7045"/>
                    <a:pt x="112" y="7151"/>
                    <a:pt x="227" y="7151"/>
                  </a:cubicBezTo>
                  <a:cubicBezTo>
                    <a:pt x="290" y="7151"/>
                    <a:pt x="354" y="7118"/>
                    <a:pt x="391" y="7043"/>
                  </a:cubicBezTo>
                  <a:lnTo>
                    <a:pt x="2977" y="694"/>
                  </a:lnTo>
                  <a:lnTo>
                    <a:pt x="5563" y="7043"/>
                  </a:lnTo>
                  <a:cubicBezTo>
                    <a:pt x="5603" y="7124"/>
                    <a:pt x="5663" y="7166"/>
                    <a:pt x="5742" y="7169"/>
                  </a:cubicBezTo>
                  <a:lnTo>
                    <a:pt x="5742" y="7169"/>
                  </a:lnTo>
                  <a:cubicBezTo>
                    <a:pt x="5882" y="7163"/>
                    <a:pt x="5961" y="7019"/>
                    <a:pt x="5900" y="6896"/>
                  </a:cubicBezTo>
                  <a:lnTo>
                    <a:pt x="3145" y="126"/>
                  </a:lnTo>
                  <a:cubicBezTo>
                    <a:pt x="3114" y="42"/>
                    <a:pt x="3046" y="0"/>
                    <a:pt x="2977" y="0"/>
                  </a:cubicBezTo>
                  <a:close/>
                  <a:moveTo>
                    <a:pt x="5742" y="7169"/>
                  </a:moveTo>
                  <a:lnTo>
                    <a:pt x="5742" y="7169"/>
                  </a:lnTo>
                  <a:cubicBezTo>
                    <a:pt x="5738" y="7170"/>
                    <a:pt x="5735" y="7170"/>
                    <a:pt x="5731" y="7170"/>
                  </a:cubicBezTo>
                  <a:lnTo>
                    <a:pt x="5752" y="7170"/>
                  </a:lnTo>
                  <a:cubicBezTo>
                    <a:pt x="5749" y="7170"/>
                    <a:pt x="5745" y="7170"/>
                    <a:pt x="5742" y="7169"/>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1" name="Google Shape;7471;p62"/>
            <p:cNvSpPr/>
            <p:nvPr/>
          </p:nvSpPr>
          <p:spPr>
            <a:xfrm>
              <a:off x="1098908" y="2603138"/>
              <a:ext cx="89416" cy="47852"/>
            </a:xfrm>
            <a:custGeom>
              <a:avLst/>
              <a:gdLst/>
              <a:ahLst/>
              <a:cxnLst/>
              <a:rect l="l" t="t" r="r" b="b"/>
              <a:pathLst>
                <a:path w="5972" h="3196" extrusionOk="0">
                  <a:moveTo>
                    <a:pt x="43" y="0"/>
                  </a:moveTo>
                  <a:cubicBezTo>
                    <a:pt x="22" y="0"/>
                    <a:pt x="1" y="21"/>
                    <a:pt x="1" y="42"/>
                  </a:cubicBezTo>
                  <a:lnTo>
                    <a:pt x="1" y="358"/>
                  </a:lnTo>
                  <a:cubicBezTo>
                    <a:pt x="1" y="1935"/>
                    <a:pt x="1283" y="3196"/>
                    <a:pt x="2860" y="3196"/>
                  </a:cubicBezTo>
                  <a:lnTo>
                    <a:pt x="3133" y="3196"/>
                  </a:lnTo>
                  <a:cubicBezTo>
                    <a:pt x="4689" y="3196"/>
                    <a:pt x="5972" y="1935"/>
                    <a:pt x="5972" y="358"/>
                  </a:cubicBezTo>
                  <a:lnTo>
                    <a:pt x="5972" y="42"/>
                  </a:lnTo>
                  <a:cubicBezTo>
                    <a:pt x="5972" y="21"/>
                    <a:pt x="5951" y="0"/>
                    <a:pt x="5930" y="0"/>
                  </a:cubicBezTo>
                  <a:close/>
                </a:path>
              </a:pathLst>
            </a:custGeom>
            <a:solidFill>
              <a:srgbClr val="A7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2" name="Google Shape;7472;p62"/>
            <p:cNvSpPr/>
            <p:nvPr/>
          </p:nvSpPr>
          <p:spPr>
            <a:xfrm>
              <a:off x="1127236" y="2603138"/>
              <a:ext cx="61088" cy="48182"/>
            </a:xfrm>
            <a:custGeom>
              <a:avLst/>
              <a:gdLst/>
              <a:ahLst/>
              <a:cxnLst/>
              <a:rect l="l" t="t" r="r" b="b"/>
              <a:pathLst>
                <a:path w="4080" h="3218" extrusionOk="0">
                  <a:moveTo>
                    <a:pt x="1830" y="0"/>
                  </a:moveTo>
                  <a:cubicBezTo>
                    <a:pt x="1851" y="0"/>
                    <a:pt x="1872" y="21"/>
                    <a:pt x="1872" y="42"/>
                  </a:cubicBezTo>
                  <a:lnTo>
                    <a:pt x="1872" y="358"/>
                  </a:lnTo>
                  <a:cubicBezTo>
                    <a:pt x="1872" y="1556"/>
                    <a:pt x="1115" y="2628"/>
                    <a:pt x="1" y="3049"/>
                  </a:cubicBezTo>
                  <a:cubicBezTo>
                    <a:pt x="295" y="3154"/>
                    <a:pt x="632" y="3217"/>
                    <a:pt x="947" y="3217"/>
                  </a:cubicBezTo>
                  <a:lnTo>
                    <a:pt x="1220" y="3217"/>
                  </a:lnTo>
                  <a:cubicBezTo>
                    <a:pt x="2797" y="3217"/>
                    <a:pt x="4080" y="1935"/>
                    <a:pt x="4080" y="358"/>
                  </a:cubicBezTo>
                  <a:lnTo>
                    <a:pt x="4080" y="42"/>
                  </a:lnTo>
                  <a:cubicBezTo>
                    <a:pt x="4080" y="21"/>
                    <a:pt x="4059" y="0"/>
                    <a:pt x="4038"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3" name="Google Shape;7473;p62"/>
            <p:cNvSpPr/>
            <p:nvPr/>
          </p:nvSpPr>
          <p:spPr>
            <a:xfrm>
              <a:off x="842803" y="2499888"/>
              <a:ext cx="89281" cy="107353"/>
            </a:xfrm>
            <a:custGeom>
              <a:avLst/>
              <a:gdLst/>
              <a:ahLst/>
              <a:cxnLst/>
              <a:rect l="l" t="t" r="r" b="b"/>
              <a:pathLst>
                <a:path w="5963" h="7170" extrusionOk="0">
                  <a:moveTo>
                    <a:pt x="2980" y="0"/>
                  </a:moveTo>
                  <a:cubicBezTo>
                    <a:pt x="2909" y="0"/>
                    <a:pt x="2841" y="42"/>
                    <a:pt x="2809" y="126"/>
                  </a:cubicBezTo>
                  <a:lnTo>
                    <a:pt x="55" y="6896"/>
                  </a:lnTo>
                  <a:cubicBezTo>
                    <a:pt x="1" y="7045"/>
                    <a:pt x="112" y="7151"/>
                    <a:pt x="227" y="7151"/>
                  </a:cubicBezTo>
                  <a:cubicBezTo>
                    <a:pt x="290" y="7151"/>
                    <a:pt x="354" y="7118"/>
                    <a:pt x="391" y="7043"/>
                  </a:cubicBezTo>
                  <a:lnTo>
                    <a:pt x="2977" y="694"/>
                  </a:lnTo>
                  <a:lnTo>
                    <a:pt x="5563" y="7043"/>
                  </a:lnTo>
                  <a:cubicBezTo>
                    <a:pt x="5584" y="7128"/>
                    <a:pt x="5669" y="7170"/>
                    <a:pt x="5732" y="7170"/>
                  </a:cubicBezTo>
                  <a:cubicBezTo>
                    <a:pt x="5879" y="7170"/>
                    <a:pt x="5963" y="7022"/>
                    <a:pt x="5921" y="6896"/>
                  </a:cubicBezTo>
                  <a:lnTo>
                    <a:pt x="3167" y="126"/>
                  </a:lnTo>
                  <a:cubicBezTo>
                    <a:pt x="3125" y="42"/>
                    <a:pt x="3051" y="0"/>
                    <a:pt x="298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4" name="Google Shape;7474;p62"/>
            <p:cNvSpPr/>
            <p:nvPr/>
          </p:nvSpPr>
          <p:spPr>
            <a:xfrm>
              <a:off x="842683" y="2603138"/>
              <a:ext cx="89715" cy="47867"/>
            </a:xfrm>
            <a:custGeom>
              <a:avLst/>
              <a:gdLst/>
              <a:ahLst/>
              <a:cxnLst/>
              <a:rect l="l" t="t" r="r" b="b"/>
              <a:pathLst>
                <a:path w="5992" h="3197" extrusionOk="0">
                  <a:moveTo>
                    <a:pt x="42" y="0"/>
                  </a:moveTo>
                  <a:cubicBezTo>
                    <a:pt x="21" y="0"/>
                    <a:pt x="0" y="21"/>
                    <a:pt x="0" y="42"/>
                  </a:cubicBezTo>
                  <a:lnTo>
                    <a:pt x="0" y="358"/>
                  </a:lnTo>
                  <a:cubicBezTo>
                    <a:pt x="0" y="1922"/>
                    <a:pt x="1262" y="3196"/>
                    <a:pt x="2821" y="3196"/>
                  </a:cubicBezTo>
                  <a:cubicBezTo>
                    <a:pt x="2834" y="3196"/>
                    <a:pt x="2847" y="3196"/>
                    <a:pt x="2859" y="3196"/>
                  </a:cubicBezTo>
                  <a:lnTo>
                    <a:pt x="3133" y="3196"/>
                  </a:lnTo>
                  <a:cubicBezTo>
                    <a:pt x="4709" y="3196"/>
                    <a:pt x="5992" y="1935"/>
                    <a:pt x="5992" y="358"/>
                  </a:cubicBezTo>
                  <a:lnTo>
                    <a:pt x="5992" y="42"/>
                  </a:lnTo>
                  <a:cubicBezTo>
                    <a:pt x="5992" y="21"/>
                    <a:pt x="5971" y="0"/>
                    <a:pt x="5950" y="0"/>
                  </a:cubicBezTo>
                  <a:close/>
                </a:path>
              </a:pathLst>
            </a:custGeom>
            <a:solidFill>
              <a:srgbClr val="A7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5" name="Google Shape;7475;p62"/>
            <p:cNvSpPr/>
            <p:nvPr/>
          </p:nvSpPr>
          <p:spPr>
            <a:xfrm>
              <a:off x="871011" y="2603138"/>
              <a:ext cx="61073" cy="48182"/>
            </a:xfrm>
            <a:custGeom>
              <a:avLst/>
              <a:gdLst/>
              <a:ahLst/>
              <a:cxnLst/>
              <a:rect l="l" t="t" r="r" b="b"/>
              <a:pathLst>
                <a:path w="4079" h="3218" extrusionOk="0">
                  <a:moveTo>
                    <a:pt x="1829" y="0"/>
                  </a:moveTo>
                  <a:cubicBezTo>
                    <a:pt x="1850" y="0"/>
                    <a:pt x="1871" y="21"/>
                    <a:pt x="1871" y="42"/>
                  </a:cubicBezTo>
                  <a:lnTo>
                    <a:pt x="1871" y="358"/>
                  </a:lnTo>
                  <a:cubicBezTo>
                    <a:pt x="1871" y="1556"/>
                    <a:pt x="1114" y="2628"/>
                    <a:pt x="0" y="3028"/>
                  </a:cubicBezTo>
                  <a:cubicBezTo>
                    <a:pt x="295" y="3154"/>
                    <a:pt x="631" y="3217"/>
                    <a:pt x="967" y="3217"/>
                  </a:cubicBezTo>
                  <a:lnTo>
                    <a:pt x="1220" y="3217"/>
                  </a:lnTo>
                  <a:cubicBezTo>
                    <a:pt x="2796" y="3217"/>
                    <a:pt x="4079" y="1935"/>
                    <a:pt x="4079" y="358"/>
                  </a:cubicBezTo>
                  <a:lnTo>
                    <a:pt x="4079" y="42"/>
                  </a:lnTo>
                  <a:cubicBezTo>
                    <a:pt x="4079" y="21"/>
                    <a:pt x="4058" y="0"/>
                    <a:pt x="4058"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6" name="Google Shape;7476;p62"/>
            <p:cNvSpPr/>
            <p:nvPr/>
          </p:nvSpPr>
          <p:spPr>
            <a:xfrm>
              <a:off x="1003533" y="2433470"/>
              <a:ext cx="23941" cy="274506"/>
            </a:xfrm>
            <a:custGeom>
              <a:avLst/>
              <a:gdLst/>
              <a:ahLst/>
              <a:cxnLst/>
              <a:rect l="l" t="t" r="r" b="b"/>
              <a:pathLst>
                <a:path w="1599" h="18334" extrusionOk="0">
                  <a:moveTo>
                    <a:pt x="0" y="0"/>
                  </a:moveTo>
                  <a:lnTo>
                    <a:pt x="0" y="18333"/>
                  </a:lnTo>
                  <a:lnTo>
                    <a:pt x="1598" y="18333"/>
                  </a:lnTo>
                  <a:lnTo>
                    <a:pt x="1598"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7" name="Google Shape;7477;p62"/>
            <p:cNvSpPr/>
            <p:nvPr/>
          </p:nvSpPr>
          <p:spPr>
            <a:xfrm>
              <a:off x="1015496" y="2433470"/>
              <a:ext cx="11978" cy="274506"/>
            </a:xfrm>
            <a:custGeom>
              <a:avLst/>
              <a:gdLst/>
              <a:ahLst/>
              <a:cxnLst/>
              <a:rect l="l" t="t" r="r" b="b"/>
              <a:pathLst>
                <a:path w="800" h="18334" extrusionOk="0">
                  <a:moveTo>
                    <a:pt x="0" y="0"/>
                  </a:moveTo>
                  <a:lnTo>
                    <a:pt x="0" y="18333"/>
                  </a:lnTo>
                  <a:lnTo>
                    <a:pt x="799" y="18333"/>
                  </a:lnTo>
                  <a:lnTo>
                    <a:pt x="799" y="0"/>
                  </a:ln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8" name="Google Shape;7478;p62"/>
            <p:cNvSpPr/>
            <p:nvPr/>
          </p:nvSpPr>
          <p:spPr>
            <a:xfrm>
              <a:off x="932698" y="2697570"/>
              <a:ext cx="165910" cy="34646"/>
            </a:xfrm>
            <a:custGeom>
              <a:avLst/>
              <a:gdLst/>
              <a:ahLst/>
              <a:cxnLst/>
              <a:rect l="l" t="t" r="r" b="b"/>
              <a:pathLst>
                <a:path w="11081" h="2314" extrusionOk="0">
                  <a:moveTo>
                    <a:pt x="737" y="1"/>
                  </a:moveTo>
                  <a:cubicBezTo>
                    <a:pt x="337" y="1"/>
                    <a:pt x="1" y="337"/>
                    <a:pt x="1" y="736"/>
                  </a:cubicBezTo>
                  <a:lnTo>
                    <a:pt x="1" y="2313"/>
                  </a:lnTo>
                  <a:lnTo>
                    <a:pt x="11081" y="2313"/>
                  </a:lnTo>
                  <a:lnTo>
                    <a:pt x="11081" y="736"/>
                  </a:lnTo>
                  <a:cubicBezTo>
                    <a:pt x="11060" y="316"/>
                    <a:pt x="10723" y="1"/>
                    <a:pt x="1032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9" name="Google Shape;7479;p62"/>
            <p:cNvSpPr/>
            <p:nvPr/>
          </p:nvSpPr>
          <p:spPr>
            <a:xfrm>
              <a:off x="993771" y="2394751"/>
              <a:ext cx="43465" cy="43450"/>
            </a:xfrm>
            <a:custGeom>
              <a:avLst/>
              <a:gdLst/>
              <a:ahLst/>
              <a:cxnLst/>
              <a:rect l="l" t="t" r="r" b="b"/>
              <a:pathLst>
                <a:path w="2903" h="2902" extrusionOk="0">
                  <a:moveTo>
                    <a:pt x="1451" y="0"/>
                  </a:moveTo>
                  <a:cubicBezTo>
                    <a:pt x="652" y="0"/>
                    <a:pt x="1" y="652"/>
                    <a:pt x="1" y="1451"/>
                  </a:cubicBezTo>
                  <a:cubicBezTo>
                    <a:pt x="1" y="2250"/>
                    <a:pt x="652" y="2902"/>
                    <a:pt x="1451" y="2902"/>
                  </a:cubicBezTo>
                  <a:cubicBezTo>
                    <a:pt x="2250" y="2902"/>
                    <a:pt x="2902" y="2250"/>
                    <a:pt x="2902" y="1451"/>
                  </a:cubicBezTo>
                  <a:cubicBezTo>
                    <a:pt x="2902" y="652"/>
                    <a:pt x="2250" y="0"/>
                    <a:pt x="145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0" name="Google Shape;7480;p62"/>
            <p:cNvSpPr/>
            <p:nvPr/>
          </p:nvSpPr>
          <p:spPr>
            <a:xfrm>
              <a:off x="996286" y="2397266"/>
              <a:ext cx="45037" cy="40950"/>
            </a:xfrm>
            <a:custGeom>
              <a:avLst/>
              <a:gdLst/>
              <a:ahLst/>
              <a:cxnLst/>
              <a:rect l="l" t="t" r="r" b="b"/>
              <a:pathLst>
                <a:path w="3008" h="2735" extrusionOk="0">
                  <a:moveTo>
                    <a:pt x="1935" y="0"/>
                  </a:moveTo>
                  <a:cubicBezTo>
                    <a:pt x="2452" y="1017"/>
                    <a:pt x="1655" y="2105"/>
                    <a:pt x="668" y="2105"/>
                  </a:cubicBezTo>
                  <a:cubicBezTo>
                    <a:pt x="451" y="2105"/>
                    <a:pt x="224" y="2052"/>
                    <a:pt x="1" y="1935"/>
                  </a:cubicBezTo>
                  <a:lnTo>
                    <a:pt x="1" y="1935"/>
                  </a:lnTo>
                  <a:cubicBezTo>
                    <a:pt x="261" y="2455"/>
                    <a:pt x="769" y="2734"/>
                    <a:pt x="1289" y="2734"/>
                  </a:cubicBezTo>
                  <a:cubicBezTo>
                    <a:pt x="1651" y="2734"/>
                    <a:pt x="2020" y="2598"/>
                    <a:pt x="2314" y="2313"/>
                  </a:cubicBezTo>
                  <a:cubicBezTo>
                    <a:pt x="3007" y="1619"/>
                    <a:pt x="2818" y="442"/>
                    <a:pt x="1935" y="0"/>
                  </a:cubicBez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1" name="Google Shape;7481;p62"/>
            <p:cNvSpPr/>
            <p:nvPr/>
          </p:nvSpPr>
          <p:spPr>
            <a:xfrm>
              <a:off x="844570" y="2454237"/>
              <a:ext cx="341867" cy="50068"/>
            </a:xfrm>
            <a:custGeom>
              <a:avLst/>
              <a:gdLst/>
              <a:ahLst/>
              <a:cxnLst/>
              <a:rect l="l" t="t" r="r" b="b"/>
              <a:pathLst>
                <a:path w="22833" h="3344" extrusionOk="0">
                  <a:moveTo>
                    <a:pt x="8031" y="1"/>
                  </a:moveTo>
                  <a:cubicBezTo>
                    <a:pt x="7043" y="1"/>
                    <a:pt x="6097" y="400"/>
                    <a:pt x="5403" y="1115"/>
                  </a:cubicBezTo>
                  <a:cubicBezTo>
                    <a:pt x="4920" y="1620"/>
                    <a:pt x="4247" y="1914"/>
                    <a:pt x="3532" y="1914"/>
                  </a:cubicBezTo>
                  <a:lnTo>
                    <a:pt x="294" y="1914"/>
                  </a:lnTo>
                  <a:cubicBezTo>
                    <a:pt x="126" y="1914"/>
                    <a:pt x="0" y="2040"/>
                    <a:pt x="0" y="2208"/>
                  </a:cubicBezTo>
                  <a:lnTo>
                    <a:pt x="0" y="3049"/>
                  </a:lnTo>
                  <a:cubicBezTo>
                    <a:pt x="0" y="3217"/>
                    <a:pt x="126" y="3344"/>
                    <a:pt x="294" y="3344"/>
                  </a:cubicBezTo>
                  <a:lnTo>
                    <a:pt x="3658" y="3344"/>
                  </a:lnTo>
                  <a:cubicBezTo>
                    <a:pt x="4647" y="3344"/>
                    <a:pt x="5593" y="2944"/>
                    <a:pt x="6286" y="2229"/>
                  </a:cubicBezTo>
                  <a:cubicBezTo>
                    <a:pt x="6754" y="1721"/>
                    <a:pt x="7398" y="1429"/>
                    <a:pt x="8086" y="1429"/>
                  </a:cubicBezTo>
                  <a:cubicBezTo>
                    <a:pt x="8110" y="1429"/>
                    <a:pt x="8134" y="1430"/>
                    <a:pt x="8158" y="1430"/>
                  </a:cubicBezTo>
                  <a:lnTo>
                    <a:pt x="14822" y="1430"/>
                  </a:lnTo>
                  <a:cubicBezTo>
                    <a:pt x="15432" y="1430"/>
                    <a:pt x="16000" y="1683"/>
                    <a:pt x="16441" y="2124"/>
                  </a:cubicBezTo>
                  <a:cubicBezTo>
                    <a:pt x="17177" y="2902"/>
                    <a:pt x="18207" y="3344"/>
                    <a:pt x="19300" y="3344"/>
                  </a:cubicBezTo>
                  <a:lnTo>
                    <a:pt x="22559" y="3344"/>
                  </a:lnTo>
                  <a:cubicBezTo>
                    <a:pt x="22706" y="3344"/>
                    <a:pt x="22833" y="3217"/>
                    <a:pt x="22833" y="3049"/>
                  </a:cubicBezTo>
                  <a:lnTo>
                    <a:pt x="22833" y="2208"/>
                  </a:lnTo>
                  <a:cubicBezTo>
                    <a:pt x="22833" y="2040"/>
                    <a:pt x="22706" y="1914"/>
                    <a:pt x="22559" y="1914"/>
                  </a:cubicBezTo>
                  <a:lnTo>
                    <a:pt x="19321" y="1914"/>
                  </a:lnTo>
                  <a:cubicBezTo>
                    <a:pt x="18607" y="1914"/>
                    <a:pt x="17913" y="1620"/>
                    <a:pt x="17450" y="1115"/>
                  </a:cubicBezTo>
                  <a:cubicBezTo>
                    <a:pt x="16757" y="400"/>
                    <a:pt x="15810" y="1"/>
                    <a:pt x="1482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2" name="Google Shape;7482;p62"/>
            <p:cNvSpPr/>
            <p:nvPr/>
          </p:nvSpPr>
          <p:spPr>
            <a:xfrm>
              <a:off x="844570" y="2466499"/>
              <a:ext cx="341867" cy="37821"/>
            </a:xfrm>
            <a:custGeom>
              <a:avLst/>
              <a:gdLst/>
              <a:ahLst/>
              <a:cxnLst/>
              <a:rect l="l" t="t" r="r" b="b"/>
              <a:pathLst>
                <a:path w="22833" h="2526" extrusionOk="0">
                  <a:moveTo>
                    <a:pt x="8086" y="1"/>
                  </a:moveTo>
                  <a:cubicBezTo>
                    <a:pt x="7398" y="1"/>
                    <a:pt x="6754" y="293"/>
                    <a:pt x="6286" y="801"/>
                  </a:cubicBezTo>
                  <a:cubicBezTo>
                    <a:pt x="5593" y="1515"/>
                    <a:pt x="4647" y="1915"/>
                    <a:pt x="3658" y="1915"/>
                  </a:cubicBezTo>
                  <a:lnTo>
                    <a:pt x="294" y="1915"/>
                  </a:lnTo>
                  <a:cubicBezTo>
                    <a:pt x="126" y="1915"/>
                    <a:pt x="21" y="1789"/>
                    <a:pt x="0" y="1642"/>
                  </a:cubicBezTo>
                  <a:lnTo>
                    <a:pt x="0" y="2230"/>
                  </a:lnTo>
                  <a:cubicBezTo>
                    <a:pt x="0" y="2398"/>
                    <a:pt x="126" y="2525"/>
                    <a:pt x="294" y="2525"/>
                  </a:cubicBezTo>
                  <a:lnTo>
                    <a:pt x="3679" y="2525"/>
                  </a:lnTo>
                  <a:cubicBezTo>
                    <a:pt x="3704" y="2525"/>
                    <a:pt x="3729" y="2525"/>
                    <a:pt x="3754" y="2525"/>
                  </a:cubicBezTo>
                  <a:cubicBezTo>
                    <a:pt x="4715" y="2525"/>
                    <a:pt x="5631" y="2128"/>
                    <a:pt x="6307" y="1431"/>
                  </a:cubicBezTo>
                  <a:cubicBezTo>
                    <a:pt x="6791" y="906"/>
                    <a:pt x="7464" y="611"/>
                    <a:pt x="8179" y="611"/>
                  </a:cubicBezTo>
                  <a:lnTo>
                    <a:pt x="14822" y="611"/>
                  </a:lnTo>
                  <a:cubicBezTo>
                    <a:pt x="15432" y="611"/>
                    <a:pt x="16000" y="864"/>
                    <a:pt x="16441" y="1305"/>
                  </a:cubicBezTo>
                  <a:cubicBezTo>
                    <a:pt x="17177" y="2083"/>
                    <a:pt x="18207" y="2525"/>
                    <a:pt x="19300" y="2525"/>
                  </a:cubicBezTo>
                  <a:lnTo>
                    <a:pt x="22559" y="2525"/>
                  </a:lnTo>
                  <a:cubicBezTo>
                    <a:pt x="22706" y="2525"/>
                    <a:pt x="22833" y="2398"/>
                    <a:pt x="22833" y="2251"/>
                  </a:cubicBezTo>
                  <a:lnTo>
                    <a:pt x="22833" y="1642"/>
                  </a:lnTo>
                  <a:cubicBezTo>
                    <a:pt x="22833" y="1789"/>
                    <a:pt x="22706" y="1915"/>
                    <a:pt x="22559" y="1915"/>
                  </a:cubicBezTo>
                  <a:lnTo>
                    <a:pt x="19300" y="1915"/>
                  </a:lnTo>
                  <a:cubicBezTo>
                    <a:pt x="18207" y="1915"/>
                    <a:pt x="17177" y="1473"/>
                    <a:pt x="16441" y="696"/>
                  </a:cubicBezTo>
                  <a:cubicBezTo>
                    <a:pt x="16000" y="254"/>
                    <a:pt x="15432" y="2"/>
                    <a:pt x="14822" y="2"/>
                  </a:cubicBezTo>
                  <a:lnTo>
                    <a:pt x="8158" y="2"/>
                  </a:lnTo>
                  <a:cubicBezTo>
                    <a:pt x="8134" y="1"/>
                    <a:pt x="8110" y="1"/>
                    <a:pt x="8086" y="1"/>
                  </a:cubicBez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3" name="Google Shape;7483;p62"/>
            <p:cNvSpPr/>
            <p:nvPr/>
          </p:nvSpPr>
          <p:spPr>
            <a:xfrm>
              <a:off x="932698" y="2697555"/>
              <a:ext cx="165910" cy="34661"/>
            </a:xfrm>
            <a:custGeom>
              <a:avLst/>
              <a:gdLst/>
              <a:ahLst/>
              <a:cxnLst/>
              <a:rect l="l" t="t" r="r" b="b"/>
              <a:pathLst>
                <a:path w="11081" h="2315" extrusionOk="0">
                  <a:moveTo>
                    <a:pt x="10359" y="1"/>
                  </a:moveTo>
                  <a:cubicBezTo>
                    <a:pt x="10347" y="1"/>
                    <a:pt x="10336" y="1"/>
                    <a:pt x="10324" y="2"/>
                  </a:cubicBezTo>
                  <a:lnTo>
                    <a:pt x="8873" y="2"/>
                  </a:lnTo>
                  <a:lnTo>
                    <a:pt x="8873" y="527"/>
                  </a:lnTo>
                  <a:cubicBezTo>
                    <a:pt x="8873" y="969"/>
                    <a:pt x="8495" y="1326"/>
                    <a:pt x="8053" y="1326"/>
                  </a:cubicBezTo>
                  <a:lnTo>
                    <a:pt x="1" y="1326"/>
                  </a:lnTo>
                  <a:lnTo>
                    <a:pt x="1" y="2314"/>
                  </a:lnTo>
                  <a:lnTo>
                    <a:pt x="11081" y="2314"/>
                  </a:lnTo>
                  <a:lnTo>
                    <a:pt x="11081" y="737"/>
                  </a:lnTo>
                  <a:cubicBezTo>
                    <a:pt x="11081" y="349"/>
                    <a:pt x="10763" y="1"/>
                    <a:pt x="10359"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4" name="Google Shape;7484;p62"/>
            <p:cNvSpPr/>
            <p:nvPr/>
          </p:nvSpPr>
          <p:spPr>
            <a:xfrm>
              <a:off x="906885" y="2723068"/>
              <a:ext cx="217221" cy="28343"/>
            </a:xfrm>
            <a:custGeom>
              <a:avLst/>
              <a:gdLst/>
              <a:ahLst/>
              <a:cxnLst/>
              <a:rect l="l" t="t" r="r" b="b"/>
              <a:pathLst>
                <a:path w="14508" h="1893" extrusionOk="0">
                  <a:moveTo>
                    <a:pt x="758" y="1"/>
                  </a:moveTo>
                  <a:cubicBezTo>
                    <a:pt x="337" y="1"/>
                    <a:pt x="1" y="337"/>
                    <a:pt x="22" y="757"/>
                  </a:cubicBezTo>
                  <a:lnTo>
                    <a:pt x="22" y="1893"/>
                  </a:lnTo>
                  <a:lnTo>
                    <a:pt x="14508" y="1893"/>
                  </a:lnTo>
                  <a:lnTo>
                    <a:pt x="14508" y="757"/>
                  </a:lnTo>
                  <a:cubicBezTo>
                    <a:pt x="14508" y="337"/>
                    <a:pt x="14171" y="1"/>
                    <a:pt x="13751"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5" name="Google Shape;7485;p62"/>
            <p:cNvSpPr/>
            <p:nvPr/>
          </p:nvSpPr>
          <p:spPr>
            <a:xfrm>
              <a:off x="907200" y="2723068"/>
              <a:ext cx="216907" cy="28029"/>
            </a:xfrm>
            <a:custGeom>
              <a:avLst/>
              <a:gdLst/>
              <a:ahLst/>
              <a:cxnLst/>
              <a:rect l="l" t="t" r="r" b="b"/>
              <a:pathLst>
                <a:path w="14487" h="1872" extrusionOk="0">
                  <a:moveTo>
                    <a:pt x="12258" y="1"/>
                  </a:moveTo>
                  <a:lnTo>
                    <a:pt x="12258" y="694"/>
                  </a:lnTo>
                  <a:cubicBezTo>
                    <a:pt x="12237" y="1115"/>
                    <a:pt x="11922" y="1451"/>
                    <a:pt x="11501" y="1451"/>
                  </a:cubicBezTo>
                  <a:lnTo>
                    <a:pt x="1" y="1451"/>
                  </a:lnTo>
                  <a:lnTo>
                    <a:pt x="1" y="1872"/>
                  </a:lnTo>
                  <a:lnTo>
                    <a:pt x="14487" y="1872"/>
                  </a:lnTo>
                  <a:lnTo>
                    <a:pt x="14487" y="1451"/>
                  </a:lnTo>
                  <a:lnTo>
                    <a:pt x="14487" y="736"/>
                  </a:lnTo>
                  <a:cubicBezTo>
                    <a:pt x="14466" y="316"/>
                    <a:pt x="14129" y="1"/>
                    <a:pt x="13730"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86" name="Google Shape;7486;p62"/>
          <p:cNvGrpSpPr/>
          <p:nvPr/>
        </p:nvGrpSpPr>
        <p:grpSpPr>
          <a:xfrm>
            <a:off x="1298678" y="2229728"/>
            <a:ext cx="336836" cy="342511"/>
            <a:chOff x="1290615" y="2399467"/>
            <a:chExt cx="336836" cy="342511"/>
          </a:xfrm>
        </p:grpSpPr>
        <p:sp>
          <p:nvSpPr>
            <p:cNvPr id="7487" name="Google Shape;7487;p62"/>
            <p:cNvSpPr/>
            <p:nvPr/>
          </p:nvSpPr>
          <p:spPr>
            <a:xfrm>
              <a:off x="1399226" y="2683720"/>
              <a:ext cx="119316" cy="39363"/>
            </a:xfrm>
            <a:custGeom>
              <a:avLst/>
              <a:gdLst/>
              <a:ahLst/>
              <a:cxnLst/>
              <a:rect l="l" t="t" r="r" b="b"/>
              <a:pathLst>
                <a:path w="7969" h="2629" extrusionOk="0">
                  <a:moveTo>
                    <a:pt x="4100" y="1"/>
                  </a:moveTo>
                  <a:lnTo>
                    <a:pt x="0" y="1640"/>
                  </a:lnTo>
                  <a:cubicBezTo>
                    <a:pt x="0" y="2187"/>
                    <a:pt x="442" y="2629"/>
                    <a:pt x="988" y="2629"/>
                  </a:cubicBezTo>
                  <a:lnTo>
                    <a:pt x="6980" y="2629"/>
                  </a:lnTo>
                  <a:cubicBezTo>
                    <a:pt x="7527" y="2629"/>
                    <a:pt x="7968" y="2187"/>
                    <a:pt x="7968" y="1640"/>
                  </a:cubicBezTo>
                  <a:lnTo>
                    <a:pt x="4100"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8" name="Google Shape;7488;p62"/>
            <p:cNvSpPr/>
            <p:nvPr/>
          </p:nvSpPr>
          <p:spPr>
            <a:xfrm>
              <a:off x="1321788" y="2662624"/>
              <a:ext cx="58872" cy="79354"/>
            </a:xfrm>
            <a:custGeom>
              <a:avLst/>
              <a:gdLst/>
              <a:ahLst/>
              <a:cxnLst/>
              <a:rect l="l" t="t" r="r" b="b"/>
              <a:pathLst>
                <a:path w="3932" h="5300" extrusionOk="0">
                  <a:moveTo>
                    <a:pt x="0" y="1"/>
                  </a:moveTo>
                  <a:lnTo>
                    <a:pt x="0" y="4626"/>
                  </a:lnTo>
                  <a:cubicBezTo>
                    <a:pt x="0" y="5005"/>
                    <a:pt x="294" y="5299"/>
                    <a:pt x="673" y="5299"/>
                  </a:cubicBezTo>
                  <a:lnTo>
                    <a:pt x="3259" y="5299"/>
                  </a:lnTo>
                  <a:cubicBezTo>
                    <a:pt x="3637" y="5299"/>
                    <a:pt x="3932" y="5005"/>
                    <a:pt x="3932" y="4626"/>
                  </a:cubicBezTo>
                  <a:lnTo>
                    <a:pt x="3932" y="3049"/>
                  </a:lnTo>
                  <a:lnTo>
                    <a:pt x="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9" name="Google Shape;7489;p62"/>
            <p:cNvSpPr/>
            <p:nvPr/>
          </p:nvSpPr>
          <p:spPr>
            <a:xfrm>
              <a:off x="1540866" y="2676159"/>
              <a:ext cx="58887" cy="65819"/>
            </a:xfrm>
            <a:custGeom>
              <a:avLst/>
              <a:gdLst/>
              <a:ahLst/>
              <a:cxnLst/>
              <a:rect l="l" t="t" r="r" b="b"/>
              <a:pathLst>
                <a:path w="3933" h="4396" extrusionOk="0">
                  <a:moveTo>
                    <a:pt x="3932" y="1"/>
                  </a:moveTo>
                  <a:lnTo>
                    <a:pt x="1" y="2145"/>
                  </a:lnTo>
                  <a:lnTo>
                    <a:pt x="1" y="3722"/>
                  </a:lnTo>
                  <a:cubicBezTo>
                    <a:pt x="1" y="4101"/>
                    <a:pt x="295" y="4395"/>
                    <a:pt x="674" y="4395"/>
                  </a:cubicBezTo>
                  <a:lnTo>
                    <a:pt x="3260" y="4395"/>
                  </a:lnTo>
                  <a:cubicBezTo>
                    <a:pt x="3638" y="4395"/>
                    <a:pt x="3932" y="4101"/>
                    <a:pt x="3932" y="3722"/>
                  </a:cubicBezTo>
                  <a:lnTo>
                    <a:pt x="393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0" name="Google Shape;7490;p62"/>
            <p:cNvSpPr/>
            <p:nvPr/>
          </p:nvSpPr>
          <p:spPr>
            <a:xfrm>
              <a:off x="1290615" y="2471560"/>
              <a:ext cx="115857" cy="80283"/>
            </a:xfrm>
            <a:custGeom>
              <a:avLst/>
              <a:gdLst/>
              <a:ahLst/>
              <a:cxnLst/>
              <a:rect l="l" t="t" r="r" b="b"/>
              <a:pathLst>
                <a:path w="7738" h="5362" extrusionOk="0">
                  <a:moveTo>
                    <a:pt x="863" y="0"/>
                  </a:moveTo>
                  <a:cubicBezTo>
                    <a:pt x="379" y="0"/>
                    <a:pt x="1" y="400"/>
                    <a:pt x="1" y="883"/>
                  </a:cubicBezTo>
                  <a:lnTo>
                    <a:pt x="1" y="4499"/>
                  </a:lnTo>
                  <a:cubicBezTo>
                    <a:pt x="1" y="4962"/>
                    <a:pt x="379" y="5361"/>
                    <a:pt x="863" y="5361"/>
                  </a:cubicBezTo>
                  <a:lnTo>
                    <a:pt x="7738" y="5361"/>
                  </a:lnTo>
                  <a:lnTo>
                    <a:pt x="1535"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1" name="Google Shape;7491;p62"/>
            <p:cNvSpPr/>
            <p:nvPr/>
          </p:nvSpPr>
          <p:spPr>
            <a:xfrm>
              <a:off x="1555045" y="2471859"/>
              <a:ext cx="72407" cy="79983"/>
            </a:xfrm>
            <a:custGeom>
              <a:avLst/>
              <a:gdLst/>
              <a:ahLst/>
              <a:cxnLst/>
              <a:rect l="l" t="t" r="r" b="b"/>
              <a:pathLst>
                <a:path w="4836" h="5342" extrusionOk="0">
                  <a:moveTo>
                    <a:pt x="4010" y="0"/>
                  </a:moveTo>
                  <a:cubicBezTo>
                    <a:pt x="3998" y="0"/>
                    <a:pt x="3986" y="1"/>
                    <a:pt x="3974" y="1"/>
                  </a:cubicBezTo>
                  <a:lnTo>
                    <a:pt x="3301" y="1"/>
                  </a:lnTo>
                  <a:lnTo>
                    <a:pt x="0" y="5341"/>
                  </a:lnTo>
                  <a:lnTo>
                    <a:pt x="3974" y="5341"/>
                  </a:lnTo>
                  <a:cubicBezTo>
                    <a:pt x="4457" y="5341"/>
                    <a:pt x="4836" y="4942"/>
                    <a:pt x="4836" y="4479"/>
                  </a:cubicBezTo>
                  <a:lnTo>
                    <a:pt x="4836" y="863"/>
                  </a:lnTo>
                  <a:cubicBezTo>
                    <a:pt x="4836" y="392"/>
                    <a:pt x="4476" y="0"/>
                    <a:pt x="4010" y="0"/>
                  </a:cubicBez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2" name="Google Shape;7492;p62"/>
            <p:cNvSpPr/>
            <p:nvPr/>
          </p:nvSpPr>
          <p:spPr>
            <a:xfrm>
              <a:off x="1313598" y="2399467"/>
              <a:ext cx="290871" cy="263172"/>
            </a:xfrm>
            <a:custGeom>
              <a:avLst/>
              <a:gdLst/>
              <a:ahLst/>
              <a:cxnLst/>
              <a:rect l="l" t="t" r="r" b="b"/>
              <a:pathLst>
                <a:path w="19427" h="17577" extrusionOk="0">
                  <a:moveTo>
                    <a:pt x="2986" y="1"/>
                  </a:moveTo>
                  <a:cubicBezTo>
                    <a:pt x="1346" y="1"/>
                    <a:pt x="0" y="1346"/>
                    <a:pt x="0" y="2986"/>
                  </a:cubicBezTo>
                  <a:lnTo>
                    <a:pt x="0" y="17577"/>
                  </a:lnTo>
                  <a:lnTo>
                    <a:pt x="19427" y="17577"/>
                  </a:lnTo>
                  <a:lnTo>
                    <a:pt x="19427" y="2986"/>
                  </a:lnTo>
                  <a:cubicBezTo>
                    <a:pt x="19427" y="1346"/>
                    <a:pt x="18081" y="1"/>
                    <a:pt x="16420"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3" name="Google Shape;7493;p62"/>
            <p:cNvSpPr/>
            <p:nvPr/>
          </p:nvSpPr>
          <p:spPr>
            <a:xfrm>
              <a:off x="1313598" y="2399467"/>
              <a:ext cx="77138" cy="263172"/>
            </a:xfrm>
            <a:custGeom>
              <a:avLst/>
              <a:gdLst/>
              <a:ahLst/>
              <a:cxnLst/>
              <a:rect l="l" t="t" r="r" b="b"/>
              <a:pathLst>
                <a:path w="5152" h="17577" extrusionOk="0">
                  <a:moveTo>
                    <a:pt x="2986" y="1"/>
                  </a:moveTo>
                  <a:cubicBezTo>
                    <a:pt x="1346" y="1"/>
                    <a:pt x="0" y="1346"/>
                    <a:pt x="0" y="2986"/>
                  </a:cubicBezTo>
                  <a:lnTo>
                    <a:pt x="0" y="17577"/>
                  </a:lnTo>
                  <a:lnTo>
                    <a:pt x="2166" y="17577"/>
                  </a:lnTo>
                  <a:lnTo>
                    <a:pt x="2166" y="2986"/>
                  </a:lnTo>
                  <a:cubicBezTo>
                    <a:pt x="2166" y="1346"/>
                    <a:pt x="3490" y="1"/>
                    <a:pt x="5151"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4" name="Google Shape;7494;p62"/>
            <p:cNvSpPr/>
            <p:nvPr/>
          </p:nvSpPr>
          <p:spPr>
            <a:xfrm>
              <a:off x="1332793" y="2446376"/>
              <a:ext cx="252481" cy="129392"/>
            </a:xfrm>
            <a:custGeom>
              <a:avLst/>
              <a:gdLst/>
              <a:ahLst/>
              <a:cxnLst/>
              <a:rect l="l" t="t" r="r" b="b"/>
              <a:pathLst>
                <a:path w="16863" h="8642" extrusionOk="0">
                  <a:moveTo>
                    <a:pt x="1325" y="0"/>
                  </a:moveTo>
                  <a:cubicBezTo>
                    <a:pt x="590" y="0"/>
                    <a:pt x="1" y="610"/>
                    <a:pt x="1" y="1346"/>
                  </a:cubicBezTo>
                  <a:lnTo>
                    <a:pt x="1" y="7317"/>
                  </a:lnTo>
                  <a:cubicBezTo>
                    <a:pt x="1" y="8052"/>
                    <a:pt x="590" y="8641"/>
                    <a:pt x="1325" y="8641"/>
                  </a:cubicBezTo>
                  <a:lnTo>
                    <a:pt x="15538" y="8641"/>
                  </a:lnTo>
                  <a:cubicBezTo>
                    <a:pt x="16274" y="8641"/>
                    <a:pt x="16862" y="8052"/>
                    <a:pt x="16862" y="7317"/>
                  </a:cubicBezTo>
                  <a:lnTo>
                    <a:pt x="16862" y="1346"/>
                  </a:lnTo>
                  <a:cubicBezTo>
                    <a:pt x="16862" y="610"/>
                    <a:pt x="16274" y="0"/>
                    <a:pt x="15538" y="0"/>
                  </a:cubicBezTo>
                  <a:close/>
                </a:path>
              </a:pathLst>
            </a:custGeom>
            <a:solidFill>
              <a:srgbClr val="BB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5" name="Google Shape;7495;p62"/>
            <p:cNvSpPr/>
            <p:nvPr/>
          </p:nvSpPr>
          <p:spPr>
            <a:xfrm>
              <a:off x="1332479" y="2446376"/>
              <a:ext cx="44094" cy="129392"/>
            </a:xfrm>
            <a:custGeom>
              <a:avLst/>
              <a:gdLst/>
              <a:ahLst/>
              <a:cxnLst/>
              <a:rect l="l" t="t" r="r" b="b"/>
              <a:pathLst>
                <a:path w="2945" h="8642" extrusionOk="0">
                  <a:moveTo>
                    <a:pt x="1346" y="0"/>
                  </a:moveTo>
                  <a:cubicBezTo>
                    <a:pt x="611" y="0"/>
                    <a:pt x="1" y="610"/>
                    <a:pt x="1" y="1346"/>
                  </a:cubicBezTo>
                  <a:lnTo>
                    <a:pt x="1" y="7317"/>
                  </a:lnTo>
                  <a:cubicBezTo>
                    <a:pt x="1" y="8052"/>
                    <a:pt x="611" y="8641"/>
                    <a:pt x="1346" y="8641"/>
                  </a:cubicBezTo>
                  <a:lnTo>
                    <a:pt x="2944" y="8641"/>
                  </a:lnTo>
                  <a:cubicBezTo>
                    <a:pt x="2208" y="8641"/>
                    <a:pt x="1599" y="8052"/>
                    <a:pt x="1599" y="7317"/>
                  </a:cubicBezTo>
                  <a:lnTo>
                    <a:pt x="1599" y="1346"/>
                  </a:lnTo>
                  <a:cubicBezTo>
                    <a:pt x="1599" y="610"/>
                    <a:pt x="2208" y="0"/>
                    <a:pt x="2944"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6" name="Google Shape;7496;p62"/>
            <p:cNvSpPr/>
            <p:nvPr/>
          </p:nvSpPr>
          <p:spPr>
            <a:xfrm>
              <a:off x="1332479" y="2446376"/>
              <a:ext cx="252796" cy="38105"/>
            </a:xfrm>
            <a:custGeom>
              <a:avLst/>
              <a:gdLst/>
              <a:ahLst/>
              <a:cxnLst/>
              <a:rect l="l" t="t" r="r" b="b"/>
              <a:pathLst>
                <a:path w="16884" h="2545" extrusionOk="0">
                  <a:moveTo>
                    <a:pt x="1346" y="0"/>
                  </a:moveTo>
                  <a:cubicBezTo>
                    <a:pt x="611" y="0"/>
                    <a:pt x="1" y="610"/>
                    <a:pt x="1" y="1346"/>
                  </a:cubicBezTo>
                  <a:lnTo>
                    <a:pt x="1" y="2544"/>
                  </a:lnTo>
                  <a:lnTo>
                    <a:pt x="16883" y="2544"/>
                  </a:lnTo>
                  <a:lnTo>
                    <a:pt x="16883" y="1346"/>
                  </a:lnTo>
                  <a:cubicBezTo>
                    <a:pt x="16883" y="610"/>
                    <a:pt x="16295" y="0"/>
                    <a:pt x="15559"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7" name="Google Shape;7497;p62"/>
            <p:cNvSpPr/>
            <p:nvPr/>
          </p:nvSpPr>
          <p:spPr>
            <a:xfrm>
              <a:off x="1335323" y="2597464"/>
              <a:ext cx="40935" cy="40620"/>
            </a:xfrm>
            <a:custGeom>
              <a:avLst/>
              <a:gdLst/>
              <a:ahLst/>
              <a:cxnLst/>
              <a:rect l="l" t="t" r="r" b="b"/>
              <a:pathLst>
                <a:path w="2734" h="2713" extrusionOk="0">
                  <a:moveTo>
                    <a:pt x="1367" y="1"/>
                  </a:moveTo>
                  <a:cubicBezTo>
                    <a:pt x="610" y="1"/>
                    <a:pt x="0" y="611"/>
                    <a:pt x="0" y="1346"/>
                  </a:cubicBezTo>
                  <a:cubicBezTo>
                    <a:pt x="0" y="2103"/>
                    <a:pt x="610" y="2713"/>
                    <a:pt x="1367" y="2713"/>
                  </a:cubicBezTo>
                  <a:cubicBezTo>
                    <a:pt x="2124" y="2713"/>
                    <a:pt x="2733" y="2103"/>
                    <a:pt x="2733" y="1346"/>
                  </a:cubicBezTo>
                  <a:cubicBezTo>
                    <a:pt x="2733" y="611"/>
                    <a:pt x="2124" y="1"/>
                    <a:pt x="136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8" name="Google Shape;7498;p62"/>
            <p:cNvSpPr/>
            <p:nvPr/>
          </p:nvSpPr>
          <p:spPr>
            <a:xfrm>
              <a:off x="1541824" y="2597464"/>
              <a:ext cx="40620" cy="40620"/>
            </a:xfrm>
            <a:custGeom>
              <a:avLst/>
              <a:gdLst/>
              <a:ahLst/>
              <a:cxnLst/>
              <a:rect l="l" t="t" r="r" b="b"/>
              <a:pathLst>
                <a:path w="2713" h="2713" extrusionOk="0">
                  <a:moveTo>
                    <a:pt x="1367" y="1"/>
                  </a:moveTo>
                  <a:cubicBezTo>
                    <a:pt x="610" y="1"/>
                    <a:pt x="0" y="611"/>
                    <a:pt x="0" y="1346"/>
                  </a:cubicBezTo>
                  <a:cubicBezTo>
                    <a:pt x="0" y="2103"/>
                    <a:pt x="610" y="2713"/>
                    <a:pt x="1367" y="2713"/>
                  </a:cubicBezTo>
                  <a:cubicBezTo>
                    <a:pt x="2102" y="2713"/>
                    <a:pt x="2712" y="2103"/>
                    <a:pt x="2712" y="1346"/>
                  </a:cubicBezTo>
                  <a:cubicBezTo>
                    <a:pt x="2712" y="611"/>
                    <a:pt x="2102" y="1"/>
                    <a:pt x="136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9" name="Google Shape;7499;p62"/>
            <p:cNvSpPr/>
            <p:nvPr/>
          </p:nvSpPr>
          <p:spPr>
            <a:xfrm>
              <a:off x="1327448" y="2441331"/>
              <a:ext cx="263172" cy="139783"/>
            </a:xfrm>
            <a:custGeom>
              <a:avLst/>
              <a:gdLst/>
              <a:ahLst/>
              <a:cxnLst/>
              <a:rect l="l" t="t" r="r" b="b"/>
              <a:pathLst>
                <a:path w="17577" h="9336" extrusionOk="0">
                  <a:moveTo>
                    <a:pt x="15895" y="695"/>
                  </a:moveTo>
                  <a:cubicBezTo>
                    <a:pt x="16441" y="695"/>
                    <a:pt x="16862" y="1136"/>
                    <a:pt x="16883" y="1683"/>
                  </a:cubicBezTo>
                  <a:lnTo>
                    <a:pt x="16883" y="7654"/>
                  </a:lnTo>
                  <a:cubicBezTo>
                    <a:pt x="16862" y="8179"/>
                    <a:pt x="16441" y="8621"/>
                    <a:pt x="15895" y="8621"/>
                  </a:cubicBezTo>
                  <a:lnTo>
                    <a:pt x="1682" y="8621"/>
                  </a:lnTo>
                  <a:cubicBezTo>
                    <a:pt x="1136" y="8621"/>
                    <a:pt x="694" y="8179"/>
                    <a:pt x="694" y="7654"/>
                  </a:cubicBezTo>
                  <a:lnTo>
                    <a:pt x="694" y="1662"/>
                  </a:lnTo>
                  <a:cubicBezTo>
                    <a:pt x="694" y="1136"/>
                    <a:pt x="1136" y="695"/>
                    <a:pt x="1682" y="695"/>
                  </a:cubicBezTo>
                  <a:close/>
                  <a:moveTo>
                    <a:pt x="1682" y="1"/>
                  </a:moveTo>
                  <a:cubicBezTo>
                    <a:pt x="757" y="1"/>
                    <a:pt x="0" y="737"/>
                    <a:pt x="0" y="1683"/>
                  </a:cubicBezTo>
                  <a:lnTo>
                    <a:pt x="0" y="7654"/>
                  </a:lnTo>
                  <a:cubicBezTo>
                    <a:pt x="0" y="8579"/>
                    <a:pt x="757" y="9336"/>
                    <a:pt x="1682" y="9336"/>
                  </a:cubicBezTo>
                  <a:lnTo>
                    <a:pt x="15895" y="9336"/>
                  </a:lnTo>
                  <a:cubicBezTo>
                    <a:pt x="16820" y="9336"/>
                    <a:pt x="17577" y="8579"/>
                    <a:pt x="17577" y="7654"/>
                  </a:cubicBezTo>
                  <a:lnTo>
                    <a:pt x="17577" y="1683"/>
                  </a:lnTo>
                  <a:cubicBezTo>
                    <a:pt x="17577" y="737"/>
                    <a:pt x="16820" y="1"/>
                    <a:pt x="15895" y="1"/>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0" name="Google Shape;7500;p62"/>
            <p:cNvSpPr/>
            <p:nvPr/>
          </p:nvSpPr>
          <p:spPr>
            <a:xfrm>
              <a:off x="1321459" y="2592149"/>
              <a:ext cx="59830" cy="51296"/>
            </a:xfrm>
            <a:custGeom>
              <a:avLst/>
              <a:gdLst/>
              <a:ahLst/>
              <a:cxnLst/>
              <a:rect l="l" t="t" r="r" b="b"/>
              <a:pathLst>
                <a:path w="3996" h="3426" extrusionOk="0">
                  <a:moveTo>
                    <a:pt x="2293" y="692"/>
                  </a:moveTo>
                  <a:lnTo>
                    <a:pt x="2293" y="713"/>
                  </a:lnTo>
                  <a:cubicBezTo>
                    <a:pt x="2305" y="713"/>
                    <a:pt x="2317" y="713"/>
                    <a:pt x="2328" y="713"/>
                  </a:cubicBezTo>
                  <a:cubicBezTo>
                    <a:pt x="2859" y="713"/>
                    <a:pt x="3302" y="1167"/>
                    <a:pt x="3302" y="1701"/>
                  </a:cubicBezTo>
                  <a:cubicBezTo>
                    <a:pt x="3302" y="2312"/>
                    <a:pt x="2802" y="2722"/>
                    <a:pt x="2284" y="2722"/>
                  </a:cubicBezTo>
                  <a:cubicBezTo>
                    <a:pt x="2035" y="2722"/>
                    <a:pt x="1782" y="2628"/>
                    <a:pt x="1578" y="2416"/>
                  </a:cubicBezTo>
                  <a:cubicBezTo>
                    <a:pt x="947" y="1786"/>
                    <a:pt x="1389" y="692"/>
                    <a:pt x="2293" y="692"/>
                  </a:cubicBezTo>
                  <a:close/>
                  <a:moveTo>
                    <a:pt x="2280" y="0"/>
                  </a:moveTo>
                  <a:cubicBezTo>
                    <a:pt x="1858" y="0"/>
                    <a:pt x="1427" y="156"/>
                    <a:pt x="1073" y="503"/>
                  </a:cubicBezTo>
                  <a:cubicBezTo>
                    <a:pt x="1" y="1575"/>
                    <a:pt x="758" y="3425"/>
                    <a:pt x="2293" y="3425"/>
                  </a:cubicBezTo>
                  <a:cubicBezTo>
                    <a:pt x="3239" y="3425"/>
                    <a:pt x="3996" y="2648"/>
                    <a:pt x="3996" y="1701"/>
                  </a:cubicBezTo>
                  <a:cubicBezTo>
                    <a:pt x="3996" y="678"/>
                    <a:pt x="3159" y="0"/>
                    <a:pt x="2280" y="0"/>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1" name="Google Shape;7501;p62"/>
            <p:cNvSpPr/>
            <p:nvPr/>
          </p:nvSpPr>
          <p:spPr>
            <a:xfrm>
              <a:off x="1527960" y="2592149"/>
              <a:ext cx="59830" cy="51296"/>
            </a:xfrm>
            <a:custGeom>
              <a:avLst/>
              <a:gdLst/>
              <a:ahLst/>
              <a:cxnLst/>
              <a:rect l="l" t="t" r="r" b="b"/>
              <a:pathLst>
                <a:path w="3996" h="3426" extrusionOk="0">
                  <a:moveTo>
                    <a:pt x="2293" y="692"/>
                  </a:moveTo>
                  <a:lnTo>
                    <a:pt x="2293" y="713"/>
                  </a:lnTo>
                  <a:cubicBezTo>
                    <a:pt x="2305" y="713"/>
                    <a:pt x="2317" y="713"/>
                    <a:pt x="2328" y="713"/>
                  </a:cubicBezTo>
                  <a:cubicBezTo>
                    <a:pt x="2859" y="713"/>
                    <a:pt x="3302" y="1167"/>
                    <a:pt x="3302" y="1701"/>
                  </a:cubicBezTo>
                  <a:cubicBezTo>
                    <a:pt x="3302" y="2312"/>
                    <a:pt x="2802" y="2722"/>
                    <a:pt x="2284" y="2722"/>
                  </a:cubicBezTo>
                  <a:cubicBezTo>
                    <a:pt x="2035" y="2722"/>
                    <a:pt x="1782" y="2628"/>
                    <a:pt x="1578" y="2416"/>
                  </a:cubicBezTo>
                  <a:cubicBezTo>
                    <a:pt x="926" y="1786"/>
                    <a:pt x="1389" y="692"/>
                    <a:pt x="2293" y="692"/>
                  </a:cubicBezTo>
                  <a:close/>
                  <a:moveTo>
                    <a:pt x="2270" y="0"/>
                  </a:moveTo>
                  <a:cubicBezTo>
                    <a:pt x="1849" y="0"/>
                    <a:pt x="1420" y="156"/>
                    <a:pt x="1073" y="503"/>
                  </a:cubicBezTo>
                  <a:cubicBezTo>
                    <a:pt x="1" y="1575"/>
                    <a:pt x="758" y="3425"/>
                    <a:pt x="2293" y="3425"/>
                  </a:cubicBezTo>
                  <a:cubicBezTo>
                    <a:pt x="3239" y="3425"/>
                    <a:pt x="3996" y="2648"/>
                    <a:pt x="3996" y="1701"/>
                  </a:cubicBezTo>
                  <a:cubicBezTo>
                    <a:pt x="3996" y="678"/>
                    <a:pt x="3150" y="0"/>
                    <a:pt x="2270" y="0"/>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2" name="Google Shape;7502;p62"/>
            <p:cNvSpPr/>
            <p:nvPr/>
          </p:nvSpPr>
          <p:spPr>
            <a:xfrm>
              <a:off x="1401427" y="2594005"/>
              <a:ext cx="115228" cy="84385"/>
            </a:xfrm>
            <a:custGeom>
              <a:avLst/>
              <a:gdLst/>
              <a:ahLst/>
              <a:cxnLst/>
              <a:rect l="l" t="t" r="r" b="b"/>
              <a:pathLst>
                <a:path w="7696" h="5636" extrusionOk="0">
                  <a:moveTo>
                    <a:pt x="1430" y="1"/>
                  </a:moveTo>
                  <a:cubicBezTo>
                    <a:pt x="631" y="1"/>
                    <a:pt x="0" y="631"/>
                    <a:pt x="0" y="1409"/>
                  </a:cubicBezTo>
                  <a:lnTo>
                    <a:pt x="0" y="4353"/>
                  </a:lnTo>
                  <a:lnTo>
                    <a:pt x="7695" y="5635"/>
                  </a:lnTo>
                  <a:lnTo>
                    <a:pt x="7695" y="1409"/>
                  </a:lnTo>
                  <a:cubicBezTo>
                    <a:pt x="7695" y="631"/>
                    <a:pt x="7043" y="1"/>
                    <a:pt x="6265" y="1"/>
                  </a:cubicBez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3" name="Google Shape;7503;p62"/>
            <p:cNvSpPr/>
            <p:nvPr/>
          </p:nvSpPr>
          <p:spPr>
            <a:xfrm>
              <a:off x="1396067" y="2588660"/>
              <a:ext cx="125619" cy="70520"/>
            </a:xfrm>
            <a:custGeom>
              <a:avLst/>
              <a:gdLst/>
              <a:ahLst/>
              <a:cxnLst/>
              <a:rect l="l" t="t" r="r" b="b"/>
              <a:pathLst>
                <a:path w="8390" h="4710" extrusionOk="0">
                  <a:moveTo>
                    <a:pt x="1788" y="0"/>
                  </a:moveTo>
                  <a:cubicBezTo>
                    <a:pt x="800" y="0"/>
                    <a:pt x="1" y="799"/>
                    <a:pt x="1" y="1766"/>
                  </a:cubicBezTo>
                  <a:lnTo>
                    <a:pt x="1" y="4710"/>
                  </a:lnTo>
                  <a:lnTo>
                    <a:pt x="716" y="4710"/>
                  </a:lnTo>
                  <a:lnTo>
                    <a:pt x="716" y="1766"/>
                  </a:lnTo>
                  <a:cubicBezTo>
                    <a:pt x="716" y="1178"/>
                    <a:pt x="1199" y="694"/>
                    <a:pt x="1788" y="694"/>
                  </a:cubicBezTo>
                  <a:lnTo>
                    <a:pt x="6623" y="694"/>
                  </a:lnTo>
                  <a:cubicBezTo>
                    <a:pt x="7212" y="694"/>
                    <a:pt x="7696" y="1178"/>
                    <a:pt x="7696" y="1766"/>
                  </a:cubicBezTo>
                  <a:lnTo>
                    <a:pt x="7696" y="4710"/>
                  </a:lnTo>
                  <a:lnTo>
                    <a:pt x="8389" y="4710"/>
                  </a:lnTo>
                  <a:lnTo>
                    <a:pt x="8389" y="1766"/>
                  </a:lnTo>
                  <a:cubicBezTo>
                    <a:pt x="8389" y="799"/>
                    <a:pt x="7591" y="0"/>
                    <a:pt x="6623" y="0"/>
                  </a:cubicBez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4" name="Google Shape;7504;p62"/>
            <p:cNvSpPr/>
            <p:nvPr/>
          </p:nvSpPr>
          <p:spPr>
            <a:xfrm>
              <a:off x="1301950" y="2659165"/>
              <a:ext cx="317956" cy="49125"/>
            </a:xfrm>
            <a:custGeom>
              <a:avLst/>
              <a:gdLst/>
              <a:ahLst/>
              <a:cxnLst/>
              <a:rect l="l" t="t" r="r" b="b"/>
              <a:pathLst>
                <a:path w="21236" h="3281" extrusionOk="0">
                  <a:moveTo>
                    <a:pt x="610" y="1"/>
                  </a:moveTo>
                  <a:cubicBezTo>
                    <a:pt x="274" y="1"/>
                    <a:pt x="0" y="274"/>
                    <a:pt x="0" y="610"/>
                  </a:cubicBezTo>
                  <a:lnTo>
                    <a:pt x="0" y="2671"/>
                  </a:lnTo>
                  <a:cubicBezTo>
                    <a:pt x="0" y="3007"/>
                    <a:pt x="274" y="3280"/>
                    <a:pt x="610" y="3280"/>
                  </a:cubicBezTo>
                  <a:lnTo>
                    <a:pt x="20625" y="3280"/>
                  </a:lnTo>
                  <a:cubicBezTo>
                    <a:pt x="20962" y="3280"/>
                    <a:pt x="21235" y="3007"/>
                    <a:pt x="21235" y="2671"/>
                  </a:cubicBezTo>
                  <a:lnTo>
                    <a:pt x="21235" y="610"/>
                  </a:lnTo>
                  <a:cubicBezTo>
                    <a:pt x="21235" y="274"/>
                    <a:pt x="20962" y="1"/>
                    <a:pt x="20625" y="1"/>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5" name="Google Shape;7505;p62"/>
            <p:cNvSpPr/>
            <p:nvPr/>
          </p:nvSpPr>
          <p:spPr>
            <a:xfrm>
              <a:off x="1301950" y="2659165"/>
              <a:ext cx="45666" cy="49125"/>
            </a:xfrm>
            <a:custGeom>
              <a:avLst/>
              <a:gdLst/>
              <a:ahLst/>
              <a:cxnLst/>
              <a:rect l="l" t="t" r="r" b="b"/>
              <a:pathLst>
                <a:path w="3050" h="3281" extrusionOk="0">
                  <a:moveTo>
                    <a:pt x="610" y="1"/>
                  </a:moveTo>
                  <a:cubicBezTo>
                    <a:pt x="274" y="1"/>
                    <a:pt x="0" y="274"/>
                    <a:pt x="0" y="610"/>
                  </a:cubicBezTo>
                  <a:lnTo>
                    <a:pt x="0" y="2671"/>
                  </a:lnTo>
                  <a:cubicBezTo>
                    <a:pt x="0" y="3007"/>
                    <a:pt x="274" y="3280"/>
                    <a:pt x="610" y="3280"/>
                  </a:cubicBezTo>
                  <a:lnTo>
                    <a:pt x="3049" y="3280"/>
                  </a:lnTo>
                  <a:cubicBezTo>
                    <a:pt x="2692" y="3280"/>
                    <a:pt x="2418" y="3007"/>
                    <a:pt x="2418" y="2671"/>
                  </a:cubicBezTo>
                  <a:lnTo>
                    <a:pt x="2418" y="610"/>
                  </a:lnTo>
                  <a:cubicBezTo>
                    <a:pt x="2418" y="274"/>
                    <a:pt x="2692" y="1"/>
                    <a:pt x="3028"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06" name="Google Shape;7506;p62"/>
          <p:cNvGrpSpPr/>
          <p:nvPr/>
        </p:nvGrpSpPr>
        <p:grpSpPr>
          <a:xfrm>
            <a:off x="1756372" y="2238861"/>
            <a:ext cx="308508" cy="333378"/>
            <a:chOff x="1748310" y="2408601"/>
            <a:chExt cx="308508" cy="333378"/>
          </a:xfrm>
        </p:grpSpPr>
        <p:sp>
          <p:nvSpPr>
            <p:cNvPr id="7507" name="Google Shape;7507;p62"/>
            <p:cNvSpPr/>
            <p:nvPr/>
          </p:nvSpPr>
          <p:spPr>
            <a:xfrm>
              <a:off x="1748310" y="2433470"/>
              <a:ext cx="308508" cy="308508"/>
            </a:xfrm>
            <a:custGeom>
              <a:avLst/>
              <a:gdLst/>
              <a:ahLst/>
              <a:cxnLst/>
              <a:rect l="l" t="t" r="r" b="b"/>
              <a:pathLst>
                <a:path w="20605" h="20605" extrusionOk="0">
                  <a:moveTo>
                    <a:pt x="905" y="0"/>
                  </a:moveTo>
                  <a:cubicBezTo>
                    <a:pt x="400" y="0"/>
                    <a:pt x="1" y="400"/>
                    <a:pt x="1" y="904"/>
                  </a:cubicBezTo>
                  <a:lnTo>
                    <a:pt x="1" y="19700"/>
                  </a:lnTo>
                  <a:cubicBezTo>
                    <a:pt x="1" y="20205"/>
                    <a:pt x="400" y="20604"/>
                    <a:pt x="905" y="20604"/>
                  </a:cubicBezTo>
                  <a:lnTo>
                    <a:pt x="19701" y="20604"/>
                  </a:lnTo>
                  <a:cubicBezTo>
                    <a:pt x="20184" y="20604"/>
                    <a:pt x="20584" y="20205"/>
                    <a:pt x="20605" y="19721"/>
                  </a:cubicBezTo>
                  <a:lnTo>
                    <a:pt x="20605" y="904"/>
                  </a:lnTo>
                  <a:cubicBezTo>
                    <a:pt x="20605" y="400"/>
                    <a:pt x="20184" y="0"/>
                    <a:pt x="19701"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8" name="Google Shape;7508;p62"/>
            <p:cNvSpPr/>
            <p:nvPr/>
          </p:nvSpPr>
          <p:spPr>
            <a:xfrm>
              <a:off x="2022187" y="2433470"/>
              <a:ext cx="34631" cy="308508"/>
            </a:xfrm>
            <a:custGeom>
              <a:avLst/>
              <a:gdLst/>
              <a:ahLst/>
              <a:cxnLst/>
              <a:rect l="l" t="t" r="r" b="b"/>
              <a:pathLst>
                <a:path w="2313" h="20605" extrusionOk="0">
                  <a:moveTo>
                    <a:pt x="0" y="0"/>
                  </a:moveTo>
                  <a:lnTo>
                    <a:pt x="0" y="20604"/>
                  </a:lnTo>
                  <a:lnTo>
                    <a:pt x="1409" y="20604"/>
                  </a:lnTo>
                  <a:cubicBezTo>
                    <a:pt x="1892" y="20604"/>
                    <a:pt x="2313" y="20205"/>
                    <a:pt x="2313" y="19700"/>
                  </a:cubicBezTo>
                  <a:lnTo>
                    <a:pt x="2313" y="904"/>
                  </a:lnTo>
                  <a:cubicBezTo>
                    <a:pt x="2313" y="400"/>
                    <a:pt x="1892" y="0"/>
                    <a:pt x="1409"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9" name="Google Shape;7509;p62"/>
            <p:cNvSpPr/>
            <p:nvPr/>
          </p:nvSpPr>
          <p:spPr>
            <a:xfrm>
              <a:off x="1748310" y="2433470"/>
              <a:ext cx="308508" cy="55728"/>
            </a:xfrm>
            <a:custGeom>
              <a:avLst/>
              <a:gdLst/>
              <a:ahLst/>
              <a:cxnLst/>
              <a:rect l="l" t="t" r="r" b="b"/>
              <a:pathLst>
                <a:path w="20605" h="3722" extrusionOk="0">
                  <a:moveTo>
                    <a:pt x="905" y="0"/>
                  </a:moveTo>
                  <a:cubicBezTo>
                    <a:pt x="400" y="0"/>
                    <a:pt x="1" y="400"/>
                    <a:pt x="1" y="904"/>
                  </a:cubicBezTo>
                  <a:lnTo>
                    <a:pt x="1" y="3721"/>
                  </a:lnTo>
                  <a:lnTo>
                    <a:pt x="20605" y="3721"/>
                  </a:lnTo>
                  <a:lnTo>
                    <a:pt x="20605" y="904"/>
                  </a:lnTo>
                  <a:cubicBezTo>
                    <a:pt x="20605" y="400"/>
                    <a:pt x="20184" y="0"/>
                    <a:pt x="19701" y="0"/>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0" name="Google Shape;7510;p62"/>
            <p:cNvSpPr/>
            <p:nvPr/>
          </p:nvSpPr>
          <p:spPr>
            <a:xfrm>
              <a:off x="2022187" y="2433470"/>
              <a:ext cx="34631" cy="55728"/>
            </a:xfrm>
            <a:custGeom>
              <a:avLst/>
              <a:gdLst/>
              <a:ahLst/>
              <a:cxnLst/>
              <a:rect l="l" t="t" r="r" b="b"/>
              <a:pathLst>
                <a:path w="2313" h="3722" extrusionOk="0">
                  <a:moveTo>
                    <a:pt x="0" y="0"/>
                  </a:moveTo>
                  <a:lnTo>
                    <a:pt x="0" y="3721"/>
                  </a:lnTo>
                  <a:lnTo>
                    <a:pt x="2313" y="3721"/>
                  </a:lnTo>
                  <a:lnTo>
                    <a:pt x="2313" y="904"/>
                  </a:lnTo>
                  <a:cubicBezTo>
                    <a:pt x="2313" y="400"/>
                    <a:pt x="1892" y="0"/>
                    <a:pt x="1409" y="0"/>
                  </a:cubicBezTo>
                  <a:close/>
                </a:path>
              </a:pathLst>
            </a:custGeom>
            <a:solidFill>
              <a:srgbClr val="AFBF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1" name="Google Shape;7511;p62"/>
            <p:cNvSpPr/>
            <p:nvPr/>
          </p:nvSpPr>
          <p:spPr>
            <a:xfrm>
              <a:off x="1780111" y="2408601"/>
              <a:ext cx="28657" cy="49754"/>
            </a:xfrm>
            <a:custGeom>
              <a:avLst/>
              <a:gdLst/>
              <a:ahLst/>
              <a:cxnLst/>
              <a:rect l="l" t="t" r="r" b="b"/>
              <a:pathLst>
                <a:path w="1914" h="3323" extrusionOk="0">
                  <a:moveTo>
                    <a:pt x="968" y="0"/>
                  </a:moveTo>
                  <a:cubicBezTo>
                    <a:pt x="442" y="0"/>
                    <a:pt x="0" y="442"/>
                    <a:pt x="0" y="967"/>
                  </a:cubicBezTo>
                  <a:lnTo>
                    <a:pt x="0" y="2376"/>
                  </a:lnTo>
                  <a:cubicBezTo>
                    <a:pt x="0" y="2902"/>
                    <a:pt x="442" y="3322"/>
                    <a:pt x="968" y="3322"/>
                  </a:cubicBezTo>
                  <a:cubicBezTo>
                    <a:pt x="1472" y="3322"/>
                    <a:pt x="1914" y="2902"/>
                    <a:pt x="1914" y="2376"/>
                  </a:cubicBezTo>
                  <a:lnTo>
                    <a:pt x="1914" y="967"/>
                  </a:lnTo>
                  <a:cubicBezTo>
                    <a:pt x="1914" y="442"/>
                    <a:pt x="1472" y="0"/>
                    <a:pt x="968" y="0"/>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2" name="Google Shape;7512;p62"/>
            <p:cNvSpPr/>
            <p:nvPr/>
          </p:nvSpPr>
          <p:spPr>
            <a:xfrm>
              <a:off x="1852189" y="2408601"/>
              <a:ext cx="28358" cy="49754"/>
            </a:xfrm>
            <a:custGeom>
              <a:avLst/>
              <a:gdLst/>
              <a:ahLst/>
              <a:cxnLst/>
              <a:rect l="l" t="t" r="r" b="b"/>
              <a:pathLst>
                <a:path w="1894" h="3323" extrusionOk="0">
                  <a:moveTo>
                    <a:pt x="947" y="0"/>
                  </a:moveTo>
                  <a:cubicBezTo>
                    <a:pt x="421" y="0"/>
                    <a:pt x="1" y="442"/>
                    <a:pt x="1" y="967"/>
                  </a:cubicBezTo>
                  <a:lnTo>
                    <a:pt x="1" y="2376"/>
                  </a:lnTo>
                  <a:cubicBezTo>
                    <a:pt x="1" y="2902"/>
                    <a:pt x="421" y="3322"/>
                    <a:pt x="947" y="3322"/>
                  </a:cubicBezTo>
                  <a:cubicBezTo>
                    <a:pt x="1473" y="3322"/>
                    <a:pt x="1893" y="2902"/>
                    <a:pt x="1893" y="2376"/>
                  </a:cubicBezTo>
                  <a:lnTo>
                    <a:pt x="1893" y="967"/>
                  </a:lnTo>
                  <a:cubicBezTo>
                    <a:pt x="1893" y="442"/>
                    <a:pt x="1473" y="0"/>
                    <a:pt x="947" y="0"/>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3" name="Google Shape;7513;p62"/>
            <p:cNvSpPr/>
            <p:nvPr/>
          </p:nvSpPr>
          <p:spPr>
            <a:xfrm>
              <a:off x="1924282" y="2408601"/>
              <a:ext cx="28343" cy="49754"/>
            </a:xfrm>
            <a:custGeom>
              <a:avLst/>
              <a:gdLst/>
              <a:ahLst/>
              <a:cxnLst/>
              <a:rect l="l" t="t" r="r" b="b"/>
              <a:pathLst>
                <a:path w="1893" h="3323" extrusionOk="0">
                  <a:moveTo>
                    <a:pt x="947" y="0"/>
                  </a:moveTo>
                  <a:cubicBezTo>
                    <a:pt x="421" y="0"/>
                    <a:pt x="1" y="442"/>
                    <a:pt x="1" y="967"/>
                  </a:cubicBezTo>
                  <a:lnTo>
                    <a:pt x="1" y="2376"/>
                  </a:lnTo>
                  <a:cubicBezTo>
                    <a:pt x="1" y="2902"/>
                    <a:pt x="421" y="3322"/>
                    <a:pt x="947" y="3322"/>
                  </a:cubicBezTo>
                  <a:cubicBezTo>
                    <a:pt x="1472" y="3322"/>
                    <a:pt x="1893" y="2902"/>
                    <a:pt x="1893" y="2376"/>
                  </a:cubicBezTo>
                  <a:lnTo>
                    <a:pt x="1893" y="967"/>
                  </a:lnTo>
                  <a:cubicBezTo>
                    <a:pt x="1893" y="442"/>
                    <a:pt x="1472" y="0"/>
                    <a:pt x="947" y="0"/>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4" name="Google Shape;7514;p62"/>
            <p:cNvSpPr/>
            <p:nvPr/>
          </p:nvSpPr>
          <p:spPr>
            <a:xfrm>
              <a:off x="1996060" y="2408601"/>
              <a:ext cx="28657" cy="49754"/>
            </a:xfrm>
            <a:custGeom>
              <a:avLst/>
              <a:gdLst/>
              <a:ahLst/>
              <a:cxnLst/>
              <a:rect l="l" t="t" r="r" b="b"/>
              <a:pathLst>
                <a:path w="1914" h="3323" extrusionOk="0">
                  <a:moveTo>
                    <a:pt x="967" y="0"/>
                  </a:moveTo>
                  <a:cubicBezTo>
                    <a:pt x="442" y="0"/>
                    <a:pt x="0" y="442"/>
                    <a:pt x="0" y="967"/>
                  </a:cubicBezTo>
                  <a:lnTo>
                    <a:pt x="0" y="2376"/>
                  </a:lnTo>
                  <a:cubicBezTo>
                    <a:pt x="0" y="2902"/>
                    <a:pt x="442" y="3322"/>
                    <a:pt x="967" y="3322"/>
                  </a:cubicBezTo>
                  <a:cubicBezTo>
                    <a:pt x="1493" y="3322"/>
                    <a:pt x="1913" y="2902"/>
                    <a:pt x="1913" y="2376"/>
                  </a:cubicBezTo>
                  <a:lnTo>
                    <a:pt x="1913" y="967"/>
                  </a:lnTo>
                  <a:cubicBezTo>
                    <a:pt x="1913" y="442"/>
                    <a:pt x="1493" y="0"/>
                    <a:pt x="967" y="0"/>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15" name="Google Shape;7515;p62"/>
          <p:cNvGrpSpPr/>
          <p:nvPr/>
        </p:nvGrpSpPr>
        <p:grpSpPr>
          <a:xfrm>
            <a:off x="3052676" y="2248294"/>
            <a:ext cx="376184" cy="315141"/>
            <a:chOff x="3044614" y="2418033"/>
            <a:chExt cx="376184" cy="315141"/>
          </a:xfrm>
        </p:grpSpPr>
        <p:sp>
          <p:nvSpPr>
            <p:cNvPr id="7516" name="Google Shape;7516;p62"/>
            <p:cNvSpPr/>
            <p:nvPr/>
          </p:nvSpPr>
          <p:spPr>
            <a:xfrm>
              <a:off x="3326965" y="2418033"/>
              <a:ext cx="93833" cy="233601"/>
            </a:xfrm>
            <a:custGeom>
              <a:avLst/>
              <a:gdLst/>
              <a:ahLst/>
              <a:cxnLst/>
              <a:rect l="l" t="t" r="r" b="b"/>
              <a:pathLst>
                <a:path w="6267" h="15602" extrusionOk="0">
                  <a:moveTo>
                    <a:pt x="548" y="1"/>
                  </a:moveTo>
                  <a:cubicBezTo>
                    <a:pt x="1" y="1"/>
                    <a:pt x="1" y="821"/>
                    <a:pt x="548" y="821"/>
                  </a:cubicBezTo>
                  <a:cubicBezTo>
                    <a:pt x="1241" y="821"/>
                    <a:pt x="1851" y="1304"/>
                    <a:pt x="2019" y="1977"/>
                  </a:cubicBezTo>
                  <a:lnTo>
                    <a:pt x="5383" y="15517"/>
                  </a:lnTo>
                  <a:lnTo>
                    <a:pt x="6266" y="15601"/>
                  </a:lnTo>
                  <a:lnTo>
                    <a:pt x="6266" y="15601"/>
                  </a:lnTo>
                  <a:lnTo>
                    <a:pt x="2818" y="1767"/>
                  </a:lnTo>
                  <a:cubicBezTo>
                    <a:pt x="2566" y="716"/>
                    <a:pt x="1620" y="1"/>
                    <a:pt x="548" y="1"/>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7" name="Google Shape;7517;p62"/>
            <p:cNvSpPr/>
            <p:nvPr/>
          </p:nvSpPr>
          <p:spPr>
            <a:xfrm>
              <a:off x="3393398" y="2639656"/>
              <a:ext cx="27400" cy="29286"/>
            </a:xfrm>
            <a:custGeom>
              <a:avLst/>
              <a:gdLst/>
              <a:ahLst/>
              <a:cxnLst/>
              <a:rect l="l" t="t" r="r" b="b"/>
              <a:pathLst>
                <a:path w="1830" h="1956" extrusionOk="0">
                  <a:moveTo>
                    <a:pt x="0" y="0"/>
                  </a:moveTo>
                  <a:lnTo>
                    <a:pt x="168" y="1955"/>
                  </a:lnTo>
                  <a:lnTo>
                    <a:pt x="988" y="1955"/>
                  </a:lnTo>
                  <a:cubicBezTo>
                    <a:pt x="1451" y="1955"/>
                    <a:pt x="1829" y="1577"/>
                    <a:pt x="1829" y="1114"/>
                  </a:cubicBezTo>
                  <a:lnTo>
                    <a:pt x="1829" y="820"/>
                  </a:lnTo>
                  <a:cubicBezTo>
                    <a:pt x="1829" y="358"/>
                    <a:pt x="1451" y="0"/>
                    <a:pt x="988" y="0"/>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8" name="Google Shape;7518;p62"/>
            <p:cNvSpPr/>
            <p:nvPr/>
          </p:nvSpPr>
          <p:spPr>
            <a:xfrm>
              <a:off x="3044928" y="2418033"/>
              <a:ext cx="93503" cy="233601"/>
            </a:xfrm>
            <a:custGeom>
              <a:avLst/>
              <a:gdLst/>
              <a:ahLst/>
              <a:cxnLst/>
              <a:rect l="l" t="t" r="r" b="b"/>
              <a:pathLst>
                <a:path w="6245" h="15602" extrusionOk="0">
                  <a:moveTo>
                    <a:pt x="5698" y="1"/>
                  </a:moveTo>
                  <a:cubicBezTo>
                    <a:pt x="4626" y="1"/>
                    <a:pt x="3679" y="716"/>
                    <a:pt x="3427" y="1767"/>
                  </a:cubicBezTo>
                  <a:lnTo>
                    <a:pt x="0" y="15601"/>
                  </a:lnTo>
                  <a:lnTo>
                    <a:pt x="862" y="15517"/>
                  </a:lnTo>
                  <a:lnTo>
                    <a:pt x="4226" y="1956"/>
                  </a:lnTo>
                  <a:cubicBezTo>
                    <a:pt x="4394" y="1283"/>
                    <a:pt x="5004" y="821"/>
                    <a:pt x="5698" y="821"/>
                  </a:cubicBezTo>
                  <a:cubicBezTo>
                    <a:pt x="6244" y="821"/>
                    <a:pt x="6244" y="1"/>
                    <a:pt x="5698" y="1"/>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9" name="Google Shape;7519;p62"/>
            <p:cNvSpPr/>
            <p:nvPr/>
          </p:nvSpPr>
          <p:spPr>
            <a:xfrm>
              <a:off x="3044614" y="2639641"/>
              <a:ext cx="27400" cy="29301"/>
            </a:xfrm>
            <a:custGeom>
              <a:avLst/>
              <a:gdLst/>
              <a:ahLst/>
              <a:cxnLst/>
              <a:rect l="l" t="t" r="r" b="b"/>
              <a:pathLst>
                <a:path w="1830" h="1957" extrusionOk="0">
                  <a:moveTo>
                    <a:pt x="804" y="0"/>
                  </a:moveTo>
                  <a:cubicBezTo>
                    <a:pt x="359" y="0"/>
                    <a:pt x="0" y="371"/>
                    <a:pt x="0" y="821"/>
                  </a:cubicBezTo>
                  <a:lnTo>
                    <a:pt x="0" y="1115"/>
                  </a:lnTo>
                  <a:cubicBezTo>
                    <a:pt x="0" y="1578"/>
                    <a:pt x="379" y="1956"/>
                    <a:pt x="841" y="1956"/>
                  </a:cubicBezTo>
                  <a:lnTo>
                    <a:pt x="1682" y="1956"/>
                  </a:lnTo>
                  <a:lnTo>
                    <a:pt x="1829" y="1"/>
                  </a:lnTo>
                  <a:lnTo>
                    <a:pt x="841" y="1"/>
                  </a:lnTo>
                  <a:cubicBezTo>
                    <a:pt x="829" y="1"/>
                    <a:pt x="817" y="0"/>
                    <a:pt x="804" y="0"/>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0" name="Google Shape;7520;p62"/>
            <p:cNvSpPr/>
            <p:nvPr/>
          </p:nvSpPr>
          <p:spPr>
            <a:xfrm>
              <a:off x="3061922" y="2599275"/>
              <a:ext cx="341238" cy="133899"/>
            </a:xfrm>
            <a:custGeom>
              <a:avLst/>
              <a:gdLst/>
              <a:ahLst/>
              <a:cxnLst/>
              <a:rect l="l" t="t" r="r" b="b"/>
              <a:pathLst>
                <a:path w="22791" h="8943" extrusionOk="0">
                  <a:moveTo>
                    <a:pt x="5186" y="1"/>
                  </a:moveTo>
                  <a:cubicBezTo>
                    <a:pt x="3937" y="1"/>
                    <a:pt x="2692" y="353"/>
                    <a:pt x="1598" y="1057"/>
                  </a:cubicBezTo>
                  <a:cubicBezTo>
                    <a:pt x="568" y="1751"/>
                    <a:pt x="21" y="2718"/>
                    <a:pt x="21" y="3748"/>
                  </a:cubicBezTo>
                  <a:cubicBezTo>
                    <a:pt x="0" y="6587"/>
                    <a:pt x="2250" y="8899"/>
                    <a:pt x="5067" y="8941"/>
                  </a:cubicBezTo>
                  <a:cubicBezTo>
                    <a:pt x="5107" y="8942"/>
                    <a:pt x="5146" y="8943"/>
                    <a:pt x="5185" y="8943"/>
                  </a:cubicBezTo>
                  <a:cubicBezTo>
                    <a:pt x="7970" y="8943"/>
                    <a:pt x="10240" y="6737"/>
                    <a:pt x="10323" y="3959"/>
                  </a:cubicBezTo>
                  <a:cubicBezTo>
                    <a:pt x="10639" y="3717"/>
                    <a:pt x="11017" y="3596"/>
                    <a:pt x="11396" y="3596"/>
                  </a:cubicBezTo>
                  <a:cubicBezTo>
                    <a:pt x="11774" y="3596"/>
                    <a:pt x="12153" y="3717"/>
                    <a:pt x="12468" y="3959"/>
                  </a:cubicBezTo>
                  <a:cubicBezTo>
                    <a:pt x="12551" y="6737"/>
                    <a:pt x="14822" y="8943"/>
                    <a:pt x="17606" y="8943"/>
                  </a:cubicBezTo>
                  <a:cubicBezTo>
                    <a:pt x="17646" y="8943"/>
                    <a:pt x="17685" y="8942"/>
                    <a:pt x="17724" y="8941"/>
                  </a:cubicBezTo>
                  <a:cubicBezTo>
                    <a:pt x="20541" y="8899"/>
                    <a:pt x="22791" y="6587"/>
                    <a:pt x="22770" y="3748"/>
                  </a:cubicBezTo>
                  <a:cubicBezTo>
                    <a:pt x="22791" y="2718"/>
                    <a:pt x="22244" y="1751"/>
                    <a:pt x="21235" y="1057"/>
                  </a:cubicBezTo>
                  <a:cubicBezTo>
                    <a:pt x="20131" y="353"/>
                    <a:pt x="18880" y="1"/>
                    <a:pt x="17632" y="1"/>
                  </a:cubicBezTo>
                  <a:cubicBezTo>
                    <a:pt x="16384" y="1"/>
                    <a:pt x="15138" y="353"/>
                    <a:pt x="14045" y="1057"/>
                  </a:cubicBezTo>
                  <a:cubicBezTo>
                    <a:pt x="13330" y="1520"/>
                    <a:pt x="12804" y="2214"/>
                    <a:pt x="12552" y="3034"/>
                  </a:cubicBezTo>
                  <a:cubicBezTo>
                    <a:pt x="12195" y="2855"/>
                    <a:pt x="11800" y="2765"/>
                    <a:pt x="11406" y="2765"/>
                  </a:cubicBezTo>
                  <a:cubicBezTo>
                    <a:pt x="11012" y="2765"/>
                    <a:pt x="10618" y="2855"/>
                    <a:pt x="10260" y="3034"/>
                  </a:cubicBezTo>
                  <a:cubicBezTo>
                    <a:pt x="10008" y="2214"/>
                    <a:pt x="9482" y="1520"/>
                    <a:pt x="8789" y="1057"/>
                  </a:cubicBezTo>
                  <a:cubicBezTo>
                    <a:pt x="7685" y="353"/>
                    <a:pt x="6434" y="1"/>
                    <a:pt x="5186" y="1"/>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1" name="Google Shape;7521;p62"/>
            <p:cNvSpPr/>
            <p:nvPr/>
          </p:nvSpPr>
          <p:spPr>
            <a:xfrm>
              <a:off x="3261176" y="2611628"/>
              <a:ext cx="129707" cy="108625"/>
            </a:xfrm>
            <a:custGeom>
              <a:avLst/>
              <a:gdLst/>
              <a:ahLst/>
              <a:cxnLst/>
              <a:rect l="l" t="t" r="r" b="b"/>
              <a:pathLst>
                <a:path w="8663" h="7255" extrusionOk="0">
                  <a:moveTo>
                    <a:pt x="4332" y="1"/>
                  </a:moveTo>
                  <a:cubicBezTo>
                    <a:pt x="1935" y="1"/>
                    <a:pt x="1" y="1304"/>
                    <a:pt x="1" y="2923"/>
                  </a:cubicBezTo>
                  <a:cubicBezTo>
                    <a:pt x="1" y="5320"/>
                    <a:pt x="1935" y="7254"/>
                    <a:pt x="4332" y="7254"/>
                  </a:cubicBezTo>
                  <a:cubicBezTo>
                    <a:pt x="6708" y="7254"/>
                    <a:pt x="8663" y="5320"/>
                    <a:pt x="8663" y="2923"/>
                  </a:cubicBezTo>
                  <a:cubicBezTo>
                    <a:pt x="8663" y="1304"/>
                    <a:pt x="6708" y="1"/>
                    <a:pt x="4332" y="1"/>
                  </a:cubicBezTo>
                  <a:close/>
                </a:path>
              </a:pathLst>
            </a:custGeom>
            <a:solidFill>
              <a:srgbClr val="E0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2" name="Google Shape;7522;p62"/>
            <p:cNvSpPr/>
            <p:nvPr/>
          </p:nvSpPr>
          <p:spPr>
            <a:xfrm>
              <a:off x="3074828" y="2611628"/>
              <a:ext cx="129707" cy="108625"/>
            </a:xfrm>
            <a:custGeom>
              <a:avLst/>
              <a:gdLst/>
              <a:ahLst/>
              <a:cxnLst/>
              <a:rect l="l" t="t" r="r" b="b"/>
              <a:pathLst>
                <a:path w="8663" h="7255" extrusionOk="0">
                  <a:moveTo>
                    <a:pt x="4331" y="1"/>
                  </a:moveTo>
                  <a:cubicBezTo>
                    <a:pt x="1935" y="1"/>
                    <a:pt x="0" y="1304"/>
                    <a:pt x="0" y="2923"/>
                  </a:cubicBezTo>
                  <a:cubicBezTo>
                    <a:pt x="0" y="5320"/>
                    <a:pt x="1935" y="7254"/>
                    <a:pt x="4331" y="7254"/>
                  </a:cubicBezTo>
                  <a:cubicBezTo>
                    <a:pt x="6728" y="7254"/>
                    <a:pt x="8662" y="5320"/>
                    <a:pt x="8662" y="2923"/>
                  </a:cubicBezTo>
                  <a:cubicBezTo>
                    <a:pt x="8662" y="1304"/>
                    <a:pt x="6707" y="1"/>
                    <a:pt x="4331" y="1"/>
                  </a:cubicBezTo>
                  <a:close/>
                </a:path>
              </a:pathLst>
            </a:custGeom>
            <a:solidFill>
              <a:srgbClr val="E0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3" name="Google Shape;7523;p62"/>
            <p:cNvSpPr/>
            <p:nvPr/>
          </p:nvSpPr>
          <p:spPr>
            <a:xfrm>
              <a:off x="3090250" y="2617302"/>
              <a:ext cx="102322" cy="95704"/>
            </a:xfrm>
            <a:custGeom>
              <a:avLst/>
              <a:gdLst/>
              <a:ahLst/>
              <a:cxnLst/>
              <a:rect l="l" t="t" r="r" b="b"/>
              <a:pathLst>
                <a:path w="6834" h="6392" extrusionOk="0">
                  <a:moveTo>
                    <a:pt x="5383" y="0"/>
                  </a:moveTo>
                  <a:lnTo>
                    <a:pt x="1" y="5362"/>
                  </a:lnTo>
                  <a:cubicBezTo>
                    <a:pt x="379" y="5803"/>
                    <a:pt x="821" y="6140"/>
                    <a:pt x="1325" y="6392"/>
                  </a:cubicBezTo>
                  <a:lnTo>
                    <a:pt x="6834" y="883"/>
                  </a:lnTo>
                  <a:cubicBezTo>
                    <a:pt x="6413" y="484"/>
                    <a:pt x="5930" y="190"/>
                    <a:pt x="53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4" name="Google Shape;7524;p62"/>
            <p:cNvSpPr/>
            <p:nvPr/>
          </p:nvSpPr>
          <p:spPr>
            <a:xfrm>
              <a:off x="3276613" y="2617302"/>
              <a:ext cx="102307" cy="95704"/>
            </a:xfrm>
            <a:custGeom>
              <a:avLst/>
              <a:gdLst/>
              <a:ahLst/>
              <a:cxnLst/>
              <a:rect l="l" t="t" r="r" b="b"/>
              <a:pathLst>
                <a:path w="6833" h="6392" extrusionOk="0">
                  <a:moveTo>
                    <a:pt x="5382" y="0"/>
                  </a:moveTo>
                  <a:lnTo>
                    <a:pt x="0" y="5362"/>
                  </a:lnTo>
                  <a:cubicBezTo>
                    <a:pt x="378" y="5803"/>
                    <a:pt x="820" y="6140"/>
                    <a:pt x="1325" y="6392"/>
                  </a:cubicBezTo>
                  <a:lnTo>
                    <a:pt x="6833" y="883"/>
                  </a:lnTo>
                  <a:cubicBezTo>
                    <a:pt x="6412" y="484"/>
                    <a:pt x="5929" y="190"/>
                    <a:pt x="538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25" name="Google Shape;7525;p62"/>
          <p:cNvGrpSpPr/>
          <p:nvPr/>
        </p:nvGrpSpPr>
        <p:grpSpPr>
          <a:xfrm>
            <a:off x="3951700" y="3645333"/>
            <a:ext cx="357933" cy="342676"/>
            <a:chOff x="3943638" y="3815072"/>
            <a:chExt cx="357933" cy="342676"/>
          </a:xfrm>
        </p:grpSpPr>
        <p:sp>
          <p:nvSpPr>
            <p:cNvPr id="7526" name="Google Shape;7526;p62"/>
            <p:cNvSpPr/>
            <p:nvPr/>
          </p:nvSpPr>
          <p:spPr>
            <a:xfrm>
              <a:off x="4136918" y="3996389"/>
              <a:ext cx="87215" cy="87514"/>
            </a:xfrm>
            <a:custGeom>
              <a:avLst/>
              <a:gdLst/>
              <a:ahLst/>
              <a:cxnLst/>
              <a:rect l="l" t="t" r="r" b="b"/>
              <a:pathLst>
                <a:path w="5825" h="5845" extrusionOk="0">
                  <a:moveTo>
                    <a:pt x="1073" y="0"/>
                  </a:moveTo>
                  <a:lnTo>
                    <a:pt x="1" y="1072"/>
                  </a:lnTo>
                  <a:lnTo>
                    <a:pt x="4752" y="5845"/>
                  </a:lnTo>
                  <a:lnTo>
                    <a:pt x="5824" y="4752"/>
                  </a:lnTo>
                  <a:lnTo>
                    <a:pt x="1073" y="0"/>
                  </a:ln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7" name="Google Shape;7527;p62"/>
            <p:cNvSpPr/>
            <p:nvPr/>
          </p:nvSpPr>
          <p:spPr>
            <a:xfrm>
              <a:off x="4173750" y="4034240"/>
              <a:ext cx="127820" cy="123508"/>
            </a:xfrm>
            <a:custGeom>
              <a:avLst/>
              <a:gdLst/>
              <a:ahLst/>
              <a:cxnLst/>
              <a:rect l="l" t="t" r="r" b="b"/>
              <a:pathLst>
                <a:path w="8537" h="8249" extrusionOk="0">
                  <a:moveTo>
                    <a:pt x="1790" y="0"/>
                  </a:moveTo>
                  <a:cubicBezTo>
                    <a:pt x="1628" y="0"/>
                    <a:pt x="1467" y="63"/>
                    <a:pt x="1346" y="184"/>
                  </a:cubicBezTo>
                  <a:lnTo>
                    <a:pt x="253" y="1299"/>
                  </a:lnTo>
                  <a:cubicBezTo>
                    <a:pt x="0" y="1530"/>
                    <a:pt x="0" y="1908"/>
                    <a:pt x="211" y="2161"/>
                  </a:cubicBezTo>
                  <a:lnTo>
                    <a:pt x="4983" y="7606"/>
                  </a:lnTo>
                  <a:cubicBezTo>
                    <a:pt x="5355" y="8032"/>
                    <a:pt x="5874" y="8248"/>
                    <a:pt x="6396" y="8248"/>
                  </a:cubicBezTo>
                  <a:cubicBezTo>
                    <a:pt x="6879" y="8248"/>
                    <a:pt x="7364" y="8064"/>
                    <a:pt x="7737" y="7690"/>
                  </a:cubicBezTo>
                  <a:lnTo>
                    <a:pt x="7758" y="7690"/>
                  </a:lnTo>
                  <a:cubicBezTo>
                    <a:pt x="8536" y="6912"/>
                    <a:pt x="8494" y="5651"/>
                    <a:pt x="7653" y="4936"/>
                  </a:cubicBezTo>
                  <a:lnTo>
                    <a:pt x="2208" y="163"/>
                  </a:lnTo>
                  <a:cubicBezTo>
                    <a:pt x="2087" y="53"/>
                    <a:pt x="1938" y="0"/>
                    <a:pt x="1790"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8" name="Google Shape;7528;p62"/>
            <p:cNvSpPr/>
            <p:nvPr/>
          </p:nvSpPr>
          <p:spPr>
            <a:xfrm>
              <a:off x="4173750" y="4042969"/>
              <a:ext cx="122460" cy="114779"/>
            </a:xfrm>
            <a:custGeom>
              <a:avLst/>
              <a:gdLst/>
              <a:ahLst/>
              <a:cxnLst/>
              <a:rect l="l" t="t" r="r" b="b"/>
              <a:pathLst>
                <a:path w="8179" h="7666" extrusionOk="0">
                  <a:moveTo>
                    <a:pt x="967" y="1"/>
                  </a:moveTo>
                  <a:lnTo>
                    <a:pt x="253" y="716"/>
                  </a:lnTo>
                  <a:cubicBezTo>
                    <a:pt x="0" y="947"/>
                    <a:pt x="0" y="1325"/>
                    <a:pt x="211" y="1578"/>
                  </a:cubicBezTo>
                  <a:lnTo>
                    <a:pt x="4983" y="7023"/>
                  </a:lnTo>
                  <a:cubicBezTo>
                    <a:pt x="5366" y="7449"/>
                    <a:pt x="5884" y="7665"/>
                    <a:pt x="6404" y="7665"/>
                  </a:cubicBezTo>
                  <a:cubicBezTo>
                    <a:pt x="6883" y="7665"/>
                    <a:pt x="7364" y="7481"/>
                    <a:pt x="7737" y="7107"/>
                  </a:cubicBezTo>
                  <a:cubicBezTo>
                    <a:pt x="7927" y="6918"/>
                    <a:pt x="8095" y="6666"/>
                    <a:pt x="8179" y="6413"/>
                  </a:cubicBezTo>
                  <a:lnTo>
                    <a:pt x="8179" y="6413"/>
                  </a:lnTo>
                  <a:cubicBezTo>
                    <a:pt x="7964" y="6493"/>
                    <a:pt x="7742" y="6532"/>
                    <a:pt x="7523" y="6532"/>
                  </a:cubicBezTo>
                  <a:cubicBezTo>
                    <a:pt x="6991" y="6532"/>
                    <a:pt x="6476" y="6304"/>
                    <a:pt x="6118" y="5888"/>
                  </a:cubicBezTo>
                  <a:lnTo>
                    <a:pt x="967" y="1"/>
                  </a:lnTo>
                  <a:close/>
                </a:path>
              </a:pathLst>
            </a:custGeom>
            <a:solidFill>
              <a:srgbClr val="95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9" name="Google Shape;7529;p62"/>
            <p:cNvSpPr/>
            <p:nvPr/>
          </p:nvSpPr>
          <p:spPr>
            <a:xfrm>
              <a:off x="3943638" y="3815072"/>
              <a:ext cx="268846" cy="245235"/>
            </a:xfrm>
            <a:custGeom>
              <a:avLst/>
              <a:gdLst/>
              <a:ahLst/>
              <a:cxnLst/>
              <a:rect l="l" t="t" r="r" b="b"/>
              <a:pathLst>
                <a:path w="17956" h="16379" extrusionOk="0">
                  <a:moveTo>
                    <a:pt x="8978" y="0"/>
                  </a:moveTo>
                  <a:cubicBezTo>
                    <a:pt x="6886" y="0"/>
                    <a:pt x="4794" y="799"/>
                    <a:pt x="3196" y="2397"/>
                  </a:cubicBezTo>
                  <a:cubicBezTo>
                    <a:pt x="1" y="5593"/>
                    <a:pt x="1" y="10786"/>
                    <a:pt x="3196" y="13981"/>
                  </a:cubicBezTo>
                  <a:cubicBezTo>
                    <a:pt x="4794" y="15579"/>
                    <a:pt x="6886" y="16378"/>
                    <a:pt x="8978" y="16378"/>
                  </a:cubicBezTo>
                  <a:cubicBezTo>
                    <a:pt x="11070" y="16378"/>
                    <a:pt x="13162" y="15579"/>
                    <a:pt x="14760" y="13981"/>
                  </a:cubicBezTo>
                  <a:cubicBezTo>
                    <a:pt x="17955" y="10786"/>
                    <a:pt x="17955" y="5593"/>
                    <a:pt x="14760" y="2397"/>
                  </a:cubicBezTo>
                  <a:cubicBezTo>
                    <a:pt x="13162" y="799"/>
                    <a:pt x="11070" y="0"/>
                    <a:pt x="8978"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0" name="Google Shape;7530;p62"/>
            <p:cNvSpPr/>
            <p:nvPr/>
          </p:nvSpPr>
          <p:spPr>
            <a:xfrm>
              <a:off x="3974795" y="3843715"/>
              <a:ext cx="206516" cy="187860"/>
            </a:xfrm>
            <a:custGeom>
              <a:avLst/>
              <a:gdLst/>
              <a:ahLst/>
              <a:cxnLst/>
              <a:rect l="l" t="t" r="r" b="b"/>
              <a:pathLst>
                <a:path w="13793" h="12547" extrusionOk="0">
                  <a:moveTo>
                    <a:pt x="6897" y="0"/>
                  </a:moveTo>
                  <a:cubicBezTo>
                    <a:pt x="5294" y="0"/>
                    <a:pt x="3691" y="610"/>
                    <a:pt x="2461" y="1829"/>
                  </a:cubicBezTo>
                  <a:cubicBezTo>
                    <a:pt x="1" y="4289"/>
                    <a:pt x="1" y="8263"/>
                    <a:pt x="2461" y="10702"/>
                  </a:cubicBezTo>
                  <a:cubicBezTo>
                    <a:pt x="3691" y="11932"/>
                    <a:pt x="5294" y="12547"/>
                    <a:pt x="6897" y="12547"/>
                  </a:cubicBezTo>
                  <a:cubicBezTo>
                    <a:pt x="8500" y="12547"/>
                    <a:pt x="10103" y="11932"/>
                    <a:pt x="11333" y="10702"/>
                  </a:cubicBezTo>
                  <a:cubicBezTo>
                    <a:pt x="13793" y="8263"/>
                    <a:pt x="13793" y="4289"/>
                    <a:pt x="11333" y="1829"/>
                  </a:cubicBezTo>
                  <a:cubicBezTo>
                    <a:pt x="10103" y="610"/>
                    <a:pt x="8500" y="0"/>
                    <a:pt x="6897"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1" name="Google Shape;7531;p62"/>
            <p:cNvSpPr/>
            <p:nvPr/>
          </p:nvSpPr>
          <p:spPr>
            <a:xfrm>
              <a:off x="3973538" y="3863538"/>
              <a:ext cx="178817" cy="167857"/>
            </a:xfrm>
            <a:custGeom>
              <a:avLst/>
              <a:gdLst/>
              <a:ahLst/>
              <a:cxnLst/>
              <a:rect l="l" t="t" r="r" b="b"/>
              <a:pathLst>
                <a:path w="11943" h="11211" extrusionOk="0">
                  <a:moveTo>
                    <a:pt x="3134" y="1"/>
                  </a:moveTo>
                  <a:cubicBezTo>
                    <a:pt x="2923" y="148"/>
                    <a:pt x="2734" y="337"/>
                    <a:pt x="2545" y="527"/>
                  </a:cubicBezTo>
                  <a:cubicBezTo>
                    <a:pt x="1" y="3070"/>
                    <a:pt x="148" y="7254"/>
                    <a:pt x="2860" y="9651"/>
                  </a:cubicBezTo>
                  <a:cubicBezTo>
                    <a:pt x="4056" y="10699"/>
                    <a:pt x="5530" y="11211"/>
                    <a:pt x="6995" y="11211"/>
                  </a:cubicBezTo>
                  <a:cubicBezTo>
                    <a:pt x="8853" y="11211"/>
                    <a:pt x="10697" y="10388"/>
                    <a:pt x="11943" y="8789"/>
                  </a:cubicBezTo>
                  <a:lnTo>
                    <a:pt x="11943" y="8789"/>
                  </a:lnTo>
                  <a:cubicBezTo>
                    <a:pt x="10805" y="9668"/>
                    <a:pt x="9455" y="10100"/>
                    <a:pt x="8111" y="10100"/>
                  </a:cubicBezTo>
                  <a:cubicBezTo>
                    <a:pt x="6499" y="10100"/>
                    <a:pt x="4896" y="9479"/>
                    <a:pt x="3680" y="8263"/>
                  </a:cubicBezTo>
                  <a:cubicBezTo>
                    <a:pt x="1452" y="6035"/>
                    <a:pt x="1220" y="2482"/>
                    <a:pt x="3134"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2" name="Google Shape;7532;p62"/>
            <p:cNvSpPr/>
            <p:nvPr/>
          </p:nvSpPr>
          <p:spPr>
            <a:xfrm>
              <a:off x="4028008" y="3869842"/>
              <a:ext cx="102202" cy="29017"/>
            </a:xfrm>
            <a:custGeom>
              <a:avLst/>
              <a:gdLst/>
              <a:ahLst/>
              <a:cxnLst/>
              <a:rect l="l" t="t" r="r" b="b"/>
              <a:pathLst>
                <a:path w="6826" h="1938" extrusionOk="0">
                  <a:moveTo>
                    <a:pt x="3332" y="0"/>
                  </a:moveTo>
                  <a:cubicBezTo>
                    <a:pt x="2171" y="0"/>
                    <a:pt x="1009" y="442"/>
                    <a:pt x="126" y="1325"/>
                  </a:cubicBezTo>
                  <a:cubicBezTo>
                    <a:pt x="0" y="1451"/>
                    <a:pt x="0" y="1661"/>
                    <a:pt x="126" y="1808"/>
                  </a:cubicBezTo>
                  <a:cubicBezTo>
                    <a:pt x="189" y="1872"/>
                    <a:pt x="273" y="1903"/>
                    <a:pt x="360" y="1903"/>
                  </a:cubicBezTo>
                  <a:cubicBezTo>
                    <a:pt x="447" y="1903"/>
                    <a:pt x="536" y="1872"/>
                    <a:pt x="610" y="1808"/>
                  </a:cubicBezTo>
                  <a:cubicBezTo>
                    <a:pt x="1356" y="1052"/>
                    <a:pt x="2344" y="673"/>
                    <a:pt x="3332" y="673"/>
                  </a:cubicBezTo>
                  <a:cubicBezTo>
                    <a:pt x="4321" y="673"/>
                    <a:pt x="5309" y="1052"/>
                    <a:pt x="6055" y="1808"/>
                  </a:cubicBezTo>
                  <a:cubicBezTo>
                    <a:pt x="6131" y="1900"/>
                    <a:pt x="6220" y="1937"/>
                    <a:pt x="6307" y="1937"/>
                  </a:cubicBezTo>
                  <a:cubicBezTo>
                    <a:pt x="6580" y="1937"/>
                    <a:pt x="6826" y="1564"/>
                    <a:pt x="6539" y="1325"/>
                  </a:cubicBezTo>
                  <a:cubicBezTo>
                    <a:pt x="5656" y="442"/>
                    <a:pt x="4494" y="0"/>
                    <a:pt x="3332"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3" name="Google Shape;7533;p62"/>
            <p:cNvSpPr/>
            <p:nvPr/>
          </p:nvSpPr>
          <p:spPr>
            <a:xfrm>
              <a:off x="4173750" y="4034240"/>
              <a:ext cx="51640" cy="50936"/>
            </a:xfrm>
            <a:custGeom>
              <a:avLst/>
              <a:gdLst/>
              <a:ahLst/>
              <a:cxnLst/>
              <a:rect l="l" t="t" r="r" b="b"/>
              <a:pathLst>
                <a:path w="3449" h="3402" extrusionOk="0">
                  <a:moveTo>
                    <a:pt x="1790" y="0"/>
                  </a:moveTo>
                  <a:cubicBezTo>
                    <a:pt x="1628" y="0"/>
                    <a:pt x="1467" y="63"/>
                    <a:pt x="1346" y="184"/>
                  </a:cubicBezTo>
                  <a:lnTo>
                    <a:pt x="253" y="1299"/>
                  </a:lnTo>
                  <a:cubicBezTo>
                    <a:pt x="0" y="1530"/>
                    <a:pt x="0" y="1908"/>
                    <a:pt x="211" y="2140"/>
                  </a:cubicBezTo>
                  <a:lnTo>
                    <a:pt x="1304" y="3401"/>
                  </a:lnTo>
                  <a:lnTo>
                    <a:pt x="3448" y="1257"/>
                  </a:lnTo>
                  <a:lnTo>
                    <a:pt x="2208" y="163"/>
                  </a:lnTo>
                  <a:cubicBezTo>
                    <a:pt x="2087" y="53"/>
                    <a:pt x="1938" y="0"/>
                    <a:pt x="1790"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4" name="Google Shape;7534;p62"/>
            <p:cNvSpPr/>
            <p:nvPr/>
          </p:nvSpPr>
          <p:spPr>
            <a:xfrm>
              <a:off x="4173750" y="4042969"/>
              <a:ext cx="36533" cy="42207"/>
            </a:xfrm>
            <a:custGeom>
              <a:avLst/>
              <a:gdLst/>
              <a:ahLst/>
              <a:cxnLst/>
              <a:rect l="l" t="t" r="r" b="b"/>
              <a:pathLst>
                <a:path w="2440" h="2819" extrusionOk="0">
                  <a:moveTo>
                    <a:pt x="967" y="1"/>
                  </a:moveTo>
                  <a:lnTo>
                    <a:pt x="253" y="716"/>
                  </a:lnTo>
                  <a:cubicBezTo>
                    <a:pt x="0" y="947"/>
                    <a:pt x="0" y="1325"/>
                    <a:pt x="211" y="1578"/>
                  </a:cubicBezTo>
                  <a:lnTo>
                    <a:pt x="1304" y="2818"/>
                  </a:lnTo>
                  <a:lnTo>
                    <a:pt x="2439" y="1662"/>
                  </a:lnTo>
                  <a:lnTo>
                    <a:pt x="967"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35" name="Google Shape;7535;p62"/>
          <p:cNvGrpSpPr/>
          <p:nvPr/>
        </p:nvGrpSpPr>
        <p:grpSpPr>
          <a:xfrm>
            <a:off x="3516345" y="3640602"/>
            <a:ext cx="351644" cy="351959"/>
            <a:chOff x="3508282" y="3810341"/>
            <a:chExt cx="351644" cy="351959"/>
          </a:xfrm>
        </p:grpSpPr>
        <p:sp>
          <p:nvSpPr>
            <p:cNvPr id="7536" name="Google Shape;7536;p62"/>
            <p:cNvSpPr/>
            <p:nvPr/>
          </p:nvSpPr>
          <p:spPr>
            <a:xfrm>
              <a:off x="3508282" y="3810341"/>
              <a:ext cx="133180" cy="64232"/>
            </a:xfrm>
            <a:custGeom>
              <a:avLst/>
              <a:gdLst/>
              <a:ahLst/>
              <a:cxnLst/>
              <a:rect l="l" t="t" r="r" b="b"/>
              <a:pathLst>
                <a:path w="8895" h="4290" extrusionOk="0">
                  <a:moveTo>
                    <a:pt x="2503" y="1"/>
                  </a:moveTo>
                  <a:cubicBezTo>
                    <a:pt x="1115" y="1"/>
                    <a:pt x="1" y="1115"/>
                    <a:pt x="1" y="2503"/>
                  </a:cubicBezTo>
                  <a:cubicBezTo>
                    <a:pt x="1" y="3491"/>
                    <a:pt x="800" y="4290"/>
                    <a:pt x="1788" y="4290"/>
                  </a:cubicBezTo>
                  <a:cubicBezTo>
                    <a:pt x="2797" y="4290"/>
                    <a:pt x="7191" y="3491"/>
                    <a:pt x="7191" y="2503"/>
                  </a:cubicBezTo>
                  <a:lnTo>
                    <a:pt x="8600" y="2503"/>
                  </a:lnTo>
                  <a:cubicBezTo>
                    <a:pt x="8600" y="1809"/>
                    <a:pt x="8894" y="1178"/>
                    <a:pt x="8432" y="737"/>
                  </a:cubicBezTo>
                  <a:cubicBezTo>
                    <a:pt x="7990" y="274"/>
                    <a:pt x="3197" y="1"/>
                    <a:pt x="2503" y="1"/>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7" name="Google Shape;7537;p62"/>
            <p:cNvSpPr/>
            <p:nvPr/>
          </p:nvSpPr>
          <p:spPr>
            <a:xfrm>
              <a:off x="3535053" y="3847802"/>
              <a:ext cx="58872" cy="26771"/>
            </a:xfrm>
            <a:custGeom>
              <a:avLst/>
              <a:gdLst/>
              <a:ahLst/>
              <a:cxnLst/>
              <a:rect l="l" t="t" r="r" b="b"/>
              <a:pathLst>
                <a:path w="3932" h="1788" extrusionOk="0">
                  <a:moveTo>
                    <a:pt x="1808" y="1"/>
                  </a:moveTo>
                  <a:cubicBezTo>
                    <a:pt x="1808" y="989"/>
                    <a:pt x="1009" y="1788"/>
                    <a:pt x="0" y="1788"/>
                  </a:cubicBezTo>
                  <a:lnTo>
                    <a:pt x="3932" y="1788"/>
                  </a:lnTo>
                  <a:lnTo>
                    <a:pt x="3932" y="1"/>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8" name="Google Shape;7538;p62"/>
            <p:cNvSpPr/>
            <p:nvPr/>
          </p:nvSpPr>
          <p:spPr>
            <a:xfrm>
              <a:off x="3545743" y="3810341"/>
              <a:ext cx="239261" cy="351959"/>
            </a:xfrm>
            <a:custGeom>
              <a:avLst/>
              <a:gdLst/>
              <a:ahLst/>
              <a:cxnLst/>
              <a:rect l="l" t="t" r="r" b="b"/>
              <a:pathLst>
                <a:path w="15980" h="23507" extrusionOk="0">
                  <a:moveTo>
                    <a:pt x="1" y="1"/>
                  </a:moveTo>
                  <a:cubicBezTo>
                    <a:pt x="653" y="1"/>
                    <a:pt x="1304" y="253"/>
                    <a:pt x="1767" y="737"/>
                  </a:cubicBezTo>
                  <a:cubicBezTo>
                    <a:pt x="1872" y="821"/>
                    <a:pt x="1956" y="926"/>
                    <a:pt x="2040" y="1031"/>
                  </a:cubicBezTo>
                  <a:cubicBezTo>
                    <a:pt x="2335" y="1451"/>
                    <a:pt x="2503" y="1977"/>
                    <a:pt x="2503" y="2503"/>
                  </a:cubicBezTo>
                  <a:lnTo>
                    <a:pt x="2503" y="21004"/>
                  </a:lnTo>
                  <a:cubicBezTo>
                    <a:pt x="2503" y="22371"/>
                    <a:pt x="3617" y="23506"/>
                    <a:pt x="5005" y="23506"/>
                  </a:cubicBezTo>
                  <a:lnTo>
                    <a:pt x="8747" y="23506"/>
                  </a:lnTo>
                  <a:cubicBezTo>
                    <a:pt x="9209" y="23065"/>
                    <a:pt x="11312" y="23212"/>
                    <a:pt x="11312" y="22539"/>
                  </a:cubicBezTo>
                  <a:lnTo>
                    <a:pt x="15979" y="19217"/>
                  </a:lnTo>
                  <a:lnTo>
                    <a:pt x="15979" y="2503"/>
                  </a:lnTo>
                  <a:cubicBezTo>
                    <a:pt x="15979" y="1115"/>
                    <a:pt x="14865" y="1"/>
                    <a:pt x="13477"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9" name="Google Shape;7539;p62"/>
            <p:cNvSpPr/>
            <p:nvPr/>
          </p:nvSpPr>
          <p:spPr>
            <a:xfrm>
              <a:off x="3583205" y="4082317"/>
              <a:ext cx="201799" cy="79983"/>
            </a:xfrm>
            <a:custGeom>
              <a:avLst/>
              <a:gdLst/>
              <a:ahLst/>
              <a:cxnLst/>
              <a:rect l="l" t="t" r="r" b="b"/>
              <a:pathLst>
                <a:path w="13478" h="5342" extrusionOk="0">
                  <a:moveTo>
                    <a:pt x="1" y="1"/>
                  </a:moveTo>
                  <a:lnTo>
                    <a:pt x="1" y="2839"/>
                  </a:lnTo>
                  <a:cubicBezTo>
                    <a:pt x="1" y="4206"/>
                    <a:pt x="1115" y="5341"/>
                    <a:pt x="2503" y="5341"/>
                  </a:cubicBezTo>
                  <a:lnTo>
                    <a:pt x="6245" y="5341"/>
                  </a:lnTo>
                  <a:cubicBezTo>
                    <a:pt x="6707" y="4900"/>
                    <a:pt x="8810" y="5047"/>
                    <a:pt x="8810" y="4374"/>
                  </a:cubicBezTo>
                  <a:lnTo>
                    <a:pt x="13477" y="1052"/>
                  </a:lnTo>
                  <a:lnTo>
                    <a:pt x="13477" y="1"/>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0" name="Google Shape;7540;p62"/>
            <p:cNvSpPr/>
            <p:nvPr/>
          </p:nvSpPr>
          <p:spPr>
            <a:xfrm>
              <a:off x="3545429" y="3810341"/>
              <a:ext cx="232328" cy="15437"/>
            </a:xfrm>
            <a:custGeom>
              <a:avLst/>
              <a:gdLst/>
              <a:ahLst/>
              <a:cxnLst/>
              <a:rect l="l" t="t" r="r" b="b"/>
              <a:pathLst>
                <a:path w="15517" h="1031" extrusionOk="0">
                  <a:moveTo>
                    <a:pt x="1" y="1"/>
                  </a:moveTo>
                  <a:cubicBezTo>
                    <a:pt x="674" y="1"/>
                    <a:pt x="1304" y="253"/>
                    <a:pt x="1788" y="737"/>
                  </a:cubicBezTo>
                  <a:cubicBezTo>
                    <a:pt x="1872" y="821"/>
                    <a:pt x="1956" y="926"/>
                    <a:pt x="2040" y="1031"/>
                  </a:cubicBezTo>
                  <a:lnTo>
                    <a:pt x="15517" y="1031"/>
                  </a:lnTo>
                  <a:cubicBezTo>
                    <a:pt x="15054" y="379"/>
                    <a:pt x="14297" y="1"/>
                    <a:pt x="13498"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1" name="Google Shape;7541;p62"/>
            <p:cNvSpPr/>
            <p:nvPr/>
          </p:nvSpPr>
          <p:spPr>
            <a:xfrm>
              <a:off x="3620666" y="4097753"/>
              <a:ext cx="239261" cy="64546"/>
            </a:xfrm>
            <a:custGeom>
              <a:avLst/>
              <a:gdLst/>
              <a:ahLst/>
              <a:cxnLst/>
              <a:rect l="l" t="t" r="r" b="b"/>
              <a:pathLst>
                <a:path w="15980" h="4311" extrusionOk="0">
                  <a:moveTo>
                    <a:pt x="715" y="0"/>
                  </a:moveTo>
                  <a:cubicBezTo>
                    <a:pt x="1704" y="0"/>
                    <a:pt x="2503" y="820"/>
                    <a:pt x="2503" y="1808"/>
                  </a:cubicBezTo>
                  <a:cubicBezTo>
                    <a:pt x="2503" y="2355"/>
                    <a:pt x="2313" y="2901"/>
                    <a:pt x="1977" y="3343"/>
                  </a:cubicBezTo>
                  <a:cubicBezTo>
                    <a:pt x="1914" y="3406"/>
                    <a:pt x="1851" y="3490"/>
                    <a:pt x="1767" y="3574"/>
                  </a:cubicBezTo>
                  <a:cubicBezTo>
                    <a:pt x="1304" y="4037"/>
                    <a:pt x="673" y="4310"/>
                    <a:pt x="1" y="4310"/>
                  </a:cubicBezTo>
                  <a:lnTo>
                    <a:pt x="13477" y="4310"/>
                  </a:lnTo>
                  <a:cubicBezTo>
                    <a:pt x="14129" y="4310"/>
                    <a:pt x="14760" y="4037"/>
                    <a:pt x="15243" y="3574"/>
                  </a:cubicBezTo>
                  <a:cubicBezTo>
                    <a:pt x="15306" y="3490"/>
                    <a:pt x="15390" y="3406"/>
                    <a:pt x="15454" y="3343"/>
                  </a:cubicBezTo>
                  <a:cubicBezTo>
                    <a:pt x="15790" y="2901"/>
                    <a:pt x="15979" y="2355"/>
                    <a:pt x="15979" y="1808"/>
                  </a:cubicBezTo>
                  <a:cubicBezTo>
                    <a:pt x="15979" y="820"/>
                    <a:pt x="15180" y="21"/>
                    <a:pt x="14192" y="0"/>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2" name="Google Shape;7542;p62"/>
            <p:cNvSpPr/>
            <p:nvPr/>
          </p:nvSpPr>
          <p:spPr>
            <a:xfrm>
              <a:off x="3620666" y="4147791"/>
              <a:ext cx="231385" cy="14508"/>
            </a:xfrm>
            <a:custGeom>
              <a:avLst/>
              <a:gdLst/>
              <a:ahLst/>
              <a:cxnLst/>
              <a:rect l="l" t="t" r="r" b="b"/>
              <a:pathLst>
                <a:path w="15454" h="969" extrusionOk="0">
                  <a:moveTo>
                    <a:pt x="1977" y="1"/>
                  </a:moveTo>
                  <a:cubicBezTo>
                    <a:pt x="1914" y="64"/>
                    <a:pt x="1851" y="148"/>
                    <a:pt x="1767" y="232"/>
                  </a:cubicBezTo>
                  <a:cubicBezTo>
                    <a:pt x="1304" y="695"/>
                    <a:pt x="673" y="968"/>
                    <a:pt x="1" y="968"/>
                  </a:cubicBezTo>
                  <a:lnTo>
                    <a:pt x="13477" y="968"/>
                  </a:lnTo>
                  <a:cubicBezTo>
                    <a:pt x="14129" y="968"/>
                    <a:pt x="14760" y="695"/>
                    <a:pt x="15243" y="232"/>
                  </a:cubicBezTo>
                  <a:cubicBezTo>
                    <a:pt x="15306" y="148"/>
                    <a:pt x="15390" y="64"/>
                    <a:pt x="15454"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3" name="Google Shape;7543;p62"/>
            <p:cNvSpPr/>
            <p:nvPr/>
          </p:nvSpPr>
          <p:spPr>
            <a:xfrm>
              <a:off x="3604301" y="4097753"/>
              <a:ext cx="53841" cy="27085"/>
            </a:xfrm>
            <a:custGeom>
              <a:avLst/>
              <a:gdLst/>
              <a:ahLst/>
              <a:cxnLst/>
              <a:rect l="l" t="t" r="r" b="b"/>
              <a:pathLst>
                <a:path w="3596" h="1809" extrusionOk="0">
                  <a:moveTo>
                    <a:pt x="1787" y="0"/>
                  </a:moveTo>
                  <a:cubicBezTo>
                    <a:pt x="799" y="0"/>
                    <a:pt x="0" y="820"/>
                    <a:pt x="0" y="1808"/>
                  </a:cubicBezTo>
                  <a:lnTo>
                    <a:pt x="3596" y="1808"/>
                  </a:lnTo>
                  <a:cubicBezTo>
                    <a:pt x="3575" y="820"/>
                    <a:pt x="2776" y="0"/>
                    <a:pt x="1787"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4" name="Google Shape;7544;p62"/>
            <p:cNvSpPr/>
            <p:nvPr/>
          </p:nvSpPr>
          <p:spPr>
            <a:xfrm>
              <a:off x="3606187" y="3867401"/>
              <a:ext cx="159292" cy="25124"/>
            </a:xfrm>
            <a:custGeom>
              <a:avLst/>
              <a:gdLst/>
              <a:ahLst/>
              <a:cxnLst/>
              <a:rect l="l" t="t" r="r" b="b"/>
              <a:pathLst>
                <a:path w="10639" h="1678" extrusionOk="0">
                  <a:moveTo>
                    <a:pt x="4353" y="0"/>
                  </a:moveTo>
                  <a:cubicBezTo>
                    <a:pt x="3901" y="0"/>
                    <a:pt x="3449" y="195"/>
                    <a:pt x="3133" y="584"/>
                  </a:cubicBezTo>
                  <a:cubicBezTo>
                    <a:pt x="2954" y="836"/>
                    <a:pt x="2681" y="962"/>
                    <a:pt x="2410" y="962"/>
                  </a:cubicBezTo>
                  <a:cubicBezTo>
                    <a:pt x="2140" y="962"/>
                    <a:pt x="1872" y="836"/>
                    <a:pt x="1703" y="584"/>
                  </a:cubicBezTo>
                  <a:cubicBezTo>
                    <a:pt x="1388" y="226"/>
                    <a:pt x="947" y="16"/>
                    <a:pt x="484" y="16"/>
                  </a:cubicBezTo>
                  <a:cubicBezTo>
                    <a:pt x="477" y="16"/>
                    <a:pt x="471" y="16"/>
                    <a:pt x="464" y="16"/>
                  </a:cubicBezTo>
                  <a:cubicBezTo>
                    <a:pt x="1" y="16"/>
                    <a:pt x="7" y="731"/>
                    <a:pt x="484" y="731"/>
                  </a:cubicBezTo>
                  <a:cubicBezTo>
                    <a:pt x="757" y="731"/>
                    <a:pt x="1031" y="878"/>
                    <a:pt x="1199" y="1109"/>
                  </a:cubicBezTo>
                  <a:cubicBezTo>
                    <a:pt x="1514" y="1488"/>
                    <a:pt x="1966" y="1677"/>
                    <a:pt x="2418" y="1677"/>
                  </a:cubicBezTo>
                  <a:cubicBezTo>
                    <a:pt x="2870" y="1677"/>
                    <a:pt x="3322" y="1488"/>
                    <a:pt x="3638" y="1109"/>
                  </a:cubicBezTo>
                  <a:cubicBezTo>
                    <a:pt x="3806" y="857"/>
                    <a:pt x="4079" y="731"/>
                    <a:pt x="4353" y="731"/>
                  </a:cubicBezTo>
                  <a:cubicBezTo>
                    <a:pt x="4626" y="731"/>
                    <a:pt x="4899" y="857"/>
                    <a:pt x="5067" y="1109"/>
                  </a:cubicBezTo>
                  <a:cubicBezTo>
                    <a:pt x="5383" y="1488"/>
                    <a:pt x="5835" y="1677"/>
                    <a:pt x="6287" y="1677"/>
                  </a:cubicBezTo>
                  <a:cubicBezTo>
                    <a:pt x="6739" y="1677"/>
                    <a:pt x="7191" y="1488"/>
                    <a:pt x="7506" y="1109"/>
                  </a:cubicBezTo>
                  <a:cubicBezTo>
                    <a:pt x="7685" y="857"/>
                    <a:pt x="7958" y="731"/>
                    <a:pt x="8229" y="731"/>
                  </a:cubicBezTo>
                  <a:cubicBezTo>
                    <a:pt x="8500" y="731"/>
                    <a:pt x="8768" y="857"/>
                    <a:pt x="8936" y="1109"/>
                  </a:cubicBezTo>
                  <a:cubicBezTo>
                    <a:pt x="9251" y="1467"/>
                    <a:pt x="9693" y="1677"/>
                    <a:pt x="10176" y="1677"/>
                  </a:cubicBezTo>
                  <a:cubicBezTo>
                    <a:pt x="10639" y="1677"/>
                    <a:pt x="10639" y="962"/>
                    <a:pt x="10176" y="962"/>
                  </a:cubicBezTo>
                  <a:cubicBezTo>
                    <a:pt x="9882" y="962"/>
                    <a:pt x="9609" y="815"/>
                    <a:pt x="9461" y="584"/>
                  </a:cubicBezTo>
                  <a:cubicBezTo>
                    <a:pt x="9136" y="195"/>
                    <a:pt x="8678" y="0"/>
                    <a:pt x="8224" y="0"/>
                  </a:cubicBezTo>
                  <a:cubicBezTo>
                    <a:pt x="7769" y="0"/>
                    <a:pt x="7317" y="195"/>
                    <a:pt x="7002" y="584"/>
                  </a:cubicBezTo>
                  <a:cubicBezTo>
                    <a:pt x="6833" y="836"/>
                    <a:pt x="6565" y="962"/>
                    <a:pt x="6295" y="962"/>
                  </a:cubicBezTo>
                  <a:cubicBezTo>
                    <a:pt x="6024" y="962"/>
                    <a:pt x="5751" y="836"/>
                    <a:pt x="5572" y="584"/>
                  </a:cubicBezTo>
                  <a:cubicBezTo>
                    <a:pt x="5257" y="195"/>
                    <a:pt x="4805" y="0"/>
                    <a:pt x="4353"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5" name="Google Shape;7545;p62"/>
            <p:cNvSpPr/>
            <p:nvPr/>
          </p:nvSpPr>
          <p:spPr>
            <a:xfrm>
              <a:off x="3606187" y="3904159"/>
              <a:ext cx="159292" cy="25184"/>
            </a:xfrm>
            <a:custGeom>
              <a:avLst/>
              <a:gdLst/>
              <a:ahLst/>
              <a:cxnLst/>
              <a:rect l="l" t="t" r="r" b="b"/>
              <a:pathLst>
                <a:path w="10639" h="1682" extrusionOk="0">
                  <a:moveTo>
                    <a:pt x="484" y="0"/>
                  </a:moveTo>
                  <a:cubicBezTo>
                    <a:pt x="1" y="0"/>
                    <a:pt x="1" y="736"/>
                    <a:pt x="484" y="736"/>
                  </a:cubicBezTo>
                  <a:cubicBezTo>
                    <a:pt x="757" y="736"/>
                    <a:pt x="1031" y="883"/>
                    <a:pt x="1199" y="1093"/>
                  </a:cubicBezTo>
                  <a:cubicBezTo>
                    <a:pt x="1514" y="1482"/>
                    <a:pt x="1966" y="1677"/>
                    <a:pt x="2418" y="1677"/>
                  </a:cubicBezTo>
                  <a:cubicBezTo>
                    <a:pt x="2870" y="1677"/>
                    <a:pt x="3322" y="1482"/>
                    <a:pt x="3638" y="1093"/>
                  </a:cubicBezTo>
                  <a:cubicBezTo>
                    <a:pt x="3806" y="852"/>
                    <a:pt x="4079" y="731"/>
                    <a:pt x="4353" y="731"/>
                  </a:cubicBezTo>
                  <a:cubicBezTo>
                    <a:pt x="4626" y="731"/>
                    <a:pt x="4899" y="852"/>
                    <a:pt x="5067" y="1093"/>
                  </a:cubicBezTo>
                  <a:cubicBezTo>
                    <a:pt x="5383" y="1482"/>
                    <a:pt x="5835" y="1677"/>
                    <a:pt x="6287" y="1677"/>
                  </a:cubicBezTo>
                  <a:cubicBezTo>
                    <a:pt x="6739" y="1677"/>
                    <a:pt x="7191" y="1482"/>
                    <a:pt x="7506" y="1093"/>
                  </a:cubicBezTo>
                  <a:cubicBezTo>
                    <a:pt x="7685" y="852"/>
                    <a:pt x="7958" y="731"/>
                    <a:pt x="8229" y="731"/>
                  </a:cubicBezTo>
                  <a:cubicBezTo>
                    <a:pt x="8500" y="731"/>
                    <a:pt x="8768" y="852"/>
                    <a:pt x="8936" y="1093"/>
                  </a:cubicBezTo>
                  <a:cubicBezTo>
                    <a:pt x="9251" y="1472"/>
                    <a:pt x="9693" y="1682"/>
                    <a:pt x="10176" y="1682"/>
                  </a:cubicBezTo>
                  <a:cubicBezTo>
                    <a:pt x="10639" y="1682"/>
                    <a:pt x="10639" y="967"/>
                    <a:pt x="10176" y="967"/>
                  </a:cubicBezTo>
                  <a:cubicBezTo>
                    <a:pt x="9882" y="967"/>
                    <a:pt x="9609" y="820"/>
                    <a:pt x="9461" y="589"/>
                  </a:cubicBezTo>
                  <a:cubicBezTo>
                    <a:pt x="9136" y="200"/>
                    <a:pt x="8678" y="5"/>
                    <a:pt x="8224" y="5"/>
                  </a:cubicBezTo>
                  <a:cubicBezTo>
                    <a:pt x="7769" y="5"/>
                    <a:pt x="7317" y="200"/>
                    <a:pt x="7002" y="589"/>
                  </a:cubicBezTo>
                  <a:cubicBezTo>
                    <a:pt x="6833" y="841"/>
                    <a:pt x="6565" y="967"/>
                    <a:pt x="6295" y="967"/>
                  </a:cubicBezTo>
                  <a:cubicBezTo>
                    <a:pt x="6024" y="967"/>
                    <a:pt x="5751" y="841"/>
                    <a:pt x="5572" y="589"/>
                  </a:cubicBezTo>
                  <a:cubicBezTo>
                    <a:pt x="5257" y="200"/>
                    <a:pt x="4805" y="5"/>
                    <a:pt x="4353" y="5"/>
                  </a:cubicBezTo>
                  <a:cubicBezTo>
                    <a:pt x="3901" y="5"/>
                    <a:pt x="3449" y="200"/>
                    <a:pt x="3133" y="589"/>
                  </a:cubicBezTo>
                  <a:cubicBezTo>
                    <a:pt x="2954" y="841"/>
                    <a:pt x="2681" y="967"/>
                    <a:pt x="2410" y="967"/>
                  </a:cubicBezTo>
                  <a:cubicBezTo>
                    <a:pt x="2140" y="967"/>
                    <a:pt x="1872" y="841"/>
                    <a:pt x="1703" y="589"/>
                  </a:cubicBezTo>
                  <a:cubicBezTo>
                    <a:pt x="1388" y="231"/>
                    <a:pt x="947" y="21"/>
                    <a:pt x="484"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6" name="Google Shape;7546;p62"/>
            <p:cNvSpPr/>
            <p:nvPr/>
          </p:nvSpPr>
          <p:spPr>
            <a:xfrm>
              <a:off x="3606187" y="3940976"/>
              <a:ext cx="159292" cy="25199"/>
            </a:xfrm>
            <a:custGeom>
              <a:avLst/>
              <a:gdLst/>
              <a:ahLst/>
              <a:cxnLst/>
              <a:rect l="l" t="t" r="r" b="b"/>
              <a:pathLst>
                <a:path w="10639" h="1683" extrusionOk="0">
                  <a:moveTo>
                    <a:pt x="484" y="1"/>
                  </a:moveTo>
                  <a:cubicBezTo>
                    <a:pt x="1" y="1"/>
                    <a:pt x="1" y="737"/>
                    <a:pt x="484" y="737"/>
                  </a:cubicBezTo>
                  <a:cubicBezTo>
                    <a:pt x="757" y="737"/>
                    <a:pt x="1031" y="884"/>
                    <a:pt x="1199" y="1094"/>
                  </a:cubicBezTo>
                  <a:cubicBezTo>
                    <a:pt x="1514" y="1483"/>
                    <a:pt x="1966" y="1678"/>
                    <a:pt x="2418" y="1678"/>
                  </a:cubicBezTo>
                  <a:cubicBezTo>
                    <a:pt x="2870" y="1678"/>
                    <a:pt x="3322" y="1483"/>
                    <a:pt x="3638" y="1094"/>
                  </a:cubicBezTo>
                  <a:cubicBezTo>
                    <a:pt x="3806" y="852"/>
                    <a:pt x="4079" y="732"/>
                    <a:pt x="4353" y="732"/>
                  </a:cubicBezTo>
                  <a:cubicBezTo>
                    <a:pt x="4626" y="732"/>
                    <a:pt x="4899" y="852"/>
                    <a:pt x="5067" y="1094"/>
                  </a:cubicBezTo>
                  <a:cubicBezTo>
                    <a:pt x="5383" y="1483"/>
                    <a:pt x="5835" y="1678"/>
                    <a:pt x="6287" y="1678"/>
                  </a:cubicBezTo>
                  <a:cubicBezTo>
                    <a:pt x="6739" y="1678"/>
                    <a:pt x="7191" y="1483"/>
                    <a:pt x="7506" y="1094"/>
                  </a:cubicBezTo>
                  <a:cubicBezTo>
                    <a:pt x="7685" y="852"/>
                    <a:pt x="7958" y="732"/>
                    <a:pt x="8229" y="732"/>
                  </a:cubicBezTo>
                  <a:cubicBezTo>
                    <a:pt x="8500" y="732"/>
                    <a:pt x="8768" y="852"/>
                    <a:pt x="8936" y="1094"/>
                  </a:cubicBezTo>
                  <a:cubicBezTo>
                    <a:pt x="9251" y="1473"/>
                    <a:pt x="9693" y="1683"/>
                    <a:pt x="10176" y="1683"/>
                  </a:cubicBezTo>
                  <a:cubicBezTo>
                    <a:pt x="10639" y="1683"/>
                    <a:pt x="10639" y="968"/>
                    <a:pt x="10176" y="968"/>
                  </a:cubicBezTo>
                  <a:cubicBezTo>
                    <a:pt x="9882" y="968"/>
                    <a:pt x="9609" y="821"/>
                    <a:pt x="9461" y="590"/>
                  </a:cubicBezTo>
                  <a:cubicBezTo>
                    <a:pt x="9136" y="201"/>
                    <a:pt x="8678" y="6"/>
                    <a:pt x="8224" y="6"/>
                  </a:cubicBezTo>
                  <a:cubicBezTo>
                    <a:pt x="7769" y="6"/>
                    <a:pt x="7317" y="201"/>
                    <a:pt x="7002" y="590"/>
                  </a:cubicBezTo>
                  <a:cubicBezTo>
                    <a:pt x="6833" y="842"/>
                    <a:pt x="6565" y="968"/>
                    <a:pt x="6295" y="968"/>
                  </a:cubicBezTo>
                  <a:cubicBezTo>
                    <a:pt x="6024" y="968"/>
                    <a:pt x="5751" y="842"/>
                    <a:pt x="5572" y="590"/>
                  </a:cubicBezTo>
                  <a:cubicBezTo>
                    <a:pt x="5257" y="201"/>
                    <a:pt x="4805" y="6"/>
                    <a:pt x="4353" y="6"/>
                  </a:cubicBezTo>
                  <a:cubicBezTo>
                    <a:pt x="3901" y="6"/>
                    <a:pt x="3449" y="201"/>
                    <a:pt x="3133" y="590"/>
                  </a:cubicBezTo>
                  <a:cubicBezTo>
                    <a:pt x="2954" y="842"/>
                    <a:pt x="2681" y="968"/>
                    <a:pt x="2410" y="968"/>
                  </a:cubicBezTo>
                  <a:cubicBezTo>
                    <a:pt x="2140" y="968"/>
                    <a:pt x="1872" y="842"/>
                    <a:pt x="1703" y="590"/>
                  </a:cubicBezTo>
                  <a:cubicBezTo>
                    <a:pt x="1388" y="232"/>
                    <a:pt x="947" y="22"/>
                    <a:pt x="484"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7" name="Google Shape;7547;p62"/>
            <p:cNvSpPr/>
            <p:nvPr/>
          </p:nvSpPr>
          <p:spPr>
            <a:xfrm>
              <a:off x="3711639" y="3882434"/>
              <a:ext cx="147030" cy="147015"/>
            </a:xfrm>
            <a:custGeom>
              <a:avLst/>
              <a:gdLst/>
              <a:ahLst/>
              <a:cxnLst/>
              <a:rect l="l" t="t" r="r" b="b"/>
              <a:pathLst>
                <a:path w="9820" h="9819" extrusionOk="0">
                  <a:moveTo>
                    <a:pt x="9819" y="0"/>
                  </a:moveTo>
                  <a:cubicBezTo>
                    <a:pt x="6665" y="169"/>
                    <a:pt x="3953" y="1220"/>
                    <a:pt x="1977" y="3196"/>
                  </a:cubicBezTo>
                  <a:cubicBezTo>
                    <a:pt x="1" y="5193"/>
                    <a:pt x="421" y="6434"/>
                    <a:pt x="232" y="9587"/>
                  </a:cubicBezTo>
                  <a:cubicBezTo>
                    <a:pt x="3407" y="9398"/>
                    <a:pt x="4647" y="9819"/>
                    <a:pt x="6623" y="7842"/>
                  </a:cubicBezTo>
                  <a:cubicBezTo>
                    <a:pt x="7107" y="7359"/>
                    <a:pt x="7548" y="6812"/>
                    <a:pt x="7927" y="6245"/>
                  </a:cubicBezTo>
                  <a:lnTo>
                    <a:pt x="6203" y="5950"/>
                  </a:lnTo>
                  <a:lnTo>
                    <a:pt x="6224" y="5929"/>
                  </a:lnTo>
                  <a:cubicBezTo>
                    <a:pt x="8326" y="4668"/>
                    <a:pt x="9672" y="2460"/>
                    <a:pt x="9819" y="42"/>
                  </a:cubicBezTo>
                  <a:lnTo>
                    <a:pt x="9819" y="0"/>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48" name="Google Shape;7548;p62"/>
            <p:cNvSpPr/>
            <p:nvPr/>
          </p:nvSpPr>
          <p:spPr>
            <a:xfrm>
              <a:off x="3682996" y="3930915"/>
              <a:ext cx="127191" cy="127176"/>
            </a:xfrm>
            <a:custGeom>
              <a:avLst/>
              <a:gdLst/>
              <a:ahLst/>
              <a:cxnLst/>
              <a:rect l="l" t="t" r="r" b="b"/>
              <a:pathLst>
                <a:path w="8495" h="8494" extrusionOk="0">
                  <a:moveTo>
                    <a:pt x="8494" y="0"/>
                  </a:moveTo>
                  <a:lnTo>
                    <a:pt x="8494" y="0"/>
                  </a:lnTo>
                  <a:cubicBezTo>
                    <a:pt x="4983" y="2061"/>
                    <a:pt x="2061" y="4983"/>
                    <a:pt x="0" y="8494"/>
                  </a:cubicBezTo>
                  <a:cubicBezTo>
                    <a:pt x="3512" y="6434"/>
                    <a:pt x="6434" y="3511"/>
                    <a:pt x="8494"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49" name="Google Shape;7549;p62"/>
          <p:cNvGrpSpPr/>
          <p:nvPr/>
        </p:nvGrpSpPr>
        <p:grpSpPr>
          <a:xfrm>
            <a:off x="2232648" y="1793115"/>
            <a:ext cx="303163" cy="351809"/>
            <a:chOff x="2224585" y="1962854"/>
            <a:chExt cx="303163" cy="351809"/>
          </a:xfrm>
        </p:grpSpPr>
        <p:sp>
          <p:nvSpPr>
            <p:cNvPr id="7550" name="Google Shape;7550;p62"/>
            <p:cNvSpPr/>
            <p:nvPr/>
          </p:nvSpPr>
          <p:spPr>
            <a:xfrm>
              <a:off x="2283143" y="1962854"/>
              <a:ext cx="181018" cy="81870"/>
            </a:xfrm>
            <a:custGeom>
              <a:avLst/>
              <a:gdLst/>
              <a:ahLst/>
              <a:cxnLst/>
              <a:rect l="l" t="t" r="r" b="b"/>
              <a:pathLst>
                <a:path w="12090" h="5468" extrusionOk="0">
                  <a:moveTo>
                    <a:pt x="652" y="1"/>
                  </a:moveTo>
                  <a:lnTo>
                    <a:pt x="0" y="5467"/>
                  </a:lnTo>
                  <a:lnTo>
                    <a:pt x="12089" y="5467"/>
                  </a:lnTo>
                  <a:lnTo>
                    <a:pt x="11774" y="1"/>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1" name="Google Shape;7551;p62"/>
            <p:cNvSpPr/>
            <p:nvPr/>
          </p:nvSpPr>
          <p:spPr>
            <a:xfrm>
              <a:off x="2224899" y="1962854"/>
              <a:ext cx="141355" cy="186378"/>
            </a:xfrm>
            <a:custGeom>
              <a:avLst/>
              <a:gdLst/>
              <a:ahLst/>
              <a:cxnLst/>
              <a:rect l="l" t="t" r="r" b="b"/>
              <a:pathLst>
                <a:path w="9441" h="12448" extrusionOk="0">
                  <a:moveTo>
                    <a:pt x="4563" y="1"/>
                  </a:moveTo>
                  <a:lnTo>
                    <a:pt x="1494" y="1514"/>
                  </a:lnTo>
                  <a:cubicBezTo>
                    <a:pt x="421" y="2040"/>
                    <a:pt x="1" y="3323"/>
                    <a:pt x="505" y="4395"/>
                  </a:cubicBezTo>
                  <a:lnTo>
                    <a:pt x="3659" y="10828"/>
                  </a:lnTo>
                  <a:lnTo>
                    <a:pt x="4458" y="12447"/>
                  </a:lnTo>
                  <a:lnTo>
                    <a:pt x="9441" y="10008"/>
                  </a:lnTo>
                  <a:lnTo>
                    <a:pt x="8221" y="7464"/>
                  </a:lnTo>
                  <a:lnTo>
                    <a:pt x="4563"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2" name="Google Shape;7552;p62"/>
            <p:cNvSpPr/>
            <p:nvPr/>
          </p:nvSpPr>
          <p:spPr>
            <a:xfrm>
              <a:off x="2386393" y="1962854"/>
              <a:ext cx="141355" cy="186378"/>
            </a:xfrm>
            <a:custGeom>
              <a:avLst/>
              <a:gdLst/>
              <a:ahLst/>
              <a:cxnLst/>
              <a:rect l="l" t="t" r="r" b="b"/>
              <a:pathLst>
                <a:path w="9441" h="12448" extrusionOk="0">
                  <a:moveTo>
                    <a:pt x="4878" y="1"/>
                  </a:moveTo>
                  <a:lnTo>
                    <a:pt x="1241" y="7464"/>
                  </a:lnTo>
                  <a:lnTo>
                    <a:pt x="0" y="10008"/>
                  </a:lnTo>
                  <a:lnTo>
                    <a:pt x="4983" y="12447"/>
                  </a:lnTo>
                  <a:lnTo>
                    <a:pt x="5782" y="10828"/>
                  </a:lnTo>
                  <a:lnTo>
                    <a:pt x="8936" y="4395"/>
                  </a:lnTo>
                  <a:cubicBezTo>
                    <a:pt x="9440" y="3323"/>
                    <a:pt x="9020" y="2040"/>
                    <a:pt x="7947" y="1514"/>
                  </a:cubicBezTo>
                  <a:lnTo>
                    <a:pt x="4878"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3" name="Google Shape;7553;p62"/>
            <p:cNvSpPr/>
            <p:nvPr/>
          </p:nvSpPr>
          <p:spPr>
            <a:xfrm>
              <a:off x="2279684" y="2074609"/>
              <a:ext cx="86571" cy="74623"/>
            </a:xfrm>
            <a:custGeom>
              <a:avLst/>
              <a:gdLst/>
              <a:ahLst/>
              <a:cxnLst/>
              <a:rect l="l" t="t" r="r" b="b"/>
              <a:pathLst>
                <a:path w="5782" h="4984" extrusionOk="0">
                  <a:moveTo>
                    <a:pt x="4541" y="0"/>
                  </a:moveTo>
                  <a:cubicBezTo>
                    <a:pt x="2649" y="484"/>
                    <a:pt x="1030" y="1682"/>
                    <a:pt x="0" y="3364"/>
                  </a:cubicBezTo>
                  <a:lnTo>
                    <a:pt x="799" y="4983"/>
                  </a:lnTo>
                  <a:lnTo>
                    <a:pt x="5782" y="2544"/>
                  </a:lnTo>
                  <a:lnTo>
                    <a:pt x="4541"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4" name="Google Shape;7554;p62"/>
            <p:cNvSpPr/>
            <p:nvPr/>
          </p:nvSpPr>
          <p:spPr>
            <a:xfrm>
              <a:off x="2386393" y="2074609"/>
              <a:ext cx="86571" cy="74623"/>
            </a:xfrm>
            <a:custGeom>
              <a:avLst/>
              <a:gdLst/>
              <a:ahLst/>
              <a:cxnLst/>
              <a:rect l="l" t="t" r="r" b="b"/>
              <a:pathLst>
                <a:path w="5782" h="4984" extrusionOk="0">
                  <a:moveTo>
                    <a:pt x="1241" y="0"/>
                  </a:moveTo>
                  <a:lnTo>
                    <a:pt x="0" y="2544"/>
                  </a:lnTo>
                  <a:lnTo>
                    <a:pt x="4983" y="4983"/>
                  </a:lnTo>
                  <a:lnTo>
                    <a:pt x="5782" y="3364"/>
                  </a:lnTo>
                  <a:cubicBezTo>
                    <a:pt x="4752" y="1682"/>
                    <a:pt x="3133" y="484"/>
                    <a:pt x="1241"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5" name="Google Shape;7555;p62"/>
            <p:cNvSpPr/>
            <p:nvPr/>
          </p:nvSpPr>
          <p:spPr>
            <a:xfrm>
              <a:off x="2224585" y="2087830"/>
              <a:ext cx="265073" cy="226833"/>
            </a:xfrm>
            <a:custGeom>
              <a:avLst/>
              <a:gdLst/>
              <a:ahLst/>
              <a:cxnLst/>
              <a:rect l="l" t="t" r="r" b="b"/>
              <a:pathLst>
                <a:path w="17704" h="15150" extrusionOk="0">
                  <a:moveTo>
                    <a:pt x="10134" y="0"/>
                  </a:moveTo>
                  <a:cubicBezTo>
                    <a:pt x="3386" y="0"/>
                    <a:pt x="1" y="8158"/>
                    <a:pt x="4773" y="12930"/>
                  </a:cubicBezTo>
                  <a:cubicBezTo>
                    <a:pt x="6221" y="14378"/>
                    <a:pt x="8158" y="15150"/>
                    <a:pt x="10125" y="15150"/>
                  </a:cubicBezTo>
                  <a:cubicBezTo>
                    <a:pt x="11100" y="15150"/>
                    <a:pt x="12081" y="14960"/>
                    <a:pt x="13015" y="14570"/>
                  </a:cubicBezTo>
                  <a:cubicBezTo>
                    <a:pt x="15853" y="13414"/>
                    <a:pt x="17703" y="10639"/>
                    <a:pt x="17703" y="7590"/>
                  </a:cubicBezTo>
                  <a:cubicBezTo>
                    <a:pt x="17703" y="3406"/>
                    <a:pt x="14318" y="0"/>
                    <a:pt x="10134"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6" name="Google Shape;7556;p62"/>
            <p:cNvSpPr/>
            <p:nvPr/>
          </p:nvSpPr>
          <p:spPr>
            <a:xfrm>
              <a:off x="2274953" y="2125605"/>
              <a:ext cx="177244" cy="151627"/>
            </a:xfrm>
            <a:custGeom>
              <a:avLst/>
              <a:gdLst/>
              <a:ahLst/>
              <a:cxnLst/>
              <a:rect l="l" t="t" r="r" b="b"/>
              <a:pathLst>
                <a:path w="11838" h="10127" extrusionOk="0">
                  <a:moveTo>
                    <a:pt x="6770" y="0"/>
                  </a:moveTo>
                  <a:cubicBezTo>
                    <a:pt x="2250" y="0"/>
                    <a:pt x="1" y="5446"/>
                    <a:pt x="3196" y="8641"/>
                  </a:cubicBezTo>
                  <a:cubicBezTo>
                    <a:pt x="4222" y="9667"/>
                    <a:pt x="5488" y="10127"/>
                    <a:pt x="6731" y="10127"/>
                  </a:cubicBezTo>
                  <a:cubicBezTo>
                    <a:pt x="9333" y="10127"/>
                    <a:pt x="11837" y="8112"/>
                    <a:pt x="11837" y="5067"/>
                  </a:cubicBezTo>
                  <a:cubicBezTo>
                    <a:pt x="11837" y="2271"/>
                    <a:pt x="9567" y="0"/>
                    <a:pt x="677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7" name="Google Shape;7557;p62"/>
            <p:cNvSpPr/>
            <p:nvPr/>
          </p:nvSpPr>
          <p:spPr>
            <a:xfrm>
              <a:off x="2326263" y="2154053"/>
              <a:ext cx="99492" cy="89191"/>
            </a:xfrm>
            <a:custGeom>
              <a:avLst/>
              <a:gdLst/>
              <a:ahLst/>
              <a:cxnLst/>
              <a:rect l="l" t="t" r="r" b="b"/>
              <a:pathLst>
                <a:path w="6645" h="5957" extrusionOk="0">
                  <a:moveTo>
                    <a:pt x="3343" y="0"/>
                  </a:moveTo>
                  <a:cubicBezTo>
                    <a:pt x="3054" y="0"/>
                    <a:pt x="2766" y="158"/>
                    <a:pt x="2629" y="476"/>
                  </a:cubicBezTo>
                  <a:lnTo>
                    <a:pt x="2292" y="1149"/>
                  </a:lnTo>
                  <a:cubicBezTo>
                    <a:pt x="2166" y="1380"/>
                    <a:pt x="1956" y="1548"/>
                    <a:pt x="1683" y="1590"/>
                  </a:cubicBezTo>
                  <a:lnTo>
                    <a:pt x="947" y="1695"/>
                  </a:lnTo>
                  <a:cubicBezTo>
                    <a:pt x="274" y="1759"/>
                    <a:pt x="1" y="2600"/>
                    <a:pt x="505" y="3062"/>
                  </a:cubicBezTo>
                  <a:lnTo>
                    <a:pt x="1031" y="3588"/>
                  </a:lnTo>
                  <a:cubicBezTo>
                    <a:pt x="1220" y="3756"/>
                    <a:pt x="1304" y="4029"/>
                    <a:pt x="1262" y="4281"/>
                  </a:cubicBezTo>
                  <a:lnTo>
                    <a:pt x="1136" y="5017"/>
                  </a:lnTo>
                  <a:cubicBezTo>
                    <a:pt x="1053" y="5532"/>
                    <a:pt x="1455" y="5955"/>
                    <a:pt x="1917" y="5955"/>
                  </a:cubicBezTo>
                  <a:cubicBezTo>
                    <a:pt x="2041" y="5955"/>
                    <a:pt x="2168" y="5925"/>
                    <a:pt x="2292" y="5858"/>
                  </a:cubicBezTo>
                  <a:lnTo>
                    <a:pt x="2965" y="5522"/>
                  </a:lnTo>
                  <a:cubicBezTo>
                    <a:pt x="3081" y="5459"/>
                    <a:pt x="3207" y="5427"/>
                    <a:pt x="3333" y="5427"/>
                  </a:cubicBezTo>
                  <a:cubicBezTo>
                    <a:pt x="3459" y="5427"/>
                    <a:pt x="3585" y="5459"/>
                    <a:pt x="3701" y="5522"/>
                  </a:cubicBezTo>
                  <a:lnTo>
                    <a:pt x="4374" y="5858"/>
                  </a:lnTo>
                  <a:cubicBezTo>
                    <a:pt x="4500" y="5926"/>
                    <a:pt x="4632" y="5957"/>
                    <a:pt x="4759" y="5957"/>
                  </a:cubicBezTo>
                  <a:cubicBezTo>
                    <a:pt x="5223" y="5957"/>
                    <a:pt x="5629" y="5545"/>
                    <a:pt x="5530" y="5017"/>
                  </a:cubicBezTo>
                  <a:lnTo>
                    <a:pt x="5404" y="4281"/>
                  </a:lnTo>
                  <a:cubicBezTo>
                    <a:pt x="5362" y="4029"/>
                    <a:pt x="5446" y="3756"/>
                    <a:pt x="5635" y="3588"/>
                  </a:cubicBezTo>
                  <a:lnTo>
                    <a:pt x="6161" y="3062"/>
                  </a:lnTo>
                  <a:cubicBezTo>
                    <a:pt x="6644" y="2578"/>
                    <a:pt x="6371" y="1780"/>
                    <a:pt x="5719" y="1695"/>
                  </a:cubicBezTo>
                  <a:lnTo>
                    <a:pt x="4983" y="1590"/>
                  </a:lnTo>
                  <a:cubicBezTo>
                    <a:pt x="4731" y="1527"/>
                    <a:pt x="4500" y="1380"/>
                    <a:pt x="4395" y="1128"/>
                  </a:cubicBezTo>
                  <a:lnTo>
                    <a:pt x="4058" y="455"/>
                  </a:lnTo>
                  <a:cubicBezTo>
                    <a:pt x="3912" y="153"/>
                    <a:pt x="3627" y="0"/>
                    <a:pt x="3343"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58" name="Google Shape;7558;p62"/>
          <p:cNvGrpSpPr/>
          <p:nvPr/>
        </p:nvGrpSpPr>
        <p:grpSpPr>
          <a:xfrm>
            <a:off x="2630856" y="1821128"/>
            <a:ext cx="389090" cy="296231"/>
            <a:chOff x="2622794" y="1990868"/>
            <a:chExt cx="389090" cy="296231"/>
          </a:xfrm>
        </p:grpSpPr>
        <p:sp>
          <p:nvSpPr>
            <p:cNvPr id="7559" name="Google Shape;7559;p62"/>
            <p:cNvSpPr/>
            <p:nvPr/>
          </p:nvSpPr>
          <p:spPr>
            <a:xfrm>
              <a:off x="2654910" y="1990868"/>
              <a:ext cx="324873" cy="224468"/>
            </a:xfrm>
            <a:custGeom>
              <a:avLst/>
              <a:gdLst/>
              <a:ahLst/>
              <a:cxnLst/>
              <a:rect l="l" t="t" r="r" b="b"/>
              <a:pathLst>
                <a:path w="21698" h="14992" extrusionOk="0">
                  <a:moveTo>
                    <a:pt x="378" y="1"/>
                  </a:moveTo>
                  <a:cubicBezTo>
                    <a:pt x="168" y="1"/>
                    <a:pt x="0" y="148"/>
                    <a:pt x="0" y="358"/>
                  </a:cubicBezTo>
                  <a:lnTo>
                    <a:pt x="0" y="14991"/>
                  </a:lnTo>
                  <a:lnTo>
                    <a:pt x="21697" y="14991"/>
                  </a:lnTo>
                  <a:lnTo>
                    <a:pt x="21697" y="358"/>
                  </a:lnTo>
                  <a:cubicBezTo>
                    <a:pt x="21697" y="148"/>
                    <a:pt x="21529" y="1"/>
                    <a:pt x="21340"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0" name="Google Shape;7560;p62"/>
            <p:cNvSpPr/>
            <p:nvPr/>
          </p:nvSpPr>
          <p:spPr>
            <a:xfrm>
              <a:off x="2654910" y="1990868"/>
              <a:ext cx="324873" cy="224468"/>
            </a:xfrm>
            <a:custGeom>
              <a:avLst/>
              <a:gdLst/>
              <a:ahLst/>
              <a:cxnLst/>
              <a:rect l="l" t="t" r="r" b="b"/>
              <a:pathLst>
                <a:path w="21698" h="14992" extrusionOk="0">
                  <a:moveTo>
                    <a:pt x="18607" y="1"/>
                  </a:moveTo>
                  <a:cubicBezTo>
                    <a:pt x="18817" y="1"/>
                    <a:pt x="18964" y="169"/>
                    <a:pt x="18964" y="358"/>
                  </a:cubicBezTo>
                  <a:lnTo>
                    <a:pt x="18964" y="12826"/>
                  </a:lnTo>
                  <a:cubicBezTo>
                    <a:pt x="18964" y="13057"/>
                    <a:pt x="18775" y="13267"/>
                    <a:pt x="18543" y="13267"/>
                  </a:cubicBezTo>
                  <a:lnTo>
                    <a:pt x="0" y="13267"/>
                  </a:lnTo>
                  <a:lnTo>
                    <a:pt x="0" y="14991"/>
                  </a:lnTo>
                  <a:lnTo>
                    <a:pt x="21697" y="14991"/>
                  </a:lnTo>
                  <a:lnTo>
                    <a:pt x="21697" y="358"/>
                  </a:lnTo>
                  <a:cubicBezTo>
                    <a:pt x="21697" y="169"/>
                    <a:pt x="21529" y="1"/>
                    <a:pt x="21340" y="1"/>
                  </a:cubicBezTo>
                  <a:close/>
                </a:path>
              </a:pathLst>
            </a:custGeom>
            <a:solidFill>
              <a:srgbClr val="BB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1" name="Google Shape;7561;p62"/>
            <p:cNvSpPr/>
            <p:nvPr/>
          </p:nvSpPr>
          <p:spPr>
            <a:xfrm>
              <a:off x="2679135" y="2015108"/>
              <a:ext cx="276407" cy="162137"/>
            </a:xfrm>
            <a:custGeom>
              <a:avLst/>
              <a:gdLst/>
              <a:ahLst/>
              <a:cxnLst/>
              <a:rect l="l" t="t" r="r" b="b"/>
              <a:pathLst>
                <a:path w="18461" h="10829" extrusionOk="0">
                  <a:moveTo>
                    <a:pt x="232" y="1"/>
                  </a:moveTo>
                  <a:cubicBezTo>
                    <a:pt x="106" y="1"/>
                    <a:pt x="1" y="106"/>
                    <a:pt x="1" y="211"/>
                  </a:cubicBezTo>
                  <a:lnTo>
                    <a:pt x="1" y="10597"/>
                  </a:lnTo>
                  <a:cubicBezTo>
                    <a:pt x="1" y="10723"/>
                    <a:pt x="106" y="10828"/>
                    <a:pt x="232" y="10828"/>
                  </a:cubicBezTo>
                  <a:lnTo>
                    <a:pt x="18250" y="10828"/>
                  </a:lnTo>
                  <a:cubicBezTo>
                    <a:pt x="18355" y="10828"/>
                    <a:pt x="18460" y="10723"/>
                    <a:pt x="18460" y="10597"/>
                  </a:cubicBezTo>
                  <a:lnTo>
                    <a:pt x="18460" y="211"/>
                  </a:lnTo>
                  <a:cubicBezTo>
                    <a:pt x="18460" y="106"/>
                    <a:pt x="18355" y="1"/>
                    <a:pt x="1825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2" name="Google Shape;7562;p62"/>
            <p:cNvSpPr/>
            <p:nvPr/>
          </p:nvSpPr>
          <p:spPr>
            <a:xfrm>
              <a:off x="2679135" y="2015108"/>
              <a:ext cx="276722" cy="162137"/>
            </a:xfrm>
            <a:custGeom>
              <a:avLst/>
              <a:gdLst/>
              <a:ahLst/>
              <a:cxnLst/>
              <a:rect l="l" t="t" r="r" b="b"/>
              <a:pathLst>
                <a:path w="18482" h="10829" extrusionOk="0">
                  <a:moveTo>
                    <a:pt x="17346" y="1"/>
                  </a:moveTo>
                  <a:lnTo>
                    <a:pt x="17346" y="9546"/>
                  </a:lnTo>
                  <a:cubicBezTo>
                    <a:pt x="17346" y="9672"/>
                    <a:pt x="17262" y="9777"/>
                    <a:pt x="17136" y="9777"/>
                  </a:cubicBezTo>
                  <a:lnTo>
                    <a:pt x="1" y="9777"/>
                  </a:lnTo>
                  <a:lnTo>
                    <a:pt x="1" y="10597"/>
                  </a:lnTo>
                  <a:cubicBezTo>
                    <a:pt x="1" y="10723"/>
                    <a:pt x="106" y="10828"/>
                    <a:pt x="232" y="10828"/>
                  </a:cubicBezTo>
                  <a:lnTo>
                    <a:pt x="18250" y="10828"/>
                  </a:lnTo>
                  <a:cubicBezTo>
                    <a:pt x="18376" y="10828"/>
                    <a:pt x="18481" y="10723"/>
                    <a:pt x="18481" y="10597"/>
                  </a:cubicBezTo>
                  <a:lnTo>
                    <a:pt x="18481" y="211"/>
                  </a:lnTo>
                  <a:cubicBezTo>
                    <a:pt x="18481" y="85"/>
                    <a:pt x="18376" y="1"/>
                    <a:pt x="18250" y="1"/>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3" name="Google Shape;7563;p62"/>
            <p:cNvSpPr/>
            <p:nvPr/>
          </p:nvSpPr>
          <p:spPr>
            <a:xfrm>
              <a:off x="2622794" y="2264430"/>
              <a:ext cx="388776" cy="22668"/>
            </a:xfrm>
            <a:custGeom>
              <a:avLst/>
              <a:gdLst/>
              <a:ahLst/>
              <a:cxnLst/>
              <a:rect l="l" t="t" r="r" b="b"/>
              <a:pathLst>
                <a:path w="25966" h="1514" extrusionOk="0">
                  <a:moveTo>
                    <a:pt x="1" y="0"/>
                  </a:moveTo>
                  <a:lnTo>
                    <a:pt x="1" y="1009"/>
                  </a:lnTo>
                  <a:cubicBezTo>
                    <a:pt x="1" y="1283"/>
                    <a:pt x="232" y="1514"/>
                    <a:pt x="505" y="1514"/>
                  </a:cubicBezTo>
                  <a:lnTo>
                    <a:pt x="25482" y="1514"/>
                  </a:lnTo>
                  <a:cubicBezTo>
                    <a:pt x="25755" y="1493"/>
                    <a:pt x="25966" y="1283"/>
                    <a:pt x="25966" y="1009"/>
                  </a:cubicBezTo>
                  <a:lnTo>
                    <a:pt x="25966" y="0"/>
                  </a:ln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4" name="Google Shape;7564;p62"/>
            <p:cNvSpPr/>
            <p:nvPr/>
          </p:nvSpPr>
          <p:spPr>
            <a:xfrm>
              <a:off x="2623108" y="2201471"/>
              <a:ext cx="388776" cy="62974"/>
            </a:xfrm>
            <a:custGeom>
              <a:avLst/>
              <a:gdLst/>
              <a:ahLst/>
              <a:cxnLst/>
              <a:rect l="l" t="t" r="r" b="b"/>
              <a:pathLst>
                <a:path w="25966" h="4206" extrusionOk="0">
                  <a:moveTo>
                    <a:pt x="2124" y="0"/>
                  </a:moveTo>
                  <a:lnTo>
                    <a:pt x="1" y="4205"/>
                  </a:lnTo>
                  <a:lnTo>
                    <a:pt x="25966" y="4205"/>
                  </a:lnTo>
                  <a:lnTo>
                    <a:pt x="23821" y="0"/>
                  </a:lnTo>
                  <a:close/>
                </a:path>
              </a:pathLst>
            </a:custGeom>
            <a:solidFill>
              <a:srgbClr val="A1B4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5" name="Google Shape;7565;p62"/>
            <p:cNvSpPr/>
            <p:nvPr/>
          </p:nvSpPr>
          <p:spPr>
            <a:xfrm>
              <a:off x="2623108" y="2201471"/>
              <a:ext cx="388776" cy="62974"/>
            </a:xfrm>
            <a:custGeom>
              <a:avLst/>
              <a:gdLst/>
              <a:ahLst/>
              <a:cxnLst/>
              <a:rect l="l" t="t" r="r" b="b"/>
              <a:pathLst>
                <a:path w="25966" h="4206" extrusionOk="0">
                  <a:moveTo>
                    <a:pt x="20752" y="0"/>
                  </a:moveTo>
                  <a:lnTo>
                    <a:pt x="22160" y="2754"/>
                  </a:lnTo>
                  <a:cubicBezTo>
                    <a:pt x="22328" y="3070"/>
                    <a:pt x="22097" y="3448"/>
                    <a:pt x="21740" y="3448"/>
                  </a:cubicBezTo>
                  <a:lnTo>
                    <a:pt x="379" y="3448"/>
                  </a:lnTo>
                  <a:lnTo>
                    <a:pt x="1" y="4205"/>
                  </a:lnTo>
                  <a:lnTo>
                    <a:pt x="25966" y="4205"/>
                  </a:lnTo>
                  <a:lnTo>
                    <a:pt x="23821"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6" name="Google Shape;7566;p62"/>
            <p:cNvSpPr/>
            <p:nvPr/>
          </p:nvSpPr>
          <p:spPr>
            <a:xfrm>
              <a:off x="2766021" y="2232943"/>
              <a:ext cx="102951" cy="31502"/>
            </a:xfrm>
            <a:custGeom>
              <a:avLst/>
              <a:gdLst/>
              <a:ahLst/>
              <a:cxnLst/>
              <a:rect l="l" t="t" r="r" b="b"/>
              <a:pathLst>
                <a:path w="6876" h="2104" extrusionOk="0">
                  <a:moveTo>
                    <a:pt x="842" y="1"/>
                  </a:moveTo>
                  <a:cubicBezTo>
                    <a:pt x="673" y="1"/>
                    <a:pt x="547" y="106"/>
                    <a:pt x="505" y="253"/>
                  </a:cubicBezTo>
                  <a:lnTo>
                    <a:pt x="1" y="2103"/>
                  </a:lnTo>
                  <a:lnTo>
                    <a:pt x="6876" y="2103"/>
                  </a:lnTo>
                  <a:lnTo>
                    <a:pt x="6371" y="253"/>
                  </a:lnTo>
                  <a:cubicBezTo>
                    <a:pt x="6329" y="106"/>
                    <a:pt x="6182" y="1"/>
                    <a:pt x="6035"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7" name="Google Shape;7567;p62"/>
            <p:cNvSpPr/>
            <p:nvPr/>
          </p:nvSpPr>
          <p:spPr>
            <a:xfrm>
              <a:off x="2766021" y="2253096"/>
              <a:ext cx="102951" cy="11349"/>
            </a:xfrm>
            <a:custGeom>
              <a:avLst/>
              <a:gdLst/>
              <a:ahLst/>
              <a:cxnLst/>
              <a:rect l="l" t="t" r="r" b="b"/>
              <a:pathLst>
                <a:path w="6876" h="758" extrusionOk="0">
                  <a:moveTo>
                    <a:pt x="211" y="0"/>
                  </a:moveTo>
                  <a:lnTo>
                    <a:pt x="1" y="757"/>
                  </a:lnTo>
                  <a:lnTo>
                    <a:pt x="6876" y="757"/>
                  </a:lnTo>
                  <a:lnTo>
                    <a:pt x="6665" y="0"/>
                  </a:lnTo>
                  <a:close/>
                </a:path>
              </a:pathLst>
            </a:custGeom>
            <a:solidFill>
              <a:srgbClr val="BB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68" name="Google Shape;7568;p62"/>
          <p:cNvGrpSpPr/>
          <p:nvPr/>
        </p:nvGrpSpPr>
        <p:grpSpPr>
          <a:xfrm>
            <a:off x="3985388" y="1782409"/>
            <a:ext cx="327074" cy="375241"/>
            <a:chOff x="3977326" y="1952149"/>
            <a:chExt cx="327074" cy="375241"/>
          </a:xfrm>
        </p:grpSpPr>
        <p:sp>
          <p:nvSpPr>
            <p:cNvPr id="7569" name="Google Shape;7569;p62"/>
            <p:cNvSpPr/>
            <p:nvPr/>
          </p:nvSpPr>
          <p:spPr>
            <a:xfrm>
              <a:off x="4035868" y="2103566"/>
              <a:ext cx="209974" cy="49754"/>
            </a:xfrm>
            <a:custGeom>
              <a:avLst/>
              <a:gdLst/>
              <a:ahLst/>
              <a:cxnLst/>
              <a:rect l="l" t="t" r="r" b="b"/>
              <a:pathLst>
                <a:path w="14024" h="3323" extrusionOk="0">
                  <a:moveTo>
                    <a:pt x="379" y="1"/>
                  </a:moveTo>
                  <a:cubicBezTo>
                    <a:pt x="169" y="1"/>
                    <a:pt x="1" y="169"/>
                    <a:pt x="1" y="358"/>
                  </a:cubicBezTo>
                  <a:lnTo>
                    <a:pt x="1" y="3322"/>
                  </a:lnTo>
                  <a:lnTo>
                    <a:pt x="14024" y="3322"/>
                  </a:lnTo>
                  <a:lnTo>
                    <a:pt x="14024" y="358"/>
                  </a:lnTo>
                  <a:cubicBezTo>
                    <a:pt x="14024" y="169"/>
                    <a:pt x="13877" y="1"/>
                    <a:pt x="13667"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0" name="Google Shape;7570;p62"/>
            <p:cNvSpPr/>
            <p:nvPr/>
          </p:nvSpPr>
          <p:spPr>
            <a:xfrm>
              <a:off x="4035868" y="2142285"/>
              <a:ext cx="209974" cy="185105"/>
            </a:xfrm>
            <a:custGeom>
              <a:avLst/>
              <a:gdLst/>
              <a:ahLst/>
              <a:cxnLst/>
              <a:rect l="l" t="t" r="r" b="b"/>
              <a:pathLst>
                <a:path w="14024" h="12363" extrusionOk="0">
                  <a:moveTo>
                    <a:pt x="1" y="1"/>
                  </a:moveTo>
                  <a:lnTo>
                    <a:pt x="1" y="11984"/>
                  </a:lnTo>
                  <a:cubicBezTo>
                    <a:pt x="1" y="12195"/>
                    <a:pt x="169" y="12363"/>
                    <a:pt x="379" y="12363"/>
                  </a:cubicBezTo>
                  <a:lnTo>
                    <a:pt x="13667" y="12363"/>
                  </a:lnTo>
                  <a:cubicBezTo>
                    <a:pt x="13877" y="12363"/>
                    <a:pt x="14024" y="12195"/>
                    <a:pt x="14024" y="11984"/>
                  </a:cubicBezTo>
                  <a:lnTo>
                    <a:pt x="14024" y="1"/>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1" name="Google Shape;7571;p62"/>
            <p:cNvSpPr/>
            <p:nvPr/>
          </p:nvSpPr>
          <p:spPr>
            <a:xfrm>
              <a:off x="4064825" y="2171242"/>
              <a:ext cx="41264" cy="156148"/>
            </a:xfrm>
            <a:custGeom>
              <a:avLst/>
              <a:gdLst/>
              <a:ahLst/>
              <a:cxnLst/>
              <a:rect l="l" t="t" r="r" b="b"/>
              <a:pathLst>
                <a:path w="2756" h="10429" extrusionOk="0">
                  <a:moveTo>
                    <a:pt x="1368" y="1"/>
                  </a:moveTo>
                  <a:cubicBezTo>
                    <a:pt x="611" y="1"/>
                    <a:pt x="1" y="611"/>
                    <a:pt x="1" y="1367"/>
                  </a:cubicBezTo>
                  <a:lnTo>
                    <a:pt x="1" y="10072"/>
                  </a:lnTo>
                  <a:cubicBezTo>
                    <a:pt x="1" y="10282"/>
                    <a:pt x="169" y="10429"/>
                    <a:pt x="379" y="10429"/>
                  </a:cubicBezTo>
                  <a:lnTo>
                    <a:pt x="2377" y="10429"/>
                  </a:lnTo>
                  <a:cubicBezTo>
                    <a:pt x="2587" y="10429"/>
                    <a:pt x="2755" y="10282"/>
                    <a:pt x="2755" y="10072"/>
                  </a:cubicBezTo>
                  <a:lnTo>
                    <a:pt x="2755" y="1367"/>
                  </a:lnTo>
                  <a:cubicBezTo>
                    <a:pt x="2755" y="611"/>
                    <a:pt x="2124" y="1"/>
                    <a:pt x="1368" y="1"/>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2" name="Google Shape;7572;p62"/>
            <p:cNvSpPr/>
            <p:nvPr/>
          </p:nvSpPr>
          <p:spPr>
            <a:xfrm>
              <a:off x="4120553" y="2171242"/>
              <a:ext cx="40935" cy="156148"/>
            </a:xfrm>
            <a:custGeom>
              <a:avLst/>
              <a:gdLst/>
              <a:ahLst/>
              <a:cxnLst/>
              <a:rect l="l" t="t" r="r" b="b"/>
              <a:pathLst>
                <a:path w="2734" h="10429" extrusionOk="0">
                  <a:moveTo>
                    <a:pt x="1367" y="1"/>
                  </a:moveTo>
                  <a:cubicBezTo>
                    <a:pt x="610" y="1"/>
                    <a:pt x="0" y="611"/>
                    <a:pt x="0" y="1367"/>
                  </a:cubicBezTo>
                  <a:lnTo>
                    <a:pt x="0" y="10072"/>
                  </a:lnTo>
                  <a:cubicBezTo>
                    <a:pt x="0" y="10282"/>
                    <a:pt x="147" y="10429"/>
                    <a:pt x="358" y="10429"/>
                  </a:cubicBezTo>
                  <a:lnTo>
                    <a:pt x="2355" y="10429"/>
                  </a:lnTo>
                  <a:cubicBezTo>
                    <a:pt x="2565" y="10429"/>
                    <a:pt x="2733" y="10282"/>
                    <a:pt x="2733" y="10072"/>
                  </a:cubicBezTo>
                  <a:lnTo>
                    <a:pt x="2733" y="1367"/>
                  </a:lnTo>
                  <a:cubicBezTo>
                    <a:pt x="2712" y="611"/>
                    <a:pt x="2124" y="1"/>
                    <a:pt x="1367" y="1"/>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3" name="Google Shape;7573;p62"/>
            <p:cNvSpPr/>
            <p:nvPr/>
          </p:nvSpPr>
          <p:spPr>
            <a:xfrm>
              <a:off x="4175951" y="2171242"/>
              <a:ext cx="41249" cy="156148"/>
            </a:xfrm>
            <a:custGeom>
              <a:avLst/>
              <a:gdLst/>
              <a:ahLst/>
              <a:cxnLst/>
              <a:rect l="l" t="t" r="r" b="b"/>
              <a:pathLst>
                <a:path w="2755" h="10429" extrusionOk="0">
                  <a:moveTo>
                    <a:pt x="1367" y="1"/>
                  </a:moveTo>
                  <a:cubicBezTo>
                    <a:pt x="610" y="1"/>
                    <a:pt x="1" y="611"/>
                    <a:pt x="1" y="1367"/>
                  </a:cubicBezTo>
                  <a:lnTo>
                    <a:pt x="1" y="10072"/>
                  </a:lnTo>
                  <a:cubicBezTo>
                    <a:pt x="1" y="10282"/>
                    <a:pt x="169" y="10429"/>
                    <a:pt x="379" y="10429"/>
                  </a:cubicBezTo>
                  <a:lnTo>
                    <a:pt x="2376" y="10429"/>
                  </a:lnTo>
                  <a:cubicBezTo>
                    <a:pt x="2587" y="10429"/>
                    <a:pt x="2755" y="10282"/>
                    <a:pt x="2755" y="10072"/>
                  </a:cubicBezTo>
                  <a:lnTo>
                    <a:pt x="2755" y="1367"/>
                  </a:lnTo>
                  <a:cubicBezTo>
                    <a:pt x="2734" y="611"/>
                    <a:pt x="2124" y="1"/>
                    <a:pt x="1367" y="1"/>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4" name="Google Shape;7574;p62"/>
            <p:cNvSpPr/>
            <p:nvPr/>
          </p:nvSpPr>
          <p:spPr>
            <a:xfrm>
              <a:off x="3977326" y="1952149"/>
              <a:ext cx="327074" cy="64232"/>
            </a:xfrm>
            <a:custGeom>
              <a:avLst/>
              <a:gdLst/>
              <a:ahLst/>
              <a:cxnLst/>
              <a:rect l="l" t="t" r="r" b="b"/>
              <a:pathLst>
                <a:path w="21845" h="4290" extrusionOk="0">
                  <a:moveTo>
                    <a:pt x="2145" y="1"/>
                  </a:moveTo>
                  <a:cubicBezTo>
                    <a:pt x="967" y="1"/>
                    <a:pt x="0" y="968"/>
                    <a:pt x="0" y="2145"/>
                  </a:cubicBezTo>
                  <a:cubicBezTo>
                    <a:pt x="0" y="3323"/>
                    <a:pt x="967" y="4290"/>
                    <a:pt x="2145" y="4290"/>
                  </a:cubicBezTo>
                  <a:lnTo>
                    <a:pt x="19700" y="4290"/>
                  </a:lnTo>
                  <a:cubicBezTo>
                    <a:pt x="20877" y="4290"/>
                    <a:pt x="21844" y="3323"/>
                    <a:pt x="21844" y="2145"/>
                  </a:cubicBezTo>
                  <a:cubicBezTo>
                    <a:pt x="21844" y="968"/>
                    <a:pt x="20877" y="1"/>
                    <a:pt x="19700" y="1"/>
                  </a:cubicBezTo>
                  <a:close/>
                </a:path>
              </a:pathLst>
            </a:custGeom>
            <a:solidFill>
              <a:srgbClr val="B0C1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5" name="Google Shape;7575;p62"/>
            <p:cNvSpPr/>
            <p:nvPr/>
          </p:nvSpPr>
          <p:spPr>
            <a:xfrm>
              <a:off x="4223489" y="2103566"/>
              <a:ext cx="22354" cy="49754"/>
            </a:xfrm>
            <a:custGeom>
              <a:avLst/>
              <a:gdLst/>
              <a:ahLst/>
              <a:cxnLst/>
              <a:rect l="l" t="t" r="r" b="b"/>
              <a:pathLst>
                <a:path w="1493" h="3323" extrusionOk="0">
                  <a:moveTo>
                    <a:pt x="0" y="1"/>
                  </a:moveTo>
                  <a:cubicBezTo>
                    <a:pt x="210" y="1"/>
                    <a:pt x="379" y="169"/>
                    <a:pt x="379" y="358"/>
                  </a:cubicBezTo>
                  <a:lnTo>
                    <a:pt x="379" y="3322"/>
                  </a:lnTo>
                  <a:lnTo>
                    <a:pt x="1493" y="3322"/>
                  </a:lnTo>
                  <a:lnTo>
                    <a:pt x="1493" y="358"/>
                  </a:lnTo>
                  <a:cubicBezTo>
                    <a:pt x="1493" y="169"/>
                    <a:pt x="1346" y="1"/>
                    <a:pt x="1136"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6" name="Google Shape;7576;p62"/>
            <p:cNvSpPr/>
            <p:nvPr/>
          </p:nvSpPr>
          <p:spPr>
            <a:xfrm>
              <a:off x="4223489" y="2142285"/>
              <a:ext cx="22354" cy="185105"/>
            </a:xfrm>
            <a:custGeom>
              <a:avLst/>
              <a:gdLst/>
              <a:ahLst/>
              <a:cxnLst/>
              <a:rect l="l" t="t" r="r" b="b"/>
              <a:pathLst>
                <a:path w="1493" h="12363" extrusionOk="0">
                  <a:moveTo>
                    <a:pt x="379" y="1"/>
                  </a:moveTo>
                  <a:lnTo>
                    <a:pt x="379" y="11984"/>
                  </a:lnTo>
                  <a:cubicBezTo>
                    <a:pt x="379" y="12195"/>
                    <a:pt x="210" y="12363"/>
                    <a:pt x="0" y="12363"/>
                  </a:cubicBezTo>
                  <a:lnTo>
                    <a:pt x="1136" y="12363"/>
                  </a:lnTo>
                  <a:cubicBezTo>
                    <a:pt x="1325" y="12363"/>
                    <a:pt x="1493" y="12195"/>
                    <a:pt x="1493" y="11984"/>
                  </a:cubicBezTo>
                  <a:lnTo>
                    <a:pt x="1493" y="1"/>
                  </a:ln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7" name="Google Shape;7577;p62"/>
            <p:cNvSpPr/>
            <p:nvPr/>
          </p:nvSpPr>
          <p:spPr>
            <a:xfrm>
              <a:off x="4077103" y="2171242"/>
              <a:ext cx="28987" cy="156148"/>
            </a:xfrm>
            <a:custGeom>
              <a:avLst/>
              <a:gdLst/>
              <a:ahLst/>
              <a:cxnLst/>
              <a:rect l="l" t="t" r="r" b="b"/>
              <a:pathLst>
                <a:path w="1936" h="10429" extrusionOk="0">
                  <a:moveTo>
                    <a:pt x="548" y="1"/>
                  </a:moveTo>
                  <a:cubicBezTo>
                    <a:pt x="358" y="1"/>
                    <a:pt x="169" y="43"/>
                    <a:pt x="1" y="106"/>
                  </a:cubicBezTo>
                  <a:cubicBezTo>
                    <a:pt x="484" y="337"/>
                    <a:pt x="800" y="821"/>
                    <a:pt x="800" y="1367"/>
                  </a:cubicBezTo>
                  <a:lnTo>
                    <a:pt x="800" y="10072"/>
                  </a:lnTo>
                  <a:cubicBezTo>
                    <a:pt x="800" y="10282"/>
                    <a:pt x="632" y="10429"/>
                    <a:pt x="442" y="10429"/>
                  </a:cubicBezTo>
                  <a:lnTo>
                    <a:pt x="1557" y="10429"/>
                  </a:lnTo>
                  <a:cubicBezTo>
                    <a:pt x="1767" y="10429"/>
                    <a:pt x="1935" y="10282"/>
                    <a:pt x="1935" y="10072"/>
                  </a:cubicBezTo>
                  <a:lnTo>
                    <a:pt x="1935" y="1367"/>
                  </a:lnTo>
                  <a:cubicBezTo>
                    <a:pt x="1914" y="611"/>
                    <a:pt x="1304" y="1"/>
                    <a:pt x="548"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8" name="Google Shape;7578;p62"/>
            <p:cNvSpPr/>
            <p:nvPr/>
          </p:nvSpPr>
          <p:spPr>
            <a:xfrm>
              <a:off x="4132516" y="2171242"/>
              <a:ext cx="28972" cy="156148"/>
            </a:xfrm>
            <a:custGeom>
              <a:avLst/>
              <a:gdLst/>
              <a:ahLst/>
              <a:cxnLst/>
              <a:rect l="l" t="t" r="r" b="b"/>
              <a:pathLst>
                <a:path w="1935" h="10429" extrusionOk="0">
                  <a:moveTo>
                    <a:pt x="568" y="1"/>
                  </a:moveTo>
                  <a:cubicBezTo>
                    <a:pt x="379" y="1"/>
                    <a:pt x="168" y="43"/>
                    <a:pt x="0" y="106"/>
                  </a:cubicBezTo>
                  <a:cubicBezTo>
                    <a:pt x="484" y="337"/>
                    <a:pt x="799" y="821"/>
                    <a:pt x="799" y="1367"/>
                  </a:cubicBezTo>
                  <a:lnTo>
                    <a:pt x="799" y="10072"/>
                  </a:lnTo>
                  <a:cubicBezTo>
                    <a:pt x="799" y="10282"/>
                    <a:pt x="652" y="10429"/>
                    <a:pt x="442" y="10429"/>
                  </a:cubicBezTo>
                  <a:lnTo>
                    <a:pt x="1556" y="10429"/>
                  </a:lnTo>
                  <a:cubicBezTo>
                    <a:pt x="1766" y="10429"/>
                    <a:pt x="1934" y="10282"/>
                    <a:pt x="1934" y="10072"/>
                  </a:cubicBezTo>
                  <a:lnTo>
                    <a:pt x="1934" y="1367"/>
                  </a:lnTo>
                  <a:cubicBezTo>
                    <a:pt x="1913" y="611"/>
                    <a:pt x="1325" y="1"/>
                    <a:pt x="568"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9" name="Google Shape;7579;p62"/>
            <p:cNvSpPr/>
            <p:nvPr/>
          </p:nvSpPr>
          <p:spPr>
            <a:xfrm>
              <a:off x="4188228" y="2171242"/>
              <a:ext cx="28657" cy="156148"/>
            </a:xfrm>
            <a:custGeom>
              <a:avLst/>
              <a:gdLst/>
              <a:ahLst/>
              <a:cxnLst/>
              <a:rect l="l" t="t" r="r" b="b"/>
              <a:pathLst>
                <a:path w="1914" h="10429" extrusionOk="0">
                  <a:moveTo>
                    <a:pt x="547" y="1"/>
                  </a:moveTo>
                  <a:cubicBezTo>
                    <a:pt x="358" y="1"/>
                    <a:pt x="169" y="43"/>
                    <a:pt x="0" y="106"/>
                  </a:cubicBezTo>
                  <a:cubicBezTo>
                    <a:pt x="484" y="337"/>
                    <a:pt x="799" y="821"/>
                    <a:pt x="799" y="1367"/>
                  </a:cubicBezTo>
                  <a:lnTo>
                    <a:pt x="799" y="10072"/>
                  </a:lnTo>
                  <a:cubicBezTo>
                    <a:pt x="799" y="10282"/>
                    <a:pt x="631" y="10429"/>
                    <a:pt x="421" y="10429"/>
                  </a:cubicBezTo>
                  <a:lnTo>
                    <a:pt x="1556" y="10429"/>
                  </a:lnTo>
                  <a:cubicBezTo>
                    <a:pt x="1767" y="10429"/>
                    <a:pt x="1914" y="10282"/>
                    <a:pt x="1914" y="10072"/>
                  </a:cubicBezTo>
                  <a:lnTo>
                    <a:pt x="1914" y="1367"/>
                  </a:lnTo>
                  <a:cubicBezTo>
                    <a:pt x="1914" y="611"/>
                    <a:pt x="1304" y="1"/>
                    <a:pt x="547"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0" name="Google Shape;7580;p62"/>
            <p:cNvSpPr/>
            <p:nvPr/>
          </p:nvSpPr>
          <p:spPr>
            <a:xfrm>
              <a:off x="4255590" y="1952149"/>
              <a:ext cx="48810" cy="64232"/>
            </a:xfrm>
            <a:custGeom>
              <a:avLst/>
              <a:gdLst/>
              <a:ahLst/>
              <a:cxnLst/>
              <a:rect l="l" t="t" r="r" b="b"/>
              <a:pathLst>
                <a:path w="3260" h="4290" extrusionOk="0">
                  <a:moveTo>
                    <a:pt x="1" y="1"/>
                  </a:moveTo>
                  <a:cubicBezTo>
                    <a:pt x="1178" y="1"/>
                    <a:pt x="2145" y="968"/>
                    <a:pt x="2145" y="2145"/>
                  </a:cubicBezTo>
                  <a:cubicBezTo>
                    <a:pt x="2145" y="3323"/>
                    <a:pt x="1178" y="4290"/>
                    <a:pt x="1" y="4290"/>
                  </a:cubicBezTo>
                  <a:lnTo>
                    <a:pt x="1115" y="4290"/>
                  </a:lnTo>
                  <a:cubicBezTo>
                    <a:pt x="2292" y="4290"/>
                    <a:pt x="3259" y="3323"/>
                    <a:pt x="3259" y="2145"/>
                  </a:cubicBezTo>
                  <a:cubicBezTo>
                    <a:pt x="3259" y="968"/>
                    <a:pt x="2292" y="1"/>
                    <a:pt x="1115"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1" name="Google Shape;7581;p62"/>
            <p:cNvSpPr/>
            <p:nvPr/>
          </p:nvSpPr>
          <p:spPr>
            <a:xfrm>
              <a:off x="3988346" y="2010706"/>
              <a:ext cx="307865" cy="98235"/>
            </a:xfrm>
            <a:custGeom>
              <a:avLst/>
              <a:gdLst/>
              <a:ahLst/>
              <a:cxnLst/>
              <a:rect l="l" t="t" r="r" b="b"/>
              <a:pathLst>
                <a:path w="20562" h="6561" extrusionOk="0">
                  <a:moveTo>
                    <a:pt x="3280" y="0"/>
                  </a:moveTo>
                  <a:cubicBezTo>
                    <a:pt x="1472" y="0"/>
                    <a:pt x="0" y="1472"/>
                    <a:pt x="0" y="3280"/>
                  </a:cubicBezTo>
                  <a:cubicBezTo>
                    <a:pt x="0" y="5088"/>
                    <a:pt x="1472" y="6560"/>
                    <a:pt x="3280" y="6560"/>
                  </a:cubicBezTo>
                  <a:lnTo>
                    <a:pt x="17282" y="6560"/>
                  </a:lnTo>
                  <a:cubicBezTo>
                    <a:pt x="19090" y="6560"/>
                    <a:pt x="20562" y="5088"/>
                    <a:pt x="20562" y="3280"/>
                  </a:cubicBezTo>
                  <a:cubicBezTo>
                    <a:pt x="20562" y="1472"/>
                    <a:pt x="19090" y="0"/>
                    <a:pt x="17282"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2" name="Google Shape;7582;p62"/>
            <p:cNvSpPr/>
            <p:nvPr/>
          </p:nvSpPr>
          <p:spPr>
            <a:xfrm>
              <a:off x="4230092" y="2010706"/>
              <a:ext cx="66119" cy="98549"/>
            </a:xfrm>
            <a:custGeom>
              <a:avLst/>
              <a:gdLst/>
              <a:ahLst/>
              <a:cxnLst/>
              <a:rect l="l" t="t" r="r" b="b"/>
              <a:pathLst>
                <a:path w="4416" h="6582" extrusionOk="0">
                  <a:moveTo>
                    <a:pt x="1" y="0"/>
                  </a:moveTo>
                  <a:cubicBezTo>
                    <a:pt x="1830" y="0"/>
                    <a:pt x="3281" y="1472"/>
                    <a:pt x="3281" y="3301"/>
                  </a:cubicBezTo>
                  <a:cubicBezTo>
                    <a:pt x="3281" y="5109"/>
                    <a:pt x="1830" y="6581"/>
                    <a:pt x="1" y="6581"/>
                  </a:cubicBezTo>
                  <a:lnTo>
                    <a:pt x="1136" y="6581"/>
                  </a:lnTo>
                  <a:cubicBezTo>
                    <a:pt x="2944" y="6581"/>
                    <a:pt x="4416" y="5109"/>
                    <a:pt x="4416" y="3301"/>
                  </a:cubicBezTo>
                  <a:cubicBezTo>
                    <a:pt x="4416" y="1472"/>
                    <a:pt x="2944" y="0"/>
                    <a:pt x="1136" y="0"/>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3" name="Google Shape;7583;p62"/>
            <p:cNvSpPr/>
            <p:nvPr/>
          </p:nvSpPr>
          <p:spPr>
            <a:xfrm>
              <a:off x="3982671" y="2005346"/>
              <a:ext cx="318899" cy="109254"/>
            </a:xfrm>
            <a:custGeom>
              <a:avLst/>
              <a:gdLst/>
              <a:ahLst/>
              <a:cxnLst/>
              <a:rect l="l" t="t" r="r" b="b"/>
              <a:pathLst>
                <a:path w="21299" h="7297" extrusionOk="0">
                  <a:moveTo>
                    <a:pt x="3659" y="1"/>
                  </a:moveTo>
                  <a:cubicBezTo>
                    <a:pt x="1640" y="1"/>
                    <a:pt x="1" y="1641"/>
                    <a:pt x="1" y="3638"/>
                  </a:cubicBezTo>
                  <a:cubicBezTo>
                    <a:pt x="1" y="5657"/>
                    <a:pt x="1640" y="7296"/>
                    <a:pt x="3659" y="7296"/>
                  </a:cubicBezTo>
                  <a:lnTo>
                    <a:pt x="3911" y="7296"/>
                  </a:lnTo>
                  <a:lnTo>
                    <a:pt x="3911" y="6561"/>
                  </a:lnTo>
                  <a:lnTo>
                    <a:pt x="3659" y="6561"/>
                  </a:lnTo>
                  <a:cubicBezTo>
                    <a:pt x="3633" y="6561"/>
                    <a:pt x="3607" y="6562"/>
                    <a:pt x="3582" y="6562"/>
                  </a:cubicBezTo>
                  <a:cubicBezTo>
                    <a:pt x="1976" y="6562"/>
                    <a:pt x="652" y="5273"/>
                    <a:pt x="652" y="3638"/>
                  </a:cubicBezTo>
                  <a:cubicBezTo>
                    <a:pt x="652" y="2024"/>
                    <a:pt x="1976" y="736"/>
                    <a:pt x="3582" y="736"/>
                  </a:cubicBezTo>
                  <a:cubicBezTo>
                    <a:pt x="3607" y="736"/>
                    <a:pt x="3633" y="736"/>
                    <a:pt x="3659" y="737"/>
                  </a:cubicBezTo>
                  <a:lnTo>
                    <a:pt x="17661" y="737"/>
                  </a:lnTo>
                  <a:cubicBezTo>
                    <a:pt x="17687" y="736"/>
                    <a:pt x="17713" y="736"/>
                    <a:pt x="17738" y="736"/>
                  </a:cubicBezTo>
                  <a:cubicBezTo>
                    <a:pt x="19344" y="736"/>
                    <a:pt x="20668" y="2024"/>
                    <a:pt x="20668" y="3638"/>
                  </a:cubicBezTo>
                  <a:cubicBezTo>
                    <a:pt x="20668" y="5273"/>
                    <a:pt x="19344" y="6562"/>
                    <a:pt x="17738" y="6562"/>
                  </a:cubicBezTo>
                  <a:cubicBezTo>
                    <a:pt x="17713" y="6562"/>
                    <a:pt x="17687" y="6561"/>
                    <a:pt x="17661" y="6561"/>
                  </a:cubicBezTo>
                  <a:lnTo>
                    <a:pt x="17409" y="6561"/>
                  </a:lnTo>
                  <a:lnTo>
                    <a:pt x="17409" y="7296"/>
                  </a:lnTo>
                  <a:lnTo>
                    <a:pt x="17661" y="7296"/>
                  </a:lnTo>
                  <a:cubicBezTo>
                    <a:pt x="19679" y="7296"/>
                    <a:pt x="21298" y="5657"/>
                    <a:pt x="21298" y="3638"/>
                  </a:cubicBezTo>
                  <a:cubicBezTo>
                    <a:pt x="21298" y="1641"/>
                    <a:pt x="19679" y="1"/>
                    <a:pt x="17661" y="1"/>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4" name="Google Shape;7584;p62"/>
            <p:cNvSpPr/>
            <p:nvPr/>
          </p:nvSpPr>
          <p:spPr>
            <a:xfrm>
              <a:off x="4014158" y="2043871"/>
              <a:ext cx="65175" cy="71045"/>
            </a:xfrm>
            <a:custGeom>
              <a:avLst/>
              <a:gdLst/>
              <a:ahLst/>
              <a:cxnLst/>
              <a:rect l="l" t="t" r="r" b="b"/>
              <a:pathLst>
                <a:path w="4353" h="4745" extrusionOk="0">
                  <a:moveTo>
                    <a:pt x="2040" y="1"/>
                  </a:moveTo>
                  <a:cubicBezTo>
                    <a:pt x="1575" y="1"/>
                    <a:pt x="1108" y="165"/>
                    <a:pt x="736" y="498"/>
                  </a:cubicBezTo>
                  <a:cubicBezTo>
                    <a:pt x="63" y="1086"/>
                    <a:pt x="0" y="2137"/>
                    <a:pt x="610" y="2810"/>
                  </a:cubicBezTo>
                  <a:cubicBezTo>
                    <a:pt x="687" y="2892"/>
                    <a:pt x="776" y="2927"/>
                    <a:pt x="863" y="2927"/>
                  </a:cubicBezTo>
                  <a:cubicBezTo>
                    <a:pt x="1133" y="2927"/>
                    <a:pt x="1379" y="2597"/>
                    <a:pt x="1156" y="2327"/>
                  </a:cubicBezTo>
                  <a:cubicBezTo>
                    <a:pt x="820" y="1948"/>
                    <a:pt x="841" y="1381"/>
                    <a:pt x="1219" y="1044"/>
                  </a:cubicBezTo>
                  <a:cubicBezTo>
                    <a:pt x="1452" y="841"/>
                    <a:pt x="1743" y="740"/>
                    <a:pt x="2032" y="740"/>
                  </a:cubicBezTo>
                  <a:cubicBezTo>
                    <a:pt x="2370" y="740"/>
                    <a:pt x="2706" y="877"/>
                    <a:pt x="2943" y="1149"/>
                  </a:cubicBezTo>
                  <a:cubicBezTo>
                    <a:pt x="3532" y="1822"/>
                    <a:pt x="3490" y="2852"/>
                    <a:pt x="2817" y="3483"/>
                  </a:cubicBezTo>
                  <a:cubicBezTo>
                    <a:pt x="2460" y="3798"/>
                    <a:pt x="1997" y="3967"/>
                    <a:pt x="1535" y="4009"/>
                  </a:cubicBezTo>
                  <a:cubicBezTo>
                    <a:pt x="1072" y="4051"/>
                    <a:pt x="1093" y="4702"/>
                    <a:pt x="1556" y="4744"/>
                  </a:cubicBezTo>
                  <a:lnTo>
                    <a:pt x="1577" y="4744"/>
                  </a:lnTo>
                  <a:cubicBezTo>
                    <a:pt x="2208" y="4702"/>
                    <a:pt x="2817" y="4450"/>
                    <a:pt x="3301" y="4030"/>
                  </a:cubicBezTo>
                  <a:cubicBezTo>
                    <a:pt x="4268" y="3147"/>
                    <a:pt x="4352" y="1633"/>
                    <a:pt x="3490" y="645"/>
                  </a:cubicBezTo>
                  <a:cubicBezTo>
                    <a:pt x="3108" y="218"/>
                    <a:pt x="2575" y="1"/>
                    <a:pt x="2040" y="1"/>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5" name="Google Shape;7585;p62"/>
            <p:cNvSpPr/>
            <p:nvPr/>
          </p:nvSpPr>
          <p:spPr>
            <a:xfrm>
              <a:off x="4204908" y="2043751"/>
              <a:ext cx="65490" cy="71164"/>
            </a:xfrm>
            <a:custGeom>
              <a:avLst/>
              <a:gdLst/>
              <a:ahLst/>
              <a:cxnLst/>
              <a:rect l="l" t="t" r="r" b="b"/>
              <a:pathLst>
                <a:path w="4374" h="4753" extrusionOk="0">
                  <a:moveTo>
                    <a:pt x="2332" y="0"/>
                  </a:moveTo>
                  <a:cubicBezTo>
                    <a:pt x="1794" y="0"/>
                    <a:pt x="1258" y="223"/>
                    <a:pt x="863" y="653"/>
                  </a:cubicBezTo>
                  <a:cubicBezTo>
                    <a:pt x="1" y="1641"/>
                    <a:pt x="85" y="3134"/>
                    <a:pt x="1073" y="4017"/>
                  </a:cubicBezTo>
                  <a:cubicBezTo>
                    <a:pt x="1536" y="4458"/>
                    <a:pt x="2145" y="4710"/>
                    <a:pt x="2797" y="4752"/>
                  </a:cubicBezTo>
                  <a:lnTo>
                    <a:pt x="2818" y="4752"/>
                  </a:lnTo>
                  <a:lnTo>
                    <a:pt x="2818" y="4731"/>
                  </a:lnTo>
                  <a:cubicBezTo>
                    <a:pt x="3260" y="4710"/>
                    <a:pt x="3281" y="4059"/>
                    <a:pt x="2839" y="3996"/>
                  </a:cubicBezTo>
                  <a:cubicBezTo>
                    <a:pt x="2356" y="3975"/>
                    <a:pt x="1914" y="3785"/>
                    <a:pt x="1557" y="3470"/>
                  </a:cubicBezTo>
                  <a:cubicBezTo>
                    <a:pt x="884" y="2860"/>
                    <a:pt x="821" y="1830"/>
                    <a:pt x="1409" y="1136"/>
                  </a:cubicBezTo>
                  <a:cubicBezTo>
                    <a:pt x="1656" y="868"/>
                    <a:pt x="1986" y="730"/>
                    <a:pt x="2316" y="730"/>
                  </a:cubicBezTo>
                  <a:cubicBezTo>
                    <a:pt x="2607" y="730"/>
                    <a:pt x="2898" y="836"/>
                    <a:pt x="3133" y="1052"/>
                  </a:cubicBezTo>
                  <a:cubicBezTo>
                    <a:pt x="3512" y="1368"/>
                    <a:pt x="3554" y="1956"/>
                    <a:pt x="3217" y="2314"/>
                  </a:cubicBezTo>
                  <a:cubicBezTo>
                    <a:pt x="2949" y="2597"/>
                    <a:pt x="3214" y="2952"/>
                    <a:pt x="3495" y="2952"/>
                  </a:cubicBezTo>
                  <a:cubicBezTo>
                    <a:pt x="3589" y="2952"/>
                    <a:pt x="3685" y="2913"/>
                    <a:pt x="3764" y="2818"/>
                  </a:cubicBezTo>
                  <a:cubicBezTo>
                    <a:pt x="4374" y="2124"/>
                    <a:pt x="4311" y="1094"/>
                    <a:pt x="3638" y="506"/>
                  </a:cubicBezTo>
                  <a:cubicBezTo>
                    <a:pt x="3259" y="165"/>
                    <a:pt x="2794" y="0"/>
                    <a:pt x="2332"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86" name="Google Shape;7586;p62"/>
          <p:cNvGrpSpPr/>
          <p:nvPr/>
        </p:nvGrpSpPr>
        <p:grpSpPr>
          <a:xfrm>
            <a:off x="1349674" y="3170315"/>
            <a:ext cx="259399" cy="370524"/>
            <a:chOff x="1341612" y="3340055"/>
            <a:chExt cx="259399" cy="370524"/>
          </a:xfrm>
        </p:grpSpPr>
        <p:sp>
          <p:nvSpPr>
            <p:cNvPr id="7587" name="Google Shape;7587;p62"/>
            <p:cNvSpPr/>
            <p:nvPr/>
          </p:nvSpPr>
          <p:spPr>
            <a:xfrm>
              <a:off x="1383954" y="3340055"/>
              <a:ext cx="43615" cy="35664"/>
            </a:xfrm>
            <a:custGeom>
              <a:avLst/>
              <a:gdLst/>
              <a:ahLst/>
              <a:cxnLst/>
              <a:rect l="l" t="t" r="r" b="b"/>
              <a:pathLst>
                <a:path w="2913" h="2382" extrusionOk="0">
                  <a:moveTo>
                    <a:pt x="999" y="0"/>
                  </a:moveTo>
                  <a:cubicBezTo>
                    <a:pt x="452" y="0"/>
                    <a:pt x="11" y="442"/>
                    <a:pt x="11" y="989"/>
                  </a:cubicBezTo>
                  <a:lnTo>
                    <a:pt x="11" y="2019"/>
                  </a:lnTo>
                  <a:cubicBezTo>
                    <a:pt x="0" y="2260"/>
                    <a:pt x="179" y="2381"/>
                    <a:pt x="360" y="2381"/>
                  </a:cubicBezTo>
                  <a:cubicBezTo>
                    <a:pt x="542" y="2381"/>
                    <a:pt x="726" y="2260"/>
                    <a:pt x="726" y="2019"/>
                  </a:cubicBezTo>
                  <a:lnTo>
                    <a:pt x="726" y="989"/>
                  </a:lnTo>
                  <a:cubicBezTo>
                    <a:pt x="726" y="841"/>
                    <a:pt x="852" y="736"/>
                    <a:pt x="999" y="736"/>
                  </a:cubicBezTo>
                  <a:lnTo>
                    <a:pt x="1924" y="736"/>
                  </a:lnTo>
                  <a:cubicBezTo>
                    <a:pt x="2071" y="736"/>
                    <a:pt x="2197" y="841"/>
                    <a:pt x="2197" y="989"/>
                  </a:cubicBezTo>
                  <a:lnTo>
                    <a:pt x="2197" y="2019"/>
                  </a:lnTo>
                  <a:cubicBezTo>
                    <a:pt x="2197" y="2260"/>
                    <a:pt x="2376" y="2381"/>
                    <a:pt x="2555" y="2381"/>
                  </a:cubicBezTo>
                  <a:cubicBezTo>
                    <a:pt x="2733" y="2381"/>
                    <a:pt x="2912" y="2260"/>
                    <a:pt x="2912" y="2019"/>
                  </a:cubicBezTo>
                  <a:lnTo>
                    <a:pt x="2912" y="989"/>
                  </a:lnTo>
                  <a:cubicBezTo>
                    <a:pt x="2912" y="442"/>
                    <a:pt x="2471" y="0"/>
                    <a:pt x="1924"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8" name="Google Shape;7588;p62"/>
            <p:cNvSpPr/>
            <p:nvPr/>
          </p:nvSpPr>
          <p:spPr>
            <a:xfrm>
              <a:off x="1363966" y="3403329"/>
              <a:ext cx="237045" cy="307251"/>
            </a:xfrm>
            <a:custGeom>
              <a:avLst/>
              <a:gdLst/>
              <a:ahLst/>
              <a:cxnLst/>
              <a:rect l="l" t="t" r="r" b="b"/>
              <a:pathLst>
                <a:path w="15832" h="20521" extrusionOk="0">
                  <a:moveTo>
                    <a:pt x="736" y="0"/>
                  </a:moveTo>
                  <a:cubicBezTo>
                    <a:pt x="337" y="0"/>
                    <a:pt x="0" y="337"/>
                    <a:pt x="0" y="757"/>
                  </a:cubicBezTo>
                  <a:lnTo>
                    <a:pt x="0" y="19763"/>
                  </a:lnTo>
                  <a:cubicBezTo>
                    <a:pt x="0" y="20184"/>
                    <a:pt x="337" y="20520"/>
                    <a:pt x="736" y="20520"/>
                  </a:cubicBezTo>
                  <a:lnTo>
                    <a:pt x="15075" y="20520"/>
                  </a:lnTo>
                  <a:cubicBezTo>
                    <a:pt x="15495" y="20520"/>
                    <a:pt x="15832" y="20184"/>
                    <a:pt x="15832" y="19763"/>
                  </a:cubicBezTo>
                  <a:lnTo>
                    <a:pt x="15832" y="757"/>
                  </a:lnTo>
                  <a:cubicBezTo>
                    <a:pt x="15832" y="337"/>
                    <a:pt x="15495" y="0"/>
                    <a:pt x="15075"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9" name="Google Shape;7589;p62"/>
            <p:cNvSpPr/>
            <p:nvPr/>
          </p:nvSpPr>
          <p:spPr>
            <a:xfrm>
              <a:off x="1341612" y="3371841"/>
              <a:ext cx="237045" cy="306936"/>
            </a:xfrm>
            <a:custGeom>
              <a:avLst/>
              <a:gdLst/>
              <a:ahLst/>
              <a:cxnLst/>
              <a:rect l="l" t="t" r="r" b="b"/>
              <a:pathLst>
                <a:path w="15832" h="20500" extrusionOk="0">
                  <a:moveTo>
                    <a:pt x="736" y="1"/>
                  </a:moveTo>
                  <a:cubicBezTo>
                    <a:pt x="337" y="1"/>
                    <a:pt x="1" y="337"/>
                    <a:pt x="1" y="737"/>
                  </a:cubicBezTo>
                  <a:lnTo>
                    <a:pt x="1" y="19764"/>
                  </a:lnTo>
                  <a:cubicBezTo>
                    <a:pt x="1" y="20163"/>
                    <a:pt x="337" y="20500"/>
                    <a:pt x="736" y="20500"/>
                  </a:cubicBezTo>
                  <a:lnTo>
                    <a:pt x="15075" y="20500"/>
                  </a:lnTo>
                  <a:cubicBezTo>
                    <a:pt x="15495" y="20500"/>
                    <a:pt x="15832" y="20163"/>
                    <a:pt x="15832" y="19743"/>
                  </a:cubicBezTo>
                  <a:lnTo>
                    <a:pt x="15832" y="737"/>
                  </a:lnTo>
                  <a:cubicBezTo>
                    <a:pt x="15832" y="337"/>
                    <a:pt x="15495" y="1"/>
                    <a:pt x="15075" y="1"/>
                  </a:cubicBezTo>
                  <a:close/>
                </a:path>
              </a:pathLst>
            </a:custGeom>
            <a:solidFill>
              <a:srgbClr val="FBFC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0" name="Google Shape;7590;p62"/>
            <p:cNvSpPr/>
            <p:nvPr/>
          </p:nvSpPr>
          <p:spPr>
            <a:xfrm>
              <a:off x="1556303" y="3371841"/>
              <a:ext cx="22354" cy="306936"/>
            </a:xfrm>
            <a:custGeom>
              <a:avLst/>
              <a:gdLst/>
              <a:ahLst/>
              <a:cxnLst/>
              <a:rect l="l" t="t" r="r" b="b"/>
              <a:pathLst>
                <a:path w="1493" h="20500" extrusionOk="0">
                  <a:moveTo>
                    <a:pt x="0" y="1"/>
                  </a:moveTo>
                  <a:lnTo>
                    <a:pt x="0" y="20500"/>
                  </a:lnTo>
                  <a:lnTo>
                    <a:pt x="736" y="20500"/>
                  </a:lnTo>
                  <a:cubicBezTo>
                    <a:pt x="1156" y="20500"/>
                    <a:pt x="1493" y="20163"/>
                    <a:pt x="1493" y="19743"/>
                  </a:cubicBezTo>
                  <a:lnTo>
                    <a:pt x="1493" y="737"/>
                  </a:lnTo>
                  <a:cubicBezTo>
                    <a:pt x="1493" y="337"/>
                    <a:pt x="1156" y="1"/>
                    <a:pt x="736"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1" name="Google Shape;7591;p62"/>
            <p:cNvSpPr/>
            <p:nvPr/>
          </p:nvSpPr>
          <p:spPr>
            <a:xfrm>
              <a:off x="1379387" y="3455583"/>
              <a:ext cx="44708" cy="44708"/>
            </a:xfrm>
            <a:custGeom>
              <a:avLst/>
              <a:gdLst/>
              <a:ahLst/>
              <a:cxnLst/>
              <a:rect l="l" t="t" r="r" b="b"/>
              <a:pathLst>
                <a:path w="2986" h="2986" extrusionOk="0">
                  <a:moveTo>
                    <a:pt x="190" y="0"/>
                  </a:moveTo>
                  <a:cubicBezTo>
                    <a:pt x="85" y="0"/>
                    <a:pt x="0" y="84"/>
                    <a:pt x="0" y="190"/>
                  </a:cubicBezTo>
                  <a:lnTo>
                    <a:pt x="0" y="2797"/>
                  </a:lnTo>
                  <a:cubicBezTo>
                    <a:pt x="0" y="2902"/>
                    <a:pt x="85" y="2986"/>
                    <a:pt x="190" y="2986"/>
                  </a:cubicBezTo>
                  <a:lnTo>
                    <a:pt x="2797" y="2986"/>
                  </a:lnTo>
                  <a:cubicBezTo>
                    <a:pt x="2902" y="2986"/>
                    <a:pt x="2986" y="2902"/>
                    <a:pt x="2986" y="2797"/>
                  </a:cubicBezTo>
                  <a:lnTo>
                    <a:pt x="2986" y="190"/>
                  </a:lnTo>
                  <a:cubicBezTo>
                    <a:pt x="2986" y="84"/>
                    <a:pt x="2902" y="0"/>
                    <a:pt x="279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2" name="Google Shape;7592;p62"/>
            <p:cNvSpPr/>
            <p:nvPr/>
          </p:nvSpPr>
          <p:spPr>
            <a:xfrm>
              <a:off x="1379387" y="3527975"/>
              <a:ext cx="44708" cy="44723"/>
            </a:xfrm>
            <a:custGeom>
              <a:avLst/>
              <a:gdLst/>
              <a:ahLst/>
              <a:cxnLst/>
              <a:rect l="l" t="t" r="r" b="b"/>
              <a:pathLst>
                <a:path w="2986" h="2987" extrusionOk="0">
                  <a:moveTo>
                    <a:pt x="190" y="1"/>
                  </a:moveTo>
                  <a:cubicBezTo>
                    <a:pt x="85" y="1"/>
                    <a:pt x="0" y="85"/>
                    <a:pt x="0" y="190"/>
                  </a:cubicBezTo>
                  <a:lnTo>
                    <a:pt x="0" y="2776"/>
                  </a:lnTo>
                  <a:cubicBezTo>
                    <a:pt x="0" y="2881"/>
                    <a:pt x="85" y="2986"/>
                    <a:pt x="190" y="2986"/>
                  </a:cubicBezTo>
                  <a:lnTo>
                    <a:pt x="2797" y="2986"/>
                  </a:lnTo>
                  <a:cubicBezTo>
                    <a:pt x="2902" y="2986"/>
                    <a:pt x="2986" y="2881"/>
                    <a:pt x="2986" y="2776"/>
                  </a:cubicBezTo>
                  <a:lnTo>
                    <a:pt x="2986" y="190"/>
                  </a:lnTo>
                  <a:cubicBezTo>
                    <a:pt x="2986" y="85"/>
                    <a:pt x="2902" y="1"/>
                    <a:pt x="2797"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3" name="Google Shape;7593;p62"/>
            <p:cNvSpPr/>
            <p:nvPr/>
          </p:nvSpPr>
          <p:spPr>
            <a:xfrm>
              <a:off x="1379387" y="3600067"/>
              <a:ext cx="44708" cy="44708"/>
            </a:xfrm>
            <a:custGeom>
              <a:avLst/>
              <a:gdLst/>
              <a:ahLst/>
              <a:cxnLst/>
              <a:rect l="l" t="t" r="r" b="b"/>
              <a:pathLst>
                <a:path w="2986" h="2986" extrusionOk="0">
                  <a:moveTo>
                    <a:pt x="190" y="1"/>
                  </a:moveTo>
                  <a:cubicBezTo>
                    <a:pt x="85" y="1"/>
                    <a:pt x="0" y="85"/>
                    <a:pt x="0" y="211"/>
                  </a:cubicBezTo>
                  <a:lnTo>
                    <a:pt x="0" y="2797"/>
                  </a:lnTo>
                  <a:cubicBezTo>
                    <a:pt x="0" y="2902"/>
                    <a:pt x="85" y="2986"/>
                    <a:pt x="190" y="2986"/>
                  </a:cubicBezTo>
                  <a:lnTo>
                    <a:pt x="2797" y="2986"/>
                  </a:lnTo>
                  <a:cubicBezTo>
                    <a:pt x="2902" y="2986"/>
                    <a:pt x="2986" y="2902"/>
                    <a:pt x="2986" y="2797"/>
                  </a:cubicBezTo>
                  <a:lnTo>
                    <a:pt x="2986" y="211"/>
                  </a:lnTo>
                  <a:cubicBezTo>
                    <a:pt x="2986" y="85"/>
                    <a:pt x="2902" y="1"/>
                    <a:pt x="27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4" name="Google Shape;7594;p62"/>
            <p:cNvSpPr/>
            <p:nvPr/>
          </p:nvSpPr>
          <p:spPr>
            <a:xfrm>
              <a:off x="1444233" y="3459041"/>
              <a:ext cx="103894" cy="11035"/>
            </a:xfrm>
            <a:custGeom>
              <a:avLst/>
              <a:gdLst/>
              <a:ahLst/>
              <a:cxnLst/>
              <a:rect l="l" t="t" r="r" b="b"/>
              <a:pathLst>
                <a:path w="6939" h="737" extrusionOk="0">
                  <a:moveTo>
                    <a:pt x="484" y="1"/>
                  </a:moveTo>
                  <a:cubicBezTo>
                    <a:pt x="0" y="1"/>
                    <a:pt x="0" y="736"/>
                    <a:pt x="484" y="736"/>
                  </a:cubicBezTo>
                  <a:lnTo>
                    <a:pt x="6455" y="736"/>
                  </a:lnTo>
                  <a:cubicBezTo>
                    <a:pt x="6939" y="736"/>
                    <a:pt x="6939" y="1"/>
                    <a:pt x="6455"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5" name="Google Shape;7595;p62"/>
            <p:cNvSpPr/>
            <p:nvPr/>
          </p:nvSpPr>
          <p:spPr>
            <a:xfrm>
              <a:off x="1444233" y="3482967"/>
              <a:ext cx="103894" cy="10720"/>
            </a:xfrm>
            <a:custGeom>
              <a:avLst/>
              <a:gdLst/>
              <a:ahLst/>
              <a:cxnLst/>
              <a:rect l="l" t="t" r="r" b="b"/>
              <a:pathLst>
                <a:path w="6939" h="716" extrusionOk="0">
                  <a:moveTo>
                    <a:pt x="484" y="0"/>
                  </a:moveTo>
                  <a:cubicBezTo>
                    <a:pt x="0" y="0"/>
                    <a:pt x="0" y="715"/>
                    <a:pt x="484" y="715"/>
                  </a:cubicBezTo>
                  <a:lnTo>
                    <a:pt x="6455" y="715"/>
                  </a:lnTo>
                  <a:cubicBezTo>
                    <a:pt x="6939" y="715"/>
                    <a:pt x="6939" y="0"/>
                    <a:pt x="6455"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6" name="Google Shape;7596;p62"/>
            <p:cNvSpPr/>
            <p:nvPr/>
          </p:nvSpPr>
          <p:spPr>
            <a:xfrm>
              <a:off x="1444233" y="3531433"/>
              <a:ext cx="103894" cy="10735"/>
            </a:xfrm>
            <a:custGeom>
              <a:avLst/>
              <a:gdLst/>
              <a:ahLst/>
              <a:cxnLst/>
              <a:rect l="l" t="t" r="r" b="b"/>
              <a:pathLst>
                <a:path w="6939" h="717" extrusionOk="0">
                  <a:moveTo>
                    <a:pt x="464" y="1"/>
                  </a:moveTo>
                  <a:cubicBezTo>
                    <a:pt x="1" y="1"/>
                    <a:pt x="7" y="716"/>
                    <a:pt x="484" y="716"/>
                  </a:cubicBezTo>
                  <a:lnTo>
                    <a:pt x="6455" y="716"/>
                  </a:lnTo>
                  <a:cubicBezTo>
                    <a:pt x="6939" y="716"/>
                    <a:pt x="6939" y="1"/>
                    <a:pt x="6455" y="1"/>
                  </a:cubicBezTo>
                  <a:lnTo>
                    <a:pt x="484" y="1"/>
                  </a:lnTo>
                  <a:cubicBezTo>
                    <a:pt x="477" y="1"/>
                    <a:pt x="471" y="1"/>
                    <a:pt x="464"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7" name="Google Shape;7597;p62"/>
            <p:cNvSpPr/>
            <p:nvPr/>
          </p:nvSpPr>
          <p:spPr>
            <a:xfrm>
              <a:off x="1444233" y="3555359"/>
              <a:ext cx="103894" cy="10720"/>
            </a:xfrm>
            <a:custGeom>
              <a:avLst/>
              <a:gdLst/>
              <a:ahLst/>
              <a:cxnLst/>
              <a:rect l="l" t="t" r="r" b="b"/>
              <a:pathLst>
                <a:path w="6939" h="716" extrusionOk="0">
                  <a:moveTo>
                    <a:pt x="464" y="1"/>
                  </a:moveTo>
                  <a:cubicBezTo>
                    <a:pt x="1" y="1"/>
                    <a:pt x="7" y="716"/>
                    <a:pt x="484" y="716"/>
                  </a:cubicBezTo>
                  <a:lnTo>
                    <a:pt x="6455" y="716"/>
                  </a:lnTo>
                  <a:cubicBezTo>
                    <a:pt x="6939" y="716"/>
                    <a:pt x="6939" y="1"/>
                    <a:pt x="6455" y="1"/>
                  </a:cubicBezTo>
                  <a:lnTo>
                    <a:pt x="484" y="1"/>
                  </a:lnTo>
                  <a:cubicBezTo>
                    <a:pt x="477" y="1"/>
                    <a:pt x="471" y="1"/>
                    <a:pt x="464"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8" name="Google Shape;7598;p62"/>
            <p:cNvSpPr/>
            <p:nvPr/>
          </p:nvSpPr>
          <p:spPr>
            <a:xfrm>
              <a:off x="1444233" y="3603526"/>
              <a:ext cx="103894" cy="11035"/>
            </a:xfrm>
            <a:custGeom>
              <a:avLst/>
              <a:gdLst/>
              <a:ahLst/>
              <a:cxnLst/>
              <a:rect l="l" t="t" r="r" b="b"/>
              <a:pathLst>
                <a:path w="6939" h="737" extrusionOk="0">
                  <a:moveTo>
                    <a:pt x="484" y="1"/>
                  </a:moveTo>
                  <a:cubicBezTo>
                    <a:pt x="0" y="1"/>
                    <a:pt x="0" y="737"/>
                    <a:pt x="484" y="737"/>
                  </a:cubicBezTo>
                  <a:lnTo>
                    <a:pt x="6455" y="737"/>
                  </a:lnTo>
                  <a:cubicBezTo>
                    <a:pt x="6939" y="737"/>
                    <a:pt x="6939" y="1"/>
                    <a:pt x="6455"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9" name="Google Shape;7599;p62"/>
            <p:cNvSpPr/>
            <p:nvPr/>
          </p:nvSpPr>
          <p:spPr>
            <a:xfrm>
              <a:off x="1444233" y="3627452"/>
              <a:ext cx="103894" cy="11035"/>
            </a:xfrm>
            <a:custGeom>
              <a:avLst/>
              <a:gdLst/>
              <a:ahLst/>
              <a:cxnLst/>
              <a:rect l="l" t="t" r="r" b="b"/>
              <a:pathLst>
                <a:path w="6939" h="737" extrusionOk="0">
                  <a:moveTo>
                    <a:pt x="484" y="1"/>
                  </a:moveTo>
                  <a:cubicBezTo>
                    <a:pt x="0" y="1"/>
                    <a:pt x="0" y="736"/>
                    <a:pt x="484" y="736"/>
                  </a:cubicBezTo>
                  <a:lnTo>
                    <a:pt x="6455" y="736"/>
                  </a:lnTo>
                  <a:cubicBezTo>
                    <a:pt x="6939" y="736"/>
                    <a:pt x="6939" y="1"/>
                    <a:pt x="6455"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0" name="Google Shape;7600;p62"/>
            <p:cNvSpPr/>
            <p:nvPr/>
          </p:nvSpPr>
          <p:spPr>
            <a:xfrm>
              <a:off x="1390183" y="3448845"/>
              <a:ext cx="55413" cy="37087"/>
            </a:xfrm>
            <a:custGeom>
              <a:avLst/>
              <a:gdLst/>
              <a:ahLst/>
              <a:cxnLst/>
              <a:rect l="l" t="t" r="r" b="b"/>
              <a:pathLst>
                <a:path w="3701" h="2477" extrusionOk="0">
                  <a:moveTo>
                    <a:pt x="3156" y="0"/>
                  </a:moveTo>
                  <a:cubicBezTo>
                    <a:pt x="3077" y="0"/>
                    <a:pt x="2995" y="28"/>
                    <a:pt x="2917" y="93"/>
                  </a:cubicBezTo>
                  <a:lnTo>
                    <a:pt x="1130" y="1607"/>
                  </a:lnTo>
                  <a:lnTo>
                    <a:pt x="772" y="1228"/>
                  </a:lnTo>
                  <a:cubicBezTo>
                    <a:pt x="722" y="1155"/>
                    <a:pt x="653" y="1124"/>
                    <a:pt x="580" y="1124"/>
                  </a:cubicBezTo>
                  <a:cubicBezTo>
                    <a:pt x="319" y="1124"/>
                    <a:pt x="0" y="1515"/>
                    <a:pt x="247" y="1712"/>
                  </a:cubicBezTo>
                  <a:lnTo>
                    <a:pt x="856" y="2364"/>
                  </a:lnTo>
                  <a:cubicBezTo>
                    <a:pt x="922" y="2440"/>
                    <a:pt x="1010" y="2477"/>
                    <a:pt x="1103" y="2477"/>
                  </a:cubicBezTo>
                  <a:cubicBezTo>
                    <a:pt x="1189" y="2477"/>
                    <a:pt x="1280" y="2445"/>
                    <a:pt x="1361" y="2385"/>
                  </a:cubicBezTo>
                  <a:lnTo>
                    <a:pt x="3400" y="640"/>
                  </a:lnTo>
                  <a:cubicBezTo>
                    <a:pt x="3701" y="406"/>
                    <a:pt x="3458" y="0"/>
                    <a:pt x="3156"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1" name="Google Shape;7601;p62"/>
            <p:cNvSpPr/>
            <p:nvPr/>
          </p:nvSpPr>
          <p:spPr>
            <a:xfrm>
              <a:off x="1390183" y="3521686"/>
              <a:ext cx="54874" cy="37147"/>
            </a:xfrm>
            <a:custGeom>
              <a:avLst/>
              <a:gdLst/>
              <a:ahLst/>
              <a:cxnLst/>
              <a:rect l="l" t="t" r="r" b="b"/>
              <a:pathLst>
                <a:path w="3665" h="2481" extrusionOk="0">
                  <a:moveTo>
                    <a:pt x="3137" y="0"/>
                  </a:moveTo>
                  <a:cubicBezTo>
                    <a:pt x="3064" y="0"/>
                    <a:pt x="2988" y="25"/>
                    <a:pt x="2917" y="85"/>
                  </a:cubicBezTo>
                  <a:lnTo>
                    <a:pt x="2917" y="106"/>
                  </a:lnTo>
                  <a:lnTo>
                    <a:pt x="1130" y="1619"/>
                  </a:lnTo>
                  <a:lnTo>
                    <a:pt x="772" y="1220"/>
                  </a:lnTo>
                  <a:cubicBezTo>
                    <a:pt x="722" y="1146"/>
                    <a:pt x="653" y="1116"/>
                    <a:pt x="580" y="1116"/>
                  </a:cubicBezTo>
                  <a:cubicBezTo>
                    <a:pt x="319" y="1116"/>
                    <a:pt x="0" y="1506"/>
                    <a:pt x="247" y="1703"/>
                  </a:cubicBezTo>
                  <a:lnTo>
                    <a:pt x="856" y="2355"/>
                  </a:lnTo>
                  <a:cubicBezTo>
                    <a:pt x="927" y="2437"/>
                    <a:pt x="1023" y="2480"/>
                    <a:pt x="1124" y="2480"/>
                  </a:cubicBezTo>
                  <a:cubicBezTo>
                    <a:pt x="1204" y="2480"/>
                    <a:pt x="1286" y="2453"/>
                    <a:pt x="1361" y="2397"/>
                  </a:cubicBezTo>
                  <a:lnTo>
                    <a:pt x="3379" y="652"/>
                  </a:lnTo>
                  <a:cubicBezTo>
                    <a:pt x="3665" y="400"/>
                    <a:pt x="3427" y="0"/>
                    <a:pt x="3137"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2" name="Google Shape;7602;p62"/>
            <p:cNvSpPr/>
            <p:nvPr/>
          </p:nvSpPr>
          <p:spPr>
            <a:xfrm>
              <a:off x="1390183" y="3595216"/>
              <a:ext cx="55413" cy="37267"/>
            </a:xfrm>
            <a:custGeom>
              <a:avLst/>
              <a:gdLst/>
              <a:ahLst/>
              <a:cxnLst/>
              <a:rect l="l" t="t" r="r" b="b"/>
              <a:pathLst>
                <a:path w="3701" h="2489" extrusionOk="0">
                  <a:moveTo>
                    <a:pt x="3155" y="1"/>
                  </a:moveTo>
                  <a:cubicBezTo>
                    <a:pt x="3077" y="1"/>
                    <a:pt x="2995" y="28"/>
                    <a:pt x="2917" y="93"/>
                  </a:cubicBezTo>
                  <a:lnTo>
                    <a:pt x="2917" y="114"/>
                  </a:lnTo>
                  <a:lnTo>
                    <a:pt x="1130" y="1628"/>
                  </a:lnTo>
                  <a:lnTo>
                    <a:pt x="772" y="1229"/>
                  </a:lnTo>
                  <a:cubicBezTo>
                    <a:pt x="722" y="1155"/>
                    <a:pt x="653" y="1125"/>
                    <a:pt x="580" y="1125"/>
                  </a:cubicBezTo>
                  <a:cubicBezTo>
                    <a:pt x="319" y="1125"/>
                    <a:pt x="0" y="1515"/>
                    <a:pt x="247" y="1712"/>
                  </a:cubicBezTo>
                  <a:lnTo>
                    <a:pt x="856" y="2364"/>
                  </a:lnTo>
                  <a:cubicBezTo>
                    <a:pt x="927" y="2446"/>
                    <a:pt x="1023" y="2489"/>
                    <a:pt x="1124" y="2489"/>
                  </a:cubicBezTo>
                  <a:cubicBezTo>
                    <a:pt x="1204" y="2489"/>
                    <a:pt x="1286" y="2462"/>
                    <a:pt x="1361" y="2406"/>
                  </a:cubicBezTo>
                  <a:lnTo>
                    <a:pt x="3400" y="661"/>
                  </a:lnTo>
                  <a:cubicBezTo>
                    <a:pt x="3701" y="410"/>
                    <a:pt x="3458" y="1"/>
                    <a:pt x="3155"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3" name="Google Shape;7603;p62"/>
            <p:cNvSpPr/>
            <p:nvPr/>
          </p:nvSpPr>
          <p:spPr>
            <a:xfrm>
              <a:off x="1368682" y="3362409"/>
              <a:ext cx="74309" cy="38734"/>
            </a:xfrm>
            <a:custGeom>
              <a:avLst/>
              <a:gdLst/>
              <a:ahLst/>
              <a:cxnLst/>
              <a:rect l="l" t="t" r="r" b="b"/>
              <a:pathLst>
                <a:path w="4963" h="2587" extrusionOk="0">
                  <a:moveTo>
                    <a:pt x="736" y="0"/>
                  </a:moveTo>
                  <a:cubicBezTo>
                    <a:pt x="316" y="0"/>
                    <a:pt x="1" y="336"/>
                    <a:pt x="1" y="736"/>
                  </a:cubicBezTo>
                  <a:lnTo>
                    <a:pt x="1" y="2250"/>
                  </a:lnTo>
                  <a:cubicBezTo>
                    <a:pt x="1" y="2439"/>
                    <a:pt x="148" y="2586"/>
                    <a:pt x="337" y="2586"/>
                  </a:cubicBezTo>
                  <a:lnTo>
                    <a:pt x="4626" y="2586"/>
                  </a:lnTo>
                  <a:cubicBezTo>
                    <a:pt x="4815" y="2586"/>
                    <a:pt x="4962" y="2439"/>
                    <a:pt x="4962" y="2250"/>
                  </a:cubicBezTo>
                  <a:lnTo>
                    <a:pt x="4962" y="736"/>
                  </a:lnTo>
                  <a:cubicBezTo>
                    <a:pt x="4962" y="336"/>
                    <a:pt x="4647" y="0"/>
                    <a:pt x="4227"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4" name="Google Shape;7604;p62"/>
            <p:cNvSpPr/>
            <p:nvPr/>
          </p:nvSpPr>
          <p:spPr>
            <a:xfrm>
              <a:off x="1409602" y="3362409"/>
              <a:ext cx="33389" cy="38734"/>
            </a:xfrm>
            <a:custGeom>
              <a:avLst/>
              <a:gdLst/>
              <a:ahLst/>
              <a:cxnLst/>
              <a:rect l="l" t="t" r="r" b="b"/>
              <a:pathLst>
                <a:path w="2230" h="2587" extrusionOk="0">
                  <a:moveTo>
                    <a:pt x="1" y="0"/>
                  </a:moveTo>
                  <a:cubicBezTo>
                    <a:pt x="400" y="0"/>
                    <a:pt x="737" y="336"/>
                    <a:pt x="737" y="736"/>
                  </a:cubicBezTo>
                  <a:lnTo>
                    <a:pt x="737" y="2250"/>
                  </a:lnTo>
                  <a:cubicBezTo>
                    <a:pt x="737" y="2439"/>
                    <a:pt x="589" y="2586"/>
                    <a:pt x="400" y="2586"/>
                  </a:cubicBezTo>
                  <a:lnTo>
                    <a:pt x="1893" y="2586"/>
                  </a:lnTo>
                  <a:cubicBezTo>
                    <a:pt x="2082" y="2586"/>
                    <a:pt x="2229" y="2439"/>
                    <a:pt x="2229" y="2250"/>
                  </a:cubicBezTo>
                  <a:lnTo>
                    <a:pt x="2229" y="736"/>
                  </a:lnTo>
                  <a:cubicBezTo>
                    <a:pt x="2229" y="336"/>
                    <a:pt x="1893" y="0"/>
                    <a:pt x="1494"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05" name="Google Shape;7605;p62"/>
          <p:cNvGrpSpPr/>
          <p:nvPr/>
        </p:nvGrpSpPr>
        <p:grpSpPr>
          <a:xfrm>
            <a:off x="2187955" y="3675233"/>
            <a:ext cx="351629" cy="282381"/>
            <a:chOff x="2179892" y="3844972"/>
            <a:chExt cx="351629" cy="282381"/>
          </a:xfrm>
        </p:grpSpPr>
        <p:sp>
          <p:nvSpPr>
            <p:cNvPr id="7606" name="Google Shape;7606;p62"/>
            <p:cNvSpPr/>
            <p:nvPr/>
          </p:nvSpPr>
          <p:spPr>
            <a:xfrm>
              <a:off x="2179892" y="3844972"/>
              <a:ext cx="70206" cy="282381"/>
            </a:xfrm>
            <a:custGeom>
              <a:avLst/>
              <a:gdLst/>
              <a:ahLst/>
              <a:cxnLst/>
              <a:rect l="l" t="t" r="r" b="b"/>
              <a:pathLst>
                <a:path w="4689" h="18860" extrusionOk="0">
                  <a:moveTo>
                    <a:pt x="0" y="0"/>
                  </a:moveTo>
                  <a:lnTo>
                    <a:pt x="0" y="18859"/>
                  </a:lnTo>
                  <a:lnTo>
                    <a:pt x="4689" y="18859"/>
                  </a:lnTo>
                  <a:lnTo>
                    <a:pt x="4689" y="11732"/>
                  </a:lnTo>
                  <a:lnTo>
                    <a:pt x="4689" y="0"/>
                  </a:ln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7" name="Google Shape;7607;p62"/>
            <p:cNvSpPr/>
            <p:nvPr/>
          </p:nvSpPr>
          <p:spPr>
            <a:xfrm>
              <a:off x="2179892" y="3844972"/>
              <a:ext cx="15751" cy="282381"/>
            </a:xfrm>
            <a:custGeom>
              <a:avLst/>
              <a:gdLst/>
              <a:ahLst/>
              <a:cxnLst/>
              <a:rect l="l" t="t" r="r" b="b"/>
              <a:pathLst>
                <a:path w="1052" h="18860" extrusionOk="0">
                  <a:moveTo>
                    <a:pt x="0" y="0"/>
                  </a:moveTo>
                  <a:lnTo>
                    <a:pt x="0" y="18859"/>
                  </a:lnTo>
                  <a:lnTo>
                    <a:pt x="1052" y="18859"/>
                  </a:lnTo>
                  <a:lnTo>
                    <a:pt x="1052"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8" name="Google Shape;7608;p62"/>
            <p:cNvSpPr/>
            <p:nvPr/>
          </p:nvSpPr>
          <p:spPr>
            <a:xfrm>
              <a:off x="2250083" y="3844972"/>
              <a:ext cx="70535" cy="282381"/>
            </a:xfrm>
            <a:custGeom>
              <a:avLst/>
              <a:gdLst/>
              <a:ahLst/>
              <a:cxnLst/>
              <a:rect l="l" t="t" r="r" b="b"/>
              <a:pathLst>
                <a:path w="4711" h="18860" extrusionOk="0">
                  <a:moveTo>
                    <a:pt x="1" y="0"/>
                  </a:moveTo>
                  <a:lnTo>
                    <a:pt x="1" y="11732"/>
                  </a:lnTo>
                  <a:lnTo>
                    <a:pt x="1" y="18859"/>
                  </a:lnTo>
                  <a:lnTo>
                    <a:pt x="4710" y="18859"/>
                  </a:lnTo>
                  <a:lnTo>
                    <a:pt x="4710" y="0"/>
                  </a:ln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9" name="Google Shape;7609;p62"/>
            <p:cNvSpPr/>
            <p:nvPr/>
          </p:nvSpPr>
          <p:spPr>
            <a:xfrm>
              <a:off x="2250083" y="3844972"/>
              <a:ext cx="16065" cy="282381"/>
            </a:xfrm>
            <a:custGeom>
              <a:avLst/>
              <a:gdLst/>
              <a:ahLst/>
              <a:cxnLst/>
              <a:rect l="l" t="t" r="r" b="b"/>
              <a:pathLst>
                <a:path w="1073" h="18860" extrusionOk="0">
                  <a:moveTo>
                    <a:pt x="1" y="0"/>
                  </a:moveTo>
                  <a:lnTo>
                    <a:pt x="1" y="18859"/>
                  </a:lnTo>
                  <a:lnTo>
                    <a:pt x="1073" y="18859"/>
                  </a:lnTo>
                  <a:lnTo>
                    <a:pt x="107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0" name="Google Shape;7610;p62"/>
            <p:cNvSpPr/>
            <p:nvPr/>
          </p:nvSpPr>
          <p:spPr>
            <a:xfrm>
              <a:off x="2320604" y="3844972"/>
              <a:ext cx="70206" cy="282381"/>
            </a:xfrm>
            <a:custGeom>
              <a:avLst/>
              <a:gdLst/>
              <a:ahLst/>
              <a:cxnLst/>
              <a:rect l="l" t="t" r="r" b="b"/>
              <a:pathLst>
                <a:path w="4689" h="18860" extrusionOk="0">
                  <a:moveTo>
                    <a:pt x="0" y="0"/>
                  </a:moveTo>
                  <a:lnTo>
                    <a:pt x="0" y="18859"/>
                  </a:lnTo>
                  <a:lnTo>
                    <a:pt x="4689" y="18859"/>
                  </a:lnTo>
                  <a:lnTo>
                    <a:pt x="4689" y="11732"/>
                  </a:lnTo>
                  <a:lnTo>
                    <a:pt x="4689" y="0"/>
                  </a:ln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1" name="Google Shape;7611;p62"/>
            <p:cNvSpPr/>
            <p:nvPr/>
          </p:nvSpPr>
          <p:spPr>
            <a:xfrm>
              <a:off x="2390795" y="3844972"/>
              <a:ext cx="70535" cy="282381"/>
            </a:xfrm>
            <a:custGeom>
              <a:avLst/>
              <a:gdLst/>
              <a:ahLst/>
              <a:cxnLst/>
              <a:rect l="l" t="t" r="r" b="b"/>
              <a:pathLst>
                <a:path w="4711" h="18860" extrusionOk="0">
                  <a:moveTo>
                    <a:pt x="1" y="0"/>
                  </a:moveTo>
                  <a:lnTo>
                    <a:pt x="1" y="18859"/>
                  </a:lnTo>
                  <a:lnTo>
                    <a:pt x="4710" y="18859"/>
                  </a:lnTo>
                  <a:lnTo>
                    <a:pt x="4710" y="0"/>
                  </a:ln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2" name="Google Shape;7612;p62"/>
            <p:cNvSpPr/>
            <p:nvPr/>
          </p:nvSpPr>
          <p:spPr>
            <a:xfrm>
              <a:off x="2461315" y="3844972"/>
              <a:ext cx="70206" cy="282381"/>
            </a:xfrm>
            <a:custGeom>
              <a:avLst/>
              <a:gdLst/>
              <a:ahLst/>
              <a:cxnLst/>
              <a:rect l="l" t="t" r="r" b="b"/>
              <a:pathLst>
                <a:path w="4689" h="18860" extrusionOk="0">
                  <a:moveTo>
                    <a:pt x="0" y="0"/>
                  </a:moveTo>
                  <a:lnTo>
                    <a:pt x="0" y="11732"/>
                  </a:lnTo>
                  <a:lnTo>
                    <a:pt x="0" y="18859"/>
                  </a:lnTo>
                  <a:lnTo>
                    <a:pt x="4688" y="18859"/>
                  </a:lnTo>
                  <a:lnTo>
                    <a:pt x="4688" y="0"/>
                  </a:ln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3" name="Google Shape;7613;p62"/>
            <p:cNvSpPr/>
            <p:nvPr/>
          </p:nvSpPr>
          <p:spPr>
            <a:xfrm>
              <a:off x="2320604" y="3844972"/>
              <a:ext cx="15751" cy="282381"/>
            </a:xfrm>
            <a:custGeom>
              <a:avLst/>
              <a:gdLst/>
              <a:ahLst/>
              <a:cxnLst/>
              <a:rect l="l" t="t" r="r" b="b"/>
              <a:pathLst>
                <a:path w="1052" h="18860" extrusionOk="0">
                  <a:moveTo>
                    <a:pt x="0" y="0"/>
                  </a:moveTo>
                  <a:lnTo>
                    <a:pt x="0" y="18859"/>
                  </a:lnTo>
                  <a:lnTo>
                    <a:pt x="1051" y="18859"/>
                  </a:lnTo>
                  <a:lnTo>
                    <a:pt x="1051"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4" name="Google Shape;7614;p62"/>
            <p:cNvSpPr/>
            <p:nvPr/>
          </p:nvSpPr>
          <p:spPr>
            <a:xfrm>
              <a:off x="2390795" y="3844972"/>
              <a:ext cx="16065" cy="282381"/>
            </a:xfrm>
            <a:custGeom>
              <a:avLst/>
              <a:gdLst/>
              <a:ahLst/>
              <a:cxnLst/>
              <a:rect l="l" t="t" r="r" b="b"/>
              <a:pathLst>
                <a:path w="1073" h="18860" extrusionOk="0">
                  <a:moveTo>
                    <a:pt x="1" y="0"/>
                  </a:moveTo>
                  <a:lnTo>
                    <a:pt x="1" y="18859"/>
                  </a:lnTo>
                  <a:lnTo>
                    <a:pt x="1073" y="18859"/>
                  </a:lnTo>
                  <a:lnTo>
                    <a:pt x="107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5" name="Google Shape;7615;p62"/>
            <p:cNvSpPr/>
            <p:nvPr/>
          </p:nvSpPr>
          <p:spPr>
            <a:xfrm>
              <a:off x="2461315" y="3844972"/>
              <a:ext cx="15751" cy="282381"/>
            </a:xfrm>
            <a:custGeom>
              <a:avLst/>
              <a:gdLst/>
              <a:ahLst/>
              <a:cxnLst/>
              <a:rect l="l" t="t" r="r" b="b"/>
              <a:pathLst>
                <a:path w="1052" h="18860" extrusionOk="0">
                  <a:moveTo>
                    <a:pt x="0" y="0"/>
                  </a:moveTo>
                  <a:lnTo>
                    <a:pt x="0" y="18859"/>
                  </a:lnTo>
                  <a:lnTo>
                    <a:pt x="1051" y="18859"/>
                  </a:lnTo>
                  <a:lnTo>
                    <a:pt x="1051"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6" name="Google Shape;7616;p62"/>
            <p:cNvSpPr/>
            <p:nvPr/>
          </p:nvSpPr>
          <p:spPr>
            <a:xfrm>
              <a:off x="2229631" y="3844972"/>
              <a:ext cx="41249" cy="175672"/>
            </a:xfrm>
            <a:custGeom>
              <a:avLst/>
              <a:gdLst/>
              <a:ahLst/>
              <a:cxnLst/>
              <a:rect l="l" t="t" r="r" b="b"/>
              <a:pathLst>
                <a:path w="2755" h="11733" extrusionOk="0">
                  <a:moveTo>
                    <a:pt x="0" y="0"/>
                  </a:moveTo>
                  <a:lnTo>
                    <a:pt x="0" y="11732"/>
                  </a:lnTo>
                  <a:lnTo>
                    <a:pt x="2754" y="11732"/>
                  </a:lnTo>
                  <a:lnTo>
                    <a:pt x="2754"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7" name="Google Shape;7617;p62"/>
            <p:cNvSpPr/>
            <p:nvPr/>
          </p:nvSpPr>
          <p:spPr>
            <a:xfrm>
              <a:off x="2229631" y="3844972"/>
              <a:ext cx="13550" cy="175672"/>
            </a:xfrm>
            <a:custGeom>
              <a:avLst/>
              <a:gdLst/>
              <a:ahLst/>
              <a:cxnLst/>
              <a:rect l="l" t="t" r="r" b="b"/>
              <a:pathLst>
                <a:path w="905" h="11733" extrusionOk="0">
                  <a:moveTo>
                    <a:pt x="0" y="0"/>
                  </a:moveTo>
                  <a:lnTo>
                    <a:pt x="0" y="11732"/>
                  </a:lnTo>
                  <a:lnTo>
                    <a:pt x="904" y="11732"/>
                  </a:lnTo>
                  <a:lnTo>
                    <a:pt x="904" y="0"/>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8" name="Google Shape;7618;p62"/>
            <p:cNvSpPr/>
            <p:nvPr/>
          </p:nvSpPr>
          <p:spPr>
            <a:xfrm>
              <a:off x="2370342" y="3844972"/>
              <a:ext cx="41249" cy="175672"/>
            </a:xfrm>
            <a:custGeom>
              <a:avLst/>
              <a:gdLst/>
              <a:ahLst/>
              <a:cxnLst/>
              <a:rect l="l" t="t" r="r" b="b"/>
              <a:pathLst>
                <a:path w="2755" h="11733" extrusionOk="0">
                  <a:moveTo>
                    <a:pt x="0" y="0"/>
                  </a:moveTo>
                  <a:lnTo>
                    <a:pt x="0" y="11732"/>
                  </a:lnTo>
                  <a:lnTo>
                    <a:pt x="2754" y="11732"/>
                  </a:lnTo>
                  <a:lnTo>
                    <a:pt x="2754"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19" name="Google Shape;7619;p62"/>
            <p:cNvSpPr/>
            <p:nvPr/>
          </p:nvSpPr>
          <p:spPr>
            <a:xfrm>
              <a:off x="2370342" y="3844972"/>
              <a:ext cx="13550" cy="175672"/>
            </a:xfrm>
            <a:custGeom>
              <a:avLst/>
              <a:gdLst/>
              <a:ahLst/>
              <a:cxnLst/>
              <a:rect l="l" t="t" r="r" b="b"/>
              <a:pathLst>
                <a:path w="905" h="11733" extrusionOk="0">
                  <a:moveTo>
                    <a:pt x="0" y="0"/>
                  </a:moveTo>
                  <a:lnTo>
                    <a:pt x="0" y="11732"/>
                  </a:lnTo>
                  <a:lnTo>
                    <a:pt x="904" y="11732"/>
                  </a:lnTo>
                  <a:lnTo>
                    <a:pt x="904" y="0"/>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0" name="Google Shape;7620;p62"/>
            <p:cNvSpPr/>
            <p:nvPr/>
          </p:nvSpPr>
          <p:spPr>
            <a:xfrm>
              <a:off x="2440533" y="3844972"/>
              <a:ext cx="41249" cy="175672"/>
            </a:xfrm>
            <a:custGeom>
              <a:avLst/>
              <a:gdLst/>
              <a:ahLst/>
              <a:cxnLst/>
              <a:rect l="l" t="t" r="r" b="b"/>
              <a:pathLst>
                <a:path w="2755" h="11733" extrusionOk="0">
                  <a:moveTo>
                    <a:pt x="0" y="0"/>
                  </a:moveTo>
                  <a:lnTo>
                    <a:pt x="0" y="11732"/>
                  </a:lnTo>
                  <a:lnTo>
                    <a:pt x="2755" y="11732"/>
                  </a:lnTo>
                  <a:lnTo>
                    <a:pt x="2755"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1" name="Google Shape;7621;p62"/>
            <p:cNvSpPr/>
            <p:nvPr/>
          </p:nvSpPr>
          <p:spPr>
            <a:xfrm>
              <a:off x="2440533" y="3844972"/>
              <a:ext cx="13550" cy="175672"/>
            </a:xfrm>
            <a:custGeom>
              <a:avLst/>
              <a:gdLst/>
              <a:ahLst/>
              <a:cxnLst/>
              <a:rect l="l" t="t" r="r" b="b"/>
              <a:pathLst>
                <a:path w="905" h="11733" extrusionOk="0">
                  <a:moveTo>
                    <a:pt x="0" y="0"/>
                  </a:moveTo>
                  <a:lnTo>
                    <a:pt x="0" y="11732"/>
                  </a:lnTo>
                  <a:lnTo>
                    <a:pt x="905" y="11732"/>
                  </a:lnTo>
                  <a:lnTo>
                    <a:pt x="905" y="0"/>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2" name="Google Shape;7622;p62"/>
            <p:cNvSpPr/>
            <p:nvPr/>
          </p:nvSpPr>
          <p:spPr>
            <a:xfrm>
              <a:off x="2244738" y="3985684"/>
              <a:ext cx="10720" cy="141670"/>
            </a:xfrm>
            <a:custGeom>
              <a:avLst/>
              <a:gdLst/>
              <a:ahLst/>
              <a:cxnLst/>
              <a:rect l="l" t="t" r="r" b="b"/>
              <a:pathLst>
                <a:path w="716" h="9462" extrusionOk="0">
                  <a:moveTo>
                    <a:pt x="0" y="0"/>
                  </a:moveTo>
                  <a:lnTo>
                    <a:pt x="0" y="9461"/>
                  </a:lnTo>
                  <a:lnTo>
                    <a:pt x="715" y="9461"/>
                  </a:lnTo>
                  <a:lnTo>
                    <a:pt x="715"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3" name="Google Shape;7623;p62"/>
            <p:cNvSpPr/>
            <p:nvPr/>
          </p:nvSpPr>
          <p:spPr>
            <a:xfrm>
              <a:off x="2315244" y="3844972"/>
              <a:ext cx="10720" cy="282381"/>
            </a:xfrm>
            <a:custGeom>
              <a:avLst/>
              <a:gdLst/>
              <a:ahLst/>
              <a:cxnLst/>
              <a:rect l="l" t="t" r="r" b="b"/>
              <a:pathLst>
                <a:path w="716" h="18860" extrusionOk="0">
                  <a:moveTo>
                    <a:pt x="1" y="0"/>
                  </a:moveTo>
                  <a:lnTo>
                    <a:pt x="1" y="18859"/>
                  </a:lnTo>
                  <a:lnTo>
                    <a:pt x="716" y="18859"/>
                  </a:lnTo>
                  <a:lnTo>
                    <a:pt x="716"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4" name="Google Shape;7624;p62"/>
            <p:cNvSpPr/>
            <p:nvPr/>
          </p:nvSpPr>
          <p:spPr>
            <a:xfrm>
              <a:off x="2385450" y="3985684"/>
              <a:ext cx="10720" cy="141670"/>
            </a:xfrm>
            <a:custGeom>
              <a:avLst/>
              <a:gdLst/>
              <a:ahLst/>
              <a:cxnLst/>
              <a:rect l="l" t="t" r="r" b="b"/>
              <a:pathLst>
                <a:path w="716" h="9462" extrusionOk="0">
                  <a:moveTo>
                    <a:pt x="0" y="0"/>
                  </a:moveTo>
                  <a:lnTo>
                    <a:pt x="0" y="9461"/>
                  </a:lnTo>
                  <a:lnTo>
                    <a:pt x="715" y="9461"/>
                  </a:lnTo>
                  <a:lnTo>
                    <a:pt x="715"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5" name="Google Shape;7625;p62"/>
            <p:cNvSpPr/>
            <p:nvPr/>
          </p:nvSpPr>
          <p:spPr>
            <a:xfrm>
              <a:off x="2455955" y="3985684"/>
              <a:ext cx="10720" cy="141670"/>
            </a:xfrm>
            <a:custGeom>
              <a:avLst/>
              <a:gdLst/>
              <a:ahLst/>
              <a:cxnLst/>
              <a:rect l="l" t="t" r="r" b="b"/>
              <a:pathLst>
                <a:path w="716" h="9462" extrusionOk="0">
                  <a:moveTo>
                    <a:pt x="1" y="0"/>
                  </a:moveTo>
                  <a:lnTo>
                    <a:pt x="1" y="9461"/>
                  </a:lnTo>
                  <a:lnTo>
                    <a:pt x="715" y="9461"/>
                  </a:lnTo>
                  <a:lnTo>
                    <a:pt x="715" y="0"/>
                  </a:ln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26" name="Google Shape;7626;p62"/>
          <p:cNvGrpSpPr/>
          <p:nvPr/>
        </p:nvGrpSpPr>
        <p:grpSpPr>
          <a:xfrm>
            <a:off x="3139232" y="3647145"/>
            <a:ext cx="220051" cy="338169"/>
            <a:chOff x="3131170" y="3816884"/>
            <a:chExt cx="220051" cy="338169"/>
          </a:xfrm>
        </p:grpSpPr>
        <p:sp>
          <p:nvSpPr>
            <p:cNvPr id="7627" name="Google Shape;7627;p62"/>
            <p:cNvSpPr/>
            <p:nvPr/>
          </p:nvSpPr>
          <p:spPr>
            <a:xfrm>
              <a:off x="3131170" y="3816884"/>
              <a:ext cx="220051" cy="258530"/>
            </a:xfrm>
            <a:custGeom>
              <a:avLst/>
              <a:gdLst/>
              <a:ahLst/>
              <a:cxnLst/>
              <a:rect l="l" t="t" r="r" b="b"/>
              <a:pathLst>
                <a:path w="14697" h="17267" extrusionOk="0">
                  <a:moveTo>
                    <a:pt x="7357" y="0"/>
                  </a:moveTo>
                  <a:cubicBezTo>
                    <a:pt x="7233" y="0"/>
                    <a:pt x="7107" y="58"/>
                    <a:pt x="7023" y="173"/>
                  </a:cubicBezTo>
                  <a:lnTo>
                    <a:pt x="295" y="10055"/>
                  </a:lnTo>
                  <a:cubicBezTo>
                    <a:pt x="1" y="10496"/>
                    <a:pt x="43" y="11085"/>
                    <a:pt x="421" y="11464"/>
                  </a:cubicBezTo>
                  <a:lnTo>
                    <a:pt x="3638" y="14701"/>
                  </a:lnTo>
                  <a:cubicBezTo>
                    <a:pt x="3827" y="14912"/>
                    <a:pt x="3932" y="15164"/>
                    <a:pt x="3932" y="15437"/>
                  </a:cubicBezTo>
                  <a:lnTo>
                    <a:pt x="3932" y="17266"/>
                  </a:lnTo>
                  <a:lnTo>
                    <a:pt x="10765" y="17266"/>
                  </a:lnTo>
                  <a:lnTo>
                    <a:pt x="10765" y="15437"/>
                  </a:lnTo>
                  <a:cubicBezTo>
                    <a:pt x="10765" y="15164"/>
                    <a:pt x="10870" y="14912"/>
                    <a:pt x="11060" y="14701"/>
                  </a:cubicBezTo>
                  <a:lnTo>
                    <a:pt x="14276" y="11464"/>
                  </a:lnTo>
                  <a:cubicBezTo>
                    <a:pt x="14655" y="11085"/>
                    <a:pt x="14697" y="10496"/>
                    <a:pt x="14402" y="10055"/>
                  </a:cubicBezTo>
                  <a:lnTo>
                    <a:pt x="7675" y="173"/>
                  </a:lnTo>
                  <a:cubicBezTo>
                    <a:pt x="7601" y="58"/>
                    <a:pt x="7480" y="0"/>
                    <a:pt x="7357"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8" name="Google Shape;7628;p62"/>
            <p:cNvSpPr/>
            <p:nvPr/>
          </p:nvSpPr>
          <p:spPr>
            <a:xfrm>
              <a:off x="3131170" y="3816884"/>
              <a:ext cx="118373" cy="258530"/>
            </a:xfrm>
            <a:custGeom>
              <a:avLst/>
              <a:gdLst/>
              <a:ahLst/>
              <a:cxnLst/>
              <a:rect l="l" t="t" r="r" b="b"/>
              <a:pathLst>
                <a:path w="7906" h="17267" extrusionOk="0">
                  <a:moveTo>
                    <a:pt x="7357" y="0"/>
                  </a:moveTo>
                  <a:cubicBezTo>
                    <a:pt x="7233" y="0"/>
                    <a:pt x="7107" y="58"/>
                    <a:pt x="7023" y="173"/>
                  </a:cubicBezTo>
                  <a:lnTo>
                    <a:pt x="295" y="10055"/>
                  </a:lnTo>
                  <a:cubicBezTo>
                    <a:pt x="1" y="10496"/>
                    <a:pt x="43" y="11085"/>
                    <a:pt x="421" y="11464"/>
                  </a:cubicBezTo>
                  <a:lnTo>
                    <a:pt x="3638" y="14701"/>
                  </a:lnTo>
                  <a:cubicBezTo>
                    <a:pt x="3827" y="14912"/>
                    <a:pt x="3932" y="15164"/>
                    <a:pt x="3932" y="15437"/>
                  </a:cubicBezTo>
                  <a:lnTo>
                    <a:pt x="3932" y="17266"/>
                  </a:lnTo>
                  <a:lnTo>
                    <a:pt x="5026" y="17266"/>
                  </a:lnTo>
                  <a:lnTo>
                    <a:pt x="5026" y="15437"/>
                  </a:lnTo>
                  <a:cubicBezTo>
                    <a:pt x="5026" y="15164"/>
                    <a:pt x="4921" y="14912"/>
                    <a:pt x="4731" y="14701"/>
                  </a:cubicBezTo>
                  <a:lnTo>
                    <a:pt x="1515" y="11464"/>
                  </a:lnTo>
                  <a:cubicBezTo>
                    <a:pt x="1157" y="11085"/>
                    <a:pt x="1094" y="10496"/>
                    <a:pt x="1388" y="10055"/>
                  </a:cubicBezTo>
                  <a:lnTo>
                    <a:pt x="7906" y="510"/>
                  </a:lnTo>
                  <a:lnTo>
                    <a:pt x="7675" y="173"/>
                  </a:lnTo>
                  <a:cubicBezTo>
                    <a:pt x="7601" y="58"/>
                    <a:pt x="7480" y="0"/>
                    <a:pt x="7357"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29" name="Google Shape;7629;p62"/>
            <p:cNvSpPr/>
            <p:nvPr/>
          </p:nvSpPr>
          <p:spPr>
            <a:xfrm>
              <a:off x="3235049" y="3816884"/>
              <a:ext cx="12292" cy="179041"/>
            </a:xfrm>
            <a:custGeom>
              <a:avLst/>
              <a:gdLst/>
              <a:ahLst/>
              <a:cxnLst/>
              <a:rect l="l" t="t" r="r" b="b"/>
              <a:pathLst>
                <a:path w="821" h="11958" extrusionOk="0">
                  <a:moveTo>
                    <a:pt x="419" y="0"/>
                  </a:moveTo>
                  <a:cubicBezTo>
                    <a:pt x="295" y="0"/>
                    <a:pt x="169" y="58"/>
                    <a:pt x="85" y="173"/>
                  </a:cubicBezTo>
                  <a:lnTo>
                    <a:pt x="1" y="321"/>
                  </a:lnTo>
                  <a:lnTo>
                    <a:pt x="1" y="11548"/>
                  </a:lnTo>
                  <a:cubicBezTo>
                    <a:pt x="1" y="11821"/>
                    <a:pt x="206" y="11958"/>
                    <a:pt x="411" y="11958"/>
                  </a:cubicBezTo>
                  <a:cubicBezTo>
                    <a:pt x="616" y="11958"/>
                    <a:pt x="821" y="11821"/>
                    <a:pt x="821" y="11548"/>
                  </a:cubicBezTo>
                  <a:lnTo>
                    <a:pt x="821" y="321"/>
                  </a:lnTo>
                  <a:lnTo>
                    <a:pt x="737" y="173"/>
                  </a:lnTo>
                  <a:cubicBezTo>
                    <a:pt x="663" y="58"/>
                    <a:pt x="542" y="0"/>
                    <a:pt x="419" y="0"/>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0" name="Google Shape;7630;p62"/>
            <p:cNvSpPr/>
            <p:nvPr/>
          </p:nvSpPr>
          <p:spPr>
            <a:xfrm>
              <a:off x="3212396" y="3974350"/>
              <a:ext cx="57929" cy="30858"/>
            </a:xfrm>
            <a:custGeom>
              <a:avLst/>
              <a:gdLst/>
              <a:ahLst/>
              <a:cxnLst/>
              <a:rect l="l" t="t" r="r" b="b"/>
              <a:pathLst>
                <a:path w="3869" h="2061" extrusionOk="0">
                  <a:moveTo>
                    <a:pt x="1367" y="0"/>
                  </a:moveTo>
                  <a:cubicBezTo>
                    <a:pt x="0" y="0"/>
                    <a:pt x="0" y="2061"/>
                    <a:pt x="1367" y="2061"/>
                  </a:cubicBezTo>
                  <a:lnTo>
                    <a:pt x="2502" y="2061"/>
                  </a:lnTo>
                  <a:cubicBezTo>
                    <a:pt x="3869" y="2061"/>
                    <a:pt x="3869" y="0"/>
                    <a:pt x="2502" y="0"/>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1" name="Google Shape;7631;p62"/>
            <p:cNvSpPr/>
            <p:nvPr/>
          </p:nvSpPr>
          <p:spPr>
            <a:xfrm>
              <a:off x="3213339" y="3981597"/>
              <a:ext cx="56042" cy="23612"/>
            </a:xfrm>
            <a:custGeom>
              <a:avLst/>
              <a:gdLst/>
              <a:ahLst/>
              <a:cxnLst/>
              <a:rect l="l" t="t" r="r" b="b"/>
              <a:pathLst>
                <a:path w="3743" h="1577" extrusionOk="0">
                  <a:moveTo>
                    <a:pt x="442" y="0"/>
                  </a:moveTo>
                  <a:lnTo>
                    <a:pt x="442" y="0"/>
                  </a:lnTo>
                  <a:cubicBezTo>
                    <a:pt x="0" y="694"/>
                    <a:pt x="484" y="1577"/>
                    <a:pt x="1304" y="1577"/>
                  </a:cubicBezTo>
                  <a:lnTo>
                    <a:pt x="2439" y="1577"/>
                  </a:lnTo>
                  <a:cubicBezTo>
                    <a:pt x="3238" y="1577"/>
                    <a:pt x="3742" y="694"/>
                    <a:pt x="3301" y="0"/>
                  </a:cubicBezTo>
                  <a:lnTo>
                    <a:pt x="3301" y="0"/>
                  </a:lnTo>
                  <a:cubicBezTo>
                    <a:pt x="3112" y="294"/>
                    <a:pt x="2775" y="484"/>
                    <a:pt x="2439" y="484"/>
                  </a:cubicBezTo>
                  <a:lnTo>
                    <a:pt x="1304" y="484"/>
                  </a:lnTo>
                  <a:cubicBezTo>
                    <a:pt x="946" y="484"/>
                    <a:pt x="610" y="294"/>
                    <a:pt x="442"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2" name="Google Shape;7632;p62"/>
            <p:cNvSpPr/>
            <p:nvPr/>
          </p:nvSpPr>
          <p:spPr>
            <a:xfrm>
              <a:off x="3199804" y="4118834"/>
              <a:ext cx="83112" cy="36218"/>
            </a:xfrm>
            <a:custGeom>
              <a:avLst/>
              <a:gdLst/>
              <a:ahLst/>
              <a:cxnLst/>
              <a:rect l="l" t="t" r="r" b="b"/>
              <a:pathLst>
                <a:path w="5551" h="2419" extrusionOk="0">
                  <a:moveTo>
                    <a:pt x="0" y="1"/>
                  </a:moveTo>
                  <a:lnTo>
                    <a:pt x="0" y="1830"/>
                  </a:lnTo>
                  <a:cubicBezTo>
                    <a:pt x="0" y="2145"/>
                    <a:pt x="252" y="2418"/>
                    <a:pt x="589" y="2418"/>
                  </a:cubicBezTo>
                  <a:lnTo>
                    <a:pt x="4962" y="2418"/>
                  </a:lnTo>
                  <a:cubicBezTo>
                    <a:pt x="5277" y="2418"/>
                    <a:pt x="5551" y="2145"/>
                    <a:pt x="5551" y="1830"/>
                  </a:cubicBezTo>
                  <a:lnTo>
                    <a:pt x="5551"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3" name="Google Shape;7633;p62"/>
            <p:cNvSpPr/>
            <p:nvPr/>
          </p:nvSpPr>
          <p:spPr>
            <a:xfrm>
              <a:off x="3199804" y="4118834"/>
              <a:ext cx="25199" cy="36218"/>
            </a:xfrm>
            <a:custGeom>
              <a:avLst/>
              <a:gdLst/>
              <a:ahLst/>
              <a:cxnLst/>
              <a:rect l="l" t="t" r="r" b="b"/>
              <a:pathLst>
                <a:path w="1683" h="2419" extrusionOk="0">
                  <a:moveTo>
                    <a:pt x="0" y="1"/>
                  </a:moveTo>
                  <a:lnTo>
                    <a:pt x="0" y="1830"/>
                  </a:lnTo>
                  <a:cubicBezTo>
                    <a:pt x="0" y="2145"/>
                    <a:pt x="252" y="2418"/>
                    <a:pt x="589" y="2418"/>
                  </a:cubicBezTo>
                  <a:lnTo>
                    <a:pt x="1682" y="2418"/>
                  </a:lnTo>
                  <a:cubicBezTo>
                    <a:pt x="1346" y="2418"/>
                    <a:pt x="1072" y="2145"/>
                    <a:pt x="1093" y="1830"/>
                  </a:cubicBezTo>
                  <a:lnTo>
                    <a:pt x="1093" y="1"/>
                  </a:lnTo>
                  <a:close/>
                </a:path>
              </a:pathLst>
            </a:custGeom>
            <a:solidFill>
              <a:srgbClr val="E0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4" name="Google Shape;7634;p62"/>
            <p:cNvSpPr/>
            <p:nvPr/>
          </p:nvSpPr>
          <p:spPr>
            <a:xfrm>
              <a:off x="3176192" y="4074770"/>
              <a:ext cx="130021" cy="44708"/>
            </a:xfrm>
            <a:custGeom>
              <a:avLst/>
              <a:gdLst/>
              <a:ahLst/>
              <a:cxnLst/>
              <a:rect l="l" t="t" r="r" b="b"/>
              <a:pathLst>
                <a:path w="8684" h="2986" extrusionOk="0">
                  <a:moveTo>
                    <a:pt x="652" y="0"/>
                  </a:moveTo>
                  <a:cubicBezTo>
                    <a:pt x="295" y="0"/>
                    <a:pt x="0" y="295"/>
                    <a:pt x="0" y="652"/>
                  </a:cubicBezTo>
                  <a:lnTo>
                    <a:pt x="0" y="2334"/>
                  </a:lnTo>
                  <a:cubicBezTo>
                    <a:pt x="0" y="2691"/>
                    <a:pt x="295" y="2986"/>
                    <a:pt x="652" y="2986"/>
                  </a:cubicBezTo>
                  <a:lnTo>
                    <a:pt x="8011" y="2986"/>
                  </a:lnTo>
                  <a:cubicBezTo>
                    <a:pt x="8389" y="2986"/>
                    <a:pt x="8683" y="2691"/>
                    <a:pt x="8683" y="2334"/>
                  </a:cubicBezTo>
                  <a:lnTo>
                    <a:pt x="8683" y="673"/>
                  </a:lnTo>
                  <a:cubicBezTo>
                    <a:pt x="8683" y="295"/>
                    <a:pt x="8389" y="0"/>
                    <a:pt x="8011" y="0"/>
                  </a:cubicBezTo>
                  <a:close/>
                </a:path>
              </a:pathLst>
            </a:custGeom>
            <a:solidFill>
              <a:srgbClr val="E0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5" name="Google Shape;7635;p62"/>
            <p:cNvSpPr/>
            <p:nvPr/>
          </p:nvSpPr>
          <p:spPr>
            <a:xfrm>
              <a:off x="3176192" y="4093336"/>
              <a:ext cx="130021" cy="26142"/>
            </a:xfrm>
            <a:custGeom>
              <a:avLst/>
              <a:gdLst/>
              <a:ahLst/>
              <a:cxnLst/>
              <a:rect l="l" t="t" r="r" b="b"/>
              <a:pathLst>
                <a:path w="8684" h="1746" extrusionOk="0">
                  <a:moveTo>
                    <a:pt x="0" y="1"/>
                  </a:moveTo>
                  <a:lnTo>
                    <a:pt x="0" y="1094"/>
                  </a:lnTo>
                  <a:cubicBezTo>
                    <a:pt x="0" y="1451"/>
                    <a:pt x="295" y="1746"/>
                    <a:pt x="652" y="1746"/>
                  </a:cubicBezTo>
                  <a:lnTo>
                    <a:pt x="8011" y="1746"/>
                  </a:lnTo>
                  <a:cubicBezTo>
                    <a:pt x="8389" y="1746"/>
                    <a:pt x="8683" y="1451"/>
                    <a:pt x="8683" y="1094"/>
                  </a:cubicBezTo>
                  <a:lnTo>
                    <a:pt x="8683" y="1"/>
                  </a:lnTo>
                  <a:cubicBezTo>
                    <a:pt x="8683" y="358"/>
                    <a:pt x="8389" y="652"/>
                    <a:pt x="8011" y="652"/>
                  </a:cubicBezTo>
                  <a:lnTo>
                    <a:pt x="652" y="652"/>
                  </a:lnTo>
                  <a:cubicBezTo>
                    <a:pt x="295" y="652"/>
                    <a:pt x="0" y="358"/>
                    <a:pt x="0"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36" name="Google Shape;7636;p62"/>
          <p:cNvGrpSpPr/>
          <p:nvPr/>
        </p:nvGrpSpPr>
        <p:grpSpPr>
          <a:xfrm>
            <a:off x="911564" y="3189824"/>
            <a:ext cx="247990" cy="333393"/>
            <a:chOff x="903502" y="3359564"/>
            <a:chExt cx="247990" cy="333393"/>
          </a:xfrm>
        </p:grpSpPr>
        <p:sp>
          <p:nvSpPr>
            <p:cNvPr id="7637" name="Google Shape;7637;p62"/>
            <p:cNvSpPr/>
            <p:nvPr/>
          </p:nvSpPr>
          <p:spPr>
            <a:xfrm>
              <a:off x="903502" y="3364610"/>
              <a:ext cx="247930" cy="328347"/>
            </a:xfrm>
            <a:custGeom>
              <a:avLst/>
              <a:gdLst/>
              <a:ahLst/>
              <a:cxnLst/>
              <a:rect l="l" t="t" r="r" b="b"/>
              <a:pathLst>
                <a:path w="16559" h="21930" extrusionOk="0">
                  <a:moveTo>
                    <a:pt x="6135" y="0"/>
                  </a:moveTo>
                  <a:lnTo>
                    <a:pt x="6135" y="9272"/>
                  </a:lnTo>
                  <a:cubicBezTo>
                    <a:pt x="6135" y="9503"/>
                    <a:pt x="6072" y="9735"/>
                    <a:pt x="5967" y="9945"/>
                  </a:cubicBezTo>
                  <a:lnTo>
                    <a:pt x="416" y="20352"/>
                  </a:lnTo>
                  <a:cubicBezTo>
                    <a:pt x="1" y="21058"/>
                    <a:pt x="509" y="21929"/>
                    <a:pt x="1313" y="21929"/>
                  </a:cubicBezTo>
                  <a:cubicBezTo>
                    <a:pt x="1322" y="21929"/>
                    <a:pt x="1332" y="21929"/>
                    <a:pt x="1341" y="21929"/>
                  </a:cubicBezTo>
                  <a:lnTo>
                    <a:pt x="15217" y="21929"/>
                  </a:lnTo>
                  <a:cubicBezTo>
                    <a:pt x="15227" y="21929"/>
                    <a:pt x="15236" y="21929"/>
                    <a:pt x="15246" y="21929"/>
                  </a:cubicBezTo>
                  <a:cubicBezTo>
                    <a:pt x="16049" y="21929"/>
                    <a:pt x="16558" y="21058"/>
                    <a:pt x="16163" y="20352"/>
                  </a:cubicBezTo>
                  <a:lnTo>
                    <a:pt x="10592" y="9945"/>
                  </a:lnTo>
                  <a:cubicBezTo>
                    <a:pt x="10487" y="9735"/>
                    <a:pt x="10424" y="9503"/>
                    <a:pt x="10424" y="9272"/>
                  </a:cubicBezTo>
                  <a:lnTo>
                    <a:pt x="10424"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8" name="Google Shape;7638;p62"/>
            <p:cNvSpPr/>
            <p:nvPr/>
          </p:nvSpPr>
          <p:spPr>
            <a:xfrm>
              <a:off x="1032175" y="3364610"/>
              <a:ext cx="119316" cy="328347"/>
            </a:xfrm>
            <a:custGeom>
              <a:avLst/>
              <a:gdLst/>
              <a:ahLst/>
              <a:cxnLst/>
              <a:rect l="l" t="t" r="r" b="b"/>
              <a:pathLst>
                <a:path w="7969" h="21930" extrusionOk="0">
                  <a:moveTo>
                    <a:pt x="1" y="0"/>
                  </a:moveTo>
                  <a:lnTo>
                    <a:pt x="1" y="9398"/>
                  </a:lnTo>
                  <a:cubicBezTo>
                    <a:pt x="1" y="9545"/>
                    <a:pt x="43" y="9693"/>
                    <a:pt x="106" y="9840"/>
                  </a:cubicBezTo>
                  <a:lnTo>
                    <a:pt x="5740" y="20352"/>
                  </a:lnTo>
                  <a:cubicBezTo>
                    <a:pt x="6151" y="21050"/>
                    <a:pt x="5639" y="21908"/>
                    <a:pt x="4851" y="21929"/>
                  </a:cubicBezTo>
                  <a:lnTo>
                    <a:pt x="6644" y="21929"/>
                  </a:lnTo>
                  <a:cubicBezTo>
                    <a:pt x="7464" y="21929"/>
                    <a:pt x="7969" y="21067"/>
                    <a:pt x="7569" y="20352"/>
                  </a:cubicBezTo>
                  <a:lnTo>
                    <a:pt x="1998" y="9945"/>
                  </a:lnTo>
                  <a:cubicBezTo>
                    <a:pt x="1893" y="9735"/>
                    <a:pt x="1830" y="9503"/>
                    <a:pt x="1830" y="9272"/>
                  </a:cubicBezTo>
                  <a:lnTo>
                    <a:pt x="1830" y="0"/>
                  </a:lnTo>
                  <a:close/>
                  <a:moveTo>
                    <a:pt x="4794" y="21929"/>
                  </a:moveTo>
                  <a:cubicBezTo>
                    <a:pt x="4804" y="21929"/>
                    <a:pt x="4813" y="21929"/>
                    <a:pt x="4823" y="21929"/>
                  </a:cubicBezTo>
                  <a:cubicBezTo>
                    <a:pt x="4832" y="21929"/>
                    <a:pt x="4842" y="21929"/>
                    <a:pt x="4851" y="21929"/>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39" name="Google Shape;7639;p62"/>
            <p:cNvSpPr/>
            <p:nvPr/>
          </p:nvSpPr>
          <p:spPr>
            <a:xfrm>
              <a:off x="953480" y="3587460"/>
              <a:ext cx="147958" cy="77782"/>
            </a:xfrm>
            <a:custGeom>
              <a:avLst/>
              <a:gdLst/>
              <a:ahLst/>
              <a:cxnLst/>
              <a:rect l="l" t="t" r="r" b="b"/>
              <a:pathLst>
                <a:path w="9882" h="5195" extrusionOk="0">
                  <a:moveTo>
                    <a:pt x="4928" y="0"/>
                  </a:moveTo>
                  <a:cubicBezTo>
                    <a:pt x="4207" y="0"/>
                    <a:pt x="3485" y="85"/>
                    <a:pt x="2776" y="254"/>
                  </a:cubicBezTo>
                  <a:cubicBezTo>
                    <a:pt x="2523" y="296"/>
                    <a:pt x="2313" y="464"/>
                    <a:pt x="2187" y="695"/>
                  </a:cubicBezTo>
                  <a:lnTo>
                    <a:pt x="169" y="4501"/>
                  </a:lnTo>
                  <a:cubicBezTo>
                    <a:pt x="1" y="4816"/>
                    <a:pt x="211" y="5195"/>
                    <a:pt x="568" y="5195"/>
                  </a:cubicBezTo>
                  <a:lnTo>
                    <a:pt x="9314" y="5195"/>
                  </a:lnTo>
                  <a:cubicBezTo>
                    <a:pt x="9672" y="5195"/>
                    <a:pt x="9882" y="4816"/>
                    <a:pt x="9735" y="4522"/>
                  </a:cubicBezTo>
                  <a:lnTo>
                    <a:pt x="7716" y="716"/>
                  </a:lnTo>
                  <a:cubicBezTo>
                    <a:pt x="7590" y="464"/>
                    <a:pt x="7359" y="296"/>
                    <a:pt x="7086" y="254"/>
                  </a:cubicBezTo>
                  <a:lnTo>
                    <a:pt x="6791" y="191"/>
                  </a:lnTo>
                  <a:cubicBezTo>
                    <a:pt x="6176" y="64"/>
                    <a:pt x="5552" y="0"/>
                    <a:pt x="4928"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0" name="Google Shape;7640;p62"/>
            <p:cNvSpPr/>
            <p:nvPr/>
          </p:nvSpPr>
          <p:spPr>
            <a:xfrm>
              <a:off x="1013295" y="3587490"/>
              <a:ext cx="88473" cy="77752"/>
            </a:xfrm>
            <a:custGeom>
              <a:avLst/>
              <a:gdLst/>
              <a:ahLst/>
              <a:cxnLst/>
              <a:rect l="l" t="t" r="r" b="b"/>
              <a:pathLst>
                <a:path w="5909" h="5193" extrusionOk="0">
                  <a:moveTo>
                    <a:pt x="906" y="0"/>
                  </a:moveTo>
                  <a:cubicBezTo>
                    <a:pt x="603" y="0"/>
                    <a:pt x="300" y="14"/>
                    <a:pt x="0" y="42"/>
                  </a:cubicBezTo>
                  <a:cubicBezTo>
                    <a:pt x="316" y="84"/>
                    <a:pt x="631" y="126"/>
                    <a:pt x="967" y="189"/>
                  </a:cubicBezTo>
                  <a:lnTo>
                    <a:pt x="1262" y="252"/>
                  </a:lnTo>
                  <a:cubicBezTo>
                    <a:pt x="1535" y="294"/>
                    <a:pt x="1766" y="462"/>
                    <a:pt x="1892" y="714"/>
                  </a:cubicBezTo>
                  <a:lnTo>
                    <a:pt x="3911" y="4499"/>
                  </a:lnTo>
                  <a:cubicBezTo>
                    <a:pt x="4079" y="4814"/>
                    <a:pt x="3848" y="5193"/>
                    <a:pt x="3490" y="5193"/>
                  </a:cubicBezTo>
                  <a:lnTo>
                    <a:pt x="5340" y="5193"/>
                  </a:lnTo>
                  <a:cubicBezTo>
                    <a:pt x="5677" y="5172"/>
                    <a:pt x="5908" y="4793"/>
                    <a:pt x="5740" y="4499"/>
                  </a:cubicBezTo>
                  <a:lnTo>
                    <a:pt x="3721" y="714"/>
                  </a:lnTo>
                  <a:cubicBezTo>
                    <a:pt x="3595" y="462"/>
                    <a:pt x="3364" y="294"/>
                    <a:pt x="3091" y="252"/>
                  </a:cubicBezTo>
                  <a:lnTo>
                    <a:pt x="2796" y="189"/>
                  </a:lnTo>
                  <a:cubicBezTo>
                    <a:pt x="2172" y="61"/>
                    <a:pt x="1537" y="0"/>
                    <a:pt x="906"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1" name="Google Shape;7641;p62"/>
            <p:cNvSpPr/>
            <p:nvPr/>
          </p:nvSpPr>
          <p:spPr>
            <a:xfrm>
              <a:off x="1048226" y="3630282"/>
              <a:ext cx="19854" cy="17323"/>
            </a:xfrm>
            <a:custGeom>
              <a:avLst/>
              <a:gdLst/>
              <a:ahLst/>
              <a:cxnLst/>
              <a:rect l="l" t="t" r="r" b="b"/>
              <a:pathLst>
                <a:path w="1326" h="1157" extrusionOk="0">
                  <a:moveTo>
                    <a:pt x="758" y="1"/>
                  </a:moveTo>
                  <a:cubicBezTo>
                    <a:pt x="253" y="1"/>
                    <a:pt x="1" y="632"/>
                    <a:pt x="358" y="989"/>
                  </a:cubicBezTo>
                  <a:cubicBezTo>
                    <a:pt x="474" y="1105"/>
                    <a:pt x="616" y="1157"/>
                    <a:pt x="756" y="1157"/>
                  </a:cubicBezTo>
                  <a:cubicBezTo>
                    <a:pt x="1047" y="1157"/>
                    <a:pt x="1325" y="931"/>
                    <a:pt x="1325" y="590"/>
                  </a:cubicBezTo>
                  <a:cubicBezTo>
                    <a:pt x="1325" y="274"/>
                    <a:pt x="1073" y="1"/>
                    <a:pt x="758"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2" name="Google Shape;7642;p62"/>
            <p:cNvSpPr/>
            <p:nvPr/>
          </p:nvSpPr>
          <p:spPr>
            <a:xfrm>
              <a:off x="1056101" y="3630282"/>
              <a:ext cx="12682" cy="17173"/>
            </a:xfrm>
            <a:custGeom>
              <a:avLst/>
              <a:gdLst/>
              <a:ahLst/>
              <a:cxnLst/>
              <a:rect l="l" t="t" r="r" b="b"/>
              <a:pathLst>
                <a:path w="847" h="1147" extrusionOk="0">
                  <a:moveTo>
                    <a:pt x="232" y="1"/>
                  </a:moveTo>
                  <a:cubicBezTo>
                    <a:pt x="169" y="1"/>
                    <a:pt x="85" y="22"/>
                    <a:pt x="0" y="64"/>
                  </a:cubicBezTo>
                  <a:cubicBezTo>
                    <a:pt x="484" y="253"/>
                    <a:pt x="484" y="905"/>
                    <a:pt x="0" y="1115"/>
                  </a:cubicBezTo>
                  <a:cubicBezTo>
                    <a:pt x="55" y="1137"/>
                    <a:pt x="106" y="1147"/>
                    <a:pt x="154" y="1147"/>
                  </a:cubicBezTo>
                  <a:cubicBezTo>
                    <a:pt x="671" y="1147"/>
                    <a:pt x="847" y="22"/>
                    <a:pt x="232" y="22"/>
                  </a:cubicBezTo>
                  <a:lnTo>
                    <a:pt x="232" y="1"/>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3" name="Google Shape;7643;p62"/>
            <p:cNvSpPr/>
            <p:nvPr/>
          </p:nvSpPr>
          <p:spPr>
            <a:xfrm>
              <a:off x="981493" y="3635013"/>
              <a:ext cx="19854" cy="16994"/>
            </a:xfrm>
            <a:custGeom>
              <a:avLst/>
              <a:gdLst/>
              <a:ahLst/>
              <a:cxnLst/>
              <a:rect l="l" t="t" r="r" b="b"/>
              <a:pathLst>
                <a:path w="1326" h="1135" extrusionOk="0">
                  <a:moveTo>
                    <a:pt x="758" y="0"/>
                  </a:moveTo>
                  <a:cubicBezTo>
                    <a:pt x="253" y="0"/>
                    <a:pt x="1" y="610"/>
                    <a:pt x="358" y="967"/>
                  </a:cubicBezTo>
                  <a:cubicBezTo>
                    <a:pt x="474" y="1083"/>
                    <a:pt x="616" y="1135"/>
                    <a:pt x="755" y="1135"/>
                  </a:cubicBezTo>
                  <a:cubicBezTo>
                    <a:pt x="1047" y="1135"/>
                    <a:pt x="1325" y="909"/>
                    <a:pt x="1325" y="568"/>
                  </a:cubicBezTo>
                  <a:cubicBezTo>
                    <a:pt x="1325" y="253"/>
                    <a:pt x="1073" y="0"/>
                    <a:pt x="758"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4" name="Google Shape;7644;p62"/>
            <p:cNvSpPr/>
            <p:nvPr/>
          </p:nvSpPr>
          <p:spPr>
            <a:xfrm>
              <a:off x="989369" y="3635013"/>
              <a:ext cx="12682" cy="16844"/>
            </a:xfrm>
            <a:custGeom>
              <a:avLst/>
              <a:gdLst/>
              <a:ahLst/>
              <a:cxnLst/>
              <a:rect l="l" t="t" r="r" b="b"/>
              <a:pathLst>
                <a:path w="847" h="1125" extrusionOk="0">
                  <a:moveTo>
                    <a:pt x="232" y="0"/>
                  </a:moveTo>
                  <a:cubicBezTo>
                    <a:pt x="169" y="0"/>
                    <a:pt x="84" y="0"/>
                    <a:pt x="0" y="42"/>
                  </a:cubicBezTo>
                  <a:cubicBezTo>
                    <a:pt x="484" y="231"/>
                    <a:pt x="484" y="904"/>
                    <a:pt x="0" y="1093"/>
                  </a:cubicBezTo>
                  <a:cubicBezTo>
                    <a:pt x="54" y="1115"/>
                    <a:pt x="106" y="1125"/>
                    <a:pt x="154" y="1125"/>
                  </a:cubicBezTo>
                  <a:cubicBezTo>
                    <a:pt x="671" y="1125"/>
                    <a:pt x="847" y="0"/>
                    <a:pt x="232"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5" name="Google Shape;7645;p62"/>
            <p:cNvSpPr/>
            <p:nvPr/>
          </p:nvSpPr>
          <p:spPr>
            <a:xfrm>
              <a:off x="1008249" y="3606041"/>
              <a:ext cx="24255" cy="20602"/>
            </a:xfrm>
            <a:custGeom>
              <a:avLst/>
              <a:gdLst/>
              <a:ahLst/>
              <a:cxnLst/>
              <a:rect l="l" t="t" r="r" b="b"/>
              <a:pathLst>
                <a:path w="1620" h="1376" extrusionOk="0">
                  <a:moveTo>
                    <a:pt x="926" y="1"/>
                  </a:moveTo>
                  <a:cubicBezTo>
                    <a:pt x="316" y="1"/>
                    <a:pt x="1" y="737"/>
                    <a:pt x="421" y="1178"/>
                  </a:cubicBezTo>
                  <a:cubicBezTo>
                    <a:pt x="564" y="1314"/>
                    <a:pt x="738" y="1376"/>
                    <a:pt x="907" y="1376"/>
                  </a:cubicBezTo>
                  <a:cubicBezTo>
                    <a:pt x="1262" y="1376"/>
                    <a:pt x="1599" y="1107"/>
                    <a:pt x="1599" y="695"/>
                  </a:cubicBezTo>
                  <a:cubicBezTo>
                    <a:pt x="1620" y="316"/>
                    <a:pt x="1304" y="1"/>
                    <a:pt x="926"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6" name="Google Shape;7646;p62"/>
            <p:cNvSpPr/>
            <p:nvPr/>
          </p:nvSpPr>
          <p:spPr>
            <a:xfrm>
              <a:off x="1018011" y="3606041"/>
              <a:ext cx="14179" cy="20662"/>
            </a:xfrm>
            <a:custGeom>
              <a:avLst/>
              <a:gdLst/>
              <a:ahLst/>
              <a:cxnLst/>
              <a:rect l="l" t="t" r="r" b="b"/>
              <a:pathLst>
                <a:path w="947" h="1380" extrusionOk="0">
                  <a:moveTo>
                    <a:pt x="278" y="0"/>
                  </a:moveTo>
                  <a:cubicBezTo>
                    <a:pt x="186" y="0"/>
                    <a:pt x="92" y="20"/>
                    <a:pt x="1" y="64"/>
                  </a:cubicBezTo>
                  <a:cubicBezTo>
                    <a:pt x="547" y="295"/>
                    <a:pt x="547" y="1073"/>
                    <a:pt x="1" y="1326"/>
                  </a:cubicBezTo>
                  <a:cubicBezTo>
                    <a:pt x="86" y="1362"/>
                    <a:pt x="174" y="1379"/>
                    <a:pt x="260" y="1379"/>
                  </a:cubicBezTo>
                  <a:cubicBezTo>
                    <a:pt x="618" y="1379"/>
                    <a:pt x="947" y="1085"/>
                    <a:pt x="947" y="695"/>
                  </a:cubicBezTo>
                  <a:cubicBezTo>
                    <a:pt x="947" y="295"/>
                    <a:pt x="629" y="0"/>
                    <a:pt x="278"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7" name="Google Shape;7647;p62"/>
            <p:cNvSpPr/>
            <p:nvPr/>
          </p:nvSpPr>
          <p:spPr>
            <a:xfrm>
              <a:off x="995657" y="3550329"/>
              <a:ext cx="24255" cy="20602"/>
            </a:xfrm>
            <a:custGeom>
              <a:avLst/>
              <a:gdLst/>
              <a:ahLst/>
              <a:cxnLst/>
              <a:rect l="l" t="t" r="r" b="b"/>
              <a:pathLst>
                <a:path w="1620" h="1376" extrusionOk="0">
                  <a:moveTo>
                    <a:pt x="926" y="1"/>
                  </a:moveTo>
                  <a:cubicBezTo>
                    <a:pt x="316" y="1"/>
                    <a:pt x="1" y="737"/>
                    <a:pt x="442" y="1178"/>
                  </a:cubicBezTo>
                  <a:cubicBezTo>
                    <a:pt x="578" y="1314"/>
                    <a:pt x="747" y="1375"/>
                    <a:pt x="914" y="1375"/>
                  </a:cubicBezTo>
                  <a:cubicBezTo>
                    <a:pt x="1264" y="1375"/>
                    <a:pt x="1605" y="1107"/>
                    <a:pt x="1620" y="694"/>
                  </a:cubicBezTo>
                  <a:cubicBezTo>
                    <a:pt x="1620" y="316"/>
                    <a:pt x="1304" y="1"/>
                    <a:pt x="926"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8" name="Google Shape;7648;p62"/>
            <p:cNvSpPr/>
            <p:nvPr/>
          </p:nvSpPr>
          <p:spPr>
            <a:xfrm>
              <a:off x="1004790" y="3550329"/>
              <a:ext cx="15751" cy="20363"/>
            </a:xfrm>
            <a:custGeom>
              <a:avLst/>
              <a:gdLst/>
              <a:ahLst/>
              <a:cxnLst/>
              <a:rect l="l" t="t" r="r" b="b"/>
              <a:pathLst>
                <a:path w="1052" h="1360" extrusionOk="0">
                  <a:moveTo>
                    <a:pt x="316" y="1"/>
                  </a:moveTo>
                  <a:cubicBezTo>
                    <a:pt x="211" y="1"/>
                    <a:pt x="106" y="22"/>
                    <a:pt x="1" y="64"/>
                  </a:cubicBezTo>
                  <a:cubicBezTo>
                    <a:pt x="526" y="316"/>
                    <a:pt x="526" y="1052"/>
                    <a:pt x="1" y="1304"/>
                  </a:cubicBezTo>
                  <a:cubicBezTo>
                    <a:pt x="90" y="1342"/>
                    <a:pt x="182" y="1359"/>
                    <a:pt x="273" y="1359"/>
                  </a:cubicBezTo>
                  <a:cubicBezTo>
                    <a:pt x="588" y="1359"/>
                    <a:pt x="881" y="1147"/>
                    <a:pt x="947" y="821"/>
                  </a:cubicBezTo>
                  <a:cubicBezTo>
                    <a:pt x="1052" y="400"/>
                    <a:pt x="736" y="1"/>
                    <a:pt x="316"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49" name="Google Shape;7649;p62"/>
            <p:cNvSpPr/>
            <p:nvPr/>
          </p:nvSpPr>
          <p:spPr>
            <a:xfrm>
              <a:off x="1026830" y="3523558"/>
              <a:ext cx="23941" cy="20437"/>
            </a:xfrm>
            <a:custGeom>
              <a:avLst/>
              <a:gdLst/>
              <a:ahLst/>
              <a:cxnLst/>
              <a:rect l="l" t="t" r="r" b="b"/>
              <a:pathLst>
                <a:path w="1599" h="1365" extrusionOk="0">
                  <a:moveTo>
                    <a:pt x="940" y="1"/>
                  </a:moveTo>
                  <a:cubicBezTo>
                    <a:pt x="928" y="1"/>
                    <a:pt x="916" y="1"/>
                    <a:pt x="904" y="2"/>
                  </a:cubicBezTo>
                  <a:cubicBezTo>
                    <a:pt x="295" y="2"/>
                    <a:pt x="0" y="737"/>
                    <a:pt x="421" y="1158"/>
                  </a:cubicBezTo>
                  <a:cubicBezTo>
                    <a:pt x="564" y="1301"/>
                    <a:pt x="737" y="1364"/>
                    <a:pt x="907" y="1364"/>
                  </a:cubicBezTo>
                  <a:cubicBezTo>
                    <a:pt x="1261" y="1364"/>
                    <a:pt x="1598" y="1087"/>
                    <a:pt x="1598" y="674"/>
                  </a:cubicBezTo>
                  <a:cubicBezTo>
                    <a:pt x="1598" y="308"/>
                    <a:pt x="1302" y="1"/>
                    <a:pt x="940"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0" name="Google Shape;7650;p62"/>
            <p:cNvSpPr/>
            <p:nvPr/>
          </p:nvSpPr>
          <p:spPr>
            <a:xfrm>
              <a:off x="1035948" y="3523258"/>
              <a:ext cx="15766" cy="20677"/>
            </a:xfrm>
            <a:custGeom>
              <a:avLst/>
              <a:gdLst/>
              <a:ahLst/>
              <a:cxnLst/>
              <a:rect l="l" t="t" r="r" b="b"/>
              <a:pathLst>
                <a:path w="1053" h="1381" extrusionOk="0">
                  <a:moveTo>
                    <a:pt x="295" y="1"/>
                  </a:moveTo>
                  <a:lnTo>
                    <a:pt x="295" y="22"/>
                  </a:lnTo>
                  <a:cubicBezTo>
                    <a:pt x="190" y="22"/>
                    <a:pt x="106" y="43"/>
                    <a:pt x="1" y="85"/>
                  </a:cubicBezTo>
                  <a:cubicBezTo>
                    <a:pt x="527" y="316"/>
                    <a:pt x="527" y="1073"/>
                    <a:pt x="1" y="1325"/>
                  </a:cubicBezTo>
                  <a:cubicBezTo>
                    <a:pt x="90" y="1363"/>
                    <a:pt x="183" y="1380"/>
                    <a:pt x="274" y="1380"/>
                  </a:cubicBezTo>
                  <a:cubicBezTo>
                    <a:pt x="588" y="1380"/>
                    <a:pt x="882" y="1168"/>
                    <a:pt x="947" y="842"/>
                  </a:cubicBezTo>
                  <a:cubicBezTo>
                    <a:pt x="1052" y="421"/>
                    <a:pt x="737" y="22"/>
                    <a:pt x="295"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1" name="Google Shape;7651;p62"/>
            <p:cNvSpPr/>
            <p:nvPr/>
          </p:nvSpPr>
          <p:spPr>
            <a:xfrm>
              <a:off x="1012666" y="3484854"/>
              <a:ext cx="19839" cy="17144"/>
            </a:xfrm>
            <a:custGeom>
              <a:avLst/>
              <a:gdLst/>
              <a:ahLst/>
              <a:cxnLst/>
              <a:rect l="l" t="t" r="r" b="b"/>
              <a:pathLst>
                <a:path w="1325" h="1145" extrusionOk="0">
                  <a:moveTo>
                    <a:pt x="757" y="1"/>
                  </a:moveTo>
                  <a:cubicBezTo>
                    <a:pt x="252" y="1"/>
                    <a:pt x="0" y="610"/>
                    <a:pt x="358" y="968"/>
                  </a:cubicBezTo>
                  <a:cubicBezTo>
                    <a:pt x="473" y="1090"/>
                    <a:pt x="616" y="1145"/>
                    <a:pt x="755" y="1145"/>
                  </a:cubicBezTo>
                  <a:cubicBezTo>
                    <a:pt x="1046" y="1145"/>
                    <a:pt x="1325" y="909"/>
                    <a:pt x="1325" y="568"/>
                  </a:cubicBezTo>
                  <a:cubicBezTo>
                    <a:pt x="1325" y="253"/>
                    <a:pt x="1072" y="1"/>
                    <a:pt x="757"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2" name="Google Shape;7652;p62"/>
            <p:cNvSpPr/>
            <p:nvPr/>
          </p:nvSpPr>
          <p:spPr>
            <a:xfrm>
              <a:off x="1020527" y="3484854"/>
              <a:ext cx="12622" cy="16934"/>
            </a:xfrm>
            <a:custGeom>
              <a:avLst/>
              <a:gdLst/>
              <a:ahLst/>
              <a:cxnLst/>
              <a:rect l="l" t="t" r="r" b="b"/>
              <a:pathLst>
                <a:path w="843" h="1131" extrusionOk="0">
                  <a:moveTo>
                    <a:pt x="232" y="1"/>
                  </a:moveTo>
                  <a:cubicBezTo>
                    <a:pt x="169" y="1"/>
                    <a:pt x="85" y="22"/>
                    <a:pt x="1" y="43"/>
                  </a:cubicBezTo>
                  <a:cubicBezTo>
                    <a:pt x="484" y="253"/>
                    <a:pt x="484" y="905"/>
                    <a:pt x="1" y="1094"/>
                  </a:cubicBezTo>
                  <a:cubicBezTo>
                    <a:pt x="59" y="1119"/>
                    <a:pt x="114" y="1130"/>
                    <a:pt x="166" y="1130"/>
                  </a:cubicBezTo>
                  <a:cubicBezTo>
                    <a:pt x="674" y="1130"/>
                    <a:pt x="843" y="20"/>
                    <a:pt x="232"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3" name="Google Shape;7653;p62"/>
            <p:cNvSpPr/>
            <p:nvPr/>
          </p:nvSpPr>
          <p:spPr>
            <a:xfrm>
              <a:off x="918534" y="3642559"/>
              <a:ext cx="24884" cy="10091"/>
            </a:xfrm>
            <a:custGeom>
              <a:avLst/>
              <a:gdLst/>
              <a:ahLst/>
              <a:cxnLst/>
              <a:rect l="l" t="t" r="r" b="b"/>
              <a:pathLst>
                <a:path w="1662" h="674" extrusionOk="0">
                  <a:moveTo>
                    <a:pt x="358" y="1"/>
                  </a:moveTo>
                  <a:lnTo>
                    <a:pt x="1" y="674"/>
                  </a:lnTo>
                  <a:lnTo>
                    <a:pt x="1325" y="674"/>
                  </a:lnTo>
                  <a:cubicBezTo>
                    <a:pt x="1515" y="674"/>
                    <a:pt x="1662" y="526"/>
                    <a:pt x="1662" y="337"/>
                  </a:cubicBezTo>
                  <a:cubicBezTo>
                    <a:pt x="1662" y="148"/>
                    <a:pt x="1494" y="1"/>
                    <a:pt x="1304" y="1"/>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4" name="Google Shape;7654;p62"/>
            <p:cNvSpPr/>
            <p:nvPr/>
          </p:nvSpPr>
          <p:spPr>
            <a:xfrm>
              <a:off x="933342" y="3615175"/>
              <a:ext cx="24555" cy="10091"/>
            </a:xfrm>
            <a:custGeom>
              <a:avLst/>
              <a:gdLst/>
              <a:ahLst/>
              <a:cxnLst/>
              <a:rect l="l" t="t" r="r" b="b"/>
              <a:pathLst>
                <a:path w="1640" h="674" extrusionOk="0">
                  <a:moveTo>
                    <a:pt x="357" y="1"/>
                  </a:moveTo>
                  <a:lnTo>
                    <a:pt x="0" y="673"/>
                  </a:lnTo>
                  <a:lnTo>
                    <a:pt x="1304" y="673"/>
                  </a:lnTo>
                  <a:cubicBezTo>
                    <a:pt x="1493" y="673"/>
                    <a:pt x="1640" y="526"/>
                    <a:pt x="1640" y="337"/>
                  </a:cubicBezTo>
                  <a:cubicBezTo>
                    <a:pt x="1640" y="148"/>
                    <a:pt x="1493" y="1"/>
                    <a:pt x="1304" y="1"/>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5" name="Google Shape;7655;p62"/>
            <p:cNvSpPr/>
            <p:nvPr/>
          </p:nvSpPr>
          <p:spPr>
            <a:xfrm>
              <a:off x="947820" y="3587790"/>
              <a:ext cx="24884" cy="10091"/>
            </a:xfrm>
            <a:custGeom>
              <a:avLst/>
              <a:gdLst/>
              <a:ahLst/>
              <a:cxnLst/>
              <a:rect l="l" t="t" r="r" b="b"/>
              <a:pathLst>
                <a:path w="1662" h="674" extrusionOk="0">
                  <a:moveTo>
                    <a:pt x="358" y="1"/>
                  </a:moveTo>
                  <a:lnTo>
                    <a:pt x="0" y="673"/>
                  </a:lnTo>
                  <a:lnTo>
                    <a:pt x="1304" y="673"/>
                  </a:lnTo>
                  <a:cubicBezTo>
                    <a:pt x="1493" y="673"/>
                    <a:pt x="1661" y="526"/>
                    <a:pt x="1661" y="337"/>
                  </a:cubicBezTo>
                  <a:cubicBezTo>
                    <a:pt x="1661" y="148"/>
                    <a:pt x="1493" y="1"/>
                    <a:pt x="1304" y="1"/>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6" name="Google Shape;7656;p62"/>
            <p:cNvSpPr/>
            <p:nvPr/>
          </p:nvSpPr>
          <p:spPr>
            <a:xfrm>
              <a:off x="962299" y="3560405"/>
              <a:ext cx="24884" cy="10406"/>
            </a:xfrm>
            <a:custGeom>
              <a:avLst/>
              <a:gdLst/>
              <a:ahLst/>
              <a:cxnLst/>
              <a:rect l="l" t="t" r="r" b="b"/>
              <a:pathLst>
                <a:path w="1662" h="695" extrusionOk="0">
                  <a:moveTo>
                    <a:pt x="379" y="0"/>
                  </a:moveTo>
                  <a:lnTo>
                    <a:pt x="0" y="694"/>
                  </a:lnTo>
                  <a:lnTo>
                    <a:pt x="1325" y="694"/>
                  </a:lnTo>
                  <a:cubicBezTo>
                    <a:pt x="1514" y="694"/>
                    <a:pt x="1661" y="526"/>
                    <a:pt x="1661" y="337"/>
                  </a:cubicBezTo>
                  <a:cubicBezTo>
                    <a:pt x="1640" y="148"/>
                    <a:pt x="1493" y="0"/>
                    <a:pt x="1304"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7" name="Google Shape;7657;p62"/>
            <p:cNvSpPr/>
            <p:nvPr/>
          </p:nvSpPr>
          <p:spPr>
            <a:xfrm>
              <a:off x="984637" y="3359564"/>
              <a:ext cx="85957" cy="26456"/>
            </a:xfrm>
            <a:custGeom>
              <a:avLst/>
              <a:gdLst/>
              <a:ahLst/>
              <a:cxnLst/>
              <a:rect l="l" t="t" r="r" b="b"/>
              <a:pathLst>
                <a:path w="5741" h="1767" extrusionOk="0">
                  <a:moveTo>
                    <a:pt x="442" y="1"/>
                  </a:moveTo>
                  <a:cubicBezTo>
                    <a:pt x="190" y="1"/>
                    <a:pt x="1" y="190"/>
                    <a:pt x="1" y="442"/>
                  </a:cubicBezTo>
                  <a:lnTo>
                    <a:pt x="1" y="1325"/>
                  </a:lnTo>
                  <a:cubicBezTo>
                    <a:pt x="1" y="1557"/>
                    <a:pt x="190" y="1767"/>
                    <a:pt x="442" y="1767"/>
                  </a:cubicBezTo>
                  <a:lnTo>
                    <a:pt x="5299" y="1767"/>
                  </a:lnTo>
                  <a:cubicBezTo>
                    <a:pt x="5530" y="1767"/>
                    <a:pt x="5741" y="1557"/>
                    <a:pt x="5741" y="1325"/>
                  </a:cubicBezTo>
                  <a:lnTo>
                    <a:pt x="5741" y="442"/>
                  </a:lnTo>
                  <a:cubicBezTo>
                    <a:pt x="5720" y="190"/>
                    <a:pt x="5530" y="1"/>
                    <a:pt x="5299"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8" name="Google Shape;7658;p62"/>
            <p:cNvSpPr/>
            <p:nvPr/>
          </p:nvSpPr>
          <p:spPr>
            <a:xfrm>
              <a:off x="1037535" y="3359564"/>
              <a:ext cx="33059" cy="26456"/>
            </a:xfrm>
            <a:custGeom>
              <a:avLst/>
              <a:gdLst/>
              <a:ahLst/>
              <a:cxnLst/>
              <a:rect l="l" t="t" r="r" b="b"/>
              <a:pathLst>
                <a:path w="2208" h="1767" extrusionOk="0">
                  <a:moveTo>
                    <a:pt x="0" y="1"/>
                  </a:moveTo>
                  <a:cubicBezTo>
                    <a:pt x="231" y="1"/>
                    <a:pt x="421" y="190"/>
                    <a:pt x="442" y="442"/>
                  </a:cubicBezTo>
                  <a:lnTo>
                    <a:pt x="442" y="1325"/>
                  </a:lnTo>
                  <a:cubicBezTo>
                    <a:pt x="442" y="1557"/>
                    <a:pt x="231" y="1767"/>
                    <a:pt x="0" y="1767"/>
                  </a:cubicBezTo>
                  <a:lnTo>
                    <a:pt x="1766" y="1767"/>
                  </a:lnTo>
                  <a:cubicBezTo>
                    <a:pt x="1997" y="1767"/>
                    <a:pt x="2208" y="1557"/>
                    <a:pt x="2208" y="1325"/>
                  </a:cubicBezTo>
                  <a:lnTo>
                    <a:pt x="2208" y="442"/>
                  </a:lnTo>
                  <a:cubicBezTo>
                    <a:pt x="2187" y="190"/>
                    <a:pt x="1997" y="1"/>
                    <a:pt x="1766" y="1"/>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59" name="Google Shape;7659;p62"/>
          <p:cNvGrpSpPr/>
          <p:nvPr/>
        </p:nvGrpSpPr>
        <p:grpSpPr>
          <a:xfrm>
            <a:off x="2624253" y="2720721"/>
            <a:ext cx="365793" cy="361152"/>
            <a:chOff x="2616191" y="2890461"/>
            <a:chExt cx="365793" cy="361152"/>
          </a:xfrm>
        </p:grpSpPr>
        <p:sp>
          <p:nvSpPr>
            <p:cNvPr id="7660" name="Google Shape;7660;p62"/>
            <p:cNvSpPr/>
            <p:nvPr/>
          </p:nvSpPr>
          <p:spPr>
            <a:xfrm>
              <a:off x="2616191" y="3225545"/>
              <a:ext cx="30604" cy="26067"/>
            </a:xfrm>
            <a:custGeom>
              <a:avLst/>
              <a:gdLst/>
              <a:ahLst/>
              <a:cxnLst/>
              <a:rect l="l" t="t" r="r" b="b"/>
              <a:pathLst>
                <a:path w="2044" h="1741" extrusionOk="0">
                  <a:moveTo>
                    <a:pt x="1460" y="0"/>
                  </a:moveTo>
                  <a:cubicBezTo>
                    <a:pt x="1363" y="0"/>
                    <a:pt x="1263" y="42"/>
                    <a:pt x="1177" y="143"/>
                  </a:cubicBezTo>
                  <a:lnTo>
                    <a:pt x="252" y="1089"/>
                  </a:lnTo>
                  <a:cubicBezTo>
                    <a:pt x="0" y="1320"/>
                    <a:pt x="189" y="1741"/>
                    <a:pt x="526" y="1741"/>
                  </a:cubicBezTo>
                  <a:cubicBezTo>
                    <a:pt x="610" y="1741"/>
                    <a:pt x="715" y="1698"/>
                    <a:pt x="778" y="1614"/>
                  </a:cubicBezTo>
                  <a:lnTo>
                    <a:pt x="1724" y="689"/>
                  </a:lnTo>
                  <a:cubicBezTo>
                    <a:pt x="2044" y="418"/>
                    <a:pt x="1768" y="0"/>
                    <a:pt x="1460" y="0"/>
                  </a:cubicBezTo>
                  <a:close/>
                </a:path>
              </a:pathLst>
            </a:custGeom>
            <a:solidFill>
              <a:srgbClr val="ADBD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1" name="Google Shape;7661;p62"/>
            <p:cNvSpPr/>
            <p:nvPr/>
          </p:nvSpPr>
          <p:spPr>
            <a:xfrm>
              <a:off x="2627196" y="3189506"/>
              <a:ext cx="53527" cy="51326"/>
            </a:xfrm>
            <a:custGeom>
              <a:avLst/>
              <a:gdLst/>
              <a:ahLst/>
              <a:cxnLst/>
              <a:rect l="l" t="t" r="r" b="b"/>
              <a:pathLst>
                <a:path w="3575" h="3428" extrusionOk="0">
                  <a:moveTo>
                    <a:pt x="2074" y="0"/>
                  </a:moveTo>
                  <a:cubicBezTo>
                    <a:pt x="1977" y="0"/>
                    <a:pt x="1883" y="37"/>
                    <a:pt x="1809" y="111"/>
                  </a:cubicBezTo>
                  <a:lnTo>
                    <a:pt x="442" y="1456"/>
                  </a:lnTo>
                  <a:cubicBezTo>
                    <a:pt x="1" y="1919"/>
                    <a:pt x="1" y="2634"/>
                    <a:pt x="442" y="3096"/>
                  </a:cubicBezTo>
                  <a:cubicBezTo>
                    <a:pt x="674" y="3317"/>
                    <a:pt x="968" y="3427"/>
                    <a:pt x="1262" y="3427"/>
                  </a:cubicBezTo>
                  <a:cubicBezTo>
                    <a:pt x="1557" y="3427"/>
                    <a:pt x="1851" y="3317"/>
                    <a:pt x="2082" y="3096"/>
                  </a:cubicBezTo>
                  <a:lnTo>
                    <a:pt x="3428" y="1730"/>
                  </a:lnTo>
                  <a:cubicBezTo>
                    <a:pt x="3575" y="1583"/>
                    <a:pt x="3575" y="1351"/>
                    <a:pt x="3428" y="1204"/>
                  </a:cubicBezTo>
                  <a:lnTo>
                    <a:pt x="2356" y="111"/>
                  </a:lnTo>
                  <a:cubicBezTo>
                    <a:pt x="2272" y="37"/>
                    <a:pt x="2172" y="0"/>
                    <a:pt x="2074"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2" name="Google Shape;7662;p62"/>
            <p:cNvSpPr/>
            <p:nvPr/>
          </p:nvSpPr>
          <p:spPr>
            <a:xfrm>
              <a:off x="2631298" y="3201544"/>
              <a:ext cx="49424" cy="39288"/>
            </a:xfrm>
            <a:custGeom>
              <a:avLst/>
              <a:gdLst/>
              <a:ahLst/>
              <a:cxnLst/>
              <a:rect l="l" t="t" r="r" b="b"/>
              <a:pathLst>
                <a:path w="3301" h="2624" extrusionOk="0">
                  <a:moveTo>
                    <a:pt x="2754" y="1"/>
                  </a:moveTo>
                  <a:lnTo>
                    <a:pt x="2754" y="1"/>
                  </a:lnTo>
                  <a:cubicBezTo>
                    <a:pt x="2902" y="148"/>
                    <a:pt x="2902" y="400"/>
                    <a:pt x="2754" y="547"/>
                  </a:cubicBezTo>
                  <a:lnTo>
                    <a:pt x="1409" y="1893"/>
                  </a:lnTo>
                  <a:cubicBezTo>
                    <a:pt x="1186" y="2116"/>
                    <a:pt x="898" y="2229"/>
                    <a:pt x="604" y="2229"/>
                  </a:cubicBezTo>
                  <a:cubicBezTo>
                    <a:pt x="399" y="2229"/>
                    <a:pt x="191" y="2174"/>
                    <a:pt x="0" y="2061"/>
                  </a:cubicBezTo>
                  <a:lnTo>
                    <a:pt x="0" y="2061"/>
                  </a:lnTo>
                  <a:cubicBezTo>
                    <a:pt x="63" y="2145"/>
                    <a:pt x="105" y="2229"/>
                    <a:pt x="168" y="2292"/>
                  </a:cubicBezTo>
                  <a:cubicBezTo>
                    <a:pt x="400" y="2513"/>
                    <a:pt x="694" y="2623"/>
                    <a:pt x="988" y="2623"/>
                  </a:cubicBezTo>
                  <a:cubicBezTo>
                    <a:pt x="1283" y="2623"/>
                    <a:pt x="1577" y="2513"/>
                    <a:pt x="1808" y="2292"/>
                  </a:cubicBezTo>
                  <a:lnTo>
                    <a:pt x="3154" y="926"/>
                  </a:lnTo>
                  <a:cubicBezTo>
                    <a:pt x="3301" y="779"/>
                    <a:pt x="3301" y="547"/>
                    <a:pt x="3154" y="400"/>
                  </a:cubicBezTo>
                  <a:lnTo>
                    <a:pt x="2754" y="1"/>
                  </a:ln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3" name="Google Shape;7663;p62"/>
            <p:cNvSpPr/>
            <p:nvPr/>
          </p:nvSpPr>
          <p:spPr>
            <a:xfrm>
              <a:off x="2643576" y="2890461"/>
              <a:ext cx="338094" cy="334007"/>
            </a:xfrm>
            <a:custGeom>
              <a:avLst/>
              <a:gdLst/>
              <a:ahLst/>
              <a:cxnLst/>
              <a:rect l="l" t="t" r="r" b="b"/>
              <a:pathLst>
                <a:path w="22581" h="22308" extrusionOk="0">
                  <a:moveTo>
                    <a:pt x="19963" y="0"/>
                  </a:moveTo>
                  <a:cubicBezTo>
                    <a:pt x="19474" y="0"/>
                    <a:pt x="18985" y="184"/>
                    <a:pt x="18607" y="552"/>
                  </a:cubicBezTo>
                  <a:lnTo>
                    <a:pt x="442" y="18738"/>
                  </a:lnTo>
                  <a:cubicBezTo>
                    <a:pt x="0" y="19180"/>
                    <a:pt x="0" y="19916"/>
                    <a:pt x="442" y="20357"/>
                  </a:cubicBezTo>
                  <a:lnTo>
                    <a:pt x="2061" y="21976"/>
                  </a:lnTo>
                  <a:cubicBezTo>
                    <a:pt x="2292" y="22197"/>
                    <a:pt x="2586" y="22307"/>
                    <a:pt x="2878" y="22307"/>
                  </a:cubicBezTo>
                  <a:cubicBezTo>
                    <a:pt x="3170" y="22307"/>
                    <a:pt x="3459" y="22197"/>
                    <a:pt x="3679" y="21976"/>
                  </a:cubicBezTo>
                  <a:lnTo>
                    <a:pt x="5235" y="20420"/>
                  </a:lnTo>
                  <a:cubicBezTo>
                    <a:pt x="9377" y="19264"/>
                    <a:pt x="10218" y="17561"/>
                    <a:pt x="11185" y="15585"/>
                  </a:cubicBezTo>
                  <a:cubicBezTo>
                    <a:pt x="11627" y="14575"/>
                    <a:pt x="12215" y="13629"/>
                    <a:pt x="12909" y="12767"/>
                  </a:cubicBezTo>
                  <a:lnTo>
                    <a:pt x="21865" y="3811"/>
                  </a:lnTo>
                  <a:cubicBezTo>
                    <a:pt x="22433" y="3243"/>
                    <a:pt x="22580" y="2381"/>
                    <a:pt x="22244" y="1645"/>
                  </a:cubicBezTo>
                  <a:cubicBezTo>
                    <a:pt x="22139" y="1435"/>
                    <a:pt x="22013" y="1267"/>
                    <a:pt x="21865" y="1099"/>
                  </a:cubicBezTo>
                  <a:lnTo>
                    <a:pt x="21319" y="552"/>
                  </a:lnTo>
                  <a:cubicBezTo>
                    <a:pt x="20940" y="184"/>
                    <a:pt x="20452" y="0"/>
                    <a:pt x="19963" y="0"/>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4" name="Google Shape;7664;p62"/>
            <p:cNvSpPr/>
            <p:nvPr/>
          </p:nvSpPr>
          <p:spPr>
            <a:xfrm>
              <a:off x="2643576" y="2890461"/>
              <a:ext cx="338094" cy="334007"/>
            </a:xfrm>
            <a:custGeom>
              <a:avLst/>
              <a:gdLst/>
              <a:ahLst/>
              <a:cxnLst/>
              <a:rect l="l" t="t" r="r" b="b"/>
              <a:pathLst>
                <a:path w="22581" h="22308" extrusionOk="0">
                  <a:moveTo>
                    <a:pt x="19963" y="0"/>
                  </a:moveTo>
                  <a:cubicBezTo>
                    <a:pt x="19474" y="0"/>
                    <a:pt x="18985" y="184"/>
                    <a:pt x="18607" y="552"/>
                  </a:cubicBezTo>
                  <a:lnTo>
                    <a:pt x="442" y="18738"/>
                  </a:lnTo>
                  <a:cubicBezTo>
                    <a:pt x="0" y="19180"/>
                    <a:pt x="0" y="19916"/>
                    <a:pt x="442" y="20357"/>
                  </a:cubicBezTo>
                  <a:lnTo>
                    <a:pt x="2061" y="21976"/>
                  </a:lnTo>
                  <a:cubicBezTo>
                    <a:pt x="2292" y="22197"/>
                    <a:pt x="2586" y="22307"/>
                    <a:pt x="2878" y="22307"/>
                  </a:cubicBezTo>
                  <a:cubicBezTo>
                    <a:pt x="3170" y="22307"/>
                    <a:pt x="3459" y="22197"/>
                    <a:pt x="3679" y="21976"/>
                  </a:cubicBezTo>
                  <a:lnTo>
                    <a:pt x="5235" y="20420"/>
                  </a:lnTo>
                  <a:cubicBezTo>
                    <a:pt x="9377" y="19264"/>
                    <a:pt x="10218" y="17561"/>
                    <a:pt x="11185" y="15585"/>
                  </a:cubicBezTo>
                  <a:cubicBezTo>
                    <a:pt x="11627" y="14575"/>
                    <a:pt x="12215" y="13629"/>
                    <a:pt x="12909" y="12767"/>
                  </a:cubicBezTo>
                  <a:lnTo>
                    <a:pt x="21865" y="3811"/>
                  </a:lnTo>
                  <a:cubicBezTo>
                    <a:pt x="22433" y="3243"/>
                    <a:pt x="22580" y="2381"/>
                    <a:pt x="22244" y="1645"/>
                  </a:cubicBezTo>
                  <a:cubicBezTo>
                    <a:pt x="22139" y="1435"/>
                    <a:pt x="22013" y="1267"/>
                    <a:pt x="21865" y="1099"/>
                  </a:cubicBezTo>
                  <a:lnTo>
                    <a:pt x="21319" y="552"/>
                  </a:lnTo>
                  <a:cubicBezTo>
                    <a:pt x="20940" y="184"/>
                    <a:pt x="20452" y="0"/>
                    <a:pt x="19963" y="0"/>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5" name="Google Shape;7665;p62"/>
            <p:cNvSpPr/>
            <p:nvPr/>
          </p:nvSpPr>
          <p:spPr>
            <a:xfrm>
              <a:off x="2663085" y="2897153"/>
              <a:ext cx="318899" cy="327314"/>
            </a:xfrm>
            <a:custGeom>
              <a:avLst/>
              <a:gdLst/>
              <a:ahLst/>
              <a:cxnLst/>
              <a:rect l="l" t="t" r="r" b="b"/>
              <a:pathLst>
                <a:path w="21299" h="21861" extrusionOk="0">
                  <a:moveTo>
                    <a:pt x="19890" y="0"/>
                  </a:moveTo>
                  <a:lnTo>
                    <a:pt x="19890" y="0"/>
                  </a:lnTo>
                  <a:cubicBezTo>
                    <a:pt x="20541" y="757"/>
                    <a:pt x="20499" y="1892"/>
                    <a:pt x="19785" y="2586"/>
                  </a:cubicBezTo>
                  <a:lnTo>
                    <a:pt x="10828" y="11542"/>
                  </a:lnTo>
                  <a:cubicBezTo>
                    <a:pt x="10155" y="12425"/>
                    <a:pt x="9567" y="13372"/>
                    <a:pt x="9125" y="14381"/>
                  </a:cubicBezTo>
                  <a:cubicBezTo>
                    <a:pt x="8158" y="16357"/>
                    <a:pt x="7317" y="18060"/>
                    <a:pt x="3175" y="19216"/>
                  </a:cubicBezTo>
                  <a:lnTo>
                    <a:pt x="1620" y="20772"/>
                  </a:lnTo>
                  <a:cubicBezTo>
                    <a:pt x="1399" y="20993"/>
                    <a:pt x="1104" y="21103"/>
                    <a:pt x="810" y="21103"/>
                  </a:cubicBezTo>
                  <a:cubicBezTo>
                    <a:pt x="516" y="21103"/>
                    <a:pt x="222" y="20993"/>
                    <a:pt x="1" y="20772"/>
                  </a:cubicBezTo>
                  <a:lnTo>
                    <a:pt x="1" y="20772"/>
                  </a:lnTo>
                  <a:lnTo>
                    <a:pt x="758" y="21529"/>
                  </a:lnTo>
                  <a:cubicBezTo>
                    <a:pt x="989" y="21750"/>
                    <a:pt x="1283" y="21860"/>
                    <a:pt x="1575" y="21860"/>
                  </a:cubicBezTo>
                  <a:cubicBezTo>
                    <a:pt x="1867" y="21860"/>
                    <a:pt x="2156" y="21750"/>
                    <a:pt x="2376" y="21529"/>
                  </a:cubicBezTo>
                  <a:lnTo>
                    <a:pt x="3932" y="19973"/>
                  </a:lnTo>
                  <a:cubicBezTo>
                    <a:pt x="8074" y="18817"/>
                    <a:pt x="8915" y="17114"/>
                    <a:pt x="9882" y="15138"/>
                  </a:cubicBezTo>
                  <a:cubicBezTo>
                    <a:pt x="10324" y="14128"/>
                    <a:pt x="10912" y="13182"/>
                    <a:pt x="11606" y="12320"/>
                  </a:cubicBezTo>
                  <a:lnTo>
                    <a:pt x="20562" y="3364"/>
                  </a:lnTo>
                  <a:cubicBezTo>
                    <a:pt x="21298" y="2607"/>
                    <a:pt x="21298" y="1409"/>
                    <a:pt x="20562" y="652"/>
                  </a:cubicBezTo>
                  <a:lnTo>
                    <a:pt x="20016" y="105"/>
                  </a:lnTo>
                  <a:cubicBezTo>
                    <a:pt x="19974" y="63"/>
                    <a:pt x="19932" y="42"/>
                    <a:pt x="19890" y="0"/>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6" name="Google Shape;7666;p62"/>
            <p:cNvSpPr/>
            <p:nvPr/>
          </p:nvSpPr>
          <p:spPr>
            <a:xfrm>
              <a:off x="2643576" y="3148033"/>
              <a:ext cx="78082" cy="76435"/>
            </a:xfrm>
            <a:custGeom>
              <a:avLst/>
              <a:gdLst/>
              <a:ahLst/>
              <a:cxnLst/>
              <a:rect l="l" t="t" r="r" b="b"/>
              <a:pathLst>
                <a:path w="5215" h="5105" extrusionOk="0">
                  <a:moveTo>
                    <a:pt x="1976" y="0"/>
                  </a:moveTo>
                  <a:lnTo>
                    <a:pt x="442" y="1535"/>
                  </a:lnTo>
                  <a:cubicBezTo>
                    <a:pt x="0" y="1977"/>
                    <a:pt x="0" y="2713"/>
                    <a:pt x="442" y="3154"/>
                  </a:cubicBezTo>
                  <a:lnTo>
                    <a:pt x="2061" y="4773"/>
                  </a:lnTo>
                  <a:cubicBezTo>
                    <a:pt x="2292" y="4994"/>
                    <a:pt x="2586" y="5104"/>
                    <a:pt x="2878" y="5104"/>
                  </a:cubicBezTo>
                  <a:cubicBezTo>
                    <a:pt x="3170" y="5104"/>
                    <a:pt x="3459" y="4994"/>
                    <a:pt x="3679" y="4773"/>
                  </a:cubicBezTo>
                  <a:lnTo>
                    <a:pt x="5214" y="3238"/>
                  </a:lnTo>
                  <a:lnTo>
                    <a:pt x="1976" y="0"/>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7" name="Google Shape;7667;p62"/>
            <p:cNvSpPr/>
            <p:nvPr/>
          </p:nvSpPr>
          <p:spPr>
            <a:xfrm>
              <a:off x="2815759" y="2931141"/>
              <a:ext cx="122774" cy="122789"/>
            </a:xfrm>
            <a:custGeom>
              <a:avLst/>
              <a:gdLst/>
              <a:ahLst/>
              <a:cxnLst/>
              <a:rect l="l" t="t" r="r" b="b"/>
              <a:pathLst>
                <a:path w="8200" h="8201" extrusionOk="0">
                  <a:moveTo>
                    <a:pt x="4962" y="1"/>
                  </a:moveTo>
                  <a:lnTo>
                    <a:pt x="0" y="4962"/>
                  </a:lnTo>
                  <a:lnTo>
                    <a:pt x="3238" y="8200"/>
                  </a:lnTo>
                  <a:lnTo>
                    <a:pt x="8200" y="3238"/>
                  </a:lnTo>
                  <a:lnTo>
                    <a:pt x="4962" y="1"/>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8" name="Google Shape;7668;p62"/>
            <p:cNvSpPr/>
            <p:nvPr/>
          </p:nvSpPr>
          <p:spPr>
            <a:xfrm>
              <a:off x="2663085" y="3185179"/>
              <a:ext cx="58572" cy="39288"/>
            </a:xfrm>
            <a:custGeom>
              <a:avLst/>
              <a:gdLst/>
              <a:ahLst/>
              <a:cxnLst/>
              <a:rect l="l" t="t" r="r" b="b"/>
              <a:pathLst>
                <a:path w="3912" h="2624" extrusionOk="0">
                  <a:moveTo>
                    <a:pt x="3154" y="0"/>
                  </a:moveTo>
                  <a:lnTo>
                    <a:pt x="1620" y="1535"/>
                  </a:lnTo>
                  <a:cubicBezTo>
                    <a:pt x="1399" y="1756"/>
                    <a:pt x="1104" y="1866"/>
                    <a:pt x="810" y="1866"/>
                  </a:cubicBezTo>
                  <a:cubicBezTo>
                    <a:pt x="516" y="1866"/>
                    <a:pt x="222" y="1756"/>
                    <a:pt x="1" y="1535"/>
                  </a:cubicBezTo>
                  <a:lnTo>
                    <a:pt x="1" y="1535"/>
                  </a:lnTo>
                  <a:lnTo>
                    <a:pt x="758" y="2292"/>
                  </a:lnTo>
                  <a:cubicBezTo>
                    <a:pt x="989" y="2513"/>
                    <a:pt x="1283" y="2623"/>
                    <a:pt x="1575" y="2623"/>
                  </a:cubicBezTo>
                  <a:cubicBezTo>
                    <a:pt x="1867" y="2623"/>
                    <a:pt x="2156" y="2513"/>
                    <a:pt x="2376" y="2292"/>
                  </a:cubicBezTo>
                  <a:lnTo>
                    <a:pt x="3911" y="757"/>
                  </a:lnTo>
                  <a:lnTo>
                    <a:pt x="3154"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9" name="Google Shape;7669;p62"/>
            <p:cNvSpPr/>
            <p:nvPr/>
          </p:nvSpPr>
          <p:spPr>
            <a:xfrm>
              <a:off x="2852906" y="2968288"/>
              <a:ext cx="85628" cy="85643"/>
            </a:xfrm>
            <a:custGeom>
              <a:avLst/>
              <a:gdLst/>
              <a:ahLst/>
              <a:cxnLst/>
              <a:rect l="l" t="t" r="r" b="b"/>
              <a:pathLst>
                <a:path w="5719" h="5720" extrusionOk="0">
                  <a:moveTo>
                    <a:pt x="4962" y="1"/>
                  </a:moveTo>
                  <a:lnTo>
                    <a:pt x="0" y="4962"/>
                  </a:lnTo>
                  <a:lnTo>
                    <a:pt x="757" y="5719"/>
                  </a:lnTo>
                  <a:lnTo>
                    <a:pt x="5719" y="757"/>
                  </a:lnTo>
                  <a:lnTo>
                    <a:pt x="4962"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0" name="Google Shape;7670;p62"/>
            <p:cNvSpPr/>
            <p:nvPr/>
          </p:nvSpPr>
          <p:spPr>
            <a:xfrm>
              <a:off x="2874302" y="2921783"/>
              <a:ext cx="82813" cy="146311"/>
            </a:xfrm>
            <a:custGeom>
              <a:avLst/>
              <a:gdLst/>
              <a:ahLst/>
              <a:cxnLst/>
              <a:rect l="l" t="t" r="r" b="b"/>
              <a:pathLst>
                <a:path w="5531" h="9772" extrusionOk="0">
                  <a:moveTo>
                    <a:pt x="741" y="1"/>
                  </a:moveTo>
                  <a:cubicBezTo>
                    <a:pt x="449" y="1"/>
                    <a:pt x="197" y="368"/>
                    <a:pt x="442" y="647"/>
                  </a:cubicBezTo>
                  <a:lnTo>
                    <a:pt x="4563" y="4789"/>
                  </a:lnTo>
                  <a:lnTo>
                    <a:pt x="232" y="9120"/>
                  </a:lnTo>
                  <a:cubicBezTo>
                    <a:pt x="1" y="9351"/>
                    <a:pt x="169" y="9771"/>
                    <a:pt x="527" y="9771"/>
                  </a:cubicBezTo>
                  <a:cubicBezTo>
                    <a:pt x="611" y="9771"/>
                    <a:pt x="716" y="9729"/>
                    <a:pt x="779" y="9645"/>
                  </a:cubicBezTo>
                  <a:lnTo>
                    <a:pt x="5383" y="5062"/>
                  </a:lnTo>
                  <a:cubicBezTo>
                    <a:pt x="5530" y="4894"/>
                    <a:pt x="5530" y="4662"/>
                    <a:pt x="5383" y="4515"/>
                  </a:cubicBezTo>
                  <a:lnTo>
                    <a:pt x="989" y="100"/>
                  </a:lnTo>
                  <a:cubicBezTo>
                    <a:pt x="910" y="30"/>
                    <a:pt x="824" y="1"/>
                    <a:pt x="741"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71" name="Google Shape;7671;p62"/>
          <p:cNvGrpSpPr/>
          <p:nvPr/>
        </p:nvGrpSpPr>
        <p:grpSpPr>
          <a:xfrm>
            <a:off x="3058022" y="1776121"/>
            <a:ext cx="402940" cy="388536"/>
            <a:chOff x="3049959" y="1945861"/>
            <a:chExt cx="402940" cy="388536"/>
          </a:xfrm>
        </p:grpSpPr>
        <p:sp>
          <p:nvSpPr>
            <p:cNvPr id="7672" name="Google Shape;7672;p62"/>
            <p:cNvSpPr/>
            <p:nvPr/>
          </p:nvSpPr>
          <p:spPr>
            <a:xfrm>
              <a:off x="3049959" y="1993398"/>
              <a:ext cx="355402" cy="340999"/>
            </a:xfrm>
            <a:custGeom>
              <a:avLst/>
              <a:gdLst/>
              <a:ahLst/>
              <a:cxnLst/>
              <a:rect l="l" t="t" r="r" b="b"/>
              <a:pathLst>
                <a:path w="23737" h="22775" extrusionOk="0">
                  <a:moveTo>
                    <a:pt x="9777" y="0"/>
                  </a:moveTo>
                  <a:lnTo>
                    <a:pt x="3848" y="5929"/>
                  </a:lnTo>
                  <a:cubicBezTo>
                    <a:pt x="1" y="9776"/>
                    <a:pt x="1" y="16021"/>
                    <a:pt x="3848" y="19889"/>
                  </a:cubicBezTo>
                  <a:cubicBezTo>
                    <a:pt x="5772" y="21813"/>
                    <a:pt x="8300" y="22775"/>
                    <a:pt x="10828" y="22775"/>
                  </a:cubicBezTo>
                  <a:cubicBezTo>
                    <a:pt x="13356" y="22775"/>
                    <a:pt x="15884" y="21813"/>
                    <a:pt x="17808" y="19889"/>
                  </a:cubicBezTo>
                  <a:lnTo>
                    <a:pt x="23737" y="13960"/>
                  </a:lnTo>
                  <a:lnTo>
                    <a:pt x="22139" y="10954"/>
                  </a:lnTo>
                  <a:lnTo>
                    <a:pt x="19133" y="9377"/>
                  </a:lnTo>
                  <a:lnTo>
                    <a:pt x="13225" y="15285"/>
                  </a:lnTo>
                  <a:cubicBezTo>
                    <a:pt x="12563" y="15947"/>
                    <a:pt x="11695" y="16278"/>
                    <a:pt x="10831" y="16278"/>
                  </a:cubicBezTo>
                  <a:cubicBezTo>
                    <a:pt x="9966" y="16278"/>
                    <a:pt x="9104" y="15947"/>
                    <a:pt x="8452" y="15285"/>
                  </a:cubicBezTo>
                  <a:cubicBezTo>
                    <a:pt x="7128" y="13960"/>
                    <a:pt x="7128" y="11837"/>
                    <a:pt x="8452" y="10512"/>
                  </a:cubicBezTo>
                  <a:lnTo>
                    <a:pt x="14360" y="4604"/>
                  </a:lnTo>
                  <a:lnTo>
                    <a:pt x="12783" y="1598"/>
                  </a:lnTo>
                  <a:lnTo>
                    <a:pt x="9777" y="0"/>
                  </a:lnTo>
                  <a:close/>
                </a:path>
              </a:pathLst>
            </a:custGeom>
            <a:solidFill>
              <a:srgbClr val="3F566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3" name="Google Shape;7673;p62"/>
            <p:cNvSpPr/>
            <p:nvPr/>
          </p:nvSpPr>
          <p:spPr>
            <a:xfrm>
              <a:off x="3093080" y="2196350"/>
              <a:ext cx="12607" cy="11184"/>
            </a:xfrm>
            <a:custGeom>
              <a:avLst/>
              <a:gdLst/>
              <a:ahLst/>
              <a:cxnLst/>
              <a:rect l="l" t="t" r="r" b="b"/>
              <a:pathLst>
                <a:path w="842" h="747" extrusionOk="0">
                  <a:moveTo>
                    <a:pt x="421" y="1"/>
                  </a:moveTo>
                  <a:cubicBezTo>
                    <a:pt x="321" y="1"/>
                    <a:pt x="222" y="37"/>
                    <a:pt x="148" y="111"/>
                  </a:cubicBezTo>
                  <a:cubicBezTo>
                    <a:pt x="1" y="258"/>
                    <a:pt x="1" y="489"/>
                    <a:pt x="148" y="637"/>
                  </a:cubicBezTo>
                  <a:cubicBezTo>
                    <a:pt x="222" y="710"/>
                    <a:pt x="321" y="747"/>
                    <a:pt x="421" y="747"/>
                  </a:cubicBezTo>
                  <a:cubicBezTo>
                    <a:pt x="521" y="747"/>
                    <a:pt x="621" y="710"/>
                    <a:pt x="695" y="637"/>
                  </a:cubicBezTo>
                  <a:cubicBezTo>
                    <a:pt x="842" y="489"/>
                    <a:pt x="842" y="258"/>
                    <a:pt x="695" y="111"/>
                  </a:cubicBezTo>
                  <a:cubicBezTo>
                    <a:pt x="621" y="37"/>
                    <a:pt x="521" y="1"/>
                    <a:pt x="421" y="1"/>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4" name="Google Shape;7674;p62"/>
            <p:cNvSpPr/>
            <p:nvPr/>
          </p:nvSpPr>
          <p:spPr>
            <a:xfrm>
              <a:off x="3093080" y="2164564"/>
              <a:ext cx="12607" cy="11184"/>
            </a:xfrm>
            <a:custGeom>
              <a:avLst/>
              <a:gdLst/>
              <a:ahLst/>
              <a:cxnLst/>
              <a:rect l="l" t="t" r="r" b="b"/>
              <a:pathLst>
                <a:path w="842" h="747" extrusionOk="0">
                  <a:moveTo>
                    <a:pt x="421" y="0"/>
                  </a:moveTo>
                  <a:cubicBezTo>
                    <a:pt x="321" y="0"/>
                    <a:pt x="222" y="37"/>
                    <a:pt x="148" y="110"/>
                  </a:cubicBezTo>
                  <a:cubicBezTo>
                    <a:pt x="1" y="258"/>
                    <a:pt x="1" y="489"/>
                    <a:pt x="148" y="636"/>
                  </a:cubicBezTo>
                  <a:cubicBezTo>
                    <a:pt x="222" y="710"/>
                    <a:pt x="321" y="746"/>
                    <a:pt x="421" y="746"/>
                  </a:cubicBezTo>
                  <a:cubicBezTo>
                    <a:pt x="521" y="746"/>
                    <a:pt x="621" y="710"/>
                    <a:pt x="695" y="636"/>
                  </a:cubicBezTo>
                  <a:cubicBezTo>
                    <a:pt x="842" y="489"/>
                    <a:pt x="842" y="258"/>
                    <a:pt x="695" y="110"/>
                  </a:cubicBezTo>
                  <a:cubicBezTo>
                    <a:pt x="621" y="37"/>
                    <a:pt x="521" y="0"/>
                    <a:pt x="421" y="0"/>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5" name="Google Shape;7675;p62"/>
            <p:cNvSpPr/>
            <p:nvPr/>
          </p:nvSpPr>
          <p:spPr>
            <a:xfrm>
              <a:off x="3336413" y="2211458"/>
              <a:ext cx="12292" cy="11514"/>
            </a:xfrm>
            <a:custGeom>
              <a:avLst/>
              <a:gdLst/>
              <a:ahLst/>
              <a:cxnLst/>
              <a:rect l="l" t="t" r="r" b="b"/>
              <a:pathLst>
                <a:path w="821" h="769" extrusionOk="0">
                  <a:moveTo>
                    <a:pt x="411" y="1"/>
                  </a:moveTo>
                  <a:cubicBezTo>
                    <a:pt x="316" y="1"/>
                    <a:pt x="221" y="37"/>
                    <a:pt x="148" y="111"/>
                  </a:cubicBezTo>
                  <a:cubicBezTo>
                    <a:pt x="1" y="258"/>
                    <a:pt x="1" y="511"/>
                    <a:pt x="148" y="658"/>
                  </a:cubicBezTo>
                  <a:cubicBezTo>
                    <a:pt x="221" y="731"/>
                    <a:pt x="316" y="768"/>
                    <a:pt x="411" y="768"/>
                  </a:cubicBezTo>
                  <a:cubicBezTo>
                    <a:pt x="505" y="768"/>
                    <a:pt x="600" y="731"/>
                    <a:pt x="673" y="658"/>
                  </a:cubicBezTo>
                  <a:cubicBezTo>
                    <a:pt x="821" y="511"/>
                    <a:pt x="821" y="258"/>
                    <a:pt x="673" y="111"/>
                  </a:cubicBezTo>
                  <a:cubicBezTo>
                    <a:pt x="600" y="37"/>
                    <a:pt x="505" y="1"/>
                    <a:pt x="411" y="1"/>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6" name="Google Shape;7676;p62"/>
            <p:cNvSpPr/>
            <p:nvPr/>
          </p:nvSpPr>
          <p:spPr>
            <a:xfrm>
              <a:off x="3196330" y="1945861"/>
              <a:ext cx="116172" cy="116486"/>
            </a:xfrm>
            <a:custGeom>
              <a:avLst/>
              <a:gdLst/>
              <a:ahLst/>
              <a:cxnLst/>
              <a:rect l="l" t="t" r="r" b="b"/>
              <a:pathLst>
                <a:path w="7759" h="7780" extrusionOk="0">
                  <a:moveTo>
                    <a:pt x="3176" y="0"/>
                  </a:moveTo>
                  <a:lnTo>
                    <a:pt x="1" y="3175"/>
                  </a:lnTo>
                  <a:lnTo>
                    <a:pt x="4584" y="7779"/>
                  </a:lnTo>
                  <a:lnTo>
                    <a:pt x="7759" y="4584"/>
                  </a:lnTo>
                  <a:lnTo>
                    <a:pt x="3176" y="0"/>
                  </a:ln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77" name="Google Shape;7677;p62"/>
            <p:cNvSpPr/>
            <p:nvPr/>
          </p:nvSpPr>
          <p:spPr>
            <a:xfrm>
              <a:off x="3336413" y="2085943"/>
              <a:ext cx="116486" cy="116486"/>
            </a:xfrm>
            <a:custGeom>
              <a:avLst/>
              <a:gdLst/>
              <a:ahLst/>
              <a:cxnLst/>
              <a:rect l="l" t="t" r="r" b="b"/>
              <a:pathLst>
                <a:path w="7780" h="7780" extrusionOk="0">
                  <a:moveTo>
                    <a:pt x="3175" y="0"/>
                  </a:moveTo>
                  <a:lnTo>
                    <a:pt x="1" y="3196"/>
                  </a:lnTo>
                  <a:lnTo>
                    <a:pt x="4605" y="7779"/>
                  </a:lnTo>
                  <a:lnTo>
                    <a:pt x="7780" y="4605"/>
                  </a:lnTo>
                  <a:lnTo>
                    <a:pt x="3175"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78" name="Google Shape;7678;p62"/>
          <p:cNvGrpSpPr/>
          <p:nvPr/>
        </p:nvGrpSpPr>
        <p:grpSpPr>
          <a:xfrm>
            <a:off x="2491088" y="4098940"/>
            <a:ext cx="202428" cy="349114"/>
            <a:chOff x="2483025" y="4268679"/>
            <a:chExt cx="202428" cy="349114"/>
          </a:xfrm>
        </p:grpSpPr>
        <p:sp>
          <p:nvSpPr>
            <p:cNvPr id="7679" name="Google Shape;7679;p62"/>
            <p:cNvSpPr/>
            <p:nvPr/>
          </p:nvSpPr>
          <p:spPr>
            <a:xfrm>
              <a:off x="2497818" y="4274339"/>
              <a:ext cx="172528" cy="337780"/>
            </a:xfrm>
            <a:custGeom>
              <a:avLst/>
              <a:gdLst/>
              <a:ahLst/>
              <a:cxnLst/>
              <a:rect l="l" t="t" r="r" b="b"/>
              <a:pathLst>
                <a:path w="11523" h="22560" extrusionOk="0">
                  <a:moveTo>
                    <a:pt x="1" y="1"/>
                  </a:moveTo>
                  <a:lnTo>
                    <a:pt x="1" y="5719"/>
                  </a:lnTo>
                  <a:cubicBezTo>
                    <a:pt x="1" y="8326"/>
                    <a:pt x="1746" y="10597"/>
                    <a:pt x="4248" y="11291"/>
                  </a:cubicBezTo>
                  <a:cubicBezTo>
                    <a:pt x="1746" y="11964"/>
                    <a:pt x="1" y="14234"/>
                    <a:pt x="1" y="16841"/>
                  </a:cubicBezTo>
                  <a:lnTo>
                    <a:pt x="1" y="22560"/>
                  </a:lnTo>
                  <a:lnTo>
                    <a:pt x="11522" y="22560"/>
                  </a:lnTo>
                  <a:lnTo>
                    <a:pt x="11522" y="16841"/>
                  </a:lnTo>
                  <a:cubicBezTo>
                    <a:pt x="11522" y="14234"/>
                    <a:pt x="9798" y="11964"/>
                    <a:pt x="7296" y="11291"/>
                  </a:cubicBezTo>
                  <a:cubicBezTo>
                    <a:pt x="9798" y="10597"/>
                    <a:pt x="11522" y="8326"/>
                    <a:pt x="11522" y="5719"/>
                  </a:cubicBezTo>
                  <a:lnTo>
                    <a:pt x="11522"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0" name="Google Shape;7680;p62"/>
            <p:cNvSpPr/>
            <p:nvPr/>
          </p:nvSpPr>
          <p:spPr>
            <a:xfrm>
              <a:off x="2599811" y="4274339"/>
              <a:ext cx="76195" cy="337780"/>
            </a:xfrm>
            <a:custGeom>
              <a:avLst/>
              <a:gdLst/>
              <a:ahLst/>
              <a:cxnLst/>
              <a:rect l="l" t="t" r="r" b="b"/>
              <a:pathLst>
                <a:path w="5089" h="22560" extrusionOk="0">
                  <a:moveTo>
                    <a:pt x="4332" y="1"/>
                  </a:moveTo>
                  <a:lnTo>
                    <a:pt x="4332" y="5719"/>
                  </a:lnTo>
                  <a:cubicBezTo>
                    <a:pt x="4311" y="8137"/>
                    <a:pt x="2713" y="10261"/>
                    <a:pt x="379" y="10912"/>
                  </a:cubicBezTo>
                  <a:cubicBezTo>
                    <a:pt x="1" y="11018"/>
                    <a:pt x="1" y="11543"/>
                    <a:pt x="379" y="11648"/>
                  </a:cubicBezTo>
                  <a:cubicBezTo>
                    <a:pt x="2713" y="12300"/>
                    <a:pt x="4311" y="14423"/>
                    <a:pt x="4332" y="16841"/>
                  </a:cubicBezTo>
                  <a:lnTo>
                    <a:pt x="4332" y="22560"/>
                  </a:lnTo>
                  <a:lnTo>
                    <a:pt x="5068" y="22560"/>
                  </a:lnTo>
                  <a:lnTo>
                    <a:pt x="5068" y="16841"/>
                  </a:lnTo>
                  <a:cubicBezTo>
                    <a:pt x="5068" y="14465"/>
                    <a:pt x="3701" y="12300"/>
                    <a:pt x="1557" y="11291"/>
                  </a:cubicBezTo>
                  <a:cubicBezTo>
                    <a:pt x="3701" y="10261"/>
                    <a:pt x="5089" y="8116"/>
                    <a:pt x="5089" y="5719"/>
                  </a:cubicBezTo>
                  <a:lnTo>
                    <a:pt x="5089" y="1"/>
                  </a:lnTo>
                  <a:close/>
                </a:path>
              </a:pathLst>
            </a:custGeom>
            <a:solidFill>
              <a:srgbClr val="FC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1" name="Google Shape;7681;p62"/>
            <p:cNvSpPr/>
            <p:nvPr/>
          </p:nvSpPr>
          <p:spPr>
            <a:xfrm>
              <a:off x="2492159" y="4274339"/>
              <a:ext cx="76195" cy="337780"/>
            </a:xfrm>
            <a:custGeom>
              <a:avLst/>
              <a:gdLst/>
              <a:ahLst/>
              <a:cxnLst/>
              <a:rect l="l" t="t" r="r" b="b"/>
              <a:pathLst>
                <a:path w="5089" h="22560" extrusionOk="0">
                  <a:moveTo>
                    <a:pt x="0" y="1"/>
                  </a:moveTo>
                  <a:lnTo>
                    <a:pt x="0" y="5719"/>
                  </a:lnTo>
                  <a:cubicBezTo>
                    <a:pt x="21" y="8095"/>
                    <a:pt x="1388" y="10261"/>
                    <a:pt x="3533" y="11291"/>
                  </a:cubicBezTo>
                  <a:cubicBezTo>
                    <a:pt x="1388" y="12300"/>
                    <a:pt x="21" y="14465"/>
                    <a:pt x="0" y="16841"/>
                  </a:cubicBezTo>
                  <a:lnTo>
                    <a:pt x="0" y="22560"/>
                  </a:lnTo>
                  <a:lnTo>
                    <a:pt x="757" y="22560"/>
                  </a:lnTo>
                  <a:lnTo>
                    <a:pt x="757" y="16841"/>
                  </a:lnTo>
                  <a:cubicBezTo>
                    <a:pt x="757" y="14402"/>
                    <a:pt x="2376" y="12279"/>
                    <a:pt x="4710" y="11648"/>
                  </a:cubicBezTo>
                  <a:cubicBezTo>
                    <a:pt x="5088" y="11543"/>
                    <a:pt x="5088" y="11018"/>
                    <a:pt x="4710" y="10912"/>
                  </a:cubicBezTo>
                  <a:cubicBezTo>
                    <a:pt x="2376" y="10282"/>
                    <a:pt x="757" y="8158"/>
                    <a:pt x="757" y="5719"/>
                  </a:cubicBezTo>
                  <a:lnTo>
                    <a:pt x="757" y="1"/>
                  </a:lnTo>
                  <a:close/>
                </a:path>
              </a:pathLst>
            </a:custGeom>
            <a:solidFill>
              <a:srgbClr val="FC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2" name="Google Shape;7682;p62"/>
            <p:cNvSpPr/>
            <p:nvPr/>
          </p:nvSpPr>
          <p:spPr>
            <a:xfrm>
              <a:off x="2483025" y="4606444"/>
              <a:ext cx="202428" cy="11349"/>
            </a:xfrm>
            <a:custGeom>
              <a:avLst/>
              <a:gdLst/>
              <a:ahLst/>
              <a:cxnLst/>
              <a:rect l="l" t="t" r="r" b="b"/>
              <a:pathLst>
                <a:path w="13520" h="758" extrusionOk="0">
                  <a:moveTo>
                    <a:pt x="484" y="0"/>
                  </a:moveTo>
                  <a:cubicBezTo>
                    <a:pt x="1" y="0"/>
                    <a:pt x="1" y="757"/>
                    <a:pt x="484" y="757"/>
                  </a:cubicBezTo>
                  <a:lnTo>
                    <a:pt x="13015" y="757"/>
                  </a:lnTo>
                  <a:cubicBezTo>
                    <a:pt x="13519" y="757"/>
                    <a:pt x="13519" y="0"/>
                    <a:pt x="13015" y="0"/>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3" name="Google Shape;7683;p62"/>
            <p:cNvSpPr/>
            <p:nvPr/>
          </p:nvSpPr>
          <p:spPr>
            <a:xfrm>
              <a:off x="2483025" y="4268679"/>
              <a:ext cx="202428" cy="11349"/>
            </a:xfrm>
            <a:custGeom>
              <a:avLst/>
              <a:gdLst/>
              <a:ahLst/>
              <a:cxnLst/>
              <a:rect l="l" t="t" r="r" b="b"/>
              <a:pathLst>
                <a:path w="13520" h="758" extrusionOk="0">
                  <a:moveTo>
                    <a:pt x="484" y="0"/>
                  </a:moveTo>
                  <a:cubicBezTo>
                    <a:pt x="1" y="0"/>
                    <a:pt x="1" y="757"/>
                    <a:pt x="484" y="757"/>
                  </a:cubicBezTo>
                  <a:lnTo>
                    <a:pt x="13015" y="757"/>
                  </a:lnTo>
                  <a:cubicBezTo>
                    <a:pt x="13519" y="757"/>
                    <a:pt x="13519" y="0"/>
                    <a:pt x="13015" y="0"/>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4" name="Google Shape;7684;p62"/>
            <p:cNvSpPr/>
            <p:nvPr/>
          </p:nvSpPr>
          <p:spPr>
            <a:xfrm>
              <a:off x="2520487" y="4378847"/>
              <a:ext cx="127506" cy="210933"/>
            </a:xfrm>
            <a:custGeom>
              <a:avLst/>
              <a:gdLst/>
              <a:ahLst/>
              <a:cxnLst/>
              <a:rect l="l" t="t" r="r" b="b"/>
              <a:pathLst>
                <a:path w="8516" h="14088" extrusionOk="0">
                  <a:moveTo>
                    <a:pt x="190" y="1"/>
                  </a:moveTo>
                  <a:cubicBezTo>
                    <a:pt x="610" y="1388"/>
                    <a:pt x="1725" y="2482"/>
                    <a:pt x="3133" y="2860"/>
                  </a:cubicBezTo>
                  <a:cubicBezTo>
                    <a:pt x="3365" y="2923"/>
                    <a:pt x="3617" y="2965"/>
                    <a:pt x="3869" y="2986"/>
                  </a:cubicBezTo>
                  <a:lnTo>
                    <a:pt x="3869" y="7927"/>
                  </a:lnTo>
                  <a:cubicBezTo>
                    <a:pt x="1683" y="8116"/>
                    <a:pt x="1" y="9966"/>
                    <a:pt x="1" y="12153"/>
                  </a:cubicBezTo>
                  <a:lnTo>
                    <a:pt x="1" y="14087"/>
                  </a:lnTo>
                  <a:lnTo>
                    <a:pt x="8515" y="14087"/>
                  </a:lnTo>
                  <a:lnTo>
                    <a:pt x="8515" y="12174"/>
                  </a:lnTo>
                  <a:cubicBezTo>
                    <a:pt x="8515" y="9966"/>
                    <a:pt x="6834" y="8116"/>
                    <a:pt x="4626" y="7927"/>
                  </a:cubicBezTo>
                  <a:lnTo>
                    <a:pt x="4626" y="2986"/>
                  </a:lnTo>
                  <a:cubicBezTo>
                    <a:pt x="4878" y="2965"/>
                    <a:pt x="5131" y="2923"/>
                    <a:pt x="5383" y="2860"/>
                  </a:cubicBezTo>
                  <a:cubicBezTo>
                    <a:pt x="6770" y="2461"/>
                    <a:pt x="7885" y="1388"/>
                    <a:pt x="8305" y="1"/>
                  </a:cubicBezTo>
                  <a:close/>
                </a:path>
              </a:pathLst>
            </a:custGeom>
            <a:solidFill>
              <a:srgbClr val="68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85" name="Google Shape;7685;p62"/>
          <p:cNvGrpSpPr/>
          <p:nvPr/>
        </p:nvGrpSpPr>
        <p:grpSpPr>
          <a:xfrm>
            <a:off x="870569" y="2716244"/>
            <a:ext cx="329590" cy="365000"/>
            <a:chOff x="862507" y="2885984"/>
            <a:chExt cx="329590" cy="365000"/>
          </a:xfrm>
        </p:grpSpPr>
        <p:sp>
          <p:nvSpPr>
            <p:cNvPr id="7686" name="Google Shape;7686;p62"/>
            <p:cNvSpPr/>
            <p:nvPr/>
          </p:nvSpPr>
          <p:spPr>
            <a:xfrm>
              <a:off x="862821" y="2975834"/>
              <a:ext cx="313854" cy="275150"/>
            </a:xfrm>
            <a:custGeom>
              <a:avLst/>
              <a:gdLst/>
              <a:ahLst/>
              <a:cxnLst/>
              <a:rect l="l" t="t" r="r" b="b"/>
              <a:pathLst>
                <a:path w="20962" h="18377" extrusionOk="0">
                  <a:moveTo>
                    <a:pt x="6174" y="1"/>
                  </a:moveTo>
                  <a:cubicBezTo>
                    <a:pt x="5746" y="1"/>
                    <a:pt x="5321" y="44"/>
                    <a:pt x="4920" y="148"/>
                  </a:cubicBezTo>
                  <a:cubicBezTo>
                    <a:pt x="2523" y="779"/>
                    <a:pt x="1" y="3344"/>
                    <a:pt x="1" y="7570"/>
                  </a:cubicBezTo>
                  <a:cubicBezTo>
                    <a:pt x="1" y="10450"/>
                    <a:pt x="1809" y="14403"/>
                    <a:pt x="4058" y="16631"/>
                  </a:cubicBezTo>
                  <a:cubicBezTo>
                    <a:pt x="5130" y="17704"/>
                    <a:pt x="6287" y="18376"/>
                    <a:pt x="7380" y="18376"/>
                  </a:cubicBezTo>
                  <a:cubicBezTo>
                    <a:pt x="8032" y="18376"/>
                    <a:pt x="8663" y="18271"/>
                    <a:pt x="9293" y="18103"/>
                  </a:cubicBezTo>
                  <a:cubicBezTo>
                    <a:pt x="9682" y="17988"/>
                    <a:pt x="10082" y="17930"/>
                    <a:pt x="10481" y="17930"/>
                  </a:cubicBezTo>
                  <a:cubicBezTo>
                    <a:pt x="10881" y="17930"/>
                    <a:pt x="11280" y="17988"/>
                    <a:pt x="11669" y="18103"/>
                  </a:cubicBezTo>
                  <a:cubicBezTo>
                    <a:pt x="12279" y="18271"/>
                    <a:pt x="12931" y="18376"/>
                    <a:pt x="13561" y="18376"/>
                  </a:cubicBezTo>
                  <a:cubicBezTo>
                    <a:pt x="14612" y="18376"/>
                    <a:pt x="15727" y="17767"/>
                    <a:pt x="16736" y="16779"/>
                  </a:cubicBezTo>
                  <a:cubicBezTo>
                    <a:pt x="19049" y="14571"/>
                    <a:pt x="20962" y="10513"/>
                    <a:pt x="20962" y="7570"/>
                  </a:cubicBezTo>
                  <a:cubicBezTo>
                    <a:pt x="20962" y="3344"/>
                    <a:pt x="18418" y="779"/>
                    <a:pt x="16042" y="148"/>
                  </a:cubicBezTo>
                  <a:cubicBezTo>
                    <a:pt x="15641" y="44"/>
                    <a:pt x="15217" y="1"/>
                    <a:pt x="14788" y="1"/>
                  </a:cubicBezTo>
                  <a:cubicBezTo>
                    <a:pt x="14003" y="1"/>
                    <a:pt x="13204" y="147"/>
                    <a:pt x="12510" y="338"/>
                  </a:cubicBezTo>
                  <a:cubicBezTo>
                    <a:pt x="12279" y="380"/>
                    <a:pt x="12047" y="443"/>
                    <a:pt x="11837" y="464"/>
                  </a:cubicBezTo>
                  <a:cubicBezTo>
                    <a:pt x="11379" y="548"/>
                    <a:pt x="10918" y="589"/>
                    <a:pt x="10459" y="589"/>
                  </a:cubicBezTo>
                  <a:cubicBezTo>
                    <a:pt x="9779" y="589"/>
                    <a:pt x="9105" y="501"/>
                    <a:pt x="8452" y="338"/>
                  </a:cubicBezTo>
                  <a:cubicBezTo>
                    <a:pt x="7759" y="147"/>
                    <a:pt x="6960" y="1"/>
                    <a:pt x="6174"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7" name="Google Shape;7687;p62"/>
            <p:cNvSpPr/>
            <p:nvPr/>
          </p:nvSpPr>
          <p:spPr>
            <a:xfrm>
              <a:off x="862507" y="2975819"/>
              <a:ext cx="250894" cy="275165"/>
            </a:xfrm>
            <a:custGeom>
              <a:avLst/>
              <a:gdLst/>
              <a:ahLst/>
              <a:cxnLst/>
              <a:rect l="l" t="t" r="r" b="b"/>
              <a:pathLst>
                <a:path w="16757" h="18378" extrusionOk="0">
                  <a:moveTo>
                    <a:pt x="6204" y="1"/>
                  </a:moveTo>
                  <a:cubicBezTo>
                    <a:pt x="5767" y="1"/>
                    <a:pt x="5333" y="44"/>
                    <a:pt x="4920" y="149"/>
                  </a:cubicBezTo>
                  <a:cubicBezTo>
                    <a:pt x="2544" y="759"/>
                    <a:pt x="1" y="3324"/>
                    <a:pt x="1" y="7571"/>
                  </a:cubicBezTo>
                  <a:cubicBezTo>
                    <a:pt x="1" y="11797"/>
                    <a:pt x="3995" y="18377"/>
                    <a:pt x="7401" y="18377"/>
                  </a:cubicBezTo>
                  <a:cubicBezTo>
                    <a:pt x="8053" y="18377"/>
                    <a:pt x="8684" y="18293"/>
                    <a:pt x="9293" y="18104"/>
                  </a:cubicBezTo>
                  <a:cubicBezTo>
                    <a:pt x="9682" y="17989"/>
                    <a:pt x="10087" y="17931"/>
                    <a:pt x="10492" y="17931"/>
                  </a:cubicBezTo>
                  <a:cubicBezTo>
                    <a:pt x="10896" y="17931"/>
                    <a:pt x="11301" y="17989"/>
                    <a:pt x="11690" y="18104"/>
                  </a:cubicBezTo>
                  <a:cubicBezTo>
                    <a:pt x="12300" y="18293"/>
                    <a:pt x="12952" y="18377"/>
                    <a:pt x="13582" y="18377"/>
                  </a:cubicBezTo>
                  <a:cubicBezTo>
                    <a:pt x="14633" y="18377"/>
                    <a:pt x="15748" y="17768"/>
                    <a:pt x="16757" y="16780"/>
                  </a:cubicBezTo>
                  <a:lnTo>
                    <a:pt x="16757" y="16780"/>
                  </a:lnTo>
                  <a:cubicBezTo>
                    <a:pt x="15461" y="17012"/>
                    <a:pt x="14299" y="17110"/>
                    <a:pt x="13262" y="17110"/>
                  </a:cubicBezTo>
                  <a:cubicBezTo>
                    <a:pt x="12044" y="17110"/>
                    <a:pt x="10999" y="16974"/>
                    <a:pt x="10113" y="16759"/>
                  </a:cubicBezTo>
                  <a:cubicBezTo>
                    <a:pt x="7422" y="16086"/>
                    <a:pt x="5425" y="13836"/>
                    <a:pt x="5088" y="11082"/>
                  </a:cubicBezTo>
                  <a:cubicBezTo>
                    <a:pt x="4247" y="4207"/>
                    <a:pt x="8747" y="2210"/>
                    <a:pt x="8747" y="2210"/>
                  </a:cubicBezTo>
                  <a:cubicBezTo>
                    <a:pt x="9339" y="2449"/>
                    <a:pt x="9969" y="2576"/>
                    <a:pt x="10606" y="2576"/>
                  </a:cubicBezTo>
                  <a:cubicBezTo>
                    <a:pt x="10918" y="2576"/>
                    <a:pt x="11231" y="2545"/>
                    <a:pt x="11543" y="2483"/>
                  </a:cubicBezTo>
                  <a:cubicBezTo>
                    <a:pt x="10597" y="1558"/>
                    <a:pt x="11858" y="465"/>
                    <a:pt x="11858" y="465"/>
                  </a:cubicBezTo>
                  <a:lnTo>
                    <a:pt x="11858" y="465"/>
                  </a:lnTo>
                  <a:cubicBezTo>
                    <a:pt x="11402" y="541"/>
                    <a:pt x="10943" y="579"/>
                    <a:pt x="10485" y="579"/>
                  </a:cubicBezTo>
                  <a:cubicBezTo>
                    <a:pt x="9804" y="579"/>
                    <a:pt x="9127" y="494"/>
                    <a:pt x="8473" y="318"/>
                  </a:cubicBezTo>
                  <a:cubicBezTo>
                    <a:pt x="7784" y="142"/>
                    <a:pt x="6990" y="1"/>
                    <a:pt x="6204"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8" name="Google Shape;7688;p62"/>
            <p:cNvSpPr/>
            <p:nvPr/>
          </p:nvSpPr>
          <p:spPr>
            <a:xfrm>
              <a:off x="1034691" y="2885984"/>
              <a:ext cx="157406" cy="87050"/>
            </a:xfrm>
            <a:custGeom>
              <a:avLst/>
              <a:gdLst/>
              <a:ahLst/>
              <a:cxnLst/>
              <a:rect l="l" t="t" r="r" b="b"/>
              <a:pathLst>
                <a:path w="10513" h="5814" extrusionOk="0">
                  <a:moveTo>
                    <a:pt x="5044" y="0"/>
                  </a:moveTo>
                  <a:cubicBezTo>
                    <a:pt x="4802" y="0"/>
                    <a:pt x="4551" y="10"/>
                    <a:pt x="4290" y="31"/>
                  </a:cubicBezTo>
                  <a:cubicBezTo>
                    <a:pt x="1220" y="262"/>
                    <a:pt x="43" y="3795"/>
                    <a:pt x="1" y="3921"/>
                  </a:cubicBezTo>
                  <a:cubicBezTo>
                    <a:pt x="43" y="3879"/>
                    <a:pt x="85" y="3858"/>
                    <a:pt x="148" y="3858"/>
                  </a:cubicBezTo>
                  <a:cubicBezTo>
                    <a:pt x="187" y="3849"/>
                    <a:pt x="228" y="3845"/>
                    <a:pt x="272" y="3845"/>
                  </a:cubicBezTo>
                  <a:cubicBezTo>
                    <a:pt x="1228" y="3845"/>
                    <a:pt x="3180" y="5813"/>
                    <a:pt x="5466" y="5813"/>
                  </a:cubicBezTo>
                  <a:cubicBezTo>
                    <a:pt x="5911" y="5813"/>
                    <a:pt x="6368" y="5739"/>
                    <a:pt x="6834" y="5561"/>
                  </a:cubicBezTo>
                  <a:cubicBezTo>
                    <a:pt x="9924" y="4362"/>
                    <a:pt x="10513" y="263"/>
                    <a:pt x="10513" y="262"/>
                  </a:cubicBezTo>
                  <a:lnTo>
                    <a:pt x="10513" y="262"/>
                  </a:lnTo>
                  <a:cubicBezTo>
                    <a:pt x="10146" y="497"/>
                    <a:pt x="9764" y="581"/>
                    <a:pt x="9349" y="581"/>
                  </a:cubicBezTo>
                  <a:cubicBezTo>
                    <a:pt x="8260" y="581"/>
                    <a:pt x="6939" y="0"/>
                    <a:pt x="5044"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89" name="Google Shape;7689;p62"/>
            <p:cNvSpPr/>
            <p:nvPr/>
          </p:nvSpPr>
          <p:spPr>
            <a:xfrm>
              <a:off x="1034691" y="2885984"/>
              <a:ext cx="157406" cy="58707"/>
            </a:xfrm>
            <a:custGeom>
              <a:avLst/>
              <a:gdLst/>
              <a:ahLst/>
              <a:cxnLst/>
              <a:rect l="l" t="t" r="r" b="b"/>
              <a:pathLst>
                <a:path w="10513" h="3921" extrusionOk="0">
                  <a:moveTo>
                    <a:pt x="5028" y="0"/>
                  </a:moveTo>
                  <a:cubicBezTo>
                    <a:pt x="4785" y="0"/>
                    <a:pt x="4532" y="10"/>
                    <a:pt x="4269" y="31"/>
                  </a:cubicBezTo>
                  <a:cubicBezTo>
                    <a:pt x="1220" y="262"/>
                    <a:pt x="22" y="3795"/>
                    <a:pt x="1" y="3921"/>
                  </a:cubicBezTo>
                  <a:lnTo>
                    <a:pt x="127" y="3858"/>
                  </a:lnTo>
                  <a:cubicBezTo>
                    <a:pt x="779" y="3605"/>
                    <a:pt x="3638" y="2554"/>
                    <a:pt x="5972" y="2554"/>
                  </a:cubicBezTo>
                  <a:cubicBezTo>
                    <a:pt x="8621" y="2554"/>
                    <a:pt x="10513" y="263"/>
                    <a:pt x="10513" y="262"/>
                  </a:cubicBezTo>
                  <a:lnTo>
                    <a:pt x="10513" y="262"/>
                  </a:lnTo>
                  <a:cubicBezTo>
                    <a:pt x="10146" y="497"/>
                    <a:pt x="9764" y="581"/>
                    <a:pt x="9348" y="581"/>
                  </a:cubicBezTo>
                  <a:cubicBezTo>
                    <a:pt x="8259" y="581"/>
                    <a:pt x="6935" y="0"/>
                    <a:pt x="5028" y="0"/>
                  </a:cubicBezTo>
                  <a:close/>
                </a:path>
              </a:pathLst>
            </a:custGeom>
            <a:solidFill>
              <a:srgbClr val="8AA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0" name="Google Shape;7690;p62"/>
            <p:cNvSpPr/>
            <p:nvPr/>
          </p:nvSpPr>
          <p:spPr>
            <a:xfrm>
              <a:off x="1103639" y="3030843"/>
              <a:ext cx="44393" cy="63139"/>
            </a:xfrm>
            <a:custGeom>
              <a:avLst/>
              <a:gdLst/>
              <a:ahLst/>
              <a:cxnLst/>
              <a:rect l="l" t="t" r="r" b="b"/>
              <a:pathLst>
                <a:path w="2965" h="4217" extrusionOk="0">
                  <a:moveTo>
                    <a:pt x="1383" y="1"/>
                  </a:moveTo>
                  <a:cubicBezTo>
                    <a:pt x="1349" y="1"/>
                    <a:pt x="1316" y="3"/>
                    <a:pt x="1283" y="6"/>
                  </a:cubicBezTo>
                  <a:cubicBezTo>
                    <a:pt x="526" y="69"/>
                    <a:pt x="0" y="1079"/>
                    <a:pt x="126" y="2235"/>
                  </a:cubicBezTo>
                  <a:cubicBezTo>
                    <a:pt x="227" y="3360"/>
                    <a:pt x="884" y="4217"/>
                    <a:pt x="1603" y="4217"/>
                  </a:cubicBezTo>
                  <a:cubicBezTo>
                    <a:pt x="1636" y="4217"/>
                    <a:pt x="1670" y="4215"/>
                    <a:pt x="1703" y="4211"/>
                  </a:cubicBezTo>
                  <a:cubicBezTo>
                    <a:pt x="2460" y="4148"/>
                    <a:pt x="2965" y="3139"/>
                    <a:pt x="2859" y="1962"/>
                  </a:cubicBezTo>
                  <a:cubicBezTo>
                    <a:pt x="2739" y="856"/>
                    <a:pt x="2100" y="1"/>
                    <a:pt x="1383"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1" name="Google Shape;7691;p62"/>
            <p:cNvSpPr/>
            <p:nvPr/>
          </p:nvSpPr>
          <p:spPr>
            <a:xfrm>
              <a:off x="986853" y="3004491"/>
              <a:ext cx="65804" cy="14808"/>
            </a:xfrm>
            <a:custGeom>
              <a:avLst/>
              <a:gdLst/>
              <a:ahLst/>
              <a:cxnLst/>
              <a:rect l="l" t="t" r="r" b="b"/>
              <a:pathLst>
                <a:path w="4395" h="989" extrusionOk="0">
                  <a:moveTo>
                    <a:pt x="0" y="0"/>
                  </a:moveTo>
                  <a:cubicBezTo>
                    <a:pt x="0" y="484"/>
                    <a:pt x="736" y="883"/>
                    <a:pt x="1745" y="989"/>
                  </a:cubicBezTo>
                  <a:lnTo>
                    <a:pt x="2628" y="989"/>
                  </a:lnTo>
                  <a:cubicBezTo>
                    <a:pt x="3637" y="883"/>
                    <a:pt x="4394" y="484"/>
                    <a:pt x="4394"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2" name="Google Shape;7692;p62"/>
            <p:cNvSpPr/>
            <p:nvPr/>
          </p:nvSpPr>
          <p:spPr>
            <a:xfrm>
              <a:off x="991330" y="2933641"/>
              <a:ext cx="56356" cy="85972"/>
            </a:xfrm>
            <a:custGeom>
              <a:avLst/>
              <a:gdLst/>
              <a:ahLst/>
              <a:cxnLst/>
              <a:rect l="l" t="t" r="r" b="b"/>
              <a:pathLst>
                <a:path w="3764" h="5742" extrusionOk="0">
                  <a:moveTo>
                    <a:pt x="3182" y="0"/>
                  </a:moveTo>
                  <a:cubicBezTo>
                    <a:pt x="3058" y="0"/>
                    <a:pt x="2932" y="56"/>
                    <a:pt x="2834" y="191"/>
                  </a:cubicBezTo>
                  <a:lnTo>
                    <a:pt x="1635" y="1999"/>
                  </a:lnTo>
                  <a:cubicBezTo>
                    <a:pt x="1446" y="1432"/>
                    <a:pt x="1236" y="885"/>
                    <a:pt x="963" y="338"/>
                  </a:cubicBezTo>
                  <a:cubicBezTo>
                    <a:pt x="874" y="168"/>
                    <a:pt x="732" y="97"/>
                    <a:pt x="590" y="97"/>
                  </a:cubicBezTo>
                  <a:cubicBezTo>
                    <a:pt x="295" y="97"/>
                    <a:pt x="0" y="404"/>
                    <a:pt x="185" y="759"/>
                  </a:cubicBezTo>
                  <a:cubicBezTo>
                    <a:pt x="794" y="2020"/>
                    <a:pt x="1194" y="3366"/>
                    <a:pt x="1362" y="4753"/>
                  </a:cubicBezTo>
                  <a:cubicBezTo>
                    <a:pt x="1404" y="5069"/>
                    <a:pt x="1446" y="5384"/>
                    <a:pt x="1446" y="5721"/>
                  </a:cubicBezTo>
                  <a:cubicBezTo>
                    <a:pt x="1593" y="5742"/>
                    <a:pt x="1740" y="5742"/>
                    <a:pt x="1888" y="5742"/>
                  </a:cubicBezTo>
                  <a:cubicBezTo>
                    <a:pt x="2035" y="5742"/>
                    <a:pt x="2182" y="5721"/>
                    <a:pt x="2329" y="5721"/>
                  </a:cubicBezTo>
                  <a:cubicBezTo>
                    <a:pt x="2308" y="5384"/>
                    <a:pt x="2287" y="5069"/>
                    <a:pt x="2245" y="4753"/>
                  </a:cubicBezTo>
                  <a:cubicBezTo>
                    <a:pt x="2182" y="4207"/>
                    <a:pt x="2098" y="3660"/>
                    <a:pt x="1951" y="3135"/>
                  </a:cubicBezTo>
                  <a:lnTo>
                    <a:pt x="3570" y="675"/>
                  </a:lnTo>
                  <a:cubicBezTo>
                    <a:pt x="3763" y="332"/>
                    <a:pt x="3482" y="0"/>
                    <a:pt x="3182" y="0"/>
                  </a:cubicBezTo>
                  <a:close/>
                </a:path>
              </a:pathLst>
            </a:custGeom>
            <a:solidFill>
              <a:srgbClr val="7188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93" name="Google Shape;7693;p62"/>
          <p:cNvGrpSpPr/>
          <p:nvPr/>
        </p:nvGrpSpPr>
        <p:grpSpPr>
          <a:xfrm>
            <a:off x="3090138" y="2702065"/>
            <a:ext cx="318884" cy="379807"/>
            <a:chOff x="3082075" y="2871805"/>
            <a:chExt cx="318884" cy="379807"/>
          </a:xfrm>
        </p:grpSpPr>
        <p:sp>
          <p:nvSpPr>
            <p:cNvPr id="7694" name="Google Shape;7694;p62"/>
            <p:cNvSpPr/>
            <p:nvPr/>
          </p:nvSpPr>
          <p:spPr>
            <a:xfrm>
              <a:off x="3105357" y="2915584"/>
              <a:ext cx="248708" cy="281887"/>
            </a:xfrm>
            <a:custGeom>
              <a:avLst/>
              <a:gdLst/>
              <a:ahLst/>
              <a:cxnLst/>
              <a:rect l="l" t="t" r="r" b="b"/>
              <a:pathLst>
                <a:path w="16611" h="18827" extrusionOk="0">
                  <a:moveTo>
                    <a:pt x="9109" y="1"/>
                  </a:moveTo>
                  <a:cubicBezTo>
                    <a:pt x="8179" y="1"/>
                    <a:pt x="7225" y="177"/>
                    <a:pt x="6287" y="556"/>
                  </a:cubicBezTo>
                  <a:cubicBezTo>
                    <a:pt x="1346" y="2553"/>
                    <a:pt x="1" y="8903"/>
                    <a:pt x="3722" y="12729"/>
                  </a:cubicBezTo>
                  <a:cubicBezTo>
                    <a:pt x="4899" y="13928"/>
                    <a:pt x="5551" y="15547"/>
                    <a:pt x="5551" y="17228"/>
                  </a:cubicBezTo>
                  <a:lnTo>
                    <a:pt x="8032" y="18826"/>
                  </a:lnTo>
                  <a:lnTo>
                    <a:pt x="12636" y="17228"/>
                  </a:lnTo>
                  <a:cubicBezTo>
                    <a:pt x="12636" y="15547"/>
                    <a:pt x="13309" y="13928"/>
                    <a:pt x="14487" y="12750"/>
                  </a:cubicBezTo>
                  <a:cubicBezTo>
                    <a:pt x="15832" y="11342"/>
                    <a:pt x="16610" y="9470"/>
                    <a:pt x="16610" y="7515"/>
                  </a:cubicBezTo>
                  <a:cubicBezTo>
                    <a:pt x="16610" y="3206"/>
                    <a:pt x="13078" y="1"/>
                    <a:pt x="9109"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5" name="Google Shape;7695;p62"/>
            <p:cNvSpPr/>
            <p:nvPr/>
          </p:nvSpPr>
          <p:spPr>
            <a:xfrm>
              <a:off x="3210180" y="2990956"/>
              <a:ext cx="62974" cy="68005"/>
            </a:xfrm>
            <a:custGeom>
              <a:avLst/>
              <a:gdLst/>
              <a:ahLst/>
              <a:cxnLst/>
              <a:rect l="l" t="t" r="r" b="b"/>
              <a:pathLst>
                <a:path w="4206" h="4542" extrusionOk="0">
                  <a:moveTo>
                    <a:pt x="2103" y="0"/>
                  </a:moveTo>
                  <a:cubicBezTo>
                    <a:pt x="1760" y="0"/>
                    <a:pt x="1416" y="530"/>
                    <a:pt x="1125" y="530"/>
                  </a:cubicBezTo>
                  <a:cubicBezTo>
                    <a:pt x="1079" y="530"/>
                    <a:pt x="1033" y="516"/>
                    <a:pt x="989" y="484"/>
                  </a:cubicBezTo>
                  <a:lnTo>
                    <a:pt x="1" y="1977"/>
                  </a:lnTo>
                  <a:cubicBezTo>
                    <a:pt x="674" y="2271"/>
                    <a:pt x="1389" y="4542"/>
                    <a:pt x="2103" y="4542"/>
                  </a:cubicBezTo>
                  <a:cubicBezTo>
                    <a:pt x="2818" y="4542"/>
                    <a:pt x="3533" y="2271"/>
                    <a:pt x="4206" y="1977"/>
                  </a:cubicBezTo>
                  <a:lnTo>
                    <a:pt x="3218" y="484"/>
                  </a:lnTo>
                  <a:cubicBezTo>
                    <a:pt x="3174" y="516"/>
                    <a:pt x="3129" y="530"/>
                    <a:pt x="3082" y="530"/>
                  </a:cubicBezTo>
                  <a:cubicBezTo>
                    <a:pt x="2796" y="530"/>
                    <a:pt x="2465" y="0"/>
                    <a:pt x="2103" y="0"/>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6" name="Google Shape;7696;p62"/>
            <p:cNvSpPr/>
            <p:nvPr/>
          </p:nvSpPr>
          <p:spPr>
            <a:xfrm>
              <a:off x="3241667" y="3020542"/>
              <a:ext cx="31487" cy="163709"/>
            </a:xfrm>
            <a:custGeom>
              <a:avLst/>
              <a:gdLst/>
              <a:ahLst/>
              <a:cxnLst/>
              <a:rect l="l" t="t" r="r" b="b"/>
              <a:pathLst>
                <a:path w="2103" h="10934" extrusionOk="0">
                  <a:moveTo>
                    <a:pt x="2103" y="1"/>
                  </a:moveTo>
                  <a:cubicBezTo>
                    <a:pt x="1556" y="232"/>
                    <a:pt x="967" y="379"/>
                    <a:pt x="358" y="421"/>
                  </a:cubicBezTo>
                  <a:lnTo>
                    <a:pt x="0" y="421"/>
                  </a:lnTo>
                  <a:lnTo>
                    <a:pt x="0" y="10933"/>
                  </a:lnTo>
                  <a:lnTo>
                    <a:pt x="2103" y="10933"/>
                  </a:lnTo>
                  <a:lnTo>
                    <a:pt x="2103" y="1"/>
                  </a:ln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7" name="Google Shape;7697;p62"/>
            <p:cNvSpPr/>
            <p:nvPr/>
          </p:nvSpPr>
          <p:spPr>
            <a:xfrm>
              <a:off x="3210180" y="3020542"/>
              <a:ext cx="31502" cy="163709"/>
            </a:xfrm>
            <a:custGeom>
              <a:avLst/>
              <a:gdLst/>
              <a:ahLst/>
              <a:cxnLst/>
              <a:rect l="l" t="t" r="r" b="b"/>
              <a:pathLst>
                <a:path w="2104" h="10934" extrusionOk="0">
                  <a:moveTo>
                    <a:pt x="1" y="1"/>
                  </a:moveTo>
                  <a:lnTo>
                    <a:pt x="1" y="10933"/>
                  </a:lnTo>
                  <a:lnTo>
                    <a:pt x="2103" y="10933"/>
                  </a:lnTo>
                  <a:lnTo>
                    <a:pt x="2103" y="421"/>
                  </a:lnTo>
                  <a:lnTo>
                    <a:pt x="1746" y="421"/>
                  </a:lnTo>
                  <a:cubicBezTo>
                    <a:pt x="1136" y="379"/>
                    <a:pt x="548" y="232"/>
                    <a:pt x="1" y="1"/>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8" name="Google Shape;7698;p62"/>
            <p:cNvSpPr/>
            <p:nvPr/>
          </p:nvSpPr>
          <p:spPr>
            <a:xfrm>
              <a:off x="3236307" y="3026845"/>
              <a:ext cx="10720" cy="157406"/>
            </a:xfrm>
            <a:custGeom>
              <a:avLst/>
              <a:gdLst/>
              <a:ahLst/>
              <a:cxnLst/>
              <a:rect l="l" t="t" r="r" b="b"/>
              <a:pathLst>
                <a:path w="716" h="10513" extrusionOk="0">
                  <a:moveTo>
                    <a:pt x="1" y="0"/>
                  </a:moveTo>
                  <a:lnTo>
                    <a:pt x="1" y="10512"/>
                  </a:lnTo>
                  <a:lnTo>
                    <a:pt x="716" y="10512"/>
                  </a:lnTo>
                  <a:lnTo>
                    <a:pt x="716"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9" name="Google Shape;7699;p62"/>
            <p:cNvSpPr/>
            <p:nvPr/>
          </p:nvSpPr>
          <p:spPr>
            <a:xfrm>
              <a:off x="3224673" y="2973318"/>
              <a:ext cx="33688" cy="30080"/>
            </a:xfrm>
            <a:custGeom>
              <a:avLst/>
              <a:gdLst/>
              <a:ahLst/>
              <a:cxnLst/>
              <a:rect l="l" t="t" r="r" b="b"/>
              <a:pathLst>
                <a:path w="2250" h="2009" extrusionOk="0">
                  <a:moveTo>
                    <a:pt x="1135" y="1"/>
                  </a:moveTo>
                  <a:lnTo>
                    <a:pt x="0" y="1662"/>
                  </a:lnTo>
                  <a:cubicBezTo>
                    <a:pt x="336" y="1893"/>
                    <a:pt x="731" y="2009"/>
                    <a:pt x="1125" y="2009"/>
                  </a:cubicBezTo>
                  <a:cubicBezTo>
                    <a:pt x="1519" y="2009"/>
                    <a:pt x="1913" y="1893"/>
                    <a:pt x="2250" y="1662"/>
                  </a:cubicBezTo>
                  <a:lnTo>
                    <a:pt x="1135" y="1"/>
                  </a:ln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0" name="Google Shape;7700;p62"/>
            <p:cNvSpPr/>
            <p:nvPr/>
          </p:nvSpPr>
          <p:spPr>
            <a:xfrm>
              <a:off x="3255651" y="2935558"/>
              <a:ext cx="81720" cy="99477"/>
            </a:xfrm>
            <a:custGeom>
              <a:avLst/>
              <a:gdLst/>
              <a:ahLst/>
              <a:cxnLst/>
              <a:rect l="l" t="t" r="r" b="b"/>
              <a:pathLst>
                <a:path w="5458" h="6644" extrusionOk="0">
                  <a:moveTo>
                    <a:pt x="669" y="0"/>
                  </a:moveTo>
                  <a:cubicBezTo>
                    <a:pt x="183" y="0"/>
                    <a:pt x="1" y="771"/>
                    <a:pt x="559" y="925"/>
                  </a:cubicBezTo>
                  <a:cubicBezTo>
                    <a:pt x="2893" y="1598"/>
                    <a:pt x="4512" y="3742"/>
                    <a:pt x="4533" y="6181"/>
                  </a:cubicBezTo>
                  <a:cubicBezTo>
                    <a:pt x="4533" y="6433"/>
                    <a:pt x="4743" y="6644"/>
                    <a:pt x="4995" y="6644"/>
                  </a:cubicBezTo>
                  <a:cubicBezTo>
                    <a:pt x="5248" y="6644"/>
                    <a:pt x="5458" y="6433"/>
                    <a:pt x="5458" y="6181"/>
                  </a:cubicBezTo>
                  <a:cubicBezTo>
                    <a:pt x="5458" y="3322"/>
                    <a:pt x="3566" y="820"/>
                    <a:pt x="811" y="21"/>
                  </a:cubicBezTo>
                  <a:cubicBezTo>
                    <a:pt x="762" y="7"/>
                    <a:pt x="714" y="0"/>
                    <a:pt x="6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1" name="Google Shape;7701;p62"/>
            <p:cNvSpPr/>
            <p:nvPr/>
          </p:nvSpPr>
          <p:spPr>
            <a:xfrm>
              <a:off x="3230752" y="2932399"/>
              <a:ext cx="25304" cy="13880"/>
            </a:xfrm>
            <a:custGeom>
              <a:avLst/>
              <a:gdLst/>
              <a:ahLst/>
              <a:cxnLst/>
              <a:rect l="l" t="t" r="r" b="b"/>
              <a:pathLst>
                <a:path w="1690" h="927" extrusionOk="0">
                  <a:moveTo>
                    <a:pt x="624" y="1"/>
                  </a:moveTo>
                  <a:cubicBezTo>
                    <a:pt x="0" y="1"/>
                    <a:pt x="14" y="926"/>
                    <a:pt x="625" y="926"/>
                  </a:cubicBezTo>
                  <a:cubicBezTo>
                    <a:pt x="631" y="926"/>
                    <a:pt x="638" y="926"/>
                    <a:pt x="645" y="926"/>
                  </a:cubicBezTo>
                  <a:lnTo>
                    <a:pt x="1045" y="926"/>
                  </a:lnTo>
                  <a:cubicBezTo>
                    <a:pt x="1052" y="926"/>
                    <a:pt x="1059" y="926"/>
                    <a:pt x="1065" y="926"/>
                  </a:cubicBezTo>
                  <a:cubicBezTo>
                    <a:pt x="1676" y="926"/>
                    <a:pt x="1690" y="1"/>
                    <a:pt x="106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2" name="Google Shape;7702;p62"/>
            <p:cNvSpPr/>
            <p:nvPr/>
          </p:nvSpPr>
          <p:spPr>
            <a:xfrm>
              <a:off x="3374817" y="3024629"/>
              <a:ext cx="26142" cy="10091"/>
            </a:xfrm>
            <a:custGeom>
              <a:avLst/>
              <a:gdLst/>
              <a:ahLst/>
              <a:cxnLst/>
              <a:rect l="l" t="t" r="r" b="b"/>
              <a:pathLst>
                <a:path w="1746" h="674" extrusionOk="0">
                  <a:moveTo>
                    <a:pt x="463" y="1"/>
                  </a:moveTo>
                  <a:cubicBezTo>
                    <a:pt x="1" y="1"/>
                    <a:pt x="1" y="674"/>
                    <a:pt x="463" y="674"/>
                  </a:cubicBezTo>
                  <a:lnTo>
                    <a:pt x="1283" y="674"/>
                  </a:lnTo>
                  <a:cubicBezTo>
                    <a:pt x="1746" y="674"/>
                    <a:pt x="1746" y="1"/>
                    <a:pt x="1283"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3" name="Google Shape;7703;p62"/>
            <p:cNvSpPr/>
            <p:nvPr/>
          </p:nvSpPr>
          <p:spPr>
            <a:xfrm>
              <a:off x="3082075" y="3024629"/>
              <a:ext cx="26142" cy="10091"/>
            </a:xfrm>
            <a:custGeom>
              <a:avLst/>
              <a:gdLst/>
              <a:ahLst/>
              <a:cxnLst/>
              <a:rect l="l" t="t" r="r" b="b"/>
              <a:pathLst>
                <a:path w="1746" h="674" extrusionOk="0">
                  <a:moveTo>
                    <a:pt x="463" y="1"/>
                  </a:moveTo>
                  <a:cubicBezTo>
                    <a:pt x="0" y="1"/>
                    <a:pt x="0" y="674"/>
                    <a:pt x="463" y="674"/>
                  </a:cubicBezTo>
                  <a:lnTo>
                    <a:pt x="1283" y="674"/>
                  </a:lnTo>
                  <a:cubicBezTo>
                    <a:pt x="1745" y="674"/>
                    <a:pt x="1745" y="1"/>
                    <a:pt x="1283"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4" name="Google Shape;7704;p62"/>
            <p:cNvSpPr/>
            <p:nvPr/>
          </p:nvSpPr>
          <p:spPr>
            <a:xfrm>
              <a:off x="3355623" y="2948000"/>
              <a:ext cx="25528" cy="16844"/>
            </a:xfrm>
            <a:custGeom>
              <a:avLst/>
              <a:gdLst/>
              <a:ahLst/>
              <a:cxnLst/>
              <a:rect l="l" t="t" r="r" b="b"/>
              <a:pathLst>
                <a:path w="1705" h="1125" extrusionOk="0">
                  <a:moveTo>
                    <a:pt x="1209" y="1"/>
                  </a:moveTo>
                  <a:cubicBezTo>
                    <a:pt x="1153" y="1"/>
                    <a:pt x="1092" y="16"/>
                    <a:pt x="1030" y="52"/>
                  </a:cubicBezTo>
                  <a:lnTo>
                    <a:pt x="316" y="473"/>
                  </a:lnTo>
                  <a:cubicBezTo>
                    <a:pt x="0" y="641"/>
                    <a:pt x="126" y="1124"/>
                    <a:pt x="484" y="1124"/>
                  </a:cubicBezTo>
                  <a:cubicBezTo>
                    <a:pt x="547" y="1103"/>
                    <a:pt x="610" y="1103"/>
                    <a:pt x="673" y="1061"/>
                  </a:cubicBezTo>
                  <a:lnTo>
                    <a:pt x="1367" y="662"/>
                  </a:lnTo>
                  <a:cubicBezTo>
                    <a:pt x="1704" y="466"/>
                    <a:pt x="1516" y="1"/>
                    <a:pt x="1209"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5" name="Google Shape;7705;p62"/>
            <p:cNvSpPr/>
            <p:nvPr/>
          </p:nvSpPr>
          <p:spPr>
            <a:xfrm>
              <a:off x="3102213" y="3094371"/>
              <a:ext cx="25528" cy="16844"/>
            </a:xfrm>
            <a:custGeom>
              <a:avLst/>
              <a:gdLst/>
              <a:ahLst/>
              <a:cxnLst/>
              <a:rect l="l" t="t" r="r" b="b"/>
              <a:pathLst>
                <a:path w="1705" h="1125" extrusionOk="0">
                  <a:moveTo>
                    <a:pt x="1190" y="1"/>
                  </a:moveTo>
                  <a:cubicBezTo>
                    <a:pt x="1132" y="1"/>
                    <a:pt x="1072" y="17"/>
                    <a:pt x="1010" y="52"/>
                  </a:cubicBezTo>
                  <a:lnTo>
                    <a:pt x="316" y="473"/>
                  </a:lnTo>
                  <a:cubicBezTo>
                    <a:pt x="1" y="641"/>
                    <a:pt x="127" y="1125"/>
                    <a:pt x="484" y="1125"/>
                  </a:cubicBezTo>
                  <a:cubicBezTo>
                    <a:pt x="547" y="1104"/>
                    <a:pt x="610" y="1104"/>
                    <a:pt x="652" y="1062"/>
                  </a:cubicBezTo>
                  <a:lnTo>
                    <a:pt x="1367" y="662"/>
                  </a:lnTo>
                  <a:cubicBezTo>
                    <a:pt x="1705" y="467"/>
                    <a:pt x="1502" y="1"/>
                    <a:pt x="1190"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6" name="Google Shape;7706;p62"/>
            <p:cNvSpPr/>
            <p:nvPr/>
          </p:nvSpPr>
          <p:spPr>
            <a:xfrm>
              <a:off x="3305001" y="2892257"/>
              <a:ext cx="19629" cy="20976"/>
            </a:xfrm>
            <a:custGeom>
              <a:avLst/>
              <a:gdLst/>
              <a:ahLst/>
              <a:cxnLst/>
              <a:rect l="l" t="t" r="r" b="b"/>
              <a:pathLst>
                <a:path w="1311" h="1401" extrusionOk="0">
                  <a:moveTo>
                    <a:pt x="855" y="0"/>
                  </a:moveTo>
                  <a:cubicBezTo>
                    <a:pt x="747" y="0"/>
                    <a:pt x="637" y="53"/>
                    <a:pt x="564" y="180"/>
                  </a:cubicBezTo>
                  <a:lnTo>
                    <a:pt x="143" y="874"/>
                  </a:lnTo>
                  <a:cubicBezTo>
                    <a:pt x="1" y="1098"/>
                    <a:pt x="154" y="1400"/>
                    <a:pt x="412" y="1400"/>
                  </a:cubicBezTo>
                  <a:cubicBezTo>
                    <a:pt x="420" y="1400"/>
                    <a:pt x="429" y="1400"/>
                    <a:pt x="438" y="1399"/>
                  </a:cubicBezTo>
                  <a:cubicBezTo>
                    <a:pt x="564" y="1399"/>
                    <a:pt x="690" y="1336"/>
                    <a:pt x="753" y="1231"/>
                  </a:cubicBezTo>
                  <a:lnTo>
                    <a:pt x="1153" y="516"/>
                  </a:lnTo>
                  <a:cubicBezTo>
                    <a:pt x="1310" y="244"/>
                    <a:pt x="1086" y="0"/>
                    <a:pt x="855"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7" name="Google Shape;7707;p62"/>
            <p:cNvSpPr/>
            <p:nvPr/>
          </p:nvSpPr>
          <p:spPr>
            <a:xfrm>
              <a:off x="3236307" y="2871805"/>
              <a:ext cx="10406" cy="22833"/>
            </a:xfrm>
            <a:custGeom>
              <a:avLst/>
              <a:gdLst/>
              <a:ahLst/>
              <a:cxnLst/>
              <a:rect l="l" t="t" r="r" b="b"/>
              <a:pathLst>
                <a:path w="695" h="1525" extrusionOk="0">
                  <a:moveTo>
                    <a:pt x="348" y="1"/>
                  </a:moveTo>
                  <a:cubicBezTo>
                    <a:pt x="174" y="1"/>
                    <a:pt x="1" y="116"/>
                    <a:pt x="1" y="347"/>
                  </a:cubicBezTo>
                  <a:lnTo>
                    <a:pt x="1" y="1167"/>
                  </a:lnTo>
                  <a:cubicBezTo>
                    <a:pt x="1" y="1357"/>
                    <a:pt x="169" y="1525"/>
                    <a:pt x="358" y="1525"/>
                  </a:cubicBezTo>
                  <a:cubicBezTo>
                    <a:pt x="548" y="1525"/>
                    <a:pt x="695" y="1357"/>
                    <a:pt x="695" y="1167"/>
                  </a:cubicBezTo>
                  <a:lnTo>
                    <a:pt x="695" y="347"/>
                  </a:lnTo>
                  <a:cubicBezTo>
                    <a:pt x="695" y="116"/>
                    <a:pt x="521" y="1"/>
                    <a:pt x="348"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8" name="Google Shape;7708;p62"/>
            <p:cNvSpPr/>
            <p:nvPr/>
          </p:nvSpPr>
          <p:spPr>
            <a:xfrm>
              <a:off x="3158405" y="2892257"/>
              <a:ext cx="19689" cy="21276"/>
            </a:xfrm>
            <a:custGeom>
              <a:avLst/>
              <a:gdLst/>
              <a:ahLst/>
              <a:cxnLst/>
              <a:rect l="l" t="t" r="r" b="b"/>
              <a:pathLst>
                <a:path w="1315" h="1421" extrusionOk="0">
                  <a:moveTo>
                    <a:pt x="456" y="0"/>
                  </a:moveTo>
                  <a:cubicBezTo>
                    <a:pt x="224" y="0"/>
                    <a:pt x="0" y="244"/>
                    <a:pt x="158" y="516"/>
                  </a:cubicBezTo>
                  <a:lnTo>
                    <a:pt x="579" y="1231"/>
                  </a:lnTo>
                  <a:cubicBezTo>
                    <a:pt x="621" y="1336"/>
                    <a:pt x="747" y="1399"/>
                    <a:pt x="873" y="1399"/>
                  </a:cubicBezTo>
                  <a:lnTo>
                    <a:pt x="873" y="1420"/>
                  </a:lnTo>
                  <a:cubicBezTo>
                    <a:pt x="1146" y="1420"/>
                    <a:pt x="1314" y="1126"/>
                    <a:pt x="1188" y="895"/>
                  </a:cubicBezTo>
                  <a:lnTo>
                    <a:pt x="747" y="180"/>
                  </a:lnTo>
                  <a:cubicBezTo>
                    <a:pt x="673" y="53"/>
                    <a:pt x="564" y="0"/>
                    <a:pt x="456"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09" name="Google Shape;7709;p62"/>
            <p:cNvSpPr/>
            <p:nvPr/>
          </p:nvSpPr>
          <p:spPr>
            <a:xfrm>
              <a:off x="3101884" y="2948000"/>
              <a:ext cx="25528" cy="16844"/>
            </a:xfrm>
            <a:custGeom>
              <a:avLst/>
              <a:gdLst/>
              <a:ahLst/>
              <a:cxnLst/>
              <a:rect l="l" t="t" r="r" b="b"/>
              <a:pathLst>
                <a:path w="1705" h="1125" extrusionOk="0">
                  <a:moveTo>
                    <a:pt x="496" y="1"/>
                  </a:moveTo>
                  <a:cubicBezTo>
                    <a:pt x="188" y="1"/>
                    <a:pt x="0" y="466"/>
                    <a:pt x="338" y="662"/>
                  </a:cubicBezTo>
                  <a:lnTo>
                    <a:pt x="1053" y="1061"/>
                  </a:lnTo>
                  <a:cubicBezTo>
                    <a:pt x="1095" y="1103"/>
                    <a:pt x="1158" y="1103"/>
                    <a:pt x="1221" y="1124"/>
                  </a:cubicBezTo>
                  <a:cubicBezTo>
                    <a:pt x="1578" y="1124"/>
                    <a:pt x="1705" y="641"/>
                    <a:pt x="1389" y="473"/>
                  </a:cubicBezTo>
                  <a:lnTo>
                    <a:pt x="674" y="52"/>
                  </a:lnTo>
                  <a:cubicBezTo>
                    <a:pt x="612" y="16"/>
                    <a:pt x="552" y="1"/>
                    <a:pt x="496"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0" name="Google Shape;7710;p62"/>
            <p:cNvSpPr/>
            <p:nvPr/>
          </p:nvSpPr>
          <p:spPr>
            <a:xfrm>
              <a:off x="3355278" y="3094371"/>
              <a:ext cx="25543" cy="16844"/>
            </a:xfrm>
            <a:custGeom>
              <a:avLst/>
              <a:gdLst/>
              <a:ahLst/>
              <a:cxnLst/>
              <a:rect l="l" t="t" r="r" b="b"/>
              <a:pathLst>
                <a:path w="1706" h="1125" extrusionOk="0">
                  <a:moveTo>
                    <a:pt x="516" y="1"/>
                  </a:moveTo>
                  <a:cubicBezTo>
                    <a:pt x="204" y="1"/>
                    <a:pt x="1" y="467"/>
                    <a:pt x="339" y="662"/>
                  </a:cubicBezTo>
                  <a:lnTo>
                    <a:pt x="1053" y="1062"/>
                  </a:lnTo>
                  <a:cubicBezTo>
                    <a:pt x="1116" y="1104"/>
                    <a:pt x="1158" y="1104"/>
                    <a:pt x="1222" y="1125"/>
                  </a:cubicBezTo>
                  <a:cubicBezTo>
                    <a:pt x="1579" y="1125"/>
                    <a:pt x="1705" y="641"/>
                    <a:pt x="1411" y="473"/>
                  </a:cubicBezTo>
                  <a:lnTo>
                    <a:pt x="696" y="52"/>
                  </a:lnTo>
                  <a:cubicBezTo>
                    <a:pt x="634" y="17"/>
                    <a:pt x="573" y="1"/>
                    <a:pt x="516"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1" name="Google Shape;7711;p62"/>
            <p:cNvSpPr/>
            <p:nvPr/>
          </p:nvSpPr>
          <p:spPr>
            <a:xfrm>
              <a:off x="3223401" y="3230187"/>
              <a:ext cx="36533" cy="21426"/>
            </a:xfrm>
            <a:custGeom>
              <a:avLst/>
              <a:gdLst/>
              <a:ahLst/>
              <a:cxnLst/>
              <a:rect l="l" t="t" r="r" b="b"/>
              <a:pathLst>
                <a:path w="2440" h="1431" extrusionOk="0">
                  <a:moveTo>
                    <a:pt x="1" y="1"/>
                  </a:moveTo>
                  <a:lnTo>
                    <a:pt x="1" y="569"/>
                  </a:lnTo>
                  <a:cubicBezTo>
                    <a:pt x="1" y="1031"/>
                    <a:pt x="379" y="1431"/>
                    <a:pt x="863" y="1431"/>
                  </a:cubicBezTo>
                  <a:lnTo>
                    <a:pt x="1578" y="1431"/>
                  </a:lnTo>
                  <a:cubicBezTo>
                    <a:pt x="2040" y="1431"/>
                    <a:pt x="2440" y="1031"/>
                    <a:pt x="2440" y="569"/>
                  </a:cubicBezTo>
                  <a:lnTo>
                    <a:pt x="2440" y="1"/>
                  </a:lnTo>
                  <a:cubicBezTo>
                    <a:pt x="2208" y="43"/>
                    <a:pt x="1977" y="85"/>
                    <a:pt x="1746" y="85"/>
                  </a:cubicBezTo>
                  <a:lnTo>
                    <a:pt x="674" y="85"/>
                  </a:lnTo>
                  <a:cubicBezTo>
                    <a:pt x="442" y="85"/>
                    <a:pt x="211" y="43"/>
                    <a:pt x="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2" name="Google Shape;7712;p62"/>
            <p:cNvSpPr/>
            <p:nvPr/>
          </p:nvSpPr>
          <p:spPr>
            <a:xfrm>
              <a:off x="3188470" y="3173531"/>
              <a:ext cx="106095" cy="61088"/>
            </a:xfrm>
            <a:custGeom>
              <a:avLst/>
              <a:gdLst/>
              <a:ahLst/>
              <a:cxnLst/>
              <a:rect l="l" t="t" r="r" b="b"/>
              <a:pathLst>
                <a:path w="7086" h="4080" extrusionOk="0">
                  <a:moveTo>
                    <a:pt x="0" y="0"/>
                  </a:moveTo>
                  <a:lnTo>
                    <a:pt x="0" y="1073"/>
                  </a:lnTo>
                  <a:lnTo>
                    <a:pt x="0" y="1178"/>
                  </a:lnTo>
                  <a:cubicBezTo>
                    <a:pt x="0" y="1325"/>
                    <a:pt x="21" y="1472"/>
                    <a:pt x="63" y="1640"/>
                  </a:cubicBezTo>
                  <a:cubicBezTo>
                    <a:pt x="84" y="1788"/>
                    <a:pt x="126" y="1956"/>
                    <a:pt x="189" y="2103"/>
                  </a:cubicBezTo>
                  <a:cubicBezTo>
                    <a:pt x="610" y="3301"/>
                    <a:pt x="1745" y="4079"/>
                    <a:pt x="3007" y="4079"/>
                  </a:cubicBezTo>
                  <a:lnTo>
                    <a:pt x="4079" y="4079"/>
                  </a:lnTo>
                  <a:cubicBezTo>
                    <a:pt x="5340" y="4079"/>
                    <a:pt x="6476" y="3301"/>
                    <a:pt x="6896" y="2103"/>
                  </a:cubicBezTo>
                  <a:cubicBezTo>
                    <a:pt x="6959" y="1956"/>
                    <a:pt x="7001" y="1788"/>
                    <a:pt x="7022" y="1640"/>
                  </a:cubicBezTo>
                  <a:cubicBezTo>
                    <a:pt x="7064" y="1472"/>
                    <a:pt x="7085" y="1325"/>
                    <a:pt x="7085" y="1178"/>
                  </a:cubicBezTo>
                  <a:lnTo>
                    <a:pt x="7085" y="1073"/>
                  </a:lnTo>
                  <a:lnTo>
                    <a:pt x="7085" y="0"/>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3" name="Google Shape;7713;p62"/>
            <p:cNvSpPr/>
            <p:nvPr/>
          </p:nvSpPr>
          <p:spPr>
            <a:xfrm>
              <a:off x="3188470" y="3191153"/>
              <a:ext cx="106095" cy="13865"/>
            </a:xfrm>
            <a:custGeom>
              <a:avLst/>
              <a:gdLst/>
              <a:ahLst/>
              <a:cxnLst/>
              <a:rect l="l" t="t" r="r" b="b"/>
              <a:pathLst>
                <a:path w="7086" h="926" extrusionOk="0">
                  <a:moveTo>
                    <a:pt x="0" y="1"/>
                  </a:moveTo>
                  <a:cubicBezTo>
                    <a:pt x="0" y="148"/>
                    <a:pt x="21" y="295"/>
                    <a:pt x="63" y="463"/>
                  </a:cubicBezTo>
                  <a:cubicBezTo>
                    <a:pt x="84" y="611"/>
                    <a:pt x="126" y="779"/>
                    <a:pt x="189" y="926"/>
                  </a:cubicBezTo>
                  <a:lnTo>
                    <a:pt x="6896" y="926"/>
                  </a:lnTo>
                  <a:cubicBezTo>
                    <a:pt x="6959" y="779"/>
                    <a:pt x="7001" y="611"/>
                    <a:pt x="7022" y="463"/>
                  </a:cubicBezTo>
                  <a:cubicBezTo>
                    <a:pt x="7064" y="295"/>
                    <a:pt x="7085" y="148"/>
                    <a:pt x="708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14" name="Google Shape;7714;p62"/>
          <p:cNvGrpSpPr/>
          <p:nvPr/>
        </p:nvGrpSpPr>
        <p:grpSpPr>
          <a:xfrm>
            <a:off x="2602843" y="1346755"/>
            <a:ext cx="410187" cy="324244"/>
            <a:chOff x="2594780" y="1516494"/>
            <a:chExt cx="410187" cy="324244"/>
          </a:xfrm>
        </p:grpSpPr>
        <p:sp>
          <p:nvSpPr>
            <p:cNvPr id="7715" name="Google Shape;7715;p62"/>
            <p:cNvSpPr/>
            <p:nvPr/>
          </p:nvSpPr>
          <p:spPr>
            <a:xfrm>
              <a:off x="2594780" y="1641455"/>
              <a:ext cx="241776" cy="199284"/>
            </a:xfrm>
            <a:custGeom>
              <a:avLst/>
              <a:gdLst/>
              <a:ahLst/>
              <a:cxnLst/>
              <a:rect l="l" t="t" r="r" b="b"/>
              <a:pathLst>
                <a:path w="16148" h="13310" extrusionOk="0">
                  <a:moveTo>
                    <a:pt x="8494" y="1"/>
                  </a:moveTo>
                  <a:lnTo>
                    <a:pt x="442" y="8053"/>
                  </a:lnTo>
                  <a:cubicBezTo>
                    <a:pt x="0" y="8474"/>
                    <a:pt x="0" y="9167"/>
                    <a:pt x="442" y="9588"/>
                  </a:cubicBezTo>
                  <a:lnTo>
                    <a:pt x="3680" y="12826"/>
                  </a:lnTo>
                  <a:cubicBezTo>
                    <a:pt x="3974" y="13141"/>
                    <a:pt x="4394" y="13309"/>
                    <a:pt x="4815" y="13309"/>
                  </a:cubicBezTo>
                  <a:lnTo>
                    <a:pt x="9819" y="13309"/>
                  </a:lnTo>
                  <a:cubicBezTo>
                    <a:pt x="10239" y="13309"/>
                    <a:pt x="10660" y="13141"/>
                    <a:pt x="10975" y="12826"/>
                  </a:cubicBezTo>
                  <a:lnTo>
                    <a:pt x="16147" y="7654"/>
                  </a:lnTo>
                  <a:lnTo>
                    <a:pt x="8494" y="1"/>
                  </a:lnTo>
                  <a:close/>
                </a:path>
              </a:pathLst>
            </a:custGeom>
            <a:solidFill>
              <a:srgbClr val="7F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6" name="Google Shape;7716;p62"/>
            <p:cNvSpPr/>
            <p:nvPr/>
          </p:nvSpPr>
          <p:spPr>
            <a:xfrm>
              <a:off x="2632556" y="1738731"/>
              <a:ext cx="204000" cy="102008"/>
            </a:xfrm>
            <a:custGeom>
              <a:avLst/>
              <a:gdLst/>
              <a:ahLst/>
              <a:cxnLst/>
              <a:rect l="l" t="t" r="r" b="b"/>
              <a:pathLst>
                <a:path w="13625" h="6813" extrusionOk="0">
                  <a:moveTo>
                    <a:pt x="12468" y="0"/>
                  </a:moveTo>
                  <a:lnTo>
                    <a:pt x="8263" y="4226"/>
                  </a:lnTo>
                  <a:cubicBezTo>
                    <a:pt x="7653" y="4836"/>
                    <a:pt x="6812" y="5193"/>
                    <a:pt x="5971" y="5193"/>
                  </a:cubicBezTo>
                  <a:lnTo>
                    <a:pt x="0" y="5193"/>
                  </a:lnTo>
                  <a:lnTo>
                    <a:pt x="1157" y="6329"/>
                  </a:lnTo>
                  <a:cubicBezTo>
                    <a:pt x="1451" y="6644"/>
                    <a:pt x="1871" y="6812"/>
                    <a:pt x="2292" y="6812"/>
                  </a:cubicBezTo>
                  <a:lnTo>
                    <a:pt x="7296" y="6812"/>
                  </a:lnTo>
                  <a:cubicBezTo>
                    <a:pt x="7716" y="6812"/>
                    <a:pt x="8137" y="6644"/>
                    <a:pt x="8452" y="6329"/>
                  </a:cubicBezTo>
                  <a:lnTo>
                    <a:pt x="13624" y="1157"/>
                  </a:lnTo>
                  <a:lnTo>
                    <a:pt x="12468" y="0"/>
                  </a:ln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7" name="Google Shape;7717;p62"/>
            <p:cNvSpPr/>
            <p:nvPr/>
          </p:nvSpPr>
          <p:spPr>
            <a:xfrm>
              <a:off x="2721957" y="1516494"/>
              <a:ext cx="241132" cy="239560"/>
            </a:xfrm>
            <a:custGeom>
              <a:avLst/>
              <a:gdLst/>
              <a:ahLst/>
              <a:cxnLst/>
              <a:rect l="l" t="t" r="r" b="b"/>
              <a:pathLst>
                <a:path w="16105" h="16000" extrusionOk="0">
                  <a:moveTo>
                    <a:pt x="8778" y="0"/>
                  </a:moveTo>
                  <a:cubicBezTo>
                    <a:pt x="8499" y="0"/>
                    <a:pt x="8221" y="105"/>
                    <a:pt x="8010" y="315"/>
                  </a:cubicBezTo>
                  <a:lnTo>
                    <a:pt x="0" y="8347"/>
                  </a:lnTo>
                  <a:lnTo>
                    <a:pt x="7653" y="16000"/>
                  </a:lnTo>
                  <a:lnTo>
                    <a:pt x="15663" y="7989"/>
                  </a:lnTo>
                  <a:cubicBezTo>
                    <a:pt x="16084" y="7569"/>
                    <a:pt x="16105" y="6875"/>
                    <a:pt x="15684" y="6455"/>
                  </a:cubicBezTo>
                  <a:lnTo>
                    <a:pt x="9545" y="315"/>
                  </a:lnTo>
                  <a:cubicBezTo>
                    <a:pt x="9335" y="105"/>
                    <a:pt x="9056" y="0"/>
                    <a:pt x="8778"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8" name="Google Shape;7718;p62"/>
            <p:cNvSpPr/>
            <p:nvPr/>
          </p:nvSpPr>
          <p:spPr>
            <a:xfrm>
              <a:off x="2881234" y="1828446"/>
              <a:ext cx="40306" cy="12292"/>
            </a:xfrm>
            <a:custGeom>
              <a:avLst/>
              <a:gdLst/>
              <a:ahLst/>
              <a:cxnLst/>
              <a:rect l="l" t="t" r="r" b="b"/>
              <a:pathLst>
                <a:path w="2692" h="821" extrusionOk="0">
                  <a:moveTo>
                    <a:pt x="526" y="0"/>
                  </a:moveTo>
                  <a:cubicBezTo>
                    <a:pt x="1" y="0"/>
                    <a:pt x="1" y="820"/>
                    <a:pt x="526" y="820"/>
                  </a:cubicBezTo>
                  <a:lnTo>
                    <a:pt x="2166" y="820"/>
                  </a:lnTo>
                  <a:cubicBezTo>
                    <a:pt x="2692" y="820"/>
                    <a:pt x="2692" y="0"/>
                    <a:pt x="2166"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9" name="Google Shape;7719;p62"/>
            <p:cNvSpPr/>
            <p:nvPr/>
          </p:nvSpPr>
          <p:spPr>
            <a:xfrm>
              <a:off x="2735177" y="1828446"/>
              <a:ext cx="89101" cy="12292"/>
            </a:xfrm>
            <a:custGeom>
              <a:avLst/>
              <a:gdLst/>
              <a:ahLst/>
              <a:cxnLst/>
              <a:rect l="l" t="t" r="r" b="b"/>
              <a:pathLst>
                <a:path w="5951" h="821" extrusionOk="0">
                  <a:moveTo>
                    <a:pt x="547" y="0"/>
                  </a:moveTo>
                  <a:cubicBezTo>
                    <a:pt x="0" y="0"/>
                    <a:pt x="0" y="820"/>
                    <a:pt x="547" y="820"/>
                  </a:cubicBezTo>
                  <a:lnTo>
                    <a:pt x="5424" y="820"/>
                  </a:lnTo>
                  <a:cubicBezTo>
                    <a:pt x="5950" y="820"/>
                    <a:pt x="5950" y="0"/>
                    <a:pt x="5424"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0" name="Google Shape;7720;p62"/>
            <p:cNvSpPr/>
            <p:nvPr/>
          </p:nvSpPr>
          <p:spPr>
            <a:xfrm>
              <a:off x="2832439" y="1828446"/>
              <a:ext cx="14179" cy="12203"/>
            </a:xfrm>
            <a:custGeom>
              <a:avLst/>
              <a:gdLst/>
              <a:ahLst/>
              <a:cxnLst/>
              <a:rect l="l" t="t" r="r" b="b"/>
              <a:pathLst>
                <a:path w="947" h="815" extrusionOk="0">
                  <a:moveTo>
                    <a:pt x="547" y="0"/>
                  </a:moveTo>
                  <a:cubicBezTo>
                    <a:pt x="190" y="0"/>
                    <a:pt x="1" y="442"/>
                    <a:pt x="253" y="694"/>
                  </a:cubicBezTo>
                  <a:cubicBezTo>
                    <a:pt x="336" y="777"/>
                    <a:pt x="440" y="815"/>
                    <a:pt x="542" y="815"/>
                  </a:cubicBezTo>
                  <a:cubicBezTo>
                    <a:pt x="749" y="815"/>
                    <a:pt x="947" y="660"/>
                    <a:pt x="947" y="421"/>
                  </a:cubicBezTo>
                  <a:cubicBezTo>
                    <a:pt x="947" y="190"/>
                    <a:pt x="758" y="0"/>
                    <a:pt x="547"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1" name="Google Shape;7721;p62"/>
            <p:cNvSpPr/>
            <p:nvPr/>
          </p:nvSpPr>
          <p:spPr>
            <a:xfrm>
              <a:off x="2990773" y="1828446"/>
              <a:ext cx="14194" cy="12203"/>
            </a:xfrm>
            <a:custGeom>
              <a:avLst/>
              <a:gdLst/>
              <a:ahLst/>
              <a:cxnLst/>
              <a:rect l="l" t="t" r="r" b="b"/>
              <a:pathLst>
                <a:path w="948" h="815" extrusionOk="0">
                  <a:moveTo>
                    <a:pt x="548" y="0"/>
                  </a:moveTo>
                  <a:cubicBezTo>
                    <a:pt x="190" y="0"/>
                    <a:pt x="1" y="442"/>
                    <a:pt x="253" y="694"/>
                  </a:cubicBezTo>
                  <a:cubicBezTo>
                    <a:pt x="343" y="777"/>
                    <a:pt x="450" y="815"/>
                    <a:pt x="551" y="815"/>
                  </a:cubicBezTo>
                  <a:cubicBezTo>
                    <a:pt x="758" y="815"/>
                    <a:pt x="947" y="660"/>
                    <a:pt x="947" y="421"/>
                  </a:cubicBezTo>
                  <a:cubicBezTo>
                    <a:pt x="947" y="190"/>
                    <a:pt x="779" y="0"/>
                    <a:pt x="548"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2" name="Google Shape;7722;p62"/>
            <p:cNvSpPr/>
            <p:nvPr/>
          </p:nvSpPr>
          <p:spPr>
            <a:xfrm>
              <a:off x="2928143" y="1828446"/>
              <a:ext cx="45022" cy="12292"/>
            </a:xfrm>
            <a:custGeom>
              <a:avLst/>
              <a:gdLst/>
              <a:ahLst/>
              <a:cxnLst/>
              <a:rect l="l" t="t" r="r" b="b"/>
              <a:pathLst>
                <a:path w="3007" h="821" extrusionOk="0">
                  <a:moveTo>
                    <a:pt x="547" y="0"/>
                  </a:moveTo>
                  <a:cubicBezTo>
                    <a:pt x="0" y="0"/>
                    <a:pt x="0" y="820"/>
                    <a:pt x="547" y="820"/>
                  </a:cubicBezTo>
                  <a:lnTo>
                    <a:pt x="2460" y="820"/>
                  </a:lnTo>
                  <a:cubicBezTo>
                    <a:pt x="3007" y="820"/>
                    <a:pt x="3007" y="0"/>
                    <a:pt x="2460"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23" name="Google Shape;7723;p62"/>
          <p:cNvGrpSpPr/>
          <p:nvPr/>
        </p:nvGrpSpPr>
        <p:grpSpPr>
          <a:xfrm>
            <a:off x="1751027" y="1333220"/>
            <a:ext cx="333692" cy="333363"/>
            <a:chOff x="1742965" y="1502959"/>
            <a:chExt cx="333692" cy="333363"/>
          </a:xfrm>
        </p:grpSpPr>
        <p:sp>
          <p:nvSpPr>
            <p:cNvPr id="7724" name="Google Shape;7724;p62"/>
            <p:cNvSpPr/>
            <p:nvPr/>
          </p:nvSpPr>
          <p:spPr>
            <a:xfrm>
              <a:off x="1742965" y="1502959"/>
              <a:ext cx="333692" cy="333363"/>
            </a:xfrm>
            <a:custGeom>
              <a:avLst/>
              <a:gdLst/>
              <a:ahLst/>
              <a:cxnLst/>
              <a:rect l="l" t="t" r="r" b="b"/>
              <a:pathLst>
                <a:path w="22287" h="22265" extrusionOk="0">
                  <a:moveTo>
                    <a:pt x="11143" y="0"/>
                  </a:moveTo>
                  <a:cubicBezTo>
                    <a:pt x="4983" y="0"/>
                    <a:pt x="1" y="4121"/>
                    <a:pt x="1" y="9188"/>
                  </a:cubicBezTo>
                  <a:cubicBezTo>
                    <a:pt x="1" y="13708"/>
                    <a:pt x="3974" y="17450"/>
                    <a:pt x="9209" y="18207"/>
                  </a:cubicBezTo>
                  <a:cubicBezTo>
                    <a:pt x="9335" y="19700"/>
                    <a:pt x="8831" y="21151"/>
                    <a:pt x="7843" y="22265"/>
                  </a:cubicBezTo>
                  <a:cubicBezTo>
                    <a:pt x="10324" y="22265"/>
                    <a:pt x="12468" y="20604"/>
                    <a:pt x="13099" y="18207"/>
                  </a:cubicBezTo>
                  <a:cubicBezTo>
                    <a:pt x="18313" y="17450"/>
                    <a:pt x="22286" y="13687"/>
                    <a:pt x="22286" y="9188"/>
                  </a:cubicBezTo>
                  <a:cubicBezTo>
                    <a:pt x="22265" y="4121"/>
                    <a:pt x="17283" y="0"/>
                    <a:pt x="11143"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5" name="Google Shape;7725;p62"/>
            <p:cNvSpPr/>
            <p:nvPr/>
          </p:nvSpPr>
          <p:spPr>
            <a:xfrm>
              <a:off x="1854719" y="1629492"/>
              <a:ext cx="22040" cy="21740"/>
            </a:xfrm>
            <a:custGeom>
              <a:avLst/>
              <a:gdLst/>
              <a:ahLst/>
              <a:cxnLst/>
              <a:rect l="l" t="t" r="r" b="b"/>
              <a:pathLst>
                <a:path w="1472" h="1452" extrusionOk="0">
                  <a:moveTo>
                    <a:pt x="736" y="1"/>
                  </a:moveTo>
                  <a:cubicBezTo>
                    <a:pt x="337" y="1"/>
                    <a:pt x="0" y="316"/>
                    <a:pt x="0" y="716"/>
                  </a:cubicBezTo>
                  <a:cubicBezTo>
                    <a:pt x="0" y="1136"/>
                    <a:pt x="337" y="1452"/>
                    <a:pt x="736" y="1452"/>
                  </a:cubicBezTo>
                  <a:cubicBezTo>
                    <a:pt x="1136" y="1452"/>
                    <a:pt x="1472" y="1136"/>
                    <a:pt x="1472" y="716"/>
                  </a:cubicBezTo>
                  <a:cubicBezTo>
                    <a:pt x="1472" y="316"/>
                    <a:pt x="1136" y="1"/>
                    <a:pt x="7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6" name="Google Shape;7726;p62"/>
            <p:cNvSpPr/>
            <p:nvPr/>
          </p:nvSpPr>
          <p:spPr>
            <a:xfrm>
              <a:off x="1898783" y="1629492"/>
              <a:ext cx="22054" cy="21740"/>
            </a:xfrm>
            <a:custGeom>
              <a:avLst/>
              <a:gdLst/>
              <a:ahLst/>
              <a:cxnLst/>
              <a:rect l="l" t="t" r="r" b="b"/>
              <a:pathLst>
                <a:path w="1473" h="1452" extrusionOk="0">
                  <a:moveTo>
                    <a:pt x="736" y="1"/>
                  </a:moveTo>
                  <a:cubicBezTo>
                    <a:pt x="316" y="1"/>
                    <a:pt x="1" y="316"/>
                    <a:pt x="1" y="716"/>
                  </a:cubicBezTo>
                  <a:cubicBezTo>
                    <a:pt x="1" y="1136"/>
                    <a:pt x="316" y="1452"/>
                    <a:pt x="736" y="1452"/>
                  </a:cubicBezTo>
                  <a:cubicBezTo>
                    <a:pt x="1136" y="1452"/>
                    <a:pt x="1472" y="1136"/>
                    <a:pt x="1472" y="716"/>
                  </a:cubicBezTo>
                  <a:cubicBezTo>
                    <a:pt x="1472" y="316"/>
                    <a:pt x="1136" y="1"/>
                    <a:pt x="7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7" name="Google Shape;7727;p62"/>
            <p:cNvSpPr/>
            <p:nvPr/>
          </p:nvSpPr>
          <p:spPr>
            <a:xfrm>
              <a:off x="1942863" y="1629492"/>
              <a:ext cx="21725" cy="21740"/>
            </a:xfrm>
            <a:custGeom>
              <a:avLst/>
              <a:gdLst/>
              <a:ahLst/>
              <a:cxnLst/>
              <a:rect l="l" t="t" r="r" b="b"/>
              <a:pathLst>
                <a:path w="1451" h="1452" extrusionOk="0">
                  <a:moveTo>
                    <a:pt x="715" y="1"/>
                  </a:moveTo>
                  <a:cubicBezTo>
                    <a:pt x="315" y="1"/>
                    <a:pt x="0" y="316"/>
                    <a:pt x="0" y="716"/>
                  </a:cubicBezTo>
                  <a:cubicBezTo>
                    <a:pt x="0" y="1136"/>
                    <a:pt x="315" y="1452"/>
                    <a:pt x="715" y="1452"/>
                  </a:cubicBezTo>
                  <a:cubicBezTo>
                    <a:pt x="1135" y="1452"/>
                    <a:pt x="1451" y="1136"/>
                    <a:pt x="1451" y="716"/>
                  </a:cubicBezTo>
                  <a:cubicBezTo>
                    <a:pt x="1451" y="316"/>
                    <a:pt x="1135" y="1"/>
                    <a:pt x="71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28" name="Google Shape;7728;p62"/>
          <p:cNvGrpSpPr/>
          <p:nvPr/>
        </p:nvGrpSpPr>
        <p:grpSpPr>
          <a:xfrm>
            <a:off x="3059594" y="1347069"/>
            <a:ext cx="390034" cy="296545"/>
            <a:chOff x="3051531" y="1516809"/>
            <a:chExt cx="390034" cy="296545"/>
          </a:xfrm>
        </p:grpSpPr>
        <p:sp>
          <p:nvSpPr>
            <p:cNvPr id="7729" name="Google Shape;7729;p62"/>
            <p:cNvSpPr/>
            <p:nvPr/>
          </p:nvSpPr>
          <p:spPr>
            <a:xfrm>
              <a:off x="3051531" y="1516809"/>
              <a:ext cx="389719" cy="296545"/>
            </a:xfrm>
            <a:custGeom>
              <a:avLst/>
              <a:gdLst/>
              <a:ahLst/>
              <a:cxnLst/>
              <a:rect l="l" t="t" r="r" b="b"/>
              <a:pathLst>
                <a:path w="26029" h="19806" extrusionOk="0">
                  <a:moveTo>
                    <a:pt x="316" y="0"/>
                  </a:moveTo>
                  <a:cubicBezTo>
                    <a:pt x="148" y="0"/>
                    <a:pt x="1" y="147"/>
                    <a:pt x="1" y="316"/>
                  </a:cubicBezTo>
                  <a:lnTo>
                    <a:pt x="1" y="19490"/>
                  </a:lnTo>
                  <a:cubicBezTo>
                    <a:pt x="1" y="19658"/>
                    <a:pt x="148" y="19805"/>
                    <a:pt x="316" y="19805"/>
                  </a:cubicBezTo>
                  <a:lnTo>
                    <a:pt x="25713" y="19805"/>
                  </a:lnTo>
                  <a:cubicBezTo>
                    <a:pt x="25882" y="19805"/>
                    <a:pt x="26029" y="19658"/>
                    <a:pt x="26029" y="19490"/>
                  </a:cubicBezTo>
                  <a:lnTo>
                    <a:pt x="26029" y="316"/>
                  </a:lnTo>
                  <a:cubicBezTo>
                    <a:pt x="26029" y="147"/>
                    <a:pt x="25882" y="0"/>
                    <a:pt x="25713"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0" name="Google Shape;7730;p62"/>
            <p:cNvSpPr/>
            <p:nvPr/>
          </p:nvSpPr>
          <p:spPr>
            <a:xfrm>
              <a:off x="3051531" y="1744391"/>
              <a:ext cx="389719" cy="68963"/>
            </a:xfrm>
            <a:custGeom>
              <a:avLst/>
              <a:gdLst/>
              <a:ahLst/>
              <a:cxnLst/>
              <a:rect l="l" t="t" r="r" b="b"/>
              <a:pathLst>
                <a:path w="26029" h="4606" extrusionOk="0">
                  <a:moveTo>
                    <a:pt x="1" y="1"/>
                  </a:moveTo>
                  <a:lnTo>
                    <a:pt x="1" y="4290"/>
                  </a:lnTo>
                  <a:cubicBezTo>
                    <a:pt x="1" y="4458"/>
                    <a:pt x="148" y="4605"/>
                    <a:pt x="316" y="4605"/>
                  </a:cubicBezTo>
                  <a:lnTo>
                    <a:pt x="25713" y="4605"/>
                  </a:lnTo>
                  <a:cubicBezTo>
                    <a:pt x="25882" y="4605"/>
                    <a:pt x="26029" y="4458"/>
                    <a:pt x="26029" y="4290"/>
                  </a:cubicBezTo>
                  <a:lnTo>
                    <a:pt x="26029" y="1"/>
                  </a:ln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1" name="Google Shape;7731;p62"/>
            <p:cNvSpPr/>
            <p:nvPr/>
          </p:nvSpPr>
          <p:spPr>
            <a:xfrm>
              <a:off x="3051531" y="1753838"/>
              <a:ext cx="389719" cy="59516"/>
            </a:xfrm>
            <a:custGeom>
              <a:avLst/>
              <a:gdLst/>
              <a:ahLst/>
              <a:cxnLst/>
              <a:rect l="l" t="t" r="r" b="b"/>
              <a:pathLst>
                <a:path w="26029" h="3975" extrusionOk="0">
                  <a:moveTo>
                    <a:pt x="1" y="1"/>
                  </a:moveTo>
                  <a:lnTo>
                    <a:pt x="1" y="3659"/>
                  </a:lnTo>
                  <a:cubicBezTo>
                    <a:pt x="1" y="3827"/>
                    <a:pt x="148" y="3974"/>
                    <a:pt x="316" y="3974"/>
                  </a:cubicBezTo>
                  <a:lnTo>
                    <a:pt x="25713" y="3974"/>
                  </a:lnTo>
                  <a:cubicBezTo>
                    <a:pt x="25882" y="3953"/>
                    <a:pt x="26029" y="3827"/>
                    <a:pt x="26029" y="3659"/>
                  </a:cubicBezTo>
                  <a:lnTo>
                    <a:pt x="26029" y="1"/>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2" name="Google Shape;7732;p62"/>
            <p:cNvSpPr/>
            <p:nvPr/>
          </p:nvSpPr>
          <p:spPr>
            <a:xfrm>
              <a:off x="3051846" y="1516809"/>
              <a:ext cx="389405" cy="65804"/>
            </a:xfrm>
            <a:custGeom>
              <a:avLst/>
              <a:gdLst/>
              <a:ahLst/>
              <a:cxnLst/>
              <a:rect l="l" t="t" r="r" b="b"/>
              <a:pathLst>
                <a:path w="26008" h="4395" extrusionOk="0">
                  <a:moveTo>
                    <a:pt x="316" y="0"/>
                  </a:moveTo>
                  <a:cubicBezTo>
                    <a:pt x="127" y="0"/>
                    <a:pt x="1" y="147"/>
                    <a:pt x="1" y="316"/>
                  </a:cubicBezTo>
                  <a:lnTo>
                    <a:pt x="1" y="4394"/>
                  </a:lnTo>
                  <a:lnTo>
                    <a:pt x="26008" y="4394"/>
                  </a:lnTo>
                  <a:lnTo>
                    <a:pt x="26008" y="316"/>
                  </a:lnTo>
                  <a:cubicBezTo>
                    <a:pt x="26008" y="147"/>
                    <a:pt x="25882" y="0"/>
                    <a:pt x="25713"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3" name="Google Shape;7733;p62"/>
            <p:cNvSpPr/>
            <p:nvPr/>
          </p:nvSpPr>
          <p:spPr>
            <a:xfrm>
              <a:off x="3051846" y="1516809"/>
              <a:ext cx="389719" cy="56356"/>
            </a:xfrm>
            <a:custGeom>
              <a:avLst/>
              <a:gdLst/>
              <a:ahLst/>
              <a:cxnLst/>
              <a:rect l="l" t="t" r="r" b="b"/>
              <a:pathLst>
                <a:path w="26029" h="3764" extrusionOk="0">
                  <a:moveTo>
                    <a:pt x="316" y="0"/>
                  </a:moveTo>
                  <a:cubicBezTo>
                    <a:pt x="127" y="0"/>
                    <a:pt x="1" y="147"/>
                    <a:pt x="1" y="316"/>
                  </a:cubicBezTo>
                  <a:lnTo>
                    <a:pt x="1" y="3764"/>
                  </a:lnTo>
                  <a:lnTo>
                    <a:pt x="26008" y="3764"/>
                  </a:lnTo>
                  <a:lnTo>
                    <a:pt x="26029" y="316"/>
                  </a:lnTo>
                  <a:cubicBezTo>
                    <a:pt x="26029" y="147"/>
                    <a:pt x="25882" y="0"/>
                    <a:pt x="25713"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4" name="Google Shape;7734;p62"/>
            <p:cNvSpPr/>
            <p:nvPr/>
          </p:nvSpPr>
          <p:spPr>
            <a:xfrm>
              <a:off x="3077973" y="1539148"/>
              <a:ext cx="15751" cy="11978"/>
            </a:xfrm>
            <a:custGeom>
              <a:avLst/>
              <a:gdLst/>
              <a:ahLst/>
              <a:cxnLst/>
              <a:rect l="l" t="t" r="r" b="b"/>
              <a:pathLst>
                <a:path w="1052" h="800" extrusionOk="0">
                  <a:moveTo>
                    <a:pt x="526" y="1"/>
                  </a:moveTo>
                  <a:cubicBezTo>
                    <a:pt x="1" y="1"/>
                    <a:pt x="1" y="779"/>
                    <a:pt x="526" y="800"/>
                  </a:cubicBezTo>
                  <a:cubicBezTo>
                    <a:pt x="1052" y="779"/>
                    <a:pt x="1052" y="1"/>
                    <a:pt x="526"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5" name="Google Shape;7735;p62"/>
            <p:cNvSpPr/>
            <p:nvPr/>
          </p:nvSpPr>
          <p:spPr>
            <a:xfrm>
              <a:off x="3100012" y="1539148"/>
              <a:ext cx="15751" cy="11978"/>
            </a:xfrm>
            <a:custGeom>
              <a:avLst/>
              <a:gdLst/>
              <a:ahLst/>
              <a:cxnLst/>
              <a:rect l="l" t="t" r="r" b="b"/>
              <a:pathLst>
                <a:path w="1052" h="800" extrusionOk="0">
                  <a:moveTo>
                    <a:pt x="526" y="1"/>
                  </a:moveTo>
                  <a:cubicBezTo>
                    <a:pt x="0" y="1"/>
                    <a:pt x="0" y="779"/>
                    <a:pt x="526" y="800"/>
                  </a:cubicBezTo>
                  <a:cubicBezTo>
                    <a:pt x="1052" y="779"/>
                    <a:pt x="1052" y="1"/>
                    <a:pt x="526"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6" name="Google Shape;7736;p62"/>
            <p:cNvSpPr/>
            <p:nvPr/>
          </p:nvSpPr>
          <p:spPr>
            <a:xfrm>
              <a:off x="3121737" y="1539148"/>
              <a:ext cx="15751" cy="11978"/>
            </a:xfrm>
            <a:custGeom>
              <a:avLst/>
              <a:gdLst/>
              <a:ahLst/>
              <a:cxnLst/>
              <a:rect l="l" t="t" r="r" b="b"/>
              <a:pathLst>
                <a:path w="1052" h="800" extrusionOk="0">
                  <a:moveTo>
                    <a:pt x="526" y="1"/>
                  </a:moveTo>
                  <a:cubicBezTo>
                    <a:pt x="0" y="1"/>
                    <a:pt x="0" y="800"/>
                    <a:pt x="526" y="800"/>
                  </a:cubicBezTo>
                  <a:cubicBezTo>
                    <a:pt x="1051" y="800"/>
                    <a:pt x="1051" y="1"/>
                    <a:pt x="526" y="1"/>
                  </a:cubicBezTo>
                  <a:close/>
                </a:path>
              </a:pathLst>
            </a:custGeom>
            <a:solidFill>
              <a:srgbClr val="7F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7" name="Google Shape;7737;p62"/>
            <p:cNvSpPr/>
            <p:nvPr/>
          </p:nvSpPr>
          <p:spPr>
            <a:xfrm>
              <a:off x="3336727" y="1539148"/>
              <a:ext cx="81226" cy="11978"/>
            </a:xfrm>
            <a:custGeom>
              <a:avLst/>
              <a:gdLst/>
              <a:ahLst/>
              <a:cxnLst/>
              <a:rect l="l" t="t" r="r" b="b"/>
              <a:pathLst>
                <a:path w="5425" h="800" extrusionOk="0">
                  <a:moveTo>
                    <a:pt x="526" y="1"/>
                  </a:moveTo>
                  <a:cubicBezTo>
                    <a:pt x="1" y="1"/>
                    <a:pt x="1" y="800"/>
                    <a:pt x="526" y="800"/>
                  </a:cubicBezTo>
                  <a:lnTo>
                    <a:pt x="4899" y="800"/>
                  </a:lnTo>
                  <a:cubicBezTo>
                    <a:pt x="5425" y="779"/>
                    <a:pt x="5425" y="1"/>
                    <a:pt x="4899"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8" name="Google Shape;7738;p62"/>
            <p:cNvSpPr/>
            <p:nvPr/>
          </p:nvSpPr>
          <p:spPr>
            <a:xfrm>
              <a:off x="3301153" y="1539148"/>
              <a:ext cx="30244" cy="11978"/>
            </a:xfrm>
            <a:custGeom>
              <a:avLst/>
              <a:gdLst/>
              <a:ahLst/>
              <a:cxnLst/>
              <a:rect l="l" t="t" r="r" b="b"/>
              <a:pathLst>
                <a:path w="2020" h="800" extrusionOk="0">
                  <a:moveTo>
                    <a:pt x="527" y="1"/>
                  </a:moveTo>
                  <a:cubicBezTo>
                    <a:pt x="1" y="1"/>
                    <a:pt x="1" y="800"/>
                    <a:pt x="527" y="800"/>
                  </a:cubicBezTo>
                  <a:lnTo>
                    <a:pt x="1494" y="800"/>
                  </a:lnTo>
                  <a:cubicBezTo>
                    <a:pt x="2019" y="779"/>
                    <a:pt x="2019" y="1"/>
                    <a:pt x="1494"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39" name="Google Shape;7739;p62"/>
            <p:cNvSpPr/>
            <p:nvPr/>
          </p:nvSpPr>
          <p:spPr>
            <a:xfrm>
              <a:off x="3170832" y="1608096"/>
              <a:ext cx="151432" cy="107667"/>
            </a:xfrm>
            <a:custGeom>
              <a:avLst/>
              <a:gdLst/>
              <a:ahLst/>
              <a:cxnLst/>
              <a:rect l="l" t="t" r="r" b="b"/>
              <a:pathLst>
                <a:path w="10114" h="7191" extrusionOk="0">
                  <a:moveTo>
                    <a:pt x="2061" y="0"/>
                  </a:moveTo>
                  <a:cubicBezTo>
                    <a:pt x="926" y="0"/>
                    <a:pt x="1" y="925"/>
                    <a:pt x="1" y="2061"/>
                  </a:cubicBezTo>
                  <a:lnTo>
                    <a:pt x="1" y="5130"/>
                  </a:lnTo>
                  <a:cubicBezTo>
                    <a:pt x="1" y="6265"/>
                    <a:pt x="926" y="7191"/>
                    <a:pt x="2061" y="7191"/>
                  </a:cubicBezTo>
                  <a:lnTo>
                    <a:pt x="8053" y="7191"/>
                  </a:lnTo>
                  <a:cubicBezTo>
                    <a:pt x="9189" y="7191"/>
                    <a:pt x="10093" y="6287"/>
                    <a:pt x="10114" y="5151"/>
                  </a:cubicBezTo>
                  <a:lnTo>
                    <a:pt x="10114" y="2061"/>
                  </a:lnTo>
                  <a:cubicBezTo>
                    <a:pt x="10114" y="925"/>
                    <a:pt x="9189" y="0"/>
                    <a:pt x="8053" y="0"/>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0" name="Google Shape;7740;p62"/>
            <p:cNvSpPr/>
            <p:nvPr/>
          </p:nvSpPr>
          <p:spPr>
            <a:xfrm>
              <a:off x="3170832" y="1608096"/>
              <a:ext cx="151432" cy="44079"/>
            </a:xfrm>
            <a:custGeom>
              <a:avLst/>
              <a:gdLst/>
              <a:ahLst/>
              <a:cxnLst/>
              <a:rect l="l" t="t" r="r" b="b"/>
              <a:pathLst>
                <a:path w="10114" h="2944" extrusionOk="0">
                  <a:moveTo>
                    <a:pt x="2061" y="0"/>
                  </a:moveTo>
                  <a:cubicBezTo>
                    <a:pt x="926" y="0"/>
                    <a:pt x="1" y="925"/>
                    <a:pt x="1" y="2061"/>
                  </a:cubicBezTo>
                  <a:lnTo>
                    <a:pt x="1" y="2944"/>
                  </a:lnTo>
                  <a:cubicBezTo>
                    <a:pt x="1" y="1808"/>
                    <a:pt x="926" y="883"/>
                    <a:pt x="2061" y="883"/>
                  </a:cubicBezTo>
                  <a:lnTo>
                    <a:pt x="8053" y="883"/>
                  </a:lnTo>
                  <a:cubicBezTo>
                    <a:pt x="9189" y="883"/>
                    <a:pt x="10114" y="1808"/>
                    <a:pt x="10114" y="2944"/>
                  </a:cubicBezTo>
                  <a:lnTo>
                    <a:pt x="10114" y="2061"/>
                  </a:lnTo>
                  <a:cubicBezTo>
                    <a:pt x="10114" y="925"/>
                    <a:pt x="9189" y="0"/>
                    <a:pt x="8053"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1" name="Google Shape;7741;p62"/>
            <p:cNvSpPr/>
            <p:nvPr/>
          </p:nvSpPr>
          <p:spPr>
            <a:xfrm>
              <a:off x="3227503" y="1642084"/>
              <a:ext cx="41878" cy="40007"/>
            </a:xfrm>
            <a:custGeom>
              <a:avLst/>
              <a:gdLst/>
              <a:ahLst/>
              <a:cxnLst/>
              <a:rect l="l" t="t" r="r" b="b"/>
              <a:pathLst>
                <a:path w="2797" h="2672" extrusionOk="0">
                  <a:moveTo>
                    <a:pt x="330" y="0"/>
                  </a:moveTo>
                  <a:cubicBezTo>
                    <a:pt x="161" y="0"/>
                    <a:pt x="0" y="144"/>
                    <a:pt x="0" y="337"/>
                  </a:cubicBezTo>
                  <a:lnTo>
                    <a:pt x="0" y="2335"/>
                  </a:lnTo>
                  <a:cubicBezTo>
                    <a:pt x="0" y="2528"/>
                    <a:pt x="148" y="2672"/>
                    <a:pt x="322" y="2672"/>
                  </a:cubicBezTo>
                  <a:cubicBezTo>
                    <a:pt x="375" y="2672"/>
                    <a:pt x="430" y="2658"/>
                    <a:pt x="484" y="2629"/>
                  </a:cubicBezTo>
                  <a:lnTo>
                    <a:pt x="2544" y="1641"/>
                  </a:lnTo>
                  <a:cubicBezTo>
                    <a:pt x="2796" y="1515"/>
                    <a:pt x="2796" y="1157"/>
                    <a:pt x="2544" y="1031"/>
                  </a:cubicBezTo>
                  <a:lnTo>
                    <a:pt x="484" y="43"/>
                  </a:lnTo>
                  <a:cubicBezTo>
                    <a:pt x="435" y="13"/>
                    <a:pt x="382" y="0"/>
                    <a:pt x="330"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2" name="Google Shape;7742;p62"/>
            <p:cNvSpPr/>
            <p:nvPr/>
          </p:nvSpPr>
          <p:spPr>
            <a:xfrm>
              <a:off x="3087106" y="1776177"/>
              <a:ext cx="160865" cy="11679"/>
            </a:xfrm>
            <a:custGeom>
              <a:avLst/>
              <a:gdLst/>
              <a:ahLst/>
              <a:cxnLst/>
              <a:rect l="l" t="t" r="r" b="b"/>
              <a:pathLst>
                <a:path w="10744" h="780" extrusionOk="0">
                  <a:moveTo>
                    <a:pt x="506" y="1"/>
                  </a:moveTo>
                  <a:cubicBezTo>
                    <a:pt x="0" y="1"/>
                    <a:pt x="7" y="779"/>
                    <a:pt x="526" y="779"/>
                  </a:cubicBezTo>
                  <a:lnTo>
                    <a:pt x="10218" y="779"/>
                  </a:lnTo>
                  <a:cubicBezTo>
                    <a:pt x="10744" y="779"/>
                    <a:pt x="10744" y="1"/>
                    <a:pt x="10218" y="1"/>
                  </a:cubicBezTo>
                  <a:lnTo>
                    <a:pt x="526" y="1"/>
                  </a:lnTo>
                  <a:cubicBezTo>
                    <a:pt x="519" y="1"/>
                    <a:pt x="512" y="1"/>
                    <a:pt x="506"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3" name="Google Shape;7743;p62"/>
            <p:cNvSpPr/>
            <p:nvPr/>
          </p:nvSpPr>
          <p:spPr>
            <a:xfrm>
              <a:off x="3362540" y="1775563"/>
              <a:ext cx="46295" cy="11978"/>
            </a:xfrm>
            <a:custGeom>
              <a:avLst/>
              <a:gdLst/>
              <a:ahLst/>
              <a:cxnLst/>
              <a:rect l="l" t="t" r="r" b="b"/>
              <a:pathLst>
                <a:path w="3092" h="800" extrusionOk="0">
                  <a:moveTo>
                    <a:pt x="526" y="0"/>
                  </a:moveTo>
                  <a:cubicBezTo>
                    <a:pt x="1" y="0"/>
                    <a:pt x="1" y="799"/>
                    <a:pt x="526" y="799"/>
                  </a:cubicBezTo>
                  <a:lnTo>
                    <a:pt x="2566" y="799"/>
                  </a:lnTo>
                  <a:cubicBezTo>
                    <a:pt x="3091" y="799"/>
                    <a:pt x="3091" y="0"/>
                    <a:pt x="2566"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44" name="Google Shape;7744;p62"/>
          <p:cNvGrpSpPr/>
          <p:nvPr/>
        </p:nvGrpSpPr>
        <p:grpSpPr>
          <a:xfrm>
            <a:off x="3522963" y="1319280"/>
            <a:ext cx="354145" cy="351869"/>
            <a:chOff x="3514900" y="1489020"/>
            <a:chExt cx="354145" cy="351869"/>
          </a:xfrm>
        </p:grpSpPr>
        <p:sp>
          <p:nvSpPr>
            <p:cNvPr id="7745" name="Google Shape;7745;p62"/>
            <p:cNvSpPr/>
            <p:nvPr/>
          </p:nvSpPr>
          <p:spPr>
            <a:xfrm>
              <a:off x="3514900" y="1489020"/>
              <a:ext cx="354145" cy="351869"/>
            </a:xfrm>
            <a:custGeom>
              <a:avLst/>
              <a:gdLst/>
              <a:ahLst/>
              <a:cxnLst/>
              <a:rect l="l" t="t" r="r" b="b"/>
              <a:pathLst>
                <a:path w="23653" h="23501" extrusionOk="0">
                  <a:moveTo>
                    <a:pt x="19698" y="1"/>
                  </a:moveTo>
                  <a:cubicBezTo>
                    <a:pt x="19495" y="1"/>
                    <a:pt x="19290" y="80"/>
                    <a:pt x="19133" y="237"/>
                  </a:cubicBezTo>
                  <a:lnTo>
                    <a:pt x="316" y="19075"/>
                  </a:lnTo>
                  <a:cubicBezTo>
                    <a:pt x="0" y="19369"/>
                    <a:pt x="0" y="19874"/>
                    <a:pt x="316" y="20168"/>
                  </a:cubicBezTo>
                  <a:lnTo>
                    <a:pt x="3406" y="23280"/>
                  </a:lnTo>
                  <a:cubicBezTo>
                    <a:pt x="3564" y="23427"/>
                    <a:pt x="3764" y="23501"/>
                    <a:pt x="3964" y="23501"/>
                  </a:cubicBezTo>
                  <a:cubicBezTo>
                    <a:pt x="4163" y="23501"/>
                    <a:pt x="4363" y="23427"/>
                    <a:pt x="4521" y="23280"/>
                  </a:cubicBezTo>
                  <a:lnTo>
                    <a:pt x="23358" y="4442"/>
                  </a:lnTo>
                  <a:cubicBezTo>
                    <a:pt x="23653" y="4148"/>
                    <a:pt x="23653" y="3643"/>
                    <a:pt x="23358" y="3328"/>
                  </a:cubicBezTo>
                  <a:lnTo>
                    <a:pt x="20247" y="237"/>
                  </a:lnTo>
                  <a:cubicBezTo>
                    <a:pt x="20100" y="80"/>
                    <a:pt x="19900" y="1"/>
                    <a:pt x="1969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6" name="Google Shape;7746;p62"/>
            <p:cNvSpPr/>
            <p:nvPr/>
          </p:nvSpPr>
          <p:spPr>
            <a:xfrm>
              <a:off x="3619094" y="1759498"/>
              <a:ext cx="24570" cy="24884"/>
            </a:xfrm>
            <a:custGeom>
              <a:avLst/>
              <a:gdLst/>
              <a:ahLst/>
              <a:cxnLst/>
              <a:rect l="l" t="t" r="r" b="b"/>
              <a:pathLst>
                <a:path w="1641" h="1662" extrusionOk="0">
                  <a:moveTo>
                    <a:pt x="526" y="1"/>
                  </a:moveTo>
                  <a:lnTo>
                    <a:pt x="1" y="548"/>
                  </a:lnTo>
                  <a:lnTo>
                    <a:pt x="1115" y="1662"/>
                  </a:lnTo>
                  <a:lnTo>
                    <a:pt x="1640" y="1136"/>
                  </a:lnTo>
                  <a:lnTo>
                    <a:pt x="526"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7" name="Google Shape;7747;p62"/>
            <p:cNvSpPr/>
            <p:nvPr/>
          </p:nvSpPr>
          <p:spPr>
            <a:xfrm>
              <a:off x="3623181" y="1722052"/>
              <a:ext cx="41249" cy="41249"/>
            </a:xfrm>
            <a:custGeom>
              <a:avLst/>
              <a:gdLst/>
              <a:ahLst/>
              <a:cxnLst/>
              <a:rect l="l" t="t" r="r" b="b"/>
              <a:pathLst>
                <a:path w="2755" h="2755" extrusionOk="0">
                  <a:moveTo>
                    <a:pt x="526" y="0"/>
                  </a:moveTo>
                  <a:lnTo>
                    <a:pt x="1" y="526"/>
                  </a:lnTo>
                  <a:lnTo>
                    <a:pt x="2229" y="2754"/>
                  </a:lnTo>
                  <a:lnTo>
                    <a:pt x="2755" y="2229"/>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8" name="Google Shape;7748;p62"/>
            <p:cNvSpPr/>
            <p:nvPr/>
          </p:nvSpPr>
          <p:spPr>
            <a:xfrm>
              <a:off x="3560536" y="1784682"/>
              <a:ext cx="41264" cy="41579"/>
            </a:xfrm>
            <a:custGeom>
              <a:avLst/>
              <a:gdLst/>
              <a:ahLst/>
              <a:cxnLst/>
              <a:rect l="l" t="t" r="r" b="b"/>
              <a:pathLst>
                <a:path w="2756" h="2777" extrusionOk="0">
                  <a:moveTo>
                    <a:pt x="527" y="1"/>
                  </a:moveTo>
                  <a:lnTo>
                    <a:pt x="1" y="548"/>
                  </a:lnTo>
                  <a:lnTo>
                    <a:pt x="2230" y="2776"/>
                  </a:lnTo>
                  <a:lnTo>
                    <a:pt x="2755" y="2251"/>
                  </a:lnTo>
                  <a:lnTo>
                    <a:pt x="527"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49" name="Google Shape;7749;p62"/>
            <p:cNvSpPr/>
            <p:nvPr/>
          </p:nvSpPr>
          <p:spPr>
            <a:xfrm>
              <a:off x="3660957" y="1717635"/>
              <a:ext cx="24570" cy="24884"/>
            </a:xfrm>
            <a:custGeom>
              <a:avLst/>
              <a:gdLst/>
              <a:ahLst/>
              <a:cxnLst/>
              <a:rect l="l" t="t" r="r" b="b"/>
              <a:pathLst>
                <a:path w="1641" h="1662" extrusionOk="0">
                  <a:moveTo>
                    <a:pt x="526" y="1"/>
                  </a:moveTo>
                  <a:lnTo>
                    <a:pt x="1" y="547"/>
                  </a:lnTo>
                  <a:lnTo>
                    <a:pt x="1115" y="1662"/>
                  </a:lnTo>
                  <a:lnTo>
                    <a:pt x="1641" y="1136"/>
                  </a:lnTo>
                  <a:lnTo>
                    <a:pt x="526"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0" name="Google Shape;7750;p62"/>
            <p:cNvSpPr/>
            <p:nvPr/>
          </p:nvSpPr>
          <p:spPr>
            <a:xfrm>
              <a:off x="3681739" y="1696868"/>
              <a:ext cx="24570" cy="24555"/>
            </a:xfrm>
            <a:custGeom>
              <a:avLst/>
              <a:gdLst/>
              <a:ahLst/>
              <a:cxnLst/>
              <a:rect l="l" t="t" r="r" b="b"/>
              <a:pathLst>
                <a:path w="1641" h="1640" extrusionOk="0">
                  <a:moveTo>
                    <a:pt x="526" y="0"/>
                  </a:moveTo>
                  <a:lnTo>
                    <a:pt x="0" y="526"/>
                  </a:lnTo>
                  <a:lnTo>
                    <a:pt x="1115" y="1640"/>
                  </a:lnTo>
                  <a:lnTo>
                    <a:pt x="1640" y="1114"/>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1" name="Google Shape;7751;p62"/>
            <p:cNvSpPr/>
            <p:nvPr/>
          </p:nvSpPr>
          <p:spPr>
            <a:xfrm>
              <a:off x="3686141" y="1659092"/>
              <a:ext cx="41249" cy="41564"/>
            </a:xfrm>
            <a:custGeom>
              <a:avLst/>
              <a:gdLst/>
              <a:ahLst/>
              <a:cxnLst/>
              <a:rect l="l" t="t" r="r" b="b"/>
              <a:pathLst>
                <a:path w="2755" h="2776" extrusionOk="0">
                  <a:moveTo>
                    <a:pt x="526" y="0"/>
                  </a:moveTo>
                  <a:lnTo>
                    <a:pt x="1" y="547"/>
                  </a:lnTo>
                  <a:lnTo>
                    <a:pt x="2229" y="2775"/>
                  </a:lnTo>
                  <a:lnTo>
                    <a:pt x="2755" y="2250"/>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2" name="Google Shape;7752;p62"/>
            <p:cNvSpPr/>
            <p:nvPr/>
          </p:nvSpPr>
          <p:spPr>
            <a:xfrm>
              <a:off x="3723602" y="1654990"/>
              <a:ext cx="24884" cy="24570"/>
            </a:xfrm>
            <a:custGeom>
              <a:avLst/>
              <a:gdLst/>
              <a:ahLst/>
              <a:cxnLst/>
              <a:rect l="l" t="t" r="r" b="b"/>
              <a:pathLst>
                <a:path w="1662" h="1641" extrusionOk="0">
                  <a:moveTo>
                    <a:pt x="526" y="1"/>
                  </a:moveTo>
                  <a:lnTo>
                    <a:pt x="1" y="526"/>
                  </a:lnTo>
                  <a:lnTo>
                    <a:pt x="1115" y="1641"/>
                  </a:lnTo>
                  <a:lnTo>
                    <a:pt x="1662" y="1115"/>
                  </a:lnTo>
                  <a:lnTo>
                    <a:pt x="526"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3" name="Google Shape;7753;p62"/>
            <p:cNvSpPr/>
            <p:nvPr/>
          </p:nvSpPr>
          <p:spPr>
            <a:xfrm>
              <a:off x="3744698" y="1633909"/>
              <a:ext cx="24570" cy="24884"/>
            </a:xfrm>
            <a:custGeom>
              <a:avLst/>
              <a:gdLst/>
              <a:ahLst/>
              <a:cxnLst/>
              <a:rect l="l" t="t" r="r" b="b"/>
              <a:pathLst>
                <a:path w="1641" h="1662" extrusionOk="0">
                  <a:moveTo>
                    <a:pt x="526" y="0"/>
                  </a:moveTo>
                  <a:lnTo>
                    <a:pt x="0" y="547"/>
                  </a:lnTo>
                  <a:lnTo>
                    <a:pt x="1115" y="1661"/>
                  </a:lnTo>
                  <a:lnTo>
                    <a:pt x="1640" y="1115"/>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4" name="Google Shape;7754;p62"/>
            <p:cNvSpPr/>
            <p:nvPr/>
          </p:nvSpPr>
          <p:spPr>
            <a:xfrm>
              <a:off x="3748786" y="1596447"/>
              <a:ext cx="41564" cy="41249"/>
            </a:xfrm>
            <a:custGeom>
              <a:avLst/>
              <a:gdLst/>
              <a:ahLst/>
              <a:cxnLst/>
              <a:rect l="l" t="t" r="r" b="b"/>
              <a:pathLst>
                <a:path w="2776" h="2755" extrusionOk="0">
                  <a:moveTo>
                    <a:pt x="526" y="0"/>
                  </a:moveTo>
                  <a:lnTo>
                    <a:pt x="1" y="526"/>
                  </a:lnTo>
                  <a:lnTo>
                    <a:pt x="2229" y="2755"/>
                  </a:lnTo>
                  <a:lnTo>
                    <a:pt x="2776" y="2229"/>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5" name="Google Shape;7755;p62"/>
            <p:cNvSpPr/>
            <p:nvPr/>
          </p:nvSpPr>
          <p:spPr>
            <a:xfrm>
              <a:off x="3786561" y="1592030"/>
              <a:ext cx="24570" cy="24884"/>
            </a:xfrm>
            <a:custGeom>
              <a:avLst/>
              <a:gdLst/>
              <a:ahLst/>
              <a:cxnLst/>
              <a:rect l="l" t="t" r="r" b="b"/>
              <a:pathLst>
                <a:path w="1641" h="1662" extrusionOk="0">
                  <a:moveTo>
                    <a:pt x="526" y="1"/>
                  </a:moveTo>
                  <a:lnTo>
                    <a:pt x="0" y="548"/>
                  </a:lnTo>
                  <a:lnTo>
                    <a:pt x="1115" y="1662"/>
                  </a:lnTo>
                  <a:lnTo>
                    <a:pt x="1640" y="1136"/>
                  </a:lnTo>
                  <a:lnTo>
                    <a:pt x="526"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6" name="Google Shape;7756;p62"/>
            <p:cNvSpPr/>
            <p:nvPr/>
          </p:nvSpPr>
          <p:spPr>
            <a:xfrm>
              <a:off x="3807343" y="1571264"/>
              <a:ext cx="24869" cy="24570"/>
            </a:xfrm>
            <a:custGeom>
              <a:avLst/>
              <a:gdLst/>
              <a:ahLst/>
              <a:cxnLst/>
              <a:rect l="l" t="t" r="r" b="b"/>
              <a:pathLst>
                <a:path w="1661" h="1641" extrusionOk="0">
                  <a:moveTo>
                    <a:pt x="526" y="0"/>
                  </a:moveTo>
                  <a:lnTo>
                    <a:pt x="0" y="526"/>
                  </a:lnTo>
                  <a:lnTo>
                    <a:pt x="1114" y="1640"/>
                  </a:lnTo>
                  <a:lnTo>
                    <a:pt x="1661" y="1115"/>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7" name="Google Shape;7757;p62"/>
            <p:cNvSpPr/>
            <p:nvPr/>
          </p:nvSpPr>
          <p:spPr>
            <a:xfrm>
              <a:off x="3811745" y="1533488"/>
              <a:ext cx="41249" cy="41564"/>
            </a:xfrm>
            <a:custGeom>
              <a:avLst/>
              <a:gdLst/>
              <a:ahLst/>
              <a:cxnLst/>
              <a:rect l="l" t="t" r="r" b="b"/>
              <a:pathLst>
                <a:path w="2755" h="2776" extrusionOk="0">
                  <a:moveTo>
                    <a:pt x="526" y="0"/>
                  </a:moveTo>
                  <a:lnTo>
                    <a:pt x="0" y="526"/>
                  </a:lnTo>
                  <a:lnTo>
                    <a:pt x="2229" y="2776"/>
                  </a:lnTo>
                  <a:lnTo>
                    <a:pt x="2755" y="2229"/>
                  </a:lnTo>
                  <a:lnTo>
                    <a:pt x="526" y="0"/>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8" name="Google Shape;7758;p62"/>
            <p:cNvSpPr/>
            <p:nvPr/>
          </p:nvSpPr>
          <p:spPr>
            <a:xfrm>
              <a:off x="3597998" y="1780594"/>
              <a:ext cx="24570" cy="24570"/>
            </a:xfrm>
            <a:custGeom>
              <a:avLst/>
              <a:gdLst/>
              <a:ahLst/>
              <a:cxnLst/>
              <a:rect l="l" t="t" r="r" b="b"/>
              <a:pathLst>
                <a:path w="1641" h="1641" extrusionOk="0">
                  <a:moveTo>
                    <a:pt x="526" y="1"/>
                  </a:moveTo>
                  <a:lnTo>
                    <a:pt x="1" y="526"/>
                  </a:lnTo>
                  <a:lnTo>
                    <a:pt x="1115" y="1640"/>
                  </a:lnTo>
                  <a:lnTo>
                    <a:pt x="1641" y="1115"/>
                  </a:lnTo>
                  <a:lnTo>
                    <a:pt x="526" y="1"/>
                  </a:lnTo>
                  <a:close/>
                </a:path>
              </a:pathLst>
            </a:custGeom>
            <a:solidFill>
              <a:srgbClr val="88A1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9" name="Google Shape;7759;p62"/>
            <p:cNvSpPr/>
            <p:nvPr/>
          </p:nvSpPr>
          <p:spPr>
            <a:xfrm>
              <a:off x="3623181" y="1625090"/>
              <a:ext cx="108940" cy="108925"/>
            </a:xfrm>
            <a:custGeom>
              <a:avLst/>
              <a:gdLst/>
              <a:ahLst/>
              <a:cxnLst/>
              <a:rect l="l" t="t" r="r" b="b"/>
              <a:pathLst>
                <a:path w="7276" h="7275" extrusionOk="0">
                  <a:moveTo>
                    <a:pt x="3070" y="1"/>
                  </a:moveTo>
                  <a:lnTo>
                    <a:pt x="1" y="3049"/>
                  </a:lnTo>
                  <a:lnTo>
                    <a:pt x="4206" y="7275"/>
                  </a:lnTo>
                  <a:lnTo>
                    <a:pt x="7275" y="4205"/>
                  </a:lnTo>
                  <a:lnTo>
                    <a:pt x="3070" y="1"/>
                  </a:ln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0" name="Google Shape;7760;p62"/>
            <p:cNvSpPr/>
            <p:nvPr/>
          </p:nvSpPr>
          <p:spPr>
            <a:xfrm>
              <a:off x="3517416" y="1493826"/>
              <a:ext cx="316698" cy="313225"/>
            </a:xfrm>
            <a:custGeom>
              <a:avLst/>
              <a:gdLst/>
              <a:ahLst/>
              <a:cxnLst/>
              <a:rect l="l" t="t" r="r" b="b"/>
              <a:pathLst>
                <a:path w="21152" h="20920" extrusionOk="0">
                  <a:moveTo>
                    <a:pt x="2387" y="0"/>
                  </a:moveTo>
                  <a:cubicBezTo>
                    <a:pt x="1835" y="0"/>
                    <a:pt x="1283" y="211"/>
                    <a:pt x="863" y="631"/>
                  </a:cubicBezTo>
                  <a:cubicBezTo>
                    <a:pt x="1" y="1472"/>
                    <a:pt x="1" y="2839"/>
                    <a:pt x="863" y="3701"/>
                  </a:cubicBezTo>
                  <a:lnTo>
                    <a:pt x="18082" y="20920"/>
                  </a:lnTo>
                  <a:lnTo>
                    <a:pt x="21151" y="17871"/>
                  </a:lnTo>
                  <a:lnTo>
                    <a:pt x="3911" y="631"/>
                  </a:lnTo>
                  <a:cubicBezTo>
                    <a:pt x="3491" y="211"/>
                    <a:pt x="2939" y="0"/>
                    <a:pt x="2387" y="0"/>
                  </a:cubicBezTo>
                  <a:close/>
                </a:path>
              </a:pathLst>
            </a:custGeom>
            <a:solidFill>
              <a:srgbClr val="6B83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1" name="Google Shape;7761;p62"/>
            <p:cNvSpPr/>
            <p:nvPr/>
          </p:nvSpPr>
          <p:spPr>
            <a:xfrm>
              <a:off x="3788133" y="1761399"/>
              <a:ext cx="73230" cy="72287"/>
            </a:xfrm>
            <a:custGeom>
              <a:avLst/>
              <a:gdLst/>
              <a:ahLst/>
              <a:cxnLst/>
              <a:rect l="l" t="t" r="r" b="b"/>
              <a:pathLst>
                <a:path w="4891" h="4828" extrusionOk="0">
                  <a:moveTo>
                    <a:pt x="3070" y="0"/>
                  </a:moveTo>
                  <a:lnTo>
                    <a:pt x="1" y="3049"/>
                  </a:lnTo>
                  <a:lnTo>
                    <a:pt x="4521" y="4815"/>
                  </a:lnTo>
                  <a:cubicBezTo>
                    <a:pt x="4546" y="4823"/>
                    <a:pt x="4572" y="4827"/>
                    <a:pt x="4597" y="4827"/>
                  </a:cubicBezTo>
                  <a:cubicBezTo>
                    <a:pt x="4756" y="4827"/>
                    <a:pt x="4891" y="4666"/>
                    <a:pt x="4836" y="4520"/>
                  </a:cubicBezTo>
                  <a:lnTo>
                    <a:pt x="3070"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2" name="Google Shape;7762;p62"/>
            <p:cNvSpPr/>
            <p:nvPr/>
          </p:nvSpPr>
          <p:spPr>
            <a:xfrm>
              <a:off x="3822136" y="1761399"/>
              <a:ext cx="39198" cy="72407"/>
            </a:xfrm>
            <a:custGeom>
              <a:avLst/>
              <a:gdLst/>
              <a:ahLst/>
              <a:cxnLst/>
              <a:rect l="l" t="t" r="r" b="b"/>
              <a:pathLst>
                <a:path w="2618" h="4836" extrusionOk="0">
                  <a:moveTo>
                    <a:pt x="799" y="0"/>
                  </a:moveTo>
                  <a:lnTo>
                    <a:pt x="0" y="778"/>
                  </a:lnTo>
                  <a:lnTo>
                    <a:pt x="1451" y="4499"/>
                  </a:lnTo>
                  <a:lnTo>
                    <a:pt x="2250" y="4815"/>
                  </a:lnTo>
                  <a:cubicBezTo>
                    <a:pt x="2282" y="4829"/>
                    <a:pt x="2313" y="4835"/>
                    <a:pt x="2344" y="4835"/>
                  </a:cubicBezTo>
                  <a:cubicBezTo>
                    <a:pt x="2495" y="4835"/>
                    <a:pt x="2618" y="4678"/>
                    <a:pt x="2565" y="4520"/>
                  </a:cubicBezTo>
                  <a:lnTo>
                    <a:pt x="799" y="0"/>
                  </a:lnTo>
                  <a:close/>
                </a:path>
              </a:pathLst>
            </a:custGeom>
            <a:solidFill>
              <a:srgbClr val="9FB3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3" name="Google Shape;7763;p62"/>
            <p:cNvSpPr/>
            <p:nvPr/>
          </p:nvSpPr>
          <p:spPr>
            <a:xfrm>
              <a:off x="3541656" y="1493781"/>
              <a:ext cx="292458" cy="313270"/>
            </a:xfrm>
            <a:custGeom>
              <a:avLst/>
              <a:gdLst/>
              <a:ahLst/>
              <a:cxnLst/>
              <a:rect l="l" t="t" r="r" b="b"/>
              <a:pathLst>
                <a:path w="19533" h="20923" extrusionOk="0">
                  <a:moveTo>
                    <a:pt x="789" y="0"/>
                  </a:moveTo>
                  <a:cubicBezTo>
                    <a:pt x="524" y="0"/>
                    <a:pt x="257" y="49"/>
                    <a:pt x="1" y="151"/>
                  </a:cubicBezTo>
                  <a:cubicBezTo>
                    <a:pt x="295" y="256"/>
                    <a:pt x="547" y="424"/>
                    <a:pt x="778" y="634"/>
                  </a:cubicBezTo>
                  <a:lnTo>
                    <a:pt x="15706" y="15561"/>
                  </a:lnTo>
                  <a:cubicBezTo>
                    <a:pt x="16967" y="16844"/>
                    <a:pt x="16967" y="18904"/>
                    <a:pt x="15706" y="20166"/>
                  </a:cubicBezTo>
                  <a:lnTo>
                    <a:pt x="16463" y="20923"/>
                  </a:lnTo>
                  <a:lnTo>
                    <a:pt x="19532" y="17874"/>
                  </a:lnTo>
                  <a:lnTo>
                    <a:pt x="2292" y="634"/>
                  </a:lnTo>
                  <a:cubicBezTo>
                    <a:pt x="1893" y="220"/>
                    <a:pt x="1348" y="0"/>
                    <a:pt x="789"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4" name="Google Shape;7764;p62"/>
            <p:cNvSpPr/>
            <p:nvPr/>
          </p:nvSpPr>
          <p:spPr>
            <a:xfrm>
              <a:off x="3834728" y="1807979"/>
              <a:ext cx="26636" cy="25708"/>
            </a:xfrm>
            <a:custGeom>
              <a:avLst/>
              <a:gdLst/>
              <a:ahLst/>
              <a:cxnLst/>
              <a:rect l="l" t="t" r="r" b="b"/>
              <a:pathLst>
                <a:path w="1779" h="1717" extrusionOk="0">
                  <a:moveTo>
                    <a:pt x="1157" y="1"/>
                  </a:moveTo>
                  <a:lnTo>
                    <a:pt x="0" y="1157"/>
                  </a:lnTo>
                  <a:lnTo>
                    <a:pt x="1409" y="1704"/>
                  </a:lnTo>
                  <a:cubicBezTo>
                    <a:pt x="1434" y="1712"/>
                    <a:pt x="1460" y="1716"/>
                    <a:pt x="1485" y="1716"/>
                  </a:cubicBezTo>
                  <a:cubicBezTo>
                    <a:pt x="1644" y="1716"/>
                    <a:pt x="1779" y="1555"/>
                    <a:pt x="1724" y="1409"/>
                  </a:cubicBezTo>
                  <a:lnTo>
                    <a:pt x="1157" y="1"/>
                  </a:lnTo>
                  <a:close/>
                </a:path>
              </a:pathLst>
            </a:custGeom>
            <a:solidFill>
              <a:srgbClr val="29435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5" name="Google Shape;7765;p62"/>
            <p:cNvSpPr/>
            <p:nvPr/>
          </p:nvSpPr>
          <p:spPr>
            <a:xfrm>
              <a:off x="3552047" y="1524984"/>
              <a:ext cx="68320" cy="68334"/>
            </a:xfrm>
            <a:custGeom>
              <a:avLst/>
              <a:gdLst/>
              <a:ahLst/>
              <a:cxnLst/>
              <a:rect l="l" t="t" r="r" b="b"/>
              <a:pathLst>
                <a:path w="4563" h="4564" extrusionOk="0">
                  <a:moveTo>
                    <a:pt x="3049" y="1"/>
                  </a:moveTo>
                  <a:lnTo>
                    <a:pt x="0" y="3070"/>
                  </a:lnTo>
                  <a:lnTo>
                    <a:pt x="1493" y="4563"/>
                  </a:lnTo>
                  <a:lnTo>
                    <a:pt x="4563" y="1494"/>
                  </a:lnTo>
                  <a:lnTo>
                    <a:pt x="3049" y="1"/>
                  </a:lnTo>
                  <a:close/>
                </a:path>
              </a:pathLst>
            </a:custGeom>
            <a:solidFill>
              <a:srgbClr val="29435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6" name="Google Shape;7766;p62"/>
            <p:cNvSpPr/>
            <p:nvPr/>
          </p:nvSpPr>
          <p:spPr>
            <a:xfrm>
              <a:off x="3593281" y="1566218"/>
              <a:ext cx="221623" cy="221952"/>
            </a:xfrm>
            <a:custGeom>
              <a:avLst/>
              <a:gdLst/>
              <a:ahLst/>
              <a:cxnLst/>
              <a:rect l="l" t="t" r="r" b="b"/>
              <a:pathLst>
                <a:path w="14802" h="14824" extrusionOk="0">
                  <a:moveTo>
                    <a:pt x="526" y="1"/>
                  </a:moveTo>
                  <a:lnTo>
                    <a:pt x="1" y="548"/>
                  </a:lnTo>
                  <a:lnTo>
                    <a:pt x="14276" y="14823"/>
                  </a:lnTo>
                  <a:lnTo>
                    <a:pt x="14802" y="14298"/>
                  </a:lnTo>
                  <a:lnTo>
                    <a:pt x="526"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67" name="Google Shape;7767;p62"/>
          <p:cNvGrpSpPr/>
          <p:nvPr/>
        </p:nvGrpSpPr>
        <p:grpSpPr>
          <a:xfrm>
            <a:off x="3074387" y="3180706"/>
            <a:ext cx="346598" cy="333183"/>
            <a:chOff x="3066324" y="3350446"/>
            <a:chExt cx="346598" cy="333183"/>
          </a:xfrm>
        </p:grpSpPr>
        <p:sp>
          <p:nvSpPr>
            <p:cNvPr id="7768" name="Google Shape;7768;p62"/>
            <p:cNvSpPr/>
            <p:nvPr/>
          </p:nvSpPr>
          <p:spPr>
            <a:xfrm>
              <a:off x="3077658" y="3672759"/>
              <a:ext cx="297174" cy="10735"/>
            </a:xfrm>
            <a:custGeom>
              <a:avLst/>
              <a:gdLst/>
              <a:ahLst/>
              <a:cxnLst/>
              <a:rect l="l" t="t" r="r" b="b"/>
              <a:pathLst>
                <a:path w="19848" h="717" extrusionOk="0">
                  <a:moveTo>
                    <a:pt x="562" y="0"/>
                  </a:moveTo>
                  <a:cubicBezTo>
                    <a:pt x="550" y="0"/>
                    <a:pt x="538" y="1"/>
                    <a:pt x="526" y="2"/>
                  </a:cubicBezTo>
                  <a:lnTo>
                    <a:pt x="484" y="2"/>
                  </a:lnTo>
                  <a:cubicBezTo>
                    <a:pt x="1" y="2"/>
                    <a:pt x="1" y="717"/>
                    <a:pt x="484" y="717"/>
                  </a:cubicBezTo>
                  <a:lnTo>
                    <a:pt x="526" y="717"/>
                  </a:lnTo>
                  <a:cubicBezTo>
                    <a:pt x="737" y="717"/>
                    <a:pt x="905" y="549"/>
                    <a:pt x="905" y="360"/>
                  </a:cubicBezTo>
                  <a:cubicBezTo>
                    <a:pt x="905" y="161"/>
                    <a:pt x="755" y="0"/>
                    <a:pt x="562" y="0"/>
                  </a:cubicBezTo>
                  <a:close/>
                  <a:moveTo>
                    <a:pt x="2418" y="2"/>
                  </a:moveTo>
                  <a:cubicBezTo>
                    <a:pt x="1935" y="2"/>
                    <a:pt x="1935" y="717"/>
                    <a:pt x="2418" y="717"/>
                  </a:cubicBezTo>
                  <a:lnTo>
                    <a:pt x="19364" y="717"/>
                  </a:lnTo>
                  <a:cubicBezTo>
                    <a:pt x="19848" y="717"/>
                    <a:pt x="19848" y="2"/>
                    <a:pt x="19364" y="2"/>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69" name="Google Shape;7769;p62"/>
            <p:cNvSpPr/>
            <p:nvPr/>
          </p:nvSpPr>
          <p:spPr>
            <a:xfrm>
              <a:off x="3066324" y="3350446"/>
              <a:ext cx="346598" cy="333183"/>
            </a:xfrm>
            <a:custGeom>
              <a:avLst/>
              <a:gdLst/>
              <a:ahLst/>
              <a:cxnLst/>
              <a:rect l="l" t="t" r="r" b="b"/>
              <a:pathLst>
                <a:path w="23149" h="22253" extrusionOk="0">
                  <a:moveTo>
                    <a:pt x="12045" y="0"/>
                  </a:moveTo>
                  <a:cubicBezTo>
                    <a:pt x="12032" y="0"/>
                    <a:pt x="12019" y="0"/>
                    <a:pt x="12006" y="0"/>
                  </a:cubicBezTo>
                  <a:cubicBezTo>
                    <a:pt x="7506" y="0"/>
                    <a:pt x="3449" y="2691"/>
                    <a:pt x="1725" y="6854"/>
                  </a:cubicBezTo>
                  <a:cubicBezTo>
                    <a:pt x="1" y="11017"/>
                    <a:pt x="968" y="15811"/>
                    <a:pt x="4143" y="18985"/>
                  </a:cubicBezTo>
                  <a:cubicBezTo>
                    <a:pt x="6265" y="21122"/>
                    <a:pt x="9111" y="22253"/>
                    <a:pt x="12008" y="22253"/>
                  </a:cubicBezTo>
                  <a:cubicBezTo>
                    <a:pt x="13444" y="22253"/>
                    <a:pt x="14894" y="21974"/>
                    <a:pt x="16274" y="21403"/>
                  </a:cubicBezTo>
                  <a:cubicBezTo>
                    <a:pt x="20436" y="19679"/>
                    <a:pt x="23149" y="15621"/>
                    <a:pt x="23149" y="11122"/>
                  </a:cubicBezTo>
                  <a:cubicBezTo>
                    <a:pt x="23149" y="4975"/>
                    <a:pt x="18187" y="0"/>
                    <a:pt x="12045"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0" name="Google Shape;7770;p62"/>
            <p:cNvSpPr/>
            <p:nvPr/>
          </p:nvSpPr>
          <p:spPr>
            <a:xfrm>
              <a:off x="3079545" y="3516970"/>
              <a:ext cx="333378" cy="166524"/>
            </a:xfrm>
            <a:custGeom>
              <a:avLst/>
              <a:gdLst/>
              <a:ahLst/>
              <a:cxnLst/>
              <a:rect l="l" t="t" r="r" b="b"/>
              <a:pathLst>
                <a:path w="22266" h="11122" extrusionOk="0">
                  <a:moveTo>
                    <a:pt x="1" y="0"/>
                  </a:moveTo>
                  <a:cubicBezTo>
                    <a:pt x="1" y="6139"/>
                    <a:pt x="4984" y="11122"/>
                    <a:pt x="11123" y="11122"/>
                  </a:cubicBezTo>
                  <a:cubicBezTo>
                    <a:pt x="17283" y="11122"/>
                    <a:pt x="22266" y="6139"/>
                    <a:pt x="22266" y="0"/>
                  </a:cubicBezTo>
                  <a:close/>
                </a:path>
              </a:pathLst>
            </a:custGeom>
            <a:solidFill>
              <a:srgbClr val="ABBC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1" name="Google Shape;7771;p62"/>
            <p:cNvSpPr/>
            <p:nvPr/>
          </p:nvSpPr>
          <p:spPr>
            <a:xfrm>
              <a:off x="3079545" y="3371841"/>
              <a:ext cx="333378" cy="145143"/>
            </a:xfrm>
            <a:custGeom>
              <a:avLst/>
              <a:gdLst/>
              <a:ahLst/>
              <a:cxnLst/>
              <a:rect l="l" t="t" r="r" b="b"/>
              <a:pathLst>
                <a:path w="22266" h="9694" extrusionOk="0">
                  <a:moveTo>
                    <a:pt x="11123" y="1"/>
                  </a:moveTo>
                  <a:cubicBezTo>
                    <a:pt x="7380" y="1"/>
                    <a:pt x="3995" y="1473"/>
                    <a:pt x="1704" y="3764"/>
                  </a:cubicBezTo>
                  <a:cubicBezTo>
                    <a:pt x="590" y="5551"/>
                    <a:pt x="1" y="7591"/>
                    <a:pt x="1" y="9693"/>
                  </a:cubicBezTo>
                  <a:lnTo>
                    <a:pt x="22266" y="9693"/>
                  </a:lnTo>
                  <a:cubicBezTo>
                    <a:pt x="22266" y="7591"/>
                    <a:pt x="21677" y="5551"/>
                    <a:pt x="20563" y="3764"/>
                  </a:cubicBezTo>
                  <a:cubicBezTo>
                    <a:pt x="18250" y="1473"/>
                    <a:pt x="14886" y="1"/>
                    <a:pt x="11123" y="1"/>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2" name="Google Shape;7772;p62"/>
            <p:cNvSpPr/>
            <p:nvPr/>
          </p:nvSpPr>
          <p:spPr>
            <a:xfrm>
              <a:off x="3188784" y="3371841"/>
              <a:ext cx="224138" cy="145143"/>
            </a:xfrm>
            <a:custGeom>
              <a:avLst/>
              <a:gdLst/>
              <a:ahLst/>
              <a:cxnLst/>
              <a:rect l="l" t="t" r="r" b="b"/>
              <a:pathLst>
                <a:path w="14970" h="9694" extrusionOk="0">
                  <a:moveTo>
                    <a:pt x="3827" y="1"/>
                  </a:moveTo>
                  <a:cubicBezTo>
                    <a:pt x="2544" y="1"/>
                    <a:pt x="1241" y="190"/>
                    <a:pt x="0" y="526"/>
                  </a:cubicBezTo>
                  <a:cubicBezTo>
                    <a:pt x="3007" y="2608"/>
                    <a:pt x="4794" y="6035"/>
                    <a:pt x="4794" y="9693"/>
                  </a:cubicBezTo>
                  <a:lnTo>
                    <a:pt x="14970" y="9693"/>
                  </a:lnTo>
                  <a:cubicBezTo>
                    <a:pt x="14970" y="7591"/>
                    <a:pt x="14381" y="5551"/>
                    <a:pt x="13267" y="3764"/>
                  </a:cubicBezTo>
                  <a:cubicBezTo>
                    <a:pt x="10954" y="1473"/>
                    <a:pt x="7590" y="1"/>
                    <a:pt x="3827"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3" name="Google Shape;7773;p62"/>
            <p:cNvSpPr/>
            <p:nvPr/>
          </p:nvSpPr>
          <p:spPr>
            <a:xfrm>
              <a:off x="3079545" y="3516970"/>
              <a:ext cx="333378" cy="144814"/>
            </a:xfrm>
            <a:custGeom>
              <a:avLst/>
              <a:gdLst/>
              <a:ahLst/>
              <a:cxnLst/>
              <a:rect l="l" t="t" r="r" b="b"/>
              <a:pathLst>
                <a:path w="22266" h="9672" extrusionOk="0">
                  <a:moveTo>
                    <a:pt x="1" y="0"/>
                  </a:moveTo>
                  <a:cubicBezTo>
                    <a:pt x="1" y="2081"/>
                    <a:pt x="590" y="4142"/>
                    <a:pt x="1704" y="5908"/>
                  </a:cubicBezTo>
                  <a:cubicBezTo>
                    <a:pt x="4016" y="8221"/>
                    <a:pt x="7380" y="9671"/>
                    <a:pt x="11123" y="9671"/>
                  </a:cubicBezTo>
                  <a:cubicBezTo>
                    <a:pt x="14886" y="9671"/>
                    <a:pt x="18250" y="8221"/>
                    <a:pt x="20563" y="5908"/>
                  </a:cubicBezTo>
                  <a:cubicBezTo>
                    <a:pt x="21677" y="4142"/>
                    <a:pt x="22266" y="2081"/>
                    <a:pt x="22266"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4" name="Google Shape;7774;p62"/>
            <p:cNvSpPr/>
            <p:nvPr/>
          </p:nvSpPr>
          <p:spPr>
            <a:xfrm>
              <a:off x="3079545" y="3516970"/>
              <a:ext cx="181018" cy="136938"/>
            </a:xfrm>
            <a:custGeom>
              <a:avLst/>
              <a:gdLst/>
              <a:ahLst/>
              <a:cxnLst/>
              <a:rect l="l" t="t" r="r" b="b"/>
              <a:pathLst>
                <a:path w="12090" h="9146" extrusionOk="0">
                  <a:moveTo>
                    <a:pt x="1" y="0"/>
                  </a:moveTo>
                  <a:cubicBezTo>
                    <a:pt x="1" y="2081"/>
                    <a:pt x="590" y="4142"/>
                    <a:pt x="1704" y="5908"/>
                  </a:cubicBezTo>
                  <a:cubicBezTo>
                    <a:pt x="3260" y="7443"/>
                    <a:pt x="5194" y="8557"/>
                    <a:pt x="7296" y="9146"/>
                  </a:cubicBezTo>
                  <a:cubicBezTo>
                    <a:pt x="10303" y="7064"/>
                    <a:pt x="12090" y="3658"/>
                    <a:pt x="12090" y="0"/>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5" name="Google Shape;7775;p62"/>
            <p:cNvSpPr/>
            <p:nvPr/>
          </p:nvSpPr>
          <p:spPr>
            <a:xfrm>
              <a:off x="3079545" y="3430084"/>
              <a:ext cx="333378" cy="173771"/>
            </a:xfrm>
            <a:custGeom>
              <a:avLst/>
              <a:gdLst/>
              <a:ahLst/>
              <a:cxnLst/>
              <a:rect l="l" t="t" r="r" b="b"/>
              <a:pathLst>
                <a:path w="22266" h="11606" extrusionOk="0">
                  <a:moveTo>
                    <a:pt x="11123" y="0"/>
                  </a:moveTo>
                  <a:cubicBezTo>
                    <a:pt x="4984" y="0"/>
                    <a:pt x="1" y="2586"/>
                    <a:pt x="1" y="5803"/>
                  </a:cubicBezTo>
                  <a:cubicBezTo>
                    <a:pt x="1" y="8999"/>
                    <a:pt x="4984" y="11606"/>
                    <a:pt x="11123" y="11606"/>
                  </a:cubicBezTo>
                  <a:cubicBezTo>
                    <a:pt x="17262" y="11606"/>
                    <a:pt x="22266" y="8999"/>
                    <a:pt x="22266" y="5803"/>
                  </a:cubicBezTo>
                  <a:cubicBezTo>
                    <a:pt x="22266" y="2586"/>
                    <a:pt x="17262" y="0"/>
                    <a:pt x="11123" y="0"/>
                  </a:cubicBezTo>
                  <a:close/>
                </a:path>
              </a:pathLst>
            </a:custGeom>
            <a:solidFill>
              <a:srgbClr val="ABBC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6" name="Google Shape;7776;p62"/>
            <p:cNvSpPr/>
            <p:nvPr/>
          </p:nvSpPr>
          <p:spPr>
            <a:xfrm>
              <a:off x="3079545" y="3444563"/>
              <a:ext cx="333378" cy="144814"/>
            </a:xfrm>
            <a:custGeom>
              <a:avLst/>
              <a:gdLst/>
              <a:ahLst/>
              <a:cxnLst/>
              <a:rect l="l" t="t" r="r" b="b"/>
              <a:pathLst>
                <a:path w="22266" h="9672" extrusionOk="0">
                  <a:moveTo>
                    <a:pt x="11123" y="0"/>
                  </a:moveTo>
                  <a:cubicBezTo>
                    <a:pt x="4984" y="0"/>
                    <a:pt x="1" y="2166"/>
                    <a:pt x="1" y="4836"/>
                  </a:cubicBezTo>
                  <a:cubicBezTo>
                    <a:pt x="1" y="7506"/>
                    <a:pt x="4984" y="9672"/>
                    <a:pt x="11123" y="9672"/>
                  </a:cubicBezTo>
                  <a:cubicBezTo>
                    <a:pt x="17262" y="9672"/>
                    <a:pt x="22266" y="7506"/>
                    <a:pt x="22266" y="4836"/>
                  </a:cubicBezTo>
                  <a:cubicBezTo>
                    <a:pt x="22266" y="2166"/>
                    <a:pt x="17262" y="0"/>
                    <a:pt x="11123" y="0"/>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77" name="Google Shape;7777;p62"/>
            <p:cNvSpPr/>
            <p:nvPr/>
          </p:nvSpPr>
          <p:spPr>
            <a:xfrm>
              <a:off x="3079545" y="3444563"/>
              <a:ext cx="186692" cy="144814"/>
            </a:xfrm>
            <a:custGeom>
              <a:avLst/>
              <a:gdLst/>
              <a:ahLst/>
              <a:cxnLst/>
              <a:rect l="l" t="t" r="r" b="b"/>
              <a:pathLst>
                <a:path w="12469" h="9672" extrusionOk="0">
                  <a:moveTo>
                    <a:pt x="10997" y="0"/>
                  </a:moveTo>
                  <a:cubicBezTo>
                    <a:pt x="4899" y="21"/>
                    <a:pt x="1" y="2187"/>
                    <a:pt x="1" y="4836"/>
                  </a:cubicBezTo>
                  <a:cubicBezTo>
                    <a:pt x="1" y="7485"/>
                    <a:pt x="4899" y="9630"/>
                    <a:pt x="10997" y="9672"/>
                  </a:cubicBezTo>
                  <a:cubicBezTo>
                    <a:pt x="12468" y="6602"/>
                    <a:pt x="12468" y="3049"/>
                    <a:pt x="10997"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78" name="Google Shape;7778;p62"/>
          <p:cNvGrpSpPr/>
          <p:nvPr/>
        </p:nvGrpSpPr>
        <p:grpSpPr>
          <a:xfrm>
            <a:off x="1290817" y="1782350"/>
            <a:ext cx="363278" cy="363338"/>
            <a:chOff x="1282755" y="1952089"/>
            <a:chExt cx="363278" cy="363338"/>
          </a:xfrm>
        </p:grpSpPr>
        <p:sp>
          <p:nvSpPr>
            <p:cNvPr id="7779" name="Google Shape;7779;p62"/>
            <p:cNvSpPr/>
            <p:nvPr/>
          </p:nvSpPr>
          <p:spPr>
            <a:xfrm>
              <a:off x="1282755" y="1952089"/>
              <a:ext cx="359924" cy="363338"/>
            </a:xfrm>
            <a:custGeom>
              <a:avLst/>
              <a:gdLst/>
              <a:ahLst/>
              <a:cxnLst/>
              <a:rect l="l" t="t" r="r" b="b"/>
              <a:pathLst>
                <a:path w="24039" h="24267" extrusionOk="0">
                  <a:moveTo>
                    <a:pt x="9104" y="6354"/>
                  </a:moveTo>
                  <a:lnTo>
                    <a:pt x="11711" y="7847"/>
                  </a:lnTo>
                  <a:lnTo>
                    <a:pt x="9104" y="9340"/>
                  </a:lnTo>
                  <a:lnTo>
                    <a:pt x="9104" y="6354"/>
                  </a:lnTo>
                  <a:close/>
                  <a:moveTo>
                    <a:pt x="15747" y="6354"/>
                  </a:moveTo>
                  <a:lnTo>
                    <a:pt x="15747" y="9340"/>
                  </a:lnTo>
                  <a:lnTo>
                    <a:pt x="13140" y="7847"/>
                  </a:lnTo>
                  <a:lnTo>
                    <a:pt x="15747" y="6354"/>
                  </a:lnTo>
                  <a:close/>
                  <a:moveTo>
                    <a:pt x="19431" y="4777"/>
                  </a:moveTo>
                  <a:cubicBezTo>
                    <a:pt x="22823" y="4777"/>
                    <a:pt x="24038" y="9305"/>
                    <a:pt x="21066" y="10980"/>
                  </a:cubicBezTo>
                  <a:lnTo>
                    <a:pt x="19868" y="11673"/>
                  </a:lnTo>
                  <a:lnTo>
                    <a:pt x="16483" y="9739"/>
                  </a:lnTo>
                  <a:lnTo>
                    <a:pt x="16483" y="5934"/>
                  </a:lnTo>
                  <a:cubicBezTo>
                    <a:pt x="17450" y="5450"/>
                    <a:pt x="18102" y="4777"/>
                    <a:pt x="19384" y="4777"/>
                  </a:cubicBezTo>
                  <a:cubicBezTo>
                    <a:pt x="19400" y="4777"/>
                    <a:pt x="19416" y="4777"/>
                    <a:pt x="19431" y="4777"/>
                  </a:cubicBezTo>
                  <a:close/>
                  <a:moveTo>
                    <a:pt x="5422" y="4777"/>
                  </a:moveTo>
                  <a:cubicBezTo>
                    <a:pt x="5430" y="4777"/>
                    <a:pt x="5437" y="4777"/>
                    <a:pt x="5445" y="4777"/>
                  </a:cubicBezTo>
                  <a:cubicBezTo>
                    <a:pt x="6749" y="4777"/>
                    <a:pt x="7422" y="5471"/>
                    <a:pt x="8389" y="5955"/>
                  </a:cubicBezTo>
                  <a:lnTo>
                    <a:pt x="8389" y="9760"/>
                  </a:lnTo>
                  <a:lnTo>
                    <a:pt x="5004" y="11694"/>
                  </a:lnTo>
                  <a:lnTo>
                    <a:pt x="3784" y="11001"/>
                  </a:lnTo>
                  <a:cubicBezTo>
                    <a:pt x="827" y="9302"/>
                    <a:pt x="2034" y="4777"/>
                    <a:pt x="5422" y="4777"/>
                  </a:cubicBezTo>
                  <a:close/>
                  <a:moveTo>
                    <a:pt x="16462" y="10559"/>
                  </a:moveTo>
                  <a:lnTo>
                    <a:pt x="19132" y="12094"/>
                  </a:lnTo>
                  <a:lnTo>
                    <a:pt x="16462" y="13608"/>
                  </a:lnTo>
                  <a:lnTo>
                    <a:pt x="16462" y="10559"/>
                  </a:lnTo>
                  <a:close/>
                  <a:moveTo>
                    <a:pt x="8389" y="10580"/>
                  </a:moveTo>
                  <a:lnTo>
                    <a:pt x="8389" y="13629"/>
                  </a:lnTo>
                  <a:lnTo>
                    <a:pt x="5719" y="12094"/>
                  </a:lnTo>
                  <a:lnTo>
                    <a:pt x="8389" y="10580"/>
                  </a:lnTo>
                  <a:close/>
                  <a:moveTo>
                    <a:pt x="12425" y="8246"/>
                  </a:moveTo>
                  <a:lnTo>
                    <a:pt x="15747" y="10160"/>
                  </a:lnTo>
                  <a:lnTo>
                    <a:pt x="15747" y="14028"/>
                  </a:lnTo>
                  <a:lnTo>
                    <a:pt x="12425" y="15920"/>
                  </a:lnTo>
                  <a:lnTo>
                    <a:pt x="9083" y="14028"/>
                  </a:lnTo>
                  <a:lnTo>
                    <a:pt x="9083" y="10160"/>
                  </a:lnTo>
                  <a:lnTo>
                    <a:pt x="12425" y="8246"/>
                  </a:lnTo>
                  <a:close/>
                  <a:moveTo>
                    <a:pt x="9104" y="14848"/>
                  </a:moveTo>
                  <a:lnTo>
                    <a:pt x="11711" y="16341"/>
                  </a:lnTo>
                  <a:lnTo>
                    <a:pt x="9104" y="17834"/>
                  </a:lnTo>
                  <a:lnTo>
                    <a:pt x="9104" y="14848"/>
                  </a:lnTo>
                  <a:close/>
                  <a:moveTo>
                    <a:pt x="15747" y="14848"/>
                  </a:moveTo>
                  <a:lnTo>
                    <a:pt x="15747" y="17834"/>
                  </a:lnTo>
                  <a:lnTo>
                    <a:pt x="13140" y="16341"/>
                  </a:lnTo>
                  <a:lnTo>
                    <a:pt x="15747" y="14848"/>
                  </a:lnTo>
                  <a:close/>
                  <a:moveTo>
                    <a:pt x="19847" y="12493"/>
                  </a:moveTo>
                  <a:lnTo>
                    <a:pt x="21066" y="13187"/>
                  </a:lnTo>
                  <a:cubicBezTo>
                    <a:pt x="22643" y="14112"/>
                    <a:pt x="23211" y="16131"/>
                    <a:pt x="22286" y="17728"/>
                  </a:cubicBezTo>
                  <a:cubicBezTo>
                    <a:pt x="21677" y="18805"/>
                    <a:pt x="20553" y="19414"/>
                    <a:pt x="19395" y="19414"/>
                  </a:cubicBezTo>
                  <a:cubicBezTo>
                    <a:pt x="18835" y="19414"/>
                    <a:pt x="18266" y="19271"/>
                    <a:pt x="17745" y="18969"/>
                  </a:cubicBezTo>
                  <a:lnTo>
                    <a:pt x="17745" y="18990"/>
                  </a:lnTo>
                  <a:lnTo>
                    <a:pt x="16462" y="18254"/>
                  </a:lnTo>
                  <a:lnTo>
                    <a:pt x="16462" y="14428"/>
                  </a:lnTo>
                  <a:lnTo>
                    <a:pt x="19847" y="12493"/>
                  </a:lnTo>
                  <a:close/>
                  <a:moveTo>
                    <a:pt x="12425" y="16761"/>
                  </a:moveTo>
                  <a:lnTo>
                    <a:pt x="15747" y="18653"/>
                  </a:lnTo>
                  <a:lnTo>
                    <a:pt x="15747" y="20146"/>
                  </a:lnTo>
                  <a:cubicBezTo>
                    <a:pt x="15747" y="21975"/>
                    <a:pt x="14254" y="23468"/>
                    <a:pt x="12425" y="23468"/>
                  </a:cubicBezTo>
                  <a:cubicBezTo>
                    <a:pt x="10575" y="23468"/>
                    <a:pt x="9104" y="21975"/>
                    <a:pt x="9104" y="20146"/>
                  </a:cubicBezTo>
                  <a:lnTo>
                    <a:pt x="9104" y="18653"/>
                  </a:lnTo>
                  <a:lnTo>
                    <a:pt x="12425" y="16761"/>
                  </a:lnTo>
                  <a:close/>
                  <a:moveTo>
                    <a:pt x="12456" y="1"/>
                  </a:moveTo>
                  <a:cubicBezTo>
                    <a:pt x="10392" y="1"/>
                    <a:pt x="8375" y="1555"/>
                    <a:pt x="8389" y="4042"/>
                  </a:cubicBezTo>
                  <a:lnTo>
                    <a:pt x="8389" y="5114"/>
                  </a:lnTo>
                  <a:lnTo>
                    <a:pt x="7443" y="4588"/>
                  </a:lnTo>
                  <a:cubicBezTo>
                    <a:pt x="6831" y="4256"/>
                    <a:pt x="6173" y="4098"/>
                    <a:pt x="5524" y="4098"/>
                  </a:cubicBezTo>
                  <a:cubicBezTo>
                    <a:pt x="4123" y="4098"/>
                    <a:pt x="2766" y="4836"/>
                    <a:pt x="2018" y="6144"/>
                  </a:cubicBezTo>
                  <a:cubicBezTo>
                    <a:pt x="925" y="8036"/>
                    <a:pt x="1556" y="10475"/>
                    <a:pt x="3427" y="11610"/>
                  </a:cubicBezTo>
                  <a:lnTo>
                    <a:pt x="4289" y="12094"/>
                  </a:lnTo>
                  <a:lnTo>
                    <a:pt x="3427" y="12577"/>
                  </a:lnTo>
                  <a:cubicBezTo>
                    <a:pt x="0" y="14554"/>
                    <a:pt x="1156" y="19768"/>
                    <a:pt x="5109" y="20104"/>
                  </a:cubicBezTo>
                  <a:lnTo>
                    <a:pt x="5130" y="20104"/>
                  </a:lnTo>
                  <a:cubicBezTo>
                    <a:pt x="5571" y="20104"/>
                    <a:pt x="5592" y="19452"/>
                    <a:pt x="5172" y="19389"/>
                  </a:cubicBezTo>
                  <a:cubicBezTo>
                    <a:pt x="1913" y="19116"/>
                    <a:pt x="967" y="14806"/>
                    <a:pt x="3784" y="13187"/>
                  </a:cubicBezTo>
                  <a:lnTo>
                    <a:pt x="5004" y="12493"/>
                  </a:lnTo>
                  <a:lnTo>
                    <a:pt x="8389" y="14428"/>
                  </a:lnTo>
                  <a:lnTo>
                    <a:pt x="8389" y="18233"/>
                  </a:lnTo>
                  <a:cubicBezTo>
                    <a:pt x="7253" y="18864"/>
                    <a:pt x="6980" y="19095"/>
                    <a:pt x="6433" y="19263"/>
                  </a:cubicBezTo>
                  <a:cubicBezTo>
                    <a:pt x="5988" y="19356"/>
                    <a:pt x="6116" y="19972"/>
                    <a:pt x="6484" y="19972"/>
                  </a:cubicBezTo>
                  <a:cubicBezTo>
                    <a:pt x="6533" y="19972"/>
                    <a:pt x="6587" y="19961"/>
                    <a:pt x="6644" y="19936"/>
                  </a:cubicBezTo>
                  <a:cubicBezTo>
                    <a:pt x="7295" y="19747"/>
                    <a:pt x="7611" y="19494"/>
                    <a:pt x="8389" y="19053"/>
                  </a:cubicBezTo>
                  <a:lnTo>
                    <a:pt x="8389" y="20125"/>
                  </a:lnTo>
                  <a:cubicBezTo>
                    <a:pt x="8326" y="22396"/>
                    <a:pt x="10155" y="24267"/>
                    <a:pt x="12425" y="24267"/>
                  </a:cubicBezTo>
                  <a:cubicBezTo>
                    <a:pt x="14696" y="24267"/>
                    <a:pt x="16525" y="22396"/>
                    <a:pt x="16462" y="20125"/>
                  </a:cubicBezTo>
                  <a:lnTo>
                    <a:pt x="16462" y="19074"/>
                  </a:lnTo>
                  <a:cubicBezTo>
                    <a:pt x="17093" y="19368"/>
                    <a:pt x="17913" y="20125"/>
                    <a:pt x="19384" y="20125"/>
                  </a:cubicBezTo>
                  <a:cubicBezTo>
                    <a:pt x="21235" y="20125"/>
                    <a:pt x="22832" y="18885"/>
                    <a:pt x="23316" y="17119"/>
                  </a:cubicBezTo>
                  <a:cubicBezTo>
                    <a:pt x="23779" y="15332"/>
                    <a:pt x="23001" y="13481"/>
                    <a:pt x="21403" y="12556"/>
                  </a:cubicBezTo>
                  <a:lnTo>
                    <a:pt x="21403" y="12577"/>
                  </a:lnTo>
                  <a:lnTo>
                    <a:pt x="20562" y="12094"/>
                  </a:lnTo>
                  <a:lnTo>
                    <a:pt x="21403" y="11610"/>
                  </a:lnTo>
                  <a:cubicBezTo>
                    <a:pt x="23337" y="10496"/>
                    <a:pt x="24010" y="8036"/>
                    <a:pt x="22917" y="6081"/>
                  </a:cubicBezTo>
                  <a:cubicBezTo>
                    <a:pt x="22167" y="4780"/>
                    <a:pt x="20800" y="4050"/>
                    <a:pt x="19396" y="4050"/>
                  </a:cubicBezTo>
                  <a:cubicBezTo>
                    <a:pt x="18713" y="4050"/>
                    <a:pt x="18021" y="4223"/>
                    <a:pt x="17387" y="4588"/>
                  </a:cubicBezTo>
                  <a:lnTo>
                    <a:pt x="16462" y="5114"/>
                  </a:lnTo>
                  <a:cubicBezTo>
                    <a:pt x="16441" y="4231"/>
                    <a:pt x="16504" y="3831"/>
                    <a:pt x="16357" y="3159"/>
                  </a:cubicBezTo>
                  <a:cubicBezTo>
                    <a:pt x="16322" y="2958"/>
                    <a:pt x="16171" y="2869"/>
                    <a:pt x="16017" y="2869"/>
                  </a:cubicBezTo>
                  <a:cubicBezTo>
                    <a:pt x="15800" y="2869"/>
                    <a:pt x="15577" y="3044"/>
                    <a:pt x="15663" y="3327"/>
                  </a:cubicBezTo>
                  <a:cubicBezTo>
                    <a:pt x="15789" y="3894"/>
                    <a:pt x="15726" y="4210"/>
                    <a:pt x="15747" y="5513"/>
                  </a:cubicBezTo>
                  <a:lnTo>
                    <a:pt x="12425" y="7426"/>
                  </a:lnTo>
                  <a:lnTo>
                    <a:pt x="9083" y="5513"/>
                  </a:lnTo>
                  <a:lnTo>
                    <a:pt x="9083" y="4042"/>
                  </a:lnTo>
                  <a:cubicBezTo>
                    <a:pt x="9083" y="1991"/>
                    <a:pt x="10748" y="706"/>
                    <a:pt x="12449" y="706"/>
                  </a:cubicBezTo>
                  <a:cubicBezTo>
                    <a:pt x="13451" y="706"/>
                    <a:pt x="14465" y="1152"/>
                    <a:pt x="15159" y="2149"/>
                  </a:cubicBezTo>
                  <a:cubicBezTo>
                    <a:pt x="15233" y="2280"/>
                    <a:pt x="15341" y="2333"/>
                    <a:pt x="15448" y="2333"/>
                  </a:cubicBezTo>
                  <a:cubicBezTo>
                    <a:pt x="15703" y="2333"/>
                    <a:pt x="15954" y="2031"/>
                    <a:pt x="15747" y="1750"/>
                  </a:cubicBezTo>
                  <a:cubicBezTo>
                    <a:pt x="14905" y="541"/>
                    <a:pt x="13672" y="1"/>
                    <a:pt x="12456"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0" name="Google Shape;7780;p62"/>
            <p:cNvSpPr/>
            <p:nvPr/>
          </p:nvSpPr>
          <p:spPr>
            <a:xfrm>
              <a:off x="1437900" y="2104404"/>
              <a:ext cx="61118" cy="57644"/>
            </a:xfrm>
            <a:custGeom>
              <a:avLst/>
              <a:gdLst/>
              <a:ahLst/>
              <a:cxnLst/>
              <a:rect l="l" t="t" r="r" b="b"/>
              <a:pathLst>
                <a:path w="4082" h="3850" extrusionOk="0">
                  <a:moveTo>
                    <a:pt x="2068" y="1"/>
                  </a:moveTo>
                  <a:cubicBezTo>
                    <a:pt x="1176" y="1"/>
                    <a:pt x="288" y="589"/>
                    <a:pt x="150" y="1690"/>
                  </a:cubicBezTo>
                  <a:cubicBezTo>
                    <a:pt x="1" y="2980"/>
                    <a:pt x="1036" y="3849"/>
                    <a:pt x="2094" y="3849"/>
                  </a:cubicBezTo>
                  <a:cubicBezTo>
                    <a:pt x="2673" y="3849"/>
                    <a:pt x="3259" y="3588"/>
                    <a:pt x="3661" y="2993"/>
                  </a:cubicBezTo>
                  <a:cubicBezTo>
                    <a:pt x="3998" y="2489"/>
                    <a:pt x="4082" y="1837"/>
                    <a:pt x="3871" y="1269"/>
                  </a:cubicBezTo>
                  <a:cubicBezTo>
                    <a:pt x="3556" y="409"/>
                    <a:pt x="2811" y="1"/>
                    <a:pt x="2068" y="1"/>
                  </a:cubicBezTo>
                  <a:close/>
                </a:path>
              </a:pathLst>
            </a:custGeom>
            <a:solidFill>
              <a:srgbClr val="6881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1" name="Google Shape;7781;p62"/>
            <p:cNvSpPr/>
            <p:nvPr/>
          </p:nvSpPr>
          <p:spPr>
            <a:xfrm>
              <a:off x="1286214" y="2015019"/>
              <a:ext cx="61148" cy="47313"/>
            </a:xfrm>
            <a:custGeom>
              <a:avLst/>
              <a:gdLst/>
              <a:ahLst/>
              <a:cxnLst/>
              <a:rect l="l" t="t" r="r" b="b"/>
              <a:pathLst>
                <a:path w="4084" h="3160" extrusionOk="0">
                  <a:moveTo>
                    <a:pt x="2042" y="0"/>
                  </a:moveTo>
                  <a:cubicBezTo>
                    <a:pt x="1945" y="0"/>
                    <a:pt x="1846" y="9"/>
                    <a:pt x="1745" y="28"/>
                  </a:cubicBezTo>
                  <a:cubicBezTo>
                    <a:pt x="358" y="301"/>
                    <a:pt x="0" y="2109"/>
                    <a:pt x="1157" y="2887"/>
                  </a:cubicBezTo>
                  <a:cubicBezTo>
                    <a:pt x="1325" y="2992"/>
                    <a:pt x="1493" y="3076"/>
                    <a:pt x="1661" y="3118"/>
                  </a:cubicBezTo>
                  <a:cubicBezTo>
                    <a:pt x="1784" y="3146"/>
                    <a:pt x="1907" y="3160"/>
                    <a:pt x="2029" y="3160"/>
                  </a:cubicBezTo>
                  <a:cubicBezTo>
                    <a:pt x="2549" y="3160"/>
                    <a:pt x="3036" y="2910"/>
                    <a:pt x="3343" y="2467"/>
                  </a:cubicBezTo>
                  <a:cubicBezTo>
                    <a:pt x="4083" y="1396"/>
                    <a:pt x="3254" y="0"/>
                    <a:pt x="2042" y="0"/>
                  </a:cubicBezTo>
                  <a:close/>
                </a:path>
              </a:pathLst>
            </a:custGeom>
            <a:solidFill>
              <a:srgbClr val="C6D2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2" name="Google Shape;7782;p62"/>
            <p:cNvSpPr/>
            <p:nvPr/>
          </p:nvSpPr>
          <p:spPr>
            <a:xfrm>
              <a:off x="1595396" y="2201696"/>
              <a:ext cx="50637" cy="47253"/>
            </a:xfrm>
            <a:custGeom>
              <a:avLst/>
              <a:gdLst/>
              <a:ahLst/>
              <a:cxnLst/>
              <a:rect l="l" t="t" r="r" b="b"/>
              <a:pathLst>
                <a:path w="3382" h="3156" extrusionOk="0">
                  <a:moveTo>
                    <a:pt x="1753" y="0"/>
                  </a:moveTo>
                  <a:cubicBezTo>
                    <a:pt x="1055" y="0"/>
                    <a:pt x="357" y="437"/>
                    <a:pt x="206" y="1289"/>
                  </a:cubicBezTo>
                  <a:cubicBezTo>
                    <a:pt x="0" y="2388"/>
                    <a:pt x="872" y="3155"/>
                    <a:pt x="1771" y="3155"/>
                  </a:cubicBezTo>
                  <a:cubicBezTo>
                    <a:pt x="2247" y="3155"/>
                    <a:pt x="2731" y="2940"/>
                    <a:pt x="3066" y="2445"/>
                  </a:cubicBezTo>
                  <a:cubicBezTo>
                    <a:pt x="3297" y="2088"/>
                    <a:pt x="3381" y="1625"/>
                    <a:pt x="3276" y="1205"/>
                  </a:cubicBezTo>
                  <a:cubicBezTo>
                    <a:pt x="3081" y="395"/>
                    <a:pt x="2417" y="0"/>
                    <a:pt x="1753"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3" name="Google Shape;7783;p62"/>
            <p:cNvSpPr/>
            <p:nvPr/>
          </p:nvSpPr>
          <p:spPr>
            <a:xfrm>
              <a:off x="1452034" y="2121653"/>
              <a:ext cx="46984" cy="40276"/>
            </a:xfrm>
            <a:custGeom>
              <a:avLst/>
              <a:gdLst/>
              <a:ahLst/>
              <a:cxnLst/>
              <a:rect l="l" t="t" r="r" b="b"/>
              <a:pathLst>
                <a:path w="3138" h="2690" extrusionOk="0">
                  <a:moveTo>
                    <a:pt x="2267" y="1"/>
                  </a:moveTo>
                  <a:cubicBezTo>
                    <a:pt x="1007" y="1"/>
                    <a:pt x="1" y="1266"/>
                    <a:pt x="468" y="2577"/>
                  </a:cubicBezTo>
                  <a:cubicBezTo>
                    <a:pt x="679" y="2653"/>
                    <a:pt x="898" y="2690"/>
                    <a:pt x="1115" y="2690"/>
                  </a:cubicBezTo>
                  <a:cubicBezTo>
                    <a:pt x="1737" y="2690"/>
                    <a:pt x="2343" y="2387"/>
                    <a:pt x="2717" y="1841"/>
                  </a:cubicBezTo>
                  <a:cubicBezTo>
                    <a:pt x="3054" y="1337"/>
                    <a:pt x="3138" y="685"/>
                    <a:pt x="2927" y="117"/>
                  </a:cubicBezTo>
                  <a:cubicBezTo>
                    <a:pt x="2704" y="37"/>
                    <a:pt x="2482" y="1"/>
                    <a:pt x="2267" y="1"/>
                  </a:cubicBez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4" name="Google Shape;7784;p62"/>
            <p:cNvSpPr/>
            <p:nvPr/>
          </p:nvSpPr>
          <p:spPr>
            <a:xfrm>
              <a:off x="1307445" y="2032701"/>
              <a:ext cx="33868" cy="29631"/>
            </a:xfrm>
            <a:custGeom>
              <a:avLst/>
              <a:gdLst/>
              <a:ahLst/>
              <a:cxnLst/>
              <a:rect l="l" t="t" r="r" b="b"/>
              <a:pathLst>
                <a:path w="2262" h="1979" extrusionOk="0">
                  <a:moveTo>
                    <a:pt x="1779" y="1"/>
                  </a:moveTo>
                  <a:cubicBezTo>
                    <a:pt x="788" y="1"/>
                    <a:pt x="0" y="927"/>
                    <a:pt x="243" y="1937"/>
                  </a:cubicBezTo>
                  <a:cubicBezTo>
                    <a:pt x="366" y="1965"/>
                    <a:pt x="489" y="1979"/>
                    <a:pt x="611" y="1979"/>
                  </a:cubicBezTo>
                  <a:cubicBezTo>
                    <a:pt x="1131" y="1979"/>
                    <a:pt x="1618" y="1729"/>
                    <a:pt x="1925" y="1286"/>
                  </a:cubicBezTo>
                  <a:cubicBezTo>
                    <a:pt x="2177" y="928"/>
                    <a:pt x="2262" y="466"/>
                    <a:pt x="2156" y="45"/>
                  </a:cubicBezTo>
                  <a:cubicBezTo>
                    <a:pt x="2029" y="15"/>
                    <a:pt x="1903" y="1"/>
                    <a:pt x="177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5" name="Google Shape;7785;p62"/>
            <p:cNvSpPr/>
            <p:nvPr/>
          </p:nvSpPr>
          <p:spPr>
            <a:xfrm>
              <a:off x="1612464" y="2219064"/>
              <a:ext cx="33568" cy="29750"/>
            </a:xfrm>
            <a:custGeom>
              <a:avLst/>
              <a:gdLst/>
              <a:ahLst/>
              <a:cxnLst/>
              <a:rect l="l" t="t" r="r" b="b"/>
              <a:pathLst>
                <a:path w="2242" h="1987" extrusionOk="0">
                  <a:moveTo>
                    <a:pt x="1765" y="0"/>
                  </a:moveTo>
                  <a:cubicBezTo>
                    <a:pt x="789" y="0"/>
                    <a:pt x="1" y="927"/>
                    <a:pt x="244" y="1937"/>
                  </a:cubicBezTo>
                  <a:cubicBezTo>
                    <a:pt x="369" y="1970"/>
                    <a:pt x="495" y="1986"/>
                    <a:pt x="621" y="1986"/>
                  </a:cubicBezTo>
                  <a:cubicBezTo>
                    <a:pt x="1129" y="1986"/>
                    <a:pt x="1622" y="1723"/>
                    <a:pt x="1926" y="1285"/>
                  </a:cubicBezTo>
                  <a:cubicBezTo>
                    <a:pt x="2178" y="928"/>
                    <a:pt x="2241" y="465"/>
                    <a:pt x="2136" y="45"/>
                  </a:cubicBezTo>
                  <a:cubicBezTo>
                    <a:pt x="2011" y="14"/>
                    <a:pt x="1886" y="0"/>
                    <a:pt x="1765"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86" name="Google Shape;7786;p62"/>
          <p:cNvGrpSpPr/>
          <p:nvPr/>
        </p:nvGrpSpPr>
        <p:grpSpPr>
          <a:xfrm>
            <a:off x="3518156" y="2739542"/>
            <a:ext cx="355133" cy="343574"/>
            <a:chOff x="3510094" y="2909281"/>
            <a:chExt cx="355133" cy="343574"/>
          </a:xfrm>
        </p:grpSpPr>
        <p:sp>
          <p:nvSpPr>
            <p:cNvPr id="7787" name="Google Shape;7787;p62"/>
            <p:cNvSpPr/>
            <p:nvPr/>
          </p:nvSpPr>
          <p:spPr>
            <a:xfrm>
              <a:off x="3583205" y="3134527"/>
              <a:ext cx="50652" cy="47523"/>
            </a:xfrm>
            <a:custGeom>
              <a:avLst/>
              <a:gdLst/>
              <a:ahLst/>
              <a:cxnLst/>
              <a:rect l="l" t="t" r="r" b="b"/>
              <a:pathLst>
                <a:path w="3383" h="3174" extrusionOk="0">
                  <a:moveTo>
                    <a:pt x="2785" y="0"/>
                  </a:moveTo>
                  <a:cubicBezTo>
                    <a:pt x="2689" y="0"/>
                    <a:pt x="2590" y="37"/>
                    <a:pt x="2503" y="125"/>
                  </a:cubicBezTo>
                  <a:lnTo>
                    <a:pt x="148" y="2479"/>
                  </a:lnTo>
                  <a:cubicBezTo>
                    <a:pt x="1" y="2626"/>
                    <a:pt x="1" y="2900"/>
                    <a:pt x="148" y="3047"/>
                  </a:cubicBezTo>
                  <a:cubicBezTo>
                    <a:pt x="232" y="3131"/>
                    <a:pt x="337" y="3173"/>
                    <a:pt x="442" y="3173"/>
                  </a:cubicBezTo>
                  <a:cubicBezTo>
                    <a:pt x="547" y="3173"/>
                    <a:pt x="652" y="3131"/>
                    <a:pt x="737" y="3047"/>
                  </a:cubicBezTo>
                  <a:lnTo>
                    <a:pt x="3091" y="713"/>
                  </a:lnTo>
                  <a:cubicBezTo>
                    <a:pt x="3382" y="406"/>
                    <a:pt x="3102" y="0"/>
                    <a:pt x="2785"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8" name="Google Shape;7788;p62"/>
            <p:cNvSpPr/>
            <p:nvPr/>
          </p:nvSpPr>
          <p:spPr>
            <a:xfrm>
              <a:off x="3655746" y="2909281"/>
              <a:ext cx="209480" cy="192127"/>
            </a:xfrm>
            <a:custGeom>
              <a:avLst/>
              <a:gdLst/>
              <a:ahLst/>
              <a:cxnLst/>
              <a:rect l="l" t="t" r="r" b="b"/>
              <a:pathLst>
                <a:path w="13991" h="12832" extrusionOk="0">
                  <a:moveTo>
                    <a:pt x="12033" y="1"/>
                  </a:moveTo>
                  <a:cubicBezTo>
                    <a:pt x="11708" y="1"/>
                    <a:pt x="11370" y="133"/>
                    <a:pt x="11071" y="452"/>
                  </a:cubicBezTo>
                  <a:lnTo>
                    <a:pt x="1043" y="10501"/>
                  </a:lnTo>
                  <a:cubicBezTo>
                    <a:pt x="1" y="11447"/>
                    <a:pt x="901" y="12832"/>
                    <a:pt x="1947" y="12832"/>
                  </a:cubicBezTo>
                  <a:cubicBezTo>
                    <a:pt x="2273" y="12832"/>
                    <a:pt x="2614" y="12697"/>
                    <a:pt x="2914" y="12372"/>
                  </a:cubicBezTo>
                  <a:lnTo>
                    <a:pt x="12963" y="2323"/>
                  </a:lnTo>
                  <a:lnTo>
                    <a:pt x="12963" y="2344"/>
                  </a:lnTo>
                  <a:cubicBezTo>
                    <a:pt x="13991" y="1381"/>
                    <a:pt x="13082" y="1"/>
                    <a:pt x="12033" y="1"/>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89" name="Google Shape;7789;p62"/>
            <p:cNvSpPr/>
            <p:nvPr/>
          </p:nvSpPr>
          <p:spPr>
            <a:xfrm>
              <a:off x="3673863" y="2923430"/>
              <a:ext cx="184806" cy="179550"/>
            </a:xfrm>
            <a:custGeom>
              <a:avLst/>
              <a:gdLst/>
              <a:ahLst/>
              <a:cxnLst/>
              <a:rect l="l" t="t" r="r" b="b"/>
              <a:pathLst>
                <a:path w="12343" h="11992" extrusionOk="0">
                  <a:moveTo>
                    <a:pt x="11464" y="0"/>
                  </a:moveTo>
                  <a:cubicBezTo>
                    <a:pt x="11187" y="0"/>
                    <a:pt x="10921" y="162"/>
                    <a:pt x="10807" y="453"/>
                  </a:cubicBezTo>
                  <a:lnTo>
                    <a:pt x="758" y="10481"/>
                  </a:lnTo>
                  <a:cubicBezTo>
                    <a:pt x="190" y="10649"/>
                    <a:pt x="1" y="11343"/>
                    <a:pt x="421" y="11764"/>
                  </a:cubicBezTo>
                  <a:cubicBezTo>
                    <a:pt x="577" y="11920"/>
                    <a:pt x="774" y="11992"/>
                    <a:pt x="967" y="11992"/>
                  </a:cubicBezTo>
                  <a:cubicBezTo>
                    <a:pt x="1294" y="11992"/>
                    <a:pt x="1611" y="11784"/>
                    <a:pt x="1704" y="11427"/>
                  </a:cubicBezTo>
                  <a:lnTo>
                    <a:pt x="11753" y="1378"/>
                  </a:lnTo>
                  <a:lnTo>
                    <a:pt x="11753" y="1399"/>
                  </a:lnTo>
                  <a:cubicBezTo>
                    <a:pt x="12216" y="1188"/>
                    <a:pt x="12342" y="579"/>
                    <a:pt x="11985" y="221"/>
                  </a:cubicBezTo>
                  <a:cubicBezTo>
                    <a:pt x="11834" y="71"/>
                    <a:pt x="11647" y="0"/>
                    <a:pt x="11464"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0" name="Google Shape;7790;p62"/>
            <p:cNvSpPr/>
            <p:nvPr/>
          </p:nvSpPr>
          <p:spPr>
            <a:xfrm>
              <a:off x="3541970" y="3007531"/>
              <a:ext cx="218793" cy="216383"/>
            </a:xfrm>
            <a:custGeom>
              <a:avLst/>
              <a:gdLst/>
              <a:ahLst/>
              <a:cxnLst/>
              <a:rect l="l" t="t" r="r" b="b"/>
              <a:pathLst>
                <a:path w="14613" h="14452" extrusionOk="0">
                  <a:moveTo>
                    <a:pt x="11156" y="1"/>
                  </a:moveTo>
                  <a:cubicBezTo>
                    <a:pt x="10596" y="1"/>
                    <a:pt x="10000" y="134"/>
                    <a:pt x="9398" y="428"/>
                  </a:cubicBezTo>
                  <a:cubicBezTo>
                    <a:pt x="7792" y="1240"/>
                    <a:pt x="3601" y="3145"/>
                    <a:pt x="1236" y="3145"/>
                  </a:cubicBezTo>
                  <a:cubicBezTo>
                    <a:pt x="724" y="3145"/>
                    <a:pt x="297" y="3056"/>
                    <a:pt x="1" y="2846"/>
                  </a:cubicBezTo>
                  <a:lnTo>
                    <a:pt x="1" y="2846"/>
                  </a:lnTo>
                  <a:lnTo>
                    <a:pt x="11606" y="14451"/>
                  </a:lnTo>
                  <a:cubicBezTo>
                    <a:pt x="10429" y="12769"/>
                    <a:pt x="13036" y="7009"/>
                    <a:pt x="14003" y="5032"/>
                  </a:cubicBezTo>
                  <a:cubicBezTo>
                    <a:pt x="14612" y="3834"/>
                    <a:pt x="14549" y="2636"/>
                    <a:pt x="14066" y="1732"/>
                  </a:cubicBezTo>
                  <a:cubicBezTo>
                    <a:pt x="13525" y="693"/>
                    <a:pt x="12435" y="1"/>
                    <a:pt x="11156"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1" name="Google Shape;7791;p62"/>
            <p:cNvSpPr/>
            <p:nvPr/>
          </p:nvSpPr>
          <p:spPr>
            <a:xfrm>
              <a:off x="3562123" y="3027504"/>
              <a:ext cx="198640" cy="196409"/>
            </a:xfrm>
            <a:custGeom>
              <a:avLst/>
              <a:gdLst/>
              <a:ahLst/>
              <a:cxnLst/>
              <a:rect l="l" t="t" r="r" b="b"/>
              <a:pathLst>
                <a:path w="13267" h="13118" extrusionOk="0">
                  <a:moveTo>
                    <a:pt x="11099" y="0"/>
                  </a:moveTo>
                  <a:cubicBezTo>
                    <a:pt x="10513" y="0"/>
                    <a:pt x="9928" y="148"/>
                    <a:pt x="9398" y="440"/>
                  </a:cubicBezTo>
                  <a:cubicBezTo>
                    <a:pt x="7779" y="1249"/>
                    <a:pt x="3620" y="3145"/>
                    <a:pt x="1256" y="3145"/>
                  </a:cubicBezTo>
                  <a:cubicBezTo>
                    <a:pt x="734" y="3145"/>
                    <a:pt x="300" y="3053"/>
                    <a:pt x="0" y="2836"/>
                  </a:cubicBezTo>
                  <a:lnTo>
                    <a:pt x="0" y="2836"/>
                  </a:lnTo>
                  <a:lnTo>
                    <a:pt x="10260" y="13117"/>
                  </a:lnTo>
                  <a:cubicBezTo>
                    <a:pt x="9083" y="11435"/>
                    <a:pt x="11690" y="5675"/>
                    <a:pt x="12657" y="3698"/>
                  </a:cubicBezTo>
                  <a:cubicBezTo>
                    <a:pt x="13266" y="2500"/>
                    <a:pt x="13203" y="1302"/>
                    <a:pt x="12720" y="398"/>
                  </a:cubicBezTo>
                  <a:cubicBezTo>
                    <a:pt x="12209" y="132"/>
                    <a:pt x="11654" y="0"/>
                    <a:pt x="1109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2" name="Google Shape;7792;p62"/>
            <p:cNvSpPr/>
            <p:nvPr/>
          </p:nvSpPr>
          <p:spPr>
            <a:xfrm>
              <a:off x="3516562" y="3033523"/>
              <a:ext cx="217446" cy="210304"/>
            </a:xfrm>
            <a:custGeom>
              <a:avLst/>
              <a:gdLst/>
              <a:ahLst/>
              <a:cxnLst/>
              <a:rect l="l" t="t" r="r" b="b"/>
              <a:pathLst>
                <a:path w="14523" h="14046" extrusionOk="0">
                  <a:moveTo>
                    <a:pt x="1642" y="1"/>
                  </a:moveTo>
                  <a:cubicBezTo>
                    <a:pt x="783" y="1"/>
                    <a:pt x="1" y="916"/>
                    <a:pt x="499" y="1867"/>
                  </a:cubicBezTo>
                  <a:cubicBezTo>
                    <a:pt x="562" y="1972"/>
                    <a:pt x="646" y="2077"/>
                    <a:pt x="730" y="2161"/>
                  </a:cubicBezTo>
                  <a:lnTo>
                    <a:pt x="12252" y="13682"/>
                  </a:lnTo>
                  <a:cubicBezTo>
                    <a:pt x="12494" y="13924"/>
                    <a:pt x="12814" y="14045"/>
                    <a:pt x="13135" y="14045"/>
                  </a:cubicBezTo>
                  <a:cubicBezTo>
                    <a:pt x="13455" y="14045"/>
                    <a:pt x="13776" y="13924"/>
                    <a:pt x="14018" y="13682"/>
                  </a:cubicBezTo>
                  <a:cubicBezTo>
                    <a:pt x="14522" y="13178"/>
                    <a:pt x="14522" y="12379"/>
                    <a:pt x="14018" y="11895"/>
                  </a:cubicBezTo>
                  <a:lnTo>
                    <a:pt x="2517" y="374"/>
                  </a:lnTo>
                  <a:cubicBezTo>
                    <a:pt x="2251" y="113"/>
                    <a:pt x="1942" y="1"/>
                    <a:pt x="1642"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3" name="Google Shape;7793;p62"/>
            <p:cNvSpPr/>
            <p:nvPr/>
          </p:nvSpPr>
          <p:spPr>
            <a:xfrm>
              <a:off x="3524033" y="3056041"/>
              <a:ext cx="202413" cy="188100"/>
            </a:xfrm>
            <a:custGeom>
              <a:avLst/>
              <a:gdLst/>
              <a:ahLst/>
              <a:cxnLst/>
              <a:rect l="l" t="t" r="r" b="b"/>
              <a:pathLst>
                <a:path w="13519" h="12563" extrusionOk="0">
                  <a:moveTo>
                    <a:pt x="894" y="0"/>
                  </a:moveTo>
                  <a:cubicBezTo>
                    <a:pt x="573" y="0"/>
                    <a:pt x="252" y="121"/>
                    <a:pt x="0" y="363"/>
                  </a:cubicBezTo>
                  <a:cubicBezTo>
                    <a:pt x="63" y="468"/>
                    <a:pt x="147" y="573"/>
                    <a:pt x="231" y="657"/>
                  </a:cubicBezTo>
                  <a:lnTo>
                    <a:pt x="11732" y="12200"/>
                  </a:lnTo>
                  <a:cubicBezTo>
                    <a:pt x="11984" y="12441"/>
                    <a:pt x="12305" y="12562"/>
                    <a:pt x="12625" y="12562"/>
                  </a:cubicBezTo>
                  <a:cubicBezTo>
                    <a:pt x="12946" y="12562"/>
                    <a:pt x="13267" y="12441"/>
                    <a:pt x="13519" y="12200"/>
                  </a:cubicBezTo>
                  <a:cubicBezTo>
                    <a:pt x="13456" y="12073"/>
                    <a:pt x="13372" y="11968"/>
                    <a:pt x="13288" y="11884"/>
                  </a:cubicBezTo>
                  <a:lnTo>
                    <a:pt x="1787" y="363"/>
                  </a:lnTo>
                  <a:cubicBezTo>
                    <a:pt x="1535" y="121"/>
                    <a:pt x="1214" y="0"/>
                    <a:pt x="894"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4" name="Google Shape;7794;p62"/>
            <p:cNvSpPr/>
            <p:nvPr/>
          </p:nvSpPr>
          <p:spPr>
            <a:xfrm>
              <a:off x="3556389" y="3171360"/>
              <a:ext cx="39108" cy="35620"/>
            </a:xfrm>
            <a:custGeom>
              <a:avLst/>
              <a:gdLst/>
              <a:ahLst/>
              <a:cxnLst/>
              <a:rect l="l" t="t" r="r" b="b"/>
              <a:pathLst>
                <a:path w="2612" h="2379" extrusionOk="0">
                  <a:moveTo>
                    <a:pt x="1348" y="0"/>
                  </a:moveTo>
                  <a:cubicBezTo>
                    <a:pt x="840" y="0"/>
                    <a:pt x="335" y="306"/>
                    <a:pt x="194" y="902"/>
                  </a:cubicBezTo>
                  <a:cubicBezTo>
                    <a:pt x="1" y="1735"/>
                    <a:pt x="660" y="2379"/>
                    <a:pt x="1359" y="2379"/>
                  </a:cubicBezTo>
                  <a:cubicBezTo>
                    <a:pt x="1649" y="2379"/>
                    <a:pt x="1945" y="2269"/>
                    <a:pt x="2191" y="2017"/>
                  </a:cubicBezTo>
                  <a:cubicBezTo>
                    <a:pt x="2507" y="1701"/>
                    <a:pt x="2612" y="1239"/>
                    <a:pt x="2486" y="818"/>
                  </a:cubicBezTo>
                  <a:cubicBezTo>
                    <a:pt x="2302" y="269"/>
                    <a:pt x="1824" y="0"/>
                    <a:pt x="1348"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5" name="Google Shape;7795;p62"/>
            <p:cNvSpPr/>
            <p:nvPr/>
          </p:nvSpPr>
          <p:spPr>
            <a:xfrm>
              <a:off x="3573413" y="3180268"/>
              <a:ext cx="22084" cy="21920"/>
            </a:xfrm>
            <a:custGeom>
              <a:avLst/>
              <a:gdLst/>
              <a:ahLst/>
              <a:cxnLst/>
              <a:rect l="l" t="t" r="r" b="b"/>
              <a:pathLst>
                <a:path w="1475" h="1464" extrusionOk="0">
                  <a:moveTo>
                    <a:pt x="821" y="1"/>
                  </a:moveTo>
                  <a:cubicBezTo>
                    <a:pt x="498" y="1"/>
                    <a:pt x="188" y="212"/>
                    <a:pt x="108" y="560"/>
                  </a:cubicBezTo>
                  <a:cubicBezTo>
                    <a:pt x="1" y="1042"/>
                    <a:pt x="364" y="1463"/>
                    <a:pt x="811" y="1463"/>
                  </a:cubicBezTo>
                  <a:cubicBezTo>
                    <a:pt x="890" y="1463"/>
                    <a:pt x="972" y="1450"/>
                    <a:pt x="1054" y="1422"/>
                  </a:cubicBezTo>
                  <a:cubicBezTo>
                    <a:pt x="1370" y="1106"/>
                    <a:pt x="1475" y="644"/>
                    <a:pt x="1349" y="223"/>
                  </a:cubicBezTo>
                  <a:cubicBezTo>
                    <a:pt x="1195" y="70"/>
                    <a:pt x="1006" y="1"/>
                    <a:pt x="821"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6" name="Google Shape;7796;p62"/>
            <p:cNvSpPr/>
            <p:nvPr/>
          </p:nvSpPr>
          <p:spPr>
            <a:xfrm>
              <a:off x="3510094" y="2969111"/>
              <a:ext cx="174534" cy="41549"/>
            </a:xfrm>
            <a:custGeom>
              <a:avLst/>
              <a:gdLst/>
              <a:ahLst/>
              <a:cxnLst/>
              <a:rect l="l" t="t" r="r" b="b"/>
              <a:pathLst>
                <a:path w="11657" h="2775" extrusionOk="0">
                  <a:moveTo>
                    <a:pt x="7213" y="1"/>
                  </a:moveTo>
                  <a:cubicBezTo>
                    <a:pt x="4756" y="1"/>
                    <a:pt x="2223" y="716"/>
                    <a:pt x="364" y="2027"/>
                  </a:cubicBezTo>
                  <a:cubicBezTo>
                    <a:pt x="0" y="2287"/>
                    <a:pt x="264" y="2774"/>
                    <a:pt x="614" y="2774"/>
                  </a:cubicBezTo>
                  <a:cubicBezTo>
                    <a:pt x="690" y="2774"/>
                    <a:pt x="769" y="2752"/>
                    <a:pt x="847" y="2700"/>
                  </a:cubicBezTo>
                  <a:cubicBezTo>
                    <a:pt x="2563" y="1480"/>
                    <a:pt x="4936" y="816"/>
                    <a:pt x="7221" y="816"/>
                  </a:cubicBezTo>
                  <a:cubicBezTo>
                    <a:pt x="8521" y="816"/>
                    <a:pt x="9792" y="1031"/>
                    <a:pt x="10897" y="1480"/>
                  </a:cubicBezTo>
                  <a:cubicBezTo>
                    <a:pt x="10957" y="1506"/>
                    <a:pt x="11015" y="1517"/>
                    <a:pt x="11069" y="1517"/>
                  </a:cubicBezTo>
                  <a:cubicBezTo>
                    <a:pt x="11465" y="1517"/>
                    <a:pt x="11656" y="908"/>
                    <a:pt x="11212" y="723"/>
                  </a:cubicBezTo>
                  <a:cubicBezTo>
                    <a:pt x="9996" y="234"/>
                    <a:pt x="8617" y="1"/>
                    <a:pt x="7213"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7" name="Google Shape;7797;p62"/>
            <p:cNvSpPr/>
            <p:nvPr/>
          </p:nvSpPr>
          <p:spPr>
            <a:xfrm>
              <a:off x="3529948" y="2930572"/>
              <a:ext cx="133270" cy="33928"/>
            </a:xfrm>
            <a:custGeom>
              <a:avLst/>
              <a:gdLst/>
              <a:ahLst/>
              <a:cxnLst/>
              <a:rect l="l" t="t" r="r" b="b"/>
              <a:pathLst>
                <a:path w="8901" h="2266" extrusionOk="0">
                  <a:moveTo>
                    <a:pt x="5461" y="1"/>
                  </a:moveTo>
                  <a:cubicBezTo>
                    <a:pt x="3626" y="1"/>
                    <a:pt x="1739" y="535"/>
                    <a:pt x="362" y="1510"/>
                  </a:cubicBezTo>
                  <a:cubicBezTo>
                    <a:pt x="1" y="1768"/>
                    <a:pt x="245" y="2265"/>
                    <a:pt x="598" y="2265"/>
                  </a:cubicBezTo>
                  <a:cubicBezTo>
                    <a:pt x="677" y="2265"/>
                    <a:pt x="761" y="2241"/>
                    <a:pt x="846" y="2183"/>
                  </a:cubicBezTo>
                  <a:cubicBezTo>
                    <a:pt x="2092" y="1299"/>
                    <a:pt x="3807" y="816"/>
                    <a:pt x="5465" y="816"/>
                  </a:cubicBezTo>
                  <a:cubicBezTo>
                    <a:pt x="6408" y="816"/>
                    <a:pt x="7333" y="972"/>
                    <a:pt x="8141" y="1300"/>
                  </a:cubicBezTo>
                  <a:cubicBezTo>
                    <a:pt x="8202" y="1325"/>
                    <a:pt x="8259" y="1337"/>
                    <a:pt x="8313" y="1337"/>
                  </a:cubicBezTo>
                  <a:cubicBezTo>
                    <a:pt x="8709" y="1337"/>
                    <a:pt x="8900" y="728"/>
                    <a:pt x="8456" y="543"/>
                  </a:cubicBezTo>
                  <a:cubicBezTo>
                    <a:pt x="7545" y="176"/>
                    <a:pt x="6512" y="1"/>
                    <a:pt x="5461"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8" name="Google Shape;7798;p62"/>
            <p:cNvSpPr/>
            <p:nvPr/>
          </p:nvSpPr>
          <p:spPr>
            <a:xfrm>
              <a:off x="3753292" y="3083980"/>
              <a:ext cx="52793" cy="168875"/>
            </a:xfrm>
            <a:custGeom>
              <a:avLst/>
              <a:gdLst/>
              <a:ahLst/>
              <a:cxnLst/>
              <a:rect l="l" t="t" r="r" b="b"/>
              <a:pathLst>
                <a:path w="3526" h="11279" extrusionOk="0">
                  <a:moveTo>
                    <a:pt x="1806" y="1"/>
                  </a:moveTo>
                  <a:cubicBezTo>
                    <a:pt x="1547" y="1"/>
                    <a:pt x="1290" y="237"/>
                    <a:pt x="1424" y="557"/>
                  </a:cubicBezTo>
                  <a:cubicBezTo>
                    <a:pt x="2664" y="3627"/>
                    <a:pt x="2138" y="7916"/>
                    <a:pt x="225" y="10628"/>
                  </a:cubicBezTo>
                  <a:cubicBezTo>
                    <a:pt x="0" y="10942"/>
                    <a:pt x="267" y="11278"/>
                    <a:pt x="552" y="11278"/>
                  </a:cubicBezTo>
                  <a:cubicBezTo>
                    <a:pt x="668" y="11278"/>
                    <a:pt x="786" y="11223"/>
                    <a:pt x="877" y="11090"/>
                  </a:cubicBezTo>
                  <a:cubicBezTo>
                    <a:pt x="2937" y="8189"/>
                    <a:pt x="3526" y="3606"/>
                    <a:pt x="2180" y="263"/>
                  </a:cubicBezTo>
                  <a:cubicBezTo>
                    <a:pt x="2104" y="79"/>
                    <a:pt x="1954" y="1"/>
                    <a:pt x="1806"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99" name="Google Shape;7799;p62"/>
            <p:cNvSpPr/>
            <p:nvPr/>
          </p:nvSpPr>
          <p:spPr>
            <a:xfrm>
              <a:off x="3799243" y="3105481"/>
              <a:ext cx="43046" cy="127700"/>
            </a:xfrm>
            <a:custGeom>
              <a:avLst/>
              <a:gdLst/>
              <a:ahLst/>
              <a:cxnLst/>
              <a:rect l="l" t="t" r="r" b="b"/>
              <a:pathLst>
                <a:path w="2875" h="8529" extrusionOk="0">
                  <a:moveTo>
                    <a:pt x="1501" y="1"/>
                  </a:moveTo>
                  <a:cubicBezTo>
                    <a:pt x="1239" y="1"/>
                    <a:pt x="973" y="247"/>
                    <a:pt x="1109" y="572"/>
                  </a:cubicBezTo>
                  <a:cubicBezTo>
                    <a:pt x="2013" y="2779"/>
                    <a:pt x="1613" y="5912"/>
                    <a:pt x="226" y="7867"/>
                  </a:cubicBezTo>
                  <a:cubicBezTo>
                    <a:pt x="0" y="8198"/>
                    <a:pt x="280" y="8529"/>
                    <a:pt x="573" y="8529"/>
                  </a:cubicBezTo>
                  <a:cubicBezTo>
                    <a:pt x="690" y="8529"/>
                    <a:pt x="809" y="8477"/>
                    <a:pt x="898" y="8351"/>
                  </a:cubicBezTo>
                  <a:cubicBezTo>
                    <a:pt x="2433" y="6164"/>
                    <a:pt x="2875" y="2737"/>
                    <a:pt x="1866" y="256"/>
                  </a:cubicBezTo>
                  <a:cubicBezTo>
                    <a:pt x="1791" y="77"/>
                    <a:pt x="1646" y="1"/>
                    <a:pt x="1501"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800" name="Google Shape;7800;p62"/>
          <p:cNvSpPr/>
          <p:nvPr/>
        </p:nvSpPr>
        <p:spPr>
          <a:xfrm>
            <a:off x="2521946" y="1642342"/>
            <a:ext cx="32745" cy="26456"/>
          </a:xfrm>
          <a:custGeom>
            <a:avLst/>
            <a:gdLst/>
            <a:ahLst/>
            <a:cxnLst/>
            <a:rect l="l" t="t" r="r" b="b"/>
            <a:pathLst>
              <a:path w="2187" h="1767" extrusionOk="0">
                <a:moveTo>
                  <a:pt x="0" y="0"/>
                </a:moveTo>
                <a:cubicBezTo>
                  <a:pt x="105" y="105"/>
                  <a:pt x="168" y="252"/>
                  <a:pt x="168" y="399"/>
                </a:cubicBezTo>
                <a:lnTo>
                  <a:pt x="168" y="1367"/>
                </a:lnTo>
                <a:cubicBezTo>
                  <a:pt x="168" y="1514"/>
                  <a:pt x="105" y="1661"/>
                  <a:pt x="0" y="1766"/>
                </a:cubicBezTo>
                <a:lnTo>
                  <a:pt x="1724" y="1766"/>
                </a:lnTo>
                <a:cubicBezTo>
                  <a:pt x="1976" y="1766"/>
                  <a:pt x="2187" y="1556"/>
                  <a:pt x="2187" y="1304"/>
                </a:cubicBezTo>
                <a:lnTo>
                  <a:pt x="2187" y="463"/>
                </a:lnTo>
                <a:cubicBezTo>
                  <a:pt x="2187" y="210"/>
                  <a:pt x="1976" y="0"/>
                  <a:pt x="1724" y="0"/>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801" name="Google Shape;7801;p62"/>
          <p:cNvGrpSpPr/>
          <p:nvPr/>
        </p:nvGrpSpPr>
        <p:grpSpPr>
          <a:xfrm>
            <a:off x="2171904" y="1337232"/>
            <a:ext cx="382787" cy="331566"/>
            <a:chOff x="2163842" y="1506972"/>
            <a:chExt cx="382787" cy="331566"/>
          </a:xfrm>
        </p:grpSpPr>
        <p:sp>
          <p:nvSpPr>
            <p:cNvPr id="7802" name="Google Shape;7802;p62"/>
            <p:cNvSpPr/>
            <p:nvPr/>
          </p:nvSpPr>
          <p:spPr>
            <a:xfrm>
              <a:off x="2247253" y="1506972"/>
              <a:ext cx="214152" cy="101768"/>
            </a:xfrm>
            <a:custGeom>
              <a:avLst/>
              <a:gdLst/>
              <a:ahLst/>
              <a:cxnLst/>
              <a:rect l="l" t="t" r="r" b="b"/>
              <a:pathLst>
                <a:path w="14303" h="6797" extrusionOk="0">
                  <a:moveTo>
                    <a:pt x="7214" y="0"/>
                  </a:moveTo>
                  <a:cubicBezTo>
                    <a:pt x="6739" y="0"/>
                    <a:pt x="6266" y="184"/>
                    <a:pt x="5908" y="552"/>
                  </a:cubicBezTo>
                  <a:lnTo>
                    <a:pt x="253" y="6123"/>
                  </a:lnTo>
                  <a:cubicBezTo>
                    <a:pt x="1" y="6376"/>
                    <a:pt x="169" y="6775"/>
                    <a:pt x="505" y="6796"/>
                  </a:cubicBezTo>
                  <a:cubicBezTo>
                    <a:pt x="610" y="6796"/>
                    <a:pt x="694" y="6754"/>
                    <a:pt x="778" y="6691"/>
                  </a:cubicBezTo>
                  <a:lnTo>
                    <a:pt x="6455" y="1099"/>
                  </a:lnTo>
                  <a:cubicBezTo>
                    <a:pt x="6665" y="878"/>
                    <a:pt x="6944" y="768"/>
                    <a:pt x="7222" y="768"/>
                  </a:cubicBezTo>
                  <a:cubicBezTo>
                    <a:pt x="7501" y="768"/>
                    <a:pt x="7780" y="878"/>
                    <a:pt x="7990" y="1099"/>
                  </a:cubicBezTo>
                  <a:lnTo>
                    <a:pt x="13456" y="6460"/>
                  </a:lnTo>
                  <a:cubicBezTo>
                    <a:pt x="13541" y="6554"/>
                    <a:pt x="13638" y="6594"/>
                    <a:pt x="13732" y="6594"/>
                  </a:cubicBezTo>
                  <a:cubicBezTo>
                    <a:pt x="14036" y="6594"/>
                    <a:pt x="14303" y="6186"/>
                    <a:pt x="13982" y="5913"/>
                  </a:cubicBezTo>
                  <a:lnTo>
                    <a:pt x="8536" y="552"/>
                  </a:lnTo>
                  <a:cubicBezTo>
                    <a:pt x="8168" y="184"/>
                    <a:pt x="7690" y="0"/>
                    <a:pt x="7214"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3" name="Google Shape;7803;p62"/>
            <p:cNvSpPr/>
            <p:nvPr/>
          </p:nvSpPr>
          <p:spPr>
            <a:xfrm>
              <a:off x="2163842" y="1812081"/>
              <a:ext cx="382787" cy="26456"/>
            </a:xfrm>
            <a:custGeom>
              <a:avLst/>
              <a:gdLst/>
              <a:ahLst/>
              <a:cxnLst/>
              <a:rect l="l" t="t" r="r" b="b"/>
              <a:pathLst>
                <a:path w="25566" h="1767" extrusionOk="0">
                  <a:moveTo>
                    <a:pt x="484" y="0"/>
                  </a:moveTo>
                  <a:cubicBezTo>
                    <a:pt x="231" y="0"/>
                    <a:pt x="21" y="210"/>
                    <a:pt x="21" y="463"/>
                  </a:cubicBezTo>
                  <a:lnTo>
                    <a:pt x="21" y="1304"/>
                  </a:lnTo>
                  <a:cubicBezTo>
                    <a:pt x="0" y="1556"/>
                    <a:pt x="210" y="1766"/>
                    <a:pt x="484" y="1766"/>
                  </a:cubicBezTo>
                  <a:lnTo>
                    <a:pt x="25103" y="1766"/>
                  </a:lnTo>
                  <a:cubicBezTo>
                    <a:pt x="25355" y="1766"/>
                    <a:pt x="25566" y="1556"/>
                    <a:pt x="25566" y="1304"/>
                  </a:cubicBezTo>
                  <a:lnTo>
                    <a:pt x="25566" y="463"/>
                  </a:lnTo>
                  <a:cubicBezTo>
                    <a:pt x="25566" y="210"/>
                    <a:pt x="25355" y="0"/>
                    <a:pt x="25103"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4" name="Google Shape;7804;p62"/>
            <p:cNvSpPr/>
            <p:nvPr/>
          </p:nvSpPr>
          <p:spPr>
            <a:xfrm>
              <a:off x="2178634" y="1592030"/>
              <a:ext cx="353201" cy="220066"/>
            </a:xfrm>
            <a:custGeom>
              <a:avLst/>
              <a:gdLst/>
              <a:ahLst/>
              <a:cxnLst/>
              <a:rect l="l" t="t" r="r" b="b"/>
              <a:pathLst>
                <a:path w="23590" h="14698" extrusionOk="0">
                  <a:moveTo>
                    <a:pt x="463" y="1"/>
                  </a:moveTo>
                  <a:cubicBezTo>
                    <a:pt x="210" y="1"/>
                    <a:pt x="0" y="211"/>
                    <a:pt x="0" y="464"/>
                  </a:cubicBezTo>
                  <a:lnTo>
                    <a:pt x="0" y="14234"/>
                  </a:lnTo>
                  <a:cubicBezTo>
                    <a:pt x="0" y="14487"/>
                    <a:pt x="210" y="14697"/>
                    <a:pt x="463" y="14697"/>
                  </a:cubicBezTo>
                  <a:lnTo>
                    <a:pt x="23127" y="14697"/>
                  </a:lnTo>
                  <a:cubicBezTo>
                    <a:pt x="23379" y="14697"/>
                    <a:pt x="23590" y="14487"/>
                    <a:pt x="23590" y="14234"/>
                  </a:cubicBezTo>
                  <a:lnTo>
                    <a:pt x="23590" y="464"/>
                  </a:lnTo>
                  <a:cubicBezTo>
                    <a:pt x="23590" y="211"/>
                    <a:pt x="23379" y="1"/>
                    <a:pt x="23127"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5" name="Google Shape;7805;p62"/>
            <p:cNvSpPr/>
            <p:nvPr/>
          </p:nvSpPr>
          <p:spPr>
            <a:xfrm>
              <a:off x="2178634" y="1592030"/>
              <a:ext cx="353201" cy="220066"/>
            </a:xfrm>
            <a:custGeom>
              <a:avLst/>
              <a:gdLst/>
              <a:ahLst/>
              <a:cxnLst/>
              <a:rect l="l" t="t" r="r" b="b"/>
              <a:pathLst>
                <a:path w="23590" h="14698" extrusionOk="0">
                  <a:moveTo>
                    <a:pt x="21992" y="1"/>
                  </a:moveTo>
                  <a:lnTo>
                    <a:pt x="21992" y="12510"/>
                  </a:lnTo>
                  <a:cubicBezTo>
                    <a:pt x="21992" y="12784"/>
                    <a:pt x="21781" y="12994"/>
                    <a:pt x="21529" y="12994"/>
                  </a:cubicBezTo>
                  <a:lnTo>
                    <a:pt x="0" y="12994"/>
                  </a:lnTo>
                  <a:lnTo>
                    <a:pt x="0" y="14234"/>
                  </a:lnTo>
                  <a:cubicBezTo>
                    <a:pt x="0" y="14487"/>
                    <a:pt x="210" y="14697"/>
                    <a:pt x="463" y="14697"/>
                  </a:cubicBezTo>
                  <a:lnTo>
                    <a:pt x="23127" y="14697"/>
                  </a:lnTo>
                  <a:cubicBezTo>
                    <a:pt x="23379" y="14697"/>
                    <a:pt x="23590" y="14487"/>
                    <a:pt x="23590" y="14234"/>
                  </a:cubicBezTo>
                  <a:lnTo>
                    <a:pt x="23590" y="464"/>
                  </a:lnTo>
                  <a:cubicBezTo>
                    <a:pt x="23590" y="211"/>
                    <a:pt x="23379" y="1"/>
                    <a:pt x="23127"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6" name="Google Shape;7806;p62"/>
            <p:cNvSpPr/>
            <p:nvPr/>
          </p:nvSpPr>
          <p:spPr>
            <a:xfrm>
              <a:off x="2201602" y="1615013"/>
              <a:ext cx="307251" cy="174100"/>
            </a:xfrm>
            <a:custGeom>
              <a:avLst/>
              <a:gdLst/>
              <a:ahLst/>
              <a:cxnLst/>
              <a:rect l="l" t="t" r="r" b="b"/>
              <a:pathLst>
                <a:path w="20521" h="11628" extrusionOk="0">
                  <a:moveTo>
                    <a:pt x="569" y="1"/>
                  </a:moveTo>
                  <a:cubicBezTo>
                    <a:pt x="253" y="1"/>
                    <a:pt x="1" y="253"/>
                    <a:pt x="22" y="568"/>
                  </a:cubicBezTo>
                  <a:lnTo>
                    <a:pt x="22" y="11060"/>
                  </a:lnTo>
                  <a:cubicBezTo>
                    <a:pt x="22" y="11375"/>
                    <a:pt x="253" y="11627"/>
                    <a:pt x="569" y="11627"/>
                  </a:cubicBezTo>
                  <a:lnTo>
                    <a:pt x="19953" y="11627"/>
                  </a:lnTo>
                  <a:cubicBezTo>
                    <a:pt x="20268" y="11627"/>
                    <a:pt x="20521" y="11375"/>
                    <a:pt x="20521" y="11060"/>
                  </a:cubicBezTo>
                  <a:lnTo>
                    <a:pt x="20521" y="568"/>
                  </a:lnTo>
                  <a:cubicBezTo>
                    <a:pt x="20521" y="253"/>
                    <a:pt x="20268" y="1"/>
                    <a:pt x="1995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7" name="Google Shape;7807;p62"/>
            <p:cNvSpPr/>
            <p:nvPr/>
          </p:nvSpPr>
          <p:spPr>
            <a:xfrm>
              <a:off x="2201932" y="1615013"/>
              <a:ext cx="306921" cy="173786"/>
            </a:xfrm>
            <a:custGeom>
              <a:avLst/>
              <a:gdLst/>
              <a:ahLst/>
              <a:cxnLst/>
              <a:rect l="l" t="t" r="r" b="b"/>
              <a:pathLst>
                <a:path w="20499" h="11607" extrusionOk="0">
                  <a:moveTo>
                    <a:pt x="19153" y="1"/>
                  </a:moveTo>
                  <a:lnTo>
                    <a:pt x="19153" y="8810"/>
                  </a:lnTo>
                  <a:cubicBezTo>
                    <a:pt x="19153" y="9609"/>
                    <a:pt x="18501" y="10261"/>
                    <a:pt x="17702" y="10261"/>
                  </a:cubicBezTo>
                  <a:lnTo>
                    <a:pt x="0" y="10261"/>
                  </a:lnTo>
                  <a:lnTo>
                    <a:pt x="0" y="11060"/>
                  </a:lnTo>
                  <a:cubicBezTo>
                    <a:pt x="0" y="11354"/>
                    <a:pt x="231" y="11606"/>
                    <a:pt x="547" y="11606"/>
                  </a:cubicBezTo>
                  <a:lnTo>
                    <a:pt x="19931" y="11606"/>
                  </a:lnTo>
                  <a:cubicBezTo>
                    <a:pt x="20246" y="11606"/>
                    <a:pt x="20499" y="11354"/>
                    <a:pt x="20499" y="11060"/>
                  </a:cubicBezTo>
                  <a:lnTo>
                    <a:pt x="20499" y="568"/>
                  </a:lnTo>
                  <a:cubicBezTo>
                    <a:pt x="20499" y="253"/>
                    <a:pt x="20246" y="1"/>
                    <a:pt x="19931" y="1"/>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8" name="Google Shape;7808;p62"/>
            <p:cNvSpPr/>
            <p:nvPr/>
          </p:nvSpPr>
          <p:spPr>
            <a:xfrm>
              <a:off x="2254500" y="1777450"/>
              <a:ext cx="76824" cy="34646"/>
            </a:xfrm>
            <a:custGeom>
              <a:avLst/>
              <a:gdLst/>
              <a:ahLst/>
              <a:cxnLst/>
              <a:rect l="l" t="t" r="r" b="b"/>
              <a:pathLst>
                <a:path w="5131" h="2314" extrusionOk="0">
                  <a:moveTo>
                    <a:pt x="946" y="0"/>
                  </a:moveTo>
                  <a:cubicBezTo>
                    <a:pt x="421" y="0"/>
                    <a:pt x="0" y="421"/>
                    <a:pt x="0" y="946"/>
                  </a:cubicBezTo>
                  <a:lnTo>
                    <a:pt x="0" y="2313"/>
                  </a:lnTo>
                  <a:lnTo>
                    <a:pt x="5130" y="2313"/>
                  </a:lnTo>
                  <a:lnTo>
                    <a:pt x="5130" y="946"/>
                  </a:lnTo>
                  <a:cubicBezTo>
                    <a:pt x="5130" y="421"/>
                    <a:pt x="4710" y="0"/>
                    <a:pt x="418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9" name="Google Shape;7809;p62"/>
            <p:cNvSpPr/>
            <p:nvPr/>
          </p:nvSpPr>
          <p:spPr>
            <a:xfrm>
              <a:off x="2300765" y="1777450"/>
              <a:ext cx="30873" cy="34646"/>
            </a:xfrm>
            <a:custGeom>
              <a:avLst/>
              <a:gdLst/>
              <a:ahLst/>
              <a:cxnLst/>
              <a:rect l="l" t="t" r="r" b="b"/>
              <a:pathLst>
                <a:path w="2062" h="2314" extrusionOk="0">
                  <a:moveTo>
                    <a:pt x="1" y="0"/>
                  </a:moveTo>
                  <a:cubicBezTo>
                    <a:pt x="316" y="211"/>
                    <a:pt x="505" y="568"/>
                    <a:pt x="505" y="946"/>
                  </a:cubicBezTo>
                  <a:lnTo>
                    <a:pt x="505" y="2313"/>
                  </a:lnTo>
                  <a:lnTo>
                    <a:pt x="2061" y="2313"/>
                  </a:lnTo>
                  <a:lnTo>
                    <a:pt x="2061" y="946"/>
                  </a:lnTo>
                  <a:cubicBezTo>
                    <a:pt x="2061" y="421"/>
                    <a:pt x="1620" y="0"/>
                    <a:pt x="1094"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10" name="Google Shape;7810;p62"/>
          <p:cNvGrpSpPr/>
          <p:nvPr/>
        </p:nvGrpSpPr>
        <p:grpSpPr>
          <a:xfrm>
            <a:off x="1746940" y="3179913"/>
            <a:ext cx="357918" cy="350536"/>
            <a:chOff x="1738877" y="3349652"/>
            <a:chExt cx="357918" cy="350536"/>
          </a:xfrm>
        </p:grpSpPr>
        <p:sp>
          <p:nvSpPr>
            <p:cNvPr id="7811" name="Google Shape;7811;p62"/>
            <p:cNvSpPr/>
            <p:nvPr/>
          </p:nvSpPr>
          <p:spPr>
            <a:xfrm>
              <a:off x="1814114" y="3407461"/>
              <a:ext cx="154516" cy="282965"/>
            </a:xfrm>
            <a:custGeom>
              <a:avLst/>
              <a:gdLst/>
              <a:ahLst/>
              <a:cxnLst/>
              <a:rect l="l" t="t" r="r" b="b"/>
              <a:pathLst>
                <a:path w="10320" h="18899" extrusionOk="0">
                  <a:moveTo>
                    <a:pt x="8789" y="1"/>
                  </a:moveTo>
                  <a:cubicBezTo>
                    <a:pt x="8541" y="1"/>
                    <a:pt x="8282" y="99"/>
                    <a:pt x="8052" y="334"/>
                  </a:cubicBezTo>
                  <a:lnTo>
                    <a:pt x="315" y="8092"/>
                  </a:lnTo>
                  <a:cubicBezTo>
                    <a:pt x="105" y="8302"/>
                    <a:pt x="0" y="8576"/>
                    <a:pt x="0" y="8849"/>
                  </a:cubicBezTo>
                  <a:lnTo>
                    <a:pt x="0" y="17847"/>
                  </a:lnTo>
                  <a:cubicBezTo>
                    <a:pt x="0" y="18415"/>
                    <a:pt x="484" y="18899"/>
                    <a:pt x="1051" y="18899"/>
                  </a:cubicBezTo>
                  <a:cubicBezTo>
                    <a:pt x="1640" y="18899"/>
                    <a:pt x="2124" y="18415"/>
                    <a:pt x="2124" y="17826"/>
                  </a:cubicBezTo>
                  <a:lnTo>
                    <a:pt x="2124" y="9290"/>
                  </a:lnTo>
                  <a:lnTo>
                    <a:pt x="9545" y="1827"/>
                  </a:lnTo>
                  <a:cubicBezTo>
                    <a:pt x="10319" y="1069"/>
                    <a:pt x="9608" y="1"/>
                    <a:pt x="87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2" name="Google Shape;7812;p62"/>
            <p:cNvSpPr/>
            <p:nvPr/>
          </p:nvSpPr>
          <p:spPr>
            <a:xfrm>
              <a:off x="1813800" y="3521057"/>
              <a:ext cx="47538" cy="80402"/>
            </a:xfrm>
            <a:custGeom>
              <a:avLst/>
              <a:gdLst/>
              <a:ahLst/>
              <a:cxnLst/>
              <a:rect l="l" t="t" r="r" b="b"/>
              <a:pathLst>
                <a:path w="3175" h="5370" extrusionOk="0">
                  <a:moveTo>
                    <a:pt x="1430" y="0"/>
                  </a:moveTo>
                  <a:cubicBezTo>
                    <a:pt x="1198" y="0"/>
                    <a:pt x="967" y="42"/>
                    <a:pt x="736" y="84"/>
                  </a:cubicBezTo>
                  <a:lnTo>
                    <a:pt x="315" y="505"/>
                  </a:lnTo>
                  <a:cubicBezTo>
                    <a:pt x="126" y="715"/>
                    <a:pt x="0" y="989"/>
                    <a:pt x="0" y="1262"/>
                  </a:cubicBezTo>
                  <a:lnTo>
                    <a:pt x="0" y="4983"/>
                  </a:lnTo>
                  <a:cubicBezTo>
                    <a:pt x="440" y="5239"/>
                    <a:pt x="927" y="5369"/>
                    <a:pt x="1418" y="5369"/>
                  </a:cubicBezTo>
                  <a:cubicBezTo>
                    <a:pt x="1654" y="5369"/>
                    <a:pt x="1891" y="5339"/>
                    <a:pt x="2123" y="5278"/>
                  </a:cubicBezTo>
                  <a:lnTo>
                    <a:pt x="2123" y="1703"/>
                  </a:lnTo>
                  <a:lnTo>
                    <a:pt x="3175" y="652"/>
                  </a:lnTo>
                  <a:cubicBezTo>
                    <a:pt x="2670" y="232"/>
                    <a:pt x="2060" y="0"/>
                    <a:pt x="1430"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3" name="Google Shape;7813;p62"/>
            <p:cNvSpPr/>
            <p:nvPr/>
          </p:nvSpPr>
          <p:spPr>
            <a:xfrm>
              <a:off x="1900041" y="3407506"/>
              <a:ext cx="61402" cy="56896"/>
            </a:xfrm>
            <a:custGeom>
              <a:avLst/>
              <a:gdLst/>
              <a:ahLst/>
              <a:cxnLst/>
              <a:rect l="l" t="t" r="r" b="b"/>
              <a:pathLst>
                <a:path w="4101" h="3800" extrusionOk="0">
                  <a:moveTo>
                    <a:pt x="3044" y="1"/>
                  </a:moveTo>
                  <a:cubicBezTo>
                    <a:pt x="2777" y="1"/>
                    <a:pt x="2506" y="103"/>
                    <a:pt x="2292" y="331"/>
                  </a:cubicBezTo>
                  <a:lnTo>
                    <a:pt x="1" y="2644"/>
                  </a:lnTo>
                  <a:lnTo>
                    <a:pt x="1830" y="3800"/>
                  </a:lnTo>
                  <a:lnTo>
                    <a:pt x="3217" y="2412"/>
                  </a:lnTo>
                  <a:lnTo>
                    <a:pt x="4100" y="1004"/>
                  </a:lnTo>
                  <a:cubicBezTo>
                    <a:pt x="4073" y="392"/>
                    <a:pt x="3566" y="1"/>
                    <a:pt x="3044"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4" name="Google Shape;7814;p62"/>
            <p:cNvSpPr/>
            <p:nvPr/>
          </p:nvSpPr>
          <p:spPr>
            <a:xfrm>
              <a:off x="1738877" y="3658310"/>
              <a:ext cx="215320" cy="41878"/>
            </a:xfrm>
            <a:custGeom>
              <a:avLst/>
              <a:gdLst/>
              <a:ahLst/>
              <a:cxnLst/>
              <a:rect l="l" t="t" r="r" b="b"/>
              <a:pathLst>
                <a:path w="14381" h="2797" extrusionOk="0">
                  <a:moveTo>
                    <a:pt x="1745" y="0"/>
                  </a:moveTo>
                  <a:cubicBezTo>
                    <a:pt x="778" y="0"/>
                    <a:pt x="0" y="778"/>
                    <a:pt x="21" y="1745"/>
                  </a:cubicBezTo>
                  <a:lnTo>
                    <a:pt x="21" y="2292"/>
                  </a:lnTo>
                  <a:cubicBezTo>
                    <a:pt x="21" y="2565"/>
                    <a:pt x="232" y="2796"/>
                    <a:pt x="505" y="2796"/>
                  </a:cubicBezTo>
                  <a:lnTo>
                    <a:pt x="13897" y="2796"/>
                  </a:lnTo>
                  <a:cubicBezTo>
                    <a:pt x="14171" y="2796"/>
                    <a:pt x="14381" y="2565"/>
                    <a:pt x="14381" y="2292"/>
                  </a:cubicBezTo>
                  <a:lnTo>
                    <a:pt x="14381" y="1745"/>
                  </a:lnTo>
                  <a:cubicBezTo>
                    <a:pt x="14381" y="778"/>
                    <a:pt x="13603" y="0"/>
                    <a:pt x="12657"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5" name="Google Shape;7815;p62"/>
            <p:cNvSpPr/>
            <p:nvPr/>
          </p:nvSpPr>
          <p:spPr>
            <a:xfrm>
              <a:off x="1901928" y="3658310"/>
              <a:ext cx="52269" cy="41878"/>
            </a:xfrm>
            <a:custGeom>
              <a:avLst/>
              <a:gdLst/>
              <a:ahLst/>
              <a:cxnLst/>
              <a:rect l="l" t="t" r="r" b="b"/>
              <a:pathLst>
                <a:path w="3491" h="2797" extrusionOk="0">
                  <a:moveTo>
                    <a:pt x="1" y="0"/>
                  </a:moveTo>
                  <a:cubicBezTo>
                    <a:pt x="779" y="273"/>
                    <a:pt x="1304" y="988"/>
                    <a:pt x="1304" y="1808"/>
                  </a:cubicBezTo>
                  <a:lnTo>
                    <a:pt x="1304" y="2796"/>
                  </a:lnTo>
                  <a:lnTo>
                    <a:pt x="3007" y="2796"/>
                  </a:lnTo>
                  <a:cubicBezTo>
                    <a:pt x="3281" y="2775"/>
                    <a:pt x="3491" y="2565"/>
                    <a:pt x="3491" y="2292"/>
                  </a:cubicBezTo>
                  <a:lnTo>
                    <a:pt x="3491" y="1745"/>
                  </a:lnTo>
                  <a:cubicBezTo>
                    <a:pt x="3491" y="778"/>
                    <a:pt x="2713" y="0"/>
                    <a:pt x="1767"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6" name="Google Shape;7816;p62"/>
            <p:cNvSpPr/>
            <p:nvPr/>
          </p:nvSpPr>
          <p:spPr>
            <a:xfrm>
              <a:off x="1781369" y="3503749"/>
              <a:ext cx="93818" cy="80402"/>
            </a:xfrm>
            <a:custGeom>
              <a:avLst/>
              <a:gdLst/>
              <a:ahLst/>
              <a:cxnLst/>
              <a:rect l="l" t="t" r="r" b="b"/>
              <a:pathLst>
                <a:path w="6266" h="5370" extrusionOk="0">
                  <a:moveTo>
                    <a:pt x="3596" y="0"/>
                  </a:moveTo>
                  <a:cubicBezTo>
                    <a:pt x="1199" y="0"/>
                    <a:pt x="1" y="2880"/>
                    <a:pt x="1682" y="4583"/>
                  </a:cubicBezTo>
                  <a:cubicBezTo>
                    <a:pt x="2232" y="5126"/>
                    <a:pt x="2904" y="5369"/>
                    <a:pt x="3563" y="5369"/>
                  </a:cubicBezTo>
                  <a:cubicBezTo>
                    <a:pt x="4945" y="5369"/>
                    <a:pt x="6266" y="4300"/>
                    <a:pt x="6266" y="2691"/>
                  </a:cubicBezTo>
                  <a:cubicBezTo>
                    <a:pt x="6266" y="1198"/>
                    <a:pt x="5067" y="0"/>
                    <a:pt x="3596" y="0"/>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7" name="Google Shape;7817;p62"/>
            <p:cNvSpPr/>
            <p:nvPr/>
          </p:nvSpPr>
          <p:spPr>
            <a:xfrm>
              <a:off x="1829221" y="3503749"/>
              <a:ext cx="45966" cy="80283"/>
            </a:xfrm>
            <a:custGeom>
              <a:avLst/>
              <a:gdLst/>
              <a:ahLst/>
              <a:cxnLst/>
              <a:rect l="l" t="t" r="r" b="b"/>
              <a:pathLst>
                <a:path w="3070" h="5362" extrusionOk="0">
                  <a:moveTo>
                    <a:pt x="400" y="0"/>
                  </a:moveTo>
                  <a:cubicBezTo>
                    <a:pt x="253" y="0"/>
                    <a:pt x="126" y="0"/>
                    <a:pt x="0" y="21"/>
                  </a:cubicBezTo>
                  <a:cubicBezTo>
                    <a:pt x="2439" y="967"/>
                    <a:pt x="2439" y="4415"/>
                    <a:pt x="0" y="5340"/>
                  </a:cubicBezTo>
                  <a:cubicBezTo>
                    <a:pt x="126" y="5361"/>
                    <a:pt x="253" y="5361"/>
                    <a:pt x="400" y="5361"/>
                  </a:cubicBezTo>
                  <a:cubicBezTo>
                    <a:pt x="1871" y="5361"/>
                    <a:pt x="3070" y="4163"/>
                    <a:pt x="3070" y="2691"/>
                  </a:cubicBezTo>
                  <a:cubicBezTo>
                    <a:pt x="3070" y="1198"/>
                    <a:pt x="1871" y="0"/>
                    <a:pt x="400"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8" name="Google Shape;7818;p62"/>
            <p:cNvSpPr/>
            <p:nvPr/>
          </p:nvSpPr>
          <p:spPr>
            <a:xfrm>
              <a:off x="1813800" y="3528289"/>
              <a:ext cx="36832" cy="31337"/>
            </a:xfrm>
            <a:custGeom>
              <a:avLst/>
              <a:gdLst/>
              <a:ahLst/>
              <a:cxnLst/>
              <a:rect l="l" t="t" r="r" b="b"/>
              <a:pathLst>
                <a:path w="2460" h="2093" extrusionOk="0">
                  <a:moveTo>
                    <a:pt x="1409" y="1"/>
                  </a:moveTo>
                  <a:cubicBezTo>
                    <a:pt x="463" y="1"/>
                    <a:pt x="0" y="1115"/>
                    <a:pt x="673" y="1788"/>
                  </a:cubicBezTo>
                  <a:cubicBezTo>
                    <a:pt x="883" y="1999"/>
                    <a:pt x="1144" y="2093"/>
                    <a:pt x="1401" y="2093"/>
                  </a:cubicBezTo>
                  <a:cubicBezTo>
                    <a:pt x="1939" y="2093"/>
                    <a:pt x="2460" y="1678"/>
                    <a:pt x="2460" y="1052"/>
                  </a:cubicBezTo>
                  <a:cubicBezTo>
                    <a:pt x="2460" y="463"/>
                    <a:pt x="1997" y="1"/>
                    <a:pt x="1409" y="1"/>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9" name="Google Shape;7819;p62"/>
            <p:cNvSpPr/>
            <p:nvPr/>
          </p:nvSpPr>
          <p:spPr>
            <a:xfrm>
              <a:off x="1881475" y="3351479"/>
              <a:ext cx="95075" cy="97186"/>
            </a:xfrm>
            <a:custGeom>
              <a:avLst/>
              <a:gdLst/>
              <a:ahLst/>
              <a:cxnLst/>
              <a:rect l="l" t="t" r="r" b="b"/>
              <a:pathLst>
                <a:path w="6350" h="6491" extrusionOk="0">
                  <a:moveTo>
                    <a:pt x="2818" y="0"/>
                  </a:moveTo>
                  <a:cubicBezTo>
                    <a:pt x="2578" y="0"/>
                    <a:pt x="2344" y="112"/>
                    <a:pt x="2208" y="331"/>
                  </a:cubicBezTo>
                  <a:lnTo>
                    <a:pt x="211" y="3526"/>
                  </a:lnTo>
                  <a:cubicBezTo>
                    <a:pt x="0" y="3863"/>
                    <a:pt x="105" y="4304"/>
                    <a:pt x="421" y="4514"/>
                  </a:cubicBezTo>
                  <a:lnTo>
                    <a:pt x="3574" y="6491"/>
                  </a:lnTo>
                  <a:lnTo>
                    <a:pt x="6350" y="2097"/>
                  </a:lnTo>
                  <a:lnTo>
                    <a:pt x="3196" y="99"/>
                  </a:lnTo>
                  <a:cubicBezTo>
                    <a:pt x="3078" y="33"/>
                    <a:pt x="2947" y="0"/>
                    <a:pt x="2818"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0" name="Google Shape;7820;p62"/>
            <p:cNvSpPr/>
            <p:nvPr/>
          </p:nvSpPr>
          <p:spPr>
            <a:xfrm>
              <a:off x="1914834" y="3370584"/>
              <a:ext cx="61717" cy="78082"/>
            </a:xfrm>
            <a:custGeom>
              <a:avLst/>
              <a:gdLst/>
              <a:ahLst/>
              <a:cxnLst/>
              <a:rect l="l" t="t" r="r" b="b"/>
              <a:pathLst>
                <a:path w="4122" h="5215" extrusionOk="0">
                  <a:moveTo>
                    <a:pt x="2755" y="1"/>
                  </a:moveTo>
                  <a:lnTo>
                    <a:pt x="1" y="4374"/>
                  </a:lnTo>
                  <a:lnTo>
                    <a:pt x="1346" y="5215"/>
                  </a:lnTo>
                  <a:lnTo>
                    <a:pt x="4122" y="821"/>
                  </a:lnTo>
                  <a:lnTo>
                    <a:pt x="2818" y="1"/>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1" name="Google Shape;7821;p62"/>
            <p:cNvSpPr/>
            <p:nvPr/>
          </p:nvSpPr>
          <p:spPr>
            <a:xfrm>
              <a:off x="1934987" y="3382861"/>
              <a:ext cx="140412" cy="147255"/>
            </a:xfrm>
            <a:custGeom>
              <a:avLst/>
              <a:gdLst/>
              <a:ahLst/>
              <a:cxnLst/>
              <a:rect l="l" t="t" r="r" b="b"/>
              <a:pathLst>
                <a:path w="9378" h="9835" extrusionOk="0">
                  <a:moveTo>
                    <a:pt x="2755" y="1"/>
                  </a:moveTo>
                  <a:lnTo>
                    <a:pt x="0" y="4395"/>
                  </a:lnTo>
                  <a:lnTo>
                    <a:pt x="3049" y="9567"/>
                  </a:lnTo>
                  <a:cubicBezTo>
                    <a:pt x="3154" y="9745"/>
                    <a:pt x="3338" y="9835"/>
                    <a:pt x="3522" y="9835"/>
                  </a:cubicBezTo>
                  <a:cubicBezTo>
                    <a:pt x="3706" y="9835"/>
                    <a:pt x="3890" y="9745"/>
                    <a:pt x="3995" y="9567"/>
                  </a:cubicBezTo>
                  <a:lnTo>
                    <a:pt x="9146" y="1346"/>
                  </a:lnTo>
                  <a:cubicBezTo>
                    <a:pt x="9377" y="989"/>
                    <a:pt x="9146" y="526"/>
                    <a:pt x="8725" y="484"/>
                  </a:cubicBezTo>
                  <a:lnTo>
                    <a:pt x="2755"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2" name="Google Shape;7822;p62"/>
            <p:cNvSpPr/>
            <p:nvPr/>
          </p:nvSpPr>
          <p:spPr>
            <a:xfrm>
              <a:off x="1974020" y="3389165"/>
              <a:ext cx="101379" cy="140801"/>
            </a:xfrm>
            <a:custGeom>
              <a:avLst/>
              <a:gdLst/>
              <a:ahLst/>
              <a:cxnLst/>
              <a:rect l="l" t="t" r="r" b="b"/>
              <a:pathLst>
                <a:path w="6771" h="9404" extrusionOk="0">
                  <a:moveTo>
                    <a:pt x="5256" y="0"/>
                  </a:moveTo>
                  <a:lnTo>
                    <a:pt x="0" y="8389"/>
                  </a:lnTo>
                  <a:lnTo>
                    <a:pt x="442" y="9125"/>
                  </a:lnTo>
                  <a:cubicBezTo>
                    <a:pt x="550" y="9309"/>
                    <a:pt x="742" y="9404"/>
                    <a:pt x="931" y="9404"/>
                  </a:cubicBezTo>
                  <a:cubicBezTo>
                    <a:pt x="1110" y="9404"/>
                    <a:pt x="1286" y="9319"/>
                    <a:pt x="1388" y="9146"/>
                  </a:cubicBezTo>
                  <a:lnTo>
                    <a:pt x="6560" y="925"/>
                  </a:lnTo>
                  <a:cubicBezTo>
                    <a:pt x="6770" y="568"/>
                    <a:pt x="6539" y="105"/>
                    <a:pt x="6118" y="63"/>
                  </a:cubicBezTo>
                  <a:lnTo>
                    <a:pt x="5256" y="0"/>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3" name="Google Shape;7823;p62"/>
            <p:cNvSpPr/>
            <p:nvPr/>
          </p:nvSpPr>
          <p:spPr>
            <a:xfrm>
              <a:off x="2010538" y="3427884"/>
              <a:ext cx="86257" cy="88937"/>
            </a:xfrm>
            <a:custGeom>
              <a:avLst/>
              <a:gdLst/>
              <a:ahLst/>
              <a:cxnLst/>
              <a:rect l="l" t="t" r="r" b="b"/>
              <a:pathLst>
                <a:path w="5761" h="5940" extrusionOk="0">
                  <a:moveTo>
                    <a:pt x="3070" y="0"/>
                  </a:moveTo>
                  <a:lnTo>
                    <a:pt x="0" y="4899"/>
                  </a:lnTo>
                  <a:lnTo>
                    <a:pt x="988" y="5509"/>
                  </a:lnTo>
                  <a:cubicBezTo>
                    <a:pt x="1452" y="5800"/>
                    <a:pt x="1971" y="5940"/>
                    <a:pt x="2484" y="5940"/>
                  </a:cubicBezTo>
                  <a:cubicBezTo>
                    <a:pt x="3415" y="5940"/>
                    <a:pt x="4328" y="5479"/>
                    <a:pt x="4857" y="4626"/>
                  </a:cubicBezTo>
                  <a:lnTo>
                    <a:pt x="4941" y="4499"/>
                  </a:lnTo>
                  <a:cubicBezTo>
                    <a:pt x="5761" y="3175"/>
                    <a:pt x="5361" y="1451"/>
                    <a:pt x="4058" y="631"/>
                  </a:cubicBezTo>
                  <a:lnTo>
                    <a:pt x="3070" y="0"/>
                  </a:ln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4" name="Google Shape;7824;p62"/>
            <p:cNvSpPr/>
            <p:nvPr/>
          </p:nvSpPr>
          <p:spPr>
            <a:xfrm>
              <a:off x="2020929" y="3432600"/>
              <a:ext cx="75866" cy="84370"/>
            </a:xfrm>
            <a:custGeom>
              <a:avLst/>
              <a:gdLst/>
              <a:ahLst/>
              <a:cxnLst/>
              <a:rect l="l" t="t" r="r" b="b"/>
              <a:pathLst>
                <a:path w="5067" h="5635" extrusionOk="0">
                  <a:moveTo>
                    <a:pt x="2859" y="1"/>
                  </a:moveTo>
                  <a:lnTo>
                    <a:pt x="2859" y="1"/>
                  </a:lnTo>
                  <a:cubicBezTo>
                    <a:pt x="4606" y="2042"/>
                    <a:pt x="3073" y="5073"/>
                    <a:pt x="552" y="5073"/>
                  </a:cubicBezTo>
                  <a:cubicBezTo>
                    <a:pt x="373" y="5073"/>
                    <a:pt x="188" y="5057"/>
                    <a:pt x="0" y="5025"/>
                  </a:cubicBezTo>
                  <a:lnTo>
                    <a:pt x="0" y="5025"/>
                  </a:lnTo>
                  <a:lnTo>
                    <a:pt x="294" y="5194"/>
                  </a:lnTo>
                  <a:cubicBezTo>
                    <a:pt x="757" y="5492"/>
                    <a:pt x="1276" y="5634"/>
                    <a:pt x="1788" y="5634"/>
                  </a:cubicBezTo>
                  <a:cubicBezTo>
                    <a:pt x="2720" y="5634"/>
                    <a:pt x="3634" y="5165"/>
                    <a:pt x="4163" y="4311"/>
                  </a:cubicBezTo>
                  <a:lnTo>
                    <a:pt x="4247" y="4184"/>
                  </a:lnTo>
                  <a:cubicBezTo>
                    <a:pt x="5067" y="2860"/>
                    <a:pt x="4667" y="1136"/>
                    <a:pt x="3364" y="316"/>
                  </a:cubicBezTo>
                  <a:lnTo>
                    <a:pt x="2859" y="1"/>
                  </a:ln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5" name="Google Shape;7825;p62"/>
            <p:cNvSpPr/>
            <p:nvPr/>
          </p:nvSpPr>
          <p:spPr>
            <a:xfrm>
              <a:off x="1861322" y="3349652"/>
              <a:ext cx="46924" cy="44873"/>
            </a:xfrm>
            <a:custGeom>
              <a:avLst/>
              <a:gdLst/>
              <a:ahLst/>
              <a:cxnLst/>
              <a:rect l="l" t="t" r="r" b="b"/>
              <a:pathLst>
                <a:path w="3134" h="2997" extrusionOk="0">
                  <a:moveTo>
                    <a:pt x="1203" y="1"/>
                  </a:moveTo>
                  <a:cubicBezTo>
                    <a:pt x="1037" y="1"/>
                    <a:pt x="876" y="90"/>
                    <a:pt x="779" y="242"/>
                  </a:cubicBezTo>
                  <a:lnTo>
                    <a:pt x="148" y="1273"/>
                  </a:lnTo>
                  <a:cubicBezTo>
                    <a:pt x="1" y="1483"/>
                    <a:pt x="64" y="1798"/>
                    <a:pt x="295" y="1945"/>
                  </a:cubicBezTo>
                  <a:lnTo>
                    <a:pt x="1956" y="2997"/>
                  </a:lnTo>
                  <a:lnTo>
                    <a:pt x="3133" y="1125"/>
                  </a:lnTo>
                  <a:lnTo>
                    <a:pt x="1451" y="74"/>
                  </a:lnTo>
                  <a:cubicBezTo>
                    <a:pt x="1373" y="24"/>
                    <a:pt x="1287" y="1"/>
                    <a:pt x="120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6" name="Google Shape;7826;p62"/>
            <p:cNvSpPr/>
            <p:nvPr/>
          </p:nvSpPr>
          <p:spPr>
            <a:xfrm>
              <a:off x="1877687" y="3358306"/>
              <a:ext cx="30559" cy="36218"/>
            </a:xfrm>
            <a:custGeom>
              <a:avLst/>
              <a:gdLst/>
              <a:ahLst/>
              <a:cxnLst/>
              <a:rect l="l" t="t" r="r" b="b"/>
              <a:pathLst>
                <a:path w="2041" h="2419" extrusionOk="0">
                  <a:moveTo>
                    <a:pt x="1136" y="1"/>
                  </a:moveTo>
                  <a:lnTo>
                    <a:pt x="1" y="1851"/>
                  </a:lnTo>
                  <a:lnTo>
                    <a:pt x="863" y="2419"/>
                  </a:lnTo>
                  <a:lnTo>
                    <a:pt x="2040" y="547"/>
                  </a:lnTo>
                  <a:lnTo>
                    <a:pt x="1136" y="1"/>
                  </a:ln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7" name="Google Shape;7827;p62"/>
            <p:cNvSpPr/>
            <p:nvPr/>
          </p:nvSpPr>
          <p:spPr>
            <a:xfrm>
              <a:off x="1872656" y="3625880"/>
              <a:ext cx="42193" cy="32430"/>
            </a:xfrm>
            <a:custGeom>
              <a:avLst/>
              <a:gdLst/>
              <a:ahLst/>
              <a:cxnLst/>
              <a:rect l="l" t="t" r="r" b="b"/>
              <a:pathLst>
                <a:path w="2818" h="2166" extrusionOk="0">
                  <a:moveTo>
                    <a:pt x="1115" y="1"/>
                  </a:moveTo>
                  <a:cubicBezTo>
                    <a:pt x="484" y="1"/>
                    <a:pt x="1" y="505"/>
                    <a:pt x="1" y="1115"/>
                  </a:cubicBezTo>
                  <a:lnTo>
                    <a:pt x="1" y="2166"/>
                  </a:lnTo>
                  <a:lnTo>
                    <a:pt x="2818" y="2166"/>
                  </a:lnTo>
                  <a:lnTo>
                    <a:pt x="2797" y="1115"/>
                  </a:lnTo>
                  <a:cubicBezTo>
                    <a:pt x="2797" y="505"/>
                    <a:pt x="2292" y="1"/>
                    <a:pt x="1683" y="1"/>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8" name="Google Shape;7828;p62"/>
            <p:cNvSpPr/>
            <p:nvPr/>
          </p:nvSpPr>
          <p:spPr>
            <a:xfrm>
              <a:off x="1885563" y="3625745"/>
              <a:ext cx="28972" cy="32565"/>
            </a:xfrm>
            <a:custGeom>
              <a:avLst/>
              <a:gdLst/>
              <a:ahLst/>
              <a:cxnLst/>
              <a:rect l="l" t="t" r="r" b="b"/>
              <a:pathLst>
                <a:path w="1935" h="2175" extrusionOk="0">
                  <a:moveTo>
                    <a:pt x="179" y="1"/>
                  </a:moveTo>
                  <a:cubicBezTo>
                    <a:pt x="120" y="1"/>
                    <a:pt x="60" y="16"/>
                    <a:pt x="1" y="31"/>
                  </a:cubicBezTo>
                  <a:cubicBezTo>
                    <a:pt x="421" y="241"/>
                    <a:pt x="673" y="682"/>
                    <a:pt x="673" y="1166"/>
                  </a:cubicBezTo>
                  <a:lnTo>
                    <a:pt x="673" y="2175"/>
                  </a:lnTo>
                  <a:lnTo>
                    <a:pt x="1935" y="2175"/>
                  </a:lnTo>
                  <a:lnTo>
                    <a:pt x="1935" y="1124"/>
                  </a:lnTo>
                  <a:cubicBezTo>
                    <a:pt x="1935" y="514"/>
                    <a:pt x="1430" y="10"/>
                    <a:pt x="821" y="10"/>
                  </a:cubicBezTo>
                  <a:lnTo>
                    <a:pt x="253" y="10"/>
                  </a:lnTo>
                  <a:cubicBezTo>
                    <a:pt x="228" y="3"/>
                    <a:pt x="204" y="1"/>
                    <a:pt x="179" y="1"/>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29" name="Google Shape;7829;p62"/>
          <p:cNvGrpSpPr/>
          <p:nvPr/>
        </p:nvGrpSpPr>
        <p:grpSpPr>
          <a:xfrm>
            <a:off x="1979882" y="4107115"/>
            <a:ext cx="383281" cy="333947"/>
            <a:chOff x="1971819" y="4276854"/>
            <a:chExt cx="383281" cy="333947"/>
          </a:xfrm>
        </p:grpSpPr>
        <p:sp>
          <p:nvSpPr>
            <p:cNvPr id="7830" name="Google Shape;7830;p62"/>
            <p:cNvSpPr/>
            <p:nvPr/>
          </p:nvSpPr>
          <p:spPr>
            <a:xfrm>
              <a:off x="1971819" y="4277094"/>
              <a:ext cx="383281" cy="333707"/>
            </a:xfrm>
            <a:custGeom>
              <a:avLst/>
              <a:gdLst/>
              <a:ahLst/>
              <a:cxnLst/>
              <a:rect l="l" t="t" r="r" b="b"/>
              <a:pathLst>
                <a:path w="25599" h="22288" extrusionOk="0">
                  <a:moveTo>
                    <a:pt x="14060" y="0"/>
                  </a:moveTo>
                  <a:cubicBezTo>
                    <a:pt x="11422" y="0"/>
                    <a:pt x="8740" y="922"/>
                    <a:pt x="6518" y="2928"/>
                  </a:cubicBezTo>
                  <a:cubicBezTo>
                    <a:pt x="0" y="8794"/>
                    <a:pt x="2334" y="19517"/>
                    <a:pt x="10702" y="22145"/>
                  </a:cubicBezTo>
                  <a:cubicBezTo>
                    <a:pt x="11014" y="22242"/>
                    <a:pt x="11325" y="22287"/>
                    <a:pt x="11629" y="22287"/>
                  </a:cubicBezTo>
                  <a:cubicBezTo>
                    <a:pt x="13434" y="22287"/>
                    <a:pt x="14966" y="20685"/>
                    <a:pt x="14696" y="18760"/>
                  </a:cubicBezTo>
                  <a:cubicBezTo>
                    <a:pt x="14465" y="17057"/>
                    <a:pt x="15033" y="15354"/>
                    <a:pt x="16252" y="14134"/>
                  </a:cubicBezTo>
                  <a:cubicBezTo>
                    <a:pt x="17290" y="13096"/>
                    <a:pt x="18692" y="12534"/>
                    <a:pt x="20127" y="12534"/>
                  </a:cubicBezTo>
                  <a:cubicBezTo>
                    <a:pt x="20552" y="12534"/>
                    <a:pt x="20980" y="12583"/>
                    <a:pt x="21403" y="12684"/>
                  </a:cubicBezTo>
                  <a:cubicBezTo>
                    <a:pt x="21659" y="12747"/>
                    <a:pt x="21913" y="12777"/>
                    <a:pt x="22162" y="12777"/>
                  </a:cubicBezTo>
                  <a:cubicBezTo>
                    <a:pt x="24051" y="12777"/>
                    <a:pt x="25599" y="11037"/>
                    <a:pt x="25208" y="9067"/>
                  </a:cubicBezTo>
                  <a:cubicBezTo>
                    <a:pt x="24046" y="3410"/>
                    <a:pt x="19135" y="0"/>
                    <a:pt x="14060"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1" name="Google Shape;7831;p62"/>
            <p:cNvSpPr/>
            <p:nvPr/>
          </p:nvSpPr>
          <p:spPr>
            <a:xfrm>
              <a:off x="2071910" y="4276854"/>
              <a:ext cx="281124" cy="183233"/>
            </a:xfrm>
            <a:custGeom>
              <a:avLst/>
              <a:gdLst/>
              <a:ahLst/>
              <a:cxnLst/>
              <a:rect l="l" t="t" r="r" b="b"/>
              <a:pathLst>
                <a:path w="18776" h="12238" extrusionOk="0">
                  <a:moveTo>
                    <a:pt x="7372" y="1"/>
                  </a:moveTo>
                  <a:cubicBezTo>
                    <a:pt x="4809" y="1"/>
                    <a:pt x="2199" y="874"/>
                    <a:pt x="1" y="2776"/>
                  </a:cubicBezTo>
                  <a:cubicBezTo>
                    <a:pt x="1763" y="1879"/>
                    <a:pt x="3616" y="1463"/>
                    <a:pt x="5431" y="1463"/>
                  </a:cubicBezTo>
                  <a:cubicBezTo>
                    <a:pt x="10891" y="1463"/>
                    <a:pt x="16000" y="5237"/>
                    <a:pt x="17199" y="11060"/>
                  </a:cubicBezTo>
                  <a:cubicBezTo>
                    <a:pt x="17283" y="11438"/>
                    <a:pt x="17283" y="11859"/>
                    <a:pt x="17220" y="12237"/>
                  </a:cubicBezTo>
                  <a:cubicBezTo>
                    <a:pt x="18250" y="11543"/>
                    <a:pt x="18776" y="10303"/>
                    <a:pt x="18523" y="9083"/>
                  </a:cubicBezTo>
                  <a:cubicBezTo>
                    <a:pt x="17363" y="3436"/>
                    <a:pt x="12458" y="1"/>
                    <a:pt x="7372"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2" name="Google Shape;7832;p62"/>
            <p:cNvSpPr/>
            <p:nvPr/>
          </p:nvSpPr>
          <p:spPr>
            <a:xfrm>
              <a:off x="2169187" y="4328644"/>
              <a:ext cx="141984" cy="106574"/>
            </a:xfrm>
            <a:custGeom>
              <a:avLst/>
              <a:gdLst/>
              <a:ahLst/>
              <a:cxnLst/>
              <a:rect l="l" t="t" r="r" b="b"/>
              <a:pathLst>
                <a:path w="9483" h="7118" extrusionOk="0">
                  <a:moveTo>
                    <a:pt x="4741" y="0"/>
                  </a:moveTo>
                  <a:cubicBezTo>
                    <a:pt x="3832" y="0"/>
                    <a:pt x="2923" y="347"/>
                    <a:pt x="2229" y="1041"/>
                  </a:cubicBezTo>
                  <a:cubicBezTo>
                    <a:pt x="0" y="3291"/>
                    <a:pt x="1577" y="7117"/>
                    <a:pt x="4752" y="7117"/>
                  </a:cubicBezTo>
                  <a:cubicBezTo>
                    <a:pt x="7906" y="7117"/>
                    <a:pt x="9482" y="3291"/>
                    <a:pt x="7254" y="1041"/>
                  </a:cubicBezTo>
                  <a:cubicBezTo>
                    <a:pt x="6560" y="347"/>
                    <a:pt x="5651" y="0"/>
                    <a:pt x="4741"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3" name="Google Shape;7833;p62"/>
            <p:cNvSpPr/>
            <p:nvPr/>
          </p:nvSpPr>
          <p:spPr>
            <a:xfrm>
              <a:off x="2194685" y="4328959"/>
              <a:ext cx="103894" cy="98699"/>
            </a:xfrm>
            <a:custGeom>
              <a:avLst/>
              <a:gdLst/>
              <a:ahLst/>
              <a:cxnLst/>
              <a:rect l="l" t="t" r="r" b="b"/>
              <a:pathLst>
                <a:path w="6939" h="6592" extrusionOk="0">
                  <a:moveTo>
                    <a:pt x="3049" y="0"/>
                  </a:moveTo>
                  <a:cubicBezTo>
                    <a:pt x="2145" y="0"/>
                    <a:pt x="1241" y="347"/>
                    <a:pt x="547" y="1041"/>
                  </a:cubicBezTo>
                  <a:lnTo>
                    <a:pt x="526" y="1020"/>
                  </a:lnTo>
                  <a:cubicBezTo>
                    <a:pt x="316" y="1230"/>
                    <a:pt x="148" y="1462"/>
                    <a:pt x="0" y="1714"/>
                  </a:cubicBezTo>
                  <a:cubicBezTo>
                    <a:pt x="614" y="1344"/>
                    <a:pt x="1243" y="1181"/>
                    <a:pt x="1846" y="1181"/>
                  </a:cubicBezTo>
                  <a:cubicBezTo>
                    <a:pt x="4366" y="1181"/>
                    <a:pt x="6422" y="4030"/>
                    <a:pt x="4878" y="6592"/>
                  </a:cubicBezTo>
                  <a:cubicBezTo>
                    <a:pt x="5130" y="6444"/>
                    <a:pt x="5362" y="6255"/>
                    <a:pt x="5572" y="6066"/>
                  </a:cubicBezTo>
                  <a:cubicBezTo>
                    <a:pt x="6938" y="4657"/>
                    <a:pt x="6938" y="2429"/>
                    <a:pt x="5551" y="1041"/>
                  </a:cubicBezTo>
                  <a:cubicBezTo>
                    <a:pt x="4857" y="347"/>
                    <a:pt x="3953" y="0"/>
                    <a:pt x="304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4" name="Google Shape;7834;p62"/>
            <p:cNvSpPr/>
            <p:nvPr/>
          </p:nvSpPr>
          <p:spPr>
            <a:xfrm>
              <a:off x="2061849" y="4499810"/>
              <a:ext cx="81226" cy="60684"/>
            </a:xfrm>
            <a:custGeom>
              <a:avLst/>
              <a:gdLst/>
              <a:ahLst/>
              <a:cxnLst/>
              <a:rect l="l" t="t" r="r" b="b"/>
              <a:pathLst>
                <a:path w="5425" h="4053" extrusionOk="0">
                  <a:moveTo>
                    <a:pt x="2704" y="0"/>
                  </a:moveTo>
                  <a:cubicBezTo>
                    <a:pt x="2187" y="0"/>
                    <a:pt x="1672" y="195"/>
                    <a:pt x="1283" y="584"/>
                  </a:cubicBezTo>
                  <a:cubicBezTo>
                    <a:pt x="0" y="1866"/>
                    <a:pt x="904" y="4053"/>
                    <a:pt x="2712" y="4053"/>
                  </a:cubicBezTo>
                  <a:cubicBezTo>
                    <a:pt x="4520" y="4053"/>
                    <a:pt x="5424" y="1866"/>
                    <a:pt x="4142" y="584"/>
                  </a:cubicBezTo>
                  <a:cubicBezTo>
                    <a:pt x="3743" y="195"/>
                    <a:pt x="3222" y="0"/>
                    <a:pt x="2704"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5" name="Google Shape;7835;p62"/>
            <p:cNvSpPr/>
            <p:nvPr/>
          </p:nvSpPr>
          <p:spPr>
            <a:xfrm>
              <a:off x="2075384" y="4499600"/>
              <a:ext cx="62660" cy="57435"/>
            </a:xfrm>
            <a:custGeom>
              <a:avLst/>
              <a:gdLst/>
              <a:ahLst/>
              <a:cxnLst/>
              <a:rect l="l" t="t" r="r" b="b"/>
              <a:pathLst>
                <a:path w="4185" h="3836" extrusionOk="0">
                  <a:moveTo>
                    <a:pt x="1817" y="0"/>
                  </a:moveTo>
                  <a:cubicBezTo>
                    <a:pt x="1300" y="0"/>
                    <a:pt x="779" y="198"/>
                    <a:pt x="379" y="598"/>
                  </a:cubicBezTo>
                  <a:cubicBezTo>
                    <a:pt x="232" y="766"/>
                    <a:pt x="84" y="934"/>
                    <a:pt x="0" y="1123"/>
                  </a:cubicBezTo>
                  <a:cubicBezTo>
                    <a:pt x="299" y="978"/>
                    <a:pt x="600" y="912"/>
                    <a:pt x="890" y="912"/>
                  </a:cubicBezTo>
                  <a:cubicBezTo>
                    <a:pt x="2277" y="912"/>
                    <a:pt x="3408" y="2410"/>
                    <a:pt x="2712" y="3836"/>
                  </a:cubicBezTo>
                  <a:cubicBezTo>
                    <a:pt x="3827" y="3289"/>
                    <a:pt x="4184" y="1859"/>
                    <a:pt x="3448" y="850"/>
                  </a:cubicBezTo>
                  <a:cubicBezTo>
                    <a:pt x="3057" y="287"/>
                    <a:pt x="2441" y="0"/>
                    <a:pt x="181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6" name="Google Shape;7836;p62"/>
            <p:cNvSpPr/>
            <p:nvPr/>
          </p:nvSpPr>
          <p:spPr>
            <a:xfrm>
              <a:off x="2030047" y="4417027"/>
              <a:ext cx="81241" cy="60684"/>
            </a:xfrm>
            <a:custGeom>
              <a:avLst/>
              <a:gdLst/>
              <a:ahLst/>
              <a:cxnLst/>
              <a:rect l="l" t="t" r="r" b="b"/>
              <a:pathLst>
                <a:path w="5426" h="4053" extrusionOk="0">
                  <a:moveTo>
                    <a:pt x="2721" y="0"/>
                  </a:moveTo>
                  <a:cubicBezTo>
                    <a:pt x="2203" y="0"/>
                    <a:pt x="1683" y="195"/>
                    <a:pt x="1283" y="583"/>
                  </a:cubicBezTo>
                  <a:cubicBezTo>
                    <a:pt x="1" y="1866"/>
                    <a:pt x="905" y="4052"/>
                    <a:pt x="2713" y="4052"/>
                  </a:cubicBezTo>
                  <a:cubicBezTo>
                    <a:pt x="4521" y="4052"/>
                    <a:pt x="5425" y="1866"/>
                    <a:pt x="4143" y="583"/>
                  </a:cubicBezTo>
                  <a:cubicBezTo>
                    <a:pt x="3754" y="195"/>
                    <a:pt x="3238" y="0"/>
                    <a:pt x="2721"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7" name="Google Shape;7837;p62"/>
            <p:cNvSpPr/>
            <p:nvPr/>
          </p:nvSpPr>
          <p:spPr>
            <a:xfrm>
              <a:off x="2043897" y="4416937"/>
              <a:ext cx="62345" cy="57315"/>
            </a:xfrm>
            <a:custGeom>
              <a:avLst/>
              <a:gdLst/>
              <a:ahLst/>
              <a:cxnLst/>
              <a:rect l="l" t="t" r="r" b="b"/>
              <a:pathLst>
                <a:path w="4164" h="3828" extrusionOk="0">
                  <a:moveTo>
                    <a:pt x="1798" y="0"/>
                  </a:moveTo>
                  <a:cubicBezTo>
                    <a:pt x="1281" y="0"/>
                    <a:pt x="761" y="198"/>
                    <a:pt x="358" y="610"/>
                  </a:cubicBezTo>
                  <a:lnTo>
                    <a:pt x="358" y="589"/>
                  </a:lnTo>
                  <a:cubicBezTo>
                    <a:pt x="211" y="737"/>
                    <a:pt x="85" y="905"/>
                    <a:pt x="1" y="1094"/>
                  </a:cubicBezTo>
                  <a:cubicBezTo>
                    <a:pt x="317" y="926"/>
                    <a:pt x="639" y="851"/>
                    <a:pt x="949" y="851"/>
                  </a:cubicBezTo>
                  <a:cubicBezTo>
                    <a:pt x="2346" y="851"/>
                    <a:pt x="3491" y="2381"/>
                    <a:pt x="2734" y="3827"/>
                  </a:cubicBezTo>
                  <a:cubicBezTo>
                    <a:pt x="3827" y="3260"/>
                    <a:pt x="4164" y="1830"/>
                    <a:pt x="3428" y="821"/>
                  </a:cubicBezTo>
                  <a:cubicBezTo>
                    <a:pt x="3027" y="283"/>
                    <a:pt x="2415" y="0"/>
                    <a:pt x="1798" y="0"/>
                  </a:cubicBezTo>
                  <a:close/>
                </a:path>
              </a:pathLst>
            </a:custGeom>
            <a:solidFill>
              <a:srgbClr val="2B455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8" name="Google Shape;7838;p62"/>
            <p:cNvSpPr/>
            <p:nvPr/>
          </p:nvSpPr>
          <p:spPr>
            <a:xfrm>
              <a:off x="2067194" y="4330845"/>
              <a:ext cx="80911" cy="60609"/>
            </a:xfrm>
            <a:custGeom>
              <a:avLst/>
              <a:gdLst/>
              <a:ahLst/>
              <a:cxnLst/>
              <a:rect l="l" t="t" r="r" b="b"/>
              <a:pathLst>
                <a:path w="5404" h="4048" extrusionOk="0">
                  <a:moveTo>
                    <a:pt x="2705" y="1"/>
                  </a:moveTo>
                  <a:cubicBezTo>
                    <a:pt x="2187" y="1"/>
                    <a:pt x="1672" y="200"/>
                    <a:pt x="1283" y="600"/>
                  </a:cubicBezTo>
                  <a:cubicBezTo>
                    <a:pt x="1" y="1882"/>
                    <a:pt x="905" y="4048"/>
                    <a:pt x="2713" y="4048"/>
                  </a:cubicBezTo>
                  <a:cubicBezTo>
                    <a:pt x="4500" y="4048"/>
                    <a:pt x="5404" y="1882"/>
                    <a:pt x="4142" y="600"/>
                  </a:cubicBezTo>
                  <a:cubicBezTo>
                    <a:pt x="3743" y="200"/>
                    <a:pt x="3223" y="1"/>
                    <a:pt x="2705" y="1"/>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9" name="Google Shape;7839;p62"/>
            <p:cNvSpPr/>
            <p:nvPr/>
          </p:nvSpPr>
          <p:spPr>
            <a:xfrm>
              <a:off x="2080415" y="4330845"/>
              <a:ext cx="62974" cy="57464"/>
            </a:xfrm>
            <a:custGeom>
              <a:avLst/>
              <a:gdLst/>
              <a:ahLst/>
              <a:cxnLst/>
              <a:rect l="l" t="t" r="r" b="b"/>
              <a:pathLst>
                <a:path w="4206" h="3838" extrusionOk="0">
                  <a:moveTo>
                    <a:pt x="1839" y="0"/>
                  </a:moveTo>
                  <a:cubicBezTo>
                    <a:pt x="1323" y="0"/>
                    <a:pt x="802" y="197"/>
                    <a:pt x="400" y="600"/>
                  </a:cubicBezTo>
                  <a:lnTo>
                    <a:pt x="379" y="600"/>
                  </a:lnTo>
                  <a:cubicBezTo>
                    <a:pt x="232" y="747"/>
                    <a:pt x="106" y="915"/>
                    <a:pt x="1" y="1104"/>
                  </a:cubicBezTo>
                  <a:cubicBezTo>
                    <a:pt x="318" y="942"/>
                    <a:pt x="639" y="869"/>
                    <a:pt x="948" y="869"/>
                  </a:cubicBezTo>
                  <a:cubicBezTo>
                    <a:pt x="2356" y="869"/>
                    <a:pt x="3496" y="2389"/>
                    <a:pt x="2755" y="3838"/>
                  </a:cubicBezTo>
                  <a:cubicBezTo>
                    <a:pt x="3848" y="3270"/>
                    <a:pt x="4205" y="1840"/>
                    <a:pt x="3470" y="831"/>
                  </a:cubicBezTo>
                  <a:cubicBezTo>
                    <a:pt x="3069" y="282"/>
                    <a:pt x="2457" y="0"/>
                    <a:pt x="1839"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40" name="Google Shape;7840;p62"/>
          <p:cNvGrpSpPr/>
          <p:nvPr/>
        </p:nvGrpSpPr>
        <p:grpSpPr>
          <a:xfrm>
            <a:off x="1833181" y="2716080"/>
            <a:ext cx="175987" cy="361391"/>
            <a:chOff x="1825119" y="2885819"/>
            <a:chExt cx="175987" cy="361391"/>
          </a:xfrm>
        </p:grpSpPr>
        <p:sp>
          <p:nvSpPr>
            <p:cNvPr id="7841" name="Google Shape;7841;p62"/>
            <p:cNvSpPr/>
            <p:nvPr/>
          </p:nvSpPr>
          <p:spPr>
            <a:xfrm>
              <a:off x="1825119" y="2885819"/>
              <a:ext cx="175987" cy="56356"/>
            </a:xfrm>
            <a:custGeom>
              <a:avLst/>
              <a:gdLst/>
              <a:ahLst/>
              <a:cxnLst/>
              <a:rect l="l" t="t" r="r" b="b"/>
              <a:pathLst>
                <a:path w="11754" h="3764" extrusionOk="0">
                  <a:moveTo>
                    <a:pt x="1494" y="0"/>
                  </a:moveTo>
                  <a:cubicBezTo>
                    <a:pt x="674" y="0"/>
                    <a:pt x="1" y="673"/>
                    <a:pt x="1" y="1493"/>
                  </a:cubicBezTo>
                  <a:lnTo>
                    <a:pt x="1" y="2271"/>
                  </a:lnTo>
                  <a:cubicBezTo>
                    <a:pt x="1" y="3091"/>
                    <a:pt x="674" y="3764"/>
                    <a:pt x="1494" y="3764"/>
                  </a:cubicBezTo>
                  <a:lnTo>
                    <a:pt x="10261" y="3764"/>
                  </a:lnTo>
                  <a:cubicBezTo>
                    <a:pt x="11081" y="3764"/>
                    <a:pt x="11754" y="3091"/>
                    <a:pt x="11754" y="2271"/>
                  </a:cubicBezTo>
                  <a:lnTo>
                    <a:pt x="11754" y="1493"/>
                  </a:lnTo>
                  <a:cubicBezTo>
                    <a:pt x="11754" y="673"/>
                    <a:pt x="11081" y="0"/>
                    <a:pt x="10261"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2" name="Google Shape;7842;p62"/>
            <p:cNvSpPr/>
            <p:nvPr/>
          </p:nvSpPr>
          <p:spPr>
            <a:xfrm>
              <a:off x="1951666" y="2886119"/>
              <a:ext cx="49439" cy="56371"/>
            </a:xfrm>
            <a:custGeom>
              <a:avLst/>
              <a:gdLst/>
              <a:ahLst/>
              <a:cxnLst/>
              <a:rect l="l" t="t" r="r" b="b"/>
              <a:pathLst>
                <a:path w="3302" h="3765" extrusionOk="0">
                  <a:moveTo>
                    <a:pt x="1846" y="1"/>
                  </a:moveTo>
                  <a:cubicBezTo>
                    <a:pt x="1834" y="1"/>
                    <a:pt x="1821" y="1"/>
                    <a:pt x="1809" y="1"/>
                  </a:cubicBezTo>
                  <a:lnTo>
                    <a:pt x="1" y="1"/>
                  </a:lnTo>
                  <a:cubicBezTo>
                    <a:pt x="610" y="253"/>
                    <a:pt x="989" y="842"/>
                    <a:pt x="989" y="1494"/>
                  </a:cubicBezTo>
                  <a:lnTo>
                    <a:pt x="989" y="2251"/>
                  </a:lnTo>
                  <a:cubicBezTo>
                    <a:pt x="989" y="2903"/>
                    <a:pt x="610" y="3491"/>
                    <a:pt x="1" y="3765"/>
                  </a:cubicBezTo>
                  <a:lnTo>
                    <a:pt x="1809" y="3765"/>
                  </a:lnTo>
                  <a:cubicBezTo>
                    <a:pt x="2629" y="3765"/>
                    <a:pt x="3302" y="3092"/>
                    <a:pt x="3302" y="2272"/>
                  </a:cubicBezTo>
                  <a:lnTo>
                    <a:pt x="3302" y="1473"/>
                  </a:lnTo>
                  <a:cubicBezTo>
                    <a:pt x="3302" y="665"/>
                    <a:pt x="2649" y="1"/>
                    <a:pt x="1846" y="1"/>
                  </a:cubicBezTo>
                  <a:close/>
                </a:path>
              </a:pathLst>
            </a:custGeom>
            <a:solidFill>
              <a:srgbClr val="8EA6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3" name="Google Shape;7843;p62"/>
            <p:cNvSpPr/>
            <p:nvPr/>
          </p:nvSpPr>
          <p:spPr>
            <a:xfrm>
              <a:off x="1853776" y="2942161"/>
              <a:ext cx="118058" cy="304735"/>
            </a:xfrm>
            <a:custGeom>
              <a:avLst/>
              <a:gdLst/>
              <a:ahLst/>
              <a:cxnLst/>
              <a:rect l="l" t="t" r="r" b="b"/>
              <a:pathLst>
                <a:path w="7885" h="20353" extrusionOk="0">
                  <a:moveTo>
                    <a:pt x="0" y="1"/>
                  </a:moveTo>
                  <a:lnTo>
                    <a:pt x="0" y="16526"/>
                  </a:lnTo>
                  <a:cubicBezTo>
                    <a:pt x="0" y="18649"/>
                    <a:pt x="1703" y="20352"/>
                    <a:pt x="3806" y="20352"/>
                  </a:cubicBezTo>
                  <a:lnTo>
                    <a:pt x="4037" y="20352"/>
                  </a:lnTo>
                  <a:cubicBezTo>
                    <a:pt x="6160" y="20352"/>
                    <a:pt x="7884" y="18649"/>
                    <a:pt x="7884" y="16526"/>
                  </a:cubicBezTo>
                  <a:lnTo>
                    <a:pt x="7884" y="1"/>
                  </a:ln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4" name="Google Shape;7844;p62"/>
            <p:cNvSpPr/>
            <p:nvPr/>
          </p:nvSpPr>
          <p:spPr>
            <a:xfrm>
              <a:off x="1853776" y="2942161"/>
              <a:ext cx="118058" cy="305050"/>
            </a:xfrm>
            <a:custGeom>
              <a:avLst/>
              <a:gdLst/>
              <a:ahLst/>
              <a:cxnLst/>
              <a:rect l="l" t="t" r="r" b="b"/>
              <a:pathLst>
                <a:path w="7885" h="20374" extrusionOk="0">
                  <a:moveTo>
                    <a:pt x="0" y="1"/>
                  </a:moveTo>
                  <a:lnTo>
                    <a:pt x="0" y="863"/>
                  </a:lnTo>
                  <a:lnTo>
                    <a:pt x="3049" y="863"/>
                  </a:lnTo>
                  <a:cubicBezTo>
                    <a:pt x="4899" y="863"/>
                    <a:pt x="6413" y="2376"/>
                    <a:pt x="6413" y="4226"/>
                  </a:cubicBezTo>
                  <a:lnTo>
                    <a:pt x="6413" y="15033"/>
                  </a:lnTo>
                  <a:cubicBezTo>
                    <a:pt x="6413" y="17364"/>
                    <a:pt x="4487" y="19089"/>
                    <a:pt x="2359" y="19089"/>
                  </a:cubicBezTo>
                  <a:cubicBezTo>
                    <a:pt x="1801" y="19089"/>
                    <a:pt x="1228" y="18970"/>
                    <a:pt x="673" y="18712"/>
                  </a:cubicBezTo>
                  <a:lnTo>
                    <a:pt x="673" y="18712"/>
                  </a:lnTo>
                  <a:cubicBezTo>
                    <a:pt x="1388" y="19742"/>
                    <a:pt x="2565" y="20373"/>
                    <a:pt x="3827" y="20373"/>
                  </a:cubicBezTo>
                  <a:lnTo>
                    <a:pt x="4058" y="20373"/>
                  </a:lnTo>
                  <a:cubicBezTo>
                    <a:pt x="6160" y="20352"/>
                    <a:pt x="7884" y="18649"/>
                    <a:pt x="7884" y="16547"/>
                  </a:cubicBezTo>
                  <a:lnTo>
                    <a:pt x="7884" y="1"/>
                  </a:ln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5" name="Google Shape;7845;p62"/>
            <p:cNvSpPr/>
            <p:nvPr/>
          </p:nvSpPr>
          <p:spPr>
            <a:xfrm>
              <a:off x="1933100" y="2963257"/>
              <a:ext cx="38419" cy="10705"/>
            </a:xfrm>
            <a:custGeom>
              <a:avLst/>
              <a:gdLst/>
              <a:ahLst/>
              <a:cxnLst/>
              <a:rect l="l" t="t" r="r" b="b"/>
              <a:pathLst>
                <a:path w="2566" h="715" extrusionOk="0">
                  <a:moveTo>
                    <a:pt x="358" y="0"/>
                  </a:moveTo>
                  <a:cubicBezTo>
                    <a:pt x="168" y="0"/>
                    <a:pt x="0" y="147"/>
                    <a:pt x="0" y="358"/>
                  </a:cubicBezTo>
                  <a:cubicBezTo>
                    <a:pt x="0" y="547"/>
                    <a:pt x="168" y="715"/>
                    <a:pt x="358" y="715"/>
                  </a:cubicBezTo>
                  <a:lnTo>
                    <a:pt x="2565" y="715"/>
                  </a:lnTo>
                  <a:lnTo>
                    <a:pt x="2565"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6" name="Google Shape;7846;p62"/>
            <p:cNvSpPr/>
            <p:nvPr/>
          </p:nvSpPr>
          <p:spPr>
            <a:xfrm>
              <a:off x="1933100" y="3001347"/>
              <a:ext cx="38419" cy="11020"/>
            </a:xfrm>
            <a:custGeom>
              <a:avLst/>
              <a:gdLst/>
              <a:ahLst/>
              <a:cxnLst/>
              <a:rect l="l" t="t" r="r" b="b"/>
              <a:pathLst>
                <a:path w="2566" h="736" extrusionOk="0">
                  <a:moveTo>
                    <a:pt x="358" y="0"/>
                  </a:moveTo>
                  <a:cubicBezTo>
                    <a:pt x="168" y="0"/>
                    <a:pt x="0" y="168"/>
                    <a:pt x="0" y="379"/>
                  </a:cubicBezTo>
                  <a:cubicBezTo>
                    <a:pt x="0" y="568"/>
                    <a:pt x="168" y="736"/>
                    <a:pt x="358" y="736"/>
                  </a:cubicBezTo>
                  <a:lnTo>
                    <a:pt x="2565" y="736"/>
                  </a:lnTo>
                  <a:lnTo>
                    <a:pt x="2565"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7" name="Google Shape;7847;p62"/>
            <p:cNvSpPr/>
            <p:nvPr/>
          </p:nvSpPr>
          <p:spPr>
            <a:xfrm>
              <a:off x="1933100" y="3039437"/>
              <a:ext cx="38419" cy="11020"/>
            </a:xfrm>
            <a:custGeom>
              <a:avLst/>
              <a:gdLst/>
              <a:ahLst/>
              <a:cxnLst/>
              <a:rect l="l" t="t" r="r" b="b"/>
              <a:pathLst>
                <a:path w="2566" h="736" extrusionOk="0">
                  <a:moveTo>
                    <a:pt x="358" y="0"/>
                  </a:moveTo>
                  <a:cubicBezTo>
                    <a:pt x="168" y="0"/>
                    <a:pt x="0" y="168"/>
                    <a:pt x="0" y="379"/>
                  </a:cubicBezTo>
                  <a:cubicBezTo>
                    <a:pt x="0" y="568"/>
                    <a:pt x="168" y="736"/>
                    <a:pt x="358" y="736"/>
                  </a:cubicBezTo>
                  <a:lnTo>
                    <a:pt x="2565" y="736"/>
                  </a:lnTo>
                  <a:lnTo>
                    <a:pt x="2565"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8" name="Google Shape;7848;p62"/>
            <p:cNvSpPr/>
            <p:nvPr/>
          </p:nvSpPr>
          <p:spPr>
            <a:xfrm>
              <a:off x="1933100" y="3077527"/>
              <a:ext cx="38419" cy="11020"/>
            </a:xfrm>
            <a:custGeom>
              <a:avLst/>
              <a:gdLst/>
              <a:ahLst/>
              <a:cxnLst/>
              <a:rect l="l" t="t" r="r" b="b"/>
              <a:pathLst>
                <a:path w="2566" h="736" extrusionOk="0">
                  <a:moveTo>
                    <a:pt x="358" y="0"/>
                  </a:moveTo>
                  <a:cubicBezTo>
                    <a:pt x="168" y="0"/>
                    <a:pt x="0" y="168"/>
                    <a:pt x="0" y="378"/>
                  </a:cubicBezTo>
                  <a:cubicBezTo>
                    <a:pt x="0" y="568"/>
                    <a:pt x="168" y="736"/>
                    <a:pt x="358" y="736"/>
                  </a:cubicBezTo>
                  <a:lnTo>
                    <a:pt x="2565" y="736"/>
                  </a:lnTo>
                  <a:lnTo>
                    <a:pt x="2565"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9" name="Google Shape;7849;p62"/>
            <p:cNvSpPr/>
            <p:nvPr/>
          </p:nvSpPr>
          <p:spPr>
            <a:xfrm>
              <a:off x="1933100" y="3115931"/>
              <a:ext cx="38419" cy="10705"/>
            </a:xfrm>
            <a:custGeom>
              <a:avLst/>
              <a:gdLst/>
              <a:ahLst/>
              <a:cxnLst/>
              <a:rect l="l" t="t" r="r" b="b"/>
              <a:pathLst>
                <a:path w="2566" h="715" extrusionOk="0">
                  <a:moveTo>
                    <a:pt x="358" y="0"/>
                  </a:moveTo>
                  <a:cubicBezTo>
                    <a:pt x="168" y="0"/>
                    <a:pt x="0" y="147"/>
                    <a:pt x="0" y="357"/>
                  </a:cubicBezTo>
                  <a:cubicBezTo>
                    <a:pt x="0" y="568"/>
                    <a:pt x="168" y="715"/>
                    <a:pt x="358" y="715"/>
                  </a:cubicBezTo>
                  <a:lnTo>
                    <a:pt x="2565" y="715"/>
                  </a:lnTo>
                  <a:lnTo>
                    <a:pt x="2565"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0" name="Google Shape;7850;p62"/>
            <p:cNvSpPr/>
            <p:nvPr/>
          </p:nvSpPr>
          <p:spPr>
            <a:xfrm>
              <a:off x="1933100" y="3154007"/>
              <a:ext cx="38419" cy="10720"/>
            </a:xfrm>
            <a:custGeom>
              <a:avLst/>
              <a:gdLst/>
              <a:ahLst/>
              <a:cxnLst/>
              <a:rect l="l" t="t" r="r" b="b"/>
              <a:pathLst>
                <a:path w="2566" h="716" extrusionOk="0">
                  <a:moveTo>
                    <a:pt x="358" y="1"/>
                  </a:moveTo>
                  <a:cubicBezTo>
                    <a:pt x="168" y="1"/>
                    <a:pt x="0" y="169"/>
                    <a:pt x="0" y="358"/>
                  </a:cubicBezTo>
                  <a:cubicBezTo>
                    <a:pt x="0" y="569"/>
                    <a:pt x="168" y="716"/>
                    <a:pt x="358" y="716"/>
                  </a:cubicBezTo>
                  <a:lnTo>
                    <a:pt x="2565" y="716"/>
                  </a:lnTo>
                  <a:lnTo>
                    <a:pt x="2565"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51" name="Google Shape;7851;p62"/>
          <p:cNvGrpSpPr/>
          <p:nvPr/>
        </p:nvGrpSpPr>
        <p:grpSpPr>
          <a:xfrm>
            <a:off x="3512886" y="3236104"/>
            <a:ext cx="369896" cy="226339"/>
            <a:chOff x="3504824" y="3405844"/>
            <a:chExt cx="369896" cy="226339"/>
          </a:xfrm>
        </p:grpSpPr>
        <p:sp>
          <p:nvSpPr>
            <p:cNvPr id="7852" name="Google Shape;7852;p62"/>
            <p:cNvSpPr/>
            <p:nvPr/>
          </p:nvSpPr>
          <p:spPr>
            <a:xfrm>
              <a:off x="3504824" y="3461871"/>
              <a:ext cx="369896" cy="141984"/>
            </a:xfrm>
            <a:custGeom>
              <a:avLst/>
              <a:gdLst/>
              <a:ahLst/>
              <a:cxnLst/>
              <a:rect l="l" t="t" r="r" b="b"/>
              <a:pathLst>
                <a:path w="24705" h="9483" extrusionOk="0">
                  <a:moveTo>
                    <a:pt x="23732" y="0"/>
                  </a:moveTo>
                  <a:cubicBezTo>
                    <a:pt x="23720" y="0"/>
                    <a:pt x="23708" y="0"/>
                    <a:pt x="23695" y="1"/>
                  </a:cubicBezTo>
                  <a:lnTo>
                    <a:pt x="1010" y="1"/>
                  </a:lnTo>
                  <a:cubicBezTo>
                    <a:pt x="463" y="1"/>
                    <a:pt x="1" y="442"/>
                    <a:pt x="1" y="989"/>
                  </a:cubicBezTo>
                  <a:lnTo>
                    <a:pt x="1" y="8474"/>
                  </a:lnTo>
                  <a:cubicBezTo>
                    <a:pt x="1" y="9020"/>
                    <a:pt x="463" y="9483"/>
                    <a:pt x="1010" y="9483"/>
                  </a:cubicBezTo>
                  <a:lnTo>
                    <a:pt x="23695" y="9483"/>
                  </a:lnTo>
                  <a:cubicBezTo>
                    <a:pt x="24263" y="9483"/>
                    <a:pt x="24704" y="9020"/>
                    <a:pt x="24704" y="8474"/>
                  </a:cubicBezTo>
                  <a:lnTo>
                    <a:pt x="24704" y="989"/>
                  </a:lnTo>
                  <a:cubicBezTo>
                    <a:pt x="24704" y="454"/>
                    <a:pt x="24282" y="0"/>
                    <a:pt x="23732"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3" name="Google Shape;7853;p62"/>
            <p:cNvSpPr/>
            <p:nvPr/>
          </p:nvSpPr>
          <p:spPr>
            <a:xfrm>
              <a:off x="3835357" y="3461557"/>
              <a:ext cx="39363" cy="142299"/>
            </a:xfrm>
            <a:custGeom>
              <a:avLst/>
              <a:gdLst/>
              <a:ahLst/>
              <a:cxnLst/>
              <a:rect l="l" t="t" r="r" b="b"/>
              <a:pathLst>
                <a:path w="2629" h="9504" extrusionOk="0">
                  <a:moveTo>
                    <a:pt x="0" y="1"/>
                  </a:moveTo>
                  <a:cubicBezTo>
                    <a:pt x="147" y="211"/>
                    <a:pt x="210" y="442"/>
                    <a:pt x="210" y="674"/>
                  </a:cubicBezTo>
                  <a:lnTo>
                    <a:pt x="210" y="8831"/>
                  </a:lnTo>
                  <a:cubicBezTo>
                    <a:pt x="210" y="9062"/>
                    <a:pt x="147" y="9294"/>
                    <a:pt x="0" y="9504"/>
                  </a:cubicBezTo>
                  <a:lnTo>
                    <a:pt x="1619" y="9504"/>
                  </a:lnTo>
                  <a:cubicBezTo>
                    <a:pt x="2187" y="9504"/>
                    <a:pt x="2628" y="9041"/>
                    <a:pt x="2628" y="8495"/>
                  </a:cubicBezTo>
                  <a:lnTo>
                    <a:pt x="2628" y="1010"/>
                  </a:lnTo>
                  <a:cubicBezTo>
                    <a:pt x="2628" y="463"/>
                    <a:pt x="2187" y="1"/>
                    <a:pt x="1619"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4" name="Google Shape;7854;p62"/>
            <p:cNvSpPr/>
            <p:nvPr/>
          </p:nvSpPr>
          <p:spPr>
            <a:xfrm>
              <a:off x="3554877" y="3603840"/>
              <a:ext cx="73051" cy="28343"/>
            </a:xfrm>
            <a:custGeom>
              <a:avLst/>
              <a:gdLst/>
              <a:ahLst/>
              <a:cxnLst/>
              <a:rect l="l" t="t" r="r" b="b"/>
              <a:pathLst>
                <a:path w="4879" h="1893" extrusionOk="0">
                  <a:moveTo>
                    <a:pt x="1" y="1"/>
                  </a:moveTo>
                  <a:lnTo>
                    <a:pt x="1" y="1241"/>
                  </a:lnTo>
                  <a:cubicBezTo>
                    <a:pt x="1" y="1599"/>
                    <a:pt x="295" y="1893"/>
                    <a:pt x="652" y="1893"/>
                  </a:cubicBezTo>
                  <a:lnTo>
                    <a:pt x="4205" y="1893"/>
                  </a:lnTo>
                  <a:cubicBezTo>
                    <a:pt x="4563" y="1893"/>
                    <a:pt x="4878" y="1599"/>
                    <a:pt x="4878" y="1241"/>
                  </a:cubicBezTo>
                  <a:lnTo>
                    <a:pt x="4878"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5" name="Google Shape;7855;p62"/>
            <p:cNvSpPr/>
            <p:nvPr/>
          </p:nvSpPr>
          <p:spPr>
            <a:xfrm>
              <a:off x="3595797" y="3603840"/>
              <a:ext cx="32131" cy="28343"/>
            </a:xfrm>
            <a:custGeom>
              <a:avLst/>
              <a:gdLst/>
              <a:ahLst/>
              <a:cxnLst/>
              <a:rect l="l" t="t" r="r" b="b"/>
              <a:pathLst>
                <a:path w="2146" h="1893" extrusionOk="0">
                  <a:moveTo>
                    <a:pt x="295" y="1"/>
                  </a:moveTo>
                  <a:lnTo>
                    <a:pt x="295" y="1262"/>
                  </a:lnTo>
                  <a:cubicBezTo>
                    <a:pt x="295" y="1515"/>
                    <a:pt x="190" y="1746"/>
                    <a:pt x="1" y="1893"/>
                  </a:cubicBezTo>
                  <a:lnTo>
                    <a:pt x="1472" y="1893"/>
                  </a:lnTo>
                  <a:cubicBezTo>
                    <a:pt x="1851" y="1893"/>
                    <a:pt x="2145" y="1599"/>
                    <a:pt x="2145" y="1241"/>
                  </a:cubicBezTo>
                  <a:lnTo>
                    <a:pt x="2145" y="1"/>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6" name="Google Shape;7856;p62"/>
            <p:cNvSpPr/>
            <p:nvPr/>
          </p:nvSpPr>
          <p:spPr>
            <a:xfrm>
              <a:off x="3751930" y="3603840"/>
              <a:ext cx="73051" cy="28343"/>
            </a:xfrm>
            <a:custGeom>
              <a:avLst/>
              <a:gdLst/>
              <a:ahLst/>
              <a:cxnLst/>
              <a:rect l="l" t="t" r="r" b="b"/>
              <a:pathLst>
                <a:path w="4879" h="1893" extrusionOk="0">
                  <a:moveTo>
                    <a:pt x="1" y="1"/>
                  </a:moveTo>
                  <a:lnTo>
                    <a:pt x="1" y="1241"/>
                  </a:lnTo>
                  <a:cubicBezTo>
                    <a:pt x="1" y="1599"/>
                    <a:pt x="295" y="1893"/>
                    <a:pt x="674" y="1893"/>
                  </a:cubicBezTo>
                  <a:lnTo>
                    <a:pt x="4227" y="1893"/>
                  </a:lnTo>
                  <a:cubicBezTo>
                    <a:pt x="4584" y="1893"/>
                    <a:pt x="4878" y="1599"/>
                    <a:pt x="4878" y="1241"/>
                  </a:cubicBezTo>
                  <a:lnTo>
                    <a:pt x="4878"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7" name="Google Shape;7857;p62"/>
            <p:cNvSpPr/>
            <p:nvPr/>
          </p:nvSpPr>
          <p:spPr>
            <a:xfrm>
              <a:off x="3796638" y="3603840"/>
              <a:ext cx="28343" cy="28343"/>
            </a:xfrm>
            <a:custGeom>
              <a:avLst/>
              <a:gdLst/>
              <a:ahLst/>
              <a:cxnLst/>
              <a:rect l="l" t="t" r="r" b="b"/>
              <a:pathLst>
                <a:path w="1893" h="1893" extrusionOk="0">
                  <a:moveTo>
                    <a:pt x="274" y="1"/>
                  </a:moveTo>
                  <a:lnTo>
                    <a:pt x="274" y="1283"/>
                  </a:lnTo>
                  <a:cubicBezTo>
                    <a:pt x="274" y="1515"/>
                    <a:pt x="168" y="1725"/>
                    <a:pt x="0" y="1893"/>
                  </a:cubicBezTo>
                  <a:lnTo>
                    <a:pt x="1241" y="1893"/>
                  </a:lnTo>
                  <a:cubicBezTo>
                    <a:pt x="1598" y="1893"/>
                    <a:pt x="1892" y="1599"/>
                    <a:pt x="1892" y="1241"/>
                  </a:cubicBezTo>
                  <a:lnTo>
                    <a:pt x="1892" y="1"/>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8" name="Google Shape;7858;p62"/>
            <p:cNvSpPr/>
            <p:nvPr/>
          </p:nvSpPr>
          <p:spPr>
            <a:xfrm>
              <a:off x="3510813" y="3405844"/>
              <a:ext cx="184791" cy="158229"/>
            </a:xfrm>
            <a:custGeom>
              <a:avLst/>
              <a:gdLst/>
              <a:ahLst/>
              <a:cxnLst/>
              <a:rect l="l" t="t" r="r" b="b"/>
              <a:pathLst>
                <a:path w="12342" h="10568" extrusionOk="0">
                  <a:moveTo>
                    <a:pt x="7085" y="0"/>
                  </a:moveTo>
                  <a:cubicBezTo>
                    <a:pt x="2376" y="0"/>
                    <a:pt x="0" y="5677"/>
                    <a:pt x="3343" y="8999"/>
                  </a:cubicBezTo>
                  <a:cubicBezTo>
                    <a:pt x="4420" y="10083"/>
                    <a:pt x="5744" y="10568"/>
                    <a:pt x="7043" y="10568"/>
                  </a:cubicBezTo>
                  <a:cubicBezTo>
                    <a:pt x="9749" y="10568"/>
                    <a:pt x="12341" y="8460"/>
                    <a:pt x="12341" y="5278"/>
                  </a:cubicBezTo>
                  <a:cubicBezTo>
                    <a:pt x="12341" y="2355"/>
                    <a:pt x="9987" y="0"/>
                    <a:pt x="708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59" name="Google Shape;7859;p62"/>
            <p:cNvSpPr/>
            <p:nvPr/>
          </p:nvSpPr>
          <p:spPr>
            <a:xfrm>
              <a:off x="3600528" y="3405844"/>
              <a:ext cx="99792" cy="158110"/>
            </a:xfrm>
            <a:custGeom>
              <a:avLst/>
              <a:gdLst/>
              <a:ahLst/>
              <a:cxnLst/>
              <a:rect l="l" t="t" r="r" b="b"/>
              <a:pathLst>
                <a:path w="6665" h="10560" extrusionOk="0">
                  <a:moveTo>
                    <a:pt x="1093" y="0"/>
                  </a:moveTo>
                  <a:cubicBezTo>
                    <a:pt x="715" y="0"/>
                    <a:pt x="357" y="43"/>
                    <a:pt x="0" y="106"/>
                  </a:cubicBezTo>
                  <a:cubicBezTo>
                    <a:pt x="2439" y="631"/>
                    <a:pt x="4184" y="2776"/>
                    <a:pt x="4184" y="5278"/>
                  </a:cubicBezTo>
                  <a:cubicBezTo>
                    <a:pt x="4184" y="7779"/>
                    <a:pt x="2439" y="9924"/>
                    <a:pt x="0" y="10450"/>
                  </a:cubicBezTo>
                  <a:cubicBezTo>
                    <a:pt x="363" y="10524"/>
                    <a:pt x="724" y="10560"/>
                    <a:pt x="1079" y="10560"/>
                  </a:cubicBezTo>
                  <a:cubicBezTo>
                    <a:pt x="3729" y="10560"/>
                    <a:pt x="6050" y="8568"/>
                    <a:pt x="6328" y="5824"/>
                  </a:cubicBezTo>
                  <a:cubicBezTo>
                    <a:pt x="6665" y="2713"/>
                    <a:pt x="4205" y="0"/>
                    <a:pt x="1093"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0" name="Google Shape;7860;p62"/>
            <p:cNvSpPr/>
            <p:nvPr/>
          </p:nvSpPr>
          <p:spPr>
            <a:xfrm>
              <a:off x="3548274" y="3433543"/>
              <a:ext cx="119630" cy="102562"/>
            </a:xfrm>
            <a:custGeom>
              <a:avLst/>
              <a:gdLst/>
              <a:ahLst/>
              <a:cxnLst/>
              <a:rect l="l" t="t" r="r" b="b"/>
              <a:pathLst>
                <a:path w="7990" h="6850" extrusionOk="0">
                  <a:moveTo>
                    <a:pt x="4583" y="1"/>
                  </a:moveTo>
                  <a:cubicBezTo>
                    <a:pt x="1535" y="1"/>
                    <a:pt x="0" y="3680"/>
                    <a:pt x="2166" y="5845"/>
                  </a:cubicBezTo>
                  <a:cubicBezTo>
                    <a:pt x="2859" y="6539"/>
                    <a:pt x="3713" y="6850"/>
                    <a:pt x="4552" y="6850"/>
                  </a:cubicBezTo>
                  <a:cubicBezTo>
                    <a:pt x="6305" y="6850"/>
                    <a:pt x="7989" y="5490"/>
                    <a:pt x="7989" y="3428"/>
                  </a:cubicBezTo>
                  <a:cubicBezTo>
                    <a:pt x="7989" y="1535"/>
                    <a:pt x="6455" y="1"/>
                    <a:pt x="4583"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1" name="Google Shape;7861;p62"/>
            <p:cNvSpPr/>
            <p:nvPr/>
          </p:nvSpPr>
          <p:spPr>
            <a:xfrm>
              <a:off x="3603987" y="3433543"/>
              <a:ext cx="65490" cy="102322"/>
            </a:xfrm>
            <a:custGeom>
              <a:avLst/>
              <a:gdLst/>
              <a:ahLst/>
              <a:cxnLst/>
              <a:rect l="l" t="t" r="r" b="b"/>
              <a:pathLst>
                <a:path w="4374" h="6834" extrusionOk="0">
                  <a:moveTo>
                    <a:pt x="862" y="1"/>
                  </a:moveTo>
                  <a:cubicBezTo>
                    <a:pt x="568" y="1"/>
                    <a:pt x="274" y="43"/>
                    <a:pt x="0" y="106"/>
                  </a:cubicBezTo>
                  <a:cubicBezTo>
                    <a:pt x="1493" y="505"/>
                    <a:pt x="2565" y="1872"/>
                    <a:pt x="2565" y="3428"/>
                  </a:cubicBezTo>
                  <a:cubicBezTo>
                    <a:pt x="2565" y="4983"/>
                    <a:pt x="1493" y="6350"/>
                    <a:pt x="0" y="6749"/>
                  </a:cubicBezTo>
                  <a:cubicBezTo>
                    <a:pt x="252" y="6806"/>
                    <a:pt x="503" y="6834"/>
                    <a:pt x="750" y="6834"/>
                  </a:cubicBezTo>
                  <a:cubicBezTo>
                    <a:pt x="2421" y="6834"/>
                    <a:pt x="3901" y="5588"/>
                    <a:pt x="4121" y="3848"/>
                  </a:cubicBezTo>
                  <a:cubicBezTo>
                    <a:pt x="4373" y="1851"/>
                    <a:pt x="2860" y="64"/>
                    <a:pt x="862"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2" name="Google Shape;7862;p62"/>
            <p:cNvSpPr/>
            <p:nvPr/>
          </p:nvSpPr>
          <p:spPr>
            <a:xfrm>
              <a:off x="3705979" y="3507208"/>
              <a:ext cx="59815" cy="50981"/>
            </a:xfrm>
            <a:custGeom>
              <a:avLst/>
              <a:gdLst/>
              <a:ahLst/>
              <a:cxnLst/>
              <a:rect l="l" t="t" r="r" b="b"/>
              <a:pathLst>
                <a:path w="3995" h="3405" extrusionOk="0">
                  <a:moveTo>
                    <a:pt x="2292" y="0"/>
                  </a:moveTo>
                  <a:cubicBezTo>
                    <a:pt x="757" y="0"/>
                    <a:pt x="0" y="1829"/>
                    <a:pt x="1072" y="2902"/>
                  </a:cubicBezTo>
                  <a:cubicBezTo>
                    <a:pt x="1420" y="3249"/>
                    <a:pt x="1849" y="3404"/>
                    <a:pt x="2270" y="3404"/>
                  </a:cubicBezTo>
                  <a:cubicBezTo>
                    <a:pt x="3149" y="3404"/>
                    <a:pt x="3995" y="2727"/>
                    <a:pt x="3995" y="1703"/>
                  </a:cubicBezTo>
                  <a:cubicBezTo>
                    <a:pt x="3995" y="757"/>
                    <a:pt x="3217" y="0"/>
                    <a:pt x="2292" y="0"/>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3" name="Google Shape;7863;p62"/>
            <p:cNvSpPr/>
            <p:nvPr/>
          </p:nvSpPr>
          <p:spPr>
            <a:xfrm>
              <a:off x="3730849" y="3507208"/>
              <a:ext cx="37476" cy="50966"/>
            </a:xfrm>
            <a:custGeom>
              <a:avLst/>
              <a:gdLst/>
              <a:ahLst/>
              <a:cxnLst/>
              <a:rect l="l" t="t" r="r" b="b"/>
              <a:pathLst>
                <a:path w="2503" h="3404" extrusionOk="0">
                  <a:moveTo>
                    <a:pt x="631" y="0"/>
                  </a:moveTo>
                  <a:cubicBezTo>
                    <a:pt x="400" y="0"/>
                    <a:pt x="189" y="42"/>
                    <a:pt x="0" y="126"/>
                  </a:cubicBezTo>
                  <a:cubicBezTo>
                    <a:pt x="1430" y="694"/>
                    <a:pt x="1430" y="2712"/>
                    <a:pt x="0" y="3280"/>
                  </a:cubicBezTo>
                  <a:cubicBezTo>
                    <a:pt x="208" y="3364"/>
                    <a:pt x="421" y="3404"/>
                    <a:pt x="631" y="3404"/>
                  </a:cubicBezTo>
                  <a:cubicBezTo>
                    <a:pt x="1416" y="3404"/>
                    <a:pt x="2142" y="2849"/>
                    <a:pt x="2292" y="2019"/>
                  </a:cubicBezTo>
                  <a:cubicBezTo>
                    <a:pt x="2502" y="967"/>
                    <a:pt x="1682" y="0"/>
                    <a:pt x="631"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4" name="Google Shape;7864;p62"/>
            <p:cNvSpPr/>
            <p:nvPr/>
          </p:nvSpPr>
          <p:spPr>
            <a:xfrm>
              <a:off x="3779943" y="3507208"/>
              <a:ext cx="59516" cy="50981"/>
            </a:xfrm>
            <a:custGeom>
              <a:avLst/>
              <a:gdLst/>
              <a:ahLst/>
              <a:cxnLst/>
              <a:rect l="l" t="t" r="r" b="b"/>
              <a:pathLst>
                <a:path w="3975" h="3405" extrusionOk="0">
                  <a:moveTo>
                    <a:pt x="2272" y="0"/>
                  </a:moveTo>
                  <a:cubicBezTo>
                    <a:pt x="758" y="0"/>
                    <a:pt x="1" y="1829"/>
                    <a:pt x="1073" y="2902"/>
                  </a:cubicBezTo>
                  <a:cubicBezTo>
                    <a:pt x="1420" y="3249"/>
                    <a:pt x="1847" y="3404"/>
                    <a:pt x="2265" y="3404"/>
                  </a:cubicBezTo>
                  <a:cubicBezTo>
                    <a:pt x="3138" y="3404"/>
                    <a:pt x="3975" y="2727"/>
                    <a:pt x="3975" y="1703"/>
                  </a:cubicBezTo>
                  <a:cubicBezTo>
                    <a:pt x="3975" y="757"/>
                    <a:pt x="3218" y="0"/>
                    <a:pt x="2272"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5" name="Google Shape;7865;p62"/>
            <p:cNvSpPr/>
            <p:nvPr/>
          </p:nvSpPr>
          <p:spPr>
            <a:xfrm>
              <a:off x="3804498" y="3506893"/>
              <a:ext cx="37476" cy="51281"/>
            </a:xfrm>
            <a:custGeom>
              <a:avLst/>
              <a:gdLst/>
              <a:ahLst/>
              <a:cxnLst/>
              <a:rect l="l" t="t" r="r" b="b"/>
              <a:pathLst>
                <a:path w="2503" h="3425" extrusionOk="0">
                  <a:moveTo>
                    <a:pt x="632" y="0"/>
                  </a:moveTo>
                  <a:lnTo>
                    <a:pt x="632" y="21"/>
                  </a:lnTo>
                  <a:cubicBezTo>
                    <a:pt x="421" y="21"/>
                    <a:pt x="190" y="63"/>
                    <a:pt x="1" y="147"/>
                  </a:cubicBezTo>
                  <a:cubicBezTo>
                    <a:pt x="1409" y="715"/>
                    <a:pt x="1409" y="2712"/>
                    <a:pt x="1" y="3301"/>
                  </a:cubicBezTo>
                  <a:cubicBezTo>
                    <a:pt x="209" y="3385"/>
                    <a:pt x="422" y="3425"/>
                    <a:pt x="632" y="3425"/>
                  </a:cubicBezTo>
                  <a:cubicBezTo>
                    <a:pt x="1418" y="3425"/>
                    <a:pt x="2147" y="2870"/>
                    <a:pt x="2314" y="2040"/>
                  </a:cubicBezTo>
                  <a:cubicBezTo>
                    <a:pt x="2503" y="988"/>
                    <a:pt x="1704" y="0"/>
                    <a:pt x="632"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6" name="Google Shape;7866;p62"/>
            <p:cNvSpPr/>
            <p:nvPr/>
          </p:nvSpPr>
          <p:spPr>
            <a:xfrm>
              <a:off x="3751930" y="3436059"/>
              <a:ext cx="65175" cy="25513"/>
            </a:xfrm>
            <a:custGeom>
              <a:avLst/>
              <a:gdLst/>
              <a:ahLst/>
              <a:cxnLst/>
              <a:rect l="l" t="t" r="r" b="b"/>
              <a:pathLst>
                <a:path w="4353" h="1704" extrusionOk="0">
                  <a:moveTo>
                    <a:pt x="1662" y="1"/>
                  </a:moveTo>
                  <a:cubicBezTo>
                    <a:pt x="737" y="1"/>
                    <a:pt x="1" y="737"/>
                    <a:pt x="1" y="1662"/>
                  </a:cubicBezTo>
                  <a:lnTo>
                    <a:pt x="1" y="1704"/>
                  </a:lnTo>
                  <a:lnTo>
                    <a:pt x="4353" y="1704"/>
                  </a:lnTo>
                  <a:lnTo>
                    <a:pt x="4353" y="1662"/>
                  </a:lnTo>
                  <a:cubicBezTo>
                    <a:pt x="4353" y="737"/>
                    <a:pt x="3617" y="1"/>
                    <a:pt x="269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7" name="Google Shape;7867;p62"/>
            <p:cNvSpPr/>
            <p:nvPr/>
          </p:nvSpPr>
          <p:spPr>
            <a:xfrm>
              <a:off x="3777428" y="3436059"/>
              <a:ext cx="39677" cy="25513"/>
            </a:xfrm>
            <a:custGeom>
              <a:avLst/>
              <a:gdLst/>
              <a:ahLst/>
              <a:cxnLst/>
              <a:rect l="l" t="t" r="r" b="b"/>
              <a:pathLst>
                <a:path w="2650" h="1704" extrusionOk="0">
                  <a:moveTo>
                    <a:pt x="1" y="1"/>
                  </a:moveTo>
                  <a:cubicBezTo>
                    <a:pt x="905" y="1"/>
                    <a:pt x="1662" y="758"/>
                    <a:pt x="1662" y="1662"/>
                  </a:cubicBezTo>
                  <a:lnTo>
                    <a:pt x="1662" y="1704"/>
                  </a:lnTo>
                  <a:lnTo>
                    <a:pt x="2650" y="1704"/>
                  </a:lnTo>
                  <a:lnTo>
                    <a:pt x="2650" y="1662"/>
                  </a:lnTo>
                  <a:cubicBezTo>
                    <a:pt x="2650" y="758"/>
                    <a:pt x="1914" y="1"/>
                    <a:pt x="989"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68" name="Google Shape;7868;p62"/>
          <p:cNvGrpSpPr/>
          <p:nvPr/>
        </p:nvGrpSpPr>
        <p:grpSpPr>
          <a:xfrm>
            <a:off x="1303724" y="3649855"/>
            <a:ext cx="345640" cy="342900"/>
            <a:chOff x="1295661" y="3819594"/>
            <a:chExt cx="345640" cy="342900"/>
          </a:xfrm>
        </p:grpSpPr>
        <p:sp>
          <p:nvSpPr>
            <p:cNvPr id="7869" name="Google Shape;7869;p62"/>
            <p:cNvSpPr/>
            <p:nvPr/>
          </p:nvSpPr>
          <p:spPr>
            <a:xfrm>
              <a:off x="1465015" y="4073902"/>
              <a:ext cx="10391" cy="88233"/>
            </a:xfrm>
            <a:custGeom>
              <a:avLst/>
              <a:gdLst/>
              <a:ahLst/>
              <a:cxnLst/>
              <a:rect l="l" t="t" r="r" b="b"/>
              <a:pathLst>
                <a:path w="694" h="5893" extrusionOk="0">
                  <a:moveTo>
                    <a:pt x="347" y="0"/>
                  </a:moveTo>
                  <a:cubicBezTo>
                    <a:pt x="174" y="0"/>
                    <a:pt x="0" y="111"/>
                    <a:pt x="0" y="332"/>
                  </a:cubicBezTo>
                  <a:lnTo>
                    <a:pt x="0" y="5546"/>
                  </a:lnTo>
                  <a:cubicBezTo>
                    <a:pt x="0" y="5777"/>
                    <a:pt x="174" y="5893"/>
                    <a:pt x="347" y="5893"/>
                  </a:cubicBezTo>
                  <a:cubicBezTo>
                    <a:pt x="520" y="5893"/>
                    <a:pt x="694" y="5777"/>
                    <a:pt x="694" y="5546"/>
                  </a:cubicBezTo>
                  <a:lnTo>
                    <a:pt x="694" y="332"/>
                  </a:lnTo>
                  <a:cubicBezTo>
                    <a:pt x="694" y="111"/>
                    <a:pt x="520" y="0"/>
                    <a:pt x="347"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0" name="Google Shape;7870;p62"/>
            <p:cNvSpPr/>
            <p:nvPr/>
          </p:nvSpPr>
          <p:spPr>
            <a:xfrm>
              <a:off x="1465015" y="4011961"/>
              <a:ext cx="10391" cy="60773"/>
            </a:xfrm>
            <a:custGeom>
              <a:avLst/>
              <a:gdLst/>
              <a:ahLst/>
              <a:cxnLst/>
              <a:rect l="l" t="t" r="r" b="b"/>
              <a:pathLst>
                <a:path w="694" h="4059" extrusionOk="0">
                  <a:moveTo>
                    <a:pt x="347" y="1"/>
                  </a:moveTo>
                  <a:cubicBezTo>
                    <a:pt x="174" y="1"/>
                    <a:pt x="0" y="117"/>
                    <a:pt x="0" y="348"/>
                  </a:cubicBezTo>
                  <a:lnTo>
                    <a:pt x="0" y="3712"/>
                  </a:lnTo>
                  <a:cubicBezTo>
                    <a:pt x="0" y="3943"/>
                    <a:pt x="174" y="4059"/>
                    <a:pt x="347" y="4059"/>
                  </a:cubicBezTo>
                  <a:cubicBezTo>
                    <a:pt x="520" y="4059"/>
                    <a:pt x="694" y="3943"/>
                    <a:pt x="694" y="3712"/>
                  </a:cubicBezTo>
                  <a:lnTo>
                    <a:pt x="694" y="348"/>
                  </a:lnTo>
                  <a:cubicBezTo>
                    <a:pt x="694" y="117"/>
                    <a:pt x="520" y="1"/>
                    <a:pt x="347" y="1"/>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1" name="Google Shape;7871;p62"/>
            <p:cNvSpPr/>
            <p:nvPr/>
          </p:nvSpPr>
          <p:spPr>
            <a:xfrm>
              <a:off x="1497610" y="4073947"/>
              <a:ext cx="71434" cy="88547"/>
            </a:xfrm>
            <a:custGeom>
              <a:avLst/>
              <a:gdLst/>
              <a:ahLst/>
              <a:cxnLst/>
              <a:rect l="l" t="t" r="r" b="b"/>
              <a:pathLst>
                <a:path w="4771" h="5914" extrusionOk="0">
                  <a:moveTo>
                    <a:pt x="481" y="0"/>
                  </a:moveTo>
                  <a:cubicBezTo>
                    <a:pt x="234" y="0"/>
                    <a:pt x="1" y="285"/>
                    <a:pt x="199" y="560"/>
                  </a:cubicBezTo>
                  <a:lnTo>
                    <a:pt x="4025" y="5753"/>
                  </a:lnTo>
                  <a:lnTo>
                    <a:pt x="4025" y="5774"/>
                  </a:lnTo>
                  <a:cubicBezTo>
                    <a:pt x="4100" y="5872"/>
                    <a:pt x="4196" y="5913"/>
                    <a:pt x="4290" y="5913"/>
                  </a:cubicBezTo>
                  <a:cubicBezTo>
                    <a:pt x="4537" y="5913"/>
                    <a:pt x="4770" y="5628"/>
                    <a:pt x="4572" y="5353"/>
                  </a:cubicBezTo>
                  <a:lnTo>
                    <a:pt x="745" y="139"/>
                  </a:lnTo>
                  <a:cubicBezTo>
                    <a:pt x="670" y="41"/>
                    <a:pt x="574" y="0"/>
                    <a:pt x="481"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2" name="Google Shape;7872;p62"/>
            <p:cNvSpPr/>
            <p:nvPr/>
          </p:nvSpPr>
          <p:spPr>
            <a:xfrm>
              <a:off x="1372455" y="4073797"/>
              <a:ext cx="70341" cy="88428"/>
            </a:xfrm>
            <a:custGeom>
              <a:avLst/>
              <a:gdLst/>
              <a:ahLst/>
              <a:cxnLst/>
              <a:rect l="l" t="t" r="r" b="b"/>
              <a:pathLst>
                <a:path w="4698" h="5906" extrusionOk="0">
                  <a:moveTo>
                    <a:pt x="4222" y="0"/>
                  </a:moveTo>
                  <a:cubicBezTo>
                    <a:pt x="4127" y="0"/>
                    <a:pt x="4030" y="44"/>
                    <a:pt x="3954" y="149"/>
                  </a:cubicBezTo>
                  <a:lnTo>
                    <a:pt x="127" y="5363"/>
                  </a:lnTo>
                  <a:cubicBezTo>
                    <a:pt x="1" y="5511"/>
                    <a:pt x="43" y="5721"/>
                    <a:pt x="190" y="5847"/>
                  </a:cubicBezTo>
                  <a:cubicBezTo>
                    <a:pt x="246" y="5887"/>
                    <a:pt x="313" y="5905"/>
                    <a:pt x="381" y="5905"/>
                  </a:cubicBezTo>
                  <a:cubicBezTo>
                    <a:pt x="494" y="5905"/>
                    <a:pt x="608" y="5854"/>
                    <a:pt x="674" y="5763"/>
                  </a:cubicBezTo>
                  <a:lnTo>
                    <a:pt x="4500" y="549"/>
                  </a:lnTo>
                  <a:cubicBezTo>
                    <a:pt x="4697" y="291"/>
                    <a:pt x="4468" y="0"/>
                    <a:pt x="4222"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3" name="Google Shape;7873;p62"/>
            <p:cNvSpPr/>
            <p:nvPr/>
          </p:nvSpPr>
          <p:spPr>
            <a:xfrm>
              <a:off x="1431956" y="3957356"/>
              <a:ext cx="76509" cy="67376"/>
            </a:xfrm>
            <a:custGeom>
              <a:avLst/>
              <a:gdLst/>
              <a:ahLst/>
              <a:cxnLst/>
              <a:rect l="l" t="t" r="r" b="b"/>
              <a:pathLst>
                <a:path w="5110" h="4500" extrusionOk="0">
                  <a:moveTo>
                    <a:pt x="1" y="0"/>
                  </a:moveTo>
                  <a:lnTo>
                    <a:pt x="1" y="2923"/>
                  </a:lnTo>
                  <a:cubicBezTo>
                    <a:pt x="1" y="3785"/>
                    <a:pt x="715" y="4499"/>
                    <a:pt x="1598" y="4499"/>
                  </a:cubicBezTo>
                  <a:lnTo>
                    <a:pt x="3533" y="4499"/>
                  </a:lnTo>
                  <a:cubicBezTo>
                    <a:pt x="4395" y="4499"/>
                    <a:pt x="5109" y="3785"/>
                    <a:pt x="5109" y="2923"/>
                  </a:cubicBezTo>
                  <a:lnTo>
                    <a:pt x="5109" y="0"/>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4" name="Google Shape;7874;p62"/>
            <p:cNvSpPr/>
            <p:nvPr/>
          </p:nvSpPr>
          <p:spPr>
            <a:xfrm>
              <a:off x="1431956" y="3957356"/>
              <a:ext cx="76509" cy="67376"/>
            </a:xfrm>
            <a:custGeom>
              <a:avLst/>
              <a:gdLst/>
              <a:ahLst/>
              <a:cxnLst/>
              <a:rect l="l" t="t" r="r" b="b"/>
              <a:pathLst>
                <a:path w="5110" h="4500" extrusionOk="0">
                  <a:moveTo>
                    <a:pt x="1" y="0"/>
                  </a:moveTo>
                  <a:lnTo>
                    <a:pt x="1" y="2923"/>
                  </a:lnTo>
                  <a:cubicBezTo>
                    <a:pt x="1" y="3785"/>
                    <a:pt x="715" y="4499"/>
                    <a:pt x="1577" y="4499"/>
                  </a:cubicBezTo>
                  <a:lnTo>
                    <a:pt x="2166" y="4499"/>
                  </a:lnTo>
                  <a:cubicBezTo>
                    <a:pt x="1451" y="4289"/>
                    <a:pt x="968" y="3637"/>
                    <a:pt x="968" y="2902"/>
                  </a:cubicBezTo>
                  <a:cubicBezTo>
                    <a:pt x="968" y="2311"/>
                    <a:pt x="1438" y="1866"/>
                    <a:pt x="1979" y="1866"/>
                  </a:cubicBezTo>
                  <a:cubicBezTo>
                    <a:pt x="2055" y="1866"/>
                    <a:pt x="2131" y="1874"/>
                    <a:pt x="2208" y="1892"/>
                  </a:cubicBezTo>
                  <a:lnTo>
                    <a:pt x="5109" y="2523"/>
                  </a:lnTo>
                  <a:lnTo>
                    <a:pt x="5109" y="0"/>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5" name="Google Shape;7875;p62"/>
            <p:cNvSpPr/>
            <p:nvPr/>
          </p:nvSpPr>
          <p:spPr>
            <a:xfrm>
              <a:off x="1359549" y="3850318"/>
              <a:ext cx="205572" cy="136639"/>
            </a:xfrm>
            <a:custGeom>
              <a:avLst/>
              <a:gdLst/>
              <a:ahLst/>
              <a:cxnLst/>
              <a:rect l="l" t="t" r="r" b="b"/>
              <a:pathLst>
                <a:path w="13730" h="9126" extrusionOk="0">
                  <a:moveTo>
                    <a:pt x="1788" y="1"/>
                  </a:moveTo>
                  <a:lnTo>
                    <a:pt x="1" y="6582"/>
                  </a:lnTo>
                  <a:lnTo>
                    <a:pt x="11459" y="9104"/>
                  </a:lnTo>
                  <a:cubicBezTo>
                    <a:pt x="11528" y="9119"/>
                    <a:pt x="11597" y="9126"/>
                    <a:pt x="11664" y="9126"/>
                  </a:cubicBezTo>
                  <a:cubicBezTo>
                    <a:pt x="12089" y="9126"/>
                    <a:pt x="12465" y="8849"/>
                    <a:pt x="12573" y="8432"/>
                  </a:cubicBezTo>
                  <a:lnTo>
                    <a:pt x="13583" y="4710"/>
                  </a:lnTo>
                  <a:cubicBezTo>
                    <a:pt x="13730" y="4206"/>
                    <a:pt x="13435" y="3701"/>
                    <a:pt x="12952" y="3554"/>
                  </a:cubicBezTo>
                  <a:lnTo>
                    <a:pt x="1788" y="1"/>
                  </a:ln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6" name="Google Shape;7876;p62"/>
            <p:cNvSpPr/>
            <p:nvPr/>
          </p:nvSpPr>
          <p:spPr>
            <a:xfrm>
              <a:off x="1359549" y="3850318"/>
              <a:ext cx="188893" cy="136639"/>
            </a:xfrm>
            <a:custGeom>
              <a:avLst/>
              <a:gdLst/>
              <a:ahLst/>
              <a:cxnLst/>
              <a:rect l="l" t="t" r="r" b="b"/>
              <a:pathLst>
                <a:path w="12616" h="9126" extrusionOk="0">
                  <a:moveTo>
                    <a:pt x="1788" y="1"/>
                  </a:moveTo>
                  <a:lnTo>
                    <a:pt x="1" y="6582"/>
                  </a:lnTo>
                  <a:lnTo>
                    <a:pt x="11459" y="9104"/>
                  </a:lnTo>
                  <a:cubicBezTo>
                    <a:pt x="11528" y="9119"/>
                    <a:pt x="11596" y="9126"/>
                    <a:pt x="11663" y="9126"/>
                  </a:cubicBezTo>
                  <a:cubicBezTo>
                    <a:pt x="12089" y="9126"/>
                    <a:pt x="12467" y="8847"/>
                    <a:pt x="12595" y="8411"/>
                  </a:cubicBezTo>
                  <a:lnTo>
                    <a:pt x="12616" y="8348"/>
                  </a:lnTo>
                  <a:lnTo>
                    <a:pt x="3764" y="6392"/>
                  </a:lnTo>
                  <a:cubicBezTo>
                    <a:pt x="2398" y="6098"/>
                    <a:pt x="1557" y="4710"/>
                    <a:pt x="1914" y="3344"/>
                  </a:cubicBezTo>
                  <a:lnTo>
                    <a:pt x="2734" y="316"/>
                  </a:lnTo>
                  <a:lnTo>
                    <a:pt x="1788" y="1"/>
                  </a:ln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7" name="Google Shape;7877;p62"/>
            <p:cNvSpPr/>
            <p:nvPr/>
          </p:nvSpPr>
          <p:spPr>
            <a:xfrm>
              <a:off x="1323360" y="3819594"/>
              <a:ext cx="68005" cy="151507"/>
            </a:xfrm>
            <a:custGeom>
              <a:avLst/>
              <a:gdLst/>
              <a:ahLst/>
              <a:cxnLst/>
              <a:rect l="l" t="t" r="r" b="b"/>
              <a:pathLst>
                <a:path w="4542" h="10119" extrusionOk="0">
                  <a:moveTo>
                    <a:pt x="3348" y="0"/>
                  </a:moveTo>
                  <a:cubicBezTo>
                    <a:pt x="2879" y="0"/>
                    <a:pt x="2458" y="314"/>
                    <a:pt x="2334" y="791"/>
                  </a:cubicBezTo>
                  <a:lnTo>
                    <a:pt x="168" y="8781"/>
                  </a:lnTo>
                  <a:cubicBezTo>
                    <a:pt x="0" y="9348"/>
                    <a:pt x="337" y="9937"/>
                    <a:pt x="904" y="10084"/>
                  </a:cubicBezTo>
                  <a:lnTo>
                    <a:pt x="925" y="10084"/>
                  </a:lnTo>
                  <a:cubicBezTo>
                    <a:pt x="1015" y="10108"/>
                    <a:pt x="1106" y="10119"/>
                    <a:pt x="1195" y="10119"/>
                  </a:cubicBezTo>
                  <a:cubicBezTo>
                    <a:pt x="1669" y="10119"/>
                    <a:pt x="2105" y="9805"/>
                    <a:pt x="2229" y="9327"/>
                  </a:cubicBezTo>
                  <a:lnTo>
                    <a:pt x="4394" y="1338"/>
                  </a:lnTo>
                  <a:cubicBezTo>
                    <a:pt x="4541" y="770"/>
                    <a:pt x="4205" y="182"/>
                    <a:pt x="3658" y="35"/>
                  </a:cubicBezTo>
                  <a:lnTo>
                    <a:pt x="3616" y="35"/>
                  </a:lnTo>
                  <a:cubicBezTo>
                    <a:pt x="3526" y="11"/>
                    <a:pt x="3436" y="0"/>
                    <a:pt x="3348"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8" name="Google Shape;7878;p62"/>
            <p:cNvSpPr/>
            <p:nvPr/>
          </p:nvSpPr>
          <p:spPr>
            <a:xfrm>
              <a:off x="1324304" y="3819774"/>
              <a:ext cx="55099" cy="151132"/>
            </a:xfrm>
            <a:custGeom>
              <a:avLst/>
              <a:gdLst/>
              <a:ahLst/>
              <a:cxnLst/>
              <a:rect l="l" t="t" r="r" b="b"/>
              <a:pathLst>
                <a:path w="3680" h="10094" extrusionOk="0">
                  <a:moveTo>
                    <a:pt x="3256" y="0"/>
                  </a:moveTo>
                  <a:cubicBezTo>
                    <a:pt x="2793" y="0"/>
                    <a:pt x="2371" y="311"/>
                    <a:pt x="2250" y="779"/>
                  </a:cubicBezTo>
                  <a:lnTo>
                    <a:pt x="84" y="8790"/>
                  </a:lnTo>
                  <a:cubicBezTo>
                    <a:pt x="0" y="9126"/>
                    <a:pt x="84" y="9505"/>
                    <a:pt x="337" y="9778"/>
                  </a:cubicBezTo>
                  <a:cubicBezTo>
                    <a:pt x="463" y="9904"/>
                    <a:pt x="652" y="10009"/>
                    <a:pt x="841" y="10072"/>
                  </a:cubicBezTo>
                  <a:lnTo>
                    <a:pt x="862" y="10072"/>
                  </a:lnTo>
                  <a:lnTo>
                    <a:pt x="946" y="10093"/>
                  </a:lnTo>
                  <a:lnTo>
                    <a:pt x="1283" y="10093"/>
                  </a:lnTo>
                  <a:cubicBezTo>
                    <a:pt x="1367" y="10072"/>
                    <a:pt x="1451" y="10051"/>
                    <a:pt x="1535" y="10030"/>
                  </a:cubicBezTo>
                  <a:cubicBezTo>
                    <a:pt x="1093" y="9778"/>
                    <a:pt x="904" y="9273"/>
                    <a:pt x="1030" y="8811"/>
                  </a:cubicBezTo>
                  <a:lnTo>
                    <a:pt x="3175" y="716"/>
                  </a:lnTo>
                  <a:cubicBezTo>
                    <a:pt x="3259" y="443"/>
                    <a:pt x="3427" y="212"/>
                    <a:pt x="3679" y="65"/>
                  </a:cubicBezTo>
                  <a:lnTo>
                    <a:pt x="3616" y="44"/>
                  </a:lnTo>
                  <a:lnTo>
                    <a:pt x="3553" y="44"/>
                  </a:lnTo>
                  <a:cubicBezTo>
                    <a:pt x="3454" y="14"/>
                    <a:pt x="3354" y="0"/>
                    <a:pt x="3256"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9" name="Google Shape;7879;p62"/>
            <p:cNvSpPr/>
            <p:nvPr/>
          </p:nvSpPr>
          <p:spPr>
            <a:xfrm>
              <a:off x="1295976" y="3845482"/>
              <a:ext cx="57929" cy="89850"/>
            </a:xfrm>
            <a:custGeom>
              <a:avLst/>
              <a:gdLst/>
              <a:ahLst/>
              <a:cxnLst/>
              <a:rect l="l" t="t" r="r" b="b"/>
              <a:pathLst>
                <a:path w="3869" h="6001" extrusionOk="0">
                  <a:moveTo>
                    <a:pt x="3140" y="0"/>
                  </a:moveTo>
                  <a:cubicBezTo>
                    <a:pt x="1990" y="0"/>
                    <a:pt x="926" y="766"/>
                    <a:pt x="610" y="1943"/>
                  </a:cubicBezTo>
                  <a:lnTo>
                    <a:pt x="378" y="2763"/>
                  </a:lnTo>
                  <a:cubicBezTo>
                    <a:pt x="0" y="4171"/>
                    <a:pt x="841" y="5622"/>
                    <a:pt x="2229" y="6000"/>
                  </a:cubicBezTo>
                  <a:lnTo>
                    <a:pt x="2271" y="6000"/>
                  </a:lnTo>
                  <a:lnTo>
                    <a:pt x="3868" y="93"/>
                  </a:lnTo>
                  <a:lnTo>
                    <a:pt x="3826" y="93"/>
                  </a:lnTo>
                  <a:cubicBezTo>
                    <a:pt x="3598" y="30"/>
                    <a:pt x="3367" y="0"/>
                    <a:pt x="3140" y="0"/>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0" name="Google Shape;7880;p62"/>
            <p:cNvSpPr/>
            <p:nvPr/>
          </p:nvSpPr>
          <p:spPr>
            <a:xfrm>
              <a:off x="1295661" y="3845332"/>
              <a:ext cx="55728" cy="90000"/>
            </a:xfrm>
            <a:custGeom>
              <a:avLst/>
              <a:gdLst/>
              <a:ahLst/>
              <a:cxnLst/>
              <a:rect l="l" t="t" r="r" b="b"/>
              <a:pathLst>
                <a:path w="3722" h="6011" extrusionOk="0">
                  <a:moveTo>
                    <a:pt x="3162" y="1"/>
                  </a:moveTo>
                  <a:cubicBezTo>
                    <a:pt x="1999" y="1"/>
                    <a:pt x="939" y="771"/>
                    <a:pt x="631" y="1932"/>
                  </a:cubicBezTo>
                  <a:lnTo>
                    <a:pt x="399" y="2773"/>
                  </a:lnTo>
                  <a:cubicBezTo>
                    <a:pt x="0" y="4181"/>
                    <a:pt x="841" y="5632"/>
                    <a:pt x="2250" y="6010"/>
                  </a:cubicBezTo>
                  <a:lnTo>
                    <a:pt x="2292" y="6010"/>
                  </a:lnTo>
                  <a:lnTo>
                    <a:pt x="2397" y="5653"/>
                  </a:lnTo>
                  <a:cubicBezTo>
                    <a:pt x="1577" y="4938"/>
                    <a:pt x="1240" y="3845"/>
                    <a:pt x="1535" y="2815"/>
                  </a:cubicBezTo>
                  <a:lnTo>
                    <a:pt x="1745" y="2016"/>
                  </a:lnTo>
                  <a:cubicBezTo>
                    <a:pt x="1997" y="1070"/>
                    <a:pt x="2754" y="313"/>
                    <a:pt x="3721" y="61"/>
                  </a:cubicBezTo>
                  <a:cubicBezTo>
                    <a:pt x="3534" y="20"/>
                    <a:pt x="3347" y="1"/>
                    <a:pt x="3162"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1" name="Google Shape;7881;p62"/>
            <p:cNvSpPr/>
            <p:nvPr/>
          </p:nvSpPr>
          <p:spPr>
            <a:xfrm>
              <a:off x="1549999" y="3927755"/>
              <a:ext cx="65175" cy="56057"/>
            </a:xfrm>
            <a:custGeom>
              <a:avLst/>
              <a:gdLst/>
              <a:ahLst/>
              <a:cxnLst/>
              <a:rect l="l" t="t" r="r" b="b"/>
              <a:pathLst>
                <a:path w="4353" h="3744" extrusionOk="0">
                  <a:moveTo>
                    <a:pt x="737" y="1"/>
                  </a:moveTo>
                  <a:lnTo>
                    <a:pt x="1" y="2776"/>
                  </a:lnTo>
                  <a:lnTo>
                    <a:pt x="3617" y="3743"/>
                  </a:lnTo>
                  <a:lnTo>
                    <a:pt x="4353" y="968"/>
                  </a:lnTo>
                  <a:lnTo>
                    <a:pt x="737"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2" name="Google Shape;7882;p62"/>
            <p:cNvSpPr/>
            <p:nvPr/>
          </p:nvSpPr>
          <p:spPr>
            <a:xfrm>
              <a:off x="1549999" y="3927755"/>
              <a:ext cx="28972" cy="46295"/>
            </a:xfrm>
            <a:custGeom>
              <a:avLst/>
              <a:gdLst/>
              <a:ahLst/>
              <a:cxnLst/>
              <a:rect l="l" t="t" r="r" b="b"/>
              <a:pathLst>
                <a:path w="1935" h="3092" extrusionOk="0">
                  <a:moveTo>
                    <a:pt x="737" y="1"/>
                  </a:moveTo>
                  <a:lnTo>
                    <a:pt x="1" y="2776"/>
                  </a:lnTo>
                  <a:lnTo>
                    <a:pt x="1178" y="3091"/>
                  </a:lnTo>
                  <a:lnTo>
                    <a:pt x="1935" y="316"/>
                  </a:lnTo>
                  <a:lnTo>
                    <a:pt x="737" y="1"/>
                  </a:ln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3" name="Google Shape;7883;p62"/>
            <p:cNvSpPr/>
            <p:nvPr/>
          </p:nvSpPr>
          <p:spPr>
            <a:xfrm>
              <a:off x="1600995" y="3929477"/>
              <a:ext cx="40306" cy="73710"/>
            </a:xfrm>
            <a:custGeom>
              <a:avLst/>
              <a:gdLst/>
              <a:ahLst/>
              <a:cxnLst/>
              <a:rect l="l" t="t" r="r" b="b"/>
              <a:pathLst>
                <a:path w="2692" h="4923" extrusionOk="0">
                  <a:moveTo>
                    <a:pt x="1777" y="0"/>
                  </a:moveTo>
                  <a:cubicBezTo>
                    <a:pt x="1433" y="0"/>
                    <a:pt x="1117" y="233"/>
                    <a:pt x="1031" y="580"/>
                  </a:cubicBezTo>
                  <a:lnTo>
                    <a:pt x="127" y="3923"/>
                  </a:lnTo>
                  <a:cubicBezTo>
                    <a:pt x="1" y="4343"/>
                    <a:pt x="253" y="4785"/>
                    <a:pt x="694" y="4890"/>
                  </a:cubicBezTo>
                  <a:lnTo>
                    <a:pt x="715" y="4890"/>
                  </a:lnTo>
                  <a:cubicBezTo>
                    <a:pt x="789" y="4912"/>
                    <a:pt x="863" y="4922"/>
                    <a:pt x="935" y="4922"/>
                  </a:cubicBezTo>
                  <a:cubicBezTo>
                    <a:pt x="1280" y="4922"/>
                    <a:pt x="1596" y="4687"/>
                    <a:pt x="1683" y="4322"/>
                  </a:cubicBezTo>
                  <a:lnTo>
                    <a:pt x="2587" y="1000"/>
                  </a:lnTo>
                  <a:cubicBezTo>
                    <a:pt x="2692" y="580"/>
                    <a:pt x="2439" y="138"/>
                    <a:pt x="2019" y="33"/>
                  </a:cubicBezTo>
                  <a:lnTo>
                    <a:pt x="1998" y="33"/>
                  </a:lnTo>
                  <a:cubicBezTo>
                    <a:pt x="1924" y="11"/>
                    <a:pt x="1850" y="0"/>
                    <a:pt x="1777"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4" name="Google Shape;7884;p62"/>
            <p:cNvSpPr/>
            <p:nvPr/>
          </p:nvSpPr>
          <p:spPr>
            <a:xfrm>
              <a:off x="1403942" y="4059663"/>
              <a:ext cx="132537" cy="23926"/>
            </a:xfrm>
            <a:custGeom>
              <a:avLst/>
              <a:gdLst/>
              <a:ahLst/>
              <a:cxnLst/>
              <a:rect l="l" t="t" r="r" b="b"/>
              <a:pathLst>
                <a:path w="8852" h="1598" extrusionOk="0">
                  <a:moveTo>
                    <a:pt x="778" y="0"/>
                  </a:moveTo>
                  <a:cubicBezTo>
                    <a:pt x="358" y="0"/>
                    <a:pt x="0" y="358"/>
                    <a:pt x="0" y="778"/>
                  </a:cubicBezTo>
                  <a:lnTo>
                    <a:pt x="0" y="799"/>
                  </a:lnTo>
                  <a:cubicBezTo>
                    <a:pt x="0" y="1241"/>
                    <a:pt x="358" y="1598"/>
                    <a:pt x="778" y="1598"/>
                  </a:cubicBezTo>
                  <a:lnTo>
                    <a:pt x="8074" y="1598"/>
                  </a:lnTo>
                  <a:cubicBezTo>
                    <a:pt x="8494" y="1598"/>
                    <a:pt x="8852" y="1241"/>
                    <a:pt x="8852" y="799"/>
                  </a:cubicBezTo>
                  <a:lnTo>
                    <a:pt x="8852" y="778"/>
                  </a:lnTo>
                  <a:cubicBezTo>
                    <a:pt x="8852" y="358"/>
                    <a:pt x="8494" y="0"/>
                    <a:pt x="8074"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5" name="Google Shape;7885;p62"/>
            <p:cNvSpPr/>
            <p:nvPr/>
          </p:nvSpPr>
          <p:spPr>
            <a:xfrm>
              <a:off x="1403942" y="4059663"/>
              <a:ext cx="33688" cy="24240"/>
            </a:xfrm>
            <a:custGeom>
              <a:avLst/>
              <a:gdLst/>
              <a:ahLst/>
              <a:cxnLst/>
              <a:rect l="l" t="t" r="r" b="b"/>
              <a:pathLst>
                <a:path w="2250" h="1619" extrusionOk="0">
                  <a:moveTo>
                    <a:pt x="778" y="0"/>
                  </a:moveTo>
                  <a:cubicBezTo>
                    <a:pt x="358" y="0"/>
                    <a:pt x="0" y="358"/>
                    <a:pt x="0" y="799"/>
                  </a:cubicBezTo>
                  <a:lnTo>
                    <a:pt x="0" y="820"/>
                  </a:lnTo>
                  <a:cubicBezTo>
                    <a:pt x="0" y="1262"/>
                    <a:pt x="358" y="1619"/>
                    <a:pt x="778" y="1619"/>
                  </a:cubicBezTo>
                  <a:lnTo>
                    <a:pt x="2250" y="1619"/>
                  </a:lnTo>
                  <a:cubicBezTo>
                    <a:pt x="1935" y="1451"/>
                    <a:pt x="1745" y="1135"/>
                    <a:pt x="1766" y="799"/>
                  </a:cubicBezTo>
                  <a:cubicBezTo>
                    <a:pt x="1766" y="463"/>
                    <a:pt x="1956" y="147"/>
                    <a:pt x="2250"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86" name="Google Shape;7886;p62"/>
          <p:cNvGrpSpPr/>
          <p:nvPr/>
        </p:nvGrpSpPr>
        <p:grpSpPr>
          <a:xfrm>
            <a:off x="3494635" y="2263730"/>
            <a:ext cx="379328" cy="281738"/>
            <a:chOff x="3486572" y="2433470"/>
            <a:chExt cx="379328" cy="281738"/>
          </a:xfrm>
        </p:grpSpPr>
        <p:sp>
          <p:nvSpPr>
            <p:cNvPr id="7887" name="Google Shape;7887;p62"/>
            <p:cNvSpPr/>
            <p:nvPr/>
          </p:nvSpPr>
          <p:spPr>
            <a:xfrm>
              <a:off x="3549217" y="2556544"/>
              <a:ext cx="253724" cy="139858"/>
            </a:xfrm>
            <a:custGeom>
              <a:avLst/>
              <a:gdLst/>
              <a:ahLst/>
              <a:cxnLst/>
              <a:rect l="l" t="t" r="r" b="b"/>
              <a:pathLst>
                <a:path w="16946" h="9341" extrusionOk="0">
                  <a:moveTo>
                    <a:pt x="0" y="1"/>
                  </a:moveTo>
                  <a:lnTo>
                    <a:pt x="0" y="6371"/>
                  </a:lnTo>
                  <a:cubicBezTo>
                    <a:pt x="2447" y="8323"/>
                    <a:pt x="5443" y="9341"/>
                    <a:pt x="8469" y="9341"/>
                  </a:cubicBezTo>
                  <a:cubicBezTo>
                    <a:pt x="10071" y="9341"/>
                    <a:pt x="11682" y="9056"/>
                    <a:pt x="13224" y="8474"/>
                  </a:cubicBezTo>
                  <a:cubicBezTo>
                    <a:pt x="13498" y="8389"/>
                    <a:pt x="13771" y="8284"/>
                    <a:pt x="14023" y="8158"/>
                  </a:cubicBezTo>
                  <a:cubicBezTo>
                    <a:pt x="15075" y="7696"/>
                    <a:pt x="16042" y="7086"/>
                    <a:pt x="16946" y="6371"/>
                  </a:cubicBezTo>
                  <a:lnTo>
                    <a:pt x="16946" y="1"/>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8" name="Google Shape;7888;p62"/>
            <p:cNvSpPr/>
            <p:nvPr/>
          </p:nvSpPr>
          <p:spPr>
            <a:xfrm>
              <a:off x="3549532" y="2556544"/>
              <a:ext cx="62016" cy="129392"/>
            </a:xfrm>
            <a:custGeom>
              <a:avLst/>
              <a:gdLst/>
              <a:ahLst/>
              <a:cxnLst/>
              <a:rect l="l" t="t" r="r" b="b"/>
              <a:pathLst>
                <a:path w="4142" h="8642" extrusionOk="0">
                  <a:moveTo>
                    <a:pt x="0" y="1"/>
                  </a:moveTo>
                  <a:lnTo>
                    <a:pt x="0" y="6371"/>
                  </a:lnTo>
                  <a:cubicBezTo>
                    <a:pt x="1241" y="7359"/>
                    <a:pt x="2649" y="8137"/>
                    <a:pt x="4142" y="8642"/>
                  </a:cubicBezTo>
                  <a:lnTo>
                    <a:pt x="4142"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9" name="Google Shape;7889;p62"/>
            <p:cNvSpPr/>
            <p:nvPr/>
          </p:nvSpPr>
          <p:spPr>
            <a:xfrm>
              <a:off x="3746734" y="2570079"/>
              <a:ext cx="12921" cy="113342"/>
            </a:xfrm>
            <a:custGeom>
              <a:avLst/>
              <a:gdLst/>
              <a:ahLst/>
              <a:cxnLst/>
              <a:rect l="l" t="t" r="r" b="b"/>
              <a:pathLst>
                <a:path w="863" h="7570" extrusionOk="0">
                  <a:moveTo>
                    <a:pt x="432" y="1"/>
                  </a:moveTo>
                  <a:cubicBezTo>
                    <a:pt x="216" y="1"/>
                    <a:pt x="1" y="148"/>
                    <a:pt x="32" y="442"/>
                  </a:cubicBezTo>
                  <a:lnTo>
                    <a:pt x="32" y="7570"/>
                  </a:lnTo>
                  <a:cubicBezTo>
                    <a:pt x="306" y="7485"/>
                    <a:pt x="579" y="7380"/>
                    <a:pt x="831" y="7254"/>
                  </a:cubicBezTo>
                  <a:lnTo>
                    <a:pt x="831" y="442"/>
                  </a:lnTo>
                  <a:cubicBezTo>
                    <a:pt x="863" y="148"/>
                    <a:pt x="647" y="1"/>
                    <a:pt x="43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0" name="Google Shape;7890;p62"/>
            <p:cNvSpPr/>
            <p:nvPr/>
          </p:nvSpPr>
          <p:spPr>
            <a:xfrm>
              <a:off x="3549532" y="2556544"/>
              <a:ext cx="253410" cy="56057"/>
            </a:xfrm>
            <a:custGeom>
              <a:avLst/>
              <a:gdLst/>
              <a:ahLst/>
              <a:cxnLst/>
              <a:rect l="l" t="t" r="r" b="b"/>
              <a:pathLst>
                <a:path w="16925" h="3744" extrusionOk="0">
                  <a:moveTo>
                    <a:pt x="0" y="1"/>
                  </a:moveTo>
                  <a:lnTo>
                    <a:pt x="0" y="526"/>
                  </a:lnTo>
                  <a:lnTo>
                    <a:pt x="8452" y="3743"/>
                  </a:lnTo>
                  <a:lnTo>
                    <a:pt x="16925" y="526"/>
                  </a:lnTo>
                  <a:lnTo>
                    <a:pt x="16925"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1" name="Google Shape;7891;p62"/>
            <p:cNvSpPr/>
            <p:nvPr/>
          </p:nvSpPr>
          <p:spPr>
            <a:xfrm>
              <a:off x="3486572" y="2433470"/>
              <a:ext cx="379328" cy="171255"/>
            </a:xfrm>
            <a:custGeom>
              <a:avLst/>
              <a:gdLst/>
              <a:ahLst/>
              <a:cxnLst/>
              <a:rect l="l" t="t" r="r" b="b"/>
              <a:pathLst>
                <a:path w="25335" h="11438" extrusionOk="0">
                  <a:moveTo>
                    <a:pt x="12657" y="0"/>
                  </a:moveTo>
                  <a:lnTo>
                    <a:pt x="0" y="4836"/>
                  </a:lnTo>
                  <a:lnTo>
                    <a:pt x="0" y="6623"/>
                  </a:lnTo>
                  <a:lnTo>
                    <a:pt x="12657" y="11437"/>
                  </a:lnTo>
                  <a:lnTo>
                    <a:pt x="25335" y="6623"/>
                  </a:lnTo>
                  <a:lnTo>
                    <a:pt x="25335" y="4836"/>
                  </a:lnTo>
                  <a:lnTo>
                    <a:pt x="12657" y="0"/>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2" name="Google Shape;7892;p62"/>
            <p:cNvSpPr/>
            <p:nvPr/>
          </p:nvSpPr>
          <p:spPr>
            <a:xfrm>
              <a:off x="3486572" y="2505862"/>
              <a:ext cx="189507" cy="98863"/>
            </a:xfrm>
            <a:custGeom>
              <a:avLst/>
              <a:gdLst/>
              <a:ahLst/>
              <a:cxnLst/>
              <a:rect l="l" t="t" r="r" b="b"/>
              <a:pathLst>
                <a:path w="12657" h="6603" extrusionOk="0">
                  <a:moveTo>
                    <a:pt x="0" y="1"/>
                  </a:moveTo>
                  <a:lnTo>
                    <a:pt x="0" y="1788"/>
                  </a:lnTo>
                  <a:lnTo>
                    <a:pt x="12657" y="6602"/>
                  </a:lnTo>
                  <a:lnTo>
                    <a:pt x="12657" y="4836"/>
                  </a:lnTo>
                  <a:lnTo>
                    <a:pt x="0"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3" name="Google Shape;7893;p62"/>
            <p:cNvSpPr/>
            <p:nvPr/>
          </p:nvSpPr>
          <p:spPr>
            <a:xfrm>
              <a:off x="3667994" y="2491294"/>
              <a:ext cx="111650" cy="223914"/>
            </a:xfrm>
            <a:custGeom>
              <a:avLst/>
              <a:gdLst/>
              <a:ahLst/>
              <a:cxnLst/>
              <a:rect l="l" t="t" r="r" b="b"/>
              <a:pathLst>
                <a:path w="7457" h="14955" extrusionOk="0">
                  <a:moveTo>
                    <a:pt x="560" y="0"/>
                  </a:moveTo>
                  <a:cubicBezTo>
                    <a:pt x="189" y="0"/>
                    <a:pt x="1" y="537"/>
                    <a:pt x="393" y="742"/>
                  </a:cubicBezTo>
                  <a:lnTo>
                    <a:pt x="6679" y="3581"/>
                  </a:lnTo>
                  <a:lnTo>
                    <a:pt x="6679" y="14577"/>
                  </a:lnTo>
                  <a:cubicBezTo>
                    <a:pt x="6679" y="14787"/>
                    <a:pt x="6847" y="14955"/>
                    <a:pt x="7057" y="14955"/>
                  </a:cubicBezTo>
                  <a:cubicBezTo>
                    <a:pt x="7268" y="14955"/>
                    <a:pt x="7457" y="14787"/>
                    <a:pt x="7457" y="14577"/>
                  </a:cubicBezTo>
                  <a:lnTo>
                    <a:pt x="7457" y="3328"/>
                  </a:lnTo>
                  <a:cubicBezTo>
                    <a:pt x="7436" y="3181"/>
                    <a:pt x="7352" y="3034"/>
                    <a:pt x="7226" y="2971"/>
                  </a:cubicBezTo>
                  <a:lnTo>
                    <a:pt x="708" y="28"/>
                  </a:lnTo>
                  <a:cubicBezTo>
                    <a:pt x="656" y="9"/>
                    <a:pt x="607" y="0"/>
                    <a:pt x="560"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894" name="Google Shape;7894;p62"/>
          <p:cNvSpPr/>
          <p:nvPr/>
        </p:nvSpPr>
        <p:spPr>
          <a:xfrm>
            <a:off x="3759992" y="2539793"/>
            <a:ext cx="38105" cy="32535"/>
          </a:xfrm>
          <a:custGeom>
            <a:avLst/>
            <a:gdLst/>
            <a:ahLst/>
            <a:cxnLst/>
            <a:rect l="l" t="t" r="r" b="b"/>
            <a:pathLst>
              <a:path w="2545" h="2173" extrusionOk="0">
                <a:moveTo>
                  <a:pt x="1451" y="1"/>
                </a:moveTo>
                <a:cubicBezTo>
                  <a:pt x="484" y="1"/>
                  <a:pt x="1" y="1157"/>
                  <a:pt x="674" y="1851"/>
                </a:cubicBezTo>
                <a:cubicBezTo>
                  <a:pt x="896" y="2073"/>
                  <a:pt x="1169" y="2173"/>
                  <a:pt x="1437" y="2173"/>
                </a:cubicBezTo>
                <a:cubicBezTo>
                  <a:pt x="2002" y="2173"/>
                  <a:pt x="2545" y="1729"/>
                  <a:pt x="2545" y="1073"/>
                </a:cubicBezTo>
                <a:cubicBezTo>
                  <a:pt x="2545" y="484"/>
                  <a:pt x="2040" y="1"/>
                  <a:pt x="1451"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895" name="Google Shape;7895;p62"/>
          <p:cNvGrpSpPr/>
          <p:nvPr/>
        </p:nvGrpSpPr>
        <p:grpSpPr>
          <a:xfrm>
            <a:off x="4005212" y="3159894"/>
            <a:ext cx="270733" cy="355762"/>
            <a:chOff x="3997149" y="3329634"/>
            <a:chExt cx="270733" cy="355762"/>
          </a:xfrm>
        </p:grpSpPr>
        <p:sp>
          <p:nvSpPr>
            <p:cNvPr id="7896" name="Google Shape;7896;p62"/>
            <p:cNvSpPr/>
            <p:nvPr/>
          </p:nvSpPr>
          <p:spPr>
            <a:xfrm>
              <a:off x="4161787" y="3488627"/>
              <a:ext cx="32430" cy="32445"/>
            </a:xfrm>
            <a:custGeom>
              <a:avLst/>
              <a:gdLst/>
              <a:ahLst/>
              <a:cxnLst/>
              <a:rect l="l" t="t" r="r" b="b"/>
              <a:pathLst>
                <a:path w="2166" h="2167" extrusionOk="0">
                  <a:moveTo>
                    <a:pt x="0" y="1"/>
                  </a:moveTo>
                  <a:lnTo>
                    <a:pt x="0" y="2166"/>
                  </a:lnTo>
                  <a:lnTo>
                    <a:pt x="2166" y="2166"/>
                  </a:lnTo>
                  <a:lnTo>
                    <a:pt x="1346"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7" name="Google Shape;7897;p62"/>
            <p:cNvSpPr/>
            <p:nvPr/>
          </p:nvSpPr>
          <p:spPr>
            <a:xfrm>
              <a:off x="4181925" y="3488627"/>
              <a:ext cx="20168" cy="55114"/>
            </a:xfrm>
            <a:custGeom>
              <a:avLst/>
              <a:gdLst/>
              <a:ahLst/>
              <a:cxnLst/>
              <a:rect l="l" t="t" r="r" b="b"/>
              <a:pathLst>
                <a:path w="1347" h="3681" extrusionOk="0">
                  <a:moveTo>
                    <a:pt x="1" y="1"/>
                  </a:moveTo>
                  <a:lnTo>
                    <a:pt x="1" y="3680"/>
                  </a:lnTo>
                  <a:lnTo>
                    <a:pt x="1347" y="3680"/>
                  </a:lnTo>
                  <a:lnTo>
                    <a:pt x="1347"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8" name="Google Shape;7898;p62"/>
            <p:cNvSpPr/>
            <p:nvPr/>
          </p:nvSpPr>
          <p:spPr>
            <a:xfrm>
              <a:off x="4181925" y="3488627"/>
              <a:ext cx="20168" cy="17338"/>
            </a:xfrm>
            <a:custGeom>
              <a:avLst/>
              <a:gdLst/>
              <a:ahLst/>
              <a:cxnLst/>
              <a:rect l="l" t="t" r="r" b="b"/>
              <a:pathLst>
                <a:path w="1347" h="1158" extrusionOk="0">
                  <a:moveTo>
                    <a:pt x="1" y="1"/>
                  </a:moveTo>
                  <a:lnTo>
                    <a:pt x="1" y="1157"/>
                  </a:lnTo>
                  <a:lnTo>
                    <a:pt x="1347" y="1157"/>
                  </a:lnTo>
                  <a:lnTo>
                    <a:pt x="1347"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9" name="Google Shape;7899;p62"/>
            <p:cNvSpPr/>
            <p:nvPr/>
          </p:nvSpPr>
          <p:spPr>
            <a:xfrm>
              <a:off x="4181925" y="3488627"/>
              <a:ext cx="7576" cy="55114"/>
            </a:xfrm>
            <a:custGeom>
              <a:avLst/>
              <a:gdLst/>
              <a:ahLst/>
              <a:cxnLst/>
              <a:rect l="l" t="t" r="r" b="b"/>
              <a:pathLst>
                <a:path w="506" h="3681" extrusionOk="0">
                  <a:moveTo>
                    <a:pt x="1" y="1"/>
                  </a:moveTo>
                  <a:lnTo>
                    <a:pt x="1" y="3680"/>
                  </a:lnTo>
                  <a:lnTo>
                    <a:pt x="506" y="3680"/>
                  </a:lnTo>
                  <a:lnTo>
                    <a:pt x="506"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0" name="Google Shape;7900;p62"/>
            <p:cNvSpPr/>
            <p:nvPr/>
          </p:nvSpPr>
          <p:spPr>
            <a:xfrm>
              <a:off x="4161787" y="3493673"/>
              <a:ext cx="20153" cy="8819"/>
            </a:xfrm>
            <a:custGeom>
              <a:avLst/>
              <a:gdLst/>
              <a:ahLst/>
              <a:cxnLst/>
              <a:rect l="l" t="t" r="r" b="b"/>
              <a:pathLst>
                <a:path w="1346" h="589" extrusionOk="0">
                  <a:moveTo>
                    <a:pt x="0" y="0"/>
                  </a:moveTo>
                  <a:lnTo>
                    <a:pt x="0" y="589"/>
                  </a:lnTo>
                  <a:lnTo>
                    <a:pt x="1346" y="589"/>
                  </a:lnTo>
                  <a:lnTo>
                    <a:pt x="1346"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1" name="Google Shape;7901;p62"/>
            <p:cNvSpPr/>
            <p:nvPr/>
          </p:nvSpPr>
          <p:spPr>
            <a:xfrm>
              <a:off x="4161787" y="3493673"/>
              <a:ext cx="7576" cy="27400"/>
            </a:xfrm>
            <a:custGeom>
              <a:avLst/>
              <a:gdLst/>
              <a:ahLst/>
              <a:cxnLst/>
              <a:rect l="l" t="t" r="r" b="b"/>
              <a:pathLst>
                <a:path w="506" h="1830" extrusionOk="0">
                  <a:moveTo>
                    <a:pt x="0" y="0"/>
                  </a:moveTo>
                  <a:lnTo>
                    <a:pt x="0" y="1829"/>
                  </a:lnTo>
                  <a:lnTo>
                    <a:pt x="505" y="1829"/>
                  </a:lnTo>
                  <a:lnTo>
                    <a:pt x="505"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2" name="Google Shape;7902;p62"/>
            <p:cNvSpPr/>
            <p:nvPr/>
          </p:nvSpPr>
          <p:spPr>
            <a:xfrm>
              <a:off x="4163988" y="3331550"/>
              <a:ext cx="35904" cy="33389"/>
            </a:xfrm>
            <a:custGeom>
              <a:avLst/>
              <a:gdLst/>
              <a:ahLst/>
              <a:cxnLst/>
              <a:rect l="l" t="t" r="r" b="b"/>
              <a:pathLst>
                <a:path w="2398" h="2230" extrusionOk="0">
                  <a:moveTo>
                    <a:pt x="1" y="1"/>
                  </a:moveTo>
                  <a:lnTo>
                    <a:pt x="1" y="2229"/>
                  </a:lnTo>
                  <a:lnTo>
                    <a:pt x="2397" y="2229"/>
                  </a:lnTo>
                  <a:lnTo>
                    <a:pt x="2397" y="1"/>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3" name="Google Shape;7903;p62"/>
            <p:cNvSpPr/>
            <p:nvPr/>
          </p:nvSpPr>
          <p:spPr>
            <a:xfrm>
              <a:off x="4163988" y="3331550"/>
              <a:ext cx="13550" cy="33389"/>
            </a:xfrm>
            <a:custGeom>
              <a:avLst/>
              <a:gdLst/>
              <a:ahLst/>
              <a:cxnLst/>
              <a:rect l="l" t="t" r="r" b="b"/>
              <a:pathLst>
                <a:path w="905" h="2230" extrusionOk="0">
                  <a:moveTo>
                    <a:pt x="1" y="1"/>
                  </a:moveTo>
                  <a:lnTo>
                    <a:pt x="1" y="2229"/>
                  </a:lnTo>
                  <a:lnTo>
                    <a:pt x="905" y="2229"/>
                  </a:lnTo>
                  <a:lnTo>
                    <a:pt x="905"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4" name="Google Shape;7904;p62"/>
            <p:cNvSpPr/>
            <p:nvPr/>
          </p:nvSpPr>
          <p:spPr>
            <a:xfrm>
              <a:off x="3997149" y="3374342"/>
              <a:ext cx="180074" cy="268577"/>
            </a:xfrm>
            <a:custGeom>
              <a:avLst/>
              <a:gdLst/>
              <a:ahLst/>
              <a:cxnLst/>
              <a:rect l="l" t="t" r="r" b="b"/>
              <a:pathLst>
                <a:path w="12027" h="17938" extrusionOk="0">
                  <a:moveTo>
                    <a:pt x="8951" y="1"/>
                  </a:moveTo>
                  <a:cubicBezTo>
                    <a:pt x="4017" y="1"/>
                    <a:pt x="1" y="4006"/>
                    <a:pt x="1" y="8958"/>
                  </a:cubicBezTo>
                  <a:cubicBezTo>
                    <a:pt x="1" y="13932"/>
                    <a:pt x="4017" y="17937"/>
                    <a:pt x="8951" y="17937"/>
                  </a:cubicBezTo>
                  <a:cubicBezTo>
                    <a:pt x="9002" y="17937"/>
                    <a:pt x="9053" y="17937"/>
                    <a:pt x="9104" y="17936"/>
                  </a:cubicBezTo>
                  <a:lnTo>
                    <a:pt x="10597" y="16023"/>
                  </a:lnTo>
                  <a:lnTo>
                    <a:pt x="9104" y="13584"/>
                  </a:lnTo>
                  <a:cubicBezTo>
                    <a:pt x="6560" y="13584"/>
                    <a:pt x="4479" y="11523"/>
                    <a:pt x="4479" y="8958"/>
                  </a:cubicBezTo>
                  <a:cubicBezTo>
                    <a:pt x="4479" y="6414"/>
                    <a:pt x="6560" y="4333"/>
                    <a:pt x="9104" y="4333"/>
                  </a:cubicBezTo>
                  <a:lnTo>
                    <a:pt x="10366" y="4333"/>
                  </a:lnTo>
                  <a:lnTo>
                    <a:pt x="12027" y="2273"/>
                  </a:lnTo>
                  <a:lnTo>
                    <a:pt x="10366" y="2"/>
                  </a:lnTo>
                  <a:lnTo>
                    <a:pt x="9104" y="2"/>
                  </a:lnTo>
                  <a:cubicBezTo>
                    <a:pt x="9053" y="1"/>
                    <a:pt x="9002" y="1"/>
                    <a:pt x="8951"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5" name="Google Shape;7905;p62"/>
            <p:cNvSpPr/>
            <p:nvPr/>
          </p:nvSpPr>
          <p:spPr>
            <a:xfrm>
              <a:off x="4133459" y="3631539"/>
              <a:ext cx="52269" cy="42207"/>
            </a:xfrm>
            <a:custGeom>
              <a:avLst/>
              <a:gdLst/>
              <a:ahLst/>
              <a:cxnLst/>
              <a:rect l="l" t="t" r="r" b="b"/>
              <a:pathLst>
                <a:path w="3491" h="2819" extrusionOk="0">
                  <a:moveTo>
                    <a:pt x="0" y="1"/>
                  </a:moveTo>
                  <a:lnTo>
                    <a:pt x="0" y="2818"/>
                  </a:lnTo>
                  <a:lnTo>
                    <a:pt x="3490" y="2818"/>
                  </a:lnTo>
                  <a:lnTo>
                    <a:pt x="3490"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6" name="Google Shape;7906;p62"/>
            <p:cNvSpPr/>
            <p:nvPr/>
          </p:nvSpPr>
          <p:spPr>
            <a:xfrm>
              <a:off x="4152339" y="3354219"/>
              <a:ext cx="59201" cy="141355"/>
            </a:xfrm>
            <a:custGeom>
              <a:avLst/>
              <a:gdLst/>
              <a:ahLst/>
              <a:cxnLst/>
              <a:rect l="l" t="t" r="r" b="b"/>
              <a:pathLst>
                <a:path w="3954" h="9441" extrusionOk="0">
                  <a:moveTo>
                    <a:pt x="1" y="0"/>
                  </a:moveTo>
                  <a:lnTo>
                    <a:pt x="1" y="9440"/>
                  </a:lnTo>
                  <a:lnTo>
                    <a:pt x="3953" y="9440"/>
                  </a:lnTo>
                  <a:lnTo>
                    <a:pt x="3953" y="0"/>
                  </a:ln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7" name="Google Shape;7907;p62"/>
            <p:cNvSpPr/>
            <p:nvPr/>
          </p:nvSpPr>
          <p:spPr>
            <a:xfrm>
              <a:off x="4152339" y="3354219"/>
              <a:ext cx="21111" cy="141355"/>
            </a:xfrm>
            <a:custGeom>
              <a:avLst/>
              <a:gdLst/>
              <a:ahLst/>
              <a:cxnLst/>
              <a:rect l="l" t="t" r="r" b="b"/>
              <a:pathLst>
                <a:path w="1410" h="9441" extrusionOk="0">
                  <a:moveTo>
                    <a:pt x="1" y="0"/>
                  </a:moveTo>
                  <a:lnTo>
                    <a:pt x="1" y="9440"/>
                  </a:lnTo>
                  <a:lnTo>
                    <a:pt x="1409" y="9440"/>
                  </a:lnTo>
                  <a:lnTo>
                    <a:pt x="1409"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8" name="Google Shape;7908;p62"/>
            <p:cNvSpPr/>
            <p:nvPr/>
          </p:nvSpPr>
          <p:spPr>
            <a:xfrm>
              <a:off x="4133459" y="3577713"/>
              <a:ext cx="99477" cy="36533"/>
            </a:xfrm>
            <a:custGeom>
              <a:avLst/>
              <a:gdLst/>
              <a:ahLst/>
              <a:cxnLst/>
              <a:rect l="l" t="t" r="r" b="b"/>
              <a:pathLst>
                <a:path w="6644" h="2440" extrusionOk="0">
                  <a:moveTo>
                    <a:pt x="0" y="1"/>
                  </a:moveTo>
                  <a:lnTo>
                    <a:pt x="0" y="2440"/>
                  </a:lnTo>
                  <a:lnTo>
                    <a:pt x="5425" y="2440"/>
                  </a:lnTo>
                  <a:cubicBezTo>
                    <a:pt x="6097" y="2440"/>
                    <a:pt x="6644" y="1893"/>
                    <a:pt x="6644" y="1220"/>
                  </a:cubicBezTo>
                  <a:lnTo>
                    <a:pt x="6623" y="1220"/>
                  </a:lnTo>
                  <a:cubicBezTo>
                    <a:pt x="6623" y="547"/>
                    <a:pt x="6076" y="1"/>
                    <a:pt x="5425"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09" name="Google Shape;7909;p62"/>
            <p:cNvSpPr/>
            <p:nvPr/>
          </p:nvSpPr>
          <p:spPr>
            <a:xfrm>
              <a:off x="4133459" y="3577713"/>
              <a:ext cx="97276" cy="19225"/>
            </a:xfrm>
            <a:custGeom>
              <a:avLst/>
              <a:gdLst/>
              <a:ahLst/>
              <a:cxnLst/>
              <a:rect l="l" t="t" r="r" b="b"/>
              <a:pathLst>
                <a:path w="6497" h="1284" extrusionOk="0">
                  <a:moveTo>
                    <a:pt x="0" y="1"/>
                  </a:moveTo>
                  <a:lnTo>
                    <a:pt x="0" y="1283"/>
                  </a:lnTo>
                  <a:lnTo>
                    <a:pt x="5403" y="1283"/>
                  </a:lnTo>
                  <a:cubicBezTo>
                    <a:pt x="5866" y="1283"/>
                    <a:pt x="6265" y="1052"/>
                    <a:pt x="6497" y="653"/>
                  </a:cubicBezTo>
                  <a:cubicBezTo>
                    <a:pt x="6265" y="253"/>
                    <a:pt x="5866" y="1"/>
                    <a:pt x="5425"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0" name="Google Shape;7910;p62"/>
            <p:cNvSpPr/>
            <p:nvPr/>
          </p:nvSpPr>
          <p:spPr>
            <a:xfrm>
              <a:off x="4133459" y="3614231"/>
              <a:ext cx="73979" cy="28657"/>
            </a:xfrm>
            <a:custGeom>
              <a:avLst/>
              <a:gdLst/>
              <a:ahLst/>
              <a:cxnLst/>
              <a:rect l="l" t="t" r="r" b="b"/>
              <a:pathLst>
                <a:path w="4941" h="1914" extrusionOk="0">
                  <a:moveTo>
                    <a:pt x="0" y="1"/>
                  </a:moveTo>
                  <a:lnTo>
                    <a:pt x="0" y="1914"/>
                  </a:lnTo>
                  <a:lnTo>
                    <a:pt x="3343" y="1914"/>
                  </a:lnTo>
                  <a:cubicBezTo>
                    <a:pt x="4226" y="1914"/>
                    <a:pt x="4941" y="1178"/>
                    <a:pt x="4941" y="295"/>
                  </a:cubicBezTo>
                  <a:lnTo>
                    <a:pt x="4941"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1" name="Google Shape;7911;p62"/>
            <p:cNvSpPr/>
            <p:nvPr/>
          </p:nvSpPr>
          <p:spPr>
            <a:xfrm>
              <a:off x="4145736" y="3329664"/>
              <a:ext cx="71149" cy="11035"/>
            </a:xfrm>
            <a:custGeom>
              <a:avLst/>
              <a:gdLst/>
              <a:ahLst/>
              <a:cxnLst/>
              <a:rect l="l" t="t" r="r" b="b"/>
              <a:pathLst>
                <a:path w="4752" h="737" extrusionOk="0">
                  <a:moveTo>
                    <a:pt x="442" y="1"/>
                  </a:moveTo>
                  <a:cubicBezTo>
                    <a:pt x="0" y="43"/>
                    <a:pt x="0" y="694"/>
                    <a:pt x="442" y="736"/>
                  </a:cubicBezTo>
                  <a:lnTo>
                    <a:pt x="4394" y="736"/>
                  </a:lnTo>
                  <a:cubicBezTo>
                    <a:pt x="4605" y="736"/>
                    <a:pt x="4752" y="568"/>
                    <a:pt x="4752" y="358"/>
                  </a:cubicBezTo>
                  <a:cubicBezTo>
                    <a:pt x="4752" y="169"/>
                    <a:pt x="4605" y="1"/>
                    <a:pt x="4394"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2" name="Google Shape;7912;p62"/>
            <p:cNvSpPr/>
            <p:nvPr/>
          </p:nvSpPr>
          <p:spPr>
            <a:xfrm>
              <a:off x="4161667" y="3329634"/>
              <a:ext cx="55219" cy="11080"/>
            </a:xfrm>
            <a:custGeom>
              <a:avLst/>
              <a:gdLst/>
              <a:ahLst/>
              <a:cxnLst/>
              <a:rect l="l" t="t" r="r" b="b"/>
              <a:pathLst>
                <a:path w="3688" h="740" extrusionOk="0">
                  <a:moveTo>
                    <a:pt x="475" y="1"/>
                  </a:moveTo>
                  <a:cubicBezTo>
                    <a:pt x="0" y="1"/>
                    <a:pt x="0" y="740"/>
                    <a:pt x="475" y="740"/>
                  </a:cubicBezTo>
                  <a:cubicBezTo>
                    <a:pt x="487" y="740"/>
                    <a:pt x="500" y="739"/>
                    <a:pt x="513" y="738"/>
                  </a:cubicBezTo>
                  <a:lnTo>
                    <a:pt x="3330" y="738"/>
                  </a:lnTo>
                  <a:cubicBezTo>
                    <a:pt x="3541" y="738"/>
                    <a:pt x="3688" y="570"/>
                    <a:pt x="3688" y="360"/>
                  </a:cubicBezTo>
                  <a:cubicBezTo>
                    <a:pt x="3688" y="171"/>
                    <a:pt x="3541" y="3"/>
                    <a:pt x="3330" y="3"/>
                  </a:cubicBezTo>
                  <a:lnTo>
                    <a:pt x="513" y="3"/>
                  </a:lnTo>
                  <a:cubicBezTo>
                    <a:pt x="500" y="2"/>
                    <a:pt x="487" y="1"/>
                    <a:pt x="475"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3" name="Google Shape;7913;p62"/>
            <p:cNvSpPr/>
            <p:nvPr/>
          </p:nvSpPr>
          <p:spPr>
            <a:xfrm>
              <a:off x="4043744" y="3662712"/>
              <a:ext cx="224138" cy="22683"/>
            </a:xfrm>
            <a:custGeom>
              <a:avLst/>
              <a:gdLst/>
              <a:ahLst/>
              <a:cxnLst/>
              <a:rect l="l" t="t" r="r" b="b"/>
              <a:pathLst>
                <a:path w="14970" h="1515" extrusionOk="0">
                  <a:moveTo>
                    <a:pt x="1009" y="0"/>
                  </a:moveTo>
                  <a:cubicBezTo>
                    <a:pt x="0" y="0"/>
                    <a:pt x="0" y="1514"/>
                    <a:pt x="1009" y="1514"/>
                  </a:cubicBezTo>
                  <a:lnTo>
                    <a:pt x="14213" y="1514"/>
                  </a:lnTo>
                  <a:cubicBezTo>
                    <a:pt x="14633" y="1514"/>
                    <a:pt x="14970" y="1178"/>
                    <a:pt x="14970" y="757"/>
                  </a:cubicBezTo>
                  <a:cubicBezTo>
                    <a:pt x="14970" y="337"/>
                    <a:pt x="14633" y="0"/>
                    <a:pt x="14213"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4" name="Google Shape;7914;p62"/>
            <p:cNvSpPr/>
            <p:nvPr/>
          </p:nvSpPr>
          <p:spPr>
            <a:xfrm>
              <a:off x="4084035" y="3662712"/>
              <a:ext cx="183847" cy="22683"/>
            </a:xfrm>
            <a:custGeom>
              <a:avLst/>
              <a:gdLst/>
              <a:ahLst/>
              <a:cxnLst/>
              <a:rect l="l" t="t" r="r" b="b"/>
              <a:pathLst>
                <a:path w="12279" h="1515" extrusionOk="0">
                  <a:moveTo>
                    <a:pt x="1031" y="0"/>
                  </a:moveTo>
                  <a:cubicBezTo>
                    <a:pt x="0" y="0"/>
                    <a:pt x="0" y="1514"/>
                    <a:pt x="1031" y="1514"/>
                  </a:cubicBezTo>
                  <a:lnTo>
                    <a:pt x="11522" y="1514"/>
                  </a:lnTo>
                  <a:cubicBezTo>
                    <a:pt x="11942" y="1514"/>
                    <a:pt x="12279" y="1178"/>
                    <a:pt x="12279" y="757"/>
                  </a:cubicBezTo>
                  <a:cubicBezTo>
                    <a:pt x="12279" y="337"/>
                    <a:pt x="11942" y="0"/>
                    <a:pt x="11522"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5" name="Google Shape;7915;p62"/>
            <p:cNvSpPr/>
            <p:nvPr/>
          </p:nvSpPr>
          <p:spPr>
            <a:xfrm>
              <a:off x="4105131" y="3396396"/>
              <a:ext cx="30544" cy="25917"/>
            </a:xfrm>
            <a:custGeom>
              <a:avLst/>
              <a:gdLst/>
              <a:ahLst/>
              <a:cxnLst/>
              <a:rect l="l" t="t" r="r" b="b"/>
              <a:pathLst>
                <a:path w="2040" h="1731" extrusionOk="0">
                  <a:moveTo>
                    <a:pt x="1177" y="1"/>
                  </a:moveTo>
                  <a:cubicBezTo>
                    <a:pt x="400" y="1"/>
                    <a:pt x="0" y="926"/>
                    <a:pt x="547" y="1472"/>
                  </a:cubicBezTo>
                  <a:cubicBezTo>
                    <a:pt x="732" y="1650"/>
                    <a:pt x="954" y="1730"/>
                    <a:pt x="1171" y="1730"/>
                  </a:cubicBezTo>
                  <a:cubicBezTo>
                    <a:pt x="1619" y="1730"/>
                    <a:pt x="2039" y="1387"/>
                    <a:pt x="2039" y="863"/>
                  </a:cubicBezTo>
                  <a:cubicBezTo>
                    <a:pt x="2039" y="379"/>
                    <a:pt x="1661" y="1"/>
                    <a:pt x="1177" y="1"/>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6" name="Google Shape;7916;p62"/>
            <p:cNvSpPr/>
            <p:nvPr/>
          </p:nvSpPr>
          <p:spPr>
            <a:xfrm>
              <a:off x="4087179" y="3593135"/>
              <a:ext cx="30559" cy="25917"/>
            </a:xfrm>
            <a:custGeom>
              <a:avLst/>
              <a:gdLst/>
              <a:ahLst/>
              <a:cxnLst/>
              <a:rect l="l" t="t" r="r" b="b"/>
              <a:pathLst>
                <a:path w="2041" h="1731" extrusionOk="0">
                  <a:moveTo>
                    <a:pt x="1178" y="1"/>
                  </a:moveTo>
                  <a:cubicBezTo>
                    <a:pt x="400" y="1"/>
                    <a:pt x="1" y="926"/>
                    <a:pt x="547" y="1473"/>
                  </a:cubicBezTo>
                  <a:cubicBezTo>
                    <a:pt x="732" y="1651"/>
                    <a:pt x="955" y="1731"/>
                    <a:pt x="1171" y="1731"/>
                  </a:cubicBezTo>
                  <a:cubicBezTo>
                    <a:pt x="1619" y="1731"/>
                    <a:pt x="2040" y="1388"/>
                    <a:pt x="2040" y="863"/>
                  </a:cubicBezTo>
                  <a:cubicBezTo>
                    <a:pt x="2040" y="379"/>
                    <a:pt x="1662" y="1"/>
                    <a:pt x="1178" y="1"/>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17" name="Google Shape;7917;p62"/>
          <p:cNvGrpSpPr/>
          <p:nvPr/>
        </p:nvGrpSpPr>
        <p:grpSpPr>
          <a:xfrm>
            <a:off x="3962406" y="2729615"/>
            <a:ext cx="345655" cy="343529"/>
            <a:chOff x="3954343" y="2899354"/>
            <a:chExt cx="345655" cy="343529"/>
          </a:xfrm>
        </p:grpSpPr>
        <p:sp>
          <p:nvSpPr>
            <p:cNvPr id="7918" name="Google Shape;7918;p62"/>
            <p:cNvSpPr/>
            <p:nvPr/>
          </p:nvSpPr>
          <p:spPr>
            <a:xfrm>
              <a:off x="3954343" y="2899354"/>
              <a:ext cx="345655" cy="343529"/>
            </a:xfrm>
            <a:custGeom>
              <a:avLst/>
              <a:gdLst/>
              <a:ahLst/>
              <a:cxnLst/>
              <a:rect l="l" t="t" r="r" b="b"/>
              <a:pathLst>
                <a:path w="23086" h="22944" extrusionOk="0">
                  <a:moveTo>
                    <a:pt x="18828" y="0"/>
                  </a:moveTo>
                  <a:cubicBezTo>
                    <a:pt x="18617" y="0"/>
                    <a:pt x="18407" y="84"/>
                    <a:pt x="18250" y="253"/>
                  </a:cubicBezTo>
                  <a:lnTo>
                    <a:pt x="17640" y="862"/>
                  </a:lnTo>
                  <a:lnTo>
                    <a:pt x="17135" y="1346"/>
                  </a:lnTo>
                  <a:lnTo>
                    <a:pt x="16000" y="2481"/>
                  </a:lnTo>
                  <a:lnTo>
                    <a:pt x="15495" y="2986"/>
                  </a:lnTo>
                  <a:lnTo>
                    <a:pt x="12741" y="5740"/>
                  </a:lnTo>
                  <a:lnTo>
                    <a:pt x="12237" y="6244"/>
                  </a:lnTo>
                  <a:lnTo>
                    <a:pt x="11122" y="7380"/>
                  </a:lnTo>
                  <a:lnTo>
                    <a:pt x="10618" y="7863"/>
                  </a:lnTo>
                  <a:lnTo>
                    <a:pt x="9482" y="8999"/>
                  </a:lnTo>
                  <a:lnTo>
                    <a:pt x="8978" y="9503"/>
                  </a:lnTo>
                  <a:lnTo>
                    <a:pt x="7864" y="10639"/>
                  </a:lnTo>
                  <a:lnTo>
                    <a:pt x="7359" y="11122"/>
                  </a:lnTo>
                  <a:lnTo>
                    <a:pt x="2965" y="15516"/>
                  </a:lnTo>
                  <a:lnTo>
                    <a:pt x="2481" y="16021"/>
                  </a:lnTo>
                  <a:lnTo>
                    <a:pt x="1346" y="17156"/>
                  </a:lnTo>
                  <a:lnTo>
                    <a:pt x="841" y="17640"/>
                  </a:lnTo>
                  <a:lnTo>
                    <a:pt x="316" y="18165"/>
                  </a:lnTo>
                  <a:cubicBezTo>
                    <a:pt x="0" y="18502"/>
                    <a:pt x="0" y="19027"/>
                    <a:pt x="316" y="19343"/>
                  </a:cubicBezTo>
                  <a:lnTo>
                    <a:pt x="3659" y="22707"/>
                  </a:lnTo>
                  <a:cubicBezTo>
                    <a:pt x="3827" y="22864"/>
                    <a:pt x="4037" y="22943"/>
                    <a:pt x="4247" y="22943"/>
                  </a:cubicBezTo>
                  <a:cubicBezTo>
                    <a:pt x="4458" y="22943"/>
                    <a:pt x="4668" y="22864"/>
                    <a:pt x="4836" y="22707"/>
                  </a:cubicBezTo>
                  <a:lnTo>
                    <a:pt x="22770" y="4773"/>
                  </a:lnTo>
                  <a:cubicBezTo>
                    <a:pt x="23085" y="4436"/>
                    <a:pt x="23085" y="3932"/>
                    <a:pt x="22770" y="3595"/>
                  </a:cubicBezTo>
                  <a:lnTo>
                    <a:pt x="19406" y="253"/>
                  </a:lnTo>
                  <a:cubicBezTo>
                    <a:pt x="19248" y="84"/>
                    <a:pt x="19038" y="0"/>
                    <a:pt x="18828" y="0"/>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19" name="Google Shape;7919;p62"/>
            <p:cNvSpPr/>
            <p:nvPr/>
          </p:nvSpPr>
          <p:spPr>
            <a:xfrm>
              <a:off x="4210897" y="2911946"/>
              <a:ext cx="33434" cy="31502"/>
            </a:xfrm>
            <a:custGeom>
              <a:avLst/>
              <a:gdLst/>
              <a:ahLst/>
              <a:cxnLst/>
              <a:rect l="l" t="t" r="r" b="b"/>
              <a:pathLst>
                <a:path w="2233" h="2104" extrusionOk="0">
                  <a:moveTo>
                    <a:pt x="505" y="0"/>
                  </a:moveTo>
                  <a:lnTo>
                    <a:pt x="0" y="505"/>
                  </a:lnTo>
                  <a:lnTo>
                    <a:pt x="1514" y="2019"/>
                  </a:lnTo>
                  <a:cubicBezTo>
                    <a:pt x="1588" y="2078"/>
                    <a:pt x="1666" y="2104"/>
                    <a:pt x="1741" y="2104"/>
                  </a:cubicBezTo>
                  <a:cubicBezTo>
                    <a:pt x="2009" y="2104"/>
                    <a:pt x="2232" y="1777"/>
                    <a:pt x="2019" y="1514"/>
                  </a:cubicBezTo>
                  <a:lnTo>
                    <a:pt x="505"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0" name="Google Shape;7920;p62"/>
            <p:cNvSpPr/>
            <p:nvPr/>
          </p:nvSpPr>
          <p:spPr>
            <a:xfrm>
              <a:off x="4186656" y="2936501"/>
              <a:ext cx="27834" cy="25049"/>
            </a:xfrm>
            <a:custGeom>
              <a:avLst/>
              <a:gdLst/>
              <a:ahLst/>
              <a:cxnLst/>
              <a:rect l="l" t="t" r="r" b="b"/>
              <a:pathLst>
                <a:path w="1859" h="1673" extrusionOk="0">
                  <a:moveTo>
                    <a:pt x="505" y="0"/>
                  </a:moveTo>
                  <a:lnTo>
                    <a:pt x="0" y="484"/>
                  </a:lnTo>
                  <a:lnTo>
                    <a:pt x="1052" y="1535"/>
                  </a:lnTo>
                  <a:cubicBezTo>
                    <a:pt x="1134" y="1632"/>
                    <a:pt x="1230" y="1672"/>
                    <a:pt x="1322" y="1672"/>
                  </a:cubicBezTo>
                  <a:cubicBezTo>
                    <a:pt x="1607" y="1672"/>
                    <a:pt x="1858" y="1290"/>
                    <a:pt x="1556" y="1051"/>
                  </a:cubicBezTo>
                  <a:lnTo>
                    <a:pt x="505"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1" name="Google Shape;7921;p62"/>
            <p:cNvSpPr/>
            <p:nvPr/>
          </p:nvSpPr>
          <p:spPr>
            <a:xfrm>
              <a:off x="4162101" y="2960727"/>
              <a:ext cx="26501" cy="24600"/>
            </a:xfrm>
            <a:custGeom>
              <a:avLst/>
              <a:gdLst/>
              <a:ahLst/>
              <a:cxnLst/>
              <a:rect l="l" t="t" r="r" b="b"/>
              <a:pathLst>
                <a:path w="1770" h="1643" extrusionOk="0">
                  <a:moveTo>
                    <a:pt x="505" y="1"/>
                  </a:moveTo>
                  <a:lnTo>
                    <a:pt x="0" y="506"/>
                  </a:lnTo>
                  <a:lnTo>
                    <a:pt x="1052" y="1557"/>
                  </a:lnTo>
                  <a:cubicBezTo>
                    <a:pt x="1125" y="1617"/>
                    <a:pt x="1204" y="1642"/>
                    <a:pt x="1279" y="1642"/>
                  </a:cubicBezTo>
                  <a:cubicBezTo>
                    <a:pt x="1547" y="1642"/>
                    <a:pt x="1770" y="1315"/>
                    <a:pt x="1556" y="1052"/>
                  </a:cubicBezTo>
                  <a:lnTo>
                    <a:pt x="505" y="1"/>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2" name="Google Shape;7922;p62"/>
            <p:cNvSpPr/>
            <p:nvPr/>
          </p:nvSpPr>
          <p:spPr>
            <a:xfrm>
              <a:off x="4137861" y="2985281"/>
              <a:ext cx="27834" cy="25064"/>
            </a:xfrm>
            <a:custGeom>
              <a:avLst/>
              <a:gdLst/>
              <a:ahLst/>
              <a:cxnLst/>
              <a:rect l="l" t="t" r="r" b="b"/>
              <a:pathLst>
                <a:path w="1859" h="1674" extrusionOk="0">
                  <a:moveTo>
                    <a:pt x="505" y="1"/>
                  </a:moveTo>
                  <a:lnTo>
                    <a:pt x="1" y="484"/>
                  </a:lnTo>
                  <a:lnTo>
                    <a:pt x="1052" y="1536"/>
                  </a:lnTo>
                  <a:cubicBezTo>
                    <a:pt x="1129" y="1633"/>
                    <a:pt x="1222" y="1673"/>
                    <a:pt x="1313" y="1673"/>
                  </a:cubicBezTo>
                  <a:cubicBezTo>
                    <a:pt x="1596" y="1673"/>
                    <a:pt x="1858" y="1290"/>
                    <a:pt x="1556" y="1052"/>
                  </a:cubicBezTo>
                  <a:lnTo>
                    <a:pt x="505" y="1"/>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3" name="Google Shape;7923;p62"/>
            <p:cNvSpPr/>
            <p:nvPr/>
          </p:nvSpPr>
          <p:spPr>
            <a:xfrm>
              <a:off x="4113306" y="3009522"/>
              <a:ext cx="33434" cy="31517"/>
            </a:xfrm>
            <a:custGeom>
              <a:avLst/>
              <a:gdLst/>
              <a:ahLst/>
              <a:cxnLst/>
              <a:rect l="l" t="t" r="r" b="b"/>
              <a:pathLst>
                <a:path w="2233" h="2105" extrusionOk="0">
                  <a:moveTo>
                    <a:pt x="505" y="1"/>
                  </a:moveTo>
                  <a:lnTo>
                    <a:pt x="1" y="505"/>
                  </a:lnTo>
                  <a:lnTo>
                    <a:pt x="1514" y="2019"/>
                  </a:lnTo>
                  <a:cubicBezTo>
                    <a:pt x="1588" y="2079"/>
                    <a:pt x="1667" y="2104"/>
                    <a:pt x="1742" y="2104"/>
                  </a:cubicBezTo>
                  <a:cubicBezTo>
                    <a:pt x="2010" y="2104"/>
                    <a:pt x="2233" y="1777"/>
                    <a:pt x="2019" y="1515"/>
                  </a:cubicBezTo>
                  <a:lnTo>
                    <a:pt x="505" y="1"/>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4" name="Google Shape;7924;p62"/>
            <p:cNvSpPr/>
            <p:nvPr/>
          </p:nvSpPr>
          <p:spPr>
            <a:xfrm>
              <a:off x="4089066" y="3034077"/>
              <a:ext cx="27504" cy="25184"/>
            </a:xfrm>
            <a:custGeom>
              <a:avLst/>
              <a:gdLst/>
              <a:ahLst/>
              <a:cxnLst/>
              <a:rect l="l" t="t" r="r" b="b"/>
              <a:pathLst>
                <a:path w="1837" h="1682" extrusionOk="0">
                  <a:moveTo>
                    <a:pt x="484" y="1"/>
                  </a:moveTo>
                  <a:lnTo>
                    <a:pt x="1" y="484"/>
                  </a:lnTo>
                  <a:lnTo>
                    <a:pt x="1052" y="1535"/>
                  </a:lnTo>
                  <a:cubicBezTo>
                    <a:pt x="1130" y="1639"/>
                    <a:pt x="1223" y="1682"/>
                    <a:pt x="1314" y="1682"/>
                  </a:cubicBezTo>
                  <a:cubicBezTo>
                    <a:pt x="1589" y="1682"/>
                    <a:pt x="1836" y="1289"/>
                    <a:pt x="1536" y="1052"/>
                  </a:cubicBezTo>
                  <a:lnTo>
                    <a:pt x="484" y="1"/>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5" name="Google Shape;7925;p62"/>
            <p:cNvSpPr/>
            <p:nvPr/>
          </p:nvSpPr>
          <p:spPr>
            <a:xfrm>
              <a:off x="4064511" y="3058317"/>
              <a:ext cx="26516" cy="24585"/>
            </a:xfrm>
            <a:custGeom>
              <a:avLst/>
              <a:gdLst/>
              <a:ahLst/>
              <a:cxnLst/>
              <a:rect l="l" t="t" r="r" b="b"/>
              <a:pathLst>
                <a:path w="1771" h="1642" extrusionOk="0">
                  <a:moveTo>
                    <a:pt x="506" y="1"/>
                  </a:moveTo>
                  <a:lnTo>
                    <a:pt x="1" y="505"/>
                  </a:lnTo>
                  <a:lnTo>
                    <a:pt x="1052" y="1556"/>
                  </a:lnTo>
                  <a:cubicBezTo>
                    <a:pt x="1126" y="1616"/>
                    <a:pt x="1204" y="1642"/>
                    <a:pt x="1279" y="1642"/>
                  </a:cubicBezTo>
                  <a:cubicBezTo>
                    <a:pt x="1547" y="1642"/>
                    <a:pt x="1770" y="1315"/>
                    <a:pt x="1557" y="1052"/>
                  </a:cubicBezTo>
                  <a:lnTo>
                    <a:pt x="506" y="1"/>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6" name="Google Shape;7926;p62"/>
            <p:cNvSpPr/>
            <p:nvPr/>
          </p:nvSpPr>
          <p:spPr>
            <a:xfrm>
              <a:off x="4040285" y="3082872"/>
              <a:ext cx="27729" cy="25184"/>
            </a:xfrm>
            <a:custGeom>
              <a:avLst/>
              <a:gdLst/>
              <a:ahLst/>
              <a:cxnLst/>
              <a:rect l="l" t="t" r="r" b="b"/>
              <a:pathLst>
                <a:path w="1852" h="1682" extrusionOk="0">
                  <a:moveTo>
                    <a:pt x="484" y="0"/>
                  </a:moveTo>
                  <a:lnTo>
                    <a:pt x="0" y="484"/>
                  </a:lnTo>
                  <a:lnTo>
                    <a:pt x="1051" y="1535"/>
                  </a:lnTo>
                  <a:cubicBezTo>
                    <a:pt x="1129" y="1639"/>
                    <a:pt x="1224" y="1681"/>
                    <a:pt x="1316" y="1681"/>
                  </a:cubicBezTo>
                  <a:cubicBezTo>
                    <a:pt x="1596" y="1681"/>
                    <a:pt x="1851" y="1289"/>
                    <a:pt x="1535" y="1052"/>
                  </a:cubicBezTo>
                  <a:lnTo>
                    <a:pt x="484"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7" name="Google Shape;7927;p62"/>
            <p:cNvSpPr/>
            <p:nvPr/>
          </p:nvSpPr>
          <p:spPr>
            <a:xfrm>
              <a:off x="4015730" y="3107113"/>
              <a:ext cx="34751" cy="32281"/>
            </a:xfrm>
            <a:custGeom>
              <a:avLst/>
              <a:gdLst/>
              <a:ahLst/>
              <a:cxnLst/>
              <a:rect l="l" t="t" r="r" b="b"/>
              <a:pathLst>
                <a:path w="2321" h="2156" extrusionOk="0">
                  <a:moveTo>
                    <a:pt x="505" y="0"/>
                  </a:moveTo>
                  <a:lnTo>
                    <a:pt x="0" y="505"/>
                  </a:lnTo>
                  <a:lnTo>
                    <a:pt x="1514" y="2019"/>
                  </a:lnTo>
                  <a:cubicBezTo>
                    <a:pt x="1596" y="2116"/>
                    <a:pt x="1691" y="2156"/>
                    <a:pt x="1783" y="2156"/>
                  </a:cubicBezTo>
                  <a:cubicBezTo>
                    <a:pt x="2069" y="2156"/>
                    <a:pt x="2321" y="1769"/>
                    <a:pt x="2018" y="1514"/>
                  </a:cubicBezTo>
                  <a:lnTo>
                    <a:pt x="505"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8" name="Google Shape;7928;p62"/>
            <p:cNvSpPr/>
            <p:nvPr/>
          </p:nvSpPr>
          <p:spPr>
            <a:xfrm>
              <a:off x="3991490" y="3131668"/>
              <a:ext cx="27789" cy="25318"/>
            </a:xfrm>
            <a:custGeom>
              <a:avLst/>
              <a:gdLst/>
              <a:ahLst/>
              <a:cxnLst/>
              <a:rect l="l" t="t" r="r" b="b"/>
              <a:pathLst>
                <a:path w="1856" h="1691" extrusionOk="0">
                  <a:moveTo>
                    <a:pt x="484" y="0"/>
                  </a:moveTo>
                  <a:lnTo>
                    <a:pt x="0" y="505"/>
                  </a:lnTo>
                  <a:lnTo>
                    <a:pt x="1051" y="1556"/>
                  </a:lnTo>
                  <a:cubicBezTo>
                    <a:pt x="1127" y="1651"/>
                    <a:pt x="1217" y="1690"/>
                    <a:pt x="1306" y="1690"/>
                  </a:cubicBezTo>
                  <a:cubicBezTo>
                    <a:pt x="1590" y="1690"/>
                    <a:pt x="1855" y="1292"/>
                    <a:pt x="1535" y="1051"/>
                  </a:cubicBezTo>
                  <a:lnTo>
                    <a:pt x="484"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9" name="Google Shape;7929;p62"/>
            <p:cNvSpPr/>
            <p:nvPr/>
          </p:nvSpPr>
          <p:spPr>
            <a:xfrm>
              <a:off x="3966935" y="3155908"/>
              <a:ext cx="27834" cy="25348"/>
            </a:xfrm>
            <a:custGeom>
              <a:avLst/>
              <a:gdLst/>
              <a:ahLst/>
              <a:cxnLst/>
              <a:rect l="l" t="t" r="r" b="b"/>
              <a:pathLst>
                <a:path w="1859" h="1693" extrusionOk="0">
                  <a:moveTo>
                    <a:pt x="505" y="0"/>
                  </a:moveTo>
                  <a:lnTo>
                    <a:pt x="0" y="505"/>
                  </a:lnTo>
                  <a:lnTo>
                    <a:pt x="1052" y="1556"/>
                  </a:lnTo>
                  <a:cubicBezTo>
                    <a:pt x="1133" y="1653"/>
                    <a:pt x="1229" y="1693"/>
                    <a:pt x="1321" y="1693"/>
                  </a:cubicBezTo>
                  <a:cubicBezTo>
                    <a:pt x="1607" y="1693"/>
                    <a:pt x="1859" y="1306"/>
                    <a:pt x="1556" y="1051"/>
                  </a:cubicBezTo>
                  <a:lnTo>
                    <a:pt x="505" y="0"/>
                  </a:ln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30" name="Google Shape;7930;p62"/>
          <p:cNvGrpSpPr/>
          <p:nvPr/>
        </p:nvGrpSpPr>
        <p:grpSpPr>
          <a:xfrm>
            <a:off x="2174105" y="3181605"/>
            <a:ext cx="369566" cy="349803"/>
            <a:chOff x="2166043" y="3351344"/>
            <a:chExt cx="369566" cy="349803"/>
          </a:xfrm>
        </p:grpSpPr>
        <p:sp>
          <p:nvSpPr>
            <p:cNvPr id="7931" name="Google Shape;7931;p62"/>
            <p:cNvSpPr/>
            <p:nvPr/>
          </p:nvSpPr>
          <p:spPr>
            <a:xfrm>
              <a:off x="2166357" y="3351344"/>
              <a:ext cx="369252" cy="349803"/>
            </a:xfrm>
            <a:custGeom>
              <a:avLst/>
              <a:gdLst/>
              <a:ahLst/>
              <a:cxnLst/>
              <a:rect l="l" t="t" r="r" b="b"/>
              <a:pathLst>
                <a:path w="24662" h="23363" extrusionOk="0">
                  <a:moveTo>
                    <a:pt x="18025" y="0"/>
                  </a:moveTo>
                  <a:cubicBezTo>
                    <a:pt x="13633" y="0"/>
                    <a:pt x="9337" y="1726"/>
                    <a:pt x="6118" y="4944"/>
                  </a:cubicBezTo>
                  <a:cubicBezTo>
                    <a:pt x="1535" y="9506"/>
                    <a:pt x="0" y="16297"/>
                    <a:pt x="2124" y="22415"/>
                  </a:cubicBezTo>
                  <a:cubicBezTo>
                    <a:pt x="3975" y="23060"/>
                    <a:pt x="5845" y="23362"/>
                    <a:pt x="7676" y="23362"/>
                  </a:cubicBezTo>
                  <a:cubicBezTo>
                    <a:pt x="16116" y="23362"/>
                    <a:pt x="23695" y="16927"/>
                    <a:pt x="24473" y="7908"/>
                  </a:cubicBezTo>
                  <a:cubicBezTo>
                    <a:pt x="24662" y="5554"/>
                    <a:pt x="24367" y="3178"/>
                    <a:pt x="23590" y="949"/>
                  </a:cubicBezTo>
                  <a:cubicBezTo>
                    <a:pt x="21767" y="311"/>
                    <a:pt x="19887" y="0"/>
                    <a:pt x="18025"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2" name="Google Shape;7932;p62"/>
            <p:cNvSpPr/>
            <p:nvPr/>
          </p:nvSpPr>
          <p:spPr>
            <a:xfrm>
              <a:off x="2166043" y="3351344"/>
              <a:ext cx="353516" cy="335624"/>
            </a:xfrm>
            <a:custGeom>
              <a:avLst/>
              <a:gdLst/>
              <a:ahLst/>
              <a:cxnLst/>
              <a:rect l="l" t="t" r="r" b="b"/>
              <a:pathLst>
                <a:path w="23611" h="22416" extrusionOk="0">
                  <a:moveTo>
                    <a:pt x="18042" y="0"/>
                  </a:moveTo>
                  <a:cubicBezTo>
                    <a:pt x="13645" y="0"/>
                    <a:pt x="9343" y="1726"/>
                    <a:pt x="6139" y="4944"/>
                  </a:cubicBezTo>
                  <a:cubicBezTo>
                    <a:pt x="1556" y="9506"/>
                    <a:pt x="0" y="16297"/>
                    <a:pt x="2145" y="22415"/>
                  </a:cubicBezTo>
                  <a:cubicBezTo>
                    <a:pt x="2124" y="20923"/>
                    <a:pt x="2502" y="19220"/>
                    <a:pt x="3238" y="17411"/>
                  </a:cubicBezTo>
                  <a:cubicBezTo>
                    <a:pt x="3553" y="16676"/>
                    <a:pt x="3890" y="15940"/>
                    <a:pt x="4289" y="15225"/>
                  </a:cubicBezTo>
                  <a:cubicBezTo>
                    <a:pt x="7149" y="10158"/>
                    <a:pt x="11353" y="5974"/>
                    <a:pt x="16420" y="3094"/>
                  </a:cubicBezTo>
                  <a:cubicBezTo>
                    <a:pt x="17135" y="2694"/>
                    <a:pt x="17850" y="2358"/>
                    <a:pt x="18607" y="2043"/>
                  </a:cubicBezTo>
                  <a:cubicBezTo>
                    <a:pt x="20367" y="1326"/>
                    <a:pt x="22028" y="949"/>
                    <a:pt x="23492" y="949"/>
                  </a:cubicBezTo>
                  <a:cubicBezTo>
                    <a:pt x="23532" y="949"/>
                    <a:pt x="23571" y="949"/>
                    <a:pt x="23611" y="949"/>
                  </a:cubicBezTo>
                  <a:cubicBezTo>
                    <a:pt x="21788" y="311"/>
                    <a:pt x="19907" y="0"/>
                    <a:pt x="18042"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3" name="Google Shape;7933;p62"/>
            <p:cNvSpPr/>
            <p:nvPr/>
          </p:nvSpPr>
          <p:spPr>
            <a:xfrm>
              <a:off x="2373487" y="3352332"/>
              <a:ext cx="159292" cy="158978"/>
            </a:xfrm>
            <a:custGeom>
              <a:avLst/>
              <a:gdLst/>
              <a:ahLst/>
              <a:cxnLst/>
              <a:rect l="l" t="t" r="r" b="b"/>
              <a:pathLst>
                <a:path w="10639" h="10618" extrusionOk="0">
                  <a:moveTo>
                    <a:pt x="2754" y="0"/>
                  </a:moveTo>
                  <a:cubicBezTo>
                    <a:pt x="1829" y="63"/>
                    <a:pt x="904" y="232"/>
                    <a:pt x="0" y="463"/>
                  </a:cubicBezTo>
                  <a:lnTo>
                    <a:pt x="10155" y="10618"/>
                  </a:lnTo>
                  <a:cubicBezTo>
                    <a:pt x="10386" y="9714"/>
                    <a:pt x="10554" y="8789"/>
                    <a:pt x="10639" y="7842"/>
                  </a:cubicBezTo>
                  <a:lnTo>
                    <a:pt x="2754" y="0"/>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4" name="Google Shape;7934;p62"/>
            <p:cNvSpPr/>
            <p:nvPr/>
          </p:nvSpPr>
          <p:spPr>
            <a:xfrm>
              <a:off x="2373487" y="3352332"/>
              <a:ext cx="71149" cy="45337"/>
            </a:xfrm>
            <a:custGeom>
              <a:avLst/>
              <a:gdLst/>
              <a:ahLst/>
              <a:cxnLst/>
              <a:rect l="l" t="t" r="r" b="b"/>
              <a:pathLst>
                <a:path w="4752" h="3028" extrusionOk="0">
                  <a:moveTo>
                    <a:pt x="2754" y="0"/>
                  </a:moveTo>
                  <a:cubicBezTo>
                    <a:pt x="1829" y="63"/>
                    <a:pt x="904" y="232"/>
                    <a:pt x="0" y="463"/>
                  </a:cubicBezTo>
                  <a:lnTo>
                    <a:pt x="2565" y="3028"/>
                  </a:lnTo>
                  <a:cubicBezTo>
                    <a:pt x="3280" y="2628"/>
                    <a:pt x="3995" y="2271"/>
                    <a:pt x="4752" y="1977"/>
                  </a:cubicBezTo>
                  <a:lnTo>
                    <a:pt x="2754"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5" name="Google Shape;7935;p62"/>
            <p:cNvSpPr/>
            <p:nvPr/>
          </p:nvSpPr>
          <p:spPr>
            <a:xfrm>
              <a:off x="2275596" y="3447587"/>
              <a:ext cx="166195" cy="157032"/>
            </a:xfrm>
            <a:custGeom>
              <a:avLst/>
              <a:gdLst/>
              <a:ahLst/>
              <a:cxnLst/>
              <a:rect l="l" t="t" r="r" b="b"/>
              <a:pathLst>
                <a:path w="11100" h="10488" extrusionOk="0">
                  <a:moveTo>
                    <a:pt x="10067" y="0"/>
                  </a:moveTo>
                  <a:cubicBezTo>
                    <a:pt x="9897" y="0"/>
                    <a:pt x="9720" y="71"/>
                    <a:pt x="9566" y="240"/>
                  </a:cubicBezTo>
                  <a:lnTo>
                    <a:pt x="546" y="9259"/>
                  </a:lnTo>
                  <a:cubicBezTo>
                    <a:pt x="1" y="9757"/>
                    <a:pt x="484" y="10487"/>
                    <a:pt x="1033" y="10487"/>
                  </a:cubicBezTo>
                  <a:cubicBezTo>
                    <a:pt x="1204" y="10487"/>
                    <a:pt x="1380" y="10417"/>
                    <a:pt x="1534" y="10248"/>
                  </a:cubicBezTo>
                  <a:lnTo>
                    <a:pt x="10554" y="1228"/>
                  </a:lnTo>
                  <a:cubicBezTo>
                    <a:pt x="11100" y="731"/>
                    <a:pt x="10616" y="0"/>
                    <a:pt x="10067"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6" name="Google Shape;7936;p62"/>
            <p:cNvSpPr/>
            <p:nvPr/>
          </p:nvSpPr>
          <p:spPr>
            <a:xfrm>
              <a:off x="2284191" y="3555853"/>
              <a:ext cx="46774" cy="42657"/>
            </a:xfrm>
            <a:custGeom>
              <a:avLst/>
              <a:gdLst/>
              <a:ahLst/>
              <a:cxnLst/>
              <a:rect l="l" t="t" r="r" b="b"/>
              <a:pathLst>
                <a:path w="3124" h="2849" extrusionOk="0">
                  <a:moveTo>
                    <a:pt x="513" y="0"/>
                  </a:moveTo>
                  <a:cubicBezTo>
                    <a:pt x="238" y="0"/>
                    <a:pt x="1" y="338"/>
                    <a:pt x="246" y="599"/>
                  </a:cubicBezTo>
                  <a:lnTo>
                    <a:pt x="2390" y="2743"/>
                  </a:lnTo>
                  <a:cubicBezTo>
                    <a:pt x="2451" y="2804"/>
                    <a:pt x="2551" y="2845"/>
                    <a:pt x="2633" y="2848"/>
                  </a:cubicBezTo>
                  <a:lnTo>
                    <a:pt x="2633" y="2848"/>
                  </a:lnTo>
                  <a:cubicBezTo>
                    <a:pt x="2962" y="2839"/>
                    <a:pt x="3123" y="2467"/>
                    <a:pt x="2895" y="2239"/>
                  </a:cubicBezTo>
                  <a:lnTo>
                    <a:pt x="750" y="94"/>
                  </a:lnTo>
                  <a:cubicBezTo>
                    <a:pt x="675" y="28"/>
                    <a:pt x="592" y="0"/>
                    <a:pt x="513" y="0"/>
                  </a:cubicBezTo>
                  <a:close/>
                  <a:moveTo>
                    <a:pt x="2633" y="2848"/>
                  </a:moveTo>
                  <a:cubicBezTo>
                    <a:pt x="2629" y="2848"/>
                    <a:pt x="2625" y="2848"/>
                    <a:pt x="2621" y="2848"/>
                  </a:cubicBezTo>
                  <a:lnTo>
                    <a:pt x="2642" y="2848"/>
                  </a:lnTo>
                  <a:cubicBezTo>
                    <a:pt x="2639" y="2848"/>
                    <a:pt x="2636" y="2848"/>
                    <a:pt x="2633" y="2848"/>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7" name="Google Shape;7937;p62"/>
            <p:cNvSpPr/>
            <p:nvPr/>
          </p:nvSpPr>
          <p:spPr>
            <a:xfrm>
              <a:off x="2317235" y="3521342"/>
              <a:ext cx="47418" cy="43166"/>
            </a:xfrm>
            <a:custGeom>
              <a:avLst/>
              <a:gdLst/>
              <a:ahLst/>
              <a:cxnLst/>
              <a:rect l="l" t="t" r="r" b="b"/>
              <a:pathLst>
                <a:path w="3167" h="2883" extrusionOk="0">
                  <a:moveTo>
                    <a:pt x="530" y="0"/>
                  </a:moveTo>
                  <a:cubicBezTo>
                    <a:pt x="247" y="0"/>
                    <a:pt x="1" y="377"/>
                    <a:pt x="288" y="633"/>
                  </a:cubicBezTo>
                  <a:lnTo>
                    <a:pt x="2433" y="2778"/>
                  </a:lnTo>
                  <a:cubicBezTo>
                    <a:pt x="2494" y="2839"/>
                    <a:pt x="2594" y="2880"/>
                    <a:pt x="2696" y="2883"/>
                  </a:cubicBezTo>
                  <a:lnTo>
                    <a:pt x="2696" y="2883"/>
                  </a:lnTo>
                  <a:cubicBezTo>
                    <a:pt x="3004" y="2874"/>
                    <a:pt x="3166" y="2502"/>
                    <a:pt x="2937" y="2273"/>
                  </a:cubicBezTo>
                  <a:lnTo>
                    <a:pt x="793" y="129"/>
                  </a:lnTo>
                  <a:cubicBezTo>
                    <a:pt x="712" y="38"/>
                    <a:pt x="619" y="0"/>
                    <a:pt x="530" y="0"/>
                  </a:cubicBezTo>
                  <a:close/>
                  <a:moveTo>
                    <a:pt x="2696" y="2883"/>
                  </a:moveTo>
                  <a:lnTo>
                    <a:pt x="2696" y="2883"/>
                  </a:lnTo>
                  <a:cubicBezTo>
                    <a:pt x="2692" y="2883"/>
                    <a:pt x="2689" y="2883"/>
                    <a:pt x="2685" y="2883"/>
                  </a:cubicBezTo>
                  <a:lnTo>
                    <a:pt x="2706" y="2883"/>
                  </a:lnTo>
                  <a:cubicBezTo>
                    <a:pt x="2703" y="2883"/>
                    <a:pt x="2699" y="2883"/>
                    <a:pt x="2696" y="2883"/>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8" name="Google Shape;7938;p62"/>
            <p:cNvSpPr/>
            <p:nvPr/>
          </p:nvSpPr>
          <p:spPr>
            <a:xfrm>
              <a:off x="2352121" y="3487863"/>
              <a:ext cx="46475" cy="42657"/>
            </a:xfrm>
            <a:custGeom>
              <a:avLst/>
              <a:gdLst/>
              <a:ahLst/>
              <a:cxnLst/>
              <a:rect l="l" t="t" r="r" b="b"/>
              <a:pathLst>
                <a:path w="3104" h="2849" extrusionOk="0">
                  <a:moveTo>
                    <a:pt x="499" y="0"/>
                  </a:moveTo>
                  <a:cubicBezTo>
                    <a:pt x="228" y="0"/>
                    <a:pt x="0" y="337"/>
                    <a:pt x="229" y="599"/>
                  </a:cubicBezTo>
                  <a:lnTo>
                    <a:pt x="2394" y="2743"/>
                  </a:lnTo>
                  <a:cubicBezTo>
                    <a:pt x="2457" y="2827"/>
                    <a:pt x="2542" y="2848"/>
                    <a:pt x="2647" y="2848"/>
                  </a:cubicBezTo>
                  <a:lnTo>
                    <a:pt x="2626" y="2848"/>
                  </a:lnTo>
                  <a:cubicBezTo>
                    <a:pt x="2634" y="2849"/>
                    <a:pt x="2642" y="2849"/>
                    <a:pt x="2649" y="2849"/>
                  </a:cubicBezTo>
                  <a:cubicBezTo>
                    <a:pt x="2949" y="2849"/>
                    <a:pt x="3104" y="2464"/>
                    <a:pt x="2899" y="2238"/>
                  </a:cubicBezTo>
                  <a:lnTo>
                    <a:pt x="733" y="94"/>
                  </a:lnTo>
                  <a:cubicBezTo>
                    <a:pt x="658" y="28"/>
                    <a:pt x="577" y="0"/>
                    <a:pt x="499" y="0"/>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9" name="Google Shape;7939;p62"/>
            <p:cNvSpPr/>
            <p:nvPr/>
          </p:nvSpPr>
          <p:spPr>
            <a:xfrm>
              <a:off x="2386108" y="3453861"/>
              <a:ext cx="46475" cy="42732"/>
            </a:xfrm>
            <a:custGeom>
              <a:avLst/>
              <a:gdLst/>
              <a:ahLst/>
              <a:cxnLst/>
              <a:rect l="l" t="t" r="r" b="b"/>
              <a:pathLst>
                <a:path w="3104" h="2854" extrusionOk="0">
                  <a:moveTo>
                    <a:pt x="499" y="0"/>
                  </a:moveTo>
                  <a:cubicBezTo>
                    <a:pt x="229" y="0"/>
                    <a:pt x="1" y="338"/>
                    <a:pt x="230" y="599"/>
                  </a:cubicBezTo>
                  <a:lnTo>
                    <a:pt x="2374" y="2743"/>
                  </a:lnTo>
                  <a:cubicBezTo>
                    <a:pt x="2444" y="2813"/>
                    <a:pt x="2513" y="2854"/>
                    <a:pt x="2595" y="2854"/>
                  </a:cubicBezTo>
                  <a:cubicBezTo>
                    <a:pt x="2611" y="2854"/>
                    <a:pt x="2627" y="2852"/>
                    <a:pt x="2644" y="2849"/>
                  </a:cubicBezTo>
                  <a:lnTo>
                    <a:pt x="2644" y="2849"/>
                  </a:lnTo>
                  <a:cubicBezTo>
                    <a:pt x="2646" y="2849"/>
                    <a:pt x="2648" y="2849"/>
                    <a:pt x="2650" y="2849"/>
                  </a:cubicBezTo>
                  <a:cubicBezTo>
                    <a:pt x="2950" y="2849"/>
                    <a:pt x="3104" y="2464"/>
                    <a:pt x="2879" y="2239"/>
                  </a:cubicBezTo>
                  <a:lnTo>
                    <a:pt x="734" y="94"/>
                  </a:lnTo>
                  <a:cubicBezTo>
                    <a:pt x="659" y="28"/>
                    <a:pt x="577" y="0"/>
                    <a:pt x="499" y="0"/>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40" name="Google Shape;7940;p62"/>
          <p:cNvGrpSpPr/>
          <p:nvPr/>
        </p:nvGrpSpPr>
        <p:grpSpPr>
          <a:xfrm>
            <a:off x="2627712" y="3182593"/>
            <a:ext cx="365793" cy="329275"/>
            <a:chOff x="2619649" y="3352332"/>
            <a:chExt cx="365793" cy="329275"/>
          </a:xfrm>
        </p:grpSpPr>
        <p:sp>
          <p:nvSpPr>
            <p:cNvPr id="7941" name="Google Shape;7941;p62"/>
            <p:cNvSpPr/>
            <p:nvPr/>
          </p:nvSpPr>
          <p:spPr>
            <a:xfrm>
              <a:off x="2707164" y="3352332"/>
              <a:ext cx="190765" cy="72437"/>
            </a:xfrm>
            <a:custGeom>
              <a:avLst/>
              <a:gdLst/>
              <a:ahLst/>
              <a:cxnLst/>
              <a:rect l="l" t="t" r="r" b="b"/>
              <a:pathLst>
                <a:path w="12741" h="4838" extrusionOk="0">
                  <a:moveTo>
                    <a:pt x="2376" y="0"/>
                  </a:moveTo>
                  <a:cubicBezTo>
                    <a:pt x="1072" y="0"/>
                    <a:pt x="0" y="1052"/>
                    <a:pt x="0" y="2355"/>
                  </a:cubicBezTo>
                  <a:lnTo>
                    <a:pt x="0" y="4457"/>
                  </a:lnTo>
                  <a:cubicBezTo>
                    <a:pt x="0" y="4710"/>
                    <a:pt x="189" y="4836"/>
                    <a:pt x="378" y="4836"/>
                  </a:cubicBezTo>
                  <a:cubicBezTo>
                    <a:pt x="568" y="4836"/>
                    <a:pt x="757" y="4710"/>
                    <a:pt x="757" y="4457"/>
                  </a:cubicBezTo>
                  <a:lnTo>
                    <a:pt x="757" y="2355"/>
                  </a:lnTo>
                  <a:cubicBezTo>
                    <a:pt x="757" y="1472"/>
                    <a:pt x="1472" y="757"/>
                    <a:pt x="2355" y="757"/>
                  </a:cubicBezTo>
                  <a:lnTo>
                    <a:pt x="10365" y="757"/>
                  </a:lnTo>
                  <a:cubicBezTo>
                    <a:pt x="11248" y="757"/>
                    <a:pt x="11963" y="1472"/>
                    <a:pt x="11963" y="2355"/>
                  </a:cubicBezTo>
                  <a:lnTo>
                    <a:pt x="11963" y="4457"/>
                  </a:lnTo>
                  <a:cubicBezTo>
                    <a:pt x="11963" y="4668"/>
                    <a:pt x="12131" y="4836"/>
                    <a:pt x="12341" y="4836"/>
                  </a:cubicBezTo>
                  <a:cubicBezTo>
                    <a:pt x="12353" y="4837"/>
                    <a:pt x="12365" y="4838"/>
                    <a:pt x="12377" y="4838"/>
                  </a:cubicBezTo>
                  <a:cubicBezTo>
                    <a:pt x="12572" y="4838"/>
                    <a:pt x="12741" y="4676"/>
                    <a:pt x="12741" y="4457"/>
                  </a:cubicBezTo>
                  <a:lnTo>
                    <a:pt x="12741" y="2355"/>
                  </a:lnTo>
                  <a:cubicBezTo>
                    <a:pt x="12741" y="1052"/>
                    <a:pt x="11669" y="0"/>
                    <a:pt x="10365"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2" name="Google Shape;7942;p62"/>
            <p:cNvSpPr/>
            <p:nvPr/>
          </p:nvSpPr>
          <p:spPr>
            <a:xfrm>
              <a:off x="2743038" y="3358306"/>
              <a:ext cx="118687" cy="29301"/>
            </a:xfrm>
            <a:custGeom>
              <a:avLst/>
              <a:gdLst/>
              <a:ahLst/>
              <a:cxnLst/>
              <a:rect l="l" t="t" r="r" b="b"/>
              <a:pathLst>
                <a:path w="7927" h="1957" extrusionOk="0">
                  <a:moveTo>
                    <a:pt x="22" y="1"/>
                  </a:moveTo>
                  <a:cubicBezTo>
                    <a:pt x="1" y="1073"/>
                    <a:pt x="884" y="1956"/>
                    <a:pt x="1977" y="1956"/>
                  </a:cubicBezTo>
                  <a:lnTo>
                    <a:pt x="5972" y="1956"/>
                  </a:lnTo>
                  <a:cubicBezTo>
                    <a:pt x="7044" y="1956"/>
                    <a:pt x="7927" y="1073"/>
                    <a:pt x="7927"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3" name="Google Shape;7943;p62"/>
            <p:cNvSpPr/>
            <p:nvPr/>
          </p:nvSpPr>
          <p:spPr>
            <a:xfrm>
              <a:off x="2632556" y="3552530"/>
              <a:ext cx="339666" cy="129078"/>
            </a:xfrm>
            <a:custGeom>
              <a:avLst/>
              <a:gdLst/>
              <a:ahLst/>
              <a:cxnLst/>
              <a:rect l="l" t="t" r="r" b="b"/>
              <a:pathLst>
                <a:path w="22686" h="8621" extrusionOk="0">
                  <a:moveTo>
                    <a:pt x="0" y="1"/>
                  </a:moveTo>
                  <a:lnTo>
                    <a:pt x="0" y="6687"/>
                  </a:lnTo>
                  <a:cubicBezTo>
                    <a:pt x="0" y="7759"/>
                    <a:pt x="883" y="8621"/>
                    <a:pt x="1956" y="8621"/>
                  </a:cubicBezTo>
                  <a:lnTo>
                    <a:pt x="20730" y="8621"/>
                  </a:lnTo>
                  <a:cubicBezTo>
                    <a:pt x="21803" y="8621"/>
                    <a:pt x="22686" y="7759"/>
                    <a:pt x="22686" y="6687"/>
                  </a:cubicBezTo>
                  <a:lnTo>
                    <a:pt x="22686" y="1"/>
                  </a:ln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4" name="Google Shape;7944;p62"/>
            <p:cNvSpPr/>
            <p:nvPr/>
          </p:nvSpPr>
          <p:spPr>
            <a:xfrm>
              <a:off x="2632556" y="3552530"/>
              <a:ext cx="48810" cy="129078"/>
            </a:xfrm>
            <a:custGeom>
              <a:avLst/>
              <a:gdLst/>
              <a:ahLst/>
              <a:cxnLst/>
              <a:rect l="l" t="t" r="r" b="b"/>
              <a:pathLst>
                <a:path w="3260" h="8621" extrusionOk="0">
                  <a:moveTo>
                    <a:pt x="21" y="1"/>
                  </a:moveTo>
                  <a:lnTo>
                    <a:pt x="21" y="6687"/>
                  </a:lnTo>
                  <a:cubicBezTo>
                    <a:pt x="0" y="7759"/>
                    <a:pt x="883" y="8621"/>
                    <a:pt x="1956" y="8621"/>
                  </a:cubicBezTo>
                  <a:lnTo>
                    <a:pt x="3259" y="8621"/>
                  </a:lnTo>
                  <a:cubicBezTo>
                    <a:pt x="2187" y="8621"/>
                    <a:pt x="1304" y="7759"/>
                    <a:pt x="1304" y="6687"/>
                  </a:cubicBezTo>
                  <a:lnTo>
                    <a:pt x="1304" y="1"/>
                  </a:ln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5" name="Google Shape;7945;p62"/>
            <p:cNvSpPr/>
            <p:nvPr/>
          </p:nvSpPr>
          <p:spPr>
            <a:xfrm>
              <a:off x="2632870" y="3552530"/>
              <a:ext cx="339352" cy="69907"/>
            </a:xfrm>
            <a:custGeom>
              <a:avLst/>
              <a:gdLst/>
              <a:ahLst/>
              <a:cxnLst/>
              <a:rect l="l" t="t" r="r" b="b"/>
              <a:pathLst>
                <a:path w="22665" h="4669" extrusionOk="0">
                  <a:moveTo>
                    <a:pt x="0" y="1"/>
                  </a:moveTo>
                  <a:lnTo>
                    <a:pt x="0" y="1956"/>
                  </a:lnTo>
                  <a:cubicBezTo>
                    <a:pt x="2839" y="3449"/>
                    <a:pt x="5950" y="4374"/>
                    <a:pt x="9167" y="4668"/>
                  </a:cubicBezTo>
                  <a:lnTo>
                    <a:pt x="13498" y="4668"/>
                  </a:lnTo>
                  <a:cubicBezTo>
                    <a:pt x="16694" y="4374"/>
                    <a:pt x="19805" y="3449"/>
                    <a:pt x="22665" y="1956"/>
                  </a:cubicBezTo>
                  <a:lnTo>
                    <a:pt x="22665" y="1"/>
                  </a:ln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6" name="Google Shape;7946;p62"/>
            <p:cNvSpPr/>
            <p:nvPr/>
          </p:nvSpPr>
          <p:spPr>
            <a:xfrm>
              <a:off x="2619649" y="3415606"/>
              <a:ext cx="365793" cy="177544"/>
            </a:xfrm>
            <a:custGeom>
              <a:avLst/>
              <a:gdLst/>
              <a:ahLst/>
              <a:cxnLst/>
              <a:rect l="l" t="t" r="r" b="b"/>
              <a:pathLst>
                <a:path w="24431" h="11858" extrusionOk="0">
                  <a:moveTo>
                    <a:pt x="1956" y="0"/>
                  </a:moveTo>
                  <a:cubicBezTo>
                    <a:pt x="862" y="0"/>
                    <a:pt x="0" y="862"/>
                    <a:pt x="0" y="1955"/>
                  </a:cubicBezTo>
                  <a:lnTo>
                    <a:pt x="0" y="8662"/>
                  </a:lnTo>
                  <a:cubicBezTo>
                    <a:pt x="3070" y="10449"/>
                    <a:pt x="6497" y="11543"/>
                    <a:pt x="10050" y="11858"/>
                  </a:cubicBezTo>
                  <a:lnTo>
                    <a:pt x="14381" y="11858"/>
                  </a:lnTo>
                  <a:cubicBezTo>
                    <a:pt x="17913" y="11543"/>
                    <a:pt x="21340" y="10449"/>
                    <a:pt x="24431" y="8662"/>
                  </a:cubicBezTo>
                  <a:lnTo>
                    <a:pt x="24431" y="1955"/>
                  </a:lnTo>
                  <a:cubicBezTo>
                    <a:pt x="24431" y="862"/>
                    <a:pt x="23548" y="0"/>
                    <a:pt x="22475"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7" name="Google Shape;7947;p62"/>
            <p:cNvSpPr/>
            <p:nvPr/>
          </p:nvSpPr>
          <p:spPr>
            <a:xfrm>
              <a:off x="2619649" y="3415591"/>
              <a:ext cx="48167" cy="140113"/>
            </a:xfrm>
            <a:custGeom>
              <a:avLst/>
              <a:gdLst/>
              <a:ahLst/>
              <a:cxnLst/>
              <a:rect l="l" t="t" r="r" b="b"/>
              <a:pathLst>
                <a:path w="3217" h="9358" extrusionOk="0">
                  <a:moveTo>
                    <a:pt x="1917" y="1"/>
                  </a:moveTo>
                  <a:cubicBezTo>
                    <a:pt x="842" y="1"/>
                    <a:pt x="0" y="876"/>
                    <a:pt x="0" y="1956"/>
                  </a:cubicBezTo>
                  <a:lnTo>
                    <a:pt x="0" y="8663"/>
                  </a:lnTo>
                  <a:cubicBezTo>
                    <a:pt x="421" y="8916"/>
                    <a:pt x="841" y="9147"/>
                    <a:pt x="1262" y="9357"/>
                  </a:cubicBezTo>
                  <a:lnTo>
                    <a:pt x="1262" y="1935"/>
                  </a:lnTo>
                  <a:cubicBezTo>
                    <a:pt x="1262" y="863"/>
                    <a:pt x="2145" y="1"/>
                    <a:pt x="3217" y="1"/>
                  </a:cubicBezTo>
                  <a:lnTo>
                    <a:pt x="1956" y="1"/>
                  </a:lnTo>
                  <a:cubicBezTo>
                    <a:pt x="1943" y="1"/>
                    <a:pt x="1930" y="1"/>
                    <a:pt x="1917"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8" name="Google Shape;7948;p62"/>
            <p:cNvSpPr/>
            <p:nvPr/>
          </p:nvSpPr>
          <p:spPr>
            <a:xfrm>
              <a:off x="2726358" y="3508151"/>
              <a:ext cx="152061" cy="81540"/>
            </a:xfrm>
            <a:custGeom>
              <a:avLst/>
              <a:gdLst/>
              <a:ahLst/>
              <a:cxnLst/>
              <a:rect l="l" t="t" r="r" b="b"/>
              <a:pathLst>
                <a:path w="10156" h="5446" extrusionOk="0">
                  <a:moveTo>
                    <a:pt x="1661" y="0"/>
                  </a:moveTo>
                  <a:cubicBezTo>
                    <a:pt x="736" y="0"/>
                    <a:pt x="1" y="736"/>
                    <a:pt x="1" y="1640"/>
                  </a:cubicBezTo>
                  <a:lnTo>
                    <a:pt x="1" y="5235"/>
                  </a:lnTo>
                  <a:cubicBezTo>
                    <a:pt x="337" y="5320"/>
                    <a:pt x="652" y="5383"/>
                    <a:pt x="989" y="5425"/>
                  </a:cubicBezTo>
                  <a:lnTo>
                    <a:pt x="989" y="1640"/>
                  </a:lnTo>
                  <a:cubicBezTo>
                    <a:pt x="989" y="1283"/>
                    <a:pt x="1283" y="989"/>
                    <a:pt x="1661" y="989"/>
                  </a:cubicBezTo>
                  <a:lnTo>
                    <a:pt x="8515" y="989"/>
                  </a:lnTo>
                  <a:cubicBezTo>
                    <a:pt x="8873" y="989"/>
                    <a:pt x="9167" y="1283"/>
                    <a:pt x="9167" y="1640"/>
                  </a:cubicBezTo>
                  <a:lnTo>
                    <a:pt x="9167" y="5446"/>
                  </a:lnTo>
                  <a:cubicBezTo>
                    <a:pt x="9504" y="5383"/>
                    <a:pt x="9840" y="5320"/>
                    <a:pt x="10155" y="5235"/>
                  </a:cubicBezTo>
                  <a:lnTo>
                    <a:pt x="10155" y="1640"/>
                  </a:lnTo>
                  <a:cubicBezTo>
                    <a:pt x="10155" y="736"/>
                    <a:pt x="9419" y="0"/>
                    <a:pt x="8515"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9" name="Google Shape;7949;p62"/>
            <p:cNvSpPr/>
            <p:nvPr/>
          </p:nvSpPr>
          <p:spPr>
            <a:xfrm>
              <a:off x="2770108" y="3553473"/>
              <a:ext cx="64861" cy="80926"/>
            </a:xfrm>
            <a:custGeom>
              <a:avLst/>
              <a:gdLst/>
              <a:ahLst/>
              <a:cxnLst/>
              <a:rect l="l" t="t" r="r" b="b"/>
              <a:pathLst>
                <a:path w="4332" h="5405" extrusionOk="0">
                  <a:moveTo>
                    <a:pt x="1136" y="1"/>
                  </a:moveTo>
                  <a:cubicBezTo>
                    <a:pt x="506" y="1"/>
                    <a:pt x="1" y="505"/>
                    <a:pt x="1" y="1115"/>
                  </a:cubicBezTo>
                  <a:lnTo>
                    <a:pt x="1" y="4269"/>
                  </a:lnTo>
                  <a:cubicBezTo>
                    <a:pt x="1" y="4900"/>
                    <a:pt x="506" y="5404"/>
                    <a:pt x="1136" y="5404"/>
                  </a:cubicBezTo>
                  <a:lnTo>
                    <a:pt x="3197" y="5404"/>
                  </a:lnTo>
                  <a:cubicBezTo>
                    <a:pt x="3827" y="5404"/>
                    <a:pt x="4332" y="4900"/>
                    <a:pt x="4332" y="4269"/>
                  </a:cubicBezTo>
                  <a:lnTo>
                    <a:pt x="4332" y="1115"/>
                  </a:lnTo>
                  <a:cubicBezTo>
                    <a:pt x="4332" y="505"/>
                    <a:pt x="3827" y="1"/>
                    <a:pt x="3197"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0" name="Google Shape;7950;p62"/>
            <p:cNvSpPr/>
            <p:nvPr/>
          </p:nvSpPr>
          <p:spPr>
            <a:xfrm>
              <a:off x="2787431" y="3572368"/>
              <a:ext cx="29915" cy="42821"/>
            </a:xfrm>
            <a:custGeom>
              <a:avLst/>
              <a:gdLst/>
              <a:ahLst/>
              <a:cxnLst/>
              <a:rect l="l" t="t" r="r" b="b"/>
              <a:pathLst>
                <a:path w="1998" h="2860" extrusionOk="0">
                  <a:moveTo>
                    <a:pt x="526" y="0"/>
                  </a:moveTo>
                  <a:cubicBezTo>
                    <a:pt x="232" y="0"/>
                    <a:pt x="21" y="232"/>
                    <a:pt x="0" y="505"/>
                  </a:cubicBezTo>
                  <a:lnTo>
                    <a:pt x="0" y="2355"/>
                  </a:lnTo>
                  <a:cubicBezTo>
                    <a:pt x="21" y="2628"/>
                    <a:pt x="232" y="2860"/>
                    <a:pt x="526" y="2860"/>
                  </a:cubicBezTo>
                  <a:lnTo>
                    <a:pt x="1472" y="2860"/>
                  </a:lnTo>
                  <a:cubicBezTo>
                    <a:pt x="1766" y="2860"/>
                    <a:pt x="1977" y="2628"/>
                    <a:pt x="1998" y="2355"/>
                  </a:cubicBezTo>
                  <a:lnTo>
                    <a:pt x="1998" y="505"/>
                  </a:lnTo>
                  <a:cubicBezTo>
                    <a:pt x="1977" y="232"/>
                    <a:pt x="1766" y="0"/>
                    <a:pt x="1472" y="0"/>
                  </a:cubicBezTo>
                  <a:close/>
                </a:path>
              </a:pathLst>
            </a:custGeom>
            <a:solidFill>
              <a:srgbClr val="99AE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51" name="Google Shape;7951;p62"/>
          <p:cNvGrpSpPr/>
          <p:nvPr/>
        </p:nvGrpSpPr>
        <p:grpSpPr>
          <a:xfrm>
            <a:off x="1304197" y="1345501"/>
            <a:ext cx="340624" cy="351944"/>
            <a:chOff x="1293760" y="1498228"/>
            <a:chExt cx="340624" cy="351944"/>
          </a:xfrm>
        </p:grpSpPr>
        <p:sp>
          <p:nvSpPr>
            <p:cNvPr id="7952" name="Google Shape;7952;p62"/>
            <p:cNvSpPr/>
            <p:nvPr/>
          </p:nvSpPr>
          <p:spPr>
            <a:xfrm>
              <a:off x="1331535" y="1498228"/>
              <a:ext cx="265388" cy="71164"/>
            </a:xfrm>
            <a:custGeom>
              <a:avLst/>
              <a:gdLst/>
              <a:ahLst/>
              <a:cxnLst/>
              <a:rect l="l" t="t" r="r" b="b"/>
              <a:pathLst>
                <a:path w="17725" h="4753" extrusionOk="0">
                  <a:moveTo>
                    <a:pt x="7002" y="1"/>
                  </a:moveTo>
                  <a:cubicBezTo>
                    <a:pt x="5677" y="22"/>
                    <a:pt x="4458" y="716"/>
                    <a:pt x="3785" y="1851"/>
                  </a:cubicBezTo>
                  <a:lnTo>
                    <a:pt x="3491" y="2355"/>
                  </a:lnTo>
                  <a:cubicBezTo>
                    <a:pt x="3196" y="2818"/>
                    <a:pt x="2692" y="3112"/>
                    <a:pt x="2124" y="3112"/>
                  </a:cubicBezTo>
                  <a:lnTo>
                    <a:pt x="1094" y="3112"/>
                  </a:lnTo>
                  <a:cubicBezTo>
                    <a:pt x="1" y="3112"/>
                    <a:pt x="1" y="4752"/>
                    <a:pt x="1094" y="4752"/>
                  </a:cubicBezTo>
                  <a:lnTo>
                    <a:pt x="2124" y="4752"/>
                  </a:lnTo>
                  <a:cubicBezTo>
                    <a:pt x="3260" y="4752"/>
                    <a:pt x="4311" y="4164"/>
                    <a:pt x="4899" y="3196"/>
                  </a:cubicBezTo>
                  <a:lnTo>
                    <a:pt x="5194" y="2692"/>
                  </a:lnTo>
                  <a:cubicBezTo>
                    <a:pt x="5572" y="2040"/>
                    <a:pt x="6266" y="1662"/>
                    <a:pt x="7002" y="1662"/>
                  </a:cubicBezTo>
                  <a:lnTo>
                    <a:pt x="10450" y="1662"/>
                  </a:lnTo>
                  <a:cubicBezTo>
                    <a:pt x="11186" y="1662"/>
                    <a:pt x="11880" y="2040"/>
                    <a:pt x="12258" y="2671"/>
                  </a:cubicBezTo>
                  <a:lnTo>
                    <a:pt x="12552" y="3175"/>
                  </a:lnTo>
                  <a:cubicBezTo>
                    <a:pt x="13141" y="4143"/>
                    <a:pt x="14192" y="4752"/>
                    <a:pt x="15328" y="4752"/>
                  </a:cubicBezTo>
                  <a:lnTo>
                    <a:pt x="16631" y="4752"/>
                  </a:lnTo>
                  <a:cubicBezTo>
                    <a:pt x="17724" y="4752"/>
                    <a:pt x="17724" y="3112"/>
                    <a:pt x="16631" y="3112"/>
                  </a:cubicBezTo>
                  <a:lnTo>
                    <a:pt x="15328" y="3112"/>
                  </a:lnTo>
                  <a:cubicBezTo>
                    <a:pt x="14781" y="3112"/>
                    <a:pt x="14255" y="2818"/>
                    <a:pt x="13982" y="2355"/>
                  </a:cubicBezTo>
                  <a:lnTo>
                    <a:pt x="13688" y="1851"/>
                  </a:lnTo>
                  <a:cubicBezTo>
                    <a:pt x="12994" y="716"/>
                    <a:pt x="11774" y="22"/>
                    <a:pt x="10450"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3" name="Google Shape;7953;p62"/>
            <p:cNvSpPr/>
            <p:nvPr/>
          </p:nvSpPr>
          <p:spPr>
            <a:xfrm>
              <a:off x="1337839" y="1585353"/>
              <a:ext cx="69263" cy="67212"/>
            </a:xfrm>
            <a:custGeom>
              <a:avLst/>
              <a:gdLst/>
              <a:ahLst/>
              <a:cxnLst/>
              <a:rect l="l" t="t" r="r" b="b"/>
              <a:pathLst>
                <a:path w="4626" h="4489" extrusionOk="0">
                  <a:moveTo>
                    <a:pt x="865" y="0"/>
                  </a:moveTo>
                  <a:cubicBezTo>
                    <a:pt x="663" y="0"/>
                    <a:pt x="463" y="79"/>
                    <a:pt x="316" y="237"/>
                  </a:cubicBezTo>
                  <a:cubicBezTo>
                    <a:pt x="0" y="552"/>
                    <a:pt x="0" y="1057"/>
                    <a:pt x="316" y="1351"/>
                  </a:cubicBezTo>
                  <a:lnTo>
                    <a:pt x="3196" y="4252"/>
                  </a:lnTo>
                  <a:cubicBezTo>
                    <a:pt x="3354" y="4410"/>
                    <a:pt x="3559" y="4489"/>
                    <a:pt x="3764" y="4489"/>
                  </a:cubicBezTo>
                  <a:cubicBezTo>
                    <a:pt x="3969" y="4489"/>
                    <a:pt x="4174" y="4410"/>
                    <a:pt x="4331" y="4252"/>
                  </a:cubicBezTo>
                  <a:cubicBezTo>
                    <a:pt x="4626" y="3937"/>
                    <a:pt x="4626" y="3432"/>
                    <a:pt x="4331" y="3117"/>
                  </a:cubicBezTo>
                  <a:lnTo>
                    <a:pt x="1430" y="237"/>
                  </a:lnTo>
                  <a:cubicBezTo>
                    <a:pt x="1272" y="79"/>
                    <a:pt x="1067" y="0"/>
                    <a:pt x="865"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4" name="Google Shape;7954;p62"/>
            <p:cNvSpPr/>
            <p:nvPr/>
          </p:nvSpPr>
          <p:spPr>
            <a:xfrm>
              <a:off x="1521042" y="1585353"/>
              <a:ext cx="69577" cy="67212"/>
            </a:xfrm>
            <a:custGeom>
              <a:avLst/>
              <a:gdLst/>
              <a:ahLst/>
              <a:cxnLst/>
              <a:rect l="l" t="t" r="r" b="b"/>
              <a:pathLst>
                <a:path w="4647" h="4489" extrusionOk="0">
                  <a:moveTo>
                    <a:pt x="3766" y="0"/>
                  </a:moveTo>
                  <a:cubicBezTo>
                    <a:pt x="3564" y="0"/>
                    <a:pt x="3364" y="79"/>
                    <a:pt x="3217" y="237"/>
                  </a:cubicBezTo>
                  <a:lnTo>
                    <a:pt x="316" y="3117"/>
                  </a:lnTo>
                  <a:cubicBezTo>
                    <a:pt x="0" y="3432"/>
                    <a:pt x="0" y="3937"/>
                    <a:pt x="316" y="4252"/>
                  </a:cubicBezTo>
                  <a:cubicBezTo>
                    <a:pt x="473" y="4410"/>
                    <a:pt x="678" y="4489"/>
                    <a:pt x="883" y="4489"/>
                  </a:cubicBezTo>
                  <a:cubicBezTo>
                    <a:pt x="1088" y="4489"/>
                    <a:pt x="1293" y="4410"/>
                    <a:pt x="1451" y="4252"/>
                  </a:cubicBezTo>
                  <a:lnTo>
                    <a:pt x="4331" y="1351"/>
                  </a:lnTo>
                  <a:cubicBezTo>
                    <a:pt x="4647" y="1057"/>
                    <a:pt x="4647" y="552"/>
                    <a:pt x="4331" y="237"/>
                  </a:cubicBezTo>
                  <a:cubicBezTo>
                    <a:pt x="4174" y="79"/>
                    <a:pt x="3969" y="0"/>
                    <a:pt x="3766"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5" name="Google Shape;7955;p62"/>
            <p:cNvSpPr/>
            <p:nvPr/>
          </p:nvSpPr>
          <p:spPr>
            <a:xfrm>
              <a:off x="1349173" y="1766505"/>
              <a:ext cx="87514" cy="83666"/>
            </a:xfrm>
            <a:custGeom>
              <a:avLst/>
              <a:gdLst/>
              <a:ahLst/>
              <a:cxnLst/>
              <a:rect l="l" t="t" r="r" b="b"/>
              <a:pathLst>
                <a:path w="5845" h="5588" extrusionOk="0">
                  <a:moveTo>
                    <a:pt x="4394" y="1"/>
                  </a:moveTo>
                  <a:cubicBezTo>
                    <a:pt x="4053" y="1"/>
                    <a:pt x="3711" y="132"/>
                    <a:pt x="3448" y="395"/>
                  </a:cubicBezTo>
                  <a:lnTo>
                    <a:pt x="505" y="3338"/>
                  </a:lnTo>
                  <a:cubicBezTo>
                    <a:pt x="0" y="3843"/>
                    <a:pt x="0" y="4684"/>
                    <a:pt x="505" y="5210"/>
                  </a:cubicBezTo>
                  <a:cubicBezTo>
                    <a:pt x="768" y="5462"/>
                    <a:pt x="1109" y="5588"/>
                    <a:pt x="1451" y="5588"/>
                  </a:cubicBezTo>
                  <a:cubicBezTo>
                    <a:pt x="1792" y="5588"/>
                    <a:pt x="2134" y="5462"/>
                    <a:pt x="2397" y="5210"/>
                  </a:cubicBezTo>
                  <a:lnTo>
                    <a:pt x="5340" y="2266"/>
                  </a:lnTo>
                  <a:cubicBezTo>
                    <a:pt x="5845" y="1762"/>
                    <a:pt x="5845" y="921"/>
                    <a:pt x="5340" y="395"/>
                  </a:cubicBezTo>
                  <a:cubicBezTo>
                    <a:pt x="5078" y="132"/>
                    <a:pt x="4736" y="1"/>
                    <a:pt x="4394"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6" name="Google Shape;7956;p62"/>
            <p:cNvSpPr/>
            <p:nvPr/>
          </p:nvSpPr>
          <p:spPr>
            <a:xfrm>
              <a:off x="1491457" y="1766505"/>
              <a:ext cx="87829" cy="83666"/>
            </a:xfrm>
            <a:custGeom>
              <a:avLst/>
              <a:gdLst/>
              <a:ahLst/>
              <a:cxnLst/>
              <a:rect l="l" t="t" r="r" b="b"/>
              <a:pathLst>
                <a:path w="5866" h="5588" extrusionOk="0">
                  <a:moveTo>
                    <a:pt x="1453" y="1"/>
                  </a:moveTo>
                  <a:cubicBezTo>
                    <a:pt x="1114" y="1"/>
                    <a:pt x="778" y="132"/>
                    <a:pt x="526" y="395"/>
                  </a:cubicBezTo>
                  <a:cubicBezTo>
                    <a:pt x="0" y="921"/>
                    <a:pt x="0" y="1762"/>
                    <a:pt x="526" y="2266"/>
                  </a:cubicBezTo>
                  <a:lnTo>
                    <a:pt x="3469" y="5210"/>
                  </a:lnTo>
                  <a:cubicBezTo>
                    <a:pt x="3732" y="5462"/>
                    <a:pt x="4074" y="5588"/>
                    <a:pt x="4413" y="5588"/>
                  </a:cubicBezTo>
                  <a:cubicBezTo>
                    <a:pt x="4752" y="5588"/>
                    <a:pt x="5088" y="5462"/>
                    <a:pt x="5340" y="5210"/>
                  </a:cubicBezTo>
                  <a:cubicBezTo>
                    <a:pt x="5866" y="4684"/>
                    <a:pt x="5866" y="3843"/>
                    <a:pt x="5340" y="3338"/>
                  </a:cubicBezTo>
                  <a:lnTo>
                    <a:pt x="2397" y="395"/>
                  </a:lnTo>
                  <a:cubicBezTo>
                    <a:pt x="2134" y="132"/>
                    <a:pt x="1792" y="1"/>
                    <a:pt x="1453"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7" name="Google Shape;7957;p62"/>
            <p:cNvSpPr/>
            <p:nvPr/>
          </p:nvSpPr>
          <p:spPr>
            <a:xfrm>
              <a:off x="1342870" y="1588257"/>
              <a:ext cx="242405" cy="242405"/>
            </a:xfrm>
            <a:custGeom>
              <a:avLst/>
              <a:gdLst/>
              <a:ahLst/>
              <a:cxnLst/>
              <a:rect l="l" t="t" r="r" b="b"/>
              <a:pathLst>
                <a:path w="16190" h="16190" extrusionOk="0">
                  <a:moveTo>
                    <a:pt x="8095" y="1"/>
                  </a:moveTo>
                  <a:cubicBezTo>
                    <a:pt x="3638" y="1"/>
                    <a:pt x="1" y="3617"/>
                    <a:pt x="1" y="8095"/>
                  </a:cubicBezTo>
                  <a:cubicBezTo>
                    <a:pt x="1" y="12573"/>
                    <a:pt x="3638" y="16189"/>
                    <a:pt x="8095" y="16189"/>
                  </a:cubicBezTo>
                  <a:cubicBezTo>
                    <a:pt x="12573" y="16189"/>
                    <a:pt x="16189" y="12573"/>
                    <a:pt x="16189" y="8095"/>
                  </a:cubicBezTo>
                  <a:cubicBezTo>
                    <a:pt x="16189" y="3617"/>
                    <a:pt x="12573" y="1"/>
                    <a:pt x="8095" y="1"/>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8" name="Google Shape;7958;p62"/>
            <p:cNvSpPr/>
            <p:nvPr/>
          </p:nvSpPr>
          <p:spPr>
            <a:xfrm>
              <a:off x="1364205" y="1611420"/>
              <a:ext cx="208792" cy="196334"/>
            </a:xfrm>
            <a:custGeom>
              <a:avLst/>
              <a:gdLst/>
              <a:ahLst/>
              <a:cxnLst/>
              <a:rect l="l" t="t" r="r" b="b"/>
              <a:pathLst>
                <a:path w="13945" h="13113" extrusionOk="0">
                  <a:moveTo>
                    <a:pt x="6722" y="1"/>
                  </a:moveTo>
                  <a:cubicBezTo>
                    <a:pt x="3431" y="1"/>
                    <a:pt x="257" y="2483"/>
                    <a:pt x="131" y="6338"/>
                  </a:cubicBezTo>
                  <a:cubicBezTo>
                    <a:pt x="1" y="10371"/>
                    <a:pt x="3274" y="13112"/>
                    <a:pt x="6717" y="13112"/>
                  </a:cubicBezTo>
                  <a:cubicBezTo>
                    <a:pt x="8264" y="13112"/>
                    <a:pt x="9846" y="12559"/>
                    <a:pt x="11169" y="11321"/>
                  </a:cubicBezTo>
                  <a:cubicBezTo>
                    <a:pt x="13818" y="8861"/>
                    <a:pt x="13944" y="4698"/>
                    <a:pt x="11464" y="2091"/>
                  </a:cubicBezTo>
                  <a:cubicBezTo>
                    <a:pt x="10113" y="648"/>
                    <a:pt x="8402" y="1"/>
                    <a:pt x="6722"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59" name="Google Shape;7959;p62"/>
            <p:cNvSpPr/>
            <p:nvPr/>
          </p:nvSpPr>
          <p:spPr>
            <a:xfrm>
              <a:off x="1402370" y="1612812"/>
              <a:ext cx="187620" cy="192981"/>
            </a:xfrm>
            <a:custGeom>
              <a:avLst/>
              <a:gdLst/>
              <a:ahLst/>
              <a:cxnLst/>
              <a:rect l="l" t="t" r="r" b="b"/>
              <a:pathLst>
                <a:path w="12531" h="12889" extrusionOk="0">
                  <a:moveTo>
                    <a:pt x="5361" y="1"/>
                  </a:moveTo>
                  <a:cubicBezTo>
                    <a:pt x="2250" y="589"/>
                    <a:pt x="0" y="3301"/>
                    <a:pt x="0" y="6455"/>
                  </a:cubicBezTo>
                  <a:cubicBezTo>
                    <a:pt x="0" y="9609"/>
                    <a:pt x="2250" y="12300"/>
                    <a:pt x="5361" y="12889"/>
                  </a:cubicBezTo>
                  <a:cubicBezTo>
                    <a:pt x="6581" y="12657"/>
                    <a:pt x="7695" y="12090"/>
                    <a:pt x="8620" y="11228"/>
                  </a:cubicBezTo>
                  <a:cubicBezTo>
                    <a:pt x="12531" y="7569"/>
                    <a:pt x="10618" y="1010"/>
                    <a:pt x="5361" y="1"/>
                  </a:cubicBez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0" name="Google Shape;7960;p62"/>
            <p:cNvSpPr/>
            <p:nvPr/>
          </p:nvSpPr>
          <p:spPr>
            <a:xfrm>
              <a:off x="1449893" y="1635795"/>
              <a:ext cx="26456" cy="94447"/>
            </a:xfrm>
            <a:custGeom>
              <a:avLst/>
              <a:gdLst/>
              <a:ahLst/>
              <a:cxnLst/>
              <a:rect l="l" t="t" r="r" b="b"/>
              <a:pathLst>
                <a:path w="1767" h="6308" extrusionOk="0">
                  <a:moveTo>
                    <a:pt x="884" y="0"/>
                  </a:moveTo>
                  <a:cubicBezTo>
                    <a:pt x="379" y="0"/>
                    <a:pt x="1" y="400"/>
                    <a:pt x="1" y="883"/>
                  </a:cubicBezTo>
                  <a:lnTo>
                    <a:pt x="1" y="5425"/>
                  </a:lnTo>
                  <a:cubicBezTo>
                    <a:pt x="1" y="5908"/>
                    <a:pt x="379" y="6308"/>
                    <a:pt x="884" y="6308"/>
                  </a:cubicBezTo>
                  <a:cubicBezTo>
                    <a:pt x="1367" y="6308"/>
                    <a:pt x="1746" y="5908"/>
                    <a:pt x="1767" y="5425"/>
                  </a:cubicBezTo>
                  <a:lnTo>
                    <a:pt x="1767" y="883"/>
                  </a:lnTo>
                  <a:cubicBezTo>
                    <a:pt x="1746" y="400"/>
                    <a:pt x="1367" y="21"/>
                    <a:pt x="884" y="0"/>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1" name="Google Shape;7961;p62"/>
            <p:cNvSpPr/>
            <p:nvPr/>
          </p:nvSpPr>
          <p:spPr>
            <a:xfrm>
              <a:off x="1448635" y="1704414"/>
              <a:ext cx="65175" cy="62660"/>
            </a:xfrm>
            <a:custGeom>
              <a:avLst/>
              <a:gdLst/>
              <a:ahLst/>
              <a:cxnLst/>
              <a:rect l="l" t="t" r="r" b="b"/>
              <a:pathLst>
                <a:path w="4353" h="4185" extrusionOk="0">
                  <a:moveTo>
                    <a:pt x="957" y="1"/>
                  </a:moveTo>
                  <a:cubicBezTo>
                    <a:pt x="731" y="1"/>
                    <a:pt x="505" y="85"/>
                    <a:pt x="337" y="253"/>
                  </a:cubicBezTo>
                  <a:cubicBezTo>
                    <a:pt x="1" y="589"/>
                    <a:pt x="1" y="1157"/>
                    <a:pt x="337" y="1493"/>
                  </a:cubicBezTo>
                  <a:lnTo>
                    <a:pt x="2776" y="3932"/>
                  </a:lnTo>
                  <a:cubicBezTo>
                    <a:pt x="2944" y="4100"/>
                    <a:pt x="3170" y="4185"/>
                    <a:pt x="3396" y="4185"/>
                  </a:cubicBezTo>
                  <a:cubicBezTo>
                    <a:pt x="3622" y="4185"/>
                    <a:pt x="3848" y="4100"/>
                    <a:pt x="4016" y="3932"/>
                  </a:cubicBezTo>
                  <a:cubicBezTo>
                    <a:pt x="4353" y="3596"/>
                    <a:pt x="4353" y="3028"/>
                    <a:pt x="4016" y="2692"/>
                  </a:cubicBezTo>
                  <a:lnTo>
                    <a:pt x="1578" y="253"/>
                  </a:lnTo>
                  <a:cubicBezTo>
                    <a:pt x="1409" y="85"/>
                    <a:pt x="1183" y="1"/>
                    <a:pt x="957" y="1"/>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2" name="Google Shape;7962;p62"/>
            <p:cNvSpPr/>
            <p:nvPr/>
          </p:nvSpPr>
          <p:spPr>
            <a:xfrm>
              <a:off x="1293760" y="1542382"/>
              <a:ext cx="95405" cy="89655"/>
            </a:xfrm>
            <a:custGeom>
              <a:avLst/>
              <a:gdLst/>
              <a:ahLst/>
              <a:cxnLst/>
              <a:rect l="l" t="t" r="r" b="b"/>
              <a:pathLst>
                <a:path w="6372" h="5988" extrusionOk="0">
                  <a:moveTo>
                    <a:pt x="3365" y="0"/>
                  </a:moveTo>
                  <a:cubicBezTo>
                    <a:pt x="2582" y="0"/>
                    <a:pt x="1798" y="300"/>
                    <a:pt x="1199" y="899"/>
                  </a:cubicBezTo>
                  <a:lnTo>
                    <a:pt x="1094" y="983"/>
                  </a:lnTo>
                  <a:cubicBezTo>
                    <a:pt x="1" y="2203"/>
                    <a:pt x="43" y="4074"/>
                    <a:pt x="1199" y="5230"/>
                  </a:cubicBezTo>
                  <a:lnTo>
                    <a:pt x="1494" y="5546"/>
                  </a:lnTo>
                  <a:cubicBezTo>
                    <a:pt x="1798" y="5840"/>
                    <a:pt x="2193" y="5987"/>
                    <a:pt x="2587" y="5987"/>
                  </a:cubicBezTo>
                  <a:cubicBezTo>
                    <a:pt x="2981" y="5987"/>
                    <a:pt x="3375" y="5840"/>
                    <a:pt x="3680" y="5546"/>
                  </a:cubicBezTo>
                  <a:lnTo>
                    <a:pt x="5825" y="3380"/>
                  </a:lnTo>
                  <a:cubicBezTo>
                    <a:pt x="6224" y="3002"/>
                    <a:pt x="6371" y="2434"/>
                    <a:pt x="6224" y="1908"/>
                  </a:cubicBezTo>
                  <a:cubicBezTo>
                    <a:pt x="6161" y="1635"/>
                    <a:pt x="6035" y="1404"/>
                    <a:pt x="5825" y="1215"/>
                  </a:cubicBezTo>
                  <a:lnTo>
                    <a:pt x="5530" y="899"/>
                  </a:lnTo>
                  <a:cubicBezTo>
                    <a:pt x="4931" y="300"/>
                    <a:pt x="4148" y="0"/>
                    <a:pt x="3365" y="0"/>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3" name="Google Shape;7963;p62"/>
            <p:cNvSpPr/>
            <p:nvPr/>
          </p:nvSpPr>
          <p:spPr>
            <a:xfrm>
              <a:off x="1309511" y="1542382"/>
              <a:ext cx="77453" cy="61552"/>
            </a:xfrm>
            <a:custGeom>
              <a:avLst/>
              <a:gdLst/>
              <a:ahLst/>
              <a:cxnLst/>
              <a:rect l="l" t="t" r="r" b="b"/>
              <a:pathLst>
                <a:path w="5173" h="4111" extrusionOk="0">
                  <a:moveTo>
                    <a:pt x="2313" y="0"/>
                  </a:moveTo>
                  <a:cubicBezTo>
                    <a:pt x="1530" y="0"/>
                    <a:pt x="746" y="300"/>
                    <a:pt x="147" y="899"/>
                  </a:cubicBezTo>
                  <a:lnTo>
                    <a:pt x="42" y="983"/>
                  </a:lnTo>
                  <a:cubicBezTo>
                    <a:pt x="0" y="1866"/>
                    <a:pt x="315" y="2728"/>
                    <a:pt x="946" y="3359"/>
                  </a:cubicBezTo>
                  <a:lnTo>
                    <a:pt x="1241" y="3653"/>
                  </a:lnTo>
                  <a:cubicBezTo>
                    <a:pt x="1545" y="3958"/>
                    <a:pt x="1940" y="4111"/>
                    <a:pt x="2334" y="4111"/>
                  </a:cubicBezTo>
                  <a:cubicBezTo>
                    <a:pt x="2728" y="4111"/>
                    <a:pt x="3122" y="3958"/>
                    <a:pt x="3427" y="3653"/>
                  </a:cubicBezTo>
                  <a:lnTo>
                    <a:pt x="5172" y="1908"/>
                  </a:lnTo>
                  <a:cubicBezTo>
                    <a:pt x="5109" y="1635"/>
                    <a:pt x="4983" y="1404"/>
                    <a:pt x="4773" y="1194"/>
                  </a:cubicBezTo>
                  <a:lnTo>
                    <a:pt x="4478" y="899"/>
                  </a:lnTo>
                  <a:cubicBezTo>
                    <a:pt x="3879" y="300"/>
                    <a:pt x="3096" y="0"/>
                    <a:pt x="2313" y="0"/>
                  </a:cubicBez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4" name="Google Shape;7964;p62"/>
            <p:cNvSpPr/>
            <p:nvPr/>
          </p:nvSpPr>
          <p:spPr>
            <a:xfrm>
              <a:off x="1538350" y="1542546"/>
              <a:ext cx="96034" cy="89551"/>
            </a:xfrm>
            <a:custGeom>
              <a:avLst/>
              <a:gdLst/>
              <a:ahLst/>
              <a:cxnLst/>
              <a:rect l="l" t="t" r="r" b="b"/>
              <a:pathLst>
                <a:path w="6414" h="5981" extrusionOk="0">
                  <a:moveTo>
                    <a:pt x="3077" y="1"/>
                  </a:moveTo>
                  <a:cubicBezTo>
                    <a:pt x="2281" y="1"/>
                    <a:pt x="1496" y="306"/>
                    <a:pt x="905" y="909"/>
                  </a:cubicBezTo>
                  <a:lnTo>
                    <a:pt x="610" y="1204"/>
                  </a:lnTo>
                  <a:cubicBezTo>
                    <a:pt x="1" y="1792"/>
                    <a:pt x="1" y="2780"/>
                    <a:pt x="610" y="3369"/>
                  </a:cubicBezTo>
                  <a:lnTo>
                    <a:pt x="2755" y="5535"/>
                  </a:lnTo>
                  <a:cubicBezTo>
                    <a:pt x="3041" y="5821"/>
                    <a:pt x="3434" y="5980"/>
                    <a:pt x="3835" y="5980"/>
                  </a:cubicBezTo>
                  <a:cubicBezTo>
                    <a:pt x="4023" y="5980"/>
                    <a:pt x="4213" y="5945"/>
                    <a:pt x="4395" y="5871"/>
                  </a:cubicBezTo>
                  <a:cubicBezTo>
                    <a:pt x="4605" y="5787"/>
                    <a:pt x="4773" y="5682"/>
                    <a:pt x="4920" y="5535"/>
                  </a:cubicBezTo>
                  <a:lnTo>
                    <a:pt x="5236" y="5219"/>
                  </a:lnTo>
                  <a:cubicBezTo>
                    <a:pt x="6413" y="4021"/>
                    <a:pt x="6413" y="2087"/>
                    <a:pt x="5236" y="909"/>
                  </a:cubicBezTo>
                  <a:cubicBezTo>
                    <a:pt x="5089" y="762"/>
                    <a:pt x="4941" y="636"/>
                    <a:pt x="4794" y="510"/>
                  </a:cubicBezTo>
                  <a:cubicBezTo>
                    <a:pt x="4266" y="169"/>
                    <a:pt x="3668" y="1"/>
                    <a:pt x="3077"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5" name="Google Shape;7965;p62"/>
            <p:cNvSpPr/>
            <p:nvPr/>
          </p:nvSpPr>
          <p:spPr>
            <a:xfrm>
              <a:off x="1565735" y="1550167"/>
              <a:ext cx="68649" cy="80283"/>
            </a:xfrm>
            <a:custGeom>
              <a:avLst/>
              <a:gdLst/>
              <a:ahLst/>
              <a:cxnLst/>
              <a:rect l="l" t="t" r="r" b="b"/>
              <a:pathLst>
                <a:path w="4585" h="5362" extrusionOk="0">
                  <a:moveTo>
                    <a:pt x="2965" y="1"/>
                  </a:moveTo>
                  <a:cubicBezTo>
                    <a:pt x="2187" y="22"/>
                    <a:pt x="1452" y="337"/>
                    <a:pt x="905" y="905"/>
                  </a:cubicBezTo>
                  <a:lnTo>
                    <a:pt x="590" y="1199"/>
                  </a:lnTo>
                  <a:cubicBezTo>
                    <a:pt x="1" y="1809"/>
                    <a:pt x="1" y="2776"/>
                    <a:pt x="590" y="3386"/>
                  </a:cubicBezTo>
                  <a:lnTo>
                    <a:pt x="2566" y="5362"/>
                  </a:lnTo>
                  <a:cubicBezTo>
                    <a:pt x="2776" y="5278"/>
                    <a:pt x="2944" y="5173"/>
                    <a:pt x="3091" y="5026"/>
                  </a:cubicBezTo>
                  <a:lnTo>
                    <a:pt x="3407" y="4710"/>
                  </a:lnTo>
                  <a:cubicBezTo>
                    <a:pt x="4584" y="3512"/>
                    <a:pt x="4584" y="1578"/>
                    <a:pt x="3407" y="400"/>
                  </a:cubicBezTo>
                  <a:cubicBezTo>
                    <a:pt x="3260" y="253"/>
                    <a:pt x="3112" y="127"/>
                    <a:pt x="2965" y="1"/>
                  </a:cubicBez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66" name="Google Shape;7966;p62"/>
          <p:cNvGrpSpPr/>
          <p:nvPr/>
        </p:nvGrpSpPr>
        <p:grpSpPr>
          <a:xfrm>
            <a:off x="857663" y="1782335"/>
            <a:ext cx="406713" cy="383745"/>
            <a:chOff x="849601" y="1952074"/>
            <a:chExt cx="406713" cy="383745"/>
          </a:xfrm>
        </p:grpSpPr>
        <p:sp>
          <p:nvSpPr>
            <p:cNvPr id="7967" name="Google Shape;7967;p62"/>
            <p:cNvSpPr/>
            <p:nvPr/>
          </p:nvSpPr>
          <p:spPr>
            <a:xfrm>
              <a:off x="849601" y="2240819"/>
              <a:ext cx="130650" cy="95001"/>
            </a:xfrm>
            <a:custGeom>
              <a:avLst/>
              <a:gdLst/>
              <a:ahLst/>
              <a:cxnLst/>
              <a:rect l="l" t="t" r="r" b="b"/>
              <a:pathLst>
                <a:path w="8726" h="6345" extrusionOk="0">
                  <a:moveTo>
                    <a:pt x="4142" y="0"/>
                  </a:moveTo>
                  <a:lnTo>
                    <a:pt x="358" y="3785"/>
                  </a:lnTo>
                  <a:cubicBezTo>
                    <a:pt x="1" y="4142"/>
                    <a:pt x="127" y="4752"/>
                    <a:pt x="610" y="4941"/>
                  </a:cubicBezTo>
                  <a:lnTo>
                    <a:pt x="1746" y="5340"/>
                  </a:lnTo>
                  <a:lnTo>
                    <a:pt x="4374" y="6308"/>
                  </a:lnTo>
                  <a:cubicBezTo>
                    <a:pt x="4447" y="6332"/>
                    <a:pt x="4524" y="6344"/>
                    <a:pt x="4602" y="6344"/>
                  </a:cubicBezTo>
                  <a:cubicBezTo>
                    <a:pt x="4789" y="6344"/>
                    <a:pt x="4975" y="6273"/>
                    <a:pt x="5109" y="6139"/>
                  </a:cubicBezTo>
                  <a:lnTo>
                    <a:pt x="8726" y="2523"/>
                  </a:lnTo>
                  <a:lnTo>
                    <a:pt x="7695" y="3532"/>
                  </a:lnTo>
                  <a:lnTo>
                    <a:pt x="6644" y="442"/>
                  </a:lnTo>
                  <a:lnTo>
                    <a:pt x="4142" y="0"/>
                  </a:ln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8" name="Google Shape;7968;p62"/>
            <p:cNvSpPr/>
            <p:nvPr/>
          </p:nvSpPr>
          <p:spPr>
            <a:xfrm>
              <a:off x="875728" y="2284494"/>
              <a:ext cx="75252" cy="51326"/>
            </a:xfrm>
            <a:custGeom>
              <a:avLst/>
              <a:gdLst/>
              <a:ahLst/>
              <a:cxnLst/>
              <a:rect l="l" t="t" r="r" b="b"/>
              <a:pathLst>
                <a:path w="5026" h="3428" extrusionOk="0">
                  <a:moveTo>
                    <a:pt x="2947" y="0"/>
                  </a:moveTo>
                  <a:cubicBezTo>
                    <a:pt x="2623" y="0"/>
                    <a:pt x="2303" y="121"/>
                    <a:pt x="2061" y="363"/>
                  </a:cubicBezTo>
                  <a:lnTo>
                    <a:pt x="1" y="2423"/>
                  </a:lnTo>
                  <a:lnTo>
                    <a:pt x="2629" y="3391"/>
                  </a:lnTo>
                  <a:cubicBezTo>
                    <a:pt x="2702" y="3415"/>
                    <a:pt x="2779" y="3427"/>
                    <a:pt x="2857" y="3427"/>
                  </a:cubicBezTo>
                  <a:cubicBezTo>
                    <a:pt x="3044" y="3427"/>
                    <a:pt x="3230" y="3356"/>
                    <a:pt x="3364" y="3222"/>
                  </a:cubicBezTo>
                  <a:lnTo>
                    <a:pt x="5025" y="1561"/>
                  </a:lnTo>
                  <a:lnTo>
                    <a:pt x="3848" y="363"/>
                  </a:lnTo>
                  <a:cubicBezTo>
                    <a:pt x="3596" y="121"/>
                    <a:pt x="3270" y="0"/>
                    <a:pt x="2947"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69" name="Google Shape;7969;p62"/>
            <p:cNvSpPr/>
            <p:nvPr/>
          </p:nvSpPr>
          <p:spPr>
            <a:xfrm>
              <a:off x="890520" y="2158335"/>
              <a:ext cx="156777" cy="155519"/>
            </a:xfrm>
            <a:custGeom>
              <a:avLst/>
              <a:gdLst/>
              <a:ahLst/>
              <a:cxnLst/>
              <a:rect l="l" t="t" r="r" b="b"/>
              <a:pathLst>
                <a:path w="10471" h="10387" extrusionOk="0">
                  <a:moveTo>
                    <a:pt x="3512" y="1"/>
                  </a:moveTo>
                  <a:lnTo>
                    <a:pt x="1199" y="2314"/>
                  </a:lnTo>
                  <a:lnTo>
                    <a:pt x="337" y="3176"/>
                  </a:lnTo>
                  <a:cubicBezTo>
                    <a:pt x="1" y="3512"/>
                    <a:pt x="1" y="4080"/>
                    <a:pt x="337" y="4416"/>
                  </a:cubicBezTo>
                  <a:lnTo>
                    <a:pt x="6056" y="10135"/>
                  </a:lnTo>
                  <a:cubicBezTo>
                    <a:pt x="6224" y="10303"/>
                    <a:pt x="6450" y="10387"/>
                    <a:pt x="6676" y="10387"/>
                  </a:cubicBezTo>
                  <a:cubicBezTo>
                    <a:pt x="6902" y="10387"/>
                    <a:pt x="7128" y="10303"/>
                    <a:pt x="7296" y="10135"/>
                  </a:cubicBezTo>
                  <a:lnTo>
                    <a:pt x="8158" y="9273"/>
                  </a:lnTo>
                  <a:lnTo>
                    <a:pt x="10471" y="6960"/>
                  </a:lnTo>
                  <a:lnTo>
                    <a:pt x="3512" y="1"/>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0" name="Google Shape;7970;p62"/>
            <p:cNvSpPr/>
            <p:nvPr/>
          </p:nvSpPr>
          <p:spPr>
            <a:xfrm>
              <a:off x="890206" y="2158335"/>
              <a:ext cx="157091" cy="138840"/>
            </a:xfrm>
            <a:custGeom>
              <a:avLst/>
              <a:gdLst/>
              <a:ahLst/>
              <a:cxnLst/>
              <a:rect l="l" t="t" r="r" b="b"/>
              <a:pathLst>
                <a:path w="10492" h="9273" extrusionOk="0">
                  <a:moveTo>
                    <a:pt x="3533" y="1"/>
                  </a:moveTo>
                  <a:lnTo>
                    <a:pt x="358" y="3176"/>
                  </a:lnTo>
                  <a:cubicBezTo>
                    <a:pt x="1" y="3512"/>
                    <a:pt x="1" y="4059"/>
                    <a:pt x="358" y="4416"/>
                  </a:cubicBezTo>
                  <a:lnTo>
                    <a:pt x="821" y="4878"/>
                  </a:lnTo>
                  <a:lnTo>
                    <a:pt x="1472" y="4227"/>
                  </a:lnTo>
                  <a:cubicBezTo>
                    <a:pt x="1704" y="3995"/>
                    <a:pt x="2003" y="3880"/>
                    <a:pt x="2303" y="3880"/>
                  </a:cubicBezTo>
                  <a:cubicBezTo>
                    <a:pt x="2602" y="3880"/>
                    <a:pt x="2902" y="3995"/>
                    <a:pt x="3133" y="4227"/>
                  </a:cubicBezTo>
                  <a:lnTo>
                    <a:pt x="8179" y="9273"/>
                  </a:lnTo>
                  <a:lnTo>
                    <a:pt x="10492" y="6960"/>
                  </a:lnTo>
                  <a:lnTo>
                    <a:pt x="3869" y="337"/>
                  </a:lnTo>
                  <a:lnTo>
                    <a:pt x="3533"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1" name="Google Shape;7971;p62"/>
            <p:cNvSpPr/>
            <p:nvPr/>
          </p:nvSpPr>
          <p:spPr>
            <a:xfrm>
              <a:off x="903741" y="1952074"/>
              <a:ext cx="352572" cy="349817"/>
            </a:xfrm>
            <a:custGeom>
              <a:avLst/>
              <a:gdLst/>
              <a:ahLst/>
              <a:cxnLst/>
              <a:rect l="l" t="t" r="r" b="b"/>
              <a:pathLst>
                <a:path w="23548" h="23364" extrusionOk="0">
                  <a:moveTo>
                    <a:pt x="15086" y="1"/>
                  </a:moveTo>
                  <a:cubicBezTo>
                    <a:pt x="14607" y="1"/>
                    <a:pt x="14129" y="185"/>
                    <a:pt x="13772" y="552"/>
                  </a:cubicBezTo>
                  <a:lnTo>
                    <a:pt x="1" y="14323"/>
                  </a:lnTo>
                  <a:lnTo>
                    <a:pt x="9041" y="23364"/>
                  </a:lnTo>
                  <a:lnTo>
                    <a:pt x="22812" y="9593"/>
                  </a:lnTo>
                  <a:cubicBezTo>
                    <a:pt x="23548" y="8878"/>
                    <a:pt x="23548" y="7680"/>
                    <a:pt x="22812" y="6965"/>
                  </a:cubicBezTo>
                  <a:lnTo>
                    <a:pt x="16400" y="552"/>
                  </a:lnTo>
                  <a:cubicBezTo>
                    <a:pt x="16042" y="185"/>
                    <a:pt x="15564" y="1"/>
                    <a:pt x="15086" y="1"/>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2" name="Google Shape;7972;p62"/>
            <p:cNvSpPr/>
            <p:nvPr/>
          </p:nvSpPr>
          <p:spPr>
            <a:xfrm>
              <a:off x="903741" y="1952074"/>
              <a:ext cx="258141" cy="227372"/>
            </a:xfrm>
            <a:custGeom>
              <a:avLst/>
              <a:gdLst/>
              <a:ahLst/>
              <a:cxnLst/>
              <a:rect l="l" t="t" r="r" b="b"/>
              <a:pathLst>
                <a:path w="17241" h="15186" extrusionOk="0">
                  <a:moveTo>
                    <a:pt x="17235" y="1409"/>
                  </a:moveTo>
                  <a:lnTo>
                    <a:pt x="17241" y="1414"/>
                  </a:lnTo>
                  <a:cubicBezTo>
                    <a:pt x="17239" y="1413"/>
                    <a:pt x="17237" y="1411"/>
                    <a:pt x="17235" y="1409"/>
                  </a:cubicBezTo>
                  <a:close/>
                  <a:moveTo>
                    <a:pt x="15078" y="1"/>
                  </a:moveTo>
                  <a:cubicBezTo>
                    <a:pt x="14602" y="1"/>
                    <a:pt x="14129" y="185"/>
                    <a:pt x="13772" y="552"/>
                  </a:cubicBezTo>
                  <a:lnTo>
                    <a:pt x="1" y="14323"/>
                  </a:lnTo>
                  <a:lnTo>
                    <a:pt x="863" y="15185"/>
                  </a:lnTo>
                  <a:lnTo>
                    <a:pt x="14634" y="1414"/>
                  </a:lnTo>
                  <a:cubicBezTo>
                    <a:pt x="14991" y="1047"/>
                    <a:pt x="15464" y="863"/>
                    <a:pt x="15937" y="863"/>
                  </a:cubicBezTo>
                  <a:cubicBezTo>
                    <a:pt x="16408" y="863"/>
                    <a:pt x="16878" y="1045"/>
                    <a:pt x="17235" y="1409"/>
                  </a:cubicBezTo>
                  <a:lnTo>
                    <a:pt x="17235" y="1409"/>
                  </a:lnTo>
                  <a:lnTo>
                    <a:pt x="16400" y="552"/>
                  </a:lnTo>
                  <a:cubicBezTo>
                    <a:pt x="16032" y="185"/>
                    <a:pt x="15553" y="1"/>
                    <a:pt x="15078"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3" name="Google Shape;7973;p62"/>
            <p:cNvSpPr/>
            <p:nvPr/>
          </p:nvSpPr>
          <p:spPr>
            <a:xfrm>
              <a:off x="989054" y="2039274"/>
              <a:ext cx="178817" cy="175268"/>
            </a:xfrm>
            <a:custGeom>
              <a:avLst/>
              <a:gdLst/>
              <a:ahLst/>
              <a:cxnLst/>
              <a:rect l="l" t="t" r="r" b="b"/>
              <a:pathLst>
                <a:path w="11943" h="11706" extrusionOk="0">
                  <a:moveTo>
                    <a:pt x="8126" y="0"/>
                  </a:moveTo>
                  <a:cubicBezTo>
                    <a:pt x="7811" y="0"/>
                    <a:pt x="7495" y="121"/>
                    <a:pt x="7254" y="363"/>
                  </a:cubicBezTo>
                  <a:lnTo>
                    <a:pt x="484" y="7133"/>
                  </a:lnTo>
                  <a:cubicBezTo>
                    <a:pt x="0" y="7616"/>
                    <a:pt x="0" y="8394"/>
                    <a:pt x="484" y="8878"/>
                  </a:cubicBezTo>
                  <a:lnTo>
                    <a:pt x="2965" y="11359"/>
                  </a:lnTo>
                  <a:cubicBezTo>
                    <a:pt x="3207" y="11590"/>
                    <a:pt x="3522" y="11706"/>
                    <a:pt x="3837" y="11706"/>
                  </a:cubicBezTo>
                  <a:cubicBezTo>
                    <a:pt x="4153" y="11706"/>
                    <a:pt x="4468" y="11590"/>
                    <a:pt x="4710" y="11359"/>
                  </a:cubicBezTo>
                  <a:lnTo>
                    <a:pt x="11480" y="4589"/>
                  </a:lnTo>
                  <a:cubicBezTo>
                    <a:pt x="11942" y="4105"/>
                    <a:pt x="11942" y="3327"/>
                    <a:pt x="11480" y="2844"/>
                  </a:cubicBezTo>
                  <a:lnTo>
                    <a:pt x="8999" y="363"/>
                  </a:lnTo>
                  <a:cubicBezTo>
                    <a:pt x="8757" y="121"/>
                    <a:pt x="8442" y="0"/>
                    <a:pt x="8126" y="0"/>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74" name="Google Shape;7974;p62"/>
          <p:cNvGrpSpPr/>
          <p:nvPr/>
        </p:nvGrpSpPr>
        <p:grpSpPr>
          <a:xfrm>
            <a:off x="2261934" y="2723626"/>
            <a:ext cx="203985" cy="355417"/>
            <a:chOff x="2253871" y="2893365"/>
            <a:chExt cx="203985" cy="355417"/>
          </a:xfrm>
        </p:grpSpPr>
        <p:sp>
          <p:nvSpPr>
            <p:cNvPr id="7975" name="Google Shape;7975;p62"/>
            <p:cNvSpPr/>
            <p:nvPr/>
          </p:nvSpPr>
          <p:spPr>
            <a:xfrm>
              <a:off x="2329722" y="3200915"/>
              <a:ext cx="51326" cy="47553"/>
            </a:xfrm>
            <a:custGeom>
              <a:avLst/>
              <a:gdLst/>
              <a:ahLst/>
              <a:cxnLst/>
              <a:rect l="l" t="t" r="r" b="b"/>
              <a:pathLst>
                <a:path w="3428" h="3176" extrusionOk="0">
                  <a:moveTo>
                    <a:pt x="1" y="1"/>
                  </a:moveTo>
                  <a:lnTo>
                    <a:pt x="1" y="2229"/>
                  </a:lnTo>
                  <a:cubicBezTo>
                    <a:pt x="1" y="2755"/>
                    <a:pt x="421" y="3175"/>
                    <a:pt x="968" y="3175"/>
                  </a:cubicBezTo>
                  <a:lnTo>
                    <a:pt x="2482" y="3175"/>
                  </a:lnTo>
                  <a:cubicBezTo>
                    <a:pt x="2986" y="3175"/>
                    <a:pt x="3407" y="2755"/>
                    <a:pt x="3428" y="2250"/>
                  </a:cubicBezTo>
                  <a:lnTo>
                    <a:pt x="3428" y="1"/>
                  </a:ln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6" name="Google Shape;7976;p62"/>
            <p:cNvSpPr/>
            <p:nvPr/>
          </p:nvSpPr>
          <p:spPr>
            <a:xfrm>
              <a:off x="2342628" y="3200915"/>
              <a:ext cx="38419" cy="47867"/>
            </a:xfrm>
            <a:custGeom>
              <a:avLst/>
              <a:gdLst/>
              <a:ahLst/>
              <a:cxnLst/>
              <a:rect l="l" t="t" r="r" b="b"/>
              <a:pathLst>
                <a:path w="2566" h="3197" extrusionOk="0">
                  <a:moveTo>
                    <a:pt x="863" y="1"/>
                  </a:moveTo>
                  <a:lnTo>
                    <a:pt x="863" y="2250"/>
                  </a:lnTo>
                  <a:cubicBezTo>
                    <a:pt x="842" y="2734"/>
                    <a:pt x="484" y="3133"/>
                    <a:pt x="1" y="3196"/>
                  </a:cubicBezTo>
                  <a:lnTo>
                    <a:pt x="1620" y="3196"/>
                  </a:lnTo>
                  <a:cubicBezTo>
                    <a:pt x="2145" y="3196"/>
                    <a:pt x="2566" y="2755"/>
                    <a:pt x="2566" y="2229"/>
                  </a:cubicBezTo>
                  <a:lnTo>
                    <a:pt x="2566" y="1"/>
                  </a:ln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7" name="Google Shape;7977;p62"/>
            <p:cNvSpPr/>
            <p:nvPr/>
          </p:nvSpPr>
          <p:spPr>
            <a:xfrm>
              <a:off x="2253871" y="2893365"/>
              <a:ext cx="203985" cy="326775"/>
            </a:xfrm>
            <a:custGeom>
              <a:avLst/>
              <a:gdLst/>
              <a:ahLst/>
              <a:cxnLst/>
              <a:rect l="l" t="t" r="r" b="b"/>
              <a:pathLst>
                <a:path w="13624" h="21825" extrusionOk="0">
                  <a:moveTo>
                    <a:pt x="5256" y="1"/>
                  </a:moveTo>
                  <a:cubicBezTo>
                    <a:pt x="2355" y="1"/>
                    <a:pt x="0" y="2355"/>
                    <a:pt x="0" y="5257"/>
                  </a:cubicBezTo>
                  <a:lnTo>
                    <a:pt x="0" y="17514"/>
                  </a:lnTo>
                  <a:cubicBezTo>
                    <a:pt x="0" y="19890"/>
                    <a:pt x="1934" y="21824"/>
                    <a:pt x="4310" y="21824"/>
                  </a:cubicBezTo>
                  <a:lnTo>
                    <a:pt x="9314" y="21824"/>
                  </a:lnTo>
                  <a:cubicBezTo>
                    <a:pt x="11690" y="21824"/>
                    <a:pt x="13624" y="19890"/>
                    <a:pt x="13624" y="17514"/>
                  </a:cubicBezTo>
                  <a:lnTo>
                    <a:pt x="13624" y="5257"/>
                  </a:lnTo>
                  <a:cubicBezTo>
                    <a:pt x="13624" y="2355"/>
                    <a:pt x="11269" y="1"/>
                    <a:pt x="8368" y="1"/>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8" name="Google Shape;7978;p62"/>
            <p:cNvSpPr/>
            <p:nvPr/>
          </p:nvSpPr>
          <p:spPr>
            <a:xfrm>
              <a:off x="2326578" y="2893365"/>
              <a:ext cx="131279" cy="326775"/>
            </a:xfrm>
            <a:custGeom>
              <a:avLst/>
              <a:gdLst/>
              <a:ahLst/>
              <a:cxnLst/>
              <a:rect l="l" t="t" r="r" b="b"/>
              <a:pathLst>
                <a:path w="8768" h="21825" extrusionOk="0">
                  <a:moveTo>
                    <a:pt x="400" y="1"/>
                  </a:moveTo>
                  <a:cubicBezTo>
                    <a:pt x="274" y="1"/>
                    <a:pt x="127" y="1"/>
                    <a:pt x="1" y="22"/>
                  </a:cubicBezTo>
                  <a:cubicBezTo>
                    <a:pt x="2734" y="232"/>
                    <a:pt x="4836" y="2503"/>
                    <a:pt x="4836" y="5257"/>
                  </a:cubicBezTo>
                  <a:lnTo>
                    <a:pt x="4836" y="17514"/>
                  </a:lnTo>
                  <a:cubicBezTo>
                    <a:pt x="4836" y="19890"/>
                    <a:pt x="2923" y="21824"/>
                    <a:pt x="547" y="21824"/>
                  </a:cubicBezTo>
                  <a:lnTo>
                    <a:pt x="4458" y="21824"/>
                  </a:lnTo>
                  <a:cubicBezTo>
                    <a:pt x="6834" y="21824"/>
                    <a:pt x="8768" y="19890"/>
                    <a:pt x="8768" y="17514"/>
                  </a:cubicBezTo>
                  <a:lnTo>
                    <a:pt x="8768" y="5257"/>
                  </a:lnTo>
                  <a:cubicBezTo>
                    <a:pt x="8747" y="2355"/>
                    <a:pt x="6413" y="1"/>
                    <a:pt x="3512" y="1"/>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9" name="Google Shape;7979;p62"/>
            <p:cNvSpPr/>
            <p:nvPr/>
          </p:nvSpPr>
          <p:spPr>
            <a:xfrm>
              <a:off x="2350504" y="2893365"/>
              <a:ext cx="10720" cy="58093"/>
            </a:xfrm>
            <a:custGeom>
              <a:avLst/>
              <a:gdLst/>
              <a:ahLst/>
              <a:cxnLst/>
              <a:rect l="l" t="t" r="r" b="b"/>
              <a:pathLst>
                <a:path w="716" h="3880" extrusionOk="0">
                  <a:moveTo>
                    <a:pt x="1" y="1"/>
                  </a:moveTo>
                  <a:cubicBezTo>
                    <a:pt x="1" y="22"/>
                    <a:pt x="1" y="22"/>
                    <a:pt x="1" y="43"/>
                  </a:cubicBezTo>
                  <a:lnTo>
                    <a:pt x="1" y="3533"/>
                  </a:lnTo>
                  <a:cubicBezTo>
                    <a:pt x="1" y="3764"/>
                    <a:pt x="179" y="3880"/>
                    <a:pt x="358" y="3880"/>
                  </a:cubicBezTo>
                  <a:cubicBezTo>
                    <a:pt x="537" y="3880"/>
                    <a:pt x="715" y="3764"/>
                    <a:pt x="715" y="3533"/>
                  </a:cubicBezTo>
                  <a:lnTo>
                    <a:pt x="715" y="43"/>
                  </a:lnTo>
                  <a:cubicBezTo>
                    <a:pt x="715" y="22"/>
                    <a:pt x="715" y="1"/>
                    <a:pt x="715" y="1"/>
                  </a:cubicBez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0" name="Google Shape;7980;p62"/>
            <p:cNvSpPr/>
            <p:nvPr/>
          </p:nvSpPr>
          <p:spPr>
            <a:xfrm>
              <a:off x="2330036" y="2946248"/>
              <a:ext cx="51326" cy="50068"/>
            </a:xfrm>
            <a:custGeom>
              <a:avLst/>
              <a:gdLst/>
              <a:ahLst/>
              <a:cxnLst/>
              <a:rect l="l" t="t" r="r" b="b"/>
              <a:pathLst>
                <a:path w="3428" h="3344" extrusionOk="0">
                  <a:moveTo>
                    <a:pt x="1725" y="1"/>
                  </a:moveTo>
                  <a:cubicBezTo>
                    <a:pt x="779" y="1"/>
                    <a:pt x="1" y="758"/>
                    <a:pt x="1" y="1704"/>
                  </a:cubicBezTo>
                  <a:lnTo>
                    <a:pt x="1" y="2377"/>
                  </a:lnTo>
                  <a:cubicBezTo>
                    <a:pt x="1" y="2902"/>
                    <a:pt x="442" y="3344"/>
                    <a:pt x="968" y="3344"/>
                  </a:cubicBezTo>
                  <a:lnTo>
                    <a:pt x="2482" y="3344"/>
                  </a:lnTo>
                  <a:cubicBezTo>
                    <a:pt x="3007" y="3344"/>
                    <a:pt x="3428" y="2902"/>
                    <a:pt x="3428" y="2377"/>
                  </a:cubicBezTo>
                  <a:lnTo>
                    <a:pt x="3428" y="1704"/>
                  </a:lnTo>
                  <a:cubicBezTo>
                    <a:pt x="3428" y="758"/>
                    <a:pt x="2671" y="1"/>
                    <a:pt x="1725" y="1"/>
                  </a:cubicBezTo>
                  <a:close/>
                </a:path>
              </a:pathLst>
            </a:custGeom>
            <a:solidFill>
              <a:srgbClr val="7B90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1" name="Google Shape;7981;p62"/>
            <p:cNvSpPr/>
            <p:nvPr/>
          </p:nvSpPr>
          <p:spPr>
            <a:xfrm>
              <a:off x="2342943" y="2946248"/>
              <a:ext cx="38419" cy="49754"/>
            </a:xfrm>
            <a:custGeom>
              <a:avLst/>
              <a:gdLst/>
              <a:ahLst/>
              <a:cxnLst/>
              <a:rect l="l" t="t" r="r" b="b"/>
              <a:pathLst>
                <a:path w="2566" h="3323" extrusionOk="0">
                  <a:moveTo>
                    <a:pt x="863" y="1"/>
                  </a:moveTo>
                  <a:cubicBezTo>
                    <a:pt x="548" y="1"/>
                    <a:pt x="253" y="64"/>
                    <a:pt x="1" y="232"/>
                  </a:cubicBezTo>
                  <a:cubicBezTo>
                    <a:pt x="527" y="526"/>
                    <a:pt x="863" y="1094"/>
                    <a:pt x="863" y="1704"/>
                  </a:cubicBezTo>
                  <a:lnTo>
                    <a:pt x="863" y="2377"/>
                  </a:lnTo>
                  <a:cubicBezTo>
                    <a:pt x="863" y="2860"/>
                    <a:pt x="484" y="3281"/>
                    <a:pt x="1" y="3323"/>
                  </a:cubicBezTo>
                  <a:lnTo>
                    <a:pt x="1620" y="3323"/>
                  </a:lnTo>
                  <a:cubicBezTo>
                    <a:pt x="2145" y="3323"/>
                    <a:pt x="2566" y="2902"/>
                    <a:pt x="2566" y="2377"/>
                  </a:cubicBezTo>
                  <a:lnTo>
                    <a:pt x="2566" y="1704"/>
                  </a:lnTo>
                  <a:cubicBezTo>
                    <a:pt x="2566" y="758"/>
                    <a:pt x="1809" y="1"/>
                    <a:pt x="863" y="1"/>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2" name="Google Shape;7982;p62"/>
            <p:cNvSpPr/>
            <p:nvPr/>
          </p:nvSpPr>
          <p:spPr>
            <a:xfrm>
              <a:off x="2254186" y="3012037"/>
              <a:ext cx="32116" cy="118073"/>
            </a:xfrm>
            <a:custGeom>
              <a:avLst/>
              <a:gdLst/>
              <a:ahLst/>
              <a:cxnLst/>
              <a:rect l="l" t="t" r="r" b="b"/>
              <a:pathLst>
                <a:path w="2145" h="7886" extrusionOk="0">
                  <a:moveTo>
                    <a:pt x="0" y="1"/>
                  </a:moveTo>
                  <a:lnTo>
                    <a:pt x="0" y="7885"/>
                  </a:lnTo>
                  <a:lnTo>
                    <a:pt x="1177" y="7885"/>
                  </a:lnTo>
                  <a:cubicBezTo>
                    <a:pt x="1724" y="7885"/>
                    <a:pt x="2145" y="7444"/>
                    <a:pt x="2145" y="6918"/>
                  </a:cubicBezTo>
                  <a:lnTo>
                    <a:pt x="2145" y="947"/>
                  </a:lnTo>
                  <a:cubicBezTo>
                    <a:pt x="2145" y="421"/>
                    <a:pt x="1703" y="1"/>
                    <a:pt x="1177"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3" name="Google Shape;7983;p62"/>
            <p:cNvSpPr/>
            <p:nvPr/>
          </p:nvSpPr>
          <p:spPr>
            <a:xfrm>
              <a:off x="2255758" y="3012037"/>
              <a:ext cx="30544" cy="117759"/>
            </a:xfrm>
            <a:custGeom>
              <a:avLst/>
              <a:gdLst/>
              <a:ahLst/>
              <a:cxnLst/>
              <a:rect l="l" t="t" r="r" b="b"/>
              <a:pathLst>
                <a:path w="2040" h="7865" extrusionOk="0">
                  <a:moveTo>
                    <a:pt x="0" y="1"/>
                  </a:moveTo>
                  <a:cubicBezTo>
                    <a:pt x="526" y="1"/>
                    <a:pt x="967" y="421"/>
                    <a:pt x="967" y="947"/>
                  </a:cubicBezTo>
                  <a:lnTo>
                    <a:pt x="967" y="6918"/>
                  </a:lnTo>
                  <a:cubicBezTo>
                    <a:pt x="967" y="7444"/>
                    <a:pt x="526" y="7864"/>
                    <a:pt x="0" y="7864"/>
                  </a:cubicBezTo>
                  <a:lnTo>
                    <a:pt x="1072" y="7864"/>
                  </a:lnTo>
                  <a:cubicBezTo>
                    <a:pt x="1598" y="7864"/>
                    <a:pt x="2040" y="7444"/>
                    <a:pt x="2040" y="6918"/>
                  </a:cubicBezTo>
                  <a:lnTo>
                    <a:pt x="2040" y="947"/>
                  </a:lnTo>
                  <a:cubicBezTo>
                    <a:pt x="2040" y="421"/>
                    <a:pt x="1598" y="1"/>
                    <a:pt x="1072" y="1"/>
                  </a:cubicBez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4" name="Google Shape;7984;p62"/>
            <p:cNvSpPr/>
            <p:nvPr/>
          </p:nvSpPr>
          <p:spPr>
            <a:xfrm>
              <a:off x="2425426" y="3012037"/>
              <a:ext cx="32430" cy="118073"/>
            </a:xfrm>
            <a:custGeom>
              <a:avLst/>
              <a:gdLst/>
              <a:ahLst/>
              <a:cxnLst/>
              <a:rect l="l" t="t" r="r" b="b"/>
              <a:pathLst>
                <a:path w="2166" h="7886" extrusionOk="0">
                  <a:moveTo>
                    <a:pt x="931" y="0"/>
                  </a:moveTo>
                  <a:cubicBezTo>
                    <a:pt x="422" y="0"/>
                    <a:pt x="1" y="434"/>
                    <a:pt x="21" y="947"/>
                  </a:cubicBezTo>
                  <a:lnTo>
                    <a:pt x="21" y="6918"/>
                  </a:lnTo>
                  <a:cubicBezTo>
                    <a:pt x="21" y="7444"/>
                    <a:pt x="442" y="7885"/>
                    <a:pt x="967" y="7885"/>
                  </a:cubicBezTo>
                  <a:lnTo>
                    <a:pt x="2166" y="7885"/>
                  </a:lnTo>
                  <a:lnTo>
                    <a:pt x="2166" y="1"/>
                  </a:lnTo>
                  <a:lnTo>
                    <a:pt x="967" y="1"/>
                  </a:lnTo>
                  <a:cubicBezTo>
                    <a:pt x="955" y="0"/>
                    <a:pt x="943" y="0"/>
                    <a:pt x="931"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5" name="Google Shape;7985;p62"/>
            <p:cNvSpPr/>
            <p:nvPr/>
          </p:nvSpPr>
          <p:spPr>
            <a:xfrm>
              <a:off x="2441791" y="3012037"/>
              <a:ext cx="16065" cy="118073"/>
            </a:xfrm>
            <a:custGeom>
              <a:avLst/>
              <a:gdLst/>
              <a:ahLst/>
              <a:cxnLst/>
              <a:rect l="l" t="t" r="r" b="b"/>
              <a:pathLst>
                <a:path w="1073" h="7886" extrusionOk="0">
                  <a:moveTo>
                    <a:pt x="1" y="1"/>
                  </a:moveTo>
                  <a:lnTo>
                    <a:pt x="1" y="7885"/>
                  </a:lnTo>
                  <a:lnTo>
                    <a:pt x="1073" y="7885"/>
                  </a:lnTo>
                  <a:lnTo>
                    <a:pt x="1073" y="1"/>
                  </a:ln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86" name="Google Shape;7986;p62"/>
          <p:cNvGrpSpPr/>
          <p:nvPr/>
        </p:nvGrpSpPr>
        <p:grpSpPr>
          <a:xfrm>
            <a:off x="2199603" y="2238861"/>
            <a:ext cx="308823" cy="342571"/>
            <a:chOff x="2191541" y="2408601"/>
            <a:chExt cx="308823" cy="342571"/>
          </a:xfrm>
        </p:grpSpPr>
        <p:sp>
          <p:nvSpPr>
            <p:cNvPr id="7987" name="Google Shape;7987;p62"/>
            <p:cNvSpPr/>
            <p:nvPr/>
          </p:nvSpPr>
          <p:spPr>
            <a:xfrm>
              <a:off x="2222384" y="2722754"/>
              <a:ext cx="22054" cy="28418"/>
            </a:xfrm>
            <a:custGeom>
              <a:avLst/>
              <a:gdLst/>
              <a:ahLst/>
              <a:cxnLst/>
              <a:rect l="l" t="t" r="r" b="b"/>
              <a:pathLst>
                <a:path w="1473" h="1898" extrusionOk="0">
                  <a:moveTo>
                    <a:pt x="43" y="1"/>
                  </a:moveTo>
                  <a:lnTo>
                    <a:pt x="1" y="1640"/>
                  </a:lnTo>
                  <a:cubicBezTo>
                    <a:pt x="1" y="1798"/>
                    <a:pt x="128" y="1898"/>
                    <a:pt x="256" y="1898"/>
                  </a:cubicBezTo>
                  <a:cubicBezTo>
                    <a:pt x="315" y="1898"/>
                    <a:pt x="374" y="1876"/>
                    <a:pt x="421" y="1830"/>
                  </a:cubicBezTo>
                  <a:lnTo>
                    <a:pt x="1472" y="631"/>
                  </a:lnTo>
                  <a:lnTo>
                    <a:pt x="43"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8" name="Google Shape;7988;p62"/>
            <p:cNvSpPr/>
            <p:nvPr/>
          </p:nvSpPr>
          <p:spPr>
            <a:xfrm>
              <a:off x="2447451" y="2724640"/>
              <a:ext cx="22054" cy="26456"/>
            </a:xfrm>
            <a:custGeom>
              <a:avLst/>
              <a:gdLst/>
              <a:ahLst/>
              <a:cxnLst/>
              <a:rect l="l" t="t" r="r" b="b"/>
              <a:pathLst>
                <a:path w="1473" h="1767" extrusionOk="0">
                  <a:moveTo>
                    <a:pt x="1410" y="1"/>
                  </a:moveTo>
                  <a:lnTo>
                    <a:pt x="1" y="526"/>
                  </a:lnTo>
                  <a:lnTo>
                    <a:pt x="1031" y="1683"/>
                  </a:lnTo>
                  <a:cubicBezTo>
                    <a:pt x="1082" y="1741"/>
                    <a:pt x="1147" y="1766"/>
                    <a:pt x="1213" y="1766"/>
                  </a:cubicBezTo>
                  <a:cubicBezTo>
                    <a:pt x="1337" y="1766"/>
                    <a:pt x="1459" y="1673"/>
                    <a:pt x="1473" y="1535"/>
                  </a:cubicBezTo>
                  <a:lnTo>
                    <a:pt x="1410" y="1"/>
                  </a:ln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9" name="Google Shape;7989;p62"/>
            <p:cNvSpPr/>
            <p:nvPr/>
          </p:nvSpPr>
          <p:spPr>
            <a:xfrm>
              <a:off x="2191541" y="2611313"/>
              <a:ext cx="308823" cy="16709"/>
            </a:xfrm>
            <a:custGeom>
              <a:avLst/>
              <a:gdLst/>
              <a:ahLst/>
              <a:cxnLst/>
              <a:rect l="l" t="t" r="r" b="b"/>
              <a:pathLst>
                <a:path w="20626" h="1116" extrusionOk="0">
                  <a:moveTo>
                    <a:pt x="526" y="1"/>
                  </a:moveTo>
                  <a:cubicBezTo>
                    <a:pt x="231" y="1"/>
                    <a:pt x="0" y="253"/>
                    <a:pt x="0" y="527"/>
                  </a:cubicBezTo>
                  <a:lnTo>
                    <a:pt x="0" y="590"/>
                  </a:lnTo>
                  <a:cubicBezTo>
                    <a:pt x="0" y="884"/>
                    <a:pt x="231" y="1115"/>
                    <a:pt x="526" y="1115"/>
                  </a:cubicBezTo>
                  <a:lnTo>
                    <a:pt x="20099" y="1115"/>
                  </a:lnTo>
                  <a:cubicBezTo>
                    <a:pt x="20394" y="1115"/>
                    <a:pt x="20625" y="884"/>
                    <a:pt x="20625" y="590"/>
                  </a:cubicBezTo>
                  <a:lnTo>
                    <a:pt x="20625" y="527"/>
                  </a:lnTo>
                  <a:cubicBezTo>
                    <a:pt x="20625" y="253"/>
                    <a:pt x="20394" y="1"/>
                    <a:pt x="20099" y="1"/>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0" name="Google Shape;7990;p62"/>
            <p:cNvSpPr/>
            <p:nvPr/>
          </p:nvSpPr>
          <p:spPr>
            <a:xfrm>
              <a:off x="2211993" y="2470287"/>
              <a:ext cx="140412" cy="263052"/>
            </a:xfrm>
            <a:custGeom>
              <a:avLst/>
              <a:gdLst/>
              <a:ahLst/>
              <a:cxnLst/>
              <a:rect l="l" t="t" r="r" b="b"/>
              <a:pathLst>
                <a:path w="9378" h="17569" extrusionOk="0">
                  <a:moveTo>
                    <a:pt x="6750" y="1"/>
                  </a:moveTo>
                  <a:lnTo>
                    <a:pt x="1304" y="10597"/>
                  </a:lnTo>
                  <a:cubicBezTo>
                    <a:pt x="358" y="12426"/>
                    <a:pt x="1" y="14487"/>
                    <a:pt x="274" y="16505"/>
                  </a:cubicBezTo>
                  <a:cubicBezTo>
                    <a:pt x="295" y="16736"/>
                    <a:pt x="442" y="16926"/>
                    <a:pt x="653" y="17010"/>
                  </a:cubicBezTo>
                  <a:lnTo>
                    <a:pt x="1935" y="17535"/>
                  </a:lnTo>
                  <a:cubicBezTo>
                    <a:pt x="2007" y="17558"/>
                    <a:pt x="2080" y="17569"/>
                    <a:pt x="2151" y="17569"/>
                  </a:cubicBezTo>
                  <a:cubicBezTo>
                    <a:pt x="2414" y="17569"/>
                    <a:pt x="2656" y="17421"/>
                    <a:pt x="2755" y="17157"/>
                  </a:cubicBezTo>
                  <a:lnTo>
                    <a:pt x="9378" y="1052"/>
                  </a:lnTo>
                  <a:lnTo>
                    <a:pt x="675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1" name="Google Shape;7991;p62"/>
            <p:cNvSpPr/>
            <p:nvPr/>
          </p:nvSpPr>
          <p:spPr>
            <a:xfrm>
              <a:off x="2233718" y="2470287"/>
              <a:ext cx="118687" cy="262917"/>
            </a:xfrm>
            <a:custGeom>
              <a:avLst/>
              <a:gdLst/>
              <a:ahLst/>
              <a:cxnLst/>
              <a:rect l="l" t="t" r="r" b="b"/>
              <a:pathLst>
                <a:path w="7927" h="17560" extrusionOk="0">
                  <a:moveTo>
                    <a:pt x="5299" y="1"/>
                  </a:moveTo>
                  <a:lnTo>
                    <a:pt x="4205" y="2124"/>
                  </a:lnTo>
                  <a:cubicBezTo>
                    <a:pt x="4353" y="2419"/>
                    <a:pt x="4563" y="2692"/>
                    <a:pt x="4794" y="2923"/>
                  </a:cubicBezTo>
                  <a:cubicBezTo>
                    <a:pt x="5278" y="3428"/>
                    <a:pt x="5425" y="4185"/>
                    <a:pt x="5151" y="4837"/>
                  </a:cubicBezTo>
                  <a:lnTo>
                    <a:pt x="85" y="17178"/>
                  </a:lnTo>
                  <a:cubicBezTo>
                    <a:pt x="64" y="17220"/>
                    <a:pt x="43" y="17283"/>
                    <a:pt x="0" y="17325"/>
                  </a:cubicBezTo>
                  <a:lnTo>
                    <a:pt x="484" y="17514"/>
                  </a:lnTo>
                  <a:cubicBezTo>
                    <a:pt x="565" y="17545"/>
                    <a:pt x="648" y="17559"/>
                    <a:pt x="728" y="17559"/>
                  </a:cubicBezTo>
                  <a:cubicBezTo>
                    <a:pt x="980" y="17559"/>
                    <a:pt x="1208" y="17417"/>
                    <a:pt x="1304" y="17178"/>
                  </a:cubicBezTo>
                  <a:lnTo>
                    <a:pt x="7927" y="1052"/>
                  </a:lnTo>
                  <a:lnTo>
                    <a:pt x="5299" y="1"/>
                  </a:ln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2" name="Google Shape;7992;p62"/>
            <p:cNvSpPr/>
            <p:nvPr/>
          </p:nvSpPr>
          <p:spPr>
            <a:xfrm>
              <a:off x="2339484" y="2470287"/>
              <a:ext cx="140098" cy="263052"/>
            </a:xfrm>
            <a:custGeom>
              <a:avLst/>
              <a:gdLst/>
              <a:ahLst/>
              <a:cxnLst/>
              <a:rect l="l" t="t" r="r" b="b"/>
              <a:pathLst>
                <a:path w="9357" h="17569" extrusionOk="0">
                  <a:moveTo>
                    <a:pt x="2629" y="1"/>
                  </a:moveTo>
                  <a:lnTo>
                    <a:pt x="1" y="1052"/>
                  </a:lnTo>
                  <a:lnTo>
                    <a:pt x="6623" y="17157"/>
                  </a:lnTo>
                  <a:cubicBezTo>
                    <a:pt x="6722" y="17421"/>
                    <a:pt x="6964" y="17569"/>
                    <a:pt x="7217" y="17569"/>
                  </a:cubicBezTo>
                  <a:cubicBezTo>
                    <a:pt x="7285" y="17569"/>
                    <a:pt x="7355" y="17558"/>
                    <a:pt x="7422" y="17535"/>
                  </a:cubicBezTo>
                  <a:lnTo>
                    <a:pt x="8726" y="17010"/>
                  </a:lnTo>
                  <a:cubicBezTo>
                    <a:pt x="8915" y="16926"/>
                    <a:pt x="9083" y="16736"/>
                    <a:pt x="9104" y="16505"/>
                  </a:cubicBezTo>
                  <a:cubicBezTo>
                    <a:pt x="9356" y="14487"/>
                    <a:pt x="8999" y="12426"/>
                    <a:pt x="8074" y="10597"/>
                  </a:cubicBezTo>
                  <a:lnTo>
                    <a:pt x="2629"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3" name="Google Shape;7993;p62"/>
            <p:cNvSpPr/>
            <p:nvPr/>
          </p:nvSpPr>
          <p:spPr>
            <a:xfrm>
              <a:off x="2339484" y="2470287"/>
              <a:ext cx="140412" cy="257512"/>
            </a:xfrm>
            <a:custGeom>
              <a:avLst/>
              <a:gdLst/>
              <a:ahLst/>
              <a:cxnLst/>
              <a:rect l="l" t="t" r="r" b="b"/>
              <a:pathLst>
                <a:path w="9378" h="17199" extrusionOk="0">
                  <a:moveTo>
                    <a:pt x="2629" y="1"/>
                  </a:moveTo>
                  <a:lnTo>
                    <a:pt x="1" y="1052"/>
                  </a:lnTo>
                  <a:lnTo>
                    <a:pt x="190" y="1536"/>
                  </a:lnTo>
                  <a:lnTo>
                    <a:pt x="1199" y="3996"/>
                  </a:lnTo>
                  <a:cubicBezTo>
                    <a:pt x="1367" y="3954"/>
                    <a:pt x="1556" y="3912"/>
                    <a:pt x="1704" y="3848"/>
                  </a:cubicBezTo>
                  <a:cubicBezTo>
                    <a:pt x="1874" y="3790"/>
                    <a:pt x="2048" y="3762"/>
                    <a:pt x="2220" y="3762"/>
                  </a:cubicBezTo>
                  <a:cubicBezTo>
                    <a:pt x="2793" y="3762"/>
                    <a:pt x="3337" y="4072"/>
                    <a:pt x="3596" y="4605"/>
                  </a:cubicBezTo>
                  <a:lnTo>
                    <a:pt x="7149" y="11543"/>
                  </a:lnTo>
                  <a:cubicBezTo>
                    <a:pt x="8053" y="13288"/>
                    <a:pt x="8410" y="15265"/>
                    <a:pt x="8200" y="17199"/>
                  </a:cubicBezTo>
                  <a:lnTo>
                    <a:pt x="8789" y="16968"/>
                  </a:lnTo>
                  <a:cubicBezTo>
                    <a:pt x="8978" y="16905"/>
                    <a:pt x="9104" y="16715"/>
                    <a:pt x="9104" y="16505"/>
                  </a:cubicBezTo>
                  <a:cubicBezTo>
                    <a:pt x="9377" y="14487"/>
                    <a:pt x="8999" y="12426"/>
                    <a:pt x="8074" y="10618"/>
                  </a:cubicBezTo>
                  <a:lnTo>
                    <a:pt x="3722" y="2124"/>
                  </a:lnTo>
                  <a:lnTo>
                    <a:pt x="2629" y="1"/>
                  </a:ln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4" name="Google Shape;7994;p62"/>
            <p:cNvSpPr/>
            <p:nvPr/>
          </p:nvSpPr>
          <p:spPr>
            <a:xfrm>
              <a:off x="2328150" y="2408601"/>
              <a:ext cx="35275" cy="32116"/>
            </a:xfrm>
            <a:custGeom>
              <a:avLst/>
              <a:gdLst/>
              <a:ahLst/>
              <a:cxnLst/>
              <a:rect l="l" t="t" r="r" b="b"/>
              <a:pathLst>
                <a:path w="2356" h="2145" extrusionOk="0">
                  <a:moveTo>
                    <a:pt x="653" y="0"/>
                  </a:moveTo>
                  <a:cubicBezTo>
                    <a:pt x="295" y="0"/>
                    <a:pt x="1" y="295"/>
                    <a:pt x="22" y="652"/>
                  </a:cubicBezTo>
                  <a:lnTo>
                    <a:pt x="22" y="2145"/>
                  </a:lnTo>
                  <a:lnTo>
                    <a:pt x="2355" y="2145"/>
                  </a:lnTo>
                  <a:lnTo>
                    <a:pt x="2355" y="631"/>
                  </a:lnTo>
                  <a:cubicBezTo>
                    <a:pt x="2355" y="295"/>
                    <a:pt x="2082" y="0"/>
                    <a:pt x="1725"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5" name="Google Shape;7995;p62"/>
            <p:cNvSpPr/>
            <p:nvPr/>
          </p:nvSpPr>
          <p:spPr>
            <a:xfrm>
              <a:off x="2291632" y="2434728"/>
              <a:ext cx="94776" cy="80911"/>
            </a:xfrm>
            <a:custGeom>
              <a:avLst/>
              <a:gdLst/>
              <a:ahLst/>
              <a:cxnLst/>
              <a:rect l="l" t="t" r="r" b="b"/>
              <a:pathLst>
                <a:path w="6330" h="5404" extrusionOk="0">
                  <a:moveTo>
                    <a:pt x="3617" y="0"/>
                  </a:moveTo>
                  <a:cubicBezTo>
                    <a:pt x="1220" y="0"/>
                    <a:pt x="1" y="2902"/>
                    <a:pt x="1704" y="4605"/>
                  </a:cubicBezTo>
                  <a:cubicBezTo>
                    <a:pt x="2255" y="5156"/>
                    <a:pt x="2935" y="5403"/>
                    <a:pt x="3602" y="5403"/>
                  </a:cubicBezTo>
                  <a:cubicBezTo>
                    <a:pt x="4993" y="5403"/>
                    <a:pt x="6329" y="4326"/>
                    <a:pt x="6329" y="2691"/>
                  </a:cubicBezTo>
                  <a:cubicBezTo>
                    <a:pt x="6329" y="1199"/>
                    <a:pt x="5110" y="0"/>
                    <a:pt x="3617" y="0"/>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6" name="Google Shape;7996;p62"/>
            <p:cNvSpPr/>
            <p:nvPr/>
          </p:nvSpPr>
          <p:spPr>
            <a:xfrm>
              <a:off x="2336025" y="2434728"/>
              <a:ext cx="53212" cy="80911"/>
            </a:xfrm>
            <a:custGeom>
              <a:avLst/>
              <a:gdLst/>
              <a:ahLst/>
              <a:cxnLst/>
              <a:rect l="l" t="t" r="r" b="b"/>
              <a:pathLst>
                <a:path w="3554" h="5404" extrusionOk="0">
                  <a:moveTo>
                    <a:pt x="652" y="0"/>
                  </a:moveTo>
                  <a:cubicBezTo>
                    <a:pt x="421" y="0"/>
                    <a:pt x="211" y="21"/>
                    <a:pt x="0" y="84"/>
                  </a:cubicBezTo>
                  <a:cubicBezTo>
                    <a:pt x="2713" y="757"/>
                    <a:pt x="2713" y="4626"/>
                    <a:pt x="0" y="5319"/>
                  </a:cubicBezTo>
                  <a:cubicBezTo>
                    <a:pt x="224" y="5376"/>
                    <a:pt x="448" y="5403"/>
                    <a:pt x="668" y="5403"/>
                  </a:cubicBezTo>
                  <a:cubicBezTo>
                    <a:pt x="1997" y="5403"/>
                    <a:pt x="3181" y="4417"/>
                    <a:pt x="3343" y="3028"/>
                  </a:cubicBezTo>
                  <a:cubicBezTo>
                    <a:pt x="3553" y="1409"/>
                    <a:pt x="2271" y="0"/>
                    <a:pt x="652"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7" name="Google Shape;7997;p62"/>
            <p:cNvSpPr/>
            <p:nvPr/>
          </p:nvSpPr>
          <p:spPr>
            <a:xfrm>
              <a:off x="2324691" y="2459283"/>
              <a:ext cx="36847" cy="31637"/>
            </a:xfrm>
            <a:custGeom>
              <a:avLst/>
              <a:gdLst/>
              <a:ahLst/>
              <a:cxnLst/>
              <a:rect l="l" t="t" r="r" b="b"/>
              <a:pathLst>
                <a:path w="2461" h="2113" extrusionOk="0">
                  <a:moveTo>
                    <a:pt x="1409" y="0"/>
                  </a:moveTo>
                  <a:cubicBezTo>
                    <a:pt x="463" y="0"/>
                    <a:pt x="1" y="1135"/>
                    <a:pt x="673" y="1808"/>
                  </a:cubicBezTo>
                  <a:cubicBezTo>
                    <a:pt x="883" y="2018"/>
                    <a:pt x="1143" y="2112"/>
                    <a:pt x="1399" y="2112"/>
                  </a:cubicBezTo>
                  <a:cubicBezTo>
                    <a:pt x="1938" y="2112"/>
                    <a:pt x="2460" y="1693"/>
                    <a:pt x="2460" y="1051"/>
                  </a:cubicBezTo>
                  <a:cubicBezTo>
                    <a:pt x="2460" y="484"/>
                    <a:pt x="1998" y="0"/>
                    <a:pt x="1409"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8" name="Google Shape;7998;p62"/>
            <p:cNvSpPr/>
            <p:nvPr/>
          </p:nvSpPr>
          <p:spPr>
            <a:xfrm>
              <a:off x="2328464" y="2591804"/>
              <a:ext cx="34961" cy="56042"/>
            </a:xfrm>
            <a:custGeom>
              <a:avLst/>
              <a:gdLst/>
              <a:ahLst/>
              <a:cxnLst/>
              <a:rect l="l" t="t" r="r" b="b"/>
              <a:pathLst>
                <a:path w="2335" h="3743" extrusionOk="0">
                  <a:moveTo>
                    <a:pt x="947" y="0"/>
                  </a:moveTo>
                  <a:cubicBezTo>
                    <a:pt x="421" y="0"/>
                    <a:pt x="1" y="421"/>
                    <a:pt x="1" y="947"/>
                  </a:cubicBezTo>
                  <a:lnTo>
                    <a:pt x="1" y="2797"/>
                  </a:lnTo>
                  <a:cubicBezTo>
                    <a:pt x="1" y="3322"/>
                    <a:pt x="421" y="3743"/>
                    <a:pt x="947" y="3743"/>
                  </a:cubicBezTo>
                  <a:lnTo>
                    <a:pt x="1388" y="3743"/>
                  </a:lnTo>
                  <a:cubicBezTo>
                    <a:pt x="1914" y="3743"/>
                    <a:pt x="2334" y="3322"/>
                    <a:pt x="2334" y="2797"/>
                  </a:cubicBezTo>
                  <a:lnTo>
                    <a:pt x="2334" y="947"/>
                  </a:lnTo>
                  <a:cubicBezTo>
                    <a:pt x="2334" y="421"/>
                    <a:pt x="1914" y="0"/>
                    <a:pt x="1388" y="0"/>
                  </a:cubicBezTo>
                  <a:close/>
                </a:path>
              </a:pathLst>
            </a:custGeom>
            <a:solidFill>
              <a:srgbClr val="6D84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9" name="Google Shape;7999;p62"/>
            <p:cNvSpPr/>
            <p:nvPr/>
          </p:nvSpPr>
          <p:spPr>
            <a:xfrm>
              <a:off x="2339484" y="2591804"/>
              <a:ext cx="23941" cy="56042"/>
            </a:xfrm>
            <a:custGeom>
              <a:avLst/>
              <a:gdLst/>
              <a:ahLst/>
              <a:cxnLst/>
              <a:rect l="l" t="t" r="r" b="b"/>
              <a:pathLst>
                <a:path w="1599" h="3743" extrusionOk="0">
                  <a:moveTo>
                    <a:pt x="211" y="0"/>
                  </a:moveTo>
                  <a:cubicBezTo>
                    <a:pt x="148" y="0"/>
                    <a:pt x="64" y="0"/>
                    <a:pt x="1" y="21"/>
                  </a:cubicBezTo>
                  <a:cubicBezTo>
                    <a:pt x="337" y="211"/>
                    <a:pt x="547" y="568"/>
                    <a:pt x="547" y="947"/>
                  </a:cubicBezTo>
                  <a:lnTo>
                    <a:pt x="547" y="2797"/>
                  </a:lnTo>
                  <a:cubicBezTo>
                    <a:pt x="547" y="3175"/>
                    <a:pt x="337" y="3533"/>
                    <a:pt x="1" y="3722"/>
                  </a:cubicBezTo>
                  <a:cubicBezTo>
                    <a:pt x="64" y="3743"/>
                    <a:pt x="148" y="3743"/>
                    <a:pt x="211" y="3743"/>
                  </a:cubicBezTo>
                  <a:lnTo>
                    <a:pt x="652" y="3743"/>
                  </a:lnTo>
                  <a:cubicBezTo>
                    <a:pt x="1178" y="3743"/>
                    <a:pt x="1598" y="3322"/>
                    <a:pt x="1598" y="2776"/>
                  </a:cubicBezTo>
                  <a:lnTo>
                    <a:pt x="1598" y="947"/>
                  </a:lnTo>
                  <a:cubicBezTo>
                    <a:pt x="1598" y="421"/>
                    <a:pt x="1157" y="0"/>
                    <a:pt x="652"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00" name="Google Shape;8000;p62"/>
          <p:cNvGrpSpPr/>
          <p:nvPr/>
        </p:nvGrpSpPr>
        <p:grpSpPr>
          <a:xfrm>
            <a:off x="855462" y="1333848"/>
            <a:ext cx="342496" cy="341553"/>
            <a:chOff x="847400" y="1503588"/>
            <a:chExt cx="342496" cy="341553"/>
          </a:xfrm>
        </p:grpSpPr>
        <p:sp>
          <p:nvSpPr>
            <p:cNvPr id="8001" name="Google Shape;8001;p62"/>
            <p:cNvSpPr/>
            <p:nvPr/>
          </p:nvSpPr>
          <p:spPr>
            <a:xfrm>
              <a:off x="989998" y="1503588"/>
              <a:ext cx="57300" cy="31487"/>
            </a:xfrm>
            <a:custGeom>
              <a:avLst/>
              <a:gdLst/>
              <a:ahLst/>
              <a:cxnLst/>
              <a:rect l="l" t="t" r="r" b="b"/>
              <a:pathLst>
                <a:path w="3827" h="2103" extrusionOk="0">
                  <a:moveTo>
                    <a:pt x="337" y="0"/>
                  </a:moveTo>
                  <a:cubicBezTo>
                    <a:pt x="148" y="0"/>
                    <a:pt x="0" y="147"/>
                    <a:pt x="0" y="315"/>
                  </a:cubicBezTo>
                  <a:lnTo>
                    <a:pt x="0" y="1766"/>
                  </a:lnTo>
                  <a:cubicBezTo>
                    <a:pt x="0" y="1955"/>
                    <a:pt x="148" y="2103"/>
                    <a:pt x="337" y="2103"/>
                  </a:cubicBezTo>
                  <a:lnTo>
                    <a:pt x="3490" y="2103"/>
                  </a:lnTo>
                  <a:cubicBezTo>
                    <a:pt x="3680" y="2103"/>
                    <a:pt x="3827" y="1955"/>
                    <a:pt x="3827" y="1766"/>
                  </a:cubicBezTo>
                  <a:lnTo>
                    <a:pt x="3827" y="315"/>
                  </a:lnTo>
                  <a:cubicBezTo>
                    <a:pt x="3827" y="147"/>
                    <a:pt x="3680" y="0"/>
                    <a:pt x="3490"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2" name="Google Shape;8002;p62"/>
            <p:cNvSpPr/>
            <p:nvPr/>
          </p:nvSpPr>
          <p:spPr>
            <a:xfrm>
              <a:off x="1025572" y="1503588"/>
              <a:ext cx="21725" cy="31487"/>
            </a:xfrm>
            <a:custGeom>
              <a:avLst/>
              <a:gdLst/>
              <a:ahLst/>
              <a:cxnLst/>
              <a:rect l="l" t="t" r="r" b="b"/>
              <a:pathLst>
                <a:path w="1451" h="2103" extrusionOk="0">
                  <a:moveTo>
                    <a:pt x="0" y="0"/>
                  </a:moveTo>
                  <a:lnTo>
                    <a:pt x="0" y="2103"/>
                  </a:lnTo>
                  <a:lnTo>
                    <a:pt x="1114" y="2103"/>
                  </a:lnTo>
                  <a:cubicBezTo>
                    <a:pt x="1304" y="2103"/>
                    <a:pt x="1451" y="1955"/>
                    <a:pt x="1451" y="1766"/>
                  </a:cubicBezTo>
                  <a:lnTo>
                    <a:pt x="1451" y="315"/>
                  </a:lnTo>
                  <a:cubicBezTo>
                    <a:pt x="1451" y="147"/>
                    <a:pt x="1304" y="0"/>
                    <a:pt x="1114"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3" name="Google Shape;8003;p62"/>
            <p:cNvSpPr/>
            <p:nvPr/>
          </p:nvSpPr>
          <p:spPr>
            <a:xfrm>
              <a:off x="867538" y="1552368"/>
              <a:ext cx="302220" cy="183233"/>
            </a:xfrm>
            <a:custGeom>
              <a:avLst/>
              <a:gdLst/>
              <a:ahLst/>
              <a:cxnLst/>
              <a:rect l="l" t="t" r="r" b="b"/>
              <a:pathLst>
                <a:path w="20185" h="12238" extrusionOk="0">
                  <a:moveTo>
                    <a:pt x="337" y="1"/>
                  </a:moveTo>
                  <a:cubicBezTo>
                    <a:pt x="148" y="1"/>
                    <a:pt x="1" y="148"/>
                    <a:pt x="1" y="337"/>
                  </a:cubicBezTo>
                  <a:lnTo>
                    <a:pt x="1" y="11901"/>
                  </a:lnTo>
                  <a:cubicBezTo>
                    <a:pt x="1" y="12090"/>
                    <a:pt x="148" y="12237"/>
                    <a:pt x="337" y="12237"/>
                  </a:cubicBezTo>
                  <a:lnTo>
                    <a:pt x="19848" y="12237"/>
                  </a:lnTo>
                  <a:cubicBezTo>
                    <a:pt x="20037" y="12237"/>
                    <a:pt x="20184" y="12069"/>
                    <a:pt x="20184" y="11901"/>
                  </a:cubicBezTo>
                  <a:lnTo>
                    <a:pt x="20184" y="337"/>
                  </a:lnTo>
                  <a:cubicBezTo>
                    <a:pt x="20184" y="148"/>
                    <a:pt x="20037" y="1"/>
                    <a:pt x="19848" y="1"/>
                  </a:cubicBez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4" name="Google Shape;8004;p62"/>
            <p:cNvSpPr/>
            <p:nvPr/>
          </p:nvSpPr>
          <p:spPr>
            <a:xfrm>
              <a:off x="1149275" y="1552368"/>
              <a:ext cx="20482" cy="183233"/>
            </a:xfrm>
            <a:custGeom>
              <a:avLst/>
              <a:gdLst/>
              <a:ahLst/>
              <a:cxnLst/>
              <a:rect l="l" t="t" r="r" b="b"/>
              <a:pathLst>
                <a:path w="1368" h="12238" extrusionOk="0">
                  <a:moveTo>
                    <a:pt x="1" y="1"/>
                  </a:moveTo>
                  <a:lnTo>
                    <a:pt x="1" y="12237"/>
                  </a:lnTo>
                  <a:lnTo>
                    <a:pt x="1031" y="12237"/>
                  </a:lnTo>
                  <a:cubicBezTo>
                    <a:pt x="1220" y="12237"/>
                    <a:pt x="1367" y="12069"/>
                    <a:pt x="1367" y="11901"/>
                  </a:cubicBezTo>
                  <a:lnTo>
                    <a:pt x="1367" y="337"/>
                  </a:lnTo>
                  <a:cubicBezTo>
                    <a:pt x="1367" y="148"/>
                    <a:pt x="1220" y="1"/>
                    <a:pt x="1031"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5" name="Google Shape;8005;p62"/>
            <p:cNvSpPr/>
            <p:nvPr/>
          </p:nvSpPr>
          <p:spPr>
            <a:xfrm>
              <a:off x="847400" y="1524984"/>
              <a:ext cx="342496" cy="37476"/>
            </a:xfrm>
            <a:custGeom>
              <a:avLst/>
              <a:gdLst/>
              <a:ahLst/>
              <a:cxnLst/>
              <a:rect l="l" t="t" r="r" b="b"/>
              <a:pathLst>
                <a:path w="22875" h="2503" extrusionOk="0">
                  <a:moveTo>
                    <a:pt x="337" y="1"/>
                  </a:moveTo>
                  <a:cubicBezTo>
                    <a:pt x="148" y="1"/>
                    <a:pt x="0" y="148"/>
                    <a:pt x="0" y="337"/>
                  </a:cubicBezTo>
                  <a:lnTo>
                    <a:pt x="0" y="2166"/>
                  </a:lnTo>
                  <a:cubicBezTo>
                    <a:pt x="0" y="2356"/>
                    <a:pt x="148" y="2503"/>
                    <a:pt x="337" y="2503"/>
                  </a:cubicBezTo>
                  <a:lnTo>
                    <a:pt x="22559" y="2503"/>
                  </a:lnTo>
                  <a:cubicBezTo>
                    <a:pt x="22728" y="2503"/>
                    <a:pt x="22875" y="2356"/>
                    <a:pt x="22875" y="2166"/>
                  </a:cubicBezTo>
                  <a:lnTo>
                    <a:pt x="22875" y="337"/>
                  </a:lnTo>
                  <a:cubicBezTo>
                    <a:pt x="22875" y="169"/>
                    <a:pt x="22728" y="1"/>
                    <a:pt x="22559"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6" name="Google Shape;8006;p62"/>
            <p:cNvSpPr/>
            <p:nvPr/>
          </p:nvSpPr>
          <p:spPr>
            <a:xfrm>
              <a:off x="950964" y="1790042"/>
              <a:ext cx="135366" cy="31487"/>
            </a:xfrm>
            <a:custGeom>
              <a:avLst/>
              <a:gdLst/>
              <a:ahLst/>
              <a:cxnLst/>
              <a:rect l="l" t="t" r="r" b="b"/>
              <a:pathLst>
                <a:path w="9041" h="2103" extrusionOk="0">
                  <a:moveTo>
                    <a:pt x="1199" y="0"/>
                  </a:moveTo>
                  <a:cubicBezTo>
                    <a:pt x="1094" y="0"/>
                    <a:pt x="967" y="84"/>
                    <a:pt x="904" y="190"/>
                  </a:cubicBezTo>
                  <a:lnTo>
                    <a:pt x="127" y="1598"/>
                  </a:lnTo>
                  <a:cubicBezTo>
                    <a:pt x="0" y="1829"/>
                    <a:pt x="169" y="2103"/>
                    <a:pt x="421" y="2103"/>
                  </a:cubicBezTo>
                  <a:lnTo>
                    <a:pt x="8620" y="2103"/>
                  </a:lnTo>
                  <a:cubicBezTo>
                    <a:pt x="8873" y="2103"/>
                    <a:pt x="9041" y="1829"/>
                    <a:pt x="8915" y="1598"/>
                  </a:cubicBezTo>
                  <a:lnTo>
                    <a:pt x="8116" y="190"/>
                  </a:lnTo>
                  <a:cubicBezTo>
                    <a:pt x="8053" y="84"/>
                    <a:pt x="7948" y="0"/>
                    <a:pt x="7821" y="0"/>
                  </a:cubicBezTo>
                  <a:close/>
                </a:path>
              </a:pathLst>
            </a:custGeom>
            <a:solidFill>
              <a:srgbClr val="6B83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7" name="Google Shape;8007;p62"/>
            <p:cNvSpPr/>
            <p:nvPr/>
          </p:nvSpPr>
          <p:spPr>
            <a:xfrm>
              <a:off x="911931" y="1752581"/>
              <a:ext cx="82798" cy="92560"/>
            </a:xfrm>
            <a:custGeom>
              <a:avLst/>
              <a:gdLst/>
              <a:ahLst/>
              <a:cxnLst/>
              <a:rect l="l" t="t" r="r" b="b"/>
              <a:pathLst>
                <a:path w="5530" h="6182" extrusionOk="0">
                  <a:moveTo>
                    <a:pt x="3448" y="0"/>
                  </a:moveTo>
                  <a:cubicBezTo>
                    <a:pt x="3322" y="0"/>
                    <a:pt x="3217" y="85"/>
                    <a:pt x="3154" y="190"/>
                  </a:cubicBezTo>
                  <a:lnTo>
                    <a:pt x="126" y="5698"/>
                  </a:lnTo>
                  <a:cubicBezTo>
                    <a:pt x="0" y="5908"/>
                    <a:pt x="169" y="6182"/>
                    <a:pt x="421" y="6182"/>
                  </a:cubicBezTo>
                  <a:lnTo>
                    <a:pt x="2166" y="6182"/>
                  </a:lnTo>
                  <a:cubicBezTo>
                    <a:pt x="2292" y="6182"/>
                    <a:pt x="2397" y="6119"/>
                    <a:pt x="2460" y="6013"/>
                  </a:cubicBezTo>
                  <a:lnTo>
                    <a:pt x="5488" y="505"/>
                  </a:lnTo>
                  <a:cubicBezTo>
                    <a:pt x="5530" y="400"/>
                    <a:pt x="5530" y="274"/>
                    <a:pt x="5488" y="169"/>
                  </a:cubicBezTo>
                  <a:cubicBezTo>
                    <a:pt x="5425" y="63"/>
                    <a:pt x="5298" y="0"/>
                    <a:pt x="5193"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8" name="Google Shape;8008;p62"/>
            <p:cNvSpPr/>
            <p:nvPr/>
          </p:nvSpPr>
          <p:spPr>
            <a:xfrm>
              <a:off x="1041623" y="1752850"/>
              <a:ext cx="83741" cy="92290"/>
            </a:xfrm>
            <a:custGeom>
              <a:avLst/>
              <a:gdLst/>
              <a:ahLst/>
              <a:cxnLst/>
              <a:rect l="l" t="t" r="r" b="b"/>
              <a:pathLst>
                <a:path w="5593" h="6164" extrusionOk="0">
                  <a:moveTo>
                    <a:pt x="2184" y="0"/>
                  </a:moveTo>
                  <a:cubicBezTo>
                    <a:pt x="2171" y="0"/>
                    <a:pt x="2158" y="1"/>
                    <a:pt x="2145" y="3"/>
                  </a:cubicBezTo>
                  <a:lnTo>
                    <a:pt x="400" y="3"/>
                  </a:lnTo>
                  <a:cubicBezTo>
                    <a:pt x="148" y="3"/>
                    <a:pt x="0" y="277"/>
                    <a:pt x="127" y="487"/>
                  </a:cubicBezTo>
                  <a:lnTo>
                    <a:pt x="3133" y="5995"/>
                  </a:lnTo>
                  <a:cubicBezTo>
                    <a:pt x="3196" y="6101"/>
                    <a:pt x="3301" y="6164"/>
                    <a:pt x="3427" y="6164"/>
                  </a:cubicBezTo>
                  <a:lnTo>
                    <a:pt x="5172" y="6164"/>
                  </a:lnTo>
                  <a:cubicBezTo>
                    <a:pt x="5425" y="6164"/>
                    <a:pt x="5593" y="5890"/>
                    <a:pt x="5467" y="5680"/>
                  </a:cubicBezTo>
                  <a:lnTo>
                    <a:pt x="2439" y="172"/>
                  </a:lnTo>
                  <a:cubicBezTo>
                    <a:pt x="2383" y="77"/>
                    <a:pt x="2292" y="0"/>
                    <a:pt x="218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9" name="Google Shape;8009;p62"/>
            <p:cNvSpPr/>
            <p:nvPr/>
          </p:nvSpPr>
          <p:spPr>
            <a:xfrm>
              <a:off x="949392" y="1752850"/>
              <a:ext cx="46535" cy="20198"/>
            </a:xfrm>
            <a:custGeom>
              <a:avLst/>
              <a:gdLst/>
              <a:ahLst/>
              <a:cxnLst/>
              <a:rect l="l" t="t" r="r" b="b"/>
              <a:pathLst>
                <a:path w="3108" h="1349" extrusionOk="0">
                  <a:moveTo>
                    <a:pt x="908" y="0"/>
                  </a:moveTo>
                  <a:cubicBezTo>
                    <a:pt x="799" y="0"/>
                    <a:pt x="708" y="77"/>
                    <a:pt x="652" y="172"/>
                  </a:cubicBezTo>
                  <a:lnTo>
                    <a:pt x="0" y="1349"/>
                  </a:lnTo>
                  <a:lnTo>
                    <a:pt x="2502" y="1349"/>
                  </a:lnTo>
                  <a:lnTo>
                    <a:pt x="2986" y="487"/>
                  </a:lnTo>
                  <a:cubicBezTo>
                    <a:pt x="3107" y="264"/>
                    <a:pt x="2956" y="2"/>
                    <a:pt x="2719" y="2"/>
                  </a:cubicBezTo>
                  <a:cubicBezTo>
                    <a:pt x="2710" y="2"/>
                    <a:pt x="2701" y="3"/>
                    <a:pt x="2691" y="3"/>
                  </a:cubicBezTo>
                  <a:lnTo>
                    <a:pt x="946" y="3"/>
                  </a:lnTo>
                  <a:cubicBezTo>
                    <a:pt x="933" y="1"/>
                    <a:pt x="920" y="0"/>
                    <a:pt x="908" y="0"/>
                  </a:cubicBezTo>
                  <a:close/>
                </a:path>
              </a:pathLst>
            </a:custGeom>
            <a:solidFill>
              <a:srgbClr val="6B83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0" name="Google Shape;8010;p62"/>
            <p:cNvSpPr/>
            <p:nvPr/>
          </p:nvSpPr>
          <p:spPr>
            <a:xfrm>
              <a:off x="1041623" y="1752850"/>
              <a:ext cx="46280" cy="20198"/>
            </a:xfrm>
            <a:custGeom>
              <a:avLst/>
              <a:gdLst/>
              <a:ahLst/>
              <a:cxnLst/>
              <a:rect l="l" t="t" r="r" b="b"/>
              <a:pathLst>
                <a:path w="3091" h="1349" extrusionOk="0">
                  <a:moveTo>
                    <a:pt x="2184" y="0"/>
                  </a:moveTo>
                  <a:cubicBezTo>
                    <a:pt x="2171" y="0"/>
                    <a:pt x="2158" y="1"/>
                    <a:pt x="2145" y="3"/>
                  </a:cubicBezTo>
                  <a:lnTo>
                    <a:pt x="400" y="3"/>
                  </a:lnTo>
                  <a:cubicBezTo>
                    <a:pt x="148" y="3"/>
                    <a:pt x="0" y="277"/>
                    <a:pt x="127" y="487"/>
                  </a:cubicBezTo>
                  <a:lnTo>
                    <a:pt x="589" y="1349"/>
                  </a:lnTo>
                  <a:lnTo>
                    <a:pt x="3091" y="1349"/>
                  </a:lnTo>
                  <a:lnTo>
                    <a:pt x="2439" y="172"/>
                  </a:lnTo>
                  <a:cubicBezTo>
                    <a:pt x="2383" y="77"/>
                    <a:pt x="2292" y="0"/>
                    <a:pt x="2184" y="0"/>
                  </a:cubicBezTo>
                  <a:close/>
                </a:path>
              </a:pathLst>
            </a:custGeom>
            <a:solidFill>
              <a:srgbClr val="6B83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1" name="Google Shape;8011;p62"/>
            <p:cNvSpPr/>
            <p:nvPr/>
          </p:nvSpPr>
          <p:spPr>
            <a:xfrm>
              <a:off x="847400" y="1725510"/>
              <a:ext cx="342496" cy="37162"/>
            </a:xfrm>
            <a:custGeom>
              <a:avLst/>
              <a:gdLst/>
              <a:ahLst/>
              <a:cxnLst/>
              <a:rect l="l" t="t" r="r" b="b"/>
              <a:pathLst>
                <a:path w="22875" h="2482" extrusionOk="0">
                  <a:moveTo>
                    <a:pt x="337" y="0"/>
                  </a:moveTo>
                  <a:cubicBezTo>
                    <a:pt x="148" y="0"/>
                    <a:pt x="0" y="147"/>
                    <a:pt x="0" y="337"/>
                  </a:cubicBezTo>
                  <a:lnTo>
                    <a:pt x="0" y="2145"/>
                  </a:lnTo>
                  <a:cubicBezTo>
                    <a:pt x="0" y="2334"/>
                    <a:pt x="148" y="2481"/>
                    <a:pt x="337" y="2481"/>
                  </a:cubicBezTo>
                  <a:lnTo>
                    <a:pt x="22559" y="2481"/>
                  </a:lnTo>
                  <a:cubicBezTo>
                    <a:pt x="22728" y="2481"/>
                    <a:pt x="22875" y="2334"/>
                    <a:pt x="22875" y="2145"/>
                  </a:cubicBezTo>
                  <a:lnTo>
                    <a:pt x="22875" y="337"/>
                  </a:lnTo>
                  <a:cubicBezTo>
                    <a:pt x="22875" y="147"/>
                    <a:pt x="22728" y="0"/>
                    <a:pt x="22559"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2" name="Google Shape;8012;p62"/>
            <p:cNvSpPr/>
            <p:nvPr/>
          </p:nvSpPr>
          <p:spPr>
            <a:xfrm>
              <a:off x="1168799" y="1524984"/>
              <a:ext cx="21096" cy="37476"/>
            </a:xfrm>
            <a:custGeom>
              <a:avLst/>
              <a:gdLst/>
              <a:ahLst/>
              <a:cxnLst/>
              <a:rect l="l" t="t" r="r" b="b"/>
              <a:pathLst>
                <a:path w="1409" h="2503" extrusionOk="0">
                  <a:moveTo>
                    <a:pt x="0" y="1"/>
                  </a:moveTo>
                  <a:lnTo>
                    <a:pt x="0" y="2503"/>
                  </a:lnTo>
                  <a:lnTo>
                    <a:pt x="1093" y="2503"/>
                  </a:lnTo>
                  <a:cubicBezTo>
                    <a:pt x="1262" y="2503"/>
                    <a:pt x="1409" y="2356"/>
                    <a:pt x="1409" y="2166"/>
                  </a:cubicBezTo>
                  <a:lnTo>
                    <a:pt x="1409" y="337"/>
                  </a:lnTo>
                  <a:cubicBezTo>
                    <a:pt x="1409" y="169"/>
                    <a:pt x="1262" y="1"/>
                    <a:pt x="1093"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3" name="Google Shape;8013;p62"/>
            <p:cNvSpPr/>
            <p:nvPr/>
          </p:nvSpPr>
          <p:spPr>
            <a:xfrm>
              <a:off x="1168799" y="1725510"/>
              <a:ext cx="21096" cy="37162"/>
            </a:xfrm>
            <a:custGeom>
              <a:avLst/>
              <a:gdLst/>
              <a:ahLst/>
              <a:cxnLst/>
              <a:rect l="l" t="t" r="r" b="b"/>
              <a:pathLst>
                <a:path w="1409" h="2482" extrusionOk="0">
                  <a:moveTo>
                    <a:pt x="0" y="0"/>
                  </a:moveTo>
                  <a:lnTo>
                    <a:pt x="0" y="2481"/>
                  </a:lnTo>
                  <a:lnTo>
                    <a:pt x="1093" y="2481"/>
                  </a:lnTo>
                  <a:cubicBezTo>
                    <a:pt x="1262" y="2481"/>
                    <a:pt x="1409" y="2334"/>
                    <a:pt x="1409" y="2145"/>
                  </a:cubicBezTo>
                  <a:lnTo>
                    <a:pt x="1409" y="337"/>
                  </a:lnTo>
                  <a:cubicBezTo>
                    <a:pt x="1409" y="147"/>
                    <a:pt x="1262" y="0"/>
                    <a:pt x="1093"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4" name="Google Shape;8014;p62"/>
            <p:cNvSpPr/>
            <p:nvPr/>
          </p:nvSpPr>
          <p:spPr>
            <a:xfrm>
              <a:off x="1046339" y="1601703"/>
              <a:ext cx="47418" cy="50787"/>
            </a:xfrm>
            <a:custGeom>
              <a:avLst/>
              <a:gdLst/>
              <a:ahLst/>
              <a:cxnLst/>
              <a:rect l="l" t="t" r="r" b="b"/>
              <a:pathLst>
                <a:path w="3167" h="3392" extrusionOk="0">
                  <a:moveTo>
                    <a:pt x="2688" y="0"/>
                  </a:moveTo>
                  <a:cubicBezTo>
                    <a:pt x="2601" y="0"/>
                    <a:pt x="2511" y="39"/>
                    <a:pt x="2440" y="133"/>
                  </a:cubicBezTo>
                  <a:lnTo>
                    <a:pt x="190" y="2845"/>
                  </a:lnTo>
                  <a:cubicBezTo>
                    <a:pt x="1" y="3055"/>
                    <a:pt x="148" y="3392"/>
                    <a:pt x="442" y="3392"/>
                  </a:cubicBezTo>
                  <a:cubicBezTo>
                    <a:pt x="547" y="3392"/>
                    <a:pt x="631" y="3329"/>
                    <a:pt x="695" y="3266"/>
                  </a:cubicBezTo>
                  <a:lnTo>
                    <a:pt x="2965" y="553"/>
                  </a:lnTo>
                  <a:cubicBezTo>
                    <a:pt x="3167" y="305"/>
                    <a:pt x="2934" y="0"/>
                    <a:pt x="2688"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5" name="Google Shape;8015;p62"/>
            <p:cNvSpPr/>
            <p:nvPr/>
          </p:nvSpPr>
          <p:spPr>
            <a:xfrm>
              <a:off x="990567" y="1630091"/>
              <a:ext cx="48556" cy="29331"/>
            </a:xfrm>
            <a:custGeom>
              <a:avLst/>
              <a:gdLst/>
              <a:ahLst/>
              <a:cxnLst/>
              <a:rect l="l" t="t" r="r" b="b"/>
              <a:pathLst>
                <a:path w="3243" h="1959" extrusionOk="0">
                  <a:moveTo>
                    <a:pt x="494" y="0"/>
                  </a:moveTo>
                  <a:cubicBezTo>
                    <a:pt x="194" y="0"/>
                    <a:pt x="0" y="454"/>
                    <a:pt x="341" y="634"/>
                  </a:cubicBezTo>
                  <a:lnTo>
                    <a:pt x="2611" y="1916"/>
                  </a:lnTo>
                  <a:cubicBezTo>
                    <a:pt x="2653" y="1937"/>
                    <a:pt x="2717" y="1958"/>
                    <a:pt x="2759" y="1958"/>
                  </a:cubicBezTo>
                  <a:cubicBezTo>
                    <a:pt x="3116" y="1958"/>
                    <a:pt x="3242" y="1496"/>
                    <a:pt x="2927" y="1327"/>
                  </a:cubicBezTo>
                  <a:lnTo>
                    <a:pt x="656" y="45"/>
                  </a:lnTo>
                  <a:cubicBezTo>
                    <a:pt x="600" y="14"/>
                    <a:pt x="545" y="0"/>
                    <a:pt x="494"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6" name="Google Shape;8016;p62"/>
            <p:cNvSpPr/>
            <p:nvPr/>
          </p:nvSpPr>
          <p:spPr>
            <a:xfrm>
              <a:off x="940573" y="1633983"/>
              <a:ext cx="44543" cy="51565"/>
            </a:xfrm>
            <a:custGeom>
              <a:avLst/>
              <a:gdLst/>
              <a:ahLst/>
              <a:cxnLst/>
              <a:rect l="l" t="t" r="r" b="b"/>
              <a:pathLst>
                <a:path w="2975" h="3444" extrusionOk="0">
                  <a:moveTo>
                    <a:pt x="2525" y="0"/>
                  </a:moveTo>
                  <a:cubicBezTo>
                    <a:pt x="2444" y="0"/>
                    <a:pt x="2362" y="30"/>
                    <a:pt x="2292" y="100"/>
                  </a:cubicBezTo>
                  <a:lnTo>
                    <a:pt x="148" y="2918"/>
                  </a:lnTo>
                  <a:cubicBezTo>
                    <a:pt x="1" y="3149"/>
                    <a:pt x="148" y="3443"/>
                    <a:pt x="421" y="3443"/>
                  </a:cubicBezTo>
                  <a:cubicBezTo>
                    <a:pt x="526" y="3443"/>
                    <a:pt x="631" y="3401"/>
                    <a:pt x="694" y="3317"/>
                  </a:cubicBezTo>
                  <a:lnTo>
                    <a:pt x="2818" y="521"/>
                  </a:lnTo>
                  <a:cubicBezTo>
                    <a:pt x="2974" y="255"/>
                    <a:pt x="2758" y="0"/>
                    <a:pt x="2525"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7" name="Google Shape;8017;p62"/>
            <p:cNvSpPr/>
            <p:nvPr/>
          </p:nvSpPr>
          <p:spPr>
            <a:xfrm>
              <a:off x="912560" y="1673256"/>
              <a:ext cx="45966" cy="39408"/>
            </a:xfrm>
            <a:custGeom>
              <a:avLst/>
              <a:gdLst/>
              <a:ahLst/>
              <a:cxnLst/>
              <a:rect l="l" t="t" r="r" b="b"/>
              <a:pathLst>
                <a:path w="3070" h="2632" extrusionOk="0">
                  <a:moveTo>
                    <a:pt x="1766" y="0"/>
                  </a:moveTo>
                  <a:cubicBezTo>
                    <a:pt x="589" y="0"/>
                    <a:pt x="0" y="1409"/>
                    <a:pt x="841" y="2250"/>
                  </a:cubicBezTo>
                  <a:cubicBezTo>
                    <a:pt x="1105" y="2514"/>
                    <a:pt x="1430" y="2632"/>
                    <a:pt x="1750" y="2632"/>
                  </a:cubicBezTo>
                  <a:cubicBezTo>
                    <a:pt x="2422" y="2632"/>
                    <a:pt x="3070" y="2109"/>
                    <a:pt x="3070" y="1325"/>
                  </a:cubicBezTo>
                  <a:cubicBezTo>
                    <a:pt x="3070" y="589"/>
                    <a:pt x="2481" y="0"/>
                    <a:pt x="1766"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8" name="Google Shape;8018;p62"/>
            <p:cNvSpPr/>
            <p:nvPr/>
          </p:nvSpPr>
          <p:spPr>
            <a:xfrm>
              <a:off x="960502" y="1606823"/>
              <a:ext cx="45876" cy="39318"/>
            </a:xfrm>
            <a:custGeom>
              <a:avLst/>
              <a:gdLst/>
              <a:ahLst/>
              <a:cxnLst/>
              <a:rect l="l" t="t" r="r" b="b"/>
              <a:pathLst>
                <a:path w="3064" h="2626" extrusionOk="0">
                  <a:moveTo>
                    <a:pt x="1714" y="1"/>
                  </a:moveTo>
                  <a:cubicBezTo>
                    <a:pt x="574" y="1"/>
                    <a:pt x="0" y="1416"/>
                    <a:pt x="814" y="2230"/>
                  </a:cubicBezTo>
                  <a:cubicBezTo>
                    <a:pt x="1088" y="2503"/>
                    <a:pt x="1421" y="2626"/>
                    <a:pt x="1747" y="2626"/>
                  </a:cubicBezTo>
                  <a:cubicBezTo>
                    <a:pt x="2422" y="2626"/>
                    <a:pt x="3064" y="2099"/>
                    <a:pt x="3064" y="1305"/>
                  </a:cubicBezTo>
                  <a:cubicBezTo>
                    <a:pt x="3064" y="569"/>
                    <a:pt x="2475" y="1"/>
                    <a:pt x="1739" y="1"/>
                  </a:cubicBezTo>
                  <a:cubicBezTo>
                    <a:pt x="1731" y="1"/>
                    <a:pt x="1722" y="1"/>
                    <a:pt x="1714"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9" name="Google Shape;8019;p62"/>
            <p:cNvSpPr/>
            <p:nvPr/>
          </p:nvSpPr>
          <p:spPr>
            <a:xfrm>
              <a:off x="1019269" y="1640197"/>
              <a:ext cx="45981" cy="39423"/>
            </a:xfrm>
            <a:custGeom>
              <a:avLst/>
              <a:gdLst/>
              <a:ahLst/>
              <a:cxnLst/>
              <a:rect l="l" t="t" r="r" b="b"/>
              <a:pathLst>
                <a:path w="3071" h="2633" extrusionOk="0">
                  <a:moveTo>
                    <a:pt x="1746" y="1"/>
                  </a:moveTo>
                  <a:cubicBezTo>
                    <a:pt x="568" y="1"/>
                    <a:pt x="1" y="1409"/>
                    <a:pt x="821" y="2250"/>
                  </a:cubicBezTo>
                  <a:cubicBezTo>
                    <a:pt x="1085" y="2514"/>
                    <a:pt x="1412" y="2632"/>
                    <a:pt x="1734" y="2632"/>
                  </a:cubicBezTo>
                  <a:cubicBezTo>
                    <a:pt x="2413" y="2632"/>
                    <a:pt x="3070" y="2109"/>
                    <a:pt x="3070" y="1325"/>
                  </a:cubicBezTo>
                  <a:cubicBezTo>
                    <a:pt x="3070" y="589"/>
                    <a:pt x="2482" y="1"/>
                    <a:pt x="1746"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0" name="Google Shape;8020;p62"/>
            <p:cNvSpPr/>
            <p:nvPr/>
          </p:nvSpPr>
          <p:spPr>
            <a:xfrm>
              <a:off x="1067750" y="1575037"/>
              <a:ext cx="46280" cy="39318"/>
            </a:xfrm>
            <a:custGeom>
              <a:avLst/>
              <a:gdLst/>
              <a:ahLst/>
              <a:cxnLst/>
              <a:rect l="l" t="t" r="r" b="b"/>
              <a:pathLst>
                <a:path w="3091" h="2626" extrusionOk="0">
                  <a:moveTo>
                    <a:pt x="1766" y="1"/>
                  </a:moveTo>
                  <a:cubicBezTo>
                    <a:pt x="589" y="1"/>
                    <a:pt x="0" y="1409"/>
                    <a:pt x="841" y="2229"/>
                  </a:cubicBezTo>
                  <a:cubicBezTo>
                    <a:pt x="1108" y="2503"/>
                    <a:pt x="1439" y="2625"/>
                    <a:pt x="1765" y="2625"/>
                  </a:cubicBezTo>
                  <a:cubicBezTo>
                    <a:pt x="2440" y="2625"/>
                    <a:pt x="3091" y="2099"/>
                    <a:pt x="3091" y="1304"/>
                  </a:cubicBezTo>
                  <a:cubicBezTo>
                    <a:pt x="3091" y="589"/>
                    <a:pt x="2502" y="1"/>
                    <a:pt x="1766"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21" name="Google Shape;8021;p62"/>
          <p:cNvGrpSpPr/>
          <p:nvPr/>
        </p:nvGrpSpPr>
        <p:grpSpPr>
          <a:xfrm>
            <a:off x="1338026" y="2729929"/>
            <a:ext cx="280495" cy="361077"/>
            <a:chOff x="1329963" y="2899669"/>
            <a:chExt cx="280495" cy="361077"/>
          </a:xfrm>
        </p:grpSpPr>
        <p:sp>
          <p:nvSpPr>
            <p:cNvPr id="8022" name="Google Shape;8022;p62"/>
            <p:cNvSpPr/>
            <p:nvPr/>
          </p:nvSpPr>
          <p:spPr>
            <a:xfrm>
              <a:off x="1329963" y="2899669"/>
              <a:ext cx="280495" cy="361077"/>
            </a:xfrm>
            <a:custGeom>
              <a:avLst/>
              <a:gdLst/>
              <a:ahLst/>
              <a:cxnLst/>
              <a:rect l="l" t="t" r="r" b="b"/>
              <a:pathLst>
                <a:path w="18734" h="24116" extrusionOk="0">
                  <a:moveTo>
                    <a:pt x="1641" y="0"/>
                  </a:moveTo>
                  <a:cubicBezTo>
                    <a:pt x="737" y="0"/>
                    <a:pt x="1" y="736"/>
                    <a:pt x="1" y="1640"/>
                  </a:cubicBezTo>
                  <a:lnTo>
                    <a:pt x="1" y="5361"/>
                  </a:lnTo>
                  <a:cubicBezTo>
                    <a:pt x="1" y="6055"/>
                    <a:pt x="337" y="6707"/>
                    <a:pt x="905" y="7128"/>
                  </a:cubicBezTo>
                  <a:cubicBezTo>
                    <a:pt x="1956" y="7884"/>
                    <a:pt x="2713" y="9945"/>
                    <a:pt x="2713" y="12363"/>
                  </a:cubicBezTo>
                  <a:cubicBezTo>
                    <a:pt x="2713" y="14780"/>
                    <a:pt x="1956" y="16820"/>
                    <a:pt x="905" y="17598"/>
                  </a:cubicBezTo>
                  <a:cubicBezTo>
                    <a:pt x="337" y="17997"/>
                    <a:pt x="1" y="18649"/>
                    <a:pt x="1" y="19343"/>
                  </a:cubicBezTo>
                  <a:lnTo>
                    <a:pt x="1" y="22475"/>
                  </a:lnTo>
                  <a:cubicBezTo>
                    <a:pt x="1" y="23379"/>
                    <a:pt x="737" y="24115"/>
                    <a:pt x="1641" y="24115"/>
                  </a:cubicBezTo>
                  <a:lnTo>
                    <a:pt x="17093" y="24115"/>
                  </a:lnTo>
                  <a:cubicBezTo>
                    <a:pt x="17997" y="24115"/>
                    <a:pt x="18733" y="23379"/>
                    <a:pt x="18733" y="22475"/>
                  </a:cubicBezTo>
                  <a:lnTo>
                    <a:pt x="18733" y="19343"/>
                  </a:lnTo>
                  <a:cubicBezTo>
                    <a:pt x="18733" y="18649"/>
                    <a:pt x="18397" y="17997"/>
                    <a:pt x="17829" y="17598"/>
                  </a:cubicBezTo>
                  <a:cubicBezTo>
                    <a:pt x="16778" y="16841"/>
                    <a:pt x="16021" y="14780"/>
                    <a:pt x="16021" y="12363"/>
                  </a:cubicBezTo>
                  <a:cubicBezTo>
                    <a:pt x="16021" y="9945"/>
                    <a:pt x="16778" y="7884"/>
                    <a:pt x="17829" y="7128"/>
                  </a:cubicBezTo>
                  <a:cubicBezTo>
                    <a:pt x="18397" y="6707"/>
                    <a:pt x="18733" y="6055"/>
                    <a:pt x="18733" y="5361"/>
                  </a:cubicBezTo>
                  <a:lnTo>
                    <a:pt x="18733" y="1640"/>
                  </a:lnTo>
                  <a:cubicBezTo>
                    <a:pt x="18733" y="736"/>
                    <a:pt x="17997" y="0"/>
                    <a:pt x="17093" y="0"/>
                  </a:cubicBezTo>
                  <a:close/>
                </a:path>
              </a:pathLst>
            </a:custGeom>
            <a:solidFill>
              <a:srgbClr val="E2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3" name="Google Shape;8023;p62"/>
            <p:cNvSpPr/>
            <p:nvPr/>
          </p:nvSpPr>
          <p:spPr>
            <a:xfrm>
              <a:off x="1537722" y="2899669"/>
              <a:ext cx="72736" cy="361077"/>
            </a:xfrm>
            <a:custGeom>
              <a:avLst/>
              <a:gdLst/>
              <a:ahLst/>
              <a:cxnLst/>
              <a:rect l="l" t="t" r="r" b="b"/>
              <a:pathLst>
                <a:path w="4858" h="24116" extrusionOk="0">
                  <a:moveTo>
                    <a:pt x="1094" y="0"/>
                  </a:moveTo>
                  <a:cubicBezTo>
                    <a:pt x="1998" y="0"/>
                    <a:pt x="2713" y="736"/>
                    <a:pt x="2713" y="1640"/>
                  </a:cubicBezTo>
                  <a:lnTo>
                    <a:pt x="2713" y="5361"/>
                  </a:lnTo>
                  <a:cubicBezTo>
                    <a:pt x="2734" y="6055"/>
                    <a:pt x="2397" y="6707"/>
                    <a:pt x="1830" y="7128"/>
                  </a:cubicBezTo>
                  <a:cubicBezTo>
                    <a:pt x="779" y="7884"/>
                    <a:pt x="1" y="9945"/>
                    <a:pt x="1" y="12363"/>
                  </a:cubicBezTo>
                  <a:cubicBezTo>
                    <a:pt x="1" y="14780"/>
                    <a:pt x="758" y="16820"/>
                    <a:pt x="1830" y="17598"/>
                  </a:cubicBezTo>
                  <a:cubicBezTo>
                    <a:pt x="2397" y="17997"/>
                    <a:pt x="2734" y="18649"/>
                    <a:pt x="2713" y="19343"/>
                  </a:cubicBezTo>
                  <a:lnTo>
                    <a:pt x="2713" y="22475"/>
                  </a:lnTo>
                  <a:cubicBezTo>
                    <a:pt x="2713" y="23379"/>
                    <a:pt x="1998" y="24115"/>
                    <a:pt x="1094" y="24115"/>
                  </a:cubicBezTo>
                  <a:lnTo>
                    <a:pt x="3217" y="24115"/>
                  </a:lnTo>
                  <a:cubicBezTo>
                    <a:pt x="4121" y="24115"/>
                    <a:pt x="4857" y="23379"/>
                    <a:pt x="4857" y="22475"/>
                  </a:cubicBezTo>
                  <a:lnTo>
                    <a:pt x="4857" y="19343"/>
                  </a:lnTo>
                  <a:cubicBezTo>
                    <a:pt x="4857" y="18649"/>
                    <a:pt x="4521" y="17997"/>
                    <a:pt x="3953" y="17598"/>
                  </a:cubicBezTo>
                  <a:cubicBezTo>
                    <a:pt x="2902" y="16841"/>
                    <a:pt x="2145" y="14780"/>
                    <a:pt x="2145" y="12363"/>
                  </a:cubicBezTo>
                  <a:cubicBezTo>
                    <a:pt x="2145" y="9945"/>
                    <a:pt x="2902" y="7884"/>
                    <a:pt x="3953" y="7128"/>
                  </a:cubicBezTo>
                  <a:cubicBezTo>
                    <a:pt x="4521" y="6707"/>
                    <a:pt x="4857" y="6055"/>
                    <a:pt x="4857" y="5361"/>
                  </a:cubicBezTo>
                  <a:lnTo>
                    <a:pt x="4857" y="1640"/>
                  </a:lnTo>
                  <a:cubicBezTo>
                    <a:pt x="4857" y="736"/>
                    <a:pt x="4121" y="0"/>
                    <a:pt x="321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4" name="Google Shape;8024;p62"/>
            <p:cNvSpPr/>
            <p:nvPr/>
          </p:nvSpPr>
          <p:spPr>
            <a:xfrm>
              <a:off x="1402685" y="3004806"/>
              <a:ext cx="135052" cy="255940"/>
            </a:xfrm>
            <a:custGeom>
              <a:avLst/>
              <a:gdLst/>
              <a:ahLst/>
              <a:cxnLst/>
              <a:rect l="l" t="t" r="r" b="b"/>
              <a:pathLst>
                <a:path w="9020" h="17094" extrusionOk="0">
                  <a:moveTo>
                    <a:pt x="4895" y="0"/>
                  </a:moveTo>
                  <a:cubicBezTo>
                    <a:pt x="4883" y="0"/>
                    <a:pt x="4870" y="0"/>
                    <a:pt x="4857" y="0"/>
                  </a:cubicBezTo>
                  <a:lnTo>
                    <a:pt x="1157" y="0"/>
                  </a:lnTo>
                  <a:cubicBezTo>
                    <a:pt x="505" y="0"/>
                    <a:pt x="0" y="505"/>
                    <a:pt x="0" y="1136"/>
                  </a:cubicBezTo>
                  <a:lnTo>
                    <a:pt x="0" y="17093"/>
                  </a:lnTo>
                  <a:lnTo>
                    <a:pt x="9020" y="17093"/>
                  </a:lnTo>
                  <a:lnTo>
                    <a:pt x="9020" y="4163"/>
                  </a:lnTo>
                  <a:cubicBezTo>
                    <a:pt x="9020" y="1863"/>
                    <a:pt x="7190" y="0"/>
                    <a:pt x="4895" y="0"/>
                  </a:cubicBezTo>
                  <a:close/>
                </a:path>
              </a:pathLst>
            </a:custGeom>
            <a:solidFill>
              <a:srgbClr val="F8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5" name="Google Shape;8025;p62"/>
            <p:cNvSpPr/>
            <p:nvPr/>
          </p:nvSpPr>
          <p:spPr>
            <a:xfrm>
              <a:off x="1459655" y="3004806"/>
              <a:ext cx="57315" cy="255940"/>
            </a:xfrm>
            <a:custGeom>
              <a:avLst/>
              <a:gdLst/>
              <a:ahLst/>
              <a:cxnLst/>
              <a:rect l="l" t="t" r="r" b="b"/>
              <a:pathLst>
                <a:path w="3828" h="17094" extrusionOk="0">
                  <a:moveTo>
                    <a:pt x="1" y="0"/>
                  </a:moveTo>
                  <a:lnTo>
                    <a:pt x="1" y="17093"/>
                  </a:lnTo>
                  <a:lnTo>
                    <a:pt x="3827" y="17093"/>
                  </a:lnTo>
                  <a:lnTo>
                    <a:pt x="3827" y="736"/>
                  </a:lnTo>
                  <a:cubicBezTo>
                    <a:pt x="3196" y="253"/>
                    <a:pt x="2439" y="0"/>
                    <a:pt x="1662"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6" name="Google Shape;8026;p62"/>
            <p:cNvSpPr/>
            <p:nvPr/>
          </p:nvSpPr>
          <p:spPr>
            <a:xfrm>
              <a:off x="1480437" y="3004806"/>
              <a:ext cx="57300" cy="255940"/>
            </a:xfrm>
            <a:custGeom>
              <a:avLst/>
              <a:gdLst/>
              <a:ahLst/>
              <a:cxnLst/>
              <a:rect l="l" t="t" r="r" b="b"/>
              <a:pathLst>
                <a:path w="3827" h="17094" extrusionOk="0">
                  <a:moveTo>
                    <a:pt x="312" y="0"/>
                  </a:moveTo>
                  <a:cubicBezTo>
                    <a:pt x="299" y="0"/>
                    <a:pt x="286" y="0"/>
                    <a:pt x="274" y="0"/>
                  </a:cubicBezTo>
                  <a:lnTo>
                    <a:pt x="0" y="0"/>
                  </a:lnTo>
                  <a:lnTo>
                    <a:pt x="0" y="17093"/>
                  </a:lnTo>
                  <a:lnTo>
                    <a:pt x="3827" y="17093"/>
                  </a:lnTo>
                  <a:lnTo>
                    <a:pt x="3827" y="3554"/>
                  </a:lnTo>
                  <a:cubicBezTo>
                    <a:pt x="3827" y="1590"/>
                    <a:pt x="2250" y="0"/>
                    <a:pt x="312"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7" name="Google Shape;8027;p62"/>
            <p:cNvSpPr/>
            <p:nvPr/>
          </p:nvSpPr>
          <p:spPr>
            <a:xfrm>
              <a:off x="1480437" y="3004806"/>
              <a:ext cx="57300" cy="255940"/>
            </a:xfrm>
            <a:custGeom>
              <a:avLst/>
              <a:gdLst/>
              <a:ahLst/>
              <a:cxnLst/>
              <a:rect l="l" t="t" r="r" b="b"/>
              <a:pathLst>
                <a:path w="3827" h="17094" extrusionOk="0">
                  <a:moveTo>
                    <a:pt x="312" y="0"/>
                  </a:moveTo>
                  <a:cubicBezTo>
                    <a:pt x="299" y="0"/>
                    <a:pt x="286" y="0"/>
                    <a:pt x="274" y="0"/>
                  </a:cubicBezTo>
                  <a:lnTo>
                    <a:pt x="0" y="0"/>
                  </a:lnTo>
                  <a:lnTo>
                    <a:pt x="0" y="21"/>
                  </a:lnTo>
                  <a:cubicBezTo>
                    <a:pt x="1472" y="526"/>
                    <a:pt x="2460" y="1893"/>
                    <a:pt x="2460" y="3448"/>
                  </a:cubicBezTo>
                  <a:lnTo>
                    <a:pt x="2460" y="17093"/>
                  </a:lnTo>
                  <a:lnTo>
                    <a:pt x="3827" y="17093"/>
                  </a:lnTo>
                  <a:lnTo>
                    <a:pt x="3827" y="3554"/>
                  </a:lnTo>
                  <a:cubicBezTo>
                    <a:pt x="3827" y="1590"/>
                    <a:pt x="2250" y="0"/>
                    <a:pt x="312" y="0"/>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8" name="Google Shape;8028;p62"/>
            <p:cNvSpPr/>
            <p:nvPr/>
          </p:nvSpPr>
          <p:spPr>
            <a:xfrm>
              <a:off x="1425024" y="3119390"/>
              <a:ext cx="31502" cy="26906"/>
            </a:xfrm>
            <a:custGeom>
              <a:avLst/>
              <a:gdLst/>
              <a:ahLst/>
              <a:cxnLst/>
              <a:rect l="l" t="t" r="r" b="b"/>
              <a:pathLst>
                <a:path w="2104" h="1797" extrusionOk="0">
                  <a:moveTo>
                    <a:pt x="1199" y="0"/>
                  </a:moveTo>
                  <a:cubicBezTo>
                    <a:pt x="400" y="0"/>
                    <a:pt x="1" y="967"/>
                    <a:pt x="569" y="1535"/>
                  </a:cubicBezTo>
                  <a:cubicBezTo>
                    <a:pt x="749" y="1716"/>
                    <a:pt x="971" y="1796"/>
                    <a:pt x="1189" y="1796"/>
                  </a:cubicBezTo>
                  <a:cubicBezTo>
                    <a:pt x="1654" y="1796"/>
                    <a:pt x="2103" y="1428"/>
                    <a:pt x="2103" y="883"/>
                  </a:cubicBezTo>
                  <a:cubicBezTo>
                    <a:pt x="2103" y="400"/>
                    <a:pt x="1704" y="0"/>
                    <a:pt x="1199"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29" name="Google Shape;8029;p62"/>
          <p:cNvGrpSpPr/>
          <p:nvPr/>
        </p:nvGrpSpPr>
        <p:grpSpPr>
          <a:xfrm>
            <a:off x="945492" y="3631169"/>
            <a:ext cx="195496" cy="343439"/>
            <a:chOff x="937429" y="3800908"/>
            <a:chExt cx="195496" cy="343439"/>
          </a:xfrm>
        </p:grpSpPr>
        <p:sp>
          <p:nvSpPr>
            <p:cNvPr id="8030" name="Google Shape;8030;p62"/>
            <p:cNvSpPr/>
            <p:nvPr/>
          </p:nvSpPr>
          <p:spPr>
            <a:xfrm>
              <a:off x="1010450" y="3957356"/>
              <a:ext cx="49439" cy="88473"/>
            </a:xfrm>
            <a:custGeom>
              <a:avLst/>
              <a:gdLst/>
              <a:ahLst/>
              <a:cxnLst/>
              <a:rect l="l" t="t" r="r" b="b"/>
              <a:pathLst>
                <a:path w="3302" h="5909" extrusionOk="0">
                  <a:moveTo>
                    <a:pt x="1" y="0"/>
                  </a:moveTo>
                  <a:lnTo>
                    <a:pt x="1" y="5908"/>
                  </a:lnTo>
                  <a:lnTo>
                    <a:pt x="3302" y="5908"/>
                  </a:lnTo>
                  <a:lnTo>
                    <a:pt x="3302"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1" name="Google Shape;8031;p62"/>
            <p:cNvSpPr/>
            <p:nvPr/>
          </p:nvSpPr>
          <p:spPr>
            <a:xfrm>
              <a:off x="1035005" y="3957356"/>
              <a:ext cx="24570" cy="88473"/>
            </a:xfrm>
            <a:custGeom>
              <a:avLst/>
              <a:gdLst/>
              <a:ahLst/>
              <a:cxnLst/>
              <a:rect l="l" t="t" r="r" b="b"/>
              <a:pathLst>
                <a:path w="1641" h="5909" extrusionOk="0">
                  <a:moveTo>
                    <a:pt x="1" y="0"/>
                  </a:moveTo>
                  <a:lnTo>
                    <a:pt x="1" y="5908"/>
                  </a:lnTo>
                  <a:lnTo>
                    <a:pt x="1641" y="5908"/>
                  </a:lnTo>
                  <a:lnTo>
                    <a:pt x="1641"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2" name="Google Shape;8032;p62"/>
            <p:cNvSpPr/>
            <p:nvPr/>
          </p:nvSpPr>
          <p:spPr>
            <a:xfrm>
              <a:off x="967015" y="3818845"/>
              <a:ext cx="136325" cy="164653"/>
            </a:xfrm>
            <a:custGeom>
              <a:avLst/>
              <a:gdLst/>
              <a:ahLst/>
              <a:cxnLst/>
              <a:rect l="l" t="t" r="r" b="b"/>
              <a:pathLst>
                <a:path w="9105" h="10997" extrusionOk="0">
                  <a:moveTo>
                    <a:pt x="169" y="0"/>
                  </a:moveTo>
                  <a:cubicBezTo>
                    <a:pt x="64" y="0"/>
                    <a:pt x="1" y="64"/>
                    <a:pt x="1" y="148"/>
                  </a:cubicBezTo>
                  <a:lnTo>
                    <a:pt x="1" y="6455"/>
                  </a:lnTo>
                  <a:cubicBezTo>
                    <a:pt x="1" y="8957"/>
                    <a:pt x="2040" y="10996"/>
                    <a:pt x="4542" y="10996"/>
                  </a:cubicBezTo>
                  <a:cubicBezTo>
                    <a:pt x="7065" y="10996"/>
                    <a:pt x="9104" y="8957"/>
                    <a:pt x="9104" y="6455"/>
                  </a:cubicBezTo>
                  <a:lnTo>
                    <a:pt x="9104" y="148"/>
                  </a:lnTo>
                  <a:cubicBezTo>
                    <a:pt x="9104" y="64"/>
                    <a:pt x="9020" y="0"/>
                    <a:pt x="8936"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3" name="Google Shape;8033;p62"/>
            <p:cNvSpPr/>
            <p:nvPr/>
          </p:nvSpPr>
          <p:spPr>
            <a:xfrm>
              <a:off x="986225" y="3818845"/>
              <a:ext cx="117115" cy="146925"/>
            </a:xfrm>
            <a:custGeom>
              <a:avLst/>
              <a:gdLst/>
              <a:ahLst/>
              <a:cxnLst/>
              <a:rect l="l" t="t" r="r" b="b"/>
              <a:pathLst>
                <a:path w="7822" h="9813" extrusionOk="0">
                  <a:moveTo>
                    <a:pt x="0" y="0"/>
                  </a:moveTo>
                  <a:lnTo>
                    <a:pt x="0" y="5257"/>
                  </a:lnTo>
                  <a:cubicBezTo>
                    <a:pt x="0" y="7928"/>
                    <a:pt x="2185" y="9813"/>
                    <a:pt x="4553" y="9813"/>
                  </a:cubicBezTo>
                  <a:cubicBezTo>
                    <a:pt x="5353" y="9813"/>
                    <a:pt x="6174" y="9598"/>
                    <a:pt x="6938" y="9125"/>
                  </a:cubicBezTo>
                  <a:cubicBezTo>
                    <a:pt x="7506" y="8347"/>
                    <a:pt x="7821" y="7401"/>
                    <a:pt x="7821" y="6455"/>
                  </a:cubicBezTo>
                  <a:lnTo>
                    <a:pt x="7821" y="148"/>
                  </a:lnTo>
                  <a:cubicBezTo>
                    <a:pt x="7821" y="64"/>
                    <a:pt x="7737" y="0"/>
                    <a:pt x="7653"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4" name="Google Shape;8034;p62"/>
            <p:cNvSpPr/>
            <p:nvPr/>
          </p:nvSpPr>
          <p:spPr>
            <a:xfrm>
              <a:off x="937429" y="3800908"/>
              <a:ext cx="195496" cy="37776"/>
            </a:xfrm>
            <a:custGeom>
              <a:avLst/>
              <a:gdLst/>
              <a:ahLst/>
              <a:cxnLst/>
              <a:rect l="l" t="t" r="r" b="b"/>
              <a:pathLst>
                <a:path w="13057" h="2523" extrusionOk="0">
                  <a:moveTo>
                    <a:pt x="946" y="0"/>
                  </a:moveTo>
                  <a:cubicBezTo>
                    <a:pt x="421" y="21"/>
                    <a:pt x="0" y="442"/>
                    <a:pt x="0" y="946"/>
                  </a:cubicBezTo>
                  <a:lnTo>
                    <a:pt x="0" y="1577"/>
                  </a:lnTo>
                  <a:cubicBezTo>
                    <a:pt x="0" y="2081"/>
                    <a:pt x="421" y="2502"/>
                    <a:pt x="946" y="2523"/>
                  </a:cubicBezTo>
                  <a:lnTo>
                    <a:pt x="12110" y="2523"/>
                  </a:lnTo>
                  <a:cubicBezTo>
                    <a:pt x="12636" y="2502"/>
                    <a:pt x="13056" y="2081"/>
                    <a:pt x="13056" y="1577"/>
                  </a:cubicBezTo>
                  <a:lnTo>
                    <a:pt x="13056" y="946"/>
                  </a:lnTo>
                  <a:cubicBezTo>
                    <a:pt x="13056" y="442"/>
                    <a:pt x="12636" y="21"/>
                    <a:pt x="12110"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5" name="Google Shape;8035;p62"/>
            <p:cNvSpPr/>
            <p:nvPr/>
          </p:nvSpPr>
          <p:spPr>
            <a:xfrm>
              <a:off x="961984" y="3800908"/>
              <a:ext cx="170941" cy="37776"/>
            </a:xfrm>
            <a:custGeom>
              <a:avLst/>
              <a:gdLst/>
              <a:ahLst/>
              <a:cxnLst/>
              <a:rect l="l" t="t" r="r" b="b"/>
              <a:pathLst>
                <a:path w="11417" h="2523" extrusionOk="0">
                  <a:moveTo>
                    <a:pt x="946" y="0"/>
                  </a:moveTo>
                  <a:cubicBezTo>
                    <a:pt x="421" y="21"/>
                    <a:pt x="0" y="442"/>
                    <a:pt x="0" y="946"/>
                  </a:cubicBezTo>
                  <a:lnTo>
                    <a:pt x="0" y="1577"/>
                  </a:lnTo>
                  <a:cubicBezTo>
                    <a:pt x="0" y="2081"/>
                    <a:pt x="421" y="2502"/>
                    <a:pt x="946" y="2523"/>
                  </a:cubicBezTo>
                  <a:lnTo>
                    <a:pt x="10470" y="2523"/>
                  </a:lnTo>
                  <a:cubicBezTo>
                    <a:pt x="10996" y="2502"/>
                    <a:pt x="11416" y="2081"/>
                    <a:pt x="11416" y="1577"/>
                  </a:cubicBezTo>
                  <a:lnTo>
                    <a:pt x="11416" y="946"/>
                  </a:lnTo>
                  <a:cubicBezTo>
                    <a:pt x="11416" y="442"/>
                    <a:pt x="10996" y="21"/>
                    <a:pt x="1047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6" name="Google Shape;8036;p62"/>
            <p:cNvSpPr/>
            <p:nvPr/>
          </p:nvSpPr>
          <p:spPr>
            <a:xfrm>
              <a:off x="988740" y="3858987"/>
              <a:ext cx="92560" cy="85493"/>
            </a:xfrm>
            <a:custGeom>
              <a:avLst/>
              <a:gdLst/>
              <a:ahLst/>
              <a:cxnLst/>
              <a:rect l="l" t="t" r="r" b="b"/>
              <a:pathLst>
                <a:path w="6182" h="5710" extrusionOk="0">
                  <a:moveTo>
                    <a:pt x="3091" y="0"/>
                  </a:moveTo>
                  <a:cubicBezTo>
                    <a:pt x="2949" y="0"/>
                    <a:pt x="2807" y="74"/>
                    <a:pt x="2733" y="221"/>
                  </a:cubicBezTo>
                  <a:lnTo>
                    <a:pt x="2124" y="1482"/>
                  </a:lnTo>
                  <a:cubicBezTo>
                    <a:pt x="2061" y="1608"/>
                    <a:pt x="1956" y="1671"/>
                    <a:pt x="1829" y="1693"/>
                  </a:cubicBezTo>
                  <a:lnTo>
                    <a:pt x="442" y="1903"/>
                  </a:lnTo>
                  <a:cubicBezTo>
                    <a:pt x="126" y="1945"/>
                    <a:pt x="0" y="2323"/>
                    <a:pt x="232" y="2555"/>
                  </a:cubicBezTo>
                  <a:lnTo>
                    <a:pt x="1241" y="3522"/>
                  </a:lnTo>
                  <a:cubicBezTo>
                    <a:pt x="1346" y="3627"/>
                    <a:pt x="1388" y="3753"/>
                    <a:pt x="1367" y="3879"/>
                  </a:cubicBezTo>
                  <a:lnTo>
                    <a:pt x="1115" y="5246"/>
                  </a:lnTo>
                  <a:cubicBezTo>
                    <a:pt x="1081" y="5498"/>
                    <a:pt x="1289" y="5709"/>
                    <a:pt x="1513" y="5709"/>
                  </a:cubicBezTo>
                  <a:cubicBezTo>
                    <a:pt x="1570" y="5709"/>
                    <a:pt x="1627" y="5696"/>
                    <a:pt x="1682" y="5666"/>
                  </a:cubicBezTo>
                  <a:lnTo>
                    <a:pt x="2923" y="5014"/>
                  </a:lnTo>
                  <a:cubicBezTo>
                    <a:pt x="2986" y="4983"/>
                    <a:pt x="3049" y="4967"/>
                    <a:pt x="3109" y="4967"/>
                  </a:cubicBezTo>
                  <a:cubicBezTo>
                    <a:pt x="3170" y="4967"/>
                    <a:pt x="3228" y="4983"/>
                    <a:pt x="3280" y="5014"/>
                  </a:cubicBezTo>
                  <a:lnTo>
                    <a:pt x="4521" y="5666"/>
                  </a:lnTo>
                  <a:cubicBezTo>
                    <a:pt x="4580" y="5696"/>
                    <a:pt x="4641" y="5709"/>
                    <a:pt x="4700" y="5709"/>
                  </a:cubicBezTo>
                  <a:cubicBezTo>
                    <a:pt x="4934" y="5709"/>
                    <a:pt x="5139" y="5498"/>
                    <a:pt x="5088" y="5246"/>
                  </a:cubicBezTo>
                  <a:lnTo>
                    <a:pt x="4857" y="3879"/>
                  </a:lnTo>
                  <a:cubicBezTo>
                    <a:pt x="4836" y="3753"/>
                    <a:pt x="4878" y="3627"/>
                    <a:pt x="4962" y="3522"/>
                  </a:cubicBezTo>
                  <a:lnTo>
                    <a:pt x="5950" y="2555"/>
                  </a:lnTo>
                  <a:cubicBezTo>
                    <a:pt x="6181" y="2323"/>
                    <a:pt x="6055" y="1945"/>
                    <a:pt x="5740" y="1882"/>
                  </a:cubicBezTo>
                  <a:lnTo>
                    <a:pt x="4352" y="1693"/>
                  </a:lnTo>
                  <a:cubicBezTo>
                    <a:pt x="4226" y="1671"/>
                    <a:pt x="4121" y="1587"/>
                    <a:pt x="4058" y="1482"/>
                  </a:cubicBezTo>
                  <a:lnTo>
                    <a:pt x="3448" y="221"/>
                  </a:lnTo>
                  <a:cubicBezTo>
                    <a:pt x="3375" y="74"/>
                    <a:pt x="3233" y="0"/>
                    <a:pt x="3091"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7" name="Google Shape;8037;p62"/>
            <p:cNvSpPr/>
            <p:nvPr/>
          </p:nvSpPr>
          <p:spPr>
            <a:xfrm>
              <a:off x="988426" y="4031320"/>
              <a:ext cx="93818" cy="37162"/>
            </a:xfrm>
            <a:custGeom>
              <a:avLst/>
              <a:gdLst/>
              <a:ahLst/>
              <a:cxnLst/>
              <a:rect l="l" t="t" r="r" b="b"/>
              <a:pathLst>
                <a:path w="6266" h="2482" extrusionOk="0">
                  <a:moveTo>
                    <a:pt x="358" y="1"/>
                  </a:moveTo>
                  <a:cubicBezTo>
                    <a:pt x="168" y="1"/>
                    <a:pt x="0" y="169"/>
                    <a:pt x="0" y="379"/>
                  </a:cubicBezTo>
                  <a:lnTo>
                    <a:pt x="0" y="2482"/>
                  </a:lnTo>
                  <a:lnTo>
                    <a:pt x="6266" y="2482"/>
                  </a:lnTo>
                  <a:lnTo>
                    <a:pt x="6266" y="379"/>
                  </a:lnTo>
                  <a:cubicBezTo>
                    <a:pt x="6266" y="169"/>
                    <a:pt x="6097" y="1"/>
                    <a:pt x="5887"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8" name="Google Shape;8038;p62"/>
            <p:cNvSpPr/>
            <p:nvPr/>
          </p:nvSpPr>
          <p:spPr>
            <a:xfrm>
              <a:off x="967015" y="4057762"/>
              <a:ext cx="136325" cy="38734"/>
            </a:xfrm>
            <a:custGeom>
              <a:avLst/>
              <a:gdLst/>
              <a:ahLst/>
              <a:cxnLst/>
              <a:rect l="l" t="t" r="r" b="b"/>
              <a:pathLst>
                <a:path w="9105" h="2587" extrusionOk="0">
                  <a:moveTo>
                    <a:pt x="484" y="1"/>
                  </a:moveTo>
                  <a:cubicBezTo>
                    <a:pt x="211" y="1"/>
                    <a:pt x="1" y="211"/>
                    <a:pt x="1" y="463"/>
                  </a:cubicBezTo>
                  <a:lnTo>
                    <a:pt x="1" y="2587"/>
                  </a:lnTo>
                  <a:lnTo>
                    <a:pt x="9104" y="2587"/>
                  </a:lnTo>
                  <a:lnTo>
                    <a:pt x="9104" y="463"/>
                  </a:lnTo>
                  <a:cubicBezTo>
                    <a:pt x="9104" y="211"/>
                    <a:pt x="8873" y="1"/>
                    <a:pt x="8621" y="1"/>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39" name="Google Shape;8039;p62"/>
            <p:cNvSpPr/>
            <p:nvPr/>
          </p:nvSpPr>
          <p:spPr>
            <a:xfrm>
              <a:off x="937429" y="4076971"/>
              <a:ext cx="195496" cy="67376"/>
            </a:xfrm>
            <a:custGeom>
              <a:avLst/>
              <a:gdLst/>
              <a:ahLst/>
              <a:cxnLst/>
              <a:rect l="l" t="t" r="r" b="b"/>
              <a:pathLst>
                <a:path w="13057" h="4500" extrusionOk="0">
                  <a:moveTo>
                    <a:pt x="1073" y="0"/>
                  </a:moveTo>
                  <a:cubicBezTo>
                    <a:pt x="484" y="0"/>
                    <a:pt x="0" y="484"/>
                    <a:pt x="0" y="1073"/>
                  </a:cubicBezTo>
                  <a:lnTo>
                    <a:pt x="0" y="3427"/>
                  </a:lnTo>
                  <a:cubicBezTo>
                    <a:pt x="0" y="4016"/>
                    <a:pt x="484" y="4500"/>
                    <a:pt x="1073" y="4500"/>
                  </a:cubicBezTo>
                  <a:lnTo>
                    <a:pt x="11984" y="4500"/>
                  </a:lnTo>
                  <a:cubicBezTo>
                    <a:pt x="12573" y="4500"/>
                    <a:pt x="13056" y="4016"/>
                    <a:pt x="13056" y="3427"/>
                  </a:cubicBezTo>
                  <a:lnTo>
                    <a:pt x="13056" y="1073"/>
                  </a:lnTo>
                  <a:cubicBezTo>
                    <a:pt x="13056" y="484"/>
                    <a:pt x="12573" y="0"/>
                    <a:pt x="11984" y="0"/>
                  </a:cubicBezTo>
                  <a:close/>
                </a:path>
              </a:pathLst>
            </a:custGeom>
            <a:solidFill>
              <a:srgbClr val="5A70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0" name="Google Shape;8040;p62"/>
            <p:cNvSpPr/>
            <p:nvPr/>
          </p:nvSpPr>
          <p:spPr>
            <a:xfrm>
              <a:off x="961984" y="4076971"/>
              <a:ext cx="170941" cy="67376"/>
            </a:xfrm>
            <a:custGeom>
              <a:avLst/>
              <a:gdLst/>
              <a:ahLst/>
              <a:cxnLst/>
              <a:rect l="l" t="t" r="r" b="b"/>
              <a:pathLst>
                <a:path w="11417" h="4500" extrusionOk="0">
                  <a:moveTo>
                    <a:pt x="1072" y="0"/>
                  </a:moveTo>
                  <a:cubicBezTo>
                    <a:pt x="484" y="0"/>
                    <a:pt x="0" y="484"/>
                    <a:pt x="0" y="1073"/>
                  </a:cubicBezTo>
                  <a:lnTo>
                    <a:pt x="0" y="3427"/>
                  </a:lnTo>
                  <a:cubicBezTo>
                    <a:pt x="0" y="4016"/>
                    <a:pt x="484" y="4500"/>
                    <a:pt x="1072" y="4500"/>
                  </a:cubicBezTo>
                  <a:lnTo>
                    <a:pt x="10344" y="4500"/>
                  </a:lnTo>
                  <a:cubicBezTo>
                    <a:pt x="10933" y="4500"/>
                    <a:pt x="11416" y="4016"/>
                    <a:pt x="11416" y="3427"/>
                  </a:cubicBezTo>
                  <a:lnTo>
                    <a:pt x="11416" y="1073"/>
                  </a:lnTo>
                  <a:cubicBezTo>
                    <a:pt x="11416" y="484"/>
                    <a:pt x="10933" y="0"/>
                    <a:pt x="103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1" name="Google Shape;8041;p62"/>
            <p:cNvSpPr/>
            <p:nvPr/>
          </p:nvSpPr>
          <p:spPr>
            <a:xfrm>
              <a:off x="992513" y="4093336"/>
              <a:ext cx="85328" cy="10406"/>
            </a:xfrm>
            <a:custGeom>
              <a:avLst/>
              <a:gdLst/>
              <a:ahLst/>
              <a:cxnLst/>
              <a:rect l="l" t="t" r="r" b="b"/>
              <a:pathLst>
                <a:path w="5699" h="695" extrusionOk="0">
                  <a:moveTo>
                    <a:pt x="463" y="1"/>
                  </a:moveTo>
                  <a:cubicBezTo>
                    <a:pt x="1" y="1"/>
                    <a:pt x="1" y="695"/>
                    <a:pt x="463" y="695"/>
                  </a:cubicBezTo>
                  <a:lnTo>
                    <a:pt x="5236" y="695"/>
                  </a:lnTo>
                  <a:cubicBezTo>
                    <a:pt x="5698" y="695"/>
                    <a:pt x="5698" y="1"/>
                    <a:pt x="5236"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2" name="Google Shape;8042;p62"/>
            <p:cNvSpPr/>
            <p:nvPr/>
          </p:nvSpPr>
          <p:spPr>
            <a:xfrm>
              <a:off x="992513" y="4116319"/>
              <a:ext cx="85328" cy="10406"/>
            </a:xfrm>
            <a:custGeom>
              <a:avLst/>
              <a:gdLst/>
              <a:ahLst/>
              <a:cxnLst/>
              <a:rect l="l" t="t" r="r" b="b"/>
              <a:pathLst>
                <a:path w="5699" h="695" extrusionOk="0">
                  <a:moveTo>
                    <a:pt x="443" y="0"/>
                  </a:moveTo>
                  <a:cubicBezTo>
                    <a:pt x="1" y="0"/>
                    <a:pt x="7" y="674"/>
                    <a:pt x="463" y="694"/>
                  </a:cubicBezTo>
                  <a:lnTo>
                    <a:pt x="5236" y="694"/>
                  </a:lnTo>
                  <a:cubicBezTo>
                    <a:pt x="5698" y="694"/>
                    <a:pt x="5698" y="0"/>
                    <a:pt x="5236" y="0"/>
                  </a:cubicBezTo>
                  <a:lnTo>
                    <a:pt x="463" y="0"/>
                  </a:lnTo>
                  <a:cubicBezTo>
                    <a:pt x="456" y="0"/>
                    <a:pt x="449" y="0"/>
                    <a:pt x="443"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43" name="Google Shape;8043;p62"/>
          <p:cNvGrpSpPr/>
          <p:nvPr/>
        </p:nvGrpSpPr>
        <p:grpSpPr>
          <a:xfrm>
            <a:off x="2695722" y="3640916"/>
            <a:ext cx="365164" cy="342511"/>
            <a:chOff x="2611459" y="3810655"/>
            <a:chExt cx="365164" cy="342511"/>
          </a:xfrm>
        </p:grpSpPr>
        <p:sp>
          <p:nvSpPr>
            <p:cNvPr id="8044" name="Google Shape;8044;p62"/>
            <p:cNvSpPr/>
            <p:nvPr/>
          </p:nvSpPr>
          <p:spPr>
            <a:xfrm>
              <a:off x="2901073" y="3962941"/>
              <a:ext cx="56042" cy="160640"/>
            </a:xfrm>
            <a:custGeom>
              <a:avLst/>
              <a:gdLst/>
              <a:ahLst/>
              <a:cxnLst/>
              <a:rect l="l" t="t" r="r" b="b"/>
              <a:pathLst>
                <a:path w="3743" h="10729" extrusionOk="0">
                  <a:moveTo>
                    <a:pt x="3385" y="0"/>
                  </a:moveTo>
                  <a:cubicBezTo>
                    <a:pt x="3206" y="0"/>
                    <a:pt x="3028" y="121"/>
                    <a:pt x="3028" y="363"/>
                  </a:cubicBezTo>
                  <a:lnTo>
                    <a:pt x="3028" y="9025"/>
                  </a:lnTo>
                  <a:cubicBezTo>
                    <a:pt x="3028" y="9572"/>
                    <a:pt x="2586" y="10013"/>
                    <a:pt x="2039" y="10013"/>
                  </a:cubicBezTo>
                  <a:lnTo>
                    <a:pt x="463" y="10013"/>
                  </a:lnTo>
                  <a:cubicBezTo>
                    <a:pt x="0" y="10013"/>
                    <a:pt x="0" y="10728"/>
                    <a:pt x="463" y="10728"/>
                  </a:cubicBezTo>
                  <a:lnTo>
                    <a:pt x="2039" y="10728"/>
                  </a:lnTo>
                  <a:cubicBezTo>
                    <a:pt x="2985" y="10728"/>
                    <a:pt x="3742" y="9971"/>
                    <a:pt x="3742" y="9025"/>
                  </a:cubicBezTo>
                  <a:lnTo>
                    <a:pt x="3742" y="363"/>
                  </a:lnTo>
                  <a:cubicBezTo>
                    <a:pt x="3742" y="121"/>
                    <a:pt x="3564" y="0"/>
                    <a:pt x="3385"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5" name="Google Shape;8045;p62"/>
            <p:cNvSpPr/>
            <p:nvPr/>
          </p:nvSpPr>
          <p:spPr>
            <a:xfrm>
              <a:off x="2879976" y="4089249"/>
              <a:ext cx="39677" cy="54470"/>
            </a:xfrm>
            <a:custGeom>
              <a:avLst/>
              <a:gdLst/>
              <a:ahLst/>
              <a:cxnLst/>
              <a:rect l="l" t="t" r="r" b="b"/>
              <a:pathLst>
                <a:path w="2650" h="3638" extrusionOk="0">
                  <a:moveTo>
                    <a:pt x="0" y="0"/>
                  </a:moveTo>
                  <a:lnTo>
                    <a:pt x="0" y="3638"/>
                  </a:lnTo>
                  <a:lnTo>
                    <a:pt x="1956" y="3638"/>
                  </a:lnTo>
                  <a:cubicBezTo>
                    <a:pt x="2334" y="3638"/>
                    <a:pt x="2649" y="3322"/>
                    <a:pt x="2649" y="2944"/>
                  </a:cubicBezTo>
                  <a:lnTo>
                    <a:pt x="2649" y="694"/>
                  </a:lnTo>
                  <a:cubicBezTo>
                    <a:pt x="2649" y="316"/>
                    <a:pt x="2334" y="0"/>
                    <a:pt x="1956" y="0"/>
                  </a:cubicBezTo>
                  <a:close/>
                </a:path>
              </a:pathLst>
            </a:custGeom>
            <a:solidFill>
              <a:srgbClr val="344D6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6" name="Google Shape;8046;p62"/>
            <p:cNvSpPr/>
            <p:nvPr/>
          </p:nvSpPr>
          <p:spPr>
            <a:xfrm>
              <a:off x="2901073" y="4089249"/>
              <a:ext cx="18581" cy="54470"/>
            </a:xfrm>
            <a:custGeom>
              <a:avLst/>
              <a:gdLst/>
              <a:ahLst/>
              <a:cxnLst/>
              <a:rect l="l" t="t" r="r" b="b"/>
              <a:pathLst>
                <a:path w="1241" h="3638" extrusionOk="0">
                  <a:moveTo>
                    <a:pt x="0" y="0"/>
                  </a:moveTo>
                  <a:cubicBezTo>
                    <a:pt x="231" y="148"/>
                    <a:pt x="378" y="379"/>
                    <a:pt x="378" y="652"/>
                  </a:cubicBezTo>
                  <a:lnTo>
                    <a:pt x="378" y="3007"/>
                  </a:lnTo>
                  <a:cubicBezTo>
                    <a:pt x="378" y="3259"/>
                    <a:pt x="231" y="3511"/>
                    <a:pt x="0" y="3638"/>
                  </a:cubicBezTo>
                  <a:lnTo>
                    <a:pt x="547" y="3638"/>
                  </a:lnTo>
                  <a:cubicBezTo>
                    <a:pt x="925" y="3638"/>
                    <a:pt x="1240" y="3343"/>
                    <a:pt x="1240" y="2965"/>
                  </a:cubicBezTo>
                  <a:lnTo>
                    <a:pt x="1240" y="694"/>
                  </a:lnTo>
                  <a:cubicBezTo>
                    <a:pt x="1240" y="316"/>
                    <a:pt x="925" y="0"/>
                    <a:pt x="547"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7" name="Google Shape;8047;p62"/>
            <p:cNvSpPr/>
            <p:nvPr/>
          </p:nvSpPr>
          <p:spPr>
            <a:xfrm>
              <a:off x="2622479" y="4021573"/>
              <a:ext cx="269475" cy="131593"/>
            </a:xfrm>
            <a:custGeom>
              <a:avLst/>
              <a:gdLst/>
              <a:ahLst/>
              <a:cxnLst/>
              <a:rect l="l" t="t" r="r" b="b"/>
              <a:pathLst>
                <a:path w="17998" h="8789" extrusionOk="0">
                  <a:moveTo>
                    <a:pt x="3470" y="0"/>
                  </a:moveTo>
                  <a:lnTo>
                    <a:pt x="379" y="3511"/>
                  </a:lnTo>
                  <a:cubicBezTo>
                    <a:pt x="148" y="3764"/>
                    <a:pt x="1" y="4121"/>
                    <a:pt x="1" y="4478"/>
                  </a:cubicBezTo>
                  <a:lnTo>
                    <a:pt x="1" y="7548"/>
                  </a:lnTo>
                  <a:cubicBezTo>
                    <a:pt x="1" y="8221"/>
                    <a:pt x="547" y="8788"/>
                    <a:pt x="1241" y="8788"/>
                  </a:cubicBezTo>
                  <a:lnTo>
                    <a:pt x="16778" y="8788"/>
                  </a:lnTo>
                  <a:cubicBezTo>
                    <a:pt x="17451" y="8767"/>
                    <a:pt x="17997" y="8221"/>
                    <a:pt x="17997" y="7548"/>
                  </a:cubicBezTo>
                  <a:lnTo>
                    <a:pt x="17997" y="4478"/>
                  </a:lnTo>
                  <a:cubicBezTo>
                    <a:pt x="17997" y="4121"/>
                    <a:pt x="17871" y="3764"/>
                    <a:pt x="17640" y="3511"/>
                  </a:cubicBezTo>
                  <a:lnTo>
                    <a:pt x="14549" y="0"/>
                  </a:ln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8" name="Google Shape;8048;p62"/>
            <p:cNvSpPr/>
            <p:nvPr/>
          </p:nvSpPr>
          <p:spPr>
            <a:xfrm>
              <a:off x="2642947" y="4021573"/>
              <a:ext cx="248693" cy="131279"/>
            </a:xfrm>
            <a:custGeom>
              <a:avLst/>
              <a:gdLst/>
              <a:ahLst/>
              <a:cxnLst/>
              <a:rect l="l" t="t" r="r" b="b"/>
              <a:pathLst>
                <a:path w="16610" h="8768" extrusionOk="0">
                  <a:moveTo>
                    <a:pt x="2103" y="0"/>
                  </a:moveTo>
                  <a:lnTo>
                    <a:pt x="0" y="2376"/>
                  </a:lnTo>
                  <a:cubicBezTo>
                    <a:pt x="2074" y="4793"/>
                    <a:pt x="5063" y="6101"/>
                    <a:pt x="8119" y="6101"/>
                  </a:cubicBezTo>
                  <a:cubicBezTo>
                    <a:pt x="9555" y="6101"/>
                    <a:pt x="11006" y="5812"/>
                    <a:pt x="12383" y="5214"/>
                  </a:cubicBezTo>
                  <a:cubicBezTo>
                    <a:pt x="12583" y="5125"/>
                    <a:pt x="12788" y="5084"/>
                    <a:pt x="12989" y="5084"/>
                  </a:cubicBezTo>
                  <a:cubicBezTo>
                    <a:pt x="13783" y="5084"/>
                    <a:pt x="14507" y="5729"/>
                    <a:pt x="14507" y="6602"/>
                  </a:cubicBezTo>
                  <a:lnTo>
                    <a:pt x="14507" y="7548"/>
                  </a:lnTo>
                  <a:cubicBezTo>
                    <a:pt x="14507" y="8221"/>
                    <a:pt x="13960" y="8767"/>
                    <a:pt x="13287" y="8767"/>
                  </a:cubicBezTo>
                  <a:lnTo>
                    <a:pt x="15390" y="8767"/>
                  </a:lnTo>
                  <a:cubicBezTo>
                    <a:pt x="16063" y="8767"/>
                    <a:pt x="16609" y="8221"/>
                    <a:pt x="16609" y="7548"/>
                  </a:cubicBezTo>
                  <a:lnTo>
                    <a:pt x="16609" y="4478"/>
                  </a:lnTo>
                  <a:cubicBezTo>
                    <a:pt x="16609" y="4121"/>
                    <a:pt x="16483" y="3785"/>
                    <a:pt x="16273" y="3511"/>
                  </a:cubicBezTo>
                  <a:lnTo>
                    <a:pt x="13182" y="0"/>
                  </a:ln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9" name="Google Shape;8049;p62"/>
            <p:cNvSpPr/>
            <p:nvPr/>
          </p:nvSpPr>
          <p:spPr>
            <a:xfrm>
              <a:off x="2921525" y="3936889"/>
              <a:ext cx="52898" cy="45352"/>
            </a:xfrm>
            <a:custGeom>
              <a:avLst/>
              <a:gdLst/>
              <a:ahLst/>
              <a:cxnLst/>
              <a:rect l="l" t="t" r="r" b="b"/>
              <a:pathLst>
                <a:path w="3533" h="3029" extrusionOk="0">
                  <a:moveTo>
                    <a:pt x="2019" y="1"/>
                  </a:moveTo>
                  <a:cubicBezTo>
                    <a:pt x="673" y="1"/>
                    <a:pt x="1" y="1619"/>
                    <a:pt x="947" y="2587"/>
                  </a:cubicBezTo>
                  <a:cubicBezTo>
                    <a:pt x="1259" y="2892"/>
                    <a:pt x="1639" y="3029"/>
                    <a:pt x="2010" y="3029"/>
                  </a:cubicBezTo>
                  <a:cubicBezTo>
                    <a:pt x="2790" y="3029"/>
                    <a:pt x="3533" y="2426"/>
                    <a:pt x="3533" y="1514"/>
                  </a:cubicBezTo>
                  <a:cubicBezTo>
                    <a:pt x="3533" y="673"/>
                    <a:pt x="2860" y="1"/>
                    <a:pt x="2019"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0" name="Google Shape;8050;p62"/>
            <p:cNvSpPr/>
            <p:nvPr/>
          </p:nvSpPr>
          <p:spPr>
            <a:xfrm>
              <a:off x="2942621" y="3936889"/>
              <a:ext cx="34003" cy="45307"/>
            </a:xfrm>
            <a:custGeom>
              <a:avLst/>
              <a:gdLst/>
              <a:ahLst/>
              <a:cxnLst/>
              <a:rect l="l" t="t" r="r" b="b"/>
              <a:pathLst>
                <a:path w="2271" h="3026" extrusionOk="0">
                  <a:moveTo>
                    <a:pt x="610" y="1"/>
                  </a:moveTo>
                  <a:cubicBezTo>
                    <a:pt x="400" y="1"/>
                    <a:pt x="189" y="43"/>
                    <a:pt x="0" y="127"/>
                  </a:cubicBezTo>
                  <a:cubicBezTo>
                    <a:pt x="1199" y="652"/>
                    <a:pt x="1199" y="2355"/>
                    <a:pt x="0" y="2902"/>
                  </a:cubicBezTo>
                  <a:cubicBezTo>
                    <a:pt x="197" y="2986"/>
                    <a:pt x="400" y="3026"/>
                    <a:pt x="597" y="3026"/>
                  </a:cubicBezTo>
                  <a:cubicBezTo>
                    <a:pt x="1286" y="3026"/>
                    <a:pt x="1918" y="2548"/>
                    <a:pt x="2082" y="1830"/>
                  </a:cubicBezTo>
                  <a:cubicBezTo>
                    <a:pt x="2271" y="884"/>
                    <a:pt x="1556" y="1"/>
                    <a:pt x="610"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1" name="Google Shape;8051;p62"/>
            <p:cNvSpPr/>
            <p:nvPr/>
          </p:nvSpPr>
          <p:spPr>
            <a:xfrm>
              <a:off x="2611459" y="3810655"/>
              <a:ext cx="295288" cy="284163"/>
            </a:xfrm>
            <a:custGeom>
              <a:avLst/>
              <a:gdLst/>
              <a:ahLst/>
              <a:cxnLst/>
              <a:rect l="l" t="t" r="r" b="b"/>
              <a:pathLst>
                <a:path w="19722" h="18979" extrusionOk="0">
                  <a:moveTo>
                    <a:pt x="10240" y="1"/>
                  </a:moveTo>
                  <a:cubicBezTo>
                    <a:pt x="6392" y="1"/>
                    <a:pt x="2944" y="2313"/>
                    <a:pt x="1472" y="5867"/>
                  </a:cubicBezTo>
                  <a:cubicBezTo>
                    <a:pt x="1" y="9399"/>
                    <a:pt x="821" y="13498"/>
                    <a:pt x="3533" y="16211"/>
                  </a:cubicBezTo>
                  <a:cubicBezTo>
                    <a:pt x="5342" y="18020"/>
                    <a:pt x="7760" y="18978"/>
                    <a:pt x="10224" y="18978"/>
                  </a:cubicBezTo>
                  <a:cubicBezTo>
                    <a:pt x="11454" y="18978"/>
                    <a:pt x="12694" y="18740"/>
                    <a:pt x="13877" y="18250"/>
                  </a:cubicBezTo>
                  <a:cubicBezTo>
                    <a:pt x="17409" y="16778"/>
                    <a:pt x="19721" y="13330"/>
                    <a:pt x="19721" y="9483"/>
                  </a:cubicBezTo>
                  <a:cubicBezTo>
                    <a:pt x="19721" y="4248"/>
                    <a:pt x="15475" y="1"/>
                    <a:pt x="10240"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2" name="Google Shape;8052;p62"/>
            <p:cNvSpPr/>
            <p:nvPr/>
          </p:nvSpPr>
          <p:spPr>
            <a:xfrm>
              <a:off x="2744924" y="3810655"/>
              <a:ext cx="166854" cy="284313"/>
            </a:xfrm>
            <a:custGeom>
              <a:avLst/>
              <a:gdLst/>
              <a:ahLst/>
              <a:cxnLst/>
              <a:rect l="l" t="t" r="r" b="b"/>
              <a:pathLst>
                <a:path w="11144" h="18989" extrusionOk="0">
                  <a:moveTo>
                    <a:pt x="1326" y="1"/>
                  </a:moveTo>
                  <a:cubicBezTo>
                    <a:pt x="884" y="1"/>
                    <a:pt x="442" y="22"/>
                    <a:pt x="1" y="85"/>
                  </a:cubicBezTo>
                  <a:cubicBezTo>
                    <a:pt x="4710" y="737"/>
                    <a:pt x="8200" y="4752"/>
                    <a:pt x="8200" y="9483"/>
                  </a:cubicBezTo>
                  <a:cubicBezTo>
                    <a:pt x="8200" y="14234"/>
                    <a:pt x="4710" y="18250"/>
                    <a:pt x="1" y="18902"/>
                  </a:cubicBezTo>
                  <a:cubicBezTo>
                    <a:pt x="435" y="18960"/>
                    <a:pt x="865" y="18989"/>
                    <a:pt x="1290" y="18989"/>
                  </a:cubicBezTo>
                  <a:cubicBezTo>
                    <a:pt x="6204" y="18989"/>
                    <a:pt x="10417" y="15187"/>
                    <a:pt x="10765" y="10156"/>
                  </a:cubicBezTo>
                  <a:cubicBezTo>
                    <a:pt x="11144" y="4668"/>
                    <a:pt x="6813" y="1"/>
                    <a:pt x="1326"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3" name="Google Shape;8053;p62"/>
            <p:cNvSpPr/>
            <p:nvPr/>
          </p:nvSpPr>
          <p:spPr>
            <a:xfrm>
              <a:off x="2722900" y="3921467"/>
              <a:ext cx="73036" cy="62540"/>
            </a:xfrm>
            <a:custGeom>
              <a:avLst/>
              <a:gdLst/>
              <a:ahLst/>
              <a:cxnLst/>
              <a:rect l="l" t="t" r="r" b="b"/>
              <a:pathLst>
                <a:path w="4878" h="4177" extrusionOk="0">
                  <a:moveTo>
                    <a:pt x="2797" y="0"/>
                  </a:moveTo>
                  <a:cubicBezTo>
                    <a:pt x="925" y="0"/>
                    <a:pt x="0" y="2250"/>
                    <a:pt x="1325" y="3554"/>
                  </a:cubicBezTo>
                  <a:cubicBezTo>
                    <a:pt x="1748" y="3984"/>
                    <a:pt x="2272" y="4177"/>
                    <a:pt x="2786" y="4177"/>
                  </a:cubicBezTo>
                  <a:cubicBezTo>
                    <a:pt x="3853" y="4177"/>
                    <a:pt x="4878" y="3345"/>
                    <a:pt x="4878" y="2082"/>
                  </a:cubicBezTo>
                  <a:cubicBezTo>
                    <a:pt x="4878" y="925"/>
                    <a:pt x="3953" y="0"/>
                    <a:pt x="2797"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4" name="Google Shape;8054;p62"/>
            <p:cNvSpPr/>
            <p:nvPr/>
          </p:nvSpPr>
          <p:spPr>
            <a:xfrm>
              <a:off x="2752800" y="3921467"/>
              <a:ext cx="46295" cy="62540"/>
            </a:xfrm>
            <a:custGeom>
              <a:avLst/>
              <a:gdLst/>
              <a:ahLst/>
              <a:cxnLst/>
              <a:rect l="l" t="t" r="r" b="b"/>
              <a:pathLst>
                <a:path w="3092" h="4177" extrusionOk="0">
                  <a:moveTo>
                    <a:pt x="800" y="0"/>
                  </a:moveTo>
                  <a:cubicBezTo>
                    <a:pt x="526" y="0"/>
                    <a:pt x="253" y="42"/>
                    <a:pt x="1" y="148"/>
                  </a:cubicBezTo>
                  <a:cubicBezTo>
                    <a:pt x="1746" y="862"/>
                    <a:pt x="1746" y="3322"/>
                    <a:pt x="1" y="4016"/>
                  </a:cubicBezTo>
                  <a:cubicBezTo>
                    <a:pt x="264" y="4125"/>
                    <a:pt x="534" y="4176"/>
                    <a:pt x="799" y="4176"/>
                  </a:cubicBezTo>
                  <a:cubicBezTo>
                    <a:pt x="1758" y="4176"/>
                    <a:pt x="2641" y="3503"/>
                    <a:pt x="2839" y="2481"/>
                  </a:cubicBezTo>
                  <a:cubicBezTo>
                    <a:pt x="3091" y="1199"/>
                    <a:pt x="2103" y="0"/>
                    <a:pt x="800" y="0"/>
                  </a:cubicBezTo>
                  <a:close/>
                </a:path>
              </a:pathLst>
            </a:custGeom>
            <a:solidFill>
              <a:srgbClr val="8DA5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55" name="Google Shape;8055;p62"/>
          <p:cNvGrpSpPr/>
          <p:nvPr/>
        </p:nvGrpSpPr>
        <p:grpSpPr>
          <a:xfrm>
            <a:off x="3960519" y="1354540"/>
            <a:ext cx="370195" cy="300154"/>
            <a:chOff x="3952456" y="1524280"/>
            <a:chExt cx="370195" cy="300154"/>
          </a:xfrm>
        </p:grpSpPr>
        <p:sp>
          <p:nvSpPr>
            <p:cNvPr id="8056" name="Google Shape;8056;p62"/>
            <p:cNvSpPr/>
            <p:nvPr/>
          </p:nvSpPr>
          <p:spPr>
            <a:xfrm>
              <a:off x="3952456" y="1550482"/>
              <a:ext cx="370195" cy="248064"/>
            </a:xfrm>
            <a:custGeom>
              <a:avLst/>
              <a:gdLst/>
              <a:ahLst/>
              <a:cxnLst/>
              <a:rect l="l" t="t" r="r" b="b"/>
              <a:pathLst>
                <a:path w="24725" h="16568" extrusionOk="0">
                  <a:moveTo>
                    <a:pt x="484" y="1"/>
                  </a:moveTo>
                  <a:cubicBezTo>
                    <a:pt x="211" y="1"/>
                    <a:pt x="0" y="232"/>
                    <a:pt x="0" y="505"/>
                  </a:cubicBezTo>
                  <a:lnTo>
                    <a:pt x="0" y="16063"/>
                  </a:lnTo>
                  <a:cubicBezTo>
                    <a:pt x="0" y="16337"/>
                    <a:pt x="211" y="16568"/>
                    <a:pt x="484" y="16568"/>
                  </a:cubicBezTo>
                  <a:lnTo>
                    <a:pt x="24241" y="16568"/>
                  </a:lnTo>
                  <a:cubicBezTo>
                    <a:pt x="24515" y="16568"/>
                    <a:pt x="24725" y="16337"/>
                    <a:pt x="24725" y="16063"/>
                  </a:cubicBezTo>
                  <a:lnTo>
                    <a:pt x="24725" y="15138"/>
                  </a:lnTo>
                  <a:lnTo>
                    <a:pt x="24725" y="505"/>
                  </a:lnTo>
                  <a:cubicBezTo>
                    <a:pt x="24725" y="232"/>
                    <a:pt x="24515" y="1"/>
                    <a:pt x="24241" y="1"/>
                  </a:cubicBezTo>
                  <a:close/>
                </a:path>
              </a:pathLst>
            </a:custGeom>
            <a:solidFill>
              <a:srgbClr val="90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7" name="Google Shape;8057;p62"/>
            <p:cNvSpPr/>
            <p:nvPr/>
          </p:nvSpPr>
          <p:spPr>
            <a:xfrm>
              <a:off x="3977955" y="1550482"/>
              <a:ext cx="344697" cy="226669"/>
            </a:xfrm>
            <a:custGeom>
              <a:avLst/>
              <a:gdLst/>
              <a:ahLst/>
              <a:cxnLst/>
              <a:rect l="l" t="t" r="r" b="b"/>
              <a:pathLst>
                <a:path w="23022" h="15139" extrusionOk="0">
                  <a:moveTo>
                    <a:pt x="21" y="1"/>
                  </a:moveTo>
                  <a:lnTo>
                    <a:pt x="21" y="14634"/>
                  </a:lnTo>
                  <a:cubicBezTo>
                    <a:pt x="0" y="14907"/>
                    <a:pt x="232" y="15138"/>
                    <a:pt x="505" y="15138"/>
                  </a:cubicBezTo>
                  <a:lnTo>
                    <a:pt x="23022" y="15138"/>
                  </a:lnTo>
                  <a:lnTo>
                    <a:pt x="23022" y="505"/>
                  </a:lnTo>
                  <a:cubicBezTo>
                    <a:pt x="23022" y="232"/>
                    <a:pt x="22812" y="1"/>
                    <a:pt x="22538" y="1"/>
                  </a:cubicBezTo>
                  <a:close/>
                </a:path>
              </a:pathLst>
            </a:custGeom>
            <a:solidFill>
              <a:srgbClr val="AA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8" name="Google Shape;8058;p62"/>
            <p:cNvSpPr/>
            <p:nvPr/>
          </p:nvSpPr>
          <p:spPr>
            <a:xfrm>
              <a:off x="3990232" y="1524280"/>
              <a:ext cx="294644" cy="251613"/>
            </a:xfrm>
            <a:custGeom>
              <a:avLst/>
              <a:gdLst/>
              <a:ahLst/>
              <a:cxnLst/>
              <a:rect l="l" t="t" r="r" b="b"/>
              <a:pathLst>
                <a:path w="19679" h="16805" extrusionOk="0">
                  <a:moveTo>
                    <a:pt x="4933" y="0"/>
                  </a:moveTo>
                  <a:cubicBezTo>
                    <a:pt x="3281" y="0"/>
                    <a:pt x="1628" y="347"/>
                    <a:pt x="84" y="1036"/>
                  </a:cubicBezTo>
                  <a:cubicBezTo>
                    <a:pt x="42" y="1057"/>
                    <a:pt x="0" y="1099"/>
                    <a:pt x="0" y="1141"/>
                  </a:cubicBezTo>
                  <a:lnTo>
                    <a:pt x="0" y="16615"/>
                  </a:lnTo>
                  <a:cubicBezTo>
                    <a:pt x="0" y="16688"/>
                    <a:pt x="79" y="16745"/>
                    <a:pt x="142" y="16745"/>
                  </a:cubicBezTo>
                  <a:cubicBezTo>
                    <a:pt x="151" y="16745"/>
                    <a:pt x="160" y="16744"/>
                    <a:pt x="168" y="16741"/>
                  </a:cubicBezTo>
                  <a:cubicBezTo>
                    <a:pt x="1684" y="16071"/>
                    <a:pt x="3301" y="15739"/>
                    <a:pt x="4918" y="15739"/>
                  </a:cubicBezTo>
                  <a:cubicBezTo>
                    <a:pt x="6597" y="15739"/>
                    <a:pt x="8276" y="16097"/>
                    <a:pt x="9840" y="16804"/>
                  </a:cubicBezTo>
                  <a:cubicBezTo>
                    <a:pt x="11404" y="16097"/>
                    <a:pt x="13082" y="15739"/>
                    <a:pt x="14762" y="15739"/>
                  </a:cubicBezTo>
                  <a:cubicBezTo>
                    <a:pt x="16378" y="15739"/>
                    <a:pt x="17995" y="16071"/>
                    <a:pt x="19511" y="16741"/>
                  </a:cubicBezTo>
                  <a:cubicBezTo>
                    <a:pt x="19519" y="16744"/>
                    <a:pt x="19528" y="16745"/>
                    <a:pt x="19537" y="16745"/>
                  </a:cubicBezTo>
                  <a:cubicBezTo>
                    <a:pt x="19600" y="16745"/>
                    <a:pt x="19679" y="16688"/>
                    <a:pt x="19679" y="16615"/>
                  </a:cubicBezTo>
                  <a:lnTo>
                    <a:pt x="19679" y="1141"/>
                  </a:lnTo>
                  <a:cubicBezTo>
                    <a:pt x="19679" y="1099"/>
                    <a:pt x="19637" y="1057"/>
                    <a:pt x="19595" y="1036"/>
                  </a:cubicBezTo>
                  <a:cubicBezTo>
                    <a:pt x="18051" y="347"/>
                    <a:pt x="16398" y="0"/>
                    <a:pt x="14747" y="0"/>
                  </a:cubicBezTo>
                  <a:cubicBezTo>
                    <a:pt x="13071" y="0"/>
                    <a:pt x="11396" y="358"/>
                    <a:pt x="9840" y="1078"/>
                  </a:cubicBezTo>
                  <a:cubicBezTo>
                    <a:pt x="8283" y="358"/>
                    <a:pt x="6609" y="0"/>
                    <a:pt x="4933"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9" name="Google Shape;8059;p62"/>
            <p:cNvSpPr/>
            <p:nvPr/>
          </p:nvSpPr>
          <p:spPr>
            <a:xfrm>
              <a:off x="4003138" y="1524430"/>
              <a:ext cx="281738" cy="230367"/>
            </a:xfrm>
            <a:custGeom>
              <a:avLst/>
              <a:gdLst/>
              <a:ahLst/>
              <a:cxnLst/>
              <a:rect l="l" t="t" r="r" b="b"/>
              <a:pathLst>
                <a:path w="18817" h="15386" extrusionOk="0">
                  <a:moveTo>
                    <a:pt x="13885" y="1"/>
                  </a:moveTo>
                  <a:cubicBezTo>
                    <a:pt x="12209" y="1"/>
                    <a:pt x="10534" y="358"/>
                    <a:pt x="8978" y="1068"/>
                  </a:cubicBezTo>
                  <a:cubicBezTo>
                    <a:pt x="7423" y="360"/>
                    <a:pt x="5747" y="5"/>
                    <a:pt x="4069" y="5"/>
                  </a:cubicBezTo>
                  <a:cubicBezTo>
                    <a:pt x="2706" y="5"/>
                    <a:pt x="1343" y="239"/>
                    <a:pt x="42" y="711"/>
                  </a:cubicBezTo>
                  <a:lnTo>
                    <a:pt x="0" y="711"/>
                  </a:lnTo>
                  <a:lnTo>
                    <a:pt x="0" y="15196"/>
                  </a:lnTo>
                  <a:cubicBezTo>
                    <a:pt x="0" y="15262"/>
                    <a:pt x="51" y="15315"/>
                    <a:pt x="114" y="15315"/>
                  </a:cubicBezTo>
                  <a:cubicBezTo>
                    <a:pt x="132" y="15315"/>
                    <a:pt x="150" y="15311"/>
                    <a:pt x="168" y="15301"/>
                  </a:cubicBezTo>
                  <a:cubicBezTo>
                    <a:pt x="1858" y="14556"/>
                    <a:pt x="3381" y="14304"/>
                    <a:pt x="4666" y="14304"/>
                  </a:cubicBezTo>
                  <a:cubicBezTo>
                    <a:pt x="7332" y="14304"/>
                    <a:pt x="8978" y="15386"/>
                    <a:pt x="8978" y="15386"/>
                  </a:cubicBezTo>
                  <a:cubicBezTo>
                    <a:pt x="10765" y="14671"/>
                    <a:pt x="12657" y="14313"/>
                    <a:pt x="14570" y="14313"/>
                  </a:cubicBezTo>
                  <a:cubicBezTo>
                    <a:pt x="14626" y="14313"/>
                    <a:pt x="14682" y="14312"/>
                    <a:pt x="14738" y="14312"/>
                  </a:cubicBezTo>
                  <a:cubicBezTo>
                    <a:pt x="16131" y="14312"/>
                    <a:pt x="17503" y="14563"/>
                    <a:pt x="18817" y="15028"/>
                  </a:cubicBezTo>
                  <a:lnTo>
                    <a:pt x="18817" y="1131"/>
                  </a:lnTo>
                  <a:cubicBezTo>
                    <a:pt x="18817" y="1089"/>
                    <a:pt x="18775" y="1047"/>
                    <a:pt x="18733" y="1047"/>
                  </a:cubicBezTo>
                  <a:cubicBezTo>
                    <a:pt x="17189" y="348"/>
                    <a:pt x="15536" y="1"/>
                    <a:pt x="13885"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0" name="Google Shape;8060;p62"/>
            <p:cNvSpPr/>
            <p:nvPr/>
          </p:nvSpPr>
          <p:spPr>
            <a:xfrm>
              <a:off x="4137547" y="1524280"/>
              <a:ext cx="147329" cy="230517"/>
            </a:xfrm>
            <a:custGeom>
              <a:avLst/>
              <a:gdLst/>
              <a:ahLst/>
              <a:cxnLst/>
              <a:rect l="l" t="t" r="r" b="b"/>
              <a:pathLst>
                <a:path w="9840" h="15396" extrusionOk="0">
                  <a:moveTo>
                    <a:pt x="4908" y="0"/>
                  </a:moveTo>
                  <a:cubicBezTo>
                    <a:pt x="3232" y="0"/>
                    <a:pt x="1557" y="358"/>
                    <a:pt x="1" y="1078"/>
                  </a:cubicBezTo>
                  <a:lnTo>
                    <a:pt x="1" y="15396"/>
                  </a:lnTo>
                  <a:cubicBezTo>
                    <a:pt x="1788" y="14681"/>
                    <a:pt x="3680" y="14323"/>
                    <a:pt x="5593" y="14323"/>
                  </a:cubicBezTo>
                  <a:cubicBezTo>
                    <a:pt x="5649" y="14323"/>
                    <a:pt x="5705" y="14322"/>
                    <a:pt x="5761" y="14322"/>
                  </a:cubicBezTo>
                  <a:cubicBezTo>
                    <a:pt x="7154" y="14322"/>
                    <a:pt x="8526" y="14573"/>
                    <a:pt x="9840" y="15038"/>
                  </a:cubicBezTo>
                  <a:lnTo>
                    <a:pt x="9840" y="1141"/>
                  </a:lnTo>
                  <a:cubicBezTo>
                    <a:pt x="9840" y="1099"/>
                    <a:pt x="9798" y="1057"/>
                    <a:pt x="9756" y="1036"/>
                  </a:cubicBezTo>
                  <a:cubicBezTo>
                    <a:pt x="8212" y="347"/>
                    <a:pt x="6559" y="0"/>
                    <a:pt x="4908" y="0"/>
                  </a:cubicBezTo>
                  <a:close/>
                </a:path>
              </a:pathLst>
            </a:custGeom>
            <a:solidFill>
              <a:srgbClr val="7F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1" name="Google Shape;8061;p62"/>
            <p:cNvSpPr/>
            <p:nvPr/>
          </p:nvSpPr>
          <p:spPr>
            <a:xfrm>
              <a:off x="4137547" y="1766430"/>
              <a:ext cx="25828" cy="58003"/>
            </a:xfrm>
            <a:custGeom>
              <a:avLst/>
              <a:gdLst/>
              <a:ahLst/>
              <a:cxnLst/>
              <a:rect l="l" t="t" r="r" b="b"/>
              <a:pathLst>
                <a:path w="1725" h="3874" extrusionOk="0">
                  <a:moveTo>
                    <a:pt x="1725" y="0"/>
                  </a:moveTo>
                  <a:cubicBezTo>
                    <a:pt x="1136" y="148"/>
                    <a:pt x="547" y="379"/>
                    <a:pt x="1" y="631"/>
                  </a:cubicBezTo>
                  <a:lnTo>
                    <a:pt x="1" y="3743"/>
                  </a:lnTo>
                  <a:cubicBezTo>
                    <a:pt x="1" y="3819"/>
                    <a:pt x="67" y="3873"/>
                    <a:pt x="127" y="3873"/>
                  </a:cubicBezTo>
                  <a:cubicBezTo>
                    <a:pt x="150" y="3873"/>
                    <a:pt x="172" y="3865"/>
                    <a:pt x="190" y="3848"/>
                  </a:cubicBezTo>
                  <a:lnTo>
                    <a:pt x="799" y="3364"/>
                  </a:lnTo>
                  <a:cubicBezTo>
                    <a:pt x="821" y="3343"/>
                    <a:pt x="847" y="3333"/>
                    <a:pt x="876" y="3333"/>
                  </a:cubicBezTo>
                  <a:cubicBezTo>
                    <a:pt x="905" y="3333"/>
                    <a:pt x="936" y="3343"/>
                    <a:pt x="968" y="3364"/>
                  </a:cubicBezTo>
                  <a:lnTo>
                    <a:pt x="1514" y="3827"/>
                  </a:lnTo>
                  <a:cubicBezTo>
                    <a:pt x="1541" y="3847"/>
                    <a:pt x="1573" y="3857"/>
                    <a:pt x="1603" y="3857"/>
                  </a:cubicBezTo>
                  <a:cubicBezTo>
                    <a:pt x="1666" y="3857"/>
                    <a:pt x="1725" y="3814"/>
                    <a:pt x="1725" y="3743"/>
                  </a:cubicBezTo>
                  <a:lnTo>
                    <a:pt x="1725" y="0"/>
                  </a:lnTo>
                  <a:close/>
                </a:path>
              </a:pathLst>
            </a:custGeom>
            <a:solidFill>
              <a:srgbClr val="C6D2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062" name="Google Shape;8062;p62"/>
          <p:cNvSpPr txBox="1"/>
          <p:nvPr/>
        </p:nvSpPr>
        <p:spPr>
          <a:xfrm>
            <a:off x="849675" y="511017"/>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Educational Icons</a:t>
            </a:r>
            <a:endParaRPr sz="2400">
              <a:solidFill>
                <a:schemeClr val="lt1"/>
              </a:solidFill>
            </a:endParaRPr>
          </a:p>
        </p:txBody>
      </p:sp>
      <p:sp>
        <p:nvSpPr>
          <p:cNvPr id="8063" name="Google Shape;8063;p62"/>
          <p:cNvSpPr txBox="1"/>
          <p:nvPr/>
        </p:nvSpPr>
        <p:spPr>
          <a:xfrm>
            <a:off x="4858400" y="511017"/>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Medical Icons</a:t>
            </a:r>
            <a:endParaRPr sz="2400">
              <a:solidFill>
                <a:schemeClr val="lt1"/>
              </a:solidFill>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8067"/>
        <p:cNvGrpSpPr/>
        <p:nvPr/>
      </p:nvGrpSpPr>
      <p:grpSpPr>
        <a:xfrm>
          <a:off x="0" y="0"/>
          <a:ext cx="0" cy="0"/>
          <a:chOff x="0" y="0"/>
          <a:chExt cx="0" cy="0"/>
        </a:xfrm>
      </p:grpSpPr>
      <p:grpSp>
        <p:nvGrpSpPr>
          <p:cNvPr id="8068" name="Google Shape;8068;p63"/>
          <p:cNvGrpSpPr/>
          <p:nvPr/>
        </p:nvGrpSpPr>
        <p:grpSpPr>
          <a:xfrm>
            <a:off x="894207" y="1345785"/>
            <a:ext cx="257112" cy="362808"/>
            <a:chOff x="908482" y="1502585"/>
            <a:chExt cx="257112" cy="362808"/>
          </a:xfrm>
        </p:grpSpPr>
        <p:sp>
          <p:nvSpPr>
            <p:cNvPr id="8069" name="Google Shape;8069;p63"/>
            <p:cNvSpPr/>
            <p:nvPr/>
          </p:nvSpPr>
          <p:spPr>
            <a:xfrm>
              <a:off x="908482" y="1526088"/>
              <a:ext cx="257112" cy="339305"/>
            </a:xfrm>
            <a:custGeom>
              <a:avLst/>
              <a:gdLst/>
              <a:ahLst/>
              <a:cxnLst/>
              <a:rect l="l" t="t" r="r" b="b"/>
              <a:pathLst>
                <a:path w="9791" h="12921" extrusionOk="0">
                  <a:moveTo>
                    <a:pt x="670" y="0"/>
                  </a:moveTo>
                  <a:cubicBezTo>
                    <a:pt x="297" y="0"/>
                    <a:pt x="0" y="297"/>
                    <a:pt x="0" y="670"/>
                  </a:cubicBezTo>
                  <a:lnTo>
                    <a:pt x="0" y="12250"/>
                  </a:lnTo>
                  <a:cubicBezTo>
                    <a:pt x="0" y="12623"/>
                    <a:pt x="297" y="12920"/>
                    <a:pt x="670" y="12920"/>
                  </a:cubicBezTo>
                  <a:lnTo>
                    <a:pt x="9131" y="12920"/>
                  </a:lnTo>
                  <a:cubicBezTo>
                    <a:pt x="9494" y="12920"/>
                    <a:pt x="9791" y="12623"/>
                    <a:pt x="9791" y="12250"/>
                  </a:cubicBezTo>
                  <a:lnTo>
                    <a:pt x="9791" y="670"/>
                  </a:lnTo>
                  <a:cubicBezTo>
                    <a:pt x="9791" y="297"/>
                    <a:pt x="9494" y="0"/>
                    <a:pt x="9131" y="0"/>
                  </a:cubicBezTo>
                  <a:lnTo>
                    <a:pt x="5561" y="0"/>
                  </a:lnTo>
                  <a:cubicBezTo>
                    <a:pt x="5551" y="354"/>
                    <a:pt x="5255" y="642"/>
                    <a:pt x="4900" y="642"/>
                  </a:cubicBezTo>
                  <a:cubicBezTo>
                    <a:pt x="4537" y="642"/>
                    <a:pt x="4240" y="354"/>
                    <a:pt x="4231"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0" name="Google Shape;8070;p63"/>
            <p:cNvSpPr/>
            <p:nvPr/>
          </p:nvSpPr>
          <p:spPr>
            <a:xfrm>
              <a:off x="920036" y="1526088"/>
              <a:ext cx="234003" cy="315671"/>
            </a:xfrm>
            <a:custGeom>
              <a:avLst/>
              <a:gdLst/>
              <a:ahLst/>
              <a:cxnLst/>
              <a:rect l="l" t="t" r="r" b="b"/>
              <a:pathLst>
                <a:path w="8911" h="12021" extrusionOk="0">
                  <a:moveTo>
                    <a:pt x="2010" y="0"/>
                  </a:moveTo>
                  <a:lnTo>
                    <a:pt x="2010" y="220"/>
                  </a:lnTo>
                  <a:cubicBezTo>
                    <a:pt x="2001" y="345"/>
                    <a:pt x="1905" y="441"/>
                    <a:pt x="1790" y="441"/>
                  </a:cubicBezTo>
                  <a:lnTo>
                    <a:pt x="450" y="441"/>
                  </a:lnTo>
                  <a:cubicBezTo>
                    <a:pt x="202" y="441"/>
                    <a:pt x="1" y="642"/>
                    <a:pt x="1" y="890"/>
                  </a:cubicBezTo>
                  <a:lnTo>
                    <a:pt x="1" y="11580"/>
                  </a:lnTo>
                  <a:cubicBezTo>
                    <a:pt x="1" y="11820"/>
                    <a:pt x="202" y="12021"/>
                    <a:pt x="450" y="12021"/>
                  </a:cubicBezTo>
                  <a:lnTo>
                    <a:pt x="8461" y="12021"/>
                  </a:lnTo>
                  <a:cubicBezTo>
                    <a:pt x="8710" y="12021"/>
                    <a:pt x="8911" y="11820"/>
                    <a:pt x="8911" y="11580"/>
                  </a:cubicBezTo>
                  <a:lnTo>
                    <a:pt x="8911" y="890"/>
                  </a:lnTo>
                  <a:cubicBezTo>
                    <a:pt x="8911" y="642"/>
                    <a:pt x="8710" y="441"/>
                    <a:pt x="8470" y="441"/>
                  </a:cubicBezTo>
                  <a:lnTo>
                    <a:pt x="7131" y="441"/>
                  </a:lnTo>
                  <a:cubicBezTo>
                    <a:pt x="7006" y="441"/>
                    <a:pt x="6910" y="345"/>
                    <a:pt x="6910" y="220"/>
                  </a:cubicBezTo>
                  <a:lnTo>
                    <a:pt x="6910" y="0"/>
                  </a:lnTo>
                  <a:lnTo>
                    <a:pt x="5121" y="0"/>
                  </a:lnTo>
                  <a:cubicBezTo>
                    <a:pt x="5111" y="354"/>
                    <a:pt x="4815" y="642"/>
                    <a:pt x="4460" y="642"/>
                  </a:cubicBezTo>
                  <a:cubicBezTo>
                    <a:pt x="4097" y="642"/>
                    <a:pt x="3800" y="354"/>
                    <a:pt x="3791"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1" name="Google Shape;8071;p63"/>
            <p:cNvSpPr/>
            <p:nvPr/>
          </p:nvSpPr>
          <p:spPr>
            <a:xfrm>
              <a:off x="931853" y="1549459"/>
              <a:ext cx="210631" cy="280746"/>
            </a:xfrm>
            <a:custGeom>
              <a:avLst/>
              <a:gdLst/>
              <a:ahLst/>
              <a:cxnLst/>
              <a:rect l="l" t="t" r="r" b="b"/>
              <a:pathLst>
                <a:path w="8021" h="10691" extrusionOk="0">
                  <a:moveTo>
                    <a:pt x="221" y="0"/>
                  </a:moveTo>
                  <a:cubicBezTo>
                    <a:pt x="96" y="0"/>
                    <a:pt x="0" y="106"/>
                    <a:pt x="0" y="220"/>
                  </a:cubicBezTo>
                  <a:lnTo>
                    <a:pt x="0" y="10470"/>
                  </a:lnTo>
                  <a:cubicBezTo>
                    <a:pt x="0" y="10595"/>
                    <a:pt x="96" y="10690"/>
                    <a:pt x="221" y="10690"/>
                  </a:cubicBezTo>
                  <a:lnTo>
                    <a:pt x="7791" y="10690"/>
                  </a:lnTo>
                  <a:cubicBezTo>
                    <a:pt x="7915" y="10690"/>
                    <a:pt x="8020" y="10595"/>
                    <a:pt x="8020" y="10470"/>
                  </a:cubicBezTo>
                  <a:lnTo>
                    <a:pt x="8020" y="220"/>
                  </a:lnTo>
                  <a:cubicBezTo>
                    <a:pt x="8020" y="106"/>
                    <a:pt x="7915" y="0"/>
                    <a:pt x="779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2" name="Google Shape;8072;p63"/>
            <p:cNvSpPr/>
            <p:nvPr/>
          </p:nvSpPr>
          <p:spPr>
            <a:xfrm>
              <a:off x="984373" y="1502585"/>
              <a:ext cx="105329" cy="52678"/>
            </a:xfrm>
            <a:custGeom>
              <a:avLst/>
              <a:gdLst/>
              <a:ahLst/>
              <a:cxnLst/>
              <a:rect l="l" t="t" r="r" b="b"/>
              <a:pathLst>
                <a:path w="4011" h="2006" extrusionOk="0">
                  <a:moveTo>
                    <a:pt x="2004" y="558"/>
                  </a:moveTo>
                  <a:cubicBezTo>
                    <a:pt x="2178" y="558"/>
                    <a:pt x="2345" y="694"/>
                    <a:pt x="2345" y="895"/>
                  </a:cubicBezTo>
                  <a:cubicBezTo>
                    <a:pt x="2345" y="1087"/>
                    <a:pt x="2192" y="1230"/>
                    <a:pt x="2010" y="1230"/>
                  </a:cubicBezTo>
                  <a:cubicBezTo>
                    <a:pt x="1714" y="1230"/>
                    <a:pt x="1561" y="867"/>
                    <a:pt x="1771" y="656"/>
                  </a:cubicBezTo>
                  <a:cubicBezTo>
                    <a:pt x="1839" y="589"/>
                    <a:pt x="1922" y="558"/>
                    <a:pt x="2004" y="558"/>
                  </a:cubicBezTo>
                  <a:close/>
                  <a:moveTo>
                    <a:pt x="2006" y="0"/>
                  </a:moveTo>
                  <a:cubicBezTo>
                    <a:pt x="1707" y="0"/>
                    <a:pt x="1408" y="149"/>
                    <a:pt x="1235" y="446"/>
                  </a:cubicBezTo>
                  <a:lnTo>
                    <a:pt x="450" y="446"/>
                  </a:lnTo>
                  <a:cubicBezTo>
                    <a:pt x="202" y="446"/>
                    <a:pt x="1" y="646"/>
                    <a:pt x="1" y="895"/>
                  </a:cubicBezTo>
                  <a:lnTo>
                    <a:pt x="1" y="1785"/>
                  </a:lnTo>
                  <a:cubicBezTo>
                    <a:pt x="1" y="1910"/>
                    <a:pt x="106" y="2005"/>
                    <a:pt x="230" y="2005"/>
                  </a:cubicBezTo>
                  <a:lnTo>
                    <a:pt x="3791" y="2005"/>
                  </a:lnTo>
                  <a:cubicBezTo>
                    <a:pt x="3915" y="2005"/>
                    <a:pt x="4011" y="1910"/>
                    <a:pt x="4011" y="1785"/>
                  </a:cubicBezTo>
                  <a:lnTo>
                    <a:pt x="4011" y="895"/>
                  </a:lnTo>
                  <a:cubicBezTo>
                    <a:pt x="4011" y="646"/>
                    <a:pt x="3810" y="446"/>
                    <a:pt x="3570" y="446"/>
                  </a:cubicBezTo>
                  <a:lnTo>
                    <a:pt x="2776" y="446"/>
                  </a:lnTo>
                  <a:cubicBezTo>
                    <a:pt x="2604" y="149"/>
                    <a:pt x="2305" y="0"/>
                    <a:pt x="2006"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3" name="Google Shape;8073;p63"/>
            <p:cNvSpPr/>
            <p:nvPr/>
          </p:nvSpPr>
          <p:spPr>
            <a:xfrm>
              <a:off x="964022" y="1663559"/>
              <a:ext cx="29175" cy="29175"/>
            </a:xfrm>
            <a:custGeom>
              <a:avLst/>
              <a:gdLst/>
              <a:ahLst/>
              <a:cxnLst/>
              <a:rect l="l" t="t" r="r" b="b"/>
              <a:pathLst>
                <a:path w="1111" h="1111" extrusionOk="0">
                  <a:moveTo>
                    <a:pt x="556" y="0"/>
                  </a:moveTo>
                  <a:cubicBezTo>
                    <a:pt x="249" y="0"/>
                    <a:pt x="0" y="249"/>
                    <a:pt x="0" y="555"/>
                  </a:cubicBezTo>
                  <a:cubicBezTo>
                    <a:pt x="0" y="862"/>
                    <a:pt x="249" y="1110"/>
                    <a:pt x="556" y="1110"/>
                  </a:cubicBezTo>
                  <a:cubicBezTo>
                    <a:pt x="862" y="1110"/>
                    <a:pt x="1111" y="862"/>
                    <a:pt x="1111" y="555"/>
                  </a:cubicBezTo>
                  <a:cubicBezTo>
                    <a:pt x="1111" y="249"/>
                    <a:pt x="862" y="0"/>
                    <a:pt x="556"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4" name="Google Shape;8074;p63"/>
            <p:cNvSpPr/>
            <p:nvPr/>
          </p:nvSpPr>
          <p:spPr>
            <a:xfrm>
              <a:off x="964022" y="1716079"/>
              <a:ext cx="29175" cy="29437"/>
            </a:xfrm>
            <a:custGeom>
              <a:avLst/>
              <a:gdLst/>
              <a:ahLst/>
              <a:cxnLst/>
              <a:rect l="l" t="t" r="r" b="b"/>
              <a:pathLst>
                <a:path w="1111" h="1121" extrusionOk="0">
                  <a:moveTo>
                    <a:pt x="556" y="0"/>
                  </a:moveTo>
                  <a:cubicBezTo>
                    <a:pt x="249" y="0"/>
                    <a:pt x="0" y="249"/>
                    <a:pt x="0" y="565"/>
                  </a:cubicBezTo>
                  <a:cubicBezTo>
                    <a:pt x="0" y="871"/>
                    <a:pt x="249" y="1120"/>
                    <a:pt x="556" y="1120"/>
                  </a:cubicBezTo>
                  <a:cubicBezTo>
                    <a:pt x="862" y="1120"/>
                    <a:pt x="1111" y="871"/>
                    <a:pt x="1111" y="565"/>
                  </a:cubicBezTo>
                  <a:cubicBezTo>
                    <a:pt x="1111" y="249"/>
                    <a:pt x="862" y="0"/>
                    <a:pt x="556"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5" name="Google Shape;8075;p63"/>
            <p:cNvSpPr/>
            <p:nvPr/>
          </p:nvSpPr>
          <p:spPr>
            <a:xfrm>
              <a:off x="964022" y="1768862"/>
              <a:ext cx="29175" cy="29175"/>
            </a:xfrm>
            <a:custGeom>
              <a:avLst/>
              <a:gdLst/>
              <a:ahLst/>
              <a:cxnLst/>
              <a:rect l="l" t="t" r="r" b="b"/>
              <a:pathLst>
                <a:path w="1111" h="1111" extrusionOk="0">
                  <a:moveTo>
                    <a:pt x="556" y="0"/>
                  </a:moveTo>
                  <a:cubicBezTo>
                    <a:pt x="249" y="0"/>
                    <a:pt x="0" y="249"/>
                    <a:pt x="0" y="555"/>
                  </a:cubicBezTo>
                  <a:cubicBezTo>
                    <a:pt x="0" y="861"/>
                    <a:pt x="249" y="1110"/>
                    <a:pt x="556" y="1110"/>
                  </a:cubicBezTo>
                  <a:cubicBezTo>
                    <a:pt x="862" y="1110"/>
                    <a:pt x="1111" y="861"/>
                    <a:pt x="1111" y="555"/>
                  </a:cubicBezTo>
                  <a:cubicBezTo>
                    <a:pt x="1111" y="249"/>
                    <a:pt x="862" y="0"/>
                    <a:pt x="556"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6" name="Google Shape;8076;p63"/>
            <p:cNvSpPr/>
            <p:nvPr/>
          </p:nvSpPr>
          <p:spPr>
            <a:xfrm>
              <a:off x="1005985" y="1660539"/>
              <a:ext cx="68145" cy="11843"/>
            </a:xfrm>
            <a:custGeom>
              <a:avLst/>
              <a:gdLst/>
              <a:ahLst/>
              <a:cxnLst/>
              <a:rect l="l" t="t" r="r" b="b"/>
              <a:pathLst>
                <a:path w="2595" h="451" extrusionOk="0">
                  <a:moveTo>
                    <a:pt x="297" y="0"/>
                  </a:moveTo>
                  <a:cubicBezTo>
                    <a:pt x="1" y="0"/>
                    <a:pt x="1" y="450"/>
                    <a:pt x="297" y="450"/>
                  </a:cubicBezTo>
                  <a:lnTo>
                    <a:pt x="2307" y="450"/>
                  </a:lnTo>
                  <a:cubicBezTo>
                    <a:pt x="2594" y="450"/>
                    <a:pt x="2594" y="0"/>
                    <a:pt x="230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7" name="Google Shape;8077;p63"/>
            <p:cNvSpPr/>
            <p:nvPr/>
          </p:nvSpPr>
          <p:spPr>
            <a:xfrm>
              <a:off x="1005985" y="1683910"/>
              <a:ext cx="109110" cy="11843"/>
            </a:xfrm>
            <a:custGeom>
              <a:avLst/>
              <a:gdLst/>
              <a:ahLst/>
              <a:cxnLst/>
              <a:rect l="l" t="t" r="r" b="b"/>
              <a:pathLst>
                <a:path w="4155" h="451" extrusionOk="0">
                  <a:moveTo>
                    <a:pt x="297" y="0"/>
                  </a:moveTo>
                  <a:cubicBezTo>
                    <a:pt x="1" y="0"/>
                    <a:pt x="1" y="450"/>
                    <a:pt x="297" y="450"/>
                  </a:cubicBezTo>
                  <a:lnTo>
                    <a:pt x="3858" y="450"/>
                  </a:lnTo>
                  <a:cubicBezTo>
                    <a:pt x="4154" y="450"/>
                    <a:pt x="4154" y="0"/>
                    <a:pt x="3858"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8" name="Google Shape;8078;p63"/>
            <p:cNvSpPr/>
            <p:nvPr/>
          </p:nvSpPr>
          <p:spPr>
            <a:xfrm>
              <a:off x="1005985" y="1713322"/>
              <a:ext cx="68145" cy="11581"/>
            </a:xfrm>
            <a:custGeom>
              <a:avLst/>
              <a:gdLst/>
              <a:ahLst/>
              <a:cxnLst/>
              <a:rect l="l" t="t" r="r" b="b"/>
              <a:pathLst>
                <a:path w="2595" h="441" extrusionOk="0">
                  <a:moveTo>
                    <a:pt x="297" y="0"/>
                  </a:moveTo>
                  <a:cubicBezTo>
                    <a:pt x="1" y="0"/>
                    <a:pt x="1" y="440"/>
                    <a:pt x="297" y="440"/>
                  </a:cubicBezTo>
                  <a:lnTo>
                    <a:pt x="2307" y="440"/>
                  </a:lnTo>
                  <a:cubicBezTo>
                    <a:pt x="2594" y="440"/>
                    <a:pt x="2594" y="0"/>
                    <a:pt x="230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9" name="Google Shape;8079;p63"/>
            <p:cNvSpPr/>
            <p:nvPr/>
          </p:nvSpPr>
          <p:spPr>
            <a:xfrm>
              <a:off x="1005985" y="1736693"/>
              <a:ext cx="109110" cy="11581"/>
            </a:xfrm>
            <a:custGeom>
              <a:avLst/>
              <a:gdLst/>
              <a:ahLst/>
              <a:cxnLst/>
              <a:rect l="l" t="t" r="r" b="b"/>
              <a:pathLst>
                <a:path w="4155" h="441" extrusionOk="0">
                  <a:moveTo>
                    <a:pt x="297" y="0"/>
                  </a:moveTo>
                  <a:cubicBezTo>
                    <a:pt x="1" y="0"/>
                    <a:pt x="1" y="440"/>
                    <a:pt x="297" y="440"/>
                  </a:cubicBezTo>
                  <a:lnTo>
                    <a:pt x="3858" y="440"/>
                  </a:lnTo>
                  <a:cubicBezTo>
                    <a:pt x="4154" y="440"/>
                    <a:pt x="4154" y="0"/>
                    <a:pt x="3858"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0" name="Google Shape;8080;p63"/>
            <p:cNvSpPr/>
            <p:nvPr/>
          </p:nvSpPr>
          <p:spPr>
            <a:xfrm>
              <a:off x="1005985" y="1765842"/>
              <a:ext cx="68145" cy="11843"/>
            </a:xfrm>
            <a:custGeom>
              <a:avLst/>
              <a:gdLst/>
              <a:ahLst/>
              <a:cxnLst/>
              <a:rect l="l" t="t" r="r" b="b"/>
              <a:pathLst>
                <a:path w="2595" h="451" extrusionOk="0">
                  <a:moveTo>
                    <a:pt x="297" y="0"/>
                  </a:moveTo>
                  <a:cubicBezTo>
                    <a:pt x="1" y="0"/>
                    <a:pt x="1" y="450"/>
                    <a:pt x="297" y="450"/>
                  </a:cubicBezTo>
                  <a:lnTo>
                    <a:pt x="2307" y="450"/>
                  </a:lnTo>
                  <a:cubicBezTo>
                    <a:pt x="2594" y="450"/>
                    <a:pt x="2594" y="0"/>
                    <a:pt x="230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1" name="Google Shape;8081;p63"/>
            <p:cNvSpPr/>
            <p:nvPr/>
          </p:nvSpPr>
          <p:spPr>
            <a:xfrm>
              <a:off x="1005985" y="1789213"/>
              <a:ext cx="109110" cy="11843"/>
            </a:xfrm>
            <a:custGeom>
              <a:avLst/>
              <a:gdLst/>
              <a:ahLst/>
              <a:cxnLst/>
              <a:rect l="l" t="t" r="r" b="b"/>
              <a:pathLst>
                <a:path w="4155" h="451" extrusionOk="0">
                  <a:moveTo>
                    <a:pt x="297" y="0"/>
                  </a:moveTo>
                  <a:cubicBezTo>
                    <a:pt x="1" y="0"/>
                    <a:pt x="1" y="450"/>
                    <a:pt x="297" y="450"/>
                  </a:cubicBezTo>
                  <a:lnTo>
                    <a:pt x="3858" y="450"/>
                  </a:lnTo>
                  <a:cubicBezTo>
                    <a:pt x="4154" y="450"/>
                    <a:pt x="4154" y="0"/>
                    <a:pt x="3858"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2" name="Google Shape;8082;p63"/>
            <p:cNvSpPr/>
            <p:nvPr/>
          </p:nvSpPr>
          <p:spPr>
            <a:xfrm>
              <a:off x="1005985" y="1572831"/>
              <a:ext cx="103333" cy="11843"/>
            </a:xfrm>
            <a:custGeom>
              <a:avLst/>
              <a:gdLst/>
              <a:ahLst/>
              <a:cxnLst/>
              <a:rect l="l" t="t" r="r" b="b"/>
              <a:pathLst>
                <a:path w="3935" h="451" extrusionOk="0">
                  <a:moveTo>
                    <a:pt x="297" y="0"/>
                  </a:moveTo>
                  <a:cubicBezTo>
                    <a:pt x="1" y="0"/>
                    <a:pt x="1" y="450"/>
                    <a:pt x="297" y="450"/>
                  </a:cubicBezTo>
                  <a:lnTo>
                    <a:pt x="3637" y="450"/>
                  </a:lnTo>
                  <a:cubicBezTo>
                    <a:pt x="3934" y="450"/>
                    <a:pt x="3934" y="0"/>
                    <a:pt x="363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3" name="Google Shape;8083;p63"/>
            <p:cNvSpPr/>
            <p:nvPr/>
          </p:nvSpPr>
          <p:spPr>
            <a:xfrm>
              <a:off x="959243" y="1625613"/>
              <a:ext cx="155853" cy="11581"/>
            </a:xfrm>
            <a:custGeom>
              <a:avLst/>
              <a:gdLst/>
              <a:ahLst/>
              <a:cxnLst/>
              <a:rect l="l" t="t" r="r" b="b"/>
              <a:pathLst>
                <a:path w="5935" h="441" extrusionOk="0">
                  <a:moveTo>
                    <a:pt x="297" y="0"/>
                  </a:moveTo>
                  <a:cubicBezTo>
                    <a:pt x="1" y="0"/>
                    <a:pt x="1" y="440"/>
                    <a:pt x="297" y="440"/>
                  </a:cubicBezTo>
                  <a:lnTo>
                    <a:pt x="5638" y="440"/>
                  </a:lnTo>
                  <a:cubicBezTo>
                    <a:pt x="5934" y="440"/>
                    <a:pt x="5934" y="0"/>
                    <a:pt x="5638"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4" name="Google Shape;8084;p63"/>
            <p:cNvSpPr/>
            <p:nvPr/>
          </p:nvSpPr>
          <p:spPr>
            <a:xfrm>
              <a:off x="1005985" y="1596202"/>
              <a:ext cx="27179" cy="11843"/>
            </a:xfrm>
            <a:custGeom>
              <a:avLst/>
              <a:gdLst/>
              <a:ahLst/>
              <a:cxnLst/>
              <a:rect l="l" t="t" r="r" b="b"/>
              <a:pathLst>
                <a:path w="1035" h="451" extrusionOk="0">
                  <a:moveTo>
                    <a:pt x="297" y="0"/>
                  </a:moveTo>
                  <a:cubicBezTo>
                    <a:pt x="1" y="0"/>
                    <a:pt x="1" y="450"/>
                    <a:pt x="297" y="450"/>
                  </a:cubicBezTo>
                  <a:lnTo>
                    <a:pt x="738" y="450"/>
                  </a:lnTo>
                  <a:cubicBezTo>
                    <a:pt x="1034" y="450"/>
                    <a:pt x="1034" y="0"/>
                    <a:pt x="738"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5" name="Google Shape;8085;p63"/>
            <p:cNvSpPr/>
            <p:nvPr/>
          </p:nvSpPr>
          <p:spPr>
            <a:xfrm>
              <a:off x="1040911" y="1596202"/>
              <a:ext cx="38996" cy="11843"/>
            </a:xfrm>
            <a:custGeom>
              <a:avLst/>
              <a:gdLst/>
              <a:ahLst/>
              <a:cxnLst/>
              <a:rect l="l" t="t" r="r" b="b"/>
              <a:pathLst>
                <a:path w="1485" h="451" extrusionOk="0">
                  <a:moveTo>
                    <a:pt x="298" y="0"/>
                  </a:moveTo>
                  <a:cubicBezTo>
                    <a:pt x="1" y="0"/>
                    <a:pt x="1" y="450"/>
                    <a:pt x="298" y="450"/>
                  </a:cubicBezTo>
                  <a:lnTo>
                    <a:pt x="1188" y="450"/>
                  </a:lnTo>
                  <a:cubicBezTo>
                    <a:pt x="1484" y="450"/>
                    <a:pt x="1484" y="0"/>
                    <a:pt x="1188"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6" name="Google Shape;8086;p63"/>
            <p:cNvSpPr/>
            <p:nvPr/>
          </p:nvSpPr>
          <p:spPr>
            <a:xfrm>
              <a:off x="961002" y="1572831"/>
              <a:ext cx="35215" cy="35215"/>
            </a:xfrm>
            <a:custGeom>
              <a:avLst/>
              <a:gdLst/>
              <a:ahLst/>
              <a:cxnLst/>
              <a:rect l="l" t="t" r="r" b="b"/>
              <a:pathLst>
                <a:path w="1341" h="1341" extrusionOk="0">
                  <a:moveTo>
                    <a:pt x="230" y="0"/>
                  </a:moveTo>
                  <a:cubicBezTo>
                    <a:pt x="106" y="0"/>
                    <a:pt x="1" y="106"/>
                    <a:pt x="1" y="230"/>
                  </a:cubicBezTo>
                  <a:lnTo>
                    <a:pt x="1" y="1120"/>
                  </a:lnTo>
                  <a:cubicBezTo>
                    <a:pt x="1" y="1235"/>
                    <a:pt x="106" y="1340"/>
                    <a:pt x="230" y="1340"/>
                  </a:cubicBezTo>
                  <a:lnTo>
                    <a:pt x="1120" y="1340"/>
                  </a:lnTo>
                  <a:cubicBezTo>
                    <a:pt x="1235" y="1340"/>
                    <a:pt x="1340" y="1245"/>
                    <a:pt x="1340" y="1120"/>
                  </a:cubicBezTo>
                  <a:lnTo>
                    <a:pt x="1340" y="230"/>
                  </a:lnTo>
                  <a:cubicBezTo>
                    <a:pt x="1340" y="106"/>
                    <a:pt x="1235" y="0"/>
                    <a:pt x="112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7" name="Google Shape;8087;p63"/>
            <p:cNvSpPr/>
            <p:nvPr/>
          </p:nvSpPr>
          <p:spPr>
            <a:xfrm>
              <a:off x="984373" y="1543682"/>
              <a:ext cx="105329" cy="11581"/>
            </a:xfrm>
            <a:custGeom>
              <a:avLst/>
              <a:gdLst/>
              <a:ahLst/>
              <a:cxnLst/>
              <a:rect l="l" t="t" r="r" b="b"/>
              <a:pathLst>
                <a:path w="4011" h="441" extrusionOk="0">
                  <a:moveTo>
                    <a:pt x="230" y="0"/>
                  </a:moveTo>
                  <a:cubicBezTo>
                    <a:pt x="106" y="0"/>
                    <a:pt x="1" y="96"/>
                    <a:pt x="1" y="220"/>
                  </a:cubicBezTo>
                  <a:cubicBezTo>
                    <a:pt x="1" y="345"/>
                    <a:pt x="106" y="440"/>
                    <a:pt x="230" y="440"/>
                  </a:cubicBezTo>
                  <a:lnTo>
                    <a:pt x="3791" y="440"/>
                  </a:lnTo>
                  <a:cubicBezTo>
                    <a:pt x="3915" y="440"/>
                    <a:pt x="4011" y="345"/>
                    <a:pt x="4011" y="220"/>
                  </a:cubicBezTo>
                  <a:cubicBezTo>
                    <a:pt x="4011" y="96"/>
                    <a:pt x="3915" y="0"/>
                    <a:pt x="3791"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8" name="Google Shape;8088;p63"/>
            <p:cNvSpPr/>
            <p:nvPr/>
          </p:nvSpPr>
          <p:spPr>
            <a:xfrm>
              <a:off x="969799" y="1581628"/>
              <a:ext cx="17620" cy="17620"/>
            </a:xfrm>
            <a:custGeom>
              <a:avLst/>
              <a:gdLst/>
              <a:ahLst/>
              <a:cxnLst/>
              <a:rect l="l" t="t" r="r" b="b"/>
              <a:pathLst>
                <a:path w="671" h="671" extrusionOk="0">
                  <a:moveTo>
                    <a:pt x="336" y="0"/>
                  </a:moveTo>
                  <a:cubicBezTo>
                    <a:pt x="154" y="0"/>
                    <a:pt x="1" y="153"/>
                    <a:pt x="1" y="335"/>
                  </a:cubicBezTo>
                  <a:cubicBezTo>
                    <a:pt x="1" y="517"/>
                    <a:pt x="154" y="670"/>
                    <a:pt x="336" y="670"/>
                  </a:cubicBezTo>
                  <a:cubicBezTo>
                    <a:pt x="517" y="670"/>
                    <a:pt x="671" y="517"/>
                    <a:pt x="671" y="335"/>
                  </a:cubicBezTo>
                  <a:cubicBezTo>
                    <a:pt x="671" y="153"/>
                    <a:pt x="517" y="0"/>
                    <a:pt x="33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89" name="Google Shape;8089;p63"/>
          <p:cNvGrpSpPr/>
          <p:nvPr/>
        </p:nvGrpSpPr>
        <p:grpSpPr>
          <a:xfrm>
            <a:off x="1289262" y="1345916"/>
            <a:ext cx="362939" cy="362677"/>
            <a:chOff x="1303537" y="1502716"/>
            <a:chExt cx="362939" cy="362677"/>
          </a:xfrm>
        </p:grpSpPr>
        <p:sp>
          <p:nvSpPr>
            <p:cNvPr id="8090" name="Google Shape;8090;p63"/>
            <p:cNvSpPr/>
            <p:nvPr/>
          </p:nvSpPr>
          <p:spPr>
            <a:xfrm>
              <a:off x="1426697" y="1695727"/>
              <a:ext cx="116883" cy="99552"/>
            </a:xfrm>
            <a:custGeom>
              <a:avLst/>
              <a:gdLst/>
              <a:ahLst/>
              <a:cxnLst/>
              <a:rect l="l" t="t" r="r" b="b"/>
              <a:pathLst>
                <a:path w="4451" h="3791" extrusionOk="0">
                  <a:moveTo>
                    <a:pt x="1560" y="0"/>
                  </a:moveTo>
                  <a:lnTo>
                    <a:pt x="1560" y="297"/>
                  </a:lnTo>
                  <a:cubicBezTo>
                    <a:pt x="1560" y="383"/>
                    <a:pt x="1503" y="469"/>
                    <a:pt x="1426" y="507"/>
                  </a:cubicBezTo>
                  <a:lnTo>
                    <a:pt x="402" y="938"/>
                  </a:lnTo>
                  <a:cubicBezTo>
                    <a:pt x="154" y="1043"/>
                    <a:pt x="0" y="1283"/>
                    <a:pt x="0" y="1551"/>
                  </a:cubicBezTo>
                  <a:lnTo>
                    <a:pt x="0" y="3790"/>
                  </a:lnTo>
                  <a:lnTo>
                    <a:pt x="4451" y="3790"/>
                  </a:lnTo>
                  <a:lnTo>
                    <a:pt x="4451" y="1551"/>
                  </a:lnTo>
                  <a:cubicBezTo>
                    <a:pt x="4451" y="1283"/>
                    <a:pt x="4297" y="1043"/>
                    <a:pt x="4049" y="938"/>
                  </a:cubicBezTo>
                  <a:lnTo>
                    <a:pt x="3034" y="507"/>
                  </a:lnTo>
                  <a:cubicBezTo>
                    <a:pt x="2948" y="469"/>
                    <a:pt x="2891" y="383"/>
                    <a:pt x="2891" y="297"/>
                  </a:cubicBezTo>
                  <a:lnTo>
                    <a:pt x="2891"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1" name="Google Shape;8091;p63"/>
            <p:cNvSpPr/>
            <p:nvPr/>
          </p:nvSpPr>
          <p:spPr>
            <a:xfrm>
              <a:off x="1464643" y="1695727"/>
              <a:ext cx="40992" cy="17620"/>
            </a:xfrm>
            <a:custGeom>
              <a:avLst/>
              <a:gdLst/>
              <a:ahLst/>
              <a:cxnLst/>
              <a:rect l="l" t="t" r="r" b="b"/>
              <a:pathLst>
                <a:path w="1561" h="671" extrusionOk="0">
                  <a:moveTo>
                    <a:pt x="115" y="0"/>
                  </a:moveTo>
                  <a:lnTo>
                    <a:pt x="115" y="297"/>
                  </a:lnTo>
                  <a:cubicBezTo>
                    <a:pt x="115" y="373"/>
                    <a:pt x="68" y="450"/>
                    <a:pt x="1" y="488"/>
                  </a:cubicBezTo>
                  <a:cubicBezTo>
                    <a:pt x="249" y="603"/>
                    <a:pt x="508" y="670"/>
                    <a:pt x="785" y="670"/>
                  </a:cubicBezTo>
                  <a:cubicBezTo>
                    <a:pt x="1053" y="670"/>
                    <a:pt x="1312" y="603"/>
                    <a:pt x="1560" y="488"/>
                  </a:cubicBezTo>
                  <a:cubicBezTo>
                    <a:pt x="1493" y="450"/>
                    <a:pt x="1446" y="373"/>
                    <a:pt x="1446" y="297"/>
                  </a:cubicBezTo>
                  <a:lnTo>
                    <a:pt x="1446"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2" name="Google Shape;8092;p63"/>
            <p:cNvSpPr/>
            <p:nvPr/>
          </p:nvSpPr>
          <p:spPr>
            <a:xfrm>
              <a:off x="1426697" y="1710538"/>
              <a:ext cx="116883" cy="84741"/>
            </a:xfrm>
            <a:custGeom>
              <a:avLst/>
              <a:gdLst/>
              <a:ahLst/>
              <a:cxnLst/>
              <a:rect l="l" t="t" r="r" b="b"/>
              <a:pathLst>
                <a:path w="4451" h="3227" extrusionOk="0">
                  <a:moveTo>
                    <a:pt x="1273" y="1"/>
                  </a:moveTo>
                  <a:lnTo>
                    <a:pt x="402" y="374"/>
                  </a:lnTo>
                  <a:cubicBezTo>
                    <a:pt x="154" y="479"/>
                    <a:pt x="0" y="719"/>
                    <a:pt x="0" y="987"/>
                  </a:cubicBezTo>
                  <a:lnTo>
                    <a:pt x="0" y="3226"/>
                  </a:lnTo>
                  <a:lnTo>
                    <a:pt x="4451" y="3226"/>
                  </a:lnTo>
                  <a:lnTo>
                    <a:pt x="4451" y="987"/>
                  </a:lnTo>
                  <a:cubicBezTo>
                    <a:pt x="4451" y="719"/>
                    <a:pt x="4297" y="479"/>
                    <a:pt x="4049" y="374"/>
                  </a:cubicBezTo>
                  <a:lnTo>
                    <a:pt x="3178" y="1"/>
                  </a:lnTo>
                  <a:cubicBezTo>
                    <a:pt x="2962" y="365"/>
                    <a:pt x="2594" y="546"/>
                    <a:pt x="2226" y="546"/>
                  </a:cubicBezTo>
                  <a:cubicBezTo>
                    <a:pt x="1857" y="546"/>
                    <a:pt x="1489" y="365"/>
                    <a:pt x="1273"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3" name="Google Shape;8093;p63"/>
            <p:cNvSpPr/>
            <p:nvPr/>
          </p:nvSpPr>
          <p:spPr>
            <a:xfrm>
              <a:off x="1444291" y="1613796"/>
              <a:ext cx="29437" cy="64363"/>
            </a:xfrm>
            <a:custGeom>
              <a:avLst/>
              <a:gdLst/>
              <a:ahLst/>
              <a:cxnLst/>
              <a:rect l="l" t="t" r="r" b="b"/>
              <a:pathLst>
                <a:path w="1121" h="2451" extrusionOk="0">
                  <a:moveTo>
                    <a:pt x="670" y="0"/>
                  </a:moveTo>
                  <a:cubicBezTo>
                    <a:pt x="297" y="0"/>
                    <a:pt x="0" y="297"/>
                    <a:pt x="0" y="670"/>
                  </a:cubicBezTo>
                  <a:lnTo>
                    <a:pt x="0" y="823"/>
                  </a:lnTo>
                  <a:cubicBezTo>
                    <a:pt x="0" y="1015"/>
                    <a:pt x="29" y="1206"/>
                    <a:pt x="86" y="1388"/>
                  </a:cubicBezTo>
                  <a:lnTo>
                    <a:pt x="450" y="2450"/>
                  </a:lnTo>
                  <a:lnTo>
                    <a:pt x="1120" y="2450"/>
                  </a:lnTo>
                  <a:lnTo>
                    <a:pt x="1120"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4" name="Google Shape;8094;p63"/>
            <p:cNvSpPr/>
            <p:nvPr/>
          </p:nvSpPr>
          <p:spPr>
            <a:xfrm>
              <a:off x="1456108" y="1608019"/>
              <a:ext cx="69878" cy="70140"/>
            </a:xfrm>
            <a:custGeom>
              <a:avLst/>
              <a:gdLst/>
              <a:ahLst/>
              <a:cxnLst/>
              <a:rect l="l" t="t" r="r" b="b"/>
              <a:pathLst>
                <a:path w="2661" h="2671" extrusionOk="0">
                  <a:moveTo>
                    <a:pt x="660" y="0"/>
                  </a:moveTo>
                  <a:cubicBezTo>
                    <a:pt x="297" y="0"/>
                    <a:pt x="0" y="297"/>
                    <a:pt x="0" y="670"/>
                  </a:cubicBezTo>
                  <a:cubicBezTo>
                    <a:pt x="0" y="909"/>
                    <a:pt x="192" y="1110"/>
                    <a:pt x="440" y="1110"/>
                  </a:cubicBezTo>
                  <a:lnTo>
                    <a:pt x="2220" y="2670"/>
                  </a:lnTo>
                  <a:lnTo>
                    <a:pt x="2594" y="1350"/>
                  </a:lnTo>
                  <a:cubicBezTo>
                    <a:pt x="2642" y="1196"/>
                    <a:pt x="2661" y="1034"/>
                    <a:pt x="2661" y="862"/>
                  </a:cubicBezTo>
                  <a:lnTo>
                    <a:pt x="2661" y="450"/>
                  </a:lnTo>
                  <a:cubicBezTo>
                    <a:pt x="2661" y="201"/>
                    <a:pt x="2469" y="0"/>
                    <a:pt x="222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5" name="Google Shape;8095;p63"/>
            <p:cNvSpPr/>
            <p:nvPr/>
          </p:nvSpPr>
          <p:spPr>
            <a:xfrm>
              <a:off x="1450068" y="1637168"/>
              <a:ext cx="70140" cy="64363"/>
            </a:xfrm>
            <a:custGeom>
              <a:avLst/>
              <a:gdLst/>
              <a:ahLst/>
              <a:cxnLst/>
              <a:rect l="l" t="t" r="r" b="b"/>
              <a:pathLst>
                <a:path w="2671" h="2451" extrusionOk="0">
                  <a:moveTo>
                    <a:pt x="862" y="0"/>
                  </a:moveTo>
                  <a:cubicBezTo>
                    <a:pt x="737" y="0"/>
                    <a:pt x="623" y="48"/>
                    <a:pt x="536" y="134"/>
                  </a:cubicBezTo>
                  <a:lnTo>
                    <a:pt x="134" y="536"/>
                  </a:lnTo>
                  <a:cubicBezTo>
                    <a:pt x="48" y="622"/>
                    <a:pt x="0" y="737"/>
                    <a:pt x="0" y="852"/>
                  </a:cubicBezTo>
                  <a:lnTo>
                    <a:pt x="0" y="1120"/>
                  </a:lnTo>
                  <a:cubicBezTo>
                    <a:pt x="0" y="1857"/>
                    <a:pt x="594" y="2450"/>
                    <a:pt x="1340" y="2450"/>
                  </a:cubicBezTo>
                  <a:cubicBezTo>
                    <a:pt x="2077" y="2450"/>
                    <a:pt x="2671" y="1857"/>
                    <a:pt x="2671" y="1120"/>
                  </a:cubicBezTo>
                  <a:lnTo>
                    <a:pt x="2671" y="833"/>
                  </a:lnTo>
                  <a:cubicBezTo>
                    <a:pt x="2671" y="718"/>
                    <a:pt x="2623" y="603"/>
                    <a:pt x="2546" y="517"/>
                  </a:cubicBezTo>
                  <a:cubicBezTo>
                    <a:pt x="2202" y="182"/>
                    <a:pt x="1580" y="29"/>
                    <a:pt x="862"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6" name="Google Shape;8096;p63"/>
            <p:cNvSpPr/>
            <p:nvPr/>
          </p:nvSpPr>
          <p:spPr>
            <a:xfrm>
              <a:off x="1450068" y="1637168"/>
              <a:ext cx="70140" cy="63103"/>
            </a:xfrm>
            <a:custGeom>
              <a:avLst/>
              <a:gdLst/>
              <a:ahLst/>
              <a:cxnLst/>
              <a:rect l="l" t="t" r="r" b="b"/>
              <a:pathLst>
                <a:path w="2671" h="2403" extrusionOk="0">
                  <a:moveTo>
                    <a:pt x="862" y="0"/>
                  </a:moveTo>
                  <a:cubicBezTo>
                    <a:pt x="737" y="0"/>
                    <a:pt x="623" y="48"/>
                    <a:pt x="536" y="134"/>
                  </a:cubicBezTo>
                  <a:lnTo>
                    <a:pt x="134" y="536"/>
                  </a:lnTo>
                  <a:cubicBezTo>
                    <a:pt x="48" y="622"/>
                    <a:pt x="0" y="737"/>
                    <a:pt x="0" y="852"/>
                  </a:cubicBezTo>
                  <a:lnTo>
                    <a:pt x="0" y="1120"/>
                  </a:lnTo>
                  <a:cubicBezTo>
                    <a:pt x="0" y="1713"/>
                    <a:pt x="393" y="2230"/>
                    <a:pt x="967" y="2402"/>
                  </a:cubicBezTo>
                  <a:cubicBezTo>
                    <a:pt x="776" y="2163"/>
                    <a:pt x="670" y="1867"/>
                    <a:pt x="670" y="1560"/>
                  </a:cubicBezTo>
                  <a:lnTo>
                    <a:pt x="670" y="910"/>
                  </a:lnTo>
                  <a:cubicBezTo>
                    <a:pt x="670" y="663"/>
                    <a:pt x="863" y="468"/>
                    <a:pt x="1105" y="468"/>
                  </a:cubicBezTo>
                  <a:cubicBezTo>
                    <a:pt x="1117" y="468"/>
                    <a:pt x="1128" y="468"/>
                    <a:pt x="1139" y="469"/>
                  </a:cubicBezTo>
                  <a:cubicBezTo>
                    <a:pt x="1589" y="498"/>
                    <a:pt x="2259" y="565"/>
                    <a:pt x="2671" y="766"/>
                  </a:cubicBezTo>
                  <a:cubicBezTo>
                    <a:pt x="2651" y="670"/>
                    <a:pt x="2613" y="584"/>
                    <a:pt x="2546" y="517"/>
                  </a:cubicBezTo>
                  <a:cubicBezTo>
                    <a:pt x="2202" y="182"/>
                    <a:pt x="1570" y="29"/>
                    <a:pt x="86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7" name="Google Shape;8097;p63"/>
            <p:cNvSpPr/>
            <p:nvPr/>
          </p:nvSpPr>
          <p:spPr>
            <a:xfrm>
              <a:off x="1426697" y="1725638"/>
              <a:ext cx="23398" cy="69642"/>
            </a:xfrm>
            <a:custGeom>
              <a:avLst/>
              <a:gdLst/>
              <a:ahLst/>
              <a:cxnLst/>
              <a:rect l="l" t="t" r="r" b="b"/>
              <a:pathLst>
                <a:path w="891" h="2652" extrusionOk="0">
                  <a:moveTo>
                    <a:pt x="154" y="0"/>
                  </a:moveTo>
                  <a:cubicBezTo>
                    <a:pt x="48" y="115"/>
                    <a:pt x="0" y="258"/>
                    <a:pt x="0" y="412"/>
                  </a:cubicBezTo>
                  <a:lnTo>
                    <a:pt x="0" y="2651"/>
                  </a:lnTo>
                  <a:lnTo>
                    <a:pt x="890" y="2651"/>
                  </a:lnTo>
                  <a:lnTo>
                    <a:pt x="890" y="1015"/>
                  </a:lnTo>
                  <a:cubicBezTo>
                    <a:pt x="890" y="833"/>
                    <a:pt x="823" y="670"/>
                    <a:pt x="699" y="546"/>
                  </a:cubicBezTo>
                  <a:lnTo>
                    <a:pt x="154" y="0"/>
                  </a:ln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8" name="Google Shape;8098;p63"/>
            <p:cNvSpPr/>
            <p:nvPr/>
          </p:nvSpPr>
          <p:spPr>
            <a:xfrm>
              <a:off x="1520182" y="1725638"/>
              <a:ext cx="23398" cy="69642"/>
            </a:xfrm>
            <a:custGeom>
              <a:avLst/>
              <a:gdLst/>
              <a:ahLst/>
              <a:cxnLst/>
              <a:rect l="l" t="t" r="r" b="b"/>
              <a:pathLst>
                <a:path w="891" h="2652" extrusionOk="0">
                  <a:moveTo>
                    <a:pt x="747" y="0"/>
                  </a:moveTo>
                  <a:lnTo>
                    <a:pt x="202" y="546"/>
                  </a:lnTo>
                  <a:cubicBezTo>
                    <a:pt x="77" y="670"/>
                    <a:pt x="1" y="833"/>
                    <a:pt x="1" y="1015"/>
                  </a:cubicBezTo>
                  <a:lnTo>
                    <a:pt x="1" y="2651"/>
                  </a:lnTo>
                  <a:lnTo>
                    <a:pt x="891" y="2651"/>
                  </a:lnTo>
                  <a:lnTo>
                    <a:pt x="891" y="412"/>
                  </a:lnTo>
                  <a:cubicBezTo>
                    <a:pt x="891" y="258"/>
                    <a:pt x="843" y="115"/>
                    <a:pt x="747"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9" name="Google Shape;8099;p63"/>
            <p:cNvSpPr/>
            <p:nvPr/>
          </p:nvSpPr>
          <p:spPr>
            <a:xfrm>
              <a:off x="1303537" y="1502716"/>
              <a:ext cx="362939" cy="362677"/>
            </a:xfrm>
            <a:custGeom>
              <a:avLst/>
              <a:gdLst/>
              <a:ahLst/>
              <a:cxnLst/>
              <a:rect l="l" t="t" r="r" b="b"/>
              <a:pathLst>
                <a:path w="13821" h="13811" extrusionOk="0">
                  <a:moveTo>
                    <a:pt x="6920" y="2677"/>
                  </a:moveTo>
                  <a:cubicBezTo>
                    <a:pt x="7464" y="2677"/>
                    <a:pt x="8013" y="2781"/>
                    <a:pt x="8538" y="2996"/>
                  </a:cubicBezTo>
                  <a:cubicBezTo>
                    <a:pt x="10117" y="3656"/>
                    <a:pt x="11150" y="5197"/>
                    <a:pt x="11150" y="6910"/>
                  </a:cubicBezTo>
                  <a:cubicBezTo>
                    <a:pt x="11150" y="9245"/>
                    <a:pt x="9255" y="11140"/>
                    <a:pt x="6920" y="11140"/>
                  </a:cubicBezTo>
                  <a:cubicBezTo>
                    <a:pt x="5207" y="11140"/>
                    <a:pt x="3657" y="10106"/>
                    <a:pt x="3006" y="8527"/>
                  </a:cubicBezTo>
                  <a:cubicBezTo>
                    <a:pt x="2355" y="6948"/>
                    <a:pt x="2709" y="5130"/>
                    <a:pt x="3925" y="3915"/>
                  </a:cubicBezTo>
                  <a:cubicBezTo>
                    <a:pt x="4733" y="3107"/>
                    <a:pt x="5816" y="2677"/>
                    <a:pt x="6920" y="2677"/>
                  </a:cubicBezTo>
                  <a:close/>
                  <a:moveTo>
                    <a:pt x="6021" y="0"/>
                  </a:moveTo>
                  <a:cubicBezTo>
                    <a:pt x="5906" y="0"/>
                    <a:pt x="5801" y="106"/>
                    <a:pt x="5810" y="220"/>
                  </a:cubicBezTo>
                  <a:lnTo>
                    <a:pt x="5810" y="823"/>
                  </a:lnTo>
                  <a:cubicBezTo>
                    <a:pt x="5801" y="929"/>
                    <a:pt x="5734" y="1015"/>
                    <a:pt x="5628" y="1034"/>
                  </a:cubicBezTo>
                  <a:cubicBezTo>
                    <a:pt x="4939" y="1187"/>
                    <a:pt x="4279" y="1465"/>
                    <a:pt x="3676" y="1847"/>
                  </a:cubicBezTo>
                  <a:cubicBezTo>
                    <a:pt x="3639" y="1872"/>
                    <a:pt x="3597" y="1884"/>
                    <a:pt x="3555" y="1884"/>
                  </a:cubicBezTo>
                  <a:cubicBezTo>
                    <a:pt x="3498" y="1884"/>
                    <a:pt x="3442" y="1862"/>
                    <a:pt x="3398" y="1819"/>
                  </a:cubicBezTo>
                  <a:lnTo>
                    <a:pt x="2977" y="1398"/>
                  </a:lnTo>
                  <a:cubicBezTo>
                    <a:pt x="2934" y="1354"/>
                    <a:pt x="2879" y="1333"/>
                    <a:pt x="2824" y="1333"/>
                  </a:cubicBezTo>
                  <a:cubicBezTo>
                    <a:pt x="2769" y="1333"/>
                    <a:pt x="2714" y="1354"/>
                    <a:pt x="2671" y="1398"/>
                  </a:cubicBezTo>
                  <a:lnTo>
                    <a:pt x="1408" y="2651"/>
                  </a:lnTo>
                  <a:cubicBezTo>
                    <a:pt x="1322" y="2737"/>
                    <a:pt x="1322" y="2871"/>
                    <a:pt x="1408" y="2957"/>
                  </a:cubicBezTo>
                  <a:lnTo>
                    <a:pt x="1819" y="3379"/>
                  </a:lnTo>
                  <a:cubicBezTo>
                    <a:pt x="1896" y="3455"/>
                    <a:pt x="1905" y="3570"/>
                    <a:pt x="1848" y="3656"/>
                  </a:cubicBezTo>
                  <a:cubicBezTo>
                    <a:pt x="1465" y="4259"/>
                    <a:pt x="1197" y="4919"/>
                    <a:pt x="1044" y="5608"/>
                  </a:cubicBezTo>
                  <a:cubicBezTo>
                    <a:pt x="1025" y="5714"/>
                    <a:pt x="929" y="5781"/>
                    <a:pt x="824" y="5790"/>
                  </a:cubicBezTo>
                  <a:lnTo>
                    <a:pt x="231" y="5790"/>
                  </a:lnTo>
                  <a:cubicBezTo>
                    <a:pt x="106" y="5790"/>
                    <a:pt x="1" y="5886"/>
                    <a:pt x="1" y="6010"/>
                  </a:cubicBezTo>
                  <a:lnTo>
                    <a:pt x="1" y="7790"/>
                  </a:lnTo>
                  <a:cubicBezTo>
                    <a:pt x="1" y="7915"/>
                    <a:pt x="106" y="8011"/>
                    <a:pt x="231" y="8011"/>
                  </a:cubicBezTo>
                  <a:lnTo>
                    <a:pt x="824" y="8011"/>
                  </a:lnTo>
                  <a:cubicBezTo>
                    <a:pt x="929" y="8011"/>
                    <a:pt x="1025" y="8087"/>
                    <a:pt x="1044" y="8192"/>
                  </a:cubicBezTo>
                  <a:cubicBezTo>
                    <a:pt x="1197" y="8881"/>
                    <a:pt x="1465" y="9542"/>
                    <a:pt x="1848" y="10145"/>
                  </a:cubicBezTo>
                  <a:cubicBezTo>
                    <a:pt x="1905" y="10231"/>
                    <a:pt x="1896" y="10346"/>
                    <a:pt x="1819" y="10422"/>
                  </a:cubicBezTo>
                  <a:lnTo>
                    <a:pt x="1398" y="10843"/>
                  </a:lnTo>
                  <a:cubicBezTo>
                    <a:pt x="1312" y="10930"/>
                    <a:pt x="1312" y="11073"/>
                    <a:pt x="1398" y="11159"/>
                  </a:cubicBezTo>
                  <a:lnTo>
                    <a:pt x="2662" y="12413"/>
                  </a:lnTo>
                  <a:cubicBezTo>
                    <a:pt x="2705" y="12456"/>
                    <a:pt x="2762" y="12477"/>
                    <a:pt x="2819" y="12477"/>
                  </a:cubicBezTo>
                  <a:cubicBezTo>
                    <a:pt x="2877" y="12477"/>
                    <a:pt x="2934" y="12456"/>
                    <a:pt x="2977" y="12413"/>
                  </a:cubicBezTo>
                  <a:lnTo>
                    <a:pt x="3398" y="12001"/>
                  </a:lnTo>
                  <a:cubicBezTo>
                    <a:pt x="3442" y="11958"/>
                    <a:pt x="3498" y="11936"/>
                    <a:pt x="3555" y="11936"/>
                  </a:cubicBezTo>
                  <a:cubicBezTo>
                    <a:pt x="3597" y="11936"/>
                    <a:pt x="3639" y="11948"/>
                    <a:pt x="3676" y="11973"/>
                  </a:cubicBezTo>
                  <a:cubicBezTo>
                    <a:pt x="4269" y="12355"/>
                    <a:pt x="4930" y="12623"/>
                    <a:pt x="5628" y="12777"/>
                  </a:cubicBezTo>
                  <a:cubicBezTo>
                    <a:pt x="5724" y="12796"/>
                    <a:pt x="5801" y="12891"/>
                    <a:pt x="5801" y="12997"/>
                  </a:cubicBezTo>
                  <a:lnTo>
                    <a:pt x="5801" y="13590"/>
                  </a:lnTo>
                  <a:cubicBezTo>
                    <a:pt x="5801" y="13714"/>
                    <a:pt x="5906" y="13810"/>
                    <a:pt x="6021" y="13810"/>
                  </a:cubicBezTo>
                  <a:lnTo>
                    <a:pt x="7810" y="13810"/>
                  </a:lnTo>
                  <a:cubicBezTo>
                    <a:pt x="7925" y="13810"/>
                    <a:pt x="8030" y="13714"/>
                    <a:pt x="8030" y="13590"/>
                  </a:cubicBezTo>
                  <a:lnTo>
                    <a:pt x="8030" y="12997"/>
                  </a:lnTo>
                  <a:cubicBezTo>
                    <a:pt x="8030" y="12891"/>
                    <a:pt x="8107" y="12796"/>
                    <a:pt x="8203" y="12777"/>
                  </a:cubicBezTo>
                  <a:cubicBezTo>
                    <a:pt x="8901" y="12623"/>
                    <a:pt x="9562" y="12355"/>
                    <a:pt x="10155" y="11973"/>
                  </a:cubicBezTo>
                  <a:cubicBezTo>
                    <a:pt x="10192" y="11948"/>
                    <a:pt x="10234" y="11936"/>
                    <a:pt x="10276" y="11936"/>
                  </a:cubicBezTo>
                  <a:cubicBezTo>
                    <a:pt x="10333" y="11936"/>
                    <a:pt x="10389" y="11958"/>
                    <a:pt x="10433" y="12001"/>
                  </a:cubicBezTo>
                  <a:lnTo>
                    <a:pt x="10854" y="12413"/>
                  </a:lnTo>
                  <a:cubicBezTo>
                    <a:pt x="10897" y="12456"/>
                    <a:pt x="10954" y="12477"/>
                    <a:pt x="11012" y="12477"/>
                  </a:cubicBezTo>
                  <a:cubicBezTo>
                    <a:pt x="11069" y="12477"/>
                    <a:pt x="11126" y="12456"/>
                    <a:pt x="11170" y="12413"/>
                  </a:cubicBezTo>
                  <a:lnTo>
                    <a:pt x="12423" y="11159"/>
                  </a:lnTo>
                  <a:cubicBezTo>
                    <a:pt x="12509" y="11073"/>
                    <a:pt x="12509" y="10930"/>
                    <a:pt x="12423" y="10843"/>
                  </a:cubicBezTo>
                  <a:lnTo>
                    <a:pt x="12012" y="10422"/>
                  </a:lnTo>
                  <a:cubicBezTo>
                    <a:pt x="11935" y="10346"/>
                    <a:pt x="11926" y="10231"/>
                    <a:pt x="11983" y="10145"/>
                  </a:cubicBezTo>
                  <a:cubicBezTo>
                    <a:pt x="12366" y="9542"/>
                    <a:pt x="12634" y="8891"/>
                    <a:pt x="12787" y="8192"/>
                  </a:cubicBezTo>
                  <a:cubicBezTo>
                    <a:pt x="12806" y="8087"/>
                    <a:pt x="12902" y="8020"/>
                    <a:pt x="13007" y="8020"/>
                  </a:cubicBezTo>
                  <a:lnTo>
                    <a:pt x="13600" y="8020"/>
                  </a:lnTo>
                  <a:cubicBezTo>
                    <a:pt x="13725" y="8011"/>
                    <a:pt x="13820" y="7915"/>
                    <a:pt x="13820" y="7790"/>
                  </a:cubicBezTo>
                  <a:lnTo>
                    <a:pt x="13820" y="6010"/>
                  </a:lnTo>
                  <a:cubicBezTo>
                    <a:pt x="13820" y="5886"/>
                    <a:pt x="13725" y="5790"/>
                    <a:pt x="13600" y="5790"/>
                  </a:cubicBezTo>
                  <a:lnTo>
                    <a:pt x="12997" y="5790"/>
                  </a:lnTo>
                  <a:cubicBezTo>
                    <a:pt x="12892" y="5790"/>
                    <a:pt x="12806" y="5714"/>
                    <a:pt x="12787" y="5618"/>
                  </a:cubicBezTo>
                  <a:cubicBezTo>
                    <a:pt x="12634" y="4919"/>
                    <a:pt x="12356" y="4259"/>
                    <a:pt x="11973" y="3666"/>
                  </a:cubicBezTo>
                  <a:cubicBezTo>
                    <a:pt x="11916" y="3580"/>
                    <a:pt x="11926" y="3455"/>
                    <a:pt x="12002" y="3388"/>
                  </a:cubicBezTo>
                  <a:lnTo>
                    <a:pt x="12423" y="2967"/>
                  </a:lnTo>
                  <a:cubicBezTo>
                    <a:pt x="12509" y="2881"/>
                    <a:pt x="12509" y="2737"/>
                    <a:pt x="12423" y="2651"/>
                  </a:cubicBezTo>
                  <a:lnTo>
                    <a:pt x="11170" y="1388"/>
                  </a:lnTo>
                  <a:cubicBezTo>
                    <a:pt x="11126" y="1345"/>
                    <a:pt x="11069" y="1323"/>
                    <a:pt x="11012" y="1323"/>
                  </a:cubicBezTo>
                  <a:cubicBezTo>
                    <a:pt x="10954" y="1323"/>
                    <a:pt x="10897" y="1345"/>
                    <a:pt x="10854" y="1388"/>
                  </a:cubicBezTo>
                  <a:lnTo>
                    <a:pt x="10433" y="1809"/>
                  </a:lnTo>
                  <a:cubicBezTo>
                    <a:pt x="10389" y="1853"/>
                    <a:pt x="10333" y="1875"/>
                    <a:pt x="10276" y="1875"/>
                  </a:cubicBezTo>
                  <a:cubicBezTo>
                    <a:pt x="10234" y="1875"/>
                    <a:pt x="10192" y="1862"/>
                    <a:pt x="10155" y="1838"/>
                  </a:cubicBezTo>
                  <a:cubicBezTo>
                    <a:pt x="9562" y="1455"/>
                    <a:pt x="8901" y="1177"/>
                    <a:pt x="8203" y="1034"/>
                  </a:cubicBezTo>
                  <a:cubicBezTo>
                    <a:pt x="8107" y="1005"/>
                    <a:pt x="8030" y="919"/>
                    <a:pt x="8030" y="814"/>
                  </a:cubicBezTo>
                  <a:lnTo>
                    <a:pt x="8030" y="211"/>
                  </a:lnTo>
                  <a:cubicBezTo>
                    <a:pt x="8021" y="96"/>
                    <a:pt x="7925" y="0"/>
                    <a:pt x="7810"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0" name="Google Shape;8100;p63"/>
            <p:cNvSpPr/>
            <p:nvPr/>
          </p:nvSpPr>
          <p:spPr>
            <a:xfrm>
              <a:off x="1346262" y="1555236"/>
              <a:ext cx="267694" cy="257742"/>
            </a:xfrm>
            <a:custGeom>
              <a:avLst/>
              <a:gdLst/>
              <a:ahLst/>
              <a:cxnLst/>
              <a:rect l="l" t="t" r="r" b="b"/>
              <a:pathLst>
                <a:path w="10194" h="9815" extrusionOk="0">
                  <a:moveTo>
                    <a:pt x="5289" y="895"/>
                  </a:moveTo>
                  <a:cubicBezTo>
                    <a:pt x="5806" y="895"/>
                    <a:pt x="6327" y="994"/>
                    <a:pt x="6825" y="1197"/>
                  </a:cubicBezTo>
                  <a:cubicBezTo>
                    <a:pt x="8318" y="1819"/>
                    <a:pt x="9294" y="3283"/>
                    <a:pt x="9294" y="4900"/>
                  </a:cubicBezTo>
                  <a:cubicBezTo>
                    <a:pt x="9294" y="7121"/>
                    <a:pt x="7504" y="8910"/>
                    <a:pt x="5293" y="8910"/>
                  </a:cubicBezTo>
                  <a:cubicBezTo>
                    <a:pt x="3666" y="8910"/>
                    <a:pt x="2202" y="7934"/>
                    <a:pt x="1590" y="6441"/>
                  </a:cubicBezTo>
                  <a:cubicBezTo>
                    <a:pt x="968" y="4939"/>
                    <a:pt x="1312" y="3216"/>
                    <a:pt x="2451" y="2068"/>
                  </a:cubicBezTo>
                  <a:cubicBezTo>
                    <a:pt x="3219" y="1299"/>
                    <a:pt x="4245" y="895"/>
                    <a:pt x="5289" y="895"/>
                  </a:cubicBezTo>
                  <a:close/>
                  <a:moveTo>
                    <a:pt x="5293" y="0"/>
                  </a:moveTo>
                  <a:cubicBezTo>
                    <a:pt x="3303" y="0"/>
                    <a:pt x="1513" y="1197"/>
                    <a:pt x="757" y="3034"/>
                  </a:cubicBezTo>
                  <a:cubicBezTo>
                    <a:pt x="1" y="4862"/>
                    <a:pt x="422" y="6977"/>
                    <a:pt x="1819" y="8374"/>
                  </a:cubicBezTo>
                  <a:cubicBezTo>
                    <a:pt x="2759" y="9314"/>
                    <a:pt x="4011" y="9814"/>
                    <a:pt x="5286" y="9814"/>
                  </a:cubicBezTo>
                  <a:cubicBezTo>
                    <a:pt x="5920" y="9814"/>
                    <a:pt x="6559" y="9691"/>
                    <a:pt x="7169" y="9437"/>
                  </a:cubicBezTo>
                  <a:cubicBezTo>
                    <a:pt x="8997" y="8681"/>
                    <a:pt x="10193" y="6891"/>
                    <a:pt x="10193" y="4910"/>
                  </a:cubicBezTo>
                  <a:cubicBezTo>
                    <a:pt x="10193" y="2202"/>
                    <a:pt x="8002" y="0"/>
                    <a:pt x="5293"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01" name="Google Shape;8101;p63"/>
          <p:cNvGrpSpPr/>
          <p:nvPr/>
        </p:nvGrpSpPr>
        <p:grpSpPr>
          <a:xfrm>
            <a:off x="1737626" y="1345916"/>
            <a:ext cx="362677" cy="362677"/>
            <a:chOff x="1751901" y="1502716"/>
            <a:chExt cx="362677" cy="362677"/>
          </a:xfrm>
        </p:grpSpPr>
        <p:sp>
          <p:nvSpPr>
            <p:cNvPr id="8102" name="Google Shape;8102;p63"/>
            <p:cNvSpPr/>
            <p:nvPr/>
          </p:nvSpPr>
          <p:spPr>
            <a:xfrm>
              <a:off x="1751901" y="1502716"/>
              <a:ext cx="362677" cy="362677"/>
            </a:xfrm>
            <a:custGeom>
              <a:avLst/>
              <a:gdLst/>
              <a:ahLst/>
              <a:cxnLst/>
              <a:rect l="l" t="t" r="r" b="b"/>
              <a:pathLst>
                <a:path w="13811" h="13811" extrusionOk="0">
                  <a:moveTo>
                    <a:pt x="6901" y="0"/>
                  </a:moveTo>
                  <a:cubicBezTo>
                    <a:pt x="3092" y="0"/>
                    <a:pt x="0" y="3091"/>
                    <a:pt x="0" y="6900"/>
                  </a:cubicBezTo>
                  <a:cubicBezTo>
                    <a:pt x="0" y="10719"/>
                    <a:pt x="3092" y="13810"/>
                    <a:pt x="6901" y="13810"/>
                  </a:cubicBezTo>
                  <a:cubicBezTo>
                    <a:pt x="10719" y="13810"/>
                    <a:pt x="13810" y="10719"/>
                    <a:pt x="13810" y="6900"/>
                  </a:cubicBezTo>
                  <a:cubicBezTo>
                    <a:pt x="13810" y="3091"/>
                    <a:pt x="10719" y="0"/>
                    <a:pt x="6901"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3" name="Google Shape;8103;p63"/>
            <p:cNvSpPr/>
            <p:nvPr/>
          </p:nvSpPr>
          <p:spPr>
            <a:xfrm>
              <a:off x="1779027" y="1529843"/>
              <a:ext cx="308397" cy="308397"/>
            </a:xfrm>
            <a:custGeom>
              <a:avLst/>
              <a:gdLst/>
              <a:ahLst/>
              <a:cxnLst/>
              <a:rect l="l" t="t" r="r" b="b"/>
              <a:pathLst>
                <a:path w="11744" h="11744" extrusionOk="0">
                  <a:moveTo>
                    <a:pt x="5868" y="1"/>
                  </a:moveTo>
                  <a:cubicBezTo>
                    <a:pt x="2633" y="1"/>
                    <a:pt x="1" y="2633"/>
                    <a:pt x="1" y="5867"/>
                  </a:cubicBezTo>
                  <a:cubicBezTo>
                    <a:pt x="1" y="9112"/>
                    <a:pt x="2633" y="11744"/>
                    <a:pt x="5868" y="11744"/>
                  </a:cubicBezTo>
                  <a:cubicBezTo>
                    <a:pt x="9112" y="11744"/>
                    <a:pt x="11744" y="9112"/>
                    <a:pt x="11744" y="5867"/>
                  </a:cubicBezTo>
                  <a:cubicBezTo>
                    <a:pt x="11744" y="2633"/>
                    <a:pt x="9112" y="1"/>
                    <a:pt x="5868" y="1"/>
                  </a:cubicBezTo>
                  <a:close/>
                </a:path>
              </a:pathLst>
            </a:custGeom>
            <a:solidFill>
              <a:srgbClr val="F0F3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4" name="Google Shape;8104;p63"/>
            <p:cNvSpPr/>
            <p:nvPr/>
          </p:nvSpPr>
          <p:spPr>
            <a:xfrm>
              <a:off x="1927816" y="1551035"/>
              <a:ext cx="10845" cy="138416"/>
            </a:xfrm>
            <a:custGeom>
              <a:avLst/>
              <a:gdLst/>
              <a:ahLst/>
              <a:cxnLst/>
              <a:rect l="l" t="t" r="r" b="b"/>
              <a:pathLst>
                <a:path w="413" h="5271" extrusionOk="0">
                  <a:moveTo>
                    <a:pt x="206" y="0"/>
                  </a:moveTo>
                  <a:cubicBezTo>
                    <a:pt x="103" y="0"/>
                    <a:pt x="1" y="70"/>
                    <a:pt x="1" y="208"/>
                  </a:cubicBezTo>
                  <a:lnTo>
                    <a:pt x="1" y="5060"/>
                  </a:lnTo>
                  <a:cubicBezTo>
                    <a:pt x="1" y="5175"/>
                    <a:pt x="87" y="5271"/>
                    <a:pt x="202" y="5271"/>
                  </a:cubicBezTo>
                  <a:cubicBezTo>
                    <a:pt x="316" y="5271"/>
                    <a:pt x="412" y="5175"/>
                    <a:pt x="412" y="5060"/>
                  </a:cubicBezTo>
                  <a:lnTo>
                    <a:pt x="412" y="208"/>
                  </a:lnTo>
                  <a:cubicBezTo>
                    <a:pt x="412" y="70"/>
                    <a:pt x="309" y="0"/>
                    <a:pt x="20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5" name="Google Shape;8105;p63"/>
            <p:cNvSpPr/>
            <p:nvPr/>
          </p:nvSpPr>
          <p:spPr>
            <a:xfrm>
              <a:off x="1925821" y="1678632"/>
              <a:ext cx="142014" cy="10819"/>
            </a:xfrm>
            <a:custGeom>
              <a:avLst/>
              <a:gdLst/>
              <a:ahLst/>
              <a:cxnLst/>
              <a:rect l="l" t="t" r="r" b="b"/>
              <a:pathLst>
                <a:path w="5408" h="412" extrusionOk="0">
                  <a:moveTo>
                    <a:pt x="278" y="0"/>
                  </a:moveTo>
                  <a:cubicBezTo>
                    <a:pt x="0" y="0"/>
                    <a:pt x="0" y="412"/>
                    <a:pt x="278" y="412"/>
                  </a:cubicBezTo>
                  <a:lnTo>
                    <a:pt x="5130" y="412"/>
                  </a:lnTo>
                  <a:cubicBezTo>
                    <a:pt x="5407" y="412"/>
                    <a:pt x="5407" y="0"/>
                    <a:pt x="513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6" name="Google Shape;8106;p63"/>
            <p:cNvSpPr/>
            <p:nvPr/>
          </p:nvSpPr>
          <p:spPr>
            <a:xfrm>
              <a:off x="1816999" y="1567789"/>
              <a:ext cx="288020" cy="270215"/>
            </a:xfrm>
            <a:custGeom>
              <a:avLst/>
              <a:gdLst/>
              <a:ahLst/>
              <a:cxnLst/>
              <a:rect l="l" t="t" r="r" b="b"/>
              <a:pathLst>
                <a:path w="10968" h="10290" extrusionOk="0">
                  <a:moveTo>
                    <a:pt x="8278" y="1"/>
                  </a:moveTo>
                  <a:lnTo>
                    <a:pt x="8278" y="1"/>
                  </a:lnTo>
                  <a:cubicBezTo>
                    <a:pt x="10317" y="2327"/>
                    <a:pt x="10192" y="5829"/>
                    <a:pt x="8010" y="8011"/>
                  </a:cubicBezTo>
                  <a:cubicBezTo>
                    <a:pt x="6869" y="9153"/>
                    <a:pt x="5365" y="9731"/>
                    <a:pt x="3858" y="9731"/>
                  </a:cubicBezTo>
                  <a:cubicBezTo>
                    <a:pt x="2485" y="9731"/>
                    <a:pt x="1109" y="9251"/>
                    <a:pt x="0" y="8279"/>
                  </a:cubicBezTo>
                  <a:lnTo>
                    <a:pt x="0" y="8279"/>
                  </a:lnTo>
                  <a:cubicBezTo>
                    <a:pt x="1167" y="9616"/>
                    <a:pt x="2795" y="10290"/>
                    <a:pt x="4426" y="10290"/>
                  </a:cubicBezTo>
                  <a:cubicBezTo>
                    <a:pt x="5924" y="10290"/>
                    <a:pt x="7425" y="9721"/>
                    <a:pt x="8575" y="8576"/>
                  </a:cubicBezTo>
                  <a:cubicBezTo>
                    <a:pt x="10968" y="6174"/>
                    <a:pt x="10843" y="2240"/>
                    <a:pt x="8278"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7" name="Google Shape;8107;p63"/>
            <p:cNvSpPr/>
            <p:nvPr/>
          </p:nvSpPr>
          <p:spPr>
            <a:xfrm>
              <a:off x="1798644" y="1678632"/>
              <a:ext cx="22400" cy="10819"/>
            </a:xfrm>
            <a:custGeom>
              <a:avLst/>
              <a:gdLst/>
              <a:ahLst/>
              <a:cxnLst/>
              <a:rect l="l" t="t" r="r" b="b"/>
              <a:pathLst>
                <a:path w="853" h="412" extrusionOk="0">
                  <a:moveTo>
                    <a:pt x="278" y="0"/>
                  </a:moveTo>
                  <a:cubicBezTo>
                    <a:pt x="0" y="0"/>
                    <a:pt x="0" y="412"/>
                    <a:pt x="278" y="412"/>
                  </a:cubicBezTo>
                  <a:lnTo>
                    <a:pt x="575" y="412"/>
                  </a:lnTo>
                  <a:cubicBezTo>
                    <a:pt x="852" y="412"/>
                    <a:pt x="852" y="0"/>
                    <a:pt x="575"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8" name="Google Shape;8108;p63"/>
            <p:cNvSpPr/>
            <p:nvPr/>
          </p:nvSpPr>
          <p:spPr>
            <a:xfrm>
              <a:off x="1927816" y="1798063"/>
              <a:ext cx="10845" cy="18828"/>
            </a:xfrm>
            <a:custGeom>
              <a:avLst/>
              <a:gdLst/>
              <a:ahLst/>
              <a:cxnLst/>
              <a:rect l="l" t="t" r="r" b="b"/>
              <a:pathLst>
                <a:path w="413" h="717" extrusionOk="0">
                  <a:moveTo>
                    <a:pt x="206" y="1"/>
                  </a:moveTo>
                  <a:cubicBezTo>
                    <a:pt x="103" y="1"/>
                    <a:pt x="1" y="70"/>
                    <a:pt x="1" y="209"/>
                  </a:cubicBezTo>
                  <a:lnTo>
                    <a:pt x="1" y="506"/>
                  </a:lnTo>
                  <a:cubicBezTo>
                    <a:pt x="1" y="620"/>
                    <a:pt x="87" y="716"/>
                    <a:pt x="202" y="716"/>
                  </a:cubicBezTo>
                  <a:cubicBezTo>
                    <a:pt x="316" y="716"/>
                    <a:pt x="412" y="620"/>
                    <a:pt x="412" y="506"/>
                  </a:cubicBezTo>
                  <a:lnTo>
                    <a:pt x="412" y="209"/>
                  </a:lnTo>
                  <a:cubicBezTo>
                    <a:pt x="412" y="70"/>
                    <a:pt x="309" y="1"/>
                    <a:pt x="206"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09" name="Google Shape;8109;p63"/>
            <p:cNvSpPr/>
            <p:nvPr/>
          </p:nvSpPr>
          <p:spPr>
            <a:xfrm>
              <a:off x="1835486" y="1588508"/>
              <a:ext cx="20667" cy="16518"/>
            </a:xfrm>
            <a:custGeom>
              <a:avLst/>
              <a:gdLst/>
              <a:ahLst/>
              <a:cxnLst/>
              <a:rect l="l" t="t" r="r" b="b"/>
              <a:pathLst>
                <a:path w="787" h="629" extrusionOk="0">
                  <a:moveTo>
                    <a:pt x="293" y="1"/>
                  </a:moveTo>
                  <a:cubicBezTo>
                    <a:pt x="136" y="1"/>
                    <a:pt x="1" y="204"/>
                    <a:pt x="148" y="351"/>
                  </a:cubicBezTo>
                  <a:lnTo>
                    <a:pt x="358" y="571"/>
                  </a:lnTo>
                  <a:cubicBezTo>
                    <a:pt x="397" y="609"/>
                    <a:pt x="445" y="628"/>
                    <a:pt x="502" y="628"/>
                  </a:cubicBezTo>
                  <a:cubicBezTo>
                    <a:pt x="506" y="629"/>
                    <a:pt x="509" y="629"/>
                    <a:pt x="513" y="629"/>
                  </a:cubicBezTo>
                  <a:cubicBezTo>
                    <a:pt x="697" y="629"/>
                    <a:pt x="786" y="396"/>
                    <a:pt x="645" y="274"/>
                  </a:cubicBezTo>
                  <a:lnTo>
                    <a:pt x="435" y="64"/>
                  </a:lnTo>
                  <a:cubicBezTo>
                    <a:pt x="390" y="19"/>
                    <a:pt x="341" y="1"/>
                    <a:pt x="29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0" name="Google Shape;8110;p63"/>
            <p:cNvSpPr/>
            <p:nvPr/>
          </p:nvSpPr>
          <p:spPr>
            <a:xfrm>
              <a:off x="2009958" y="1763189"/>
              <a:ext cx="20667" cy="16491"/>
            </a:xfrm>
            <a:custGeom>
              <a:avLst/>
              <a:gdLst/>
              <a:ahLst/>
              <a:cxnLst/>
              <a:rect l="l" t="t" r="r" b="b"/>
              <a:pathLst>
                <a:path w="787" h="628" extrusionOk="0">
                  <a:moveTo>
                    <a:pt x="332" y="1"/>
                  </a:moveTo>
                  <a:cubicBezTo>
                    <a:pt x="177" y="1"/>
                    <a:pt x="1" y="236"/>
                    <a:pt x="146" y="350"/>
                  </a:cubicBezTo>
                  <a:lnTo>
                    <a:pt x="356" y="561"/>
                  </a:lnTo>
                  <a:cubicBezTo>
                    <a:pt x="394" y="599"/>
                    <a:pt x="452" y="618"/>
                    <a:pt x="509" y="628"/>
                  </a:cubicBezTo>
                  <a:cubicBezTo>
                    <a:pt x="701" y="628"/>
                    <a:pt x="787" y="398"/>
                    <a:pt x="653" y="264"/>
                  </a:cubicBezTo>
                  <a:lnTo>
                    <a:pt x="442" y="53"/>
                  </a:lnTo>
                  <a:cubicBezTo>
                    <a:pt x="411" y="16"/>
                    <a:pt x="372" y="1"/>
                    <a:pt x="332"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1" name="Google Shape;8111;p63"/>
            <p:cNvSpPr/>
            <p:nvPr/>
          </p:nvSpPr>
          <p:spPr>
            <a:xfrm>
              <a:off x="2010247" y="1588193"/>
              <a:ext cx="21113" cy="16833"/>
            </a:xfrm>
            <a:custGeom>
              <a:avLst/>
              <a:gdLst/>
              <a:ahLst/>
              <a:cxnLst/>
              <a:rect l="l" t="t" r="r" b="b"/>
              <a:pathLst>
                <a:path w="804" h="641" extrusionOk="0">
                  <a:moveTo>
                    <a:pt x="493" y="0"/>
                  </a:moveTo>
                  <a:cubicBezTo>
                    <a:pt x="444" y="0"/>
                    <a:pt x="392" y="20"/>
                    <a:pt x="345" y="66"/>
                  </a:cubicBezTo>
                  <a:lnTo>
                    <a:pt x="135" y="277"/>
                  </a:lnTo>
                  <a:cubicBezTo>
                    <a:pt x="1" y="411"/>
                    <a:pt x="96" y="640"/>
                    <a:pt x="288" y="640"/>
                  </a:cubicBezTo>
                  <a:cubicBezTo>
                    <a:pt x="336" y="640"/>
                    <a:pt x="393" y="612"/>
                    <a:pt x="431" y="583"/>
                  </a:cubicBezTo>
                  <a:lnTo>
                    <a:pt x="642" y="363"/>
                  </a:lnTo>
                  <a:cubicBezTo>
                    <a:pt x="804" y="216"/>
                    <a:pt x="660" y="0"/>
                    <a:pt x="493"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2" name="Google Shape;8112;p63"/>
            <p:cNvSpPr/>
            <p:nvPr/>
          </p:nvSpPr>
          <p:spPr>
            <a:xfrm>
              <a:off x="1835591" y="1762927"/>
              <a:ext cx="20719" cy="16754"/>
            </a:xfrm>
            <a:custGeom>
              <a:avLst/>
              <a:gdLst/>
              <a:ahLst/>
              <a:cxnLst/>
              <a:rect l="l" t="t" r="r" b="b"/>
              <a:pathLst>
                <a:path w="789" h="638" extrusionOk="0">
                  <a:moveTo>
                    <a:pt x="496" y="0"/>
                  </a:moveTo>
                  <a:cubicBezTo>
                    <a:pt x="448" y="0"/>
                    <a:pt x="399" y="19"/>
                    <a:pt x="354" y="63"/>
                  </a:cubicBezTo>
                  <a:lnTo>
                    <a:pt x="144" y="274"/>
                  </a:lnTo>
                  <a:cubicBezTo>
                    <a:pt x="0" y="408"/>
                    <a:pt x="96" y="638"/>
                    <a:pt x="287" y="638"/>
                  </a:cubicBezTo>
                  <a:cubicBezTo>
                    <a:pt x="345" y="628"/>
                    <a:pt x="393" y="609"/>
                    <a:pt x="431" y="571"/>
                  </a:cubicBezTo>
                  <a:lnTo>
                    <a:pt x="641" y="360"/>
                  </a:lnTo>
                  <a:cubicBezTo>
                    <a:pt x="789" y="206"/>
                    <a:pt x="653" y="0"/>
                    <a:pt x="496"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3" name="Google Shape;8113;p63"/>
            <p:cNvSpPr/>
            <p:nvPr/>
          </p:nvSpPr>
          <p:spPr>
            <a:xfrm>
              <a:off x="1808018" y="1628581"/>
              <a:ext cx="22820" cy="14128"/>
            </a:xfrm>
            <a:custGeom>
              <a:avLst/>
              <a:gdLst/>
              <a:ahLst/>
              <a:cxnLst/>
              <a:rect l="l" t="t" r="r" b="b"/>
              <a:pathLst>
                <a:path w="869" h="538" extrusionOk="0">
                  <a:moveTo>
                    <a:pt x="291" y="0"/>
                  </a:moveTo>
                  <a:cubicBezTo>
                    <a:pt x="97" y="0"/>
                    <a:pt x="0" y="312"/>
                    <a:pt x="218" y="404"/>
                  </a:cubicBezTo>
                  <a:lnTo>
                    <a:pt x="495" y="519"/>
                  </a:lnTo>
                  <a:cubicBezTo>
                    <a:pt x="524" y="538"/>
                    <a:pt x="553" y="538"/>
                    <a:pt x="581" y="538"/>
                  </a:cubicBezTo>
                  <a:cubicBezTo>
                    <a:pt x="811" y="538"/>
                    <a:pt x="868" y="222"/>
                    <a:pt x="658" y="136"/>
                  </a:cubicBezTo>
                  <a:lnTo>
                    <a:pt x="380" y="21"/>
                  </a:lnTo>
                  <a:cubicBezTo>
                    <a:pt x="349" y="7"/>
                    <a:pt x="319" y="0"/>
                    <a:pt x="291"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4" name="Google Shape;8114;p63"/>
            <p:cNvSpPr/>
            <p:nvPr/>
          </p:nvSpPr>
          <p:spPr>
            <a:xfrm>
              <a:off x="2035194" y="1725139"/>
              <a:ext cx="23004" cy="14102"/>
            </a:xfrm>
            <a:custGeom>
              <a:avLst/>
              <a:gdLst/>
              <a:ahLst/>
              <a:cxnLst/>
              <a:rect l="l" t="t" r="r" b="b"/>
              <a:pathLst>
                <a:path w="876" h="537" extrusionOk="0">
                  <a:moveTo>
                    <a:pt x="303" y="1"/>
                  </a:moveTo>
                  <a:cubicBezTo>
                    <a:pt x="99" y="1"/>
                    <a:pt x="0" y="309"/>
                    <a:pt x="228" y="402"/>
                  </a:cubicBezTo>
                  <a:lnTo>
                    <a:pt x="496" y="526"/>
                  </a:lnTo>
                  <a:cubicBezTo>
                    <a:pt x="524" y="536"/>
                    <a:pt x="553" y="536"/>
                    <a:pt x="582" y="536"/>
                  </a:cubicBezTo>
                  <a:cubicBezTo>
                    <a:pt x="585" y="536"/>
                    <a:pt x="589" y="536"/>
                    <a:pt x="592" y="536"/>
                  </a:cubicBezTo>
                  <a:cubicBezTo>
                    <a:pt x="814" y="536"/>
                    <a:pt x="875" y="228"/>
                    <a:pt x="658" y="144"/>
                  </a:cubicBezTo>
                  <a:lnTo>
                    <a:pt x="390" y="19"/>
                  </a:lnTo>
                  <a:cubicBezTo>
                    <a:pt x="360" y="7"/>
                    <a:pt x="330" y="1"/>
                    <a:pt x="30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5" name="Google Shape;8115;p63"/>
            <p:cNvSpPr/>
            <p:nvPr/>
          </p:nvSpPr>
          <p:spPr>
            <a:xfrm>
              <a:off x="1973299" y="1561276"/>
              <a:ext cx="16649" cy="18119"/>
            </a:xfrm>
            <a:custGeom>
              <a:avLst/>
              <a:gdLst/>
              <a:ahLst/>
              <a:cxnLst/>
              <a:rect l="l" t="t" r="r" b="b"/>
              <a:pathLst>
                <a:path w="634" h="690" extrusionOk="0">
                  <a:moveTo>
                    <a:pt x="363" y="1"/>
                  </a:moveTo>
                  <a:cubicBezTo>
                    <a:pt x="291" y="1"/>
                    <a:pt x="220" y="37"/>
                    <a:pt x="183" y="125"/>
                  </a:cubicBezTo>
                  <a:lnTo>
                    <a:pt x="58" y="402"/>
                  </a:lnTo>
                  <a:cubicBezTo>
                    <a:pt x="1" y="536"/>
                    <a:pt x="106" y="689"/>
                    <a:pt x="250" y="689"/>
                  </a:cubicBezTo>
                  <a:cubicBezTo>
                    <a:pt x="336" y="689"/>
                    <a:pt x="412" y="641"/>
                    <a:pt x="451" y="565"/>
                  </a:cubicBezTo>
                  <a:lnTo>
                    <a:pt x="565" y="287"/>
                  </a:lnTo>
                  <a:cubicBezTo>
                    <a:pt x="634" y="126"/>
                    <a:pt x="497" y="1"/>
                    <a:pt x="36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6" name="Google Shape;8116;p63"/>
            <p:cNvSpPr/>
            <p:nvPr/>
          </p:nvSpPr>
          <p:spPr>
            <a:xfrm>
              <a:off x="1876557" y="1788557"/>
              <a:ext cx="16623" cy="18277"/>
            </a:xfrm>
            <a:custGeom>
              <a:avLst/>
              <a:gdLst/>
              <a:ahLst/>
              <a:cxnLst/>
              <a:rect l="l" t="t" r="r" b="b"/>
              <a:pathLst>
                <a:path w="633" h="696" extrusionOk="0">
                  <a:moveTo>
                    <a:pt x="365" y="0"/>
                  </a:moveTo>
                  <a:cubicBezTo>
                    <a:pt x="292" y="0"/>
                    <a:pt x="220" y="39"/>
                    <a:pt x="182" y="131"/>
                  </a:cubicBezTo>
                  <a:lnTo>
                    <a:pt x="58" y="399"/>
                  </a:lnTo>
                  <a:cubicBezTo>
                    <a:pt x="0" y="542"/>
                    <a:pt x="106" y="695"/>
                    <a:pt x="259" y="695"/>
                  </a:cubicBezTo>
                  <a:cubicBezTo>
                    <a:pt x="335" y="695"/>
                    <a:pt x="412" y="638"/>
                    <a:pt x="450" y="561"/>
                  </a:cubicBezTo>
                  <a:lnTo>
                    <a:pt x="565" y="293"/>
                  </a:lnTo>
                  <a:cubicBezTo>
                    <a:pt x="633" y="127"/>
                    <a:pt x="498" y="0"/>
                    <a:pt x="365"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7" name="Google Shape;8117;p63"/>
            <p:cNvSpPr/>
            <p:nvPr/>
          </p:nvSpPr>
          <p:spPr>
            <a:xfrm>
              <a:off x="1878710" y="1560541"/>
              <a:ext cx="15966" cy="18093"/>
            </a:xfrm>
            <a:custGeom>
              <a:avLst/>
              <a:gdLst/>
              <a:ahLst/>
              <a:cxnLst/>
              <a:rect l="l" t="t" r="r" b="b"/>
              <a:pathLst>
                <a:path w="608" h="689" extrusionOk="0">
                  <a:moveTo>
                    <a:pt x="266" y="0"/>
                  </a:moveTo>
                  <a:cubicBezTo>
                    <a:pt x="134" y="0"/>
                    <a:pt x="1" y="122"/>
                    <a:pt x="62" y="287"/>
                  </a:cubicBezTo>
                  <a:lnTo>
                    <a:pt x="177" y="564"/>
                  </a:lnTo>
                  <a:cubicBezTo>
                    <a:pt x="215" y="641"/>
                    <a:pt x="291" y="688"/>
                    <a:pt x="368" y="688"/>
                  </a:cubicBezTo>
                  <a:cubicBezTo>
                    <a:pt x="512" y="679"/>
                    <a:pt x="607" y="545"/>
                    <a:pt x="569" y="411"/>
                  </a:cubicBezTo>
                  <a:lnTo>
                    <a:pt x="454" y="133"/>
                  </a:lnTo>
                  <a:cubicBezTo>
                    <a:pt x="416" y="40"/>
                    <a:pt x="341" y="0"/>
                    <a:pt x="266"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8" name="Google Shape;8118;p63"/>
            <p:cNvSpPr/>
            <p:nvPr/>
          </p:nvSpPr>
          <p:spPr>
            <a:xfrm>
              <a:off x="1971014" y="1789292"/>
              <a:ext cx="16386" cy="18277"/>
            </a:xfrm>
            <a:custGeom>
              <a:avLst/>
              <a:gdLst/>
              <a:ahLst/>
              <a:cxnLst/>
              <a:rect l="l" t="t" r="r" b="b"/>
              <a:pathLst>
                <a:path w="624" h="696" extrusionOk="0">
                  <a:moveTo>
                    <a:pt x="272" y="1"/>
                  </a:moveTo>
                  <a:cubicBezTo>
                    <a:pt x="140" y="1"/>
                    <a:pt x="1" y="128"/>
                    <a:pt x="69" y="294"/>
                  </a:cubicBezTo>
                  <a:lnTo>
                    <a:pt x="184" y="572"/>
                  </a:lnTo>
                  <a:cubicBezTo>
                    <a:pt x="212" y="648"/>
                    <a:pt x="289" y="696"/>
                    <a:pt x="375" y="696"/>
                  </a:cubicBezTo>
                  <a:cubicBezTo>
                    <a:pt x="518" y="696"/>
                    <a:pt x="624" y="552"/>
                    <a:pt x="566" y="409"/>
                  </a:cubicBezTo>
                  <a:lnTo>
                    <a:pt x="451" y="131"/>
                  </a:lnTo>
                  <a:cubicBezTo>
                    <a:pt x="417" y="39"/>
                    <a:pt x="346" y="1"/>
                    <a:pt x="272"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9" name="Google Shape;8119;p63"/>
            <p:cNvSpPr/>
            <p:nvPr/>
          </p:nvSpPr>
          <p:spPr>
            <a:xfrm>
              <a:off x="2036375" y="1630734"/>
              <a:ext cx="22951" cy="13997"/>
            </a:xfrm>
            <a:custGeom>
              <a:avLst/>
              <a:gdLst/>
              <a:ahLst/>
              <a:cxnLst/>
              <a:rect l="l" t="t" r="r" b="b"/>
              <a:pathLst>
                <a:path w="874" h="533" extrusionOk="0">
                  <a:moveTo>
                    <a:pt x="570" y="0"/>
                  </a:moveTo>
                  <a:cubicBezTo>
                    <a:pt x="544" y="0"/>
                    <a:pt x="517" y="5"/>
                    <a:pt x="489" y="16"/>
                  </a:cubicBezTo>
                  <a:lnTo>
                    <a:pt x="212" y="131"/>
                  </a:lnTo>
                  <a:cubicBezTo>
                    <a:pt x="1" y="217"/>
                    <a:pt x="58" y="532"/>
                    <a:pt x="288" y="532"/>
                  </a:cubicBezTo>
                  <a:cubicBezTo>
                    <a:pt x="317" y="532"/>
                    <a:pt x="345" y="532"/>
                    <a:pt x="374" y="523"/>
                  </a:cubicBezTo>
                  <a:lnTo>
                    <a:pt x="652" y="408"/>
                  </a:lnTo>
                  <a:cubicBezTo>
                    <a:pt x="873" y="314"/>
                    <a:pt x="776" y="0"/>
                    <a:pt x="570"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0" name="Google Shape;8120;p63"/>
            <p:cNvSpPr/>
            <p:nvPr/>
          </p:nvSpPr>
          <p:spPr>
            <a:xfrm>
              <a:off x="1807441" y="1723143"/>
              <a:ext cx="22846" cy="14075"/>
            </a:xfrm>
            <a:custGeom>
              <a:avLst/>
              <a:gdLst/>
              <a:ahLst/>
              <a:cxnLst/>
              <a:rect l="l" t="t" r="r" b="b"/>
              <a:pathLst>
                <a:path w="870" h="536" extrusionOk="0">
                  <a:moveTo>
                    <a:pt x="574" y="1"/>
                  </a:moveTo>
                  <a:cubicBezTo>
                    <a:pt x="547" y="1"/>
                    <a:pt x="519" y="6"/>
                    <a:pt x="488" y="19"/>
                  </a:cubicBezTo>
                  <a:lnTo>
                    <a:pt x="211" y="133"/>
                  </a:lnTo>
                  <a:cubicBezTo>
                    <a:pt x="0" y="220"/>
                    <a:pt x="58" y="535"/>
                    <a:pt x="288" y="535"/>
                  </a:cubicBezTo>
                  <a:cubicBezTo>
                    <a:pt x="316" y="535"/>
                    <a:pt x="345" y="526"/>
                    <a:pt x="364" y="516"/>
                  </a:cubicBezTo>
                  <a:lnTo>
                    <a:pt x="642" y="401"/>
                  </a:lnTo>
                  <a:cubicBezTo>
                    <a:pt x="870" y="317"/>
                    <a:pt x="777" y="1"/>
                    <a:pt x="574"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21" name="Google Shape;8121;p63"/>
          <p:cNvGrpSpPr/>
          <p:nvPr/>
        </p:nvGrpSpPr>
        <p:grpSpPr>
          <a:xfrm>
            <a:off x="3080903" y="1345916"/>
            <a:ext cx="334290" cy="362677"/>
            <a:chOff x="3095178" y="1502716"/>
            <a:chExt cx="334290" cy="362677"/>
          </a:xfrm>
        </p:grpSpPr>
        <p:sp>
          <p:nvSpPr>
            <p:cNvPr id="8122" name="Google Shape;8122;p63"/>
            <p:cNvSpPr/>
            <p:nvPr/>
          </p:nvSpPr>
          <p:spPr>
            <a:xfrm>
              <a:off x="3125351" y="1502716"/>
              <a:ext cx="304117" cy="304117"/>
            </a:xfrm>
            <a:custGeom>
              <a:avLst/>
              <a:gdLst/>
              <a:ahLst/>
              <a:cxnLst/>
              <a:rect l="l" t="t" r="r" b="b"/>
              <a:pathLst>
                <a:path w="11581" h="11581" extrusionOk="0">
                  <a:moveTo>
                    <a:pt x="5790" y="0"/>
                  </a:moveTo>
                  <a:cubicBezTo>
                    <a:pt x="2594" y="0"/>
                    <a:pt x="0" y="2594"/>
                    <a:pt x="0" y="5790"/>
                  </a:cubicBezTo>
                  <a:cubicBezTo>
                    <a:pt x="0" y="8987"/>
                    <a:pt x="2594" y="11580"/>
                    <a:pt x="5790" y="11580"/>
                  </a:cubicBezTo>
                  <a:cubicBezTo>
                    <a:pt x="8987" y="11580"/>
                    <a:pt x="11580" y="8987"/>
                    <a:pt x="11580" y="5790"/>
                  </a:cubicBezTo>
                  <a:cubicBezTo>
                    <a:pt x="11580" y="2594"/>
                    <a:pt x="8987" y="0"/>
                    <a:pt x="5790"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3" name="Google Shape;8123;p63"/>
            <p:cNvSpPr/>
            <p:nvPr/>
          </p:nvSpPr>
          <p:spPr>
            <a:xfrm>
              <a:off x="3095178" y="1505973"/>
              <a:ext cx="289306" cy="300887"/>
            </a:xfrm>
            <a:custGeom>
              <a:avLst/>
              <a:gdLst/>
              <a:ahLst/>
              <a:cxnLst/>
              <a:rect l="l" t="t" r="r" b="b"/>
              <a:pathLst>
                <a:path w="11017" h="11458" extrusionOk="0">
                  <a:moveTo>
                    <a:pt x="5752" y="1"/>
                  </a:moveTo>
                  <a:cubicBezTo>
                    <a:pt x="1963" y="785"/>
                    <a:pt x="1" y="5006"/>
                    <a:pt x="1838" y="8413"/>
                  </a:cubicBezTo>
                  <a:cubicBezTo>
                    <a:pt x="2909" y="10399"/>
                    <a:pt x="4916" y="11458"/>
                    <a:pt x="6949" y="11458"/>
                  </a:cubicBezTo>
                  <a:cubicBezTo>
                    <a:pt x="8403" y="11458"/>
                    <a:pt x="9870" y="10915"/>
                    <a:pt x="11016" y="9781"/>
                  </a:cubicBezTo>
                  <a:lnTo>
                    <a:pt x="11016" y="9781"/>
                  </a:lnTo>
                  <a:cubicBezTo>
                    <a:pt x="10624" y="9858"/>
                    <a:pt x="10231" y="9896"/>
                    <a:pt x="9839" y="9896"/>
                  </a:cubicBezTo>
                  <a:cubicBezTo>
                    <a:pt x="7485" y="9896"/>
                    <a:pt x="5370" y="8480"/>
                    <a:pt x="4480" y="6317"/>
                  </a:cubicBezTo>
                  <a:cubicBezTo>
                    <a:pt x="3580" y="4145"/>
                    <a:pt x="4087" y="1647"/>
                    <a:pt x="5752"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4" name="Google Shape;8124;p63"/>
            <p:cNvSpPr/>
            <p:nvPr/>
          </p:nvSpPr>
          <p:spPr>
            <a:xfrm>
              <a:off x="3125351" y="1503215"/>
              <a:ext cx="303854" cy="303356"/>
            </a:xfrm>
            <a:custGeom>
              <a:avLst/>
              <a:gdLst/>
              <a:ahLst/>
              <a:cxnLst/>
              <a:rect l="l" t="t" r="r" b="b"/>
              <a:pathLst>
                <a:path w="11571" h="11552" extrusionOk="0">
                  <a:moveTo>
                    <a:pt x="5570" y="2881"/>
                  </a:moveTo>
                  <a:lnTo>
                    <a:pt x="5570" y="5551"/>
                  </a:lnTo>
                  <a:lnTo>
                    <a:pt x="2230" y="5551"/>
                  </a:lnTo>
                  <a:cubicBezTo>
                    <a:pt x="2240" y="4642"/>
                    <a:pt x="2402" y="3733"/>
                    <a:pt x="2708" y="2881"/>
                  </a:cubicBezTo>
                  <a:close/>
                  <a:moveTo>
                    <a:pt x="8872" y="2881"/>
                  </a:moveTo>
                  <a:cubicBezTo>
                    <a:pt x="9168" y="3733"/>
                    <a:pt x="9331" y="4642"/>
                    <a:pt x="9350" y="5551"/>
                  </a:cubicBezTo>
                  <a:lnTo>
                    <a:pt x="6010" y="5551"/>
                  </a:lnTo>
                  <a:lnTo>
                    <a:pt x="6010" y="2881"/>
                  </a:lnTo>
                  <a:close/>
                  <a:moveTo>
                    <a:pt x="5560" y="5991"/>
                  </a:moveTo>
                  <a:lnTo>
                    <a:pt x="5560" y="8671"/>
                  </a:lnTo>
                  <a:lnTo>
                    <a:pt x="2708" y="8671"/>
                  </a:lnTo>
                  <a:cubicBezTo>
                    <a:pt x="2402" y="7810"/>
                    <a:pt x="2240" y="6901"/>
                    <a:pt x="2230" y="5991"/>
                  </a:cubicBezTo>
                  <a:close/>
                  <a:moveTo>
                    <a:pt x="9350" y="5991"/>
                  </a:moveTo>
                  <a:cubicBezTo>
                    <a:pt x="9331" y="6901"/>
                    <a:pt x="9168" y="7810"/>
                    <a:pt x="8872" y="8671"/>
                  </a:cubicBezTo>
                  <a:lnTo>
                    <a:pt x="8872" y="8661"/>
                  </a:lnTo>
                  <a:lnTo>
                    <a:pt x="6010" y="8661"/>
                  </a:lnTo>
                  <a:lnTo>
                    <a:pt x="6010" y="5991"/>
                  </a:lnTo>
                  <a:close/>
                  <a:moveTo>
                    <a:pt x="5570" y="0"/>
                  </a:moveTo>
                  <a:lnTo>
                    <a:pt x="5570" y="2431"/>
                  </a:lnTo>
                  <a:lnTo>
                    <a:pt x="2881" y="2431"/>
                  </a:lnTo>
                  <a:cubicBezTo>
                    <a:pt x="3484" y="1044"/>
                    <a:pt x="4460" y="106"/>
                    <a:pt x="5570" y="0"/>
                  </a:cubicBezTo>
                  <a:lnTo>
                    <a:pt x="5570" y="0"/>
                  </a:lnTo>
                  <a:cubicBezTo>
                    <a:pt x="4977" y="20"/>
                    <a:pt x="4402" y="125"/>
                    <a:pt x="3847" y="316"/>
                  </a:cubicBezTo>
                  <a:cubicBezTo>
                    <a:pt x="3264" y="823"/>
                    <a:pt x="2766" y="1551"/>
                    <a:pt x="2412" y="2431"/>
                  </a:cubicBezTo>
                  <a:lnTo>
                    <a:pt x="1062" y="2431"/>
                  </a:lnTo>
                  <a:cubicBezTo>
                    <a:pt x="957" y="2575"/>
                    <a:pt x="861" y="2718"/>
                    <a:pt x="775" y="2871"/>
                  </a:cubicBezTo>
                  <a:lnTo>
                    <a:pt x="2240" y="2871"/>
                  </a:lnTo>
                  <a:cubicBezTo>
                    <a:pt x="1952" y="3742"/>
                    <a:pt x="1799" y="4642"/>
                    <a:pt x="1780" y="5551"/>
                  </a:cubicBezTo>
                  <a:lnTo>
                    <a:pt x="0" y="5551"/>
                  </a:lnTo>
                  <a:lnTo>
                    <a:pt x="0" y="5771"/>
                  </a:lnTo>
                  <a:lnTo>
                    <a:pt x="0" y="5991"/>
                  </a:lnTo>
                  <a:lnTo>
                    <a:pt x="1780" y="5991"/>
                  </a:lnTo>
                  <a:cubicBezTo>
                    <a:pt x="1799" y="6901"/>
                    <a:pt x="1952" y="7800"/>
                    <a:pt x="2240" y="8661"/>
                  </a:cubicBezTo>
                  <a:lnTo>
                    <a:pt x="775" y="8661"/>
                  </a:lnTo>
                  <a:cubicBezTo>
                    <a:pt x="861" y="8815"/>
                    <a:pt x="957" y="8968"/>
                    <a:pt x="1062" y="9111"/>
                  </a:cubicBezTo>
                  <a:lnTo>
                    <a:pt x="2412" y="9111"/>
                  </a:lnTo>
                  <a:cubicBezTo>
                    <a:pt x="2766" y="9992"/>
                    <a:pt x="3264" y="10719"/>
                    <a:pt x="3847" y="11226"/>
                  </a:cubicBezTo>
                  <a:cubicBezTo>
                    <a:pt x="4398" y="11416"/>
                    <a:pt x="4968" y="11531"/>
                    <a:pt x="5556" y="11551"/>
                  </a:cubicBezTo>
                  <a:lnTo>
                    <a:pt x="5556" y="11551"/>
                  </a:lnTo>
                  <a:cubicBezTo>
                    <a:pt x="4457" y="11434"/>
                    <a:pt x="3483" y="10497"/>
                    <a:pt x="2881" y="9111"/>
                  </a:cubicBezTo>
                  <a:lnTo>
                    <a:pt x="5560" y="9111"/>
                  </a:lnTo>
                  <a:lnTo>
                    <a:pt x="5560" y="11551"/>
                  </a:lnTo>
                  <a:lnTo>
                    <a:pt x="5560" y="11551"/>
                  </a:lnTo>
                  <a:cubicBezTo>
                    <a:pt x="5559" y="11551"/>
                    <a:pt x="5557" y="11551"/>
                    <a:pt x="5556" y="11551"/>
                  </a:cubicBezTo>
                  <a:lnTo>
                    <a:pt x="5556" y="11551"/>
                  </a:lnTo>
                  <a:cubicBezTo>
                    <a:pt x="5557" y="11551"/>
                    <a:pt x="5559" y="11552"/>
                    <a:pt x="5560" y="11552"/>
                  </a:cubicBezTo>
                  <a:lnTo>
                    <a:pt x="5560" y="11551"/>
                  </a:lnTo>
                  <a:lnTo>
                    <a:pt x="5560" y="11551"/>
                  </a:lnTo>
                  <a:cubicBezTo>
                    <a:pt x="5564" y="11552"/>
                    <a:pt x="5567" y="11552"/>
                    <a:pt x="5570" y="11552"/>
                  </a:cubicBezTo>
                  <a:lnTo>
                    <a:pt x="6010" y="11552"/>
                  </a:lnTo>
                  <a:lnTo>
                    <a:pt x="6010" y="9111"/>
                  </a:lnTo>
                  <a:lnTo>
                    <a:pt x="8690" y="9111"/>
                  </a:lnTo>
                  <a:cubicBezTo>
                    <a:pt x="8087" y="10499"/>
                    <a:pt x="7120" y="11437"/>
                    <a:pt x="6010" y="11552"/>
                  </a:cubicBezTo>
                  <a:cubicBezTo>
                    <a:pt x="6594" y="11533"/>
                    <a:pt x="7178" y="11418"/>
                    <a:pt x="7733" y="11226"/>
                  </a:cubicBezTo>
                  <a:cubicBezTo>
                    <a:pt x="8317" y="10719"/>
                    <a:pt x="8805" y="9992"/>
                    <a:pt x="9168" y="9111"/>
                  </a:cubicBezTo>
                  <a:lnTo>
                    <a:pt x="10518" y="9111"/>
                  </a:lnTo>
                  <a:cubicBezTo>
                    <a:pt x="10614" y="8968"/>
                    <a:pt x="10709" y="8824"/>
                    <a:pt x="10805" y="8671"/>
                  </a:cubicBezTo>
                  <a:lnTo>
                    <a:pt x="9341" y="8671"/>
                  </a:lnTo>
                  <a:cubicBezTo>
                    <a:pt x="9618" y="7800"/>
                    <a:pt x="9771" y="6901"/>
                    <a:pt x="9790" y="5991"/>
                  </a:cubicBezTo>
                  <a:lnTo>
                    <a:pt x="11571" y="5991"/>
                  </a:lnTo>
                  <a:lnTo>
                    <a:pt x="11571" y="5771"/>
                  </a:lnTo>
                  <a:lnTo>
                    <a:pt x="11571" y="5551"/>
                  </a:lnTo>
                  <a:lnTo>
                    <a:pt x="9790" y="5551"/>
                  </a:lnTo>
                  <a:cubicBezTo>
                    <a:pt x="9771" y="4642"/>
                    <a:pt x="9618" y="3742"/>
                    <a:pt x="9341" y="2881"/>
                  </a:cubicBezTo>
                  <a:lnTo>
                    <a:pt x="10805" y="2881"/>
                  </a:lnTo>
                  <a:cubicBezTo>
                    <a:pt x="10709" y="2728"/>
                    <a:pt x="10614" y="2575"/>
                    <a:pt x="10518" y="2431"/>
                  </a:cubicBezTo>
                  <a:lnTo>
                    <a:pt x="9168" y="2431"/>
                  </a:lnTo>
                  <a:cubicBezTo>
                    <a:pt x="8805" y="1551"/>
                    <a:pt x="8317" y="823"/>
                    <a:pt x="7733" y="316"/>
                  </a:cubicBezTo>
                  <a:cubicBezTo>
                    <a:pt x="7178" y="125"/>
                    <a:pt x="6594" y="10"/>
                    <a:pt x="6010" y="0"/>
                  </a:cubicBezTo>
                  <a:lnTo>
                    <a:pt x="6010" y="0"/>
                  </a:lnTo>
                  <a:cubicBezTo>
                    <a:pt x="7120" y="106"/>
                    <a:pt x="8087" y="1044"/>
                    <a:pt x="8699" y="2431"/>
                  </a:cubicBezTo>
                  <a:lnTo>
                    <a:pt x="6010" y="2431"/>
                  </a:lnTo>
                  <a:lnTo>
                    <a:pt x="6010" y="0"/>
                  </a:ln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5" name="Google Shape;8125;p63"/>
            <p:cNvSpPr/>
            <p:nvPr/>
          </p:nvSpPr>
          <p:spPr>
            <a:xfrm>
              <a:off x="3125351" y="1505973"/>
              <a:ext cx="229224" cy="300598"/>
            </a:xfrm>
            <a:custGeom>
              <a:avLst/>
              <a:gdLst/>
              <a:ahLst/>
              <a:cxnLst/>
              <a:rect l="l" t="t" r="r" b="b"/>
              <a:pathLst>
                <a:path w="8729" h="11447" extrusionOk="0">
                  <a:moveTo>
                    <a:pt x="4594" y="1"/>
                  </a:moveTo>
                  <a:lnTo>
                    <a:pt x="4594" y="1"/>
                  </a:lnTo>
                  <a:cubicBezTo>
                    <a:pt x="4345" y="58"/>
                    <a:pt x="4096" y="125"/>
                    <a:pt x="3847" y="211"/>
                  </a:cubicBezTo>
                  <a:cubicBezTo>
                    <a:pt x="3264" y="718"/>
                    <a:pt x="2766" y="1446"/>
                    <a:pt x="2412" y="2326"/>
                  </a:cubicBezTo>
                  <a:lnTo>
                    <a:pt x="1062" y="2326"/>
                  </a:lnTo>
                  <a:cubicBezTo>
                    <a:pt x="957" y="2470"/>
                    <a:pt x="861" y="2613"/>
                    <a:pt x="775" y="2766"/>
                  </a:cubicBezTo>
                  <a:lnTo>
                    <a:pt x="2240" y="2766"/>
                  </a:lnTo>
                  <a:cubicBezTo>
                    <a:pt x="1952" y="3637"/>
                    <a:pt x="1799" y="4537"/>
                    <a:pt x="1780" y="5446"/>
                  </a:cubicBezTo>
                  <a:lnTo>
                    <a:pt x="0" y="5446"/>
                  </a:lnTo>
                  <a:lnTo>
                    <a:pt x="0" y="5666"/>
                  </a:lnTo>
                  <a:lnTo>
                    <a:pt x="0" y="5886"/>
                  </a:lnTo>
                  <a:lnTo>
                    <a:pt x="1780" y="5886"/>
                  </a:lnTo>
                  <a:cubicBezTo>
                    <a:pt x="1799" y="6796"/>
                    <a:pt x="1952" y="7695"/>
                    <a:pt x="2240" y="8556"/>
                  </a:cubicBezTo>
                  <a:lnTo>
                    <a:pt x="775" y="8556"/>
                  </a:lnTo>
                  <a:cubicBezTo>
                    <a:pt x="861" y="8710"/>
                    <a:pt x="957" y="8863"/>
                    <a:pt x="1062" y="9006"/>
                  </a:cubicBezTo>
                  <a:lnTo>
                    <a:pt x="2412" y="9006"/>
                  </a:lnTo>
                  <a:cubicBezTo>
                    <a:pt x="2766" y="9887"/>
                    <a:pt x="3264" y="10614"/>
                    <a:pt x="3847" y="11121"/>
                  </a:cubicBezTo>
                  <a:cubicBezTo>
                    <a:pt x="4402" y="11313"/>
                    <a:pt x="4977" y="11428"/>
                    <a:pt x="5570" y="11447"/>
                  </a:cubicBezTo>
                  <a:cubicBezTo>
                    <a:pt x="4460" y="11332"/>
                    <a:pt x="3484" y="10394"/>
                    <a:pt x="2881" y="9006"/>
                  </a:cubicBezTo>
                  <a:lnTo>
                    <a:pt x="5570" y="9006"/>
                  </a:lnTo>
                  <a:lnTo>
                    <a:pt x="5570" y="11447"/>
                  </a:lnTo>
                  <a:lnTo>
                    <a:pt x="6010" y="11447"/>
                  </a:lnTo>
                  <a:lnTo>
                    <a:pt x="6010" y="9246"/>
                  </a:lnTo>
                  <a:cubicBezTo>
                    <a:pt x="5647" y="9054"/>
                    <a:pt x="5302" y="8824"/>
                    <a:pt x="4986" y="8566"/>
                  </a:cubicBezTo>
                  <a:lnTo>
                    <a:pt x="2708" y="8566"/>
                  </a:lnTo>
                  <a:cubicBezTo>
                    <a:pt x="2402" y="7705"/>
                    <a:pt x="2240" y="6805"/>
                    <a:pt x="2230" y="5886"/>
                  </a:cubicBezTo>
                  <a:lnTo>
                    <a:pt x="3168" y="5886"/>
                  </a:lnTo>
                  <a:cubicBezTo>
                    <a:pt x="3120" y="5743"/>
                    <a:pt x="3082" y="5599"/>
                    <a:pt x="3053" y="5446"/>
                  </a:cubicBezTo>
                  <a:lnTo>
                    <a:pt x="2230" y="5446"/>
                  </a:lnTo>
                  <a:cubicBezTo>
                    <a:pt x="2240" y="4537"/>
                    <a:pt x="2402" y="3628"/>
                    <a:pt x="2708" y="2776"/>
                  </a:cubicBezTo>
                  <a:lnTo>
                    <a:pt x="3053" y="2776"/>
                  </a:lnTo>
                  <a:cubicBezTo>
                    <a:pt x="3082" y="2623"/>
                    <a:pt x="3130" y="2470"/>
                    <a:pt x="3168" y="2326"/>
                  </a:cubicBezTo>
                  <a:lnTo>
                    <a:pt x="2881" y="2326"/>
                  </a:lnTo>
                  <a:cubicBezTo>
                    <a:pt x="3149" y="1666"/>
                    <a:pt x="3570" y="1063"/>
                    <a:pt x="4096" y="575"/>
                  </a:cubicBezTo>
                  <a:cubicBezTo>
                    <a:pt x="4249" y="374"/>
                    <a:pt x="4422" y="183"/>
                    <a:pt x="4594" y="1"/>
                  </a:cubicBezTo>
                  <a:close/>
                  <a:moveTo>
                    <a:pt x="8231" y="9877"/>
                  </a:moveTo>
                  <a:cubicBezTo>
                    <a:pt x="7647" y="10777"/>
                    <a:pt x="6872" y="11361"/>
                    <a:pt x="6010" y="11447"/>
                  </a:cubicBezTo>
                  <a:cubicBezTo>
                    <a:pt x="6594" y="11428"/>
                    <a:pt x="7178" y="11313"/>
                    <a:pt x="7733" y="11121"/>
                  </a:cubicBezTo>
                  <a:cubicBezTo>
                    <a:pt x="8125" y="10767"/>
                    <a:pt x="8460" y="10356"/>
                    <a:pt x="8728" y="9896"/>
                  </a:cubicBezTo>
                  <a:lnTo>
                    <a:pt x="8690" y="9896"/>
                  </a:lnTo>
                  <a:cubicBezTo>
                    <a:pt x="8537" y="9896"/>
                    <a:pt x="8384" y="9887"/>
                    <a:pt x="8231" y="9877"/>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6" name="Google Shape;8126;p63"/>
            <p:cNvSpPr/>
            <p:nvPr/>
          </p:nvSpPr>
          <p:spPr>
            <a:xfrm>
              <a:off x="3177871" y="1795253"/>
              <a:ext cx="198814" cy="70140"/>
            </a:xfrm>
            <a:custGeom>
              <a:avLst/>
              <a:gdLst/>
              <a:ahLst/>
              <a:cxnLst/>
              <a:rect l="l" t="t" r="r" b="b"/>
              <a:pathLst>
                <a:path w="7571" h="2671" extrusionOk="0">
                  <a:moveTo>
                    <a:pt x="2450" y="0"/>
                  </a:moveTo>
                  <a:lnTo>
                    <a:pt x="584" y="670"/>
                  </a:lnTo>
                  <a:cubicBezTo>
                    <a:pt x="230" y="804"/>
                    <a:pt x="0" y="1139"/>
                    <a:pt x="0" y="1512"/>
                  </a:cubicBezTo>
                  <a:lnTo>
                    <a:pt x="0" y="2450"/>
                  </a:lnTo>
                  <a:cubicBezTo>
                    <a:pt x="0" y="2574"/>
                    <a:pt x="96" y="2670"/>
                    <a:pt x="230" y="2670"/>
                  </a:cubicBezTo>
                  <a:lnTo>
                    <a:pt x="7350" y="2670"/>
                  </a:lnTo>
                  <a:cubicBezTo>
                    <a:pt x="7475" y="2670"/>
                    <a:pt x="7570" y="2565"/>
                    <a:pt x="7570" y="2450"/>
                  </a:cubicBezTo>
                  <a:lnTo>
                    <a:pt x="7570" y="1512"/>
                  </a:lnTo>
                  <a:cubicBezTo>
                    <a:pt x="7570" y="1139"/>
                    <a:pt x="7341" y="804"/>
                    <a:pt x="6987" y="670"/>
                  </a:cubicBezTo>
                  <a:lnTo>
                    <a:pt x="5120" y="0"/>
                  </a:lnTo>
                  <a:lnTo>
                    <a:pt x="3790" y="450"/>
                  </a:lnTo>
                  <a:lnTo>
                    <a:pt x="2450"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7" name="Google Shape;8127;p63"/>
            <p:cNvSpPr/>
            <p:nvPr/>
          </p:nvSpPr>
          <p:spPr>
            <a:xfrm>
              <a:off x="3265580" y="1818624"/>
              <a:ext cx="23398" cy="46769"/>
            </a:xfrm>
            <a:custGeom>
              <a:avLst/>
              <a:gdLst/>
              <a:ahLst/>
              <a:cxnLst/>
              <a:rect l="l" t="t" r="r" b="b"/>
              <a:pathLst>
                <a:path w="891" h="1781" extrusionOk="0">
                  <a:moveTo>
                    <a:pt x="211" y="0"/>
                  </a:moveTo>
                  <a:lnTo>
                    <a:pt x="0" y="1780"/>
                  </a:lnTo>
                  <a:lnTo>
                    <a:pt x="890" y="1780"/>
                  </a:lnTo>
                  <a:lnTo>
                    <a:pt x="680" y="0"/>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8" name="Google Shape;8128;p63"/>
            <p:cNvSpPr/>
            <p:nvPr/>
          </p:nvSpPr>
          <p:spPr>
            <a:xfrm>
              <a:off x="3267076" y="1806807"/>
              <a:ext cx="20378" cy="19879"/>
            </a:xfrm>
            <a:custGeom>
              <a:avLst/>
              <a:gdLst/>
              <a:ahLst/>
              <a:cxnLst/>
              <a:rect l="l" t="t" r="r" b="b"/>
              <a:pathLst>
                <a:path w="776" h="757" extrusionOk="0">
                  <a:moveTo>
                    <a:pt x="1" y="0"/>
                  </a:moveTo>
                  <a:lnTo>
                    <a:pt x="1" y="603"/>
                  </a:lnTo>
                  <a:cubicBezTo>
                    <a:pt x="1" y="689"/>
                    <a:pt x="68" y="756"/>
                    <a:pt x="154" y="756"/>
                  </a:cubicBezTo>
                  <a:lnTo>
                    <a:pt x="623" y="756"/>
                  </a:lnTo>
                  <a:cubicBezTo>
                    <a:pt x="709" y="756"/>
                    <a:pt x="776" y="689"/>
                    <a:pt x="776" y="603"/>
                  </a:cubicBezTo>
                  <a:lnTo>
                    <a:pt x="776" y="0"/>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9" name="Google Shape;8129;p63"/>
            <p:cNvSpPr/>
            <p:nvPr/>
          </p:nvSpPr>
          <p:spPr>
            <a:xfrm>
              <a:off x="3341734" y="1818861"/>
              <a:ext cx="34952" cy="46533"/>
            </a:xfrm>
            <a:custGeom>
              <a:avLst/>
              <a:gdLst/>
              <a:ahLst/>
              <a:cxnLst/>
              <a:rect l="l" t="t" r="r" b="b"/>
              <a:pathLst>
                <a:path w="1331" h="1772" extrusionOk="0">
                  <a:moveTo>
                    <a:pt x="1091" y="1"/>
                  </a:moveTo>
                  <a:lnTo>
                    <a:pt x="258" y="843"/>
                  </a:lnTo>
                  <a:cubicBezTo>
                    <a:pt x="86" y="1006"/>
                    <a:pt x="0" y="1235"/>
                    <a:pt x="0" y="1474"/>
                  </a:cubicBezTo>
                  <a:lnTo>
                    <a:pt x="0" y="1771"/>
                  </a:lnTo>
                  <a:lnTo>
                    <a:pt x="1110" y="1771"/>
                  </a:lnTo>
                  <a:cubicBezTo>
                    <a:pt x="1235" y="1771"/>
                    <a:pt x="1330" y="1666"/>
                    <a:pt x="1330" y="1551"/>
                  </a:cubicBezTo>
                  <a:lnTo>
                    <a:pt x="1330" y="613"/>
                  </a:lnTo>
                  <a:cubicBezTo>
                    <a:pt x="1330" y="383"/>
                    <a:pt x="1244" y="173"/>
                    <a:pt x="1091"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0" name="Google Shape;8130;p63"/>
            <p:cNvSpPr/>
            <p:nvPr/>
          </p:nvSpPr>
          <p:spPr>
            <a:xfrm>
              <a:off x="3213060" y="1614033"/>
              <a:ext cx="128700" cy="93538"/>
            </a:xfrm>
            <a:custGeom>
              <a:avLst/>
              <a:gdLst/>
              <a:ahLst/>
              <a:cxnLst/>
              <a:rect l="l" t="t" r="r" b="b"/>
              <a:pathLst>
                <a:path w="4901" h="3562" extrusionOk="0">
                  <a:moveTo>
                    <a:pt x="1763" y="1"/>
                  </a:moveTo>
                  <a:cubicBezTo>
                    <a:pt x="785" y="1"/>
                    <a:pt x="0" y="801"/>
                    <a:pt x="0" y="1771"/>
                  </a:cubicBezTo>
                  <a:lnTo>
                    <a:pt x="0" y="2307"/>
                  </a:lnTo>
                  <a:cubicBezTo>
                    <a:pt x="0" y="2547"/>
                    <a:pt x="38" y="2786"/>
                    <a:pt x="115" y="3006"/>
                  </a:cubicBezTo>
                  <a:lnTo>
                    <a:pt x="192" y="3236"/>
                  </a:lnTo>
                  <a:cubicBezTo>
                    <a:pt x="211" y="3303"/>
                    <a:pt x="230" y="3370"/>
                    <a:pt x="230" y="3446"/>
                  </a:cubicBezTo>
                  <a:lnTo>
                    <a:pt x="230" y="3561"/>
                  </a:lnTo>
                  <a:lnTo>
                    <a:pt x="4680" y="3561"/>
                  </a:lnTo>
                  <a:lnTo>
                    <a:pt x="4680" y="3446"/>
                  </a:lnTo>
                  <a:cubicBezTo>
                    <a:pt x="4680" y="3370"/>
                    <a:pt x="4690" y="3303"/>
                    <a:pt x="4709" y="3236"/>
                  </a:cubicBezTo>
                  <a:lnTo>
                    <a:pt x="4785" y="3006"/>
                  </a:lnTo>
                  <a:cubicBezTo>
                    <a:pt x="4862" y="2786"/>
                    <a:pt x="4900" y="2547"/>
                    <a:pt x="4900" y="2307"/>
                  </a:cubicBezTo>
                  <a:lnTo>
                    <a:pt x="4900" y="441"/>
                  </a:lnTo>
                  <a:cubicBezTo>
                    <a:pt x="4900" y="192"/>
                    <a:pt x="4699" y="1"/>
                    <a:pt x="4450" y="1"/>
                  </a:cubicBezTo>
                  <a:lnTo>
                    <a:pt x="1780" y="1"/>
                  </a:lnTo>
                  <a:cubicBezTo>
                    <a:pt x="1774" y="1"/>
                    <a:pt x="1769" y="1"/>
                    <a:pt x="176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1" name="Google Shape;8131;p63"/>
            <p:cNvSpPr/>
            <p:nvPr/>
          </p:nvSpPr>
          <p:spPr>
            <a:xfrm>
              <a:off x="3242208" y="1614033"/>
              <a:ext cx="99552" cy="93276"/>
            </a:xfrm>
            <a:custGeom>
              <a:avLst/>
              <a:gdLst/>
              <a:ahLst/>
              <a:cxnLst/>
              <a:rect l="l" t="t" r="r" b="b"/>
              <a:pathLst>
                <a:path w="3791" h="3552" extrusionOk="0">
                  <a:moveTo>
                    <a:pt x="892" y="1"/>
                  </a:moveTo>
                  <a:cubicBezTo>
                    <a:pt x="402" y="1"/>
                    <a:pt x="0" y="409"/>
                    <a:pt x="0" y="901"/>
                  </a:cubicBezTo>
                  <a:cubicBezTo>
                    <a:pt x="0" y="1398"/>
                    <a:pt x="402" y="1800"/>
                    <a:pt x="909" y="1800"/>
                  </a:cubicBezTo>
                  <a:lnTo>
                    <a:pt x="1024" y="1800"/>
                  </a:lnTo>
                  <a:lnTo>
                    <a:pt x="1091" y="3551"/>
                  </a:lnTo>
                  <a:lnTo>
                    <a:pt x="3570" y="3551"/>
                  </a:lnTo>
                  <a:lnTo>
                    <a:pt x="3570" y="3437"/>
                  </a:lnTo>
                  <a:cubicBezTo>
                    <a:pt x="3570" y="3360"/>
                    <a:pt x="3580" y="3293"/>
                    <a:pt x="3599" y="3217"/>
                  </a:cubicBezTo>
                  <a:lnTo>
                    <a:pt x="3675" y="2996"/>
                  </a:lnTo>
                  <a:cubicBezTo>
                    <a:pt x="3752" y="2767"/>
                    <a:pt x="3790" y="2537"/>
                    <a:pt x="3790" y="2298"/>
                  </a:cubicBezTo>
                  <a:lnTo>
                    <a:pt x="3790" y="441"/>
                  </a:lnTo>
                  <a:cubicBezTo>
                    <a:pt x="3790" y="192"/>
                    <a:pt x="3599" y="1"/>
                    <a:pt x="3350" y="1"/>
                  </a:cubicBezTo>
                  <a:lnTo>
                    <a:pt x="909" y="1"/>
                  </a:lnTo>
                  <a:cubicBezTo>
                    <a:pt x="904" y="1"/>
                    <a:pt x="898" y="1"/>
                    <a:pt x="89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2" name="Google Shape;8132;p63"/>
            <p:cNvSpPr/>
            <p:nvPr/>
          </p:nvSpPr>
          <p:spPr>
            <a:xfrm>
              <a:off x="3242208" y="1754287"/>
              <a:ext cx="70140" cy="52546"/>
            </a:xfrm>
            <a:custGeom>
              <a:avLst/>
              <a:gdLst/>
              <a:ahLst/>
              <a:cxnLst/>
              <a:rect l="l" t="t" r="r" b="b"/>
              <a:pathLst>
                <a:path w="2671" h="2001" extrusionOk="0">
                  <a:moveTo>
                    <a:pt x="0" y="0"/>
                  </a:moveTo>
                  <a:lnTo>
                    <a:pt x="0" y="2000"/>
                  </a:lnTo>
                  <a:lnTo>
                    <a:pt x="2670" y="2000"/>
                  </a:lnTo>
                  <a:lnTo>
                    <a:pt x="2670"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3" name="Google Shape;8133;p63"/>
            <p:cNvSpPr/>
            <p:nvPr/>
          </p:nvSpPr>
          <p:spPr>
            <a:xfrm>
              <a:off x="3242208" y="1754287"/>
              <a:ext cx="70140" cy="29044"/>
            </a:xfrm>
            <a:custGeom>
              <a:avLst/>
              <a:gdLst/>
              <a:ahLst/>
              <a:cxnLst/>
              <a:rect l="l" t="t" r="r" b="b"/>
              <a:pathLst>
                <a:path w="2671" h="1106" extrusionOk="0">
                  <a:moveTo>
                    <a:pt x="0" y="0"/>
                  </a:moveTo>
                  <a:lnTo>
                    <a:pt x="0" y="747"/>
                  </a:lnTo>
                  <a:cubicBezTo>
                    <a:pt x="412" y="986"/>
                    <a:pt x="874" y="1105"/>
                    <a:pt x="1335" y="1105"/>
                  </a:cubicBezTo>
                  <a:cubicBezTo>
                    <a:pt x="1797" y="1105"/>
                    <a:pt x="2259" y="986"/>
                    <a:pt x="2670" y="747"/>
                  </a:cubicBezTo>
                  <a:lnTo>
                    <a:pt x="2670"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4" name="Google Shape;8134;p63"/>
            <p:cNvSpPr/>
            <p:nvPr/>
          </p:nvSpPr>
          <p:spPr>
            <a:xfrm>
              <a:off x="3230654" y="1785379"/>
              <a:ext cx="46769" cy="41780"/>
            </a:xfrm>
            <a:custGeom>
              <a:avLst/>
              <a:gdLst/>
              <a:ahLst/>
              <a:cxnLst/>
              <a:rect l="l" t="t" r="r" b="b"/>
              <a:pathLst>
                <a:path w="1781" h="1591" extrusionOk="0">
                  <a:moveTo>
                    <a:pt x="395" y="1"/>
                  </a:moveTo>
                  <a:cubicBezTo>
                    <a:pt x="311" y="1"/>
                    <a:pt x="231" y="48"/>
                    <a:pt x="191" y="127"/>
                  </a:cubicBezTo>
                  <a:lnTo>
                    <a:pt x="0" y="539"/>
                  </a:lnTo>
                  <a:lnTo>
                    <a:pt x="737" y="1505"/>
                  </a:lnTo>
                  <a:cubicBezTo>
                    <a:pt x="778" y="1562"/>
                    <a:pt x="844" y="1591"/>
                    <a:pt x="909" y="1591"/>
                  </a:cubicBezTo>
                  <a:cubicBezTo>
                    <a:pt x="966" y="1591"/>
                    <a:pt x="1022" y="1569"/>
                    <a:pt x="1062" y="1524"/>
                  </a:cubicBezTo>
                  <a:lnTo>
                    <a:pt x="1780" y="816"/>
                  </a:lnTo>
                  <a:lnTo>
                    <a:pt x="507" y="32"/>
                  </a:lnTo>
                  <a:cubicBezTo>
                    <a:pt x="471" y="11"/>
                    <a:pt x="433" y="1"/>
                    <a:pt x="395"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5" name="Google Shape;8135;p63"/>
            <p:cNvSpPr/>
            <p:nvPr/>
          </p:nvSpPr>
          <p:spPr>
            <a:xfrm>
              <a:off x="3277397" y="1785379"/>
              <a:ext cx="46769" cy="41780"/>
            </a:xfrm>
            <a:custGeom>
              <a:avLst/>
              <a:gdLst/>
              <a:ahLst/>
              <a:cxnLst/>
              <a:rect l="l" t="t" r="r" b="b"/>
              <a:pathLst>
                <a:path w="1781" h="1591" extrusionOk="0">
                  <a:moveTo>
                    <a:pt x="1381" y="1"/>
                  </a:moveTo>
                  <a:cubicBezTo>
                    <a:pt x="1343" y="1"/>
                    <a:pt x="1306" y="11"/>
                    <a:pt x="1273" y="32"/>
                  </a:cubicBezTo>
                  <a:lnTo>
                    <a:pt x="0" y="816"/>
                  </a:lnTo>
                  <a:lnTo>
                    <a:pt x="708" y="1524"/>
                  </a:lnTo>
                  <a:cubicBezTo>
                    <a:pt x="753" y="1569"/>
                    <a:pt x="810" y="1591"/>
                    <a:pt x="866" y="1591"/>
                  </a:cubicBezTo>
                  <a:cubicBezTo>
                    <a:pt x="932" y="1591"/>
                    <a:pt x="997" y="1562"/>
                    <a:pt x="1043" y="1505"/>
                  </a:cubicBezTo>
                  <a:lnTo>
                    <a:pt x="1780" y="539"/>
                  </a:lnTo>
                  <a:lnTo>
                    <a:pt x="1589" y="127"/>
                  </a:lnTo>
                  <a:cubicBezTo>
                    <a:pt x="1549" y="48"/>
                    <a:pt x="1464" y="1"/>
                    <a:pt x="1381"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6" name="Google Shape;8136;p63"/>
            <p:cNvSpPr/>
            <p:nvPr/>
          </p:nvSpPr>
          <p:spPr>
            <a:xfrm>
              <a:off x="3218837" y="1661327"/>
              <a:ext cx="116883" cy="110318"/>
            </a:xfrm>
            <a:custGeom>
              <a:avLst/>
              <a:gdLst/>
              <a:ahLst/>
              <a:cxnLst/>
              <a:rect l="l" t="t" r="r" b="b"/>
              <a:pathLst>
                <a:path w="4451" h="4201" extrusionOk="0">
                  <a:moveTo>
                    <a:pt x="1938" y="1"/>
                  </a:moveTo>
                  <a:cubicBezTo>
                    <a:pt x="1362" y="1"/>
                    <a:pt x="862" y="98"/>
                    <a:pt x="613" y="152"/>
                  </a:cubicBezTo>
                  <a:cubicBezTo>
                    <a:pt x="517" y="171"/>
                    <a:pt x="440" y="267"/>
                    <a:pt x="450" y="372"/>
                  </a:cubicBezTo>
                  <a:lnTo>
                    <a:pt x="450" y="899"/>
                  </a:lnTo>
                  <a:cubicBezTo>
                    <a:pt x="440" y="1023"/>
                    <a:pt x="402" y="1138"/>
                    <a:pt x="316" y="1215"/>
                  </a:cubicBezTo>
                  <a:lnTo>
                    <a:pt x="134" y="1406"/>
                  </a:lnTo>
                  <a:cubicBezTo>
                    <a:pt x="48" y="1482"/>
                    <a:pt x="0" y="1597"/>
                    <a:pt x="0" y="1722"/>
                  </a:cubicBezTo>
                  <a:lnTo>
                    <a:pt x="0" y="1980"/>
                  </a:lnTo>
                  <a:cubicBezTo>
                    <a:pt x="0" y="3205"/>
                    <a:pt x="996" y="4200"/>
                    <a:pt x="2230" y="4200"/>
                  </a:cubicBezTo>
                  <a:cubicBezTo>
                    <a:pt x="3455" y="4200"/>
                    <a:pt x="4450" y="3205"/>
                    <a:pt x="4450" y="1980"/>
                  </a:cubicBezTo>
                  <a:lnTo>
                    <a:pt x="4450" y="1722"/>
                  </a:lnTo>
                  <a:cubicBezTo>
                    <a:pt x="4450" y="1597"/>
                    <a:pt x="4403" y="1482"/>
                    <a:pt x="4326" y="1406"/>
                  </a:cubicBezTo>
                  <a:lnTo>
                    <a:pt x="4144" y="1215"/>
                  </a:lnTo>
                  <a:cubicBezTo>
                    <a:pt x="4058" y="1138"/>
                    <a:pt x="4010" y="1023"/>
                    <a:pt x="4010" y="908"/>
                  </a:cubicBezTo>
                  <a:lnTo>
                    <a:pt x="4010" y="784"/>
                  </a:lnTo>
                  <a:cubicBezTo>
                    <a:pt x="4010" y="698"/>
                    <a:pt x="3972" y="612"/>
                    <a:pt x="3895" y="554"/>
                  </a:cubicBezTo>
                  <a:cubicBezTo>
                    <a:pt x="3311" y="121"/>
                    <a:pt x="2578" y="1"/>
                    <a:pt x="1938"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7" name="Google Shape;8137;p63"/>
            <p:cNvSpPr/>
            <p:nvPr/>
          </p:nvSpPr>
          <p:spPr>
            <a:xfrm>
              <a:off x="3218837" y="1661327"/>
              <a:ext cx="105329" cy="110056"/>
            </a:xfrm>
            <a:custGeom>
              <a:avLst/>
              <a:gdLst/>
              <a:ahLst/>
              <a:cxnLst/>
              <a:rect l="l" t="t" r="r" b="b"/>
              <a:pathLst>
                <a:path w="4011" h="4191" extrusionOk="0">
                  <a:moveTo>
                    <a:pt x="1902" y="1"/>
                  </a:moveTo>
                  <a:cubicBezTo>
                    <a:pt x="1702" y="1"/>
                    <a:pt x="1512" y="12"/>
                    <a:pt x="1340" y="28"/>
                  </a:cubicBezTo>
                  <a:cubicBezTo>
                    <a:pt x="1091" y="57"/>
                    <a:pt x="852" y="95"/>
                    <a:pt x="622" y="152"/>
                  </a:cubicBezTo>
                  <a:cubicBezTo>
                    <a:pt x="517" y="171"/>
                    <a:pt x="450" y="267"/>
                    <a:pt x="450" y="372"/>
                  </a:cubicBezTo>
                  <a:lnTo>
                    <a:pt x="450" y="899"/>
                  </a:lnTo>
                  <a:cubicBezTo>
                    <a:pt x="450" y="1023"/>
                    <a:pt x="402" y="1128"/>
                    <a:pt x="316" y="1215"/>
                  </a:cubicBezTo>
                  <a:lnTo>
                    <a:pt x="134" y="1396"/>
                  </a:lnTo>
                  <a:cubicBezTo>
                    <a:pt x="48" y="1482"/>
                    <a:pt x="0" y="1597"/>
                    <a:pt x="0" y="1712"/>
                  </a:cubicBezTo>
                  <a:lnTo>
                    <a:pt x="0" y="1980"/>
                  </a:lnTo>
                  <a:cubicBezTo>
                    <a:pt x="0" y="3100"/>
                    <a:pt x="842" y="4047"/>
                    <a:pt x="1962" y="4191"/>
                  </a:cubicBezTo>
                  <a:cubicBezTo>
                    <a:pt x="1560" y="3770"/>
                    <a:pt x="1340" y="3224"/>
                    <a:pt x="1340" y="2650"/>
                  </a:cubicBezTo>
                  <a:lnTo>
                    <a:pt x="1340" y="1014"/>
                  </a:lnTo>
                  <a:cubicBezTo>
                    <a:pt x="1340" y="793"/>
                    <a:pt x="1512" y="602"/>
                    <a:pt x="1732" y="573"/>
                  </a:cubicBezTo>
                  <a:cubicBezTo>
                    <a:pt x="1909" y="551"/>
                    <a:pt x="2134" y="532"/>
                    <a:pt x="2384" y="532"/>
                  </a:cubicBezTo>
                  <a:cubicBezTo>
                    <a:pt x="2890" y="532"/>
                    <a:pt x="3497" y="610"/>
                    <a:pt x="4010" y="899"/>
                  </a:cubicBezTo>
                  <a:lnTo>
                    <a:pt x="4010" y="784"/>
                  </a:lnTo>
                  <a:cubicBezTo>
                    <a:pt x="4010" y="688"/>
                    <a:pt x="3972" y="612"/>
                    <a:pt x="3895" y="554"/>
                  </a:cubicBezTo>
                  <a:cubicBezTo>
                    <a:pt x="3296" y="116"/>
                    <a:pt x="2546" y="1"/>
                    <a:pt x="1902"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8" name="Google Shape;8138;p63"/>
            <p:cNvSpPr/>
            <p:nvPr/>
          </p:nvSpPr>
          <p:spPr>
            <a:xfrm>
              <a:off x="3177871" y="1818861"/>
              <a:ext cx="35215" cy="46533"/>
            </a:xfrm>
            <a:custGeom>
              <a:avLst/>
              <a:gdLst/>
              <a:ahLst/>
              <a:cxnLst/>
              <a:rect l="l" t="t" r="r" b="b"/>
              <a:pathLst>
                <a:path w="1341" h="1772" extrusionOk="0">
                  <a:moveTo>
                    <a:pt x="240" y="1"/>
                  </a:moveTo>
                  <a:cubicBezTo>
                    <a:pt x="86" y="173"/>
                    <a:pt x="0" y="383"/>
                    <a:pt x="0" y="613"/>
                  </a:cubicBezTo>
                  <a:lnTo>
                    <a:pt x="0" y="1551"/>
                  </a:lnTo>
                  <a:cubicBezTo>
                    <a:pt x="0" y="1666"/>
                    <a:pt x="106" y="1771"/>
                    <a:pt x="230" y="1771"/>
                  </a:cubicBezTo>
                  <a:lnTo>
                    <a:pt x="1340" y="1771"/>
                  </a:lnTo>
                  <a:lnTo>
                    <a:pt x="1340" y="1474"/>
                  </a:lnTo>
                  <a:cubicBezTo>
                    <a:pt x="1340" y="1235"/>
                    <a:pt x="1244" y="1006"/>
                    <a:pt x="1082" y="843"/>
                  </a:cubicBezTo>
                  <a:lnTo>
                    <a:pt x="240" y="1"/>
                  </a:ln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39" name="Google Shape;8139;p63"/>
          <p:cNvGrpSpPr/>
          <p:nvPr/>
        </p:nvGrpSpPr>
        <p:grpSpPr>
          <a:xfrm>
            <a:off x="3528006" y="1348805"/>
            <a:ext cx="366196" cy="357005"/>
            <a:chOff x="3542281" y="1505605"/>
            <a:chExt cx="366196" cy="357005"/>
          </a:xfrm>
        </p:grpSpPr>
        <p:sp>
          <p:nvSpPr>
            <p:cNvPr id="8140" name="Google Shape;8140;p63"/>
            <p:cNvSpPr/>
            <p:nvPr/>
          </p:nvSpPr>
          <p:spPr>
            <a:xfrm>
              <a:off x="3612133" y="1573592"/>
              <a:ext cx="226466" cy="226703"/>
            </a:xfrm>
            <a:custGeom>
              <a:avLst/>
              <a:gdLst/>
              <a:ahLst/>
              <a:cxnLst/>
              <a:rect l="l" t="t" r="r" b="b"/>
              <a:pathLst>
                <a:path w="8624" h="8633" extrusionOk="0">
                  <a:moveTo>
                    <a:pt x="4317" y="0"/>
                  </a:moveTo>
                  <a:cubicBezTo>
                    <a:pt x="1924" y="0"/>
                    <a:pt x="1" y="1933"/>
                    <a:pt x="1" y="4316"/>
                  </a:cubicBezTo>
                  <a:cubicBezTo>
                    <a:pt x="1" y="6699"/>
                    <a:pt x="1924" y="8632"/>
                    <a:pt x="4317" y="8632"/>
                  </a:cubicBezTo>
                  <a:cubicBezTo>
                    <a:pt x="6700" y="8632"/>
                    <a:pt x="8624" y="6699"/>
                    <a:pt x="8624" y="4316"/>
                  </a:cubicBezTo>
                  <a:cubicBezTo>
                    <a:pt x="8624" y="1933"/>
                    <a:pt x="6700" y="0"/>
                    <a:pt x="4317"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1" name="Google Shape;8141;p63"/>
            <p:cNvSpPr/>
            <p:nvPr/>
          </p:nvSpPr>
          <p:spPr>
            <a:xfrm>
              <a:off x="3657379" y="1652740"/>
              <a:ext cx="135974" cy="136001"/>
            </a:xfrm>
            <a:custGeom>
              <a:avLst/>
              <a:gdLst/>
              <a:ahLst/>
              <a:cxnLst/>
              <a:rect l="l" t="t" r="r" b="b"/>
              <a:pathLst>
                <a:path w="5178" h="5179" extrusionOk="0">
                  <a:moveTo>
                    <a:pt x="2594" y="1"/>
                  </a:moveTo>
                  <a:cubicBezTo>
                    <a:pt x="1158" y="1"/>
                    <a:pt x="0" y="1159"/>
                    <a:pt x="0" y="2594"/>
                  </a:cubicBezTo>
                  <a:cubicBezTo>
                    <a:pt x="0" y="4020"/>
                    <a:pt x="1158" y="5178"/>
                    <a:pt x="2594" y="5178"/>
                  </a:cubicBezTo>
                  <a:cubicBezTo>
                    <a:pt x="4020" y="5178"/>
                    <a:pt x="5178" y="4020"/>
                    <a:pt x="5178" y="2594"/>
                  </a:cubicBezTo>
                  <a:cubicBezTo>
                    <a:pt x="5178" y="1159"/>
                    <a:pt x="4020" y="1"/>
                    <a:pt x="259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2" name="Google Shape;8142;p63"/>
            <p:cNvSpPr/>
            <p:nvPr/>
          </p:nvSpPr>
          <p:spPr>
            <a:xfrm>
              <a:off x="3542281" y="1681153"/>
              <a:ext cx="54805" cy="11318"/>
            </a:xfrm>
            <a:custGeom>
              <a:avLst/>
              <a:gdLst/>
              <a:ahLst/>
              <a:cxnLst/>
              <a:rect l="l" t="t" r="r" b="b"/>
              <a:pathLst>
                <a:path w="2087" h="431" extrusionOk="0">
                  <a:moveTo>
                    <a:pt x="287" y="0"/>
                  </a:moveTo>
                  <a:cubicBezTo>
                    <a:pt x="0" y="0"/>
                    <a:pt x="0" y="431"/>
                    <a:pt x="287" y="431"/>
                  </a:cubicBezTo>
                  <a:lnTo>
                    <a:pt x="1799" y="431"/>
                  </a:lnTo>
                  <a:cubicBezTo>
                    <a:pt x="2087" y="431"/>
                    <a:pt x="2087" y="0"/>
                    <a:pt x="1799"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3" name="Google Shape;8143;p63"/>
            <p:cNvSpPr/>
            <p:nvPr/>
          </p:nvSpPr>
          <p:spPr>
            <a:xfrm>
              <a:off x="3853909" y="1681153"/>
              <a:ext cx="54568" cy="11318"/>
            </a:xfrm>
            <a:custGeom>
              <a:avLst/>
              <a:gdLst/>
              <a:ahLst/>
              <a:cxnLst/>
              <a:rect l="l" t="t" r="r" b="b"/>
              <a:pathLst>
                <a:path w="2078" h="431" extrusionOk="0">
                  <a:moveTo>
                    <a:pt x="287" y="0"/>
                  </a:moveTo>
                  <a:cubicBezTo>
                    <a:pt x="0" y="0"/>
                    <a:pt x="0" y="431"/>
                    <a:pt x="287" y="431"/>
                  </a:cubicBezTo>
                  <a:lnTo>
                    <a:pt x="1790" y="431"/>
                  </a:lnTo>
                  <a:cubicBezTo>
                    <a:pt x="2077" y="431"/>
                    <a:pt x="2077" y="0"/>
                    <a:pt x="1790"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4" name="Google Shape;8144;p63"/>
            <p:cNvSpPr/>
            <p:nvPr/>
          </p:nvSpPr>
          <p:spPr>
            <a:xfrm>
              <a:off x="3719694" y="1505605"/>
              <a:ext cx="11344" cy="50918"/>
            </a:xfrm>
            <a:custGeom>
              <a:avLst/>
              <a:gdLst/>
              <a:ahLst/>
              <a:cxnLst/>
              <a:rect l="l" t="t" r="r" b="b"/>
              <a:pathLst>
                <a:path w="432" h="1939" extrusionOk="0">
                  <a:moveTo>
                    <a:pt x="216" y="0"/>
                  </a:moveTo>
                  <a:cubicBezTo>
                    <a:pt x="108" y="0"/>
                    <a:pt x="1" y="72"/>
                    <a:pt x="1" y="216"/>
                  </a:cubicBezTo>
                  <a:lnTo>
                    <a:pt x="1" y="1728"/>
                  </a:lnTo>
                  <a:cubicBezTo>
                    <a:pt x="1" y="1843"/>
                    <a:pt x="97" y="1938"/>
                    <a:pt x="221" y="1938"/>
                  </a:cubicBezTo>
                  <a:cubicBezTo>
                    <a:pt x="336" y="1938"/>
                    <a:pt x="431" y="1843"/>
                    <a:pt x="431" y="1728"/>
                  </a:cubicBezTo>
                  <a:lnTo>
                    <a:pt x="431" y="216"/>
                  </a:lnTo>
                  <a:cubicBezTo>
                    <a:pt x="431" y="72"/>
                    <a:pt x="324" y="0"/>
                    <a:pt x="216"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5" name="Google Shape;8145;p63"/>
            <p:cNvSpPr/>
            <p:nvPr/>
          </p:nvSpPr>
          <p:spPr>
            <a:xfrm>
              <a:off x="3639023" y="1798850"/>
              <a:ext cx="25814" cy="31092"/>
            </a:xfrm>
            <a:custGeom>
              <a:avLst/>
              <a:gdLst/>
              <a:ahLst/>
              <a:cxnLst/>
              <a:rect l="l" t="t" r="r" b="b"/>
              <a:pathLst>
                <a:path w="983" h="1184" extrusionOk="0">
                  <a:moveTo>
                    <a:pt x="693" y="0"/>
                  </a:moveTo>
                  <a:cubicBezTo>
                    <a:pt x="626" y="0"/>
                    <a:pt x="560" y="33"/>
                    <a:pt x="518" y="112"/>
                  </a:cubicBezTo>
                  <a:lnTo>
                    <a:pt x="77" y="858"/>
                  </a:lnTo>
                  <a:cubicBezTo>
                    <a:pt x="1" y="1002"/>
                    <a:pt x="96" y="1184"/>
                    <a:pt x="269" y="1184"/>
                  </a:cubicBezTo>
                  <a:cubicBezTo>
                    <a:pt x="345" y="1174"/>
                    <a:pt x="412" y="1136"/>
                    <a:pt x="451" y="1069"/>
                  </a:cubicBezTo>
                  <a:lnTo>
                    <a:pt x="891" y="322"/>
                  </a:lnTo>
                  <a:cubicBezTo>
                    <a:pt x="982" y="152"/>
                    <a:pt x="837" y="0"/>
                    <a:pt x="693"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6" name="Google Shape;8146;p63"/>
            <p:cNvSpPr/>
            <p:nvPr/>
          </p:nvSpPr>
          <p:spPr>
            <a:xfrm>
              <a:off x="3786053" y="1543761"/>
              <a:ext cx="25971" cy="31092"/>
            </a:xfrm>
            <a:custGeom>
              <a:avLst/>
              <a:gdLst/>
              <a:ahLst/>
              <a:cxnLst/>
              <a:rect l="l" t="t" r="r" b="b"/>
              <a:pathLst>
                <a:path w="989" h="1184" extrusionOk="0">
                  <a:moveTo>
                    <a:pt x="699" y="1"/>
                  </a:moveTo>
                  <a:cubicBezTo>
                    <a:pt x="631" y="1"/>
                    <a:pt x="563" y="33"/>
                    <a:pt x="517" y="112"/>
                  </a:cubicBezTo>
                  <a:lnTo>
                    <a:pt x="87" y="859"/>
                  </a:lnTo>
                  <a:cubicBezTo>
                    <a:pt x="0" y="1002"/>
                    <a:pt x="106" y="1184"/>
                    <a:pt x="278" y="1184"/>
                  </a:cubicBezTo>
                  <a:cubicBezTo>
                    <a:pt x="354" y="1184"/>
                    <a:pt x="421" y="1136"/>
                    <a:pt x="460" y="1069"/>
                  </a:cubicBezTo>
                  <a:lnTo>
                    <a:pt x="890" y="323"/>
                  </a:lnTo>
                  <a:cubicBezTo>
                    <a:pt x="988" y="153"/>
                    <a:pt x="845" y="1"/>
                    <a:pt x="699" y="1"/>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7" name="Google Shape;8147;p63"/>
            <p:cNvSpPr/>
            <p:nvPr/>
          </p:nvSpPr>
          <p:spPr>
            <a:xfrm>
              <a:off x="3579728" y="1601874"/>
              <a:ext cx="35950" cy="22741"/>
            </a:xfrm>
            <a:custGeom>
              <a:avLst/>
              <a:gdLst/>
              <a:ahLst/>
              <a:cxnLst/>
              <a:rect l="l" t="t" r="r" b="b"/>
              <a:pathLst>
                <a:path w="1369" h="866" extrusionOk="0">
                  <a:moveTo>
                    <a:pt x="309" y="1"/>
                  </a:moveTo>
                  <a:cubicBezTo>
                    <a:pt x="118" y="1"/>
                    <a:pt x="1" y="284"/>
                    <a:pt x="211" y="397"/>
                  </a:cubicBezTo>
                  <a:lnTo>
                    <a:pt x="957" y="837"/>
                  </a:lnTo>
                  <a:cubicBezTo>
                    <a:pt x="986" y="856"/>
                    <a:pt x="1024" y="866"/>
                    <a:pt x="1062" y="866"/>
                  </a:cubicBezTo>
                  <a:cubicBezTo>
                    <a:pt x="1283" y="866"/>
                    <a:pt x="1369" y="569"/>
                    <a:pt x="1168" y="464"/>
                  </a:cubicBezTo>
                  <a:lnTo>
                    <a:pt x="421" y="33"/>
                  </a:lnTo>
                  <a:cubicBezTo>
                    <a:pt x="382" y="11"/>
                    <a:pt x="344" y="1"/>
                    <a:pt x="309" y="1"/>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8" name="Google Shape;8148;p63"/>
            <p:cNvSpPr/>
            <p:nvPr/>
          </p:nvSpPr>
          <p:spPr>
            <a:xfrm>
              <a:off x="3834818" y="1749167"/>
              <a:ext cx="35687" cy="22741"/>
            </a:xfrm>
            <a:custGeom>
              <a:avLst/>
              <a:gdLst/>
              <a:ahLst/>
              <a:cxnLst/>
              <a:rect l="l" t="t" r="r" b="b"/>
              <a:pathLst>
                <a:path w="1359" h="866" extrusionOk="0">
                  <a:moveTo>
                    <a:pt x="318" y="0"/>
                  </a:moveTo>
                  <a:cubicBezTo>
                    <a:pt x="124" y="0"/>
                    <a:pt x="1" y="285"/>
                    <a:pt x="211" y="406"/>
                  </a:cubicBezTo>
                  <a:lnTo>
                    <a:pt x="957" y="836"/>
                  </a:lnTo>
                  <a:cubicBezTo>
                    <a:pt x="986" y="855"/>
                    <a:pt x="1024" y="865"/>
                    <a:pt x="1062" y="865"/>
                  </a:cubicBezTo>
                  <a:cubicBezTo>
                    <a:pt x="1282" y="865"/>
                    <a:pt x="1359" y="568"/>
                    <a:pt x="1168" y="463"/>
                  </a:cubicBezTo>
                  <a:lnTo>
                    <a:pt x="431" y="32"/>
                  </a:lnTo>
                  <a:cubicBezTo>
                    <a:pt x="392" y="10"/>
                    <a:pt x="353" y="0"/>
                    <a:pt x="318"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9" name="Google Shape;8149;p63"/>
            <p:cNvSpPr/>
            <p:nvPr/>
          </p:nvSpPr>
          <p:spPr>
            <a:xfrm>
              <a:off x="3786000" y="1798850"/>
              <a:ext cx="25709" cy="31092"/>
            </a:xfrm>
            <a:custGeom>
              <a:avLst/>
              <a:gdLst/>
              <a:ahLst/>
              <a:cxnLst/>
              <a:rect l="l" t="t" r="r" b="b"/>
              <a:pathLst>
                <a:path w="979" h="1184" extrusionOk="0">
                  <a:moveTo>
                    <a:pt x="289" y="0"/>
                  </a:moveTo>
                  <a:cubicBezTo>
                    <a:pt x="143" y="0"/>
                    <a:pt x="0" y="152"/>
                    <a:pt x="98" y="322"/>
                  </a:cubicBezTo>
                  <a:lnTo>
                    <a:pt x="529" y="1069"/>
                  </a:lnTo>
                  <a:cubicBezTo>
                    <a:pt x="567" y="1136"/>
                    <a:pt x="634" y="1174"/>
                    <a:pt x="711" y="1184"/>
                  </a:cubicBezTo>
                  <a:cubicBezTo>
                    <a:pt x="883" y="1184"/>
                    <a:pt x="979" y="1002"/>
                    <a:pt x="902" y="858"/>
                  </a:cubicBezTo>
                  <a:lnTo>
                    <a:pt x="471" y="112"/>
                  </a:lnTo>
                  <a:cubicBezTo>
                    <a:pt x="426" y="33"/>
                    <a:pt x="357" y="0"/>
                    <a:pt x="289"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0" name="Google Shape;8150;p63"/>
            <p:cNvSpPr/>
            <p:nvPr/>
          </p:nvSpPr>
          <p:spPr>
            <a:xfrm>
              <a:off x="3638472" y="1543761"/>
              <a:ext cx="25971" cy="31092"/>
            </a:xfrm>
            <a:custGeom>
              <a:avLst/>
              <a:gdLst/>
              <a:ahLst/>
              <a:cxnLst/>
              <a:rect l="l" t="t" r="r" b="b"/>
              <a:pathLst>
                <a:path w="989" h="1184" extrusionOk="0">
                  <a:moveTo>
                    <a:pt x="290" y="1"/>
                  </a:moveTo>
                  <a:cubicBezTo>
                    <a:pt x="143" y="1"/>
                    <a:pt x="0" y="153"/>
                    <a:pt x="98" y="323"/>
                  </a:cubicBezTo>
                  <a:lnTo>
                    <a:pt x="539" y="1069"/>
                  </a:lnTo>
                  <a:cubicBezTo>
                    <a:pt x="577" y="1136"/>
                    <a:pt x="644" y="1184"/>
                    <a:pt x="720" y="1184"/>
                  </a:cubicBezTo>
                  <a:cubicBezTo>
                    <a:pt x="883" y="1184"/>
                    <a:pt x="988" y="1002"/>
                    <a:pt x="912" y="859"/>
                  </a:cubicBezTo>
                  <a:lnTo>
                    <a:pt x="472" y="112"/>
                  </a:lnTo>
                  <a:cubicBezTo>
                    <a:pt x="426" y="33"/>
                    <a:pt x="358" y="1"/>
                    <a:pt x="290" y="1"/>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1" name="Google Shape;8151;p63"/>
            <p:cNvSpPr/>
            <p:nvPr/>
          </p:nvSpPr>
          <p:spPr>
            <a:xfrm>
              <a:off x="3835317" y="1601507"/>
              <a:ext cx="36291" cy="23109"/>
            </a:xfrm>
            <a:custGeom>
              <a:avLst/>
              <a:gdLst/>
              <a:ahLst/>
              <a:cxnLst/>
              <a:rect l="l" t="t" r="r" b="b"/>
              <a:pathLst>
                <a:path w="1382" h="880" extrusionOk="0">
                  <a:moveTo>
                    <a:pt x="1059" y="0"/>
                  </a:moveTo>
                  <a:cubicBezTo>
                    <a:pt x="1021" y="0"/>
                    <a:pt x="980" y="11"/>
                    <a:pt x="938" y="38"/>
                  </a:cubicBezTo>
                  <a:lnTo>
                    <a:pt x="192" y="478"/>
                  </a:lnTo>
                  <a:cubicBezTo>
                    <a:pt x="0" y="583"/>
                    <a:pt x="77" y="880"/>
                    <a:pt x="297" y="880"/>
                  </a:cubicBezTo>
                  <a:cubicBezTo>
                    <a:pt x="335" y="880"/>
                    <a:pt x="373" y="870"/>
                    <a:pt x="402" y="851"/>
                  </a:cubicBezTo>
                  <a:lnTo>
                    <a:pt x="1149" y="411"/>
                  </a:lnTo>
                  <a:cubicBezTo>
                    <a:pt x="1381" y="307"/>
                    <a:pt x="1257" y="0"/>
                    <a:pt x="1059"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2" name="Google Shape;8152;p63"/>
            <p:cNvSpPr/>
            <p:nvPr/>
          </p:nvSpPr>
          <p:spPr>
            <a:xfrm>
              <a:off x="3579964" y="1749167"/>
              <a:ext cx="35950" cy="22741"/>
            </a:xfrm>
            <a:custGeom>
              <a:avLst/>
              <a:gdLst/>
              <a:ahLst/>
              <a:cxnLst/>
              <a:rect l="l" t="t" r="r" b="b"/>
              <a:pathLst>
                <a:path w="1369" h="866" extrusionOk="0">
                  <a:moveTo>
                    <a:pt x="1057" y="0"/>
                  </a:moveTo>
                  <a:cubicBezTo>
                    <a:pt x="1023" y="0"/>
                    <a:pt x="986" y="10"/>
                    <a:pt x="948" y="32"/>
                  </a:cubicBezTo>
                  <a:lnTo>
                    <a:pt x="202" y="463"/>
                  </a:lnTo>
                  <a:cubicBezTo>
                    <a:pt x="1" y="568"/>
                    <a:pt x="87" y="865"/>
                    <a:pt x="307" y="865"/>
                  </a:cubicBezTo>
                  <a:cubicBezTo>
                    <a:pt x="345" y="865"/>
                    <a:pt x="384" y="855"/>
                    <a:pt x="412" y="836"/>
                  </a:cubicBezTo>
                  <a:lnTo>
                    <a:pt x="1159" y="406"/>
                  </a:lnTo>
                  <a:cubicBezTo>
                    <a:pt x="1369" y="285"/>
                    <a:pt x="1245" y="0"/>
                    <a:pt x="1057"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3" name="Google Shape;8153;p63"/>
            <p:cNvSpPr/>
            <p:nvPr/>
          </p:nvSpPr>
          <p:spPr>
            <a:xfrm>
              <a:off x="3737209" y="1591764"/>
              <a:ext cx="80776" cy="68302"/>
            </a:xfrm>
            <a:custGeom>
              <a:avLst/>
              <a:gdLst/>
              <a:ahLst/>
              <a:cxnLst/>
              <a:rect l="l" t="t" r="r" b="b"/>
              <a:pathLst>
                <a:path w="3076" h="2601" extrusionOk="0">
                  <a:moveTo>
                    <a:pt x="388" y="1"/>
                  </a:moveTo>
                  <a:cubicBezTo>
                    <a:pt x="95" y="1"/>
                    <a:pt x="1" y="473"/>
                    <a:pt x="348" y="543"/>
                  </a:cubicBezTo>
                  <a:cubicBezTo>
                    <a:pt x="1324" y="791"/>
                    <a:pt x="2119" y="1490"/>
                    <a:pt x="2502" y="2428"/>
                  </a:cubicBezTo>
                  <a:cubicBezTo>
                    <a:pt x="2540" y="2533"/>
                    <a:pt x="2645" y="2600"/>
                    <a:pt x="2750" y="2600"/>
                  </a:cubicBezTo>
                  <a:cubicBezTo>
                    <a:pt x="2942" y="2600"/>
                    <a:pt x="3076" y="2399"/>
                    <a:pt x="2999" y="2227"/>
                  </a:cubicBezTo>
                  <a:cubicBezTo>
                    <a:pt x="2559" y="1136"/>
                    <a:pt x="1621" y="313"/>
                    <a:pt x="482" y="16"/>
                  </a:cubicBezTo>
                  <a:cubicBezTo>
                    <a:pt x="449" y="6"/>
                    <a:pt x="417" y="1"/>
                    <a:pt x="38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4" name="Google Shape;8154;p63"/>
            <p:cNvSpPr/>
            <p:nvPr/>
          </p:nvSpPr>
          <p:spPr>
            <a:xfrm>
              <a:off x="3691307" y="1732150"/>
              <a:ext cx="68118" cy="102073"/>
            </a:xfrm>
            <a:custGeom>
              <a:avLst/>
              <a:gdLst/>
              <a:ahLst/>
              <a:cxnLst/>
              <a:rect l="l" t="t" r="r" b="b"/>
              <a:pathLst>
                <a:path w="2594" h="3887" extrusionOk="0">
                  <a:moveTo>
                    <a:pt x="871" y="1"/>
                  </a:moveTo>
                  <a:lnTo>
                    <a:pt x="871" y="412"/>
                  </a:lnTo>
                  <a:cubicBezTo>
                    <a:pt x="862" y="499"/>
                    <a:pt x="823" y="566"/>
                    <a:pt x="747" y="604"/>
                  </a:cubicBezTo>
                  <a:lnTo>
                    <a:pt x="230" y="872"/>
                  </a:lnTo>
                  <a:cubicBezTo>
                    <a:pt x="87" y="948"/>
                    <a:pt x="0" y="1101"/>
                    <a:pt x="0" y="1264"/>
                  </a:cubicBezTo>
                  <a:lnTo>
                    <a:pt x="0" y="2527"/>
                  </a:lnTo>
                  <a:cubicBezTo>
                    <a:pt x="0" y="2987"/>
                    <a:pt x="134" y="3446"/>
                    <a:pt x="402" y="3839"/>
                  </a:cubicBezTo>
                  <a:lnTo>
                    <a:pt x="431" y="3886"/>
                  </a:lnTo>
                  <a:lnTo>
                    <a:pt x="2154" y="3886"/>
                  </a:lnTo>
                  <a:lnTo>
                    <a:pt x="2192" y="3839"/>
                  </a:lnTo>
                  <a:cubicBezTo>
                    <a:pt x="2450" y="3446"/>
                    <a:pt x="2584" y="2987"/>
                    <a:pt x="2594" y="2527"/>
                  </a:cubicBezTo>
                  <a:lnTo>
                    <a:pt x="2594" y="1255"/>
                  </a:lnTo>
                  <a:cubicBezTo>
                    <a:pt x="2594" y="1101"/>
                    <a:pt x="2498" y="948"/>
                    <a:pt x="2364" y="872"/>
                  </a:cubicBezTo>
                  <a:lnTo>
                    <a:pt x="1847" y="613"/>
                  </a:lnTo>
                  <a:cubicBezTo>
                    <a:pt x="1771" y="575"/>
                    <a:pt x="1733" y="499"/>
                    <a:pt x="1733" y="422"/>
                  </a:cubicBezTo>
                  <a:lnTo>
                    <a:pt x="1733"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5" name="Google Shape;8155;p63"/>
            <p:cNvSpPr/>
            <p:nvPr/>
          </p:nvSpPr>
          <p:spPr>
            <a:xfrm>
              <a:off x="3691307" y="1751267"/>
              <a:ext cx="68118" cy="82955"/>
            </a:xfrm>
            <a:custGeom>
              <a:avLst/>
              <a:gdLst/>
              <a:ahLst/>
              <a:cxnLst/>
              <a:rect l="l" t="t" r="r" b="b"/>
              <a:pathLst>
                <a:path w="2594" h="3159" extrusionOk="0">
                  <a:moveTo>
                    <a:pt x="508" y="0"/>
                  </a:moveTo>
                  <a:lnTo>
                    <a:pt x="240" y="144"/>
                  </a:lnTo>
                  <a:cubicBezTo>
                    <a:pt x="96" y="220"/>
                    <a:pt x="0" y="364"/>
                    <a:pt x="10" y="527"/>
                  </a:cubicBezTo>
                  <a:lnTo>
                    <a:pt x="10" y="1799"/>
                  </a:lnTo>
                  <a:cubicBezTo>
                    <a:pt x="10" y="2259"/>
                    <a:pt x="144" y="2718"/>
                    <a:pt x="402" y="3111"/>
                  </a:cubicBezTo>
                  <a:lnTo>
                    <a:pt x="441" y="3158"/>
                  </a:lnTo>
                  <a:lnTo>
                    <a:pt x="2163" y="3158"/>
                  </a:lnTo>
                  <a:lnTo>
                    <a:pt x="2202" y="3111"/>
                  </a:lnTo>
                  <a:cubicBezTo>
                    <a:pt x="2460" y="2718"/>
                    <a:pt x="2594" y="2259"/>
                    <a:pt x="2594" y="1799"/>
                  </a:cubicBezTo>
                  <a:lnTo>
                    <a:pt x="2594" y="527"/>
                  </a:lnTo>
                  <a:cubicBezTo>
                    <a:pt x="2594" y="373"/>
                    <a:pt x="2508" y="220"/>
                    <a:pt x="2364" y="144"/>
                  </a:cubicBezTo>
                  <a:lnTo>
                    <a:pt x="2087" y="0"/>
                  </a:lnTo>
                  <a:cubicBezTo>
                    <a:pt x="1876" y="230"/>
                    <a:pt x="1589" y="345"/>
                    <a:pt x="1301" y="345"/>
                  </a:cubicBezTo>
                  <a:cubicBezTo>
                    <a:pt x="1012" y="345"/>
                    <a:pt x="723" y="230"/>
                    <a:pt x="50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6" name="Google Shape;8156;p63"/>
            <p:cNvSpPr/>
            <p:nvPr/>
          </p:nvSpPr>
          <p:spPr>
            <a:xfrm>
              <a:off x="3712656" y="1732150"/>
              <a:ext cx="25420" cy="17122"/>
            </a:xfrm>
            <a:custGeom>
              <a:avLst/>
              <a:gdLst/>
              <a:ahLst/>
              <a:cxnLst/>
              <a:rect l="l" t="t" r="r" b="b"/>
              <a:pathLst>
                <a:path w="968" h="652" extrusionOk="0">
                  <a:moveTo>
                    <a:pt x="58" y="1"/>
                  </a:moveTo>
                  <a:lnTo>
                    <a:pt x="58" y="412"/>
                  </a:lnTo>
                  <a:cubicBezTo>
                    <a:pt x="49" y="470"/>
                    <a:pt x="39" y="518"/>
                    <a:pt x="1" y="556"/>
                  </a:cubicBezTo>
                  <a:cubicBezTo>
                    <a:pt x="154" y="613"/>
                    <a:pt x="317" y="652"/>
                    <a:pt x="489" y="652"/>
                  </a:cubicBezTo>
                  <a:cubicBezTo>
                    <a:pt x="652" y="652"/>
                    <a:pt x="814" y="613"/>
                    <a:pt x="967" y="556"/>
                  </a:cubicBezTo>
                  <a:cubicBezTo>
                    <a:pt x="929" y="518"/>
                    <a:pt x="910" y="470"/>
                    <a:pt x="910" y="412"/>
                  </a:cubicBezTo>
                  <a:lnTo>
                    <a:pt x="910"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7" name="Google Shape;8157;p63"/>
            <p:cNvSpPr/>
            <p:nvPr/>
          </p:nvSpPr>
          <p:spPr>
            <a:xfrm>
              <a:off x="3702625" y="1686930"/>
              <a:ext cx="45509" cy="51049"/>
            </a:xfrm>
            <a:custGeom>
              <a:avLst/>
              <a:gdLst/>
              <a:ahLst/>
              <a:cxnLst/>
              <a:rect l="l" t="t" r="r" b="b"/>
              <a:pathLst>
                <a:path w="1733" h="1944" extrusionOk="0">
                  <a:moveTo>
                    <a:pt x="651" y="0"/>
                  </a:moveTo>
                  <a:cubicBezTo>
                    <a:pt x="297" y="0"/>
                    <a:pt x="0" y="287"/>
                    <a:pt x="0" y="641"/>
                  </a:cubicBezTo>
                  <a:lnTo>
                    <a:pt x="0" y="1072"/>
                  </a:lnTo>
                  <a:cubicBezTo>
                    <a:pt x="0" y="1551"/>
                    <a:pt x="392" y="1943"/>
                    <a:pt x="871" y="1943"/>
                  </a:cubicBezTo>
                  <a:cubicBezTo>
                    <a:pt x="1340" y="1943"/>
                    <a:pt x="1732" y="1551"/>
                    <a:pt x="1732" y="1072"/>
                  </a:cubicBezTo>
                  <a:lnTo>
                    <a:pt x="1732" y="641"/>
                  </a:lnTo>
                  <a:cubicBezTo>
                    <a:pt x="1732" y="287"/>
                    <a:pt x="1436" y="0"/>
                    <a:pt x="1081"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8" name="Google Shape;8158;p63"/>
            <p:cNvSpPr/>
            <p:nvPr/>
          </p:nvSpPr>
          <p:spPr>
            <a:xfrm>
              <a:off x="3702625" y="1686930"/>
              <a:ext cx="31171" cy="50944"/>
            </a:xfrm>
            <a:custGeom>
              <a:avLst/>
              <a:gdLst/>
              <a:ahLst/>
              <a:cxnLst/>
              <a:rect l="l" t="t" r="r" b="b"/>
              <a:pathLst>
                <a:path w="1187" h="1940" extrusionOk="0">
                  <a:moveTo>
                    <a:pt x="651" y="0"/>
                  </a:moveTo>
                  <a:cubicBezTo>
                    <a:pt x="297" y="0"/>
                    <a:pt x="0" y="287"/>
                    <a:pt x="0" y="641"/>
                  </a:cubicBezTo>
                  <a:lnTo>
                    <a:pt x="0" y="1072"/>
                  </a:lnTo>
                  <a:cubicBezTo>
                    <a:pt x="0" y="1569"/>
                    <a:pt x="409" y="1940"/>
                    <a:pt x="865" y="1940"/>
                  </a:cubicBezTo>
                  <a:cubicBezTo>
                    <a:pt x="971" y="1940"/>
                    <a:pt x="1080" y="1919"/>
                    <a:pt x="1187" y="1876"/>
                  </a:cubicBezTo>
                  <a:cubicBezTo>
                    <a:pt x="861" y="1742"/>
                    <a:pt x="651" y="1426"/>
                    <a:pt x="651" y="1072"/>
                  </a:cubicBezTo>
                  <a:lnTo>
                    <a:pt x="651" y="641"/>
                  </a:lnTo>
                  <a:cubicBezTo>
                    <a:pt x="651" y="326"/>
                    <a:pt x="881" y="58"/>
                    <a:pt x="1187" y="10"/>
                  </a:cubicBezTo>
                  <a:cubicBezTo>
                    <a:pt x="1158" y="0"/>
                    <a:pt x="1120" y="0"/>
                    <a:pt x="1081"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9" name="Google Shape;8159;p63"/>
            <p:cNvSpPr/>
            <p:nvPr/>
          </p:nvSpPr>
          <p:spPr>
            <a:xfrm>
              <a:off x="3702625" y="1834196"/>
              <a:ext cx="45509" cy="28177"/>
            </a:xfrm>
            <a:custGeom>
              <a:avLst/>
              <a:gdLst/>
              <a:ahLst/>
              <a:cxnLst/>
              <a:rect l="l" t="t" r="r" b="b"/>
              <a:pathLst>
                <a:path w="1733" h="1073" extrusionOk="0">
                  <a:moveTo>
                    <a:pt x="0" y="0"/>
                  </a:moveTo>
                  <a:lnTo>
                    <a:pt x="0" y="862"/>
                  </a:lnTo>
                  <a:cubicBezTo>
                    <a:pt x="0" y="977"/>
                    <a:pt x="96" y="1072"/>
                    <a:pt x="220" y="1072"/>
                  </a:cubicBezTo>
                  <a:lnTo>
                    <a:pt x="1512" y="1072"/>
                  </a:lnTo>
                  <a:cubicBezTo>
                    <a:pt x="1637" y="1072"/>
                    <a:pt x="1732" y="977"/>
                    <a:pt x="1732" y="862"/>
                  </a:cubicBezTo>
                  <a:lnTo>
                    <a:pt x="1732"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0" name="Google Shape;8160;p63"/>
            <p:cNvSpPr/>
            <p:nvPr/>
          </p:nvSpPr>
          <p:spPr>
            <a:xfrm>
              <a:off x="3691307" y="1759303"/>
              <a:ext cx="11344" cy="74920"/>
            </a:xfrm>
            <a:custGeom>
              <a:avLst/>
              <a:gdLst/>
              <a:ahLst/>
              <a:cxnLst/>
              <a:rect l="l" t="t" r="r" b="b"/>
              <a:pathLst>
                <a:path w="432" h="2853" extrusionOk="0">
                  <a:moveTo>
                    <a:pt x="67" y="1"/>
                  </a:moveTo>
                  <a:cubicBezTo>
                    <a:pt x="29" y="67"/>
                    <a:pt x="0" y="154"/>
                    <a:pt x="0" y="230"/>
                  </a:cubicBezTo>
                  <a:lnTo>
                    <a:pt x="0" y="1493"/>
                  </a:lnTo>
                  <a:cubicBezTo>
                    <a:pt x="0" y="1953"/>
                    <a:pt x="144" y="2412"/>
                    <a:pt x="402" y="2805"/>
                  </a:cubicBezTo>
                  <a:lnTo>
                    <a:pt x="431" y="2852"/>
                  </a:lnTo>
                  <a:lnTo>
                    <a:pt x="431" y="489"/>
                  </a:lnTo>
                  <a:cubicBezTo>
                    <a:pt x="431" y="355"/>
                    <a:pt x="374" y="230"/>
                    <a:pt x="259" y="144"/>
                  </a:cubicBezTo>
                  <a:lnTo>
                    <a:pt x="67"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1" name="Google Shape;8161;p63"/>
            <p:cNvSpPr/>
            <p:nvPr/>
          </p:nvSpPr>
          <p:spPr>
            <a:xfrm>
              <a:off x="3748107" y="1759303"/>
              <a:ext cx="11318" cy="74920"/>
            </a:xfrm>
            <a:custGeom>
              <a:avLst/>
              <a:gdLst/>
              <a:ahLst/>
              <a:cxnLst/>
              <a:rect l="l" t="t" r="r" b="b"/>
              <a:pathLst>
                <a:path w="431" h="2853" extrusionOk="0">
                  <a:moveTo>
                    <a:pt x="364" y="1"/>
                  </a:moveTo>
                  <a:lnTo>
                    <a:pt x="173" y="144"/>
                  </a:lnTo>
                  <a:cubicBezTo>
                    <a:pt x="58" y="230"/>
                    <a:pt x="0" y="355"/>
                    <a:pt x="0" y="489"/>
                  </a:cubicBezTo>
                  <a:lnTo>
                    <a:pt x="0" y="2852"/>
                  </a:lnTo>
                  <a:lnTo>
                    <a:pt x="29" y="2805"/>
                  </a:lnTo>
                  <a:cubicBezTo>
                    <a:pt x="287" y="2412"/>
                    <a:pt x="431" y="1953"/>
                    <a:pt x="431" y="1493"/>
                  </a:cubicBezTo>
                  <a:lnTo>
                    <a:pt x="431" y="230"/>
                  </a:lnTo>
                  <a:cubicBezTo>
                    <a:pt x="431" y="154"/>
                    <a:pt x="402" y="67"/>
                    <a:pt x="364"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2" name="Google Shape;8162;p63"/>
            <p:cNvSpPr/>
            <p:nvPr/>
          </p:nvSpPr>
          <p:spPr>
            <a:xfrm>
              <a:off x="3722477" y="1845514"/>
              <a:ext cx="5803" cy="17095"/>
            </a:xfrm>
            <a:custGeom>
              <a:avLst/>
              <a:gdLst/>
              <a:ahLst/>
              <a:cxnLst/>
              <a:rect l="l" t="t" r="r" b="b"/>
              <a:pathLst>
                <a:path w="221" h="651" extrusionOk="0">
                  <a:moveTo>
                    <a:pt x="115" y="0"/>
                  </a:moveTo>
                  <a:cubicBezTo>
                    <a:pt x="48" y="0"/>
                    <a:pt x="0" y="48"/>
                    <a:pt x="0" y="105"/>
                  </a:cubicBezTo>
                  <a:lnTo>
                    <a:pt x="0" y="651"/>
                  </a:lnTo>
                  <a:lnTo>
                    <a:pt x="220" y="651"/>
                  </a:lnTo>
                  <a:lnTo>
                    <a:pt x="220" y="105"/>
                  </a:lnTo>
                  <a:cubicBezTo>
                    <a:pt x="220" y="48"/>
                    <a:pt x="172" y="0"/>
                    <a:pt x="115"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3" name="Google Shape;8163;p63"/>
            <p:cNvSpPr/>
            <p:nvPr/>
          </p:nvSpPr>
          <p:spPr>
            <a:xfrm>
              <a:off x="3702625" y="1686930"/>
              <a:ext cx="45509" cy="22662"/>
            </a:xfrm>
            <a:custGeom>
              <a:avLst/>
              <a:gdLst/>
              <a:ahLst/>
              <a:cxnLst/>
              <a:rect l="l" t="t" r="r" b="b"/>
              <a:pathLst>
                <a:path w="1733" h="863" extrusionOk="0">
                  <a:moveTo>
                    <a:pt x="651" y="0"/>
                  </a:moveTo>
                  <a:cubicBezTo>
                    <a:pt x="297" y="0"/>
                    <a:pt x="0" y="287"/>
                    <a:pt x="0" y="641"/>
                  </a:cubicBezTo>
                  <a:cubicBezTo>
                    <a:pt x="530" y="794"/>
                    <a:pt x="1076" y="862"/>
                    <a:pt x="1624" y="862"/>
                  </a:cubicBezTo>
                  <a:cubicBezTo>
                    <a:pt x="1660" y="862"/>
                    <a:pt x="1696" y="862"/>
                    <a:pt x="1732" y="862"/>
                  </a:cubicBezTo>
                  <a:lnTo>
                    <a:pt x="1732" y="641"/>
                  </a:lnTo>
                  <a:cubicBezTo>
                    <a:pt x="1732" y="287"/>
                    <a:pt x="1436" y="0"/>
                    <a:pt x="108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4" name="Google Shape;8164;p63"/>
            <p:cNvSpPr/>
            <p:nvPr/>
          </p:nvSpPr>
          <p:spPr>
            <a:xfrm>
              <a:off x="3702625" y="1686930"/>
              <a:ext cx="31171" cy="20640"/>
            </a:xfrm>
            <a:custGeom>
              <a:avLst/>
              <a:gdLst/>
              <a:ahLst/>
              <a:cxnLst/>
              <a:rect l="l" t="t" r="r" b="b"/>
              <a:pathLst>
                <a:path w="1187" h="786" extrusionOk="0">
                  <a:moveTo>
                    <a:pt x="651" y="0"/>
                  </a:moveTo>
                  <a:cubicBezTo>
                    <a:pt x="297" y="0"/>
                    <a:pt x="0" y="287"/>
                    <a:pt x="0" y="641"/>
                  </a:cubicBezTo>
                  <a:cubicBezTo>
                    <a:pt x="220" y="708"/>
                    <a:pt x="431" y="756"/>
                    <a:pt x="651" y="785"/>
                  </a:cubicBezTo>
                  <a:lnTo>
                    <a:pt x="651" y="641"/>
                  </a:lnTo>
                  <a:cubicBezTo>
                    <a:pt x="651" y="326"/>
                    <a:pt x="881" y="58"/>
                    <a:pt x="1187" y="10"/>
                  </a:cubicBezTo>
                  <a:cubicBezTo>
                    <a:pt x="1158" y="0"/>
                    <a:pt x="1120" y="0"/>
                    <a:pt x="108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65" name="Google Shape;8165;p63"/>
          <p:cNvGrpSpPr/>
          <p:nvPr/>
        </p:nvGrpSpPr>
        <p:grpSpPr>
          <a:xfrm>
            <a:off x="1734107" y="3227997"/>
            <a:ext cx="364673" cy="340067"/>
            <a:chOff x="1748382" y="3384797"/>
            <a:chExt cx="364673" cy="340067"/>
          </a:xfrm>
        </p:grpSpPr>
        <p:sp>
          <p:nvSpPr>
            <p:cNvPr id="8166" name="Google Shape;8166;p63"/>
            <p:cNvSpPr/>
            <p:nvPr/>
          </p:nvSpPr>
          <p:spPr>
            <a:xfrm>
              <a:off x="1805182" y="3628332"/>
              <a:ext cx="45509" cy="45509"/>
            </a:xfrm>
            <a:custGeom>
              <a:avLst/>
              <a:gdLst/>
              <a:ahLst/>
              <a:cxnLst/>
              <a:rect l="l" t="t" r="r" b="b"/>
              <a:pathLst>
                <a:path w="1733" h="1733" extrusionOk="0">
                  <a:moveTo>
                    <a:pt x="220" y="0"/>
                  </a:moveTo>
                  <a:cubicBezTo>
                    <a:pt x="106" y="0"/>
                    <a:pt x="10" y="96"/>
                    <a:pt x="10" y="221"/>
                  </a:cubicBezTo>
                  <a:lnTo>
                    <a:pt x="10" y="1513"/>
                  </a:lnTo>
                  <a:cubicBezTo>
                    <a:pt x="0" y="1627"/>
                    <a:pt x="96" y="1733"/>
                    <a:pt x="220" y="1733"/>
                  </a:cubicBezTo>
                  <a:lnTo>
                    <a:pt x="1512" y="1733"/>
                  </a:lnTo>
                  <a:cubicBezTo>
                    <a:pt x="1637" y="1733"/>
                    <a:pt x="1733" y="1637"/>
                    <a:pt x="1733" y="1522"/>
                  </a:cubicBezTo>
                  <a:lnTo>
                    <a:pt x="1733" y="221"/>
                  </a:lnTo>
                  <a:cubicBezTo>
                    <a:pt x="1733" y="96"/>
                    <a:pt x="1627" y="0"/>
                    <a:pt x="1512"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7" name="Google Shape;8167;p63"/>
            <p:cNvSpPr/>
            <p:nvPr/>
          </p:nvSpPr>
          <p:spPr>
            <a:xfrm>
              <a:off x="1954208" y="3509453"/>
              <a:ext cx="105828" cy="90728"/>
            </a:xfrm>
            <a:custGeom>
              <a:avLst/>
              <a:gdLst/>
              <a:ahLst/>
              <a:cxnLst/>
              <a:rect l="l" t="t" r="r" b="b"/>
              <a:pathLst>
                <a:path w="4030" h="3455" extrusionOk="0">
                  <a:moveTo>
                    <a:pt x="2307" y="1"/>
                  </a:moveTo>
                  <a:cubicBezTo>
                    <a:pt x="766" y="1"/>
                    <a:pt x="0" y="1857"/>
                    <a:pt x="1082" y="2948"/>
                  </a:cubicBezTo>
                  <a:cubicBezTo>
                    <a:pt x="1434" y="3298"/>
                    <a:pt x="1867" y="3454"/>
                    <a:pt x="2290" y="3454"/>
                  </a:cubicBezTo>
                  <a:cubicBezTo>
                    <a:pt x="3179" y="3454"/>
                    <a:pt x="4030" y="2766"/>
                    <a:pt x="4030" y="1723"/>
                  </a:cubicBezTo>
                  <a:cubicBezTo>
                    <a:pt x="4030" y="766"/>
                    <a:pt x="3264" y="1"/>
                    <a:pt x="2307" y="1"/>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8" name="Google Shape;8168;p63"/>
            <p:cNvSpPr/>
            <p:nvPr/>
          </p:nvSpPr>
          <p:spPr>
            <a:xfrm>
              <a:off x="1964764" y="3546165"/>
              <a:ext cx="100051" cy="54043"/>
            </a:xfrm>
            <a:custGeom>
              <a:avLst/>
              <a:gdLst/>
              <a:ahLst/>
              <a:cxnLst/>
              <a:rect l="l" t="t" r="r" b="b"/>
              <a:pathLst>
                <a:path w="3810" h="2058" extrusionOk="0">
                  <a:moveTo>
                    <a:pt x="211" y="0"/>
                  </a:moveTo>
                  <a:lnTo>
                    <a:pt x="211" y="0"/>
                  </a:lnTo>
                  <a:cubicBezTo>
                    <a:pt x="0" y="1062"/>
                    <a:pt x="823" y="2058"/>
                    <a:pt x="1905" y="2058"/>
                  </a:cubicBezTo>
                  <a:cubicBezTo>
                    <a:pt x="2986" y="2058"/>
                    <a:pt x="3809" y="1062"/>
                    <a:pt x="3599" y="0"/>
                  </a:cubicBezTo>
                  <a:lnTo>
                    <a:pt x="3599" y="0"/>
                  </a:lnTo>
                  <a:cubicBezTo>
                    <a:pt x="3446" y="813"/>
                    <a:pt x="2738" y="1407"/>
                    <a:pt x="1905" y="1407"/>
                  </a:cubicBezTo>
                  <a:cubicBezTo>
                    <a:pt x="1072" y="1407"/>
                    <a:pt x="364" y="813"/>
                    <a:pt x="211" y="0"/>
                  </a:cubicBezTo>
                  <a:close/>
                </a:path>
              </a:pathLst>
            </a:custGeom>
            <a:solidFill>
              <a:srgbClr val="B2BF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9" name="Google Shape;8169;p63"/>
            <p:cNvSpPr/>
            <p:nvPr/>
          </p:nvSpPr>
          <p:spPr>
            <a:xfrm>
              <a:off x="1833569" y="3407433"/>
              <a:ext cx="153096" cy="294585"/>
            </a:xfrm>
            <a:custGeom>
              <a:avLst/>
              <a:gdLst/>
              <a:ahLst/>
              <a:cxnLst/>
              <a:rect l="l" t="t" r="r" b="b"/>
              <a:pathLst>
                <a:path w="5830" h="11218" extrusionOk="0">
                  <a:moveTo>
                    <a:pt x="5603" y="0"/>
                  </a:moveTo>
                  <a:cubicBezTo>
                    <a:pt x="5531" y="0"/>
                    <a:pt x="5464" y="38"/>
                    <a:pt x="5427" y="105"/>
                  </a:cubicBezTo>
                  <a:cubicBezTo>
                    <a:pt x="5016" y="756"/>
                    <a:pt x="4527" y="1359"/>
                    <a:pt x="3972" y="1895"/>
                  </a:cubicBezTo>
                  <a:cubicBezTo>
                    <a:pt x="3140" y="2709"/>
                    <a:pt x="1819" y="3666"/>
                    <a:pt x="221" y="3666"/>
                  </a:cubicBezTo>
                  <a:cubicBezTo>
                    <a:pt x="96" y="3666"/>
                    <a:pt x="1" y="3761"/>
                    <a:pt x="1" y="3876"/>
                  </a:cubicBezTo>
                  <a:lnTo>
                    <a:pt x="1" y="7331"/>
                  </a:lnTo>
                  <a:cubicBezTo>
                    <a:pt x="1" y="7455"/>
                    <a:pt x="96" y="7551"/>
                    <a:pt x="221" y="7551"/>
                  </a:cubicBezTo>
                  <a:cubicBezTo>
                    <a:pt x="1810" y="7551"/>
                    <a:pt x="3140" y="8508"/>
                    <a:pt x="3972" y="9312"/>
                  </a:cubicBezTo>
                  <a:cubicBezTo>
                    <a:pt x="4527" y="9848"/>
                    <a:pt x="5016" y="10451"/>
                    <a:pt x="5427" y="11111"/>
                  </a:cubicBezTo>
                  <a:cubicBezTo>
                    <a:pt x="5467" y="11185"/>
                    <a:pt x="5536" y="11217"/>
                    <a:pt x="5605" y="11217"/>
                  </a:cubicBezTo>
                  <a:cubicBezTo>
                    <a:pt x="5716" y="11217"/>
                    <a:pt x="5829" y="11132"/>
                    <a:pt x="5829" y="10996"/>
                  </a:cubicBezTo>
                  <a:lnTo>
                    <a:pt x="5829" y="220"/>
                  </a:lnTo>
                  <a:cubicBezTo>
                    <a:pt x="5829" y="115"/>
                    <a:pt x="5762" y="29"/>
                    <a:pt x="5666" y="10"/>
                  </a:cubicBezTo>
                  <a:cubicBezTo>
                    <a:pt x="5645" y="3"/>
                    <a:pt x="5624" y="0"/>
                    <a:pt x="5603" y="0"/>
                  </a:cubicBezTo>
                  <a:close/>
                </a:path>
              </a:pathLst>
            </a:custGeom>
            <a:solidFill>
              <a:srgbClr val="EE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0" name="Google Shape;8170;p63"/>
            <p:cNvSpPr/>
            <p:nvPr/>
          </p:nvSpPr>
          <p:spPr>
            <a:xfrm>
              <a:off x="1833569" y="3583086"/>
              <a:ext cx="152991" cy="118932"/>
            </a:xfrm>
            <a:custGeom>
              <a:avLst/>
              <a:gdLst/>
              <a:ahLst/>
              <a:cxnLst/>
              <a:rect l="l" t="t" r="r" b="b"/>
              <a:pathLst>
                <a:path w="5826" h="4529" extrusionOk="0">
                  <a:moveTo>
                    <a:pt x="1" y="1"/>
                  </a:moveTo>
                  <a:lnTo>
                    <a:pt x="1" y="642"/>
                  </a:lnTo>
                  <a:cubicBezTo>
                    <a:pt x="1" y="766"/>
                    <a:pt x="96" y="862"/>
                    <a:pt x="211" y="862"/>
                  </a:cubicBezTo>
                  <a:cubicBezTo>
                    <a:pt x="1810" y="862"/>
                    <a:pt x="3130" y="1819"/>
                    <a:pt x="3963" y="2623"/>
                  </a:cubicBezTo>
                  <a:cubicBezTo>
                    <a:pt x="4518" y="3159"/>
                    <a:pt x="5006" y="3762"/>
                    <a:pt x="5418" y="4422"/>
                  </a:cubicBezTo>
                  <a:cubicBezTo>
                    <a:pt x="5461" y="4496"/>
                    <a:pt x="5532" y="4528"/>
                    <a:pt x="5602" y="4528"/>
                  </a:cubicBezTo>
                  <a:cubicBezTo>
                    <a:pt x="5715" y="4528"/>
                    <a:pt x="5825" y="4443"/>
                    <a:pt x="5819" y="4307"/>
                  </a:cubicBezTo>
                  <a:lnTo>
                    <a:pt x="5819" y="3236"/>
                  </a:lnTo>
                  <a:cubicBezTo>
                    <a:pt x="5819" y="3322"/>
                    <a:pt x="5762" y="3408"/>
                    <a:pt x="5676" y="3437"/>
                  </a:cubicBezTo>
                  <a:cubicBezTo>
                    <a:pt x="5653" y="3446"/>
                    <a:pt x="5630" y="3450"/>
                    <a:pt x="5607" y="3450"/>
                  </a:cubicBezTo>
                  <a:cubicBezTo>
                    <a:pt x="5533" y="3450"/>
                    <a:pt x="5461" y="3406"/>
                    <a:pt x="5418" y="3341"/>
                  </a:cubicBezTo>
                  <a:cubicBezTo>
                    <a:pt x="5418" y="3331"/>
                    <a:pt x="4882" y="2862"/>
                    <a:pt x="3963" y="1982"/>
                  </a:cubicBezTo>
                  <a:cubicBezTo>
                    <a:pt x="3130" y="1178"/>
                    <a:pt x="1810" y="211"/>
                    <a:pt x="211" y="211"/>
                  </a:cubicBezTo>
                  <a:cubicBezTo>
                    <a:pt x="96" y="211"/>
                    <a:pt x="1" y="116"/>
                    <a:pt x="1"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1" name="Google Shape;8171;p63"/>
            <p:cNvSpPr/>
            <p:nvPr/>
          </p:nvSpPr>
          <p:spPr>
            <a:xfrm>
              <a:off x="1975058" y="3384797"/>
              <a:ext cx="45535" cy="340067"/>
            </a:xfrm>
            <a:custGeom>
              <a:avLst/>
              <a:gdLst/>
              <a:ahLst/>
              <a:cxnLst/>
              <a:rect l="l" t="t" r="r" b="b"/>
              <a:pathLst>
                <a:path w="1734" h="12950" extrusionOk="0">
                  <a:moveTo>
                    <a:pt x="221" y="1"/>
                  </a:moveTo>
                  <a:cubicBezTo>
                    <a:pt x="97" y="1"/>
                    <a:pt x="1" y="97"/>
                    <a:pt x="1" y="211"/>
                  </a:cubicBezTo>
                  <a:lnTo>
                    <a:pt x="1" y="12729"/>
                  </a:lnTo>
                  <a:cubicBezTo>
                    <a:pt x="1" y="12844"/>
                    <a:pt x="97" y="12949"/>
                    <a:pt x="221" y="12949"/>
                  </a:cubicBezTo>
                  <a:lnTo>
                    <a:pt x="1513" y="12949"/>
                  </a:lnTo>
                  <a:cubicBezTo>
                    <a:pt x="1628" y="12949"/>
                    <a:pt x="1733" y="12844"/>
                    <a:pt x="1733" y="12729"/>
                  </a:cubicBezTo>
                  <a:lnTo>
                    <a:pt x="1733" y="211"/>
                  </a:lnTo>
                  <a:cubicBezTo>
                    <a:pt x="1723" y="97"/>
                    <a:pt x="1628" y="1"/>
                    <a:pt x="1513" y="1"/>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2" name="Google Shape;8172;p63"/>
            <p:cNvSpPr/>
            <p:nvPr/>
          </p:nvSpPr>
          <p:spPr>
            <a:xfrm>
              <a:off x="1975058" y="3696451"/>
              <a:ext cx="45535" cy="28413"/>
            </a:xfrm>
            <a:custGeom>
              <a:avLst/>
              <a:gdLst/>
              <a:ahLst/>
              <a:cxnLst/>
              <a:rect l="l" t="t" r="r" b="b"/>
              <a:pathLst>
                <a:path w="1734" h="1082" extrusionOk="0">
                  <a:moveTo>
                    <a:pt x="1" y="0"/>
                  </a:moveTo>
                  <a:lnTo>
                    <a:pt x="1" y="861"/>
                  </a:lnTo>
                  <a:cubicBezTo>
                    <a:pt x="1" y="986"/>
                    <a:pt x="97" y="1081"/>
                    <a:pt x="221" y="1081"/>
                  </a:cubicBezTo>
                  <a:lnTo>
                    <a:pt x="1513" y="1081"/>
                  </a:lnTo>
                  <a:cubicBezTo>
                    <a:pt x="1628" y="1081"/>
                    <a:pt x="1733" y="986"/>
                    <a:pt x="1733" y="861"/>
                  </a:cubicBezTo>
                  <a:lnTo>
                    <a:pt x="1733" y="0"/>
                  </a:lnTo>
                  <a:cubicBezTo>
                    <a:pt x="1733" y="115"/>
                    <a:pt x="1628" y="220"/>
                    <a:pt x="1513" y="220"/>
                  </a:cubicBezTo>
                  <a:lnTo>
                    <a:pt x="221" y="220"/>
                  </a:lnTo>
                  <a:cubicBezTo>
                    <a:pt x="97" y="220"/>
                    <a:pt x="1" y="115"/>
                    <a:pt x="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3" name="Google Shape;8173;p63"/>
            <p:cNvSpPr/>
            <p:nvPr/>
          </p:nvSpPr>
          <p:spPr>
            <a:xfrm>
              <a:off x="1748618" y="3503676"/>
              <a:ext cx="45272" cy="102073"/>
            </a:xfrm>
            <a:custGeom>
              <a:avLst/>
              <a:gdLst/>
              <a:ahLst/>
              <a:cxnLst/>
              <a:rect l="l" t="t" r="r" b="b"/>
              <a:pathLst>
                <a:path w="1724" h="3887" extrusionOk="0">
                  <a:moveTo>
                    <a:pt x="1073" y="1"/>
                  </a:moveTo>
                  <a:cubicBezTo>
                    <a:pt x="479" y="1"/>
                    <a:pt x="1" y="479"/>
                    <a:pt x="1" y="1082"/>
                  </a:cubicBezTo>
                  <a:lnTo>
                    <a:pt x="1" y="2805"/>
                  </a:lnTo>
                  <a:cubicBezTo>
                    <a:pt x="1" y="3398"/>
                    <a:pt x="479" y="3886"/>
                    <a:pt x="1073" y="3886"/>
                  </a:cubicBezTo>
                  <a:lnTo>
                    <a:pt x="1503" y="3886"/>
                  </a:lnTo>
                  <a:cubicBezTo>
                    <a:pt x="1628" y="3886"/>
                    <a:pt x="1724" y="3781"/>
                    <a:pt x="1724" y="3666"/>
                  </a:cubicBezTo>
                  <a:lnTo>
                    <a:pt x="1724" y="221"/>
                  </a:lnTo>
                  <a:cubicBezTo>
                    <a:pt x="1724" y="96"/>
                    <a:pt x="1628" y="1"/>
                    <a:pt x="150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4" name="Google Shape;8174;p63"/>
            <p:cNvSpPr/>
            <p:nvPr/>
          </p:nvSpPr>
          <p:spPr>
            <a:xfrm>
              <a:off x="1748382" y="3508954"/>
              <a:ext cx="45509" cy="96794"/>
            </a:xfrm>
            <a:custGeom>
              <a:avLst/>
              <a:gdLst/>
              <a:ahLst/>
              <a:cxnLst/>
              <a:rect l="l" t="t" r="r" b="b"/>
              <a:pathLst>
                <a:path w="1733" h="3686" extrusionOk="0">
                  <a:moveTo>
                    <a:pt x="460" y="1"/>
                  </a:moveTo>
                  <a:lnTo>
                    <a:pt x="460" y="1"/>
                  </a:lnTo>
                  <a:cubicBezTo>
                    <a:pt x="173" y="202"/>
                    <a:pt x="0" y="527"/>
                    <a:pt x="0" y="881"/>
                  </a:cubicBezTo>
                  <a:lnTo>
                    <a:pt x="0" y="2604"/>
                  </a:lnTo>
                  <a:cubicBezTo>
                    <a:pt x="0" y="3197"/>
                    <a:pt x="488" y="3685"/>
                    <a:pt x="1082" y="3685"/>
                  </a:cubicBezTo>
                  <a:lnTo>
                    <a:pt x="1512" y="3685"/>
                  </a:lnTo>
                  <a:cubicBezTo>
                    <a:pt x="1637" y="3685"/>
                    <a:pt x="1733" y="3580"/>
                    <a:pt x="1733" y="3465"/>
                  </a:cubicBezTo>
                  <a:lnTo>
                    <a:pt x="1733" y="3034"/>
                  </a:lnTo>
                  <a:lnTo>
                    <a:pt x="1082" y="3034"/>
                  </a:lnTo>
                  <a:cubicBezTo>
                    <a:pt x="728" y="3034"/>
                    <a:pt x="441" y="2747"/>
                    <a:pt x="441" y="2393"/>
                  </a:cubicBezTo>
                  <a:lnTo>
                    <a:pt x="441" y="240"/>
                  </a:lnTo>
                  <a:cubicBezTo>
                    <a:pt x="441" y="154"/>
                    <a:pt x="441" y="77"/>
                    <a:pt x="46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5" name="Google Shape;8175;p63"/>
            <p:cNvSpPr/>
            <p:nvPr/>
          </p:nvSpPr>
          <p:spPr>
            <a:xfrm>
              <a:off x="1788087" y="3503676"/>
              <a:ext cx="56827" cy="102073"/>
            </a:xfrm>
            <a:custGeom>
              <a:avLst/>
              <a:gdLst/>
              <a:ahLst/>
              <a:cxnLst/>
              <a:rect l="l" t="t" r="r" b="b"/>
              <a:pathLst>
                <a:path w="2164" h="3887" extrusionOk="0">
                  <a:moveTo>
                    <a:pt x="0" y="1"/>
                  </a:moveTo>
                  <a:lnTo>
                    <a:pt x="0" y="3886"/>
                  </a:lnTo>
                  <a:lnTo>
                    <a:pt x="2163" y="3886"/>
                  </a:lnTo>
                  <a:lnTo>
                    <a:pt x="2163" y="1"/>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6" name="Google Shape;8176;p63"/>
            <p:cNvSpPr/>
            <p:nvPr/>
          </p:nvSpPr>
          <p:spPr>
            <a:xfrm>
              <a:off x="1788087" y="3588627"/>
              <a:ext cx="56827" cy="17122"/>
            </a:xfrm>
            <a:custGeom>
              <a:avLst/>
              <a:gdLst/>
              <a:ahLst/>
              <a:cxnLst/>
              <a:rect l="l" t="t" r="r" b="b"/>
              <a:pathLst>
                <a:path w="2164" h="652" extrusionOk="0">
                  <a:moveTo>
                    <a:pt x="0" y="0"/>
                  </a:moveTo>
                  <a:lnTo>
                    <a:pt x="0" y="651"/>
                  </a:lnTo>
                  <a:lnTo>
                    <a:pt x="2163" y="651"/>
                  </a:lnTo>
                  <a:lnTo>
                    <a:pt x="2163"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7" name="Google Shape;8177;p63"/>
            <p:cNvSpPr/>
            <p:nvPr/>
          </p:nvSpPr>
          <p:spPr>
            <a:xfrm>
              <a:off x="1788087" y="3605722"/>
              <a:ext cx="56827" cy="90755"/>
            </a:xfrm>
            <a:custGeom>
              <a:avLst/>
              <a:gdLst/>
              <a:ahLst/>
              <a:cxnLst/>
              <a:rect l="l" t="t" r="r" b="b"/>
              <a:pathLst>
                <a:path w="2164" h="3456" extrusionOk="0">
                  <a:moveTo>
                    <a:pt x="10" y="0"/>
                  </a:moveTo>
                  <a:lnTo>
                    <a:pt x="0" y="3235"/>
                  </a:lnTo>
                  <a:cubicBezTo>
                    <a:pt x="0" y="3350"/>
                    <a:pt x="96" y="3455"/>
                    <a:pt x="221" y="3455"/>
                  </a:cubicBezTo>
                  <a:lnTo>
                    <a:pt x="1082" y="3455"/>
                  </a:lnTo>
                  <a:cubicBezTo>
                    <a:pt x="1178" y="3445"/>
                    <a:pt x="1264" y="3388"/>
                    <a:pt x="1292" y="3292"/>
                  </a:cubicBezTo>
                  <a:lnTo>
                    <a:pt x="2163"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8" name="Google Shape;8178;p63"/>
            <p:cNvSpPr/>
            <p:nvPr/>
          </p:nvSpPr>
          <p:spPr>
            <a:xfrm>
              <a:off x="2080860" y="3548922"/>
              <a:ext cx="32195" cy="11581"/>
            </a:xfrm>
            <a:custGeom>
              <a:avLst/>
              <a:gdLst/>
              <a:ahLst/>
              <a:cxnLst/>
              <a:rect l="l" t="t" r="r" b="b"/>
              <a:pathLst>
                <a:path w="1226" h="441" extrusionOk="0">
                  <a:moveTo>
                    <a:pt x="288" y="0"/>
                  </a:moveTo>
                  <a:cubicBezTo>
                    <a:pt x="1" y="0"/>
                    <a:pt x="1" y="441"/>
                    <a:pt x="288" y="441"/>
                  </a:cubicBezTo>
                  <a:lnTo>
                    <a:pt x="939" y="441"/>
                  </a:lnTo>
                  <a:cubicBezTo>
                    <a:pt x="1226" y="441"/>
                    <a:pt x="1226" y="0"/>
                    <a:pt x="939"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9" name="Google Shape;8179;p63"/>
            <p:cNvSpPr/>
            <p:nvPr/>
          </p:nvSpPr>
          <p:spPr>
            <a:xfrm>
              <a:off x="2059510" y="3484874"/>
              <a:ext cx="27468" cy="23345"/>
            </a:xfrm>
            <a:custGeom>
              <a:avLst/>
              <a:gdLst/>
              <a:ahLst/>
              <a:cxnLst/>
              <a:rect l="l" t="t" r="r" b="b"/>
              <a:pathLst>
                <a:path w="1046" h="889" extrusionOk="0">
                  <a:moveTo>
                    <a:pt x="732" y="0"/>
                  </a:moveTo>
                  <a:cubicBezTo>
                    <a:pt x="682" y="0"/>
                    <a:pt x="630" y="20"/>
                    <a:pt x="584" y="66"/>
                  </a:cubicBezTo>
                  <a:lnTo>
                    <a:pt x="125" y="525"/>
                  </a:lnTo>
                  <a:cubicBezTo>
                    <a:pt x="0" y="659"/>
                    <a:pt x="87" y="889"/>
                    <a:pt x="278" y="889"/>
                  </a:cubicBezTo>
                  <a:cubicBezTo>
                    <a:pt x="335" y="889"/>
                    <a:pt x="393" y="870"/>
                    <a:pt x="431" y="831"/>
                  </a:cubicBezTo>
                  <a:lnTo>
                    <a:pt x="890" y="372"/>
                  </a:lnTo>
                  <a:cubicBezTo>
                    <a:pt x="1045" y="217"/>
                    <a:pt x="899" y="0"/>
                    <a:pt x="732"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0" name="Google Shape;8180;p63"/>
            <p:cNvSpPr/>
            <p:nvPr/>
          </p:nvSpPr>
          <p:spPr>
            <a:xfrm>
              <a:off x="2058723" y="3600969"/>
              <a:ext cx="27704" cy="23608"/>
            </a:xfrm>
            <a:custGeom>
              <a:avLst/>
              <a:gdLst/>
              <a:ahLst/>
              <a:cxnLst/>
              <a:rect l="l" t="t" r="r" b="b"/>
              <a:pathLst>
                <a:path w="1055" h="899" extrusionOk="0">
                  <a:moveTo>
                    <a:pt x="313" y="1"/>
                  </a:moveTo>
                  <a:cubicBezTo>
                    <a:pt x="146" y="1"/>
                    <a:pt x="0" y="218"/>
                    <a:pt x="155" y="373"/>
                  </a:cubicBezTo>
                  <a:lnTo>
                    <a:pt x="614" y="832"/>
                  </a:lnTo>
                  <a:cubicBezTo>
                    <a:pt x="652" y="870"/>
                    <a:pt x="710" y="899"/>
                    <a:pt x="767" y="899"/>
                  </a:cubicBezTo>
                  <a:cubicBezTo>
                    <a:pt x="959" y="889"/>
                    <a:pt x="1054" y="660"/>
                    <a:pt x="920" y="526"/>
                  </a:cubicBezTo>
                  <a:lnTo>
                    <a:pt x="461" y="66"/>
                  </a:lnTo>
                  <a:cubicBezTo>
                    <a:pt x="415" y="20"/>
                    <a:pt x="363" y="1"/>
                    <a:pt x="31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81" name="Google Shape;8181;p63"/>
          <p:cNvGrpSpPr/>
          <p:nvPr/>
        </p:nvGrpSpPr>
        <p:grpSpPr>
          <a:xfrm>
            <a:off x="2168368" y="3229520"/>
            <a:ext cx="382030" cy="320451"/>
            <a:chOff x="2182643" y="3386320"/>
            <a:chExt cx="382030" cy="320451"/>
          </a:xfrm>
        </p:grpSpPr>
        <p:sp>
          <p:nvSpPr>
            <p:cNvPr id="8182" name="Google Shape;8182;p63"/>
            <p:cNvSpPr/>
            <p:nvPr/>
          </p:nvSpPr>
          <p:spPr>
            <a:xfrm>
              <a:off x="2182643" y="3386320"/>
              <a:ext cx="382030" cy="320451"/>
            </a:xfrm>
            <a:custGeom>
              <a:avLst/>
              <a:gdLst/>
              <a:ahLst/>
              <a:cxnLst/>
              <a:rect l="l" t="t" r="r" b="b"/>
              <a:pathLst>
                <a:path w="14548" h="12203" extrusionOk="0">
                  <a:moveTo>
                    <a:pt x="709" y="0"/>
                  </a:moveTo>
                  <a:cubicBezTo>
                    <a:pt x="317" y="0"/>
                    <a:pt x="1" y="316"/>
                    <a:pt x="1" y="709"/>
                  </a:cubicBezTo>
                  <a:lnTo>
                    <a:pt x="1" y="11504"/>
                  </a:lnTo>
                  <a:cubicBezTo>
                    <a:pt x="1" y="11887"/>
                    <a:pt x="317" y="12202"/>
                    <a:pt x="709" y="12202"/>
                  </a:cubicBezTo>
                  <a:lnTo>
                    <a:pt x="13840" y="12202"/>
                  </a:lnTo>
                  <a:cubicBezTo>
                    <a:pt x="14232" y="12202"/>
                    <a:pt x="14548" y="11887"/>
                    <a:pt x="14548" y="11504"/>
                  </a:cubicBezTo>
                  <a:lnTo>
                    <a:pt x="14548" y="2115"/>
                  </a:lnTo>
                  <a:cubicBezTo>
                    <a:pt x="14548" y="1723"/>
                    <a:pt x="14232" y="1407"/>
                    <a:pt x="13840" y="1407"/>
                  </a:cubicBezTo>
                  <a:lnTo>
                    <a:pt x="9619" y="1407"/>
                  </a:lnTo>
                  <a:lnTo>
                    <a:pt x="8490" y="278"/>
                  </a:lnTo>
                  <a:cubicBezTo>
                    <a:pt x="8308" y="96"/>
                    <a:pt x="8078" y="0"/>
                    <a:pt x="7829" y="0"/>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3" name="Google Shape;8183;p63"/>
            <p:cNvSpPr/>
            <p:nvPr/>
          </p:nvSpPr>
          <p:spPr>
            <a:xfrm>
              <a:off x="2281171" y="3466492"/>
              <a:ext cx="185002" cy="184739"/>
            </a:xfrm>
            <a:custGeom>
              <a:avLst/>
              <a:gdLst/>
              <a:ahLst/>
              <a:cxnLst/>
              <a:rect l="l" t="t" r="r" b="b"/>
              <a:pathLst>
                <a:path w="7045" h="7035" extrusionOk="0">
                  <a:moveTo>
                    <a:pt x="3522" y="0"/>
                  </a:moveTo>
                  <a:cubicBezTo>
                    <a:pt x="1580" y="0"/>
                    <a:pt x="0" y="1579"/>
                    <a:pt x="0" y="3522"/>
                  </a:cubicBezTo>
                  <a:cubicBezTo>
                    <a:pt x="0" y="5465"/>
                    <a:pt x="1580" y="7034"/>
                    <a:pt x="3522" y="7034"/>
                  </a:cubicBezTo>
                  <a:cubicBezTo>
                    <a:pt x="5465" y="7034"/>
                    <a:pt x="7044" y="5465"/>
                    <a:pt x="7044" y="3522"/>
                  </a:cubicBezTo>
                  <a:cubicBezTo>
                    <a:pt x="7044" y="1579"/>
                    <a:pt x="5465" y="0"/>
                    <a:pt x="3522"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4" name="Google Shape;8184;p63"/>
            <p:cNvSpPr/>
            <p:nvPr/>
          </p:nvSpPr>
          <p:spPr>
            <a:xfrm>
              <a:off x="2299763" y="3484821"/>
              <a:ext cx="147791" cy="148054"/>
            </a:xfrm>
            <a:custGeom>
              <a:avLst/>
              <a:gdLst/>
              <a:ahLst/>
              <a:cxnLst/>
              <a:rect l="l" t="t" r="r" b="b"/>
              <a:pathLst>
                <a:path w="5628" h="5638" extrusionOk="0">
                  <a:moveTo>
                    <a:pt x="2814" y="1"/>
                  </a:moveTo>
                  <a:cubicBezTo>
                    <a:pt x="1254" y="1"/>
                    <a:pt x="1" y="1264"/>
                    <a:pt x="1" y="2824"/>
                  </a:cubicBezTo>
                  <a:cubicBezTo>
                    <a:pt x="1" y="4374"/>
                    <a:pt x="1254" y="5638"/>
                    <a:pt x="2814" y="5638"/>
                  </a:cubicBezTo>
                  <a:cubicBezTo>
                    <a:pt x="4374" y="5638"/>
                    <a:pt x="5628" y="4374"/>
                    <a:pt x="5628" y="2824"/>
                  </a:cubicBezTo>
                  <a:cubicBezTo>
                    <a:pt x="5628" y="1264"/>
                    <a:pt x="4374" y="1"/>
                    <a:pt x="281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5" name="Google Shape;8185;p63"/>
            <p:cNvSpPr/>
            <p:nvPr/>
          </p:nvSpPr>
          <p:spPr>
            <a:xfrm>
              <a:off x="2336711" y="3564993"/>
              <a:ext cx="73922" cy="67830"/>
            </a:xfrm>
            <a:custGeom>
              <a:avLst/>
              <a:gdLst/>
              <a:ahLst/>
              <a:cxnLst/>
              <a:rect l="l" t="t" r="r" b="b"/>
              <a:pathLst>
                <a:path w="2815" h="2583" extrusionOk="0">
                  <a:moveTo>
                    <a:pt x="938" y="1"/>
                  </a:moveTo>
                  <a:lnTo>
                    <a:pt x="938" y="470"/>
                  </a:lnTo>
                  <a:cubicBezTo>
                    <a:pt x="938" y="556"/>
                    <a:pt x="891" y="642"/>
                    <a:pt x="814" y="680"/>
                  </a:cubicBezTo>
                  <a:lnTo>
                    <a:pt x="259" y="958"/>
                  </a:lnTo>
                  <a:cubicBezTo>
                    <a:pt x="96" y="1034"/>
                    <a:pt x="0" y="1197"/>
                    <a:pt x="0" y="1379"/>
                  </a:cubicBezTo>
                  <a:lnTo>
                    <a:pt x="0" y="2202"/>
                  </a:lnTo>
                  <a:cubicBezTo>
                    <a:pt x="436" y="2456"/>
                    <a:pt x="922" y="2582"/>
                    <a:pt x="1407" y="2582"/>
                  </a:cubicBezTo>
                  <a:cubicBezTo>
                    <a:pt x="1893" y="2582"/>
                    <a:pt x="2379" y="2456"/>
                    <a:pt x="2814" y="2202"/>
                  </a:cubicBezTo>
                  <a:lnTo>
                    <a:pt x="2814" y="1379"/>
                  </a:lnTo>
                  <a:cubicBezTo>
                    <a:pt x="2814" y="1197"/>
                    <a:pt x="2718" y="1034"/>
                    <a:pt x="2556" y="958"/>
                  </a:cubicBezTo>
                  <a:lnTo>
                    <a:pt x="2010" y="680"/>
                  </a:lnTo>
                  <a:cubicBezTo>
                    <a:pt x="1924" y="642"/>
                    <a:pt x="1876" y="565"/>
                    <a:pt x="1876" y="470"/>
                  </a:cubicBezTo>
                  <a:lnTo>
                    <a:pt x="1876"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6" name="Google Shape;8186;p63"/>
            <p:cNvSpPr/>
            <p:nvPr/>
          </p:nvSpPr>
          <p:spPr>
            <a:xfrm>
              <a:off x="2295745" y="3386320"/>
              <a:ext cx="139519" cy="36974"/>
            </a:xfrm>
            <a:custGeom>
              <a:avLst/>
              <a:gdLst/>
              <a:ahLst/>
              <a:cxnLst/>
              <a:rect l="l" t="t" r="r" b="b"/>
              <a:pathLst>
                <a:path w="5313" h="1408" extrusionOk="0">
                  <a:moveTo>
                    <a:pt x="1" y="0"/>
                  </a:moveTo>
                  <a:cubicBezTo>
                    <a:pt x="249" y="0"/>
                    <a:pt x="489" y="96"/>
                    <a:pt x="661" y="278"/>
                  </a:cubicBezTo>
                  <a:lnTo>
                    <a:pt x="1589" y="1206"/>
                  </a:lnTo>
                  <a:cubicBezTo>
                    <a:pt x="1723" y="1331"/>
                    <a:pt x="1895" y="1407"/>
                    <a:pt x="2087" y="1407"/>
                  </a:cubicBezTo>
                  <a:lnTo>
                    <a:pt x="5312" y="1407"/>
                  </a:lnTo>
                  <a:lnTo>
                    <a:pt x="4183" y="278"/>
                  </a:lnTo>
                  <a:cubicBezTo>
                    <a:pt x="4010" y="96"/>
                    <a:pt x="3771" y="0"/>
                    <a:pt x="3522"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7" name="Google Shape;8187;p63"/>
            <p:cNvSpPr/>
            <p:nvPr/>
          </p:nvSpPr>
          <p:spPr>
            <a:xfrm>
              <a:off x="2342987" y="3386320"/>
              <a:ext cx="92514" cy="36974"/>
            </a:xfrm>
            <a:custGeom>
              <a:avLst/>
              <a:gdLst/>
              <a:ahLst/>
              <a:cxnLst/>
              <a:rect l="l" t="t" r="r" b="b"/>
              <a:pathLst>
                <a:path w="3523" h="1408" extrusionOk="0">
                  <a:moveTo>
                    <a:pt x="1" y="0"/>
                  </a:moveTo>
                  <a:cubicBezTo>
                    <a:pt x="250" y="0"/>
                    <a:pt x="479" y="96"/>
                    <a:pt x="661" y="278"/>
                  </a:cubicBezTo>
                  <a:lnTo>
                    <a:pt x="1589" y="1206"/>
                  </a:lnTo>
                  <a:cubicBezTo>
                    <a:pt x="1723" y="1340"/>
                    <a:pt x="1896" y="1407"/>
                    <a:pt x="2087" y="1407"/>
                  </a:cubicBezTo>
                  <a:lnTo>
                    <a:pt x="3523" y="1407"/>
                  </a:lnTo>
                  <a:lnTo>
                    <a:pt x="2384" y="278"/>
                  </a:lnTo>
                  <a:cubicBezTo>
                    <a:pt x="2211" y="96"/>
                    <a:pt x="1972" y="0"/>
                    <a:pt x="1723"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8" name="Google Shape;8188;p63"/>
            <p:cNvSpPr/>
            <p:nvPr/>
          </p:nvSpPr>
          <p:spPr>
            <a:xfrm>
              <a:off x="2182643" y="3676073"/>
              <a:ext cx="382030" cy="30698"/>
            </a:xfrm>
            <a:custGeom>
              <a:avLst/>
              <a:gdLst/>
              <a:ahLst/>
              <a:cxnLst/>
              <a:rect l="l" t="t" r="r" b="b"/>
              <a:pathLst>
                <a:path w="14548" h="1169" extrusionOk="0">
                  <a:moveTo>
                    <a:pt x="1" y="1"/>
                  </a:moveTo>
                  <a:lnTo>
                    <a:pt x="1" y="470"/>
                  </a:lnTo>
                  <a:cubicBezTo>
                    <a:pt x="1" y="853"/>
                    <a:pt x="317" y="1168"/>
                    <a:pt x="709" y="1168"/>
                  </a:cubicBezTo>
                  <a:lnTo>
                    <a:pt x="13840" y="1168"/>
                  </a:lnTo>
                  <a:cubicBezTo>
                    <a:pt x="14232" y="1168"/>
                    <a:pt x="14548" y="853"/>
                    <a:pt x="14548" y="470"/>
                  </a:cubicBezTo>
                  <a:lnTo>
                    <a:pt x="14548" y="1"/>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9" name="Google Shape;8189;p63"/>
            <p:cNvSpPr/>
            <p:nvPr/>
          </p:nvSpPr>
          <p:spPr>
            <a:xfrm>
              <a:off x="2336711" y="3584609"/>
              <a:ext cx="74158" cy="48213"/>
            </a:xfrm>
            <a:custGeom>
              <a:avLst/>
              <a:gdLst/>
              <a:ahLst/>
              <a:cxnLst/>
              <a:rect l="l" t="t" r="r" b="b"/>
              <a:pathLst>
                <a:path w="2824" h="1836" extrusionOk="0">
                  <a:moveTo>
                    <a:pt x="690" y="0"/>
                  </a:moveTo>
                  <a:lnTo>
                    <a:pt x="268" y="211"/>
                  </a:lnTo>
                  <a:cubicBezTo>
                    <a:pt x="106" y="287"/>
                    <a:pt x="0" y="450"/>
                    <a:pt x="0" y="632"/>
                  </a:cubicBezTo>
                  <a:lnTo>
                    <a:pt x="0" y="1455"/>
                  </a:lnTo>
                  <a:cubicBezTo>
                    <a:pt x="436" y="1709"/>
                    <a:pt x="924" y="1835"/>
                    <a:pt x="1412" y="1835"/>
                  </a:cubicBezTo>
                  <a:cubicBezTo>
                    <a:pt x="1900" y="1835"/>
                    <a:pt x="2388" y="1709"/>
                    <a:pt x="2824" y="1455"/>
                  </a:cubicBezTo>
                  <a:lnTo>
                    <a:pt x="2824" y="632"/>
                  </a:lnTo>
                  <a:cubicBezTo>
                    <a:pt x="2824" y="450"/>
                    <a:pt x="2718" y="287"/>
                    <a:pt x="2556" y="211"/>
                  </a:cubicBezTo>
                  <a:lnTo>
                    <a:pt x="2125" y="0"/>
                  </a:lnTo>
                  <a:cubicBezTo>
                    <a:pt x="1938" y="225"/>
                    <a:pt x="1673" y="338"/>
                    <a:pt x="1407" y="338"/>
                  </a:cubicBezTo>
                  <a:cubicBezTo>
                    <a:pt x="1142" y="338"/>
                    <a:pt x="876" y="225"/>
                    <a:pt x="690"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0" name="Google Shape;8190;p63"/>
            <p:cNvSpPr/>
            <p:nvPr/>
          </p:nvSpPr>
          <p:spPr>
            <a:xfrm>
              <a:off x="2360082" y="3564993"/>
              <a:ext cx="27179" cy="18513"/>
            </a:xfrm>
            <a:custGeom>
              <a:avLst/>
              <a:gdLst/>
              <a:ahLst/>
              <a:cxnLst/>
              <a:rect l="l" t="t" r="r" b="b"/>
              <a:pathLst>
                <a:path w="1035" h="705" extrusionOk="0">
                  <a:moveTo>
                    <a:pt x="48" y="1"/>
                  </a:moveTo>
                  <a:lnTo>
                    <a:pt x="48" y="470"/>
                  </a:lnTo>
                  <a:cubicBezTo>
                    <a:pt x="48" y="518"/>
                    <a:pt x="29" y="565"/>
                    <a:pt x="1" y="604"/>
                  </a:cubicBezTo>
                  <a:cubicBezTo>
                    <a:pt x="168" y="671"/>
                    <a:pt x="343" y="704"/>
                    <a:pt x="517" y="704"/>
                  </a:cubicBezTo>
                  <a:cubicBezTo>
                    <a:pt x="692" y="704"/>
                    <a:pt x="867" y="671"/>
                    <a:pt x="1034" y="604"/>
                  </a:cubicBezTo>
                  <a:cubicBezTo>
                    <a:pt x="1005" y="565"/>
                    <a:pt x="986" y="518"/>
                    <a:pt x="986" y="470"/>
                  </a:cubicBezTo>
                  <a:lnTo>
                    <a:pt x="986"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1" name="Google Shape;8191;p63"/>
            <p:cNvSpPr/>
            <p:nvPr/>
          </p:nvSpPr>
          <p:spPr>
            <a:xfrm>
              <a:off x="2349027" y="3515756"/>
              <a:ext cx="49290" cy="55566"/>
            </a:xfrm>
            <a:custGeom>
              <a:avLst/>
              <a:gdLst/>
              <a:ahLst/>
              <a:cxnLst/>
              <a:rect l="l" t="t" r="r" b="b"/>
              <a:pathLst>
                <a:path w="1877" h="2116" extrusionOk="0">
                  <a:moveTo>
                    <a:pt x="699" y="0"/>
                  </a:moveTo>
                  <a:cubicBezTo>
                    <a:pt x="316" y="0"/>
                    <a:pt x="0" y="316"/>
                    <a:pt x="0" y="708"/>
                  </a:cubicBezTo>
                  <a:lnTo>
                    <a:pt x="0" y="1177"/>
                  </a:lnTo>
                  <a:cubicBezTo>
                    <a:pt x="0" y="1694"/>
                    <a:pt x="422" y="2115"/>
                    <a:pt x="938" y="2115"/>
                  </a:cubicBezTo>
                  <a:cubicBezTo>
                    <a:pt x="1455" y="2105"/>
                    <a:pt x="1876" y="1694"/>
                    <a:pt x="1876" y="1177"/>
                  </a:cubicBezTo>
                  <a:lnTo>
                    <a:pt x="1876" y="708"/>
                  </a:lnTo>
                  <a:cubicBezTo>
                    <a:pt x="1876" y="316"/>
                    <a:pt x="1560" y="0"/>
                    <a:pt x="1168"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2" name="Google Shape;8192;p63"/>
            <p:cNvSpPr/>
            <p:nvPr/>
          </p:nvSpPr>
          <p:spPr>
            <a:xfrm>
              <a:off x="2349027" y="3515756"/>
              <a:ext cx="33954" cy="55461"/>
            </a:xfrm>
            <a:custGeom>
              <a:avLst/>
              <a:gdLst/>
              <a:ahLst/>
              <a:cxnLst/>
              <a:rect l="l" t="t" r="r" b="b"/>
              <a:pathLst>
                <a:path w="1293" h="2112" extrusionOk="0">
                  <a:moveTo>
                    <a:pt x="699" y="0"/>
                  </a:moveTo>
                  <a:cubicBezTo>
                    <a:pt x="316" y="0"/>
                    <a:pt x="0" y="316"/>
                    <a:pt x="0" y="708"/>
                  </a:cubicBezTo>
                  <a:lnTo>
                    <a:pt x="0" y="1177"/>
                  </a:lnTo>
                  <a:cubicBezTo>
                    <a:pt x="0" y="1710"/>
                    <a:pt x="436" y="2112"/>
                    <a:pt x="931" y="2112"/>
                  </a:cubicBezTo>
                  <a:cubicBezTo>
                    <a:pt x="1050" y="2112"/>
                    <a:pt x="1172" y="2088"/>
                    <a:pt x="1292" y="2038"/>
                  </a:cubicBezTo>
                  <a:cubicBezTo>
                    <a:pt x="938" y="1895"/>
                    <a:pt x="709" y="1550"/>
                    <a:pt x="709" y="1177"/>
                  </a:cubicBezTo>
                  <a:lnTo>
                    <a:pt x="709" y="708"/>
                  </a:lnTo>
                  <a:cubicBezTo>
                    <a:pt x="699" y="364"/>
                    <a:pt x="948" y="67"/>
                    <a:pt x="1292" y="10"/>
                  </a:cubicBezTo>
                  <a:cubicBezTo>
                    <a:pt x="1254" y="0"/>
                    <a:pt x="1206" y="0"/>
                    <a:pt x="1168"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3" name="Google Shape;8193;p63"/>
            <p:cNvSpPr/>
            <p:nvPr/>
          </p:nvSpPr>
          <p:spPr>
            <a:xfrm>
              <a:off x="2349027" y="3515756"/>
              <a:ext cx="49290" cy="24894"/>
            </a:xfrm>
            <a:custGeom>
              <a:avLst/>
              <a:gdLst/>
              <a:ahLst/>
              <a:cxnLst/>
              <a:rect l="l" t="t" r="r" b="b"/>
              <a:pathLst>
                <a:path w="1877" h="948" extrusionOk="0">
                  <a:moveTo>
                    <a:pt x="709" y="0"/>
                  </a:moveTo>
                  <a:cubicBezTo>
                    <a:pt x="316" y="0"/>
                    <a:pt x="0" y="316"/>
                    <a:pt x="0" y="708"/>
                  </a:cubicBezTo>
                  <a:cubicBezTo>
                    <a:pt x="0" y="708"/>
                    <a:pt x="709" y="947"/>
                    <a:pt x="1876" y="947"/>
                  </a:cubicBezTo>
                  <a:lnTo>
                    <a:pt x="1876" y="708"/>
                  </a:lnTo>
                  <a:cubicBezTo>
                    <a:pt x="1876" y="316"/>
                    <a:pt x="1560" y="0"/>
                    <a:pt x="117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4" name="Google Shape;8194;p63"/>
            <p:cNvSpPr/>
            <p:nvPr/>
          </p:nvSpPr>
          <p:spPr>
            <a:xfrm>
              <a:off x="2349027" y="3515755"/>
              <a:ext cx="33954" cy="22374"/>
            </a:xfrm>
            <a:custGeom>
              <a:avLst/>
              <a:gdLst/>
              <a:ahLst/>
              <a:cxnLst/>
              <a:rect l="l" t="t" r="r" b="b"/>
              <a:pathLst>
                <a:path w="1293" h="852" extrusionOk="0">
                  <a:moveTo>
                    <a:pt x="699" y="0"/>
                  </a:moveTo>
                  <a:cubicBezTo>
                    <a:pt x="316" y="0"/>
                    <a:pt x="0" y="316"/>
                    <a:pt x="0" y="708"/>
                  </a:cubicBezTo>
                  <a:cubicBezTo>
                    <a:pt x="230" y="775"/>
                    <a:pt x="460" y="823"/>
                    <a:pt x="699" y="852"/>
                  </a:cubicBezTo>
                  <a:lnTo>
                    <a:pt x="699" y="708"/>
                  </a:lnTo>
                  <a:lnTo>
                    <a:pt x="709" y="708"/>
                  </a:lnTo>
                  <a:cubicBezTo>
                    <a:pt x="699" y="364"/>
                    <a:pt x="948" y="67"/>
                    <a:pt x="1292" y="10"/>
                  </a:cubicBezTo>
                  <a:cubicBezTo>
                    <a:pt x="1254" y="0"/>
                    <a:pt x="1206" y="0"/>
                    <a:pt x="116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5" name="Google Shape;8195;p63"/>
            <p:cNvSpPr/>
            <p:nvPr/>
          </p:nvSpPr>
          <p:spPr>
            <a:xfrm>
              <a:off x="2336711" y="3595402"/>
              <a:ext cx="18382" cy="34978"/>
            </a:xfrm>
            <a:custGeom>
              <a:avLst/>
              <a:gdLst/>
              <a:ahLst/>
              <a:cxnLst/>
              <a:rect l="l" t="t" r="r" b="b"/>
              <a:pathLst>
                <a:path w="700" h="1332" extrusionOk="0">
                  <a:moveTo>
                    <a:pt x="58" y="1"/>
                  </a:moveTo>
                  <a:cubicBezTo>
                    <a:pt x="20" y="58"/>
                    <a:pt x="0" y="135"/>
                    <a:pt x="0" y="211"/>
                  </a:cubicBezTo>
                  <a:lnTo>
                    <a:pt x="0" y="1044"/>
                  </a:lnTo>
                  <a:cubicBezTo>
                    <a:pt x="221" y="1168"/>
                    <a:pt x="460" y="1264"/>
                    <a:pt x="699" y="1331"/>
                  </a:cubicBezTo>
                  <a:lnTo>
                    <a:pt x="699" y="719"/>
                  </a:lnTo>
                  <a:cubicBezTo>
                    <a:pt x="699" y="565"/>
                    <a:pt x="632" y="431"/>
                    <a:pt x="517" y="345"/>
                  </a:cubicBezTo>
                  <a:lnTo>
                    <a:pt x="5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6" name="Google Shape;8196;p63"/>
            <p:cNvSpPr/>
            <p:nvPr/>
          </p:nvSpPr>
          <p:spPr>
            <a:xfrm>
              <a:off x="2392251" y="3595402"/>
              <a:ext cx="18382" cy="34978"/>
            </a:xfrm>
            <a:custGeom>
              <a:avLst/>
              <a:gdLst/>
              <a:ahLst/>
              <a:cxnLst/>
              <a:rect l="l" t="t" r="r" b="b"/>
              <a:pathLst>
                <a:path w="700" h="1332" extrusionOk="0">
                  <a:moveTo>
                    <a:pt x="642" y="1"/>
                  </a:moveTo>
                  <a:lnTo>
                    <a:pt x="182" y="345"/>
                  </a:lnTo>
                  <a:cubicBezTo>
                    <a:pt x="67" y="431"/>
                    <a:pt x="1" y="575"/>
                    <a:pt x="1" y="719"/>
                  </a:cubicBezTo>
                  <a:lnTo>
                    <a:pt x="1" y="1331"/>
                  </a:lnTo>
                  <a:cubicBezTo>
                    <a:pt x="240" y="1274"/>
                    <a:pt x="479" y="1168"/>
                    <a:pt x="699" y="1044"/>
                  </a:cubicBezTo>
                  <a:lnTo>
                    <a:pt x="699" y="221"/>
                  </a:lnTo>
                  <a:cubicBezTo>
                    <a:pt x="699" y="144"/>
                    <a:pt x="680" y="68"/>
                    <a:pt x="642"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97" name="Google Shape;8197;p63"/>
          <p:cNvGrpSpPr/>
          <p:nvPr/>
        </p:nvGrpSpPr>
        <p:grpSpPr>
          <a:xfrm>
            <a:off x="3070111" y="3232540"/>
            <a:ext cx="353880" cy="330745"/>
            <a:chOff x="3084386" y="3389340"/>
            <a:chExt cx="353880" cy="330745"/>
          </a:xfrm>
        </p:grpSpPr>
        <p:sp>
          <p:nvSpPr>
            <p:cNvPr id="8198" name="Google Shape;8198;p63"/>
            <p:cNvSpPr/>
            <p:nvPr/>
          </p:nvSpPr>
          <p:spPr>
            <a:xfrm>
              <a:off x="3084386" y="3458430"/>
              <a:ext cx="353880" cy="261655"/>
            </a:xfrm>
            <a:custGeom>
              <a:avLst/>
              <a:gdLst/>
              <a:ahLst/>
              <a:cxnLst/>
              <a:rect l="l" t="t" r="r" b="b"/>
              <a:pathLst>
                <a:path w="13476" h="9964" extrusionOk="0">
                  <a:moveTo>
                    <a:pt x="1024" y="1"/>
                  </a:moveTo>
                  <a:cubicBezTo>
                    <a:pt x="459" y="1"/>
                    <a:pt x="0" y="451"/>
                    <a:pt x="0" y="1015"/>
                  </a:cubicBezTo>
                  <a:lnTo>
                    <a:pt x="0" y="8949"/>
                  </a:lnTo>
                  <a:cubicBezTo>
                    <a:pt x="0" y="9514"/>
                    <a:pt x="459" y="9964"/>
                    <a:pt x="1024" y="9964"/>
                  </a:cubicBezTo>
                  <a:lnTo>
                    <a:pt x="12461" y="9964"/>
                  </a:lnTo>
                  <a:cubicBezTo>
                    <a:pt x="13025" y="9964"/>
                    <a:pt x="13475" y="9514"/>
                    <a:pt x="13475" y="8949"/>
                  </a:cubicBezTo>
                  <a:lnTo>
                    <a:pt x="13475" y="1015"/>
                  </a:lnTo>
                  <a:cubicBezTo>
                    <a:pt x="13475" y="451"/>
                    <a:pt x="13025" y="1"/>
                    <a:pt x="12461"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9" name="Google Shape;8199;p63"/>
            <p:cNvSpPr/>
            <p:nvPr/>
          </p:nvSpPr>
          <p:spPr>
            <a:xfrm>
              <a:off x="3084386" y="3458430"/>
              <a:ext cx="176940" cy="261655"/>
            </a:xfrm>
            <a:custGeom>
              <a:avLst/>
              <a:gdLst/>
              <a:ahLst/>
              <a:cxnLst/>
              <a:rect l="l" t="t" r="r" b="b"/>
              <a:pathLst>
                <a:path w="6738" h="9964" extrusionOk="0">
                  <a:moveTo>
                    <a:pt x="995" y="1"/>
                  </a:moveTo>
                  <a:cubicBezTo>
                    <a:pt x="440" y="1"/>
                    <a:pt x="0" y="460"/>
                    <a:pt x="0" y="1015"/>
                  </a:cubicBezTo>
                  <a:lnTo>
                    <a:pt x="0" y="8949"/>
                  </a:lnTo>
                  <a:cubicBezTo>
                    <a:pt x="0" y="9504"/>
                    <a:pt x="440" y="9964"/>
                    <a:pt x="995" y="9964"/>
                  </a:cubicBezTo>
                  <a:lnTo>
                    <a:pt x="6738" y="9964"/>
                  </a:lnTo>
                  <a:lnTo>
                    <a:pt x="6738" y="1"/>
                  </a:ln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0" name="Google Shape;8200;p63"/>
            <p:cNvSpPr/>
            <p:nvPr/>
          </p:nvSpPr>
          <p:spPr>
            <a:xfrm>
              <a:off x="3115031" y="3489102"/>
              <a:ext cx="292825" cy="200574"/>
            </a:xfrm>
            <a:custGeom>
              <a:avLst/>
              <a:gdLst/>
              <a:ahLst/>
              <a:cxnLst/>
              <a:rect l="l" t="t" r="r" b="b"/>
              <a:pathLst>
                <a:path w="11151" h="7638" extrusionOk="0">
                  <a:moveTo>
                    <a:pt x="278" y="1"/>
                  </a:moveTo>
                  <a:cubicBezTo>
                    <a:pt x="125" y="1"/>
                    <a:pt x="10" y="115"/>
                    <a:pt x="10" y="269"/>
                  </a:cubicBezTo>
                  <a:lnTo>
                    <a:pt x="10" y="7360"/>
                  </a:lnTo>
                  <a:cubicBezTo>
                    <a:pt x="1" y="7513"/>
                    <a:pt x="125" y="7628"/>
                    <a:pt x="278" y="7638"/>
                  </a:cubicBezTo>
                  <a:lnTo>
                    <a:pt x="10873" y="7638"/>
                  </a:lnTo>
                  <a:cubicBezTo>
                    <a:pt x="11026" y="7638"/>
                    <a:pt x="11150" y="7513"/>
                    <a:pt x="11141" y="7360"/>
                  </a:cubicBezTo>
                  <a:lnTo>
                    <a:pt x="11141" y="269"/>
                  </a:lnTo>
                  <a:cubicBezTo>
                    <a:pt x="11141" y="115"/>
                    <a:pt x="11026" y="1"/>
                    <a:pt x="10873"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1" name="Google Shape;8201;p63"/>
            <p:cNvSpPr/>
            <p:nvPr/>
          </p:nvSpPr>
          <p:spPr>
            <a:xfrm>
              <a:off x="3115031" y="3489102"/>
              <a:ext cx="146294" cy="200338"/>
            </a:xfrm>
            <a:custGeom>
              <a:avLst/>
              <a:gdLst/>
              <a:ahLst/>
              <a:cxnLst/>
              <a:rect l="l" t="t" r="r" b="b"/>
              <a:pathLst>
                <a:path w="5571" h="7629" extrusionOk="0">
                  <a:moveTo>
                    <a:pt x="269" y="1"/>
                  </a:moveTo>
                  <a:cubicBezTo>
                    <a:pt x="125" y="1"/>
                    <a:pt x="1" y="125"/>
                    <a:pt x="10" y="269"/>
                  </a:cubicBezTo>
                  <a:lnTo>
                    <a:pt x="10" y="7360"/>
                  </a:lnTo>
                  <a:cubicBezTo>
                    <a:pt x="1" y="7504"/>
                    <a:pt x="125" y="7628"/>
                    <a:pt x="269" y="7628"/>
                  </a:cubicBezTo>
                  <a:lnTo>
                    <a:pt x="5571" y="7628"/>
                  </a:lnTo>
                  <a:lnTo>
                    <a:pt x="5571"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2" name="Google Shape;8202;p63"/>
            <p:cNvSpPr/>
            <p:nvPr/>
          </p:nvSpPr>
          <p:spPr>
            <a:xfrm>
              <a:off x="3191947" y="3389340"/>
              <a:ext cx="138994" cy="115885"/>
            </a:xfrm>
            <a:custGeom>
              <a:avLst/>
              <a:gdLst/>
              <a:ahLst/>
              <a:cxnLst/>
              <a:rect l="l" t="t" r="r" b="b"/>
              <a:pathLst>
                <a:path w="5293" h="4413" extrusionOk="0">
                  <a:moveTo>
                    <a:pt x="2249" y="0"/>
                  </a:moveTo>
                  <a:cubicBezTo>
                    <a:pt x="1646" y="0"/>
                    <a:pt x="1168" y="479"/>
                    <a:pt x="1168" y="1072"/>
                  </a:cubicBezTo>
                  <a:lnTo>
                    <a:pt x="1168" y="1579"/>
                  </a:lnTo>
                  <a:cubicBezTo>
                    <a:pt x="1168" y="1838"/>
                    <a:pt x="957" y="2048"/>
                    <a:pt x="699" y="2048"/>
                  </a:cubicBezTo>
                  <a:lnTo>
                    <a:pt x="498" y="2048"/>
                  </a:lnTo>
                  <a:cubicBezTo>
                    <a:pt x="220" y="2048"/>
                    <a:pt x="0" y="2268"/>
                    <a:pt x="0" y="2536"/>
                  </a:cubicBezTo>
                  <a:lnTo>
                    <a:pt x="0" y="3914"/>
                  </a:lnTo>
                  <a:cubicBezTo>
                    <a:pt x="0" y="4192"/>
                    <a:pt x="220" y="4412"/>
                    <a:pt x="498" y="4412"/>
                  </a:cubicBezTo>
                  <a:lnTo>
                    <a:pt x="4795" y="4412"/>
                  </a:lnTo>
                  <a:cubicBezTo>
                    <a:pt x="5072" y="4412"/>
                    <a:pt x="5293" y="4192"/>
                    <a:pt x="5293" y="3914"/>
                  </a:cubicBezTo>
                  <a:lnTo>
                    <a:pt x="5293" y="2536"/>
                  </a:lnTo>
                  <a:cubicBezTo>
                    <a:pt x="5293" y="2268"/>
                    <a:pt x="5072" y="2048"/>
                    <a:pt x="4795" y="2048"/>
                  </a:cubicBezTo>
                  <a:lnTo>
                    <a:pt x="4594" y="2048"/>
                  </a:lnTo>
                  <a:cubicBezTo>
                    <a:pt x="4336" y="2048"/>
                    <a:pt x="4125" y="1838"/>
                    <a:pt x="4125" y="1579"/>
                  </a:cubicBezTo>
                  <a:lnTo>
                    <a:pt x="4125" y="1072"/>
                  </a:lnTo>
                  <a:cubicBezTo>
                    <a:pt x="4125" y="479"/>
                    <a:pt x="3637" y="0"/>
                    <a:pt x="304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3" name="Google Shape;8203;p63"/>
            <p:cNvSpPr/>
            <p:nvPr/>
          </p:nvSpPr>
          <p:spPr>
            <a:xfrm>
              <a:off x="3223091" y="3538103"/>
              <a:ext cx="137261" cy="97792"/>
            </a:xfrm>
            <a:custGeom>
              <a:avLst/>
              <a:gdLst/>
              <a:ahLst/>
              <a:cxnLst/>
              <a:rect l="l" t="t" r="r" b="b"/>
              <a:pathLst>
                <a:path w="5227" h="3724" extrusionOk="0">
                  <a:moveTo>
                    <a:pt x="4623" y="1"/>
                  </a:moveTo>
                  <a:lnTo>
                    <a:pt x="4604" y="10"/>
                  </a:lnTo>
                  <a:lnTo>
                    <a:pt x="4020" y="297"/>
                  </a:lnTo>
                  <a:cubicBezTo>
                    <a:pt x="3915" y="355"/>
                    <a:pt x="3867" y="479"/>
                    <a:pt x="3915" y="594"/>
                  </a:cubicBezTo>
                  <a:cubicBezTo>
                    <a:pt x="3950" y="672"/>
                    <a:pt x="4032" y="718"/>
                    <a:pt x="4119" y="718"/>
                  </a:cubicBezTo>
                  <a:cubicBezTo>
                    <a:pt x="4150" y="718"/>
                    <a:pt x="4182" y="712"/>
                    <a:pt x="4212" y="699"/>
                  </a:cubicBezTo>
                  <a:lnTo>
                    <a:pt x="4365" y="623"/>
                  </a:lnTo>
                  <a:lnTo>
                    <a:pt x="4365" y="623"/>
                  </a:lnTo>
                  <a:cubicBezTo>
                    <a:pt x="4078" y="1580"/>
                    <a:pt x="3580" y="2298"/>
                    <a:pt x="2882" y="2738"/>
                  </a:cubicBezTo>
                  <a:cubicBezTo>
                    <a:pt x="2181" y="3183"/>
                    <a:pt x="1189" y="3280"/>
                    <a:pt x="523" y="3280"/>
                  </a:cubicBezTo>
                  <a:cubicBezTo>
                    <a:pt x="416" y="3280"/>
                    <a:pt x="318" y="3278"/>
                    <a:pt x="231" y="3274"/>
                  </a:cubicBezTo>
                  <a:cubicBezTo>
                    <a:pt x="225" y="3273"/>
                    <a:pt x="220" y="3273"/>
                    <a:pt x="215" y="3273"/>
                  </a:cubicBezTo>
                  <a:cubicBezTo>
                    <a:pt x="97" y="3273"/>
                    <a:pt x="1" y="3375"/>
                    <a:pt x="1" y="3494"/>
                  </a:cubicBezTo>
                  <a:cubicBezTo>
                    <a:pt x="1" y="3609"/>
                    <a:pt x="97" y="3704"/>
                    <a:pt x="211" y="3714"/>
                  </a:cubicBezTo>
                  <a:cubicBezTo>
                    <a:pt x="432" y="3714"/>
                    <a:pt x="738" y="3724"/>
                    <a:pt x="872" y="3724"/>
                  </a:cubicBezTo>
                  <a:cubicBezTo>
                    <a:pt x="889" y="3724"/>
                    <a:pt x="906" y="3724"/>
                    <a:pt x="923" y="3724"/>
                  </a:cubicBezTo>
                  <a:cubicBezTo>
                    <a:pt x="1691" y="3724"/>
                    <a:pt x="2456" y="3514"/>
                    <a:pt x="3111" y="3111"/>
                  </a:cubicBezTo>
                  <a:cubicBezTo>
                    <a:pt x="3886" y="2623"/>
                    <a:pt x="4442" y="1848"/>
                    <a:pt x="4767" y="824"/>
                  </a:cubicBezTo>
                  <a:lnTo>
                    <a:pt x="4796" y="891"/>
                  </a:lnTo>
                  <a:cubicBezTo>
                    <a:pt x="4834" y="967"/>
                    <a:pt x="4910" y="1010"/>
                    <a:pt x="4988" y="1010"/>
                  </a:cubicBezTo>
                  <a:cubicBezTo>
                    <a:pt x="5027" y="1010"/>
                    <a:pt x="5067" y="999"/>
                    <a:pt x="5102" y="977"/>
                  </a:cubicBezTo>
                  <a:cubicBezTo>
                    <a:pt x="5198" y="910"/>
                    <a:pt x="5226" y="776"/>
                    <a:pt x="5159" y="671"/>
                  </a:cubicBezTo>
                  <a:lnTo>
                    <a:pt x="4872" y="96"/>
                  </a:lnTo>
                  <a:lnTo>
                    <a:pt x="4863" y="77"/>
                  </a:lnTo>
                  <a:cubicBezTo>
                    <a:pt x="4843" y="58"/>
                    <a:pt x="4834" y="49"/>
                    <a:pt x="4824" y="39"/>
                  </a:cubicBezTo>
                  <a:lnTo>
                    <a:pt x="4796" y="20"/>
                  </a:lnTo>
                  <a:lnTo>
                    <a:pt x="4767" y="10"/>
                  </a:lnTo>
                  <a:lnTo>
                    <a:pt x="4748" y="1"/>
                  </a:ln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4" name="Google Shape;8204;p63"/>
            <p:cNvSpPr/>
            <p:nvPr/>
          </p:nvSpPr>
          <p:spPr>
            <a:xfrm>
              <a:off x="3182651" y="3610475"/>
              <a:ext cx="40467" cy="34532"/>
            </a:xfrm>
            <a:custGeom>
              <a:avLst/>
              <a:gdLst/>
              <a:ahLst/>
              <a:cxnLst/>
              <a:rect l="l" t="t" r="r" b="b"/>
              <a:pathLst>
                <a:path w="1541" h="1315" extrusionOk="0">
                  <a:moveTo>
                    <a:pt x="660" y="1"/>
                  </a:moveTo>
                  <a:cubicBezTo>
                    <a:pt x="297" y="1"/>
                    <a:pt x="0" y="288"/>
                    <a:pt x="0" y="652"/>
                  </a:cubicBezTo>
                  <a:cubicBezTo>
                    <a:pt x="0" y="1053"/>
                    <a:pt x="324" y="1314"/>
                    <a:pt x="664" y="1314"/>
                  </a:cubicBezTo>
                  <a:cubicBezTo>
                    <a:pt x="826" y="1314"/>
                    <a:pt x="993" y="1254"/>
                    <a:pt x="1129" y="1121"/>
                  </a:cubicBezTo>
                  <a:cubicBezTo>
                    <a:pt x="1541" y="709"/>
                    <a:pt x="1244" y="1"/>
                    <a:pt x="660" y="1"/>
                  </a:cubicBez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5" name="Google Shape;8205;p63"/>
            <p:cNvSpPr/>
            <p:nvPr/>
          </p:nvSpPr>
          <p:spPr>
            <a:xfrm>
              <a:off x="3145729" y="3529489"/>
              <a:ext cx="39495" cy="35005"/>
            </a:xfrm>
            <a:custGeom>
              <a:avLst/>
              <a:gdLst/>
              <a:ahLst/>
              <a:cxnLst/>
              <a:rect l="l" t="t" r="r" b="b"/>
              <a:pathLst>
                <a:path w="1504" h="1333" extrusionOk="0">
                  <a:moveTo>
                    <a:pt x="313" y="1"/>
                  </a:moveTo>
                  <a:cubicBezTo>
                    <a:pt x="143" y="1"/>
                    <a:pt x="0" y="222"/>
                    <a:pt x="162" y="377"/>
                  </a:cubicBezTo>
                  <a:lnTo>
                    <a:pt x="439" y="664"/>
                  </a:lnTo>
                  <a:lnTo>
                    <a:pt x="162" y="951"/>
                  </a:lnTo>
                  <a:cubicBezTo>
                    <a:pt x="66" y="1037"/>
                    <a:pt x="66" y="1181"/>
                    <a:pt x="162" y="1267"/>
                  </a:cubicBezTo>
                  <a:cubicBezTo>
                    <a:pt x="200" y="1305"/>
                    <a:pt x="255" y="1324"/>
                    <a:pt x="311" y="1324"/>
                  </a:cubicBezTo>
                  <a:cubicBezTo>
                    <a:pt x="368" y="1324"/>
                    <a:pt x="425" y="1305"/>
                    <a:pt x="468" y="1267"/>
                  </a:cubicBezTo>
                  <a:lnTo>
                    <a:pt x="755" y="980"/>
                  </a:lnTo>
                  <a:lnTo>
                    <a:pt x="1033" y="1267"/>
                  </a:lnTo>
                  <a:cubicBezTo>
                    <a:pt x="1081" y="1313"/>
                    <a:pt x="1134" y="1332"/>
                    <a:pt x="1186" y="1332"/>
                  </a:cubicBezTo>
                  <a:cubicBezTo>
                    <a:pt x="1357" y="1332"/>
                    <a:pt x="1504" y="1113"/>
                    <a:pt x="1349" y="951"/>
                  </a:cubicBezTo>
                  <a:lnTo>
                    <a:pt x="1062" y="673"/>
                  </a:lnTo>
                  <a:lnTo>
                    <a:pt x="1349" y="386"/>
                  </a:lnTo>
                  <a:cubicBezTo>
                    <a:pt x="1504" y="224"/>
                    <a:pt x="1357" y="5"/>
                    <a:pt x="1186" y="5"/>
                  </a:cubicBezTo>
                  <a:cubicBezTo>
                    <a:pt x="1134" y="5"/>
                    <a:pt x="1081" y="24"/>
                    <a:pt x="1033" y="70"/>
                  </a:cubicBezTo>
                  <a:lnTo>
                    <a:pt x="755" y="357"/>
                  </a:lnTo>
                  <a:lnTo>
                    <a:pt x="468" y="70"/>
                  </a:lnTo>
                  <a:cubicBezTo>
                    <a:pt x="419" y="21"/>
                    <a:pt x="365" y="1"/>
                    <a:pt x="31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6" name="Google Shape;8206;p63"/>
            <p:cNvSpPr/>
            <p:nvPr/>
          </p:nvSpPr>
          <p:spPr>
            <a:xfrm>
              <a:off x="3345252" y="3621741"/>
              <a:ext cx="39521" cy="34978"/>
            </a:xfrm>
            <a:custGeom>
              <a:avLst/>
              <a:gdLst/>
              <a:ahLst/>
              <a:cxnLst/>
              <a:rect l="l" t="t" r="r" b="b"/>
              <a:pathLst>
                <a:path w="1505" h="1332" extrusionOk="0">
                  <a:moveTo>
                    <a:pt x="318" y="0"/>
                  </a:moveTo>
                  <a:cubicBezTo>
                    <a:pt x="149" y="0"/>
                    <a:pt x="1" y="222"/>
                    <a:pt x="163" y="376"/>
                  </a:cubicBezTo>
                  <a:lnTo>
                    <a:pt x="440" y="673"/>
                  </a:lnTo>
                  <a:lnTo>
                    <a:pt x="163" y="950"/>
                  </a:lnTo>
                  <a:cubicBezTo>
                    <a:pt x="1" y="1112"/>
                    <a:pt x="145" y="1331"/>
                    <a:pt x="316" y="1331"/>
                  </a:cubicBezTo>
                  <a:cubicBezTo>
                    <a:pt x="367" y="1331"/>
                    <a:pt x="421" y="1312"/>
                    <a:pt x="469" y="1266"/>
                  </a:cubicBezTo>
                  <a:lnTo>
                    <a:pt x="756" y="979"/>
                  </a:lnTo>
                  <a:lnTo>
                    <a:pt x="1034" y="1266"/>
                  </a:lnTo>
                  <a:cubicBezTo>
                    <a:pt x="1082" y="1312"/>
                    <a:pt x="1135" y="1331"/>
                    <a:pt x="1186" y="1331"/>
                  </a:cubicBezTo>
                  <a:cubicBezTo>
                    <a:pt x="1358" y="1331"/>
                    <a:pt x="1504" y="1112"/>
                    <a:pt x="1349" y="950"/>
                  </a:cubicBezTo>
                  <a:lnTo>
                    <a:pt x="1062" y="673"/>
                  </a:lnTo>
                  <a:lnTo>
                    <a:pt x="1349" y="385"/>
                  </a:lnTo>
                  <a:cubicBezTo>
                    <a:pt x="1503" y="225"/>
                    <a:pt x="1361" y="8"/>
                    <a:pt x="1191" y="8"/>
                  </a:cubicBezTo>
                  <a:cubicBezTo>
                    <a:pt x="1139" y="8"/>
                    <a:pt x="1084" y="29"/>
                    <a:pt x="1034" y="79"/>
                  </a:cubicBezTo>
                  <a:lnTo>
                    <a:pt x="756" y="357"/>
                  </a:lnTo>
                  <a:lnTo>
                    <a:pt x="469" y="70"/>
                  </a:lnTo>
                  <a:cubicBezTo>
                    <a:pt x="422" y="21"/>
                    <a:pt x="369" y="0"/>
                    <a:pt x="318"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7" name="Google Shape;8207;p63"/>
            <p:cNvSpPr/>
            <p:nvPr/>
          </p:nvSpPr>
          <p:spPr>
            <a:xfrm>
              <a:off x="3245491" y="3544930"/>
              <a:ext cx="39705" cy="34873"/>
            </a:xfrm>
            <a:custGeom>
              <a:avLst/>
              <a:gdLst/>
              <a:ahLst/>
              <a:cxnLst/>
              <a:rect l="l" t="t" r="r" b="b"/>
              <a:pathLst>
                <a:path w="1512" h="1328" extrusionOk="0">
                  <a:moveTo>
                    <a:pt x="320" y="1"/>
                  </a:moveTo>
                  <a:cubicBezTo>
                    <a:pt x="150" y="1"/>
                    <a:pt x="0" y="220"/>
                    <a:pt x="162" y="382"/>
                  </a:cubicBezTo>
                  <a:lnTo>
                    <a:pt x="449" y="669"/>
                  </a:lnTo>
                  <a:lnTo>
                    <a:pt x="162" y="947"/>
                  </a:lnTo>
                  <a:cubicBezTo>
                    <a:pt x="76" y="1033"/>
                    <a:pt x="76" y="1176"/>
                    <a:pt x="162" y="1262"/>
                  </a:cubicBezTo>
                  <a:cubicBezTo>
                    <a:pt x="205" y="1301"/>
                    <a:pt x="260" y="1320"/>
                    <a:pt x="315" y="1320"/>
                  </a:cubicBezTo>
                  <a:cubicBezTo>
                    <a:pt x="371" y="1320"/>
                    <a:pt x="426" y="1301"/>
                    <a:pt x="469" y="1262"/>
                  </a:cubicBezTo>
                  <a:lnTo>
                    <a:pt x="756" y="975"/>
                  </a:lnTo>
                  <a:lnTo>
                    <a:pt x="1043" y="1262"/>
                  </a:lnTo>
                  <a:cubicBezTo>
                    <a:pt x="1089" y="1309"/>
                    <a:pt x="1141" y="1328"/>
                    <a:pt x="1192" y="1328"/>
                  </a:cubicBezTo>
                  <a:cubicBezTo>
                    <a:pt x="1361" y="1328"/>
                    <a:pt x="1511" y="1109"/>
                    <a:pt x="1349" y="947"/>
                  </a:cubicBezTo>
                  <a:lnTo>
                    <a:pt x="1062" y="669"/>
                  </a:lnTo>
                  <a:lnTo>
                    <a:pt x="1349" y="382"/>
                  </a:lnTo>
                  <a:cubicBezTo>
                    <a:pt x="1511" y="220"/>
                    <a:pt x="1361" y="1"/>
                    <a:pt x="1192" y="1"/>
                  </a:cubicBezTo>
                  <a:cubicBezTo>
                    <a:pt x="1141" y="1"/>
                    <a:pt x="1089" y="20"/>
                    <a:pt x="1043" y="66"/>
                  </a:cubicBezTo>
                  <a:lnTo>
                    <a:pt x="756" y="353"/>
                  </a:lnTo>
                  <a:lnTo>
                    <a:pt x="469" y="66"/>
                  </a:lnTo>
                  <a:cubicBezTo>
                    <a:pt x="423" y="20"/>
                    <a:pt x="370" y="1"/>
                    <a:pt x="32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8" name="Google Shape;8208;p63"/>
            <p:cNvSpPr/>
            <p:nvPr/>
          </p:nvSpPr>
          <p:spPr>
            <a:xfrm>
              <a:off x="3191947" y="3389340"/>
              <a:ext cx="69642" cy="115885"/>
            </a:xfrm>
            <a:custGeom>
              <a:avLst/>
              <a:gdLst/>
              <a:ahLst/>
              <a:cxnLst/>
              <a:rect l="l" t="t" r="r" b="b"/>
              <a:pathLst>
                <a:path w="2652" h="4413" extrusionOk="0">
                  <a:moveTo>
                    <a:pt x="2249" y="0"/>
                  </a:moveTo>
                  <a:cubicBezTo>
                    <a:pt x="1646" y="0"/>
                    <a:pt x="1168" y="479"/>
                    <a:pt x="1168" y="1072"/>
                  </a:cubicBezTo>
                  <a:lnTo>
                    <a:pt x="1168" y="1579"/>
                  </a:lnTo>
                  <a:cubicBezTo>
                    <a:pt x="1168" y="1838"/>
                    <a:pt x="957" y="2048"/>
                    <a:pt x="699" y="2048"/>
                  </a:cubicBezTo>
                  <a:lnTo>
                    <a:pt x="498" y="2048"/>
                  </a:lnTo>
                  <a:cubicBezTo>
                    <a:pt x="220" y="2048"/>
                    <a:pt x="0" y="2268"/>
                    <a:pt x="0" y="2536"/>
                  </a:cubicBezTo>
                  <a:lnTo>
                    <a:pt x="0" y="3914"/>
                  </a:lnTo>
                  <a:cubicBezTo>
                    <a:pt x="0" y="4192"/>
                    <a:pt x="220" y="4412"/>
                    <a:pt x="498" y="4412"/>
                  </a:cubicBezTo>
                  <a:lnTo>
                    <a:pt x="2651" y="4412"/>
                  </a:lnTo>
                  <a:lnTo>
                    <a:pt x="2642"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9" name="Google Shape;8209;p63"/>
            <p:cNvSpPr/>
            <p:nvPr/>
          </p:nvSpPr>
          <p:spPr>
            <a:xfrm>
              <a:off x="3240449" y="3450683"/>
              <a:ext cx="36711" cy="31670"/>
            </a:xfrm>
            <a:custGeom>
              <a:avLst/>
              <a:gdLst/>
              <a:ahLst/>
              <a:cxnLst/>
              <a:rect l="l" t="t" r="r" b="b"/>
              <a:pathLst>
                <a:path w="1398" h="1206" extrusionOk="0">
                  <a:moveTo>
                    <a:pt x="798" y="1"/>
                  </a:moveTo>
                  <a:cubicBezTo>
                    <a:pt x="650" y="1"/>
                    <a:pt x="498" y="57"/>
                    <a:pt x="374" y="181"/>
                  </a:cubicBezTo>
                  <a:cubicBezTo>
                    <a:pt x="0" y="554"/>
                    <a:pt x="268" y="1205"/>
                    <a:pt x="795" y="1205"/>
                  </a:cubicBezTo>
                  <a:cubicBezTo>
                    <a:pt x="1130" y="1205"/>
                    <a:pt x="1398" y="937"/>
                    <a:pt x="1398" y="602"/>
                  </a:cubicBezTo>
                  <a:cubicBezTo>
                    <a:pt x="1398" y="241"/>
                    <a:pt x="1106" y="1"/>
                    <a:pt x="798"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10" name="Google Shape;8210;p63"/>
          <p:cNvGrpSpPr/>
          <p:nvPr/>
        </p:nvGrpSpPr>
        <p:grpSpPr>
          <a:xfrm>
            <a:off x="849224" y="1814106"/>
            <a:ext cx="347078" cy="364016"/>
            <a:chOff x="863499" y="1970906"/>
            <a:chExt cx="347078" cy="364016"/>
          </a:xfrm>
        </p:grpSpPr>
        <p:sp>
          <p:nvSpPr>
            <p:cNvPr id="8211" name="Google Shape;8211;p63"/>
            <p:cNvSpPr/>
            <p:nvPr/>
          </p:nvSpPr>
          <p:spPr>
            <a:xfrm>
              <a:off x="984872" y="1970906"/>
              <a:ext cx="225705" cy="173447"/>
            </a:xfrm>
            <a:custGeom>
              <a:avLst/>
              <a:gdLst/>
              <a:ahLst/>
              <a:cxnLst/>
              <a:rect l="l" t="t" r="r" b="b"/>
              <a:pathLst>
                <a:path w="8595" h="6605" extrusionOk="0">
                  <a:moveTo>
                    <a:pt x="4796" y="1"/>
                  </a:moveTo>
                  <a:cubicBezTo>
                    <a:pt x="4748" y="1"/>
                    <a:pt x="4709" y="20"/>
                    <a:pt x="4681" y="58"/>
                  </a:cubicBezTo>
                  <a:lnTo>
                    <a:pt x="1" y="6604"/>
                  </a:lnTo>
                  <a:lnTo>
                    <a:pt x="3972" y="6604"/>
                  </a:lnTo>
                  <a:lnTo>
                    <a:pt x="8528" y="230"/>
                  </a:lnTo>
                  <a:cubicBezTo>
                    <a:pt x="8595" y="135"/>
                    <a:pt x="8518" y="1"/>
                    <a:pt x="840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2" name="Google Shape;8212;p63"/>
            <p:cNvSpPr/>
            <p:nvPr/>
          </p:nvSpPr>
          <p:spPr>
            <a:xfrm>
              <a:off x="1020822" y="1970906"/>
              <a:ext cx="159871" cy="173447"/>
            </a:xfrm>
            <a:custGeom>
              <a:avLst/>
              <a:gdLst/>
              <a:ahLst/>
              <a:cxnLst/>
              <a:rect l="l" t="t" r="r" b="b"/>
              <a:pathLst>
                <a:path w="6088" h="6605" extrusionOk="0">
                  <a:moveTo>
                    <a:pt x="4728" y="1"/>
                  </a:moveTo>
                  <a:lnTo>
                    <a:pt x="0" y="6604"/>
                  </a:lnTo>
                  <a:lnTo>
                    <a:pt x="1369" y="6604"/>
                  </a:lnTo>
                  <a:lnTo>
                    <a:pt x="6087" y="1"/>
                  </a:ln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3" name="Google Shape;8213;p63"/>
            <p:cNvSpPr/>
            <p:nvPr/>
          </p:nvSpPr>
          <p:spPr>
            <a:xfrm>
              <a:off x="1056746" y="1970906"/>
              <a:ext cx="153831" cy="173447"/>
            </a:xfrm>
            <a:custGeom>
              <a:avLst/>
              <a:gdLst/>
              <a:ahLst/>
              <a:cxnLst/>
              <a:rect l="l" t="t" r="r" b="b"/>
              <a:pathLst>
                <a:path w="5858" h="6605" extrusionOk="0">
                  <a:moveTo>
                    <a:pt x="4719" y="1"/>
                  </a:moveTo>
                  <a:lnTo>
                    <a:pt x="1" y="6604"/>
                  </a:lnTo>
                  <a:lnTo>
                    <a:pt x="1235" y="6604"/>
                  </a:lnTo>
                  <a:lnTo>
                    <a:pt x="5791" y="230"/>
                  </a:lnTo>
                  <a:cubicBezTo>
                    <a:pt x="5858" y="135"/>
                    <a:pt x="5791" y="1"/>
                    <a:pt x="5676" y="1"/>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4" name="Google Shape;8214;p63"/>
            <p:cNvSpPr/>
            <p:nvPr/>
          </p:nvSpPr>
          <p:spPr>
            <a:xfrm>
              <a:off x="863499" y="1970906"/>
              <a:ext cx="225967" cy="173447"/>
            </a:xfrm>
            <a:custGeom>
              <a:avLst/>
              <a:gdLst/>
              <a:ahLst/>
              <a:cxnLst/>
              <a:rect l="l" t="t" r="r" b="b"/>
              <a:pathLst>
                <a:path w="8605" h="6605" extrusionOk="0">
                  <a:moveTo>
                    <a:pt x="192" y="1"/>
                  </a:moveTo>
                  <a:cubicBezTo>
                    <a:pt x="77" y="1"/>
                    <a:pt x="0" y="135"/>
                    <a:pt x="77" y="230"/>
                  </a:cubicBezTo>
                  <a:lnTo>
                    <a:pt x="4632" y="6604"/>
                  </a:lnTo>
                  <a:lnTo>
                    <a:pt x="8604" y="6604"/>
                  </a:lnTo>
                  <a:lnTo>
                    <a:pt x="3924" y="58"/>
                  </a:lnTo>
                  <a:cubicBezTo>
                    <a:pt x="3895" y="20"/>
                    <a:pt x="3848" y="1"/>
                    <a:pt x="3800" y="1"/>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5" name="Google Shape;8215;p63"/>
            <p:cNvSpPr/>
            <p:nvPr/>
          </p:nvSpPr>
          <p:spPr>
            <a:xfrm>
              <a:off x="895405" y="1970906"/>
              <a:ext cx="159871" cy="173447"/>
            </a:xfrm>
            <a:custGeom>
              <a:avLst/>
              <a:gdLst/>
              <a:ahLst/>
              <a:cxnLst/>
              <a:rect l="l" t="t" r="r" b="b"/>
              <a:pathLst>
                <a:path w="6088" h="6605" extrusionOk="0">
                  <a:moveTo>
                    <a:pt x="1" y="1"/>
                  </a:moveTo>
                  <a:lnTo>
                    <a:pt x="4719" y="6604"/>
                  </a:lnTo>
                  <a:lnTo>
                    <a:pt x="6088" y="6604"/>
                  </a:lnTo>
                  <a:lnTo>
                    <a:pt x="1360" y="1"/>
                  </a:ln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6" name="Google Shape;8216;p63"/>
            <p:cNvSpPr/>
            <p:nvPr/>
          </p:nvSpPr>
          <p:spPr>
            <a:xfrm>
              <a:off x="863499" y="1970906"/>
              <a:ext cx="155827" cy="173185"/>
            </a:xfrm>
            <a:custGeom>
              <a:avLst/>
              <a:gdLst/>
              <a:ahLst/>
              <a:cxnLst/>
              <a:rect l="l" t="t" r="r" b="b"/>
              <a:pathLst>
                <a:path w="5934" h="6595" extrusionOk="0">
                  <a:moveTo>
                    <a:pt x="192" y="1"/>
                  </a:moveTo>
                  <a:cubicBezTo>
                    <a:pt x="77" y="1"/>
                    <a:pt x="0" y="135"/>
                    <a:pt x="77" y="230"/>
                  </a:cubicBezTo>
                  <a:lnTo>
                    <a:pt x="4632" y="6595"/>
                  </a:lnTo>
                  <a:lnTo>
                    <a:pt x="5934" y="6595"/>
                  </a:lnTo>
                  <a:lnTo>
                    <a:pt x="1216"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7" name="Google Shape;8217;p63"/>
            <p:cNvSpPr/>
            <p:nvPr/>
          </p:nvSpPr>
          <p:spPr>
            <a:xfrm>
              <a:off x="1073080" y="2094302"/>
              <a:ext cx="35714" cy="49789"/>
            </a:xfrm>
            <a:custGeom>
              <a:avLst/>
              <a:gdLst/>
              <a:ahLst/>
              <a:cxnLst/>
              <a:rect l="l" t="t" r="r" b="b"/>
              <a:pathLst>
                <a:path w="1360" h="1896" extrusionOk="0">
                  <a:moveTo>
                    <a:pt x="738" y="1"/>
                  </a:moveTo>
                  <a:lnTo>
                    <a:pt x="1" y="1034"/>
                  </a:lnTo>
                  <a:lnTo>
                    <a:pt x="613" y="1896"/>
                  </a:lnTo>
                  <a:lnTo>
                    <a:pt x="1130" y="1187"/>
                  </a:lnTo>
                  <a:lnTo>
                    <a:pt x="1360" y="862"/>
                  </a:lnTo>
                  <a:lnTo>
                    <a:pt x="738" y="1"/>
                  </a:ln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8" name="Google Shape;8218;p63"/>
            <p:cNvSpPr/>
            <p:nvPr/>
          </p:nvSpPr>
          <p:spPr>
            <a:xfrm>
              <a:off x="1054987" y="2069171"/>
              <a:ext cx="37473" cy="52310"/>
            </a:xfrm>
            <a:custGeom>
              <a:avLst/>
              <a:gdLst/>
              <a:ahLst/>
              <a:cxnLst/>
              <a:rect l="l" t="t" r="r" b="b"/>
              <a:pathLst>
                <a:path w="1427" h="1992" extrusionOk="0">
                  <a:moveTo>
                    <a:pt x="747" y="1"/>
                  </a:moveTo>
                  <a:lnTo>
                    <a:pt x="1" y="1034"/>
                  </a:lnTo>
                  <a:lnTo>
                    <a:pt x="690" y="1991"/>
                  </a:lnTo>
                  <a:lnTo>
                    <a:pt x="1427" y="958"/>
                  </a:lnTo>
                  <a:lnTo>
                    <a:pt x="747"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9" name="Google Shape;8219;p63"/>
            <p:cNvSpPr/>
            <p:nvPr/>
          </p:nvSpPr>
          <p:spPr>
            <a:xfrm>
              <a:off x="1037156" y="2044040"/>
              <a:ext cx="37473" cy="52310"/>
            </a:xfrm>
            <a:custGeom>
              <a:avLst/>
              <a:gdLst/>
              <a:ahLst/>
              <a:cxnLst/>
              <a:rect l="l" t="t" r="r" b="b"/>
              <a:pathLst>
                <a:path w="1427" h="1992" extrusionOk="0">
                  <a:moveTo>
                    <a:pt x="737" y="1"/>
                  </a:moveTo>
                  <a:lnTo>
                    <a:pt x="0" y="1034"/>
                  </a:lnTo>
                  <a:lnTo>
                    <a:pt x="680" y="1991"/>
                  </a:lnTo>
                  <a:lnTo>
                    <a:pt x="1426" y="958"/>
                  </a:lnTo>
                  <a:lnTo>
                    <a:pt x="737"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0" name="Google Shape;8220;p63"/>
            <p:cNvSpPr/>
            <p:nvPr/>
          </p:nvSpPr>
          <p:spPr>
            <a:xfrm>
              <a:off x="924317" y="2114890"/>
              <a:ext cx="225442" cy="220033"/>
            </a:xfrm>
            <a:custGeom>
              <a:avLst/>
              <a:gdLst/>
              <a:ahLst/>
              <a:cxnLst/>
              <a:rect l="l" t="t" r="r" b="b"/>
              <a:pathLst>
                <a:path w="8585" h="8379" extrusionOk="0">
                  <a:moveTo>
                    <a:pt x="4293" y="0"/>
                  </a:moveTo>
                  <a:cubicBezTo>
                    <a:pt x="4122" y="0"/>
                    <a:pt x="3952" y="65"/>
                    <a:pt x="3819" y="193"/>
                  </a:cubicBezTo>
                  <a:cubicBezTo>
                    <a:pt x="3689" y="323"/>
                    <a:pt x="3514" y="391"/>
                    <a:pt x="3340" y="391"/>
                  </a:cubicBezTo>
                  <a:cubicBezTo>
                    <a:pt x="3259" y="391"/>
                    <a:pt x="3177" y="376"/>
                    <a:pt x="3101" y="346"/>
                  </a:cubicBezTo>
                  <a:cubicBezTo>
                    <a:pt x="3020" y="315"/>
                    <a:pt x="2937" y="301"/>
                    <a:pt x="2855" y="301"/>
                  </a:cubicBezTo>
                  <a:cubicBezTo>
                    <a:pt x="2581" y="301"/>
                    <a:pt x="2324" y="465"/>
                    <a:pt x="2221" y="738"/>
                  </a:cubicBezTo>
                  <a:cubicBezTo>
                    <a:pt x="2125" y="987"/>
                    <a:pt x="1886" y="1159"/>
                    <a:pt x="1627" y="1169"/>
                  </a:cubicBezTo>
                  <a:cubicBezTo>
                    <a:pt x="1245" y="1188"/>
                    <a:pt x="957" y="1514"/>
                    <a:pt x="986" y="1887"/>
                  </a:cubicBezTo>
                  <a:cubicBezTo>
                    <a:pt x="996" y="2155"/>
                    <a:pt x="852" y="2404"/>
                    <a:pt x="613" y="2528"/>
                  </a:cubicBezTo>
                  <a:cubicBezTo>
                    <a:pt x="278" y="2700"/>
                    <a:pt x="144" y="3102"/>
                    <a:pt x="316" y="3437"/>
                  </a:cubicBezTo>
                  <a:cubicBezTo>
                    <a:pt x="441" y="3676"/>
                    <a:pt x="402" y="3963"/>
                    <a:pt x="240" y="4174"/>
                  </a:cubicBezTo>
                  <a:cubicBezTo>
                    <a:pt x="0" y="4461"/>
                    <a:pt x="48" y="4892"/>
                    <a:pt x="345" y="5131"/>
                  </a:cubicBezTo>
                  <a:cubicBezTo>
                    <a:pt x="546" y="5294"/>
                    <a:pt x="632" y="5571"/>
                    <a:pt x="565" y="5830"/>
                  </a:cubicBezTo>
                  <a:cubicBezTo>
                    <a:pt x="469" y="6193"/>
                    <a:pt x="689" y="6557"/>
                    <a:pt x="1044" y="6662"/>
                  </a:cubicBezTo>
                  <a:cubicBezTo>
                    <a:pt x="1302" y="6729"/>
                    <a:pt x="1493" y="6940"/>
                    <a:pt x="1541" y="7208"/>
                  </a:cubicBezTo>
                  <a:cubicBezTo>
                    <a:pt x="1593" y="7545"/>
                    <a:pt x="1879" y="7781"/>
                    <a:pt x="2209" y="7781"/>
                  </a:cubicBezTo>
                  <a:cubicBezTo>
                    <a:pt x="2245" y="7781"/>
                    <a:pt x="2280" y="7778"/>
                    <a:pt x="2316" y="7772"/>
                  </a:cubicBezTo>
                  <a:cubicBezTo>
                    <a:pt x="2349" y="7768"/>
                    <a:pt x="2382" y="7765"/>
                    <a:pt x="2415" y="7765"/>
                  </a:cubicBezTo>
                  <a:cubicBezTo>
                    <a:pt x="2641" y="7765"/>
                    <a:pt x="2861" y="7877"/>
                    <a:pt x="2986" y="8069"/>
                  </a:cubicBezTo>
                  <a:cubicBezTo>
                    <a:pt x="3120" y="8270"/>
                    <a:pt x="3336" y="8378"/>
                    <a:pt x="3556" y="8378"/>
                  </a:cubicBezTo>
                  <a:cubicBezTo>
                    <a:pt x="3682" y="8378"/>
                    <a:pt x="3809" y="8343"/>
                    <a:pt x="3924" y="8270"/>
                  </a:cubicBezTo>
                  <a:cubicBezTo>
                    <a:pt x="4039" y="8198"/>
                    <a:pt x="4168" y="8162"/>
                    <a:pt x="4296" y="8162"/>
                  </a:cubicBezTo>
                  <a:cubicBezTo>
                    <a:pt x="4424" y="8162"/>
                    <a:pt x="4551" y="8198"/>
                    <a:pt x="4661" y="8270"/>
                  </a:cubicBezTo>
                  <a:cubicBezTo>
                    <a:pt x="4776" y="8343"/>
                    <a:pt x="4904" y="8378"/>
                    <a:pt x="5031" y="8378"/>
                  </a:cubicBezTo>
                  <a:cubicBezTo>
                    <a:pt x="5254" y="8378"/>
                    <a:pt x="5471" y="8270"/>
                    <a:pt x="5599" y="8069"/>
                  </a:cubicBezTo>
                  <a:cubicBezTo>
                    <a:pt x="5733" y="7877"/>
                    <a:pt x="5946" y="7765"/>
                    <a:pt x="6177" y="7765"/>
                  </a:cubicBezTo>
                  <a:cubicBezTo>
                    <a:pt x="6210" y="7765"/>
                    <a:pt x="6244" y="7768"/>
                    <a:pt x="6278" y="7772"/>
                  </a:cubicBezTo>
                  <a:cubicBezTo>
                    <a:pt x="6314" y="7778"/>
                    <a:pt x="6349" y="7781"/>
                    <a:pt x="6383" y="7781"/>
                  </a:cubicBezTo>
                  <a:cubicBezTo>
                    <a:pt x="6706" y="7781"/>
                    <a:pt x="6993" y="7545"/>
                    <a:pt x="7054" y="7208"/>
                  </a:cubicBezTo>
                  <a:cubicBezTo>
                    <a:pt x="7102" y="6949"/>
                    <a:pt x="7293" y="6739"/>
                    <a:pt x="7542" y="6672"/>
                  </a:cubicBezTo>
                  <a:cubicBezTo>
                    <a:pt x="7905" y="6576"/>
                    <a:pt x="8116" y="6203"/>
                    <a:pt x="8020" y="5839"/>
                  </a:cubicBezTo>
                  <a:cubicBezTo>
                    <a:pt x="7953" y="5581"/>
                    <a:pt x="8039" y="5313"/>
                    <a:pt x="8250" y="5141"/>
                  </a:cubicBezTo>
                  <a:cubicBezTo>
                    <a:pt x="8547" y="4901"/>
                    <a:pt x="8585" y="4471"/>
                    <a:pt x="8355" y="4184"/>
                  </a:cubicBezTo>
                  <a:cubicBezTo>
                    <a:pt x="8183" y="3973"/>
                    <a:pt x="8154" y="3686"/>
                    <a:pt x="8279" y="3447"/>
                  </a:cubicBezTo>
                  <a:cubicBezTo>
                    <a:pt x="8441" y="3112"/>
                    <a:pt x="8307" y="2710"/>
                    <a:pt x="7982" y="2538"/>
                  </a:cubicBezTo>
                  <a:cubicBezTo>
                    <a:pt x="7743" y="2413"/>
                    <a:pt x="7599" y="2164"/>
                    <a:pt x="7609" y="1896"/>
                  </a:cubicBezTo>
                  <a:cubicBezTo>
                    <a:pt x="7628" y="1523"/>
                    <a:pt x="7341" y="1198"/>
                    <a:pt x="6968" y="1179"/>
                  </a:cubicBezTo>
                  <a:cubicBezTo>
                    <a:pt x="6700" y="1169"/>
                    <a:pt x="6470" y="997"/>
                    <a:pt x="6374" y="748"/>
                  </a:cubicBezTo>
                  <a:cubicBezTo>
                    <a:pt x="6264" y="475"/>
                    <a:pt x="6005" y="310"/>
                    <a:pt x="5735" y="310"/>
                  </a:cubicBezTo>
                  <a:cubicBezTo>
                    <a:pt x="5654" y="310"/>
                    <a:pt x="5573" y="325"/>
                    <a:pt x="5494" y="356"/>
                  </a:cubicBezTo>
                  <a:cubicBezTo>
                    <a:pt x="5414" y="386"/>
                    <a:pt x="5332" y="401"/>
                    <a:pt x="5251" y="401"/>
                  </a:cubicBezTo>
                  <a:cubicBezTo>
                    <a:pt x="5077" y="401"/>
                    <a:pt x="4906" y="333"/>
                    <a:pt x="4776" y="202"/>
                  </a:cubicBezTo>
                  <a:cubicBezTo>
                    <a:pt x="4641" y="67"/>
                    <a:pt x="4467" y="0"/>
                    <a:pt x="4293"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1" name="Google Shape;8221;p63"/>
            <p:cNvSpPr/>
            <p:nvPr/>
          </p:nvSpPr>
          <p:spPr>
            <a:xfrm>
              <a:off x="1020822" y="2115100"/>
              <a:ext cx="128937" cy="219822"/>
            </a:xfrm>
            <a:custGeom>
              <a:avLst/>
              <a:gdLst/>
              <a:ahLst/>
              <a:cxnLst/>
              <a:rect l="l" t="t" r="r" b="b"/>
              <a:pathLst>
                <a:path w="4910" h="8371" extrusionOk="0">
                  <a:moveTo>
                    <a:pt x="622" y="1"/>
                  </a:moveTo>
                  <a:cubicBezTo>
                    <a:pt x="450" y="1"/>
                    <a:pt x="278" y="65"/>
                    <a:pt x="144" y="194"/>
                  </a:cubicBezTo>
                  <a:cubicBezTo>
                    <a:pt x="96" y="242"/>
                    <a:pt x="48" y="281"/>
                    <a:pt x="0" y="309"/>
                  </a:cubicBezTo>
                  <a:cubicBezTo>
                    <a:pt x="101" y="365"/>
                    <a:pt x="214" y="395"/>
                    <a:pt x="327" y="395"/>
                  </a:cubicBezTo>
                  <a:cubicBezTo>
                    <a:pt x="408" y="395"/>
                    <a:pt x="489" y="379"/>
                    <a:pt x="565" y="348"/>
                  </a:cubicBezTo>
                  <a:cubicBezTo>
                    <a:pt x="643" y="320"/>
                    <a:pt x="722" y="307"/>
                    <a:pt x="800" y="307"/>
                  </a:cubicBezTo>
                  <a:cubicBezTo>
                    <a:pt x="1076" y="307"/>
                    <a:pt x="1333" y="471"/>
                    <a:pt x="1445" y="740"/>
                  </a:cubicBezTo>
                  <a:cubicBezTo>
                    <a:pt x="1541" y="989"/>
                    <a:pt x="1771" y="1161"/>
                    <a:pt x="2039" y="1171"/>
                  </a:cubicBezTo>
                  <a:cubicBezTo>
                    <a:pt x="2412" y="1190"/>
                    <a:pt x="2699" y="1515"/>
                    <a:pt x="2680" y="1888"/>
                  </a:cubicBezTo>
                  <a:cubicBezTo>
                    <a:pt x="2670" y="2156"/>
                    <a:pt x="2814" y="2405"/>
                    <a:pt x="3053" y="2520"/>
                  </a:cubicBezTo>
                  <a:cubicBezTo>
                    <a:pt x="3388" y="2692"/>
                    <a:pt x="3522" y="3104"/>
                    <a:pt x="3350" y="3439"/>
                  </a:cubicBezTo>
                  <a:cubicBezTo>
                    <a:pt x="3226" y="3678"/>
                    <a:pt x="3264" y="3955"/>
                    <a:pt x="3427" y="4166"/>
                  </a:cubicBezTo>
                  <a:cubicBezTo>
                    <a:pt x="3666" y="4463"/>
                    <a:pt x="3618" y="4893"/>
                    <a:pt x="3331" y="5123"/>
                  </a:cubicBezTo>
                  <a:cubicBezTo>
                    <a:pt x="3120" y="5295"/>
                    <a:pt x="3034" y="5573"/>
                    <a:pt x="3101" y="5831"/>
                  </a:cubicBezTo>
                  <a:cubicBezTo>
                    <a:pt x="3197" y="6185"/>
                    <a:pt x="2977" y="6559"/>
                    <a:pt x="2623" y="6654"/>
                  </a:cubicBezTo>
                  <a:cubicBezTo>
                    <a:pt x="2364" y="6721"/>
                    <a:pt x="2163" y="6932"/>
                    <a:pt x="2125" y="7200"/>
                  </a:cubicBezTo>
                  <a:cubicBezTo>
                    <a:pt x="2064" y="7537"/>
                    <a:pt x="1777" y="7773"/>
                    <a:pt x="1447" y="7773"/>
                  </a:cubicBezTo>
                  <a:cubicBezTo>
                    <a:pt x="1412" y="7773"/>
                    <a:pt x="1376" y="7770"/>
                    <a:pt x="1340" y="7764"/>
                  </a:cubicBezTo>
                  <a:cubicBezTo>
                    <a:pt x="1307" y="7760"/>
                    <a:pt x="1274" y="7757"/>
                    <a:pt x="1241" y="7757"/>
                  </a:cubicBezTo>
                  <a:cubicBezTo>
                    <a:pt x="1015" y="7757"/>
                    <a:pt x="796" y="7869"/>
                    <a:pt x="670" y="8061"/>
                  </a:cubicBezTo>
                  <a:cubicBezTo>
                    <a:pt x="651" y="8099"/>
                    <a:pt x="622" y="8128"/>
                    <a:pt x="603" y="8157"/>
                  </a:cubicBezTo>
                  <a:cubicBezTo>
                    <a:pt x="617" y="8156"/>
                    <a:pt x="630" y="8155"/>
                    <a:pt x="644" y="8155"/>
                  </a:cubicBezTo>
                  <a:cubicBezTo>
                    <a:pt x="764" y="8155"/>
                    <a:pt x="883" y="8193"/>
                    <a:pt x="986" y="8262"/>
                  </a:cubicBezTo>
                  <a:cubicBezTo>
                    <a:pt x="1101" y="8335"/>
                    <a:pt x="1229" y="8370"/>
                    <a:pt x="1356" y="8370"/>
                  </a:cubicBezTo>
                  <a:cubicBezTo>
                    <a:pt x="1579" y="8370"/>
                    <a:pt x="1796" y="8262"/>
                    <a:pt x="1924" y="8061"/>
                  </a:cubicBezTo>
                  <a:cubicBezTo>
                    <a:pt x="2058" y="7869"/>
                    <a:pt x="2271" y="7757"/>
                    <a:pt x="2502" y="7757"/>
                  </a:cubicBezTo>
                  <a:cubicBezTo>
                    <a:pt x="2535" y="7757"/>
                    <a:pt x="2569" y="7760"/>
                    <a:pt x="2603" y="7764"/>
                  </a:cubicBezTo>
                  <a:cubicBezTo>
                    <a:pt x="2639" y="7770"/>
                    <a:pt x="2674" y="7773"/>
                    <a:pt x="2708" y="7773"/>
                  </a:cubicBezTo>
                  <a:cubicBezTo>
                    <a:pt x="3031" y="7773"/>
                    <a:pt x="3318" y="7537"/>
                    <a:pt x="3379" y="7200"/>
                  </a:cubicBezTo>
                  <a:cubicBezTo>
                    <a:pt x="3417" y="6932"/>
                    <a:pt x="3608" y="6721"/>
                    <a:pt x="3867" y="6654"/>
                  </a:cubicBezTo>
                  <a:cubicBezTo>
                    <a:pt x="4230" y="6549"/>
                    <a:pt x="4441" y="6185"/>
                    <a:pt x="4345" y="5822"/>
                  </a:cubicBezTo>
                  <a:cubicBezTo>
                    <a:pt x="4278" y="5563"/>
                    <a:pt x="4364" y="5286"/>
                    <a:pt x="4575" y="5123"/>
                  </a:cubicBezTo>
                  <a:cubicBezTo>
                    <a:pt x="4862" y="4884"/>
                    <a:pt x="4910" y="4463"/>
                    <a:pt x="4680" y="4166"/>
                  </a:cubicBezTo>
                  <a:cubicBezTo>
                    <a:pt x="4508" y="3955"/>
                    <a:pt x="4479" y="3678"/>
                    <a:pt x="4604" y="3439"/>
                  </a:cubicBezTo>
                  <a:cubicBezTo>
                    <a:pt x="4766" y="3104"/>
                    <a:pt x="4632" y="2692"/>
                    <a:pt x="4307" y="2520"/>
                  </a:cubicBezTo>
                  <a:cubicBezTo>
                    <a:pt x="4068" y="2405"/>
                    <a:pt x="3924" y="2156"/>
                    <a:pt x="3934" y="1888"/>
                  </a:cubicBezTo>
                  <a:cubicBezTo>
                    <a:pt x="3953" y="1506"/>
                    <a:pt x="3666" y="1190"/>
                    <a:pt x="3293" y="1171"/>
                  </a:cubicBezTo>
                  <a:cubicBezTo>
                    <a:pt x="3025" y="1151"/>
                    <a:pt x="2795" y="989"/>
                    <a:pt x="2699" y="740"/>
                  </a:cubicBezTo>
                  <a:cubicBezTo>
                    <a:pt x="2588" y="473"/>
                    <a:pt x="2333" y="303"/>
                    <a:pt x="2058" y="303"/>
                  </a:cubicBezTo>
                  <a:cubicBezTo>
                    <a:pt x="1979" y="303"/>
                    <a:pt x="1898" y="317"/>
                    <a:pt x="1819" y="348"/>
                  </a:cubicBezTo>
                  <a:cubicBezTo>
                    <a:pt x="1739" y="378"/>
                    <a:pt x="1657" y="393"/>
                    <a:pt x="1576" y="393"/>
                  </a:cubicBezTo>
                  <a:cubicBezTo>
                    <a:pt x="1402" y="393"/>
                    <a:pt x="1231" y="325"/>
                    <a:pt x="1101" y="194"/>
                  </a:cubicBezTo>
                  <a:cubicBezTo>
                    <a:pt x="967" y="65"/>
                    <a:pt x="795" y="1"/>
                    <a:pt x="622"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2" name="Google Shape;8222;p63"/>
            <p:cNvSpPr/>
            <p:nvPr/>
          </p:nvSpPr>
          <p:spPr>
            <a:xfrm>
              <a:off x="953964" y="2141806"/>
              <a:ext cx="166147" cy="166147"/>
            </a:xfrm>
            <a:custGeom>
              <a:avLst/>
              <a:gdLst/>
              <a:ahLst/>
              <a:cxnLst/>
              <a:rect l="l" t="t" r="r" b="b"/>
              <a:pathLst>
                <a:path w="6327" h="6327" extrusionOk="0">
                  <a:moveTo>
                    <a:pt x="3168" y="0"/>
                  </a:moveTo>
                  <a:cubicBezTo>
                    <a:pt x="1417" y="0"/>
                    <a:pt x="1" y="1417"/>
                    <a:pt x="1" y="3168"/>
                  </a:cubicBezTo>
                  <a:cubicBezTo>
                    <a:pt x="1" y="4910"/>
                    <a:pt x="1417" y="6326"/>
                    <a:pt x="3168" y="6326"/>
                  </a:cubicBezTo>
                  <a:cubicBezTo>
                    <a:pt x="4910" y="6326"/>
                    <a:pt x="6327" y="4910"/>
                    <a:pt x="6327" y="3168"/>
                  </a:cubicBezTo>
                  <a:cubicBezTo>
                    <a:pt x="6327" y="1417"/>
                    <a:pt x="4910" y="0"/>
                    <a:pt x="3168" y="0"/>
                  </a:cubicBez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3" name="Google Shape;8223;p63"/>
            <p:cNvSpPr/>
            <p:nvPr/>
          </p:nvSpPr>
          <p:spPr>
            <a:xfrm>
              <a:off x="1020560" y="2141806"/>
              <a:ext cx="104068" cy="166252"/>
            </a:xfrm>
            <a:custGeom>
              <a:avLst/>
              <a:gdLst/>
              <a:ahLst/>
              <a:cxnLst/>
              <a:rect l="l" t="t" r="r" b="b"/>
              <a:pathLst>
                <a:path w="3963" h="6331" extrusionOk="0">
                  <a:moveTo>
                    <a:pt x="632" y="0"/>
                  </a:moveTo>
                  <a:cubicBezTo>
                    <a:pt x="422" y="0"/>
                    <a:pt x="211" y="20"/>
                    <a:pt x="1" y="67"/>
                  </a:cubicBezTo>
                  <a:cubicBezTo>
                    <a:pt x="1475" y="364"/>
                    <a:pt x="2537" y="1656"/>
                    <a:pt x="2537" y="3168"/>
                  </a:cubicBezTo>
                  <a:cubicBezTo>
                    <a:pt x="2537" y="4671"/>
                    <a:pt x="1475" y="5963"/>
                    <a:pt x="1" y="6269"/>
                  </a:cubicBezTo>
                  <a:cubicBezTo>
                    <a:pt x="210" y="6310"/>
                    <a:pt x="419" y="6330"/>
                    <a:pt x="624" y="6330"/>
                  </a:cubicBezTo>
                  <a:cubicBezTo>
                    <a:pt x="2218" y="6330"/>
                    <a:pt x="3610" y="5129"/>
                    <a:pt x="3772" y="3484"/>
                  </a:cubicBezTo>
                  <a:cubicBezTo>
                    <a:pt x="3963" y="1618"/>
                    <a:pt x="2499" y="0"/>
                    <a:pt x="632"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4" name="Google Shape;8224;p63"/>
            <p:cNvSpPr/>
            <p:nvPr/>
          </p:nvSpPr>
          <p:spPr>
            <a:xfrm>
              <a:off x="1020560" y="2187551"/>
              <a:ext cx="20378" cy="74657"/>
            </a:xfrm>
            <a:custGeom>
              <a:avLst/>
              <a:gdLst/>
              <a:ahLst/>
              <a:cxnLst/>
              <a:rect l="l" t="t" r="r" b="b"/>
              <a:pathLst>
                <a:path w="776" h="2843" extrusionOk="0">
                  <a:moveTo>
                    <a:pt x="594" y="0"/>
                  </a:moveTo>
                  <a:cubicBezTo>
                    <a:pt x="556" y="0"/>
                    <a:pt x="518" y="10"/>
                    <a:pt x="489" y="48"/>
                  </a:cubicBezTo>
                  <a:lnTo>
                    <a:pt x="87" y="431"/>
                  </a:lnTo>
                  <a:cubicBezTo>
                    <a:pt x="30" y="469"/>
                    <a:pt x="1" y="527"/>
                    <a:pt x="1" y="594"/>
                  </a:cubicBezTo>
                  <a:cubicBezTo>
                    <a:pt x="1" y="680"/>
                    <a:pt x="58" y="747"/>
                    <a:pt x="144" y="756"/>
                  </a:cubicBezTo>
                  <a:cubicBezTo>
                    <a:pt x="173" y="756"/>
                    <a:pt x="202" y="747"/>
                    <a:pt x="230" y="718"/>
                  </a:cubicBezTo>
                  <a:lnTo>
                    <a:pt x="364" y="546"/>
                  </a:lnTo>
                  <a:lnTo>
                    <a:pt x="364" y="2709"/>
                  </a:lnTo>
                  <a:cubicBezTo>
                    <a:pt x="364" y="2795"/>
                    <a:pt x="470" y="2843"/>
                    <a:pt x="575" y="2843"/>
                  </a:cubicBezTo>
                  <a:cubicBezTo>
                    <a:pt x="671" y="2843"/>
                    <a:pt x="776" y="2795"/>
                    <a:pt x="776" y="2709"/>
                  </a:cubicBezTo>
                  <a:lnTo>
                    <a:pt x="776" y="134"/>
                  </a:lnTo>
                  <a:cubicBezTo>
                    <a:pt x="776" y="48"/>
                    <a:pt x="680" y="0"/>
                    <a:pt x="594"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25" name="Google Shape;8225;p63"/>
          <p:cNvGrpSpPr/>
          <p:nvPr/>
        </p:nvGrpSpPr>
        <p:grpSpPr>
          <a:xfrm>
            <a:off x="1735604" y="1814106"/>
            <a:ext cx="364436" cy="364174"/>
            <a:chOff x="1749879" y="1970906"/>
            <a:chExt cx="364436" cy="364174"/>
          </a:xfrm>
        </p:grpSpPr>
        <p:sp>
          <p:nvSpPr>
            <p:cNvPr id="8226" name="Google Shape;8226;p63"/>
            <p:cNvSpPr/>
            <p:nvPr/>
          </p:nvSpPr>
          <p:spPr>
            <a:xfrm>
              <a:off x="1750141" y="1970906"/>
              <a:ext cx="276124" cy="181982"/>
            </a:xfrm>
            <a:custGeom>
              <a:avLst/>
              <a:gdLst/>
              <a:ahLst/>
              <a:cxnLst/>
              <a:rect l="l" t="t" r="r" b="b"/>
              <a:pathLst>
                <a:path w="10515" h="6930" extrusionOk="0">
                  <a:moveTo>
                    <a:pt x="900" y="1"/>
                  </a:moveTo>
                  <a:cubicBezTo>
                    <a:pt x="402" y="1"/>
                    <a:pt x="0" y="403"/>
                    <a:pt x="0" y="900"/>
                  </a:cubicBezTo>
                  <a:lnTo>
                    <a:pt x="0" y="6709"/>
                  </a:lnTo>
                  <a:cubicBezTo>
                    <a:pt x="0" y="6834"/>
                    <a:pt x="96" y="6930"/>
                    <a:pt x="221" y="6930"/>
                  </a:cubicBezTo>
                  <a:lnTo>
                    <a:pt x="2460" y="6930"/>
                  </a:lnTo>
                  <a:cubicBezTo>
                    <a:pt x="2709" y="6930"/>
                    <a:pt x="2910" y="6729"/>
                    <a:pt x="2910" y="6480"/>
                  </a:cubicBezTo>
                  <a:lnTo>
                    <a:pt x="2910" y="6039"/>
                  </a:lnTo>
                  <a:cubicBezTo>
                    <a:pt x="2910" y="5848"/>
                    <a:pt x="2824" y="5657"/>
                    <a:pt x="2680" y="5532"/>
                  </a:cubicBezTo>
                  <a:cubicBezTo>
                    <a:pt x="1790" y="4805"/>
                    <a:pt x="2307" y="3360"/>
                    <a:pt x="3455" y="3350"/>
                  </a:cubicBezTo>
                  <a:cubicBezTo>
                    <a:pt x="4604" y="3350"/>
                    <a:pt x="5140" y="4786"/>
                    <a:pt x="4259" y="5523"/>
                  </a:cubicBezTo>
                  <a:cubicBezTo>
                    <a:pt x="4106" y="5647"/>
                    <a:pt x="4020" y="5839"/>
                    <a:pt x="4020" y="6030"/>
                  </a:cubicBezTo>
                  <a:lnTo>
                    <a:pt x="4020" y="6489"/>
                  </a:lnTo>
                  <a:cubicBezTo>
                    <a:pt x="4020" y="6729"/>
                    <a:pt x="4221" y="6930"/>
                    <a:pt x="4470" y="6930"/>
                  </a:cubicBezTo>
                  <a:lnTo>
                    <a:pt x="6929" y="6930"/>
                  </a:lnTo>
                  <a:lnTo>
                    <a:pt x="6929" y="4470"/>
                  </a:lnTo>
                  <a:cubicBezTo>
                    <a:pt x="6929" y="4221"/>
                    <a:pt x="7130" y="4030"/>
                    <a:pt x="7379" y="4030"/>
                  </a:cubicBezTo>
                  <a:lnTo>
                    <a:pt x="7838" y="4030"/>
                  </a:lnTo>
                  <a:cubicBezTo>
                    <a:pt x="7848" y="4029"/>
                    <a:pt x="7858" y="4029"/>
                    <a:pt x="7867" y="4029"/>
                  </a:cubicBezTo>
                  <a:cubicBezTo>
                    <a:pt x="8048" y="4029"/>
                    <a:pt x="8218" y="4114"/>
                    <a:pt x="8336" y="4259"/>
                  </a:cubicBezTo>
                  <a:cubicBezTo>
                    <a:pt x="8594" y="4564"/>
                    <a:pt x="8935" y="4700"/>
                    <a:pt x="9270" y="4700"/>
                  </a:cubicBezTo>
                  <a:cubicBezTo>
                    <a:pt x="9903" y="4700"/>
                    <a:pt x="10515" y="4213"/>
                    <a:pt x="10509" y="3456"/>
                  </a:cubicBezTo>
                  <a:cubicBezTo>
                    <a:pt x="10509" y="2711"/>
                    <a:pt x="9902" y="2236"/>
                    <a:pt x="9277" y="2236"/>
                  </a:cubicBezTo>
                  <a:cubicBezTo>
                    <a:pt x="8937" y="2236"/>
                    <a:pt x="8592" y="2377"/>
                    <a:pt x="8336" y="2690"/>
                  </a:cubicBezTo>
                  <a:cubicBezTo>
                    <a:pt x="8202" y="2833"/>
                    <a:pt x="8020" y="2910"/>
                    <a:pt x="7829" y="2910"/>
                  </a:cubicBezTo>
                  <a:lnTo>
                    <a:pt x="7379" y="2910"/>
                  </a:lnTo>
                  <a:cubicBezTo>
                    <a:pt x="7130" y="2910"/>
                    <a:pt x="6929" y="2709"/>
                    <a:pt x="6929" y="2460"/>
                  </a:cubicBezTo>
                  <a:lnTo>
                    <a:pt x="6929" y="221"/>
                  </a:lnTo>
                  <a:cubicBezTo>
                    <a:pt x="6929" y="106"/>
                    <a:pt x="6834" y="1"/>
                    <a:pt x="670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7" name="Google Shape;8227;p63"/>
            <p:cNvSpPr/>
            <p:nvPr/>
          </p:nvSpPr>
          <p:spPr>
            <a:xfrm>
              <a:off x="1932097" y="1970906"/>
              <a:ext cx="182218" cy="275966"/>
            </a:xfrm>
            <a:custGeom>
              <a:avLst/>
              <a:gdLst/>
              <a:ahLst/>
              <a:cxnLst/>
              <a:rect l="l" t="t" r="r" b="b"/>
              <a:pathLst>
                <a:path w="6939" h="10509" extrusionOk="0">
                  <a:moveTo>
                    <a:pt x="230" y="1"/>
                  </a:moveTo>
                  <a:cubicBezTo>
                    <a:pt x="106" y="1"/>
                    <a:pt x="0" y="96"/>
                    <a:pt x="0" y="221"/>
                  </a:cubicBezTo>
                  <a:lnTo>
                    <a:pt x="0" y="2460"/>
                  </a:lnTo>
                  <a:cubicBezTo>
                    <a:pt x="0" y="2709"/>
                    <a:pt x="201" y="2910"/>
                    <a:pt x="450" y="2910"/>
                  </a:cubicBezTo>
                  <a:lnTo>
                    <a:pt x="900" y="2910"/>
                  </a:lnTo>
                  <a:cubicBezTo>
                    <a:pt x="1091" y="2910"/>
                    <a:pt x="1273" y="2833"/>
                    <a:pt x="1407" y="2690"/>
                  </a:cubicBezTo>
                  <a:cubicBezTo>
                    <a:pt x="1663" y="2377"/>
                    <a:pt x="2008" y="2236"/>
                    <a:pt x="2348" y="2236"/>
                  </a:cubicBezTo>
                  <a:cubicBezTo>
                    <a:pt x="2973" y="2236"/>
                    <a:pt x="3580" y="2711"/>
                    <a:pt x="3580" y="3456"/>
                  </a:cubicBezTo>
                  <a:cubicBezTo>
                    <a:pt x="3586" y="4213"/>
                    <a:pt x="2974" y="4700"/>
                    <a:pt x="2341" y="4700"/>
                  </a:cubicBezTo>
                  <a:cubicBezTo>
                    <a:pt x="2006" y="4700"/>
                    <a:pt x="1665" y="4564"/>
                    <a:pt x="1407" y="4259"/>
                  </a:cubicBezTo>
                  <a:cubicBezTo>
                    <a:pt x="1289" y="4114"/>
                    <a:pt x="1119" y="4029"/>
                    <a:pt x="938" y="4029"/>
                  </a:cubicBezTo>
                  <a:cubicBezTo>
                    <a:pt x="929" y="4029"/>
                    <a:pt x="919" y="4029"/>
                    <a:pt x="909" y="4030"/>
                  </a:cubicBezTo>
                  <a:lnTo>
                    <a:pt x="450" y="4030"/>
                  </a:lnTo>
                  <a:cubicBezTo>
                    <a:pt x="201" y="4030"/>
                    <a:pt x="0" y="4221"/>
                    <a:pt x="0" y="4470"/>
                  </a:cubicBezTo>
                  <a:lnTo>
                    <a:pt x="0" y="6930"/>
                  </a:lnTo>
                  <a:lnTo>
                    <a:pt x="2469" y="6930"/>
                  </a:lnTo>
                  <a:cubicBezTo>
                    <a:pt x="2718" y="6930"/>
                    <a:pt x="2919" y="7130"/>
                    <a:pt x="2919" y="7379"/>
                  </a:cubicBezTo>
                  <a:lnTo>
                    <a:pt x="2919" y="7839"/>
                  </a:lnTo>
                  <a:cubicBezTo>
                    <a:pt x="2919" y="8030"/>
                    <a:pt x="2833" y="8212"/>
                    <a:pt x="2680" y="8346"/>
                  </a:cubicBezTo>
                  <a:cubicBezTo>
                    <a:pt x="1802" y="9080"/>
                    <a:pt x="2322" y="10509"/>
                    <a:pt x="3472" y="10509"/>
                  </a:cubicBezTo>
                  <a:cubicBezTo>
                    <a:pt x="3476" y="10509"/>
                    <a:pt x="3480" y="10509"/>
                    <a:pt x="3484" y="10509"/>
                  </a:cubicBezTo>
                  <a:cubicBezTo>
                    <a:pt x="4632" y="10509"/>
                    <a:pt x="5140" y="9064"/>
                    <a:pt x="4259" y="8336"/>
                  </a:cubicBezTo>
                  <a:cubicBezTo>
                    <a:pt x="4106" y="8202"/>
                    <a:pt x="4029" y="8021"/>
                    <a:pt x="4029" y="7829"/>
                  </a:cubicBezTo>
                  <a:lnTo>
                    <a:pt x="4029" y="7379"/>
                  </a:lnTo>
                  <a:cubicBezTo>
                    <a:pt x="4029" y="7130"/>
                    <a:pt x="4230" y="6930"/>
                    <a:pt x="4479" y="6930"/>
                  </a:cubicBezTo>
                  <a:lnTo>
                    <a:pt x="6709" y="6930"/>
                  </a:lnTo>
                  <a:cubicBezTo>
                    <a:pt x="6833" y="6930"/>
                    <a:pt x="6939" y="6834"/>
                    <a:pt x="6939" y="6709"/>
                  </a:cubicBezTo>
                  <a:lnTo>
                    <a:pt x="6939" y="891"/>
                  </a:lnTo>
                  <a:cubicBezTo>
                    <a:pt x="6939" y="403"/>
                    <a:pt x="6537" y="1"/>
                    <a:pt x="6039" y="1"/>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8" name="Google Shape;8228;p63"/>
            <p:cNvSpPr/>
            <p:nvPr/>
          </p:nvSpPr>
          <p:spPr>
            <a:xfrm>
              <a:off x="1838086" y="2152862"/>
              <a:ext cx="276229" cy="182218"/>
            </a:xfrm>
            <a:custGeom>
              <a:avLst/>
              <a:gdLst/>
              <a:ahLst/>
              <a:cxnLst/>
              <a:rect l="l" t="t" r="r" b="b"/>
              <a:pathLst>
                <a:path w="10519" h="6939" extrusionOk="0">
                  <a:moveTo>
                    <a:pt x="3580" y="1"/>
                  </a:moveTo>
                  <a:lnTo>
                    <a:pt x="3580" y="2460"/>
                  </a:lnTo>
                  <a:cubicBezTo>
                    <a:pt x="3580" y="2709"/>
                    <a:pt x="3379" y="2910"/>
                    <a:pt x="3140" y="2910"/>
                  </a:cubicBezTo>
                  <a:lnTo>
                    <a:pt x="2681" y="2910"/>
                  </a:lnTo>
                  <a:cubicBezTo>
                    <a:pt x="2489" y="2910"/>
                    <a:pt x="2298" y="2824"/>
                    <a:pt x="2173" y="2680"/>
                  </a:cubicBezTo>
                  <a:cubicBezTo>
                    <a:pt x="1918" y="2375"/>
                    <a:pt x="1579" y="2239"/>
                    <a:pt x="1245" y="2239"/>
                  </a:cubicBezTo>
                  <a:cubicBezTo>
                    <a:pt x="614" y="2239"/>
                    <a:pt x="1" y="2724"/>
                    <a:pt x="1" y="3475"/>
                  </a:cubicBezTo>
                  <a:cubicBezTo>
                    <a:pt x="7" y="4221"/>
                    <a:pt x="620" y="4700"/>
                    <a:pt x="1248" y="4700"/>
                  </a:cubicBezTo>
                  <a:cubicBezTo>
                    <a:pt x="1586" y="4700"/>
                    <a:pt x="1928" y="4561"/>
                    <a:pt x="2183" y="4250"/>
                  </a:cubicBezTo>
                  <a:cubicBezTo>
                    <a:pt x="2301" y="4113"/>
                    <a:pt x="2480" y="4029"/>
                    <a:pt x="2661" y="4029"/>
                  </a:cubicBezTo>
                  <a:cubicBezTo>
                    <a:pt x="2671" y="4029"/>
                    <a:pt x="2681" y="4029"/>
                    <a:pt x="2690" y="4030"/>
                  </a:cubicBezTo>
                  <a:lnTo>
                    <a:pt x="3140" y="4030"/>
                  </a:lnTo>
                  <a:cubicBezTo>
                    <a:pt x="3379" y="4030"/>
                    <a:pt x="3580" y="4231"/>
                    <a:pt x="3580" y="4479"/>
                  </a:cubicBezTo>
                  <a:lnTo>
                    <a:pt x="3580" y="6709"/>
                  </a:lnTo>
                  <a:cubicBezTo>
                    <a:pt x="3580" y="6834"/>
                    <a:pt x="3686" y="6939"/>
                    <a:pt x="3800" y="6939"/>
                  </a:cubicBezTo>
                  <a:lnTo>
                    <a:pt x="9619" y="6939"/>
                  </a:lnTo>
                  <a:cubicBezTo>
                    <a:pt x="10117" y="6939"/>
                    <a:pt x="10519" y="6537"/>
                    <a:pt x="10519" y="6039"/>
                  </a:cubicBezTo>
                  <a:lnTo>
                    <a:pt x="10519" y="230"/>
                  </a:lnTo>
                  <a:cubicBezTo>
                    <a:pt x="10519" y="106"/>
                    <a:pt x="10413" y="1"/>
                    <a:pt x="10289" y="1"/>
                  </a:cubicBezTo>
                  <a:lnTo>
                    <a:pt x="8059" y="1"/>
                  </a:lnTo>
                  <a:cubicBezTo>
                    <a:pt x="7810" y="1"/>
                    <a:pt x="7609" y="201"/>
                    <a:pt x="7609" y="450"/>
                  </a:cubicBezTo>
                  <a:lnTo>
                    <a:pt x="7609" y="900"/>
                  </a:lnTo>
                  <a:cubicBezTo>
                    <a:pt x="7600" y="1092"/>
                    <a:pt x="7686" y="1273"/>
                    <a:pt x="7829" y="1407"/>
                  </a:cubicBezTo>
                  <a:cubicBezTo>
                    <a:pt x="8720" y="2135"/>
                    <a:pt x="8203" y="3580"/>
                    <a:pt x="7054" y="3580"/>
                  </a:cubicBezTo>
                  <a:cubicBezTo>
                    <a:pt x="7050" y="3580"/>
                    <a:pt x="7047" y="3580"/>
                    <a:pt x="7043" y="3580"/>
                  </a:cubicBezTo>
                  <a:cubicBezTo>
                    <a:pt x="5902" y="3580"/>
                    <a:pt x="5382" y="2151"/>
                    <a:pt x="6260" y="1417"/>
                  </a:cubicBezTo>
                  <a:cubicBezTo>
                    <a:pt x="6404" y="1283"/>
                    <a:pt x="6490" y="1101"/>
                    <a:pt x="6490" y="910"/>
                  </a:cubicBezTo>
                  <a:lnTo>
                    <a:pt x="6490" y="450"/>
                  </a:lnTo>
                  <a:cubicBezTo>
                    <a:pt x="6490" y="201"/>
                    <a:pt x="6289" y="1"/>
                    <a:pt x="6040" y="1"/>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9" name="Google Shape;8229;p63"/>
            <p:cNvSpPr/>
            <p:nvPr/>
          </p:nvSpPr>
          <p:spPr>
            <a:xfrm>
              <a:off x="1749879" y="2058877"/>
              <a:ext cx="182244" cy="276203"/>
            </a:xfrm>
            <a:custGeom>
              <a:avLst/>
              <a:gdLst/>
              <a:ahLst/>
              <a:cxnLst/>
              <a:rect l="l" t="t" r="r" b="b"/>
              <a:pathLst>
                <a:path w="6940" h="10518" extrusionOk="0">
                  <a:moveTo>
                    <a:pt x="3465" y="0"/>
                  </a:moveTo>
                  <a:cubicBezTo>
                    <a:pt x="2317" y="10"/>
                    <a:pt x="1810" y="1455"/>
                    <a:pt x="2700" y="2182"/>
                  </a:cubicBezTo>
                  <a:cubicBezTo>
                    <a:pt x="2843" y="2307"/>
                    <a:pt x="2920" y="2498"/>
                    <a:pt x="2920" y="2689"/>
                  </a:cubicBezTo>
                  <a:lnTo>
                    <a:pt x="2920" y="3139"/>
                  </a:lnTo>
                  <a:cubicBezTo>
                    <a:pt x="2920" y="3379"/>
                    <a:pt x="2719" y="3580"/>
                    <a:pt x="2470" y="3580"/>
                  </a:cubicBezTo>
                  <a:lnTo>
                    <a:pt x="231" y="3580"/>
                  </a:lnTo>
                  <a:cubicBezTo>
                    <a:pt x="106" y="3580"/>
                    <a:pt x="1" y="3685"/>
                    <a:pt x="1" y="3809"/>
                  </a:cubicBezTo>
                  <a:lnTo>
                    <a:pt x="1" y="9618"/>
                  </a:lnTo>
                  <a:cubicBezTo>
                    <a:pt x="1" y="10116"/>
                    <a:pt x="403" y="10518"/>
                    <a:pt x="900" y="10518"/>
                  </a:cubicBezTo>
                  <a:lnTo>
                    <a:pt x="6710" y="10518"/>
                  </a:lnTo>
                  <a:cubicBezTo>
                    <a:pt x="6834" y="10518"/>
                    <a:pt x="6939" y="10413"/>
                    <a:pt x="6939" y="10288"/>
                  </a:cubicBezTo>
                  <a:lnTo>
                    <a:pt x="6939" y="8058"/>
                  </a:lnTo>
                  <a:cubicBezTo>
                    <a:pt x="6939" y="7810"/>
                    <a:pt x="6738" y="7609"/>
                    <a:pt x="6489" y="7609"/>
                  </a:cubicBezTo>
                  <a:lnTo>
                    <a:pt x="6040" y="7609"/>
                  </a:lnTo>
                  <a:cubicBezTo>
                    <a:pt x="6030" y="7608"/>
                    <a:pt x="6020" y="7608"/>
                    <a:pt x="6011" y="7608"/>
                  </a:cubicBezTo>
                  <a:cubicBezTo>
                    <a:pt x="5830" y="7608"/>
                    <a:pt x="5660" y="7692"/>
                    <a:pt x="5542" y="7829"/>
                  </a:cubicBezTo>
                  <a:cubicBezTo>
                    <a:pt x="5284" y="8140"/>
                    <a:pt x="4939" y="8279"/>
                    <a:pt x="4600" y="8279"/>
                  </a:cubicBezTo>
                  <a:cubicBezTo>
                    <a:pt x="3970" y="8279"/>
                    <a:pt x="3360" y="7800"/>
                    <a:pt x="3360" y="7054"/>
                  </a:cubicBezTo>
                  <a:cubicBezTo>
                    <a:pt x="3354" y="6303"/>
                    <a:pt x="3965" y="5818"/>
                    <a:pt x="4597" y="5818"/>
                  </a:cubicBezTo>
                  <a:cubicBezTo>
                    <a:pt x="4933" y="5818"/>
                    <a:pt x="5274" y="5954"/>
                    <a:pt x="5532" y="6259"/>
                  </a:cubicBezTo>
                  <a:cubicBezTo>
                    <a:pt x="5657" y="6403"/>
                    <a:pt x="5839" y="6489"/>
                    <a:pt x="6040" y="6489"/>
                  </a:cubicBezTo>
                  <a:lnTo>
                    <a:pt x="6499" y="6489"/>
                  </a:lnTo>
                  <a:cubicBezTo>
                    <a:pt x="6738" y="6489"/>
                    <a:pt x="6939" y="6288"/>
                    <a:pt x="6939" y="6039"/>
                  </a:cubicBezTo>
                  <a:lnTo>
                    <a:pt x="6939" y="3580"/>
                  </a:lnTo>
                  <a:lnTo>
                    <a:pt x="4480" y="3580"/>
                  </a:lnTo>
                  <a:cubicBezTo>
                    <a:pt x="4231" y="3580"/>
                    <a:pt x="4030" y="3379"/>
                    <a:pt x="4030" y="3139"/>
                  </a:cubicBezTo>
                  <a:lnTo>
                    <a:pt x="4030" y="2680"/>
                  </a:lnTo>
                  <a:cubicBezTo>
                    <a:pt x="4030" y="2489"/>
                    <a:pt x="4116" y="2297"/>
                    <a:pt x="4269" y="2173"/>
                  </a:cubicBezTo>
                  <a:cubicBezTo>
                    <a:pt x="5150" y="1436"/>
                    <a:pt x="4623" y="0"/>
                    <a:pt x="3465"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0" name="Google Shape;8230;p63"/>
            <p:cNvSpPr/>
            <p:nvPr/>
          </p:nvSpPr>
          <p:spPr>
            <a:xfrm>
              <a:off x="1750141" y="2152862"/>
              <a:ext cx="41228" cy="182218"/>
            </a:xfrm>
            <a:custGeom>
              <a:avLst/>
              <a:gdLst/>
              <a:ahLst/>
              <a:cxnLst/>
              <a:rect l="l" t="t" r="r" b="b"/>
              <a:pathLst>
                <a:path w="1570" h="6939" extrusionOk="0">
                  <a:moveTo>
                    <a:pt x="221" y="1"/>
                  </a:moveTo>
                  <a:cubicBezTo>
                    <a:pt x="96" y="1"/>
                    <a:pt x="0" y="106"/>
                    <a:pt x="0" y="230"/>
                  </a:cubicBezTo>
                  <a:lnTo>
                    <a:pt x="0" y="6039"/>
                  </a:lnTo>
                  <a:cubicBezTo>
                    <a:pt x="0" y="6537"/>
                    <a:pt x="402" y="6939"/>
                    <a:pt x="900" y="6939"/>
                  </a:cubicBezTo>
                  <a:lnTo>
                    <a:pt x="1570" y="6939"/>
                  </a:lnTo>
                  <a:cubicBezTo>
                    <a:pt x="1072" y="6939"/>
                    <a:pt x="670" y="6537"/>
                    <a:pt x="670" y="6039"/>
                  </a:cubicBezTo>
                  <a:lnTo>
                    <a:pt x="670" y="230"/>
                  </a:lnTo>
                  <a:cubicBezTo>
                    <a:pt x="670" y="106"/>
                    <a:pt x="776" y="1"/>
                    <a:pt x="900"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1" name="Google Shape;8231;p63"/>
            <p:cNvSpPr/>
            <p:nvPr/>
          </p:nvSpPr>
          <p:spPr>
            <a:xfrm>
              <a:off x="1796832" y="2059035"/>
              <a:ext cx="50340" cy="93853"/>
            </a:xfrm>
            <a:custGeom>
              <a:avLst/>
              <a:gdLst/>
              <a:ahLst/>
              <a:cxnLst/>
              <a:rect l="l" t="t" r="r" b="b"/>
              <a:pathLst>
                <a:path w="1917" h="3574" extrusionOk="0">
                  <a:moveTo>
                    <a:pt x="1675" y="0"/>
                  </a:moveTo>
                  <a:cubicBezTo>
                    <a:pt x="582" y="0"/>
                    <a:pt x="1" y="1426"/>
                    <a:pt x="912" y="2176"/>
                  </a:cubicBezTo>
                  <a:cubicBezTo>
                    <a:pt x="1055" y="2301"/>
                    <a:pt x="1132" y="2492"/>
                    <a:pt x="1132" y="2683"/>
                  </a:cubicBezTo>
                  <a:lnTo>
                    <a:pt x="1132" y="3133"/>
                  </a:lnTo>
                  <a:cubicBezTo>
                    <a:pt x="1132" y="3373"/>
                    <a:pt x="931" y="3574"/>
                    <a:pt x="682" y="3574"/>
                  </a:cubicBezTo>
                  <a:lnTo>
                    <a:pt x="1132" y="3574"/>
                  </a:lnTo>
                  <a:cubicBezTo>
                    <a:pt x="1381" y="3574"/>
                    <a:pt x="1582" y="3373"/>
                    <a:pt x="1582" y="3133"/>
                  </a:cubicBezTo>
                  <a:lnTo>
                    <a:pt x="1582" y="2683"/>
                  </a:lnTo>
                  <a:cubicBezTo>
                    <a:pt x="1582" y="2492"/>
                    <a:pt x="1495" y="2301"/>
                    <a:pt x="1352" y="2176"/>
                  </a:cubicBezTo>
                  <a:cubicBezTo>
                    <a:pt x="548" y="1516"/>
                    <a:pt x="892" y="214"/>
                    <a:pt x="1917" y="23"/>
                  </a:cubicBezTo>
                  <a:cubicBezTo>
                    <a:pt x="1834" y="8"/>
                    <a:pt x="1753" y="0"/>
                    <a:pt x="1675"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2" name="Google Shape;8232;p63"/>
            <p:cNvSpPr/>
            <p:nvPr/>
          </p:nvSpPr>
          <p:spPr>
            <a:xfrm>
              <a:off x="1750141" y="1970906"/>
              <a:ext cx="41228" cy="181982"/>
            </a:xfrm>
            <a:custGeom>
              <a:avLst/>
              <a:gdLst/>
              <a:ahLst/>
              <a:cxnLst/>
              <a:rect l="l" t="t" r="r" b="b"/>
              <a:pathLst>
                <a:path w="1570" h="6930" extrusionOk="0">
                  <a:moveTo>
                    <a:pt x="900" y="1"/>
                  </a:moveTo>
                  <a:cubicBezTo>
                    <a:pt x="402" y="1"/>
                    <a:pt x="0" y="403"/>
                    <a:pt x="0" y="900"/>
                  </a:cubicBezTo>
                  <a:lnTo>
                    <a:pt x="0" y="6709"/>
                  </a:lnTo>
                  <a:cubicBezTo>
                    <a:pt x="0" y="6834"/>
                    <a:pt x="96" y="6930"/>
                    <a:pt x="221" y="6930"/>
                  </a:cubicBezTo>
                  <a:lnTo>
                    <a:pt x="900" y="6930"/>
                  </a:lnTo>
                  <a:cubicBezTo>
                    <a:pt x="776" y="6930"/>
                    <a:pt x="670" y="6834"/>
                    <a:pt x="670" y="6709"/>
                  </a:cubicBezTo>
                  <a:lnTo>
                    <a:pt x="670" y="900"/>
                  </a:lnTo>
                  <a:cubicBezTo>
                    <a:pt x="670" y="403"/>
                    <a:pt x="1072" y="1"/>
                    <a:pt x="157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3" name="Google Shape;8233;p63"/>
            <p:cNvSpPr/>
            <p:nvPr/>
          </p:nvSpPr>
          <p:spPr>
            <a:xfrm>
              <a:off x="1999953" y="2029518"/>
              <a:ext cx="41990" cy="64678"/>
            </a:xfrm>
            <a:custGeom>
              <a:avLst/>
              <a:gdLst/>
              <a:ahLst/>
              <a:cxnLst/>
              <a:rect l="l" t="t" r="r" b="b"/>
              <a:pathLst>
                <a:path w="1599" h="2463" extrusionOk="0">
                  <a:moveTo>
                    <a:pt x="256" y="0"/>
                  </a:moveTo>
                  <a:cubicBezTo>
                    <a:pt x="171" y="0"/>
                    <a:pt x="86" y="9"/>
                    <a:pt x="0" y="27"/>
                  </a:cubicBezTo>
                  <a:cubicBezTo>
                    <a:pt x="574" y="133"/>
                    <a:pt x="1005" y="640"/>
                    <a:pt x="1005" y="1233"/>
                  </a:cubicBezTo>
                  <a:cubicBezTo>
                    <a:pt x="1005" y="1826"/>
                    <a:pt x="594" y="2334"/>
                    <a:pt x="10" y="2449"/>
                  </a:cubicBezTo>
                  <a:lnTo>
                    <a:pt x="0" y="2449"/>
                  </a:lnTo>
                  <a:cubicBezTo>
                    <a:pt x="77" y="2458"/>
                    <a:pt x="153" y="2463"/>
                    <a:pt x="230" y="2463"/>
                  </a:cubicBezTo>
                  <a:cubicBezTo>
                    <a:pt x="307" y="2463"/>
                    <a:pt x="383" y="2458"/>
                    <a:pt x="460" y="2449"/>
                  </a:cubicBezTo>
                  <a:cubicBezTo>
                    <a:pt x="1139" y="2334"/>
                    <a:pt x="1599" y="1683"/>
                    <a:pt x="1465" y="1003"/>
                  </a:cubicBezTo>
                  <a:cubicBezTo>
                    <a:pt x="1356" y="411"/>
                    <a:pt x="832" y="0"/>
                    <a:pt x="256"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4" name="Google Shape;8234;p63"/>
            <p:cNvSpPr/>
            <p:nvPr/>
          </p:nvSpPr>
          <p:spPr>
            <a:xfrm>
              <a:off x="1932097" y="1970906"/>
              <a:ext cx="23634" cy="76443"/>
            </a:xfrm>
            <a:custGeom>
              <a:avLst/>
              <a:gdLst/>
              <a:ahLst/>
              <a:cxnLst/>
              <a:rect l="l" t="t" r="r" b="b"/>
              <a:pathLst>
                <a:path w="900" h="2911" extrusionOk="0">
                  <a:moveTo>
                    <a:pt x="230" y="1"/>
                  </a:moveTo>
                  <a:cubicBezTo>
                    <a:pt x="106" y="1"/>
                    <a:pt x="0" y="96"/>
                    <a:pt x="0" y="221"/>
                  </a:cubicBezTo>
                  <a:lnTo>
                    <a:pt x="0" y="2460"/>
                  </a:lnTo>
                  <a:cubicBezTo>
                    <a:pt x="0" y="2709"/>
                    <a:pt x="201" y="2910"/>
                    <a:pt x="450" y="2910"/>
                  </a:cubicBezTo>
                  <a:lnTo>
                    <a:pt x="900" y="2910"/>
                  </a:lnTo>
                  <a:cubicBezTo>
                    <a:pt x="651" y="2910"/>
                    <a:pt x="450" y="2709"/>
                    <a:pt x="450" y="2460"/>
                  </a:cubicBezTo>
                  <a:lnTo>
                    <a:pt x="450" y="221"/>
                  </a:lnTo>
                  <a:cubicBezTo>
                    <a:pt x="450" y="96"/>
                    <a:pt x="546" y="1"/>
                    <a:pt x="670"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5" name="Google Shape;8235;p63"/>
            <p:cNvSpPr/>
            <p:nvPr/>
          </p:nvSpPr>
          <p:spPr>
            <a:xfrm>
              <a:off x="1932097" y="2076708"/>
              <a:ext cx="23634" cy="76180"/>
            </a:xfrm>
            <a:custGeom>
              <a:avLst/>
              <a:gdLst/>
              <a:ahLst/>
              <a:cxnLst/>
              <a:rect l="l" t="t" r="r" b="b"/>
              <a:pathLst>
                <a:path w="900" h="2901" extrusionOk="0">
                  <a:moveTo>
                    <a:pt x="450" y="1"/>
                  </a:moveTo>
                  <a:cubicBezTo>
                    <a:pt x="201" y="1"/>
                    <a:pt x="0" y="202"/>
                    <a:pt x="0" y="441"/>
                  </a:cubicBezTo>
                  <a:lnTo>
                    <a:pt x="0" y="2901"/>
                  </a:lnTo>
                  <a:lnTo>
                    <a:pt x="450" y="2901"/>
                  </a:lnTo>
                  <a:lnTo>
                    <a:pt x="450" y="441"/>
                  </a:lnTo>
                  <a:cubicBezTo>
                    <a:pt x="450" y="192"/>
                    <a:pt x="651" y="1"/>
                    <a:pt x="900"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6" name="Google Shape;8236;p63"/>
            <p:cNvSpPr/>
            <p:nvPr/>
          </p:nvSpPr>
          <p:spPr>
            <a:xfrm>
              <a:off x="1981860" y="2152862"/>
              <a:ext cx="47268" cy="94011"/>
            </a:xfrm>
            <a:custGeom>
              <a:avLst/>
              <a:gdLst/>
              <a:ahLst/>
              <a:cxnLst/>
              <a:rect l="l" t="t" r="r" b="b"/>
              <a:pathLst>
                <a:path w="1800" h="3580" extrusionOk="0">
                  <a:moveTo>
                    <a:pt x="565" y="1"/>
                  </a:moveTo>
                  <a:cubicBezTo>
                    <a:pt x="814" y="1"/>
                    <a:pt x="1015" y="201"/>
                    <a:pt x="1015" y="450"/>
                  </a:cubicBezTo>
                  <a:lnTo>
                    <a:pt x="1015" y="910"/>
                  </a:lnTo>
                  <a:cubicBezTo>
                    <a:pt x="1015" y="1101"/>
                    <a:pt x="929" y="1283"/>
                    <a:pt x="785" y="1417"/>
                  </a:cubicBezTo>
                  <a:cubicBezTo>
                    <a:pt x="0" y="2068"/>
                    <a:pt x="316" y="3331"/>
                    <a:pt x="1311" y="3551"/>
                  </a:cubicBezTo>
                  <a:cubicBezTo>
                    <a:pt x="1393" y="3570"/>
                    <a:pt x="1474" y="3580"/>
                    <a:pt x="1555" y="3580"/>
                  </a:cubicBezTo>
                  <a:cubicBezTo>
                    <a:pt x="1637" y="3580"/>
                    <a:pt x="1718" y="3570"/>
                    <a:pt x="1799" y="3551"/>
                  </a:cubicBezTo>
                  <a:lnTo>
                    <a:pt x="1761" y="3551"/>
                  </a:lnTo>
                  <a:cubicBezTo>
                    <a:pt x="766" y="3331"/>
                    <a:pt x="450" y="2068"/>
                    <a:pt x="1235" y="1417"/>
                  </a:cubicBezTo>
                  <a:cubicBezTo>
                    <a:pt x="1378" y="1283"/>
                    <a:pt x="1464" y="1101"/>
                    <a:pt x="1464" y="910"/>
                  </a:cubicBezTo>
                  <a:lnTo>
                    <a:pt x="1464" y="450"/>
                  </a:lnTo>
                  <a:cubicBezTo>
                    <a:pt x="1464" y="201"/>
                    <a:pt x="1263" y="1"/>
                    <a:pt x="1015"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7" name="Google Shape;8237;p63"/>
            <p:cNvSpPr/>
            <p:nvPr/>
          </p:nvSpPr>
          <p:spPr>
            <a:xfrm>
              <a:off x="1920542" y="2152862"/>
              <a:ext cx="23398" cy="76417"/>
            </a:xfrm>
            <a:custGeom>
              <a:avLst/>
              <a:gdLst/>
              <a:ahLst/>
              <a:cxnLst/>
              <a:rect l="l" t="t" r="r" b="b"/>
              <a:pathLst>
                <a:path w="891" h="2910" extrusionOk="0">
                  <a:moveTo>
                    <a:pt x="440" y="1"/>
                  </a:moveTo>
                  <a:lnTo>
                    <a:pt x="440" y="2460"/>
                  </a:lnTo>
                  <a:cubicBezTo>
                    <a:pt x="440" y="2709"/>
                    <a:pt x="239" y="2910"/>
                    <a:pt x="0" y="2910"/>
                  </a:cubicBezTo>
                  <a:lnTo>
                    <a:pt x="440" y="2910"/>
                  </a:lnTo>
                  <a:cubicBezTo>
                    <a:pt x="689" y="2910"/>
                    <a:pt x="890" y="2709"/>
                    <a:pt x="890" y="2460"/>
                  </a:cubicBezTo>
                  <a:lnTo>
                    <a:pt x="890"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8" name="Google Shape;8238;p63"/>
            <p:cNvSpPr/>
            <p:nvPr/>
          </p:nvSpPr>
          <p:spPr>
            <a:xfrm>
              <a:off x="1834068" y="2211605"/>
              <a:ext cx="42252" cy="64888"/>
            </a:xfrm>
            <a:custGeom>
              <a:avLst/>
              <a:gdLst/>
              <a:ahLst/>
              <a:cxnLst/>
              <a:rect l="l" t="t" r="r" b="b"/>
              <a:pathLst>
                <a:path w="1609" h="2471" extrusionOk="0">
                  <a:moveTo>
                    <a:pt x="1371" y="1"/>
                  </a:moveTo>
                  <a:cubicBezTo>
                    <a:pt x="1295" y="1"/>
                    <a:pt x="1221" y="8"/>
                    <a:pt x="1149" y="22"/>
                  </a:cubicBezTo>
                  <a:cubicBezTo>
                    <a:pt x="460" y="137"/>
                    <a:pt x="1" y="788"/>
                    <a:pt x="135" y="1467"/>
                  </a:cubicBezTo>
                  <a:cubicBezTo>
                    <a:pt x="243" y="2060"/>
                    <a:pt x="767" y="2471"/>
                    <a:pt x="1350" y="2471"/>
                  </a:cubicBezTo>
                  <a:cubicBezTo>
                    <a:pt x="1435" y="2471"/>
                    <a:pt x="1522" y="2462"/>
                    <a:pt x="1609" y="2443"/>
                  </a:cubicBezTo>
                  <a:cubicBezTo>
                    <a:pt x="929" y="2309"/>
                    <a:pt x="489" y="1649"/>
                    <a:pt x="633" y="970"/>
                  </a:cubicBezTo>
                  <a:cubicBezTo>
                    <a:pt x="738" y="491"/>
                    <a:pt x="1121" y="118"/>
                    <a:pt x="1599" y="22"/>
                  </a:cubicBezTo>
                  <a:cubicBezTo>
                    <a:pt x="1523" y="8"/>
                    <a:pt x="1446" y="1"/>
                    <a:pt x="1371"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9" name="Google Shape;8239;p63"/>
            <p:cNvSpPr/>
            <p:nvPr/>
          </p:nvSpPr>
          <p:spPr>
            <a:xfrm>
              <a:off x="1920542" y="2258663"/>
              <a:ext cx="29175" cy="76417"/>
            </a:xfrm>
            <a:custGeom>
              <a:avLst/>
              <a:gdLst/>
              <a:ahLst/>
              <a:cxnLst/>
              <a:rect l="l" t="t" r="r" b="b"/>
              <a:pathLst>
                <a:path w="1111" h="2910" extrusionOk="0">
                  <a:moveTo>
                    <a:pt x="0" y="1"/>
                  </a:moveTo>
                  <a:cubicBezTo>
                    <a:pt x="239" y="1"/>
                    <a:pt x="440" y="202"/>
                    <a:pt x="440" y="450"/>
                  </a:cubicBezTo>
                  <a:lnTo>
                    <a:pt x="440" y="2680"/>
                  </a:lnTo>
                  <a:cubicBezTo>
                    <a:pt x="440" y="2805"/>
                    <a:pt x="546" y="2910"/>
                    <a:pt x="670" y="2910"/>
                  </a:cubicBezTo>
                  <a:lnTo>
                    <a:pt x="1110" y="2910"/>
                  </a:lnTo>
                  <a:cubicBezTo>
                    <a:pt x="986" y="2910"/>
                    <a:pt x="890" y="2805"/>
                    <a:pt x="890" y="2680"/>
                  </a:cubicBezTo>
                  <a:lnTo>
                    <a:pt x="890" y="450"/>
                  </a:lnTo>
                  <a:cubicBezTo>
                    <a:pt x="890" y="202"/>
                    <a:pt x="689" y="1"/>
                    <a:pt x="440"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40" name="Google Shape;8240;p63"/>
          <p:cNvGrpSpPr/>
          <p:nvPr/>
        </p:nvGrpSpPr>
        <p:grpSpPr>
          <a:xfrm>
            <a:off x="2172150" y="1819358"/>
            <a:ext cx="396106" cy="353985"/>
            <a:chOff x="2186425" y="1976158"/>
            <a:chExt cx="396106" cy="353985"/>
          </a:xfrm>
        </p:grpSpPr>
        <p:sp>
          <p:nvSpPr>
            <p:cNvPr id="8241" name="Google Shape;8241;p63"/>
            <p:cNvSpPr/>
            <p:nvPr/>
          </p:nvSpPr>
          <p:spPr>
            <a:xfrm>
              <a:off x="2256277" y="2024949"/>
              <a:ext cx="255379" cy="255352"/>
            </a:xfrm>
            <a:custGeom>
              <a:avLst/>
              <a:gdLst/>
              <a:ahLst/>
              <a:cxnLst/>
              <a:rect l="l" t="t" r="r" b="b"/>
              <a:pathLst>
                <a:path w="9725" h="9724" extrusionOk="0">
                  <a:moveTo>
                    <a:pt x="4863" y="0"/>
                  </a:moveTo>
                  <a:cubicBezTo>
                    <a:pt x="2183" y="0"/>
                    <a:pt x="1" y="2182"/>
                    <a:pt x="1" y="4862"/>
                  </a:cubicBezTo>
                  <a:cubicBezTo>
                    <a:pt x="1" y="7551"/>
                    <a:pt x="2183" y="9724"/>
                    <a:pt x="4863" y="9724"/>
                  </a:cubicBezTo>
                  <a:cubicBezTo>
                    <a:pt x="7552" y="9724"/>
                    <a:pt x="9724" y="7551"/>
                    <a:pt x="9724" y="4862"/>
                  </a:cubicBezTo>
                  <a:cubicBezTo>
                    <a:pt x="9724" y="2182"/>
                    <a:pt x="7552" y="0"/>
                    <a:pt x="4863"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2" name="Google Shape;8242;p63"/>
            <p:cNvSpPr/>
            <p:nvPr/>
          </p:nvSpPr>
          <p:spPr>
            <a:xfrm>
              <a:off x="2230909" y="2027706"/>
              <a:ext cx="243036" cy="252700"/>
            </a:xfrm>
            <a:custGeom>
              <a:avLst/>
              <a:gdLst/>
              <a:ahLst/>
              <a:cxnLst/>
              <a:rect l="l" t="t" r="r" b="b"/>
              <a:pathLst>
                <a:path w="9255" h="9623" extrusionOk="0">
                  <a:moveTo>
                    <a:pt x="4843" y="1"/>
                  </a:moveTo>
                  <a:lnTo>
                    <a:pt x="4843" y="1"/>
                  </a:lnTo>
                  <a:cubicBezTo>
                    <a:pt x="1656" y="661"/>
                    <a:pt x="0" y="4202"/>
                    <a:pt x="1541" y="7063"/>
                  </a:cubicBezTo>
                  <a:cubicBezTo>
                    <a:pt x="2439" y="8731"/>
                    <a:pt x="4128" y="9622"/>
                    <a:pt x="5836" y="9622"/>
                  </a:cubicBezTo>
                  <a:cubicBezTo>
                    <a:pt x="7059" y="9622"/>
                    <a:pt x="8293" y="9166"/>
                    <a:pt x="9255" y="8212"/>
                  </a:cubicBezTo>
                  <a:lnTo>
                    <a:pt x="9255" y="8212"/>
                  </a:lnTo>
                  <a:cubicBezTo>
                    <a:pt x="8929" y="8279"/>
                    <a:pt x="8594" y="8308"/>
                    <a:pt x="8260" y="8308"/>
                  </a:cubicBezTo>
                  <a:cubicBezTo>
                    <a:pt x="6288" y="8308"/>
                    <a:pt x="4518" y="7121"/>
                    <a:pt x="3771" y="5302"/>
                  </a:cubicBezTo>
                  <a:cubicBezTo>
                    <a:pt x="3015" y="3484"/>
                    <a:pt x="3436" y="1388"/>
                    <a:pt x="4843"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3" name="Google Shape;8243;p63"/>
            <p:cNvSpPr/>
            <p:nvPr/>
          </p:nvSpPr>
          <p:spPr>
            <a:xfrm>
              <a:off x="2309322" y="2026210"/>
              <a:ext cx="202570" cy="252332"/>
            </a:xfrm>
            <a:custGeom>
              <a:avLst/>
              <a:gdLst/>
              <a:ahLst/>
              <a:cxnLst/>
              <a:rect l="l" t="t" r="r" b="b"/>
              <a:pathLst>
                <a:path w="7714" h="9609" extrusionOk="0">
                  <a:moveTo>
                    <a:pt x="3551" y="0"/>
                  </a:moveTo>
                  <a:lnTo>
                    <a:pt x="3886" y="402"/>
                  </a:lnTo>
                  <a:cubicBezTo>
                    <a:pt x="3924" y="450"/>
                    <a:pt x="3934" y="517"/>
                    <a:pt x="3905" y="574"/>
                  </a:cubicBezTo>
                  <a:lnTo>
                    <a:pt x="3685" y="1101"/>
                  </a:lnTo>
                  <a:cubicBezTo>
                    <a:pt x="3669" y="1133"/>
                    <a:pt x="3640" y="1150"/>
                    <a:pt x="3611" y="1150"/>
                  </a:cubicBezTo>
                  <a:cubicBezTo>
                    <a:pt x="3589" y="1150"/>
                    <a:pt x="3567" y="1141"/>
                    <a:pt x="3551" y="1120"/>
                  </a:cubicBezTo>
                  <a:lnTo>
                    <a:pt x="3340" y="823"/>
                  </a:lnTo>
                  <a:cubicBezTo>
                    <a:pt x="3315" y="781"/>
                    <a:pt x="3269" y="754"/>
                    <a:pt x="3219" y="754"/>
                  </a:cubicBezTo>
                  <a:cubicBezTo>
                    <a:pt x="3212" y="754"/>
                    <a:pt x="3204" y="755"/>
                    <a:pt x="3197" y="756"/>
                  </a:cubicBezTo>
                  <a:lnTo>
                    <a:pt x="2967" y="766"/>
                  </a:lnTo>
                  <a:cubicBezTo>
                    <a:pt x="2891" y="766"/>
                    <a:pt x="2814" y="814"/>
                    <a:pt x="2766" y="881"/>
                  </a:cubicBezTo>
                  <a:lnTo>
                    <a:pt x="2144" y="1818"/>
                  </a:lnTo>
                  <a:cubicBezTo>
                    <a:pt x="2087" y="1905"/>
                    <a:pt x="2134" y="2019"/>
                    <a:pt x="2240" y="2039"/>
                  </a:cubicBezTo>
                  <a:lnTo>
                    <a:pt x="2527" y="2096"/>
                  </a:lnTo>
                  <a:cubicBezTo>
                    <a:pt x="2539" y="2098"/>
                    <a:pt x="2552" y="2100"/>
                    <a:pt x="2564" y="2100"/>
                  </a:cubicBezTo>
                  <a:cubicBezTo>
                    <a:pt x="2647" y="2100"/>
                    <a:pt x="2723" y="2046"/>
                    <a:pt x="2757" y="1972"/>
                  </a:cubicBezTo>
                  <a:lnTo>
                    <a:pt x="2900" y="1589"/>
                  </a:lnTo>
                  <a:cubicBezTo>
                    <a:pt x="2922" y="1528"/>
                    <a:pt x="2977" y="1492"/>
                    <a:pt x="3034" y="1492"/>
                  </a:cubicBezTo>
                  <a:cubicBezTo>
                    <a:pt x="3075" y="1492"/>
                    <a:pt x="3117" y="1510"/>
                    <a:pt x="3149" y="1550"/>
                  </a:cubicBezTo>
                  <a:lnTo>
                    <a:pt x="3273" y="1713"/>
                  </a:lnTo>
                  <a:lnTo>
                    <a:pt x="3206" y="2220"/>
                  </a:lnTo>
                  <a:cubicBezTo>
                    <a:pt x="3197" y="2259"/>
                    <a:pt x="3168" y="2278"/>
                    <a:pt x="3139" y="2287"/>
                  </a:cubicBezTo>
                  <a:lnTo>
                    <a:pt x="2489" y="2383"/>
                  </a:lnTo>
                  <a:cubicBezTo>
                    <a:pt x="2460" y="2383"/>
                    <a:pt x="2431" y="2402"/>
                    <a:pt x="2412" y="2412"/>
                  </a:cubicBezTo>
                  <a:lnTo>
                    <a:pt x="1761" y="2890"/>
                  </a:lnTo>
                  <a:cubicBezTo>
                    <a:pt x="1694" y="2938"/>
                    <a:pt x="1646" y="3015"/>
                    <a:pt x="1627" y="3091"/>
                  </a:cubicBezTo>
                  <a:lnTo>
                    <a:pt x="1570" y="3350"/>
                  </a:lnTo>
                  <a:cubicBezTo>
                    <a:pt x="1552" y="3430"/>
                    <a:pt x="1485" y="3485"/>
                    <a:pt x="1407" y="3485"/>
                  </a:cubicBezTo>
                  <a:cubicBezTo>
                    <a:pt x="1401" y="3485"/>
                    <a:pt x="1394" y="3484"/>
                    <a:pt x="1388" y="3484"/>
                  </a:cubicBezTo>
                  <a:lnTo>
                    <a:pt x="1091" y="3445"/>
                  </a:lnTo>
                  <a:cubicBezTo>
                    <a:pt x="1085" y="3445"/>
                    <a:pt x="1078" y="3444"/>
                    <a:pt x="1072" y="3444"/>
                  </a:cubicBezTo>
                  <a:cubicBezTo>
                    <a:pt x="1002" y="3444"/>
                    <a:pt x="937" y="3489"/>
                    <a:pt x="919" y="3551"/>
                  </a:cubicBezTo>
                  <a:lnTo>
                    <a:pt x="756" y="3991"/>
                  </a:lnTo>
                  <a:cubicBezTo>
                    <a:pt x="718" y="4087"/>
                    <a:pt x="766" y="4182"/>
                    <a:pt x="862" y="4211"/>
                  </a:cubicBezTo>
                  <a:lnTo>
                    <a:pt x="1235" y="4316"/>
                  </a:lnTo>
                  <a:cubicBezTo>
                    <a:pt x="1252" y="4322"/>
                    <a:pt x="1270" y="4325"/>
                    <a:pt x="1287" y="4325"/>
                  </a:cubicBezTo>
                  <a:cubicBezTo>
                    <a:pt x="1360" y="4325"/>
                    <a:pt x="1434" y="4280"/>
                    <a:pt x="1465" y="4211"/>
                  </a:cubicBezTo>
                  <a:lnTo>
                    <a:pt x="1704" y="3685"/>
                  </a:lnTo>
                  <a:cubicBezTo>
                    <a:pt x="1742" y="3599"/>
                    <a:pt x="1819" y="3532"/>
                    <a:pt x="1905" y="3503"/>
                  </a:cubicBezTo>
                  <a:lnTo>
                    <a:pt x="2307" y="3378"/>
                  </a:lnTo>
                  <a:lnTo>
                    <a:pt x="2833" y="4010"/>
                  </a:lnTo>
                  <a:lnTo>
                    <a:pt x="2785" y="4154"/>
                  </a:lnTo>
                  <a:cubicBezTo>
                    <a:pt x="2747" y="4249"/>
                    <a:pt x="2795" y="4345"/>
                    <a:pt x="2891" y="4374"/>
                  </a:cubicBezTo>
                  <a:cubicBezTo>
                    <a:pt x="2910" y="4383"/>
                    <a:pt x="2929" y="4383"/>
                    <a:pt x="2948" y="4383"/>
                  </a:cubicBezTo>
                  <a:cubicBezTo>
                    <a:pt x="3015" y="4383"/>
                    <a:pt x="3082" y="4335"/>
                    <a:pt x="3111" y="4268"/>
                  </a:cubicBezTo>
                  <a:lnTo>
                    <a:pt x="3159" y="4115"/>
                  </a:lnTo>
                  <a:cubicBezTo>
                    <a:pt x="3197" y="4000"/>
                    <a:pt x="3178" y="3886"/>
                    <a:pt x="3101" y="3790"/>
                  </a:cubicBezTo>
                  <a:lnTo>
                    <a:pt x="2661" y="3244"/>
                  </a:lnTo>
                  <a:lnTo>
                    <a:pt x="2776" y="3216"/>
                  </a:lnTo>
                  <a:lnTo>
                    <a:pt x="3159" y="3455"/>
                  </a:lnTo>
                  <a:cubicBezTo>
                    <a:pt x="3235" y="3503"/>
                    <a:pt x="3292" y="3579"/>
                    <a:pt x="3312" y="3675"/>
                  </a:cubicBezTo>
                  <a:lnTo>
                    <a:pt x="3398" y="4087"/>
                  </a:lnTo>
                  <a:cubicBezTo>
                    <a:pt x="3407" y="4163"/>
                    <a:pt x="3484" y="4221"/>
                    <a:pt x="3570" y="4221"/>
                  </a:cubicBezTo>
                  <a:lnTo>
                    <a:pt x="3599" y="4221"/>
                  </a:lnTo>
                  <a:cubicBezTo>
                    <a:pt x="3694" y="4201"/>
                    <a:pt x="3752" y="4106"/>
                    <a:pt x="3733" y="4020"/>
                  </a:cubicBezTo>
                  <a:lnTo>
                    <a:pt x="3694" y="3780"/>
                  </a:lnTo>
                  <a:cubicBezTo>
                    <a:pt x="3675" y="3704"/>
                    <a:pt x="3733" y="3627"/>
                    <a:pt x="3809" y="3618"/>
                  </a:cubicBezTo>
                  <a:cubicBezTo>
                    <a:pt x="3876" y="3599"/>
                    <a:pt x="3924" y="3551"/>
                    <a:pt x="3934" y="3493"/>
                  </a:cubicBezTo>
                  <a:lnTo>
                    <a:pt x="4010" y="3082"/>
                  </a:lnTo>
                  <a:cubicBezTo>
                    <a:pt x="4037" y="3012"/>
                    <a:pt x="4095" y="2966"/>
                    <a:pt x="4163" y="2966"/>
                  </a:cubicBezTo>
                  <a:cubicBezTo>
                    <a:pt x="4170" y="2966"/>
                    <a:pt x="4176" y="2966"/>
                    <a:pt x="4183" y="2967"/>
                  </a:cubicBezTo>
                  <a:lnTo>
                    <a:pt x="4269" y="2967"/>
                  </a:lnTo>
                  <a:cubicBezTo>
                    <a:pt x="4277" y="2969"/>
                    <a:pt x="4286" y="2969"/>
                    <a:pt x="4294" y="2969"/>
                  </a:cubicBezTo>
                  <a:cubicBezTo>
                    <a:pt x="4333" y="2969"/>
                    <a:pt x="4371" y="2952"/>
                    <a:pt x="4403" y="2929"/>
                  </a:cubicBezTo>
                  <a:cubicBezTo>
                    <a:pt x="4431" y="2890"/>
                    <a:pt x="4470" y="2871"/>
                    <a:pt x="4517" y="2871"/>
                  </a:cubicBezTo>
                  <a:lnTo>
                    <a:pt x="4785" y="2900"/>
                  </a:lnTo>
                  <a:cubicBezTo>
                    <a:pt x="4833" y="2919"/>
                    <a:pt x="4881" y="2957"/>
                    <a:pt x="4891" y="3015"/>
                  </a:cubicBezTo>
                  <a:lnTo>
                    <a:pt x="4919" y="3130"/>
                  </a:lnTo>
                  <a:cubicBezTo>
                    <a:pt x="4939" y="3216"/>
                    <a:pt x="4881" y="3302"/>
                    <a:pt x="4795" y="3321"/>
                  </a:cubicBezTo>
                  <a:lnTo>
                    <a:pt x="4039" y="3551"/>
                  </a:lnTo>
                  <a:cubicBezTo>
                    <a:pt x="3953" y="3570"/>
                    <a:pt x="3924" y="3675"/>
                    <a:pt x="3982" y="3742"/>
                  </a:cubicBezTo>
                  <a:lnTo>
                    <a:pt x="4049" y="3828"/>
                  </a:lnTo>
                  <a:cubicBezTo>
                    <a:pt x="4087" y="3857"/>
                    <a:pt x="4125" y="3876"/>
                    <a:pt x="4173" y="3876"/>
                  </a:cubicBezTo>
                  <a:lnTo>
                    <a:pt x="4613" y="3838"/>
                  </a:lnTo>
                  <a:cubicBezTo>
                    <a:pt x="4619" y="3837"/>
                    <a:pt x="4626" y="3837"/>
                    <a:pt x="4632" y="3837"/>
                  </a:cubicBezTo>
                  <a:cubicBezTo>
                    <a:pt x="4710" y="3837"/>
                    <a:pt x="4777" y="3892"/>
                    <a:pt x="4795" y="3972"/>
                  </a:cubicBezTo>
                  <a:lnTo>
                    <a:pt x="4814" y="4087"/>
                  </a:lnTo>
                  <a:cubicBezTo>
                    <a:pt x="4852" y="4278"/>
                    <a:pt x="4709" y="4469"/>
                    <a:pt x="4508" y="4479"/>
                  </a:cubicBezTo>
                  <a:lnTo>
                    <a:pt x="3666" y="4546"/>
                  </a:lnTo>
                  <a:cubicBezTo>
                    <a:pt x="3570" y="4556"/>
                    <a:pt x="3503" y="4651"/>
                    <a:pt x="3532" y="4747"/>
                  </a:cubicBezTo>
                  <a:cubicBezTo>
                    <a:pt x="3565" y="4845"/>
                    <a:pt x="3485" y="4937"/>
                    <a:pt x="3389" y="4937"/>
                  </a:cubicBezTo>
                  <a:cubicBezTo>
                    <a:pt x="3373" y="4937"/>
                    <a:pt x="3357" y="4934"/>
                    <a:pt x="3340" y="4929"/>
                  </a:cubicBezTo>
                  <a:lnTo>
                    <a:pt x="2718" y="4728"/>
                  </a:lnTo>
                  <a:cubicBezTo>
                    <a:pt x="2632" y="4699"/>
                    <a:pt x="2575" y="4623"/>
                    <a:pt x="2556" y="4536"/>
                  </a:cubicBezTo>
                  <a:cubicBezTo>
                    <a:pt x="2536" y="4422"/>
                    <a:pt x="2441" y="4335"/>
                    <a:pt x="2316" y="4335"/>
                  </a:cubicBezTo>
                  <a:lnTo>
                    <a:pt x="1723" y="4345"/>
                  </a:lnTo>
                  <a:cubicBezTo>
                    <a:pt x="1503" y="4355"/>
                    <a:pt x="1292" y="4402"/>
                    <a:pt x="1101" y="4489"/>
                  </a:cubicBezTo>
                  <a:lnTo>
                    <a:pt x="890" y="4584"/>
                  </a:lnTo>
                  <a:cubicBezTo>
                    <a:pt x="775" y="4632"/>
                    <a:pt x="689" y="4747"/>
                    <a:pt x="689" y="4871"/>
                  </a:cubicBezTo>
                  <a:lnTo>
                    <a:pt x="680" y="5044"/>
                  </a:lnTo>
                  <a:lnTo>
                    <a:pt x="86" y="5733"/>
                  </a:lnTo>
                  <a:cubicBezTo>
                    <a:pt x="29" y="5790"/>
                    <a:pt x="0" y="5867"/>
                    <a:pt x="0" y="5953"/>
                  </a:cubicBezTo>
                  <a:lnTo>
                    <a:pt x="0" y="6690"/>
                  </a:lnTo>
                  <a:cubicBezTo>
                    <a:pt x="0" y="6824"/>
                    <a:pt x="58" y="6948"/>
                    <a:pt x="153" y="7044"/>
                  </a:cubicBezTo>
                  <a:lnTo>
                    <a:pt x="689" y="7561"/>
                  </a:lnTo>
                  <a:cubicBezTo>
                    <a:pt x="766" y="7637"/>
                    <a:pt x="871" y="7685"/>
                    <a:pt x="996" y="7695"/>
                  </a:cubicBezTo>
                  <a:lnTo>
                    <a:pt x="2565" y="7838"/>
                  </a:lnTo>
                  <a:cubicBezTo>
                    <a:pt x="2670" y="7838"/>
                    <a:pt x="2737" y="7934"/>
                    <a:pt x="2728" y="8030"/>
                  </a:cubicBezTo>
                  <a:lnTo>
                    <a:pt x="2718" y="8106"/>
                  </a:lnTo>
                  <a:cubicBezTo>
                    <a:pt x="2699" y="8221"/>
                    <a:pt x="2757" y="8345"/>
                    <a:pt x="2852" y="8412"/>
                  </a:cubicBezTo>
                  <a:lnTo>
                    <a:pt x="3235" y="8699"/>
                  </a:lnTo>
                  <a:lnTo>
                    <a:pt x="3178" y="8891"/>
                  </a:lnTo>
                  <a:cubicBezTo>
                    <a:pt x="3139" y="9025"/>
                    <a:pt x="3178" y="9168"/>
                    <a:pt x="3283" y="9255"/>
                  </a:cubicBezTo>
                  <a:lnTo>
                    <a:pt x="3694" y="9609"/>
                  </a:lnTo>
                  <a:cubicBezTo>
                    <a:pt x="4096" y="9542"/>
                    <a:pt x="4489" y="9417"/>
                    <a:pt x="4862" y="9255"/>
                  </a:cubicBezTo>
                  <a:lnTo>
                    <a:pt x="5503" y="8479"/>
                  </a:lnTo>
                  <a:cubicBezTo>
                    <a:pt x="5599" y="8355"/>
                    <a:pt x="5685" y="8221"/>
                    <a:pt x="5752" y="8077"/>
                  </a:cubicBezTo>
                  <a:lnTo>
                    <a:pt x="6470" y="6422"/>
                  </a:lnTo>
                  <a:cubicBezTo>
                    <a:pt x="6546" y="6249"/>
                    <a:pt x="6422" y="6049"/>
                    <a:pt x="6231" y="6039"/>
                  </a:cubicBezTo>
                  <a:cubicBezTo>
                    <a:pt x="6020" y="6039"/>
                    <a:pt x="5829" y="5953"/>
                    <a:pt x="5695" y="5790"/>
                  </a:cubicBezTo>
                  <a:lnTo>
                    <a:pt x="4977" y="4938"/>
                  </a:lnTo>
                  <a:cubicBezTo>
                    <a:pt x="4864" y="4805"/>
                    <a:pt x="4979" y="4650"/>
                    <a:pt x="5109" y="4650"/>
                  </a:cubicBezTo>
                  <a:cubicBezTo>
                    <a:pt x="5156" y="4650"/>
                    <a:pt x="5204" y="4670"/>
                    <a:pt x="5245" y="4718"/>
                  </a:cubicBezTo>
                  <a:lnTo>
                    <a:pt x="5963" y="5570"/>
                  </a:lnTo>
                  <a:cubicBezTo>
                    <a:pt x="6020" y="5637"/>
                    <a:pt x="6116" y="5685"/>
                    <a:pt x="6211" y="5685"/>
                  </a:cubicBezTo>
                  <a:cubicBezTo>
                    <a:pt x="6317" y="5685"/>
                    <a:pt x="6422" y="5618"/>
                    <a:pt x="6470" y="5522"/>
                  </a:cubicBezTo>
                  <a:lnTo>
                    <a:pt x="6881" y="4709"/>
                  </a:lnTo>
                  <a:cubicBezTo>
                    <a:pt x="6920" y="4632"/>
                    <a:pt x="6900" y="4536"/>
                    <a:pt x="6833" y="4489"/>
                  </a:cubicBezTo>
                  <a:lnTo>
                    <a:pt x="6709" y="4412"/>
                  </a:lnTo>
                  <a:cubicBezTo>
                    <a:pt x="6671" y="4374"/>
                    <a:pt x="6652" y="4316"/>
                    <a:pt x="6680" y="4268"/>
                  </a:cubicBezTo>
                  <a:lnTo>
                    <a:pt x="6747" y="4182"/>
                  </a:lnTo>
                  <a:cubicBezTo>
                    <a:pt x="6808" y="4078"/>
                    <a:pt x="6918" y="4024"/>
                    <a:pt x="7031" y="4024"/>
                  </a:cubicBezTo>
                  <a:cubicBezTo>
                    <a:pt x="7114" y="4024"/>
                    <a:pt x="7199" y="4054"/>
                    <a:pt x="7264" y="4115"/>
                  </a:cubicBezTo>
                  <a:lnTo>
                    <a:pt x="7714" y="4565"/>
                  </a:lnTo>
                  <a:cubicBezTo>
                    <a:pt x="7695" y="4364"/>
                    <a:pt x="7676" y="4163"/>
                    <a:pt x="7637" y="3972"/>
                  </a:cubicBezTo>
                  <a:cubicBezTo>
                    <a:pt x="7274" y="1905"/>
                    <a:pt x="5628" y="306"/>
                    <a:pt x="3551"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4" name="Google Shape;8244;p63"/>
            <p:cNvSpPr/>
            <p:nvPr/>
          </p:nvSpPr>
          <p:spPr>
            <a:xfrm>
              <a:off x="2339468" y="2073189"/>
              <a:ext cx="16360" cy="26181"/>
            </a:xfrm>
            <a:custGeom>
              <a:avLst/>
              <a:gdLst/>
              <a:ahLst/>
              <a:cxnLst/>
              <a:rect l="l" t="t" r="r" b="b"/>
              <a:pathLst>
                <a:path w="623" h="997" extrusionOk="0">
                  <a:moveTo>
                    <a:pt x="441" y="1"/>
                  </a:moveTo>
                  <a:cubicBezTo>
                    <a:pt x="345" y="1"/>
                    <a:pt x="269" y="77"/>
                    <a:pt x="269" y="173"/>
                  </a:cubicBezTo>
                  <a:lnTo>
                    <a:pt x="269" y="546"/>
                  </a:lnTo>
                  <a:lnTo>
                    <a:pt x="116" y="699"/>
                  </a:lnTo>
                  <a:cubicBezTo>
                    <a:pt x="1" y="805"/>
                    <a:pt x="77" y="996"/>
                    <a:pt x="230" y="996"/>
                  </a:cubicBezTo>
                  <a:cubicBezTo>
                    <a:pt x="278" y="996"/>
                    <a:pt x="326" y="977"/>
                    <a:pt x="355" y="948"/>
                  </a:cubicBezTo>
                  <a:lnTo>
                    <a:pt x="565" y="747"/>
                  </a:lnTo>
                  <a:cubicBezTo>
                    <a:pt x="604" y="719"/>
                    <a:pt x="623" y="671"/>
                    <a:pt x="623" y="623"/>
                  </a:cubicBezTo>
                  <a:lnTo>
                    <a:pt x="613" y="173"/>
                  </a:lnTo>
                  <a:cubicBezTo>
                    <a:pt x="613" y="77"/>
                    <a:pt x="537" y="1"/>
                    <a:pt x="441"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5" name="Google Shape;8245;p63"/>
            <p:cNvSpPr/>
            <p:nvPr/>
          </p:nvSpPr>
          <p:spPr>
            <a:xfrm>
              <a:off x="2309322" y="2158901"/>
              <a:ext cx="146531" cy="119641"/>
            </a:xfrm>
            <a:custGeom>
              <a:avLst/>
              <a:gdLst/>
              <a:ahLst/>
              <a:cxnLst/>
              <a:rect l="l" t="t" r="r" b="b"/>
              <a:pathLst>
                <a:path w="5580" h="4556" extrusionOk="0">
                  <a:moveTo>
                    <a:pt x="670" y="0"/>
                  </a:moveTo>
                  <a:lnTo>
                    <a:pt x="77" y="670"/>
                  </a:lnTo>
                  <a:cubicBezTo>
                    <a:pt x="29" y="737"/>
                    <a:pt x="0" y="814"/>
                    <a:pt x="0" y="890"/>
                  </a:cubicBezTo>
                  <a:lnTo>
                    <a:pt x="0" y="1627"/>
                  </a:lnTo>
                  <a:cubicBezTo>
                    <a:pt x="0" y="1761"/>
                    <a:pt x="58" y="1895"/>
                    <a:pt x="153" y="1991"/>
                  </a:cubicBezTo>
                  <a:lnTo>
                    <a:pt x="680" y="2498"/>
                  </a:lnTo>
                  <a:cubicBezTo>
                    <a:pt x="766" y="2575"/>
                    <a:pt x="871" y="2622"/>
                    <a:pt x="986" y="2642"/>
                  </a:cubicBezTo>
                  <a:lnTo>
                    <a:pt x="2565" y="2785"/>
                  </a:lnTo>
                  <a:cubicBezTo>
                    <a:pt x="2670" y="2785"/>
                    <a:pt x="2737" y="2881"/>
                    <a:pt x="2728" y="2977"/>
                  </a:cubicBezTo>
                  <a:lnTo>
                    <a:pt x="2718" y="3053"/>
                  </a:lnTo>
                  <a:cubicBezTo>
                    <a:pt x="2699" y="3168"/>
                    <a:pt x="2757" y="3292"/>
                    <a:pt x="2852" y="3359"/>
                  </a:cubicBezTo>
                  <a:lnTo>
                    <a:pt x="3235" y="3646"/>
                  </a:lnTo>
                  <a:lnTo>
                    <a:pt x="3178" y="3838"/>
                  </a:lnTo>
                  <a:cubicBezTo>
                    <a:pt x="3139" y="3972"/>
                    <a:pt x="3178" y="4115"/>
                    <a:pt x="3283" y="4202"/>
                  </a:cubicBezTo>
                  <a:lnTo>
                    <a:pt x="3694" y="4556"/>
                  </a:lnTo>
                  <a:lnTo>
                    <a:pt x="3704" y="4556"/>
                  </a:lnTo>
                  <a:cubicBezTo>
                    <a:pt x="3991" y="4508"/>
                    <a:pt x="4278" y="4422"/>
                    <a:pt x="4556" y="4316"/>
                  </a:cubicBezTo>
                  <a:lnTo>
                    <a:pt x="4623" y="4297"/>
                  </a:lnTo>
                  <a:cubicBezTo>
                    <a:pt x="4690" y="4269"/>
                    <a:pt x="4747" y="4249"/>
                    <a:pt x="4805" y="4221"/>
                  </a:cubicBezTo>
                  <a:lnTo>
                    <a:pt x="4862" y="4192"/>
                  </a:lnTo>
                  <a:lnTo>
                    <a:pt x="5503" y="3426"/>
                  </a:lnTo>
                  <a:cubicBezTo>
                    <a:pt x="5532" y="3388"/>
                    <a:pt x="5561" y="3350"/>
                    <a:pt x="5580" y="3312"/>
                  </a:cubicBezTo>
                  <a:lnTo>
                    <a:pt x="5274" y="3312"/>
                  </a:lnTo>
                  <a:cubicBezTo>
                    <a:pt x="3187" y="3312"/>
                    <a:pt x="1331" y="1981"/>
                    <a:pt x="670"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6" name="Google Shape;8246;p63"/>
            <p:cNvSpPr/>
            <p:nvPr/>
          </p:nvSpPr>
          <p:spPr>
            <a:xfrm>
              <a:off x="2236765" y="2073740"/>
              <a:ext cx="345765" cy="256403"/>
            </a:xfrm>
            <a:custGeom>
              <a:avLst/>
              <a:gdLst/>
              <a:ahLst/>
              <a:cxnLst/>
              <a:rect l="l" t="t" r="r" b="b"/>
              <a:pathLst>
                <a:path w="13167" h="9764" extrusionOk="0">
                  <a:moveTo>
                    <a:pt x="11542" y="0"/>
                  </a:moveTo>
                  <a:cubicBezTo>
                    <a:pt x="11407" y="0"/>
                    <a:pt x="11274" y="126"/>
                    <a:pt x="11338" y="286"/>
                  </a:cubicBezTo>
                  <a:cubicBezTo>
                    <a:pt x="12697" y="3148"/>
                    <a:pt x="11740" y="6574"/>
                    <a:pt x="9089" y="8306"/>
                  </a:cubicBezTo>
                  <a:cubicBezTo>
                    <a:pt x="8022" y="9007"/>
                    <a:pt x="6813" y="9347"/>
                    <a:pt x="5613" y="9347"/>
                  </a:cubicBezTo>
                  <a:cubicBezTo>
                    <a:pt x="3834" y="9347"/>
                    <a:pt x="2076" y="8600"/>
                    <a:pt x="830" y="7177"/>
                  </a:cubicBezTo>
                  <a:lnTo>
                    <a:pt x="830" y="7177"/>
                  </a:lnTo>
                  <a:lnTo>
                    <a:pt x="1567" y="7416"/>
                  </a:lnTo>
                  <a:cubicBezTo>
                    <a:pt x="1599" y="7429"/>
                    <a:pt x="1629" y="7435"/>
                    <a:pt x="1656" y="7435"/>
                  </a:cubicBezTo>
                  <a:cubicBezTo>
                    <a:pt x="1872" y="7435"/>
                    <a:pt x="1955" y="7082"/>
                    <a:pt x="1701" y="7014"/>
                  </a:cubicBezTo>
                  <a:lnTo>
                    <a:pt x="294" y="6545"/>
                  </a:lnTo>
                  <a:cubicBezTo>
                    <a:pt x="272" y="6538"/>
                    <a:pt x="249" y="6535"/>
                    <a:pt x="228" y="6535"/>
                  </a:cubicBezTo>
                  <a:cubicBezTo>
                    <a:pt x="102" y="6535"/>
                    <a:pt x="0" y="6645"/>
                    <a:pt x="17" y="6784"/>
                  </a:cubicBezTo>
                  <a:lnTo>
                    <a:pt x="256" y="8421"/>
                  </a:lnTo>
                  <a:cubicBezTo>
                    <a:pt x="275" y="8526"/>
                    <a:pt x="361" y="8603"/>
                    <a:pt x="466" y="8603"/>
                  </a:cubicBezTo>
                  <a:lnTo>
                    <a:pt x="495" y="8603"/>
                  </a:lnTo>
                  <a:cubicBezTo>
                    <a:pt x="610" y="8583"/>
                    <a:pt x="696" y="8478"/>
                    <a:pt x="677" y="8363"/>
                  </a:cubicBezTo>
                  <a:lnTo>
                    <a:pt x="553" y="7492"/>
                  </a:lnTo>
                  <a:lnTo>
                    <a:pt x="553" y="7492"/>
                  </a:lnTo>
                  <a:cubicBezTo>
                    <a:pt x="1880" y="8985"/>
                    <a:pt x="3736" y="9764"/>
                    <a:pt x="5614" y="9764"/>
                  </a:cubicBezTo>
                  <a:cubicBezTo>
                    <a:pt x="6903" y="9764"/>
                    <a:pt x="8202" y="9397"/>
                    <a:pt x="9348" y="8641"/>
                  </a:cubicBezTo>
                  <a:cubicBezTo>
                    <a:pt x="12152" y="6794"/>
                    <a:pt x="13166" y="3157"/>
                    <a:pt x="11731" y="114"/>
                  </a:cubicBezTo>
                  <a:lnTo>
                    <a:pt x="11721" y="104"/>
                  </a:lnTo>
                  <a:cubicBezTo>
                    <a:pt x="11677" y="31"/>
                    <a:pt x="11609" y="0"/>
                    <a:pt x="11542"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7" name="Google Shape;8247;p63"/>
            <p:cNvSpPr/>
            <p:nvPr/>
          </p:nvSpPr>
          <p:spPr>
            <a:xfrm>
              <a:off x="2186425" y="1976158"/>
              <a:ext cx="344820" cy="255510"/>
            </a:xfrm>
            <a:custGeom>
              <a:avLst/>
              <a:gdLst/>
              <a:ahLst/>
              <a:cxnLst/>
              <a:rect l="l" t="t" r="r" b="b"/>
              <a:pathLst>
                <a:path w="13131" h="9730" extrusionOk="0">
                  <a:moveTo>
                    <a:pt x="7544" y="0"/>
                  </a:moveTo>
                  <a:cubicBezTo>
                    <a:pt x="6257" y="0"/>
                    <a:pt x="4960" y="367"/>
                    <a:pt x="3819" y="1121"/>
                  </a:cubicBezTo>
                  <a:cubicBezTo>
                    <a:pt x="1024" y="2968"/>
                    <a:pt x="0" y="6586"/>
                    <a:pt x="1417" y="9620"/>
                  </a:cubicBezTo>
                  <a:cubicBezTo>
                    <a:pt x="1459" y="9697"/>
                    <a:pt x="1526" y="9730"/>
                    <a:pt x="1593" y="9730"/>
                  </a:cubicBezTo>
                  <a:cubicBezTo>
                    <a:pt x="1725" y="9730"/>
                    <a:pt x="1857" y="9603"/>
                    <a:pt x="1800" y="9438"/>
                  </a:cubicBezTo>
                  <a:cubicBezTo>
                    <a:pt x="1388" y="8586"/>
                    <a:pt x="1178" y="7658"/>
                    <a:pt x="1187" y="6720"/>
                  </a:cubicBezTo>
                  <a:cubicBezTo>
                    <a:pt x="1187" y="4079"/>
                    <a:pt x="2824" y="1715"/>
                    <a:pt x="5302" y="786"/>
                  </a:cubicBezTo>
                  <a:cubicBezTo>
                    <a:pt x="6026" y="514"/>
                    <a:pt x="6777" y="383"/>
                    <a:pt x="7521" y="383"/>
                  </a:cubicBezTo>
                  <a:cubicBezTo>
                    <a:pt x="9317" y="383"/>
                    <a:pt x="11073" y="1149"/>
                    <a:pt x="12298" y="2557"/>
                  </a:cubicBezTo>
                  <a:lnTo>
                    <a:pt x="11571" y="2318"/>
                  </a:lnTo>
                  <a:cubicBezTo>
                    <a:pt x="11549" y="2312"/>
                    <a:pt x="11529" y="2309"/>
                    <a:pt x="11509" y="2309"/>
                  </a:cubicBezTo>
                  <a:cubicBezTo>
                    <a:pt x="11294" y="2309"/>
                    <a:pt x="11209" y="2623"/>
                    <a:pt x="11437" y="2720"/>
                  </a:cubicBezTo>
                  <a:lnTo>
                    <a:pt x="12844" y="3179"/>
                  </a:lnTo>
                  <a:cubicBezTo>
                    <a:pt x="12863" y="3189"/>
                    <a:pt x="12882" y="3198"/>
                    <a:pt x="12911" y="3198"/>
                  </a:cubicBezTo>
                  <a:cubicBezTo>
                    <a:pt x="13035" y="3189"/>
                    <a:pt x="13131" y="3083"/>
                    <a:pt x="13121" y="2959"/>
                  </a:cubicBezTo>
                  <a:lnTo>
                    <a:pt x="12882" y="1313"/>
                  </a:lnTo>
                  <a:cubicBezTo>
                    <a:pt x="12869" y="1181"/>
                    <a:pt x="12773" y="1121"/>
                    <a:pt x="12676" y="1121"/>
                  </a:cubicBezTo>
                  <a:cubicBezTo>
                    <a:pt x="12554" y="1121"/>
                    <a:pt x="12429" y="1215"/>
                    <a:pt x="12461" y="1380"/>
                  </a:cubicBezTo>
                  <a:lnTo>
                    <a:pt x="12576" y="2241"/>
                  </a:lnTo>
                  <a:cubicBezTo>
                    <a:pt x="11251" y="769"/>
                    <a:pt x="9407" y="0"/>
                    <a:pt x="7544"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48" name="Google Shape;8248;p63"/>
          <p:cNvGrpSpPr/>
          <p:nvPr/>
        </p:nvGrpSpPr>
        <p:grpSpPr>
          <a:xfrm>
            <a:off x="2644882" y="1860612"/>
            <a:ext cx="319190" cy="271240"/>
            <a:chOff x="2659157" y="2017412"/>
            <a:chExt cx="319190" cy="271240"/>
          </a:xfrm>
        </p:grpSpPr>
        <p:sp>
          <p:nvSpPr>
            <p:cNvPr id="8249" name="Google Shape;8249;p63"/>
            <p:cNvSpPr/>
            <p:nvPr/>
          </p:nvSpPr>
          <p:spPr>
            <a:xfrm>
              <a:off x="2808183" y="2086765"/>
              <a:ext cx="164125" cy="149314"/>
            </a:xfrm>
            <a:custGeom>
              <a:avLst/>
              <a:gdLst/>
              <a:ahLst/>
              <a:cxnLst/>
              <a:rect l="l" t="t" r="r" b="b"/>
              <a:pathLst>
                <a:path w="6250" h="5686" extrusionOk="0">
                  <a:moveTo>
                    <a:pt x="3934" y="1"/>
                  </a:moveTo>
                  <a:lnTo>
                    <a:pt x="2728" y="919"/>
                  </a:lnTo>
                  <a:lnTo>
                    <a:pt x="1733" y="584"/>
                  </a:lnTo>
                  <a:lnTo>
                    <a:pt x="0" y="1991"/>
                  </a:lnTo>
                  <a:lnTo>
                    <a:pt x="2670" y="5685"/>
                  </a:lnTo>
                  <a:lnTo>
                    <a:pt x="6250" y="3140"/>
                  </a:lnTo>
                  <a:lnTo>
                    <a:pt x="3934" y="1"/>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0" name="Google Shape;8250;p63"/>
            <p:cNvSpPr/>
            <p:nvPr/>
          </p:nvSpPr>
          <p:spPr>
            <a:xfrm>
              <a:off x="2881816" y="2017412"/>
              <a:ext cx="96532" cy="177334"/>
            </a:xfrm>
            <a:custGeom>
              <a:avLst/>
              <a:gdLst/>
              <a:ahLst/>
              <a:cxnLst/>
              <a:rect l="l" t="t" r="r" b="b"/>
              <a:pathLst>
                <a:path w="3676" h="6753" extrusionOk="0">
                  <a:moveTo>
                    <a:pt x="3675" y="0"/>
                  </a:moveTo>
                  <a:lnTo>
                    <a:pt x="106" y="2536"/>
                  </a:lnTo>
                  <a:cubicBezTo>
                    <a:pt x="10" y="2594"/>
                    <a:pt x="0" y="2718"/>
                    <a:pt x="58" y="2804"/>
                  </a:cubicBezTo>
                  <a:lnTo>
                    <a:pt x="3063" y="6680"/>
                  </a:lnTo>
                  <a:cubicBezTo>
                    <a:pt x="3101" y="6729"/>
                    <a:pt x="3153" y="6753"/>
                    <a:pt x="3208" y="6753"/>
                  </a:cubicBezTo>
                  <a:cubicBezTo>
                    <a:pt x="3250" y="6753"/>
                    <a:pt x="3293" y="6738"/>
                    <a:pt x="3331" y="6709"/>
                  </a:cubicBezTo>
                  <a:lnTo>
                    <a:pt x="3675" y="6441"/>
                  </a:lnTo>
                  <a:lnTo>
                    <a:pt x="3675"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1" name="Google Shape;8251;p63"/>
            <p:cNvSpPr/>
            <p:nvPr/>
          </p:nvSpPr>
          <p:spPr>
            <a:xfrm>
              <a:off x="2947650" y="2150603"/>
              <a:ext cx="30698" cy="44196"/>
            </a:xfrm>
            <a:custGeom>
              <a:avLst/>
              <a:gdLst/>
              <a:ahLst/>
              <a:cxnLst/>
              <a:rect l="l" t="t" r="r" b="b"/>
              <a:pathLst>
                <a:path w="1169" h="1683" extrusionOk="0">
                  <a:moveTo>
                    <a:pt x="1168" y="0"/>
                  </a:moveTo>
                  <a:lnTo>
                    <a:pt x="1" y="890"/>
                  </a:lnTo>
                  <a:lnTo>
                    <a:pt x="556" y="1608"/>
                  </a:lnTo>
                  <a:cubicBezTo>
                    <a:pt x="595" y="1658"/>
                    <a:pt x="650" y="1683"/>
                    <a:pt x="707" y="1683"/>
                  </a:cubicBezTo>
                  <a:cubicBezTo>
                    <a:pt x="747" y="1683"/>
                    <a:pt x="788" y="1670"/>
                    <a:pt x="824" y="1646"/>
                  </a:cubicBezTo>
                  <a:lnTo>
                    <a:pt x="1168" y="1369"/>
                  </a:lnTo>
                  <a:lnTo>
                    <a:pt x="1168"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2" name="Google Shape;8252;p63"/>
            <p:cNvSpPr/>
            <p:nvPr/>
          </p:nvSpPr>
          <p:spPr>
            <a:xfrm>
              <a:off x="2818976" y="2136029"/>
              <a:ext cx="124682" cy="83034"/>
            </a:xfrm>
            <a:custGeom>
              <a:avLst/>
              <a:gdLst/>
              <a:ahLst/>
              <a:cxnLst/>
              <a:rect l="l" t="t" r="r" b="b"/>
              <a:pathLst>
                <a:path w="4748" h="3162" extrusionOk="0">
                  <a:moveTo>
                    <a:pt x="546" y="0"/>
                  </a:moveTo>
                  <a:lnTo>
                    <a:pt x="1" y="1005"/>
                  </a:lnTo>
                  <a:lnTo>
                    <a:pt x="3829" y="3092"/>
                  </a:lnTo>
                  <a:cubicBezTo>
                    <a:pt x="3916" y="3139"/>
                    <a:pt x="4009" y="3162"/>
                    <a:pt x="4101" y="3162"/>
                  </a:cubicBezTo>
                  <a:cubicBezTo>
                    <a:pt x="4303" y="3162"/>
                    <a:pt x="4499" y="3053"/>
                    <a:pt x="4604" y="2862"/>
                  </a:cubicBezTo>
                  <a:cubicBezTo>
                    <a:pt x="4748" y="2584"/>
                    <a:pt x="4652" y="2240"/>
                    <a:pt x="4374" y="2087"/>
                  </a:cubicBezTo>
                  <a:lnTo>
                    <a:pt x="546"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3" name="Google Shape;8253;p63"/>
            <p:cNvSpPr/>
            <p:nvPr/>
          </p:nvSpPr>
          <p:spPr>
            <a:xfrm>
              <a:off x="2867741" y="2177730"/>
              <a:ext cx="73160" cy="41360"/>
            </a:xfrm>
            <a:custGeom>
              <a:avLst/>
              <a:gdLst/>
              <a:ahLst/>
              <a:cxnLst/>
              <a:rect l="l" t="t" r="r" b="b"/>
              <a:pathLst>
                <a:path w="2786" h="1575" extrusionOk="0">
                  <a:moveTo>
                    <a:pt x="240" y="1"/>
                  </a:moveTo>
                  <a:lnTo>
                    <a:pt x="1" y="432"/>
                  </a:lnTo>
                  <a:lnTo>
                    <a:pt x="1972" y="1504"/>
                  </a:lnTo>
                  <a:cubicBezTo>
                    <a:pt x="2058" y="1552"/>
                    <a:pt x="2152" y="1575"/>
                    <a:pt x="2244" y="1575"/>
                  </a:cubicBezTo>
                  <a:cubicBezTo>
                    <a:pt x="2478" y="1575"/>
                    <a:pt x="2703" y="1428"/>
                    <a:pt x="2785" y="1188"/>
                  </a:cubicBezTo>
                  <a:lnTo>
                    <a:pt x="2785" y="1188"/>
                  </a:lnTo>
                  <a:cubicBezTo>
                    <a:pt x="2729" y="1205"/>
                    <a:pt x="2672" y="1214"/>
                    <a:pt x="2615" y="1214"/>
                  </a:cubicBezTo>
                  <a:cubicBezTo>
                    <a:pt x="2517" y="1214"/>
                    <a:pt x="2421" y="1188"/>
                    <a:pt x="2336" y="1140"/>
                  </a:cubicBezTo>
                  <a:lnTo>
                    <a:pt x="240" y="1"/>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4" name="Google Shape;8254;p63"/>
            <p:cNvSpPr/>
            <p:nvPr/>
          </p:nvSpPr>
          <p:spPr>
            <a:xfrm>
              <a:off x="2795867" y="2157641"/>
              <a:ext cx="124919" cy="82798"/>
            </a:xfrm>
            <a:custGeom>
              <a:avLst/>
              <a:gdLst/>
              <a:ahLst/>
              <a:cxnLst/>
              <a:rect l="l" t="t" r="r" b="b"/>
              <a:pathLst>
                <a:path w="4757" h="3153" extrusionOk="0">
                  <a:moveTo>
                    <a:pt x="546" y="0"/>
                  </a:moveTo>
                  <a:lnTo>
                    <a:pt x="0" y="996"/>
                  </a:lnTo>
                  <a:lnTo>
                    <a:pt x="3829" y="3082"/>
                  </a:lnTo>
                  <a:cubicBezTo>
                    <a:pt x="3916" y="3130"/>
                    <a:pt x="4010" y="3153"/>
                    <a:pt x="4102" y="3153"/>
                  </a:cubicBezTo>
                  <a:cubicBezTo>
                    <a:pt x="4304" y="3153"/>
                    <a:pt x="4499" y="3046"/>
                    <a:pt x="4604" y="2862"/>
                  </a:cubicBezTo>
                  <a:cubicBezTo>
                    <a:pt x="4757" y="2584"/>
                    <a:pt x="4652" y="2240"/>
                    <a:pt x="4374" y="2087"/>
                  </a:cubicBezTo>
                  <a:lnTo>
                    <a:pt x="546"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5" name="Google Shape;8255;p63"/>
            <p:cNvSpPr/>
            <p:nvPr/>
          </p:nvSpPr>
          <p:spPr>
            <a:xfrm>
              <a:off x="2852667" y="2204620"/>
              <a:ext cx="65099" cy="35845"/>
            </a:xfrm>
            <a:custGeom>
              <a:avLst/>
              <a:gdLst/>
              <a:ahLst/>
              <a:cxnLst/>
              <a:rect l="l" t="t" r="r" b="b"/>
              <a:pathLst>
                <a:path w="2479" h="1365" extrusionOk="0">
                  <a:moveTo>
                    <a:pt x="220" y="1"/>
                  </a:moveTo>
                  <a:lnTo>
                    <a:pt x="0" y="384"/>
                  </a:lnTo>
                  <a:lnTo>
                    <a:pt x="1666" y="1293"/>
                  </a:lnTo>
                  <a:cubicBezTo>
                    <a:pt x="1752" y="1342"/>
                    <a:pt x="1845" y="1364"/>
                    <a:pt x="1937" y="1364"/>
                  </a:cubicBezTo>
                  <a:cubicBezTo>
                    <a:pt x="2171" y="1364"/>
                    <a:pt x="2397" y="1218"/>
                    <a:pt x="2479" y="977"/>
                  </a:cubicBezTo>
                  <a:lnTo>
                    <a:pt x="2479" y="977"/>
                  </a:lnTo>
                  <a:cubicBezTo>
                    <a:pt x="2405" y="1012"/>
                    <a:pt x="2325" y="1029"/>
                    <a:pt x="2245" y="1029"/>
                  </a:cubicBezTo>
                  <a:cubicBezTo>
                    <a:pt x="2150" y="1029"/>
                    <a:pt x="2055" y="1005"/>
                    <a:pt x="1972" y="958"/>
                  </a:cubicBezTo>
                  <a:lnTo>
                    <a:pt x="220" y="1"/>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6" name="Google Shape;8256;p63"/>
            <p:cNvSpPr/>
            <p:nvPr/>
          </p:nvSpPr>
          <p:spPr>
            <a:xfrm>
              <a:off x="2772732" y="2178990"/>
              <a:ext cx="124945" cy="83060"/>
            </a:xfrm>
            <a:custGeom>
              <a:avLst/>
              <a:gdLst/>
              <a:ahLst/>
              <a:cxnLst/>
              <a:rect l="l" t="t" r="r" b="b"/>
              <a:pathLst>
                <a:path w="4758" h="3163" extrusionOk="0">
                  <a:moveTo>
                    <a:pt x="546" y="1"/>
                  </a:moveTo>
                  <a:lnTo>
                    <a:pt x="1" y="1006"/>
                  </a:lnTo>
                  <a:lnTo>
                    <a:pt x="3829" y="3092"/>
                  </a:lnTo>
                  <a:cubicBezTo>
                    <a:pt x="3916" y="3140"/>
                    <a:pt x="4009" y="3163"/>
                    <a:pt x="4101" y="3163"/>
                  </a:cubicBezTo>
                  <a:cubicBezTo>
                    <a:pt x="4303" y="3163"/>
                    <a:pt x="4499" y="3053"/>
                    <a:pt x="4604" y="2862"/>
                  </a:cubicBezTo>
                  <a:cubicBezTo>
                    <a:pt x="4757" y="2585"/>
                    <a:pt x="4652" y="2240"/>
                    <a:pt x="4375" y="2097"/>
                  </a:cubicBezTo>
                  <a:lnTo>
                    <a:pt x="546"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7" name="Google Shape;8257;p63"/>
            <p:cNvSpPr/>
            <p:nvPr/>
          </p:nvSpPr>
          <p:spPr>
            <a:xfrm>
              <a:off x="2837594" y="2231011"/>
              <a:ext cx="56800" cy="31013"/>
            </a:xfrm>
            <a:custGeom>
              <a:avLst/>
              <a:gdLst/>
              <a:ahLst/>
              <a:cxnLst/>
              <a:rect l="l" t="t" r="r" b="b"/>
              <a:pathLst>
                <a:path w="2163" h="1181" extrusionOk="0">
                  <a:moveTo>
                    <a:pt x="211" y="1"/>
                  </a:moveTo>
                  <a:lnTo>
                    <a:pt x="0" y="365"/>
                  </a:lnTo>
                  <a:lnTo>
                    <a:pt x="1359" y="1111"/>
                  </a:lnTo>
                  <a:cubicBezTo>
                    <a:pt x="1445" y="1158"/>
                    <a:pt x="1539" y="1181"/>
                    <a:pt x="1631" y="1181"/>
                  </a:cubicBezTo>
                  <a:cubicBezTo>
                    <a:pt x="1856" y="1181"/>
                    <a:pt x="2075" y="1048"/>
                    <a:pt x="2163" y="824"/>
                  </a:cubicBezTo>
                  <a:lnTo>
                    <a:pt x="2163" y="824"/>
                  </a:lnTo>
                  <a:cubicBezTo>
                    <a:pt x="2092" y="853"/>
                    <a:pt x="2019" y="868"/>
                    <a:pt x="1946" y="868"/>
                  </a:cubicBezTo>
                  <a:cubicBezTo>
                    <a:pt x="1853" y="868"/>
                    <a:pt x="1761" y="844"/>
                    <a:pt x="1675" y="795"/>
                  </a:cubicBezTo>
                  <a:lnTo>
                    <a:pt x="211" y="1"/>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8" name="Google Shape;8258;p63"/>
            <p:cNvSpPr/>
            <p:nvPr/>
          </p:nvSpPr>
          <p:spPr>
            <a:xfrm>
              <a:off x="2749623" y="2200602"/>
              <a:ext cx="124919" cy="82955"/>
            </a:xfrm>
            <a:custGeom>
              <a:avLst/>
              <a:gdLst/>
              <a:ahLst/>
              <a:cxnLst/>
              <a:rect l="l" t="t" r="r" b="b"/>
              <a:pathLst>
                <a:path w="4757" h="3159" extrusionOk="0">
                  <a:moveTo>
                    <a:pt x="546" y="1"/>
                  </a:moveTo>
                  <a:lnTo>
                    <a:pt x="0" y="996"/>
                  </a:lnTo>
                  <a:lnTo>
                    <a:pt x="3829" y="3092"/>
                  </a:lnTo>
                  <a:cubicBezTo>
                    <a:pt x="3915" y="3137"/>
                    <a:pt x="4008" y="3158"/>
                    <a:pt x="4100" y="3158"/>
                  </a:cubicBezTo>
                  <a:cubicBezTo>
                    <a:pt x="4302" y="3158"/>
                    <a:pt x="4498" y="3053"/>
                    <a:pt x="4604" y="2862"/>
                  </a:cubicBezTo>
                  <a:cubicBezTo>
                    <a:pt x="4757" y="2585"/>
                    <a:pt x="4652" y="2240"/>
                    <a:pt x="4374" y="2087"/>
                  </a:cubicBezTo>
                  <a:lnTo>
                    <a:pt x="546"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9" name="Google Shape;8259;p63"/>
            <p:cNvSpPr/>
            <p:nvPr/>
          </p:nvSpPr>
          <p:spPr>
            <a:xfrm>
              <a:off x="2822495" y="2255906"/>
              <a:ext cx="49054" cy="27494"/>
            </a:xfrm>
            <a:custGeom>
              <a:avLst/>
              <a:gdLst/>
              <a:ahLst/>
              <a:cxnLst/>
              <a:rect l="l" t="t" r="r" b="b"/>
              <a:pathLst>
                <a:path w="1868" h="1047" extrusionOk="0">
                  <a:moveTo>
                    <a:pt x="240" y="0"/>
                  </a:moveTo>
                  <a:lnTo>
                    <a:pt x="1" y="402"/>
                  </a:lnTo>
                  <a:lnTo>
                    <a:pt x="1054" y="976"/>
                  </a:lnTo>
                  <a:cubicBezTo>
                    <a:pt x="1140" y="1024"/>
                    <a:pt x="1234" y="1047"/>
                    <a:pt x="1326" y="1047"/>
                  </a:cubicBezTo>
                  <a:cubicBezTo>
                    <a:pt x="1528" y="1047"/>
                    <a:pt x="1724" y="938"/>
                    <a:pt x="1829" y="747"/>
                  </a:cubicBezTo>
                  <a:cubicBezTo>
                    <a:pt x="1848" y="728"/>
                    <a:pt x="1857" y="699"/>
                    <a:pt x="1867" y="670"/>
                  </a:cubicBezTo>
                  <a:lnTo>
                    <a:pt x="1867" y="670"/>
                  </a:lnTo>
                  <a:cubicBezTo>
                    <a:pt x="1801" y="695"/>
                    <a:pt x="1732" y="707"/>
                    <a:pt x="1663" y="707"/>
                  </a:cubicBezTo>
                  <a:cubicBezTo>
                    <a:pt x="1572" y="707"/>
                    <a:pt x="1480" y="685"/>
                    <a:pt x="1398" y="642"/>
                  </a:cubicBezTo>
                  <a:lnTo>
                    <a:pt x="240" y="0"/>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0" name="Google Shape;8260;p63"/>
            <p:cNvSpPr/>
            <p:nvPr/>
          </p:nvSpPr>
          <p:spPr>
            <a:xfrm>
              <a:off x="2673968" y="2097059"/>
              <a:ext cx="159109" cy="144036"/>
            </a:xfrm>
            <a:custGeom>
              <a:avLst/>
              <a:gdLst/>
              <a:ahLst/>
              <a:cxnLst/>
              <a:rect l="l" t="t" r="r" b="b"/>
              <a:pathLst>
                <a:path w="6059" h="5485" extrusionOk="0">
                  <a:moveTo>
                    <a:pt x="1896" y="1"/>
                  </a:moveTo>
                  <a:lnTo>
                    <a:pt x="1" y="3418"/>
                  </a:lnTo>
                  <a:lnTo>
                    <a:pt x="3877" y="5485"/>
                  </a:lnTo>
                  <a:lnTo>
                    <a:pt x="6059" y="1484"/>
                  </a:lnTo>
                  <a:lnTo>
                    <a:pt x="4145" y="680"/>
                  </a:lnTo>
                  <a:cubicBezTo>
                    <a:pt x="4106" y="661"/>
                    <a:pt x="4078" y="661"/>
                    <a:pt x="4039" y="661"/>
                  </a:cubicBezTo>
                  <a:lnTo>
                    <a:pt x="3274" y="757"/>
                  </a:lnTo>
                  <a:cubicBezTo>
                    <a:pt x="3226" y="757"/>
                    <a:pt x="3188" y="747"/>
                    <a:pt x="3149" y="728"/>
                  </a:cubicBezTo>
                  <a:lnTo>
                    <a:pt x="1896"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1" name="Google Shape;8261;p63"/>
            <p:cNvSpPr/>
            <p:nvPr/>
          </p:nvSpPr>
          <p:spPr>
            <a:xfrm>
              <a:off x="2659157" y="2039261"/>
              <a:ext cx="98528" cy="170191"/>
            </a:xfrm>
            <a:custGeom>
              <a:avLst/>
              <a:gdLst/>
              <a:ahLst/>
              <a:cxnLst/>
              <a:rect l="l" t="t" r="r" b="b"/>
              <a:pathLst>
                <a:path w="3752" h="6481" extrusionOk="0">
                  <a:moveTo>
                    <a:pt x="0" y="1"/>
                  </a:moveTo>
                  <a:lnTo>
                    <a:pt x="0" y="5810"/>
                  </a:lnTo>
                  <a:lnTo>
                    <a:pt x="1101" y="6451"/>
                  </a:lnTo>
                  <a:cubicBezTo>
                    <a:pt x="1133" y="6471"/>
                    <a:pt x="1170" y="6480"/>
                    <a:pt x="1207" y="6480"/>
                  </a:cubicBezTo>
                  <a:cubicBezTo>
                    <a:pt x="1279" y="6480"/>
                    <a:pt x="1350" y="6444"/>
                    <a:pt x="1388" y="6375"/>
                  </a:cubicBezTo>
                  <a:lnTo>
                    <a:pt x="3694" y="2384"/>
                  </a:lnTo>
                  <a:cubicBezTo>
                    <a:pt x="3752" y="2288"/>
                    <a:pt x="3713" y="2154"/>
                    <a:pt x="3618" y="2097"/>
                  </a:cubicBezTo>
                  <a:lnTo>
                    <a:pt x="0" y="1"/>
                  </a:lnTo>
                  <a:close/>
                </a:path>
              </a:pathLst>
            </a:cu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2" name="Google Shape;8262;p63"/>
            <p:cNvSpPr/>
            <p:nvPr/>
          </p:nvSpPr>
          <p:spPr>
            <a:xfrm>
              <a:off x="2659157" y="2039261"/>
              <a:ext cx="75918" cy="159109"/>
            </a:xfrm>
            <a:custGeom>
              <a:avLst/>
              <a:gdLst/>
              <a:ahLst/>
              <a:cxnLst/>
              <a:rect l="l" t="t" r="r" b="b"/>
              <a:pathLst>
                <a:path w="2891" h="6059" extrusionOk="0">
                  <a:moveTo>
                    <a:pt x="0" y="1"/>
                  </a:moveTo>
                  <a:lnTo>
                    <a:pt x="0" y="5810"/>
                  </a:lnTo>
                  <a:lnTo>
                    <a:pt x="431" y="6059"/>
                  </a:lnTo>
                  <a:lnTo>
                    <a:pt x="2890" y="1676"/>
                  </a:lnTo>
                  <a:lnTo>
                    <a:pt x="0" y="1"/>
                  </a:ln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3" name="Google Shape;8263;p63"/>
            <p:cNvSpPr/>
            <p:nvPr/>
          </p:nvSpPr>
          <p:spPr>
            <a:xfrm>
              <a:off x="2659157" y="2159138"/>
              <a:ext cx="47268" cy="50314"/>
            </a:xfrm>
            <a:custGeom>
              <a:avLst/>
              <a:gdLst/>
              <a:ahLst/>
              <a:cxnLst/>
              <a:rect l="l" t="t" r="r" b="b"/>
              <a:pathLst>
                <a:path w="1800" h="1916" extrusionOk="0">
                  <a:moveTo>
                    <a:pt x="0" y="1"/>
                  </a:moveTo>
                  <a:lnTo>
                    <a:pt x="0" y="1245"/>
                  </a:lnTo>
                  <a:lnTo>
                    <a:pt x="1101" y="1886"/>
                  </a:lnTo>
                  <a:cubicBezTo>
                    <a:pt x="1133" y="1906"/>
                    <a:pt x="1170" y="1915"/>
                    <a:pt x="1207" y="1915"/>
                  </a:cubicBezTo>
                  <a:cubicBezTo>
                    <a:pt x="1279" y="1915"/>
                    <a:pt x="1350" y="1879"/>
                    <a:pt x="1388" y="1810"/>
                  </a:cubicBezTo>
                  <a:lnTo>
                    <a:pt x="1799" y="1092"/>
                  </a:lnTo>
                  <a:lnTo>
                    <a:pt x="0" y="1"/>
                  </a:ln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4" name="Google Shape;8264;p63"/>
            <p:cNvSpPr/>
            <p:nvPr/>
          </p:nvSpPr>
          <p:spPr>
            <a:xfrm>
              <a:off x="2659157" y="2159138"/>
              <a:ext cx="24894" cy="39232"/>
            </a:xfrm>
            <a:custGeom>
              <a:avLst/>
              <a:gdLst/>
              <a:ahLst/>
              <a:cxnLst/>
              <a:rect l="l" t="t" r="r" b="b"/>
              <a:pathLst>
                <a:path w="948" h="1494" extrusionOk="0">
                  <a:moveTo>
                    <a:pt x="0" y="1"/>
                  </a:moveTo>
                  <a:lnTo>
                    <a:pt x="0" y="1245"/>
                  </a:lnTo>
                  <a:lnTo>
                    <a:pt x="431" y="1494"/>
                  </a:lnTo>
                  <a:lnTo>
                    <a:pt x="948" y="575"/>
                  </a:lnTo>
                  <a:lnTo>
                    <a:pt x="0" y="1"/>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5" name="Google Shape;8265;p63"/>
            <p:cNvSpPr/>
            <p:nvPr/>
          </p:nvSpPr>
          <p:spPr>
            <a:xfrm>
              <a:off x="2706898" y="2179463"/>
              <a:ext cx="67121" cy="53859"/>
            </a:xfrm>
            <a:custGeom>
              <a:avLst/>
              <a:gdLst/>
              <a:ahLst/>
              <a:cxnLst/>
              <a:rect l="l" t="t" r="r" b="b"/>
              <a:pathLst>
                <a:path w="2556" h="2051" extrusionOk="0">
                  <a:moveTo>
                    <a:pt x="1902" y="1"/>
                  </a:moveTo>
                  <a:cubicBezTo>
                    <a:pt x="1788" y="1"/>
                    <a:pt x="1672" y="35"/>
                    <a:pt x="1570" y="107"/>
                  </a:cubicBezTo>
                  <a:lnTo>
                    <a:pt x="316" y="1016"/>
                  </a:lnTo>
                  <a:cubicBezTo>
                    <a:pt x="58" y="1198"/>
                    <a:pt x="1" y="1562"/>
                    <a:pt x="192" y="1811"/>
                  </a:cubicBezTo>
                  <a:cubicBezTo>
                    <a:pt x="302" y="1968"/>
                    <a:pt x="477" y="2051"/>
                    <a:pt x="654" y="2051"/>
                  </a:cubicBezTo>
                  <a:cubicBezTo>
                    <a:pt x="769" y="2051"/>
                    <a:pt x="885" y="2016"/>
                    <a:pt x="986" y="1945"/>
                  </a:cubicBezTo>
                  <a:lnTo>
                    <a:pt x="2240" y="1045"/>
                  </a:lnTo>
                  <a:cubicBezTo>
                    <a:pt x="2508" y="854"/>
                    <a:pt x="2556" y="490"/>
                    <a:pt x="2364" y="232"/>
                  </a:cubicBezTo>
                  <a:cubicBezTo>
                    <a:pt x="2249" y="81"/>
                    <a:pt x="2077" y="1"/>
                    <a:pt x="1902"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6" name="Google Shape;8266;p63"/>
            <p:cNvSpPr/>
            <p:nvPr/>
          </p:nvSpPr>
          <p:spPr>
            <a:xfrm>
              <a:off x="2710154" y="2180513"/>
              <a:ext cx="63864" cy="52914"/>
            </a:xfrm>
            <a:custGeom>
              <a:avLst/>
              <a:gdLst/>
              <a:ahLst/>
              <a:cxnLst/>
              <a:rect l="l" t="t" r="r" b="b"/>
              <a:pathLst>
                <a:path w="2432" h="2015" extrusionOk="0">
                  <a:moveTo>
                    <a:pt x="2001" y="0"/>
                  </a:moveTo>
                  <a:lnTo>
                    <a:pt x="2001" y="0"/>
                  </a:lnTo>
                  <a:cubicBezTo>
                    <a:pt x="2097" y="249"/>
                    <a:pt x="2011" y="527"/>
                    <a:pt x="1800" y="680"/>
                  </a:cubicBezTo>
                  <a:lnTo>
                    <a:pt x="546" y="1589"/>
                  </a:lnTo>
                  <a:cubicBezTo>
                    <a:pt x="445" y="1661"/>
                    <a:pt x="329" y="1699"/>
                    <a:pt x="211" y="1699"/>
                  </a:cubicBezTo>
                  <a:cubicBezTo>
                    <a:pt x="141" y="1699"/>
                    <a:pt x="69" y="1685"/>
                    <a:pt x="1" y="1656"/>
                  </a:cubicBezTo>
                  <a:lnTo>
                    <a:pt x="1" y="1656"/>
                  </a:lnTo>
                  <a:cubicBezTo>
                    <a:pt x="89" y="1883"/>
                    <a:pt x="303" y="2015"/>
                    <a:pt x="525" y="2015"/>
                  </a:cubicBezTo>
                  <a:cubicBezTo>
                    <a:pt x="640" y="2015"/>
                    <a:pt x="758" y="1980"/>
                    <a:pt x="862" y="1905"/>
                  </a:cubicBezTo>
                  <a:lnTo>
                    <a:pt x="2116" y="1005"/>
                  </a:lnTo>
                  <a:cubicBezTo>
                    <a:pt x="2384" y="814"/>
                    <a:pt x="2432" y="440"/>
                    <a:pt x="2240" y="192"/>
                  </a:cubicBezTo>
                  <a:cubicBezTo>
                    <a:pt x="2173" y="106"/>
                    <a:pt x="2097" y="39"/>
                    <a:pt x="2001"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7" name="Google Shape;8267;p63"/>
            <p:cNvSpPr/>
            <p:nvPr/>
          </p:nvSpPr>
          <p:spPr>
            <a:xfrm>
              <a:off x="2732528" y="2203254"/>
              <a:ext cx="59847" cy="48528"/>
            </a:xfrm>
            <a:custGeom>
              <a:avLst/>
              <a:gdLst/>
              <a:ahLst/>
              <a:cxnLst/>
              <a:rect l="l" t="t" r="r" b="b"/>
              <a:pathLst>
                <a:path w="2279" h="1848" extrusionOk="0">
                  <a:moveTo>
                    <a:pt x="1629" y="1"/>
                  </a:moveTo>
                  <a:cubicBezTo>
                    <a:pt x="1512" y="1"/>
                    <a:pt x="1394" y="37"/>
                    <a:pt x="1293" y="110"/>
                  </a:cubicBezTo>
                  <a:lnTo>
                    <a:pt x="326" y="809"/>
                  </a:lnTo>
                  <a:cubicBezTo>
                    <a:pt x="68" y="1000"/>
                    <a:pt x="1" y="1364"/>
                    <a:pt x="192" y="1623"/>
                  </a:cubicBezTo>
                  <a:cubicBezTo>
                    <a:pt x="306" y="1770"/>
                    <a:pt x="473" y="1847"/>
                    <a:pt x="643" y="1847"/>
                  </a:cubicBezTo>
                  <a:cubicBezTo>
                    <a:pt x="759" y="1847"/>
                    <a:pt x="876" y="1811"/>
                    <a:pt x="977" y="1737"/>
                  </a:cubicBezTo>
                  <a:lnTo>
                    <a:pt x="1963" y="1039"/>
                  </a:lnTo>
                  <a:cubicBezTo>
                    <a:pt x="2221" y="847"/>
                    <a:pt x="2278" y="484"/>
                    <a:pt x="2077" y="225"/>
                  </a:cubicBezTo>
                  <a:cubicBezTo>
                    <a:pt x="1969" y="77"/>
                    <a:pt x="1801" y="1"/>
                    <a:pt x="1629"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8" name="Google Shape;8268;p63"/>
            <p:cNvSpPr/>
            <p:nvPr/>
          </p:nvSpPr>
          <p:spPr>
            <a:xfrm>
              <a:off x="2735810" y="2204384"/>
              <a:ext cx="56564" cy="47399"/>
            </a:xfrm>
            <a:custGeom>
              <a:avLst/>
              <a:gdLst/>
              <a:ahLst/>
              <a:cxnLst/>
              <a:rect l="l" t="t" r="r" b="b"/>
              <a:pathLst>
                <a:path w="2154" h="1805" extrusionOk="0">
                  <a:moveTo>
                    <a:pt x="1713" y="0"/>
                  </a:moveTo>
                  <a:lnTo>
                    <a:pt x="1713" y="0"/>
                  </a:lnTo>
                  <a:cubicBezTo>
                    <a:pt x="1809" y="240"/>
                    <a:pt x="1732" y="517"/>
                    <a:pt x="1522" y="670"/>
                  </a:cubicBezTo>
                  <a:lnTo>
                    <a:pt x="546" y="1379"/>
                  </a:lnTo>
                  <a:cubicBezTo>
                    <a:pt x="444" y="1450"/>
                    <a:pt x="328" y="1488"/>
                    <a:pt x="211" y="1488"/>
                  </a:cubicBezTo>
                  <a:cubicBezTo>
                    <a:pt x="140" y="1488"/>
                    <a:pt x="69" y="1474"/>
                    <a:pt x="0" y="1446"/>
                  </a:cubicBezTo>
                  <a:lnTo>
                    <a:pt x="0" y="1446"/>
                  </a:lnTo>
                  <a:cubicBezTo>
                    <a:pt x="19" y="1493"/>
                    <a:pt x="38" y="1541"/>
                    <a:pt x="67" y="1580"/>
                  </a:cubicBezTo>
                  <a:cubicBezTo>
                    <a:pt x="181" y="1727"/>
                    <a:pt x="348" y="1804"/>
                    <a:pt x="520" y="1804"/>
                  </a:cubicBezTo>
                  <a:cubicBezTo>
                    <a:pt x="637" y="1804"/>
                    <a:pt x="756" y="1768"/>
                    <a:pt x="861" y="1694"/>
                  </a:cubicBezTo>
                  <a:lnTo>
                    <a:pt x="1838" y="996"/>
                  </a:lnTo>
                  <a:cubicBezTo>
                    <a:pt x="2096" y="804"/>
                    <a:pt x="2153" y="441"/>
                    <a:pt x="1952" y="182"/>
                  </a:cubicBezTo>
                  <a:cubicBezTo>
                    <a:pt x="1895" y="106"/>
                    <a:pt x="1809" y="39"/>
                    <a:pt x="1713"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9" name="Google Shape;8269;p63"/>
            <p:cNvSpPr/>
            <p:nvPr/>
          </p:nvSpPr>
          <p:spPr>
            <a:xfrm>
              <a:off x="2758158" y="2226967"/>
              <a:ext cx="52310" cy="43303"/>
            </a:xfrm>
            <a:custGeom>
              <a:avLst/>
              <a:gdLst/>
              <a:ahLst/>
              <a:cxnLst/>
              <a:rect l="l" t="t" r="r" b="b"/>
              <a:pathLst>
                <a:path w="1992" h="1649" extrusionOk="0">
                  <a:moveTo>
                    <a:pt x="1340" y="1"/>
                  </a:moveTo>
                  <a:cubicBezTo>
                    <a:pt x="1227" y="1"/>
                    <a:pt x="1114" y="35"/>
                    <a:pt x="1015" y="107"/>
                  </a:cubicBezTo>
                  <a:lnTo>
                    <a:pt x="317" y="614"/>
                  </a:lnTo>
                  <a:cubicBezTo>
                    <a:pt x="58" y="796"/>
                    <a:pt x="1" y="1160"/>
                    <a:pt x="183" y="1409"/>
                  </a:cubicBezTo>
                  <a:cubicBezTo>
                    <a:pt x="299" y="1566"/>
                    <a:pt x="475" y="1648"/>
                    <a:pt x="652" y="1648"/>
                  </a:cubicBezTo>
                  <a:cubicBezTo>
                    <a:pt x="766" y="1648"/>
                    <a:pt x="879" y="1614"/>
                    <a:pt x="977" y="1543"/>
                  </a:cubicBezTo>
                  <a:lnTo>
                    <a:pt x="1676" y="1035"/>
                  </a:lnTo>
                  <a:cubicBezTo>
                    <a:pt x="1944" y="844"/>
                    <a:pt x="1991" y="480"/>
                    <a:pt x="1800" y="231"/>
                  </a:cubicBezTo>
                  <a:cubicBezTo>
                    <a:pt x="1684" y="81"/>
                    <a:pt x="1513" y="1"/>
                    <a:pt x="1340"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0" name="Google Shape;8270;p63"/>
            <p:cNvSpPr/>
            <p:nvPr/>
          </p:nvSpPr>
          <p:spPr>
            <a:xfrm>
              <a:off x="2761178" y="2228018"/>
              <a:ext cx="49290" cy="42252"/>
            </a:xfrm>
            <a:custGeom>
              <a:avLst/>
              <a:gdLst/>
              <a:ahLst/>
              <a:cxnLst/>
              <a:rect l="l" t="t" r="r" b="b"/>
              <a:pathLst>
                <a:path w="1877" h="1609" extrusionOk="0">
                  <a:moveTo>
                    <a:pt x="1417" y="0"/>
                  </a:moveTo>
                  <a:cubicBezTo>
                    <a:pt x="1503" y="230"/>
                    <a:pt x="1417" y="498"/>
                    <a:pt x="1216" y="651"/>
                  </a:cubicBezTo>
                  <a:lnTo>
                    <a:pt x="517" y="1148"/>
                  </a:lnTo>
                  <a:cubicBezTo>
                    <a:pt x="419" y="1222"/>
                    <a:pt x="305" y="1261"/>
                    <a:pt x="190" y="1261"/>
                  </a:cubicBezTo>
                  <a:cubicBezTo>
                    <a:pt x="126" y="1261"/>
                    <a:pt x="62" y="1249"/>
                    <a:pt x="1" y="1225"/>
                  </a:cubicBezTo>
                  <a:lnTo>
                    <a:pt x="1" y="1225"/>
                  </a:lnTo>
                  <a:cubicBezTo>
                    <a:pt x="20" y="1273"/>
                    <a:pt x="39" y="1321"/>
                    <a:pt x="68" y="1369"/>
                  </a:cubicBezTo>
                  <a:cubicBezTo>
                    <a:pt x="184" y="1526"/>
                    <a:pt x="360" y="1608"/>
                    <a:pt x="539" y="1608"/>
                  </a:cubicBezTo>
                  <a:cubicBezTo>
                    <a:pt x="654" y="1608"/>
                    <a:pt x="770" y="1574"/>
                    <a:pt x="872" y="1503"/>
                  </a:cubicBezTo>
                  <a:lnTo>
                    <a:pt x="1561" y="995"/>
                  </a:lnTo>
                  <a:cubicBezTo>
                    <a:pt x="1829" y="804"/>
                    <a:pt x="1876" y="440"/>
                    <a:pt x="1685" y="182"/>
                  </a:cubicBezTo>
                  <a:cubicBezTo>
                    <a:pt x="1618" y="96"/>
                    <a:pt x="1522" y="29"/>
                    <a:pt x="1417"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1" name="Google Shape;8271;p63"/>
            <p:cNvSpPr/>
            <p:nvPr/>
          </p:nvSpPr>
          <p:spPr>
            <a:xfrm>
              <a:off x="2783814" y="2250706"/>
              <a:ext cx="45010" cy="37919"/>
            </a:xfrm>
            <a:custGeom>
              <a:avLst/>
              <a:gdLst/>
              <a:ahLst/>
              <a:cxnLst/>
              <a:rect l="l" t="t" r="r" b="b"/>
              <a:pathLst>
                <a:path w="1714" h="1444" extrusionOk="0">
                  <a:moveTo>
                    <a:pt x="1057" y="0"/>
                  </a:moveTo>
                  <a:cubicBezTo>
                    <a:pt x="942" y="0"/>
                    <a:pt x="826" y="34"/>
                    <a:pt x="727" y="103"/>
                  </a:cubicBezTo>
                  <a:lnTo>
                    <a:pt x="316" y="409"/>
                  </a:lnTo>
                  <a:cubicBezTo>
                    <a:pt x="57" y="600"/>
                    <a:pt x="0" y="954"/>
                    <a:pt x="182" y="1203"/>
                  </a:cubicBezTo>
                  <a:cubicBezTo>
                    <a:pt x="298" y="1360"/>
                    <a:pt x="475" y="1443"/>
                    <a:pt x="651" y="1443"/>
                  </a:cubicBezTo>
                  <a:cubicBezTo>
                    <a:pt x="765" y="1443"/>
                    <a:pt x="879" y="1409"/>
                    <a:pt x="976" y="1337"/>
                  </a:cubicBezTo>
                  <a:lnTo>
                    <a:pt x="1397" y="1031"/>
                  </a:lnTo>
                  <a:cubicBezTo>
                    <a:pt x="1656" y="849"/>
                    <a:pt x="1713" y="485"/>
                    <a:pt x="1512" y="227"/>
                  </a:cubicBezTo>
                  <a:cubicBezTo>
                    <a:pt x="1403" y="77"/>
                    <a:pt x="1231" y="0"/>
                    <a:pt x="1057"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2" name="Google Shape;8272;p63"/>
            <p:cNvSpPr/>
            <p:nvPr/>
          </p:nvSpPr>
          <p:spPr>
            <a:xfrm>
              <a:off x="2786807" y="2251888"/>
              <a:ext cx="42016" cy="36764"/>
            </a:xfrm>
            <a:custGeom>
              <a:avLst/>
              <a:gdLst/>
              <a:ahLst/>
              <a:cxnLst/>
              <a:rect l="l" t="t" r="r" b="b"/>
              <a:pathLst>
                <a:path w="1600" h="1400" extrusionOk="0">
                  <a:moveTo>
                    <a:pt x="1149" y="0"/>
                  </a:moveTo>
                  <a:lnTo>
                    <a:pt x="1149" y="0"/>
                  </a:lnTo>
                  <a:cubicBezTo>
                    <a:pt x="1245" y="239"/>
                    <a:pt x="1168" y="517"/>
                    <a:pt x="958" y="661"/>
                  </a:cubicBezTo>
                  <a:lnTo>
                    <a:pt x="537" y="967"/>
                  </a:lnTo>
                  <a:cubicBezTo>
                    <a:pt x="442" y="1038"/>
                    <a:pt x="329" y="1072"/>
                    <a:pt x="213" y="1072"/>
                  </a:cubicBezTo>
                  <a:cubicBezTo>
                    <a:pt x="142" y="1072"/>
                    <a:pt x="70" y="1059"/>
                    <a:pt x="1" y="1034"/>
                  </a:cubicBezTo>
                  <a:lnTo>
                    <a:pt x="1" y="1034"/>
                  </a:lnTo>
                  <a:cubicBezTo>
                    <a:pt x="90" y="1263"/>
                    <a:pt x="311" y="1400"/>
                    <a:pt x="537" y="1400"/>
                  </a:cubicBezTo>
                  <a:cubicBezTo>
                    <a:pt x="650" y="1400"/>
                    <a:pt x="763" y="1366"/>
                    <a:pt x="862" y="1292"/>
                  </a:cubicBezTo>
                  <a:lnTo>
                    <a:pt x="1283" y="986"/>
                  </a:lnTo>
                  <a:cubicBezTo>
                    <a:pt x="1542" y="804"/>
                    <a:pt x="1599" y="431"/>
                    <a:pt x="1398" y="182"/>
                  </a:cubicBezTo>
                  <a:cubicBezTo>
                    <a:pt x="1331" y="96"/>
                    <a:pt x="1255" y="38"/>
                    <a:pt x="1149"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3" name="Google Shape;8273;p63"/>
            <p:cNvSpPr/>
            <p:nvPr/>
          </p:nvSpPr>
          <p:spPr>
            <a:xfrm>
              <a:off x="2788829" y="2102101"/>
              <a:ext cx="64862" cy="99788"/>
            </a:xfrm>
            <a:custGeom>
              <a:avLst/>
              <a:gdLst/>
              <a:ahLst/>
              <a:cxnLst/>
              <a:rect l="l" t="t" r="r" b="b"/>
              <a:pathLst>
                <a:path w="2470" h="3800" extrusionOk="0">
                  <a:moveTo>
                    <a:pt x="527" y="0"/>
                  </a:moveTo>
                  <a:cubicBezTo>
                    <a:pt x="441" y="0"/>
                    <a:pt x="364" y="58"/>
                    <a:pt x="345" y="144"/>
                  </a:cubicBezTo>
                  <a:lnTo>
                    <a:pt x="0" y="1522"/>
                  </a:lnTo>
                  <a:lnTo>
                    <a:pt x="0" y="3034"/>
                  </a:lnTo>
                  <a:cubicBezTo>
                    <a:pt x="0" y="3455"/>
                    <a:pt x="345" y="3800"/>
                    <a:pt x="766" y="3800"/>
                  </a:cubicBezTo>
                  <a:cubicBezTo>
                    <a:pt x="1178" y="3800"/>
                    <a:pt x="1522" y="3455"/>
                    <a:pt x="1522" y="3034"/>
                  </a:cubicBezTo>
                  <a:lnTo>
                    <a:pt x="1522" y="1895"/>
                  </a:lnTo>
                  <a:lnTo>
                    <a:pt x="2470" y="0"/>
                  </a:ln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4" name="Google Shape;8274;p63"/>
            <p:cNvSpPr/>
            <p:nvPr/>
          </p:nvSpPr>
          <p:spPr>
            <a:xfrm>
              <a:off x="2788829" y="2102101"/>
              <a:ext cx="27415" cy="99788"/>
            </a:xfrm>
            <a:custGeom>
              <a:avLst/>
              <a:gdLst/>
              <a:ahLst/>
              <a:cxnLst/>
              <a:rect l="l" t="t" r="r" b="b"/>
              <a:pathLst>
                <a:path w="1044" h="3800" extrusionOk="0">
                  <a:moveTo>
                    <a:pt x="527" y="0"/>
                  </a:moveTo>
                  <a:cubicBezTo>
                    <a:pt x="441" y="0"/>
                    <a:pt x="364" y="58"/>
                    <a:pt x="335" y="144"/>
                  </a:cubicBezTo>
                  <a:lnTo>
                    <a:pt x="0" y="1512"/>
                  </a:lnTo>
                  <a:lnTo>
                    <a:pt x="0" y="3034"/>
                  </a:lnTo>
                  <a:cubicBezTo>
                    <a:pt x="0" y="3455"/>
                    <a:pt x="335" y="3800"/>
                    <a:pt x="756" y="3800"/>
                  </a:cubicBezTo>
                  <a:cubicBezTo>
                    <a:pt x="852" y="3800"/>
                    <a:pt x="948" y="3781"/>
                    <a:pt x="1044" y="3742"/>
                  </a:cubicBezTo>
                  <a:cubicBezTo>
                    <a:pt x="756" y="3627"/>
                    <a:pt x="565" y="3350"/>
                    <a:pt x="565" y="3034"/>
                  </a:cubicBezTo>
                  <a:lnTo>
                    <a:pt x="565" y="1522"/>
                  </a:lnTo>
                  <a:lnTo>
                    <a:pt x="948" y="0"/>
                  </a:ln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75" name="Google Shape;8275;p63"/>
          <p:cNvGrpSpPr/>
          <p:nvPr/>
        </p:nvGrpSpPr>
        <p:grpSpPr>
          <a:xfrm>
            <a:off x="3097500" y="1836716"/>
            <a:ext cx="318928" cy="319217"/>
            <a:chOff x="3111775" y="1993516"/>
            <a:chExt cx="318928" cy="319217"/>
          </a:xfrm>
        </p:grpSpPr>
        <p:sp>
          <p:nvSpPr>
            <p:cNvPr id="8276" name="Google Shape;8276;p63"/>
            <p:cNvSpPr/>
            <p:nvPr/>
          </p:nvSpPr>
          <p:spPr>
            <a:xfrm>
              <a:off x="3204263" y="2013894"/>
              <a:ext cx="154067" cy="140964"/>
            </a:xfrm>
            <a:custGeom>
              <a:avLst/>
              <a:gdLst/>
              <a:ahLst/>
              <a:cxnLst/>
              <a:rect l="l" t="t" r="r" b="b"/>
              <a:pathLst>
                <a:path w="5867" h="5368" extrusionOk="0">
                  <a:moveTo>
                    <a:pt x="584" y="0"/>
                  </a:moveTo>
                  <a:cubicBezTo>
                    <a:pt x="268" y="0"/>
                    <a:pt x="0" y="268"/>
                    <a:pt x="0" y="594"/>
                  </a:cubicBezTo>
                  <a:lnTo>
                    <a:pt x="0" y="3713"/>
                  </a:lnTo>
                  <a:cubicBezTo>
                    <a:pt x="0" y="4039"/>
                    <a:pt x="268" y="4307"/>
                    <a:pt x="584" y="4307"/>
                  </a:cubicBezTo>
                  <a:lnTo>
                    <a:pt x="2153" y="4307"/>
                  </a:lnTo>
                  <a:lnTo>
                    <a:pt x="3723" y="5350"/>
                  </a:lnTo>
                  <a:cubicBezTo>
                    <a:pt x="3740" y="5362"/>
                    <a:pt x="3758" y="5367"/>
                    <a:pt x="3777" y="5367"/>
                  </a:cubicBezTo>
                  <a:cubicBezTo>
                    <a:pt x="3831" y="5367"/>
                    <a:pt x="3883" y="5319"/>
                    <a:pt x="3876" y="5254"/>
                  </a:cubicBezTo>
                  <a:lnTo>
                    <a:pt x="3713" y="4307"/>
                  </a:lnTo>
                  <a:lnTo>
                    <a:pt x="5283" y="4307"/>
                  </a:lnTo>
                  <a:cubicBezTo>
                    <a:pt x="5599" y="4307"/>
                    <a:pt x="5867" y="4039"/>
                    <a:pt x="5867" y="3713"/>
                  </a:cubicBezTo>
                  <a:lnTo>
                    <a:pt x="5867" y="594"/>
                  </a:lnTo>
                  <a:cubicBezTo>
                    <a:pt x="5867" y="268"/>
                    <a:pt x="5608" y="0"/>
                    <a:pt x="5283"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7" name="Google Shape;8277;p63"/>
            <p:cNvSpPr/>
            <p:nvPr/>
          </p:nvSpPr>
          <p:spPr>
            <a:xfrm>
              <a:off x="3204263" y="2013894"/>
              <a:ext cx="143773" cy="102808"/>
            </a:xfrm>
            <a:custGeom>
              <a:avLst/>
              <a:gdLst/>
              <a:ahLst/>
              <a:cxnLst/>
              <a:rect l="l" t="t" r="r" b="b"/>
              <a:pathLst>
                <a:path w="5475" h="3915" extrusionOk="0">
                  <a:moveTo>
                    <a:pt x="584" y="0"/>
                  </a:moveTo>
                  <a:cubicBezTo>
                    <a:pt x="259" y="0"/>
                    <a:pt x="0" y="268"/>
                    <a:pt x="0" y="594"/>
                  </a:cubicBezTo>
                  <a:lnTo>
                    <a:pt x="0" y="3723"/>
                  </a:lnTo>
                  <a:cubicBezTo>
                    <a:pt x="0" y="3780"/>
                    <a:pt x="10" y="3847"/>
                    <a:pt x="38" y="3914"/>
                  </a:cubicBezTo>
                  <a:lnTo>
                    <a:pt x="4498" y="3914"/>
                  </a:lnTo>
                  <a:cubicBezTo>
                    <a:pt x="5034" y="3914"/>
                    <a:pt x="5474" y="3474"/>
                    <a:pt x="5474" y="2938"/>
                  </a:cubicBezTo>
                  <a:lnTo>
                    <a:pt x="5474" y="38"/>
                  </a:lnTo>
                  <a:cubicBezTo>
                    <a:pt x="5417" y="19"/>
                    <a:pt x="5350" y="0"/>
                    <a:pt x="5283"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8" name="Google Shape;8278;p63"/>
            <p:cNvSpPr/>
            <p:nvPr/>
          </p:nvSpPr>
          <p:spPr>
            <a:xfrm>
              <a:off x="3112773" y="2137788"/>
              <a:ext cx="112865" cy="113102"/>
            </a:xfrm>
            <a:custGeom>
              <a:avLst/>
              <a:gdLst/>
              <a:ahLst/>
              <a:cxnLst/>
              <a:rect l="l" t="t" r="r" b="b"/>
              <a:pathLst>
                <a:path w="4298" h="4307" extrusionOk="0">
                  <a:moveTo>
                    <a:pt x="2144" y="0"/>
                  </a:moveTo>
                  <a:cubicBezTo>
                    <a:pt x="1206" y="0"/>
                    <a:pt x="508" y="756"/>
                    <a:pt x="441" y="1675"/>
                  </a:cubicBezTo>
                  <a:cubicBezTo>
                    <a:pt x="383" y="2345"/>
                    <a:pt x="249" y="2996"/>
                    <a:pt x="39" y="3637"/>
                  </a:cubicBezTo>
                  <a:cubicBezTo>
                    <a:pt x="1" y="3752"/>
                    <a:pt x="48" y="3886"/>
                    <a:pt x="163" y="3934"/>
                  </a:cubicBezTo>
                  <a:cubicBezTo>
                    <a:pt x="556" y="4116"/>
                    <a:pt x="986" y="4240"/>
                    <a:pt x="1417" y="4307"/>
                  </a:cubicBezTo>
                  <a:lnTo>
                    <a:pt x="2872" y="4307"/>
                  </a:lnTo>
                  <a:cubicBezTo>
                    <a:pt x="3302" y="4240"/>
                    <a:pt x="3723" y="4125"/>
                    <a:pt x="4116" y="3943"/>
                  </a:cubicBezTo>
                  <a:cubicBezTo>
                    <a:pt x="4240" y="3895"/>
                    <a:pt x="4298" y="3752"/>
                    <a:pt x="4240" y="3637"/>
                  </a:cubicBezTo>
                  <a:cubicBezTo>
                    <a:pt x="4039" y="2996"/>
                    <a:pt x="3905" y="2345"/>
                    <a:pt x="3848" y="1675"/>
                  </a:cubicBezTo>
                  <a:cubicBezTo>
                    <a:pt x="3781" y="756"/>
                    <a:pt x="3082" y="0"/>
                    <a:pt x="214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9" name="Google Shape;8279;p63"/>
            <p:cNvSpPr/>
            <p:nvPr/>
          </p:nvSpPr>
          <p:spPr>
            <a:xfrm>
              <a:off x="3143182" y="2138025"/>
              <a:ext cx="82220" cy="112865"/>
            </a:xfrm>
            <a:custGeom>
              <a:avLst/>
              <a:gdLst/>
              <a:ahLst/>
              <a:cxnLst/>
              <a:rect l="l" t="t" r="r" b="b"/>
              <a:pathLst>
                <a:path w="3131" h="4298" extrusionOk="0">
                  <a:moveTo>
                    <a:pt x="977" y="1"/>
                  </a:moveTo>
                  <a:cubicBezTo>
                    <a:pt x="259" y="1"/>
                    <a:pt x="1" y="987"/>
                    <a:pt x="613" y="1350"/>
                  </a:cubicBezTo>
                  <a:cubicBezTo>
                    <a:pt x="632" y="1360"/>
                    <a:pt x="651" y="1379"/>
                    <a:pt x="680" y="1389"/>
                  </a:cubicBezTo>
                  <a:lnTo>
                    <a:pt x="1226" y="4298"/>
                  </a:lnTo>
                  <a:lnTo>
                    <a:pt x="1714" y="4298"/>
                  </a:lnTo>
                  <a:cubicBezTo>
                    <a:pt x="2144" y="4231"/>
                    <a:pt x="2565" y="4116"/>
                    <a:pt x="2958" y="3934"/>
                  </a:cubicBezTo>
                  <a:cubicBezTo>
                    <a:pt x="3073" y="3877"/>
                    <a:pt x="3130" y="3743"/>
                    <a:pt x="3082" y="3628"/>
                  </a:cubicBezTo>
                  <a:cubicBezTo>
                    <a:pt x="2872" y="2996"/>
                    <a:pt x="2738" y="2336"/>
                    <a:pt x="2680" y="1676"/>
                  </a:cubicBezTo>
                  <a:cubicBezTo>
                    <a:pt x="2613" y="757"/>
                    <a:pt x="1924" y="1"/>
                    <a:pt x="97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0" name="Google Shape;8280;p63"/>
            <p:cNvSpPr/>
            <p:nvPr/>
          </p:nvSpPr>
          <p:spPr>
            <a:xfrm>
              <a:off x="3111775" y="2223238"/>
              <a:ext cx="113102" cy="89231"/>
            </a:xfrm>
            <a:custGeom>
              <a:avLst/>
              <a:gdLst/>
              <a:ahLst/>
              <a:cxnLst/>
              <a:rect l="l" t="t" r="r" b="b"/>
              <a:pathLst>
                <a:path w="4307" h="3398" extrusionOk="0">
                  <a:moveTo>
                    <a:pt x="1436" y="0"/>
                  </a:moveTo>
                  <a:lnTo>
                    <a:pt x="1436" y="718"/>
                  </a:lnTo>
                  <a:cubicBezTo>
                    <a:pt x="1436" y="890"/>
                    <a:pt x="1331" y="1062"/>
                    <a:pt x="1168" y="1139"/>
                  </a:cubicBezTo>
                  <a:lnTo>
                    <a:pt x="402" y="1531"/>
                  </a:lnTo>
                  <a:cubicBezTo>
                    <a:pt x="153" y="1646"/>
                    <a:pt x="0" y="1895"/>
                    <a:pt x="0" y="2173"/>
                  </a:cubicBezTo>
                  <a:lnTo>
                    <a:pt x="0" y="3158"/>
                  </a:lnTo>
                  <a:cubicBezTo>
                    <a:pt x="0" y="3283"/>
                    <a:pt x="115" y="3398"/>
                    <a:pt x="240" y="3398"/>
                  </a:cubicBezTo>
                  <a:lnTo>
                    <a:pt x="4068" y="3398"/>
                  </a:lnTo>
                  <a:cubicBezTo>
                    <a:pt x="4202" y="3398"/>
                    <a:pt x="4307" y="3283"/>
                    <a:pt x="4307" y="3158"/>
                  </a:cubicBezTo>
                  <a:lnTo>
                    <a:pt x="4307" y="2173"/>
                  </a:lnTo>
                  <a:cubicBezTo>
                    <a:pt x="4307" y="1895"/>
                    <a:pt x="4154" y="1646"/>
                    <a:pt x="3905" y="1531"/>
                  </a:cubicBezTo>
                  <a:lnTo>
                    <a:pt x="3139" y="1139"/>
                  </a:lnTo>
                  <a:cubicBezTo>
                    <a:pt x="2977" y="1062"/>
                    <a:pt x="2871" y="890"/>
                    <a:pt x="2871" y="718"/>
                  </a:cubicBezTo>
                  <a:lnTo>
                    <a:pt x="2871"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1" name="Google Shape;8281;p63"/>
            <p:cNvSpPr/>
            <p:nvPr/>
          </p:nvSpPr>
          <p:spPr>
            <a:xfrm>
              <a:off x="3149222" y="2223238"/>
              <a:ext cx="38208" cy="25157"/>
            </a:xfrm>
            <a:custGeom>
              <a:avLst/>
              <a:gdLst/>
              <a:ahLst/>
              <a:cxnLst/>
              <a:rect l="l" t="t" r="r" b="b"/>
              <a:pathLst>
                <a:path w="1455" h="958" extrusionOk="0">
                  <a:moveTo>
                    <a:pt x="10" y="0"/>
                  </a:moveTo>
                  <a:lnTo>
                    <a:pt x="10" y="718"/>
                  </a:lnTo>
                  <a:cubicBezTo>
                    <a:pt x="10" y="747"/>
                    <a:pt x="0" y="785"/>
                    <a:pt x="0" y="814"/>
                  </a:cubicBezTo>
                  <a:cubicBezTo>
                    <a:pt x="230" y="909"/>
                    <a:pt x="479" y="957"/>
                    <a:pt x="728" y="957"/>
                  </a:cubicBezTo>
                  <a:cubicBezTo>
                    <a:pt x="976" y="957"/>
                    <a:pt x="1225" y="909"/>
                    <a:pt x="1455" y="814"/>
                  </a:cubicBezTo>
                  <a:cubicBezTo>
                    <a:pt x="1455" y="785"/>
                    <a:pt x="1445" y="747"/>
                    <a:pt x="1445" y="718"/>
                  </a:cubicBezTo>
                  <a:lnTo>
                    <a:pt x="1445"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2" name="Google Shape;8282;p63"/>
            <p:cNvSpPr/>
            <p:nvPr/>
          </p:nvSpPr>
          <p:spPr>
            <a:xfrm>
              <a:off x="3112011" y="2256142"/>
              <a:ext cx="113128" cy="56328"/>
            </a:xfrm>
            <a:custGeom>
              <a:avLst/>
              <a:gdLst/>
              <a:ahLst/>
              <a:cxnLst/>
              <a:rect l="l" t="t" r="r" b="b"/>
              <a:pathLst>
                <a:path w="4308" h="2145" extrusionOk="0">
                  <a:moveTo>
                    <a:pt x="939" y="1"/>
                  </a:moveTo>
                  <a:lnTo>
                    <a:pt x="393" y="278"/>
                  </a:lnTo>
                  <a:cubicBezTo>
                    <a:pt x="154" y="393"/>
                    <a:pt x="1" y="642"/>
                    <a:pt x="1" y="920"/>
                  </a:cubicBezTo>
                  <a:lnTo>
                    <a:pt x="1" y="1905"/>
                  </a:lnTo>
                  <a:cubicBezTo>
                    <a:pt x="1" y="2030"/>
                    <a:pt x="106" y="2145"/>
                    <a:pt x="240" y="2145"/>
                  </a:cubicBezTo>
                  <a:lnTo>
                    <a:pt x="4068" y="2145"/>
                  </a:lnTo>
                  <a:cubicBezTo>
                    <a:pt x="4193" y="2145"/>
                    <a:pt x="4307" y="2030"/>
                    <a:pt x="4307" y="1905"/>
                  </a:cubicBezTo>
                  <a:lnTo>
                    <a:pt x="4307" y="920"/>
                  </a:lnTo>
                  <a:cubicBezTo>
                    <a:pt x="4298" y="642"/>
                    <a:pt x="4145" y="393"/>
                    <a:pt x="3896" y="278"/>
                  </a:cubicBezTo>
                  <a:lnTo>
                    <a:pt x="3350" y="1"/>
                  </a:lnTo>
                  <a:cubicBezTo>
                    <a:pt x="3068" y="436"/>
                    <a:pt x="2609" y="654"/>
                    <a:pt x="2148" y="654"/>
                  </a:cubicBezTo>
                  <a:cubicBezTo>
                    <a:pt x="1688" y="654"/>
                    <a:pt x="1226" y="436"/>
                    <a:pt x="93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3" name="Google Shape;8283;p63"/>
            <p:cNvSpPr/>
            <p:nvPr/>
          </p:nvSpPr>
          <p:spPr>
            <a:xfrm>
              <a:off x="3130629" y="2174106"/>
              <a:ext cx="75419" cy="61711"/>
            </a:xfrm>
            <a:custGeom>
              <a:avLst/>
              <a:gdLst/>
              <a:ahLst/>
              <a:cxnLst/>
              <a:rect l="l" t="t" r="r" b="b"/>
              <a:pathLst>
                <a:path w="2872" h="2350" extrusionOk="0">
                  <a:moveTo>
                    <a:pt x="1112" y="1"/>
                  </a:moveTo>
                  <a:cubicBezTo>
                    <a:pt x="1021" y="1"/>
                    <a:pt x="931" y="49"/>
                    <a:pt x="890" y="139"/>
                  </a:cubicBezTo>
                  <a:cubicBezTo>
                    <a:pt x="814" y="302"/>
                    <a:pt x="699" y="445"/>
                    <a:pt x="565" y="570"/>
                  </a:cubicBezTo>
                  <a:cubicBezTo>
                    <a:pt x="440" y="684"/>
                    <a:pt x="297" y="780"/>
                    <a:pt x="144" y="857"/>
                  </a:cubicBezTo>
                  <a:cubicBezTo>
                    <a:pt x="48" y="905"/>
                    <a:pt x="0" y="1000"/>
                    <a:pt x="19" y="1106"/>
                  </a:cubicBezTo>
                  <a:cubicBezTo>
                    <a:pt x="105" y="1814"/>
                    <a:pt x="718" y="2350"/>
                    <a:pt x="1436" y="2350"/>
                  </a:cubicBezTo>
                  <a:cubicBezTo>
                    <a:pt x="2182" y="2350"/>
                    <a:pt x="2804" y="1775"/>
                    <a:pt x="2871" y="1029"/>
                  </a:cubicBezTo>
                  <a:cubicBezTo>
                    <a:pt x="2871" y="962"/>
                    <a:pt x="2842" y="885"/>
                    <a:pt x="2785" y="838"/>
                  </a:cubicBezTo>
                  <a:cubicBezTo>
                    <a:pt x="2316" y="445"/>
                    <a:pt x="1761" y="158"/>
                    <a:pt x="1158" y="5"/>
                  </a:cubicBezTo>
                  <a:cubicBezTo>
                    <a:pt x="1143" y="2"/>
                    <a:pt x="1127" y="1"/>
                    <a:pt x="1112"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4" name="Google Shape;8284;p63"/>
            <p:cNvSpPr/>
            <p:nvPr/>
          </p:nvSpPr>
          <p:spPr>
            <a:xfrm>
              <a:off x="3130629" y="2174106"/>
              <a:ext cx="75419" cy="61212"/>
            </a:xfrm>
            <a:custGeom>
              <a:avLst/>
              <a:gdLst/>
              <a:ahLst/>
              <a:cxnLst/>
              <a:rect l="l" t="t" r="r" b="b"/>
              <a:pathLst>
                <a:path w="2872" h="2331" extrusionOk="0">
                  <a:moveTo>
                    <a:pt x="1112" y="1"/>
                  </a:moveTo>
                  <a:cubicBezTo>
                    <a:pt x="1021" y="1"/>
                    <a:pt x="931" y="49"/>
                    <a:pt x="890" y="139"/>
                  </a:cubicBezTo>
                  <a:cubicBezTo>
                    <a:pt x="833" y="254"/>
                    <a:pt x="766" y="359"/>
                    <a:pt x="670" y="455"/>
                  </a:cubicBezTo>
                  <a:cubicBezTo>
                    <a:pt x="641" y="493"/>
                    <a:pt x="603" y="531"/>
                    <a:pt x="565" y="570"/>
                  </a:cubicBezTo>
                  <a:cubicBezTo>
                    <a:pt x="440" y="675"/>
                    <a:pt x="297" y="771"/>
                    <a:pt x="144" y="857"/>
                  </a:cubicBezTo>
                  <a:cubicBezTo>
                    <a:pt x="48" y="895"/>
                    <a:pt x="0" y="1000"/>
                    <a:pt x="10" y="1106"/>
                  </a:cubicBezTo>
                  <a:cubicBezTo>
                    <a:pt x="96" y="1728"/>
                    <a:pt x="584" y="2235"/>
                    <a:pt x="1215" y="2331"/>
                  </a:cubicBezTo>
                  <a:cubicBezTo>
                    <a:pt x="890" y="2130"/>
                    <a:pt x="699" y="1775"/>
                    <a:pt x="718" y="1393"/>
                  </a:cubicBezTo>
                  <a:lnTo>
                    <a:pt x="718" y="1048"/>
                  </a:lnTo>
                  <a:cubicBezTo>
                    <a:pt x="775" y="1010"/>
                    <a:pt x="823" y="972"/>
                    <a:pt x="881" y="924"/>
                  </a:cubicBezTo>
                  <a:cubicBezTo>
                    <a:pt x="1014" y="809"/>
                    <a:pt x="1129" y="665"/>
                    <a:pt x="1225" y="522"/>
                  </a:cubicBezTo>
                  <a:cubicBezTo>
                    <a:pt x="1684" y="665"/>
                    <a:pt x="2106" y="895"/>
                    <a:pt x="2469" y="1201"/>
                  </a:cubicBezTo>
                  <a:cubicBezTo>
                    <a:pt x="2517" y="1240"/>
                    <a:pt x="2632" y="1345"/>
                    <a:pt x="2756" y="1460"/>
                  </a:cubicBezTo>
                  <a:cubicBezTo>
                    <a:pt x="2814" y="1326"/>
                    <a:pt x="2852" y="1182"/>
                    <a:pt x="2862" y="1029"/>
                  </a:cubicBezTo>
                  <a:cubicBezTo>
                    <a:pt x="2871" y="952"/>
                    <a:pt x="2842" y="885"/>
                    <a:pt x="2785" y="838"/>
                  </a:cubicBezTo>
                  <a:cubicBezTo>
                    <a:pt x="2316" y="445"/>
                    <a:pt x="1761" y="158"/>
                    <a:pt x="1158" y="5"/>
                  </a:cubicBezTo>
                  <a:cubicBezTo>
                    <a:pt x="1143" y="2"/>
                    <a:pt x="1127" y="1"/>
                    <a:pt x="1112"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5" name="Google Shape;8285;p63"/>
            <p:cNvSpPr/>
            <p:nvPr/>
          </p:nvSpPr>
          <p:spPr>
            <a:xfrm>
              <a:off x="3111775" y="2268957"/>
              <a:ext cx="25157" cy="43513"/>
            </a:xfrm>
            <a:custGeom>
              <a:avLst/>
              <a:gdLst/>
              <a:ahLst/>
              <a:cxnLst/>
              <a:rect l="l" t="t" r="r" b="b"/>
              <a:pathLst>
                <a:path w="958" h="1657" extrusionOk="0">
                  <a:moveTo>
                    <a:pt x="153" y="1"/>
                  </a:moveTo>
                  <a:cubicBezTo>
                    <a:pt x="58" y="125"/>
                    <a:pt x="0" y="279"/>
                    <a:pt x="0" y="432"/>
                  </a:cubicBezTo>
                  <a:lnTo>
                    <a:pt x="0" y="1417"/>
                  </a:lnTo>
                  <a:cubicBezTo>
                    <a:pt x="0" y="1551"/>
                    <a:pt x="115" y="1657"/>
                    <a:pt x="240" y="1657"/>
                  </a:cubicBezTo>
                  <a:lnTo>
                    <a:pt x="957" y="1657"/>
                  </a:lnTo>
                  <a:lnTo>
                    <a:pt x="957" y="881"/>
                  </a:lnTo>
                  <a:cubicBezTo>
                    <a:pt x="957" y="738"/>
                    <a:pt x="890" y="594"/>
                    <a:pt x="785" y="508"/>
                  </a:cubicBezTo>
                  <a:lnTo>
                    <a:pt x="15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6" name="Google Shape;8286;p63"/>
            <p:cNvSpPr/>
            <p:nvPr/>
          </p:nvSpPr>
          <p:spPr>
            <a:xfrm>
              <a:off x="3199720" y="2268957"/>
              <a:ext cx="25157" cy="43513"/>
            </a:xfrm>
            <a:custGeom>
              <a:avLst/>
              <a:gdLst/>
              <a:ahLst/>
              <a:cxnLst/>
              <a:rect l="l" t="t" r="r" b="b"/>
              <a:pathLst>
                <a:path w="958" h="1657" extrusionOk="0">
                  <a:moveTo>
                    <a:pt x="814" y="1"/>
                  </a:moveTo>
                  <a:lnTo>
                    <a:pt x="183" y="508"/>
                  </a:lnTo>
                  <a:cubicBezTo>
                    <a:pt x="68" y="594"/>
                    <a:pt x="1" y="738"/>
                    <a:pt x="1" y="881"/>
                  </a:cubicBezTo>
                  <a:lnTo>
                    <a:pt x="1" y="1657"/>
                  </a:lnTo>
                  <a:lnTo>
                    <a:pt x="719" y="1657"/>
                  </a:lnTo>
                  <a:cubicBezTo>
                    <a:pt x="853" y="1657"/>
                    <a:pt x="958" y="1551"/>
                    <a:pt x="958" y="1417"/>
                  </a:cubicBezTo>
                  <a:lnTo>
                    <a:pt x="958" y="432"/>
                  </a:lnTo>
                  <a:cubicBezTo>
                    <a:pt x="958" y="279"/>
                    <a:pt x="900" y="125"/>
                    <a:pt x="81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7" name="Google Shape;8287;p63"/>
            <p:cNvSpPr/>
            <p:nvPr/>
          </p:nvSpPr>
          <p:spPr>
            <a:xfrm>
              <a:off x="3325636" y="2149343"/>
              <a:ext cx="30934" cy="67882"/>
            </a:xfrm>
            <a:custGeom>
              <a:avLst/>
              <a:gdLst/>
              <a:ahLst/>
              <a:cxnLst/>
              <a:rect l="l" t="t" r="r" b="b"/>
              <a:pathLst>
                <a:path w="1178" h="2585" extrusionOk="0">
                  <a:moveTo>
                    <a:pt x="699" y="1"/>
                  </a:moveTo>
                  <a:cubicBezTo>
                    <a:pt x="316" y="1"/>
                    <a:pt x="1" y="316"/>
                    <a:pt x="1" y="699"/>
                  </a:cubicBezTo>
                  <a:lnTo>
                    <a:pt x="1" y="862"/>
                  </a:lnTo>
                  <a:cubicBezTo>
                    <a:pt x="1" y="1063"/>
                    <a:pt x="29" y="1273"/>
                    <a:pt x="96" y="1465"/>
                  </a:cubicBezTo>
                  <a:lnTo>
                    <a:pt x="470" y="2585"/>
                  </a:lnTo>
                  <a:lnTo>
                    <a:pt x="1178" y="2585"/>
                  </a:lnTo>
                  <a:lnTo>
                    <a:pt x="1178"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8" name="Google Shape;8288;p63"/>
            <p:cNvSpPr/>
            <p:nvPr/>
          </p:nvSpPr>
          <p:spPr>
            <a:xfrm>
              <a:off x="3337952" y="2143067"/>
              <a:ext cx="73922" cy="73896"/>
            </a:xfrm>
            <a:custGeom>
              <a:avLst/>
              <a:gdLst/>
              <a:ahLst/>
              <a:cxnLst/>
              <a:rect l="l" t="t" r="r" b="b"/>
              <a:pathLst>
                <a:path w="2815" h="2814" extrusionOk="0">
                  <a:moveTo>
                    <a:pt x="709" y="0"/>
                  </a:moveTo>
                  <a:cubicBezTo>
                    <a:pt x="316" y="0"/>
                    <a:pt x="1" y="316"/>
                    <a:pt x="1" y="708"/>
                  </a:cubicBezTo>
                  <a:cubicBezTo>
                    <a:pt x="1" y="967"/>
                    <a:pt x="211" y="1177"/>
                    <a:pt x="469" y="1177"/>
                  </a:cubicBezTo>
                  <a:lnTo>
                    <a:pt x="2345" y="2814"/>
                  </a:lnTo>
                  <a:lnTo>
                    <a:pt x="2747" y="1426"/>
                  </a:lnTo>
                  <a:cubicBezTo>
                    <a:pt x="2795" y="1254"/>
                    <a:pt x="2814" y="1082"/>
                    <a:pt x="2814" y="909"/>
                  </a:cubicBezTo>
                  <a:lnTo>
                    <a:pt x="2814" y="469"/>
                  </a:lnTo>
                  <a:cubicBezTo>
                    <a:pt x="2814" y="211"/>
                    <a:pt x="2604" y="0"/>
                    <a:pt x="234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9" name="Google Shape;8289;p63"/>
            <p:cNvSpPr/>
            <p:nvPr/>
          </p:nvSpPr>
          <p:spPr>
            <a:xfrm>
              <a:off x="3350268" y="2235554"/>
              <a:ext cx="36974" cy="27153"/>
            </a:xfrm>
            <a:custGeom>
              <a:avLst/>
              <a:gdLst/>
              <a:ahLst/>
              <a:cxnLst/>
              <a:rect l="l" t="t" r="r" b="b"/>
              <a:pathLst>
                <a:path w="1408" h="1034" extrusionOk="0">
                  <a:moveTo>
                    <a:pt x="0" y="0"/>
                  </a:moveTo>
                  <a:lnTo>
                    <a:pt x="0" y="1034"/>
                  </a:lnTo>
                  <a:lnTo>
                    <a:pt x="1407" y="1034"/>
                  </a:lnTo>
                  <a:lnTo>
                    <a:pt x="1407"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0" name="Google Shape;8290;p63"/>
            <p:cNvSpPr/>
            <p:nvPr/>
          </p:nvSpPr>
          <p:spPr>
            <a:xfrm>
              <a:off x="3350268" y="2235554"/>
              <a:ext cx="36974" cy="14916"/>
            </a:xfrm>
            <a:custGeom>
              <a:avLst/>
              <a:gdLst/>
              <a:ahLst/>
              <a:cxnLst/>
              <a:rect l="l" t="t" r="r" b="b"/>
              <a:pathLst>
                <a:path w="1408" h="568" extrusionOk="0">
                  <a:moveTo>
                    <a:pt x="0" y="0"/>
                  </a:moveTo>
                  <a:lnTo>
                    <a:pt x="0" y="431"/>
                  </a:lnTo>
                  <a:cubicBezTo>
                    <a:pt x="225" y="522"/>
                    <a:pt x="465" y="567"/>
                    <a:pt x="704" y="567"/>
                  </a:cubicBezTo>
                  <a:cubicBezTo>
                    <a:pt x="943" y="567"/>
                    <a:pt x="1182" y="522"/>
                    <a:pt x="1407" y="431"/>
                  </a:cubicBezTo>
                  <a:lnTo>
                    <a:pt x="1407"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1" name="Google Shape;8291;p63"/>
            <p:cNvSpPr/>
            <p:nvPr/>
          </p:nvSpPr>
          <p:spPr>
            <a:xfrm>
              <a:off x="3307044" y="2250365"/>
              <a:ext cx="123658" cy="62367"/>
            </a:xfrm>
            <a:custGeom>
              <a:avLst/>
              <a:gdLst/>
              <a:ahLst/>
              <a:cxnLst/>
              <a:rect l="l" t="t" r="r" b="b"/>
              <a:pathLst>
                <a:path w="4709" h="2375" extrusionOk="0">
                  <a:moveTo>
                    <a:pt x="1646" y="1"/>
                  </a:moveTo>
                  <a:lnTo>
                    <a:pt x="517" y="326"/>
                  </a:lnTo>
                  <a:cubicBezTo>
                    <a:pt x="211" y="412"/>
                    <a:pt x="0" y="690"/>
                    <a:pt x="0" y="1006"/>
                  </a:cubicBezTo>
                  <a:lnTo>
                    <a:pt x="0" y="2135"/>
                  </a:lnTo>
                  <a:cubicBezTo>
                    <a:pt x="0" y="2269"/>
                    <a:pt x="115" y="2374"/>
                    <a:pt x="240" y="2374"/>
                  </a:cubicBezTo>
                  <a:lnTo>
                    <a:pt x="4470" y="2374"/>
                  </a:lnTo>
                  <a:cubicBezTo>
                    <a:pt x="4594" y="2374"/>
                    <a:pt x="4709" y="2269"/>
                    <a:pt x="4709" y="2135"/>
                  </a:cubicBezTo>
                  <a:lnTo>
                    <a:pt x="4709" y="1006"/>
                  </a:lnTo>
                  <a:cubicBezTo>
                    <a:pt x="4709" y="690"/>
                    <a:pt x="4489" y="412"/>
                    <a:pt x="4183" y="326"/>
                  </a:cubicBezTo>
                  <a:lnTo>
                    <a:pt x="3053" y="1"/>
                  </a:lnTo>
                  <a:lnTo>
                    <a:pt x="2355" y="470"/>
                  </a:lnTo>
                  <a:lnTo>
                    <a:pt x="1646"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2" name="Google Shape;8292;p63"/>
            <p:cNvSpPr/>
            <p:nvPr/>
          </p:nvSpPr>
          <p:spPr>
            <a:xfrm>
              <a:off x="3362584" y="2262681"/>
              <a:ext cx="12342" cy="49789"/>
            </a:xfrm>
            <a:custGeom>
              <a:avLst/>
              <a:gdLst/>
              <a:ahLst/>
              <a:cxnLst/>
              <a:rect l="l" t="t" r="r" b="b"/>
              <a:pathLst>
                <a:path w="470" h="1896" extrusionOk="0">
                  <a:moveTo>
                    <a:pt x="115" y="1"/>
                  </a:moveTo>
                  <a:lnTo>
                    <a:pt x="0" y="1896"/>
                  </a:lnTo>
                  <a:lnTo>
                    <a:pt x="469" y="1896"/>
                  </a:lnTo>
                  <a:lnTo>
                    <a:pt x="355" y="1"/>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3" name="Google Shape;8293;p63"/>
            <p:cNvSpPr/>
            <p:nvPr/>
          </p:nvSpPr>
          <p:spPr>
            <a:xfrm>
              <a:off x="3331676" y="2173948"/>
              <a:ext cx="74158" cy="67646"/>
            </a:xfrm>
            <a:custGeom>
              <a:avLst/>
              <a:gdLst/>
              <a:ahLst/>
              <a:cxnLst/>
              <a:rect l="l" t="t" r="r" b="b"/>
              <a:pathLst>
                <a:path w="2824" h="2576" extrusionOk="0">
                  <a:moveTo>
                    <a:pt x="878" y="0"/>
                  </a:moveTo>
                  <a:cubicBezTo>
                    <a:pt x="764" y="0"/>
                    <a:pt x="653" y="48"/>
                    <a:pt x="565" y="135"/>
                  </a:cubicBezTo>
                  <a:lnTo>
                    <a:pt x="144" y="556"/>
                  </a:lnTo>
                  <a:cubicBezTo>
                    <a:pt x="58" y="652"/>
                    <a:pt x="0" y="767"/>
                    <a:pt x="0" y="891"/>
                  </a:cubicBezTo>
                  <a:lnTo>
                    <a:pt x="0" y="1169"/>
                  </a:lnTo>
                  <a:cubicBezTo>
                    <a:pt x="0" y="1944"/>
                    <a:pt x="632" y="2576"/>
                    <a:pt x="1417" y="2576"/>
                  </a:cubicBezTo>
                  <a:cubicBezTo>
                    <a:pt x="2192" y="2576"/>
                    <a:pt x="2824" y="1944"/>
                    <a:pt x="2824" y="1169"/>
                  </a:cubicBezTo>
                  <a:lnTo>
                    <a:pt x="2824" y="872"/>
                  </a:lnTo>
                  <a:cubicBezTo>
                    <a:pt x="2824" y="738"/>
                    <a:pt x="2776" y="623"/>
                    <a:pt x="2690" y="537"/>
                  </a:cubicBezTo>
                  <a:cubicBezTo>
                    <a:pt x="2326" y="183"/>
                    <a:pt x="1656" y="21"/>
                    <a:pt x="909" y="1"/>
                  </a:cubicBezTo>
                  <a:cubicBezTo>
                    <a:pt x="899" y="1"/>
                    <a:pt x="889" y="0"/>
                    <a:pt x="878"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4" name="Google Shape;8294;p63"/>
            <p:cNvSpPr/>
            <p:nvPr/>
          </p:nvSpPr>
          <p:spPr>
            <a:xfrm>
              <a:off x="3331676" y="2173975"/>
              <a:ext cx="73896" cy="66123"/>
            </a:xfrm>
            <a:custGeom>
              <a:avLst/>
              <a:gdLst/>
              <a:ahLst/>
              <a:cxnLst/>
              <a:rect l="l" t="t" r="r" b="b"/>
              <a:pathLst>
                <a:path w="2814" h="2518" extrusionOk="0">
                  <a:moveTo>
                    <a:pt x="909" y="0"/>
                  </a:moveTo>
                  <a:cubicBezTo>
                    <a:pt x="785" y="0"/>
                    <a:pt x="661" y="48"/>
                    <a:pt x="565" y="134"/>
                  </a:cubicBezTo>
                  <a:lnTo>
                    <a:pt x="144" y="565"/>
                  </a:lnTo>
                  <a:cubicBezTo>
                    <a:pt x="58" y="651"/>
                    <a:pt x="0" y="766"/>
                    <a:pt x="0" y="890"/>
                  </a:cubicBezTo>
                  <a:lnTo>
                    <a:pt x="0" y="1168"/>
                  </a:lnTo>
                  <a:cubicBezTo>
                    <a:pt x="0" y="1800"/>
                    <a:pt x="421" y="2345"/>
                    <a:pt x="1024" y="2517"/>
                  </a:cubicBezTo>
                  <a:cubicBezTo>
                    <a:pt x="823" y="2269"/>
                    <a:pt x="708" y="1962"/>
                    <a:pt x="708" y="1637"/>
                  </a:cubicBezTo>
                  <a:lnTo>
                    <a:pt x="708" y="957"/>
                  </a:lnTo>
                  <a:cubicBezTo>
                    <a:pt x="708" y="692"/>
                    <a:pt x="919" y="487"/>
                    <a:pt x="1172" y="487"/>
                  </a:cubicBezTo>
                  <a:cubicBezTo>
                    <a:pt x="1184" y="487"/>
                    <a:pt x="1195" y="488"/>
                    <a:pt x="1206" y="489"/>
                  </a:cubicBezTo>
                  <a:cubicBezTo>
                    <a:pt x="1685" y="517"/>
                    <a:pt x="2383" y="594"/>
                    <a:pt x="2814" y="804"/>
                  </a:cubicBezTo>
                  <a:cubicBezTo>
                    <a:pt x="2804" y="699"/>
                    <a:pt x="2757" y="613"/>
                    <a:pt x="2690" y="536"/>
                  </a:cubicBezTo>
                  <a:cubicBezTo>
                    <a:pt x="2326" y="182"/>
                    <a:pt x="1656" y="20"/>
                    <a:pt x="909"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5" name="Google Shape;8295;p63"/>
            <p:cNvSpPr/>
            <p:nvPr/>
          </p:nvSpPr>
          <p:spPr>
            <a:xfrm>
              <a:off x="3307281" y="2266200"/>
              <a:ext cx="24921" cy="46533"/>
            </a:xfrm>
            <a:custGeom>
              <a:avLst/>
              <a:gdLst/>
              <a:ahLst/>
              <a:cxnLst/>
              <a:rect l="l" t="t" r="r" b="b"/>
              <a:pathLst>
                <a:path w="949" h="1772" extrusionOk="0">
                  <a:moveTo>
                    <a:pt x="125" y="1"/>
                  </a:moveTo>
                  <a:cubicBezTo>
                    <a:pt x="49" y="125"/>
                    <a:pt x="1" y="259"/>
                    <a:pt x="1" y="403"/>
                  </a:cubicBezTo>
                  <a:lnTo>
                    <a:pt x="1" y="1532"/>
                  </a:lnTo>
                  <a:cubicBezTo>
                    <a:pt x="1" y="1666"/>
                    <a:pt x="106" y="1771"/>
                    <a:pt x="240" y="1771"/>
                  </a:cubicBezTo>
                  <a:lnTo>
                    <a:pt x="948" y="1771"/>
                  </a:lnTo>
                  <a:lnTo>
                    <a:pt x="948" y="1101"/>
                  </a:lnTo>
                  <a:lnTo>
                    <a:pt x="929" y="1101"/>
                  </a:lnTo>
                  <a:cubicBezTo>
                    <a:pt x="929" y="910"/>
                    <a:pt x="862" y="738"/>
                    <a:pt x="728" y="604"/>
                  </a:cubicBezTo>
                  <a:lnTo>
                    <a:pt x="125" y="1"/>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6" name="Google Shape;8296;p63"/>
            <p:cNvSpPr/>
            <p:nvPr/>
          </p:nvSpPr>
          <p:spPr>
            <a:xfrm>
              <a:off x="3405545" y="2266200"/>
              <a:ext cx="24658" cy="46533"/>
            </a:xfrm>
            <a:custGeom>
              <a:avLst/>
              <a:gdLst/>
              <a:ahLst/>
              <a:cxnLst/>
              <a:rect l="l" t="t" r="r" b="b"/>
              <a:pathLst>
                <a:path w="939" h="1772" extrusionOk="0">
                  <a:moveTo>
                    <a:pt x="814" y="1"/>
                  </a:moveTo>
                  <a:lnTo>
                    <a:pt x="211" y="604"/>
                  </a:lnTo>
                  <a:cubicBezTo>
                    <a:pt x="78" y="738"/>
                    <a:pt x="11" y="910"/>
                    <a:pt x="11" y="1101"/>
                  </a:cubicBezTo>
                  <a:lnTo>
                    <a:pt x="1" y="1101"/>
                  </a:lnTo>
                  <a:lnTo>
                    <a:pt x="1" y="1771"/>
                  </a:lnTo>
                  <a:lnTo>
                    <a:pt x="700" y="1771"/>
                  </a:lnTo>
                  <a:cubicBezTo>
                    <a:pt x="834" y="1771"/>
                    <a:pt x="939" y="1666"/>
                    <a:pt x="939" y="1532"/>
                  </a:cubicBezTo>
                  <a:lnTo>
                    <a:pt x="939" y="403"/>
                  </a:lnTo>
                  <a:cubicBezTo>
                    <a:pt x="939" y="259"/>
                    <a:pt x="891" y="125"/>
                    <a:pt x="814"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7" name="Google Shape;8297;p63"/>
            <p:cNvSpPr/>
            <p:nvPr/>
          </p:nvSpPr>
          <p:spPr>
            <a:xfrm>
              <a:off x="3362584" y="2262681"/>
              <a:ext cx="12342" cy="12342"/>
            </a:xfrm>
            <a:custGeom>
              <a:avLst/>
              <a:gdLst/>
              <a:ahLst/>
              <a:cxnLst/>
              <a:rect l="l" t="t" r="r" b="b"/>
              <a:pathLst>
                <a:path w="470" h="470" extrusionOk="0">
                  <a:moveTo>
                    <a:pt x="0" y="1"/>
                  </a:moveTo>
                  <a:lnTo>
                    <a:pt x="0" y="374"/>
                  </a:lnTo>
                  <a:cubicBezTo>
                    <a:pt x="0" y="431"/>
                    <a:pt x="39" y="470"/>
                    <a:pt x="96" y="470"/>
                  </a:cubicBezTo>
                  <a:lnTo>
                    <a:pt x="374" y="470"/>
                  </a:lnTo>
                  <a:cubicBezTo>
                    <a:pt x="422" y="470"/>
                    <a:pt x="469" y="431"/>
                    <a:pt x="469" y="374"/>
                  </a:cubicBezTo>
                  <a:lnTo>
                    <a:pt x="469" y="1"/>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8" name="Google Shape;8298;p63"/>
            <p:cNvSpPr/>
            <p:nvPr/>
          </p:nvSpPr>
          <p:spPr>
            <a:xfrm>
              <a:off x="3343493" y="2245481"/>
              <a:ext cx="25393" cy="25971"/>
            </a:xfrm>
            <a:custGeom>
              <a:avLst/>
              <a:gdLst/>
              <a:ahLst/>
              <a:cxnLst/>
              <a:rect l="l" t="t" r="r" b="b"/>
              <a:pathLst>
                <a:path w="967" h="989" extrusionOk="0">
                  <a:moveTo>
                    <a:pt x="221" y="0"/>
                  </a:moveTo>
                  <a:cubicBezTo>
                    <a:pt x="190" y="0"/>
                    <a:pt x="160" y="15"/>
                    <a:pt x="144" y="43"/>
                  </a:cubicBezTo>
                  <a:lnTo>
                    <a:pt x="0" y="263"/>
                  </a:lnTo>
                  <a:lnTo>
                    <a:pt x="354" y="914"/>
                  </a:lnTo>
                  <a:cubicBezTo>
                    <a:pt x="378" y="963"/>
                    <a:pt x="430" y="988"/>
                    <a:pt x="481" y="988"/>
                  </a:cubicBezTo>
                  <a:cubicBezTo>
                    <a:pt x="510" y="988"/>
                    <a:pt x="540" y="980"/>
                    <a:pt x="565" y="962"/>
                  </a:cubicBezTo>
                  <a:lnTo>
                    <a:pt x="967" y="656"/>
                  </a:lnTo>
                  <a:lnTo>
                    <a:pt x="287" y="24"/>
                  </a:lnTo>
                  <a:cubicBezTo>
                    <a:pt x="267" y="8"/>
                    <a:pt x="244" y="0"/>
                    <a:pt x="221"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9" name="Google Shape;8299;p63"/>
            <p:cNvSpPr/>
            <p:nvPr/>
          </p:nvSpPr>
          <p:spPr>
            <a:xfrm>
              <a:off x="3368860" y="2245559"/>
              <a:ext cx="25420" cy="26076"/>
            </a:xfrm>
            <a:custGeom>
              <a:avLst/>
              <a:gdLst/>
              <a:ahLst/>
              <a:cxnLst/>
              <a:rect l="l" t="t" r="r" b="b"/>
              <a:pathLst>
                <a:path w="968" h="993" extrusionOk="0">
                  <a:moveTo>
                    <a:pt x="748" y="0"/>
                  </a:moveTo>
                  <a:cubicBezTo>
                    <a:pt x="725" y="0"/>
                    <a:pt x="701" y="10"/>
                    <a:pt x="680" y="31"/>
                  </a:cubicBezTo>
                  <a:lnTo>
                    <a:pt x="1" y="653"/>
                  </a:lnTo>
                  <a:lnTo>
                    <a:pt x="393" y="959"/>
                  </a:lnTo>
                  <a:cubicBezTo>
                    <a:pt x="419" y="982"/>
                    <a:pt x="452" y="992"/>
                    <a:pt x="484" y="992"/>
                  </a:cubicBezTo>
                  <a:cubicBezTo>
                    <a:pt x="534" y="992"/>
                    <a:pt x="584" y="967"/>
                    <a:pt x="613" y="921"/>
                  </a:cubicBezTo>
                  <a:lnTo>
                    <a:pt x="967" y="260"/>
                  </a:lnTo>
                  <a:lnTo>
                    <a:pt x="824" y="50"/>
                  </a:lnTo>
                  <a:cubicBezTo>
                    <a:pt x="807" y="17"/>
                    <a:pt x="779" y="0"/>
                    <a:pt x="748"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0" name="Google Shape;8300;p63"/>
            <p:cNvSpPr/>
            <p:nvPr/>
          </p:nvSpPr>
          <p:spPr>
            <a:xfrm>
              <a:off x="3163297" y="1993516"/>
              <a:ext cx="174419" cy="150233"/>
            </a:xfrm>
            <a:custGeom>
              <a:avLst/>
              <a:gdLst/>
              <a:ahLst/>
              <a:cxnLst/>
              <a:rect l="l" t="t" r="r" b="b"/>
              <a:pathLst>
                <a:path w="6642" h="5721" extrusionOk="0">
                  <a:moveTo>
                    <a:pt x="584" y="1"/>
                  </a:moveTo>
                  <a:cubicBezTo>
                    <a:pt x="259" y="1"/>
                    <a:pt x="0" y="259"/>
                    <a:pt x="0" y="585"/>
                  </a:cubicBezTo>
                  <a:lnTo>
                    <a:pt x="0" y="3714"/>
                  </a:lnTo>
                  <a:cubicBezTo>
                    <a:pt x="0" y="4040"/>
                    <a:pt x="259" y="4298"/>
                    <a:pt x="584" y="4298"/>
                  </a:cubicBezTo>
                  <a:lnTo>
                    <a:pt x="2737" y="4298"/>
                  </a:lnTo>
                  <a:lnTo>
                    <a:pt x="2412" y="5600"/>
                  </a:lnTo>
                  <a:cubicBezTo>
                    <a:pt x="2397" y="5666"/>
                    <a:pt x="2450" y="5721"/>
                    <a:pt x="2511" y="5721"/>
                  </a:cubicBezTo>
                  <a:cubicBezTo>
                    <a:pt x="2529" y="5721"/>
                    <a:pt x="2547" y="5716"/>
                    <a:pt x="2565" y="5705"/>
                  </a:cubicBezTo>
                  <a:lnTo>
                    <a:pt x="4489" y="4298"/>
                  </a:lnTo>
                  <a:lnTo>
                    <a:pt x="6049" y="4298"/>
                  </a:lnTo>
                  <a:cubicBezTo>
                    <a:pt x="6374" y="4288"/>
                    <a:pt x="6642" y="4030"/>
                    <a:pt x="6642" y="3705"/>
                  </a:cubicBezTo>
                  <a:lnTo>
                    <a:pt x="6642" y="585"/>
                  </a:lnTo>
                  <a:cubicBezTo>
                    <a:pt x="6642" y="259"/>
                    <a:pt x="6384" y="1"/>
                    <a:pt x="6058"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1" name="Google Shape;8301;p63"/>
            <p:cNvSpPr/>
            <p:nvPr/>
          </p:nvSpPr>
          <p:spPr>
            <a:xfrm>
              <a:off x="3192446" y="2019172"/>
              <a:ext cx="28912" cy="10320"/>
            </a:xfrm>
            <a:custGeom>
              <a:avLst/>
              <a:gdLst/>
              <a:ahLst/>
              <a:cxnLst/>
              <a:rect l="l" t="t" r="r" b="b"/>
              <a:pathLst>
                <a:path w="1101" h="393" extrusionOk="0">
                  <a:moveTo>
                    <a:pt x="259" y="0"/>
                  </a:moveTo>
                  <a:cubicBezTo>
                    <a:pt x="0" y="0"/>
                    <a:pt x="0" y="393"/>
                    <a:pt x="259" y="393"/>
                  </a:cubicBezTo>
                  <a:lnTo>
                    <a:pt x="843" y="393"/>
                  </a:lnTo>
                  <a:cubicBezTo>
                    <a:pt x="1101" y="393"/>
                    <a:pt x="1101" y="0"/>
                    <a:pt x="84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2" name="Google Shape;8302;p63"/>
            <p:cNvSpPr/>
            <p:nvPr/>
          </p:nvSpPr>
          <p:spPr>
            <a:xfrm>
              <a:off x="3228133" y="2019172"/>
              <a:ext cx="80434" cy="10320"/>
            </a:xfrm>
            <a:custGeom>
              <a:avLst/>
              <a:gdLst/>
              <a:ahLst/>
              <a:cxnLst/>
              <a:rect l="l" t="t" r="r" b="b"/>
              <a:pathLst>
                <a:path w="3063" h="393" extrusionOk="0">
                  <a:moveTo>
                    <a:pt x="268" y="0"/>
                  </a:moveTo>
                  <a:cubicBezTo>
                    <a:pt x="0" y="0"/>
                    <a:pt x="0" y="393"/>
                    <a:pt x="268" y="393"/>
                  </a:cubicBezTo>
                  <a:lnTo>
                    <a:pt x="2804" y="393"/>
                  </a:lnTo>
                  <a:cubicBezTo>
                    <a:pt x="3063" y="393"/>
                    <a:pt x="3063" y="0"/>
                    <a:pt x="280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3" name="Google Shape;8303;p63"/>
            <p:cNvSpPr/>
            <p:nvPr/>
          </p:nvSpPr>
          <p:spPr>
            <a:xfrm>
              <a:off x="3192183" y="2044802"/>
              <a:ext cx="116384" cy="10320"/>
            </a:xfrm>
            <a:custGeom>
              <a:avLst/>
              <a:gdLst/>
              <a:ahLst/>
              <a:cxnLst/>
              <a:rect l="l" t="t" r="r" b="b"/>
              <a:pathLst>
                <a:path w="4432" h="393" extrusionOk="0">
                  <a:moveTo>
                    <a:pt x="269" y="0"/>
                  </a:moveTo>
                  <a:cubicBezTo>
                    <a:pt x="1" y="0"/>
                    <a:pt x="1" y="393"/>
                    <a:pt x="269" y="393"/>
                  </a:cubicBezTo>
                  <a:lnTo>
                    <a:pt x="4173" y="393"/>
                  </a:lnTo>
                  <a:cubicBezTo>
                    <a:pt x="4432" y="393"/>
                    <a:pt x="4432" y="0"/>
                    <a:pt x="4173"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4" name="Google Shape;8304;p63"/>
            <p:cNvSpPr/>
            <p:nvPr/>
          </p:nvSpPr>
          <p:spPr>
            <a:xfrm>
              <a:off x="3192183" y="2070431"/>
              <a:ext cx="80461" cy="10320"/>
            </a:xfrm>
            <a:custGeom>
              <a:avLst/>
              <a:gdLst/>
              <a:ahLst/>
              <a:cxnLst/>
              <a:rect l="l" t="t" r="r" b="b"/>
              <a:pathLst>
                <a:path w="3064" h="393" extrusionOk="0">
                  <a:moveTo>
                    <a:pt x="269" y="0"/>
                  </a:moveTo>
                  <a:cubicBezTo>
                    <a:pt x="1" y="0"/>
                    <a:pt x="1" y="393"/>
                    <a:pt x="269" y="393"/>
                  </a:cubicBezTo>
                  <a:lnTo>
                    <a:pt x="2805" y="393"/>
                  </a:lnTo>
                  <a:cubicBezTo>
                    <a:pt x="3063" y="393"/>
                    <a:pt x="3063" y="0"/>
                    <a:pt x="2805"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5" name="Google Shape;8305;p63"/>
            <p:cNvSpPr/>
            <p:nvPr/>
          </p:nvSpPr>
          <p:spPr>
            <a:xfrm>
              <a:off x="3279655" y="2070431"/>
              <a:ext cx="28912" cy="10320"/>
            </a:xfrm>
            <a:custGeom>
              <a:avLst/>
              <a:gdLst/>
              <a:ahLst/>
              <a:cxnLst/>
              <a:rect l="l" t="t" r="r" b="b"/>
              <a:pathLst>
                <a:path w="1101" h="393" extrusionOk="0">
                  <a:moveTo>
                    <a:pt x="259" y="0"/>
                  </a:moveTo>
                  <a:cubicBezTo>
                    <a:pt x="0" y="0"/>
                    <a:pt x="0" y="393"/>
                    <a:pt x="259" y="393"/>
                  </a:cubicBezTo>
                  <a:lnTo>
                    <a:pt x="842" y="393"/>
                  </a:lnTo>
                  <a:cubicBezTo>
                    <a:pt x="1101" y="393"/>
                    <a:pt x="1101" y="0"/>
                    <a:pt x="842"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06" name="Google Shape;8306;p63"/>
          <p:cNvGrpSpPr/>
          <p:nvPr/>
        </p:nvGrpSpPr>
        <p:grpSpPr>
          <a:xfrm>
            <a:off x="4009510" y="1813607"/>
            <a:ext cx="288807" cy="355377"/>
            <a:chOff x="4023785" y="1970407"/>
            <a:chExt cx="288807" cy="355377"/>
          </a:xfrm>
        </p:grpSpPr>
        <p:sp>
          <p:nvSpPr>
            <p:cNvPr id="8307" name="Google Shape;8307;p63"/>
            <p:cNvSpPr/>
            <p:nvPr/>
          </p:nvSpPr>
          <p:spPr>
            <a:xfrm>
              <a:off x="4062492" y="2036766"/>
              <a:ext cx="31197" cy="34191"/>
            </a:xfrm>
            <a:custGeom>
              <a:avLst/>
              <a:gdLst/>
              <a:ahLst/>
              <a:cxnLst/>
              <a:rect l="l" t="t" r="r" b="b"/>
              <a:pathLst>
                <a:path w="1188" h="1302" extrusionOk="0">
                  <a:moveTo>
                    <a:pt x="565" y="0"/>
                  </a:moveTo>
                  <a:lnTo>
                    <a:pt x="1" y="421"/>
                  </a:lnTo>
                  <a:lnTo>
                    <a:pt x="613" y="1302"/>
                  </a:lnTo>
                  <a:cubicBezTo>
                    <a:pt x="795" y="1158"/>
                    <a:pt x="986" y="1015"/>
                    <a:pt x="1187" y="890"/>
                  </a:cubicBezTo>
                  <a:lnTo>
                    <a:pt x="565"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8" name="Google Shape;8308;p63"/>
            <p:cNvSpPr/>
            <p:nvPr/>
          </p:nvSpPr>
          <p:spPr>
            <a:xfrm>
              <a:off x="4242452" y="2036766"/>
              <a:ext cx="31433" cy="34191"/>
            </a:xfrm>
            <a:custGeom>
              <a:avLst/>
              <a:gdLst/>
              <a:ahLst/>
              <a:cxnLst/>
              <a:rect l="l" t="t" r="r" b="b"/>
              <a:pathLst>
                <a:path w="1197" h="1302" extrusionOk="0">
                  <a:moveTo>
                    <a:pt x="622" y="0"/>
                  </a:moveTo>
                  <a:lnTo>
                    <a:pt x="0" y="890"/>
                  </a:lnTo>
                  <a:cubicBezTo>
                    <a:pt x="201" y="1015"/>
                    <a:pt x="392" y="1158"/>
                    <a:pt x="574" y="1302"/>
                  </a:cubicBezTo>
                  <a:lnTo>
                    <a:pt x="1196" y="421"/>
                  </a:lnTo>
                  <a:lnTo>
                    <a:pt x="622"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9" name="Google Shape;8309;p63"/>
            <p:cNvSpPr/>
            <p:nvPr/>
          </p:nvSpPr>
          <p:spPr>
            <a:xfrm>
              <a:off x="4152222" y="2009613"/>
              <a:ext cx="31932" cy="32457"/>
            </a:xfrm>
            <a:custGeom>
              <a:avLst/>
              <a:gdLst/>
              <a:ahLst/>
              <a:cxnLst/>
              <a:rect l="l" t="t" r="r" b="b"/>
              <a:pathLst>
                <a:path w="1216" h="1236" extrusionOk="0">
                  <a:moveTo>
                    <a:pt x="0" y="0"/>
                  </a:moveTo>
                  <a:lnTo>
                    <a:pt x="0" y="1235"/>
                  </a:lnTo>
                  <a:cubicBezTo>
                    <a:pt x="201" y="1206"/>
                    <a:pt x="405" y="1192"/>
                    <a:pt x="608" y="1192"/>
                  </a:cubicBezTo>
                  <a:cubicBezTo>
                    <a:pt x="811" y="1192"/>
                    <a:pt x="1015" y="1206"/>
                    <a:pt x="1216" y="1235"/>
                  </a:cubicBezTo>
                  <a:lnTo>
                    <a:pt x="1216"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0" name="Google Shape;8310;p63"/>
            <p:cNvSpPr/>
            <p:nvPr/>
          </p:nvSpPr>
          <p:spPr>
            <a:xfrm>
              <a:off x="4152222" y="2009613"/>
              <a:ext cx="21376" cy="32457"/>
            </a:xfrm>
            <a:custGeom>
              <a:avLst/>
              <a:gdLst/>
              <a:ahLst/>
              <a:cxnLst/>
              <a:rect l="l" t="t" r="r" b="b"/>
              <a:pathLst>
                <a:path w="814" h="1236" extrusionOk="0">
                  <a:moveTo>
                    <a:pt x="0" y="0"/>
                  </a:moveTo>
                  <a:lnTo>
                    <a:pt x="0" y="1235"/>
                  </a:lnTo>
                  <a:cubicBezTo>
                    <a:pt x="201" y="1206"/>
                    <a:pt x="402" y="1187"/>
                    <a:pt x="603" y="1187"/>
                  </a:cubicBezTo>
                  <a:lnTo>
                    <a:pt x="814" y="1187"/>
                  </a:lnTo>
                  <a:lnTo>
                    <a:pt x="814" y="0"/>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1" name="Google Shape;8311;p63"/>
            <p:cNvSpPr/>
            <p:nvPr/>
          </p:nvSpPr>
          <p:spPr>
            <a:xfrm>
              <a:off x="4023785" y="2036766"/>
              <a:ext cx="288807" cy="288781"/>
            </a:xfrm>
            <a:custGeom>
              <a:avLst/>
              <a:gdLst/>
              <a:ahLst/>
              <a:cxnLst/>
              <a:rect l="l" t="t" r="r" b="b"/>
              <a:pathLst>
                <a:path w="10998" h="10997" extrusionOk="0">
                  <a:moveTo>
                    <a:pt x="5494" y="0"/>
                  </a:moveTo>
                  <a:cubicBezTo>
                    <a:pt x="2460" y="0"/>
                    <a:pt x="1" y="2460"/>
                    <a:pt x="1" y="5493"/>
                  </a:cubicBezTo>
                  <a:cubicBezTo>
                    <a:pt x="1" y="8537"/>
                    <a:pt x="2460" y="10996"/>
                    <a:pt x="5494" y="10996"/>
                  </a:cubicBezTo>
                  <a:cubicBezTo>
                    <a:pt x="8538" y="10996"/>
                    <a:pt x="10997" y="8537"/>
                    <a:pt x="10997" y="5493"/>
                  </a:cubicBezTo>
                  <a:cubicBezTo>
                    <a:pt x="10997" y="2460"/>
                    <a:pt x="8538" y="0"/>
                    <a:pt x="5494" y="0"/>
                  </a:cubicBez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2" name="Google Shape;8312;p63"/>
            <p:cNvSpPr/>
            <p:nvPr/>
          </p:nvSpPr>
          <p:spPr>
            <a:xfrm>
              <a:off x="4030087" y="2037002"/>
              <a:ext cx="151048" cy="288781"/>
            </a:xfrm>
            <a:custGeom>
              <a:avLst/>
              <a:gdLst/>
              <a:ahLst/>
              <a:cxnLst/>
              <a:rect l="l" t="t" r="r" b="b"/>
              <a:pathLst>
                <a:path w="5752" h="10997" extrusionOk="0">
                  <a:moveTo>
                    <a:pt x="5264" y="1"/>
                  </a:moveTo>
                  <a:cubicBezTo>
                    <a:pt x="2316" y="125"/>
                    <a:pt x="0" y="2546"/>
                    <a:pt x="0" y="5494"/>
                  </a:cubicBezTo>
                  <a:cubicBezTo>
                    <a:pt x="0" y="8442"/>
                    <a:pt x="2316" y="10863"/>
                    <a:pt x="5264" y="10997"/>
                  </a:cubicBezTo>
                  <a:cubicBezTo>
                    <a:pt x="5360" y="10987"/>
                    <a:pt x="5465" y="10987"/>
                    <a:pt x="5560" y="10987"/>
                  </a:cubicBezTo>
                  <a:cubicBezTo>
                    <a:pt x="2728" y="10729"/>
                    <a:pt x="555" y="8355"/>
                    <a:pt x="555" y="5513"/>
                  </a:cubicBezTo>
                  <a:cubicBezTo>
                    <a:pt x="555" y="2594"/>
                    <a:pt x="2833" y="182"/>
                    <a:pt x="5752" y="20"/>
                  </a:cubicBezTo>
                  <a:cubicBezTo>
                    <a:pt x="5589" y="1"/>
                    <a:pt x="5427" y="1"/>
                    <a:pt x="5264" y="1"/>
                  </a:cubicBezTo>
                  <a:close/>
                </a:path>
              </a:pathLst>
            </a:custGeom>
            <a:solidFill>
              <a:srgbClr val="8596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3" name="Google Shape;8313;p63"/>
            <p:cNvSpPr/>
            <p:nvPr/>
          </p:nvSpPr>
          <p:spPr>
            <a:xfrm>
              <a:off x="4037624" y="2060111"/>
              <a:ext cx="251597" cy="242065"/>
            </a:xfrm>
            <a:custGeom>
              <a:avLst/>
              <a:gdLst/>
              <a:ahLst/>
              <a:cxnLst/>
              <a:rect l="l" t="t" r="r" b="b"/>
              <a:pathLst>
                <a:path w="9581" h="9218" extrusionOk="0">
                  <a:moveTo>
                    <a:pt x="4968" y="1"/>
                  </a:moveTo>
                  <a:cubicBezTo>
                    <a:pt x="3771" y="1"/>
                    <a:pt x="2595" y="469"/>
                    <a:pt x="1713" y="1351"/>
                  </a:cubicBezTo>
                  <a:cubicBezTo>
                    <a:pt x="393" y="2671"/>
                    <a:pt x="0" y="4652"/>
                    <a:pt x="718" y="6375"/>
                  </a:cubicBezTo>
                  <a:cubicBezTo>
                    <a:pt x="1426" y="8098"/>
                    <a:pt x="3111" y="9217"/>
                    <a:pt x="4967" y="9217"/>
                  </a:cubicBezTo>
                  <a:cubicBezTo>
                    <a:pt x="7513" y="9217"/>
                    <a:pt x="9571" y="7150"/>
                    <a:pt x="9580" y="4614"/>
                  </a:cubicBezTo>
                  <a:cubicBezTo>
                    <a:pt x="9580" y="2748"/>
                    <a:pt x="8451" y="1063"/>
                    <a:pt x="6738" y="355"/>
                  </a:cubicBezTo>
                  <a:cubicBezTo>
                    <a:pt x="6165" y="117"/>
                    <a:pt x="5564" y="1"/>
                    <a:pt x="4968"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4" name="Google Shape;8314;p63"/>
            <p:cNvSpPr/>
            <p:nvPr/>
          </p:nvSpPr>
          <p:spPr>
            <a:xfrm>
              <a:off x="4049940" y="2060137"/>
              <a:ext cx="125418" cy="242038"/>
            </a:xfrm>
            <a:custGeom>
              <a:avLst/>
              <a:gdLst/>
              <a:ahLst/>
              <a:cxnLst/>
              <a:rect l="l" t="t" r="r" b="b"/>
              <a:pathLst>
                <a:path w="4776" h="9217" extrusionOk="0">
                  <a:moveTo>
                    <a:pt x="4498" y="0"/>
                  </a:moveTo>
                  <a:cubicBezTo>
                    <a:pt x="2000" y="58"/>
                    <a:pt x="0" y="2106"/>
                    <a:pt x="0" y="4603"/>
                  </a:cubicBezTo>
                  <a:cubicBezTo>
                    <a:pt x="0" y="7111"/>
                    <a:pt x="2000" y="9159"/>
                    <a:pt x="4498" y="9216"/>
                  </a:cubicBezTo>
                  <a:cubicBezTo>
                    <a:pt x="4594" y="9216"/>
                    <a:pt x="4680" y="9216"/>
                    <a:pt x="4776" y="9207"/>
                  </a:cubicBezTo>
                  <a:cubicBezTo>
                    <a:pt x="2345" y="9054"/>
                    <a:pt x="450" y="7044"/>
                    <a:pt x="440" y="4613"/>
                  </a:cubicBezTo>
                  <a:cubicBezTo>
                    <a:pt x="450" y="2173"/>
                    <a:pt x="2345" y="153"/>
                    <a:pt x="4776" y="10"/>
                  </a:cubicBezTo>
                  <a:cubicBezTo>
                    <a:pt x="4680" y="10"/>
                    <a:pt x="4594" y="0"/>
                    <a:pt x="4498"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5" name="Google Shape;8315;p63"/>
            <p:cNvSpPr/>
            <p:nvPr/>
          </p:nvSpPr>
          <p:spPr>
            <a:xfrm>
              <a:off x="4054194" y="2076340"/>
              <a:ext cx="217932" cy="209739"/>
            </a:xfrm>
            <a:custGeom>
              <a:avLst/>
              <a:gdLst/>
              <a:ahLst/>
              <a:cxnLst/>
              <a:rect l="l" t="t" r="r" b="b"/>
              <a:pathLst>
                <a:path w="8299" h="7987" extrusionOk="0">
                  <a:moveTo>
                    <a:pt x="4310" y="0"/>
                  </a:moveTo>
                  <a:cubicBezTo>
                    <a:pt x="3269" y="0"/>
                    <a:pt x="2246" y="404"/>
                    <a:pt x="1484" y="1173"/>
                  </a:cubicBezTo>
                  <a:cubicBezTo>
                    <a:pt x="345" y="2312"/>
                    <a:pt x="1" y="4025"/>
                    <a:pt x="623" y="5518"/>
                  </a:cubicBezTo>
                  <a:cubicBezTo>
                    <a:pt x="1235" y="7011"/>
                    <a:pt x="2690" y="7987"/>
                    <a:pt x="4308" y="7987"/>
                  </a:cubicBezTo>
                  <a:cubicBezTo>
                    <a:pt x="6509" y="7977"/>
                    <a:pt x="8298" y="6197"/>
                    <a:pt x="8298" y="3996"/>
                  </a:cubicBezTo>
                  <a:cubicBezTo>
                    <a:pt x="8298" y="2379"/>
                    <a:pt x="7332" y="924"/>
                    <a:pt x="5839" y="302"/>
                  </a:cubicBezTo>
                  <a:cubicBezTo>
                    <a:pt x="5345" y="99"/>
                    <a:pt x="4825" y="0"/>
                    <a:pt x="4310"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6" name="Google Shape;8316;p63"/>
            <p:cNvSpPr/>
            <p:nvPr/>
          </p:nvSpPr>
          <p:spPr>
            <a:xfrm>
              <a:off x="4062492" y="2076340"/>
              <a:ext cx="118144" cy="209607"/>
            </a:xfrm>
            <a:custGeom>
              <a:avLst/>
              <a:gdLst/>
              <a:ahLst/>
              <a:cxnLst/>
              <a:rect l="l" t="t" r="r" b="b"/>
              <a:pathLst>
                <a:path w="4499" h="7982" extrusionOk="0">
                  <a:moveTo>
                    <a:pt x="3984" y="1"/>
                  </a:moveTo>
                  <a:cubicBezTo>
                    <a:pt x="1819" y="1"/>
                    <a:pt x="1" y="1760"/>
                    <a:pt x="1" y="3996"/>
                  </a:cubicBezTo>
                  <a:cubicBezTo>
                    <a:pt x="1" y="6223"/>
                    <a:pt x="1819" y="7982"/>
                    <a:pt x="3983" y="7982"/>
                  </a:cubicBezTo>
                  <a:cubicBezTo>
                    <a:pt x="4153" y="7982"/>
                    <a:pt x="4325" y="7971"/>
                    <a:pt x="4499" y="7948"/>
                  </a:cubicBezTo>
                  <a:cubicBezTo>
                    <a:pt x="2508" y="7700"/>
                    <a:pt x="1015" y="5996"/>
                    <a:pt x="1006" y="3996"/>
                  </a:cubicBezTo>
                  <a:cubicBezTo>
                    <a:pt x="1015" y="1986"/>
                    <a:pt x="2508" y="292"/>
                    <a:pt x="4499" y="34"/>
                  </a:cubicBezTo>
                  <a:cubicBezTo>
                    <a:pt x="4325" y="12"/>
                    <a:pt x="4153" y="1"/>
                    <a:pt x="3984"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7" name="Google Shape;8317;p63"/>
            <p:cNvSpPr/>
            <p:nvPr/>
          </p:nvSpPr>
          <p:spPr>
            <a:xfrm>
              <a:off x="4162516" y="2109821"/>
              <a:ext cx="11344" cy="74736"/>
            </a:xfrm>
            <a:custGeom>
              <a:avLst/>
              <a:gdLst/>
              <a:ahLst/>
              <a:cxnLst/>
              <a:rect l="l" t="t" r="r" b="b"/>
              <a:pathLst>
                <a:path w="432" h="2846" extrusionOk="0">
                  <a:moveTo>
                    <a:pt x="216" y="1"/>
                  </a:moveTo>
                  <a:cubicBezTo>
                    <a:pt x="108" y="1"/>
                    <a:pt x="1" y="75"/>
                    <a:pt x="10" y="223"/>
                  </a:cubicBezTo>
                  <a:lnTo>
                    <a:pt x="10" y="2635"/>
                  </a:lnTo>
                  <a:cubicBezTo>
                    <a:pt x="10" y="2750"/>
                    <a:pt x="106" y="2845"/>
                    <a:pt x="211" y="2845"/>
                  </a:cubicBezTo>
                  <a:cubicBezTo>
                    <a:pt x="326" y="2836"/>
                    <a:pt x="422" y="2750"/>
                    <a:pt x="422" y="2635"/>
                  </a:cubicBezTo>
                  <a:lnTo>
                    <a:pt x="422" y="223"/>
                  </a:lnTo>
                  <a:cubicBezTo>
                    <a:pt x="431" y="75"/>
                    <a:pt x="324" y="1"/>
                    <a:pt x="216"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8" name="Google Shape;8318;p63"/>
            <p:cNvSpPr/>
            <p:nvPr/>
          </p:nvSpPr>
          <p:spPr>
            <a:xfrm>
              <a:off x="4245970" y="2009561"/>
              <a:ext cx="55803" cy="47294"/>
            </a:xfrm>
            <a:custGeom>
              <a:avLst/>
              <a:gdLst/>
              <a:ahLst/>
              <a:cxnLst/>
              <a:rect l="l" t="t" r="r" b="b"/>
              <a:pathLst>
                <a:path w="2125" h="1801" extrusionOk="0">
                  <a:moveTo>
                    <a:pt x="584" y="1"/>
                  </a:moveTo>
                  <a:cubicBezTo>
                    <a:pt x="494" y="1"/>
                    <a:pt x="403" y="41"/>
                    <a:pt x="345" y="117"/>
                  </a:cubicBezTo>
                  <a:lnTo>
                    <a:pt x="96" y="462"/>
                  </a:lnTo>
                  <a:cubicBezTo>
                    <a:pt x="0" y="596"/>
                    <a:pt x="29" y="778"/>
                    <a:pt x="163" y="864"/>
                  </a:cubicBezTo>
                  <a:lnTo>
                    <a:pt x="1378" y="1744"/>
                  </a:lnTo>
                  <a:cubicBezTo>
                    <a:pt x="1431" y="1782"/>
                    <a:pt x="1490" y="1801"/>
                    <a:pt x="1549" y="1801"/>
                  </a:cubicBezTo>
                  <a:cubicBezTo>
                    <a:pt x="1637" y="1801"/>
                    <a:pt x="1722" y="1758"/>
                    <a:pt x="1780" y="1677"/>
                  </a:cubicBezTo>
                  <a:lnTo>
                    <a:pt x="2029" y="1333"/>
                  </a:lnTo>
                  <a:cubicBezTo>
                    <a:pt x="2125" y="1199"/>
                    <a:pt x="2096" y="1026"/>
                    <a:pt x="1962" y="931"/>
                  </a:cubicBezTo>
                  <a:lnTo>
                    <a:pt x="747" y="50"/>
                  </a:lnTo>
                  <a:cubicBezTo>
                    <a:pt x="698" y="17"/>
                    <a:pt x="641" y="1"/>
                    <a:pt x="584"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9" name="Google Shape;8319;p63"/>
            <p:cNvSpPr/>
            <p:nvPr/>
          </p:nvSpPr>
          <p:spPr>
            <a:xfrm>
              <a:off x="4034604" y="2009561"/>
              <a:ext cx="55829" cy="47294"/>
            </a:xfrm>
            <a:custGeom>
              <a:avLst/>
              <a:gdLst/>
              <a:ahLst/>
              <a:cxnLst/>
              <a:rect l="l" t="t" r="r" b="b"/>
              <a:pathLst>
                <a:path w="2126" h="1801" extrusionOk="0">
                  <a:moveTo>
                    <a:pt x="1545" y="1"/>
                  </a:moveTo>
                  <a:cubicBezTo>
                    <a:pt x="1488" y="1"/>
                    <a:pt x="1430" y="17"/>
                    <a:pt x="1379" y="50"/>
                  </a:cubicBezTo>
                  <a:lnTo>
                    <a:pt x="163" y="931"/>
                  </a:lnTo>
                  <a:cubicBezTo>
                    <a:pt x="29" y="1026"/>
                    <a:pt x="0" y="1199"/>
                    <a:pt x="96" y="1333"/>
                  </a:cubicBezTo>
                  <a:lnTo>
                    <a:pt x="345" y="1677"/>
                  </a:lnTo>
                  <a:cubicBezTo>
                    <a:pt x="403" y="1758"/>
                    <a:pt x="492" y="1801"/>
                    <a:pt x="581" y="1801"/>
                  </a:cubicBezTo>
                  <a:cubicBezTo>
                    <a:pt x="639" y="1801"/>
                    <a:pt x="698" y="1782"/>
                    <a:pt x="747" y="1744"/>
                  </a:cubicBezTo>
                  <a:lnTo>
                    <a:pt x="1962" y="864"/>
                  </a:lnTo>
                  <a:cubicBezTo>
                    <a:pt x="2096" y="778"/>
                    <a:pt x="2125" y="596"/>
                    <a:pt x="2029" y="462"/>
                  </a:cubicBezTo>
                  <a:lnTo>
                    <a:pt x="1780" y="117"/>
                  </a:lnTo>
                  <a:cubicBezTo>
                    <a:pt x="1722" y="41"/>
                    <a:pt x="1635" y="1"/>
                    <a:pt x="1545"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0" name="Google Shape;8320;p63"/>
            <p:cNvSpPr/>
            <p:nvPr/>
          </p:nvSpPr>
          <p:spPr>
            <a:xfrm>
              <a:off x="4133368" y="1970407"/>
              <a:ext cx="69642" cy="41753"/>
            </a:xfrm>
            <a:custGeom>
              <a:avLst/>
              <a:gdLst/>
              <a:ahLst/>
              <a:cxnLst/>
              <a:rect l="l" t="t" r="r" b="b"/>
              <a:pathLst>
                <a:path w="2652" h="1590" extrusionOk="0">
                  <a:moveTo>
                    <a:pt x="336" y="1"/>
                  </a:moveTo>
                  <a:cubicBezTo>
                    <a:pt x="154" y="1"/>
                    <a:pt x="1" y="144"/>
                    <a:pt x="1" y="335"/>
                  </a:cubicBezTo>
                  <a:lnTo>
                    <a:pt x="1" y="1254"/>
                  </a:lnTo>
                  <a:cubicBezTo>
                    <a:pt x="1" y="1446"/>
                    <a:pt x="154" y="1589"/>
                    <a:pt x="336" y="1589"/>
                  </a:cubicBezTo>
                  <a:lnTo>
                    <a:pt x="2317" y="1589"/>
                  </a:lnTo>
                  <a:cubicBezTo>
                    <a:pt x="2498" y="1589"/>
                    <a:pt x="2652" y="1446"/>
                    <a:pt x="2652" y="1254"/>
                  </a:cubicBezTo>
                  <a:lnTo>
                    <a:pt x="2652" y="335"/>
                  </a:lnTo>
                  <a:cubicBezTo>
                    <a:pt x="2652" y="144"/>
                    <a:pt x="2498" y="1"/>
                    <a:pt x="2317"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1" name="Google Shape;8321;p63"/>
            <p:cNvSpPr/>
            <p:nvPr/>
          </p:nvSpPr>
          <p:spPr>
            <a:xfrm>
              <a:off x="4245970" y="2009561"/>
              <a:ext cx="49526" cy="47294"/>
            </a:xfrm>
            <a:custGeom>
              <a:avLst/>
              <a:gdLst/>
              <a:ahLst/>
              <a:cxnLst/>
              <a:rect l="l" t="t" r="r" b="b"/>
              <a:pathLst>
                <a:path w="1886" h="1801" extrusionOk="0">
                  <a:moveTo>
                    <a:pt x="580" y="1"/>
                  </a:moveTo>
                  <a:cubicBezTo>
                    <a:pt x="491" y="1"/>
                    <a:pt x="403" y="41"/>
                    <a:pt x="345" y="117"/>
                  </a:cubicBezTo>
                  <a:lnTo>
                    <a:pt x="96" y="462"/>
                  </a:lnTo>
                  <a:cubicBezTo>
                    <a:pt x="0" y="596"/>
                    <a:pt x="29" y="778"/>
                    <a:pt x="163" y="873"/>
                  </a:cubicBezTo>
                  <a:lnTo>
                    <a:pt x="1378" y="1744"/>
                  </a:lnTo>
                  <a:cubicBezTo>
                    <a:pt x="1428" y="1782"/>
                    <a:pt x="1486" y="1801"/>
                    <a:pt x="1544" y="1801"/>
                  </a:cubicBezTo>
                  <a:cubicBezTo>
                    <a:pt x="1633" y="1801"/>
                    <a:pt x="1722" y="1758"/>
                    <a:pt x="1780" y="1677"/>
                  </a:cubicBezTo>
                  <a:lnTo>
                    <a:pt x="1885" y="1524"/>
                  </a:lnTo>
                  <a:lnTo>
                    <a:pt x="976" y="873"/>
                  </a:lnTo>
                  <a:cubicBezTo>
                    <a:pt x="842" y="778"/>
                    <a:pt x="814" y="596"/>
                    <a:pt x="909" y="462"/>
                  </a:cubicBezTo>
                  <a:lnTo>
                    <a:pt x="1053" y="270"/>
                  </a:lnTo>
                  <a:lnTo>
                    <a:pt x="747" y="50"/>
                  </a:lnTo>
                  <a:cubicBezTo>
                    <a:pt x="695" y="17"/>
                    <a:pt x="637" y="1"/>
                    <a:pt x="580"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2" name="Google Shape;8322;p63"/>
            <p:cNvSpPr/>
            <p:nvPr/>
          </p:nvSpPr>
          <p:spPr>
            <a:xfrm>
              <a:off x="4034604" y="2009561"/>
              <a:ext cx="49789" cy="47294"/>
            </a:xfrm>
            <a:custGeom>
              <a:avLst/>
              <a:gdLst/>
              <a:ahLst/>
              <a:cxnLst/>
              <a:rect l="l" t="t" r="r" b="b"/>
              <a:pathLst>
                <a:path w="1896" h="1801" extrusionOk="0">
                  <a:moveTo>
                    <a:pt x="1541" y="1"/>
                  </a:moveTo>
                  <a:cubicBezTo>
                    <a:pt x="1484" y="1"/>
                    <a:pt x="1427" y="17"/>
                    <a:pt x="1379" y="50"/>
                  </a:cubicBezTo>
                  <a:lnTo>
                    <a:pt x="163" y="931"/>
                  </a:lnTo>
                  <a:cubicBezTo>
                    <a:pt x="29" y="1026"/>
                    <a:pt x="0" y="1208"/>
                    <a:pt x="96" y="1333"/>
                  </a:cubicBezTo>
                  <a:lnTo>
                    <a:pt x="345" y="1677"/>
                  </a:lnTo>
                  <a:cubicBezTo>
                    <a:pt x="403" y="1758"/>
                    <a:pt x="488" y="1801"/>
                    <a:pt x="577" y="1801"/>
                  </a:cubicBezTo>
                  <a:cubicBezTo>
                    <a:pt x="635" y="1801"/>
                    <a:pt x="694" y="1782"/>
                    <a:pt x="747" y="1744"/>
                  </a:cubicBezTo>
                  <a:lnTo>
                    <a:pt x="1053" y="1524"/>
                  </a:lnTo>
                  <a:lnTo>
                    <a:pt x="910" y="1333"/>
                  </a:lnTo>
                  <a:cubicBezTo>
                    <a:pt x="823" y="1208"/>
                    <a:pt x="852" y="1026"/>
                    <a:pt x="977" y="931"/>
                  </a:cubicBezTo>
                  <a:lnTo>
                    <a:pt x="1895" y="270"/>
                  </a:lnTo>
                  <a:lnTo>
                    <a:pt x="1780" y="117"/>
                  </a:lnTo>
                  <a:cubicBezTo>
                    <a:pt x="1722" y="41"/>
                    <a:pt x="1631" y="1"/>
                    <a:pt x="1541"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3" name="Google Shape;8323;p63"/>
            <p:cNvSpPr/>
            <p:nvPr/>
          </p:nvSpPr>
          <p:spPr>
            <a:xfrm>
              <a:off x="4133368" y="1970407"/>
              <a:ext cx="30435" cy="41990"/>
            </a:xfrm>
            <a:custGeom>
              <a:avLst/>
              <a:gdLst/>
              <a:ahLst/>
              <a:cxnLst/>
              <a:rect l="l" t="t" r="r" b="b"/>
              <a:pathLst>
                <a:path w="1159" h="1599" extrusionOk="0">
                  <a:moveTo>
                    <a:pt x="336" y="1"/>
                  </a:moveTo>
                  <a:cubicBezTo>
                    <a:pt x="154" y="1"/>
                    <a:pt x="1" y="144"/>
                    <a:pt x="1" y="335"/>
                  </a:cubicBezTo>
                  <a:lnTo>
                    <a:pt x="1" y="1254"/>
                  </a:lnTo>
                  <a:cubicBezTo>
                    <a:pt x="1" y="1446"/>
                    <a:pt x="154" y="1589"/>
                    <a:pt x="336" y="1599"/>
                  </a:cubicBezTo>
                  <a:lnTo>
                    <a:pt x="1159" y="1599"/>
                  </a:lnTo>
                  <a:cubicBezTo>
                    <a:pt x="967" y="1589"/>
                    <a:pt x="824" y="1446"/>
                    <a:pt x="814" y="1254"/>
                  </a:cubicBezTo>
                  <a:lnTo>
                    <a:pt x="814" y="335"/>
                  </a:lnTo>
                  <a:cubicBezTo>
                    <a:pt x="824" y="144"/>
                    <a:pt x="967" y="1"/>
                    <a:pt x="1159"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4" name="Google Shape;8324;p63"/>
            <p:cNvSpPr/>
            <p:nvPr/>
          </p:nvSpPr>
          <p:spPr>
            <a:xfrm>
              <a:off x="4049178" y="2070930"/>
              <a:ext cx="229224" cy="220426"/>
            </a:xfrm>
            <a:custGeom>
              <a:avLst/>
              <a:gdLst/>
              <a:ahLst/>
              <a:cxnLst/>
              <a:rect l="l" t="t" r="r" b="b"/>
              <a:pathLst>
                <a:path w="8729" h="8394" extrusionOk="0">
                  <a:moveTo>
                    <a:pt x="4728" y="403"/>
                  </a:moveTo>
                  <a:cubicBezTo>
                    <a:pt x="5255" y="431"/>
                    <a:pt x="5771" y="575"/>
                    <a:pt x="6240" y="814"/>
                  </a:cubicBezTo>
                  <a:lnTo>
                    <a:pt x="6078" y="1092"/>
                  </a:lnTo>
                  <a:cubicBezTo>
                    <a:pt x="5986" y="1255"/>
                    <a:pt x="6122" y="1400"/>
                    <a:pt x="6263" y="1400"/>
                  </a:cubicBezTo>
                  <a:cubicBezTo>
                    <a:pt x="6329" y="1400"/>
                    <a:pt x="6396" y="1369"/>
                    <a:pt x="6441" y="1293"/>
                  </a:cubicBezTo>
                  <a:lnTo>
                    <a:pt x="6594" y="1015"/>
                  </a:lnTo>
                  <a:cubicBezTo>
                    <a:pt x="7035" y="1302"/>
                    <a:pt x="7417" y="1675"/>
                    <a:pt x="7705" y="2116"/>
                  </a:cubicBezTo>
                  <a:lnTo>
                    <a:pt x="7427" y="2278"/>
                  </a:lnTo>
                  <a:cubicBezTo>
                    <a:pt x="7224" y="2392"/>
                    <a:pt x="7338" y="2671"/>
                    <a:pt x="7523" y="2671"/>
                  </a:cubicBezTo>
                  <a:cubicBezTo>
                    <a:pt x="7556" y="2671"/>
                    <a:pt x="7592" y="2662"/>
                    <a:pt x="7628" y="2642"/>
                  </a:cubicBezTo>
                  <a:lnTo>
                    <a:pt x="7906" y="2479"/>
                  </a:lnTo>
                  <a:cubicBezTo>
                    <a:pt x="8145" y="2948"/>
                    <a:pt x="8288" y="3465"/>
                    <a:pt x="8317" y="3991"/>
                  </a:cubicBezTo>
                  <a:lnTo>
                    <a:pt x="7992" y="3991"/>
                  </a:lnTo>
                  <a:cubicBezTo>
                    <a:pt x="7743" y="4011"/>
                    <a:pt x="7743" y="4374"/>
                    <a:pt x="7992" y="4393"/>
                  </a:cubicBezTo>
                  <a:lnTo>
                    <a:pt x="8317" y="4393"/>
                  </a:lnTo>
                  <a:cubicBezTo>
                    <a:pt x="8288" y="4920"/>
                    <a:pt x="8145" y="5437"/>
                    <a:pt x="7906" y="5905"/>
                  </a:cubicBezTo>
                  <a:lnTo>
                    <a:pt x="7628" y="5743"/>
                  </a:lnTo>
                  <a:cubicBezTo>
                    <a:pt x="7592" y="5722"/>
                    <a:pt x="7556" y="5714"/>
                    <a:pt x="7523" y="5714"/>
                  </a:cubicBezTo>
                  <a:cubicBezTo>
                    <a:pt x="7338" y="5714"/>
                    <a:pt x="7224" y="5993"/>
                    <a:pt x="7427" y="6106"/>
                  </a:cubicBezTo>
                  <a:lnTo>
                    <a:pt x="7705" y="6260"/>
                  </a:lnTo>
                  <a:cubicBezTo>
                    <a:pt x="7417" y="6709"/>
                    <a:pt x="7044" y="7083"/>
                    <a:pt x="6604" y="7370"/>
                  </a:cubicBezTo>
                  <a:lnTo>
                    <a:pt x="6594" y="7370"/>
                  </a:lnTo>
                  <a:lnTo>
                    <a:pt x="6441" y="7092"/>
                  </a:lnTo>
                  <a:cubicBezTo>
                    <a:pt x="6396" y="7016"/>
                    <a:pt x="6329" y="6985"/>
                    <a:pt x="6263" y="6985"/>
                  </a:cubicBezTo>
                  <a:cubicBezTo>
                    <a:pt x="6122" y="6985"/>
                    <a:pt x="5986" y="7130"/>
                    <a:pt x="6078" y="7293"/>
                  </a:cubicBezTo>
                  <a:lnTo>
                    <a:pt x="6240" y="7571"/>
                  </a:lnTo>
                  <a:cubicBezTo>
                    <a:pt x="5771" y="7810"/>
                    <a:pt x="5255" y="7953"/>
                    <a:pt x="4728" y="7982"/>
                  </a:cubicBezTo>
                  <a:lnTo>
                    <a:pt x="4728" y="7657"/>
                  </a:lnTo>
                  <a:cubicBezTo>
                    <a:pt x="4719" y="7532"/>
                    <a:pt x="4623" y="7470"/>
                    <a:pt x="4527" y="7470"/>
                  </a:cubicBezTo>
                  <a:cubicBezTo>
                    <a:pt x="4432" y="7470"/>
                    <a:pt x="4336" y="7532"/>
                    <a:pt x="4326" y="7657"/>
                  </a:cubicBezTo>
                  <a:lnTo>
                    <a:pt x="4326" y="7982"/>
                  </a:lnTo>
                  <a:cubicBezTo>
                    <a:pt x="3800" y="7953"/>
                    <a:pt x="3283" y="7810"/>
                    <a:pt x="2814" y="7571"/>
                  </a:cubicBezTo>
                  <a:lnTo>
                    <a:pt x="2977" y="7293"/>
                  </a:lnTo>
                  <a:cubicBezTo>
                    <a:pt x="3068" y="7130"/>
                    <a:pt x="2928" y="6985"/>
                    <a:pt x="2787" y="6985"/>
                  </a:cubicBezTo>
                  <a:cubicBezTo>
                    <a:pt x="2722" y="6985"/>
                    <a:pt x="2656" y="7016"/>
                    <a:pt x="2613" y="7092"/>
                  </a:cubicBezTo>
                  <a:lnTo>
                    <a:pt x="2460" y="7370"/>
                  </a:lnTo>
                  <a:cubicBezTo>
                    <a:pt x="2010" y="7083"/>
                    <a:pt x="1637" y="6709"/>
                    <a:pt x="1350" y="6260"/>
                  </a:cubicBezTo>
                  <a:lnTo>
                    <a:pt x="1627" y="6106"/>
                  </a:lnTo>
                  <a:cubicBezTo>
                    <a:pt x="1830" y="5993"/>
                    <a:pt x="1716" y="5714"/>
                    <a:pt x="1531" y="5714"/>
                  </a:cubicBezTo>
                  <a:cubicBezTo>
                    <a:pt x="1498" y="5714"/>
                    <a:pt x="1463" y="5722"/>
                    <a:pt x="1426" y="5743"/>
                  </a:cubicBezTo>
                  <a:lnTo>
                    <a:pt x="1149" y="5905"/>
                  </a:lnTo>
                  <a:cubicBezTo>
                    <a:pt x="910" y="5437"/>
                    <a:pt x="766" y="4920"/>
                    <a:pt x="737" y="4393"/>
                  </a:cubicBezTo>
                  <a:lnTo>
                    <a:pt x="1063" y="4393"/>
                  </a:lnTo>
                  <a:cubicBezTo>
                    <a:pt x="1072" y="4394"/>
                    <a:pt x="1081" y="4395"/>
                    <a:pt x="1089" y="4395"/>
                  </a:cubicBezTo>
                  <a:cubicBezTo>
                    <a:pt x="1351" y="4395"/>
                    <a:pt x="1351" y="3990"/>
                    <a:pt x="1089" y="3990"/>
                  </a:cubicBezTo>
                  <a:cubicBezTo>
                    <a:pt x="1081" y="3990"/>
                    <a:pt x="1072" y="3991"/>
                    <a:pt x="1063" y="3991"/>
                  </a:cubicBezTo>
                  <a:lnTo>
                    <a:pt x="737" y="3991"/>
                  </a:lnTo>
                  <a:cubicBezTo>
                    <a:pt x="766" y="3465"/>
                    <a:pt x="910" y="2948"/>
                    <a:pt x="1149" y="2479"/>
                  </a:cubicBezTo>
                  <a:lnTo>
                    <a:pt x="1426" y="2642"/>
                  </a:lnTo>
                  <a:cubicBezTo>
                    <a:pt x="1463" y="2662"/>
                    <a:pt x="1498" y="2671"/>
                    <a:pt x="1531" y="2671"/>
                  </a:cubicBezTo>
                  <a:cubicBezTo>
                    <a:pt x="1716" y="2671"/>
                    <a:pt x="1830" y="2392"/>
                    <a:pt x="1627" y="2278"/>
                  </a:cubicBezTo>
                  <a:lnTo>
                    <a:pt x="1350" y="2116"/>
                  </a:lnTo>
                  <a:cubicBezTo>
                    <a:pt x="1637" y="1675"/>
                    <a:pt x="2010" y="1302"/>
                    <a:pt x="2460" y="1015"/>
                  </a:cubicBezTo>
                  <a:lnTo>
                    <a:pt x="2613" y="1293"/>
                  </a:lnTo>
                  <a:cubicBezTo>
                    <a:pt x="2656" y="1369"/>
                    <a:pt x="2722" y="1400"/>
                    <a:pt x="2787" y="1400"/>
                  </a:cubicBezTo>
                  <a:cubicBezTo>
                    <a:pt x="2928" y="1400"/>
                    <a:pt x="3068" y="1255"/>
                    <a:pt x="2977" y="1092"/>
                  </a:cubicBezTo>
                  <a:lnTo>
                    <a:pt x="2814" y="814"/>
                  </a:lnTo>
                  <a:cubicBezTo>
                    <a:pt x="3283" y="575"/>
                    <a:pt x="3800" y="431"/>
                    <a:pt x="4326" y="403"/>
                  </a:cubicBezTo>
                  <a:lnTo>
                    <a:pt x="4326" y="728"/>
                  </a:lnTo>
                  <a:cubicBezTo>
                    <a:pt x="4312" y="876"/>
                    <a:pt x="4420" y="950"/>
                    <a:pt x="4527" y="950"/>
                  </a:cubicBezTo>
                  <a:cubicBezTo>
                    <a:pt x="4635" y="950"/>
                    <a:pt x="4743" y="876"/>
                    <a:pt x="4728" y="728"/>
                  </a:cubicBezTo>
                  <a:lnTo>
                    <a:pt x="4728" y="403"/>
                  </a:lnTo>
                  <a:close/>
                  <a:moveTo>
                    <a:pt x="4527" y="1"/>
                  </a:moveTo>
                  <a:cubicBezTo>
                    <a:pt x="2833" y="1"/>
                    <a:pt x="1302" y="1025"/>
                    <a:pt x="651" y="2594"/>
                  </a:cubicBezTo>
                  <a:cubicBezTo>
                    <a:pt x="0" y="4164"/>
                    <a:pt x="364" y="5963"/>
                    <a:pt x="1560" y="7169"/>
                  </a:cubicBezTo>
                  <a:cubicBezTo>
                    <a:pt x="2368" y="7970"/>
                    <a:pt x="3441" y="8393"/>
                    <a:pt x="4533" y="8393"/>
                  </a:cubicBezTo>
                  <a:cubicBezTo>
                    <a:pt x="5072" y="8393"/>
                    <a:pt x="5616" y="8290"/>
                    <a:pt x="6135" y="8078"/>
                  </a:cubicBezTo>
                  <a:cubicBezTo>
                    <a:pt x="7705" y="7427"/>
                    <a:pt x="8729" y="5896"/>
                    <a:pt x="8729" y="4192"/>
                  </a:cubicBezTo>
                  <a:cubicBezTo>
                    <a:pt x="8729" y="1876"/>
                    <a:pt x="6843" y="1"/>
                    <a:pt x="4527"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5" name="Google Shape;8325;p63"/>
            <p:cNvSpPr/>
            <p:nvPr/>
          </p:nvSpPr>
          <p:spPr>
            <a:xfrm>
              <a:off x="4153719" y="2166674"/>
              <a:ext cx="28676" cy="28939"/>
            </a:xfrm>
            <a:custGeom>
              <a:avLst/>
              <a:gdLst/>
              <a:ahLst/>
              <a:cxnLst/>
              <a:rect l="l" t="t" r="r" b="b"/>
              <a:pathLst>
                <a:path w="1092" h="1102" extrusionOk="0">
                  <a:moveTo>
                    <a:pt x="546" y="1"/>
                  </a:moveTo>
                  <a:cubicBezTo>
                    <a:pt x="250" y="1"/>
                    <a:pt x="1" y="250"/>
                    <a:pt x="1" y="546"/>
                  </a:cubicBezTo>
                  <a:cubicBezTo>
                    <a:pt x="1" y="853"/>
                    <a:pt x="250" y="1101"/>
                    <a:pt x="546" y="1101"/>
                  </a:cubicBezTo>
                  <a:cubicBezTo>
                    <a:pt x="852" y="1101"/>
                    <a:pt x="1092" y="853"/>
                    <a:pt x="1092" y="546"/>
                  </a:cubicBezTo>
                  <a:cubicBezTo>
                    <a:pt x="1092" y="250"/>
                    <a:pt x="852" y="1"/>
                    <a:pt x="54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6" name="Google Shape;8326;p63"/>
            <p:cNvSpPr/>
            <p:nvPr/>
          </p:nvSpPr>
          <p:spPr>
            <a:xfrm>
              <a:off x="4153982" y="2166832"/>
              <a:ext cx="23398" cy="28833"/>
            </a:xfrm>
            <a:custGeom>
              <a:avLst/>
              <a:gdLst/>
              <a:ahLst/>
              <a:cxnLst/>
              <a:rect l="l" t="t" r="r" b="b"/>
              <a:pathLst>
                <a:path w="891" h="1098" extrusionOk="0">
                  <a:moveTo>
                    <a:pt x="544" y="0"/>
                  </a:moveTo>
                  <a:cubicBezTo>
                    <a:pt x="264" y="0"/>
                    <a:pt x="0" y="221"/>
                    <a:pt x="0" y="550"/>
                  </a:cubicBezTo>
                  <a:cubicBezTo>
                    <a:pt x="0" y="874"/>
                    <a:pt x="267" y="1098"/>
                    <a:pt x="548" y="1098"/>
                  </a:cubicBezTo>
                  <a:cubicBezTo>
                    <a:pt x="666" y="1098"/>
                    <a:pt x="786" y="1059"/>
                    <a:pt x="890" y="971"/>
                  </a:cubicBezTo>
                  <a:cubicBezTo>
                    <a:pt x="766" y="866"/>
                    <a:pt x="699" y="703"/>
                    <a:pt x="699" y="550"/>
                  </a:cubicBezTo>
                  <a:cubicBezTo>
                    <a:pt x="699" y="387"/>
                    <a:pt x="775" y="234"/>
                    <a:pt x="890" y="129"/>
                  </a:cubicBezTo>
                  <a:cubicBezTo>
                    <a:pt x="785" y="40"/>
                    <a:pt x="663" y="0"/>
                    <a:pt x="54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27" name="Google Shape;8327;p63"/>
          <p:cNvGrpSpPr/>
          <p:nvPr/>
        </p:nvGrpSpPr>
        <p:grpSpPr>
          <a:xfrm>
            <a:off x="3530265" y="3224163"/>
            <a:ext cx="320188" cy="319269"/>
            <a:chOff x="3544540" y="3380963"/>
            <a:chExt cx="320188" cy="319269"/>
          </a:xfrm>
        </p:grpSpPr>
        <p:sp>
          <p:nvSpPr>
            <p:cNvPr id="8328" name="Google Shape;8328;p63"/>
            <p:cNvSpPr/>
            <p:nvPr/>
          </p:nvSpPr>
          <p:spPr>
            <a:xfrm>
              <a:off x="3636528" y="3558218"/>
              <a:ext cx="51023" cy="51049"/>
            </a:xfrm>
            <a:custGeom>
              <a:avLst/>
              <a:gdLst/>
              <a:ahLst/>
              <a:cxnLst/>
              <a:rect l="l" t="t" r="r" b="b"/>
              <a:pathLst>
                <a:path w="1943" h="1944" extrusionOk="0">
                  <a:moveTo>
                    <a:pt x="1196" y="0"/>
                  </a:moveTo>
                  <a:lnTo>
                    <a:pt x="0" y="1197"/>
                  </a:lnTo>
                  <a:cubicBezTo>
                    <a:pt x="86" y="1216"/>
                    <a:pt x="172" y="1254"/>
                    <a:pt x="239" y="1321"/>
                  </a:cubicBezTo>
                  <a:lnTo>
                    <a:pt x="622" y="1704"/>
                  </a:lnTo>
                  <a:cubicBezTo>
                    <a:pt x="689" y="1771"/>
                    <a:pt x="727" y="1857"/>
                    <a:pt x="747" y="1943"/>
                  </a:cubicBezTo>
                  <a:lnTo>
                    <a:pt x="1943" y="747"/>
                  </a:lnTo>
                  <a:cubicBezTo>
                    <a:pt x="1656" y="536"/>
                    <a:pt x="1407" y="287"/>
                    <a:pt x="1196"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9" name="Google Shape;8329;p63"/>
            <p:cNvSpPr/>
            <p:nvPr/>
          </p:nvSpPr>
          <p:spPr>
            <a:xfrm>
              <a:off x="3636765" y="3558454"/>
              <a:ext cx="40992" cy="50813"/>
            </a:xfrm>
            <a:custGeom>
              <a:avLst/>
              <a:gdLst/>
              <a:ahLst/>
              <a:cxnLst/>
              <a:rect l="l" t="t" r="r" b="b"/>
              <a:pathLst>
                <a:path w="1561" h="1935" extrusionOk="0">
                  <a:moveTo>
                    <a:pt x="1197" y="1"/>
                  </a:moveTo>
                  <a:lnTo>
                    <a:pt x="1" y="1197"/>
                  </a:lnTo>
                  <a:cubicBezTo>
                    <a:pt x="87" y="1207"/>
                    <a:pt x="173" y="1245"/>
                    <a:pt x="240" y="1312"/>
                  </a:cubicBezTo>
                  <a:lnTo>
                    <a:pt x="623" y="1695"/>
                  </a:lnTo>
                  <a:cubicBezTo>
                    <a:pt x="690" y="1762"/>
                    <a:pt x="728" y="1848"/>
                    <a:pt x="747" y="1934"/>
                  </a:cubicBezTo>
                  <a:lnTo>
                    <a:pt x="1197" y="1484"/>
                  </a:lnTo>
                  <a:lnTo>
                    <a:pt x="1034" y="1312"/>
                  </a:lnTo>
                  <a:lnTo>
                    <a:pt x="1015" y="1312"/>
                  </a:lnTo>
                  <a:cubicBezTo>
                    <a:pt x="910" y="1216"/>
                    <a:pt x="910" y="1063"/>
                    <a:pt x="1015" y="968"/>
                  </a:cubicBezTo>
                  <a:lnTo>
                    <a:pt x="1561" y="412"/>
                  </a:lnTo>
                  <a:cubicBezTo>
                    <a:pt x="1427" y="288"/>
                    <a:pt x="1312" y="145"/>
                    <a:pt x="1197" y="1"/>
                  </a:cubicBez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0" name="Google Shape;8330;p63"/>
            <p:cNvSpPr/>
            <p:nvPr/>
          </p:nvSpPr>
          <p:spPr>
            <a:xfrm>
              <a:off x="3632248" y="3380963"/>
              <a:ext cx="232480" cy="221897"/>
            </a:xfrm>
            <a:custGeom>
              <a:avLst/>
              <a:gdLst/>
              <a:ahLst/>
              <a:cxnLst/>
              <a:rect l="l" t="t" r="r" b="b"/>
              <a:pathLst>
                <a:path w="8853" h="8450" extrusionOk="0">
                  <a:moveTo>
                    <a:pt x="4639" y="0"/>
                  </a:moveTo>
                  <a:cubicBezTo>
                    <a:pt x="3537" y="0"/>
                    <a:pt x="2454" y="430"/>
                    <a:pt x="1646" y="1238"/>
                  </a:cubicBezTo>
                  <a:cubicBezTo>
                    <a:pt x="0" y="2894"/>
                    <a:pt x="0" y="5564"/>
                    <a:pt x="1646" y="7210"/>
                  </a:cubicBezTo>
                  <a:cubicBezTo>
                    <a:pt x="2452" y="8022"/>
                    <a:pt x="3532" y="8450"/>
                    <a:pt x="4631" y="8450"/>
                  </a:cubicBezTo>
                  <a:cubicBezTo>
                    <a:pt x="5176" y="8450"/>
                    <a:pt x="5726" y="8344"/>
                    <a:pt x="6250" y="8128"/>
                  </a:cubicBezTo>
                  <a:cubicBezTo>
                    <a:pt x="7829" y="7478"/>
                    <a:pt x="8853" y="5937"/>
                    <a:pt x="8853" y="4224"/>
                  </a:cubicBezTo>
                  <a:cubicBezTo>
                    <a:pt x="8853" y="2520"/>
                    <a:pt x="7829" y="980"/>
                    <a:pt x="6250" y="319"/>
                  </a:cubicBezTo>
                  <a:cubicBezTo>
                    <a:pt x="5729" y="104"/>
                    <a:pt x="5182" y="0"/>
                    <a:pt x="4639"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1" name="Google Shape;8331;p63"/>
            <p:cNvSpPr/>
            <p:nvPr/>
          </p:nvSpPr>
          <p:spPr>
            <a:xfrm>
              <a:off x="3627731" y="3381094"/>
              <a:ext cx="135738" cy="221792"/>
            </a:xfrm>
            <a:custGeom>
              <a:avLst/>
              <a:gdLst/>
              <a:ahLst/>
              <a:cxnLst/>
              <a:rect l="l" t="t" r="r" b="b"/>
              <a:pathLst>
                <a:path w="5169" h="8446" extrusionOk="0">
                  <a:moveTo>
                    <a:pt x="4787" y="0"/>
                  </a:moveTo>
                  <a:cubicBezTo>
                    <a:pt x="2484" y="0"/>
                    <a:pt x="574" y="1869"/>
                    <a:pt x="574" y="4219"/>
                  </a:cubicBezTo>
                  <a:cubicBezTo>
                    <a:pt x="574" y="6574"/>
                    <a:pt x="2492" y="8445"/>
                    <a:pt x="4802" y="8445"/>
                  </a:cubicBezTo>
                  <a:cubicBezTo>
                    <a:pt x="4923" y="8445"/>
                    <a:pt x="5045" y="8440"/>
                    <a:pt x="5168" y="8430"/>
                  </a:cubicBezTo>
                  <a:cubicBezTo>
                    <a:pt x="4173" y="8344"/>
                    <a:pt x="3244" y="7913"/>
                    <a:pt x="2546" y="7205"/>
                  </a:cubicBezTo>
                  <a:cubicBezTo>
                    <a:pt x="0" y="4669"/>
                    <a:pt x="1589" y="314"/>
                    <a:pt x="5168" y="17"/>
                  </a:cubicBezTo>
                  <a:cubicBezTo>
                    <a:pt x="5040" y="6"/>
                    <a:pt x="4913" y="0"/>
                    <a:pt x="478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2" name="Google Shape;8332;p63"/>
            <p:cNvSpPr/>
            <p:nvPr/>
          </p:nvSpPr>
          <p:spPr>
            <a:xfrm>
              <a:off x="3664154" y="3402050"/>
              <a:ext cx="188258" cy="179723"/>
            </a:xfrm>
            <a:custGeom>
              <a:avLst/>
              <a:gdLst/>
              <a:ahLst/>
              <a:cxnLst/>
              <a:rect l="l" t="t" r="r" b="b"/>
              <a:pathLst>
                <a:path w="7169" h="6844" extrusionOk="0">
                  <a:moveTo>
                    <a:pt x="3443" y="0"/>
                  </a:moveTo>
                  <a:cubicBezTo>
                    <a:pt x="1686" y="0"/>
                    <a:pt x="1" y="1362"/>
                    <a:pt x="1" y="3421"/>
                  </a:cubicBezTo>
                  <a:cubicBezTo>
                    <a:pt x="1" y="4809"/>
                    <a:pt x="833" y="6053"/>
                    <a:pt x="2106" y="6579"/>
                  </a:cubicBezTo>
                  <a:cubicBezTo>
                    <a:pt x="2532" y="6757"/>
                    <a:pt x="2978" y="6843"/>
                    <a:pt x="3419" y="6843"/>
                  </a:cubicBezTo>
                  <a:cubicBezTo>
                    <a:pt x="4308" y="6843"/>
                    <a:pt x="5180" y="6494"/>
                    <a:pt x="5839" y="5842"/>
                  </a:cubicBezTo>
                  <a:cubicBezTo>
                    <a:pt x="7169" y="4502"/>
                    <a:pt x="7169" y="2339"/>
                    <a:pt x="5839" y="1009"/>
                  </a:cubicBezTo>
                  <a:cubicBezTo>
                    <a:pt x="5142" y="312"/>
                    <a:pt x="4284" y="0"/>
                    <a:pt x="3443" y="0"/>
                  </a:cubicBezTo>
                  <a:close/>
                </a:path>
              </a:pathLst>
            </a:custGeom>
            <a:solidFill>
              <a:srgbClr val="8596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3" name="Google Shape;8333;p63"/>
            <p:cNvSpPr/>
            <p:nvPr/>
          </p:nvSpPr>
          <p:spPr>
            <a:xfrm>
              <a:off x="3656381" y="3402102"/>
              <a:ext cx="107088" cy="179540"/>
            </a:xfrm>
            <a:custGeom>
              <a:avLst/>
              <a:gdLst/>
              <a:ahLst/>
              <a:cxnLst/>
              <a:rect l="l" t="t" r="r" b="b"/>
              <a:pathLst>
                <a:path w="4078" h="6837" extrusionOk="0">
                  <a:moveTo>
                    <a:pt x="3703" y="1"/>
                  </a:moveTo>
                  <a:cubicBezTo>
                    <a:pt x="1844" y="1"/>
                    <a:pt x="287" y="1516"/>
                    <a:pt x="287" y="3419"/>
                  </a:cubicBezTo>
                  <a:cubicBezTo>
                    <a:pt x="287" y="5330"/>
                    <a:pt x="1843" y="6837"/>
                    <a:pt x="3701" y="6837"/>
                  </a:cubicBezTo>
                  <a:cubicBezTo>
                    <a:pt x="3825" y="6837"/>
                    <a:pt x="3951" y="6830"/>
                    <a:pt x="4077" y="6816"/>
                  </a:cubicBezTo>
                  <a:cubicBezTo>
                    <a:pt x="3302" y="6740"/>
                    <a:pt x="2584" y="6395"/>
                    <a:pt x="2029" y="5840"/>
                  </a:cubicBezTo>
                  <a:cubicBezTo>
                    <a:pt x="0" y="3811"/>
                    <a:pt x="1225" y="328"/>
                    <a:pt x="4077" y="21"/>
                  </a:cubicBezTo>
                  <a:cubicBezTo>
                    <a:pt x="3951" y="8"/>
                    <a:pt x="3826" y="1"/>
                    <a:pt x="3703"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4" name="Google Shape;8334;p63"/>
            <p:cNvSpPr/>
            <p:nvPr/>
          </p:nvSpPr>
          <p:spPr>
            <a:xfrm>
              <a:off x="3729252" y="3437579"/>
              <a:ext cx="49290" cy="49027"/>
            </a:xfrm>
            <a:custGeom>
              <a:avLst/>
              <a:gdLst/>
              <a:ahLst/>
              <a:cxnLst/>
              <a:rect l="l" t="t" r="r" b="b"/>
              <a:pathLst>
                <a:path w="1877" h="1867" extrusionOk="0">
                  <a:moveTo>
                    <a:pt x="938" y="1"/>
                  </a:moveTo>
                  <a:cubicBezTo>
                    <a:pt x="422" y="1"/>
                    <a:pt x="0" y="422"/>
                    <a:pt x="0" y="939"/>
                  </a:cubicBezTo>
                  <a:cubicBezTo>
                    <a:pt x="0" y="1455"/>
                    <a:pt x="422" y="1867"/>
                    <a:pt x="938" y="1867"/>
                  </a:cubicBezTo>
                  <a:cubicBezTo>
                    <a:pt x="1455" y="1867"/>
                    <a:pt x="1876" y="1455"/>
                    <a:pt x="1876" y="939"/>
                  </a:cubicBezTo>
                  <a:cubicBezTo>
                    <a:pt x="1876" y="422"/>
                    <a:pt x="1455" y="1"/>
                    <a:pt x="938" y="1"/>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5" name="Google Shape;8335;p63"/>
            <p:cNvSpPr/>
            <p:nvPr/>
          </p:nvSpPr>
          <p:spPr>
            <a:xfrm>
              <a:off x="3729252" y="3437658"/>
              <a:ext cx="34217" cy="49132"/>
            </a:xfrm>
            <a:custGeom>
              <a:avLst/>
              <a:gdLst/>
              <a:ahLst/>
              <a:cxnLst/>
              <a:rect l="l" t="t" r="r" b="b"/>
              <a:pathLst>
                <a:path w="1303" h="1871" extrusionOk="0">
                  <a:moveTo>
                    <a:pt x="940" y="0"/>
                  </a:moveTo>
                  <a:cubicBezTo>
                    <a:pt x="446" y="0"/>
                    <a:pt x="0" y="397"/>
                    <a:pt x="0" y="936"/>
                  </a:cubicBezTo>
                  <a:cubicBezTo>
                    <a:pt x="0" y="1474"/>
                    <a:pt x="446" y="1871"/>
                    <a:pt x="940" y="1871"/>
                  </a:cubicBezTo>
                  <a:cubicBezTo>
                    <a:pt x="1059" y="1871"/>
                    <a:pt x="1182" y="1847"/>
                    <a:pt x="1302" y="1797"/>
                  </a:cubicBezTo>
                  <a:cubicBezTo>
                    <a:pt x="958" y="1644"/>
                    <a:pt x="737" y="1309"/>
                    <a:pt x="737" y="936"/>
                  </a:cubicBezTo>
                  <a:cubicBezTo>
                    <a:pt x="737" y="562"/>
                    <a:pt x="958" y="218"/>
                    <a:pt x="1302" y="74"/>
                  </a:cubicBezTo>
                  <a:cubicBezTo>
                    <a:pt x="1182" y="24"/>
                    <a:pt x="1059" y="0"/>
                    <a:pt x="94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6" name="Google Shape;8336;p63"/>
            <p:cNvSpPr/>
            <p:nvPr/>
          </p:nvSpPr>
          <p:spPr>
            <a:xfrm>
              <a:off x="3713680" y="3486581"/>
              <a:ext cx="80434" cy="51548"/>
            </a:xfrm>
            <a:custGeom>
              <a:avLst/>
              <a:gdLst/>
              <a:ahLst/>
              <a:cxnLst/>
              <a:rect l="l" t="t" r="r" b="b"/>
              <a:pathLst>
                <a:path w="3063" h="1963" extrusionOk="0">
                  <a:moveTo>
                    <a:pt x="1005" y="1"/>
                  </a:moveTo>
                  <a:cubicBezTo>
                    <a:pt x="450" y="10"/>
                    <a:pt x="0" y="451"/>
                    <a:pt x="0" y="1006"/>
                  </a:cubicBezTo>
                  <a:lnTo>
                    <a:pt x="0" y="1790"/>
                  </a:lnTo>
                  <a:cubicBezTo>
                    <a:pt x="0" y="1886"/>
                    <a:pt x="77" y="1963"/>
                    <a:pt x="172" y="1963"/>
                  </a:cubicBezTo>
                  <a:lnTo>
                    <a:pt x="2890" y="1963"/>
                  </a:lnTo>
                  <a:cubicBezTo>
                    <a:pt x="2986" y="1963"/>
                    <a:pt x="3063" y="1886"/>
                    <a:pt x="3063" y="1790"/>
                  </a:cubicBezTo>
                  <a:lnTo>
                    <a:pt x="3063" y="1006"/>
                  </a:lnTo>
                  <a:cubicBezTo>
                    <a:pt x="3063" y="451"/>
                    <a:pt x="2613" y="10"/>
                    <a:pt x="2058"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7" name="Google Shape;8337;p63"/>
            <p:cNvSpPr/>
            <p:nvPr/>
          </p:nvSpPr>
          <p:spPr>
            <a:xfrm>
              <a:off x="3713680" y="3486581"/>
              <a:ext cx="45745" cy="51548"/>
            </a:xfrm>
            <a:custGeom>
              <a:avLst/>
              <a:gdLst/>
              <a:ahLst/>
              <a:cxnLst/>
              <a:rect l="l" t="t" r="r" b="b"/>
              <a:pathLst>
                <a:path w="1742" h="1963" extrusionOk="0">
                  <a:moveTo>
                    <a:pt x="1005" y="1"/>
                  </a:moveTo>
                  <a:cubicBezTo>
                    <a:pt x="450" y="10"/>
                    <a:pt x="0" y="451"/>
                    <a:pt x="0" y="1006"/>
                  </a:cubicBezTo>
                  <a:lnTo>
                    <a:pt x="0" y="1790"/>
                  </a:lnTo>
                  <a:cubicBezTo>
                    <a:pt x="0" y="1886"/>
                    <a:pt x="77" y="1963"/>
                    <a:pt x="172" y="1963"/>
                  </a:cubicBezTo>
                  <a:lnTo>
                    <a:pt x="909" y="1963"/>
                  </a:lnTo>
                  <a:cubicBezTo>
                    <a:pt x="814" y="1963"/>
                    <a:pt x="737" y="1886"/>
                    <a:pt x="737" y="1790"/>
                  </a:cubicBezTo>
                  <a:lnTo>
                    <a:pt x="737" y="1006"/>
                  </a:lnTo>
                  <a:cubicBezTo>
                    <a:pt x="737" y="451"/>
                    <a:pt x="1187" y="10"/>
                    <a:pt x="174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8" name="Google Shape;8338;p63"/>
            <p:cNvSpPr/>
            <p:nvPr/>
          </p:nvSpPr>
          <p:spPr>
            <a:xfrm>
              <a:off x="3728990" y="3507274"/>
              <a:ext cx="9847" cy="30856"/>
            </a:xfrm>
            <a:custGeom>
              <a:avLst/>
              <a:gdLst/>
              <a:ahLst/>
              <a:cxnLst/>
              <a:rect l="l" t="t" r="r" b="b"/>
              <a:pathLst>
                <a:path w="375" h="1175" extrusionOk="0">
                  <a:moveTo>
                    <a:pt x="188" y="0"/>
                  </a:moveTo>
                  <a:cubicBezTo>
                    <a:pt x="94" y="0"/>
                    <a:pt x="1" y="60"/>
                    <a:pt x="1" y="179"/>
                  </a:cubicBezTo>
                  <a:lnTo>
                    <a:pt x="1" y="1175"/>
                  </a:lnTo>
                  <a:lnTo>
                    <a:pt x="374" y="1175"/>
                  </a:lnTo>
                  <a:lnTo>
                    <a:pt x="374" y="179"/>
                  </a:lnTo>
                  <a:cubicBezTo>
                    <a:pt x="374" y="60"/>
                    <a:pt x="281" y="0"/>
                    <a:pt x="18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9" name="Google Shape;8339;p63"/>
            <p:cNvSpPr/>
            <p:nvPr/>
          </p:nvSpPr>
          <p:spPr>
            <a:xfrm>
              <a:off x="3768958" y="3507274"/>
              <a:ext cx="9821" cy="30856"/>
            </a:xfrm>
            <a:custGeom>
              <a:avLst/>
              <a:gdLst/>
              <a:ahLst/>
              <a:cxnLst/>
              <a:rect l="l" t="t" r="r" b="b"/>
              <a:pathLst>
                <a:path w="374" h="1175" extrusionOk="0">
                  <a:moveTo>
                    <a:pt x="187" y="0"/>
                  </a:moveTo>
                  <a:cubicBezTo>
                    <a:pt x="94" y="0"/>
                    <a:pt x="1" y="60"/>
                    <a:pt x="1" y="179"/>
                  </a:cubicBezTo>
                  <a:lnTo>
                    <a:pt x="1" y="1175"/>
                  </a:lnTo>
                  <a:lnTo>
                    <a:pt x="374" y="1175"/>
                  </a:lnTo>
                  <a:lnTo>
                    <a:pt x="374" y="179"/>
                  </a:lnTo>
                  <a:cubicBezTo>
                    <a:pt x="374" y="60"/>
                    <a:pt x="281" y="0"/>
                    <a:pt x="18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0" name="Google Shape;8340;p63"/>
            <p:cNvSpPr/>
            <p:nvPr/>
          </p:nvSpPr>
          <p:spPr>
            <a:xfrm>
              <a:off x="3544540" y="3586342"/>
              <a:ext cx="116384" cy="113890"/>
            </a:xfrm>
            <a:custGeom>
              <a:avLst/>
              <a:gdLst/>
              <a:ahLst/>
              <a:cxnLst/>
              <a:rect l="l" t="t" r="r" b="b"/>
              <a:pathLst>
                <a:path w="4432" h="4337" extrusionOk="0">
                  <a:moveTo>
                    <a:pt x="3517" y="0"/>
                  </a:moveTo>
                  <a:cubicBezTo>
                    <a:pt x="3391" y="0"/>
                    <a:pt x="3265" y="48"/>
                    <a:pt x="3168" y="145"/>
                  </a:cubicBezTo>
                  <a:lnTo>
                    <a:pt x="192" y="3121"/>
                  </a:lnTo>
                  <a:cubicBezTo>
                    <a:pt x="0" y="3313"/>
                    <a:pt x="0" y="3619"/>
                    <a:pt x="192" y="3810"/>
                  </a:cubicBezTo>
                  <a:lnTo>
                    <a:pt x="575" y="4193"/>
                  </a:lnTo>
                  <a:cubicBezTo>
                    <a:pt x="670" y="4289"/>
                    <a:pt x="795" y="4337"/>
                    <a:pt x="919" y="4337"/>
                  </a:cubicBezTo>
                  <a:cubicBezTo>
                    <a:pt x="1043" y="4337"/>
                    <a:pt x="1168" y="4289"/>
                    <a:pt x="1264" y="4193"/>
                  </a:cubicBezTo>
                  <a:lnTo>
                    <a:pt x="4240" y="1207"/>
                  </a:lnTo>
                  <a:cubicBezTo>
                    <a:pt x="4431" y="1016"/>
                    <a:pt x="4431" y="709"/>
                    <a:pt x="4240" y="528"/>
                  </a:cubicBezTo>
                  <a:lnTo>
                    <a:pt x="3857" y="135"/>
                  </a:lnTo>
                  <a:cubicBezTo>
                    <a:pt x="3763" y="45"/>
                    <a:pt x="3640" y="0"/>
                    <a:pt x="351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1" name="Google Shape;8341;p63"/>
            <p:cNvSpPr/>
            <p:nvPr/>
          </p:nvSpPr>
          <p:spPr>
            <a:xfrm>
              <a:off x="3544540" y="3586369"/>
              <a:ext cx="101810" cy="113863"/>
            </a:xfrm>
            <a:custGeom>
              <a:avLst/>
              <a:gdLst/>
              <a:ahLst/>
              <a:cxnLst/>
              <a:rect l="l" t="t" r="r" b="b"/>
              <a:pathLst>
                <a:path w="3877" h="4336" extrusionOk="0">
                  <a:moveTo>
                    <a:pt x="3513" y="0"/>
                  </a:moveTo>
                  <a:cubicBezTo>
                    <a:pt x="3388" y="0"/>
                    <a:pt x="3264" y="48"/>
                    <a:pt x="3168" y="144"/>
                  </a:cubicBezTo>
                  <a:lnTo>
                    <a:pt x="192" y="3120"/>
                  </a:lnTo>
                  <a:cubicBezTo>
                    <a:pt x="0" y="3312"/>
                    <a:pt x="0" y="3618"/>
                    <a:pt x="192" y="3809"/>
                  </a:cubicBezTo>
                  <a:lnTo>
                    <a:pt x="575" y="4192"/>
                  </a:lnTo>
                  <a:cubicBezTo>
                    <a:pt x="670" y="4288"/>
                    <a:pt x="795" y="4336"/>
                    <a:pt x="919" y="4336"/>
                  </a:cubicBezTo>
                  <a:cubicBezTo>
                    <a:pt x="1043" y="4336"/>
                    <a:pt x="1168" y="4288"/>
                    <a:pt x="1264" y="4192"/>
                  </a:cubicBezTo>
                  <a:lnTo>
                    <a:pt x="1283" y="4163"/>
                  </a:lnTo>
                  <a:lnTo>
                    <a:pt x="919" y="3809"/>
                  </a:lnTo>
                  <a:cubicBezTo>
                    <a:pt x="728" y="3618"/>
                    <a:pt x="728" y="3312"/>
                    <a:pt x="919" y="3120"/>
                  </a:cubicBezTo>
                  <a:lnTo>
                    <a:pt x="3876" y="163"/>
                  </a:lnTo>
                  <a:lnTo>
                    <a:pt x="3857" y="144"/>
                  </a:lnTo>
                  <a:cubicBezTo>
                    <a:pt x="3761" y="48"/>
                    <a:pt x="3637" y="0"/>
                    <a:pt x="351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2" name="Google Shape;8342;p63"/>
            <p:cNvSpPr/>
            <p:nvPr/>
          </p:nvSpPr>
          <p:spPr>
            <a:xfrm>
              <a:off x="3618409" y="3586106"/>
              <a:ext cx="42515" cy="41491"/>
            </a:xfrm>
            <a:custGeom>
              <a:avLst/>
              <a:gdLst/>
              <a:ahLst/>
              <a:cxnLst/>
              <a:rect l="l" t="t" r="r" b="b"/>
              <a:pathLst>
                <a:path w="1619" h="1580" extrusionOk="0">
                  <a:moveTo>
                    <a:pt x="700" y="1"/>
                  </a:moveTo>
                  <a:cubicBezTo>
                    <a:pt x="575" y="1"/>
                    <a:pt x="451" y="49"/>
                    <a:pt x="355" y="144"/>
                  </a:cubicBezTo>
                  <a:lnTo>
                    <a:pt x="1" y="508"/>
                  </a:lnTo>
                  <a:lnTo>
                    <a:pt x="1073" y="1580"/>
                  </a:lnTo>
                  <a:lnTo>
                    <a:pt x="1437" y="1226"/>
                  </a:lnTo>
                  <a:cubicBezTo>
                    <a:pt x="1618" y="1034"/>
                    <a:pt x="1618" y="728"/>
                    <a:pt x="1437" y="537"/>
                  </a:cubicBezTo>
                  <a:lnTo>
                    <a:pt x="1044" y="144"/>
                  </a:lnTo>
                  <a:cubicBezTo>
                    <a:pt x="948" y="49"/>
                    <a:pt x="824" y="1"/>
                    <a:pt x="70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3" name="Google Shape;8343;p63"/>
            <p:cNvSpPr/>
            <p:nvPr/>
          </p:nvSpPr>
          <p:spPr>
            <a:xfrm>
              <a:off x="3618409" y="3586106"/>
              <a:ext cx="27941" cy="22899"/>
            </a:xfrm>
            <a:custGeom>
              <a:avLst/>
              <a:gdLst/>
              <a:ahLst/>
              <a:cxnLst/>
              <a:rect l="l" t="t" r="r" b="b"/>
              <a:pathLst>
                <a:path w="1064" h="872" extrusionOk="0">
                  <a:moveTo>
                    <a:pt x="652" y="1"/>
                  </a:moveTo>
                  <a:lnTo>
                    <a:pt x="604" y="10"/>
                  </a:lnTo>
                  <a:cubicBezTo>
                    <a:pt x="508" y="29"/>
                    <a:pt x="422" y="77"/>
                    <a:pt x="355" y="144"/>
                  </a:cubicBezTo>
                  <a:lnTo>
                    <a:pt x="87" y="412"/>
                  </a:lnTo>
                  <a:lnTo>
                    <a:pt x="1" y="498"/>
                  </a:lnTo>
                  <a:lnTo>
                    <a:pt x="374" y="872"/>
                  </a:lnTo>
                  <a:lnTo>
                    <a:pt x="1063" y="173"/>
                  </a:lnTo>
                  <a:lnTo>
                    <a:pt x="1044" y="144"/>
                  </a:lnTo>
                  <a:lnTo>
                    <a:pt x="1015" y="116"/>
                  </a:lnTo>
                  <a:lnTo>
                    <a:pt x="996" y="106"/>
                  </a:lnTo>
                  <a:cubicBezTo>
                    <a:pt x="910" y="39"/>
                    <a:pt x="805" y="10"/>
                    <a:pt x="70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44" name="Google Shape;8344;p63"/>
          <p:cNvGrpSpPr/>
          <p:nvPr/>
        </p:nvGrpSpPr>
        <p:grpSpPr>
          <a:xfrm>
            <a:off x="3930362" y="3198034"/>
            <a:ext cx="415696" cy="371605"/>
            <a:chOff x="3944637" y="3354834"/>
            <a:chExt cx="415696" cy="371605"/>
          </a:xfrm>
        </p:grpSpPr>
        <p:sp>
          <p:nvSpPr>
            <p:cNvPr id="8345" name="Google Shape;8345;p63"/>
            <p:cNvSpPr/>
            <p:nvPr/>
          </p:nvSpPr>
          <p:spPr>
            <a:xfrm>
              <a:off x="4069031" y="3391598"/>
              <a:ext cx="126941" cy="126941"/>
            </a:xfrm>
            <a:custGeom>
              <a:avLst/>
              <a:gdLst/>
              <a:ahLst/>
              <a:cxnLst/>
              <a:rect l="l" t="t" r="r" b="b"/>
              <a:pathLst>
                <a:path w="4834" h="4834" extrusionOk="0">
                  <a:moveTo>
                    <a:pt x="2422" y="0"/>
                  </a:moveTo>
                  <a:cubicBezTo>
                    <a:pt x="1092" y="0"/>
                    <a:pt x="10" y="1072"/>
                    <a:pt x="1" y="2412"/>
                  </a:cubicBezTo>
                  <a:cubicBezTo>
                    <a:pt x="1" y="3742"/>
                    <a:pt x="1072" y="4824"/>
                    <a:pt x="2412" y="4833"/>
                  </a:cubicBezTo>
                  <a:cubicBezTo>
                    <a:pt x="3743" y="4833"/>
                    <a:pt x="4824" y="3752"/>
                    <a:pt x="4834" y="2422"/>
                  </a:cubicBezTo>
                  <a:cubicBezTo>
                    <a:pt x="4834" y="1091"/>
                    <a:pt x="3752" y="10"/>
                    <a:pt x="242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6" name="Google Shape;8346;p63"/>
            <p:cNvSpPr/>
            <p:nvPr/>
          </p:nvSpPr>
          <p:spPr>
            <a:xfrm>
              <a:off x="4068768" y="3391546"/>
              <a:ext cx="71926" cy="126731"/>
            </a:xfrm>
            <a:custGeom>
              <a:avLst/>
              <a:gdLst/>
              <a:ahLst/>
              <a:cxnLst/>
              <a:rect l="l" t="t" r="r" b="b"/>
              <a:pathLst>
                <a:path w="2739" h="4826" extrusionOk="0">
                  <a:moveTo>
                    <a:pt x="2416" y="0"/>
                  </a:moveTo>
                  <a:cubicBezTo>
                    <a:pt x="1106" y="0"/>
                    <a:pt x="1" y="1059"/>
                    <a:pt x="1" y="2404"/>
                  </a:cubicBezTo>
                  <a:cubicBezTo>
                    <a:pt x="1" y="3755"/>
                    <a:pt x="1099" y="4826"/>
                    <a:pt x="2413" y="4826"/>
                  </a:cubicBezTo>
                  <a:cubicBezTo>
                    <a:pt x="2514" y="4826"/>
                    <a:pt x="2616" y="4820"/>
                    <a:pt x="2719" y="4807"/>
                  </a:cubicBezTo>
                  <a:cubicBezTo>
                    <a:pt x="1523" y="4644"/>
                    <a:pt x="623" y="3620"/>
                    <a:pt x="623" y="2404"/>
                  </a:cubicBezTo>
                  <a:cubicBezTo>
                    <a:pt x="633" y="1199"/>
                    <a:pt x="1532" y="175"/>
                    <a:pt x="2738" y="21"/>
                  </a:cubicBezTo>
                  <a:cubicBezTo>
                    <a:pt x="2630" y="7"/>
                    <a:pt x="2522" y="0"/>
                    <a:pt x="2416"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7" name="Google Shape;8347;p63"/>
            <p:cNvSpPr/>
            <p:nvPr/>
          </p:nvSpPr>
          <p:spPr>
            <a:xfrm>
              <a:off x="4089382" y="3411950"/>
              <a:ext cx="86238" cy="86238"/>
            </a:xfrm>
            <a:custGeom>
              <a:avLst/>
              <a:gdLst/>
              <a:ahLst/>
              <a:cxnLst/>
              <a:rect l="l" t="t" r="r" b="b"/>
              <a:pathLst>
                <a:path w="3284" h="3284" extrusionOk="0">
                  <a:moveTo>
                    <a:pt x="1647" y="0"/>
                  </a:moveTo>
                  <a:cubicBezTo>
                    <a:pt x="738" y="0"/>
                    <a:pt x="1" y="728"/>
                    <a:pt x="1" y="1637"/>
                  </a:cubicBezTo>
                  <a:cubicBezTo>
                    <a:pt x="1" y="2546"/>
                    <a:pt x="728" y="3283"/>
                    <a:pt x="1637" y="3283"/>
                  </a:cubicBezTo>
                  <a:cubicBezTo>
                    <a:pt x="2546" y="3283"/>
                    <a:pt x="3283" y="2556"/>
                    <a:pt x="3283" y="1647"/>
                  </a:cubicBezTo>
                  <a:cubicBezTo>
                    <a:pt x="3283" y="737"/>
                    <a:pt x="2556" y="0"/>
                    <a:pt x="1647" y="0"/>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8" name="Google Shape;8348;p63"/>
            <p:cNvSpPr/>
            <p:nvPr/>
          </p:nvSpPr>
          <p:spPr>
            <a:xfrm>
              <a:off x="4088909" y="3411792"/>
              <a:ext cx="51785" cy="86212"/>
            </a:xfrm>
            <a:custGeom>
              <a:avLst/>
              <a:gdLst/>
              <a:ahLst/>
              <a:cxnLst/>
              <a:rect l="l" t="t" r="r" b="b"/>
              <a:pathLst>
                <a:path w="1972" h="3283" extrusionOk="0">
                  <a:moveTo>
                    <a:pt x="1636" y="1"/>
                  </a:moveTo>
                  <a:cubicBezTo>
                    <a:pt x="757" y="1"/>
                    <a:pt x="9" y="715"/>
                    <a:pt x="9" y="1633"/>
                  </a:cubicBezTo>
                  <a:cubicBezTo>
                    <a:pt x="1" y="2565"/>
                    <a:pt x="755" y="3283"/>
                    <a:pt x="1639" y="3283"/>
                  </a:cubicBezTo>
                  <a:cubicBezTo>
                    <a:pt x="1745" y="3283"/>
                    <a:pt x="1853" y="3272"/>
                    <a:pt x="1962" y="3251"/>
                  </a:cubicBezTo>
                  <a:cubicBezTo>
                    <a:pt x="1196" y="3098"/>
                    <a:pt x="641" y="2418"/>
                    <a:pt x="650" y="1643"/>
                  </a:cubicBezTo>
                  <a:cubicBezTo>
                    <a:pt x="650" y="858"/>
                    <a:pt x="1205" y="179"/>
                    <a:pt x="1971" y="35"/>
                  </a:cubicBezTo>
                  <a:cubicBezTo>
                    <a:pt x="1858" y="12"/>
                    <a:pt x="1746" y="1"/>
                    <a:pt x="1636"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9" name="Google Shape;8349;p63"/>
            <p:cNvSpPr/>
            <p:nvPr/>
          </p:nvSpPr>
          <p:spPr>
            <a:xfrm>
              <a:off x="4114776" y="3426025"/>
              <a:ext cx="34453" cy="59085"/>
            </a:xfrm>
            <a:custGeom>
              <a:avLst/>
              <a:gdLst/>
              <a:ahLst/>
              <a:cxnLst/>
              <a:rect l="l" t="t" r="r" b="b"/>
              <a:pathLst>
                <a:path w="1312" h="2250" extrusionOk="0">
                  <a:moveTo>
                    <a:pt x="622" y="441"/>
                  </a:moveTo>
                  <a:lnTo>
                    <a:pt x="622" y="862"/>
                  </a:lnTo>
                  <a:cubicBezTo>
                    <a:pt x="450" y="795"/>
                    <a:pt x="402" y="737"/>
                    <a:pt x="402" y="642"/>
                  </a:cubicBezTo>
                  <a:cubicBezTo>
                    <a:pt x="402" y="517"/>
                    <a:pt x="498" y="469"/>
                    <a:pt x="622" y="441"/>
                  </a:cubicBezTo>
                  <a:close/>
                  <a:moveTo>
                    <a:pt x="756" y="1292"/>
                  </a:moveTo>
                  <a:cubicBezTo>
                    <a:pt x="926" y="1368"/>
                    <a:pt x="966" y="1443"/>
                    <a:pt x="967" y="1545"/>
                  </a:cubicBezTo>
                  <a:lnTo>
                    <a:pt x="967" y="1545"/>
                  </a:lnTo>
                  <a:cubicBezTo>
                    <a:pt x="965" y="1659"/>
                    <a:pt x="879" y="1761"/>
                    <a:pt x="756" y="1771"/>
                  </a:cubicBezTo>
                  <a:lnTo>
                    <a:pt x="756" y="1292"/>
                  </a:lnTo>
                  <a:close/>
                  <a:moveTo>
                    <a:pt x="689" y="0"/>
                  </a:moveTo>
                  <a:cubicBezTo>
                    <a:pt x="642" y="0"/>
                    <a:pt x="594" y="20"/>
                    <a:pt x="594" y="67"/>
                  </a:cubicBezTo>
                  <a:lnTo>
                    <a:pt x="594" y="144"/>
                  </a:lnTo>
                  <a:cubicBezTo>
                    <a:pt x="278" y="182"/>
                    <a:pt x="58" y="355"/>
                    <a:pt x="58" y="680"/>
                  </a:cubicBezTo>
                  <a:cubicBezTo>
                    <a:pt x="58" y="1024"/>
                    <a:pt x="326" y="1130"/>
                    <a:pt x="594" y="1225"/>
                  </a:cubicBezTo>
                  <a:lnTo>
                    <a:pt x="594" y="1780"/>
                  </a:lnTo>
                  <a:cubicBezTo>
                    <a:pt x="460" y="1752"/>
                    <a:pt x="335" y="1694"/>
                    <a:pt x="240" y="1599"/>
                  </a:cubicBezTo>
                  <a:cubicBezTo>
                    <a:pt x="218" y="1581"/>
                    <a:pt x="191" y="1572"/>
                    <a:pt x="164" y="1572"/>
                  </a:cubicBezTo>
                  <a:cubicBezTo>
                    <a:pt x="119" y="1572"/>
                    <a:pt x="76" y="1595"/>
                    <a:pt x="58" y="1637"/>
                  </a:cubicBezTo>
                  <a:cubicBezTo>
                    <a:pt x="0" y="1704"/>
                    <a:pt x="0" y="1809"/>
                    <a:pt x="58" y="1876"/>
                  </a:cubicBezTo>
                  <a:cubicBezTo>
                    <a:pt x="184" y="2021"/>
                    <a:pt x="371" y="2097"/>
                    <a:pt x="560" y="2097"/>
                  </a:cubicBezTo>
                  <a:cubicBezTo>
                    <a:pt x="571" y="2097"/>
                    <a:pt x="582" y="2097"/>
                    <a:pt x="594" y="2096"/>
                  </a:cubicBezTo>
                  <a:lnTo>
                    <a:pt x="594" y="2182"/>
                  </a:lnTo>
                  <a:cubicBezTo>
                    <a:pt x="594" y="2221"/>
                    <a:pt x="642" y="2249"/>
                    <a:pt x="689" y="2249"/>
                  </a:cubicBezTo>
                  <a:cubicBezTo>
                    <a:pt x="728" y="2249"/>
                    <a:pt x="776" y="2221"/>
                    <a:pt x="776" y="2182"/>
                  </a:cubicBezTo>
                  <a:lnTo>
                    <a:pt x="776" y="2096"/>
                  </a:lnTo>
                  <a:cubicBezTo>
                    <a:pt x="1082" y="2077"/>
                    <a:pt x="1311" y="1819"/>
                    <a:pt x="1302" y="1513"/>
                  </a:cubicBezTo>
                  <a:cubicBezTo>
                    <a:pt x="1302" y="1178"/>
                    <a:pt x="1091" y="1034"/>
                    <a:pt x="785" y="929"/>
                  </a:cubicBezTo>
                  <a:lnTo>
                    <a:pt x="785" y="450"/>
                  </a:lnTo>
                  <a:cubicBezTo>
                    <a:pt x="881" y="460"/>
                    <a:pt x="967" y="489"/>
                    <a:pt x="1044" y="536"/>
                  </a:cubicBezTo>
                  <a:cubicBezTo>
                    <a:pt x="1064" y="548"/>
                    <a:pt x="1085" y="554"/>
                    <a:pt x="1106" y="554"/>
                  </a:cubicBezTo>
                  <a:cubicBezTo>
                    <a:pt x="1153" y="554"/>
                    <a:pt x="1196" y="525"/>
                    <a:pt x="1216" y="479"/>
                  </a:cubicBezTo>
                  <a:cubicBezTo>
                    <a:pt x="1264" y="412"/>
                    <a:pt x="1264" y="316"/>
                    <a:pt x="1206" y="259"/>
                  </a:cubicBezTo>
                  <a:cubicBezTo>
                    <a:pt x="1082" y="173"/>
                    <a:pt x="929" y="134"/>
                    <a:pt x="785" y="134"/>
                  </a:cubicBezTo>
                  <a:lnTo>
                    <a:pt x="785" y="67"/>
                  </a:lnTo>
                  <a:cubicBezTo>
                    <a:pt x="785" y="29"/>
                    <a:pt x="737" y="0"/>
                    <a:pt x="689"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0" name="Google Shape;8350;p63"/>
            <p:cNvSpPr/>
            <p:nvPr/>
          </p:nvSpPr>
          <p:spPr>
            <a:xfrm>
              <a:off x="4167296" y="3354913"/>
              <a:ext cx="126941" cy="126678"/>
            </a:xfrm>
            <a:custGeom>
              <a:avLst/>
              <a:gdLst/>
              <a:ahLst/>
              <a:cxnLst/>
              <a:rect l="l" t="t" r="r" b="b"/>
              <a:pathLst>
                <a:path w="4834" h="4824" extrusionOk="0">
                  <a:moveTo>
                    <a:pt x="2422" y="0"/>
                  </a:moveTo>
                  <a:cubicBezTo>
                    <a:pt x="1092" y="0"/>
                    <a:pt x="10" y="1072"/>
                    <a:pt x="10" y="2412"/>
                  </a:cubicBezTo>
                  <a:cubicBezTo>
                    <a:pt x="1" y="3742"/>
                    <a:pt x="1082" y="4823"/>
                    <a:pt x="2412" y="4823"/>
                  </a:cubicBezTo>
                  <a:cubicBezTo>
                    <a:pt x="2418" y="4823"/>
                    <a:pt x="2424" y="4824"/>
                    <a:pt x="2430" y="4824"/>
                  </a:cubicBezTo>
                  <a:cubicBezTo>
                    <a:pt x="3752" y="4824"/>
                    <a:pt x="4824" y="3746"/>
                    <a:pt x="4834" y="2421"/>
                  </a:cubicBezTo>
                  <a:cubicBezTo>
                    <a:pt x="4834" y="1091"/>
                    <a:pt x="3762" y="10"/>
                    <a:pt x="242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1" name="Google Shape;8351;p63"/>
            <p:cNvSpPr/>
            <p:nvPr/>
          </p:nvSpPr>
          <p:spPr>
            <a:xfrm>
              <a:off x="4167033" y="3354834"/>
              <a:ext cx="71926" cy="126757"/>
            </a:xfrm>
            <a:custGeom>
              <a:avLst/>
              <a:gdLst/>
              <a:ahLst/>
              <a:cxnLst/>
              <a:rect l="l" t="t" r="r" b="b"/>
              <a:pathLst>
                <a:path w="2739" h="4827" extrusionOk="0">
                  <a:moveTo>
                    <a:pt x="2416" y="1"/>
                  </a:moveTo>
                  <a:cubicBezTo>
                    <a:pt x="1108" y="1"/>
                    <a:pt x="10" y="1060"/>
                    <a:pt x="1" y="2405"/>
                  </a:cubicBezTo>
                  <a:cubicBezTo>
                    <a:pt x="1" y="3756"/>
                    <a:pt x="1107" y="4827"/>
                    <a:pt x="2422" y="4827"/>
                  </a:cubicBezTo>
                  <a:cubicBezTo>
                    <a:pt x="2523" y="4827"/>
                    <a:pt x="2626" y="4820"/>
                    <a:pt x="2728" y="4807"/>
                  </a:cubicBezTo>
                  <a:cubicBezTo>
                    <a:pt x="1523" y="4645"/>
                    <a:pt x="623" y="3621"/>
                    <a:pt x="633" y="2405"/>
                  </a:cubicBezTo>
                  <a:cubicBezTo>
                    <a:pt x="633" y="1190"/>
                    <a:pt x="1532" y="175"/>
                    <a:pt x="2738" y="22"/>
                  </a:cubicBezTo>
                  <a:cubicBezTo>
                    <a:pt x="2630" y="8"/>
                    <a:pt x="2522" y="1"/>
                    <a:pt x="2416"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2" name="Google Shape;8352;p63"/>
            <p:cNvSpPr/>
            <p:nvPr/>
          </p:nvSpPr>
          <p:spPr>
            <a:xfrm>
              <a:off x="4187647" y="3375264"/>
              <a:ext cx="86238" cy="86212"/>
            </a:xfrm>
            <a:custGeom>
              <a:avLst/>
              <a:gdLst/>
              <a:ahLst/>
              <a:cxnLst/>
              <a:rect l="l" t="t" r="r" b="b"/>
              <a:pathLst>
                <a:path w="3284" h="3283" extrusionOk="0">
                  <a:moveTo>
                    <a:pt x="1629" y="0"/>
                  </a:moveTo>
                  <a:cubicBezTo>
                    <a:pt x="728" y="0"/>
                    <a:pt x="1" y="733"/>
                    <a:pt x="1" y="1637"/>
                  </a:cubicBezTo>
                  <a:cubicBezTo>
                    <a:pt x="1" y="2536"/>
                    <a:pt x="728" y="3273"/>
                    <a:pt x="1637" y="3283"/>
                  </a:cubicBezTo>
                  <a:cubicBezTo>
                    <a:pt x="2546" y="3283"/>
                    <a:pt x="3283" y="2546"/>
                    <a:pt x="3283" y="1646"/>
                  </a:cubicBezTo>
                  <a:cubicBezTo>
                    <a:pt x="3283" y="737"/>
                    <a:pt x="2556" y="0"/>
                    <a:pt x="1647" y="0"/>
                  </a:cubicBezTo>
                  <a:cubicBezTo>
                    <a:pt x="1641" y="0"/>
                    <a:pt x="1635" y="0"/>
                    <a:pt x="1629" y="0"/>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3" name="Google Shape;8353;p63"/>
            <p:cNvSpPr/>
            <p:nvPr/>
          </p:nvSpPr>
          <p:spPr>
            <a:xfrm>
              <a:off x="4187174" y="3375107"/>
              <a:ext cx="51785" cy="86212"/>
            </a:xfrm>
            <a:custGeom>
              <a:avLst/>
              <a:gdLst/>
              <a:ahLst/>
              <a:cxnLst/>
              <a:rect l="l" t="t" r="r" b="b"/>
              <a:pathLst>
                <a:path w="1972" h="3283" extrusionOk="0">
                  <a:moveTo>
                    <a:pt x="1636" y="0"/>
                  </a:moveTo>
                  <a:cubicBezTo>
                    <a:pt x="757" y="0"/>
                    <a:pt x="9" y="715"/>
                    <a:pt x="9" y="1633"/>
                  </a:cubicBezTo>
                  <a:cubicBezTo>
                    <a:pt x="1" y="2565"/>
                    <a:pt x="755" y="3282"/>
                    <a:pt x="1639" y="3282"/>
                  </a:cubicBezTo>
                  <a:cubicBezTo>
                    <a:pt x="1745" y="3282"/>
                    <a:pt x="1853" y="3272"/>
                    <a:pt x="1961" y="3251"/>
                  </a:cubicBezTo>
                  <a:cubicBezTo>
                    <a:pt x="1196" y="3097"/>
                    <a:pt x="650" y="2418"/>
                    <a:pt x="650" y="1633"/>
                  </a:cubicBezTo>
                  <a:cubicBezTo>
                    <a:pt x="650" y="858"/>
                    <a:pt x="1205" y="178"/>
                    <a:pt x="1971" y="35"/>
                  </a:cubicBezTo>
                  <a:cubicBezTo>
                    <a:pt x="1858" y="11"/>
                    <a:pt x="1746" y="0"/>
                    <a:pt x="1636"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4" name="Google Shape;8354;p63"/>
            <p:cNvSpPr/>
            <p:nvPr/>
          </p:nvSpPr>
          <p:spPr>
            <a:xfrm>
              <a:off x="4213040" y="3389340"/>
              <a:ext cx="34453" cy="59085"/>
            </a:xfrm>
            <a:custGeom>
              <a:avLst/>
              <a:gdLst/>
              <a:ahLst/>
              <a:cxnLst/>
              <a:rect l="l" t="t" r="r" b="b"/>
              <a:pathLst>
                <a:path w="1312" h="2250" extrusionOk="0">
                  <a:moveTo>
                    <a:pt x="622" y="440"/>
                  </a:moveTo>
                  <a:lnTo>
                    <a:pt x="622" y="861"/>
                  </a:lnTo>
                  <a:cubicBezTo>
                    <a:pt x="450" y="794"/>
                    <a:pt x="402" y="737"/>
                    <a:pt x="402" y="632"/>
                  </a:cubicBezTo>
                  <a:cubicBezTo>
                    <a:pt x="402" y="517"/>
                    <a:pt x="508" y="460"/>
                    <a:pt x="622" y="440"/>
                  </a:cubicBezTo>
                  <a:close/>
                  <a:moveTo>
                    <a:pt x="766" y="1292"/>
                  </a:moveTo>
                  <a:cubicBezTo>
                    <a:pt x="938" y="1369"/>
                    <a:pt x="967" y="1445"/>
                    <a:pt x="967" y="1541"/>
                  </a:cubicBezTo>
                  <a:cubicBezTo>
                    <a:pt x="967" y="1665"/>
                    <a:pt x="881" y="1761"/>
                    <a:pt x="766" y="1771"/>
                  </a:cubicBezTo>
                  <a:lnTo>
                    <a:pt x="766" y="1292"/>
                  </a:lnTo>
                  <a:close/>
                  <a:moveTo>
                    <a:pt x="689" y="0"/>
                  </a:moveTo>
                  <a:cubicBezTo>
                    <a:pt x="651" y="0"/>
                    <a:pt x="603" y="29"/>
                    <a:pt x="603" y="67"/>
                  </a:cubicBezTo>
                  <a:lnTo>
                    <a:pt x="603" y="144"/>
                  </a:lnTo>
                  <a:cubicBezTo>
                    <a:pt x="278" y="182"/>
                    <a:pt x="67" y="354"/>
                    <a:pt x="67" y="680"/>
                  </a:cubicBezTo>
                  <a:cubicBezTo>
                    <a:pt x="67" y="1024"/>
                    <a:pt x="335" y="1129"/>
                    <a:pt x="594" y="1235"/>
                  </a:cubicBezTo>
                  <a:lnTo>
                    <a:pt x="594" y="1780"/>
                  </a:lnTo>
                  <a:cubicBezTo>
                    <a:pt x="460" y="1761"/>
                    <a:pt x="345" y="1694"/>
                    <a:pt x="249" y="1598"/>
                  </a:cubicBezTo>
                  <a:cubicBezTo>
                    <a:pt x="224" y="1580"/>
                    <a:pt x="196" y="1572"/>
                    <a:pt x="169" y="1572"/>
                  </a:cubicBezTo>
                  <a:cubicBezTo>
                    <a:pt x="124" y="1572"/>
                    <a:pt x="82" y="1595"/>
                    <a:pt x="58" y="1637"/>
                  </a:cubicBezTo>
                  <a:cubicBezTo>
                    <a:pt x="0" y="1713"/>
                    <a:pt x="0" y="1809"/>
                    <a:pt x="58" y="1876"/>
                  </a:cubicBezTo>
                  <a:cubicBezTo>
                    <a:pt x="201" y="2029"/>
                    <a:pt x="393" y="2106"/>
                    <a:pt x="594" y="2106"/>
                  </a:cubicBezTo>
                  <a:lnTo>
                    <a:pt x="594" y="2173"/>
                  </a:lnTo>
                  <a:cubicBezTo>
                    <a:pt x="594" y="2211"/>
                    <a:pt x="651" y="2249"/>
                    <a:pt x="689" y="2249"/>
                  </a:cubicBezTo>
                  <a:cubicBezTo>
                    <a:pt x="728" y="2249"/>
                    <a:pt x="785" y="2220"/>
                    <a:pt x="785" y="2173"/>
                  </a:cubicBezTo>
                  <a:lnTo>
                    <a:pt x="785" y="2096"/>
                  </a:lnTo>
                  <a:cubicBezTo>
                    <a:pt x="1082" y="2067"/>
                    <a:pt x="1311" y="1819"/>
                    <a:pt x="1302" y="1512"/>
                  </a:cubicBezTo>
                  <a:cubicBezTo>
                    <a:pt x="1302" y="1158"/>
                    <a:pt x="1082" y="1034"/>
                    <a:pt x="785" y="919"/>
                  </a:cubicBezTo>
                  <a:lnTo>
                    <a:pt x="785" y="440"/>
                  </a:lnTo>
                  <a:cubicBezTo>
                    <a:pt x="967" y="460"/>
                    <a:pt x="1034" y="546"/>
                    <a:pt x="1110" y="546"/>
                  </a:cubicBezTo>
                  <a:cubicBezTo>
                    <a:pt x="1187" y="546"/>
                    <a:pt x="1225" y="479"/>
                    <a:pt x="1244" y="412"/>
                  </a:cubicBezTo>
                  <a:cubicBezTo>
                    <a:pt x="1283" y="297"/>
                    <a:pt x="1206" y="230"/>
                    <a:pt x="1091" y="192"/>
                  </a:cubicBezTo>
                  <a:cubicBezTo>
                    <a:pt x="986" y="153"/>
                    <a:pt x="890" y="144"/>
                    <a:pt x="785" y="144"/>
                  </a:cubicBezTo>
                  <a:lnTo>
                    <a:pt x="785" y="67"/>
                  </a:lnTo>
                  <a:cubicBezTo>
                    <a:pt x="785" y="29"/>
                    <a:pt x="737" y="0"/>
                    <a:pt x="689"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5" name="Google Shape;8355;p63"/>
            <p:cNvSpPr/>
            <p:nvPr/>
          </p:nvSpPr>
          <p:spPr>
            <a:xfrm>
              <a:off x="3944637" y="3566017"/>
              <a:ext cx="142513" cy="160422"/>
            </a:xfrm>
            <a:custGeom>
              <a:avLst/>
              <a:gdLst/>
              <a:ahLst/>
              <a:cxnLst/>
              <a:rect l="l" t="t" r="r" b="b"/>
              <a:pathLst>
                <a:path w="5427" h="6109" extrusionOk="0">
                  <a:moveTo>
                    <a:pt x="3618" y="0"/>
                  </a:moveTo>
                  <a:lnTo>
                    <a:pt x="259" y="1254"/>
                  </a:lnTo>
                  <a:cubicBezTo>
                    <a:pt x="96" y="1311"/>
                    <a:pt x="0" y="1503"/>
                    <a:pt x="67" y="1675"/>
                  </a:cubicBezTo>
                  <a:lnTo>
                    <a:pt x="1646" y="5895"/>
                  </a:lnTo>
                  <a:cubicBezTo>
                    <a:pt x="1691" y="6022"/>
                    <a:pt x="1817" y="6108"/>
                    <a:pt x="1953" y="6108"/>
                  </a:cubicBezTo>
                  <a:cubicBezTo>
                    <a:pt x="1991" y="6108"/>
                    <a:pt x="2030" y="6101"/>
                    <a:pt x="2067" y="6087"/>
                  </a:cubicBezTo>
                  <a:lnTo>
                    <a:pt x="5427" y="4833"/>
                  </a:lnTo>
                  <a:lnTo>
                    <a:pt x="3618"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6" name="Google Shape;8356;p63"/>
            <p:cNvSpPr/>
            <p:nvPr/>
          </p:nvSpPr>
          <p:spPr>
            <a:xfrm>
              <a:off x="3983843" y="3674313"/>
              <a:ext cx="103307" cy="52126"/>
            </a:xfrm>
            <a:custGeom>
              <a:avLst/>
              <a:gdLst/>
              <a:ahLst/>
              <a:cxnLst/>
              <a:rect l="l" t="t" r="r" b="b"/>
              <a:pathLst>
                <a:path w="3934" h="1985" extrusionOk="0">
                  <a:moveTo>
                    <a:pt x="3675" y="1"/>
                  </a:moveTo>
                  <a:lnTo>
                    <a:pt x="3608" y="30"/>
                  </a:lnTo>
                  <a:lnTo>
                    <a:pt x="0" y="1379"/>
                  </a:lnTo>
                  <a:lnTo>
                    <a:pt x="153" y="1771"/>
                  </a:lnTo>
                  <a:cubicBezTo>
                    <a:pt x="198" y="1898"/>
                    <a:pt x="324" y="1984"/>
                    <a:pt x="460" y="1984"/>
                  </a:cubicBezTo>
                  <a:cubicBezTo>
                    <a:pt x="498" y="1984"/>
                    <a:pt x="537" y="1977"/>
                    <a:pt x="574" y="1963"/>
                  </a:cubicBezTo>
                  <a:lnTo>
                    <a:pt x="3934" y="709"/>
                  </a:lnTo>
                  <a:lnTo>
                    <a:pt x="3675"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7" name="Google Shape;8357;p63"/>
            <p:cNvSpPr/>
            <p:nvPr/>
          </p:nvSpPr>
          <p:spPr>
            <a:xfrm>
              <a:off x="4082843" y="3493513"/>
              <a:ext cx="277489" cy="171294"/>
            </a:xfrm>
            <a:custGeom>
              <a:avLst/>
              <a:gdLst/>
              <a:ahLst/>
              <a:cxnLst/>
              <a:rect l="l" t="t" r="r" b="b"/>
              <a:pathLst>
                <a:path w="10567" h="6523" extrusionOk="0">
                  <a:moveTo>
                    <a:pt x="9408" y="0"/>
                  </a:moveTo>
                  <a:cubicBezTo>
                    <a:pt x="8987" y="0"/>
                    <a:pt x="8645" y="338"/>
                    <a:pt x="8605" y="378"/>
                  </a:cubicBezTo>
                  <a:lnTo>
                    <a:pt x="5829" y="2658"/>
                  </a:lnTo>
                  <a:lnTo>
                    <a:pt x="5829" y="2658"/>
                  </a:lnTo>
                  <a:cubicBezTo>
                    <a:pt x="5822" y="2578"/>
                    <a:pt x="5743" y="1881"/>
                    <a:pt x="4958" y="1881"/>
                  </a:cubicBezTo>
                  <a:cubicBezTo>
                    <a:pt x="4190" y="1877"/>
                    <a:pt x="3644" y="1871"/>
                    <a:pt x="3240" y="1871"/>
                  </a:cubicBezTo>
                  <a:cubicBezTo>
                    <a:pt x="2431" y="1871"/>
                    <a:pt x="2186" y="1897"/>
                    <a:pt x="1848" y="2024"/>
                  </a:cubicBezTo>
                  <a:lnTo>
                    <a:pt x="1" y="2780"/>
                  </a:lnTo>
                  <a:lnTo>
                    <a:pt x="1398" y="6522"/>
                  </a:lnTo>
                  <a:cubicBezTo>
                    <a:pt x="2489" y="6070"/>
                    <a:pt x="2444" y="6005"/>
                    <a:pt x="3480" y="6005"/>
                  </a:cubicBezTo>
                  <a:cubicBezTo>
                    <a:pt x="3825" y="6005"/>
                    <a:pt x="4291" y="6013"/>
                    <a:pt x="4958" y="6015"/>
                  </a:cubicBezTo>
                  <a:cubicBezTo>
                    <a:pt x="5552" y="5996"/>
                    <a:pt x="6116" y="5728"/>
                    <a:pt x="6518" y="5288"/>
                  </a:cubicBezTo>
                  <a:lnTo>
                    <a:pt x="9935" y="1632"/>
                  </a:lnTo>
                  <a:cubicBezTo>
                    <a:pt x="10050" y="1507"/>
                    <a:pt x="10567" y="828"/>
                    <a:pt x="9983" y="244"/>
                  </a:cubicBezTo>
                  <a:cubicBezTo>
                    <a:pt x="9788" y="64"/>
                    <a:pt x="9591" y="0"/>
                    <a:pt x="9408"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8" name="Google Shape;8358;p63"/>
            <p:cNvSpPr/>
            <p:nvPr/>
          </p:nvSpPr>
          <p:spPr>
            <a:xfrm>
              <a:off x="4082843" y="3558454"/>
              <a:ext cx="56328" cy="106353"/>
            </a:xfrm>
            <a:custGeom>
              <a:avLst/>
              <a:gdLst/>
              <a:ahLst/>
              <a:cxnLst/>
              <a:rect l="l" t="t" r="r" b="b"/>
              <a:pathLst>
                <a:path w="2145" h="4050" extrusionOk="0">
                  <a:moveTo>
                    <a:pt x="747" y="1"/>
                  </a:moveTo>
                  <a:lnTo>
                    <a:pt x="1" y="307"/>
                  </a:lnTo>
                  <a:lnTo>
                    <a:pt x="1398" y="4049"/>
                  </a:lnTo>
                  <a:lnTo>
                    <a:pt x="2145" y="3743"/>
                  </a:lnTo>
                  <a:lnTo>
                    <a:pt x="747"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9" name="Google Shape;8359;p63"/>
            <p:cNvSpPr/>
            <p:nvPr/>
          </p:nvSpPr>
          <p:spPr>
            <a:xfrm>
              <a:off x="4155977" y="3543880"/>
              <a:ext cx="79962" cy="50944"/>
            </a:xfrm>
            <a:custGeom>
              <a:avLst/>
              <a:gdLst/>
              <a:ahLst/>
              <a:cxnLst/>
              <a:rect l="l" t="t" r="r" b="b"/>
              <a:pathLst>
                <a:path w="3045" h="1940" extrusionOk="0">
                  <a:moveTo>
                    <a:pt x="2489" y="1"/>
                  </a:moveTo>
                  <a:lnTo>
                    <a:pt x="2489" y="1"/>
                  </a:lnTo>
                  <a:cubicBezTo>
                    <a:pt x="2556" y="336"/>
                    <a:pt x="2633" y="929"/>
                    <a:pt x="2422" y="1235"/>
                  </a:cubicBezTo>
                  <a:cubicBezTo>
                    <a:pt x="2290" y="1419"/>
                    <a:pt x="2118" y="1458"/>
                    <a:pt x="1670" y="1458"/>
                  </a:cubicBezTo>
                  <a:cubicBezTo>
                    <a:pt x="1370" y="1458"/>
                    <a:pt x="945" y="1440"/>
                    <a:pt x="326" y="1436"/>
                  </a:cubicBezTo>
                  <a:cubicBezTo>
                    <a:pt x="1" y="1436"/>
                    <a:pt x="1" y="1924"/>
                    <a:pt x="326" y="1924"/>
                  </a:cubicBezTo>
                  <a:cubicBezTo>
                    <a:pt x="837" y="1924"/>
                    <a:pt x="1239" y="1939"/>
                    <a:pt x="1562" y="1939"/>
                  </a:cubicBezTo>
                  <a:cubicBezTo>
                    <a:pt x="2219" y="1939"/>
                    <a:pt x="2551" y="1879"/>
                    <a:pt x="2815" y="1513"/>
                  </a:cubicBezTo>
                  <a:cubicBezTo>
                    <a:pt x="2958" y="1274"/>
                    <a:pt x="3044" y="1006"/>
                    <a:pt x="3044" y="738"/>
                  </a:cubicBezTo>
                  <a:cubicBezTo>
                    <a:pt x="3035" y="642"/>
                    <a:pt x="2958" y="154"/>
                    <a:pt x="248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0" name="Google Shape;8360;p63"/>
            <p:cNvSpPr/>
            <p:nvPr/>
          </p:nvSpPr>
          <p:spPr>
            <a:xfrm>
              <a:off x="4038359" y="3553701"/>
              <a:ext cx="86500" cy="139756"/>
            </a:xfrm>
            <a:custGeom>
              <a:avLst/>
              <a:gdLst/>
              <a:ahLst/>
              <a:cxnLst/>
              <a:rect l="l" t="t" r="r" b="b"/>
              <a:pathLst>
                <a:path w="3294" h="5322" extrusionOk="0">
                  <a:moveTo>
                    <a:pt x="1358" y="0"/>
                  </a:moveTo>
                  <a:cubicBezTo>
                    <a:pt x="1324" y="0"/>
                    <a:pt x="1289" y="6"/>
                    <a:pt x="1255" y="19"/>
                  </a:cubicBezTo>
                  <a:lnTo>
                    <a:pt x="1" y="488"/>
                  </a:lnTo>
                  <a:lnTo>
                    <a:pt x="1800" y="5321"/>
                  </a:lnTo>
                  <a:lnTo>
                    <a:pt x="3063" y="4852"/>
                  </a:lnTo>
                  <a:cubicBezTo>
                    <a:pt x="3217" y="4795"/>
                    <a:pt x="3293" y="4623"/>
                    <a:pt x="3236" y="4479"/>
                  </a:cubicBezTo>
                  <a:lnTo>
                    <a:pt x="1628" y="192"/>
                  </a:lnTo>
                  <a:cubicBezTo>
                    <a:pt x="1583" y="73"/>
                    <a:pt x="1476" y="0"/>
                    <a:pt x="1358"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1" name="Google Shape;8361;p63"/>
            <p:cNvSpPr/>
            <p:nvPr/>
          </p:nvSpPr>
          <p:spPr>
            <a:xfrm>
              <a:off x="4078826" y="3658741"/>
              <a:ext cx="46034" cy="34716"/>
            </a:xfrm>
            <a:custGeom>
              <a:avLst/>
              <a:gdLst/>
              <a:ahLst/>
              <a:cxnLst/>
              <a:rect l="l" t="t" r="r" b="b"/>
              <a:pathLst>
                <a:path w="1753" h="1322" extrusionOk="0">
                  <a:moveTo>
                    <a:pt x="1513" y="0"/>
                  </a:moveTo>
                  <a:cubicBezTo>
                    <a:pt x="1484" y="48"/>
                    <a:pt x="1436" y="77"/>
                    <a:pt x="1379" y="96"/>
                  </a:cubicBezTo>
                  <a:lnTo>
                    <a:pt x="1" y="613"/>
                  </a:lnTo>
                  <a:lnTo>
                    <a:pt x="259" y="1321"/>
                  </a:lnTo>
                  <a:lnTo>
                    <a:pt x="1522" y="852"/>
                  </a:lnTo>
                  <a:cubicBezTo>
                    <a:pt x="1676" y="795"/>
                    <a:pt x="1752" y="623"/>
                    <a:pt x="1695" y="479"/>
                  </a:cubicBezTo>
                  <a:lnTo>
                    <a:pt x="1513"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62" name="Google Shape;8362;p63"/>
          <p:cNvGrpSpPr/>
          <p:nvPr/>
        </p:nvGrpSpPr>
        <p:grpSpPr>
          <a:xfrm>
            <a:off x="1300344" y="3664727"/>
            <a:ext cx="346317" cy="332136"/>
            <a:chOff x="1314619" y="3821527"/>
            <a:chExt cx="346317" cy="332136"/>
          </a:xfrm>
        </p:grpSpPr>
        <p:sp>
          <p:nvSpPr>
            <p:cNvPr id="8363" name="Google Shape;8363;p63"/>
            <p:cNvSpPr/>
            <p:nvPr/>
          </p:nvSpPr>
          <p:spPr>
            <a:xfrm>
              <a:off x="1426198" y="4020893"/>
              <a:ext cx="9060" cy="19117"/>
            </a:xfrm>
            <a:custGeom>
              <a:avLst/>
              <a:gdLst/>
              <a:ahLst/>
              <a:cxnLst/>
              <a:rect l="l" t="t" r="r" b="b"/>
              <a:pathLst>
                <a:path w="345" h="728" extrusionOk="0">
                  <a:moveTo>
                    <a:pt x="307" y="0"/>
                  </a:moveTo>
                  <a:lnTo>
                    <a:pt x="0" y="306"/>
                  </a:lnTo>
                  <a:cubicBezTo>
                    <a:pt x="96" y="450"/>
                    <a:pt x="220" y="594"/>
                    <a:pt x="345" y="728"/>
                  </a:cubicBezTo>
                  <a:cubicBezTo>
                    <a:pt x="316" y="479"/>
                    <a:pt x="297" y="239"/>
                    <a:pt x="307" y="0"/>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4" name="Google Shape;8364;p63"/>
            <p:cNvSpPr/>
            <p:nvPr/>
          </p:nvSpPr>
          <p:spPr>
            <a:xfrm>
              <a:off x="1435231" y="3843218"/>
              <a:ext cx="225705" cy="237495"/>
            </a:xfrm>
            <a:custGeom>
              <a:avLst/>
              <a:gdLst/>
              <a:ahLst/>
              <a:cxnLst/>
              <a:rect l="l" t="t" r="r" b="b"/>
              <a:pathLst>
                <a:path w="8595" h="9044" extrusionOk="0">
                  <a:moveTo>
                    <a:pt x="7494" y="0"/>
                  </a:moveTo>
                  <a:cubicBezTo>
                    <a:pt x="7494" y="0"/>
                    <a:pt x="7810" y="2106"/>
                    <a:pt x="6700" y="3206"/>
                  </a:cubicBezTo>
                  <a:lnTo>
                    <a:pt x="3207" y="6709"/>
                  </a:lnTo>
                  <a:cubicBezTo>
                    <a:pt x="2508" y="7408"/>
                    <a:pt x="1403" y="7536"/>
                    <a:pt x="690" y="7536"/>
                  </a:cubicBezTo>
                  <a:cubicBezTo>
                    <a:pt x="281" y="7536"/>
                    <a:pt x="1" y="7494"/>
                    <a:pt x="1" y="7494"/>
                  </a:cubicBezTo>
                  <a:lnTo>
                    <a:pt x="1" y="7494"/>
                  </a:lnTo>
                  <a:cubicBezTo>
                    <a:pt x="345" y="7838"/>
                    <a:pt x="776" y="8087"/>
                    <a:pt x="1245" y="8221"/>
                  </a:cubicBezTo>
                  <a:lnTo>
                    <a:pt x="2068" y="9044"/>
                  </a:lnTo>
                  <a:cubicBezTo>
                    <a:pt x="2767" y="8594"/>
                    <a:pt x="3408" y="8077"/>
                    <a:pt x="4001" y="7494"/>
                  </a:cubicBezTo>
                  <a:lnTo>
                    <a:pt x="7494" y="4000"/>
                  </a:lnTo>
                  <a:cubicBezTo>
                    <a:pt x="8595" y="2890"/>
                    <a:pt x="8595" y="1101"/>
                    <a:pt x="7494" y="0"/>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5" name="Google Shape;8365;p63"/>
            <p:cNvSpPr/>
            <p:nvPr/>
          </p:nvSpPr>
          <p:spPr>
            <a:xfrm>
              <a:off x="1414381" y="3821527"/>
              <a:ext cx="238021" cy="230195"/>
            </a:xfrm>
            <a:custGeom>
              <a:avLst/>
              <a:gdLst/>
              <a:ahLst/>
              <a:cxnLst/>
              <a:rect l="l" t="t" r="r" b="b"/>
              <a:pathLst>
                <a:path w="9064" h="8766" extrusionOk="0">
                  <a:moveTo>
                    <a:pt x="6287" y="1439"/>
                  </a:moveTo>
                  <a:cubicBezTo>
                    <a:pt x="6642" y="1439"/>
                    <a:pt x="6996" y="1573"/>
                    <a:pt x="7264" y="1840"/>
                  </a:cubicBezTo>
                  <a:cubicBezTo>
                    <a:pt x="7810" y="2386"/>
                    <a:pt x="7810" y="3266"/>
                    <a:pt x="7264" y="3802"/>
                  </a:cubicBezTo>
                  <a:lnTo>
                    <a:pt x="5513" y="5554"/>
                  </a:lnTo>
                  <a:lnTo>
                    <a:pt x="5149" y="5649"/>
                  </a:lnTo>
                  <a:lnTo>
                    <a:pt x="3867" y="7200"/>
                  </a:lnTo>
                  <a:lnTo>
                    <a:pt x="3771" y="7305"/>
                  </a:lnTo>
                  <a:cubicBezTo>
                    <a:pt x="3498" y="7573"/>
                    <a:pt x="3144" y="7707"/>
                    <a:pt x="2790" y="7707"/>
                  </a:cubicBezTo>
                  <a:cubicBezTo>
                    <a:pt x="2436" y="7707"/>
                    <a:pt x="2082" y="7573"/>
                    <a:pt x="1809" y="7305"/>
                  </a:cubicBezTo>
                  <a:cubicBezTo>
                    <a:pt x="1264" y="6760"/>
                    <a:pt x="1264" y="5879"/>
                    <a:pt x="1809" y="5343"/>
                  </a:cubicBezTo>
                  <a:lnTo>
                    <a:pt x="5302" y="1840"/>
                  </a:lnTo>
                  <a:cubicBezTo>
                    <a:pt x="5575" y="1573"/>
                    <a:pt x="5932" y="1439"/>
                    <a:pt x="6287" y="1439"/>
                  </a:cubicBezTo>
                  <a:close/>
                  <a:moveTo>
                    <a:pt x="6285" y="1"/>
                  </a:moveTo>
                  <a:cubicBezTo>
                    <a:pt x="5561" y="1"/>
                    <a:pt x="4838" y="276"/>
                    <a:pt x="4288" y="826"/>
                  </a:cubicBezTo>
                  <a:lnTo>
                    <a:pt x="795" y="4319"/>
                  </a:lnTo>
                  <a:lnTo>
                    <a:pt x="0" y="6760"/>
                  </a:lnTo>
                  <a:cubicBezTo>
                    <a:pt x="58" y="7162"/>
                    <a:pt x="211" y="7554"/>
                    <a:pt x="441" y="7889"/>
                  </a:cubicBezTo>
                  <a:lnTo>
                    <a:pt x="479" y="7851"/>
                  </a:lnTo>
                  <a:cubicBezTo>
                    <a:pt x="556" y="8023"/>
                    <a:pt x="661" y="8186"/>
                    <a:pt x="795" y="8320"/>
                  </a:cubicBezTo>
                  <a:cubicBezTo>
                    <a:pt x="1094" y="8619"/>
                    <a:pt x="1515" y="8766"/>
                    <a:pt x="1977" y="8766"/>
                  </a:cubicBezTo>
                  <a:cubicBezTo>
                    <a:pt x="2107" y="8766"/>
                    <a:pt x="2240" y="8754"/>
                    <a:pt x="2374" y="8731"/>
                  </a:cubicBezTo>
                  <a:cubicBezTo>
                    <a:pt x="3073" y="8588"/>
                    <a:pt x="3704" y="8233"/>
                    <a:pt x="4202" y="7726"/>
                  </a:cubicBezTo>
                  <a:lnTo>
                    <a:pt x="7695" y="4233"/>
                  </a:lnTo>
                  <a:cubicBezTo>
                    <a:pt x="8805" y="3132"/>
                    <a:pt x="9064" y="1601"/>
                    <a:pt x="8288" y="826"/>
                  </a:cubicBezTo>
                  <a:cubicBezTo>
                    <a:pt x="7733" y="276"/>
                    <a:pt x="7008" y="1"/>
                    <a:pt x="6285"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6" name="Google Shape;8366;p63"/>
            <p:cNvSpPr/>
            <p:nvPr/>
          </p:nvSpPr>
          <p:spPr>
            <a:xfrm>
              <a:off x="1536280" y="3935180"/>
              <a:ext cx="22872" cy="55330"/>
            </a:xfrm>
            <a:custGeom>
              <a:avLst/>
              <a:gdLst/>
              <a:ahLst/>
              <a:cxnLst/>
              <a:rect l="l" t="t" r="r" b="b"/>
              <a:pathLst>
                <a:path w="871" h="2107" extrusionOk="0">
                  <a:moveTo>
                    <a:pt x="153" y="1"/>
                  </a:moveTo>
                  <a:cubicBezTo>
                    <a:pt x="249" y="709"/>
                    <a:pt x="191" y="1417"/>
                    <a:pt x="0" y="2106"/>
                  </a:cubicBezTo>
                  <a:lnTo>
                    <a:pt x="871" y="1235"/>
                  </a:lnTo>
                  <a:cubicBezTo>
                    <a:pt x="747" y="766"/>
                    <a:pt x="498" y="345"/>
                    <a:pt x="153" y="1"/>
                  </a:cubicBez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7" name="Google Shape;8367;p63"/>
            <p:cNvSpPr/>
            <p:nvPr/>
          </p:nvSpPr>
          <p:spPr>
            <a:xfrm>
              <a:off x="1343505" y="4079453"/>
              <a:ext cx="153831" cy="74211"/>
            </a:xfrm>
            <a:custGeom>
              <a:avLst/>
              <a:gdLst/>
              <a:ahLst/>
              <a:cxnLst/>
              <a:rect l="l" t="t" r="r" b="b"/>
              <a:pathLst>
                <a:path w="5858" h="2826" extrusionOk="0">
                  <a:moveTo>
                    <a:pt x="4422" y="0"/>
                  </a:moveTo>
                  <a:lnTo>
                    <a:pt x="3216" y="1206"/>
                  </a:lnTo>
                  <a:cubicBezTo>
                    <a:pt x="2509" y="1914"/>
                    <a:pt x="1397" y="2042"/>
                    <a:pt x="683" y="2042"/>
                  </a:cubicBezTo>
                  <a:cubicBezTo>
                    <a:pt x="278" y="2042"/>
                    <a:pt x="1" y="2000"/>
                    <a:pt x="1" y="2000"/>
                  </a:cubicBezTo>
                  <a:lnTo>
                    <a:pt x="1" y="2000"/>
                  </a:lnTo>
                  <a:cubicBezTo>
                    <a:pt x="556" y="2551"/>
                    <a:pt x="1278" y="2826"/>
                    <a:pt x="2001" y="2826"/>
                  </a:cubicBezTo>
                  <a:cubicBezTo>
                    <a:pt x="2723" y="2826"/>
                    <a:pt x="3446" y="2551"/>
                    <a:pt x="4001" y="2000"/>
                  </a:cubicBezTo>
                  <a:lnTo>
                    <a:pt x="5858" y="134"/>
                  </a:lnTo>
                  <a:lnTo>
                    <a:pt x="4422" y="0"/>
                  </a:ln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8" name="Google Shape;8368;p63"/>
            <p:cNvSpPr/>
            <p:nvPr/>
          </p:nvSpPr>
          <p:spPr>
            <a:xfrm>
              <a:off x="1459627" y="4036465"/>
              <a:ext cx="84216" cy="47005"/>
            </a:xfrm>
            <a:custGeom>
              <a:avLst/>
              <a:gdLst/>
              <a:ahLst/>
              <a:cxnLst/>
              <a:rect l="l" t="t" r="r" b="b"/>
              <a:pathLst>
                <a:path w="3207" h="1790" extrusionOk="0">
                  <a:moveTo>
                    <a:pt x="3206" y="1"/>
                  </a:moveTo>
                  <a:lnTo>
                    <a:pt x="3063" y="135"/>
                  </a:lnTo>
                  <a:cubicBezTo>
                    <a:pt x="2529" y="669"/>
                    <a:pt x="1811" y="963"/>
                    <a:pt x="1068" y="963"/>
                  </a:cubicBezTo>
                  <a:cubicBezTo>
                    <a:pt x="945" y="963"/>
                    <a:pt x="822" y="955"/>
                    <a:pt x="699" y="938"/>
                  </a:cubicBezTo>
                  <a:lnTo>
                    <a:pt x="0" y="1637"/>
                  </a:lnTo>
                  <a:cubicBezTo>
                    <a:pt x="350" y="1737"/>
                    <a:pt x="711" y="1789"/>
                    <a:pt x="1071" y="1789"/>
                  </a:cubicBezTo>
                  <a:cubicBezTo>
                    <a:pt x="1193" y="1789"/>
                    <a:pt x="1315" y="1783"/>
                    <a:pt x="1436" y="1771"/>
                  </a:cubicBezTo>
                  <a:lnTo>
                    <a:pt x="3072" y="135"/>
                  </a:lnTo>
                  <a:cubicBezTo>
                    <a:pt x="3120" y="96"/>
                    <a:pt x="3158" y="48"/>
                    <a:pt x="3206" y="1"/>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9" name="Google Shape;8369;p63"/>
            <p:cNvSpPr/>
            <p:nvPr/>
          </p:nvSpPr>
          <p:spPr>
            <a:xfrm>
              <a:off x="1314619" y="3913516"/>
              <a:ext cx="239019" cy="230195"/>
            </a:xfrm>
            <a:custGeom>
              <a:avLst/>
              <a:gdLst/>
              <a:ahLst/>
              <a:cxnLst/>
              <a:rect l="l" t="t" r="r" b="b"/>
              <a:pathLst>
                <a:path w="9102" h="8766" extrusionOk="0">
                  <a:moveTo>
                    <a:pt x="6599" y="0"/>
                  </a:moveTo>
                  <a:cubicBezTo>
                    <a:pt x="5876" y="0"/>
                    <a:pt x="5154" y="275"/>
                    <a:pt x="4603" y="826"/>
                  </a:cubicBezTo>
                  <a:lnTo>
                    <a:pt x="1101" y="4319"/>
                  </a:lnTo>
                  <a:cubicBezTo>
                    <a:pt x="0" y="5419"/>
                    <a:pt x="0" y="7209"/>
                    <a:pt x="1101" y="8319"/>
                  </a:cubicBezTo>
                  <a:cubicBezTo>
                    <a:pt x="1407" y="8618"/>
                    <a:pt x="1824" y="8765"/>
                    <a:pt x="2289" y="8765"/>
                  </a:cubicBezTo>
                  <a:cubicBezTo>
                    <a:pt x="2419" y="8765"/>
                    <a:pt x="2553" y="8754"/>
                    <a:pt x="2689" y="8731"/>
                  </a:cubicBezTo>
                  <a:cubicBezTo>
                    <a:pt x="3378" y="8587"/>
                    <a:pt x="4020" y="8233"/>
                    <a:pt x="4508" y="7726"/>
                  </a:cubicBezTo>
                  <a:lnTo>
                    <a:pt x="5838" y="6396"/>
                  </a:lnTo>
                  <a:cubicBezTo>
                    <a:pt x="5838" y="6396"/>
                    <a:pt x="5687" y="6189"/>
                    <a:pt x="5304" y="6189"/>
                  </a:cubicBezTo>
                  <a:cubicBezTo>
                    <a:pt x="5267" y="6189"/>
                    <a:pt x="5228" y="6190"/>
                    <a:pt x="5187" y="6195"/>
                  </a:cubicBezTo>
                  <a:lnTo>
                    <a:pt x="4087" y="7295"/>
                  </a:lnTo>
                  <a:cubicBezTo>
                    <a:pt x="3814" y="7568"/>
                    <a:pt x="3457" y="7704"/>
                    <a:pt x="3102" y="7704"/>
                  </a:cubicBezTo>
                  <a:cubicBezTo>
                    <a:pt x="2747" y="7704"/>
                    <a:pt x="2393" y="7568"/>
                    <a:pt x="2125" y="7295"/>
                  </a:cubicBezTo>
                  <a:cubicBezTo>
                    <a:pt x="1579" y="6759"/>
                    <a:pt x="1579" y="5879"/>
                    <a:pt x="2125" y="5333"/>
                  </a:cubicBezTo>
                  <a:lnTo>
                    <a:pt x="5618" y="1840"/>
                  </a:lnTo>
                  <a:cubicBezTo>
                    <a:pt x="5884" y="1575"/>
                    <a:pt x="6235" y="1440"/>
                    <a:pt x="6588" y="1440"/>
                  </a:cubicBezTo>
                  <a:cubicBezTo>
                    <a:pt x="6922" y="1440"/>
                    <a:pt x="7257" y="1560"/>
                    <a:pt x="7522" y="1802"/>
                  </a:cubicBezTo>
                  <a:cubicBezTo>
                    <a:pt x="8068" y="2290"/>
                    <a:pt x="8135" y="3132"/>
                    <a:pt x="7666" y="3706"/>
                  </a:cubicBezTo>
                  <a:lnTo>
                    <a:pt x="9015" y="2357"/>
                  </a:lnTo>
                  <a:cubicBezTo>
                    <a:pt x="9101" y="1764"/>
                    <a:pt x="8977" y="1209"/>
                    <a:pt x="8594" y="826"/>
                  </a:cubicBezTo>
                  <a:cubicBezTo>
                    <a:pt x="8044" y="275"/>
                    <a:pt x="7321" y="0"/>
                    <a:pt x="6599" y="0"/>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0" name="Google Shape;8370;p63"/>
            <p:cNvSpPr/>
            <p:nvPr/>
          </p:nvSpPr>
          <p:spPr>
            <a:xfrm>
              <a:off x="1450830" y="4059075"/>
              <a:ext cx="36948" cy="22400"/>
            </a:xfrm>
            <a:custGeom>
              <a:avLst/>
              <a:gdLst/>
              <a:ahLst/>
              <a:cxnLst/>
              <a:rect l="l" t="t" r="r" b="b"/>
              <a:pathLst>
                <a:path w="1407" h="853" extrusionOk="0">
                  <a:moveTo>
                    <a:pt x="651" y="1"/>
                  </a:moveTo>
                  <a:lnTo>
                    <a:pt x="0" y="652"/>
                  </a:lnTo>
                  <a:cubicBezTo>
                    <a:pt x="211" y="738"/>
                    <a:pt x="431" y="805"/>
                    <a:pt x="651" y="853"/>
                  </a:cubicBezTo>
                  <a:lnTo>
                    <a:pt x="1407" y="97"/>
                  </a:lnTo>
                  <a:cubicBezTo>
                    <a:pt x="1149" y="97"/>
                    <a:pt x="900" y="68"/>
                    <a:pt x="651" y="1"/>
                  </a:cubicBez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71" name="Google Shape;8371;p63"/>
          <p:cNvGrpSpPr/>
          <p:nvPr/>
        </p:nvGrpSpPr>
        <p:grpSpPr>
          <a:xfrm>
            <a:off x="1736864" y="3634134"/>
            <a:ext cx="386258" cy="380507"/>
            <a:chOff x="1751139" y="3790934"/>
            <a:chExt cx="386258" cy="380507"/>
          </a:xfrm>
        </p:grpSpPr>
        <p:sp>
          <p:nvSpPr>
            <p:cNvPr id="8372" name="Google Shape;8372;p63"/>
            <p:cNvSpPr/>
            <p:nvPr/>
          </p:nvSpPr>
          <p:spPr>
            <a:xfrm>
              <a:off x="1751139" y="3913069"/>
              <a:ext cx="195059" cy="195296"/>
            </a:xfrm>
            <a:custGeom>
              <a:avLst/>
              <a:gdLst/>
              <a:ahLst/>
              <a:cxnLst/>
              <a:rect l="l" t="t" r="r" b="b"/>
              <a:pathLst>
                <a:path w="7428" h="7437" extrusionOk="0">
                  <a:moveTo>
                    <a:pt x="4910" y="1"/>
                  </a:moveTo>
                  <a:cubicBezTo>
                    <a:pt x="3781" y="1"/>
                    <a:pt x="3322" y="1446"/>
                    <a:pt x="4240" y="2096"/>
                  </a:cubicBezTo>
                  <a:lnTo>
                    <a:pt x="4240" y="2613"/>
                  </a:lnTo>
                  <a:lnTo>
                    <a:pt x="2393" y="2613"/>
                  </a:lnTo>
                  <a:lnTo>
                    <a:pt x="2393" y="4240"/>
                  </a:lnTo>
                  <a:lnTo>
                    <a:pt x="2097" y="4240"/>
                  </a:lnTo>
                  <a:cubicBezTo>
                    <a:pt x="1856" y="3900"/>
                    <a:pt x="1506" y="3748"/>
                    <a:pt x="1161" y="3748"/>
                  </a:cubicBezTo>
                  <a:cubicBezTo>
                    <a:pt x="574" y="3748"/>
                    <a:pt x="1" y="4189"/>
                    <a:pt x="1" y="4901"/>
                  </a:cubicBezTo>
                  <a:cubicBezTo>
                    <a:pt x="1" y="5612"/>
                    <a:pt x="574" y="6054"/>
                    <a:pt x="1161" y="6054"/>
                  </a:cubicBezTo>
                  <a:cubicBezTo>
                    <a:pt x="1506" y="6054"/>
                    <a:pt x="1856" y="5901"/>
                    <a:pt x="2097" y="5561"/>
                  </a:cubicBezTo>
                  <a:lnTo>
                    <a:pt x="2393" y="5561"/>
                  </a:lnTo>
                  <a:lnTo>
                    <a:pt x="2393" y="6929"/>
                  </a:lnTo>
                  <a:cubicBezTo>
                    <a:pt x="2422" y="7207"/>
                    <a:pt x="2652" y="7418"/>
                    <a:pt x="2920" y="7437"/>
                  </a:cubicBezTo>
                  <a:lnTo>
                    <a:pt x="7427" y="7437"/>
                  </a:lnTo>
                  <a:lnTo>
                    <a:pt x="7427" y="5255"/>
                  </a:lnTo>
                  <a:lnTo>
                    <a:pt x="6662" y="5255"/>
                  </a:lnTo>
                  <a:lnTo>
                    <a:pt x="6547" y="5408"/>
                  </a:lnTo>
                  <a:cubicBezTo>
                    <a:pt x="6375" y="5627"/>
                    <a:pt x="6127" y="5732"/>
                    <a:pt x="5882" y="5732"/>
                  </a:cubicBezTo>
                  <a:cubicBezTo>
                    <a:pt x="5581" y="5732"/>
                    <a:pt x="5283" y="5574"/>
                    <a:pt x="5130" y="5274"/>
                  </a:cubicBezTo>
                  <a:cubicBezTo>
                    <a:pt x="4853" y="4719"/>
                    <a:pt x="5255" y="4068"/>
                    <a:pt x="5877" y="4058"/>
                  </a:cubicBezTo>
                  <a:cubicBezTo>
                    <a:pt x="6135" y="4058"/>
                    <a:pt x="6384" y="4183"/>
                    <a:pt x="6547" y="4393"/>
                  </a:cubicBezTo>
                  <a:lnTo>
                    <a:pt x="6671" y="4546"/>
                  </a:lnTo>
                  <a:lnTo>
                    <a:pt x="7427" y="4546"/>
                  </a:lnTo>
                  <a:lnTo>
                    <a:pt x="7427" y="2613"/>
                  </a:lnTo>
                  <a:lnTo>
                    <a:pt x="5571" y="2613"/>
                  </a:lnTo>
                  <a:lnTo>
                    <a:pt x="5571" y="2096"/>
                  </a:lnTo>
                  <a:cubicBezTo>
                    <a:pt x="6489" y="1446"/>
                    <a:pt x="6030" y="1"/>
                    <a:pt x="4910" y="1"/>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3" name="Google Shape;8373;p63"/>
            <p:cNvSpPr/>
            <p:nvPr/>
          </p:nvSpPr>
          <p:spPr>
            <a:xfrm>
              <a:off x="1837902" y="3913122"/>
              <a:ext cx="46979" cy="68591"/>
            </a:xfrm>
            <a:custGeom>
              <a:avLst/>
              <a:gdLst/>
              <a:ahLst/>
              <a:cxnLst/>
              <a:rect l="l" t="t" r="r" b="b"/>
              <a:pathLst>
                <a:path w="1789" h="2612" extrusionOk="0">
                  <a:moveTo>
                    <a:pt x="1579" y="0"/>
                  </a:moveTo>
                  <a:cubicBezTo>
                    <a:pt x="512" y="0"/>
                    <a:pt x="0" y="1428"/>
                    <a:pt x="936" y="2094"/>
                  </a:cubicBezTo>
                  <a:lnTo>
                    <a:pt x="936" y="2611"/>
                  </a:lnTo>
                  <a:lnTo>
                    <a:pt x="1310" y="2611"/>
                  </a:lnTo>
                  <a:lnTo>
                    <a:pt x="1310" y="2094"/>
                  </a:lnTo>
                  <a:cubicBezTo>
                    <a:pt x="1003" y="1874"/>
                    <a:pt x="821" y="1520"/>
                    <a:pt x="821" y="1147"/>
                  </a:cubicBezTo>
                  <a:cubicBezTo>
                    <a:pt x="821" y="582"/>
                    <a:pt x="1233" y="104"/>
                    <a:pt x="1788" y="18"/>
                  </a:cubicBezTo>
                  <a:cubicBezTo>
                    <a:pt x="1716" y="6"/>
                    <a:pt x="1647" y="0"/>
                    <a:pt x="1579"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4" name="Google Shape;8374;p63"/>
            <p:cNvSpPr/>
            <p:nvPr/>
          </p:nvSpPr>
          <p:spPr>
            <a:xfrm>
              <a:off x="1752137" y="4011597"/>
              <a:ext cx="34217" cy="60319"/>
            </a:xfrm>
            <a:custGeom>
              <a:avLst/>
              <a:gdLst/>
              <a:ahLst/>
              <a:cxnLst/>
              <a:rect l="l" t="t" r="r" b="b"/>
              <a:pathLst>
                <a:path w="1303" h="2297" extrusionOk="0">
                  <a:moveTo>
                    <a:pt x="1121" y="0"/>
                  </a:moveTo>
                  <a:cubicBezTo>
                    <a:pt x="499" y="19"/>
                    <a:pt x="1" y="526"/>
                    <a:pt x="1" y="1149"/>
                  </a:cubicBezTo>
                  <a:cubicBezTo>
                    <a:pt x="1" y="1771"/>
                    <a:pt x="499" y="2278"/>
                    <a:pt x="1121" y="2297"/>
                  </a:cubicBezTo>
                  <a:cubicBezTo>
                    <a:pt x="1178" y="2297"/>
                    <a:pt x="1245" y="2297"/>
                    <a:pt x="1303" y="2287"/>
                  </a:cubicBezTo>
                  <a:cubicBezTo>
                    <a:pt x="20" y="2067"/>
                    <a:pt x="20" y="230"/>
                    <a:pt x="1303" y="10"/>
                  </a:cubicBezTo>
                  <a:cubicBezTo>
                    <a:pt x="1245" y="0"/>
                    <a:pt x="1178" y="0"/>
                    <a:pt x="1121"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5" name="Google Shape;8375;p63"/>
            <p:cNvSpPr/>
            <p:nvPr/>
          </p:nvSpPr>
          <p:spPr>
            <a:xfrm>
              <a:off x="1813480" y="3981687"/>
              <a:ext cx="9821" cy="42751"/>
            </a:xfrm>
            <a:custGeom>
              <a:avLst/>
              <a:gdLst/>
              <a:ahLst/>
              <a:cxnLst/>
              <a:rect l="l" t="t" r="r" b="b"/>
              <a:pathLst>
                <a:path w="374" h="1628" extrusionOk="0">
                  <a:moveTo>
                    <a:pt x="0" y="0"/>
                  </a:moveTo>
                  <a:lnTo>
                    <a:pt x="0" y="1436"/>
                  </a:lnTo>
                  <a:lnTo>
                    <a:pt x="0" y="1541"/>
                  </a:lnTo>
                  <a:lnTo>
                    <a:pt x="0" y="1627"/>
                  </a:lnTo>
                  <a:lnTo>
                    <a:pt x="373" y="1627"/>
                  </a:lnTo>
                  <a:lnTo>
                    <a:pt x="373" y="0"/>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6" name="Google Shape;8376;p63"/>
            <p:cNvSpPr/>
            <p:nvPr/>
          </p:nvSpPr>
          <p:spPr>
            <a:xfrm>
              <a:off x="1813480" y="4059075"/>
              <a:ext cx="9821" cy="48030"/>
            </a:xfrm>
            <a:custGeom>
              <a:avLst/>
              <a:gdLst/>
              <a:ahLst/>
              <a:cxnLst/>
              <a:rect l="l" t="t" r="r" b="b"/>
              <a:pathLst>
                <a:path w="374" h="1829" extrusionOk="0">
                  <a:moveTo>
                    <a:pt x="0" y="1"/>
                  </a:moveTo>
                  <a:lnTo>
                    <a:pt x="0" y="1197"/>
                  </a:lnTo>
                  <a:cubicBezTo>
                    <a:pt x="10" y="1599"/>
                    <a:pt x="192" y="1762"/>
                    <a:pt x="373" y="1829"/>
                  </a:cubicBezTo>
                  <a:lnTo>
                    <a:pt x="373" y="1"/>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7" name="Google Shape;8377;p63"/>
            <p:cNvSpPr/>
            <p:nvPr/>
          </p:nvSpPr>
          <p:spPr>
            <a:xfrm>
              <a:off x="1939870" y="3853748"/>
              <a:ext cx="197528" cy="191042"/>
            </a:xfrm>
            <a:custGeom>
              <a:avLst/>
              <a:gdLst/>
              <a:ahLst/>
              <a:cxnLst/>
              <a:rect l="l" t="t" r="r" b="b"/>
              <a:pathLst>
                <a:path w="7522" h="7275" extrusionOk="0">
                  <a:moveTo>
                    <a:pt x="1" y="1"/>
                  </a:moveTo>
                  <a:lnTo>
                    <a:pt x="1" y="2011"/>
                  </a:lnTo>
                  <a:lnTo>
                    <a:pt x="642" y="2011"/>
                  </a:lnTo>
                  <a:lnTo>
                    <a:pt x="728" y="1896"/>
                  </a:lnTo>
                  <a:cubicBezTo>
                    <a:pt x="922" y="1639"/>
                    <a:pt x="1193" y="1525"/>
                    <a:pt x="1460" y="1525"/>
                  </a:cubicBezTo>
                  <a:cubicBezTo>
                    <a:pt x="1929" y="1525"/>
                    <a:pt x="2384" y="1880"/>
                    <a:pt x="2384" y="2441"/>
                  </a:cubicBezTo>
                  <a:cubicBezTo>
                    <a:pt x="2384" y="3010"/>
                    <a:pt x="1928" y="3367"/>
                    <a:pt x="1458" y="3367"/>
                  </a:cubicBezTo>
                  <a:cubicBezTo>
                    <a:pt x="1192" y="3367"/>
                    <a:pt x="922" y="3253"/>
                    <a:pt x="728" y="2996"/>
                  </a:cubicBezTo>
                  <a:lnTo>
                    <a:pt x="642" y="2882"/>
                  </a:lnTo>
                  <a:lnTo>
                    <a:pt x="1" y="2882"/>
                  </a:lnTo>
                  <a:lnTo>
                    <a:pt x="1" y="4872"/>
                  </a:lnTo>
                  <a:lnTo>
                    <a:pt x="1848" y="4872"/>
                  </a:lnTo>
                  <a:lnTo>
                    <a:pt x="1848" y="5293"/>
                  </a:lnTo>
                  <a:cubicBezTo>
                    <a:pt x="948" y="5877"/>
                    <a:pt x="1360" y="7274"/>
                    <a:pt x="2432" y="7274"/>
                  </a:cubicBezTo>
                  <a:cubicBezTo>
                    <a:pt x="3504" y="7274"/>
                    <a:pt x="3915" y="5877"/>
                    <a:pt x="3016" y="5293"/>
                  </a:cubicBezTo>
                  <a:lnTo>
                    <a:pt x="3016" y="4872"/>
                  </a:lnTo>
                  <a:lnTo>
                    <a:pt x="4872" y="4872"/>
                  </a:lnTo>
                  <a:lnTo>
                    <a:pt x="4872" y="3025"/>
                  </a:lnTo>
                  <a:lnTo>
                    <a:pt x="5284" y="3025"/>
                  </a:lnTo>
                  <a:cubicBezTo>
                    <a:pt x="5496" y="3357"/>
                    <a:pt x="5843" y="3520"/>
                    <a:pt x="6189" y="3520"/>
                  </a:cubicBezTo>
                  <a:cubicBezTo>
                    <a:pt x="6561" y="3520"/>
                    <a:pt x="6932" y="3331"/>
                    <a:pt x="7131" y="2958"/>
                  </a:cubicBezTo>
                  <a:cubicBezTo>
                    <a:pt x="7521" y="2244"/>
                    <a:pt x="7012" y="1369"/>
                    <a:pt x="6197" y="1369"/>
                  </a:cubicBezTo>
                  <a:cubicBezTo>
                    <a:pt x="6192" y="1369"/>
                    <a:pt x="6188" y="1369"/>
                    <a:pt x="6183" y="1370"/>
                  </a:cubicBezTo>
                  <a:lnTo>
                    <a:pt x="6193" y="1370"/>
                  </a:lnTo>
                  <a:cubicBezTo>
                    <a:pt x="5829" y="1370"/>
                    <a:pt x="5485" y="1551"/>
                    <a:pt x="5284" y="1858"/>
                  </a:cubicBezTo>
                  <a:lnTo>
                    <a:pt x="4872" y="1858"/>
                  </a:lnTo>
                  <a:lnTo>
                    <a:pt x="4872" y="700"/>
                  </a:lnTo>
                  <a:cubicBezTo>
                    <a:pt x="4872" y="154"/>
                    <a:pt x="4547" y="30"/>
                    <a:pt x="4336"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8" name="Google Shape;8378;p63"/>
            <p:cNvSpPr/>
            <p:nvPr/>
          </p:nvSpPr>
          <p:spPr>
            <a:xfrm>
              <a:off x="1981098" y="3893217"/>
              <a:ext cx="29674" cy="49290"/>
            </a:xfrm>
            <a:custGeom>
              <a:avLst/>
              <a:gdLst/>
              <a:ahLst/>
              <a:cxnLst/>
              <a:rect l="l" t="t" r="r" b="b"/>
              <a:pathLst>
                <a:path w="1130" h="1877" extrusionOk="0">
                  <a:moveTo>
                    <a:pt x="182" y="1"/>
                  </a:moveTo>
                  <a:cubicBezTo>
                    <a:pt x="125" y="1"/>
                    <a:pt x="58" y="1"/>
                    <a:pt x="0" y="20"/>
                  </a:cubicBezTo>
                  <a:cubicBezTo>
                    <a:pt x="996" y="230"/>
                    <a:pt x="996" y="1647"/>
                    <a:pt x="0" y="1857"/>
                  </a:cubicBezTo>
                  <a:cubicBezTo>
                    <a:pt x="58" y="1876"/>
                    <a:pt x="125" y="1876"/>
                    <a:pt x="182" y="1876"/>
                  </a:cubicBezTo>
                  <a:cubicBezTo>
                    <a:pt x="709" y="1876"/>
                    <a:pt x="1130" y="1455"/>
                    <a:pt x="1130" y="938"/>
                  </a:cubicBezTo>
                  <a:cubicBezTo>
                    <a:pt x="1130" y="422"/>
                    <a:pt x="709" y="1"/>
                    <a:pt x="182"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9" name="Google Shape;8379;p63"/>
            <p:cNvSpPr/>
            <p:nvPr/>
          </p:nvSpPr>
          <p:spPr>
            <a:xfrm>
              <a:off x="1879052" y="3981687"/>
              <a:ext cx="188783" cy="189755"/>
            </a:xfrm>
            <a:custGeom>
              <a:avLst/>
              <a:gdLst/>
              <a:ahLst/>
              <a:cxnLst/>
              <a:rect l="l" t="t" r="r" b="b"/>
              <a:pathLst>
                <a:path w="7189" h="7226" extrusionOk="0">
                  <a:moveTo>
                    <a:pt x="2384" y="0"/>
                  </a:moveTo>
                  <a:lnTo>
                    <a:pt x="2384" y="1847"/>
                  </a:lnTo>
                  <a:lnTo>
                    <a:pt x="1963" y="1847"/>
                  </a:lnTo>
                  <a:cubicBezTo>
                    <a:pt x="1771" y="1541"/>
                    <a:pt x="1427" y="1359"/>
                    <a:pt x="1063" y="1359"/>
                  </a:cubicBezTo>
                  <a:cubicBezTo>
                    <a:pt x="479" y="1359"/>
                    <a:pt x="1" y="1838"/>
                    <a:pt x="1" y="2422"/>
                  </a:cubicBezTo>
                  <a:cubicBezTo>
                    <a:pt x="1" y="3015"/>
                    <a:pt x="479" y="3493"/>
                    <a:pt x="1063" y="3493"/>
                  </a:cubicBezTo>
                  <a:cubicBezTo>
                    <a:pt x="1427" y="3493"/>
                    <a:pt x="1771" y="3312"/>
                    <a:pt x="1963" y="3005"/>
                  </a:cubicBezTo>
                  <a:lnTo>
                    <a:pt x="2384" y="3005"/>
                  </a:lnTo>
                  <a:lnTo>
                    <a:pt x="2384" y="4824"/>
                  </a:lnTo>
                  <a:lnTo>
                    <a:pt x="4231" y="4824"/>
                  </a:lnTo>
                  <a:lnTo>
                    <a:pt x="4231" y="5245"/>
                  </a:lnTo>
                  <a:cubicBezTo>
                    <a:pt x="3322" y="5829"/>
                    <a:pt x="3743" y="7226"/>
                    <a:pt x="4815" y="7226"/>
                  </a:cubicBezTo>
                  <a:cubicBezTo>
                    <a:pt x="5887" y="7226"/>
                    <a:pt x="6298" y="5829"/>
                    <a:pt x="5399" y="5245"/>
                  </a:cubicBezTo>
                  <a:lnTo>
                    <a:pt x="5399" y="4824"/>
                  </a:lnTo>
                  <a:lnTo>
                    <a:pt x="6652" y="4824"/>
                  </a:lnTo>
                  <a:cubicBezTo>
                    <a:pt x="6872" y="4795"/>
                    <a:pt x="7179" y="4671"/>
                    <a:pt x="7188" y="4154"/>
                  </a:cubicBezTo>
                  <a:lnTo>
                    <a:pt x="7188" y="0"/>
                  </a:lnTo>
                  <a:lnTo>
                    <a:pt x="5245" y="0"/>
                  </a:lnTo>
                  <a:lnTo>
                    <a:pt x="5245" y="641"/>
                  </a:lnTo>
                  <a:lnTo>
                    <a:pt x="5370" y="737"/>
                  </a:lnTo>
                  <a:cubicBezTo>
                    <a:pt x="6069" y="1264"/>
                    <a:pt x="5695" y="2383"/>
                    <a:pt x="4815" y="2383"/>
                  </a:cubicBezTo>
                  <a:cubicBezTo>
                    <a:pt x="3934" y="2383"/>
                    <a:pt x="3552" y="1264"/>
                    <a:pt x="4260" y="737"/>
                  </a:cubicBezTo>
                  <a:lnTo>
                    <a:pt x="4384" y="641"/>
                  </a:lnTo>
                  <a:lnTo>
                    <a:pt x="4384" y="0"/>
                  </a:ln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0" name="Google Shape;8380;p63"/>
            <p:cNvSpPr/>
            <p:nvPr/>
          </p:nvSpPr>
          <p:spPr>
            <a:xfrm>
              <a:off x="1878815" y="4016875"/>
              <a:ext cx="33193" cy="56564"/>
            </a:xfrm>
            <a:custGeom>
              <a:avLst/>
              <a:gdLst/>
              <a:ahLst/>
              <a:cxnLst/>
              <a:rect l="l" t="t" r="r" b="b"/>
              <a:pathLst>
                <a:path w="1264" h="2154" extrusionOk="0">
                  <a:moveTo>
                    <a:pt x="1072" y="0"/>
                  </a:moveTo>
                  <a:cubicBezTo>
                    <a:pt x="479" y="0"/>
                    <a:pt x="0" y="479"/>
                    <a:pt x="0" y="1072"/>
                  </a:cubicBezTo>
                  <a:cubicBezTo>
                    <a:pt x="0" y="1665"/>
                    <a:pt x="479" y="2153"/>
                    <a:pt x="1072" y="2153"/>
                  </a:cubicBezTo>
                  <a:cubicBezTo>
                    <a:pt x="1139" y="2153"/>
                    <a:pt x="1197" y="2144"/>
                    <a:pt x="1264" y="2134"/>
                  </a:cubicBezTo>
                  <a:cubicBezTo>
                    <a:pt x="747" y="2039"/>
                    <a:pt x="374" y="1598"/>
                    <a:pt x="374" y="1072"/>
                  </a:cubicBezTo>
                  <a:cubicBezTo>
                    <a:pt x="374" y="555"/>
                    <a:pt x="747" y="105"/>
                    <a:pt x="1264" y="19"/>
                  </a:cubicBezTo>
                  <a:cubicBezTo>
                    <a:pt x="1197" y="0"/>
                    <a:pt x="1139" y="0"/>
                    <a:pt x="107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1" name="Google Shape;8381;p63"/>
            <p:cNvSpPr/>
            <p:nvPr/>
          </p:nvSpPr>
          <p:spPr>
            <a:xfrm>
              <a:off x="1941130" y="3981687"/>
              <a:ext cx="8324" cy="48266"/>
            </a:xfrm>
            <a:custGeom>
              <a:avLst/>
              <a:gdLst/>
              <a:ahLst/>
              <a:cxnLst/>
              <a:rect l="l" t="t" r="r" b="b"/>
              <a:pathLst>
                <a:path w="317" h="1838" extrusionOk="0">
                  <a:moveTo>
                    <a:pt x="1" y="0"/>
                  </a:moveTo>
                  <a:lnTo>
                    <a:pt x="1" y="1838"/>
                  </a:lnTo>
                  <a:lnTo>
                    <a:pt x="317" y="1838"/>
                  </a:lnTo>
                  <a:lnTo>
                    <a:pt x="317"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2" name="Google Shape;8382;p63"/>
            <p:cNvSpPr/>
            <p:nvPr/>
          </p:nvSpPr>
          <p:spPr>
            <a:xfrm>
              <a:off x="1941130" y="4060598"/>
              <a:ext cx="8324" cy="47767"/>
            </a:xfrm>
            <a:custGeom>
              <a:avLst/>
              <a:gdLst/>
              <a:ahLst/>
              <a:cxnLst/>
              <a:rect l="l" t="t" r="r" b="b"/>
              <a:pathLst>
                <a:path w="317" h="1819" extrusionOk="0">
                  <a:moveTo>
                    <a:pt x="1" y="0"/>
                  </a:moveTo>
                  <a:lnTo>
                    <a:pt x="1" y="1819"/>
                  </a:lnTo>
                  <a:lnTo>
                    <a:pt x="317" y="1819"/>
                  </a:lnTo>
                  <a:lnTo>
                    <a:pt x="317"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3" name="Google Shape;8383;p63"/>
            <p:cNvSpPr/>
            <p:nvPr/>
          </p:nvSpPr>
          <p:spPr>
            <a:xfrm>
              <a:off x="1966261" y="4108339"/>
              <a:ext cx="44012" cy="62551"/>
            </a:xfrm>
            <a:custGeom>
              <a:avLst/>
              <a:gdLst/>
              <a:ahLst/>
              <a:cxnLst/>
              <a:rect l="l" t="t" r="r" b="b"/>
              <a:pathLst>
                <a:path w="1676" h="2382" extrusionOk="0">
                  <a:moveTo>
                    <a:pt x="910" y="1"/>
                  </a:moveTo>
                  <a:lnTo>
                    <a:pt x="910" y="412"/>
                  </a:lnTo>
                  <a:cubicBezTo>
                    <a:pt x="1" y="1015"/>
                    <a:pt x="472" y="2381"/>
                    <a:pt x="1480" y="2381"/>
                  </a:cubicBezTo>
                  <a:cubicBezTo>
                    <a:pt x="1543" y="2381"/>
                    <a:pt x="1608" y="2376"/>
                    <a:pt x="1676" y="2365"/>
                  </a:cubicBezTo>
                  <a:cubicBezTo>
                    <a:pt x="1168" y="2269"/>
                    <a:pt x="795" y="1829"/>
                    <a:pt x="795" y="1312"/>
                  </a:cubicBezTo>
                  <a:cubicBezTo>
                    <a:pt x="795" y="948"/>
                    <a:pt x="977" y="604"/>
                    <a:pt x="1283" y="412"/>
                  </a:cubicBezTo>
                  <a:lnTo>
                    <a:pt x="1283"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4" name="Google Shape;8384;p63"/>
            <p:cNvSpPr/>
            <p:nvPr/>
          </p:nvSpPr>
          <p:spPr>
            <a:xfrm>
              <a:off x="1813480" y="3790934"/>
              <a:ext cx="197738" cy="190779"/>
            </a:xfrm>
            <a:custGeom>
              <a:avLst/>
              <a:gdLst/>
              <a:ahLst/>
              <a:cxnLst/>
              <a:rect l="l" t="t" r="r" b="b"/>
              <a:pathLst>
                <a:path w="7530" h="7265" extrusionOk="0">
                  <a:moveTo>
                    <a:pt x="2441" y="0"/>
                  </a:moveTo>
                  <a:cubicBezTo>
                    <a:pt x="1369" y="0"/>
                    <a:pt x="957" y="1398"/>
                    <a:pt x="1857" y="1981"/>
                  </a:cubicBezTo>
                  <a:lnTo>
                    <a:pt x="1857" y="2393"/>
                  </a:lnTo>
                  <a:lnTo>
                    <a:pt x="536" y="2393"/>
                  </a:lnTo>
                  <a:cubicBezTo>
                    <a:pt x="335" y="2422"/>
                    <a:pt x="38" y="2537"/>
                    <a:pt x="0" y="2977"/>
                  </a:cubicBezTo>
                  <a:lnTo>
                    <a:pt x="0" y="7264"/>
                  </a:lnTo>
                  <a:lnTo>
                    <a:pt x="2010" y="7264"/>
                  </a:lnTo>
                  <a:lnTo>
                    <a:pt x="2010" y="6633"/>
                  </a:lnTo>
                  <a:lnTo>
                    <a:pt x="1885" y="6537"/>
                  </a:lnTo>
                  <a:cubicBezTo>
                    <a:pt x="1187" y="6001"/>
                    <a:pt x="1560" y="4881"/>
                    <a:pt x="2441" y="4881"/>
                  </a:cubicBezTo>
                  <a:cubicBezTo>
                    <a:pt x="3321" y="4881"/>
                    <a:pt x="3704" y="6001"/>
                    <a:pt x="2996" y="6537"/>
                  </a:cubicBezTo>
                  <a:lnTo>
                    <a:pt x="2871" y="6633"/>
                  </a:lnTo>
                  <a:lnTo>
                    <a:pt x="2871" y="7264"/>
                  </a:lnTo>
                  <a:lnTo>
                    <a:pt x="4881" y="7264"/>
                  </a:lnTo>
                  <a:lnTo>
                    <a:pt x="4881" y="5417"/>
                  </a:lnTo>
                  <a:lnTo>
                    <a:pt x="5292" y="5417"/>
                  </a:lnTo>
                  <a:cubicBezTo>
                    <a:pt x="5504" y="5749"/>
                    <a:pt x="5849" y="5912"/>
                    <a:pt x="6194" y="5912"/>
                  </a:cubicBezTo>
                  <a:cubicBezTo>
                    <a:pt x="6565" y="5912"/>
                    <a:pt x="6936" y="5723"/>
                    <a:pt x="7140" y="5350"/>
                  </a:cubicBezTo>
                  <a:cubicBezTo>
                    <a:pt x="7530" y="4636"/>
                    <a:pt x="7011" y="3761"/>
                    <a:pt x="6205" y="3761"/>
                  </a:cubicBezTo>
                  <a:cubicBezTo>
                    <a:pt x="6201" y="3761"/>
                    <a:pt x="6196" y="3761"/>
                    <a:pt x="6192" y="3762"/>
                  </a:cubicBezTo>
                  <a:cubicBezTo>
                    <a:pt x="5828" y="3762"/>
                    <a:pt x="5484" y="3943"/>
                    <a:pt x="5292" y="4250"/>
                  </a:cubicBezTo>
                  <a:lnTo>
                    <a:pt x="4871" y="4250"/>
                  </a:lnTo>
                  <a:lnTo>
                    <a:pt x="4871" y="2393"/>
                  </a:lnTo>
                  <a:lnTo>
                    <a:pt x="3024" y="2393"/>
                  </a:lnTo>
                  <a:lnTo>
                    <a:pt x="3024" y="1981"/>
                  </a:lnTo>
                  <a:cubicBezTo>
                    <a:pt x="3924" y="1398"/>
                    <a:pt x="3512" y="0"/>
                    <a:pt x="244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5" name="Google Shape;8385;p63"/>
            <p:cNvSpPr/>
            <p:nvPr/>
          </p:nvSpPr>
          <p:spPr>
            <a:xfrm>
              <a:off x="1813480" y="3790934"/>
              <a:ext cx="197738" cy="190779"/>
            </a:xfrm>
            <a:custGeom>
              <a:avLst/>
              <a:gdLst/>
              <a:ahLst/>
              <a:cxnLst/>
              <a:rect l="l" t="t" r="r" b="b"/>
              <a:pathLst>
                <a:path w="7530" h="7265" extrusionOk="0">
                  <a:moveTo>
                    <a:pt x="2441" y="0"/>
                  </a:moveTo>
                  <a:cubicBezTo>
                    <a:pt x="1369" y="0"/>
                    <a:pt x="957" y="1398"/>
                    <a:pt x="1857" y="1981"/>
                  </a:cubicBezTo>
                  <a:lnTo>
                    <a:pt x="1857" y="2393"/>
                  </a:lnTo>
                  <a:lnTo>
                    <a:pt x="536" y="2393"/>
                  </a:lnTo>
                  <a:cubicBezTo>
                    <a:pt x="335" y="2422"/>
                    <a:pt x="38" y="2537"/>
                    <a:pt x="0" y="2977"/>
                  </a:cubicBezTo>
                  <a:lnTo>
                    <a:pt x="0" y="7264"/>
                  </a:lnTo>
                  <a:lnTo>
                    <a:pt x="2010" y="7264"/>
                  </a:lnTo>
                  <a:lnTo>
                    <a:pt x="2010" y="6633"/>
                  </a:lnTo>
                  <a:lnTo>
                    <a:pt x="1885" y="6537"/>
                  </a:lnTo>
                  <a:cubicBezTo>
                    <a:pt x="1187" y="6001"/>
                    <a:pt x="1560" y="4881"/>
                    <a:pt x="2441" y="4881"/>
                  </a:cubicBezTo>
                  <a:cubicBezTo>
                    <a:pt x="3321" y="4881"/>
                    <a:pt x="3704" y="6001"/>
                    <a:pt x="2996" y="6537"/>
                  </a:cubicBezTo>
                  <a:lnTo>
                    <a:pt x="2871" y="6633"/>
                  </a:lnTo>
                  <a:lnTo>
                    <a:pt x="2871" y="7264"/>
                  </a:lnTo>
                  <a:lnTo>
                    <a:pt x="4881" y="7264"/>
                  </a:lnTo>
                  <a:lnTo>
                    <a:pt x="4881" y="5417"/>
                  </a:lnTo>
                  <a:lnTo>
                    <a:pt x="5292" y="5417"/>
                  </a:lnTo>
                  <a:cubicBezTo>
                    <a:pt x="5504" y="5749"/>
                    <a:pt x="5849" y="5912"/>
                    <a:pt x="6194" y="5912"/>
                  </a:cubicBezTo>
                  <a:cubicBezTo>
                    <a:pt x="6565" y="5912"/>
                    <a:pt x="6936" y="5723"/>
                    <a:pt x="7140" y="5350"/>
                  </a:cubicBezTo>
                  <a:cubicBezTo>
                    <a:pt x="7530" y="4636"/>
                    <a:pt x="7011" y="3761"/>
                    <a:pt x="6205" y="3761"/>
                  </a:cubicBezTo>
                  <a:cubicBezTo>
                    <a:pt x="6201" y="3761"/>
                    <a:pt x="6196" y="3761"/>
                    <a:pt x="6192" y="3762"/>
                  </a:cubicBezTo>
                  <a:cubicBezTo>
                    <a:pt x="5828" y="3762"/>
                    <a:pt x="5484" y="3943"/>
                    <a:pt x="5292" y="4250"/>
                  </a:cubicBezTo>
                  <a:lnTo>
                    <a:pt x="4871" y="4250"/>
                  </a:lnTo>
                  <a:lnTo>
                    <a:pt x="4871" y="2393"/>
                  </a:lnTo>
                  <a:lnTo>
                    <a:pt x="3024" y="2393"/>
                  </a:lnTo>
                  <a:lnTo>
                    <a:pt x="3024" y="1981"/>
                  </a:lnTo>
                  <a:cubicBezTo>
                    <a:pt x="3924" y="1398"/>
                    <a:pt x="3512" y="0"/>
                    <a:pt x="244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6" name="Google Shape;8386;p63"/>
            <p:cNvSpPr/>
            <p:nvPr/>
          </p:nvSpPr>
          <p:spPr>
            <a:xfrm>
              <a:off x="1838349" y="3791249"/>
              <a:ext cx="44012" cy="62525"/>
            </a:xfrm>
            <a:custGeom>
              <a:avLst/>
              <a:gdLst/>
              <a:ahLst/>
              <a:cxnLst/>
              <a:rect l="l" t="t" r="r" b="b"/>
              <a:pathLst>
                <a:path w="1676" h="2381" extrusionOk="0">
                  <a:moveTo>
                    <a:pt x="1479" y="0"/>
                  </a:moveTo>
                  <a:cubicBezTo>
                    <a:pt x="472" y="0"/>
                    <a:pt x="0" y="1366"/>
                    <a:pt x="910" y="1969"/>
                  </a:cubicBezTo>
                  <a:lnTo>
                    <a:pt x="910" y="2381"/>
                  </a:lnTo>
                  <a:lnTo>
                    <a:pt x="1283" y="2381"/>
                  </a:lnTo>
                  <a:lnTo>
                    <a:pt x="1283" y="1969"/>
                  </a:lnTo>
                  <a:cubicBezTo>
                    <a:pt x="470" y="1434"/>
                    <a:pt x="718" y="189"/>
                    <a:pt x="1675" y="17"/>
                  </a:cubicBezTo>
                  <a:cubicBezTo>
                    <a:pt x="1608" y="6"/>
                    <a:pt x="1543" y="0"/>
                    <a:pt x="147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7" name="Google Shape;8387;p63"/>
            <p:cNvSpPr/>
            <p:nvPr/>
          </p:nvSpPr>
          <p:spPr>
            <a:xfrm>
              <a:off x="1813480" y="3854772"/>
              <a:ext cx="9821" cy="126941"/>
            </a:xfrm>
            <a:custGeom>
              <a:avLst/>
              <a:gdLst/>
              <a:ahLst/>
              <a:cxnLst/>
              <a:rect l="l" t="t" r="r" b="b"/>
              <a:pathLst>
                <a:path w="374" h="4834" extrusionOk="0">
                  <a:moveTo>
                    <a:pt x="373" y="0"/>
                  </a:moveTo>
                  <a:cubicBezTo>
                    <a:pt x="201" y="67"/>
                    <a:pt x="29" y="211"/>
                    <a:pt x="0" y="546"/>
                  </a:cubicBezTo>
                  <a:lnTo>
                    <a:pt x="0" y="4833"/>
                  </a:lnTo>
                  <a:lnTo>
                    <a:pt x="373" y="4833"/>
                  </a:lnTo>
                  <a:lnTo>
                    <a:pt x="373"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8" name="Google Shape;8388;p63"/>
            <p:cNvSpPr/>
            <p:nvPr/>
          </p:nvSpPr>
          <p:spPr>
            <a:xfrm>
              <a:off x="1940894" y="3853748"/>
              <a:ext cx="8823" cy="48791"/>
            </a:xfrm>
            <a:custGeom>
              <a:avLst/>
              <a:gdLst/>
              <a:ahLst/>
              <a:cxnLst/>
              <a:rect l="l" t="t" r="r" b="b"/>
              <a:pathLst>
                <a:path w="336" h="1858" extrusionOk="0">
                  <a:moveTo>
                    <a:pt x="0" y="1"/>
                  </a:moveTo>
                  <a:lnTo>
                    <a:pt x="0" y="1858"/>
                  </a:lnTo>
                  <a:lnTo>
                    <a:pt x="335" y="1858"/>
                  </a:lnTo>
                  <a:lnTo>
                    <a:pt x="335"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9" name="Google Shape;8389;p63"/>
            <p:cNvSpPr/>
            <p:nvPr/>
          </p:nvSpPr>
          <p:spPr>
            <a:xfrm>
              <a:off x="1940894" y="3933184"/>
              <a:ext cx="8823" cy="48528"/>
            </a:xfrm>
            <a:custGeom>
              <a:avLst/>
              <a:gdLst/>
              <a:ahLst/>
              <a:cxnLst/>
              <a:rect l="l" t="t" r="r" b="b"/>
              <a:pathLst>
                <a:path w="336" h="1848" extrusionOk="0">
                  <a:moveTo>
                    <a:pt x="0" y="0"/>
                  </a:moveTo>
                  <a:lnTo>
                    <a:pt x="0" y="1847"/>
                  </a:lnTo>
                  <a:lnTo>
                    <a:pt x="335" y="1847"/>
                  </a:lnTo>
                  <a:lnTo>
                    <a:pt x="335"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90" name="Google Shape;8390;p63"/>
          <p:cNvGrpSpPr/>
          <p:nvPr/>
        </p:nvGrpSpPr>
        <p:grpSpPr>
          <a:xfrm>
            <a:off x="2175406" y="3664806"/>
            <a:ext cx="395607" cy="318928"/>
            <a:chOff x="2189681" y="3821606"/>
            <a:chExt cx="395607" cy="318928"/>
          </a:xfrm>
        </p:grpSpPr>
        <p:sp>
          <p:nvSpPr>
            <p:cNvPr id="8391" name="Google Shape;8391;p63"/>
            <p:cNvSpPr/>
            <p:nvPr/>
          </p:nvSpPr>
          <p:spPr>
            <a:xfrm>
              <a:off x="2189681" y="3846973"/>
              <a:ext cx="395607" cy="293561"/>
            </a:xfrm>
            <a:custGeom>
              <a:avLst/>
              <a:gdLst/>
              <a:ahLst/>
              <a:cxnLst/>
              <a:rect l="l" t="t" r="r" b="b"/>
              <a:pathLst>
                <a:path w="15065" h="11179" extrusionOk="0">
                  <a:moveTo>
                    <a:pt x="728" y="1"/>
                  </a:moveTo>
                  <a:cubicBezTo>
                    <a:pt x="326" y="1"/>
                    <a:pt x="1" y="326"/>
                    <a:pt x="1" y="728"/>
                  </a:cubicBezTo>
                  <a:lnTo>
                    <a:pt x="1" y="10451"/>
                  </a:lnTo>
                  <a:cubicBezTo>
                    <a:pt x="1" y="10853"/>
                    <a:pt x="326" y="11179"/>
                    <a:pt x="728" y="11179"/>
                  </a:cubicBezTo>
                  <a:lnTo>
                    <a:pt x="14337" y="11179"/>
                  </a:lnTo>
                  <a:cubicBezTo>
                    <a:pt x="14739" y="11179"/>
                    <a:pt x="15064" y="10853"/>
                    <a:pt x="15064" y="10451"/>
                  </a:cubicBezTo>
                  <a:lnTo>
                    <a:pt x="15064" y="728"/>
                  </a:lnTo>
                  <a:cubicBezTo>
                    <a:pt x="15064" y="326"/>
                    <a:pt x="14739" y="1"/>
                    <a:pt x="14337"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2" name="Google Shape;8392;p63"/>
            <p:cNvSpPr/>
            <p:nvPr/>
          </p:nvSpPr>
          <p:spPr>
            <a:xfrm>
              <a:off x="2189681" y="3846973"/>
              <a:ext cx="395607" cy="38235"/>
            </a:xfrm>
            <a:custGeom>
              <a:avLst/>
              <a:gdLst/>
              <a:ahLst/>
              <a:cxnLst/>
              <a:rect l="l" t="t" r="r" b="b"/>
              <a:pathLst>
                <a:path w="15065" h="1456" extrusionOk="0">
                  <a:moveTo>
                    <a:pt x="728" y="1"/>
                  </a:moveTo>
                  <a:cubicBezTo>
                    <a:pt x="326" y="1"/>
                    <a:pt x="1" y="326"/>
                    <a:pt x="1" y="728"/>
                  </a:cubicBezTo>
                  <a:lnTo>
                    <a:pt x="1" y="1455"/>
                  </a:lnTo>
                  <a:lnTo>
                    <a:pt x="15064" y="1455"/>
                  </a:lnTo>
                  <a:lnTo>
                    <a:pt x="15064" y="728"/>
                  </a:lnTo>
                  <a:cubicBezTo>
                    <a:pt x="15064" y="326"/>
                    <a:pt x="14739" y="1"/>
                    <a:pt x="14337" y="1"/>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3" name="Google Shape;8393;p63"/>
            <p:cNvSpPr/>
            <p:nvPr/>
          </p:nvSpPr>
          <p:spPr>
            <a:xfrm>
              <a:off x="2215075" y="3847235"/>
              <a:ext cx="51286" cy="25393"/>
            </a:xfrm>
            <a:custGeom>
              <a:avLst/>
              <a:gdLst/>
              <a:ahLst/>
              <a:cxnLst/>
              <a:rect l="l" t="t" r="r" b="b"/>
              <a:pathLst>
                <a:path w="1953" h="967" extrusionOk="0">
                  <a:moveTo>
                    <a:pt x="10" y="0"/>
                  </a:moveTo>
                  <a:lnTo>
                    <a:pt x="10" y="239"/>
                  </a:lnTo>
                  <a:cubicBezTo>
                    <a:pt x="0" y="641"/>
                    <a:pt x="335" y="967"/>
                    <a:pt x="737" y="967"/>
                  </a:cubicBezTo>
                  <a:lnTo>
                    <a:pt x="1225" y="967"/>
                  </a:lnTo>
                  <a:cubicBezTo>
                    <a:pt x="1627" y="967"/>
                    <a:pt x="1953" y="641"/>
                    <a:pt x="1953" y="239"/>
                  </a:cubicBezTo>
                  <a:lnTo>
                    <a:pt x="1953"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4" name="Google Shape;8394;p63"/>
            <p:cNvSpPr/>
            <p:nvPr/>
          </p:nvSpPr>
          <p:spPr>
            <a:xfrm>
              <a:off x="2508609" y="3847235"/>
              <a:ext cx="51286" cy="25393"/>
            </a:xfrm>
            <a:custGeom>
              <a:avLst/>
              <a:gdLst/>
              <a:ahLst/>
              <a:cxnLst/>
              <a:rect l="l" t="t" r="r" b="b"/>
              <a:pathLst>
                <a:path w="1953" h="967" extrusionOk="0">
                  <a:moveTo>
                    <a:pt x="10" y="0"/>
                  </a:moveTo>
                  <a:lnTo>
                    <a:pt x="10" y="239"/>
                  </a:lnTo>
                  <a:cubicBezTo>
                    <a:pt x="1" y="641"/>
                    <a:pt x="336" y="967"/>
                    <a:pt x="737" y="967"/>
                  </a:cubicBezTo>
                  <a:lnTo>
                    <a:pt x="1226" y="967"/>
                  </a:lnTo>
                  <a:cubicBezTo>
                    <a:pt x="1628" y="967"/>
                    <a:pt x="1953" y="641"/>
                    <a:pt x="1953" y="239"/>
                  </a:cubicBezTo>
                  <a:lnTo>
                    <a:pt x="1953"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5" name="Google Shape;8395;p63"/>
            <p:cNvSpPr/>
            <p:nvPr/>
          </p:nvSpPr>
          <p:spPr>
            <a:xfrm>
              <a:off x="2228152" y="3821606"/>
              <a:ext cx="25393" cy="38208"/>
            </a:xfrm>
            <a:custGeom>
              <a:avLst/>
              <a:gdLst/>
              <a:ahLst/>
              <a:cxnLst/>
              <a:rect l="l" t="t" r="r" b="b"/>
              <a:pathLst>
                <a:path w="967" h="1455" extrusionOk="0">
                  <a:moveTo>
                    <a:pt x="239" y="0"/>
                  </a:moveTo>
                  <a:cubicBezTo>
                    <a:pt x="105" y="0"/>
                    <a:pt x="0" y="105"/>
                    <a:pt x="0" y="239"/>
                  </a:cubicBezTo>
                  <a:lnTo>
                    <a:pt x="0" y="1215"/>
                  </a:lnTo>
                  <a:cubicBezTo>
                    <a:pt x="0" y="1349"/>
                    <a:pt x="105" y="1455"/>
                    <a:pt x="239" y="1455"/>
                  </a:cubicBezTo>
                  <a:lnTo>
                    <a:pt x="727" y="1455"/>
                  </a:lnTo>
                  <a:cubicBezTo>
                    <a:pt x="861" y="1455"/>
                    <a:pt x="967" y="1340"/>
                    <a:pt x="967" y="1206"/>
                  </a:cubicBezTo>
                  <a:lnTo>
                    <a:pt x="967" y="239"/>
                  </a:lnTo>
                  <a:cubicBezTo>
                    <a:pt x="967" y="105"/>
                    <a:pt x="852" y="0"/>
                    <a:pt x="72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6" name="Google Shape;8396;p63"/>
            <p:cNvSpPr/>
            <p:nvPr/>
          </p:nvSpPr>
          <p:spPr>
            <a:xfrm>
              <a:off x="2228152" y="3821842"/>
              <a:ext cx="25393" cy="18881"/>
            </a:xfrm>
            <a:custGeom>
              <a:avLst/>
              <a:gdLst/>
              <a:ahLst/>
              <a:cxnLst/>
              <a:rect l="l" t="t" r="r" b="b"/>
              <a:pathLst>
                <a:path w="967" h="719" extrusionOk="0">
                  <a:moveTo>
                    <a:pt x="239" y="1"/>
                  </a:moveTo>
                  <a:cubicBezTo>
                    <a:pt x="105" y="1"/>
                    <a:pt x="0" y="106"/>
                    <a:pt x="0" y="240"/>
                  </a:cubicBezTo>
                  <a:lnTo>
                    <a:pt x="0" y="479"/>
                  </a:lnTo>
                  <a:cubicBezTo>
                    <a:pt x="0" y="613"/>
                    <a:pt x="105" y="718"/>
                    <a:pt x="239" y="718"/>
                  </a:cubicBezTo>
                  <a:lnTo>
                    <a:pt x="727" y="718"/>
                  </a:lnTo>
                  <a:cubicBezTo>
                    <a:pt x="852" y="718"/>
                    <a:pt x="967" y="613"/>
                    <a:pt x="967" y="479"/>
                  </a:cubicBezTo>
                  <a:lnTo>
                    <a:pt x="967" y="240"/>
                  </a:lnTo>
                  <a:cubicBezTo>
                    <a:pt x="967" y="106"/>
                    <a:pt x="852" y="1"/>
                    <a:pt x="727"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7" name="Google Shape;8397;p63"/>
            <p:cNvSpPr/>
            <p:nvPr/>
          </p:nvSpPr>
          <p:spPr>
            <a:xfrm>
              <a:off x="2521686" y="3821606"/>
              <a:ext cx="25393" cy="38208"/>
            </a:xfrm>
            <a:custGeom>
              <a:avLst/>
              <a:gdLst/>
              <a:ahLst/>
              <a:cxnLst/>
              <a:rect l="l" t="t" r="r" b="b"/>
              <a:pathLst>
                <a:path w="967" h="1455" extrusionOk="0">
                  <a:moveTo>
                    <a:pt x="239" y="0"/>
                  </a:moveTo>
                  <a:cubicBezTo>
                    <a:pt x="105" y="0"/>
                    <a:pt x="0" y="105"/>
                    <a:pt x="0" y="239"/>
                  </a:cubicBezTo>
                  <a:lnTo>
                    <a:pt x="0" y="1215"/>
                  </a:lnTo>
                  <a:cubicBezTo>
                    <a:pt x="0" y="1349"/>
                    <a:pt x="105" y="1455"/>
                    <a:pt x="239" y="1455"/>
                  </a:cubicBezTo>
                  <a:lnTo>
                    <a:pt x="728" y="1455"/>
                  </a:lnTo>
                  <a:cubicBezTo>
                    <a:pt x="862" y="1455"/>
                    <a:pt x="967" y="1340"/>
                    <a:pt x="967" y="1206"/>
                  </a:cubicBezTo>
                  <a:lnTo>
                    <a:pt x="967" y="239"/>
                  </a:lnTo>
                  <a:cubicBezTo>
                    <a:pt x="967" y="105"/>
                    <a:pt x="852" y="0"/>
                    <a:pt x="728"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8" name="Google Shape;8398;p63"/>
            <p:cNvSpPr/>
            <p:nvPr/>
          </p:nvSpPr>
          <p:spPr>
            <a:xfrm>
              <a:off x="2521686" y="3821842"/>
              <a:ext cx="25393" cy="18881"/>
            </a:xfrm>
            <a:custGeom>
              <a:avLst/>
              <a:gdLst/>
              <a:ahLst/>
              <a:cxnLst/>
              <a:rect l="l" t="t" r="r" b="b"/>
              <a:pathLst>
                <a:path w="967" h="719" extrusionOk="0">
                  <a:moveTo>
                    <a:pt x="239" y="1"/>
                  </a:moveTo>
                  <a:cubicBezTo>
                    <a:pt x="105" y="1"/>
                    <a:pt x="0" y="106"/>
                    <a:pt x="0" y="240"/>
                  </a:cubicBezTo>
                  <a:lnTo>
                    <a:pt x="0" y="479"/>
                  </a:lnTo>
                  <a:cubicBezTo>
                    <a:pt x="0" y="613"/>
                    <a:pt x="105" y="718"/>
                    <a:pt x="239" y="718"/>
                  </a:cubicBezTo>
                  <a:lnTo>
                    <a:pt x="728" y="718"/>
                  </a:lnTo>
                  <a:cubicBezTo>
                    <a:pt x="852" y="718"/>
                    <a:pt x="967" y="613"/>
                    <a:pt x="967" y="479"/>
                  </a:cubicBezTo>
                  <a:lnTo>
                    <a:pt x="967" y="240"/>
                  </a:lnTo>
                  <a:cubicBezTo>
                    <a:pt x="967" y="106"/>
                    <a:pt x="852" y="1"/>
                    <a:pt x="728"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9" name="Google Shape;8399;p63"/>
            <p:cNvSpPr/>
            <p:nvPr/>
          </p:nvSpPr>
          <p:spPr>
            <a:xfrm>
              <a:off x="2189681" y="3885418"/>
              <a:ext cx="395607" cy="12605"/>
            </a:xfrm>
            <a:custGeom>
              <a:avLst/>
              <a:gdLst/>
              <a:ahLst/>
              <a:cxnLst/>
              <a:rect l="l" t="t" r="r" b="b"/>
              <a:pathLst>
                <a:path w="15065" h="480" extrusionOk="0">
                  <a:moveTo>
                    <a:pt x="1" y="1"/>
                  </a:moveTo>
                  <a:lnTo>
                    <a:pt x="1" y="479"/>
                  </a:lnTo>
                  <a:lnTo>
                    <a:pt x="15064" y="479"/>
                  </a:lnTo>
                  <a:lnTo>
                    <a:pt x="15064"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0" name="Google Shape;8400;p63"/>
            <p:cNvSpPr/>
            <p:nvPr/>
          </p:nvSpPr>
          <p:spPr>
            <a:xfrm>
              <a:off x="2228152" y="3923888"/>
              <a:ext cx="51023" cy="25157"/>
            </a:xfrm>
            <a:custGeom>
              <a:avLst/>
              <a:gdLst/>
              <a:ahLst/>
              <a:cxnLst/>
              <a:rect l="l" t="t" r="r" b="b"/>
              <a:pathLst>
                <a:path w="1943" h="958" extrusionOk="0">
                  <a:moveTo>
                    <a:pt x="239" y="0"/>
                  </a:moveTo>
                  <a:cubicBezTo>
                    <a:pt x="105" y="0"/>
                    <a:pt x="0" y="105"/>
                    <a:pt x="0" y="239"/>
                  </a:cubicBezTo>
                  <a:lnTo>
                    <a:pt x="0" y="718"/>
                  </a:lnTo>
                  <a:cubicBezTo>
                    <a:pt x="0" y="852"/>
                    <a:pt x="105" y="957"/>
                    <a:pt x="239" y="957"/>
                  </a:cubicBezTo>
                  <a:lnTo>
                    <a:pt x="1704" y="957"/>
                  </a:lnTo>
                  <a:cubicBezTo>
                    <a:pt x="1828" y="957"/>
                    <a:pt x="1943" y="852"/>
                    <a:pt x="1943" y="718"/>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1" name="Google Shape;8401;p63"/>
            <p:cNvSpPr/>
            <p:nvPr/>
          </p:nvSpPr>
          <p:spPr>
            <a:xfrm>
              <a:off x="2228152" y="3974885"/>
              <a:ext cx="51023" cy="25420"/>
            </a:xfrm>
            <a:custGeom>
              <a:avLst/>
              <a:gdLst/>
              <a:ahLst/>
              <a:cxnLst/>
              <a:rect l="l" t="t" r="r" b="b"/>
              <a:pathLst>
                <a:path w="1943" h="968" extrusionOk="0">
                  <a:moveTo>
                    <a:pt x="239" y="1"/>
                  </a:moveTo>
                  <a:cubicBezTo>
                    <a:pt x="105" y="1"/>
                    <a:pt x="0" y="106"/>
                    <a:pt x="0" y="240"/>
                  </a:cubicBezTo>
                  <a:lnTo>
                    <a:pt x="0" y="728"/>
                  </a:lnTo>
                  <a:cubicBezTo>
                    <a:pt x="0" y="853"/>
                    <a:pt x="105" y="967"/>
                    <a:pt x="239" y="967"/>
                  </a:cubicBezTo>
                  <a:lnTo>
                    <a:pt x="1704" y="967"/>
                  </a:lnTo>
                  <a:cubicBezTo>
                    <a:pt x="1828" y="967"/>
                    <a:pt x="1943" y="853"/>
                    <a:pt x="1943" y="728"/>
                  </a:cubicBezTo>
                  <a:lnTo>
                    <a:pt x="1943" y="240"/>
                  </a:lnTo>
                  <a:cubicBezTo>
                    <a:pt x="1943" y="106"/>
                    <a:pt x="1828" y="1"/>
                    <a:pt x="170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2" name="Google Shape;8402;p63"/>
            <p:cNvSpPr/>
            <p:nvPr/>
          </p:nvSpPr>
          <p:spPr>
            <a:xfrm>
              <a:off x="2228152" y="4025672"/>
              <a:ext cx="51023" cy="25656"/>
            </a:xfrm>
            <a:custGeom>
              <a:avLst/>
              <a:gdLst/>
              <a:ahLst/>
              <a:cxnLst/>
              <a:rect l="l" t="t" r="r" b="b"/>
              <a:pathLst>
                <a:path w="1943" h="977" extrusionOk="0">
                  <a:moveTo>
                    <a:pt x="239" y="0"/>
                  </a:moveTo>
                  <a:cubicBezTo>
                    <a:pt x="105" y="0"/>
                    <a:pt x="0" y="105"/>
                    <a:pt x="0" y="239"/>
                  </a:cubicBezTo>
                  <a:lnTo>
                    <a:pt x="0" y="737"/>
                  </a:lnTo>
                  <a:cubicBezTo>
                    <a:pt x="0" y="861"/>
                    <a:pt x="105" y="976"/>
                    <a:pt x="239" y="976"/>
                  </a:cubicBezTo>
                  <a:lnTo>
                    <a:pt x="1704" y="976"/>
                  </a:lnTo>
                  <a:cubicBezTo>
                    <a:pt x="1838" y="976"/>
                    <a:pt x="1943" y="861"/>
                    <a:pt x="1943" y="727"/>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3" name="Google Shape;8403;p63"/>
            <p:cNvSpPr/>
            <p:nvPr/>
          </p:nvSpPr>
          <p:spPr>
            <a:xfrm>
              <a:off x="2317357" y="4025672"/>
              <a:ext cx="51049" cy="25656"/>
            </a:xfrm>
            <a:custGeom>
              <a:avLst/>
              <a:gdLst/>
              <a:ahLst/>
              <a:cxnLst/>
              <a:rect l="l" t="t" r="r" b="b"/>
              <a:pathLst>
                <a:path w="1944" h="977" extrusionOk="0">
                  <a:moveTo>
                    <a:pt x="240" y="0"/>
                  </a:moveTo>
                  <a:cubicBezTo>
                    <a:pt x="106" y="0"/>
                    <a:pt x="1" y="105"/>
                    <a:pt x="1" y="239"/>
                  </a:cubicBezTo>
                  <a:lnTo>
                    <a:pt x="1" y="737"/>
                  </a:lnTo>
                  <a:cubicBezTo>
                    <a:pt x="1" y="861"/>
                    <a:pt x="106" y="976"/>
                    <a:pt x="240" y="976"/>
                  </a:cubicBezTo>
                  <a:lnTo>
                    <a:pt x="1704" y="976"/>
                  </a:lnTo>
                  <a:cubicBezTo>
                    <a:pt x="1838" y="976"/>
                    <a:pt x="1943" y="861"/>
                    <a:pt x="1943" y="727"/>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4" name="Google Shape;8404;p63"/>
            <p:cNvSpPr/>
            <p:nvPr/>
          </p:nvSpPr>
          <p:spPr>
            <a:xfrm>
              <a:off x="2406825" y="4025672"/>
              <a:ext cx="50787" cy="25656"/>
            </a:xfrm>
            <a:custGeom>
              <a:avLst/>
              <a:gdLst/>
              <a:ahLst/>
              <a:cxnLst/>
              <a:rect l="l" t="t" r="r" b="b"/>
              <a:pathLst>
                <a:path w="1934" h="977" extrusionOk="0">
                  <a:moveTo>
                    <a:pt x="240" y="0"/>
                  </a:moveTo>
                  <a:cubicBezTo>
                    <a:pt x="106" y="0"/>
                    <a:pt x="1" y="105"/>
                    <a:pt x="1" y="239"/>
                  </a:cubicBezTo>
                  <a:lnTo>
                    <a:pt x="1" y="737"/>
                  </a:lnTo>
                  <a:cubicBezTo>
                    <a:pt x="1" y="861"/>
                    <a:pt x="106" y="976"/>
                    <a:pt x="240" y="976"/>
                  </a:cubicBezTo>
                  <a:lnTo>
                    <a:pt x="1695" y="976"/>
                  </a:lnTo>
                  <a:cubicBezTo>
                    <a:pt x="1829" y="976"/>
                    <a:pt x="1934" y="861"/>
                    <a:pt x="1934" y="727"/>
                  </a:cubicBezTo>
                  <a:lnTo>
                    <a:pt x="1934" y="239"/>
                  </a:lnTo>
                  <a:cubicBezTo>
                    <a:pt x="1934" y="105"/>
                    <a:pt x="1829" y="0"/>
                    <a:pt x="169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5" name="Google Shape;8405;p63"/>
            <p:cNvSpPr/>
            <p:nvPr/>
          </p:nvSpPr>
          <p:spPr>
            <a:xfrm>
              <a:off x="2317357" y="3974885"/>
              <a:ext cx="51049" cy="25420"/>
            </a:xfrm>
            <a:custGeom>
              <a:avLst/>
              <a:gdLst/>
              <a:ahLst/>
              <a:cxnLst/>
              <a:rect l="l" t="t" r="r" b="b"/>
              <a:pathLst>
                <a:path w="1944" h="968" extrusionOk="0">
                  <a:moveTo>
                    <a:pt x="240" y="1"/>
                  </a:moveTo>
                  <a:cubicBezTo>
                    <a:pt x="106" y="1"/>
                    <a:pt x="1" y="106"/>
                    <a:pt x="1" y="240"/>
                  </a:cubicBezTo>
                  <a:lnTo>
                    <a:pt x="1" y="728"/>
                  </a:lnTo>
                  <a:cubicBezTo>
                    <a:pt x="1" y="853"/>
                    <a:pt x="106" y="967"/>
                    <a:pt x="240" y="967"/>
                  </a:cubicBezTo>
                  <a:lnTo>
                    <a:pt x="1704" y="967"/>
                  </a:lnTo>
                  <a:cubicBezTo>
                    <a:pt x="1828" y="967"/>
                    <a:pt x="1943" y="853"/>
                    <a:pt x="1943" y="728"/>
                  </a:cubicBezTo>
                  <a:lnTo>
                    <a:pt x="1943" y="240"/>
                  </a:lnTo>
                  <a:cubicBezTo>
                    <a:pt x="1943" y="106"/>
                    <a:pt x="1828" y="1"/>
                    <a:pt x="170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6" name="Google Shape;8406;p63"/>
            <p:cNvSpPr/>
            <p:nvPr/>
          </p:nvSpPr>
          <p:spPr>
            <a:xfrm>
              <a:off x="2228152" y="4076932"/>
              <a:ext cx="51023" cy="25393"/>
            </a:xfrm>
            <a:custGeom>
              <a:avLst/>
              <a:gdLst/>
              <a:ahLst/>
              <a:cxnLst/>
              <a:rect l="l" t="t" r="r" b="b"/>
              <a:pathLst>
                <a:path w="1943" h="967" extrusionOk="0">
                  <a:moveTo>
                    <a:pt x="239" y="0"/>
                  </a:moveTo>
                  <a:cubicBezTo>
                    <a:pt x="105" y="0"/>
                    <a:pt x="0" y="106"/>
                    <a:pt x="0" y="240"/>
                  </a:cubicBezTo>
                  <a:lnTo>
                    <a:pt x="0" y="728"/>
                  </a:lnTo>
                  <a:cubicBezTo>
                    <a:pt x="0" y="862"/>
                    <a:pt x="105" y="967"/>
                    <a:pt x="239" y="967"/>
                  </a:cubicBezTo>
                  <a:lnTo>
                    <a:pt x="1704" y="967"/>
                  </a:lnTo>
                  <a:cubicBezTo>
                    <a:pt x="1828" y="967"/>
                    <a:pt x="1943" y="862"/>
                    <a:pt x="1943" y="728"/>
                  </a:cubicBezTo>
                  <a:lnTo>
                    <a:pt x="1943" y="240"/>
                  </a:lnTo>
                  <a:cubicBezTo>
                    <a:pt x="1943" y="106"/>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7" name="Google Shape;8407;p63"/>
            <p:cNvSpPr/>
            <p:nvPr/>
          </p:nvSpPr>
          <p:spPr>
            <a:xfrm>
              <a:off x="2317357" y="3923888"/>
              <a:ext cx="51049" cy="25157"/>
            </a:xfrm>
            <a:custGeom>
              <a:avLst/>
              <a:gdLst/>
              <a:ahLst/>
              <a:cxnLst/>
              <a:rect l="l" t="t" r="r" b="b"/>
              <a:pathLst>
                <a:path w="1944" h="958" extrusionOk="0">
                  <a:moveTo>
                    <a:pt x="240" y="0"/>
                  </a:moveTo>
                  <a:cubicBezTo>
                    <a:pt x="106" y="0"/>
                    <a:pt x="1" y="105"/>
                    <a:pt x="1" y="239"/>
                  </a:cubicBezTo>
                  <a:lnTo>
                    <a:pt x="1" y="718"/>
                  </a:lnTo>
                  <a:cubicBezTo>
                    <a:pt x="1" y="852"/>
                    <a:pt x="106" y="957"/>
                    <a:pt x="240" y="957"/>
                  </a:cubicBezTo>
                  <a:lnTo>
                    <a:pt x="1704" y="957"/>
                  </a:lnTo>
                  <a:cubicBezTo>
                    <a:pt x="1828" y="957"/>
                    <a:pt x="1943" y="852"/>
                    <a:pt x="1943" y="718"/>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8" name="Google Shape;8408;p63"/>
            <p:cNvSpPr/>
            <p:nvPr/>
          </p:nvSpPr>
          <p:spPr>
            <a:xfrm>
              <a:off x="2317357" y="4076932"/>
              <a:ext cx="51049" cy="25393"/>
            </a:xfrm>
            <a:custGeom>
              <a:avLst/>
              <a:gdLst/>
              <a:ahLst/>
              <a:cxnLst/>
              <a:rect l="l" t="t" r="r" b="b"/>
              <a:pathLst>
                <a:path w="1944" h="967" extrusionOk="0">
                  <a:moveTo>
                    <a:pt x="240" y="0"/>
                  </a:moveTo>
                  <a:cubicBezTo>
                    <a:pt x="106" y="0"/>
                    <a:pt x="1" y="106"/>
                    <a:pt x="1" y="240"/>
                  </a:cubicBezTo>
                  <a:lnTo>
                    <a:pt x="1" y="728"/>
                  </a:lnTo>
                  <a:cubicBezTo>
                    <a:pt x="1" y="862"/>
                    <a:pt x="106" y="967"/>
                    <a:pt x="240" y="967"/>
                  </a:cubicBezTo>
                  <a:lnTo>
                    <a:pt x="1704" y="967"/>
                  </a:lnTo>
                  <a:cubicBezTo>
                    <a:pt x="1828" y="967"/>
                    <a:pt x="1943" y="862"/>
                    <a:pt x="1943" y="728"/>
                  </a:cubicBezTo>
                  <a:lnTo>
                    <a:pt x="1943" y="240"/>
                  </a:lnTo>
                  <a:cubicBezTo>
                    <a:pt x="1943" y="106"/>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9" name="Google Shape;8409;p63"/>
            <p:cNvSpPr/>
            <p:nvPr/>
          </p:nvSpPr>
          <p:spPr>
            <a:xfrm>
              <a:off x="2496057" y="4025672"/>
              <a:ext cx="51023" cy="25656"/>
            </a:xfrm>
            <a:custGeom>
              <a:avLst/>
              <a:gdLst/>
              <a:ahLst/>
              <a:cxnLst/>
              <a:rect l="l" t="t" r="r" b="b"/>
              <a:pathLst>
                <a:path w="1943" h="977" extrusionOk="0">
                  <a:moveTo>
                    <a:pt x="239" y="0"/>
                  </a:moveTo>
                  <a:cubicBezTo>
                    <a:pt x="105" y="0"/>
                    <a:pt x="0" y="105"/>
                    <a:pt x="0" y="239"/>
                  </a:cubicBezTo>
                  <a:lnTo>
                    <a:pt x="0" y="737"/>
                  </a:lnTo>
                  <a:cubicBezTo>
                    <a:pt x="0" y="861"/>
                    <a:pt x="105" y="976"/>
                    <a:pt x="239" y="976"/>
                  </a:cubicBezTo>
                  <a:lnTo>
                    <a:pt x="1704" y="976"/>
                  </a:lnTo>
                  <a:cubicBezTo>
                    <a:pt x="1838" y="976"/>
                    <a:pt x="1943" y="861"/>
                    <a:pt x="1943" y="727"/>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0" name="Google Shape;8410;p63"/>
            <p:cNvSpPr/>
            <p:nvPr/>
          </p:nvSpPr>
          <p:spPr>
            <a:xfrm>
              <a:off x="2496057" y="3923888"/>
              <a:ext cx="51023" cy="25157"/>
            </a:xfrm>
            <a:custGeom>
              <a:avLst/>
              <a:gdLst/>
              <a:ahLst/>
              <a:cxnLst/>
              <a:rect l="l" t="t" r="r" b="b"/>
              <a:pathLst>
                <a:path w="1943" h="958" extrusionOk="0">
                  <a:moveTo>
                    <a:pt x="239" y="0"/>
                  </a:moveTo>
                  <a:cubicBezTo>
                    <a:pt x="105" y="0"/>
                    <a:pt x="0" y="105"/>
                    <a:pt x="0" y="239"/>
                  </a:cubicBezTo>
                  <a:lnTo>
                    <a:pt x="0" y="718"/>
                  </a:lnTo>
                  <a:cubicBezTo>
                    <a:pt x="0" y="852"/>
                    <a:pt x="105" y="957"/>
                    <a:pt x="239" y="957"/>
                  </a:cubicBezTo>
                  <a:lnTo>
                    <a:pt x="1704" y="957"/>
                  </a:lnTo>
                  <a:cubicBezTo>
                    <a:pt x="1828" y="957"/>
                    <a:pt x="1943" y="852"/>
                    <a:pt x="1943" y="718"/>
                  </a:cubicBezTo>
                  <a:lnTo>
                    <a:pt x="1943" y="239"/>
                  </a:lnTo>
                  <a:cubicBezTo>
                    <a:pt x="1943" y="105"/>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1" name="Google Shape;8411;p63"/>
            <p:cNvSpPr/>
            <p:nvPr/>
          </p:nvSpPr>
          <p:spPr>
            <a:xfrm>
              <a:off x="2496057" y="4076932"/>
              <a:ext cx="51023" cy="25393"/>
            </a:xfrm>
            <a:custGeom>
              <a:avLst/>
              <a:gdLst/>
              <a:ahLst/>
              <a:cxnLst/>
              <a:rect l="l" t="t" r="r" b="b"/>
              <a:pathLst>
                <a:path w="1943" h="967" extrusionOk="0">
                  <a:moveTo>
                    <a:pt x="239" y="0"/>
                  </a:moveTo>
                  <a:cubicBezTo>
                    <a:pt x="105" y="0"/>
                    <a:pt x="0" y="106"/>
                    <a:pt x="0" y="240"/>
                  </a:cubicBezTo>
                  <a:lnTo>
                    <a:pt x="0" y="728"/>
                  </a:lnTo>
                  <a:cubicBezTo>
                    <a:pt x="0" y="862"/>
                    <a:pt x="105" y="967"/>
                    <a:pt x="239" y="967"/>
                  </a:cubicBezTo>
                  <a:lnTo>
                    <a:pt x="1704" y="967"/>
                  </a:lnTo>
                  <a:cubicBezTo>
                    <a:pt x="1828" y="967"/>
                    <a:pt x="1943" y="862"/>
                    <a:pt x="1943" y="728"/>
                  </a:cubicBezTo>
                  <a:lnTo>
                    <a:pt x="1943" y="240"/>
                  </a:lnTo>
                  <a:cubicBezTo>
                    <a:pt x="1943" y="106"/>
                    <a:pt x="1828" y="0"/>
                    <a:pt x="17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2" name="Google Shape;8412;p63"/>
            <p:cNvSpPr/>
            <p:nvPr/>
          </p:nvSpPr>
          <p:spPr>
            <a:xfrm>
              <a:off x="2406825" y="3974885"/>
              <a:ext cx="50787" cy="25420"/>
            </a:xfrm>
            <a:custGeom>
              <a:avLst/>
              <a:gdLst/>
              <a:ahLst/>
              <a:cxnLst/>
              <a:rect l="l" t="t" r="r" b="b"/>
              <a:pathLst>
                <a:path w="1934" h="968" extrusionOk="0">
                  <a:moveTo>
                    <a:pt x="240" y="1"/>
                  </a:moveTo>
                  <a:cubicBezTo>
                    <a:pt x="106" y="1"/>
                    <a:pt x="1" y="106"/>
                    <a:pt x="1" y="240"/>
                  </a:cubicBezTo>
                  <a:lnTo>
                    <a:pt x="1" y="728"/>
                  </a:lnTo>
                  <a:cubicBezTo>
                    <a:pt x="1" y="853"/>
                    <a:pt x="106" y="967"/>
                    <a:pt x="240" y="967"/>
                  </a:cubicBezTo>
                  <a:lnTo>
                    <a:pt x="1695" y="967"/>
                  </a:lnTo>
                  <a:cubicBezTo>
                    <a:pt x="1829" y="967"/>
                    <a:pt x="1934" y="853"/>
                    <a:pt x="1934" y="728"/>
                  </a:cubicBezTo>
                  <a:lnTo>
                    <a:pt x="1934" y="240"/>
                  </a:lnTo>
                  <a:cubicBezTo>
                    <a:pt x="1934" y="106"/>
                    <a:pt x="1829" y="1"/>
                    <a:pt x="169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3" name="Google Shape;8413;p63"/>
            <p:cNvSpPr/>
            <p:nvPr/>
          </p:nvSpPr>
          <p:spPr>
            <a:xfrm>
              <a:off x="2406825" y="3923888"/>
              <a:ext cx="50787" cy="25157"/>
            </a:xfrm>
            <a:custGeom>
              <a:avLst/>
              <a:gdLst/>
              <a:ahLst/>
              <a:cxnLst/>
              <a:rect l="l" t="t" r="r" b="b"/>
              <a:pathLst>
                <a:path w="1934" h="958" extrusionOk="0">
                  <a:moveTo>
                    <a:pt x="240" y="0"/>
                  </a:moveTo>
                  <a:cubicBezTo>
                    <a:pt x="106" y="0"/>
                    <a:pt x="1" y="105"/>
                    <a:pt x="1" y="239"/>
                  </a:cubicBezTo>
                  <a:lnTo>
                    <a:pt x="1" y="718"/>
                  </a:lnTo>
                  <a:cubicBezTo>
                    <a:pt x="1" y="852"/>
                    <a:pt x="106" y="957"/>
                    <a:pt x="240" y="957"/>
                  </a:cubicBezTo>
                  <a:lnTo>
                    <a:pt x="1695" y="957"/>
                  </a:lnTo>
                  <a:cubicBezTo>
                    <a:pt x="1829" y="957"/>
                    <a:pt x="1934" y="852"/>
                    <a:pt x="1934" y="718"/>
                  </a:cubicBezTo>
                  <a:lnTo>
                    <a:pt x="1934" y="239"/>
                  </a:lnTo>
                  <a:cubicBezTo>
                    <a:pt x="1934" y="105"/>
                    <a:pt x="1829" y="0"/>
                    <a:pt x="169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4" name="Google Shape;8414;p63"/>
            <p:cNvSpPr/>
            <p:nvPr/>
          </p:nvSpPr>
          <p:spPr>
            <a:xfrm>
              <a:off x="2496057" y="3974885"/>
              <a:ext cx="51023" cy="25420"/>
            </a:xfrm>
            <a:custGeom>
              <a:avLst/>
              <a:gdLst/>
              <a:ahLst/>
              <a:cxnLst/>
              <a:rect l="l" t="t" r="r" b="b"/>
              <a:pathLst>
                <a:path w="1943" h="968" extrusionOk="0">
                  <a:moveTo>
                    <a:pt x="239" y="1"/>
                  </a:moveTo>
                  <a:cubicBezTo>
                    <a:pt x="105" y="1"/>
                    <a:pt x="0" y="106"/>
                    <a:pt x="0" y="240"/>
                  </a:cubicBezTo>
                  <a:lnTo>
                    <a:pt x="0" y="728"/>
                  </a:lnTo>
                  <a:cubicBezTo>
                    <a:pt x="0" y="853"/>
                    <a:pt x="105" y="967"/>
                    <a:pt x="239" y="967"/>
                  </a:cubicBezTo>
                  <a:lnTo>
                    <a:pt x="1704" y="967"/>
                  </a:lnTo>
                  <a:cubicBezTo>
                    <a:pt x="1828" y="967"/>
                    <a:pt x="1943" y="853"/>
                    <a:pt x="1943" y="728"/>
                  </a:cubicBezTo>
                  <a:lnTo>
                    <a:pt x="1943" y="240"/>
                  </a:lnTo>
                  <a:cubicBezTo>
                    <a:pt x="1943" y="106"/>
                    <a:pt x="1828" y="1"/>
                    <a:pt x="170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5" name="Google Shape;8415;p63"/>
            <p:cNvSpPr/>
            <p:nvPr/>
          </p:nvSpPr>
          <p:spPr>
            <a:xfrm>
              <a:off x="2406825" y="4076932"/>
              <a:ext cx="50787" cy="25393"/>
            </a:xfrm>
            <a:custGeom>
              <a:avLst/>
              <a:gdLst/>
              <a:ahLst/>
              <a:cxnLst/>
              <a:rect l="l" t="t" r="r" b="b"/>
              <a:pathLst>
                <a:path w="1934" h="967" extrusionOk="0">
                  <a:moveTo>
                    <a:pt x="240" y="0"/>
                  </a:moveTo>
                  <a:cubicBezTo>
                    <a:pt x="106" y="0"/>
                    <a:pt x="1" y="106"/>
                    <a:pt x="1" y="240"/>
                  </a:cubicBezTo>
                  <a:lnTo>
                    <a:pt x="1" y="728"/>
                  </a:lnTo>
                  <a:cubicBezTo>
                    <a:pt x="1" y="862"/>
                    <a:pt x="106" y="967"/>
                    <a:pt x="240" y="967"/>
                  </a:cubicBezTo>
                  <a:lnTo>
                    <a:pt x="1695" y="967"/>
                  </a:lnTo>
                  <a:cubicBezTo>
                    <a:pt x="1829" y="967"/>
                    <a:pt x="1934" y="862"/>
                    <a:pt x="1934" y="728"/>
                  </a:cubicBezTo>
                  <a:lnTo>
                    <a:pt x="1934" y="240"/>
                  </a:lnTo>
                  <a:cubicBezTo>
                    <a:pt x="1934" y="106"/>
                    <a:pt x="1829" y="0"/>
                    <a:pt x="169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6" name="Google Shape;8416;p63"/>
            <p:cNvSpPr/>
            <p:nvPr/>
          </p:nvSpPr>
          <p:spPr>
            <a:xfrm>
              <a:off x="2493168" y="3968137"/>
              <a:ext cx="56538" cy="38445"/>
            </a:xfrm>
            <a:custGeom>
              <a:avLst/>
              <a:gdLst/>
              <a:ahLst/>
              <a:cxnLst/>
              <a:rect l="l" t="t" r="r" b="b"/>
              <a:pathLst>
                <a:path w="2153" h="1464" extrusionOk="0">
                  <a:moveTo>
                    <a:pt x="1806" y="0"/>
                  </a:moveTo>
                  <a:cubicBezTo>
                    <a:pt x="1750" y="0"/>
                    <a:pt x="1692" y="23"/>
                    <a:pt x="1641" y="76"/>
                  </a:cubicBezTo>
                  <a:lnTo>
                    <a:pt x="837" y="880"/>
                  </a:lnTo>
                  <a:lnTo>
                    <a:pt x="522" y="564"/>
                  </a:lnTo>
                  <a:cubicBezTo>
                    <a:pt x="468" y="511"/>
                    <a:pt x="409" y="488"/>
                    <a:pt x="351" y="488"/>
                  </a:cubicBezTo>
                  <a:cubicBezTo>
                    <a:pt x="163" y="488"/>
                    <a:pt x="1" y="732"/>
                    <a:pt x="177" y="909"/>
                  </a:cubicBezTo>
                  <a:lnTo>
                    <a:pt x="665" y="1397"/>
                  </a:lnTo>
                  <a:cubicBezTo>
                    <a:pt x="713" y="1435"/>
                    <a:pt x="770" y="1464"/>
                    <a:pt x="837" y="1464"/>
                  </a:cubicBezTo>
                  <a:cubicBezTo>
                    <a:pt x="904" y="1464"/>
                    <a:pt x="962" y="1435"/>
                    <a:pt x="1010" y="1397"/>
                  </a:cubicBezTo>
                  <a:lnTo>
                    <a:pt x="1976" y="421"/>
                  </a:lnTo>
                  <a:cubicBezTo>
                    <a:pt x="2153" y="244"/>
                    <a:pt x="1991" y="0"/>
                    <a:pt x="1806"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7" name="Google Shape;8417;p63"/>
            <p:cNvSpPr/>
            <p:nvPr/>
          </p:nvSpPr>
          <p:spPr>
            <a:xfrm>
              <a:off x="2314495" y="3968137"/>
              <a:ext cx="56590" cy="38445"/>
            </a:xfrm>
            <a:custGeom>
              <a:avLst/>
              <a:gdLst/>
              <a:ahLst/>
              <a:cxnLst/>
              <a:rect l="l" t="t" r="r" b="b"/>
              <a:pathLst>
                <a:path w="2155" h="1464" extrusionOk="0">
                  <a:moveTo>
                    <a:pt x="1810" y="0"/>
                  </a:moveTo>
                  <a:cubicBezTo>
                    <a:pt x="1753" y="0"/>
                    <a:pt x="1694" y="23"/>
                    <a:pt x="1641" y="76"/>
                  </a:cubicBezTo>
                  <a:lnTo>
                    <a:pt x="837" y="880"/>
                  </a:lnTo>
                  <a:lnTo>
                    <a:pt x="521" y="564"/>
                  </a:lnTo>
                  <a:cubicBezTo>
                    <a:pt x="468" y="511"/>
                    <a:pt x="408" y="488"/>
                    <a:pt x="351" y="488"/>
                  </a:cubicBezTo>
                  <a:cubicBezTo>
                    <a:pt x="162" y="488"/>
                    <a:pt x="0" y="732"/>
                    <a:pt x="177" y="909"/>
                  </a:cubicBezTo>
                  <a:lnTo>
                    <a:pt x="665" y="1397"/>
                  </a:lnTo>
                  <a:cubicBezTo>
                    <a:pt x="712" y="1435"/>
                    <a:pt x="770" y="1464"/>
                    <a:pt x="837" y="1464"/>
                  </a:cubicBezTo>
                  <a:cubicBezTo>
                    <a:pt x="904" y="1464"/>
                    <a:pt x="961" y="1435"/>
                    <a:pt x="1009" y="1397"/>
                  </a:cubicBezTo>
                  <a:lnTo>
                    <a:pt x="1985" y="421"/>
                  </a:lnTo>
                  <a:cubicBezTo>
                    <a:pt x="2154" y="244"/>
                    <a:pt x="1996" y="0"/>
                    <a:pt x="1810"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8" name="Google Shape;8418;p63"/>
            <p:cNvSpPr/>
            <p:nvPr/>
          </p:nvSpPr>
          <p:spPr>
            <a:xfrm>
              <a:off x="2403963" y="4019160"/>
              <a:ext cx="56538" cy="38445"/>
            </a:xfrm>
            <a:custGeom>
              <a:avLst/>
              <a:gdLst/>
              <a:ahLst/>
              <a:cxnLst/>
              <a:rect l="l" t="t" r="r" b="b"/>
              <a:pathLst>
                <a:path w="2153" h="1464" extrusionOk="0">
                  <a:moveTo>
                    <a:pt x="1801" y="0"/>
                  </a:moveTo>
                  <a:cubicBezTo>
                    <a:pt x="1744" y="0"/>
                    <a:pt x="1685" y="22"/>
                    <a:pt x="1631" y="76"/>
                  </a:cubicBezTo>
                  <a:lnTo>
                    <a:pt x="837" y="880"/>
                  </a:lnTo>
                  <a:lnTo>
                    <a:pt x="521" y="564"/>
                  </a:lnTo>
                  <a:cubicBezTo>
                    <a:pt x="468" y="510"/>
                    <a:pt x="408" y="488"/>
                    <a:pt x="351" y="488"/>
                  </a:cubicBezTo>
                  <a:cubicBezTo>
                    <a:pt x="162" y="488"/>
                    <a:pt x="0" y="732"/>
                    <a:pt x="177" y="908"/>
                  </a:cubicBezTo>
                  <a:lnTo>
                    <a:pt x="665" y="1396"/>
                  </a:lnTo>
                  <a:cubicBezTo>
                    <a:pt x="703" y="1435"/>
                    <a:pt x="770" y="1463"/>
                    <a:pt x="837" y="1463"/>
                  </a:cubicBezTo>
                  <a:cubicBezTo>
                    <a:pt x="894" y="1463"/>
                    <a:pt x="961" y="1444"/>
                    <a:pt x="1000" y="1396"/>
                  </a:cubicBezTo>
                  <a:lnTo>
                    <a:pt x="1976" y="420"/>
                  </a:lnTo>
                  <a:cubicBezTo>
                    <a:pt x="2152" y="244"/>
                    <a:pt x="1990" y="0"/>
                    <a:pt x="1801" y="0"/>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9" name="Google Shape;8419;p63"/>
            <p:cNvSpPr/>
            <p:nvPr/>
          </p:nvSpPr>
          <p:spPr>
            <a:xfrm>
              <a:off x="2225263" y="4070157"/>
              <a:ext cx="56538" cy="38471"/>
            </a:xfrm>
            <a:custGeom>
              <a:avLst/>
              <a:gdLst/>
              <a:ahLst/>
              <a:cxnLst/>
              <a:rect l="l" t="t" r="r" b="b"/>
              <a:pathLst>
                <a:path w="2153" h="1465" extrusionOk="0">
                  <a:moveTo>
                    <a:pt x="1802" y="1"/>
                  </a:moveTo>
                  <a:cubicBezTo>
                    <a:pt x="1745" y="1"/>
                    <a:pt x="1685" y="23"/>
                    <a:pt x="1632" y="77"/>
                  </a:cubicBezTo>
                  <a:lnTo>
                    <a:pt x="837" y="880"/>
                  </a:lnTo>
                  <a:lnTo>
                    <a:pt x="522" y="565"/>
                  </a:lnTo>
                  <a:cubicBezTo>
                    <a:pt x="468" y="511"/>
                    <a:pt x="409" y="489"/>
                    <a:pt x="352" y="489"/>
                  </a:cubicBezTo>
                  <a:cubicBezTo>
                    <a:pt x="163" y="489"/>
                    <a:pt x="1" y="733"/>
                    <a:pt x="177" y="909"/>
                  </a:cubicBezTo>
                  <a:lnTo>
                    <a:pt x="665" y="1397"/>
                  </a:lnTo>
                  <a:cubicBezTo>
                    <a:pt x="703" y="1445"/>
                    <a:pt x="770" y="1464"/>
                    <a:pt x="837" y="1464"/>
                  </a:cubicBezTo>
                  <a:cubicBezTo>
                    <a:pt x="895" y="1464"/>
                    <a:pt x="962" y="1445"/>
                    <a:pt x="1000" y="1397"/>
                  </a:cubicBezTo>
                  <a:lnTo>
                    <a:pt x="1976" y="421"/>
                  </a:lnTo>
                  <a:cubicBezTo>
                    <a:pt x="2153" y="245"/>
                    <a:pt x="1991" y="1"/>
                    <a:pt x="1802" y="1"/>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0" name="Google Shape;8420;p63"/>
            <p:cNvSpPr/>
            <p:nvPr/>
          </p:nvSpPr>
          <p:spPr>
            <a:xfrm>
              <a:off x="2403963" y="3917113"/>
              <a:ext cx="56538" cy="38445"/>
            </a:xfrm>
            <a:custGeom>
              <a:avLst/>
              <a:gdLst/>
              <a:ahLst/>
              <a:cxnLst/>
              <a:rect l="l" t="t" r="r" b="b"/>
              <a:pathLst>
                <a:path w="2153" h="1464" extrusionOk="0">
                  <a:moveTo>
                    <a:pt x="1801" y="1"/>
                  </a:moveTo>
                  <a:cubicBezTo>
                    <a:pt x="1744" y="1"/>
                    <a:pt x="1685" y="23"/>
                    <a:pt x="1631" y="76"/>
                  </a:cubicBezTo>
                  <a:lnTo>
                    <a:pt x="837" y="880"/>
                  </a:lnTo>
                  <a:lnTo>
                    <a:pt x="521" y="564"/>
                  </a:lnTo>
                  <a:cubicBezTo>
                    <a:pt x="468" y="511"/>
                    <a:pt x="408" y="489"/>
                    <a:pt x="351" y="489"/>
                  </a:cubicBezTo>
                  <a:cubicBezTo>
                    <a:pt x="162" y="489"/>
                    <a:pt x="0" y="733"/>
                    <a:pt x="177" y="909"/>
                  </a:cubicBezTo>
                  <a:lnTo>
                    <a:pt x="665" y="1387"/>
                  </a:lnTo>
                  <a:cubicBezTo>
                    <a:pt x="703" y="1435"/>
                    <a:pt x="770" y="1464"/>
                    <a:pt x="837" y="1464"/>
                  </a:cubicBezTo>
                  <a:cubicBezTo>
                    <a:pt x="894" y="1464"/>
                    <a:pt x="961" y="1435"/>
                    <a:pt x="1000" y="1387"/>
                  </a:cubicBezTo>
                  <a:lnTo>
                    <a:pt x="1976" y="421"/>
                  </a:lnTo>
                  <a:cubicBezTo>
                    <a:pt x="2152" y="244"/>
                    <a:pt x="1990" y="1"/>
                    <a:pt x="1801" y="1"/>
                  </a:cubicBez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421" name="Google Shape;8421;p63"/>
          <p:cNvSpPr/>
          <p:nvPr/>
        </p:nvSpPr>
        <p:spPr>
          <a:xfrm>
            <a:off x="1274189" y="1883249"/>
            <a:ext cx="62341" cy="140885"/>
          </a:xfrm>
          <a:custGeom>
            <a:avLst/>
            <a:gdLst/>
            <a:ahLst/>
            <a:cxnLst/>
            <a:rect l="l" t="t" r="r" b="b"/>
            <a:pathLst>
              <a:path w="2374" h="5365" extrusionOk="0">
                <a:moveTo>
                  <a:pt x="2068" y="1"/>
                </a:moveTo>
                <a:cubicBezTo>
                  <a:pt x="1979" y="1"/>
                  <a:pt x="1890" y="49"/>
                  <a:pt x="1848" y="162"/>
                </a:cubicBezTo>
                <a:lnTo>
                  <a:pt x="49" y="5043"/>
                </a:lnTo>
                <a:cubicBezTo>
                  <a:pt x="1" y="5167"/>
                  <a:pt x="58" y="5301"/>
                  <a:pt x="192" y="5349"/>
                </a:cubicBezTo>
                <a:cubicBezTo>
                  <a:pt x="220" y="5360"/>
                  <a:pt x="247" y="5365"/>
                  <a:pt x="275" y="5365"/>
                </a:cubicBezTo>
                <a:cubicBezTo>
                  <a:pt x="371" y="5365"/>
                  <a:pt x="461" y="5303"/>
                  <a:pt x="498" y="5206"/>
                </a:cubicBezTo>
                <a:lnTo>
                  <a:pt x="2307" y="325"/>
                </a:lnTo>
                <a:cubicBezTo>
                  <a:pt x="2373" y="138"/>
                  <a:pt x="2220" y="1"/>
                  <a:pt x="2068"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422" name="Google Shape;8422;p63"/>
          <p:cNvGrpSpPr/>
          <p:nvPr/>
        </p:nvGrpSpPr>
        <p:grpSpPr>
          <a:xfrm>
            <a:off x="1263134" y="1804547"/>
            <a:ext cx="420475" cy="383055"/>
            <a:chOff x="1277409" y="1961347"/>
            <a:chExt cx="420475" cy="383055"/>
          </a:xfrm>
        </p:grpSpPr>
        <p:sp>
          <p:nvSpPr>
            <p:cNvPr id="8423" name="Google Shape;8423;p63"/>
            <p:cNvSpPr/>
            <p:nvPr/>
          </p:nvSpPr>
          <p:spPr>
            <a:xfrm>
              <a:off x="1293244" y="2187288"/>
              <a:ext cx="108848" cy="47531"/>
            </a:xfrm>
            <a:custGeom>
              <a:avLst/>
              <a:gdLst/>
              <a:ahLst/>
              <a:cxnLst/>
              <a:rect l="l" t="t" r="r" b="b"/>
              <a:pathLst>
                <a:path w="4145" h="1810" extrusionOk="0">
                  <a:moveTo>
                    <a:pt x="1" y="1"/>
                  </a:moveTo>
                  <a:cubicBezTo>
                    <a:pt x="144" y="1034"/>
                    <a:pt x="1025" y="1809"/>
                    <a:pt x="2077" y="1809"/>
                  </a:cubicBezTo>
                  <a:cubicBezTo>
                    <a:pt x="3120" y="1809"/>
                    <a:pt x="4011" y="1034"/>
                    <a:pt x="4145"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4" name="Google Shape;8424;p63"/>
            <p:cNvSpPr/>
            <p:nvPr/>
          </p:nvSpPr>
          <p:spPr>
            <a:xfrm>
              <a:off x="1349650" y="2040049"/>
              <a:ext cx="63129" cy="140832"/>
            </a:xfrm>
            <a:custGeom>
              <a:avLst/>
              <a:gdLst/>
              <a:ahLst/>
              <a:cxnLst/>
              <a:rect l="l" t="t" r="r" b="b"/>
              <a:pathLst>
                <a:path w="2404" h="5363" extrusionOk="0">
                  <a:moveTo>
                    <a:pt x="307" y="1"/>
                  </a:moveTo>
                  <a:cubicBezTo>
                    <a:pt x="156" y="1"/>
                    <a:pt x="1" y="138"/>
                    <a:pt x="73" y="325"/>
                  </a:cubicBezTo>
                  <a:lnTo>
                    <a:pt x="1882" y="5206"/>
                  </a:lnTo>
                  <a:cubicBezTo>
                    <a:pt x="1921" y="5315"/>
                    <a:pt x="2008" y="5362"/>
                    <a:pt x="2097" y="5362"/>
                  </a:cubicBezTo>
                  <a:cubicBezTo>
                    <a:pt x="2248" y="5362"/>
                    <a:pt x="2404" y="5226"/>
                    <a:pt x="2331" y="5033"/>
                  </a:cubicBezTo>
                  <a:lnTo>
                    <a:pt x="523" y="162"/>
                  </a:lnTo>
                  <a:cubicBezTo>
                    <a:pt x="484" y="49"/>
                    <a:pt x="396" y="1"/>
                    <a:pt x="307"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5" name="Google Shape;8425;p63"/>
            <p:cNvSpPr/>
            <p:nvPr/>
          </p:nvSpPr>
          <p:spPr>
            <a:xfrm>
              <a:off x="1562907" y="2041493"/>
              <a:ext cx="62499" cy="139441"/>
            </a:xfrm>
            <a:custGeom>
              <a:avLst/>
              <a:gdLst/>
              <a:ahLst/>
              <a:cxnLst/>
              <a:rect l="l" t="t" r="r" b="b"/>
              <a:pathLst>
                <a:path w="2380" h="5310" extrusionOk="0">
                  <a:moveTo>
                    <a:pt x="2073" y="1"/>
                  </a:moveTo>
                  <a:cubicBezTo>
                    <a:pt x="1986" y="1"/>
                    <a:pt x="1899" y="47"/>
                    <a:pt x="1857" y="155"/>
                  </a:cubicBezTo>
                  <a:lnTo>
                    <a:pt x="48" y="4978"/>
                  </a:lnTo>
                  <a:cubicBezTo>
                    <a:pt x="1" y="5103"/>
                    <a:pt x="68" y="5246"/>
                    <a:pt x="192" y="5294"/>
                  </a:cubicBezTo>
                  <a:cubicBezTo>
                    <a:pt x="219" y="5305"/>
                    <a:pt x="248" y="5310"/>
                    <a:pt x="276" y="5310"/>
                  </a:cubicBezTo>
                  <a:cubicBezTo>
                    <a:pt x="375" y="5310"/>
                    <a:pt x="468" y="5248"/>
                    <a:pt x="498" y="5151"/>
                  </a:cubicBezTo>
                  <a:lnTo>
                    <a:pt x="2307" y="327"/>
                  </a:lnTo>
                  <a:cubicBezTo>
                    <a:pt x="2380" y="139"/>
                    <a:pt x="2225" y="1"/>
                    <a:pt x="2073"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6" name="Google Shape;8426;p63"/>
            <p:cNvSpPr/>
            <p:nvPr/>
          </p:nvSpPr>
          <p:spPr>
            <a:xfrm>
              <a:off x="1624330" y="2041493"/>
              <a:ext cx="62919" cy="139309"/>
            </a:xfrm>
            <a:custGeom>
              <a:avLst/>
              <a:gdLst/>
              <a:ahLst/>
              <a:cxnLst/>
              <a:rect l="l" t="t" r="r" b="b"/>
              <a:pathLst>
                <a:path w="2396" h="5305" extrusionOk="0">
                  <a:moveTo>
                    <a:pt x="307" y="1"/>
                  </a:moveTo>
                  <a:cubicBezTo>
                    <a:pt x="155" y="1"/>
                    <a:pt x="0" y="139"/>
                    <a:pt x="73" y="327"/>
                  </a:cubicBezTo>
                  <a:lnTo>
                    <a:pt x="1872" y="5151"/>
                  </a:lnTo>
                  <a:cubicBezTo>
                    <a:pt x="1914" y="5259"/>
                    <a:pt x="2001" y="5305"/>
                    <a:pt x="2089" y="5305"/>
                  </a:cubicBezTo>
                  <a:cubicBezTo>
                    <a:pt x="2241" y="5305"/>
                    <a:pt x="2395" y="5167"/>
                    <a:pt x="2322" y="4978"/>
                  </a:cubicBezTo>
                  <a:lnTo>
                    <a:pt x="523" y="155"/>
                  </a:lnTo>
                  <a:cubicBezTo>
                    <a:pt x="481" y="47"/>
                    <a:pt x="394" y="1"/>
                    <a:pt x="307"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7" name="Google Shape;8427;p63"/>
            <p:cNvSpPr/>
            <p:nvPr/>
          </p:nvSpPr>
          <p:spPr>
            <a:xfrm>
              <a:off x="1351725" y="2013106"/>
              <a:ext cx="129357" cy="40257"/>
            </a:xfrm>
            <a:custGeom>
              <a:avLst/>
              <a:gdLst/>
              <a:ahLst/>
              <a:cxnLst/>
              <a:rect l="l" t="t" r="r" b="b"/>
              <a:pathLst>
                <a:path w="4926" h="1533" extrusionOk="0">
                  <a:moveTo>
                    <a:pt x="4587" y="0"/>
                  </a:moveTo>
                  <a:cubicBezTo>
                    <a:pt x="4563" y="0"/>
                    <a:pt x="4538" y="4"/>
                    <a:pt x="4511" y="11"/>
                  </a:cubicBezTo>
                  <a:cubicBezTo>
                    <a:pt x="1334" y="882"/>
                    <a:pt x="1114" y="968"/>
                    <a:pt x="310" y="1045"/>
                  </a:cubicBezTo>
                  <a:cubicBezTo>
                    <a:pt x="0" y="1063"/>
                    <a:pt x="12" y="1524"/>
                    <a:pt x="320" y="1524"/>
                  </a:cubicBezTo>
                  <a:cubicBezTo>
                    <a:pt x="326" y="1524"/>
                    <a:pt x="332" y="1524"/>
                    <a:pt x="338" y="1523"/>
                  </a:cubicBezTo>
                  <a:lnTo>
                    <a:pt x="358" y="1533"/>
                  </a:lnTo>
                  <a:cubicBezTo>
                    <a:pt x="1200" y="1447"/>
                    <a:pt x="1439" y="1351"/>
                    <a:pt x="4645" y="470"/>
                  </a:cubicBezTo>
                  <a:cubicBezTo>
                    <a:pt x="4925" y="392"/>
                    <a:pt x="4845" y="0"/>
                    <a:pt x="4587"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8" name="Google Shape;8428;p63"/>
            <p:cNvSpPr/>
            <p:nvPr/>
          </p:nvSpPr>
          <p:spPr>
            <a:xfrm>
              <a:off x="1491191" y="2012344"/>
              <a:ext cx="133900" cy="41281"/>
            </a:xfrm>
            <a:custGeom>
              <a:avLst/>
              <a:gdLst/>
              <a:ahLst/>
              <a:cxnLst/>
              <a:rect l="l" t="t" r="r" b="b"/>
              <a:pathLst>
                <a:path w="5099" h="1572" extrusionOk="0">
                  <a:moveTo>
                    <a:pt x="341" y="1"/>
                  </a:moveTo>
                  <a:cubicBezTo>
                    <a:pt x="82" y="1"/>
                    <a:pt x="1" y="401"/>
                    <a:pt x="282" y="480"/>
                  </a:cubicBezTo>
                  <a:cubicBezTo>
                    <a:pt x="3631" y="1389"/>
                    <a:pt x="3861" y="1495"/>
                    <a:pt x="4741" y="1571"/>
                  </a:cubicBezTo>
                  <a:lnTo>
                    <a:pt x="4760" y="1571"/>
                  </a:lnTo>
                  <a:lnTo>
                    <a:pt x="4760" y="1562"/>
                  </a:lnTo>
                  <a:cubicBezTo>
                    <a:pt x="4767" y="1562"/>
                    <a:pt x="4773" y="1562"/>
                    <a:pt x="4779" y="1562"/>
                  </a:cubicBezTo>
                  <a:cubicBezTo>
                    <a:pt x="5077" y="1562"/>
                    <a:pt x="5099" y="1102"/>
                    <a:pt x="4780" y="1083"/>
                  </a:cubicBezTo>
                  <a:cubicBezTo>
                    <a:pt x="3957" y="1016"/>
                    <a:pt x="3765" y="930"/>
                    <a:pt x="415" y="11"/>
                  </a:cubicBezTo>
                  <a:cubicBezTo>
                    <a:pt x="389" y="4"/>
                    <a:pt x="364" y="1"/>
                    <a:pt x="341"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9" name="Google Shape;8429;p63"/>
            <p:cNvSpPr/>
            <p:nvPr/>
          </p:nvSpPr>
          <p:spPr>
            <a:xfrm>
              <a:off x="1474700" y="1961347"/>
              <a:ext cx="25157" cy="32195"/>
            </a:xfrm>
            <a:custGeom>
              <a:avLst/>
              <a:gdLst/>
              <a:ahLst/>
              <a:cxnLst/>
              <a:rect l="l" t="t" r="r" b="b"/>
              <a:pathLst>
                <a:path w="958" h="1226" extrusionOk="0">
                  <a:moveTo>
                    <a:pt x="335" y="1"/>
                  </a:moveTo>
                  <a:cubicBezTo>
                    <a:pt x="153" y="1"/>
                    <a:pt x="0" y="154"/>
                    <a:pt x="0" y="336"/>
                  </a:cubicBezTo>
                  <a:lnTo>
                    <a:pt x="0" y="1226"/>
                  </a:lnTo>
                  <a:cubicBezTo>
                    <a:pt x="144" y="1149"/>
                    <a:pt x="307" y="1102"/>
                    <a:pt x="479" y="1102"/>
                  </a:cubicBezTo>
                  <a:cubicBezTo>
                    <a:pt x="642" y="1102"/>
                    <a:pt x="804" y="1140"/>
                    <a:pt x="957" y="1226"/>
                  </a:cubicBezTo>
                  <a:lnTo>
                    <a:pt x="957" y="336"/>
                  </a:lnTo>
                  <a:cubicBezTo>
                    <a:pt x="957" y="154"/>
                    <a:pt x="804" y="1"/>
                    <a:pt x="62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0" name="Google Shape;8430;p63"/>
            <p:cNvSpPr/>
            <p:nvPr/>
          </p:nvSpPr>
          <p:spPr>
            <a:xfrm>
              <a:off x="1474700" y="2036503"/>
              <a:ext cx="24894" cy="259633"/>
            </a:xfrm>
            <a:custGeom>
              <a:avLst/>
              <a:gdLst/>
              <a:ahLst/>
              <a:cxnLst/>
              <a:rect l="l" t="t" r="r" b="b"/>
              <a:pathLst>
                <a:path w="948" h="9887" extrusionOk="0">
                  <a:moveTo>
                    <a:pt x="0" y="0"/>
                  </a:moveTo>
                  <a:lnTo>
                    <a:pt x="0" y="9887"/>
                  </a:lnTo>
                  <a:lnTo>
                    <a:pt x="948" y="9887"/>
                  </a:lnTo>
                  <a:lnTo>
                    <a:pt x="948" y="0"/>
                  </a:lnTo>
                  <a:cubicBezTo>
                    <a:pt x="799" y="82"/>
                    <a:pt x="637" y="123"/>
                    <a:pt x="474" y="123"/>
                  </a:cubicBezTo>
                  <a:cubicBezTo>
                    <a:pt x="311" y="123"/>
                    <a:pt x="149" y="82"/>
                    <a:pt x="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1" name="Google Shape;8431;p63"/>
            <p:cNvSpPr/>
            <p:nvPr/>
          </p:nvSpPr>
          <p:spPr>
            <a:xfrm>
              <a:off x="1474700" y="1961347"/>
              <a:ext cx="20877" cy="32195"/>
            </a:xfrm>
            <a:custGeom>
              <a:avLst/>
              <a:gdLst/>
              <a:ahLst/>
              <a:cxnLst/>
              <a:rect l="l" t="t" r="r" b="b"/>
              <a:pathLst>
                <a:path w="795" h="1226" extrusionOk="0">
                  <a:moveTo>
                    <a:pt x="326" y="1"/>
                  </a:moveTo>
                  <a:cubicBezTo>
                    <a:pt x="144" y="1"/>
                    <a:pt x="0" y="154"/>
                    <a:pt x="0" y="336"/>
                  </a:cubicBezTo>
                  <a:lnTo>
                    <a:pt x="0" y="1226"/>
                  </a:lnTo>
                  <a:cubicBezTo>
                    <a:pt x="144" y="1140"/>
                    <a:pt x="309" y="1097"/>
                    <a:pt x="475" y="1097"/>
                  </a:cubicBezTo>
                  <a:cubicBezTo>
                    <a:pt x="531" y="1097"/>
                    <a:pt x="587" y="1102"/>
                    <a:pt x="642" y="1111"/>
                  </a:cubicBezTo>
                  <a:lnTo>
                    <a:pt x="642" y="326"/>
                  </a:lnTo>
                  <a:cubicBezTo>
                    <a:pt x="642" y="221"/>
                    <a:pt x="699" y="116"/>
                    <a:pt x="795" y="58"/>
                  </a:cubicBezTo>
                  <a:cubicBezTo>
                    <a:pt x="737" y="20"/>
                    <a:pt x="680" y="1"/>
                    <a:pt x="62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2" name="Google Shape;8432;p63"/>
            <p:cNvSpPr/>
            <p:nvPr/>
          </p:nvSpPr>
          <p:spPr>
            <a:xfrm>
              <a:off x="1474700" y="2036503"/>
              <a:ext cx="16596" cy="259633"/>
            </a:xfrm>
            <a:custGeom>
              <a:avLst/>
              <a:gdLst/>
              <a:ahLst/>
              <a:cxnLst/>
              <a:rect l="l" t="t" r="r" b="b"/>
              <a:pathLst>
                <a:path w="632" h="9887" extrusionOk="0">
                  <a:moveTo>
                    <a:pt x="0" y="0"/>
                  </a:moveTo>
                  <a:lnTo>
                    <a:pt x="0" y="9887"/>
                  </a:lnTo>
                  <a:lnTo>
                    <a:pt x="632" y="9887"/>
                  </a:lnTo>
                  <a:lnTo>
                    <a:pt x="632" y="115"/>
                  </a:lnTo>
                  <a:cubicBezTo>
                    <a:pt x="584" y="115"/>
                    <a:pt x="527" y="125"/>
                    <a:pt x="479" y="125"/>
                  </a:cubicBezTo>
                  <a:cubicBezTo>
                    <a:pt x="307" y="125"/>
                    <a:pt x="144" y="77"/>
                    <a:pt x="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3" name="Google Shape;8433;p63"/>
            <p:cNvSpPr/>
            <p:nvPr/>
          </p:nvSpPr>
          <p:spPr>
            <a:xfrm>
              <a:off x="1551852" y="2161921"/>
              <a:ext cx="145796" cy="25393"/>
            </a:xfrm>
            <a:custGeom>
              <a:avLst/>
              <a:gdLst/>
              <a:ahLst/>
              <a:cxnLst/>
              <a:rect l="l" t="t" r="r" b="b"/>
              <a:pathLst>
                <a:path w="5552" h="967" extrusionOk="0">
                  <a:moveTo>
                    <a:pt x="412" y="0"/>
                  </a:moveTo>
                  <a:cubicBezTo>
                    <a:pt x="182" y="0"/>
                    <a:pt x="0" y="182"/>
                    <a:pt x="0" y="402"/>
                  </a:cubicBezTo>
                  <a:lnTo>
                    <a:pt x="0" y="565"/>
                  </a:lnTo>
                  <a:cubicBezTo>
                    <a:pt x="0" y="785"/>
                    <a:pt x="182" y="967"/>
                    <a:pt x="412" y="967"/>
                  </a:cubicBezTo>
                  <a:lnTo>
                    <a:pt x="5149" y="967"/>
                  </a:lnTo>
                  <a:cubicBezTo>
                    <a:pt x="5369" y="967"/>
                    <a:pt x="5551" y="785"/>
                    <a:pt x="5551" y="565"/>
                  </a:cubicBezTo>
                  <a:lnTo>
                    <a:pt x="5551" y="402"/>
                  </a:lnTo>
                  <a:cubicBezTo>
                    <a:pt x="5551" y="182"/>
                    <a:pt x="5369" y="0"/>
                    <a:pt x="5149"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4" name="Google Shape;8434;p63"/>
            <p:cNvSpPr/>
            <p:nvPr/>
          </p:nvSpPr>
          <p:spPr>
            <a:xfrm>
              <a:off x="1551852" y="2166175"/>
              <a:ext cx="146032" cy="21139"/>
            </a:xfrm>
            <a:custGeom>
              <a:avLst/>
              <a:gdLst/>
              <a:ahLst/>
              <a:cxnLst/>
              <a:rect l="l" t="t" r="r" b="b"/>
              <a:pathLst>
                <a:path w="5561" h="805" extrusionOk="0">
                  <a:moveTo>
                    <a:pt x="87" y="1"/>
                  </a:moveTo>
                  <a:cubicBezTo>
                    <a:pt x="29" y="68"/>
                    <a:pt x="0" y="154"/>
                    <a:pt x="0" y="240"/>
                  </a:cubicBezTo>
                  <a:lnTo>
                    <a:pt x="0" y="393"/>
                  </a:lnTo>
                  <a:cubicBezTo>
                    <a:pt x="0" y="623"/>
                    <a:pt x="182" y="805"/>
                    <a:pt x="412" y="805"/>
                  </a:cubicBezTo>
                  <a:lnTo>
                    <a:pt x="5149" y="805"/>
                  </a:lnTo>
                  <a:cubicBezTo>
                    <a:pt x="5379" y="805"/>
                    <a:pt x="5561" y="623"/>
                    <a:pt x="5561" y="393"/>
                  </a:cubicBezTo>
                  <a:lnTo>
                    <a:pt x="5561" y="240"/>
                  </a:lnTo>
                  <a:cubicBezTo>
                    <a:pt x="5561" y="154"/>
                    <a:pt x="5532" y="68"/>
                    <a:pt x="5475" y="1"/>
                  </a:cubicBezTo>
                  <a:cubicBezTo>
                    <a:pt x="5398" y="96"/>
                    <a:pt x="5283" y="163"/>
                    <a:pt x="5149" y="163"/>
                  </a:cubicBezTo>
                  <a:lnTo>
                    <a:pt x="412" y="163"/>
                  </a:lnTo>
                  <a:cubicBezTo>
                    <a:pt x="278" y="163"/>
                    <a:pt x="163" y="96"/>
                    <a:pt x="87"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5" name="Google Shape;8435;p63"/>
            <p:cNvSpPr/>
            <p:nvPr/>
          </p:nvSpPr>
          <p:spPr>
            <a:xfrm>
              <a:off x="1572965" y="2187288"/>
              <a:ext cx="108848" cy="47531"/>
            </a:xfrm>
            <a:custGeom>
              <a:avLst/>
              <a:gdLst/>
              <a:ahLst/>
              <a:cxnLst/>
              <a:rect l="l" t="t" r="r" b="b"/>
              <a:pathLst>
                <a:path w="4145" h="1810" extrusionOk="0">
                  <a:moveTo>
                    <a:pt x="0" y="1"/>
                  </a:moveTo>
                  <a:cubicBezTo>
                    <a:pt x="144" y="1034"/>
                    <a:pt x="1024" y="1809"/>
                    <a:pt x="2077" y="1809"/>
                  </a:cubicBezTo>
                  <a:cubicBezTo>
                    <a:pt x="3120" y="1809"/>
                    <a:pt x="4010" y="1034"/>
                    <a:pt x="4144"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6" name="Google Shape;8436;p63"/>
            <p:cNvSpPr/>
            <p:nvPr/>
          </p:nvSpPr>
          <p:spPr>
            <a:xfrm>
              <a:off x="1293244" y="2187288"/>
              <a:ext cx="67121" cy="47531"/>
            </a:xfrm>
            <a:custGeom>
              <a:avLst/>
              <a:gdLst/>
              <a:ahLst/>
              <a:cxnLst/>
              <a:rect l="l" t="t" r="r" b="b"/>
              <a:pathLst>
                <a:path w="2556" h="1810" extrusionOk="0">
                  <a:moveTo>
                    <a:pt x="1" y="1"/>
                  </a:moveTo>
                  <a:cubicBezTo>
                    <a:pt x="149" y="1059"/>
                    <a:pt x="1048" y="1810"/>
                    <a:pt x="2067" y="1810"/>
                  </a:cubicBezTo>
                  <a:cubicBezTo>
                    <a:pt x="2228" y="1810"/>
                    <a:pt x="2392" y="1791"/>
                    <a:pt x="2556" y="1752"/>
                  </a:cubicBezTo>
                  <a:cubicBezTo>
                    <a:pt x="1714" y="1551"/>
                    <a:pt x="1082" y="862"/>
                    <a:pt x="967"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7" name="Google Shape;8437;p63"/>
            <p:cNvSpPr/>
            <p:nvPr/>
          </p:nvSpPr>
          <p:spPr>
            <a:xfrm>
              <a:off x="1572965" y="2187288"/>
              <a:ext cx="67121" cy="47531"/>
            </a:xfrm>
            <a:custGeom>
              <a:avLst/>
              <a:gdLst/>
              <a:ahLst/>
              <a:cxnLst/>
              <a:rect l="l" t="t" r="r" b="b"/>
              <a:pathLst>
                <a:path w="2556" h="1810" extrusionOk="0">
                  <a:moveTo>
                    <a:pt x="0" y="1"/>
                  </a:moveTo>
                  <a:cubicBezTo>
                    <a:pt x="141" y="1059"/>
                    <a:pt x="1045" y="1810"/>
                    <a:pt x="2066" y="1810"/>
                  </a:cubicBezTo>
                  <a:cubicBezTo>
                    <a:pt x="2227" y="1810"/>
                    <a:pt x="2391" y="1791"/>
                    <a:pt x="2556" y="1752"/>
                  </a:cubicBezTo>
                  <a:cubicBezTo>
                    <a:pt x="1713" y="1551"/>
                    <a:pt x="1082" y="862"/>
                    <a:pt x="967"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8" name="Google Shape;8438;p63"/>
            <p:cNvSpPr/>
            <p:nvPr/>
          </p:nvSpPr>
          <p:spPr>
            <a:xfrm>
              <a:off x="1333211" y="2029466"/>
              <a:ext cx="34191" cy="33954"/>
            </a:xfrm>
            <a:custGeom>
              <a:avLst/>
              <a:gdLst/>
              <a:ahLst/>
              <a:cxnLst/>
              <a:rect l="l" t="t" r="r" b="b"/>
              <a:pathLst>
                <a:path w="1302" h="1293" extrusionOk="0">
                  <a:moveTo>
                    <a:pt x="651" y="1"/>
                  </a:moveTo>
                  <a:cubicBezTo>
                    <a:pt x="297" y="1"/>
                    <a:pt x="0" y="288"/>
                    <a:pt x="0" y="651"/>
                  </a:cubicBezTo>
                  <a:cubicBezTo>
                    <a:pt x="0" y="1005"/>
                    <a:pt x="297" y="1293"/>
                    <a:pt x="651" y="1293"/>
                  </a:cubicBezTo>
                  <a:cubicBezTo>
                    <a:pt x="1005" y="1293"/>
                    <a:pt x="1302" y="1005"/>
                    <a:pt x="1302" y="651"/>
                  </a:cubicBezTo>
                  <a:cubicBezTo>
                    <a:pt x="1302" y="288"/>
                    <a:pt x="1005" y="1"/>
                    <a:pt x="651"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9" name="Google Shape;8439;p63"/>
            <p:cNvSpPr/>
            <p:nvPr/>
          </p:nvSpPr>
          <p:spPr>
            <a:xfrm>
              <a:off x="1607891" y="2029466"/>
              <a:ext cx="33954" cy="33954"/>
            </a:xfrm>
            <a:custGeom>
              <a:avLst/>
              <a:gdLst/>
              <a:ahLst/>
              <a:cxnLst/>
              <a:rect l="l" t="t" r="r" b="b"/>
              <a:pathLst>
                <a:path w="1293" h="1293" extrusionOk="0">
                  <a:moveTo>
                    <a:pt x="642" y="1"/>
                  </a:moveTo>
                  <a:cubicBezTo>
                    <a:pt x="288" y="1"/>
                    <a:pt x="1" y="288"/>
                    <a:pt x="1" y="651"/>
                  </a:cubicBezTo>
                  <a:cubicBezTo>
                    <a:pt x="1" y="1005"/>
                    <a:pt x="288" y="1293"/>
                    <a:pt x="642" y="1293"/>
                  </a:cubicBezTo>
                  <a:cubicBezTo>
                    <a:pt x="1005" y="1293"/>
                    <a:pt x="1293" y="1005"/>
                    <a:pt x="1293" y="651"/>
                  </a:cubicBezTo>
                  <a:cubicBezTo>
                    <a:pt x="1293" y="288"/>
                    <a:pt x="1005" y="1"/>
                    <a:pt x="642"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0" name="Google Shape;8440;p63"/>
            <p:cNvSpPr/>
            <p:nvPr/>
          </p:nvSpPr>
          <p:spPr>
            <a:xfrm>
              <a:off x="1428456" y="2293589"/>
              <a:ext cx="117382" cy="27941"/>
            </a:xfrm>
            <a:custGeom>
              <a:avLst/>
              <a:gdLst/>
              <a:ahLst/>
              <a:cxnLst/>
              <a:rect l="l" t="t" r="r" b="b"/>
              <a:pathLst>
                <a:path w="4470" h="1064" extrusionOk="0">
                  <a:moveTo>
                    <a:pt x="402" y="1"/>
                  </a:moveTo>
                  <a:cubicBezTo>
                    <a:pt x="182" y="1"/>
                    <a:pt x="0" y="183"/>
                    <a:pt x="0" y="403"/>
                  </a:cubicBezTo>
                  <a:lnTo>
                    <a:pt x="0" y="1063"/>
                  </a:lnTo>
                  <a:lnTo>
                    <a:pt x="4470" y="1063"/>
                  </a:lnTo>
                  <a:lnTo>
                    <a:pt x="4470" y="403"/>
                  </a:lnTo>
                  <a:cubicBezTo>
                    <a:pt x="4470" y="183"/>
                    <a:pt x="4288" y="1"/>
                    <a:pt x="4068"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1" name="Google Shape;8441;p63"/>
            <p:cNvSpPr/>
            <p:nvPr/>
          </p:nvSpPr>
          <p:spPr>
            <a:xfrm>
              <a:off x="1428456" y="2302150"/>
              <a:ext cx="117382" cy="19380"/>
            </a:xfrm>
            <a:custGeom>
              <a:avLst/>
              <a:gdLst/>
              <a:ahLst/>
              <a:cxnLst/>
              <a:rect l="l" t="t" r="r" b="b"/>
              <a:pathLst>
                <a:path w="4470" h="738" extrusionOk="0">
                  <a:moveTo>
                    <a:pt x="10" y="0"/>
                  </a:moveTo>
                  <a:cubicBezTo>
                    <a:pt x="0" y="19"/>
                    <a:pt x="0" y="48"/>
                    <a:pt x="0" y="77"/>
                  </a:cubicBezTo>
                  <a:lnTo>
                    <a:pt x="0" y="737"/>
                  </a:lnTo>
                  <a:lnTo>
                    <a:pt x="4470" y="737"/>
                  </a:lnTo>
                  <a:lnTo>
                    <a:pt x="4470" y="77"/>
                  </a:lnTo>
                  <a:cubicBezTo>
                    <a:pt x="4470" y="48"/>
                    <a:pt x="4470" y="19"/>
                    <a:pt x="4460"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2" name="Google Shape;8442;p63"/>
            <p:cNvSpPr/>
            <p:nvPr/>
          </p:nvSpPr>
          <p:spPr>
            <a:xfrm>
              <a:off x="1414381" y="2318982"/>
              <a:ext cx="146032" cy="25420"/>
            </a:xfrm>
            <a:custGeom>
              <a:avLst/>
              <a:gdLst/>
              <a:ahLst/>
              <a:cxnLst/>
              <a:rect l="l" t="t" r="r" b="b"/>
              <a:pathLst>
                <a:path w="5561" h="968" extrusionOk="0">
                  <a:moveTo>
                    <a:pt x="412" y="0"/>
                  </a:moveTo>
                  <a:cubicBezTo>
                    <a:pt x="182" y="0"/>
                    <a:pt x="0" y="182"/>
                    <a:pt x="0" y="402"/>
                  </a:cubicBezTo>
                  <a:lnTo>
                    <a:pt x="0" y="565"/>
                  </a:lnTo>
                  <a:cubicBezTo>
                    <a:pt x="0" y="785"/>
                    <a:pt x="182" y="967"/>
                    <a:pt x="412" y="967"/>
                  </a:cubicBezTo>
                  <a:lnTo>
                    <a:pt x="5149" y="967"/>
                  </a:lnTo>
                  <a:cubicBezTo>
                    <a:pt x="5369" y="967"/>
                    <a:pt x="5551" y="785"/>
                    <a:pt x="5561" y="565"/>
                  </a:cubicBezTo>
                  <a:lnTo>
                    <a:pt x="5561" y="402"/>
                  </a:lnTo>
                  <a:cubicBezTo>
                    <a:pt x="5551" y="182"/>
                    <a:pt x="5369" y="0"/>
                    <a:pt x="5149"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3" name="Google Shape;8443;p63"/>
            <p:cNvSpPr/>
            <p:nvPr/>
          </p:nvSpPr>
          <p:spPr>
            <a:xfrm>
              <a:off x="1414381" y="2323263"/>
              <a:ext cx="146032" cy="21139"/>
            </a:xfrm>
            <a:custGeom>
              <a:avLst/>
              <a:gdLst/>
              <a:ahLst/>
              <a:cxnLst/>
              <a:rect l="l" t="t" r="r" b="b"/>
              <a:pathLst>
                <a:path w="5561" h="805" extrusionOk="0">
                  <a:moveTo>
                    <a:pt x="87" y="0"/>
                  </a:moveTo>
                  <a:cubicBezTo>
                    <a:pt x="29" y="67"/>
                    <a:pt x="0" y="153"/>
                    <a:pt x="0" y="239"/>
                  </a:cubicBezTo>
                  <a:lnTo>
                    <a:pt x="0" y="393"/>
                  </a:lnTo>
                  <a:cubicBezTo>
                    <a:pt x="0" y="622"/>
                    <a:pt x="182" y="804"/>
                    <a:pt x="412" y="804"/>
                  </a:cubicBezTo>
                  <a:lnTo>
                    <a:pt x="5149" y="804"/>
                  </a:lnTo>
                  <a:cubicBezTo>
                    <a:pt x="5379" y="804"/>
                    <a:pt x="5561" y="622"/>
                    <a:pt x="5561" y="393"/>
                  </a:cubicBezTo>
                  <a:lnTo>
                    <a:pt x="5561" y="239"/>
                  </a:lnTo>
                  <a:cubicBezTo>
                    <a:pt x="5561" y="153"/>
                    <a:pt x="5532" y="67"/>
                    <a:pt x="5475" y="0"/>
                  </a:cubicBezTo>
                  <a:cubicBezTo>
                    <a:pt x="5398" y="105"/>
                    <a:pt x="5274" y="163"/>
                    <a:pt x="5149" y="163"/>
                  </a:cubicBezTo>
                  <a:lnTo>
                    <a:pt x="412" y="163"/>
                  </a:lnTo>
                  <a:cubicBezTo>
                    <a:pt x="278" y="163"/>
                    <a:pt x="163" y="105"/>
                    <a:pt x="87"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4" name="Google Shape;8444;p63"/>
            <p:cNvSpPr/>
            <p:nvPr/>
          </p:nvSpPr>
          <p:spPr>
            <a:xfrm>
              <a:off x="1462384" y="1990260"/>
              <a:ext cx="49526" cy="49526"/>
            </a:xfrm>
            <a:custGeom>
              <a:avLst/>
              <a:gdLst/>
              <a:ahLst/>
              <a:cxnLst/>
              <a:rect l="l" t="t" r="r" b="b"/>
              <a:pathLst>
                <a:path w="1886" h="1886" extrusionOk="0">
                  <a:moveTo>
                    <a:pt x="938" y="1"/>
                  </a:moveTo>
                  <a:cubicBezTo>
                    <a:pt x="421" y="1"/>
                    <a:pt x="0" y="422"/>
                    <a:pt x="0" y="938"/>
                  </a:cubicBezTo>
                  <a:cubicBezTo>
                    <a:pt x="0" y="1465"/>
                    <a:pt x="421" y="1886"/>
                    <a:pt x="938" y="1886"/>
                  </a:cubicBezTo>
                  <a:cubicBezTo>
                    <a:pt x="1465" y="1886"/>
                    <a:pt x="1886" y="1465"/>
                    <a:pt x="1886" y="938"/>
                  </a:cubicBezTo>
                  <a:cubicBezTo>
                    <a:pt x="1886" y="422"/>
                    <a:pt x="1465" y="1"/>
                    <a:pt x="938"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5" name="Google Shape;8445;p63"/>
            <p:cNvSpPr/>
            <p:nvPr/>
          </p:nvSpPr>
          <p:spPr>
            <a:xfrm>
              <a:off x="1333211" y="2029571"/>
              <a:ext cx="29674" cy="33980"/>
            </a:xfrm>
            <a:custGeom>
              <a:avLst/>
              <a:gdLst/>
              <a:ahLst/>
              <a:cxnLst/>
              <a:rect l="l" t="t" r="r" b="b"/>
              <a:pathLst>
                <a:path w="1130" h="1294" extrusionOk="0">
                  <a:moveTo>
                    <a:pt x="654" y="1"/>
                  </a:moveTo>
                  <a:cubicBezTo>
                    <a:pt x="322" y="1"/>
                    <a:pt x="0" y="255"/>
                    <a:pt x="0" y="647"/>
                  </a:cubicBezTo>
                  <a:cubicBezTo>
                    <a:pt x="0" y="1040"/>
                    <a:pt x="322" y="1294"/>
                    <a:pt x="654" y="1294"/>
                  </a:cubicBezTo>
                  <a:cubicBezTo>
                    <a:pt x="824" y="1294"/>
                    <a:pt x="997" y="1227"/>
                    <a:pt x="1130" y="1078"/>
                  </a:cubicBezTo>
                  <a:cubicBezTo>
                    <a:pt x="1024" y="963"/>
                    <a:pt x="967" y="810"/>
                    <a:pt x="967" y="647"/>
                  </a:cubicBezTo>
                  <a:cubicBezTo>
                    <a:pt x="967" y="485"/>
                    <a:pt x="1024" y="331"/>
                    <a:pt x="1130" y="217"/>
                  </a:cubicBezTo>
                  <a:cubicBezTo>
                    <a:pt x="997" y="67"/>
                    <a:pt x="824" y="1"/>
                    <a:pt x="654"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6" name="Google Shape;8446;p63"/>
            <p:cNvSpPr/>
            <p:nvPr/>
          </p:nvSpPr>
          <p:spPr>
            <a:xfrm>
              <a:off x="1607891" y="2029571"/>
              <a:ext cx="29674" cy="33980"/>
            </a:xfrm>
            <a:custGeom>
              <a:avLst/>
              <a:gdLst/>
              <a:ahLst/>
              <a:cxnLst/>
              <a:rect l="l" t="t" r="r" b="b"/>
              <a:pathLst>
                <a:path w="1130" h="1294" extrusionOk="0">
                  <a:moveTo>
                    <a:pt x="650" y="1"/>
                  </a:moveTo>
                  <a:cubicBezTo>
                    <a:pt x="319" y="1"/>
                    <a:pt x="1" y="255"/>
                    <a:pt x="1" y="647"/>
                  </a:cubicBezTo>
                  <a:cubicBezTo>
                    <a:pt x="1" y="1040"/>
                    <a:pt x="319" y="1294"/>
                    <a:pt x="650" y="1294"/>
                  </a:cubicBezTo>
                  <a:cubicBezTo>
                    <a:pt x="820" y="1294"/>
                    <a:pt x="994" y="1227"/>
                    <a:pt x="1130" y="1078"/>
                  </a:cubicBezTo>
                  <a:cubicBezTo>
                    <a:pt x="1025" y="963"/>
                    <a:pt x="967" y="810"/>
                    <a:pt x="967" y="647"/>
                  </a:cubicBezTo>
                  <a:cubicBezTo>
                    <a:pt x="967" y="485"/>
                    <a:pt x="1025" y="331"/>
                    <a:pt x="1130" y="217"/>
                  </a:cubicBezTo>
                  <a:cubicBezTo>
                    <a:pt x="994" y="67"/>
                    <a:pt x="820" y="1"/>
                    <a:pt x="650"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7" name="Google Shape;8447;p63"/>
            <p:cNvSpPr/>
            <p:nvPr/>
          </p:nvSpPr>
          <p:spPr>
            <a:xfrm>
              <a:off x="1462384" y="1990286"/>
              <a:ext cx="37473" cy="49763"/>
            </a:xfrm>
            <a:custGeom>
              <a:avLst/>
              <a:gdLst/>
              <a:ahLst/>
              <a:cxnLst/>
              <a:rect l="l" t="t" r="r" b="b"/>
              <a:pathLst>
                <a:path w="1427" h="1895" extrusionOk="0">
                  <a:moveTo>
                    <a:pt x="948" y="1"/>
                  </a:moveTo>
                  <a:cubicBezTo>
                    <a:pt x="454" y="1"/>
                    <a:pt x="0" y="397"/>
                    <a:pt x="0" y="947"/>
                  </a:cubicBezTo>
                  <a:cubicBezTo>
                    <a:pt x="0" y="1502"/>
                    <a:pt x="451" y="1895"/>
                    <a:pt x="944" y="1895"/>
                  </a:cubicBezTo>
                  <a:cubicBezTo>
                    <a:pt x="1105" y="1895"/>
                    <a:pt x="1271" y="1853"/>
                    <a:pt x="1426" y="1760"/>
                  </a:cubicBezTo>
                  <a:cubicBezTo>
                    <a:pt x="1139" y="1588"/>
                    <a:pt x="967" y="1282"/>
                    <a:pt x="967" y="947"/>
                  </a:cubicBezTo>
                  <a:cubicBezTo>
                    <a:pt x="967" y="612"/>
                    <a:pt x="1139" y="306"/>
                    <a:pt x="1426" y="134"/>
                  </a:cubicBezTo>
                  <a:cubicBezTo>
                    <a:pt x="1272" y="42"/>
                    <a:pt x="1108" y="1"/>
                    <a:pt x="948"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8" name="Google Shape;8448;p63"/>
            <p:cNvSpPr/>
            <p:nvPr/>
          </p:nvSpPr>
          <p:spPr>
            <a:xfrm>
              <a:off x="1277409" y="2161921"/>
              <a:ext cx="145796" cy="25393"/>
            </a:xfrm>
            <a:custGeom>
              <a:avLst/>
              <a:gdLst/>
              <a:ahLst/>
              <a:cxnLst/>
              <a:rect l="l" t="t" r="r" b="b"/>
              <a:pathLst>
                <a:path w="5552" h="967" extrusionOk="0">
                  <a:moveTo>
                    <a:pt x="403" y="0"/>
                  </a:moveTo>
                  <a:cubicBezTo>
                    <a:pt x="182" y="0"/>
                    <a:pt x="1" y="182"/>
                    <a:pt x="1" y="402"/>
                  </a:cubicBezTo>
                  <a:lnTo>
                    <a:pt x="1" y="565"/>
                  </a:lnTo>
                  <a:cubicBezTo>
                    <a:pt x="1" y="785"/>
                    <a:pt x="182" y="967"/>
                    <a:pt x="403" y="967"/>
                  </a:cubicBezTo>
                  <a:lnTo>
                    <a:pt x="5149" y="967"/>
                  </a:lnTo>
                  <a:cubicBezTo>
                    <a:pt x="5370" y="967"/>
                    <a:pt x="5551" y="785"/>
                    <a:pt x="5551" y="565"/>
                  </a:cubicBezTo>
                  <a:lnTo>
                    <a:pt x="5551" y="402"/>
                  </a:lnTo>
                  <a:cubicBezTo>
                    <a:pt x="5551" y="182"/>
                    <a:pt x="5370" y="0"/>
                    <a:pt x="5149"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9" name="Google Shape;8449;p63"/>
            <p:cNvSpPr/>
            <p:nvPr/>
          </p:nvSpPr>
          <p:spPr>
            <a:xfrm>
              <a:off x="1277409" y="2166175"/>
              <a:ext cx="145796" cy="21139"/>
            </a:xfrm>
            <a:custGeom>
              <a:avLst/>
              <a:gdLst/>
              <a:ahLst/>
              <a:cxnLst/>
              <a:rect l="l" t="t" r="r" b="b"/>
              <a:pathLst>
                <a:path w="5552" h="805" extrusionOk="0">
                  <a:moveTo>
                    <a:pt x="77" y="1"/>
                  </a:moveTo>
                  <a:cubicBezTo>
                    <a:pt x="29" y="68"/>
                    <a:pt x="1" y="154"/>
                    <a:pt x="1" y="240"/>
                  </a:cubicBezTo>
                  <a:lnTo>
                    <a:pt x="1" y="393"/>
                  </a:lnTo>
                  <a:cubicBezTo>
                    <a:pt x="1" y="623"/>
                    <a:pt x="182" y="805"/>
                    <a:pt x="403" y="805"/>
                  </a:cubicBezTo>
                  <a:lnTo>
                    <a:pt x="5149" y="805"/>
                  </a:lnTo>
                  <a:cubicBezTo>
                    <a:pt x="5370" y="805"/>
                    <a:pt x="5551" y="623"/>
                    <a:pt x="5551" y="393"/>
                  </a:cubicBezTo>
                  <a:lnTo>
                    <a:pt x="5551" y="240"/>
                  </a:lnTo>
                  <a:cubicBezTo>
                    <a:pt x="5551" y="154"/>
                    <a:pt x="5523" y="68"/>
                    <a:pt x="5475" y="1"/>
                  </a:cubicBezTo>
                  <a:cubicBezTo>
                    <a:pt x="5398" y="96"/>
                    <a:pt x="5274" y="163"/>
                    <a:pt x="5149" y="163"/>
                  </a:cubicBezTo>
                  <a:lnTo>
                    <a:pt x="403" y="163"/>
                  </a:lnTo>
                  <a:cubicBezTo>
                    <a:pt x="278" y="163"/>
                    <a:pt x="154" y="96"/>
                    <a:pt x="77"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50" name="Google Shape;8450;p63"/>
          <p:cNvGrpSpPr/>
          <p:nvPr/>
        </p:nvGrpSpPr>
        <p:grpSpPr>
          <a:xfrm>
            <a:off x="2200800" y="2276019"/>
            <a:ext cx="380008" cy="351648"/>
            <a:chOff x="2215075" y="2432819"/>
            <a:chExt cx="380008" cy="351648"/>
          </a:xfrm>
        </p:grpSpPr>
        <p:sp>
          <p:nvSpPr>
            <p:cNvPr id="8451" name="Google Shape;8451;p63"/>
            <p:cNvSpPr/>
            <p:nvPr/>
          </p:nvSpPr>
          <p:spPr>
            <a:xfrm>
              <a:off x="2339311" y="2615536"/>
              <a:ext cx="124499" cy="104725"/>
            </a:xfrm>
            <a:custGeom>
              <a:avLst/>
              <a:gdLst/>
              <a:ahLst/>
              <a:cxnLst/>
              <a:rect l="l" t="t" r="r" b="b"/>
              <a:pathLst>
                <a:path w="4741" h="3988" extrusionOk="0">
                  <a:moveTo>
                    <a:pt x="2371" y="0"/>
                  </a:moveTo>
                  <a:cubicBezTo>
                    <a:pt x="2246" y="0"/>
                    <a:pt x="2141" y="96"/>
                    <a:pt x="2141" y="230"/>
                  </a:cubicBezTo>
                  <a:lnTo>
                    <a:pt x="2141" y="2441"/>
                  </a:lnTo>
                  <a:lnTo>
                    <a:pt x="227" y="3551"/>
                  </a:lnTo>
                  <a:cubicBezTo>
                    <a:pt x="1" y="3680"/>
                    <a:pt x="129" y="3987"/>
                    <a:pt x="336" y="3987"/>
                  </a:cubicBezTo>
                  <a:cubicBezTo>
                    <a:pt x="374" y="3987"/>
                    <a:pt x="415" y="3977"/>
                    <a:pt x="457" y="3953"/>
                  </a:cubicBezTo>
                  <a:lnTo>
                    <a:pt x="2371" y="2843"/>
                  </a:lnTo>
                  <a:lnTo>
                    <a:pt x="4285" y="3953"/>
                  </a:lnTo>
                  <a:cubicBezTo>
                    <a:pt x="4326" y="3977"/>
                    <a:pt x="4367" y="3987"/>
                    <a:pt x="4405" y="3987"/>
                  </a:cubicBezTo>
                  <a:cubicBezTo>
                    <a:pt x="4612" y="3987"/>
                    <a:pt x="4741" y="3680"/>
                    <a:pt x="4514" y="3551"/>
                  </a:cubicBezTo>
                  <a:lnTo>
                    <a:pt x="2600" y="2441"/>
                  </a:lnTo>
                  <a:lnTo>
                    <a:pt x="2600" y="230"/>
                  </a:lnTo>
                  <a:cubicBezTo>
                    <a:pt x="2600" y="96"/>
                    <a:pt x="2495" y="0"/>
                    <a:pt x="2371"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2" name="Google Shape;8452;p63"/>
            <p:cNvSpPr/>
            <p:nvPr/>
          </p:nvSpPr>
          <p:spPr>
            <a:xfrm>
              <a:off x="2472659" y="2719841"/>
              <a:ext cx="122424" cy="64626"/>
            </a:xfrm>
            <a:custGeom>
              <a:avLst/>
              <a:gdLst/>
              <a:ahLst/>
              <a:cxnLst/>
              <a:rect l="l" t="t" r="r" b="b"/>
              <a:pathLst>
                <a:path w="4662" h="2461" extrusionOk="0">
                  <a:moveTo>
                    <a:pt x="1772" y="0"/>
                  </a:moveTo>
                  <a:lnTo>
                    <a:pt x="709" y="431"/>
                  </a:lnTo>
                  <a:cubicBezTo>
                    <a:pt x="613" y="469"/>
                    <a:pt x="508" y="526"/>
                    <a:pt x="422" y="593"/>
                  </a:cubicBezTo>
                  <a:lnTo>
                    <a:pt x="403" y="613"/>
                  </a:lnTo>
                  <a:lnTo>
                    <a:pt x="384" y="632"/>
                  </a:lnTo>
                  <a:lnTo>
                    <a:pt x="374" y="641"/>
                  </a:lnTo>
                  <a:lnTo>
                    <a:pt x="346" y="660"/>
                  </a:lnTo>
                  <a:cubicBezTo>
                    <a:pt x="154" y="852"/>
                    <a:pt x="39" y="1101"/>
                    <a:pt x="1" y="1359"/>
                  </a:cubicBezTo>
                  <a:lnTo>
                    <a:pt x="1" y="1407"/>
                  </a:lnTo>
                  <a:lnTo>
                    <a:pt x="1" y="1426"/>
                  </a:lnTo>
                  <a:lnTo>
                    <a:pt x="1" y="1455"/>
                  </a:lnTo>
                  <a:lnTo>
                    <a:pt x="1" y="1483"/>
                  </a:lnTo>
                  <a:lnTo>
                    <a:pt x="1" y="1493"/>
                  </a:lnTo>
                  <a:lnTo>
                    <a:pt x="1" y="1550"/>
                  </a:lnTo>
                  <a:lnTo>
                    <a:pt x="1" y="1713"/>
                  </a:lnTo>
                  <a:lnTo>
                    <a:pt x="1" y="2239"/>
                  </a:lnTo>
                  <a:cubicBezTo>
                    <a:pt x="10" y="2367"/>
                    <a:pt x="115" y="2460"/>
                    <a:pt x="241" y="2460"/>
                  </a:cubicBezTo>
                  <a:cubicBezTo>
                    <a:pt x="247" y="2460"/>
                    <a:pt x="253" y="2460"/>
                    <a:pt x="259" y="2460"/>
                  </a:cubicBezTo>
                  <a:lnTo>
                    <a:pt x="4403" y="2460"/>
                  </a:lnTo>
                  <a:cubicBezTo>
                    <a:pt x="4410" y="2460"/>
                    <a:pt x="4416" y="2460"/>
                    <a:pt x="4422" y="2460"/>
                  </a:cubicBezTo>
                  <a:cubicBezTo>
                    <a:pt x="4548" y="2460"/>
                    <a:pt x="4653" y="2367"/>
                    <a:pt x="4662" y="2239"/>
                  </a:cubicBezTo>
                  <a:lnTo>
                    <a:pt x="4662" y="1723"/>
                  </a:lnTo>
                  <a:lnTo>
                    <a:pt x="4662" y="1550"/>
                  </a:lnTo>
                  <a:lnTo>
                    <a:pt x="4623" y="1550"/>
                  </a:lnTo>
                  <a:lnTo>
                    <a:pt x="4623" y="1493"/>
                  </a:lnTo>
                  <a:lnTo>
                    <a:pt x="4623" y="1483"/>
                  </a:lnTo>
                  <a:lnTo>
                    <a:pt x="4623" y="1455"/>
                  </a:lnTo>
                  <a:lnTo>
                    <a:pt x="4623" y="1426"/>
                  </a:lnTo>
                  <a:lnTo>
                    <a:pt x="4623" y="1407"/>
                  </a:lnTo>
                  <a:lnTo>
                    <a:pt x="4623" y="1359"/>
                  </a:lnTo>
                  <a:cubicBezTo>
                    <a:pt x="4585" y="1101"/>
                    <a:pt x="4470" y="852"/>
                    <a:pt x="4279" y="660"/>
                  </a:cubicBezTo>
                  <a:lnTo>
                    <a:pt x="4250" y="641"/>
                  </a:lnTo>
                  <a:lnTo>
                    <a:pt x="4241" y="632"/>
                  </a:lnTo>
                  <a:lnTo>
                    <a:pt x="4221" y="613"/>
                  </a:lnTo>
                  <a:lnTo>
                    <a:pt x="4193" y="593"/>
                  </a:lnTo>
                  <a:cubicBezTo>
                    <a:pt x="4116" y="526"/>
                    <a:pt x="4011" y="469"/>
                    <a:pt x="3906" y="431"/>
                  </a:cubicBezTo>
                  <a:lnTo>
                    <a:pt x="2853" y="0"/>
                  </a:lnTo>
                  <a:lnTo>
                    <a:pt x="2585" y="278"/>
                  </a:lnTo>
                  <a:lnTo>
                    <a:pt x="2307" y="546"/>
                  </a:lnTo>
                  <a:lnTo>
                    <a:pt x="2039" y="278"/>
                  </a:lnTo>
                  <a:lnTo>
                    <a:pt x="1772"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3" name="Google Shape;8453;p63"/>
            <p:cNvSpPr/>
            <p:nvPr/>
          </p:nvSpPr>
          <p:spPr>
            <a:xfrm>
              <a:off x="2471162" y="2720078"/>
              <a:ext cx="50052" cy="64390"/>
            </a:xfrm>
            <a:custGeom>
              <a:avLst/>
              <a:gdLst/>
              <a:ahLst/>
              <a:cxnLst/>
              <a:rect l="l" t="t" r="r" b="b"/>
              <a:pathLst>
                <a:path w="1906" h="2452" extrusionOk="0">
                  <a:moveTo>
                    <a:pt x="1809" y="1"/>
                  </a:moveTo>
                  <a:lnTo>
                    <a:pt x="757" y="412"/>
                  </a:lnTo>
                  <a:cubicBezTo>
                    <a:pt x="297" y="594"/>
                    <a:pt x="1" y="1044"/>
                    <a:pt x="20" y="1541"/>
                  </a:cubicBezTo>
                  <a:lnTo>
                    <a:pt x="20" y="2230"/>
                  </a:lnTo>
                  <a:cubicBezTo>
                    <a:pt x="29" y="2358"/>
                    <a:pt x="134" y="2451"/>
                    <a:pt x="260" y="2451"/>
                  </a:cubicBezTo>
                  <a:cubicBezTo>
                    <a:pt x="266" y="2451"/>
                    <a:pt x="272" y="2451"/>
                    <a:pt x="278" y="2451"/>
                  </a:cubicBezTo>
                  <a:lnTo>
                    <a:pt x="336" y="2451"/>
                  </a:lnTo>
                  <a:lnTo>
                    <a:pt x="336" y="1541"/>
                  </a:lnTo>
                  <a:cubicBezTo>
                    <a:pt x="316" y="1053"/>
                    <a:pt x="604" y="594"/>
                    <a:pt x="1063" y="412"/>
                  </a:cubicBezTo>
                  <a:lnTo>
                    <a:pt x="1905" y="87"/>
                  </a:lnTo>
                  <a:lnTo>
                    <a:pt x="1809" y="1"/>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4" name="Google Shape;8454;p63"/>
            <p:cNvSpPr/>
            <p:nvPr/>
          </p:nvSpPr>
          <p:spPr>
            <a:xfrm>
              <a:off x="2494035" y="2618294"/>
              <a:ext cx="77178" cy="54805"/>
            </a:xfrm>
            <a:custGeom>
              <a:avLst/>
              <a:gdLst/>
              <a:ahLst/>
              <a:cxnLst/>
              <a:rect l="l" t="t" r="r" b="b"/>
              <a:pathLst>
                <a:path w="2939" h="2087" extrusionOk="0">
                  <a:moveTo>
                    <a:pt x="2594" y="1800"/>
                  </a:moveTo>
                  <a:lnTo>
                    <a:pt x="2584" y="1809"/>
                  </a:lnTo>
                  <a:lnTo>
                    <a:pt x="2556" y="1829"/>
                  </a:lnTo>
                  <a:lnTo>
                    <a:pt x="2594" y="1800"/>
                  </a:lnTo>
                  <a:close/>
                  <a:moveTo>
                    <a:pt x="1417" y="1"/>
                  </a:moveTo>
                  <a:cubicBezTo>
                    <a:pt x="632" y="1"/>
                    <a:pt x="0" y="632"/>
                    <a:pt x="0" y="1417"/>
                  </a:cubicBezTo>
                  <a:lnTo>
                    <a:pt x="0" y="2087"/>
                  </a:lnTo>
                  <a:cubicBezTo>
                    <a:pt x="0" y="2087"/>
                    <a:pt x="316" y="2049"/>
                    <a:pt x="355" y="1896"/>
                  </a:cubicBezTo>
                  <a:cubicBezTo>
                    <a:pt x="374" y="1876"/>
                    <a:pt x="383" y="1867"/>
                    <a:pt x="393" y="1848"/>
                  </a:cubicBezTo>
                  <a:cubicBezTo>
                    <a:pt x="575" y="1848"/>
                    <a:pt x="1426" y="1829"/>
                    <a:pt x="1915" y="1245"/>
                  </a:cubicBezTo>
                  <a:cubicBezTo>
                    <a:pt x="2020" y="1532"/>
                    <a:pt x="2249" y="1762"/>
                    <a:pt x="2546" y="1848"/>
                  </a:cubicBezTo>
                  <a:cubicBezTo>
                    <a:pt x="2556" y="1867"/>
                    <a:pt x="2565" y="1886"/>
                    <a:pt x="2584" y="1896"/>
                  </a:cubicBezTo>
                  <a:cubicBezTo>
                    <a:pt x="2623" y="2058"/>
                    <a:pt x="2939" y="2087"/>
                    <a:pt x="2939" y="2087"/>
                  </a:cubicBezTo>
                  <a:lnTo>
                    <a:pt x="2939" y="1417"/>
                  </a:lnTo>
                  <a:cubicBezTo>
                    <a:pt x="2939" y="642"/>
                    <a:pt x="2316" y="10"/>
                    <a:pt x="153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5" name="Google Shape;8455;p63"/>
            <p:cNvSpPr/>
            <p:nvPr/>
          </p:nvSpPr>
          <p:spPr>
            <a:xfrm>
              <a:off x="2494035" y="2618294"/>
              <a:ext cx="41990" cy="54805"/>
            </a:xfrm>
            <a:custGeom>
              <a:avLst/>
              <a:gdLst/>
              <a:ahLst/>
              <a:cxnLst/>
              <a:rect l="l" t="t" r="r" b="b"/>
              <a:pathLst>
                <a:path w="1599" h="2087" extrusionOk="0">
                  <a:moveTo>
                    <a:pt x="1417" y="1"/>
                  </a:moveTo>
                  <a:cubicBezTo>
                    <a:pt x="642" y="1"/>
                    <a:pt x="0" y="632"/>
                    <a:pt x="0" y="1417"/>
                  </a:cubicBezTo>
                  <a:lnTo>
                    <a:pt x="0" y="2087"/>
                  </a:lnTo>
                  <a:cubicBezTo>
                    <a:pt x="87" y="2077"/>
                    <a:pt x="173" y="2049"/>
                    <a:pt x="249" y="2010"/>
                  </a:cubicBezTo>
                  <a:lnTo>
                    <a:pt x="249" y="1781"/>
                  </a:lnTo>
                  <a:lnTo>
                    <a:pt x="249" y="1417"/>
                  </a:lnTo>
                  <a:cubicBezTo>
                    <a:pt x="249" y="661"/>
                    <a:pt x="843" y="39"/>
                    <a:pt x="159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6" name="Google Shape;8456;p63"/>
            <p:cNvSpPr/>
            <p:nvPr/>
          </p:nvSpPr>
          <p:spPr>
            <a:xfrm>
              <a:off x="2560893" y="2667321"/>
              <a:ext cx="16859" cy="22794"/>
            </a:xfrm>
            <a:custGeom>
              <a:avLst/>
              <a:gdLst/>
              <a:ahLst/>
              <a:cxnLst/>
              <a:rect l="l" t="t" r="r" b="b"/>
              <a:pathLst>
                <a:path w="642" h="868" extrusionOk="0">
                  <a:moveTo>
                    <a:pt x="174" y="0"/>
                  </a:moveTo>
                  <a:cubicBezTo>
                    <a:pt x="81" y="0"/>
                    <a:pt x="0" y="78"/>
                    <a:pt x="0" y="182"/>
                  </a:cubicBezTo>
                  <a:lnTo>
                    <a:pt x="0" y="689"/>
                  </a:lnTo>
                  <a:cubicBezTo>
                    <a:pt x="0" y="796"/>
                    <a:pt x="85" y="867"/>
                    <a:pt x="181" y="867"/>
                  </a:cubicBezTo>
                  <a:cubicBezTo>
                    <a:pt x="197" y="867"/>
                    <a:pt x="214" y="865"/>
                    <a:pt x="230" y="861"/>
                  </a:cubicBezTo>
                  <a:cubicBezTo>
                    <a:pt x="268" y="852"/>
                    <a:pt x="297" y="832"/>
                    <a:pt x="335" y="813"/>
                  </a:cubicBezTo>
                  <a:cubicBezTo>
                    <a:pt x="364" y="785"/>
                    <a:pt x="393" y="756"/>
                    <a:pt x="431" y="727"/>
                  </a:cubicBezTo>
                  <a:cubicBezTo>
                    <a:pt x="641" y="488"/>
                    <a:pt x="536" y="105"/>
                    <a:pt x="230" y="9"/>
                  </a:cubicBezTo>
                  <a:cubicBezTo>
                    <a:pt x="211" y="3"/>
                    <a:pt x="192" y="0"/>
                    <a:pt x="174"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7" name="Google Shape;8457;p63"/>
            <p:cNvSpPr/>
            <p:nvPr/>
          </p:nvSpPr>
          <p:spPr>
            <a:xfrm>
              <a:off x="2487758" y="2667295"/>
              <a:ext cx="17095" cy="22899"/>
            </a:xfrm>
            <a:custGeom>
              <a:avLst/>
              <a:gdLst/>
              <a:ahLst/>
              <a:cxnLst/>
              <a:rect l="l" t="t" r="r" b="b"/>
              <a:pathLst>
                <a:path w="651" h="872" extrusionOk="0">
                  <a:moveTo>
                    <a:pt x="469" y="1"/>
                  </a:moveTo>
                  <a:cubicBezTo>
                    <a:pt x="450" y="1"/>
                    <a:pt x="431" y="4"/>
                    <a:pt x="412" y="10"/>
                  </a:cubicBezTo>
                  <a:cubicBezTo>
                    <a:pt x="0" y="144"/>
                    <a:pt x="0" y="728"/>
                    <a:pt x="412" y="862"/>
                  </a:cubicBezTo>
                  <a:cubicBezTo>
                    <a:pt x="432" y="868"/>
                    <a:pt x="452" y="871"/>
                    <a:pt x="471" y="871"/>
                  </a:cubicBezTo>
                  <a:cubicBezTo>
                    <a:pt x="571" y="871"/>
                    <a:pt x="651" y="794"/>
                    <a:pt x="651" y="690"/>
                  </a:cubicBezTo>
                  <a:lnTo>
                    <a:pt x="651" y="183"/>
                  </a:lnTo>
                  <a:cubicBezTo>
                    <a:pt x="651" y="125"/>
                    <a:pt x="622" y="68"/>
                    <a:pt x="574" y="39"/>
                  </a:cubicBezTo>
                  <a:cubicBezTo>
                    <a:pt x="543" y="14"/>
                    <a:pt x="506" y="1"/>
                    <a:pt x="469"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8" name="Google Shape;8458;p63"/>
            <p:cNvSpPr/>
            <p:nvPr/>
          </p:nvSpPr>
          <p:spPr>
            <a:xfrm>
              <a:off x="2518666" y="2707184"/>
              <a:ext cx="28413" cy="32536"/>
            </a:xfrm>
            <a:custGeom>
              <a:avLst/>
              <a:gdLst/>
              <a:ahLst/>
              <a:cxnLst/>
              <a:rect l="l" t="t" r="r" b="b"/>
              <a:pathLst>
                <a:path w="1082" h="1239" extrusionOk="0">
                  <a:moveTo>
                    <a:pt x="188" y="1"/>
                  </a:moveTo>
                  <a:cubicBezTo>
                    <a:pt x="87" y="1"/>
                    <a:pt x="0" y="80"/>
                    <a:pt x="0" y="176"/>
                  </a:cubicBezTo>
                  <a:lnTo>
                    <a:pt x="0" y="702"/>
                  </a:lnTo>
                  <a:cubicBezTo>
                    <a:pt x="0" y="750"/>
                    <a:pt x="20" y="798"/>
                    <a:pt x="58" y="836"/>
                  </a:cubicBezTo>
                  <a:lnTo>
                    <a:pt x="412" y="1190"/>
                  </a:lnTo>
                  <a:cubicBezTo>
                    <a:pt x="441" y="1219"/>
                    <a:pt x="488" y="1238"/>
                    <a:pt x="536" y="1238"/>
                  </a:cubicBezTo>
                  <a:cubicBezTo>
                    <a:pt x="575" y="1238"/>
                    <a:pt x="622" y="1219"/>
                    <a:pt x="661" y="1181"/>
                  </a:cubicBezTo>
                  <a:lnTo>
                    <a:pt x="1024" y="798"/>
                  </a:lnTo>
                  <a:cubicBezTo>
                    <a:pt x="1063" y="769"/>
                    <a:pt x="1072" y="721"/>
                    <a:pt x="1082" y="683"/>
                  </a:cubicBezTo>
                  <a:lnTo>
                    <a:pt x="1082" y="185"/>
                  </a:lnTo>
                  <a:cubicBezTo>
                    <a:pt x="1082" y="137"/>
                    <a:pt x="1063" y="90"/>
                    <a:pt x="1024" y="61"/>
                  </a:cubicBezTo>
                  <a:cubicBezTo>
                    <a:pt x="996" y="23"/>
                    <a:pt x="948" y="4"/>
                    <a:pt x="900" y="4"/>
                  </a:cubicBezTo>
                  <a:lnTo>
                    <a:pt x="862" y="4"/>
                  </a:lnTo>
                  <a:cubicBezTo>
                    <a:pt x="785" y="23"/>
                    <a:pt x="718" y="32"/>
                    <a:pt x="651" y="32"/>
                  </a:cubicBezTo>
                  <a:lnTo>
                    <a:pt x="431" y="32"/>
                  </a:lnTo>
                  <a:cubicBezTo>
                    <a:pt x="364" y="32"/>
                    <a:pt x="287" y="23"/>
                    <a:pt x="220" y="4"/>
                  </a:cubicBezTo>
                  <a:cubicBezTo>
                    <a:pt x="210" y="2"/>
                    <a:pt x="199" y="1"/>
                    <a:pt x="188" y="1"/>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59" name="Google Shape;8459;p63"/>
            <p:cNvSpPr/>
            <p:nvPr/>
          </p:nvSpPr>
          <p:spPr>
            <a:xfrm>
              <a:off x="2518404" y="2707446"/>
              <a:ext cx="17384" cy="32510"/>
            </a:xfrm>
            <a:custGeom>
              <a:avLst/>
              <a:gdLst/>
              <a:ahLst/>
              <a:cxnLst/>
              <a:rect l="l" t="t" r="r" b="b"/>
              <a:pathLst>
                <a:path w="662" h="1238" extrusionOk="0">
                  <a:moveTo>
                    <a:pt x="182" y="0"/>
                  </a:moveTo>
                  <a:cubicBezTo>
                    <a:pt x="89" y="0"/>
                    <a:pt x="10" y="80"/>
                    <a:pt x="10" y="175"/>
                  </a:cubicBezTo>
                  <a:lnTo>
                    <a:pt x="10" y="702"/>
                  </a:lnTo>
                  <a:cubicBezTo>
                    <a:pt x="1" y="750"/>
                    <a:pt x="20" y="797"/>
                    <a:pt x="58" y="836"/>
                  </a:cubicBezTo>
                  <a:lnTo>
                    <a:pt x="422" y="1180"/>
                  </a:lnTo>
                  <a:cubicBezTo>
                    <a:pt x="451" y="1218"/>
                    <a:pt x="498" y="1238"/>
                    <a:pt x="537" y="1238"/>
                  </a:cubicBezTo>
                  <a:cubicBezTo>
                    <a:pt x="585" y="1238"/>
                    <a:pt x="632" y="1209"/>
                    <a:pt x="661" y="1180"/>
                  </a:cubicBezTo>
                  <a:cubicBezTo>
                    <a:pt x="632" y="1171"/>
                    <a:pt x="604" y="1152"/>
                    <a:pt x="585" y="1132"/>
                  </a:cubicBezTo>
                  <a:lnTo>
                    <a:pt x="221" y="778"/>
                  </a:lnTo>
                  <a:cubicBezTo>
                    <a:pt x="183" y="740"/>
                    <a:pt x="163" y="692"/>
                    <a:pt x="163" y="644"/>
                  </a:cubicBezTo>
                  <a:lnTo>
                    <a:pt x="163" y="118"/>
                  </a:lnTo>
                  <a:cubicBezTo>
                    <a:pt x="173" y="80"/>
                    <a:pt x="183" y="32"/>
                    <a:pt x="211" y="3"/>
                  </a:cubicBezTo>
                  <a:cubicBezTo>
                    <a:pt x="201" y="1"/>
                    <a:pt x="192" y="0"/>
                    <a:pt x="182" y="0"/>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0" name="Google Shape;8460;p63"/>
            <p:cNvSpPr/>
            <p:nvPr/>
          </p:nvSpPr>
          <p:spPr>
            <a:xfrm>
              <a:off x="2502333" y="2650357"/>
              <a:ext cx="60844" cy="65230"/>
            </a:xfrm>
            <a:custGeom>
              <a:avLst/>
              <a:gdLst/>
              <a:ahLst/>
              <a:cxnLst/>
              <a:rect l="l" t="t" r="r" b="b"/>
              <a:pathLst>
                <a:path w="2317" h="2484" extrusionOk="0">
                  <a:moveTo>
                    <a:pt x="1594" y="0"/>
                  </a:moveTo>
                  <a:cubicBezTo>
                    <a:pt x="1582" y="0"/>
                    <a:pt x="1570" y="5"/>
                    <a:pt x="1560" y="14"/>
                  </a:cubicBezTo>
                  <a:cubicBezTo>
                    <a:pt x="1311" y="206"/>
                    <a:pt x="1024" y="340"/>
                    <a:pt x="728" y="426"/>
                  </a:cubicBezTo>
                  <a:cubicBezTo>
                    <a:pt x="632" y="454"/>
                    <a:pt x="536" y="474"/>
                    <a:pt x="441" y="493"/>
                  </a:cubicBezTo>
                  <a:cubicBezTo>
                    <a:pt x="354" y="512"/>
                    <a:pt x="259" y="521"/>
                    <a:pt x="163" y="531"/>
                  </a:cubicBezTo>
                  <a:cubicBezTo>
                    <a:pt x="77" y="531"/>
                    <a:pt x="0" y="617"/>
                    <a:pt x="0" y="703"/>
                  </a:cubicBezTo>
                  <a:lnTo>
                    <a:pt x="0" y="1431"/>
                  </a:lnTo>
                  <a:cubicBezTo>
                    <a:pt x="0" y="2014"/>
                    <a:pt x="469" y="2483"/>
                    <a:pt x="1053" y="2483"/>
                  </a:cubicBezTo>
                  <a:lnTo>
                    <a:pt x="1264" y="2483"/>
                  </a:lnTo>
                  <a:cubicBezTo>
                    <a:pt x="1847" y="2483"/>
                    <a:pt x="2316" y="2014"/>
                    <a:pt x="2316" y="1431"/>
                  </a:cubicBezTo>
                  <a:lnTo>
                    <a:pt x="2316" y="675"/>
                  </a:lnTo>
                  <a:cubicBezTo>
                    <a:pt x="2316" y="608"/>
                    <a:pt x="2278" y="541"/>
                    <a:pt x="2201" y="512"/>
                  </a:cubicBezTo>
                  <a:cubicBezTo>
                    <a:pt x="2182" y="502"/>
                    <a:pt x="2163" y="493"/>
                    <a:pt x="2144" y="483"/>
                  </a:cubicBezTo>
                  <a:cubicBezTo>
                    <a:pt x="1933" y="407"/>
                    <a:pt x="1771" y="253"/>
                    <a:pt x="1666" y="52"/>
                  </a:cubicBezTo>
                  <a:lnTo>
                    <a:pt x="1656" y="43"/>
                  </a:lnTo>
                  <a:cubicBezTo>
                    <a:pt x="1643" y="17"/>
                    <a:pt x="1618" y="0"/>
                    <a:pt x="1594"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1" name="Google Shape;8461;p63"/>
            <p:cNvSpPr/>
            <p:nvPr/>
          </p:nvSpPr>
          <p:spPr>
            <a:xfrm>
              <a:off x="2502569" y="2650331"/>
              <a:ext cx="44012" cy="65256"/>
            </a:xfrm>
            <a:custGeom>
              <a:avLst/>
              <a:gdLst/>
              <a:ahLst/>
              <a:cxnLst/>
              <a:rect l="l" t="t" r="r" b="b"/>
              <a:pathLst>
                <a:path w="1676" h="2485" extrusionOk="0">
                  <a:moveTo>
                    <a:pt x="1596" y="1"/>
                  </a:moveTo>
                  <a:cubicBezTo>
                    <a:pt x="1583" y="1"/>
                    <a:pt x="1571" y="5"/>
                    <a:pt x="1561" y="15"/>
                  </a:cubicBezTo>
                  <a:cubicBezTo>
                    <a:pt x="1312" y="207"/>
                    <a:pt x="1025" y="341"/>
                    <a:pt x="719" y="427"/>
                  </a:cubicBezTo>
                  <a:cubicBezTo>
                    <a:pt x="633" y="455"/>
                    <a:pt x="537" y="475"/>
                    <a:pt x="441" y="494"/>
                  </a:cubicBezTo>
                  <a:cubicBezTo>
                    <a:pt x="345" y="513"/>
                    <a:pt x="259" y="522"/>
                    <a:pt x="164" y="532"/>
                  </a:cubicBezTo>
                  <a:cubicBezTo>
                    <a:pt x="68" y="532"/>
                    <a:pt x="1" y="609"/>
                    <a:pt x="1" y="704"/>
                  </a:cubicBezTo>
                  <a:lnTo>
                    <a:pt x="1" y="1432"/>
                  </a:lnTo>
                  <a:cubicBezTo>
                    <a:pt x="1" y="2015"/>
                    <a:pt x="470" y="2484"/>
                    <a:pt x="1044" y="2484"/>
                  </a:cubicBezTo>
                  <a:lnTo>
                    <a:pt x="1264" y="2484"/>
                  </a:lnTo>
                  <a:cubicBezTo>
                    <a:pt x="680" y="2484"/>
                    <a:pt x="211" y="2015"/>
                    <a:pt x="211" y="1432"/>
                  </a:cubicBezTo>
                  <a:lnTo>
                    <a:pt x="211" y="704"/>
                  </a:lnTo>
                  <a:cubicBezTo>
                    <a:pt x="211" y="618"/>
                    <a:pt x="278" y="532"/>
                    <a:pt x="374" y="532"/>
                  </a:cubicBezTo>
                  <a:cubicBezTo>
                    <a:pt x="470" y="522"/>
                    <a:pt x="566" y="513"/>
                    <a:pt x="652" y="494"/>
                  </a:cubicBezTo>
                  <a:cubicBezTo>
                    <a:pt x="747" y="475"/>
                    <a:pt x="843" y="455"/>
                    <a:pt x="939" y="427"/>
                  </a:cubicBezTo>
                  <a:cubicBezTo>
                    <a:pt x="1197" y="350"/>
                    <a:pt x="1446" y="235"/>
                    <a:pt x="1676" y="82"/>
                  </a:cubicBezTo>
                  <a:lnTo>
                    <a:pt x="1666" y="53"/>
                  </a:lnTo>
                  <a:lnTo>
                    <a:pt x="1657" y="34"/>
                  </a:lnTo>
                  <a:cubicBezTo>
                    <a:pt x="1644" y="16"/>
                    <a:pt x="1619" y="1"/>
                    <a:pt x="1596"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2" name="Google Shape;8462;p63"/>
            <p:cNvSpPr/>
            <p:nvPr/>
          </p:nvSpPr>
          <p:spPr>
            <a:xfrm>
              <a:off x="2345009" y="2534367"/>
              <a:ext cx="122162" cy="64363"/>
            </a:xfrm>
            <a:custGeom>
              <a:avLst/>
              <a:gdLst/>
              <a:ahLst/>
              <a:cxnLst/>
              <a:rect l="l" t="t" r="r" b="b"/>
              <a:pathLst>
                <a:path w="4652" h="2451" extrusionOk="0">
                  <a:moveTo>
                    <a:pt x="1771" y="0"/>
                  </a:moveTo>
                  <a:lnTo>
                    <a:pt x="708" y="421"/>
                  </a:lnTo>
                  <a:cubicBezTo>
                    <a:pt x="603" y="460"/>
                    <a:pt x="508" y="517"/>
                    <a:pt x="421" y="594"/>
                  </a:cubicBezTo>
                  <a:lnTo>
                    <a:pt x="402" y="613"/>
                  </a:lnTo>
                  <a:lnTo>
                    <a:pt x="383" y="622"/>
                  </a:lnTo>
                  <a:lnTo>
                    <a:pt x="374" y="632"/>
                  </a:lnTo>
                  <a:lnTo>
                    <a:pt x="345" y="661"/>
                  </a:lnTo>
                  <a:cubicBezTo>
                    <a:pt x="153" y="842"/>
                    <a:pt x="29" y="1091"/>
                    <a:pt x="0" y="1359"/>
                  </a:cubicBezTo>
                  <a:lnTo>
                    <a:pt x="0" y="1407"/>
                  </a:lnTo>
                  <a:lnTo>
                    <a:pt x="0" y="1417"/>
                  </a:lnTo>
                  <a:lnTo>
                    <a:pt x="0" y="1455"/>
                  </a:lnTo>
                  <a:lnTo>
                    <a:pt x="0" y="1484"/>
                  </a:lnTo>
                  <a:lnTo>
                    <a:pt x="0" y="1541"/>
                  </a:lnTo>
                  <a:lnTo>
                    <a:pt x="0" y="1713"/>
                  </a:lnTo>
                  <a:lnTo>
                    <a:pt x="0" y="2230"/>
                  </a:lnTo>
                  <a:cubicBezTo>
                    <a:pt x="0" y="2358"/>
                    <a:pt x="113" y="2451"/>
                    <a:pt x="240" y="2451"/>
                  </a:cubicBezTo>
                  <a:cubicBezTo>
                    <a:pt x="246" y="2451"/>
                    <a:pt x="253" y="2451"/>
                    <a:pt x="259" y="2450"/>
                  </a:cubicBezTo>
                  <a:lnTo>
                    <a:pt x="4403" y="2450"/>
                  </a:lnTo>
                  <a:cubicBezTo>
                    <a:pt x="4408" y="2451"/>
                    <a:pt x="4414" y="2451"/>
                    <a:pt x="4420" y="2451"/>
                  </a:cubicBezTo>
                  <a:cubicBezTo>
                    <a:pt x="4538" y="2451"/>
                    <a:pt x="4651" y="2358"/>
                    <a:pt x="4651" y="2230"/>
                  </a:cubicBezTo>
                  <a:lnTo>
                    <a:pt x="4651" y="1713"/>
                  </a:lnTo>
                  <a:lnTo>
                    <a:pt x="4651" y="1541"/>
                  </a:lnTo>
                  <a:lnTo>
                    <a:pt x="4613" y="1541"/>
                  </a:lnTo>
                  <a:lnTo>
                    <a:pt x="4613" y="1493"/>
                  </a:lnTo>
                  <a:lnTo>
                    <a:pt x="4613" y="1484"/>
                  </a:lnTo>
                  <a:lnTo>
                    <a:pt x="4613" y="1455"/>
                  </a:lnTo>
                  <a:lnTo>
                    <a:pt x="4613" y="1417"/>
                  </a:lnTo>
                  <a:lnTo>
                    <a:pt x="4613" y="1407"/>
                  </a:lnTo>
                  <a:lnTo>
                    <a:pt x="4613" y="1359"/>
                  </a:lnTo>
                  <a:cubicBezTo>
                    <a:pt x="4584" y="1091"/>
                    <a:pt x="4460" y="842"/>
                    <a:pt x="4269" y="661"/>
                  </a:cubicBezTo>
                  <a:lnTo>
                    <a:pt x="4249" y="632"/>
                  </a:lnTo>
                  <a:lnTo>
                    <a:pt x="4230" y="622"/>
                  </a:lnTo>
                  <a:lnTo>
                    <a:pt x="4221" y="613"/>
                  </a:lnTo>
                  <a:lnTo>
                    <a:pt x="4192" y="594"/>
                  </a:lnTo>
                  <a:cubicBezTo>
                    <a:pt x="4106" y="517"/>
                    <a:pt x="4010" y="460"/>
                    <a:pt x="3905" y="421"/>
                  </a:cubicBezTo>
                  <a:lnTo>
                    <a:pt x="2843" y="0"/>
                  </a:lnTo>
                  <a:lnTo>
                    <a:pt x="2584" y="278"/>
                  </a:lnTo>
                  <a:lnTo>
                    <a:pt x="2307" y="536"/>
                  </a:lnTo>
                  <a:lnTo>
                    <a:pt x="2039" y="278"/>
                  </a:lnTo>
                  <a:lnTo>
                    <a:pt x="1771"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3" name="Google Shape;8463;p63"/>
            <p:cNvSpPr/>
            <p:nvPr/>
          </p:nvSpPr>
          <p:spPr>
            <a:xfrm>
              <a:off x="2343486" y="2534367"/>
              <a:ext cx="49789" cy="64416"/>
            </a:xfrm>
            <a:custGeom>
              <a:avLst/>
              <a:gdLst/>
              <a:ahLst/>
              <a:cxnLst/>
              <a:rect l="l" t="t" r="r" b="b"/>
              <a:pathLst>
                <a:path w="1896" h="2453" extrusionOk="0">
                  <a:moveTo>
                    <a:pt x="1810" y="0"/>
                  </a:moveTo>
                  <a:lnTo>
                    <a:pt x="747" y="412"/>
                  </a:lnTo>
                  <a:cubicBezTo>
                    <a:pt x="298" y="603"/>
                    <a:pt x="1" y="1053"/>
                    <a:pt x="20" y="1541"/>
                  </a:cubicBezTo>
                  <a:lnTo>
                    <a:pt x="20" y="2230"/>
                  </a:lnTo>
                  <a:cubicBezTo>
                    <a:pt x="29" y="2353"/>
                    <a:pt x="127" y="2452"/>
                    <a:pt x="247" y="2452"/>
                  </a:cubicBezTo>
                  <a:cubicBezTo>
                    <a:pt x="257" y="2452"/>
                    <a:pt x="268" y="2452"/>
                    <a:pt x="278" y="2450"/>
                  </a:cubicBezTo>
                  <a:lnTo>
                    <a:pt x="336" y="2450"/>
                  </a:lnTo>
                  <a:lnTo>
                    <a:pt x="336" y="1541"/>
                  </a:lnTo>
                  <a:cubicBezTo>
                    <a:pt x="317" y="1053"/>
                    <a:pt x="604" y="603"/>
                    <a:pt x="1063" y="412"/>
                  </a:cubicBezTo>
                  <a:lnTo>
                    <a:pt x="1896" y="86"/>
                  </a:lnTo>
                  <a:lnTo>
                    <a:pt x="1810" y="0"/>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4" name="Google Shape;8464;p63"/>
            <p:cNvSpPr/>
            <p:nvPr/>
          </p:nvSpPr>
          <p:spPr>
            <a:xfrm>
              <a:off x="2366122" y="2432819"/>
              <a:ext cx="77414" cy="54831"/>
            </a:xfrm>
            <a:custGeom>
              <a:avLst/>
              <a:gdLst/>
              <a:ahLst/>
              <a:cxnLst/>
              <a:rect l="l" t="t" r="r" b="b"/>
              <a:pathLst>
                <a:path w="2948" h="2088" extrusionOk="0">
                  <a:moveTo>
                    <a:pt x="2603" y="1800"/>
                  </a:moveTo>
                  <a:lnTo>
                    <a:pt x="2594" y="1810"/>
                  </a:lnTo>
                  <a:lnTo>
                    <a:pt x="2594" y="1810"/>
                  </a:lnTo>
                  <a:lnTo>
                    <a:pt x="2594" y="1810"/>
                  </a:lnTo>
                  <a:lnTo>
                    <a:pt x="2565" y="1829"/>
                  </a:lnTo>
                  <a:lnTo>
                    <a:pt x="2565" y="1819"/>
                  </a:lnTo>
                  <a:lnTo>
                    <a:pt x="2603" y="1800"/>
                  </a:lnTo>
                  <a:close/>
                  <a:moveTo>
                    <a:pt x="1417" y="1"/>
                  </a:moveTo>
                  <a:cubicBezTo>
                    <a:pt x="641" y="1"/>
                    <a:pt x="10" y="632"/>
                    <a:pt x="0" y="1417"/>
                  </a:cubicBezTo>
                  <a:lnTo>
                    <a:pt x="0" y="2078"/>
                  </a:lnTo>
                  <a:cubicBezTo>
                    <a:pt x="0" y="2078"/>
                    <a:pt x="326" y="2049"/>
                    <a:pt x="364" y="1896"/>
                  </a:cubicBezTo>
                  <a:cubicBezTo>
                    <a:pt x="373" y="1877"/>
                    <a:pt x="393" y="1857"/>
                    <a:pt x="393" y="1838"/>
                  </a:cubicBezTo>
                  <a:cubicBezTo>
                    <a:pt x="574" y="1838"/>
                    <a:pt x="1436" y="1829"/>
                    <a:pt x="1924" y="1245"/>
                  </a:cubicBezTo>
                  <a:cubicBezTo>
                    <a:pt x="2029" y="1532"/>
                    <a:pt x="2259" y="1752"/>
                    <a:pt x="2555" y="1838"/>
                  </a:cubicBezTo>
                  <a:cubicBezTo>
                    <a:pt x="2565" y="1857"/>
                    <a:pt x="2575" y="1877"/>
                    <a:pt x="2584" y="1896"/>
                  </a:cubicBezTo>
                  <a:cubicBezTo>
                    <a:pt x="2632" y="2049"/>
                    <a:pt x="2948" y="2087"/>
                    <a:pt x="2948" y="2087"/>
                  </a:cubicBezTo>
                  <a:lnTo>
                    <a:pt x="2948" y="1417"/>
                  </a:lnTo>
                  <a:cubicBezTo>
                    <a:pt x="2948" y="642"/>
                    <a:pt x="2316" y="1"/>
                    <a:pt x="1541"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5" name="Google Shape;8465;p63"/>
            <p:cNvSpPr/>
            <p:nvPr/>
          </p:nvSpPr>
          <p:spPr>
            <a:xfrm>
              <a:off x="2366358" y="2433082"/>
              <a:ext cx="41990" cy="54568"/>
            </a:xfrm>
            <a:custGeom>
              <a:avLst/>
              <a:gdLst/>
              <a:ahLst/>
              <a:cxnLst/>
              <a:rect l="l" t="t" r="r" b="b"/>
              <a:pathLst>
                <a:path w="1599" h="2078" extrusionOk="0">
                  <a:moveTo>
                    <a:pt x="1417" y="0"/>
                  </a:moveTo>
                  <a:cubicBezTo>
                    <a:pt x="632" y="0"/>
                    <a:pt x="1" y="632"/>
                    <a:pt x="1" y="1407"/>
                  </a:cubicBezTo>
                  <a:lnTo>
                    <a:pt x="1" y="2077"/>
                  </a:lnTo>
                  <a:cubicBezTo>
                    <a:pt x="87" y="2068"/>
                    <a:pt x="173" y="2048"/>
                    <a:pt x="250" y="2010"/>
                  </a:cubicBezTo>
                  <a:lnTo>
                    <a:pt x="250" y="1780"/>
                  </a:lnTo>
                  <a:lnTo>
                    <a:pt x="250" y="1771"/>
                  </a:lnTo>
                  <a:lnTo>
                    <a:pt x="250" y="1407"/>
                  </a:lnTo>
                  <a:cubicBezTo>
                    <a:pt x="250" y="651"/>
                    <a:pt x="843" y="29"/>
                    <a:pt x="159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6" name="Google Shape;8466;p63"/>
            <p:cNvSpPr/>
            <p:nvPr/>
          </p:nvSpPr>
          <p:spPr>
            <a:xfrm>
              <a:off x="2433216" y="2481847"/>
              <a:ext cx="16859" cy="22610"/>
            </a:xfrm>
            <a:custGeom>
              <a:avLst/>
              <a:gdLst/>
              <a:ahLst/>
              <a:cxnLst/>
              <a:rect l="l" t="t" r="r" b="b"/>
              <a:pathLst>
                <a:path w="642" h="861" extrusionOk="0">
                  <a:moveTo>
                    <a:pt x="174" y="0"/>
                  </a:moveTo>
                  <a:cubicBezTo>
                    <a:pt x="81" y="0"/>
                    <a:pt x="0" y="78"/>
                    <a:pt x="0" y="182"/>
                  </a:cubicBezTo>
                  <a:lnTo>
                    <a:pt x="0" y="689"/>
                  </a:lnTo>
                  <a:cubicBezTo>
                    <a:pt x="0" y="785"/>
                    <a:pt x="81" y="861"/>
                    <a:pt x="174" y="861"/>
                  </a:cubicBezTo>
                  <a:cubicBezTo>
                    <a:pt x="192" y="861"/>
                    <a:pt x="211" y="858"/>
                    <a:pt x="230" y="852"/>
                  </a:cubicBezTo>
                  <a:cubicBezTo>
                    <a:pt x="268" y="842"/>
                    <a:pt x="297" y="833"/>
                    <a:pt x="326" y="813"/>
                  </a:cubicBezTo>
                  <a:cubicBezTo>
                    <a:pt x="364" y="775"/>
                    <a:pt x="393" y="746"/>
                    <a:pt x="431" y="727"/>
                  </a:cubicBezTo>
                  <a:cubicBezTo>
                    <a:pt x="642" y="488"/>
                    <a:pt x="536" y="105"/>
                    <a:pt x="230" y="10"/>
                  </a:cubicBezTo>
                  <a:cubicBezTo>
                    <a:pt x="211" y="3"/>
                    <a:pt x="193" y="0"/>
                    <a:pt x="174"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7" name="Google Shape;8467;p63"/>
            <p:cNvSpPr/>
            <p:nvPr/>
          </p:nvSpPr>
          <p:spPr>
            <a:xfrm>
              <a:off x="2360082" y="2481821"/>
              <a:ext cx="16859" cy="22636"/>
            </a:xfrm>
            <a:custGeom>
              <a:avLst/>
              <a:gdLst/>
              <a:ahLst/>
              <a:cxnLst/>
              <a:rect l="l" t="t" r="r" b="b"/>
              <a:pathLst>
                <a:path w="642" h="862" extrusionOk="0">
                  <a:moveTo>
                    <a:pt x="473" y="1"/>
                  </a:moveTo>
                  <a:cubicBezTo>
                    <a:pt x="453" y="1"/>
                    <a:pt x="432" y="4"/>
                    <a:pt x="412" y="11"/>
                  </a:cubicBezTo>
                  <a:cubicBezTo>
                    <a:pt x="1" y="135"/>
                    <a:pt x="1" y="728"/>
                    <a:pt x="412" y="853"/>
                  </a:cubicBezTo>
                  <a:cubicBezTo>
                    <a:pt x="431" y="859"/>
                    <a:pt x="450" y="862"/>
                    <a:pt x="468" y="862"/>
                  </a:cubicBezTo>
                  <a:cubicBezTo>
                    <a:pt x="561" y="862"/>
                    <a:pt x="642" y="786"/>
                    <a:pt x="642" y="690"/>
                  </a:cubicBezTo>
                  <a:lnTo>
                    <a:pt x="642" y="173"/>
                  </a:lnTo>
                  <a:cubicBezTo>
                    <a:pt x="642" y="116"/>
                    <a:pt x="613" y="68"/>
                    <a:pt x="575" y="30"/>
                  </a:cubicBezTo>
                  <a:cubicBezTo>
                    <a:pt x="544" y="11"/>
                    <a:pt x="509" y="1"/>
                    <a:pt x="473"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8" name="Google Shape;8468;p63"/>
            <p:cNvSpPr/>
            <p:nvPr/>
          </p:nvSpPr>
          <p:spPr>
            <a:xfrm>
              <a:off x="2390754" y="2521657"/>
              <a:ext cx="28413" cy="32326"/>
            </a:xfrm>
            <a:custGeom>
              <a:avLst/>
              <a:gdLst/>
              <a:ahLst/>
              <a:cxnLst/>
              <a:rect l="l" t="t" r="r" b="b"/>
              <a:pathLst>
                <a:path w="1082" h="1231" extrusionOk="0">
                  <a:moveTo>
                    <a:pt x="179" y="0"/>
                  </a:moveTo>
                  <a:cubicBezTo>
                    <a:pt x="89" y="0"/>
                    <a:pt x="10" y="78"/>
                    <a:pt x="10" y="178"/>
                  </a:cubicBezTo>
                  <a:lnTo>
                    <a:pt x="10" y="695"/>
                  </a:lnTo>
                  <a:cubicBezTo>
                    <a:pt x="0" y="752"/>
                    <a:pt x="19" y="800"/>
                    <a:pt x="58" y="838"/>
                  </a:cubicBezTo>
                  <a:lnTo>
                    <a:pt x="421" y="1183"/>
                  </a:lnTo>
                  <a:cubicBezTo>
                    <a:pt x="450" y="1221"/>
                    <a:pt x="488" y="1231"/>
                    <a:pt x="536" y="1231"/>
                  </a:cubicBezTo>
                  <a:cubicBezTo>
                    <a:pt x="584" y="1231"/>
                    <a:pt x="632" y="1212"/>
                    <a:pt x="660" y="1183"/>
                  </a:cubicBezTo>
                  <a:lnTo>
                    <a:pt x="1034" y="800"/>
                  </a:lnTo>
                  <a:cubicBezTo>
                    <a:pt x="1062" y="762"/>
                    <a:pt x="1082" y="723"/>
                    <a:pt x="1082" y="676"/>
                  </a:cubicBezTo>
                  <a:lnTo>
                    <a:pt x="1082" y="187"/>
                  </a:lnTo>
                  <a:cubicBezTo>
                    <a:pt x="1082" y="140"/>
                    <a:pt x="1062" y="92"/>
                    <a:pt x="1034" y="54"/>
                  </a:cubicBezTo>
                  <a:cubicBezTo>
                    <a:pt x="995" y="25"/>
                    <a:pt x="948" y="6"/>
                    <a:pt x="900" y="6"/>
                  </a:cubicBezTo>
                  <a:lnTo>
                    <a:pt x="861" y="6"/>
                  </a:lnTo>
                  <a:cubicBezTo>
                    <a:pt x="812" y="20"/>
                    <a:pt x="763" y="29"/>
                    <a:pt x="714" y="29"/>
                  </a:cubicBezTo>
                  <a:cubicBezTo>
                    <a:pt x="696" y="29"/>
                    <a:pt x="678" y="27"/>
                    <a:pt x="660" y="25"/>
                  </a:cubicBezTo>
                  <a:lnTo>
                    <a:pt x="440" y="25"/>
                  </a:lnTo>
                  <a:cubicBezTo>
                    <a:pt x="420" y="27"/>
                    <a:pt x="400" y="29"/>
                    <a:pt x="380" y="29"/>
                  </a:cubicBezTo>
                  <a:cubicBezTo>
                    <a:pt x="327" y="29"/>
                    <a:pt x="276" y="20"/>
                    <a:pt x="220" y="6"/>
                  </a:cubicBezTo>
                  <a:cubicBezTo>
                    <a:pt x="206" y="2"/>
                    <a:pt x="193" y="0"/>
                    <a:pt x="179"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9" name="Google Shape;8469;p63"/>
            <p:cNvSpPr/>
            <p:nvPr/>
          </p:nvSpPr>
          <p:spPr>
            <a:xfrm>
              <a:off x="2390754" y="2521972"/>
              <a:ext cx="17358" cy="32274"/>
            </a:xfrm>
            <a:custGeom>
              <a:avLst/>
              <a:gdLst/>
              <a:ahLst/>
              <a:cxnLst/>
              <a:rect l="l" t="t" r="r" b="b"/>
              <a:pathLst>
                <a:path w="661" h="1229" extrusionOk="0">
                  <a:moveTo>
                    <a:pt x="178" y="0"/>
                  </a:moveTo>
                  <a:cubicBezTo>
                    <a:pt x="85" y="0"/>
                    <a:pt x="0" y="72"/>
                    <a:pt x="0" y="175"/>
                  </a:cubicBezTo>
                  <a:lnTo>
                    <a:pt x="0" y="692"/>
                  </a:lnTo>
                  <a:cubicBezTo>
                    <a:pt x="0" y="750"/>
                    <a:pt x="19" y="798"/>
                    <a:pt x="58" y="836"/>
                  </a:cubicBezTo>
                  <a:lnTo>
                    <a:pt x="421" y="1180"/>
                  </a:lnTo>
                  <a:cubicBezTo>
                    <a:pt x="450" y="1209"/>
                    <a:pt x="488" y="1228"/>
                    <a:pt x="536" y="1228"/>
                  </a:cubicBezTo>
                  <a:cubicBezTo>
                    <a:pt x="584" y="1228"/>
                    <a:pt x="632" y="1209"/>
                    <a:pt x="660" y="1180"/>
                  </a:cubicBezTo>
                  <a:cubicBezTo>
                    <a:pt x="632" y="1171"/>
                    <a:pt x="603" y="1152"/>
                    <a:pt x="574" y="1123"/>
                  </a:cubicBezTo>
                  <a:lnTo>
                    <a:pt x="220" y="778"/>
                  </a:lnTo>
                  <a:cubicBezTo>
                    <a:pt x="182" y="740"/>
                    <a:pt x="163" y="692"/>
                    <a:pt x="163" y="635"/>
                  </a:cubicBezTo>
                  <a:lnTo>
                    <a:pt x="163" y="118"/>
                  </a:lnTo>
                  <a:cubicBezTo>
                    <a:pt x="163" y="70"/>
                    <a:pt x="182" y="32"/>
                    <a:pt x="211" y="3"/>
                  </a:cubicBezTo>
                  <a:cubicBezTo>
                    <a:pt x="200" y="1"/>
                    <a:pt x="189" y="0"/>
                    <a:pt x="178" y="0"/>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0" name="Google Shape;8470;p63"/>
            <p:cNvSpPr/>
            <p:nvPr/>
          </p:nvSpPr>
          <p:spPr>
            <a:xfrm>
              <a:off x="2374657" y="2464804"/>
              <a:ext cx="60844" cy="65309"/>
            </a:xfrm>
            <a:custGeom>
              <a:avLst/>
              <a:gdLst/>
              <a:ahLst/>
              <a:cxnLst/>
              <a:rect l="l" t="t" r="r" b="b"/>
              <a:pathLst>
                <a:path w="2317" h="2487" extrusionOk="0">
                  <a:moveTo>
                    <a:pt x="1601" y="1"/>
                  </a:moveTo>
                  <a:cubicBezTo>
                    <a:pt x="1586" y="1"/>
                    <a:pt x="1572" y="6"/>
                    <a:pt x="1561" y="17"/>
                  </a:cubicBezTo>
                  <a:cubicBezTo>
                    <a:pt x="1312" y="199"/>
                    <a:pt x="1025" y="343"/>
                    <a:pt x="728" y="429"/>
                  </a:cubicBezTo>
                  <a:cubicBezTo>
                    <a:pt x="632" y="458"/>
                    <a:pt x="537" y="477"/>
                    <a:pt x="441" y="496"/>
                  </a:cubicBezTo>
                  <a:cubicBezTo>
                    <a:pt x="355" y="515"/>
                    <a:pt x="259" y="525"/>
                    <a:pt x="163" y="525"/>
                  </a:cubicBezTo>
                  <a:cubicBezTo>
                    <a:pt x="68" y="534"/>
                    <a:pt x="1" y="611"/>
                    <a:pt x="1" y="706"/>
                  </a:cubicBezTo>
                  <a:lnTo>
                    <a:pt x="1" y="1434"/>
                  </a:lnTo>
                  <a:cubicBezTo>
                    <a:pt x="1" y="2018"/>
                    <a:pt x="470" y="2486"/>
                    <a:pt x="1053" y="2486"/>
                  </a:cubicBezTo>
                  <a:lnTo>
                    <a:pt x="1264" y="2486"/>
                  </a:lnTo>
                  <a:cubicBezTo>
                    <a:pt x="1848" y="2486"/>
                    <a:pt x="2317" y="2018"/>
                    <a:pt x="2317" y="1434"/>
                  </a:cubicBezTo>
                  <a:lnTo>
                    <a:pt x="2317" y="678"/>
                  </a:lnTo>
                  <a:cubicBezTo>
                    <a:pt x="2317" y="601"/>
                    <a:pt x="2269" y="534"/>
                    <a:pt x="2202" y="505"/>
                  </a:cubicBezTo>
                  <a:cubicBezTo>
                    <a:pt x="2183" y="505"/>
                    <a:pt x="2163" y="496"/>
                    <a:pt x="2144" y="486"/>
                  </a:cubicBezTo>
                  <a:cubicBezTo>
                    <a:pt x="1934" y="400"/>
                    <a:pt x="1762" y="247"/>
                    <a:pt x="1666" y="56"/>
                  </a:cubicBezTo>
                  <a:lnTo>
                    <a:pt x="1656" y="36"/>
                  </a:lnTo>
                  <a:cubicBezTo>
                    <a:pt x="1645" y="13"/>
                    <a:pt x="1623" y="1"/>
                    <a:pt x="1601" y="1"/>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1" name="Google Shape;8471;p63"/>
            <p:cNvSpPr/>
            <p:nvPr/>
          </p:nvSpPr>
          <p:spPr>
            <a:xfrm>
              <a:off x="2374657" y="2464620"/>
              <a:ext cx="44248" cy="65230"/>
            </a:xfrm>
            <a:custGeom>
              <a:avLst/>
              <a:gdLst/>
              <a:ahLst/>
              <a:cxnLst/>
              <a:rect l="l" t="t" r="r" b="b"/>
              <a:pathLst>
                <a:path w="1685" h="2484" extrusionOk="0">
                  <a:moveTo>
                    <a:pt x="1605" y="1"/>
                  </a:moveTo>
                  <a:cubicBezTo>
                    <a:pt x="1592" y="1"/>
                    <a:pt x="1580" y="5"/>
                    <a:pt x="1570" y="15"/>
                  </a:cubicBezTo>
                  <a:cubicBezTo>
                    <a:pt x="1312" y="206"/>
                    <a:pt x="1034" y="340"/>
                    <a:pt x="728" y="426"/>
                  </a:cubicBezTo>
                  <a:cubicBezTo>
                    <a:pt x="632" y="455"/>
                    <a:pt x="546" y="474"/>
                    <a:pt x="450" y="493"/>
                  </a:cubicBezTo>
                  <a:cubicBezTo>
                    <a:pt x="355" y="512"/>
                    <a:pt x="259" y="522"/>
                    <a:pt x="173" y="532"/>
                  </a:cubicBezTo>
                  <a:cubicBezTo>
                    <a:pt x="77" y="532"/>
                    <a:pt x="1" y="618"/>
                    <a:pt x="1" y="704"/>
                  </a:cubicBezTo>
                  <a:lnTo>
                    <a:pt x="1" y="1431"/>
                  </a:lnTo>
                  <a:cubicBezTo>
                    <a:pt x="1" y="2015"/>
                    <a:pt x="470" y="2484"/>
                    <a:pt x="1053" y="2484"/>
                  </a:cubicBezTo>
                  <a:lnTo>
                    <a:pt x="1264" y="2484"/>
                  </a:lnTo>
                  <a:cubicBezTo>
                    <a:pt x="690" y="2484"/>
                    <a:pt x="221" y="2015"/>
                    <a:pt x="211" y="1441"/>
                  </a:cubicBezTo>
                  <a:lnTo>
                    <a:pt x="211" y="713"/>
                  </a:lnTo>
                  <a:cubicBezTo>
                    <a:pt x="211" y="618"/>
                    <a:pt x="288" y="541"/>
                    <a:pt x="383" y="532"/>
                  </a:cubicBezTo>
                  <a:cubicBezTo>
                    <a:pt x="470" y="522"/>
                    <a:pt x="565" y="512"/>
                    <a:pt x="661" y="493"/>
                  </a:cubicBezTo>
                  <a:cubicBezTo>
                    <a:pt x="757" y="474"/>
                    <a:pt x="852" y="455"/>
                    <a:pt x="938" y="426"/>
                  </a:cubicBezTo>
                  <a:cubicBezTo>
                    <a:pt x="1206" y="350"/>
                    <a:pt x="1455" y="235"/>
                    <a:pt x="1685" y="82"/>
                  </a:cubicBezTo>
                  <a:lnTo>
                    <a:pt x="1666" y="53"/>
                  </a:lnTo>
                  <a:lnTo>
                    <a:pt x="1656" y="34"/>
                  </a:lnTo>
                  <a:cubicBezTo>
                    <a:pt x="1650" y="15"/>
                    <a:pt x="1628" y="1"/>
                    <a:pt x="1605"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2" name="Google Shape;8472;p63"/>
            <p:cNvSpPr/>
            <p:nvPr/>
          </p:nvSpPr>
          <p:spPr>
            <a:xfrm>
              <a:off x="2216072" y="2719579"/>
              <a:ext cx="122424" cy="64888"/>
            </a:xfrm>
            <a:custGeom>
              <a:avLst/>
              <a:gdLst/>
              <a:ahLst/>
              <a:cxnLst/>
              <a:rect l="l" t="t" r="r" b="b"/>
              <a:pathLst>
                <a:path w="4662" h="2471" extrusionOk="0">
                  <a:moveTo>
                    <a:pt x="1771" y="0"/>
                  </a:moveTo>
                  <a:lnTo>
                    <a:pt x="709" y="431"/>
                  </a:lnTo>
                  <a:cubicBezTo>
                    <a:pt x="604" y="469"/>
                    <a:pt x="508" y="527"/>
                    <a:pt x="422" y="594"/>
                  </a:cubicBezTo>
                  <a:lnTo>
                    <a:pt x="403" y="613"/>
                  </a:lnTo>
                  <a:lnTo>
                    <a:pt x="384" y="632"/>
                  </a:lnTo>
                  <a:lnTo>
                    <a:pt x="374" y="642"/>
                  </a:lnTo>
                  <a:lnTo>
                    <a:pt x="345" y="661"/>
                  </a:lnTo>
                  <a:cubicBezTo>
                    <a:pt x="154" y="852"/>
                    <a:pt x="39" y="1091"/>
                    <a:pt x="1" y="1359"/>
                  </a:cubicBezTo>
                  <a:lnTo>
                    <a:pt x="1" y="1407"/>
                  </a:lnTo>
                  <a:lnTo>
                    <a:pt x="1" y="1417"/>
                  </a:lnTo>
                  <a:lnTo>
                    <a:pt x="1" y="1455"/>
                  </a:lnTo>
                  <a:lnTo>
                    <a:pt x="1" y="1484"/>
                  </a:lnTo>
                  <a:lnTo>
                    <a:pt x="1" y="1493"/>
                  </a:lnTo>
                  <a:lnTo>
                    <a:pt x="1" y="1551"/>
                  </a:lnTo>
                  <a:lnTo>
                    <a:pt x="1" y="1714"/>
                  </a:lnTo>
                  <a:lnTo>
                    <a:pt x="1" y="2249"/>
                  </a:lnTo>
                  <a:cubicBezTo>
                    <a:pt x="1" y="2377"/>
                    <a:pt x="114" y="2470"/>
                    <a:pt x="241" y="2470"/>
                  </a:cubicBezTo>
                  <a:cubicBezTo>
                    <a:pt x="247" y="2470"/>
                    <a:pt x="253" y="2470"/>
                    <a:pt x="259" y="2470"/>
                  </a:cubicBezTo>
                  <a:lnTo>
                    <a:pt x="4403" y="2470"/>
                  </a:lnTo>
                  <a:cubicBezTo>
                    <a:pt x="4409" y="2470"/>
                    <a:pt x="4415" y="2470"/>
                    <a:pt x="4421" y="2470"/>
                  </a:cubicBezTo>
                  <a:cubicBezTo>
                    <a:pt x="4547" y="2470"/>
                    <a:pt x="4652" y="2377"/>
                    <a:pt x="4661" y="2249"/>
                  </a:cubicBezTo>
                  <a:lnTo>
                    <a:pt x="4661" y="1733"/>
                  </a:lnTo>
                  <a:lnTo>
                    <a:pt x="4661" y="1560"/>
                  </a:lnTo>
                  <a:lnTo>
                    <a:pt x="4642" y="1560"/>
                  </a:lnTo>
                  <a:lnTo>
                    <a:pt x="4642" y="1503"/>
                  </a:lnTo>
                  <a:lnTo>
                    <a:pt x="4642" y="1493"/>
                  </a:lnTo>
                  <a:lnTo>
                    <a:pt x="4642" y="1465"/>
                  </a:lnTo>
                  <a:lnTo>
                    <a:pt x="4642" y="1436"/>
                  </a:lnTo>
                  <a:lnTo>
                    <a:pt x="4642" y="1417"/>
                  </a:lnTo>
                  <a:lnTo>
                    <a:pt x="4642" y="1369"/>
                  </a:lnTo>
                  <a:cubicBezTo>
                    <a:pt x="4604" y="1111"/>
                    <a:pt x="4489" y="862"/>
                    <a:pt x="4298" y="670"/>
                  </a:cubicBezTo>
                  <a:lnTo>
                    <a:pt x="4269" y="651"/>
                  </a:lnTo>
                  <a:lnTo>
                    <a:pt x="4260" y="642"/>
                  </a:lnTo>
                  <a:lnTo>
                    <a:pt x="4240" y="623"/>
                  </a:lnTo>
                  <a:lnTo>
                    <a:pt x="4221" y="603"/>
                  </a:lnTo>
                  <a:cubicBezTo>
                    <a:pt x="4135" y="536"/>
                    <a:pt x="4030" y="479"/>
                    <a:pt x="3934" y="441"/>
                  </a:cubicBezTo>
                  <a:lnTo>
                    <a:pt x="2872" y="10"/>
                  </a:lnTo>
                  <a:lnTo>
                    <a:pt x="2604" y="288"/>
                  </a:lnTo>
                  <a:lnTo>
                    <a:pt x="2336" y="556"/>
                  </a:lnTo>
                  <a:lnTo>
                    <a:pt x="2039" y="278"/>
                  </a:lnTo>
                  <a:lnTo>
                    <a:pt x="1771"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3" name="Google Shape;8473;p63"/>
            <p:cNvSpPr/>
            <p:nvPr/>
          </p:nvSpPr>
          <p:spPr>
            <a:xfrm>
              <a:off x="2215075" y="2720078"/>
              <a:ext cx="50025" cy="64390"/>
            </a:xfrm>
            <a:custGeom>
              <a:avLst/>
              <a:gdLst/>
              <a:ahLst/>
              <a:cxnLst/>
              <a:rect l="l" t="t" r="r" b="b"/>
              <a:pathLst>
                <a:path w="1905" h="2452" extrusionOk="0">
                  <a:moveTo>
                    <a:pt x="1809" y="1"/>
                  </a:moveTo>
                  <a:lnTo>
                    <a:pt x="756" y="412"/>
                  </a:lnTo>
                  <a:cubicBezTo>
                    <a:pt x="297" y="594"/>
                    <a:pt x="0" y="1044"/>
                    <a:pt x="29" y="1541"/>
                  </a:cubicBezTo>
                  <a:lnTo>
                    <a:pt x="29" y="2230"/>
                  </a:lnTo>
                  <a:cubicBezTo>
                    <a:pt x="29" y="2358"/>
                    <a:pt x="134" y="2451"/>
                    <a:pt x="260" y="2451"/>
                  </a:cubicBezTo>
                  <a:cubicBezTo>
                    <a:pt x="266" y="2451"/>
                    <a:pt x="272" y="2451"/>
                    <a:pt x="278" y="2451"/>
                  </a:cubicBezTo>
                  <a:lnTo>
                    <a:pt x="335" y="2451"/>
                  </a:lnTo>
                  <a:lnTo>
                    <a:pt x="335" y="1541"/>
                  </a:lnTo>
                  <a:cubicBezTo>
                    <a:pt x="316" y="1053"/>
                    <a:pt x="603" y="594"/>
                    <a:pt x="1063" y="412"/>
                  </a:cubicBezTo>
                  <a:lnTo>
                    <a:pt x="1905" y="87"/>
                  </a:lnTo>
                  <a:lnTo>
                    <a:pt x="1809" y="1"/>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4" name="Google Shape;8474;p63"/>
            <p:cNvSpPr/>
            <p:nvPr/>
          </p:nvSpPr>
          <p:spPr>
            <a:xfrm>
              <a:off x="2237947" y="2618294"/>
              <a:ext cx="77178" cy="54805"/>
            </a:xfrm>
            <a:custGeom>
              <a:avLst/>
              <a:gdLst/>
              <a:ahLst/>
              <a:cxnLst/>
              <a:rect l="l" t="t" r="r" b="b"/>
              <a:pathLst>
                <a:path w="2939" h="2087" extrusionOk="0">
                  <a:moveTo>
                    <a:pt x="2594" y="1800"/>
                  </a:moveTo>
                  <a:lnTo>
                    <a:pt x="2584" y="1809"/>
                  </a:lnTo>
                  <a:lnTo>
                    <a:pt x="2556" y="1829"/>
                  </a:lnTo>
                  <a:lnTo>
                    <a:pt x="2594" y="1800"/>
                  </a:lnTo>
                  <a:close/>
                  <a:moveTo>
                    <a:pt x="2594" y="1800"/>
                  </a:moveTo>
                  <a:lnTo>
                    <a:pt x="2584" y="1819"/>
                  </a:lnTo>
                  <a:lnTo>
                    <a:pt x="2579" y="1830"/>
                  </a:lnTo>
                  <a:lnTo>
                    <a:pt x="2594" y="1800"/>
                  </a:lnTo>
                  <a:close/>
                  <a:moveTo>
                    <a:pt x="1417" y="1"/>
                  </a:moveTo>
                  <a:cubicBezTo>
                    <a:pt x="632" y="1"/>
                    <a:pt x="0" y="632"/>
                    <a:pt x="0" y="1417"/>
                  </a:cubicBezTo>
                  <a:lnTo>
                    <a:pt x="0" y="2087"/>
                  </a:lnTo>
                  <a:cubicBezTo>
                    <a:pt x="0" y="2087"/>
                    <a:pt x="316" y="2049"/>
                    <a:pt x="354" y="1896"/>
                  </a:cubicBezTo>
                  <a:cubicBezTo>
                    <a:pt x="374" y="1876"/>
                    <a:pt x="383" y="1867"/>
                    <a:pt x="393" y="1848"/>
                  </a:cubicBezTo>
                  <a:cubicBezTo>
                    <a:pt x="575" y="1848"/>
                    <a:pt x="1426" y="1829"/>
                    <a:pt x="1914" y="1245"/>
                  </a:cubicBezTo>
                  <a:cubicBezTo>
                    <a:pt x="2020" y="1532"/>
                    <a:pt x="2249" y="1762"/>
                    <a:pt x="2546" y="1848"/>
                  </a:cubicBezTo>
                  <a:cubicBezTo>
                    <a:pt x="2556" y="1867"/>
                    <a:pt x="2565" y="1886"/>
                    <a:pt x="2584" y="1896"/>
                  </a:cubicBezTo>
                  <a:cubicBezTo>
                    <a:pt x="2623" y="2058"/>
                    <a:pt x="2938" y="2087"/>
                    <a:pt x="2938" y="2087"/>
                  </a:cubicBezTo>
                  <a:lnTo>
                    <a:pt x="2938" y="1417"/>
                  </a:lnTo>
                  <a:cubicBezTo>
                    <a:pt x="2938" y="642"/>
                    <a:pt x="2316" y="10"/>
                    <a:pt x="153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5" name="Google Shape;8475;p63"/>
            <p:cNvSpPr/>
            <p:nvPr/>
          </p:nvSpPr>
          <p:spPr>
            <a:xfrm>
              <a:off x="2237947" y="2618294"/>
              <a:ext cx="41990" cy="54805"/>
            </a:xfrm>
            <a:custGeom>
              <a:avLst/>
              <a:gdLst/>
              <a:ahLst/>
              <a:cxnLst/>
              <a:rect l="l" t="t" r="r" b="b"/>
              <a:pathLst>
                <a:path w="1599" h="2087" extrusionOk="0">
                  <a:moveTo>
                    <a:pt x="1417" y="1"/>
                  </a:moveTo>
                  <a:cubicBezTo>
                    <a:pt x="642" y="1"/>
                    <a:pt x="0" y="632"/>
                    <a:pt x="0" y="1417"/>
                  </a:cubicBezTo>
                  <a:lnTo>
                    <a:pt x="0" y="2087"/>
                  </a:lnTo>
                  <a:cubicBezTo>
                    <a:pt x="86" y="2077"/>
                    <a:pt x="173" y="2049"/>
                    <a:pt x="249" y="2010"/>
                  </a:cubicBezTo>
                  <a:lnTo>
                    <a:pt x="249" y="1781"/>
                  </a:lnTo>
                  <a:lnTo>
                    <a:pt x="249" y="1417"/>
                  </a:lnTo>
                  <a:cubicBezTo>
                    <a:pt x="249" y="661"/>
                    <a:pt x="843" y="39"/>
                    <a:pt x="159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6" name="Google Shape;8476;p63"/>
            <p:cNvSpPr/>
            <p:nvPr/>
          </p:nvSpPr>
          <p:spPr>
            <a:xfrm>
              <a:off x="2304805" y="2667321"/>
              <a:ext cx="16859" cy="22794"/>
            </a:xfrm>
            <a:custGeom>
              <a:avLst/>
              <a:gdLst/>
              <a:ahLst/>
              <a:cxnLst/>
              <a:rect l="l" t="t" r="r" b="b"/>
              <a:pathLst>
                <a:path w="642" h="868" extrusionOk="0">
                  <a:moveTo>
                    <a:pt x="174" y="0"/>
                  </a:moveTo>
                  <a:cubicBezTo>
                    <a:pt x="80" y="0"/>
                    <a:pt x="0" y="78"/>
                    <a:pt x="0" y="182"/>
                  </a:cubicBezTo>
                  <a:lnTo>
                    <a:pt x="0" y="689"/>
                  </a:lnTo>
                  <a:cubicBezTo>
                    <a:pt x="0" y="796"/>
                    <a:pt x="85" y="867"/>
                    <a:pt x="181" y="867"/>
                  </a:cubicBezTo>
                  <a:cubicBezTo>
                    <a:pt x="197" y="867"/>
                    <a:pt x="213" y="865"/>
                    <a:pt x="230" y="861"/>
                  </a:cubicBezTo>
                  <a:cubicBezTo>
                    <a:pt x="268" y="852"/>
                    <a:pt x="297" y="832"/>
                    <a:pt x="335" y="813"/>
                  </a:cubicBezTo>
                  <a:cubicBezTo>
                    <a:pt x="364" y="785"/>
                    <a:pt x="392" y="756"/>
                    <a:pt x="431" y="727"/>
                  </a:cubicBezTo>
                  <a:cubicBezTo>
                    <a:pt x="641" y="488"/>
                    <a:pt x="536" y="105"/>
                    <a:pt x="230" y="9"/>
                  </a:cubicBezTo>
                  <a:cubicBezTo>
                    <a:pt x="211" y="3"/>
                    <a:pt x="192" y="0"/>
                    <a:pt x="174"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7" name="Google Shape;8477;p63"/>
            <p:cNvSpPr/>
            <p:nvPr/>
          </p:nvSpPr>
          <p:spPr>
            <a:xfrm>
              <a:off x="2231671" y="2667295"/>
              <a:ext cx="17095" cy="22899"/>
            </a:xfrm>
            <a:custGeom>
              <a:avLst/>
              <a:gdLst/>
              <a:ahLst/>
              <a:cxnLst/>
              <a:rect l="l" t="t" r="r" b="b"/>
              <a:pathLst>
                <a:path w="651" h="872" extrusionOk="0">
                  <a:moveTo>
                    <a:pt x="472" y="1"/>
                  </a:moveTo>
                  <a:cubicBezTo>
                    <a:pt x="454" y="1"/>
                    <a:pt x="437" y="4"/>
                    <a:pt x="421" y="10"/>
                  </a:cubicBezTo>
                  <a:cubicBezTo>
                    <a:pt x="0" y="144"/>
                    <a:pt x="0" y="728"/>
                    <a:pt x="421" y="862"/>
                  </a:cubicBezTo>
                  <a:cubicBezTo>
                    <a:pt x="440" y="868"/>
                    <a:pt x="459" y="871"/>
                    <a:pt x="477" y="871"/>
                  </a:cubicBezTo>
                  <a:cubicBezTo>
                    <a:pt x="570" y="871"/>
                    <a:pt x="651" y="794"/>
                    <a:pt x="651" y="690"/>
                  </a:cubicBezTo>
                  <a:lnTo>
                    <a:pt x="651" y="183"/>
                  </a:lnTo>
                  <a:cubicBezTo>
                    <a:pt x="651" y="125"/>
                    <a:pt x="622" y="68"/>
                    <a:pt x="574" y="39"/>
                  </a:cubicBezTo>
                  <a:cubicBezTo>
                    <a:pt x="542" y="14"/>
                    <a:pt x="506" y="1"/>
                    <a:pt x="472"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8" name="Google Shape;8478;p63"/>
            <p:cNvSpPr/>
            <p:nvPr/>
          </p:nvSpPr>
          <p:spPr>
            <a:xfrm>
              <a:off x="2262579" y="2707184"/>
              <a:ext cx="28413" cy="32536"/>
            </a:xfrm>
            <a:custGeom>
              <a:avLst/>
              <a:gdLst/>
              <a:ahLst/>
              <a:cxnLst/>
              <a:rect l="l" t="t" r="r" b="b"/>
              <a:pathLst>
                <a:path w="1082" h="1239" extrusionOk="0">
                  <a:moveTo>
                    <a:pt x="188" y="1"/>
                  </a:moveTo>
                  <a:cubicBezTo>
                    <a:pt x="87" y="1"/>
                    <a:pt x="0" y="80"/>
                    <a:pt x="0" y="176"/>
                  </a:cubicBezTo>
                  <a:lnTo>
                    <a:pt x="0" y="702"/>
                  </a:lnTo>
                  <a:cubicBezTo>
                    <a:pt x="0" y="750"/>
                    <a:pt x="19" y="798"/>
                    <a:pt x="58" y="836"/>
                  </a:cubicBezTo>
                  <a:lnTo>
                    <a:pt x="412" y="1190"/>
                  </a:lnTo>
                  <a:cubicBezTo>
                    <a:pt x="440" y="1219"/>
                    <a:pt x="488" y="1238"/>
                    <a:pt x="536" y="1238"/>
                  </a:cubicBezTo>
                  <a:cubicBezTo>
                    <a:pt x="574" y="1238"/>
                    <a:pt x="622" y="1219"/>
                    <a:pt x="661" y="1181"/>
                  </a:cubicBezTo>
                  <a:lnTo>
                    <a:pt x="1024" y="798"/>
                  </a:lnTo>
                  <a:cubicBezTo>
                    <a:pt x="1063" y="769"/>
                    <a:pt x="1072" y="721"/>
                    <a:pt x="1082" y="683"/>
                  </a:cubicBezTo>
                  <a:lnTo>
                    <a:pt x="1082" y="185"/>
                  </a:lnTo>
                  <a:cubicBezTo>
                    <a:pt x="1082" y="137"/>
                    <a:pt x="1063" y="90"/>
                    <a:pt x="1024" y="61"/>
                  </a:cubicBezTo>
                  <a:cubicBezTo>
                    <a:pt x="996" y="23"/>
                    <a:pt x="948" y="4"/>
                    <a:pt x="900" y="4"/>
                  </a:cubicBezTo>
                  <a:lnTo>
                    <a:pt x="862" y="4"/>
                  </a:lnTo>
                  <a:cubicBezTo>
                    <a:pt x="785" y="23"/>
                    <a:pt x="718" y="32"/>
                    <a:pt x="651" y="32"/>
                  </a:cubicBezTo>
                  <a:lnTo>
                    <a:pt x="431" y="32"/>
                  </a:lnTo>
                  <a:cubicBezTo>
                    <a:pt x="364" y="32"/>
                    <a:pt x="287" y="23"/>
                    <a:pt x="220" y="4"/>
                  </a:cubicBezTo>
                  <a:cubicBezTo>
                    <a:pt x="209" y="2"/>
                    <a:pt x="199" y="1"/>
                    <a:pt x="188" y="1"/>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9" name="Google Shape;8479;p63"/>
            <p:cNvSpPr/>
            <p:nvPr/>
          </p:nvSpPr>
          <p:spPr>
            <a:xfrm>
              <a:off x="2262316" y="2707446"/>
              <a:ext cx="17384" cy="32510"/>
            </a:xfrm>
            <a:custGeom>
              <a:avLst/>
              <a:gdLst/>
              <a:ahLst/>
              <a:cxnLst/>
              <a:rect l="l" t="t" r="r" b="b"/>
              <a:pathLst>
                <a:path w="662" h="1238" extrusionOk="0">
                  <a:moveTo>
                    <a:pt x="182" y="0"/>
                  </a:moveTo>
                  <a:cubicBezTo>
                    <a:pt x="89" y="0"/>
                    <a:pt x="10" y="80"/>
                    <a:pt x="10" y="175"/>
                  </a:cubicBezTo>
                  <a:lnTo>
                    <a:pt x="10" y="702"/>
                  </a:lnTo>
                  <a:cubicBezTo>
                    <a:pt x="1" y="750"/>
                    <a:pt x="20" y="797"/>
                    <a:pt x="58" y="836"/>
                  </a:cubicBezTo>
                  <a:lnTo>
                    <a:pt x="422" y="1180"/>
                  </a:lnTo>
                  <a:cubicBezTo>
                    <a:pt x="450" y="1218"/>
                    <a:pt x="498" y="1238"/>
                    <a:pt x="537" y="1238"/>
                  </a:cubicBezTo>
                  <a:cubicBezTo>
                    <a:pt x="584" y="1238"/>
                    <a:pt x="632" y="1209"/>
                    <a:pt x="661" y="1180"/>
                  </a:cubicBezTo>
                  <a:cubicBezTo>
                    <a:pt x="632" y="1171"/>
                    <a:pt x="604" y="1152"/>
                    <a:pt x="584" y="1132"/>
                  </a:cubicBezTo>
                  <a:lnTo>
                    <a:pt x="221" y="778"/>
                  </a:lnTo>
                  <a:cubicBezTo>
                    <a:pt x="182" y="740"/>
                    <a:pt x="163" y="692"/>
                    <a:pt x="173" y="644"/>
                  </a:cubicBezTo>
                  <a:lnTo>
                    <a:pt x="173" y="118"/>
                  </a:lnTo>
                  <a:cubicBezTo>
                    <a:pt x="173" y="80"/>
                    <a:pt x="182" y="32"/>
                    <a:pt x="211" y="3"/>
                  </a:cubicBezTo>
                  <a:cubicBezTo>
                    <a:pt x="201" y="1"/>
                    <a:pt x="191" y="0"/>
                    <a:pt x="182" y="0"/>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0" name="Google Shape;8480;p63"/>
            <p:cNvSpPr/>
            <p:nvPr/>
          </p:nvSpPr>
          <p:spPr>
            <a:xfrm>
              <a:off x="2246245" y="2650357"/>
              <a:ext cx="60844" cy="65230"/>
            </a:xfrm>
            <a:custGeom>
              <a:avLst/>
              <a:gdLst/>
              <a:ahLst/>
              <a:cxnLst/>
              <a:rect l="l" t="t" r="r" b="b"/>
              <a:pathLst>
                <a:path w="2317" h="2484" extrusionOk="0">
                  <a:moveTo>
                    <a:pt x="1598" y="0"/>
                  </a:moveTo>
                  <a:cubicBezTo>
                    <a:pt x="1586" y="0"/>
                    <a:pt x="1573" y="5"/>
                    <a:pt x="1560" y="14"/>
                  </a:cubicBezTo>
                  <a:cubicBezTo>
                    <a:pt x="1311" y="206"/>
                    <a:pt x="1024" y="340"/>
                    <a:pt x="727" y="426"/>
                  </a:cubicBezTo>
                  <a:cubicBezTo>
                    <a:pt x="632" y="454"/>
                    <a:pt x="536" y="474"/>
                    <a:pt x="450" y="493"/>
                  </a:cubicBezTo>
                  <a:cubicBezTo>
                    <a:pt x="354" y="512"/>
                    <a:pt x="259" y="521"/>
                    <a:pt x="163" y="531"/>
                  </a:cubicBezTo>
                  <a:cubicBezTo>
                    <a:pt x="77" y="531"/>
                    <a:pt x="0" y="617"/>
                    <a:pt x="0" y="703"/>
                  </a:cubicBezTo>
                  <a:lnTo>
                    <a:pt x="0" y="1431"/>
                  </a:lnTo>
                  <a:cubicBezTo>
                    <a:pt x="0" y="2014"/>
                    <a:pt x="469" y="2483"/>
                    <a:pt x="1053" y="2483"/>
                  </a:cubicBezTo>
                  <a:lnTo>
                    <a:pt x="1273" y="2483"/>
                  </a:lnTo>
                  <a:cubicBezTo>
                    <a:pt x="1847" y="2483"/>
                    <a:pt x="2316" y="2014"/>
                    <a:pt x="2316" y="1431"/>
                  </a:cubicBezTo>
                  <a:lnTo>
                    <a:pt x="2316" y="675"/>
                  </a:lnTo>
                  <a:cubicBezTo>
                    <a:pt x="2316" y="608"/>
                    <a:pt x="2278" y="541"/>
                    <a:pt x="2211" y="512"/>
                  </a:cubicBezTo>
                  <a:cubicBezTo>
                    <a:pt x="2182" y="502"/>
                    <a:pt x="2163" y="493"/>
                    <a:pt x="2144" y="483"/>
                  </a:cubicBezTo>
                  <a:cubicBezTo>
                    <a:pt x="1933" y="407"/>
                    <a:pt x="1771" y="253"/>
                    <a:pt x="1665" y="52"/>
                  </a:cubicBezTo>
                  <a:lnTo>
                    <a:pt x="1656" y="43"/>
                  </a:lnTo>
                  <a:cubicBezTo>
                    <a:pt x="1643" y="17"/>
                    <a:pt x="1622" y="0"/>
                    <a:pt x="1598" y="0"/>
                  </a:cubicBezTo>
                  <a:close/>
                </a:path>
              </a:pathLst>
            </a:custGeom>
            <a:solidFill>
              <a:srgbClr val="CBD3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1" name="Google Shape;8481;p63"/>
            <p:cNvSpPr/>
            <p:nvPr/>
          </p:nvSpPr>
          <p:spPr>
            <a:xfrm>
              <a:off x="2246482" y="2650331"/>
              <a:ext cx="44012" cy="65256"/>
            </a:xfrm>
            <a:custGeom>
              <a:avLst/>
              <a:gdLst/>
              <a:ahLst/>
              <a:cxnLst/>
              <a:rect l="l" t="t" r="r" b="b"/>
              <a:pathLst>
                <a:path w="1676" h="2485" extrusionOk="0">
                  <a:moveTo>
                    <a:pt x="1595" y="1"/>
                  </a:moveTo>
                  <a:cubicBezTo>
                    <a:pt x="1583" y="1"/>
                    <a:pt x="1571" y="5"/>
                    <a:pt x="1561" y="15"/>
                  </a:cubicBezTo>
                  <a:cubicBezTo>
                    <a:pt x="1312" y="207"/>
                    <a:pt x="1025" y="341"/>
                    <a:pt x="718" y="427"/>
                  </a:cubicBezTo>
                  <a:cubicBezTo>
                    <a:pt x="632" y="455"/>
                    <a:pt x="537" y="475"/>
                    <a:pt x="441" y="494"/>
                  </a:cubicBezTo>
                  <a:cubicBezTo>
                    <a:pt x="345" y="513"/>
                    <a:pt x="259" y="522"/>
                    <a:pt x="163" y="532"/>
                  </a:cubicBezTo>
                  <a:cubicBezTo>
                    <a:pt x="68" y="532"/>
                    <a:pt x="1" y="609"/>
                    <a:pt x="1" y="704"/>
                  </a:cubicBezTo>
                  <a:lnTo>
                    <a:pt x="1" y="1432"/>
                  </a:lnTo>
                  <a:cubicBezTo>
                    <a:pt x="1" y="2015"/>
                    <a:pt x="470" y="2484"/>
                    <a:pt x="1044" y="2484"/>
                  </a:cubicBezTo>
                  <a:lnTo>
                    <a:pt x="1264" y="2484"/>
                  </a:lnTo>
                  <a:cubicBezTo>
                    <a:pt x="680" y="2484"/>
                    <a:pt x="211" y="2015"/>
                    <a:pt x="211" y="1432"/>
                  </a:cubicBezTo>
                  <a:lnTo>
                    <a:pt x="211" y="704"/>
                  </a:lnTo>
                  <a:cubicBezTo>
                    <a:pt x="211" y="618"/>
                    <a:pt x="278" y="532"/>
                    <a:pt x="374" y="532"/>
                  </a:cubicBezTo>
                  <a:cubicBezTo>
                    <a:pt x="470" y="522"/>
                    <a:pt x="565" y="513"/>
                    <a:pt x="652" y="494"/>
                  </a:cubicBezTo>
                  <a:cubicBezTo>
                    <a:pt x="747" y="475"/>
                    <a:pt x="843" y="455"/>
                    <a:pt x="929" y="427"/>
                  </a:cubicBezTo>
                  <a:cubicBezTo>
                    <a:pt x="1197" y="350"/>
                    <a:pt x="1446" y="235"/>
                    <a:pt x="1676" y="82"/>
                  </a:cubicBezTo>
                  <a:lnTo>
                    <a:pt x="1656" y="53"/>
                  </a:lnTo>
                  <a:lnTo>
                    <a:pt x="1647" y="34"/>
                  </a:lnTo>
                  <a:cubicBezTo>
                    <a:pt x="1641" y="16"/>
                    <a:pt x="1618" y="1"/>
                    <a:pt x="1595" y="1"/>
                  </a:cubicBezTo>
                  <a:close/>
                </a:path>
              </a:pathLst>
            </a:custGeom>
            <a:solidFill>
              <a:srgbClr val="B7C2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82" name="Google Shape;8482;p63"/>
          <p:cNvGrpSpPr/>
          <p:nvPr/>
        </p:nvGrpSpPr>
        <p:grpSpPr>
          <a:xfrm>
            <a:off x="2647141" y="2265542"/>
            <a:ext cx="344059" cy="340671"/>
            <a:chOff x="2661416" y="2422342"/>
            <a:chExt cx="344059" cy="340671"/>
          </a:xfrm>
        </p:grpSpPr>
        <p:sp>
          <p:nvSpPr>
            <p:cNvPr id="8483" name="Google Shape;8483;p63"/>
            <p:cNvSpPr/>
            <p:nvPr/>
          </p:nvSpPr>
          <p:spPr>
            <a:xfrm>
              <a:off x="2906947" y="2604481"/>
              <a:ext cx="39994" cy="39469"/>
            </a:xfrm>
            <a:custGeom>
              <a:avLst/>
              <a:gdLst/>
              <a:ahLst/>
              <a:cxnLst/>
              <a:rect l="l" t="t" r="r" b="b"/>
              <a:pathLst>
                <a:path w="1523" h="1503" extrusionOk="0">
                  <a:moveTo>
                    <a:pt x="0" y="0"/>
                  </a:moveTo>
                  <a:lnTo>
                    <a:pt x="977" y="1503"/>
                  </a:lnTo>
                  <a:lnTo>
                    <a:pt x="1522" y="1503"/>
                  </a:lnTo>
                  <a:cubicBezTo>
                    <a:pt x="1513" y="670"/>
                    <a:pt x="833" y="0"/>
                    <a:pt x="0" y="0"/>
                  </a:cubicBez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4" name="Google Shape;8484;p63"/>
            <p:cNvSpPr/>
            <p:nvPr/>
          </p:nvSpPr>
          <p:spPr>
            <a:xfrm>
              <a:off x="2866979" y="2604481"/>
              <a:ext cx="65624" cy="39469"/>
            </a:xfrm>
            <a:custGeom>
              <a:avLst/>
              <a:gdLst/>
              <a:ahLst/>
              <a:cxnLst/>
              <a:rect l="l" t="t" r="r" b="b"/>
              <a:pathLst>
                <a:path w="2499" h="1503" extrusionOk="0">
                  <a:moveTo>
                    <a:pt x="1505" y="0"/>
                  </a:moveTo>
                  <a:cubicBezTo>
                    <a:pt x="680" y="0"/>
                    <a:pt x="10" y="667"/>
                    <a:pt x="1" y="1503"/>
                  </a:cubicBezTo>
                  <a:lnTo>
                    <a:pt x="2499" y="1503"/>
                  </a:lnTo>
                  <a:cubicBezTo>
                    <a:pt x="2499" y="670"/>
                    <a:pt x="2049" y="0"/>
                    <a:pt x="1522" y="0"/>
                  </a:cubicBezTo>
                  <a:cubicBezTo>
                    <a:pt x="1517" y="0"/>
                    <a:pt x="1511" y="0"/>
                    <a:pt x="1505" y="0"/>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5" name="Google Shape;8485;p63"/>
            <p:cNvSpPr/>
            <p:nvPr/>
          </p:nvSpPr>
          <p:spPr>
            <a:xfrm>
              <a:off x="2906448" y="2539146"/>
              <a:ext cx="21638" cy="43487"/>
            </a:xfrm>
            <a:custGeom>
              <a:avLst/>
              <a:gdLst/>
              <a:ahLst/>
              <a:cxnLst/>
              <a:rect l="l" t="t" r="r" b="b"/>
              <a:pathLst>
                <a:path w="824" h="1656" extrusionOk="0">
                  <a:moveTo>
                    <a:pt x="0" y="0"/>
                  </a:moveTo>
                  <a:lnTo>
                    <a:pt x="0" y="1656"/>
                  </a:lnTo>
                  <a:cubicBezTo>
                    <a:pt x="460" y="1656"/>
                    <a:pt x="823" y="1282"/>
                    <a:pt x="823" y="833"/>
                  </a:cubicBezTo>
                  <a:cubicBezTo>
                    <a:pt x="823" y="373"/>
                    <a:pt x="460" y="0"/>
                    <a:pt x="0"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6" name="Google Shape;8486;p63"/>
            <p:cNvSpPr/>
            <p:nvPr/>
          </p:nvSpPr>
          <p:spPr>
            <a:xfrm>
              <a:off x="2759681" y="2604481"/>
              <a:ext cx="39968" cy="39469"/>
            </a:xfrm>
            <a:custGeom>
              <a:avLst/>
              <a:gdLst/>
              <a:ahLst/>
              <a:cxnLst/>
              <a:rect l="l" t="t" r="r" b="b"/>
              <a:pathLst>
                <a:path w="1522" h="1503" extrusionOk="0">
                  <a:moveTo>
                    <a:pt x="18" y="0"/>
                  </a:moveTo>
                  <a:cubicBezTo>
                    <a:pt x="12" y="0"/>
                    <a:pt x="6" y="0"/>
                    <a:pt x="0" y="0"/>
                  </a:cubicBezTo>
                  <a:lnTo>
                    <a:pt x="967" y="1503"/>
                  </a:lnTo>
                  <a:lnTo>
                    <a:pt x="1522" y="1503"/>
                  </a:lnTo>
                  <a:cubicBezTo>
                    <a:pt x="1512" y="667"/>
                    <a:pt x="842" y="0"/>
                    <a:pt x="18" y="0"/>
                  </a:cubicBezTo>
                  <a:close/>
                </a:path>
              </a:pathLst>
            </a:custGeom>
            <a:solidFill>
              <a:srgbClr val="B4C0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7" name="Google Shape;8487;p63"/>
            <p:cNvSpPr/>
            <p:nvPr/>
          </p:nvSpPr>
          <p:spPr>
            <a:xfrm>
              <a:off x="2719713" y="2604481"/>
              <a:ext cx="65361" cy="39469"/>
            </a:xfrm>
            <a:custGeom>
              <a:avLst/>
              <a:gdLst/>
              <a:ahLst/>
              <a:cxnLst/>
              <a:rect l="l" t="t" r="r" b="b"/>
              <a:pathLst>
                <a:path w="2489" h="1503" extrusionOk="0">
                  <a:moveTo>
                    <a:pt x="1505" y="0"/>
                  </a:moveTo>
                  <a:cubicBezTo>
                    <a:pt x="680" y="0"/>
                    <a:pt x="10" y="667"/>
                    <a:pt x="1" y="1503"/>
                  </a:cubicBezTo>
                  <a:lnTo>
                    <a:pt x="2489" y="1503"/>
                  </a:lnTo>
                  <a:cubicBezTo>
                    <a:pt x="2489" y="670"/>
                    <a:pt x="2049" y="0"/>
                    <a:pt x="1522" y="0"/>
                  </a:cubicBezTo>
                  <a:cubicBezTo>
                    <a:pt x="1516" y="0"/>
                    <a:pt x="1511" y="0"/>
                    <a:pt x="1505" y="0"/>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8" name="Google Shape;8488;p63"/>
            <p:cNvSpPr/>
            <p:nvPr/>
          </p:nvSpPr>
          <p:spPr>
            <a:xfrm>
              <a:off x="2759182" y="2539146"/>
              <a:ext cx="21875" cy="43487"/>
            </a:xfrm>
            <a:custGeom>
              <a:avLst/>
              <a:gdLst/>
              <a:ahLst/>
              <a:cxnLst/>
              <a:rect l="l" t="t" r="r" b="b"/>
              <a:pathLst>
                <a:path w="833" h="1656" extrusionOk="0">
                  <a:moveTo>
                    <a:pt x="0" y="0"/>
                  </a:moveTo>
                  <a:lnTo>
                    <a:pt x="0" y="1656"/>
                  </a:lnTo>
                  <a:cubicBezTo>
                    <a:pt x="460" y="1656"/>
                    <a:pt x="833" y="1282"/>
                    <a:pt x="833" y="833"/>
                  </a:cubicBezTo>
                  <a:cubicBezTo>
                    <a:pt x="833" y="373"/>
                    <a:pt x="460" y="0"/>
                    <a:pt x="0"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9" name="Google Shape;8489;p63"/>
            <p:cNvSpPr/>
            <p:nvPr/>
          </p:nvSpPr>
          <p:spPr>
            <a:xfrm>
              <a:off x="2833314" y="2606477"/>
              <a:ext cx="53544" cy="53570"/>
            </a:xfrm>
            <a:custGeom>
              <a:avLst/>
              <a:gdLst/>
              <a:ahLst/>
              <a:cxnLst/>
              <a:rect l="l" t="t" r="r" b="b"/>
              <a:pathLst>
                <a:path w="2039" h="2040" extrusionOk="0">
                  <a:moveTo>
                    <a:pt x="0" y="1"/>
                  </a:moveTo>
                  <a:lnTo>
                    <a:pt x="1216" y="2039"/>
                  </a:lnTo>
                  <a:lnTo>
                    <a:pt x="2039" y="2039"/>
                  </a:lnTo>
                  <a:cubicBezTo>
                    <a:pt x="2039" y="910"/>
                    <a:pt x="1130" y="1"/>
                    <a:pt x="0"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0" name="Google Shape;8490;p63"/>
            <p:cNvSpPr/>
            <p:nvPr/>
          </p:nvSpPr>
          <p:spPr>
            <a:xfrm>
              <a:off x="2779770" y="2606477"/>
              <a:ext cx="85476" cy="53570"/>
            </a:xfrm>
            <a:custGeom>
              <a:avLst/>
              <a:gdLst/>
              <a:ahLst/>
              <a:cxnLst/>
              <a:rect l="l" t="t" r="r" b="b"/>
              <a:pathLst>
                <a:path w="3255" h="2040" extrusionOk="0">
                  <a:moveTo>
                    <a:pt x="2039" y="1"/>
                  </a:moveTo>
                  <a:cubicBezTo>
                    <a:pt x="910" y="1"/>
                    <a:pt x="1" y="910"/>
                    <a:pt x="1" y="2039"/>
                  </a:cubicBezTo>
                  <a:lnTo>
                    <a:pt x="3255" y="2039"/>
                  </a:lnTo>
                  <a:cubicBezTo>
                    <a:pt x="3255" y="910"/>
                    <a:pt x="2709" y="1"/>
                    <a:pt x="203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1" name="Google Shape;8491;p63"/>
            <p:cNvSpPr/>
            <p:nvPr/>
          </p:nvSpPr>
          <p:spPr>
            <a:xfrm>
              <a:off x="2833813" y="2525570"/>
              <a:ext cx="29437" cy="59085"/>
            </a:xfrm>
            <a:custGeom>
              <a:avLst/>
              <a:gdLst/>
              <a:ahLst/>
              <a:cxnLst/>
              <a:rect l="l" t="t" r="r" b="b"/>
              <a:pathLst>
                <a:path w="1121" h="2250" extrusionOk="0">
                  <a:moveTo>
                    <a:pt x="1" y="0"/>
                  </a:moveTo>
                  <a:lnTo>
                    <a:pt x="1" y="2249"/>
                  </a:lnTo>
                  <a:cubicBezTo>
                    <a:pt x="623" y="2249"/>
                    <a:pt x="1120" y="1742"/>
                    <a:pt x="1120" y="1120"/>
                  </a:cubicBezTo>
                  <a:cubicBezTo>
                    <a:pt x="1120" y="498"/>
                    <a:pt x="623" y="0"/>
                    <a:pt x="1"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2" name="Google Shape;8492;p63"/>
            <p:cNvSpPr/>
            <p:nvPr/>
          </p:nvSpPr>
          <p:spPr>
            <a:xfrm>
              <a:off x="2803404" y="2525570"/>
              <a:ext cx="45010" cy="59085"/>
            </a:xfrm>
            <a:custGeom>
              <a:avLst/>
              <a:gdLst/>
              <a:ahLst/>
              <a:cxnLst/>
              <a:rect l="l" t="t" r="r" b="b"/>
              <a:pathLst>
                <a:path w="1714" h="2250" extrusionOk="0">
                  <a:moveTo>
                    <a:pt x="1130" y="0"/>
                  </a:moveTo>
                  <a:cubicBezTo>
                    <a:pt x="508" y="0"/>
                    <a:pt x="1" y="498"/>
                    <a:pt x="1" y="1120"/>
                  </a:cubicBezTo>
                  <a:cubicBezTo>
                    <a:pt x="1" y="1742"/>
                    <a:pt x="508" y="2249"/>
                    <a:pt x="1130" y="2249"/>
                  </a:cubicBezTo>
                  <a:lnTo>
                    <a:pt x="1159" y="2249"/>
                  </a:lnTo>
                  <a:cubicBezTo>
                    <a:pt x="1465" y="2230"/>
                    <a:pt x="1714" y="1732"/>
                    <a:pt x="1714" y="1120"/>
                  </a:cubicBezTo>
                  <a:cubicBezTo>
                    <a:pt x="1714" y="507"/>
                    <a:pt x="1465" y="10"/>
                    <a:pt x="115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3" name="Google Shape;8493;p63"/>
            <p:cNvSpPr/>
            <p:nvPr/>
          </p:nvSpPr>
          <p:spPr>
            <a:xfrm>
              <a:off x="2737570" y="2539146"/>
              <a:ext cx="28912" cy="43487"/>
            </a:xfrm>
            <a:custGeom>
              <a:avLst/>
              <a:gdLst/>
              <a:ahLst/>
              <a:cxnLst/>
              <a:rect l="l" t="t" r="r" b="b"/>
              <a:pathLst>
                <a:path w="1101" h="1656" extrusionOk="0">
                  <a:moveTo>
                    <a:pt x="823" y="0"/>
                  </a:moveTo>
                  <a:cubicBezTo>
                    <a:pt x="364" y="0"/>
                    <a:pt x="0" y="373"/>
                    <a:pt x="0" y="833"/>
                  </a:cubicBezTo>
                  <a:cubicBezTo>
                    <a:pt x="0" y="1282"/>
                    <a:pt x="364" y="1656"/>
                    <a:pt x="823" y="1656"/>
                  </a:cubicBezTo>
                  <a:cubicBezTo>
                    <a:pt x="986" y="1656"/>
                    <a:pt x="1101" y="1292"/>
                    <a:pt x="1101" y="833"/>
                  </a:cubicBezTo>
                  <a:cubicBezTo>
                    <a:pt x="1101" y="373"/>
                    <a:pt x="976" y="0"/>
                    <a:pt x="823"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4" name="Google Shape;8494;p63"/>
            <p:cNvSpPr/>
            <p:nvPr/>
          </p:nvSpPr>
          <p:spPr>
            <a:xfrm>
              <a:off x="2884573" y="2539146"/>
              <a:ext cx="29175" cy="43487"/>
            </a:xfrm>
            <a:custGeom>
              <a:avLst/>
              <a:gdLst/>
              <a:ahLst/>
              <a:cxnLst/>
              <a:rect l="l" t="t" r="r" b="b"/>
              <a:pathLst>
                <a:path w="1111" h="1656" extrusionOk="0">
                  <a:moveTo>
                    <a:pt x="833" y="0"/>
                  </a:moveTo>
                  <a:cubicBezTo>
                    <a:pt x="374" y="0"/>
                    <a:pt x="1" y="373"/>
                    <a:pt x="1" y="833"/>
                  </a:cubicBezTo>
                  <a:cubicBezTo>
                    <a:pt x="1" y="1282"/>
                    <a:pt x="374" y="1656"/>
                    <a:pt x="833" y="1656"/>
                  </a:cubicBezTo>
                  <a:cubicBezTo>
                    <a:pt x="986" y="1656"/>
                    <a:pt x="1111" y="1292"/>
                    <a:pt x="1111" y="833"/>
                  </a:cubicBezTo>
                  <a:cubicBezTo>
                    <a:pt x="1111" y="373"/>
                    <a:pt x="986" y="0"/>
                    <a:pt x="833"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5" name="Google Shape;8495;p63"/>
            <p:cNvSpPr/>
            <p:nvPr/>
          </p:nvSpPr>
          <p:spPr>
            <a:xfrm>
              <a:off x="2661416" y="2422342"/>
              <a:ext cx="344059" cy="340671"/>
            </a:xfrm>
            <a:custGeom>
              <a:avLst/>
              <a:gdLst/>
              <a:ahLst/>
              <a:cxnLst/>
              <a:rect l="l" t="t" r="r" b="b"/>
              <a:pathLst>
                <a:path w="13102" h="12973" extrusionOk="0">
                  <a:moveTo>
                    <a:pt x="6757" y="1127"/>
                  </a:moveTo>
                  <a:cubicBezTo>
                    <a:pt x="9551" y="1232"/>
                    <a:pt x="11800" y="3481"/>
                    <a:pt x="11906" y="6276"/>
                  </a:cubicBezTo>
                  <a:lnTo>
                    <a:pt x="11418" y="6276"/>
                  </a:lnTo>
                  <a:cubicBezTo>
                    <a:pt x="11140" y="6276"/>
                    <a:pt x="11140" y="6687"/>
                    <a:pt x="11418" y="6687"/>
                  </a:cubicBezTo>
                  <a:lnTo>
                    <a:pt x="11906" y="6687"/>
                  </a:lnTo>
                  <a:cubicBezTo>
                    <a:pt x="11800" y="9492"/>
                    <a:pt x="9551" y="11741"/>
                    <a:pt x="6757" y="11846"/>
                  </a:cubicBezTo>
                  <a:lnTo>
                    <a:pt x="6757" y="11358"/>
                  </a:lnTo>
                  <a:cubicBezTo>
                    <a:pt x="6757" y="11219"/>
                    <a:pt x="6652" y="11150"/>
                    <a:pt x="6546" y="11150"/>
                  </a:cubicBezTo>
                  <a:cubicBezTo>
                    <a:pt x="6441" y="11150"/>
                    <a:pt x="6336" y="11219"/>
                    <a:pt x="6336" y="11358"/>
                  </a:cubicBezTo>
                  <a:lnTo>
                    <a:pt x="6336" y="11846"/>
                  </a:lnTo>
                  <a:cubicBezTo>
                    <a:pt x="3541" y="11741"/>
                    <a:pt x="1292" y="9492"/>
                    <a:pt x="1187" y="6697"/>
                  </a:cubicBezTo>
                  <a:lnTo>
                    <a:pt x="1675" y="6697"/>
                  </a:lnTo>
                  <a:cubicBezTo>
                    <a:pt x="1953" y="6697"/>
                    <a:pt x="1953" y="6285"/>
                    <a:pt x="1675" y="6285"/>
                  </a:cubicBezTo>
                  <a:lnTo>
                    <a:pt x="1187" y="6285"/>
                  </a:lnTo>
                  <a:cubicBezTo>
                    <a:pt x="1292" y="3481"/>
                    <a:pt x="3541" y="1232"/>
                    <a:pt x="6336" y="1127"/>
                  </a:cubicBezTo>
                  <a:lnTo>
                    <a:pt x="6336" y="1615"/>
                  </a:lnTo>
                  <a:cubicBezTo>
                    <a:pt x="6336" y="1754"/>
                    <a:pt x="6441" y="1823"/>
                    <a:pt x="6546" y="1823"/>
                  </a:cubicBezTo>
                  <a:cubicBezTo>
                    <a:pt x="6652" y="1823"/>
                    <a:pt x="6757" y="1754"/>
                    <a:pt x="6757" y="1615"/>
                  </a:cubicBezTo>
                  <a:lnTo>
                    <a:pt x="6757" y="1127"/>
                  </a:lnTo>
                  <a:close/>
                  <a:moveTo>
                    <a:pt x="6546" y="0"/>
                  </a:moveTo>
                  <a:cubicBezTo>
                    <a:pt x="6441" y="0"/>
                    <a:pt x="6336" y="70"/>
                    <a:pt x="6336" y="208"/>
                  </a:cubicBezTo>
                  <a:lnTo>
                    <a:pt x="6336" y="716"/>
                  </a:lnTo>
                  <a:cubicBezTo>
                    <a:pt x="3312" y="821"/>
                    <a:pt x="881" y="3252"/>
                    <a:pt x="775" y="6285"/>
                  </a:cubicBezTo>
                  <a:lnTo>
                    <a:pt x="278" y="6285"/>
                  </a:lnTo>
                  <a:cubicBezTo>
                    <a:pt x="0" y="6285"/>
                    <a:pt x="0" y="6697"/>
                    <a:pt x="278" y="6697"/>
                  </a:cubicBezTo>
                  <a:lnTo>
                    <a:pt x="775" y="6697"/>
                  </a:lnTo>
                  <a:cubicBezTo>
                    <a:pt x="890" y="9721"/>
                    <a:pt x="3312" y="12152"/>
                    <a:pt x="6345" y="12267"/>
                  </a:cubicBezTo>
                  <a:lnTo>
                    <a:pt x="6345" y="12765"/>
                  </a:lnTo>
                  <a:cubicBezTo>
                    <a:pt x="6345" y="12903"/>
                    <a:pt x="6448" y="12973"/>
                    <a:pt x="6551" y="12973"/>
                  </a:cubicBezTo>
                  <a:cubicBezTo>
                    <a:pt x="6654" y="12973"/>
                    <a:pt x="6757" y="12903"/>
                    <a:pt x="6757" y="12765"/>
                  </a:cubicBezTo>
                  <a:lnTo>
                    <a:pt x="6757" y="12267"/>
                  </a:lnTo>
                  <a:cubicBezTo>
                    <a:pt x="9791" y="12152"/>
                    <a:pt x="12212" y="9721"/>
                    <a:pt x="12327" y="6697"/>
                  </a:cubicBezTo>
                  <a:lnTo>
                    <a:pt x="12834" y="6697"/>
                  </a:lnTo>
                  <a:cubicBezTo>
                    <a:pt x="13099" y="6697"/>
                    <a:pt x="13102" y="6285"/>
                    <a:pt x="12843" y="6285"/>
                  </a:cubicBezTo>
                  <a:cubicBezTo>
                    <a:pt x="12840" y="6285"/>
                    <a:pt x="12837" y="6285"/>
                    <a:pt x="12834" y="6285"/>
                  </a:cubicBezTo>
                  <a:lnTo>
                    <a:pt x="12317" y="6285"/>
                  </a:lnTo>
                  <a:cubicBezTo>
                    <a:pt x="12212" y="3252"/>
                    <a:pt x="9781" y="821"/>
                    <a:pt x="6757" y="716"/>
                  </a:cubicBezTo>
                  <a:lnTo>
                    <a:pt x="6757" y="208"/>
                  </a:lnTo>
                  <a:cubicBezTo>
                    <a:pt x="6757" y="70"/>
                    <a:pt x="6652" y="0"/>
                    <a:pt x="654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496" name="Google Shape;8496;p63"/>
          <p:cNvGrpSpPr/>
          <p:nvPr/>
        </p:nvGrpSpPr>
        <p:grpSpPr>
          <a:xfrm>
            <a:off x="4052235" y="2265542"/>
            <a:ext cx="206876" cy="348470"/>
            <a:chOff x="4066510" y="2422342"/>
            <a:chExt cx="206876" cy="348470"/>
          </a:xfrm>
        </p:grpSpPr>
        <p:sp>
          <p:nvSpPr>
            <p:cNvPr id="8497" name="Google Shape;8497;p63"/>
            <p:cNvSpPr/>
            <p:nvPr/>
          </p:nvSpPr>
          <p:spPr>
            <a:xfrm>
              <a:off x="4093662" y="2737934"/>
              <a:ext cx="152334" cy="11082"/>
            </a:xfrm>
            <a:custGeom>
              <a:avLst/>
              <a:gdLst/>
              <a:ahLst/>
              <a:cxnLst/>
              <a:rect l="l" t="t" r="r" b="b"/>
              <a:pathLst>
                <a:path w="5801" h="422" extrusionOk="0">
                  <a:moveTo>
                    <a:pt x="0" y="0"/>
                  </a:moveTo>
                  <a:lnTo>
                    <a:pt x="0" y="421"/>
                  </a:lnTo>
                  <a:lnTo>
                    <a:pt x="5800" y="421"/>
                  </a:lnTo>
                  <a:lnTo>
                    <a:pt x="5800"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8" name="Google Shape;8498;p63"/>
            <p:cNvSpPr/>
            <p:nvPr/>
          </p:nvSpPr>
          <p:spPr>
            <a:xfrm>
              <a:off x="4164538" y="2422342"/>
              <a:ext cx="10819" cy="348286"/>
            </a:xfrm>
            <a:custGeom>
              <a:avLst/>
              <a:gdLst/>
              <a:ahLst/>
              <a:cxnLst/>
              <a:rect l="l" t="t" r="r" b="b"/>
              <a:pathLst>
                <a:path w="412" h="13263" extrusionOk="0">
                  <a:moveTo>
                    <a:pt x="206" y="0"/>
                  </a:moveTo>
                  <a:cubicBezTo>
                    <a:pt x="103" y="0"/>
                    <a:pt x="0" y="70"/>
                    <a:pt x="0" y="208"/>
                  </a:cubicBezTo>
                  <a:lnTo>
                    <a:pt x="0" y="13061"/>
                  </a:lnTo>
                  <a:cubicBezTo>
                    <a:pt x="0" y="13176"/>
                    <a:pt x="86" y="13262"/>
                    <a:pt x="201" y="13262"/>
                  </a:cubicBezTo>
                  <a:cubicBezTo>
                    <a:pt x="316" y="13262"/>
                    <a:pt x="412" y="13176"/>
                    <a:pt x="412" y="13061"/>
                  </a:cubicBezTo>
                  <a:lnTo>
                    <a:pt x="412" y="208"/>
                  </a:lnTo>
                  <a:cubicBezTo>
                    <a:pt x="412" y="70"/>
                    <a:pt x="309" y="0"/>
                    <a:pt x="206"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9" name="Google Shape;8499;p63"/>
            <p:cNvSpPr/>
            <p:nvPr/>
          </p:nvSpPr>
          <p:spPr>
            <a:xfrm>
              <a:off x="4082344" y="2645657"/>
              <a:ext cx="33823" cy="125155"/>
            </a:xfrm>
            <a:custGeom>
              <a:avLst/>
              <a:gdLst/>
              <a:ahLst/>
              <a:cxnLst/>
              <a:rect l="l" t="t" r="r" b="b"/>
              <a:pathLst>
                <a:path w="1288" h="4766" extrusionOk="0">
                  <a:moveTo>
                    <a:pt x="1051" y="0"/>
                  </a:moveTo>
                  <a:cubicBezTo>
                    <a:pt x="962" y="0"/>
                    <a:pt x="873" y="54"/>
                    <a:pt x="853" y="174"/>
                  </a:cubicBezTo>
                  <a:lnTo>
                    <a:pt x="20" y="4519"/>
                  </a:lnTo>
                  <a:cubicBezTo>
                    <a:pt x="1" y="4634"/>
                    <a:pt x="77" y="4739"/>
                    <a:pt x="183" y="4758"/>
                  </a:cubicBezTo>
                  <a:cubicBezTo>
                    <a:pt x="192" y="4763"/>
                    <a:pt x="199" y="4765"/>
                    <a:pt x="207" y="4765"/>
                  </a:cubicBezTo>
                  <a:cubicBezTo>
                    <a:pt x="214" y="4765"/>
                    <a:pt x="221" y="4763"/>
                    <a:pt x="230" y="4758"/>
                  </a:cubicBezTo>
                  <a:cubicBezTo>
                    <a:pt x="326" y="4758"/>
                    <a:pt x="403" y="4691"/>
                    <a:pt x="431" y="4605"/>
                  </a:cubicBezTo>
                  <a:lnTo>
                    <a:pt x="1254" y="251"/>
                  </a:lnTo>
                  <a:cubicBezTo>
                    <a:pt x="1287" y="93"/>
                    <a:pt x="1169" y="0"/>
                    <a:pt x="1051"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0" name="Google Shape;8500;p63"/>
            <p:cNvSpPr/>
            <p:nvPr/>
          </p:nvSpPr>
          <p:spPr>
            <a:xfrm>
              <a:off x="4223623" y="2645578"/>
              <a:ext cx="33665" cy="125050"/>
            </a:xfrm>
            <a:custGeom>
              <a:avLst/>
              <a:gdLst/>
              <a:ahLst/>
              <a:cxnLst/>
              <a:rect l="l" t="t" r="r" b="b"/>
              <a:pathLst>
                <a:path w="1282" h="4762" extrusionOk="0">
                  <a:moveTo>
                    <a:pt x="237" y="1"/>
                  </a:moveTo>
                  <a:cubicBezTo>
                    <a:pt x="120" y="1"/>
                    <a:pt x="1" y="91"/>
                    <a:pt x="28" y="244"/>
                  </a:cubicBezTo>
                  <a:lnTo>
                    <a:pt x="861" y="4599"/>
                  </a:lnTo>
                  <a:cubicBezTo>
                    <a:pt x="880" y="4694"/>
                    <a:pt x="966" y="4761"/>
                    <a:pt x="1062" y="4761"/>
                  </a:cubicBezTo>
                  <a:lnTo>
                    <a:pt x="1100" y="4761"/>
                  </a:lnTo>
                  <a:cubicBezTo>
                    <a:pt x="1215" y="4732"/>
                    <a:pt x="1282" y="4627"/>
                    <a:pt x="1263" y="4522"/>
                  </a:cubicBezTo>
                  <a:lnTo>
                    <a:pt x="440" y="167"/>
                  </a:lnTo>
                  <a:cubicBezTo>
                    <a:pt x="415" y="52"/>
                    <a:pt x="326" y="1"/>
                    <a:pt x="237"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1" name="Google Shape;8501;p63"/>
            <p:cNvSpPr/>
            <p:nvPr/>
          </p:nvSpPr>
          <p:spPr>
            <a:xfrm>
              <a:off x="4164538" y="2645447"/>
              <a:ext cx="10819" cy="21875"/>
            </a:xfrm>
            <a:custGeom>
              <a:avLst/>
              <a:gdLst/>
              <a:ahLst/>
              <a:cxnLst/>
              <a:rect l="l" t="t" r="r" b="b"/>
              <a:pathLst>
                <a:path w="412" h="833" extrusionOk="0">
                  <a:moveTo>
                    <a:pt x="0" y="0"/>
                  </a:moveTo>
                  <a:lnTo>
                    <a:pt x="0" y="833"/>
                  </a:lnTo>
                  <a:lnTo>
                    <a:pt x="412" y="833"/>
                  </a:lnTo>
                  <a:lnTo>
                    <a:pt x="412"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2" name="Google Shape;8502;p63"/>
            <p:cNvSpPr/>
            <p:nvPr/>
          </p:nvSpPr>
          <p:spPr>
            <a:xfrm>
              <a:off x="4101462" y="2645604"/>
              <a:ext cx="14601" cy="21717"/>
            </a:xfrm>
            <a:custGeom>
              <a:avLst/>
              <a:gdLst/>
              <a:ahLst/>
              <a:cxnLst/>
              <a:rect l="l" t="t" r="r" b="b"/>
              <a:pathLst>
                <a:path w="556" h="827" extrusionOk="0">
                  <a:moveTo>
                    <a:pt x="325" y="1"/>
                  </a:moveTo>
                  <a:cubicBezTo>
                    <a:pt x="226" y="1"/>
                    <a:pt x="141" y="65"/>
                    <a:pt x="125" y="166"/>
                  </a:cubicBezTo>
                  <a:lnTo>
                    <a:pt x="0" y="827"/>
                  </a:lnTo>
                  <a:lnTo>
                    <a:pt x="421" y="827"/>
                  </a:lnTo>
                  <a:lnTo>
                    <a:pt x="536" y="243"/>
                  </a:lnTo>
                  <a:cubicBezTo>
                    <a:pt x="555" y="128"/>
                    <a:pt x="479" y="23"/>
                    <a:pt x="364" y="4"/>
                  </a:cubicBezTo>
                  <a:cubicBezTo>
                    <a:pt x="351" y="2"/>
                    <a:pt x="338" y="1"/>
                    <a:pt x="325"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3" name="Google Shape;8503;p63"/>
            <p:cNvSpPr/>
            <p:nvPr/>
          </p:nvSpPr>
          <p:spPr>
            <a:xfrm>
              <a:off x="4223623" y="2645578"/>
              <a:ext cx="14811" cy="21743"/>
            </a:xfrm>
            <a:custGeom>
              <a:avLst/>
              <a:gdLst/>
              <a:ahLst/>
              <a:cxnLst/>
              <a:rect l="l" t="t" r="r" b="b"/>
              <a:pathLst>
                <a:path w="564" h="828" extrusionOk="0">
                  <a:moveTo>
                    <a:pt x="237" y="1"/>
                  </a:moveTo>
                  <a:cubicBezTo>
                    <a:pt x="120" y="1"/>
                    <a:pt x="1" y="91"/>
                    <a:pt x="28" y="244"/>
                  </a:cubicBezTo>
                  <a:lnTo>
                    <a:pt x="143" y="828"/>
                  </a:lnTo>
                  <a:lnTo>
                    <a:pt x="564" y="828"/>
                  </a:lnTo>
                  <a:lnTo>
                    <a:pt x="440" y="167"/>
                  </a:lnTo>
                  <a:cubicBezTo>
                    <a:pt x="415" y="52"/>
                    <a:pt x="326" y="1"/>
                    <a:pt x="237"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4" name="Google Shape;8504;p63"/>
            <p:cNvSpPr/>
            <p:nvPr/>
          </p:nvSpPr>
          <p:spPr>
            <a:xfrm>
              <a:off x="4077329" y="2460471"/>
              <a:ext cx="185002" cy="196057"/>
            </a:xfrm>
            <a:custGeom>
              <a:avLst/>
              <a:gdLst/>
              <a:ahLst/>
              <a:cxnLst/>
              <a:rect l="l" t="t" r="r" b="b"/>
              <a:pathLst>
                <a:path w="7045" h="7466" extrusionOk="0">
                  <a:moveTo>
                    <a:pt x="0" y="1"/>
                  </a:moveTo>
                  <a:lnTo>
                    <a:pt x="0" y="7255"/>
                  </a:lnTo>
                  <a:cubicBezTo>
                    <a:pt x="0" y="7370"/>
                    <a:pt x="96" y="7465"/>
                    <a:pt x="211" y="7465"/>
                  </a:cubicBezTo>
                  <a:lnTo>
                    <a:pt x="6843" y="7465"/>
                  </a:lnTo>
                  <a:cubicBezTo>
                    <a:pt x="6958" y="7465"/>
                    <a:pt x="7044" y="7370"/>
                    <a:pt x="7044" y="7255"/>
                  </a:cubicBezTo>
                  <a:lnTo>
                    <a:pt x="7044"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5" name="Google Shape;8505;p63"/>
            <p:cNvSpPr/>
            <p:nvPr/>
          </p:nvSpPr>
          <p:spPr>
            <a:xfrm>
              <a:off x="4077329" y="2460471"/>
              <a:ext cx="185002" cy="16360"/>
            </a:xfrm>
            <a:custGeom>
              <a:avLst/>
              <a:gdLst/>
              <a:ahLst/>
              <a:cxnLst/>
              <a:rect l="l" t="t" r="r" b="b"/>
              <a:pathLst>
                <a:path w="7045" h="623" extrusionOk="0">
                  <a:moveTo>
                    <a:pt x="0" y="1"/>
                  </a:moveTo>
                  <a:lnTo>
                    <a:pt x="0" y="623"/>
                  </a:lnTo>
                  <a:lnTo>
                    <a:pt x="7044" y="623"/>
                  </a:lnTo>
                  <a:lnTo>
                    <a:pt x="7044" y="1"/>
                  </a:ln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6" name="Google Shape;8506;p63"/>
            <p:cNvSpPr/>
            <p:nvPr/>
          </p:nvSpPr>
          <p:spPr>
            <a:xfrm>
              <a:off x="4066510" y="2444137"/>
              <a:ext cx="206876" cy="21901"/>
            </a:xfrm>
            <a:custGeom>
              <a:avLst/>
              <a:gdLst/>
              <a:ahLst/>
              <a:cxnLst/>
              <a:rect l="l" t="t" r="r" b="b"/>
              <a:pathLst>
                <a:path w="7878" h="834" extrusionOk="0">
                  <a:moveTo>
                    <a:pt x="211" y="0"/>
                  </a:moveTo>
                  <a:cubicBezTo>
                    <a:pt x="97" y="0"/>
                    <a:pt x="1" y="96"/>
                    <a:pt x="1" y="211"/>
                  </a:cubicBezTo>
                  <a:lnTo>
                    <a:pt x="1" y="623"/>
                  </a:lnTo>
                  <a:cubicBezTo>
                    <a:pt x="1" y="737"/>
                    <a:pt x="97" y="833"/>
                    <a:pt x="211" y="833"/>
                  </a:cubicBezTo>
                  <a:lnTo>
                    <a:pt x="7667" y="833"/>
                  </a:lnTo>
                  <a:cubicBezTo>
                    <a:pt x="7781" y="833"/>
                    <a:pt x="7877" y="737"/>
                    <a:pt x="7877" y="623"/>
                  </a:cubicBezTo>
                  <a:lnTo>
                    <a:pt x="7877" y="211"/>
                  </a:lnTo>
                  <a:cubicBezTo>
                    <a:pt x="7877" y="96"/>
                    <a:pt x="7781" y="0"/>
                    <a:pt x="7667"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7" name="Google Shape;8507;p63"/>
            <p:cNvSpPr/>
            <p:nvPr/>
          </p:nvSpPr>
          <p:spPr>
            <a:xfrm>
              <a:off x="4094161" y="2508186"/>
              <a:ext cx="148185" cy="106563"/>
            </a:xfrm>
            <a:custGeom>
              <a:avLst/>
              <a:gdLst/>
              <a:ahLst/>
              <a:cxnLst/>
              <a:rect l="l" t="t" r="r" b="b"/>
              <a:pathLst>
                <a:path w="5643" h="4058" extrusionOk="0">
                  <a:moveTo>
                    <a:pt x="4309" y="1"/>
                  </a:moveTo>
                  <a:cubicBezTo>
                    <a:pt x="3969" y="1"/>
                    <a:pt x="3972" y="519"/>
                    <a:pt x="4318" y="519"/>
                  </a:cubicBezTo>
                  <a:cubicBezTo>
                    <a:pt x="4324" y="519"/>
                    <a:pt x="4330" y="519"/>
                    <a:pt x="4336" y="519"/>
                  </a:cubicBezTo>
                  <a:lnTo>
                    <a:pt x="4738" y="519"/>
                  </a:lnTo>
                  <a:lnTo>
                    <a:pt x="2987" y="2280"/>
                  </a:lnTo>
                  <a:lnTo>
                    <a:pt x="2594" y="1887"/>
                  </a:lnTo>
                  <a:cubicBezTo>
                    <a:pt x="2503" y="1796"/>
                    <a:pt x="2384" y="1751"/>
                    <a:pt x="2264" y="1751"/>
                  </a:cubicBezTo>
                  <a:cubicBezTo>
                    <a:pt x="2144" y="1751"/>
                    <a:pt x="2025" y="1796"/>
                    <a:pt x="1934" y="1887"/>
                  </a:cubicBezTo>
                  <a:lnTo>
                    <a:pt x="211" y="3600"/>
                  </a:lnTo>
                  <a:cubicBezTo>
                    <a:pt x="0" y="3782"/>
                    <a:pt x="182" y="4058"/>
                    <a:pt x="390" y="4058"/>
                  </a:cubicBezTo>
                  <a:cubicBezTo>
                    <a:pt x="456" y="4058"/>
                    <a:pt x="525" y="4031"/>
                    <a:pt x="584" y="3964"/>
                  </a:cubicBezTo>
                  <a:lnTo>
                    <a:pt x="2259" y="2280"/>
                  </a:lnTo>
                  <a:lnTo>
                    <a:pt x="2661" y="2672"/>
                  </a:lnTo>
                  <a:cubicBezTo>
                    <a:pt x="2752" y="2763"/>
                    <a:pt x="2872" y="2808"/>
                    <a:pt x="2991" y="2808"/>
                  </a:cubicBezTo>
                  <a:cubicBezTo>
                    <a:pt x="3111" y="2808"/>
                    <a:pt x="3231" y="2763"/>
                    <a:pt x="3321" y="2672"/>
                  </a:cubicBezTo>
                  <a:lnTo>
                    <a:pt x="5111" y="882"/>
                  </a:lnTo>
                  <a:lnTo>
                    <a:pt x="5111" y="1294"/>
                  </a:lnTo>
                  <a:cubicBezTo>
                    <a:pt x="5097" y="1476"/>
                    <a:pt x="5233" y="1567"/>
                    <a:pt x="5370" y="1567"/>
                  </a:cubicBezTo>
                  <a:cubicBezTo>
                    <a:pt x="5506" y="1567"/>
                    <a:pt x="5642" y="1476"/>
                    <a:pt x="5628" y="1294"/>
                  </a:cubicBezTo>
                  <a:lnTo>
                    <a:pt x="5628" y="260"/>
                  </a:lnTo>
                  <a:cubicBezTo>
                    <a:pt x="5628" y="117"/>
                    <a:pt x="5513" y="2"/>
                    <a:pt x="5370" y="2"/>
                  </a:cubicBezTo>
                  <a:lnTo>
                    <a:pt x="4336" y="2"/>
                  </a:lnTo>
                  <a:cubicBezTo>
                    <a:pt x="4327" y="1"/>
                    <a:pt x="4318" y="1"/>
                    <a:pt x="4309"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8" name="Google Shape;8508;p63"/>
            <p:cNvSpPr/>
            <p:nvPr/>
          </p:nvSpPr>
          <p:spPr>
            <a:xfrm>
              <a:off x="4066510" y="2454930"/>
              <a:ext cx="206876" cy="11108"/>
            </a:xfrm>
            <a:custGeom>
              <a:avLst/>
              <a:gdLst/>
              <a:ahLst/>
              <a:cxnLst/>
              <a:rect l="l" t="t" r="r" b="b"/>
              <a:pathLst>
                <a:path w="7878" h="423" extrusionOk="0">
                  <a:moveTo>
                    <a:pt x="211" y="1"/>
                  </a:moveTo>
                  <a:cubicBezTo>
                    <a:pt x="97" y="1"/>
                    <a:pt x="1" y="97"/>
                    <a:pt x="1" y="212"/>
                  </a:cubicBezTo>
                  <a:cubicBezTo>
                    <a:pt x="1" y="326"/>
                    <a:pt x="97" y="422"/>
                    <a:pt x="211" y="422"/>
                  </a:cubicBezTo>
                  <a:lnTo>
                    <a:pt x="7667" y="422"/>
                  </a:lnTo>
                  <a:cubicBezTo>
                    <a:pt x="7781" y="422"/>
                    <a:pt x="7877" y="326"/>
                    <a:pt x="7877" y="212"/>
                  </a:cubicBezTo>
                  <a:cubicBezTo>
                    <a:pt x="7877" y="97"/>
                    <a:pt x="7781" y="1"/>
                    <a:pt x="7667"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509" name="Google Shape;8509;p63"/>
          <p:cNvSpPr/>
          <p:nvPr/>
        </p:nvSpPr>
        <p:spPr>
          <a:xfrm>
            <a:off x="2943931" y="3734920"/>
            <a:ext cx="28440" cy="133453"/>
          </a:xfrm>
          <a:custGeom>
            <a:avLst/>
            <a:gdLst/>
            <a:ahLst/>
            <a:cxnLst/>
            <a:rect l="l" t="t" r="r" b="b"/>
            <a:pathLst>
              <a:path w="1083" h="5082" extrusionOk="0">
                <a:moveTo>
                  <a:pt x="1" y="0"/>
                </a:moveTo>
                <a:lnTo>
                  <a:pt x="1" y="5082"/>
                </a:lnTo>
                <a:lnTo>
                  <a:pt x="1082" y="5082"/>
                </a:lnTo>
                <a:lnTo>
                  <a:pt x="1082" y="0"/>
                </a:ln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510" name="Google Shape;8510;p63"/>
          <p:cNvGrpSpPr/>
          <p:nvPr/>
        </p:nvGrpSpPr>
        <p:grpSpPr>
          <a:xfrm>
            <a:off x="2603418" y="3660525"/>
            <a:ext cx="420475" cy="326491"/>
            <a:chOff x="2617693" y="3817325"/>
            <a:chExt cx="420475" cy="326491"/>
          </a:xfrm>
        </p:grpSpPr>
        <p:sp>
          <p:nvSpPr>
            <p:cNvPr id="8511" name="Google Shape;8511;p63"/>
            <p:cNvSpPr/>
            <p:nvPr/>
          </p:nvSpPr>
          <p:spPr>
            <a:xfrm>
              <a:off x="2688542" y="3845712"/>
              <a:ext cx="337047" cy="217170"/>
            </a:xfrm>
            <a:custGeom>
              <a:avLst/>
              <a:gdLst/>
              <a:ahLst/>
              <a:cxnLst/>
              <a:rect l="l" t="t" r="r" b="b"/>
              <a:pathLst>
                <a:path w="12835" h="8270" extrusionOk="0">
                  <a:moveTo>
                    <a:pt x="12835" y="1"/>
                  </a:moveTo>
                  <a:lnTo>
                    <a:pt x="1" y="10"/>
                  </a:lnTo>
                  <a:lnTo>
                    <a:pt x="1" y="5284"/>
                  </a:lnTo>
                  <a:lnTo>
                    <a:pt x="900" y="5284"/>
                  </a:lnTo>
                  <a:lnTo>
                    <a:pt x="900" y="5867"/>
                  </a:lnTo>
                  <a:lnTo>
                    <a:pt x="1140" y="5944"/>
                  </a:lnTo>
                  <a:cubicBezTo>
                    <a:pt x="1274" y="5982"/>
                    <a:pt x="1417" y="6040"/>
                    <a:pt x="1542" y="6116"/>
                  </a:cubicBezTo>
                  <a:lnTo>
                    <a:pt x="1771" y="6231"/>
                  </a:lnTo>
                  <a:lnTo>
                    <a:pt x="2183" y="5819"/>
                  </a:lnTo>
                  <a:lnTo>
                    <a:pt x="2843" y="6480"/>
                  </a:lnTo>
                  <a:lnTo>
                    <a:pt x="2432" y="6891"/>
                  </a:lnTo>
                  <a:lnTo>
                    <a:pt x="2547" y="7121"/>
                  </a:lnTo>
                  <a:cubicBezTo>
                    <a:pt x="2623" y="7245"/>
                    <a:pt x="2681" y="7379"/>
                    <a:pt x="2719" y="7523"/>
                  </a:cubicBezTo>
                  <a:lnTo>
                    <a:pt x="2795" y="7762"/>
                  </a:lnTo>
                  <a:lnTo>
                    <a:pt x="3379" y="7762"/>
                  </a:lnTo>
                  <a:lnTo>
                    <a:pt x="3379" y="8269"/>
                  </a:lnTo>
                  <a:lnTo>
                    <a:pt x="12835" y="8269"/>
                  </a:lnTo>
                  <a:lnTo>
                    <a:pt x="12835" y="1"/>
                  </a:lnTo>
                  <a:close/>
                </a:path>
              </a:pathLst>
            </a:custGeom>
            <a:solidFill>
              <a:srgbClr val="DEE5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2" name="Google Shape;8512;p63"/>
            <p:cNvSpPr/>
            <p:nvPr/>
          </p:nvSpPr>
          <p:spPr>
            <a:xfrm>
              <a:off x="2734786" y="4063119"/>
              <a:ext cx="57089" cy="27153"/>
            </a:xfrm>
            <a:custGeom>
              <a:avLst/>
              <a:gdLst/>
              <a:ahLst/>
              <a:cxnLst/>
              <a:rect l="l" t="t" r="r" b="b"/>
              <a:pathLst>
                <a:path w="2174" h="1034" extrusionOk="0">
                  <a:moveTo>
                    <a:pt x="1235" y="0"/>
                  </a:moveTo>
                  <a:lnTo>
                    <a:pt x="1235" y="38"/>
                  </a:lnTo>
                  <a:lnTo>
                    <a:pt x="479" y="38"/>
                  </a:lnTo>
                  <a:lnTo>
                    <a:pt x="479" y="48"/>
                  </a:lnTo>
                  <a:cubicBezTo>
                    <a:pt x="460" y="431"/>
                    <a:pt x="288" y="775"/>
                    <a:pt x="1" y="1034"/>
                  </a:cubicBezTo>
                  <a:lnTo>
                    <a:pt x="1379" y="1034"/>
                  </a:lnTo>
                  <a:cubicBezTo>
                    <a:pt x="1446" y="890"/>
                    <a:pt x="1494" y="747"/>
                    <a:pt x="1532" y="593"/>
                  </a:cubicBezTo>
                  <a:lnTo>
                    <a:pt x="2173" y="593"/>
                  </a:lnTo>
                  <a:lnTo>
                    <a:pt x="2173" y="0"/>
                  </a:ln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3" name="Google Shape;8513;p63"/>
            <p:cNvSpPr/>
            <p:nvPr/>
          </p:nvSpPr>
          <p:spPr>
            <a:xfrm>
              <a:off x="2747864" y="3991981"/>
              <a:ext cx="44012" cy="70902"/>
            </a:xfrm>
            <a:custGeom>
              <a:avLst/>
              <a:gdLst/>
              <a:ahLst/>
              <a:cxnLst/>
              <a:rect l="l" t="t" r="r" b="b"/>
              <a:pathLst>
                <a:path w="1676" h="2700" extrusionOk="0">
                  <a:moveTo>
                    <a:pt x="307" y="1"/>
                  </a:moveTo>
                  <a:lnTo>
                    <a:pt x="0" y="307"/>
                  </a:lnTo>
                  <a:lnTo>
                    <a:pt x="594" y="910"/>
                  </a:lnTo>
                  <a:lnTo>
                    <a:pt x="182" y="1321"/>
                  </a:lnTo>
                  <a:lnTo>
                    <a:pt x="297" y="1551"/>
                  </a:lnTo>
                  <a:cubicBezTo>
                    <a:pt x="364" y="1675"/>
                    <a:pt x="422" y="1819"/>
                    <a:pt x="469" y="1963"/>
                  </a:cubicBezTo>
                  <a:lnTo>
                    <a:pt x="546" y="2202"/>
                  </a:lnTo>
                  <a:lnTo>
                    <a:pt x="1130" y="2202"/>
                  </a:lnTo>
                  <a:lnTo>
                    <a:pt x="1130" y="2699"/>
                  </a:lnTo>
                  <a:lnTo>
                    <a:pt x="1675" y="2699"/>
                  </a:lnTo>
                  <a:lnTo>
                    <a:pt x="1675" y="2030"/>
                  </a:lnTo>
                  <a:lnTo>
                    <a:pt x="1034" y="2030"/>
                  </a:lnTo>
                  <a:cubicBezTo>
                    <a:pt x="977" y="1790"/>
                    <a:pt x="881" y="1561"/>
                    <a:pt x="757" y="1360"/>
                  </a:cubicBezTo>
                  <a:lnTo>
                    <a:pt x="1206" y="910"/>
                  </a:lnTo>
                  <a:lnTo>
                    <a:pt x="307" y="1"/>
                  </a:lnTo>
                  <a:close/>
                </a:path>
              </a:pathLst>
            </a:custGeom>
            <a:solidFill>
              <a:srgbClr val="D6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4" name="Google Shape;8514;p63"/>
            <p:cNvSpPr/>
            <p:nvPr/>
          </p:nvSpPr>
          <p:spPr>
            <a:xfrm>
              <a:off x="2692823" y="3979927"/>
              <a:ext cx="49027" cy="29411"/>
            </a:xfrm>
            <a:custGeom>
              <a:avLst/>
              <a:gdLst/>
              <a:ahLst/>
              <a:cxnLst/>
              <a:rect l="l" t="t" r="r" b="b"/>
              <a:pathLst>
                <a:path w="1867" h="1120" extrusionOk="0">
                  <a:moveTo>
                    <a:pt x="1" y="0"/>
                  </a:moveTo>
                  <a:lnTo>
                    <a:pt x="1" y="163"/>
                  </a:lnTo>
                  <a:lnTo>
                    <a:pt x="737" y="163"/>
                  </a:lnTo>
                  <a:lnTo>
                    <a:pt x="737" y="756"/>
                  </a:lnTo>
                  <a:lnTo>
                    <a:pt x="977" y="833"/>
                  </a:lnTo>
                  <a:cubicBezTo>
                    <a:pt x="1111" y="871"/>
                    <a:pt x="1254" y="929"/>
                    <a:pt x="1379" y="996"/>
                  </a:cubicBezTo>
                  <a:lnTo>
                    <a:pt x="1608" y="1120"/>
                  </a:lnTo>
                  <a:lnTo>
                    <a:pt x="1867" y="862"/>
                  </a:lnTo>
                  <a:cubicBezTo>
                    <a:pt x="1675" y="766"/>
                    <a:pt x="1484" y="689"/>
                    <a:pt x="1283" y="632"/>
                  </a:cubicBezTo>
                  <a:lnTo>
                    <a:pt x="1283" y="0"/>
                  </a:lnTo>
                  <a:close/>
                </a:path>
              </a:pathLst>
            </a:custGeom>
            <a:solidFill>
              <a:srgbClr val="D6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5" name="Google Shape;8515;p63"/>
            <p:cNvSpPr/>
            <p:nvPr/>
          </p:nvSpPr>
          <p:spPr>
            <a:xfrm>
              <a:off x="2688542" y="3845975"/>
              <a:ext cx="11344" cy="133979"/>
            </a:xfrm>
            <a:custGeom>
              <a:avLst/>
              <a:gdLst/>
              <a:ahLst/>
              <a:cxnLst/>
              <a:rect l="l" t="t" r="r" b="b"/>
              <a:pathLst>
                <a:path w="432" h="5102" extrusionOk="0">
                  <a:moveTo>
                    <a:pt x="1" y="0"/>
                  </a:moveTo>
                  <a:lnTo>
                    <a:pt x="1" y="5101"/>
                  </a:lnTo>
                  <a:lnTo>
                    <a:pt x="432" y="5101"/>
                  </a:lnTo>
                  <a:lnTo>
                    <a:pt x="432" y="0"/>
                  </a:lnTo>
                  <a:close/>
                </a:path>
              </a:pathLst>
            </a:custGeom>
            <a:solidFill>
              <a:srgbClr val="D6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6" name="Google Shape;8516;p63"/>
            <p:cNvSpPr/>
            <p:nvPr/>
          </p:nvSpPr>
          <p:spPr>
            <a:xfrm>
              <a:off x="2688542" y="3844977"/>
              <a:ext cx="337047" cy="11082"/>
            </a:xfrm>
            <a:custGeom>
              <a:avLst/>
              <a:gdLst/>
              <a:ahLst/>
              <a:cxnLst/>
              <a:rect l="l" t="t" r="r" b="b"/>
              <a:pathLst>
                <a:path w="12835" h="422" extrusionOk="0">
                  <a:moveTo>
                    <a:pt x="1" y="0"/>
                  </a:moveTo>
                  <a:lnTo>
                    <a:pt x="1" y="421"/>
                  </a:lnTo>
                  <a:lnTo>
                    <a:pt x="12835" y="421"/>
                  </a:lnTo>
                  <a:lnTo>
                    <a:pt x="12835" y="0"/>
                  </a:lnTo>
                  <a:close/>
                </a:path>
              </a:pathLst>
            </a:custGeom>
            <a:solidFill>
              <a:srgbClr val="D6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7" name="Google Shape;8517;p63"/>
            <p:cNvSpPr/>
            <p:nvPr/>
          </p:nvSpPr>
          <p:spPr>
            <a:xfrm>
              <a:off x="2723232" y="4061596"/>
              <a:ext cx="314936" cy="29936"/>
            </a:xfrm>
            <a:custGeom>
              <a:avLst/>
              <a:gdLst/>
              <a:ahLst/>
              <a:cxnLst/>
              <a:rect l="l" t="t" r="r" b="b"/>
              <a:pathLst>
                <a:path w="11993" h="1140" extrusionOk="0">
                  <a:moveTo>
                    <a:pt x="1675" y="1"/>
                  </a:moveTo>
                  <a:cubicBezTo>
                    <a:pt x="1647" y="1"/>
                    <a:pt x="1628" y="20"/>
                    <a:pt x="1628" y="39"/>
                  </a:cubicBezTo>
                  <a:lnTo>
                    <a:pt x="546" y="39"/>
                  </a:lnTo>
                  <a:cubicBezTo>
                    <a:pt x="517" y="39"/>
                    <a:pt x="498" y="68"/>
                    <a:pt x="498" y="96"/>
                  </a:cubicBezTo>
                  <a:lnTo>
                    <a:pt x="498" y="163"/>
                  </a:lnTo>
                  <a:lnTo>
                    <a:pt x="498" y="202"/>
                  </a:lnTo>
                  <a:lnTo>
                    <a:pt x="498" y="221"/>
                  </a:lnTo>
                  <a:lnTo>
                    <a:pt x="498" y="240"/>
                  </a:lnTo>
                  <a:cubicBezTo>
                    <a:pt x="460" y="565"/>
                    <a:pt x="297" y="852"/>
                    <a:pt x="39" y="1044"/>
                  </a:cubicBezTo>
                  <a:cubicBezTo>
                    <a:pt x="1" y="1072"/>
                    <a:pt x="20" y="1139"/>
                    <a:pt x="68" y="1139"/>
                  </a:cubicBezTo>
                  <a:lnTo>
                    <a:pt x="11935" y="1139"/>
                  </a:lnTo>
                  <a:cubicBezTo>
                    <a:pt x="11963" y="1139"/>
                    <a:pt x="11992" y="1111"/>
                    <a:pt x="11992" y="1082"/>
                  </a:cubicBezTo>
                  <a:lnTo>
                    <a:pt x="11992" y="48"/>
                  </a:lnTo>
                  <a:cubicBezTo>
                    <a:pt x="11983" y="20"/>
                    <a:pt x="11963" y="1"/>
                    <a:pt x="11935"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8" name="Google Shape;8518;p63"/>
            <p:cNvSpPr/>
            <p:nvPr/>
          </p:nvSpPr>
          <p:spPr>
            <a:xfrm>
              <a:off x="2676226" y="3817325"/>
              <a:ext cx="361679" cy="29936"/>
            </a:xfrm>
            <a:custGeom>
              <a:avLst/>
              <a:gdLst/>
              <a:ahLst/>
              <a:cxnLst/>
              <a:rect l="l" t="t" r="r" b="b"/>
              <a:pathLst>
                <a:path w="13773" h="1140" extrusionOk="0">
                  <a:moveTo>
                    <a:pt x="49" y="0"/>
                  </a:moveTo>
                  <a:cubicBezTo>
                    <a:pt x="20" y="0"/>
                    <a:pt x="1" y="19"/>
                    <a:pt x="1" y="48"/>
                  </a:cubicBezTo>
                  <a:lnTo>
                    <a:pt x="1" y="1082"/>
                  </a:lnTo>
                  <a:cubicBezTo>
                    <a:pt x="1" y="1110"/>
                    <a:pt x="20" y="1139"/>
                    <a:pt x="49" y="1139"/>
                  </a:cubicBezTo>
                  <a:lnTo>
                    <a:pt x="13725" y="1139"/>
                  </a:lnTo>
                  <a:cubicBezTo>
                    <a:pt x="13753" y="1139"/>
                    <a:pt x="13773" y="1110"/>
                    <a:pt x="13773" y="1082"/>
                  </a:cubicBezTo>
                  <a:lnTo>
                    <a:pt x="13773" y="48"/>
                  </a:lnTo>
                  <a:cubicBezTo>
                    <a:pt x="13773" y="19"/>
                    <a:pt x="13753" y="0"/>
                    <a:pt x="13725" y="0"/>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9" name="Google Shape;8519;p63"/>
            <p:cNvSpPr/>
            <p:nvPr/>
          </p:nvSpPr>
          <p:spPr>
            <a:xfrm>
              <a:off x="2812463" y="3959051"/>
              <a:ext cx="28413" cy="66123"/>
            </a:xfrm>
            <a:custGeom>
              <a:avLst/>
              <a:gdLst/>
              <a:ahLst/>
              <a:cxnLst/>
              <a:rect l="l" t="t" r="r" b="b"/>
              <a:pathLst>
                <a:path w="1082" h="2518" extrusionOk="0">
                  <a:moveTo>
                    <a:pt x="0" y="1"/>
                  </a:moveTo>
                  <a:lnTo>
                    <a:pt x="0" y="2518"/>
                  </a:lnTo>
                  <a:lnTo>
                    <a:pt x="1081" y="2518"/>
                  </a:lnTo>
                  <a:lnTo>
                    <a:pt x="1081" y="1"/>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0" name="Google Shape;8520;p63"/>
            <p:cNvSpPr/>
            <p:nvPr/>
          </p:nvSpPr>
          <p:spPr>
            <a:xfrm>
              <a:off x="2860966" y="3930664"/>
              <a:ext cx="28413" cy="94510"/>
            </a:xfrm>
            <a:custGeom>
              <a:avLst/>
              <a:gdLst/>
              <a:ahLst/>
              <a:cxnLst/>
              <a:rect l="l" t="t" r="r" b="b"/>
              <a:pathLst>
                <a:path w="1082" h="3599" extrusionOk="0">
                  <a:moveTo>
                    <a:pt x="0" y="0"/>
                  </a:moveTo>
                  <a:lnTo>
                    <a:pt x="0" y="3599"/>
                  </a:lnTo>
                  <a:lnTo>
                    <a:pt x="1082" y="3599"/>
                  </a:lnTo>
                  <a:lnTo>
                    <a:pt x="1082"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1" name="Google Shape;8521;p63"/>
            <p:cNvSpPr/>
            <p:nvPr/>
          </p:nvSpPr>
          <p:spPr>
            <a:xfrm>
              <a:off x="2908207" y="3947759"/>
              <a:ext cx="28413" cy="77414"/>
            </a:xfrm>
            <a:custGeom>
              <a:avLst/>
              <a:gdLst/>
              <a:ahLst/>
              <a:cxnLst/>
              <a:rect l="l" t="t" r="r" b="b"/>
              <a:pathLst>
                <a:path w="1082" h="2948" extrusionOk="0">
                  <a:moveTo>
                    <a:pt x="0" y="0"/>
                  </a:moveTo>
                  <a:lnTo>
                    <a:pt x="0" y="2948"/>
                  </a:lnTo>
                  <a:lnTo>
                    <a:pt x="1082" y="2948"/>
                  </a:lnTo>
                  <a:lnTo>
                    <a:pt x="1082"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2" name="Google Shape;8522;p63"/>
            <p:cNvSpPr/>
            <p:nvPr/>
          </p:nvSpPr>
          <p:spPr>
            <a:xfrm>
              <a:off x="2716693" y="3882161"/>
              <a:ext cx="54069" cy="13603"/>
            </a:xfrm>
            <a:custGeom>
              <a:avLst/>
              <a:gdLst/>
              <a:ahLst/>
              <a:cxnLst/>
              <a:rect l="l" t="t" r="r" b="b"/>
              <a:pathLst>
                <a:path w="2059" h="518" extrusionOk="0">
                  <a:moveTo>
                    <a:pt x="345" y="0"/>
                  </a:moveTo>
                  <a:cubicBezTo>
                    <a:pt x="1" y="0"/>
                    <a:pt x="1" y="517"/>
                    <a:pt x="345" y="517"/>
                  </a:cubicBezTo>
                  <a:lnTo>
                    <a:pt x="1714" y="517"/>
                  </a:lnTo>
                  <a:cubicBezTo>
                    <a:pt x="2058" y="517"/>
                    <a:pt x="2058" y="0"/>
                    <a:pt x="171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3" name="Google Shape;8523;p63"/>
            <p:cNvSpPr/>
            <p:nvPr/>
          </p:nvSpPr>
          <p:spPr>
            <a:xfrm>
              <a:off x="2716693" y="3904771"/>
              <a:ext cx="73659" cy="13340"/>
            </a:xfrm>
            <a:custGeom>
              <a:avLst/>
              <a:gdLst/>
              <a:ahLst/>
              <a:cxnLst/>
              <a:rect l="l" t="t" r="r" b="b"/>
              <a:pathLst>
                <a:path w="2805" h="508" extrusionOk="0">
                  <a:moveTo>
                    <a:pt x="345" y="1"/>
                  </a:moveTo>
                  <a:cubicBezTo>
                    <a:pt x="1" y="1"/>
                    <a:pt x="1" y="508"/>
                    <a:pt x="345" y="508"/>
                  </a:cubicBezTo>
                  <a:lnTo>
                    <a:pt x="2470" y="508"/>
                  </a:lnTo>
                  <a:cubicBezTo>
                    <a:pt x="2805" y="508"/>
                    <a:pt x="2805" y="1"/>
                    <a:pt x="24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4" name="Google Shape;8524;p63"/>
            <p:cNvSpPr/>
            <p:nvPr/>
          </p:nvSpPr>
          <p:spPr>
            <a:xfrm>
              <a:off x="2716693" y="3927145"/>
              <a:ext cx="73659" cy="13603"/>
            </a:xfrm>
            <a:custGeom>
              <a:avLst/>
              <a:gdLst/>
              <a:ahLst/>
              <a:cxnLst/>
              <a:rect l="l" t="t" r="r" b="b"/>
              <a:pathLst>
                <a:path w="2805" h="518" extrusionOk="0">
                  <a:moveTo>
                    <a:pt x="345" y="1"/>
                  </a:moveTo>
                  <a:cubicBezTo>
                    <a:pt x="1" y="1"/>
                    <a:pt x="1" y="517"/>
                    <a:pt x="345" y="517"/>
                  </a:cubicBezTo>
                  <a:lnTo>
                    <a:pt x="2470" y="517"/>
                  </a:lnTo>
                  <a:cubicBezTo>
                    <a:pt x="2805" y="517"/>
                    <a:pt x="2805" y="1"/>
                    <a:pt x="24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5" name="Google Shape;8525;p63"/>
            <p:cNvSpPr/>
            <p:nvPr/>
          </p:nvSpPr>
          <p:spPr>
            <a:xfrm>
              <a:off x="2716693" y="3949755"/>
              <a:ext cx="73659" cy="13603"/>
            </a:xfrm>
            <a:custGeom>
              <a:avLst/>
              <a:gdLst/>
              <a:ahLst/>
              <a:cxnLst/>
              <a:rect l="l" t="t" r="r" b="b"/>
              <a:pathLst>
                <a:path w="2805" h="518" extrusionOk="0">
                  <a:moveTo>
                    <a:pt x="345" y="1"/>
                  </a:moveTo>
                  <a:cubicBezTo>
                    <a:pt x="1" y="1"/>
                    <a:pt x="1" y="518"/>
                    <a:pt x="345" y="518"/>
                  </a:cubicBezTo>
                  <a:lnTo>
                    <a:pt x="2470" y="518"/>
                  </a:lnTo>
                  <a:cubicBezTo>
                    <a:pt x="2805" y="518"/>
                    <a:pt x="2805" y="1"/>
                    <a:pt x="247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6" name="Google Shape;8526;p63"/>
            <p:cNvSpPr/>
            <p:nvPr/>
          </p:nvSpPr>
          <p:spPr>
            <a:xfrm>
              <a:off x="2617693" y="3979428"/>
              <a:ext cx="164125" cy="164388"/>
            </a:xfrm>
            <a:custGeom>
              <a:avLst/>
              <a:gdLst/>
              <a:ahLst/>
              <a:cxnLst/>
              <a:rect l="l" t="t" r="r" b="b"/>
              <a:pathLst>
                <a:path w="6250" h="6260" extrusionOk="0">
                  <a:moveTo>
                    <a:pt x="3302" y="1866"/>
                  </a:moveTo>
                  <a:lnTo>
                    <a:pt x="3331" y="1876"/>
                  </a:lnTo>
                  <a:lnTo>
                    <a:pt x="3359" y="1876"/>
                  </a:lnTo>
                  <a:lnTo>
                    <a:pt x="3388" y="1885"/>
                  </a:lnTo>
                  <a:lnTo>
                    <a:pt x="3417" y="1895"/>
                  </a:lnTo>
                  <a:lnTo>
                    <a:pt x="3445" y="1905"/>
                  </a:lnTo>
                  <a:lnTo>
                    <a:pt x="3474" y="1905"/>
                  </a:lnTo>
                  <a:lnTo>
                    <a:pt x="3503" y="1924"/>
                  </a:lnTo>
                  <a:lnTo>
                    <a:pt x="3532" y="1933"/>
                  </a:lnTo>
                  <a:lnTo>
                    <a:pt x="3560" y="1943"/>
                  </a:lnTo>
                  <a:lnTo>
                    <a:pt x="3589" y="1952"/>
                  </a:lnTo>
                  <a:lnTo>
                    <a:pt x="3618" y="1972"/>
                  </a:lnTo>
                  <a:lnTo>
                    <a:pt x="3646" y="1981"/>
                  </a:lnTo>
                  <a:lnTo>
                    <a:pt x="3675" y="1991"/>
                  </a:lnTo>
                  <a:lnTo>
                    <a:pt x="3704" y="2010"/>
                  </a:lnTo>
                  <a:lnTo>
                    <a:pt x="3732" y="2019"/>
                  </a:lnTo>
                  <a:lnTo>
                    <a:pt x="3752" y="2039"/>
                  </a:lnTo>
                  <a:lnTo>
                    <a:pt x="3780" y="2058"/>
                  </a:lnTo>
                  <a:lnTo>
                    <a:pt x="3799" y="2067"/>
                  </a:lnTo>
                  <a:lnTo>
                    <a:pt x="3819" y="2086"/>
                  </a:lnTo>
                  <a:lnTo>
                    <a:pt x="3828" y="2086"/>
                  </a:lnTo>
                  <a:lnTo>
                    <a:pt x="3847" y="2096"/>
                  </a:lnTo>
                  <a:lnTo>
                    <a:pt x="3866" y="2115"/>
                  </a:lnTo>
                  <a:lnTo>
                    <a:pt x="3876" y="2115"/>
                  </a:lnTo>
                  <a:lnTo>
                    <a:pt x="3895" y="2125"/>
                  </a:lnTo>
                  <a:lnTo>
                    <a:pt x="3924" y="2153"/>
                  </a:lnTo>
                  <a:lnTo>
                    <a:pt x="3953" y="2182"/>
                  </a:lnTo>
                  <a:lnTo>
                    <a:pt x="3981" y="2211"/>
                  </a:lnTo>
                  <a:lnTo>
                    <a:pt x="3991" y="2220"/>
                  </a:lnTo>
                  <a:lnTo>
                    <a:pt x="4000" y="2230"/>
                  </a:lnTo>
                  <a:lnTo>
                    <a:pt x="4020" y="2249"/>
                  </a:lnTo>
                  <a:lnTo>
                    <a:pt x="4039" y="2268"/>
                  </a:lnTo>
                  <a:lnTo>
                    <a:pt x="4039" y="2278"/>
                  </a:lnTo>
                  <a:lnTo>
                    <a:pt x="4058" y="2297"/>
                  </a:lnTo>
                  <a:lnTo>
                    <a:pt x="4077" y="2316"/>
                  </a:lnTo>
                  <a:lnTo>
                    <a:pt x="4077" y="2326"/>
                  </a:lnTo>
                  <a:lnTo>
                    <a:pt x="4096" y="2345"/>
                  </a:lnTo>
                  <a:lnTo>
                    <a:pt x="4115" y="2364"/>
                  </a:lnTo>
                  <a:lnTo>
                    <a:pt x="4134" y="2393"/>
                  </a:lnTo>
                  <a:lnTo>
                    <a:pt x="4144" y="2421"/>
                  </a:lnTo>
                  <a:lnTo>
                    <a:pt x="4163" y="2441"/>
                  </a:lnTo>
                  <a:lnTo>
                    <a:pt x="4182" y="2469"/>
                  </a:lnTo>
                  <a:lnTo>
                    <a:pt x="4201" y="2498"/>
                  </a:lnTo>
                  <a:lnTo>
                    <a:pt x="4211" y="2527"/>
                  </a:lnTo>
                  <a:lnTo>
                    <a:pt x="4230" y="2555"/>
                  </a:lnTo>
                  <a:lnTo>
                    <a:pt x="4240" y="2575"/>
                  </a:lnTo>
                  <a:lnTo>
                    <a:pt x="4249" y="2603"/>
                  </a:lnTo>
                  <a:lnTo>
                    <a:pt x="4268" y="2632"/>
                  </a:lnTo>
                  <a:lnTo>
                    <a:pt x="4278" y="2661"/>
                  </a:lnTo>
                  <a:lnTo>
                    <a:pt x="4288" y="2689"/>
                  </a:lnTo>
                  <a:lnTo>
                    <a:pt x="4297" y="2728"/>
                  </a:lnTo>
                  <a:lnTo>
                    <a:pt x="4307" y="2747"/>
                  </a:lnTo>
                  <a:lnTo>
                    <a:pt x="4316" y="2775"/>
                  </a:lnTo>
                  <a:lnTo>
                    <a:pt x="4316" y="2785"/>
                  </a:lnTo>
                  <a:lnTo>
                    <a:pt x="4316" y="2814"/>
                  </a:lnTo>
                  <a:lnTo>
                    <a:pt x="4326" y="2842"/>
                  </a:lnTo>
                  <a:lnTo>
                    <a:pt x="4326" y="2852"/>
                  </a:lnTo>
                  <a:lnTo>
                    <a:pt x="4326" y="2871"/>
                  </a:lnTo>
                  <a:cubicBezTo>
                    <a:pt x="4326" y="2881"/>
                    <a:pt x="4326" y="2890"/>
                    <a:pt x="4326" y="2900"/>
                  </a:cubicBezTo>
                  <a:lnTo>
                    <a:pt x="4326" y="2909"/>
                  </a:lnTo>
                  <a:lnTo>
                    <a:pt x="4326" y="2929"/>
                  </a:lnTo>
                  <a:cubicBezTo>
                    <a:pt x="4326" y="2948"/>
                    <a:pt x="4326" y="2967"/>
                    <a:pt x="4335" y="2986"/>
                  </a:cubicBezTo>
                  <a:lnTo>
                    <a:pt x="4335" y="2996"/>
                  </a:lnTo>
                  <a:lnTo>
                    <a:pt x="4335" y="3024"/>
                  </a:lnTo>
                  <a:lnTo>
                    <a:pt x="4335" y="3034"/>
                  </a:lnTo>
                  <a:cubicBezTo>
                    <a:pt x="4422" y="3072"/>
                    <a:pt x="4431" y="3101"/>
                    <a:pt x="4431" y="3130"/>
                  </a:cubicBezTo>
                  <a:lnTo>
                    <a:pt x="4422" y="3130"/>
                  </a:lnTo>
                  <a:lnTo>
                    <a:pt x="4422" y="3206"/>
                  </a:lnTo>
                  <a:lnTo>
                    <a:pt x="4422" y="3225"/>
                  </a:lnTo>
                  <a:lnTo>
                    <a:pt x="4422" y="3283"/>
                  </a:lnTo>
                  <a:lnTo>
                    <a:pt x="4422" y="3302"/>
                  </a:lnTo>
                  <a:cubicBezTo>
                    <a:pt x="4422" y="3321"/>
                    <a:pt x="4422" y="3350"/>
                    <a:pt x="4412" y="3369"/>
                  </a:cubicBezTo>
                  <a:lnTo>
                    <a:pt x="4412" y="3378"/>
                  </a:lnTo>
                  <a:cubicBezTo>
                    <a:pt x="4412" y="3407"/>
                    <a:pt x="4402" y="3426"/>
                    <a:pt x="4402" y="3455"/>
                  </a:cubicBezTo>
                  <a:lnTo>
                    <a:pt x="4402" y="3465"/>
                  </a:lnTo>
                  <a:cubicBezTo>
                    <a:pt x="4402" y="3484"/>
                    <a:pt x="4383" y="3503"/>
                    <a:pt x="4383" y="3532"/>
                  </a:cubicBezTo>
                  <a:lnTo>
                    <a:pt x="4374" y="3551"/>
                  </a:lnTo>
                  <a:cubicBezTo>
                    <a:pt x="4364" y="3570"/>
                    <a:pt x="4364" y="3589"/>
                    <a:pt x="4355" y="3608"/>
                  </a:cubicBezTo>
                  <a:lnTo>
                    <a:pt x="4355" y="3618"/>
                  </a:lnTo>
                  <a:cubicBezTo>
                    <a:pt x="4335" y="3666"/>
                    <a:pt x="4307" y="3713"/>
                    <a:pt x="4288" y="3761"/>
                  </a:cubicBezTo>
                  <a:lnTo>
                    <a:pt x="4288" y="3771"/>
                  </a:lnTo>
                  <a:lnTo>
                    <a:pt x="4249" y="3828"/>
                  </a:lnTo>
                  <a:lnTo>
                    <a:pt x="4240" y="3838"/>
                  </a:lnTo>
                  <a:cubicBezTo>
                    <a:pt x="4201" y="3905"/>
                    <a:pt x="4154" y="3962"/>
                    <a:pt x="4096" y="4020"/>
                  </a:cubicBezTo>
                  <a:cubicBezTo>
                    <a:pt x="4048" y="4077"/>
                    <a:pt x="3981" y="4125"/>
                    <a:pt x="3924" y="4173"/>
                  </a:cubicBezTo>
                  <a:lnTo>
                    <a:pt x="3895" y="4192"/>
                  </a:lnTo>
                  <a:lnTo>
                    <a:pt x="3857" y="4221"/>
                  </a:lnTo>
                  <a:lnTo>
                    <a:pt x="3838" y="4230"/>
                  </a:lnTo>
                  <a:lnTo>
                    <a:pt x="3809" y="4240"/>
                  </a:lnTo>
                  <a:lnTo>
                    <a:pt x="3799" y="4249"/>
                  </a:lnTo>
                  <a:lnTo>
                    <a:pt x="3771" y="4268"/>
                  </a:lnTo>
                  <a:lnTo>
                    <a:pt x="3761" y="4268"/>
                  </a:lnTo>
                  <a:lnTo>
                    <a:pt x="3704" y="4297"/>
                  </a:lnTo>
                  <a:lnTo>
                    <a:pt x="3665" y="4307"/>
                  </a:lnTo>
                  <a:lnTo>
                    <a:pt x="3637" y="4326"/>
                  </a:lnTo>
                  <a:lnTo>
                    <a:pt x="3627" y="4326"/>
                  </a:lnTo>
                  <a:lnTo>
                    <a:pt x="3579" y="4335"/>
                  </a:lnTo>
                  <a:lnTo>
                    <a:pt x="3541" y="4335"/>
                  </a:lnTo>
                  <a:lnTo>
                    <a:pt x="3503" y="4355"/>
                  </a:lnTo>
                  <a:lnTo>
                    <a:pt x="3455" y="4355"/>
                  </a:lnTo>
                  <a:lnTo>
                    <a:pt x="3378" y="4374"/>
                  </a:lnTo>
                  <a:lnTo>
                    <a:pt x="3359" y="4374"/>
                  </a:lnTo>
                  <a:lnTo>
                    <a:pt x="3292" y="4383"/>
                  </a:lnTo>
                  <a:lnTo>
                    <a:pt x="2929" y="4383"/>
                  </a:lnTo>
                  <a:lnTo>
                    <a:pt x="2842" y="4364"/>
                  </a:lnTo>
                  <a:lnTo>
                    <a:pt x="2814" y="4364"/>
                  </a:lnTo>
                  <a:lnTo>
                    <a:pt x="2766" y="4345"/>
                  </a:lnTo>
                  <a:lnTo>
                    <a:pt x="2728" y="4335"/>
                  </a:lnTo>
                  <a:lnTo>
                    <a:pt x="2680" y="4316"/>
                  </a:lnTo>
                  <a:lnTo>
                    <a:pt x="2670" y="4316"/>
                  </a:lnTo>
                  <a:lnTo>
                    <a:pt x="2632" y="4307"/>
                  </a:lnTo>
                  <a:lnTo>
                    <a:pt x="2594" y="4288"/>
                  </a:lnTo>
                  <a:lnTo>
                    <a:pt x="2527" y="4259"/>
                  </a:lnTo>
                  <a:lnTo>
                    <a:pt x="2517" y="4259"/>
                  </a:lnTo>
                  <a:lnTo>
                    <a:pt x="2498" y="4249"/>
                  </a:lnTo>
                  <a:lnTo>
                    <a:pt x="2460" y="4221"/>
                  </a:lnTo>
                  <a:lnTo>
                    <a:pt x="2440" y="4211"/>
                  </a:lnTo>
                  <a:lnTo>
                    <a:pt x="2431" y="4211"/>
                  </a:lnTo>
                  <a:cubicBezTo>
                    <a:pt x="2106" y="4010"/>
                    <a:pt x="1895" y="3675"/>
                    <a:pt x="1838" y="3292"/>
                  </a:cubicBezTo>
                  <a:lnTo>
                    <a:pt x="1838" y="3283"/>
                  </a:lnTo>
                  <a:cubicBezTo>
                    <a:pt x="1838" y="3264"/>
                    <a:pt x="1838" y="3235"/>
                    <a:pt x="1838" y="3216"/>
                  </a:cubicBezTo>
                  <a:lnTo>
                    <a:pt x="1838" y="3197"/>
                  </a:lnTo>
                  <a:lnTo>
                    <a:pt x="1838" y="3120"/>
                  </a:lnTo>
                  <a:lnTo>
                    <a:pt x="1838" y="3024"/>
                  </a:lnTo>
                  <a:lnTo>
                    <a:pt x="1838" y="3015"/>
                  </a:lnTo>
                  <a:lnTo>
                    <a:pt x="1838" y="2986"/>
                  </a:lnTo>
                  <a:lnTo>
                    <a:pt x="1838" y="2976"/>
                  </a:lnTo>
                  <a:cubicBezTo>
                    <a:pt x="1838" y="2957"/>
                    <a:pt x="1838" y="2938"/>
                    <a:pt x="1838" y="2919"/>
                  </a:cubicBezTo>
                  <a:lnTo>
                    <a:pt x="1838" y="2909"/>
                  </a:lnTo>
                  <a:cubicBezTo>
                    <a:pt x="1838" y="2890"/>
                    <a:pt x="1838" y="2881"/>
                    <a:pt x="1847" y="2871"/>
                  </a:cubicBezTo>
                  <a:lnTo>
                    <a:pt x="1847" y="2842"/>
                  </a:lnTo>
                  <a:lnTo>
                    <a:pt x="1847" y="2833"/>
                  </a:lnTo>
                  <a:lnTo>
                    <a:pt x="1857" y="2804"/>
                  </a:lnTo>
                  <a:lnTo>
                    <a:pt x="1857" y="2785"/>
                  </a:lnTo>
                  <a:lnTo>
                    <a:pt x="1857" y="2775"/>
                  </a:lnTo>
                  <a:lnTo>
                    <a:pt x="1866" y="2747"/>
                  </a:lnTo>
                  <a:lnTo>
                    <a:pt x="1866" y="2718"/>
                  </a:lnTo>
                  <a:lnTo>
                    <a:pt x="1885" y="2689"/>
                  </a:lnTo>
                  <a:lnTo>
                    <a:pt x="1895" y="2661"/>
                  </a:lnTo>
                  <a:lnTo>
                    <a:pt x="1905" y="2632"/>
                  </a:lnTo>
                  <a:lnTo>
                    <a:pt x="1914" y="2603"/>
                  </a:lnTo>
                  <a:lnTo>
                    <a:pt x="1933" y="2575"/>
                  </a:lnTo>
                  <a:lnTo>
                    <a:pt x="1943" y="2546"/>
                  </a:lnTo>
                  <a:lnTo>
                    <a:pt x="1962" y="2517"/>
                  </a:lnTo>
                  <a:lnTo>
                    <a:pt x="1972" y="2498"/>
                  </a:lnTo>
                  <a:lnTo>
                    <a:pt x="1991" y="2469"/>
                  </a:lnTo>
                  <a:lnTo>
                    <a:pt x="2000" y="2441"/>
                  </a:lnTo>
                  <a:lnTo>
                    <a:pt x="2019" y="2412"/>
                  </a:lnTo>
                  <a:lnTo>
                    <a:pt x="2039" y="2393"/>
                  </a:lnTo>
                  <a:lnTo>
                    <a:pt x="2058" y="2364"/>
                  </a:lnTo>
                  <a:lnTo>
                    <a:pt x="2067" y="2335"/>
                  </a:lnTo>
                  <a:lnTo>
                    <a:pt x="2096" y="2316"/>
                  </a:lnTo>
                  <a:lnTo>
                    <a:pt x="2106" y="2297"/>
                  </a:lnTo>
                  <a:lnTo>
                    <a:pt x="2125" y="2268"/>
                  </a:lnTo>
                  <a:lnTo>
                    <a:pt x="2144" y="2259"/>
                  </a:lnTo>
                  <a:lnTo>
                    <a:pt x="2163" y="2230"/>
                  </a:lnTo>
                  <a:lnTo>
                    <a:pt x="2173" y="2220"/>
                  </a:lnTo>
                  <a:lnTo>
                    <a:pt x="2182" y="2211"/>
                  </a:lnTo>
                  <a:lnTo>
                    <a:pt x="2220" y="2173"/>
                  </a:lnTo>
                  <a:lnTo>
                    <a:pt x="2230" y="2173"/>
                  </a:lnTo>
                  <a:lnTo>
                    <a:pt x="2268" y="2134"/>
                  </a:lnTo>
                  <a:lnTo>
                    <a:pt x="2287" y="2125"/>
                  </a:lnTo>
                  <a:lnTo>
                    <a:pt x="2316" y="2096"/>
                  </a:lnTo>
                  <a:lnTo>
                    <a:pt x="2335" y="2086"/>
                  </a:lnTo>
                  <a:lnTo>
                    <a:pt x="2364" y="2067"/>
                  </a:lnTo>
                  <a:lnTo>
                    <a:pt x="2383" y="2048"/>
                  </a:lnTo>
                  <a:lnTo>
                    <a:pt x="2412" y="2029"/>
                  </a:lnTo>
                  <a:lnTo>
                    <a:pt x="2431" y="2019"/>
                  </a:lnTo>
                  <a:lnTo>
                    <a:pt x="2460" y="2010"/>
                  </a:lnTo>
                  <a:lnTo>
                    <a:pt x="2479" y="1991"/>
                  </a:lnTo>
                  <a:lnTo>
                    <a:pt x="2507" y="1981"/>
                  </a:lnTo>
                  <a:lnTo>
                    <a:pt x="2536" y="1972"/>
                  </a:lnTo>
                  <a:lnTo>
                    <a:pt x="2565" y="1952"/>
                  </a:lnTo>
                  <a:lnTo>
                    <a:pt x="2594" y="1943"/>
                  </a:lnTo>
                  <a:lnTo>
                    <a:pt x="2622" y="1933"/>
                  </a:lnTo>
                  <a:lnTo>
                    <a:pt x="2651" y="1924"/>
                  </a:lnTo>
                  <a:lnTo>
                    <a:pt x="2680" y="1905"/>
                  </a:lnTo>
                  <a:lnTo>
                    <a:pt x="2708" y="1905"/>
                  </a:lnTo>
                  <a:lnTo>
                    <a:pt x="2737" y="1895"/>
                  </a:lnTo>
                  <a:lnTo>
                    <a:pt x="2766" y="1885"/>
                  </a:lnTo>
                  <a:lnTo>
                    <a:pt x="2804" y="1876"/>
                  </a:lnTo>
                  <a:lnTo>
                    <a:pt x="2833" y="1876"/>
                  </a:lnTo>
                  <a:lnTo>
                    <a:pt x="2862" y="1866"/>
                  </a:lnTo>
                  <a:close/>
                  <a:moveTo>
                    <a:pt x="2507" y="0"/>
                  </a:moveTo>
                  <a:cubicBezTo>
                    <a:pt x="2460" y="0"/>
                    <a:pt x="2421" y="48"/>
                    <a:pt x="2421" y="96"/>
                  </a:cubicBezTo>
                  <a:lnTo>
                    <a:pt x="2421" y="641"/>
                  </a:lnTo>
                  <a:cubicBezTo>
                    <a:pt x="2230" y="699"/>
                    <a:pt x="2039" y="775"/>
                    <a:pt x="1866" y="871"/>
                  </a:cubicBezTo>
                  <a:lnTo>
                    <a:pt x="1483" y="488"/>
                  </a:lnTo>
                  <a:cubicBezTo>
                    <a:pt x="1464" y="469"/>
                    <a:pt x="1440" y="459"/>
                    <a:pt x="1416" y="459"/>
                  </a:cubicBezTo>
                  <a:cubicBezTo>
                    <a:pt x="1393" y="459"/>
                    <a:pt x="1369" y="469"/>
                    <a:pt x="1349" y="488"/>
                  </a:cubicBezTo>
                  <a:lnTo>
                    <a:pt x="479" y="1350"/>
                  </a:lnTo>
                  <a:cubicBezTo>
                    <a:pt x="440" y="1388"/>
                    <a:pt x="440" y="1445"/>
                    <a:pt x="479" y="1484"/>
                  </a:cubicBezTo>
                  <a:lnTo>
                    <a:pt x="871" y="1876"/>
                  </a:lnTo>
                  <a:cubicBezTo>
                    <a:pt x="775" y="2048"/>
                    <a:pt x="699" y="2230"/>
                    <a:pt x="641" y="2421"/>
                  </a:cubicBezTo>
                  <a:lnTo>
                    <a:pt x="96" y="2421"/>
                  </a:lnTo>
                  <a:cubicBezTo>
                    <a:pt x="38" y="2421"/>
                    <a:pt x="0" y="2460"/>
                    <a:pt x="0" y="2517"/>
                  </a:cubicBezTo>
                  <a:lnTo>
                    <a:pt x="0" y="3742"/>
                  </a:lnTo>
                  <a:cubicBezTo>
                    <a:pt x="0" y="3800"/>
                    <a:pt x="38" y="3838"/>
                    <a:pt x="96" y="3838"/>
                  </a:cubicBezTo>
                  <a:lnTo>
                    <a:pt x="641" y="3838"/>
                  </a:lnTo>
                  <a:cubicBezTo>
                    <a:pt x="699" y="4029"/>
                    <a:pt x="775" y="4211"/>
                    <a:pt x="871" y="4383"/>
                  </a:cubicBezTo>
                  <a:lnTo>
                    <a:pt x="479" y="4776"/>
                  </a:lnTo>
                  <a:cubicBezTo>
                    <a:pt x="440" y="4804"/>
                    <a:pt x="440" y="4871"/>
                    <a:pt x="479" y="4900"/>
                  </a:cubicBezTo>
                  <a:lnTo>
                    <a:pt x="1349" y="5771"/>
                  </a:lnTo>
                  <a:cubicBezTo>
                    <a:pt x="1369" y="5790"/>
                    <a:pt x="1393" y="5800"/>
                    <a:pt x="1416" y="5800"/>
                  </a:cubicBezTo>
                  <a:cubicBezTo>
                    <a:pt x="1440" y="5800"/>
                    <a:pt x="1464" y="5790"/>
                    <a:pt x="1483" y="5771"/>
                  </a:cubicBezTo>
                  <a:lnTo>
                    <a:pt x="1866" y="5388"/>
                  </a:lnTo>
                  <a:cubicBezTo>
                    <a:pt x="2039" y="5484"/>
                    <a:pt x="2230" y="5560"/>
                    <a:pt x="2421" y="5618"/>
                  </a:cubicBezTo>
                  <a:lnTo>
                    <a:pt x="2421" y="6163"/>
                  </a:lnTo>
                  <a:cubicBezTo>
                    <a:pt x="2421" y="6211"/>
                    <a:pt x="2460" y="6259"/>
                    <a:pt x="2507" y="6259"/>
                  </a:cubicBezTo>
                  <a:lnTo>
                    <a:pt x="3742" y="6259"/>
                  </a:lnTo>
                  <a:cubicBezTo>
                    <a:pt x="3790" y="6259"/>
                    <a:pt x="3838" y="6211"/>
                    <a:pt x="3838" y="6163"/>
                  </a:cubicBezTo>
                  <a:lnTo>
                    <a:pt x="3838" y="5618"/>
                  </a:lnTo>
                  <a:cubicBezTo>
                    <a:pt x="4029" y="5560"/>
                    <a:pt x="4211" y="5484"/>
                    <a:pt x="4383" y="5388"/>
                  </a:cubicBezTo>
                  <a:lnTo>
                    <a:pt x="4766" y="5771"/>
                  </a:lnTo>
                  <a:cubicBezTo>
                    <a:pt x="4785" y="5790"/>
                    <a:pt x="4809" y="5800"/>
                    <a:pt x="4833" y="5800"/>
                  </a:cubicBezTo>
                  <a:cubicBezTo>
                    <a:pt x="4857" y="5800"/>
                    <a:pt x="4881" y="5790"/>
                    <a:pt x="4900" y="5771"/>
                  </a:cubicBezTo>
                  <a:lnTo>
                    <a:pt x="5771" y="4900"/>
                  </a:lnTo>
                  <a:cubicBezTo>
                    <a:pt x="5809" y="4871"/>
                    <a:pt x="5809" y="4804"/>
                    <a:pt x="5771" y="4776"/>
                  </a:cubicBezTo>
                  <a:lnTo>
                    <a:pt x="5388" y="4383"/>
                  </a:lnTo>
                  <a:cubicBezTo>
                    <a:pt x="5484" y="4211"/>
                    <a:pt x="5560" y="4029"/>
                    <a:pt x="5608" y="3838"/>
                  </a:cubicBezTo>
                  <a:lnTo>
                    <a:pt x="6163" y="3838"/>
                  </a:lnTo>
                  <a:cubicBezTo>
                    <a:pt x="6211" y="3838"/>
                    <a:pt x="6249" y="3800"/>
                    <a:pt x="6249" y="3742"/>
                  </a:cubicBezTo>
                  <a:lnTo>
                    <a:pt x="6249" y="2517"/>
                  </a:lnTo>
                  <a:cubicBezTo>
                    <a:pt x="6249" y="2460"/>
                    <a:pt x="6211" y="2421"/>
                    <a:pt x="6163" y="2421"/>
                  </a:cubicBezTo>
                  <a:lnTo>
                    <a:pt x="5608" y="2421"/>
                  </a:lnTo>
                  <a:cubicBezTo>
                    <a:pt x="5560" y="2230"/>
                    <a:pt x="5484" y="2048"/>
                    <a:pt x="5388" y="1876"/>
                  </a:cubicBezTo>
                  <a:lnTo>
                    <a:pt x="5771" y="1484"/>
                  </a:lnTo>
                  <a:cubicBezTo>
                    <a:pt x="5809" y="1445"/>
                    <a:pt x="5809" y="1388"/>
                    <a:pt x="5771" y="1350"/>
                  </a:cubicBezTo>
                  <a:lnTo>
                    <a:pt x="4900" y="488"/>
                  </a:lnTo>
                  <a:cubicBezTo>
                    <a:pt x="4881" y="469"/>
                    <a:pt x="4857" y="459"/>
                    <a:pt x="4833" y="459"/>
                  </a:cubicBezTo>
                  <a:cubicBezTo>
                    <a:pt x="4809" y="459"/>
                    <a:pt x="4785" y="469"/>
                    <a:pt x="4766" y="488"/>
                  </a:cubicBezTo>
                  <a:lnTo>
                    <a:pt x="4383" y="871"/>
                  </a:lnTo>
                  <a:cubicBezTo>
                    <a:pt x="4211" y="775"/>
                    <a:pt x="4029" y="699"/>
                    <a:pt x="3838" y="641"/>
                  </a:cubicBezTo>
                  <a:lnTo>
                    <a:pt x="3838" y="96"/>
                  </a:lnTo>
                  <a:cubicBezTo>
                    <a:pt x="3838" y="48"/>
                    <a:pt x="3790" y="0"/>
                    <a:pt x="3742"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7" name="Google Shape;8527;p63"/>
            <p:cNvSpPr/>
            <p:nvPr/>
          </p:nvSpPr>
          <p:spPr>
            <a:xfrm>
              <a:off x="2658895" y="4028167"/>
              <a:ext cx="36711" cy="66622"/>
            </a:xfrm>
            <a:custGeom>
              <a:avLst/>
              <a:gdLst/>
              <a:ahLst/>
              <a:cxnLst/>
              <a:rect l="l" t="t" r="r" b="b"/>
              <a:pathLst>
                <a:path w="1398" h="2537" extrusionOk="0">
                  <a:moveTo>
                    <a:pt x="1015" y="1"/>
                  </a:moveTo>
                  <a:lnTo>
                    <a:pt x="977" y="10"/>
                  </a:lnTo>
                  <a:lnTo>
                    <a:pt x="948" y="20"/>
                  </a:lnTo>
                  <a:lnTo>
                    <a:pt x="919" y="29"/>
                  </a:lnTo>
                  <a:lnTo>
                    <a:pt x="891" y="39"/>
                  </a:lnTo>
                  <a:lnTo>
                    <a:pt x="852" y="49"/>
                  </a:lnTo>
                  <a:lnTo>
                    <a:pt x="833" y="58"/>
                  </a:lnTo>
                  <a:lnTo>
                    <a:pt x="795" y="68"/>
                  </a:lnTo>
                  <a:lnTo>
                    <a:pt x="776" y="77"/>
                  </a:lnTo>
                  <a:lnTo>
                    <a:pt x="738" y="96"/>
                  </a:lnTo>
                  <a:lnTo>
                    <a:pt x="718" y="106"/>
                  </a:lnTo>
                  <a:lnTo>
                    <a:pt x="690" y="125"/>
                  </a:lnTo>
                  <a:lnTo>
                    <a:pt x="661" y="135"/>
                  </a:lnTo>
                  <a:lnTo>
                    <a:pt x="632" y="154"/>
                  </a:lnTo>
                  <a:lnTo>
                    <a:pt x="613" y="163"/>
                  </a:lnTo>
                  <a:lnTo>
                    <a:pt x="584" y="183"/>
                  </a:lnTo>
                  <a:lnTo>
                    <a:pt x="565" y="192"/>
                  </a:lnTo>
                  <a:lnTo>
                    <a:pt x="537" y="211"/>
                  </a:lnTo>
                  <a:lnTo>
                    <a:pt x="517" y="230"/>
                  </a:lnTo>
                  <a:lnTo>
                    <a:pt x="489" y="250"/>
                  </a:lnTo>
                  <a:lnTo>
                    <a:pt x="479" y="259"/>
                  </a:lnTo>
                  <a:lnTo>
                    <a:pt x="431" y="297"/>
                  </a:lnTo>
                  <a:lnTo>
                    <a:pt x="383" y="336"/>
                  </a:lnTo>
                  <a:lnTo>
                    <a:pt x="374" y="355"/>
                  </a:lnTo>
                  <a:lnTo>
                    <a:pt x="364" y="364"/>
                  </a:lnTo>
                  <a:lnTo>
                    <a:pt x="345" y="384"/>
                  </a:lnTo>
                  <a:lnTo>
                    <a:pt x="336" y="403"/>
                  </a:lnTo>
                  <a:lnTo>
                    <a:pt x="307" y="422"/>
                  </a:lnTo>
                  <a:lnTo>
                    <a:pt x="269" y="451"/>
                  </a:lnTo>
                  <a:lnTo>
                    <a:pt x="249" y="479"/>
                  </a:lnTo>
                  <a:lnTo>
                    <a:pt x="230" y="498"/>
                  </a:lnTo>
                  <a:lnTo>
                    <a:pt x="211" y="527"/>
                  </a:lnTo>
                  <a:lnTo>
                    <a:pt x="192" y="556"/>
                  </a:lnTo>
                  <a:lnTo>
                    <a:pt x="173" y="585"/>
                  </a:lnTo>
                  <a:lnTo>
                    <a:pt x="163" y="604"/>
                  </a:lnTo>
                  <a:lnTo>
                    <a:pt x="144" y="632"/>
                  </a:lnTo>
                  <a:lnTo>
                    <a:pt x="135" y="661"/>
                  </a:lnTo>
                  <a:lnTo>
                    <a:pt x="115" y="690"/>
                  </a:lnTo>
                  <a:lnTo>
                    <a:pt x="106" y="719"/>
                  </a:lnTo>
                  <a:lnTo>
                    <a:pt x="96" y="747"/>
                  </a:lnTo>
                  <a:lnTo>
                    <a:pt x="77" y="776"/>
                  </a:lnTo>
                  <a:lnTo>
                    <a:pt x="68" y="805"/>
                  </a:lnTo>
                  <a:lnTo>
                    <a:pt x="58" y="833"/>
                  </a:lnTo>
                  <a:lnTo>
                    <a:pt x="48" y="862"/>
                  </a:lnTo>
                  <a:lnTo>
                    <a:pt x="39" y="891"/>
                  </a:lnTo>
                  <a:lnTo>
                    <a:pt x="29" y="919"/>
                  </a:lnTo>
                  <a:lnTo>
                    <a:pt x="29" y="929"/>
                  </a:lnTo>
                  <a:lnTo>
                    <a:pt x="29" y="948"/>
                  </a:lnTo>
                  <a:lnTo>
                    <a:pt x="10" y="986"/>
                  </a:lnTo>
                  <a:lnTo>
                    <a:pt x="10" y="1015"/>
                  </a:lnTo>
                  <a:cubicBezTo>
                    <a:pt x="10" y="1025"/>
                    <a:pt x="10" y="1034"/>
                    <a:pt x="1" y="1053"/>
                  </a:cubicBezTo>
                  <a:lnTo>
                    <a:pt x="1" y="1073"/>
                  </a:lnTo>
                  <a:cubicBezTo>
                    <a:pt x="1" y="1092"/>
                    <a:pt x="1" y="1111"/>
                    <a:pt x="1" y="1130"/>
                  </a:cubicBezTo>
                  <a:lnTo>
                    <a:pt x="1" y="1168"/>
                  </a:lnTo>
                  <a:lnTo>
                    <a:pt x="1" y="1264"/>
                  </a:lnTo>
                  <a:lnTo>
                    <a:pt x="1" y="1341"/>
                  </a:lnTo>
                  <a:lnTo>
                    <a:pt x="1" y="1360"/>
                  </a:lnTo>
                  <a:cubicBezTo>
                    <a:pt x="1" y="1379"/>
                    <a:pt x="1" y="1408"/>
                    <a:pt x="1" y="1427"/>
                  </a:cubicBezTo>
                  <a:lnTo>
                    <a:pt x="1" y="1436"/>
                  </a:lnTo>
                  <a:cubicBezTo>
                    <a:pt x="58" y="1819"/>
                    <a:pt x="278" y="2164"/>
                    <a:pt x="604" y="2365"/>
                  </a:cubicBezTo>
                  <a:lnTo>
                    <a:pt x="613" y="2374"/>
                  </a:lnTo>
                  <a:lnTo>
                    <a:pt x="623" y="2374"/>
                  </a:lnTo>
                  <a:lnTo>
                    <a:pt x="632" y="2384"/>
                  </a:lnTo>
                  <a:lnTo>
                    <a:pt x="680" y="2403"/>
                  </a:lnTo>
                  <a:lnTo>
                    <a:pt x="699" y="2412"/>
                  </a:lnTo>
                  <a:lnTo>
                    <a:pt x="709" y="2412"/>
                  </a:lnTo>
                  <a:lnTo>
                    <a:pt x="776" y="2451"/>
                  </a:lnTo>
                  <a:lnTo>
                    <a:pt x="804" y="2460"/>
                  </a:lnTo>
                  <a:lnTo>
                    <a:pt x="852" y="2479"/>
                  </a:lnTo>
                  <a:lnTo>
                    <a:pt x="862" y="2479"/>
                  </a:lnTo>
                  <a:lnTo>
                    <a:pt x="910" y="2499"/>
                  </a:lnTo>
                  <a:lnTo>
                    <a:pt x="948" y="2508"/>
                  </a:lnTo>
                  <a:lnTo>
                    <a:pt x="996" y="2518"/>
                  </a:lnTo>
                  <a:lnTo>
                    <a:pt x="1025" y="2527"/>
                  </a:lnTo>
                  <a:lnTo>
                    <a:pt x="1111" y="2537"/>
                  </a:lnTo>
                  <a:lnTo>
                    <a:pt x="1398" y="2537"/>
                  </a:lnTo>
                  <a:lnTo>
                    <a:pt x="1321" y="2527"/>
                  </a:lnTo>
                  <a:lnTo>
                    <a:pt x="1283" y="2518"/>
                  </a:lnTo>
                  <a:lnTo>
                    <a:pt x="1245" y="2508"/>
                  </a:lnTo>
                  <a:lnTo>
                    <a:pt x="1235" y="2508"/>
                  </a:lnTo>
                  <a:lnTo>
                    <a:pt x="1197" y="2499"/>
                  </a:lnTo>
                  <a:lnTo>
                    <a:pt x="1149" y="2479"/>
                  </a:lnTo>
                  <a:lnTo>
                    <a:pt x="1139" y="2479"/>
                  </a:lnTo>
                  <a:lnTo>
                    <a:pt x="1101" y="2460"/>
                  </a:lnTo>
                  <a:lnTo>
                    <a:pt x="1063" y="2451"/>
                  </a:lnTo>
                  <a:lnTo>
                    <a:pt x="996" y="2412"/>
                  </a:lnTo>
                  <a:lnTo>
                    <a:pt x="986" y="2412"/>
                  </a:lnTo>
                  <a:lnTo>
                    <a:pt x="967" y="2403"/>
                  </a:lnTo>
                  <a:lnTo>
                    <a:pt x="919" y="2384"/>
                  </a:lnTo>
                  <a:lnTo>
                    <a:pt x="910" y="2374"/>
                  </a:lnTo>
                  <a:lnTo>
                    <a:pt x="900" y="2374"/>
                  </a:lnTo>
                  <a:lnTo>
                    <a:pt x="891" y="2365"/>
                  </a:lnTo>
                  <a:cubicBezTo>
                    <a:pt x="565" y="2164"/>
                    <a:pt x="345" y="1819"/>
                    <a:pt x="288" y="1436"/>
                  </a:cubicBezTo>
                  <a:lnTo>
                    <a:pt x="288" y="1427"/>
                  </a:lnTo>
                  <a:cubicBezTo>
                    <a:pt x="288" y="1398"/>
                    <a:pt x="288" y="1379"/>
                    <a:pt x="288" y="1360"/>
                  </a:cubicBezTo>
                  <a:lnTo>
                    <a:pt x="288" y="1341"/>
                  </a:lnTo>
                  <a:lnTo>
                    <a:pt x="288" y="1264"/>
                  </a:lnTo>
                  <a:lnTo>
                    <a:pt x="288" y="1168"/>
                  </a:lnTo>
                  <a:lnTo>
                    <a:pt x="288" y="1130"/>
                  </a:lnTo>
                  <a:cubicBezTo>
                    <a:pt x="288" y="1111"/>
                    <a:pt x="288" y="1092"/>
                    <a:pt x="288" y="1073"/>
                  </a:cubicBezTo>
                  <a:lnTo>
                    <a:pt x="288" y="1053"/>
                  </a:lnTo>
                  <a:cubicBezTo>
                    <a:pt x="288" y="1034"/>
                    <a:pt x="288" y="1025"/>
                    <a:pt x="297" y="1015"/>
                  </a:cubicBezTo>
                  <a:lnTo>
                    <a:pt x="297" y="986"/>
                  </a:lnTo>
                  <a:lnTo>
                    <a:pt x="307" y="948"/>
                  </a:lnTo>
                  <a:lnTo>
                    <a:pt x="307" y="929"/>
                  </a:lnTo>
                  <a:lnTo>
                    <a:pt x="307" y="919"/>
                  </a:lnTo>
                  <a:lnTo>
                    <a:pt x="316" y="891"/>
                  </a:lnTo>
                  <a:lnTo>
                    <a:pt x="326" y="862"/>
                  </a:lnTo>
                  <a:lnTo>
                    <a:pt x="336" y="833"/>
                  </a:lnTo>
                  <a:lnTo>
                    <a:pt x="345" y="805"/>
                  </a:lnTo>
                  <a:lnTo>
                    <a:pt x="355" y="776"/>
                  </a:lnTo>
                  <a:lnTo>
                    <a:pt x="374" y="747"/>
                  </a:lnTo>
                  <a:lnTo>
                    <a:pt x="383" y="719"/>
                  </a:lnTo>
                  <a:lnTo>
                    <a:pt x="393" y="690"/>
                  </a:lnTo>
                  <a:lnTo>
                    <a:pt x="412" y="661"/>
                  </a:lnTo>
                  <a:lnTo>
                    <a:pt x="422" y="632"/>
                  </a:lnTo>
                  <a:lnTo>
                    <a:pt x="441" y="604"/>
                  </a:lnTo>
                  <a:lnTo>
                    <a:pt x="450" y="585"/>
                  </a:lnTo>
                  <a:lnTo>
                    <a:pt x="470" y="556"/>
                  </a:lnTo>
                  <a:lnTo>
                    <a:pt x="489" y="527"/>
                  </a:lnTo>
                  <a:lnTo>
                    <a:pt x="508" y="498"/>
                  </a:lnTo>
                  <a:lnTo>
                    <a:pt x="527" y="479"/>
                  </a:lnTo>
                  <a:lnTo>
                    <a:pt x="546" y="451"/>
                  </a:lnTo>
                  <a:lnTo>
                    <a:pt x="556" y="431"/>
                  </a:lnTo>
                  <a:lnTo>
                    <a:pt x="584" y="412"/>
                  </a:lnTo>
                  <a:lnTo>
                    <a:pt x="613" y="384"/>
                  </a:lnTo>
                  <a:lnTo>
                    <a:pt x="632" y="364"/>
                  </a:lnTo>
                  <a:lnTo>
                    <a:pt x="642" y="355"/>
                  </a:lnTo>
                  <a:lnTo>
                    <a:pt x="651" y="336"/>
                  </a:lnTo>
                  <a:lnTo>
                    <a:pt x="690" y="297"/>
                  </a:lnTo>
                  <a:lnTo>
                    <a:pt x="699" y="297"/>
                  </a:lnTo>
                  <a:lnTo>
                    <a:pt x="738" y="259"/>
                  </a:lnTo>
                  <a:lnTo>
                    <a:pt x="757" y="250"/>
                  </a:lnTo>
                  <a:lnTo>
                    <a:pt x="785" y="230"/>
                  </a:lnTo>
                  <a:lnTo>
                    <a:pt x="804" y="211"/>
                  </a:lnTo>
                  <a:lnTo>
                    <a:pt x="833" y="192"/>
                  </a:lnTo>
                  <a:lnTo>
                    <a:pt x="852" y="183"/>
                  </a:lnTo>
                  <a:lnTo>
                    <a:pt x="881" y="163"/>
                  </a:lnTo>
                  <a:lnTo>
                    <a:pt x="900" y="154"/>
                  </a:lnTo>
                  <a:lnTo>
                    <a:pt x="929" y="135"/>
                  </a:lnTo>
                  <a:lnTo>
                    <a:pt x="948" y="125"/>
                  </a:lnTo>
                  <a:lnTo>
                    <a:pt x="977" y="106"/>
                  </a:lnTo>
                  <a:lnTo>
                    <a:pt x="1005" y="96"/>
                  </a:lnTo>
                  <a:lnTo>
                    <a:pt x="1034" y="77"/>
                  </a:lnTo>
                  <a:lnTo>
                    <a:pt x="1063" y="68"/>
                  </a:lnTo>
                  <a:lnTo>
                    <a:pt x="1092" y="58"/>
                  </a:lnTo>
                  <a:lnTo>
                    <a:pt x="1120" y="49"/>
                  </a:lnTo>
                  <a:lnTo>
                    <a:pt x="1149" y="39"/>
                  </a:lnTo>
                  <a:lnTo>
                    <a:pt x="1178" y="29"/>
                  </a:lnTo>
                  <a:lnTo>
                    <a:pt x="1216" y="20"/>
                  </a:lnTo>
                  <a:lnTo>
                    <a:pt x="1245" y="10"/>
                  </a:lnTo>
                  <a:lnTo>
                    <a:pt x="1273" y="1"/>
                  </a:ln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28" name="Google Shape;8528;p63"/>
          <p:cNvGrpSpPr/>
          <p:nvPr/>
        </p:nvGrpSpPr>
        <p:grpSpPr>
          <a:xfrm>
            <a:off x="3531026" y="2266723"/>
            <a:ext cx="358134" cy="356637"/>
            <a:chOff x="3545301" y="2423523"/>
            <a:chExt cx="358134" cy="356637"/>
          </a:xfrm>
        </p:grpSpPr>
        <p:sp>
          <p:nvSpPr>
            <p:cNvPr id="8529" name="Google Shape;8529;p63"/>
            <p:cNvSpPr/>
            <p:nvPr/>
          </p:nvSpPr>
          <p:spPr>
            <a:xfrm>
              <a:off x="3545301" y="2633630"/>
              <a:ext cx="64600" cy="146531"/>
            </a:xfrm>
            <a:custGeom>
              <a:avLst/>
              <a:gdLst/>
              <a:ahLst/>
              <a:cxnLst/>
              <a:rect l="l" t="t" r="r" b="b"/>
              <a:pathLst>
                <a:path w="2460" h="5580" extrusionOk="0">
                  <a:moveTo>
                    <a:pt x="354" y="0"/>
                  </a:moveTo>
                  <a:cubicBezTo>
                    <a:pt x="153" y="0"/>
                    <a:pt x="0" y="154"/>
                    <a:pt x="0" y="345"/>
                  </a:cubicBezTo>
                  <a:lnTo>
                    <a:pt x="0" y="5580"/>
                  </a:lnTo>
                  <a:lnTo>
                    <a:pt x="2460" y="5580"/>
                  </a:lnTo>
                  <a:lnTo>
                    <a:pt x="2460" y="345"/>
                  </a:lnTo>
                  <a:cubicBezTo>
                    <a:pt x="2460" y="154"/>
                    <a:pt x="2306" y="0"/>
                    <a:pt x="2115"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0" name="Google Shape;8530;p63"/>
            <p:cNvSpPr/>
            <p:nvPr/>
          </p:nvSpPr>
          <p:spPr>
            <a:xfrm>
              <a:off x="3545301" y="2633630"/>
              <a:ext cx="30934" cy="146531"/>
            </a:xfrm>
            <a:custGeom>
              <a:avLst/>
              <a:gdLst/>
              <a:ahLst/>
              <a:cxnLst/>
              <a:rect l="l" t="t" r="r" b="b"/>
              <a:pathLst>
                <a:path w="1178" h="5580" extrusionOk="0">
                  <a:moveTo>
                    <a:pt x="354" y="0"/>
                  </a:moveTo>
                  <a:cubicBezTo>
                    <a:pt x="153" y="0"/>
                    <a:pt x="0" y="154"/>
                    <a:pt x="0" y="345"/>
                  </a:cubicBezTo>
                  <a:lnTo>
                    <a:pt x="0" y="5580"/>
                  </a:lnTo>
                  <a:lnTo>
                    <a:pt x="833" y="5580"/>
                  </a:lnTo>
                  <a:lnTo>
                    <a:pt x="833" y="345"/>
                  </a:lnTo>
                  <a:cubicBezTo>
                    <a:pt x="833" y="154"/>
                    <a:pt x="986" y="0"/>
                    <a:pt x="117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1" name="Google Shape;8531;p63"/>
            <p:cNvSpPr/>
            <p:nvPr/>
          </p:nvSpPr>
          <p:spPr>
            <a:xfrm>
              <a:off x="3643041" y="2597181"/>
              <a:ext cx="64888" cy="182980"/>
            </a:xfrm>
            <a:custGeom>
              <a:avLst/>
              <a:gdLst/>
              <a:ahLst/>
              <a:cxnLst/>
              <a:rect l="l" t="t" r="r" b="b"/>
              <a:pathLst>
                <a:path w="2471" h="6968" extrusionOk="0">
                  <a:moveTo>
                    <a:pt x="355" y="1"/>
                  </a:moveTo>
                  <a:cubicBezTo>
                    <a:pt x="164" y="10"/>
                    <a:pt x="1" y="163"/>
                    <a:pt x="1" y="355"/>
                  </a:cubicBezTo>
                  <a:lnTo>
                    <a:pt x="1" y="6968"/>
                  </a:lnTo>
                  <a:lnTo>
                    <a:pt x="2470" y="6968"/>
                  </a:lnTo>
                  <a:lnTo>
                    <a:pt x="2470" y="355"/>
                  </a:lnTo>
                  <a:cubicBezTo>
                    <a:pt x="2460" y="163"/>
                    <a:pt x="2307" y="10"/>
                    <a:pt x="2116"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2" name="Google Shape;8532;p63"/>
            <p:cNvSpPr/>
            <p:nvPr/>
          </p:nvSpPr>
          <p:spPr>
            <a:xfrm>
              <a:off x="3643041" y="2597181"/>
              <a:ext cx="30961" cy="182980"/>
            </a:xfrm>
            <a:custGeom>
              <a:avLst/>
              <a:gdLst/>
              <a:ahLst/>
              <a:cxnLst/>
              <a:rect l="l" t="t" r="r" b="b"/>
              <a:pathLst>
                <a:path w="1179" h="6968" extrusionOk="0">
                  <a:moveTo>
                    <a:pt x="355" y="1"/>
                  </a:moveTo>
                  <a:cubicBezTo>
                    <a:pt x="154" y="10"/>
                    <a:pt x="1" y="163"/>
                    <a:pt x="1" y="355"/>
                  </a:cubicBezTo>
                  <a:lnTo>
                    <a:pt x="1" y="6968"/>
                  </a:lnTo>
                  <a:lnTo>
                    <a:pt x="824" y="6968"/>
                  </a:lnTo>
                  <a:lnTo>
                    <a:pt x="824" y="355"/>
                  </a:lnTo>
                  <a:cubicBezTo>
                    <a:pt x="824" y="163"/>
                    <a:pt x="977" y="10"/>
                    <a:pt x="1178"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3" name="Google Shape;8533;p63"/>
            <p:cNvSpPr/>
            <p:nvPr/>
          </p:nvSpPr>
          <p:spPr>
            <a:xfrm>
              <a:off x="3740807" y="2560994"/>
              <a:ext cx="65125" cy="219166"/>
            </a:xfrm>
            <a:custGeom>
              <a:avLst/>
              <a:gdLst/>
              <a:ahLst/>
              <a:cxnLst/>
              <a:rect l="l" t="t" r="r" b="b"/>
              <a:pathLst>
                <a:path w="2480" h="8346" extrusionOk="0">
                  <a:moveTo>
                    <a:pt x="355" y="1"/>
                  </a:moveTo>
                  <a:cubicBezTo>
                    <a:pt x="163" y="1"/>
                    <a:pt x="10" y="163"/>
                    <a:pt x="1" y="355"/>
                  </a:cubicBezTo>
                  <a:lnTo>
                    <a:pt x="1" y="8346"/>
                  </a:lnTo>
                  <a:lnTo>
                    <a:pt x="2479" y="8346"/>
                  </a:lnTo>
                  <a:lnTo>
                    <a:pt x="2479" y="355"/>
                  </a:lnTo>
                  <a:cubicBezTo>
                    <a:pt x="2470" y="154"/>
                    <a:pt x="2307" y="1"/>
                    <a:pt x="2116"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4" name="Google Shape;8534;p63"/>
            <p:cNvSpPr/>
            <p:nvPr/>
          </p:nvSpPr>
          <p:spPr>
            <a:xfrm>
              <a:off x="3740807" y="2560994"/>
              <a:ext cx="30934" cy="219166"/>
            </a:xfrm>
            <a:custGeom>
              <a:avLst/>
              <a:gdLst/>
              <a:ahLst/>
              <a:cxnLst/>
              <a:rect l="l" t="t" r="r" b="b"/>
              <a:pathLst>
                <a:path w="1178" h="8346" extrusionOk="0">
                  <a:moveTo>
                    <a:pt x="355" y="1"/>
                  </a:moveTo>
                  <a:cubicBezTo>
                    <a:pt x="163" y="1"/>
                    <a:pt x="10" y="163"/>
                    <a:pt x="1" y="355"/>
                  </a:cubicBezTo>
                  <a:lnTo>
                    <a:pt x="1" y="8346"/>
                  </a:lnTo>
                  <a:lnTo>
                    <a:pt x="824" y="8346"/>
                  </a:lnTo>
                  <a:lnTo>
                    <a:pt x="824" y="355"/>
                  </a:lnTo>
                  <a:cubicBezTo>
                    <a:pt x="833" y="163"/>
                    <a:pt x="986" y="1"/>
                    <a:pt x="1178" y="1"/>
                  </a:cubicBezTo>
                  <a:close/>
                </a:path>
              </a:pathLst>
            </a:custGeom>
            <a:solidFill>
              <a:srgbClr val="A9B7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5" name="Google Shape;8535;p63"/>
            <p:cNvSpPr/>
            <p:nvPr/>
          </p:nvSpPr>
          <p:spPr>
            <a:xfrm>
              <a:off x="3838573" y="2524808"/>
              <a:ext cx="64862" cy="255352"/>
            </a:xfrm>
            <a:custGeom>
              <a:avLst/>
              <a:gdLst/>
              <a:ahLst/>
              <a:cxnLst/>
              <a:rect l="l" t="t" r="r" b="b"/>
              <a:pathLst>
                <a:path w="2470" h="9724" extrusionOk="0">
                  <a:moveTo>
                    <a:pt x="355" y="0"/>
                  </a:moveTo>
                  <a:cubicBezTo>
                    <a:pt x="163" y="0"/>
                    <a:pt x="10" y="163"/>
                    <a:pt x="1" y="355"/>
                  </a:cubicBezTo>
                  <a:lnTo>
                    <a:pt x="1" y="9724"/>
                  </a:lnTo>
                  <a:lnTo>
                    <a:pt x="2470" y="9724"/>
                  </a:lnTo>
                  <a:lnTo>
                    <a:pt x="2470" y="355"/>
                  </a:lnTo>
                  <a:cubicBezTo>
                    <a:pt x="2470" y="163"/>
                    <a:pt x="2307" y="0"/>
                    <a:pt x="211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6" name="Google Shape;8536;p63"/>
            <p:cNvSpPr/>
            <p:nvPr/>
          </p:nvSpPr>
          <p:spPr>
            <a:xfrm>
              <a:off x="3838835" y="2524808"/>
              <a:ext cx="30934" cy="255352"/>
            </a:xfrm>
            <a:custGeom>
              <a:avLst/>
              <a:gdLst/>
              <a:ahLst/>
              <a:cxnLst/>
              <a:rect l="l" t="t" r="r" b="b"/>
              <a:pathLst>
                <a:path w="1178" h="9724" extrusionOk="0">
                  <a:moveTo>
                    <a:pt x="354" y="0"/>
                  </a:moveTo>
                  <a:cubicBezTo>
                    <a:pt x="153" y="0"/>
                    <a:pt x="0" y="163"/>
                    <a:pt x="0" y="355"/>
                  </a:cubicBezTo>
                  <a:lnTo>
                    <a:pt x="0" y="9724"/>
                  </a:lnTo>
                  <a:lnTo>
                    <a:pt x="823" y="9724"/>
                  </a:lnTo>
                  <a:lnTo>
                    <a:pt x="823" y="355"/>
                  </a:lnTo>
                  <a:cubicBezTo>
                    <a:pt x="823" y="154"/>
                    <a:pt x="976" y="0"/>
                    <a:pt x="1177"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7" name="Google Shape;8537;p63"/>
            <p:cNvSpPr/>
            <p:nvPr/>
          </p:nvSpPr>
          <p:spPr>
            <a:xfrm>
              <a:off x="3560873" y="2423523"/>
              <a:ext cx="332767" cy="134241"/>
            </a:xfrm>
            <a:custGeom>
              <a:avLst/>
              <a:gdLst/>
              <a:ahLst/>
              <a:cxnLst/>
              <a:rect l="l" t="t" r="r" b="b"/>
              <a:pathLst>
                <a:path w="12672" h="5112" extrusionOk="0">
                  <a:moveTo>
                    <a:pt x="10171" y="0"/>
                  </a:moveTo>
                  <a:cubicBezTo>
                    <a:pt x="9996" y="0"/>
                    <a:pt x="9889" y="205"/>
                    <a:pt x="9992" y="355"/>
                  </a:cubicBezTo>
                  <a:lnTo>
                    <a:pt x="10355" y="872"/>
                  </a:lnTo>
                  <a:cubicBezTo>
                    <a:pt x="9140" y="1599"/>
                    <a:pt x="5274" y="3628"/>
                    <a:pt x="0" y="3628"/>
                  </a:cubicBezTo>
                  <a:lnTo>
                    <a:pt x="0" y="5111"/>
                  </a:lnTo>
                  <a:cubicBezTo>
                    <a:pt x="2871" y="5102"/>
                    <a:pt x="5714" y="4547"/>
                    <a:pt x="8374" y="3484"/>
                  </a:cubicBezTo>
                  <a:cubicBezTo>
                    <a:pt x="9351" y="3092"/>
                    <a:pt x="10298" y="2633"/>
                    <a:pt x="11207" y="2087"/>
                  </a:cubicBezTo>
                  <a:lnTo>
                    <a:pt x="11523" y="2546"/>
                  </a:lnTo>
                  <a:cubicBezTo>
                    <a:pt x="11568" y="2612"/>
                    <a:pt x="11636" y="2642"/>
                    <a:pt x="11703" y="2642"/>
                  </a:cubicBezTo>
                  <a:cubicBezTo>
                    <a:pt x="11793" y="2642"/>
                    <a:pt x="11883" y="2588"/>
                    <a:pt x="11915" y="2489"/>
                  </a:cubicBezTo>
                  <a:lnTo>
                    <a:pt x="12624" y="374"/>
                  </a:lnTo>
                  <a:cubicBezTo>
                    <a:pt x="12671" y="230"/>
                    <a:pt x="12566" y="77"/>
                    <a:pt x="12413" y="77"/>
                  </a:cubicBezTo>
                  <a:lnTo>
                    <a:pt x="10183" y="1"/>
                  </a:lnTo>
                  <a:cubicBezTo>
                    <a:pt x="10179" y="0"/>
                    <a:pt x="10175" y="0"/>
                    <a:pt x="1017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38" name="Google Shape;8538;p63"/>
          <p:cNvGrpSpPr/>
          <p:nvPr/>
        </p:nvGrpSpPr>
        <p:grpSpPr>
          <a:xfrm>
            <a:off x="3517187" y="3667799"/>
            <a:ext cx="377251" cy="324232"/>
            <a:chOff x="3531462" y="3824599"/>
            <a:chExt cx="377251" cy="324232"/>
          </a:xfrm>
        </p:grpSpPr>
        <p:sp>
          <p:nvSpPr>
            <p:cNvPr id="8539" name="Google Shape;8539;p63"/>
            <p:cNvSpPr/>
            <p:nvPr/>
          </p:nvSpPr>
          <p:spPr>
            <a:xfrm>
              <a:off x="3573189" y="3854772"/>
              <a:ext cx="294059" cy="294059"/>
            </a:xfrm>
            <a:custGeom>
              <a:avLst/>
              <a:gdLst/>
              <a:ahLst/>
              <a:cxnLst/>
              <a:rect l="l" t="t" r="r" b="b"/>
              <a:pathLst>
                <a:path w="11198" h="11198" extrusionOk="0">
                  <a:moveTo>
                    <a:pt x="5599" y="0"/>
                  </a:moveTo>
                  <a:cubicBezTo>
                    <a:pt x="2508" y="0"/>
                    <a:pt x="0" y="2508"/>
                    <a:pt x="0" y="5599"/>
                  </a:cubicBezTo>
                  <a:cubicBezTo>
                    <a:pt x="0" y="8690"/>
                    <a:pt x="2508" y="11197"/>
                    <a:pt x="5599" y="11197"/>
                  </a:cubicBezTo>
                  <a:cubicBezTo>
                    <a:pt x="8690" y="11197"/>
                    <a:pt x="11198" y="8690"/>
                    <a:pt x="11198" y="5599"/>
                  </a:cubicBezTo>
                  <a:cubicBezTo>
                    <a:pt x="11198" y="2508"/>
                    <a:pt x="8690" y="0"/>
                    <a:pt x="5599"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0" name="Google Shape;8540;p63"/>
            <p:cNvSpPr/>
            <p:nvPr/>
          </p:nvSpPr>
          <p:spPr>
            <a:xfrm>
              <a:off x="3719457" y="3939461"/>
              <a:ext cx="78439" cy="102808"/>
            </a:xfrm>
            <a:custGeom>
              <a:avLst/>
              <a:gdLst/>
              <a:ahLst/>
              <a:cxnLst/>
              <a:rect l="l" t="t" r="r" b="b"/>
              <a:pathLst>
                <a:path w="2987" h="3915" extrusionOk="0">
                  <a:moveTo>
                    <a:pt x="0" y="0"/>
                  </a:moveTo>
                  <a:lnTo>
                    <a:pt x="39" y="2403"/>
                  </a:lnTo>
                  <a:lnTo>
                    <a:pt x="1838" y="3915"/>
                  </a:lnTo>
                  <a:lnTo>
                    <a:pt x="1981" y="3704"/>
                  </a:lnTo>
                  <a:cubicBezTo>
                    <a:pt x="2986" y="2221"/>
                    <a:pt x="2039" y="201"/>
                    <a:pt x="259" y="29"/>
                  </a:cubicBezTo>
                  <a:lnTo>
                    <a:pt x="0" y="0"/>
                  </a:ln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1" name="Google Shape;8541;p63"/>
            <p:cNvSpPr/>
            <p:nvPr/>
          </p:nvSpPr>
          <p:spPr>
            <a:xfrm>
              <a:off x="3719195" y="3878144"/>
              <a:ext cx="156851" cy="203594"/>
            </a:xfrm>
            <a:custGeom>
              <a:avLst/>
              <a:gdLst/>
              <a:ahLst/>
              <a:cxnLst/>
              <a:rect l="l" t="t" r="r" b="b"/>
              <a:pathLst>
                <a:path w="5973" h="7753" extrusionOk="0">
                  <a:moveTo>
                    <a:pt x="1" y="0"/>
                  </a:moveTo>
                  <a:lnTo>
                    <a:pt x="20" y="2374"/>
                  </a:lnTo>
                  <a:lnTo>
                    <a:pt x="230" y="2393"/>
                  </a:lnTo>
                  <a:cubicBezTo>
                    <a:pt x="1436" y="2498"/>
                    <a:pt x="2365" y="3503"/>
                    <a:pt x="2365" y="4709"/>
                  </a:cubicBezTo>
                  <a:cubicBezTo>
                    <a:pt x="2365" y="5187"/>
                    <a:pt x="2221" y="5656"/>
                    <a:pt x="1943" y="6049"/>
                  </a:cubicBezTo>
                  <a:lnTo>
                    <a:pt x="1819" y="6231"/>
                  </a:lnTo>
                  <a:lnTo>
                    <a:pt x="3637" y="7752"/>
                  </a:lnTo>
                  <a:lnTo>
                    <a:pt x="3781" y="7561"/>
                  </a:lnTo>
                  <a:lnTo>
                    <a:pt x="3800" y="7542"/>
                  </a:lnTo>
                  <a:lnTo>
                    <a:pt x="3858" y="7465"/>
                  </a:lnTo>
                  <a:cubicBezTo>
                    <a:pt x="5973" y="4527"/>
                    <a:pt x="4125" y="412"/>
                    <a:pt x="537" y="29"/>
                  </a:cubicBezTo>
                  <a:lnTo>
                    <a:pt x="403" y="19"/>
                  </a:lnTo>
                  <a:lnTo>
                    <a:pt x="374" y="19"/>
                  </a:lnTo>
                  <a:lnTo>
                    <a:pt x="269" y="10"/>
                  </a:lnTo>
                  <a:lnTo>
                    <a:pt x="1"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2" name="Google Shape;8542;p63"/>
            <p:cNvSpPr/>
            <p:nvPr/>
          </p:nvSpPr>
          <p:spPr>
            <a:xfrm>
              <a:off x="3718959" y="3824599"/>
              <a:ext cx="189755" cy="287048"/>
            </a:xfrm>
            <a:custGeom>
              <a:avLst/>
              <a:gdLst/>
              <a:ahLst/>
              <a:cxnLst/>
              <a:rect l="l" t="t" r="r" b="b"/>
              <a:pathLst>
                <a:path w="7226" h="10931" extrusionOk="0">
                  <a:moveTo>
                    <a:pt x="421" y="1"/>
                  </a:moveTo>
                  <a:cubicBezTo>
                    <a:pt x="192" y="10"/>
                    <a:pt x="0" y="192"/>
                    <a:pt x="0" y="432"/>
                  </a:cubicBezTo>
                  <a:lnTo>
                    <a:pt x="10" y="2068"/>
                  </a:lnTo>
                  <a:lnTo>
                    <a:pt x="239" y="2078"/>
                  </a:lnTo>
                  <a:cubicBezTo>
                    <a:pt x="4020" y="2231"/>
                    <a:pt x="6068" y="6595"/>
                    <a:pt x="3752" y="9600"/>
                  </a:cubicBezTo>
                  <a:lnTo>
                    <a:pt x="3618" y="9772"/>
                  </a:lnTo>
                  <a:lnTo>
                    <a:pt x="4871" y="10834"/>
                  </a:lnTo>
                  <a:cubicBezTo>
                    <a:pt x="4948" y="10892"/>
                    <a:pt x="5044" y="10930"/>
                    <a:pt x="5149" y="10930"/>
                  </a:cubicBezTo>
                  <a:lnTo>
                    <a:pt x="5197" y="10930"/>
                  </a:lnTo>
                  <a:cubicBezTo>
                    <a:pt x="5312" y="10921"/>
                    <a:pt x="5417" y="10863"/>
                    <a:pt x="5484" y="10767"/>
                  </a:cubicBezTo>
                  <a:cubicBezTo>
                    <a:pt x="6958" y="8777"/>
                    <a:pt x="7226" y="6135"/>
                    <a:pt x="6173" y="3886"/>
                  </a:cubicBezTo>
                  <a:cubicBezTo>
                    <a:pt x="5120" y="1637"/>
                    <a:pt x="2919" y="154"/>
                    <a:pt x="45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3" name="Google Shape;8543;p63"/>
            <p:cNvSpPr/>
            <p:nvPr/>
          </p:nvSpPr>
          <p:spPr>
            <a:xfrm>
              <a:off x="3576708" y="3855008"/>
              <a:ext cx="144036" cy="147555"/>
            </a:xfrm>
            <a:custGeom>
              <a:avLst/>
              <a:gdLst/>
              <a:ahLst/>
              <a:cxnLst/>
              <a:rect l="l" t="t" r="r" b="b"/>
              <a:pathLst>
                <a:path w="5485" h="5619" extrusionOk="0">
                  <a:moveTo>
                    <a:pt x="5455" y="1"/>
                  </a:moveTo>
                  <a:cubicBezTo>
                    <a:pt x="2833" y="1"/>
                    <a:pt x="565" y="1829"/>
                    <a:pt x="0" y="4394"/>
                  </a:cubicBezTo>
                  <a:lnTo>
                    <a:pt x="5484" y="5619"/>
                  </a:lnTo>
                  <a:lnTo>
                    <a:pt x="5455"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4" name="Google Shape;8544;p63"/>
            <p:cNvSpPr/>
            <p:nvPr/>
          </p:nvSpPr>
          <p:spPr>
            <a:xfrm>
              <a:off x="3573426" y="3969870"/>
              <a:ext cx="147319" cy="173684"/>
            </a:xfrm>
            <a:custGeom>
              <a:avLst/>
              <a:gdLst/>
              <a:ahLst/>
              <a:cxnLst/>
              <a:rect l="l" t="t" r="r" b="b"/>
              <a:pathLst>
                <a:path w="5610" h="6614" extrusionOk="0">
                  <a:moveTo>
                    <a:pt x="125" y="0"/>
                  </a:moveTo>
                  <a:cubicBezTo>
                    <a:pt x="39" y="402"/>
                    <a:pt x="1" y="804"/>
                    <a:pt x="1" y="1216"/>
                  </a:cubicBezTo>
                  <a:cubicBezTo>
                    <a:pt x="1" y="3733"/>
                    <a:pt x="1676" y="5944"/>
                    <a:pt x="4107" y="6614"/>
                  </a:cubicBezTo>
                  <a:lnTo>
                    <a:pt x="5609" y="1245"/>
                  </a:lnTo>
                  <a:lnTo>
                    <a:pt x="125" y="0"/>
                  </a:ln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5" name="Google Shape;8545;p63"/>
            <p:cNvSpPr/>
            <p:nvPr/>
          </p:nvSpPr>
          <p:spPr>
            <a:xfrm>
              <a:off x="3664417" y="4122178"/>
              <a:ext cx="77940" cy="26654"/>
            </a:xfrm>
            <a:custGeom>
              <a:avLst/>
              <a:gdLst/>
              <a:ahLst/>
              <a:cxnLst/>
              <a:rect l="l" t="t" r="r" b="b"/>
              <a:pathLst>
                <a:path w="2968" h="1015" extrusionOk="0">
                  <a:moveTo>
                    <a:pt x="594" y="0"/>
                  </a:moveTo>
                  <a:lnTo>
                    <a:pt x="0" y="593"/>
                  </a:lnTo>
                  <a:cubicBezTo>
                    <a:pt x="680" y="871"/>
                    <a:pt x="1398" y="1014"/>
                    <a:pt x="2135" y="1014"/>
                  </a:cubicBezTo>
                  <a:cubicBezTo>
                    <a:pt x="2412" y="1014"/>
                    <a:pt x="2690" y="995"/>
                    <a:pt x="2967" y="957"/>
                  </a:cubicBezTo>
                  <a:cubicBezTo>
                    <a:pt x="2115" y="823"/>
                    <a:pt x="1302" y="498"/>
                    <a:pt x="594"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6" name="Google Shape;8546;p63"/>
            <p:cNvSpPr/>
            <p:nvPr/>
          </p:nvSpPr>
          <p:spPr>
            <a:xfrm>
              <a:off x="3576708" y="3854772"/>
              <a:ext cx="143275" cy="124919"/>
            </a:xfrm>
            <a:custGeom>
              <a:avLst/>
              <a:gdLst/>
              <a:ahLst/>
              <a:cxnLst/>
              <a:rect l="l" t="t" r="r" b="b"/>
              <a:pathLst>
                <a:path w="5456" h="4757" extrusionOk="0">
                  <a:moveTo>
                    <a:pt x="5455" y="0"/>
                  </a:moveTo>
                  <a:cubicBezTo>
                    <a:pt x="2833" y="10"/>
                    <a:pt x="565" y="1838"/>
                    <a:pt x="0" y="4403"/>
                  </a:cubicBezTo>
                  <a:lnTo>
                    <a:pt x="1618" y="4757"/>
                  </a:lnTo>
                  <a:cubicBezTo>
                    <a:pt x="1934" y="2651"/>
                    <a:pt x="3426" y="909"/>
                    <a:pt x="5455" y="268"/>
                  </a:cubicBezTo>
                  <a:lnTo>
                    <a:pt x="5455"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7" name="Google Shape;8547;p63"/>
            <p:cNvSpPr/>
            <p:nvPr/>
          </p:nvSpPr>
          <p:spPr>
            <a:xfrm>
              <a:off x="3531462" y="3831217"/>
              <a:ext cx="144561" cy="112393"/>
            </a:xfrm>
            <a:custGeom>
              <a:avLst/>
              <a:gdLst/>
              <a:ahLst/>
              <a:cxnLst/>
              <a:rect l="l" t="t" r="r" b="b"/>
              <a:pathLst>
                <a:path w="5505" h="4280" extrusionOk="0">
                  <a:moveTo>
                    <a:pt x="230" y="0"/>
                  </a:moveTo>
                  <a:cubicBezTo>
                    <a:pt x="116" y="0"/>
                    <a:pt x="1" y="79"/>
                    <a:pt x="10" y="237"/>
                  </a:cubicBezTo>
                  <a:lnTo>
                    <a:pt x="10" y="1414"/>
                  </a:lnTo>
                  <a:cubicBezTo>
                    <a:pt x="20" y="1548"/>
                    <a:pt x="125" y="1615"/>
                    <a:pt x="230" y="1615"/>
                  </a:cubicBezTo>
                  <a:cubicBezTo>
                    <a:pt x="336" y="1615"/>
                    <a:pt x="441" y="1548"/>
                    <a:pt x="450" y="1414"/>
                  </a:cubicBezTo>
                  <a:lnTo>
                    <a:pt x="450" y="1041"/>
                  </a:lnTo>
                  <a:lnTo>
                    <a:pt x="3322" y="1041"/>
                  </a:lnTo>
                  <a:lnTo>
                    <a:pt x="5016" y="4151"/>
                  </a:lnTo>
                  <a:cubicBezTo>
                    <a:pt x="5059" y="4242"/>
                    <a:pt x="5132" y="4280"/>
                    <a:pt x="5205" y="4280"/>
                  </a:cubicBezTo>
                  <a:cubicBezTo>
                    <a:pt x="5354" y="4280"/>
                    <a:pt x="5504" y="4121"/>
                    <a:pt x="5408" y="3941"/>
                  </a:cubicBezTo>
                  <a:lnTo>
                    <a:pt x="5408" y="3941"/>
                  </a:lnTo>
                  <a:lnTo>
                    <a:pt x="5408" y="3950"/>
                  </a:lnTo>
                  <a:lnTo>
                    <a:pt x="3647" y="725"/>
                  </a:lnTo>
                  <a:cubicBezTo>
                    <a:pt x="3609" y="648"/>
                    <a:pt x="3532" y="610"/>
                    <a:pt x="3456" y="601"/>
                  </a:cubicBezTo>
                  <a:lnTo>
                    <a:pt x="450" y="601"/>
                  </a:lnTo>
                  <a:lnTo>
                    <a:pt x="450" y="237"/>
                  </a:lnTo>
                  <a:cubicBezTo>
                    <a:pt x="460" y="79"/>
                    <a:pt x="345" y="0"/>
                    <a:pt x="230"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8" name="Google Shape;8548;p63"/>
            <p:cNvSpPr/>
            <p:nvPr/>
          </p:nvSpPr>
          <p:spPr>
            <a:xfrm>
              <a:off x="3653098" y="3932318"/>
              <a:ext cx="36711" cy="31538"/>
            </a:xfrm>
            <a:custGeom>
              <a:avLst/>
              <a:gdLst/>
              <a:ahLst/>
              <a:cxnLst/>
              <a:rect l="l" t="t" r="r" b="b"/>
              <a:pathLst>
                <a:path w="1398" h="1201" extrusionOk="0">
                  <a:moveTo>
                    <a:pt x="798" y="1"/>
                  </a:moveTo>
                  <a:cubicBezTo>
                    <a:pt x="650" y="1"/>
                    <a:pt x="498" y="55"/>
                    <a:pt x="374" y="177"/>
                  </a:cubicBezTo>
                  <a:cubicBezTo>
                    <a:pt x="1" y="550"/>
                    <a:pt x="269" y="1201"/>
                    <a:pt x="805" y="1201"/>
                  </a:cubicBezTo>
                  <a:cubicBezTo>
                    <a:pt x="1130" y="1201"/>
                    <a:pt x="1398" y="933"/>
                    <a:pt x="1398" y="598"/>
                  </a:cubicBezTo>
                  <a:cubicBezTo>
                    <a:pt x="1398" y="236"/>
                    <a:pt x="1106" y="1"/>
                    <a:pt x="798"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9" name="Google Shape;8549;p63"/>
            <p:cNvSpPr/>
            <p:nvPr/>
          </p:nvSpPr>
          <p:spPr>
            <a:xfrm>
              <a:off x="3559875" y="3969870"/>
              <a:ext cx="126179" cy="173684"/>
            </a:xfrm>
            <a:custGeom>
              <a:avLst/>
              <a:gdLst/>
              <a:ahLst/>
              <a:cxnLst/>
              <a:rect l="l" t="t" r="r" b="b"/>
              <a:pathLst>
                <a:path w="4805" h="6614" extrusionOk="0">
                  <a:moveTo>
                    <a:pt x="641" y="0"/>
                  </a:moveTo>
                  <a:cubicBezTo>
                    <a:pt x="0" y="2910"/>
                    <a:pt x="1742" y="5819"/>
                    <a:pt x="4613" y="6614"/>
                  </a:cubicBezTo>
                  <a:lnTo>
                    <a:pt x="4804" y="5953"/>
                  </a:lnTo>
                  <a:cubicBezTo>
                    <a:pt x="3177" y="4920"/>
                    <a:pt x="2192" y="3139"/>
                    <a:pt x="2192" y="1216"/>
                  </a:cubicBezTo>
                  <a:cubicBezTo>
                    <a:pt x="2192" y="938"/>
                    <a:pt x="2211" y="651"/>
                    <a:pt x="2259" y="374"/>
                  </a:cubicBezTo>
                  <a:lnTo>
                    <a:pt x="641" y="0"/>
                  </a:ln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50" name="Google Shape;8550;p63"/>
          <p:cNvGrpSpPr/>
          <p:nvPr/>
        </p:nvGrpSpPr>
        <p:grpSpPr>
          <a:xfrm>
            <a:off x="4016311" y="3648446"/>
            <a:ext cx="286523" cy="340566"/>
            <a:chOff x="4030586" y="3805246"/>
            <a:chExt cx="286523" cy="340566"/>
          </a:xfrm>
        </p:grpSpPr>
        <p:sp>
          <p:nvSpPr>
            <p:cNvPr id="8551" name="Google Shape;8551;p63"/>
            <p:cNvSpPr/>
            <p:nvPr/>
          </p:nvSpPr>
          <p:spPr>
            <a:xfrm>
              <a:off x="4030586" y="3826122"/>
              <a:ext cx="87735" cy="145533"/>
            </a:xfrm>
            <a:custGeom>
              <a:avLst/>
              <a:gdLst/>
              <a:ahLst/>
              <a:cxnLst/>
              <a:rect l="l" t="t" r="r" b="b"/>
              <a:pathLst>
                <a:path w="3341" h="5542" extrusionOk="0">
                  <a:moveTo>
                    <a:pt x="584" y="0"/>
                  </a:moveTo>
                  <a:cubicBezTo>
                    <a:pt x="259" y="0"/>
                    <a:pt x="0" y="259"/>
                    <a:pt x="0" y="584"/>
                  </a:cubicBezTo>
                  <a:lnTo>
                    <a:pt x="0" y="1388"/>
                  </a:lnTo>
                  <a:cubicBezTo>
                    <a:pt x="0" y="3321"/>
                    <a:pt x="986" y="3723"/>
                    <a:pt x="1790" y="4039"/>
                  </a:cubicBezTo>
                  <a:cubicBezTo>
                    <a:pt x="2230" y="4221"/>
                    <a:pt x="2613" y="4374"/>
                    <a:pt x="2804" y="4757"/>
                  </a:cubicBezTo>
                  <a:cubicBezTo>
                    <a:pt x="2852" y="4852"/>
                    <a:pt x="2843" y="4967"/>
                    <a:pt x="2766" y="5044"/>
                  </a:cubicBezTo>
                  <a:cubicBezTo>
                    <a:pt x="2697" y="5120"/>
                    <a:pt x="2599" y="5156"/>
                    <a:pt x="2499" y="5156"/>
                  </a:cubicBezTo>
                  <a:cubicBezTo>
                    <a:pt x="2460" y="5156"/>
                    <a:pt x="2421" y="5150"/>
                    <a:pt x="2383" y="5139"/>
                  </a:cubicBezTo>
                  <a:cubicBezTo>
                    <a:pt x="2240" y="5082"/>
                    <a:pt x="2221" y="4910"/>
                    <a:pt x="2230" y="4776"/>
                  </a:cubicBezTo>
                  <a:cubicBezTo>
                    <a:pt x="2235" y="4642"/>
                    <a:pt x="2135" y="4572"/>
                    <a:pt x="2035" y="4572"/>
                  </a:cubicBezTo>
                  <a:cubicBezTo>
                    <a:pt x="1943" y="4572"/>
                    <a:pt x="1852" y="4632"/>
                    <a:pt x="1847" y="4757"/>
                  </a:cubicBezTo>
                  <a:cubicBezTo>
                    <a:pt x="1838" y="4919"/>
                    <a:pt x="1857" y="5331"/>
                    <a:pt x="2230" y="5494"/>
                  </a:cubicBezTo>
                  <a:cubicBezTo>
                    <a:pt x="2316" y="5522"/>
                    <a:pt x="2402" y="5541"/>
                    <a:pt x="2489" y="5541"/>
                  </a:cubicBezTo>
                  <a:cubicBezTo>
                    <a:pt x="2699" y="5541"/>
                    <a:pt x="2900" y="5465"/>
                    <a:pt x="3044" y="5312"/>
                  </a:cubicBezTo>
                  <a:cubicBezTo>
                    <a:pt x="3225" y="5120"/>
                    <a:pt x="3273" y="4833"/>
                    <a:pt x="3149" y="4594"/>
                  </a:cubicBezTo>
                  <a:cubicBezTo>
                    <a:pt x="2891" y="4077"/>
                    <a:pt x="2402" y="3886"/>
                    <a:pt x="1924" y="3694"/>
                  </a:cubicBezTo>
                  <a:cubicBezTo>
                    <a:pt x="1551" y="3532"/>
                    <a:pt x="1158" y="3379"/>
                    <a:pt x="871" y="3053"/>
                  </a:cubicBezTo>
                  <a:cubicBezTo>
                    <a:pt x="546" y="2690"/>
                    <a:pt x="383" y="2144"/>
                    <a:pt x="383" y="1398"/>
                  </a:cubicBezTo>
                  <a:lnTo>
                    <a:pt x="383" y="594"/>
                  </a:lnTo>
                  <a:cubicBezTo>
                    <a:pt x="383" y="479"/>
                    <a:pt x="469" y="393"/>
                    <a:pt x="575" y="393"/>
                  </a:cubicBezTo>
                  <a:cubicBezTo>
                    <a:pt x="881" y="393"/>
                    <a:pt x="1168" y="546"/>
                    <a:pt x="1340" y="795"/>
                  </a:cubicBezTo>
                  <a:lnTo>
                    <a:pt x="1493" y="1015"/>
                  </a:lnTo>
                  <a:cubicBezTo>
                    <a:pt x="1646" y="1235"/>
                    <a:pt x="1905" y="1369"/>
                    <a:pt x="2182" y="1369"/>
                  </a:cubicBezTo>
                  <a:lnTo>
                    <a:pt x="3082" y="1369"/>
                  </a:lnTo>
                  <a:cubicBezTo>
                    <a:pt x="3340" y="1369"/>
                    <a:pt x="3340" y="986"/>
                    <a:pt x="3082" y="986"/>
                  </a:cubicBezTo>
                  <a:lnTo>
                    <a:pt x="2182" y="986"/>
                  </a:lnTo>
                  <a:cubicBezTo>
                    <a:pt x="2029" y="986"/>
                    <a:pt x="1895" y="909"/>
                    <a:pt x="1809" y="795"/>
                  </a:cubicBezTo>
                  <a:lnTo>
                    <a:pt x="1656" y="574"/>
                  </a:lnTo>
                  <a:cubicBezTo>
                    <a:pt x="1417" y="220"/>
                    <a:pt x="1015" y="10"/>
                    <a:pt x="584"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2" name="Google Shape;8552;p63"/>
            <p:cNvSpPr/>
            <p:nvPr/>
          </p:nvSpPr>
          <p:spPr>
            <a:xfrm>
              <a:off x="4229374" y="3825860"/>
              <a:ext cx="87735" cy="145796"/>
            </a:xfrm>
            <a:custGeom>
              <a:avLst/>
              <a:gdLst/>
              <a:ahLst/>
              <a:cxnLst/>
              <a:rect l="l" t="t" r="r" b="b"/>
              <a:pathLst>
                <a:path w="3341" h="5552" extrusionOk="0">
                  <a:moveTo>
                    <a:pt x="2757" y="1"/>
                  </a:moveTo>
                  <a:cubicBezTo>
                    <a:pt x="2326" y="1"/>
                    <a:pt x="1924" y="221"/>
                    <a:pt x="1685" y="575"/>
                  </a:cubicBezTo>
                  <a:lnTo>
                    <a:pt x="1532" y="785"/>
                  </a:lnTo>
                  <a:cubicBezTo>
                    <a:pt x="1446" y="910"/>
                    <a:pt x="1312" y="986"/>
                    <a:pt x="1158" y="986"/>
                  </a:cubicBezTo>
                  <a:lnTo>
                    <a:pt x="259" y="986"/>
                  </a:lnTo>
                  <a:cubicBezTo>
                    <a:pt x="0" y="986"/>
                    <a:pt x="0" y="1369"/>
                    <a:pt x="259" y="1369"/>
                  </a:cubicBezTo>
                  <a:lnTo>
                    <a:pt x="1168" y="1369"/>
                  </a:lnTo>
                  <a:cubicBezTo>
                    <a:pt x="1436" y="1369"/>
                    <a:pt x="1694" y="1235"/>
                    <a:pt x="1857" y="1015"/>
                  </a:cubicBezTo>
                  <a:lnTo>
                    <a:pt x="2001" y="795"/>
                  </a:lnTo>
                  <a:cubicBezTo>
                    <a:pt x="2182" y="546"/>
                    <a:pt x="2460" y="393"/>
                    <a:pt x="2766" y="393"/>
                  </a:cubicBezTo>
                  <a:cubicBezTo>
                    <a:pt x="2881" y="393"/>
                    <a:pt x="2967" y="479"/>
                    <a:pt x="2967" y="584"/>
                  </a:cubicBezTo>
                  <a:lnTo>
                    <a:pt x="2967" y="1388"/>
                  </a:lnTo>
                  <a:cubicBezTo>
                    <a:pt x="2967" y="2144"/>
                    <a:pt x="2804" y="2700"/>
                    <a:pt x="2479" y="3054"/>
                  </a:cubicBezTo>
                  <a:cubicBezTo>
                    <a:pt x="2192" y="3369"/>
                    <a:pt x="1800" y="3532"/>
                    <a:pt x="1417" y="3685"/>
                  </a:cubicBezTo>
                  <a:cubicBezTo>
                    <a:pt x="948" y="3877"/>
                    <a:pt x="450" y="4078"/>
                    <a:pt x="201" y="4594"/>
                  </a:cubicBezTo>
                  <a:cubicBezTo>
                    <a:pt x="77" y="4834"/>
                    <a:pt x="115" y="5121"/>
                    <a:pt x="307" y="5312"/>
                  </a:cubicBezTo>
                  <a:cubicBezTo>
                    <a:pt x="450" y="5465"/>
                    <a:pt x="651" y="5551"/>
                    <a:pt x="862" y="5551"/>
                  </a:cubicBezTo>
                  <a:cubicBezTo>
                    <a:pt x="948" y="5551"/>
                    <a:pt x="1034" y="5523"/>
                    <a:pt x="1111" y="5494"/>
                  </a:cubicBezTo>
                  <a:cubicBezTo>
                    <a:pt x="1484" y="5331"/>
                    <a:pt x="1503" y="4920"/>
                    <a:pt x="1493" y="4757"/>
                  </a:cubicBezTo>
                  <a:cubicBezTo>
                    <a:pt x="1489" y="4632"/>
                    <a:pt x="1396" y="4572"/>
                    <a:pt x="1303" y="4572"/>
                  </a:cubicBezTo>
                  <a:cubicBezTo>
                    <a:pt x="1204" y="4572"/>
                    <a:pt x="1106" y="4639"/>
                    <a:pt x="1111" y="4767"/>
                  </a:cubicBezTo>
                  <a:cubicBezTo>
                    <a:pt x="1120" y="4901"/>
                    <a:pt x="1101" y="5073"/>
                    <a:pt x="957" y="5140"/>
                  </a:cubicBezTo>
                  <a:cubicBezTo>
                    <a:pt x="923" y="5150"/>
                    <a:pt x="887" y="5155"/>
                    <a:pt x="851" y="5155"/>
                  </a:cubicBezTo>
                  <a:cubicBezTo>
                    <a:pt x="748" y="5155"/>
                    <a:pt x="646" y="5115"/>
                    <a:pt x="575" y="5044"/>
                  </a:cubicBezTo>
                  <a:cubicBezTo>
                    <a:pt x="498" y="4968"/>
                    <a:pt x="488" y="4853"/>
                    <a:pt x="536" y="4757"/>
                  </a:cubicBezTo>
                  <a:cubicBezTo>
                    <a:pt x="728" y="4374"/>
                    <a:pt x="1111" y="4221"/>
                    <a:pt x="1551" y="4039"/>
                  </a:cubicBezTo>
                  <a:cubicBezTo>
                    <a:pt x="2355" y="3714"/>
                    <a:pt x="3340" y="3312"/>
                    <a:pt x="3340" y="1388"/>
                  </a:cubicBezTo>
                  <a:lnTo>
                    <a:pt x="3340" y="584"/>
                  </a:lnTo>
                  <a:cubicBezTo>
                    <a:pt x="3340" y="259"/>
                    <a:pt x="3082" y="1"/>
                    <a:pt x="2757"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3" name="Google Shape;8553;p63"/>
            <p:cNvSpPr/>
            <p:nvPr/>
          </p:nvSpPr>
          <p:spPr>
            <a:xfrm>
              <a:off x="4162779" y="3999018"/>
              <a:ext cx="22400" cy="101547"/>
            </a:xfrm>
            <a:custGeom>
              <a:avLst/>
              <a:gdLst/>
              <a:ahLst/>
              <a:cxnLst/>
              <a:rect l="l" t="t" r="r" b="b"/>
              <a:pathLst>
                <a:path w="853" h="3867" extrusionOk="0">
                  <a:moveTo>
                    <a:pt x="0" y="1"/>
                  </a:moveTo>
                  <a:lnTo>
                    <a:pt x="0" y="3867"/>
                  </a:lnTo>
                  <a:lnTo>
                    <a:pt x="852" y="3867"/>
                  </a:lnTo>
                  <a:lnTo>
                    <a:pt x="852" y="1"/>
                  </a:lnTo>
                  <a:close/>
                </a:path>
              </a:pathLst>
            </a:custGeom>
            <a:solidFill>
              <a:srgbClr val="C1CB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4" name="Google Shape;8554;p63"/>
            <p:cNvSpPr/>
            <p:nvPr/>
          </p:nvSpPr>
          <p:spPr>
            <a:xfrm>
              <a:off x="4091903" y="3816564"/>
              <a:ext cx="163889" cy="200836"/>
            </a:xfrm>
            <a:custGeom>
              <a:avLst/>
              <a:gdLst/>
              <a:ahLst/>
              <a:cxnLst/>
              <a:rect l="l" t="t" r="r" b="b"/>
              <a:pathLst>
                <a:path w="6241" h="7648" extrusionOk="0">
                  <a:moveTo>
                    <a:pt x="0" y="1"/>
                  </a:moveTo>
                  <a:lnTo>
                    <a:pt x="0" y="2518"/>
                  </a:lnTo>
                  <a:cubicBezTo>
                    <a:pt x="0" y="4288"/>
                    <a:pt x="843" y="5963"/>
                    <a:pt x="2269" y="7016"/>
                  </a:cubicBezTo>
                  <a:lnTo>
                    <a:pt x="3120" y="7647"/>
                  </a:lnTo>
                  <a:lnTo>
                    <a:pt x="3972" y="7016"/>
                  </a:lnTo>
                  <a:cubicBezTo>
                    <a:pt x="5398" y="5963"/>
                    <a:pt x="6240" y="4288"/>
                    <a:pt x="6240" y="2518"/>
                  </a:cubicBezTo>
                  <a:lnTo>
                    <a:pt x="6240" y="1"/>
                  </a:lnTo>
                  <a:close/>
                </a:path>
              </a:pathLst>
            </a:custGeom>
            <a:solidFill>
              <a:srgbClr val="C1CB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5" name="Google Shape;8555;p63"/>
            <p:cNvSpPr/>
            <p:nvPr/>
          </p:nvSpPr>
          <p:spPr>
            <a:xfrm>
              <a:off x="4158498" y="3816564"/>
              <a:ext cx="97530" cy="200836"/>
            </a:xfrm>
            <a:custGeom>
              <a:avLst/>
              <a:gdLst/>
              <a:ahLst/>
              <a:cxnLst/>
              <a:rect l="l" t="t" r="r" b="b"/>
              <a:pathLst>
                <a:path w="3714" h="7648" extrusionOk="0">
                  <a:moveTo>
                    <a:pt x="2537" y="1"/>
                  </a:moveTo>
                  <a:lnTo>
                    <a:pt x="2537" y="2518"/>
                  </a:lnTo>
                  <a:cubicBezTo>
                    <a:pt x="2537" y="4288"/>
                    <a:pt x="1685" y="5963"/>
                    <a:pt x="259" y="7016"/>
                  </a:cubicBezTo>
                  <a:lnTo>
                    <a:pt x="1" y="7207"/>
                  </a:lnTo>
                  <a:lnTo>
                    <a:pt x="594" y="7647"/>
                  </a:lnTo>
                  <a:lnTo>
                    <a:pt x="1436" y="7016"/>
                  </a:lnTo>
                  <a:cubicBezTo>
                    <a:pt x="2872" y="5963"/>
                    <a:pt x="3714" y="4288"/>
                    <a:pt x="3714" y="2518"/>
                  </a:cubicBezTo>
                  <a:lnTo>
                    <a:pt x="3714" y="1"/>
                  </a:ln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6" name="Google Shape;8556;p63"/>
            <p:cNvSpPr/>
            <p:nvPr/>
          </p:nvSpPr>
          <p:spPr>
            <a:xfrm>
              <a:off x="4081084" y="3805246"/>
              <a:ext cx="185501" cy="22662"/>
            </a:xfrm>
            <a:custGeom>
              <a:avLst/>
              <a:gdLst/>
              <a:ahLst/>
              <a:cxnLst/>
              <a:rect l="l" t="t" r="r" b="b"/>
              <a:pathLst>
                <a:path w="7064" h="863" extrusionOk="0">
                  <a:moveTo>
                    <a:pt x="183" y="1"/>
                  </a:moveTo>
                  <a:cubicBezTo>
                    <a:pt x="87" y="1"/>
                    <a:pt x="1" y="78"/>
                    <a:pt x="1" y="173"/>
                  </a:cubicBezTo>
                  <a:lnTo>
                    <a:pt x="1" y="680"/>
                  </a:lnTo>
                  <a:cubicBezTo>
                    <a:pt x="1" y="776"/>
                    <a:pt x="87" y="862"/>
                    <a:pt x="183" y="862"/>
                  </a:cubicBezTo>
                  <a:lnTo>
                    <a:pt x="6892" y="862"/>
                  </a:lnTo>
                  <a:cubicBezTo>
                    <a:pt x="6987" y="862"/>
                    <a:pt x="7064" y="776"/>
                    <a:pt x="7064" y="680"/>
                  </a:cubicBezTo>
                  <a:lnTo>
                    <a:pt x="7064" y="173"/>
                  </a:lnTo>
                  <a:cubicBezTo>
                    <a:pt x="7064" y="78"/>
                    <a:pt x="6987" y="1"/>
                    <a:pt x="6892"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7" name="Google Shape;8557;p63"/>
            <p:cNvSpPr/>
            <p:nvPr/>
          </p:nvSpPr>
          <p:spPr>
            <a:xfrm>
              <a:off x="4235913" y="3805246"/>
              <a:ext cx="30672" cy="22662"/>
            </a:xfrm>
            <a:custGeom>
              <a:avLst/>
              <a:gdLst/>
              <a:ahLst/>
              <a:cxnLst/>
              <a:rect l="l" t="t" r="r" b="b"/>
              <a:pathLst>
                <a:path w="1168" h="863" extrusionOk="0">
                  <a:moveTo>
                    <a:pt x="0" y="1"/>
                  </a:moveTo>
                  <a:lnTo>
                    <a:pt x="0" y="862"/>
                  </a:lnTo>
                  <a:lnTo>
                    <a:pt x="996" y="862"/>
                  </a:lnTo>
                  <a:cubicBezTo>
                    <a:pt x="1091" y="862"/>
                    <a:pt x="1168" y="776"/>
                    <a:pt x="1168" y="680"/>
                  </a:cubicBezTo>
                  <a:lnTo>
                    <a:pt x="1168" y="173"/>
                  </a:lnTo>
                  <a:cubicBezTo>
                    <a:pt x="1168" y="78"/>
                    <a:pt x="1091" y="1"/>
                    <a:pt x="996"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8" name="Google Shape;8558;p63"/>
            <p:cNvSpPr/>
            <p:nvPr/>
          </p:nvSpPr>
          <p:spPr>
            <a:xfrm>
              <a:off x="4133368" y="3866195"/>
              <a:ext cx="81196" cy="76627"/>
            </a:xfrm>
            <a:custGeom>
              <a:avLst/>
              <a:gdLst/>
              <a:ahLst/>
              <a:cxnLst/>
              <a:rect l="l" t="t" r="r" b="b"/>
              <a:pathLst>
                <a:path w="3092" h="2918" extrusionOk="0">
                  <a:moveTo>
                    <a:pt x="1546" y="1"/>
                  </a:moveTo>
                  <a:cubicBezTo>
                    <a:pt x="1534" y="1"/>
                    <a:pt x="1522" y="6"/>
                    <a:pt x="1513" y="15"/>
                  </a:cubicBezTo>
                  <a:lnTo>
                    <a:pt x="1072" y="915"/>
                  </a:lnTo>
                  <a:cubicBezTo>
                    <a:pt x="1063" y="924"/>
                    <a:pt x="1053" y="934"/>
                    <a:pt x="1044" y="934"/>
                  </a:cubicBezTo>
                  <a:lnTo>
                    <a:pt x="48" y="1077"/>
                  </a:lnTo>
                  <a:cubicBezTo>
                    <a:pt x="20" y="1087"/>
                    <a:pt x="1" y="1125"/>
                    <a:pt x="29" y="1144"/>
                  </a:cubicBezTo>
                  <a:lnTo>
                    <a:pt x="747" y="1843"/>
                  </a:lnTo>
                  <a:cubicBezTo>
                    <a:pt x="757" y="1853"/>
                    <a:pt x="757" y="1872"/>
                    <a:pt x="757" y="1881"/>
                  </a:cubicBezTo>
                  <a:lnTo>
                    <a:pt x="584" y="2867"/>
                  </a:lnTo>
                  <a:cubicBezTo>
                    <a:pt x="584" y="2899"/>
                    <a:pt x="604" y="2917"/>
                    <a:pt x="627" y="2917"/>
                  </a:cubicBezTo>
                  <a:cubicBezTo>
                    <a:pt x="632" y="2917"/>
                    <a:pt x="637" y="2917"/>
                    <a:pt x="642" y="2915"/>
                  </a:cubicBezTo>
                  <a:lnTo>
                    <a:pt x="1532" y="2446"/>
                  </a:lnTo>
                  <a:cubicBezTo>
                    <a:pt x="1537" y="2441"/>
                    <a:pt x="1541" y="2439"/>
                    <a:pt x="1547" y="2439"/>
                  </a:cubicBezTo>
                  <a:cubicBezTo>
                    <a:pt x="1553" y="2439"/>
                    <a:pt x="1560" y="2441"/>
                    <a:pt x="1570" y="2446"/>
                  </a:cubicBezTo>
                  <a:lnTo>
                    <a:pt x="2451" y="2915"/>
                  </a:lnTo>
                  <a:cubicBezTo>
                    <a:pt x="2455" y="2917"/>
                    <a:pt x="2461" y="2917"/>
                    <a:pt x="2466" y="2917"/>
                  </a:cubicBezTo>
                  <a:cubicBezTo>
                    <a:pt x="2491" y="2917"/>
                    <a:pt x="2516" y="2899"/>
                    <a:pt x="2508" y="2867"/>
                  </a:cubicBezTo>
                  <a:lnTo>
                    <a:pt x="2336" y="1881"/>
                  </a:lnTo>
                  <a:cubicBezTo>
                    <a:pt x="2336" y="1872"/>
                    <a:pt x="2345" y="1853"/>
                    <a:pt x="2355" y="1843"/>
                  </a:cubicBezTo>
                  <a:lnTo>
                    <a:pt x="3073" y="1144"/>
                  </a:lnTo>
                  <a:cubicBezTo>
                    <a:pt x="3092" y="1125"/>
                    <a:pt x="3082" y="1087"/>
                    <a:pt x="3044" y="1077"/>
                  </a:cubicBezTo>
                  <a:lnTo>
                    <a:pt x="2058" y="934"/>
                  </a:lnTo>
                  <a:cubicBezTo>
                    <a:pt x="2039" y="934"/>
                    <a:pt x="2029" y="924"/>
                    <a:pt x="2020" y="915"/>
                  </a:cubicBezTo>
                  <a:lnTo>
                    <a:pt x="1580" y="15"/>
                  </a:lnTo>
                  <a:cubicBezTo>
                    <a:pt x="1570" y="6"/>
                    <a:pt x="1558" y="1"/>
                    <a:pt x="154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9" name="Google Shape;8559;p63"/>
            <p:cNvSpPr/>
            <p:nvPr/>
          </p:nvSpPr>
          <p:spPr>
            <a:xfrm>
              <a:off x="4152721" y="4004060"/>
              <a:ext cx="42489" cy="20877"/>
            </a:xfrm>
            <a:custGeom>
              <a:avLst/>
              <a:gdLst/>
              <a:ahLst/>
              <a:cxnLst/>
              <a:rect l="l" t="t" r="r" b="b"/>
              <a:pathLst>
                <a:path w="1618" h="795" extrusionOk="0">
                  <a:moveTo>
                    <a:pt x="326" y="0"/>
                  </a:moveTo>
                  <a:cubicBezTo>
                    <a:pt x="144" y="0"/>
                    <a:pt x="0" y="144"/>
                    <a:pt x="0" y="325"/>
                  </a:cubicBezTo>
                  <a:lnTo>
                    <a:pt x="0" y="469"/>
                  </a:lnTo>
                  <a:cubicBezTo>
                    <a:pt x="0" y="651"/>
                    <a:pt x="144" y="794"/>
                    <a:pt x="326" y="794"/>
                  </a:cubicBezTo>
                  <a:lnTo>
                    <a:pt x="1292" y="794"/>
                  </a:lnTo>
                  <a:cubicBezTo>
                    <a:pt x="1474" y="794"/>
                    <a:pt x="1618" y="651"/>
                    <a:pt x="1618" y="469"/>
                  </a:cubicBezTo>
                  <a:lnTo>
                    <a:pt x="1618" y="325"/>
                  </a:lnTo>
                  <a:cubicBezTo>
                    <a:pt x="1618" y="144"/>
                    <a:pt x="1474" y="0"/>
                    <a:pt x="129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0" name="Google Shape;8560;p63"/>
            <p:cNvSpPr/>
            <p:nvPr/>
          </p:nvSpPr>
          <p:spPr>
            <a:xfrm>
              <a:off x="4130348" y="4085466"/>
              <a:ext cx="87236" cy="30199"/>
            </a:xfrm>
            <a:custGeom>
              <a:avLst/>
              <a:gdLst/>
              <a:ahLst/>
              <a:cxnLst/>
              <a:rect l="l" t="t" r="r" b="b"/>
              <a:pathLst>
                <a:path w="3322" h="1150" extrusionOk="0">
                  <a:moveTo>
                    <a:pt x="441" y="1"/>
                  </a:moveTo>
                  <a:cubicBezTo>
                    <a:pt x="192" y="1"/>
                    <a:pt x="1" y="192"/>
                    <a:pt x="1" y="441"/>
                  </a:cubicBezTo>
                  <a:lnTo>
                    <a:pt x="1" y="1149"/>
                  </a:lnTo>
                  <a:lnTo>
                    <a:pt x="3322" y="1149"/>
                  </a:lnTo>
                  <a:lnTo>
                    <a:pt x="3322" y="1140"/>
                  </a:lnTo>
                  <a:lnTo>
                    <a:pt x="3322" y="441"/>
                  </a:lnTo>
                  <a:cubicBezTo>
                    <a:pt x="3322" y="192"/>
                    <a:pt x="3121" y="1"/>
                    <a:pt x="2872"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1" name="Google Shape;8561;p63"/>
            <p:cNvSpPr/>
            <p:nvPr/>
          </p:nvSpPr>
          <p:spPr>
            <a:xfrm>
              <a:off x="4186649" y="4085466"/>
              <a:ext cx="30934" cy="29936"/>
            </a:xfrm>
            <a:custGeom>
              <a:avLst/>
              <a:gdLst/>
              <a:ahLst/>
              <a:cxnLst/>
              <a:rect l="l" t="t" r="r" b="b"/>
              <a:pathLst>
                <a:path w="1178" h="1140" extrusionOk="0">
                  <a:moveTo>
                    <a:pt x="0" y="1"/>
                  </a:moveTo>
                  <a:lnTo>
                    <a:pt x="0" y="1140"/>
                  </a:lnTo>
                  <a:lnTo>
                    <a:pt x="1178" y="1140"/>
                  </a:lnTo>
                  <a:lnTo>
                    <a:pt x="1178" y="441"/>
                  </a:lnTo>
                  <a:cubicBezTo>
                    <a:pt x="1178" y="192"/>
                    <a:pt x="977" y="1"/>
                    <a:pt x="737"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2" name="Google Shape;8562;p63"/>
            <p:cNvSpPr/>
            <p:nvPr/>
          </p:nvSpPr>
          <p:spPr>
            <a:xfrm>
              <a:off x="4098941" y="4108102"/>
              <a:ext cx="150050" cy="37709"/>
            </a:xfrm>
            <a:custGeom>
              <a:avLst/>
              <a:gdLst/>
              <a:ahLst/>
              <a:cxnLst/>
              <a:rect l="l" t="t" r="r" b="b"/>
              <a:pathLst>
                <a:path w="5714" h="1436" extrusionOk="0">
                  <a:moveTo>
                    <a:pt x="460" y="0"/>
                  </a:moveTo>
                  <a:cubicBezTo>
                    <a:pt x="345" y="0"/>
                    <a:pt x="240" y="86"/>
                    <a:pt x="221" y="201"/>
                  </a:cubicBezTo>
                  <a:lnTo>
                    <a:pt x="29" y="1149"/>
                  </a:lnTo>
                  <a:cubicBezTo>
                    <a:pt x="0" y="1302"/>
                    <a:pt x="115" y="1436"/>
                    <a:pt x="268" y="1436"/>
                  </a:cubicBezTo>
                  <a:lnTo>
                    <a:pt x="5436" y="1436"/>
                  </a:lnTo>
                  <a:cubicBezTo>
                    <a:pt x="5599" y="1436"/>
                    <a:pt x="5714" y="1302"/>
                    <a:pt x="5676" y="1149"/>
                  </a:cubicBezTo>
                  <a:lnTo>
                    <a:pt x="5494" y="201"/>
                  </a:lnTo>
                  <a:cubicBezTo>
                    <a:pt x="5475" y="86"/>
                    <a:pt x="5369" y="0"/>
                    <a:pt x="5255"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3" name="Google Shape;8563;p63"/>
            <p:cNvSpPr/>
            <p:nvPr/>
          </p:nvSpPr>
          <p:spPr>
            <a:xfrm>
              <a:off x="4211018" y="4108102"/>
              <a:ext cx="37736" cy="37709"/>
            </a:xfrm>
            <a:custGeom>
              <a:avLst/>
              <a:gdLst/>
              <a:ahLst/>
              <a:cxnLst/>
              <a:rect l="l" t="t" r="r" b="b"/>
              <a:pathLst>
                <a:path w="1437" h="1436" extrusionOk="0">
                  <a:moveTo>
                    <a:pt x="1" y="0"/>
                  </a:moveTo>
                  <a:lnTo>
                    <a:pt x="278" y="1436"/>
                  </a:lnTo>
                  <a:lnTo>
                    <a:pt x="1168" y="1436"/>
                  </a:lnTo>
                  <a:cubicBezTo>
                    <a:pt x="1321" y="1436"/>
                    <a:pt x="1436" y="1302"/>
                    <a:pt x="1417" y="1149"/>
                  </a:cubicBezTo>
                  <a:lnTo>
                    <a:pt x="1226" y="201"/>
                  </a:lnTo>
                  <a:cubicBezTo>
                    <a:pt x="1207" y="86"/>
                    <a:pt x="1101" y="0"/>
                    <a:pt x="98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64" name="Google Shape;8564;p63"/>
          <p:cNvGrpSpPr/>
          <p:nvPr/>
        </p:nvGrpSpPr>
        <p:grpSpPr>
          <a:xfrm>
            <a:off x="2166609" y="2731919"/>
            <a:ext cx="376752" cy="374468"/>
            <a:chOff x="2180884" y="2888719"/>
            <a:chExt cx="376752" cy="374468"/>
          </a:xfrm>
        </p:grpSpPr>
        <p:sp>
          <p:nvSpPr>
            <p:cNvPr id="8565" name="Google Shape;8565;p63"/>
            <p:cNvSpPr/>
            <p:nvPr/>
          </p:nvSpPr>
          <p:spPr>
            <a:xfrm>
              <a:off x="2180884" y="2954054"/>
              <a:ext cx="309395" cy="309133"/>
            </a:xfrm>
            <a:custGeom>
              <a:avLst/>
              <a:gdLst/>
              <a:ahLst/>
              <a:cxnLst/>
              <a:rect l="l" t="t" r="r" b="b"/>
              <a:pathLst>
                <a:path w="11782" h="11772" extrusionOk="0">
                  <a:moveTo>
                    <a:pt x="5896" y="0"/>
                  </a:moveTo>
                  <a:cubicBezTo>
                    <a:pt x="2642" y="0"/>
                    <a:pt x="1" y="2632"/>
                    <a:pt x="1" y="5886"/>
                  </a:cubicBezTo>
                  <a:cubicBezTo>
                    <a:pt x="1" y="9140"/>
                    <a:pt x="2642" y="11772"/>
                    <a:pt x="5896" y="11772"/>
                  </a:cubicBezTo>
                  <a:cubicBezTo>
                    <a:pt x="9150" y="11772"/>
                    <a:pt x="11782" y="9140"/>
                    <a:pt x="11782" y="5886"/>
                  </a:cubicBezTo>
                  <a:cubicBezTo>
                    <a:pt x="11782" y="2632"/>
                    <a:pt x="9150" y="0"/>
                    <a:pt x="589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6" name="Google Shape;8566;p63"/>
            <p:cNvSpPr/>
            <p:nvPr/>
          </p:nvSpPr>
          <p:spPr>
            <a:xfrm>
              <a:off x="2335713" y="3102082"/>
              <a:ext cx="154330" cy="12579"/>
            </a:xfrm>
            <a:custGeom>
              <a:avLst/>
              <a:gdLst/>
              <a:ahLst/>
              <a:cxnLst/>
              <a:rect l="l" t="t" r="r" b="b"/>
              <a:pathLst>
                <a:path w="5877" h="479" extrusionOk="0">
                  <a:moveTo>
                    <a:pt x="0" y="0"/>
                  </a:moveTo>
                  <a:lnTo>
                    <a:pt x="0" y="479"/>
                  </a:lnTo>
                  <a:lnTo>
                    <a:pt x="5876" y="479"/>
                  </a:lnTo>
                  <a:lnTo>
                    <a:pt x="5876" y="240"/>
                  </a:lnTo>
                  <a:lnTo>
                    <a:pt x="5876"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7" name="Google Shape;8567;p63"/>
            <p:cNvSpPr/>
            <p:nvPr/>
          </p:nvSpPr>
          <p:spPr>
            <a:xfrm>
              <a:off x="2465648" y="2888719"/>
              <a:ext cx="91989" cy="89993"/>
            </a:xfrm>
            <a:custGeom>
              <a:avLst/>
              <a:gdLst/>
              <a:ahLst/>
              <a:cxnLst/>
              <a:rect l="l" t="t" r="r" b="b"/>
              <a:pathLst>
                <a:path w="3503" h="3427" extrusionOk="0">
                  <a:moveTo>
                    <a:pt x="2115" y="1"/>
                  </a:moveTo>
                  <a:cubicBezTo>
                    <a:pt x="2059" y="1"/>
                    <a:pt x="2001" y="21"/>
                    <a:pt x="1952" y="67"/>
                  </a:cubicBezTo>
                  <a:lnTo>
                    <a:pt x="211" y="1809"/>
                  </a:lnTo>
                  <a:cubicBezTo>
                    <a:pt x="77" y="1943"/>
                    <a:pt x="0" y="2125"/>
                    <a:pt x="0" y="2307"/>
                  </a:cubicBezTo>
                  <a:lnTo>
                    <a:pt x="0" y="3426"/>
                  </a:lnTo>
                  <a:lnTo>
                    <a:pt x="1120" y="3426"/>
                  </a:lnTo>
                  <a:cubicBezTo>
                    <a:pt x="1311" y="3426"/>
                    <a:pt x="1483" y="3350"/>
                    <a:pt x="1617" y="3216"/>
                  </a:cubicBezTo>
                  <a:lnTo>
                    <a:pt x="3369" y="1474"/>
                  </a:lnTo>
                  <a:cubicBezTo>
                    <a:pt x="3503" y="1321"/>
                    <a:pt x="3407" y="1082"/>
                    <a:pt x="3197" y="1072"/>
                  </a:cubicBezTo>
                  <a:lnTo>
                    <a:pt x="2354" y="1072"/>
                  </a:lnTo>
                  <a:lnTo>
                    <a:pt x="2354" y="230"/>
                  </a:lnTo>
                  <a:cubicBezTo>
                    <a:pt x="2348" y="93"/>
                    <a:pt x="2235" y="1"/>
                    <a:pt x="2115"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8" name="Google Shape;8568;p63"/>
            <p:cNvSpPr/>
            <p:nvPr/>
          </p:nvSpPr>
          <p:spPr>
            <a:xfrm>
              <a:off x="2465648" y="2888719"/>
              <a:ext cx="61842" cy="90229"/>
            </a:xfrm>
            <a:custGeom>
              <a:avLst/>
              <a:gdLst/>
              <a:ahLst/>
              <a:cxnLst/>
              <a:rect l="l" t="t" r="r" b="b"/>
              <a:pathLst>
                <a:path w="2355" h="3436" extrusionOk="0">
                  <a:moveTo>
                    <a:pt x="2115" y="1"/>
                  </a:moveTo>
                  <a:cubicBezTo>
                    <a:pt x="2059" y="1"/>
                    <a:pt x="2001" y="21"/>
                    <a:pt x="1952" y="67"/>
                  </a:cubicBezTo>
                  <a:lnTo>
                    <a:pt x="211" y="1809"/>
                  </a:lnTo>
                  <a:cubicBezTo>
                    <a:pt x="77" y="1943"/>
                    <a:pt x="0" y="2125"/>
                    <a:pt x="0" y="2307"/>
                  </a:cubicBezTo>
                  <a:lnTo>
                    <a:pt x="0" y="3436"/>
                  </a:lnTo>
                  <a:lnTo>
                    <a:pt x="2354" y="1072"/>
                  </a:lnTo>
                  <a:lnTo>
                    <a:pt x="2354" y="230"/>
                  </a:lnTo>
                  <a:cubicBezTo>
                    <a:pt x="2348" y="93"/>
                    <a:pt x="2235" y="1"/>
                    <a:pt x="2115"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9" name="Google Shape;8569;p63"/>
            <p:cNvSpPr/>
            <p:nvPr/>
          </p:nvSpPr>
          <p:spPr>
            <a:xfrm>
              <a:off x="2218094" y="2991002"/>
              <a:ext cx="235263" cy="235263"/>
            </a:xfrm>
            <a:custGeom>
              <a:avLst/>
              <a:gdLst/>
              <a:ahLst/>
              <a:cxnLst/>
              <a:rect l="l" t="t" r="r" b="b"/>
              <a:pathLst>
                <a:path w="8959" h="8959" extrusionOk="0">
                  <a:moveTo>
                    <a:pt x="4479" y="0"/>
                  </a:moveTo>
                  <a:cubicBezTo>
                    <a:pt x="2010" y="0"/>
                    <a:pt x="0" y="2010"/>
                    <a:pt x="0" y="4479"/>
                  </a:cubicBezTo>
                  <a:cubicBezTo>
                    <a:pt x="0" y="6948"/>
                    <a:pt x="2010" y="8958"/>
                    <a:pt x="4479" y="8958"/>
                  </a:cubicBezTo>
                  <a:cubicBezTo>
                    <a:pt x="6948" y="8958"/>
                    <a:pt x="8958" y="6948"/>
                    <a:pt x="8958" y="4479"/>
                  </a:cubicBezTo>
                  <a:cubicBezTo>
                    <a:pt x="8958" y="2010"/>
                    <a:pt x="6948" y="0"/>
                    <a:pt x="44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0" name="Google Shape;8570;p63"/>
            <p:cNvSpPr/>
            <p:nvPr/>
          </p:nvSpPr>
          <p:spPr>
            <a:xfrm>
              <a:off x="2335713" y="3102082"/>
              <a:ext cx="117382" cy="12579"/>
            </a:xfrm>
            <a:custGeom>
              <a:avLst/>
              <a:gdLst/>
              <a:ahLst/>
              <a:cxnLst/>
              <a:rect l="l" t="t" r="r" b="b"/>
              <a:pathLst>
                <a:path w="4470" h="479" extrusionOk="0">
                  <a:moveTo>
                    <a:pt x="0" y="0"/>
                  </a:moveTo>
                  <a:lnTo>
                    <a:pt x="0" y="479"/>
                  </a:lnTo>
                  <a:lnTo>
                    <a:pt x="4460" y="479"/>
                  </a:lnTo>
                  <a:cubicBezTo>
                    <a:pt x="4460" y="402"/>
                    <a:pt x="4470" y="326"/>
                    <a:pt x="4470" y="240"/>
                  </a:cubicBezTo>
                  <a:cubicBezTo>
                    <a:pt x="4470" y="153"/>
                    <a:pt x="4460" y="87"/>
                    <a:pt x="4460"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1" name="Google Shape;8571;p63"/>
            <p:cNvSpPr/>
            <p:nvPr/>
          </p:nvSpPr>
          <p:spPr>
            <a:xfrm>
              <a:off x="2249003" y="3021910"/>
              <a:ext cx="173185" cy="173421"/>
            </a:xfrm>
            <a:custGeom>
              <a:avLst/>
              <a:gdLst/>
              <a:ahLst/>
              <a:cxnLst/>
              <a:rect l="l" t="t" r="r" b="b"/>
              <a:pathLst>
                <a:path w="6595" h="6604" extrusionOk="0">
                  <a:moveTo>
                    <a:pt x="3302" y="0"/>
                  </a:moveTo>
                  <a:cubicBezTo>
                    <a:pt x="1484" y="0"/>
                    <a:pt x="0" y="1484"/>
                    <a:pt x="0" y="3302"/>
                  </a:cubicBezTo>
                  <a:cubicBezTo>
                    <a:pt x="0" y="5121"/>
                    <a:pt x="1484" y="6604"/>
                    <a:pt x="3302" y="6604"/>
                  </a:cubicBezTo>
                  <a:cubicBezTo>
                    <a:pt x="5121" y="6604"/>
                    <a:pt x="6594" y="5121"/>
                    <a:pt x="6594" y="3302"/>
                  </a:cubicBezTo>
                  <a:cubicBezTo>
                    <a:pt x="6594" y="1484"/>
                    <a:pt x="5121" y="0"/>
                    <a:pt x="3302"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2" name="Google Shape;8572;p63"/>
            <p:cNvSpPr/>
            <p:nvPr/>
          </p:nvSpPr>
          <p:spPr>
            <a:xfrm>
              <a:off x="2335713" y="3102082"/>
              <a:ext cx="86711" cy="12579"/>
            </a:xfrm>
            <a:custGeom>
              <a:avLst/>
              <a:gdLst/>
              <a:ahLst/>
              <a:cxnLst/>
              <a:rect l="l" t="t" r="r" b="b"/>
              <a:pathLst>
                <a:path w="3302" h="479" extrusionOk="0">
                  <a:moveTo>
                    <a:pt x="0" y="0"/>
                  </a:moveTo>
                  <a:lnTo>
                    <a:pt x="0" y="479"/>
                  </a:lnTo>
                  <a:lnTo>
                    <a:pt x="3283" y="479"/>
                  </a:lnTo>
                  <a:cubicBezTo>
                    <a:pt x="3283" y="402"/>
                    <a:pt x="3302" y="326"/>
                    <a:pt x="3302" y="240"/>
                  </a:cubicBezTo>
                  <a:cubicBezTo>
                    <a:pt x="3302" y="153"/>
                    <a:pt x="3292" y="87"/>
                    <a:pt x="328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3" name="Google Shape;8573;p63"/>
            <p:cNvSpPr/>
            <p:nvPr/>
          </p:nvSpPr>
          <p:spPr>
            <a:xfrm>
              <a:off x="2286187" y="3059094"/>
              <a:ext cx="99053" cy="99053"/>
            </a:xfrm>
            <a:custGeom>
              <a:avLst/>
              <a:gdLst/>
              <a:ahLst/>
              <a:cxnLst/>
              <a:rect l="l" t="t" r="r" b="b"/>
              <a:pathLst>
                <a:path w="3772" h="3772" extrusionOk="0">
                  <a:moveTo>
                    <a:pt x="1886" y="1"/>
                  </a:moveTo>
                  <a:cubicBezTo>
                    <a:pt x="843" y="1"/>
                    <a:pt x="1" y="843"/>
                    <a:pt x="1" y="1886"/>
                  </a:cubicBezTo>
                  <a:cubicBezTo>
                    <a:pt x="1" y="2929"/>
                    <a:pt x="843" y="3772"/>
                    <a:pt x="1886" y="3772"/>
                  </a:cubicBezTo>
                  <a:cubicBezTo>
                    <a:pt x="2929" y="3772"/>
                    <a:pt x="3772" y="2929"/>
                    <a:pt x="3772" y="1886"/>
                  </a:cubicBezTo>
                  <a:cubicBezTo>
                    <a:pt x="3772" y="843"/>
                    <a:pt x="2929" y="1"/>
                    <a:pt x="188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4" name="Google Shape;8574;p63"/>
            <p:cNvSpPr/>
            <p:nvPr/>
          </p:nvSpPr>
          <p:spPr>
            <a:xfrm>
              <a:off x="2335713" y="3102318"/>
              <a:ext cx="49526" cy="12342"/>
            </a:xfrm>
            <a:custGeom>
              <a:avLst/>
              <a:gdLst/>
              <a:ahLst/>
              <a:cxnLst/>
              <a:rect l="l" t="t" r="r" b="b"/>
              <a:pathLst>
                <a:path w="1886" h="470" extrusionOk="0">
                  <a:moveTo>
                    <a:pt x="0" y="1"/>
                  </a:moveTo>
                  <a:lnTo>
                    <a:pt x="0" y="470"/>
                  </a:lnTo>
                  <a:lnTo>
                    <a:pt x="1866" y="470"/>
                  </a:lnTo>
                  <a:cubicBezTo>
                    <a:pt x="1886" y="317"/>
                    <a:pt x="1886" y="154"/>
                    <a:pt x="1866"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5" name="Google Shape;8575;p63"/>
            <p:cNvSpPr/>
            <p:nvPr/>
          </p:nvSpPr>
          <p:spPr>
            <a:xfrm>
              <a:off x="2317095" y="3090002"/>
              <a:ext cx="37237" cy="37237"/>
            </a:xfrm>
            <a:custGeom>
              <a:avLst/>
              <a:gdLst/>
              <a:ahLst/>
              <a:cxnLst/>
              <a:rect l="l" t="t" r="r" b="b"/>
              <a:pathLst>
                <a:path w="1418" h="1418" extrusionOk="0">
                  <a:moveTo>
                    <a:pt x="709" y="1"/>
                  </a:moveTo>
                  <a:cubicBezTo>
                    <a:pt x="317" y="1"/>
                    <a:pt x="1" y="317"/>
                    <a:pt x="1" y="709"/>
                  </a:cubicBezTo>
                  <a:cubicBezTo>
                    <a:pt x="1" y="1102"/>
                    <a:pt x="317" y="1417"/>
                    <a:pt x="709" y="1417"/>
                  </a:cubicBezTo>
                  <a:cubicBezTo>
                    <a:pt x="1102" y="1417"/>
                    <a:pt x="1417" y="1102"/>
                    <a:pt x="1417" y="709"/>
                  </a:cubicBezTo>
                  <a:cubicBezTo>
                    <a:pt x="1417" y="317"/>
                    <a:pt x="1102" y="1"/>
                    <a:pt x="70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6" name="Google Shape;8576;p63"/>
            <p:cNvSpPr/>
            <p:nvPr/>
          </p:nvSpPr>
          <p:spPr>
            <a:xfrm>
              <a:off x="2335713" y="3102318"/>
              <a:ext cx="18855" cy="12342"/>
            </a:xfrm>
            <a:custGeom>
              <a:avLst/>
              <a:gdLst/>
              <a:ahLst/>
              <a:cxnLst/>
              <a:rect l="l" t="t" r="r" b="b"/>
              <a:pathLst>
                <a:path w="718" h="470" extrusionOk="0">
                  <a:moveTo>
                    <a:pt x="0" y="1"/>
                  </a:moveTo>
                  <a:lnTo>
                    <a:pt x="0" y="470"/>
                  </a:lnTo>
                  <a:lnTo>
                    <a:pt x="661" y="470"/>
                  </a:lnTo>
                  <a:cubicBezTo>
                    <a:pt x="718" y="317"/>
                    <a:pt x="718" y="154"/>
                    <a:pt x="661"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7" name="Google Shape;8577;p63"/>
            <p:cNvSpPr/>
            <p:nvPr/>
          </p:nvSpPr>
          <p:spPr>
            <a:xfrm>
              <a:off x="2326496" y="3073169"/>
              <a:ext cx="44668" cy="41570"/>
            </a:xfrm>
            <a:custGeom>
              <a:avLst/>
              <a:gdLst/>
              <a:ahLst/>
              <a:cxnLst/>
              <a:rect l="l" t="t" r="r" b="b"/>
              <a:pathLst>
                <a:path w="1701" h="1583" extrusionOk="0">
                  <a:moveTo>
                    <a:pt x="1366" y="1"/>
                  </a:moveTo>
                  <a:lnTo>
                    <a:pt x="188" y="1178"/>
                  </a:lnTo>
                  <a:cubicBezTo>
                    <a:pt x="0" y="1306"/>
                    <a:pt x="215" y="1582"/>
                    <a:pt x="390" y="1582"/>
                  </a:cubicBezTo>
                  <a:cubicBezTo>
                    <a:pt x="437" y="1582"/>
                    <a:pt x="481" y="1562"/>
                    <a:pt x="514" y="1513"/>
                  </a:cubicBezTo>
                  <a:lnTo>
                    <a:pt x="1701" y="336"/>
                  </a:lnTo>
                  <a:lnTo>
                    <a:pt x="1366" y="1"/>
                  </a:ln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8" name="Google Shape;8578;p63"/>
            <p:cNvSpPr/>
            <p:nvPr/>
          </p:nvSpPr>
          <p:spPr>
            <a:xfrm>
              <a:off x="2355566" y="2901954"/>
              <a:ext cx="188704" cy="185080"/>
            </a:xfrm>
            <a:custGeom>
              <a:avLst/>
              <a:gdLst/>
              <a:ahLst/>
              <a:cxnLst/>
              <a:rect l="l" t="t" r="r" b="b"/>
              <a:pathLst>
                <a:path w="7186" h="7048" extrusionOk="0">
                  <a:moveTo>
                    <a:pt x="6868" y="0"/>
                  </a:moveTo>
                  <a:cubicBezTo>
                    <a:pt x="6825" y="0"/>
                    <a:pt x="6780" y="13"/>
                    <a:pt x="6738" y="42"/>
                  </a:cubicBezTo>
                  <a:lnTo>
                    <a:pt x="134" y="6645"/>
                  </a:lnTo>
                  <a:cubicBezTo>
                    <a:pt x="0" y="6789"/>
                    <a:pt x="96" y="7038"/>
                    <a:pt x="306" y="7047"/>
                  </a:cubicBezTo>
                  <a:cubicBezTo>
                    <a:pt x="364" y="7047"/>
                    <a:pt x="421" y="7018"/>
                    <a:pt x="469" y="6980"/>
                  </a:cubicBezTo>
                  <a:lnTo>
                    <a:pt x="7063" y="377"/>
                  </a:lnTo>
                  <a:cubicBezTo>
                    <a:pt x="7186" y="201"/>
                    <a:pt x="7039" y="0"/>
                    <a:pt x="6868"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79" name="Google Shape;8579;p63"/>
          <p:cNvGrpSpPr/>
          <p:nvPr/>
        </p:nvGrpSpPr>
        <p:grpSpPr>
          <a:xfrm>
            <a:off x="3940157" y="2786199"/>
            <a:ext cx="378249" cy="265909"/>
            <a:chOff x="3954432" y="2942999"/>
            <a:chExt cx="378249" cy="265909"/>
          </a:xfrm>
        </p:grpSpPr>
        <p:sp>
          <p:nvSpPr>
            <p:cNvPr id="8580" name="Google Shape;8580;p63"/>
            <p:cNvSpPr/>
            <p:nvPr/>
          </p:nvSpPr>
          <p:spPr>
            <a:xfrm>
              <a:off x="3954432" y="2981207"/>
              <a:ext cx="378249" cy="227700"/>
            </a:xfrm>
            <a:custGeom>
              <a:avLst/>
              <a:gdLst/>
              <a:ahLst/>
              <a:cxnLst/>
              <a:rect l="l" t="t" r="r" b="b"/>
              <a:pathLst>
                <a:path w="14404" h="8671" extrusionOk="0">
                  <a:moveTo>
                    <a:pt x="7207" y="0"/>
                  </a:moveTo>
                  <a:cubicBezTo>
                    <a:pt x="6346" y="0"/>
                    <a:pt x="5054" y="546"/>
                    <a:pt x="3388" y="1637"/>
                  </a:cubicBezTo>
                  <a:cubicBezTo>
                    <a:pt x="2307" y="2345"/>
                    <a:pt x="1264" y="3110"/>
                    <a:pt x="259" y="3924"/>
                  </a:cubicBezTo>
                  <a:cubicBezTo>
                    <a:pt x="0" y="4134"/>
                    <a:pt x="0" y="4527"/>
                    <a:pt x="259" y="4747"/>
                  </a:cubicBezTo>
                  <a:cubicBezTo>
                    <a:pt x="1264" y="5560"/>
                    <a:pt x="2307" y="6326"/>
                    <a:pt x="3388" y="7034"/>
                  </a:cubicBezTo>
                  <a:cubicBezTo>
                    <a:pt x="5063" y="8125"/>
                    <a:pt x="6346" y="8671"/>
                    <a:pt x="7207" y="8671"/>
                  </a:cubicBezTo>
                  <a:cubicBezTo>
                    <a:pt x="8059" y="8671"/>
                    <a:pt x="9351" y="8116"/>
                    <a:pt x="11025" y="7034"/>
                  </a:cubicBezTo>
                  <a:cubicBezTo>
                    <a:pt x="12107" y="6326"/>
                    <a:pt x="13150" y="5560"/>
                    <a:pt x="14145" y="4747"/>
                  </a:cubicBezTo>
                  <a:cubicBezTo>
                    <a:pt x="14404" y="4536"/>
                    <a:pt x="14404" y="4134"/>
                    <a:pt x="14145" y="3924"/>
                  </a:cubicBezTo>
                  <a:cubicBezTo>
                    <a:pt x="13150" y="3110"/>
                    <a:pt x="12107" y="2345"/>
                    <a:pt x="11025" y="1637"/>
                  </a:cubicBezTo>
                  <a:cubicBezTo>
                    <a:pt x="9351" y="546"/>
                    <a:pt x="8059" y="0"/>
                    <a:pt x="7207"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1" name="Google Shape;8581;p63"/>
            <p:cNvSpPr/>
            <p:nvPr/>
          </p:nvSpPr>
          <p:spPr>
            <a:xfrm>
              <a:off x="3954432" y="2980944"/>
              <a:ext cx="208111" cy="227727"/>
            </a:xfrm>
            <a:custGeom>
              <a:avLst/>
              <a:gdLst/>
              <a:ahLst/>
              <a:cxnLst/>
              <a:rect l="l" t="t" r="r" b="b"/>
              <a:pathLst>
                <a:path w="7925" h="8672" extrusionOk="0">
                  <a:moveTo>
                    <a:pt x="7207" y="1"/>
                  </a:moveTo>
                  <a:cubicBezTo>
                    <a:pt x="6346" y="1"/>
                    <a:pt x="5063" y="556"/>
                    <a:pt x="3379" y="1637"/>
                  </a:cubicBezTo>
                  <a:cubicBezTo>
                    <a:pt x="2297" y="2345"/>
                    <a:pt x="1264" y="3111"/>
                    <a:pt x="259" y="3934"/>
                  </a:cubicBezTo>
                  <a:cubicBezTo>
                    <a:pt x="0" y="4144"/>
                    <a:pt x="0" y="4537"/>
                    <a:pt x="259" y="4747"/>
                  </a:cubicBezTo>
                  <a:cubicBezTo>
                    <a:pt x="1264" y="5561"/>
                    <a:pt x="2297" y="6326"/>
                    <a:pt x="3379" y="7044"/>
                  </a:cubicBezTo>
                  <a:cubicBezTo>
                    <a:pt x="5054" y="8126"/>
                    <a:pt x="6346" y="8671"/>
                    <a:pt x="7207" y="8671"/>
                  </a:cubicBezTo>
                  <a:cubicBezTo>
                    <a:pt x="7446" y="8671"/>
                    <a:pt x="7685" y="8633"/>
                    <a:pt x="7925" y="8575"/>
                  </a:cubicBezTo>
                  <a:cubicBezTo>
                    <a:pt x="7121" y="8374"/>
                    <a:pt x="6078" y="7858"/>
                    <a:pt x="4814" y="7044"/>
                  </a:cubicBezTo>
                  <a:cubicBezTo>
                    <a:pt x="3733" y="6326"/>
                    <a:pt x="2699" y="5570"/>
                    <a:pt x="1694" y="4747"/>
                  </a:cubicBezTo>
                  <a:cubicBezTo>
                    <a:pt x="1436" y="4537"/>
                    <a:pt x="1436" y="4144"/>
                    <a:pt x="1694" y="3934"/>
                  </a:cubicBezTo>
                  <a:cubicBezTo>
                    <a:pt x="2699" y="3111"/>
                    <a:pt x="3733" y="2345"/>
                    <a:pt x="4814" y="1637"/>
                  </a:cubicBezTo>
                  <a:cubicBezTo>
                    <a:pt x="6078" y="824"/>
                    <a:pt x="7121" y="307"/>
                    <a:pt x="7925" y="106"/>
                  </a:cubicBezTo>
                  <a:cubicBezTo>
                    <a:pt x="7685" y="39"/>
                    <a:pt x="7446" y="10"/>
                    <a:pt x="7207"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2" name="Google Shape;8582;p63"/>
            <p:cNvSpPr/>
            <p:nvPr/>
          </p:nvSpPr>
          <p:spPr>
            <a:xfrm>
              <a:off x="4034604" y="3013270"/>
              <a:ext cx="190516" cy="163232"/>
            </a:xfrm>
            <a:custGeom>
              <a:avLst/>
              <a:gdLst/>
              <a:ahLst/>
              <a:cxnLst/>
              <a:rect l="l" t="t" r="r" b="b"/>
              <a:pathLst>
                <a:path w="7255" h="6216" extrusionOk="0">
                  <a:moveTo>
                    <a:pt x="4127" y="0"/>
                  </a:moveTo>
                  <a:cubicBezTo>
                    <a:pt x="3364" y="0"/>
                    <a:pt x="2587" y="283"/>
                    <a:pt x="1953" y="913"/>
                  </a:cubicBezTo>
                  <a:cubicBezTo>
                    <a:pt x="0" y="2866"/>
                    <a:pt x="1388" y="6215"/>
                    <a:pt x="4154" y="6215"/>
                  </a:cubicBezTo>
                  <a:cubicBezTo>
                    <a:pt x="5857" y="6206"/>
                    <a:pt x="7245" y="4818"/>
                    <a:pt x="7255" y="3105"/>
                  </a:cubicBezTo>
                  <a:cubicBezTo>
                    <a:pt x="7255" y="1239"/>
                    <a:pt x="5724" y="0"/>
                    <a:pt x="4127"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3" name="Google Shape;8583;p63"/>
            <p:cNvSpPr/>
            <p:nvPr/>
          </p:nvSpPr>
          <p:spPr>
            <a:xfrm>
              <a:off x="4062256" y="3013349"/>
              <a:ext cx="96768" cy="163101"/>
            </a:xfrm>
            <a:custGeom>
              <a:avLst/>
              <a:gdLst/>
              <a:ahLst/>
              <a:cxnLst/>
              <a:rect l="l" t="t" r="r" b="b"/>
              <a:pathLst>
                <a:path w="3685" h="6211" extrusionOk="0">
                  <a:moveTo>
                    <a:pt x="3088" y="0"/>
                  </a:moveTo>
                  <a:cubicBezTo>
                    <a:pt x="1418" y="0"/>
                    <a:pt x="0" y="1363"/>
                    <a:pt x="0" y="3102"/>
                  </a:cubicBezTo>
                  <a:cubicBezTo>
                    <a:pt x="0" y="4852"/>
                    <a:pt x="1423" y="6210"/>
                    <a:pt x="3097" y="6210"/>
                  </a:cubicBezTo>
                  <a:cubicBezTo>
                    <a:pt x="3290" y="6210"/>
                    <a:pt x="3487" y="6192"/>
                    <a:pt x="3685" y="6155"/>
                  </a:cubicBezTo>
                  <a:cubicBezTo>
                    <a:pt x="2230" y="5868"/>
                    <a:pt x="1177" y="4585"/>
                    <a:pt x="1177" y="3102"/>
                  </a:cubicBezTo>
                  <a:cubicBezTo>
                    <a:pt x="1177" y="1618"/>
                    <a:pt x="2230" y="346"/>
                    <a:pt x="3685" y="58"/>
                  </a:cubicBezTo>
                  <a:cubicBezTo>
                    <a:pt x="3483" y="19"/>
                    <a:pt x="3284" y="0"/>
                    <a:pt x="3088" y="0"/>
                  </a:cubicBez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4" name="Google Shape;8584;p63"/>
            <p:cNvSpPr/>
            <p:nvPr/>
          </p:nvSpPr>
          <p:spPr>
            <a:xfrm>
              <a:off x="4088647" y="3053763"/>
              <a:ext cx="96007" cy="82273"/>
            </a:xfrm>
            <a:custGeom>
              <a:avLst/>
              <a:gdLst/>
              <a:ahLst/>
              <a:cxnLst/>
              <a:rect l="l" t="t" r="r" b="b"/>
              <a:pathLst>
                <a:path w="3656" h="3133" extrusionOk="0">
                  <a:moveTo>
                    <a:pt x="2081" y="1"/>
                  </a:moveTo>
                  <a:cubicBezTo>
                    <a:pt x="1697" y="1"/>
                    <a:pt x="1305" y="143"/>
                    <a:pt x="986" y="462"/>
                  </a:cubicBezTo>
                  <a:cubicBezTo>
                    <a:pt x="0" y="1448"/>
                    <a:pt x="699" y="3132"/>
                    <a:pt x="2096" y="3132"/>
                  </a:cubicBezTo>
                  <a:cubicBezTo>
                    <a:pt x="2957" y="3132"/>
                    <a:pt x="3656" y="2434"/>
                    <a:pt x="3656" y="1563"/>
                  </a:cubicBezTo>
                  <a:cubicBezTo>
                    <a:pt x="3656" y="624"/>
                    <a:pt x="2885" y="1"/>
                    <a:pt x="2081" y="1"/>
                  </a:cubicBezTo>
                  <a:close/>
                </a:path>
              </a:pathLst>
            </a:custGeom>
            <a:solidFill>
              <a:srgbClr val="455F7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5" name="Google Shape;8585;p63"/>
            <p:cNvSpPr/>
            <p:nvPr/>
          </p:nvSpPr>
          <p:spPr>
            <a:xfrm>
              <a:off x="4102696" y="3053868"/>
              <a:ext cx="57089" cy="82246"/>
            </a:xfrm>
            <a:custGeom>
              <a:avLst/>
              <a:gdLst/>
              <a:ahLst/>
              <a:cxnLst/>
              <a:rect l="l" t="t" r="r" b="b"/>
              <a:pathLst>
                <a:path w="2174" h="3132" extrusionOk="0">
                  <a:moveTo>
                    <a:pt x="1567" y="1"/>
                  </a:moveTo>
                  <a:cubicBezTo>
                    <a:pt x="740" y="1"/>
                    <a:pt x="1" y="667"/>
                    <a:pt x="1" y="1568"/>
                  </a:cubicBezTo>
                  <a:cubicBezTo>
                    <a:pt x="1" y="2467"/>
                    <a:pt x="734" y="3131"/>
                    <a:pt x="1558" y="3131"/>
                  </a:cubicBezTo>
                  <a:cubicBezTo>
                    <a:pt x="1761" y="3131"/>
                    <a:pt x="1969" y="3091"/>
                    <a:pt x="2173" y="3004"/>
                  </a:cubicBezTo>
                  <a:cubicBezTo>
                    <a:pt x="1590" y="2765"/>
                    <a:pt x="1216" y="2190"/>
                    <a:pt x="1216" y="1559"/>
                  </a:cubicBezTo>
                  <a:cubicBezTo>
                    <a:pt x="1216" y="937"/>
                    <a:pt x="1590" y="372"/>
                    <a:pt x="2173" y="123"/>
                  </a:cubicBezTo>
                  <a:cubicBezTo>
                    <a:pt x="1972" y="39"/>
                    <a:pt x="1767" y="1"/>
                    <a:pt x="1567"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6" name="Google Shape;8586;p63"/>
            <p:cNvSpPr/>
            <p:nvPr/>
          </p:nvSpPr>
          <p:spPr>
            <a:xfrm>
              <a:off x="4260807" y="2996411"/>
              <a:ext cx="38051" cy="26207"/>
            </a:xfrm>
            <a:custGeom>
              <a:avLst/>
              <a:gdLst/>
              <a:ahLst/>
              <a:cxnLst/>
              <a:rect l="l" t="t" r="r" b="b"/>
              <a:pathLst>
                <a:path w="1449" h="998" extrusionOk="0">
                  <a:moveTo>
                    <a:pt x="331" y="0"/>
                  </a:moveTo>
                  <a:cubicBezTo>
                    <a:pt x="136" y="0"/>
                    <a:pt x="0" y="272"/>
                    <a:pt x="201" y="416"/>
                  </a:cubicBezTo>
                  <a:cubicBezTo>
                    <a:pt x="440" y="579"/>
                    <a:pt x="698" y="761"/>
                    <a:pt x="957" y="943"/>
                  </a:cubicBezTo>
                  <a:cubicBezTo>
                    <a:pt x="1006" y="981"/>
                    <a:pt x="1057" y="998"/>
                    <a:pt x="1104" y="998"/>
                  </a:cubicBezTo>
                  <a:cubicBezTo>
                    <a:pt x="1304" y="998"/>
                    <a:pt x="1449" y="707"/>
                    <a:pt x="1225" y="560"/>
                  </a:cubicBezTo>
                  <a:cubicBezTo>
                    <a:pt x="966" y="378"/>
                    <a:pt x="708" y="196"/>
                    <a:pt x="449" y="34"/>
                  </a:cubicBezTo>
                  <a:cubicBezTo>
                    <a:pt x="409" y="10"/>
                    <a:pt x="369" y="0"/>
                    <a:pt x="331"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7" name="Google Shape;8587;p63"/>
            <p:cNvSpPr/>
            <p:nvPr/>
          </p:nvSpPr>
          <p:spPr>
            <a:xfrm>
              <a:off x="4020528" y="2942999"/>
              <a:ext cx="229381" cy="58323"/>
            </a:xfrm>
            <a:custGeom>
              <a:avLst/>
              <a:gdLst/>
              <a:ahLst/>
              <a:cxnLst/>
              <a:rect l="l" t="t" r="r" b="b"/>
              <a:pathLst>
                <a:path w="8735" h="2221" extrusionOk="0">
                  <a:moveTo>
                    <a:pt x="4690" y="0"/>
                  </a:moveTo>
                  <a:cubicBezTo>
                    <a:pt x="3551" y="0"/>
                    <a:pt x="2077" y="584"/>
                    <a:pt x="192" y="1790"/>
                  </a:cubicBezTo>
                  <a:cubicBezTo>
                    <a:pt x="0" y="1914"/>
                    <a:pt x="87" y="2211"/>
                    <a:pt x="316" y="2221"/>
                  </a:cubicBezTo>
                  <a:cubicBezTo>
                    <a:pt x="355" y="2211"/>
                    <a:pt x="402" y="2202"/>
                    <a:pt x="441" y="2182"/>
                  </a:cubicBezTo>
                  <a:cubicBezTo>
                    <a:pt x="2249" y="1024"/>
                    <a:pt x="3637" y="460"/>
                    <a:pt x="4680" y="460"/>
                  </a:cubicBezTo>
                  <a:cubicBezTo>
                    <a:pt x="5599" y="460"/>
                    <a:pt x="6767" y="890"/>
                    <a:pt x="8269" y="1780"/>
                  </a:cubicBezTo>
                  <a:cubicBezTo>
                    <a:pt x="8312" y="1805"/>
                    <a:pt x="8353" y="1815"/>
                    <a:pt x="8392" y="1815"/>
                  </a:cubicBezTo>
                  <a:cubicBezTo>
                    <a:pt x="8600" y="1815"/>
                    <a:pt x="8734" y="1515"/>
                    <a:pt x="8508" y="1379"/>
                  </a:cubicBezTo>
                  <a:cubicBezTo>
                    <a:pt x="6939" y="450"/>
                    <a:pt x="5685" y="0"/>
                    <a:pt x="4690"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8" name="Google Shape;8588;p63"/>
            <p:cNvSpPr/>
            <p:nvPr/>
          </p:nvSpPr>
          <p:spPr>
            <a:xfrm>
              <a:off x="4153719" y="3056337"/>
              <a:ext cx="33193" cy="28440"/>
            </a:xfrm>
            <a:custGeom>
              <a:avLst/>
              <a:gdLst/>
              <a:ahLst/>
              <a:cxnLst/>
              <a:rect l="l" t="t" r="r" b="b"/>
              <a:pathLst>
                <a:path w="1264" h="1083" extrusionOk="0">
                  <a:moveTo>
                    <a:pt x="542" y="1"/>
                  </a:moveTo>
                  <a:cubicBezTo>
                    <a:pt x="266" y="1"/>
                    <a:pt x="1" y="217"/>
                    <a:pt x="1" y="546"/>
                  </a:cubicBezTo>
                  <a:cubicBezTo>
                    <a:pt x="1" y="843"/>
                    <a:pt x="240" y="1082"/>
                    <a:pt x="537" y="1082"/>
                  </a:cubicBezTo>
                  <a:cubicBezTo>
                    <a:pt x="1025" y="1082"/>
                    <a:pt x="1264" y="498"/>
                    <a:pt x="919" y="163"/>
                  </a:cubicBezTo>
                  <a:cubicBezTo>
                    <a:pt x="810" y="51"/>
                    <a:pt x="675" y="1"/>
                    <a:pt x="542"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89" name="Google Shape;8589;p63"/>
          <p:cNvGrpSpPr/>
          <p:nvPr/>
        </p:nvGrpSpPr>
        <p:grpSpPr>
          <a:xfrm>
            <a:off x="1737862" y="4109808"/>
            <a:ext cx="378512" cy="374756"/>
            <a:chOff x="1752137" y="4266608"/>
            <a:chExt cx="378512" cy="374756"/>
          </a:xfrm>
        </p:grpSpPr>
        <p:sp>
          <p:nvSpPr>
            <p:cNvPr id="8590" name="Google Shape;8590;p63"/>
            <p:cNvSpPr/>
            <p:nvPr/>
          </p:nvSpPr>
          <p:spPr>
            <a:xfrm>
              <a:off x="1752400" y="4382020"/>
              <a:ext cx="171163" cy="82220"/>
            </a:xfrm>
            <a:custGeom>
              <a:avLst/>
              <a:gdLst/>
              <a:ahLst/>
              <a:cxnLst/>
              <a:rect l="l" t="t" r="r" b="b"/>
              <a:pathLst>
                <a:path w="6518" h="3131" extrusionOk="0">
                  <a:moveTo>
                    <a:pt x="6518" y="1"/>
                  </a:moveTo>
                  <a:lnTo>
                    <a:pt x="5092" y="125"/>
                  </a:lnTo>
                  <a:cubicBezTo>
                    <a:pt x="3226" y="278"/>
                    <a:pt x="1474" y="1082"/>
                    <a:pt x="154" y="2412"/>
                  </a:cubicBezTo>
                  <a:cubicBezTo>
                    <a:pt x="1" y="2565"/>
                    <a:pt x="96" y="2833"/>
                    <a:pt x="316" y="2853"/>
                  </a:cubicBezTo>
                  <a:lnTo>
                    <a:pt x="3398" y="3130"/>
                  </a:lnTo>
                  <a:lnTo>
                    <a:pt x="6518" y="1"/>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1" name="Google Shape;8591;p63"/>
            <p:cNvSpPr/>
            <p:nvPr/>
          </p:nvSpPr>
          <p:spPr>
            <a:xfrm>
              <a:off x="1931834" y="4472250"/>
              <a:ext cx="81957" cy="169114"/>
            </a:xfrm>
            <a:custGeom>
              <a:avLst/>
              <a:gdLst/>
              <a:ahLst/>
              <a:cxnLst/>
              <a:rect l="l" t="t" r="r" b="b"/>
              <a:pathLst>
                <a:path w="3121" h="6440" extrusionOk="0">
                  <a:moveTo>
                    <a:pt x="3121" y="0"/>
                  </a:moveTo>
                  <a:lnTo>
                    <a:pt x="1" y="3120"/>
                  </a:lnTo>
                  <a:lnTo>
                    <a:pt x="269" y="6202"/>
                  </a:lnTo>
                  <a:cubicBezTo>
                    <a:pt x="281" y="6348"/>
                    <a:pt x="404" y="6439"/>
                    <a:pt x="530" y="6439"/>
                  </a:cubicBezTo>
                  <a:cubicBezTo>
                    <a:pt x="593" y="6439"/>
                    <a:pt x="657" y="6416"/>
                    <a:pt x="709" y="6365"/>
                  </a:cubicBezTo>
                  <a:cubicBezTo>
                    <a:pt x="2039" y="5044"/>
                    <a:pt x="2843" y="3293"/>
                    <a:pt x="3006" y="1426"/>
                  </a:cubicBezTo>
                  <a:lnTo>
                    <a:pt x="3121" y="0"/>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2" name="Google Shape;8592;p63"/>
            <p:cNvSpPr/>
            <p:nvPr/>
          </p:nvSpPr>
          <p:spPr>
            <a:xfrm>
              <a:off x="1752137" y="4386537"/>
              <a:ext cx="123685" cy="71664"/>
            </a:xfrm>
            <a:custGeom>
              <a:avLst/>
              <a:gdLst/>
              <a:ahLst/>
              <a:cxnLst/>
              <a:rect l="l" t="t" r="r" b="b"/>
              <a:pathLst>
                <a:path w="4710" h="2729" extrusionOk="0">
                  <a:moveTo>
                    <a:pt x="4710" y="1"/>
                  </a:moveTo>
                  <a:lnTo>
                    <a:pt x="4710" y="1"/>
                  </a:lnTo>
                  <a:cubicBezTo>
                    <a:pt x="2987" y="221"/>
                    <a:pt x="1389" y="1015"/>
                    <a:pt x="164" y="2240"/>
                  </a:cubicBezTo>
                  <a:cubicBezTo>
                    <a:pt x="1" y="2393"/>
                    <a:pt x="106" y="2661"/>
                    <a:pt x="317" y="2681"/>
                  </a:cubicBezTo>
                  <a:lnTo>
                    <a:pt x="776" y="2728"/>
                  </a:lnTo>
                  <a:cubicBezTo>
                    <a:pt x="633" y="2614"/>
                    <a:pt x="613" y="2403"/>
                    <a:pt x="747" y="2269"/>
                  </a:cubicBezTo>
                  <a:cubicBezTo>
                    <a:pt x="1838" y="1178"/>
                    <a:pt x="3207" y="393"/>
                    <a:pt x="4710"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3" name="Google Shape;8593;p63"/>
            <p:cNvSpPr/>
            <p:nvPr/>
          </p:nvSpPr>
          <p:spPr>
            <a:xfrm>
              <a:off x="1931834" y="4539108"/>
              <a:ext cx="23897" cy="102256"/>
            </a:xfrm>
            <a:custGeom>
              <a:avLst/>
              <a:gdLst/>
              <a:ahLst/>
              <a:cxnLst/>
              <a:rect l="l" t="t" r="r" b="b"/>
              <a:pathLst>
                <a:path w="910" h="3894" extrusionOk="0">
                  <a:moveTo>
                    <a:pt x="575" y="0"/>
                  </a:moveTo>
                  <a:lnTo>
                    <a:pt x="1" y="574"/>
                  </a:lnTo>
                  <a:lnTo>
                    <a:pt x="269" y="3656"/>
                  </a:lnTo>
                  <a:cubicBezTo>
                    <a:pt x="281" y="3802"/>
                    <a:pt x="404" y="3893"/>
                    <a:pt x="530" y="3893"/>
                  </a:cubicBezTo>
                  <a:cubicBezTo>
                    <a:pt x="593" y="3893"/>
                    <a:pt x="657" y="3870"/>
                    <a:pt x="709" y="3819"/>
                  </a:cubicBezTo>
                  <a:cubicBezTo>
                    <a:pt x="776" y="3752"/>
                    <a:pt x="843" y="3685"/>
                    <a:pt x="910" y="3618"/>
                  </a:cubicBezTo>
                  <a:cubicBezTo>
                    <a:pt x="891" y="3579"/>
                    <a:pt x="891" y="3551"/>
                    <a:pt x="881" y="3512"/>
                  </a:cubicBezTo>
                  <a:lnTo>
                    <a:pt x="575"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4" name="Google Shape;8594;p63"/>
            <p:cNvSpPr/>
            <p:nvPr/>
          </p:nvSpPr>
          <p:spPr>
            <a:xfrm>
              <a:off x="1823512" y="4266608"/>
              <a:ext cx="307137" cy="305115"/>
            </a:xfrm>
            <a:custGeom>
              <a:avLst/>
              <a:gdLst/>
              <a:ahLst/>
              <a:cxnLst/>
              <a:rect l="l" t="t" r="r" b="b"/>
              <a:pathLst>
                <a:path w="11696" h="11619" extrusionOk="0">
                  <a:moveTo>
                    <a:pt x="11451" y="0"/>
                  </a:moveTo>
                  <a:cubicBezTo>
                    <a:pt x="11428" y="0"/>
                    <a:pt x="11404" y="4"/>
                    <a:pt x="11380" y="12"/>
                  </a:cubicBezTo>
                  <a:lnTo>
                    <a:pt x="8920" y="730"/>
                  </a:lnTo>
                  <a:lnTo>
                    <a:pt x="7102" y="1257"/>
                  </a:lnTo>
                  <a:cubicBezTo>
                    <a:pt x="6949" y="1304"/>
                    <a:pt x="6815" y="1381"/>
                    <a:pt x="6710" y="1496"/>
                  </a:cubicBezTo>
                  <a:lnTo>
                    <a:pt x="87" y="8119"/>
                  </a:lnTo>
                  <a:cubicBezTo>
                    <a:pt x="1" y="8205"/>
                    <a:pt x="1" y="8339"/>
                    <a:pt x="87" y="8425"/>
                  </a:cubicBezTo>
                  <a:lnTo>
                    <a:pt x="1408" y="9745"/>
                  </a:lnTo>
                  <a:lnTo>
                    <a:pt x="1896" y="10234"/>
                  </a:lnTo>
                  <a:lnTo>
                    <a:pt x="3217" y="11554"/>
                  </a:lnTo>
                  <a:cubicBezTo>
                    <a:pt x="3260" y="11597"/>
                    <a:pt x="3319" y="11619"/>
                    <a:pt x="3379" y="11619"/>
                  </a:cubicBezTo>
                  <a:cubicBezTo>
                    <a:pt x="3439" y="11619"/>
                    <a:pt x="3499" y="11597"/>
                    <a:pt x="3542" y="11554"/>
                  </a:cubicBezTo>
                  <a:lnTo>
                    <a:pt x="7246" y="7841"/>
                  </a:lnTo>
                  <a:lnTo>
                    <a:pt x="10136" y="4970"/>
                  </a:lnTo>
                  <a:cubicBezTo>
                    <a:pt x="10260" y="4845"/>
                    <a:pt x="10346" y="4692"/>
                    <a:pt x="10394" y="4530"/>
                  </a:cubicBezTo>
                  <a:lnTo>
                    <a:pt x="11638" y="271"/>
                  </a:lnTo>
                  <a:cubicBezTo>
                    <a:pt x="11696" y="132"/>
                    <a:pt x="11585" y="0"/>
                    <a:pt x="11451"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5" name="Google Shape;8595;p63"/>
            <p:cNvSpPr/>
            <p:nvPr/>
          </p:nvSpPr>
          <p:spPr>
            <a:xfrm>
              <a:off x="1823512" y="4266686"/>
              <a:ext cx="306507" cy="227963"/>
            </a:xfrm>
            <a:custGeom>
              <a:avLst/>
              <a:gdLst/>
              <a:ahLst/>
              <a:cxnLst/>
              <a:rect l="l" t="t" r="r" b="b"/>
              <a:pathLst>
                <a:path w="11672" h="8681" extrusionOk="0">
                  <a:moveTo>
                    <a:pt x="11449" y="0"/>
                  </a:moveTo>
                  <a:cubicBezTo>
                    <a:pt x="11430" y="0"/>
                    <a:pt x="11410" y="3"/>
                    <a:pt x="11390" y="9"/>
                  </a:cubicBezTo>
                  <a:lnTo>
                    <a:pt x="7083" y="1263"/>
                  </a:lnTo>
                  <a:cubicBezTo>
                    <a:pt x="6949" y="1301"/>
                    <a:pt x="6825" y="1378"/>
                    <a:pt x="6729" y="1474"/>
                  </a:cubicBezTo>
                  <a:lnTo>
                    <a:pt x="87" y="8116"/>
                  </a:lnTo>
                  <a:cubicBezTo>
                    <a:pt x="1" y="8192"/>
                    <a:pt x="1" y="8326"/>
                    <a:pt x="87" y="8412"/>
                  </a:cubicBezTo>
                  <a:lnTo>
                    <a:pt x="355" y="8680"/>
                  </a:lnTo>
                  <a:lnTo>
                    <a:pt x="1101" y="7934"/>
                  </a:lnTo>
                  <a:lnTo>
                    <a:pt x="7064" y="1971"/>
                  </a:lnTo>
                  <a:cubicBezTo>
                    <a:pt x="7150" y="1885"/>
                    <a:pt x="7265" y="1818"/>
                    <a:pt x="7389" y="1780"/>
                  </a:cubicBezTo>
                  <a:lnTo>
                    <a:pt x="11552" y="565"/>
                  </a:lnTo>
                  <a:lnTo>
                    <a:pt x="11638" y="258"/>
                  </a:lnTo>
                  <a:cubicBezTo>
                    <a:pt x="11672" y="126"/>
                    <a:pt x="11575" y="0"/>
                    <a:pt x="11449"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6" name="Google Shape;8596;p63"/>
            <p:cNvSpPr/>
            <p:nvPr/>
          </p:nvSpPr>
          <p:spPr>
            <a:xfrm>
              <a:off x="1978078" y="4353633"/>
              <a:ext cx="64127" cy="64101"/>
            </a:xfrm>
            <a:custGeom>
              <a:avLst/>
              <a:gdLst/>
              <a:ahLst/>
              <a:cxnLst/>
              <a:rect l="l" t="t" r="r" b="b"/>
              <a:pathLst>
                <a:path w="2442" h="2441" extrusionOk="0">
                  <a:moveTo>
                    <a:pt x="1226" y="0"/>
                  </a:moveTo>
                  <a:cubicBezTo>
                    <a:pt x="546" y="0"/>
                    <a:pt x="1" y="546"/>
                    <a:pt x="1" y="1216"/>
                  </a:cubicBezTo>
                  <a:cubicBezTo>
                    <a:pt x="1" y="1895"/>
                    <a:pt x="546" y="2441"/>
                    <a:pt x="1226" y="2441"/>
                  </a:cubicBezTo>
                  <a:cubicBezTo>
                    <a:pt x="1896" y="2441"/>
                    <a:pt x="2441" y="1895"/>
                    <a:pt x="2441" y="1216"/>
                  </a:cubicBezTo>
                  <a:cubicBezTo>
                    <a:pt x="2441" y="546"/>
                    <a:pt x="1896" y="0"/>
                    <a:pt x="1226"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7" name="Google Shape;8597;p63"/>
            <p:cNvSpPr/>
            <p:nvPr/>
          </p:nvSpPr>
          <p:spPr>
            <a:xfrm>
              <a:off x="1978078" y="4353660"/>
              <a:ext cx="39731" cy="64206"/>
            </a:xfrm>
            <a:custGeom>
              <a:avLst/>
              <a:gdLst/>
              <a:ahLst/>
              <a:cxnLst/>
              <a:rect l="l" t="t" r="r" b="b"/>
              <a:pathLst>
                <a:path w="1513" h="2445" extrusionOk="0">
                  <a:moveTo>
                    <a:pt x="1215" y="1"/>
                  </a:moveTo>
                  <a:cubicBezTo>
                    <a:pt x="559" y="1"/>
                    <a:pt x="1" y="533"/>
                    <a:pt x="1" y="1224"/>
                  </a:cubicBezTo>
                  <a:cubicBezTo>
                    <a:pt x="1" y="1911"/>
                    <a:pt x="566" y="2444"/>
                    <a:pt x="1226" y="2444"/>
                  </a:cubicBezTo>
                  <a:cubicBezTo>
                    <a:pt x="1320" y="2444"/>
                    <a:pt x="1416" y="2434"/>
                    <a:pt x="1513" y="2411"/>
                  </a:cubicBezTo>
                  <a:cubicBezTo>
                    <a:pt x="584" y="2181"/>
                    <a:pt x="259" y="1033"/>
                    <a:pt x="939" y="353"/>
                  </a:cubicBezTo>
                  <a:cubicBezTo>
                    <a:pt x="1092" y="200"/>
                    <a:pt x="1293" y="85"/>
                    <a:pt x="1513" y="38"/>
                  </a:cubicBezTo>
                  <a:cubicBezTo>
                    <a:pt x="1412" y="13"/>
                    <a:pt x="1313" y="1"/>
                    <a:pt x="1215" y="1"/>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8" name="Google Shape;8598;p63"/>
            <p:cNvSpPr/>
            <p:nvPr/>
          </p:nvSpPr>
          <p:spPr>
            <a:xfrm>
              <a:off x="1815476" y="4497381"/>
              <a:ext cx="82955" cy="82404"/>
            </a:xfrm>
            <a:custGeom>
              <a:avLst/>
              <a:gdLst/>
              <a:ahLst/>
              <a:cxnLst/>
              <a:rect l="l" t="t" r="r" b="b"/>
              <a:pathLst>
                <a:path w="3159" h="3138" extrusionOk="0">
                  <a:moveTo>
                    <a:pt x="814" y="0"/>
                  </a:moveTo>
                  <a:lnTo>
                    <a:pt x="125" y="699"/>
                  </a:lnTo>
                  <a:cubicBezTo>
                    <a:pt x="1" y="823"/>
                    <a:pt x="1" y="1024"/>
                    <a:pt x="125" y="1158"/>
                  </a:cubicBezTo>
                  <a:lnTo>
                    <a:pt x="1063" y="2096"/>
                  </a:lnTo>
                  <a:lnTo>
                    <a:pt x="2010" y="3044"/>
                  </a:lnTo>
                  <a:cubicBezTo>
                    <a:pt x="2073" y="3106"/>
                    <a:pt x="2154" y="3137"/>
                    <a:pt x="2235" y="3137"/>
                  </a:cubicBezTo>
                  <a:cubicBezTo>
                    <a:pt x="2317" y="3137"/>
                    <a:pt x="2398" y="3106"/>
                    <a:pt x="2460" y="3044"/>
                  </a:cubicBezTo>
                  <a:lnTo>
                    <a:pt x="3159" y="2345"/>
                  </a:lnTo>
                  <a:lnTo>
                    <a:pt x="2231" y="1417"/>
                  </a:lnTo>
                  <a:lnTo>
                    <a:pt x="1742" y="929"/>
                  </a:lnTo>
                  <a:lnTo>
                    <a:pt x="814" y="0"/>
                  </a:ln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9" name="Google Shape;8599;p63"/>
            <p:cNvSpPr/>
            <p:nvPr/>
          </p:nvSpPr>
          <p:spPr>
            <a:xfrm>
              <a:off x="1815476" y="4497381"/>
              <a:ext cx="32195" cy="35950"/>
            </a:xfrm>
            <a:custGeom>
              <a:avLst/>
              <a:gdLst/>
              <a:ahLst/>
              <a:cxnLst/>
              <a:rect l="l" t="t" r="r" b="b"/>
              <a:pathLst>
                <a:path w="1226" h="1369" extrusionOk="0">
                  <a:moveTo>
                    <a:pt x="814" y="0"/>
                  </a:moveTo>
                  <a:lnTo>
                    <a:pt x="125" y="699"/>
                  </a:lnTo>
                  <a:cubicBezTo>
                    <a:pt x="1" y="823"/>
                    <a:pt x="1" y="1024"/>
                    <a:pt x="125" y="1158"/>
                  </a:cubicBezTo>
                  <a:lnTo>
                    <a:pt x="345" y="1369"/>
                  </a:lnTo>
                  <a:cubicBezTo>
                    <a:pt x="355" y="1302"/>
                    <a:pt x="393" y="1245"/>
                    <a:pt x="441" y="1197"/>
                  </a:cubicBezTo>
                  <a:lnTo>
                    <a:pt x="1226" y="412"/>
                  </a:lnTo>
                  <a:lnTo>
                    <a:pt x="814" y="0"/>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0" name="Google Shape;8600;p63"/>
            <p:cNvSpPr/>
            <p:nvPr/>
          </p:nvSpPr>
          <p:spPr>
            <a:xfrm>
              <a:off x="1823512" y="4463952"/>
              <a:ext cx="108349" cy="107719"/>
            </a:xfrm>
            <a:custGeom>
              <a:avLst/>
              <a:gdLst/>
              <a:ahLst/>
              <a:cxnLst/>
              <a:rect l="l" t="t" r="r" b="b"/>
              <a:pathLst>
                <a:path w="4126" h="4102" extrusionOk="0">
                  <a:moveTo>
                    <a:pt x="680" y="1"/>
                  </a:moveTo>
                  <a:lnTo>
                    <a:pt x="87" y="604"/>
                  </a:lnTo>
                  <a:cubicBezTo>
                    <a:pt x="1" y="680"/>
                    <a:pt x="1" y="824"/>
                    <a:pt x="87" y="900"/>
                  </a:cubicBezTo>
                  <a:lnTo>
                    <a:pt x="1408" y="2230"/>
                  </a:lnTo>
                  <a:lnTo>
                    <a:pt x="1896" y="2719"/>
                  </a:lnTo>
                  <a:lnTo>
                    <a:pt x="3217" y="4030"/>
                  </a:lnTo>
                  <a:cubicBezTo>
                    <a:pt x="3260" y="4078"/>
                    <a:pt x="3319" y="4101"/>
                    <a:pt x="3379" y="4101"/>
                  </a:cubicBezTo>
                  <a:cubicBezTo>
                    <a:pt x="3439" y="4101"/>
                    <a:pt x="3499" y="4078"/>
                    <a:pt x="3542" y="4030"/>
                  </a:cubicBezTo>
                  <a:lnTo>
                    <a:pt x="4126" y="3446"/>
                  </a:lnTo>
                  <a:lnTo>
                    <a:pt x="2652" y="1962"/>
                  </a:lnTo>
                  <a:lnTo>
                    <a:pt x="2164" y="1484"/>
                  </a:lnTo>
                  <a:lnTo>
                    <a:pt x="680" y="1"/>
                  </a:ln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1" name="Google Shape;8601;p63"/>
            <p:cNvSpPr/>
            <p:nvPr/>
          </p:nvSpPr>
          <p:spPr>
            <a:xfrm>
              <a:off x="1823512" y="4463952"/>
              <a:ext cx="28939" cy="30698"/>
            </a:xfrm>
            <a:custGeom>
              <a:avLst/>
              <a:gdLst/>
              <a:ahLst/>
              <a:cxnLst/>
              <a:rect l="l" t="t" r="r" b="b"/>
              <a:pathLst>
                <a:path w="1102" h="1169" extrusionOk="0">
                  <a:moveTo>
                    <a:pt x="680" y="1"/>
                  </a:moveTo>
                  <a:lnTo>
                    <a:pt x="87" y="604"/>
                  </a:lnTo>
                  <a:cubicBezTo>
                    <a:pt x="1" y="680"/>
                    <a:pt x="1" y="814"/>
                    <a:pt x="87" y="900"/>
                  </a:cubicBezTo>
                  <a:lnTo>
                    <a:pt x="345" y="1168"/>
                  </a:lnTo>
                  <a:lnTo>
                    <a:pt x="1101" y="412"/>
                  </a:lnTo>
                  <a:lnTo>
                    <a:pt x="680"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2" name="Google Shape;8602;p63"/>
            <p:cNvSpPr/>
            <p:nvPr/>
          </p:nvSpPr>
          <p:spPr>
            <a:xfrm>
              <a:off x="1776034" y="4536981"/>
              <a:ext cx="33692" cy="30724"/>
            </a:xfrm>
            <a:custGeom>
              <a:avLst/>
              <a:gdLst/>
              <a:ahLst/>
              <a:cxnLst/>
              <a:rect l="l" t="t" r="r" b="b"/>
              <a:pathLst>
                <a:path w="1283" h="1170" extrusionOk="0">
                  <a:moveTo>
                    <a:pt x="976" y="1"/>
                  </a:moveTo>
                  <a:cubicBezTo>
                    <a:pt x="924" y="1"/>
                    <a:pt x="871" y="22"/>
                    <a:pt x="823" y="72"/>
                  </a:cubicBezTo>
                  <a:lnTo>
                    <a:pt x="86" y="799"/>
                  </a:lnTo>
                  <a:cubicBezTo>
                    <a:pt x="0" y="885"/>
                    <a:pt x="0" y="1019"/>
                    <a:pt x="86" y="1105"/>
                  </a:cubicBezTo>
                  <a:cubicBezTo>
                    <a:pt x="129" y="1148"/>
                    <a:pt x="184" y="1170"/>
                    <a:pt x="239" y="1170"/>
                  </a:cubicBezTo>
                  <a:cubicBezTo>
                    <a:pt x="294" y="1170"/>
                    <a:pt x="349" y="1148"/>
                    <a:pt x="393" y="1105"/>
                  </a:cubicBezTo>
                  <a:lnTo>
                    <a:pt x="1129" y="378"/>
                  </a:lnTo>
                  <a:cubicBezTo>
                    <a:pt x="1283" y="217"/>
                    <a:pt x="1141" y="1"/>
                    <a:pt x="976"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3" name="Google Shape;8603;p63"/>
            <p:cNvSpPr/>
            <p:nvPr/>
          </p:nvSpPr>
          <p:spPr>
            <a:xfrm>
              <a:off x="1794862" y="4555730"/>
              <a:ext cx="33508" cy="30567"/>
            </a:xfrm>
            <a:custGeom>
              <a:avLst/>
              <a:gdLst/>
              <a:ahLst/>
              <a:cxnLst/>
              <a:rect l="l" t="t" r="r" b="b"/>
              <a:pathLst>
                <a:path w="1276" h="1164" extrusionOk="0">
                  <a:moveTo>
                    <a:pt x="962" y="0"/>
                  </a:moveTo>
                  <a:cubicBezTo>
                    <a:pt x="912" y="0"/>
                    <a:pt x="861" y="19"/>
                    <a:pt x="814" y="66"/>
                  </a:cubicBezTo>
                  <a:lnTo>
                    <a:pt x="87" y="793"/>
                  </a:lnTo>
                  <a:cubicBezTo>
                    <a:pt x="1" y="879"/>
                    <a:pt x="1" y="1013"/>
                    <a:pt x="87" y="1099"/>
                  </a:cubicBezTo>
                  <a:cubicBezTo>
                    <a:pt x="125" y="1142"/>
                    <a:pt x="180" y="1164"/>
                    <a:pt x="235" y="1164"/>
                  </a:cubicBezTo>
                  <a:cubicBezTo>
                    <a:pt x="290" y="1164"/>
                    <a:pt x="345" y="1142"/>
                    <a:pt x="384" y="1099"/>
                  </a:cubicBezTo>
                  <a:lnTo>
                    <a:pt x="1121" y="372"/>
                  </a:lnTo>
                  <a:cubicBezTo>
                    <a:pt x="1275" y="217"/>
                    <a:pt x="1129" y="0"/>
                    <a:pt x="962"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4" name="Google Shape;8604;p63"/>
            <p:cNvSpPr/>
            <p:nvPr/>
          </p:nvSpPr>
          <p:spPr>
            <a:xfrm>
              <a:off x="1832309" y="4593125"/>
              <a:ext cx="33481" cy="30619"/>
            </a:xfrm>
            <a:custGeom>
              <a:avLst/>
              <a:gdLst/>
              <a:ahLst/>
              <a:cxnLst/>
              <a:rect l="l" t="t" r="r" b="b"/>
              <a:pathLst>
                <a:path w="1275" h="1166" extrusionOk="0">
                  <a:moveTo>
                    <a:pt x="965" y="1"/>
                  </a:moveTo>
                  <a:cubicBezTo>
                    <a:pt x="914" y="1"/>
                    <a:pt x="861" y="21"/>
                    <a:pt x="814" y="68"/>
                  </a:cubicBezTo>
                  <a:lnTo>
                    <a:pt x="87" y="795"/>
                  </a:lnTo>
                  <a:cubicBezTo>
                    <a:pt x="1" y="881"/>
                    <a:pt x="1" y="1015"/>
                    <a:pt x="87" y="1101"/>
                  </a:cubicBezTo>
                  <a:cubicBezTo>
                    <a:pt x="125" y="1144"/>
                    <a:pt x="178" y="1166"/>
                    <a:pt x="232" y="1166"/>
                  </a:cubicBezTo>
                  <a:cubicBezTo>
                    <a:pt x="286" y="1166"/>
                    <a:pt x="341" y="1144"/>
                    <a:pt x="384" y="1101"/>
                  </a:cubicBezTo>
                  <a:lnTo>
                    <a:pt x="1121" y="374"/>
                  </a:lnTo>
                  <a:cubicBezTo>
                    <a:pt x="1275" y="213"/>
                    <a:pt x="1131" y="1"/>
                    <a:pt x="965" y="1"/>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5" name="Google Shape;8605;p63"/>
            <p:cNvSpPr/>
            <p:nvPr/>
          </p:nvSpPr>
          <p:spPr>
            <a:xfrm>
              <a:off x="1813480" y="4574322"/>
              <a:ext cx="33665" cy="30645"/>
            </a:xfrm>
            <a:custGeom>
              <a:avLst/>
              <a:gdLst/>
              <a:ahLst/>
              <a:cxnLst/>
              <a:rect l="l" t="t" r="r" b="b"/>
              <a:pathLst>
                <a:path w="1282" h="1167" extrusionOk="0">
                  <a:moveTo>
                    <a:pt x="971" y="0"/>
                  </a:moveTo>
                  <a:cubicBezTo>
                    <a:pt x="921" y="0"/>
                    <a:pt x="869" y="20"/>
                    <a:pt x="823" y="66"/>
                  </a:cubicBezTo>
                  <a:lnTo>
                    <a:pt x="86" y="803"/>
                  </a:lnTo>
                  <a:cubicBezTo>
                    <a:pt x="0" y="889"/>
                    <a:pt x="0" y="1023"/>
                    <a:pt x="86" y="1109"/>
                  </a:cubicBezTo>
                  <a:cubicBezTo>
                    <a:pt x="129" y="1147"/>
                    <a:pt x="184" y="1166"/>
                    <a:pt x="239" y="1166"/>
                  </a:cubicBezTo>
                  <a:cubicBezTo>
                    <a:pt x="294" y="1166"/>
                    <a:pt x="349" y="1147"/>
                    <a:pt x="392" y="1109"/>
                  </a:cubicBezTo>
                  <a:lnTo>
                    <a:pt x="1120" y="372"/>
                  </a:lnTo>
                  <a:cubicBezTo>
                    <a:pt x="1282" y="217"/>
                    <a:pt x="1138" y="0"/>
                    <a:pt x="971" y="0"/>
                  </a:cubicBezTo>
                  <a:close/>
                </a:path>
              </a:pathLst>
            </a:custGeom>
            <a:solidFill>
              <a:srgbClr val="E5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6" name="Google Shape;8606;p63"/>
            <p:cNvSpPr/>
            <p:nvPr/>
          </p:nvSpPr>
          <p:spPr>
            <a:xfrm>
              <a:off x="2057751" y="4266686"/>
              <a:ext cx="72241" cy="71375"/>
            </a:xfrm>
            <a:custGeom>
              <a:avLst/>
              <a:gdLst/>
              <a:ahLst/>
              <a:cxnLst/>
              <a:rect l="l" t="t" r="r" b="b"/>
              <a:pathLst>
                <a:path w="2751" h="2718" extrusionOk="0">
                  <a:moveTo>
                    <a:pt x="2520" y="0"/>
                  </a:moveTo>
                  <a:cubicBezTo>
                    <a:pt x="2501" y="0"/>
                    <a:pt x="2480" y="3"/>
                    <a:pt x="2460" y="9"/>
                  </a:cubicBezTo>
                  <a:lnTo>
                    <a:pt x="0" y="727"/>
                  </a:lnTo>
                  <a:lnTo>
                    <a:pt x="1991" y="2718"/>
                  </a:lnTo>
                  <a:lnTo>
                    <a:pt x="2709" y="258"/>
                  </a:lnTo>
                  <a:cubicBezTo>
                    <a:pt x="2750" y="126"/>
                    <a:pt x="2648" y="0"/>
                    <a:pt x="252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7" name="Google Shape;8607;p63"/>
            <p:cNvSpPr/>
            <p:nvPr/>
          </p:nvSpPr>
          <p:spPr>
            <a:xfrm>
              <a:off x="2057751" y="4266686"/>
              <a:ext cx="72241" cy="31171"/>
            </a:xfrm>
            <a:custGeom>
              <a:avLst/>
              <a:gdLst/>
              <a:ahLst/>
              <a:cxnLst/>
              <a:rect l="l" t="t" r="r" b="b"/>
              <a:pathLst>
                <a:path w="2751" h="1187" extrusionOk="0">
                  <a:moveTo>
                    <a:pt x="2520" y="0"/>
                  </a:moveTo>
                  <a:cubicBezTo>
                    <a:pt x="2501" y="0"/>
                    <a:pt x="2480" y="3"/>
                    <a:pt x="2460" y="9"/>
                  </a:cubicBezTo>
                  <a:lnTo>
                    <a:pt x="1656" y="249"/>
                  </a:lnTo>
                  <a:lnTo>
                    <a:pt x="0" y="727"/>
                  </a:lnTo>
                  <a:lnTo>
                    <a:pt x="469" y="1187"/>
                  </a:lnTo>
                  <a:lnTo>
                    <a:pt x="2623" y="565"/>
                  </a:lnTo>
                  <a:lnTo>
                    <a:pt x="2709" y="258"/>
                  </a:lnTo>
                  <a:cubicBezTo>
                    <a:pt x="2750" y="126"/>
                    <a:pt x="2648" y="0"/>
                    <a:pt x="2520"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8" name="Google Shape;8608;p63"/>
            <p:cNvSpPr/>
            <p:nvPr/>
          </p:nvSpPr>
          <p:spPr>
            <a:xfrm>
              <a:off x="1839347" y="4424299"/>
              <a:ext cx="132981" cy="131353"/>
            </a:xfrm>
            <a:custGeom>
              <a:avLst/>
              <a:gdLst/>
              <a:ahLst/>
              <a:cxnLst/>
              <a:rect l="l" t="t" r="r" b="b"/>
              <a:pathLst>
                <a:path w="5064" h="5002" extrusionOk="0">
                  <a:moveTo>
                    <a:pt x="4686" y="1"/>
                  </a:moveTo>
                  <a:cubicBezTo>
                    <a:pt x="4604" y="1"/>
                    <a:pt x="4523" y="32"/>
                    <a:pt x="4461" y="94"/>
                  </a:cubicBezTo>
                  <a:lnTo>
                    <a:pt x="125" y="4420"/>
                  </a:lnTo>
                  <a:cubicBezTo>
                    <a:pt x="1" y="4544"/>
                    <a:pt x="1" y="4745"/>
                    <a:pt x="125" y="4870"/>
                  </a:cubicBezTo>
                  <a:lnTo>
                    <a:pt x="164" y="4908"/>
                  </a:lnTo>
                  <a:cubicBezTo>
                    <a:pt x="226" y="4970"/>
                    <a:pt x="307" y="5001"/>
                    <a:pt x="388" y="5001"/>
                  </a:cubicBezTo>
                  <a:cubicBezTo>
                    <a:pt x="470" y="5001"/>
                    <a:pt x="551" y="4970"/>
                    <a:pt x="613" y="4908"/>
                  </a:cubicBezTo>
                  <a:lnTo>
                    <a:pt x="4939" y="582"/>
                  </a:lnTo>
                  <a:cubicBezTo>
                    <a:pt x="5064" y="458"/>
                    <a:pt x="5064" y="247"/>
                    <a:pt x="4939" y="123"/>
                  </a:cubicBezTo>
                  <a:lnTo>
                    <a:pt x="4910" y="94"/>
                  </a:lnTo>
                  <a:cubicBezTo>
                    <a:pt x="4848" y="32"/>
                    <a:pt x="4767" y="1"/>
                    <a:pt x="4686"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9" name="Google Shape;8609;p63"/>
            <p:cNvSpPr/>
            <p:nvPr/>
          </p:nvSpPr>
          <p:spPr>
            <a:xfrm>
              <a:off x="1839347" y="4424299"/>
              <a:ext cx="132981" cy="131353"/>
            </a:xfrm>
            <a:custGeom>
              <a:avLst/>
              <a:gdLst/>
              <a:ahLst/>
              <a:cxnLst/>
              <a:rect l="l" t="t" r="r" b="b"/>
              <a:pathLst>
                <a:path w="5064" h="5002" extrusionOk="0">
                  <a:moveTo>
                    <a:pt x="4686" y="1"/>
                  </a:moveTo>
                  <a:cubicBezTo>
                    <a:pt x="4604" y="1"/>
                    <a:pt x="4523" y="32"/>
                    <a:pt x="4461" y="94"/>
                  </a:cubicBezTo>
                  <a:lnTo>
                    <a:pt x="125" y="4420"/>
                  </a:lnTo>
                  <a:cubicBezTo>
                    <a:pt x="1" y="4544"/>
                    <a:pt x="1" y="4745"/>
                    <a:pt x="125" y="4870"/>
                  </a:cubicBezTo>
                  <a:lnTo>
                    <a:pt x="164" y="4908"/>
                  </a:lnTo>
                  <a:cubicBezTo>
                    <a:pt x="226" y="4970"/>
                    <a:pt x="307" y="5001"/>
                    <a:pt x="388" y="5001"/>
                  </a:cubicBezTo>
                  <a:cubicBezTo>
                    <a:pt x="470" y="5001"/>
                    <a:pt x="551" y="4970"/>
                    <a:pt x="613" y="4908"/>
                  </a:cubicBezTo>
                  <a:lnTo>
                    <a:pt x="4939" y="582"/>
                  </a:lnTo>
                  <a:cubicBezTo>
                    <a:pt x="5064" y="458"/>
                    <a:pt x="5064" y="247"/>
                    <a:pt x="4939" y="123"/>
                  </a:cubicBezTo>
                  <a:lnTo>
                    <a:pt x="4910" y="94"/>
                  </a:lnTo>
                  <a:cubicBezTo>
                    <a:pt x="4848" y="32"/>
                    <a:pt x="4767" y="1"/>
                    <a:pt x="4686"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0" name="Google Shape;8610;p63"/>
            <p:cNvSpPr/>
            <p:nvPr/>
          </p:nvSpPr>
          <p:spPr>
            <a:xfrm>
              <a:off x="1839609" y="4424378"/>
              <a:ext cx="130696" cy="131090"/>
            </a:xfrm>
            <a:custGeom>
              <a:avLst/>
              <a:gdLst/>
              <a:ahLst/>
              <a:cxnLst/>
              <a:rect l="l" t="t" r="r" b="b"/>
              <a:pathLst>
                <a:path w="4977" h="4992" extrusionOk="0">
                  <a:moveTo>
                    <a:pt x="4672" y="0"/>
                  </a:moveTo>
                  <a:cubicBezTo>
                    <a:pt x="4587" y="0"/>
                    <a:pt x="4503" y="34"/>
                    <a:pt x="4441" y="101"/>
                  </a:cubicBezTo>
                  <a:lnTo>
                    <a:pt x="125" y="4407"/>
                  </a:lnTo>
                  <a:cubicBezTo>
                    <a:pt x="0" y="4541"/>
                    <a:pt x="0" y="4752"/>
                    <a:pt x="125" y="4876"/>
                  </a:cubicBezTo>
                  <a:lnTo>
                    <a:pt x="144" y="4895"/>
                  </a:lnTo>
                  <a:cubicBezTo>
                    <a:pt x="211" y="4962"/>
                    <a:pt x="288" y="4991"/>
                    <a:pt x="374" y="4991"/>
                  </a:cubicBezTo>
                  <a:cubicBezTo>
                    <a:pt x="288" y="4867"/>
                    <a:pt x="307" y="4694"/>
                    <a:pt x="422" y="4589"/>
                  </a:cubicBezTo>
                  <a:lnTo>
                    <a:pt x="4738" y="273"/>
                  </a:lnTo>
                  <a:cubicBezTo>
                    <a:pt x="4795" y="206"/>
                    <a:pt x="4881" y="177"/>
                    <a:pt x="4977" y="177"/>
                  </a:cubicBezTo>
                  <a:cubicBezTo>
                    <a:pt x="4958" y="158"/>
                    <a:pt x="4948" y="139"/>
                    <a:pt x="4929" y="120"/>
                  </a:cubicBezTo>
                  <a:lnTo>
                    <a:pt x="4910" y="101"/>
                  </a:lnTo>
                  <a:cubicBezTo>
                    <a:pt x="4843" y="34"/>
                    <a:pt x="4757" y="0"/>
                    <a:pt x="4672"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11" name="Google Shape;8611;p63"/>
          <p:cNvGrpSpPr/>
          <p:nvPr/>
        </p:nvGrpSpPr>
        <p:grpSpPr>
          <a:xfrm>
            <a:off x="3103513" y="3655746"/>
            <a:ext cx="341065" cy="341065"/>
            <a:chOff x="3117788" y="3812546"/>
            <a:chExt cx="341065" cy="341065"/>
          </a:xfrm>
        </p:grpSpPr>
        <p:sp>
          <p:nvSpPr>
            <p:cNvPr id="8612" name="Google Shape;8612;p63"/>
            <p:cNvSpPr/>
            <p:nvPr/>
          </p:nvSpPr>
          <p:spPr>
            <a:xfrm>
              <a:off x="3117788" y="3812546"/>
              <a:ext cx="259396" cy="259370"/>
            </a:xfrm>
            <a:custGeom>
              <a:avLst/>
              <a:gdLst/>
              <a:ahLst/>
              <a:cxnLst/>
              <a:rect l="l" t="t" r="r" b="b"/>
              <a:pathLst>
                <a:path w="9878" h="9877" extrusionOk="0">
                  <a:moveTo>
                    <a:pt x="4633" y="0"/>
                  </a:moveTo>
                  <a:cubicBezTo>
                    <a:pt x="4422" y="0"/>
                    <a:pt x="4231" y="154"/>
                    <a:pt x="4193" y="355"/>
                  </a:cubicBezTo>
                  <a:lnTo>
                    <a:pt x="3963" y="1474"/>
                  </a:lnTo>
                  <a:cubicBezTo>
                    <a:pt x="3695" y="1560"/>
                    <a:pt x="3427" y="1666"/>
                    <a:pt x="3178" y="1809"/>
                  </a:cubicBezTo>
                  <a:lnTo>
                    <a:pt x="2221" y="1168"/>
                  </a:lnTo>
                  <a:cubicBezTo>
                    <a:pt x="2149" y="1120"/>
                    <a:pt x="2066" y="1097"/>
                    <a:pt x="1982" y="1097"/>
                  </a:cubicBezTo>
                  <a:cubicBezTo>
                    <a:pt x="1864" y="1097"/>
                    <a:pt x="1746" y="1142"/>
                    <a:pt x="1657" y="1225"/>
                  </a:cubicBezTo>
                  <a:lnTo>
                    <a:pt x="1226" y="1666"/>
                  </a:lnTo>
                  <a:cubicBezTo>
                    <a:pt x="1073" y="1809"/>
                    <a:pt x="1054" y="2049"/>
                    <a:pt x="1169" y="2230"/>
                  </a:cubicBezTo>
                  <a:lnTo>
                    <a:pt x="1800" y="3178"/>
                  </a:lnTo>
                  <a:cubicBezTo>
                    <a:pt x="1666" y="3427"/>
                    <a:pt x="1551" y="3695"/>
                    <a:pt x="1475" y="3972"/>
                  </a:cubicBezTo>
                  <a:lnTo>
                    <a:pt x="355" y="4192"/>
                  </a:lnTo>
                  <a:cubicBezTo>
                    <a:pt x="145" y="4240"/>
                    <a:pt x="1" y="4422"/>
                    <a:pt x="1" y="4632"/>
                  </a:cubicBezTo>
                  <a:lnTo>
                    <a:pt x="1" y="5245"/>
                  </a:lnTo>
                  <a:cubicBezTo>
                    <a:pt x="1" y="5456"/>
                    <a:pt x="145" y="5637"/>
                    <a:pt x="355" y="5685"/>
                  </a:cubicBezTo>
                  <a:lnTo>
                    <a:pt x="1475" y="5905"/>
                  </a:lnTo>
                  <a:cubicBezTo>
                    <a:pt x="1551" y="6183"/>
                    <a:pt x="1666" y="6451"/>
                    <a:pt x="1800" y="6700"/>
                  </a:cubicBezTo>
                  <a:lnTo>
                    <a:pt x="1169" y="7647"/>
                  </a:lnTo>
                  <a:cubicBezTo>
                    <a:pt x="1054" y="7829"/>
                    <a:pt x="1073" y="8068"/>
                    <a:pt x="1226" y="8221"/>
                  </a:cubicBezTo>
                  <a:lnTo>
                    <a:pt x="1657" y="8652"/>
                  </a:lnTo>
                  <a:cubicBezTo>
                    <a:pt x="1744" y="8739"/>
                    <a:pt x="1860" y="8783"/>
                    <a:pt x="1975" y="8783"/>
                  </a:cubicBezTo>
                  <a:cubicBezTo>
                    <a:pt x="2061" y="8783"/>
                    <a:pt x="2147" y="8759"/>
                    <a:pt x="2221" y="8709"/>
                  </a:cubicBezTo>
                  <a:lnTo>
                    <a:pt x="3178" y="8068"/>
                  </a:lnTo>
                  <a:cubicBezTo>
                    <a:pt x="3427" y="8212"/>
                    <a:pt x="3695" y="8327"/>
                    <a:pt x="3963" y="8403"/>
                  </a:cubicBezTo>
                  <a:lnTo>
                    <a:pt x="4193" y="9523"/>
                  </a:lnTo>
                  <a:cubicBezTo>
                    <a:pt x="4231" y="9724"/>
                    <a:pt x="4422" y="9877"/>
                    <a:pt x="4633" y="9877"/>
                  </a:cubicBezTo>
                  <a:lnTo>
                    <a:pt x="5245" y="9877"/>
                  </a:lnTo>
                  <a:cubicBezTo>
                    <a:pt x="5456" y="9877"/>
                    <a:pt x="5638" y="9724"/>
                    <a:pt x="5686" y="9523"/>
                  </a:cubicBezTo>
                  <a:lnTo>
                    <a:pt x="5906" y="8403"/>
                  </a:lnTo>
                  <a:cubicBezTo>
                    <a:pt x="6183" y="8327"/>
                    <a:pt x="6451" y="8212"/>
                    <a:pt x="6700" y="8068"/>
                  </a:cubicBezTo>
                  <a:lnTo>
                    <a:pt x="7648" y="8709"/>
                  </a:lnTo>
                  <a:cubicBezTo>
                    <a:pt x="7726" y="8759"/>
                    <a:pt x="7814" y="8783"/>
                    <a:pt x="7901" y="8783"/>
                  </a:cubicBezTo>
                  <a:cubicBezTo>
                    <a:pt x="8017" y="8783"/>
                    <a:pt x="8130" y="8739"/>
                    <a:pt x="8212" y="8652"/>
                  </a:cubicBezTo>
                  <a:lnTo>
                    <a:pt x="8643" y="8221"/>
                  </a:lnTo>
                  <a:cubicBezTo>
                    <a:pt x="8796" y="8068"/>
                    <a:pt x="8825" y="7829"/>
                    <a:pt x="8700" y="7647"/>
                  </a:cubicBezTo>
                  <a:lnTo>
                    <a:pt x="8069" y="6700"/>
                  </a:lnTo>
                  <a:cubicBezTo>
                    <a:pt x="8212" y="6451"/>
                    <a:pt x="8318" y="6183"/>
                    <a:pt x="8394" y="5905"/>
                  </a:cubicBezTo>
                  <a:lnTo>
                    <a:pt x="9514" y="5685"/>
                  </a:lnTo>
                  <a:cubicBezTo>
                    <a:pt x="9724" y="5637"/>
                    <a:pt x="9878" y="5456"/>
                    <a:pt x="9878" y="5245"/>
                  </a:cubicBezTo>
                  <a:lnTo>
                    <a:pt x="9878" y="4632"/>
                  </a:lnTo>
                  <a:cubicBezTo>
                    <a:pt x="9878" y="4422"/>
                    <a:pt x="9724" y="4240"/>
                    <a:pt x="9514" y="4192"/>
                  </a:cubicBezTo>
                  <a:lnTo>
                    <a:pt x="8394" y="3972"/>
                  </a:lnTo>
                  <a:cubicBezTo>
                    <a:pt x="8318" y="3695"/>
                    <a:pt x="8212" y="3427"/>
                    <a:pt x="8069" y="3178"/>
                  </a:cubicBezTo>
                  <a:lnTo>
                    <a:pt x="8700" y="2230"/>
                  </a:lnTo>
                  <a:cubicBezTo>
                    <a:pt x="8825" y="2049"/>
                    <a:pt x="8796" y="1809"/>
                    <a:pt x="8643" y="1666"/>
                  </a:cubicBezTo>
                  <a:lnTo>
                    <a:pt x="8212" y="1225"/>
                  </a:lnTo>
                  <a:cubicBezTo>
                    <a:pt x="8129" y="1142"/>
                    <a:pt x="8013" y="1097"/>
                    <a:pt x="7894" y="1097"/>
                  </a:cubicBezTo>
                  <a:cubicBezTo>
                    <a:pt x="7809" y="1097"/>
                    <a:pt x="7724" y="1120"/>
                    <a:pt x="7648" y="1168"/>
                  </a:cubicBezTo>
                  <a:lnTo>
                    <a:pt x="6700" y="1809"/>
                  </a:lnTo>
                  <a:cubicBezTo>
                    <a:pt x="6451" y="1666"/>
                    <a:pt x="6183" y="1560"/>
                    <a:pt x="5906" y="1474"/>
                  </a:cubicBezTo>
                  <a:lnTo>
                    <a:pt x="5686" y="355"/>
                  </a:lnTo>
                  <a:cubicBezTo>
                    <a:pt x="5638" y="154"/>
                    <a:pt x="5456" y="0"/>
                    <a:pt x="5245"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3" name="Google Shape;8613;p63"/>
            <p:cNvSpPr/>
            <p:nvPr/>
          </p:nvSpPr>
          <p:spPr>
            <a:xfrm>
              <a:off x="3171332" y="3885181"/>
              <a:ext cx="132981" cy="114126"/>
            </a:xfrm>
            <a:custGeom>
              <a:avLst/>
              <a:gdLst/>
              <a:ahLst/>
              <a:cxnLst/>
              <a:rect l="l" t="t" r="r" b="b"/>
              <a:pathLst>
                <a:path w="5064" h="4346" extrusionOk="0">
                  <a:moveTo>
                    <a:pt x="2900" y="0"/>
                  </a:moveTo>
                  <a:cubicBezTo>
                    <a:pt x="967" y="0"/>
                    <a:pt x="0" y="2335"/>
                    <a:pt x="1359" y="3704"/>
                  </a:cubicBezTo>
                  <a:cubicBezTo>
                    <a:pt x="1802" y="4147"/>
                    <a:pt x="2347" y="4345"/>
                    <a:pt x="2880" y="4345"/>
                  </a:cubicBezTo>
                  <a:cubicBezTo>
                    <a:pt x="3995" y="4345"/>
                    <a:pt x="5063" y="3480"/>
                    <a:pt x="5063" y="2173"/>
                  </a:cubicBezTo>
                  <a:cubicBezTo>
                    <a:pt x="5063" y="976"/>
                    <a:pt x="4097" y="0"/>
                    <a:pt x="2900"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4" name="Google Shape;8614;p63"/>
            <p:cNvSpPr/>
            <p:nvPr/>
          </p:nvSpPr>
          <p:spPr>
            <a:xfrm>
              <a:off x="3209541" y="3914067"/>
              <a:ext cx="66123" cy="56485"/>
            </a:xfrm>
            <a:custGeom>
              <a:avLst/>
              <a:gdLst/>
              <a:ahLst/>
              <a:cxnLst/>
              <a:rect l="l" t="t" r="r" b="b"/>
              <a:pathLst>
                <a:path w="2518" h="2151" extrusionOk="0">
                  <a:moveTo>
                    <a:pt x="1445" y="1"/>
                  </a:moveTo>
                  <a:cubicBezTo>
                    <a:pt x="479" y="1"/>
                    <a:pt x="0" y="1159"/>
                    <a:pt x="680" y="1838"/>
                  </a:cubicBezTo>
                  <a:cubicBezTo>
                    <a:pt x="898" y="2054"/>
                    <a:pt x="1167" y="2151"/>
                    <a:pt x="1430" y="2151"/>
                  </a:cubicBezTo>
                  <a:cubicBezTo>
                    <a:pt x="1985" y="2151"/>
                    <a:pt x="2517" y="1722"/>
                    <a:pt x="2517" y="1073"/>
                  </a:cubicBezTo>
                  <a:cubicBezTo>
                    <a:pt x="2517" y="479"/>
                    <a:pt x="2039" y="1"/>
                    <a:pt x="1445" y="1"/>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5" name="Google Shape;8615;p63"/>
            <p:cNvSpPr/>
            <p:nvPr/>
          </p:nvSpPr>
          <p:spPr>
            <a:xfrm>
              <a:off x="3288189" y="3982947"/>
              <a:ext cx="170664" cy="170664"/>
            </a:xfrm>
            <a:custGeom>
              <a:avLst/>
              <a:gdLst/>
              <a:ahLst/>
              <a:cxnLst/>
              <a:rect l="l" t="t" r="r" b="b"/>
              <a:pathLst>
                <a:path w="6499" h="6499" extrusionOk="0">
                  <a:moveTo>
                    <a:pt x="3044" y="0"/>
                  </a:moveTo>
                  <a:cubicBezTo>
                    <a:pt x="2900" y="0"/>
                    <a:pt x="2786" y="105"/>
                    <a:pt x="2757" y="239"/>
                  </a:cubicBezTo>
                  <a:lnTo>
                    <a:pt x="2613" y="976"/>
                  </a:lnTo>
                  <a:cubicBezTo>
                    <a:pt x="2431" y="1034"/>
                    <a:pt x="2250" y="1101"/>
                    <a:pt x="2087" y="1196"/>
                  </a:cubicBezTo>
                  <a:lnTo>
                    <a:pt x="1465" y="775"/>
                  </a:lnTo>
                  <a:cubicBezTo>
                    <a:pt x="1417" y="743"/>
                    <a:pt x="1362" y="728"/>
                    <a:pt x="1307" y="728"/>
                  </a:cubicBezTo>
                  <a:cubicBezTo>
                    <a:pt x="1231" y="728"/>
                    <a:pt x="1153" y="758"/>
                    <a:pt x="1092" y="814"/>
                  </a:cubicBezTo>
                  <a:lnTo>
                    <a:pt x="814" y="1101"/>
                  </a:lnTo>
                  <a:cubicBezTo>
                    <a:pt x="709" y="1196"/>
                    <a:pt x="699" y="1350"/>
                    <a:pt x="776" y="1474"/>
                  </a:cubicBezTo>
                  <a:lnTo>
                    <a:pt x="1187" y="2096"/>
                  </a:lnTo>
                  <a:cubicBezTo>
                    <a:pt x="1092" y="2259"/>
                    <a:pt x="1025" y="2431"/>
                    <a:pt x="977" y="2613"/>
                  </a:cubicBezTo>
                  <a:lnTo>
                    <a:pt x="240" y="2766"/>
                  </a:lnTo>
                  <a:cubicBezTo>
                    <a:pt x="96" y="2785"/>
                    <a:pt x="1" y="2909"/>
                    <a:pt x="1" y="3053"/>
                  </a:cubicBezTo>
                  <a:lnTo>
                    <a:pt x="1" y="3455"/>
                  </a:lnTo>
                  <a:cubicBezTo>
                    <a:pt x="1" y="3599"/>
                    <a:pt x="96" y="3713"/>
                    <a:pt x="240" y="3742"/>
                  </a:cubicBezTo>
                  <a:lnTo>
                    <a:pt x="977" y="3886"/>
                  </a:lnTo>
                  <a:cubicBezTo>
                    <a:pt x="1025" y="4067"/>
                    <a:pt x="1092" y="4249"/>
                    <a:pt x="1187" y="4412"/>
                  </a:cubicBezTo>
                  <a:lnTo>
                    <a:pt x="776" y="5034"/>
                  </a:lnTo>
                  <a:cubicBezTo>
                    <a:pt x="699" y="5149"/>
                    <a:pt x="709" y="5302"/>
                    <a:pt x="814" y="5407"/>
                  </a:cubicBezTo>
                  <a:lnTo>
                    <a:pt x="1092" y="5685"/>
                  </a:lnTo>
                  <a:cubicBezTo>
                    <a:pt x="1146" y="5744"/>
                    <a:pt x="1218" y="5773"/>
                    <a:pt x="1294" y="5773"/>
                  </a:cubicBezTo>
                  <a:cubicBezTo>
                    <a:pt x="1351" y="5773"/>
                    <a:pt x="1411" y="5756"/>
                    <a:pt x="1465" y="5723"/>
                  </a:cubicBezTo>
                  <a:lnTo>
                    <a:pt x="2087" y="5312"/>
                  </a:lnTo>
                  <a:cubicBezTo>
                    <a:pt x="2250" y="5398"/>
                    <a:pt x="2422" y="5474"/>
                    <a:pt x="2604" y="5522"/>
                  </a:cubicBezTo>
                  <a:lnTo>
                    <a:pt x="2747" y="6259"/>
                  </a:lnTo>
                  <a:cubicBezTo>
                    <a:pt x="2776" y="6403"/>
                    <a:pt x="2900" y="6498"/>
                    <a:pt x="3044" y="6498"/>
                  </a:cubicBezTo>
                  <a:lnTo>
                    <a:pt x="3446" y="6498"/>
                  </a:lnTo>
                  <a:cubicBezTo>
                    <a:pt x="3580" y="6498"/>
                    <a:pt x="3704" y="6403"/>
                    <a:pt x="3733" y="6259"/>
                  </a:cubicBezTo>
                  <a:lnTo>
                    <a:pt x="3877" y="5522"/>
                  </a:lnTo>
                  <a:cubicBezTo>
                    <a:pt x="4058" y="5474"/>
                    <a:pt x="4231" y="5398"/>
                    <a:pt x="4403" y="5312"/>
                  </a:cubicBezTo>
                  <a:lnTo>
                    <a:pt x="5025" y="5733"/>
                  </a:lnTo>
                  <a:cubicBezTo>
                    <a:pt x="5077" y="5765"/>
                    <a:pt x="5134" y="5780"/>
                    <a:pt x="5190" y="5780"/>
                  </a:cubicBezTo>
                  <a:cubicBezTo>
                    <a:pt x="5267" y="5780"/>
                    <a:pt x="5343" y="5750"/>
                    <a:pt x="5398" y="5694"/>
                  </a:cubicBezTo>
                  <a:lnTo>
                    <a:pt x="5685" y="5407"/>
                  </a:lnTo>
                  <a:cubicBezTo>
                    <a:pt x="5781" y="5302"/>
                    <a:pt x="5800" y="5149"/>
                    <a:pt x="5724" y="5034"/>
                  </a:cubicBezTo>
                  <a:lnTo>
                    <a:pt x="5303" y="4412"/>
                  </a:lnTo>
                  <a:cubicBezTo>
                    <a:pt x="5398" y="4240"/>
                    <a:pt x="5465" y="4067"/>
                    <a:pt x="5523" y="3886"/>
                  </a:cubicBezTo>
                  <a:lnTo>
                    <a:pt x="6260" y="3742"/>
                  </a:lnTo>
                  <a:cubicBezTo>
                    <a:pt x="6394" y="3713"/>
                    <a:pt x="6489" y="3589"/>
                    <a:pt x="6499" y="3455"/>
                  </a:cubicBezTo>
                  <a:lnTo>
                    <a:pt x="6499" y="3053"/>
                  </a:lnTo>
                  <a:cubicBezTo>
                    <a:pt x="6489" y="2909"/>
                    <a:pt x="6394" y="2785"/>
                    <a:pt x="6250" y="2766"/>
                  </a:cubicBezTo>
                  <a:lnTo>
                    <a:pt x="5513" y="2613"/>
                  </a:lnTo>
                  <a:cubicBezTo>
                    <a:pt x="5465" y="2431"/>
                    <a:pt x="5389" y="2259"/>
                    <a:pt x="5303" y="2096"/>
                  </a:cubicBezTo>
                  <a:lnTo>
                    <a:pt x="5714" y="1474"/>
                  </a:lnTo>
                  <a:cubicBezTo>
                    <a:pt x="5791" y="1350"/>
                    <a:pt x="5772" y="1196"/>
                    <a:pt x="5676" y="1101"/>
                  </a:cubicBezTo>
                  <a:lnTo>
                    <a:pt x="5398" y="814"/>
                  </a:lnTo>
                  <a:cubicBezTo>
                    <a:pt x="5337" y="758"/>
                    <a:pt x="5259" y="728"/>
                    <a:pt x="5183" y="728"/>
                  </a:cubicBezTo>
                  <a:cubicBezTo>
                    <a:pt x="5128" y="728"/>
                    <a:pt x="5073" y="743"/>
                    <a:pt x="5025" y="775"/>
                  </a:cubicBezTo>
                  <a:lnTo>
                    <a:pt x="4393" y="1196"/>
                  </a:lnTo>
                  <a:cubicBezTo>
                    <a:pt x="4231" y="1101"/>
                    <a:pt x="4058" y="1034"/>
                    <a:pt x="3877" y="976"/>
                  </a:cubicBezTo>
                  <a:lnTo>
                    <a:pt x="3733" y="239"/>
                  </a:lnTo>
                  <a:cubicBezTo>
                    <a:pt x="3704" y="105"/>
                    <a:pt x="3580" y="0"/>
                    <a:pt x="3446"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6" name="Google Shape;8616;p63"/>
            <p:cNvSpPr/>
            <p:nvPr/>
          </p:nvSpPr>
          <p:spPr>
            <a:xfrm>
              <a:off x="3316340" y="4025672"/>
              <a:ext cx="99788" cy="85371"/>
            </a:xfrm>
            <a:custGeom>
              <a:avLst/>
              <a:gdLst/>
              <a:ahLst/>
              <a:cxnLst/>
              <a:rect l="l" t="t" r="r" b="b"/>
              <a:pathLst>
                <a:path w="3800" h="3251" extrusionOk="0">
                  <a:moveTo>
                    <a:pt x="2173" y="0"/>
                  </a:moveTo>
                  <a:cubicBezTo>
                    <a:pt x="728" y="0"/>
                    <a:pt x="0" y="1751"/>
                    <a:pt x="1025" y="2775"/>
                  </a:cubicBezTo>
                  <a:cubicBezTo>
                    <a:pt x="1355" y="3103"/>
                    <a:pt x="1762" y="3250"/>
                    <a:pt x="2161" y="3250"/>
                  </a:cubicBezTo>
                  <a:cubicBezTo>
                    <a:pt x="2997" y="3250"/>
                    <a:pt x="3800" y="2605"/>
                    <a:pt x="3800" y="1627"/>
                  </a:cubicBezTo>
                  <a:cubicBezTo>
                    <a:pt x="3800" y="727"/>
                    <a:pt x="3073" y="0"/>
                    <a:pt x="2173" y="0"/>
                  </a:cubicBezTo>
                  <a:close/>
                </a:path>
              </a:pathLst>
            </a:custGeom>
            <a:solidFill>
              <a:srgbClr val="C6CF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7" name="Google Shape;8617;p63"/>
            <p:cNvSpPr/>
            <p:nvPr/>
          </p:nvSpPr>
          <p:spPr>
            <a:xfrm>
              <a:off x="3339213" y="4042741"/>
              <a:ext cx="59847" cy="51260"/>
            </a:xfrm>
            <a:custGeom>
              <a:avLst/>
              <a:gdLst/>
              <a:ahLst/>
              <a:cxnLst/>
              <a:rect l="l" t="t" r="r" b="b"/>
              <a:pathLst>
                <a:path w="2279" h="1952" extrusionOk="0">
                  <a:moveTo>
                    <a:pt x="1302" y="1"/>
                  </a:moveTo>
                  <a:cubicBezTo>
                    <a:pt x="431" y="1"/>
                    <a:pt x="0" y="1044"/>
                    <a:pt x="613" y="1666"/>
                  </a:cubicBezTo>
                  <a:cubicBezTo>
                    <a:pt x="810" y="1863"/>
                    <a:pt x="1053" y="1951"/>
                    <a:pt x="1292" y="1951"/>
                  </a:cubicBezTo>
                  <a:cubicBezTo>
                    <a:pt x="1794" y="1951"/>
                    <a:pt x="2278" y="1561"/>
                    <a:pt x="2278" y="977"/>
                  </a:cubicBezTo>
                  <a:cubicBezTo>
                    <a:pt x="2278" y="431"/>
                    <a:pt x="1838" y="1"/>
                    <a:pt x="1302" y="1"/>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18" name="Google Shape;8618;p63"/>
          <p:cNvGrpSpPr/>
          <p:nvPr/>
        </p:nvGrpSpPr>
        <p:grpSpPr>
          <a:xfrm>
            <a:off x="3980125" y="4143132"/>
            <a:ext cx="338281" cy="322657"/>
            <a:chOff x="3994400" y="4299932"/>
            <a:chExt cx="338281" cy="322657"/>
          </a:xfrm>
        </p:grpSpPr>
        <p:sp>
          <p:nvSpPr>
            <p:cNvPr id="8619" name="Google Shape;8619;p63"/>
            <p:cNvSpPr/>
            <p:nvPr/>
          </p:nvSpPr>
          <p:spPr>
            <a:xfrm>
              <a:off x="3994400" y="4299932"/>
              <a:ext cx="286759" cy="272447"/>
            </a:xfrm>
            <a:custGeom>
              <a:avLst/>
              <a:gdLst/>
              <a:ahLst/>
              <a:cxnLst/>
              <a:rect l="l" t="t" r="r" b="b"/>
              <a:pathLst>
                <a:path w="10920" h="10375" extrusionOk="0">
                  <a:moveTo>
                    <a:pt x="5734" y="0"/>
                  </a:moveTo>
                  <a:cubicBezTo>
                    <a:pt x="4736" y="0"/>
                    <a:pt x="3732" y="288"/>
                    <a:pt x="2852" y="878"/>
                  </a:cubicBezTo>
                  <a:cubicBezTo>
                    <a:pt x="794" y="2246"/>
                    <a:pt x="0" y="4888"/>
                    <a:pt x="948" y="7175"/>
                  </a:cubicBezTo>
                  <a:cubicBezTo>
                    <a:pt x="1764" y="9137"/>
                    <a:pt x="3673" y="10374"/>
                    <a:pt x="5740" y="10374"/>
                  </a:cubicBezTo>
                  <a:cubicBezTo>
                    <a:pt x="6073" y="10374"/>
                    <a:pt x="6410" y="10342"/>
                    <a:pt x="6747" y="10276"/>
                  </a:cubicBezTo>
                  <a:cubicBezTo>
                    <a:pt x="9169" y="9788"/>
                    <a:pt x="10920" y="7663"/>
                    <a:pt x="10920" y="5184"/>
                  </a:cubicBezTo>
                  <a:cubicBezTo>
                    <a:pt x="10920" y="3806"/>
                    <a:pt x="10374" y="2485"/>
                    <a:pt x="9398" y="1519"/>
                  </a:cubicBezTo>
                  <a:cubicBezTo>
                    <a:pt x="8396" y="516"/>
                    <a:pt x="7070" y="0"/>
                    <a:pt x="5734" y="0"/>
                  </a:cubicBezTo>
                  <a:close/>
                </a:path>
              </a:pathLst>
            </a:custGeom>
            <a:solidFill>
              <a:srgbClr val="E4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0" name="Google Shape;8620;p63"/>
            <p:cNvSpPr/>
            <p:nvPr/>
          </p:nvSpPr>
          <p:spPr>
            <a:xfrm>
              <a:off x="4027829" y="4330314"/>
              <a:ext cx="223184" cy="211839"/>
            </a:xfrm>
            <a:custGeom>
              <a:avLst/>
              <a:gdLst/>
              <a:ahLst/>
              <a:cxnLst/>
              <a:rect l="l" t="t" r="r" b="b"/>
              <a:pathLst>
                <a:path w="8499" h="8067" extrusionOk="0">
                  <a:moveTo>
                    <a:pt x="4461" y="0"/>
                  </a:moveTo>
                  <a:cubicBezTo>
                    <a:pt x="3684" y="0"/>
                    <a:pt x="2903" y="224"/>
                    <a:pt x="2220" y="678"/>
                  </a:cubicBezTo>
                  <a:cubicBezTo>
                    <a:pt x="622" y="1750"/>
                    <a:pt x="0" y="3798"/>
                    <a:pt x="737" y="5578"/>
                  </a:cubicBezTo>
                  <a:cubicBezTo>
                    <a:pt x="1371" y="7109"/>
                    <a:pt x="2855" y="8067"/>
                    <a:pt x="4458" y="8067"/>
                  </a:cubicBezTo>
                  <a:cubicBezTo>
                    <a:pt x="4718" y="8067"/>
                    <a:pt x="4981" y="8041"/>
                    <a:pt x="5245" y="7989"/>
                  </a:cubicBezTo>
                  <a:cubicBezTo>
                    <a:pt x="7139" y="7616"/>
                    <a:pt x="8498" y="5960"/>
                    <a:pt x="8498" y="4037"/>
                  </a:cubicBezTo>
                  <a:cubicBezTo>
                    <a:pt x="8498" y="2965"/>
                    <a:pt x="8068" y="1931"/>
                    <a:pt x="7312" y="1185"/>
                  </a:cubicBezTo>
                  <a:cubicBezTo>
                    <a:pt x="6534" y="401"/>
                    <a:pt x="5501" y="0"/>
                    <a:pt x="4461"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1" name="Google Shape;8621;p63"/>
            <p:cNvSpPr/>
            <p:nvPr/>
          </p:nvSpPr>
          <p:spPr>
            <a:xfrm>
              <a:off x="4095422" y="4335330"/>
              <a:ext cx="99053" cy="201729"/>
            </a:xfrm>
            <a:custGeom>
              <a:avLst/>
              <a:gdLst/>
              <a:ahLst/>
              <a:cxnLst/>
              <a:rect l="l" t="t" r="r" b="b"/>
              <a:pathLst>
                <a:path w="3772" h="7682" extrusionOk="0">
                  <a:moveTo>
                    <a:pt x="1886" y="1"/>
                  </a:moveTo>
                  <a:cubicBezTo>
                    <a:pt x="1694" y="1"/>
                    <a:pt x="1503" y="128"/>
                    <a:pt x="1503" y="381"/>
                  </a:cubicBezTo>
                  <a:lnTo>
                    <a:pt x="1503" y="917"/>
                  </a:lnTo>
                  <a:cubicBezTo>
                    <a:pt x="632" y="1023"/>
                    <a:pt x="0" y="1788"/>
                    <a:pt x="48" y="2669"/>
                  </a:cubicBezTo>
                  <a:cubicBezTo>
                    <a:pt x="106" y="3540"/>
                    <a:pt x="833" y="4219"/>
                    <a:pt x="1704" y="4229"/>
                  </a:cubicBezTo>
                  <a:lnTo>
                    <a:pt x="2068" y="4229"/>
                  </a:lnTo>
                  <a:cubicBezTo>
                    <a:pt x="2079" y="4228"/>
                    <a:pt x="2091" y="4228"/>
                    <a:pt x="2102" y="4228"/>
                  </a:cubicBezTo>
                  <a:cubicBezTo>
                    <a:pt x="2594" y="4228"/>
                    <a:pt x="2996" y="4623"/>
                    <a:pt x="2996" y="5119"/>
                  </a:cubicBezTo>
                  <a:cubicBezTo>
                    <a:pt x="2996" y="5614"/>
                    <a:pt x="2594" y="6009"/>
                    <a:pt x="2102" y="6009"/>
                  </a:cubicBezTo>
                  <a:cubicBezTo>
                    <a:pt x="2091" y="6009"/>
                    <a:pt x="2079" y="6009"/>
                    <a:pt x="2068" y="6009"/>
                  </a:cubicBezTo>
                  <a:lnTo>
                    <a:pt x="1522" y="6009"/>
                  </a:lnTo>
                  <a:cubicBezTo>
                    <a:pt x="1130" y="6009"/>
                    <a:pt x="814" y="5693"/>
                    <a:pt x="814" y="5301"/>
                  </a:cubicBezTo>
                  <a:cubicBezTo>
                    <a:pt x="814" y="5047"/>
                    <a:pt x="622" y="4920"/>
                    <a:pt x="431" y="4920"/>
                  </a:cubicBezTo>
                  <a:cubicBezTo>
                    <a:pt x="240" y="4920"/>
                    <a:pt x="48" y="5047"/>
                    <a:pt x="48" y="5301"/>
                  </a:cubicBezTo>
                  <a:cubicBezTo>
                    <a:pt x="48" y="6114"/>
                    <a:pt x="699" y="6765"/>
                    <a:pt x="1503" y="6784"/>
                  </a:cubicBezTo>
                  <a:lnTo>
                    <a:pt x="1503" y="7301"/>
                  </a:lnTo>
                  <a:cubicBezTo>
                    <a:pt x="1503" y="7554"/>
                    <a:pt x="1694" y="7681"/>
                    <a:pt x="1886" y="7681"/>
                  </a:cubicBezTo>
                  <a:cubicBezTo>
                    <a:pt x="2077" y="7681"/>
                    <a:pt x="2269" y="7554"/>
                    <a:pt x="2269" y="7301"/>
                  </a:cubicBezTo>
                  <a:lnTo>
                    <a:pt x="2269" y="6765"/>
                  </a:lnTo>
                  <a:cubicBezTo>
                    <a:pt x="3139" y="6660"/>
                    <a:pt x="3771" y="5894"/>
                    <a:pt x="3723" y="5023"/>
                  </a:cubicBezTo>
                  <a:cubicBezTo>
                    <a:pt x="3666" y="4143"/>
                    <a:pt x="2948" y="3463"/>
                    <a:pt x="2068" y="3453"/>
                  </a:cubicBezTo>
                  <a:lnTo>
                    <a:pt x="1704" y="3453"/>
                  </a:lnTo>
                  <a:cubicBezTo>
                    <a:pt x="1692" y="3454"/>
                    <a:pt x="1681" y="3454"/>
                    <a:pt x="1669" y="3454"/>
                  </a:cubicBezTo>
                  <a:cubicBezTo>
                    <a:pt x="1178" y="3454"/>
                    <a:pt x="776" y="3059"/>
                    <a:pt x="776" y="2563"/>
                  </a:cubicBezTo>
                  <a:cubicBezTo>
                    <a:pt x="776" y="2068"/>
                    <a:pt x="1178" y="1673"/>
                    <a:pt x="1669" y="1673"/>
                  </a:cubicBezTo>
                  <a:cubicBezTo>
                    <a:pt x="1681" y="1673"/>
                    <a:pt x="1692" y="1673"/>
                    <a:pt x="1704" y="1673"/>
                  </a:cubicBezTo>
                  <a:lnTo>
                    <a:pt x="2249" y="1673"/>
                  </a:lnTo>
                  <a:cubicBezTo>
                    <a:pt x="2642" y="1673"/>
                    <a:pt x="2958" y="1989"/>
                    <a:pt x="2958" y="2382"/>
                  </a:cubicBezTo>
                  <a:lnTo>
                    <a:pt x="2958" y="2745"/>
                  </a:lnTo>
                  <a:cubicBezTo>
                    <a:pt x="2958" y="2960"/>
                    <a:pt x="3121" y="3128"/>
                    <a:pt x="3333" y="3128"/>
                  </a:cubicBezTo>
                  <a:cubicBezTo>
                    <a:pt x="3338" y="3128"/>
                    <a:pt x="3344" y="3128"/>
                    <a:pt x="3350" y="3128"/>
                  </a:cubicBezTo>
                  <a:cubicBezTo>
                    <a:pt x="3561" y="3128"/>
                    <a:pt x="3733" y="2956"/>
                    <a:pt x="3733" y="2745"/>
                  </a:cubicBezTo>
                  <a:lnTo>
                    <a:pt x="3733" y="2382"/>
                  </a:lnTo>
                  <a:cubicBezTo>
                    <a:pt x="3733" y="1578"/>
                    <a:pt x="3082" y="917"/>
                    <a:pt x="2269" y="908"/>
                  </a:cubicBezTo>
                  <a:lnTo>
                    <a:pt x="2269" y="381"/>
                  </a:lnTo>
                  <a:cubicBezTo>
                    <a:pt x="2269" y="128"/>
                    <a:pt x="2077" y="1"/>
                    <a:pt x="188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2" name="Google Shape;8622;p63"/>
            <p:cNvSpPr/>
            <p:nvPr/>
          </p:nvSpPr>
          <p:spPr>
            <a:xfrm>
              <a:off x="4179611" y="4472250"/>
              <a:ext cx="153070" cy="150339"/>
            </a:xfrm>
            <a:custGeom>
              <a:avLst/>
              <a:gdLst/>
              <a:ahLst/>
              <a:cxnLst/>
              <a:rect l="l" t="t" r="r" b="b"/>
              <a:pathLst>
                <a:path w="5829" h="5725" extrusionOk="0">
                  <a:moveTo>
                    <a:pt x="2910" y="2096"/>
                  </a:moveTo>
                  <a:cubicBezTo>
                    <a:pt x="3331" y="2096"/>
                    <a:pt x="3675" y="2441"/>
                    <a:pt x="3675" y="2871"/>
                  </a:cubicBezTo>
                  <a:cubicBezTo>
                    <a:pt x="3675" y="3330"/>
                    <a:pt x="3300" y="3637"/>
                    <a:pt x="2906" y="3637"/>
                  </a:cubicBezTo>
                  <a:cubicBezTo>
                    <a:pt x="2716" y="3637"/>
                    <a:pt x="2523" y="3566"/>
                    <a:pt x="2364" y="3407"/>
                  </a:cubicBezTo>
                  <a:cubicBezTo>
                    <a:pt x="1876" y="2929"/>
                    <a:pt x="2221" y="2096"/>
                    <a:pt x="2910" y="2096"/>
                  </a:cubicBezTo>
                  <a:close/>
                  <a:moveTo>
                    <a:pt x="2527" y="0"/>
                  </a:moveTo>
                  <a:cubicBezTo>
                    <a:pt x="2441" y="0"/>
                    <a:pt x="2364" y="58"/>
                    <a:pt x="2345" y="154"/>
                  </a:cubicBezTo>
                  <a:lnTo>
                    <a:pt x="2192" y="890"/>
                  </a:lnTo>
                  <a:lnTo>
                    <a:pt x="1599" y="421"/>
                  </a:lnTo>
                  <a:cubicBezTo>
                    <a:pt x="1565" y="393"/>
                    <a:pt x="1525" y="378"/>
                    <a:pt x="1483" y="378"/>
                  </a:cubicBezTo>
                  <a:cubicBezTo>
                    <a:pt x="1441" y="378"/>
                    <a:pt x="1398" y="393"/>
                    <a:pt x="1359" y="421"/>
                  </a:cubicBezTo>
                  <a:lnTo>
                    <a:pt x="776" y="910"/>
                  </a:lnTo>
                  <a:cubicBezTo>
                    <a:pt x="709" y="977"/>
                    <a:pt x="690" y="1072"/>
                    <a:pt x="728" y="1149"/>
                  </a:cubicBezTo>
                  <a:lnTo>
                    <a:pt x="1091" y="1819"/>
                  </a:lnTo>
                  <a:lnTo>
                    <a:pt x="335" y="1828"/>
                  </a:lnTo>
                  <a:cubicBezTo>
                    <a:pt x="240" y="1838"/>
                    <a:pt x="163" y="1905"/>
                    <a:pt x="154" y="1991"/>
                  </a:cubicBezTo>
                  <a:lnTo>
                    <a:pt x="20" y="2747"/>
                  </a:lnTo>
                  <a:cubicBezTo>
                    <a:pt x="0" y="2833"/>
                    <a:pt x="48" y="2929"/>
                    <a:pt x="134" y="2958"/>
                  </a:cubicBezTo>
                  <a:lnTo>
                    <a:pt x="843" y="3235"/>
                  </a:lnTo>
                  <a:lnTo>
                    <a:pt x="268" y="3733"/>
                  </a:lnTo>
                  <a:cubicBezTo>
                    <a:pt x="201" y="3790"/>
                    <a:pt x="192" y="3895"/>
                    <a:pt x="230" y="3972"/>
                  </a:cubicBezTo>
                  <a:lnTo>
                    <a:pt x="603" y="4652"/>
                  </a:lnTo>
                  <a:cubicBezTo>
                    <a:pt x="633" y="4711"/>
                    <a:pt x="697" y="4747"/>
                    <a:pt x="765" y="4747"/>
                  </a:cubicBezTo>
                  <a:cubicBezTo>
                    <a:pt x="784" y="4747"/>
                    <a:pt x="804" y="4744"/>
                    <a:pt x="824" y="4738"/>
                  </a:cubicBezTo>
                  <a:lnTo>
                    <a:pt x="1541" y="4498"/>
                  </a:lnTo>
                  <a:lnTo>
                    <a:pt x="1426" y="5245"/>
                  </a:lnTo>
                  <a:cubicBezTo>
                    <a:pt x="1407" y="5331"/>
                    <a:pt x="1465" y="5417"/>
                    <a:pt x="1541" y="5446"/>
                  </a:cubicBezTo>
                  <a:lnTo>
                    <a:pt x="2259" y="5714"/>
                  </a:lnTo>
                  <a:cubicBezTo>
                    <a:pt x="2281" y="5721"/>
                    <a:pt x="2304" y="5725"/>
                    <a:pt x="2326" y="5725"/>
                  </a:cubicBezTo>
                  <a:cubicBezTo>
                    <a:pt x="2391" y="5725"/>
                    <a:pt x="2453" y="5694"/>
                    <a:pt x="2489" y="5637"/>
                  </a:cubicBezTo>
                  <a:lnTo>
                    <a:pt x="2881" y="4986"/>
                  </a:lnTo>
                  <a:lnTo>
                    <a:pt x="3274" y="5637"/>
                  </a:lnTo>
                  <a:cubicBezTo>
                    <a:pt x="3309" y="5694"/>
                    <a:pt x="3371" y="5725"/>
                    <a:pt x="3436" y="5725"/>
                  </a:cubicBezTo>
                  <a:cubicBezTo>
                    <a:pt x="3459" y="5725"/>
                    <a:pt x="3481" y="5721"/>
                    <a:pt x="3503" y="5714"/>
                  </a:cubicBezTo>
                  <a:lnTo>
                    <a:pt x="4221" y="5446"/>
                  </a:lnTo>
                  <a:cubicBezTo>
                    <a:pt x="4307" y="5417"/>
                    <a:pt x="4355" y="5331"/>
                    <a:pt x="4345" y="5245"/>
                  </a:cubicBezTo>
                  <a:lnTo>
                    <a:pt x="4221" y="4498"/>
                  </a:lnTo>
                  <a:lnTo>
                    <a:pt x="4939" y="4738"/>
                  </a:lnTo>
                  <a:cubicBezTo>
                    <a:pt x="4958" y="4744"/>
                    <a:pt x="4978" y="4747"/>
                    <a:pt x="4998" y="4747"/>
                  </a:cubicBezTo>
                  <a:cubicBezTo>
                    <a:pt x="5066" y="4747"/>
                    <a:pt x="5131" y="4711"/>
                    <a:pt x="5168" y="4652"/>
                  </a:cubicBezTo>
                  <a:lnTo>
                    <a:pt x="5551" y="3982"/>
                  </a:lnTo>
                  <a:cubicBezTo>
                    <a:pt x="5599" y="3905"/>
                    <a:pt x="5580" y="3800"/>
                    <a:pt x="5513" y="3742"/>
                  </a:cubicBezTo>
                  <a:lnTo>
                    <a:pt x="4948" y="3245"/>
                  </a:lnTo>
                  <a:lnTo>
                    <a:pt x="5657" y="2967"/>
                  </a:lnTo>
                  <a:cubicBezTo>
                    <a:pt x="5752" y="2948"/>
                    <a:pt x="5829" y="2852"/>
                    <a:pt x="5810" y="2747"/>
                  </a:cubicBezTo>
                  <a:lnTo>
                    <a:pt x="5676" y="1991"/>
                  </a:lnTo>
                  <a:cubicBezTo>
                    <a:pt x="5657" y="1905"/>
                    <a:pt x="5580" y="1838"/>
                    <a:pt x="5494" y="1828"/>
                  </a:cubicBezTo>
                  <a:lnTo>
                    <a:pt x="4738" y="1819"/>
                  </a:lnTo>
                  <a:lnTo>
                    <a:pt x="5101" y="1149"/>
                  </a:lnTo>
                  <a:cubicBezTo>
                    <a:pt x="5140" y="1072"/>
                    <a:pt x="5121" y="977"/>
                    <a:pt x="5054" y="910"/>
                  </a:cubicBezTo>
                  <a:lnTo>
                    <a:pt x="4460" y="421"/>
                  </a:lnTo>
                  <a:cubicBezTo>
                    <a:pt x="4427" y="393"/>
                    <a:pt x="4386" y="378"/>
                    <a:pt x="4344" y="378"/>
                  </a:cubicBezTo>
                  <a:cubicBezTo>
                    <a:pt x="4302" y="378"/>
                    <a:pt x="4259" y="393"/>
                    <a:pt x="4221" y="421"/>
                  </a:cubicBezTo>
                  <a:lnTo>
                    <a:pt x="3637" y="890"/>
                  </a:lnTo>
                  <a:lnTo>
                    <a:pt x="3484" y="154"/>
                  </a:lnTo>
                  <a:cubicBezTo>
                    <a:pt x="3465" y="58"/>
                    <a:pt x="3388" y="0"/>
                    <a:pt x="3302" y="0"/>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3" name="Google Shape;8623;p63"/>
            <p:cNvSpPr/>
            <p:nvPr/>
          </p:nvSpPr>
          <p:spPr>
            <a:xfrm>
              <a:off x="4238408" y="4472250"/>
              <a:ext cx="18119" cy="23135"/>
            </a:xfrm>
            <a:custGeom>
              <a:avLst/>
              <a:gdLst/>
              <a:ahLst/>
              <a:cxnLst/>
              <a:rect l="l" t="t" r="r" b="b"/>
              <a:pathLst>
                <a:path w="690" h="881" extrusionOk="0">
                  <a:moveTo>
                    <a:pt x="278" y="0"/>
                  </a:moveTo>
                  <a:cubicBezTo>
                    <a:pt x="192" y="0"/>
                    <a:pt x="106" y="58"/>
                    <a:pt x="87" y="154"/>
                  </a:cubicBezTo>
                  <a:lnTo>
                    <a:pt x="1" y="613"/>
                  </a:lnTo>
                  <a:lnTo>
                    <a:pt x="355" y="881"/>
                  </a:lnTo>
                  <a:lnTo>
                    <a:pt x="499" y="154"/>
                  </a:lnTo>
                  <a:cubicBezTo>
                    <a:pt x="518" y="58"/>
                    <a:pt x="594" y="0"/>
                    <a:pt x="690"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4" name="Google Shape;8624;p63"/>
            <p:cNvSpPr/>
            <p:nvPr/>
          </p:nvSpPr>
          <p:spPr>
            <a:xfrm>
              <a:off x="4217321" y="4590105"/>
              <a:ext cx="28151" cy="32484"/>
            </a:xfrm>
            <a:custGeom>
              <a:avLst/>
              <a:gdLst/>
              <a:ahLst/>
              <a:cxnLst/>
              <a:rect l="l" t="t" r="r" b="b"/>
              <a:pathLst>
                <a:path w="1072" h="1237" extrusionOk="0">
                  <a:moveTo>
                    <a:pt x="536" y="1"/>
                  </a:moveTo>
                  <a:lnTo>
                    <a:pt x="105" y="144"/>
                  </a:lnTo>
                  <a:lnTo>
                    <a:pt x="10" y="747"/>
                  </a:lnTo>
                  <a:cubicBezTo>
                    <a:pt x="0" y="843"/>
                    <a:pt x="48" y="929"/>
                    <a:pt x="134" y="958"/>
                  </a:cubicBezTo>
                  <a:lnTo>
                    <a:pt x="852" y="1226"/>
                  </a:lnTo>
                  <a:cubicBezTo>
                    <a:pt x="872" y="1233"/>
                    <a:pt x="893" y="1237"/>
                    <a:pt x="915" y="1237"/>
                  </a:cubicBezTo>
                  <a:cubicBezTo>
                    <a:pt x="975" y="1237"/>
                    <a:pt x="1037" y="1208"/>
                    <a:pt x="1072" y="1159"/>
                  </a:cubicBezTo>
                  <a:lnTo>
                    <a:pt x="536" y="958"/>
                  </a:lnTo>
                  <a:cubicBezTo>
                    <a:pt x="450" y="929"/>
                    <a:pt x="402" y="833"/>
                    <a:pt x="412" y="747"/>
                  </a:cubicBezTo>
                  <a:lnTo>
                    <a:pt x="536" y="1"/>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5" name="Google Shape;8625;p63"/>
            <p:cNvSpPr/>
            <p:nvPr/>
          </p:nvSpPr>
          <p:spPr>
            <a:xfrm>
              <a:off x="4179349" y="4482412"/>
              <a:ext cx="44274" cy="114520"/>
            </a:xfrm>
            <a:custGeom>
              <a:avLst/>
              <a:gdLst/>
              <a:ahLst/>
              <a:cxnLst/>
              <a:rect l="l" t="t" r="r" b="b"/>
              <a:pathLst>
                <a:path w="1686" h="4361" extrusionOk="0">
                  <a:moveTo>
                    <a:pt x="1483" y="1"/>
                  </a:moveTo>
                  <a:cubicBezTo>
                    <a:pt x="1441" y="1"/>
                    <a:pt x="1398" y="15"/>
                    <a:pt x="1360" y="44"/>
                  </a:cubicBezTo>
                  <a:lnTo>
                    <a:pt x="776" y="532"/>
                  </a:lnTo>
                  <a:cubicBezTo>
                    <a:pt x="709" y="590"/>
                    <a:pt x="690" y="695"/>
                    <a:pt x="728" y="771"/>
                  </a:cubicBezTo>
                  <a:lnTo>
                    <a:pt x="1092" y="1432"/>
                  </a:lnTo>
                  <a:lnTo>
                    <a:pt x="336" y="1451"/>
                  </a:lnTo>
                  <a:cubicBezTo>
                    <a:pt x="240" y="1451"/>
                    <a:pt x="164" y="1518"/>
                    <a:pt x="144" y="1614"/>
                  </a:cubicBezTo>
                  <a:lnTo>
                    <a:pt x="10" y="2370"/>
                  </a:lnTo>
                  <a:cubicBezTo>
                    <a:pt x="1" y="2456"/>
                    <a:pt x="49" y="2542"/>
                    <a:pt x="135" y="2580"/>
                  </a:cubicBezTo>
                  <a:lnTo>
                    <a:pt x="834" y="2858"/>
                  </a:lnTo>
                  <a:lnTo>
                    <a:pt x="269" y="3355"/>
                  </a:lnTo>
                  <a:cubicBezTo>
                    <a:pt x="202" y="3413"/>
                    <a:pt x="183" y="3508"/>
                    <a:pt x="231" y="3595"/>
                  </a:cubicBezTo>
                  <a:lnTo>
                    <a:pt x="613" y="4265"/>
                  </a:lnTo>
                  <a:cubicBezTo>
                    <a:pt x="643" y="4324"/>
                    <a:pt x="707" y="4360"/>
                    <a:pt x="775" y="4360"/>
                  </a:cubicBezTo>
                  <a:cubicBezTo>
                    <a:pt x="794" y="4360"/>
                    <a:pt x="814" y="4357"/>
                    <a:pt x="834" y="4351"/>
                  </a:cubicBezTo>
                  <a:lnTo>
                    <a:pt x="1034" y="4284"/>
                  </a:lnTo>
                  <a:lnTo>
                    <a:pt x="1025" y="4265"/>
                  </a:lnTo>
                  <a:lnTo>
                    <a:pt x="642" y="3595"/>
                  </a:lnTo>
                  <a:cubicBezTo>
                    <a:pt x="594" y="3518"/>
                    <a:pt x="613" y="3413"/>
                    <a:pt x="680" y="3355"/>
                  </a:cubicBezTo>
                  <a:lnTo>
                    <a:pt x="1245" y="2858"/>
                  </a:lnTo>
                  <a:lnTo>
                    <a:pt x="537" y="2580"/>
                  </a:lnTo>
                  <a:cubicBezTo>
                    <a:pt x="460" y="2551"/>
                    <a:pt x="403" y="2456"/>
                    <a:pt x="422" y="2370"/>
                  </a:cubicBezTo>
                  <a:lnTo>
                    <a:pt x="556" y="1614"/>
                  </a:lnTo>
                  <a:cubicBezTo>
                    <a:pt x="575" y="1527"/>
                    <a:pt x="652" y="1460"/>
                    <a:pt x="738" y="1451"/>
                  </a:cubicBezTo>
                  <a:lnTo>
                    <a:pt x="1494" y="1441"/>
                  </a:lnTo>
                  <a:lnTo>
                    <a:pt x="1140" y="771"/>
                  </a:lnTo>
                  <a:cubicBezTo>
                    <a:pt x="1092" y="695"/>
                    <a:pt x="1111" y="599"/>
                    <a:pt x="1178" y="532"/>
                  </a:cubicBezTo>
                  <a:lnTo>
                    <a:pt x="1685" y="111"/>
                  </a:lnTo>
                  <a:lnTo>
                    <a:pt x="1599" y="44"/>
                  </a:lnTo>
                  <a:cubicBezTo>
                    <a:pt x="1566" y="15"/>
                    <a:pt x="1525" y="1"/>
                    <a:pt x="1483"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6" name="Google Shape;8626;p63"/>
            <p:cNvSpPr/>
            <p:nvPr/>
          </p:nvSpPr>
          <p:spPr>
            <a:xfrm>
              <a:off x="4208760" y="4511955"/>
              <a:ext cx="82456" cy="70639"/>
            </a:xfrm>
            <a:custGeom>
              <a:avLst/>
              <a:gdLst/>
              <a:ahLst/>
              <a:cxnLst/>
              <a:rect l="l" t="t" r="r" b="b"/>
              <a:pathLst>
                <a:path w="3140" h="2690" extrusionOk="0">
                  <a:moveTo>
                    <a:pt x="1790" y="585"/>
                  </a:moveTo>
                  <a:cubicBezTo>
                    <a:pt x="2185" y="585"/>
                    <a:pt x="2565" y="894"/>
                    <a:pt x="2565" y="1359"/>
                  </a:cubicBezTo>
                  <a:cubicBezTo>
                    <a:pt x="2565" y="1781"/>
                    <a:pt x="2221" y="2125"/>
                    <a:pt x="1800" y="2125"/>
                  </a:cubicBezTo>
                  <a:cubicBezTo>
                    <a:pt x="1111" y="2125"/>
                    <a:pt x="766" y="1302"/>
                    <a:pt x="1254" y="814"/>
                  </a:cubicBezTo>
                  <a:cubicBezTo>
                    <a:pt x="1409" y="656"/>
                    <a:pt x="1601" y="585"/>
                    <a:pt x="1790" y="585"/>
                  </a:cubicBezTo>
                  <a:close/>
                  <a:moveTo>
                    <a:pt x="1800" y="0"/>
                  </a:moveTo>
                  <a:cubicBezTo>
                    <a:pt x="594" y="0"/>
                    <a:pt x="1" y="1446"/>
                    <a:pt x="843" y="2297"/>
                  </a:cubicBezTo>
                  <a:cubicBezTo>
                    <a:pt x="1117" y="2568"/>
                    <a:pt x="1453" y="2690"/>
                    <a:pt x="1782" y="2690"/>
                  </a:cubicBezTo>
                  <a:cubicBezTo>
                    <a:pt x="2475" y="2690"/>
                    <a:pt x="3140" y="2151"/>
                    <a:pt x="3140" y="1340"/>
                  </a:cubicBezTo>
                  <a:cubicBezTo>
                    <a:pt x="3140" y="594"/>
                    <a:pt x="2537" y="0"/>
                    <a:pt x="1800"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627" name="Google Shape;8627;p63"/>
          <p:cNvSpPr/>
          <p:nvPr/>
        </p:nvSpPr>
        <p:spPr>
          <a:xfrm>
            <a:off x="3686065" y="1808828"/>
            <a:ext cx="48528" cy="24159"/>
          </a:xfrm>
          <a:custGeom>
            <a:avLst/>
            <a:gdLst/>
            <a:ahLst/>
            <a:cxnLst/>
            <a:rect l="l" t="t" r="r" b="b"/>
            <a:pathLst>
              <a:path w="1848" h="920" extrusionOk="0">
                <a:moveTo>
                  <a:pt x="700" y="1"/>
                </a:moveTo>
                <a:cubicBezTo>
                  <a:pt x="317" y="1"/>
                  <a:pt x="10" y="307"/>
                  <a:pt x="10" y="690"/>
                </a:cubicBezTo>
                <a:lnTo>
                  <a:pt x="1" y="690"/>
                </a:lnTo>
                <a:cubicBezTo>
                  <a:pt x="1" y="690"/>
                  <a:pt x="700" y="919"/>
                  <a:pt x="1848" y="919"/>
                </a:cubicBezTo>
                <a:lnTo>
                  <a:pt x="1848" y="690"/>
                </a:lnTo>
                <a:cubicBezTo>
                  <a:pt x="1848" y="307"/>
                  <a:pt x="1542" y="1"/>
                  <a:pt x="11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28" name="Google Shape;8628;p63"/>
          <p:cNvSpPr/>
          <p:nvPr/>
        </p:nvSpPr>
        <p:spPr>
          <a:xfrm>
            <a:off x="3686065" y="1808828"/>
            <a:ext cx="33455" cy="21901"/>
          </a:xfrm>
          <a:custGeom>
            <a:avLst/>
            <a:gdLst/>
            <a:ahLst/>
            <a:cxnLst/>
            <a:rect l="l" t="t" r="r" b="b"/>
            <a:pathLst>
              <a:path w="1274" h="834" extrusionOk="0">
                <a:moveTo>
                  <a:pt x="690" y="1"/>
                </a:moveTo>
                <a:cubicBezTo>
                  <a:pt x="307" y="1"/>
                  <a:pt x="1" y="307"/>
                  <a:pt x="1" y="690"/>
                </a:cubicBezTo>
                <a:cubicBezTo>
                  <a:pt x="221" y="757"/>
                  <a:pt x="460" y="805"/>
                  <a:pt x="690" y="833"/>
                </a:cubicBezTo>
                <a:lnTo>
                  <a:pt x="690" y="690"/>
                </a:lnTo>
                <a:lnTo>
                  <a:pt x="700" y="690"/>
                </a:lnTo>
                <a:cubicBezTo>
                  <a:pt x="700" y="355"/>
                  <a:pt x="939" y="68"/>
                  <a:pt x="1274" y="10"/>
                </a:cubicBezTo>
                <a:cubicBezTo>
                  <a:pt x="1235" y="1"/>
                  <a:pt x="1188" y="1"/>
                  <a:pt x="114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629" name="Google Shape;8629;p63"/>
          <p:cNvGrpSpPr/>
          <p:nvPr/>
        </p:nvGrpSpPr>
        <p:grpSpPr>
          <a:xfrm>
            <a:off x="3559151" y="1808828"/>
            <a:ext cx="302358" cy="374993"/>
            <a:chOff x="3573426" y="1965628"/>
            <a:chExt cx="302358" cy="374993"/>
          </a:xfrm>
        </p:grpSpPr>
        <p:sp>
          <p:nvSpPr>
            <p:cNvPr id="8630" name="Google Shape;8630;p63"/>
            <p:cNvSpPr/>
            <p:nvPr/>
          </p:nvSpPr>
          <p:spPr>
            <a:xfrm>
              <a:off x="3688287" y="2013894"/>
              <a:ext cx="72661" cy="60582"/>
            </a:xfrm>
            <a:custGeom>
              <a:avLst/>
              <a:gdLst/>
              <a:ahLst/>
              <a:cxnLst/>
              <a:rect l="l" t="t" r="r" b="b"/>
              <a:pathLst>
                <a:path w="2767" h="2307" extrusionOk="0">
                  <a:moveTo>
                    <a:pt x="929" y="0"/>
                  </a:moveTo>
                  <a:lnTo>
                    <a:pt x="929" y="460"/>
                  </a:lnTo>
                  <a:cubicBezTo>
                    <a:pt x="929" y="546"/>
                    <a:pt x="871" y="632"/>
                    <a:pt x="795" y="670"/>
                  </a:cubicBezTo>
                  <a:lnTo>
                    <a:pt x="259" y="938"/>
                  </a:lnTo>
                  <a:cubicBezTo>
                    <a:pt x="106" y="1015"/>
                    <a:pt x="1" y="1177"/>
                    <a:pt x="1" y="1350"/>
                  </a:cubicBezTo>
                  <a:lnTo>
                    <a:pt x="1" y="2307"/>
                  </a:lnTo>
                  <a:lnTo>
                    <a:pt x="2766" y="2307"/>
                  </a:lnTo>
                  <a:lnTo>
                    <a:pt x="2766" y="1350"/>
                  </a:lnTo>
                  <a:cubicBezTo>
                    <a:pt x="2766" y="1177"/>
                    <a:pt x="2671" y="1015"/>
                    <a:pt x="2508" y="938"/>
                  </a:cubicBezTo>
                  <a:lnTo>
                    <a:pt x="1972" y="670"/>
                  </a:lnTo>
                  <a:cubicBezTo>
                    <a:pt x="1895" y="632"/>
                    <a:pt x="1848" y="546"/>
                    <a:pt x="1848" y="460"/>
                  </a:cubicBezTo>
                  <a:lnTo>
                    <a:pt x="1848"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1" name="Google Shape;8631;p63"/>
            <p:cNvSpPr/>
            <p:nvPr/>
          </p:nvSpPr>
          <p:spPr>
            <a:xfrm>
              <a:off x="3711422" y="2013894"/>
              <a:ext cx="26391" cy="18251"/>
            </a:xfrm>
            <a:custGeom>
              <a:avLst/>
              <a:gdLst/>
              <a:ahLst/>
              <a:cxnLst/>
              <a:rect l="l" t="t" r="r" b="b"/>
              <a:pathLst>
                <a:path w="1005" h="695" extrusionOk="0">
                  <a:moveTo>
                    <a:pt x="48" y="0"/>
                  </a:moveTo>
                  <a:lnTo>
                    <a:pt x="48" y="460"/>
                  </a:lnTo>
                  <a:cubicBezTo>
                    <a:pt x="38" y="507"/>
                    <a:pt x="29" y="555"/>
                    <a:pt x="0" y="594"/>
                  </a:cubicBezTo>
                  <a:cubicBezTo>
                    <a:pt x="163" y="661"/>
                    <a:pt x="335" y="694"/>
                    <a:pt x="506" y="694"/>
                  </a:cubicBezTo>
                  <a:cubicBezTo>
                    <a:pt x="677" y="694"/>
                    <a:pt x="847" y="661"/>
                    <a:pt x="1005" y="594"/>
                  </a:cubicBezTo>
                  <a:cubicBezTo>
                    <a:pt x="976" y="555"/>
                    <a:pt x="967" y="507"/>
                    <a:pt x="967" y="460"/>
                  </a:cubicBezTo>
                  <a:lnTo>
                    <a:pt x="967"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2" name="Google Shape;8632;p63"/>
            <p:cNvSpPr/>
            <p:nvPr/>
          </p:nvSpPr>
          <p:spPr>
            <a:xfrm>
              <a:off x="3688287" y="2032985"/>
              <a:ext cx="72661" cy="41491"/>
            </a:xfrm>
            <a:custGeom>
              <a:avLst/>
              <a:gdLst/>
              <a:ahLst/>
              <a:cxnLst/>
              <a:rect l="l" t="t" r="r" b="b"/>
              <a:pathLst>
                <a:path w="2767" h="1580" extrusionOk="0">
                  <a:moveTo>
                    <a:pt x="680" y="1"/>
                  </a:moveTo>
                  <a:lnTo>
                    <a:pt x="259" y="211"/>
                  </a:lnTo>
                  <a:cubicBezTo>
                    <a:pt x="106" y="288"/>
                    <a:pt x="1" y="450"/>
                    <a:pt x="1" y="623"/>
                  </a:cubicBezTo>
                  <a:lnTo>
                    <a:pt x="1" y="1580"/>
                  </a:lnTo>
                  <a:lnTo>
                    <a:pt x="2766" y="1580"/>
                  </a:lnTo>
                  <a:lnTo>
                    <a:pt x="2766" y="623"/>
                  </a:lnTo>
                  <a:cubicBezTo>
                    <a:pt x="2766" y="450"/>
                    <a:pt x="2671" y="288"/>
                    <a:pt x="2508" y="211"/>
                  </a:cubicBezTo>
                  <a:lnTo>
                    <a:pt x="2096" y="1"/>
                  </a:lnTo>
                  <a:cubicBezTo>
                    <a:pt x="1910" y="225"/>
                    <a:pt x="1647" y="338"/>
                    <a:pt x="1385" y="338"/>
                  </a:cubicBezTo>
                  <a:cubicBezTo>
                    <a:pt x="1123" y="338"/>
                    <a:pt x="862" y="225"/>
                    <a:pt x="680"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3" name="Google Shape;8633;p63"/>
            <p:cNvSpPr/>
            <p:nvPr/>
          </p:nvSpPr>
          <p:spPr>
            <a:xfrm>
              <a:off x="3688287" y="2043804"/>
              <a:ext cx="18119" cy="30672"/>
            </a:xfrm>
            <a:custGeom>
              <a:avLst/>
              <a:gdLst/>
              <a:ahLst/>
              <a:cxnLst/>
              <a:rect l="l" t="t" r="r" b="b"/>
              <a:pathLst>
                <a:path w="690" h="1168" extrusionOk="0">
                  <a:moveTo>
                    <a:pt x="58" y="0"/>
                  </a:moveTo>
                  <a:cubicBezTo>
                    <a:pt x="20" y="57"/>
                    <a:pt x="1" y="134"/>
                    <a:pt x="1" y="211"/>
                  </a:cubicBezTo>
                  <a:lnTo>
                    <a:pt x="1" y="1168"/>
                  </a:lnTo>
                  <a:lnTo>
                    <a:pt x="690" y="1168"/>
                  </a:lnTo>
                  <a:lnTo>
                    <a:pt x="690" y="708"/>
                  </a:lnTo>
                  <a:cubicBezTo>
                    <a:pt x="690" y="555"/>
                    <a:pt x="623" y="421"/>
                    <a:pt x="508" y="335"/>
                  </a:cubicBezTo>
                  <a:lnTo>
                    <a:pt x="58" y="0"/>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4" name="Google Shape;8634;p63"/>
            <p:cNvSpPr/>
            <p:nvPr/>
          </p:nvSpPr>
          <p:spPr>
            <a:xfrm>
              <a:off x="3742829" y="2043804"/>
              <a:ext cx="18119" cy="30672"/>
            </a:xfrm>
            <a:custGeom>
              <a:avLst/>
              <a:gdLst/>
              <a:ahLst/>
              <a:cxnLst/>
              <a:rect l="l" t="t" r="r" b="b"/>
              <a:pathLst>
                <a:path w="690" h="1168" extrusionOk="0">
                  <a:moveTo>
                    <a:pt x="632" y="0"/>
                  </a:moveTo>
                  <a:lnTo>
                    <a:pt x="182" y="335"/>
                  </a:lnTo>
                  <a:cubicBezTo>
                    <a:pt x="67" y="421"/>
                    <a:pt x="0" y="555"/>
                    <a:pt x="0" y="708"/>
                  </a:cubicBezTo>
                  <a:lnTo>
                    <a:pt x="0" y="1168"/>
                  </a:lnTo>
                  <a:lnTo>
                    <a:pt x="689" y="1168"/>
                  </a:lnTo>
                  <a:lnTo>
                    <a:pt x="689" y="211"/>
                  </a:lnTo>
                  <a:cubicBezTo>
                    <a:pt x="689" y="134"/>
                    <a:pt x="670" y="57"/>
                    <a:pt x="632"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5" name="Google Shape;8635;p63"/>
            <p:cNvSpPr/>
            <p:nvPr/>
          </p:nvSpPr>
          <p:spPr>
            <a:xfrm>
              <a:off x="3700340" y="1965628"/>
              <a:ext cx="48528" cy="54306"/>
            </a:xfrm>
            <a:custGeom>
              <a:avLst/>
              <a:gdLst/>
              <a:ahLst/>
              <a:cxnLst/>
              <a:rect l="l" t="t" r="r" b="b"/>
              <a:pathLst>
                <a:path w="1848" h="2068" extrusionOk="0">
                  <a:moveTo>
                    <a:pt x="690" y="1"/>
                  </a:moveTo>
                  <a:cubicBezTo>
                    <a:pt x="317" y="1"/>
                    <a:pt x="1" y="307"/>
                    <a:pt x="1" y="690"/>
                  </a:cubicBezTo>
                  <a:lnTo>
                    <a:pt x="1" y="1149"/>
                  </a:lnTo>
                  <a:cubicBezTo>
                    <a:pt x="1" y="1656"/>
                    <a:pt x="412" y="2068"/>
                    <a:pt x="929" y="2068"/>
                  </a:cubicBezTo>
                  <a:cubicBezTo>
                    <a:pt x="1436" y="2068"/>
                    <a:pt x="1848" y="1656"/>
                    <a:pt x="1848" y="1149"/>
                  </a:cubicBezTo>
                  <a:lnTo>
                    <a:pt x="1848" y="690"/>
                  </a:lnTo>
                  <a:cubicBezTo>
                    <a:pt x="1848" y="307"/>
                    <a:pt x="1532" y="1"/>
                    <a:pt x="1159"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6" name="Google Shape;8636;p63"/>
            <p:cNvSpPr/>
            <p:nvPr/>
          </p:nvSpPr>
          <p:spPr>
            <a:xfrm>
              <a:off x="3700156" y="1965628"/>
              <a:ext cx="33639" cy="54621"/>
            </a:xfrm>
            <a:custGeom>
              <a:avLst/>
              <a:gdLst/>
              <a:ahLst/>
              <a:cxnLst/>
              <a:rect l="l" t="t" r="r" b="b"/>
              <a:pathLst>
                <a:path w="1281" h="2080" extrusionOk="0">
                  <a:moveTo>
                    <a:pt x="697" y="1"/>
                  </a:moveTo>
                  <a:cubicBezTo>
                    <a:pt x="314" y="1"/>
                    <a:pt x="8" y="307"/>
                    <a:pt x="8" y="690"/>
                  </a:cubicBezTo>
                  <a:lnTo>
                    <a:pt x="8" y="1149"/>
                  </a:lnTo>
                  <a:cubicBezTo>
                    <a:pt x="0" y="1683"/>
                    <a:pt x="437" y="2080"/>
                    <a:pt x="929" y="2080"/>
                  </a:cubicBezTo>
                  <a:cubicBezTo>
                    <a:pt x="1045" y="2080"/>
                    <a:pt x="1164" y="2058"/>
                    <a:pt x="1281" y="2010"/>
                  </a:cubicBezTo>
                  <a:cubicBezTo>
                    <a:pt x="927" y="1867"/>
                    <a:pt x="697" y="1522"/>
                    <a:pt x="707" y="1149"/>
                  </a:cubicBezTo>
                  <a:lnTo>
                    <a:pt x="707" y="690"/>
                  </a:lnTo>
                  <a:cubicBezTo>
                    <a:pt x="707" y="355"/>
                    <a:pt x="946" y="68"/>
                    <a:pt x="1281" y="10"/>
                  </a:cubicBezTo>
                  <a:cubicBezTo>
                    <a:pt x="1242" y="1"/>
                    <a:pt x="1195" y="1"/>
                    <a:pt x="1156"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7" name="Google Shape;8637;p63"/>
            <p:cNvSpPr/>
            <p:nvPr/>
          </p:nvSpPr>
          <p:spPr>
            <a:xfrm>
              <a:off x="3682247" y="2086502"/>
              <a:ext cx="84741" cy="145060"/>
            </a:xfrm>
            <a:custGeom>
              <a:avLst/>
              <a:gdLst/>
              <a:ahLst/>
              <a:cxnLst/>
              <a:rect l="l" t="t" r="r" b="b"/>
              <a:pathLst>
                <a:path w="3227" h="5524" extrusionOk="0">
                  <a:moveTo>
                    <a:pt x="1" y="1"/>
                  </a:moveTo>
                  <a:lnTo>
                    <a:pt x="1" y="5523"/>
                  </a:lnTo>
                  <a:lnTo>
                    <a:pt x="3226" y="5523"/>
                  </a:lnTo>
                  <a:lnTo>
                    <a:pt x="3226"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8" name="Google Shape;8638;p63"/>
            <p:cNvSpPr/>
            <p:nvPr/>
          </p:nvSpPr>
          <p:spPr>
            <a:xfrm>
              <a:off x="3682247" y="2170955"/>
              <a:ext cx="84741" cy="60608"/>
            </a:xfrm>
            <a:custGeom>
              <a:avLst/>
              <a:gdLst/>
              <a:ahLst/>
              <a:cxnLst/>
              <a:rect l="l" t="t" r="r" b="b"/>
              <a:pathLst>
                <a:path w="3227" h="2308" extrusionOk="0">
                  <a:moveTo>
                    <a:pt x="1" y="1"/>
                  </a:moveTo>
                  <a:lnTo>
                    <a:pt x="1" y="2307"/>
                  </a:lnTo>
                  <a:lnTo>
                    <a:pt x="3226" y="2307"/>
                  </a:lnTo>
                  <a:lnTo>
                    <a:pt x="3226"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9" name="Google Shape;8639;p63"/>
            <p:cNvSpPr/>
            <p:nvPr/>
          </p:nvSpPr>
          <p:spPr>
            <a:xfrm>
              <a:off x="3754882" y="2153124"/>
              <a:ext cx="48292" cy="72635"/>
            </a:xfrm>
            <a:custGeom>
              <a:avLst/>
              <a:gdLst/>
              <a:ahLst/>
              <a:cxnLst/>
              <a:rect l="l" t="t" r="r" b="b"/>
              <a:pathLst>
                <a:path w="1839" h="2766" extrusionOk="0">
                  <a:moveTo>
                    <a:pt x="690" y="0"/>
                  </a:moveTo>
                  <a:cubicBezTo>
                    <a:pt x="307" y="0"/>
                    <a:pt x="1" y="306"/>
                    <a:pt x="1" y="689"/>
                  </a:cubicBezTo>
                  <a:lnTo>
                    <a:pt x="1" y="1445"/>
                  </a:lnTo>
                  <a:cubicBezTo>
                    <a:pt x="10" y="1675"/>
                    <a:pt x="87" y="1885"/>
                    <a:pt x="230" y="2067"/>
                  </a:cubicBezTo>
                  <a:cubicBezTo>
                    <a:pt x="374" y="2240"/>
                    <a:pt x="460" y="2460"/>
                    <a:pt x="460" y="2689"/>
                  </a:cubicBezTo>
                  <a:lnTo>
                    <a:pt x="460" y="2766"/>
                  </a:lnTo>
                  <a:lnTo>
                    <a:pt x="1379" y="2766"/>
                  </a:lnTo>
                  <a:lnTo>
                    <a:pt x="1379" y="2632"/>
                  </a:lnTo>
                  <a:cubicBezTo>
                    <a:pt x="1379" y="2441"/>
                    <a:pt x="1446" y="2259"/>
                    <a:pt x="1570" y="2125"/>
                  </a:cubicBezTo>
                  <a:lnTo>
                    <a:pt x="1656" y="2019"/>
                  </a:lnTo>
                  <a:cubicBezTo>
                    <a:pt x="1771" y="1876"/>
                    <a:pt x="1829" y="1694"/>
                    <a:pt x="1838" y="1512"/>
                  </a:cubicBezTo>
                  <a:lnTo>
                    <a:pt x="1838" y="689"/>
                  </a:lnTo>
                  <a:cubicBezTo>
                    <a:pt x="1838" y="306"/>
                    <a:pt x="1532" y="0"/>
                    <a:pt x="1149"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0" name="Google Shape;8640;p63"/>
            <p:cNvSpPr/>
            <p:nvPr/>
          </p:nvSpPr>
          <p:spPr>
            <a:xfrm>
              <a:off x="3754646" y="2152862"/>
              <a:ext cx="27415" cy="72898"/>
            </a:xfrm>
            <a:custGeom>
              <a:avLst/>
              <a:gdLst/>
              <a:ahLst/>
              <a:cxnLst/>
              <a:rect l="l" t="t" r="r" b="b"/>
              <a:pathLst>
                <a:path w="1044" h="2776" extrusionOk="0">
                  <a:moveTo>
                    <a:pt x="699" y="1"/>
                  </a:moveTo>
                  <a:cubicBezTo>
                    <a:pt x="316" y="1"/>
                    <a:pt x="0" y="316"/>
                    <a:pt x="0" y="699"/>
                  </a:cubicBezTo>
                  <a:lnTo>
                    <a:pt x="0" y="1455"/>
                  </a:lnTo>
                  <a:cubicBezTo>
                    <a:pt x="19" y="1685"/>
                    <a:pt x="96" y="1895"/>
                    <a:pt x="230" y="2077"/>
                  </a:cubicBezTo>
                  <a:cubicBezTo>
                    <a:pt x="383" y="2250"/>
                    <a:pt x="459" y="2470"/>
                    <a:pt x="459" y="2699"/>
                  </a:cubicBezTo>
                  <a:lnTo>
                    <a:pt x="459" y="2776"/>
                  </a:lnTo>
                  <a:lnTo>
                    <a:pt x="928" y="2776"/>
                  </a:lnTo>
                  <a:lnTo>
                    <a:pt x="928" y="2699"/>
                  </a:lnTo>
                  <a:cubicBezTo>
                    <a:pt x="928" y="2489"/>
                    <a:pt x="890" y="2278"/>
                    <a:pt x="814" y="2077"/>
                  </a:cubicBezTo>
                  <a:cubicBezTo>
                    <a:pt x="737" y="1876"/>
                    <a:pt x="699" y="1666"/>
                    <a:pt x="699" y="1455"/>
                  </a:cubicBezTo>
                  <a:lnTo>
                    <a:pt x="699" y="699"/>
                  </a:lnTo>
                  <a:cubicBezTo>
                    <a:pt x="699" y="316"/>
                    <a:pt x="852" y="1"/>
                    <a:pt x="1043"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1" name="Google Shape;8641;p63"/>
            <p:cNvSpPr/>
            <p:nvPr/>
          </p:nvSpPr>
          <p:spPr>
            <a:xfrm>
              <a:off x="3754882" y="2152862"/>
              <a:ext cx="48292" cy="54568"/>
            </a:xfrm>
            <a:custGeom>
              <a:avLst/>
              <a:gdLst/>
              <a:ahLst/>
              <a:cxnLst/>
              <a:rect l="l" t="t" r="r" b="b"/>
              <a:pathLst>
                <a:path w="1839" h="2078" extrusionOk="0">
                  <a:moveTo>
                    <a:pt x="690" y="1"/>
                  </a:moveTo>
                  <a:cubicBezTo>
                    <a:pt x="307" y="1"/>
                    <a:pt x="1" y="316"/>
                    <a:pt x="1" y="699"/>
                  </a:cubicBezTo>
                  <a:lnTo>
                    <a:pt x="1" y="1159"/>
                  </a:lnTo>
                  <a:cubicBezTo>
                    <a:pt x="1" y="1666"/>
                    <a:pt x="412" y="2077"/>
                    <a:pt x="919" y="2077"/>
                  </a:cubicBezTo>
                  <a:cubicBezTo>
                    <a:pt x="1427" y="2077"/>
                    <a:pt x="1838" y="1666"/>
                    <a:pt x="1838" y="1159"/>
                  </a:cubicBezTo>
                  <a:lnTo>
                    <a:pt x="1838" y="699"/>
                  </a:lnTo>
                  <a:cubicBezTo>
                    <a:pt x="1838" y="316"/>
                    <a:pt x="1532" y="1"/>
                    <a:pt x="114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2" name="Google Shape;8642;p63"/>
            <p:cNvSpPr/>
            <p:nvPr/>
          </p:nvSpPr>
          <p:spPr>
            <a:xfrm>
              <a:off x="3754882" y="2152862"/>
              <a:ext cx="27179" cy="54306"/>
            </a:xfrm>
            <a:custGeom>
              <a:avLst/>
              <a:gdLst/>
              <a:ahLst/>
              <a:cxnLst/>
              <a:rect l="l" t="t" r="r" b="b"/>
              <a:pathLst>
                <a:path w="1035" h="2068" extrusionOk="0">
                  <a:moveTo>
                    <a:pt x="690" y="1"/>
                  </a:moveTo>
                  <a:cubicBezTo>
                    <a:pt x="307" y="1"/>
                    <a:pt x="1" y="316"/>
                    <a:pt x="1" y="699"/>
                  </a:cubicBezTo>
                  <a:lnTo>
                    <a:pt x="1" y="1159"/>
                  </a:lnTo>
                  <a:cubicBezTo>
                    <a:pt x="1" y="1618"/>
                    <a:pt x="345" y="2010"/>
                    <a:pt x="805" y="2068"/>
                  </a:cubicBezTo>
                  <a:cubicBezTo>
                    <a:pt x="728" y="1867"/>
                    <a:pt x="690" y="1666"/>
                    <a:pt x="690" y="1455"/>
                  </a:cubicBezTo>
                  <a:lnTo>
                    <a:pt x="690" y="699"/>
                  </a:lnTo>
                  <a:cubicBezTo>
                    <a:pt x="690" y="316"/>
                    <a:pt x="843" y="1"/>
                    <a:pt x="103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3" name="Google Shape;8643;p63"/>
            <p:cNvSpPr/>
            <p:nvPr/>
          </p:nvSpPr>
          <p:spPr>
            <a:xfrm>
              <a:off x="3736789" y="2219457"/>
              <a:ext cx="84715" cy="96794"/>
            </a:xfrm>
            <a:custGeom>
              <a:avLst/>
              <a:gdLst/>
              <a:ahLst/>
              <a:cxnLst/>
              <a:rect l="l" t="t" r="r" b="b"/>
              <a:pathLst>
                <a:path w="3226" h="3686" extrusionOk="0">
                  <a:moveTo>
                    <a:pt x="1369" y="1"/>
                  </a:moveTo>
                  <a:cubicBezTo>
                    <a:pt x="1226" y="1"/>
                    <a:pt x="1082" y="29"/>
                    <a:pt x="948" y="87"/>
                  </a:cubicBezTo>
                  <a:lnTo>
                    <a:pt x="431" y="288"/>
                  </a:lnTo>
                  <a:cubicBezTo>
                    <a:pt x="173" y="393"/>
                    <a:pt x="1" y="642"/>
                    <a:pt x="1" y="929"/>
                  </a:cubicBezTo>
                  <a:lnTo>
                    <a:pt x="1" y="3456"/>
                  </a:lnTo>
                  <a:cubicBezTo>
                    <a:pt x="1" y="3580"/>
                    <a:pt x="96" y="3685"/>
                    <a:pt x="230" y="3685"/>
                  </a:cubicBezTo>
                  <a:lnTo>
                    <a:pt x="2987" y="3685"/>
                  </a:lnTo>
                  <a:cubicBezTo>
                    <a:pt x="3121" y="3685"/>
                    <a:pt x="3226" y="3580"/>
                    <a:pt x="3226" y="3456"/>
                  </a:cubicBezTo>
                  <a:lnTo>
                    <a:pt x="3226" y="929"/>
                  </a:lnTo>
                  <a:cubicBezTo>
                    <a:pt x="3226" y="642"/>
                    <a:pt x="3054" y="393"/>
                    <a:pt x="2786" y="288"/>
                  </a:cubicBezTo>
                  <a:lnTo>
                    <a:pt x="2278" y="87"/>
                  </a:lnTo>
                  <a:cubicBezTo>
                    <a:pt x="2144" y="29"/>
                    <a:pt x="1991" y="1"/>
                    <a:pt x="1848"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4" name="Google Shape;8644;p63"/>
            <p:cNvSpPr/>
            <p:nvPr/>
          </p:nvSpPr>
          <p:spPr>
            <a:xfrm>
              <a:off x="3736789" y="2233296"/>
              <a:ext cx="18119" cy="82955"/>
            </a:xfrm>
            <a:custGeom>
              <a:avLst/>
              <a:gdLst/>
              <a:ahLst/>
              <a:cxnLst/>
              <a:rect l="l" t="t" r="r" b="b"/>
              <a:pathLst>
                <a:path w="690" h="3159" extrusionOk="0">
                  <a:moveTo>
                    <a:pt x="135" y="0"/>
                  </a:moveTo>
                  <a:cubicBezTo>
                    <a:pt x="48" y="115"/>
                    <a:pt x="1" y="258"/>
                    <a:pt x="1" y="402"/>
                  </a:cubicBezTo>
                  <a:lnTo>
                    <a:pt x="1" y="2929"/>
                  </a:lnTo>
                  <a:cubicBezTo>
                    <a:pt x="1" y="3053"/>
                    <a:pt x="96" y="3158"/>
                    <a:pt x="230" y="3158"/>
                  </a:cubicBezTo>
                  <a:lnTo>
                    <a:pt x="690" y="3158"/>
                  </a:lnTo>
                  <a:lnTo>
                    <a:pt x="690" y="641"/>
                  </a:lnTo>
                  <a:cubicBezTo>
                    <a:pt x="690" y="498"/>
                    <a:pt x="623" y="364"/>
                    <a:pt x="508" y="278"/>
                  </a:cubicBezTo>
                  <a:lnTo>
                    <a:pt x="135" y="0"/>
                  </a:ln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5" name="Google Shape;8645;p63"/>
            <p:cNvSpPr/>
            <p:nvPr/>
          </p:nvSpPr>
          <p:spPr>
            <a:xfrm>
              <a:off x="3803148" y="2233296"/>
              <a:ext cx="18119" cy="82955"/>
            </a:xfrm>
            <a:custGeom>
              <a:avLst/>
              <a:gdLst/>
              <a:ahLst/>
              <a:cxnLst/>
              <a:rect l="l" t="t" r="r" b="b"/>
              <a:pathLst>
                <a:path w="690" h="3159" extrusionOk="0">
                  <a:moveTo>
                    <a:pt x="555" y="0"/>
                  </a:moveTo>
                  <a:lnTo>
                    <a:pt x="182" y="278"/>
                  </a:lnTo>
                  <a:cubicBezTo>
                    <a:pt x="67" y="364"/>
                    <a:pt x="0" y="498"/>
                    <a:pt x="0" y="641"/>
                  </a:cubicBezTo>
                  <a:lnTo>
                    <a:pt x="0" y="3158"/>
                  </a:lnTo>
                  <a:lnTo>
                    <a:pt x="460" y="3158"/>
                  </a:lnTo>
                  <a:cubicBezTo>
                    <a:pt x="594" y="3158"/>
                    <a:pt x="689" y="3053"/>
                    <a:pt x="689" y="2929"/>
                  </a:cubicBezTo>
                  <a:lnTo>
                    <a:pt x="689" y="402"/>
                  </a:lnTo>
                  <a:cubicBezTo>
                    <a:pt x="689" y="258"/>
                    <a:pt x="641" y="115"/>
                    <a:pt x="555"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6" name="Google Shape;8646;p63"/>
            <p:cNvSpPr/>
            <p:nvPr/>
          </p:nvSpPr>
          <p:spPr>
            <a:xfrm>
              <a:off x="3646061" y="2153124"/>
              <a:ext cx="48292" cy="72635"/>
            </a:xfrm>
            <a:custGeom>
              <a:avLst/>
              <a:gdLst/>
              <a:ahLst/>
              <a:cxnLst/>
              <a:rect l="l" t="t" r="r" b="b"/>
              <a:pathLst>
                <a:path w="1839" h="2766" extrusionOk="0">
                  <a:moveTo>
                    <a:pt x="690" y="0"/>
                  </a:moveTo>
                  <a:cubicBezTo>
                    <a:pt x="307" y="0"/>
                    <a:pt x="1" y="306"/>
                    <a:pt x="1" y="689"/>
                  </a:cubicBezTo>
                  <a:lnTo>
                    <a:pt x="1" y="1445"/>
                  </a:lnTo>
                  <a:cubicBezTo>
                    <a:pt x="10" y="1675"/>
                    <a:pt x="87" y="1885"/>
                    <a:pt x="230" y="2067"/>
                  </a:cubicBezTo>
                  <a:cubicBezTo>
                    <a:pt x="374" y="2240"/>
                    <a:pt x="460" y="2460"/>
                    <a:pt x="460" y="2689"/>
                  </a:cubicBezTo>
                  <a:lnTo>
                    <a:pt x="460" y="2766"/>
                  </a:lnTo>
                  <a:lnTo>
                    <a:pt x="1379" y="2766"/>
                  </a:lnTo>
                  <a:lnTo>
                    <a:pt x="1379" y="2632"/>
                  </a:lnTo>
                  <a:cubicBezTo>
                    <a:pt x="1379" y="2441"/>
                    <a:pt x="1446" y="2259"/>
                    <a:pt x="1570" y="2125"/>
                  </a:cubicBezTo>
                  <a:lnTo>
                    <a:pt x="1656" y="2019"/>
                  </a:lnTo>
                  <a:cubicBezTo>
                    <a:pt x="1771" y="1876"/>
                    <a:pt x="1829" y="1694"/>
                    <a:pt x="1838" y="1512"/>
                  </a:cubicBezTo>
                  <a:lnTo>
                    <a:pt x="1838" y="689"/>
                  </a:lnTo>
                  <a:cubicBezTo>
                    <a:pt x="1838" y="306"/>
                    <a:pt x="1532" y="0"/>
                    <a:pt x="1149"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7" name="Google Shape;8647;p63"/>
            <p:cNvSpPr/>
            <p:nvPr/>
          </p:nvSpPr>
          <p:spPr>
            <a:xfrm>
              <a:off x="3645824" y="2152862"/>
              <a:ext cx="27415" cy="72898"/>
            </a:xfrm>
            <a:custGeom>
              <a:avLst/>
              <a:gdLst/>
              <a:ahLst/>
              <a:cxnLst/>
              <a:rect l="l" t="t" r="r" b="b"/>
              <a:pathLst>
                <a:path w="1044" h="2776" extrusionOk="0">
                  <a:moveTo>
                    <a:pt x="699" y="1"/>
                  </a:moveTo>
                  <a:cubicBezTo>
                    <a:pt x="316" y="1"/>
                    <a:pt x="0" y="316"/>
                    <a:pt x="0" y="699"/>
                  </a:cubicBezTo>
                  <a:lnTo>
                    <a:pt x="0" y="1455"/>
                  </a:lnTo>
                  <a:cubicBezTo>
                    <a:pt x="19" y="1685"/>
                    <a:pt x="96" y="1895"/>
                    <a:pt x="230" y="2077"/>
                  </a:cubicBezTo>
                  <a:cubicBezTo>
                    <a:pt x="383" y="2250"/>
                    <a:pt x="460" y="2470"/>
                    <a:pt x="460" y="2699"/>
                  </a:cubicBezTo>
                  <a:lnTo>
                    <a:pt x="460" y="2776"/>
                  </a:lnTo>
                  <a:lnTo>
                    <a:pt x="928" y="2776"/>
                  </a:lnTo>
                  <a:lnTo>
                    <a:pt x="928" y="2699"/>
                  </a:lnTo>
                  <a:cubicBezTo>
                    <a:pt x="928" y="2489"/>
                    <a:pt x="890" y="2278"/>
                    <a:pt x="814" y="2077"/>
                  </a:cubicBezTo>
                  <a:cubicBezTo>
                    <a:pt x="737" y="1876"/>
                    <a:pt x="699" y="1666"/>
                    <a:pt x="699" y="1455"/>
                  </a:cubicBezTo>
                  <a:lnTo>
                    <a:pt x="699" y="699"/>
                  </a:lnTo>
                  <a:cubicBezTo>
                    <a:pt x="699" y="316"/>
                    <a:pt x="852" y="1"/>
                    <a:pt x="1043"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8" name="Google Shape;8648;p63"/>
            <p:cNvSpPr/>
            <p:nvPr/>
          </p:nvSpPr>
          <p:spPr>
            <a:xfrm>
              <a:off x="3646061" y="2152862"/>
              <a:ext cx="48292" cy="54568"/>
            </a:xfrm>
            <a:custGeom>
              <a:avLst/>
              <a:gdLst/>
              <a:ahLst/>
              <a:cxnLst/>
              <a:rect l="l" t="t" r="r" b="b"/>
              <a:pathLst>
                <a:path w="1839" h="2078" extrusionOk="0">
                  <a:moveTo>
                    <a:pt x="690" y="1"/>
                  </a:moveTo>
                  <a:cubicBezTo>
                    <a:pt x="307" y="1"/>
                    <a:pt x="1" y="316"/>
                    <a:pt x="1" y="699"/>
                  </a:cubicBezTo>
                  <a:lnTo>
                    <a:pt x="1" y="1159"/>
                  </a:lnTo>
                  <a:cubicBezTo>
                    <a:pt x="1" y="1666"/>
                    <a:pt x="412" y="2077"/>
                    <a:pt x="919" y="2077"/>
                  </a:cubicBezTo>
                  <a:cubicBezTo>
                    <a:pt x="1427" y="2077"/>
                    <a:pt x="1838" y="1666"/>
                    <a:pt x="1838" y="1159"/>
                  </a:cubicBezTo>
                  <a:lnTo>
                    <a:pt x="1838" y="699"/>
                  </a:lnTo>
                  <a:cubicBezTo>
                    <a:pt x="1838" y="316"/>
                    <a:pt x="1532" y="1"/>
                    <a:pt x="114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9" name="Google Shape;8649;p63"/>
            <p:cNvSpPr/>
            <p:nvPr/>
          </p:nvSpPr>
          <p:spPr>
            <a:xfrm>
              <a:off x="3646061" y="2152862"/>
              <a:ext cx="27179" cy="54306"/>
            </a:xfrm>
            <a:custGeom>
              <a:avLst/>
              <a:gdLst/>
              <a:ahLst/>
              <a:cxnLst/>
              <a:rect l="l" t="t" r="r" b="b"/>
              <a:pathLst>
                <a:path w="1035" h="2068" extrusionOk="0">
                  <a:moveTo>
                    <a:pt x="690" y="1"/>
                  </a:moveTo>
                  <a:cubicBezTo>
                    <a:pt x="307" y="1"/>
                    <a:pt x="1" y="316"/>
                    <a:pt x="1" y="699"/>
                  </a:cubicBezTo>
                  <a:lnTo>
                    <a:pt x="1" y="1159"/>
                  </a:lnTo>
                  <a:cubicBezTo>
                    <a:pt x="1" y="1618"/>
                    <a:pt x="345" y="2010"/>
                    <a:pt x="805" y="2068"/>
                  </a:cubicBezTo>
                  <a:cubicBezTo>
                    <a:pt x="728" y="1867"/>
                    <a:pt x="690" y="1666"/>
                    <a:pt x="690" y="1455"/>
                  </a:cubicBezTo>
                  <a:lnTo>
                    <a:pt x="690" y="699"/>
                  </a:lnTo>
                  <a:cubicBezTo>
                    <a:pt x="690" y="316"/>
                    <a:pt x="843" y="1"/>
                    <a:pt x="103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0" name="Google Shape;8650;p63"/>
            <p:cNvSpPr/>
            <p:nvPr/>
          </p:nvSpPr>
          <p:spPr>
            <a:xfrm>
              <a:off x="3627968" y="2219457"/>
              <a:ext cx="84478" cy="96794"/>
            </a:xfrm>
            <a:custGeom>
              <a:avLst/>
              <a:gdLst/>
              <a:ahLst/>
              <a:cxnLst/>
              <a:rect l="l" t="t" r="r" b="b"/>
              <a:pathLst>
                <a:path w="3217" h="3686" extrusionOk="0">
                  <a:moveTo>
                    <a:pt x="1369" y="1"/>
                  </a:moveTo>
                  <a:cubicBezTo>
                    <a:pt x="1226" y="1"/>
                    <a:pt x="1082" y="29"/>
                    <a:pt x="948" y="87"/>
                  </a:cubicBezTo>
                  <a:lnTo>
                    <a:pt x="431" y="288"/>
                  </a:lnTo>
                  <a:cubicBezTo>
                    <a:pt x="173" y="393"/>
                    <a:pt x="1" y="642"/>
                    <a:pt x="1" y="929"/>
                  </a:cubicBezTo>
                  <a:lnTo>
                    <a:pt x="1" y="3456"/>
                  </a:lnTo>
                  <a:cubicBezTo>
                    <a:pt x="1" y="3580"/>
                    <a:pt x="96" y="3685"/>
                    <a:pt x="230" y="3685"/>
                  </a:cubicBezTo>
                  <a:lnTo>
                    <a:pt x="2987" y="3685"/>
                  </a:lnTo>
                  <a:cubicBezTo>
                    <a:pt x="3121" y="3685"/>
                    <a:pt x="3216" y="3580"/>
                    <a:pt x="3216" y="3456"/>
                  </a:cubicBezTo>
                  <a:lnTo>
                    <a:pt x="3216" y="929"/>
                  </a:lnTo>
                  <a:cubicBezTo>
                    <a:pt x="3216" y="642"/>
                    <a:pt x="3044" y="393"/>
                    <a:pt x="2786" y="288"/>
                  </a:cubicBezTo>
                  <a:lnTo>
                    <a:pt x="2278" y="87"/>
                  </a:lnTo>
                  <a:cubicBezTo>
                    <a:pt x="2144" y="29"/>
                    <a:pt x="1991" y="1"/>
                    <a:pt x="1848"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1" name="Google Shape;8651;p63"/>
            <p:cNvSpPr/>
            <p:nvPr/>
          </p:nvSpPr>
          <p:spPr>
            <a:xfrm>
              <a:off x="3627968" y="2233296"/>
              <a:ext cx="18119" cy="82955"/>
            </a:xfrm>
            <a:custGeom>
              <a:avLst/>
              <a:gdLst/>
              <a:ahLst/>
              <a:cxnLst/>
              <a:rect l="l" t="t" r="r" b="b"/>
              <a:pathLst>
                <a:path w="690" h="3159" extrusionOk="0">
                  <a:moveTo>
                    <a:pt x="135" y="0"/>
                  </a:moveTo>
                  <a:cubicBezTo>
                    <a:pt x="49" y="115"/>
                    <a:pt x="1" y="258"/>
                    <a:pt x="1" y="402"/>
                  </a:cubicBezTo>
                  <a:lnTo>
                    <a:pt x="1" y="2929"/>
                  </a:lnTo>
                  <a:cubicBezTo>
                    <a:pt x="1" y="3053"/>
                    <a:pt x="96" y="3158"/>
                    <a:pt x="230" y="3158"/>
                  </a:cubicBezTo>
                  <a:lnTo>
                    <a:pt x="690" y="3158"/>
                  </a:lnTo>
                  <a:lnTo>
                    <a:pt x="690" y="641"/>
                  </a:lnTo>
                  <a:cubicBezTo>
                    <a:pt x="690" y="498"/>
                    <a:pt x="623" y="364"/>
                    <a:pt x="508" y="278"/>
                  </a:cubicBezTo>
                  <a:lnTo>
                    <a:pt x="135" y="0"/>
                  </a:ln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2" name="Google Shape;8652;p63"/>
            <p:cNvSpPr/>
            <p:nvPr/>
          </p:nvSpPr>
          <p:spPr>
            <a:xfrm>
              <a:off x="3694327" y="2233296"/>
              <a:ext cx="18119" cy="82955"/>
            </a:xfrm>
            <a:custGeom>
              <a:avLst/>
              <a:gdLst/>
              <a:ahLst/>
              <a:cxnLst/>
              <a:rect l="l" t="t" r="r" b="b"/>
              <a:pathLst>
                <a:path w="690" h="3159" extrusionOk="0">
                  <a:moveTo>
                    <a:pt x="555" y="0"/>
                  </a:moveTo>
                  <a:lnTo>
                    <a:pt x="192" y="278"/>
                  </a:lnTo>
                  <a:cubicBezTo>
                    <a:pt x="67" y="364"/>
                    <a:pt x="0" y="498"/>
                    <a:pt x="0" y="641"/>
                  </a:cubicBezTo>
                  <a:lnTo>
                    <a:pt x="0" y="3158"/>
                  </a:lnTo>
                  <a:lnTo>
                    <a:pt x="460" y="3158"/>
                  </a:lnTo>
                  <a:cubicBezTo>
                    <a:pt x="594" y="3158"/>
                    <a:pt x="689" y="3053"/>
                    <a:pt x="689" y="2929"/>
                  </a:cubicBezTo>
                  <a:lnTo>
                    <a:pt x="689" y="402"/>
                  </a:lnTo>
                  <a:cubicBezTo>
                    <a:pt x="689" y="258"/>
                    <a:pt x="641" y="115"/>
                    <a:pt x="555"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3" name="Google Shape;8653;p63"/>
            <p:cNvSpPr/>
            <p:nvPr/>
          </p:nvSpPr>
          <p:spPr>
            <a:xfrm>
              <a:off x="3809162" y="2213417"/>
              <a:ext cx="48528" cy="72661"/>
            </a:xfrm>
            <a:custGeom>
              <a:avLst/>
              <a:gdLst/>
              <a:ahLst/>
              <a:cxnLst/>
              <a:rect l="l" t="t" r="r" b="b"/>
              <a:pathLst>
                <a:path w="1848" h="2767" extrusionOk="0">
                  <a:moveTo>
                    <a:pt x="699" y="1"/>
                  </a:moveTo>
                  <a:cubicBezTo>
                    <a:pt x="317" y="1"/>
                    <a:pt x="1" y="307"/>
                    <a:pt x="1" y="690"/>
                  </a:cubicBezTo>
                  <a:lnTo>
                    <a:pt x="1" y="1446"/>
                  </a:lnTo>
                  <a:cubicBezTo>
                    <a:pt x="20" y="1676"/>
                    <a:pt x="97" y="1896"/>
                    <a:pt x="231" y="2068"/>
                  </a:cubicBezTo>
                  <a:cubicBezTo>
                    <a:pt x="384" y="2250"/>
                    <a:pt x="460" y="2470"/>
                    <a:pt x="460" y="2690"/>
                  </a:cubicBezTo>
                  <a:lnTo>
                    <a:pt x="460" y="2767"/>
                  </a:lnTo>
                  <a:lnTo>
                    <a:pt x="1389" y="2767"/>
                  </a:lnTo>
                  <a:lnTo>
                    <a:pt x="1389" y="2633"/>
                  </a:lnTo>
                  <a:cubicBezTo>
                    <a:pt x="1389" y="2441"/>
                    <a:pt x="1456" y="2260"/>
                    <a:pt x="1570" y="2126"/>
                  </a:cubicBezTo>
                  <a:lnTo>
                    <a:pt x="1657" y="2020"/>
                  </a:lnTo>
                  <a:cubicBezTo>
                    <a:pt x="1771" y="1877"/>
                    <a:pt x="1838" y="1704"/>
                    <a:pt x="1848" y="1513"/>
                  </a:cubicBezTo>
                  <a:lnTo>
                    <a:pt x="1848" y="690"/>
                  </a:lnTo>
                  <a:cubicBezTo>
                    <a:pt x="1848" y="307"/>
                    <a:pt x="1542" y="1"/>
                    <a:pt x="1159"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4" name="Google Shape;8654;p63"/>
            <p:cNvSpPr/>
            <p:nvPr/>
          </p:nvSpPr>
          <p:spPr>
            <a:xfrm>
              <a:off x="3809162" y="2213417"/>
              <a:ext cx="27179" cy="72661"/>
            </a:xfrm>
            <a:custGeom>
              <a:avLst/>
              <a:gdLst/>
              <a:ahLst/>
              <a:cxnLst/>
              <a:rect l="l" t="t" r="r" b="b"/>
              <a:pathLst>
                <a:path w="1035" h="2767" extrusionOk="0">
                  <a:moveTo>
                    <a:pt x="690" y="1"/>
                  </a:moveTo>
                  <a:cubicBezTo>
                    <a:pt x="307" y="1"/>
                    <a:pt x="1" y="307"/>
                    <a:pt x="1" y="690"/>
                  </a:cubicBezTo>
                  <a:lnTo>
                    <a:pt x="1" y="1456"/>
                  </a:lnTo>
                  <a:cubicBezTo>
                    <a:pt x="10" y="1676"/>
                    <a:pt x="87" y="1896"/>
                    <a:pt x="231" y="2078"/>
                  </a:cubicBezTo>
                  <a:cubicBezTo>
                    <a:pt x="374" y="2250"/>
                    <a:pt x="460" y="2470"/>
                    <a:pt x="460" y="2700"/>
                  </a:cubicBezTo>
                  <a:lnTo>
                    <a:pt x="460" y="2767"/>
                  </a:lnTo>
                  <a:lnTo>
                    <a:pt x="920" y="2767"/>
                  </a:lnTo>
                  <a:lnTo>
                    <a:pt x="920" y="2700"/>
                  </a:lnTo>
                  <a:cubicBezTo>
                    <a:pt x="920" y="2480"/>
                    <a:pt x="891" y="2269"/>
                    <a:pt x="814" y="2078"/>
                  </a:cubicBezTo>
                  <a:cubicBezTo>
                    <a:pt x="738" y="1877"/>
                    <a:pt x="690" y="1666"/>
                    <a:pt x="690" y="1456"/>
                  </a:cubicBezTo>
                  <a:lnTo>
                    <a:pt x="690" y="690"/>
                  </a:lnTo>
                  <a:cubicBezTo>
                    <a:pt x="690" y="307"/>
                    <a:pt x="843" y="1"/>
                    <a:pt x="1034"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5" name="Google Shape;8655;p63"/>
            <p:cNvSpPr/>
            <p:nvPr/>
          </p:nvSpPr>
          <p:spPr>
            <a:xfrm>
              <a:off x="3809162" y="2213417"/>
              <a:ext cx="48528" cy="54332"/>
            </a:xfrm>
            <a:custGeom>
              <a:avLst/>
              <a:gdLst/>
              <a:ahLst/>
              <a:cxnLst/>
              <a:rect l="l" t="t" r="r" b="b"/>
              <a:pathLst>
                <a:path w="1848" h="2069" extrusionOk="0">
                  <a:moveTo>
                    <a:pt x="690" y="1"/>
                  </a:moveTo>
                  <a:cubicBezTo>
                    <a:pt x="317" y="1"/>
                    <a:pt x="1" y="307"/>
                    <a:pt x="1" y="690"/>
                  </a:cubicBezTo>
                  <a:lnTo>
                    <a:pt x="1" y="1149"/>
                  </a:lnTo>
                  <a:cubicBezTo>
                    <a:pt x="1" y="1657"/>
                    <a:pt x="412" y="2068"/>
                    <a:pt x="929" y="2068"/>
                  </a:cubicBezTo>
                  <a:cubicBezTo>
                    <a:pt x="1436" y="2068"/>
                    <a:pt x="1848" y="1657"/>
                    <a:pt x="1848" y="1149"/>
                  </a:cubicBezTo>
                  <a:lnTo>
                    <a:pt x="1848" y="690"/>
                  </a:lnTo>
                  <a:cubicBezTo>
                    <a:pt x="1848" y="307"/>
                    <a:pt x="1532" y="1"/>
                    <a:pt x="11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6" name="Google Shape;8656;p63"/>
            <p:cNvSpPr/>
            <p:nvPr/>
          </p:nvSpPr>
          <p:spPr>
            <a:xfrm>
              <a:off x="3809162" y="2213417"/>
              <a:ext cx="27442" cy="54069"/>
            </a:xfrm>
            <a:custGeom>
              <a:avLst/>
              <a:gdLst/>
              <a:ahLst/>
              <a:cxnLst/>
              <a:rect l="l" t="t" r="r" b="b"/>
              <a:pathLst>
                <a:path w="1045" h="2059" extrusionOk="0">
                  <a:moveTo>
                    <a:pt x="699" y="1"/>
                  </a:moveTo>
                  <a:cubicBezTo>
                    <a:pt x="317" y="1"/>
                    <a:pt x="1" y="307"/>
                    <a:pt x="1" y="690"/>
                  </a:cubicBezTo>
                  <a:lnTo>
                    <a:pt x="1" y="1149"/>
                  </a:lnTo>
                  <a:cubicBezTo>
                    <a:pt x="1" y="1609"/>
                    <a:pt x="345" y="2001"/>
                    <a:pt x="805" y="2059"/>
                  </a:cubicBezTo>
                  <a:cubicBezTo>
                    <a:pt x="738" y="1867"/>
                    <a:pt x="699" y="1657"/>
                    <a:pt x="699" y="1446"/>
                  </a:cubicBezTo>
                  <a:lnTo>
                    <a:pt x="699" y="690"/>
                  </a:lnTo>
                  <a:cubicBezTo>
                    <a:pt x="699" y="307"/>
                    <a:pt x="853" y="1"/>
                    <a:pt x="104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7" name="Google Shape;8657;p63"/>
            <p:cNvSpPr/>
            <p:nvPr/>
          </p:nvSpPr>
          <p:spPr>
            <a:xfrm>
              <a:off x="3791331" y="2280039"/>
              <a:ext cx="84452" cy="60319"/>
            </a:xfrm>
            <a:custGeom>
              <a:avLst/>
              <a:gdLst/>
              <a:ahLst/>
              <a:cxnLst/>
              <a:rect l="l" t="t" r="r" b="b"/>
              <a:pathLst>
                <a:path w="3216" h="2297" extrusionOk="0">
                  <a:moveTo>
                    <a:pt x="1369" y="0"/>
                  </a:moveTo>
                  <a:cubicBezTo>
                    <a:pt x="1216" y="0"/>
                    <a:pt x="1072" y="29"/>
                    <a:pt x="938" y="86"/>
                  </a:cubicBezTo>
                  <a:lnTo>
                    <a:pt x="431" y="287"/>
                  </a:lnTo>
                  <a:cubicBezTo>
                    <a:pt x="173" y="383"/>
                    <a:pt x="0" y="641"/>
                    <a:pt x="0" y="928"/>
                  </a:cubicBezTo>
                  <a:lnTo>
                    <a:pt x="0" y="2067"/>
                  </a:lnTo>
                  <a:cubicBezTo>
                    <a:pt x="0" y="2192"/>
                    <a:pt x="96" y="2297"/>
                    <a:pt x="230" y="2297"/>
                  </a:cubicBezTo>
                  <a:lnTo>
                    <a:pt x="2986" y="2297"/>
                  </a:lnTo>
                  <a:cubicBezTo>
                    <a:pt x="3120" y="2297"/>
                    <a:pt x="3216" y="2192"/>
                    <a:pt x="3216" y="2067"/>
                  </a:cubicBezTo>
                  <a:lnTo>
                    <a:pt x="3216" y="919"/>
                  </a:lnTo>
                  <a:cubicBezTo>
                    <a:pt x="3216" y="641"/>
                    <a:pt x="3044" y="383"/>
                    <a:pt x="2785" y="287"/>
                  </a:cubicBezTo>
                  <a:lnTo>
                    <a:pt x="2269" y="86"/>
                  </a:lnTo>
                  <a:cubicBezTo>
                    <a:pt x="2135" y="29"/>
                    <a:pt x="1991" y="0"/>
                    <a:pt x="1847"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8" name="Google Shape;8658;p63"/>
            <p:cNvSpPr/>
            <p:nvPr/>
          </p:nvSpPr>
          <p:spPr>
            <a:xfrm>
              <a:off x="3791068" y="2293353"/>
              <a:ext cx="18119" cy="47005"/>
            </a:xfrm>
            <a:custGeom>
              <a:avLst/>
              <a:gdLst/>
              <a:ahLst/>
              <a:cxnLst/>
              <a:rect l="l" t="t" r="r" b="b"/>
              <a:pathLst>
                <a:path w="690" h="1790" extrusionOk="0">
                  <a:moveTo>
                    <a:pt x="135" y="0"/>
                  </a:moveTo>
                  <a:cubicBezTo>
                    <a:pt x="49" y="125"/>
                    <a:pt x="1" y="268"/>
                    <a:pt x="1" y="412"/>
                  </a:cubicBezTo>
                  <a:lnTo>
                    <a:pt x="1" y="1551"/>
                  </a:lnTo>
                  <a:cubicBezTo>
                    <a:pt x="1" y="1685"/>
                    <a:pt x="106" y="1780"/>
                    <a:pt x="230" y="1780"/>
                  </a:cubicBezTo>
                  <a:lnTo>
                    <a:pt x="690" y="1790"/>
                  </a:lnTo>
                  <a:lnTo>
                    <a:pt x="690" y="651"/>
                  </a:lnTo>
                  <a:cubicBezTo>
                    <a:pt x="690" y="508"/>
                    <a:pt x="623" y="374"/>
                    <a:pt x="508" y="287"/>
                  </a:cubicBezTo>
                  <a:lnTo>
                    <a:pt x="135"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9" name="Google Shape;8659;p63"/>
            <p:cNvSpPr/>
            <p:nvPr/>
          </p:nvSpPr>
          <p:spPr>
            <a:xfrm>
              <a:off x="3857664" y="2293589"/>
              <a:ext cx="17883" cy="47032"/>
            </a:xfrm>
            <a:custGeom>
              <a:avLst/>
              <a:gdLst/>
              <a:ahLst/>
              <a:cxnLst/>
              <a:rect l="l" t="t" r="r" b="b"/>
              <a:pathLst>
                <a:path w="681" h="1791" extrusionOk="0">
                  <a:moveTo>
                    <a:pt x="546" y="1"/>
                  </a:moveTo>
                  <a:lnTo>
                    <a:pt x="183" y="288"/>
                  </a:lnTo>
                  <a:cubicBezTo>
                    <a:pt x="68" y="365"/>
                    <a:pt x="1" y="499"/>
                    <a:pt x="1" y="642"/>
                  </a:cubicBezTo>
                  <a:lnTo>
                    <a:pt x="1" y="1781"/>
                  </a:lnTo>
                  <a:lnTo>
                    <a:pt x="451" y="1791"/>
                  </a:lnTo>
                  <a:cubicBezTo>
                    <a:pt x="585" y="1791"/>
                    <a:pt x="680" y="1685"/>
                    <a:pt x="680" y="1561"/>
                  </a:cubicBezTo>
                  <a:lnTo>
                    <a:pt x="680" y="412"/>
                  </a:lnTo>
                  <a:cubicBezTo>
                    <a:pt x="680" y="269"/>
                    <a:pt x="633" y="125"/>
                    <a:pt x="546" y="1"/>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0" name="Google Shape;8660;p63"/>
            <p:cNvSpPr/>
            <p:nvPr/>
          </p:nvSpPr>
          <p:spPr>
            <a:xfrm>
              <a:off x="3700340" y="2213417"/>
              <a:ext cx="48528" cy="72661"/>
            </a:xfrm>
            <a:custGeom>
              <a:avLst/>
              <a:gdLst/>
              <a:ahLst/>
              <a:cxnLst/>
              <a:rect l="l" t="t" r="r" b="b"/>
              <a:pathLst>
                <a:path w="1848" h="2767" extrusionOk="0">
                  <a:moveTo>
                    <a:pt x="700" y="1"/>
                  </a:moveTo>
                  <a:cubicBezTo>
                    <a:pt x="317" y="1"/>
                    <a:pt x="1" y="307"/>
                    <a:pt x="1" y="690"/>
                  </a:cubicBezTo>
                  <a:lnTo>
                    <a:pt x="1" y="1446"/>
                  </a:lnTo>
                  <a:cubicBezTo>
                    <a:pt x="20" y="1676"/>
                    <a:pt x="97" y="1896"/>
                    <a:pt x="231" y="2068"/>
                  </a:cubicBezTo>
                  <a:cubicBezTo>
                    <a:pt x="384" y="2250"/>
                    <a:pt x="460" y="2470"/>
                    <a:pt x="460" y="2690"/>
                  </a:cubicBezTo>
                  <a:lnTo>
                    <a:pt x="460" y="2767"/>
                  </a:lnTo>
                  <a:lnTo>
                    <a:pt x="1389" y="2767"/>
                  </a:lnTo>
                  <a:lnTo>
                    <a:pt x="1389" y="2633"/>
                  </a:lnTo>
                  <a:cubicBezTo>
                    <a:pt x="1389" y="2441"/>
                    <a:pt x="1446" y="2260"/>
                    <a:pt x="1570" y="2126"/>
                  </a:cubicBezTo>
                  <a:lnTo>
                    <a:pt x="1657" y="2020"/>
                  </a:lnTo>
                  <a:cubicBezTo>
                    <a:pt x="1771" y="1877"/>
                    <a:pt x="1838" y="1704"/>
                    <a:pt x="1848" y="1513"/>
                  </a:cubicBezTo>
                  <a:lnTo>
                    <a:pt x="1848" y="690"/>
                  </a:lnTo>
                  <a:cubicBezTo>
                    <a:pt x="1848" y="307"/>
                    <a:pt x="1532" y="1"/>
                    <a:pt x="1159"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1" name="Google Shape;8661;p63"/>
            <p:cNvSpPr/>
            <p:nvPr/>
          </p:nvSpPr>
          <p:spPr>
            <a:xfrm>
              <a:off x="3700340" y="2213417"/>
              <a:ext cx="27179" cy="72661"/>
            </a:xfrm>
            <a:custGeom>
              <a:avLst/>
              <a:gdLst/>
              <a:ahLst/>
              <a:cxnLst/>
              <a:rect l="l" t="t" r="r" b="b"/>
              <a:pathLst>
                <a:path w="1035" h="2767" extrusionOk="0">
                  <a:moveTo>
                    <a:pt x="690" y="1"/>
                  </a:moveTo>
                  <a:cubicBezTo>
                    <a:pt x="307" y="1"/>
                    <a:pt x="1" y="307"/>
                    <a:pt x="1" y="690"/>
                  </a:cubicBezTo>
                  <a:lnTo>
                    <a:pt x="1" y="1456"/>
                  </a:lnTo>
                  <a:cubicBezTo>
                    <a:pt x="10" y="1676"/>
                    <a:pt x="87" y="1896"/>
                    <a:pt x="231" y="2078"/>
                  </a:cubicBezTo>
                  <a:cubicBezTo>
                    <a:pt x="374" y="2250"/>
                    <a:pt x="460" y="2470"/>
                    <a:pt x="460" y="2700"/>
                  </a:cubicBezTo>
                  <a:lnTo>
                    <a:pt x="460" y="2767"/>
                  </a:lnTo>
                  <a:lnTo>
                    <a:pt x="920" y="2767"/>
                  </a:lnTo>
                  <a:lnTo>
                    <a:pt x="920" y="2700"/>
                  </a:lnTo>
                  <a:cubicBezTo>
                    <a:pt x="920" y="2480"/>
                    <a:pt x="891" y="2269"/>
                    <a:pt x="814" y="2078"/>
                  </a:cubicBezTo>
                  <a:cubicBezTo>
                    <a:pt x="738" y="1877"/>
                    <a:pt x="690" y="1666"/>
                    <a:pt x="690" y="1456"/>
                  </a:cubicBezTo>
                  <a:lnTo>
                    <a:pt x="690" y="690"/>
                  </a:lnTo>
                  <a:cubicBezTo>
                    <a:pt x="690" y="307"/>
                    <a:pt x="843" y="1"/>
                    <a:pt x="1035"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2" name="Google Shape;8662;p63"/>
            <p:cNvSpPr/>
            <p:nvPr/>
          </p:nvSpPr>
          <p:spPr>
            <a:xfrm>
              <a:off x="3700340" y="2213417"/>
              <a:ext cx="48528" cy="54332"/>
            </a:xfrm>
            <a:custGeom>
              <a:avLst/>
              <a:gdLst/>
              <a:ahLst/>
              <a:cxnLst/>
              <a:rect l="l" t="t" r="r" b="b"/>
              <a:pathLst>
                <a:path w="1848" h="2069" extrusionOk="0">
                  <a:moveTo>
                    <a:pt x="690" y="1"/>
                  </a:moveTo>
                  <a:cubicBezTo>
                    <a:pt x="317" y="1"/>
                    <a:pt x="1" y="307"/>
                    <a:pt x="1" y="690"/>
                  </a:cubicBezTo>
                  <a:lnTo>
                    <a:pt x="1" y="1149"/>
                  </a:lnTo>
                  <a:cubicBezTo>
                    <a:pt x="1" y="1657"/>
                    <a:pt x="412" y="2068"/>
                    <a:pt x="929" y="2068"/>
                  </a:cubicBezTo>
                  <a:cubicBezTo>
                    <a:pt x="1436" y="2068"/>
                    <a:pt x="1848" y="1657"/>
                    <a:pt x="1848" y="1149"/>
                  </a:cubicBezTo>
                  <a:lnTo>
                    <a:pt x="1848" y="690"/>
                  </a:lnTo>
                  <a:cubicBezTo>
                    <a:pt x="1848" y="307"/>
                    <a:pt x="1532" y="1"/>
                    <a:pt x="11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3" name="Google Shape;8663;p63"/>
            <p:cNvSpPr/>
            <p:nvPr/>
          </p:nvSpPr>
          <p:spPr>
            <a:xfrm>
              <a:off x="3700340" y="2213417"/>
              <a:ext cx="27442" cy="54069"/>
            </a:xfrm>
            <a:custGeom>
              <a:avLst/>
              <a:gdLst/>
              <a:ahLst/>
              <a:cxnLst/>
              <a:rect l="l" t="t" r="r" b="b"/>
              <a:pathLst>
                <a:path w="1045" h="2059" extrusionOk="0">
                  <a:moveTo>
                    <a:pt x="700" y="1"/>
                  </a:moveTo>
                  <a:cubicBezTo>
                    <a:pt x="317" y="1"/>
                    <a:pt x="1" y="307"/>
                    <a:pt x="1" y="690"/>
                  </a:cubicBezTo>
                  <a:lnTo>
                    <a:pt x="1" y="1149"/>
                  </a:lnTo>
                  <a:cubicBezTo>
                    <a:pt x="1" y="1609"/>
                    <a:pt x="345" y="2001"/>
                    <a:pt x="805" y="2059"/>
                  </a:cubicBezTo>
                  <a:cubicBezTo>
                    <a:pt x="738" y="1867"/>
                    <a:pt x="700" y="1657"/>
                    <a:pt x="700" y="1446"/>
                  </a:cubicBezTo>
                  <a:lnTo>
                    <a:pt x="700" y="690"/>
                  </a:lnTo>
                  <a:cubicBezTo>
                    <a:pt x="700" y="307"/>
                    <a:pt x="853" y="1"/>
                    <a:pt x="104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4" name="Google Shape;8664;p63"/>
            <p:cNvSpPr/>
            <p:nvPr/>
          </p:nvSpPr>
          <p:spPr>
            <a:xfrm>
              <a:off x="3682247" y="2280039"/>
              <a:ext cx="84741" cy="60319"/>
            </a:xfrm>
            <a:custGeom>
              <a:avLst/>
              <a:gdLst/>
              <a:ahLst/>
              <a:cxnLst/>
              <a:rect l="l" t="t" r="r" b="b"/>
              <a:pathLst>
                <a:path w="3227" h="2297" extrusionOk="0">
                  <a:moveTo>
                    <a:pt x="1379" y="0"/>
                  </a:moveTo>
                  <a:cubicBezTo>
                    <a:pt x="1226" y="0"/>
                    <a:pt x="1082" y="29"/>
                    <a:pt x="948" y="86"/>
                  </a:cubicBezTo>
                  <a:lnTo>
                    <a:pt x="441" y="287"/>
                  </a:lnTo>
                  <a:cubicBezTo>
                    <a:pt x="173" y="392"/>
                    <a:pt x="1" y="641"/>
                    <a:pt x="1" y="928"/>
                  </a:cubicBezTo>
                  <a:lnTo>
                    <a:pt x="1" y="2067"/>
                  </a:lnTo>
                  <a:cubicBezTo>
                    <a:pt x="1" y="2201"/>
                    <a:pt x="106" y="2297"/>
                    <a:pt x="231" y="2297"/>
                  </a:cubicBezTo>
                  <a:lnTo>
                    <a:pt x="2996" y="2297"/>
                  </a:lnTo>
                  <a:cubicBezTo>
                    <a:pt x="3121" y="2297"/>
                    <a:pt x="3226" y="2201"/>
                    <a:pt x="3226" y="2067"/>
                  </a:cubicBezTo>
                  <a:lnTo>
                    <a:pt x="3226" y="919"/>
                  </a:lnTo>
                  <a:cubicBezTo>
                    <a:pt x="3226" y="641"/>
                    <a:pt x="3054" y="383"/>
                    <a:pt x="2795" y="287"/>
                  </a:cubicBezTo>
                  <a:lnTo>
                    <a:pt x="2279" y="86"/>
                  </a:lnTo>
                  <a:cubicBezTo>
                    <a:pt x="2145" y="29"/>
                    <a:pt x="2001" y="0"/>
                    <a:pt x="1857"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5" name="Google Shape;8665;p63"/>
            <p:cNvSpPr/>
            <p:nvPr/>
          </p:nvSpPr>
          <p:spPr>
            <a:xfrm>
              <a:off x="3682247" y="2293353"/>
              <a:ext cx="18119" cy="47005"/>
            </a:xfrm>
            <a:custGeom>
              <a:avLst/>
              <a:gdLst/>
              <a:ahLst/>
              <a:cxnLst/>
              <a:rect l="l" t="t" r="r" b="b"/>
              <a:pathLst>
                <a:path w="690" h="1790" extrusionOk="0">
                  <a:moveTo>
                    <a:pt x="135" y="0"/>
                  </a:moveTo>
                  <a:cubicBezTo>
                    <a:pt x="49" y="125"/>
                    <a:pt x="1" y="268"/>
                    <a:pt x="1" y="412"/>
                  </a:cubicBezTo>
                  <a:lnTo>
                    <a:pt x="1" y="1560"/>
                  </a:lnTo>
                  <a:cubicBezTo>
                    <a:pt x="1" y="1685"/>
                    <a:pt x="106" y="1790"/>
                    <a:pt x="231" y="1790"/>
                  </a:cubicBezTo>
                  <a:lnTo>
                    <a:pt x="690" y="1790"/>
                  </a:lnTo>
                  <a:lnTo>
                    <a:pt x="690" y="651"/>
                  </a:lnTo>
                  <a:cubicBezTo>
                    <a:pt x="690" y="508"/>
                    <a:pt x="623" y="374"/>
                    <a:pt x="508" y="287"/>
                  </a:cubicBezTo>
                  <a:lnTo>
                    <a:pt x="135"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6" name="Google Shape;8666;p63"/>
            <p:cNvSpPr/>
            <p:nvPr/>
          </p:nvSpPr>
          <p:spPr>
            <a:xfrm>
              <a:off x="3748842" y="2293589"/>
              <a:ext cx="18146" cy="47032"/>
            </a:xfrm>
            <a:custGeom>
              <a:avLst/>
              <a:gdLst/>
              <a:ahLst/>
              <a:cxnLst/>
              <a:rect l="l" t="t" r="r" b="b"/>
              <a:pathLst>
                <a:path w="691" h="1791" extrusionOk="0">
                  <a:moveTo>
                    <a:pt x="556" y="1"/>
                  </a:moveTo>
                  <a:lnTo>
                    <a:pt x="183" y="288"/>
                  </a:lnTo>
                  <a:cubicBezTo>
                    <a:pt x="68" y="365"/>
                    <a:pt x="1" y="499"/>
                    <a:pt x="1" y="642"/>
                  </a:cubicBezTo>
                  <a:lnTo>
                    <a:pt x="1" y="1781"/>
                  </a:lnTo>
                  <a:lnTo>
                    <a:pt x="460" y="1791"/>
                  </a:lnTo>
                  <a:cubicBezTo>
                    <a:pt x="585" y="1791"/>
                    <a:pt x="690" y="1685"/>
                    <a:pt x="690" y="1561"/>
                  </a:cubicBezTo>
                  <a:lnTo>
                    <a:pt x="690" y="412"/>
                  </a:lnTo>
                  <a:cubicBezTo>
                    <a:pt x="690" y="269"/>
                    <a:pt x="642" y="125"/>
                    <a:pt x="556" y="1"/>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7" name="Google Shape;8667;p63"/>
            <p:cNvSpPr/>
            <p:nvPr/>
          </p:nvSpPr>
          <p:spPr>
            <a:xfrm>
              <a:off x="3591519" y="2213417"/>
              <a:ext cx="48555" cy="72661"/>
            </a:xfrm>
            <a:custGeom>
              <a:avLst/>
              <a:gdLst/>
              <a:ahLst/>
              <a:cxnLst/>
              <a:rect l="l" t="t" r="r" b="b"/>
              <a:pathLst>
                <a:path w="1849" h="2767" extrusionOk="0">
                  <a:moveTo>
                    <a:pt x="700" y="1"/>
                  </a:moveTo>
                  <a:cubicBezTo>
                    <a:pt x="317" y="1"/>
                    <a:pt x="1" y="307"/>
                    <a:pt x="1" y="690"/>
                  </a:cubicBezTo>
                  <a:lnTo>
                    <a:pt x="1" y="1446"/>
                  </a:lnTo>
                  <a:cubicBezTo>
                    <a:pt x="20" y="1676"/>
                    <a:pt x="97" y="1896"/>
                    <a:pt x="231" y="2068"/>
                  </a:cubicBezTo>
                  <a:cubicBezTo>
                    <a:pt x="384" y="2250"/>
                    <a:pt x="460" y="2470"/>
                    <a:pt x="460" y="2690"/>
                  </a:cubicBezTo>
                  <a:lnTo>
                    <a:pt x="460" y="2767"/>
                  </a:lnTo>
                  <a:lnTo>
                    <a:pt x="1389" y="2767"/>
                  </a:lnTo>
                  <a:lnTo>
                    <a:pt x="1389" y="2633"/>
                  </a:lnTo>
                  <a:cubicBezTo>
                    <a:pt x="1389" y="2441"/>
                    <a:pt x="1456" y="2260"/>
                    <a:pt x="1570" y="2126"/>
                  </a:cubicBezTo>
                  <a:lnTo>
                    <a:pt x="1657" y="2020"/>
                  </a:lnTo>
                  <a:cubicBezTo>
                    <a:pt x="1771" y="1877"/>
                    <a:pt x="1838" y="1704"/>
                    <a:pt x="1848" y="1513"/>
                  </a:cubicBezTo>
                  <a:lnTo>
                    <a:pt x="1848" y="690"/>
                  </a:lnTo>
                  <a:cubicBezTo>
                    <a:pt x="1848" y="307"/>
                    <a:pt x="1542" y="1"/>
                    <a:pt x="1159"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8" name="Google Shape;8668;p63"/>
            <p:cNvSpPr/>
            <p:nvPr/>
          </p:nvSpPr>
          <p:spPr>
            <a:xfrm>
              <a:off x="3591519" y="2213417"/>
              <a:ext cx="27179" cy="72661"/>
            </a:xfrm>
            <a:custGeom>
              <a:avLst/>
              <a:gdLst/>
              <a:ahLst/>
              <a:cxnLst/>
              <a:rect l="l" t="t" r="r" b="b"/>
              <a:pathLst>
                <a:path w="1035" h="2767" extrusionOk="0">
                  <a:moveTo>
                    <a:pt x="700" y="1"/>
                  </a:moveTo>
                  <a:cubicBezTo>
                    <a:pt x="317" y="1"/>
                    <a:pt x="1" y="307"/>
                    <a:pt x="1" y="690"/>
                  </a:cubicBezTo>
                  <a:lnTo>
                    <a:pt x="1" y="1456"/>
                  </a:lnTo>
                  <a:cubicBezTo>
                    <a:pt x="20" y="1676"/>
                    <a:pt x="97" y="1896"/>
                    <a:pt x="231" y="2078"/>
                  </a:cubicBezTo>
                  <a:cubicBezTo>
                    <a:pt x="384" y="2250"/>
                    <a:pt x="460" y="2470"/>
                    <a:pt x="460" y="2700"/>
                  </a:cubicBezTo>
                  <a:lnTo>
                    <a:pt x="460" y="2767"/>
                  </a:lnTo>
                  <a:lnTo>
                    <a:pt x="929" y="2767"/>
                  </a:lnTo>
                  <a:lnTo>
                    <a:pt x="929" y="2700"/>
                  </a:lnTo>
                  <a:cubicBezTo>
                    <a:pt x="929" y="2480"/>
                    <a:pt x="891" y="2269"/>
                    <a:pt x="814" y="2078"/>
                  </a:cubicBezTo>
                  <a:cubicBezTo>
                    <a:pt x="738" y="1877"/>
                    <a:pt x="690" y="1666"/>
                    <a:pt x="690" y="1456"/>
                  </a:cubicBezTo>
                  <a:lnTo>
                    <a:pt x="690" y="690"/>
                  </a:lnTo>
                  <a:cubicBezTo>
                    <a:pt x="690" y="307"/>
                    <a:pt x="843" y="1"/>
                    <a:pt x="1035"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9" name="Google Shape;8669;p63"/>
            <p:cNvSpPr/>
            <p:nvPr/>
          </p:nvSpPr>
          <p:spPr>
            <a:xfrm>
              <a:off x="3591519" y="2213417"/>
              <a:ext cx="48555" cy="54332"/>
            </a:xfrm>
            <a:custGeom>
              <a:avLst/>
              <a:gdLst/>
              <a:ahLst/>
              <a:cxnLst/>
              <a:rect l="l" t="t" r="r" b="b"/>
              <a:pathLst>
                <a:path w="1849" h="2069" extrusionOk="0">
                  <a:moveTo>
                    <a:pt x="690" y="1"/>
                  </a:moveTo>
                  <a:cubicBezTo>
                    <a:pt x="317" y="1"/>
                    <a:pt x="1" y="307"/>
                    <a:pt x="1" y="690"/>
                  </a:cubicBezTo>
                  <a:lnTo>
                    <a:pt x="1" y="1149"/>
                  </a:lnTo>
                  <a:cubicBezTo>
                    <a:pt x="1" y="1657"/>
                    <a:pt x="412" y="2068"/>
                    <a:pt x="929" y="2068"/>
                  </a:cubicBezTo>
                  <a:cubicBezTo>
                    <a:pt x="1437" y="2068"/>
                    <a:pt x="1848" y="1657"/>
                    <a:pt x="1848" y="1149"/>
                  </a:cubicBezTo>
                  <a:lnTo>
                    <a:pt x="1848" y="690"/>
                  </a:lnTo>
                  <a:cubicBezTo>
                    <a:pt x="1848" y="307"/>
                    <a:pt x="1532" y="1"/>
                    <a:pt x="11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0" name="Google Shape;8670;p63"/>
            <p:cNvSpPr/>
            <p:nvPr/>
          </p:nvSpPr>
          <p:spPr>
            <a:xfrm>
              <a:off x="3591519" y="2213417"/>
              <a:ext cx="27442" cy="54069"/>
            </a:xfrm>
            <a:custGeom>
              <a:avLst/>
              <a:gdLst/>
              <a:ahLst/>
              <a:cxnLst/>
              <a:rect l="l" t="t" r="r" b="b"/>
              <a:pathLst>
                <a:path w="1045" h="2059" extrusionOk="0">
                  <a:moveTo>
                    <a:pt x="700" y="1"/>
                  </a:moveTo>
                  <a:cubicBezTo>
                    <a:pt x="317" y="1"/>
                    <a:pt x="1" y="307"/>
                    <a:pt x="1" y="690"/>
                  </a:cubicBezTo>
                  <a:lnTo>
                    <a:pt x="1" y="1149"/>
                  </a:lnTo>
                  <a:cubicBezTo>
                    <a:pt x="1" y="1609"/>
                    <a:pt x="346" y="2001"/>
                    <a:pt x="805" y="2059"/>
                  </a:cubicBezTo>
                  <a:cubicBezTo>
                    <a:pt x="738" y="1867"/>
                    <a:pt x="700" y="1657"/>
                    <a:pt x="700" y="1446"/>
                  </a:cubicBezTo>
                  <a:lnTo>
                    <a:pt x="700" y="690"/>
                  </a:lnTo>
                  <a:cubicBezTo>
                    <a:pt x="700" y="307"/>
                    <a:pt x="853" y="1"/>
                    <a:pt x="104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1" name="Google Shape;8671;p63"/>
            <p:cNvSpPr/>
            <p:nvPr/>
          </p:nvSpPr>
          <p:spPr>
            <a:xfrm>
              <a:off x="3573688" y="2280039"/>
              <a:ext cx="84478" cy="60319"/>
            </a:xfrm>
            <a:custGeom>
              <a:avLst/>
              <a:gdLst/>
              <a:ahLst/>
              <a:cxnLst/>
              <a:rect l="l" t="t" r="r" b="b"/>
              <a:pathLst>
                <a:path w="3217" h="2297" extrusionOk="0">
                  <a:moveTo>
                    <a:pt x="1369" y="0"/>
                  </a:moveTo>
                  <a:cubicBezTo>
                    <a:pt x="1225" y="0"/>
                    <a:pt x="1082" y="29"/>
                    <a:pt x="948" y="86"/>
                  </a:cubicBezTo>
                  <a:lnTo>
                    <a:pt x="431" y="287"/>
                  </a:lnTo>
                  <a:cubicBezTo>
                    <a:pt x="173" y="392"/>
                    <a:pt x="0" y="641"/>
                    <a:pt x="0" y="928"/>
                  </a:cubicBezTo>
                  <a:lnTo>
                    <a:pt x="0" y="2067"/>
                  </a:lnTo>
                  <a:cubicBezTo>
                    <a:pt x="0" y="2201"/>
                    <a:pt x="96" y="2297"/>
                    <a:pt x="230" y="2297"/>
                  </a:cubicBezTo>
                  <a:lnTo>
                    <a:pt x="2986" y="2297"/>
                  </a:lnTo>
                  <a:cubicBezTo>
                    <a:pt x="3120" y="2297"/>
                    <a:pt x="3216" y="2192"/>
                    <a:pt x="3216" y="2067"/>
                  </a:cubicBezTo>
                  <a:lnTo>
                    <a:pt x="3216" y="919"/>
                  </a:lnTo>
                  <a:cubicBezTo>
                    <a:pt x="3216" y="641"/>
                    <a:pt x="3044" y="383"/>
                    <a:pt x="2785" y="287"/>
                  </a:cubicBezTo>
                  <a:lnTo>
                    <a:pt x="2269" y="86"/>
                  </a:lnTo>
                  <a:cubicBezTo>
                    <a:pt x="2135" y="29"/>
                    <a:pt x="1991" y="0"/>
                    <a:pt x="1848"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2" name="Google Shape;8672;p63"/>
            <p:cNvSpPr/>
            <p:nvPr/>
          </p:nvSpPr>
          <p:spPr>
            <a:xfrm>
              <a:off x="3573426" y="2293353"/>
              <a:ext cx="18119" cy="47005"/>
            </a:xfrm>
            <a:custGeom>
              <a:avLst/>
              <a:gdLst/>
              <a:ahLst/>
              <a:cxnLst/>
              <a:rect l="l" t="t" r="r" b="b"/>
              <a:pathLst>
                <a:path w="690" h="1790" extrusionOk="0">
                  <a:moveTo>
                    <a:pt x="135" y="0"/>
                  </a:moveTo>
                  <a:cubicBezTo>
                    <a:pt x="49" y="125"/>
                    <a:pt x="1" y="268"/>
                    <a:pt x="1" y="412"/>
                  </a:cubicBezTo>
                  <a:lnTo>
                    <a:pt x="1" y="1551"/>
                  </a:lnTo>
                  <a:cubicBezTo>
                    <a:pt x="1" y="1685"/>
                    <a:pt x="106" y="1780"/>
                    <a:pt x="231" y="1780"/>
                  </a:cubicBezTo>
                  <a:lnTo>
                    <a:pt x="690" y="1790"/>
                  </a:lnTo>
                  <a:lnTo>
                    <a:pt x="690" y="651"/>
                  </a:lnTo>
                  <a:cubicBezTo>
                    <a:pt x="690" y="508"/>
                    <a:pt x="623" y="374"/>
                    <a:pt x="508" y="287"/>
                  </a:cubicBezTo>
                  <a:lnTo>
                    <a:pt x="135"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3" name="Google Shape;8673;p63"/>
            <p:cNvSpPr/>
            <p:nvPr/>
          </p:nvSpPr>
          <p:spPr>
            <a:xfrm>
              <a:off x="3640047" y="2293353"/>
              <a:ext cx="18119" cy="47005"/>
            </a:xfrm>
            <a:custGeom>
              <a:avLst/>
              <a:gdLst/>
              <a:ahLst/>
              <a:cxnLst/>
              <a:rect l="l" t="t" r="r" b="b"/>
              <a:pathLst>
                <a:path w="690" h="1790" extrusionOk="0">
                  <a:moveTo>
                    <a:pt x="555" y="0"/>
                  </a:moveTo>
                  <a:lnTo>
                    <a:pt x="182" y="287"/>
                  </a:lnTo>
                  <a:cubicBezTo>
                    <a:pt x="67" y="374"/>
                    <a:pt x="0" y="508"/>
                    <a:pt x="0" y="651"/>
                  </a:cubicBezTo>
                  <a:lnTo>
                    <a:pt x="0" y="1790"/>
                  </a:lnTo>
                  <a:lnTo>
                    <a:pt x="459" y="1790"/>
                  </a:lnTo>
                  <a:cubicBezTo>
                    <a:pt x="584" y="1790"/>
                    <a:pt x="689" y="1685"/>
                    <a:pt x="689" y="1560"/>
                  </a:cubicBezTo>
                  <a:lnTo>
                    <a:pt x="689" y="412"/>
                  </a:lnTo>
                  <a:cubicBezTo>
                    <a:pt x="689" y="268"/>
                    <a:pt x="641" y="125"/>
                    <a:pt x="555"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4" name="Google Shape;8674;p63"/>
            <p:cNvSpPr/>
            <p:nvPr/>
          </p:nvSpPr>
          <p:spPr>
            <a:xfrm>
              <a:off x="3666228" y="2068409"/>
              <a:ext cx="117041" cy="24159"/>
            </a:xfrm>
            <a:custGeom>
              <a:avLst/>
              <a:gdLst/>
              <a:ahLst/>
              <a:cxnLst/>
              <a:rect l="l" t="t" r="r" b="b"/>
              <a:pathLst>
                <a:path w="4457" h="920" extrusionOk="0">
                  <a:moveTo>
                    <a:pt x="215" y="0"/>
                  </a:moveTo>
                  <a:cubicBezTo>
                    <a:pt x="79" y="0"/>
                    <a:pt x="0" y="148"/>
                    <a:pt x="65" y="259"/>
                  </a:cubicBezTo>
                  <a:lnTo>
                    <a:pt x="324" y="795"/>
                  </a:lnTo>
                  <a:cubicBezTo>
                    <a:pt x="362" y="872"/>
                    <a:pt x="439" y="920"/>
                    <a:pt x="534" y="920"/>
                  </a:cubicBezTo>
                  <a:lnTo>
                    <a:pt x="3922" y="920"/>
                  </a:lnTo>
                  <a:cubicBezTo>
                    <a:pt x="4008" y="920"/>
                    <a:pt x="4094" y="872"/>
                    <a:pt x="4133" y="795"/>
                  </a:cubicBezTo>
                  <a:lnTo>
                    <a:pt x="4401" y="259"/>
                  </a:lnTo>
                  <a:cubicBezTo>
                    <a:pt x="4456" y="148"/>
                    <a:pt x="4377" y="0"/>
                    <a:pt x="4250" y="0"/>
                  </a:cubicBezTo>
                  <a:cubicBezTo>
                    <a:pt x="4246" y="0"/>
                    <a:pt x="4242" y="1"/>
                    <a:pt x="4238" y="1"/>
                  </a:cubicBezTo>
                  <a:lnTo>
                    <a:pt x="228" y="1"/>
                  </a:lnTo>
                  <a:cubicBezTo>
                    <a:pt x="224" y="1"/>
                    <a:pt x="219" y="0"/>
                    <a:pt x="215"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5" name="Google Shape;8675;p63"/>
            <p:cNvSpPr/>
            <p:nvPr/>
          </p:nvSpPr>
          <p:spPr>
            <a:xfrm>
              <a:off x="3706380" y="2110635"/>
              <a:ext cx="36475" cy="18119"/>
            </a:xfrm>
            <a:custGeom>
              <a:avLst/>
              <a:gdLst/>
              <a:ahLst/>
              <a:cxnLst/>
              <a:rect l="l" t="t" r="r" b="b"/>
              <a:pathLst>
                <a:path w="1389" h="690" extrusionOk="0">
                  <a:moveTo>
                    <a:pt x="230" y="1"/>
                  </a:moveTo>
                  <a:cubicBezTo>
                    <a:pt x="106" y="1"/>
                    <a:pt x="1" y="106"/>
                    <a:pt x="1" y="230"/>
                  </a:cubicBezTo>
                  <a:lnTo>
                    <a:pt x="1" y="460"/>
                  </a:lnTo>
                  <a:cubicBezTo>
                    <a:pt x="1" y="585"/>
                    <a:pt x="106" y="690"/>
                    <a:pt x="230" y="690"/>
                  </a:cubicBezTo>
                  <a:lnTo>
                    <a:pt x="1159" y="690"/>
                  </a:lnTo>
                  <a:cubicBezTo>
                    <a:pt x="1283" y="690"/>
                    <a:pt x="1388" y="585"/>
                    <a:pt x="1388" y="460"/>
                  </a:cubicBezTo>
                  <a:lnTo>
                    <a:pt x="1388" y="230"/>
                  </a:lnTo>
                  <a:cubicBezTo>
                    <a:pt x="1388" y="106"/>
                    <a:pt x="1283" y="1"/>
                    <a:pt x="1159" y="1"/>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6" name="Google Shape;8676;p63"/>
            <p:cNvSpPr/>
            <p:nvPr/>
          </p:nvSpPr>
          <p:spPr>
            <a:xfrm>
              <a:off x="3682247" y="2080489"/>
              <a:ext cx="84741" cy="12080"/>
            </a:xfrm>
            <a:custGeom>
              <a:avLst/>
              <a:gdLst/>
              <a:ahLst/>
              <a:cxnLst/>
              <a:rect l="l" t="t" r="r" b="b"/>
              <a:pathLst>
                <a:path w="3227" h="460" extrusionOk="0">
                  <a:moveTo>
                    <a:pt x="231" y="0"/>
                  </a:moveTo>
                  <a:cubicBezTo>
                    <a:pt x="106" y="0"/>
                    <a:pt x="1" y="96"/>
                    <a:pt x="1" y="230"/>
                  </a:cubicBezTo>
                  <a:lnTo>
                    <a:pt x="1" y="460"/>
                  </a:lnTo>
                  <a:lnTo>
                    <a:pt x="3226" y="460"/>
                  </a:lnTo>
                  <a:lnTo>
                    <a:pt x="3226" y="230"/>
                  </a:lnTo>
                  <a:cubicBezTo>
                    <a:pt x="3226" y="96"/>
                    <a:pt x="3121" y="0"/>
                    <a:pt x="2996"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77" name="Google Shape;8677;p63"/>
          <p:cNvGrpSpPr/>
          <p:nvPr/>
        </p:nvGrpSpPr>
        <p:grpSpPr>
          <a:xfrm>
            <a:off x="3499357" y="2751772"/>
            <a:ext cx="355876" cy="331007"/>
            <a:chOff x="3513632" y="2908572"/>
            <a:chExt cx="355876" cy="331007"/>
          </a:xfrm>
        </p:grpSpPr>
        <p:sp>
          <p:nvSpPr>
            <p:cNvPr id="8678" name="Google Shape;8678;p63"/>
            <p:cNvSpPr/>
            <p:nvPr/>
          </p:nvSpPr>
          <p:spPr>
            <a:xfrm>
              <a:off x="3576944" y="2916870"/>
              <a:ext cx="187024" cy="322709"/>
            </a:xfrm>
            <a:custGeom>
              <a:avLst/>
              <a:gdLst/>
              <a:ahLst/>
              <a:cxnLst/>
              <a:rect l="l" t="t" r="r" b="b"/>
              <a:pathLst>
                <a:path w="7122" h="12289" extrusionOk="0">
                  <a:moveTo>
                    <a:pt x="843" y="0"/>
                  </a:moveTo>
                  <a:cubicBezTo>
                    <a:pt x="384" y="0"/>
                    <a:pt x="1" y="373"/>
                    <a:pt x="1" y="842"/>
                  </a:cubicBezTo>
                  <a:lnTo>
                    <a:pt x="1" y="11437"/>
                  </a:lnTo>
                  <a:cubicBezTo>
                    <a:pt x="1" y="11905"/>
                    <a:pt x="384" y="12288"/>
                    <a:pt x="843" y="12288"/>
                  </a:cubicBezTo>
                  <a:lnTo>
                    <a:pt x="6269" y="12288"/>
                  </a:lnTo>
                  <a:cubicBezTo>
                    <a:pt x="6738" y="12288"/>
                    <a:pt x="7121" y="11905"/>
                    <a:pt x="7121" y="11437"/>
                  </a:cubicBezTo>
                  <a:lnTo>
                    <a:pt x="7121" y="842"/>
                  </a:lnTo>
                  <a:cubicBezTo>
                    <a:pt x="7121" y="373"/>
                    <a:pt x="6738" y="0"/>
                    <a:pt x="6269" y="0"/>
                  </a:cubicBez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9" name="Google Shape;8679;p63"/>
            <p:cNvSpPr/>
            <p:nvPr/>
          </p:nvSpPr>
          <p:spPr>
            <a:xfrm>
              <a:off x="3725734" y="2916870"/>
              <a:ext cx="38235" cy="322709"/>
            </a:xfrm>
            <a:custGeom>
              <a:avLst/>
              <a:gdLst/>
              <a:ahLst/>
              <a:cxnLst/>
              <a:rect l="l" t="t" r="r" b="b"/>
              <a:pathLst>
                <a:path w="1456" h="12289" extrusionOk="0">
                  <a:moveTo>
                    <a:pt x="1" y="0"/>
                  </a:moveTo>
                  <a:cubicBezTo>
                    <a:pt x="469" y="0"/>
                    <a:pt x="843" y="373"/>
                    <a:pt x="843" y="842"/>
                  </a:cubicBezTo>
                  <a:lnTo>
                    <a:pt x="843" y="11437"/>
                  </a:lnTo>
                  <a:cubicBezTo>
                    <a:pt x="843" y="11905"/>
                    <a:pt x="469" y="12288"/>
                    <a:pt x="1" y="12288"/>
                  </a:cubicBezTo>
                  <a:lnTo>
                    <a:pt x="603" y="12288"/>
                  </a:lnTo>
                  <a:cubicBezTo>
                    <a:pt x="1072" y="12288"/>
                    <a:pt x="1455" y="11905"/>
                    <a:pt x="1455" y="11437"/>
                  </a:cubicBezTo>
                  <a:lnTo>
                    <a:pt x="1455" y="842"/>
                  </a:lnTo>
                  <a:cubicBezTo>
                    <a:pt x="1455" y="373"/>
                    <a:pt x="1072" y="0"/>
                    <a:pt x="603" y="0"/>
                  </a:cubicBezTo>
                  <a:close/>
                </a:path>
              </a:pathLst>
            </a:custGeom>
            <a:solidFill>
              <a:srgbClr val="EE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0" name="Google Shape;8680;p63"/>
            <p:cNvSpPr/>
            <p:nvPr/>
          </p:nvSpPr>
          <p:spPr>
            <a:xfrm>
              <a:off x="3576944" y="2916870"/>
              <a:ext cx="187024" cy="53544"/>
            </a:xfrm>
            <a:custGeom>
              <a:avLst/>
              <a:gdLst/>
              <a:ahLst/>
              <a:cxnLst/>
              <a:rect l="l" t="t" r="r" b="b"/>
              <a:pathLst>
                <a:path w="7122" h="2039" extrusionOk="0">
                  <a:moveTo>
                    <a:pt x="843" y="0"/>
                  </a:moveTo>
                  <a:cubicBezTo>
                    <a:pt x="384" y="0"/>
                    <a:pt x="1" y="373"/>
                    <a:pt x="1" y="842"/>
                  </a:cubicBezTo>
                  <a:lnTo>
                    <a:pt x="1" y="2039"/>
                  </a:lnTo>
                  <a:lnTo>
                    <a:pt x="7121" y="2039"/>
                  </a:lnTo>
                  <a:lnTo>
                    <a:pt x="7121" y="842"/>
                  </a:lnTo>
                  <a:cubicBezTo>
                    <a:pt x="7121" y="373"/>
                    <a:pt x="6738" y="0"/>
                    <a:pt x="6269" y="0"/>
                  </a:cubicBezTo>
                  <a:close/>
                </a:path>
              </a:pathLst>
            </a:custGeom>
            <a:solidFill>
              <a:srgbClr val="D2DA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1" name="Google Shape;8681;p63"/>
            <p:cNvSpPr/>
            <p:nvPr/>
          </p:nvSpPr>
          <p:spPr>
            <a:xfrm>
              <a:off x="3725734" y="2916870"/>
              <a:ext cx="38235" cy="53544"/>
            </a:xfrm>
            <a:custGeom>
              <a:avLst/>
              <a:gdLst/>
              <a:ahLst/>
              <a:cxnLst/>
              <a:rect l="l" t="t" r="r" b="b"/>
              <a:pathLst>
                <a:path w="1456" h="2039" extrusionOk="0">
                  <a:moveTo>
                    <a:pt x="1" y="0"/>
                  </a:moveTo>
                  <a:cubicBezTo>
                    <a:pt x="469" y="0"/>
                    <a:pt x="843" y="373"/>
                    <a:pt x="843" y="842"/>
                  </a:cubicBezTo>
                  <a:lnTo>
                    <a:pt x="843" y="2039"/>
                  </a:lnTo>
                  <a:lnTo>
                    <a:pt x="1455" y="2039"/>
                  </a:lnTo>
                  <a:lnTo>
                    <a:pt x="1455" y="842"/>
                  </a:lnTo>
                  <a:cubicBezTo>
                    <a:pt x="1455" y="373"/>
                    <a:pt x="1072" y="0"/>
                    <a:pt x="603" y="0"/>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2" name="Google Shape;8682;p63"/>
            <p:cNvSpPr/>
            <p:nvPr/>
          </p:nvSpPr>
          <p:spPr>
            <a:xfrm>
              <a:off x="3576944" y="3186009"/>
              <a:ext cx="187024" cy="53570"/>
            </a:xfrm>
            <a:custGeom>
              <a:avLst/>
              <a:gdLst/>
              <a:ahLst/>
              <a:cxnLst/>
              <a:rect l="l" t="t" r="r" b="b"/>
              <a:pathLst>
                <a:path w="7122" h="2040" extrusionOk="0">
                  <a:moveTo>
                    <a:pt x="1" y="1"/>
                  </a:moveTo>
                  <a:lnTo>
                    <a:pt x="1" y="1197"/>
                  </a:lnTo>
                  <a:cubicBezTo>
                    <a:pt x="1" y="1666"/>
                    <a:pt x="384" y="2039"/>
                    <a:pt x="843" y="2039"/>
                  </a:cubicBezTo>
                  <a:lnTo>
                    <a:pt x="6269" y="2039"/>
                  </a:lnTo>
                  <a:cubicBezTo>
                    <a:pt x="6738" y="2039"/>
                    <a:pt x="7121" y="1666"/>
                    <a:pt x="7121" y="1197"/>
                  </a:cubicBezTo>
                  <a:lnTo>
                    <a:pt x="7121" y="1"/>
                  </a:lnTo>
                  <a:close/>
                </a:path>
              </a:pathLst>
            </a:custGeom>
            <a:solidFill>
              <a:srgbClr val="D2DA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3" name="Google Shape;8683;p63"/>
            <p:cNvSpPr/>
            <p:nvPr/>
          </p:nvSpPr>
          <p:spPr>
            <a:xfrm>
              <a:off x="3725734" y="3186009"/>
              <a:ext cx="37972" cy="53570"/>
            </a:xfrm>
            <a:custGeom>
              <a:avLst/>
              <a:gdLst/>
              <a:ahLst/>
              <a:cxnLst/>
              <a:rect l="l" t="t" r="r" b="b"/>
              <a:pathLst>
                <a:path w="1446" h="2040" extrusionOk="0">
                  <a:moveTo>
                    <a:pt x="833" y="1"/>
                  </a:moveTo>
                  <a:lnTo>
                    <a:pt x="843" y="1197"/>
                  </a:lnTo>
                  <a:cubicBezTo>
                    <a:pt x="843" y="1656"/>
                    <a:pt x="469" y="2039"/>
                    <a:pt x="1" y="2039"/>
                  </a:cubicBezTo>
                  <a:lnTo>
                    <a:pt x="603" y="2039"/>
                  </a:lnTo>
                  <a:cubicBezTo>
                    <a:pt x="1034" y="2039"/>
                    <a:pt x="1398" y="1714"/>
                    <a:pt x="1446" y="1283"/>
                  </a:cubicBezTo>
                  <a:cubicBezTo>
                    <a:pt x="1446" y="1255"/>
                    <a:pt x="1446" y="1226"/>
                    <a:pt x="1446" y="1197"/>
                  </a:cubicBezTo>
                  <a:lnTo>
                    <a:pt x="1446" y="1"/>
                  </a:ln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4" name="Google Shape;8684;p63"/>
            <p:cNvSpPr/>
            <p:nvPr/>
          </p:nvSpPr>
          <p:spPr>
            <a:xfrm>
              <a:off x="3664653" y="3010854"/>
              <a:ext cx="204854" cy="134215"/>
            </a:xfrm>
            <a:custGeom>
              <a:avLst/>
              <a:gdLst/>
              <a:ahLst/>
              <a:cxnLst/>
              <a:rect l="l" t="t" r="r" b="b"/>
              <a:pathLst>
                <a:path w="7801" h="5111" extrusionOk="0">
                  <a:moveTo>
                    <a:pt x="422" y="0"/>
                  </a:moveTo>
                  <a:cubicBezTo>
                    <a:pt x="183" y="0"/>
                    <a:pt x="1" y="182"/>
                    <a:pt x="1" y="412"/>
                  </a:cubicBezTo>
                  <a:lnTo>
                    <a:pt x="1" y="4699"/>
                  </a:lnTo>
                  <a:cubicBezTo>
                    <a:pt x="1" y="4929"/>
                    <a:pt x="183" y="5111"/>
                    <a:pt x="422" y="5111"/>
                  </a:cubicBezTo>
                  <a:lnTo>
                    <a:pt x="7380" y="5111"/>
                  </a:lnTo>
                  <a:cubicBezTo>
                    <a:pt x="7609" y="5111"/>
                    <a:pt x="7801" y="4929"/>
                    <a:pt x="7801" y="4699"/>
                  </a:cubicBezTo>
                  <a:lnTo>
                    <a:pt x="7801" y="412"/>
                  </a:lnTo>
                  <a:cubicBezTo>
                    <a:pt x="7801" y="182"/>
                    <a:pt x="7609" y="0"/>
                    <a:pt x="7380" y="0"/>
                  </a:cubicBezTo>
                  <a:close/>
                </a:path>
              </a:pathLst>
            </a:custGeom>
            <a:solidFill>
              <a:srgbClr val="586F8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5" name="Google Shape;8685;p63"/>
            <p:cNvSpPr/>
            <p:nvPr/>
          </p:nvSpPr>
          <p:spPr>
            <a:xfrm>
              <a:off x="3843352" y="3010854"/>
              <a:ext cx="26155" cy="134215"/>
            </a:xfrm>
            <a:custGeom>
              <a:avLst/>
              <a:gdLst/>
              <a:ahLst/>
              <a:cxnLst/>
              <a:rect l="l" t="t" r="r" b="b"/>
              <a:pathLst>
                <a:path w="996" h="5111" extrusionOk="0">
                  <a:moveTo>
                    <a:pt x="0" y="0"/>
                  </a:moveTo>
                  <a:cubicBezTo>
                    <a:pt x="230" y="0"/>
                    <a:pt x="412" y="182"/>
                    <a:pt x="412" y="412"/>
                  </a:cubicBezTo>
                  <a:lnTo>
                    <a:pt x="412" y="4699"/>
                  </a:lnTo>
                  <a:cubicBezTo>
                    <a:pt x="412" y="4929"/>
                    <a:pt x="230" y="5111"/>
                    <a:pt x="0" y="5111"/>
                  </a:cubicBezTo>
                  <a:lnTo>
                    <a:pt x="575" y="5111"/>
                  </a:lnTo>
                  <a:cubicBezTo>
                    <a:pt x="804" y="5111"/>
                    <a:pt x="996" y="4929"/>
                    <a:pt x="996" y="4699"/>
                  </a:cubicBezTo>
                  <a:lnTo>
                    <a:pt x="996" y="412"/>
                  </a:lnTo>
                  <a:cubicBezTo>
                    <a:pt x="996" y="182"/>
                    <a:pt x="804" y="0"/>
                    <a:pt x="575"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6" name="Google Shape;8686;p63"/>
            <p:cNvSpPr/>
            <p:nvPr/>
          </p:nvSpPr>
          <p:spPr>
            <a:xfrm>
              <a:off x="3768958" y="3033228"/>
              <a:ext cx="55067" cy="47163"/>
            </a:xfrm>
            <a:custGeom>
              <a:avLst/>
              <a:gdLst/>
              <a:ahLst/>
              <a:cxnLst/>
              <a:rect l="l" t="t" r="r" b="b"/>
              <a:pathLst>
                <a:path w="2097" h="1796" extrusionOk="0">
                  <a:moveTo>
                    <a:pt x="1206" y="0"/>
                  </a:moveTo>
                  <a:cubicBezTo>
                    <a:pt x="403" y="0"/>
                    <a:pt x="1" y="967"/>
                    <a:pt x="565" y="1531"/>
                  </a:cubicBezTo>
                  <a:cubicBezTo>
                    <a:pt x="748" y="1714"/>
                    <a:pt x="972" y="1795"/>
                    <a:pt x="1192" y="1795"/>
                  </a:cubicBezTo>
                  <a:cubicBezTo>
                    <a:pt x="1654" y="1795"/>
                    <a:pt x="2096" y="1437"/>
                    <a:pt x="2096" y="900"/>
                  </a:cubicBezTo>
                  <a:cubicBezTo>
                    <a:pt x="2096" y="402"/>
                    <a:pt x="1695" y="0"/>
                    <a:pt x="1206"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7" name="Google Shape;8687;p63"/>
            <p:cNvSpPr/>
            <p:nvPr/>
          </p:nvSpPr>
          <p:spPr>
            <a:xfrm>
              <a:off x="3793589" y="3033228"/>
              <a:ext cx="55067" cy="47163"/>
            </a:xfrm>
            <a:custGeom>
              <a:avLst/>
              <a:gdLst/>
              <a:ahLst/>
              <a:cxnLst/>
              <a:rect l="l" t="t" r="r" b="b"/>
              <a:pathLst>
                <a:path w="2097" h="1796" extrusionOk="0">
                  <a:moveTo>
                    <a:pt x="1197" y="0"/>
                  </a:moveTo>
                  <a:cubicBezTo>
                    <a:pt x="393" y="0"/>
                    <a:pt x="0" y="967"/>
                    <a:pt x="565" y="1531"/>
                  </a:cubicBezTo>
                  <a:cubicBezTo>
                    <a:pt x="748" y="1714"/>
                    <a:pt x="972" y="1795"/>
                    <a:pt x="1192" y="1795"/>
                  </a:cubicBezTo>
                  <a:cubicBezTo>
                    <a:pt x="1653" y="1795"/>
                    <a:pt x="2096" y="1437"/>
                    <a:pt x="2096" y="900"/>
                  </a:cubicBezTo>
                  <a:cubicBezTo>
                    <a:pt x="2096" y="402"/>
                    <a:pt x="1694" y="0"/>
                    <a:pt x="1197" y="0"/>
                  </a:cubicBezTo>
                  <a:close/>
                </a:path>
              </a:pathLst>
            </a:custGeom>
            <a:solidFill>
              <a:srgbClr val="AFBC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8" name="Google Shape;8688;p63"/>
            <p:cNvSpPr/>
            <p:nvPr/>
          </p:nvSpPr>
          <p:spPr>
            <a:xfrm>
              <a:off x="3688024" y="3034462"/>
              <a:ext cx="65624" cy="44511"/>
            </a:xfrm>
            <a:custGeom>
              <a:avLst/>
              <a:gdLst/>
              <a:ahLst/>
              <a:cxnLst/>
              <a:rect l="l" t="t" r="r" b="b"/>
              <a:pathLst>
                <a:path w="2499" h="1695" extrusionOk="0">
                  <a:moveTo>
                    <a:pt x="422" y="1"/>
                  </a:moveTo>
                  <a:cubicBezTo>
                    <a:pt x="183" y="1"/>
                    <a:pt x="1" y="192"/>
                    <a:pt x="1" y="422"/>
                  </a:cubicBezTo>
                  <a:lnTo>
                    <a:pt x="1" y="1283"/>
                  </a:lnTo>
                  <a:cubicBezTo>
                    <a:pt x="1" y="1513"/>
                    <a:pt x="183" y="1695"/>
                    <a:pt x="422" y="1695"/>
                  </a:cubicBezTo>
                  <a:lnTo>
                    <a:pt x="2078" y="1695"/>
                  </a:lnTo>
                  <a:cubicBezTo>
                    <a:pt x="2307" y="1695"/>
                    <a:pt x="2499" y="1513"/>
                    <a:pt x="2499" y="1283"/>
                  </a:cubicBezTo>
                  <a:lnTo>
                    <a:pt x="2499" y="422"/>
                  </a:lnTo>
                  <a:cubicBezTo>
                    <a:pt x="2499" y="192"/>
                    <a:pt x="2307" y="1"/>
                    <a:pt x="2078"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9" name="Google Shape;8689;p63"/>
            <p:cNvSpPr/>
            <p:nvPr/>
          </p:nvSpPr>
          <p:spPr>
            <a:xfrm>
              <a:off x="3684768" y="3089004"/>
              <a:ext cx="166646" cy="29437"/>
            </a:xfrm>
            <a:custGeom>
              <a:avLst/>
              <a:gdLst/>
              <a:ahLst/>
              <a:cxnLst/>
              <a:rect l="l" t="t" r="r" b="b"/>
              <a:pathLst>
                <a:path w="6346" h="1121" extrusionOk="0">
                  <a:moveTo>
                    <a:pt x="412" y="1"/>
                  </a:moveTo>
                  <a:cubicBezTo>
                    <a:pt x="182" y="1"/>
                    <a:pt x="1" y="192"/>
                    <a:pt x="1" y="422"/>
                  </a:cubicBezTo>
                  <a:lnTo>
                    <a:pt x="1" y="699"/>
                  </a:lnTo>
                  <a:cubicBezTo>
                    <a:pt x="1" y="929"/>
                    <a:pt x="182" y="1120"/>
                    <a:pt x="412" y="1120"/>
                  </a:cubicBezTo>
                  <a:lnTo>
                    <a:pt x="5925" y="1120"/>
                  </a:lnTo>
                  <a:cubicBezTo>
                    <a:pt x="6154" y="1120"/>
                    <a:pt x="6346" y="929"/>
                    <a:pt x="6346" y="699"/>
                  </a:cubicBezTo>
                  <a:lnTo>
                    <a:pt x="6346" y="422"/>
                  </a:lnTo>
                  <a:cubicBezTo>
                    <a:pt x="6346" y="192"/>
                    <a:pt x="6154" y="1"/>
                    <a:pt x="5925"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0" name="Google Shape;8690;p63"/>
            <p:cNvSpPr/>
            <p:nvPr/>
          </p:nvSpPr>
          <p:spPr>
            <a:xfrm>
              <a:off x="3664653" y="2993628"/>
              <a:ext cx="10084" cy="169036"/>
            </a:xfrm>
            <a:custGeom>
              <a:avLst/>
              <a:gdLst/>
              <a:ahLst/>
              <a:cxnLst/>
              <a:rect l="l" t="t" r="r" b="b"/>
              <a:pathLst>
                <a:path w="384" h="6437" extrusionOk="0">
                  <a:moveTo>
                    <a:pt x="192" y="1"/>
                  </a:moveTo>
                  <a:cubicBezTo>
                    <a:pt x="97" y="1"/>
                    <a:pt x="1" y="63"/>
                    <a:pt x="1" y="187"/>
                  </a:cubicBezTo>
                  <a:lnTo>
                    <a:pt x="1" y="6245"/>
                  </a:lnTo>
                  <a:cubicBezTo>
                    <a:pt x="1" y="6351"/>
                    <a:pt x="87" y="6437"/>
                    <a:pt x="192" y="6437"/>
                  </a:cubicBezTo>
                  <a:cubicBezTo>
                    <a:pt x="298" y="6437"/>
                    <a:pt x="384" y="6351"/>
                    <a:pt x="384" y="6245"/>
                  </a:cubicBezTo>
                  <a:lnTo>
                    <a:pt x="384" y="187"/>
                  </a:lnTo>
                  <a:cubicBezTo>
                    <a:pt x="384" y="63"/>
                    <a:pt x="288" y="1"/>
                    <a:pt x="192" y="1"/>
                  </a:cubicBezTo>
                  <a:close/>
                </a:path>
              </a:pathLst>
            </a:custGeom>
            <a:solidFill>
              <a:srgbClr val="D2DA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1" name="Google Shape;8691;p63"/>
            <p:cNvSpPr/>
            <p:nvPr/>
          </p:nvSpPr>
          <p:spPr>
            <a:xfrm>
              <a:off x="3513632" y="2908572"/>
              <a:ext cx="114126" cy="97687"/>
            </a:xfrm>
            <a:custGeom>
              <a:avLst/>
              <a:gdLst/>
              <a:ahLst/>
              <a:cxnLst/>
              <a:rect l="l" t="t" r="r" b="b"/>
              <a:pathLst>
                <a:path w="4346" h="3720" extrusionOk="0">
                  <a:moveTo>
                    <a:pt x="2488" y="0"/>
                  </a:moveTo>
                  <a:cubicBezTo>
                    <a:pt x="833" y="0"/>
                    <a:pt x="0" y="2000"/>
                    <a:pt x="1168" y="3168"/>
                  </a:cubicBezTo>
                  <a:cubicBezTo>
                    <a:pt x="1549" y="3549"/>
                    <a:pt x="2016" y="3720"/>
                    <a:pt x="2474" y="3720"/>
                  </a:cubicBezTo>
                  <a:cubicBezTo>
                    <a:pt x="3431" y="3720"/>
                    <a:pt x="4345" y="2976"/>
                    <a:pt x="4345" y="1857"/>
                  </a:cubicBezTo>
                  <a:cubicBezTo>
                    <a:pt x="4345" y="833"/>
                    <a:pt x="3512" y="0"/>
                    <a:pt x="2488"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2" name="Google Shape;8692;p63"/>
            <p:cNvSpPr/>
            <p:nvPr/>
          </p:nvSpPr>
          <p:spPr>
            <a:xfrm>
              <a:off x="3571167" y="2908572"/>
              <a:ext cx="58586" cy="97661"/>
            </a:xfrm>
            <a:custGeom>
              <a:avLst/>
              <a:gdLst/>
              <a:ahLst/>
              <a:cxnLst/>
              <a:rect l="l" t="t" r="r" b="b"/>
              <a:pathLst>
                <a:path w="2231" h="3719" extrusionOk="0">
                  <a:moveTo>
                    <a:pt x="297" y="0"/>
                  </a:moveTo>
                  <a:cubicBezTo>
                    <a:pt x="202" y="0"/>
                    <a:pt x="96" y="10"/>
                    <a:pt x="1" y="19"/>
                  </a:cubicBezTo>
                  <a:cubicBezTo>
                    <a:pt x="910" y="163"/>
                    <a:pt x="1570" y="948"/>
                    <a:pt x="1570" y="1857"/>
                  </a:cubicBezTo>
                  <a:cubicBezTo>
                    <a:pt x="1570" y="2776"/>
                    <a:pt x="910" y="3551"/>
                    <a:pt x="1" y="3694"/>
                  </a:cubicBezTo>
                  <a:cubicBezTo>
                    <a:pt x="100" y="3710"/>
                    <a:pt x="199" y="3718"/>
                    <a:pt x="297" y="3718"/>
                  </a:cubicBezTo>
                  <a:cubicBezTo>
                    <a:pt x="1248" y="3718"/>
                    <a:pt x="2066" y="2981"/>
                    <a:pt x="2145" y="2000"/>
                  </a:cubicBezTo>
                  <a:cubicBezTo>
                    <a:pt x="2231" y="929"/>
                    <a:pt x="1379" y="0"/>
                    <a:pt x="297"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3" name="Google Shape;8693;p63"/>
            <p:cNvSpPr/>
            <p:nvPr/>
          </p:nvSpPr>
          <p:spPr>
            <a:xfrm>
              <a:off x="3557486" y="2942237"/>
              <a:ext cx="42672" cy="30199"/>
            </a:xfrm>
            <a:custGeom>
              <a:avLst/>
              <a:gdLst/>
              <a:ahLst/>
              <a:cxnLst/>
              <a:rect l="l" t="t" r="r" b="b"/>
              <a:pathLst>
                <a:path w="1625" h="1150" extrusionOk="0">
                  <a:moveTo>
                    <a:pt x="1360" y="0"/>
                  </a:moveTo>
                  <a:cubicBezTo>
                    <a:pt x="1317" y="0"/>
                    <a:pt x="1271" y="17"/>
                    <a:pt x="1230" y="58"/>
                  </a:cubicBezTo>
                  <a:lnTo>
                    <a:pt x="665" y="671"/>
                  </a:lnTo>
                  <a:lnTo>
                    <a:pt x="417" y="355"/>
                  </a:lnTo>
                  <a:cubicBezTo>
                    <a:pt x="373" y="301"/>
                    <a:pt x="320" y="279"/>
                    <a:pt x="269" y="279"/>
                  </a:cubicBezTo>
                  <a:cubicBezTo>
                    <a:pt x="128" y="279"/>
                    <a:pt x="1" y="447"/>
                    <a:pt x="120" y="594"/>
                  </a:cubicBezTo>
                  <a:lnTo>
                    <a:pt x="503" y="1082"/>
                  </a:lnTo>
                  <a:cubicBezTo>
                    <a:pt x="541" y="1120"/>
                    <a:pt x="589" y="1149"/>
                    <a:pt x="646" y="1149"/>
                  </a:cubicBezTo>
                  <a:lnTo>
                    <a:pt x="656" y="1149"/>
                  </a:lnTo>
                  <a:cubicBezTo>
                    <a:pt x="704" y="1149"/>
                    <a:pt x="761" y="1130"/>
                    <a:pt x="790" y="1092"/>
                  </a:cubicBezTo>
                  <a:lnTo>
                    <a:pt x="1508" y="317"/>
                  </a:lnTo>
                  <a:cubicBezTo>
                    <a:pt x="1624" y="178"/>
                    <a:pt x="1502" y="0"/>
                    <a:pt x="1360" y="0"/>
                  </a:cubicBez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694" name="Google Shape;8694;p63"/>
          <p:cNvGrpSpPr/>
          <p:nvPr/>
        </p:nvGrpSpPr>
        <p:grpSpPr>
          <a:xfrm>
            <a:off x="2679808" y="2731630"/>
            <a:ext cx="235762" cy="374756"/>
            <a:chOff x="2694083" y="2888430"/>
            <a:chExt cx="235762" cy="374756"/>
          </a:xfrm>
        </p:grpSpPr>
        <p:sp>
          <p:nvSpPr>
            <p:cNvPr id="8695" name="Google Shape;8695;p63"/>
            <p:cNvSpPr/>
            <p:nvPr/>
          </p:nvSpPr>
          <p:spPr>
            <a:xfrm>
              <a:off x="2808682" y="2888430"/>
              <a:ext cx="30173" cy="36002"/>
            </a:xfrm>
            <a:custGeom>
              <a:avLst/>
              <a:gdLst/>
              <a:ahLst/>
              <a:cxnLst/>
              <a:rect l="l" t="t" r="r" b="b"/>
              <a:pathLst>
                <a:path w="1149" h="1371" extrusionOk="0">
                  <a:moveTo>
                    <a:pt x="145" y="1"/>
                  </a:moveTo>
                  <a:cubicBezTo>
                    <a:pt x="66" y="1"/>
                    <a:pt x="0" y="56"/>
                    <a:pt x="0" y="136"/>
                  </a:cubicBezTo>
                  <a:lnTo>
                    <a:pt x="0" y="1131"/>
                  </a:lnTo>
                  <a:lnTo>
                    <a:pt x="1149" y="1370"/>
                  </a:lnTo>
                  <a:cubicBezTo>
                    <a:pt x="1149" y="308"/>
                    <a:pt x="479" y="59"/>
                    <a:pt x="163" y="2"/>
                  </a:cubicBezTo>
                  <a:cubicBezTo>
                    <a:pt x="157" y="1"/>
                    <a:pt x="151" y="1"/>
                    <a:pt x="145"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6" name="Google Shape;8696;p63"/>
            <p:cNvSpPr/>
            <p:nvPr/>
          </p:nvSpPr>
          <p:spPr>
            <a:xfrm>
              <a:off x="2784549" y="2912091"/>
              <a:ext cx="139257" cy="266408"/>
            </a:xfrm>
            <a:custGeom>
              <a:avLst/>
              <a:gdLst/>
              <a:ahLst/>
              <a:cxnLst/>
              <a:rect l="l" t="t" r="r" b="b"/>
              <a:pathLst>
                <a:path w="5303" h="10145" extrusionOk="0">
                  <a:moveTo>
                    <a:pt x="422" y="0"/>
                  </a:moveTo>
                  <a:cubicBezTo>
                    <a:pt x="307" y="0"/>
                    <a:pt x="211" y="77"/>
                    <a:pt x="192" y="192"/>
                  </a:cubicBezTo>
                  <a:lnTo>
                    <a:pt x="1" y="1158"/>
                  </a:lnTo>
                  <a:lnTo>
                    <a:pt x="2767" y="5771"/>
                  </a:lnTo>
                  <a:lnTo>
                    <a:pt x="2996" y="10145"/>
                  </a:lnTo>
                  <a:lnTo>
                    <a:pt x="4145" y="10145"/>
                  </a:lnTo>
                  <a:cubicBezTo>
                    <a:pt x="4145" y="7379"/>
                    <a:pt x="5303" y="6699"/>
                    <a:pt x="5303" y="4154"/>
                  </a:cubicBezTo>
                  <a:cubicBezTo>
                    <a:pt x="5303" y="287"/>
                    <a:pt x="1341" y="19"/>
                    <a:pt x="422"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7" name="Google Shape;8697;p63"/>
            <p:cNvSpPr/>
            <p:nvPr/>
          </p:nvSpPr>
          <p:spPr>
            <a:xfrm>
              <a:off x="2694083" y="2934202"/>
              <a:ext cx="223945" cy="256376"/>
            </a:xfrm>
            <a:custGeom>
              <a:avLst/>
              <a:gdLst/>
              <a:ahLst/>
              <a:cxnLst/>
              <a:rect l="l" t="t" r="r" b="b"/>
              <a:pathLst>
                <a:path w="8528" h="9763" extrusionOk="0">
                  <a:moveTo>
                    <a:pt x="3398" y="1"/>
                  </a:moveTo>
                  <a:cubicBezTo>
                    <a:pt x="3101" y="1"/>
                    <a:pt x="2859" y="16"/>
                    <a:pt x="2709" y="29"/>
                  </a:cubicBezTo>
                  <a:cubicBezTo>
                    <a:pt x="2470" y="48"/>
                    <a:pt x="2288" y="249"/>
                    <a:pt x="2288" y="489"/>
                  </a:cubicBezTo>
                  <a:lnTo>
                    <a:pt x="2288" y="776"/>
                  </a:lnTo>
                  <a:lnTo>
                    <a:pt x="163" y="2900"/>
                  </a:lnTo>
                  <a:cubicBezTo>
                    <a:pt x="48" y="3015"/>
                    <a:pt x="0" y="3168"/>
                    <a:pt x="39" y="3321"/>
                  </a:cubicBezTo>
                  <a:lnTo>
                    <a:pt x="192" y="4077"/>
                  </a:lnTo>
                  <a:cubicBezTo>
                    <a:pt x="201" y="4173"/>
                    <a:pt x="278" y="4240"/>
                    <a:pt x="364" y="4259"/>
                  </a:cubicBezTo>
                  <a:cubicBezTo>
                    <a:pt x="616" y="4313"/>
                    <a:pt x="850" y="4336"/>
                    <a:pt x="1066" y="4336"/>
                  </a:cubicBezTo>
                  <a:cubicBezTo>
                    <a:pt x="1884" y="4336"/>
                    <a:pt x="2442" y="4006"/>
                    <a:pt x="2738" y="3771"/>
                  </a:cubicBezTo>
                  <a:cubicBezTo>
                    <a:pt x="2820" y="3699"/>
                    <a:pt x="2925" y="3663"/>
                    <a:pt x="3030" y="3663"/>
                  </a:cubicBezTo>
                  <a:cubicBezTo>
                    <a:pt x="3108" y="3663"/>
                    <a:pt x="3185" y="3683"/>
                    <a:pt x="3254" y="3723"/>
                  </a:cubicBezTo>
                  <a:cubicBezTo>
                    <a:pt x="3612" y="3931"/>
                    <a:pt x="4013" y="4037"/>
                    <a:pt x="4417" y="4037"/>
                  </a:cubicBezTo>
                  <a:cubicBezTo>
                    <a:pt x="4553" y="4037"/>
                    <a:pt x="4689" y="4025"/>
                    <a:pt x="4824" y="4001"/>
                  </a:cubicBezTo>
                  <a:lnTo>
                    <a:pt x="4824" y="4001"/>
                  </a:lnTo>
                  <a:cubicBezTo>
                    <a:pt x="2718" y="6116"/>
                    <a:pt x="2058" y="7542"/>
                    <a:pt x="2058" y="8384"/>
                  </a:cubicBezTo>
                  <a:cubicBezTo>
                    <a:pt x="2058" y="8920"/>
                    <a:pt x="2316" y="9437"/>
                    <a:pt x="2747" y="9762"/>
                  </a:cubicBezTo>
                  <a:lnTo>
                    <a:pt x="7819" y="9762"/>
                  </a:lnTo>
                  <a:cubicBezTo>
                    <a:pt x="7819" y="9762"/>
                    <a:pt x="7073" y="8623"/>
                    <a:pt x="7896" y="4805"/>
                  </a:cubicBezTo>
                  <a:cubicBezTo>
                    <a:pt x="8528" y="1867"/>
                    <a:pt x="7092" y="814"/>
                    <a:pt x="5475" y="297"/>
                  </a:cubicBezTo>
                  <a:cubicBezTo>
                    <a:pt x="4750" y="58"/>
                    <a:pt x="3971" y="1"/>
                    <a:pt x="3398" y="1"/>
                  </a:cubicBezTo>
                  <a:close/>
                </a:path>
              </a:pathLst>
            </a:custGeom>
            <a:solidFill>
              <a:srgbClr val="D9DF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8" name="Google Shape;8698;p63"/>
            <p:cNvSpPr/>
            <p:nvPr/>
          </p:nvSpPr>
          <p:spPr>
            <a:xfrm>
              <a:off x="2771997" y="2954238"/>
              <a:ext cx="12710" cy="18461"/>
            </a:xfrm>
            <a:custGeom>
              <a:avLst/>
              <a:gdLst/>
              <a:ahLst/>
              <a:cxnLst/>
              <a:rect l="l" t="t" r="r" b="b"/>
              <a:pathLst>
                <a:path w="484" h="703" extrusionOk="0">
                  <a:moveTo>
                    <a:pt x="243" y="1"/>
                  </a:moveTo>
                  <a:cubicBezTo>
                    <a:pt x="122" y="1"/>
                    <a:pt x="0" y="84"/>
                    <a:pt x="10" y="252"/>
                  </a:cubicBezTo>
                  <a:lnTo>
                    <a:pt x="10" y="472"/>
                  </a:lnTo>
                  <a:cubicBezTo>
                    <a:pt x="10" y="600"/>
                    <a:pt x="106" y="702"/>
                    <a:pt x="232" y="702"/>
                  </a:cubicBezTo>
                  <a:cubicBezTo>
                    <a:pt x="238" y="702"/>
                    <a:pt x="243" y="702"/>
                    <a:pt x="249" y="702"/>
                  </a:cubicBezTo>
                  <a:cubicBezTo>
                    <a:pt x="373" y="702"/>
                    <a:pt x="469" y="596"/>
                    <a:pt x="469" y="482"/>
                  </a:cubicBezTo>
                  <a:lnTo>
                    <a:pt x="469" y="252"/>
                  </a:lnTo>
                  <a:cubicBezTo>
                    <a:pt x="484" y="84"/>
                    <a:pt x="364" y="1"/>
                    <a:pt x="243"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9" name="Google Shape;8699;p63"/>
            <p:cNvSpPr/>
            <p:nvPr/>
          </p:nvSpPr>
          <p:spPr>
            <a:xfrm>
              <a:off x="2695843" y="2997830"/>
              <a:ext cx="155853" cy="186709"/>
            </a:xfrm>
            <a:custGeom>
              <a:avLst/>
              <a:gdLst/>
              <a:ahLst/>
              <a:cxnLst/>
              <a:rect l="l" t="t" r="r" b="b"/>
              <a:pathLst>
                <a:path w="5935" h="7110" extrusionOk="0">
                  <a:moveTo>
                    <a:pt x="3139" y="1"/>
                  </a:moveTo>
                  <a:cubicBezTo>
                    <a:pt x="2975" y="1"/>
                    <a:pt x="2822" y="55"/>
                    <a:pt x="2680" y="200"/>
                  </a:cubicBezTo>
                  <a:cubicBezTo>
                    <a:pt x="2239" y="641"/>
                    <a:pt x="1365" y="1082"/>
                    <a:pt x="151" y="1082"/>
                  </a:cubicBezTo>
                  <a:cubicBezTo>
                    <a:pt x="101" y="1082"/>
                    <a:pt x="51" y="1082"/>
                    <a:pt x="0" y="1080"/>
                  </a:cubicBezTo>
                  <a:lnTo>
                    <a:pt x="0" y="1080"/>
                  </a:lnTo>
                  <a:lnTo>
                    <a:pt x="115" y="1664"/>
                  </a:lnTo>
                  <a:cubicBezTo>
                    <a:pt x="134" y="1760"/>
                    <a:pt x="201" y="1827"/>
                    <a:pt x="297" y="1846"/>
                  </a:cubicBezTo>
                  <a:cubicBezTo>
                    <a:pt x="546" y="1897"/>
                    <a:pt x="777" y="1919"/>
                    <a:pt x="991" y="1919"/>
                  </a:cubicBezTo>
                  <a:cubicBezTo>
                    <a:pt x="1812" y="1919"/>
                    <a:pt x="2372" y="1593"/>
                    <a:pt x="2661" y="1358"/>
                  </a:cubicBezTo>
                  <a:cubicBezTo>
                    <a:pt x="2751" y="1284"/>
                    <a:pt x="2859" y="1247"/>
                    <a:pt x="2967" y="1247"/>
                  </a:cubicBezTo>
                  <a:cubicBezTo>
                    <a:pt x="3042" y="1247"/>
                    <a:pt x="3117" y="1265"/>
                    <a:pt x="3187" y="1300"/>
                  </a:cubicBezTo>
                  <a:cubicBezTo>
                    <a:pt x="3545" y="1508"/>
                    <a:pt x="3946" y="1614"/>
                    <a:pt x="4350" y="1614"/>
                  </a:cubicBezTo>
                  <a:cubicBezTo>
                    <a:pt x="4486" y="1614"/>
                    <a:pt x="4622" y="1602"/>
                    <a:pt x="4757" y="1578"/>
                  </a:cubicBezTo>
                  <a:lnTo>
                    <a:pt x="4757" y="1578"/>
                  </a:lnTo>
                  <a:cubicBezTo>
                    <a:pt x="2651" y="3693"/>
                    <a:pt x="1991" y="5119"/>
                    <a:pt x="1991" y="5961"/>
                  </a:cubicBezTo>
                  <a:cubicBezTo>
                    <a:pt x="1991" y="6382"/>
                    <a:pt x="2144" y="6794"/>
                    <a:pt x="2431" y="7109"/>
                  </a:cubicBezTo>
                  <a:lnTo>
                    <a:pt x="3838" y="7109"/>
                  </a:lnTo>
                  <a:lnTo>
                    <a:pt x="3838" y="6880"/>
                  </a:lnTo>
                  <a:cubicBezTo>
                    <a:pt x="3838" y="6880"/>
                    <a:pt x="2910" y="5272"/>
                    <a:pt x="4527" y="3425"/>
                  </a:cubicBezTo>
                  <a:cubicBezTo>
                    <a:pt x="5934" y="1817"/>
                    <a:pt x="5905" y="965"/>
                    <a:pt x="5781" y="621"/>
                  </a:cubicBezTo>
                  <a:cubicBezTo>
                    <a:pt x="5749" y="532"/>
                    <a:pt x="5662" y="471"/>
                    <a:pt x="5567" y="471"/>
                  </a:cubicBezTo>
                  <a:cubicBezTo>
                    <a:pt x="5549" y="471"/>
                    <a:pt x="5531" y="473"/>
                    <a:pt x="5513" y="477"/>
                  </a:cubicBezTo>
                  <a:cubicBezTo>
                    <a:pt x="5365" y="513"/>
                    <a:pt x="5222" y="529"/>
                    <a:pt x="5085" y="529"/>
                  </a:cubicBezTo>
                  <a:cubicBezTo>
                    <a:pt x="4281" y="529"/>
                    <a:pt x="3651" y="1"/>
                    <a:pt x="3139"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0" name="Google Shape;8700;p63"/>
            <p:cNvSpPr/>
            <p:nvPr/>
          </p:nvSpPr>
          <p:spPr>
            <a:xfrm>
              <a:off x="2736047" y="3178735"/>
              <a:ext cx="181719" cy="30173"/>
            </a:xfrm>
            <a:custGeom>
              <a:avLst/>
              <a:gdLst/>
              <a:ahLst/>
              <a:cxnLst/>
              <a:rect l="l" t="t" r="r" b="b"/>
              <a:pathLst>
                <a:path w="6920" h="1149" extrusionOk="0">
                  <a:moveTo>
                    <a:pt x="460" y="0"/>
                  </a:moveTo>
                  <a:cubicBezTo>
                    <a:pt x="211" y="0"/>
                    <a:pt x="1" y="201"/>
                    <a:pt x="1" y="460"/>
                  </a:cubicBezTo>
                  <a:lnTo>
                    <a:pt x="1" y="1149"/>
                  </a:lnTo>
                  <a:lnTo>
                    <a:pt x="6920" y="1149"/>
                  </a:lnTo>
                  <a:lnTo>
                    <a:pt x="6910" y="460"/>
                  </a:lnTo>
                  <a:cubicBezTo>
                    <a:pt x="6910" y="201"/>
                    <a:pt x="6709" y="0"/>
                    <a:pt x="6451"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1" name="Google Shape;8701;p63"/>
            <p:cNvSpPr/>
            <p:nvPr/>
          </p:nvSpPr>
          <p:spPr>
            <a:xfrm>
              <a:off x="2736047" y="3178735"/>
              <a:ext cx="60608" cy="30173"/>
            </a:xfrm>
            <a:custGeom>
              <a:avLst/>
              <a:gdLst/>
              <a:ahLst/>
              <a:cxnLst/>
              <a:rect l="l" t="t" r="r" b="b"/>
              <a:pathLst>
                <a:path w="2308" h="1149" extrusionOk="0">
                  <a:moveTo>
                    <a:pt x="460" y="0"/>
                  </a:moveTo>
                  <a:cubicBezTo>
                    <a:pt x="211" y="0"/>
                    <a:pt x="1" y="201"/>
                    <a:pt x="1" y="460"/>
                  </a:cubicBezTo>
                  <a:lnTo>
                    <a:pt x="1" y="1149"/>
                  </a:lnTo>
                  <a:lnTo>
                    <a:pt x="1848" y="1149"/>
                  </a:lnTo>
                  <a:lnTo>
                    <a:pt x="1848" y="460"/>
                  </a:lnTo>
                  <a:cubicBezTo>
                    <a:pt x="1848" y="201"/>
                    <a:pt x="2049" y="0"/>
                    <a:pt x="2307"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2" name="Google Shape;8702;p63"/>
            <p:cNvSpPr/>
            <p:nvPr/>
          </p:nvSpPr>
          <p:spPr>
            <a:xfrm>
              <a:off x="2723993" y="3202605"/>
              <a:ext cx="205852" cy="60582"/>
            </a:xfrm>
            <a:custGeom>
              <a:avLst/>
              <a:gdLst/>
              <a:ahLst/>
              <a:cxnLst/>
              <a:rect l="l" t="t" r="r" b="b"/>
              <a:pathLst>
                <a:path w="7839" h="2307" extrusionOk="0">
                  <a:moveTo>
                    <a:pt x="460" y="0"/>
                  </a:moveTo>
                  <a:cubicBezTo>
                    <a:pt x="201" y="0"/>
                    <a:pt x="0" y="211"/>
                    <a:pt x="0" y="469"/>
                  </a:cubicBezTo>
                  <a:lnTo>
                    <a:pt x="0" y="1848"/>
                  </a:lnTo>
                  <a:cubicBezTo>
                    <a:pt x="0" y="2106"/>
                    <a:pt x="201" y="2307"/>
                    <a:pt x="460" y="2307"/>
                  </a:cubicBezTo>
                  <a:lnTo>
                    <a:pt x="7379" y="2307"/>
                  </a:lnTo>
                  <a:cubicBezTo>
                    <a:pt x="7628" y="2307"/>
                    <a:pt x="7838" y="2106"/>
                    <a:pt x="7838" y="1848"/>
                  </a:cubicBezTo>
                  <a:lnTo>
                    <a:pt x="7838" y="469"/>
                  </a:lnTo>
                  <a:cubicBezTo>
                    <a:pt x="7838" y="211"/>
                    <a:pt x="7628" y="0"/>
                    <a:pt x="7379" y="0"/>
                  </a:cubicBezTo>
                  <a:close/>
                </a:path>
              </a:pathLst>
            </a:custGeom>
            <a:solidFill>
              <a:srgbClr val="D9DF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3" name="Google Shape;8703;p63"/>
            <p:cNvSpPr/>
            <p:nvPr/>
          </p:nvSpPr>
          <p:spPr>
            <a:xfrm>
              <a:off x="2723993" y="3202605"/>
              <a:ext cx="78675" cy="60582"/>
            </a:xfrm>
            <a:custGeom>
              <a:avLst/>
              <a:gdLst/>
              <a:ahLst/>
              <a:cxnLst/>
              <a:rect l="l" t="t" r="r" b="b"/>
              <a:pathLst>
                <a:path w="2996" h="2307" extrusionOk="0">
                  <a:moveTo>
                    <a:pt x="460" y="0"/>
                  </a:moveTo>
                  <a:cubicBezTo>
                    <a:pt x="201" y="0"/>
                    <a:pt x="0" y="211"/>
                    <a:pt x="0" y="469"/>
                  </a:cubicBezTo>
                  <a:lnTo>
                    <a:pt x="0" y="1848"/>
                  </a:lnTo>
                  <a:cubicBezTo>
                    <a:pt x="0" y="2106"/>
                    <a:pt x="201" y="2307"/>
                    <a:pt x="460" y="2307"/>
                  </a:cubicBezTo>
                  <a:lnTo>
                    <a:pt x="2996" y="2307"/>
                  </a:lnTo>
                  <a:cubicBezTo>
                    <a:pt x="2737" y="2307"/>
                    <a:pt x="2536" y="2106"/>
                    <a:pt x="2536" y="1848"/>
                  </a:cubicBezTo>
                  <a:lnTo>
                    <a:pt x="2536" y="469"/>
                  </a:lnTo>
                  <a:cubicBezTo>
                    <a:pt x="2536" y="211"/>
                    <a:pt x="2737" y="0"/>
                    <a:pt x="2996"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04" name="Google Shape;8704;p63"/>
          <p:cNvGrpSpPr/>
          <p:nvPr/>
        </p:nvGrpSpPr>
        <p:grpSpPr>
          <a:xfrm>
            <a:off x="857259" y="4143788"/>
            <a:ext cx="357661" cy="311155"/>
            <a:chOff x="871534" y="4300588"/>
            <a:chExt cx="357661" cy="311155"/>
          </a:xfrm>
        </p:grpSpPr>
        <p:sp>
          <p:nvSpPr>
            <p:cNvPr id="8705" name="Google Shape;8705;p63"/>
            <p:cNvSpPr/>
            <p:nvPr/>
          </p:nvSpPr>
          <p:spPr>
            <a:xfrm>
              <a:off x="992672" y="4300588"/>
              <a:ext cx="115386" cy="62368"/>
            </a:xfrm>
            <a:custGeom>
              <a:avLst/>
              <a:gdLst/>
              <a:ahLst/>
              <a:cxnLst/>
              <a:rect l="l" t="t" r="r" b="b"/>
              <a:pathLst>
                <a:path w="4394" h="2375" extrusionOk="0">
                  <a:moveTo>
                    <a:pt x="1197" y="1"/>
                  </a:moveTo>
                  <a:cubicBezTo>
                    <a:pt x="785" y="1"/>
                    <a:pt x="422" y="298"/>
                    <a:pt x="335" y="709"/>
                  </a:cubicBezTo>
                  <a:lnTo>
                    <a:pt x="1" y="2374"/>
                  </a:lnTo>
                  <a:lnTo>
                    <a:pt x="450" y="2374"/>
                  </a:lnTo>
                  <a:lnTo>
                    <a:pt x="766" y="996"/>
                  </a:lnTo>
                  <a:cubicBezTo>
                    <a:pt x="812" y="802"/>
                    <a:pt x="975" y="661"/>
                    <a:pt x="1177" y="661"/>
                  </a:cubicBezTo>
                  <a:cubicBezTo>
                    <a:pt x="1184" y="661"/>
                    <a:pt x="1190" y="661"/>
                    <a:pt x="1197" y="661"/>
                  </a:cubicBezTo>
                  <a:lnTo>
                    <a:pt x="3207" y="661"/>
                  </a:lnTo>
                  <a:cubicBezTo>
                    <a:pt x="3408" y="661"/>
                    <a:pt x="3589" y="795"/>
                    <a:pt x="3637" y="996"/>
                  </a:cubicBezTo>
                  <a:lnTo>
                    <a:pt x="3943" y="2374"/>
                  </a:lnTo>
                  <a:lnTo>
                    <a:pt x="4393" y="2374"/>
                  </a:lnTo>
                  <a:lnTo>
                    <a:pt x="4058" y="709"/>
                  </a:lnTo>
                  <a:cubicBezTo>
                    <a:pt x="3972" y="298"/>
                    <a:pt x="3609" y="1"/>
                    <a:pt x="319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6" name="Google Shape;8706;p63"/>
            <p:cNvSpPr/>
            <p:nvPr/>
          </p:nvSpPr>
          <p:spPr>
            <a:xfrm>
              <a:off x="883089" y="4473510"/>
              <a:ext cx="334526" cy="138233"/>
            </a:xfrm>
            <a:custGeom>
              <a:avLst/>
              <a:gdLst/>
              <a:ahLst/>
              <a:cxnLst/>
              <a:rect l="l" t="t" r="r" b="b"/>
              <a:pathLst>
                <a:path w="12739" h="5264" extrusionOk="0">
                  <a:moveTo>
                    <a:pt x="1" y="0"/>
                  </a:moveTo>
                  <a:lnTo>
                    <a:pt x="1" y="4613"/>
                  </a:lnTo>
                  <a:cubicBezTo>
                    <a:pt x="1" y="4977"/>
                    <a:pt x="298" y="5264"/>
                    <a:pt x="661" y="5264"/>
                  </a:cubicBezTo>
                  <a:lnTo>
                    <a:pt x="12079" y="5264"/>
                  </a:lnTo>
                  <a:cubicBezTo>
                    <a:pt x="12442" y="5264"/>
                    <a:pt x="12739" y="4977"/>
                    <a:pt x="12739" y="4613"/>
                  </a:cubicBezTo>
                  <a:lnTo>
                    <a:pt x="12739"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7" name="Google Shape;8707;p63"/>
            <p:cNvSpPr/>
            <p:nvPr/>
          </p:nvSpPr>
          <p:spPr>
            <a:xfrm>
              <a:off x="883089" y="4473248"/>
              <a:ext cx="334526" cy="138495"/>
            </a:xfrm>
            <a:custGeom>
              <a:avLst/>
              <a:gdLst/>
              <a:ahLst/>
              <a:cxnLst/>
              <a:rect l="l" t="t" r="r" b="b"/>
              <a:pathLst>
                <a:path w="12739" h="5274" extrusionOk="0">
                  <a:moveTo>
                    <a:pt x="1" y="1"/>
                  </a:moveTo>
                  <a:lnTo>
                    <a:pt x="1" y="4614"/>
                  </a:lnTo>
                  <a:cubicBezTo>
                    <a:pt x="1" y="4977"/>
                    <a:pt x="298" y="5274"/>
                    <a:pt x="661" y="5274"/>
                  </a:cubicBezTo>
                  <a:lnTo>
                    <a:pt x="12079" y="5274"/>
                  </a:lnTo>
                  <a:cubicBezTo>
                    <a:pt x="12442" y="5274"/>
                    <a:pt x="12739" y="4977"/>
                    <a:pt x="12739" y="4614"/>
                  </a:cubicBezTo>
                  <a:lnTo>
                    <a:pt x="12739" y="4393"/>
                  </a:lnTo>
                  <a:lnTo>
                    <a:pt x="1762" y="4393"/>
                  </a:lnTo>
                  <a:cubicBezTo>
                    <a:pt x="1274" y="4393"/>
                    <a:pt x="881" y="4001"/>
                    <a:pt x="881" y="3523"/>
                  </a:cubicBezTo>
                  <a:lnTo>
                    <a:pt x="881" y="1982"/>
                  </a:lnTo>
                  <a:cubicBezTo>
                    <a:pt x="881" y="1858"/>
                    <a:pt x="979" y="1759"/>
                    <a:pt x="1091" y="1759"/>
                  </a:cubicBezTo>
                  <a:cubicBezTo>
                    <a:pt x="1101" y="1759"/>
                    <a:pt x="1111" y="1760"/>
                    <a:pt x="1121" y="1762"/>
                  </a:cubicBezTo>
                  <a:lnTo>
                    <a:pt x="11428" y="1762"/>
                  </a:lnTo>
                  <a:cubicBezTo>
                    <a:pt x="11897" y="1762"/>
                    <a:pt x="12356" y="1608"/>
                    <a:pt x="12739" y="1321"/>
                  </a:cubicBezTo>
                  <a:lnTo>
                    <a:pt x="12739"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8" name="Google Shape;8708;p63"/>
            <p:cNvSpPr/>
            <p:nvPr/>
          </p:nvSpPr>
          <p:spPr>
            <a:xfrm>
              <a:off x="871534" y="4358150"/>
              <a:ext cx="357661" cy="149813"/>
            </a:xfrm>
            <a:custGeom>
              <a:avLst/>
              <a:gdLst/>
              <a:ahLst/>
              <a:cxnLst/>
              <a:rect l="l" t="t" r="r" b="b"/>
              <a:pathLst>
                <a:path w="13620" h="5705" extrusionOk="0">
                  <a:moveTo>
                    <a:pt x="12756" y="0"/>
                  </a:moveTo>
                  <a:cubicBezTo>
                    <a:pt x="12750" y="0"/>
                    <a:pt x="12744" y="0"/>
                    <a:pt x="12739" y="0"/>
                  </a:cubicBezTo>
                  <a:lnTo>
                    <a:pt x="881" y="0"/>
                  </a:lnTo>
                  <a:cubicBezTo>
                    <a:pt x="393" y="0"/>
                    <a:pt x="1" y="393"/>
                    <a:pt x="10" y="881"/>
                  </a:cubicBezTo>
                  <a:lnTo>
                    <a:pt x="10" y="3953"/>
                  </a:lnTo>
                  <a:cubicBezTo>
                    <a:pt x="1" y="4920"/>
                    <a:pt x="795" y="5704"/>
                    <a:pt x="1762" y="5704"/>
                  </a:cubicBezTo>
                  <a:lnTo>
                    <a:pt x="11868" y="5704"/>
                  </a:lnTo>
                  <a:cubicBezTo>
                    <a:pt x="12834" y="5704"/>
                    <a:pt x="13619" y="4920"/>
                    <a:pt x="13619" y="3953"/>
                  </a:cubicBezTo>
                  <a:lnTo>
                    <a:pt x="13619" y="881"/>
                  </a:lnTo>
                  <a:cubicBezTo>
                    <a:pt x="13619" y="399"/>
                    <a:pt x="13236" y="0"/>
                    <a:pt x="12756" y="0"/>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9" name="Google Shape;8709;p63"/>
            <p:cNvSpPr/>
            <p:nvPr/>
          </p:nvSpPr>
          <p:spPr>
            <a:xfrm>
              <a:off x="900446" y="4358150"/>
              <a:ext cx="299837" cy="17358"/>
            </a:xfrm>
            <a:custGeom>
              <a:avLst/>
              <a:gdLst/>
              <a:ahLst/>
              <a:cxnLst/>
              <a:rect l="l" t="t" r="r" b="b"/>
              <a:pathLst>
                <a:path w="11418" h="661" extrusionOk="0">
                  <a:moveTo>
                    <a:pt x="326" y="0"/>
                  </a:moveTo>
                  <a:cubicBezTo>
                    <a:pt x="144" y="0"/>
                    <a:pt x="0" y="144"/>
                    <a:pt x="0" y="326"/>
                  </a:cubicBezTo>
                  <a:cubicBezTo>
                    <a:pt x="0" y="508"/>
                    <a:pt x="144" y="661"/>
                    <a:pt x="326" y="661"/>
                  </a:cubicBezTo>
                  <a:lnTo>
                    <a:pt x="11092" y="661"/>
                  </a:lnTo>
                  <a:cubicBezTo>
                    <a:pt x="11274" y="661"/>
                    <a:pt x="11418" y="508"/>
                    <a:pt x="11418" y="326"/>
                  </a:cubicBezTo>
                  <a:cubicBezTo>
                    <a:pt x="11418" y="144"/>
                    <a:pt x="11274" y="0"/>
                    <a:pt x="1109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0" name="Google Shape;8710;p63"/>
            <p:cNvSpPr/>
            <p:nvPr/>
          </p:nvSpPr>
          <p:spPr>
            <a:xfrm>
              <a:off x="929332" y="4358150"/>
              <a:ext cx="34453" cy="253593"/>
            </a:xfrm>
            <a:custGeom>
              <a:avLst/>
              <a:gdLst/>
              <a:ahLst/>
              <a:cxnLst/>
              <a:rect l="l" t="t" r="r" b="b"/>
              <a:pathLst>
                <a:path w="1312" h="9657" extrusionOk="0">
                  <a:moveTo>
                    <a:pt x="1" y="0"/>
                  </a:moveTo>
                  <a:lnTo>
                    <a:pt x="1" y="9657"/>
                  </a:lnTo>
                  <a:lnTo>
                    <a:pt x="1312" y="9657"/>
                  </a:lnTo>
                  <a:lnTo>
                    <a:pt x="1312" y="0"/>
                  </a:ln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1" name="Google Shape;8711;p63"/>
            <p:cNvSpPr/>
            <p:nvPr/>
          </p:nvSpPr>
          <p:spPr>
            <a:xfrm>
              <a:off x="929332" y="4358150"/>
              <a:ext cx="34453" cy="17122"/>
            </a:xfrm>
            <a:custGeom>
              <a:avLst/>
              <a:gdLst/>
              <a:ahLst/>
              <a:cxnLst/>
              <a:rect l="l" t="t" r="r" b="b"/>
              <a:pathLst>
                <a:path w="1312" h="652" extrusionOk="0">
                  <a:moveTo>
                    <a:pt x="1" y="0"/>
                  </a:moveTo>
                  <a:lnTo>
                    <a:pt x="1" y="651"/>
                  </a:lnTo>
                  <a:lnTo>
                    <a:pt x="1312" y="651"/>
                  </a:lnTo>
                  <a:lnTo>
                    <a:pt x="1312" y="0"/>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2" name="Google Shape;8712;p63"/>
            <p:cNvSpPr/>
            <p:nvPr/>
          </p:nvSpPr>
          <p:spPr>
            <a:xfrm>
              <a:off x="929332" y="4525269"/>
              <a:ext cx="34453" cy="17384"/>
            </a:xfrm>
            <a:custGeom>
              <a:avLst/>
              <a:gdLst/>
              <a:ahLst/>
              <a:cxnLst/>
              <a:rect l="l" t="t" r="r" b="b"/>
              <a:pathLst>
                <a:path w="1312" h="662" extrusionOk="0">
                  <a:moveTo>
                    <a:pt x="1" y="1"/>
                  </a:moveTo>
                  <a:lnTo>
                    <a:pt x="1" y="661"/>
                  </a:lnTo>
                  <a:lnTo>
                    <a:pt x="1312" y="661"/>
                  </a:lnTo>
                  <a:lnTo>
                    <a:pt x="1312"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3" name="Google Shape;8713;p63"/>
            <p:cNvSpPr/>
            <p:nvPr/>
          </p:nvSpPr>
          <p:spPr>
            <a:xfrm>
              <a:off x="929332" y="4485065"/>
              <a:ext cx="34453" cy="17122"/>
            </a:xfrm>
            <a:custGeom>
              <a:avLst/>
              <a:gdLst/>
              <a:ahLst/>
              <a:cxnLst/>
              <a:rect l="l" t="t" r="r" b="b"/>
              <a:pathLst>
                <a:path w="1312" h="652" extrusionOk="0">
                  <a:moveTo>
                    <a:pt x="1" y="0"/>
                  </a:moveTo>
                  <a:lnTo>
                    <a:pt x="1" y="651"/>
                  </a:lnTo>
                  <a:lnTo>
                    <a:pt x="1312" y="651"/>
                  </a:lnTo>
                  <a:lnTo>
                    <a:pt x="1312"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4" name="Google Shape;8714;p63"/>
            <p:cNvSpPr/>
            <p:nvPr/>
          </p:nvSpPr>
          <p:spPr>
            <a:xfrm>
              <a:off x="917778" y="4479025"/>
              <a:ext cx="57588" cy="52047"/>
            </a:xfrm>
            <a:custGeom>
              <a:avLst/>
              <a:gdLst/>
              <a:ahLst/>
              <a:cxnLst/>
              <a:rect l="l" t="t" r="r" b="b"/>
              <a:pathLst>
                <a:path w="2193" h="1982" extrusionOk="0">
                  <a:moveTo>
                    <a:pt x="1752" y="441"/>
                  </a:moveTo>
                  <a:lnTo>
                    <a:pt x="1752" y="1542"/>
                  </a:lnTo>
                  <a:lnTo>
                    <a:pt x="441" y="1542"/>
                  </a:lnTo>
                  <a:lnTo>
                    <a:pt x="441" y="441"/>
                  </a:lnTo>
                  <a:close/>
                  <a:moveTo>
                    <a:pt x="441" y="1"/>
                  </a:moveTo>
                  <a:cubicBezTo>
                    <a:pt x="202" y="1"/>
                    <a:pt x="1" y="202"/>
                    <a:pt x="1" y="441"/>
                  </a:cubicBezTo>
                  <a:lnTo>
                    <a:pt x="1" y="1542"/>
                  </a:lnTo>
                  <a:cubicBezTo>
                    <a:pt x="1" y="1790"/>
                    <a:pt x="202" y="1982"/>
                    <a:pt x="441" y="1982"/>
                  </a:cubicBezTo>
                  <a:lnTo>
                    <a:pt x="1752" y="1982"/>
                  </a:lnTo>
                  <a:cubicBezTo>
                    <a:pt x="2001" y="1982"/>
                    <a:pt x="2192" y="1781"/>
                    <a:pt x="2192" y="1542"/>
                  </a:cubicBezTo>
                  <a:lnTo>
                    <a:pt x="2192" y="441"/>
                  </a:lnTo>
                  <a:cubicBezTo>
                    <a:pt x="2192" y="202"/>
                    <a:pt x="2001" y="1"/>
                    <a:pt x="1752"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5" name="Google Shape;8715;p63"/>
            <p:cNvSpPr/>
            <p:nvPr/>
          </p:nvSpPr>
          <p:spPr>
            <a:xfrm>
              <a:off x="940651" y="4479603"/>
              <a:ext cx="11581" cy="28361"/>
            </a:xfrm>
            <a:custGeom>
              <a:avLst/>
              <a:gdLst/>
              <a:ahLst/>
              <a:cxnLst/>
              <a:rect l="l" t="t" r="r" b="b"/>
              <a:pathLst>
                <a:path w="441" h="1080" extrusionOk="0">
                  <a:moveTo>
                    <a:pt x="225" y="0"/>
                  </a:moveTo>
                  <a:cubicBezTo>
                    <a:pt x="122" y="0"/>
                    <a:pt x="20" y="70"/>
                    <a:pt x="10" y="208"/>
                  </a:cubicBezTo>
                  <a:lnTo>
                    <a:pt x="10" y="859"/>
                  </a:lnTo>
                  <a:cubicBezTo>
                    <a:pt x="0" y="984"/>
                    <a:pt x="106" y="1079"/>
                    <a:pt x="230" y="1079"/>
                  </a:cubicBezTo>
                  <a:cubicBezTo>
                    <a:pt x="345" y="1079"/>
                    <a:pt x="441" y="984"/>
                    <a:pt x="441" y="859"/>
                  </a:cubicBezTo>
                  <a:lnTo>
                    <a:pt x="441" y="208"/>
                  </a:lnTo>
                  <a:cubicBezTo>
                    <a:pt x="431" y="70"/>
                    <a:pt x="328" y="0"/>
                    <a:pt x="225"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6" name="Google Shape;8716;p63"/>
            <p:cNvSpPr/>
            <p:nvPr/>
          </p:nvSpPr>
          <p:spPr>
            <a:xfrm>
              <a:off x="929332" y="4588844"/>
              <a:ext cx="34453" cy="22899"/>
            </a:xfrm>
            <a:custGeom>
              <a:avLst/>
              <a:gdLst/>
              <a:ahLst/>
              <a:cxnLst/>
              <a:rect l="l" t="t" r="r" b="b"/>
              <a:pathLst>
                <a:path w="1312" h="872" extrusionOk="0">
                  <a:moveTo>
                    <a:pt x="1" y="1"/>
                  </a:moveTo>
                  <a:lnTo>
                    <a:pt x="1" y="872"/>
                  </a:lnTo>
                  <a:lnTo>
                    <a:pt x="1312" y="872"/>
                  </a:lnTo>
                  <a:lnTo>
                    <a:pt x="1312"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7" name="Google Shape;8717;p63"/>
            <p:cNvSpPr/>
            <p:nvPr/>
          </p:nvSpPr>
          <p:spPr>
            <a:xfrm>
              <a:off x="1136918" y="4358150"/>
              <a:ext cx="34716" cy="253593"/>
            </a:xfrm>
            <a:custGeom>
              <a:avLst/>
              <a:gdLst/>
              <a:ahLst/>
              <a:cxnLst/>
              <a:rect l="l" t="t" r="r" b="b"/>
              <a:pathLst>
                <a:path w="1322" h="9657" extrusionOk="0">
                  <a:moveTo>
                    <a:pt x="1" y="0"/>
                  </a:moveTo>
                  <a:lnTo>
                    <a:pt x="1" y="9657"/>
                  </a:lnTo>
                  <a:lnTo>
                    <a:pt x="1322" y="9657"/>
                  </a:lnTo>
                  <a:lnTo>
                    <a:pt x="1322" y="0"/>
                  </a:ln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8" name="Google Shape;8718;p63"/>
            <p:cNvSpPr/>
            <p:nvPr/>
          </p:nvSpPr>
          <p:spPr>
            <a:xfrm>
              <a:off x="1136918" y="4358150"/>
              <a:ext cx="34716" cy="17122"/>
            </a:xfrm>
            <a:custGeom>
              <a:avLst/>
              <a:gdLst/>
              <a:ahLst/>
              <a:cxnLst/>
              <a:rect l="l" t="t" r="r" b="b"/>
              <a:pathLst>
                <a:path w="1322" h="652" extrusionOk="0">
                  <a:moveTo>
                    <a:pt x="1" y="0"/>
                  </a:moveTo>
                  <a:lnTo>
                    <a:pt x="1" y="651"/>
                  </a:lnTo>
                  <a:lnTo>
                    <a:pt x="1322" y="651"/>
                  </a:lnTo>
                  <a:lnTo>
                    <a:pt x="1322" y="0"/>
                  </a:ln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9" name="Google Shape;8719;p63"/>
            <p:cNvSpPr/>
            <p:nvPr/>
          </p:nvSpPr>
          <p:spPr>
            <a:xfrm>
              <a:off x="1136918" y="4525269"/>
              <a:ext cx="34716" cy="17384"/>
            </a:xfrm>
            <a:custGeom>
              <a:avLst/>
              <a:gdLst/>
              <a:ahLst/>
              <a:cxnLst/>
              <a:rect l="l" t="t" r="r" b="b"/>
              <a:pathLst>
                <a:path w="1322" h="662" extrusionOk="0">
                  <a:moveTo>
                    <a:pt x="1" y="1"/>
                  </a:moveTo>
                  <a:lnTo>
                    <a:pt x="1" y="661"/>
                  </a:lnTo>
                  <a:lnTo>
                    <a:pt x="1322" y="661"/>
                  </a:lnTo>
                  <a:lnTo>
                    <a:pt x="1322"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0" name="Google Shape;8720;p63"/>
            <p:cNvSpPr/>
            <p:nvPr/>
          </p:nvSpPr>
          <p:spPr>
            <a:xfrm>
              <a:off x="1136918" y="4485065"/>
              <a:ext cx="34716" cy="17122"/>
            </a:xfrm>
            <a:custGeom>
              <a:avLst/>
              <a:gdLst/>
              <a:ahLst/>
              <a:cxnLst/>
              <a:rect l="l" t="t" r="r" b="b"/>
              <a:pathLst>
                <a:path w="1322" h="652" extrusionOk="0">
                  <a:moveTo>
                    <a:pt x="1" y="0"/>
                  </a:moveTo>
                  <a:lnTo>
                    <a:pt x="1" y="651"/>
                  </a:lnTo>
                  <a:lnTo>
                    <a:pt x="1322" y="651"/>
                  </a:lnTo>
                  <a:lnTo>
                    <a:pt x="1322"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1" name="Google Shape;8721;p63"/>
            <p:cNvSpPr/>
            <p:nvPr/>
          </p:nvSpPr>
          <p:spPr>
            <a:xfrm>
              <a:off x="1125363" y="4479025"/>
              <a:ext cx="57825" cy="52047"/>
            </a:xfrm>
            <a:custGeom>
              <a:avLst/>
              <a:gdLst/>
              <a:ahLst/>
              <a:cxnLst/>
              <a:rect l="l" t="t" r="r" b="b"/>
              <a:pathLst>
                <a:path w="2202" h="1982" extrusionOk="0">
                  <a:moveTo>
                    <a:pt x="1752" y="441"/>
                  </a:moveTo>
                  <a:lnTo>
                    <a:pt x="1752" y="1542"/>
                  </a:lnTo>
                  <a:lnTo>
                    <a:pt x="441" y="1542"/>
                  </a:lnTo>
                  <a:lnTo>
                    <a:pt x="441" y="441"/>
                  </a:lnTo>
                  <a:close/>
                  <a:moveTo>
                    <a:pt x="441" y="1"/>
                  </a:moveTo>
                  <a:cubicBezTo>
                    <a:pt x="202" y="1"/>
                    <a:pt x="1" y="202"/>
                    <a:pt x="1" y="441"/>
                  </a:cubicBezTo>
                  <a:lnTo>
                    <a:pt x="1" y="1542"/>
                  </a:lnTo>
                  <a:cubicBezTo>
                    <a:pt x="1" y="1790"/>
                    <a:pt x="202" y="1982"/>
                    <a:pt x="441" y="1982"/>
                  </a:cubicBezTo>
                  <a:lnTo>
                    <a:pt x="1762" y="1982"/>
                  </a:lnTo>
                  <a:cubicBezTo>
                    <a:pt x="2001" y="1982"/>
                    <a:pt x="2202" y="1781"/>
                    <a:pt x="2192" y="1542"/>
                  </a:cubicBezTo>
                  <a:lnTo>
                    <a:pt x="2192" y="441"/>
                  </a:lnTo>
                  <a:cubicBezTo>
                    <a:pt x="2192" y="202"/>
                    <a:pt x="2001" y="1"/>
                    <a:pt x="1762"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2" name="Google Shape;8722;p63"/>
            <p:cNvSpPr/>
            <p:nvPr/>
          </p:nvSpPr>
          <p:spPr>
            <a:xfrm>
              <a:off x="1148105" y="4478841"/>
              <a:ext cx="12211" cy="29122"/>
            </a:xfrm>
            <a:custGeom>
              <a:avLst/>
              <a:gdLst/>
              <a:ahLst/>
              <a:cxnLst/>
              <a:rect l="l" t="t" r="r" b="b"/>
              <a:pathLst>
                <a:path w="465" h="1109" extrusionOk="0">
                  <a:moveTo>
                    <a:pt x="232" y="1"/>
                  </a:moveTo>
                  <a:cubicBezTo>
                    <a:pt x="116" y="1"/>
                    <a:pt x="1" y="80"/>
                    <a:pt x="15" y="237"/>
                  </a:cubicBezTo>
                  <a:lnTo>
                    <a:pt x="15" y="888"/>
                  </a:lnTo>
                  <a:cubicBezTo>
                    <a:pt x="15" y="1013"/>
                    <a:pt x="111" y="1108"/>
                    <a:pt x="235" y="1108"/>
                  </a:cubicBezTo>
                  <a:cubicBezTo>
                    <a:pt x="350" y="1108"/>
                    <a:pt x="455" y="1013"/>
                    <a:pt x="455" y="888"/>
                  </a:cubicBezTo>
                  <a:lnTo>
                    <a:pt x="455" y="237"/>
                  </a:lnTo>
                  <a:cubicBezTo>
                    <a:pt x="465" y="80"/>
                    <a:pt x="348" y="1"/>
                    <a:pt x="232" y="1"/>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3" name="Google Shape;8723;p63"/>
            <p:cNvSpPr/>
            <p:nvPr/>
          </p:nvSpPr>
          <p:spPr>
            <a:xfrm>
              <a:off x="1136918" y="4588844"/>
              <a:ext cx="34716" cy="22899"/>
            </a:xfrm>
            <a:custGeom>
              <a:avLst/>
              <a:gdLst/>
              <a:ahLst/>
              <a:cxnLst/>
              <a:rect l="l" t="t" r="r" b="b"/>
              <a:pathLst>
                <a:path w="1322" h="872" extrusionOk="0">
                  <a:moveTo>
                    <a:pt x="1" y="1"/>
                  </a:moveTo>
                  <a:lnTo>
                    <a:pt x="1" y="872"/>
                  </a:lnTo>
                  <a:lnTo>
                    <a:pt x="1322" y="872"/>
                  </a:lnTo>
                  <a:lnTo>
                    <a:pt x="1322"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4" name="Google Shape;8724;p63"/>
            <p:cNvSpPr/>
            <p:nvPr/>
          </p:nvSpPr>
          <p:spPr>
            <a:xfrm>
              <a:off x="1021584" y="4461956"/>
              <a:ext cx="57562" cy="23135"/>
            </a:xfrm>
            <a:custGeom>
              <a:avLst/>
              <a:gdLst/>
              <a:ahLst/>
              <a:cxnLst/>
              <a:rect l="l" t="t" r="r" b="b"/>
              <a:pathLst>
                <a:path w="2192" h="881" extrusionOk="0">
                  <a:moveTo>
                    <a:pt x="220" y="0"/>
                  </a:moveTo>
                  <a:cubicBezTo>
                    <a:pt x="96" y="0"/>
                    <a:pt x="0" y="96"/>
                    <a:pt x="0" y="220"/>
                  </a:cubicBezTo>
                  <a:lnTo>
                    <a:pt x="0" y="660"/>
                  </a:lnTo>
                  <a:cubicBezTo>
                    <a:pt x="0" y="775"/>
                    <a:pt x="96" y="880"/>
                    <a:pt x="220" y="880"/>
                  </a:cubicBezTo>
                  <a:lnTo>
                    <a:pt x="1972" y="880"/>
                  </a:lnTo>
                  <a:cubicBezTo>
                    <a:pt x="2096" y="880"/>
                    <a:pt x="2192" y="775"/>
                    <a:pt x="2192" y="660"/>
                  </a:cubicBezTo>
                  <a:lnTo>
                    <a:pt x="2192" y="220"/>
                  </a:lnTo>
                  <a:cubicBezTo>
                    <a:pt x="2192" y="96"/>
                    <a:pt x="2096" y="0"/>
                    <a:pt x="1972"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5" name="Google Shape;8725;p63"/>
            <p:cNvSpPr/>
            <p:nvPr/>
          </p:nvSpPr>
          <p:spPr>
            <a:xfrm>
              <a:off x="1021584" y="4473510"/>
              <a:ext cx="57562" cy="11581"/>
            </a:xfrm>
            <a:custGeom>
              <a:avLst/>
              <a:gdLst/>
              <a:ahLst/>
              <a:cxnLst/>
              <a:rect l="l" t="t" r="r" b="b"/>
              <a:pathLst>
                <a:path w="2192" h="441" extrusionOk="0">
                  <a:moveTo>
                    <a:pt x="220" y="0"/>
                  </a:moveTo>
                  <a:cubicBezTo>
                    <a:pt x="96" y="0"/>
                    <a:pt x="0" y="96"/>
                    <a:pt x="0" y="220"/>
                  </a:cubicBezTo>
                  <a:cubicBezTo>
                    <a:pt x="0" y="335"/>
                    <a:pt x="96" y="440"/>
                    <a:pt x="220" y="440"/>
                  </a:cubicBezTo>
                  <a:lnTo>
                    <a:pt x="1972" y="440"/>
                  </a:lnTo>
                  <a:cubicBezTo>
                    <a:pt x="2096" y="440"/>
                    <a:pt x="2192" y="335"/>
                    <a:pt x="2192" y="220"/>
                  </a:cubicBezTo>
                  <a:cubicBezTo>
                    <a:pt x="2192" y="96"/>
                    <a:pt x="2096" y="0"/>
                    <a:pt x="1972"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26" name="Google Shape;8726;p63"/>
          <p:cNvGrpSpPr/>
          <p:nvPr/>
        </p:nvGrpSpPr>
        <p:grpSpPr>
          <a:xfrm>
            <a:off x="901744" y="3664806"/>
            <a:ext cx="250100" cy="336785"/>
            <a:chOff x="916019" y="3821606"/>
            <a:chExt cx="250100" cy="336785"/>
          </a:xfrm>
        </p:grpSpPr>
        <p:sp>
          <p:nvSpPr>
            <p:cNvPr id="8727" name="Google Shape;8727;p63"/>
            <p:cNvSpPr/>
            <p:nvPr/>
          </p:nvSpPr>
          <p:spPr>
            <a:xfrm>
              <a:off x="995429" y="3887676"/>
              <a:ext cx="32694" cy="71926"/>
            </a:xfrm>
            <a:custGeom>
              <a:avLst/>
              <a:gdLst/>
              <a:ahLst/>
              <a:cxnLst/>
              <a:rect l="l" t="t" r="r" b="b"/>
              <a:pathLst>
                <a:path w="1245" h="2739" extrusionOk="0">
                  <a:moveTo>
                    <a:pt x="747" y="1"/>
                  </a:moveTo>
                  <a:cubicBezTo>
                    <a:pt x="336" y="1"/>
                    <a:pt x="1" y="336"/>
                    <a:pt x="1" y="747"/>
                  </a:cubicBezTo>
                  <a:lnTo>
                    <a:pt x="1" y="920"/>
                  </a:lnTo>
                  <a:cubicBezTo>
                    <a:pt x="1" y="1140"/>
                    <a:pt x="39" y="1350"/>
                    <a:pt x="106" y="1551"/>
                  </a:cubicBezTo>
                  <a:lnTo>
                    <a:pt x="498" y="2738"/>
                  </a:lnTo>
                  <a:lnTo>
                    <a:pt x="1245" y="2738"/>
                  </a:lnTo>
                  <a:lnTo>
                    <a:pt x="1245"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8" name="Google Shape;8728;p63"/>
            <p:cNvSpPr/>
            <p:nvPr/>
          </p:nvSpPr>
          <p:spPr>
            <a:xfrm>
              <a:off x="1008506" y="3881163"/>
              <a:ext cx="78176" cy="78439"/>
            </a:xfrm>
            <a:custGeom>
              <a:avLst/>
              <a:gdLst/>
              <a:ahLst/>
              <a:cxnLst/>
              <a:rect l="l" t="t" r="r" b="b"/>
              <a:pathLst>
                <a:path w="2977" h="2987" extrusionOk="0">
                  <a:moveTo>
                    <a:pt x="747" y="0"/>
                  </a:moveTo>
                  <a:cubicBezTo>
                    <a:pt x="335" y="0"/>
                    <a:pt x="0" y="335"/>
                    <a:pt x="0" y="747"/>
                  </a:cubicBezTo>
                  <a:cubicBezTo>
                    <a:pt x="0" y="1024"/>
                    <a:pt x="221" y="1244"/>
                    <a:pt x="498" y="1244"/>
                  </a:cubicBezTo>
                  <a:lnTo>
                    <a:pt x="2479" y="2986"/>
                  </a:lnTo>
                  <a:lnTo>
                    <a:pt x="2900" y="1512"/>
                  </a:lnTo>
                  <a:cubicBezTo>
                    <a:pt x="2958" y="1330"/>
                    <a:pt x="2977" y="1149"/>
                    <a:pt x="2977" y="967"/>
                  </a:cubicBezTo>
                  <a:lnTo>
                    <a:pt x="2977" y="498"/>
                  </a:lnTo>
                  <a:cubicBezTo>
                    <a:pt x="2977" y="220"/>
                    <a:pt x="2757" y="0"/>
                    <a:pt x="247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9" name="Google Shape;8729;p63"/>
            <p:cNvSpPr/>
            <p:nvPr/>
          </p:nvSpPr>
          <p:spPr>
            <a:xfrm>
              <a:off x="1021584" y="3978903"/>
              <a:ext cx="38970" cy="28939"/>
            </a:xfrm>
            <a:custGeom>
              <a:avLst/>
              <a:gdLst/>
              <a:ahLst/>
              <a:cxnLst/>
              <a:rect l="l" t="t" r="r" b="b"/>
              <a:pathLst>
                <a:path w="1484" h="1102" extrusionOk="0">
                  <a:moveTo>
                    <a:pt x="0" y="1"/>
                  </a:moveTo>
                  <a:lnTo>
                    <a:pt x="0" y="1102"/>
                  </a:lnTo>
                  <a:lnTo>
                    <a:pt x="1483" y="1102"/>
                  </a:lnTo>
                  <a:lnTo>
                    <a:pt x="1483"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0" name="Google Shape;8730;p63"/>
            <p:cNvSpPr/>
            <p:nvPr/>
          </p:nvSpPr>
          <p:spPr>
            <a:xfrm>
              <a:off x="1021584" y="3979166"/>
              <a:ext cx="39232" cy="15861"/>
            </a:xfrm>
            <a:custGeom>
              <a:avLst/>
              <a:gdLst/>
              <a:ahLst/>
              <a:cxnLst/>
              <a:rect l="l" t="t" r="r" b="b"/>
              <a:pathLst>
                <a:path w="1494" h="604" extrusionOk="0">
                  <a:moveTo>
                    <a:pt x="0" y="1"/>
                  </a:moveTo>
                  <a:lnTo>
                    <a:pt x="0" y="460"/>
                  </a:lnTo>
                  <a:cubicBezTo>
                    <a:pt x="239" y="556"/>
                    <a:pt x="493" y="603"/>
                    <a:pt x="747" y="603"/>
                  </a:cubicBezTo>
                  <a:cubicBezTo>
                    <a:pt x="1000" y="603"/>
                    <a:pt x="1254" y="556"/>
                    <a:pt x="1493" y="460"/>
                  </a:cubicBezTo>
                  <a:lnTo>
                    <a:pt x="1493"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1" name="Google Shape;8731;p63"/>
            <p:cNvSpPr/>
            <p:nvPr/>
          </p:nvSpPr>
          <p:spPr>
            <a:xfrm>
              <a:off x="975839" y="3994738"/>
              <a:ext cx="130460" cy="55067"/>
            </a:xfrm>
            <a:custGeom>
              <a:avLst/>
              <a:gdLst/>
              <a:ahLst/>
              <a:cxnLst/>
              <a:rect l="l" t="t" r="r" b="b"/>
              <a:pathLst>
                <a:path w="4968" h="2097" extrusionOk="0">
                  <a:moveTo>
                    <a:pt x="1742" y="1"/>
                  </a:moveTo>
                  <a:lnTo>
                    <a:pt x="546" y="345"/>
                  </a:lnTo>
                  <a:cubicBezTo>
                    <a:pt x="220" y="441"/>
                    <a:pt x="0" y="728"/>
                    <a:pt x="0" y="1063"/>
                  </a:cubicBezTo>
                  <a:lnTo>
                    <a:pt x="0" y="2097"/>
                  </a:lnTo>
                  <a:lnTo>
                    <a:pt x="4967" y="2097"/>
                  </a:lnTo>
                  <a:lnTo>
                    <a:pt x="4967" y="1063"/>
                  </a:lnTo>
                  <a:cubicBezTo>
                    <a:pt x="4967" y="728"/>
                    <a:pt x="4747" y="441"/>
                    <a:pt x="4431" y="345"/>
                  </a:cubicBezTo>
                  <a:lnTo>
                    <a:pt x="3235" y="1"/>
                  </a:lnTo>
                  <a:lnTo>
                    <a:pt x="2489" y="499"/>
                  </a:lnTo>
                  <a:lnTo>
                    <a:pt x="1742" y="1"/>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2" name="Google Shape;8732;p63"/>
            <p:cNvSpPr/>
            <p:nvPr/>
          </p:nvSpPr>
          <p:spPr>
            <a:xfrm>
              <a:off x="1034635" y="4007815"/>
              <a:ext cx="13104" cy="52809"/>
            </a:xfrm>
            <a:custGeom>
              <a:avLst/>
              <a:gdLst/>
              <a:ahLst/>
              <a:cxnLst/>
              <a:rect l="l" t="t" r="r" b="b"/>
              <a:pathLst>
                <a:path w="499" h="2011" extrusionOk="0">
                  <a:moveTo>
                    <a:pt x="125" y="1"/>
                  </a:moveTo>
                  <a:lnTo>
                    <a:pt x="1" y="2010"/>
                  </a:lnTo>
                  <a:lnTo>
                    <a:pt x="498" y="2010"/>
                  </a:lnTo>
                  <a:lnTo>
                    <a:pt x="374" y="1"/>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3" name="Google Shape;8733;p63"/>
            <p:cNvSpPr/>
            <p:nvPr/>
          </p:nvSpPr>
          <p:spPr>
            <a:xfrm>
              <a:off x="1001968" y="3914041"/>
              <a:ext cx="78176" cy="71427"/>
            </a:xfrm>
            <a:custGeom>
              <a:avLst/>
              <a:gdLst/>
              <a:ahLst/>
              <a:cxnLst/>
              <a:rect l="l" t="t" r="r" b="b"/>
              <a:pathLst>
                <a:path w="2977" h="2720" extrusionOk="0">
                  <a:moveTo>
                    <a:pt x="928" y="1"/>
                  </a:moveTo>
                  <a:cubicBezTo>
                    <a:pt x="804" y="1"/>
                    <a:pt x="683" y="57"/>
                    <a:pt x="594" y="145"/>
                  </a:cubicBezTo>
                  <a:lnTo>
                    <a:pt x="144" y="595"/>
                  </a:lnTo>
                  <a:cubicBezTo>
                    <a:pt x="58" y="681"/>
                    <a:pt x="1" y="815"/>
                    <a:pt x="1" y="940"/>
                  </a:cubicBezTo>
                  <a:lnTo>
                    <a:pt x="1" y="1236"/>
                  </a:lnTo>
                  <a:cubicBezTo>
                    <a:pt x="1" y="2059"/>
                    <a:pt x="671" y="2720"/>
                    <a:pt x="1494" y="2720"/>
                  </a:cubicBezTo>
                  <a:cubicBezTo>
                    <a:pt x="2317" y="2720"/>
                    <a:pt x="2977" y="2059"/>
                    <a:pt x="2977" y="1236"/>
                  </a:cubicBezTo>
                  <a:lnTo>
                    <a:pt x="2977" y="921"/>
                  </a:lnTo>
                  <a:cubicBezTo>
                    <a:pt x="2977" y="787"/>
                    <a:pt x="2929" y="662"/>
                    <a:pt x="2833" y="567"/>
                  </a:cubicBezTo>
                  <a:cubicBezTo>
                    <a:pt x="2451" y="193"/>
                    <a:pt x="1752" y="21"/>
                    <a:pt x="958" y="2"/>
                  </a:cubicBezTo>
                  <a:cubicBezTo>
                    <a:pt x="948" y="1"/>
                    <a:pt x="938" y="1"/>
                    <a:pt x="928"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4" name="Google Shape;8734;p63"/>
            <p:cNvSpPr/>
            <p:nvPr/>
          </p:nvSpPr>
          <p:spPr>
            <a:xfrm>
              <a:off x="1001968" y="3914041"/>
              <a:ext cx="78176" cy="70167"/>
            </a:xfrm>
            <a:custGeom>
              <a:avLst/>
              <a:gdLst/>
              <a:ahLst/>
              <a:cxnLst/>
              <a:rect l="l" t="t" r="r" b="b"/>
              <a:pathLst>
                <a:path w="2977" h="2672" extrusionOk="0">
                  <a:moveTo>
                    <a:pt x="928" y="1"/>
                  </a:moveTo>
                  <a:cubicBezTo>
                    <a:pt x="804" y="1"/>
                    <a:pt x="683" y="57"/>
                    <a:pt x="594" y="145"/>
                  </a:cubicBezTo>
                  <a:lnTo>
                    <a:pt x="144" y="595"/>
                  </a:lnTo>
                  <a:cubicBezTo>
                    <a:pt x="58" y="681"/>
                    <a:pt x="1" y="815"/>
                    <a:pt x="1" y="940"/>
                  </a:cubicBezTo>
                  <a:lnTo>
                    <a:pt x="1" y="1236"/>
                  </a:lnTo>
                  <a:cubicBezTo>
                    <a:pt x="1" y="1897"/>
                    <a:pt x="441" y="2481"/>
                    <a:pt x="1082" y="2672"/>
                  </a:cubicBezTo>
                  <a:cubicBezTo>
                    <a:pt x="862" y="2404"/>
                    <a:pt x="747" y="2079"/>
                    <a:pt x="747" y="1734"/>
                  </a:cubicBezTo>
                  <a:lnTo>
                    <a:pt x="747" y="1007"/>
                  </a:lnTo>
                  <a:cubicBezTo>
                    <a:pt x="747" y="731"/>
                    <a:pt x="968" y="508"/>
                    <a:pt x="1240" y="508"/>
                  </a:cubicBezTo>
                  <a:cubicBezTo>
                    <a:pt x="1251" y="508"/>
                    <a:pt x="1262" y="508"/>
                    <a:pt x="1273" y="509"/>
                  </a:cubicBezTo>
                  <a:cubicBezTo>
                    <a:pt x="1771" y="547"/>
                    <a:pt x="2518" y="633"/>
                    <a:pt x="2977" y="844"/>
                  </a:cubicBezTo>
                  <a:cubicBezTo>
                    <a:pt x="2958" y="739"/>
                    <a:pt x="2910" y="643"/>
                    <a:pt x="2833" y="567"/>
                  </a:cubicBezTo>
                  <a:cubicBezTo>
                    <a:pt x="2451" y="193"/>
                    <a:pt x="1752" y="21"/>
                    <a:pt x="958" y="2"/>
                  </a:cubicBezTo>
                  <a:cubicBezTo>
                    <a:pt x="948" y="1"/>
                    <a:pt x="938" y="1"/>
                    <a:pt x="928"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5" name="Google Shape;8735;p63"/>
            <p:cNvSpPr/>
            <p:nvPr/>
          </p:nvSpPr>
          <p:spPr>
            <a:xfrm>
              <a:off x="1034635" y="4007815"/>
              <a:ext cx="13104" cy="13104"/>
            </a:xfrm>
            <a:custGeom>
              <a:avLst/>
              <a:gdLst/>
              <a:ahLst/>
              <a:cxnLst/>
              <a:rect l="l" t="t" r="r" b="b"/>
              <a:pathLst>
                <a:path w="499" h="499" extrusionOk="0">
                  <a:moveTo>
                    <a:pt x="1" y="1"/>
                  </a:moveTo>
                  <a:lnTo>
                    <a:pt x="1" y="393"/>
                  </a:lnTo>
                  <a:cubicBezTo>
                    <a:pt x="1" y="450"/>
                    <a:pt x="49" y="498"/>
                    <a:pt x="106" y="498"/>
                  </a:cubicBezTo>
                  <a:lnTo>
                    <a:pt x="393" y="498"/>
                  </a:lnTo>
                  <a:cubicBezTo>
                    <a:pt x="451" y="498"/>
                    <a:pt x="489" y="450"/>
                    <a:pt x="498" y="393"/>
                  </a:cubicBezTo>
                  <a:lnTo>
                    <a:pt x="498" y="1"/>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6" name="Google Shape;8736;p63"/>
            <p:cNvSpPr/>
            <p:nvPr/>
          </p:nvSpPr>
          <p:spPr>
            <a:xfrm>
              <a:off x="1014284" y="3989643"/>
              <a:ext cx="26917" cy="27442"/>
            </a:xfrm>
            <a:custGeom>
              <a:avLst/>
              <a:gdLst/>
              <a:ahLst/>
              <a:cxnLst/>
              <a:rect l="l" t="t" r="r" b="b"/>
              <a:pathLst>
                <a:path w="1025" h="1045" extrusionOk="0">
                  <a:moveTo>
                    <a:pt x="235" y="1"/>
                  </a:moveTo>
                  <a:cubicBezTo>
                    <a:pt x="204" y="1"/>
                    <a:pt x="175" y="15"/>
                    <a:pt x="154" y="42"/>
                  </a:cubicBezTo>
                  <a:lnTo>
                    <a:pt x="1" y="281"/>
                  </a:lnTo>
                  <a:lnTo>
                    <a:pt x="383" y="970"/>
                  </a:lnTo>
                  <a:cubicBezTo>
                    <a:pt x="408" y="1019"/>
                    <a:pt x="459" y="1044"/>
                    <a:pt x="512" y="1044"/>
                  </a:cubicBezTo>
                  <a:cubicBezTo>
                    <a:pt x="543" y="1044"/>
                    <a:pt x="575" y="1036"/>
                    <a:pt x="603" y="1018"/>
                  </a:cubicBezTo>
                  <a:lnTo>
                    <a:pt x="1025" y="693"/>
                  </a:lnTo>
                  <a:lnTo>
                    <a:pt x="307" y="32"/>
                  </a:lnTo>
                  <a:cubicBezTo>
                    <a:pt x="285" y="11"/>
                    <a:pt x="260" y="1"/>
                    <a:pt x="235"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7" name="Google Shape;8737;p63"/>
            <p:cNvSpPr/>
            <p:nvPr/>
          </p:nvSpPr>
          <p:spPr>
            <a:xfrm>
              <a:off x="1041174" y="3989643"/>
              <a:ext cx="26680" cy="27442"/>
            </a:xfrm>
            <a:custGeom>
              <a:avLst/>
              <a:gdLst/>
              <a:ahLst/>
              <a:cxnLst/>
              <a:rect l="l" t="t" r="r" b="b"/>
              <a:pathLst>
                <a:path w="1016" h="1045" extrusionOk="0">
                  <a:moveTo>
                    <a:pt x="786" y="1"/>
                  </a:moveTo>
                  <a:cubicBezTo>
                    <a:pt x="761" y="1"/>
                    <a:pt x="736" y="11"/>
                    <a:pt x="718" y="32"/>
                  </a:cubicBezTo>
                  <a:lnTo>
                    <a:pt x="1" y="693"/>
                  </a:lnTo>
                  <a:lnTo>
                    <a:pt x="422" y="1018"/>
                  </a:lnTo>
                  <a:cubicBezTo>
                    <a:pt x="446" y="1036"/>
                    <a:pt x="476" y="1044"/>
                    <a:pt x="506" y="1044"/>
                  </a:cubicBezTo>
                  <a:cubicBezTo>
                    <a:pt x="558" y="1044"/>
                    <a:pt x="611" y="1019"/>
                    <a:pt x="642" y="970"/>
                  </a:cubicBezTo>
                  <a:lnTo>
                    <a:pt x="1015" y="281"/>
                  </a:lnTo>
                  <a:lnTo>
                    <a:pt x="862" y="42"/>
                  </a:lnTo>
                  <a:cubicBezTo>
                    <a:pt x="846" y="15"/>
                    <a:pt x="816" y="1"/>
                    <a:pt x="786" y="1"/>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8" name="Google Shape;8738;p63"/>
            <p:cNvSpPr/>
            <p:nvPr/>
          </p:nvSpPr>
          <p:spPr>
            <a:xfrm>
              <a:off x="916019" y="3821606"/>
              <a:ext cx="250100" cy="336785"/>
            </a:xfrm>
            <a:custGeom>
              <a:avLst/>
              <a:gdLst/>
              <a:ahLst/>
              <a:cxnLst/>
              <a:rect l="l" t="t" r="r" b="b"/>
              <a:pathLst>
                <a:path w="9524" h="12825" extrusionOk="0">
                  <a:moveTo>
                    <a:pt x="4737" y="1436"/>
                  </a:moveTo>
                  <a:cubicBezTo>
                    <a:pt x="6442" y="1436"/>
                    <a:pt x="8078" y="2761"/>
                    <a:pt x="8078" y="4756"/>
                  </a:cubicBezTo>
                  <a:cubicBezTo>
                    <a:pt x="8078" y="6584"/>
                    <a:pt x="6594" y="8068"/>
                    <a:pt x="4767" y="8068"/>
                  </a:cubicBezTo>
                  <a:cubicBezTo>
                    <a:pt x="1809" y="8058"/>
                    <a:pt x="336" y="4498"/>
                    <a:pt x="2422" y="2412"/>
                  </a:cubicBezTo>
                  <a:cubicBezTo>
                    <a:pt x="3096" y="1738"/>
                    <a:pt x="3924" y="1436"/>
                    <a:pt x="4737" y="1436"/>
                  </a:cubicBezTo>
                  <a:close/>
                  <a:moveTo>
                    <a:pt x="4767" y="0"/>
                  </a:moveTo>
                  <a:cubicBezTo>
                    <a:pt x="2135" y="0"/>
                    <a:pt x="10" y="2125"/>
                    <a:pt x="1" y="4756"/>
                  </a:cubicBezTo>
                  <a:cubicBezTo>
                    <a:pt x="1" y="9714"/>
                    <a:pt x="4767" y="12824"/>
                    <a:pt x="4767" y="12824"/>
                  </a:cubicBezTo>
                  <a:cubicBezTo>
                    <a:pt x="4767" y="12824"/>
                    <a:pt x="9523" y="9714"/>
                    <a:pt x="9523" y="4756"/>
                  </a:cubicBezTo>
                  <a:cubicBezTo>
                    <a:pt x="9523" y="2125"/>
                    <a:pt x="7389" y="0"/>
                    <a:pt x="476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9" name="Google Shape;8739;p63"/>
            <p:cNvSpPr/>
            <p:nvPr/>
          </p:nvSpPr>
          <p:spPr>
            <a:xfrm>
              <a:off x="916019" y="3821606"/>
              <a:ext cx="241539" cy="336785"/>
            </a:xfrm>
            <a:custGeom>
              <a:avLst/>
              <a:gdLst/>
              <a:ahLst/>
              <a:cxnLst/>
              <a:rect l="l" t="t" r="r" b="b"/>
              <a:pathLst>
                <a:path w="9198" h="12825" extrusionOk="0">
                  <a:moveTo>
                    <a:pt x="4735" y="1436"/>
                  </a:moveTo>
                  <a:cubicBezTo>
                    <a:pt x="6438" y="1436"/>
                    <a:pt x="8071" y="2761"/>
                    <a:pt x="8078" y="4756"/>
                  </a:cubicBezTo>
                  <a:cubicBezTo>
                    <a:pt x="8078" y="6584"/>
                    <a:pt x="6594" y="8068"/>
                    <a:pt x="4767" y="8068"/>
                  </a:cubicBezTo>
                  <a:cubicBezTo>
                    <a:pt x="1809" y="8068"/>
                    <a:pt x="336" y="4498"/>
                    <a:pt x="2422" y="2412"/>
                  </a:cubicBezTo>
                  <a:cubicBezTo>
                    <a:pt x="3096" y="1738"/>
                    <a:pt x="3923" y="1436"/>
                    <a:pt x="4735" y="1436"/>
                  </a:cubicBezTo>
                  <a:close/>
                  <a:moveTo>
                    <a:pt x="4767" y="0"/>
                  </a:moveTo>
                  <a:cubicBezTo>
                    <a:pt x="2135" y="0"/>
                    <a:pt x="10" y="2125"/>
                    <a:pt x="1" y="4756"/>
                  </a:cubicBezTo>
                  <a:cubicBezTo>
                    <a:pt x="1" y="9714"/>
                    <a:pt x="4767" y="12824"/>
                    <a:pt x="4767" y="12824"/>
                  </a:cubicBezTo>
                  <a:cubicBezTo>
                    <a:pt x="4767" y="12824"/>
                    <a:pt x="3628" y="11274"/>
                    <a:pt x="2967" y="8623"/>
                  </a:cubicBezTo>
                  <a:cubicBezTo>
                    <a:pt x="2936" y="8482"/>
                    <a:pt x="3046" y="8366"/>
                    <a:pt x="3171" y="8366"/>
                  </a:cubicBezTo>
                  <a:cubicBezTo>
                    <a:pt x="3199" y="8366"/>
                    <a:pt x="3227" y="8372"/>
                    <a:pt x="3254" y="8384"/>
                  </a:cubicBezTo>
                  <a:cubicBezTo>
                    <a:pt x="3750" y="8589"/>
                    <a:pt x="4262" y="8686"/>
                    <a:pt x="4763" y="8686"/>
                  </a:cubicBezTo>
                  <a:cubicBezTo>
                    <a:pt x="6459" y="8686"/>
                    <a:pt x="8045" y="7581"/>
                    <a:pt x="8547" y="5838"/>
                  </a:cubicBezTo>
                  <a:cubicBezTo>
                    <a:pt x="9198" y="3579"/>
                    <a:pt x="7724" y="1254"/>
                    <a:pt x="5408" y="871"/>
                  </a:cubicBezTo>
                  <a:lnTo>
                    <a:pt x="5398" y="880"/>
                  </a:lnTo>
                  <a:cubicBezTo>
                    <a:pt x="5187" y="845"/>
                    <a:pt x="4974" y="827"/>
                    <a:pt x="4760" y="827"/>
                  </a:cubicBezTo>
                  <a:cubicBezTo>
                    <a:pt x="4462" y="827"/>
                    <a:pt x="4163" y="861"/>
                    <a:pt x="3867" y="928"/>
                  </a:cubicBezTo>
                  <a:cubicBezTo>
                    <a:pt x="3849" y="933"/>
                    <a:pt x="3832" y="935"/>
                    <a:pt x="3816" y="935"/>
                  </a:cubicBezTo>
                  <a:cubicBezTo>
                    <a:pt x="3653" y="935"/>
                    <a:pt x="3553" y="732"/>
                    <a:pt x="3666" y="593"/>
                  </a:cubicBezTo>
                  <a:cubicBezTo>
                    <a:pt x="3991" y="220"/>
                    <a:pt x="4365" y="0"/>
                    <a:pt x="476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40" name="Google Shape;8740;p63"/>
          <p:cNvGrpSpPr/>
          <p:nvPr/>
        </p:nvGrpSpPr>
        <p:grpSpPr>
          <a:xfrm>
            <a:off x="835411" y="2752770"/>
            <a:ext cx="374730" cy="332504"/>
            <a:chOff x="849686" y="2909570"/>
            <a:chExt cx="374730" cy="332504"/>
          </a:xfrm>
        </p:grpSpPr>
        <p:sp>
          <p:nvSpPr>
            <p:cNvPr id="8741" name="Google Shape;8741;p63"/>
            <p:cNvSpPr/>
            <p:nvPr/>
          </p:nvSpPr>
          <p:spPr>
            <a:xfrm>
              <a:off x="1006747" y="2909570"/>
              <a:ext cx="217669" cy="181483"/>
            </a:xfrm>
            <a:custGeom>
              <a:avLst/>
              <a:gdLst/>
              <a:ahLst/>
              <a:cxnLst/>
              <a:rect l="l" t="t" r="r" b="b"/>
              <a:pathLst>
                <a:path w="8289" h="6911" extrusionOk="0">
                  <a:moveTo>
                    <a:pt x="460" y="1"/>
                  </a:moveTo>
                  <a:cubicBezTo>
                    <a:pt x="211" y="1"/>
                    <a:pt x="0" y="211"/>
                    <a:pt x="0" y="469"/>
                  </a:cubicBezTo>
                  <a:lnTo>
                    <a:pt x="0" y="6451"/>
                  </a:lnTo>
                  <a:cubicBezTo>
                    <a:pt x="0" y="6700"/>
                    <a:pt x="211" y="6910"/>
                    <a:pt x="469" y="6910"/>
                  </a:cubicBezTo>
                  <a:lnTo>
                    <a:pt x="7829" y="6910"/>
                  </a:lnTo>
                  <a:cubicBezTo>
                    <a:pt x="8087" y="6901"/>
                    <a:pt x="8288" y="6700"/>
                    <a:pt x="8288" y="6451"/>
                  </a:cubicBezTo>
                  <a:lnTo>
                    <a:pt x="8288" y="469"/>
                  </a:lnTo>
                  <a:cubicBezTo>
                    <a:pt x="8288" y="211"/>
                    <a:pt x="8078" y="1"/>
                    <a:pt x="7829"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2" name="Google Shape;8742;p63"/>
            <p:cNvSpPr/>
            <p:nvPr/>
          </p:nvSpPr>
          <p:spPr>
            <a:xfrm>
              <a:off x="849686" y="3053580"/>
              <a:ext cx="217905" cy="188494"/>
            </a:xfrm>
            <a:custGeom>
              <a:avLst/>
              <a:gdLst/>
              <a:ahLst/>
              <a:cxnLst/>
              <a:rect l="l" t="t" r="r" b="b"/>
              <a:pathLst>
                <a:path w="8298" h="7178" extrusionOk="0">
                  <a:moveTo>
                    <a:pt x="8117" y="0"/>
                  </a:moveTo>
                  <a:cubicBezTo>
                    <a:pt x="8073" y="0"/>
                    <a:pt x="8029" y="19"/>
                    <a:pt x="8001" y="58"/>
                  </a:cubicBezTo>
                  <a:lnTo>
                    <a:pt x="3809" y="4058"/>
                  </a:lnTo>
                  <a:cubicBezTo>
                    <a:pt x="3723" y="4135"/>
                    <a:pt x="3608" y="4183"/>
                    <a:pt x="3493" y="4183"/>
                  </a:cubicBezTo>
                  <a:lnTo>
                    <a:pt x="3445" y="4183"/>
                  </a:lnTo>
                  <a:cubicBezTo>
                    <a:pt x="3196" y="4183"/>
                    <a:pt x="2996" y="3982"/>
                    <a:pt x="2996" y="3723"/>
                  </a:cubicBezTo>
                  <a:lnTo>
                    <a:pt x="2996" y="3493"/>
                  </a:lnTo>
                  <a:lnTo>
                    <a:pt x="1608" y="3493"/>
                  </a:lnTo>
                  <a:lnTo>
                    <a:pt x="1608" y="3723"/>
                  </a:lnTo>
                  <a:cubicBezTo>
                    <a:pt x="1608" y="3934"/>
                    <a:pt x="1474" y="4116"/>
                    <a:pt x="1282" y="4173"/>
                  </a:cubicBezTo>
                  <a:lnTo>
                    <a:pt x="498" y="4393"/>
                  </a:lnTo>
                  <a:cubicBezTo>
                    <a:pt x="201" y="4470"/>
                    <a:pt x="0" y="4747"/>
                    <a:pt x="0" y="5053"/>
                  </a:cubicBezTo>
                  <a:lnTo>
                    <a:pt x="0" y="6948"/>
                  </a:lnTo>
                  <a:cubicBezTo>
                    <a:pt x="0" y="7073"/>
                    <a:pt x="105" y="7178"/>
                    <a:pt x="230" y="7178"/>
                  </a:cubicBezTo>
                  <a:lnTo>
                    <a:pt x="3455" y="7178"/>
                  </a:lnTo>
                  <a:cubicBezTo>
                    <a:pt x="3579" y="7178"/>
                    <a:pt x="3685" y="7073"/>
                    <a:pt x="3685" y="6948"/>
                  </a:cubicBezTo>
                  <a:lnTo>
                    <a:pt x="3685" y="5953"/>
                  </a:lnTo>
                  <a:cubicBezTo>
                    <a:pt x="3685" y="5704"/>
                    <a:pt x="3780" y="5474"/>
                    <a:pt x="3953" y="5302"/>
                  </a:cubicBezTo>
                  <a:lnTo>
                    <a:pt x="7867" y="1378"/>
                  </a:lnTo>
                  <a:cubicBezTo>
                    <a:pt x="7982" y="1264"/>
                    <a:pt x="8029" y="1101"/>
                    <a:pt x="7991" y="938"/>
                  </a:cubicBezTo>
                  <a:lnTo>
                    <a:pt x="7905" y="613"/>
                  </a:lnTo>
                  <a:lnTo>
                    <a:pt x="8230" y="287"/>
                  </a:lnTo>
                  <a:cubicBezTo>
                    <a:pt x="8297" y="230"/>
                    <a:pt x="8297" y="115"/>
                    <a:pt x="8240" y="58"/>
                  </a:cubicBezTo>
                  <a:cubicBezTo>
                    <a:pt x="8207" y="19"/>
                    <a:pt x="8161" y="0"/>
                    <a:pt x="8117"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3" name="Google Shape;8743;p63"/>
            <p:cNvSpPr/>
            <p:nvPr/>
          </p:nvSpPr>
          <p:spPr>
            <a:xfrm>
              <a:off x="889391" y="3145306"/>
              <a:ext cx="41491" cy="18119"/>
            </a:xfrm>
            <a:custGeom>
              <a:avLst/>
              <a:gdLst/>
              <a:ahLst/>
              <a:cxnLst/>
              <a:rect l="l" t="t" r="r" b="b"/>
              <a:pathLst>
                <a:path w="1580" h="690" extrusionOk="0">
                  <a:moveTo>
                    <a:pt x="96" y="0"/>
                  </a:moveTo>
                  <a:lnTo>
                    <a:pt x="96" y="230"/>
                  </a:lnTo>
                  <a:cubicBezTo>
                    <a:pt x="96" y="335"/>
                    <a:pt x="67" y="431"/>
                    <a:pt x="0" y="517"/>
                  </a:cubicBezTo>
                  <a:cubicBezTo>
                    <a:pt x="249" y="632"/>
                    <a:pt x="517" y="690"/>
                    <a:pt x="785" y="690"/>
                  </a:cubicBezTo>
                  <a:cubicBezTo>
                    <a:pt x="1062" y="690"/>
                    <a:pt x="1330" y="632"/>
                    <a:pt x="1579" y="517"/>
                  </a:cubicBezTo>
                  <a:cubicBezTo>
                    <a:pt x="1512" y="431"/>
                    <a:pt x="1484" y="335"/>
                    <a:pt x="1484" y="230"/>
                  </a:cubicBezTo>
                  <a:lnTo>
                    <a:pt x="1484"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4" name="Google Shape;8744;p63"/>
            <p:cNvSpPr/>
            <p:nvPr/>
          </p:nvSpPr>
          <p:spPr>
            <a:xfrm>
              <a:off x="867779" y="3060617"/>
              <a:ext cx="30435" cy="66622"/>
            </a:xfrm>
            <a:custGeom>
              <a:avLst/>
              <a:gdLst/>
              <a:ahLst/>
              <a:cxnLst/>
              <a:rect l="l" t="t" r="r" b="b"/>
              <a:pathLst>
                <a:path w="1159" h="2537" extrusionOk="0">
                  <a:moveTo>
                    <a:pt x="689" y="0"/>
                  </a:moveTo>
                  <a:cubicBezTo>
                    <a:pt x="306" y="0"/>
                    <a:pt x="0" y="316"/>
                    <a:pt x="0" y="699"/>
                  </a:cubicBezTo>
                  <a:lnTo>
                    <a:pt x="0" y="862"/>
                  </a:lnTo>
                  <a:cubicBezTo>
                    <a:pt x="0" y="1063"/>
                    <a:pt x="29" y="1254"/>
                    <a:pt x="96" y="1445"/>
                  </a:cubicBezTo>
                  <a:lnTo>
                    <a:pt x="459" y="2536"/>
                  </a:lnTo>
                  <a:lnTo>
                    <a:pt x="1158" y="2536"/>
                  </a:lnTo>
                  <a:lnTo>
                    <a:pt x="1158"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5" name="Google Shape;8745;p63"/>
            <p:cNvSpPr/>
            <p:nvPr/>
          </p:nvSpPr>
          <p:spPr>
            <a:xfrm>
              <a:off x="879832" y="3054577"/>
              <a:ext cx="72661" cy="72661"/>
            </a:xfrm>
            <a:custGeom>
              <a:avLst/>
              <a:gdLst/>
              <a:ahLst/>
              <a:cxnLst/>
              <a:rect l="l" t="t" r="r" b="b"/>
              <a:pathLst>
                <a:path w="2767" h="2767" extrusionOk="0">
                  <a:moveTo>
                    <a:pt x="689" y="1"/>
                  </a:moveTo>
                  <a:cubicBezTo>
                    <a:pt x="316" y="1"/>
                    <a:pt x="0" y="316"/>
                    <a:pt x="0" y="690"/>
                  </a:cubicBezTo>
                  <a:cubicBezTo>
                    <a:pt x="0" y="948"/>
                    <a:pt x="211" y="1159"/>
                    <a:pt x="460" y="1159"/>
                  </a:cubicBezTo>
                  <a:lnTo>
                    <a:pt x="2307" y="2766"/>
                  </a:lnTo>
                  <a:lnTo>
                    <a:pt x="2690" y="1407"/>
                  </a:lnTo>
                  <a:cubicBezTo>
                    <a:pt x="2738" y="1235"/>
                    <a:pt x="2766" y="1072"/>
                    <a:pt x="2766" y="900"/>
                  </a:cubicBezTo>
                  <a:lnTo>
                    <a:pt x="2766" y="470"/>
                  </a:lnTo>
                  <a:cubicBezTo>
                    <a:pt x="2766" y="211"/>
                    <a:pt x="2556" y="1"/>
                    <a:pt x="230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6" name="Google Shape;8746;p63"/>
            <p:cNvSpPr/>
            <p:nvPr/>
          </p:nvSpPr>
          <p:spPr>
            <a:xfrm>
              <a:off x="873793" y="3084986"/>
              <a:ext cx="72661" cy="66385"/>
            </a:xfrm>
            <a:custGeom>
              <a:avLst/>
              <a:gdLst/>
              <a:ahLst/>
              <a:cxnLst/>
              <a:rect l="l" t="t" r="r" b="b"/>
              <a:pathLst>
                <a:path w="2767" h="2528" extrusionOk="0">
                  <a:moveTo>
                    <a:pt x="891" y="1"/>
                  </a:moveTo>
                  <a:cubicBezTo>
                    <a:pt x="766" y="1"/>
                    <a:pt x="642" y="48"/>
                    <a:pt x="556" y="135"/>
                  </a:cubicBezTo>
                  <a:lnTo>
                    <a:pt x="135" y="556"/>
                  </a:lnTo>
                  <a:cubicBezTo>
                    <a:pt x="49" y="642"/>
                    <a:pt x="1" y="757"/>
                    <a:pt x="1" y="881"/>
                  </a:cubicBezTo>
                  <a:lnTo>
                    <a:pt x="1" y="1149"/>
                  </a:lnTo>
                  <a:cubicBezTo>
                    <a:pt x="1" y="1915"/>
                    <a:pt x="623" y="2527"/>
                    <a:pt x="1379" y="2527"/>
                  </a:cubicBezTo>
                  <a:cubicBezTo>
                    <a:pt x="2144" y="2527"/>
                    <a:pt x="2767" y="1915"/>
                    <a:pt x="2767" y="1149"/>
                  </a:cubicBezTo>
                  <a:lnTo>
                    <a:pt x="2767" y="852"/>
                  </a:lnTo>
                  <a:cubicBezTo>
                    <a:pt x="2767" y="738"/>
                    <a:pt x="2719" y="613"/>
                    <a:pt x="2633" y="527"/>
                  </a:cubicBezTo>
                  <a:cubicBezTo>
                    <a:pt x="2278" y="182"/>
                    <a:pt x="1628" y="20"/>
                    <a:pt x="891"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7" name="Google Shape;8747;p63"/>
            <p:cNvSpPr/>
            <p:nvPr/>
          </p:nvSpPr>
          <p:spPr>
            <a:xfrm>
              <a:off x="873793" y="3084986"/>
              <a:ext cx="72399" cy="65125"/>
            </a:xfrm>
            <a:custGeom>
              <a:avLst/>
              <a:gdLst/>
              <a:ahLst/>
              <a:cxnLst/>
              <a:rect l="l" t="t" r="r" b="b"/>
              <a:pathLst>
                <a:path w="2757" h="2480" extrusionOk="0">
                  <a:moveTo>
                    <a:pt x="891" y="1"/>
                  </a:moveTo>
                  <a:cubicBezTo>
                    <a:pt x="766" y="1"/>
                    <a:pt x="642" y="48"/>
                    <a:pt x="556" y="135"/>
                  </a:cubicBezTo>
                  <a:lnTo>
                    <a:pt x="135" y="556"/>
                  </a:lnTo>
                  <a:cubicBezTo>
                    <a:pt x="49" y="642"/>
                    <a:pt x="1" y="757"/>
                    <a:pt x="1" y="881"/>
                  </a:cubicBezTo>
                  <a:lnTo>
                    <a:pt x="1" y="1149"/>
                  </a:lnTo>
                  <a:cubicBezTo>
                    <a:pt x="1" y="1762"/>
                    <a:pt x="412" y="2307"/>
                    <a:pt x="996" y="2479"/>
                  </a:cubicBezTo>
                  <a:cubicBezTo>
                    <a:pt x="795" y="2230"/>
                    <a:pt x="690" y="1924"/>
                    <a:pt x="690" y="1608"/>
                  </a:cubicBezTo>
                  <a:lnTo>
                    <a:pt x="690" y="938"/>
                  </a:lnTo>
                  <a:cubicBezTo>
                    <a:pt x="690" y="682"/>
                    <a:pt x="900" y="478"/>
                    <a:pt x="1145" y="478"/>
                  </a:cubicBezTo>
                  <a:cubicBezTo>
                    <a:pt x="1156" y="478"/>
                    <a:pt x="1167" y="478"/>
                    <a:pt x="1178" y="479"/>
                  </a:cubicBezTo>
                  <a:cubicBezTo>
                    <a:pt x="1647" y="508"/>
                    <a:pt x="2336" y="584"/>
                    <a:pt x="2757" y="785"/>
                  </a:cubicBezTo>
                  <a:cubicBezTo>
                    <a:pt x="2747" y="690"/>
                    <a:pt x="2700" y="604"/>
                    <a:pt x="2633" y="537"/>
                  </a:cubicBezTo>
                  <a:cubicBezTo>
                    <a:pt x="2278" y="182"/>
                    <a:pt x="1628" y="29"/>
                    <a:pt x="891"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8" name="Google Shape;8748;p63"/>
            <p:cNvSpPr/>
            <p:nvPr/>
          </p:nvSpPr>
          <p:spPr>
            <a:xfrm>
              <a:off x="849686" y="3080706"/>
              <a:ext cx="199313" cy="161368"/>
            </a:xfrm>
            <a:custGeom>
              <a:avLst/>
              <a:gdLst/>
              <a:ahLst/>
              <a:cxnLst/>
              <a:rect l="l" t="t" r="r" b="b"/>
              <a:pathLst>
                <a:path w="7590" h="6145" extrusionOk="0">
                  <a:moveTo>
                    <a:pt x="6977" y="1"/>
                  </a:moveTo>
                  <a:lnTo>
                    <a:pt x="3819" y="3025"/>
                  </a:lnTo>
                  <a:cubicBezTo>
                    <a:pt x="3761" y="3083"/>
                    <a:pt x="3685" y="3121"/>
                    <a:pt x="3608" y="3140"/>
                  </a:cubicBezTo>
                  <a:cubicBezTo>
                    <a:pt x="3356" y="3653"/>
                    <a:pt x="2864" y="3912"/>
                    <a:pt x="2372" y="3912"/>
                  </a:cubicBezTo>
                  <a:cubicBezTo>
                    <a:pt x="1891" y="3912"/>
                    <a:pt x="1409" y="3665"/>
                    <a:pt x="1148" y="3169"/>
                  </a:cubicBezTo>
                  <a:lnTo>
                    <a:pt x="498" y="3360"/>
                  </a:lnTo>
                  <a:cubicBezTo>
                    <a:pt x="201" y="3446"/>
                    <a:pt x="0" y="3714"/>
                    <a:pt x="0" y="4020"/>
                  </a:cubicBezTo>
                  <a:lnTo>
                    <a:pt x="0" y="5915"/>
                  </a:lnTo>
                  <a:cubicBezTo>
                    <a:pt x="0" y="6040"/>
                    <a:pt x="105" y="6145"/>
                    <a:pt x="230" y="6145"/>
                  </a:cubicBezTo>
                  <a:lnTo>
                    <a:pt x="3455" y="6145"/>
                  </a:lnTo>
                  <a:cubicBezTo>
                    <a:pt x="3579" y="6145"/>
                    <a:pt x="3685" y="6040"/>
                    <a:pt x="3685" y="5915"/>
                  </a:cubicBezTo>
                  <a:lnTo>
                    <a:pt x="3685" y="4920"/>
                  </a:lnTo>
                  <a:cubicBezTo>
                    <a:pt x="3685" y="4671"/>
                    <a:pt x="3780" y="4441"/>
                    <a:pt x="3953" y="4269"/>
                  </a:cubicBezTo>
                  <a:lnTo>
                    <a:pt x="7589" y="623"/>
                  </a:lnTo>
                  <a:lnTo>
                    <a:pt x="6977" y="1"/>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9" name="Google Shape;8749;p63"/>
            <p:cNvSpPr/>
            <p:nvPr/>
          </p:nvSpPr>
          <p:spPr>
            <a:xfrm>
              <a:off x="849686" y="3175715"/>
              <a:ext cx="24133" cy="66359"/>
            </a:xfrm>
            <a:custGeom>
              <a:avLst/>
              <a:gdLst/>
              <a:ahLst/>
              <a:cxnLst/>
              <a:rect l="l" t="t" r="r" b="b"/>
              <a:pathLst>
                <a:path w="919" h="2527" extrusionOk="0">
                  <a:moveTo>
                    <a:pt x="134" y="0"/>
                  </a:moveTo>
                  <a:cubicBezTo>
                    <a:pt x="48" y="115"/>
                    <a:pt x="0" y="259"/>
                    <a:pt x="0" y="402"/>
                  </a:cubicBezTo>
                  <a:lnTo>
                    <a:pt x="0" y="2297"/>
                  </a:lnTo>
                  <a:cubicBezTo>
                    <a:pt x="0" y="2422"/>
                    <a:pt x="105" y="2527"/>
                    <a:pt x="230" y="2527"/>
                  </a:cubicBezTo>
                  <a:lnTo>
                    <a:pt x="919" y="2527"/>
                  </a:lnTo>
                  <a:lnTo>
                    <a:pt x="919" y="1072"/>
                  </a:lnTo>
                  <a:cubicBezTo>
                    <a:pt x="919" y="890"/>
                    <a:pt x="852" y="709"/>
                    <a:pt x="718" y="584"/>
                  </a:cubicBezTo>
                  <a:lnTo>
                    <a:pt x="134"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0" name="Google Shape;8750;p63"/>
            <p:cNvSpPr/>
            <p:nvPr/>
          </p:nvSpPr>
          <p:spPr>
            <a:xfrm>
              <a:off x="946428" y="3080706"/>
              <a:ext cx="102572" cy="129199"/>
            </a:xfrm>
            <a:custGeom>
              <a:avLst/>
              <a:gdLst/>
              <a:ahLst/>
              <a:cxnLst/>
              <a:rect l="l" t="t" r="r" b="b"/>
              <a:pathLst>
                <a:path w="3906" h="4920" extrusionOk="0">
                  <a:moveTo>
                    <a:pt x="3293" y="1"/>
                  </a:moveTo>
                  <a:lnTo>
                    <a:pt x="221" y="2949"/>
                  </a:lnTo>
                  <a:cubicBezTo>
                    <a:pt x="77" y="3236"/>
                    <a:pt x="1" y="3551"/>
                    <a:pt x="1" y="3867"/>
                  </a:cubicBezTo>
                  <a:lnTo>
                    <a:pt x="1" y="4920"/>
                  </a:lnTo>
                  <a:cubicBezTo>
                    <a:pt x="1" y="4671"/>
                    <a:pt x="96" y="4441"/>
                    <a:pt x="269" y="4269"/>
                  </a:cubicBezTo>
                  <a:lnTo>
                    <a:pt x="3905" y="623"/>
                  </a:lnTo>
                  <a:lnTo>
                    <a:pt x="3293"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1" name="Google Shape;8751;p63"/>
            <p:cNvSpPr/>
            <p:nvPr/>
          </p:nvSpPr>
          <p:spPr>
            <a:xfrm>
              <a:off x="1023343" y="2936723"/>
              <a:ext cx="180327" cy="115544"/>
            </a:xfrm>
            <a:custGeom>
              <a:avLst/>
              <a:gdLst/>
              <a:ahLst/>
              <a:cxnLst/>
              <a:rect l="l" t="t" r="r" b="b"/>
              <a:pathLst>
                <a:path w="6867" h="4400" extrusionOk="0">
                  <a:moveTo>
                    <a:pt x="5359" y="0"/>
                  </a:moveTo>
                  <a:cubicBezTo>
                    <a:pt x="4929" y="29"/>
                    <a:pt x="4929" y="670"/>
                    <a:pt x="5359" y="689"/>
                  </a:cubicBezTo>
                  <a:lnTo>
                    <a:pt x="5675" y="689"/>
                  </a:lnTo>
                  <a:lnTo>
                    <a:pt x="3637" y="2737"/>
                  </a:lnTo>
                  <a:lnTo>
                    <a:pt x="2728" y="1828"/>
                  </a:lnTo>
                  <a:cubicBezTo>
                    <a:pt x="2661" y="1761"/>
                    <a:pt x="2572" y="1728"/>
                    <a:pt x="2484" y="1728"/>
                  </a:cubicBezTo>
                  <a:cubicBezTo>
                    <a:pt x="2395" y="1728"/>
                    <a:pt x="2307" y="1761"/>
                    <a:pt x="2240" y="1828"/>
                  </a:cubicBezTo>
                  <a:lnTo>
                    <a:pt x="278" y="3790"/>
                  </a:lnTo>
                  <a:cubicBezTo>
                    <a:pt x="0" y="4031"/>
                    <a:pt x="241" y="4400"/>
                    <a:pt x="515" y="4400"/>
                  </a:cubicBezTo>
                  <a:cubicBezTo>
                    <a:pt x="600" y="4400"/>
                    <a:pt x="689" y="4364"/>
                    <a:pt x="766" y="4278"/>
                  </a:cubicBezTo>
                  <a:lnTo>
                    <a:pt x="2479" y="2565"/>
                  </a:lnTo>
                  <a:lnTo>
                    <a:pt x="3388" y="3465"/>
                  </a:lnTo>
                  <a:cubicBezTo>
                    <a:pt x="3455" y="3536"/>
                    <a:pt x="3543" y="3572"/>
                    <a:pt x="3632" y="3572"/>
                  </a:cubicBezTo>
                  <a:cubicBezTo>
                    <a:pt x="3721" y="3572"/>
                    <a:pt x="3809" y="3536"/>
                    <a:pt x="3876" y="3465"/>
                  </a:cubicBezTo>
                  <a:lnTo>
                    <a:pt x="6163" y="1177"/>
                  </a:lnTo>
                  <a:lnTo>
                    <a:pt x="6163" y="1493"/>
                  </a:lnTo>
                  <a:cubicBezTo>
                    <a:pt x="6149" y="1737"/>
                    <a:pt x="6328" y="1859"/>
                    <a:pt x="6508" y="1859"/>
                  </a:cubicBezTo>
                  <a:cubicBezTo>
                    <a:pt x="6687" y="1859"/>
                    <a:pt x="6867" y="1737"/>
                    <a:pt x="6852" y="1493"/>
                  </a:cubicBezTo>
                  <a:lnTo>
                    <a:pt x="6852" y="345"/>
                  </a:lnTo>
                  <a:cubicBezTo>
                    <a:pt x="6852" y="153"/>
                    <a:pt x="6699" y="0"/>
                    <a:pt x="6508"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52" name="Google Shape;8752;p63"/>
          <p:cNvGrpSpPr/>
          <p:nvPr/>
        </p:nvGrpSpPr>
        <p:grpSpPr>
          <a:xfrm>
            <a:off x="1721292" y="2263441"/>
            <a:ext cx="417718" cy="372866"/>
            <a:chOff x="1735567" y="2420241"/>
            <a:chExt cx="417718" cy="372866"/>
          </a:xfrm>
        </p:grpSpPr>
        <p:sp>
          <p:nvSpPr>
            <p:cNvPr id="8753" name="Google Shape;8753;p63"/>
            <p:cNvSpPr/>
            <p:nvPr/>
          </p:nvSpPr>
          <p:spPr>
            <a:xfrm>
              <a:off x="1833569" y="2468822"/>
              <a:ext cx="284265" cy="163022"/>
            </a:xfrm>
            <a:custGeom>
              <a:avLst/>
              <a:gdLst/>
              <a:ahLst/>
              <a:cxnLst/>
              <a:rect l="l" t="t" r="r" b="b"/>
              <a:pathLst>
                <a:path w="10825" h="6208" extrusionOk="0">
                  <a:moveTo>
                    <a:pt x="3580" y="2582"/>
                  </a:moveTo>
                  <a:lnTo>
                    <a:pt x="3580" y="4018"/>
                  </a:lnTo>
                  <a:lnTo>
                    <a:pt x="2144" y="4027"/>
                  </a:lnTo>
                  <a:lnTo>
                    <a:pt x="2144" y="2582"/>
                  </a:lnTo>
                  <a:close/>
                  <a:moveTo>
                    <a:pt x="5494" y="2582"/>
                  </a:moveTo>
                  <a:lnTo>
                    <a:pt x="5494" y="4018"/>
                  </a:lnTo>
                  <a:lnTo>
                    <a:pt x="4059" y="4027"/>
                  </a:lnTo>
                  <a:lnTo>
                    <a:pt x="4059" y="2582"/>
                  </a:lnTo>
                  <a:close/>
                  <a:moveTo>
                    <a:pt x="7408" y="2582"/>
                  </a:moveTo>
                  <a:lnTo>
                    <a:pt x="7408" y="4018"/>
                  </a:lnTo>
                  <a:lnTo>
                    <a:pt x="5973" y="4027"/>
                  </a:lnTo>
                  <a:lnTo>
                    <a:pt x="5973" y="2582"/>
                  </a:lnTo>
                  <a:close/>
                  <a:moveTo>
                    <a:pt x="9313" y="2582"/>
                  </a:moveTo>
                  <a:lnTo>
                    <a:pt x="9322" y="4027"/>
                  </a:lnTo>
                  <a:lnTo>
                    <a:pt x="7877" y="4027"/>
                  </a:lnTo>
                  <a:lnTo>
                    <a:pt x="7877" y="2582"/>
                  </a:lnTo>
                  <a:close/>
                  <a:moveTo>
                    <a:pt x="1905" y="1"/>
                  </a:moveTo>
                  <a:cubicBezTo>
                    <a:pt x="1786" y="1"/>
                    <a:pt x="1666" y="80"/>
                    <a:pt x="1666" y="238"/>
                  </a:cubicBezTo>
                  <a:lnTo>
                    <a:pt x="1666" y="2113"/>
                  </a:lnTo>
                  <a:lnTo>
                    <a:pt x="326" y="2113"/>
                  </a:lnTo>
                  <a:cubicBezTo>
                    <a:pt x="1" y="2113"/>
                    <a:pt x="1" y="2592"/>
                    <a:pt x="326" y="2592"/>
                  </a:cubicBezTo>
                  <a:lnTo>
                    <a:pt x="1676" y="2592"/>
                  </a:lnTo>
                  <a:lnTo>
                    <a:pt x="1676" y="4027"/>
                  </a:lnTo>
                  <a:lnTo>
                    <a:pt x="910" y="4027"/>
                  </a:lnTo>
                  <a:cubicBezTo>
                    <a:pt x="899" y="4025"/>
                    <a:pt x="889" y="4025"/>
                    <a:pt x="879" y="4025"/>
                  </a:cubicBezTo>
                  <a:cubicBezTo>
                    <a:pt x="652" y="4025"/>
                    <a:pt x="652" y="4499"/>
                    <a:pt x="879" y="4499"/>
                  </a:cubicBezTo>
                  <a:cubicBezTo>
                    <a:pt x="889" y="4499"/>
                    <a:pt x="899" y="4498"/>
                    <a:pt x="910" y="4496"/>
                  </a:cubicBezTo>
                  <a:lnTo>
                    <a:pt x="1676" y="4496"/>
                  </a:lnTo>
                  <a:lnTo>
                    <a:pt x="1676" y="5855"/>
                  </a:lnTo>
                  <a:cubicBezTo>
                    <a:pt x="1676" y="6013"/>
                    <a:pt x="1795" y="6092"/>
                    <a:pt x="1915" y="6092"/>
                  </a:cubicBezTo>
                  <a:cubicBezTo>
                    <a:pt x="2034" y="6092"/>
                    <a:pt x="2154" y="6013"/>
                    <a:pt x="2154" y="5855"/>
                  </a:cubicBezTo>
                  <a:lnTo>
                    <a:pt x="2154" y="4496"/>
                  </a:lnTo>
                  <a:lnTo>
                    <a:pt x="3590" y="4496"/>
                  </a:lnTo>
                  <a:lnTo>
                    <a:pt x="3590" y="5970"/>
                  </a:lnTo>
                  <a:cubicBezTo>
                    <a:pt x="3570" y="6104"/>
                    <a:pt x="3700" y="6171"/>
                    <a:pt x="3829" y="6171"/>
                  </a:cubicBezTo>
                  <a:cubicBezTo>
                    <a:pt x="3958" y="6171"/>
                    <a:pt x="4087" y="6104"/>
                    <a:pt x="4068" y="5970"/>
                  </a:cubicBezTo>
                  <a:lnTo>
                    <a:pt x="4068" y="4496"/>
                  </a:lnTo>
                  <a:lnTo>
                    <a:pt x="5504" y="4496"/>
                  </a:lnTo>
                  <a:lnTo>
                    <a:pt x="5504" y="5970"/>
                  </a:lnTo>
                  <a:cubicBezTo>
                    <a:pt x="5523" y="6104"/>
                    <a:pt x="5628" y="6171"/>
                    <a:pt x="5735" y="6171"/>
                  </a:cubicBezTo>
                  <a:cubicBezTo>
                    <a:pt x="5841" y="6171"/>
                    <a:pt x="5949" y="6104"/>
                    <a:pt x="5973" y="5970"/>
                  </a:cubicBezTo>
                  <a:lnTo>
                    <a:pt x="5973" y="4496"/>
                  </a:lnTo>
                  <a:lnTo>
                    <a:pt x="7408" y="4496"/>
                  </a:lnTo>
                  <a:lnTo>
                    <a:pt x="7408" y="5970"/>
                  </a:lnTo>
                  <a:cubicBezTo>
                    <a:pt x="7427" y="6104"/>
                    <a:pt x="7535" y="6171"/>
                    <a:pt x="7643" y="6171"/>
                  </a:cubicBezTo>
                  <a:cubicBezTo>
                    <a:pt x="7750" y="6171"/>
                    <a:pt x="7858" y="6104"/>
                    <a:pt x="7877" y="5970"/>
                  </a:cubicBezTo>
                  <a:lnTo>
                    <a:pt x="7877" y="4496"/>
                  </a:lnTo>
                  <a:lnTo>
                    <a:pt x="9313" y="4496"/>
                  </a:lnTo>
                  <a:lnTo>
                    <a:pt x="9313" y="5970"/>
                  </a:lnTo>
                  <a:cubicBezTo>
                    <a:pt x="9313" y="6128"/>
                    <a:pt x="9432" y="6207"/>
                    <a:pt x="9552" y="6207"/>
                  </a:cubicBezTo>
                  <a:cubicBezTo>
                    <a:pt x="9672" y="6207"/>
                    <a:pt x="9791" y="6128"/>
                    <a:pt x="9791" y="5970"/>
                  </a:cubicBezTo>
                  <a:lnTo>
                    <a:pt x="9791" y="4496"/>
                  </a:lnTo>
                  <a:lnTo>
                    <a:pt x="9992" y="4496"/>
                  </a:lnTo>
                  <a:cubicBezTo>
                    <a:pt x="10260" y="4458"/>
                    <a:pt x="10260" y="4066"/>
                    <a:pt x="9992" y="4027"/>
                  </a:cubicBezTo>
                  <a:lnTo>
                    <a:pt x="9791" y="4027"/>
                  </a:lnTo>
                  <a:lnTo>
                    <a:pt x="9791" y="2582"/>
                  </a:lnTo>
                  <a:lnTo>
                    <a:pt x="10509" y="2582"/>
                  </a:lnTo>
                  <a:cubicBezTo>
                    <a:pt x="10825" y="2582"/>
                    <a:pt x="10825" y="2104"/>
                    <a:pt x="10509" y="2104"/>
                  </a:cubicBezTo>
                  <a:lnTo>
                    <a:pt x="10509" y="2113"/>
                  </a:lnTo>
                  <a:lnTo>
                    <a:pt x="9791" y="2113"/>
                  </a:lnTo>
                  <a:lnTo>
                    <a:pt x="9791" y="238"/>
                  </a:lnTo>
                  <a:cubicBezTo>
                    <a:pt x="9791" y="80"/>
                    <a:pt x="9672" y="1"/>
                    <a:pt x="9552" y="1"/>
                  </a:cubicBezTo>
                  <a:cubicBezTo>
                    <a:pt x="9432" y="1"/>
                    <a:pt x="9313" y="80"/>
                    <a:pt x="9313" y="238"/>
                  </a:cubicBezTo>
                  <a:lnTo>
                    <a:pt x="9313" y="2113"/>
                  </a:lnTo>
                  <a:lnTo>
                    <a:pt x="7877" y="2113"/>
                  </a:lnTo>
                  <a:lnTo>
                    <a:pt x="7877" y="238"/>
                  </a:lnTo>
                  <a:cubicBezTo>
                    <a:pt x="7853" y="104"/>
                    <a:pt x="7745" y="37"/>
                    <a:pt x="7638" y="37"/>
                  </a:cubicBezTo>
                  <a:cubicBezTo>
                    <a:pt x="7530" y="37"/>
                    <a:pt x="7422" y="104"/>
                    <a:pt x="7399" y="238"/>
                  </a:cubicBezTo>
                  <a:lnTo>
                    <a:pt x="7399" y="2113"/>
                  </a:lnTo>
                  <a:lnTo>
                    <a:pt x="5963" y="2113"/>
                  </a:lnTo>
                  <a:lnTo>
                    <a:pt x="5963" y="238"/>
                  </a:lnTo>
                  <a:cubicBezTo>
                    <a:pt x="5944" y="104"/>
                    <a:pt x="5836" y="37"/>
                    <a:pt x="5729" y="37"/>
                  </a:cubicBezTo>
                  <a:cubicBezTo>
                    <a:pt x="5621" y="37"/>
                    <a:pt x="5513" y="104"/>
                    <a:pt x="5494" y="238"/>
                  </a:cubicBezTo>
                  <a:lnTo>
                    <a:pt x="5494" y="2113"/>
                  </a:lnTo>
                  <a:lnTo>
                    <a:pt x="4059" y="2113"/>
                  </a:lnTo>
                  <a:lnTo>
                    <a:pt x="4059" y="238"/>
                  </a:lnTo>
                  <a:cubicBezTo>
                    <a:pt x="4078" y="104"/>
                    <a:pt x="3948" y="37"/>
                    <a:pt x="3819" y="37"/>
                  </a:cubicBezTo>
                  <a:cubicBezTo>
                    <a:pt x="3690" y="37"/>
                    <a:pt x="3561" y="104"/>
                    <a:pt x="3580" y="238"/>
                  </a:cubicBezTo>
                  <a:lnTo>
                    <a:pt x="3580" y="2113"/>
                  </a:lnTo>
                  <a:lnTo>
                    <a:pt x="2144" y="2113"/>
                  </a:lnTo>
                  <a:lnTo>
                    <a:pt x="2144" y="238"/>
                  </a:lnTo>
                  <a:cubicBezTo>
                    <a:pt x="2144" y="80"/>
                    <a:pt x="2025" y="1"/>
                    <a:pt x="1905" y="1"/>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4" name="Google Shape;8754;p63"/>
            <p:cNvSpPr/>
            <p:nvPr/>
          </p:nvSpPr>
          <p:spPr>
            <a:xfrm>
              <a:off x="1845124" y="2716821"/>
              <a:ext cx="89258" cy="76285"/>
            </a:xfrm>
            <a:custGeom>
              <a:avLst/>
              <a:gdLst/>
              <a:ahLst/>
              <a:cxnLst/>
              <a:rect l="l" t="t" r="r" b="b"/>
              <a:pathLst>
                <a:path w="3399" h="2905" extrusionOk="0">
                  <a:moveTo>
                    <a:pt x="1953" y="0"/>
                  </a:moveTo>
                  <a:cubicBezTo>
                    <a:pt x="652" y="0"/>
                    <a:pt x="1" y="1560"/>
                    <a:pt x="920" y="2479"/>
                  </a:cubicBezTo>
                  <a:cubicBezTo>
                    <a:pt x="1217" y="2773"/>
                    <a:pt x="1581" y="2905"/>
                    <a:pt x="1937" y="2905"/>
                  </a:cubicBezTo>
                  <a:cubicBezTo>
                    <a:pt x="2684" y="2905"/>
                    <a:pt x="3398" y="2326"/>
                    <a:pt x="3398" y="1445"/>
                  </a:cubicBezTo>
                  <a:cubicBezTo>
                    <a:pt x="3398" y="641"/>
                    <a:pt x="2748" y="0"/>
                    <a:pt x="1953"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5" name="Google Shape;8755;p63"/>
            <p:cNvSpPr/>
            <p:nvPr/>
          </p:nvSpPr>
          <p:spPr>
            <a:xfrm>
              <a:off x="1873038" y="2737409"/>
              <a:ext cx="40493" cy="34873"/>
            </a:xfrm>
            <a:custGeom>
              <a:avLst/>
              <a:gdLst/>
              <a:ahLst/>
              <a:cxnLst/>
              <a:rect l="l" t="t" r="r" b="b"/>
              <a:pathLst>
                <a:path w="1542" h="1328" extrusionOk="0">
                  <a:moveTo>
                    <a:pt x="881" y="1"/>
                  </a:moveTo>
                  <a:cubicBezTo>
                    <a:pt x="297" y="1"/>
                    <a:pt x="0" y="719"/>
                    <a:pt x="421" y="1130"/>
                  </a:cubicBezTo>
                  <a:cubicBezTo>
                    <a:pt x="555" y="1267"/>
                    <a:pt x="719" y="1328"/>
                    <a:pt x="881" y="1328"/>
                  </a:cubicBezTo>
                  <a:cubicBezTo>
                    <a:pt x="1218" y="1328"/>
                    <a:pt x="1541" y="1062"/>
                    <a:pt x="1541" y="661"/>
                  </a:cubicBezTo>
                  <a:cubicBezTo>
                    <a:pt x="1541" y="298"/>
                    <a:pt x="1244" y="1"/>
                    <a:pt x="88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6" name="Google Shape;8756;p63"/>
            <p:cNvSpPr/>
            <p:nvPr/>
          </p:nvSpPr>
          <p:spPr>
            <a:xfrm>
              <a:off x="1996933" y="2716821"/>
              <a:ext cx="89231" cy="76285"/>
            </a:xfrm>
            <a:custGeom>
              <a:avLst/>
              <a:gdLst/>
              <a:ahLst/>
              <a:cxnLst/>
              <a:rect l="l" t="t" r="r" b="b"/>
              <a:pathLst>
                <a:path w="3398" h="2905" extrusionOk="0">
                  <a:moveTo>
                    <a:pt x="1943" y="0"/>
                  </a:moveTo>
                  <a:cubicBezTo>
                    <a:pt x="642" y="0"/>
                    <a:pt x="0" y="1560"/>
                    <a:pt x="910" y="2479"/>
                  </a:cubicBezTo>
                  <a:cubicBezTo>
                    <a:pt x="1207" y="2773"/>
                    <a:pt x="1571" y="2905"/>
                    <a:pt x="1929" y="2905"/>
                  </a:cubicBezTo>
                  <a:cubicBezTo>
                    <a:pt x="2679" y="2905"/>
                    <a:pt x="3398" y="2326"/>
                    <a:pt x="3398" y="1445"/>
                  </a:cubicBezTo>
                  <a:cubicBezTo>
                    <a:pt x="3398" y="641"/>
                    <a:pt x="2747" y="0"/>
                    <a:pt x="1943"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7" name="Google Shape;8757;p63"/>
            <p:cNvSpPr/>
            <p:nvPr/>
          </p:nvSpPr>
          <p:spPr>
            <a:xfrm>
              <a:off x="2024585" y="2737672"/>
              <a:ext cx="40729" cy="34689"/>
            </a:xfrm>
            <a:custGeom>
              <a:avLst/>
              <a:gdLst/>
              <a:ahLst/>
              <a:cxnLst/>
              <a:rect l="l" t="t" r="r" b="b"/>
              <a:pathLst>
                <a:path w="1551" h="1321" extrusionOk="0">
                  <a:moveTo>
                    <a:pt x="890" y="1"/>
                  </a:moveTo>
                  <a:cubicBezTo>
                    <a:pt x="297" y="1"/>
                    <a:pt x="0" y="718"/>
                    <a:pt x="421" y="1130"/>
                  </a:cubicBezTo>
                  <a:cubicBezTo>
                    <a:pt x="556" y="1262"/>
                    <a:pt x="721" y="1321"/>
                    <a:pt x="882" y="1321"/>
                  </a:cubicBezTo>
                  <a:cubicBezTo>
                    <a:pt x="1223" y="1321"/>
                    <a:pt x="1551" y="1055"/>
                    <a:pt x="1551" y="651"/>
                  </a:cubicBezTo>
                  <a:cubicBezTo>
                    <a:pt x="1541" y="297"/>
                    <a:pt x="1244" y="1"/>
                    <a:pt x="890"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8" name="Google Shape;8758;p63"/>
            <p:cNvSpPr/>
            <p:nvPr/>
          </p:nvSpPr>
          <p:spPr>
            <a:xfrm>
              <a:off x="1818496" y="2447893"/>
              <a:ext cx="333528" cy="174209"/>
            </a:xfrm>
            <a:custGeom>
              <a:avLst/>
              <a:gdLst/>
              <a:ahLst/>
              <a:cxnLst/>
              <a:rect l="l" t="t" r="r" b="b"/>
              <a:pathLst>
                <a:path w="12701" h="6634" extrusionOk="0">
                  <a:moveTo>
                    <a:pt x="1" y="1"/>
                  </a:moveTo>
                  <a:lnTo>
                    <a:pt x="441" y="1264"/>
                  </a:lnTo>
                  <a:lnTo>
                    <a:pt x="11284" y="1264"/>
                  </a:lnTo>
                  <a:lnTo>
                    <a:pt x="10049" y="6633"/>
                  </a:lnTo>
                  <a:lnTo>
                    <a:pt x="11341" y="6633"/>
                  </a:lnTo>
                  <a:lnTo>
                    <a:pt x="12528" y="1494"/>
                  </a:lnTo>
                  <a:cubicBezTo>
                    <a:pt x="12700" y="728"/>
                    <a:pt x="12117" y="1"/>
                    <a:pt x="11332"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9" name="Google Shape;8759;p63"/>
            <p:cNvSpPr/>
            <p:nvPr/>
          </p:nvSpPr>
          <p:spPr>
            <a:xfrm>
              <a:off x="2095697" y="2447893"/>
              <a:ext cx="56564" cy="174209"/>
            </a:xfrm>
            <a:custGeom>
              <a:avLst/>
              <a:gdLst/>
              <a:ahLst/>
              <a:cxnLst/>
              <a:rect l="l" t="t" r="r" b="b"/>
              <a:pathLst>
                <a:path w="2154" h="6634" extrusionOk="0">
                  <a:moveTo>
                    <a:pt x="1" y="1"/>
                  </a:moveTo>
                  <a:cubicBezTo>
                    <a:pt x="785" y="1"/>
                    <a:pt x="1369" y="728"/>
                    <a:pt x="1197" y="1494"/>
                  </a:cubicBezTo>
                  <a:lnTo>
                    <a:pt x="20" y="6633"/>
                  </a:lnTo>
                  <a:lnTo>
                    <a:pt x="795" y="6633"/>
                  </a:lnTo>
                  <a:lnTo>
                    <a:pt x="1972" y="1494"/>
                  </a:lnTo>
                  <a:cubicBezTo>
                    <a:pt x="2154" y="728"/>
                    <a:pt x="1570" y="1"/>
                    <a:pt x="776"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0" name="Google Shape;8760;p63"/>
            <p:cNvSpPr/>
            <p:nvPr/>
          </p:nvSpPr>
          <p:spPr>
            <a:xfrm>
              <a:off x="1735567" y="2420241"/>
              <a:ext cx="416457" cy="235027"/>
            </a:xfrm>
            <a:custGeom>
              <a:avLst/>
              <a:gdLst/>
              <a:ahLst/>
              <a:cxnLst/>
              <a:rect l="l" t="t" r="r" b="b"/>
              <a:pathLst>
                <a:path w="15859" h="8950" extrusionOk="0">
                  <a:moveTo>
                    <a:pt x="626" y="0"/>
                  </a:moveTo>
                  <a:cubicBezTo>
                    <a:pt x="279" y="0"/>
                    <a:pt x="0" y="281"/>
                    <a:pt x="0" y="633"/>
                  </a:cubicBezTo>
                  <a:cubicBezTo>
                    <a:pt x="0" y="976"/>
                    <a:pt x="279" y="1256"/>
                    <a:pt x="626" y="1256"/>
                  </a:cubicBezTo>
                  <a:cubicBezTo>
                    <a:pt x="638" y="1256"/>
                    <a:pt x="649" y="1256"/>
                    <a:pt x="661" y="1255"/>
                  </a:cubicBezTo>
                  <a:lnTo>
                    <a:pt x="1800" y="1255"/>
                  </a:lnTo>
                  <a:cubicBezTo>
                    <a:pt x="1847" y="1255"/>
                    <a:pt x="1895" y="1293"/>
                    <a:pt x="1924" y="1341"/>
                  </a:cubicBezTo>
                  <a:lnTo>
                    <a:pt x="4058" y="7380"/>
                  </a:lnTo>
                  <a:cubicBezTo>
                    <a:pt x="4460" y="8327"/>
                    <a:pt x="5388" y="8949"/>
                    <a:pt x="6422" y="8949"/>
                  </a:cubicBezTo>
                  <a:lnTo>
                    <a:pt x="15054" y="8949"/>
                  </a:lnTo>
                  <a:cubicBezTo>
                    <a:pt x="15858" y="8911"/>
                    <a:pt x="15858" y="7724"/>
                    <a:pt x="15054" y="7686"/>
                  </a:cubicBezTo>
                  <a:lnTo>
                    <a:pt x="6432" y="7686"/>
                  </a:lnTo>
                  <a:cubicBezTo>
                    <a:pt x="5896" y="7686"/>
                    <a:pt x="5427" y="7370"/>
                    <a:pt x="5216" y="6892"/>
                  </a:cubicBezTo>
                  <a:lnTo>
                    <a:pt x="3082" y="853"/>
                  </a:lnTo>
                  <a:cubicBezTo>
                    <a:pt x="2862" y="336"/>
                    <a:pt x="2355" y="1"/>
                    <a:pt x="1800" y="1"/>
                  </a:cubicBezTo>
                  <a:lnTo>
                    <a:pt x="661" y="1"/>
                  </a:lnTo>
                  <a:cubicBezTo>
                    <a:pt x="649" y="1"/>
                    <a:pt x="638" y="0"/>
                    <a:pt x="626" y="0"/>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1" name="Google Shape;8761;p63"/>
            <p:cNvSpPr/>
            <p:nvPr/>
          </p:nvSpPr>
          <p:spPr>
            <a:xfrm>
              <a:off x="1849903" y="2622075"/>
              <a:ext cx="303382" cy="33193"/>
            </a:xfrm>
            <a:custGeom>
              <a:avLst/>
              <a:gdLst/>
              <a:ahLst/>
              <a:cxnLst/>
              <a:rect l="l" t="t" r="r" b="b"/>
              <a:pathLst>
                <a:path w="11553" h="1264" extrusionOk="0">
                  <a:moveTo>
                    <a:pt x="10767" y="0"/>
                  </a:moveTo>
                  <a:cubicBezTo>
                    <a:pt x="10767" y="19"/>
                    <a:pt x="10767" y="48"/>
                    <a:pt x="10767" y="67"/>
                  </a:cubicBezTo>
                  <a:cubicBezTo>
                    <a:pt x="10767" y="412"/>
                    <a:pt x="10480" y="699"/>
                    <a:pt x="10136" y="699"/>
                  </a:cubicBezTo>
                  <a:lnTo>
                    <a:pt x="1513" y="699"/>
                  </a:lnTo>
                  <a:cubicBezTo>
                    <a:pt x="967" y="699"/>
                    <a:pt x="431" y="527"/>
                    <a:pt x="1" y="201"/>
                  </a:cubicBezTo>
                  <a:lnTo>
                    <a:pt x="1" y="201"/>
                  </a:lnTo>
                  <a:cubicBezTo>
                    <a:pt x="479" y="871"/>
                    <a:pt x="1255" y="1263"/>
                    <a:pt x="2078" y="1263"/>
                  </a:cubicBezTo>
                  <a:lnTo>
                    <a:pt x="10700" y="1263"/>
                  </a:lnTo>
                  <a:cubicBezTo>
                    <a:pt x="11495" y="1254"/>
                    <a:pt x="11552" y="86"/>
                    <a:pt x="10767"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2" name="Google Shape;8762;p63"/>
            <p:cNvSpPr/>
            <p:nvPr/>
          </p:nvSpPr>
          <p:spPr>
            <a:xfrm>
              <a:off x="1817498" y="2632868"/>
              <a:ext cx="286523" cy="92278"/>
            </a:xfrm>
            <a:custGeom>
              <a:avLst/>
              <a:gdLst/>
              <a:ahLst/>
              <a:cxnLst/>
              <a:rect l="l" t="t" r="r" b="b"/>
              <a:pathLst>
                <a:path w="10911" h="3514" extrusionOk="0">
                  <a:moveTo>
                    <a:pt x="1397" y="1"/>
                  </a:moveTo>
                  <a:lnTo>
                    <a:pt x="756" y="919"/>
                  </a:lnTo>
                  <a:cubicBezTo>
                    <a:pt x="0" y="2010"/>
                    <a:pt x="785" y="3513"/>
                    <a:pt x="2115" y="3513"/>
                  </a:cubicBezTo>
                  <a:lnTo>
                    <a:pt x="10260" y="3513"/>
                  </a:lnTo>
                  <a:cubicBezTo>
                    <a:pt x="10271" y="3514"/>
                    <a:pt x="10282" y="3514"/>
                    <a:pt x="10293" y="3514"/>
                  </a:cubicBezTo>
                  <a:cubicBezTo>
                    <a:pt x="10632" y="3514"/>
                    <a:pt x="10910" y="3234"/>
                    <a:pt x="10910" y="2881"/>
                  </a:cubicBezTo>
                  <a:cubicBezTo>
                    <a:pt x="10910" y="2533"/>
                    <a:pt x="10623" y="2249"/>
                    <a:pt x="10277" y="2249"/>
                  </a:cubicBezTo>
                  <a:cubicBezTo>
                    <a:pt x="10271" y="2249"/>
                    <a:pt x="10265" y="2250"/>
                    <a:pt x="10260" y="2250"/>
                  </a:cubicBezTo>
                  <a:lnTo>
                    <a:pt x="2115" y="2250"/>
                  </a:lnTo>
                  <a:cubicBezTo>
                    <a:pt x="1799" y="2250"/>
                    <a:pt x="1618" y="1896"/>
                    <a:pt x="1799" y="1637"/>
                  </a:cubicBezTo>
                  <a:lnTo>
                    <a:pt x="2441" y="699"/>
                  </a:lnTo>
                  <a:cubicBezTo>
                    <a:pt x="2039" y="556"/>
                    <a:pt x="1685" y="317"/>
                    <a:pt x="1397"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3" name="Google Shape;8763;p63"/>
            <p:cNvSpPr/>
            <p:nvPr/>
          </p:nvSpPr>
          <p:spPr>
            <a:xfrm>
              <a:off x="1826794" y="2675856"/>
              <a:ext cx="276465" cy="49106"/>
            </a:xfrm>
            <a:custGeom>
              <a:avLst/>
              <a:gdLst/>
              <a:ahLst/>
              <a:cxnLst/>
              <a:rect l="l" t="t" r="r" b="b"/>
              <a:pathLst>
                <a:path w="10528" h="1870" extrusionOk="0">
                  <a:moveTo>
                    <a:pt x="125" y="0"/>
                  </a:moveTo>
                  <a:cubicBezTo>
                    <a:pt x="0" y="948"/>
                    <a:pt x="699" y="1809"/>
                    <a:pt x="1656" y="1866"/>
                  </a:cubicBezTo>
                  <a:lnTo>
                    <a:pt x="9418" y="1866"/>
                  </a:lnTo>
                  <a:cubicBezTo>
                    <a:pt x="9472" y="1869"/>
                    <a:pt x="9526" y="1870"/>
                    <a:pt x="9580" y="1870"/>
                  </a:cubicBezTo>
                  <a:cubicBezTo>
                    <a:pt x="9756" y="1870"/>
                    <a:pt x="9931" y="1857"/>
                    <a:pt x="10107" y="1828"/>
                  </a:cubicBezTo>
                  <a:cubicBezTo>
                    <a:pt x="10135" y="1819"/>
                    <a:pt x="10174" y="1809"/>
                    <a:pt x="10202" y="1790"/>
                  </a:cubicBezTo>
                  <a:lnTo>
                    <a:pt x="10212" y="1780"/>
                  </a:lnTo>
                  <a:cubicBezTo>
                    <a:pt x="10241" y="1771"/>
                    <a:pt x="10260" y="1752"/>
                    <a:pt x="10279" y="1742"/>
                  </a:cubicBezTo>
                  <a:lnTo>
                    <a:pt x="10288" y="1742"/>
                  </a:lnTo>
                  <a:lnTo>
                    <a:pt x="10317" y="1713"/>
                  </a:lnTo>
                  <a:lnTo>
                    <a:pt x="10327" y="1704"/>
                  </a:lnTo>
                  <a:cubicBezTo>
                    <a:pt x="10336" y="1694"/>
                    <a:pt x="10355" y="1685"/>
                    <a:pt x="10365" y="1665"/>
                  </a:cubicBezTo>
                  <a:lnTo>
                    <a:pt x="10375" y="1656"/>
                  </a:lnTo>
                  <a:lnTo>
                    <a:pt x="10394" y="1627"/>
                  </a:lnTo>
                  <a:lnTo>
                    <a:pt x="10413" y="1608"/>
                  </a:lnTo>
                  <a:lnTo>
                    <a:pt x="10432" y="1579"/>
                  </a:lnTo>
                  <a:lnTo>
                    <a:pt x="10451" y="1551"/>
                  </a:lnTo>
                  <a:lnTo>
                    <a:pt x="10461" y="1531"/>
                  </a:lnTo>
                  <a:lnTo>
                    <a:pt x="10480" y="1503"/>
                  </a:lnTo>
                  <a:lnTo>
                    <a:pt x="10489" y="1474"/>
                  </a:lnTo>
                  <a:cubicBezTo>
                    <a:pt x="10489" y="1464"/>
                    <a:pt x="10499" y="1455"/>
                    <a:pt x="10499" y="1436"/>
                  </a:cubicBezTo>
                  <a:lnTo>
                    <a:pt x="10509" y="1417"/>
                  </a:lnTo>
                  <a:cubicBezTo>
                    <a:pt x="10509" y="1407"/>
                    <a:pt x="10518" y="1388"/>
                    <a:pt x="10518" y="1378"/>
                  </a:cubicBezTo>
                  <a:lnTo>
                    <a:pt x="10518" y="1369"/>
                  </a:lnTo>
                  <a:cubicBezTo>
                    <a:pt x="10518" y="1350"/>
                    <a:pt x="10528" y="1330"/>
                    <a:pt x="10528" y="1311"/>
                  </a:cubicBezTo>
                  <a:lnTo>
                    <a:pt x="10528" y="1302"/>
                  </a:lnTo>
                  <a:lnTo>
                    <a:pt x="10528" y="1244"/>
                  </a:lnTo>
                  <a:cubicBezTo>
                    <a:pt x="10528" y="1216"/>
                    <a:pt x="10528" y="1197"/>
                    <a:pt x="10528" y="1177"/>
                  </a:cubicBezTo>
                  <a:cubicBezTo>
                    <a:pt x="10528" y="1158"/>
                    <a:pt x="10528" y="1139"/>
                    <a:pt x="10518" y="1120"/>
                  </a:cubicBezTo>
                  <a:cubicBezTo>
                    <a:pt x="10509" y="1072"/>
                    <a:pt x="10499" y="1034"/>
                    <a:pt x="10480" y="996"/>
                  </a:cubicBezTo>
                  <a:cubicBezTo>
                    <a:pt x="10346" y="1187"/>
                    <a:pt x="10126" y="1302"/>
                    <a:pt x="9896" y="1321"/>
                  </a:cubicBezTo>
                  <a:lnTo>
                    <a:pt x="1761" y="1321"/>
                  </a:lnTo>
                  <a:cubicBezTo>
                    <a:pt x="976" y="1302"/>
                    <a:pt x="307" y="766"/>
                    <a:pt x="125"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4" name="Google Shape;8764;p63"/>
            <p:cNvSpPr/>
            <p:nvPr/>
          </p:nvSpPr>
          <p:spPr>
            <a:xfrm>
              <a:off x="1843364" y="2632868"/>
              <a:ext cx="38235" cy="32694"/>
            </a:xfrm>
            <a:custGeom>
              <a:avLst/>
              <a:gdLst/>
              <a:ahLst/>
              <a:cxnLst/>
              <a:rect l="l" t="t" r="r" b="b"/>
              <a:pathLst>
                <a:path w="1456" h="1245" extrusionOk="0">
                  <a:moveTo>
                    <a:pt x="412" y="1"/>
                  </a:moveTo>
                  <a:lnTo>
                    <a:pt x="1" y="604"/>
                  </a:lnTo>
                  <a:cubicBezTo>
                    <a:pt x="298" y="900"/>
                    <a:pt x="671" y="1120"/>
                    <a:pt x="1082" y="1245"/>
                  </a:cubicBezTo>
                  <a:lnTo>
                    <a:pt x="1456" y="699"/>
                  </a:lnTo>
                  <a:cubicBezTo>
                    <a:pt x="1054" y="556"/>
                    <a:pt x="700" y="317"/>
                    <a:pt x="412"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65" name="Google Shape;8765;p63"/>
          <p:cNvGrpSpPr/>
          <p:nvPr/>
        </p:nvGrpSpPr>
        <p:grpSpPr>
          <a:xfrm>
            <a:off x="3585043" y="4142790"/>
            <a:ext cx="251098" cy="309028"/>
            <a:chOff x="3599318" y="4299590"/>
            <a:chExt cx="251098" cy="309028"/>
          </a:xfrm>
        </p:grpSpPr>
        <p:sp>
          <p:nvSpPr>
            <p:cNvPr id="8766" name="Google Shape;8766;p63"/>
            <p:cNvSpPr/>
            <p:nvPr/>
          </p:nvSpPr>
          <p:spPr>
            <a:xfrm>
              <a:off x="3599318" y="4299590"/>
              <a:ext cx="251098" cy="309028"/>
            </a:xfrm>
            <a:custGeom>
              <a:avLst/>
              <a:gdLst/>
              <a:ahLst/>
              <a:cxnLst/>
              <a:rect l="l" t="t" r="r" b="b"/>
              <a:pathLst>
                <a:path w="9562" h="11768" extrusionOk="0">
                  <a:moveTo>
                    <a:pt x="4748" y="1"/>
                  </a:moveTo>
                  <a:lnTo>
                    <a:pt x="144" y="919"/>
                  </a:lnTo>
                  <a:cubicBezTo>
                    <a:pt x="58" y="939"/>
                    <a:pt x="1" y="1015"/>
                    <a:pt x="1" y="1101"/>
                  </a:cubicBezTo>
                  <a:lnTo>
                    <a:pt x="1" y="7724"/>
                  </a:lnTo>
                  <a:cubicBezTo>
                    <a:pt x="1" y="7772"/>
                    <a:pt x="20" y="7829"/>
                    <a:pt x="68" y="7858"/>
                  </a:cubicBezTo>
                  <a:lnTo>
                    <a:pt x="4661" y="11724"/>
                  </a:lnTo>
                  <a:cubicBezTo>
                    <a:pt x="4695" y="11753"/>
                    <a:pt x="4738" y="11767"/>
                    <a:pt x="4781" y="11767"/>
                  </a:cubicBezTo>
                  <a:cubicBezTo>
                    <a:pt x="4824" y="11767"/>
                    <a:pt x="4867" y="11753"/>
                    <a:pt x="4901" y="11724"/>
                  </a:cubicBezTo>
                  <a:lnTo>
                    <a:pt x="9494" y="7858"/>
                  </a:lnTo>
                  <a:cubicBezTo>
                    <a:pt x="9533" y="7829"/>
                    <a:pt x="9561" y="7772"/>
                    <a:pt x="9561" y="7724"/>
                  </a:cubicBezTo>
                  <a:lnTo>
                    <a:pt x="9561" y="1101"/>
                  </a:lnTo>
                  <a:cubicBezTo>
                    <a:pt x="9561" y="1015"/>
                    <a:pt x="9494" y="939"/>
                    <a:pt x="9408" y="919"/>
                  </a:cubicBezTo>
                  <a:lnTo>
                    <a:pt x="4815" y="1"/>
                  </a:lnTo>
                  <a:close/>
                </a:path>
              </a:pathLst>
            </a:custGeom>
            <a:solidFill>
              <a:srgbClr val="B4C3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7" name="Google Shape;8767;p63"/>
            <p:cNvSpPr/>
            <p:nvPr/>
          </p:nvSpPr>
          <p:spPr>
            <a:xfrm>
              <a:off x="3618672" y="4319206"/>
              <a:ext cx="212391" cy="264018"/>
            </a:xfrm>
            <a:custGeom>
              <a:avLst/>
              <a:gdLst/>
              <a:ahLst/>
              <a:cxnLst/>
              <a:rect l="l" t="t" r="r" b="b"/>
              <a:pathLst>
                <a:path w="8088" h="10054" extrusionOk="0">
                  <a:moveTo>
                    <a:pt x="4001" y="0"/>
                  </a:moveTo>
                  <a:lnTo>
                    <a:pt x="144" y="775"/>
                  </a:lnTo>
                  <a:cubicBezTo>
                    <a:pt x="58" y="794"/>
                    <a:pt x="1" y="871"/>
                    <a:pt x="1" y="957"/>
                  </a:cubicBezTo>
                  <a:lnTo>
                    <a:pt x="1" y="6632"/>
                  </a:lnTo>
                  <a:cubicBezTo>
                    <a:pt x="1" y="6680"/>
                    <a:pt x="29" y="6738"/>
                    <a:pt x="68" y="6766"/>
                  </a:cubicBezTo>
                  <a:lnTo>
                    <a:pt x="3924" y="10011"/>
                  </a:lnTo>
                  <a:cubicBezTo>
                    <a:pt x="3963" y="10039"/>
                    <a:pt x="4006" y="10054"/>
                    <a:pt x="4048" y="10054"/>
                  </a:cubicBezTo>
                  <a:cubicBezTo>
                    <a:pt x="4089" y="10054"/>
                    <a:pt x="4130" y="10039"/>
                    <a:pt x="4164" y="10011"/>
                  </a:cubicBezTo>
                  <a:lnTo>
                    <a:pt x="8020" y="6766"/>
                  </a:lnTo>
                  <a:cubicBezTo>
                    <a:pt x="8059" y="6728"/>
                    <a:pt x="8087" y="6680"/>
                    <a:pt x="8087" y="6623"/>
                  </a:cubicBezTo>
                  <a:lnTo>
                    <a:pt x="8087" y="957"/>
                  </a:lnTo>
                  <a:cubicBezTo>
                    <a:pt x="8087" y="871"/>
                    <a:pt x="8020" y="794"/>
                    <a:pt x="7934" y="775"/>
                  </a:cubicBezTo>
                  <a:lnTo>
                    <a:pt x="4078" y="0"/>
                  </a:ln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8" name="Google Shape;8768;p63"/>
            <p:cNvSpPr/>
            <p:nvPr/>
          </p:nvSpPr>
          <p:spPr>
            <a:xfrm>
              <a:off x="3618672" y="4335777"/>
              <a:ext cx="118144" cy="247448"/>
            </a:xfrm>
            <a:custGeom>
              <a:avLst/>
              <a:gdLst/>
              <a:ahLst/>
              <a:cxnLst/>
              <a:rect l="l" t="t" r="r" b="b"/>
              <a:pathLst>
                <a:path w="4499" h="9423" extrusionOk="0">
                  <a:moveTo>
                    <a:pt x="881" y="1"/>
                  </a:moveTo>
                  <a:lnTo>
                    <a:pt x="144" y="144"/>
                  </a:lnTo>
                  <a:cubicBezTo>
                    <a:pt x="58" y="163"/>
                    <a:pt x="1" y="240"/>
                    <a:pt x="1" y="326"/>
                  </a:cubicBezTo>
                  <a:lnTo>
                    <a:pt x="1" y="6001"/>
                  </a:lnTo>
                  <a:cubicBezTo>
                    <a:pt x="1" y="6049"/>
                    <a:pt x="29" y="6097"/>
                    <a:pt x="68" y="6135"/>
                  </a:cubicBezTo>
                  <a:lnTo>
                    <a:pt x="3924" y="9380"/>
                  </a:lnTo>
                  <a:cubicBezTo>
                    <a:pt x="3963" y="9408"/>
                    <a:pt x="4006" y="9423"/>
                    <a:pt x="4048" y="9423"/>
                  </a:cubicBezTo>
                  <a:cubicBezTo>
                    <a:pt x="4089" y="9423"/>
                    <a:pt x="4130" y="9408"/>
                    <a:pt x="4164" y="9380"/>
                  </a:cubicBezTo>
                  <a:lnTo>
                    <a:pt x="4499" y="9092"/>
                  </a:lnTo>
                  <a:lnTo>
                    <a:pt x="795" y="6001"/>
                  </a:lnTo>
                  <a:cubicBezTo>
                    <a:pt x="757" y="5963"/>
                    <a:pt x="728" y="5906"/>
                    <a:pt x="737" y="5858"/>
                  </a:cubicBezTo>
                  <a:lnTo>
                    <a:pt x="737" y="183"/>
                  </a:lnTo>
                  <a:cubicBezTo>
                    <a:pt x="737" y="96"/>
                    <a:pt x="795" y="20"/>
                    <a:pt x="881" y="1"/>
                  </a:cubicBezTo>
                  <a:close/>
                </a:path>
              </a:pathLst>
            </a:custGeom>
            <a:solidFill>
              <a:srgbClr val="DF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9" name="Google Shape;8769;p63"/>
            <p:cNvSpPr/>
            <p:nvPr/>
          </p:nvSpPr>
          <p:spPr>
            <a:xfrm>
              <a:off x="3634506" y="4362168"/>
              <a:ext cx="157849" cy="135423"/>
            </a:xfrm>
            <a:custGeom>
              <a:avLst/>
              <a:gdLst/>
              <a:ahLst/>
              <a:cxnLst/>
              <a:rect l="l" t="t" r="r" b="b"/>
              <a:pathLst>
                <a:path w="6011" h="5157" extrusionOk="0">
                  <a:moveTo>
                    <a:pt x="3436" y="1"/>
                  </a:moveTo>
                  <a:cubicBezTo>
                    <a:pt x="1149" y="1"/>
                    <a:pt x="0" y="2776"/>
                    <a:pt x="1618" y="4393"/>
                  </a:cubicBezTo>
                  <a:cubicBezTo>
                    <a:pt x="2145" y="4920"/>
                    <a:pt x="2791" y="5156"/>
                    <a:pt x="3424" y="5156"/>
                  </a:cubicBezTo>
                  <a:cubicBezTo>
                    <a:pt x="4746" y="5156"/>
                    <a:pt x="6011" y="4128"/>
                    <a:pt x="6011" y="2575"/>
                  </a:cubicBezTo>
                  <a:cubicBezTo>
                    <a:pt x="6011" y="1159"/>
                    <a:pt x="4862" y="10"/>
                    <a:pt x="3436" y="1"/>
                  </a:cubicBezTo>
                  <a:close/>
                </a:path>
              </a:pathLst>
            </a:custGeom>
            <a:solidFill>
              <a:srgbClr val="E4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0" name="Google Shape;8770;p63"/>
            <p:cNvSpPr/>
            <p:nvPr/>
          </p:nvSpPr>
          <p:spPr>
            <a:xfrm>
              <a:off x="3653860" y="4376742"/>
              <a:ext cx="124184" cy="106353"/>
            </a:xfrm>
            <a:custGeom>
              <a:avLst/>
              <a:gdLst/>
              <a:ahLst/>
              <a:cxnLst/>
              <a:rect l="l" t="t" r="r" b="b"/>
              <a:pathLst>
                <a:path w="4729" h="4050" extrusionOk="0">
                  <a:moveTo>
                    <a:pt x="2699" y="1"/>
                  </a:moveTo>
                  <a:cubicBezTo>
                    <a:pt x="900" y="1"/>
                    <a:pt x="0" y="2183"/>
                    <a:pt x="1273" y="3456"/>
                  </a:cubicBezTo>
                  <a:cubicBezTo>
                    <a:pt x="1684" y="3866"/>
                    <a:pt x="2189" y="4050"/>
                    <a:pt x="2684" y="4050"/>
                  </a:cubicBezTo>
                  <a:cubicBezTo>
                    <a:pt x="3726" y="4050"/>
                    <a:pt x="4728" y="3239"/>
                    <a:pt x="4728" y="2020"/>
                  </a:cubicBezTo>
                  <a:cubicBezTo>
                    <a:pt x="4719" y="910"/>
                    <a:pt x="3819" y="1"/>
                    <a:pt x="2699" y="1"/>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1" name="Google Shape;8771;p63"/>
            <p:cNvSpPr/>
            <p:nvPr/>
          </p:nvSpPr>
          <p:spPr>
            <a:xfrm>
              <a:off x="3700340" y="4377189"/>
              <a:ext cx="50550" cy="105381"/>
            </a:xfrm>
            <a:custGeom>
              <a:avLst/>
              <a:gdLst/>
              <a:ahLst/>
              <a:cxnLst/>
              <a:rect l="l" t="t" r="r" b="b"/>
              <a:pathLst>
                <a:path w="1925" h="4013" extrusionOk="0">
                  <a:moveTo>
                    <a:pt x="963" y="0"/>
                  </a:moveTo>
                  <a:cubicBezTo>
                    <a:pt x="874" y="0"/>
                    <a:pt x="786" y="55"/>
                    <a:pt x="776" y="166"/>
                  </a:cubicBezTo>
                  <a:lnTo>
                    <a:pt x="776" y="539"/>
                  </a:lnTo>
                  <a:cubicBezTo>
                    <a:pt x="336" y="577"/>
                    <a:pt x="1" y="969"/>
                    <a:pt x="30" y="1410"/>
                  </a:cubicBezTo>
                  <a:cubicBezTo>
                    <a:pt x="58" y="1853"/>
                    <a:pt x="412" y="2195"/>
                    <a:pt x="854" y="2195"/>
                  </a:cubicBezTo>
                  <a:cubicBezTo>
                    <a:pt x="860" y="2195"/>
                    <a:pt x="866" y="2195"/>
                    <a:pt x="872" y="2194"/>
                  </a:cubicBezTo>
                  <a:lnTo>
                    <a:pt x="1054" y="2194"/>
                  </a:lnTo>
                  <a:cubicBezTo>
                    <a:pt x="1666" y="2194"/>
                    <a:pt x="1666" y="3113"/>
                    <a:pt x="1054" y="3113"/>
                  </a:cubicBezTo>
                  <a:lnTo>
                    <a:pt x="776" y="3113"/>
                  </a:lnTo>
                  <a:cubicBezTo>
                    <a:pt x="575" y="3113"/>
                    <a:pt x="412" y="2941"/>
                    <a:pt x="412" y="2740"/>
                  </a:cubicBezTo>
                  <a:cubicBezTo>
                    <a:pt x="403" y="2630"/>
                    <a:pt x="317" y="2575"/>
                    <a:pt x="231" y="2575"/>
                  </a:cubicBezTo>
                  <a:cubicBezTo>
                    <a:pt x="144" y="2575"/>
                    <a:pt x="58" y="2630"/>
                    <a:pt x="49" y="2740"/>
                  </a:cubicBezTo>
                  <a:cubicBezTo>
                    <a:pt x="49" y="3151"/>
                    <a:pt x="374" y="3477"/>
                    <a:pt x="786" y="3477"/>
                  </a:cubicBezTo>
                  <a:lnTo>
                    <a:pt x="786" y="3841"/>
                  </a:lnTo>
                  <a:cubicBezTo>
                    <a:pt x="795" y="3955"/>
                    <a:pt x="881" y="4013"/>
                    <a:pt x="968" y="4013"/>
                  </a:cubicBezTo>
                  <a:cubicBezTo>
                    <a:pt x="1054" y="4013"/>
                    <a:pt x="1140" y="3955"/>
                    <a:pt x="1149" y="3841"/>
                  </a:cubicBezTo>
                  <a:lnTo>
                    <a:pt x="1149" y="3467"/>
                  </a:lnTo>
                  <a:cubicBezTo>
                    <a:pt x="1590" y="3429"/>
                    <a:pt x="1925" y="3046"/>
                    <a:pt x="1896" y="2596"/>
                  </a:cubicBezTo>
                  <a:cubicBezTo>
                    <a:pt x="1877" y="2162"/>
                    <a:pt x="1514" y="1821"/>
                    <a:pt x="1072" y="1821"/>
                  </a:cubicBezTo>
                  <a:cubicBezTo>
                    <a:pt x="1066" y="1821"/>
                    <a:pt x="1060" y="1821"/>
                    <a:pt x="1054" y="1821"/>
                  </a:cubicBezTo>
                  <a:lnTo>
                    <a:pt x="872" y="1821"/>
                  </a:lnTo>
                  <a:cubicBezTo>
                    <a:pt x="259" y="1821"/>
                    <a:pt x="259" y="902"/>
                    <a:pt x="872" y="902"/>
                  </a:cubicBezTo>
                  <a:lnTo>
                    <a:pt x="1149" y="902"/>
                  </a:lnTo>
                  <a:cubicBezTo>
                    <a:pt x="1350" y="902"/>
                    <a:pt x="1513" y="1065"/>
                    <a:pt x="1513" y="1266"/>
                  </a:cubicBezTo>
                  <a:lnTo>
                    <a:pt x="1513" y="1448"/>
                  </a:lnTo>
                  <a:cubicBezTo>
                    <a:pt x="1513" y="1553"/>
                    <a:pt x="1590" y="1639"/>
                    <a:pt x="1695" y="1639"/>
                  </a:cubicBezTo>
                  <a:cubicBezTo>
                    <a:pt x="1800" y="1639"/>
                    <a:pt x="1886" y="1553"/>
                    <a:pt x="1886" y="1458"/>
                  </a:cubicBezTo>
                  <a:lnTo>
                    <a:pt x="1886" y="1266"/>
                  </a:lnTo>
                  <a:cubicBezTo>
                    <a:pt x="1886" y="864"/>
                    <a:pt x="1551" y="539"/>
                    <a:pt x="1149" y="539"/>
                  </a:cubicBezTo>
                  <a:lnTo>
                    <a:pt x="1149" y="166"/>
                  </a:lnTo>
                  <a:cubicBezTo>
                    <a:pt x="1140" y="55"/>
                    <a:pt x="1051" y="0"/>
                    <a:pt x="96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72" name="Google Shape;8772;p63"/>
          <p:cNvGrpSpPr/>
          <p:nvPr/>
        </p:nvGrpSpPr>
        <p:grpSpPr>
          <a:xfrm>
            <a:off x="3091723" y="2276440"/>
            <a:ext cx="345818" cy="345056"/>
            <a:chOff x="3105998" y="2433240"/>
            <a:chExt cx="345818" cy="345056"/>
          </a:xfrm>
        </p:grpSpPr>
        <p:sp>
          <p:nvSpPr>
            <p:cNvPr id="8773" name="Google Shape;8773;p63"/>
            <p:cNvSpPr/>
            <p:nvPr/>
          </p:nvSpPr>
          <p:spPr>
            <a:xfrm>
              <a:off x="3160277" y="2465487"/>
              <a:ext cx="237259" cy="312809"/>
            </a:xfrm>
            <a:custGeom>
              <a:avLst/>
              <a:gdLst/>
              <a:ahLst/>
              <a:cxnLst/>
              <a:rect l="l" t="t" r="r" b="b"/>
              <a:pathLst>
                <a:path w="9035" h="11912" extrusionOk="0">
                  <a:moveTo>
                    <a:pt x="4518" y="1"/>
                  </a:moveTo>
                  <a:cubicBezTo>
                    <a:pt x="2020" y="1"/>
                    <a:pt x="0" y="2020"/>
                    <a:pt x="0" y="4518"/>
                  </a:cubicBezTo>
                  <a:cubicBezTo>
                    <a:pt x="0" y="5389"/>
                    <a:pt x="240" y="6327"/>
                    <a:pt x="689" y="7293"/>
                  </a:cubicBezTo>
                  <a:cubicBezTo>
                    <a:pt x="1101" y="8126"/>
                    <a:pt x="1608" y="8911"/>
                    <a:pt x="2202" y="9629"/>
                  </a:cubicBezTo>
                  <a:cubicBezTo>
                    <a:pt x="2852" y="10442"/>
                    <a:pt x="3589" y="11189"/>
                    <a:pt x="4384" y="11868"/>
                  </a:cubicBezTo>
                  <a:cubicBezTo>
                    <a:pt x="4422" y="11897"/>
                    <a:pt x="4467" y="11911"/>
                    <a:pt x="4513" y="11911"/>
                  </a:cubicBezTo>
                  <a:cubicBezTo>
                    <a:pt x="4558" y="11911"/>
                    <a:pt x="4604" y="11897"/>
                    <a:pt x="4642" y="11868"/>
                  </a:cubicBezTo>
                  <a:cubicBezTo>
                    <a:pt x="5446" y="11189"/>
                    <a:pt x="6173" y="10442"/>
                    <a:pt x="6834" y="9629"/>
                  </a:cubicBezTo>
                  <a:cubicBezTo>
                    <a:pt x="7427" y="8911"/>
                    <a:pt x="7925" y="8126"/>
                    <a:pt x="8336" y="7293"/>
                  </a:cubicBezTo>
                  <a:cubicBezTo>
                    <a:pt x="8795" y="6327"/>
                    <a:pt x="9035" y="5389"/>
                    <a:pt x="9035" y="4518"/>
                  </a:cubicBezTo>
                  <a:cubicBezTo>
                    <a:pt x="9025" y="2020"/>
                    <a:pt x="7006" y="1"/>
                    <a:pt x="4518" y="1"/>
                  </a:cubicBezTo>
                  <a:close/>
                </a:path>
              </a:pathLst>
            </a:custGeom>
            <a:solidFill>
              <a:srgbClr val="E4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4" name="Google Shape;8774;p63"/>
            <p:cNvSpPr/>
            <p:nvPr/>
          </p:nvSpPr>
          <p:spPr>
            <a:xfrm>
              <a:off x="3160277" y="2469268"/>
              <a:ext cx="137996" cy="309028"/>
            </a:xfrm>
            <a:custGeom>
              <a:avLst/>
              <a:gdLst/>
              <a:ahLst/>
              <a:cxnLst/>
              <a:rect l="l" t="t" r="r" b="b"/>
              <a:pathLst>
                <a:path w="5255" h="11768" extrusionOk="0">
                  <a:moveTo>
                    <a:pt x="3369" y="0"/>
                  </a:moveTo>
                  <a:cubicBezTo>
                    <a:pt x="1388" y="527"/>
                    <a:pt x="0" y="2316"/>
                    <a:pt x="0" y="4374"/>
                  </a:cubicBezTo>
                  <a:cubicBezTo>
                    <a:pt x="0" y="5245"/>
                    <a:pt x="240" y="6183"/>
                    <a:pt x="689" y="7140"/>
                  </a:cubicBezTo>
                  <a:cubicBezTo>
                    <a:pt x="1101" y="7982"/>
                    <a:pt x="1608" y="8767"/>
                    <a:pt x="2202" y="9485"/>
                  </a:cubicBezTo>
                  <a:cubicBezTo>
                    <a:pt x="2852" y="10298"/>
                    <a:pt x="3589" y="11045"/>
                    <a:pt x="4384" y="11724"/>
                  </a:cubicBezTo>
                  <a:cubicBezTo>
                    <a:pt x="4422" y="11753"/>
                    <a:pt x="4467" y="11767"/>
                    <a:pt x="4513" y="11767"/>
                  </a:cubicBezTo>
                  <a:cubicBezTo>
                    <a:pt x="4558" y="11767"/>
                    <a:pt x="4604" y="11753"/>
                    <a:pt x="4642" y="11724"/>
                  </a:cubicBezTo>
                  <a:cubicBezTo>
                    <a:pt x="4661" y="11705"/>
                    <a:pt x="4900" y="11513"/>
                    <a:pt x="5254" y="11179"/>
                  </a:cubicBezTo>
                  <a:cubicBezTo>
                    <a:pt x="4518" y="10537"/>
                    <a:pt x="3838" y="9829"/>
                    <a:pt x="3226" y="9073"/>
                  </a:cubicBezTo>
                  <a:cubicBezTo>
                    <a:pt x="2632" y="8355"/>
                    <a:pt x="2125" y="7571"/>
                    <a:pt x="1723" y="6738"/>
                  </a:cubicBezTo>
                  <a:cubicBezTo>
                    <a:pt x="1264" y="5771"/>
                    <a:pt x="1024" y="4833"/>
                    <a:pt x="1024" y="3963"/>
                  </a:cubicBezTo>
                  <a:cubicBezTo>
                    <a:pt x="1024" y="2316"/>
                    <a:pt x="1924" y="795"/>
                    <a:pt x="3369"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5" name="Google Shape;8775;p63"/>
            <p:cNvSpPr/>
            <p:nvPr/>
          </p:nvSpPr>
          <p:spPr>
            <a:xfrm>
              <a:off x="3156259" y="2492377"/>
              <a:ext cx="214387" cy="183374"/>
            </a:xfrm>
            <a:custGeom>
              <a:avLst/>
              <a:gdLst/>
              <a:ahLst/>
              <a:cxnLst/>
              <a:rect l="l" t="t" r="r" b="b"/>
              <a:pathLst>
                <a:path w="8164" h="6983" extrusionOk="0">
                  <a:moveTo>
                    <a:pt x="4671" y="1"/>
                  </a:moveTo>
                  <a:cubicBezTo>
                    <a:pt x="1560" y="1"/>
                    <a:pt x="0" y="3762"/>
                    <a:pt x="2201" y="5963"/>
                  </a:cubicBezTo>
                  <a:cubicBezTo>
                    <a:pt x="2868" y="6629"/>
                    <a:pt x="3761" y="6983"/>
                    <a:pt x="4669" y="6983"/>
                  </a:cubicBezTo>
                  <a:cubicBezTo>
                    <a:pt x="5118" y="6983"/>
                    <a:pt x="5570" y="6896"/>
                    <a:pt x="6001" y="6719"/>
                  </a:cubicBezTo>
                  <a:cubicBezTo>
                    <a:pt x="7312" y="6183"/>
                    <a:pt x="8164" y="4910"/>
                    <a:pt x="8164" y="3494"/>
                  </a:cubicBezTo>
                  <a:cubicBezTo>
                    <a:pt x="8154" y="1570"/>
                    <a:pt x="6594" y="1"/>
                    <a:pt x="4671" y="1"/>
                  </a:cubicBezTo>
                  <a:close/>
                </a:path>
              </a:pathLst>
            </a:cu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6" name="Google Shape;8776;p63"/>
            <p:cNvSpPr/>
            <p:nvPr/>
          </p:nvSpPr>
          <p:spPr>
            <a:xfrm>
              <a:off x="3174589" y="2511731"/>
              <a:ext cx="176704" cy="164388"/>
            </a:xfrm>
            <a:custGeom>
              <a:avLst/>
              <a:gdLst/>
              <a:ahLst/>
              <a:cxnLst/>
              <a:rect l="l" t="t" r="r" b="b"/>
              <a:pathLst>
                <a:path w="6729" h="6260" extrusionOk="0">
                  <a:moveTo>
                    <a:pt x="1838" y="1"/>
                  </a:moveTo>
                  <a:cubicBezTo>
                    <a:pt x="164" y="1283"/>
                    <a:pt x="1" y="3743"/>
                    <a:pt x="1494" y="5236"/>
                  </a:cubicBezTo>
                  <a:cubicBezTo>
                    <a:pt x="2177" y="5924"/>
                    <a:pt x="3070" y="6260"/>
                    <a:pt x="3959" y="6260"/>
                  </a:cubicBezTo>
                  <a:cubicBezTo>
                    <a:pt x="5000" y="6260"/>
                    <a:pt x="6037" y="5799"/>
                    <a:pt x="6729" y="4901"/>
                  </a:cubicBezTo>
                  <a:lnTo>
                    <a:pt x="6729" y="4901"/>
                  </a:lnTo>
                  <a:cubicBezTo>
                    <a:pt x="6116" y="5370"/>
                    <a:pt x="5360" y="5628"/>
                    <a:pt x="4585" y="5628"/>
                  </a:cubicBezTo>
                  <a:cubicBezTo>
                    <a:pt x="1685" y="5628"/>
                    <a:pt x="58" y="2288"/>
                    <a:pt x="1838" y="1"/>
                  </a:cubicBez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7" name="Google Shape;8777;p63"/>
            <p:cNvSpPr/>
            <p:nvPr/>
          </p:nvSpPr>
          <p:spPr>
            <a:xfrm>
              <a:off x="3251005" y="2524493"/>
              <a:ext cx="55802" cy="119536"/>
            </a:xfrm>
            <a:custGeom>
              <a:avLst/>
              <a:gdLst/>
              <a:ahLst/>
              <a:cxnLst/>
              <a:rect l="l" t="t" r="r" b="b"/>
              <a:pathLst>
                <a:path w="2125" h="4552" extrusionOk="0">
                  <a:moveTo>
                    <a:pt x="1061" y="1"/>
                  </a:moveTo>
                  <a:cubicBezTo>
                    <a:pt x="952" y="1"/>
                    <a:pt x="842" y="75"/>
                    <a:pt x="852" y="223"/>
                  </a:cubicBezTo>
                  <a:lnTo>
                    <a:pt x="852" y="644"/>
                  </a:lnTo>
                  <a:cubicBezTo>
                    <a:pt x="364" y="692"/>
                    <a:pt x="0" y="1113"/>
                    <a:pt x="29" y="1611"/>
                  </a:cubicBezTo>
                  <a:cubicBezTo>
                    <a:pt x="57" y="2093"/>
                    <a:pt x="459" y="2482"/>
                    <a:pt x="940" y="2482"/>
                  </a:cubicBezTo>
                  <a:cubicBezTo>
                    <a:pt x="946" y="2482"/>
                    <a:pt x="951" y="2482"/>
                    <a:pt x="957" y="2482"/>
                  </a:cubicBezTo>
                  <a:lnTo>
                    <a:pt x="1168" y="2482"/>
                  </a:lnTo>
                  <a:cubicBezTo>
                    <a:pt x="1847" y="2482"/>
                    <a:pt x="1847" y="3506"/>
                    <a:pt x="1168" y="3506"/>
                  </a:cubicBezTo>
                  <a:lnTo>
                    <a:pt x="862" y="3506"/>
                  </a:lnTo>
                  <a:cubicBezTo>
                    <a:pt x="632" y="3506"/>
                    <a:pt x="450" y="3324"/>
                    <a:pt x="450" y="3094"/>
                  </a:cubicBezTo>
                  <a:cubicBezTo>
                    <a:pt x="440" y="2970"/>
                    <a:pt x="342" y="2907"/>
                    <a:pt x="244" y="2907"/>
                  </a:cubicBezTo>
                  <a:cubicBezTo>
                    <a:pt x="146" y="2907"/>
                    <a:pt x="48" y="2970"/>
                    <a:pt x="38" y="3094"/>
                  </a:cubicBezTo>
                  <a:cubicBezTo>
                    <a:pt x="38" y="3553"/>
                    <a:pt x="402" y="3917"/>
                    <a:pt x="862" y="3917"/>
                  </a:cubicBezTo>
                  <a:lnTo>
                    <a:pt x="862" y="4329"/>
                  </a:lnTo>
                  <a:cubicBezTo>
                    <a:pt x="847" y="4477"/>
                    <a:pt x="955" y="4551"/>
                    <a:pt x="1064" y="4551"/>
                  </a:cubicBezTo>
                  <a:cubicBezTo>
                    <a:pt x="1173" y="4551"/>
                    <a:pt x="1283" y="4477"/>
                    <a:pt x="1273" y="4329"/>
                  </a:cubicBezTo>
                  <a:lnTo>
                    <a:pt x="1273" y="3908"/>
                  </a:lnTo>
                  <a:cubicBezTo>
                    <a:pt x="1761" y="3860"/>
                    <a:pt x="2125" y="3429"/>
                    <a:pt x="2096" y="2941"/>
                  </a:cubicBezTo>
                  <a:cubicBezTo>
                    <a:pt x="2068" y="2449"/>
                    <a:pt x="1666" y="2070"/>
                    <a:pt x="1186" y="2070"/>
                  </a:cubicBezTo>
                  <a:cubicBezTo>
                    <a:pt x="1180" y="2070"/>
                    <a:pt x="1174" y="2070"/>
                    <a:pt x="1168" y="2070"/>
                  </a:cubicBezTo>
                  <a:lnTo>
                    <a:pt x="957" y="2070"/>
                  </a:lnTo>
                  <a:cubicBezTo>
                    <a:pt x="278" y="2070"/>
                    <a:pt x="278" y="1037"/>
                    <a:pt x="957" y="1037"/>
                  </a:cubicBezTo>
                  <a:lnTo>
                    <a:pt x="1273" y="1037"/>
                  </a:lnTo>
                  <a:cubicBezTo>
                    <a:pt x="1493" y="1037"/>
                    <a:pt x="1675" y="1218"/>
                    <a:pt x="1675" y="1448"/>
                  </a:cubicBezTo>
                  <a:lnTo>
                    <a:pt x="1675" y="1659"/>
                  </a:lnTo>
                  <a:cubicBezTo>
                    <a:pt x="1685" y="1773"/>
                    <a:pt x="1771" y="1860"/>
                    <a:pt x="1886" y="1860"/>
                  </a:cubicBezTo>
                  <a:cubicBezTo>
                    <a:pt x="1991" y="1860"/>
                    <a:pt x="2087" y="1764"/>
                    <a:pt x="2087" y="1659"/>
                  </a:cubicBezTo>
                  <a:lnTo>
                    <a:pt x="2087" y="1448"/>
                  </a:lnTo>
                  <a:cubicBezTo>
                    <a:pt x="2087" y="998"/>
                    <a:pt x="1723" y="625"/>
                    <a:pt x="1263" y="625"/>
                  </a:cubicBezTo>
                  <a:lnTo>
                    <a:pt x="1263" y="223"/>
                  </a:lnTo>
                  <a:cubicBezTo>
                    <a:pt x="1278" y="75"/>
                    <a:pt x="1170" y="1"/>
                    <a:pt x="1061"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8" name="Google Shape;8778;p63"/>
            <p:cNvSpPr/>
            <p:nvPr/>
          </p:nvSpPr>
          <p:spPr>
            <a:xfrm>
              <a:off x="3398875" y="2433318"/>
              <a:ext cx="52940" cy="86500"/>
            </a:xfrm>
            <a:custGeom>
              <a:avLst/>
              <a:gdLst/>
              <a:ahLst/>
              <a:cxnLst/>
              <a:rect l="l" t="t" r="r" b="b"/>
              <a:pathLst>
                <a:path w="2016" h="3294" extrusionOk="0">
                  <a:moveTo>
                    <a:pt x="294" y="1"/>
                  </a:moveTo>
                  <a:cubicBezTo>
                    <a:pt x="121" y="1"/>
                    <a:pt x="0" y="236"/>
                    <a:pt x="169" y="365"/>
                  </a:cubicBezTo>
                  <a:cubicBezTo>
                    <a:pt x="1059" y="977"/>
                    <a:pt x="1604" y="1992"/>
                    <a:pt x="1604" y="3083"/>
                  </a:cubicBezTo>
                  <a:cubicBezTo>
                    <a:pt x="1604" y="3197"/>
                    <a:pt x="1690" y="3293"/>
                    <a:pt x="1805" y="3293"/>
                  </a:cubicBezTo>
                  <a:cubicBezTo>
                    <a:pt x="1920" y="3284"/>
                    <a:pt x="2006" y="3197"/>
                    <a:pt x="2016" y="3083"/>
                  </a:cubicBezTo>
                  <a:cubicBezTo>
                    <a:pt x="2006" y="1858"/>
                    <a:pt x="1403" y="719"/>
                    <a:pt x="399" y="30"/>
                  </a:cubicBezTo>
                  <a:cubicBezTo>
                    <a:pt x="363" y="9"/>
                    <a:pt x="327" y="1"/>
                    <a:pt x="294"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9" name="Google Shape;8779;p63"/>
            <p:cNvSpPr/>
            <p:nvPr/>
          </p:nvSpPr>
          <p:spPr>
            <a:xfrm>
              <a:off x="3368466" y="2477803"/>
              <a:ext cx="29332" cy="42016"/>
            </a:xfrm>
            <a:custGeom>
              <a:avLst/>
              <a:gdLst/>
              <a:ahLst/>
              <a:cxnLst/>
              <a:rect l="l" t="t" r="r" b="b"/>
              <a:pathLst>
                <a:path w="1117" h="1600" extrusionOk="0">
                  <a:moveTo>
                    <a:pt x="294" y="1"/>
                  </a:moveTo>
                  <a:cubicBezTo>
                    <a:pt x="121" y="1"/>
                    <a:pt x="0" y="238"/>
                    <a:pt x="169" y="374"/>
                  </a:cubicBezTo>
                  <a:cubicBezTo>
                    <a:pt x="504" y="604"/>
                    <a:pt x="705" y="977"/>
                    <a:pt x="705" y="1389"/>
                  </a:cubicBezTo>
                  <a:cubicBezTo>
                    <a:pt x="705" y="1503"/>
                    <a:pt x="800" y="1599"/>
                    <a:pt x="915" y="1599"/>
                  </a:cubicBezTo>
                  <a:cubicBezTo>
                    <a:pt x="1021" y="1599"/>
                    <a:pt x="1116" y="1503"/>
                    <a:pt x="1116" y="1389"/>
                  </a:cubicBezTo>
                  <a:cubicBezTo>
                    <a:pt x="1116" y="843"/>
                    <a:pt x="848" y="336"/>
                    <a:pt x="398" y="30"/>
                  </a:cubicBezTo>
                  <a:cubicBezTo>
                    <a:pt x="363" y="9"/>
                    <a:pt x="327" y="1"/>
                    <a:pt x="294"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0" name="Google Shape;8780;p63"/>
            <p:cNvSpPr/>
            <p:nvPr/>
          </p:nvSpPr>
          <p:spPr>
            <a:xfrm>
              <a:off x="3383802" y="2455587"/>
              <a:ext cx="40887" cy="64232"/>
            </a:xfrm>
            <a:custGeom>
              <a:avLst/>
              <a:gdLst/>
              <a:ahLst/>
              <a:cxnLst/>
              <a:rect l="l" t="t" r="r" b="b"/>
              <a:pathLst>
                <a:path w="1557" h="2446" extrusionOk="0">
                  <a:moveTo>
                    <a:pt x="288" y="0"/>
                  </a:moveTo>
                  <a:cubicBezTo>
                    <a:pt x="118" y="0"/>
                    <a:pt x="0" y="234"/>
                    <a:pt x="159" y="368"/>
                  </a:cubicBezTo>
                  <a:cubicBezTo>
                    <a:pt x="781" y="789"/>
                    <a:pt x="1145" y="1488"/>
                    <a:pt x="1154" y="2235"/>
                  </a:cubicBezTo>
                  <a:cubicBezTo>
                    <a:pt x="1154" y="2349"/>
                    <a:pt x="1240" y="2445"/>
                    <a:pt x="1355" y="2445"/>
                  </a:cubicBezTo>
                  <a:cubicBezTo>
                    <a:pt x="1470" y="2436"/>
                    <a:pt x="1556" y="2349"/>
                    <a:pt x="1556" y="2235"/>
                  </a:cubicBezTo>
                  <a:cubicBezTo>
                    <a:pt x="1556" y="1354"/>
                    <a:pt x="1126" y="531"/>
                    <a:pt x="398" y="33"/>
                  </a:cubicBezTo>
                  <a:cubicBezTo>
                    <a:pt x="360" y="10"/>
                    <a:pt x="323" y="0"/>
                    <a:pt x="288"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1" name="Google Shape;8781;p63"/>
            <p:cNvSpPr/>
            <p:nvPr/>
          </p:nvSpPr>
          <p:spPr>
            <a:xfrm>
              <a:off x="3105998" y="2433240"/>
              <a:ext cx="52914" cy="86579"/>
            </a:xfrm>
            <a:custGeom>
              <a:avLst/>
              <a:gdLst/>
              <a:ahLst/>
              <a:cxnLst/>
              <a:rect l="l" t="t" r="r" b="b"/>
              <a:pathLst>
                <a:path w="2015" h="3297" extrusionOk="0">
                  <a:moveTo>
                    <a:pt x="1726" y="0"/>
                  </a:moveTo>
                  <a:cubicBezTo>
                    <a:pt x="1691" y="0"/>
                    <a:pt x="1655" y="10"/>
                    <a:pt x="1618" y="33"/>
                  </a:cubicBezTo>
                  <a:cubicBezTo>
                    <a:pt x="613" y="722"/>
                    <a:pt x="0" y="1861"/>
                    <a:pt x="10" y="3086"/>
                  </a:cubicBezTo>
                  <a:cubicBezTo>
                    <a:pt x="10" y="3200"/>
                    <a:pt x="96" y="3296"/>
                    <a:pt x="211" y="3296"/>
                  </a:cubicBezTo>
                  <a:cubicBezTo>
                    <a:pt x="326" y="3287"/>
                    <a:pt x="412" y="3200"/>
                    <a:pt x="412" y="3086"/>
                  </a:cubicBezTo>
                  <a:cubicBezTo>
                    <a:pt x="412" y="1995"/>
                    <a:pt x="957" y="980"/>
                    <a:pt x="1847" y="368"/>
                  </a:cubicBezTo>
                  <a:cubicBezTo>
                    <a:pt x="2014" y="240"/>
                    <a:pt x="1897" y="0"/>
                    <a:pt x="1726"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2" name="Google Shape;8782;p63"/>
            <p:cNvSpPr/>
            <p:nvPr/>
          </p:nvSpPr>
          <p:spPr>
            <a:xfrm>
              <a:off x="3159778" y="2477803"/>
              <a:ext cx="29569" cy="42016"/>
            </a:xfrm>
            <a:custGeom>
              <a:avLst/>
              <a:gdLst/>
              <a:ahLst/>
              <a:cxnLst/>
              <a:rect l="l" t="t" r="r" b="b"/>
              <a:pathLst>
                <a:path w="1126" h="1600" extrusionOk="0">
                  <a:moveTo>
                    <a:pt x="832" y="1"/>
                  </a:moveTo>
                  <a:cubicBezTo>
                    <a:pt x="799" y="1"/>
                    <a:pt x="763" y="9"/>
                    <a:pt x="728" y="30"/>
                  </a:cubicBezTo>
                  <a:cubicBezTo>
                    <a:pt x="278" y="336"/>
                    <a:pt x="0" y="843"/>
                    <a:pt x="10" y="1389"/>
                  </a:cubicBezTo>
                  <a:cubicBezTo>
                    <a:pt x="10" y="1503"/>
                    <a:pt x="96" y="1599"/>
                    <a:pt x="211" y="1599"/>
                  </a:cubicBezTo>
                  <a:cubicBezTo>
                    <a:pt x="326" y="1599"/>
                    <a:pt x="421" y="1503"/>
                    <a:pt x="421" y="1389"/>
                  </a:cubicBezTo>
                  <a:cubicBezTo>
                    <a:pt x="421" y="977"/>
                    <a:pt x="622" y="594"/>
                    <a:pt x="957" y="365"/>
                  </a:cubicBezTo>
                  <a:cubicBezTo>
                    <a:pt x="1126" y="236"/>
                    <a:pt x="1005" y="1"/>
                    <a:pt x="832"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3" name="Google Shape;8783;p63"/>
            <p:cNvSpPr/>
            <p:nvPr/>
          </p:nvSpPr>
          <p:spPr>
            <a:xfrm>
              <a:off x="3132888" y="2455587"/>
              <a:ext cx="41071" cy="64232"/>
            </a:xfrm>
            <a:custGeom>
              <a:avLst/>
              <a:gdLst/>
              <a:ahLst/>
              <a:cxnLst/>
              <a:rect l="l" t="t" r="r" b="b"/>
              <a:pathLst>
                <a:path w="1564" h="2446" extrusionOk="0">
                  <a:moveTo>
                    <a:pt x="1278" y="0"/>
                  </a:moveTo>
                  <a:cubicBezTo>
                    <a:pt x="1243" y="0"/>
                    <a:pt x="1206" y="10"/>
                    <a:pt x="1168" y="33"/>
                  </a:cubicBezTo>
                  <a:cubicBezTo>
                    <a:pt x="440" y="521"/>
                    <a:pt x="0" y="1354"/>
                    <a:pt x="0" y="2235"/>
                  </a:cubicBezTo>
                  <a:cubicBezTo>
                    <a:pt x="0" y="2349"/>
                    <a:pt x="96" y="2445"/>
                    <a:pt x="211" y="2445"/>
                  </a:cubicBezTo>
                  <a:cubicBezTo>
                    <a:pt x="316" y="2436"/>
                    <a:pt x="412" y="2349"/>
                    <a:pt x="412" y="2235"/>
                  </a:cubicBezTo>
                  <a:cubicBezTo>
                    <a:pt x="412" y="1488"/>
                    <a:pt x="785" y="789"/>
                    <a:pt x="1397" y="368"/>
                  </a:cubicBezTo>
                  <a:cubicBezTo>
                    <a:pt x="1564" y="234"/>
                    <a:pt x="1448" y="0"/>
                    <a:pt x="1278"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84" name="Google Shape;8784;p63"/>
          <p:cNvGrpSpPr/>
          <p:nvPr/>
        </p:nvGrpSpPr>
        <p:grpSpPr>
          <a:xfrm>
            <a:off x="1723051" y="2743973"/>
            <a:ext cx="374730" cy="350361"/>
            <a:chOff x="1737326" y="2900773"/>
            <a:chExt cx="374730" cy="350361"/>
          </a:xfrm>
        </p:grpSpPr>
        <p:sp>
          <p:nvSpPr>
            <p:cNvPr id="8785" name="Google Shape;8785;p63"/>
            <p:cNvSpPr/>
            <p:nvPr/>
          </p:nvSpPr>
          <p:spPr>
            <a:xfrm>
              <a:off x="1942890" y="2936723"/>
              <a:ext cx="169167" cy="176966"/>
            </a:xfrm>
            <a:custGeom>
              <a:avLst/>
              <a:gdLst/>
              <a:ahLst/>
              <a:cxnLst/>
              <a:rect l="l" t="t" r="r" b="b"/>
              <a:pathLst>
                <a:path w="6442" h="6739" extrusionOk="0">
                  <a:moveTo>
                    <a:pt x="690" y="0"/>
                  </a:moveTo>
                  <a:cubicBezTo>
                    <a:pt x="307" y="0"/>
                    <a:pt x="1" y="316"/>
                    <a:pt x="1" y="689"/>
                  </a:cubicBezTo>
                  <a:lnTo>
                    <a:pt x="1" y="4374"/>
                  </a:lnTo>
                  <a:cubicBezTo>
                    <a:pt x="1" y="4757"/>
                    <a:pt x="307" y="5063"/>
                    <a:pt x="690" y="5063"/>
                  </a:cubicBezTo>
                  <a:lnTo>
                    <a:pt x="1379" y="5063"/>
                  </a:lnTo>
                  <a:lnTo>
                    <a:pt x="996" y="6604"/>
                  </a:lnTo>
                  <a:cubicBezTo>
                    <a:pt x="982" y="6676"/>
                    <a:pt x="1039" y="6738"/>
                    <a:pt x="1110" y="6738"/>
                  </a:cubicBezTo>
                  <a:cubicBezTo>
                    <a:pt x="1132" y="6738"/>
                    <a:pt x="1155" y="6732"/>
                    <a:pt x="1178" y="6718"/>
                  </a:cubicBezTo>
                  <a:lnTo>
                    <a:pt x="3446" y="5063"/>
                  </a:lnTo>
                  <a:lnTo>
                    <a:pt x="5753" y="5063"/>
                  </a:lnTo>
                  <a:cubicBezTo>
                    <a:pt x="6126" y="5063"/>
                    <a:pt x="6442" y="4757"/>
                    <a:pt x="6442" y="4374"/>
                  </a:cubicBezTo>
                  <a:lnTo>
                    <a:pt x="6442" y="689"/>
                  </a:lnTo>
                  <a:cubicBezTo>
                    <a:pt x="6442" y="316"/>
                    <a:pt x="6135" y="10"/>
                    <a:pt x="5753"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6" name="Google Shape;8786;p63"/>
            <p:cNvSpPr/>
            <p:nvPr/>
          </p:nvSpPr>
          <p:spPr>
            <a:xfrm>
              <a:off x="2003209" y="2936723"/>
              <a:ext cx="48528" cy="114861"/>
            </a:xfrm>
            <a:custGeom>
              <a:avLst/>
              <a:gdLst/>
              <a:ahLst/>
              <a:cxnLst/>
              <a:rect l="l" t="t" r="r" b="b"/>
              <a:pathLst>
                <a:path w="1848" h="4374" extrusionOk="0">
                  <a:moveTo>
                    <a:pt x="1" y="0"/>
                  </a:moveTo>
                  <a:lnTo>
                    <a:pt x="1" y="3455"/>
                  </a:lnTo>
                  <a:cubicBezTo>
                    <a:pt x="1" y="3962"/>
                    <a:pt x="412" y="4374"/>
                    <a:pt x="919" y="4374"/>
                  </a:cubicBezTo>
                  <a:cubicBezTo>
                    <a:pt x="1427" y="4374"/>
                    <a:pt x="1848" y="3962"/>
                    <a:pt x="1848" y="3455"/>
                  </a:cubicBezTo>
                  <a:lnTo>
                    <a:pt x="1848"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7" name="Google Shape;8787;p63"/>
            <p:cNvSpPr/>
            <p:nvPr/>
          </p:nvSpPr>
          <p:spPr>
            <a:xfrm>
              <a:off x="2015525" y="2900773"/>
              <a:ext cx="23660" cy="96532"/>
            </a:xfrm>
            <a:custGeom>
              <a:avLst/>
              <a:gdLst/>
              <a:ahLst/>
              <a:cxnLst/>
              <a:rect l="l" t="t" r="r" b="b"/>
              <a:pathLst>
                <a:path w="901" h="3676" extrusionOk="0">
                  <a:moveTo>
                    <a:pt x="224" y="0"/>
                  </a:moveTo>
                  <a:cubicBezTo>
                    <a:pt x="98" y="0"/>
                    <a:pt x="1" y="111"/>
                    <a:pt x="10" y="240"/>
                  </a:cubicBezTo>
                  <a:lnTo>
                    <a:pt x="211" y="3455"/>
                  </a:lnTo>
                  <a:cubicBezTo>
                    <a:pt x="211" y="3580"/>
                    <a:pt x="316" y="3676"/>
                    <a:pt x="441" y="3676"/>
                  </a:cubicBezTo>
                  <a:lnTo>
                    <a:pt x="470" y="3676"/>
                  </a:lnTo>
                  <a:cubicBezTo>
                    <a:pt x="584" y="3676"/>
                    <a:pt x="690" y="3580"/>
                    <a:pt x="699" y="3455"/>
                  </a:cubicBezTo>
                  <a:lnTo>
                    <a:pt x="900" y="240"/>
                  </a:lnTo>
                  <a:cubicBezTo>
                    <a:pt x="900" y="111"/>
                    <a:pt x="803" y="0"/>
                    <a:pt x="685" y="0"/>
                  </a:cubicBezTo>
                  <a:cubicBezTo>
                    <a:pt x="680" y="0"/>
                    <a:pt x="675" y="0"/>
                    <a:pt x="671" y="1"/>
                  </a:cubicBezTo>
                  <a:lnTo>
                    <a:pt x="240" y="1"/>
                  </a:lnTo>
                  <a:cubicBezTo>
                    <a:pt x="235" y="0"/>
                    <a:pt x="229" y="0"/>
                    <a:pt x="224"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8" name="Google Shape;8788;p63"/>
            <p:cNvSpPr/>
            <p:nvPr/>
          </p:nvSpPr>
          <p:spPr>
            <a:xfrm>
              <a:off x="2015289" y="3015371"/>
              <a:ext cx="24396" cy="24159"/>
            </a:xfrm>
            <a:custGeom>
              <a:avLst/>
              <a:gdLst/>
              <a:ahLst/>
              <a:cxnLst/>
              <a:rect l="l" t="t" r="r" b="b"/>
              <a:pathLst>
                <a:path w="929" h="920" extrusionOk="0">
                  <a:moveTo>
                    <a:pt x="459" y="1"/>
                  </a:moveTo>
                  <a:cubicBezTo>
                    <a:pt x="211" y="1"/>
                    <a:pt x="0" y="211"/>
                    <a:pt x="0" y="460"/>
                  </a:cubicBezTo>
                  <a:cubicBezTo>
                    <a:pt x="0" y="718"/>
                    <a:pt x="211" y="919"/>
                    <a:pt x="459" y="919"/>
                  </a:cubicBezTo>
                  <a:cubicBezTo>
                    <a:pt x="718" y="919"/>
                    <a:pt x="928" y="718"/>
                    <a:pt x="928" y="460"/>
                  </a:cubicBezTo>
                  <a:cubicBezTo>
                    <a:pt x="928" y="211"/>
                    <a:pt x="718" y="1"/>
                    <a:pt x="4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9" name="Google Shape;8789;p63"/>
            <p:cNvSpPr/>
            <p:nvPr/>
          </p:nvSpPr>
          <p:spPr>
            <a:xfrm>
              <a:off x="1737326" y="3166419"/>
              <a:ext cx="205353" cy="84715"/>
            </a:xfrm>
            <a:custGeom>
              <a:avLst/>
              <a:gdLst/>
              <a:ahLst/>
              <a:cxnLst/>
              <a:rect l="l" t="t" r="r" b="b"/>
              <a:pathLst>
                <a:path w="7820" h="3226" extrusionOk="0">
                  <a:moveTo>
                    <a:pt x="2527" y="0"/>
                  </a:moveTo>
                  <a:lnTo>
                    <a:pt x="603" y="709"/>
                  </a:lnTo>
                  <a:cubicBezTo>
                    <a:pt x="240" y="833"/>
                    <a:pt x="0" y="1177"/>
                    <a:pt x="0" y="1570"/>
                  </a:cubicBezTo>
                  <a:lnTo>
                    <a:pt x="0" y="2996"/>
                  </a:lnTo>
                  <a:cubicBezTo>
                    <a:pt x="0" y="3120"/>
                    <a:pt x="96" y="3226"/>
                    <a:pt x="230" y="3226"/>
                  </a:cubicBezTo>
                  <a:lnTo>
                    <a:pt x="7590" y="3226"/>
                  </a:lnTo>
                  <a:cubicBezTo>
                    <a:pt x="7714" y="3226"/>
                    <a:pt x="7819" y="3120"/>
                    <a:pt x="7819" y="2996"/>
                  </a:cubicBezTo>
                  <a:lnTo>
                    <a:pt x="7819" y="1570"/>
                  </a:lnTo>
                  <a:cubicBezTo>
                    <a:pt x="7819" y="1187"/>
                    <a:pt x="7580" y="843"/>
                    <a:pt x="7216" y="709"/>
                  </a:cubicBezTo>
                  <a:lnTo>
                    <a:pt x="5293" y="0"/>
                  </a:lnTo>
                  <a:lnTo>
                    <a:pt x="3915" y="460"/>
                  </a:lnTo>
                  <a:lnTo>
                    <a:pt x="2527"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0" name="Google Shape;8790;p63"/>
            <p:cNvSpPr/>
            <p:nvPr/>
          </p:nvSpPr>
          <p:spPr>
            <a:xfrm>
              <a:off x="1827792" y="3190788"/>
              <a:ext cx="24396" cy="60345"/>
            </a:xfrm>
            <a:custGeom>
              <a:avLst/>
              <a:gdLst/>
              <a:ahLst/>
              <a:cxnLst/>
              <a:rect l="l" t="t" r="r" b="b"/>
              <a:pathLst>
                <a:path w="929" h="2298" extrusionOk="0">
                  <a:moveTo>
                    <a:pt x="221" y="1"/>
                  </a:moveTo>
                  <a:lnTo>
                    <a:pt x="1" y="2298"/>
                  </a:lnTo>
                  <a:lnTo>
                    <a:pt x="929" y="2298"/>
                  </a:lnTo>
                  <a:lnTo>
                    <a:pt x="709" y="1"/>
                  </a:ln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1" name="Google Shape;8791;p63"/>
            <p:cNvSpPr/>
            <p:nvPr/>
          </p:nvSpPr>
          <p:spPr>
            <a:xfrm>
              <a:off x="1829552" y="3178472"/>
              <a:ext cx="21139" cy="20640"/>
            </a:xfrm>
            <a:custGeom>
              <a:avLst/>
              <a:gdLst/>
              <a:ahLst/>
              <a:cxnLst/>
              <a:rect l="l" t="t" r="r" b="b"/>
              <a:pathLst>
                <a:path w="805" h="786" extrusionOk="0">
                  <a:moveTo>
                    <a:pt x="1" y="1"/>
                  </a:moveTo>
                  <a:lnTo>
                    <a:pt x="1" y="623"/>
                  </a:lnTo>
                  <a:cubicBezTo>
                    <a:pt x="1" y="709"/>
                    <a:pt x="77" y="785"/>
                    <a:pt x="163" y="785"/>
                  </a:cubicBezTo>
                  <a:lnTo>
                    <a:pt x="642" y="785"/>
                  </a:lnTo>
                  <a:cubicBezTo>
                    <a:pt x="728" y="785"/>
                    <a:pt x="805" y="709"/>
                    <a:pt x="805" y="623"/>
                  </a:cubicBezTo>
                  <a:lnTo>
                    <a:pt x="805" y="1"/>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2" name="Google Shape;8792;p63"/>
            <p:cNvSpPr/>
            <p:nvPr/>
          </p:nvSpPr>
          <p:spPr>
            <a:xfrm>
              <a:off x="1906703" y="3191051"/>
              <a:ext cx="36213" cy="60083"/>
            </a:xfrm>
            <a:custGeom>
              <a:avLst/>
              <a:gdLst/>
              <a:ahLst/>
              <a:cxnLst/>
              <a:rect l="l" t="t" r="r" b="b"/>
              <a:pathLst>
                <a:path w="1379" h="2288" extrusionOk="0">
                  <a:moveTo>
                    <a:pt x="1130" y="0"/>
                  </a:moveTo>
                  <a:lnTo>
                    <a:pt x="269" y="862"/>
                  </a:lnTo>
                  <a:cubicBezTo>
                    <a:pt x="96" y="1043"/>
                    <a:pt x="1" y="1273"/>
                    <a:pt x="1" y="1522"/>
                  </a:cubicBezTo>
                  <a:lnTo>
                    <a:pt x="1" y="2288"/>
                  </a:lnTo>
                  <a:lnTo>
                    <a:pt x="1149" y="2288"/>
                  </a:lnTo>
                  <a:cubicBezTo>
                    <a:pt x="1274" y="2288"/>
                    <a:pt x="1379" y="2182"/>
                    <a:pt x="1379" y="2058"/>
                  </a:cubicBezTo>
                  <a:lnTo>
                    <a:pt x="1379" y="632"/>
                  </a:lnTo>
                  <a:cubicBezTo>
                    <a:pt x="1379" y="402"/>
                    <a:pt x="1283" y="173"/>
                    <a:pt x="1130"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3" name="Google Shape;8793;p63"/>
            <p:cNvSpPr/>
            <p:nvPr/>
          </p:nvSpPr>
          <p:spPr>
            <a:xfrm>
              <a:off x="1773513" y="2979185"/>
              <a:ext cx="132981" cy="96794"/>
            </a:xfrm>
            <a:custGeom>
              <a:avLst/>
              <a:gdLst/>
              <a:ahLst/>
              <a:cxnLst/>
              <a:rect l="l" t="t" r="r" b="b"/>
              <a:pathLst>
                <a:path w="5064" h="3686" extrusionOk="0">
                  <a:moveTo>
                    <a:pt x="1847" y="1"/>
                  </a:moveTo>
                  <a:cubicBezTo>
                    <a:pt x="823" y="1"/>
                    <a:pt x="0" y="824"/>
                    <a:pt x="0" y="1838"/>
                  </a:cubicBezTo>
                  <a:lnTo>
                    <a:pt x="0" y="2384"/>
                  </a:lnTo>
                  <a:cubicBezTo>
                    <a:pt x="0" y="2632"/>
                    <a:pt x="39" y="2881"/>
                    <a:pt x="125" y="3111"/>
                  </a:cubicBezTo>
                  <a:lnTo>
                    <a:pt x="201" y="3341"/>
                  </a:lnTo>
                  <a:cubicBezTo>
                    <a:pt x="221" y="3417"/>
                    <a:pt x="230" y="3484"/>
                    <a:pt x="230" y="3561"/>
                  </a:cubicBezTo>
                  <a:lnTo>
                    <a:pt x="230" y="3685"/>
                  </a:lnTo>
                  <a:lnTo>
                    <a:pt x="4833" y="3685"/>
                  </a:lnTo>
                  <a:lnTo>
                    <a:pt x="4833" y="3561"/>
                  </a:lnTo>
                  <a:cubicBezTo>
                    <a:pt x="4833" y="3484"/>
                    <a:pt x="4853" y="3417"/>
                    <a:pt x="4872" y="3341"/>
                  </a:cubicBezTo>
                  <a:lnTo>
                    <a:pt x="4948" y="3111"/>
                  </a:lnTo>
                  <a:cubicBezTo>
                    <a:pt x="5025" y="2881"/>
                    <a:pt x="5063" y="2632"/>
                    <a:pt x="5063" y="2384"/>
                  </a:cubicBezTo>
                  <a:lnTo>
                    <a:pt x="5063" y="460"/>
                  </a:lnTo>
                  <a:cubicBezTo>
                    <a:pt x="5063" y="201"/>
                    <a:pt x="4862" y="1"/>
                    <a:pt x="4604"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4" name="Google Shape;8794;p63"/>
            <p:cNvSpPr/>
            <p:nvPr/>
          </p:nvSpPr>
          <p:spPr>
            <a:xfrm>
              <a:off x="1803659" y="2979185"/>
              <a:ext cx="102834" cy="96794"/>
            </a:xfrm>
            <a:custGeom>
              <a:avLst/>
              <a:gdLst/>
              <a:ahLst/>
              <a:cxnLst/>
              <a:rect l="l" t="t" r="r" b="b"/>
              <a:pathLst>
                <a:path w="3916" h="3686" extrusionOk="0">
                  <a:moveTo>
                    <a:pt x="931" y="0"/>
                  </a:moveTo>
                  <a:cubicBezTo>
                    <a:pt x="413" y="0"/>
                    <a:pt x="1" y="418"/>
                    <a:pt x="1" y="929"/>
                  </a:cubicBezTo>
                  <a:cubicBezTo>
                    <a:pt x="1" y="1446"/>
                    <a:pt x="422" y="1867"/>
                    <a:pt x="939" y="1867"/>
                  </a:cubicBezTo>
                  <a:lnTo>
                    <a:pt x="1063" y="1867"/>
                  </a:lnTo>
                  <a:lnTo>
                    <a:pt x="1130" y="3685"/>
                  </a:lnTo>
                  <a:lnTo>
                    <a:pt x="3685" y="3685"/>
                  </a:lnTo>
                  <a:lnTo>
                    <a:pt x="3685" y="3561"/>
                  </a:lnTo>
                  <a:cubicBezTo>
                    <a:pt x="3685" y="3484"/>
                    <a:pt x="3695" y="3417"/>
                    <a:pt x="3724" y="3341"/>
                  </a:cubicBezTo>
                  <a:lnTo>
                    <a:pt x="3800" y="3111"/>
                  </a:lnTo>
                  <a:cubicBezTo>
                    <a:pt x="3877" y="2881"/>
                    <a:pt x="3915" y="2632"/>
                    <a:pt x="3915" y="2384"/>
                  </a:cubicBezTo>
                  <a:lnTo>
                    <a:pt x="3915" y="460"/>
                  </a:lnTo>
                  <a:cubicBezTo>
                    <a:pt x="3915" y="201"/>
                    <a:pt x="3714" y="1"/>
                    <a:pt x="3456" y="1"/>
                  </a:cubicBezTo>
                  <a:lnTo>
                    <a:pt x="948" y="1"/>
                  </a:lnTo>
                  <a:cubicBezTo>
                    <a:pt x="942" y="0"/>
                    <a:pt x="937" y="0"/>
                    <a:pt x="93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5" name="Google Shape;8795;p63"/>
            <p:cNvSpPr/>
            <p:nvPr/>
          </p:nvSpPr>
          <p:spPr>
            <a:xfrm>
              <a:off x="1803659" y="3124193"/>
              <a:ext cx="72661" cy="54306"/>
            </a:xfrm>
            <a:custGeom>
              <a:avLst/>
              <a:gdLst/>
              <a:ahLst/>
              <a:cxnLst/>
              <a:rect l="l" t="t" r="r" b="b"/>
              <a:pathLst>
                <a:path w="2767" h="2068" extrusionOk="0">
                  <a:moveTo>
                    <a:pt x="1" y="1"/>
                  </a:moveTo>
                  <a:lnTo>
                    <a:pt x="1" y="2068"/>
                  </a:lnTo>
                  <a:lnTo>
                    <a:pt x="2767" y="2068"/>
                  </a:lnTo>
                  <a:lnTo>
                    <a:pt x="2767"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6" name="Google Shape;8796;p63"/>
            <p:cNvSpPr/>
            <p:nvPr/>
          </p:nvSpPr>
          <p:spPr>
            <a:xfrm>
              <a:off x="1803659" y="3124193"/>
              <a:ext cx="72661" cy="30173"/>
            </a:xfrm>
            <a:custGeom>
              <a:avLst/>
              <a:gdLst/>
              <a:ahLst/>
              <a:cxnLst/>
              <a:rect l="l" t="t" r="r" b="b"/>
              <a:pathLst>
                <a:path w="2767" h="1149" extrusionOk="0">
                  <a:moveTo>
                    <a:pt x="1" y="1"/>
                  </a:moveTo>
                  <a:lnTo>
                    <a:pt x="1" y="776"/>
                  </a:lnTo>
                  <a:cubicBezTo>
                    <a:pt x="427" y="1025"/>
                    <a:pt x="905" y="1149"/>
                    <a:pt x="1384" y="1149"/>
                  </a:cubicBezTo>
                  <a:cubicBezTo>
                    <a:pt x="1862" y="1149"/>
                    <a:pt x="2341" y="1025"/>
                    <a:pt x="2767" y="776"/>
                  </a:cubicBezTo>
                  <a:lnTo>
                    <a:pt x="2767"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7" name="Google Shape;8797;p63"/>
            <p:cNvSpPr/>
            <p:nvPr/>
          </p:nvSpPr>
          <p:spPr>
            <a:xfrm>
              <a:off x="1791606" y="3156387"/>
              <a:ext cx="48528" cy="43198"/>
            </a:xfrm>
            <a:custGeom>
              <a:avLst/>
              <a:gdLst/>
              <a:ahLst/>
              <a:cxnLst/>
              <a:rect l="l" t="t" r="r" b="b"/>
              <a:pathLst>
                <a:path w="1848" h="1645" extrusionOk="0">
                  <a:moveTo>
                    <a:pt x="406" y="1"/>
                  </a:moveTo>
                  <a:cubicBezTo>
                    <a:pt x="322" y="1"/>
                    <a:pt x="240" y="50"/>
                    <a:pt x="201" y="134"/>
                  </a:cubicBezTo>
                  <a:lnTo>
                    <a:pt x="0" y="555"/>
                  </a:lnTo>
                  <a:lnTo>
                    <a:pt x="766" y="1559"/>
                  </a:lnTo>
                  <a:cubicBezTo>
                    <a:pt x="812" y="1616"/>
                    <a:pt x="880" y="1645"/>
                    <a:pt x="948" y="1645"/>
                  </a:cubicBezTo>
                  <a:cubicBezTo>
                    <a:pt x="1007" y="1645"/>
                    <a:pt x="1066" y="1623"/>
                    <a:pt x="1111" y="1579"/>
                  </a:cubicBezTo>
                  <a:lnTo>
                    <a:pt x="1848" y="842"/>
                  </a:lnTo>
                  <a:lnTo>
                    <a:pt x="527" y="38"/>
                  </a:lnTo>
                  <a:cubicBezTo>
                    <a:pt x="489" y="13"/>
                    <a:pt x="447" y="1"/>
                    <a:pt x="406"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8" name="Google Shape;8798;p63"/>
            <p:cNvSpPr/>
            <p:nvPr/>
          </p:nvSpPr>
          <p:spPr>
            <a:xfrm>
              <a:off x="1840108" y="3156387"/>
              <a:ext cx="48292" cy="43198"/>
            </a:xfrm>
            <a:custGeom>
              <a:avLst/>
              <a:gdLst/>
              <a:ahLst/>
              <a:cxnLst/>
              <a:rect l="l" t="t" r="r" b="b"/>
              <a:pathLst>
                <a:path w="1839" h="1645" extrusionOk="0">
                  <a:moveTo>
                    <a:pt x="1433" y="1"/>
                  </a:moveTo>
                  <a:cubicBezTo>
                    <a:pt x="1391" y="1"/>
                    <a:pt x="1349" y="13"/>
                    <a:pt x="1312" y="38"/>
                  </a:cubicBezTo>
                  <a:lnTo>
                    <a:pt x="1" y="842"/>
                  </a:lnTo>
                  <a:lnTo>
                    <a:pt x="728" y="1579"/>
                  </a:lnTo>
                  <a:cubicBezTo>
                    <a:pt x="777" y="1623"/>
                    <a:pt x="838" y="1645"/>
                    <a:pt x="897" y="1645"/>
                  </a:cubicBezTo>
                  <a:cubicBezTo>
                    <a:pt x="966" y="1645"/>
                    <a:pt x="1031" y="1616"/>
                    <a:pt x="1072" y="1559"/>
                  </a:cubicBezTo>
                  <a:lnTo>
                    <a:pt x="1838" y="555"/>
                  </a:lnTo>
                  <a:lnTo>
                    <a:pt x="1647" y="134"/>
                  </a:lnTo>
                  <a:cubicBezTo>
                    <a:pt x="1602" y="50"/>
                    <a:pt x="1518" y="1"/>
                    <a:pt x="1433"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9" name="Google Shape;8799;p63"/>
            <p:cNvSpPr/>
            <p:nvPr/>
          </p:nvSpPr>
          <p:spPr>
            <a:xfrm>
              <a:off x="1779552" y="3028107"/>
              <a:ext cx="121137" cy="114205"/>
            </a:xfrm>
            <a:custGeom>
              <a:avLst/>
              <a:gdLst/>
              <a:ahLst/>
              <a:cxnLst/>
              <a:rect l="l" t="t" r="r" b="b"/>
              <a:pathLst>
                <a:path w="4613" h="4349" extrusionOk="0">
                  <a:moveTo>
                    <a:pt x="1986" y="0"/>
                  </a:moveTo>
                  <a:cubicBezTo>
                    <a:pt x="1399" y="0"/>
                    <a:pt x="893" y="98"/>
                    <a:pt x="641" y="157"/>
                  </a:cubicBezTo>
                  <a:cubicBezTo>
                    <a:pt x="536" y="186"/>
                    <a:pt x="459" y="281"/>
                    <a:pt x="459" y="387"/>
                  </a:cubicBezTo>
                  <a:lnTo>
                    <a:pt x="459" y="942"/>
                  </a:lnTo>
                  <a:cubicBezTo>
                    <a:pt x="459" y="1056"/>
                    <a:pt x="412" y="1171"/>
                    <a:pt x="325" y="1267"/>
                  </a:cubicBezTo>
                  <a:lnTo>
                    <a:pt x="134" y="1449"/>
                  </a:lnTo>
                  <a:cubicBezTo>
                    <a:pt x="48" y="1535"/>
                    <a:pt x="0" y="1659"/>
                    <a:pt x="0" y="1774"/>
                  </a:cubicBezTo>
                  <a:lnTo>
                    <a:pt x="0" y="2052"/>
                  </a:lnTo>
                  <a:cubicBezTo>
                    <a:pt x="0" y="3315"/>
                    <a:pt x="1034" y="4349"/>
                    <a:pt x="2307" y="4349"/>
                  </a:cubicBezTo>
                  <a:cubicBezTo>
                    <a:pt x="3579" y="4349"/>
                    <a:pt x="4613" y="3315"/>
                    <a:pt x="4613" y="2042"/>
                  </a:cubicBezTo>
                  <a:lnTo>
                    <a:pt x="4613" y="1774"/>
                  </a:lnTo>
                  <a:cubicBezTo>
                    <a:pt x="4603" y="1650"/>
                    <a:pt x="4556" y="1535"/>
                    <a:pt x="4469" y="1449"/>
                  </a:cubicBezTo>
                  <a:lnTo>
                    <a:pt x="4288" y="1257"/>
                  </a:lnTo>
                  <a:cubicBezTo>
                    <a:pt x="4192" y="1171"/>
                    <a:pt x="4144" y="1056"/>
                    <a:pt x="4144" y="932"/>
                  </a:cubicBezTo>
                  <a:lnTo>
                    <a:pt x="4144" y="817"/>
                  </a:lnTo>
                  <a:cubicBezTo>
                    <a:pt x="4144" y="721"/>
                    <a:pt x="4106" y="635"/>
                    <a:pt x="4029" y="578"/>
                  </a:cubicBezTo>
                  <a:cubicBezTo>
                    <a:pt x="3415" y="126"/>
                    <a:pt x="2649" y="0"/>
                    <a:pt x="1986"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0" name="Google Shape;8800;p63"/>
            <p:cNvSpPr/>
            <p:nvPr/>
          </p:nvSpPr>
          <p:spPr>
            <a:xfrm>
              <a:off x="1779552" y="3028107"/>
              <a:ext cx="108848" cy="113706"/>
            </a:xfrm>
            <a:custGeom>
              <a:avLst/>
              <a:gdLst/>
              <a:ahLst/>
              <a:cxnLst/>
              <a:rect l="l" t="t" r="r" b="b"/>
              <a:pathLst>
                <a:path w="4145" h="4330" extrusionOk="0">
                  <a:moveTo>
                    <a:pt x="1990" y="1"/>
                  </a:moveTo>
                  <a:cubicBezTo>
                    <a:pt x="1773" y="1"/>
                    <a:pt x="1566" y="14"/>
                    <a:pt x="1378" y="32"/>
                  </a:cubicBezTo>
                  <a:cubicBezTo>
                    <a:pt x="1129" y="61"/>
                    <a:pt x="881" y="99"/>
                    <a:pt x="641" y="157"/>
                  </a:cubicBezTo>
                  <a:cubicBezTo>
                    <a:pt x="536" y="186"/>
                    <a:pt x="459" y="281"/>
                    <a:pt x="459" y="387"/>
                  </a:cubicBezTo>
                  <a:lnTo>
                    <a:pt x="459" y="932"/>
                  </a:lnTo>
                  <a:cubicBezTo>
                    <a:pt x="459" y="1056"/>
                    <a:pt x="412" y="1171"/>
                    <a:pt x="325" y="1257"/>
                  </a:cubicBezTo>
                  <a:lnTo>
                    <a:pt x="134" y="1449"/>
                  </a:lnTo>
                  <a:cubicBezTo>
                    <a:pt x="48" y="1535"/>
                    <a:pt x="0" y="1650"/>
                    <a:pt x="0" y="1774"/>
                  </a:cubicBezTo>
                  <a:lnTo>
                    <a:pt x="0" y="2042"/>
                  </a:lnTo>
                  <a:cubicBezTo>
                    <a:pt x="0" y="3210"/>
                    <a:pt x="871" y="4186"/>
                    <a:pt x="2029" y="4329"/>
                  </a:cubicBezTo>
                  <a:cubicBezTo>
                    <a:pt x="1608" y="3899"/>
                    <a:pt x="1378" y="3334"/>
                    <a:pt x="1378" y="2741"/>
                  </a:cubicBezTo>
                  <a:lnTo>
                    <a:pt x="1378" y="1056"/>
                  </a:lnTo>
                  <a:cubicBezTo>
                    <a:pt x="1378" y="827"/>
                    <a:pt x="1560" y="626"/>
                    <a:pt x="1790" y="597"/>
                  </a:cubicBezTo>
                  <a:cubicBezTo>
                    <a:pt x="1971" y="575"/>
                    <a:pt x="2201" y="556"/>
                    <a:pt x="2456" y="556"/>
                  </a:cubicBezTo>
                  <a:cubicBezTo>
                    <a:pt x="2980" y="556"/>
                    <a:pt x="3610" y="636"/>
                    <a:pt x="4144" y="932"/>
                  </a:cubicBezTo>
                  <a:lnTo>
                    <a:pt x="4144" y="817"/>
                  </a:lnTo>
                  <a:cubicBezTo>
                    <a:pt x="4144" y="721"/>
                    <a:pt x="4106" y="635"/>
                    <a:pt x="4029" y="578"/>
                  </a:cubicBezTo>
                  <a:cubicBezTo>
                    <a:pt x="3416" y="123"/>
                    <a:pt x="2655" y="1"/>
                    <a:pt x="1990"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1" name="Google Shape;8801;p63"/>
            <p:cNvSpPr/>
            <p:nvPr/>
          </p:nvSpPr>
          <p:spPr>
            <a:xfrm>
              <a:off x="1737326" y="3191051"/>
              <a:ext cx="36213" cy="60083"/>
            </a:xfrm>
            <a:custGeom>
              <a:avLst/>
              <a:gdLst/>
              <a:ahLst/>
              <a:cxnLst/>
              <a:rect l="l" t="t" r="r" b="b"/>
              <a:pathLst>
                <a:path w="1379" h="2288" extrusionOk="0">
                  <a:moveTo>
                    <a:pt x="249" y="0"/>
                  </a:moveTo>
                  <a:cubicBezTo>
                    <a:pt x="86" y="173"/>
                    <a:pt x="0" y="402"/>
                    <a:pt x="0" y="632"/>
                  </a:cubicBezTo>
                  <a:lnTo>
                    <a:pt x="0" y="2058"/>
                  </a:lnTo>
                  <a:cubicBezTo>
                    <a:pt x="0" y="2182"/>
                    <a:pt x="96" y="2288"/>
                    <a:pt x="230" y="2288"/>
                  </a:cubicBezTo>
                  <a:lnTo>
                    <a:pt x="1378" y="2288"/>
                  </a:lnTo>
                  <a:lnTo>
                    <a:pt x="1378" y="1522"/>
                  </a:lnTo>
                  <a:cubicBezTo>
                    <a:pt x="1378" y="1273"/>
                    <a:pt x="1283" y="1043"/>
                    <a:pt x="1110" y="862"/>
                  </a:cubicBezTo>
                  <a:lnTo>
                    <a:pt x="249" y="0"/>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02" name="Google Shape;8802;p63"/>
          <p:cNvGrpSpPr/>
          <p:nvPr/>
        </p:nvGrpSpPr>
        <p:grpSpPr>
          <a:xfrm>
            <a:off x="3986401" y="1422596"/>
            <a:ext cx="327226" cy="211603"/>
            <a:chOff x="4000676" y="1579396"/>
            <a:chExt cx="327226" cy="211603"/>
          </a:xfrm>
        </p:grpSpPr>
        <p:sp>
          <p:nvSpPr>
            <p:cNvPr id="8803" name="Google Shape;8803;p63"/>
            <p:cNvSpPr/>
            <p:nvPr/>
          </p:nvSpPr>
          <p:spPr>
            <a:xfrm>
              <a:off x="4081924" y="1581365"/>
              <a:ext cx="121584" cy="89757"/>
            </a:xfrm>
            <a:custGeom>
              <a:avLst/>
              <a:gdLst/>
              <a:ahLst/>
              <a:cxnLst/>
              <a:rect l="l" t="t" r="r" b="b"/>
              <a:pathLst>
                <a:path w="4630" h="3418" extrusionOk="0">
                  <a:moveTo>
                    <a:pt x="158" y="0"/>
                  </a:moveTo>
                  <a:cubicBezTo>
                    <a:pt x="51" y="0"/>
                    <a:pt x="0" y="128"/>
                    <a:pt x="74" y="211"/>
                  </a:cubicBezTo>
                  <a:lnTo>
                    <a:pt x="2572" y="3417"/>
                  </a:lnTo>
                  <a:lnTo>
                    <a:pt x="4630" y="3417"/>
                  </a:lnTo>
                  <a:lnTo>
                    <a:pt x="1491" y="422"/>
                  </a:lnTo>
                  <a:cubicBezTo>
                    <a:pt x="1203" y="154"/>
                    <a:pt x="840" y="1"/>
                    <a:pt x="447" y="1"/>
                  </a:cubicBezTo>
                  <a:lnTo>
                    <a:pt x="170" y="1"/>
                  </a:lnTo>
                  <a:cubicBezTo>
                    <a:pt x="166" y="0"/>
                    <a:pt x="162" y="0"/>
                    <a:pt x="158"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4" name="Google Shape;8804;p63"/>
            <p:cNvSpPr/>
            <p:nvPr/>
          </p:nvSpPr>
          <p:spPr>
            <a:xfrm>
              <a:off x="4083605" y="1581628"/>
              <a:ext cx="119903" cy="89494"/>
            </a:xfrm>
            <a:custGeom>
              <a:avLst/>
              <a:gdLst/>
              <a:ahLst/>
              <a:cxnLst/>
              <a:rect l="l" t="t" r="r" b="b"/>
              <a:pathLst>
                <a:path w="4566" h="3408" extrusionOk="0">
                  <a:moveTo>
                    <a:pt x="106" y="0"/>
                  </a:moveTo>
                  <a:cubicBezTo>
                    <a:pt x="68" y="0"/>
                    <a:pt x="29" y="19"/>
                    <a:pt x="1" y="48"/>
                  </a:cubicBezTo>
                  <a:cubicBezTo>
                    <a:pt x="249" y="106"/>
                    <a:pt x="479" y="230"/>
                    <a:pt x="671" y="412"/>
                  </a:cubicBezTo>
                  <a:lnTo>
                    <a:pt x="3819" y="3407"/>
                  </a:lnTo>
                  <a:lnTo>
                    <a:pt x="4566" y="3407"/>
                  </a:lnTo>
                  <a:lnTo>
                    <a:pt x="1417" y="412"/>
                  </a:lnTo>
                  <a:cubicBezTo>
                    <a:pt x="1139" y="144"/>
                    <a:pt x="766" y="0"/>
                    <a:pt x="383"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5" name="Google Shape;8805;p63"/>
            <p:cNvSpPr/>
            <p:nvPr/>
          </p:nvSpPr>
          <p:spPr>
            <a:xfrm>
              <a:off x="4000676" y="1613534"/>
              <a:ext cx="327226" cy="94037"/>
            </a:xfrm>
            <a:custGeom>
              <a:avLst/>
              <a:gdLst/>
              <a:ahLst/>
              <a:cxnLst/>
              <a:rect l="l" t="t" r="r" b="b"/>
              <a:pathLst>
                <a:path w="12461" h="3581" extrusionOk="0">
                  <a:moveTo>
                    <a:pt x="115" y="1"/>
                  </a:moveTo>
                  <a:cubicBezTo>
                    <a:pt x="48" y="1"/>
                    <a:pt x="0" y="58"/>
                    <a:pt x="0" y="125"/>
                  </a:cubicBezTo>
                  <a:lnTo>
                    <a:pt x="0" y="3063"/>
                  </a:lnTo>
                  <a:cubicBezTo>
                    <a:pt x="0" y="3350"/>
                    <a:pt x="230" y="3580"/>
                    <a:pt x="508" y="3580"/>
                  </a:cubicBezTo>
                  <a:lnTo>
                    <a:pt x="12365" y="3580"/>
                  </a:lnTo>
                  <a:cubicBezTo>
                    <a:pt x="12413" y="3580"/>
                    <a:pt x="12461" y="3532"/>
                    <a:pt x="12461" y="3475"/>
                  </a:cubicBezTo>
                  <a:cubicBezTo>
                    <a:pt x="12461" y="3341"/>
                    <a:pt x="12404" y="3216"/>
                    <a:pt x="12317" y="3130"/>
                  </a:cubicBezTo>
                  <a:lnTo>
                    <a:pt x="12021" y="2834"/>
                  </a:lnTo>
                  <a:lnTo>
                    <a:pt x="11590" y="2403"/>
                  </a:lnTo>
                  <a:cubicBezTo>
                    <a:pt x="11311" y="2124"/>
                    <a:pt x="10941" y="1962"/>
                    <a:pt x="10561" y="1962"/>
                  </a:cubicBezTo>
                  <a:cubicBezTo>
                    <a:pt x="10550" y="1962"/>
                    <a:pt x="10539" y="1962"/>
                    <a:pt x="10528" y="1963"/>
                  </a:cubicBezTo>
                  <a:lnTo>
                    <a:pt x="2374" y="1963"/>
                  </a:lnTo>
                  <a:cubicBezTo>
                    <a:pt x="2192" y="1963"/>
                    <a:pt x="2029" y="1857"/>
                    <a:pt x="1934" y="1704"/>
                  </a:cubicBezTo>
                  <a:lnTo>
                    <a:pt x="1101" y="250"/>
                  </a:lnTo>
                  <a:cubicBezTo>
                    <a:pt x="1005" y="96"/>
                    <a:pt x="843" y="1"/>
                    <a:pt x="661" y="1"/>
                  </a:cubicBezTo>
                  <a:close/>
                </a:path>
              </a:pathLst>
            </a:custGeom>
            <a:solidFill>
              <a:srgbClr val="C1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6" name="Google Shape;8806;p63"/>
            <p:cNvSpPr/>
            <p:nvPr/>
          </p:nvSpPr>
          <p:spPr>
            <a:xfrm>
              <a:off x="4081924" y="1686169"/>
              <a:ext cx="135922" cy="104830"/>
            </a:xfrm>
            <a:custGeom>
              <a:avLst/>
              <a:gdLst/>
              <a:ahLst/>
              <a:cxnLst/>
              <a:rect l="l" t="t" r="r" b="b"/>
              <a:pathLst>
                <a:path w="5176" h="3992" extrusionOk="0">
                  <a:moveTo>
                    <a:pt x="3089" y="1"/>
                  </a:moveTo>
                  <a:cubicBezTo>
                    <a:pt x="3051" y="1"/>
                    <a:pt x="3012" y="20"/>
                    <a:pt x="2984" y="48"/>
                  </a:cubicBezTo>
                  <a:lnTo>
                    <a:pt x="74" y="3790"/>
                  </a:lnTo>
                  <a:cubicBezTo>
                    <a:pt x="0" y="3864"/>
                    <a:pt x="51" y="3992"/>
                    <a:pt x="158" y="3992"/>
                  </a:cubicBezTo>
                  <a:cubicBezTo>
                    <a:pt x="162" y="3992"/>
                    <a:pt x="166" y="3992"/>
                    <a:pt x="170" y="3991"/>
                  </a:cubicBezTo>
                  <a:lnTo>
                    <a:pt x="457" y="3991"/>
                  </a:lnTo>
                  <a:cubicBezTo>
                    <a:pt x="840" y="3991"/>
                    <a:pt x="1203" y="3838"/>
                    <a:pt x="1491" y="3580"/>
                  </a:cubicBezTo>
                  <a:lnTo>
                    <a:pt x="5127" y="135"/>
                  </a:lnTo>
                  <a:cubicBezTo>
                    <a:pt x="5175" y="87"/>
                    <a:pt x="5146" y="1"/>
                    <a:pt x="5079" y="1"/>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7" name="Google Shape;8807;p63"/>
            <p:cNvSpPr/>
            <p:nvPr/>
          </p:nvSpPr>
          <p:spPr>
            <a:xfrm>
              <a:off x="4193923" y="1579448"/>
              <a:ext cx="132193" cy="49710"/>
            </a:xfrm>
            <a:custGeom>
              <a:avLst/>
              <a:gdLst/>
              <a:ahLst/>
              <a:cxnLst/>
              <a:rect l="l" t="t" r="r" b="b"/>
              <a:pathLst>
                <a:path w="5034" h="1893" extrusionOk="0">
                  <a:moveTo>
                    <a:pt x="2485" y="1"/>
                  </a:moveTo>
                  <a:cubicBezTo>
                    <a:pt x="1910" y="1"/>
                    <a:pt x="1336" y="374"/>
                    <a:pt x="1245" y="1088"/>
                  </a:cubicBezTo>
                  <a:cubicBezTo>
                    <a:pt x="1126" y="1035"/>
                    <a:pt x="1003" y="1011"/>
                    <a:pt x="884" y="1011"/>
                  </a:cubicBezTo>
                  <a:cubicBezTo>
                    <a:pt x="419" y="1011"/>
                    <a:pt x="1" y="1382"/>
                    <a:pt x="1" y="1892"/>
                  </a:cubicBezTo>
                  <a:lnTo>
                    <a:pt x="5025" y="1892"/>
                  </a:lnTo>
                  <a:cubicBezTo>
                    <a:pt x="5033" y="1312"/>
                    <a:pt x="4560" y="878"/>
                    <a:pt x="4022" y="878"/>
                  </a:cubicBezTo>
                  <a:cubicBezTo>
                    <a:pt x="3911" y="878"/>
                    <a:pt x="3798" y="896"/>
                    <a:pt x="3686" y="935"/>
                  </a:cubicBezTo>
                  <a:cubicBezTo>
                    <a:pt x="3522" y="304"/>
                    <a:pt x="3004" y="1"/>
                    <a:pt x="2485" y="1"/>
                  </a:cubicBezTo>
                  <a:close/>
                </a:path>
              </a:pathLst>
            </a:custGeom>
            <a:solidFill>
              <a:srgbClr val="9BA9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8" name="Google Shape;8808;p63"/>
            <p:cNvSpPr/>
            <p:nvPr/>
          </p:nvSpPr>
          <p:spPr>
            <a:xfrm>
              <a:off x="4123573" y="1679551"/>
              <a:ext cx="15598" cy="13183"/>
            </a:xfrm>
            <a:custGeom>
              <a:avLst/>
              <a:gdLst/>
              <a:ahLst/>
              <a:cxnLst/>
              <a:rect l="l" t="t" r="r" b="b"/>
              <a:pathLst>
                <a:path w="594" h="502" extrusionOk="0">
                  <a:moveTo>
                    <a:pt x="333" y="1"/>
                  </a:moveTo>
                  <a:cubicBezTo>
                    <a:pt x="272" y="1"/>
                    <a:pt x="211" y="22"/>
                    <a:pt x="163" y="71"/>
                  </a:cubicBezTo>
                  <a:cubicBezTo>
                    <a:pt x="0" y="233"/>
                    <a:pt x="115" y="501"/>
                    <a:pt x="345" y="501"/>
                  </a:cubicBezTo>
                  <a:cubicBezTo>
                    <a:pt x="479" y="501"/>
                    <a:pt x="594" y="387"/>
                    <a:pt x="594" y="253"/>
                  </a:cubicBezTo>
                  <a:cubicBezTo>
                    <a:pt x="594" y="102"/>
                    <a:pt x="464" y="1"/>
                    <a:pt x="333"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09" name="Google Shape;8809;p63"/>
            <p:cNvSpPr/>
            <p:nvPr/>
          </p:nvSpPr>
          <p:spPr>
            <a:xfrm>
              <a:off x="4097418" y="1679551"/>
              <a:ext cx="15362" cy="13183"/>
            </a:xfrm>
            <a:custGeom>
              <a:avLst/>
              <a:gdLst/>
              <a:ahLst/>
              <a:cxnLst/>
              <a:rect l="l" t="t" r="r" b="b"/>
              <a:pathLst>
                <a:path w="585" h="502" extrusionOk="0">
                  <a:moveTo>
                    <a:pt x="331" y="1"/>
                  </a:moveTo>
                  <a:cubicBezTo>
                    <a:pt x="272" y="1"/>
                    <a:pt x="212" y="22"/>
                    <a:pt x="164" y="71"/>
                  </a:cubicBezTo>
                  <a:cubicBezTo>
                    <a:pt x="1" y="233"/>
                    <a:pt x="116" y="501"/>
                    <a:pt x="336" y="501"/>
                  </a:cubicBezTo>
                  <a:cubicBezTo>
                    <a:pt x="480" y="501"/>
                    <a:pt x="585" y="387"/>
                    <a:pt x="585" y="253"/>
                  </a:cubicBezTo>
                  <a:cubicBezTo>
                    <a:pt x="585" y="102"/>
                    <a:pt x="459" y="1"/>
                    <a:pt x="331"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0" name="Google Shape;8810;p63"/>
            <p:cNvSpPr/>
            <p:nvPr/>
          </p:nvSpPr>
          <p:spPr>
            <a:xfrm>
              <a:off x="4071053" y="1679551"/>
              <a:ext cx="15598" cy="13183"/>
            </a:xfrm>
            <a:custGeom>
              <a:avLst/>
              <a:gdLst/>
              <a:ahLst/>
              <a:cxnLst/>
              <a:rect l="l" t="t" r="r" b="b"/>
              <a:pathLst>
                <a:path w="594" h="502" extrusionOk="0">
                  <a:moveTo>
                    <a:pt x="333" y="1"/>
                  </a:moveTo>
                  <a:cubicBezTo>
                    <a:pt x="272" y="1"/>
                    <a:pt x="211" y="22"/>
                    <a:pt x="163" y="71"/>
                  </a:cubicBezTo>
                  <a:cubicBezTo>
                    <a:pt x="0" y="233"/>
                    <a:pt x="115" y="501"/>
                    <a:pt x="335" y="501"/>
                  </a:cubicBezTo>
                  <a:cubicBezTo>
                    <a:pt x="479" y="501"/>
                    <a:pt x="593" y="387"/>
                    <a:pt x="593" y="253"/>
                  </a:cubicBezTo>
                  <a:cubicBezTo>
                    <a:pt x="593" y="102"/>
                    <a:pt x="464" y="1"/>
                    <a:pt x="333"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1" name="Google Shape;8811;p63"/>
            <p:cNvSpPr/>
            <p:nvPr/>
          </p:nvSpPr>
          <p:spPr>
            <a:xfrm>
              <a:off x="4044661" y="1679551"/>
              <a:ext cx="15598" cy="13183"/>
            </a:xfrm>
            <a:custGeom>
              <a:avLst/>
              <a:gdLst/>
              <a:ahLst/>
              <a:cxnLst/>
              <a:rect l="l" t="t" r="r" b="b"/>
              <a:pathLst>
                <a:path w="594" h="502" extrusionOk="0">
                  <a:moveTo>
                    <a:pt x="333" y="1"/>
                  </a:moveTo>
                  <a:cubicBezTo>
                    <a:pt x="272" y="1"/>
                    <a:pt x="211" y="22"/>
                    <a:pt x="163" y="71"/>
                  </a:cubicBezTo>
                  <a:cubicBezTo>
                    <a:pt x="0" y="233"/>
                    <a:pt x="115" y="501"/>
                    <a:pt x="345" y="501"/>
                  </a:cubicBezTo>
                  <a:cubicBezTo>
                    <a:pt x="479" y="501"/>
                    <a:pt x="594" y="387"/>
                    <a:pt x="594" y="253"/>
                  </a:cubicBezTo>
                  <a:cubicBezTo>
                    <a:pt x="594" y="102"/>
                    <a:pt x="464" y="1"/>
                    <a:pt x="333"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2" name="Google Shape;8812;p63"/>
            <p:cNvSpPr/>
            <p:nvPr/>
          </p:nvSpPr>
          <p:spPr>
            <a:xfrm>
              <a:off x="4235650" y="1679551"/>
              <a:ext cx="15598" cy="13183"/>
            </a:xfrm>
            <a:custGeom>
              <a:avLst/>
              <a:gdLst/>
              <a:ahLst/>
              <a:cxnLst/>
              <a:rect l="l" t="t" r="r" b="b"/>
              <a:pathLst>
                <a:path w="594" h="502" extrusionOk="0">
                  <a:moveTo>
                    <a:pt x="333" y="1"/>
                  </a:moveTo>
                  <a:cubicBezTo>
                    <a:pt x="273" y="1"/>
                    <a:pt x="212" y="22"/>
                    <a:pt x="163" y="71"/>
                  </a:cubicBezTo>
                  <a:cubicBezTo>
                    <a:pt x="1" y="233"/>
                    <a:pt x="115" y="501"/>
                    <a:pt x="345" y="501"/>
                  </a:cubicBezTo>
                  <a:cubicBezTo>
                    <a:pt x="479" y="501"/>
                    <a:pt x="594" y="387"/>
                    <a:pt x="594" y="253"/>
                  </a:cubicBezTo>
                  <a:cubicBezTo>
                    <a:pt x="594" y="102"/>
                    <a:pt x="464" y="1"/>
                    <a:pt x="333"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3" name="Google Shape;8813;p63"/>
            <p:cNvSpPr/>
            <p:nvPr/>
          </p:nvSpPr>
          <p:spPr>
            <a:xfrm>
              <a:off x="4249227" y="1579396"/>
              <a:ext cx="76889" cy="49763"/>
            </a:xfrm>
            <a:custGeom>
              <a:avLst/>
              <a:gdLst/>
              <a:ahLst/>
              <a:cxnLst/>
              <a:rect l="l" t="t" r="r" b="b"/>
              <a:pathLst>
                <a:path w="2928" h="1895" extrusionOk="0">
                  <a:moveTo>
                    <a:pt x="369" y="1"/>
                  </a:moveTo>
                  <a:cubicBezTo>
                    <a:pt x="247" y="1"/>
                    <a:pt x="123" y="19"/>
                    <a:pt x="0" y="57"/>
                  </a:cubicBezTo>
                  <a:cubicBezTo>
                    <a:pt x="402" y="191"/>
                    <a:pt x="718" y="526"/>
                    <a:pt x="833" y="937"/>
                  </a:cubicBezTo>
                  <a:cubicBezTo>
                    <a:pt x="944" y="898"/>
                    <a:pt x="1056" y="880"/>
                    <a:pt x="1165" y="880"/>
                  </a:cubicBezTo>
                  <a:cubicBezTo>
                    <a:pt x="1698" y="880"/>
                    <a:pt x="2173" y="1314"/>
                    <a:pt x="2173" y="1894"/>
                  </a:cubicBezTo>
                  <a:lnTo>
                    <a:pt x="2919" y="1894"/>
                  </a:lnTo>
                  <a:cubicBezTo>
                    <a:pt x="2927" y="1314"/>
                    <a:pt x="2454" y="880"/>
                    <a:pt x="1916" y="880"/>
                  </a:cubicBezTo>
                  <a:cubicBezTo>
                    <a:pt x="1805" y="880"/>
                    <a:pt x="1692" y="898"/>
                    <a:pt x="1580" y="937"/>
                  </a:cubicBezTo>
                  <a:cubicBezTo>
                    <a:pt x="1431" y="372"/>
                    <a:pt x="922" y="1"/>
                    <a:pt x="36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4" name="Google Shape;8814;p63"/>
            <p:cNvSpPr/>
            <p:nvPr/>
          </p:nvSpPr>
          <p:spPr>
            <a:xfrm>
              <a:off x="4083867" y="1686431"/>
              <a:ext cx="133716" cy="104567"/>
            </a:xfrm>
            <a:custGeom>
              <a:avLst/>
              <a:gdLst/>
              <a:ahLst/>
              <a:cxnLst/>
              <a:rect l="l" t="t" r="r" b="b"/>
              <a:pathLst>
                <a:path w="5092" h="3982" extrusionOk="0">
                  <a:moveTo>
                    <a:pt x="4249" y="0"/>
                  </a:moveTo>
                  <a:cubicBezTo>
                    <a:pt x="4316" y="0"/>
                    <a:pt x="4355" y="77"/>
                    <a:pt x="4297" y="125"/>
                  </a:cubicBezTo>
                  <a:lnTo>
                    <a:pt x="661" y="3570"/>
                  </a:lnTo>
                  <a:cubicBezTo>
                    <a:pt x="469" y="3742"/>
                    <a:pt x="249" y="3867"/>
                    <a:pt x="0" y="3934"/>
                  </a:cubicBezTo>
                  <a:cubicBezTo>
                    <a:pt x="19" y="3962"/>
                    <a:pt x="58" y="3981"/>
                    <a:pt x="96" y="3981"/>
                  </a:cubicBezTo>
                  <a:lnTo>
                    <a:pt x="373" y="3981"/>
                  </a:lnTo>
                  <a:cubicBezTo>
                    <a:pt x="766" y="3981"/>
                    <a:pt x="1129" y="3828"/>
                    <a:pt x="1417" y="3570"/>
                  </a:cubicBezTo>
                  <a:lnTo>
                    <a:pt x="5053" y="125"/>
                  </a:lnTo>
                  <a:cubicBezTo>
                    <a:pt x="5092" y="77"/>
                    <a:pt x="5063" y="0"/>
                    <a:pt x="5005" y="0"/>
                  </a:cubicBezTo>
                  <a:close/>
                </a:path>
              </a:pathLst>
            </a:custGeom>
            <a:solidFill>
              <a:srgbClr val="748B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5" name="Google Shape;8815;p63"/>
            <p:cNvSpPr/>
            <p:nvPr/>
          </p:nvSpPr>
          <p:spPr>
            <a:xfrm>
              <a:off x="4257525" y="1664819"/>
              <a:ext cx="17620" cy="4280"/>
            </a:xfrm>
            <a:custGeom>
              <a:avLst/>
              <a:gdLst/>
              <a:ahLst/>
              <a:cxnLst/>
              <a:rect l="l" t="t" r="r" b="b"/>
              <a:pathLst>
                <a:path w="671" h="163" extrusionOk="0">
                  <a:moveTo>
                    <a:pt x="0" y="0"/>
                  </a:moveTo>
                  <a:cubicBezTo>
                    <a:pt x="230" y="0"/>
                    <a:pt x="469" y="58"/>
                    <a:pt x="670" y="163"/>
                  </a:cubicBezTo>
                  <a:lnTo>
                    <a:pt x="670" y="0"/>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6" name="Google Shape;8816;p63"/>
            <p:cNvSpPr/>
            <p:nvPr/>
          </p:nvSpPr>
          <p:spPr>
            <a:xfrm>
              <a:off x="4296731" y="1687666"/>
              <a:ext cx="31171" cy="19905"/>
            </a:xfrm>
            <a:custGeom>
              <a:avLst/>
              <a:gdLst/>
              <a:ahLst/>
              <a:cxnLst/>
              <a:rect l="l" t="t" r="r" b="b"/>
              <a:pathLst>
                <a:path w="1187" h="758" extrusionOk="0">
                  <a:moveTo>
                    <a:pt x="0" y="1"/>
                  </a:moveTo>
                  <a:lnTo>
                    <a:pt x="297" y="298"/>
                  </a:lnTo>
                  <a:cubicBezTo>
                    <a:pt x="383" y="393"/>
                    <a:pt x="440" y="518"/>
                    <a:pt x="431" y="652"/>
                  </a:cubicBezTo>
                  <a:cubicBezTo>
                    <a:pt x="431" y="709"/>
                    <a:pt x="393" y="757"/>
                    <a:pt x="335" y="757"/>
                  </a:cubicBezTo>
                  <a:lnTo>
                    <a:pt x="1091" y="757"/>
                  </a:lnTo>
                  <a:cubicBezTo>
                    <a:pt x="1139" y="757"/>
                    <a:pt x="1187" y="709"/>
                    <a:pt x="1187" y="652"/>
                  </a:cubicBezTo>
                  <a:cubicBezTo>
                    <a:pt x="1187" y="518"/>
                    <a:pt x="1139" y="393"/>
                    <a:pt x="1043" y="298"/>
                  </a:cubicBezTo>
                  <a:lnTo>
                    <a:pt x="756" y="1"/>
                  </a:ln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7" name="Google Shape;8817;p63"/>
            <p:cNvSpPr/>
            <p:nvPr/>
          </p:nvSpPr>
          <p:spPr>
            <a:xfrm>
              <a:off x="4275355" y="1664819"/>
              <a:ext cx="41254" cy="23135"/>
            </a:xfrm>
            <a:custGeom>
              <a:avLst/>
              <a:gdLst/>
              <a:ahLst/>
              <a:cxnLst/>
              <a:rect l="l" t="t" r="r" b="b"/>
              <a:pathLst>
                <a:path w="1571" h="881" extrusionOk="0">
                  <a:moveTo>
                    <a:pt x="1" y="0"/>
                  </a:moveTo>
                  <a:lnTo>
                    <a:pt x="1" y="498"/>
                  </a:lnTo>
                  <a:cubicBezTo>
                    <a:pt x="1" y="708"/>
                    <a:pt x="163" y="881"/>
                    <a:pt x="374" y="881"/>
                  </a:cubicBezTo>
                  <a:lnTo>
                    <a:pt x="1570" y="881"/>
                  </a:lnTo>
                  <a:lnTo>
                    <a:pt x="1140" y="440"/>
                  </a:lnTo>
                  <a:cubicBezTo>
                    <a:pt x="853" y="153"/>
                    <a:pt x="470" y="0"/>
                    <a:pt x="77"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8" name="Google Shape;8818;p63"/>
            <p:cNvSpPr/>
            <p:nvPr/>
          </p:nvSpPr>
          <p:spPr>
            <a:xfrm>
              <a:off x="4275119" y="1664819"/>
              <a:ext cx="41491" cy="23135"/>
            </a:xfrm>
            <a:custGeom>
              <a:avLst/>
              <a:gdLst/>
              <a:ahLst/>
              <a:cxnLst/>
              <a:rect l="l" t="t" r="r" b="b"/>
              <a:pathLst>
                <a:path w="1580" h="881" extrusionOk="0">
                  <a:moveTo>
                    <a:pt x="0" y="0"/>
                  </a:moveTo>
                  <a:lnTo>
                    <a:pt x="0" y="163"/>
                  </a:lnTo>
                  <a:cubicBezTo>
                    <a:pt x="144" y="230"/>
                    <a:pt x="278" y="325"/>
                    <a:pt x="393" y="440"/>
                  </a:cubicBezTo>
                  <a:lnTo>
                    <a:pt x="823" y="881"/>
                  </a:lnTo>
                  <a:lnTo>
                    <a:pt x="1579" y="881"/>
                  </a:lnTo>
                  <a:lnTo>
                    <a:pt x="1139" y="440"/>
                  </a:lnTo>
                  <a:cubicBezTo>
                    <a:pt x="862" y="153"/>
                    <a:pt x="479" y="0"/>
                    <a:pt x="86"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19" name="Google Shape;8819;p63"/>
          <p:cNvGrpSpPr/>
          <p:nvPr/>
        </p:nvGrpSpPr>
        <p:grpSpPr>
          <a:xfrm>
            <a:off x="2621248" y="1358784"/>
            <a:ext cx="371054" cy="336469"/>
            <a:chOff x="2635523" y="1515584"/>
            <a:chExt cx="371054" cy="336469"/>
          </a:xfrm>
        </p:grpSpPr>
        <p:sp>
          <p:nvSpPr>
            <p:cNvPr id="8820" name="Google Shape;8820;p63"/>
            <p:cNvSpPr/>
            <p:nvPr/>
          </p:nvSpPr>
          <p:spPr>
            <a:xfrm>
              <a:off x="2680769" y="1825399"/>
              <a:ext cx="310393" cy="26654"/>
            </a:xfrm>
            <a:custGeom>
              <a:avLst/>
              <a:gdLst/>
              <a:ahLst/>
              <a:cxnLst/>
              <a:rect l="l" t="t" r="r" b="b"/>
              <a:pathLst>
                <a:path w="11820" h="1015" extrusionOk="0">
                  <a:moveTo>
                    <a:pt x="0" y="0"/>
                  </a:moveTo>
                  <a:lnTo>
                    <a:pt x="172" y="603"/>
                  </a:lnTo>
                  <a:cubicBezTo>
                    <a:pt x="249" y="843"/>
                    <a:pt x="469" y="1005"/>
                    <a:pt x="718" y="1015"/>
                  </a:cubicBezTo>
                  <a:lnTo>
                    <a:pt x="11092" y="1015"/>
                  </a:lnTo>
                  <a:cubicBezTo>
                    <a:pt x="11351" y="1005"/>
                    <a:pt x="11571" y="843"/>
                    <a:pt x="11647" y="603"/>
                  </a:cubicBezTo>
                  <a:lnTo>
                    <a:pt x="11820" y="0"/>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1" name="Google Shape;8821;p63"/>
            <p:cNvSpPr/>
            <p:nvPr/>
          </p:nvSpPr>
          <p:spPr>
            <a:xfrm>
              <a:off x="2635523" y="1631627"/>
              <a:ext cx="312153" cy="171163"/>
            </a:xfrm>
            <a:custGeom>
              <a:avLst/>
              <a:gdLst/>
              <a:ahLst/>
              <a:cxnLst/>
              <a:rect l="l" t="t" r="r" b="b"/>
              <a:pathLst>
                <a:path w="11887" h="6518" extrusionOk="0">
                  <a:moveTo>
                    <a:pt x="3379" y="862"/>
                  </a:moveTo>
                  <a:lnTo>
                    <a:pt x="3379" y="2269"/>
                  </a:lnTo>
                  <a:cubicBezTo>
                    <a:pt x="3379" y="2527"/>
                    <a:pt x="3408" y="2786"/>
                    <a:pt x="3455" y="3044"/>
                  </a:cubicBezTo>
                  <a:lnTo>
                    <a:pt x="3178" y="3044"/>
                  </a:lnTo>
                  <a:cubicBezTo>
                    <a:pt x="2049" y="3044"/>
                    <a:pt x="1273" y="1915"/>
                    <a:pt x="1685" y="862"/>
                  </a:cubicBezTo>
                  <a:close/>
                  <a:moveTo>
                    <a:pt x="1187" y="1"/>
                  </a:moveTo>
                  <a:cubicBezTo>
                    <a:pt x="1" y="1628"/>
                    <a:pt x="1168" y="3915"/>
                    <a:pt x="3187" y="3915"/>
                  </a:cubicBezTo>
                  <a:lnTo>
                    <a:pt x="3714" y="3915"/>
                  </a:lnTo>
                  <a:cubicBezTo>
                    <a:pt x="4387" y="5515"/>
                    <a:pt x="5946" y="6517"/>
                    <a:pt x="7625" y="6517"/>
                  </a:cubicBezTo>
                  <a:cubicBezTo>
                    <a:pt x="7905" y="6517"/>
                    <a:pt x="8188" y="6489"/>
                    <a:pt x="8470" y="6432"/>
                  </a:cubicBezTo>
                  <a:cubicBezTo>
                    <a:pt x="10461" y="6040"/>
                    <a:pt x="11887" y="4288"/>
                    <a:pt x="11887" y="2269"/>
                  </a:cubicBezTo>
                  <a:lnTo>
                    <a:pt x="11887" y="1"/>
                  </a:lnTo>
                  <a:lnTo>
                    <a:pt x="10949" y="1"/>
                  </a:lnTo>
                  <a:lnTo>
                    <a:pt x="10729" y="288"/>
                  </a:lnTo>
                  <a:lnTo>
                    <a:pt x="10518"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2" name="Google Shape;8822;p63"/>
            <p:cNvSpPr/>
            <p:nvPr/>
          </p:nvSpPr>
          <p:spPr>
            <a:xfrm>
              <a:off x="2828797" y="1679131"/>
              <a:ext cx="94247" cy="99053"/>
            </a:xfrm>
            <a:custGeom>
              <a:avLst/>
              <a:gdLst/>
              <a:ahLst/>
              <a:cxnLst/>
              <a:rect l="l" t="t" r="r" b="b"/>
              <a:pathLst>
                <a:path w="3589" h="3772" extrusionOk="0">
                  <a:moveTo>
                    <a:pt x="3365" y="1"/>
                  </a:moveTo>
                  <a:cubicBezTo>
                    <a:pt x="3261" y="1"/>
                    <a:pt x="3158" y="68"/>
                    <a:pt x="3149" y="202"/>
                  </a:cubicBezTo>
                  <a:lnTo>
                    <a:pt x="3149" y="460"/>
                  </a:lnTo>
                  <a:cubicBezTo>
                    <a:pt x="3149" y="2049"/>
                    <a:pt x="1857" y="3341"/>
                    <a:pt x="268" y="3341"/>
                  </a:cubicBezTo>
                  <a:cubicBezTo>
                    <a:pt x="0" y="3360"/>
                    <a:pt x="0" y="3752"/>
                    <a:pt x="268" y="3771"/>
                  </a:cubicBezTo>
                  <a:cubicBezTo>
                    <a:pt x="2096" y="3771"/>
                    <a:pt x="3579" y="2288"/>
                    <a:pt x="3589" y="460"/>
                  </a:cubicBezTo>
                  <a:lnTo>
                    <a:pt x="3589" y="202"/>
                  </a:lnTo>
                  <a:cubicBezTo>
                    <a:pt x="3575" y="68"/>
                    <a:pt x="3469" y="1"/>
                    <a:pt x="336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3" name="Google Shape;8823;p63"/>
            <p:cNvSpPr/>
            <p:nvPr/>
          </p:nvSpPr>
          <p:spPr>
            <a:xfrm>
              <a:off x="2911464" y="1631627"/>
              <a:ext cx="11581" cy="35477"/>
            </a:xfrm>
            <a:custGeom>
              <a:avLst/>
              <a:gdLst/>
              <a:ahLst/>
              <a:cxnLst/>
              <a:rect l="l" t="t" r="r" b="b"/>
              <a:pathLst>
                <a:path w="441" h="1351" extrusionOk="0">
                  <a:moveTo>
                    <a:pt x="1" y="1"/>
                  </a:moveTo>
                  <a:lnTo>
                    <a:pt x="1" y="1149"/>
                  </a:lnTo>
                  <a:cubicBezTo>
                    <a:pt x="10" y="1283"/>
                    <a:pt x="113" y="1350"/>
                    <a:pt x="217" y="1350"/>
                  </a:cubicBezTo>
                  <a:cubicBezTo>
                    <a:pt x="321" y="1350"/>
                    <a:pt x="427" y="1283"/>
                    <a:pt x="441" y="1149"/>
                  </a:cubicBezTo>
                  <a:lnTo>
                    <a:pt x="44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4" name="Google Shape;8824;p63"/>
            <p:cNvSpPr/>
            <p:nvPr/>
          </p:nvSpPr>
          <p:spPr>
            <a:xfrm>
              <a:off x="2803404" y="1515584"/>
              <a:ext cx="19511" cy="99000"/>
            </a:xfrm>
            <a:custGeom>
              <a:avLst/>
              <a:gdLst/>
              <a:ahLst/>
              <a:cxnLst/>
              <a:rect l="l" t="t" r="r" b="b"/>
              <a:pathLst>
                <a:path w="743" h="3770" extrusionOk="0">
                  <a:moveTo>
                    <a:pt x="516" y="1"/>
                  </a:moveTo>
                  <a:cubicBezTo>
                    <a:pt x="402" y="1"/>
                    <a:pt x="288" y="80"/>
                    <a:pt x="297" y="238"/>
                  </a:cubicBezTo>
                  <a:cubicBezTo>
                    <a:pt x="307" y="391"/>
                    <a:pt x="259" y="553"/>
                    <a:pt x="182" y="687"/>
                  </a:cubicBezTo>
                  <a:cubicBezTo>
                    <a:pt x="68" y="888"/>
                    <a:pt x="1" y="1109"/>
                    <a:pt x="10" y="1338"/>
                  </a:cubicBezTo>
                  <a:cubicBezTo>
                    <a:pt x="1" y="1568"/>
                    <a:pt x="68" y="1798"/>
                    <a:pt x="182" y="1989"/>
                  </a:cubicBezTo>
                  <a:cubicBezTo>
                    <a:pt x="259" y="2133"/>
                    <a:pt x="307" y="2286"/>
                    <a:pt x="297" y="2448"/>
                  </a:cubicBezTo>
                  <a:cubicBezTo>
                    <a:pt x="307" y="2601"/>
                    <a:pt x="259" y="2764"/>
                    <a:pt x="182" y="2898"/>
                  </a:cubicBezTo>
                  <a:cubicBezTo>
                    <a:pt x="68" y="3099"/>
                    <a:pt x="1" y="3319"/>
                    <a:pt x="10" y="3549"/>
                  </a:cubicBezTo>
                  <a:cubicBezTo>
                    <a:pt x="10" y="3673"/>
                    <a:pt x="106" y="3769"/>
                    <a:pt x="230" y="3769"/>
                  </a:cubicBezTo>
                  <a:cubicBezTo>
                    <a:pt x="345" y="3759"/>
                    <a:pt x="441" y="3664"/>
                    <a:pt x="441" y="3549"/>
                  </a:cubicBezTo>
                  <a:cubicBezTo>
                    <a:pt x="431" y="3386"/>
                    <a:pt x="479" y="3233"/>
                    <a:pt x="556" y="3099"/>
                  </a:cubicBezTo>
                  <a:cubicBezTo>
                    <a:pt x="670" y="2898"/>
                    <a:pt x="737" y="2678"/>
                    <a:pt x="728" y="2448"/>
                  </a:cubicBezTo>
                  <a:cubicBezTo>
                    <a:pt x="737" y="2219"/>
                    <a:pt x="680" y="1989"/>
                    <a:pt x="565" y="1798"/>
                  </a:cubicBezTo>
                  <a:cubicBezTo>
                    <a:pt x="479" y="1654"/>
                    <a:pt x="441" y="1501"/>
                    <a:pt x="441" y="1338"/>
                  </a:cubicBezTo>
                  <a:cubicBezTo>
                    <a:pt x="441" y="1185"/>
                    <a:pt x="479" y="1022"/>
                    <a:pt x="565" y="888"/>
                  </a:cubicBezTo>
                  <a:cubicBezTo>
                    <a:pt x="680" y="687"/>
                    <a:pt x="737" y="467"/>
                    <a:pt x="728" y="238"/>
                  </a:cubicBezTo>
                  <a:cubicBezTo>
                    <a:pt x="742" y="80"/>
                    <a:pt x="630" y="1"/>
                    <a:pt x="516" y="1"/>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5" name="Google Shape;8825;p63"/>
            <p:cNvSpPr/>
            <p:nvPr/>
          </p:nvSpPr>
          <p:spPr>
            <a:xfrm>
              <a:off x="2848886" y="1516529"/>
              <a:ext cx="19380" cy="98055"/>
            </a:xfrm>
            <a:custGeom>
              <a:avLst/>
              <a:gdLst/>
              <a:ahLst/>
              <a:cxnLst/>
              <a:rect l="l" t="t" r="r" b="b"/>
              <a:pathLst>
                <a:path w="738" h="3734" extrusionOk="0">
                  <a:moveTo>
                    <a:pt x="513" y="1"/>
                  </a:moveTo>
                  <a:cubicBezTo>
                    <a:pt x="410" y="1"/>
                    <a:pt x="307" y="68"/>
                    <a:pt x="297" y="202"/>
                  </a:cubicBezTo>
                  <a:cubicBezTo>
                    <a:pt x="307" y="355"/>
                    <a:pt x="259" y="517"/>
                    <a:pt x="183" y="651"/>
                  </a:cubicBezTo>
                  <a:cubicBezTo>
                    <a:pt x="68" y="852"/>
                    <a:pt x="1" y="1073"/>
                    <a:pt x="10" y="1302"/>
                  </a:cubicBezTo>
                  <a:cubicBezTo>
                    <a:pt x="1" y="1532"/>
                    <a:pt x="68" y="1762"/>
                    <a:pt x="183" y="1953"/>
                  </a:cubicBezTo>
                  <a:cubicBezTo>
                    <a:pt x="259" y="2097"/>
                    <a:pt x="307" y="2250"/>
                    <a:pt x="297" y="2412"/>
                  </a:cubicBezTo>
                  <a:cubicBezTo>
                    <a:pt x="307" y="2565"/>
                    <a:pt x="259" y="2728"/>
                    <a:pt x="183" y="2862"/>
                  </a:cubicBezTo>
                  <a:cubicBezTo>
                    <a:pt x="68" y="3063"/>
                    <a:pt x="1" y="3283"/>
                    <a:pt x="10" y="3513"/>
                  </a:cubicBezTo>
                  <a:cubicBezTo>
                    <a:pt x="10" y="3628"/>
                    <a:pt x="106" y="3733"/>
                    <a:pt x="230" y="3733"/>
                  </a:cubicBezTo>
                  <a:cubicBezTo>
                    <a:pt x="345" y="3733"/>
                    <a:pt x="441" y="3628"/>
                    <a:pt x="441" y="3513"/>
                  </a:cubicBezTo>
                  <a:cubicBezTo>
                    <a:pt x="441" y="3350"/>
                    <a:pt x="479" y="3197"/>
                    <a:pt x="565" y="3063"/>
                  </a:cubicBezTo>
                  <a:cubicBezTo>
                    <a:pt x="680" y="2862"/>
                    <a:pt x="738" y="2642"/>
                    <a:pt x="728" y="2412"/>
                  </a:cubicBezTo>
                  <a:cubicBezTo>
                    <a:pt x="738" y="2183"/>
                    <a:pt x="680" y="1953"/>
                    <a:pt x="565" y="1762"/>
                  </a:cubicBezTo>
                  <a:cubicBezTo>
                    <a:pt x="479" y="1618"/>
                    <a:pt x="441" y="1465"/>
                    <a:pt x="441" y="1302"/>
                  </a:cubicBezTo>
                  <a:cubicBezTo>
                    <a:pt x="441" y="1149"/>
                    <a:pt x="479" y="986"/>
                    <a:pt x="565" y="852"/>
                  </a:cubicBezTo>
                  <a:cubicBezTo>
                    <a:pt x="680" y="651"/>
                    <a:pt x="738" y="431"/>
                    <a:pt x="728" y="202"/>
                  </a:cubicBezTo>
                  <a:cubicBezTo>
                    <a:pt x="719" y="68"/>
                    <a:pt x="616" y="1"/>
                    <a:pt x="513" y="1"/>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6" name="Google Shape;8826;p63"/>
            <p:cNvSpPr/>
            <p:nvPr/>
          </p:nvSpPr>
          <p:spPr>
            <a:xfrm>
              <a:off x="2666195" y="1819832"/>
              <a:ext cx="340382" cy="11397"/>
            </a:xfrm>
            <a:custGeom>
              <a:avLst/>
              <a:gdLst/>
              <a:ahLst/>
              <a:cxnLst/>
              <a:rect l="l" t="t" r="r" b="b"/>
              <a:pathLst>
                <a:path w="12962" h="434" extrusionOk="0">
                  <a:moveTo>
                    <a:pt x="12688" y="1"/>
                  </a:moveTo>
                  <a:cubicBezTo>
                    <a:pt x="12679" y="1"/>
                    <a:pt x="12671" y="1"/>
                    <a:pt x="12662" y="2"/>
                  </a:cubicBezTo>
                  <a:lnTo>
                    <a:pt x="268" y="2"/>
                  </a:lnTo>
                  <a:cubicBezTo>
                    <a:pt x="0" y="21"/>
                    <a:pt x="0" y="413"/>
                    <a:pt x="268" y="433"/>
                  </a:cubicBezTo>
                  <a:lnTo>
                    <a:pt x="12662" y="433"/>
                  </a:lnTo>
                  <a:cubicBezTo>
                    <a:pt x="12668" y="433"/>
                    <a:pt x="12674" y="433"/>
                    <a:pt x="12679" y="433"/>
                  </a:cubicBezTo>
                  <a:cubicBezTo>
                    <a:pt x="12959" y="433"/>
                    <a:pt x="12962" y="1"/>
                    <a:pt x="12688"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27" name="Google Shape;8827;p63"/>
          <p:cNvGrpSpPr/>
          <p:nvPr/>
        </p:nvGrpSpPr>
        <p:grpSpPr>
          <a:xfrm>
            <a:off x="2217632" y="1363931"/>
            <a:ext cx="311627" cy="326569"/>
            <a:chOff x="2231907" y="1520731"/>
            <a:chExt cx="311627" cy="326569"/>
          </a:xfrm>
        </p:grpSpPr>
        <p:sp>
          <p:nvSpPr>
            <p:cNvPr id="8828" name="Google Shape;8828;p63"/>
            <p:cNvSpPr/>
            <p:nvPr/>
          </p:nvSpPr>
          <p:spPr>
            <a:xfrm>
              <a:off x="2382456" y="1520731"/>
              <a:ext cx="161079" cy="135790"/>
            </a:xfrm>
            <a:custGeom>
              <a:avLst/>
              <a:gdLst/>
              <a:ahLst/>
              <a:cxnLst/>
              <a:rect l="l" t="t" r="r" b="b"/>
              <a:pathLst>
                <a:path w="6134" h="5171" extrusionOk="0">
                  <a:moveTo>
                    <a:pt x="3098" y="1"/>
                  </a:moveTo>
                  <a:cubicBezTo>
                    <a:pt x="3061" y="1"/>
                    <a:pt x="3024" y="2"/>
                    <a:pt x="2986" y="3"/>
                  </a:cubicBezTo>
                  <a:cubicBezTo>
                    <a:pt x="1043" y="80"/>
                    <a:pt x="0" y="2338"/>
                    <a:pt x="1216" y="3860"/>
                  </a:cubicBezTo>
                  <a:lnTo>
                    <a:pt x="1168" y="4989"/>
                  </a:lnTo>
                  <a:cubicBezTo>
                    <a:pt x="1160" y="5095"/>
                    <a:pt x="1241" y="5170"/>
                    <a:pt x="1332" y="5170"/>
                  </a:cubicBezTo>
                  <a:cubicBezTo>
                    <a:pt x="1357" y="5170"/>
                    <a:pt x="1382" y="5165"/>
                    <a:pt x="1407" y="5152"/>
                  </a:cubicBezTo>
                  <a:lnTo>
                    <a:pt x="2431" y="4674"/>
                  </a:lnTo>
                  <a:cubicBezTo>
                    <a:pt x="2649" y="4736"/>
                    <a:pt x="2870" y="4767"/>
                    <a:pt x="3088" y="4767"/>
                  </a:cubicBezTo>
                  <a:cubicBezTo>
                    <a:pt x="3868" y="4767"/>
                    <a:pt x="4616" y="4380"/>
                    <a:pt x="5073" y="3707"/>
                  </a:cubicBezTo>
                  <a:cubicBezTo>
                    <a:pt x="6133" y="2121"/>
                    <a:pt x="4985" y="1"/>
                    <a:pt x="3098" y="1"/>
                  </a:cubicBezTo>
                  <a:close/>
                </a:path>
              </a:pathLst>
            </a:custGeom>
            <a:solidFill>
              <a:srgbClr val="E9EE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9" name="Google Shape;8829;p63"/>
            <p:cNvSpPr/>
            <p:nvPr/>
          </p:nvSpPr>
          <p:spPr>
            <a:xfrm>
              <a:off x="2423421" y="1551140"/>
              <a:ext cx="74920" cy="65335"/>
            </a:xfrm>
            <a:custGeom>
              <a:avLst/>
              <a:gdLst/>
              <a:ahLst/>
              <a:cxnLst/>
              <a:rect l="l" t="t" r="r" b="b"/>
              <a:pathLst>
                <a:path w="2853" h="2488" extrusionOk="0">
                  <a:moveTo>
                    <a:pt x="1391" y="1"/>
                  </a:moveTo>
                  <a:cubicBezTo>
                    <a:pt x="1381" y="1"/>
                    <a:pt x="1370" y="2"/>
                    <a:pt x="1359" y="3"/>
                  </a:cubicBezTo>
                  <a:cubicBezTo>
                    <a:pt x="373" y="204"/>
                    <a:pt x="0" y="1410"/>
                    <a:pt x="708" y="2118"/>
                  </a:cubicBezTo>
                  <a:cubicBezTo>
                    <a:pt x="961" y="2371"/>
                    <a:pt x="1279" y="2487"/>
                    <a:pt x="1591" y="2487"/>
                  </a:cubicBezTo>
                  <a:cubicBezTo>
                    <a:pt x="2154" y="2487"/>
                    <a:pt x="2700" y="2111"/>
                    <a:pt x="2823" y="1477"/>
                  </a:cubicBezTo>
                  <a:cubicBezTo>
                    <a:pt x="2852" y="1353"/>
                    <a:pt x="2756" y="1238"/>
                    <a:pt x="2632" y="1238"/>
                  </a:cubicBezTo>
                  <a:lnTo>
                    <a:pt x="1799" y="1238"/>
                  </a:lnTo>
                  <a:cubicBezTo>
                    <a:pt x="1685" y="1238"/>
                    <a:pt x="1598" y="1152"/>
                    <a:pt x="1598" y="1046"/>
                  </a:cubicBezTo>
                  <a:lnTo>
                    <a:pt x="1598" y="204"/>
                  </a:lnTo>
                  <a:cubicBezTo>
                    <a:pt x="1598" y="91"/>
                    <a:pt x="1503" y="1"/>
                    <a:pt x="1391"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0" name="Google Shape;8830;p63"/>
            <p:cNvSpPr/>
            <p:nvPr/>
          </p:nvSpPr>
          <p:spPr>
            <a:xfrm>
              <a:off x="2248241" y="1565530"/>
              <a:ext cx="266171" cy="266171"/>
            </a:xfrm>
            <a:custGeom>
              <a:avLst/>
              <a:gdLst/>
              <a:ahLst/>
              <a:cxnLst/>
              <a:rect l="l" t="t" r="r" b="b"/>
              <a:pathLst>
                <a:path w="10136" h="10136" extrusionOk="0">
                  <a:moveTo>
                    <a:pt x="3283" y="1"/>
                  </a:moveTo>
                  <a:lnTo>
                    <a:pt x="1" y="3283"/>
                  </a:lnTo>
                  <a:lnTo>
                    <a:pt x="1637" y="4920"/>
                  </a:lnTo>
                  <a:cubicBezTo>
                    <a:pt x="2085" y="5368"/>
                    <a:pt x="2678" y="5601"/>
                    <a:pt x="3277" y="5601"/>
                  </a:cubicBezTo>
                  <a:cubicBezTo>
                    <a:pt x="3690" y="5601"/>
                    <a:pt x="4105" y="5491"/>
                    <a:pt x="4480" y="5264"/>
                  </a:cubicBezTo>
                  <a:lnTo>
                    <a:pt x="4862" y="5647"/>
                  </a:lnTo>
                  <a:cubicBezTo>
                    <a:pt x="4307" y="6566"/>
                    <a:pt x="4451" y="7734"/>
                    <a:pt x="5207" y="8490"/>
                  </a:cubicBezTo>
                  <a:lnTo>
                    <a:pt x="6853" y="10136"/>
                  </a:lnTo>
                  <a:lnTo>
                    <a:pt x="10136" y="6853"/>
                  </a:lnTo>
                  <a:lnTo>
                    <a:pt x="8490" y="5207"/>
                  </a:lnTo>
                  <a:cubicBezTo>
                    <a:pt x="8042" y="4760"/>
                    <a:pt x="7451" y="4530"/>
                    <a:pt x="6853" y="4530"/>
                  </a:cubicBezTo>
                  <a:cubicBezTo>
                    <a:pt x="6439" y="4530"/>
                    <a:pt x="6022" y="4640"/>
                    <a:pt x="5647" y="4863"/>
                  </a:cubicBezTo>
                  <a:lnTo>
                    <a:pt x="5264" y="4480"/>
                  </a:lnTo>
                  <a:cubicBezTo>
                    <a:pt x="5819" y="3571"/>
                    <a:pt x="5676" y="2393"/>
                    <a:pt x="4920" y="1637"/>
                  </a:cubicBezTo>
                  <a:lnTo>
                    <a:pt x="3283"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1" name="Google Shape;8831;p63"/>
            <p:cNvSpPr/>
            <p:nvPr/>
          </p:nvSpPr>
          <p:spPr>
            <a:xfrm>
              <a:off x="2321375" y="1565530"/>
              <a:ext cx="192801" cy="192801"/>
            </a:xfrm>
            <a:custGeom>
              <a:avLst/>
              <a:gdLst/>
              <a:ahLst/>
              <a:cxnLst/>
              <a:rect l="l" t="t" r="r" b="b"/>
              <a:pathLst>
                <a:path w="7342" h="7342" extrusionOk="0">
                  <a:moveTo>
                    <a:pt x="498" y="1"/>
                  </a:moveTo>
                  <a:lnTo>
                    <a:pt x="1" y="498"/>
                  </a:lnTo>
                  <a:lnTo>
                    <a:pt x="1647" y="2135"/>
                  </a:lnTo>
                  <a:cubicBezTo>
                    <a:pt x="2336" y="2824"/>
                    <a:pt x="2518" y="3867"/>
                    <a:pt x="2106" y="4748"/>
                  </a:cubicBezTo>
                  <a:cubicBezTo>
                    <a:pt x="2049" y="4891"/>
                    <a:pt x="2077" y="5054"/>
                    <a:pt x="2183" y="5159"/>
                  </a:cubicBezTo>
                  <a:cubicBezTo>
                    <a:pt x="2252" y="5229"/>
                    <a:pt x="2347" y="5265"/>
                    <a:pt x="2444" y="5265"/>
                  </a:cubicBezTo>
                  <a:cubicBezTo>
                    <a:pt x="2494" y="5265"/>
                    <a:pt x="2545" y="5255"/>
                    <a:pt x="2594" y="5236"/>
                  </a:cubicBezTo>
                  <a:cubicBezTo>
                    <a:pt x="2904" y="5091"/>
                    <a:pt x="3234" y="5021"/>
                    <a:pt x="3562" y="5021"/>
                  </a:cubicBezTo>
                  <a:cubicBezTo>
                    <a:pt x="4165" y="5021"/>
                    <a:pt x="4760" y="5258"/>
                    <a:pt x="5207" y="5705"/>
                  </a:cubicBezTo>
                  <a:lnTo>
                    <a:pt x="6853" y="7341"/>
                  </a:lnTo>
                  <a:lnTo>
                    <a:pt x="7341" y="6853"/>
                  </a:lnTo>
                  <a:lnTo>
                    <a:pt x="5705" y="5207"/>
                  </a:lnTo>
                  <a:cubicBezTo>
                    <a:pt x="5257" y="4760"/>
                    <a:pt x="4666" y="4530"/>
                    <a:pt x="4068" y="4530"/>
                  </a:cubicBezTo>
                  <a:cubicBezTo>
                    <a:pt x="3654" y="4530"/>
                    <a:pt x="3237" y="4640"/>
                    <a:pt x="2862" y="4863"/>
                  </a:cubicBezTo>
                  <a:lnTo>
                    <a:pt x="2479" y="4480"/>
                  </a:lnTo>
                  <a:cubicBezTo>
                    <a:pt x="3034" y="3571"/>
                    <a:pt x="2891" y="2393"/>
                    <a:pt x="2135" y="1637"/>
                  </a:cubicBezTo>
                  <a:lnTo>
                    <a:pt x="498" y="1"/>
                  </a:lnTo>
                  <a:close/>
                </a:path>
              </a:pathLst>
            </a:custGeom>
            <a:solidFill>
              <a:srgbClr val="ACB9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2" name="Google Shape;8832;p63"/>
            <p:cNvSpPr/>
            <p:nvPr/>
          </p:nvSpPr>
          <p:spPr>
            <a:xfrm>
              <a:off x="2231907" y="1549748"/>
              <a:ext cx="118643" cy="117592"/>
            </a:xfrm>
            <a:custGeom>
              <a:avLst/>
              <a:gdLst/>
              <a:ahLst/>
              <a:cxnLst/>
              <a:rect l="l" t="t" r="r" b="b"/>
              <a:pathLst>
                <a:path w="4518" h="4478" extrusionOk="0">
                  <a:moveTo>
                    <a:pt x="3906" y="0"/>
                  </a:moveTo>
                  <a:cubicBezTo>
                    <a:pt x="3857" y="0"/>
                    <a:pt x="3809" y="19"/>
                    <a:pt x="3771" y="56"/>
                  </a:cubicBezTo>
                  <a:lnTo>
                    <a:pt x="87" y="3750"/>
                  </a:lnTo>
                  <a:cubicBezTo>
                    <a:pt x="1" y="3827"/>
                    <a:pt x="1" y="3951"/>
                    <a:pt x="87" y="4028"/>
                  </a:cubicBezTo>
                  <a:lnTo>
                    <a:pt x="470" y="4420"/>
                  </a:lnTo>
                  <a:cubicBezTo>
                    <a:pt x="508" y="4459"/>
                    <a:pt x="561" y="4478"/>
                    <a:pt x="613" y="4478"/>
                  </a:cubicBezTo>
                  <a:cubicBezTo>
                    <a:pt x="666" y="4478"/>
                    <a:pt x="718" y="4459"/>
                    <a:pt x="757" y="4420"/>
                  </a:cubicBezTo>
                  <a:lnTo>
                    <a:pt x="4441" y="736"/>
                  </a:lnTo>
                  <a:cubicBezTo>
                    <a:pt x="4518" y="659"/>
                    <a:pt x="4518" y="525"/>
                    <a:pt x="4441" y="449"/>
                  </a:cubicBezTo>
                  <a:lnTo>
                    <a:pt x="4049" y="66"/>
                  </a:lnTo>
                  <a:cubicBezTo>
                    <a:pt x="4009" y="22"/>
                    <a:pt x="3957" y="0"/>
                    <a:pt x="3906"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3" name="Google Shape;8833;p63"/>
            <p:cNvSpPr/>
            <p:nvPr/>
          </p:nvSpPr>
          <p:spPr>
            <a:xfrm>
              <a:off x="2239208" y="1556497"/>
              <a:ext cx="111342" cy="110843"/>
            </a:xfrm>
            <a:custGeom>
              <a:avLst/>
              <a:gdLst/>
              <a:ahLst/>
              <a:cxnLst/>
              <a:rect l="l" t="t" r="r" b="b"/>
              <a:pathLst>
                <a:path w="4240" h="4221" extrusionOk="0">
                  <a:moveTo>
                    <a:pt x="3972" y="0"/>
                  </a:moveTo>
                  <a:lnTo>
                    <a:pt x="0" y="3972"/>
                  </a:lnTo>
                  <a:lnTo>
                    <a:pt x="192" y="4163"/>
                  </a:lnTo>
                  <a:cubicBezTo>
                    <a:pt x="230" y="4202"/>
                    <a:pt x="283" y="4221"/>
                    <a:pt x="335" y="4221"/>
                  </a:cubicBezTo>
                  <a:cubicBezTo>
                    <a:pt x="388" y="4221"/>
                    <a:pt x="440" y="4202"/>
                    <a:pt x="479" y="4163"/>
                  </a:cubicBezTo>
                  <a:lnTo>
                    <a:pt x="4163" y="469"/>
                  </a:lnTo>
                  <a:cubicBezTo>
                    <a:pt x="4240" y="393"/>
                    <a:pt x="4240" y="268"/>
                    <a:pt x="4163" y="192"/>
                  </a:cubicBezTo>
                  <a:lnTo>
                    <a:pt x="3972" y="0"/>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4" name="Google Shape;8834;p63"/>
            <p:cNvSpPr/>
            <p:nvPr/>
          </p:nvSpPr>
          <p:spPr>
            <a:xfrm>
              <a:off x="2412103" y="1729892"/>
              <a:ext cx="118406" cy="117408"/>
            </a:xfrm>
            <a:custGeom>
              <a:avLst/>
              <a:gdLst/>
              <a:ahLst/>
              <a:cxnLst/>
              <a:rect l="l" t="t" r="r" b="b"/>
              <a:pathLst>
                <a:path w="4509" h="4471" extrusionOk="0">
                  <a:moveTo>
                    <a:pt x="3900" y="1"/>
                  </a:moveTo>
                  <a:cubicBezTo>
                    <a:pt x="3850" y="1"/>
                    <a:pt x="3800" y="20"/>
                    <a:pt x="3762" y="58"/>
                  </a:cubicBezTo>
                  <a:lnTo>
                    <a:pt x="77" y="3743"/>
                  </a:lnTo>
                  <a:cubicBezTo>
                    <a:pt x="1" y="3819"/>
                    <a:pt x="1" y="3944"/>
                    <a:pt x="77" y="4030"/>
                  </a:cubicBezTo>
                  <a:lnTo>
                    <a:pt x="460" y="4413"/>
                  </a:lnTo>
                  <a:cubicBezTo>
                    <a:pt x="498" y="4451"/>
                    <a:pt x="551" y="4470"/>
                    <a:pt x="603" y="4470"/>
                  </a:cubicBezTo>
                  <a:cubicBezTo>
                    <a:pt x="656" y="4470"/>
                    <a:pt x="709" y="4451"/>
                    <a:pt x="747" y="4413"/>
                  </a:cubicBezTo>
                  <a:lnTo>
                    <a:pt x="4432" y="728"/>
                  </a:lnTo>
                  <a:cubicBezTo>
                    <a:pt x="4508" y="652"/>
                    <a:pt x="4508" y="518"/>
                    <a:pt x="4432" y="441"/>
                  </a:cubicBezTo>
                  <a:lnTo>
                    <a:pt x="4039" y="58"/>
                  </a:lnTo>
                  <a:cubicBezTo>
                    <a:pt x="4001" y="20"/>
                    <a:pt x="3951" y="1"/>
                    <a:pt x="3900"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5" name="Google Shape;8835;p63"/>
            <p:cNvSpPr/>
            <p:nvPr/>
          </p:nvSpPr>
          <p:spPr>
            <a:xfrm>
              <a:off x="2419141" y="1736430"/>
              <a:ext cx="111369" cy="110870"/>
            </a:xfrm>
            <a:custGeom>
              <a:avLst/>
              <a:gdLst/>
              <a:ahLst/>
              <a:cxnLst/>
              <a:rect l="l" t="t" r="r" b="b"/>
              <a:pathLst>
                <a:path w="4241" h="4222" extrusionOk="0">
                  <a:moveTo>
                    <a:pt x="3972" y="1"/>
                  </a:moveTo>
                  <a:lnTo>
                    <a:pt x="1" y="3972"/>
                  </a:lnTo>
                  <a:lnTo>
                    <a:pt x="192" y="4164"/>
                  </a:lnTo>
                  <a:cubicBezTo>
                    <a:pt x="230" y="4202"/>
                    <a:pt x="283" y="4221"/>
                    <a:pt x="335" y="4221"/>
                  </a:cubicBezTo>
                  <a:cubicBezTo>
                    <a:pt x="388" y="4221"/>
                    <a:pt x="441" y="4202"/>
                    <a:pt x="479" y="4164"/>
                  </a:cubicBezTo>
                  <a:lnTo>
                    <a:pt x="4164" y="479"/>
                  </a:lnTo>
                  <a:cubicBezTo>
                    <a:pt x="4240" y="403"/>
                    <a:pt x="4240" y="269"/>
                    <a:pt x="4164" y="192"/>
                  </a:cubicBezTo>
                  <a:lnTo>
                    <a:pt x="3972" y="1"/>
                  </a:ln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6" name="Google Shape;8836;p63"/>
            <p:cNvSpPr/>
            <p:nvPr/>
          </p:nvSpPr>
          <p:spPr>
            <a:xfrm>
              <a:off x="2291964" y="1669572"/>
              <a:ext cx="78701" cy="29175"/>
            </a:xfrm>
            <a:custGeom>
              <a:avLst/>
              <a:gdLst/>
              <a:ahLst/>
              <a:cxnLst/>
              <a:rect l="l" t="t" r="r" b="b"/>
              <a:pathLst>
                <a:path w="2997" h="1111" extrusionOk="0">
                  <a:moveTo>
                    <a:pt x="259" y="1"/>
                  </a:moveTo>
                  <a:cubicBezTo>
                    <a:pt x="97" y="1"/>
                    <a:pt x="1" y="192"/>
                    <a:pt x="106" y="326"/>
                  </a:cubicBezTo>
                  <a:lnTo>
                    <a:pt x="250" y="499"/>
                  </a:lnTo>
                  <a:cubicBezTo>
                    <a:pt x="596" y="909"/>
                    <a:pt x="1044" y="1111"/>
                    <a:pt x="1494" y="1111"/>
                  </a:cubicBezTo>
                  <a:cubicBezTo>
                    <a:pt x="1977" y="1111"/>
                    <a:pt x="2462" y="878"/>
                    <a:pt x="2824" y="422"/>
                  </a:cubicBezTo>
                  <a:lnTo>
                    <a:pt x="2901" y="326"/>
                  </a:lnTo>
                  <a:cubicBezTo>
                    <a:pt x="2996" y="192"/>
                    <a:pt x="2910" y="1"/>
                    <a:pt x="2738"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7" name="Google Shape;8837;p63"/>
            <p:cNvSpPr/>
            <p:nvPr/>
          </p:nvSpPr>
          <p:spPr>
            <a:xfrm>
              <a:off x="2381694" y="1751005"/>
              <a:ext cx="82456" cy="46769"/>
            </a:xfrm>
            <a:custGeom>
              <a:avLst/>
              <a:gdLst/>
              <a:ahLst/>
              <a:cxnLst/>
              <a:rect l="l" t="t" r="r" b="b"/>
              <a:pathLst>
                <a:path w="3140" h="1781" extrusionOk="0">
                  <a:moveTo>
                    <a:pt x="1" y="1"/>
                  </a:moveTo>
                  <a:cubicBezTo>
                    <a:pt x="10" y="240"/>
                    <a:pt x="106" y="479"/>
                    <a:pt x="278" y="661"/>
                  </a:cubicBezTo>
                  <a:lnTo>
                    <a:pt x="1350" y="1723"/>
                  </a:lnTo>
                  <a:cubicBezTo>
                    <a:pt x="1388" y="1762"/>
                    <a:pt x="1438" y="1781"/>
                    <a:pt x="1489" y="1781"/>
                  </a:cubicBezTo>
                  <a:cubicBezTo>
                    <a:pt x="1539" y="1781"/>
                    <a:pt x="1589" y="1762"/>
                    <a:pt x="1628" y="1723"/>
                  </a:cubicBezTo>
                  <a:lnTo>
                    <a:pt x="3015" y="345"/>
                  </a:lnTo>
                  <a:cubicBezTo>
                    <a:pt x="3140" y="211"/>
                    <a:pt x="3053" y="1"/>
                    <a:pt x="2872"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38" name="Google Shape;8838;p63"/>
          <p:cNvGrpSpPr/>
          <p:nvPr/>
        </p:nvGrpSpPr>
        <p:grpSpPr>
          <a:xfrm>
            <a:off x="1325974" y="4144733"/>
            <a:ext cx="311890" cy="304695"/>
            <a:chOff x="1340249" y="4301533"/>
            <a:chExt cx="311890" cy="304695"/>
          </a:xfrm>
        </p:grpSpPr>
        <p:sp>
          <p:nvSpPr>
            <p:cNvPr id="8839" name="Google Shape;8839;p63"/>
            <p:cNvSpPr/>
            <p:nvPr/>
          </p:nvSpPr>
          <p:spPr>
            <a:xfrm>
              <a:off x="1407081" y="4404893"/>
              <a:ext cx="182481" cy="165149"/>
            </a:xfrm>
            <a:custGeom>
              <a:avLst/>
              <a:gdLst/>
              <a:ahLst/>
              <a:cxnLst/>
              <a:rect l="l" t="t" r="r" b="b"/>
              <a:pathLst>
                <a:path w="6949" h="6289" extrusionOk="0">
                  <a:moveTo>
                    <a:pt x="1" y="1"/>
                  </a:moveTo>
                  <a:lnTo>
                    <a:pt x="1" y="6288"/>
                  </a:lnTo>
                  <a:lnTo>
                    <a:pt x="6949" y="6288"/>
                  </a:lnTo>
                  <a:lnTo>
                    <a:pt x="6949" y="1"/>
                  </a:ln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0" name="Google Shape;8840;p63"/>
            <p:cNvSpPr/>
            <p:nvPr/>
          </p:nvSpPr>
          <p:spPr>
            <a:xfrm>
              <a:off x="1369896" y="4301533"/>
              <a:ext cx="252359" cy="82772"/>
            </a:xfrm>
            <a:custGeom>
              <a:avLst/>
              <a:gdLst/>
              <a:ahLst/>
              <a:cxnLst/>
              <a:rect l="l" t="t" r="r" b="b"/>
              <a:pathLst>
                <a:path w="9610" h="3152" extrusionOk="0">
                  <a:moveTo>
                    <a:pt x="4814" y="1"/>
                  </a:moveTo>
                  <a:cubicBezTo>
                    <a:pt x="4790" y="1"/>
                    <a:pt x="4767" y="8"/>
                    <a:pt x="4747" y="22"/>
                  </a:cubicBezTo>
                  <a:lnTo>
                    <a:pt x="1" y="2779"/>
                  </a:lnTo>
                  <a:lnTo>
                    <a:pt x="355" y="3152"/>
                  </a:lnTo>
                  <a:lnTo>
                    <a:pt x="9274" y="3152"/>
                  </a:lnTo>
                  <a:lnTo>
                    <a:pt x="9609" y="2788"/>
                  </a:lnTo>
                  <a:lnTo>
                    <a:pt x="4881" y="22"/>
                  </a:lnTo>
                  <a:cubicBezTo>
                    <a:pt x="4862" y="8"/>
                    <a:pt x="4838" y="1"/>
                    <a:pt x="4814" y="1"/>
                  </a:cubicBezTo>
                  <a:close/>
                </a:path>
              </a:pathLst>
            </a:custGeom>
            <a:solidFill>
              <a:srgbClr val="D8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1" name="Google Shape;8841;p63"/>
            <p:cNvSpPr/>
            <p:nvPr/>
          </p:nvSpPr>
          <p:spPr>
            <a:xfrm>
              <a:off x="1400805" y="4322830"/>
              <a:ext cx="190516" cy="62499"/>
            </a:xfrm>
            <a:custGeom>
              <a:avLst/>
              <a:gdLst/>
              <a:ahLst/>
              <a:cxnLst/>
              <a:rect l="l" t="t" r="r" b="b"/>
              <a:pathLst>
                <a:path w="7255" h="2380" extrusionOk="0">
                  <a:moveTo>
                    <a:pt x="3637" y="1"/>
                  </a:moveTo>
                  <a:cubicBezTo>
                    <a:pt x="3621" y="1"/>
                    <a:pt x="3604" y="6"/>
                    <a:pt x="3590" y="15"/>
                  </a:cubicBezTo>
                  <a:lnTo>
                    <a:pt x="1" y="2092"/>
                  </a:lnTo>
                  <a:lnTo>
                    <a:pt x="269" y="2379"/>
                  </a:lnTo>
                  <a:lnTo>
                    <a:pt x="7006" y="2379"/>
                  </a:lnTo>
                  <a:lnTo>
                    <a:pt x="7255" y="2102"/>
                  </a:lnTo>
                  <a:lnTo>
                    <a:pt x="3685" y="15"/>
                  </a:lnTo>
                  <a:cubicBezTo>
                    <a:pt x="3671" y="6"/>
                    <a:pt x="3654" y="1"/>
                    <a:pt x="3637" y="1"/>
                  </a:cubicBez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2" name="Google Shape;8842;p63"/>
            <p:cNvSpPr/>
            <p:nvPr/>
          </p:nvSpPr>
          <p:spPr>
            <a:xfrm>
              <a:off x="1367874" y="4373985"/>
              <a:ext cx="256376" cy="30934"/>
            </a:xfrm>
            <a:custGeom>
              <a:avLst/>
              <a:gdLst/>
              <a:ahLst/>
              <a:cxnLst/>
              <a:rect l="l" t="t" r="r" b="b"/>
              <a:pathLst>
                <a:path w="9763" h="1178" extrusionOk="0">
                  <a:moveTo>
                    <a:pt x="164" y="0"/>
                  </a:moveTo>
                  <a:cubicBezTo>
                    <a:pt x="68" y="0"/>
                    <a:pt x="1" y="77"/>
                    <a:pt x="1" y="163"/>
                  </a:cubicBezTo>
                  <a:lnTo>
                    <a:pt x="1" y="1015"/>
                  </a:lnTo>
                  <a:cubicBezTo>
                    <a:pt x="1" y="1111"/>
                    <a:pt x="68" y="1178"/>
                    <a:pt x="164" y="1178"/>
                  </a:cubicBezTo>
                  <a:lnTo>
                    <a:pt x="9600" y="1178"/>
                  </a:lnTo>
                  <a:cubicBezTo>
                    <a:pt x="9696" y="1178"/>
                    <a:pt x="9763" y="1111"/>
                    <a:pt x="9763" y="1015"/>
                  </a:cubicBezTo>
                  <a:lnTo>
                    <a:pt x="9763" y="163"/>
                  </a:lnTo>
                  <a:cubicBezTo>
                    <a:pt x="9763" y="77"/>
                    <a:pt x="9696" y="0"/>
                    <a:pt x="9600"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3" name="Google Shape;8843;p63"/>
            <p:cNvSpPr/>
            <p:nvPr/>
          </p:nvSpPr>
          <p:spPr>
            <a:xfrm>
              <a:off x="1407081" y="4404893"/>
              <a:ext cx="182481" cy="160370"/>
            </a:xfrm>
            <a:custGeom>
              <a:avLst/>
              <a:gdLst/>
              <a:ahLst/>
              <a:cxnLst/>
              <a:rect l="l" t="t" r="r" b="b"/>
              <a:pathLst>
                <a:path w="6949" h="6107" extrusionOk="0">
                  <a:moveTo>
                    <a:pt x="1" y="1"/>
                  </a:moveTo>
                  <a:lnTo>
                    <a:pt x="1" y="1025"/>
                  </a:lnTo>
                  <a:lnTo>
                    <a:pt x="4020" y="1025"/>
                  </a:lnTo>
                  <a:cubicBezTo>
                    <a:pt x="5504" y="1025"/>
                    <a:pt x="6710" y="2230"/>
                    <a:pt x="6710" y="3714"/>
                  </a:cubicBezTo>
                  <a:lnTo>
                    <a:pt x="6710" y="6106"/>
                  </a:lnTo>
                  <a:lnTo>
                    <a:pt x="6949" y="6106"/>
                  </a:lnTo>
                  <a:lnTo>
                    <a:pt x="6949" y="1"/>
                  </a:ln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4" name="Google Shape;8844;p63"/>
            <p:cNvSpPr/>
            <p:nvPr/>
          </p:nvSpPr>
          <p:spPr>
            <a:xfrm>
              <a:off x="1373573" y="4404893"/>
              <a:ext cx="65965" cy="146032"/>
            </a:xfrm>
            <a:custGeom>
              <a:avLst/>
              <a:gdLst/>
              <a:ahLst/>
              <a:cxnLst/>
              <a:rect l="l" t="t" r="r" b="b"/>
              <a:pathLst>
                <a:path w="2512" h="5561" extrusionOk="0">
                  <a:moveTo>
                    <a:pt x="358" y="1"/>
                  </a:moveTo>
                  <a:cubicBezTo>
                    <a:pt x="176" y="1"/>
                    <a:pt x="23" y="144"/>
                    <a:pt x="14" y="326"/>
                  </a:cubicBezTo>
                  <a:cubicBezTo>
                    <a:pt x="1" y="539"/>
                    <a:pt x="175" y="683"/>
                    <a:pt x="355" y="683"/>
                  </a:cubicBezTo>
                  <a:cubicBezTo>
                    <a:pt x="441" y="683"/>
                    <a:pt x="529" y="649"/>
                    <a:pt x="597" y="575"/>
                  </a:cubicBezTo>
                  <a:cubicBezTo>
                    <a:pt x="610" y="566"/>
                    <a:pt x="624" y="561"/>
                    <a:pt x="638" y="561"/>
                  </a:cubicBezTo>
                  <a:cubicBezTo>
                    <a:pt x="667" y="561"/>
                    <a:pt x="693" y="581"/>
                    <a:pt x="693" y="613"/>
                  </a:cubicBezTo>
                  <a:lnTo>
                    <a:pt x="693" y="5561"/>
                  </a:lnTo>
                  <a:lnTo>
                    <a:pt x="1708" y="5561"/>
                  </a:lnTo>
                  <a:lnTo>
                    <a:pt x="1708" y="613"/>
                  </a:lnTo>
                  <a:cubicBezTo>
                    <a:pt x="1708" y="581"/>
                    <a:pt x="1734" y="561"/>
                    <a:pt x="1763" y="561"/>
                  </a:cubicBezTo>
                  <a:cubicBezTo>
                    <a:pt x="1777" y="561"/>
                    <a:pt x="1791" y="566"/>
                    <a:pt x="1803" y="575"/>
                  </a:cubicBezTo>
                  <a:cubicBezTo>
                    <a:pt x="1856" y="636"/>
                    <a:pt x="1940" y="681"/>
                    <a:pt x="2028" y="681"/>
                  </a:cubicBezTo>
                  <a:cubicBezTo>
                    <a:pt x="2036" y="681"/>
                    <a:pt x="2044" y="681"/>
                    <a:pt x="2052" y="680"/>
                  </a:cubicBezTo>
                  <a:cubicBezTo>
                    <a:pt x="2511" y="680"/>
                    <a:pt x="2511" y="1"/>
                    <a:pt x="2052" y="1"/>
                  </a:cubicBezTo>
                  <a:close/>
                </a:path>
              </a:pathLst>
            </a:custGeom>
            <a:solidFill>
              <a:srgbClr val="D8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5" name="Google Shape;8845;p63"/>
            <p:cNvSpPr/>
            <p:nvPr/>
          </p:nvSpPr>
          <p:spPr>
            <a:xfrm>
              <a:off x="1387753" y="4550898"/>
              <a:ext cx="34689" cy="17883"/>
            </a:xfrm>
            <a:custGeom>
              <a:avLst/>
              <a:gdLst/>
              <a:ahLst/>
              <a:cxnLst/>
              <a:rect l="l" t="t" r="r" b="b"/>
              <a:pathLst>
                <a:path w="1321" h="681" extrusionOk="0">
                  <a:moveTo>
                    <a:pt x="134" y="1"/>
                  </a:moveTo>
                  <a:cubicBezTo>
                    <a:pt x="57" y="1"/>
                    <a:pt x="0" y="58"/>
                    <a:pt x="0" y="135"/>
                  </a:cubicBezTo>
                  <a:lnTo>
                    <a:pt x="0" y="680"/>
                  </a:lnTo>
                  <a:lnTo>
                    <a:pt x="1321" y="680"/>
                  </a:lnTo>
                  <a:lnTo>
                    <a:pt x="1321" y="135"/>
                  </a:lnTo>
                  <a:cubicBezTo>
                    <a:pt x="1321" y="58"/>
                    <a:pt x="1263" y="1"/>
                    <a:pt x="1196"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6" name="Google Shape;8846;p63"/>
            <p:cNvSpPr/>
            <p:nvPr/>
          </p:nvSpPr>
          <p:spPr>
            <a:xfrm>
              <a:off x="1466323" y="4404893"/>
              <a:ext cx="65939" cy="146032"/>
            </a:xfrm>
            <a:custGeom>
              <a:avLst/>
              <a:gdLst/>
              <a:ahLst/>
              <a:cxnLst/>
              <a:rect l="l" t="t" r="r" b="b"/>
              <a:pathLst>
                <a:path w="2511" h="5561" extrusionOk="0">
                  <a:moveTo>
                    <a:pt x="358" y="1"/>
                  </a:moveTo>
                  <a:cubicBezTo>
                    <a:pt x="176" y="1"/>
                    <a:pt x="23" y="144"/>
                    <a:pt x="13" y="326"/>
                  </a:cubicBezTo>
                  <a:cubicBezTo>
                    <a:pt x="0" y="539"/>
                    <a:pt x="175" y="683"/>
                    <a:pt x="354" y="683"/>
                  </a:cubicBezTo>
                  <a:cubicBezTo>
                    <a:pt x="441" y="683"/>
                    <a:pt x="528" y="649"/>
                    <a:pt x="597" y="575"/>
                  </a:cubicBezTo>
                  <a:cubicBezTo>
                    <a:pt x="609" y="566"/>
                    <a:pt x="622" y="561"/>
                    <a:pt x="635" y="561"/>
                  </a:cubicBezTo>
                  <a:cubicBezTo>
                    <a:pt x="662" y="561"/>
                    <a:pt x="686" y="581"/>
                    <a:pt x="693" y="613"/>
                  </a:cubicBezTo>
                  <a:lnTo>
                    <a:pt x="693" y="5561"/>
                  </a:lnTo>
                  <a:lnTo>
                    <a:pt x="1707" y="5561"/>
                  </a:lnTo>
                  <a:lnTo>
                    <a:pt x="1707" y="613"/>
                  </a:lnTo>
                  <a:cubicBezTo>
                    <a:pt x="1707" y="581"/>
                    <a:pt x="1734" y="561"/>
                    <a:pt x="1763" y="561"/>
                  </a:cubicBezTo>
                  <a:cubicBezTo>
                    <a:pt x="1776" y="561"/>
                    <a:pt x="1790" y="566"/>
                    <a:pt x="1803" y="575"/>
                  </a:cubicBezTo>
                  <a:cubicBezTo>
                    <a:pt x="1855" y="636"/>
                    <a:pt x="1940" y="681"/>
                    <a:pt x="2027" y="681"/>
                  </a:cubicBezTo>
                  <a:cubicBezTo>
                    <a:pt x="2035" y="681"/>
                    <a:pt x="2043" y="681"/>
                    <a:pt x="2052" y="680"/>
                  </a:cubicBezTo>
                  <a:cubicBezTo>
                    <a:pt x="2511" y="680"/>
                    <a:pt x="2511" y="1"/>
                    <a:pt x="2052" y="1"/>
                  </a:cubicBezTo>
                  <a:close/>
                </a:path>
              </a:pathLst>
            </a:custGeom>
            <a:solidFill>
              <a:srgbClr val="D8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7" name="Google Shape;8847;p63"/>
            <p:cNvSpPr/>
            <p:nvPr/>
          </p:nvSpPr>
          <p:spPr>
            <a:xfrm>
              <a:off x="1480477" y="4550898"/>
              <a:ext cx="34716" cy="17883"/>
            </a:xfrm>
            <a:custGeom>
              <a:avLst/>
              <a:gdLst/>
              <a:ahLst/>
              <a:cxnLst/>
              <a:rect l="l" t="t" r="r" b="b"/>
              <a:pathLst>
                <a:path w="1322" h="681" extrusionOk="0">
                  <a:moveTo>
                    <a:pt x="125" y="1"/>
                  </a:moveTo>
                  <a:cubicBezTo>
                    <a:pt x="58" y="1"/>
                    <a:pt x="0" y="58"/>
                    <a:pt x="0" y="135"/>
                  </a:cubicBezTo>
                  <a:lnTo>
                    <a:pt x="0" y="680"/>
                  </a:lnTo>
                  <a:lnTo>
                    <a:pt x="1321" y="680"/>
                  </a:lnTo>
                  <a:lnTo>
                    <a:pt x="1321" y="135"/>
                  </a:lnTo>
                  <a:cubicBezTo>
                    <a:pt x="1321" y="58"/>
                    <a:pt x="1264" y="1"/>
                    <a:pt x="1197"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8" name="Google Shape;8848;p63"/>
            <p:cNvSpPr/>
            <p:nvPr/>
          </p:nvSpPr>
          <p:spPr>
            <a:xfrm>
              <a:off x="1559047" y="4404893"/>
              <a:ext cx="65703" cy="146032"/>
            </a:xfrm>
            <a:custGeom>
              <a:avLst/>
              <a:gdLst/>
              <a:ahLst/>
              <a:cxnLst/>
              <a:rect l="l" t="t" r="r" b="b"/>
              <a:pathLst>
                <a:path w="2502" h="5561" extrusionOk="0">
                  <a:moveTo>
                    <a:pt x="358" y="1"/>
                  </a:moveTo>
                  <a:cubicBezTo>
                    <a:pt x="176" y="1"/>
                    <a:pt x="23" y="144"/>
                    <a:pt x="14" y="326"/>
                  </a:cubicBezTo>
                  <a:cubicBezTo>
                    <a:pt x="1" y="539"/>
                    <a:pt x="175" y="683"/>
                    <a:pt x="355" y="683"/>
                  </a:cubicBezTo>
                  <a:cubicBezTo>
                    <a:pt x="441" y="683"/>
                    <a:pt x="529" y="649"/>
                    <a:pt x="597" y="575"/>
                  </a:cubicBezTo>
                  <a:cubicBezTo>
                    <a:pt x="607" y="566"/>
                    <a:pt x="619" y="561"/>
                    <a:pt x="631" y="561"/>
                  </a:cubicBezTo>
                  <a:cubicBezTo>
                    <a:pt x="657" y="561"/>
                    <a:pt x="683" y="581"/>
                    <a:pt x="683" y="613"/>
                  </a:cubicBezTo>
                  <a:lnTo>
                    <a:pt x="683" y="5561"/>
                  </a:lnTo>
                  <a:lnTo>
                    <a:pt x="1707" y="5561"/>
                  </a:lnTo>
                  <a:lnTo>
                    <a:pt x="1707" y="613"/>
                  </a:lnTo>
                  <a:cubicBezTo>
                    <a:pt x="1707" y="581"/>
                    <a:pt x="1734" y="561"/>
                    <a:pt x="1760" y="561"/>
                  </a:cubicBezTo>
                  <a:cubicBezTo>
                    <a:pt x="1772" y="561"/>
                    <a:pt x="1784" y="566"/>
                    <a:pt x="1794" y="575"/>
                  </a:cubicBezTo>
                  <a:cubicBezTo>
                    <a:pt x="1855" y="636"/>
                    <a:pt x="1940" y="681"/>
                    <a:pt x="2027" y="681"/>
                  </a:cubicBezTo>
                  <a:cubicBezTo>
                    <a:pt x="2036" y="681"/>
                    <a:pt x="2044" y="681"/>
                    <a:pt x="2052" y="680"/>
                  </a:cubicBezTo>
                  <a:cubicBezTo>
                    <a:pt x="2502" y="680"/>
                    <a:pt x="2502" y="1"/>
                    <a:pt x="2052" y="1"/>
                  </a:cubicBezTo>
                  <a:close/>
                </a:path>
              </a:pathLst>
            </a:custGeom>
            <a:solidFill>
              <a:srgbClr val="D8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9" name="Google Shape;8849;p63"/>
            <p:cNvSpPr/>
            <p:nvPr/>
          </p:nvSpPr>
          <p:spPr>
            <a:xfrm>
              <a:off x="1572965" y="4550898"/>
              <a:ext cx="34952" cy="17883"/>
            </a:xfrm>
            <a:custGeom>
              <a:avLst/>
              <a:gdLst/>
              <a:ahLst/>
              <a:cxnLst/>
              <a:rect l="l" t="t" r="r" b="b"/>
              <a:pathLst>
                <a:path w="1331" h="681" extrusionOk="0">
                  <a:moveTo>
                    <a:pt x="134" y="1"/>
                  </a:moveTo>
                  <a:cubicBezTo>
                    <a:pt x="67" y="1"/>
                    <a:pt x="0" y="58"/>
                    <a:pt x="10" y="135"/>
                  </a:cubicBezTo>
                  <a:lnTo>
                    <a:pt x="10" y="680"/>
                  </a:lnTo>
                  <a:lnTo>
                    <a:pt x="1331" y="680"/>
                  </a:lnTo>
                  <a:lnTo>
                    <a:pt x="1331" y="135"/>
                  </a:lnTo>
                  <a:cubicBezTo>
                    <a:pt x="1331" y="58"/>
                    <a:pt x="1273" y="1"/>
                    <a:pt x="1197" y="1"/>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0" name="Google Shape;8850;p63"/>
            <p:cNvSpPr/>
            <p:nvPr/>
          </p:nvSpPr>
          <p:spPr>
            <a:xfrm>
              <a:off x="1369135" y="4564974"/>
              <a:ext cx="254118" cy="21638"/>
            </a:xfrm>
            <a:custGeom>
              <a:avLst/>
              <a:gdLst/>
              <a:ahLst/>
              <a:cxnLst/>
              <a:rect l="l" t="t" r="r" b="b"/>
              <a:pathLst>
                <a:path w="9677" h="824" extrusionOk="0">
                  <a:moveTo>
                    <a:pt x="326" y="1"/>
                  </a:moveTo>
                  <a:cubicBezTo>
                    <a:pt x="144" y="1"/>
                    <a:pt x="1" y="154"/>
                    <a:pt x="1" y="336"/>
                  </a:cubicBezTo>
                  <a:lnTo>
                    <a:pt x="1" y="824"/>
                  </a:lnTo>
                  <a:lnTo>
                    <a:pt x="9667" y="824"/>
                  </a:lnTo>
                  <a:lnTo>
                    <a:pt x="9667" y="336"/>
                  </a:lnTo>
                  <a:cubicBezTo>
                    <a:pt x="9676" y="154"/>
                    <a:pt x="9523" y="1"/>
                    <a:pt x="9341" y="1"/>
                  </a:cubicBezTo>
                  <a:close/>
                </a:path>
              </a:pathLst>
            </a:custGeom>
            <a:solidFill>
              <a:srgbClr val="E8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1" name="Google Shape;8851;p63"/>
            <p:cNvSpPr/>
            <p:nvPr/>
          </p:nvSpPr>
          <p:spPr>
            <a:xfrm>
              <a:off x="1359603" y="4583330"/>
              <a:ext cx="272946" cy="18382"/>
            </a:xfrm>
            <a:custGeom>
              <a:avLst/>
              <a:gdLst/>
              <a:ahLst/>
              <a:cxnLst/>
              <a:rect l="l" t="t" r="r" b="b"/>
              <a:pathLst>
                <a:path w="10394" h="700" extrusionOk="0">
                  <a:moveTo>
                    <a:pt x="345" y="0"/>
                  </a:moveTo>
                  <a:cubicBezTo>
                    <a:pt x="153" y="0"/>
                    <a:pt x="0" y="154"/>
                    <a:pt x="0" y="345"/>
                  </a:cubicBezTo>
                  <a:lnTo>
                    <a:pt x="0" y="699"/>
                  </a:lnTo>
                  <a:lnTo>
                    <a:pt x="10393" y="699"/>
                  </a:lnTo>
                  <a:lnTo>
                    <a:pt x="10393" y="345"/>
                  </a:lnTo>
                  <a:cubicBezTo>
                    <a:pt x="10393" y="154"/>
                    <a:pt x="10240" y="0"/>
                    <a:pt x="10059" y="0"/>
                  </a:cubicBezTo>
                  <a:close/>
                </a:path>
              </a:pathLst>
            </a:custGeom>
            <a:solidFill>
              <a:srgbClr val="CED6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2" name="Google Shape;8852;p63"/>
            <p:cNvSpPr/>
            <p:nvPr/>
          </p:nvSpPr>
          <p:spPr>
            <a:xfrm>
              <a:off x="1340249" y="4597142"/>
              <a:ext cx="311890" cy="9086"/>
            </a:xfrm>
            <a:custGeom>
              <a:avLst/>
              <a:gdLst/>
              <a:ahLst/>
              <a:cxnLst/>
              <a:rect l="l" t="t" r="r" b="b"/>
              <a:pathLst>
                <a:path w="11877" h="346" extrusionOk="0">
                  <a:moveTo>
                    <a:pt x="230" y="1"/>
                  </a:moveTo>
                  <a:cubicBezTo>
                    <a:pt x="0" y="1"/>
                    <a:pt x="0" y="345"/>
                    <a:pt x="230" y="345"/>
                  </a:cubicBezTo>
                  <a:lnTo>
                    <a:pt x="11647" y="345"/>
                  </a:lnTo>
                  <a:cubicBezTo>
                    <a:pt x="11877" y="345"/>
                    <a:pt x="11877" y="1"/>
                    <a:pt x="11647"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53" name="Google Shape;8853;p63"/>
          <p:cNvGrpSpPr/>
          <p:nvPr/>
        </p:nvGrpSpPr>
        <p:grpSpPr>
          <a:xfrm>
            <a:off x="1316415" y="3220224"/>
            <a:ext cx="306874" cy="332268"/>
            <a:chOff x="1330690" y="3377024"/>
            <a:chExt cx="306874" cy="332268"/>
          </a:xfrm>
        </p:grpSpPr>
        <p:sp>
          <p:nvSpPr>
            <p:cNvPr id="8854" name="Google Shape;8854;p63"/>
            <p:cNvSpPr/>
            <p:nvPr/>
          </p:nvSpPr>
          <p:spPr>
            <a:xfrm>
              <a:off x="1403325" y="3377024"/>
              <a:ext cx="234239" cy="332268"/>
            </a:xfrm>
            <a:custGeom>
              <a:avLst/>
              <a:gdLst/>
              <a:ahLst/>
              <a:cxnLst/>
              <a:rect l="l" t="t" r="r" b="b"/>
              <a:pathLst>
                <a:path w="8920" h="12653" extrusionOk="0">
                  <a:moveTo>
                    <a:pt x="259" y="0"/>
                  </a:moveTo>
                  <a:cubicBezTo>
                    <a:pt x="115" y="0"/>
                    <a:pt x="0" y="105"/>
                    <a:pt x="0" y="249"/>
                  </a:cubicBezTo>
                  <a:lnTo>
                    <a:pt x="0" y="12394"/>
                  </a:lnTo>
                  <a:cubicBezTo>
                    <a:pt x="0" y="12537"/>
                    <a:pt x="115" y="12652"/>
                    <a:pt x="259" y="12652"/>
                  </a:cubicBezTo>
                  <a:lnTo>
                    <a:pt x="8307" y="12652"/>
                  </a:lnTo>
                  <a:cubicBezTo>
                    <a:pt x="8642" y="12652"/>
                    <a:pt x="8920" y="12375"/>
                    <a:pt x="8920" y="12040"/>
                  </a:cubicBezTo>
                  <a:lnTo>
                    <a:pt x="8920" y="603"/>
                  </a:lnTo>
                  <a:cubicBezTo>
                    <a:pt x="8920" y="268"/>
                    <a:pt x="8642" y="0"/>
                    <a:pt x="8307"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5" name="Google Shape;8855;p63"/>
            <p:cNvSpPr/>
            <p:nvPr/>
          </p:nvSpPr>
          <p:spPr>
            <a:xfrm>
              <a:off x="1381713" y="3397375"/>
              <a:ext cx="234003" cy="291539"/>
            </a:xfrm>
            <a:custGeom>
              <a:avLst/>
              <a:gdLst/>
              <a:ahLst/>
              <a:cxnLst/>
              <a:rect l="l" t="t" r="r" b="b"/>
              <a:pathLst>
                <a:path w="8911" h="11102" extrusionOk="0">
                  <a:moveTo>
                    <a:pt x="0" y="0"/>
                  </a:moveTo>
                  <a:lnTo>
                    <a:pt x="0" y="11102"/>
                  </a:lnTo>
                  <a:lnTo>
                    <a:pt x="8910" y="11102"/>
                  </a:lnTo>
                  <a:lnTo>
                    <a:pt x="8910"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6" name="Google Shape;8856;p63"/>
            <p:cNvSpPr/>
            <p:nvPr/>
          </p:nvSpPr>
          <p:spPr>
            <a:xfrm>
              <a:off x="1361861" y="3377024"/>
              <a:ext cx="234239" cy="332268"/>
            </a:xfrm>
            <a:custGeom>
              <a:avLst/>
              <a:gdLst/>
              <a:ahLst/>
              <a:cxnLst/>
              <a:rect l="l" t="t" r="r" b="b"/>
              <a:pathLst>
                <a:path w="8920" h="12653" extrusionOk="0">
                  <a:moveTo>
                    <a:pt x="613" y="0"/>
                  </a:moveTo>
                  <a:cubicBezTo>
                    <a:pt x="268" y="0"/>
                    <a:pt x="0" y="268"/>
                    <a:pt x="0" y="603"/>
                  </a:cubicBezTo>
                  <a:lnTo>
                    <a:pt x="0" y="12040"/>
                  </a:lnTo>
                  <a:cubicBezTo>
                    <a:pt x="0" y="12375"/>
                    <a:pt x="268" y="12652"/>
                    <a:pt x="613" y="12652"/>
                  </a:cubicBezTo>
                  <a:lnTo>
                    <a:pt x="8307" y="12652"/>
                  </a:lnTo>
                  <a:cubicBezTo>
                    <a:pt x="8642" y="12652"/>
                    <a:pt x="8920" y="12375"/>
                    <a:pt x="8920" y="12040"/>
                  </a:cubicBezTo>
                  <a:lnTo>
                    <a:pt x="8920" y="603"/>
                  </a:lnTo>
                  <a:cubicBezTo>
                    <a:pt x="8920" y="268"/>
                    <a:pt x="8642" y="0"/>
                    <a:pt x="8307" y="0"/>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7" name="Google Shape;8857;p63"/>
            <p:cNvSpPr/>
            <p:nvPr/>
          </p:nvSpPr>
          <p:spPr>
            <a:xfrm>
              <a:off x="1559888" y="3377024"/>
              <a:ext cx="36213" cy="332268"/>
            </a:xfrm>
            <a:custGeom>
              <a:avLst/>
              <a:gdLst/>
              <a:ahLst/>
              <a:cxnLst/>
              <a:rect l="l" t="t" r="r" b="b"/>
              <a:pathLst>
                <a:path w="1379" h="12653" extrusionOk="0">
                  <a:moveTo>
                    <a:pt x="1" y="0"/>
                  </a:moveTo>
                  <a:cubicBezTo>
                    <a:pt x="336" y="0"/>
                    <a:pt x="613" y="268"/>
                    <a:pt x="613" y="603"/>
                  </a:cubicBezTo>
                  <a:lnTo>
                    <a:pt x="613" y="12040"/>
                  </a:lnTo>
                  <a:cubicBezTo>
                    <a:pt x="613" y="12375"/>
                    <a:pt x="336" y="12652"/>
                    <a:pt x="1" y="12652"/>
                  </a:cubicBezTo>
                  <a:lnTo>
                    <a:pt x="766" y="12652"/>
                  </a:lnTo>
                  <a:cubicBezTo>
                    <a:pt x="1101" y="12652"/>
                    <a:pt x="1379" y="12375"/>
                    <a:pt x="1379" y="12040"/>
                  </a:cubicBezTo>
                  <a:lnTo>
                    <a:pt x="1379" y="603"/>
                  </a:lnTo>
                  <a:cubicBezTo>
                    <a:pt x="1379" y="268"/>
                    <a:pt x="1101" y="0"/>
                    <a:pt x="766"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8" name="Google Shape;8858;p63"/>
            <p:cNvSpPr/>
            <p:nvPr/>
          </p:nvSpPr>
          <p:spPr>
            <a:xfrm>
              <a:off x="1330690" y="3413972"/>
              <a:ext cx="61606" cy="26654"/>
            </a:xfrm>
            <a:custGeom>
              <a:avLst/>
              <a:gdLst/>
              <a:ahLst/>
              <a:cxnLst/>
              <a:rect l="l" t="t" r="r" b="b"/>
              <a:pathLst>
                <a:path w="2346" h="1015" extrusionOk="0">
                  <a:moveTo>
                    <a:pt x="651" y="0"/>
                  </a:moveTo>
                  <a:cubicBezTo>
                    <a:pt x="1" y="29"/>
                    <a:pt x="1" y="986"/>
                    <a:pt x="651" y="1014"/>
                  </a:cubicBezTo>
                  <a:lnTo>
                    <a:pt x="1694" y="1014"/>
                  </a:lnTo>
                  <a:cubicBezTo>
                    <a:pt x="2345" y="986"/>
                    <a:pt x="2345" y="29"/>
                    <a:pt x="1694"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9" name="Google Shape;8859;p63"/>
            <p:cNvSpPr/>
            <p:nvPr/>
          </p:nvSpPr>
          <p:spPr>
            <a:xfrm>
              <a:off x="1331189" y="3490861"/>
              <a:ext cx="61343" cy="26917"/>
            </a:xfrm>
            <a:custGeom>
              <a:avLst/>
              <a:gdLst/>
              <a:ahLst/>
              <a:cxnLst/>
              <a:rect l="l" t="t" r="r" b="b"/>
              <a:pathLst>
                <a:path w="2336" h="1025" extrusionOk="0">
                  <a:moveTo>
                    <a:pt x="642" y="1"/>
                  </a:moveTo>
                  <a:cubicBezTo>
                    <a:pt x="1" y="29"/>
                    <a:pt x="1" y="986"/>
                    <a:pt x="642" y="1025"/>
                  </a:cubicBezTo>
                  <a:lnTo>
                    <a:pt x="1695" y="1025"/>
                  </a:lnTo>
                  <a:cubicBezTo>
                    <a:pt x="2336" y="986"/>
                    <a:pt x="2336" y="29"/>
                    <a:pt x="1695"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0" name="Google Shape;8860;p63"/>
            <p:cNvSpPr/>
            <p:nvPr/>
          </p:nvSpPr>
          <p:spPr>
            <a:xfrm>
              <a:off x="1331452" y="3567777"/>
              <a:ext cx="61343" cy="26654"/>
            </a:xfrm>
            <a:custGeom>
              <a:avLst/>
              <a:gdLst/>
              <a:ahLst/>
              <a:cxnLst/>
              <a:rect l="l" t="t" r="r" b="b"/>
              <a:pathLst>
                <a:path w="2336" h="1015" extrusionOk="0">
                  <a:moveTo>
                    <a:pt x="651" y="0"/>
                  </a:moveTo>
                  <a:cubicBezTo>
                    <a:pt x="0" y="29"/>
                    <a:pt x="0" y="986"/>
                    <a:pt x="651" y="1014"/>
                  </a:cubicBezTo>
                  <a:lnTo>
                    <a:pt x="1694" y="1014"/>
                  </a:lnTo>
                  <a:cubicBezTo>
                    <a:pt x="2335" y="986"/>
                    <a:pt x="2335" y="29"/>
                    <a:pt x="1694"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1" name="Google Shape;8861;p63"/>
            <p:cNvSpPr/>
            <p:nvPr/>
          </p:nvSpPr>
          <p:spPr>
            <a:xfrm>
              <a:off x="1331688" y="3644640"/>
              <a:ext cx="58586" cy="26733"/>
            </a:xfrm>
            <a:custGeom>
              <a:avLst/>
              <a:gdLst/>
              <a:ahLst/>
              <a:cxnLst/>
              <a:rect l="l" t="t" r="r" b="b"/>
              <a:pathLst>
                <a:path w="2231" h="1018" extrusionOk="0">
                  <a:moveTo>
                    <a:pt x="1728" y="0"/>
                  </a:moveTo>
                  <a:cubicBezTo>
                    <a:pt x="1717" y="0"/>
                    <a:pt x="1706" y="1"/>
                    <a:pt x="1695" y="2"/>
                  </a:cubicBezTo>
                  <a:lnTo>
                    <a:pt x="652" y="2"/>
                  </a:lnTo>
                  <a:cubicBezTo>
                    <a:pt x="1" y="30"/>
                    <a:pt x="1" y="987"/>
                    <a:pt x="652" y="1016"/>
                  </a:cubicBezTo>
                  <a:lnTo>
                    <a:pt x="1695" y="1016"/>
                  </a:lnTo>
                  <a:cubicBezTo>
                    <a:pt x="1706" y="1017"/>
                    <a:pt x="1717" y="1017"/>
                    <a:pt x="1728" y="1017"/>
                  </a:cubicBezTo>
                  <a:cubicBezTo>
                    <a:pt x="2009" y="1017"/>
                    <a:pt x="2231" y="785"/>
                    <a:pt x="2231" y="509"/>
                  </a:cubicBezTo>
                  <a:cubicBezTo>
                    <a:pt x="2231" y="232"/>
                    <a:pt x="2009" y="0"/>
                    <a:pt x="1728"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2" name="Google Shape;8862;p63"/>
            <p:cNvSpPr/>
            <p:nvPr/>
          </p:nvSpPr>
          <p:spPr>
            <a:xfrm>
              <a:off x="1330690" y="3413972"/>
              <a:ext cx="61606" cy="26654"/>
            </a:xfrm>
            <a:custGeom>
              <a:avLst/>
              <a:gdLst/>
              <a:ahLst/>
              <a:cxnLst/>
              <a:rect l="l" t="t" r="r" b="b"/>
              <a:pathLst>
                <a:path w="2346" h="1015" extrusionOk="0">
                  <a:moveTo>
                    <a:pt x="651" y="0"/>
                  </a:moveTo>
                  <a:cubicBezTo>
                    <a:pt x="1" y="29"/>
                    <a:pt x="1" y="986"/>
                    <a:pt x="651" y="1014"/>
                  </a:cubicBezTo>
                  <a:lnTo>
                    <a:pt x="1694" y="1014"/>
                  </a:lnTo>
                  <a:cubicBezTo>
                    <a:pt x="2345" y="986"/>
                    <a:pt x="2345" y="29"/>
                    <a:pt x="1694"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3" name="Google Shape;8863;p63"/>
            <p:cNvSpPr/>
            <p:nvPr/>
          </p:nvSpPr>
          <p:spPr>
            <a:xfrm>
              <a:off x="1355060" y="3413945"/>
              <a:ext cx="34217" cy="26706"/>
            </a:xfrm>
            <a:custGeom>
              <a:avLst/>
              <a:gdLst/>
              <a:ahLst/>
              <a:cxnLst/>
              <a:rect l="l" t="t" r="r" b="b"/>
              <a:pathLst>
                <a:path w="1303" h="1017" extrusionOk="0">
                  <a:moveTo>
                    <a:pt x="19" y="1"/>
                  </a:moveTo>
                  <a:cubicBezTo>
                    <a:pt x="13" y="1"/>
                    <a:pt x="7" y="1"/>
                    <a:pt x="1" y="1"/>
                  </a:cubicBezTo>
                  <a:lnTo>
                    <a:pt x="37" y="1"/>
                  </a:lnTo>
                  <a:cubicBezTo>
                    <a:pt x="31" y="1"/>
                    <a:pt x="25" y="1"/>
                    <a:pt x="19" y="1"/>
                  </a:cubicBezTo>
                  <a:close/>
                  <a:moveTo>
                    <a:pt x="1" y="1015"/>
                  </a:moveTo>
                  <a:cubicBezTo>
                    <a:pt x="12" y="1016"/>
                    <a:pt x="24" y="1017"/>
                    <a:pt x="35" y="1017"/>
                  </a:cubicBezTo>
                  <a:cubicBezTo>
                    <a:pt x="47" y="1017"/>
                    <a:pt x="58" y="1016"/>
                    <a:pt x="70" y="1015"/>
                  </a:cubicBezTo>
                  <a:close/>
                  <a:moveTo>
                    <a:pt x="784" y="1"/>
                  </a:moveTo>
                  <a:cubicBezTo>
                    <a:pt x="778" y="1"/>
                    <a:pt x="772" y="1"/>
                    <a:pt x="766" y="1"/>
                  </a:cubicBezTo>
                  <a:lnTo>
                    <a:pt x="37" y="1"/>
                  </a:lnTo>
                  <a:cubicBezTo>
                    <a:pt x="317" y="10"/>
                    <a:pt x="537" y="233"/>
                    <a:pt x="537" y="508"/>
                  </a:cubicBezTo>
                  <a:cubicBezTo>
                    <a:pt x="537" y="782"/>
                    <a:pt x="334" y="998"/>
                    <a:pt x="70" y="1015"/>
                  </a:cubicBezTo>
                  <a:lnTo>
                    <a:pt x="766" y="1015"/>
                  </a:lnTo>
                  <a:cubicBezTo>
                    <a:pt x="778" y="1016"/>
                    <a:pt x="790" y="1017"/>
                    <a:pt x="801" y="1017"/>
                  </a:cubicBezTo>
                  <a:cubicBezTo>
                    <a:pt x="1081" y="1017"/>
                    <a:pt x="1302" y="793"/>
                    <a:pt x="1302" y="508"/>
                  </a:cubicBezTo>
                  <a:cubicBezTo>
                    <a:pt x="1302" y="227"/>
                    <a:pt x="1073" y="1"/>
                    <a:pt x="78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4" name="Google Shape;8864;p63"/>
            <p:cNvSpPr/>
            <p:nvPr/>
          </p:nvSpPr>
          <p:spPr>
            <a:xfrm>
              <a:off x="1331189" y="3490861"/>
              <a:ext cx="61343" cy="26917"/>
            </a:xfrm>
            <a:custGeom>
              <a:avLst/>
              <a:gdLst/>
              <a:ahLst/>
              <a:cxnLst/>
              <a:rect l="l" t="t" r="r" b="b"/>
              <a:pathLst>
                <a:path w="2336" h="1025" extrusionOk="0">
                  <a:moveTo>
                    <a:pt x="642" y="1"/>
                  </a:moveTo>
                  <a:cubicBezTo>
                    <a:pt x="1" y="29"/>
                    <a:pt x="1" y="986"/>
                    <a:pt x="642" y="1025"/>
                  </a:cubicBezTo>
                  <a:lnTo>
                    <a:pt x="1695" y="1025"/>
                  </a:lnTo>
                  <a:cubicBezTo>
                    <a:pt x="2336" y="986"/>
                    <a:pt x="2336" y="29"/>
                    <a:pt x="1695" y="1"/>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5" name="Google Shape;8865;p63"/>
            <p:cNvSpPr/>
            <p:nvPr/>
          </p:nvSpPr>
          <p:spPr>
            <a:xfrm>
              <a:off x="1355585" y="3490861"/>
              <a:ext cx="33954" cy="26706"/>
            </a:xfrm>
            <a:custGeom>
              <a:avLst/>
              <a:gdLst/>
              <a:ahLst/>
              <a:cxnLst/>
              <a:rect l="l" t="t" r="r" b="b"/>
              <a:pathLst>
                <a:path w="1293" h="1017" extrusionOk="0">
                  <a:moveTo>
                    <a:pt x="17" y="0"/>
                  </a:moveTo>
                  <a:cubicBezTo>
                    <a:pt x="12" y="0"/>
                    <a:pt x="6" y="0"/>
                    <a:pt x="0" y="1"/>
                  </a:cubicBezTo>
                  <a:lnTo>
                    <a:pt x="35" y="1"/>
                  </a:lnTo>
                  <a:cubicBezTo>
                    <a:pt x="29" y="0"/>
                    <a:pt x="23" y="0"/>
                    <a:pt x="17" y="0"/>
                  </a:cubicBezTo>
                  <a:close/>
                  <a:moveTo>
                    <a:pt x="0" y="1015"/>
                  </a:moveTo>
                  <a:cubicBezTo>
                    <a:pt x="11" y="1016"/>
                    <a:pt x="22" y="1016"/>
                    <a:pt x="33" y="1016"/>
                  </a:cubicBezTo>
                  <a:cubicBezTo>
                    <a:pt x="45" y="1016"/>
                    <a:pt x="56" y="1016"/>
                    <a:pt x="67" y="1015"/>
                  </a:cubicBezTo>
                  <a:close/>
                  <a:moveTo>
                    <a:pt x="774" y="0"/>
                  </a:moveTo>
                  <a:cubicBezTo>
                    <a:pt x="768" y="0"/>
                    <a:pt x="762" y="0"/>
                    <a:pt x="756" y="1"/>
                  </a:cubicBezTo>
                  <a:lnTo>
                    <a:pt x="35" y="1"/>
                  </a:lnTo>
                  <a:cubicBezTo>
                    <a:pt x="306" y="10"/>
                    <a:pt x="526" y="232"/>
                    <a:pt x="526" y="508"/>
                  </a:cubicBezTo>
                  <a:cubicBezTo>
                    <a:pt x="526" y="781"/>
                    <a:pt x="323" y="998"/>
                    <a:pt x="67" y="1015"/>
                  </a:cubicBezTo>
                  <a:lnTo>
                    <a:pt x="756" y="1015"/>
                  </a:lnTo>
                  <a:cubicBezTo>
                    <a:pt x="768" y="1016"/>
                    <a:pt x="779" y="1016"/>
                    <a:pt x="791" y="1016"/>
                  </a:cubicBezTo>
                  <a:cubicBezTo>
                    <a:pt x="1071" y="1016"/>
                    <a:pt x="1292" y="793"/>
                    <a:pt x="1292" y="508"/>
                  </a:cubicBezTo>
                  <a:cubicBezTo>
                    <a:pt x="1292" y="226"/>
                    <a:pt x="1062" y="0"/>
                    <a:pt x="774"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6" name="Google Shape;8866;p63"/>
            <p:cNvSpPr/>
            <p:nvPr/>
          </p:nvSpPr>
          <p:spPr>
            <a:xfrm>
              <a:off x="1331452" y="3567777"/>
              <a:ext cx="61343" cy="26654"/>
            </a:xfrm>
            <a:custGeom>
              <a:avLst/>
              <a:gdLst/>
              <a:ahLst/>
              <a:cxnLst/>
              <a:rect l="l" t="t" r="r" b="b"/>
              <a:pathLst>
                <a:path w="2336" h="1015" extrusionOk="0">
                  <a:moveTo>
                    <a:pt x="651" y="0"/>
                  </a:moveTo>
                  <a:cubicBezTo>
                    <a:pt x="0" y="29"/>
                    <a:pt x="0" y="986"/>
                    <a:pt x="651" y="1014"/>
                  </a:cubicBezTo>
                  <a:lnTo>
                    <a:pt x="1694" y="1014"/>
                  </a:lnTo>
                  <a:cubicBezTo>
                    <a:pt x="2335" y="986"/>
                    <a:pt x="2335" y="29"/>
                    <a:pt x="1694"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7" name="Google Shape;8867;p63"/>
            <p:cNvSpPr/>
            <p:nvPr/>
          </p:nvSpPr>
          <p:spPr>
            <a:xfrm>
              <a:off x="1355821" y="3567750"/>
              <a:ext cx="34217" cy="26706"/>
            </a:xfrm>
            <a:custGeom>
              <a:avLst/>
              <a:gdLst/>
              <a:ahLst/>
              <a:cxnLst/>
              <a:rect l="l" t="t" r="r" b="b"/>
              <a:pathLst>
                <a:path w="1303" h="1017" extrusionOk="0">
                  <a:moveTo>
                    <a:pt x="18" y="1"/>
                  </a:moveTo>
                  <a:cubicBezTo>
                    <a:pt x="12" y="1"/>
                    <a:pt x="6" y="1"/>
                    <a:pt x="1" y="1"/>
                  </a:cubicBezTo>
                  <a:lnTo>
                    <a:pt x="35" y="1"/>
                  </a:lnTo>
                  <a:cubicBezTo>
                    <a:pt x="29" y="1"/>
                    <a:pt x="24" y="1"/>
                    <a:pt x="18" y="1"/>
                  </a:cubicBezTo>
                  <a:close/>
                  <a:moveTo>
                    <a:pt x="1" y="1015"/>
                  </a:moveTo>
                  <a:cubicBezTo>
                    <a:pt x="12" y="1016"/>
                    <a:pt x="23" y="1017"/>
                    <a:pt x="34" y="1017"/>
                  </a:cubicBezTo>
                  <a:cubicBezTo>
                    <a:pt x="45" y="1017"/>
                    <a:pt x="56" y="1016"/>
                    <a:pt x="67" y="1015"/>
                  </a:cubicBezTo>
                  <a:close/>
                  <a:moveTo>
                    <a:pt x="784" y="1"/>
                  </a:moveTo>
                  <a:cubicBezTo>
                    <a:pt x="778" y="1"/>
                    <a:pt x="772" y="1"/>
                    <a:pt x="766" y="1"/>
                  </a:cubicBezTo>
                  <a:lnTo>
                    <a:pt x="35" y="1"/>
                  </a:lnTo>
                  <a:cubicBezTo>
                    <a:pt x="307" y="10"/>
                    <a:pt x="537" y="233"/>
                    <a:pt x="537" y="508"/>
                  </a:cubicBezTo>
                  <a:cubicBezTo>
                    <a:pt x="537" y="782"/>
                    <a:pt x="325" y="998"/>
                    <a:pt x="67" y="1015"/>
                  </a:cubicBezTo>
                  <a:lnTo>
                    <a:pt x="766" y="1015"/>
                  </a:lnTo>
                  <a:cubicBezTo>
                    <a:pt x="777" y="1016"/>
                    <a:pt x="789" y="1017"/>
                    <a:pt x="800" y="1017"/>
                  </a:cubicBezTo>
                  <a:cubicBezTo>
                    <a:pt x="1072" y="1017"/>
                    <a:pt x="1302" y="793"/>
                    <a:pt x="1302" y="508"/>
                  </a:cubicBezTo>
                  <a:cubicBezTo>
                    <a:pt x="1302" y="227"/>
                    <a:pt x="1063" y="1"/>
                    <a:pt x="78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8" name="Google Shape;8868;p63"/>
            <p:cNvSpPr/>
            <p:nvPr/>
          </p:nvSpPr>
          <p:spPr>
            <a:xfrm>
              <a:off x="1331688" y="3644640"/>
              <a:ext cx="58586" cy="26733"/>
            </a:xfrm>
            <a:custGeom>
              <a:avLst/>
              <a:gdLst/>
              <a:ahLst/>
              <a:cxnLst/>
              <a:rect l="l" t="t" r="r" b="b"/>
              <a:pathLst>
                <a:path w="2231" h="1018" extrusionOk="0">
                  <a:moveTo>
                    <a:pt x="1728" y="0"/>
                  </a:moveTo>
                  <a:cubicBezTo>
                    <a:pt x="1717" y="0"/>
                    <a:pt x="1706" y="1"/>
                    <a:pt x="1695" y="2"/>
                  </a:cubicBezTo>
                  <a:lnTo>
                    <a:pt x="652" y="2"/>
                  </a:lnTo>
                  <a:cubicBezTo>
                    <a:pt x="1" y="30"/>
                    <a:pt x="1" y="987"/>
                    <a:pt x="652" y="1016"/>
                  </a:cubicBezTo>
                  <a:lnTo>
                    <a:pt x="1695" y="1016"/>
                  </a:lnTo>
                  <a:cubicBezTo>
                    <a:pt x="1706" y="1017"/>
                    <a:pt x="1717" y="1017"/>
                    <a:pt x="1728" y="1017"/>
                  </a:cubicBezTo>
                  <a:cubicBezTo>
                    <a:pt x="2009" y="1017"/>
                    <a:pt x="2231" y="785"/>
                    <a:pt x="2231" y="509"/>
                  </a:cubicBezTo>
                  <a:cubicBezTo>
                    <a:pt x="2231" y="232"/>
                    <a:pt x="2009" y="0"/>
                    <a:pt x="1728"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9" name="Google Shape;8869;p63"/>
            <p:cNvSpPr/>
            <p:nvPr/>
          </p:nvSpPr>
          <p:spPr>
            <a:xfrm>
              <a:off x="1356084" y="3644640"/>
              <a:ext cx="34191" cy="26733"/>
            </a:xfrm>
            <a:custGeom>
              <a:avLst/>
              <a:gdLst/>
              <a:ahLst/>
              <a:cxnLst/>
              <a:rect l="l" t="t" r="r" b="b"/>
              <a:pathLst>
                <a:path w="1302" h="1018" extrusionOk="0">
                  <a:moveTo>
                    <a:pt x="33" y="0"/>
                  </a:moveTo>
                  <a:cubicBezTo>
                    <a:pt x="22" y="0"/>
                    <a:pt x="11" y="1"/>
                    <a:pt x="0" y="2"/>
                  </a:cubicBezTo>
                  <a:lnTo>
                    <a:pt x="66" y="2"/>
                  </a:lnTo>
                  <a:cubicBezTo>
                    <a:pt x="55" y="1"/>
                    <a:pt x="44" y="0"/>
                    <a:pt x="33" y="0"/>
                  </a:cubicBezTo>
                  <a:close/>
                  <a:moveTo>
                    <a:pt x="0" y="1016"/>
                  </a:moveTo>
                  <a:cubicBezTo>
                    <a:pt x="11" y="1017"/>
                    <a:pt x="22" y="1017"/>
                    <a:pt x="33" y="1017"/>
                  </a:cubicBezTo>
                  <a:cubicBezTo>
                    <a:pt x="44" y="1017"/>
                    <a:pt x="55" y="1017"/>
                    <a:pt x="66" y="1016"/>
                  </a:cubicBezTo>
                  <a:close/>
                  <a:moveTo>
                    <a:pt x="799" y="0"/>
                  </a:moveTo>
                  <a:cubicBezTo>
                    <a:pt x="788" y="0"/>
                    <a:pt x="777" y="1"/>
                    <a:pt x="766" y="2"/>
                  </a:cubicBezTo>
                  <a:lnTo>
                    <a:pt x="66" y="2"/>
                  </a:lnTo>
                  <a:cubicBezTo>
                    <a:pt x="332" y="19"/>
                    <a:pt x="536" y="243"/>
                    <a:pt x="536" y="509"/>
                  </a:cubicBezTo>
                  <a:cubicBezTo>
                    <a:pt x="536" y="774"/>
                    <a:pt x="332" y="999"/>
                    <a:pt x="66" y="1016"/>
                  </a:cubicBezTo>
                  <a:lnTo>
                    <a:pt x="766" y="1016"/>
                  </a:lnTo>
                  <a:cubicBezTo>
                    <a:pt x="777" y="1017"/>
                    <a:pt x="788" y="1017"/>
                    <a:pt x="799" y="1017"/>
                  </a:cubicBezTo>
                  <a:cubicBezTo>
                    <a:pt x="1080" y="1017"/>
                    <a:pt x="1302" y="785"/>
                    <a:pt x="1302" y="509"/>
                  </a:cubicBezTo>
                  <a:cubicBezTo>
                    <a:pt x="1302" y="232"/>
                    <a:pt x="1080" y="0"/>
                    <a:pt x="799"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0" name="Google Shape;8870;p63"/>
            <p:cNvSpPr/>
            <p:nvPr/>
          </p:nvSpPr>
          <p:spPr>
            <a:xfrm>
              <a:off x="1419397" y="3626310"/>
              <a:ext cx="133243" cy="9847"/>
            </a:xfrm>
            <a:custGeom>
              <a:avLst/>
              <a:gdLst/>
              <a:ahLst/>
              <a:cxnLst/>
              <a:rect l="l" t="t" r="r" b="b"/>
              <a:pathLst>
                <a:path w="5074" h="375" extrusionOk="0">
                  <a:moveTo>
                    <a:pt x="240" y="1"/>
                  </a:moveTo>
                  <a:cubicBezTo>
                    <a:pt x="1" y="1"/>
                    <a:pt x="1" y="374"/>
                    <a:pt x="240" y="374"/>
                  </a:cubicBezTo>
                  <a:lnTo>
                    <a:pt x="4824" y="374"/>
                  </a:lnTo>
                  <a:cubicBezTo>
                    <a:pt x="5073" y="374"/>
                    <a:pt x="5073" y="1"/>
                    <a:pt x="482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1" name="Google Shape;8871;p63"/>
            <p:cNvSpPr/>
            <p:nvPr/>
          </p:nvSpPr>
          <p:spPr>
            <a:xfrm>
              <a:off x="1419397" y="3647686"/>
              <a:ext cx="133243" cy="9821"/>
            </a:xfrm>
            <a:custGeom>
              <a:avLst/>
              <a:gdLst/>
              <a:ahLst/>
              <a:cxnLst/>
              <a:rect l="l" t="t" r="r" b="b"/>
              <a:pathLst>
                <a:path w="5074" h="374" extrusionOk="0">
                  <a:moveTo>
                    <a:pt x="240" y="0"/>
                  </a:moveTo>
                  <a:cubicBezTo>
                    <a:pt x="1" y="0"/>
                    <a:pt x="1" y="374"/>
                    <a:pt x="240" y="374"/>
                  </a:cubicBezTo>
                  <a:lnTo>
                    <a:pt x="4824" y="374"/>
                  </a:lnTo>
                  <a:cubicBezTo>
                    <a:pt x="5073" y="374"/>
                    <a:pt x="5073" y="0"/>
                    <a:pt x="4824"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2" name="Google Shape;8872;p63"/>
            <p:cNvSpPr/>
            <p:nvPr/>
          </p:nvSpPr>
          <p:spPr>
            <a:xfrm>
              <a:off x="1444527" y="3433063"/>
              <a:ext cx="68145" cy="169403"/>
            </a:xfrm>
            <a:custGeom>
              <a:avLst/>
              <a:gdLst/>
              <a:ahLst/>
              <a:cxnLst/>
              <a:rect l="l" t="t" r="r" b="b"/>
              <a:pathLst>
                <a:path w="2595" h="6451" extrusionOk="0">
                  <a:moveTo>
                    <a:pt x="1819" y="0"/>
                  </a:moveTo>
                  <a:lnTo>
                    <a:pt x="1819" y="10"/>
                  </a:lnTo>
                  <a:cubicBezTo>
                    <a:pt x="1398" y="10"/>
                    <a:pt x="1" y="469"/>
                    <a:pt x="1" y="2824"/>
                  </a:cubicBezTo>
                  <a:lnTo>
                    <a:pt x="1" y="3637"/>
                  </a:lnTo>
                  <a:cubicBezTo>
                    <a:pt x="1" y="5991"/>
                    <a:pt x="1398" y="6451"/>
                    <a:pt x="1819" y="6451"/>
                  </a:cubicBezTo>
                  <a:cubicBezTo>
                    <a:pt x="2039" y="6441"/>
                    <a:pt x="2250" y="6384"/>
                    <a:pt x="2451" y="6298"/>
                  </a:cubicBezTo>
                  <a:cubicBezTo>
                    <a:pt x="2537" y="6259"/>
                    <a:pt x="2594" y="6164"/>
                    <a:pt x="2575" y="6068"/>
                  </a:cubicBezTo>
                  <a:lnTo>
                    <a:pt x="2384" y="4948"/>
                  </a:lnTo>
                  <a:cubicBezTo>
                    <a:pt x="2375" y="4849"/>
                    <a:pt x="2281" y="4775"/>
                    <a:pt x="2174" y="4775"/>
                  </a:cubicBezTo>
                  <a:cubicBezTo>
                    <a:pt x="2167" y="4775"/>
                    <a:pt x="2161" y="4775"/>
                    <a:pt x="2154" y="4776"/>
                  </a:cubicBezTo>
                  <a:lnTo>
                    <a:pt x="1590" y="4853"/>
                  </a:lnTo>
                  <a:cubicBezTo>
                    <a:pt x="996" y="4824"/>
                    <a:pt x="853" y="4068"/>
                    <a:pt x="853" y="3618"/>
                  </a:cubicBezTo>
                  <a:lnTo>
                    <a:pt x="853" y="2843"/>
                  </a:lnTo>
                  <a:cubicBezTo>
                    <a:pt x="853" y="2383"/>
                    <a:pt x="996" y="1637"/>
                    <a:pt x="1590" y="1599"/>
                  </a:cubicBezTo>
                  <a:lnTo>
                    <a:pt x="2154" y="1675"/>
                  </a:lnTo>
                  <a:cubicBezTo>
                    <a:pt x="2166" y="1677"/>
                    <a:pt x="2178" y="1678"/>
                    <a:pt x="2189" y="1678"/>
                  </a:cubicBezTo>
                  <a:cubicBezTo>
                    <a:pt x="2290" y="1678"/>
                    <a:pt x="2375" y="1606"/>
                    <a:pt x="2384" y="1503"/>
                  </a:cubicBezTo>
                  <a:lnTo>
                    <a:pt x="2575" y="393"/>
                  </a:lnTo>
                  <a:cubicBezTo>
                    <a:pt x="2594" y="297"/>
                    <a:pt x="2537" y="201"/>
                    <a:pt x="2451" y="163"/>
                  </a:cubicBezTo>
                  <a:cubicBezTo>
                    <a:pt x="2250" y="77"/>
                    <a:pt x="2039" y="20"/>
                    <a:pt x="1819" y="0"/>
                  </a:cubicBezTo>
                  <a:close/>
                </a:path>
              </a:pathLst>
            </a:custGeom>
            <a:solidFill>
              <a:srgbClr val="DA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873" name="Google Shape;8873;p63"/>
          <p:cNvGrpSpPr/>
          <p:nvPr/>
        </p:nvGrpSpPr>
        <p:grpSpPr>
          <a:xfrm>
            <a:off x="2636322" y="3224977"/>
            <a:ext cx="341511" cy="324994"/>
            <a:chOff x="2650597" y="3381777"/>
            <a:chExt cx="341511" cy="324994"/>
          </a:xfrm>
        </p:grpSpPr>
        <p:sp>
          <p:nvSpPr>
            <p:cNvPr id="8874" name="Google Shape;8874;p63"/>
            <p:cNvSpPr/>
            <p:nvPr/>
          </p:nvSpPr>
          <p:spPr>
            <a:xfrm>
              <a:off x="2672970" y="3644928"/>
              <a:ext cx="51811" cy="56800"/>
            </a:xfrm>
            <a:custGeom>
              <a:avLst/>
              <a:gdLst/>
              <a:ahLst/>
              <a:cxnLst/>
              <a:rect l="l" t="t" r="r" b="b"/>
              <a:pathLst>
                <a:path w="1973" h="2163" extrusionOk="0">
                  <a:moveTo>
                    <a:pt x="1" y="0"/>
                  </a:moveTo>
                  <a:lnTo>
                    <a:pt x="1" y="2163"/>
                  </a:lnTo>
                  <a:lnTo>
                    <a:pt x="1972" y="2163"/>
                  </a:lnTo>
                  <a:lnTo>
                    <a:pt x="1972" y="0"/>
                  </a:lnTo>
                  <a:close/>
                </a:path>
              </a:pathLst>
            </a:custGeom>
            <a:solidFill>
              <a:srgbClr val="95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5" name="Google Shape;8875;p63"/>
            <p:cNvSpPr/>
            <p:nvPr/>
          </p:nvSpPr>
          <p:spPr>
            <a:xfrm>
              <a:off x="2672970" y="3644928"/>
              <a:ext cx="51811" cy="15336"/>
            </a:xfrm>
            <a:custGeom>
              <a:avLst/>
              <a:gdLst/>
              <a:ahLst/>
              <a:cxnLst/>
              <a:rect l="l" t="t" r="r" b="b"/>
              <a:pathLst>
                <a:path w="1973" h="584" extrusionOk="0">
                  <a:moveTo>
                    <a:pt x="1" y="0"/>
                  </a:moveTo>
                  <a:lnTo>
                    <a:pt x="1" y="584"/>
                  </a:lnTo>
                  <a:lnTo>
                    <a:pt x="1972" y="584"/>
                  </a:lnTo>
                  <a:lnTo>
                    <a:pt x="1972"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6" name="Google Shape;8876;p63"/>
            <p:cNvSpPr/>
            <p:nvPr/>
          </p:nvSpPr>
          <p:spPr>
            <a:xfrm>
              <a:off x="2667955" y="3629330"/>
              <a:ext cx="56564" cy="20640"/>
            </a:xfrm>
            <a:custGeom>
              <a:avLst/>
              <a:gdLst/>
              <a:ahLst/>
              <a:cxnLst/>
              <a:rect l="l" t="t" r="r" b="b"/>
              <a:pathLst>
                <a:path w="2154" h="786" extrusionOk="0">
                  <a:moveTo>
                    <a:pt x="393" y="1"/>
                  </a:moveTo>
                  <a:cubicBezTo>
                    <a:pt x="172" y="1"/>
                    <a:pt x="0" y="173"/>
                    <a:pt x="0" y="393"/>
                  </a:cubicBezTo>
                  <a:cubicBezTo>
                    <a:pt x="0" y="613"/>
                    <a:pt x="172" y="786"/>
                    <a:pt x="393" y="786"/>
                  </a:cubicBezTo>
                  <a:lnTo>
                    <a:pt x="2153" y="786"/>
                  </a:lnTo>
                  <a:lnTo>
                    <a:pt x="2153" y="1"/>
                  </a:ln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7" name="Google Shape;8877;p63"/>
            <p:cNvSpPr/>
            <p:nvPr/>
          </p:nvSpPr>
          <p:spPr>
            <a:xfrm>
              <a:off x="2672970" y="3639650"/>
              <a:ext cx="51548" cy="10320"/>
            </a:xfrm>
            <a:custGeom>
              <a:avLst/>
              <a:gdLst/>
              <a:ahLst/>
              <a:cxnLst/>
              <a:rect l="l" t="t" r="r" b="b"/>
              <a:pathLst>
                <a:path w="1963" h="393" extrusionOk="0">
                  <a:moveTo>
                    <a:pt x="202" y="0"/>
                  </a:moveTo>
                  <a:cubicBezTo>
                    <a:pt x="87" y="0"/>
                    <a:pt x="1" y="86"/>
                    <a:pt x="1" y="201"/>
                  </a:cubicBezTo>
                  <a:cubicBezTo>
                    <a:pt x="1" y="306"/>
                    <a:pt x="87" y="393"/>
                    <a:pt x="202" y="393"/>
                  </a:cubicBezTo>
                  <a:lnTo>
                    <a:pt x="1962" y="393"/>
                  </a:lnTo>
                  <a:lnTo>
                    <a:pt x="1962"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8" name="Google Shape;8878;p63"/>
            <p:cNvSpPr/>
            <p:nvPr/>
          </p:nvSpPr>
          <p:spPr>
            <a:xfrm>
              <a:off x="2719477" y="3469249"/>
              <a:ext cx="41228" cy="232243"/>
            </a:xfrm>
            <a:custGeom>
              <a:avLst/>
              <a:gdLst/>
              <a:ahLst/>
              <a:cxnLst/>
              <a:rect l="l" t="t" r="r" b="b"/>
              <a:pathLst>
                <a:path w="1570" h="8844" extrusionOk="0">
                  <a:moveTo>
                    <a:pt x="392" y="1"/>
                  </a:moveTo>
                  <a:cubicBezTo>
                    <a:pt x="287" y="1"/>
                    <a:pt x="191" y="87"/>
                    <a:pt x="191" y="201"/>
                  </a:cubicBezTo>
                  <a:lnTo>
                    <a:pt x="0" y="8843"/>
                  </a:lnTo>
                  <a:lnTo>
                    <a:pt x="1570" y="8843"/>
                  </a:lnTo>
                  <a:lnTo>
                    <a:pt x="1378" y="201"/>
                  </a:lnTo>
                  <a:cubicBezTo>
                    <a:pt x="1378" y="87"/>
                    <a:pt x="1292" y="1"/>
                    <a:pt x="1187" y="1"/>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9" name="Google Shape;8879;p63"/>
            <p:cNvSpPr/>
            <p:nvPr/>
          </p:nvSpPr>
          <p:spPr>
            <a:xfrm>
              <a:off x="2781293" y="3526286"/>
              <a:ext cx="31197" cy="82456"/>
            </a:xfrm>
            <a:custGeom>
              <a:avLst/>
              <a:gdLst/>
              <a:ahLst/>
              <a:cxnLst/>
              <a:rect l="l" t="t" r="r" b="b"/>
              <a:pathLst>
                <a:path w="1188" h="3140" extrusionOk="0">
                  <a:moveTo>
                    <a:pt x="367" y="0"/>
                  </a:moveTo>
                  <a:cubicBezTo>
                    <a:pt x="269" y="0"/>
                    <a:pt x="192" y="83"/>
                    <a:pt x="192" y="183"/>
                  </a:cubicBezTo>
                  <a:lnTo>
                    <a:pt x="0" y="3140"/>
                  </a:lnTo>
                  <a:lnTo>
                    <a:pt x="1187" y="3140"/>
                  </a:lnTo>
                  <a:lnTo>
                    <a:pt x="996" y="183"/>
                  </a:lnTo>
                  <a:cubicBezTo>
                    <a:pt x="996" y="78"/>
                    <a:pt x="910" y="1"/>
                    <a:pt x="804" y="1"/>
                  </a:cubicBezTo>
                  <a:lnTo>
                    <a:pt x="383" y="1"/>
                  </a:lnTo>
                  <a:cubicBezTo>
                    <a:pt x="378" y="0"/>
                    <a:pt x="372" y="0"/>
                    <a:pt x="367"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0" name="Google Shape;8880;p63"/>
            <p:cNvSpPr/>
            <p:nvPr/>
          </p:nvSpPr>
          <p:spPr>
            <a:xfrm>
              <a:off x="2724230" y="3469249"/>
              <a:ext cx="31696" cy="15598"/>
            </a:xfrm>
            <a:custGeom>
              <a:avLst/>
              <a:gdLst/>
              <a:ahLst/>
              <a:cxnLst/>
              <a:rect l="l" t="t" r="r" b="b"/>
              <a:pathLst>
                <a:path w="1207" h="594" extrusionOk="0">
                  <a:moveTo>
                    <a:pt x="211" y="1"/>
                  </a:moveTo>
                  <a:cubicBezTo>
                    <a:pt x="97" y="1"/>
                    <a:pt x="10" y="87"/>
                    <a:pt x="10" y="201"/>
                  </a:cubicBezTo>
                  <a:lnTo>
                    <a:pt x="1" y="594"/>
                  </a:lnTo>
                  <a:lnTo>
                    <a:pt x="1207" y="594"/>
                  </a:lnTo>
                  <a:lnTo>
                    <a:pt x="1197" y="201"/>
                  </a:lnTo>
                  <a:cubicBezTo>
                    <a:pt x="1197" y="87"/>
                    <a:pt x="1111" y="1"/>
                    <a:pt x="1006"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1" name="Google Shape;8881;p63"/>
            <p:cNvSpPr/>
            <p:nvPr/>
          </p:nvSpPr>
          <p:spPr>
            <a:xfrm>
              <a:off x="2785573" y="3526286"/>
              <a:ext cx="22636" cy="15362"/>
            </a:xfrm>
            <a:custGeom>
              <a:avLst/>
              <a:gdLst/>
              <a:ahLst/>
              <a:cxnLst/>
              <a:rect l="l" t="t" r="r" b="b"/>
              <a:pathLst>
                <a:path w="862" h="585" extrusionOk="0">
                  <a:moveTo>
                    <a:pt x="204" y="0"/>
                  </a:moveTo>
                  <a:cubicBezTo>
                    <a:pt x="106" y="0"/>
                    <a:pt x="29" y="83"/>
                    <a:pt x="29" y="183"/>
                  </a:cubicBezTo>
                  <a:lnTo>
                    <a:pt x="0" y="585"/>
                  </a:lnTo>
                  <a:lnTo>
                    <a:pt x="861" y="585"/>
                  </a:lnTo>
                  <a:lnTo>
                    <a:pt x="833" y="183"/>
                  </a:lnTo>
                  <a:cubicBezTo>
                    <a:pt x="833" y="83"/>
                    <a:pt x="755" y="0"/>
                    <a:pt x="657" y="0"/>
                  </a:cubicBezTo>
                  <a:cubicBezTo>
                    <a:pt x="652" y="0"/>
                    <a:pt x="647" y="0"/>
                    <a:pt x="641" y="1"/>
                  </a:cubicBezTo>
                  <a:lnTo>
                    <a:pt x="220" y="1"/>
                  </a:lnTo>
                  <a:cubicBezTo>
                    <a:pt x="215" y="0"/>
                    <a:pt x="209" y="0"/>
                    <a:pt x="204"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2" name="Google Shape;8882;p63"/>
            <p:cNvSpPr/>
            <p:nvPr/>
          </p:nvSpPr>
          <p:spPr>
            <a:xfrm>
              <a:off x="2833051" y="3526286"/>
              <a:ext cx="30934" cy="82456"/>
            </a:xfrm>
            <a:custGeom>
              <a:avLst/>
              <a:gdLst/>
              <a:ahLst/>
              <a:cxnLst/>
              <a:rect l="l" t="t" r="r" b="b"/>
              <a:pathLst>
                <a:path w="1178" h="3140" extrusionOk="0">
                  <a:moveTo>
                    <a:pt x="368" y="0"/>
                  </a:moveTo>
                  <a:cubicBezTo>
                    <a:pt x="270" y="0"/>
                    <a:pt x="192" y="83"/>
                    <a:pt x="183" y="183"/>
                  </a:cubicBezTo>
                  <a:lnTo>
                    <a:pt x="1" y="3140"/>
                  </a:lnTo>
                  <a:lnTo>
                    <a:pt x="1178" y="3140"/>
                  </a:lnTo>
                  <a:lnTo>
                    <a:pt x="996" y="183"/>
                  </a:lnTo>
                  <a:cubicBezTo>
                    <a:pt x="987" y="83"/>
                    <a:pt x="909" y="0"/>
                    <a:pt x="811" y="0"/>
                  </a:cubicBezTo>
                  <a:cubicBezTo>
                    <a:pt x="806" y="0"/>
                    <a:pt x="801" y="0"/>
                    <a:pt x="795" y="1"/>
                  </a:cubicBezTo>
                  <a:lnTo>
                    <a:pt x="384" y="1"/>
                  </a:lnTo>
                  <a:cubicBezTo>
                    <a:pt x="378" y="0"/>
                    <a:pt x="373" y="0"/>
                    <a:pt x="368"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3" name="Google Shape;8883;p63"/>
            <p:cNvSpPr/>
            <p:nvPr/>
          </p:nvSpPr>
          <p:spPr>
            <a:xfrm>
              <a:off x="2837069" y="3526286"/>
              <a:ext cx="22662" cy="15362"/>
            </a:xfrm>
            <a:custGeom>
              <a:avLst/>
              <a:gdLst/>
              <a:ahLst/>
              <a:cxnLst/>
              <a:rect l="l" t="t" r="r" b="b"/>
              <a:pathLst>
                <a:path w="863" h="585" extrusionOk="0">
                  <a:moveTo>
                    <a:pt x="215" y="0"/>
                  </a:moveTo>
                  <a:cubicBezTo>
                    <a:pt x="117" y="0"/>
                    <a:pt x="39" y="83"/>
                    <a:pt x="30" y="183"/>
                  </a:cubicBezTo>
                  <a:lnTo>
                    <a:pt x="1" y="585"/>
                  </a:lnTo>
                  <a:lnTo>
                    <a:pt x="862" y="585"/>
                  </a:lnTo>
                  <a:lnTo>
                    <a:pt x="843" y="183"/>
                  </a:lnTo>
                  <a:cubicBezTo>
                    <a:pt x="834" y="83"/>
                    <a:pt x="756" y="0"/>
                    <a:pt x="658" y="0"/>
                  </a:cubicBezTo>
                  <a:cubicBezTo>
                    <a:pt x="653" y="0"/>
                    <a:pt x="648" y="0"/>
                    <a:pt x="642" y="1"/>
                  </a:cubicBezTo>
                  <a:lnTo>
                    <a:pt x="231" y="1"/>
                  </a:lnTo>
                  <a:cubicBezTo>
                    <a:pt x="225" y="0"/>
                    <a:pt x="220" y="0"/>
                    <a:pt x="215"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4" name="Google Shape;8884;p63"/>
            <p:cNvSpPr/>
            <p:nvPr/>
          </p:nvSpPr>
          <p:spPr>
            <a:xfrm>
              <a:off x="2884836" y="3526286"/>
              <a:ext cx="30934" cy="82456"/>
            </a:xfrm>
            <a:custGeom>
              <a:avLst/>
              <a:gdLst/>
              <a:ahLst/>
              <a:cxnLst/>
              <a:rect l="l" t="t" r="r" b="b"/>
              <a:pathLst>
                <a:path w="1178" h="3140" extrusionOk="0">
                  <a:moveTo>
                    <a:pt x="367" y="0"/>
                  </a:moveTo>
                  <a:cubicBezTo>
                    <a:pt x="269" y="0"/>
                    <a:pt x="191" y="83"/>
                    <a:pt x="182" y="183"/>
                  </a:cubicBezTo>
                  <a:lnTo>
                    <a:pt x="0" y="3140"/>
                  </a:lnTo>
                  <a:lnTo>
                    <a:pt x="1177" y="3140"/>
                  </a:lnTo>
                  <a:lnTo>
                    <a:pt x="996" y="183"/>
                  </a:lnTo>
                  <a:cubicBezTo>
                    <a:pt x="987" y="83"/>
                    <a:pt x="908" y="0"/>
                    <a:pt x="811" y="0"/>
                  </a:cubicBezTo>
                  <a:cubicBezTo>
                    <a:pt x="805" y="0"/>
                    <a:pt x="800" y="0"/>
                    <a:pt x="795" y="1"/>
                  </a:cubicBezTo>
                  <a:lnTo>
                    <a:pt x="383" y="1"/>
                  </a:lnTo>
                  <a:cubicBezTo>
                    <a:pt x="378" y="0"/>
                    <a:pt x="372" y="0"/>
                    <a:pt x="367" y="0"/>
                  </a:cubicBez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5" name="Google Shape;8885;p63"/>
            <p:cNvSpPr/>
            <p:nvPr/>
          </p:nvSpPr>
          <p:spPr>
            <a:xfrm>
              <a:off x="2888854" y="3526286"/>
              <a:ext cx="22636" cy="15362"/>
            </a:xfrm>
            <a:custGeom>
              <a:avLst/>
              <a:gdLst/>
              <a:ahLst/>
              <a:cxnLst/>
              <a:rect l="l" t="t" r="r" b="b"/>
              <a:pathLst>
                <a:path w="862" h="585" extrusionOk="0">
                  <a:moveTo>
                    <a:pt x="214" y="0"/>
                  </a:moveTo>
                  <a:cubicBezTo>
                    <a:pt x="116" y="0"/>
                    <a:pt x="38" y="83"/>
                    <a:pt x="29" y="183"/>
                  </a:cubicBezTo>
                  <a:lnTo>
                    <a:pt x="0" y="585"/>
                  </a:lnTo>
                  <a:lnTo>
                    <a:pt x="862" y="585"/>
                  </a:lnTo>
                  <a:lnTo>
                    <a:pt x="843" y="183"/>
                  </a:lnTo>
                  <a:cubicBezTo>
                    <a:pt x="834" y="83"/>
                    <a:pt x="755" y="0"/>
                    <a:pt x="658" y="0"/>
                  </a:cubicBezTo>
                  <a:cubicBezTo>
                    <a:pt x="652" y="0"/>
                    <a:pt x="647" y="0"/>
                    <a:pt x="642" y="1"/>
                  </a:cubicBezTo>
                  <a:lnTo>
                    <a:pt x="230" y="1"/>
                  </a:lnTo>
                  <a:cubicBezTo>
                    <a:pt x="225" y="0"/>
                    <a:pt x="219" y="0"/>
                    <a:pt x="214"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6" name="Google Shape;8886;p63"/>
            <p:cNvSpPr/>
            <p:nvPr/>
          </p:nvSpPr>
          <p:spPr>
            <a:xfrm>
              <a:off x="2740065" y="3624052"/>
              <a:ext cx="216908" cy="77441"/>
            </a:xfrm>
            <a:custGeom>
              <a:avLst/>
              <a:gdLst/>
              <a:ahLst/>
              <a:cxnLst/>
              <a:rect l="l" t="t" r="r" b="b"/>
              <a:pathLst>
                <a:path w="8260" h="2949" extrusionOk="0">
                  <a:moveTo>
                    <a:pt x="1" y="1"/>
                  </a:moveTo>
                  <a:lnTo>
                    <a:pt x="1" y="2948"/>
                  </a:lnTo>
                  <a:lnTo>
                    <a:pt x="8260" y="2948"/>
                  </a:lnTo>
                  <a:lnTo>
                    <a:pt x="8260"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7" name="Google Shape;8887;p63"/>
            <p:cNvSpPr/>
            <p:nvPr/>
          </p:nvSpPr>
          <p:spPr>
            <a:xfrm>
              <a:off x="2740065" y="3624052"/>
              <a:ext cx="216908" cy="15625"/>
            </a:xfrm>
            <a:custGeom>
              <a:avLst/>
              <a:gdLst/>
              <a:ahLst/>
              <a:cxnLst/>
              <a:rect l="l" t="t" r="r" b="b"/>
              <a:pathLst>
                <a:path w="8260" h="595" extrusionOk="0">
                  <a:moveTo>
                    <a:pt x="1" y="1"/>
                  </a:moveTo>
                  <a:lnTo>
                    <a:pt x="1" y="594"/>
                  </a:lnTo>
                  <a:lnTo>
                    <a:pt x="8260" y="594"/>
                  </a:lnTo>
                  <a:lnTo>
                    <a:pt x="8260" y="1"/>
                  </a:lnTo>
                  <a:close/>
                </a:path>
              </a:pathLst>
            </a:custGeom>
            <a:solidFill>
              <a:srgbClr val="9EB2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8" name="Google Shape;8888;p63"/>
            <p:cNvSpPr/>
            <p:nvPr/>
          </p:nvSpPr>
          <p:spPr>
            <a:xfrm>
              <a:off x="2770973" y="3644850"/>
              <a:ext cx="10583" cy="20693"/>
            </a:xfrm>
            <a:custGeom>
              <a:avLst/>
              <a:gdLst/>
              <a:ahLst/>
              <a:cxnLst/>
              <a:rect l="l" t="t" r="r" b="b"/>
              <a:pathLst>
                <a:path w="403" h="788" extrusionOk="0">
                  <a:moveTo>
                    <a:pt x="197" y="1"/>
                  </a:moveTo>
                  <a:cubicBezTo>
                    <a:pt x="99" y="1"/>
                    <a:pt x="1" y="65"/>
                    <a:pt x="1" y="195"/>
                  </a:cubicBezTo>
                  <a:lnTo>
                    <a:pt x="1" y="587"/>
                  </a:lnTo>
                  <a:cubicBezTo>
                    <a:pt x="1" y="702"/>
                    <a:pt x="97" y="788"/>
                    <a:pt x="202" y="788"/>
                  </a:cubicBezTo>
                  <a:cubicBezTo>
                    <a:pt x="307" y="788"/>
                    <a:pt x="403" y="702"/>
                    <a:pt x="393" y="587"/>
                  </a:cubicBezTo>
                  <a:lnTo>
                    <a:pt x="393" y="195"/>
                  </a:lnTo>
                  <a:cubicBezTo>
                    <a:pt x="393" y="65"/>
                    <a:pt x="295" y="1"/>
                    <a:pt x="197"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9" name="Google Shape;8889;p63"/>
            <p:cNvSpPr/>
            <p:nvPr/>
          </p:nvSpPr>
          <p:spPr>
            <a:xfrm>
              <a:off x="2791849" y="3644850"/>
              <a:ext cx="10320" cy="20693"/>
            </a:xfrm>
            <a:custGeom>
              <a:avLst/>
              <a:gdLst/>
              <a:ahLst/>
              <a:cxnLst/>
              <a:rect l="l" t="t" r="r" b="b"/>
              <a:pathLst>
                <a:path w="393" h="788" extrusionOk="0">
                  <a:moveTo>
                    <a:pt x="196" y="1"/>
                  </a:moveTo>
                  <a:cubicBezTo>
                    <a:pt x="98" y="1"/>
                    <a:pt x="0" y="65"/>
                    <a:pt x="0" y="195"/>
                  </a:cubicBezTo>
                  <a:lnTo>
                    <a:pt x="0" y="587"/>
                  </a:lnTo>
                  <a:cubicBezTo>
                    <a:pt x="0" y="702"/>
                    <a:pt x="86" y="788"/>
                    <a:pt x="192" y="788"/>
                  </a:cubicBezTo>
                  <a:cubicBezTo>
                    <a:pt x="297" y="788"/>
                    <a:pt x="393" y="702"/>
                    <a:pt x="393" y="587"/>
                  </a:cubicBezTo>
                  <a:lnTo>
                    <a:pt x="393" y="195"/>
                  </a:lnTo>
                  <a:cubicBezTo>
                    <a:pt x="393" y="65"/>
                    <a:pt x="295" y="1"/>
                    <a:pt x="196"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0" name="Google Shape;8890;p63"/>
            <p:cNvSpPr/>
            <p:nvPr/>
          </p:nvSpPr>
          <p:spPr>
            <a:xfrm>
              <a:off x="2812463" y="3644850"/>
              <a:ext cx="10320" cy="20693"/>
            </a:xfrm>
            <a:custGeom>
              <a:avLst/>
              <a:gdLst/>
              <a:ahLst/>
              <a:cxnLst/>
              <a:rect l="l" t="t" r="r" b="b"/>
              <a:pathLst>
                <a:path w="393" h="788" extrusionOk="0">
                  <a:moveTo>
                    <a:pt x="196" y="1"/>
                  </a:moveTo>
                  <a:cubicBezTo>
                    <a:pt x="98" y="1"/>
                    <a:pt x="0" y="65"/>
                    <a:pt x="0" y="195"/>
                  </a:cubicBezTo>
                  <a:lnTo>
                    <a:pt x="0" y="587"/>
                  </a:lnTo>
                  <a:cubicBezTo>
                    <a:pt x="0" y="702"/>
                    <a:pt x="86" y="788"/>
                    <a:pt x="191" y="788"/>
                  </a:cubicBezTo>
                  <a:cubicBezTo>
                    <a:pt x="306" y="788"/>
                    <a:pt x="392" y="702"/>
                    <a:pt x="392" y="587"/>
                  </a:cubicBezTo>
                  <a:lnTo>
                    <a:pt x="392" y="195"/>
                  </a:lnTo>
                  <a:cubicBezTo>
                    <a:pt x="392" y="65"/>
                    <a:pt x="294" y="1"/>
                    <a:pt x="196"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1" name="Google Shape;8891;p63"/>
            <p:cNvSpPr/>
            <p:nvPr/>
          </p:nvSpPr>
          <p:spPr>
            <a:xfrm>
              <a:off x="2833051" y="3644850"/>
              <a:ext cx="10346" cy="20693"/>
            </a:xfrm>
            <a:custGeom>
              <a:avLst/>
              <a:gdLst/>
              <a:ahLst/>
              <a:cxnLst/>
              <a:rect l="l" t="t" r="r" b="b"/>
              <a:pathLst>
                <a:path w="394" h="788" extrusionOk="0">
                  <a:moveTo>
                    <a:pt x="197" y="1"/>
                  </a:moveTo>
                  <a:cubicBezTo>
                    <a:pt x="99" y="1"/>
                    <a:pt x="1" y="65"/>
                    <a:pt x="1" y="195"/>
                  </a:cubicBezTo>
                  <a:lnTo>
                    <a:pt x="1" y="587"/>
                  </a:lnTo>
                  <a:cubicBezTo>
                    <a:pt x="1" y="702"/>
                    <a:pt x="87" y="788"/>
                    <a:pt x="202" y="788"/>
                  </a:cubicBezTo>
                  <a:cubicBezTo>
                    <a:pt x="307" y="788"/>
                    <a:pt x="393" y="702"/>
                    <a:pt x="393" y="587"/>
                  </a:cubicBezTo>
                  <a:lnTo>
                    <a:pt x="393" y="195"/>
                  </a:lnTo>
                  <a:cubicBezTo>
                    <a:pt x="393" y="65"/>
                    <a:pt x="295" y="1"/>
                    <a:pt x="197"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2" name="Google Shape;8892;p63"/>
            <p:cNvSpPr/>
            <p:nvPr/>
          </p:nvSpPr>
          <p:spPr>
            <a:xfrm>
              <a:off x="2853665" y="3644850"/>
              <a:ext cx="10320" cy="20693"/>
            </a:xfrm>
            <a:custGeom>
              <a:avLst/>
              <a:gdLst/>
              <a:ahLst/>
              <a:cxnLst/>
              <a:rect l="l" t="t" r="r" b="b"/>
              <a:pathLst>
                <a:path w="393" h="788" extrusionOk="0">
                  <a:moveTo>
                    <a:pt x="197" y="1"/>
                  </a:moveTo>
                  <a:cubicBezTo>
                    <a:pt x="99" y="1"/>
                    <a:pt x="1" y="65"/>
                    <a:pt x="1" y="195"/>
                  </a:cubicBezTo>
                  <a:lnTo>
                    <a:pt x="1" y="587"/>
                  </a:lnTo>
                  <a:cubicBezTo>
                    <a:pt x="1" y="702"/>
                    <a:pt x="87" y="788"/>
                    <a:pt x="192" y="788"/>
                  </a:cubicBezTo>
                  <a:cubicBezTo>
                    <a:pt x="307" y="788"/>
                    <a:pt x="393" y="702"/>
                    <a:pt x="393" y="587"/>
                  </a:cubicBezTo>
                  <a:lnTo>
                    <a:pt x="393" y="195"/>
                  </a:lnTo>
                  <a:cubicBezTo>
                    <a:pt x="393" y="65"/>
                    <a:pt x="295" y="1"/>
                    <a:pt x="197"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3" name="Google Shape;8893;p63"/>
            <p:cNvSpPr/>
            <p:nvPr/>
          </p:nvSpPr>
          <p:spPr>
            <a:xfrm>
              <a:off x="2874279" y="3644850"/>
              <a:ext cx="10320" cy="20693"/>
            </a:xfrm>
            <a:custGeom>
              <a:avLst/>
              <a:gdLst/>
              <a:ahLst/>
              <a:cxnLst/>
              <a:rect l="l" t="t" r="r" b="b"/>
              <a:pathLst>
                <a:path w="393" h="788" extrusionOk="0">
                  <a:moveTo>
                    <a:pt x="197" y="1"/>
                  </a:moveTo>
                  <a:cubicBezTo>
                    <a:pt x="98" y="1"/>
                    <a:pt x="0" y="65"/>
                    <a:pt x="0" y="195"/>
                  </a:cubicBezTo>
                  <a:lnTo>
                    <a:pt x="0" y="587"/>
                  </a:lnTo>
                  <a:cubicBezTo>
                    <a:pt x="0" y="702"/>
                    <a:pt x="86" y="788"/>
                    <a:pt x="201" y="788"/>
                  </a:cubicBezTo>
                  <a:cubicBezTo>
                    <a:pt x="307" y="788"/>
                    <a:pt x="393" y="702"/>
                    <a:pt x="393" y="587"/>
                  </a:cubicBezTo>
                  <a:lnTo>
                    <a:pt x="393" y="195"/>
                  </a:lnTo>
                  <a:cubicBezTo>
                    <a:pt x="393" y="65"/>
                    <a:pt x="295" y="1"/>
                    <a:pt x="197"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4" name="Google Shape;8894;p63"/>
            <p:cNvSpPr/>
            <p:nvPr/>
          </p:nvSpPr>
          <p:spPr>
            <a:xfrm>
              <a:off x="2894893" y="3644850"/>
              <a:ext cx="10320" cy="20693"/>
            </a:xfrm>
            <a:custGeom>
              <a:avLst/>
              <a:gdLst/>
              <a:ahLst/>
              <a:cxnLst/>
              <a:rect l="l" t="t" r="r" b="b"/>
              <a:pathLst>
                <a:path w="393" h="788" extrusionOk="0">
                  <a:moveTo>
                    <a:pt x="196" y="1"/>
                  </a:moveTo>
                  <a:cubicBezTo>
                    <a:pt x="98" y="1"/>
                    <a:pt x="0" y="65"/>
                    <a:pt x="0" y="195"/>
                  </a:cubicBezTo>
                  <a:lnTo>
                    <a:pt x="0" y="587"/>
                  </a:lnTo>
                  <a:cubicBezTo>
                    <a:pt x="0" y="702"/>
                    <a:pt x="86" y="788"/>
                    <a:pt x="201" y="788"/>
                  </a:cubicBezTo>
                  <a:cubicBezTo>
                    <a:pt x="306" y="788"/>
                    <a:pt x="392" y="702"/>
                    <a:pt x="392" y="587"/>
                  </a:cubicBezTo>
                  <a:lnTo>
                    <a:pt x="392" y="195"/>
                  </a:lnTo>
                  <a:cubicBezTo>
                    <a:pt x="392" y="65"/>
                    <a:pt x="294" y="1"/>
                    <a:pt x="196"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5" name="Google Shape;8895;p63"/>
            <p:cNvSpPr/>
            <p:nvPr/>
          </p:nvSpPr>
          <p:spPr>
            <a:xfrm>
              <a:off x="2915481" y="3644850"/>
              <a:ext cx="10583" cy="20693"/>
            </a:xfrm>
            <a:custGeom>
              <a:avLst/>
              <a:gdLst/>
              <a:ahLst/>
              <a:cxnLst/>
              <a:rect l="l" t="t" r="r" b="b"/>
              <a:pathLst>
                <a:path w="403" h="788" extrusionOk="0">
                  <a:moveTo>
                    <a:pt x="202" y="1"/>
                  </a:moveTo>
                  <a:cubicBezTo>
                    <a:pt x="101" y="1"/>
                    <a:pt x="1" y="65"/>
                    <a:pt x="1" y="195"/>
                  </a:cubicBezTo>
                  <a:lnTo>
                    <a:pt x="1" y="587"/>
                  </a:lnTo>
                  <a:cubicBezTo>
                    <a:pt x="1" y="702"/>
                    <a:pt x="97" y="788"/>
                    <a:pt x="202" y="788"/>
                  </a:cubicBezTo>
                  <a:cubicBezTo>
                    <a:pt x="307" y="788"/>
                    <a:pt x="403" y="702"/>
                    <a:pt x="403" y="587"/>
                  </a:cubicBezTo>
                  <a:lnTo>
                    <a:pt x="403" y="195"/>
                  </a:lnTo>
                  <a:cubicBezTo>
                    <a:pt x="403" y="65"/>
                    <a:pt x="302" y="1"/>
                    <a:pt x="202"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6" name="Google Shape;8896;p63"/>
            <p:cNvSpPr/>
            <p:nvPr/>
          </p:nvSpPr>
          <p:spPr>
            <a:xfrm>
              <a:off x="2650597" y="3696451"/>
              <a:ext cx="333791" cy="10320"/>
            </a:xfrm>
            <a:custGeom>
              <a:avLst/>
              <a:gdLst/>
              <a:ahLst/>
              <a:cxnLst/>
              <a:rect l="l" t="t" r="r" b="b"/>
              <a:pathLst>
                <a:path w="12711" h="393" extrusionOk="0">
                  <a:moveTo>
                    <a:pt x="269" y="0"/>
                  </a:moveTo>
                  <a:cubicBezTo>
                    <a:pt x="1" y="0"/>
                    <a:pt x="1" y="392"/>
                    <a:pt x="269" y="392"/>
                  </a:cubicBezTo>
                  <a:lnTo>
                    <a:pt x="12452" y="392"/>
                  </a:lnTo>
                  <a:cubicBezTo>
                    <a:pt x="12710" y="392"/>
                    <a:pt x="12710" y="0"/>
                    <a:pt x="12452"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7" name="Google Shape;8897;p63"/>
            <p:cNvSpPr/>
            <p:nvPr/>
          </p:nvSpPr>
          <p:spPr>
            <a:xfrm>
              <a:off x="2735049" y="3608742"/>
              <a:ext cx="226965" cy="20614"/>
            </a:xfrm>
            <a:custGeom>
              <a:avLst/>
              <a:gdLst/>
              <a:ahLst/>
              <a:cxnLst/>
              <a:rect l="l" t="t" r="r" b="b"/>
              <a:pathLst>
                <a:path w="8643" h="785" extrusionOk="0">
                  <a:moveTo>
                    <a:pt x="393" y="0"/>
                  </a:moveTo>
                  <a:cubicBezTo>
                    <a:pt x="173" y="0"/>
                    <a:pt x="0" y="172"/>
                    <a:pt x="0" y="392"/>
                  </a:cubicBezTo>
                  <a:cubicBezTo>
                    <a:pt x="0" y="612"/>
                    <a:pt x="173" y="785"/>
                    <a:pt x="393" y="785"/>
                  </a:cubicBezTo>
                  <a:lnTo>
                    <a:pt x="8250" y="785"/>
                  </a:lnTo>
                  <a:cubicBezTo>
                    <a:pt x="8470" y="785"/>
                    <a:pt x="8642" y="612"/>
                    <a:pt x="8642" y="392"/>
                  </a:cubicBezTo>
                  <a:cubicBezTo>
                    <a:pt x="8642" y="172"/>
                    <a:pt x="8470" y="0"/>
                    <a:pt x="8250" y="0"/>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8" name="Google Shape;8898;p63"/>
            <p:cNvSpPr/>
            <p:nvPr/>
          </p:nvSpPr>
          <p:spPr>
            <a:xfrm>
              <a:off x="2740065" y="3619036"/>
              <a:ext cx="216908" cy="10320"/>
            </a:xfrm>
            <a:custGeom>
              <a:avLst/>
              <a:gdLst/>
              <a:ahLst/>
              <a:cxnLst/>
              <a:rect l="l" t="t" r="r" b="b"/>
              <a:pathLst>
                <a:path w="8260" h="393" extrusionOk="0">
                  <a:moveTo>
                    <a:pt x="202" y="0"/>
                  </a:moveTo>
                  <a:cubicBezTo>
                    <a:pt x="87" y="0"/>
                    <a:pt x="1" y="87"/>
                    <a:pt x="1" y="201"/>
                  </a:cubicBezTo>
                  <a:cubicBezTo>
                    <a:pt x="1" y="307"/>
                    <a:pt x="87" y="393"/>
                    <a:pt x="202" y="393"/>
                  </a:cubicBezTo>
                  <a:lnTo>
                    <a:pt x="8059" y="393"/>
                  </a:lnTo>
                  <a:cubicBezTo>
                    <a:pt x="8164" y="393"/>
                    <a:pt x="8260" y="307"/>
                    <a:pt x="8260" y="201"/>
                  </a:cubicBezTo>
                  <a:cubicBezTo>
                    <a:pt x="8260" y="87"/>
                    <a:pt x="8164" y="0"/>
                    <a:pt x="805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9" name="Google Shape;8899;p63"/>
            <p:cNvSpPr/>
            <p:nvPr/>
          </p:nvSpPr>
          <p:spPr>
            <a:xfrm>
              <a:off x="2770973" y="3644928"/>
              <a:ext cx="10583" cy="10320"/>
            </a:xfrm>
            <a:custGeom>
              <a:avLst/>
              <a:gdLst/>
              <a:ahLst/>
              <a:cxnLst/>
              <a:rect l="l" t="t" r="r" b="b"/>
              <a:pathLst>
                <a:path w="403" h="393" extrusionOk="0">
                  <a:moveTo>
                    <a:pt x="202" y="0"/>
                  </a:moveTo>
                  <a:cubicBezTo>
                    <a:pt x="97" y="0"/>
                    <a:pt x="1" y="86"/>
                    <a:pt x="1" y="192"/>
                  </a:cubicBezTo>
                  <a:lnTo>
                    <a:pt x="1" y="392"/>
                  </a:lnTo>
                  <a:lnTo>
                    <a:pt x="393" y="392"/>
                  </a:lnTo>
                  <a:lnTo>
                    <a:pt x="393" y="192"/>
                  </a:lnTo>
                  <a:cubicBezTo>
                    <a:pt x="403" y="86"/>
                    <a:pt x="307" y="0"/>
                    <a:pt x="20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0" name="Google Shape;8900;p63"/>
            <p:cNvSpPr/>
            <p:nvPr/>
          </p:nvSpPr>
          <p:spPr>
            <a:xfrm>
              <a:off x="2791849" y="3644928"/>
              <a:ext cx="10320" cy="10320"/>
            </a:xfrm>
            <a:custGeom>
              <a:avLst/>
              <a:gdLst/>
              <a:ahLst/>
              <a:cxnLst/>
              <a:rect l="l" t="t" r="r" b="b"/>
              <a:pathLst>
                <a:path w="393" h="393" extrusionOk="0">
                  <a:moveTo>
                    <a:pt x="192" y="0"/>
                  </a:moveTo>
                  <a:cubicBezTo>
                    <a:pt x="86" y="0"/>
                    <a:pt x="0" y="86"/>
                    <a:pt x="0" y="192"/>
                  </a:cubicBezTo>
                  <a:lnTo>
                    <a:pt x="0" y="392"/>
                  </a:lnTo>
                  <a:lnTo>
                    <a:pt x="393" y="392"/>
                  </a:lnTo>
                  <a:lnTo>
                    <a:pt x="393" y="192"/>
                  </a:lnTo>
                  <a:cubicBezTo>
                    <a:pt x="393" y="86"/>
                    <a:pt x="297" y="0"/>
                    <a:pt x="19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1" name="Google Shape;8901;p63"/>
            <p:cNvSpPr/>
            <p:nvPr/>
          </p:nvSpPr>
          <p:spPr>
            <a:xfrm>
              <a:off x="2812463" y="3644928"/>
              <a:ext cx="10320" cy="10320"/>
            </a:xfrm>
            <a:custGeom>
              <a:avLst/>
              <a:gdLst/>
              <a:ahLst/>
              <a:cxnLst/>
              <a:rect l="l" t="t" r="r" b="b"/>
              <a:pathLst>
                <a:path w="393" h="393" extrusionOk="0">
                  <a:moveTo>
                    <a:pt x="191" y="0"/>
                  </a:moveTo>
                  <a:cubicBezTo>
                    <a:pt x="86" y="0"/>
                    <a:pt x="0" y="86"/>
                    <a:pt x="0" y="192"/>
                  </a:cubicBezTo>
                  <a:lnTo>
                    <a:pt x="0" y="392"/>
                  </a:lnTo>
                  <a:lnTo>
                    <a:pt x="392" y="392"/>
                  </a:lnTo>
                  <a:lnTo>
                    <a:pt x="392" y="192"/>
                  </a:lnTo>
                  <a:cubicBezTo>
                    <a:pt x="392" y="86"/>
                    <a:pt x="306" y="0"/>
                    <a:pt x="191"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2" name="Google Shape;8902;p63"/>
            <p:cNvSpPr/>
            <p:nvPr/>
          </p:nvSpPr>
          <p:spPr>
            <a:xfrm>
              <a:off x="2833051" y="3644928"/>
              <a:ext cx="10346" cy="10320"/>
            </a:xfrm>
            <a:custGeom>
              <a:avLst/>
              <a:gdLst/>
              <a:ahLst/>
              <a:cxnLst/>
              <a:rect l="l" t="t" r="r" b="b"/>
              <a:pathLst>
                <a:path w="394" h="393" extrusionOk="0">
                  <a:moveTo>
                    <a:pt x="202" y="0"/>
                  </a:moveTo>
                  <a:cubicBezTo>
                    <a:pt x="87" y="0"/>
                    <a:pt x="1" y="86"/>
                    <a:pt x="1" y="192"/>
                  </a:cubicBezTo>
                  <a:lnTo>
                    <a:pt x="1" y="392"/>
                  </a:lnTo>
                  <a:lnTo>
                    <a:pt x="393" y="392"/>
                  </a:lnTo>
                  <a:lnTo>
                    <a:pt x="393" y="192"/>
                  </a:lnTo>
                  <a:cubicBezTo>
                    <a:pt x="393" y="86"/>
                    <a:pt x="307" y="0"/>
                    <a:pt x="20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3" name="Google Shape;8903;p63"/>
            <p:cNvSpPr/>
            <p:nvPr/>
          </p:nvSpPr>
          <p:spPr>
            <a:xfrm>
              <a:off x="2853665" y="3644928"/>
              <a:ext cx="10320" cy="10320"/>
            </a:xfrm>
            <a:custGeom>
              <a:avLst/>
              <a:gdLst/>
              <a:ahLst/>
              <a:cxnLst/>
              <a:rect l="l" t="t" r="r" b="b"/>
              <a:pathLst>
                <a:path w="393" h="393" extrusionOk="0">
                  <a:moveTo>
                    <a:pt x="192" y="0"/>
                  </a:moveTo>
                  <a:cubicBezTo>
                    <a:pt x="87" y="0"/>
                    <a:pt x="1" y="86"/>
                    <a:pt x="1" y="192"/>
                  </a:cubicBezTo>
                  <a:lnTo>
                    <a:pt x="1" y="392"/>
                  </a:lnTo>
                  <a:lnTo>
                    <a:pt x="393" y="392"/>
                  </a:lnTo>
                  <a:lnTo>
                    <a:pt x="393" y="192"/>
                  </a:lnTo>
                  <a:cubicBezTo>
                    <a:pt x="393" y="86"/>
                    <a:pt x="307" y="0"/>
                    <a:pt x="19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4" name="Google Shape;8904;p63"/>
            <p:cNvSpPr/>
            <p:nvPr/>
          </p:nvSpPr>
          <p:spPr>
            <a:xfrm>
              <a:off x="2874279" y="3644928"/>
              <a:ext cx="10320" cy="10320"/>
            </a:xfrm>
            <a:custGeom>
              <a:avLst/>
              <a:gdLst/>
              <a:ahLst/>
              <a:cxnLst/>
              <a:rect l="l" t="t" r="r" b="b"/>
              <a:pathLst>
                <a:path w="393" h="393" extrusionOk="0">
                  <a:moveTo>
                    <a:pt x="201" y="0"/>
                  </a:moveTo>
                  <a:cubicBezTo>
                    <a:pt x="86" y="0"/>
                    <a:pt x="0" y="86"/>
                    <a:pt x="0" y="192"/>
                  </a:cubicBezTo>
                  <a:lnTo>
                    <a:pt x="0" y="392"/>
                  </a:lnTo>
                  <a:lnTo>
                    <a:pt x="393" y="392"/>
                  </a:lnTo>
                  <a:lnTo>
                    <a:pt x="393" y="192"/>
                  </a:lnTo>
                  <a:cubicBezTo>
                    <a:pt x="393" y="86"/>
                    <a:pt x="307" y="0"/>
                    <a:pt x="201"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5" name="Google Shape;8905;p63"/>
            <p:cNvSpPr/>
            <p:nvPr/>
          </p:nvSpPr>
          <p:spPr>
            <a:xfrm>
              <a:off x="2894893" y="3644928"/>
              <a:ext cx="10320" cy="10320"/>
            </a:xfrm>
            <a:custGeom>
              <a:avLst/>
              <a:gdLst/>
              <a:ahLst/>
              <a:cxnLst/>
              <a:rect l="l" t="t" r="r" b="b"/>
              <a:pathLst>
                <a:path w="393" h="393" extrusionOk="0">
                  <a:moveTo>
                    <a:pt x="201" y="0"/>
                  </a:moveTo>
                  <a:cubicBezTo>
                    <a:pt x="86" y="0"/>
                    <a:pt x="0" y="86"/>
                    <a:pt x="0" y="192"/>
                  </a:cubicBezTo>
                  <a:lnTo>
                    <a:pt x="0" y="392"/>
                  </a:lnTo>
                  <a:lnTo>
                    <a:pt x="392" y="392"/>
                  </a:lnTo>
                  <a:lnTo>
                    <a:pt x="392" y="192"/>
                  </a:lnTo>
                  <a:cubicBezTo>
                    <a:pt x="392" y="86"/>
                    <a:pt x="306" y="0"/>
                    <a:pt x="201"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6" name="Google Shape;8906;p63"/>
            <p:cNvSpPr/>
            <p:nvPr/>
          </p:nvSpPr>
          <p:spPr>
            <a:xfrm>
              <a:off x="2915481" y="3644928"/>
              <a:ext cx="10583" cy="10320"/>
            </a:xfrm>
            <a:custGeom>
              <a:avLst/>
              <a:gdLst/>
              <a:ahLst/>
              <a:cxnLst/>
              <a:rect l="l" t="t" r="r" b="b"/>
              <a:pathLst>
                <a:path w="403" h="393" extrusionOk="0">
                  <a:moveTo>
                    <a:pt x="202" y="0"/>
                  </a:moveTo>
                  <a:cubicBezTo>
                    <a:pt x="97" y="0"/>
                    <a:pt x="1" y="86"/>
                    <a:pt x="1" y="192"/>
                  </a:cubicBezTo>
                  <a:lnTo>
                    <a:pt x="1" y="392"/>
                  </a:lnTo>
                  <a:lnTo>
                    <a:pt x="403" y="392"/>
                  </a:lnTo>
                  <a:lnTo>
                    <a:pt x="403" y="192"/>
                  </a:lnTo>
                  <a:cubicBezTo>
                    <a:pt x="403" y="86"/>
                    <a:pt x="307" y="0"/>
                    <a:pt x="202"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7" name="Google Shape;8907;p63"/>
            <p:cNvSpPr/>
            <p:nvPr/>
          </p:nvSpPr>
          <p:spPr>
            <a:xfrm>
              <a:off x="2732081" y="3381777"/>
              <a:ext cx="260027" cy="113391"/>
            </a:xfrm>
            <a:custGeom>
              <a:avLst/>
              <a:gdLst/>
              <a:ahLst/>
              <a:cxnLst/>
              <a:rect l="l" t="t" r="r" b="b"/>
              <a:pathLst>
                <a:path w="9902" h="4318" extrusionOk="0">
                  <a:moveTo>
                    <a:pt x="7150" y="1"/>
                  </a:moveTo>
                  <a:cubicBezTo>
                    <a:pt x="6599" y="1"/>
                    <a:pt x="6077" y="220"/>
                    <a:pt x="5683" y="604"/>
                  </a:cubicBezTo>
                  <a:cubicBezTo>
                    <a:pt x="5383" y="330"/>
                    <a:pt x="5004" y="195"/>
                    <a:pt x="4627" y="195"/>
                  </a:cubicBezTo>
                  <a:cubicBezTo>
                    <a:pt x="4189" y="195"/>
                    <a:pt x="3753" y="378"/>
                    <a:pt x="3444" y="738"/>
                  </a:cubicBezTo>
                  <a:cubicBezTo>
                    <a:pt x="3260" y="633"/>
                    <a:pt x="3062" y="584"/>
                    <a:pt x="2868" y="584"/>
                  </a:cubicBezTo>
                  <a:cubicBezTo>
                    <a:pt x="2356" y="584"/>
                    <a:pt x="1870" y="924"/>
                    <a:pt x="1731" y="1465"/>
                  </a:cubicBezTo>
                  <a:cubicBezTo>
                    <a:pt x="1617" y="1400"/>
                    <a:pt x="1498" y="1370"/>
                    <a:pt x="1382" y="1370"/>
                  </a:cubicBezTo>
                  <a:cubicBezTo>
                    <a:pt x="1039" y="1370"/>
                    <a:pt x="728" y="1634"/>
                    <a:pt x="707" y="2020"/>
                  </a:cubicBezTo>
                  <a:cubicBezTo>
                    <a:pt x="649" y="1982"/>
                    <a:pt x="573" y="1963"/>
                    <a:pt x="506" y="1963"/>
                  </a:cubicBezTo>
                  <a:cubicBezTo>
                    <a:pt x="502" y="1963"/>
                    <a:pt x="497" y="1963"/>
                    <a:pt x="493" y="1963"/>
                  </a:cubicBezTo>
                  <a:cubicBezTo>
                    <a:pt x="185" y="1963"/>
                    <a:pt x="1" y="2311"/>
                    <a:pt x="171" y="2566"/>
                  </a:cubicBezTo>
                  <a:cubicBezTo>
                    <a:pt x="249" y="2687"/>
                    <a:pt x="374" y="2746"/>
                    <a:pt x="500" y="2746"/>
                  </a:cubicBezTo>
                  <a:cubicBezTo>
                    <a:pt x="651" y="2746"/>
                    <a:pt x="801" y="2661"/>
                    <a:pt x="869" y="2499"/>
                  </a:cubicBezTo>
                  <a:cubicBezTo>
                    <a:pt x="1005" y="2663"/>
                    <a:pt x="1198" y="2744"/>
                    <a:pt x="1391" y="2744"/>
                  </a:cubicBezTo>
                  <a:cubicBezTo>
                    <a:pt x="1591" y="2744"/>
                    <a:pt x="1790" y="2656"/>
                    <a:pt x="1922" y="2480"/>
                  </a:cubicBezTo>
                  <a:cubicBezTo>
                    <a:pt x="2155" y="2780"/>
                    <a:pt x="2503" y="2943"/>
                    <a:pt x="2858" y="2943"/>
                  </a:cubicBezTo>
                  <a:cubicBezTo>
                    <a:pt x="3057" y="2943"/>
                    <a:pt x="3258" y="2892"/>
                    <a:pt x="3444" y="2786"/>
                  </a:cubicBezTo>
                  <a:cubicBezTo>
                    <a:pt x="3750" y="3143"/>
                    <a:pt x="4184" y="3335"/>
                    <a:pt x="4629" y="3335"/>
                  </a:cubicBezTo>
                  <a:cubicBezTo>
                    <a:pt x="4852" y="3335"/>
                    <a:pt x="5077" y="3287"/>
                    <a:pt x="5291" y="3188"/>
                  </a:cubicBezTo>
                  <a:cubicBezTo>
                    <a:pt x="5701" y="3939"/>
                    <a:pt x="6447" y="4318"/>
                    <a:pt x="7193" y="4318"/>
                  </a:cubicBezTo>
                  <a:cubicBezTo>
                    <a:pt x="7911" y="4318"/>
                    <a:pt x="8630" y="3968"/>
                    <a:pt x="9052" y="3265"/>
                  </a:cubicBezTo>
                  <a:cubicBezTo>
                    <a:pt x="9902" y="1823"/>
                    <a:pt x="8866" y="1"/>
                    <a:pt x="7199" y="1"/>
                  </a:cubicBezTo>
                  <a:cubicBezTo>
                    <a:pt x="7195" y="1"/>
                    <a:pt x="7190" y="1"/>
                    <a:pt x="7186" y="1"/>
                  </a:cubicBezTo>
                  <a:cubicBezTo>
                    <a:pt x="7174" y="1"/>
                    <a:pt x="7162" y="1"/>
                    <a:pt x="7150"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8" name="Google Shape;8908;p63"/>
            <p:cNvSpPr/>
            <p:nvPr/>
          </p:nvSpPr>
          <p:spPr>
            <a:xfrm>
              <a:off x="2731845" y="3397612"/>
              <a:ext cx="241487" cy="97320"/>
            </a:xfrm>
            <a:custGeom>
              <a:avLst/>
              <a:gdLst/>
              <a:ahLst/>
              <a:cxnLst/>
              <a:rect l="l" t="t" r="r" b="b"/>
              <a:pathLst>
                <a:path w="9196" h="3706" extrusionOk="0">
                  <a:moveTo>
                    <a:pt x="2668" y="1"/>
                  </a:moveTo>
                  <a:cubicBezTo>
                    <a:pt x="2209" y="78"/>
                    <a:pt x="1845" y="413"/>
                    <a:pt x="1721" y="853"/>
                  </a:cubicBezTo>
                  <a:cubicBezTo>
                    <a:pt x="1612" y="791"/>
                    <a:pt x="1497" y="763"/>
                    <a:pt x="1385" y="763"/>
                  </a:cubicBezTo>
                  <a:cubicBezTo>
                    <a:pt x="1043" y="763"/>
                    <a:pt x="728" y="1026"/>
                    <a:pt x="706" y="1408"/>
                  </a:cubicBezTo>
                  <a:cubicBezTo>
                    <a:pt x="649" y="1379"/>
                    <a:pt x="572" y="1360"/>
                    <a:pt x="505" y="1360"/>
                  </a:cubicBezTo>
                  <a:cubicBezTo>
                    <a:pt x="501" y="1360"/>
                    <a:pt x="497" y="1360"/>
                    <a:pt x="493" y="1360"/>
                  </a:cubicBezTo>
                  <a:cubicBezTo>
                    <a:pt x="184" y="1360"/>
                    <a:pt x="0" y="1708"/>
                    <a:pt x="170" y="1963"/>
                  </a:cubicBezTo>
                  <a:cubicBezTo>
                    <a:pt x="248" y="2084"/>
                    <a:pt x="374" y="2143"/>
                    <a:pt x="499" y="2143"/>
                  </a:cubicBezTo>
                  <a:cubicBezTo>
                    <a:pt x="650" y="2143"/>
                    <a:pt x="801" y="2058"/>
                    <a:pt x="869" y="1896"/>
                  </a:cubicBezTo>
                  <a:cubicBezTo>
                    <a:pt x="1005" y="2060"/>
                    <a:pt x="1198" y="2141"/>
                    <a:pt x="1390" y="2141"/>
                  </a:cubicBezTo>
                  <a:cubicBezTo>
                    <a:pt x="1590" y="2141"/>
                    <a:pt x="1790" y="2053"/>
                    <a:pt x="1922" y="1877"/>
                  </a:cubicBezTo>
                  <a:cubicBezTo>
                    <a:pt x="2154" y="2182"/>
                    <a:pt x="2502" y="2347"/>
                    <a:pt x="2859" y="2347"/>
                  </a:cubicBezTo>
                  <a:cubicBezTo>
                    <a:pt x="3061" y="2347"/>
                    <a:pt x="3266" y="2294"/>
                    <a:pt x="3453" y="2183"/>
                  </a:cubicBezTo>
                  <a:cubicBezTo>
                    <a:pt x="3759" y="2540"/>
                    <a:pt x="4193" y="2732"/>
                    <a:pt x="4638" y="2732"/>
                  </a:cubicBezTo>
                  <a:cubicBezTo>
                    <a:pt x="4861" y="2732"/>
                    <a:pt x="5086" y="2684"/>
                    <a:pt x="5300" y="2585"/>
                  </a:cubicBezTo>
                  <a:cubicBezTo>
                    <a:pt x="5715" y="3339"/>
                    <a:pt x="6454" y="3705"/>
                    <a:pt x="7190" y="3705"/>
                  </a:cubicBezTo>
                  <a:cubicBezTo>
                    <a:pt x="8015" y="3705"/>
                    <a:pt x="8836" y="3245"/>
                    <a:pt x="9195" y="2355"/>
                  </a:cubicBezTo>
                  <a:lnTo>
                    <a:pt x="9195" y="2355"/>
                  </a:lnTo>
                  <a:cubicBezTo>
                    <a:pt x="8841" y="2604"/>
                    <a:pt x="8410" y="2729"/>
                    <a:pt x="7980" y="2729"/>
                  </a:cubicBezTo>
                  <a:cubicBezTo>
                    <a:pt x="7214" y="2729"/>
                    <a:pt x="6506" y="2327"/>
                    <a:pt x="6113" y="1666"/>
                  </a:cubicBezTo>
                  <a:cubicBezTo>
                    <a:pt x="6101" y="1641"/>
                    <a:pt x="6079" y="1628"/>
                    <a:pt x="6055" y="1628"/>
                  </a:cubicBezTo>
                  <a:cubicBezTo>
                    <a:pt x="6043" y="1628"/>
                    <a:pt x="6030" y="1631"/>
                    <a:pt x="6018" y="1637"/>
                  </a:cubicBezTo>
                  <a:cubicBezTo>
                    <a:pt x="5823" y="1716"/>
                    <a:pt x="5621" y="1754"/>
                    <a:pt x="5422" y="1754"/>
                  </a:cubicBezTo>
                  <a:cubicBezTo>
                    <a:pt x="4868" y="1754"/>
                    <a:pt x="4337" y="1462"/>
                    <a:pt x="4056" y="948"/>
                  </a:cubicBezTo>
                  <a:cubicBezTo>
                    <a:pt x="4040" y="925"/>
                    <a:pt x="4005" y="908"/>
                    <a:pt x="3977" y="908"/>
                  </a:cubicBezTo>
                  <a:cubicBezTo>
                    <a:pt x="3971" y="908"/>
                    <a:pt x="3965" y="908"/>
                    <a:pt x="3960" y="910"/>
                  </a:cubicBezTo>
                  <a:cubicBezTo>
                    <a:pt x="3855" y="948"/>
                    <a:pt x="3759" y="958"/>
                    <a:pt x="3654" y="968"/>
                  </a:cubicBezTo>
                  <a:cubicBezTo>
                    <a:pt x="3118" y="958"/>
                    <a:pt x="2678" y="527"/>
                    <a:pt x="2668"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09" name="Google Shape;8909;p63"/>
          <p:cNvGrpSpPr/>
          <p:nvPr/>
        </p:nvGrpSpPr>
        <p:grpSpPr>
          <a:xfrm>
            <a:off x="1281227" y="2280562"/>
            <a:ext cx="402645" cy="323917"/>
            <a:chOff x="1295502" y="2437362"/>
            <a:chExt cx="402645" cy="323917"/>
          </a:xfrm>
        </p:grpSpPr>
        <p:sp>
          <p:nvSpPr>
            <p:cNvPr id="8910" name="Google Shape;8910;p63"/>
            <p:cNvSpPr/>
            <p:nvPr/>
          </p:nvSpPr>
          <p:spPr>
            <a:xfrm>
              <a:off x="1295502" y="2437362"/>
              <a:ext cx="402645" cy="278724"/>
            </a:xfrm>
            <a:custGeom>
              <a:avLst/>
              <a:gdLst/>
              <a:ahLst/>
              <a:cxnLst/>
              <a:rect l="l" t="t" r="r" b="b"/>
              <a:pathLst>
                <a:path w="15333" h="10614" extrusionOk="0">
                  <a:moveTo>
                    <a:pt x="412" y="0"/>
                  </a:moveTo>
                  <a:cubicBezTo>
                    <a:pt x="183" y="0"/>
                    <a:pt x="1" y="182"/>
                    <a:pt x="1" y="412"/>
                  </a:cubicBezTo>
                  <a:lnTo>
                    <a:pt x="1" y="10202"/>
                  </a:lnTo>
                  <a:cubicBezTo>
                    <a:pt x="1" y="10432"/>
                    <a:pt x="183" y="10613"/>
                    <a:pt x="412" y="10613"/>
                  </a:cubicBezTo>
                  <a:lnTo>
                    <a:pt x="14921" y="10613"/>
                  </a:lnTo>
                  <a:cubicBezTo>
                    <a:pt x="15141" y="10613"/>
                    <a:pt x="15332" y="10432"/>
                    <a:pt x="15332" y="10202"/>
                  </a:cubicBezTo>
                  <a:lnTo>
                    <a:pt x="15332" y="412"/>
                  </a:lnTo>
                  <a:cubicBezTo>
                    <a:pt x="15332" y="182"/>
                    <a:pt x="15141" y="0"/>
                    <a:pt x="14921"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1" name="Google Shape;8911;p63"/>
            <p:cNvSpPr/>
            <p:nvPr/>
          </p:nvSpPr>
          <p:spPr>
            <a:xfrm>
              <a:off x="1295502" y="2437362"/>
              <a:ext cx="402645" cy="278724"/>
            </a:xfrm>
            <a:custGeom>
              <a:avLst/>
              <a:gdLst/>
              <a:ahLst/>
              <a:cxnLst/>
              <a:rect l="l" t="t" r="r" b="b"/>
              <a:pathLst>
                <a:path w="15333" h="10614" extrusionOk="0">
                  <a:moveTo>
                    <a:pt x="13954" y="0"/>
                  </a:moveTo>
                  <a:lnTo>
                    <a:pt x="13954" y="9618"/>
                  </a:lnTo>
                  <a:cubicBezTo>
                    <a:pt x="13954" y="9838"/>
                    <a:pt x="13763" y="10030"/>
                    <a:pt x="13543" y="10030"/>
                  </a:cubicBezTo>
                  <a:lnTo>
                    <a:pt x="1" y="10030"/>
                  </a:lnTo>
                  <a:lnTo>
                    <a:pt x="1" y="10202"/>
                  </a:lnTo>
                  <a:cubicBezTo>
                    <a:pt x="1" y="10432"/>
                    <a:pt x="183" y="10613"/>
                    <a:pt x="412" y="10613"/>
                  </a:cubicBezTo>
                  <a:lnTo>
                    <a:pt x="14921" y="10613"/>
                  </a:lnTo>
                  <a:cubicBezTo>
                    <a:pt x="15141" y="10613"/>
                    <a:pt x="15332" y="10432"/>
                    <a:pt x="15332" y="10202"/>
                  </a:cubicBezTo>
                  <a:lnTo>
                    <a:pt x="15332" y="412"/>
                  </a:lnTo>
                  <a:cubicBezTo>
                    <a:pt x="15332" y="182"/>
                    <a:pt x="15141" y="0"/>
                    <a:pt x="14921" y="0"/>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2" name="Google Shape;8912;p63"/>
            <p:cNvSpPr/>
            <p:nvPr/>
          </p:nvSpPr>
          <p:spPr>
            <a:xfrm>
              <a:off x="1324651" y="2467771"/>
              <a:ext cx="344347" cy="217905"/>
            </a:xfrm>
            <a:custGeom>
              <a:avLst/>
              <a:gdLst/>
              <a:ahLst/>
              <a:cxnLst/>
              <a:rect l="l" t="t" r="r" b="b"/>
              <a:pathLst>
                <a:path w="13113" h="8298" extrusionOk="0">
                  <a:moveTo>
                    <a:pt x="1159" y="0"/>
                  </a:moveTo>
                  <a:cubicBezTo>
                    <a:pt x="1130" y="0"/>
                    <a:pt x="1101" y="19"/>
                    <a:pt x="1101" y="48"/>
                  </a:cubicBezTo>
                  <a:cubicBezTo>
                    <a:pt x="1082" y="622"/>
                    <a:pt x="623" y="1072"/>
                    <a:pt x="49" y="1101"/>
                  </a:cubicBezTo>
                  <a:cubicBezTo>
                    <a:pt x="20" y="1101"/>
                    <a:pt x="1" y="1129"/>
                    <a:pt x="1" y="1158"/>
                  </a:cubicBezTo>
                  <a:lnTo>
                    <a:pt x="1" y="7139"/>
                  </a:lnTo>
                  <a:cubicBezTo>
                    <a:pt x="1" y="7168"/>
                    <a:pt x="20" y="7187"/>
                    <a:pt x="49" y="7187"/>
                  </a:cubicBezTo>
                  <a:cubicBezTo>
                    <a:pt x="623" y="7216"/>
                    <a:pt x="1082" y="7675"/>
                    <a:pt x="1101" y="8250"/>
                  </a:cubicBezTo>
                  <a:cubicBezTo>
                    <a:pt x="1101" y="8278"/>
                    <a:pt x="1130" y="8297"/>
                    <a:pt x="1159" y="8297"/>
                  </a:cubicBezTo>
                  <a:lnTo>
                    <a:pt x="11897" y="8297"/>
                  </a:lnTo>
                  <a:cubicBezTo>
                    <a:pt x="11925" y="8297"/>
                    <a:pt x="11945" y="8278"/>
                    <a:pt x="11945" y="8250"/>
                  </a:cubicBezTo>
                  <a:cubicBezTo>
                    <a:pt x="11973" y="7662"/>
                    <a:pt x="12452" y="7197"/>
                    <a:pt x="13037" y="7197"/>
                  </a:cubicBezTo>
                  <a:cubicBezTo>
                    <a:pt x="13043" y="7197"/>
                    <a:pt x="13049" y="7197"/>
                    <a:pt x="13055" y="7197"/>
                  </a:cubicBezTo>
                  <a:cubicBezTo>
                    <a:pt x="13083" y="7197"/>
                    <a:pt x="13112" y="7168"/>
                    <a:pt x="13112" y="7139"/>
                  </a:cubicBezTo>
                  <a:lnTo>
                    <a:pt x="13112" y="1158"/>
                  </a:lnTo>
                  <a:cubicBezTo>
                    <a:pt x="13112" y="1129"/>
                    <a:pt x="13083" y="1101"/>
                    <a:pt x="13055" y="1101"/>
                  </a:cubicBezTo>
                  <a:cubicBezTo>
                    <a:pt x="12461" y="1101"/>
                    <a:pt x="11973" y="641"/>
                    <a:pt x="11945" y="48"/>
                  </a:cubicBezTo>
                  <a:cubicBezTo>
                    <a:pt x="11945" y="19"/>
                    <a:pt x="11925" y="0"/>
                    <a:pt x="1189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3" name="Google Shape;8913;p63"/>
            <p:cNvSpPr/>
            <p:nvPr/>
          </p:nvSpPr>
          <p:spPr>
            <a:xfrm>
              <a:off x="1600617" y="2467771"/>
              <a:ext cx="68381" cy="217905"/>
            </a:xfrm>
            <a:custGeom>
              <a:avLst/>
              <a:gdLst/>
              <a:ahLst/>
              <a:cxnLst/>
              <a:rect l="l" t="t" r="r" b="b"/>
              <a:pathLst>
                <a:path w="2604" h="8298" extrusionOk="0">
                  <a:moveTo>
                    <a:pt x="0" y="0"/>
                  </a:moveTo>
                  <a:cubicBezTo>
                    <a:pt x="19" y="0"/>
                    <a:pt x="48" y="19"/>
                    <a:pt x="48" y="48"/>
                  </a:cubicBezTo>
                  <a:cubicBezTo>
                    <a:pt x="77" y="641"/>
                    <a:pt x="565" y="1101"/>
                    <a:pt x="1158" y="1101"/>
                  </a:cubicBezTo>
                  <a:cubicBezTo>
                    <a:pt x="1187" y="1101"/>
                    <a:pt x="1206" y="1129"/>
                    <a:pt x="1206" y="1158"/>
                  </a:cubicBezTo>
                  <a:lnTo>
                    <a:pt x="1206" y="7139"/>
                  </a:lnTo>
                  <a:cubicBezTo>
                    <a:pt x="1206" y="7168"/>
                    <a:pt x="1187" y="7197"/>
                    <a:pt x="1158" y="7197"/>
                  </a:cubicBezTo>
                  <a:cubicBezTo>
                    <a:pt x="565" y="7197"/>
                    <a:pt x="77" y="7656"/>
                    <a:pt x="48" y="8250"/>
                  </a:cubicBezTo>
                  <a:cubicBezTo>
                    <a:pt x="48" y="8278"/>
                    <a:pt x="19" y="8297"/>
                    <a:pt x="0" y="8297"/>
                  </a:cubicBezTo>
                  <a:lnTo>
                    <a:pt x="1388" y="8297"/>
                  </a:lnTo>
                  <a:cubicBezTo>
                    <a:pt x="1416" y="8297"/>
                    <a:pt x="1436" y="8278"/>
                    <a:pt x="1436" y="8250"/>
                  </a:cubicBezTo>
                  <a:cubicBezTo>
                    <a:pt x="1464" y="7656"/>
                    <a:pt x="1952" y="7197"/>
                    <a:pt x="2546" y="7197"/>
                  </a:cubicBezTo>
                  <a:cubicBezTo>
                    <a:pt x="2574" y="7197"/>
                    <a:pt x="2603" y="7168"/>
                    <a:pt x="2603" y="7139"/>
                  </a:cubicBezTo>
                  <a:lnTo>
                    <a:pt x="2603" y="1158"/>
                  </a:lnTo>
                  <a:cubicBezTo>
                    <a:pt x="2603" y="1129"/>
                    <a:pt x="2574" y="1101"/>
                    <a:pt x="2546" y="1101"/>
                  </a:cubicBezTo>
                  <a:cubicBezTo>
                    <a:pt x="1952" y="1101"/>
                    <a:pt x="1464" y="641"/>
                    <a:pt x="1436" y="48"/>
                  </a:cubicBezTo>
                  <a:cubicBezTo>
                    <a:pt x="1436" y="19"/>
                    <a:pt x="1416" y="0"/>
                    <a:pt x="1388" y="0"/>
                  </a:cubicBez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4" name="Google Shape;8914;p63"/>
            <p:cNvSpPr/>
            <p:nvPr/>
          </p:nvSpPr>
          <p:spPr>
            <a:xfrm>
              <a:off x="1557445" y="2680871"/>
              <a:ext cx="66044" cy="80408"/>
            </a:xfrm>
            <a:custGeom>
              <a:avLst/>
              <a:gdLst/>
              <a:ahLst/>
              <a:cxnLst/>
              <a:rect l="l" t="t" r="r" b="b"/>
              <a:pathLst>
                <a:path w="2515" h="3062" extrusionOk="0">
                  <a:moveTo>
                    <a:pt x="1156" y="1"/>
                  </a:moveTo>
                  <a:lnTo>
                    <a:pt x="17" y="2393"/>
                  </a:lnTo>
                  <a:cubicBezTo>
                    <a:pt x="0" y="2419"/>
                    <a:pt x="21" y="2452"/>
                    <a:pt x="53" y="2452"/>
                  </a:cubicBezTo>
                  <a:cubicBezTo>
                    <a:pt x="57" y="2452"/>
                    <a:pt x="61" y="2452"/>
                    <a:pt x="65" y="2451"/>
                  </a:cubicBezTo>
                  <a:lnTo>
                    <a:pt x="831" y="2336"/>
                  </a:lnTo>
                  <a:cubicBezTo>
                    <a:pt x="836" y="2333"/>
                    <a:pt x="840" y="2332"/>
                    <a:pt x="844" y="2332"/>
                  </a:cubicBezTo>
                  <a:cubicBezTo>
                    <a:pt x="855" y="2332"/>
                    <a:pt x="862" y="2341"/>
                    <a:pt x="869" y="2355"/>
                  </a:cubicBezTo>
                  <a:lnTo>
                    <a:pt x="1300" y="3044"/>
                  </a:lnTo>
                  <a:cubicBezTo>
                    <a:pt x="1308" y="3056"/>
                    <a:pt x="1319" y="3061"/>
                    <a:pt x="1330" y="3061"/>
                  </a:cubicBezTo>
                  <a:cubicBezTo>
                    <a:pt x="1346" y="3061"/>
                    <a:pt x="1361" y="3051"/>
                    <a:pt x="1367" y="3034"/>
                  </a:cubicBezTo>
                  <a:lnTo>
                    <a:pt x="2515" y="642"/>
                  </a:lnTo>
                  <a:lnTo>
                    <a:pt x="1156" y="1"/>
                  </a:ln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5" name="Google Shape;8915;p63"/>
            <p:cNvSpPr/>
            <p:nvPr/>
          </p:nvSpPr>
          <p:spPr>
            <a:xfrm>
              <a:off x="1607129" y="2680871"/>
              <a:ext cx="66070" cy="80408"/>
            </a:xfrm>
            <a:custGeom>
              <a:avLst/>
              <a:gdLst/>
              <a:ahLst/>
              <a:cxnLst/>
              <a:rect l="l" t="t" r="r" b="b"/>
              <a:pathLst>
                <a:path w="2516" h="3062" extrusionOk="0">
                  <a:moveTo>
                    <a:pt x="1350" y="1"/>
                  </a:moveTo>
                  <a:lnTo>
                    <a:pt x="1" y="642"/>
                  </a:lnTo>
                  <a:lnTo>
                    <a:pt x="1140" y="3034"/>
                  </a:lnTo>
                  <a:cubicBezTo>
                    <a:pt x="1151" y="3051"/>
                    <a:pt x="1168" y="3061"/>
                    <a:pt x="1185" y="3061"/>
                  </a:cubicBezTo>
                  <a:cubicBezTo>
                    <a:pt x="1197" y="3061"/>
                    <a:pt x="1208" y="3056"/>
                    <a:pt x="1216" y="3044"/>
                  </a:cubicBezTo>
                  <a:lnTo>
                    <a:pt x="1637" y="2355"/>
                  </a:lnTo>
                  <a:cubicBezTo>
                    <a:pt x="1644" y="2341"/>
                    <a:pt x="1657" y="2332"/>
                    <a:pt x="1670" y="2332"/>
                  </a:cubicBezTo>
                  <a:cubicBezTo>
                    <a:pt x="1675" y="2332"/>
                    <a:pt x="1680" y="2333"/>
                    <a:pt x="1685" y="2336"/>
                  </a:cubicBezTo>
                  <a:lnTo>
                    <a:pt x="2451" y="2451"/>
                  </a:lnTo>
                  <a:cubicBezTo>
                    <a:pt x="2455" y="2452"/>
                    <a:pt x="2459" y="2452"/>
                    <a:pt x="2463" y="2452"/>
                  </a:cubicBezTo>
                  <a:cubicBezTo>
                    <a:pt x="2495" y="2452"/>
                    <a:pt x="2516" y="2419"/>
                    <a:pt x="2499" y="2393"/>
                  </a:cubicBezTo>
                  <a:lnTo>
                    <a:pt x="1350" y="1"/>
                  </a:ln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6" name="Google Shape;8916;p63"/>
            <p:cNvSpPr/>
            <p:nvPr/>
          </p:nvSpPr>
          <p:spPr>
            <a:xfrm>
              <a:off x="1556631" y="2604927"/>
              <a:ext cx="117146" cy="115229"/>
            </a:xfrm>
            <a:custGeom>
              <a:avLst/>
              <a:gdLst/>
              <a:ahLst/>
              <a:cxnLst/>
              <a:rect l="l" t="t" r="r" b="b"/>
              <a:pathLst>
                <a:path w="4461" h="4388" extrusionOk="0">
                  <a:moveTo>
                    <a:pt x="2234" y="0"/>
                  </a:moveTo>
                  <a:cubicBezTo>
                    <a:pt x="2113" y="0"/>
                    <a:pt x="1991" y="36"/>
                    <a:pt x="1886" y="108"/>
                  </a:cubicBezTo>
                  <a:cubicBezTo>
                    <a:pt x="1790" y="179"/>
                    <a:pt x="1675" y="218"/>
                    <a:pt x="1562" y="218"/>
                  </a:cubicBezTo>
                  <a:cubicBezTo>
                    <a:pt x="1539" y="218"/>
                    <a:pt x="1516" y="216"/>
                    <a:pt x="1493" y="213"/>
                  </a:cubicBezTo>
                  <a:cubicBezTo>
                    <a:pt x="1477" y="212"/>
                    <a:pt x="1461" y="211"/>
                    <a:pt x="1444" y="211"/>
                  </a:cubicBezTo>
                  <a:cubicBezTo>
                    <a:pt x="1205" y="211"/>
                    <a:pt x="989" y="342"/>
                    <a:pt x="890" y="557"/>
                  </a:cubicBezTo>
                  <a:cubicBezTo>
                    <a:pt x="833" y="691"/>
                    <a:pt x="728" y="797"/>
                    <a:pt x="603" y="854"/>
                  </a:cubicBezTo>
                  <a:cubicBezTo>
                    <a:pt x="373" y="959"/>
                    <a:pt x="230" y="1199"/>
                    <a:pt x="259" y="1448"/>
                  </a:cubicBezTo>
                  <a:cubicBezTo>
                    <a:pt x="268" y="1591"/>
                    <a:pt x="230" y="1735"/>
                    <a:pt x="153" y="1849"/>
                  </a:cubicBezTo>
                  <a:cubicBezTo>
                    <a:pt x="0" y="2060"/>
                    <a:pt x="0" y="2328"/>
                    <a:pt x="153" y="2539"/>
                  </a:cubicBezTo>
                  <a:cubicBezTo>
                    <a:pt x="230" y="2653"/>
                    <a:pt x="268" y="2797"/>
                    <a:pt x="259" y="2940"/>
                  </a:cubicBezTo>
                  <a:cubicBezTo>
                    <a:pt x="230" y="3189"/>
                    <a:pt x="373" y="3429"/>
                    <a:pt x="603" y="3534"/>
                  </a:cubicBezTo>
                  <a:cubicBezTo>
                    <a:pt x="728" y="3591"/>
                    <a:pt x="833" y="3697"/>
                    <a:pt x="890" y="3831"/>
                  </a:cubicBezTo>
                  <a:cubicBezTo>
                    <a:pt x="989" y="4046"/>
                    <a:pt x="1205" y="4177"/>
                    <a:pt x="1444" y="4177"/>
                  </a:cubicBezTo>
                  <a:cubicBezTo>
                    <a:pt x="1461" y="4177"/>
                    <a:pt x="1477" y="4176"/>
                    <a:pt x="1493" y="4175"/>
                  </a:cubicBezTo>
                  <a:cubicBezTo>
                    <a:pt x="1516" y="4172"/>
                    <a:pt x="1539" y="4170"/>
                    <a:pt x="1562" y="4170"/>
                  </a:cubicBezTo>
                  <a:cubicBezTo>
                    <a:pt x="1675" y="4170"/>
                    <a:pt x="1790" y="4209"/>
                    <a:pt x="1886" y="4280"/>
                  </a:cubicBezTo>
                  <a:cubicBezTo>
                    <a:pt x="1991" y="4352"/>
                    <a:pt x="2113" y="4388"/>
                    <a:pt x="2234" y="4388"/>
                  </a:cubicBezTo>
                  <a:cubicBezTo>
                    <a:pt x="2355" y="4388"/>
                    <a:pt x="2474" y="4352"/>
                    <a:pt x="2575" y="4280"/>
                  </a:cubicBezTo>
                  <a:cubicBezTo>
                    <a:pt x="2670" y="4209"/>
                    <a:pt x="2785" y="4170"/>
                    <a:pt x="2904" y="4170"/>
                  </a:cubicBezTo>
                  <a:cubicBezTo>
                    <a:pt x="2928" y="4170"/>
                    <a:pt x="2952" y="4172"/>
                    <a:pt x="2977" y="4175"/>
                  </a:cubicBezTo>
                  <a:cubicBezTo>
                    <a:pt x="2992" y="4176"/>
                    <a:pt x="3008" y="4177"/>
                    <a:pt x="3024" y="4177"/>
                  </a:cubicBezTo>
                  <a:cubicBezTo>
                    <a:pt x="3255" y="4177"/>
                    <a:pt x="3472" y="4046"/>
                    <a:pt x="3580" y="3831"/>
                  </a:cubicBezTo>
                  <a:cubicBezTo>
                    <a:pt x="3637" y="3697"/>
                    <a:pt x="3742" y="3591"/>
                    <a:pt x="3867" y="3534"/>
                  </a:cubicBezTo>
                  <a:cubicBezTo>
                    <a:pt x="4096" y="3429"/>
                    <a:pt x="4230" y="3189"/>
                    <a:pt x="4211" y="2940"/>
                  </a:cubicBezTo>
                  <a:cubicBezTo>
                    <a:pt x="4202" y="2797"/>
                    <a:pt x="4230" y="2653"/>
                    <a:pt x="4316" y="2539"/>
                  </a:cubicBezTo>
                  <a:cubicBezTo>
                    <a:pt x="4460" y="2328"/>
                    <a:pt x="4460" y="2060"/>
                    <a:pt x="4316" y="1849"/>
                  </a:cubicBezTo>
                  <a:cubicBezTo>
                    <a:pt x="4230" y="1735"/>
                    <a:pt x="4202" y="1591"/>
                    <a:pt x="4211" y="1448"/>
                  </a:cubicBezTo>
                  <a:cubicBezTo>
                    <a:pt x="4230" y="1199"/>
                    <a:pt x="4096" y="959"/>
                    <a:pt x="3867" y="854"/>
                  </a:cubicBezTo>
                  <a:cubicBezTo>
                    <a:pt x="3742" y="797"/>
                    <a:pt x="3637" y="691"/>
                    <a:pt x="3580" y="557"/>
                  </a:cubicBezTo>
                  <a:cubicBezTo>
                    <a:pt x="3472" y="342"/>
                    <a:pt x="3255" y="211"/>
                    <a:pt x="3024" y="211"/>
                  </a:cubicBezTo>
                  <a:cubicBezTo>
                    <a:pt x="3008" y="211"/>
                    <a:pt x="2992" y="212"/>
                    <a:pt x="2977" y="213"/>
                  </a:cubicBezTo>
                  <a:cubicBezTo>
                    <a:pt x="2952" y="216"/>
                    <a:pt x="2928" y="218"/>
                    <a:pt x="2904" y="218"/>
                  </a:cubicBezTo>
                  <a:cubicBezTo>
                    <a:pt x="2785" y="218"/>
                    <a:pt x="2670" y="179"/>
                    <a:pt x="2575" y="108"/>
                  </a:cubicBezTo>
                  <a:cubicBezTo>
                    <a:pt x="2474" y="36"/>
                    <a:pt x="2355" y="0"/>
                    <a:pt x="2234"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7" name="Google Shape;8917;p63"/>
            <p:cNvSpPr/>
            <p:nvPr/>
          </p:nvSpPr>
          <p:spPr>
            <a:xfrm>
              <a:off x="1595076" y="2714300"/>
              <a:ext cx="2048" cy="26"/>
            </a:xfrm>
            <a:custGeom>
              <a:avLst/>
              <a:gdLst/>
              <a:ahLst/>
              <a:cxnLst/>
              <a:rect l="l" t="t" r="r" b="b"/>
              <a:pathLst>
                <a:path w="78" h="1" extrusionOk="0">
                  <a:moveTo>
                    <a:pt x="1" y="0"/>
                  </a:moveTo>
                  <a:lnTo>
                    <a:pt x="29" y="0"/>
                  </a:lnTo>
                  <a:lnTo>
                    <a:pt x="77" y="0"/>
                  </a:lnTo>
                  <a:cubicBezTo>
                    <a:pt x="48" y="0"/>
                    <a:pt x="29" y="0"/>
                    <a:pt x="1" y="0"/>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8" name="Google Shape;8918;p63"/>
            <p:cNvSpPr/>
            <p:nvPr/>
          </p:nvSpPr>
          <p:spPr>
            <a:xfrm>
              <a:off x="1595076" y="2610757"/>
              <a:ext cx="2048" cy="26"/>
            </a:xfrm>
            <a:custGeom>
              <a:avLst/>
              <a:gdLst/>
              <a:ahLst/>
              <a:cxnLst/>
              <a:rect l="l" t="t" r="r" b="b"/>
              <a:pathLst>
                <a:path w="78" h="1" extrusionOk="0">
                  <a:moveTo>
                    <a:pt x="77" y="1"/>
                  </a:moveTo>
                  <a:lnTo>
                    <a:pt x="29" y="1"/>
                  </a:lnTo>
                  <a:lnTo>
                    <a:pt x="1" y="1"/>
                  </a:lnTo>
                  <a:cubicBezTo>
                    <a:pt x="29" y="1"/>
                    <a:pt x="48" y="1"/>
                    <a:pt x="77" y="1"/>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19" name="Google Shape;8919;p63"/>
            <p:cNvSpPr/>
            <p:nvPr/>
          </p:nvSpPr>
          <p:spPr>
            <a:xfrm>
              <a:off x="1598857" y="2604927"/>
              <a:ext cx="74920" cy="115176"/>
            </a:xfrm>
            <a:custGeom>
              <a:avLst/>
              <a:gdLst/>
              <a:ahLst/>
              <a:cxnLst/>
              <a:rect l="l" t="t" r="r" b="b"/>
              <a:pathLst>
                <a:path w="2853" h="4386" extrusionOk="0">
                  <a:moveTo>
                    <a:pt x="626" y="0"/>
                  </a:moveTo>
                  <a:cubicBezTo>
                    <a:pt x="505" y="0"/>
                    <a:pt x="383" y="36"/>
                    <a:pt x="278" y="108"/>
                  </a:cubicBezTo>
                  <a:cubicBezTo>
                    <a:pt x="201" y="165"/>
                    <a:pt x="105" y="203"/>
                    <a:pt x="0" y="213"/>
                  </a:cubicBezTo>
                  <a:cubicBezTo>
                    <a:pt x="8" y="213"/>
                    <a:pt x="16" y="212"/>
                    <a:pt x="24" y="212"/>
                  </a:cubicBezTo>
                  <a:cubicBezTo>
                    <a:pt x="255" y="212"/>
                    <a:pt x="473" y="345"/>
                    <a:pt x="574" y="557"/>
                  </a:cubicBezTo>
                  <a:cubicBezTo>
                    <a:pt x="632" y="691"/>
                    <a:pt x="737" y="787"/>
                    <a:pt x="861" y="854"/>
                  </a:cubicBezTo>
                  <a:cubicBezTo>
                    <a:pt x="1091" y="959"/>
                    <a:pt x="1235" y="1199"/>
                    <a:pt x="1206" y="1448"/>
                  </a:cubicBezTo>
                  <a:cubicBezTo>
                    <a:pt x="1196" y="1591"/>
                    <a:pt x="1235" y="1735"/>
                    <a:pt x="1311" y="1849"/>
                  </a:cubicBezTo>
                  <a:cubicBezTo>
                    <a:pt x="1464" y="2050"/>
                    <a:pt x="1464" y="2328"/>
                    <a:pt x="1311" y="2539"/>
                  </a:cubicBezTo>
                  <a:cubicBezTo>
                    <a:pt x="1235" y="2653"/>
                    <a:pt x="1196" y="2797"/>
                    <a:pt x="1206" y="2940"/>
                  </a:cubicBezTo>
                  <a:cubicBezTo>
                    <a:pt x="1235" y="3189"/>
                    <a:pt x="1091" y="3429"/>
                    <a:pt x="861" y="3534"/>
                  </a:cubicBezTo>
                  <a:cubicBezTo>
                    <a:pt x="737" y="3591"/>
                    <a:pt x="632" y="3697"/>
                    <a:pt x="574" y="3831"/>
                  </a:cubicBezTo>
                  <a:cubicBezTo>
                    <a:pt x="473" y="4043"/>
                    <a:pt x="255" y="4176"/>
                    <a:pt x="24" y="4176"/>
                  </a:cubicBezTo>
                  <a:cubicBezTo>
                    <a:pt x="16" y="4176"/>
                    <a:pt x="8" y="4175"/>
                    <a:pt x="0" y="4175"/>
                  </a:cubicBezTo>
                  <a:lnTo>
                    <a:pt x="0" y="4175"/>
                  </a:lnTo>
                  <a:cubicBezTo>
                    <a:pt x="105" y="4185"/>
                    <a:pt x="201" y="4213"/>
                    <a:pt x="278" y="4271"/>
                  </a:cubicBezTo>
                  <a:cubicBezTo>
                    <a:pt x="383" y="4347"/>
                    <a:pt x="505" y="4386"/>
                    <a:pt x="626" y="4386"/>
                  </a:cubicBezTo>
                  <a:cubicBezTo>
                    <a:pt x="747" y="4386"/>
                    <a:pt x="866" y="4347"/>
                    <a:pt x="967" y="4271"/>
                  </a:cubicBezTo>
                  <a:cubicBezTo>
                    <a:pt x="1070" y="4202"/>
                    <a:pt x="1196" y="4164"/>
                    <a:pt x="1325" y="4164"/>
                  </a:cubicBezTo>
                  <a:cubicBezTo>
                    <a:pt x="1340" y="4164"/>
                    <a:pt x="1354" y="4165"/>
                    <a:pt x="1369" y="4165"/>
                  </a:cubicBezTo>
                  <a:cubicBezTo>
                    <a:pt x="1390" y="4168"/>
                    <a:pt x="1411" y="4169"/>
                    <a:pt x="1432" y="4169"/>
                  </a:cubicBezTo>
                  <a:cubicBezTo>
                    <a:pt x="1657" y="4169"/>
                    <a:pt x="1866" y="4032"/>
                    <a:pt x="1962" y="3831"/>
                  </a:cubicBezTo>
                  <a:cubicBezTo>
                    <a:pt x="2029" y="3697"/>
                    <a:pt x="2125" y="3591"/>
                    <a:pt x="2259" y="3534"/>
                  </a:cubicBezTo>
                  <a:cubicBezTo>
                    <a:pt x="2488" y="3429"/>
                    <a:pt x="2622" y="3189"/>
                    <a:pt x="2603" y="2940"/>
                  </a:cubicBezTo>
                  <a:cubicBezTo>
                    <a:pt x="2584" y="2797"/>
                    <a:pt x="2622" y="2653"/>
                    <a:pt x="2708" y="2539"/>
                  </a:cubicBezTo>
                  <a:cubicBezTo>
                    <a:pt x="2852" y="2328"/>
                    <a:pt x="2852" y="2050"/>
                    <a:pt x="2708" y="1849"/>
                  </a:cubicBezTo>
                  <a:cubicBezTo>
                    <a:pt x="2622" y="1735"/>
                    <a:pt x="2584" y="1591"/>
                    <a:pt x="2603" y="1448"/>
                  </a:cubicBezTo>
                  <a:cubicBezTo>
                    <a:pt x="2622" y="1199"/>
                    <a:pt x="2488" y="959"/>
                    <a:pt x="2259" y="854"/>
                  </a:cubicBezTo>
                  <a:cubicBezTo>
                    <a:pt x="2125" y="787"/>
                    <a:pt x="2029" y="691"/>
                    <a:pt x="1962" y="557"/>
                  </a:cubicBezTo>
                  <a:cubicBezTo>
                    <a:pt x="1863" y="342"/>
                    <a:pt x="1647" y="211"/>
                    <a:pt x="1416" y="211"/>
                  </a:cubicBezTo>
                  <a:cubicBezTo>
                    <a:pt x="1400" y="211"/>
                    <a:pt x="1384" y="212"/>
                    <a:pt x="1369" y="213"/>
                  </a:cubicBezTo>
                  <a:cubicBezTo>
                    <a:pt x="1344" y="216"/>
                    <a:pt x="1320" y="218"/>
                    <a:pt x="1296" y="218"/>
                  </a:cubicBezTo>
                  <a:cubicBezTo>
                    <a:pt x="1177" y="218"/>
                    <a:pt x="1062" y="179"/>
                    <a:pt x="967" y="108"/>
                  </a:cubicBezTo>
                  <a:cubicBezTo>
                    <a:pt x="866" y="36"/>
                    <a:pt x="747" y="0"/>
                    <a:pt x="626" y="0"/>
                  </a:cubicBezTo>
                  <a:close/>
                </a:path>
              </a:pathLst>
            </a:custGeom>
            <a:solidFill>
              <a:srgbClr val="8CA4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0" name="Google Shape;8920;p63"/>
            <p:cNvSpPr/>
            <p:nvPr/>
          </p:nvSpPr>
          <p:spPr>
            <a:xfrm>
              <a:off x="1583023" y="2630872"/>
              <a:ext cx="63602" cy="63339"/>
            </a:xfrm>
            <a:custGeom>
              <a:avLst/>
              <a:gdLst/>
              <a:ahLst/>
              <a:cxnLst/>
              <a:rect l="l" t="t" r="r" b="b"/>
              <a:pathLst>
                <a:path w="2422" h="2412" extrusionOk="0">
                  <a:moveTo>
                    <a:pt x="1206" y="0"/>
                  </a:moveTo>
                  <a:cubicBezTo>
                    <a:pt x="546" y="0"/>
                    <a:pt x="0" y="536"/>
                    <a:pt x="0" y="1206"/>
                  </a:cubicBezTo>
                  <a:cubicBezTo>
                    <a:pt x="0" y="1866"/>
                    <a:pt x="546" y="2412"/>
                    <a:pt x="1206" y="2412"/>
                  </a:cubicBezTo>
                  <a:cubicBezTo>
                    <a:pt x="1876" y="2412"/>
                    <a:pt x="2421" y="1866"/>
                    <a:pt x="2421" y="1206"/>
                  </a:cubicBezTo>
                  <a:cubicBezTo>
                    <a:pt x="2421" y="536"/>
                    <a:pt x="1876" y="0"/>
                    <a:pt x="1206" y="0"/>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1" name="Google Shape;8921;p63"/>
            <p:cNvSpPr/>
            <p:nvPr/>
          </p:nvSpPr>
          <p:spPr>
            <a:xfrm>
              <a:off x="1595076" y="2630872"/>
              <a:ext cx="56827" cy="63287"/>
            </a:xfrm>
            <a:custGeom>
              <a:avLst/>
              <a:gdLst/>
              <a:ahLst/>
              <a:cxnLst/>
              <a:rect l="l" t="t" r="r" b="b"/>
              <a:pathLst>
                <a:path w="2164" h="2410" extrusionOk="0">
                  <a:moveTo>
                    <a:pt x="757" y="0"/>
                  </a:moveTo>
                  <a:cubicBezTo>
                    <a:pt x="479" y="0"/>
                    <a:pt x="211" y="96"/>
                    <a:pt x="1" y="268"/>
                  </a:cubicBezTo>
                  <a:cubicBezTo>
                    <a:pt x="603" y="747"/>
                    <a:pt x="603" y="1665"/>
                    <a:pt x="1" y="2153"/>
                  </a:cubicBezTo>
                  <a:cubicBezTo>
                    <a:pt x="224" y="2328"/>
                    <a:pt x="485" y="2410"/>
                    <a:pt x="741" y="2410"/>
                  </a:cubicBezTo>
                  <a:cubicBezTo>
                    <a:pt x="1229" y="2410"/>
                    <a:pt x="1704" y="2113"/>
                    <a:pt x="1886" y="1598"/>
                  </a:cubicBezTo>
                  <a:cubicBezTo>
                    <a:pt x="2163" y="823"/>
                    <a:pt x="1580" y="0"/>
                    <a:pt x="757" y="0"/>
                  </a:cubicBezTo>
                  <a:close/>
                </a:path>
              </a:pathLst>
            </a:custGeom>
            <a:solidFill>
              <a:srgbClr val="B0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2" name="Google Shape;8922;p63"/>
            <p:cNvSpPr/>
            <p:nvPr/>
          </p:nvSpPr>
          <p:spPr>
            <a:xfrm>
              <a:off x="1370054" y="2536074"/>
              <a:ext cx="253304" cy="12158"/>
            </a:xfrm>
            <a:custGeom>
              <a:avLst/>
              <a:gdLst/>
              <a:ahLst/>
              <a:cxnLst/>
              <a:rect l="l" t="t" r="r" b="b"/>
              <a:pathLst>
                <a:path w="9646" h="463" extrusionOk="0">
                  <a:moveTo>
                    <a:pt x="303" y="1"/>
                  </a:moveTo>
                  <a:cubicBezTo>
                    <a:pt x="1" y="1"/>
                    <a:pt x="4" y="462"/>
                    <a:pt x="311" y="462"/>
                  </a:cubicBezTo>
                  <a:cubicBezTo>
                    <a:pt x="317" y="462"/>
                    <a:pt x="323" y="462"/>
                    <a:pt x="329" y="462"/>
                  </a:cubicBezTo>
                  <a:lnTo>
                    <a:pt x="9326" y="462"/>
                  </a:lnTo>
                  <a:cubicBezTo>
                    <a:pt x="9332" y="462"/>
                    <a:pt x="9338" y="462"/>
                    <a:pt x="9343" y="462"/>
                  </a:cubicBezTo>
                  <a:cubicBezTo>
                    <a:pt x="9642" y="462"/>
                    <a:pt x="9645" y="1"/>
                    <a:pt x="9352" y="1"/>
                  </a:cubicBezTo>
                  <a:cubicBezTo>
                    <a:pt x="9343" y="1"/>
                    <a:pt x="9335" y="1"/>
                    <a:pt x="9326" y="2"/>
                  </a:cubicBezTo>
                  <a:lnTo>
                    <a:pt x="329" y="2"/>
                  </a:lnTo>
                  <a:cubicBezTo>
                    <a:pt x="320" y="1"/>
                    <a:pt x="311" y="1"/>
                    <a:pt x="303" y="1"/>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3" name="Google Shape;8923;p63"/>
            <p:cNvSpPr/>
            <p:nvPr/>
          </p:nvSpPr>
          <p:spPr>
            <a:xfrm>
              <a:off x="1370054" y="2503170"/>
              <a:ext cx="253304" cy="12132"/>
            </a:xfrm>
            <a:custGeom>
              <a:avLst/>
              <a:gdLst/>
              <a:ahLst/>
              <a:cxnLst/>
              <a:rect l="l" t="t" r="r" b="b"/>
              <a:pathLst>
                <a:path w="9646" h="462" extrusionOk="0">
                  <a:moveTo>
                    <a:pt x="303" y="0"/>
                  </a:moveTo>
                  <a:cubicBezTo>
                    <a:pt x="1" y="0"/>
                    <a:pt x="4" y="461"/>
                    <a:pt x="311" y="461"/>
                  </a:cubicBezTo>
                  <a:cubicBezTo>
                    <a:pt x="317" y="461"/>
                    <a:pt x="323" y="461"/>
                    <a:pt x="329" y="461"/>
                  </a:cubicBezTo>
                  <a:lnTo>
                    <a:pt x="9326" y="461"/>
                  </a:lnTo>
                  <a:cubicBezTo>
                    <a:pt x="9332" y="461"/>
                    <a:pt x="9338" y="461"/>
                    <a:pt x="9343" y="461"/>
                  </a:cubicBezTo>
                  <a:cubicBezTo>
                    <a:pt x="9642" y="461"/>
                    <a:pt x="9645" y="0"/>
                    <a:pt x="9352" y="0"/>
                  </a:cubicBezTo>
                  <a:cubicBezTo>
                    <a:pt x="9343" y="0"/>
                    <a:pt x="9335" y="1"/>
                    <a:pt x="9326" y="1"/>
                  </a:cubicBezTo>
                  <a:lnTo>
                    <a:pt x="329" y="1"/>
                  </a:lnTo>
                  <a:cubicBezTo>
                    <a:pt x="320" y="1"/>
                    <a:pt x="311" y="0"/>
                    <a:pt x="303"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4" name="Google Shape;8924;p63"/>
            <p:cNvSpPr/>
            <p:nvPr/>
          </p:nvSpPr>
          <p:spPr>
            <a:xfrm>
              <a:off x="1370133" y="2569266"/>
              <a:ext cx="253146" cy="12132"/>
            </a:xfrm>
            <a:custGeom>
              <a:avLst/>
              <a:gdLst/>
              <a:ahLst/>
              <a:cxnLst/>
              <a:rect l="l" t="t" r="r" b="b"/>
              <a:pathLst>
                <a:path w="9640" h="462" extrusionOk="0">
                  <a:moveTo>
                    <a:pt x="300" y="0"/>
                  </a:moveTo>
                  <a:cubicBezTo>
                    <a:pt x="0" y="0"/>
                    <a:pt x="0" y="462"/>
                    <a:pt x="300" y="462"/>
                  </a:cubicBezTo>
                  <a:cubicBezTo>
                    <a:pt x="309" y="462"/>
                    <a:pt x="317" y="462"/>
                    <a:pt x="326" y="461"/>
                  </a:cubicBezTo>
                  <a:lnTo>
                    <a:pt x="9323" y="461"/>
                  </a:lnTo>
                  <a:cubicBezTo>
                    <a:pt x="9331" y="462"/>
                    <a:pt x="9340" y="462"/>
                    <a:pt x="9348" y="462"/>
                  </a:cubicBezTo>
                  <a:cubicBezTo>
                    <a:pt x="9639" y="462"/>
                    <a:pt x="9639" y="0"/>
                    <a:pt x="9348" y="0"/>
                  </a:cubicBezTo>
                  <a:cubicBezTo>
                    <a:pt x="9340" y="0"/>
                    <a:pt x="9331" y="1"/>
                    <a:pt x="9323" y="1"/>
                  </a:cubicBezTo>
                  <a:lnTo>
                    <a:pt x="326" y="1"/>
                  </a:lnTo>
                  <a:cubicBezTo>
                    <a:pt x="317" y="1"/>
                    <a:pt x="309" y="0"/>
                    <a:pt x="300"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5" name="Google Shape;8925;p63"/>
            <p:cNvSpPr/>
            <p:nvPr/>
          </p:nvSpPr>
          <p:spPr>
            <a:xfrm>
              <a:off x="1447521" y="2612228"/>
              <a:ext cx="98344" cy="12158"/>
            </a:xfrm>
            <a:custGeom>
              <a:avLst/>
              <a:gdLst/>
              <a:ahLst/>
              <a:cxnLst/>
              <a:rect l="l" t="t" r="r" b="b"/>
              <a:pathLst>
                <a:path w="3745" h="463" extrusionOk="0">
                  <a:moveTo>
                    <a:pt x="301" y="1"/>
                  </a:moveTo>
                  <a:cubicBezTo>
                    <a:pt x="1" y="1"/>
                    <a:pt x="1" y="462"/>
                    <a:pt x="301" y="462"/>
                  </a:cubicBezTo>
                  <a:cubicBezTo>
                    <a:pt x="309" y="462"/>
                    <a:pt x="318" y="462"/>
                    <a:pt x="327" y="461"/>
                  </a:cubicBezTo>
                  <a:lnTo>
                    <a:pt x="3418" y="461"/>
                  </a:lnTo>
                  <a:cubicBezTo>
                    <a:pt x="3427" y="462"/>
                    <a:pt x="3436" y="462"/>
                    <a:pt x="3445" y="462"/>
                  </a:cubicBezTo>
                  <a:cubicBezTo>
                    <a:pt x="3744" y="462"/>
                    <a:pt x="3744" y="1"/>
                    <a:pt x="3445" y="1"/>
                  </a:cubicBezTo>
                  <a:cubicBezTo>
                    <a:pt x="3436" y="1"/>
                    <a:pt x="3427" y="1"/>
                    <a:pt x="3418" y="2"/>
                  </a:cubicBezTo>
                  <a:lnTo>
                    <a:pt x="327" y="2"/>
                  </a:lnTo>
                  <a:cubicBezTo>
                    <a:pt x="318" y="1"/>
                    <a:pt x="309" y="1"/>
                    <a:pt x="301" y="1"/>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26" name="Google Shape;8926;p63"/>
          <p:cNvGrpSpPr/>
          <p:nvPr/>
        </p:nvGrpSpPr>
        <p:grpSpPr>
          <a:xfrm>
            <a:off x="868315" y="2281560"/>
            <a:ext cx="337310" cy="337047"/>
            <a:chOff x="882590" y="2438360"/>
            <a:chExt cx="337310" cy="337047"/>
          </a:xfrm>
        </p:grpSpPr>
        <p:sp>
          <p:nvSpPr>
            <p:cNvPr id="8927" name="Google Shape;8927;p63"/>
            <p:cNvSpPr/>
            <p:nvPr/>
          </p:nvSpPr>
          <p:spPr>
            <a:xfrm>
              <a:off x="992934" y="2438360"/>
              <a:ext cx="114625" cy="337047"/>
            </a:xfrm>
            <a:custGeom>
              <a:avLst/>
              <a:gdLst/>
              <a:ahLst/>
              <a:cxnLst/>
              <a:rect l="l" t="t" r="r" b="b"/>
              <a:pathLst>
                <a:path w="4365" h="12835" extrusionOk="0">
                  <a:moveTo>
                    <a:pt x="0" y="0"/>
                  </a:moveTo>
                  <a:lnTo>
                    <a:pt x="0" y="12834"/>
                  </a:lnTo>
                  <a:lnTo>
                    <a:pt x="4364" y="12834"/>
                  </a:lnTo>
                  <a:lnTo>
                    <a:pt x="4364" y="0"/>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8" name="Google Shape;8928;p63"/>
            <p:cNvSpPr/>
            <p:nvPr/>
          </p:nvSpPr>
          <p:spPr>
            <a:xfrm>
              <a:off x="1081640" y="2438360"/>
              <a:ext cx="25919" cy="337047"/>
            </a:xfrm>
            <a:custGeom>
              <a:avLst/>
              <a:gdLst/>
              <a:ahLst/>
              <a:cxnLst/>
              <a:rect l="l" t="t" r="r" b="b"/>
              <a:pathLst>
                <a:path w="987" h="12835" extrusionOk="0">
                  <a:moveTo>
                    <a:pt x="0" y="0"/>
                  </a:moveTo>
                  <a:lnTo>
                    <a:pt x="0" y="12834"/>
                  </a:lnTo>
                  <a:lnTo>
                    <a:pt x="986" y="12834"/>
                  </a:lnTo>
                  <a:lnTo>
                    <a:pt x="986" y="0"/>
                  </a:lnTo>
                  <a:close/>
                </a:path>
              </a:pathLst>
            </a:custGeom>
            <a:solidFill>
              <a:srgbClr val="C5D1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9" name="Google Shape;8929;p63"/>
            <p:cNvSpPr/>
            <p:nvPr/>
          </p:nvSpPr>
          <p:spPr>
            <a:xfrm>
              <a:off x="882590" y="2438360"/>
              <a:ext cx="112367" cy="337047"/>
            </a:xfrm>
            <a:custGeom>
              <a:avLst/>
              <a:gdLst/>
              <a:ahLst/>
              <a:cxnLst/>
              <a:rect l="l" t="t" r="r" b="b"/>
              <a:pathLst>
                <a:path w="4279" h="12835" extrusionOk="0">
                  <a:moveTo>
                    <a:pt x="986" y="0"/>
                  </a:moveTo>
                  <a:cubicBezTo>
                    <a:pt x="441" y="0"/>
                    <a:pt x="1" y="441"/>
                    <a:pt x="1" y="976"/>
                  </a:cubicBezTo>
                  <a:lnTo>
                    <a:pt x="1" y="11858"/>
                  </a:lnTo>
                  <a:cubicBezTo>
                    <a:pt x="1" y="12394"/>
                    <a:pt x="441" y="12834"/>
                    <a:pt x="986" y="12834"/>
                  </a:cubicBezTo>
                  <a:lnTo>
                    <a:pt x="4279" y="12834"/>
                  </a:lnTo>
                  <a:lnTo>
                    <a:pt x="4279"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0" name="Google Shape;8930;p63"/>
            <p:cNvSpPr/>
            <p:nvPr/>
          </p:nvSpPr>
          <p:spPr>
            <a:xfrm>
              <a:off x="969799" y="2438360"/>
              <a:ext cx="25157" cy="337047"/>
            </a:xfrm>
            <a:custGeom>
              <a:avLst/>
              <a:gdLst/>
              <a:ahLst/>
              <a:cxnLst/>
              <a:rect l="l" t="t" r="r" b="b"/>
              <a:pathLst>
                <a:path w="958" h="12835" extrusionOk="0">
                  <a:moveTo>
                    <a:pt x="1" y="0"/>
                  </a:moveTo>
                  <a:lnTo>
                    <a:pt x="1" y="12834"/>
                  </a:lnTo>
                  <a:lnTo>
                    <a:pt x="958" y="12834"/>
                  </a:lnTo>
                  <a:lnTo>
                    <a:pt x="958" y="0"/>
                  </a:lnTo>
                  <a:close/>
                </a:path>
              </a:pathLst>
            </a:custGeom>
            <a:solidFill>
              <a:srgbClr val="AA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1" name="Google Shape;8931;p63"/>
            <p:cNvSpPr/>
            <p:nvPr/>
          </p:nvSpPr>
          <p:spPr>
            <a:xfrm>
              <a:off x="1106010" y="2438360"/>
              <a:ext cx="113890" cy="337047"/>
            </a:xfrm>
            <a:custGeom>
              <a:avLst/>
              <a:gdLst/>
              <a:ahLst/>
              <a:cxnLst/>
              <a:rect l="l" t="t" r="r" b="b"/>
              <a:pathLst>
                <a:path w="4337" h="12835" extrusionOk="0">
                  <a:moveTo>
                    <a:pt x="3358" y="0"/>
                  </a:moveTo>
                  <a:cubicBezTo>
                    <a:pt x="3352" y="0"/>
                    <a:pt x="3347" y="0"/>
                    <a:pt x="3341" y="0"/>
                  </a:cubicBezTo>
                  <a:lnTo>
                    <a:pt x="1" y="0"/>
                  </a:lnTo>
                  <a:lnTo>
                    <a:pt x="1" y="12834"/>
                  </a:lnTo>
                  <a:lnTo>
                    <a:pt x="3341" y="12834"/>
                  </a:lnTo>
                  <a:cubicBezTo>
                    <a:pt x="3886" y="12834"/>
                    <a:pt x="4326" y="12403"/>
                    <a:pt x="4336" y="11858"/>
                  </a:cubicBezTo>
                  <a:lnTo>
                    <a:pt x="4336" y="976"/>
                  </a:lnTo>
                  <a:cubicBezTo>
                    <a:pt x="4327" y="437"/>
                    <a:pt x="3896" y="0"/>
                    <a:pt x="3358" y="0"/>
                  </a:cubicBezTo>
                  <a:close/>
                </a:path>
              </a:pathLst>
            </a:custGeom>
            <a:solidFill>
              <a:srgbClr val="DF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2" name="Google Shape;8932;p63"/>
            <p:cNvSpPr/>
            <p:nvPr/>
          </p:nvSpPr>
          <p:spPr>
            <a:xfrm>
              <a:off x="1167852" y="2438360"/>
              <a:ext cx="52047" cy="337047"/>
            </a:xfrm>
            <a:custGeom>
              <a:avLst/>
              <a:gdLst/>
              <a:ahLst/>
              <a:cxnLst/>
              <a:rect l="l" t="t" r="r" b="b"/>
              <a:pathLst>
                <a:path w="1982" h="12835" extrusionOk="0">
                  <a:moveTo>
                    <a:pt x="17" y="0"/>
                  </a:moveTo>
                  <a:cubicBezTo>
                    <a:pt x="12" y="0"/>
                    <a:pt x="6" y="0"/>
                    <a:pt x="0" y="0"/>
                  </a:cubicBezTo>
                  <a:lnTo>
                    <a:pt x="35" y="0"/>
                  </a:lnTo>
                  <a:cubicBezTo>
                    <a:pt x="29" y="0"/>
                    <a:pt x="23" y="0"/>
                    <a:pt x="17" y="0"/>
                  </a:cubicBezTo>
                  <a:close/>
                  <a:moveTo>
                    <a:pt x="0" y="12834"/>
                  </a:moveTo>
                  <a:cubicBezTo>
                    <a:pt x="6" y="12834"/>
                    <a:pt x="12" y="12834"/>
                    <a:pt x="17" y="12834"/>
                  </a:cubicBezTo>
                  <a:cubicBezTo>
                    <a:pt x="23" y="12834"/>
                    <a:pt x="29" y="12834"/>
                    <a:pt x="35" y="12834"/>
                  </a:cubicBezTo>
                  <a:close/>
                  <a:moveTo>
                    <a:pt x="1003" y="0"/>
                  </a:moveTo>
                  <a:cubicBezTo>
                    <a:pt x="997" y="0"/>
                    <a:pt x="992" y="0"/>
                    <a:pt x="986" y="0"/>
                  </a:cubicBezTo>
                  <a:lnTo>
                    <a:pt x="35" y="0"/>
                  </a:lnTo>
                  <a:cubicBezTo>
                    <a:pt x="565" y="10"/>
                    <a:pt x="995" y="443"/>
                    <a:pt x="995" y="976"/>
                  </a:cubicBezTo>
                  <a:lnTo>
                    <a:pt x="995" y="11858"/>
                  </a:lnTo>
                  <a:cubicBezTo>
                    <a:pt x="995" y="12392"/>
                    <a:pt x="565" y="12825"/>
                    <a:pt x="35" y="12834"/>
                  </a:cubicBezTo>
                  <a:lnTo>
                    <a:pt x="986" y="12834"/>
                  </a:lnTo>
                  <a:cubicBezTo>
                    <a:pt x="992" y="12834"/>
                    <a:pt x="997" y="12834"/>
                    <a:pt x="1003" y="12834"/>
                  </a:cubicBezTo>
                  <a:cubicBezTo>
                    <a:pt x="1541" y="12834"/>
                    <a:pt x="1972" y="12398"/>
                    <a:pt x="1981" y="11858"/>
                  </a:cubicBezTo>
                  <a:lnTo>
                    <a:pt x="1981" y="976"/>
                  </a:lnTo>
                  <a:cubicBezTo>
                    <a:pt x="1972" y="437"/>
                    <a:pt x="1541" y="0"/>
                    <a:pt x="100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3" name="Google Shape;8933;p63"/>
            <p:cNvSpPr/>
            <p:nvPr/>
          </p:nvSpPr>
          <p:spPr>
            <a:xfrm>
              <a:off x="922058" y="2707525"/>
              <a:ext cx="33193" cy="33193"/>
            </a:xfrm>
            <a:custGeom>
              <a:avLst/>
              <a:gdLst/>
              <a:ahLst/>
              <a:cxnLst/>
              <a:rect l="l" t="t" r="r" b="b"/>
              <a:pathLst>
                <a:path w="1264" h="1264" extrusionOk="0">
                  <a:moveTo>
                    <a:pt x="632" y="0"/>
                  </a:moveTo>
                  <a:cubicBezTo>
                    <a:pt x="278" y="0"/>
                    <a:pt x="0" y="278"/>
                    <a:pt x="0" y="632"/>
                  </a:cubicBezTo>
                  <a:cubicBezTo>
                    <a:pt x="0" y="976"/>
                    <a:pt x="278" y="1263"/>
                    <a:pt x="632" y="1263"/>
                  </a:cubicBezTo>
                  <a:cubicBezTo>
                    <a:pt x="976" y="1263"/>
                    <a:pt x="1264" y="976"/>
                    <a:pt x="1264" y="632"/>
                  </a:cubicBezTo>
                  <a:cubicBezTo>
                    <a:pt x="1264" y="278"/>
                    <a:pt x="976" y="0"/>
                    <a:pt x="63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4" name="Google Shape;8934;p63"/>
            <p:cNvSpPr/>
            <p:nvPr/>
          </p:nvSpPr>
          <p:spPr>
            <a:xfrm>
              <a:off x="1034635" y="2707525"/>
              <a:ext cx="33219" cy="33193"/>
            </a:xfrm>
            <a:custGeom>
              <a:avLst/>
              <a:gdLst/>
              <a:ahLst/>
              <a:cxnLst/>
              <a:rect l="l" t="t" r="r" b="b"/>
              <a:pathLst>
                <a:path w="1265" h="1264" extrusionOk="0">
                  <a:moveTo>
                    <a:pt x="632" y="0"/>
                  </a:moveTo>
                  <a:cubicBezTo>
                    <a:pt x="278" y="0"/>
                    <a:pt x="1" y="278"/>
                    <a:pt x="1" y="632"/>
                  </a:cubicBezTo>
                  <a:cubicBezTo>
                    <a:pt x="1" y="976"/>
                    <a:pt x="278" y="1263"/>
                    <a:pt x="632" y="1263"/>
                  </a:cubicBezTo>
                  <a:cubicBezTo>
                    <a:pt x="986" y="1263"/>
                    <a:pt x="1264" y="976"/>
                    <a:pt x="1264" y="632"/>
                  </a:cubicBezTo>
                  <a:cubicBezTo>
                    <a:pt x="1264" y="278"/>
                    <a:pt x="986" y="0"/>
                    <a:pt x="63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5" name="Google Shape;8935;p63"/>
            <p:cNvSpPr/>
            <p:nvPr/>
          </p:nvSpPr>
          <p:spPr>
            <a:xfrm>
              <a:off x="1145715" y="2707525"/>
              <a:ext cx="33455" cy="33193"/>
            </a:xfrm>
            <a:custGeom>
              <a:avLst/>
              <a:gdLst/>
              <a:ahLst/>
              <a:cxnLst/>
              <a:rect l="l" t="t" r="r" b="b"/>
              <a:pathLst>
                <a:path w="1274" h="1264" extrusionOk="0">
                  <a:moveTo>
                    <a:pt x="642" y="0"/>
                  </a:moveTo>
                  <a:cubicBezTo>
                    <a:pt x="288" y="0"/>
                    <a:pt x="1" y="278"/>
                    <a:pt x="1" y="632"/>
                  </a:cubicBezTo>
                  <a:cubicBezTo>
                    <a:pt x="1" y="976"/>
                    <a:pt x="288" y="1263"/>
                    <a:pt x="642" y="1263"/>
                  </a:cubicBezTo>
                  <a:cubicBezTo>
                    <a:pt x="987" y="1263"/>
                    <a:pt x="1274" y="976"/>
                    <a:pt x="1274" y="632"/>
                  </a:cubicBezTo>
                  <a:cubicBezTo>
                    <a:pt x="1274" y="278"/>
                    <a:pt x="987" y="0"/>
                    <a:pt x="64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6" name="Google Shape;8936;p63"/>
            <p:cNvSpPr/>
            <p:nvPr/>
          </p:nvSpPr>
          <p:spPr>
            <a:xfrm>
              <a:off x="907484" y="2598441"/>
              <a:ext cx="62341" cy="41990"/>
            </a:xfrm>
            <a:custGeom>
              <a:avLst/>
              <a:gdLst/>
              <a:ahLst/>
              <a:cxnLst/>
              <a:rect l="l" t="t" r="r" b="b"/>
              <a:pathLst>
                <a:path w="2374" h="1599" extrusionOk="0">
                  <a:moveTo>
                    <a:pt x="0" y="1"/>
                  </a:moveTo>
                  <a:lnTo>
                    <a:pt x="0" y="1340"/>
                  </a:lnTo>
                  <a:cubicBezTo>
                    <a:pt x="0" y="1484"/>
                    <a:pt x="115" y="1599"/>
                    <a:pt x="259" y="1599"/>
                  </a:cubicBezTo>
                  <a:lnTo>
                    <a:pt x="2115" y="1599"/>
                  </a:lnTo>
                  <a:cubicBezTo>
                    <a:pt x="2259" y="1599"/>
                    <a:pt x="2374" y="1474"/>
                    <a:pt x="2374" y="1340"/>
                  </a:cubicBezTo>
                  <a:lnTo>
                    <a:pt x="237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7" name="Google Shape;8937;p63"/>
            <p:cNvSpPr/>
            <p:nvPr/>
          </p:nvSpPr>
          <p:spPr>
            <a:xfrm>
              <a:off x="907484" y="2475045"/>
              <a:ext cx="62341" cy="123422"/>
            </a:xfrm>
            <a:custGeom>
              <a:avLst/>
              <a:gdLst/>
              <a:ahLst/>
              <a:cxnLst/>
              <a:rect l="l" t="t" r="r" b="b"/>
              <a:pathLst>
                <a:path w="2374" h="4700" extrusionOk="0">
                  <a:moveTo>
                    <a:pt x="259" y="1"/>
                  </a:moveTo>
                  <a:cubicBezTo>
                    <a:pt x="115" y="1"/>
                    <a:pt x="0" y="115"/>
                    <a:pt x="0" y="259"/>
                  </a:cubicBezTo>
                  <a:lnTo>
                    <a:pt x="0" y="4700"/>
                  </a:lnTo>
                  <a:lnTo>
                    <a:pt x="2374" y="4700"/>
                  </a:lnTo>
                  <a:lnTo>
                    <a:pt x="2374" y="240"/>
                  </a:lnTo>
                  <a:cubicBezTo>
                    <a:pt x="2374" y="106"/>
                    <a:pt x="2268" y="1"/>
                    <a:pt x="213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8" name="Google Shape;8938;p63"/>
            <p:cNvSpPr/>
            <p:nvPr/>
          </p:nvSpPr>
          <p:spPr>
            <a:xfrm>
              <a:off x="1020061" y="2475045"/>
              <a:ext cx="62367" cy="123422"/>
            </a:xfrm>
            <a:custGeom>
              <a:avLst/>
              <a:gdLst/>
              <a:ahLst/>
              <a:cxnLst/>
              <a:rect l="l" t="t" r="r" b="b"/>
              <a:pathLst>
                <a:path w="2375" h="4700" extrusionOk="0">
                  <a:moveTo>
                    <a:pt x="259" y="1"/>
                  </a:moveTo>
                  <a:cubicBezTo>
                    <a:pt x="116" y="1"/>
                    <a:pt x="1" y="115"/>
                    <a:pt x="1" y="259"/>
                  </a:cubicBezTo>
                  <a:lnTo>
                    <a:pt x="1" y="4700"/>
                  </a:lnTo>
                  <a:lnTo>
                    <a:pt x="2374" y="4700"/>
                  </a:lnTo>
                  <a:lnTo>
                    <a:pt x="2374" y="259"/>
                  </a:lnTo>
                  <a:cubicBezTo>
                    <a:pt x="2374" y="115"/>
                    <a:pt x="2259" y="1"/>
                    <a:pt x="21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9" name="Google Shape;8939;p63"/>
            <p:cNvSpPr/>
            <p:nvPr/>
          </p:nvSpPr>
          <p:spPr>
            <a:xfrm>
              <a:off x="1020061" y="2598441"/>
              <a:ext cx="62367" cy="41990"/>
            </a:xfrm>
            <a:custGeom>
              <a:avLst/>
              <a:gdLst/>
              <a:ahLst/>
              <a:cxnLst/>
              <a:rect l="l" t="t" r="r" b="b"/>
              <a:pathLst>
                <a:path w="2375" h="1599" extrusionOk="0">
                  <a:moveTo>
                    <a:pt x="1" y="1"/>
                  </a:moveTo>
                  <a:lnTo>
                    <a:pt x="1" y="1340"/>
                  </a:lnTo>
                  <a:cubicBezTo>
                    <a:pt x="1" y="1484"/>
                    <a:pt x="116" y="1599"/>
                    <a:pt x="259" y="1599"/>
                  </a:cubicBezTo>
                  <a:lnTo>
                    <a:pt x="2116" y="1599"/>
                  </a:lnTo>
                  <a:cubicBezTo>
                    <a:pt x="2259" y="1599"/>
                    <a:pt x="2374" y="1474"/>
                    <a:pt x="2374" y="1340"/>
                  </a:cubicBezTo>
                  <a:lnTo>
                    <a:pt x="237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0" name="Google Shape;8940;p63"/>
            <p:cNvSpPr/>
            <p:nvPr/>
          </p:nvSpPr>
          <p:spPr>
            <a:xfrm>
              <a:off x="1131403" y="2475045"/>
              <a:ext cx="62341" cy="123422"/>
            </a:xfrm>
            <a:custGeom>
              <a:avLst/>
              <a:gdLst/>
              <a:ahLst/>
              <a:cxnLst/>
              <a:rect l="l" t="t" r="r" b="b"/>
              <a:pathLst>
                <a:path w="2374" h="4700" extrusionOk="0">
                  <a:moveTo>
                    <a:pt x="259" y="1"/>
                  </a:moveTo>
                  <a:cubicBezTo>
                    <a:pt x="115" y="1"/>
                    <a:pt x="0" y="115"/>
                    <a:pt x="0" y="259"/>
                  </a:cubicBezTo>
                  <a:lnTo>
                    <a:pt x="0" y="4700"/>
                  </a:lnTo>
                  <a:lnTo>
                    <a:pt x="2374" y="4700"/>
                  </a:lnTo>
                  <a:lnTo>
                    <a:pt x="2374" y="259"/>
                  </a:lnTo>
                  <a:cubicBezTo>
                    <a:pt x="2374" y="115"/>
                    <a:pt x="2259" y="1"/>
                    <a:pt x="211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1" name="Google Shape;8941;p63"/>
            <p:cNvSpPr/>
            <p:nvPr/>
          </p:nvSpPr>
          <p:spPr>
            <a:xfrm>
              <a:off x="1131403" y="2598441"/>
              <a:ext cx="62341" cy="41990"/>
            </a:xfrm>
            <a:custGeom>
              <a:avLst/>
              <a:gdLst/>
              <a:ahLst/>
              <a:cxnLst/>
              <a:rect l="l" t="t" r="r" b="b"/>
              <a:pathLst>
                <a:path w="2374" h="1599" extrusionOk="0">
                  <a:moveTo>
                    <a:pt x="0" y="1"/>
                  </a:moveTo>
                  <a:lnTo>
                    <a:pt x="0" y="1340"/>
                  </a:lnTo>
                  <a:cubicBezTo>
                    <a:pt x="0" y="1484"/>
                    <a:pt x="115" y="1599"/>
                    <a:pt x="259" y="1599"/>
                  </a:cubicBezTo>
                  <a:lnTo>
                    <a:pt x="2115" y="1599"/>
                  </a:lnTo>
                  <a:cubicBezTo>
                    <a:pt x="2259" y="1599"/>
                    <a:pt x="2374" y="1474"/>
                    <a:pt x="2374" y="1340"/>
                  </a:cubicBezTo>
                  <a:lnTo>
                    <a:pt x="237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2" name="Google Shape;8942;p63"/>
            <p:cNvSpPr/>
            <p:nvPr/>
          </p:nvSpPr>
          <p:spPr>
            <a:xfrm>
              <a:off x="921560" y="2501437"/>
              <a:ext cx="33954" cy="10084"/>
            </a:xfrm>
            <a:custGeom>
              <a:avLst/>
              <a:gdLst/>
              <a:ahLst/>
              <a:cxnLst/>
              <a:rect l="l" t="t" r="r" b="b"/>
              <a:pathLst>
                <a:path w="1293" h="384" extrusionOk="0">
                  <a:moveTo>
                    <a:pt x="259" y="0"/>
                  </a:moveTo>
                  <a:cubicBezTo>
                    <a:pt x="0" y="0"/>
                    <a:pt x="0" y="383"/>
                    <a:pt x="259" y="383"/>
                  </a:cubicBezTo>
                  <a:lnTo>
                    <a:pt x="1034" y="383"/>
                  </a:lnTo>
                  <a:cubicBezTo>
                    <a:pt x="1292" y="383"/>
                    <a:pt x="1292" y="0"/>
                    <a:pt x="103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3" name="Google Shape;8943;p63"/>
            <p:cNvSpPr/>
            <p:nvPr/>
          </p:nvSpPr>
          <p:spPr>
            <a:xfrm>
              <a:off x="921560" y="2531583"/>
              <a:ext cx="33954" cy="10084"/>
            </a:xfrm>
            <a:custGeom>
              <a:avLst/>
              <a:gdLst/>
              <a:ahLst/>
              <a:cxnLst/>
              <a:rect l="l" t="t" r="r" b="b"/>
              <a:pathLst>
                <a:path w="1293" h="384" extrusionOk="0">
                  <a:moveTo>
                    <a:pt x="259" y="1"/>
                  </a:moveTo>
                  <a:cubicBezTo>
                    <a:pt x="0" y="1"/>
                    <a:pt x="0" y="384"/>
                    <a:pt x="259" y="384"/>
                  </a:cubicBezTo>
                  <a:lnTo>
                    <a:pt x="1034" y="384"/>
                  </a:lnTo>
                  <a:cubicBezTo>
                    <a:pt x="1292" y="384"/>
                    <a:pt x="1292" y="1"/>
                    <a:pt x="1034" y="1"/>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4" name="Google Shape;8944;p63"/>
            <p:cNvSpPr/>
            <p:nvPr/>
          </p:nvSpPr>
          <p:spPr>
            <a:xfrm>
              <a:off x="921560" y="2561756"/>
              <a:ext cx="33954" cy="10084"/>
            </a:xfrm>
            <a:custGeom>
              <a:avLst/>
              <a:gdLst/>
              <a:ahLst/>
              <a:cxnLst/>
              <a:rect l="l" t="t" r="r" b="b"/>
              <a:pathLst>
                <a:path w="1293" h="384" extrusionOk="0">
                  <a:moveTo>
                    <a:pt x="259" y="0"/>
                  </a:moveTo>
                  <a:cubicBezTo>
                    <a:pt x="0" y="0"/>
                    <a:pt x="0" y="383"/>
                    <a:pt x="259" y="383"/>
                  </a:cubicBezTo>
                  <a:lnTo>
                    <a:pt x="1034" y="383"/>
                  </a:lnTo>
                  <a:cubicBezTo>
                    <a:pt x="1292" y="383"/>
                    <a:pt x="1292" y="0"/>
                    <a:pt x="103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5" name="Google Shape;8945;p63"/>
            <p:cNvSpPr/>
            <p:nvPr/>
          </p:nvSpPr>
          <p:spPr>
            <a:xfrm>
              <a:off x="1145479" y="2501437"/>
              <a:ext cx="33954" cy="10084"/>
            </a:xfrm>
            <a:custGeom>
              <a:avLst/>
              <a:gdLst/>
              <a:ahLst/>
              <a:cxnLst/>
              <a:rect l="l" t="t" r="r" b="b"/>
              <a:pathLst>
                <a:path w="1293" h="384" extrusionOk="0">
                  <a:moveTo>
                    <a:pt x="1043" y="0"/>
                  </a:moveTo>
                  <a:cubicBezTo>
                    <a:pt x="1040" y="0"/>
                    <a:pt x="1037" y="0"/>
                    <a:pt x="1034" y="0"/>
                  </a:cubicBezTo>
                  <a:lnTo>
                    <a:pt x="259" y="0"/>
                  </a:lnTo>
                  <a:cubicBezTo>
                    <a:pt x="0" y="0"/>
                    <a:pt x="0" y="383"/>
                    <a:pt x="259" y="383"/>
                  </a:cubicBezTo>
                  <a:lnTo>
                    <a:pt x="1034" y="383"/>
                  </a:lnTo>
                  <a:cubicBezTo>
                    <a:pt x="1289" y="383"/>
                    <a:pt x="1292" y="0"/>
                    <a:pt x="1043"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6" name="Google Shape;8946;p63"/>
            <p:cNvSpPr/>
            <p:nvPr/>
          </p:nvSpPr>
          <p:spPr>
            <a:xfrm>
              <a:off x="1145479" y="2531583"/>
              <a:ext cx="33954" cy="10084"/>
            </a:xfrm>
            <a:custGeom>
              <a:avLst/>
              <a:gdLst/>
              <a:ahLst/>
              <a:cxnLst/>
              <a:rect l="l" t="t" r="r" b="b"/>
              <a:pathLst>
                <a:path w="1293" h="384" extrusionOk="0">
                  <a:moveTo>
                    <a:pt x="259" y="1"/>
                  </a:moveTo>
                  <a:cubicBezTo>
                    <a:pt x="0" y="1"/>
                    <a:pt x="0" y="384"/>
                    <a:pt x="259" y="384"/>
                  </a:cubicBezTo>
                  <a:lnTo>
                    <a:pt x="1034" y="384"/>
                  </a:lnTo>
                  <a:cubicBezTo>
                    <a:pt x="1292" y="384"/>
                    <a:pt x="1292" y="1"/>
                    <a:pt x="1034" y="1"/>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7" name="Google Shape;8947;p63"/>
            <p:cNvSpPr/>
            <p:nvPr/>
          </p:nvSpPr>
          <p:spPr>
            <a:xfrm>
              <a:off x="1145479" y="2561756"/>
              <a:ext cx="33954" cy="10084"/>
            </a:xfrm>
            <a:custGeom>
              <a:avLst/>
              <a:gdLst/>
              <a:ahLst/>
              <a:cxnLst/>
              <a:rect l="l" t="t" r="r" b="b"/>
              <a:pathLst>
                <a:path w="1293" h="384" extrusionOk="0">
                  <a:moveTo>
                    <a:pt x="259" y="0"/>
                  </a:moveTo>
                  <a:cubicBezTo>
                    <a:pt x="0" y="0"/>
                    <a:pt x="0" y="383"/>
                    <a:pt x="259" y="383"/>
                  </a:cubicBezTo>
                  <a:lnTo>
                    <a:pt x="1034" y="383"/>
                  </a:lnTo>
                  <a:cubicBezTo>
                    <a:pt x="1292" y="383"/>
                    <a:pt x="1292" y="0"/>
                    <a:pt x="103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8" name="Google Shape;8948;p63"/>
            <p:cNvSpPr/>
            <p:nvPr/>
          </p:nvSpPr>
          <p:spPr>
            <a:xfrm>
              <a:off x="1034399" y="2501437"/>
              <a:ext cx="33692" cy="10084"/>
            </a:xfrm>
            <a:custGeom>
              <a:avLst/>
              <a:gdLst/>
              <a:ahLst/>
              <a:cxnLst/>
              <a:rect l="l" t="t" r="r" b="b"/>
              <a:pathLst>
                <a:path w="1283" h="384" extrusionOk="0">
                  <a:moveTo>
                    <a:pt x="259" y="0"/>
                  </a:moveTo>
                  <a:cubicBezTo>
                    <a:pt x="0" y="0"/>
                    <a:pt x="0" y="383"/>
                    <a:pt x="259" y="383"/>
                  </a:cubicBezTo>
                  <a:lnTo>
                    <a:pt x="1034" y="383"/>
                  </a:lnTo>
                  <a:cubicBezTo>
                    <a:pt x="1283" y="383"/>
                    <a:pt x="1283" y="0"/>
                    <a:pt x="103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9" name="Google Shape;8949;p63"/>
            <p:cNvSpPr/>
            <p:nvPr/>
          </p:nvSpPr>
          <p:spPr>
            <a:xfrm>
              <a:off x="1034399" y="2531583"/>
              <a:ext cx="33692" cy="10084"/>
            </a:xfrm>
            <a:custGeom>
              <a:avLst/>
              <a:gdLst/>
              <a:ahLst/>
              <a:cxnLst/>
              <a:rect l="l" t="t" r="r" b="b"/>
              <a:pathLst>
                <a:path w="1283" h="384" extrusionOk="0">
                  <a:moveTo>
                    <a:pt x="259" y="1"/>
                  </a:moveTo>
                  <a:cubicBezTo>
                    <a:pt x="0" y="1"/>
                    <a:pt x="0" y="384"/>
                    <a:pt x="259" y="384"/>
                  </a:cubicBezTo>
                  <a:lnTo>
                    <a:pt x="1034" y="384"/>
                  </a:lnTo>
                  <a:cubicBezTo>
                    <a:pt x="1283" y="384"/>
                    <a:pt x="1283" y="1"/>
                    <a:pt x="1034" y="1"/>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0" name="Google Shape;8950;p63"/>
            <p:cNvSpPr/>
            <p:nvPr/>
          </p:nvSpPr>
          <p:spPr>
            <a:xfrm>
              <a:off x="1034399" y="2561756"/>
              <a:ext cx="33692" cy="10084"/>
            </a:xfrm>
            <a:custGeom>
              <a:avLst/>
              <a:gdLst/>
              <a:ahLst/>
              <a:cxnLst/>
              <a:rect l="l" t="t" r="r" b="b"/>
              <a:pathLst>
                <a:path w="1283" h="384" extrusionOk="0">
                  <a:moveTo>
                    <a:pt x="259" y="0"/>
                  </a:moveTo>
                  <a:cubicBezTo>
                    <a:pt x="0" y="0"/>
                    <a:pt x="0" y="383"/>
                    <a:pt x="259" y="383"/>
                  </a:cubicBezTo>
                  <a:lnTo>
                    <a:pt x="1034" y="383"/>
                  </a:lnTo>
                  <a:cubicBezTo>
                    <a:pt x="1283" y="383"/>
                    <a:pt x="1283" y="0"/>
                    <a:pt x="1034" y="0"/>
                  </a:cubicBezTo>
                  <a:close/>
                </a:path>
              </a:pathLst>
            </a:custGeom>
            <a:solidFill>
              <a:srgbClr val="81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51" name="Google Shape;8951;p63"/>
          <p:cNvGrpSpPr/>
          <p:nvPr/>
        </p:nvGrpSpPr>
        <p:grpSpPr>
          <a:xfrm>
            <a:off x="856498" y="3201185"/>
            <a:ext cx="342824" cy="351228"/>
            <a:chOff x="870773" y="3357985"/>
            <a:chExt cx="342824" cy="351228"/>
          </a:xfrm>
        </p:grpSpPr>
        <p:sp>
          <p:nvSpPr>
            <p:cNvPr id="8952" name="Google Shape;8952;p63"/>
            <p:cNvSpPr/>
            <p:nvPr/>
          </p:nvSpPr>
          <p:spPr>
            <a:xfrm>
              <a:off x="870773" y="3357985"/>
              <a:ext cx="342824" cy="351228"/>
            </a:xfrm>
            <a:custGeom>
              <a:avLst/>
              <a:gdLst/>
              <a:ahLst/>
              <a:cxnLst/>
              <a:rect l="l" t="t" r="r" b="b"/>
              <a:pathLst>
                <a:path w="13055" h="13375" extrusionOk="0">
                  <a:moveTo>
                    <a:pt x="6523" y="0"/>
                  </a:moveTo>
                  <a:cubicBezTo>
                    <a:pt x="6339" y="0"/>
                    <a:pt x="6155" y="89"/>
                    <a:pt x="6049" y="266"/>
                  </a:cubicBezTo>
                  <a:lnTo>
                    <a:pt x="5255" y="1606"/>
                  </a:lnTo>
                  <a:cubicBezTo>
                    <a:pt x="5152" y="1777"/>
                    <a:pt x="4972" y="1874"/>
                    <a:pt x="4786" y="1874"/>
                  </a:cubicBezTo>
                  <a:cubicBezTo>
                    <a:pt x="4712" y="1874"/>
                    <a:pt x="4637" y="1859"/>
                    <a:pt x="4566" y="1826"/>
                  </a:cubicBezTo>
                  <a:lnTo>
                    <a:pt x="3130" y="1213"/>
                  </a:lnTo>
                  <a:cubicBezTo>
                    <a:pt x="3059" y="1183"/>
                    <a:pt x="2986" y="1169"/>
                    <a:pt x="2915" y="1169"/>
                  </a:cubicBezTo>
                  <a:cubicBezTo>
                    <a:pt x="2606" y="1169"/>
                    <a:pt x="2334" y="1434"/>
                    <a:pt x="2365" y="1768"/>
                  </a:cubicBezTo>
                  <a:lnTo>
                    <a:pt x="2508" y="3328"/>
                  </a:lnTo>
                  <a:cubicBezTo>
                    <a:pt x="2527" y="3606"/>
                    <a:pt x="2346" y="3855"/>
                    <a:pt x="2078" y="3912"/>
                  </a:cubicBezTo>
                  <a:lnTo>
                    <a:pt x="566" y="4257"/>
                  </a:lnTo>
                  <a:cubicBezTo>
                    <a:pt x="154" y="4343"/>
                    <a:pt x="1" y="4840"/>
                    <a:pt x="278" y="5156"/>
                  </a:cubicBezTo>
                  <a:lnTo>
                    <a:pt x="1302" y="6324"/>
                  </a:lnTo>
                  <a:cubicBezTo>
                    <a:pt x="1484" y="6534"/>
                    <a:pt x="1484" y="6841"/>
                    <a:pt x="1302" y="7051"/>
                  </a:cubicBezTo>
                  <a:lnTo>
                    <a:pt x="278" y="8219"/>
                  </a:lnTo>
                  <a:cubicBezTo>
                    <a:pt x="1" y="8535"/>
                    <a:pt x="154" y="9023"/>
                    <a:pt x="566" y="9118"/>
                  </a:cubicBezTo>
                  <a:lnTo>
                    <a:pt x="2078" y="9463"/>
                  </a:lnTo>
                  <a:cubicBezTo>
                    <a:pt x="2355" y="9520"/>
                    <a:pt x="2537" y="9779"/>
                    <a:pt x="2508" y="10047"/>
                  </a:cubicBezTo>
                  <a:lnTo>
                    <a:pt x="2365" y="11607"/>
                  </a:lnTo>
                  <a:cubicBezTo>
                    <a:pt x="2334" y="11941"/>
                    <a:pt x="2606" y="12206"/>
                    <a:pt x="2915" y="12206"/>
                  </a:cubicBezTo>
                  <a:cubicBezTo>
                    <a:pt x="2986" y="12206"/>
                    <a:pt x="3059" y="12192"/>
                    <a:pt x="3130" y="12162"/>
                  </a:cubicBezTo>
                  <a:lnTo>
                    <a:pt x="4566" y="11549"/>
                  </a:lnTo>
                  <a:cubicBezTo>
                    <a:pt x="4637" y="11520"/>
                    <a:pt x="4711" y="11507"/>
                    <a:pt x="4783" y="11507"/>
                  </a:cubicBezTo>
                  <a:cubicBezTo>
                    <a:pt x="4975" y="11507"/>
                    <a:pt x="5158" y="11603"/>
                    <a:pt x="5255" y="11769"/>
                  </a:cubicBezTo>
                  <a:lnTo>
                    <a:pt x="6049" y="13109"/>
                  </a:lnTo>
                  <a:cubicBezTo>
                    <a:pt x="6155" y="13286"/>
                    <a:pt x="6339" y="13375"/>
                    <a:pt x="6523" y="13375"/>
                  </a:cubicBezTo>
                  <a:cubicBezTo>
                    <a:pt x="6707" y="13375"/>
                    <a:pt x="6892" y="13286"/>
                    <a:pt x="6997" y="13109"/>
                  </a:cubicBezTo>
                  <a:lnTo>
                    <a:pt x="7791" y="11769"/>
                  </a:lnTo>
                  <a:cubicBezTo>
                    <a:pt x="7894" y="11598"/>
                    <a:pt x="8076" y="11505"/>
                    <a:pt x="8262" y="11505"/>
                  </a:cubicBezTo>
                  <a:cubicBezTo>
                    <a:pt x="8336" y="11505"/>
                    <a:pt x="8410" y="11519"/>
                    <a:pt x="8480" y="11549"/>
                  </a:cubicBezTo>
                  <a:lnTo>
                    <a:pt x="9916" y="12162"/>
                  </a:lnTo>
                  <a:cubicBezTo>
                    <a:pt x="9987" y="12192"/>
                    <a:pt x="10060" y="12206"/>
                    <a:pt x="10131" y="12206"/>
                  </a:cubicBezTo>
                  <a:cubicBezTo>
                    <a:pt x="10440" y="12206"/>
                    <a:pt x="10712" y="11941"/>
                    <a:pt x="10681" y="11607"/>
                  </a:cubicBezTo>
                  <a:lnTo>
                    <a:pt x="10547" y="10056"/>
                  </a:lnTo>
                  <a:cubicBezTo>
                    <a:pt x="10519" y="9779"/>
                    <a:pt x="10701" y="9520"/>
                    <a:pt x="10968" y="9463"/>
                  </a:cubicBezTo>
                  <a:lnTo>
                    <a:pt x="12490" y="9118"/>
                  </a:lnTo>
                  <a:cubicBezTo>
                    <a:pt x="12892" y="9023"/>
                    <a:pt x="13055" y="8535"/>
                    <a:pt x="12777" y="8219"/>
                  </a:cubicBezTo>
                  <a:lnTo>
                    <a:pt x="11753" y="7051"/>
                  </a:lnTo>
                  <a:cubicBezTo>
                    <a:pt x="11571" y="6841"/>
                    <a:pt x="11571" y="6534"/>
                    <a:pt x="11753" y="6324"/>
                  </a:cubicBezTo>
                  <a:lnTo>
                    <a:pt x="12777" y="5156"/>
                  </a:lnTo>
                  <a:cubicBezTo>
                    <a:pt x="13055" y="4840"/>
                    <a:pt x="12892" y="4343"/>
                    <a:pt x="12481" y="4257"/>
                  </a:cubicBezTo>
                  <a:lnTo>
                    <a:pt x="10968" y="3912"/>
                  </a:lnTo>
                  <a:cubicBezTo>
                    <a:pt x="10701" y="3845"/>
                    <a:pt x="10519" y="3596"/>
                    <a:pt x="10538" y="3319"/>
                  </a:cubicBezTo>
                  <a:lnTo>
                    <a:pt x="10681" y="1768"/>
                  </a:lnTo>
                  <a:cubicBezTo>
                    <a:pt x="10712" y="1429"/>
                    <a:pt x="10445" y="1164"/>
                    <a:pt x="10140" y="1164"/>
                  </a:cubicBezTo>
                  <a:cubicBezTo>
                    <a:pt x="10066" y="1164"/>
                    <a:pt x="9990" y="1180"/>
                    <a:pt x="9916" y="1213"/>
                  </a:cubicBezTo>
                  <a:lnTo>
                    <a:pt x="8480" y="1826"/>
                  </a:lnTo>
                  <a:cubicBezTo>
                    <a:pt x="8410" y="1854"/>
                    <a:pt x="8337" y="1868"/>
                    <a:pt x="8264" y="1868"/>
                  </a:cubicBezTo>
                  <a:cubicBezTo>
                    <a:pt x="8072" y="1868"/>
                    <a:pt x="7889" y="1770"/>
                    <a:pt x="7791" y="1596"/>
                  </a:cubicBezTo>
                  <a:lnTo>
                    <a:pt x="6997" y="266"/>
                  </a:lnTo>
                  <a:cubicBezTo>
                    <a:pt x="6892" y="89"/>
                    <a:pt x="6707" y="0"/>
                    <a:pt x="6523" y="0"/>
                  </a:cubicBezTo>
                  <a:close/>
                </a:path>
              </a:pathLst>
            </a:custGeom>
            <a:solidFill>
              <a:srgbClr val="9DB1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3" name="Google Shape;8953;p63"/>
            <p:cNvSpPr/>
            <p:nvPr/>
          </p:nvSpPr>
          <p:spPr>
            <a:xfrm>
              <a:off x="1024577" y="3357985"/>
              <a:ext cx="50288" cy="49238"/>
            </a:xfrm>
            <a:custGeom>
              <a:avLst/>
              <a:gdLst/>
              <a:ahLst/>
              <a:cxnLst/>
              <a:rect l="l" t="t" r="r" b="b"/>
              <a:pathLst>
                <a:path w="1915" h="1875" extrusionOk="0">
                  <a:moveTo>
                    <a:pt x="666" y="0"/>
                  </a:moveTo>
                  <a:cubicBezTo>
                    <a:pt x="482" y="0"/>
                    <a:pt x="298" y="89"/>
                    <a:pt x="192" y="266"/>
                  </a:cubicBezTo>
                  <a:lnTo>
                    <a:pt x="1" y="591"/>
                  </a:lnTo>
                  <a:lnTo>
                    <a:pt x="604" y="1606"/>
                  </a:lnTo>
                  <a:cubicBezTo>
                    <a:pt x="706" y="1777"/>
                    <a:pt x="887" y="1874"/>
                    <a:pt x="1073" y="1874"/>
                  </a:cubicBezTo>
                  <a:cubicBezTo>
                    <a:pt x="1147" y="1874"/>
                    <a:pt x="1222" y="1859"/>
                    <a:pt x="1293" y="1826"/>
                  </a:cubicBezTo>
                  <a:lnTo>
                    <a:pt x="1915" y="1567"/>
                  </a:lnTo>
                  <a:lnTo>
                    <a:pt x="1140" y="266"/>
                  </a:lnTo>
                  <a:cubicBezTo>
                    <a:pt x="1035" y="89"/>
                    <a:pt x="850" y="0"/>
                    <a:pt x="666"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4" name="Google Shape;8954;p63"/>
            <p:cNvSpPr/>
            <p:nvPr/>
          </p:nvSpPr>
          <p:spPr>
            <a:xfrm>
              <a:off x="1111787" y="3388552"/>
              <a:ext cx="101810" cy="289832"/>
            </a:xfrm>
            <a:custGeom>
              <a:avLst/>
              <a:gdLst/>
              <a:ahLst/>
              <a:cxnLst/>
              <a:rect l="l" t="t" r="r" b="b"/>
              <a:pathLst>
                <a:path w="3877" h="11037" extrusionOk="0">
                  <a:moveTo>
                    <a:pt x="962" y="0"/>
                  </a:moveTo>
                  <a:cubicBezTo>
                    <a:pt x="888" y="0"/>
                    <a:pt x="812" y="16"/>
                    <a:pt x="738" y="49"/>
                  </a:cubicBezTo>
                  <a:lnTo>
                    <a:pt x="116" y="308"/>
                  </a:lnTo>
                  <a:cubicBezTo>
                    <a:pt x="164" y="403"/>
                    <a:pt x="183" y="499"/>
                    <a:pt x="173" y="604"/>
                  </a:cubicBezTo>
                  <a:lnTo>
                    <a:pt x="30" y="2155"/>
                  </a:lnTo>
                  <a:cubicBezTo>
                    <a:pt x="1" y="2432"/>
                    <a:pt x="183" y="2681"/>
                    <a:pt x="460" y="2748"/>
                  </a:cubicBezTo>
                  <a:lnTo>
                    <a:pt x="1972" y="3093"/>
                  </a:lnTo>
                  <a:cubicBezTo>
                    <a:pt x="2384" y="3179"/>
                    <a:pt x="2537" y="3676"/>
                    <a:pt x="2269" y="3992"/>
                  </a:cubicBezTo>
                  <a:lnTo>
                    <a:pt x="1245" y="5160"/>
                  </a:lnTo>
                  <a:cubicBezTo>
                    <a:pt x="1054" y="5361"/>
                    <a:pt x="1054" y="5677"/>
                    <a:pt x="1245" y="5887"/>
                  </a:cubicBezTo>
                  <a:lnTo>
                    <a:pt x="2269" y="7055"/>
                  </a:lnTo>
                  <a:cubicBezTo>
                    <a:pt x="2537" y="7371"/>
                    <a:pt x="2384" y="7859"/>
                    <a:pt x="1972" y="7954"/>
                  </a:cubicBezTo>
                  <a:lnTo>
                    <a:pt x="460" y="8299"/>
                  </a:lnTo>
                  <a:cubicBezTo>
                    <a:pt x="183" y="8356"/>
                    <a:pt x="1" y="8615"/>
                    <a:pt x="30" y="8883"/>
                  </a:cubicBezTo>
                  <a:lnTo>
                    <a:pt x="173" y="10433"/>
                  </a:lnTo>
                  <a:cubicBezTo>
                    <a:pt x="183" y="10538"/>
                    <a:pt x="164" y="10634"/>
                    <a:pt x="116" y="10730"/>
                  </a:cubicBezTo>
                  <a:lnTo>
                    <a:pt x="738" y="10988"/>
                  </a:lnTo>
                  <a:cubicBezTo>
                    <a:pt x="812" y="11022"/>
                    <a:pt x="888" y="11037"/>
                    <a:pt x="962" y="11037"/>
                  </a:cubicBezTo>
                  <a:cubicBezTo>
                    <a:pt x="1267" y="11037"/>
                    <a:pt x="1534" y="10772"/>
                    <a:pt x="1503" y="10433"/>
                  </a:cubicBezTo>
                  <a:lnTo>
                    <a:pt x="1360" y="8892"/>
                  </a:lnTo>
                  <a:cubicBezTo>
                    <a:pt x="1331" y="8615"/>
                    <a:pt x="1513" y="8356"/>
                    <a:pt x="1790" y="8299"/>
                  </a:cubicBezTo>
                  <a:lnTo>
                    <a:pt x="3303" y="7954"/>
                  </a:lnTo>
                  <a:cubicBezTo>
                    <a:pt x="3714" y="7859"/>
                    <a:pt x="3867" y="7371"/>
                    <a:pt x="3599" y="7055"/>
                  </a:cubicBezTo>
                  <a:lnTo>
                    <a:pt x="2575" y="5887"/>
                  </a:lnTo>
                  <a:cubicBezTo>
                    <a:pt x="2393" y="5677"/>
                    <a:pt x="2393" y="5370"/>
                    <a:pt x="2575" y="5160"/>
                  </a:cubicBezTo>
                  <a:lnTo>
                    <a:pt x="3599" y="3992"/>
                  </a:lnTo>
                  <a:cubicBezTo>
                    <a:pt x="3877" y="3676"/>
                    <a:pt x="3714" y="3179"/>
                    <a:pt x="3303" y="3093"/>
                  </a:cubicBezTo>
                  <a:lnTo>
                    <a:pt x="1790" y="2748"/>
                  </a:lnTo>
                  <a:cubicBezTo>
                    <a:pt x="1523" y="2681"/>
                    <a:pt x="1341" y="2432"/>
                    <a:pt x="1360" y="2155"/>
                  </a:cubicBezTo>
                  <a:lnTo>
                    <a:pt x="1503" y="604"/>
                  </a:lnTo>
                  <a:cubicBezTo>
                    <a:pt x="1534" y="265"/>
                    <a:pt x="1267" y="0"/>
                    <a:pt x="962" y="0"/>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5" name="Google Shape;8955;p63"/>
            <p:cNvSpPr/>
            <p:nvPr/>
          </p:nvSpPr>
          <p:spPr>
            <a:xfrm>
              <a:off x="1024840" y="3660133"/>
              <a:ext cx="50025" cy="49080"/>
            </a:xfrm>
            <a:custGeom>
              <a:avLst/>
              <a:gdLst/>
              <a:ahLst/>
              <a:cxnLst/>
              <a:rect l="l" t="t" r="r" b="b"/>
              <a:pathLst>
                <a:path w="1905" h="1869" extrusionOk="0">
                  <a:moveTo>
                    <a:pt x="1071" y="1"/>
                  </a:moveTo>
                  <a:cubicBezTo>
                    <a:pt x="883" y="1"/>
                    <a:pt x="698" y="97"/>
                    <a:pt x="594" y="263"/>
                  </a:cubicBezTo>
                  <a:lnTo>
                    <a:pt x="0" y="1278"/>
                  </a:lnTo>
                  <a:lnTo>
                    <a:pt x="192" y="1603"/>
                  </a:lnTo>
                  <a:cubicBezTo>
                    <a:pt x="297" y="1780"/>
                    <a:pt x="479" y="1869"/>
                    <a:pt x="662" y="1869"/>
                  </a:cubicBezTo>
                  <a:cubicBezTo>
                    <a:pt x="845" y="1869"/>
                    <a:pt x="1029" y="1780"/>
                    <a:pt x="1139" y="1603"/>
                  </a:cubicBezTo>
                  <a:lnTo>
                    <a:pt x="1905" y="311"/>
                  </a:lnTo>
                  <a:lnTo>
                    <a:pt x="1283" y="43"/>
                  </a:lnTo>
                  <a:cubicBezTo>
                    <a:pt x="1215" y="14"/>
                    <a:pt x="1143" y="1"/>
                    <a:pt x="1071" y="1"/>
                  </a:cubicBezTo>
                  <a:close/>
                </a:path>
              </a:pathLst>
            </a:custGeom>
            <a:solidFill>
              <a:srgbClr val="91A8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6" name="Google Shape;8956;p63"/>
            <p:cNvSpPr/>
            <p:nvPr/>
          </p:nvSpPr>
          <p:spPr>
            <a:xfrm>
              <a:off x="939390" y="3431067"/>
              <a:ext cx="211892" cy="205222"/>
            </a:xfrm>
            <a:custGeom>
              <a:avLst/>
              <a:gdLst/>
              <a:ahLst/>
              <a:cxnLst/>
              <a:rect l="l" t="t" r="r" b="b"/>
              <a:pathLst>
                <a:path w="8069" h="7815" extrusionOk="0">
                  <a:moveTo>
                    <a:pt x="3916" y="0"/>
                  </a:moveTo>
                  <a:cubicBezTo>
                    <a:pt x="1659" y="0"/>
                    <a:pt x="1" y="1823"/>
                    <a:pt x="1" y="3895"/>
                  </a:cubicBezTo>
                  <a:cubicBezTo>
                    <a:pt x="1" y="6224"/>
                    <a:pt x="1910" y="7814"/>
                    <a:pt x="3928" y="7814"/>
                  </a:cubicBezTo>
                  <a:cubicBezTo>
                    <a:pt x="4771" y="7814"/>
                    <a:pt x="5634" y="7537"/>
                    <a:pt x="6384" y="6919"/>
                  </a:cubicBezTo>
                  <a:cubicBezTo>
                    <a:pt x="7561" y="5962"/>
                    <a:pt x="8068" y="4421"/>
                    <a:pt x="7695" y="2947"/>
                  </a:cubicBezTo>
                  <a:cubicBezTo>
                    <a:pt x="7331" y="1483"/>
                    <a:pt x="6154" y="363"/>
                    <a:pt x="4671" y="67"/>
                  </a:cubicBezTo>
                  <a:cubicBezTo>
                    <a:pt x="4413" y="22"/>
                    <a:pt x="4161" y="0"/>
                    <a:pt x="3916" y="0"/>
                  </a:cubicBezTo>
                  <a:close/>
                </a:path>
              </a:pathLst>
            </a:custGeom>
            <a:solidFill>
              <a:srgbClr val="C1CD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7" name="Google Shape;8957;p63"/>
            <p:cNvSpPr/>
            <p:nvPr/>
          </p:nvSpPr>
          <p:spPr>
            <a:xfrm>
              <a:off x="970561" y="3470641"/>
              <a:ext cx="60345" cy="51653"/>
            </a:xfrm>
            <a:custGeom>
              <a:avLst/>
              <a:gdLst/>
              <a:ahLst/>
              <a:cxnLst/>
              <a:rect l="l" t="t" r="r" b="b"/>
              <a:pathLst>
                <a:path w="2298" h="1967" extrusionOk="0">
                  <a:moveTo>
                    <a:pt x="1315" y="409"/>
                  </a:moveTo>
                  <a:cubicBezTo>
                    <a:pt x="1456" y="409"/>
                    <a:pt x="1599" y="461"/>
                    <a:pt x="1713" y="579"/>
                  </a:cubicBezTo>
                  <a:cubicBezTo>
                    <a:pt x="2077" y="943"/>
                    <a:pt x="1819" y="1555"/>
                    <a:pt x="1311" y="1555"/>
                  </a:cubicBezTo>
                  <a:cubicBezTo>
                    <a:pt x="996" y="1555"/>
                    <a:pt x="737" y="1297"/>
                    <a:pt x="737" y="981"/>
                  </a:cubicBezTo>
                  <a:cubicBezTo>
                    <a:pt x="737" y="638"/>
                    <a:pt x="1022" y="409"/>
                    <a:pt x="1315" y="409"/>
                  </a:cubicBezTo>
                  <a:close/>
                  <a:moveTo>
                    <a:pt x="1308" y="0"/>
                  </a:moveTo>
                  <a:cubicBezTo>
                    <a:pt x="1067" y="0"/>
                    <a:pt x="821" y="90"/>
                    <a:pt x="622" y="292"/>
                  </a:cubicBezTo>
                  <a:cubicBezTo>
                    <a:pt x="0" y="905"/>
                    <a:pt x="441" y="1967"/>
                    <a:pt x="1311" y="1967"/>
                  </a:cubicBezTo>
                  <a:cubicBezTo>
                    <a:pt x="1857" y="1967"/>
                    <a:pt x="2288" y="1527"/>
                    <a:pt x="2297" y="981"/>
                  </a:cubicBezTo>
                  <a:cubicBezTo>
                    <a:pt x="2297" y="392"/>
                    <a:pt x="1812" y="0"/>
                    <a:pt x="1308" y="0"/>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8" name="Google Shape;8958;p63"/>
            <p:cNvSpPr/>
            <p:nvPr/>
          </p:nvSpPr>
          <p:spPr>
            <a:xfrm>
              <a:off x="1053332" y="3545140"/>
              <a:ext cx="60188" cy="51417"/>
            </a:xfrm>
            <a:custGeom>
              <a:avLst/>
              <a:gdLst/>
              <a:ahLst/>
              <a:cxnLst/>
              <a:rect l="l" t="t" r="r" b="b"/>
              <a:pathLst>
                <a:path w="2292" h="1958" extrusionOk="0">
                  <a:moveTo>
                    <a:pt x="983" y="393"/>
                  </a:moveTo>
                  <a:cubicBezTo>
                    <a:pt x="1299" y="403"/>
                    <a:pt x="1557" y="652"/>
                    <a:pt x="1557" y="967"/>
                  </a:cubicBezTo>
                  <a:cubicBezTo>
                    <a:pt x="1557" y="1317"/>
                    <a:pt x="1276" y="1549"/>
                    <a:pt x="982" y="1549"/>
                  </a:cubicBezTo>
                  <a:cubicBezTo>
                    <a:pt x="841" y="1549"/>
                    <a:pt x="698" y="1496"/>
                    <a:pt x="581" y="1379"/>
                  </a:cubicBezTo>
                  <a:cubicBezTo>
                    <a:pt x="217" y="1015"/>
                    <a:pt x="475" y="393"/>
                    <a:pt x="983" y="393"/>
                  </a:cubicBezTo>
                  <a:close/>
                  <a:moveTo>
                    <a:pt x="994" y="1"/>
                  </a:moveTo>
                  <a:cubicBezTo>
                    <a:pt x="991" y="1"/>
                    <a:pt x="987" y="1"/>
                    <a:pt x="983" y="1"/>
                  </a:cubicBezTo>
                  <a:cubicBezTo>
                    <a:pt x="437" y="1"/>
                    <a:pt x="7" y="431"/>
                    <a:pt x="7" y="967"/>
                  </a:cubicBezTo>
                  <a:cubicBezTo>
                    <a:pt x="0" y="1563"/>
                    <a:pt x="484" y="1957"/>
                    <a:pt x="991" y="1957"/>
                  </a:cubicBezTo>
                  <a:cubicBezTo>
                    <a:pt x="1233" y="1957"/>
                    <a:pt x="1480" y="1867"/>
                    <a:pt x="1681" y="1666"/>
                  </a:cubicBezTo>
                  <a:cubicBezTo>
                    <a:pt x="2291" y="1047"/>
                    <a:pt x="1858" y="1"/>
                    <a:pt x="994" y="1"/>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59" name="Google Shape;8959;p63"/>
            <p:cNvSpPr/>
            <p:nvPr/>
          </p:nvSpPr>
          <p:spPr>
            <a:xfrm>
              <a:off x="992330" y="3479595"/>
              <a:ext cx="106090" cy="101836"/>
            </a:xfrm>
            <a:custGeom>
              <a:avLst/>
              <a:gdLst/>
              <a:ahLst/>
              <a:cxnLst/>
              <a:rect l="l" t="t" r="r" b="b"/>
              <a:pathLst>
                <a:path w="4040" h="3878" extrusionOk="0">
                  <a:moveTo>
                    <a:pt x="3742" y="0"/>
                  </a:moveTo>
                  <a:cubicBezTo>
                    <a:pt x="3692" y="0"/>
                    <a:pt x="3639" y="22"/>
                    <a:pt x="3593" y="75"/>
                  </a:cubicBezTo>
                  <a:lnTo>
                    <a:pt x="128" y="3540"/>
                  </a:lnTo>
                  <a:cubicBezTo>
                    <a:pt x="1" y="3682"/>
                    <a:pt x="132" y="3877"/>
                    <a:pt x="286" y="3877"/>
                  </a:cubicBezTo>
                  <a:cubicBezTo>
                    <a:pt x="329" y="3877"/>
                    <a:pt x="374" y="3862"/>
                    <a:pt x="415" y="3827"/>
                  </a:cubicBezTo>
                  <a:lnTo>
                    <a:pt x="3880" y="363"/>
                  </a:lnTo>
                  <a:cubicBezTo>
                    <a:pt x="4040" y="217"/>
                    <a:pt x="3902" y="0"/>
                    <a:pt x="3742" y="0"/>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60" name="Google Shape;8960;p63"/>
          <p:cNvGrpSpPr/>
          <p:nvPr/>
        </p:nvGrpSpPr>
        <p:grpSpPr>
          <a:xfrm>
            <a:off x="2728809" y="4142790"/>
            <a:ext cx="159372" cy="308896"/>
            <a:chOff x="2743084" y="4299590"/>
            <a:chExt cx="159372" cy="308896"/>
          </a:xfrm>
        </p:grpSpPr>
        <p:sp>
          <p:nvSpPr>
            <p:cNvPr id="8961" name="Google Shape;8961;p63"/>
            <p:cNvSpPr/>
            <p:nvPr/>
          </p:nvSpPr>
          <p:spPr>
            <a:xfrm>
              <a:off x="2828534" y="4425428"/>
              <a:ext cx="9585" cy="105907"/>
            </a:xfrm>
            <a:custGeom>
              <a:avLst/>
              <a:gdLst/>
              <a:ahLst/>
              <a:cxnLst/>
              <a:rect l="l" t="t" r="r" b="b"/>
              <a:pathLst>
                <a:path w="365" h="4033" extrusionOk="0">
                  <a:moveTo>
                    <a:pt x="182" y="1"/>
                  </a:moveTo>
                  <a:cubicBezTo>
                    <a:pt x="96" y="1"/>
                    <a:pt x="10" y="56"/>
                    <a:pt x="1" y="166"/>
                  </a:cubicBezTo>
                  <a:lnTo>
                    <a:pt x="1" y="3841"/>
                  </a:lnTo>
                  <a:cubicBezTo>
                    <a:pt x="1" y="3946"/>
                    <a:pt x="77" y="4032"/>
                    <a:pt x="182" y="4032"/>
                  </a:cubicBezTo>
                  <a:cubicBezTo>
                    <a:pt x="288" y="4032"/>
                    <a:pt x="364" y="3946"/>
                    <a:pt x="364" y="3841"/>
                  </a:cubicBezTo>
                  <a:lnTo>
                    <a:pt x="364" y="166"/>
                  </a:lnTo>
                  <a:cubicBezTo>
                    <a:pt x="355" y="56"/>
                    <a:pt x="269" y="1"/>
                    <a:pt x="18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2" name="Google Shape;8962;p63"/>
            <p:cNvSpPr/>
            <p:nvPr/>
          </p:nvSpPr>
          <p:spPr>
            <a:xfrm>
              <a:off x="2743084" y="4299590"/>
              <a:ext cx="158111" cy="135239"/>
            </a:xfrm>
            <a:custGeom>
              <a:avLst/>
              <a:gdLst/>
              <a:ahLst/>
              <a:cxnLst/>
              <a:rect l="l" t="t" r="r" b="b"/>
              <a:pathLst>
                <a:path w="6021" h="5150" extrusionOk="0">
                  <a:moveTo>
                    <a:pt x="3454" y="1"/>
                  </a:moveTo>
                  <a:cubicBezTo>
                    <a:pt x="3448" y="1"/>
                    <a:pt x="3442" y="1"/>
                    <a:pt x="3436" y="1"/>
                  </a:cubicBezTo>
                  <a:cubicBezTo>
                    <a:pt x="1149" y="1"/>
                    <a:pt x="1" y="2776"/>
                    <a:pt x="1628" y="4393"/>
                  </a:cubicBezTo>
                  <a:cubicBezTo>
                    <a:pt x="2150" y="4916"/>
                    <a:pt x="2793" y="5150"/>
                    <a:pt x="3423" y="5150"/>
                  </a:cubicBezTo>
                  <a:cubicBezTo>
                    <a:pt x="4744" y="5150"/>
                    <a:pt x="6014" y="4123"/>
                    <a:pt x="6020" y="2575"/>
                  </a:cubicBezTo>
                  <a:cubicBezTo>
                    <a:pt x="6011" y="1155"/>
                    <a:pt x="4872" y="1"/>
                    <a:pt x="3454" y="1"/>
                  </a:cubicBezTo>
                  <a:close/>
                </a:path>
              </a:pathLst>
            </a:custGeom>
            <a:solidFill>
              <a:srgbClr val="E4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3" name="Google Shape;8963;p63"/>
            <p:cNvSpPr/>
            <p:nvPr/>
          </p:nvSpPr>
          <p:spPr>
            <a:xfrm>
              <a:off x="2762438" y="4313928"/>
              <a:ext cx="123921" cy="106406"/>
            </a:xfrm>
            <a:custGeom>
              <a:avLst/>
              <a:gdLst/>
              <a:ahLst/>
              <a:cxnLst/>
              <a:rect l="l" t="t" r="r" b="b"/>
              <a:pathLst>
                <a:path w="4719" h="4052" extrusionOk="0">
                  <a:moveTo>
                    <a:pt x="2699" y="0"/>
                  </a:moveTo>
                  <a:cubicBezTo>
                    <a:pt x="900" y="0"/>
                    <a:pt x="1" y="2182"/>
                    <a:pt x="1273" y="3455"/>
                  </a:cubicBezTo>
                  <a:cubicBezTo>
                    <a:pt x="1685" y="3867"/>
                    <a:pt x="2192" y="4051"/>
                    <a:pt x="2688" y="4051"/>
                  </a:cubicBezTo>
                  <a:cubicBezTo>
                    <a:pt x="3725" y="4051"/>
                    <a:pt x="4719" y="3246"/>
                    <a:pt x="4719" y="2029"/>
                  </a:cubicBezTo>
                  <a:cubicBezTo>
                    <a:pt x="4719" y="909"/>
                    <a:pt x="3819" y="0"/>
                    <a:pt x="2699"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4" name="Google Shape;8964;p63"/>
            <p:cNvSpPr/>
            <p:nvPr/>
          </p:nvSpPr>
          <p:spPr>
            <a:xfrm>
              <a:off x="2809443" y="4314348"/>
              <a:ext cx="49526" cy="105460"/>
            </a:xfrm>
            <a:custGeom>
              <a:avLst/>
              <a:gdLst/>
              <a:ahLst/>
              <a:cxnLst/>
              <a:rect l="l" t="t" r="r" b="b"/>
              <a:pathLst>
                <a:path w="1886" h="4016" extrusionOk="0">
                  <a:moveTo>
                    <a:pt x="943" y="1"/>
                  </a:moveTo>
                  <a:cubicBezTo>
                    <a:pt x="854" y="1"/>
                    <a:pt x="766" y="56"/>
                    <a:pt x="756" y="166"/>
                  </a:cubicBezTo>
                  <a:lnTo>
                    <a:pt x="756" y="539"/>
                  </a:lnTo>
                  <a:cubicBezTo>
                    <a:pt x="326" y="587"/>
                    <a:pt x="0" y="970"/>
                    <a:pt x="19" y="1410"/>
                  </a:cubicBezTo>
                  <a:cubicBezTo>
                    <a:pt x="48" y="1850"/>
                    <a:pt x="412" y="2195"/>
                    <a:pt x="852" y="2195"/>
                  </a:cubicBezTo>
                  <a:lnTo>
                    <a:pt x="1034" y="2195"/>
                  </a:lnTo>
                  <a:cubicBezTo>
                    <a:pt x="1646" y="2195"/>
                    <a:pt x="1646" y="3114"/>
                    <a:pt x="1034" y="3114"/>
                  </a:cubicBezTo>
                  <a:lnTo>
                    <a:pt x="756" y="3114"/>
                  </a:lnTo>
                  <a:cubicBezTo>
                    <a:pt x="555" y="3114"/>
                    <a:pt x="393" y="2941"/>
                    <a:pt x="393" y="2740"/>
                  </a:cubicBezTo>
                  <a:cubicBezTo>
                    <a:pt x="402" y="2611"/>
                    <a:pt x="304" y="2547"/>
                    <a:pt x="207" y="2547"/>
                  </a:cubicBezTo>
                  <a:cubicBezTo>
                    <a:pt x="110" y="2547"/>
                    <a:pt x="15" y="2611"/>
                    <a:pt x="29" y="2740"/>
                  </a:cubicBezTo>
                  <a:cubicBezTo>
                    <a:pt x="29" y="3152"/>
                    <a:pt x="354" y="3477"/>
                    <a:pt x="756" y="3477"/>
                  </a:cubicBezTo>
                  <a:lnTo>
                    <a:pt x="756" y="3851"/>
                  </a:lnTo>
                  <a:cubicBezTo>
                    <a:pt x="766" y="3961"/>
                    <a:pt x="854" y="4016"/>
                    <a:pt x="943" y="4016"/>
                  </a:cubicBezTo>
                  <a:cubicBezTo>
                    <a:pt x="1031" y="4016"/>
                    <a:pt x="1120" y="3961"/>
                    <a:pt x="1129" y="3851"/>
                  </a:cubicBezTo>
                  <a:lnTo>
                    <a:pt x="1129" y="3477"/>
                  </a:lnTo>
                  <a:cubicBezTo>
                    <a:pt x="1570" y="3429"/>
                    <a:pt x="1886" y="3047"/>
                    <a:pt x="1866" y="2606"/>
                  </a:cubicBezTo>
                  <a:cubicBezTo>
                    <a:pt x="1838" y="2166"/>
                    <a:pt x="1474" y="1822"/>
                    <a:pt x="1034" y="1822"/>
                  </a:cubicBezTo>
                  <a:lnTo>
                    <a:pt x="852" y="1822"/>
                  </a:lnTo>
                  <a:cubicBezTo>
                    <a:pt x="239" y="1822"/>
                    <a:pt x="239" y="903"/>
                    <a:pt x="852" y="903"/>
                  </a:cubicBezTo>
                  <a:lnTo>
                    <a:pt x="1129" y="903"/>
                  </a:lnTo>
                  <a:cubicBezTo>
                    <a:pt x="1330" y="903"/>
                    <a:pt x="1493" y="1066"/>
                    <a:pt x="1493" y="1276"/>
                  </a:cubicBezTo>
                  <a:lnTo>
                    <a:pt x="1493" y="1458"/>
                  </a:lnTo>
                  <a:cubicBezTo>
                    <a:pt x="1493" y="1554"/>
                    <a:pt x="1579" y="1640"/>
                    <a:pt x="1675" y="1640"/>
                  </a:cubicBezTo>
                  <a:cubicBezTo>
                    <a:pt x="1780" y="1640"/>
                    <a:pt x="1866" y="1563"/>
                    <a:pt x="1866" y="1458"/>
                  </a:cubicBezTo>
                  <a:lnTo>
                    <a:pt x="1866" y="1276"/>
                  </a:lnTo>
                  <a:cubicBezTo>
                    <a:pt x="1857" y="865"/>
                    <a:pt x="1531" y="539"/>
                    <a:pt x="1129" y="539"/>
                  </a:cubicBezTo>
                  <a:lnTo>
                    <a:pt x="1129" y="166"/>
                  </a:lnTo>
                  <a:cubicBezTo>
                    <a:pt x="1120" y="56"/>
                    <a:pt x="1031" y="1"/>
                    <a:pt x="94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5" name="Google Shape;8965;p63"/>
            <p:cNvSpPr/>
            <p:nvPr/>
          </p:nvSpPr>
          <p:spPr>
            <a:xfrm>
              <a:off x="2780032" y="4521513"/>
              <a:ext cx="106589" cy="86973"/>
            </a:xfrm>
            <a:custGeom>
              <a:avLst/>
              <a:gdLst/>
              <a:ahLst/>
              <a:cxnLst/>
              <a:rect l="l" t="t" r="r" b="b"/>
              <a:pathLst>
                <a:path w="4059" h="3312" extrusionOk="0">
                  <a:moveTo>
                    <a:pt x="192" y="0"/>
                  </a:moveTo>
                  <a:cubicBezTo>
                    <a:pt x="77" y="0"/>
                    <a:pt x="0" y="96"/>
                    <a:pt x="10" y="211"/>
                  </a:cubicBezTo>
                  <a:lnTo>
                    <a:pt x="374" y="3149"/>
                  </a:lnTo>
                  <a:cubicBezTo>
                    <a:pt x="393" y="3244"/>
                    <a:pt x="469" y="3311"/>
                    <a:pt x="556" y="3311"/>
                  </a:cubicBezTo>
                  <a:lnTo>
                    <a:pt x="3503" y="3311"/>
                  </a:lnTo>
                  <a:cubicBezTo>
                    <a:pt x="3589" y="3311"/>
                    <a:pt x="3666" y="3244"/>
                    <a:pt x="3685" y="3149"/>
                  </a:cubicBezTo>
                  <a:lnTo>
                    <a:pt x="4049" y="211"/>
                  </a:lnTo>
                  <a:cubicBezTo>
                    <a:pt x="4058" y="153"/>
                    <a:pt x="4039" y="105"/>
                    <a:pt x="4010" y="67"/>
                  </a:cubicBezTo>
                  <a:cubicBezTo>
                    <a:pt x="3972" y="29"/>
                    <a:pt x="3924" y="0"/>
                    <a:pt x="3876" y="0"/>
                  </a:cubicBezTo>
                  <a:close/>
                </a:path>
              </a:pathLst>
            </a:custGeom>
            <a:solidFill>
              <a:srgbClr val="EF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6" name="Google Shape;8966;p63"/>
            <p:cNvSpPr/>
            <p:nvPr/>
          </p:nvSpPr>
          <p:spPr>
            <a:xfrm>
              <a:off x="2782553" y="4545620"/>
              <a:ext cx="20614" cy="48292"/>
            </a:xfrm>
            <a:custGeom>
              <a:avLst/>
              <a:gdLst/>
              <a:ahLst/>
              <a:cxnLst/>
              <a:rect l="l" t="t" r="r" b="b"/>
              <a:pathLst>
                <a:path w="785" h="1839" extrusionOk="0">
                  <a:moveTo>
                    <a:pt x="0" y="1"/>
                  </a:moveTo>
                  <a:lnTo>
                    <a:pt x="230" y="1838"/>
                  </a:lnTo>
                  <a:lnTo>
                    <a:pt x="785" y="1838"/>
                  </a:lnTo>
                  <a:lnTo>
                    <a:pt x="555" y="1"/>
                  </a:lnTo>
                  <a:close/>
                </a:path>
              </a:pathLst>
            </a:custGeom>
            <a:solidFill>
              <a:srgbClr val="DE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7" name="Google Shape;8967;p63"/>
            <p:cNvSpPr/>
            <p:nvPr/>
          </p:nvSpPr>
          <p:spPr>
            <a:xfrm>
              <a:off x="2780032" y="4521514"/>
              <a:ext cx="106826" cy="28912"/>
            </a:xfrm>
            <a:custGeom>
              <a:avLst/>
              <a:gdLst/>
              <a:ahLst/>
              <a:cxnLst/>
              <a:rect l="l" t="t" r="r" b="b"/>
              <a:pathLst>
                <a:path w="4068" h="1101" extrusionOk="0">
                  <a:moveTo>
                    <a:pt x="192" y="0"/>
                  </a:moveTo>
                  <a:cubicBezTo>
                    <a:pt x="77" y="0"/>
                    <a:pt x="0" y="96"/>
                    <a:pt x="10" y="211"/>
                  </a:cubicBezTo>
                  <a:lnTo>
                    <a:pt x="125" y="1101"/>
                  </a:lnTo>
                  <a:lnTo>
                    <a:pt x="3943" y="1101"/>
                  </a:lnTo>
                  <a:lnTo>
                    <a:pt x="4049" y="211"/>
                  </a:lnTo>
                  <a:cubicBezTo>
                    <a:pt x="4068" y="96"/>
                    <a:pt x="3982" y="0"/>
                    <a:pt x="386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8" name="Google Shape;8968;p63"/>
            <p:cNvSpPr/>
            <p:nvPr/>
          </p:nvSpPr>
          <p:spPr>
            <a:xfrm>
              <a:off x="2788068" y="4589107"/>
              <a:ext cx="90518" cy="19380"/>
            </a:xfrm>
            <a:custGeom>
              <a:avLst/>
              <a:gdLst/>
              <a:ahLst/>
              <a:cxnLst/>
              <a:rect l="l" t="t" r="r" b="b"/>
              <a:pathLst>
                <a:path w="3447" h="738" extrusionOk="0">
                  <a:moveTo>
                    <a:pt x="1" y="1"/>
                  </a:moveTo>
                  <a:lnTo>
                    <a:pt x="68" y="575"/>
                  </a:lnTo>
                  <a:cubicBezTo>
                    <a:pt x="77" y="670"/>
                    <a:pt x="163" y="737"/>
                    <a:pt x="250" y="737"/>
                  </a:cubicBezTo>
                  <a:lnTo>
                    <a:pt x="3197" y="737"/>
                  </a:lnTo>
                  <a:cubicBezTo>
                    <a:pt x="3283" y="737"/>
                    <a:pt x="3360" y="670"/>
                    <a:pt x="3379" y="575"/>
                  </a:cubicBezTo>
                  <a:lnTo>
                    <a:pt x="3446"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9" name="Google Shape;8969;p63"/>
            <p:cNvSpPr/>
            <p:nvPr/>
          </p:nvSpPr>
          <p:spPr>
            <a:xfrm>
              <a:off x="2780032" y="4521514"/>
              <a:ext cx="106589" cy="28912"/>
            </a:xfrm>
            <a:custGeom>
              <a:avLst/>
              <a:gdLst/>
              <a:ahLst/>
              <a:cxnLst/>
              <a:rect l="l" t="t" r="r" b="b"/>
              <a:pathLst>
                <a:path w="4059" h="1101" extrusionOk="0">
                  <a:moveTo>
                    <a:pt x="201" y="0"/>
                  </a:moveTo>
                  <a:cubicBezTo>
                    <a:pt x="163" y="0"/>
                    <a:pt x="134" y="10"/>
                    <a:pt x="106" y="19"/>
                  </a:cubicBezTo>
                  <a:cubicBezTo>
                    <a:pt x="39" y="58"/>
                    <a:pt x="0" y="134"/>
                    <a:pt x="10" y="201"/>
                  </a:cubicBezTo>
                  <a:lnTo>
                    <a:pt x="125" y="1101"/>
                  </a:lnTo>
                  <a:lnTo>
                    <a:pt x="670" y="1101"/>
                  </a:lnTo>
                  <a:lnTo>
                    <a:pt x="651" y="938"/>
                  </a:lnTo>
                  <a:cubicBezTo>
                    <a:pt x="642" y="833"/>
                    <a:pt x="728" y="737"/>
                    <a:pt x="833" y="737"/>
                  </a:cubicBezTo>
                  <a:lnTo>
                    <a:pt x="3982" y="737"/>
                  </a:lnTo>
                  <a:lnTo>
                    <a:pt x="4049" y="211"/>
                  </a:lnTo>
                  <a:cubicBezTo>
                    <a:pt x="4058" y="182"/>
                    <a:pt x="4049" y="144"/>
                    <a:pt x="4039" y="115"/>
                  </a:cubicBezTo>
                  <a:cubicBezTo>
                    <a:pt x="4010" y="48"/>
                    <a:pt x="3943" y="0"/>
                    <a:pt x="3867"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0" name="Google Shape;8970;p63"/>
            <p:cNvSpPr/>
            <p:nvPr/>
          </p:nvSpPr>
          <p:spPr>
            <a:xfrm>
              <a:off x="2788068" y="4589107"/>
              <a:ext cx="21139" cy="19380"/>
            </a:xfrm>
            <a:custGeom>
              <a:avLst/>
              <a:gdLst/>
              <a:ahLst/>
              <a:cxnLst/>
              <a:rect l="l" t="t" r="r" b="b"/>
              <a:pathLst>
                <a:path w="805" h="738" extrusionOk="0">
                  <a:moveTo>
                    <a:pt x="1" y="1"/>
                  </a:moveTo>
                  <a:lnTo>
                    <a:pt x="68" y="575"/>
                  </a:lnTo>
                  <a:cubicBezTo>
                    <a:pt x="77" y="670"/>
                    <a:pt x="154" y="737"/>
                    <a:pt x="250" y="737"/>
                  </a:cubicBezTo>
                  <a:lnTo>
                    <a:pt x="805" y="737"/>
                  </a:lnTo>
                  <a:cubicBezTo>
                    <a:pt x="709" y="737"/>
                    <a:pt x="632" y="670"/>
                    <a:pt x="623" y="575"/>
                  </a:cubicBezTo>
                  <a:lnTo>
                    <a:pt x="546" y="1"/>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1" name="Google Shape;8971;p63"/>
            <p:cNvSpPr/>
            <p:nvPr/>
          </p:nvSpPr>
          <p:spPr>
            <a:xfrm>
              <a:off x="2838093" y="4439504"/>
              <a:ext cx="64363" cy="48161"/>
            </a:xfrm>
            <a:custGeom>
              <a:avLst/>
              <a:gdLst/>
              <a:ahLst/>
              <a:cxnLst/>
              <a:rect l="l" t="t" r="r" b="b"/>
              <a:pathLst>
                <a:path w="2451" h="1834" extrusionOk="0">
                  <a:moveTo>
                    <a:pt x="1229" y="1"/>
                  </a:moveTo>
                  <a:cubicBezTo>
                    <a:pt x="723" y="1"/>
                    <a:pt x="216" y="286"/>
                    <a:pt x="10" y="855"/>
                  </a:cubicBezTo>
                  <a:cubicBezTo>
                    <a:pt x="0" y="893"/>
                    <a:pt x="0" y="941"/>
                    <a:pt x="10" y="979"/>
                  </a:cubicBezTo>
                  <a:cubicBezTo>
                    <a:pt x="216" y="1549"/>
                    <a:pt x="723" y="1834"/>
                    <a:pt x="1229" y="1834"/>
                  </a:cubicBezTo>
                  <a:cubicBezTo>
                    <a:pt x="1735" y="1834"/>
                    <a:pt x="2240" y="1549"/>
                    <a:pt x="2441" y="979"/>
                  </a:cubicBezTo>
                  <a:cubicBezTo>
                    <a:pt x="2450" y="941"/>
                    <a:pt x="2450" y="893"/>
                    <a:pt x="2441" y="855"/>
                  </a:cubicBezTo>
                  <a:cubicBezTo>
                    <a:pt x="2240" y="286"/>
                    <a:pt x="1735" y="1"/>
                    <a:pt x="1229"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2" name="Google Shape;8972;p63"/>
            <p:cNvSpPr/>
            <p:nvPr/>
          </p:nvSpPr>
          <p:spPr>
            <a:xfrm>
              <a:off x="2838093" y="4463715"/>
              <a:ext cx="64363" cy="23949"/>
            </a:xfrm>
            <a:custGeom>
              <a:avLst/>
              <a:gdLst/>
              <a:ahLst/>
              <a:cxnLst/>
              <a:rect l="l" t="t" r="r" b="b"/>
              <a:pathLst>
                <a:path w="2451" h="912" extrusionOk="0">
                  <a:moveTo>
                    <a:pt x="10" y="0"/>
                  </a:moveTo>
                  <a:cubicBezTo>
                    <a:pt x="0" y="19"/>
                    <a:pt x="10" y="38"/>
                    <a:pt x="10" y="57"/>
                  </a:cubicBezTo>
                  <a:cubicBezTo>
                    <a:pt x="216" y="627"/>
                    <a:pt x="720" y="912"/>
                    <a:pt x="1225" y="912"/>
                  </a:cubicBezTo>
                  <a:cubicBezTo>
                    <a:pt x="1730" y="912"/>
                    <a:pt x="2235" y="627"/>
                    <a:pt x="2441" y="57"/>
                  </a:cubicBezTo>
                  <a:cubicBezTo>
                    <a:pt x="2441" y="38"/>
                    <a:pt x="2450" y="19"/>
                    <a:pt x="2450" y="0"/>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3" name="Google Shape;8973;p63"/>
            <p:cNvSpPr/>
            <p:nvPr/>
          </p:nvSpPr>
          <p:spPr>
            <a:xfrm>
              <a:off x="2764197" y="4439504"/>
              <a:ext cx="64363" cy="48161"/>
            </a:xfrm>
            <a:custGeom>
              <a:avLst/>
              <a:gdLst/>
              <a:ahLst/>
              <a:cxnLst/>
              <a:rect l="l" t="t" r="r" b="b"/>
              <a:pathLst>
                <a:path w="2451" h="1834" extrusionOk="0">
                  <a:moveTo>
                    <a:pt x="1226" y="1"/>
                  </a:moveTo>
                  <a:cubicBezTo>
                    <a:pt x="721" y="1"/>
                    <a:pt x="216" y="286"/>
                    <a:pt x="10" y="855"/>
                  </a:cubicBezTo>
                  <a:cubicBezTo>
                    <a:pt x="1" y="893"/>
                    <a:pt x="1" y="941"/>
                    <a:pt x="10" y="979"/>
                  </a:cubicBezTo>
                  <a:cubicBezTo>
                    <a:pt x="216" y="1549"/>
                    <a:pt x="721" y="1834"/>
                    <a:pt x="1226" y="1834"/>
                  </a:cubicBezTo>
                  <a:cubicBezTo>
                    <a:pt x="1730" y="1834"/>
                    <a:pt x="2235" y="1549"/>
                    <a:pt x="2441" y="979"/>
                  </a:cubicBezTo>
                  <a:cubicBezTo>
                    <a:pt x="2451" y="941"/>
                    <a:pt x="2451" y="893"/>
                    <a:pt x="2441" y="855"/>
                  </a:cubicBezTo>
                  <a:cubicBezTo>
                    <a:pt x="2235" y="286"/>
                    <a:pt x="1730" y="1"/>
                    <a:pt x="1226"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4" name="Google Shape;8974;p63"/>
            <p:cNvSpPr/>
            <p:nvPr/>
          </p:nvSpPr>
          <p:spPr>
            <a:xfrm>
              <a:off x="2764197" y="4463715"/>
              <a:ext cx="64363" cy="23949"/>
            </a:xfrm>
            <a:custGeom>
              <a:avLst/>
              <a:gdLst/>
              <a:ahLst/>
              <a:cxnLst/>
              <a:rect l="l" t="t" r="r" b="b"/>
              <a:pathLst>
                <a:path w="2451" h="912" extrusionOk="0">
                  <a:moveTo>
                    <a:pt x="1" y="0"/>
                  </a:moveTo>
                  <a:cubicBezTo>
                    <a:pt x="1" y="19"/>
                    <a:pt x="1" y="38"/>
                    <a:pt x="10" y="57"/>
                  </a:cubicBezTo>
                  <a:cubicBezTo>
                    <a:pt x="211" y="627"/>
                    <a:pt x="716" y="912"/>
                    <a:pt x="1222" y="912"/>
                  </a:cubicBezTo>
                  <a:cubicBezTo>
                    <a:pt x="1728" y="912"/>
                    <a:pt x="2235" y="627"/>
                    <a:pt x="2441" y="57"/>
                  </a:cubicBezTo>
                  <a:cubicBezTo>
                    <a:pt x="2441" y="38"/>
                    <a:pt x="2451" y="19"/>
                    <a:pt x="2451" y="0"/>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5" name="Google Shape;8975;p63"/>
            <p:cNvSpPr/>
            <p:nvPr/>
          </p:nvSpPr>
          <p:spPr>
            <a:xfrm>
              <a:off x="2765694" y="4502160"/>
              <a:ext cx="135239" cy="29175"/>
            </a:xfrm>
            <a:custGeom>
              <a:avLst/>
              <a:gdLst/>
              <a:ahLst/>
              <a:cxnLst/>
              <a:rect l="l" t="t" r="r" b="b"/>
              <a:pathLst>
                <a:path w="5150" h="1111" extrusionOk="0">
                  <a:moveTo>
                    <a:pt x="183" y="0"/>
                  </a:moveTo>
                  <a:cubicBezTo>
                    <a:pt x="87" y="0"/>
                    <a:pt x="1" y="86"/>
                    <a:pt x="1" y="192"/>
                  </a:cubicBezTo>
                  <a:lnTo>
                    <a:pt x="1" y="929"/>
                  </a:lnTo>
                  <a:cubicBezTo>
                    <a:pt x="1" y="1024"/>
                    <a:pt x="87" y="1110"/>
                    <a:pt x="183" y="1110"/>
                  </a:cubicBezTo>
                  <a:lnTo>
                    <a:pt x="4968" y="1110"/>
                  </a:lnTo>
                  <a:cubicBezTo>
                    <a:pt x="5064" y="1110"/>
                    <a:pt x="5150" y="1024"/>
                    <a:pt x="5150" y="929"/>
                  </a:cubicBezTo>
                  <a:lnTo>
                    <a:pt x="5150" y="192"/>
                  </a:lnTo>
                  <a:cubicBezTo>
                    <a:pt x="5150" y="86"/>
                    <a:pt x="5064" y="0"/>
                    <a:pt x="4968"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76" name="Google Shape;8976;p63"/>
          <p:cNvGrpSpPr/>
          <p:nvPr/>
        </p:nvGrpSpPr>
        <p:grpSpPr>
          <a:xfrm>
            <a:off x="1279231" y="2782916"/>
            <a:ext cx="374730" cy="272211"/>
            <a:chOff x="1293506" y="2939716"/>
            <a:chExt cx="374730" cy="272211"/>
          </a:xfrm>
        </p:grpSpPr>
        <p:sp>
          <p:nvSpPr>
            <p:cNvPr id="8977" name="Google Shape;8977;p63"/>
            <p:cNvSpPr/>
            <p:nvPr/>
          </p:nvSpPr>
          <p:spPr>
            <a:xfrm>
              <a:off x="1311599" y="2939716"/>
              <a:ext cx="338544" cy="248078"/>
            </a:xfrm>
            <a:custGeom>
              <a:avLst/>
              <a:gdLst/>
              <a:ahLst/>
              <a:cxnLst/>
              <a:rect l="l" t="t" r="r" b="b"/>
              <a:pathLst>
                <a:path w="12892" h="9447" extrusionOk="0">
                  <a:moveTo>
                    <a:pt x="460" y="1"/>
                  </a:moveTo>
                  <a:cubicBezTo>
                    <a:pt x="211" y="1"/>
                    <a:pt x="0" y="212"/>
                    <a:pt x="0" y="460"/>
                  </a:cubicBezTo>
                  <a:lnTo>
                    <a:pt x="0" y="9447"/>
                  </a:lnTo>
                  <a:lnTo>
                    <a:pt x="12891" y="9447"/>
                  </a:lnTo>
                  <a:lnTo>
                    <a:pt x="12891" y="460"/>
                  </a:lnTo>
                  <a:cubicBezTo>
                    <a:pt x="12891" y="212"/>
                    <a:pt x="12690" y="11"/>
                    <a:pt x="12442"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8" name="Google Shape;8978;p63"/>
            <p:cNvSpPr/>
            <p:nvPr/>
          </p:nvSpPr>
          <p:spPr>
            <a:xfrm>
              <a:off x="1335706" y="2964112"/>
              <a:ext cx="290304" cy="193274"/>
            </a:xfrm>
            <a:custGeom>
              <a:avLst/>
              <a:gdLst/>
              <a:ahLst/>
              <a:cxnLst/>
              <a:rect l="l" t="t" r="r" b="b"/>
              <a:pathLst>
                <a:path w="11055" h="7360" extrusionOk="0">
                  <a:moveTo>
                    <a:pt x="231" y="0"/>
                  </a:moveTo>
                  <a:cubicBezTo>
                    <a:pt x="106" y="0"/>
                    <a:pt x="1" y="106"/>
                    <a:pt x="1" y="230"/>
                  </a:cubicBezTo>
                  <a:lnTo>
                    <a:pt x="1" y="7130"/>
                  </a:lnTo>
                  <a:cubicBezTo>
                    <a:pt x="1" y="7264"/>
                    <a:pt x="106" y="7360"/>
                    <a:pt x="231" y="7360"/>
                  </a:cubicBezTo>
                  <a:lnTo>
                    <a:pt x="10825" y="7360"/>
                  </a:lnTo>
                  <a:cubicBezTo>
                    <a:pt x="10949" y="7360"/>
                    <a:pt x="11055" y="7255"/>
                    <a:pt x="11055" y="7130"/>
                  </a:cubicBezTo>
                  <a:lnTo>
                    <a:pt x="11055" y="230"/>
                  </a:lnTo>
                  <a:cubicBezTo>
                    <a:pt x="11055" y="106"/>
                    <a:pt x="10949" y="0"/>
                    <a:pt x="10825"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9" name="Google Shape;8979;p63"/>
            <p:cNvSpPr/>
            <p:nvPr/>
          </p:nvSpPr>
          <p:spPr>
            <a:xfrm>
              <a:off x="1335706" y="3121173"/>
              <a:ext cx="169430" cy="36213"/>
            </a:xfrm>
            <a:custGeom>
              <a:avLst/>
              <a:gdLst/>
              <a:ahLst/>
              <a:cxnLst/>
              <a:rect l="l" t="t" r="r" b="b"/>
              <a:pathLst>
                <a:path w="6452" h="1379" extrusionOk="0">
                  <a:moveTo>
                    <a:pt x="1" y="1"/>
                  </a:moveTo>
                  <a:lnTo>
                    <a:pt x="1" y="1149"/>
                  </a:lnTo>
                  <a:cubicBezTo>
                    <a:pt x="1" y="1274"/>
                    <a:pt x="106" y="1379"/>
                    <a:pt x="231" y="1379"/>
                  </a:cubicBezTo>
                  <a:lnTo>
                    <a:pt x="6451" y="1379"/>
                  </a:lnTo>
                  <a:lnTo>
                    <a:pt x="6451" y="1"/>
                  </a:ln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0" name="Google Shape;8980;p63"/>
            <p:cNvSpPr/>
            <p:nvPr/>
          </p:nvSpPr>
          <p:spPr>
            <a:xfrm>
              <a:off x="1505109" y="2964112"/>
              <a:ext cx="120901" cy="96532"/>
            </a:xfrm>
            <a:custGeom>
              <a:avLst/>
              <a:gdLst/>
              <a:ahLst/>
              <a:cxnLst/>
              <a:rect l="l" t="t" r="r" b="b"/>
              <a:pathLst>
                <a:path w="4604" h="3676" extrusionOk="0">
                  <a:moveTo>
                    <a:pt x="0" y="0"/>
                  </a:moveTo>
                  <a:lnTo>
                    <a:pt x="0" y="3675"/>
                  </a:lnTo>
                  <a:lnTo>
                    <a:pt x="4604" y="3675"/>
                  </a:lnTo>
                  <a:lnTo>
                    <a:pt x="4604" y="230"/>
                  </a:lnTo>
                  <a:cubicBezTo>
                    <a:pt x="4604" y="106"/>
                    <a:pt x="4498" y="0"/>
                    <a:pt x="4374"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1" name="Google Shape;8981;p63"/>
            <p:cNvSpPr/>
            <p:nvPr/>
          </p:nvSpPr>
          <p:spPr>
            <a:xfrm>
              <a:off x="1505109" y="3060617"/>
              <a:ext cx="120901" cy="96768"/>
            </a:xfrm>
            <a:custGeom>
              <a:avLst/>
              <a:gdLst/>
              <a:ahLst/>
              <a:cxnLst/>
              <a:rect l="l" t="t" r="r" b="b"/>
              <a:pathLst>
                <a:path w="4604" h="3685" extrusionOk="0">
                  <a:moveTo>
                    <a:pt x="0" y="0"/>
                  </a:moveTo>
                  <a:lnTo>
                    <a:pt x="0" y="3685"/>
                  </a:lnTo>
                  <a:lnTo>
                    <a:pt x="4374" y="3685"/>
                  </a:lnTo>
                  <a:cubicBezTo>
                    <a:pt x="4498" y="3685"/>
                    <a:pt x="4604" y="3589"/>
                    <a:pt x="4604" y="3455"/>
                  </a:cubicBezTo>
                  <a:lnTo>
                    <a:pt x="4604"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2" name="Google Shape;8982;p63"/>
            <p:cNvSpPr/>
            <p:nvPr/>
          </p:nvSpPr>
          <p:spPr>
            <a:xfrm>
              <a:off x="1293506" y="3181755"/>
              <a:ext cx="374730" cy="30173"/>
            </a:xfrm>
            <a:custGeom>
              <a:avLst/>
              <a:gdLst/>
              <a:ahLst/>
              <a:cxnLst/>
              <a:rect l="l" t="t" r="r" b="b"/>
              <a:pathLst>
                <a:path w="14270" h="1149" extrusionOk="0">
                  <a:moveTo>
                    <a:pt x="230" y="0"/>
                  </a:moveTo>
                  <a:cubicBezTo>
                    <a:pt x="105" y="0"/>
                    <a:pt x="0" y="96"/>
                    <a:pt x="0" y="230"/>
                  </a:cubicBezTo>
                  <a:lnTo>
                    <a:pt x="0" y="689"/>
                  </a:lnTo>
                  <a:cubicBezTo>
                    <a:pt x="0" y="938"/>
                    <a:pt x="201" y="1149"/>
                    <a:pt x="460" y="1149"/>
                  </a:cubicBezTo>
                  <a:lnTo>
                    <a:pt x="13810" y="1149"/>
                  </a:lnTo>
                  <a:cubicBezTo>
                    <a:pt x="14068" y="1149"/>
                    <a:pt x="14269" y="938"/>
                    <a:pt x="14269" y="689"/>
                  </a:cubicBezTo>
                  <a:lnTo>
                    <a:pt x="14269" y="230"/>
                  </a:lnTo>
                  <a:cubicBezTo>
                    <a:pt x="14269" y="96"/>
                    <a:pt x="14174" y="0"/>
                    <a:pt x="14040" y="0"/>
                  </a:cubicBezTo>
                  <a:close/>
                </a:path>
              </a:pathLst>
            </a:custGeom>
            <a:solidFill>
              <a:srgbClr val="C3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3" name="Google Shape;8983;p63"/>
            <p:cNvSpPr/>
            <p:nvPr/>
          </p:nvSpPr>
          <p:spPr>
            <a:xfrm>
              <a:off x="1293506" y="3181755"/>
              <a:ext cx="374730" cy="12080"/>
            </a:xfrm>
            <a:custGeom>
              <a:avLst/>
              <a:gdLst/>
              <a:ahLst/>
              <a:cxnLst/>
              <a:rect l="l" t="t" r="r" b="b"/>
              <a:pathLst>
                <a:path w="14270" h="460" extrusionOk="0">
                  <a:moveTo>
                    <a:pt x="230" y="0"/>
                  </a:moveTo>
                  <a:cubicBezTo>
                    <a:pt x="105" y="0"/>
                    <a:pt x="0" y="96"/>
                    <a:pt x="0" y="230"/>
                  </a:cubicBezTo>
                  <a:lnTo>
                    <a:pt x="0" y="460"/>
                  </a:lnTo>
                  <a:lnTo>
                    <a:pt x="14269" y="460"/>
                  </a:lnTo>
                  <a:lnTo>
                    <a:pt x="14269" y="230"/>
                  </a:lnTo>
                  <a:cubicBezTo>
                    <a:pt x="14269" y="96"/>
                    <a:pt x="14174" y="0"/>
                    <a:pt x="14040" y="0"/>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4" name="Google Shape;8984;p63"/>
            <p:cNvSpPr/>
            <p:nvPr/>
          </p:nvSpPr>
          <p:spPr>
            <a:xfrm>
              <a:off x="1444527" y="3181755"/>
              <a:ext cx="72661" cy="18119"/>
            </a:xfrm>
            <a:custGeom>
              <a:avLst/>
              <a:gdLst/>
              <a:ahLst/>
              <a:cxnLst/>
              <a:rect l="l" t="t" r="r" b="b"/>
              <a:pathLst>
                <a:path w="2767" h="690" extrusionOk="0">
                  <a:moveTo>
                    <a:pt x="1" y="0"/>
                  </a:moveTo>
                  <a:lnTo>
                    <a:pt x="326" y="479"/>
                  </a:lnTo>
                  <a:cubicBezTo>
                    <a:pt x="412" y="613"/>
                    <a:pt x="556" y="689"/>
                    <a:pt x="709" y="689"/>
                  </a:cubicBezTo>
                  <a:lnTo>
                    <a:pt x="2059" y="689"/>
                  </a:lnTo>
                  <a:cubicBezTo>
                    <a:pt x="2212" y="689"/>
                    <a:pt x="2355" y="613"/>
                    <a:pt x="2441" y="479"/>
                  </a:cubicBezTo>
                  <a:lnTo>
                    <a:pt x="2767" y="0"/>
                  </a:ln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5" name="Google Shape;8985;p63"/>
            <p:cNvSpPr/>
            <p:nvPr/>
          </p:nvSpPr>
          <p:spPr>
            <a:xfrm>
              <a:off x="1535256" y="3036484"/>
              <a:ext cx="60345" cy="24159"/>
            </a:xfrm>
            <a:custGeom>
              <a:avLst/>
              <a:gdLst/>
              <a:ahLst/>
              <a:cxnLst/>
              <a:rect l="l" t="t" r="r" b="b"/>
              <a:pathLst>
                <a:path w="2298" h="920" extrusionOk="0">
                  <a:moveTo>
                    <a:pt x="690" y="1"/>
                  </a:moveTo>
                  <a:lnTo>
                    <a:pt x="317" y="125"/>
                  </a:lnTo>
                  <a:cubicBezTo>
                    <a:pt x="125" y="182"/>
                    <a:pt x="1" y="364"/>
                    <a:pt x="1" y="556"/>
                  </a:cubicBezTo>
                  <a:lnTo>
                    <a:pt x="1" y="919"/>
                  </a:lnTo>
                  <a:lnTo>
                    <a:pt x="2298" y="919"/>
                  </a:lnTo>
                  <a:lnTo>
                    <a:pt x="2298" y="556"/>
                  </a:lnTo>
                  <a:cubicBezTo>
                    <a:pt x="2298" y="364"/>
                    <a:pt x="2173" y="182"/>
                    <a:pt x="1991" y="125"/>
                  </a:cubicBezTo>
                  <a:lnTo>
                    <a:pt x="1609" y="1"/>
                  </a:ln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6" name="Google Shape;8986;p63"/>
            <p:cNvSpPr/>
            <p:nvPr/>
          </p:nvSpPr>
          <p:spPr>
            <a:xfrm>
              <a:off x="1553349" y="3018391"/>
              <a:ext cx="24422" cy="30435"/>
            </a:xfrm>
            <a:custGeom>
              <a:avLst/>
              <a:gdLst/>
              <a:ahLst/>
              <a:cxnLst/>
              <a:rect l="l" t="t" r="r" b="b"/>
              <a:pathLst>
                <a:path w="930" h="1159" extrusionOk="0">
                  <a:moveTo>
                    <a:pt x="1" y="0"/>
                  </a:moveTo>
                  <a:lnTo>
                    <a:pt x="1" y="690"/>
                  </a:lnTo>
                  <a:cubicBezTo>
                    <a:pt x="1" y="948"/>
                    <a:pt x="211" y="1158"/>
                    <a:pt x="460" y="1158"/>
                  </a:cubicBezTo>
                  <a:cubicBezTo>
                    <a:pt x="719" y="1158"/>
                    <a:pt x="929" y="948"/>
                    <a:pt x="929" y="690"/>
                  </a:cubicBezTo>
                  <a:lnTo>
                    <a:pt x="929"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7" name="Google Shape;8987;p63"/>
            <p:cNvSpPr/>
            <p:nvPr/>
          </p:nvSpPr>
          <p:spPr>
            <a:xfrm>
              <a:off x="1547335" y="2988245"/>
              <a:ext cx="36449" cy="42226"/>
            </a:xfrm>
            <a:custGeom>
              <a:avLst/>
              <a:gdLst/>
              <a:ahLst/>
              <a:cxnLst/>
              <a:rect l="l" t="t" r="r" b="b"/>
              <a:pathLst>
                <a:path w="1388" h="1608" extrusionOk="0">
                  <a:moveTo>
                    <a:pt x="460" y="0"/>
                  </a:moveTo>
                  <a:cubicBezTo>
                    <a:pt x="211" y="0"/>
                    <a:pt x="0" y="201"/>
                    <a:pt x="0" y="459"/>
                  </a:cubicBezTo>
                  <a:lnTo>
                    <a:pt x="0" y="919"/>
                  </a:lnTo>
                  <a:cubicBezTo>
                    <a:pt x="0" y="1302"/>
                    <a:pt x="316" y="1608"/>
                    <a:pt x="689" y="1608"/>
                  </a:cubicBezTo>
                  <a:cubicBezTo>
                    <a:pt x="1072" y="1608"/>
                    <a:pt x="1388" y="1302"/>
                    <a:pt x="1388" y="919"/>
                  </a:cubicBezTo>
                  <a:lnTo>
                    <a:pt x="1388" y="459"/>
                  </a:lnTo>
                  <a:cubicBezTo>
                    <a:pt x="1388" y="201"/>
                    <a:pt x="1177" y="0"/>
                    <a:pt x="928" y="0"/>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8" name="Google Shape;8988;p63"/>
            <p:cNvSpPr/>
            <p:nvPr/>
          </p:nvSpPr>
          <p:spPr>
            <a:xfrm>
              <a:off x="1547335" y="2988245"/>
              <a:ext cx="24133" cy="42331"/>
            </a:xfrm>
            <a:custGeom>
              <a:avLst/>
              <a:gdLst/>
              <a:ahLst/>
              <a:cxnLst/>
              <a:rect l="l" t="t" r="r" b="b"/>
              <a:pathLst>
                <a:path w="919" h="1612" extrusionOk="0">
                  <a:moveTo>
                    <a:pt x="460" y="0"/>
                  </a:moveTo>
                  <a:cubicBezTo>
                    <a:pt x="211" y="0"/>
                    <a:pt x="0" y="201"/>
                    <a:pt x="0" y="459"/>
                  </a:cubicBezTo>
                  <a:lnTo>
                    <a:pt x="0" y="919"/>
                  </a:lnTo>
                  <a:cubicBezTo>
                    <a:pt x="0" y="1314"/>
                    <a:pt x="320" y="1611"/>
                    <a:pt x="685" y="1611"/>
                  </a:cubicBezTo>
                  <a:cubicBezTo>
                    <a:pt x="762" y="1611"/>
                    <a:pt x="841" y="1598"/>
                    <a:pt x="919" y="1570"/>
                  </a:cubicBezTo>
                  <a:cubicBezTo>
                    <a:pt x="651" y="1474"/>
                    <a:pt x="460" y="1206"/>
                    <a:pt x="460" y="919"/>
                  </a:cubicBezTo>
                  <a:lnTo>
                    <a:pt x="460" y="459"/>
                  </a:lnTo>
                  <a:cubicBezTo>
                    <a:pt x="460" y="201"/>
                    <a:pt x="670" y="0"/>
                    <a:pt x="919"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9" name="Google Shape;8989;p63"/>
            <p:cNvSpPr/>
            <p:nvPr/>
          </p:nvSpPr>
          <p:spPr>
            <a:xfrm>
              <a:off x="1547335" y="2988245"/>
              <a:ext cx="36449" cy="17857"/>
            </a:xfrm>
            <a:custGeom>
              <a:avLst/>
              <a:gdLst/>
              <a:ahLst/>
              <a:cxnLst/>
              <a:rect l="l" t="t" r="r" b="b"/>
              <a:pathLst>
                <a:path w="1388" h="680" extrusionOk="0">
                  <a:moveTo>
                    <a:pt x="460" y="0"/>
                  </a:moveTo>
                  <a:cubicBezTo>
                    <a:pt x="211" y="0"/>
                    <a:pt x="0" y="201"/>
                    <a:pt x="0" y="459"/>
                  </a:cubicBezTo>
                  <a:cubicBezTo>
                    <a:pt x="450" y="593"/>
                    <a:pt x="919" y="670"/>
                    <a:pt x="1388" y="680"/>
                  </a:cubicBezTo>
                  <a:lnTo>
                    <a:pt x="1388" y="459"/>
                  </a:lnTo>
                  <a:cubicBezTo>
                    <a:pt x="1388" y="201"/>
                    <a:pt x="1177" y="0"/>
                    <a:pt x="91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0" name="Google Shape;8990;p63"/>
            <p:cNvSpPr/>
            <p:nvPr/>
          </p:nvSpPr>
          <p:spPr>
            <a:xfrm>
              <a:off x="1547335" y="2988245"/>
              <a:ext cx="24133" cy="15099"/>
            </a:xfrm>
            <a:custGeom>
              <a:avLst/>
              <a:gdLst/>
              <a:ahLst/>
              <a:cxnLst/>
              <a:rect l="l" t="t" r="r" b="b"/>
              <a:pathLst>
                <a:path w="919" h="575" extrusionOk="0">
                  <a:moveTo>
                    <a:pt x="460" y="0"/>
                  </a:moveTo>
                  <a:cubicBezTo>
                    <a:pt x="211" y="0"/>
                    <a:pt x="0" y="201"/>
                    <a:pt x="0" y="459"/>
                  </a:cubicBezTo>
                  <a:cubicBezTo>
                    <a:pt x="153" y="507"/>
                    <a:pt x="306" y="546"/>
                    <a:pt x="460" y="574"/>
                  </a:cubicBezTo>
                  <a:lnTo>
                    <a:pt x="460" y="459"/>
                  </a:lnTo>
                  <a:cubicBezTo>
                    <a:pt x="460" y="201"/>
                    <a:pt x="670" y="0"/>
                    <a:pt x="91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1" name="Google Shape;8991;p63"/>
            <p:cNvSpPr/>
            <p:nvPr/>
          </p:nvSpPr>
          <p:spPr>
            <a:xfrm>
              <a:off x="1535256" y="3133252"/>
              <a:ext cx="60345" cy="24133"/>
            </a:xfrm>
            <a:custGeom>
              <a:avLst/>
              <a:gdLst/>
              <a:ahLst/>
              <a:cxnLst/>
              <a:rect l="l" t="t" r="r" b="b"/>
              <a:pathLst>
                <a:path w="2298" h="919" extrusionOk="0">
                  <a:moveTo>
                    <a:pt x="690" y="0"/>
                  </a:moveTo>
                  <a:lnTo>
                    <a:pt x="317" y="115"/>
                  </a:lnTo>
                  <a:cubicBezTo>
                    <a:pt x="125" y="182"/>
                    <a:pt x="1" y="354"/>
                    <a:pt x="1" y="555"/>
                  </a:cubicBezTo>
                  <a:lnTo>
                    <a:pt x="1" y="919"/>
                  </a:lnTo>
                  <a:lnTo>
                    <a:pt x="2298" y="919"/>
                  </a:lnTo>
                  <a:lnTo>
                    <a:pt x="2298" y="555"/>
                  </a:lnTo>
                  <a:cubicBezTo>
                    <a:pt x="2298" y="354"/>
                    <a:pt x="2173" y="182"/>
                    <a:pt x="1991" y="115"/>
                  </a:cubicBezTo>
                  <a:lnTo>
                    <a:pt x="1609" y="0"/>
                  </a:ln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2" name="Google Shape;8992;p63"/>
            <p:cNvSpPr/>
            <p:nvPr/>
          </p:nvSpPr>
          <p:spPr>
            <a:xfrm>
              <a:off x="1553349" y="3115159"/>
              <a:ext cx="24422" cy="30173"/>
            </a:xfrm>
            <a:custGeom>
              <a:avLst/>
              <a:gdLst/>
              <a:ahLst/>
              <a:cxnLst/>
              <a:rect l="l" t="t" r="r" b="b"/>
              <a:pathLst>
                <a:path w="930" h="1149" extrusionOk="0">
                  <a:moveTo>
                    <a:pt x="1" y="0"/>
                  </a:moveTo>
                  <a:lnTo>
                    <a:pt x="1" y="689"/>
                  </a:lnTo>
                  <a:cubicBezTo>
                    <a:pt x="1" y="947"/>
                    <a:pt x="211" y="1148"/>
                    <a:pt x="460" y="1148"/>
                  </a:cubicBezTo>
                  <a:cubicBezTo>
                    <a:pt x="719" y="1148"/>
                    <a:pt x="929" y="947"/>
                    <a:pt x="929" y="689"/>
                  </a:cubicBezTo>
                  <a:lnTo>
                    <a:pt x="929"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3" name="Google Shape;8993;p63"/>
            <p:cNvSpPr/>
            <p:nvPr/>
          </p:nvSpPr>
          <p:spPr>
            <a:xfrm>
              <a:off x="1547335" y="3084986"/>
              <a:ext cx="36449" cy="42252"/>
            </a:xfrm>
            <a:custGeom>
              <a:avLst/>
              <a:gdLst/>
              <a:ahLst/>
              <a:cxnLst/>
              <a:rect l="l" t="t" r="r" b="b"/>
              <a:pathLst>
                <a:path w="1388" h="1609" extrusionOk="0">
                  <a:moveTo>
                    <a:pt x="460" y="1"/>
                  </a:moveTo>
                  <a:cubicBezTo>
                    <a:pt x="211" y="1"/>
                    <a:pt x="0" y="202"/>
                    <a:pt x="0" y="460"/>
                  </a:cubicBezTo>
                  <a:lnTo>
                    <a:pt x="0" y="919"/>
                  </a:lnTo>
                  <a:cubicBezTo>
                    <a:pt x="0" y="1302"/>
                    <a:pt x="316" y="1608"/>
                    <a:pt x="689" y="1608"/>
                  </a:cubicBezTo>
                  <a:cubicBezTo>
                    <a:pt x="1072" y="1608"/>
                    <a:pt x="1388" y="1302"/>
                    <a:pt x="1388" y="919"/>
                  </a:cubicBezTo>
                  <a:lnTo>
                    <a:pt x="1388" y="460"/>
                  </a:lnTo>
                  <a:cubicBezTo>
                    <a:pt x="1388" y="202"/>
                    <a:pt x="1177" y="1"/>
                    <a:pt x="928"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4" name="Google Shape;8994;p63"/>
            <p:cNvSpPr/>
            <p:nvPr/>
          </p:nvSpPr>
          <p:spPr>
            <a:xfrm>
              <a:off x="1547335" y="3084986"/>
              <a:ext cx="24133" cy="42331"/>
            </a:xfrm>
            <a:custGeom>
              <a:avLst/>
              <a:gdLst/>
              <a:ahLst/>
              <a:cxnLst/>
              <a:rect l="l" t="t" r="r" b="b"/>
              <a:pathLst>
                <a:path w="919" h="1612" extrusionOk="0">
                  <a:moveTo>
                    <a:pt x="460" y="1"/>
                  </a:moveTo>
                  <a:cubicBezTo>
                    <a:pt x="211" y="1"/>
                    <a:pt x="0" y="202"/>
                    <a:pt x="0" y="460"/>
                  </a:cubicBezTo>
                  <a:lnTo>
                    <a:pt x="0" y="919"/>
                  </a:lnTo>
                  <a:cubicBezTo>
                    <a:pt x="0" y="1314"/>
                    <a:pt x="320" y="1612"/>
                    <a:pt x="685" y="1612"/>
                  </a:cubicBezTo>
                  <a:cubicBezTo>
                    <a:pt x="762" y="1612"/>
                    <a:pt x="841" y="1598"/>
                    <a:pt x="919" y="1570"/>
                  </a:cubicBezTo>
                  <a:cubicBezTo>
                    <a:pt x="651" y="1465"/>
                    <a:pt x="460" y="1206"/>
                    <a:pt x="460" y="919"/>
                  </a:cubicBezTo>
                  <a:lnTo>
                    <a:pt x="460" y="460"/>
                  </a:lnTo>
                  <a:cubicBezTo>
                    <a:pt x="460" y="202"/>
                    <a:pt x="670" y="1"/>
                    <a:pt x="919"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5" name="Google Shape;8995;p63"/>
            <p:cNvSpPr/>
            <p:nvPr/>
          </p:nvSpPr>
          <p:spPr>
            <a:xfrm>
              <a:off x="1547335" y="3084986"/>
              <a:ext cx="36449" cy="17883"/>
            </a:xfrm>
            <a:custGeom>
              <a:avLst/>
              <a:gdLst/>
              <a:ahLst/>
              <a:cxnLst/>
              <a:rect l="l" t="t" r="r" b="b"/>
              <a:pathLst>
                <a:path w="1388" h="681" extrusionOk="0">
                  <a:moveTo>
                    <a:pt x="460" y="1"/>
                  </a:moveTo>
                  <a:cubicBezTo>
                    <a:pt x="211" y="1"/>
                    <a:pt x="0" y="202"/>
                    <a:pt x="0" y="460"/>
                  </a:cubicBezTo>
                  <a:cubicBezTo>
                    <a:pt x="450" y="594"/>
                    <a:pt x="919" y="671"/>
                    <a:pt x="1388" y="680"/>
                  </a:cubicBezTo>
                  <a:lnTo>
                    <a:pt x="1388" y="460"/>
                  </a:lnTo>
                  <a:cubicBezTo>
                    <a:pt x="1388" y="202"/>
                    <a:pt x="1177" y="1"/>
                    <a:pt x="91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6" name="Google Shape;8996;p63"/>
            <p:cNvSpPr/>
            <p:nvPr/>
          </p:nvSpPr>
          <p:spPr>
            <a:xfrm>
              <a:off x="1547335" y="3084986"/>
              <a:ext cx="24133" cy="15099"/>
            </a:xfrm>
            <a:custGeom>
              <a:avLst/>
              <a:gdLst/>
              <a:ahLst/>
              <a:cxnLst/>
              <a:rect l="l" t="t" r="r" b="b"/>
              <a:pathLst>
                <a:path w="919" h="575" extrusionOk="0">
                  <a:moveTo>
                    <a:pt x="460" y="1"/>
                  </a:moveTo>
                  <a:cubicBezTo>
                    <a:pt x="211" y="1"/>
                    <a:pt x="0" y="202"/>
                    <a:pt x="0" y="460"/>
                  </a:cubicBezTo>
                  <a:cubicBezTo>
                    <a:pt x="153" y="508"/>
                    <a:pt x="306" y="546"/>
                    <a:pt x="460" y="575"/>
                  </a:cubicBezTo>
                  <a:lnTo>
                    <a:pt x="460" y="460"/>
                  </a:lnTo>
                  <a:cubicBezTo>
                    <a:pt x="460" y="202"/>
                    <a:pt x="670" y="1"/>
                    <a:pt x="91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7" name="Google Shape;8997;p63"/>
            <p:cNvSpPr/>
            <p:nvPr/>
          </p:nvSpPr>
          <p:spPr>
            <a:xfrm>
              <a:off x="1384234" y="3042524"/>
              <a:ext cx="72399" cy="90755"/>
            </a:xfrm>
            <a:custGeom>
              <a:avLst/>
              <a:gdLst/>
              <a:ahLst/>
              <a:cxnLst/>
              <a:rect l="l" t="t" r="r" b="b"/>
              <a:pathLst>
                <a:path w="2757" h="3456" extrusionOk="0">
                  <a:moveTo>
                    <a:pt x="919" y="0"/>
                  </a:moveTo>
                  <a:lnTo>
                    <a:pt x="919" y="460"/>
                  </a:lnTo>
                  <a:cubicBezTo>
                    <a:pt x="919" y="546"/>
                    <a:pt x="871" y="632"/>
                    <a:pt x="794" y="670"/>
                  </a:cubicBezTo>
                  <a:lnTo>
                    <a:pt x="249" y="938"/>
                  </a:lnTo>
                  <a:cubicBezTo>
                    <a:pt x="96" y="1015"/>
                    <a:pt x="0" y="1177"/>
                    <a:pt x="0" y="1350"/>
                  </a:cubicBezTo>
                  <a:lnTo>
                    <a:pt x="0" y="3225"/>
                  </a:lnTo>
                  <a:cubicBezTo>
                    <a:pt x="0" y="3350"/>
                    <a:pt x="96" y="3455"/>
                    <a:pt x="230" y="3455"/>
                  </a:cubicBezTo>
                  <a:lnTo>
                    <a:pt x="2527" y="3455"/>
                  </a:lnTo>
                  <a:cubicBezTo>
                    <a:pt x="2661" y="3455"/>
                    <a:pt x="2756" y="3350"/>
                    <a:pt x="2756" y="3225"/>
                  </a:cubicBezTo>
                  <a:lnTo>
                    <a:pt x="2756" y="1350"/>
                  </a:lnTo>
                  <a:cubicBezTo>
                    <a:pt x="2756" y="1177"/>
                    <a:pt x="2661" y="1015"/>
                    <a:pt x="2507" y="938"/>
                  </a:cubicBezTo>
                  <a:lnTo>
                    <a:pt x="1962" y="670"/>
                  </a:lnTo>
                  <a:cubicBezTo>
                    <a:pt x="1885" y="632"/>
                    <a:pt x="1838" y="546"/>
                    <a:pt x="1838" y="460"/>
                  </a:cubicBezTo>
                  <a:lnTo>
                    <a:pt x="1838"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8" name="Google Shape;8998;p63"/>
            <p:cNvSpPr/>
            <p:nvPr/>
          </p:nvSpPr>
          <p:spPr>
            <a:xfrm>
              <a:off x="1407081" y="3042524"/>
              <a:ext cx="26680" cy="18251"/>
            </a:xfrm>
            <a:custGeom>
              <a:avLst/>
              <a:gdLst/>
              <a:ahLst/>
              <a:cxnLst/>
              <a:rect l="l" t="t" r="r" b="b"/>
              <a:pathLst>
                <a:path w="1016" h="695" extrusionOk="0">
                  <a:moveTo>
                    <a:pt x="49" y="0"/>
                  </a:moveTo>
                  <a:lnTo>
                    <a:pt x="49" y="460"/>
                  </a:lnTo>
                  <a:cubicBezTo>
                    <a:pt x="49" y="507"/>
                    <a:pt x="30" y="555"/>
                    <a:pt x="1" y="594"/>
                  </a:cubicBezTo>
                  <a:cubicBezTo>
                    <a:pt x="164" y="661"/>
                    <a:pt x="336" y="694"/>
                    <a:pt x="508" y="694"/>
                  </a:cubicBezTo>
                  <a:cubicBezTo>
                    <a:pt x="680" y="694"/>
                    <a:pt x="853" y="661"/>
                    <a:pt x="1015" y="594"/>
                  </a:cubicBezTo>
                  <a:cubicBezTo>
                    <a:pt x="987" y="555"/>
                    <a:pt x="968" y="507"/>
                    <a:pt x="968" y="460"/>
                  </a:cubicBezTo>
                  <a:lnTo>
                    <a:pt x="968"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9" name="Google Shape;8999;p63"/>
            <p:cNvSpPr/>
            <p:nvPr/>
          </p:nvSpPr>
          <p:spPr>
            <a:xfrm>
              <a:off x="1384234" y="3061615"/>
              <a:ext cx="72399" cy="71664"/>
            </a:xfrm>
            <a:custGeom>
              <a:avLst/>
              <a:gdLst/>
              <a:ahLst/>
              <a:cxnLst/>
              <a:rect l="l" t="t" r="r" b="b"/>
              <a:pathLst>
                <a:path w="2757" h="2729" extrusionOk="0">
                  <a:moveTo>
                    <a:pt x="670" y="1"/>
                  </a:moveTo>
                  <a:lnTo>
                    <a:pt x="249" y="211"/>
                  </a:lnTo>
                  <a:cubicBezTo>
                    <a:pt x="96" y="288"/>
                    <a:pt x="0" y="450"/>
                    <a:pt x="0" y="623"/>
                  </a:cubicBezTo>
                  <a:lnTo>
                    <a:pt x="0" y="2498"/>
                  </a:lnTo>
                  <a:cubicBezTo>
                    <a:pt x="0" y="2623"/>
                    <a:pt x="96" y="2728"/>
                    <a:pt x="230" y="2728"/>
                  </a:cubicBezTo>
                  <a:lnTo>
                    <a:pt x="2527" y="2728"/>
                  </a:lnTo>
                  <a:cubicBezTo>
                    <a:pt x="2661" y="2728"/>
                    <a:pt x="2756" y="2623"/>
                    <a:pt x="2756" y="2498"/>
                  </a:cubicBezTo>
                  <a:lnTo>
                    <a:pt x="2756" y="623"/>
                  </a:lnTo>
                  <a:cubicBezTo>
                    <a:pt x="2756" y="450"/>
                    <a:pt x="2661" y="288"/>
                    <a:pt x="2507" y="211"/>
                  </a:cubicBezTo>
                  <a:lnTo>
                    <a:pt x="2086" y="1"/>
                  </a:lnTo>
                  <a:cubicBezTo>
                    <a:pt x="1905" y="225"/>
                    <a:pt x="1641" y="338"/>
                    <a:pt x="1378" y="338"/>
                  </a:cubicBezTo>
                  <a:cubicBezTo>
                    <a:pt x="1115" y="338"/>
                    <a:pt x="852" y="225"/>
                    <a:pt x="67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0" name="Google Shape;9000;p63"/>
            <p:cNvSpPr/>
            <p:nvPr/>
          </p:nvSpPr>
          <p:spPr>
            <a:xfrm>
              <a:off x="1396288" y="2994258"/>
              <a:ext cx="48266" cy="54568"/>
            </a:xfrm>
            <a:custGeom>
              <a:avLst/>
              <a:gdLst/>
              <a:ahLst/>
              <a:cxnLst/>
              <a:rect l="l" t="t" r="r" b="b"/>
              <a:pathLst>
                <a:path w="1838" h="2078" extrusionOk="0">
                  <a:moveTo>
                    <a:pt x="689" y="1"/>
                  </a:moveTo>
                  <a:cubicBezTo>
                    <a:pt x="307" y="1"/>
                    <a:pt x="0" y="307"/>
                    <a:pt x="0" y="690"/>
                  </a:cubicBezTo>
                  <a:lnTo>
                    <a:pt x="0" y="1149"/>
                  </a:lnTo>
                  <a:cubicBezTo>
                    <a:pt x="0" y="1656"/>
                    <a:pt x="412" y="2077"/>
                    <a:pt x="919" y="2077"/>
                  </a:cubicBezTo>
                  <a:cubicBezTo>
                    <a:pt x="1426" y="2068"/>
                    <a:pt x="1838" y="1656"/>
                    <a:pt x="1838" y="1149"/>
                  </a:cubicBezTo>
                  <a:lnTo>
                    <a:pt x="1838" y="690"/>
                  </a:lnTo>
                  <a:cubicBezTo>
                    <a:pt x="1838" y="307"/>
                    <a:pt x="1532" y="1"/>
                    <a:pt x="1149" y="1"/>
                  </a:cubicBezTo>
                  <a:close/>
                </a:path>
              </a:pathLst>
            </a:custGeom>
            <a:solidFill>
              <a:srgbClr val="BBC6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1" name="Google Shape;9001;p63"/>
            <p:cNvSpPr/>
            <p:nvPr/>
          </p:nvSpPr>
          <p:spPr>
            <a:xfrm>
              <a:off x="1396025" y="2994258"/>
              <a:ext cx="33455" cy="54384"/>
            </a:xfrm>
            <a:custGeom>
              <a:avLst/>
              <a:gdLst/>
              <a:ahLst/>
              <a:cxnLst/>
              <a:rect l="l" t="t" r="r" b="b"/>
              <a:pathLst>
                <a:path w="1274" h="2071" extrusionOk="0">
                  <a:moveTo>
                    <a:pt x="699" y="1"/>
                  </a:moveTo>
                  <a:cubicBezTo>
                    <a:pt x="317" y="1"/>
                    <a:pt x="1" y="307"/>
                    <a:pt x="1" y="690"/>
                  </a:cubicBezTo>
                  <a:lnTo>
                    <a:pt x="1" y="1149"/>
                  </a:lnTo>
                  <a:cubicBezTo>
                    <a:pt x="1" y="1676"/>
                    <a:pt x="433" y="2070"/>
                    <a:pt x="922" y="2070"/>
                  </a:cubicBezTo>
                  <a:cubicBezTo>
                    <a:pt x="1038" y="2070"/>
                    <a:pt x="1157" y="2048"/>
                    <a:pt x="1274" y="2001"/>
                  </a:cubicBezTo>
                  <a:cubicBezTo>
                    <a:pt x="929" y="1857"/>
                    <a:pt x="699" y="1522"/>
                    <a:pt x="699" y="1149"/>
                  </a:cubicBezTo>
                  <a:lnTo>
                    <a:pt x="699" y="690"/>
                  </a:lnTo>
                  <a:cubicBezTo>
                    <a:pt x="699" y="355"/>
                    <a:pt x="939" y="68"/>
                    <a:pt x="1274" y="10"/>
                  </a:cubicBezTo>
                  <a:cubicBezTo>
                    <a:pt x="1235" y="1"/>
                    <a:pt x="1197" y="1"/>
                    <a:pt x="1159"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2" name="Google Shape;9002;p63"/>
            <p:cNvSpPr/>
            <p:nvPr/>
          </p:nvSpPr>
          <p:spPr>
            <a:xfrm>
              <a:off x="1396288" y="2994258"/>
              <a:ext cx="48528" cy="24159"/>
            </a:xfrm>
            <a:custGeom>
              <a:avLst/>
              <a:gdLst/>
              <a:ahLst/>
              <a:cxnLst/>
              <a:rect l="l" t="t" r="r" b="b"/>
              <a:pathLst>
                <a:path w="1848" h="920" extrusionOk="0">
                  <a:moveTo>
                    <a:pt x="689" y="1"/>
                  </a:moveTo>
                  <a:cubicBezTo>
                    <a:pt x="307" y="1"/>
                    <a:pt x="0" y="307"/>
                    <a:pt x="0" y="690"/>
                  </a:cubicBezTo>
                  <a:cubicBezTo>
                    <a:pt x="0" y="690"/>
                    <a:pt x="689" y="919"/>
                    <a:pt x="1847" y="919"/>
                  </a:cubicBezTo>
                  <a:lnTo>
                    <a:pt x="1847" y="690"/>
                  </a:lnTo>
                  <a:cubicBezTo>
                    <a:pt x="1847" y="307"/>
                    <a:pt x="1532" y="1"/>
                    <a:pt x="114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3" name="Google Shape;9003;p63"/>
            <p:cNvSpPr/>
            <p:nvPr/>
          </p:nvSpPr>
          <p:spPr>
            <a:xfrm>
              <a:off x="1396025" y="2994258"/>
              <a:ext cx="33455" cy="21901"/>
            </a:xfrm>
            <a:custGeom>
              <a:avLst/>
              <a:gdLst/>
              <a:ahLst/>
              <a:cxnLst/>
              <a:rect l="l" t="t" r="r" b="b"/>
              <a:pathLst>
                <a:path w="1274" h="834" extrusionOk="0">
                  <a:moveTo>
                    <a:pt x="699" y="1"/>
                  </a:moveTo>
                  <a:cubicBezTo>
                    <a:pt x="317" y="1"/>
                    <a:pt x="1" y="307"/>
                    <a:pt x="1" y="690"/>
                  </a:cubicBezTo>
                  <a:cubicBezTo>
                    <a:pt x="231" y="757"/>
                    <a:pt x="460" y="805"/>
                    <a:pt x="699" y="833"/>
                  </a:cubicBezTo>
                  <a:lnTo>
                    <a:pt x="699" y="690"/>
                  </a:lnTo>
                  <a:cubicBezTo>
                    <a:pt x="699" y="355"/>
                    <a:pt x="939" y="68"/>
                    <a:pt x="1274" y="10"/>
                  </a:cubicBezTo>
                  <a:cubicBezTo>
                    <a:pt x="1235" y="1"/>
                    <a:pt x="1197" y="1"/>
                    <a:pt x="11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4" name="Google Shape;9004;p63"/>
            <p:cNvSpPr/>
            <p:nvPr/>
          </p:nvSpPr>
          <p:spPr>
            <a:xfrm>
              <a:off x="1384234" y="3072434"/>
              <a:ext cx="30173" cy="60844"/>
            </a:xfrm>
            <a:custGeom>
              <a:avLst/>
              <a:gdLst/>
              <a:ahLst/>
              <a:cxnLst/>
              <a:rect l="l" t="t" r="r" b="b"/>
              <a:pathLst>
                <a:path w="1149" h="2317" extrusionOk="0">
                  <a:moveTo>
                    <a:pt x="57" y="0"/>
                  </a:moveTo>
                  <a:cubicBezTo>
                    <a:pt x="19" y="67"/>
                    <a:pt x="0" y="134"/>
                    <a:pt x="0" y="211"/>
                  </a:cubicBezTo>
                  <a:lnTo>
                    <a:pt x="0" y="2086"/>
                  </a:lnTo>
                  <a:cubicBezTo>
                    <a:pt x="0" y="2211"/>
                    <a:pt x="96" y="2316"/>
                    <a:pt x="230" y="2316"/>
                  </a:cubicBezTo>
                  <a:lnTo>
                    <a:pt x="1148" y="2316"/>
                  </a:lnTo>
                  <a:lnTo>
                    <a:pt x="1148" y="1857"/>
                  </a:lnTo>
                  <a:lnTo>
                    <a:pt x="919" y="1857"/>
                  </a:lnTo>
                  <a:cubicBezTo>
                    <a:pt x="794" y="1857"/>
                    <a:pt x="689" y="1751"/>
                    <a:pt x="689" y="1627"/>
                  </a:cubicBezTo>
                  <a:lnTo>
                    <a:pt x="689" y="708"/>
                  </a:lnTo>
                  <a:cubicBezTo>
                    <a:pt x="689" y="555"/>
                    <a:pt x="622" y="421"/>
                    <a:pt x="507" y="335"/>
                  </a:cubicBezTo>
                  <a:lnTo>
                    <a:pt x="57"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5" name="Google Shape;9005;p63"/>
            <p:cNvSpPr/>
            <p:nvPr/>
          </p:nvSpPr>
          <p:spPr>
            <a:xfrm>
              <a:off x="1426434" y="3072434"/>
              <a:ext cx="30199" cy="60844"/>
            </a:xfrm>
            <a:custGeom>
              <a:avLst/>
              <a:gdLst/>
              <a:ahLst/>
              <a:cxnLst/>
              <a:rect l="l" t="t" r="r" b="b"/>
              <a:pathLst>
                <a:path w="1150" h="2317" extrusionOk="0">
                  <a:moveTo>
                    <a:pt x="1101" y="0"/>
                  </a:moveTo>
                  <a:lnTo>
                    <a:pt x="652" y="335"/>
                  </a:lnTo>
                  <a:cubicBezTo>
                    <a:pt x="527" y="421"/>
                    <a:pt x="460" y="555"/>
                    <a:pt x="460" y="708"/>
                  </a:cubicBezTo>
                  <a:lnTo>
                    <a:pt x="460" y="1627"/>
                  </a:lnTo>
                  <a:cubicBezTo>
                    <a:pt x="460" y="1751"/>
                    <a:pt x="365" y="1857"/>
                    <a:pt x="231" y="1857"/>
                  </a:cubicBezTo>
                  <a:lnTo>
                    <a:pt x="1" y="1857"/>
                  </a:lnTo>
                  <a:lnTo>
                    <a:pt x="1" y="2316"/>
                  </a:lnTo>
                  <a:lnTo>
                    <a:pt x="920" y="2316"/>
                  </a:lnTo>
                  <a:cubicBezTo>
                    <a:pt x="1054" y="2316"/>
                    <a:pt x="1149" y="2211"/>
                    <a:pt x="1149" y="2086"/>
                  </a:cubicBezTo>
                  <a:lnTo>
                    <a:pt x="1149" y="211"/>
                  </a:lnTo>
                  <a:cubicBezTo>
                    <a:pt x="1149" y="134"/>
                    <a:pt x="1130" y="67"/>
                    <a:pt x="1101"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6" name="Google Shape;9006;p63"/>
            <p:cNvSpPr/>
            <p:nvPr/>
          </p:nvSpPr>
          <p:spPr>
            <a:xfrm>
              <a:off x="1408341" y="3121173"/>
              <a:ext cx="24159" cy="12106"/>
            </a:xfrm>
            <a:custGeom>
              <a:avLst/>
              <a:gdLst/>
              <a:ahLst/>
              <a:cxnLst/>
              <a:rect l="l" t="t" r="r" b="b"/>
              <a:pathLst>
                <a:path w="920" h="461" extrusionOk="0">
                  <a:moveTo>
                    <a:pt x="1" y="1"/>
                  </a:moveTo>
                  <a:lnTo>
                    <a:pt x="1" y="460"/>
                  </a:lnTo>
                  <a:lnTo>
                    <a:pt x="920" y="460"/>
                  </a:lnTo>
                  <a:lnTo>
                    <a:pt x="920" y="1"/>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07" name="Google Shape;9007;p63"/>
          <p:cNvGrpSpPr/>
          <p:nvPr/>
        </p:nvGrpSpPr>
        <p:grpSpPr>
          <a:xfrm>
            <a:off x="2185963" y="4132365"/>
            <a:ext cx="374756" cy="329300"/>
            <a:chOff x="2200238" y="4289165"/>
            <a:chExt cx="374756" cy="329300"/>
          </a:xfrm>
        </p:grpSpPr>
        <p:sp>
          <p:nvSpPr>
            <p:cNvPr id="9008" name="Google Shape;9008;p63"/>
            <p:cNvSpPr/>
            <p:nvPr/>
          </p:nvSpPr>
          <p:spPr>
            <a:xfrm>
              <a:off x="2437733" y="4289165"/>
              <a:ext cx="54568" cy="65991"/>
            </a:xfrm>
            <a:custGeom>
              <a:avLst/>
              <a:gdLst/>
              <a:ahLst/>
              <a:cxnLst/>
              <a:rect l="l" t="t" r="r" b="b"/>
              <a:pathLst>
                <a:path w="2078" h="2513" extrusionOk="0">
                  <a:moveTo>
                    <a:pt x="1356" y="1"/>
                  </a:moveTo>
                  <a:cubicBezTo>
                    <a:pt x="1115" y="1"/>
                    <a:pt x="883" y="138"/>
                    <a:pt x="776" y="378"/>
                  </a:cubicBezTo>
                  <a:lnTo>
                    <a:pt x="1" y="2053"/>
                  </a:lnTo>
                  <a:lnTo>
                    <a:pt x="795" y="2513"/>
                  </a:lnTo>
                  <a:lnTo>
                    <a:pt x="1857" y="1010"/>
                  </a:lnTo>
                  <a:cubicBezTo>
                    <a:pt x="2077" y="704"/>
                    <a:pt x="1991" y="273"/>
                    <a:pt x="1666" y="82"/>
                  </a:cubicBezTo>
                  <a:cubicBezTo>
                    <a:pt x="1567" y="27"/>
                    <a:pt x="1461" y="1"/>
                    <a:pt x="1356"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09" name="Google Shape;9009;p63"/>
            <p:cNvSpPr/>
            <p:nvPr/>
          </p:nvSpPr>
          <p:spPr>
            <a:xfrm>
              <a:off x="2448552" y="4306575"/>
              <a:ext cx="40493" cy="48844"/>
            </a:xfrm>
            <a:custGeom>
              <a:avLst/>
              <a:gdLst/>
              <a:ahLst/>
              <a:cxnLst/>
              <a:rect l="l" t="t" r="r" b="b"/>
              <a:pathLst>
                <a:path w="1542" h="1860" extrusionOk="0">
                  <a:moveTo>
                    <a:pt x="1145" y="0"/>
                  </a:moveTo>
                  <a:cubicBezTo>
                    <a:pt x="909" y="0"/>
                    <a:pt x="680" y="135"/>
                    <a:pt x="584" y="376"/>
                  </a:cubicBezTo>
                  <a:lnTo>
                    <a:pt x="0" y="1639"/>
                  </a:lnTo>
                  <a:lnTo>
                    <a:pt x="383" y="1859"/>
                  </a:lnTo>
                  <a:lnTo>
                    <a:pt x="1445" y="347"/>
                  </a:lnTo>
                  <a:cubicBezTo>
                    <a:pt x="1493" y="280"/>
                    <a:pt x="1522" y="213"/>
                    <a:pt x="1541" y="146"/>
                  </a:cubicBezTo>
                  <a:cubicBezTo>
                    <a:pt x="1424" y="47"/>
                    <a:pt x="1283" y="0"/>
                    <a:pt x="114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0" name="Google Shape;9010;p63"/>
            <p:cNvSpPr/>
            <p:nvPr/>
          </p:nvSpPr>
          <p:spPr>
            <a:xfrm>
              <a:off x="2282930" y="4552658"/>
              <a:ext cx="54805" cy="65808"/>
            </a:xfrm>
            <a:custGeom>
              <a:avLst/>
              <a:gdLst/>
              <a:ahLst/>
              <a:cxnLst/>
              <a:rect l="l" t="t" r="r" b="b"/>
              <a:pathLst>
                <a:path w="2087" h="2506" extrusionOk="0">
                  <a:moveTo>
                    <a:pt x="1292" y="1"/>
                  </a:moveTo>
                  <a:lnTo>
                    <a:pt x="221" y="1513"/>
                  </a:lnTo>
                  <a:cubicBezTo>
                    <a:pt x="0" y="1819"/>
                    <a:pt x="96" y="2240"/>
                    <a:pt x="422" y="2422"/>
                  </a:cubicBezTo>
                  <a:cubicBezTo>
                    <a:pt x="520" y="2479"/>
                    <a:pt x="628" y="2506"/>
                    <a:pt x="734" y="2506"/>
                  </a:cubicBezTo>
                  <a:cubicBezTo>
                    <a:pt x="969" y="2506"/>
                    <a:pt x="1197" y="2375"/>
                    <a:pt x="1302" y="2145"/>
                  </a:cubicBezTo>
                  <a:lnTo>
                    <a:pt x="2087" y="460"/>
                  </a:lnTo>
                  <a:lnTo>
                    <a:pt x="1292"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1" name="Google Shape;9011;p63"/>
            <p:cNvSpPr/>
            <p:nvPr/>
          </p:nvSpPr>
          <p:spPr>
            <a:xfrm>
              <a:off x="2300026" y="4558960"/>
              <a:ext cx="37709" cy="54542"/>
            </a:xfrm>
            <a:custGeom>
              <a:avLst/>
              <a:gdLst/>
              <a:ahLst/>
              <a:cxnLst/>
              <a:rect l="l" t="t" r="r" b="b"/>
              <a:pathLst>
                <a:path w="1436" h="2077" extrusionOk="0">
                  <a:moveTo>
                    <a:pt x="1053" y="0"/>
                  </a:moveTo>
                  <a:lnTo>
                    <a:pt x="249" y="1139"/>
                  </a:lnTo>
                  <a:cubicBezTo>
                    <a:pt x="0" y="1464"/>
                    <a:pt x="134" y="1943"/>
                    <a:pt x="527" y="2077"/>
                  </a:cubicBezTo>
                  <a:cubicBezTo>
                    <a:pt x="574" y="2029"/>
                    <a:pt x="622" y="1972"/>
                    <a:pt x="651" y="1905"/>
                  </a:cubicBezTo>
                  <a:lnTo>
                    <a:pt x="1436" y="220"/>
                  </a:lnTo>
                  <a:lnTo>
                    <a:pt x="1053"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2" name="Google Shape;9012;p63"/>
            <p:cNvSpPr/>
            <p:nvPr/>
          </p:nvSpPr>
          <p:spPr>
            <a:xfrm>
              <a:off x="2282930" y="4289349"/>
              <a:ext cx="54805" cy="66070"/>
            </a:xfrm>
            <a:custGeom>
              <a:avLst/>
              <a:gdLst/>
              <a:ahLst/>
              <a:cxnLst/>
              <a:rect l="l" t="t" r="r" b="b"/>
              <a:pathLst>
                <a:path w="2087" h="2516" extrusionOk="0">
                  <a:moveTo>
                    <a:pt x="733" y="1"/>
                  </a:moveTo>
                  <a:cubicBezTo>
                    <a:pt x="627" y="1"/>
                    <a:pt x="520" y="28"/>
                    <a:pt x="422" y="84"/>
                  </a:cubicBezTo>
                  <a:cubicBezTo>
                    <a:pt x="96" y="266"/>
                    <a:pt x="0" y="687"/>
                    <a:pt x="221" y="994"/>
                  </a:cubicBezTo>
                  <a:lnTo>
                    <a:pt x="1292" y="2515"/>
                  </a:lnTo>
                  <a:lnTo>
                    <a:pt x="2087" y="2056"/>
                  </a:lnTo>
                  <a:lnTo>
                    <a:pt x="1302" y="371"/>
                  </a:lnTo>
                  <a:cubicBezTo>
                    <a:pt x="1196" y="134"/>
                    <a:pt x="968" y="1"/>
                    <a:pt x="73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3" name="Google Shape;9013;p63"/>
            <p:cNvSpPr/>
            <p:nvPr/>
          </p:nvSpPr>
          <p:spPr>
            <a:xfrm>
              <a:off x="2300026" y="4294312"/>
              <a:ext cx="37709" cy="54805"/>
            </a:xfrm>
            <a:custGeom>
              <a:avLst/>
              <a:gdLst/>
              <a:ahLst/>
              <a:cxnLst/>
              <a:rect l="l" t="t" r="r" b="b"/>
              <a:pathLst>
                <a:path w="1436" h="2087" extrusionOk="0">
                  <a:moveTo>
                    <a:pt x="527" y="1"/>
                  </a:moveTo>
                  <a:cubicBezTo>
                    <a:pt x="134" y="144"/>
                    <a:pt x="0" y="623"/>
                    <a:pt x="249" y="948"/>
                  </a:cubicBezTo>
                  <a:lnTo>
                    <a:pt x="1053" y="2087"/>
                  </a:lnTo>
                  <a:lnTo>
                    <a:pt x="1436" y="1867"/>
                  </a:lnTo>
                  <a:lnTo>
                    <a:pt x="651" y="182"/>
                  </a:lnTo>
                  <a:cubicBezTo>
                    <a:pt x="622" y="115"/>
                    <a:pt x="574" y="58"/>
                    <a:pt x="52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4" name="Google Shape;9014;p63"/>
            <p:cNvSpPr/>
            <p:nvPr/>
          </p:nvSpPr>
          <p:spPr>
            <a:xfrm>
              <a:off x="2437497" y="4552658"/>
              <a:ext cx="54542" cy="65808"/>
            </a:xfrm>
            <a:custGeom>
              <a:avLst/>
              <a:gdLst/>
              <a:ahLst/>
              <a:cxnLst/>
              <a:rect l="l" t="t" r="r" b="b"/>
              <a:pathLst>
                <a:path w="2077" h="2506" extrusionOk="0">
                  <a:moveTo>
                    <a:pt x="804" y="1"/>
                  </a:moveTo>
                  <a:lnTo>
                    <a:pt x="0" y="460"/>
                  </a:lnTo>
                  <a:lnTo>
                    <a:pt x="785" y="2145"/>
                  </a:lnTo>
                  <a:cubicBezTo>
                    <a:pt x="890" y="2375"/>
                    <a:pt x="1118" y="2506"/>
                    <a:pt x="1352" y="2506"/>
                  </a:cubicBezTo>
                  <a:cubicBezTo>
                    <a:pt x="1459" y="2506"/>
                    <a:pt x="1567" y="2479"/>
                    <a:pt x="1665" y="2422"/>
                  </a:cubicBezTo>
                  <a:cubicBezTo>
                    <a:pt x="1991" y="2240"/>
                    <a:pt x="2077" y="1819"/>
                    <a:pt x="1866" y="1513"/>
                  </a:cubicBezTo>
                  <a:lnTo>
                    <a:pt x="804"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5" name="Google Shape;9015;p63"/>
            <p:cNvSpPr/>
            <p:nvPr/>
          </p:nvSpPr>
          <p:spPr>
            <a:xfrm>
              <a:off x="2448552" y="4552658"/>
              <a:ext cx="40493" cy="48791"/>
            </a:xfrm>
            <a:custGeom>
              <a:avLst/>
              <a:gdLst/>
              <a:ahLst/>
              <a:cxnLst/>
              <a:rect l="l" t="t" r="r" b="b"/>
              <a:pathLst>
                <a:path w="1542" h="1858" extrusionOk="0">
                  <a:moveTo>
                    <a:pt x="383" y="1"/>
                  </a:moveTo>
                  <a:lnTo>
                    <a:pt x="0" y="221"/>
                  </a:lnTo>
                  <a:lnTo>
                    <a:pt x="584" y="1484"/>
                  </a:lnTo>
                  <a:cubicBezTo>
                    <a:pt x="681" y="1721"/>
                    <a:pt x="913" y="1858"/>
                    <a:pt x="1150" y="1858"/>
                  </a:cubicBezTo>
                  <a:cubicBezTo>
                    <a:pt x="1287" y="1858"/>
                    <a:pt x="1425" y="1812"/>
                    <a:pt x="1541" y="1714"/>
                  </a:cubicBezTo>
                  <a:cubicBezTo>
                    <a:pt x="1522" y="1637"/>
                    <a:pt x="1493" y="1570"/>
                    <a:pt x="1445" y="1513"/>
                  </a:cubicBezTo>
                  <a:lnTo>
                    <a:pt x="38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6" name="Google Shape;9016;p63"/>
            <p:cNvSpPr/>
            <p:nvPr/>
          </p:nvSpPr>
          <p:spPr>
            <a:xfrm>
              <a:off x="2200238" y="4437482"/>
              <a:ext cx="66385" cy="33088"/>
            </a:xfrm>
            <a:custGeom>
              <a:avLst/>
              <a:gdLst/>
              <a:ahLst/>
              <a:cxnLst/>
              <a:rect l="l" t="t" r="r" b="b"/>
              <a:pathLst>
                <a:path w="2528" h="1260" extrusionOk="0">
                  <a:moveTo>
                    <a:pt x="625" y="0"/>
                  </a:moveTo>
                  <a:cubicBezTo>
                    <a:pt x="281" y="0"/>
                    <a:pt x="1" y="283"/>
                    <a:pt x="1" y="626"/>
                  </a:cubicBezTo>
                  <a:cubicBezTo>
                    <a:pt x="1" y="982"/>
                    <a:pt x="288" y="1259"/>
                    <a:pt x="638" y="1259"/>
                  </a:cubicBezTo>
                  <a:cubicBezTo>
                    <a:pt x="655" y="1259"/>
                    <a:pt x="673" y="1259"/>
                    <a:pt x="690" y="1257"/>
                  </a:cubicBezTo>
                  <a:lnTo>
                    <a:pt x="2527" y="1085"/>
                  </a:lnTo>
                  <a:lnTo>
                    <a:pt x="2527" y="166"/>
                  </a:lnTo>
                  <a:lnTo>
                    <a:pt x="690" y="4"/>
                  </a:lnTo>
                  <a:cubicBezTo>
                    <a:pt x="668" y="1"/>
                    <a:pt x="646" y="0"/>
                    <a:pt x="62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7" name="Google Shape;9017;p63"/>
            <p:cNvSpPr/>
            <p:nvPr/>
          </p:nvSpPr>
          <p:spPr>
            <a:xfrm>
              <a:off x="2212317" y="4437455"/>
              <a:ext cx="54306" cy="19537"/>
            </a:xfrm>
            <a:custGeom>
              <a:avLst/>
              <a:gdLst/>
              <a:ahLst/>
              <a:cxnLst/>
              <a:rect l="l" t="t" r="r" b="b"/>
              <a:pathLst>
                <a:path w="2068" h="744" extrusionOk="0">
                  <a:moveTo>
                    <a:pt x="168" y="1"/>
                  </a:moveTo>
                  <a:cubicBezTo>
                    <a:pt x="113" y="1"/>
                    <a:pt x="59" y="10"/>
                    <a:pt x="10" y="24"/>
                  </a:cubicBezTo>
                  <a:cubicBezTo>
                    <a:pt x="0" y="53"/>
                    <a:pt x="0" y="81"/>
                    <a:pt x="0" y="110"/>
                  </a:cubicBezTo>
                  <a:cubicBezTo>
                    <a:pt x="0" y="466"/>
                    <a:pt x="287" y="744"/>
                    <a:pt x="638" y="744"/>
                  </a:cubicBezTo>
                  <a:cubicBezTo>
                    <a:pt x="655" y="744"/>
                    <a:pt x="672" y="743"/>
                    <a:pt x="689" y="742"/>
                  </a:cubicBezTo>
                  <a:lnTo>
                    <a:pt x="2067" y="608"/>
                  </a:lnTo>
                  <a:lnTo>
                    <a:pt x="2067" y="167"/>
                  </a:lnTo>
                  <a:lnTo>
                    <a:pt x="230" y="5"/>
                  </a:lnTo>
                  <a:cubicBezTo>
                    <a:pt x="209" y="2"/>
                    <a:pt x="189" y="1"/>
                    <a:pt x="168"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8" name="Google Shape;9018;p63"/>
            <p:cNvSpPr/>
            <p:nvPr/>
          </p:nvSpPr>
          <p:spPr>
            <a:xfrm>
              <a:off x="2508346" y="4437482"/>
              <a:ext cx="66648" cy="33088"/>
            </a:xfrm>
            <a:custGeom>
              <a:avLst/>
              <a:gdLst/>
              <a:ahLst/>
              <a:cxnLst/>
              <a:rect l="l" t="t" r="r" b="b"/>
              <a:pathLst>
                <a:path w="2538" h="1260" extrusionOk="0">
                  <a:moveTo>
                    <a:pt x="1913" y="0"/>
                  </a:moveTo>
                  <a:cubicBezTo>
                    <a:pt x="1892" y="0"/>
                    <a:pt x="1870" y="1"/>
                    <a:pt x="1848" y="4"/>
                  </a:cubicBezTo>
                  <a:lnTo>
                    <a:pt x="1" y="166"/>
                  </a:lnTo>
                  <a:lnTo>
                    <a:pt x="1" y="1085"/>
                  </a:lnTo>
                  <a:lnTo>
                    <a:pt x="1848" y="1257"/>
                  </a:lnTo>
                  <a:cubicBezTo>
                    <a:pt x="1865" y="1259"/>
                    <a:pt x="1882" y="1259"/>
                    <a:pt x="1899" y="1259"/>
                  </a:cubicBezTo>
                  <a:cubicBezTo>
                    <a:pt x="2250" y="1259"/>
                    <a:pt x="2537" y="982"/>
                    <a:pt x="2537" y="626"/>
                  </a:cubicBezTo>
                  <a:cubicBezTo>
                    <a:pt x="2537" y="283"/>
                    <a:pt x="2257" y="0"/>
                    <a:pt x="191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9" name="Google Shape;9019;p63"/>
            <p:cNvSpPr/>
            <p:nvPr/>
          </p:nvSpPr>
          <p:spPr>
            <a:xfrm>
              <a:off x="2508346" y="4437455"/>
              <a:ext cx="54568" cy="19537"/>
            </a:xfrm>
            <a:custGeom>
              <a:avLst/>
              <a:gdLst/>
              <a:ahLst/>
              <a:cxnLst/>
              <a:rect l="l" t="t" r="r" b="b"/>
              <a:pathLst>
                <a:path w="2078" h="744" extrusionOk="0">
                  <a:moveTo>
                    <a:pt x="1908" y="1"/>
                  </a:moveTo>
                  <a:cubicBezTo>
                    <a:pt x="1888" y="1"/>
                    <a:pt x="1869" y="2"/>
                    <a:pt x="1848" y="5"/>
                  </a:cubicBezTo>
                  <a:lnTo>
                    <a:pt x="1" y="167"/>
                  </a:lnTo>
                  <a:lnTo>
                    <a:pt x="1" y="608"/>
                  </a:lnTo>
                  <a:lnTo>
                    <a:pt x="1389" y="742"/>
                  </a:lnTo>
                  <a:cubicBezTo>
                    <a:pt x="1406" y="743"/>
                    <a:pt x="1423" y="744"/>
                    <a:pt x="1440" y="744"/>
                  </a:cubicBezTo>
                  <a:cubicBezTo>
                    <a:pt x="1790" y="744"/>
                    <a:pt x="2078" y="466"/>
                    <a:pt x="2078" y="110"/>
                  </a:cubicBezTo>
                  <a:cubicBezTo>
                    <a:pt x="2078" y="81"/>
                    <a:pt x="2078" y="53"/>
                    <a:pt x="2068" y="24"/>
                  </a:cubicBezTo>
                  <a:cubicBezTo>
                    <a:pt x="2012" y="10"/>
                    <a:pt x="1961" y="1"/>
                    <a:pt x="1908"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0" name="Google Shape;9020;p63"/>
            <p:cNvSpPr/>
            <p:nvPr/>
          </p:nvSpPr>
          <p:spPr>
            <a:xfrm>
              <a:off x="2250762" y="4326979"/>
              <a:ext cx="263913" cy="253960"/>
            </a:xfrm>
            <a:custGeom>
              <a:avLst/>
              <a:gdLst/>
              <a:ahLst/>
              <a:cxnLst/>
              <a:rect l="l" t="t" r="r" b="b"/>
              <a:pathLst>
                <a:path w="10050" h="9671" extrusionOk="0">
                  <a:moveTo>
                    <a:pt x="5208" y="1153"/>
                  </a:moveTo>
                  <a:cubicBezTo>
                    <a:pt x="5685" y="1153"/>
                    <a:pt x="6165" y="1246"/>
                    <a:pt x="6623" y="1436"/>
                  </a:cubicBezTo>
                  <a:cubicBezTo>
                    <a:pt x="7992" y="2001"/>
                    <a:pt x="8891" y="3350"/>
                    <a:pt x="8891" y="4834"/>
                  </a:cubicBezTo>
                  <a:cubicBezTo>
                    <a:pt x="8891" y="6872"/>
                    <a:pt x="7245" y="8518"/>
                    <a:pt x="5207" y="8518"/>
                  </a:cubicBezTo>
                  <a:cubicBezTo>
                    <a:pt x="3723" y="8518"/>
                    <a:pt x="2374" y="7619"/>
                    <a:pt x="1809" y="6250"/>
                  </a:cubicBezTo>
                  <a:cubicBezTo>
                    <a:pt x="1235" y="4872"/>
                    <a:pt x="1551" y="3283"/>
                    <a:pt x="2604" y="2231"/>
                  </a:cubicBezTo>
                  <a:cubicBezTo>
                    <a:pt x="3307" y="1528"/>
                    <a:pt x="4249" y="1153"/>
                    <a:pt x="5208" y="1153"/>
                  </a:cubicBezTo>
                  <a:close/>
                  <a:moveTo>
                    <a:pt x="5207" y="1"/>
                  </a:moveTo>
                  <a:cubicBezTo>
                    <a:pt x="3254" y="1"/>
                    <a:pt x="1493" y="1187"/>
                    <a:pt x="747" y="2987"/>
                  </a:cubicBezTo>
                  <a:cubicBezTo>
                    <a:pt x="0" y="4795"/>
                    <a:pt x="412" y="6872"/>
                    <a:pt x="1800" y="8260"/>
                  </a:cubicBezTo>
                  <a:cubicBezTo>
                    <a:pt x="2721" y="9181"/>
                    <a:pt x="3959" y="9671"/>
                    <a:pt x="5216" y="9671"/>
                  </a:cubicBezTo>
                  <a:cubicBezTo>
                    <a:pt x="5839" y="9671"/>
                    <a:pt x="6467" y="9550"/>
                    <a:pt x="7063" y="9303"/>
                  </a:cubicBezTo>
                  <a:cubicBezTo>
                    <a:pt x="8872" y="8557"/>
                    <a:pt x="10049" y="6796"/>
                    <a:pt x="10049" y="4834"/>
                  </a:cubicBezTo>
                  <a:cubicBezTo>
                    <a:pt x="10049" y="2164"/>
                    <a:pt x="7886" y="1"/>
                    <a:pt x="520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1" name="Google Shape;9021;p63"/>
            <p:cNvSpPr/>
            <p:nvPr/>
          </p:nvSpPr>
          <p:spPr>
            <a:xfrm>
              <a:off x="2270116" y="4345073"/>
              <a:ext cx="226204" cy="217669"/>
            </a:xfrm>
            <a:custGeom>
              <a:avLst/>
              <a:gdLst/>
              <a:ahLst/>
              <a:cxnLst/>
              <a:rect l="l" t="t" r="r" b="b"/>
              <a:pathLst>
                <a:path w="8614" h="8289" extrusionOk="0">
                  <a:moveTo>
                    <a:pt x="4474" y="460"/>
                  </a:moveTo>
                  <a:cubicBezTo>
                    <a:pt x="4908" y="460"/>
                    <a:pt x="5341" y="537"/>
                    <a:pt x="5752" y="690"/>
                  </a:cubicBezTo>
                  <a:cubicBezTo>
                    <a:pt x="5886" y="747"/>
                    <a:pt x="5943" y="900"/>
                    <a:pt x="5877" y="1025"/>
                  </a:cubicBezTo>
                  <a:lnTo>
                    <a:pt x="4604" y="3236"/>
                  </a:lnTo>
                  <a:cubicBezTo>
                    <a:pt x="4833" y="3274"/>
                    <a:pt x="5053" y="3398"/>
                    <a:pt x="5197" y="3580"/>
                  </a:cubicBezTo>
                  <a:lnTo>
                    <a:pt x="6470" y="1379"/>
                  </a:lnTo>
                  <a:cubicBezTo>
                    <a:pt x="6516" y="1298"/>
                    <a:pt x="6594" y="1256"/>
                    <a:pt x="6673" y="1256"/>
                  </a:cubicBezTo>
                  <a:cubicBezTo>
                    <a:pt x="6725" y="1256"/>
                    <a:pt x="6778" y="1274"/>
                    <a:pt x="6824" y="1312"/>
                  </a:cubicBezTo>
                  <a:cubicBezTo>
                    <a:pt x="7503" y="1877"/>
                    <a:pt x="7953" y="2661"/>
                    <a:pt x="8106" y="3532"/>
                  </a:cubicBezTo>
                  <a:cubicBezTo>
                    <a:pt x="8126" y="3666"/>
                    <a:pt x="8020" y="3800"/>
                    <a:pt x="7877" y="3800"/>
                  </a:cubicBezTo>
                  <a:lnTo>
                    <a:pt x="5331" y="3800"/>
                  </a:lnTo>
                  <a:cubicBezTo>
                    <a:pt x="5417" y="4020"/>
                    <a:pt x="5417" y="4269"/>
                    <a:pt x="5331" y="4489"/>
                  </a:cubicBezTo>
                  <a:lnTo>
                    <a:pt x="7877" y="4489"/>
                  </a:lnTo>
                  <a:cubicBezTo>
                    <a:pt x="8020" y="4489"/>
                    <a:pt x="8126" y="4623"/>
                    <a:pt x="8106" y="4767"/>
                  </a:cubicBezTo>
                  <a:cubicBezTo>
                    <a:pt x="7953" y="5628"/>
                    <a:pt x="7503" y="6413"/>
                    <a:pt x="6824" y="6978"/>
                  </a:cubicBezTo>
                  <a:cubicBezTo>
                    <a:pt x="6778" y="7016"/>
                    <a:pt x="6724" y="7035"/>
                    <a:pt x="6670" y="7035"/>
                  </a:cubicBezTo>
                  <a:cubicBezTo>
                    <a:pt x="6592" y="7035"/>
                    <a:pt x="6516" y="6994"/>
                    <a:pt x="6470" y="6920"/>
                  </a:cubicBezTo>
                  <a:lnTo>
                    <a:pt x="5197" y="4709"/>
                  </a:lnTo>
                  <a:cubicBezTo>
                    <a:pt x="5053" y="4891"/>
                    <a:pt x="4833" y="5016"/>
                    <a:pt x="4604" y="5054"/>
                  </a:cubicBezTo>
                  <a:lnTo>
                    <a:pt x="5877" y="7265"/>
                  </a:lnTo>
                  <a:cubicBezTo>
                    <a:pt x="5943" y="7380"/>
                    <a:pt x="5886" y="7542"/>
                    <a:pt x="5752" y="7590"/>
                  </a:cubicBezTo>
                  <a:cubicBezTo>
                    <a:pt x="5341" y="7748"/>
                    <a:pt x="4908" y="7827"/>
                    <a:pt x="4474" y="7827"/>
                  </a:cubicBezTo>
                  <a:cubicBezTo>
                    <a:pt x="4041" y="7827"/>
                    <a:pt x="3608" y="7748"/>
                    <a:pt x="3197" y="7590"/>
                  </a:cubicBezTo>
                  <a:cubicBezTo>
                    <a:pt x="3063" y="7542"/>
                    <a:pt x="3005" y="7380"/>
                    <a:pt x="3072" y="7265"/>
                  </a:cubicBezTo>
                  <a:lnTo>
                    <a:pt x="4355" y="5054"/>
                  </a:lnTo>
                  <a:cubicBezTo>
                    <a:pt x="4116" y="5016"/>
                    <a:pt x="3905" y="4891"/>
                    <a:pt x="3752" y="4709"/>
                  </a:cubicBezTo>
                  <a:lnTo>
                    <a:pt x="2479" y="6911"/>
                  </a:lnTo>
                  <a:cubicBezTo>
                    <a:pt x="2432" y="6987"/>
                    <a:pt x="2353" y="7027"/>
                    <a:pt x="2272" y="7027"/>
                  </a:cubicBezTo>
                  <a:cubicBezTo>
                    <a:pt x="2221" y="7027"/>
                    <a:pt x="2169" y="7011"/>
                    <a:pt x="2125" y="6978"/>
                  </a:cubicBezTo>
                  <a:cubicBezTo>
                    <a:pt x="1445" y="6413"/>
                    <a:pt x="996" y="5628"/>
                    <a:pt x="852" y="4757"/>
                  </a:cubicBezTo>
                  <a:cubicBezTo>
                    <a:pt x="823" y="4623"/>
                    <a:pt x="929" y="4489"/>
                    <a:pt x="1072" y="4489"/>
                  </a:cubicBezTo>
                  <a:lnTo>
                    <a:pt x="3627" y="4489"/>
                  </a:lnTo>
                  <a:cubicBezTo>
                    <a:pt x="3532" y="4269"/>
                    <a:pt x="3532" y="4020"/>
                    <a:pt x="3627" y="3800"/>
                  </a:cubicBezTo>
                  <a:lnTo>
                    <a:pt x="1072" y="3800"/>
                  </a:lnTo>
                  <a:cubicBezTo>
                    <a:pt x="929" y="3800"/>
                    <a:pt x="814" y="3666"/>
                    <a:pt x="843" y="3523"/>
                  </a:cubicBezTo>
                  <a:cubicBezTo>
                    <a:pt x="996" y="2652"/>
                    <a:pt x="1445" y="1867"/>
                    <a:pt x="2125" y="1312"/>
                  </a:cubicBezTo>
                  <a:cubicBezTo>
                    <a:pt x="2171" y="1273"/>
                    <a:pt x="2225" y="1255"/>
                    <a:pt x="2278" y="1255"/>
                  </a:cubicBezTo>
                  <a:cubicBezTo>
                    <a:pt x="2357" y="1255"/>
                    <a:pt x="2433" y="1295"/>
                    <a:pt x="2479" y="1369"/>
                  </a:cubicBezTo>
                  <a:lnTo>
                    <a:pt x="3752" y="3580"/>
                  </a:lnTo>
                  <a:cubicBezTo>
                    <a:pt x="3895" y="3389"/>
                    <a:pt x="4116" y="3264"/>
                    <a:pt x="4345" y="3236"/>
                  </a:cubicBezTo>
                  <a:lnTo>
                    <a:pt x="3072" y="1025"/>
                  </a:lnTo>
                  <a:cubicBezTo>
                    <a:pt x="3005" y="900"/>
                    <a:pt x="3063" y="747"/>
                    <a:pt x="3197" y="690"/>
                  </a:cubicBezTo>
                  <a:cubicBezTo>
                    <a:pt x="3608" y="537"/>
                    <a:pt x="4041" y="460"/>
                    <a:pt x="4474" y="460"/>
                  </a:cubicBezTo>
                  <a:close/>
                  <a:moveTo>
                    <a:pt x="4470" y="1"/>
                  </a:moveTo>
                  <a:cubicBezTo>
                    <a:pt x="2795" y="1"/>
                    <a:pt x="1283" y="1015"/>
                    <a:pt x="642" y="2566"/>
                  </a:cubicBezTo>
                  <a:cubicBezTo>
                    <a:pt x="0" y="4106"/>
                    <a:pt x="354" y="5896"/>
                    <a:pt x="1541" y="7073"/>
                  </a:cubicBezTo>
                  <a:cubicBezTo>
                    <a:pt x="2335" y="7867"/>
                    <a:pt x="3394" y="8288"/>
                    <a:pt x="4473" y="8288"/>
                  </a:cubicBezTo>
                  <a:cubicBezTo>
                    <a:pt x="5007" y="8288"/>
                    <a:pt x="5545" y="8185"/>
                    <a:pt x="6058" y="7973"/>
                  </a:cubicBezTo>
                  <a:cubicBezTo>
                    <a:pt x="7609" y="7332"/>
                    <a:pt x="8614" y="5820"/>
                    <a:pt x="8614" y="4145"/>
                  </a:cubicBezTo>
                  <a:cubicBezTo>
                    <a:pt x="8614" y="1857"/>
                    <a:pt x="6767" y="1"/>
                    <a:pt x="447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2" name="Google Shape;9022;p63"/>
            <p:cNvSpPr/>
            <p:nvPr/>
          </p:nvSpPr>
          <p:spPr>
            <a:xfrm>
              <a:off x="2390990" y="4408412"/>
              <a:ext cx="28177" cy="30934"/>
            </a:xfrm>
            <a:custGeom>
              <a:avLst/>
              <a:gdLst/>
              <a:ahLst/>
              <a:cxnLst/>
              <a:rect l="l" t="t" r="r" b="b"/>
              <a:pathLst>
                <a:path w="1073" h="1178" extrusionOk="0">
                  <a:moveTo>
                    <a:pt x="479" y="1"/>
                  </a:moveTo>
                  <a:lnTo>
                    <a:pt x="1" y="824"/>
                  </a:lnTo>
                  <a:cubicBezTo>
                    <a:pt x="230" y="862"/>
                    <a:pt x="450" y="986"/>
                    <a:pt x="594" y="1178"/>
                  </a:cubicBezTo>
                  <a:lnTo>
                    <a:pt x="1073" y="345"/>
                  </a:lnTo>
                  <a:cubicBezTo>
                    <a:pt x="900" y="192"/>
                    <a:pt x="690" y="77"/>
                    <a:pt x="47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3" name="Google Shape;9023;p63"/>
            <p:cNvSpPr/>
            <p:nvPr/>
          </p:nvSpPr>
          <p:spPr>
            <a:xfrm>
              <a:off x="2390990" y="4468731"/>
              <a:ext cx="28177" cy="30934"/>
            </a:xfrm>
            <a:custGeom>
              <a:avLst/>
              <a:gdLst/>
              <a:ahLst/>
              <a:cxnLst/>
              <a:rect l="l" t="t" r="r" b="b"/>
              <a:pathLst>
                <a:path w="1073" h="1178" extrusionOk="0">
                  <a:moveTo>
                    <a:pt x="594" y="0"/>
                  </a:moveTo>
                  <a:cubicBezTo>
                    <a:pt x="450" y="192"/>
                    <a:pt x="230" y="316"/>
                    <a:pt x="1" y="345"/>
                  </a:cubicBezTo>
                  <a:lnTo>
                    <a:pt x="479" y="1178"/>
                  </a:lnTo>
                  <a:cubicBezTo>
                    <a:pt x="690" y="1101"/>
                    <a:pt x="900" y="986"/>
                    <a:pt x="1073" y="833"/>
                  </a:cubicBezTo>
                  <a:lnTo>
                    <a:pt x="594"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4" name="Google Shape;9024;p63"/>
            <p:cNvSpPr/>
            <p:nvPr/>
          </p:nvSpPr>
          <p:spPr>
            <a:xfrm>
              <a:off x="2410081" y="4444861"/>
              <a:ext cx="26181" cy="18119"/>
            </a:xfrm>
            <a:custGeom>
              <a:avLst/>
              <a:gdLst/>
              <a:ahLst/>
              <a:cxnLst/>
              <a:rect l="l" t="t" r="r" b="b"/>
              <a:pathLst>
                <a:path w="997" h="690" extrusionOk="0">
                  <a:moveTo>
                    <a:pt x="1" y="0"/>
                  </a:moveTo>
                  <a:cubicBezTo>
                    <a:pt x="39" y="115"/>
                    <a:pt x="68" y="230"/>
                    <a:pt x="68" y="345"/>
                  </a:cubicBezTo>
                  <a:cubicBezTo>
                    <a:pt x="68" y="469"/>
                    <a:pt x="39" y="584"/>
                    <a:pt x="1" y="689"/>
                  </a:cubicBezTo>
                  <a:lnTo>
                    <a:pt x="958" y="689"/>
                  </a:lnTo>
                  <a:cubicBezTo>
                    <a:pt x="996" y="469"/>
                    <a:pt x="996" y="230"/>
                    <a:pt x="95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5" name="Google Shape;9025;p63"/>
            <p:cNvSpPr/>
            <p:nvPr/>
          </p:nvSpPr>
          <p:spPr>
            <a:xfrm>
              <a:off x="2338969" y="4444861"/>
              <a:ext cx="26155" cy="18119"/>
            </a:xfrm>
            <a:custGeom>
              <a:avLst/>
              <a:gdLst/>
              <a:ahLst/>
              <a:cxnLst/>
              <a:rect l="l" t="t" r="r" b="b"/>
              <a:pathLst>
                <a:path w="996" h="690" extrusionOk="0">
                  <a:moveTo>
                    <a:pt x="39" y="0"/>
                  </a:moveTo>
                  <a:cubicBezTo>
                    <a:pt x="1" y="230"/>
                    <a:pt x="1" y="460"/>
                    <a:pt x="39" y="689"/>
                  </a:cubicBezTo>
                  <a:lnTo>
                    <a:pt x="996" y="689"/>
                  </a:lnTo>
                  <a:cubicBezTo>
                    <a:pt x="958" y="584"/>
                    <a:pt x="929" y="469"/>
                    <a:pt x="929" y="345"/>
                  </a:cubicBezTo>
                  <a:cubicBezTo>
                    <a:pt x="929" y="230"/>
                    <a:pt x="958" y="115"/>
                    <a:pt x="99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6" name="Google Shape;9026;p63"/>
            <p:cNvSpPr/>
            <p:nvPr/>
          </p:nvSpPr>
          <p:spPr>
            <a:xfrm>
              <a:off x="2356065" y="4408412"/>
              <a:ext cx="28177" cy="30934"/>
            </a:xfrm>
            <a:custGeom>
              <a:avLst/>
              <a:gdLst/>
              <a:ahLst/>
              <a:cxnLst/>
              <a:rect l="l" t="t" r="r" b="b"/>
              <a:pathLst>
                <a:path w="1073" h="1178" extrusionOk="0">
                  <a:moveTo>
                    <a:pt x="594" y="1"/>
                  </a:moveTo>
                  <a:cubicBezTo>
                    <a:pt x="374" y="77"/>
                    <a:pt x="173" y="192"/>
                    <a:pt x="0" y="345"/>
                  </a:cubicBezTo>
                  <a:lnTo>
                    <a:pt x="479" y="1178"/>
                  </a:lnTo>
                  <a:cubicBezTo>
                    <a:pt x="622" y="986"/>
                    <a:pt x="833" y="862"/>
                    <a:pt x="1072" y="824"/>
                  </a:cubicBezTo>
                  <a:lnTo>
                    <a:pt x="594"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7" name="Google Shape;9027;p63"/>
            <p:cNvSpPr/>
            <p:nvPr/>
          </p:nvSpPr>
          <p:spPr>
            <a:xfrm>
              <a:off x="2356065" y="4468731"/>
              <a:ext cx="28177" cy="30934"/>
            </a:xfrm>
            <a:custGeom>
              <a:avLst/>
              <a:gdLst/>
              <a:ahLst/>
              <a:cxnLst/>
              <a:rect l="l" t="t" r="r" b="b"/>
              <a:pathLst>
                <a:path w="1073" h="1178" extrusionOk="0">
                  <a:moveTo>
                    <a:pt x="479" y="0"/>
                  </a:moveTo>
                  <a:lnTo>
                    <a:pt x="0" y="833"/>
                  </a:lnTo>
                  <a:cubicBezTo>
                    <a:pt x="173" y="986"/>
                    <a:pt x="374" y="1101"/>
                    <a:pt x="594" y="1178"/>
                  </a:cubicBezTo>
                  <a:lnTo>
                    <a:pt x="1072" y="345"/>
                  </a:lnTo>
                  <a:cubicBezTo>
                    <a:pt x="833" y="316"/>
                    <a:pt x="622" y="192"/>
                    <a:pt x="47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8" name="Google Shape;9028;p63"/>
            <p:cNvSpPr/>
            <p:nvPr/>
          </p:nvSpPr>
          <p:spPr>
            <a:xfrm>
              <a:off x="2338969" y="4417708"/>
              <a:ext cx="84977" cy="72583"/>
            </a:xfrm>
            <a:custGeom>
              <a:avLst/>
              <a:gdLst/>
              <a:ahLst/>
              <a:cxnLst/>
              <a:rect l="l" t="t" r="r" b="b"/>
              <a:pathLst>
                <a:path w="3236" h="2764" extrusionOk="0">
                  <a:moveTo>
                    <a:pt x="1850" y="919"/>
                  </a:moveTo>
                  <a:cubicBezTo>
                    <a:pt x="2089" y="919"/>
                    <a:pt x="2317" y="1101"/>
                    <a:pt x="2317" y="1379"/>
                  </a:cubicBezTo>
                  <a:cubicBezTo>
                    <a:pt x="2307" y="1637"/>
                    <a:pt x="2106" y="1838"/>
                    <a:pt x="1848" y="1838"/>
                  </a:cubicBezTo>
                  <a:lnTo>
                    <a:pt x="1848" y="1848"/>
                  </a:lnTo>
                  <a:cubicBezTo>
                    <a:pt x="1436" y="1848"/>
                    <a:pt x="1235" y="1350"/>
                    <a:pt x="1522" y="1053"/>
                  </a:cubicBezTo>
                  <a:cubicBezTo>
                    <a:pt x="1618" y="960"/>
                    <a:pt x="1736" y="919"/>
                    <a:pt x="1850" y="919"/>
                  </a:cubicBezTo>
                  <a:close/>
                  <a:moveTo>
                    <a:pt x="1848" y="1"/>
                  </a:moveTo>
                  <a:cubicBezTo>
                    <a:pt x="623" y="1"/>
                    <a:pt x="1" y="1494"/>
                    <a:pt x="871" y="2355"/>
                  </a:cubicBezTo>
                  <a:cubicBezTo>
                    <a:pt x="1154" y="2637"/>
                    <a:pt x="1501" y="2764"/>
                    <a:pt x="1842" y="2764"/>
                  </a:cubicBezTo>
                  <a:cubicBezTo>
                    <a:pt x="2553" y="2764"/>
                    <a:pt x="3235" y="2213"/>
                    <a:pt x="3235" y="1379"/>
                  </a:cubicBezTo>
                  <a:cubicBezTo>
                    <a:pt x="3235" y="623"/>
                    <a:pt x="2613" y="1"/>
                    <a:pt x="1848" y="1"/>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9" name="Google Shape;9029;p63"/>
            <p:cNvSpPr/>
            <p:nvPr/>
          </p:nvSpPr>
          <p:spPr>
            <a:xfrm>
              <a:off x="2355303" y="4429787"/>
              <a:ext cx="56564" cy="48423"/>
            </a:xfrm>
            <a:custGeom>
              <a:avLst/>
              <a:gdLst/>
              <a:ahLst/>
              <a:cxnLst/>
              <a:rect l="l" t="t" r="r" b="b"/>
              <a:pathLst>
                <a:path w="2154" h="1844" extrusionOk="0">
                  <a:moveTo>
                    <a:pt x="1228" y="459"/>
                  </a:moveTo>
                  <a:cubicBezTo>
                    <a:pt x="1467" y="459"/>
                    <a:pt x="1695" y="641"/>
                    <a:pt x="1695" y="919"/>
                  </a:cubicBezTo>
                  <a:cubicBezTo>
                    <a:pt x="1685" y="1177"/>
                    <a:pt x="1484" y="1378"/>
                    <a:pt x="1226" y="1378"/>
                  </a:cubicBezTo>
                  <a:lnTo>
                    <a:pt x="1226" y="1388"/>
                  </a:lnTo>
                  <a:cubicBezTo>
                    <a:pt x="814" y="1388"/>
                    <a:pt x="613" y="890"/>
                    <a:pt x="900" y="593"/>
                  </a:cubicBezTo>
                  <a:cubicBezTo>
                    <a:pt x="996" y="500"/>
                    <a:pt x="1114" y="459"/>
                    <a:pt x="1228" y="459"/>
                  </a:cubicBezTo>
                  <a:close/>
                  <a:moveTo>
                    <a:pt x="1226" y="0"/>
                  </a:moveTo>
                  <a:cubicBezTo>
                    <a:pt x="412" y="0"/>
                    <a:pt x="1" y="995"/>
                    <a:pt x="575" y="1570"/>
                  </a:cubicBezTo>
                  <a:cubicBezTo>
                    <a:pt x="764" y="1759"/>
                    <a:pt x="996" y="1843"/>
                    <a:pt x="1224" y="1843"/>
                  </a:cubicBezTo>
                  <a:cubicBezTo>
                    <a:pt x="1699" y="1843"/>
                    <a:pt x="2154" y="1475"/>
                    <a:pt x="2154" y="919"/>
                  </a:cubicBezTo>
                  <a:cubicBezTo>
                    <a:pt x="2154" y="412"/>
                    <a:pt x="1742" y="0"/>
                    <a:pt x="1226" y="0"/>
                  </a:cubicBezTo>
                  <a:close/>
                </a:path>
              </a:pathLst>
            </a:custGeom>
            <a:solidFill>
              <a:srgbClr val="9BAB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30" name="Google Shape;9030;p63"/>
          <p:cNvGrpSpPr/>
          <p:nvPr/>
        </p:nvGrpSpPr>
        <p:grpSpPr>
          <a:xfrm>
            <a:off x="3116092" y="4167685"/>
            <a:ext cx="297342" cy="258871"/>
            <a:chOff x="3130367" y="4324485"/>
            <a:chExt cx="297342" cy="258871"/>
          </a:xfrm>
        </p:grpSpPr>
        <p:sp>
          <p:nvSpPr>
            <p:cNvPr id="9031" name="Google Shape;9031;p63"/>
            <p:cNvSpPr/>
            <p:nvPr/>
          </p:nvSpPr>
          <p:spPr>
            <a:xfrm>
              <a:off x="3130367" y="4391579"/>
              <a:ext cx="297342" cy="191777"/>
            </a:xfrm>
            <a:custGeom>
              <a:avLst/>
              <a:gdLst/>
              <a:ahLst/>
              <a:cxnLst/>
              <a:rect l="l" t="t" r="r" b="b"/>
              <a:pathLst>
                <a:path w="11323" h="7303" extrusionOk="0">
                  <a:moveTo>
                    <a:pt x="364" y="0"/>
                  </a:moveTo>
                  <a:cubicBezTo>
                    <a:pt x="163" y="0"/>
                    <a:pt x="0" y="163"/>
                    <a:pt x="0" y="364"/>
                  </a:cubicBezTo>
                  <a:lnTo>
                    <a:pt x="0" y="6939"/>
                  </a:lnTo>
                  <a:cubicBezTo>
                    <a:pt x="0" y="7140"/>
                    <a:pt x="163" y="7302"/>
                    <a:pt x="364" y="7302"/>
                  </a:cubicBezTo>
                  <a:lnTo>
                    <a:pt x="10958" y="7302"/>
                  </a:lnTo>
                  <a:cubicBezTo>
                    <a:pt x="11159" y="7302"/>
                    <a:pt x="11322" y="7140"/>
                    <a:pt x="11322" y="6939"/>
                  </a:cubicBezTo>
                  <a:lnTo>
                    <a:pt x="11322" y="364"/>
                  </a:lnTo>
                  <a:cubicBezTo>
                    <a:pt x="11322" y="163"/>
                    <a:pt x="11159" y="0"/>
                    <a:pt x="10958" y="0"/>
                  </a:cubicBezTo>
                  <a:close/>
                </a:path>
              </a:pathLst>
            </a:custGeom>
            <a:solidFill>
              <a:srgbClr val="E8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2" name="Google Shape;9032;p63"/>
            <p:cNvSpPr/>
            <p:nvPr/>
          </p:nvSpPr>
          <p:spPr>
            <a:xfrm>
              <a:off x="3130367" y="4391579"/>
              <a:ext cx="297342" cy="14601"/>
            </a:xfrm>
            <a:custGeom>
              <a:avLst/>
              <a:gdLst/>
              <a:ahLst/>
              <a:cxnLst/>
              <a:rect l="l" t="t" r="r" b="b"/>
              <a:pathLst>
                <a:path w="11323" h="556" extrusionOk="0">
                  <a:moveTo>
                    <a:pt x="364" y="0"/>
                  </a:moveTo>
                  <a:cubicBezTo>
                    <a:pt x="163" y="0"/>
                    <a:pt x="0" y="163"/>
                    <a:pt x="0" y="364"/>
                  </a:cubicBezTo>
                  <a:lnTo>
                    <a:pt x="0" y="555"/>
                  </a:lnTo>
                  <a:lnTo>
                    <a:pt x="11322" y="555"/>
                  </a:lnTo>
                  <a:lnTo>
                    <a:pt x="11322" y="364"/>
                  </a:lnTo>
                  <a:cubicBezTo>
                    <a:pt x="11322" y="163"/>
                    <a:pt x="11159" y="0"/>
                    <a:pt x="10958" y="0"/>
                  </a:cubicBezTo>
                  <a:close/>
                </a:path>
              </a:pathLst>
            </a:custGeom>
            <a:solidFill>
              <a:srgbClr val="D1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3" name="Google Shape;9033;p63"/>
            <p:cNvSpPr/>
            <p:nvPr/>
          </p:nvSpPr>
          <p:spPr>
            <a:xfrm>
              <a:off x="3159279" y="4430024"/>
              <a:ext cx="95770" cy="124682"/>
            </a:xfrm>
            <a:custGeom>
              <a:avLst/>
              <a:gdLst/>
              <a:ahLst/>
              <a:cxnLst/>
              <a:rect l="l" t="t" r="r" b="b"/>
              <a:pathLst>
                <a:path w="3647" h="4748" extrusionOk="0">
                  <a:moveTo>
                    <a:pt x="182" y="1"/>
                  </a:moveTo>
                  <a:cubicBezTo>
                    <a:pt x="77" y="1"/>
                    <a:pt x="0" y="77"/>
                    <a:pt x="0" y="182"/>
                  </a:cubicBezTo>
                  <a:lnTo>
                    <a:pt x="0" y="4566"/>
                  </a:lnTo>
                  <a:cubicBezTo>
                    <a:pt x="0" y="4661"/>
                    <a:pt x="77" y="4747"/>
                    <a:pt x="182" y="4747"/>
                  </a:cubicBezTo>
                  <a:lnTo>
                    <a:pt x="3465" y="4747"/>
                  </a:lnTo>
                  <a:cubicBezTo>
                    <a:pt x="3570" y="4747"/>
                    <a:pt x="3646" y="4661"/>
                    <a:pt x="3646" y="4566"/>
                  </a:cubicBezTo>
                  <a:lnTo>
                    <a:pt x="3646" y="182"/>
                  </a:lnTo>
                  <a:cubicBezTo>
                    <a:pt x="3646" y="77"/>
                    <a:pt x="3570" y="1"/>
                    <a:pt x="3465" y="1"/>
                  </a:cubicBezTo>
                  <a:close/>
                </a:path>
              </a:pathLst>
            </a:custGeom>
            <a:solidFill>
              <a:srgbClr val="B4BE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4" name="Google Shape;9034;p63"/>
            <p:cNvSpPr/>
            <p:nvPr/>
          </p:nvSpPr>
          <p:spPr>
            <a:xfrm>
              <a:off x="3279156" y="4430024"/>
              <a:ext cx="119903" cy="23897"/>
            </a:xfrm>
            <a:custGeom>
              <a:avLst/>
              <a:gdLst/>
              <a:ahLst/>
              <a:cxnLst/>
              <a:rect l="l" t="t" r="r" b="b"/>
              <a:pathLst>
                <a:path w="4566" h="910" extrusionOk="0">
                  <a:moveTo>
                    <a:pt x="182" y="1"/>
                  </a:moveTo>
                  <a:cubicBezTo>
                    <a:pt x="86" y="1"/>
                    <a:pt x="0" y="77"/>
                    <a:pt x="0" y="182"/>
                  </a:cubicBezTo>
                  <a:lnTo>
                    <a:pt x="0" y="728"/>
                  </a:lnTo>
                  <a:cubicBezTo>
                    <a:pt x="0" y="833"/>
                    <a:pt x="86" y="910"/>
                    <a:pt x="182" y="910"/>
                  </a:cubicBezTo>
                  <a:lnTo>
                    <a:pt x="4383" y="910"/>
                  </a:lnTo>
                  <a:cubicBezTo>
                    <a:pt x="4489" y="910"/>
                    <a:pt x="4565" y="833"/>
                    <a:pt x="4565" y="728"/>
                  </a:cubicBezTo>
                  <a:lnTo>
                    <a:pt x="4565" y="182"/>
                  </a:lnTo>
                  <a:cubicBezTo>
                    <a:pt x="4565" y="77"/>
                    <a:pt x="4489" y="1"/>
                    <a:pt x="4383" y="1"/>
                  </a:cubicBezTo>
                  <a:close/>
                </a:path>
              </a:pathLst>
            </a:custGeom>
            <a:solidFill>
              <a:srgbClr val="A9B7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5" name="Google Shape;9035;p63"/>
            <p:cNvSpPr/>
            <p:nvPr/>
          </p:nvSpPr>
          <p:spPr>
            <a:xfrm>
              <a:off x="3279156" y="4468232"/>
              <a:ext cx="90991" cy="19380"/>
            </a:xfrm>
            <a:custGeom>
              <a:avLst/>
              <a:gdLst/>
              <a:ahLst/>
              <a:cxnLst/>
              <a:rect l="l" t="t" r="r" b="b"/>
              <a:pathLst>
                <a:path w="3465" h="738" extrusionOk="0">
                  <a:moveTo>
                    <a:pt x="182" y="0"/>
                  </a:moveTo>
                  <a:cubicBezTo>
                    <a:pt x="77" y="0"/>
                    <a:pt x="0" y="86"/>
                    <a:pt x="0" y="182"/>
                  </a:cubicBezTo>
                  <a:lnTo>
                    <a:pt x="0" y="546"/>
                  </a:lnTo>
                  <a:cubicBezTo>
                    <a:pt x="0" y="651"/>
                    <a:pt x="77" y="737"/>
                    <a:pt x="182" y="737"/>
                  </a:cubicBezTo>
                  <a:lnTo>
                    <a:pt x="3283" y="737"/>
                  </a:lnTo>
                  <a:cubicBezTo>
                    <a:pt x="3388" y="737"/>
                    <a:pt x="3465" y="651"/>
                    <a:pt x="3465" y="546"/>
                  </a:cubicBezTo>
                  <a:lnTo>
                    <a:pt x="3465" y="182"/>
                  </a:lnTo>
                  <a:cubicBezTo>
                    <a:pt x="3465" y="86"/>
                    <a:pt x="3388" y="0"/>
                    <a:pt x="3283" y="0"/>
                  </a:cubicBezTo>
                  <a:close/>
                </a:path>
              </a:pathLst>
            </a:custGeom>
            <a:solidFill>
              <a:srgbClr val="92A1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6" name="Google Shape;9036;p63"/>
            <p:cNvSpPr/>
            <p:nvPr/>
          </p:nvSpPr>
          <p:spPr>
            <a:xfrm>
              <a:off x="3277896" y="4501897"/>
              <a:ext cx="60687" cy="9585"/>
            </a:xfrm>
            <a:custGeom>
              <a:avLst/>
              <a:gdLst/>
              <a:ahLst/>
              <a:cxnLst/>
              <a:rect l="l" t="t" r="r" b="b"/>
              <a:pathLst>
                <a:path w="2311" h="365" extrusionOk="0">
                  <a:moveTo>
                    <a:pt x="2067" y="0"/>
                  </a:moveTo>
                  <a:cubicBezTo>
                    <a:pt x="2061" y="0"/>
                    <a:pt x="2055" y="0"/>
                    <a:pt x="2048" y="1"/>
                  </a:cubicBezTo>
                  <a:lnTo>
                    <a:pt x="230" y="1"/>
                  </a:lnTo>
                  <a:cubicBezTo>
                    <a:pt x="0" y="20"/>
                    <a:pt x="0" y="345"/>
                    <a:pt x="230" y="364"/>
                  </a:cubicBezTo>
                  <a:lnTo>
                    <a:pt x="2048" y="364"/>
                  </a:lnTo>
                  <a:cubicBezTo>
                    <a:pt x="2055" y="365"/>
                    <a:pt x="2061" y="365"/>
                    <a:pt x="2067" y="365"/>
                  </a:cubicBezTo>
                  <a:cubicBezTo>
                    <a:pt x="2310" y="365"/>
                    <a:pt x="2310" y="0"/>
                    <a:pt x="2067"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7" name="Google Shape;9037;p63"/>
            <p:cNvSpPr/>
            <p:nvPr/>
          </p:nvSpPr>
          <p:spPr>
            <a:xfrm>
              <a:off x="3344150" y="4501897"/>
              <a:ext cx="32878" cy="9585"/>
            </a:xfrm>
            <a:custGeom>
              <a:avLst/>
              <a:gdLst/>
              <a:ahLst/>
              <a:cxnLst/>
              <a:rect l="l" t="t" r="r" b="b"/>
              <a:pathLst>
                <a:path w="1252" h="365" extrusionOk="0">
                  <a:moveTo>
                    <a:pt x="244" y="0"/>
                  </a:moveTo>
                  <a:cubicBezTo>
                    <a:pt x="0" y="0"/>
                    <a:pt x="0" y="365"/>
                    <a:pt x="244" y="365"/>
                  </a:cubicBezTo>
                  <a:cubicBezTo>
                    <a:pt x="250" y="365"/>
                    <a:pt x="256" y="365"/>
                    <a:pt x="262" y="364"/>
                  </a:cubicBezTo>
                  <a:lnTo>
                    <a:pt x="990" y="364"/>
                  </a:lnTo>
                  <a:cubicBezTo>
                    <a:pt x="996" y="365"/>
                    <a:pt x="1002" y="365"/>
                    <a:pt x="1008" y="365"/>
                  </a:cubicBezTo>
                  <a:cubicBezTo>
                    <a:pt x="1251" y="365"/>
                    <a:pt x="1251" y="0"/>
                    <a:pt x="1008" y="0"/>
                  </a:cubicBezTo>
                  <a:cubicBezTo>
                    <a:pt x="1002" y="0"/>
                    <a:pt x="996" y="0"/>
                    <a:pt x="990" y="1"/>
                  </a:cubicBezTo>
                  <a:lnTo>
                    <a:pt x="262" y="1"/>
                  </a:lnTo>
                  <a:cubicBezTo>
                    <a:pt x="256" y="0"/>
                    <a:pt x="250" y="0"/>
                    <a:pt x="244" y="0"/>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8" name="Google Shape;9038;p63"/>
            <p:cNvSpPr/>
            <p:nvPr/>
          </p:nvSpPr>
          <p:spPr>
            <a:xfrm>
              <a:off x="3277896" y="4530810"/>
              <a:ext cx="21376" cy="9559"/>
            </a:xfrm>
            <a:custGeom>
              <a:avLst/>
              <a:gdLst/>
              <a:ahLst/>
              <a:cxnLst/>
              <a:rect l="l" t="t" r="r" b="b"/>
              <a:pathLst>
                <a:path w="814" h="364" extrusionOk="0">
                  <a:moveTo>
                    <a:pt x="230" y="0"/>
                  </a:moveTo>
                  <a:cubicBezTo>
                    <a:pt x="0" y="19"/>
                    <a:pt x="0" y="345"/>
                    <a:pt x="230" y="364"/>
                  </a:cubicBezTo>
                  <a:lnTo>
                    <a:pt x="594" y="364"/>
                  </a:lnTo>
                  <a:cubicBezTo>
                    <a:pt x="814" y="345"/>
                    <a:pt x="814" y="19"/>
                    <a:pt x="594"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9" name="Google Shape;9039;p63"/>
            <p:cNvSpPr/>
            <p:nvPr/>
          </p:nvSpPr>
          <p:spPr>
            <a:xfrm>
              <a:off x="3306782" y="4530757"/>
              <a:ext cx="50892" cy="9637"/>
            </a:xfrm>
            <a:custGeom>
              <a:avLst/>
              <a:gdLst/>
              <a:ahLst/>
              <a:cxnLst/>
              <a:rect l="l" t="t" r="r" b="b"/>
              <a:pathLst>
                <a:path w="1938" h="367" extrusionOk="0">
                  <a:moveTo>
                    <a:pt x="1710" y="1"/>
                  </a:moveTo>
                  <a:cubicBezTo>
                    <a:pt x="1702" y="1"/>
                    <a:pt x="1694" y="1"/>
                    <a:pt x="1685" y="2"/>
                  </a:cubicBezTo>
                  <a:lnTo>
                    <a:pt x="221" y="2"/>
                  </a:lnTo>
                  <a:cubicBezTo>
                    <a:pt x="1" y="21"/>
                    <a:pt x="1" y="347"/>
                    <a:pt x="221" y="366"/>
                  </a:cubicBezTo>
                  <a:lnTo>
                    <a:pt x="1685" y="366"/>
                  </a:lnTo>
                  <a:cubicBezTo>
                    <a:pt x="1691" y="366"/>
                    <a:pt x="1697" y="367"/>
                    <a:pt x="1702" y="367"/>
                  </a:cubicBezTo>
                  <a:cubicBezTo>
                    <a:pt x="1935" y="367"/>
                    <a:pt x="1938" y="1"/>
                    <a:pt x="1710" y="1"/>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0" name="Google Shape;9040;p63"/>
            <p:cNvSpPr/>
            <p:nvPr/>
          </p:nvSpPr>
          <p:spPr>
            <a:xfrm>
              <a:off x="3277055" y="4549874"/>
              <a:ext cx="23083" cy="9611"/>
            </a:xfrm>
            <a:custGeom>
              <a:avLst/>
              <a:gdLst/>
              <a:ahLst/>
              <a:cxnLst/>
              <a:rect l="l" t="t" r="r" b="b"/>
              <a:pathLst>
                <a:path w="879" h="366" extrusionOk="0">
                  <a:moveTo>
                    <a:pt x="244" y="1"/>
                  </a:moveTo>
                  <a:cubicBezTo>
                    <a:pt x="0" y="1"/>
                    <a:pt x="0" y="366"/>
                    <a:pt x="244" y="366"/>
                  </a:cubicBezTo>
                  <a:cubicBezTo>
                    <a:pt x="250" y="366"/>
                    <a:pt x="256" y="366"/>
                    <a:pt x="262" y="365"/>
                  </a:cubicBezTo>
                  <a:lnTo>
                    <a:pt x="626" y="365"/>
                  </a:lnTo>
                  <a:cubicBezTo>
                    <a:pt x="632" y="366"/>
                    <a:pt x="637" y="366"/>
                    <a:pt x="643" y="366"/>
                  </a:cubicBezTo>
                  <a:cubicBezTo>
                    <a:pt x="878" y="366"/>
                    <a:pt x="878" y="1"/>
                    <a:pt x="643" y="1"/>
                  </a:cubicBezTo>
                  <a:cubicBezTo>
                    <a:pt x="637" y="1"/>
                    <a:pt x="632" y="1"/>
                    <a:pt x="626" y="2"/>
                  </a:cubicBezTo>
                  <a:lnTo>
                    <a:pt x="262" y="2"/>
                  </a:lnTo>
                  <a:cubicBezTo>
                    <a:pt x="256" y="1"/>
                    <a:pt x="250" y="1"/>
                    <a:pt x="24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1" name="Google Shape;9041;p63"/>
            <p:cNvSpPr/>
            <p:nvPr/>
          </p:nvSpPr>
          <p:spPr>
            <a:xfrm>
              <a:off x="3305705" y="4549874"/>
              <a:ext cx="51969" cy="9611"/>
            </a:xfrm>
            <a:custGeom>
              <a:avLst/>
              <a:gdLst/>
              <a:ahLst/>
              <a:cxnLst/>
              <a:rect l="l" t="t" r="r" b="b"/>
              <a:pathLst>
                <a:path w="1979" h="366" extrusionOk="0">
                  <a:moveTo>
                    <a:pt x="244" y="1"/>
                  </a:moveTo>
                  <a:cubicBezTo>
                    <a:pt x="0" y="1"/>
                    <a:pt x="0" y="366"/>
                    <a:pt x="244" y="366"/>
                  </a:cubicBezTo>
                  <a:cubicBezTo>
                    <a:pt x="250" y="366"/>
                    <a:pt x="256" y="366"/>
                    <a:pt x="262" y="365"/>
                  </a:cubicBezTo>
                  <a:lnTo>
                    <a:pt x="1726" y="365"/>
                  </a:lnTo>
                  <a:cubicBezTo>
                    <a:pt x="1732" y="366"/>
                    <a:pt x="1738" y="366"/>
                    <a:pt x="1744" y="366"/>
                  </a:cubicBezTo>
                  <a:cubicBezTo>
                    <a:pt x="1979" y="366"/>
                    <a:pt x="1979" y="1"/>
                    <a:pt x="1744" y="1"/>
                  </a:cubicBezTo>
                  <a:cubicBezTo>
                    <a:pt x="1738" y="1"/>
                    <a:pt x="1732" y="1"/>
                    <a:pt x="1726" y="2"/>
                  </a:cubicBezTo>
                  <a:lnTo>
                    <a:pt x="262" y="2"/>
                  </a:lnTo>
                  <a:cubicBezTo>
                    <a:pt x="256" y="1"/>
                    <a:pt x="250" y="1"/>
                    <a:pt x="244" y="1"/>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2" name="Google Shape;9042;p63"/>
            <p:cNvSpPr/>
            <p:nvPr/>
          </p:nvSpPr>
          <p:spPr>
            <a:xfrm>
              <a:off x="3255259" y="4324485"/>
              <a:ext cx="47531" cy="86474"/>
            </a:xfrm>
            <a:custGeom>
              <a:avLst/>
              <a:gdLst/>
              <a:ahLst/>
              <a:cxnLst/>
              <a:rect l="l" t="t" r="r" b="b"/>
              <a:pathLst>
                <a:path w="1810" h="3293" extrusionOk="0">
                  <a:moveTo>
                    <a:pt x="202" y="0"/>
                  </a:moveTo>
                  <a:cubicBezTo>
                    <a:pt x="87" y="0"/>
                    <a:pt x="1" y="96"/>
                    <a:pt x="20" y="201"/>
                  </a:cubicBezTo>
                  <a:lnTo>
                    <a:pt x="336" y="3130"/>
                  </a:lnTo>
                  <a:cubicBezTo>
                    <a:pt x="345" y="3216"/>
                    <a:pt x="432" y="3292"/>
                    <a:pt x="518" y="3292"/>
                  </a:cubicBezTo>
                  <a:lnTo>
                    <a:pt x="1293" y="3292"/>
                  </a:lnTo>
                  <a:cubicBezTo>
                    <a:pt x="1379" y="3292"/>
                    <a:pt x="1465" y="3216"/>
                    <a:pt x="1475" y="3130"/>
                  </a:cubicBezTo>
                  <a:lnTo>
                    <a:pt x="1800" y="201"/>
                  </a:lnTo>
                  <a:cubicBezTo>
                    <a:pt x="1810" y="96"/>
                    <a:pt x="1724" y="0"/>
                    <a:pt x="1618"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3" name="Google Shape;9043;p63"/>
            <p:cNvSpPr/>
            <p:nvPr/>
          </p:nvSpPr>
          <p:spPr>
            <a:xfrm>
              <a:off x="3178370" y="4492365"/>
              <a:ext cx="57562" cy="62341"/>
            </a:xfrm>
            <a:custGeom>
              <a:avLst/>
              <a:gdLst/>
              <a:ahLst/>
              <a:cxnLst/>
              <a:rect l="l" t="t" r="r" b="b"/>
              <a:pathLst>
                <a:path w="2192" h="2374" extrusionOk="0">
                  <a:moveTo>
                    <a:pt x="728" y="0"/>
                  </a:moveTo>
                  <a:lnTo>
                    <a:pt x="728" y="364"/>
                  </a:lnTo>
                  <a:cubicBezTo>
                    <a:pt x="728" y="440"/>
                    <a:pt x="689" y="498"/>
                    <a:pt x="632" y="536"/>
                  </a:cubicBezTo>
                  <a:lnTo>
                    <a:pt x="211" y="746"/>
                  </a:lnTo>
                  <a:cubicBezTo>
                    <a:pt x="87" y="804"/>
                    <a:pt x="0" y="928"/>
                    <a:pt x="0" y="1072"/>
                  </a:cubicBezTo>
                  <a:lnTo>
                    <a:pt x="0" y="2373"/>
                  </a:lnTo>
                  <a:lnTo>
                    <a:pt x="2192" y="2373"/>
                  </a:lnTo>
                  <a:lnTo>
                    <a:pt x="2192" y="1072"/>
                  </a:lnTo>
                  <a:cubicBezTo>
                    <a:pt x="2192" y="928"/>
                    <a:pt x="2115" y="804"/>
                    <a:pt x="1991" y="746"/>
                  </a:cubicBezTo>
                  <a:lnTo>
                    <a:pt x="1560" y="536"/>
                  </a:lnTo>
                  <a:cubicBezTo>
                    <a:pt x="1503" y="498"/>
                    <a:pt x="1465" y="440"/>
                    <a:pt x="1465" y="364"/>
                  </a:cubicBezTo>
                  <a:lnTo>
                    <a:pt x="1465" y="0"/>
                  </a:ln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4" name="Google Shape;9044;p63"/>
            <p:cNvSpPr/>
            <p:nvPr/>
          </p:nvSpPr>
          <p:spPr>
            <a:xfrm>
              <a:off x="3196726" y="4492365"/>
              <a:ext cx="20877" cy="14390"/>
            </a:xfrm>
            <a:custGeom>
              <a:avLst/>
              <a:gdLst/>
              <a:ahLst/>
              <a:cxnLst/>
              <a:rect l="l" t="t" r="r" b="b"/>
              <a:pathLst>
                <a:path w="795" h="548" extrusionOk="0">
                  <a:moveTo>
                    <a:pt x="29" y="0"/>
                  </a:moveTo>
                  <a:lnTo>
                    <a:pt x="29" y="364"/>
                  </a:lnTo>
                  <a:cubicBezTo>
                    <a:pt x="29" y="402"/>
                    <a:pt x="19" y="440"/>
                    <a:pt x="0" y="469"/>
                  </a:cubicBezTo>
                  <a:cubicBezTo>
                    <a:pt x="124" y="522"/>
                    <a:pt x="258" y="548"/>
                    <a:pt x="394" y="548"/>
                  </a:cubicBezTo>
                  <a:cubicBezTo>
                    <a:pt x="529" y="548"/>
                    <a:pt x="665" y="522"/>
                    <a:pt x="794" y="469"/>
                  </a:cubicBezTo>
                  <a:cubicBezTo>
                    <a:pt x="775" y="440"/>
                    <a:pt x="766" y="402"/>
                    <a:pt x="766" y="364"/>
                  </a:cubicBezTo>
                  <a:lnTo>
                    <a:pt x="766" y="0"/>
                  </a:lnTo>
                  <a:close/>
                </a:path>
              </a:pathLst>
            </a:custGeom>
            <a:solidFill>
              <a:srgbClr val="9BA9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5" name="Google Shape;9045;p63"/>
            <p:cNvSpPr/>
            <p:nvPr/>
          </p:nvSpPr>
          <p:spPr>
            <a:xfrm>
              <a:off x="3178370" y="4507438"/>
              <a:ext cx="57562" cy="47268"/>
            </a:xfrm>
            <a:custGeom>
              <a:avLst/>
              <a:gdLst/>
              <a:ahLst/>
              <a:cxnLst/>
              <a:rect l="l" t="t" r="r" b="b"/>
              <a:pathLst>
                <a:path w="2192" h="1800" extrusionOk="0">
                  <a:moveTo>
                    <a:pt x="536" y="0"/>
                  </a:moveTo>
                  <a:lnTo>
                    <a:pt x="211" y="172"/>
                  </a:lnTo>
                  <a:cubicBezTo>
                    <a:pt x="87" y="230"/>
                    <a:pt x="0" y="354"/>
                    <a:pt x="0" y="498"/>
                  </a:cubicBezTo>
                  <a:lnTo>
                    <a:pt x="0" y="1799"/>
                  </a:lnTo>
                  <a:lnTo>
                    <a:pt x="2192" y="1799"/>
                  </a:lnTo>
                  <a:lnTo>
                    <a:pt x="2192" y="498"/>
                  </a:lnTo>
                  <a:cubicBezTo>
                    <a:pt x="2192" y="354"/>
                    <a:pt x="2115" y="230"/>
                    <a:pt x="1991" y="172"/>
                  </a:cubicBezTo>
                  <a:lnTo>
                    <a:pt x="1656" y="0"/>
                  </a:lnTo>
                  <a:cubicBezTo>
                    <a:pt x="1513" y="182"/>
                    <a:pt x="1304" y="273"/>
                    <a:pt x="1096" y="273"/>
                  </a:cubicBezTo>
                  <a:cubicBezTo>
                    <a:pt x="888" y="273"/>
                    <a:pt x="680" y="182"/>
                    <a:pt x="536"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6" name="Google Shape;9046;p63"/>
            <p:cNvSpPr/>
            <p:nvPr/>
          </p:nvSpPr>
          <p:spPr>
            <a:xfrm>
              <a:off x="3178370" y="4515973"/>
              <a:ext cx="14338" cy="38733"/>
            </a:xfrm>
            <a:custGeom>
              <a:avLst/>
              <a:gdLst/>
              <a:ahLst/>
              <a:cxnLst/>
              <a:rect l="l" t="t" r="r" b="b"/>
              <a:pathLst>
                <a:path w="546" h="1475" extrusionOk="0">
                  <a:moveTo>
                    <a:pt x="39" y="1"/>
                  </a:moveTo>
                  <a:cubicBezTo>
                    <a:pt x="10" y="48"/>
                    <a:pt x="0" y="106"/>
                    <a:pt x="0" y="173"/>
                  </a:cubicBezTo>
                  <a:lnTo>
                    <a:pt x="0" y="1474"/>
                  </a:lnTo>
                  <a:lnTo>
                    <a:pt x="546" y="1474"/>
                  </a:lnTo>
                  <a:lnTo>
                    <a:pt x="546" y="565"/>
                  </a:lnTo>
                  <a:cubicBezTo>
                    <a:pt x="546" y="441"/>
                    <a:pt x="488" y="336"/>
                    <a:pt x="402" y="269"/>
                  </a:cubicBezTo>
                  <a:lnTo>
                    <a:pt x="39" y="1"/>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7" name="Google Shape;9047;p63"/>
            <p:cNvSpPr/>
            <p:nvPr/>
          </p:nvSpPr>
          <p:spPr>
            <a:xfrm>
              <a:off x="3221594" y="4515973"/>
              <a:ext cx="14338" cy="38733"/>
            </a:xfrm>
            <a:custGeom>
              <a:avLst/>
              <a:gdLst/>
              <a:ahLst/>
              <a:cxnLst/>
              <a:rect l="l" t="t" r="r" b="b"/>
              <a:pathLst>
                <a:path w="546" h="1475" extrusionOk="0">
                  <a:moveTo>
                    <a:pt x="498" y="1"/>
                  </a:moveTo>
                  <a:lnTo>
                    <a:pt x="144" y="269"/>
                  </a:lnTo>
                  <a:cubicBezTo>
                    <a:pt x="48" y="336"/>
                    <a:pt x="0" y="441"/>
                    <a:pt x="0" y="565"/>
                  </a:cubicBezTo>
                  <a:lnTo>
                    <a:pt x="0" y="1474"/>
                  </a:lnTo>
                  <a:lnTo>
                    <a:pt x="546" y="1474"/>
                  </a:lnTo>
                  <a:lnTo>
                    <a:pt x="546" y="173"/>
                  </a:lnTo>
                  <a:cubicBezTo>
                    <a:pt x="546" y="106"/>
                    <a:pt x="527" y="48"/>
                    <a:pt x="498"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8" name="Google Shape;9048;p63"/>
            <p:cNvSpPr/>
            <p:nvPr/>
          </p:nvSpPr>
          <p:spPr>
            <a:xfrm>
              <a:off x="3187929" y="4453894"/>
              <a:ext cx="38471" cy="43250"/>
            </a:xfrm>
            <a:custGeom>
              <a:avLst/>
              <a:gdLst/>
              <a:ahLst/>
              <a:cxnLst/>
              <a:rect l="l" t="t" r="r" b="b"/>
              <a:pathLst>
                <a:path w="1465" h="1647" extrusionOk="0">
                  <a:moveTo>
                    <a:pt x="546" y="1"/>
                  </a:moveTo>
                  <a:cubicBezTo>
                    <a:pt x="249" y="1"/>
                    <a:pt x="0" y="250"/>
                    <a:pt x="0" y="556"/>
                  </a:cubicBezTo>
                  <a:lnTo>
                    <a:pt x="0" y="920"/>
                  </a:lnTo>
                  <a:cubicBezTo>
                    <a:pt x="0" y="1321"/>
                    <a:pt x="325" y="1647"/>
                    <a:pt x="727" y="1647"/>
                  </a:cubicBezTo>
                  <a:cubicBezTo>
                    <a:pt x="1139" y="1647"/>
                    <a:pt x="1464" y="1321"/>
                    <a:pt x="1464" y="920"/>
                  </a:cubicBezTo>
                  <a:lnTo>
                    <a:pt x="1464" y="556"/>
                  </a:lnTo>
                  <a:cubicBezTo>
                    <a:pt x="1464" y="250"/>
                    <a:pt x="1225" y="1"/>
                    <a:pt x="919" y="1"/>
                  </a:cubicBezTo>
                  <a:close/>
                </a:path>
              </a:pathLst>
            </a:custGeom>
            <a:solidFill>
              <a:srgbClr val="BC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9" name="Google Shape;9049;p63"/>
            <p:cNvSpPr/>
            <p:nvPr/>
          </p:nvSpPr>
          <p:spPr>
            <a:xfrm>
              <a:off x="3187929" y="4454157"/>
              <a:ext cx="26391" cy="43119"/>
            </a:xfrm>
            <a:custGeom>
              <a:avLst/>
              <a:gdLst/>
              <a:ahLst/>
              <a:cxnLst/>
              <a:rect l="l" t="t" r="r" b="b"/>
              <a:pathLst>
                <a:path w="1005" h="1642" extrusionOk="0">
                  <a:moveTo>
                    <a:pt x="555" y="0"/>
                  </a:moveTo>
                  <a:cubicBezTo>
                    <a:pt x="249" y="0"/>
                    <a:pt x="0" y="240"/>
                    <a:pt x="0" y="546"/>
                  </a:cubicBezTo>
                  <a:lnTo>
                    <a:pt x="0" y="910"/>
                  </a:lnTo>
                  <a:cubicBezTo>
                    <a:pt x="0" y="1329"/>
                    <a:pt x="347" y="1642"/>
                    <a:pt x="734" y="1642"/>
                  </a:cubicBezTo>
                  <a:cubicBezTo>
                    <a:pt x="824" y="1642"/>
                    <a:pt x="915" y="1625"/>
                    <a:pt x="1005" y="1589"/>
                  </a:cubicBezTo>
                  <a:cubicBezTo>
                    <a:pt x="727" y="1474"/>
                    <a:pt x="546" y="1206"/>
                    <a:pt x="546" y="910"/>
                  </a:cubicBezTo>
                  <a:lnTo>
                    <a:pt x="546" y="546"/>
                  </a:lnTo>
                  <a:cubicBezTo>
                    <a:pt x="546" y="278"/>
                    <a:pt x="747" y="48"/>
                    <a:pt x="1005" y="10"/>
                  </a:cubicBezTo>
                  <a:cubicBezTo>
                    <a:pt x="976" y="0"/>
                    <a:pt x="948" y="0"/>
                    <a:pt x="919" y="0"/>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0" name="Google Shape;9050;p63"/>
            <p:cNvSpPr/>
            <p:nvPr/>
          </p:nvSpPr>
          <p:spPr>
            <a:xfrm>
              <a:off x="3187929" y="4453894"/>
              <a:ext cx="38471" cy="19406"/>
            </a:xfrm>
            <a:custGeom>
              <a:avLst/>
              <a:gdLst/>
              <a:ahLst/>
              <a:cxnLst/>
              <a:rect l="l" t="t" r="r" b="b"/>
              <a:pathLst>
                <a:path w="1465" h="739" extrusionOk="0">
                  <a:moveTo>
                    <a:pt x="546" y="1"/>
                  </a:moveTo>
                  <a:cubicBezTo>
                    <a:pt x="249" y="1"/>
                    <a:pt x="0" y="250"/>
                    <a:pt x="0" y="556"/>
                  </a:cubicBezTo>
                  <a:cubicBezTo>
                    <a:pt x="448" y="672"/>
                    <a:pt x="905" y="739"/>
                    <a:pt x="1370" y="739"/>
                  </a:cubicBezTo>
                  <a:cubicBezTo>
                    <a:pt x="1402" y="739"/>
                    <a:pt x="1433" y="738"/>
                    <a:pt x="1464" y="738"/>
                  </a:cubicBezTo>
                  <a:lnTo>
                    <a:pt x="1464" y="556"/>
                  </a:lnTo>
                  <a:cubicBezTo>
                    <a:pt x="1464" y="250"/>
                    <a:pt x="1215" y="1"/>
                    <a:pt x="91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1" name="Google Shape;9051;p63"/>
            <p:cNvSpPr/>
            <p:nvPr/>
          </p:nvSpPr>
          <p:spPr>
            <a:xfrm>
              <a:off x="3187929" y="4453894"/>
              <a:ext cx="26391" cy="17620"/>
            </a:xfrm>
            <a:custGeom>
              <a:avLst/>
              <a:gdLst/>
              <a:ahLst/>
              <a:cxnLst/>
              <a:rect l="l" t="t" r="r" b="b"/>
              <a:pathLst>
                <a:path w="1005" h="671" extrusionOk="0">
                  <a:moveTo>
                    <a:pt x="555" y="1"/>
                  </a:moveTo>
                  <a:cubicBezTo>
                    <a:pt x="249" y="1"/>
                    <a:pt x="0" y="250"/>
                    <a:pt x="0" y="556"/>
                  </a:cubicBezTo>
                  <a:cubicBezTo>
                    <a:pt x="182" y="604"/>
                    <a:pt x="364" y="642"/>
                    <a:pt x="555" y="671"/>
                  </a:cubicBezTo>
                  <a:lnTo>
                    <a:pt x="546" y="556"/>
                  </a:lnTo>
                  <a:cubicBezTo>
                    <a:pt x="546" y="288"/>
                    <a:pt x="747" y="58"/>
                    <a:pt x="1005" y="10"/>
                  </a:cubicBezTo>
                  <a:cubicBezTo>
                    <a:pt x="976" y="10"/>
                    <a:pt x="948" y="1"/>
                    <a:pt x="919" y="1"/>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2" name="Google Shape;9052;p63"/>
            <p:cNvSpPr/>
            <p:nvPr/>
          </p:nvSpPr>
          <p:spPr>
            <a:xfrm>
              <a:off x="3269335" y="4387036"/>
              <a:ext cx="19380" cy="9349"/>
            </a:xfrm>
            <a:custGeom>
              <a:avLst/>
              <a:gdLst/>
              <a:ahLst/>
              <a:cxnLst/>
              <a:rect l="l" t="t" r="r" b="b"/>
              <a:pathLst>
                <a:path w="738" h="356" extrusionOk="0">
                  <a:moveTo>
                    <a:pt x="176" y="0"/>
                  </a:moveTo>
                  <a:cubicBezTo>
                    <a:pt x="79" y="0"/>
                    <a:pt x="10" y="83"/>
                    <a:pt x="1" y="173"/>
                  </a:cubicBezTo>
                  <a:cubicBezTo>
                    <a:pt x="1" y="269"/>
                    <a:pt x="87" y="355"/>
                    <a:pt x="192" y="355"/>
                  </a:cubicBezTo>
                  <a:lnTo>
                    <a:pt x="556" y="355"/>
                  </a:lnTo>
                  <a:cubicBezTo>
                    <a:pt x="652" y="355"/>
                    <a:pt x="728" y="279"/>
                    <a:pt x="738" y="183"/>
                  </a:cubicBezTo>
                  <a:cubicBezTo>
                    <a:pt x="738" y="78"/>
                    <a:pt x="652" y="1"/>
                    <a:pt x="556" y="1"/>
                  </a:cubicBezTo>
                  <a:lnTo>
                    <a:pt x="192" y="1"/>
                  </a:lnTo>
                  <a:cubicBezTo>
                    <a:pt x="187" y="1"/>
                    <a:pt x="182" y="0"/>
                    <a:pt x="176"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3" name="Google Shape;9053;p63"/>
            <p:cNvSpPr/>
            <p:nvPr/>
          </p:nvSpPr>
          <p:spPr>
            <a:xfrm>
              <a:off x="3255522" y="4324485"/>
              <a:ext cx="47032" cy="9559"/>
            </a:xfrm>
            <a:custGeom>
              <a:avLst/>
              <a:gdLst/>
              <a:ahLst/>
              <a:cxnLst/>
              <a:rect l="l" t="t" r="r" b="b"/>
              <a:pathLst>
                <a:path w="1791" h="364" extrusionOk="0">
                  <a:moveTo>
                    <a:pt x="192" y="0"/>
                  </a:moveTo>
                  <a:cubicBezTo>
                    <a:pt x="87" y="0"/>
                    <a:pt x="0" y="86"/>
                    <a:pt x="0" y="182"/>
                  </a:cubicBezTo>
                  <a:cubicBezTo>
                    <a:pt x="0" y="287"/>
                    <a:pt x="87" y="364"/>
                    <a:pt x="192" y="364"/>
                  </a:cubicBezTo>
                  <a:lnTo>
                    <a:pt x="1608" y="364"/>
                  </a:lnTo>
                  <a:cubicBezTo>
                    <a:pt x="1704" y="364"/>
                    <a:pt x="1790" y="287"/>
                    <a:pt x="1790" y="182"/>
                  </a:cubicBezTo>
                  <a:cubicBezTo>
                    <a:pt x="1790" y="86"/>
                    <a:pt x="1704" y="0"/>
                    <a:pt x="1608" y="0"/>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54" name="Google Shape;9054;p63"/>
          <p:cNvGrpSpPr/>
          <p:nvPr/>
        </p:nvGrpSpPr>
        <p:grpSpPr>
          <a:xfrm>
            <a:off x="3046477" y="2746809"/>
            <a:ext cx="390565" cy="359578"/>
            <a:chOff x="3060752" y="2903609"/>
            <a:chExt cx="390565" cy="359578"/>
          </a:xfrm>
        </p:grpSpPr>
        <p:sp>
          <p:nvSpPr>
            <p:cNvPr id="9055" name="Google Shape;9055;p63"/>
            <p:cNvSpPr/>
            <p:nvPr/>
          </p:nvSpPr>
          <p:spPr>
            <a:xfrm>
              <a:off x="3070048" y="3126950"/>
              <a:ext cx="25919" cy="58586"/>
            </a:xfrm>
            <a:custGeom>
              <a:avLst/>
              <a:gdLst/>
              <a:ahLst/>
              <a:cxnLst/>
              <a:rect l="l" t="t" r="r" b="b"/>
              <a:pathLst>
                <a:path w="987" h="2231" extrusionOk="0">
                  <a:moveTo>
                    <a:pt x="604" y="1"/>
                  </a:moveTo>
                  <a:lnTo>
                    <a:pt x="1" y="2231"/>
                  </a:lnTo>
                  <a:lnTo>
                    <a:pt x="374" y="2231"/>
                  </a:lnTo>
                  <a:lnTo>
                    <a:pt x="986"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6" name="Google Shape;9056;p63"/>
            <p:cNvSpPr/>
            <p:nvPr/>
          </p:nvSpPr>
          <p:spPr>
            <a:xfrm>
              <a:off x="3097936" y="3011852"/>
              <a:ext cx="102572" cy="104068"/>
            </a:xfrm>
            <a:custGeom>
              <a:avLst/>
              <a:gdLst/>
              <a:ahLst/>
              <a:cxnLst/>
              <a:rect l="l" t="t" r="r" b="b"/>
              <a:pathLst>
                <a:path w="3906" h="3963" extrusionOk="0">
                  <a:moveTo>
                    <a:pt x="633" y="1"/>
                  </a:moveTo>
                  <a:lnTo>
                    <a:pt x="671" y="508"/>
                  </a:lnTo>
                  <a:cubicBezTo>
                    <a:pt x="709" y="958"/>
                    <a:pt x="700" y="1924"/>
                    <a:pt x="211" y="3341"/>
                  </a:cubicBezTo>
                  <a:lnTo>
                    <a:pt x="1" y="3963"/>
                  </a:lnTo>
                  <a:lnTo>
                    <a:pt x="3906" y="3963"/>
                  </a:lnTo>
                  <a:lnTo>
                    <a:pt x="3695" y="3341"/>
                  </a:lnTo>
                  <a:cubicBezTo>
                    <a:pt x="3207" y="1924"/>
                    <a:pt x="3197" y="958"/>
                    <a:pt x="3236" y="508"/>
                  </a:cubicBezTo>
                  <a:lnTo>
                    <a:pt x="3274"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7" name="Google Shape;9057;p63"/>
            <p:cNvSpPr/>
            <p:nvPr/>
          </p:nvSpPr>
          <p:spPr>
            <a:xfrm>
              <a:off x="3097936" y="3011852"/>
              <a:ext cx="27678" cy="104068"/>
            </a:xfrm>
            <a:custGeom>
              <a:avLst/>
              <a:gdLst/>
              <a:ahLst/>
              <a:cxnLst/>
              <a:rect l="l" t="t" r="r" b="b"/>
              <a:pathLst>
                <a:path w="1054" h="3963" extrusionOk="0">
                  <a:moveTo>
                    <a:pt x="633" y="1"/>
                  </a:moveTo>
                  <a:lnTo>
                    <a:pt x="671" y="508"/>
                  </a:lnTo>
                  <a:cubicBezTo>
                    <a:pt x="709" y="958"/>
                    <a:pt x="690" y="1924"/>
                    <a:pt x="211" y="3341"/>
                  </a:cubicBezTo>
                  <a:lnTo>
                    <a:pt x="1" y="3963"/>
                  </a:lnTo>
                  <a:lnTo>
                    <a:pt x="345" y="3963"/>
                  </a:lnTo>
                  <a:lnTo>
                    <a:pt x="556" y="3341"/>
                  </a:lnTo>
                  <a:cubicBezTo>
                    <a:pt x="1034" y="1924"/>
                    <a:pt x="1054" y="958"/>
                    <a:pt x="1015" y="508"/>
                  </a:cubicBezTo>
                  <a:lnTo>
                    <a:pt x="977"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8" name="Google Shape;9058;p63"/>
            <p:cNvSpPr/>
            <p:nvPr/>
          </p:nvSpPr>
          <p:spPr>
            <a:xfrm>
              <a:off x="3092421" y="3102318"/>
              <a:ext cx="113863" cy="38235"/>
            </a:xfrm>
            <a:custGeom>
              <a:avLst/>
              <a:gdLst/>
              <a:ahLst/>
              <a:cxnLst/>
              <a:rect l="l" t="t" r="r" b="b"/>
              <a:pathLst>
                <a:path w="4336" h="1456" extrusionOk="0">
                  <a:moveTo>
                    <a:pt x="287" y="1"/>
                  </a:moveTo>
                  <a:cubicBezTo>
                    <a:pt x="268" y="1"/>
                    <a:pt x="249" y="11"/>
                    <a:pt x="240" y="39"/>
                  </a:cubicBezTo>
                  <a:lnTo>
                    <a:pt x="0" y="1398"/>
                  </a:lnTo>
                  <a:cubicBezTo>
                    <a:pt x="0" y="1427"/>
                    <a:pt x="19" y="1456"/>
                    <a:pt x="48" y="1456"/>
                  </a:cubicBezTo>
                  <a:lnTo>
                    <a:pt x="4278" y="1456"/>
                  </a:lnTo>
                  <a:cubicBezTo>
                    <a:pt x="4307" y="1456"/>
                    <a:pt x="4336" y="1427"/>
                    <a:pt x="4326" y="1398"/>
                  </a:cubicBezTo>
                  <a:lnTo>
                    <a:pt x="4087" y="39"/>
                  </a:lnTo>
                  <a:cubicBezTo>
                    <a:pt x="4077" y="11"/>
                    <a:pt x="4058" y="1"/>
                    <a:pt x="4039" y="1"/>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9" name="Google Shape;9059;p63"/>
            <p:cNvSpPr/>
            <p:nvPr/>
          </p:nvSpPr>
          <p:spPr>
            <a:xfrm>
              <a:off x="3060752" y="3184170"/>
              <a:ext cx="147791" cy="26759"/>
            </a:xfrm>
            <a:custGeom>
              <a:avLst/>
              <a:gdLst/>
              <a:ahLst/>
              <a:cxnLst/>
              <a:rect l="l" t="t" r="r" b="b"/>
              <a:pathLst>
                <a:path w="5628" h="1019" extrusionOk="0">
                  <a:moveTo>
                    <a:pt x="5593" y="0"/>
                  </a:moveTo>
                  <a:cubicBezTo>
                    <a:pt x="5590" y="0"/>
                    <a:pt x="5585" y="1"/>
                    <a:pt x="5580" y="4"/>
                  </a:cubicBezTo>
                  <a:lnTo>
                    <a:pt x="48" y="4"/>
                  </a:lnTo>
                  <a:cubicBezTo>
                    <a:pt x="20" y="4"/>
                    <a:pt x="0" y="23"/>
                    <a:pt x="0" y="42"/>
                  </a:cubicBezTo>
                  <a:lnTo>
                    <a:pt x="0" y="970"/>
                  </a:lnTo>
                  <a:cubicBezTo>
                    <a:pt x="0" y="999"/>
                    <a:pt x="20" y="1018"/>
                    <a:pt x="48" y="1018"/>
                  </a:cubicBezTo>
                  <a:lnTo>
                    <a:pt x="5207" y="1018"/>
                  </a:lnTo>
                  <a:cubicBezTo>
                    <a:pt x="5226" y="1018"/>
                    <a:pt x="5245" y="1009"/>
                    <a:pt x="5255" y="990"/>
                  </a:cubicBezTo>
                  <a:lnTo>
                    <a:pt x="5628" y="61"/>
                  </a:lnTo>
                  <a:cubicBezTo>
                    <a:pt x="5628" y="52"/>
                    <a:pt x="5628" y="33"/>
                    <a:pt x="5618" y="23"/>
                  </a:cubicBezTo>
                  <a:cubicBezTo>
                    <a:pt x="5611" y="9"/>
                    <a:pt x="5604" y="0"/>
                    <a:pt x="5593" y="0"/>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0" name="Google Shape;9060;p63"/>
            <p:cNvSpPr/>
            <p:nvPr/>
          </p:nvSpPr>
          <p:spPr>
            <a:xfrm>
              <a:off x="3070048" y="3126950"/>
              <a:ext cx="152072" cy="58586"/>
            </a:xfrm>
            <a:custGeom>
              <a:avLst/>
              <a:gdLst/>
              <a:ahLst/>
              <a:cxnLst/>
              <a:rect l="l" t="t" r="r" b="b"/>
              <a:pathLst>
                <a:path w="5791" h="2231" extrusionOk="0">
                  <a:moveTo>
                    <a:pt x="604" y="1"/>
                  </a:moveTo>
                  <a:lnTo>
                    <a:pt x="1" y="2231"/>
                  </a:lnTo>
                  <a:lnTo>
                    <a:pt x="5484" y="2231"/>
                  </a:lnTo>
                  <a:lnTo>
                    <a:pt x="5628" y="1456"/>
                  </a:lnTo>
                  <a:lnTo>
                    <a:pt x="5791" y="1312"/>
                  </a:lnTo>
                  <a:lnTo>
                    <a:pt x="5704" y="1025"/>
                  </a:lnTo>
                  <a:lnTo>
                    <a:pt x="5417"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1" name="Google Shape;9061;p63"/>
            <p:cNvSpPr/>
            <p:nvPr/>
          </p:nvSpPr>
          <p:spPr>
            <a:xfrm>
              <a:off x="3093183" y="2903609"/>
              <a:ext cx="112104" cy="120586"/>
            </a:xfrm>
            <a:custGeom>
              <a:avLst/>
              <a:gdLst/>
              <a:ahLst/>
              <a:cxnLst/>
              <a:rect l="l" t="t" r="r" b="b"/>
              <a:pathLst>
                <a:path w="4269" h="4592" extrusionOk="0">
                  <a:moveTo>
                    <a:pt x="2133" y="0"/>
                  </a:moveTo>
                  <a:cubicBezTo>
                    <a:pt x="2003" y="0"/>
                    <a:pt x="1871" y="70"/>
                    <a:pt x="1895" y="208"/>
                  </a:cubicBezTo>
                  <a:lnTo>
                    <a:pt x="1895" y="792"/>
                  </a:lnTo>
                  <a:cubicBezTo>
                    <a:pt x="756" y="945"/>
                    <a:pt x="86" y="2161"/>
                    <a:pt x="565" y="3204"/>
                  </a:cubicBezTo>
                  <a:lnTo>
                    <a:pt x="546" y="3204"/>
                  </a:lnTo>
                  <a:cubicBezTo>
                    <a:pt x="239" y="3204"/>
                    <a:pt x="0" y="3453"/>
                    <a:pt x="0" y="3749"/>
                  </a:cubicBezTo>
                  <a:lnTo>
                    <a:pt x="0" y="4046"/>
                  </a:lnTo>
                  <a:cubicBezTo>
                    <a:pt x="0" y="4343"/>
                    <a:pt x="239" y="4592"/>
                    <a:pt x="546" y="4592"/>
                  </a:cubicBezTo>
                  <a:lnTo>
                    <a:pt x="3723" y="4592"/>
                  </a:lnTo>
                  <a:cubicBezTo>
                    <a:pt x="4020" y="4592"/>
                    <a:pt x="4268" y="4343"/>
                    <a:pt x="4268" y="4046"/>
                  </a:cubicBezTo>
                  <a:lnTo>
                    <a:pt x="4268" y="3749"/>
                  </a:lnTo>
                  <a:cubicBezTo>
                    <a:pt x="4268" y="3453"/>
                    <a:pt x="4020" y="3204"/>
                    <a:pt x="3723" y="3204"/>
                  </a:cubicBezTo>
                  <a:lnTo>
                    <a:pt x="3704" y="3204"/>
                  </a:lnTo>
                  <a:cubicBezTo>
                    <a:pt x="4173" y="2161"/>
                    <a:pt x="3512" y="945"/>
                    <a:pt x="2364" y="792"/>
                  </a:cubicBezTo>
                  <a:lnTo>
                    <a:pt x="2364" y="208"/>
                  </a:lnTo>
                  <a:cubicBezTo>
                    <a:pt x="2393" y="70"/>
                    <a:pt x="2263" y="0"/>
                    <a:pt x="2133"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2" name="Google Shape;9062;p63"/>
            <p:cNvSpPr/>
            <p:nvPr/>
          </p:nvSpPr>
          <p:spPr>
            <a:xfrm>
              <a:off x="3093183" y="2924407"/>
              <a:ext cx="49763" cy="99788"/>
            </a:xfrm>
            <a:custGeom>
              <a:avLst/>
              <a:gdLst/>
              <a:ahLst/>
              <a:cxnLst/>
              <a:rect l="l" t="t" r="r" b="b"/>
              <a:pathLst>
                <a:path w="1895" h="3800" extrusionOk="0">
                  <a:moveTo>
                    <a:pt x="1895" y="0"/>
                  </a:moveTo>
                  <a:lnTo>
                    <a:pt x="1895" y="0"/>
                  </a:lnTo>
                  <a:cubicBezTo>
                    <a:pt x="756" y="163"/>
                    <a:pt x="86" y="1369"/>
                    <a:pt x="565" y="2421"/>
                  </a:cubicBezTo>
                  <a:lnTo>
                    <a:pt x="546" y="2421"/>
                  </a:lnTo>
                  <a:cubicBezTo>
                    <a:pt x="239" y="2421"/>
                    <a:pt x="0" y="2661"/>
                    <a:pt x="0" y="2957"/>
                  </a:cubicBezTo>
                  <a:lnTo>
                    <a:pt x="0" y="3254"/>
                  </a:lnTo>
                  <a:cubicBezTo>
                    <a:pt x="0" y="3551"/>
                    <a:pt x="239" y="3800"/>
                    <a:pt x="546" y="3800"/>
                  </a:cubicBezTo>
                  <a:lnTo>
                    <a:pt x="890" y="3800"/>
                  </a:lnTo>
                  <a:cubicBezTo>
                    <a:pt x="584" y="3800"/>
                    <a:pt x="345" y="3551"/>
                    <a:pt x="345" y="3254"/>
                  </a:cubicBezTo>
                  <a:lnTo>
                    <a:pt x="345" y="2957"/>
                  </a:lnTo>
                  <a:cubicBezTo>
                    <a:pt x="345" y="2661"/>
                    <a:pt x="584" y="2421"/>
                    <a:pt x="890" y="2421"/>
                  </a:cubicBezTo>
                  <a:lnTo>
                    <a:pt x="909" y="2421"/>
                  </a:lnTo>
                  <a:cubicBezTo>
                    <a:pt x="718" y="1991"/>
                    <a:pt x="708" y="1512"/>
                    <a:pt x="871" y="1082"/>
                  </a:cubicBezTo>
                  <a:cubicBezTo>
                    <a:pt x="1005" y="689"/>
                    <a:pt x="1302" y="287"/>
                    <a:pt x="1895"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3" name="Google Shape;9063;p63"/>
            <p:cNvSpPr/>
            <p:nvPr/>
          </p:nvSpPr>
          <p:spPr>
            <a:xfrm>
              <a:off x="3097201" y="2987719"/>
              <a:ext cx="71401" cy="16255"/>
            </a:xfrm>
            <a:custGeom>
              <a:avLst/>
              <a:gdLst/>
              <a:ahLst/>
              <a:cxnLst/>
              <a:rect l="l" t="t" r="r" b="b"/>
              <a:pathLst>
                <a:path w="2719" h="619" extrusionOk="0">
                  <a:moveTo>
                    <a:pt x="431" y="1"/>
                  </a:moveTo>
                  <a:cubicBezTo>
                    <a:pt x="364" y="1"/>
                    <a:pt x="316" y="30"/>
                    <a:pt x="287" y="87"/>
                  </a:cubicBezTo>
                  <a:lnTo>
                    <a:pt x="144" y="116"/>
                  </a:lnTo>
                  <a:cubicBezTo>
                    <a:pt x="67" y="135"/>
                    <a:pt x="0" y="307"/>
                    <a:pt x="0" y="326"/>
                  </a:cubicBezTo>
                  <a:cubicBezTo>
                    <a:pt x="0" y="349"/>
                    <a:pt x="94" y="618"/>
                    <a:pt x="153" y="618"/>
                  </a:cubicBezTo>
                  <a:cubicBezTo>
                    <a:pt x="170" y="618"/>
                    <a:pt x="183" y="598"/>
                    <a:pt x="192" y="546"/>
                  </a:cubicBezTo>
                  <a:cubicBezTo>
                    <a:pt x="201" y="422"/>
                    <a:pt x="306" y="326"/>
                    <a:pt x="440" y="326"/>
                  </a:cubicBezTo>
                  <a:lnTo>
                    <a:pt x="2498" y="326"/>
                  </a:lnTo>
                  <a:cubicBezTo>
                    <a:pt x="2718" y="326"/>
                    <a:pt x="2718" y="1"/>
                    <a:pt x="2498"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4" name="Google Shape;9064;p63"/>
            <p:cNvSpPr/>
            <p:nvPr/>
          </p:nvSpPr>
          <p:spPr>
            <a:xfrm>
              <a:off x="3311823" y="3011852"/>
              <a:ext cx="102309" cy="104068"/>
            </a:xfrm>
            <a:custGeom>
              <a:avLst/>
              <a:gdLst/>
              <a:ahLst/>
              <a:cxnLst/>
              <a:rect l="l" t="t" r="r" b="b"/>
              <a:pathLst>
                <a:path w="3896" h="3963" extrusionOk="0">
                  <a:moveTo>
                    <a:pt x="632" y="1"/>
                  </a:moveTo>
                  <a:lnTo>
                    <a:pt x="670" y="508"/>
                  </a:lnTo>
                  <a:cubicBezTo>
                    <a:pt x="708" y="958"/>
                    <a:pt x="689" y="1924"/>
                    <a:pt x="211" y="3341"/>
                  </a:cubicBezTo>
                  <a:lnTo>
                    <a:pt x="0" y="3963"/>
                  </a:lnTo>
                  <a:lnTo>
                    <a:pt x="3895" y="3963"/>
                  </a:lnTo>
                  <a:lnTo>
                    <a:pt x="3685" y="3341"/>
                  </a:lnTo>
                  <a:cubicBezTo>
                    <a:pt x="3206" y="1924"/>
                    <a:pt x="3187" y="958"/>
                    <a:pt x="3225" y="508"/>
                  </a:cubicBezTo>
                  <a:lnTo>
                    <a:pt x="3264"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5" name="Google Shape;9065;p63"/>
            <p:cNvSpPr/>
            <p:nvPr/>
          </p:nvSpPr>
          <p:spPr>
            <a:xfrm>
              <a:off x="3311823" y="3011852"/>
              <a:ext cx="27415" cy="104068"/>
            </a:xfrm>
            <a:custGeom>
              <a:avLst/>
              <a:gdLst/>
              <a:ahLst/>
              <a:cxnLst/>
              <a:rect l="l" t="t" r="r" b="b"/>
              <a:pathLst>
                <a:path w="1044" h="3963" extrusionOk="0">
                  <a:moveTo>
                    <a:pt x="632" y="1"/>
                  </a:moveTo>
                  <a:lnTo>
                    <a:pt x="670" y="508"/>
                  </a:lnTo>
                  <a:cubicBezTo>
                    <a:pt x="708" y="958"/>
                    <a:pt x="689" y="1924"/>
                    <a:pt x="211" y="3341"/>
                  </a:cubicBezTo>
                  <a:lnTo>
                    <a:pt x="0" y="3963"/>
                  </a:lnTo>
                  <a:lnTo>
                    <a:pt x="345" y="3963"/>
                  </a:lnTo>
                  <a:lnTo>
                    <a:pt x="555" y="3341"/>
                  </a:lnTo>
                  <a:cubicBezTo>
                    <a:pt x="1034" y="1924"/>
                    <a:pt x="1043" y="958"/>
                    <a:pt x="1005" y="508"/>
                  </a:cubicBezTo>
                  <a:lnTo>
                    <a:pt x="967"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6" name="Google Shape;9066;p63"/>
            <p:cNvSpPr/>
            <p:nvPr/>
          </p:nvSpPr>
          <p:spPr>
            <a:xfrm>
              <a:off x="3306046" y="3102318"/>
              <a:ext cx="113863" cy="38235"/>
            </a:xfrm>
            <a:custGeom>
              <a:avLst/>
              <a:gdLst/>
              <a:ahLst/>
              <a:cxnLst/>
              <a:rect l="l" t="t" r="r" b="b"/>
              <a:pathLst>
                <a:path w="4336" h="1456" extrusionOk="0">
                  <a:moveTo>
                    <a:pt x="287" y="1"/>
                  </a:moveTo>
                  <a:cubicBezTo>
                    <a:pt x="268" y="1"/>
                    <a:pt x="249" y="11"/>
                    <a:pt x="249" y="39"/>
                  </a:cubicBezTo>
                  <a:lnTo>
                    <a:pt x="10" y="1398"/>
                  </a:lnTo>
                  <a:cubicBezTo>
                    <a:pt x="0" y="1427"/>
                    <a:pt x="19" y="1456"/>
                    <a:pt x="48" y="1456"/>
                  </a:cubicBezTo>
                  <a:lnTo>
                    <a:pt x="4278" y="1456"/>
                  </a:lnTo>
                  <a:cubicBezTo>
                    <a:pt x="4307" y="1456"/>
                    <a:pt x="4335" y="1427"/>
                    <a:pt x="4326" y="1398"/>
                  </a:cubicBezTo>
                  <a:lnTo>
                    <a:pt x="4087" y="39"/>
                  </a:lnTo>
                  <a:cubicBezTo>
                    <a:pt x="4077" y="11"/>
                    <a:pt x="4058" y="1"/>
                    <a:pt x="4039" y="1"/>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7" name="Google Shape;9067;p63"/>
            <p:cNvSpPr/>
            <p:nvPr/>
          </p:nvSpPr>
          <p:spPr>
            <a:xfrm>
              <a:off x="3303263" y="3184512"/>
              <a:ext cx="148054" cy="26418"/>
            </a:xfrm>
            <a:custGeom>
              <a:avLst/>
              <a:gdLst/>
              <a:ahLst/>
              <a:cxnLst/>
              <a:rect l="l" t="t" r="r" b="b"/>
              <a:pathLst>
                <a:path w="5638" h="1006" extrusionOk="0">
                  <a:moveTo>
                    <a:pt x="58" y="0"/>
                  </a:moveTo>
                  <a:cubicBezTo>
                    <a:pt x="20" y="0"/>
                    <a:pt x="1" y="29"/>
                    <a:pt x="10" y="67"/>
                  </a:cubicBezTo>
                  <a:lnTo>
                    <a:pt x="384" y="977"/>
                  </a:lnTo>
                  <a:cubicBezTo>
                    <a:pt x="393" y="996"/>
                    <a:pt x="412" y="1005"/>
                    <a:pt x="432" y="1005"/>
                  </a:cubicBezTo>
                  <a:lnTo>
                    <a:pt x="5590" y="1005"/>
                  </a:lnTo>
                  <a:cubicBezTo>
                    <a:pt x="5609" y="1005"/>
                    <a:pt x="5638" y="986"/>
                    <a:pt x="5638" y="957"/>
                  </a:cubicBezTo>
                  <a:lnTo>
                    <a:pt x="5638" y="48"/>
                  </a:lnTo>
                  <a:cubicBezTo>
                    <a:pt x="5638" y="20"/>
                    <a:pt x="5609" y="0"/>
                    <a:pt x="5590" y="0"/>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8" name="Google Shape;9068;p63"/>
            <p:cNvSpPr/>
            <p:nvPr/>
          </p:nvSpPr>
          <p:spPr>
            <a:xfrm>
              <a:off x="3289949" y="3126950"/>
              <a:ext cx="152072" cy="58586"/>
            </a:xfrm>
            <a:custGeom>
              <a:avLst/>
              <a:gdLst/>
              <a:ahLst/>
              <a:cxnLst/>
              <a:rect l="l" t="t" r="r" b="b"/>
              <a:pathLst>
                <a:path w="5791" h="2231" extrusionOk="0">
                  <a:moveTo>
                    <a:pt x="374" y="1"/>
                  </a:moveTo>
                  <a:lnTo>
                    <a:pt x="96" y="1015"/>
                  </a:lnTo>
                  <a:lnTo>
                    <a:pt x="1" y="1302"/>
                  </a:lnTo>
                  <a:lnTo>
                    <a:pt x="163" y="1456"/>
                  </a:lnTo>
                  <a:lnTo>
                    <a:pt x="307" y="2231"/>
                  </a:lnTo>
                  <a:lnTo>
                    <a:pt x="5791" y="2231"/>
                  </a:lnTo>
                  <a:lnTo>
                    <a:pt x="5188"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9" name="Google Shape;9069;p63"/>
            <p:cNvSpPr/>
            <p:nvPr/>
          </p:nvSpPr>
          <p:spPr>
            <a:xfrm>
              <a:off x="3289949" y="3126950"/>
              <a:ext cx="19642" cy="58586"/>
            </a:xfrm>
            <a:custGeom>
              <a:avLst/>
              <a:gdLst/>
              <a:ahLst/>
              <a:cxnLst/>
              <a:rect l="l" t="t" r="r" b="b"/>
              <a:pathLst>
                <a:path w="748" h="2231" extrusionOk="0">
                  <a:moveTo>
                    <a:pt x="374" y="1"/>
                  </a:moveTo>
                  <a:lnTo>
                    <a:pt x="96" y="1015"/>
                  </a:lnTo>
                  <a:lnTo>
                    <a:pt x="1" y="1302"/>
                  </a:lnTo>
                  <a:lnTo>
                    <a:pt x="163" y="1456"/>
                  </a:lnTo>
                  <a:lnTo>
                    <a:pt x="307" y="2231"/>
                  </a:lnTo>
                  <a:lnTo>
                    <a:pt x="680" y="2231"/>
                  </a:lnTo>
                  <a:lnTo>
                    <a:pt x="546" y="1456"/>
                  </a:lnTo>
                  <a:lnTo>
                    <a:pt x="374" y="1302"/>
                  </a:lnTo>
                  <a:lnTo>
                    <a:pt x="470" y="1015"/>
                  </a:lnTo>
                  <a:lnTo>
                    <a:pt x="747"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0" name="Google Shape;9070;p63"/>
            <p:cNvSpPr/>
            <p:nvPr/>
          </p:nvSpPr>
          <p:spPr>
            <a:xfrm>
              <a:off x="3204761" y="3064136"/>
              <a:ext cx="27678" cy="104068"/>
            </a:xfrm>
            <a:custGeom>
              <a:avLst/>
              <a:gdLst/>
              <a:ahLst/>
              <a:cxnLst/>
              <a:rect l="l" t="t" r="r" b="b"/>
              <a:pathLst>
                <a:path w="1054" h="3963" extrusionOk="0">
                  <a:moveTo>
                    <a:pt x="632" y="0"/>
                  </a:moveTo>
                  <a:lnTo>
                    <a:pt x="670" y="507"/>
                  </a:lnTo>
                  <a:cubicBezTo>
                    <a:pt x="708" y="957"/>
                    <a:pt x="699" y="1924"/>
                    <a:pt x="211" y="3340"/>
                  </a:cubicBezTo>
                  <a:lnTo>
                    <a:pt x="0" y="3962"/>
                  </a:lnTo>
                  <a:lnTo>
                    <a:pt x="345" y="3962"/>
                  </a:lnTo>
                  <a:lnTo>
                    <a:pt x="555" y="3340"/>
                  </a:lnTo>
                  <a:cubicBezTo>
                    <a:pt x="1043" y="1924"/>
                    <a:pt x="1053" y="957"/>
                    <a:pt x="1015" y="507"/>
                  </a:cubicBezTo>
                  <a:lnTo>
                    <a:pt x="976"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1" name="Google Shape;9071;p63"/>
            <p:cNvSpPr/>
            <p:nvPr/>
          </p:nvSpPr>
          <p:spPr>
            <a:xfrm>
              <a:off x="3179631" y="3181229"/>
              <a:ext cx="24658" cy="54568"/>
            </a:xfrm>
            <a:custGeom>
              <a:avLst/>
              <a:gdLst/>
              <a:ahLst/>
              <a:cxnLst/>
              <a:rect l="l" t="t" r="r" b="b"/>
              <a:pathLst>
                <a:path w="939" h="2078" extrusionOk="0">
                  <a:moveTo>
                    <a:pt x="565" y="1"/>
                  </a:moveTo>
                  <a:lnTo>
                    <a:pt x="0" y="2078"/>
                  </a:lnTo>
                  <a:lnTo>
                    <a:pt x="373" y="2078"/>
                  </a:lnTo>
                  <a:lnTo>
                    <a:pt x="938"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2" name="Google Shape;9072;p63"/>
            <p:cNvSpPr/>
            <p:nvPr/>
          </p:nvSpPr>
          <p:spPr>
            <a:xfrm>
              <a:off x="3307044" y="2903609"/>
              <a:ext cx="111868" cy="120586"/>
            </a:xfrm>
            <a:custGeom>
              <a:avLst/>
              <a:gdLst/>
              <a:ahLst/>
              <a:cxnLst/>
              <a:rect l="l" t="t" r="r" b="b"/>
              <a:pathLst>
                <a:path w="4260" h="4592" extrusionOk="0">
                  <a:moveTo>
                    <a:pt x="2126" y="0"/>
                  </a:moveTo>
                  <a:cubicBezTo>
                    <a:pt x="1996" y="0"/>
                    <a:pt x="1867" y="70"/>
                    <a:pt x="1895" y="208"/>
                  </a:cubicBezTo>
                  <a:lnTo>
                    <a:pt x="1895" y="792"/>
                  </a:lnTo>
                  <a:cubicBezTo>
                    <a:pt x="756" y="945"/>
                    <a:pt x="87" y="2161"/>
                    <a:pt x="565" y="3204"/>
                  </a:cubicBezTo>
                  <a:lnTo>
                    <a:pt x="536" y="3204"/>
                  </a:lnTo>
                  <a:cubicBezTo>
                    <a:pt x="240" y="3204"/>
                    <a:pt x="0" y="3453"/>
                    <a:pt x="0" y="3749"/>
                  </a:cubicBezTo>
                  <a:lnTo>
                    <a:pt x="0" y="4046"/>
                  </a:lnTo>
                  <a:cubicBezTo>
                    <a:pt x="0" y="4343"/>
                    <a:pt x="240" y="4592"/>
                    <a:pt x="536" y="4592"/>
                  </a:cubicBezTo>
                  <a:lnTo>
                    <a:pt x="3723" y="4592"/>
                  </a:lnTo>
                  <a:cubicBezTo>
                    <a:pt x="4020" y="4592"/>
                    <a:pt x="4259" y="4343"/>
                    <a:pt x="4259" y="4046"/>
                  </a:cubicBezTo>
                  <a:lnTo>
                    <a:pt x="4259" y="3749"/>
                  </a:lnTo>
                  <a:cubicBezTo>
                    <a:pt x="4259" y="3453"/>
                    <a:pt x="4020" y="3204"/>
                    <a:pt x="3714" y="3204"/>
                  </a:cubicBezTo>
                  <a:lnTo>
                    <a:pt x="3695" y="3204"/>
                  </a:lnTo>
                  <a:cubicBezTo>
                    <a:pt x="4173" y="2161"/>
                    <a:pt x="3503" y="945"/>
                    <a:pt x="2364" y="792"/>
                  </a:cubicBezTo>
                  <a:lnTo>
                    <a:pt x="2364" y="208"/>
                  </a:lnTo>
                  <a:cubicBezTo>
                    <a:pt x="2388" y="70"/>
                    <a:pt x="2257" y="0"/>
                    <a:pt x="2126"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3" name="Google Shape;9073;p63"/>
            <p:cNvSpPr/>
            <p:nvPr/>
          </p:nvSpPr>
          <p:spPr>
            <a:xfrm>
              <a:off x="3306782" y="2924407"/>
              <a:ext cx="50052" cy="99788"/>
            </a:xfrm>
            <a:custGeom>
              <a:avLst/>
              <a:gdLst/>
              <a:ahLst/>
              <a:cxnLst/>
              <a:rect l="l" t="t" r="r" b="b"/>
              <a:pathLst>
                <a:path w="1906" h="3800" extrusionOk="0">
                  <a:moveTo>
                    <a:pt x="1905" y="0"/>
                  </a:moveTo>
                  <a:lnTo>
                    <a:pt x="1905" y="0"/>
                  </a:lnTo>
                  <a:cubicBezTo>
                    <a:pt x="757" y="163"/>
                    <a:pt x="97" y="1369"/>
                    <a:pt x="565" y="2421"/>
                  </a:cubicBezTo>
                  <a:lnTo>
                    <a:pt x="546" y="2421"/>
                  </a:lnTo>
                  <a:cubicBezTo>
                    <a:pt x="250" y="2421"/>
                    <a:pt x="1" y="2661"/>
                    <a:pt x="1" y="2957"/>
                  </a:cubicBezTo>
                  <a:lnTo>
                    <a:pt x="1" y="3254"/>
                  </a:lnTo>
                  <a:cubicBezTo>
                    <a:pt x="1" y="3551"/>
                    <a:pt x="250" y="3800"/>
                    <a:pt x="546" y="3800"/>
                  </a:cubicBezTo>
                  <a:lnTo>
                    <a:pt x="891" y="3800"/>
                  </a:lnTo>
                  <a:cubicBezTo>
                    <a:pt x="594" y="3800"/>
                    <a:pt x="345" y="3551"/>
                    <a:pt x="345" y="3254"/>
                  </a:cubicBezTo>
                  <a:lnTo>
                    <a:pt x="345" y="2957"/>
                  </a:lnTo>
                  <a:cubicBezTo>
                    <a:pt x="345" y="2661"/>
                    <a:pt x="594" y="2421"/>
                    <a:pt x="891" y="2421"/>
                  </a:cubicBezTo>
                  <a:lnTo>
                    <a:pt x="910" y="2421"/>
                  </a:lnTo>
                  <a:cubicBezTo>
                    <a:pt x="719" y="1991"/>
                    <a:pt x="709" y="1512"/>
                    <a:pt x="881" y="1082"/>
                  </a:cubicBezTo>
                  <a:cubicBezTo>
                    <a:pt x="1006" y="689"/>
                    <a:pt x="1302" y="287"/>
                    <a:pt x="1905"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4" name="Google Shape;9074;p63"/>
            <p:cNvSpPr/>
            <p:nvPr/>
          </p:nvSpPr>
          <p:spPr>
            <a:xfrm>
              <a:off x="3289713" y="3126714"/>
              <a:ext cx="38970" cy="58586"/>
            </a:xfrm>
            <a:custGeom>
              <a:avLst/>
              <a:gdLst/>
              <a:ahLst/>
              <a:cxnLst/>
              <a:rect l="l" t="t" r="r" b="b"/>
              <a:pathLst>
                <a:path w="1484" h="2231" extrusionOk="0">
                  <a:moveTo>
                    <a:pt x="383" y="0"/>
                  </a:moveTo>
                  <a:lnTo>
                    <a:pt x="105" y="1015"/>
                  </a:lnTo>
                  <a:lnTo>
                    <a:pt x="0" y="1302"/>
                  </a:lnTo>
                  <a:lnTo>
                    <a:pt x="172" y="1455"/>
                  </a:lnTo>
                  <a:lnTo>
                    <a:pt x="316" y="2230"/>
                  </a:lnTo>
                  <a:lnTo>
                    <a:pt x="1483" y="2230"/>
                  </a:lnTo>
                  <a:lnTo>
                    <a:pt x="1436" y="2077"/>
                  </a:lnTo>
                  <a:lnTo>
                    <a:pt x="1139" y="2077"/>
                  </a:lnTo>
                  <a:lnTo>
                    <a:pt x="967" y="1110"/>
                  </a:lnTo>
                  <a:lnTo>
                    <a:pt x="881" y="1110"/>
                  </a:lnTo>
                  <a:lnTo>
                    <a:pt x="833" y="957"/>
                  </a:lnTo>
                  <a:cubicBezTo>
                    <a:pt x="708" y="613"/>
                    <a:pt x="622" y="297"/>
                    <a:pt x="555"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5" name="Google Shape;9075;p63"/>
            <p:cNvSpPr/>
            <p:nvPr/>
          </p:nvSpPr>
          <p:spPr>
            <a:xfrm>
              <a:off x="3310799" y="2987719"/>
              <a:ext cx="70666" cy="16255"/>
            </a:xfrm>
            <a:custGeom>
              <a:avLst/>
              <a:gdLst/>
              <a:ahLst/>
              <a:cxnLst/>
              <a:rect l="l" t="t" r="r" b="b"/>
              <a:pathLst>
                <a:path w="2691" h="619" extrusionOk="0">
                  <a:moveTo>
                    <a:pt x="432" y="1"/>
                  </a:moveTo>
                  <a:cubicBezTo>
                    <a:pt x="365" y="1"/>
                    <a:pt x="317" y="30"/>
                    <a:pt x="288" y="87"/>
                  </a:cubicBezTo>
                  <a:lnTo>
                    <a:pt x="145" y="116"/>
                  </a:lnTo>
                  <a:cubicBezTo>
                    <a:pt x="68" y="135"/>
                    <a:pt x="1" y="307"/>
                    <a:pt x="1" y="326"/>
                  </a:cubicBezTo>
                  <a:cubicBezTo>
                    <a:pt x="1" y="349"/>
                    <a:pt x="95" y="618"/>
                    <a:pt x="154" y="618"/>
                  </a:cubicBezTo>
                  <a:cubicBezTo>
                    <a:pt x="170" y="618"/>
                    <a:pt x="184" y="598"/>
                    <a:pt x="192" y="546"/>
                  </a:cubicBezTo>
                  <a:cubicBezTo>
                    <a:pt x="202" y="422"/>
                    <a:pt x="307" y="326"/>
                    <a:pt x="441" y="326"/>
                  </a:cubicBezTo>
                  <a:lnTo>
                    <a:pt x="2470" y="326"/>
                  </a:lnTo>
                  <a:cubicBezTo>
                    <a:pt x="2690" y="326"/>
                    <a:pt x="2690" y="1"/>
                    <a:pt x="2470"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6" name="Google Shape;9076;p63"/>
            <p:cNvSpPr/>
            <p:nvPr/>
          </p:nvSpPr>
          <p:spPr>
            <a:xfrm>
              <a:off x="3204761" y="3064136"/>
              <a:ext cx="102545" cy="104068"/>
            </a:xfrm>
            <a:custGeom>
              <a:avLst/>
              <a:gdLst/>
              <a:ahLst/>
              <a:cxnLst/>
              <a:rect l="l" t="t" r="r" b="b"/>
              <a:pathLst>
                <a:path w="3905" h="3963" extrusionOk="0">
                  <a:moveTo>
                    <a:pt x="632" y="0"/>
                  </a:moveTo>
                  <a:lnTo>
                    <a:pt x="670" y="507"/>
                  </a:lnTo>
                  <a:cubicBezTo>
                    <a:pt x="708" y="957"/>
                    <a:pt x="699" y="1924"/>
                    <a:pt x="211" y="3340"/>
                  </a:cubicBezTo>
                  <a:lnTo>
                    <a:pt x="0" y="3962"/>
                  </a:lnTo>
                  <a:lnTo>
                    <a:pt x="3905" y="3962"/>
                  </a:lnTo>
                  <a:lnTo>
                    <a:pt x="3694" y="3340"/>
                  </a:lnTo>
                  <a:cubicBezTo>
                    <a:pt x="3216" y="1924"/>
                    <a:pt x="3197" y="957"/>
                    <a:pt x="3235" y="507"/>
                  </a:cubicBezTo>
                  <a:lnTo>
                    <a:pt x="3273" y="0"/>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7" name="Google Shape;9077;p63"/>
            <p:cNvSpPr/>
            <p:nvPr/>
          </p:nvSpPr>
          <p:spPr>
            <a:xfrm>
              <a:off x="3204761" y="3064136"/>
              <a:ext cx="28413" cy="104068"/>
            </a:xfrm>
            <a:custGeom>
              <a:avLst/>
              <a:gdLst/>
              <a:ahLst/>
              <a:cxnLst/>
              <a:rect l="l" t="t" r="r" b="b"/>
              <a:pathLst>
                <a:path w="1082" h="3963" extrusionOk="0">
                  <a:moveTo>
                    <a:pt x="632" y="0"/>
                  </a:moveTo>
                  <a:lnTo>
                    <a:pt x="670" y="507"/>
                  </a:lnTo>
                  <a:cubicBezTo>
                    <a:pt x="708" y="957"/>
                    <a:pt x="699" y="1924"/>
                    <a:pt x="211" y="3340"/>
                  </a:cubicBezTo>
                  <a:lnTo>
                    <a:pt x="0" y="3962"/>
                  </a:lnTo>
                  <a:lnTo>
                    <a:pt x="383" y="3962"/>
                  </a:lnTo>
                  <a:lnTo>
                    <a:pt x="594" y="3340"/>
                  </a:lnTo>
                  <a:cubicBezTo>
                    <a:pt x="1072" y="1924"/>
                    <a:pt x="1082" y="957"/>
                    <a:pt x="1043" y="507"/>
                  </a:cubicBezTo>
                  <a:lnTo>
                    <a:pt x="1005" y="0"/>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8" name="Google Shape;9078;p63"/>
            <p:cNvSpPr/>
            <p:nvPr/>
          </p:nvSpPr>
          <p:spPr>
            <a:xfrm>
              <a:off x="3199221" y="3154339"/>
              <a:ext cx="113890" cy="38497"/>
            </a:xfrm>
            <a:custGeom>
              <a:avLst/>
              <a:gdLst/>
              <a:ahLst/>
              <a:cxnLst/>
              <a:rect l="l" t="t" r="r" b="b"/>
              <a:pathLst>
                <a:path w="4337" h="1466" extrusionOk="0">
                  <a:moveTo>
                    <a:pt x="288" y="1"/>
                  </a:moveTo>
                  <a:cubicBezTo>
                    <a:pt x="269" y="1"/>
                    <a:pt x="250" y="20"/>
                    <a:pt x="240" y="49"/>
                  </a:cubicBezTo>
                  <a:lnTo>
                    <a:pt x="1" y="1408"/>
                  </a:lnTo>
                  <a:cubicBezTo>
                    <a:pt x="1" y="1437"/>
                    <a:pt x="20" y="1465"/>
                    <a:pt x="49" y="1465"/>
                  </a:cubicBezTo>
                  <a:lnTo>
                    <a:pt x="4279" y="1465"/>
                  </a:lnTo>
                  <a:cubicBezTo>
                    <a:pt x="4307" y="1465"/>
                    <a:pt x="4336" y="1437"/>
                    <a:pt x="4327" y="1408"/>
                  </a:cubicBezTo>
                  <a:lnTo>
                    <a:pt x="4078" y="49"/>
                  </a:lnTo>
                  <a:cubicBezTo>
                    <a:pt x="4078" y="20"/>
                    <a:pt x="4059" y="1"/>
                    <a:pt x="4030" y="1"/>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9" name="Google Shape;9079;p63"/>
            <p:cNvSpPr/>
            <p:nvPr/>
          </p:nvSpPr>
          <p:spPr>
            <a:xfrm>
              <a:off x="3167551" y="3235272"/>
              <a:ext cx="176704" cy="27914"/>
            </a:xfrm>
            <a:custGeom>
              <a:avLst/>
              <a:gdLst/>
              <a:ahLst/>
              <a:cxnLst/>
              <a:rect l="l" t="t" r="r" b="b"/>
              <a:pathLst>
                <a:path w="6729" h="1063" extrusionOk="0">
                  <a:moveTo>
                    <a:pt x="49" y="1"/>
                  </a:moveTo>
                  <a:cubicBezTo>
                    <a:pt x="30" y="1"/>
                    <a:pt x="1" y="20"/>
                    <a:pt x="1" y="48"/>
                  </a:cubicBezTo>
                  <a:lnTo>
                    <a:pt x="1" y="1015"/>
                  </a:lnTo>
                  <a:cubicBezTo>
                    <a:pt x="1" y="1044"/>
                    <a:pt x="30" y="1063"/>
                    <a:pt x="49" y="1063"/>
                  </a:cubicBezTo>
                  <a:lnTo>
                    <a:pt x="6691" y="1063"/>
                  </a:lnTo>
                  <a:cubicBezTo>
                    <a:pt x="6710" y="1063"/>
                    <a:pt x="6729" y="1044"/>
                    <a:pt x="6729" y="1015"/>
                  </a:cubicBezTo>
                  <a:lnTo>
                    <a:pt x="6729" y="48"/>
                  </a:lnTo>
                  <a:cubicBezTo>
                    <a:pt x="6729" y="20"/>
                    <a:pt x="6710" y="1"/>
                    <a:pt x="6691" y="1"/>
                  </a:cubicBezTo>
                  <a:close/>
                </a:path>
              </a:pathLst>
            </a:custGeom>
            <a:solidFill>
              <a:srgbClr val="8498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0" name="Google Shape;9080;p63"/>
            <p:cNvSpPr/>
            <p:nvPr/>
          </p:nvSpPr>
          <p:spPr>
            <a:xfrm>
              <a:off x="3179631" y="3181229"/>
              <a:ext cx="152807" cy="54568"/>
            </a:xfrm>
            <a:custGeom>
              <a:avLst/>
              <a:gdLst/>
              <a:ahLst/>
              <a:cxnLst/>
              <a:rect l="l" t="t" r="r" b="b"/>
              <a:pathLst>
                <a:path w="5819" h="2078" extrusionOk="0">
                  <a:moveTo>
                    <a:pt x="565" y="1"/>
                  </a:moveTo>
                  <a:lnTo>
                    <a:pt x="0" y="2078"/>
                  </a:lnTo>
                  <a:lnTo>
                    <a:pt x="5819" y="2078"/>
                  </a:lnTo>
                  <a:lnTo>
                    <a:pt x="5254" y="1"/>
                  </a:ln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1" name="Google Shape;9081;p63"/>
            <p:cNvSpPr/>
            <p:nvPr/>
          </p:nvSpPr>
          <p:spPr>
            <a:xfrm>
              <a:off x="3070048" y="3126950"/>
              <a:ext cx="25919" cy="58586"/>
            </a:xfrm>
            <a:custGeom>
              <a:avLst/>
              <a:gdLst/>
              <a:ahLst/>
              <a:cxnLst/>
              <a:rect l="l" t="t" r="r" b="b"/>
              <a:pathLst>
                <a:path w="987" h="2231" extrusionOk="0">
                  <a:moveTo>
                    <a:pt x="604" y="1"/>
                  </a:moveTo>
                  <a:lnTo>
                    <a:pt x="1" y="2231"/>
                  </a:lnTo>
                  <a:lnTo>
                    <a:pt x="374" y="2231"/>
                  </a:lnTo>
                  <a:lnTo>
                    <a:pt x="986"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2" name="Google Shape;9082;p63"/>
            <p:cNvSpPr/>
            <p:nvPr/>
          </p:nvSpPr>
          <p:spPr>
            <a:xfrm>
              <a:off x="3179631" y="3181229"/>
              <a:ext cx="24658" cy="54568"/>
            </a:xfrm>
            <a:custGeom>
              <a:avLst/>
              <a:gdLst/>
              <a:ahLst/>
              <a:cxnLst/>
              <a:rect l="l" t="t" r="r" b="b"/>
              <a:pathLst>
                <a:path w="939" h="2078" extrusionOk="0">
                  <a:moveTo>
                    <a:pt x="565" y="1"/>
                  </a:moveTo>
                  <a:lnTo>
                    <a:pt x="0" y="2078"/>
                  </a:lnTo>
                  <a:lnTo>
                    <a:pt x="373" y="2078"/>
                  </a:lnTo>
                  <a:lnTo>
                    <a:pt x="938" y="1"/>
                  </a:ln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3" name="Google Shape;9083;p63"/>
            <p:cNvSpPr/>
            <p:nvPr/>
          </p:nvSpPr>
          <p:spPr>
            <a:xfrm>
              <a:off x="3200245" y="2956260"/>
              <a:ext cx="111841" cy="120218"/>
            </a:xfrm>
            <a:custGeom>
              <a:avLst/>
              <a:gdLst/>
              <a:ahLst/>
              <a:cxnLst/>
              <a:rect l="l" t="t" r="r" b="b"/>
              <a:pathLst>
                <a:path w="4259" h="4578" extrusionOk="0">
                  <a:moveTo>
                    <a:pt x="2129" y="0"/>
                  </a:moveTo>
                  <a:cubicBezTo>
                    <a:pt x="2024" y="0"/>
                    <a:pt x="1919" y="65"/>
                    <a:pt x="1895" y="194"/>
                  </a:cubicBezTo>
                  <a:lnTo>
                    <a:pt x="1895" y="778"/>
                  </a:lnTo>
                  <a:cubicBezTo>
                    <a:pt x="756" y="941"/>
                    <a:pt x="86" y="2146"/>
                    <a:pt x="565" y="3199"/>
                  </a:cubicBezTo>
                  <a:lnTo>
                    <a:pt x="536" y="3199"/>
                  </a:lnTo>
                  <a:cubicBezTo>
                    <a:pt x="239" y="3199"/>
                    <a:pt x="0" y="3438"/>
                    <a:pt x="0" y="3735"/>
                  </a:cubicBezTo>
                  <a:lnTo>
                    <a:pt x="0" y="4032"/>
                  </a:lnTo>
                  <a:cubicBezTo>
                    <a:pt x="0" y="4328"/>
                    <a:pt x="239" y="4577"/>
                    <a:pt x="536" y="4577"/>
                  </a:cubicBezTo>
                  <a:lnTo>
                    <a:pt x="3723" y="4577"/>
                  </a:lnTo>
                  <a:cubicBezTo>
                    <a:pt x="4020" y="4577"/>
                    <a:pt x="4259" y="4328"/>
                    <a:pt x="4259" y="4032"/>
                  </a:cubicBezTo>
                  <a:lnTo>
                    <a:pt x="4259" y="3735"/>
                  </a:lnTo>
                  <a:cubicBezTo>
                    <a:pt x="4259" y="3444"/>
                    <a:pt x="4028" y="3199"/>
                    <a:pt x="3730" y="3199"/>
                  </a:cubicBezTo>
                  <a:cubicBezTo>
                    <a:pt x="3725" y="3199"/>
                    <a:pt x="3719" y="3199"/>
                    <a:pt x="3713" y="3199"/>
                  </a:cubicBezTo>
                  <a:lnTo>
                    <a:pt x="3694" y="3199"/>
                  </a:lnTo>
                  <a:cubicBezTo>
                    <a:pt x="4163" y="2146"/>
                    <a:pt x="3503" y="941"/>
                    <a:pt x="2364" y="778"/>
                  </a:cubicBezTo>
                  <a:lnTo>
                    <a:pt x="2364" y="194"/>
                  </a:lnTo>
                  <a:cubicBezTo>
                    <a:pt x="2340" y="65"/>
                    <a:pt x="2235" y="0"/>
                    <a:pt x="2129"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4" name="Google Shape;9084;p63"/>
            <p:cNvSpPr/>
            <p:nvPr/>
          </p:nvSpPr>
          <p:spPr>
            <a:xfrm>
              <a:off x="3199982" y="2976664"/>
              <a:ext cx="49789" cy="99814"/>
            </a:xfrm>
            <a:custGeom>
              <a:avLst/>
              <a:gdLst/>
              <a:ahLst/>
              <a:cxnLst/>
              <a:rect l="l" t="t" r="r" b="b"/>
              <a:pathLst>
                <a:path w="1896" h="3801" extrusionOk="0">
                  <a:moveTo>
                    <a:pt x="1895" y="1"/>
                  </a:moveTo>
                  <a:cubicBezTo>
                    <a:pt x="756" y="164"/>
                    <a:pt x="96" y="1369"/>
                    <a:pt x="565" y="2422"/>
                  </a:cubicBezTo>
                  <a:lnTo>
                    <a:pt x="546" y="2422"/>
                  </a:lnTo>
                  <a:cubicBezTo>
                    <a:pt x="249" y="2422"/>
                    <a:pt x="0" y="2661"/>
                    <a:pt x="0" y="2968"/>
                  </a:cubicBezTo>
                  <a:lnTo>
                    <a:pt x="0" y="3255"/>
                  </a:lnTo>
                  <a:cubicBezTo>
                    <a:pt x="0" y="3561"/>
                    <a:pt x="249" y="3800"/>
                    <a:pt x="546" y="3800"/>
                  </a:cubicBezTo>
                  <a:lnTo>
                    <a:pt x="890" y="3800"/>
                  </a:lnTo>
                  <a:cubicBezTo>
                    <a:pt x="594" y="3800"/>
                    <a:pt x="345" y="3561"/>
                    <a:pt x="345" y="3255"/>
                  </a:cubicBezTo>
                  <a:lnTo>
                    <a:pt x="345" y="2968"/>
                  </a:lnTo>
                  <a:cubicBezTo>
                    <a:pt x="345" y="2661"/>
                    <a:pt x="594" y="2422"/>
                    <a:pt x="890" y="2422"/>
                  </a:cubicBezTo>
                  <a:lnTo>
                    <a:pt x="910" y="2422"/>
                  </a:lnTo>
                  <a:cubicBezTo>
                    <a:pt x="718" y="2001"/>
                    <a:pt x="709" y="1513"/>
                    <a:pt x="871" y="1082"/>
                  </a:cubicBezTo>
                  <a:cubicBezTo>
                    <a:pt x="1005" y="690"/>
                    <a:pt x="1302" y="288"/>
                    <a:pt x="1895"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5" name="Google Shape;9085;p63"/>
            <p:cNvSpPr/>
            <p:nvPr/>
          </p:nvSpPr>
          <p:spPr>
            <a:xfrm>
              <a:off x="3204000" y="3040003"/>
              <a:ext cx="71401" cy="16255"/>
            </a:xfrm>
            <a:custGeom>
              <a:avLst/>
              <a:gdLst/>
              <a:ahLst/>
              <a:cxnLst/>
              <a:rect l="l" t="t" r="r" b="b"/>
              <a:pathLst>
                <a:path w="2719" h="619" extrusionOk="0">
                  <a:moveTo>
                    <a:pt x="2498" y="1"/>
                  </a:moveTo>
                  <a:lnTo>
                    <a:pt x="2498" y="10"/>
                  </a:lnTo>
                  <a:lnTo>
                    <a:pt x="431" y="10"/>
                  </a:lnTo>
                  <a:cubicBezTo>
                    <a:pt x="364" y="10"/>
                    <a:pt x="316" y="39"/>
                    <a:pt x="288" y="87"/>
                  </a:cubicBezTo>
                  <a:lnTo>
                    <a:pt x="144" y="115"/>
                  </a:lnTo>
                  <a:cubicBezTo>
                    <a:pt x="68" y="144"/>
                    <a:pt x="1" y="307"/>
                    <a:pt x="1" y="335"/>
                  </a:cubicBezTo>
                  <a:cubicBezTo>
                    <a:pt x="1" y="350"/>
                    <a:pt x="95" y="618"/>
                    <a:pt x="154" y="618"/>
                  </a:cubicBezTo>
                  <a:cubicBezTo>
                    <a:pt x="170" y="618"/>
                    <a:pt x="184" y="598"/>
                    <a:pt x="192" y="546"/>
                  </a:cubicBezTo>
                  <a:cubicBezTo>
                    <a:pt x="201" y="427"/>
                    <a:pt x="297" y="335"/>
                    <a:pt x="422" y="335"/>
                  </a:cubicBezTo>
                  <a:cubicBezTo>
                    <a:pt x="428" y="335"/>
                    <a:pt x="435" y="335"/>
                    <a:pt x="441" y="335"/>
                  </a:cubicBezTo>
                  <a:lnTo>
                    <a:pt x="2498" y="335"/>
                  </a:lnTo>
                  <a:cubicBezTo>
                    <a:pt x="2719" y="335"/>
                    <a:pt x="2719" y="1"/>
                    <a:pt x="2498" y="1"/>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6" name="Google Shape;9086;p63"/>
            <p:cNvSpPr/>
            <p:nvPr/>
          </p:nvSpPr>
          <p:spPr>
            <a:xfrm>
              <a:off x="3389133" y="2987719"/>
              <a:ext cx="28256" cy="8088"/>
            </a:xfrm>
            <a:custGeom>
              <a:avLst/>
              <a:gdLst/>
              <a:ahLst/>
              <a:cxnLst/>
              <a:rect l="l" t="t" r="r" b="b"/>
              <a:pathLst>
                <a:path w="1076" h="308" extrusionOk="0">
                  <a:moveTo>
                    <a:pt x="206" y="0"/>
                  </a:moveTo>
                  <a:cubicBezTo>
                    <a:pt x="0" y="0"/>
                    <a:pt x="0" y="308"/>
                    <a:pt x="206" y="308"/>
                  </a:cubicBezTo>
                  <a:cubicBezTo>
                    <a:pt x="212" y="308"/>
                    <a:pt x="218" y="308"/>
                    <a:pt x="224" y="307"/>
                  </a:cubicBezTo>
                  <a:lnTo>
                    <a:pt x="1076" y="307"/>
                  </a:lnTo>
                  <a:cubicBezTo>
                    <a:pt x="990" y="125"/>
                    <a:pt x="798" y="1"/>
                    <a:pt x="588" y="1"/>
                  </a:cubicBezTo>
                  <a:lnTo>
                    <a:pt x="224" y="1"/>
                  </a:lnTo>
                  <a:cubicBezTo>
                    <a:pt x="218" y="0"/>
                    <a:pt x="212" y="0"/>
                    <a:pt x="206"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7" name="Google Shape;9087;p63"/>
            <p:cNvSpPr/>
            <p:nvPr/>
          </p:nvSpPr>
          <p:spPr>
            <a:xfrm>
              <a:off x="3282307" y="3040213"/>
              <a:ext cx="28282" cy="8141"/>
            </a:xfrm>
            <a:custGeom>
              <a:avLst/>
              <a:gdLst/>
              <a:ahLst/>
              <a:cxnLst/>
              <a:rect l="l" t="t" r="r" b="b"/>
              <a:pathLst>
                <a:path w="1077" h="310" extrusionOk="0">
                  <a:moveTo>
                    <a:pt x="190" y="0"/>
                  </a:moveTo>
                  <a:cubicBezTo>
                    <a:pt x="1" y="0"/>
                    <a:pt x="3" y="309"/>
                    <a:pt x="198" y="309"/>
                  </a:cubicBezTo>
                  <a:cubicBezTo>
                    <a:pt x="204" y="309"/>
                    <a:pt x="209" y="309"/>
                    <a:pt x="215" y="308"/>
                  </a:cubicBezTo>
                  <a:lnTo>
                    <a:pt x="1076" y="308"/>
                  </a:lnTo>
                  <a:cubicBezTo>
                    <a:pt x="981" y="117"/>
                    <a:pt x="789" y="2"/>
                    <a:pt x="588" y="2"/>
                  </a:cubicBezTo>
                  <a:lnTo>
                    <a:pt x="215" y="2"/>
                  </a:lnTo>
                  <a:cubicBezTo>
                    <a:pt x="206" y="1"/>
                    <a:pt x="198" y="0"/>
                    <a:pt x="190"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8" name="Google Shape;9088;p63"/>
            <p:cNvSpPr/>
            <p:nvPr/>
          </p:nvSpPr>
          <p:spPr>
            <a:xfrm>
              <a:off x="3175508" y="2987719"/>
              <a:ext cx="28256" cy="8088"/>
            </a:xfrm>
            <a:custGeom>
              <a:avLst/>
              <a:gdLst/>
              <a:ahLst/>
              <a:cxnLst/>
              <a:rect l="l" t="t" r="r" b="b"/>
              <a:pathLst>
                <a:path w="1076" h="308" extrusionOk="0">
                  <a:moveTo>
                    <a:pt x="206" y="0"/>
                  </a:moveTo>
                  <a:cubicBezTo>
                    <a:pt x="1" y="0"/>
                    <a:pt x="1" y="308"/>
                    <a:pt x="206" y="308"/>
                  </a:cubicBezTo>
                  <a:cubicBezTo>
                    <a:pt x="212" y="308"/>
                    <a:pt x="218" y="308"/>
                    <a:pt x="224" y="307"/>
                  </a:cubicBezTo>
                  <a:lnTo>
                    <a:pt x="1076" y="307"/>
                  </a:lnTo>
                  <a:cubicBezTo>
                    <a:pt x="990" y="125"/>
                    <a:pt x="798" y="1"/>
                    <a:pt x="588" y="1"/>
                  </a:cubicBezTo>
                  <a:lnTo>
                    <a:pt x="224" y="1"/>
                  </a:lnTo>
                  <a:cubicBezTo>
                    <a:pt x="218" y="0"/>
                    <a:pt x="212" y="0"/>
                    <a:pt x="206" y="0"/>
                  </a:cubicBezTo>
                  <a:close/>
                </a:path>
              </a:pathLst>
            </a:custGeom>
            <a:solidFill>
              <a:srgbClr val="8297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89" name="Google Shape;9089;p63"/>
          <p:cNvGrpSpPr/>
          <p:nvPr/>
        </p:nvGrpSpPr>
        <p:grpSpPr>
          <a:xfrm>
            <a:off x="6216451" y="3658649"/>
            <a:ext cx="364673" cy="339804"/>
            <a:chOff x="6221064" y="3811049"/>
            <a:chExt cx="364673" cy="339804"/>
          </a:xfrm>
        </p:grpSpPr>
        <p:sp>
          <p:nvSpPr>
            <p:cNvPr id="9090" name="Google Shape;9090;p63"/>
            <p:cNvSpPr/>
            <p:nvPr/>
          </p:nvSpPr>
          <p:spPr>
            <a:xfrm>
              <a:off x="6277838" y="4054558"/>
              <a:ext cx="45272" cy="45272"/>
            </a:xfrm>
            <a:custGeom>
              <a:avLst/>
              <a:gdLst/>
              <a:ahLst/>
              <a:cxnLst/>
              <a:rect l="l" t="t" r="r" b="b"/>
              <a:pathLst>
                <a:path w="1724" h="1724" extrusionOk="0">
                  <a:moveTo>
                    <a:pt x="211" y="1"/>
                  </a:moveTo>
                  <a:cubicBezTo>
                    <a:pt x="97" y="1"/>
                    <a:pt x="1" y="96"/>
                    <a:pt x="1" y="221"/>
                  </a:cubicBezTo>
                  <a:lnTo>
                    <a:pt x="1" y="1513"/>
                  </a:lnTo>
                  <a:cubicBezTo>
                    <a:pt x="1" y="1628"/>
                    <a:pt x="97" y="1723"/>
                    <a:pt x="211" y="1723"/>
                  </a:cubicBezTo>
                  <a:lnTo>
                    <a:pt x="1513" y="1723"/>
                  </a:lnTo>
                  <a:cubicBezTo>
                    <a:pt x="1628" y="1723"/>
                    <a:pt x="1724" y="1628"/>
                    <a:pt x="1724" y="1513"/>
                  </a:cubicBezTo>
                  <a:lnTo>
                    <a:pt x="1724" y="221"/>
                  </a:lnTo>
                  <a:cubicBezTo>
                    <a:pt x="1724" y="96"/>
                    <a:pt x="1628" y="1"/>
                    <a:pt x="151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1" name="Google Shape;9091;p63"/>
            <p:cNvSpPr/>
            <p:nvPr/>
          </p:nvSpPr>
          <p:spPr>
            <a:xfrm>
              <a:off x="6426890" y="3935679"/>
              <a:ext cx="105828" cy="90728"/>
            </a:xfrm>
            <a:custGeom>
              <a:avLst/>
              <a:gdLst/>
              <a:ahLst/>
              <a:cxnLst/>
              <a:rect l="l" t="t" r="r" b="b"/>
              <a:pathLst>
                <a:path w="4030" h="3455" extrusionOk="0">
                  <a:moveTo>
                    <a:pt x="2307" y="1"/>
                  </a:moveTo>
                  <a:cubicBezTo>
                    <a:pt x="766" y="1"/>
                    <a:pt x="0" y="1858"/>
                    <a:pt x="1082" y="2949"/>
                  </a:cubicBezTo>
                  <a:cubicBezTo>
                    <a:pt x="1434" y="3298"/>
                    <a:pt x="1866" y="3454"/>
                    <a:pt x="2290" y="3454"/>
                  </a:cubicBezTo>
                  <a:cubicBezTo>
                    <a:pt x="3178" y="3454"/>
                    <a:pt x="4029" y="2767"/>
                    <a:pt x="4029" y="1724"/>
                  </a:cubicBezTo>
                  <a:cubicBezTo>
                    <a:pt x="4029" y="767"/>
                    <a:pt x="3264" y="1"/>
                    <a:pt x="2307" y="1"/>
                  </a:cubicBezTo>
                  <a:close/>
                </a:path>
              </a:pathLst>
            </a:custGeom>
            <a:solidFill>
              <a:srgbClr val="BD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2" name="Google Shape;9092;p63"/>
            <p:cNvSpPr/>
            <p:nvPr/>
          </p:nvSpPr>
          <p:spPr>
            <a:xfrm>
              <a:off x="6437446" y="3972391"/>
              <a:ext cx="100051" cy="54043"/>
            </a:xfrm>
            <a:custGeom>
              <a:avLst/>
              <a:gdLst/>
              <a:ahLst/>
              <a:cxnLst/>
              <a:rect l="l" t="t" r="r" b="b"/>
              <a:pathLst>
                <a:path w="3810" h="2058" extrusionOk="0">
                  <a:moveTo>
                    <a:pt x="211" y="0"/>
                  </a:moveTo>
                  <a:cubicBezTo>
                    <a:pt x="0" y="1062"/>
                    <a:pt x="823" y="2058"/>
                    <a:pt x="1905" y="2058"/>
                  </a:cubicBezTo>
                  <a:cubicBezTo>
                    <a:pt x="2986" y="2058"/>
                    <a:pt x="3809" y="1062"/>
                    <a:pt x="3598" y="0"/>
                  </a:cubicBezTo>
                  <a:lnTo>
                    <a:pt x="3598" y="0"/>
                  </a:lnTo>
                  <a:cubicBezTo>
                    <a:pt x="3445" y="814"/>
                    <a:pt x="2737" y="1407"/>
                    <a:pt x="1905" y="1407"/>
                  </a:cubicBezTo>
                  <a:cubicBezTo>
                    <a:pt x="1072" y="1407"/>
                    <a:pt x="364" y="814"/>
                    <a:pt x="211" y="0"/>
                  </a:cubicBezTo>
                  <a:close/>
                </a:path>
              </a:pathLst>
            </a:custGeom>
            <a:solidFill>
              <a:srgbClr val="B2BF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3" name="Google Shape;9093;p63"/>
            <p:cNvSpPr/>
            <p:nvPr/>
          </p:nvSpPr>
          <p:spPr>
            <a:xfrm>
              <a:off x="6306251" y="3833659"/>
              <a:ext cx="153070" cy="294585"/>
            </a:xfrm>
            <a:custGeom>
              <a:avLst/>
              <a:gdLst/>
              <a:ahLst/>
              <a:cxnLst/>
              <a:rect l="l" t="t" r="r" b="b"/>
              <a:pathLst>
                <a:path w="5829" h="11218" extrusionOk="0">
                  <a:moveTo>
                    <a:pt x="5603" y="1"/>
                  </a:moveTo>
                  <a:cubicBezTo>
                    <a:pt x="5530" y="1"/>
                    <a:pt x="5464" y="39"/>
                    <a:pt x="5427" y="106"/>
                  </a:cubicBezTo>
                  <a:cubicBezTo>
                    <a:pt x="5015" y="756"/>
                    <a:pt x="4527" y="1359"/>
                    <a:pt x="3972" y="1895"/>
                  </a:cubicBezTo>
                  <a:cubicBezTo>
                    <a:pt x="3139" y="2709"/>
                    <a:pt x="1819" y="3666"/>
                    <a:pt x="211" y="3666"/>
                  </a:cubicBezTo>
                  <a:cubicBezTo>
                    <a:pt x="96" y="3666"/>
                    <a:pt x="0" y="3761"/>
                    <a:pt x="0" y="3876"/>
                  </a:cubicBezTo>
                  <a:lnTo>
                    <a:pt x="0" y="7331"/>
                  </a:lnTo>
                  <a:cubicBezTo>
                    <a:pt x="0" y="7456"/>
                    <a:pt x="96" y="7551"/>
                    <a:pt x="211" y="7551"/>
                  </a:cubicBezTo>
                  <a:cubicBezTo>
                    <a:pt x="1809" y="7551"/>
                    <a:pt x="3139" y="8508"/>
                    <a:pt x="3972" y="9312"/>
                  </a:cubicBezTo>
                  <a:cubicBezTo>
                    <a:pt x="4527" y="9848"/>
                    <a:pt x="5015" y="10451"/>
                    <a:pt x="5427" y="11111"/>
                  </a:cubicBezTo>
                  <a:cubicBezTo>
                    <a:pt x="5467" y="11185"/>
                    <a:pt x="5535" y="11217"/>
                    <a:pt x="5604" y="11217"/>
                  </a:cubicBezTo>
                  <a:cubicBezTo>
                    <a:pt x="5716" y="11217"/>
                    <a:pt x="5829" y="11132"/>
                    <a:pt x="5829" y="10997"/>
                  </a:cubicBezTo>
                  <a:lnTo>
                    <a:pt x="5829" y="211"/>
                  </a:lnTo>
                  <a:cubicBezTo>
                    <a:pt x="5829" y="115"/>
                    <a:pt x="5762" y="29"/>
                    <a:pt x="5666" y="10"/>
                  </a:cubicBezTo>
                  <a:cubicBezTo>
                    <a:pt x="5645" y="4"/>
                    <a:pt x="5624" y="1"/>
                    <a:pt x="5603" y="1"/>
                  </a:cubicBezTo>
                  <a:close/>
                </a:path>
              </a:pathLst>
            </a:custGeom>
            <a:solidFill>
              <a:srgbClr val="EE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4" name="Google Shape;9094;p63"/>
            <p:cNvSpPr/>
            <p:nvPr/>
          </p:nvSpPr>
          <p:spPr>
            <a:xfrm>
              <a:off x="6306251" y="4009312"/>
              <a:ext cx="152833" cy="119010"/>
            </a:xfrm>
            <a:custGeom>
              <a:avLst/>
              <a:gdLst/>
              <a:ahLst/>
              <a:cxnLst/>
              <a:rect l="l" t="t" r="r" b="b"/>
              <a:pathLst>
                <a:path w="5820" h="4532" extrusionOk="0">
                  <a:moveTo>
                    <a:pt x="0" y="1"/>
                  </a:moveTo>
                  <a:lnTo>
                    <a:pt x="0" y="642"/>
                  </a:lnTo>
                  <a:cubicBezTo>
                    <a:pt x="0" y="767"/>
                    <a:pt x="96" y="862"/>
                    <a:pt x="211" y="862"/>
                  </a:cubicBezTo>
                  <a:cubicBezTo>
                    <a:pt x="1809" y="862"/>
                    <a:pt x="3130" y="1819"/>
                    <a:pt x="3962" y="2623"/>
                  </a:cubicBezTo>
                  <a:cubicBezTo>
                    <a:pt x="4518" y="3169"/>
                    <a:pt x="5006" y="3772"/>
                    <a:pt x="5417" y="4422"/>
                  </a:cubicBezTo>
                  <a:cubicBezTo>
                    <a:pt x="5462" y="4498"/>
                    <a:pt x="5534" y="4531"/>
                    <a:pt x="5604" y="4531"/>
                  </a:cubicBezTo>
                  <a:cubicBezTo>
                    <a:pt x="5713" y="4531"/>
                    <a:pt x="5819" y="4451"/>
                    <a:pt x="5819" y="4317"/>
                  </a:cubicBezTo>
                  <a:lnTo>
                    <a:pt x="5819" y="3236"/>
                  </a:lnTo>
                  <a:cubicBezTo>
                    <a:pt x="5819" y="3331"/>
                    <a:pt x="5762" y="3408"/>
                    <a:pt x="5676" y="3437"/>
                  </a:cubicBezTo>
                  <a:cubicBezTo>
                    <a:pt x="5651" y="3447"/>
                    <a:pt x="5625" y="3451"/>
                    <a:pt x="5600" y="3451"/>
                  </a:cubicBezTo>
                  <a:cubicBezTo>
                    <a:pt x="5529" y="3451"/>
                    <a:pt x="5460" y="3412"/>
                    <a:pt x="5417" y="3341"/>
                  </a:cubicBezTo>
                  <a:cubicBezTo>
                    <a:pt x="5417" y="3341"/>
                    <a:pt x="4881" y="2862"/>
                    <a:pt x="3962" y="1982"/>
                  </a:cubicBezTo>
                  <a:cubicBezTo>
                    <a:pt x="3130" y="1178"/>
                    <a:pt x="1809" y="212"/>
                    <a:pt x="211" y="212"/>
                  </a:cubicBezTo>
                  <a:cubicBezTo>
                    <a:pt x="96" y="212"/>
                    <a:pt x="0" y="116"/>
                    <a:pt x="0" y="1"/>
                  </a:cubicBezTo>
                  <a:close/>
                </a:path>
              </a:pathLst>
            </a:custGeom>
            <a:solidFill>
              <a:srgbClr val="E2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5" name="Google Shape;9095;p63"/>
            <p:cNvSpPr/>
            <p:nvPr/>
          </p:nvSpPr>
          <p:spPr>
            <a:xfrm>
              <a:off x="6447740" y="3811049"/>
              <a:ext cx="45509" cy="339804"/>
            </a:xfrm>
            <a:custGeom>
              <a:avLst/>
              <a:gdLst/>
              <a:ahLst/>
              <a:cxnLst/>
              <a:rect l="l" t="t" r="r" b="b"/>
              <a:pathLst>
                <a:path w="1733" h="12940" extrusionOk="0">
                  <a:moveTo>
                    <a:pt x="221" y="0"/>
                  </a:moveTo>
                  <a:cubicBezTo>
                    <a:pt x="96" y="0"/>
                    <a:pt x="0" y="96"/>
                    <a:pt x="0" y="211"/>
                  </a:cubicBezTo>
                  <a:lnTo>
                    <a:pt x="0" y="12728"/>
                  </a:lnTo>
                  <a:cubicBezTo>
                    <a:pt x="0" y="12843"/>
                    <a:pt x="96" y="12939"/>
                    <a:pt x="221" y="12939"/>
                  </a:cubicBezTo>
                  <a:lnTo>
                    <a:pt x="1513" y="12939"/>
                  </a:lnTo>
                  <a:cubicBezTo>
                    <a:pt x="1627" y="12939"/>
                    <a:pt x="1733" y="12843"/>
                    <a:pt x="1733" y="12728"/>
                  </a:cubicBezTo>
                  <a:lnTo>
                    <a:pt x="1733" y="211"/>
                  </a:lnTo>
                  <a:cubicBezTo>
                    <a:pt x="1733" y="96"/>
                    <a:pt x="1627" y="0"/>
                    <a:pt x="1513" y="0"/>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6" name="Google Shape;9096;p63"/>
            <p:cNvSpPr/>
            <p:nvPr/>
          </p:nvSpPr>
          <p:spPr>
            <a:xfrm>
              <a:off x="6447740" y="4122677"/>
              <a:ext cx="45509" cy="28177"/>
            </a:xfrm>
            <a:custGeom>
              <a:avLst/>
              <a:gdLst/>
              <a:ahLst/>
              <a:cxnLst/>
              <a:rect l="l" t="t" r="r" b="b"/>
              <a:pathLst>
                <a:path w="1733" h="1073" extrusionOk="0">
                  <a:moveTo>
                    <a:pt x="0" y="0"/>
                  </a:moveTo>
                  <a:lnTo>
                    <a:pt x="0" y="861"/>
                  </a:lnTo>
                  <a:cubicBezTo>
                    <a:pt x="0" y="976"/>
                    <a:pt x="96" y="1072"/>
                    <a:pt x="221" y="1072"/>
                  </a:cubicBezTo>
                  <a:lnTo>
                    <a:pt x="1513" y="1072"/>
                  </a:lnTo>
                  <a:cubicBezTo>
                    <a:pt x="1627" y="1072"/>
                    <a:pt x="1733" y="976"/>
                    <a:pt x="1733" y="861"/>
                  </a:cubicBezTo>
                  <a:lnTo>
                    <a:pt x="1733" y="0"/>
                  </a:lnTo>
                  <a:cubicBezTo>
                    <a:pt x="1733" y="115"/>
                    <a:pt x="1627" y="211"/>
                    <a:pt x="1513" y="211"/>
                  </a:cubicBezTo>
                  <a:lnTo>
                    <a:pt x="221" y="211"/>
                  </a:lnTo>
                  <a:cubicBezTo>
                    <a:pt x="96" y="211"/>
                    <a:pt x="0" y="115"/>
                    <a:pt x="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7" name="Google Shape;9097;p63"/>
            <p:cNvSpPr/>
            <p:nvPr/>
          </p:nvSpPr>
          <p:spPr>
            <a:xfrm>
              <a:off x="6221300" y="3929902"/>
              <a:ext cx="45272" cy="102073"/>
            </a:xfrm>
            <a:custGeom>
              <a:avLst/>
              <a:gdLst/>
              <a:ahLst/>
              <a:cxnLst/>
              <a:rect l="l" t="t" r="r" b="b"/>
              <a:pathLst>
                <a:path w="1724" h="3887" extrusionOk="0">
                  <a:moveTo>
                    <a:pt x="1072" y="1"/>
                  </a:moveTo>
                  <a:cubicBezTo>
                    <a:pt x="479" y="1"/>
                    <a:pt x="1" y="479"/>
                    <a:pt x="1" y="1082"/>
                  </a:cubicBezTo>
                  <a:lnTo>
                    <a:pt x="1" y="2814"/>
                  </a:lnTo>
                  <a:cubicBezTo>
                    <a:pt x="1" y="3408"/>
                    <a:pt x="479" y="3886"/>
                    <a:pt x="1072" y="3886"/>
                  </a:cubicBezTo>
                  <a:lnTo>
                    <a:pt x="1503" y="3886"/>
                  </a:lnTo>
                  <a:cubicBezTo>
                    <a:pt x="1628" y="3886"/>
                    <a:pt x="1723" y="3791"/>
                    <a:pt x="1723" y="3676"/>
                  </a:cubicBezTo>
                  <a:lnTo>
                    <a:pt x="1723" y="221"/>
                  </a:lnTo>
                  <a:cubicBezTo>
                    <a:pt x="1723" y="96"/>
                    <a:pt x="1628" y="1"/>
                    <a:pt x="1503"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8" name="Google Shape;9098;p63"/>
            <p:cNvSpPr/>
            <p:nvPr/>
          </p:nvSpPr>
          <p:spPr>
            <a:xfrm>
              <a:off x="6221064" y="3935180"/>
              <a:ext cx="45509" cy="96794"/>
            </a:xfrm>
            <a:custGeom>
              <a:avLst/>
              <a:gdLst/>
              <a:ahLst/>
              <a:cxnLst/>
              <a:rect l="l" t="t" r="r" b="b"/>
              <a:pathLst>
                <a:path w="1733" h="3686" extrusionOk="0">
                  <a:moveTo>
                    <a:pt x="459" y="1"/>
                  </a:moveTo>
                  <a:lnTo>
                    <a:pt x="459" y="1"/>
                  </a:lnTo>
                  <a:cubicBezTo>
                    <a:pt x="172" y="202"/>
                    <a:pt x="0" y="527"/>
                    <a:pt x="0" y="881"/>
                  </a:cubicBezTo>
                  <a:lnTo>
                    <a:pt x="0" y="2613"/>
                  </a:lnTo>
                  <a:cubicBezTo>
                    <a:pt x="0" y="3207"/>
                    <a:pt x="488" y="3685"/>
                    <a:pt x="1081" y="3685"/>
                  </a:cubicBezTo>
                  <a:lnTo>
                    <a:pt x="1512" y="3685"/>
                  </a:lnTo>
                  <a:cubicBezTo>
                    <a:pt x="1627" y="3685"/>
                    <a:pt x="1732" y="3590"/>
                    <a:pt x="1732" y="3475"/>
                  </a:cubicBezTo>
                  <a:lnTo>
                    <a:pt x="1732" y="3035"/>
                  </a:lnTo>
                  <a:lnTo>
                    <a:pt x="1081" y="3035"/>
                  </a:lnTo>
                  <a:cubicBezTo>
                    <a:pt x="727" y="3035"/>
                    <a:pt x="440" y="2747"/>
                    <a:pt x="440" y="2393"/>
                  </a:cubicBezTo>
                  <a:lnTo>
                    <a:pt x="440" y="240"/>
                  </a:lnTo>
                  <a:cubicBezTo>
                    <a:pt x="431" y="154"/>
                    <a:pt x="440" y="77"/>
                    <a:pt x="459"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9" name="Google Shape;9099;p63"/>
            <p:cNvSpPr/>
            <p:nvPr/>
          </p:nvSpPr>
          <p:spPr>
            <a:xfrm>
              <a:off x="6260769" y="3929902"/>
              <a:ext cx="56800" cy="102073"/>
            </a:xfrm>
            <a:custGeom>
              <a:avLst/>
              <a:gdLst/>
              <a:ahLst/>
              <a:cxnLst/>
              <a:rect l="l" t="t" r="r" b="b"/>
              <a:pathLst>
                <a:path w="2163" h="3887" extrusionOk="0">
                  <a:moveTo>
                    <a:pt x="0" y="1"/>
                  </a:moveTo>
                  <a:lnTo>
                    <a:pt x="0" y="3886"/>
                  </a:lnTo>
                  <a:lnTo>
                    <a:pt x="2163" y="3886"/>
                  </a:lnTo>
                  <a:lnTo>
                    <a:pt x="2163" y="1"/>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0" name="Google Shape;9100;p63"/>
            <p:cNvSpPr/>
            <p:nvPr/>
          </p:nvSpPr>
          <p:spPr>
            <a:xfrm>
              <a:off x="6260769" y="4014853"/>
              <a:ext cx="56800" cy="17122"/>
            </a:xfrm>
            <a:custGeom>
              <a:avLst/>
              <a:gdLst/>
              <a:ahLst/>
              <a:cxnLst/>
              <a:rect l="l" t="t" r="r" b="b"/>
              <a:pathLst>
                <a:path w="2163" h="652" extrusionOk="0">
                  <a:moveTo>
                    <a:pt x="0" y="1"/>
                  </a:moveTo>
                  <a:lnTo>
                    <a:pt x="0" y="651"/>
                  </a:lnTo>
                  <a:lnTo>
                    <a:pt x="2163" y="651"/>
                  </a:lnTo>
                  <a:lnTo>
                    <a:pt x="2163"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1" name="Google Shape;9101;p63"/>
            <p:cNvSpPr/>
            <p:nvPr/>
          </p:nvSpPr>
          <p:spPr>
            <a:xfrm>
              <a:off x="6260769" y="4031686"/>
              <a:ext cx="56800" cy="90755"/>
            </a:xfrm>
            <a:custGeom>
              <a:avLst/>
              <a:gdLst/>
              <a:ahLst/>
              <a:cxnLst/>
              <a:rect l="l" t="t" r="r" b="b"/>
              <a:pathLst>
                <a:path w="2163" h="3456" extrusionOk="0">
                  <a:moveTo>
                    <a:pt x="10" y="1"/>
                  </a:moveTo>
                  <a:lnTo>
                    <a:pt x="0" y="3245"/>
                  </a:lnTo>
                  <a:cubicBezTo>
                    <a:pt x="0" y="3360"/>
                    <a:pt x="96" y="3456"/>
                    <a:pt x="220" y="3456"/>
                  </a:cubicBezTo>
                  <a:lnTo>
                    <a:pt x="1082" y="3456"/>
                  </a:lnTo>
                  <a:cubicBezTo>
                    <a:pt x="1177" y="3456"/>
                    <a:pt x="1263" y="3389"/>
                    <a:pt x="1292" y="3293"/>
                  </a:cubicBezTo>
                  <a:lnTo>
                    <a:pt x="216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2" name="Google Shape;9102;p63"/>
            <p:cNvSpPr/>
            <p:nvPr/>
          </p:nvSpPr>
          <p:spPr>
            <a:xfrm>
              <a:off x="6553542" y="3975148"/>
              <a:ext cx="32195" cy="11581"/>
            </a:xfrm>
            <a:custGeom>
              <a:avLst/>
              <a:gdLst/>
              <a:ahLst/>
              <a:cxnLst/>
              <a:rect l="l" t="t" r="r" b="b"/>
              <a:pathLst>
                <a:path w="1226" h="441" extrusionOk="0">
                  <a:moveTo>
                    <a:pt x="288" y="0"/>
                  </a:moveTo>
                  <a:cubicBezTo>
                    <a:pt x="1" y="0"/>
                    <a:pt x="1" y="441"/>
                    <a:pt x="288" y="441"/>
                  </a:cubicBezTo>
                  <a:lnTo>
                    <a:pt x="938" y="441"/>
                  </a:lnTo>
                  <a:cubicBezTo>
                    <a:pt x="1226" y="441"/>
                    <a:pt x="1226" y="0"/>
                    <a:pt x="938"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3" name="Google Shape;9103;p63"/>
            <p:cNvSpPr/>
            <p:nvPr/>
          </p:nvSpPr>
          <p:spPr>
            <a:xfrm>
              <a:off x="6532192" y="3911100"/>
              <a:ext cx="27442" cy="23608"/>
            </a:xfrm>
            <a:custGeom>
              <a:avLst/>
              <a:gdLst/>
              <a:ahLst/>
              <a:cxnLst/>
              <a:rect l="l" t="t" r="r" b="b"/>
              <a:pathLst>
                <a:path w="1045" h="899" extrusionOk="0">
                  <a:moveTo>
                    <a:pt x="732" y="0"/>
                  </a:moveTo>
                  <a:cubicBezTo>
                    <a:pt x="682" y="0"/>
                    <a:pt x="630" y="20"/>
                    <a:pt x="584" y="66"/>
                  </a:cubicBezTo>
                  <a:lnTo>
                    <a:pt x="124" y="525"/>
                  </a:lnTo>
                  <a:cubicBezTo>
                    <a:pt x="0" y="659"/>
                    <a:pt x="86" y="889"/>
                    <a:pt x="278" y="899"/>
                  </a:cubicBezTo>
                  <a:cubicBezTo>
                    <a:pt x="335" y="889"/>
                    <a:pt x="392" y="870"/>
                    <a:pt x="431" y="832"/>
                  </a:cubicBezTo>
                  <a:lnTo>
                    <a:pt x="890" y="372"/>
                  </a:lnTo>
                  <a:cubicBezTo>
                    <a:pt x="1045" y="218"/>
                    <a:pt x="899" y="0"/>
                    <a:pt x="732"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4" name="Google Shape;9104;p63"/>
            <p:cNvSpPr/>
            <p:nvPr/>
          </p:nvSpPr>
          <p:spPr>
            <a:xfrm>
              <a:off x="6531221" y="4027327"/>
              <a:ext cx="27626" cy="23503"/>
            </a:xfrm>
            <a:custGeom>
              <a:avLst/>
              <a:gdLst/>
              <a:ahLst/>
              <a:cxnLst/>
              <a:rect l="l" t="t" r="r" b="b"/>
              <a:pathLst>
                <a:path w="1052" h="895" extrusionOk="0">
                  <a:moveTo>
                    <a:pt x="310" y="0"/>
                  </a:moveTo>
                  <a:cubicBezTo>
                    <a:pt x="141" y="0"/>
                    <a:pt x="1" y="217"/>
                    <a:pt x="161" y="377"/>
                  </a:cubicBezTo>
                  <a:lnTo>
                    <a:pt x="621" y="827"/>
                  </a:lnTo>
                  <a:cubicBezTo>
                    <a:pt x="659" y="875"/>
                    <a:pt x="707" y="894"/>
                    <a:pt x="774" y="894"/>
                  </a:cubicBezTo>
                  <a:cubicBezTo>
                    <a:pt x="956" y="894"/>
                    <a:pt x="1051" y="664"/>
                    <a:pt x="918" y="530"/>
                  </a:cubicBezTo>
                  <a:lnTo>
                    <a:pt x="468" y="71"/>
                  </a:lnTo>
                  <a:cubicBezTo>
                    <a:pt x="418" y="21"/>
                    <a:pt x="363" y="0"/>
                    <a:pt x="310"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05" name="Google Shape;9105;p63"/>
          <p:cNvGrpSpPr/>
          <p:nvPr/>
        </p:nvGrpSpPr>
        <p:grpSpPr>
          <a:xfrm>
            <a:off x="5761812" y="4122795"/>
            <a:ext cx="358160" cy="356926"/>
            <a:chOff x="5766424" y="4275195"/>
            <a:chExt cx="358160" cy="356926"/>
          </a:xfrm>
        </p:grpSpPr>
        <p:sp>
          <p:nvSpPr>
            <p:cNvPr id="9106" name="Google Shape;9106;p63"/>
            <p:cNvSpPr/>
            <p:nvPr/>
          </p:nvSpPr>
          <p:spPr>
            <a:xfrm>
              <a:off x="5766424" y="4485327"/>
              <a:ext cx="64862" cy="146793"/>
            </a:xfrm>
            <a:custGeom>
              <a:avLst/>
              <a:gdLst/>
              <a:ahLst/>
              <a:cxnLst/>
              <a:rect l="l" t="t" r="r" b="b"/>
              <a:pathLst>
                <a:path w="2470" h="5590" extrusionOk="0">
                  <a:moveTo>
                    <a:pt x="354" y="0"/>
                  </a:moveTo>
                  <a:cubicBezTo>
                    <a:pt x="163" y="0"/>
                    <a:pt x="0" y="153"/>
                    <a:pt x="0" y="354"/>
                  </a:cubicBezTo>
                  <a:lnTo>
                    <a:pt x="0" y="5589"/>
                  </a:lnTo>
                  <a:lnTo>
                    <a:pt x="2469" y="5589"/>
                  </a:lnTo>
                  <a:lnTo>
                    <a:pt x="2469" y="354"/>
                  </a:lnTo>
                  <a:cubicBezTo>
                    <a:pt x="2460" y="153"/>
                    <a:pt x="2307" y="0"/>
                    <a:pt x="2115"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7" name="Google Shape;9107;p63"/>
            <p:cNvSpPr/>
            <p:nvPr/>
          </p:nvSpPr>
          <p:spPr>
            <a:xfrm>
              <a:off x="5766661" y="4485327"/>
              <a:ext cx="30961" cy="146793"/>
            </a:xfrm>
            <a:custGeom>
              <a:avLst/>
              <a:gdLst/>
              <a:ahLst/>
              <a:cxnLst/>
              <a:rect l="l" t="t" r="r" b="b"/>
              <a:pathLst>
                <a:path w="1179" h="5590" extrusionOk="0">
                  <a:moveTo>
                    <a:pt x="355" y="0"/>
                  </a:moveTo>
                  <a:cubicBezTo>
                    <a:pt x="154" y="0"/>
                    <a:pt x="1" y="153"/>
                    <a:pt x="1" y="354"/>
                  </a:cubicBezTo>
                  <a:lnTo>
                    <a:pt x="1" y="5589"/>
                  </a:lnTo>
                  <a:lnTo>
                    <a:pt x="814" y="5589"/>
                  </a:lnTo>
                  <a:lnTo>
                    <a:pt x="814" y="354"/>
                  </a:lnTo>
                  <a:cubicBezTo>
                    <a:pt x="814" y="153"/>
                    <a:pt x="977" y="0"/>
                    <a:pt x="117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8" name="Google Shape;9108;p63"/>
            <p:cNvSpPr/>
            <p:nvPr/>
          </p:nvSpPr>
          <p:spPr>
            <a:xfrm>
              <a:off x="5864190" y="4449115"/>
              <a:ext cx="64862" cy="183006"/>
            </a:xfrm>
            <a:custGeom>
              <a:avLst/>
              <a:gdLst/>
              <a:ahLst/>
              <a:cxnLst/>
              <a:rect l="l" t="t" r="r" b="b"/>
              <a:pathLst>
                <a:path w="2470" h="6969" extrusionOk="0">
                  <a:moveTo>
                    <a:pt x="354" y="1"/>
                  </a:moveTo>
                  <a:cubicBezTo>
                    <a:pt x="163" y="1"/>
                    <a:pt x="10" y="154"/>
                    <a:pt x="0" y="345"/>
                  </a:cubicBezTo>
                  <a:lnTo>
                    <a:pt x="0" y="6968"/>
                  </a:lnTo>
                  <a:lnTo>
                    <a:pt x="2469" y="6968"/>
                  </a:lnTo>
                  <a:lnTo>
                    <a:pt x="2469" y="345"/>
                  </a:lnTo>
                  <a:cubicBezTo>
                    <a:pt x="2469" y="154"/>
                    <a:pt x="2307" y="1"/>
                    <a:pt x="2115"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9" name="Google Shape;9109;p63"/>
            <p:cNvSpPr/>
            <p:nvPr/>
          </p:nvSpPr>
          <p:spPr>
            <a:xfrm>
              <a:off x="5864190" y="4449115"/>
              <a:ext cx="30934" cy="183006"/>
            </a:xfrm>
            <a:custGeom>
              <a:avLst/>
              <a:gdLst/>
              <a:ahLst/>
              <a:cxnLst/>
              <a:rect l="l" t="t" r="r" b="b"/>
              <a:pathLst>
                <a:path w="1178" h="6969" extrusionOk="0">
                  <a:moveTo>
                    <a:pt x="354" y="1"/>
                  </a:moveTo>
                  <a:cubicBezTo>
                    <a:pt x="163" y="1"/>
                    <a:pt x="10" y="154"/>
                    <a:pt x="0" y="345"/>
                  </a:cubicBezTo>
                  <a:lnTo>
                    <a:pt x="0" y="6968"/>
                  </a:lnTo>
                  <a:lnTo>
                    <a:pt x="823" y="6968"/>
                  </a:lnTo>
                  <a:lnTo>
                    <a:pt x="823" y="345"/>
                  </a:lnTo>
                  <a:cubicBezTo>
                    <a:pt x="833" y="154"/>
                    <a:pt x="986" y="1"/>
                    <a:pt x="1177"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0" name="Google Shape;9110;p63"/>
            <p:cNvSpPr/>
            <p:nvPr/>
          </p:nvSpPr>
          <p:spPr>
            <a:xfrm>
              <a:off x="5962193" y="4412692"/>
              <a:ext cx="64626" cy="219429"/>
            </a:xfrm>
            <a:custGeom>
              <a:avLst/>
              <a:gdLst/>
              <a:ahLst/>
              <a:cxnLst/>
              <a:rect l="l" t="t" r="r" b="b"/>
              <a:pathLst>
                <a:path w="2461" h="8356" extrusionOk="0">
                  <a:moveTo>
                    <a:pt x="345" y="0"/>
                  </a:moveTo>
                  <a:cubicBezTo>
                    <a:pt x="154" y="10"/>
                    <a:pt x="1" y="163"/>
                    <a:pt x="1" y="354"/>
                  </a:cubicBezTo>
                  <a:lnTo>
                    <a:pt x="1" y="8355"/>
                  </a:lnTo>
                  <a:lnTo>
                    <a:pt x="2460" y="8355"/>
                  </a:lnTo>
                  <a:lnTo>
                    <a:pt x="2460" y="354"/>
                  </a:lnTo>
                  <a:cubicBezTo>
                    <a:pt x="2460" y="163"/>
                    <a:pt x="2297" y="10"/>
                    <a:pt x="2106" y="0"/>
                  </a:cubicBezTo>
                  <a:close/>
                </a:path>
              </a:pathLst>
            </a:custGeom>
            <a:solidFill>
              <a:srgbClr val="C0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1" name="Google Shape;9111;p63"/>
            <p:cNvSpPr/>
            <p:nvPr/>
          </p:nvSpPr>
          <p:spPr>
            <a:xfrm>
              <a:off x="5962193" y="4412692"/>
              <a:ext cx="30698" cy="219429"/>
            </a:xfrm>
            <a:custGeom>
              <a:avLst/>
              <a:gdLst/>
              <a:ahLst/>
              <a:cxnLst/>
              <a:rect l="l" t="t" r="r" b="b"/>
              <a:pathLst>
                <a:path w="1169" h="8356" extrusionOk="0">
                  <a:moveTo>
                    <a:pt x="345" y="0"/>
                  </a:moveTo>
                  <a:cubicBezTo>
                    <a:pt x="154" y="10"/>
                    <a:pt x="1" y="163"/>
                    <a:pt x="1" y="354"/>
                  </a:cubicBezTo>
                  <a:lnTo>
                    <a:pt x="1" y="8355"/>
                  </a:lnTo>
                  <a:lnTo>
                    <a:pt x="824" y="8355"/>
                  </a:lnTo>
                  <a:lnTo>
                    <a:pt x="824" y="354"/>
                  </a:lnTo>
                  <a:cubicBezTo>
                    <a:pt x="824" y="163"/>
                    <a:pt x="977" y="10"/>
                    <a:pt x="1168" y="0"/>
                  </a:cubicBezTo>
                  <a:close/>
                </a:path>
              </a:pathLst>
            </a:custGeom>
            <a:solidFill>
              <a:srgbClr val="A9B7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2" name="Google Shape;9112;p63"/>
            <p:cNvSpPr/>
            <p:nvPr/>
          </p:nvSpPr>
          <p:spPr>
            <a:xfrm>
              <a:off x="6059959" y="4376506"/>
              <a:ext cx="64626" cy="255615"/>
            </a:xfrm>
            <a:custGeom>
              <a:avLst/>
              <a:gdLst/>
              <a:ahLst/>
              <a:cxnLst/>
              <a:rect l="l" t="t" r="r" b="b"/>
              <a:pathLst>
                <a:path w="2461" h="9734" extrusionOk="0">
                  <a:moveTo>
                    <a:pt x="355" y="0"/>
                  </a:moveTo>
                  <a:cubicBezTo>
                    <a:pt x="154" y="0"/>
                    <a:pt x="0" y="163"/>
                    <a:pt x="0" y="354"/>
                  </a:cubicBezTo>
                  <a:lnTo>
                    <a:pt x="0" y="9733"/>
                  </a:lnTo>
                  <a:lnTo>
                    <a:pt x="2460" y="9733"/>
                  </a:lnTo>
                  <a:lnTo>
                    <a:pt x="2460" y="354"/>
                  </a:lnTo>
                  <a:cubicBezTo>
                    <a:pt x="2460" y="163"/>
                    <a:pt x="2307" y="10"/>
                    <a:pt x="211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3" name="Google Shape;9113;p63"/>
            <p:cNvSpPr/>
            <p:nvPr/>
          </p:nvSpPr>
          <p:spPr>
            <a:xfrm>
              <a:off x="6059959" y="4376506"/>
              <a:ext cx="30934" cy="255615"/>
            </a:xfrm>
            <a:custGeom>
              <a:avLst/>
              <a:gdLst/>
              <a:ahLst/>
              <a:cxnLst/>
              <a:rect l="l" t="t" r="r" b="b"/>
              <a:pathLst>
                <a:path w="1178" h="9734" extrusionOk="0">
                  <a:moveTo>
                    <a:pt x="355" y="0"/>
                  </a:moveTo>
                  <a:cubicBezTo>
                    <a:pt x="154" y="0"/>
                    <a:pt x="0" y="163"/>
                    <a:pt x="0" y="354"/>
                  </a:cubicBezTo>
                  <a:lnTo>
                    <a:pt x="0" y="9733"/>
                  </a:lnTo>
                  <a:lnTo>
                    <a:pt x="824" y="9733"/>
                  </a:lnTo>
                  <a:lnTo>
                    <a:pt x="824" y="354"/>
                  </a:lnTo>
                  <a:cubicBezTo>
                    <a:pt x="824" y="163"/>
                    <a:pt x="977" y="0"/>
                    <a:pt x="1178" y="0"/>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4" name="Google Shape;9114;p63"/>
            <p:cNvSpPr/>
            <p:nvPr/>
          </p:nvSpPr>
          <p:spPr>
            <a:xfrm>
              <a:off x="5781997" y="4275195"/>
              <a:ext cx="332767" cy="134241"/>
            </a:xfrm>
            <a:custGeom>
              <a:avLst/>
              <a:gdLst/>
              <a:ahLst/>
              <a:cxnLst/>
              <a:rect l="l" t="t" r="r" b="b"/>
              <a:pathLst>
                <a:path w="12672" h="5112" extrusionOk="0">
                  <a:moveTo>
                    <a:pt x="10172" y="1"/>
                  </a:moveTo>
                  <a:cubicBezTo>
                    <a:pt x="9997" y="1"/>
                    <a:pt x="9889" y="206"/>
                    <a:pt x="9992" y="355"/>
                  </a:cubicBezTo>
                  <a:lnTo>
                    <a:pt x="10356" y="872"/>
                  </a:lnTo>
                  <a:cubicBezTo>
                    <a:pt x="9150" y="1590"/>
                    <a:pt x="5274" y="3628"/>
                    <a:pt x="1" y="3628"/>
                  </a:cubicBezTo>
                  <a:lnTo>
                    <a:pt x="1" y="5112"/>
                  </a:lnTo>
                  <a:cubicBezTo>
                    <a:pt x="2872" y="5102"/>
                    <a:pt x="5714" y="4547"/>
                    <a:pt x="8375" y="3485"/>
                  </a:cubicBezTo>
                  <a:cubicBezTo>
                    <a:pt x="9360" y="3093"/>
                    <a:pt x="10298" y="2624"/>
                    <a:pt x="11208" y="2088"/>
                  </a:cubicBezTo>
                  <a:lnTo>
                    <a:pt x="11523" y="2547"/>
                  </a:lnTo>
                  <a:cubicBezTo>
                    <a:pt x="11568" y="2612"/>
                    <a:pt x="11636" y="2643"/>
                    <a:pt x="11703" y="2643"/>
                  </a:cubicBezTo>
                  <a:cubicBezTo>
                    <a:pt x="11793" y="2643"/>
                    <a:pt x="11883" y="2588"/>
                    <a:pt x="11916" y="2490"/>
                  </a:cubicBezTo>
                  <a:lnTo>
                    <a:pt x="12624" y="375"/>
                  </a:lnTo>
                  <a:cubicBezTo>
                    <a:pt x="12672" y="231"/>
                    <a:pt x="12567" y="78"/>
                    <a:pt x="12413" y="78"/>
                  </a:cubicBezTo>
                  <a:lnTo>
                    <a:pt x="10184" y="1"/>
                  </a:lnTo>
                  <a:cubicBezTo>
                    <a:pt x="10179" y="1"/>
                    <a:pt x="10176" y="1"/>
                    <a:pt x="10172"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15" name="Google Shape;9115;p63"/>
          <p:cNvGrpSpPr/>
          <p:nvPr/>
        </p:nvGrpSpPr>
        <p:grpSpPr>
          <a:xfrm>
            <a:off x="4880448" y="1366388"/>
            <a:ext cx="385786" cy="342588"/>
            <a:chOff x="4885060" y="1518788"/>
            <a:chExt cx="385786" cy="342588"/>
          </a:xfrm>
        </p:grpSpPr>
        <p:sp>
          <p:nvSpPr>
            <p:cNvPr id="9116" name="Google Shape;9116;p63"/>
            <p:cNvSpPr/>
            <p:nvPr/>
          </p:nvSpPr>
          <p:spPr>
            <a:xfrm>
              <a:off x="4953415" y="1537380"/>
              <a:ext cx="74920" cy="62367"/>
            </a:xfrm>
            <a:custGeom>
              <a:avLst/>
              <a:gdLst/>
              <a:ahLst/>
              <a:cxnLst/>
              <a:rect l="l" t="t" r="r" b="b"/>
              <a:pathLst>
                <a:path w="2853" h="2375" extrusionOk="0">
                  <a:moveTo>
                    <a:pt x="1426" y="1"/>
                  </a:moveTo>
                  <a:cubicBezTo>
                    <a:pt x="642" y="1"/>
                    <a:pt x="0" y="537"/>
                    <a:pt x="0" y="1188"/>
                  </a:cubicBezTo>
                  <a:cubicBezTo>
                    <a:pt x="0" y="1848"/>
                    <a:pt x="642" y="2374"/>
                    <a:pt x="1426" y="2374"/>
                  </a:cubicBezTo>
                  <a:cubicBezTo>
                    <a:pt x="2211" y="2374"/>
                    <a:pt x="2852" y="1848"/>
                    <a:pt x="2852" y="1188"/>
                  </a:cubicBezTo>
                  <a:cubicBezTo>
                    <a:pt x="2852" y="537"/>
                    <a:pt x="2211" y="1"/>
                    <a:pt x="14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7" name="Google Shape;9117;p63"/>
            <p:cNvSpPr/>
            <p:nvPr/>
          </p:nvSpPr>
          <p:spPr>
            <a:xfrm>
              <a:off x="4953415" y="1537380"/>
              <a:ext cx="50025" cy="62367"/>
            </a:xfrm>
            <a:custGeom>
              <a:avLst/>
              <a:gdLst/>
              <a:ahLst/>
              <a:cxnLst/>
              <a:rect l="l" t="t" r="r" b="b"/>
              <a:pathLst>
                <a:path w="1905" h="2375" extrusionOk="0">
                  <a:moveTo>
                    <a:pt x="1426" y="1"/>
                  </a:moveTo>
                  <a:cubicBezTo>
                    <a:pt x="632" y="1"/>
                    <a:pt x="0" y="537"/>
                    <a:pt x="0" y="1188"/>
                  </a:cubicBezTo>
                  <a:cubicBezTo>
                    <a:pt x="0" y="1848"/>
                    <a:pt x="632" y="2374"/>
                    <a:pt x="1426" y="2374"/>
                  </a:cubicBezTo>
                  <a:cubicBezTo>
                    <a:pt x="1580" y="2374"/>
                    <a:pt x="1742" y="2355"/>
                    <a:pt x="1905" y="2307"/>
                  </a:cubicBezTo>
                  <a:cubicBezTo>
                    <a:pt x="1350" y="2145"/>
                    <a:pt x="948" y="1704"/>
                    <a:pt x="948" y="1188"/>
                  </a:cubicBezTo>
                  <a:cubicBezTo>
                    <a:pt x="948" y="671"/>
                    <a:pt x="1350" y="231"/>
                    <a:pt x="1905" y="78"/>
                  </a:cubicBezTo>
                  <a:cubicBezTo>
                    <a:pt x="1742" y="30"/>
                    <a:pt x="1580" y="1"/>
                    <a:pt x="142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8" name="Google Shape;9118;p63"/>
            <p:cNvSpPr/>
            <p:nvPr/>
          </p:nvSpPr>
          <p:spPr>
            <a:xfrm>
              <a:off x="4909928" y="1568550"/>
              <a:ext cx="161893" cy="161867"/>
            </a:xfrm>
            <a:custGeom>
              <a:avLst/>
              <a:gdLst/>
              <a:ahLst/>
              <a:cxnLst/>
              <a:rect l="l" t="t" r="r" b="b"/>
              <a:pathLst>
                <a:path w="6165" h="6164" extrusionOk="0">
                  <a:moveTo>
                    <a:pt x="3082" y="1"/>
                  </a:moveTo>
                  <a:cubicBezTo>
                    <a:pt x="1379" y="1"/>
                    <a:pt x="1" y="1379"/>
                    <a:pt x="1" y="3082"/>
                  </a:cubicBezTo>
                  <a:cubicBezTo>
                    <a:pt x="1" y="4786"/>
                    <a:pt x="1379" y="6164"/>
                    <a:pt x="3082" y="6164"/>
                  </a:cubicBezTo>
                  <a:cubicBezTo>
                    <a:pt x="4786" y="6164"/>
                    <a:pt x="6164" y="4786"/>
                    <a:pt x="6164" y="3082"/>
                  </a:cubicBezTo>
                  <a:cubicBezTo>
                    <a:pt x="6164" y="1379"/>
                    <a:pt x="4786" y="1"/>
                    <a:pt x="308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19" name="Google Shape;9119;p63"/>
            <p:cNvSpPr/>
            <p:nvPr/>
          </p:nvSpPr>
          <p:spPr>
            <a:xfrm>
              <a:off x="4942596" y="1568577"/>
              <a:ext cx="129462" cy="161840"/>
            </a:xfrm>
            <a:custGeom>
              <a:avLst/>
              <a:gdLst/>
              <a:ahLst/>
              <a:cxnLst/>
              <a:rect l="l" t="t" r="r" b="b"/>
              <a:pathLst>
                <a:path w="4930" h="6163" extrusionOk="0">
                  <a:moveTo>
                    <a:pt x="1849" y="0"/>
                  </a:moveTo>
                  <a:cubicBezTo>
                    <a:pt x="1690" y="0"/>
                    <a:pt x="1530" y="13"/>
                    <a:pt x="1369" y="38"/>
                  </a:cubicBezTo>
                  <a:cubicBezTo>
                    <a:pt x="154" y="268"/>
                    <a:pt x="1" y="2038"/>
                    <a:pt x="1235" y="2411"/>
                  </a:cubicBezTo>
                  <a:lnTo>
                    <a:pt x="1264" y="2421"/>
                  </a:lnTo>
                  <a:lnTo>
                    <a:pt x="1570" y="6153"/>
                  </a:lnTo>
                  <a:cubicBezTo>
                    <a:pt x="1657" y="6163"/>
                    <a:pt x="1752" y="6163"/>
                    <a:pt x="1838" y="6163"/>
                  </a:cubicBezTo>
                  <a:cubicBezTo>
                    <a:pt x="3542" y="6163"/>
                    <a:pt x="4920" y="4785"/>
                    <a:pt x="4920" y="3081"/>
                  </a:cubicBezTo>
                  <a:cubicBezTo>
                    <a:pt x="4930" y="2450"/>
                    <a:pt x="4729" y="1818"/>
                    <a:pt x="4355" y="1311"/>
                  </a:cubicBezTo>
                  <a:cubicBezTo>
                    <a:pt x="3778" y="478"/>
                    <a:pt x="2839" y="0"/>
                    <a:pt x="184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0" name="Google Shape;9120;p63"/>
            <p:cNvSpPr/>
            <p:nvPr/>
          </p:nvSpPr>
          <p:spPr>
            <a:xfrm>
              <a:off x="4885060" y="1736693"/>
              <a:ext cx="211629" cy="124682"/>
            </a:xfrm>
            <a:custGeom>
              <a:avLst/>
              <a:gdLst/>
              <a:ahLst/>
              <a:cxnLst/>
              <a:rect l="l" t="t" r="r" b="b"/>
              <a:pathLst>
                <a:path w="8059" h="4748" extrusionOk="0">
                  <a:moveTo>
                    <a:pt x="2843" y="0"/>
                  </a:moveTo>
                  <a:lnTo>
                    <a:pt x="2843" y="1043"/>
                  </a:lnTo>
                  <a:cubicBezTo>
                    <a:pt x="2843" y="1235"/>
                    <a:pt x="2737" y="1397"/>
                    <a:pt x="2565" y="1474"/>
                  </a:cubicBezTo>
                  <a:lnTo>
                    <a:pt x="565" y="2354"/>
                  </a:lnTo>
                  <a:cubicBezTo>
                    <a:pt x="220" y="2508"/>
                    <a:pt x="0" y="2852"/>
                    <a:pt x="0" y="3225"/>
                  </a:cubicBezTo>
                  <a:lnTo>
                    <a:pt x="0" y="4508"/>
                  </a:lnTo>
                  <a:cubicBezTo>
                    <a:pt x="0" y="4632"/>
                    <a:pt x="106" y="4737"/>
                    <a:pt x="240" y="4747"/>
                  </a:cubicBezTo>
                  <a:lnTo>
                    <a:pt x="7819" y="4747"/>
                  </a:lnTo>
                  <a:cubicBezTo>
                    <a:pt x="7953" y="4747"/>
                    <a:pt x="8058" y="4632"/>
                    <a:pt x="8058" y="4508"/>
                  </a:cubicBezTo>
                  <a:lnTo>
                    <a:pt x="8058" y="3225"/>
                  </a:lnTo>
                  <a:cubicBezTo>
                    <a:pt x="8058" y="2852"/>
                    <a:pt x="7838" y="2508"/>
                    <a:pt x="7494" y="2354"/>
                  </a:cubicBezTo>
                  <a:lnTo>
                    <a:pt x="5503" y="1474"/>
                  </a:lnTo>
                  <a:cubicBezTo>
                    <a:pt x="5331" y="1397"/>
                    <a:pt x="5216" y="1225"/>
                    <a:pt x="5216" y="1043"/>
                  </a:cubicBezTo>
                  <a:lnTo>
                    <a:pt x="5216"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1" name="Google Shape;9121;p63"/>
            <p:cNvSpPr/>
            <p:nvPr/>
          </p:nvSpPr>
          <p:spPr>
            <a:xfrm>
              <a:off x="4885060" y="1781414"/>
              <a:ext cx="211892" cy="79962"/>
            </a:xfrm>
            <a:custGeom>
              <a:avLst/>
              <a:gdLst/>
              <a:ahLst/>
              <a:cxnLst/>
              <a:rect l="l" t="t" r="r" b="b"/>
              <a:pathLst>
                <a:path w="8069" h="3045" extrusionOk="0">
                  <a:moveTo>
                    <a:pt x="2039" y="1"/>
                  </a:moveTo>
                  <a:lnTo>
                    <a:pt x="565" y="651"/>
                  </a:lnTo>
                  <a:cubicBezTo>
                    <a:pt x="220" y="805"/>
                    <a:pt x="0" y="1149"/>
                    <a:pt x="0" y="1522"/>
                  </a:cubicBezTo>
                  <a:lnTo>
                    <a:pt x="0" y="2805"/>
                  </a:lnTo>
                  <a:cubicBezTo>
                    <a:pt x="0" y="2929"/>
                    <a:pt x="106" y="3044"/>
                    <a:pt x="240" y="3044"/>
                  </a:cubicBezTo>
                  <a:lnTo>
                    <a:pt x="7829" y="3044"/>
                  </a:lnTo>
                  <a:cubicBezTo>
                    <a:pt x="7953" y="3044"/>
                    <a:pt x="8068" y="2929"/>
                    <a:pt x="8068" y="2805"/>
                  </a:cubicBezTo>
                  <a:lnTo>
                    <a:pt x="8068" y="1522"/>
                  </a:lnTo>
                  <a:cubicBezTo>
                    <a:pt x="8058" y="1149"/>
                    <a:pt x="7838" y="805"/>
                    <a:pt x="7494" y="651"/>
                  </a:cubicBezTo>
                  <a:lnTo>
                    <a:pt x="6020" y="1"/>
                  </a:lnTo>
                  <a:cubicBezTo>
                    <a:pt x="5671" y="919"/>
                    <a:pt x="4850" y="1379"/>
                    <a:pt x="4029" y="1379"/>
                  </a:cubicBezTo>
                  <a:cubicBezTo>
                    <a:pt x="3209" y="1379"/>
                    <a:pt x="2388" y="919"/>
                    <a:pt x="20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2" name="Google Shape;9122;p63"/>
            <p:cNvSpPr/>
            <p:nvPr/>
          </p:nvSpPr>
          <p:spPr>
            <a:xfrm>
              <a:off x="4959691" y="1736693"/>
              <a:ext cx="62368" cy="24894"/>
            </a:xfrm>
            <a:custGeom>
              <a:avLst/>
              <a:gdLst/>
              <a:ahLst/>
              <a:cxnLst/>
              <a:rect l="l" t="t" r="r" b="b"/>
              <a:pathLst>
                <a:path w="2375" h="948" extrusionOk="0">
                  <a:moveTo>
                    <a:pt x="1" y="0"/>
                  </a:moveTo>
                  <a:lnTo>
                    <a:pt x="1" y="689"/>
                  </a:lnTo>
                  <a:cubicBezTo>
                    <a:pt x="379" y="862"/>
                    <a:pt x="783" y="948"/>
                    <a:pt x="1187" y="948"/>
                  </a:cubicBezTo>
                  <a:cubicBezTo>
                    <a:pt x="1592" y="948"/>
                    <a:pt x="1996" y="862"/>
                    <a:pt x="2374" y="689"/>
                  </a:cubicBezTo>
                  <a:lnTo>
                    <a:pt x="2374"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3" name="Google Shape;9123;p63"/>
            <p:cNvSpPr/>
            <p:nvPr/>
          </p:nvSpPr>
          <p:spPr>
            <a:xfrm>
              <a:off x="4928520" y="1631994"/>
              <a:ext cx="124682" cy="117146"/>
            </a:xfrm>
            <a:custGeom>
              <a:avLst/>
              <a:gdLst/>
              <a:ahLst/>
              <a:cxnLst/>
              <a:rect l="l" t="t" r="r" b="b"/>
              <a:pathLst>
                <a:path w="4748" h="4461" extrusionOk="0">
                  <a:moveTo>
                    <a:pt x="1730" y="1"/>
                  </a:moveTo>
                  <a:cubicBezTo>
                    <a:pt x="1553" y="1"/>
                    <a:pt x="1387" y="94"/>
                    <a:pt x="1303" y="255"/>
                  </a:cubicBezTo>
                  <a:cubicBezTo>
                    <a:pt x="1054" y="762"/>
                    <a:pt x="671" y="1183"/>
                    <a:pt x="202" y="1489"/>
                  </a:cubicBezTo>
                  <a:cubicBezTo>
                    <a:pt x="78" y="1575"/>
                    <a:pt x="1" y="1719"/>
                    <a:pt x="1" y="1872"/>
                  </a:cubicBezTo>
                  <a:lnTo>
                    <a:pt x="1" y="2006"/>
                  </a:lnTo>
                  <a:cubicBezTo>
                    <a:pt x="1" y="3269"/>
                    <a:pt x="958" y="4370"/>
                    <a:pt x="2212" y="4456"/>
                  </a:cubicBezTo>
                  <a:cubicBezTo>
                    <a:pt x="2263" y="4459"/>
                    <a:pt x="2314" y="4461"/>
                    <a:pt x="2364" y="4461"/>
                  </a:cubicBezTo>
                  <a:cubicBezTo>
                    <a:pt x="3665" y="4461"/>
                    <a:pt x="4739" y="3410"/>
                    <a:pt x="4748" y="2092"/>
                  </a:cubicBezTo>
                  <a:lnTo>
                    <a:pt x="4748" y="1671"/>
                  </a:lnTo>
                  <a:cubicBezTo>
                    <a:pt x="4748" y="1470"/>
                    <a:pt x="4652" y="1279"/>
                    <a:pt x="4509" y="1145"/>
                  </a:cubicBezTo>
                  <a:cubicBezTo>
                    <a:pt x="4126" y="810"/>
                    <a:pt x="3274" y="226"/>
                    <a:pt x="1800" y="6"/>
                  </a:cubicBezTo>
                  <a:cubicBezTo>
                    <a:pt x="1777" y="3"/>
                    <a:pt x="1753" y="1"/>
                    <a:pt x="1730"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4" name="Google Shape;9124;p63"/>
            <p:cNvSpPr/>
            <p:nvPr/>
          </p:nvSpPr>
          <p:spPr>
            <a:xfrm>
              <a:off x="4928520" y="1632178"/>
              <a:ext cx="121925" cy="116594"/>
            </a:xfrm>
            <a:custGeom>
              <a:avLst/>
              <a:gdLst/>
              <a:ahLst/>
              <a:cxnLst/>
              <a:rect l="l" t="t" r="r" b="b"/>
              <a:pathLst>
                <a:path w="4643" h="4440" extrusionOk="0">
                  <a:moveTo>
                    <a:pt x="1717" y="1"/>
                  </a:moveTo>
                  <a:cubicBezTo>
                    <a:pt x="1546" y="1"/>
                    <a:pt x="1385" y="101"/>
                    <a:pt x="1303" y="257"/>
                  </a:cubicBezTo>
                  <a:cubicBezTo>
                    <a:pt x="1264" y="343"/>
                    <a:pt x="1216" y="430"/>
                    <a:pt x="1169" y="506"/>
                  </a:cubicBezTo>
                  <a:cubicBezTo>
                    <a:pt x="920" y="899"/>
                    <a:pt x="594" y="1234"/>
                    <a:pt x="212" y="1492"/>
                  </a:cubicBezTo>
                  <a:cubicBezTo>
                    <a:pt x="78" y="1578"/>
                    <a:pt x="1" y="1722"/>
                    <a:pt x="11" y="1875"/>
                  </a:cubicBezTo>
                  <a:lnTo>
                    <a:pt x="11" y="2009"/>
                  </a:lnTo>
                  <a:cubicBezTo>
                    <a:pt x="11" y="3224"/>
                    <a:pt x="891" y="4296"/>
                    <a:pt x="2087" y="4440"/>
                  </a:cubicBezTo>
                  <a:cubicBezTo>
                    <a:pt x="1666" y="3999"/>
                    <a:pt x="1427" y="3416"/>
                    <a:pt x="1427" y="2803"/>
                  </a:cubicBezTo>
                  <a:lnTo>
                    <a:pt x="1427" y="1310"/>
                  </a:lnTo>
                  <a:cubicBezTo>
                    <a:pt x="1427" y="1061"/>
                    <a:pt x="1609" y="860"/>
                    <a:pt x="1858" y="832"/>
                  </a:cubicBezTo>
                  <a:cubicBezTo>
                    <a:pt x="2022" y="817"/>
                    <a:pt x="2187" y="809"/>
                    <a:pt x="2352" y="809"/>
                  </a:cubicBezTo>
                  <a:cubicBezTo>
                    <a:pt x="3138" y="809"/>
                    <a:pt x="3923" y="978"/>
                    <a:pt x="4643" y="1310"/>
                  </a:cubicBezTo>
                  <a:cubicBezTo>
                    <a:pt x="4604" y="1243"/>
                    <a:pt x="4556" y="1186"/>
                    <a:pt x="4509" y="1138"/>
                  </a:cubicBezTo>
                  <a:cubicBezTo>
                    <a:pt x="4126" y="812"/>
                    <a:pt x="3274" y="229"/>
                    <a:pt x="1800" y="9"/>
                  </a:cubicBezTo>
                  <a:cubicBezTo>
                    <a:pt x="1772" y="3"/>
                    <a:pt x="1745" y="1"/>
                    <a:pt x="1717"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5" name="Google Shape;9125;p63"/>
            <p:cNvSpPr/>
            <p:nvPr/>
          </p:nvSpPr>
          <p:spPr>
            <a:xfrm>
              <a:off x="4885060" y="1802028"/>
              <a:ext cx="43487" cy="59348"/>
            </a:xfrm>
            <a:custGeom>
              <a:avLst/>
              <a:gdLst/>
              <a:ahLst/>
              <a:cxnLst/>
              <a:rect l="l" t="t" r="r" b="b"/>
              <a:pathLst>
                <a:path w="1656" h="2260" extrusionOk="0">
                  <a:moveTo>
                    <a:pt x="354" y="0"/>
                  </a:moveTo>
                  <a:cubicBezTo>
                    <a:pt x="125" y="182"/>
                    <a:pt x="0" y="450"/>
                    <a:pt x="0" y="737"/>
                  </a:cubicBezTo>
                  <a:lnTo>
                    <a:pt x="0" y="2020"/>
                  </a:lnTo>
                  <a:cubicBezTo>
                    <a:pt x="0" y="2144"/>
                    <a:pt x="106" y="2259"/>
                    <a:pt x="240" y="2259"/>
                  </a:cubicBezTo>
                  <a:lnTo>
                    <a:pt x="1656" y="2259"/>
                  </a:lnTo>
                  <a:lnTo>
                    <a:pt x="1656" y="1599"/>
                  </a:lnTo>
                  <a:cubicBezTo>
                    <a:pt x="1656" y="1417"/>
                    <a:pt x="1579" y="1235"/>
                    <a:pt x="1445" y="1101"/>
                  </a:cubicBezTo>
                  <a:lnTo>
                    <a:pt x="354"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6" name="Google Shape;9126;p63"/>
            <p:cNvSpPr/>
            <p:nvPr/>
          </p:nvSpPr>
          <p:spPr>
            <a:xfrm>
              <a:off x="5053177" y="1802028"/>
              <a:ext cx="43775" cy="59348"/>
            </a:xfrm>
            <a:custGeom>
              <a:avLst/>
              <a:gdLst/>
              <a:ahLst/>
              <a:cxnLst/>
              <a:rect l="l" t="t" r="r" b="b"/>
              <a:pathLst>
                <a:path w="1667" h="2260" extrusionOk="0">
                  <a:moveTo>
                    <a:pt x="1312" y="0"/>
                  </a:moveTo>
                  <a:lnTo>
                    <a:pt x="211" y="1101"/>
                  </a:lnTo>
                  <a:cubicBezTo>
                    <a:pt x="77" y="1235"/>
                    <a:pt x="1" y="1417"/>
                    <a:pt x="1" y="1599"/>
                  </a:cubicBezTo>
                  <a:lnTo>
                    <a:pt x="1" y="2259"/>
                  </a:lnTo>
                  <a:lnTo>
                    <a:pt x="1427" y="2259"/>
                  </a:lnTo>
                  <a:cubicBezTo>
                    <a:pt x="1561" y="2259"/>
                    <a:pt x="1666" y="2144"/>
                    <a:pt x="1666" y="2020"/>
                  </a:cubicBezTo>
                  <a:lnTo>
                    <a:pt x="1666" y="737"/>
                  </a:lnTo>
                  <a:cubicBezTo>
                    <a:pt x="1666" y="450"/>
                    <a:pt x="1532" y="182"/>
                    <a:pt x="13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7" name="Google Shape;9127;p63"/>
            <p:cNvSpPr/>
            <p:nvPr/>
          </p:nvSpPr>
          <p:spPr>
            <a:xfrm>
              <a:off x="5096663" y="1537642"/>
              <a:ext cx="174183" cy="181982"/>
            </a:xfrm>
            <a:custGeom>
              <a:avLst/>
              <a:gdLst/>
              <a:ahLst/>
              <a:cxnLst/>
              <a:rect l="l" t="t" r="r" b="b"/>
              <a:pathLst>
                <a:path w="6633" h="6930" extrusionOk="0">
                  <a:moveTo>
                    <a:pt x="709" y="1"/>
                  </a:moveTo>
                  <a:cubicBezTo>
                    <a:pt x="316" y="1"/>
                    <a:pt x="0" y="316"/>
                    <a:pt x="0" y="709"/>
                  </a:cubicBezTo>
                  <a:lnTo>
                    <a:pt x="0" y="4499"/>
                  </a:lnTo>
                  <a:cubicBezTo>
                    <a:pt x="0" y="4891"/>
                    <a:pt x="316" y="5207"/>
                    <a:pt x="709" y="5207"/>
                  </a:cubicBezTo>
                  <a:lnTo>
                    <a:pt x="1426" y="5207"/>
                  </a:lnTo>
                  <a:lnTo>
                    <a:pt x="1025" y="6786"/>
                  </a:lnTo>
                  <a:cubicBezTo>
                    <a:pt x="1017" y="6866"/>
                    <a:pt x="1082" y="6930"/>
                    <a:pt x="1152" y="6930"/>
                  </a:cubicBezTo>
                  <a:cubicBezTo>
                    <a:pt x="1174" y="6930"/>
                    <a:pt x="1196" y="6924"/>
                    <a:pt x="1216" y="6910"/>
                  </a:cubicBezTo>
                  <a:lnTo>
                    <a:pt x="3561" y="5207"/>
                  </a:lnTo>
                  <a:lnTo>
                    <a:pt x="5925" y="5207"/>
                  </a:lnTo>
                  <a:cubicBezTo>
                    <a:pt x="6317" y="5207"/>
                    <a:pt x="6633" y="4891"/>
                    <a:pt x="6633" y="4499"/>
                  </a:cubicBezTo>
                  <a:lnTo>
                    <a:pt x="6633" y="709"/>
                  </a:lnTo>
                  <a:cubicBezTo>
                    <a:pt x="6633" y="316"/>
                    <a:pt x="6317" y="1"/>
                    <a:pt x="592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8" name="Google Shape;9128;p63"/>
            <p:cNvSpPr/>
            <p:nvPr/>
          </p:nvSpPr>
          <p:spPr>
            <a:xfrm>
              <a:off x="5121531" y="1537380"/>
              <a:ext cx="136499" cy="93407"/>
            </a:xfrm>
            <a:custGeom>
              <a:avLst/>
              <a:gdLst/>
              <a:ahLst/>
              <a:cxnLst/>
              <a:rect l="l" t="t" r="r" b="b"/>
              <a:pathLst>
                <a:path w="5198" h="3557" extrusionOk="0">
                  <a:moveTo>
                    <a:pt x="326" y="1"/>
                  </a:moveTo>
                  <a:cubicBezTo>
                    <a:pt x="116" y="365"/>
                    <a:pt x="1" y="776"/>
                    <a:pt x="1" y="1188"/>
                  </a:cubicBezTo>
                  <a:cubicBezTo>
                    <a:pt x="9" y="2532"/>
                    <a:pt x="1105" y="3557"/>
                    <a:pt x="2370" y="3557"/>
                  </a:cubicBezTo>
                  <a:cubicBezTo>
                    <a:pt x="2572" y="3557"/>
                    <a:pt x="2779" y="3530"/>
                    <a:pt x="2987" y="3475"/>
                  </a:cubicBezTo>
                  <a:cubicBezTo>
                    <a:pt x="4489" y="3073"/>
                    <a:pt x="5198" y="1350"/>
                    <a:pt x="4432" y="1"/>
                  </a:cubicBez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29" name="Google Shape;9129;p63"/>
            <p:cNvSpPr/>
            <p:nvPr/>
          </p:nvSpPr>
          <p:spPr>
            <a:xfrm>
              <a:off x="5177596" y="1630681"/>
              <a:ext cx="12579" cy="25105"/>
            </a:xfrm>
            <a:custGeom>
              <a:avLst/>
              <a:gdLst/>
              <a:ahLst/>
              <a:cxnLst/>
              <a:rect l="l" t="t" r="r" b="b"/>
              <a:pathLst>
                <a:path w="479" h="956" extrusionOk="0">
                  <a:moveTo>
                    <a:pt x="239" y="1"/>
                  </a:moveTo>
                  <a:cubicBezTo>
                    <a:pt x="120" y="1"/>
                    <a:pt x="0" y="80"/>
                    <a:pt x="0" y="238"/>
                  </a:cubicBezTo>
                  <a:lnTo>
                    <a:pt x="0" y="716"/>
                  </a:lnTo>
                  <a:cubicBezTo>
                    <a:pt x="0" y="850"/>
                    <a:pt x="105" y="956"/>
                    <a:pt x="239" y="956"/>
                  </a:cubicBezTo>
                  <a:cubicBezTo>
                    <a:pt x="373" y="956"/>
                    <a:pt x="479" y="850"/>
                    <a:pt x="479" y="716"/>
                  </a:cubicBezTo>
                  <a:lnTo>
                    <a:pt x="479" y="238"/>
                  </a:lnTo>
                  <a:cubicBezTo>
                    <a:pt x="479" y="80"/>
                    <a:pt x="359" y="1"/>
                    <a:pt x="239"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0" name="Google Shape;9130;p63"/>
            <p:cNvSpPr/>
            <p:nvPr/>
          </p:nvSpPr>
          <p:spPr>
            <a:xfrm>
              <a:off x="5134110" y="1518788"/>
              <a:ext cx="99552" cy="99552"/>
            </a:xfrm>
            <a:custGeom>
              <a:avLst/>
              <a:gdLst/>
              <a:ahLst/>
              <a:cxnLst/>
              <a:rect l="l" t="t" r="r" b="b"/>
              <a:pathLst>
                <a:path w="3791" h="3791" extrusionOk="0">
                  <a:moveTo>
                    <a:pt x="1895" y="1"/>
                  </a:moveTo>
                  <a:cubicBezTo>
                    <a:pt x="843" y="1"/>
                    <a:pt x="0" y="853"/>
                    <a:pt x="0" y="1896"/>
                  </a:cubicBezTo>
                  <a:cubicBezTo>
                    <a:pt x="0" y="2948"/>
                    <a:pt x="843" y="3791"/>
                    <a:pt x="1895" y="3791"/>
                  </a:cubicBezTo>
                  <a:cubicBezTo>
                    <a:pt x="2939" y="3791"/>
                    <a:pt x="3790" y="2948"/>
                    <a:pt x="3790" y="1896"/>
                  </a:cubicBezTo>
                  <a:cubicBezTo>
                    <a:pt x="3790" y="853"/>
                    <a:pt x="2939" y="1"/>
                    <a:pt x="1895"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1" name="Google Shape;9131;p63"/>
            <p:cNvSpPr/>
            <p:nvPr/>
          </p:nvSpPr>
          <p:spPr>
            <a:xfrm>
              <a:off x="5146426" y="1531366"/>
              <a:ext cx="74657" cy="74657"/>
            </a:xfrm>
            <a:custGeom>
              <a:avLst/>
              <a:gdLst/>
              <a:ahLst/>
              <a:cxnLst/>
              <a:rect l="l" t="t" r="r" b="b"/>
              <a:pathLst>
                <a:path w="2843" h="2843" extrusionOk="0">
                  <a:moveTo>
                    <a:pt x="1426" y="0"/>
                  </a:moveTo>
                  <a:cubicBezTo>
                    <a:pt x="642" y="0"/>
                    <a:pt x="0" y="632"/>
                    <a:pt x="0" y="1417"/>
                  </a:cubicBezTo>
                  <a:cubicBezTo>
                    <a:pt x="0" y="2201"/>
                    <a:pt x="642" y="2843"/>
                    <a:pt x="1426" y="2843"/>
                  </a:cubicBezTo>
                  <a:cubicBezTo>
                    <a:pt x="2211" y="2843"/>
                    <a:pt x="2843" y="2201"/>
                    <a:pt x="2843" y="1417"/>
                  </a:cubicBezTo>
                  <a:cubicBezTo>
                    <a:pt x="2843" y="632"/>
                    <a:pt x="2211" y="0"/>
                    <a:pt x="1426"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2" name="Google Shape;9132;p63"/>
            <p:cNvSpPr/>
            <p:nvPr/>
          </p:nvSpPr>
          <p:spPr>
            <a:xfrm>
              <a:off x="5158558" y="1562379"/>
              <a:ext cx="50708" cy="55960"/>
            </a:xfrm>
            <a:custGeom>
              <a:avLst/>
              <a:gdLst/>
              <a:ahLst/>
              <a:cxnLst/>
              <a:rect l="l" t="t" r="r" b="b"/>
              <a:pathLst>
                <a:path w="1931" h="2131" extrusionOk="0">
                  <a:moveTo>
                    <a:pt x="1672" y="0"/>
                  </a:moveTo>
                  <a:cubicBezTo>
                    <a:pt x="1565" y="0"/>
                    <a:pt x="1468" y="80"/>
                    <a:pt x="1443" y="188"/>
                  </a:cubicBezTo>
                  <a:lnTo>
                    <a:pt x="1424" y="236"/>
                  </a:lnTo>
                  <a:lnTo>
                    <a:pt x="486" y="236"/>
                  </a:lnTo>
                  <a:lnTo>
                    <a:pt x="476" y="188"/>
                  </a:lnTo>
                  <a:cubicBezTo>
                    <a:pt x="437" y="81"/>
                    <a:pt x="347" y="33"/>
                    <a:pt x="257" y="33"/>
                  </a:cubicBezTo>
                  <a:cubicBezTo>
                    <a:pt x="128" y="33"/>
                    <a:pt x="0" y="130"/>
                    <a:pt x="17" y="293"/>
                  </a:cubicBezTo>
                  <a:lnTo>
                    <a:pt x="409" y="2054"/>
                  </a:lnTo>
                  <a:cubicBezTo>
                    <a:pt x="572" y="2102"/>
                    <a:pt x="744" y="2121"/>
                    <a:pt x="917" y="2131"/>
                  </a:cubicBezTo>
                  <a:lnTo>
                    <a:pt x="601" y="705"/>
                  </a:lnTo>
                  <a:lnTo>
                    <a:pt x="1328" y="705"/>
                  </a:lnTo>
                  <a:lnTo>
                    <a:pt x="1012" y="2131"/>
                  </a:lnTo>
                  <a:cubicBezTo>
                    <a:pt x="1185" y="2121"/>
                    <a:pt x="1347" y="2102"/>
                    <a:pt x="1510" y="2054"/>
                  </a:cubicBezTo>
                  <a:lnTo>
                    <a:pt x="1902" y="284"/>
                  </a:lnTo>
                  <a:cubicBezTo>
                    <a:pt x="1931" y="159"/>
                    <a:pt x="1845" y="35"/>
                    <a:pt x="1720" y="6"/>
                  </a:cubicBezTo>
                  <a:cubicBezTo>
                    <a:pt x="1704" y="2"/>
                    <a:pt x="1688" y="0"/>
                    <a:pt x="167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3" name="Google Shape;9133;p63"/>
            <p:cNvSpPr/>
            <p:nvPr/>
          </p:nvSpPr>
          <p:spPr>
            <a:xfrm>
              <a:off x="5165281" y="1614794"/>
              <a:ext cx="37473" cy="28676"/>
            </a:xfrm>
            <a:custGeom>
              <a:avLst/>
              <a:gdLst/>
              <a:ahLst/>
              <a:cxnLst/>
              <a:rect l="l" t="t" r="r" b="b"/>
              <a:pathLst>
                <a:path w="1427" h="1092" extrusionOk="0">
                  <a:moveTo>
                    <a:pt x="0" y="1"/>
                  </a:moveTo>
                  <a:lnTo>
                    <a:pt x="0" y="852"/>
                  </a:lnTo>
                  <a:cubicBezTo>
                    <a:pt x="0" y="986"/>
                    <a:pt x="105" y="1092"/>
                    <a:pt x="239" y="1092"/>
                  </a:cubicBezTo>
                  <a:lnTo>
                    <a:pt x="1187" y="1092"/>
                  </a:lnTo>
                  <a:cubicBezTo>
                    <a:pt x="1311" y="1092"/>
                    <a:pt x="1426" y="986"/>
                    <a:pt x="1426" y="852"/>
                  </a:cubicBezTo>
                  <a:lnTo>
                    <a:pt x="1426"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4" name="Google Shape;9134;p63"/>
            <p:cNvSpPr/>
            <p:nvPr/>
          </p:nvSpPr>
          <p:spPr>
            <a:xfrm>
              <a:off x="5165018" y="1614794"/>
              <a:ext cx="18881" cy="28676"/>
            </a:xfrm>
            <a:custGeom>
              <a:avLst/>
              <a:gdLst/>
              <a:ahLst/>
              <a:cxnLst/>
              <a:rect l="l" t="t" r="r" b="b"/>
              <a:pathLst>
                <a:path w="719" h="1092" extrusionOk="0">
                  <a:moveTo>
                    <a:pt x="1" y="1"/>
                  </a:moveTo>
                  <a:lnTo>
                    <a:pt x="1" y="852"/>
                  </a:lnTo>
                  <a:cubicBezTo>
                    <a:pt x="1" y="986"/>
                    <a:pt x="106" y="1092"/>
                    <a:pt x="240" y="1092"/>
                  </a:cubicBezTo>
                  <a:lnTo>
                    <a:pt x="718" y="1092"/>
                  </a:lnTo>
                  <a:cubicBezTo>
                    <a:pt x="584" y="1092"/>
                    <a:pt x="479" y="986"/>
                    <a:pt x="479" y="852"/>
                  </a:cubicBezTo>
                  <a:lnTo>
                    <a:pt x="479" y="1"/>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35" name="Google Shape;9135;p63"/>
          <p:cNvGrpSpPr/>
          <p:nvPr/>
        </p:nvGrpSpPr>
        <p:grpSpPr>
          <a:xfrm>
            <a:off x="5389865" y="1362133"/>
            <a:ext cx="249076" cy="351096"/>
            <a:chOff x="5394478" y="1514533"/>
            <a:chExt cx="249076" cy="351096"/>
          </a:xfrm>
        </p:grpSpPr>
        <p:sp>
          <p:nvSpPr>
            <p:cNvPr id="9136" name="Google Shape;9136;p63"/>
            <p:cNvSpPr/>
            <p:nvPr/>
          </p:nvSpPr>
          <p:spPr>
            <a:xfrm>
              <a:off x="5394478" y="1537143"/>
              <a:ext cx="249076" cy="328486"/>
            </a:xfrm>
            <a:custGeom>
              <a:avLst/>
              <a:gdLst/>
              <a:ahLst/>
              <a:cxnLst/>
              <a:rect l="l" t="t" r="r" b="b"/>
              <a:pathLst>
                <a:path w="9485" h="12509" extrusionOk="0">
                  <a:moveTo>
                    <a:pt x="651" y="0"/>
                  </a:moveTo>
                  <a:cubicBezTo>
                    <a:pt x="287" y="0"/>
                    <a:pt x="0" y="288"/>
                    <a:pt x="0" y="651"/>
                  </a:cubicBezTo>
                  <a:lnTo>
                    <a:pt x="0" y="11868"/>
                  </a:lnTo>
                  <a:cubicBezTo>
                    <a:pt x="0" y="12222"/>
                    <a:pt x="287" y="12509"/>
                    <a:pt x="651" y="12509"/>
                  </a:cubicBezTo>
                  <a:lnTo>
                    <a:pt x="8843" y="12509"/>
                  </a:lnTo>
                  <a:cubicBezTo>
                    <a:pt x="9197" y="12509"/>
                    <a:pt x="9484" y="12222"/>
                    <a:pt x="9484" y="11868"/>
                  </a:cubicBezTo>
                  <a:lnTo>
                    <a:pt x="9484" y="642"/>
                  </a:lnTo>
                  <a:cubicBezTo>
                    <a:pt x="9484" y="288"/>
                    <a:pt x="9197" y="0"/>
                    <a:pt x="8843" y="0"/>
                  </a:cubicBezTo>
                  <a:lnTo>
                    <a:pt x="5398" y="0"/>
                  </a:lnTo>
                  <a:cubicBezTo>
                    <a:pt x="5398" y="354"/>
                    <a:pt x="5101" y="642"/>
                    <a:pt x="4747" y="642"/>
                  </a:cubicBezTo>
                  <a:cubicBezTo>
                    <a:pt x="4393" y="642"/>
                    <a:pt x="4096" y="354"/>
                    <a:pt x="409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7" name="Google Shape;9137;p63"/>
            <p:cNvSpPr/>
            <p:nvPr/>
          </p:nvSpPr>
          <p:spPr>
            <a:xfrm>
              <a:off x="5405770" y="1537143"/>
              <a:ext cx="226729" cy="305876"/>
            </a:xfrm>
            <a:custGeom>
              <a:avLst/>
              <a:gdLst/>
              <a:ahLst/>
              <a:cxnLst/>
              <a:rect l="l" t="t" r="r" b="b"/>
              <a:pathLst>
                <a:path w="8634" h="11648" extrusionOk="0">
                  <a:moveTo>
                    <a:pt x="1944" y="0"/>
                  </a:moveTo>
                  <a:lnTo>
                    <a:pt x="1944" y="211"/>
                  </a:lnTo>
                  <a:cubicBezTo>
                    <a:pt x="1944" y="335"/>
                    <a:pt x="1848" y="431"/>
                    <a:pt x="1733" y="431"/>
                  </a:cubicBezTo>
                  <a:lnTo>
                    <a:pt x="432" y="431"/>
                  </a:lnTo>
                  <a:cubicBezTo>
                    <a:pt x="192" y="431"/>
                    <a:pt x="1" y="622"/>
                    <a:pt x="1" y="862"/>
                  </a:cubicBezTo>
                  <a:lnTo>
                    <a:pt x="1" y="11217"/>
                  </a:lnTo>
                  <a:cubicBezTo>
                    <a:pt x="1" y="11456"/>
                    <a:pt x="192" y="11647"/>
                    <a:pt x="432" y="11647"/>
                  </a:cubicBezTo>
                  <a:lnTo>
                    <a:pt x="8193" y="11647"/>
                  </a:lnTo>
                  <a:cubicBezTo>
                    <a:pt x="8432" y="11647"/>
                    <a:pt x="8633" y="11456"/>
                    <a:pt x="8633" y="11217"/>
                  </a:cubicBezTo>
                  <a:lnTo>
                    <a:pt x="8633" y="862"/>
                  </a:lnTo>
                  <a:cubicBezTo>
                    <a:pt x="8624" y="622"/>
                    <a:pt x="8432" y="431"/>
                    <a:pt x="8203" y="431"/>
                  </a:cubicBezTo>
                  <a:lnTo>
                    <a:pt x="6901" y="431"/>
                  </a:lnTo>
                  <a:cubicBezTo>
                    <a:pt x="6786" y="431"/>
                    <a:pt x="6691" y="335"/>
                    <a:pt x="6691" y="211"/>
                  </a:cubicBezTo>
                  <a:lnTo>
                    <a:pt x="6691" y="0"/>
                  </a:lnTo>
                  <a:lnTo>
                    <a:pt x="4968" y="0"/>
                  </a:lnTo>
                  <a:cubicBezTo>
                    <a:pt x="4968" y="354"/>
                    <a:pt x="4671" y="651"/>
                    <a:pt x="4317" y="651"/>
                  </a:cubicBezTo>
                  <a:cubicBezTo>
                    <a:pt x="3963" y="651"/>
                    <a:pt x="3666" y="354"/>
                    <a:pt x="3666"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8" name="Google Shape;9138;p63"/>
            <p:cNvSpPr/>
            <p:nvPr/>
          </p:nvSpPr>
          <p:spPr>
            <a:xfrm>
              <a:off x="5417088" y="1559753"/>
              <a:ext cx="203856" cy="271949"/>
            </a:xfrm>
            <a:custGeom>
              <a:avLst/>
              <a:gdLst/>
              <a:ahLst/>
              <a:cxnLst/>
              <a:rect l="l" t="t" r="r" b="b"/>
              <a:pathLst>
                <a:path w="7763" h="10356" extrusionOk="0">
                  <a:moveTo>
                    <a:pt x="211" y="1"/>
                  </a:moveTo>
                  <a:cubicBezTo>
                    <a:pt x="96" y="1"/>
                    <a:pt x="1" y="96"/>
                    <a:pt x="1" y="221"/>
                  </a:cubicBezTo>
                  <a:lnTo>
                    <a:pt x="1" y="10136"/>
                  </a:lnTo>
                  <a:cubicBezTo>
                    <a:pt x="1" y="10250"/>
                    <a:pt x="96" y="10356"/>
                    <a:pt x="211" y="10356"/>
                  </a:cubicBezTo>
                  <a:lnTo>
                    <a:pt x="7552" y="10356"/>
                  </a:lnTo>
                  <a:cubicBezTo>
                    <a:pt x="7666" y="10346"/>
                    <a:pt x="7762" y="10250"/>
                    <a:pt x="7762" y="10136"/>
                  </a:cubicBezTo>
                  <a:lnTo>
                    <a:pt x="7762" y="221"/>
                  </a:lnTo>
                  <a:cubicBezTo>
                    <a:pt x="7762" y="96"/>
                    <a:pt x="7666" y="1"/>
                    <a:pt x="755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39" name="Google Shape;9139;p63"/>
            <p:cNvSpPr/>
            <p:nvPr/>
          </p:nvSpPr>
          <p:spPr>
            <a:xfrm>
              <a:off x="5468111" y="1514533"/>
              <a:ext cx="101810" cy="50787"/>
            </a:xfrm>
            <a:custGeom>
              <a:avLst/>
              <a:gdLst/>
              <a:ahLst/>
              <a:cxnLst/>
              <a:rect l="l" t="t" r="r" b="b"/>
              <a:pathLst>
                <a:path w="3877" h="1934" extrusionOk="0">
                  <a:moveTo>
                    <a:pt x="1938" y="538"/>
                  </a:moveTo>
                  <a:cubicBezTo>
                    <a:pt x="2106" y="538"/>
                    <a:pt x="2269" y="667"/>
                    <a:pt x="2269" y="861"/>
                  </a:cubicBezTo>
                  <a:cubicBezTo>
                    <a:pt x="2269" y="1043"/>
                    <a:pt x="2115" y="1187"/>
                    <a:pt x="1943" y="1187"/>
                  </a:cubicBezTo>
                  <a:cubicBezTo>
                    <a:pt x="1656" y="1187"/>
                    <a:pt x="1513" y="833"/>
                    <a:pt x="1713" y="632"/>
                  </a:cubicBezTo>
                  <a:cubicBezTo>
                    <a:pt x="1778" y="567"/>
                    <a:pt x="1859" y="538"/>
                    <a:pt x="1938" y="538"/>
                  </a:cubicBezTo>
                  <a:close/>
                  <a:moveTo>
                    <a:pt x="1938" y="0"/>
                  </a:moveTo>
                  <a:cubicBezTo>
                    <a:pt x="1649" y="0"/>
                    <a:pt x="1359" y="144"/>
                    <a:pt x="1197" y="431"/>
                  </a:cubicBezTo>
                  <a:lnTo>
                    <a:pt x="431" y="431"/>
                  </a:lnTo>
                  <a:cubicBezTo>
                    <a:pt x="192" y="431"/>
                    <a:pt x="0" y="622"/>
                    <a:pt x="0" y="861"/>
                  </a:cubicBezTo>
                  <a:lnTo>
                    <a:pt x="0" y="1723"/>
                  </a:lnTo>
                  <a:cubicBezTo>
                    <a:pt x="0" y="1838"/>
                    <a:pt x="96" y="1933"/>
                    <a:pt x="211" y="1933"/>
                  </a:cubicBezTo>
                  <a:lnTo>
                    <a:pt x="3666" y="1933"/>
                  </a:lnTo>
                  <a:cubicBezTo>
                    <a:pt x="3781" y="1933"/>
                    <a:pt x="3876" y="1838"/>
                    <a:pt x="3876" y="1723"/>
                  </a:cubicBezTo>
                  <a:lnTo>
                    <a:pt x="3876" y="861"/>
                  </a:lnTo>
                  <a:cubicBezTo>
                    <a:pt x="3876" y="622"/>
                    <a:pt x="3685" y="431"/>
                    <a:pt x="3455" y="431"/>
                  </a:cubicBezTo>
                  <a:lnTo>
                    <a:pt x="2680" y="431"/>
                  </a:lnTo>
                  <a:cubicBezTo>
                    <a:pt x="2517" y="144"/>
                    <a:pt x="2228" y="0"/>
                    <a:pt x="1938"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0" name="Google Shape;9140;p63"/>
            <p:cNvSpPr/>
            <p:nvPr/>
          </p:nvSpPr>
          <p:spPr>
            <a:xfrm>
              <a:off x="5448258" y="1670098"/>
              <a:ext cx="28413" cy="28413"/>
            </a:xfrm>
            <a:custGeom>
              <a:avLst/>
              <a:gdLst/>
              <a:ahLst/>
              <a:cxnLst/>
              <a:rect l="l" t="t" r="r" b="b"/>
              <a:pathLst>
                <a:path w="1082" h="1082" extrusionOk="0">
                  <a:moveTo>
                    <a:pt x="546" y="0"/>
                  </a:moveTo>
                  <a:cubicBezTo>
                    <a:pt x="240" y="0"/>
                    <a:pt x="0" y="249"/>
                    <a:pt x="0" y="546"/>
                  </a:cubicBezTo>
                  <a:cubicBezTo>
                    <a:pt x="0" y="842"/>
                    <a:pt x="240" y="1082"/>
                    <a:pt x="546" y="1082"/>
                  </a:cubicBezTo>
                  <a:cubicBezTo>
                    <a:pt x="843" y="1082"/>
                    <a:pt x="1082" y="842"/>
                    <a:pt x="1082" y="546"/>
                  </a:cubicBezTo>
                  <a:cubicBezTo>
                    <a:pt x="1082" y="249"/>
                    <a:pt x="843" y="0"/>
                    <a:pt x="546"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1" name="Google Shape;9141;p63"/>
            <p:cNvSpPr/>
            <p:nvPr/>
          </p:nvSpPr>
          <p:spPr>
            <a:xfrm>
              <a:off x="5448258" y="1721095"/>
              <a:ext cx="28413" cy="28440"/>
            </a:xfrm>
            <a:custGeom>
              <a:avLst/>
              <a:gdLst/>
              <a:ahLst/>
              <a:cxnLst/>
              <a:rect l="l" t="t" r="r" b="b"/>
              <a:pathLst>
                <a:path w="1082" h="1083" extrusionOk="0">
                  <a:moveTo>
                    <a:pt x="546" y="1"/>
                  </a:moveTo>
                  <a:cubicBezTo>
                    <a:pt x="240" y="1"/>
                    <a:pt x="0" y="240"/>
                    <a:pt x="0" y="537"/>
                  </a:cubicBezTo>
                  <a:cubicBezTo>
                    <a:pt x="0" y="843"/>
                    <a:pt x="240" y="1082"/>
                    <a:pt x="546" y="1082"/>
                  </a:cubicBezTo>
                  <a:cubicBezTo>
                    <a:pt x="843" y="1082"/>
                    <a:pt x="1082" y="843"/>
                    <a:pt x="1082" y="537"/>
                  </a:cubicBezTo>
                  <a:cubicBezTo>
                    <a:pt x="1082" y="240"/>
                    <a:pt x="843" y="1"/>
                    <a:pt x="546"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2" name="Google Shape;9142;p63"/>
            <p:cNvSpPr/>
            <p:nvPr/>
          </p:nvSpPr>
          <p:spPr>
            <a:xfrm>
              <a:off x="5448258" y="1772118"/>
              <a:ext cx="28413" cy="28440"/>
            </a:xfrm>
            <a:custGeom>
              <a:avLst/>
              <a:gdLst/>
              <a:ahLst/>
              <a:cxnLst/>
              <a:rect l="l" t="t" r="r" b="b"/>
              <a:pathLst>
                <a:path w="1082" h="1083" extrusionOk="0">
                  <a:moveTo>
                    <a:pt x="546" y="1"/>
                  </a:moveTo>
                  <a:cubicBezTo>
                    <a:pt x="240" y="1"/>
                    <a:pt x="0" y="240"/>
                    <a:pt x="0" y="537"/>
                  </a:cubicBezTo>
                  <a:cubicBezTo>
                    <a:pt x="0" y="833"/>
                    <a:pt x="240" y="1082"/>
                    <a:pt x="546" y="1082"/>
                  </a:cubicBezTo>
                  <a:cubicBezTo>
                    <a:pt x="843" y="1082"/>
                    <a:pt x="1082" y="833"/>
                    <a:pt x="1082" y="537"/>
                  </a:cubicBezTo>
                  <a:cubicBezTo>
                    <a:pt x="1082" y="240"/>
                    <a:pt x="843" y="1"/>
                    <a:pt x="546"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3" name="Google Shape;9143;p63"/>
            <p:cNvSpPr/>
            <p:nvPr/>
          </p:nvSpPr>
          <p:spPr>
            <a:xfrm>
              <a:off x="5488961" y="1667314"/>
              <a:ext cx="66123" cy="11344"/>
            </a:xfrm>
            <a:custGeom>
              <a:avLst/>
              <a:gdLst/>
              <a:ahLst/>
              <a:cxnLst/>
              <a:rect l="l" t="t" r="r" b="b"/>
              <a:pathLst>
                <a:path w="2518" h="432" extrusionOk="0">
                  <a:moveTo>
                    <a:pt x="288" y="1"/>
                  </a:moveTo>
                  <a:cubicBezTo>
                    <a:pt x="1" y="1"/>
                    <a:pt x="1" y="431"/>
                    <a:pt x="288" y="431"/>
                  </a:cubicBezTo>
                  <a:lnTo>
                    <a:pt x="2231" y="431"/>
                  </a:lnTo>
                  <a:cubicBezTo>
                    <a:pt x="2518" y="431"/>
                    <a:pt x="2518" y="1"/>
                    <a:pt x="223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4" name="Google Shape;9144;p63"/>
            <p:cNvSpPr/>
            <p:nvPr/>
          </p:nvSpPr>
          <p:spPr>
            <a:xfrm>
              <a:off x="5488725" y="1689950"/>
              <a:ext cx="105828" cy="11318"/>
            </a:xfrm>
            <a:custGeom>
              <a:avLst/>
              <a:gdLst/>
              <a:ahLst/>
              <a:cxnLst/>
              <a:rect l="l" t="t" r="r" b="b"/>
              <a:pathLst>
                <a:path w="4030" h="431" extrusionOk="0">
                  <a:moveTo>
                    <a:pt x="297" y="0"/>
                  </a:moveTo>
                  <a:cubicBezTo>
                    <a:pt x="0" y="0"/>
                    <a:pt x="0" y="431"/>
                    <a:pt x="297" y="431"/>
                  </a:cubicBezTo>
                  <a:lnTo>
                    <a:pt x="3742" y="431"/>
                  </a:lnTo>
                  <a:cubicBezTo>
                    <a:pt x="4029" y="431"/>
                    <a:pt x="4029" y="0"/>
                    <a:pt x="3742"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5" name="Google Shape;9145;p63"/>
            <p:cNvSpPr/>
            <p:nvPr/>
          </p:nvSpPr>
          <p:spPr>
            <a:xfrm>
              <a:off x="5488961" y="1718337"/>
              <a:ext cx="66123" cy="11344"/>
            </a:xfrm>
            <a:custGeom>
              <a:avLst/>
              <a:gdLst/>
              <a:ahLst/>
              <a:cxnLst/>
              <a:rect l="l" t="t" r="r" b="b"/>
              <a:pathLst>
                <a:path w="2518" h="432" extrusionOk="0">
                  <a:moveTo>
                    <a:pt x="288" y="1"/>
                  </a:moveTo>
                  <a:cubicBezTo>
                    <a:pt x="1" y="1"/>
                    <a:pt x="1" y="431"/>
                    <a:pt x="288" y="431"/>
                  </a:cubicBezTo>
                  <a:lnTo>
                    <a:pt x="2231" y="431"/>
                  </a:lnTo>
                  <a:cubicBezTo>
                    <a:pt x="2518" y="431"/>
                    <a:pt x="2518" y="1"/>
                    <a:pt x="223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6" name="Google Shape;9146;p63"/>
            <p:cNvSpPr/>
            <p:nvPr/>
          </p:nvSpPr>
          <p:spPr>
            <a:xfrm>
              <a:off x="5488725" y="1740947"/>
              <a:ext cx="105828" cy="11344"/>
            </a:xfrm>
            <a:custGeom>
              <a:avLst/>
              <a:gdLst/>
              <a:ahLst/>
              <a:cxnLst/>
              <a:rect l="l" t="t" r="r" b="b"/>
              <a:pathLst>
                <a:path w="4030" h="432" extrusionOk="0">
                  <a:moveTo>
                    <a:pt x="297" y="1"/>
                  </a:moveTo>
                  <a:cubicBezTo>
                    <a:pt x="0" y="1"/>
                    <a:pt x="0" y="432"/>
                    <a:pt x="297" y="432"/>
                  </a:cubicBezTo>
                  <a:lnTo>
                    <a:pt x="3742" y="432"/>
                  </a:lnTo>
                  <a:cubicBezTo>
                    <a:pt x="4029" y="432"/>
                    <a:pt x="4029" y="1"/>
                    <a:pt x="3742"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7" name="Google Shape;9147;p63"/>
            <p:cNvSpPr/>
            <p:nvPr/>
          </p:nvSpPr>
          <p:spPr>
            <a:xfrm>
              <a:off x="5488961" y="1769360"/>
              <a:ext cx="66123" cy="11318"/>
            </a:xfrm>
            <a:custGeom>
              <a:avLst/>
              <a:gdLst/>
              <a:ahLst/>
              <a:cxnLst/>
              <a:rect l="l" t="t" r="r" b="b"/>
              <a:pathLst>
                <a:path w="2518" h="431" extrusionOk="0">
                  <a:moveTo>
                    <a:pt x="288" y="0"/>
                  </a:moveTo>
                  <a:cubicBezTo>
                    <a:pt x="1" y="0"/>
                    <a:pt x="1" y="431"/>
                    <a:pt x="288" y="431"/>
                  </a:cubicBezTo>
                  <a:lnTo>
                    <a:pt x="2231" y="431"/>
                  </a:lnTo>
                  <a:cubicBezTo>
                    <a:pt x="2518" y="431"/>
                    <a:pt x="2518" y="0"/>
                    <a:pt x="223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8" name="Google Shape;9148;p63"/>
            <p:cNvSpPr/>
            <p:nvPr/>
          </p:nvSpPr>
          <p:spPr>
            <a:xfrm>
              <a:off x="5488725" y="1791970"/>
              <a:ext cx="105828" cy="11344"/>
            </a:xfrm>
            <a:custGeom>
              <a:avLst/>
              <a:gdLst/>
              <a:ahLst/>
              <a:cxnLst/>
              <a:rect l="l" t="t" r="r" b="b"/>
              <a:pathLst>
                <a:path w="4030" h="432" extrusionOk="0">
                  <a:moveTo>
                    <a:pt x="297" y="1"/>
                  </a:moveTo>
                  <a:cubicBezTo>
                    <a:pt x="0" y="1"/>
                    <a:pt x="0" y="431"/>
                    <a:pt x="297" y="431"/>
                  </a:cubicBezTo>
                  <a:lnTo>
                    <a:pt x="3742" y="431"/>
                  </a:lnTo>
                  <a:cubicBezTo>
                    <a:pt x="4029" y="431"/>
                    <a:pt x="4029" y="1"/>
                    <a:pt x="3742"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9" name="Google Shape;9149;p63"/>
            <p:cNvSpPr/>
            <p:nvPr/>
          </p:nvSpPr>
          <p:spPr>
            <a:xfrm>
              <a:off x="5488961" y="1582389"/>
              <a:ext cx="100051" cy="11318"/>
            </a:xfrm>
            <a:custGeom>
              <a:avLst/>
              <a:gdLst/>
              <a:ahLst/>
              <a:cxnLst/>
              <a:rect l="l" t="t" r="r" b="b"/>
              <a:pathLst>
                <a:path w="3810" h="431" extrusionOk="0">
                  <a:moveTo>
                    <a:pt x="288" y="0"/>
                  </a:moveTo>
                  <a:cubicBezTo>
                    <a:pt x="1" y="0"/>
                    <a:pt x="1" y="431"/>
                    <a:pt x="288" y="431"/>
                  </a:cubicBezTo>
                  <a:lnTo>
                    <a:pt x="3523" y="431"/>
                  </a:lnTo>
                  <a:cubicBezTo>
                    <a:pt x="3810" y="431"/>
                    <a:pt x="3810" y="0"/>
                    <a:pt x="352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0" name="Google Shape;9150;p63"/>
            <p:cNvSpPr/>
            <p:nvPr/>
          </p:nvSpPr>
          <p:spPr>
            <a:xfrm>
              <a:off x="5443479" y="1633386"/>
              <a:ext cx="151074" cy="11344"/>
            </a:xfrm>
            <a:custGeom>
              <a:avLst/>
              <a:gdLst/>
              <a:ahLst/>
              <a:cxnLst/>
              <a:rect l="l" t="t" r="r" b="b"/>
              <a:pathLst>
                <a:path w="5753" h="432" extrusionOk="0">
                  <a:moveTo>
                    <a:pt x="288" y="1"/>
                  </a:moveTo>
                  <a:cubicBezTo>
                    <a:pt x="1" y="1"/>
                    <a:pt x="1" y="431"/>
                    <a:pt x="288" y="431"/>
                  </a:cubicBezTo>
                  <a:lnTo>
                    <a:pt x="5465" y="431"/>
                  </a:lnTo>
                  <a:cubicBezTo>
                    <a:pt x="5752" y="431"/>
                    <a:pt x="5752" y="1"/>
                    <a:pt x="5465"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1" name="Google Shape;9151;p63"/>
            <p:cNvSpPr/>
            <p:nvPr/>
          </p:nvSpPr>
          <p:spPr>
            <a:xfrm>
              <a:off x="5488961" y="1604999"/>
              <a:ext cx="26418" cy="11344"/>
            </a:xfrm>
            <a:custGeom>
              <a:avLst/>
              <a:gdLst/>
              <a:ahLst/>
              <a:cxnLst/>
              <a:rect l="l" t="t" r="r" b="b"/>
              <a:pathLst>
                <a:path w="1006" h="432" extrusionOk="0">
                  <a:moveTo>
                    <a:pt x="288" y="0"/>
                  </a:moveTo>
                  <a:cubicBezTo>
                    <a:pt x="1" y="0"/>
                    <a:pt x="1" y="431"/>
                    <a:pt x="288" y="431"/>
                  </a:cubicBezTo>
                  <a:lnTo>
                    <a:pt x="719" y="431"/>
                  </a:lnTo>
                  <a:cubicBezTo>
                    <a:pt x="1006" y="431"/>
                    <a:pt x="1006" y="0"/>
                    <a:pt x="719"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2" name="Google Shape;9152;p63"/>
            <p:cNvSpPr/>
            <p:nvPr/>
          </p:nvSpPr>
          <p:spPr>
            <a:xfrm>
              <a:off x="5522889" y="1604999"/>
              <a:ext cx="37736" cy="11344"/>
            </a:xfrm>
            <a:custGeom>
              <a:avLst/>
              <a:gdLst/>
              <a:ahLst/>
              <a:cxnLst/>
              <a:rect l="l" t="t" r="r" b="b"/>
              <a:pathLst>
                <a:path w="1437" h="432" extrusionOk="0">
                  <a:moveTo>
                    <a:pt x="288" y="0"/>
                  </a:moveTo>
                  <a:cubicBezTo>
                    <a:pt x="1" y="0"/>
                    <a:pt x="1" y="431"/>
                    <a:pt x="288" y="431"/>
                  </a:cubicBezTo>
                  <a:lnTo>
                    <a:pt x="1149" y="431"/>
                  </a:lnTo>
                  <a:cubicBezTo>
                    <a:pt x="1436" y="431"/>
                    <a:pt x="1436" y="0"/>
                    <a:pt x="114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3" name="Google Shape;9153;p63"/>
            <p:cNvSpPr/>
            <p:nvPr/>
          </p:nvSpPr>
          <p:spPr>
            <a:xfrm>
              <a:off x="5445501" y="1582389"/>
              <a:ext cx="34191" cy="33954"/>
            </a:xfrm>
            <a:custGeom>
              <a:avLst/>
              <a:gdLst/>
              <a:ahLst/>
              <a:cxnLst/>
              <a:rect l="l" t="t" r="r" b="b"/>
              <a:pathLst>
                <a:path w="1302" h="1293" extrusionOk="0">
                  <a:moveTo>
                    <a:pt x="220" y="0"/>
                  </a:moveTo>
                  <a:cubicBezTo>
                    <a:pt x="96" y="0"/>
                    <a:pt x="0" y="96"/>
                    <a:pt x="0" y="220"/>
                  </a:cubicBezTo>
                  <a:lnTo>
                    <a:pt x="0" y="1081"/>
                  </a:lnTo>
                  <a:cubicBezTo>
                    <a:pt x="0" y="1196"/>
                    <a:pt x="96" y="1292"/>
                    <a:pt x="220" y="1292"/>
                  </a:cubicBezTo>
                  <a:lnTo>
                    <a:pt x="1082" y="1292"/>
                  </a:lnTo>
                  <a:cubicBezTo>
                    <a:pt x="1196" y="1292"/>
                    <a:pt x="1302" y="1196"/>
                    <a:pt x="1302" y="1081"/>
                  </a:cubicBezTo>
                  <a:lnTo>
                    <a:pt x="1302" y="220"/>
                  </a:lnTo>
                  <a:cubicBezTo>
                    <a:pt x="1302" y="96"/>
                    <a:pt x="1196" y="0"/>
                    <a:pt x="10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4" name="Google Shape;9154;p63"/>
            <p:cNvSpPr/>
            <p:nvPr/>
          </p:nvSpPr>
          <p:spPr>
            <a:xfrm>
              <a:off x="5468347" y="1553976"/>
              <a:ext cx="101810" cy="11581"/>
            </a:xfrm>
            <a:custGeom>
              <a:avLst/>
              <a:gdLst/>
              <a:ahLst/>
              <a:cxnLst/>
              <a:rect l="l" t="t" r="r" b="b"/>
              <a:pathLst>
                <a:path w="3877" h="441" extrusionOk="0">
                  <a:moveTo>
                    <a:pt x="212" y="1"/>
                  </a:moveTo>
                  <a:cubicBezTo>
                    <a:pt x="97" y="1"/>
                    <a:pt x="1" y="106"/>
                    <a:pt x="1" y="221"/>
                  </a:cubicBezTo>
                  <a:cubicBezTo>
                    <a:pt x="1" y="336"/>
                    <a:pt x="97" y="441"/>
                    <a:pt x="212" y="441"/>
                  </a:cubicBezTo>
                  <a:lnTo>
                    <a:pt x="3657" y="441"/>
                  </a:lnTo>
                  <a:cubicBezTo>
                    <a:pt x="3781" y="441"/>
                    <a:pt x="3877" y="345"/>
                    <a:pt x="3877" y="221"/>
                  </a:cubicBezTo>
                  <a:cubicBezTo>
                    <a:pt x="3877" y="106"/>
                    <a:pt x="3781" y="10"/>
                    <a:pt x="366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5" name="Google Shape;9155;p63"/>
            <p:cNvSpPr/>
            <p:nvPr/>
          </p:nvSpPr>
          <p:spPr>
            <a:xfrm>
              <a:off x="5454036" y="1590924"/>
              <a:ext cx="16859" cy="16859"/>
            </a:xfrm>
            <a:custGeom>
              <a:avLst/>
              <a:gdLst/>
              <a:ahLst/>
              <a:cxnLst/>
              <a:rect l="l" t="t" r="r" b="b"/>
              <a:pathLst>
                <a:path w="642" h="642" extrusionOk="0">
                  <a:moveTo>
                    <a:pt x="326" y="0"/>
                  </a:moveTo>
                  <a:cubicBezTo>
                    <a:pt x="144" y="0"/>
                    <a:pt x="0" y="144"/>
                    <a:pt x="0" y="326"/>
                  </a:cubicBezTo>
                  <a:cubicBezTo>
                    <a:pt x="0" y="498"/>
                    <a:pt x="144" y="642"/>
                    <a:pt x="326" y="642"/>
                  </a:cubicBezTo>
                  <a:cubicBezTo>
                    <a:pt x="498" y="642"/>
                    <a:pt x="642" y="498"/>
                    <a:pt x="642" y="326"/>
                  </a:cubicBezTo>
                  <a:cubicBezTo>
                    <a:pt x="642" y="144"/>
                    <a:pt x="498" y="0"/>
                    <a:pt x="32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56" name="Google Shape;9156;p63"/>
          <p:cNvGrpSpPr/>
          <p:nvPr/>
        </p:nvGrpSpPr>
        <p:grpSpPr>
          <a:xfrm>
            <a:off x="5777647" y="1359612"/>
            <a:ext cx="356138" cy="356138"/>
            <a:chOff x="5782259" y="1512012"/>
            <a:chExt cx="356138" cy="356138"/>
          </a:xfrm>
        </p:grpSpPr>
        <p:sp>
          <p:nvSpPr>
            <p:cNvPr id="9157" name="Google Shape;9157;p63"/>
            <p:cNvSpPr/>
            <p:nvPr/>
          </p:nvSpPr>
          <p:spPr>
            <a:xfrm>
              <a:off x="5902635" y="1701505"/>
              <a:ext cx="114888" cy="97792"/>
            </a:xfrm>
            <a:custGeom>
              <a:avLst/>
              <a:gdLst/>
              <a:ahLst/>
              <a:cxnLst/>
              <a:rect l="l" t="t" r="r" b="b"/>
              <a:pathLst>
                <a:path w="4375" h="3724" extrusionOk="0">
                  <a:moveTo>
                    <a:pt x="1532" y="0"/>
                  </a:moveTo>
                  <a:lnTo>
                    <a:pt x="1532" y="297"/>
                  </a:lnTo>
                  <a:cubicBezTo>
                    <a:pt x="1532" y="383"/>
                    <a:pt x="1484" y="460"/>
                    <a:pt x="1398" y="498"/>
                  </a:cubicBezTo>
                  <a:lnTo>
                    <a:pt x="402" y="929"/>
                  </a:lnTo>
                  <a:cubicBezTo>
                    <a:pt x="163" y="1024"/>
                    <a:pt x="0" y="1264"/>
                    <a:pt x="0" y="1522"/>
                  </a:cubicBezTo>
                  <a:lnTo>
                    <a:pt x="0" y="3723"/>
                  </a:lnTo>
                  <a:lnTo>
                    <a:pt x="4374" y="3723"/>
                  </a:lnTo>
                  <a:lnTo>
                    <a:pt x="4374" y="1532"/>
                  </a:lnTo>
                  <a:cubicBezTo>
                    <a:pt x="4374" y="1264"/>
                    <a:pt x="4221" y="1024"/>
                    <a:pt x="3982" y="929"/>
                  </a:cubicBezTo>
                  <a:lnTo>
                    <a:pt x="2986" y="498"/>
                  </a:lnTo>
                  <a:cubicBezTo>
                    <a:pt x="2900" y="460"/>
                    <a:pt x="2852" y="383"/>
                    <a:pt x="2852" y="297"/>
                  </a:cubicBezTo>
                  <a:lnTo>
                    <a:pt x="2852"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8" name="Google Shape;9158;p63"/>
            <p:cNvSpPr/>
            <p:nvPr/>
          </p:nvSpPr>
          <p:spPr>
            <a:xfrm>
              <a:off x="5940082" y="1701505"/>
              <a:ext cx="40230" cy="17358"/>
            </a:xfrm>
            <a:custGeom>
              <a:avLst/>
              <a:gdLst/>
              <a:ahLst/>
              <a:cxnLst/>
              <a:rect l="l" t="t" r="r" b="b"/>
              <a:pathLst>
                <a:path w="1532" h="661" extrusionOk="0">
                  <a:moveTo>
                    <a:pt x="106" y="0"/>
                  </a:moveTo>
                  <a:lnTo>
                    <a:pt x="106" y="297"/>
                  </a:lnTo>
                  <a:cubicBezTo>
                    <a:pt x="106" y="374"/>
                    <a:pt x="67" y="441"/>
                    <a:pt x="0" y="479"/>
                  </a:cubicBezTo>
                  <a:cubicBezTo>
                    <a:pt x="240" y="594"/>
                    <a:pt x="498" y="661"/>
                    <a:pt x="766" y="661"/>
                  </a:cubicBezTo>
                  <a:cubicBezTo>
                    <a:pt x="1034" y="651"/>
                    <a:pt x="1292" y="594"/>
                    <a:pt x="1532" y="479"/>
                  </a:cubicBezTo>
                  <a:cubicBezTo>
                    <a:pt x="1465" y="441"/>
                    <a:pt x="1426" y="374"/>
                    <a:pt x="1426" y="297"/>
                  </a:cubicBezTo>
                  <a:lnTo>
                    <a:pt x="1426"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59" name="Google Shape;9159;p63"/>
            <p:cNvSpPr/>
            <p:nvPr/>
          </p:nvSpPr>
          <p:spPr>
            <a:xfrm>
              <a:off x="5902635" y="1716079"/>
              <a:ext cx="115124" cy="83218"/>
            </a:xfrm>
            <a:custGeom>
              <a:avLst/>
              <a:gdLst/>
              <a:ahLst/>
              <a:cxnLst/>
              <a:rect l="l" t="t" r="r" b="b"/>
              <a:pathLst>
                <a:path w="4384" h="3169" extrusionOk="0">
                  <a:moveTo>
                    <a:pt x="1254" y="0"/>
                  </a:moveTo>
                  <a:lnTo>
                    <a:pt x="402" y="374"/>
                  </a:lnTo>
                  <a:cubicBezTo>
                    <a:pt x="163" y="469"/>
                    <a:pt x="10" y="709"/>
                    <a:pt x="0" y="967"/>
                  </a:cubicBezTo>
                  <a:lnTo>
                    <a:pt x="0" y="3168"/>
                  </a:lnTo>
                  <a:lnTo>
                    <a:pt x="4374" y="3168"/>
                  </a:lnTo>
                  <a:lnTo>
                    <a:pt x="4374" y="977"/>
                  </a:lnTo>
                  <a:cubicBezTo>
                    <a:pt x="4384" y="709"/>
                    <a:pt x="4221" y="469"/>
                    <a:pt x="3982" y="374"/>
                  </a:cubicBezTo>
                  <a:lnTo>
                    <a:pt x="3130" y="0"/>
                  </a:lnTo>
                  <a:cubicBezTo>
                    <a:pt x="2919" y="359"/>
                    <a:pt x="2556" y="539"/>
                    <a:pt x="2192" y="539"/>
                  </a:cubicBezTo>
                  <a:cubicBezTo>
                    <a:pt x="1828" y="539"/>
                    <a:pt x="1465" y="359"/>
                    <a:pt x="125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0" name="Google Shape;9160;p63"/>
            <p:cNvSpPr/>
            <p:nvPr/>
          </p:nvSpPr>
          <p:spPr>
            <a:xfrm>
              <a:off x="5919967" y="1621070"/>
              <a:ext cx="28676" cy="63103"/>
            </a:xfrm>
            <a:custGeom>
              <a:avLst/>
              <a:gdLst/>
              <a:ahLst/>
              <a:cxnLst/>
              <a:rect l="l" t="t" r="r" b="b"/>
              <a:pathLst>
                <a:path w="1092" h="2403" extrusionOk="0">
                  <a:moveTo>
                    <a:pt x="661" y="1"/>
                  </a:moveTo>
                  <a:cubicBezTo>
                    <a:pt x="297" y="1"/>
                    <a:pt x="1" y="288"/>
                    <a:pt x="1" y="652"/>
                  </a:cubicBezTo>
                  <a:lnTo>
                    <a:pt x="1" y="805"/>
                  </a:lnTo>
                  <a:cubicBezTo>
                    <a:pt x="1" y="996"/>
                    <a:pt x="30" y="1178"/>
                    <a:pt x="87" y="1360"/>
                  </a:cubicBezTo>
                  <a:lnTo>
                    <a:pt x="441" y="2403"/>
                  </a:lnTo>
                  <a:lnTo>
                    <a:pt x="1092" y="2403"/>
                  </a:lnTo>
                  <a:lnTo>
                    <a:pt x="1092"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1" name="Google Shape;9161;p63"/>
            <p:cNvSpPr/>
            <p:nvPr/>
          </p:nvSpPr>
          <p:spPr>
            <a:xfrm>
              <a:off x="5931547" y="1615293"/>
              <a:ext cx="69116" cy="68880"/>
            </a:xfrm>
            <a:custGeom>
              <a:avLst/>
              <a:gdLst/>
              <a:ahLst/>
              <a:cxnLst/>
              <a:rect l="l" t="t" r="r" b="b"/>
              <a:pathLst>
                <a:path w="2632" h="2623" extrusionOk="0">
                  <a:moveTo>
                    <a:pt x="660" y="1"/>
                  </a:moveTo>
                  <a:cubicBezTo>
                    <a:pt x="297" y="1"/>
                    <a:pt x="0" y="297"/>
                    <a:pt x="0" y="661"/>
                  </a:cubicBezTo>
                  <a:cubicBezTo>
                    <a:pt x="0" y="900"/>
                    <a:pt x="201" y="1092"/>
                    <a:pt x="440" y="1092"/>
                  </a:cubicBezTo>
                  <a:lnTo>
                    <a:pt x="2192" y="2623"/>
                  </a:lnTo>
                  <a:lnTo>
                    <a:pt x="2555" y="1331"/>
                  </a:lnTo>
                  <a:cubicBezTo>
                    <a:pt x="2603" y="1178"/>
                    <a:pt x="2622" y="1015"/>
                    <a:pt x="2632" y="853"/>
                  </a:cubicBezTo>
                  <a:lnTo>
                    <a:pt x="2632" y="441"/>
                  </a:lnTo>
                  <a:cubicBezTo>
                    <a:pt x="2632" y="192"/>
                    <a:pt x="2431" y="1"/>
                    <a:pt x="2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2" name="Google Shape;9162;p63"/>
            <p:cNvSpPr/>
            <p:nvPr/>
          </p:nvSpPr>
          <p:spPr>
            <a:xfrm>
              <a:off x="5925744" y="1644179"/>
              <a:ext cx="68906" cy="63129"/>
            </a:xfrm>
            <a:custGeom>
              <a:avLst/>
              <a:gdLst/>
              <a:ahLst/>
              <a:cxnLst/>
              <a:rect l="l" t="t" r="r" b="b"/>
              <a:pathLst>
                <a:path w="2624" h="2404" extrusionOk="0">
                  <a:moveTo>
                    <a:pt x="812" y="0"/>
                  </a:moveTo>
                  <a:cubicBezTo>
                    <a:pt x="699" y="0"/>
                    <a:pt x="597" y="47"/>
                    <a:pt x="518" y="126"/>
                  </a:cubicBezTo>
                  <a:lnTo>
                    <a:pt x="125" y="528"/>
                  </a:lnTo>
                  <a:cubicBezTo>
                    <a:pt x="39" y="604"/>
                    <a:pt x="1" y="719"/>
                    <a:pt x="1" y="834"/>
                  </a:cubicBezTo>
                  <a:lnTo>
                    <a:pt x="1" y="1092"/>
                  </a:lnTo>
                  <a:cubicBezTo>
                    <a:pt x="1" y="1810"/>
                    <a:pt x="585" y="2403"/>
                    <a:pt x="1312" y="2403"/>
                  </a:cubicBezTo>
                  <a:cubicBezTo>
                    <a:pt x="2039" y="2403"/>
                    <a:pt x="2623" y="1810"/>
                    <a:pt x="2623" y="1092"/>
                  </a:cubicBezTo>
                  <a:lnTo>
                    <a:pt x="2623" y="815"/>
                  </a:lnTo>
                  <a:cubicBezTo>
                    <a:pt x="2623" y="690"/>
                    <a:pt x="2575" y="585"/>
                    <a:pt x="2499" y="499"/>
                  </a:cubicBezTo>
                  <a:cubicBezTo>
                    <a:pt x="2154" y="174"/>
                    <a:pt x="1542" y="20"/>
                    <a:pt x="843" y="1"/>
                  </a:cubicBezTo>
                  <a:cubicBezTo>
                    <a:pt x="833" y="1"/>
                    <a:pt x="822" y="0"/>
                    <a:pt x="81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3" name="Google Shape;9163;p63"/>
            <p:cNvSpPr/>
            <p:nvPr/>
          </p:nvSpPr>
          <p:spPr>
            <a:xfrm>
              <a:off x="5925744" y="1644205"/>
              <a:ext cx="68906" cy="61606"/>
            </a:xfrm>
            <a:custGeom>
              <a:avLst/>
              <a:gdLst/>
              <a:ahLst/>
              <a:cxnLst/>
              <a:rect l="l" t="t" r="r" b="b"/>
              <a:pathLst>
                <a:path w="2624" h="2346" extrusionOk="0">
                  <a:moveTo>
                    <a:pt x="843" y="0"/>
                  </a:moveTo>
                  <a:cubicBezTo>
                    <a:pt x="728" y="0"/>
                    <a:pt x="613" y="48"/>
                    <a:pt x="527" y="134"/>
                  </a:cubicBezTo>
                  <a:lnTo>
                    <a:pt x="125" y="527"/>
                  </a:lnTo>
                  <a:cubicBezTo>
                    <a:pt x="49" y="613"/>
                    <a:pt x="1" y="718"/>
                    <a:pt x="1" y="843"/>
                  </a:cubicBezTo>
                  <a:lnTo>
                    <a:pt x="1" y="1091"/>
                  </a:lnTo>
                  <a:cubicBezTo>
                    <a:pt x="1" y="1675"/>
                    <a:pt x="384" y="2182"/>
                    <a:pt x="948" y="2345"/>
                  </a:cubicBezTo>
                  <a:cubicBezTo>
                    <a:pt x="757" y="2115"/>
                    <a:pt x="652" y="1828"/>
                    <a:pt x="661" y="1522"/>
                  </a:cubicBezTo>
                  <a:lnTo>
                    <a:pt x="661" y="890"/>
                  </a:lnTo>
                  <a:cubicBezTo>
                    <a:pt x="652" y="643"/>
                    <a:pt x="853" y="449"/>
                    <a:pt x="1088" y="449"/>
                  </a:cubicBezTo>
                  <a:cubicBezTo>
                    <a:pt x="1099" y="449"/>
                    <a:pt x="1110" y="449"/>
                    <a:pt x="1121" y="450"/>
                  </a:cubicBezTo>
                  <a:cubicBezTo>
                    <a:pt x="1561" y="479"/>
                    <a:pt x="2221" y="555"/>
                    <a:pt x="2623" y="747"/>
                  </a:cubicBezTo>
                  <a:cubicBezTo>
                    <a:pt x="2604" y="651"/>
                    <a:pt x="2566" y="575"/>
                    <a:pt x="2499" y="508"/>
                  </a:cubicBezTo>
                  <a:cubicBezTo>
                    <a:pt x="2164" y="173"/>
                    <a:pt x="1542" y="29"/>
                    <a:pt x="84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4" name="Google Shape;9164;p63"/>
            <p:cNvSpPr/>
            <p:nvPr/>
          </p:nvSpPr>
          <p:spPr>
            <a:xfrm>
              <a:off x="5902898" y="1730916"/>
              <a:ext cx="22872" cy="68381"/>
            </a:xfrm>
            <a:custGeom>
              <a:avLst/>
              <a:gdLst/>
              <a:ahLst/>
              <a:cxnLst/>
              <a:rect l="l" t="t" r="r" b="b"/>
              <a:pathLst>
                <a:path w="871" h="2604" extrusionOk="0">
                  <a:moveTo>
                    <a:pt x="144" y="0"/>
                  </a:moveTo>
                  <a:cubicBezTo>
                    <a:pt x="48" y="115"/>
                    <a:pt x="0" y="258"/>
                    <a:pt x="0" y="412"/>
                  </a:cubicBezTo>
                  <a:lnTo>
                    <a:pt x="0" y="2603"/>
                  </a:lnTo>
                  <a:lnTo>
                    <a:pt x="871" y="2603"/>
                  </a:lnTo>
                  <a:lnTo>
                    <a:pt x="871" y="995"/>
                  </a:lnTo>
                  <a:cubicBezTo>
                    <a:pt x="871" y="823"/>
                    <a:pt x="804" y="660"/>
                    <a:pt x="680" y="536"/>
                  </a:cubicBezTo>
                  <a:lnTo>
                    <a:pt x="144" y="0"/>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5" name="Google Shape;9165;p63"/>
            <p:cNvSpPr/>
            <p:nvPr/>
          </p:nvSpPr>
          <p:spPr>
            <a:xfrm>
              <a:off x="5994624" y="1730916"/>
              <a:ext cx="23135" cy="68381"/>
            </a:xfrm>
            <a:custGeom>
              <a:avLst/>
              <a:gdLst/>
              <a:ahLst/>
              <a:cxnLst/>
              <a:rect l="l" t="t" r="r" b="b"/>
              <a:pathLst>
                <a:path w="881" h="2604" extrusionOk="0">
                  <a:moveTo>
                    <a:pt x="728" y="0"/>
                  </a:moveTo>
                  <a:lnTo>
                    <a:pt x="192" y="536"/>
                  </a:lnTo>
                  <a:cubicBezTo>
                    <a:pt x="77" y="660"/>
                    <a:pt x="0" y="823"/>
                    <a:pt x="0" y="995"/>
                  </a:cubicBezTo>
                  <a:lnTo>
                    <a:pt x="0" y="2603"/>
                  </a:lnTo>
                  <a:lnTo>
                    <a:pt x="881" y="2603"/>
                  </a:lnTo>
                  <a:lnTo>
                    <a:pt x="881" y="412"/>
                  </a:lnTo>
                  <a:cubicBezTo>
                    <a:pt x="881" y="258"/>
                    <a:pt x="823" y="115"/>
                    <a:pt x="728"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6" name="Google Shape;9166;p63"/>
            <p:cNvSpPr/>
            <p:nvPr/>
          </p:nvSpPr>
          <p:spPr>
            <a:xfrm>
              <a:off x="5782259" y="1512012"/>
              <a:ext cx="356138" cy="356138"/>
            </a:xfrm>
            <a:custGeom>
              <a:avLst/>
              <a:gdLst/>
              <a:ahLst/>
              <a:cxnLst/>
              <a:rect l="l" t="t" r="r" b="b"/>
              <a:pathLst>
                <a:path w="13562" h="13562" extrusionOk="0">
                  <a:moveTo>
                    <a:pt x="6777" y="2623"/>
                  </a:moveTo>
                  <a:cubicBezTo>
                    <a:pt x="7312" y="2623"/>
                    <a:pt x="7851" y="2726"/>
                    <a:pt x="8365" y="2938"/>
                  </a:cubicBezTo>
                  <a:cubicBezTo>
                    <a:pt x="9925" y="3580"/>
                    <a:pt x="10939" y="5101"/>
                    <a:pt x="10939" y="6776"/>
                  </a:cubicBezTo>
                  <a:cubicBezTo>
                    <a:pt x="10939" y="9073"/>
                    <a:pt x="9073" y="10939"/>
                    <a:pt x="6776" y="10939"/>
                  </a:cubicBezTo>
                  <a:cubicBezTo>
                    <a:pt x="5092" y="10939"/>
                    <a:pt x="3580" y="9925"/>
                    <a:pt x="2938" y="8365"/>
                  </a:cubicBezTo>
                  <a:cubicBezTo>
                    <a:pt x="2297" y="6814"/>
                    <a:pt x="2651" y="5025"/>
                    <a:pt x="3838" y="3838"/>
                  </a:cubicBezTo>
                  <a:cubicBezTo>
                    <a:pt x="4632" y="3044"/>
                    <a:pt x="5695" y="2623"/>
                    <a:pt x="6777" y="2623"/>
                  </a:cubicBezTo>
                  <a:close/>
                  <a:moveTo>
                    <a:pt x="5905" y="0"/>
                  </a:moveTo>
                  <a:cubicBezTo>
                    <a:pt x="5790" y="0"/>
                    <a:pt x="5685" y="96"/>
                    <a:pt x="5685" y="220"/>
                  </a:cubicBezTo>
                  <a:lnTo>
                    <a:pt x="5685" y="795"/>
                  </a:lnTo>
                  <a:cubicBezTo>
                    <a:pt x="5685" y="900"/>
                    <a:pt x="5618" y="986"/>
                    <a:pt x="5513" y="1015"/>
                  </a:cubicBezTo>
                  <a:cubicBezTo>
                    <a:pt x="4833" y="1158"/>
                    <a:pt x="4182" y="1426"/>
                    <a:pt x="3599" y="1800"/>
                  </a:cubicBezTo>
                  <a:cubicBezTo>
                    <a:pt x="3561" y="1825"/>
                    <a:pt x="3517" y="1837"/>
                    <a:pt x="3474" y="1837"/>
                  </a:cubicBezTo>
                  <a:cubicBezTo>
                    <a:pt x="3420" y="1837"/>
                    <a:pt x="3368" y="1818"/>
                    <a:pt x="3331" y="1780"/>
                  </a:cubicBezTo>
                  <a:lnTo>
                    <a:pt x="2919" y="1369"/>
                  </a:lnTo>
                  <a:cubicBezTo>
                    <a:pt x="2876" y="1326"/>
                    <a:pt x="2819" y="1304"/>
                    <a:pt x="2761" y="1304"/>
                  </a:cubicBezTo>
                  <a:cubicBezTo>
                    <a:pt x="2704" y="1304"/>
                    <a:pt x="2646" y="1326"/>
                    <a:pt x="2603" y="1369"/>
                  </a:cubicBezTo>
                  <a:lnTo>
                    <a:pt x="1369" y="2603"/>
                  </a:lnTo>
                  <a:cubicBezTo>
                    <a:pt x="1283" y="2690"/>
                    <a:pt x="1283" y="2824"/>
                    <a:pt x="1369" y="2910"/>
                  </a:cubicBezTo>
                  <a:lnTo>
                    <a:pt x="1780" y="3321"/>
                  </a:lnTo>
                  <a:cubicBezTo>
                    <a:pt x="1857" y="3398"/>
                    <a:pt x="1866" y="3513"/>
                    <a:pt x="1809" y="3599"/>
                  </a:cubicBezTo>
                  <a:cubicBezTo>
                    <a:pt x="1436" y="4183"/>
                    <a:pt x="1168" y="4833"/>
                    <a:pt x="1015" y="5513"/>
                  </a:cubicBezTo>
                  <a:cubicBezTo>
                    <a:pt x="996" y="5609"/>
                    <a:pt x="909" y="5685"/>
                    <a:pt x="804" y="5685"/>
                  </a:cubicBezTo>
                  <a:lnTo>
                    <a:pt x="220" y="5685"/>
                  </a:lnTo>
                  <a:cubicBezTo>
                    <a:pt x="96" y="5685"/>
                    <a:pt x="0" y="5781"/>
                    <a:pt x="0" y="5905"/>
                  </a:cubicBezTo>
                  <a:lnTo>
                    <a:pt x="0" y="7657"/>
                  </a:lnTo>
                  <a:cubicBezTo>
                    <a:pt x="0" y="7771"/>
                    <a:pt x="96" y="7877"/>
                    <a:pt x="220" y="7877"/>
                  </a:cubicBezTo>
                  <a:lnTo>
                    <a:pt x="804" y="7877"/>
                  </a:lnTo>
                  <a:cubicBezTo>
                    <a:pt x="909" y="7877"/>
                    <a:pt x="996" y="7944"/>
                    <a:pt x="1015" y="8049"/>
                  </a:cubicBezTo>
                  <a:cubicBezTo>
                    <a:pt x="1168" y="8728"/>
                    <a:pt x="1436" y="9379"/>
                    <a:pt x="1809" y="9963"/>
                  </a:cubicBezTo>
                  <a:cubicBezTo>
                    <a:pt x="1866" y="10049"/>
                    <a:pt x="1857" y="10164"/>
                    <a:pt x="1780" y="10231"/>
                  </a:cubicBezTo>
                  <a:lnTo>
                    <a:pt x="1369" y="10642"/>
                  </a:lnTo>
                  <a:cubicBezTo>
                    <a:pt x="1283" y="10729"/>
                    <a:pt x="1283" y="10872"/>
                    <a:pt x="1369" y="10958"/>
                  </a:cubicBezTo>
                  <a:lnTo>
                    <a:pt x="2603" y="12193"/>
                  </a:lnTo>
                  <a:cubicBezTo>
                    <a:pt x="2646" y="12236"/>
                    <a:pt x="2704" y="12257"/>
                    <a:pt x="2761" y="12257"/>
                  </a:cubicBezTo>
                  <a:cubicBezTo>
                    <a:pt x="2819" y="12257"/>
                    <a:pt x="2876" y="12236"/>
                    <a:pt x="2919" y="12193"/>
                  </a:cubicBezTo>
                  <a:lnTo>
                    <a:pt x="3331" y="11781"/>
                  </a:lnTo>
                  <a:cubicBezTo>
                    <a:pt x="3369" y="11738"/>
                    <a:pt x="3423" y="11716"/>
                    <a:pt x="3478" y="11716"/>
                  </a:cubicBezTo>
                  <a:cubicBezTo>
                    <a:pt x="3520" y="11716"/>
                    <a:pt x="3562" y="11728"/>
                    <a:pt x="3599" y="11753"/>
                  </a:cubicBezTo>
                  <a:cubicBezTo>
                    <a:pt x="4182" y="12126"/>
                    <a:pt x="4833" y="12394"/>
                    <a:pt x="5513" y="12547"/>
                  </a:cubicBezTo>
                  <a:cubicBezTo>
                    <a:pt x="5618" y="12566"/>
                    <a:pt x="5685" y="12652"/>
                    <a:pt x="5685" y="12758"/>
                  </a:cubicBezTo>
                  <a:lnTo>
                    <a:pt x="5685" y="13341"/>
                  </a:lnTo>
                  <a:cubicBezTo>
                    <a:pt x="5685" y="13466"/>
                    <a:pt x="5790" y="13561"/>
                    <a:pt x="5905" y="13561"/>
                  </a:cubicBezTo>
                  <a:lnTo>
                    <a:pt x="7657" y="13561"/>
                  </a:lnTo>
                  <a:cubicBezTo>
                    <a:pt x="7781" y="13561"/>
                    <a:pt x="7877" y="13466"/>
                    <a:pt x="7877" y="13341"/>
                  </a:cubicBezTo>
                  <a:lnTo>
                    <a:pt x="7877" y="12758"/>
                  </a:lnTo>
                  <a:cubicBezTo>
                    <a:pt x="7877" y="12652"/>
                    <a:pt x="7953" y="12566"/>
                    <a:pt x="8049" y="12547"/>
                  </a:cubicBezTo>
                  <a:cubicBezTo>
                    <a:pt x="8728" y="12394"/>
                    <a:pt x="9379" y="12126"/>
                    <a:pt x="9963" y="11753"/>
                  </a:cubicBezTo>
                  <a:cubicBezTo>
                    <a:pt x="10000" y="11728"/>
                    <a:pt x="10042" y="11716"/>
                    <a:pt x="10084" y="11716"/>
                  </a:cubicBezTo>
                  <a:cubicBezTo>
                    <a:pt x="10140" y="11716"/>
                    <a:pt x="10197" y="11738"/>
                    <a:pt x="10240" y="11781"/>
                  </a:cubicBezTo>
                  <a:lnTo>
                    <a:pt x="10652" y="12193"/>
                  </a:lnTo>
                  <a:cubicBezTo>
                    <a:pt x="10695" y="12236"/>
                    <a:pt x="10750" y="12257"/>
                    <a:pt x="10805" y="12257"/>
                  </a:cubicBezTo>
                  <a:cubicBezTo>
                    <a:pt x="10860" y="12257"/>
                    <a:pt x="10915" y="12236"/>
                    <a:pt x="10958" y="12193"/>
                  </a:cubicBezTo>
                  <a:lnTo>
                    <a:pt x="12193" y="10958"/>
                  </a:lnTo>
                  <a:cubicBezTo>
                    <a:pt x="12279" y="10872"/>
                    <a:pt x="12279" y="10729"/>
                    <a:pt x="12193" y="10642"/>
                  </a:cubicBezTo>
                  <a:lnTo>
                    <a:pt x="11781" y="10231"/>
                  </a:lnTo>
                  <a:cubicBezTo>
                    <a:pt x="11714" y="10164"/>
                    <a:pt x="11695" y="10049"/>
                    <a:pt x="11753" y="9963"/>
                  </a:cubicBezTo>
                  <a:cubicBezTo>
                    <a:pt x="12135" y="9379"/>
                    <a:pt x="12403" y="8728"/>
                    <a:pt x="12547" y="8049"/>
                  </a:cubicBezTo>
                  <a:cubicBezTo>
                    <a:pt x="12566" y="7944"/>
                    <a:pt x="12662" y="7877"/>
                    <a:pt x="12767" y="7877"/>
                  </a:cubicBezTo>
                  <a:lnTo>
                    <a:pt x="13341" y="7877"/>
                  </a:lnTo>
                  <a:cubicBezTo>
                    <a:pt x="13466" y="7877"/>
                    <a:pt x="13561" y="7781"/>
                    <a:pt x="13561" y="7657"/>
                  </a:cubicBezTo>
                  <a:lnTo>
                    <a:pt x="13561" y="5905"/>
                  </a:lnTo>
                  <a:cubicBezTo>
                    <a:pt x="13561" y="5781"/>
                    <a:pt x="13466" y="5685"/>
                    <a:pt x="13341" y="5685"/>
                  </a:cubicBezTo>
                  <a:lnTo>
                    <a:pt x="12757" y="5685"/>
                  </a:lnTo>
                  <a:cubicBezTo>
                    <a:pt x="12652" y="5685"/>
                    <a:pt x="12566" y="5609"/>
                    <a:pt x="12547" y="5513"/>
                  </a:cubicBezTo>
                  <a:cubicBezTo>
                    <a:pt x="12394" y="4833"/>
                    <a:pt x="12126" y="4183"/>
                    <a:pt x="11753" y="3599"/>
                  </a:cubicBezTo>
                  <a:cubicBezTo>
                    <a:pt x="11695" y="3513"/>
                    <a:pt x="11705" y="3398"/>
                    <a:pt x="11781" y="3321"/>
                  </a:cubicBezTo>
                  <a:lnTo>
                    <a:pt x="12193" y="2910"/>
                  </a:lnTo>
                  <a:cubicBezTo>
                    <a:pt x="12269" y="2824"/>
                    <a:pt x="12269" y="2690"/>
                    <a:pt x="12193" y="2603"/>
                  </a:cubicBezTo>
                  <a:lnTo>
                    <a:pt x="10949" y="1369"/>
                  </a:lnTo>
                  <a:cubicBezTo>
                    <a:pt x="10906" y="1326"/>
                    <a:pt x="10851" y="1304"/>
                    <a:pt x="10796" y="1304"/>
                  </a:cubicBezTo>
                  <a:cubicBezTo>
                    <a:pt x="10741" y="1304"/>
                    <a:pt x="10686" y="1326"/>
                    <a:pt x="10642" y="1369"/>
                  </a:cubicBezTo>
                  <a:lnTo>
                    <a:pt x="10231" y="1780"/>
                  </a:lnTo>
                  <a:cubicBezTo>
                    <a:pt x="10188" y="1818"/>
                    <a:pt x="10134" y="1837"/>
                    <a:pt x="10079" y="1837"/>
                  </a:cubicBezTo>
                  <a:cubicBezTo>
                    <a:pt x="10035" y="1837"/>
                    <a:pt x="9992" y="1825"/>
                    <a:pt x="9953" y="1800"/>
                  </a:cubicBezTo>
                  <a:cubicBezTo>
                    <a:pt x="9370" y="1426"/>
                    <a:pt x="8719" y="1158"/>
                    <a:pt x="8039" y="1015"/>
                  </a:cubicBezTo>
                  <a:cubicBezTo>
                    <a:pt x="7944" y="986"/>
                    <a:pt x="7877" y="900"/>
                    <a:pt x="7877" y="795"/>
                  </a:cubicBezTo>
                  <a:lnTo>
                    <a:pt x="7877" y="220"/>
                  </a:lnTo>
                  <a:cubicBezTo>
                    <a:pt x="7877" y="96"/>
                    <a:pt x="7781" y="0"/>
                    <a:pt x="765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67" name="Google Shape;9167;p63"/>
            <p:cNvSpPr/>
            <p:nvPr/>
          </p:nvSpPr>
          <p:spPr>
            <a:xfrm>
              <a:off x="5823724" y="1563535"/>
              <a:ext cx="262889" cy="252936"/>
            </a:xfrm>
            <a:custGeom>
              <a:avLst/>
              <a:gdLst/>
              <a:ahLst/>
              <a:cxnLst/>
              <a:rect l="l" t="t" r="r" b="b"/>
              <a:pathLst>
                <a:path w="10011" h="9632" extrusionOk="0">
                  <a:moveTo>
                    <a:pt x="5205" y="877"/>
                  </a:moveTo>
                  <a:cubicBezTo>
                    <a:pt x="5711" y="877"/>
                    <a:pt x="6222" y="975"/>
                    <a:pt x="6709" y="1177"/>
                  </a:cubicBezTo>
                  <a:cubicBezTo>
                    <a:pt x="8173" y="1790"/>
                    <a:pt x="9140" y="3225"/>
                    <a:pt x="9140" y="4814"/>
                  </a:cubicBezTo>
                  <a:cubicBezTo>
                    <a:pt x="9140" y="6996"/>
                    <a:pt x="7370" y="8757"/>
                    <a:pt x="5197" y="8757"/>
                  </a:cubicBezTo>
                  <a:cubicBezTo>
                    <a:pt x="3608" y="8757"/>
                    <a:pt x="2173" y="7790"/>
                    <a:pt x="1560" y="6326"/>
                  </a:cubicBezTo>
                  <a:cubicBezTo>
                    <a:pt x="948" y="4852"/>
                    <a:pt x="1283" y="3158"/>
                    <a:pt x="2412" y="2029"/>
                  </a:cubicBezTo>
                  <a:cubicBezTo>
                    <a:pt x="3168" y="1279"/>
                    <a:pt x="4178" y="877"/>
                    <a:pt x="5205" y="877"/>
                  </a:cubicBezTo>
                  <a:close/>
                  <a:moveTo>
                    <a:pt x="5197" y="0"/>
                  </a:moveTo>
                  <a:cubicBezTo>
                    <a:pt x="3254" y="0"/>
                    <a:pt x="1493" y="1177"/>
                    <a:pt x="747" y="2967"/>
                  </a:cubicBezTo>
                  <a:cubicBezTo>
                    <a:pt x="0" y="4766"/>
                    <a:pt x="412" y="6843"/>
                    <a:pt x="1790" y="8221"/>
                  </a:cubicBezTo>
                  <a:cubicBezTo>
                    <a:pt x="2711" y="9143"/>
                    <a:pt x="3941" y="9632"/>
                    <a:pt x="5192" y="9632"/>
                  </a:cubicBezTo>
                  <a:cubicBezTo>
                    <a:pt x="5813" y="9632"/>
                    <a:pt x="6438" y="9512"/>
                    <a:pt x="7035" y="9264"/>
                  </a:cubicBezTo>
                  <a:cubicBezTo>
                    <a:pt x="8834" y="8518"/>
                    <a:pt x="10001" y="6766"/>
                    <a:pt x="10011" y="4814"/>
                  </a:cubicBezTo>
                  <a:cubicBezTo>
                    <a:pt x="10011" y="2163"/>
                    <a:pt x="7858" y="10"/>
                    <a:pt x="5197"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68" name="Google Shape;9168;p63"/>
          <p:cNvGrpSpPr/>
          <p:nvPr/>
        </p:nvGrpSpPr>
        <p:grpSpPr>
          <a:xfrm>
            <a:off x="6224986" y="1365652"/>
            <a:ext cx="343560" cy="343822"/>
            <a:chOff x="6229598" y="1518052"/>
            <a:chExt cx="343560" cy="343822"/>
          </a:xfrm>
        </p:grpSpPr>
        <p:sp>
          <p:nvSpPr>
            <p:cNvPr id="9169" name="Google Shape;9169;p63"/>
            <p:cNvSpPr/>
            <p:nvPr/>
          </p:nvSpPr>
          <p:spPr>
            <a:xfrm>
              <a:off x="6229598" y="1518052"/>
              <a:ext cx="343560" cy="343822"/>
            </a:xfrm>
            <a:custGeom>
              <a:avLst/>
              <a:gdLst/>
              <a:ahLst/>
              <a:cxnLst/>
              <a:rect l="l" t="t" r="r" b="b"/>
              <a:pathLst>
                <a:path w="13083" h="13093" extrusionOk="0">
                  <a:moveTo>
                    <a:pt x="6537" y="0"/>
                  </a:moveTo>
                  <a:cubicBezTo>
                    <a:pt x="2929" y="0"/>
                    <a:pt x="0" y="2938"/>
                    <a:pt x="0" y="6546"/>
                  </a:cubicBezTo>
                  <a:cubicBezTo>
                    <a:pt x="0" y="10164"/>
                    <a:pt x="2929" y="13092"/>
                    <a:pt x="6537" y="13092"/>
                  </a:cubicBezTo>
                  <a:cubicBezTo>
                    <a:pt x="10154" y="13092"/>
                    <a:pt x="13083" y="10164"/>
                    <a:pt x="13083" y="6546"/>
                  </a:cubicBezTo>
                  <a:cubicBezTo>
                    <a:pt x="13083" y="2938"/>
                    <a:pt x="10154" y="0"/>
                    <a:pt x="653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0" name="Google Shape;9170;p63"/>
            <p:cNvSpPr/>
            <p:nvPr/>
          </p:nvSpPr>
          <p:spPr>
            <a:xfrm>
              <a:off x="6255228" y="1543918"/>
              <a:ext cx="292064" cy="292064"/>
            </a:xfrm>
            <a:custGeom>
              <a:avLst/>
              <a:gdLst/>
              <a:ahLst/>
              <a:cxnLst/>
              <a:rect l="l" t="t" r="r" b="b"/>
              <a:pathLst>
                <a:path w="11122" h="11122" extrusionOk="0">
                  <a:moveTo>
                    <a:pt x="5561" y="1"/>
                  </a:moveTo>
                  <a:cubicBezTo>
                    <a:pt x="2489" y="1"/>
                    <a:pt x="1" y="2489"/>
                    <a:pt x="1" y="5561"/>
                  </a:cubicBezTo>
                  <a:cubicBezTo>
                    <a:pt x="1" y="8633"/>
                    <a:pt x="2489" y="11121"/>
                    <a:pt x="5561" y="11121"/>
                  </a:cubicBezTo>
                  <a:cubicBezTo>
                    <a:pt x="8633" y="11121"/>
                    <a:pt x="11121" y="8633"/>
                    <a:pt x="11121" y="5561"/>
                  </a:cubicBezTo>
                  <a:cubicBezTo>
                    <a:pt x="11121" y="2489"/>
                    <a:pt x="8633" y="1"/>
                    <a:pt x="5561" y="1"/>
                  </a:cubicBezTo>
                  <a:close/>
                </a:path>
              </a:pathLst>
            </a:custGeom>
            <a:solidFill>
              <a:srgbClr val="F0F3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1" name="Google Shape;9171;p63"/>
            <p:cNvSpPr/>
            <p:nvPr/>
          </p:nvSpPr>
          <p:spPr>
            <a:xfrm>
              <a:off x="6396218" y="1564034"/>
              <a:ext cx="10320" cy="131221"/>
            </a:xfrm>
            <a:custGeom>
              <a:avLst/>
              <a:gdLst/>
              <a:ahLst/>
              <a:cxnLst/>
              <a:rect l="l" t="t" r="r" b="b"/>
              <a:pathLst>
                <a:path w="393" h="4997" extrusionOk="0">
                  <a:moveTo>
                    <a:pt x="197" y="0"/>
                  </a:moveTo>
                  <a:cubicBezTo>
                    <a:pt x="99" y="0"/>
                    <a:pt x="1" y="67"/>
                    <a:pt x="1" y="201"/>
                  </a:cubicBezTo>
                  <a:lnTo>
                    <a:pt x="1" y="4795"/>
                  </a:lnTo>
                  <a:cubicBezTo>
                    <a:pt x="1" y="4910"/>
                    <a:pt x="87" y="4996"/>
                    <a:pt x="192" y="4996"/>
                  </a:cubicBezTo>
                  <a:cubicBezTo>
                    <a:pt x="307" y="4996"/>
                    <a:pt x="393" y="4910"/>
                    <a:pt x="393" y="4795"/>
                  </a:cubicBezTo>
                  <a:lnTo>
                    <a:pt x="393" y="201"/>
                  </a:lnTo>
                  <a:cubicBezTo>
                    <a:pt x="393" y="67"/>
                    <a:pt x="295" y="0"/>
                    <a:pt x="1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2" name="Google Shape;9172;p63"/>
            <p:cNvSpPr/>
            <p:nvPr/>
          </p:nvSpPr>
          <p:spPr>
            <a:xfrm>
              <a:off x="6394459" y="1684908"/>
              <a:ext cx="134477" cy="10346"/>
            </a:xfrm>
            <a:custGeom>
              <a:avLst/>
              <a:gdLst/>
              <a:ahLst/>
              <a:cxnLst/>
              <a:rect l="l" t="t" r="r" b="b"/>
              <a:pathLst>
                <a:path w="5121" h="394" extrusionOk="0">
                  <a:moveTo>
                    <a:pt x="259" y="1"/>
                  </a:moveTo>
                  <a:cubicBezTo>
                    <a:pt x="1" y="1"/>
                    <a:pt x="1" y="393"/>
                    <a:pt x="259" y="393"/>
                  </a:cubicBezTo>
                  <a:lnTo>
                    <a:pt x="4862" y="393"/>
                  </a:lnTo>
                  <a:cubicBezTo>
                    <a:pt x="5121" y="393"/>
                    <a:pt x="5121" y="1"/>
                    <a:pt x="486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3" name="Google Shape;9173;p63"/>
            <p:cNvSpPr/>
            <p:nvPr/>
          </p:nvSpPr>
          <p:spPr>
            <a:xfrm>
              <a:off x="6291178" y="1579868"/>
              <a:ext cx="272946" cy="256009"/>
            </a:xfrm>
            <a:custGeom>
              <a:avLst/>
              <a:gdLst/>
              <a:ahLst/>
              <a:cxnLst/>
              <a:rect l="l" t="t" r="r" b="b"/>
              <a:pathLst>
                <a:path w="10394" h="9749" extrusionOk="0">
                  <a:moveTo>
                    <a:pt x="7848" y="0"/>
                  </a:moveTo>
                  <a:lnTo>
                    <a:pt x="7848" y="0"/>
                  </a:lnTo>
                  <a:cubicBezTo>
                    <a:pt x="9781" y="2211"/>
                    <a:pt x="9666" y="5522"/>
                    <a:pt x="7599" y="7599"/>
                  </a:cubicBezTo>
                  <a:cubicBezTo>
                    <a:pt x="6518" y="8680"/>
                    <a:pt x="5095" y="9227"/>
                    <a:pt x="3667" y="9227"/>
                  </a:cubicBezTo>
                  <a:cubicBezTo>
                    <a:pt x="2363" y="9227"/>
                    <a:pt x="1055" y="8771"/>
                    <a:pt x="0" y="7848"/>
                  </a:cubicBezTo>
                  <a:lnTo>
                    <a:pt x="0" y="7848"/>
                  </a:lnTo>
                  <a:cubicBezTo>
                    <a:pt x="1108" y="9110"/>
                    <a:pt x="2650" y="9748"/>
                    <a:pt x="4196" y="9748"/>
                  </a:cubicBezTo>
                  <a:cubicBezTo>
                    <a:pt x="5614" y="9748"/>
                    <a:pt x="7035" y="9211"/>
                    <a:pt x="8125" y="8125"/>
                  </a:cubicBezTo>
                  <a:cubicBezTo>
                    <a:pt x="10393" y="5848"/>
                    <a:pt x="10269" y="2125"/>
                    <a:pt x="7848" y="0"/>
                  </a:cubicBezTo>
                  <a:close/>
                </a:path>
              </a:pathLst>
            </a:custGeom>
            <a:solidFill>
              <a:srgbClr val="E2E8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4" name="Google Shape;9174;p63"/>
            <p:cNvSpPr/>
            <p:nvPr/>
          </p:nvSpPr>
          <p:spPr>
            <a:xfrm>
              <a:off x="6273584" y="1684908"/>
              <a:ext cx="21376" cy="10346"/>
            </a:xfrm>
            <a:custGeom>
              <a:avLst/>
              <a:gdLst/>
              <a:ahLst/>
              <a:cxnLst/>
              <a:rect l="l" t="t" r="r" b="b"/>
              <a:pathLst>
                <a:path w="814" h="394" extrusionOk="0">
                  <a:moveTo>
                    <a:pt x="268" y="1"/>
                  </a:moveTo>
                  <a:cubicBezTo>
                    <a:pt x="0" y="1"/>
                    <a:pt x="0" y="393"/>
                    <a:pt x="268" y="393"/>
                  </a:cubicBezTo>
                  <a:lnTo>
                    <a:pt x="555" y="393"/>
                  </a:lnTo>
                  <a:cubicBezTo>
                    <a:pt x="814" y="393"/>
                    <a:pt x="814" y="1"/>
                    <a:pt x="555" y="1"/>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5" name="Google Shape;9175;p63"/>
            <p:cNvSpPr/>
            <p:nvPr/>
          </p:nvSpPr>
          <p:spPr>
            <a:xfrm>
              <a:off x="6396218" y="1798194"/>
              <a:ext cx="10320" cy="17673"/>
            </a:xfrm>
            <a:custGeom>
              <a:avLst/>
              <a:gdLst/>
              <a:ahLst/>
              <a:cxnLst/>
              <a:rect l="l" t="t" r="r" b="b"/>
              <a:pathLst>
                <a:path w="393" h="673" extrusionOk="0">
                  <a:moveTo>
                    <a:pt x="197" y="1"/>
                  </a:moveTo>
                  <a:cubicBezTo>
                    <a:pt x="99" y="1"/>
                    <a:pt x="1" y="65"/>
                    <a:pt x="1" y="194"/>
                  </a:cubicBezTo>
                  <a:lnTo>
                    <a:pt x="1" y="481"/>
                  </a:lnTo>
                  <a:cubicBezTo>
                    <a:pt x="1" y="587"/>
                    <a:pt x="87" y="673"/>
                    <a:pt x="192" y="673"/>
                  </a:cubicBezTo>
                  <a:cubicBezTo>
                    <a:pt x="307" y="673"/>
                    <a:pt x="393" y="587"/>
                    <a:pt x="393" y="481"/>
                  </a:cubicBezTo>
                  <a:lnTo>
                    <a:pt x="393" y="194"/>
                  </a:lnTo>
                  <a:cubicBezTo>
                    <a:pt x="393" y="65"/>
                    <a:pt x="295" y="1"/>
                    <a:pt x="197" y="1"/>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6" name="Google Shape;9176;p63"/>
            <p:cNvSpPr/>
            <p:nvPr/>
          </p:nvSpPr>
          <p:spPr>
            <a:xfrm>
              <a:off x="6308063" y="1599117"/>
              <a:ext cx="20036" cy="15966"/>
            </a:xfrm>
            <a:custGeom>
              <a:avLst/>
              <a:gdLst/>
              <a:ahLst/>
              <a:cxnLst/>
              <a:rect l="l" t="t" r="r" b="b"/>
              <a:pathLst>
                <a:path w="763" h="608" extrusionOk="0">
                  <a:moveTo>
                    <a:pt x="296" y="0"/>
                  </a:moveTo>
                  <a:cubicBezTo>
                    <a:pt x="140" y="0"/>
                    <a:pt x="1" y="210"/>
                    <a:pt x="161" y="349"/>
                  </a:cubicBezTo>
                  <a:lnTo>
                    <a:pt x="362" y="550"/>
                  </a:lnTo>
                  <a:cubicBezTo>
                    <a:pt x="399" y="587"/>
                    <a:pt x="445" y="606"/>
                    <a:pt x="501" y="607"/>
                  </a:cubicBezTo>
                  <a:lnTo>
                    <a:pt x="501" y="607"/>
                  </a:lnTo>
                  <a:cubicBezTo>
                    <a:pt x="679" y="604"/>
                    <a:pt x="763" y="396"/>
                    <a:pt x="640" y="272"/>
                  </a:cubicBezTo>
                  <a:lnTo>
                    <a:pt x="439" y="71"/>
                  </a:lnTo>
                  <a:cubicBezTo>
                    <a:pt x="395" y="21"/>
                    <a:pt x="344" y="0"/>
                    <a:pt x="296" y="0"/>
                  </a:cubicBezTo>
                  <a:close/>
                  <a:moveTo>
                    <a:pt x="501" y="607"/>
                  </a:moveTo>
                  <a:cubicBezTo>
                    <a:pt x="499" y="607"/>
                    <a:pt x="498" y="607"/>
                    <a:pt x="496" y="607"/>
                  </a:cubicBezTo>
                  <a:lnTo>
                    <a:pt x="506" y="607"/>
                  </a:lnTo>
                  <a:cubicBezTo>
                    <a:pt x="504" y="607"/>
                    <a:pt x="502" y="607"/>
                    <a:pt x="501" y="607"/>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7" name="Google Shape;9177;p63"/>
            <p:cNvSpPr/>
            <p:nvPr/>
          </p:nvSpPr>
          <p:spPr>
            <a:xfrm>
              <a:off x="6473606" y="1764581"/>
              <a:ext cx="20141" cy="16097"/>
            </a:xfrm>
            <a:custGeom>
              <a:avLst/>
              <a:gdLst/>
              <a:ahLst/>
              <a:cxnLst/>
              <a:rect l="l" t="t" r="r" b="b"/>
              <a:pathLst>
                <a:path w="767" h="613" extrusionOk="0">
                  <a:moveTo>
                    <a:pt x="297" y="0"/>
                  </a:moveTo>
                  <a:cubicBezTo>
                    <a:pt x="138" y="0"/>
                    <a:pt x="1" y="208"/>
                    <a:pt x="154" y="355"/>
                  </a:cubicBezTo>
                  <a:lnTo>
                    <a:pt x="355" y="556"/>
                  </a:lnTo>
                  <a:cubicBezTo>
                    <a:pt x="394" y="584"/>
                    <a:pt x="451" y="613"/>
                    <a:pt x="499" y="613"/>
                  </a:cubicBezTo>
                  <a:cubicBezTo>
                    <a:pt x="671" y="613"/>
                    <a:pt x="767" y="402"/>
                    <a:pt x="642" y="278"/>
                  </a:cubicBezTo>
                  <a:lnTo>
                    <a:pt x="441" y="67"/>
                  </a:lnTo>
                  <a:cubicBezTo>
                    <a:pt x="396" y="20"/>
                    <a:pt x="345" y="0"/>
                    <a:pt x="297"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8" name="Google Shape;9178;p63"/>
            <p:cNvSpPr/>
            <p:nvPr/>
          </p:nvSpPr>
          <p:spPr>
            <a:xfrm>
              <a:off x="6474368" y="1599117"/>
              <a:ext cx="20141" cy="15966"/>
            </a:xfrm>
            <a:custGeom>
              <a:avLst/>
              <a:gdLst/>
              <a:ahLst/>
              <a:cxnLst/>
              <a:rect l="l" t="t" r="r" b="b"/>
              <a:pathLst>
                <a:path w="767" h="608" extrusionOk="0">
                  <a:moveTo>
                    <a:pt x="478" y="0"/>
                  </a:moveTo>
                  <a:cubicBezTo>
                    <a:pt x="429" y="0"/>
                    <a:pt x="379" y="21"/>
                    <a:pt x="336" y="71"/>
                  </a:cubicBezTo>
                  <a:lnTo>
                    <a:pt x="135" y="272"/>
                  </a:lnTo>
                  <a:cubicBezTo>
                    <a:pt x="1" y="397"/>
                    <a:pt x="97" y="607"/>
                    <a:pt x="269" y="607"/>
                  </a:cubicBezTo>
                  <a:cubicBezTo>
                    <a:pt x="326" y="607"/>
                    <a:pt x="374" y="588"/>
                    <a:pt x="412" y="550"/>
                  </a:cubicBezTo>
                  <a:lnTo>
                    <a:pt x="613" y="349"/>
                  </a:lnTo>
                  <a:cubicBezTo>
                    <a:pt x="766" y="210"/>
                    <a:pt x="631" y="0"/>
                    <a:pt x="478"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9" name="Google Shape;9179;p63"/>
            <p:cNvSpPr/>
            <p:nvPr/>
          </p:nvSpPr>
          <p:spPr>
            <a:xfrm>
              <a:off x="6308772" y="1765001"/>
              <a:ext cx="19432" cy="15677"/>
            </a:xfrm>
            <a:custGeom>
              <a:avLst/>
              <a:gdLst/>
              <a:ahLst/>
              <a:cxnLst/>
              <a:rect l="l" t="t" r="r" b="b"/>
              <a:pathLst>
                <a:path w="740" h="597" extrusionOk="0">
                  <a:moveTo>
                    <a:pt x="457" y="0"/>
                  </a:moveTo>
                  <a:cubicBezTo>
                    <a:pt x="414" y="0"/>
                    <a:pt x="368" y="15"/>
                    <a:pt x="325" y="51"/>
                  </a:cubicBezTo>
                  <a:lnTo>
                    <a:pt x="124" y="252"/>
                  </a:lnTo>
                  <a:cubicBezTo>
                    <a:pt x="0" y="377"/>
                    <a:pt x="96" y="597"/>
                    <a:pt x="268" y="597"/>
                  </a:cubicBezTo>
                  <a:cubicBezTo>
                    <a:pt x="316" y="597"/>
                    <a:pt x="373" y="568"/>
                    <a:pt x="412" y="540"/>
                  </a:cubicBezTo>
                  <a:lnTo>
                    <a:pt x="613" y="339"/>
                  </a:lnTo>
                  <a:cubicBezTo>
                    <a:pt x="739" y="190"/>
                    <a:pt x="611" y="0"/>
                    <a:pt x="457"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0" name="Google Shape;9180;p63"/>
            <p:cNvSpPr/>
            <p:nvPr/>
          </p:nvSpPr>
          <p:spPr>
            <a:xfrm>
              <a:off x="6283064" y="1637404"/>
              <a:ext cx="20693" cy="13366"/>
            </a:xfrm>
            <a:custGeom>
              <a:avLst/>
              <a:gdLst/>
              <a:ahLst/>
              <a:cxnLst/>
              <a:rect l="l" t="t" r="r" b="b"/>
              <a:pathLst>
                <a:path w="788" h="509" extrusionOk="0">
                  <a:moveTo>
                    <a:pt x="280" y="0"/>
                  </a:moveTo>
                  <a:cubicBezTo>
                    <a:pt x="118" y="0"/>
                    <a:pt x="0" y="333"/>
                    <a:pt x="194" y="384"/>
                  </a:cubicBezTo>
                  <a:lnTo>
                    <a:pt x="453" y="489"/>
                  </a:lnTo>
                  <a:cubicBezTo>
                    <a:pt x="472" y="499"/>
                    <a:pt x="501" y="508"/>
                    <a:pt x="529" y="508"/>
                  </a:cubicBezTo>
                  <a:cubicBezTo>
                    <a:pt x="730" y="499"/>
                    <a:pt x="788" y="221"/>
                    <a:pt x="606" y="135"/>
                  </a:cubicBezTo>
                  <a:lnTo>
                    <a:pt x="347" y="20"/>
                  </a:lnTo>
                  <a:cubicBezTo>
                    <a:pt x="325" y="6"/>
                    <a:pt x="302" y="0"/>
                    <a:pt x="280"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1" name="Google Shape;9181;p63"/>
            <p:cNvSpPr/>
            <p:nvPr/>
          </p:nvSpPr>
          <p:spPr>
            <a:xfrm>
              <a:off x="6498947" y="1729445"/>
              <a:ext cx="20640" cy="13051"/>
            </a:xfrm>
            <a:custGeom>
              <a:avLst/>
              <a:gdLst/>
              <a:ahLst/>
              <a:cxnLst/>
              <a:rect l="l" t="t" r="r" b="b"/>
              <a:pathLst>
                <a:path w="786" h="497" extrusionOk="0">
                  <a:moveTo>
                    <a:pt x="273" y="1"/>
                  </a:moveTo>
                  <a:cubicBezTo>
                    <a:pt x="89" y="1"/>
                    <a:pt x="0" y="258"/>
                    <a:pt x="175" y="372"/>
                  </a:cubicBezTo>
                  <a:lnTo>
                    <a:pt x="433" y="477"/>
                  </a:lnTo>
                  <a:cubicBezTo>
                    <a:pt x="461" y="486"/>
                    <a:pt x="488" y="495"/>
                    <a:pt x="516" y="496"/>
                  </a:cubicBezTo>
                  <a:lnTo>
                    <a:pt x="516" y="496"/>
                  </a:lnTo>
                  <a:cubicBezTo>
                    <a:pt x="731" y="491"/>
                    <a:pt x="786" y="208"/>
                    <a:pt x="587" y="123"/>
                  </a:cubicBezTo>
                  <a:lnTo>
                    <a:pt x="328" y="8"/>
                  </a:lnTo>
                  <a:cubicBezTo>
                    <a:pt x="309" y="3"/>
                    <a:pt x="291" y="1"/>
                    <a:pt x="273" y="1"/>
                  </a:cubicBezTo>
                  <a:close/>
                  <a:moveTo>
                    <a:pt x="516" y="496"/>
                  </a:moveTo>
                  <a:cubicBezTo>
                    <a:pt x="514" y="496"/>
                    <a:pt x="512" y="496"/>
                    <a:pt x="510" y="496"/>
                  </a:cubicBezTo>
                  <a:lnTo>
                    <a:pt x="520" y="496"/>
                  </a:lnTo>
                  <a:cubicBezTo>
                    <a:pt x="518" y="496"/>
                    <a:pt x="517" y="496"/>
                    <a:pt x="516" y="496"/>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2" name="Google Shape;9182;p63"/>
            <p:cNvSpPr/>
            <p:nvPr/>
          </p:nvSpPr>
          <p:spPr>
            <a:xfrm>
              <a:off x="6439442" y="1574511"/>
              <a:ext cx="14837" cy="16675"/>
            </a:xfrm>
            <a:custGeom>
              <a:avLst/>
              <a:gdLst/>
              <a:ahLst/>
              <a:cxnLst/>
              <a:rect l="l" t="t" r="r" b="b"/>
              <a:pathLst>
                <a:path w="565" h="635" extrusionOk="0">
                  <a:moveTo>
                    <a:pt x="331" y="0"/>
                  </a:moveTo>
                  <a:cubicBezTo>
                    <a:pt x="269" y="0"/>
                    <a:pt x="206" y="30"/>
                    <a:pt x="163" y="99"/>
                  </a:cubicBezTo>
                  <a:lnTo>
                    <a:pt x="58" y="357"/>
                  </a:lnTo>
                  <a:cubicBezTo>
                    <a:pt x="1" y="482"/>
                    <a:pt x="96" y="635"/>
                    <a:pt x="240" y="635"/>
                  </a:cubicBezTo>
                  <a:lnTo>
                    <a:pt x="230" y="625"/>
                  </a:lnTo>
                  <a:cubicBezTo>
                    <a:pt x="307" y="625"/>
                    <a:pt x="383" y="578"/>
                    <a:pt x="412" y="511"/>
                  </a:cubicBezTo>
                  <a:lnTo>
                    <a:pt x="527" y="252"/>
                  </a:lnTo>
                  <a:cubicBezTo>
                    <a:pt x="565" y="108"/>
                    <a:pt x="450" y="0"/>
                    <a:pt x="331"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3" name="Google Shape;9183;p63"/>
            <p:cNvSpPr/>
            <p:nvPr/>
          </p:nvSpPr>
          <p:spPr>
            <a:xfrm>
              <a:off x="6347978" y="1789581"/>
              <a:ext cx="15861" cy="16754"/>
            </a:xfrm>
            <a:custGeom>
              <a:avLst/>
              <a:gdLst/>
              <a:ahLst/>
              <a:cxnLst/>
              <a:rect l="l" t="t" r="r" b="b"/>
              <a:pathLst>
                <a:path w="604" h="638" extrusionOk="0">
                  <a:moveTo>
                    <a:pt x="303" y="0"/>
                  </a:moveTo>
                  <a:cubicBezTo>
                    <a:pt x="239" y="0"/>
                    <a:pt x="181" y="30"/>
                    <a:pt x="163" y="101"/>
                  </a:cubicBezTo>
                  <a:lnTo>
                    <a:pt x="48" y="360"/>
                  </a:lnTo>
                  <a:cubicBezTo>
                    <a:pt x="0" y="494"/>
                    <a:pt x="96" y="637"/>
                    <a:pt x="230" y="637"/>
                  </a:cubicBezTo>
                  <a:cubicBezTo>
                    <a:pt x="306" y="637"/>
                    <a:pt x="383" y="589"/>
                    <a:pt x="412" y="513"/>
                  </a:cubicBezTo>
                  <a:lnTo>
                    <a:pt x="526" y="254"/>
                  </a:lnTo>
                  <a:cubicBezTo>
                    <a:pt x="604" y="125"/>
                    <a:pt x="438" y="0"/>
                    <a:pt x="303"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4" name="Google Shape;9184;p63"/>
            <p:cNvSpPr/>
            <p:nvPr/>
          </p:nvSpPr>
          <p:spPr>
            <a:xfrm>
              <a:off x="6349633" y="1572883"/>
              <a:ext cx="15441" cy="17305"/>
            </a:xfrm>
            <a:custGeom>
              <a:avLst/>
              <a:gdLst/>
              <a:ahLst/>
              <a:cxnLst/>
              <a:rect l="l" t="t" r="r" b="b"/>
              <a:pathLst>
                <a:path w="588" h="659" extrusionOk="0">
                  <a:moveTo>
                    <a:pt x="254" y="0"/>
                  </a:moveTo>
                  <a:cubicBezTo>
                    <a:pt x="127" y="0"/>
                    <a:pt x="0" y="116"/>
                    <a:pt x="61" y="276"/>
                  </a:cubicBezTo>
                  <a:lnTo>
                    <a:pt x="176" y="534"/>
                  </a:lnTo>
                  <a:cubicBezTo>
                    <a:pt x="205" y="611"/>
                    <a:pt x="272" y="659"/>
                    <a:pt x="358" y="659"/>
                  </a:cubicBezTo>
                  <a:cubicBezTo>
                    <a:pt x="492" y="659"/>
                    <a:pt x="588" y="515"/>
                    <a:pt x="540" y="391"/>
                  </a:cubicBezTo>
                  <a:lnTo>
                    <a:pt x="435" y="123"/>
                  </a:lnTo>
                  <a:cubicBezTo>
                    <a:pt x="397" y="37"/>
                    <a:pt x="326" y="0"/>
                    <a:pt x="254"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5" name="Google Shape;9185;p63"/>
            <p:cNvSpPr/>
            <p:nvPr/>
          </p:nvSpPr>
          <p:spPr>
            <a:xfrm>
              <a:off x="6437341" y="1789896"/>
              <a:ext cx="15441" cy="17437"/>
            </a:xfrm>
            <a:custGeom>
              <a:avLst/>
              <a:gdLst/>
              <a:ahLst/>
              <a:cxnLst/>
              <a:rect l="l" t="t" r="r" b="b"/>
              <a:pathLst>
                <a:path w="588" h="664" extrusionOk="0">
                  <a:moveTo>
                    <a:pt x="251" y="0"/>
                  </a:moveTo>
                  <a:cubicBezTo>
                    <a:pt x="127" y="0"/>
                    <a:pt x="0" y="118"/>
                    <a:pt x="61" y="271"/>
                  </a:cubicBezTo>
                  <a:lnTo>
                    <a:pt x="167" y="539"/>
                  </a:lnTo>
                  <a:cubicBezTo>
                    <a:pt x="195" y="616"/>
                    <a:pt x="272" y="654"/>
                    <a:pt x="349" y="654"/>
                  </a:cubicBezTo>
                  <a:lnTo>
                    <a:pt x="349" y="663"/>
                  </a:lnTo>
                  <a:cubicBezTo>
                    <a:pt x="492" y="663"/>
                    <a:pt x="588" y="520"/>
                    <a:pt x="530" y="386"/>
                  </a:cubicBezTo>
                  <a:lnTo>
                    <a:pt x="425" y="127"/>
                  </a:lnTo>
                  <a:cubicBezTo>
                    <a:pt x="391" y="38"/>
                    <a:pt x="321" y="0"/>
                    <a:pt x="251"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6" name="Google Shape;9186;p63"/>
            <p:cNvSpPr/>
            <p:nvPr/>
          </p:nvSpPr>
          <p:spPr>
            <a:xfrm>
              <a:off x="6499262" y="1639505"/>
              <a:ext cx="21664" cy="13261"/>
            </a:xfrm>
            <a:custGeom>
              <a:avLst/>
              <a:gdLst/>
              <a:ahLst/>
              <a:cxnLst/>
              <a:rect l="l" t="t" r="r" b="b"/>
              <a:pathLst>
                <a:path w="825" h="505" extrusionOk="0">
                  <a:moveTo>
                    <a:pt x="541" y="1"/>
                  </a:moveTo>
                  <a:cubicBezTo>
                    <a:pt x="515" y="1"/>
                    <a:pt x="488" y="6"/>
                    <a:pt x="460" y="17"/>
                  </a:cubicBezTo>
                  <a:lnTo>
                    <a:pt x="201" y="131"/>
                  </a:lnTo>
                  <a:cubicBezTo>
                    <a:pt x="0" y="208"/>
                    <a:pt x="58" y="505"/>
                    <a:pt x="268" y="505"/>
                  </a:cubicBezTo>
                  <a:cubicBezTo>
                    <a:pt x="297" y="505"/>
                    <a:pt x="326" y="505"/>
                    <a:pt x="345" y="495"/>
                  </a:cubicBezTo>
                  <a:lnTo>
                    <a:pt x="613" y="390"/>
                  </a:lnTo>
                  <a:cubicBezTo>
                    <a:pt x="825" y="297"/>
                    <a:pt x="736" y="1"/>
                    <a:pt x="541" y="1"/>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7" name="Google Shape;9187;p63"/>
            <p:cNvSpPr/>
            <p:nvPr/>
          </p:nvSpPr>
          <p:spPr>
            <a:xfrm>
              <a:off x="6282118" y="1727161"/>
              <a:ext cx="21638" cy="13314"/>
            </a:xfrm>
            <a:custGeom>
              <a:avLst/>
              <a:gdLst/>
              <a:ahLst/>
              <a:cxnLst/>
              <a:rect l="l" t="t" r="r" b="b"/>
              <a:pathLst>
                <a:path w="824" h="507" extrusionOk="0">
                  <a:moveTo>
                    <a:pt x="552" y="0"/>
                  </a:moveTo>
                  <a:cubicBezTo>
                    <a:pt x="526" y="0"/>
                    <a:pt x="499" y="6"/>
                    <a:pt x="470" y="19"/>
                  </a:cubicBezTo>
                  <a:lnTo>
                    <a:pt x="202" y="124"/>
                  </a:lnTo>
                  <a:cubicBezTo>
                    <a:pt x="1" y="200"/>
                    <a:pt x="58" y="507"/>
                    <a:pt x="278" y="507"/>
                  </a:cubicBezTo>
                  <a:cubicBezTo>
                    <a:pt x="297" y="507"/>
                    <a:pt x="326" y="497"/>
                    <a:pt x="355" y="488"/>
                  </a:cubicBezTo>
                  <a:lnTo>
                    <a:pt x="613" y="382"/>
                  </a:lnTo>
                  <a:cubicBezTo>
                    <a:pt x="823" y="298"/>
                    <a:pt x="738" y="0"/>
                    <a:pt x="552"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88" name="Google Shape;9188;p63"/>
          <p:cNvGrpSpPr/>
          <p:nvPr/>
        </p:nvGrpSpPr>
        <p:grpSpPr>
          <a:xfrm>
            <a:off x="6665287" y="1353074"/>
            <a:ext cx="345083" cy="369216"/>
            <a:chOff x="6669900" y="1505474"/>
            <a:chExt cx="345083" cy="369216"/>
          </a:xfrm>
        </p:grpSpPr>
        <p:sp>
          <p:nvSpPr>
            <p:cNvPr id="9189" name="Google Shape;9189;p63"/>
            <p:cNvSpPr/>
            <p:nvPr/>
          </p:nvSpPr>
          <p:spPr>
            <a:xfrm>
              <a:off x="6700309" y="1505474"/>
              <a:ext cx="48292" cy="42252"/>
            </a:xfrm>
            <a:custGeom>
              <a:avLst/>
              <a:gdLst/>
              <a:ahLst/>
              <a:cxnLst/>
              <a:rect l="l" t="t" r="r" b="b"/>
              <a:pathLst>
                <a:path w="1839" h="1609" extrusionOk="0">
                  <a:moveTo>
                    <a:pt x="919" y="1"/>
                  </a:moveTo>
                  <a:cubicBezTo>
                    <a:pt x="412" y="1"/>
                    <a:pt x="1" y="364"/>
                    <a:pt x="1" y="804"/>
                  </a:cubicBezTo>
                  <a:cubicBezTo>
                    <a:pt x="1" y="1254"/>
                    <a:pt x="412" y="1608"/>
                    <a:pt x="919" y="1608"/>
                  </a:cubicBezTo>
                  <a:cubicBezTo>
                    <a:pt x="1427" y="1608"/>
                    <a:pt x="1838" y="1254"/>
                    <a:pt x="1838" y="804"/>
                  </a:cubicBezTo>
                  <a:cubicBezTo>
                    <a:pt x="1838" y="364"/>
                    <a:pt x="1427" y="1"/>
                    <a:pt x="9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0" name="Google Shape;9190;p63"/>
            <p:cNvSpPr/>
            <p:nvPr/>
          </p:nvSpPr>
          <p:spPr>
            <a:xfrm>
              <a:off x="6700309" y="1505474"/>
              <a:ext cx="33455" cy="42252"/>
            </a:xfrm>
            <a:custGeom>
              <a:avLst/>
              <a:gdLst/>
              <a:ahLst/>
              <a:cxnLst/>
              <a:rect l="l" t="t" r="r" b="b"/>
              <a:pathLst>
                <a:path w="1274" h="1609" extrusionOk="0">
                  <a:moveTo>
                    <a:pt x="919" y="1"/>
                  </a:moveTo>
                  <a:cubicBezTo>
                    <a:pt x="412" y="1"/>
                    <a:pt x="1" y="355"/>
                    <a:pt x="1" y="804"/>
                  </a:cubicBezTo>
                  <a:cubicBezTo>
                    <a:pt x="1" y="1254"/>
                    <a:pt x="412" y="1608"/>
                    <a:pt x="919" y="1608"/>
                  </a:cubicBezTo>
                  <a:cubicBezTo>
                    <a:pt x="1044" y="1608"/>
                    <a:pt x="1159" y="1589"/>
                    <a:pt x="1273" y="1551"/>
                  </a:cubicBezTo>
                  <a:cubicBezTo>
                    <a:pt x="938" y="1455"/>
                    <a:pt x="699" y="1149"/>
                    <a:pt x="690" y="804"/>
                  </a:cubicBezTo>
                  <a:cubicBezTo>
                    <a:pt x="699" y="460"/>
                    <a:pt x="938" y="154"/>
                    <a:pt x="1273" y="58"/>
                  </a:cubicBezTo>
                  <a:cubicBezTo>
                    <a:pt x="1159" y="20"/>
                    <a:pt x="1044" y="1"/>
                    <a:pt x="9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1" name="Google Shape;9191;p63"/>
            <p:cNvSpPr/>
            <p:nvPr/>
          </p:nvSpPr>
          <p:spPr>
            <a:xfrm>
              <a:off x="6669900" y="1608255"/>
              <a:ext cx="109110" cy="84715"/>
            </a:xfrm>
            <a:custGeom>
              <a:avLst/>
              <a:gdLst/>
              <a:ahLst/>
              <a:cxnLst/>
              <a:rect l="l" t="t" r="r" b="b"/>
              <a:pathLst>
                <a:path w="4155" h="3226" extrusionOk="0">
                  <a:moveTo>
                    <a:pt x="1388" y="1"/>
                  </a:moveTo>
                  <a:lnTo>
                    <a:pt x="1388" y="690"/>
                  </a:lnTo>
                  <a:cubicBezTo>
                    <a:pt x="1388" y="872"/>
                    <a:pt x="1283" y="1025"/>
                    <a:pt x="1130" y="1111"/>
                  </a:cubicBezTo>
                  <a:lnTo>
                    <a:pt x="383" y="1484"/>
                  </a:lnTo>
                  <a:cubicBezTo>
                    <a:pt x="154" y="1599"/>
                    <a:pt x="1" y="1838"/>
                    <a:pt x="1" y="2097"/>
                  </a:cubicBezTo>
                  <a:lnTo>
                    <a:pt x="1" y="2996"/>
                  </a:lnTo>
                  <a:cubicBezTo>
                    <a:pt x="1" y="3130"/>
                    <a:pt x="106" y="3226"/>
                    <a:pt x="230" y="3226"/>
                  </a:cubicBezTo>
                  <a:lnTo>
                    <a:pt x="3924" y="3226"/>
                  </a:lnTo>
                  <a:cubicBezTo>
                    <a:pt x="4049" y="3226"/>
                    <a:pt x="4154" y="3130"/>
                    <a:pt x="4154" y="2996"/>
                  </a:cubicBezTo>
                  <a:lnTo>
                    <a:pt x="4154" y="2097"/>
                  </a:lnTo>
                  <a:cubicBezTo>
                    <a:pt x="4154" y="1838"/>
                    <a:pt x="4001" y="1599"/>
                    <a:pt x="3771" y="1484"/>
                  </a:cubicBezTo>
                  <a:lnTo>
                    <a:pt x="3025" y="1111"/>
                  </a:lnTo>
                  <a:cubicBezTo>
                    <a:pt x="2872" y="1025"/>
                    <a:pt x="2766" y="872"/>
                    <a:pt x="2766" y="690"/>
                  </a:cubicBezTo>
                  <a:lnTo>
                    <a:pt x="2766"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2" name="Google Shape;9192;p63"/>
            <p:cNvSpPr/>
            <p:nvPr/>
          </p:nvSpPr>
          <p:spPr>
            <a:xfrm>
              <a:off x="6706086" y="1608255"/>
              <a:ext cx="36974" cy="24422"/>
            </a:xfrm>
            <a:custGeom>
              <a:avLst/>
              <a:gdLst/>
              <a:ahLst/>
              <a:cxnLst/>
              <a:rect l="l" t="t" r="r" b="b"/>
              <a:pathLst>
                <a:path w="1408" h="930" extrusionOk="0">
                  <a:moveTo>
                    <a:pt x="10" y="1"/>
                  </a:moveTo>
                  <a:lnTo>
                    <a:pt x="10" y="690"/>
                  </a:lnTo>
                  <a:cubicBezTo>
                    <a:pt x="10" y="719"/>
                    <a:pt x="1" y="757"/>
                    <a:pt x="1" y="786"/>
                  </a:cubicBezTo>
                  <a:cubicBezTo>
                    <a:pt x="221" y="872"/>
                    <a:pt x="460" y="920"/>
                    <a:pt x="699" y="929"/>
                  </a:cubicBezTo>
                  <a:cubicBezTo>
                    <a:pt x="939" y="920"/>
                    <a:pt x="1187" y="872"/>
                    <a:pt x="1408" y="786"/>
                  </a:cubicBezTo>
                  <a:cubicBezTo>
                    <a:pt x="1398" y="747"/>
                    <a:pt x="1398" y="719"/>
                    <a:pt x="1398" y="690"/>
                  </a:cubicBezTo>
                  <a:lnTo>
                    <a:pt x="1398"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3" name="Google Shape;9193;p63"/>
            <p:cNvSpPr/>
            <p:nvPr/>
          </p:nvSpPr>
          <p:spPr>
            <a:xfrm>
              <a:off x="6669900" y="1640188"/>
              <a:ext cx="109110" cy="52783"/>
            </a:xfrm>
            <a:custGeom>
              <a:avLst/>
              <a:gdLst/>
              <a:ahLst/>
              <a:cxnLst/>
              <a:rect l="l" t="t" r="r" b="b"/>
              <a:pathLst>
                <a:path w="4155" h="2010" extrusionOk="0">
                  <a:moveTo>
                    <a:pt x="919" y="0"/>
                  </a:moveTo>
                  <a:lnTo>
                    <a:pt x="383" y="268"/>
                  </a:lnTo>
                  <a:cubicBezTo>
                    <a:pt x="154" y="383"/>
                    <a:pt x="1" y="622"/>
                    <a:pt x="1" y="881"/>
                  </a:cubicBezTo>
                  <a:lnTo>
                    <a:pt x="1" y="1780"/>
                  </a:lnTo>
                  <a:cubicBezTo>
                    <a:pt x="1" y="1914"/>
                    <a:pt x="106" y="2010"/>
                    <a:pt x="230" y="2010"/>
                  </a:cubicBezTo>
                  <a:lnTo>
                    <a:pt x="3924" y="2010"/>
                  </a:lnTo>
                  <a:cubicBezTo>
                    <a:pt x="4049" y="2010"/>
                    <a:pt x="4154" y="1914"/>
                    <a:pt x="4154" y="1780"/>
                  </a:cubicBezTo>
                  <a:lnTo>
                    <a:pt x="4154" y="881"/>
                  </a:lnTo>
                  <a:cubicBezTo>
                    <a:pt x="4154" y="622"/>
                    <a:pt x="4001" y="383"/>
                    <a:pt x="3771" y="268"/>
                  </a:cubicBezTo>
                  <a:lnTo>
                    <a:pt x="3235" y="0"/>
                  </a:lnTo>
                  <a:cubicBezTo>
                    <a:pt x="2963" y="421"/>
                    <a:pt x="2520" y="632"/>
                    <a:pt x="2077" y="632"/>
                  </a:cubicBezTo>
                  <a:cubicBezTo>
                    <a:pt x="1635" y="632"/>
                    <a:pt x="1192" y="421"/>
                    <a:pt x="91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4" name="Google Shape;9194;p63"/>
            <p:cNvSpPr/>
            <p:nvPr/>
          </p:nvSpPr>
          <p:spPr>
            <a:xfrm>
              <a:off x="6681953" y="1523567"/>
              <a:ext cx="84741" cy="84715"/>
            </a:xfrm>
            <a:custGeom>
              <a:avLst/>
              <a:gdLst/>
              <a:ahLst/>
              <a:cxnLst/>
              <a:rect l="l" t="t" r="r" b="b"/>
              <a:pathLst>
                <a:path w="3227" h="3226" extrusionOk="0">
                  <a:moveTo>
                    <a:pt x="1618" y="1"/>
                  </a:moveTo>
                  <a:cubicBezTo>
                    <a:pt x="728" y="1"/>
                    <a:pt x="1" y="728"/>
                    <a:pt x="1" y="1618"/>
                  </a:cubicBezTo>
                  <a:cubicBezTo>
                    <a:pt x="1" y="2508"/>
                    <a:pt x="728" y="3226"/>
                    <a:pt x="1618" y="3226"/>
                  </a:cubicBezTo>
                  <a:cubicBezTo>
                    <a:pt x="2508" y="3226"/>
                    <a:pt x="3226" y="2508"/>
                    <a:pt x="3226" y="1618"/>
                  </a:cubicBezTo>
                  <a:cubicBezTo>
                    <a:pt x="3226" y="728"/>
                    <a:pt x="2508" y="1"/>
                    <a:pt x="16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5" name="Google Shape;9195;p63"/>
            <p:cNvSpPr/>
            <p:nvPr/>
          </p:nvSpPr>
          <p:spPr>
            <a:xfrm>
              <a:off x="6697552" y="1523567"/>
              <a:ext cx="70902" cy="76180"/>
            </a:xfrm>
            <a:custGeom>
              <a:avLst/>
              <a:gdLst/>
              <a:ahLst/>
              <a:cxnLst/>
              <a:rect l="l" t="t" r="r" b="b"/>
              <a:pathLst>
                <a:path w="2700" h="2901" extrusionOk="0">
                  <a:moveTo>
                    <a:pt x="1034" y="1"/>
                  </a:moveTo>
                  <a:cubicBezTo>
                    <a:pt x="259" y="1"/>
                    <a:pt x="0" y="1063"/>
                    <a:pt x="699" y="1407"/>
                  </a:cubicBezTo>
                  <a:cubicBezTo>
                    <a:pt x="718" y="1417"/>
                    <a:pt x="737" y="1417"/>
                    <a:pt x="756" y="1427"/>
                  </a:cubicBezTo>
                  <a:lnTo>
                    <a:pt x="1560" y="2881"/>
                  </a:lnTo>
                  <a:cubicBezTo>
                    <a:pt x="1560" y="2881"/>
                    <a:pt x="1780" y="2900"/>
                    <a:pt x="1991" y="2900"/>
                  </a:cubicBezTo>
                  <a:cubicBezTo>
                    <a:pt x="2460" y="2556"/>
                    <a:pt x="2699" y="1972"/>
                    <a:pt x="2623" y="1388"/>
                  </a:cubicBezTo>
                  <a:cubicBezTo>
                    <a:pt x="2527" y="728"/>
                    <a:pt x="2039" y="192"/>
                    <a:pt x="1378" y="39"/>
                  </a:cubicBezTo>
                  <a:cubicBezTo>
                    <a:pt x="1264" y="20"/>
                    <a:pt x="1149" y="1"/>
                    <a:pt x="10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6" name="Google Shape;9196;p63"/>
            <p:cNvSpPr/>
            <p:nvPr/>
          </p:nvSpPr>
          <p:spPr>
            <a:xfrm>
              <a:off x="6687993" y="1560909"/>
              <a:ext cx="72661" cy="59453"/>
            </a:xfrm>
            <a:custGeom>
              <a:avLst/>
              <a:gdLst/>
              <a:ahLst/>
              <a:cxnLst/>
              <a:rect l="l" t="t" r="r" b="b"/>
              <a:pathLst>
                <a:path w="2767" h="2264" extrusionOk="0">
                  <a:moveTo>
                    <a:pt x="1075" y="0"/>
                  </a:moveTo>
                  <a:cubicBezTo>
                    <a:pt x="986" y="0"/>
                    <a:pt x="903" y="48"/>
                    <a:pt x="862" y="139"/>
                  </a:cubicBezTo>
                  <a:cubicBezTo>
                    <a:pt x="785" y="292"/>
                    <a:pt x="680" y="435"/>
                    <a:pt x="546" y="550"/>
                  </a:cubicBezTo>
                  <a:cubicBezTo>
                    <a:pt x="422" y="655"/>
                    <a:pt x="288" y="751"/>
                    <a:pt x="135" y="828"/>
                  </a:cubicBezTo>
                  <a:cubicBezTo>
                    <a:pt x="48" y="866"/>
                    <a:pt x="1" y="962"/>
                    <a:pt x="20" y="1067"/>
                  </a:cubicBezTo>
                  <a:cubicBezTo>
                    <a:pt x="106" y="1756"/>
                    <a:pt x="690" y="2263"/>
                    <a:pt x="1388" y="2263"/>
                  </a:cubicBezTo>
                  <a:cubicBezTo>
                    <a:pt x="2106" y="2263"/>
                    <a:pt x="2709" y="1708"/>
                    <a:pt x="2766" y="990"/>
                  </a:cubicBezTo>
                  <a:cubicBezTo>
                    <a:pt x="2766" y="923"/>
                    <a:pt x="2738" y="856"/>
                    <a:pt x="2690" y="808"/>
                  </a:cubicBezTo>
                  <a:cubicBezTo>
                    <a:pt x="2231" y="426"/>
                    <a:pt x="1695" y="158"/>
                    <a:pt x="1120" y="5"/>
                  </a:cubicBezTo>
                  <a:cubicBezTo>
                    <a:pt x="1105" y="2"/>
                    <a:pt x="1090" y="0"/>
                    <a:pt x="107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7" name="Google Shape;9197;p63"/>
            <p:cNvSpPr/>
            <p:nvPr/>
          </p:nvSpPr>
          <p:spPr>
            <a:xfrm>
              <a:off x="6688256" y="1560909"/>
              <a:ext cx="72661" cy="58954"/>
            </a:xfrm>
            <a:custGeom>
              <a:avLst/>
              <a:gdLst/>
              <a:ahLst/>
              <a:cxnLst/>
              <a:rect l="l" t="t" r="r" b="b"/>
              <a:pathLst>
                <a:path w="2767" h="2245" extrusionOk="0">
                  <a:moveTo>
                    <a:pt x="1064" y="0"/>
                  </a:moveTo>
                  <a:cubicBezTo>
                    <a:pt x="976" y="0"/>
                    <a:pt x="893" y="47"/>
                    <a:pt x="852" y="129"/>
                  </a:cubicBezTo>
                  <a:cubicBezTo>
                    <a:pt x="795" y="244"/>
                    <a:pt x="728" y="349"/>
                    <a:pt x="641" y="445"/>
                  </a:cubicBezTo>
                  <a:cubicBezTo>
                    <a:pt x="613" y="474"/>
                    <a:pt x="574" y="512"/>
                    <a:pt x="536" y="550"/>
                  </a:cubicBezTo>
                  <a:cubicBezTo>
                    <a:pt x="412" y="655"/>
                    <a:pt x="278" y="751"/>
                    <a:pt x="134" y="818"/>
                  </a:cubicBezTo>
                  <a:cubicBezTo>
                    <a:pt x="48" y="866"/>
                    <a:pt x="0" y="962"/>
                    <a:pt x="10" y="1057"/>
                  </a:cubicBezTo>
                  <a:cubicBezTo>
                    <a:pt x="96" y="1670"/>
                    <a:pt x="565" y="2148"/>
                    <a:pt x="1177" y="2244"/>
                  </a:cubicBezTo>
                  <a:cubicBezTo>
                    <a:pt x="862" y="2053"/>
                    <a:pt x="680" y="1708"/>
                    <a:pt x="699" y="1344"/>
                  </a:cubicBezTo>
                  <a:lnTo>
                    <a:pt x="699" y="1019"/>
                  </a:lnTo>
                  <a:cubicBezTo>
                    <a:pt x="747" y="981"/>
                    <a:pt x="804" y="942"/>
                    <a:pt x="852" y="895"/>
                  </a:cubicBezTo>
                  <a:cubicBezTo>
                    <a:pt x="976" y="780"/>
                    <a:pt x="1091" y="655"/>
                    <a:pt x="1187" y="512"/>
                  </a:cubicBezTo>
                  <a:cubicBezTo>
                    <a:pt x="1618" y="646"/>
                    <a:pt x="2029" y="866"/>
                    <a:pt x="2383" y="1163"/>
                  </a:cubicBezTo>
                  <a:cubicBezTo>
                    <a:pt x="2421" y="1201"/>
                    <a:pt x="2527" y="1297"/>
                    <a:pt x="2661" y="1421"/>
                  </a:cubicBezTo>
                  <a:cubicBezTo>
                    <a:pt x="2709" y="1287"/>
                    <a:pt x="2747" y="1143"/>
                    <a:pt x="2756" y="1000"/>
                  </a:cubicBezTo>
                  <a:cubicBezTo>
                    <a:pt x="2766" y="923"/>
                    <a:pt x="2737" y="856"/>
                    <a:pt x="2680" y="808"/>
                  </a:cubicBezTo>
                  <a:cubicBezTo>
                    <a:pt x="2221" y="426"/>
                    <a:pt x="1685" y="148"/>
                    <a:pt x="1110" y="5"/>
                  </a:cubicBezTo>
                  <a:cubicBezTo>
                    <a:pt x="1095" y="2"/>
                    <a:pt x="1080" y="0"/>
                    <a:pt x="106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8" name="Google Shape;9198;p63"/>
            <p:cNvSpPr/>
            <p:nvPr/>
          </p:nvSpPr>
          <p:spPr>
            <a:xfrm>
              <a:off x="6669900" y="1652503"/>
              <a:ext cx="24396" cy="40467"/>
            </a:xfrm>
            <a:custGeom>
              <a:avLst/>
              <a:gdLst/>
              <a:ahLst/>
              <a:cxnLst/>
              <a:rect l="l" t="t" r="r" b="b"/>
              <a:pathLst>
                <a:path w="929" h="1541" extrusionOk="0">
                  <a:moveTo>
                    <a:pt x="144" y="0"/>
                  </a:moveTo>
                  <a:cubicBezTo>
                    <a:pt x="48" y="115"/>
                    <a:pt x="1" y="259"/>
                    <a:pt x="1" y="412"/>
                  </a:cubicBezTo>
                  <a:lnTo>
                    <a:pt x="1" y="1311"/>
                  </a:lnTo>
                  <a:cubicBezTo>
                    <a:pt x="1" y="1436"/>
                    <a:pt x="106" y="1541"/>
                    <a:pt x="230" y="1541"/>
                  </a:cubicBezTo>
                  <a:lnTo>
                    <a:pt x="929" y="1541"/>
                  </a:lnTo>
                  <a:lnTo>
                    <a:pt x="929" y="842"/>
                  </a:lnTo>
                  <a:cubicBezTo>
                    <a:pt x="929" y="708"/>
                    <a:pt x="862" y="574"/>
                    <a:pt x="757" y="488"/>
                  </a:cubicBezTo>
                  <a:lnTo>
                    <a:pt x="144" y="0"/>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99" name="Google Shape;9199;p63"/>
            <p:cNvSpPr/>
            <p:nvPr/>
          </p:nvSpPr>
          <p:spPr>
            <a:xfrm>
              <a:off x="6754588" y="1652503"/>
              <a:ext cx="24422" cy="40467"/>
            </a:xfrm>
            <a:custGeom>
              <a:avLst/>
              <a:gdLst/>
              <a:ahLst/>
              <a:cxnLst/>
              <a:rect l="l" t="t" r="r" b="b"/>
              <a:pathLst>
                <a:path w="930" h="1541" extrusionOk="0">
                  <a:moveTo>
                    <a:pt x="786" y="0"/>
                  </a:moveTo>
                  <a:lnTo>
                    <a:pt x="173" y="488"/>
                  </a:lnTo>
                  <a:cubicBezTo>
                    <a:pt x="68" y="574"/>
                    <a:pt x="1" y="708"/>
                    <a:pt x="1" y="842"/>
                  </a:cubicBezTo>
                  <a:lnTo>
                    <a:pt x="1" y="1541"/>
                  </a:lnTo>
                  <a:lnTo>
                    <a:pt x="699" y="1541"/>
                  </a:lnTo>
                  <a:cubicBezTo>
                    <a:pt x="824" y="1541"/>
                    <a:pt x="929" y="1436"/>
                    <a:pt x="929" y="1311"/>
                  </a:cubicBezTo>
                  <a:lnTo>
                    <a:pt x="929" y="412"/>
                  </a:lnTo>
                  <a:cubicBezTo>
                    <a:pt x="929" y="259"/>
                    <a:pt x="872" y="115"/>
                    <a:pt x="786"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0" name="Google Shape;9200;p63"/>
            <p:cNvSpPr/>
            <p:nvPr/>
          </p:nvSpPr>
          <p:spPr>
            <a:xfrm>
              <a:off x="6767797" y="1578004"/>
              <a:ext cx="201440" cy="110791"/>
            </a:xfrm>
            <a:custGeom>
              <a:avLst/>
              <a:gdLst/>
              <a:ahLst/>
              <a:cxnLst/>
              <a:rect l="l" t="t" r="r" b="b"/>
              <a:pathLst>
                <a:path w="7671" h="4219" extrusionOk="0">
                  <a:moveTo>
                    <a:pt x="2713" y="1"/>
                  </a:moveTo>
                  <a:cubicBezTo>
                    <a:pt x="1870" y="1"/>
                    <a:pt x="1012" y="233"/>
                    <a:pt x="235" y="732"/>
                  </a:cubicBezTo>
                  <a:cubicBezTo>
                    <a:pt x="0" y="857"/>
                    <a:pt x="142" y="1167"/>
                    <a:pt x="343" y="1167"/>
                  </a:cubicBezTo>
                  <a:cubicBezTo>
                    <a:pt x="388" y="1167"/>
                    <a:pt x="436" y="1151"/>
                    <a:pt x="484" y="1115"/>
                  </a:cubicBezTo>
                  <a:cubicBezTo>
                    <a:pt x="1183" y="667"/>
                    <a:pt x="1955" y="458"/>
                    <a:pt x="2715" y="458"/>
                  </a:cubicBezTo>
                  <a:cubicBezTo>
                    <a:pt x="4409" y="458"/>
                    <a:pt x="6039" y="1498"/>
                    <a:pt x="6647" y="3249"/>
                  </a:cubicBezTo>
                  <a:lnTo>
                    <a:pt x="6331" y="2933"/>
                  </a:lnTo>
                  <a:cubicBezTo>
                    <a:pt x="6281" y="2887"/>
                    <a:pt x="6226" y="2867"/>
                    <a:pt x="6175" y="2867"/>
                  </a:cubicBezTo>
                  <a:cubicBezTo>
                    <a:pt x="6001" y="2867"/>
                    <a:pt x="5858" y="3088"/>
                    <a:pt x="6006" y="3258"/>
                  </a:cubicBezTo>
                  <a:lnTo>
                    <a:pt x="6886" y="4148"/>
                  </a:lnTo>
                  <a:cubicBezTo>
                    <a:pt x="6933" y="4196"/>
                    <a:pt x="6993" y="4218"/>
                    <a:pt x="7052" y="4218"/>
                  </a:cubicBezTo>
                  <a:cubicBezTo>
                    <a:pt x="7147" y="4218"/>
                    <a:pt x="7239" y="4159"/>
                    <a:pt x="7269" y="4053"/>
                  </a:cubicBezTo>
                  <a:lnTo>
                    <a:pt x="7633" y="2847"/>
                  </a:lnTo>
                  <a:cubicBezTo>
                    <a:pt x="7671" y="2732"/>
                    <a:pt x="7604" y="2598"/>
                    <a:pt x="7479" y="2560"/>
                  </a:cubicBezTo>
                  <a:cubicBezTo>
                    <a:pt x="7456" y="2552"/>
                    <a:pt x="7432" y="2549"/>
                    <a:pt x="7409" y="2549"/>
                  </a:cubicBezTo>
                  <a:cubicBezTo>
                    <a:pt x="7311" y="2549"/>
                    <a:pt x="7223" y="2612"/>
                    <a:pt x="7192" y="2713"/>
                  </a:cubicBezTo>
                  <a:lnTo>
                    <a:pt x="7077" y="3096"/>
                  </a:lnTo>
                  <a:cubicBezTo>
                    <a:pt x="6397" y="1154"/>
                    <a:pt x="4591" y="1"/>
                    <a:pt x="271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1" name="Google Shape;9201;p63"/>
            <p:cNvSpPr/>
            <p:nvPr/>
          </p:nvSpPr>
          <p:spPr>
            <a:xfrm>
              <a:off x="6711128" y="1710617"/>
              <a:ext cx="199917" cy="109557"/>
            </a:xfrm>
            <a:custGeom>
              <a:avLst/>
              <a:gdLst/>
              <a:ahLst/>
              <a:cxnLst/>
              <a:rect l="l" t="t" r="r" b="b"/>
              <a:pathLst>
                <a:path w="7613" h="4172" extrusionOk="0">
                  <a:moveTo>
                    <a:pt x="554" y="0"/>
                  </a:moveTo>
                  <a:cubicBezTo>
                    <a:pt x="456" y="0"/>
                    <a:pt x="360" y="65"/>
                    <a:pt x="335" y="170"/>
                  </a:cubicBezTo>
                  <a:lnTo>
                    <a:pt x="29" y="1395"/>
                  </a:lnTo>
                  <a:cubicBezTo>
                    <a:pt x="0" y="1520"/>
                    <a:pt x="67" y="1644"/>
                    <a:pt x="192" y="1673"/>
                  </a:cubicBezTo>
                  <a:cubicBezTo>
                    <a:pt x="211" y="1673"/>
                    <a:pt x="230" y="1682"/>
                    <a:pt x="249" y="1682"/>
                  </a:cubicBezTo>
                  <a:cubicBezTo>
                    <a:pt x="354" y="1682"/>
                    <a:pt x="450" y="1606"/>
                    <a:pt x="479" y="1510"/>
                  </a:cubicBezTo>
                  <a:lnTo>
                    <a:pt x="565" y="1146"/>
                  </a:lnTo>
                  <a:cubicBezTo>
                    <a:pt x="1262" y="3048"/>
                    <a:pt x="3046" y="4171"/>
                    <a:pt x="4901" y="4171"/>
                  </a:cubicBezTo>
                  <a:cubicBezTo>
                    <a:pt x="5744" y="4171"/>
                    <a:pt x="6601" y="3940"/>
                    <a:pt x="7379" y="3443"/>
                  </a:cubicBezTo>
                  <a:cubicBezTo>
                    <a:pt x="7613" y="3311"/>
                    <a:pt x="7472" y="3007"/>
                    <a:pt x="7272" y="3007"/>
                  </a:cubicBezTo>
                  <a:cubicBezTo>
                    <a:pt x="7227" y="3007"/>
                    <a:pt x="7178" y="3023"/>
                    <a:pt x="7130" y="3060"/>
                  </a:cubicBezTo>
                  <a:lnTo>
                    <a:pt x="7120" y="3051"/>
                  </a:lnTo>
                  <a:cubicBezTo>
                    <a:pt x="6422" y="3499"/>
                    <a:pt x="5650" y="3709"/>
                    <a:pt x="4891" y="3709"/>
                  </a:cubicBezTo>
                  <a:cubicBezTo>
                    <a:pt x="3205" y="3709"/>
                    <a:pt x="1583" y="2675"/>
                    <a:pt x="976" y="926"/>
                  </a:cubicBezTo>
                  <a:lnTo>
                    <a:pt x="976" y="926"/>
                  </a:lnTo>
                  <a:lnTo>
                    <a:pt x="1321" y="1252"/>
                  </a:lnTo>
                  <a:cubicBezTo>
                    <a:pt x="1369" y="1290"/>
                    <a:pt x="1419" y="1306"/>
                    <a:pt x="1467" y="1306"/>
                  </a:cubicBezTo>
                  <a:cubicBezTo>
                    <a:pt x="1646" y="1306"/>
                    <a:pt x="1788" y="1075"/>
                    <a:pt x="1637" y="917"/>
                  </a:cubicBezTo>
                  <a:lnTo>
                    <a:pt x="708" y="65"/>
                  </a:lnTo>
                  <a:cubicBezTo>
                    <a:pt x="664" y="20"/>
                    <a:pt x="609" y="0"/>
                    <a:pt x="55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2" name="Google Shape;9202;p63"/>
            <p:cNvSpPr/>
            <p:nvPr/>
          </p:nvSpPr>
          <p:spPr>
            <a:xfrm>
              <a:off x="6893819" y="1795988"/>
              <a:ext cx="121164" cy="78701"/>
            </a:xfrm>
            <a:custGeom>
              <a:avLst/>
              <a:gdLst/>
              <a:ahLst/>
              <a:cxnLst/>
              <a:rect l="l" t="t" r="r" b="b"/>
              <a:pathLst>
                <a:path w="4614" h="2997" extrusionOk="0">
                  <a:moveTo>
                    <a:pt x="1618" y="1"/>
                  </a:moveTo>
                  <a:lnTo>
                    <a:pt x="1618" y="384"/>
                  </a:lnTo>
                  <a:cubicBezTo>
                    <a:pt x="1618" y="489"/>
                    <a:pt x="1551" y="575"/>
                    <a:pt x="1446" y="604"/>
                  </a:cubicBezTo>
                  <a:lnTo>
                    <a:pt x="498" y="872"/>
                  </a:lnTo>
                  <a:cubicBezTo>
                    <a:pt x="202" y="958"/>
                    <a:pt x="1" y="1226"/>
                    <a:pt x="1" y="1542"/>
                  </a:cubicBezTo>
                  <a:lnTo>
                    <a:pt x="1" y="2767"/>
                  </a:lnTo>
                  <a:cubicBezTo>
                    <a:pt x="1" y="2891"/>
                    <a:pt x="106" y="2996"/>
                    <a:pt x="230" y="2996"/>
                  </a:cubicBezTo>
                  <a:lnTo>
                    <a:pt x="4384" y="2996"/>
                  </a:lnTo>
                  <a:cubicBezTo>
                    <a:pt x="4508" y="2996"/>
                    <a:pt x="4614" y="2891"/>
                    <a:pt x="4614" y="2767"/>
                  </a:cubicBezTo>
                  <a:lnTo>
                    <a:pt x="4614" y="1542"/>
                  </a:lnTo>
                  <a:cubicBezTo>
                    <a:pt x="4614" y="1226"/>
                    <a:pt x="4403" y="958"/>
                    <a:pt x="4106" y="872"/>
                  </a:cubicBezTo>
                  <a:lnTo>
                    <a:pt x="3168" y="604"/>
                  </a:lnTo>
                  <a:cubicBezTo>
                    <a:pt x="3063" y="575"/>
                    <a:pt x="2996" y="489"/>
                    <a:pt x="2996" y="384"/>
                  </a:cubicBezTo>
                  <a:lnTo>
                    <a:pt x="2996"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3" name="Google Shape;9203;p63"/>
            <p:cNvSpPr/>
            <p:nvPr/>
          </p:nvSpPr>
          <p:spPr>
            <a:xfrm>
              <a:off x="6893819" y="1812584"/>
              <a:ext cx="121164" cy="62105"/>
            </a:xfrm>
            <a:custGeom>
              <a:avLst/>
              <a:gdLst/>
              <a:ahLst/>
              <a:cxnLst/>
              <a:rect l="l" t="t" r="r" b="b"/>
              <a:pathLst>
                <a:path w="4614" h="2365" extrusionOk="0">
                  <a:moveTo>
                    <a:pt x="3245" y="0"/>
                  </a:moveTo>
                  <a:cubicBezTo>
                    <a:pt x="3101" y="472"/>
                    <a:pt x="2691" y="709"/>
                    <a:pt x="2279" y="709"/>
                  </a:cubicBezTo>
                  <a:cubicBezTo>
                    <a:pt x="1872" y="709"/>
                    <a:pt x="1464" y="477"/>
                    <a:pt x="1312" y="10"/>
                  </a:cubicBezTo>
                  <a:lnTo>
                    <a:pt x="508" y="240"/>
                  </a:lnTo>
                  <a:cubicBezTo>
                    <a:pt x="211" y="326"/>
                    <a:pt x="1" y="594"/>
                    <a:pt x="1" y="910"/>
                  </a:cubicBezTo>
                  <a:lnTo>
                    <a:pt x="1" y="2135"/>
                  </a:lnTo>
                  <a:cubicBezTo>
                    <a:pt x="1" y="2259"/>
                    <a:pt x="106" y="2364"/>
                    <a:pt x="230" y="2364"/>
                  </a:cubicBezTo>
                  <a:lnTo>
                    <a:pt x="4384" y="2364"/>
                  </a:lnTo>
                  <a:cubicBezTo>
                    <a:pt x="4508" y="2364"/>
                    <a:pt x="4614" y="2259"/>
                    <a:pt x="4614" y="2135"/>
                  </a:cubicBezTo>
                  <a:lnTo>
                    <a:pt x="4614" y="910"/>
                  </a:lnTo>
                  <a:cubicBezTo>
                    <a:pt x="4614" y="594"/>
                    <a:pt x="4403" y="326"/>
                    <a:pt x="4106" y="240"/>
                  </a:cubicBezTo>
                  <a:lnTo>
                    <a:pt x="3245"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4" name="Google Shape;9204;p63"/>
            <p:cNvSpPr/>
            <p:nvPr/>
          </p:nvSpPr>
          <p:spPr>
            <a:xfrm>
              <a:off x="6912175" y="1711063"/>
              <a:ext cx="30173" cy="66622"/>
            </a:xfrm>
            <a:custGeom>
              <a:avLst/>
              <a:gdLst/>
              <a:ahLst/>
              <a:cxnLst/>
              <a:rect l="l" t="t" r="r" b="b"/>
              <a:pathLst>
                <a:path w="1149" h="2537" extrusionOk="0">
                  <a:moveTo>
                    <a:pt x="689" y="0"/>
                  </a:moveTo>
                  <a:cubicBezTo>
                    <a:pt x="307" y="0"/>
                    <a:pt x="0" y="316"/>
                    <a:pt x="0" y="699"/>
                  </a:cubicBezTo>
                  <a:lnTo>
                    <a:pt x="0" y="852"/>
                  </a:lnTo>
                  <a:cubicBezTo>
                    <a:pt x="0" y="1053"/>
                    <a:pt x="29" y="1254"/>
                    <a:pt x="86" y="1436"/>
                  </a:cubicBezTo>
                  <a:lnTo>
                    <a:pt x="460" y="2536"/>
                  </a:lnTo>
                  <a:lnTo>
                    <a:pt x="1149" y="2536"/>
                  </a:lnTo>
                  <a:lnTo>
                    <a:pt x="114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5" name="Google Shape;9205;p63"/>
            <p:cNvSpPr/>
            <p:nvPr/>
          </p:nvSpPr>
          <p:spPr>
            <a:xfrm>
              <a:off x="6924228" y="1705260"/>
              <a:ext cx="72661" cy="72425"/>
            </a:xfrm>
            <a:custGeom>
              <a:avLst/>
              <a:gdLst/>
              <a:ahLst/>
              <a:cxnLst/>
              <a:rect l="l" t="t" r="r" b="b"/>
              <a:pathLst>
                <a:path w="2767" h="2758" extrusionOk="0">
                  <a:moveTo>
                    <a:pt x="690" y="1"/>
                  </a:moveTo>
                  <a:cubicBezTo>
                    <a:pt x="307" y="1"/>
                    <a:pt x="1" y="307"/>
                    <a:pt x="1" y="690"/>
                  </a:cubicBezTo>
                  <a:cubicBezTo>
                    <a:pt x="1" y="939"/>
                    <a:pt x="202" y="1149"/>
                    <a:pt x="460" y="1149"/>
                  </a:cubicBezTo>
                  <a:lnTo>
                    <a:pt x="2298" y="2757"/>
                  </a:lnTo>
                  <a:lnTo>
                    <a:pt x="2690" y="1398"/>
                  </a:lnTo>
                  <a:cubicBezTo>
                    <a:pt x="2738" y="1226"/>
                    <a:pt x="2757" y="1063"/>
                    <a:pt x="2767" y="891"/>
                  </a:cubicBezTo>
                  <a:lnTo>
                    <a:pt x="2767" y="460"/>
                  </a:lnTo>
                  <a:cubicBezTo>
                    <a:pt x="2767" y="202"/>
                    <a:pt x="2556" y="1"/>
                    <a:pt x="229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6" name="Google Shape;9206;p63"/>
            <p:cNvSpPr/>
            <p:nvPr/>
          </p:nvSpPr>
          <p:spPr>
            <a:xfrm>
              <a:off x="6936307" y="1795988"/>
              <a:ext cx="36213" cy="14679"/>
            </a:xfrm>
            <a:custGeom>
              <a:avLst/>
              <a:gdLst/>
              <a:ahLst/>
              <a:cxnLst/>
              <a:rect l="l" t="t" r="r" b="b"/>
              <a:pathLst>
                <a:path w="1379" h="559" extrusionOk="0">
                  <a:moveTo>
                    <a:pt x="0" y="1"/>
                  </a:moveTo>
                  <a:lnTo>
                    <a:pt x="0" y="422"/>
                  </a:lnTo>
                  <a:cubicBezTo>
                    <a:pt x="220" y="513"/>
                    <a:pt x="455" y="558"/>
                    <a:pt x="689" y="558"/>
                  </a:cubicBezTo>
                  <a:cubicBezTo>
                    <a:pt x="924" y="558"/>
                    <a:pt x="1158" y="513"/>
                    <a:pt x="1378" y="422"/>
                  </a:cubicBezTo>
                  <a:lnTo>
                    <a:pt x="1378"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7" name="Google Shape;9207;p63"/>
            <p:cNvSpPr/>
            <p:nvPr/>
          </p:nvSpPr>
          <p:spPr>
            <a:xfrm>
              <a:off x="6918214" y="1735433"/>
              <a:ext cx="72635" cy="66622"/>
            </a:xfrm>
            <a:custGeom>
              <a:avLst/>
              <a:gdLst/>
              <a:ahLst/>
              <a:cxnLst/>
              <a:rect l="l" t="t" r="r" b="b"/>
              <a:pathLst>
                <a:path w="2766" h="2537" extrusionOk="0">
                  <a:moveTo>
                    <a:pt x="880" y="0"/>
                  </a:moveTo>
                  <a:cubicBezTo>
                    <a:pt x="756" y="0"/>
                    <a:pt x="632" y="48"/>
                    <a:pt x="546" y="134"/>
                  </a:cubicBezTo>
                  <a:lnTo>
                    <a:pt x="134" y="555"/>
                  </a:lnTo>
                  <a:cubicBezTo>
                    <a:pt x="48" y="642"/>
                    <a:pt x="0" y="756"/>
                    <a:pt x="0" y="881"/>
                  </a:cubicBezTo>
                  <a:lnTo>
                    <a:pt x="0" y="1149"/>
                  </a:lnTo>
                  <a:cubicBezTo>
                    <a:pt x="0" y="1914"/>
                    <a:pt x="613" y="2536"/>
                    <a:pt x="1378" y="2536"/>
                  </a:cubicBezTo>
                  <a:cubicBezTo>
                    <a:pt x="2144" y="2536"/>
                    <a:pt x="2766" y="1914"/>
                    <a:pt x="2766" y="1149"/>
                  </a:cubicBezTo>
                  <a:lnTo>
                    <a:pt x="2766" y="862"/>
                  </a:lnTo>
                  <a:cubicBezTo>
                    <a:pt x="2766" y="737"/>
                    <a:pt x="2718" y="622"/>
                    <a:pt x="2632" y="536"/>
                  </a:cubicBezTo>
                  <a:cubicBezTo>
                    <a:pt x="2268" y="182"/>
                    <a:pt x="1617" y="29"/>
                    <a:pt x="88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8" name="Google Shape;9208;p63"/>
            <p:cNvSpPr/>
            <p:nvPr/>
          </p:nvSpPr>
          <p:spPr>
            <a:xfrm>
              <a:off x="6917952" y="1735433"/>
              <a:ext cx="72661" cy="65125"/>
            </a:xfrm>
            <a:custGeom>
              <a:avLst/>
              <a:gdLst/>
              <a:ahLst/>
              <a:cxnLst/>
              <a:rect l="l" t="t" r="r" b="b"/>
              <a:pathLst>
                <a:path w="2767" h="2480" extrusionOk="0">
                  <a:moveTo>
                    <a:pt x="890" y="0"/>
                  </a:moveTo>
                  <a:cubicBezTo>
                    <a:pt x="766" y="0"/>
                    <a:pt x="642" y="48"/>
                    <a:pt x="556" y="134"/>
                  </a:cubicBezTo>
                  <a:lnTo>
                    <a:pt x="144" y="555"/>
                  </a:lnTo>
                  <a:cubicBezTo>
                    <a:pt x="48" y="642"/>
                    <a:pt x="0" y="756"/>
                    <a:pt x="0" y="881"/>
                  </a:cubicBezTo>
                  <a:lnTo>
                    <a:pt x="0" y="1149"/>
                  </a:lnTo>
                  <a:cubicBezTo>
                    <a:pt x="0" y="1761"/>
                    <a:pt x="412" y="2307"/>
                    <a:pt x="1005" y="2479"/>
                  </a:cubicBezTo>
                  <a:cubicBezTo>
                    <a:pt x="804" y="2230"/>
                    <a:pt x="699" y="1924"/>
                    <a:pt x="699" y="1608"/>
                  </a:cubicBezTo>
                  <a:lnTo>
                    <a:pt x="699" y="938"/>
                  </a:lnTo>
                  <a:cubicBezTo>
                    <a:pt x="699" y="682"/>
                    <a:pt x="901" y="478"/>
                    <a:pt x="1153" y="478"/>
                  </a:cubicBezTo>
                  <a:cubicBezTo>
                    <a:pt x="1165" y="478"/>
                    <a:pt x="1176" y="478"/>
                    <a:pt x="1187" y="479"/>
                  </a:cubicBezTo>
                  <a:cubicBezTo>
                    <a:pt x="1647" y="508"/>
                    <a:pt x="2345" y="584"/>
                    <a:pt x="2766" y="785"/>
                  </a:cubicBezTo>
                  <a:cubicBezTo>
                    <a:pt x="2747" y="689"/>
                    <a:pt x="2709" y="603"/>
                    <a:pt x="2642" y="527"/>
                  </a:cubicBezTo>
                  <a:cubicBezTo>
                    <a:pt x="2278" y="182"/>
                    <a:pt x="1627" y="29"/>
                    <a:pt x="890"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09" name="Google Shape;9209;p63"/>
            <p:cNvSpPr/>
            <p:nvPr/>
          </p:nvSpPr>
          <p:spPr>
            <a:xfrm>
              <a:off x="6893819" y="1825898"/>
              <a:ext cx="24422" cy="48528"/>
            </a:xfrm>
            <a:custGeom>
              <a:avLst/>
              <a:gdLst/>
              <a:ahLst/>
              <a:cxnLst/>
              <a:rect l="l" t="t" r="r" b="b"/>
              <a:pathLst>
                <a:path w="930" h="1848" extrusionOk="0">
                  <a:moveTo>
                    <a:pt x="125" y="1"/>
                  </a:moveTo>
                  <a:cubicBezTo>
                    <a:pt x="39" y="115"/>
                    <a:pt x="1" y="249"/>
                    <a:pt x="1" y="393"/>
                  </a:cubicBezTo>
                  <a:lnTo>
                    <a:pt x="1" y="1618"/>
                  </a:lnTo>
                  <a:cubicBezTo>
                    <a:pt x="1" y="1742"/>
                    <a:pt x="106" y="1848"/>
                    <a:pt x="230" y="1848"/>
                  </a:cubicBezTo>
                  <a:lnTo>
                    <a:pt x="919" y="1848"/>
                  </a:lnTo>
                  <a:lnTo>
                    <a:pt x="919" y="1082"/>
                  </a:lnTo>
                  <a:lnTo>
                    <a:pt x="929" y="1092"/>
                  </a:lnTo>
                  <a:cubicBezTo>
                    <a:pt x="929" y="900"/>
                    <a:pt x="852" y="728"/>
                    <a:pt x="718" y="594"/>
                  </a:cubicBezTo>
                  <a:lnTo>
                    <a:pt x="125"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0" name="Google Shape;9210;p63"/>
            <p:cNvSpPr/>
            <p:nvPr/>
          </p:nvSpPr>
          <p:spPr>
            <a:xfrm>
              <a:off x="6990587" y="1825898"/>
              <a:ext cx="24396" cy="48528"/>
            </a:xfrm>
            <a:custGeom>
              <a:avLst/>
              <a:gdLst/>
              <a:ahLst/>
              <a:cxnLst/>
              <a:rect l="l" t="t" r="r" b="b"/>
              <a:pathLst>
                <a:path w="929" h="1848" extrusionOk="0">
                  <a:moveTo>
                    <a:pt x="804" y="1"/>
                  </a:moveTo>
                  <a:lnTo>
                    <a:pt x="211" y="594"/>
                  </a:lnTo>
                  <a:cubicBezTo>
                    <a:pt x="77" y="728"/>
                    <a:pt x="0" y="900"/>
                    <a:pt x="10" y="1092"/>
                  </a:cubicBezTo>
                  <a:lnTo>
                    <a:pt x="10" y="1848"/>
                  </a:lnTo>
                  <a:lnTo>
                    <a:pt x="699" y="1848"/>
                  </a:lnTo>
                  <a:cubicBezTo>
                    <a:pt x="823" y="1848"/>
                    <a:pt x="929" y="1742"/>
                    <a:pt x="929" y="1618"/>
                  </a:cubicBezTo>
                  <a:lnTo>
                    <a:pt x="929" y="393"/>
                  </a:lnTo>
                  <a:cubicBezTo>
                    <a:pt x="929" y="249"/>
                    <a:pt x="890" y="115"/>
                    <a:pt x="80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11" name="Google Shape;9211;p63"/>
          <p:cNvGrpSpPr/>
          <p:nvPr/>
        </p:nvGrpSpPr>
        <p:grpSpPr>
          <a:xfrm>
            <a:off x="7112390" y="1365600"/>
            <a:ext cx="333003" cy="344085"/>
            <a:chOff x="7117003" y="1518000"/>
            <a:chExt cx="333003" cy="344085"/>
          </a:xfrm>
        </p:grpSpPr>
        <p:sp>
          <p:nvSpPr>
            <p:cNvPr id="9212" name="Google Shape;9212;p63"/>
            <p:cNvSpPr/>
            <p:nvPr/>
          </p:nvSpPr>
          <p:spPr>
            <a:xfrm>
              <a:off x="7161645" y="1518000"/>
              <a:ext cx="241119" cy="57116"/>
            </a:xfrm>
            <a:custGeom>
              <a:avLst/>
              <a:gdLst/>
              <a:ahLst/>
              <a:cxnLst/>
              <a:rect l="l" t="t" r="r" b="b"/>
              <a:pathLst>
                <a:path w="9182" h="2175" extrusionOk="0">
                  <a:moveTo>
                    <a:pt x="4641" y="0"/>
                  </a:moveTo>
                  <a:cubicBezTo>
                    <a:pt x="3026" y="0"/>
                    <a:pt x="1414" y="596"/>
                    <a:pt x="157" y="1773"/>
                  </a:cubicBezTo>
                  <a:cubicBezTo>
                    <a:pt x="1" y="1914"/>
                    <a:pt x="133" y="2130"/>
                    <a:pt x="294" y="2130"/>
                  </a:cubicBezTo>
                  <a:cubicBezTo>
                    <a:pt x="341" y="2130"/>
                    <a:pt x="389" y="2112"/>
                    <a:pt x="434" y="2069"/>
                  </a:cubicBezTo>
                  <a:lnTo>
                    <a:pt x="444" y="2069"/>
                  </a:lnTo>
                  <a:cubicBezTo>
                    <a:pt x="1619" y="965"/>
                    <a:pt x="3125" y="408"/>
                    <a:pt x="4637" y="408"/>
                  </a:cubicBezTo>
                  <a:cubicBezTo>
                    <a:pt x="5994" y="408"/>
                    <a:pt x="7355" y="857"/>
                    <a:pt x="8483" y="1763"/>
                  </a:cubicBezTo>
                  <a:lnTo>
                    <a:pt x="8148" y="1763"/>
                  </a:lnTo>
                  <a:cubicBezTo>
                    <a:pt x="7870" y="1763"/>
                    <a:pt x="7870" y="2175"/>
                    <a:pt x="8148" y="2175"/>
                  </a:cubicBezTo>
                  <a:lnTo>
                    <a:pt x="8981" y="2175"/>
                  </a:lnTo>
                  <a:cubicBezTo>
                    <a:pt x="9086" y="2175"/>
                    <a:pt x="9182" y="2079"/>
                    <a:pt x="9182" y="1974"/>
                  </a:cubicBezTo>
                  <a:lnTo>
                    <a:pt x="9182" y="1227"/>
                  </a:lnTo>
                  <a:cubicBezTo>
                    <a:pt x="9182" y="1088"/>
                    <a:pt x="9079" y="1019"/>
                    <a:pt x="8976" y="1019"/>
                  </a:cubicBezTo>
                  <a:cubicBezTo>
                    <a:pt x="8873" y="1019"/>
                    <a:pt x="8770" y="1088"/>
                    <a:pt x="8770" y="1227"/>
                  </a:cubicBezTo>
                  <a:lnTo>
                    <a:pt x="8770" y="1466"/>
                  </a:lnTo>
                  <a:cubicBezTo>
                    <a:pt x="7562" y="486"/>
                    <a:pt x="6100" y="0"/>
                    <a:pt x="464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3" name="Google Shape;9213;p63"/>
            <p:cNvSpPr/>
            <p:nvPr/>
          </p:nvSpPr>
          <p:spPr>
            <a:xfrm>
              <a:off x="7168525" y="1808068"/>
              <a:ext cx="232217" cy="54017"/>
            </a:xfrm>
            <a:custGeom>
              <a:avLst/>
              <a:gdLst/>
              <a:ahLst/>
              <a:cxnLst/>
              <a:rect l="l" t="t" r="r" b="b"/>
              <a:pathLst>
                <a:path w="8843" h="2057" extrusionOk="0">
                  <a:moveTo>
                    <a:pt x="211" y="0"/>
                  </a:moveTo>
                  <a:cubicBezTo>
                    <a:pt x="96" y="0"/>
                    <a:pt x="0" y="96"/>
                    <a:pt x="0" y="211"/>
                  </a:cubicBezTo>
                  <a:lnTo>
                    <a:pt x="0" y="957"/>
                  </a:lnTo>
                  <a:cubicBezTo>
                    <a:pt x="0" y="1096"/>
                    <a:pt x="105" y="1165"/>
                    <a:pt x="211" y="1165"/>
                  </a:cubicBezTo>
                  <a:cubicBezTo>
                    <a:pt x="316" y="1165"/>
                    <a:pt x="421" y="1096"/>
                    <a:pt x="421" y="957"/>
                  </a:cubicBezTo>
                  <a:lnTo>
                    <a:pt x="421" y="727"/>
                  </a:lnTo>
                  <a:cubicBezTo>
                    <a:pt x="1592" y="1617"/>
                    <a:pt x="2983" y="2057"/>
                    <a:pt x="4370" y="2057"/>
                  </a:cubicBezTo>
                  <a:cubicBezTo>
                    <a:pt x="5909" y="2057"/>
                    <a:pt x="7443" y="1517"/>
                    <a:pt x="8671" y="450"/>
                  </a:cubicBezTo>
                  <a:cubicBezTo>
                    <a:pt x="8843" y="308"/>
                    <a:pt x="8711" y="84"/>
                    <a:pt x="8545" y="84"/>
                  </a:cubicBezTo>
                  <a:cubicBezTo>
                    <a:pt x="8498" y="84"/>
                    <a:pt x="8449" y="102"/>
                    <a:pt x="8403" y="144"/>
                  </a:cubicBezTo>
                  <a:cubicBezTo>
                    <a:pt x="7253" y="1142"/>
                    <a:pt x="5816" y="1647"/>
                    <a:pt x="4374" y="1647"/>
                  </a:cubicBezTo>
                  <a:cubicBezTo>
                    <a:pt x="3081" y="1647"/>
                    <a:pt x="1785" y="1241"/>
                    <a:pt x="689" y="421"/>
                  </a:cubicBezTo>
                  <a:lnTo>
                    <a:pt x="1034" y="421"/>
                  </a:lnTo>
                  <a:cubicBezTo>
                    <a:pt x="1148" y="421"/>
                    <a:pt x="1244" y="326"/>
                    <a:pt x="1244" y="211"/>
                  </a:cubicBezTo>
                  <a:cubicBezTo>
                    <a:pt x="1244" y="96"/>
                    <a:pt x="1148" y="0"/>
                    <a:pt x="104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4" name="Google Shape;9214;p63"/>
            <p:cNvSpPr/>
            <p:nvPr/>
          </p:nvSpPr>
          <p:spPr>
            <a:xfrm>
              <a:off x="7174801" y="1735931"/>
              <a:ext cx="25157" cy="20141"/>
            </a:xfrm>
            <a:custGeom>
              <a:avLst/>
              <a:gdLst/>
              <a:ahLst/>
              <a:cxnLst/>
              <a:rect l="l" t="t" r="r" b="b"/>
              <a:pathLst>
                <a:path w="958" h="767" extrusionOk="0">
                  <a:moveTo>
                    <a:pt x="479" y="0"/>
                  </a:moveTo>
                  <a:lnTo>
                    <a:pt x="0" y="355"/>
                  </a:lnTo>
                  <a:lnTo>
                    <a:pt x="173" y="766"/>
                  </a:lnTo>
                  <a:lnTo>
                    <a:pt x="804" y="766"/>
                  </a:lnTo>
                  <a:lnTo>
                    <a:pt x="957" y="355"/>
                  </a:lnTo>
                  <a:lnTo>
                    <a:pt x="47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5" name="Google Shape;9215;p63"/>
            <p:cNvSpPr/>
            <p:nvPr/>
          </p:nvSpPr>
          <p:spPr>
            <a:xfrm>
              <a:off x="7173803" y="1756047"/>
              <a:ext cx="27652" cy="35714"/>
            </a:xfrm>
            <a:custGeom>
              <a:avLst/>
              <a:gdLst/>
              <a:ahLst/>
              <a:cxnLst/>
              <a:rect l="l" t="t" r="r" b="b"/>
              <a:pathLst>
                <a:path w="1053" h="1360" extrusionOk="0">
                  <a:moveTo>
                    <a:pt x="211" y="0"/>
                  </a:moveTo>
                  <a:lnTo>
                    <a:pt x="220" y="29"/>
                  </a:lnTo>
                  <a:lnTo>
                    <a:pt x="0" y="1359"/>
                  </a:lnTo>
                  <a:lnTo>
                    <a:pt x="1053" y="1359"/>
                  </a:lnTo>
                  <a:lnTo>
                    <a:pt x="833" y="29"/>
                  </a:lnTo>
                  <a:lnTo>
                    <a:pt x="842"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6" name="Google Shape;9216;p63"/>
            <p:cNvSpPr/>
            <p:nvPr/>
          </p:nvSpPr>
          <p:spPr>
            <a:xfrm>
              <a:off x="7159964" y="1726373"/>
              <a:ext cx="23161" cy="65387"/>
            </a:xfrm>
            <a:custGeom>
              <a:avLst/>
              <a:gdLst/>
              <a:ahLst/>
              <a:cxnLst/>
              <a:rect l="l" t="t" r="r" b="b"/>
              <a:pathLst>
                <a:path w="882" h="2490" extrusionOk="0">
                  <a:moveTo>
                    <a:pt x="1" y="1"/>
                  </a:moveTo>
                  <a:lnTo>
                    <a:pt x="135" y="958"/>
                  </a:lnTo>
                  <a:lnTo>
                    <a:pt x="556" y="2489"/>
                  </a:lnTo>
                  <a:lnTo>
                    <a:pt x="661" y="2489"/>
                  </a:lnTo>
                  <a:lnTo>
                    <a:pt x="881" y="1140"/>
                  </a:lnTo>
                  <a:lnTo>
                    <a:pt x="671" y="642"/>
                  </a:lnTo>
                  <a:lnTo>
                    <a:pt x="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7" name="Google Shape;9217;p63"/>
            <p:cNvSpPr/>
            <p:nvPr/>
          </p:nvSpPr>
          <p:spPr>
            <a:xfrm>
              <a:off x="7192132" y="1725874"/>
              <a:ext cx="23398" cy="65886"/>
            </a:xfrm>
            <a:custGeom>
              <a:avLst/>
              <a:gdLst/>
              <a:ahLst/>
              <a:cxnLst/>
              <a:rect l="l" t="t" r="r" b="b"/>
              <a:pathLst>
                <a:path w="891" h="2509" extrusionOk="0">
                  <a:moveTo>
                    <a:pt x="891" y="1"/>
                  </a:moveTo>
                  <a:lnTo>
                    <a:pt x="192" y="651"/>
                  </a:lnTo>
                  <a:lnTo>
                    <a:pt x="1" y="1159"/>
                  </a:lnTo>
                  <a:lnTo>
                    <a:pt x="221" y="2508"/>
                  </a:lnTo>
                  <a:lnTo>
                    <a:pt x="326" y="2508"/>
                  </a:lnTo>
                  <a:lnTo>
                    <a:pt x="757" y="958"/>
                  </a:lnTo>
                  <a:lnTo>
                    <a:pt x="89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8" name="Google Shape;9218;p63"/>
            <p:cNvSpPr/>
            <p:nvPr/>
          </p:nvSpPr>
          <p:spPr>
            <a:xfrm>
              <a:off x="7155447" y="1714057"/>
              <a:ext cx="63864" cy="37368"/>
            </a:xfrm>
            <a:custGeom>
              <a:avLst/>
              <a:gdLst/>
              <a:ahLst/>
              <a:cxnLst/>
              <a:rect l="l" t="t" r="r" b="b"/>
              <a:pathLst>
                <a:path w="2432" h="1423" extrusionOk="0">
                  <a:moveTo>
                    <a:pt x="642" y="1"/>
                  </a:moveTo>
                  <a:lnTo>
                    <a:pt x="0" y="422"/>
                  </a:lnTo>
                  <a:lnTo>
                    <a:pt x="431" y="1312"/>
                  </a:lnTo>
                  <a:cubicBezTo>
                    <a:pt x="461" y="1377"/>
                    <a:pt x="526" y="1413"/>
                    <a:pt x="590" y="1413"/>
                  </a:cubicBezTo>
                  <a:cubicBezTo>
                    <a:pt x="630" y="1413"/>
                    <a:pt x="670" y="1399"/>
                    <a:pt x="699" y="1369"/>
                  </a:cubicBezTo>
                  <a:lnTo>
                    <a:pt x="1216" y="987"/>
                  </a:lnTo>
                  <a:lnTo>
                    <a:pt x="1704" y="1350"/>
                  </a:lnTo>
                  <a:lnTo>
                    <a:pt x="1733" y="1379"/>
                  </a:lnTo>
                  <a:cubicBezTo>
                    <a:pt x="1765" y="1408"/>
                    <a:pt x="1807" y="1422"/>
                    <a:pt x="1847" y="1422"/>
                  </a:cubicBezTo>
                  <a:cubicBezTo>
                    <a:pt x="1901" y="1422"/>
                    <a:pt x="1954" y="1396"/>
                    <a:pt x="1981" y="1341"/>
                  </a:cubicBezTo>
                  <a:lnTo>
                    <a:pt x="2431" y="432"/>
                  </a:lnTo>
                  <a:lnTo>
                    <a:pt x="1857" y="49"/>
                  </a:lnTo>
                  <a:lnTo>
                    <a:pt x="1723" y="288"/>
                  </a:lnTo>
                  <a:lnTo>
                    <a:pt x="1216" y="814"/>
                  </a:lnTo>
                  <a:lnTo>
                    <a:pt x="728" y="336"/>
                  </a:lnTo>
                  <a:lnTo>
                    <a:pt x="642" y="1"/>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9" name="Google Shape;9219;p63"/>
            <p:cNvSpPr/>
            <p:nvPr/>
          </p:nvSpPr>
          <p:spPr>
            <a:xfrm>
              <a:off x="7142133" y="1596202"/>
              <a:ext cx="90755" cy="64101"/>
            </a:xfrm>
            <a:custGeom>
              <a:avLst/>
              <a:gdLst/>
              <a:ahLst/>
              <a:cxnLst/>
              <a:rect l="l" t="t" r="r" b="b"/>
              <a:pathLst>
                <a:path w="3456" h="2441" extrusionOk="0">
                  <a:moveTo>
                    <a:pt x="3034" y="2106"/>
                  </a:moveTo>
                  <a:lnTo>
                    <a:pt x="3024" y="2125"/>
                  </a:lnTo>
                  <a:lnTo>
                    <a:pt x="3005" y="2144"/>
                  </a:lnTo>
                  <a:lnTo>
                    <a:pt x="3034" y="2106"/>
                  </a:lnTo>
                  <a:lnTo>
                    <a:pt x="3034" y="2106"/>
                  </a:lnTo>
                  <a:lnTo>
                    <a:pt x="3024" y="2115"/>
                  </a:lnTo>
                  <a:lnTo>
                    <a:pt x="2986" y="2135"/>
                  </a:lnTo>
                  <a:lnTo>
                    <a:pt x="3034" y="2106"/>
                  </a:lnTo>
                  <a:lnTo>
                    <a:pt x="3034" y="2106"/>
                  </a:lnTo>
                  <a:close/>
                  <a:moveTo>
                    <a:pt x="1656" y="0"/>
                  </a:moveTo>
                  <a:cubicBezTo>
                    <a:pt x="737" y="0"/>
                    <a:pt x="0" y="747"/>
                    <a:pt x="0" y="1656"/>
                  </a:cubicBezTo>
                  <a:lnTo>
                    <a:pt x="0" y="2441"/>
                  </a:lnTo>
                  <a:cubicBezTo>
                    <a:pt x="0" y="2441"/>
                    <a:pt x="373" y="2403"/>
                    <a:pt x="421" y="2221"/>
                  </a:cubicBezTo>
                  <a:cubicBezTo>
                    <a:pt x="440" y="2202"/>
                    <a:pt x="450" y="2182"/>
                    <a:pt x="460" y="2154"/>
                  </a:cubicBezTo>
                  <a:cubicBezTo>
                    <a:pt x="670" y="2154"/>
                    <a:pt x="1675" y="2144"/>
                    <a:pt x="2249" y="1455"/>
                  </a:cubicBezTo>
                  <a:cubicBezTo>
                    <a:pt x="2364" y="1790"/>
                    <a:pt x="2642" y="2048"/>
                    <a:pt x="2986" y="2144"/>
                  </a:cubicBezTo>
                  <a:cubicBezTo>
                    <a:pt x="2996" y="2173"/>
                    <a:pt x="3015" y="2192"/>
                    <a:pt x="3024" y="2211"/>
                  </a:cubicBezTo>
                  <a:cubicBezTo>
                    <a:pt x="3072" y="2393"/>
                    <a:pt x="3455" y="2431"/>
                    <a:pt x="3455" y="2431"/>
                  </a:cubicBezTo>
                  <a:lnTo>
                    <a:pt x="3455" y="1656"/>
                  </a:lnTo>
                  <a:cubicBezTo>
                    <a:pt x="3455" y="747"/>
                    <a:pt x="2709" y="0"/>
                    <a:pt x="17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0" name="Google Shape;9220;p63"/>
            <p:cNvSpPr/>
            <p:nvPr/>
          </p:nvSpPr>
          <p:spPr>
            <a:xfrm>
              <a:off x="7142133" y="1596202"/>
              <a:ext cx="49264" cy="64101"/>
            </a:xfrm>
            <a:custGeom>
              <a:avLst/>
              <a:gdLst/>
              <a:ahLst/>
              <a:cxnLst/>
              <a:rect l="l" t="t" r="r" b="b"/>
              <a:pathLst>
                <a:path w="1876" h="2441" extrusionOk="0">
                  <a:moveTo>
                    <a:pt x="1665" y="0"/>
                  </a:moveTo>
                  <a:cubicBezTo>
                    <a:pt x="747" y="0"/>
                    <a:pt x="0" y="747"/>
                    <a:pt x="0" y="1666"/>
                  </a:cubicBezTo>
                  <a:lnTo>
                    <a:pt x="0" y="2441"/>
                  </a:lnTo>
                  <a:cubicBezTo>
                    <a:pt x="105" y="2422"/>
                    <a:pt x="201" y="2393"/>
                    <a:pt x="297" y="2355"/>
                  </a:cubicBezTo>
                  <a:lnTo>
                    <a:pt x="297" y="2087"/>
                  </a:lnTo>
                  <a:lnTo>
                    <a:pt x="297" y="1656"/>
                  </a:lnTo>
                  <a:cubicBezTo>
                    <a:pt x="297" y="776"/>
                    <a:pt x="995" y="48"/>
                    <a:pt x="18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1" name="Google Shape;9221;p63"/>
            <p:cNvSpPr/>
            <p:nvPr/>
          </p:nvSpPr>
          <p:spPr>
            <a:xfrm>
              <a:off x="7220546" y="1653685"/>
              <a:ext cx="19879" cy="26733"/>
            </a:xfrm>
            <a:custGeom>
              <a:avLst/>
              <a:gdLst/>
              <a:ahLst/>
              <a:cxnLst/>
              <a:rect l="l" t="t" r="r" b="b"/>
              <a:pathLst>
                <a:path w="757" h="1018" extrusionOk="0">
                  <a:moveTo>
                    <a:pt x="201" y="1"/>
                  </a:moveTo>
                  <a:cubicBezTo>
                    <a:pt x="93" y="1"/>
                    <a:pt x="0" y="92"/>
                    <a:pt x="0" y="204"/>
                  </a:cubicBezTo>
                  <a:lnTo>
                    <a:pt x="0" y="807"/>
                  </a:lnTo>
                  <a:cubicBezTo>
                    <a:pt x="0" y="922"/>
                    <a:pt x="96" y="1017"/>
                    <a:pt x="211" y="1017"/>
                  </a:cubicBezTo>
                  <a:cubicBezTo>
                    <a:pt x="230" y="1017"/>
                    <a:pt x="249" y="1008"/>
                    <a:pt x="268" y="1008"/>
                  </a:cubicBezTo>
                  <a:cubicBezTo>
                    <a:pt x="316" y="989"/>
                    <a:pt x="354" y="979"/>
                    <a:pt x="392" y="950"/>
                  </a:cubicBezTo>
                  <a:cubicBezTo>
                    <a:pt x="431" y="912"/>
                    <a:pt x="469" y="883"/>
                    <a:pt x="507" y="855"/>
                  </a:cubicBezTo>
                  <a:cubicBezTo>
                    <a:pt x="756" y="568"/>
                    <a:pt x="632" y="127"/>
                    <a:pt x="268" y="13"/>
                  </a:cubicBezTo>
                  <a:cubicBezTo>
                    <a:pt x="246" y="5"/>
                    <a:pt x="223" y="1"/>
                    <a:pt x="201"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2" name="Google Shape;9222;p63"/>
            <p:cNvSpPr/>
            <p:nvPr/>
          </p:nvSpPr>
          <p:spPr>
            <a:xfrm>
              <a:off x="7134833" y="1653738"/>
              <a:ext cx="19879" cy="26628"/>
            </a:xfrm>
            <a:custGeom>
              <a:avLst/>
              <a:gdLst/>
              <a:ahLst/>
              <a:cxnLst/>
              <a:rect l="l" t="t" r="r" b="b"/>
              <a:pathLst>
                <a:path w="757" h="1014" extrusionOk="0">
                  <a:moveTo>
                    <a:pt x="551" y="1"/>
                  </a:moveTo>
                  <a:cubicBezTo>
                    <a:pt x="529" y="1"/>
                    <a:pt x="508" y="4"/>
                    <a:pt x="489" y="11"/>
                  </a:cubicBezTo>
                  <a:cubicBezTo>
                    <a:pt x="1" y="154"/>
                    <a:pt x="1" y="853"/>
                    <a:pt x="489" y="1006"/>
                  </a:cubicBezTo>
                  <a:cubicBezTo>
                    <a:pt x="508" y="1011"/>
                    <a:pt x="527" y="1014"/>
                    <a:pt x="545" y="1014"/>
                  </a:cubicBezTo>
                  <a:cubicBezTo>
                    <a:pt x="658" y="1014"/>
                    <a:pt x="757" y="920"/>
                    <a:pt x="757" y="805"/>
                  </a:cubicBezTo>
                  <a:lnTo>
                    <a:pt x="757" y="202"/>
                  </a:lnTo>
                  <a:cubicBezTo>
                    <a:pt x="757" y="135"/>
                    <a:pt x="728" y="78"/>
                    <a:pt x="671" y="39"/>
                  </a:cubicBezTo>
                  <a:cubicBezTo>
                    <a:pt x="639" y="14"/>
                    <a:pt x="594" y="1"/>
                    <a:pt x="551"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3" name="Google Shape;9223;p63"/>
            <p:cNvSpPr/>
            <p:nvPr/>
          </p:nvSpPr>
          <p:spPr>
            <a:xfrm>
              <a:off x="7171019" y="1700349"/>
              <a:ext cx="33219" cy="38130"/>
            </a:xfrm>
            <a:custGeom>
              <a:avLst/>
              <a:gdLst/>
              <a:ahLst/>
              <a:cxnLst/>
              <a:rect l="l" t="t" r="r" b="b"/>
              <a:pathLst>
                <a:path w="1265" h="1452" extrusionOk="0">
                  <a:moveTo>
                    <a:pt x="211" y="1"/>
                  </a:moveTo>
                  <a:cubicBezTo>
                    <a:pt x="97" y="1"/>
                    <a:pt x="1" y="89"/>
                    <a:pt x="1" y="207"/>
                  </a:cubicBezTo>
                  <a:lnTo>
                    <a:pt x="1" y="820"/>
                  </a:lnTo>
                  <a:cubicBezTo>
                    <a:pt x="1" y="877"/>
                    <a:pt x="20" y="934"/>
                    <a:pt x="68" y="982"/>
                  </a:cubicBezTo>
                  <a:lnTo>
                    <a:pt x="489" y="1384"/>
                  </a:lnTo>
                  <a:cubicBezTo>
                    <a:pt x="527" y="1422"/>
                    <a:pt x="575" y="1451"/>
                    <a:pt x="632" y="1451"/>
                  </a:cubicBezTo>
                  <a:cubicBezTo>
                    <a:pt x="690" y="1451"/>
                    <a:pt x="738" y="1422"/>
                    <a:pt x="776" y="1384"/>
                  </a:cubicBezTo>
                  <a:lnTo>
                    <a:pt x="1207" y="934"/>
                  </a:lnTo>
                  <a:cubicBezTo>
                    <a:pt x="1245" y="896"/>
                    <a:pt x="1264" y="848"/>
                    <a:pt x="1264" y="791"/>
                  </a:cubicBezTo>
                  <a:lnTo>
                    <a:pt x="1264" y="217"/>
                  </a:lnTo>
                  <a:cubicBezTo>
                    <a:pt x="1264" y="159"/>
                    <a:pt x="1245" y="102"/>
                    <a:pt x="1207" y="63"/>
                  </a:cubicBezTo>
                  <a:cubicBezTo>
                    <a:pt x="1159" y="25"/>
                    <a:pt x="1101" y="6"/>
                    <a:pt x="1053" y="6"/>
                  </a:cubicBezTo>
                  <a:lnTo>
                    <a:pt x="1006" y="6"/>
                  </a:lnTo>
                  <a:cubicBezTo>
                    <a:pt x="929" y="25"/>
                    <a:pt x="843" y="35"/>
                    <a:pt x="766" y="35"/>
                  </a:cubicBezTo>
                  <a:lnTo>
                    <a:pt x="508" y="35"/>
                  </a:lnTo>
                  <a:cubicBezTo>
                    <a:pt x="422" y="35"/>
                    <a:pt x="336" y="25"/>
                    <a:pt x="259" y="6"/>
                  </a:cubicBezTo>
                  <a:cubicBezTo>
                    <a:pt x="243" y="3"/>
                    <a:pt x="227" y="1"/>
                    <a:pt x="211"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4" name="Google Shape;9224;p63"/>
            <p:cNvSpPr/>
            <p:nvPr/>
          </p:nvSpPr>
          <p:spPr>
            <a:xfrm>
              <a:off x="7171019" y="1700428"/>
              <a:ext cx="20378" cy="38051"/>
            </a:xfrm>
            <a:custGeom>
              <a:avLst/>
              <a:gdLst/>
              <a:ahLst/>
              <a:cxnLst/>
              <a:rect l="l" t="t" r="r" b="b"/>
              <a:pathLst>
                <a:path w="776" h="1449" extrusionOk="0">
                  <a:moveTo>
                    <a:pt x="208" y="1"/>
                  </a:moveTo>
                  <a:cubicBezTo>
                    <a:pt x="97" y="1"/>
                    <a:pt x="1" y="90"/>
                    <a:pt x="1" y="204"/>
                  </a:cubicBezTo>
                  <a:lnTo>
                    <a:pt x="1" y="817"/>
                  </a:lnTo>
                  <a:cubicBezTo>
                    <a:pt x="1" y="874"/>
                    <a:pt x="20" y="931"/>
                    <a:pt x="68" y="979"/>
                  </a:cubicBezTo>
                  <a:lnTo>
                    <a:pt x="479" y="1381"/>
                  </a:lnTo>
                  <a:cubicBezTo>
                    <a:pt x="518" y="1419"/>
                    <a:pt x="575" y="1448"/>
                    <a:pt x="632" y="1448"/>
                  </a:cubicBezTo>
                  <a:cubicBezTo>
                    <a:pt x="680" y="1448"/>
                    <a:pt x="738" y="1419"/>
                    <a:pt x="776" y="1381"/>
                  </a:cubicBezTo>
                  <a:cubicBezTo>
                    <a:pt x="738" y="1372"/>
                    <a:pt x="699" y="1352"/>
                    <a:pt x="671" y="1324"/>
                  </a:cubicBezTo>
                  <a:lnTo>
                    <a:pt x="250" y="922"/>
                  </a:lnTo>
                  <a:cubicBezTo>
                    <a:pt x="202" y="874"/>
                    <a:pt x="183" y="817"/>
                    <a:pt x="183" y="759"/>
                  </a:cubicBezTo>
                  <a:lnTo>
                    <a:pt x="183" y="147"/>
                  </a:lnTo>
                  <a:cubicBezTo>
                    <a:pt x="183" y="89"/>
                    <a:pt x="202" y="41"/>
                    <a:pt x="240" y="3"/>
                  </a:cubicBezTo>
                  <a:cubicBezTo>
                    <a:pt x="229" y="1"/>
                    <a:pt x="219" y="1"/>
                    <a:pt x="208"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5" name="Google Shape;9225;p63"/>
            <p:cNvSpPr/>
            <p:nvPr/>
          </p:nvSpPr>
          <p:spPr>
            <a:xfrm>
              <a:off x="7151928" y="1633728"/>
              <a:ext cx="71401" cy="76338"/>
            </a:xfrm>
            <a:custGeom>
              <a:avLst/>
              <a:gdLst/>
              <a:ahLst/>
              <a:cxnLst/>
              <a:rect l="l" t="t" r="r" b="b"/>
              <a:pathLst>
                <a:path w="2719" h="2907" extrusionOk="0">
                  <a:moveTo>
                    <a:pt x="1879" y="0"/>
                  </a:moveTo>
                  <a:cubicBezTo>
                    <a:pt x="1863" y="0"/>
                    <a:pt x="1849" y="6"/>
                    <a:pt x="1838" y="17"/>
                  </a:cubicBezTo>
                  <a:cubicBezTo>
                    <a:pt x="1541" y="237"/>
                    <a:pt x="1206" y="399"/>
                    <a:pt x="852" y="495"/>
                  </a:cubicBezTo>
                  <a:cubicBezTo>
                    <a:pt x="747" y="524"/>
                    <a:pt x="632" y="552"/>
                    <a:pt x="527" y="572"/>
                  </a:cubicBezTo>
                  <a:cubicBezTo>
                    <a:pt x="412" y="591"/>
                    <a:pt x="307" y="610"/>
                    <a:pt x="192" y="610"/>
                  </a:cubicBezTo>
                  <a:cubicBezTo>
                    <a:pt x="87" y="619"/>
                    <a:pt x="0" y="715"/>
                    <a:pt x="0" y="820"/>
                  </a:cubicBezTo>
                  <a:lnTo>
                    <a:pt x="0" y="1672"/>
                  </a:lnTo>
                  <a:cubicBezTo>
                    <a:pt x="0" y="2352"/>
                    <a:pt x="555" y="2907"/>
                    <a:pt x="1235" y="2907"/>
                  </a:cubicBezTo>
                  <a:lnTo>
                    <a:pt x="1484" y="2907"/>
                  </a:lnTo>
                  <a:cubicBezTo>
                    <a:pt x="2163" y="2907"/>
                    <a:pt x="2718" y="2352"/>
                    <a:pt x="2718" y="1672"/>
                  </a:cubicBezTo>
                  <a:lnTo>
                    <a:pt x="2718" y="792"/>
                  </a:lnTo>
                  <a:cubicBezTo>
                    <a:pt x="2718" y="706"/>
                    <a:pt x="2661" y="629"/>
                    <a:pt x="2584" y="600"/>
                  </a:cubicBezTo>
                  <a:cubicBezTo>
                    <a:pt x="2556" y="591"/>
                    <a:pt x="2527" y="581"/>
                    <a:pt x="2508" y="562"/>
                  </a:cubicBezTo>
                  <a:cubicBezTo>
                    <a:pt x="2269" y="466"/>
                    <a:pt x="2068" y="294"/>
                    <a:pt x="1953" y="64"/>
                  </a:cubicBezTo>
                  <a:lnTo>
                    <a:pt x="1943" y="45"/>
                  </a:lnTo>
                  <a:cubicBezTo>
                    <a:pt x="1931" y="15"/>
                    <a:pt x="1904" y="0"/>
                    <a:pt x="1879"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6" name="Google Shape;9226;p63"/>
            <p:cNvSpPr/>
            <p:nvPr/>
          </p:nvSpPr>
          <p:spPr>
            <a:xfrm>
              <a:off x="7151928" y="1633728"/>
              <a:ext cx="51785" cy="76338"/>
            </a:xfrm>
            <a:custGeom>
              <a:avLst/>
              <a:gdLst/>
              <a:ahLst/>
              <a:cxnLst/>
              <a:rect l="l" t="t" r="r" b="b"/>
              <a:pathLst>
                <a:path w="1972" h="2907" extrusionOk="0">
                  <a:moveTo>
                    <a:pt x="1883" y="0"/>
                  </a:moveTo>
                  <a:cubicBezTo>
                    <a:pt x="1868" y="0"/>
                    <a:pt x="1852" y="6"/>
                    <a:pt x="1838" y="17"/>
                  </a:cubicBezTo>
                  <a:cubicBezTo>
                    <a:pt x="1541" y="237"/>
                    <a:pt x="1206" y="399"/>
                    <a:pt x="852" y="495"/>
                  </a:cubicBezTo>
                  <a:cubicBezTo>
                    <a:pt x="747" y="524"/>
                    <a:pt x="632" y="552"/>
                    <a:pt x="527" y="572"/>
                  </a:cubicBezTo>
                  <a:cubicBezTo>
                    <a:pt x="412" y="591"/>
                    <a:pt x="307" y="610"/>
                    <a:pt x="192" y="610"/>
                  </a:cubicBezTo>
                  <a:cubicBezTo>
                    <a:pt x="87" y="619"/>
                    <a:pt x="0" y="715"/>
                    <a:pt x="0" y="820"/>
                  </a:cubicBezTo>
                  <a:lnTo>
                    <a:pt x="0" y="1672"/>
                  </a:lnTo>
                  <a:cubicBezTo>
                    <a:pt x="0" y="2352"/>
                    <a:pt x="555" y="2907"/>
                    <a:pt x="1235" y="2907"/>
                  </a:cubicBezTo>
                  <a:lnTo>
                    <a:pt x="1484" y="2907"/>
                  </a:lnTo>
                  <a:cubicBezTo>
                    <a:pt x="804" y="2907"/>
                    <a:pt x="259" y="2361"/>
                    <a:pt x="249" y="1682"/>
                  </a:cubicBezTo>
                  <a:lnTo>
                    <a:pt x="249" y="830"/>
                  </a:lnTo>
                  <a:cubicBezTo>
                    <a:pt x="249" y="715"/>
                    <a:pt x="335" y="629"/>
                    <a:pt x="450" y="619"/>
                  </a:cubicBezTo>
                  <a:cubicBezTo>
                    <a:pt x="555" y="610"/>
                    <a:pt x="670" y="600"/>
                    <a:pt x="776" y="581"/>
                  </a:cubicBezTo>
                  <a:cubicBezTo>
                    <a:pt x="881" y="562"/>
                    <a:pt x="996" y="533"/>
                    <a:pt x="1101" y="505"/>
                  </a:cubicBezTo>
                  <a:cubicBezTo>
                    <a:pt x="1407" y="418"/>
                    <a:pt x="1704" y="275"/>
                    <a:pt x="1972" y="103"/>
                  </a:cubicBezTo>
                  <a:lnTo>
                    <a:pt x="1953" y="64"/>
                  </a:lnTo>
                  <a:lnTo>
                    <a:pt x="1943" y="45"/>
                  </a:lnTo>
                  <a:cubicBezTo>
                    <a:pt x="1931" y="15"/>
                    <a:pt x="1908" y="0"/>
                    <a:pt x="1883"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7" name="Google Shape;9227;p63"/>
            <p:cNvSpPr/>
            <p:nvPr/>
          </p:nvSpPr>
          <p:spPr>
            <a:xfrm>
              <a:off x="7117003" y="1723353"/>
              <a:ext cx="61081" cy="68407"/>
            </a:xfrm>
            <a:custGeom>
              <a:avLst/>
              <a:gdLst/>
              <a:ahLst/>
              <a:cxnLst/>
              <a:rect l="l" t="t" r="r" b="b"/>
              <a:pathLst>
                <a:path w="2326" h="2605" extrusionOk="0">
                  <a:moveTo>
                    <a:pt x="1598" y="1"/>
                  </a:moveTo>
                  <a:lnTo>
                    <a:pt x="852" y="307"/>
                  </a:lnTo>
                  <a:cubicBezTo>
                    <a:pt x="335" y="518"/>
                    <a:pt x="0" y="1025"/>
                    <a:pt x="29" y="1590"/>
                  </a:cubicBezTo>
                  <a:lnTo>
                    <a:pt x="29" y="2336"/>
                  </a:lnTo>
                  <a:cubicBezTo>
                    <a:pt x="20" y="2475"/>
                    <a:pt x="135" y="2605"/>
                    <a:pt x="281" y="2605"/>
                  </a:cubicBezTo>
                  <a:cubicBezTo>
                    <a:pt x="286" y="2605"/>
                    <a:pt x="292" y="2604"/>
                    <a:pt x="297" y="2604"/>
                  </a:cubicBezTo>
                  <a:lnTo>
                    <a:pt x="2326" y="2604"/>
                  </a:lnTo>
                  <a:lnTo>
                    <a:pt x="1598"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8" name="Google Shape;9228;p63"/>
            <p:cNvSpPr/>
            <p:nvPr/>
          </p:nvSpPr>
          <p:spPr>
            <a:xfrm>
              <a:off x="7197174" y="1723616"/>
              <a:ext cx="60319" cy="68145"/>
            </a:xfrm>
            <a:custGeom>
              <a:avLst/>
              <a:gdLst/>
              <a:ahLst/>
              <a:cxnLst/>
              <a:rect l="l" t="t" r="r" b="b"/>
              <a:pathLst>
                <a:path w="2297" h="2595" extrusionOk="0">
                  <a:moveTo>
                    <a:pt x="718" y="1"/>
                  </a:moveTo>
                  <a:lnTo>
                    <a:pt x="0" y="2594"/>
                  </a:lnTo>
                  <a:lnTo>
                    <a:pt x="2000" y="2594"/>
                  </a:lnTo>
                  <a:cubicBezTo>
                    <a:pt x="2005" y="2594"/>
                    <a:pt x="2011" y="2595"/>
                    <a:pt x="2016" y="2595"/>
                  </a:cubicBezTo>
                  <a:cubicBezTo>
                    <a:pt x="2153" y="2595"/>
                    <a:pt x="2268" y="2474"/>
                    <a:pt x="2268" y="2336"/>
                  </a:cubicBezTo>
                  <a:lnTo>
                    <a:pt x="2268" y="1580"/>
                  </a:lnTo>
                  <a:cubicBezTo>
                    <a:pt x="2297" y="1015"/>
                    <a:pt x="1962" y="508"/>
                    <a:pt x="1445" y="297"/>
                  </a:cubicBezTo>
                  <a:lnTo>
                    <a:pt x="718"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9" name="Google Shape;9229;p63"/>
            <p:cNvSpPr/>
            <p:nvPr/>
          </p:nvSpPr>
          <p:spPr>
            <a:xfrm>
              <a:off x="7136094" y="1759303"/>
              <a:ext cx="11082" cy="32457"/>
            </a:xfrm>
            <a:custGeom>
              <a:avLst/>
              <a:gdLst/>
              <a:ahLst/>
              <a:cxnLst/>
              <a:rect l="l" t="t" r="r" b="b"/>
              <a:pathLst>
                <a:path w="422" h="1236" extrusionOk="0">
                  <a:moveTo>
                    <a:pt x="211" y="1"/>
                  </a:moveTo>
                  <a:cubicBezTo>
                    <a:pt x="96" y="1"/>
                    <a:pt x="0" y="96"/>
                    <a:pt x="0" y="211"/>
                  </a:cubicBezTo>
                  <a:lnTo>
                    <a:pt x="0" y="1235"/>
                  </a:lnTo>
                  <a:lnTo>
                    <a:pt x="422" y="1235"/>
                  </a:lnTo>
                  <a:lnTo>
                    <a:pt x="422" y="211"/>
                  </a:lnTo>
                  <a:cubicBezTo>
                    <a:pt x="422" y="96"/>
                    <a:pt x="326" y="1"/>
                    <a:pt x="21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0" name="Google Shape;9230;p63"/>
            <p:cNvSpPr/>
            <p:nvPr/>
          </p:nvSpPr>
          <p:spPr>
            <a:xfrm>
              <a:off x="7227583" y="1759303"/>
              <a:ext cx="11082" cy="32457"/>
            </a:xfrm>
            <a:custGeom>
              <a:avLst/>
              <a:gdLst/>
              <a:ahLst/>
              <a:cxnLst/>
              <a:rect l="l" t="t" r="r" b="b"/>
              <a:pathLst>
                <a:path w="422" h="1236" extrusionOk="0">
                  <a:moveTo>
                    <a:pt x="211" y="1"/>
                  </a:moveTo>
                  <a:cubicBezTo>
                    <a:pt x="96" y="1"/>
                    <a:pt x="0" y="96"/>
                    <a:pt x="0" y="211"/>
                  </a:cubicBezTo>
                  <a:lnTo>
                    <a:pt x="0" y="1235"/>
                  </a:lnTo>
                  <a:lnTo>
                    <a:pt x="421" y="1235"/>
                  </a:lnTo>
                  <a:lnTo>
                    <a:pt x="421" y="211"/>
                  </a:lnTo>
                  <a:cubicBezTo>
                    <a:pt x="421" y="96"/>
                    <a:pt x="325" y="1"/>
                    <a:pt x="21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1" name="Google Shape;9231;p63"/>
            <p:cNvSpPr/>
            <p:nvPr/>
          </p:nvSpPr>
          <p:spPr>
            <a:xfrm>
              <a:off x="7117003" y="1723353"/>
              <a:ext cx="42988" cy="68407"/>
            </a:xfrm>
            <a:custGeom>
              <a:avLst/>
              <a:gdLst/>
              <a:ahLst/>
              <a:cxnLst/>
              <a:rect l="l" t="t" r="r" b="b"/>
              <a:pathLst>
                <a:path w="1637" h="2605" extrusionOk="0">
                  <a:moveTo>
                    <a:pt x="1598" y="1"/>
                  </a:moveTo>
                  <a:lnTo>
                    <a:pt x="852" y="307"/>
                  </a:lnTo>
                  <a:cubicBezTo>
                    <a:pt x="335" y="518"/>
                    <a:pt x="0" y="1025"/>
                    <a:pt x="29" y="1590"/>
                  </a:cubicBezTo>
                  <a:lnTo>
                    <a:pt x="29" y="2336"/>
                  </a:lnTo>
                  <a:cubicBezTo>
                    <a:pt x="19" y="2480"/>
                    <a:pt x="144" y="2604"/>
                    <a:pt x="297" y="2604"/>
                  </a:cubicBezTo>
                  <a:lnTo>
                    <a:pt x="335" y="2604"/>
                  </a:lnTo>
                  <a:lnTo>
                    <a:pt x="335" y="1580"/>
                  </a:lnTo>
                  <a:cubicBezTo>
                    <a:pt x="306" y="1025"/>
                    <a:pt x="641" y="518"/>
                    <a:pt x="1158" y="307"/>
                  </a:cubicBezTo>
                  <a:lnTo>
                    <a:pt x="1637" y="106"/>
                  </a:lnTo>
                  <a:lnTo>
                    <a:pt x="1598"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2" name="Google Shape;9232;p63"/>
            <p:cNvSpPr/>
            <p:nvPr/>
          </p:nvSpPr>
          <p:spPr>
            <a:xfrm>
              <a:off x="7367313" y="1735931"/>
              <a:ext cx="25393" cy="20141"/>
            </a:xfrm>
            <a:custGeom>
              <a:avLst/>
              <a:gdLst/>
              <a:ahLst/>
              <a:cxnLst/>
              <a:rect l="l" t="t" r="r" b="b"/>
              <a:pathLst>
                <a:path w="967" h="767" extrusionOk="0">
                  <a:moveTo>
                    <a:pt x="488" y="0"/>
                  </a:moveTo>
                  <a:lnTo>
                    <a:pt x="0" y="355"/>
                  </a:lnTo>
                  <a:lnTo>
                    <a:pt x="172" y="766"/>
                  </a:lnTo>
                  <a:lnTo>
                    <a:pt x="814" y="766"/>
                  </a:lnTo>
                  <a:lnTo>
                    <a:pt x="967" y="355"/>
                  </a:lnTo>
                  <a:lnTo>
                    <a:pt x="488"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3" name="Google Shape;9233;p63"/>
            <p:cNvSpPr/>
            <p:nvPr/>
          </p:nvSpPr>
          <p:spPr>
            <a:xfrm>
              <a:off x="7366551" y="1756047"/>
              <a:ext cx="27415" cy="35714"/>
            </a:xfrm>
            <a:custGeom>
              <a:avLst/>
              <a:gdLst/>
              <a:ahLst/>
              <a:cxnLst/>
              <a:rect l="l" t="t" r="r" b="b"/>
              <a:pathLst>
                <a:path w="1044" h="1360" extrusionOk="0">
                  <a:moveTo>
                    <a:pt x="201" y="0"/>
                  </a:moveTo>
                  <a:lnTo>
                    <a:pt x="221" y="29"/>
                  </a:lnTo>
                  <a:lnTo>
                    <a:pt x="0" y="1359"/>
                  </a:lnTo>
                  <a:lnTo>
                    <a:pt x="1044" y="1359"/>
                  </a:lnTo>
                  <a:lnTo>
                    <a:pt x="833" y="29"/>
                  </a:lnTo>
                  <a:lnTo>
                    <a:pt x="843"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4" name="Google Shape;9234;p63"/>
            <p:cNvSpPr/>
            <p:nvPr/>
          </p:nvSpPr>
          <p:spPr>
            <a:xfrm>
              <a:off x="7352476" y="1726373"/>
              <a:ext cx="23398" cy="65387"/>
            </a:xfrm>
            <a:custGeom>
              <a:avLst/>
              <a:gdLst/>
              <a:ahLst/>
              <a:cxnLst/>
              <a:rect l="l" t="t" r="r" b="b"/>
              <a:pathLst>
                <a:path w="891" h="2490" extrusionOk="0">
                  <a:moveTo>
                    <a:pt x="1" y="1"/>
                  </a:moveTo>
                  <a:lnTo>
                    <a:pt x="134" y="958"/>
                  </a:lnTo>
                  <a:lnTo>
                    <a:pt x="565" y="2489"/>
                  </a:lnTo>
                  <a:lnTo>
                    <a:pt x="670" y="2489"/>
                  </a:lnTo>
                  <a:lnTo>
                    <a:pt x="891" y="1140"/>
                  </a:lnTo>
                  <a:lnTo>
                    <a:pt x="680" y="642"/>
                  </a:lnTo>
                  <a:lnTo>
                    <a:pt x="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5" name="Google Shape;9235;p63"/>
            <p:cNvSpPr/>
            <p:nvPr/>
          </p:nvSpPr>
          <p:spPr>
            <a:xfrm>
              <a:off x="7384907" y="1725874"/>
              <a:ext cx="23398" cy="65886"/>
            </a:xfrm>
            <a:custGeom>
              <a:avLst/>
              <a:gdLst/>
              <a:ahLst/>
              <a:cxnLst/>
              <a:rect l="l" t="t" r="r" b="b"/>
              <a:pathLst>
                <a:path w="891" h="2509" extrusionOk="0">
                  <a:moveTo>
                    <a:pt x="890" y="1"/>
                  </a:moveTo>
                  <a:lnTo>
                    <a:pt x="182" y="651"/>
                  </a:lnTo>
                  <a:lnTo>
                    <a:pt x="0" y="1159"/>
                  </a:lnTo>
                  <a:lnTo>
                    <a:pt x="211" y="2508"/>
                  </a:lnTo>
                  <a:lnTo>
                    <a:pt x="325" y="2508"/>
                  </a:lnTo>
                  <a:lnTo>
                    <a:pt x="756" y="958"/>
                  </a:lnTo>
                  <a:lnTo>
                    <a:pt x="89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6" name="Google Shape;9236;p63"/>
            <p:cNvSpPr/>
            <p:nvPr/>
          </p:nvSpPr>
          <p:spPr>
            <a:xfrm>
              <a:off x="7348196" y="1714057"/>
              <a:ext cx="63628" cy="37368"/>
            </a:xfrm>
            <a:custGeom>
              <a:avLst/>
              <a:gdLst/>
              <a:ahLst/>
              <a:cxnLst/>
              <a:rect l="l" t="t" r="r" b="b"/>
              <a:pathLst>
                <a:path w="2423" h="1423" extrusionOk="0">
                  <a:moveTo>
                    <a:pt x="632" y="1"/>
                  </a:moveTo>
                  <a:lnTo>
                    <a:pt x="1" y="422"/>
                  </a:lnTo>
                  <a:lnTo>
                    <a:pt x="431" y="1312"/>
                  </a:lnTo>
                  <a:cubicBezTo>
                    <a:pt x="461" y="1377"/>
                    <a:pt x="523" y="1413"/>
                    <a:pt x="587" y="1413"/>
                  </a:cubicBezTo>
                  <a:cubicBezTo>
                    <a:pt x="626" y="1413"/>
                    <a:pt x="666" y="1399"/>
                    <a:pt x="699" y="1369"/>
                  </a:cubicBezTo>
                  <a:lnTo>
                    <a:pt x="1216" y="987"/>
                  </a:lnTo>
                  <a:lnTo>
                    <a:pt x="1704" y="1350"/>
                  </a:lnTo>
                  <a:lnTo>
                    <a:pt x="1733" y="1379"/>
                  </a:lnTo>
                  <a:cubicBezTo>
                    <a:pt x="1762" y="1408"/>
                    <a:pt x="1802" y="1422"/>
                    <a:pt x="1843" y="1422"/>
                  </a:cubicBezTo>
                  <a:cubicBezTo>
                    <a:pt x="1899" y="1422"/>
                    <a:pt x="1954" y="1396"/>
                    <a:pt x="1982" y="1341"/>
                  </a:cubicBezTo>
                  <a:lnTo>
                    <a:pt x="2422" y="432"/>
                  </a:lnTo>
                  <a:lnTo>
                    <a:pt x="1857" y="49"/>
                  </a:lnTo>
                  <a:lnTo>
                    <a:pt x="1714" y="288"/>
                  </a:lnTo>
                  <a:lnTo>
                    <a:pt x="1216" y="814"/>
                  </a:lnTo>
                  <a:lnTo>
                    <a:pt x="728" y="336"/>
                  </a:lnTo>
                  <a:lnTo>
                    <a:pt x="632" y="1"/>
                  </a:lnTo>
                  <a:close/>
                </a:path>
              </a:pathLst>
            </a:custGeom>
            <a:solidFill>
              <a:srgbClr val="F3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7" name="Google Shape;9237;p63"/>
            <p:cNvSpPr/>
            <p:nvPr/>
          </p:nvSpPr>
          <p:spPr>
            <a:xfrm>
              <a:off x="7334882" y="1596202"/>
              <a:ext cx="90755" cy="64101"/>
            </a:xfrm>
            <a:custGeom>
              <a:avLst/>
              <a:gdLst/>
              <a:ahLst/>
              <a:cxnLst/>
              <a:rect l="l" t="t" r="r" b="b"/>
              <a:pathLst>
                <a:path w="3456" h="2441" extrusionOk="0">
                  <a:moveTo>
                    <a:pt x="3063" y="2087"/>
                  </a:moveTo>
                  <a:lnTo>
                    <a:pt x="3034" y="2106"/>
                  </a:lnTo>
                  <a:lnTo>
                    <a:pt x="3025" y="2115"/>
                  </a:lnTo>
                  <a:lnTo>
                    <a:pt x="2996" y="2135"/>
                  </a:lnTo>
                  <a:lnTo>
                    <a:pt x="3034" y="2106"/>
                  </a:lnTo>
                  <a:lnTo>
                    <a:pt x="3044" y="2096"/>
                  </a:lnTo>
                  <a:lnTo>
                    <a:pt x="3063" y="2087"/>
                  </a:lnTo>
                  <a:close/>
                  <a:moveTo>
                    <a:pt x="1656" y="0"/>
                  </a:moveTo>
                  <a:cubicBezTo>
                    <a:pt x="747" y="0"/>
                    <a:pt x="1" y="747"/>
                    <a:pt x="1" y="1656"/>
                  </a:cubicBezTo>
                  <a:lnTo>
                    <a:pt x="1" y="2441"/>
                  </a:lnTo>
                  <a:cubicBezTo>
                    <a:pt x="1" y="2441"/>
                    <a:pt x="374" y="2403"/>
                    <a:pt x="422" y="2221"/>
                  </a:cubicBezTo>
                  <a:cubicBezTo>
                    <a:pt x="441" y="2202"/>
                    <a:pt x="450" y="2182"/>
                    <a:pt x="460" y="2154"/>
                  </a:cubicBezTo>
                  <a:cubicBezTo>
                    <a:pt x="680" y="2154"/>
                    <a:pt x="1675" y="2144"/>
                    <a:pt x="2250" y="1455"/>
                  </a:cubicBezTo>
                  <a:cubicBezTo>
                    <a:pt x="2374" y="1790"/>
                    <a:pt x="2652" y="2048"/>
                    <a:pt x="2996" y="2144"/>
                  </a:cubicBezTo>
                  <a:cubicBezTo>
                    <a:pt x="2996" y="2173"/>
                    <a:pt x="3015" y="2192"/>
                    <a:pt x="3034" y="2211"/>
                  </a:cubicBezTo>
                  <a:cubicBezTo>
                    <a:pt x="3082" y="2393"/>
                    <a:pt x="3455" y="2431"/>
                    <a:pt x="3455" y="2431"/>
                  </a:cubicBezTo>
                  <a:lnTo>
                    <a:pt x="3455" y="1656"/>
                  </a:lnTo>
                  <a:cubicBezTo>
                    <a:pt x="3455" y="747"/>
                    <a:pt x="2709" y="0"/>
                    <a:pt x="17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8" name="Google Shape;9238;p63"/>
            <p:cNvSpPr/>
            <p:nvPr/>
          </p:nvSpPr>
          <p:spPr>
            <a:xfrm>
              <a:off x="7334645" y="1596202"/>
              <a:ext cx="49264" cy="64101"/>
            </a:xfrm>
            <a:custGeom>
              <a:avLst/>
              <a:gdLst/>
              <a:ahLst/>
              <a:cxnLst/>
              <a:rect l="l" t="t" r="r" b="b"/>
              <a:pathLst>
                <a:path w="1876" h="2441" extrusionOk="0">
                  <a:moveTo>
                    <a:pt x="1665" y="0"/>
                  </a:moveTo>
                  <a:cubicBezTo>
                    <a:pt x="746" y="0"/>
                    <a:pt x="0" y="747"/>
                    <a:pt x="0" y="1666"/>
                  </a:cubicBezTo>
                  <a:lnTo>
                    <a:pt x="0" y="2441"/>
                  </a:lnTo>
                  <a:cubicBezTo>
                    <a:pt x="105" y="2422"/>
                    <a:pt x="201" y="2393"/>
                    <a:pt x="297" y="2355"/>
                  </a:cubicBezTo>
                  <a:lnTo>
                    <a:pt x="297" y="2087"/>
                  </a:lnTo>
                  <a:lnTo>
                    <a:pt x="306" y="2087"/>
                  </a:lnTo>
                  <a:lnTo>
                    <a:pt x="306" y="1656"/>
                  </a:lnTo>
                  <a:cubicBezTo>
                    <a:pt x="306" y="776"/>
                    <a:pt x="995" y="48"/>
                    <a:pt x="187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9" name="Google Shape;9239;p63"/>
            <p:cNvSpPr/>
            <p:nvPr/>
          </p:nvSpPr>
          <p:spPr>
            <a:xfrm>
              <a:off x="7413294" y="1653685"/>
              <a:ext cx="19879" cy="26733"/>
            </a:xfrm>
            <a:custGeom>
              <a:avLst/>
              <a:gdLst/>
              <a:ahLst/>
              <a:cxnLst/>
              <a:rect l="l" t="t" r="r" b="b"/>
              <a:pathLst>
                <a:path w="757" h="1018" extrusionOk="0">
                  <a:moveTo>
                    <a:pt x="202" y="1"/>
                  </a:moveTo>
                  <a:cubicBezTo>
                    <a:pt x="93" y="1"/>
                    <a:pt x="1" y="92"/>
                    <a:pt x="1" y="204"/>
                  </a:cubicBezTo>
                  <a:lnTo>
                    <a:pt x="1" y="807"/>
                  </a:lnTo>
                  <a:cubicBezTo>
                    <a:pt x="1" y="922"/>
                    <a:pt x="87" y="1017"/>
                    <a:pt x="201" y="1017"/>
                  </a:cubicBezTo>
                  <a:cubicBezTo>
                    <a:pt x="230" y="1017"/>
                    <a:pt x="249" y="1008"/>
                    <a:pt x="268" y="1008"/>
                  </a:cubicBezTo>
                  <a:cubicBezTo>
                    <a:pt x="307" y="989"/>
                    <a:pt x="345" y="979"/>
                    <a:pt x="383" y="950"/>
                  </a:cubicBezTo>
                  <a:cubicBezTo>
                    <a:pt x="422" y="912"/>
                    <a:pt x="460" y="883"/>
                    <a:pt x="508" y="855"/>
                  </a:cubicBezTo>
                  <a:cubicBezTo>
                    <a:pt x="757" y="568"/>
                    <a:pt x="623" y="127"/>
                    <a:pt x="268" y="13"/>
                  </a:cubicBezTo>
                  <a:cubicBezTo>
                    <a:pt x="246" y="5"/>
                    <a:pt x="224" y="1"/>
                    <a:pt x="202"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0" name="Google Shape;9240;p63"/>
            <p:cNvSpPr/>
            <p:nvPr/>
          </p:nvSpPr>
          <p:spPr>
            <a:xfrm>
              <a:off x="7327345" y="1653738"/>
              <a:ext cx="20141" cy="26628"/>
            </a:xfrm>
            <a:custGeom>
              <a:avLst/>
              <a:gdLst/>
              <a:ahLst/>
              <a:cxnLst/>
              <a:rect l="l" t="t" r="r" b="b"/>
              <a:pathLst>
                <a:path w="767" h="1014" extrusionOk="0">
                  <a:moveTo>
                    <a:pt x="558" y="1"/>
                  </a:moveTo>
                  <a:cubicBezTo>
                    <a:pt x="537" y="1"/>
                    <a:pt x="517" y="4"/>
                    <a:pt x="498" y="11"/>
                  </a:cubicBezTo>
                  <a:cubicBezTo>
                    <a:pt x="0" y="154"/>
                    <a:pt x="0" y="853"/>
                    <a:pt x="498" y="1006"/>
                  </a:cubicBezTo>
                  <a:cubicBezTo>
                    <a:pt x="517" y="1011"/>
                    <a:pt x="536" y="1014"/>
                    <a:pt x="555" y="1014"/>
                  </a:cubicBezTo>
                  <a:cubicBezTo>
                    <a:pt x="667" y="1014"/>
                    <a:pt x="766" y="920"/>
                    <a:pt x="766" y="805"/>
                  </a:cubicBezTo>
                  <a:lnTo>
                    <a:pt x="766" y="202"/>
                  </a:lnTo>
                  <a:cubicBezTo>
                    <a:pt x="766" y="135"/>
                    <a:pt x="728" y="78"/>
                    <a:pt x="680" y="39"/>
                  </a:cubicBezTo>
                  <a:cubicBezTo>
                    <a:pt x="642" y="14"/>
                    <a:pt x="599" y="1"/>
                    <a:pt x="558"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1" name="Google Shape;9241;p63"/>
            <p:cNvSpPr/>
            <p:nvPr/>
          </p:nvSpPr>
          <p:spPr>
            <a:xfrm>
              <a:off x="7363794" y="1700349"/>
              <a:ext cx="33193" cy="38130"/>
            </a:xfrm>
            <a:custGeom>
              <a:avLst/>
              <a:gdLst/>
              <a:ahLst/>
              <a:cxnLst/>
              <a:rect l="l" t="t" r="r" b="b"/>
              <a:pathLst>
                <a:path w="1264" h="1452" extrusionOk="0">
                  <a:moveTo>
                    <a:pt x="211" y="1"/>
                  </a:moveTo>
                  <a:cubicBezTo>
                    <a:pt x="96" y="1"/>
                    <a:pt x="0" y="89"/>
                    <a:pt x="0" y="207"/>
                  </a:cubicBezTo>
                  <a:lnTo>
                    <a:pt x="0" y="820"/>
                  </a:lnTo>
                  <a:cubicBezTo>
                    <a:pt x="0" y="877"/>
                    <a:pt x="19" y="934"/>
                    <a:pt x="58" y="982"/>
                  </a:cubicBezTo>
                  <a:lnTo>
                    <a:pt x="479" y="1384"/>
                  </a:lnTo>
                  <a:cubicBezTo>
                    <a:pt x="517" y="1422"/>
                    <a:pt x="574" y="1451"/>
                    <a:pt x="622" y="1451"/>
                  </a:cubicBezTo>
                  <a:cubicBezTo>
                    <a:pt x="680" y="1451"/>
                    <a:pt x="737" y="1422"/>
                    <a:pt x="775" y="1384"/>
                  </a:cubicBezTo>
                  <a:lnTo>
                    <a:pt x="1206" y="934"/>
                  </a:lnTo>
                  <a:cubicBezTo>
                    <a:pt x="1244" y="896"/>
                    <a:pt x="1263" y="848"/>
                    <a:pt x="1263" y="791"/>
                  </a:cubicBezTo>
                  <a:lnTo>
                    <a:pt x="1263" y="217"/>
                  </a:lnTo>
                  <a:cubicBezTo>
                    <a:pt x="1263" y="159"/>
                    <a:pt x="1244" y="102"/>
                    <a:pt x="1196" y="63"/>
                  </a:cubicBezTo>
                  <a:cubicBezTo>
                    <a:pt x="1158" y="25"/>
                    <a:pt x="1101" y="6"/>
                    <a:pt x="1043" y="6"/>
                  </a:cubicBezTo>
                  <a:lnTo>
                    <a:pt x="995" y="6"/>
                  </a:lnTo>
                  <a:cubicBezTo>
                    <a:pt x="919" y="25"/>
                    <a:pt x="842" y="35"/>
                    <a:pt x="756" y="35"/>
                  </a:cubicBezTo>
                  <a:lnTo>
                    <a:pt x="507" y="35"/>
                  </a:lnTo>
                  <a:cubicBezTo>
                    <a:pt x="421" y="35"/>
                    <a:pt x="335" y="25"/>
                    <a:pt x="259" y="6"/>
                  </a:cubicBezTo>
                  <a:cubicBezTo>
                    <a:pt x="242" y="3"/>
                    <a:pt x="226" y="1"/>
                    <a:pt x="211"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2" name="Google Shape;9242;p63"/>
            <p:cNvSpPr/>
            <p:nvPr/>
          </p:nvSpPr>
          <p:spPr>
            <a:xfrm>
              <a:off x="7363531" y="1700428"/>
              <a:ext cx="20640" cy="38051"/>
            </a:xfrm>
            <a:custGeom>
              <a:avLst/>
              <a:gdLst/>
              <a:ahLst/>
              <a:cxnLst/>
              <a:rect l="l" t="t" r="r" b="b"/>
              <a:pathLst>
                <a:path w="786" h="1449" extrusionOk="0">
                  <a:moveTo>
                    <a:pt x="218" y="1"/>
                  </a:moveTo>
                  <a:cubicBezTo>
                    <a:pt x="106" y="1"/>
                    <a:pt x="10" y="90"/>
                    <a:pt x="10" y="204"/>
                  </a:cubicBezTo>
                  <a:lnTo>
                    <a:pt x="10" y="817"/>
                  </a:lnTo>
                  <a:cubicBezTo>
                    <a:pt x="1" y="874"/>
                    <a:pt x="29" y="931"/>
                    <a:pt x="68" y="979"/>
                  </a:cubicBezTo>
                  <a:lnTo>
                    <a:pt x="489" y="1381"/>
                  </a:lnTo>
                  <a:cubicBezTo>
                    <a:pt x="527" y="1419"/>
                    <a:pt x="584" y="1448"/>
                    <a:pt x="632" y="1448"/>
                  </a:cubicBezTo>
                  <a:cubicBezTo>
                    <a:pt x="690" y="1448"/>
                    <a:pt x="747" y="1419"/>
                    <a:pt x="785" y="1381"/>
                  </a:cubicBezTo>
                  <a:cubicBezTo>
                    <a:pt x="738" y="1372"/>
                    <a:pt x="709" y="1352"/>
                    <a:pt x="671" y="1324"/>
                  </a:cubicBezTo>
                  <a:lnTo>
                    <a:pt x="259" y="922"/>
                  </a:lnTo>
                  <a:cubicBezTo>
                    <a:pt x="211" y="874"/>
                    <a:pt x="192" y="817"/>
                    <a:pt x="192" y="759"/>
                  </a:cubicBezTo>
                  <a:lnTo>
                    <a:pt x="192" y="147"/>
                  </a:lnTo>
                  <a:cubicBezTo>
                    <a:pt x="192" y="89"/>
                    <a:pt x="211" y="41"/>
                    <a:pt x="249" y="3"/>
                  </a:cubicBezTo>
                  <a:cubicBezTo>
                    <a:pt x="239" y="1"/>
                    <a:pt x="228" y="1"/>
                    <a:pt x="218"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3" name="Google Shape;9243;p63"/>
            <p:cNvSpPr/>
            <p:nvPr/>
          </p:nvSpPr>
          <p:spPr>
            <a:xfrm>
              <a:off x="7344677" y="1633728"/>
              <a:ext cx="71401" cy="76338"/>
            </a:xfrm>
            <a:custGeom>
              <a:avLst/>
              <a:gdLst/>
              <a:ahLst/>
              <a:cxnLst/>
              <a:rect l="l" t="t" r="r" b="b"/>
              <a:pathLst>
                <a:path w="2719" h="2907" extrusionOk="0">
                  <a:moveTo>
                    <a:pt x="1877" y="0"/>
                  </a:moveTo>
                  <a:cubicBezTo>
                    <a:pt x="1860" y="0"/>
                    <a:pt x="1843" y="6"/>
                    <a:pt x="1829" y="17"/>
                  </a:cubicBezTo>
                  <a:cubicBezTo>
                    <a:pt x="1542" y="237"/>
                    <a:pt x="1207" y="399"/>
                    <a:pt x="853" y="495"/>
                  </a:cubicBezTo>
                  <a:cubicBezTo>
                    <a:pt x="738" y="524"/>
                    <a:pt x="632" y="552"/>
                    <a:pt x="518" y="572"/>
                  </a:cubicBezTo>
                  <a:cubicBezTo>
                    <a:pt x="412" y="591"/>
                    <a:pt x="307" y="610"/>
                    <a:pt x="192" y="610"/>
                  </a:cubicBezTo>
                  <a:cubicBezTo>
                    <a:pt x="87" y="619"/>
                    <a:pt x="1" y="715"/>
                    <a:pt x="1" y="820"/>
                  </a:cubicBezTo>
                  <a:lnTo>
                    <a:pt x="1" y="1672"/>
                  </a:lnTo>
                  <a:cubicBezTo>
                    <a:pt x="1" y="2352"/>
                    <a:pt x="546" y="2907"/>
                    <a:pt x="1226" y="2907"/>
                  </a:cubicBezTo>
                  <a:lnTo>
                    <a:pt x="1484" y="2907"/>
                  </a:lnTo>
                  <a:cubicBezTo>
                    <a:pt x="2164" y="2907"/>
                    <a:pt x="2709" y="2352"/>
                    <a:pt x="2719" y="1672"/>
                  </a:cubicBezTo>
                  <a:lnTo>
                    <a:pt x="2719" y="792"/>
                  </a:lnTo>
                  <a:cubicBezTo>
                    <a:pt x="2709" y="706"/>
                    <a:pt x="2661" y="629"/>
                    <a:pt x="2575" y="600"/>
                  </a:cubicBezTo>
                  <a:cubicBezTo>
                    <a:pt x="2556" y="591"/>
                    <a:pt x="2527" y="581"/>
                    <a:pt x="2508" y="562"/>
                  </a:cubicBezTo>
                  <a:cubicBezTo>
                    <a:pt x="2269" y="466"/>
                    <a:pt x="2068" y="294"/>
                    <a:pt x="1953" y="64"/>
                  </a:cubicBezTo>
                  <a:lnTo>
                    <a:pt x="1944" y="45"/>
                  </a:lnTo>
                  <a:cubicBezTo>
                    <a:pt x="1932" y="15"/>
                    <a:pt x="1905" y="0"/>
                    <a:pt x="1877"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4" name="Google Shape;9244;p63"/>
            <p:cNvSpPr/>
            <p:nvPr/>
          </p:nvSpPr>
          <p:spPr>
            <a:xfrm>
              <a:off x="7344677" y="1633728"/>
              <a:ext cx="51811" cy="76338"/>
            </a:xfrm>
            <a:custGeom>
              <a:avLst/>
              <a:gdLst/>
              <a:ahLst/>
              <a:cxnLst/>
              <a:rect l="l" t="t" r="r" b="b"/>
              <a:pathLst>
                <a:path w="1973" h="2907" extrusionOk="0">
                  <a:moveTo>
                    <a:pt x="1877" y="0"/>
                  </a:moveTo>
                  <a:cubicBezTo>
                    <a:pt x="1860" y="0"/>
                    <a:pt x="1843" y="6"/>
                    <a:pt x="1829" y="17"/>
                  </a:cubicBezTo>
                  <a:cubicBezTo>
                    <a:pt x="1542" y="237"/>
                    <a:pt x="1207" y="399"/>
                    <a:pt x="853" y="495"/>
                  </a:cubicBezTo>
                  <a:cubicBezTo>
                    <a:pt x="738" y="524"/>
                    <a:pt x="632" y="552"/>
                    <a:pt x="518" y="572"/>
                  </a:cubicBezTo>
                  <a:cubicBezTo>
                    <a:pt x="412" y="591"/>
                    <a:pt x="307" y="610"/>
                    <a:pt x="192" y="610"/>
                  </a:cubicBezTo>
                  <a:cubicBezTo>
                    <a:pt x="87" y="619"/>
                    <a:pt x="1" y="715"/>
                    <a:pt x="1" y="820"/>
                  </a:cubicBezTo>
                  <a:lnTo>
                    <a:pt x="1" y="1672"/>
                  </a:lnTo>
                  <a:cubicBezTo>
                    <a:pt x="1" y="2352"/>
                    <a:pt x="546" y="2907"/>
                    <a:pt x="1226" y="2907"/>
                  </a:cubicBezTo>
                  <a:lnTo>
                    <a:pt x="1484" y="2907"/>
                  </a:lnTo>
                  <a:cubicBezTo>
                    <a:pt x="805" y="2907"/>
                    <a:pt x="250" y="2361"/>
                    <a:pt x="250" y="1682"/>
                  </a:cubicBezTo>
                  <a:lnTo>
                    <a:pt x="250" y="830"/>
                  </a:lnTo>
                  <a:cubicBezTo>
                    <a:pt x="250" y="715"/>
                    <a:pt x="336" y="629"/>
                    <a:pt x="441" y="619"/>
                  </a:cubicBezTo>
                  <a:cubicBezTo>
                    <a:pt x="556" y="610"/>
                    <a:pt x="661" y="600"/>
                    <a:pt x="766" y="581"/>
                  </a:cubicBezTo>
                  <a:cubicBezTo>
                    <a:pt x="881" y="562"/>
                    <a:pt x="987" y="533"/>
                    <a:pt x="1101" y="505"/>
                  </a:cubicBezTo>
                  <a:cubicBezTo>
                    <a:pt x="1408" y="418"/>
                    <a:pt x="1704" y="275"/>
                    <a:pt x="1972" y="103"/>
                  </a:cubicBezTo>
                  <a:lnTo>
                    <a:pt x="1953" y="64"/>
                  </a:lnTo>
                  <a:lnTo>
                    <a:pt x="1944" y="45"/>
                  </a:lnTo>
                  <a:cubicBezTo>
                    <a:pt x="1932" y="15"/>
                    <a:pt x="1905" y="0"/>
                    <a:pt x="1877"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5" name="Google Shape;9245;p63"/>
            <p:cNvSpPr/>
            <p:nvPr/>
          </p:nvSpPr>
          <p:spPr>
            <a:xfrm>
              <a:off x="7309751" y="1723353"/>
              <a:ext cx="61107" cy="68407"/>
            </a:xfrm>
            <a:custGeom>
              <a:avLst/>
              <a:gdLst/>
              <a:ahLst/>
              <a:cxnLst/>
              <a:rect l="l" t="t" r="r" b="b"/>
              <a:pathLst>
                <a:path w="2327" h="2605" extrusionOk="0">
                  <a:moveTo>
                    <a:pt x="1599" y="1"/>
                  </a:moveTo>
                  <a:lnTo>
                    <a:pt x="843" y="307"/>
                  </a:lnTo>
                  <a:cubicBezTo>
                    <a:pt x="326" y="518"/>
                    <a:pt x="1" y="1025"/>
                    <a:pt x="20" y="1590"/>
                  </a:cubicBezTo>
                  <a:lnTo>
                    <a:pt x="20" y="2336"/>
                  </a:lnTo>
                  <a:cubicBezTo>
                    <a:pt x="10" y="2475"/>
                    <a:pt x="135" y="2605"/>
                    <a:pt x="282" y="2605"/>
                  </a:cubicBezTo>
                  <a:cubicBezTo>
                    <a:pt x="287" y="2605"/>
                    <a:pt x="292" y="2604"/>
                    <a:pt x="297" y="2604"/>
                  </a:cubicBezTo>
                  <a:lnTo>
                    <a:pt x="2326" y="2604"/>
                  </a:lnTo>
                  <a:lnTo>
                    <a:pt x="1599"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6" name="Google Shape;9246;p63"/>
            <p:cNvSpPr/>
            <p:nvPr/>
          </p:nvSpPr>
          <p:spPr>
            <a:xfrm>
              <a:off x="7389660" y="1723616"/>
              <a:ext cx="60345" cy="68145"/>
            </a:xfrm>
            <a:custGeom>
              <a:avLst/>
              <a:gdLst/>
              <a:ahLst/>
              <a:cxnLst/>
              <a:rect l="l" t="t" r="r" b="b"/>
              <a:pathLst>
                <a:path w="2298" h="2595" extrusionOk="0">
                  <a:moveTo>
                    <a:pt x="728" y="1"/>
                  </a:moveTo>
                  <a:lnTo>
                    <a:pt x="1" y="2594"/>
                  </a:lnTo>
                  <a:lnTo>
                    <a:pt x="2011" y="2594"/>
                  </a:lnTo>
                  <a:cubicBezTo>
                    <a:pt x="2154" y="2594"/>
                    <a:pt x="2279" y="2479"/>
                    <a:pt x="2279" y="2336"/>
                  </a:cubicBezTo>
                  <a:lnTo>
                    <a:pt x="2279" y="1580"/>
                  </a:lnTo>
                  <a:cubicBezTo>
                    <a:pt x="2298" y="1025"/>
                    <a:pt x="1972" y="508"/>
                    <a:pt x="1456" y="297"/>
                  </a:cubicBezTo>
                  <a:lnTo>
                    <a:pt x="728"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7" name="Google Shape;9247;p63"/>
            <p:cNvSpPr/>
            <p:nvPr/>
          </p:nvSpPr>
          <p:spPr>
            <a:xfrm>
              <a:off x="7328842" y="1759303"/>
              <a:ext cx="10845" cy="32457"/>
            </a:xfrm>
            <a:custGeom>
              <a:avLst/>
              <a:gdLst/>
              <a:ahLst/>
              <a:cxnLst/>
              <a:rect l="l" t="t" r="r" b="b"/>
              <a:pathLst>
                <a:path w="413" h="1236" extrusionOk="0">
                  <a:moveTo>
                    <a:pt x="202" y="1"/>
                  </a:moveTo>
                  <a:cubicBezTo>
                    <a:pt x="97" y="1"/>
                    <a:pt x="1" y="96"/>
                    <a:pt x="1" y="211"/>
                  </a:cubicBezTo>
                  <a:lnTo>
                    <a:pt x="1" y="1235"/>
                  </a:lnTo>
                  <a:lnTo>
                    <a:pt x="412" y="1235"/>
                  </a:lnTo>
                  <a:lnTo>
                    <a:pt x="412" y="211"/>
                  </a:lnTo>
                  <a:cubicBezTo>
                    <a:pt x="412" y="96"/>
                    <a:pt x="317" y="1"/>
                    <a:pt x="202"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8" name="Google Shape;9248;p63"/>
            <p:cNvSpPr/>
            <p:nvPr/>
          </p:nvSpPr>
          <p:spPr>
            <a:xfrm>
              <a:off x="7420332" y="1759303"/>
              <a:ext cx="11082" cy="32457"/>
            </a:xfrm>
            <a:custGeom>
              <a:avLst/>
              <a:gdLst/>
              <a:ahLst/>
              <a:cxnLst/>
              <a:rect l="l" t="t" r="r" b="b"/>
              <a:pathLst>
                <a:path w="422" h="1236" extrusionOk="0">
                  <a:moveTo>
                    <a:pt x="211" y="1"/>
                  </a:moveTo>
                  <a:cubicBezTo>
                    <a:pt x="96" y="1"/>
                    <a:pt x="0" y="96"/>
                    <a:pt x="0" y="211"/>
                  </a:cubicBezTo>
                  <a:lnTo>
                    <a:pt x="0" y="1235"/>
                  </a:lnTo>
                  <a:lnTo>
                    <a:pt x="422" y="1235"/>
                  </a:lnTo>
                  <a:lnTo>
                    <a:pt x="422" y="211"/>
                  </a:lnTo>
                  <a:cubicBezTo>
                    <a:pt x="422" y="96"/>
                    <a:pt x="326" y="1"/>
                    <a:pt x="21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9" name="Google Shape;9249;p63"/>
            <p:cNvSpPr/>
            <p:nvPr/>
          </p:nvSpPr>
          <p:spPr>
            <a:xfrm>
              <a:off x="7309751" y="1723353"/>
              <a:ext cx="42751" cy="68407"/>
            </a:xfrm>
            <a:custGeom>
              <a:avLst/>
              <a:gdLst/>
              <a:ahLst/>
              <a:cxnLst/>
              <a:rect l="l" t="t" r="r" b="b"/>
              <a:pathLst>
                <a:path w="1628" h="2605" extrusionOk="0">
                  <a:moveTo>
                    <a:pt x="1599" y="1"/>
                  </a:moveTo>
                  <a:lnTo>
                    <a:pt x="843" y="307"/>
                  </a:lnTo>
                  <a:cubicBezTo>
                    <a:pt x="326" y="518"/>
                    <a:pt x="1" y="1025"/>
                    <a:pt x="20" y="1590"/>
                  </a:cubicBezTo>
                  <a:lnTo>
                    <a:pt x="20" y="2336"/>
                  </a:lnTo>
                  <a:cubicBezTo>
                    <a:pt x="20" y="2480"/>
                    <a:pt x="144" y="2604"/>
                    <a:pt x="297" y="2604"/>
                  </a:cubicBezTo>
                  <a:lnTo>
                    <a:pt x="326" y="2604"/>
                  </a:lnTo>
                  <a:lnTo>
                    <a:pt x="326" y="1580"/>
                  </a:lnTo>
                  <a:cubicBezTo>
                    <a:pt x="307" y="1025"/>
                    <a:pt x="632" y="518"/>
                    <a:pt x="1149" y="317"/>
                  </a:cubicBezTo>
                  <a:lnTo>
                    <a:pt x="1628" y="116"/>
                  </a:lnTo>
                  <a:lnTo>
                    <a:pt x="1599"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50" name="Google Shape;9250;p63"/>
          <p:cNvGrpSpPr/>
          <p:nvPr/>
        </p:nvGrpSpPr>
        <p:grpSpPr>
          <a:xfrm>
            <a:off x="7551431" y="1347559"/>
            <a:ext cx="337283" cy="380192"/>
            <a:chOff x="7556043" y="1499959"/>
            <a:chExt cx="337283" cy="380192"/>
          </a:xfrm>
        </p:grpSpPr>
        <p:sp>
          <p:nvSpPr>
            <p:cNvPr id="9251" name="Google Shape;9251;p63"/>
            <p:cNvSpPr/>
            <p:nvPr/>
          </p:nvSpPr>
          <p:spPr>
            <a:xfrm>
              <a:off x="7556043" y="1499959"/>
              <a:ext cx="337283" cy="380140"/>
            </a:xfrm>
            <a:custGeom>
              <a:avLst/>
              <a:gdLst/>
              <a:ahLst/>
              <a:cxnLst/>
              <a:rect l="l" t="t" r="r" b="b"/>
              <a:pathLst>
                <a:path w="12844" h="14476" extrusionOk="0">
                  <a:moveTo>
                    <a:pt x="6423" y="0"/>
                  </a:moveTo>
                  <a:cubicBezTo>
                    <a:pt x="6386" y="0"/>
                    <a:pt x="6350" y="10"/>
                    <a:pt x="6317" y="29"/>
                  </a:cubicBezTo>
                  <a:cubicBezTo>
                    <a:pt x="6279" y="48"/>
                    <a:pt x="2948" y="2038"/>
                    <a:pt x="431" y="2038"/>
                  </a:cubicBezTo>
                  <a:cubicBezTo>
                    <a:pt x="326" y="2038"/>
                    <a:pt x="240" y="2105"/>
                    <a:pt x="221" y="2211"/>
                  </a:cubicBezTo>
                  <a:cubicBezTo>
                    <a:pt x="0" y="3933"/>
                    <a:pt x="67" y="5666"/>
                    <a:pt x="412" y="7369"/>
                  </a:cubicBezTo>
                  <a:cubicBezTo>
                    <a:pt x="747" y="8958"/>
                    <a:pt x="1331" y="10336"/>
                    <a:pt x="2154" y="11465"/>
                  </a:cubicBezTo>
                  <a:cubicBezTo>
                    <a:pt x="3197" y="12872"/>
                    <a:pt x="4604" y="13886"/>
                    <a:pt x="6355" y="14461"/>
                  </a:cubicBezTo>
                  <a:cubicBezTo>
                    <a:pt x="6379" y="14470"/>
                    <a:pt x="6403" y="14475"/>
                    <a:pt x="6426" y="14475"/>
                  </a:cubicBezTo>
                  <a:cubicBezTo>
                    <a:pt x="6448" y="14475"/>
                    <a:pt x="6470" y="14470"/>
                    <a:pt x="6489" y="14461"/>
                  </a:cubicBezTo>
                  <a:cubicBezTo>
                    <a:pt x="8240" y="13886"/>
                    <a:pt x="9657" y="12872"/>
                    <a:pt x="10690" y="11465"/>
                  </a:cubicBezTo>
                  <a:cubicBezTo>
                    <a:pt x="11514" y="10336"/>
                    <a:pt x="12097" y="8958"/>
                    <a:pt x="12432" y="7369"/>
                  </a:cubicBezTo>
                  <a:cubicBezTo>
                    <a:pt x="12777" y="5666"/>
                    <a:pt x="12844" y="3933"/>
                    <a:pt x="12624" y="2211"/>
                  </a:cubicBezTo>
                  <a:cubicBezTo>
                    <a:pt x="12605" y="2105"/>
                    <a:pt x="12518" y="2038"/>
                    <a:pt x="12413" y="2038"/>
                  </a:cubicBezTo>
                  <a:cubicBezTo>
                    <a:pt x="9896" y="2038"/>
                    <a:pt x="6566" y="48"/>
                    <a:pt x="6537" y="29"/>
                  </a:cubicBezTo>
                  <a:cubicBezTo>
                    <a:pt x="6499" y="10"/>
                    <a:pt x="6460" y="0"/>
                    <a:pt x="6423"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2" name="Google Shape;9252;p63"/>
            <p:cNvSpPr/>
            <p:nvPr/>
          </p:nvSpPr>
          <p:spPr>
            <a:xfrm>
              <a:off x="7714628" y="1552479"/>
              <a:ext cx="178699" cy="327672"/>
            </a:xfrm>
            <a:custGeom>
              <a:avLst/>
              <a:gdLst/>
              <a:ahLst/>
              <a:cxnLst/>
              <a:rect l="l" t="t" r="r" b="b"/>
              <a:pathLst>
                <a:path w="6805" h="12478" extrusionOk="0">
                  <a:moveTo>
                    <a:pt x="5800" y="0"/>
                  </a:moveTo>
                  <a:lnTo>
                    <a:pt x="5800" y="0"/>
                  </a:lnTo>
                  <a:cubicBezTo>
                    <a:pt x="5991" y="1732"/>
                    <a:pt x="5924" y="3493"/>
                    <a:pt x="5580" y="5206"/>
                  </a:cubicBezTo>
                  <a:cubicBezTo>
                    <a:pt x="5235" y="6862"/>
                    <a:pt x="4623" y="8288"/>
                    <a:pt x="3761" y="9456"/>
                  </a:cubicBezTo>
                  <a:cubicBezTo>
                    <a:pt x="2814" y="10757"/>
                    <a:pt x="1503" y="11762"/>
                    <a:pt x="0" y="12355"/>
                  </a:cubicBezTo>
                  <a:cubicBezTo>
                    <a:pt x="106" y="12394"/>
                    <a:pt x="211" y="12432"/>
                    <a:pt x="316" y="12470"/>
                  </a:cubicBezTo>
                  <a:cubicBezTo>
                    <a:pt x="340" y="12475"/>
                    <a:pt x="362" y="12477"/>
                    <a:pt x="383" y="12477"/>
                  </a:cubicBezTo>
                  <a:cubicBezTo>
                    <a:pt x="405" y="12477"/>
                    <a:pt x="426" y="12475"/>
                    <a:pt x="450" y="12470"/>
                  </a:cubicBezTo>
                  <a:cubicBezTo>
                    <a:pt x="2201" y="11886"/>
                    <a:pt x="3618" y="10872"/>
                    <a:pt x="4651" y="9465"/>
                  </a:cubicBezTo>
                  <a:cubicBezTo>
                    <a:pt x="5475" y="8336"/>
                    <a:pt x="6058" y="6958"/>
                    <a:pt x="6393" y="5369"/>
                  </a:cubicBezTo>
                  <a:cubicBezTo>
                    <a:pt x="6738" y="3666"/>
                    <a:pt x="6805" y="1933"/>
                    <a:pt x="6585" y="211"/>
                  </a:cubicBezTo>
                  <a:cubicBezTo>
                    <a:pt x="6566" y="105"/>
                    <a:pt x="6479" y="38"/>
                    <a:pt x="6374" y="38"/>
                  </a:cubicBezTo>
                  <a:cubicBezTo>
                    <a:pt x="6183" y="29"/>
                    <a:pt x="5991" y="19"/>
                    <a:pt x="5800"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3" name="Google Shape;9253;p63"/>
            <p:cNvSpPr/>
            <p:nvPr/>
          </p:nvSpPr>
          <p:spPr>
            <a:xfrm>
              <a:off x="7588974" y="1536382"/>
              <a:ext cx="271450" cy="305824"/>
            </a:xfrm>
            <a:custGeom>
              <a:avLst/>
              <a:gdLst/>
              <a:ahLst/>
              <a:cxnLst/>
              <a:rect l="l" t="t" r="r" b="b"/>
              <a:pathLst>
                <a:path w="10337" h="11646" extrusionOk="0">
                  <a:moveTo>
                    <a:pt x="5168" y="1"/>
                  </a:moveTo>
                  <a:cubicBezTo>
                    <a:pt x="5132" y="1"/>
                    <a:pt x="5096" y="10"/>
                    <a:pt x="5063" y="29"/>
                  </a:cubicBezTo>
                  <a:cubicBezTo>
                    <a:pt x="5034" y="39"/>
                    <a:pt x="2383" y="1618"/>
                    <a:pt x="383" y="1618"/>
                  </a:cubicBezTo>
                  <a:cubicBezTo>
                    <a:pt x="278" y="1618"/>
                    <a:pt x="192" y="1695"/>
                    <a:pt x="172" y="1800"/>
                  </a:cubicBezTo>
                  <a:cubicBezTo>
                    <a:pt x="0" y="3178"/>
                    <a:pt x="48" y="4575"/>
                    <a:pt x="326" y="5934"/>
                  </a:cubicBezTo>
                  <a:cubicBezTo>
                    <a:pt x="594" y="7207"/>
                    <a:pt x="1062" y="8317"/>
                    <a:pt x="1723" y="9217"/>
                  </a:cubicBezTo>
                  <a:cubicBezTo>
                    <a:pt x="2565" y="10356"/>
                    <a:pt x="3752" y="11207"/>
                    <a:pt x="5101" y="11638"/>
                  </a:cubicBezTo>
                  <a:cubicBezTo>
                    <a:pt x="5125" y="11643"/>
                    <a:pt x="5147" y="11645"/>
                    <a:pt x="5168" y="11645"/>
                  </a:cubicBezTo>
                  <a:cubicBezTo>
                    <a:pt x="5190" y="11645"/>
                    <a:pt x="5211" y="11643"/>
                    <a:pt x="5235" y="11638"/>
                  </a:cubicBezTo>
                  <a:cubicBezTo>
                    <a:pt x="6585" y="11207"/>
                    <a:pt x="7771" y="10356"/>
                    <a:pt x="8613" y="9217"/>
                  </a:cubicBezTo>
                  <a:cubicBezTo>
                    <a:pt x="9274" y="8317"/>
                    <a:pt x="9743" y="7207"/>
                    <a:pt x="10011" y="5934"/>
                  </a:cubicBezTo>
                  <a:cubicBezTo>
                    <a:pt x="10288" y="4575"/>
                    <a:pt x="10336" y="3178"/>
                    <a:pt x="10164" y="1800"/>
                  </a:cubicBezTo>
                  <a:cubicBezTo>
                    <a:pt x="10145" y="1695"/>
                    <a:pt x="10059" y="1618"/>
                    <a:pt x="9953" y="1618"/>
                  </a:cubicBezTo>
                  <a:cubicBezTo>
                    <a:pt x="7953" y="1618"/>
                    <a:pt x="5302" y="39"/>
                    <a:pt x="5273" y="29"/>
                  </a:cubicBezTo>
                  <a:cubicBezTo>
                    <a:pt x="5240" y="10"/>
                    <a:pt x="5204" y="1"/>
                    <a:pt x="5168" y="1"/>
                  </a:cubicBezTo>
                  <a:close/>
                </a:path>
              </a:pathLst>
            </a:custGeom>
            <a:solidFill>
              <a:srgbClr val="AA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4" name="Google Shape;9254;p63"/>
            <p:cNvSpPr/>
            <p:nvPr/>
          </p:nvSpPr>
          <p:spPr>
            <a:xfrm>
              <a:off x="7719906" y="1577846"/>
              <a:ext cx="140517" cy="264281"/>
            </a:xfrm>
            <a:custGeom>
              <a:avLst/>
              <a:gdLst/>
              <a:ahLst/>
              <a:cxnLst/>
              <a:rect l="l" t="t" r="r" b="b"/>
              <a:pathLst>
                <a:path w="5351" h="10064" extrusionOk="0">
                  <a:moveTo>
                    <a:pt x="4393" y="1"/>
                  </a:moveTo>
                  <a:lnTo>
                    <a:pt x="4393" y="1"/>
                  </a:lnTo>
                  <a:cubicBezTo>
                    <a:pt x="4537" y="1408"/>
                    <a:pt x="4470" y="2834"/>
                    <a:pt x="4192" y="4221"/>
                  </a:cubicBezTo>
                  <a:cubicBezTo>
                    <a:pt x="3905" y="5609"/>
                    <a:pt x="3388" y="6815"/>
                    <a:pt x="2670" y="7791"/>
                  </a:cubicBezTo>
                  <a:cubicBezTo>
                    <a:pt x="1972" y="8738"/>
                    <a:pt x="1063" y="9504"/>
                    <a:pt x="0" y="10011"/>
                  </a:cubicBezTo>
                  <a:lnTo>
                    <a:pt x="115" y="10050"/>
                  </a:lnTo>
                  <a:cubicBezTo>
                    <a:pt x="139" y="10059"/>
                    <a:pt x="163" y="10064"/>
                    <a:pt x="186" y="10064"/>
                  </a:cubicBezTo>
                  <a:cubicBezTo>
                    <a:pt x="208" y="10064"/>
                    <a:pt x="230" y="10059"/>
                    <a:pt x="249" y="10050"/>
                  </a:cubicBezTo>
                  <a:cubicBezTo>
                    <a:pt x="1599" y="9628"/>
                    <a:pt x="2785" y="8777"/>
                    <a:pt x="3627" y="7638"/>
                  </a:cubicBezTo>
                  <a:cubicBezTo>
                    <a:pt x="4288" y="6738"/>
                    <a:pt x="4757" y="5628"/>
                    <a:pt x="5025" y="4355"/>
                  </a:cubicBezTo>
                  <a:cubicBezTo>
                    <a:pt x="5302" y="2987"/>
                    <a:pt x="5350" y="1599"/>
                    <a:pt x="5178" y="221"/>
                  </a:cubicBezTo>
                  <a:cubicBezTo>
                    <a:pt x="5159" y="116"/>
                    <a:pt x="5073" y="39"/>
                    <a:pt x="4967" y="39"/>
                  </a:cubicBezTo>
                  <a:cubicBezTo>
                    <a:pt x="4776" y="39"/>
                    <a:pt x="4584" y="29"/>
                    <a:pt x="439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5" name="Google Shape;9255;p63"/>
            <p:cNvSpPr/>
            <p:nvPr/>
          </p:nvSpPr>
          <p:spPr>
            <a:xfrm>
              <a:off x="7657565" y="1674352"/>
              <a:ext cx="134477" cy="90518"/>
            </a:xfrm>
            <a:custGeom>
              <a:avLst/>
              <a:gdLst/>
              <a:ahLst/>
              <a:cxnLst/>
              <a:rect l="l" t="t" r="r" b="b"/>
              <a:pathLst>
                <a:path w="5121" h="3447" extrusionOk="0">
                  <a:moveTo>
                    <a:pt x="2556" y="1"/>
                  </a:moveTo>
                  <a:cubicBezTo>
                    <a:pt x="1178" y="20"/>
                    <a:pt x="1" y="1159"/>
                    <a:pt x="1" y="2479"/>
                  </a:cubicBezTo>
                  <a:lnTo>
                    <a:pt x="1" y="3236"/>
                  </a:lnTo>
                  <a:cubicBezTo>
                    <a:pt x="1" y="3350"/>
                    <a:pt x="97" y="3446"/>
                    <a:pt x="221" y="3446"/>
                  </a:cubicBezTo>
                  <a:lnTo>
                    <a:pt x="4910" y="3446"/>
                  </a:lnTo>
                  <a:cubicBezTo>
                    <a:pt x="5025" y="3446"/>
                    <a:pt x="5121" y="3350"/>
                    <a:pt x="5121" y="3236"/>
                  </a:cubicBezTo>
                  <a:lnTo>
                    <a:pt x="5121" y="2479"/>
                  </a:lnTo>
                  <a:cubicBezTo>
                    <a:pt x="5111" y="1159"/>
                    <a:pt x="3944" y="20"/>
                    <a:pt x="2556" y="1"/>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6" name="Google Shape;9256;p63"/>
            <p:cNvSpPr/>
            <p:nvPr/>
          </p:nvSpPr>
          <p:spPr>
            <a:xfrm>
              <a:off x="7714365" y="1674352"/>
              <a:ext cx="77677" cy="90518"/>
            </a:xfrm>
            <a:custGeom>
              <a:avLst/>
              <a:gdLst/>
              <a:ahLst/>
              <a:cxnLst/>
              <a:rect l="l" t="t" r="r" b="b"/>
              <a:pathLst>
                <a:path w="2958" h="3447" extrusionOk="0">
                  <a:moveTo>
                    <a:pt x="393" y="1"/>
                  </a:moveTo>
                  <a:cubicBezTo>
                    <a:pt x="259" y="1"/>
                    <a:pt x="135" y="20"/>
                    <a:pt x="1" y="39"/>
                  </a:cubicBezTo>
                  <a:cubicBezTo>
                    <a:pt x="1207" y="240"/>
                    <a:pt x="2164" y="1283"/>
                    <a:pt x="2164" y="2479"/>
                  </a:cubicBezTo>
                  <a:lnTo>
                    <a:pt x="2164" y="3236"/>
                  </a:lnTo>
                  <a:cubicBezTo>
                    <a:pt x="2164" y="3350"/>
                    <a:pt x="2068" y="3446"/>
                    <a:pt x="1953" y="3446"/>
                  </a:cubicBezTo>
                  <a:lnTo>
                    <a:pt x="2747" y="3446"/>
                  </a:lnTo>
                  <a:cubicBezTo>
                    <a:pt x="2862" y="3446"/>
                    <a:pt x="2958" y="3350"/>
                    <a:pt x="2958" y="3236"/>
                  </a:cubicBezTo>
                  <a:lnTo>
                    <a:pt x="2958" y="2479"/>
                  </a:lnTo>
                  <a:cubicBezTo>
                    <a:pt x="2948" y="1159"/>
                    <a:pt x="1781" y="20"/>
                    <a:pt x="393"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7" name="Google Shape;9257;p63"/>
            <p:cNvSpPr/>
            <p:nvPr/>
          </p:nvSpPr>
          <p:spPr>
            <a:xfrm>
              <a:off x="7709586" y="1680076"/>
              <a:ext cx="30199" cy="17437"/>
            </a:xfrm>
            <a:custGeom>
              <a:avLst/>
              <a:gdLst/>
              <a:ahLst/>
              <a:cxnLst/>
              <a:rect l="l" t="t" r="r" b="b"/>
              <a:pathLst>
                <a:path w="1150" h="664" extrusionOk="0">
                  <a:moveTo>
                    <a:pt x="575" y="0"/>
                  </a:moveTo>
                  <a:cubicBezTo>
                    <a:pt x="381" y="0"/>
                    <a:pt x="188" y="27"/>
                    <a:pt x="1" y="79"/>
                  </a:cubicBezTo>
                  <a:lnTo>
                    <a:pt x="307" y="663"/>
                  </a:lnTo>
                  <a:lnTo>
                    <a:pt x="843" y="663"/>
                  </a:lnTo>
                  <a:lnTo>
                    <a:pt x="1149" y="79"/>
                  </a:lnTo>
                  <a:cubicBezTo>
                    <a:pt x="963" y="27"/>
                    <a:pt x="769" y="0"/>
                    <a:pt x="57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8" name="Google Shape;9258;p63"/>
            <p:cNvSpPr/>
            <p:nvPr/>
          </p:nvSpPr>
          <p:spPr>
            <a:xfrm>
              <a:off x="7702811" y="1690686"/>
              <a:ext cx="43749" cy="62866"/>
            </a:xfrm>
            <a:custGeom>
              <a:avLst/>
              <a:gdLst/>
              <a:ahLst/>
              <a:cxnLst/>
              <a:rect l="l" t="t" r="r" b="b"/>
              <a:pathLst>
                <a:path w="1666" h="2394" extrusionOk="0">
                  <a:moveTo>
                    <a:pt x="556" y="1"/>
                  </a:moveTo>
                  <a:cubicBezTo>
                    <a:pt x="450" y="1"/>
                    <a:pt x="364" y="77"/>
                    <a:pt x="335" y="173"/>
                  </a:cubicBezTo>
                  <a:lnTo>
                    <a:pt x="20" y="1580"/>
                  </a:lnTo>
                  <a:cubicBezTo>
                    <a:pt x="1" y="1656"/>
                    <a:pt x="20" y="1733"/>
                    <a:pt x="87" y="1790"/>
                  </a:cubicBezTo>
                  <a:lnTo>
                    <a:pt x="680" y="2336"/>
                  </a:lnTo>
                  <a:cubicBezTo>
                    <a:pt x="723" y="2374"/>
                    <a:pt x="776" y="2393"/>
                    <a:pt x="828" y="2393"/>
                  </a:cubicBezTo>
                  <a:cubicBezTo>
                    <a:pt x="881" y="2393"/>
                    <a:pt x="934" y="2374"/>
                    <a:pt x="977" y="2336"/>
                  </a:cubicBezTo>
                  <a:lnTo>
                    <a:pt x="1580" y="1790"/>
                  </a:lnTo>
                  <a:cubicBezTo>
                    <a:pt x="1637" y="1733"/>
                    <a:pt x="1666" y="1656"/>
                    <a:pt x="1647" y="1580"/>
                  </a:cubicBezTo>
                  <a:lnTo>
                    <a:pt x="1321" y="173"/>
                  </a:lnTo>
                  <a:cubicBezTo>
                    <a:pt x="1302" y="77"/>
                    <a:pt x="1216" y="1"/>
                    <a:pt x="111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9" name="Google Shape;9259;p63"/>
            <p:cNvSpPr/>
            <p:nvPr/>
          </p:nvSpPr>
          <p:spPr>
            <a:xfrm>
              <a:off x="7714365" y="1690922"/>
              <a:ext cx="31958" cy="62630"/>
            </a:xfrm>
            <a:custGeom>
              <a:avLst/>
              <a:gdLst/>
              <a:ahLst/>
              <a:cxnLst/>
              <a:rect l="l" t="t" r="r" b="b"/>
              <a:pathLst>
                <a:path w="1217" h="2385" extrusionOk="0">
                  <a:moveTo>
                    <a:pt x="688" y="1"/>
                  </a:moveTo>
                  <a:cubicBezTo>
                    <a:pt x="683" y="1"/>
                    <a:pt x="677" y="1"/>
                    <a:pt x="671" y="1"/>
                  </a:cubicBezTo>
                  <a:lnTo>
                    <a:pt x="364" y="1"/>
                  </a:lnTo>
                  <a:lnTo>
                    <a:pt x="240" y="250"/>
                  </a:lnTo>
                  <a:lnTo>
                    <a:pt x="546" y="1600"/>
                  </a:lnTo>
                  <a:lnTo>
                    <a:pt x="1" y="2107"/>
                  </a:lnTo>
                  <a:lnTo>
                    <a:pt x="240" y="2327"/>
                  </a:lnTo>
                  <a:cubicBezTo>
                    <a:pt x="283" y="2365"/>
                    <a:pt x="336" y="2384"/>
                    <a:pt x="388" y="2384"/>
                  </a:cubicBezTo>
                  <a:cubicBezTo>
                    <a:pt x="441" y="2384"/>
                    <a:pt x="494" y="2365"/>
                    <a:pt x="537" y="2327"/>
                  </a:cubicBezTo>
                  <a:lnTo>
                    <a:pt x="1140" y="1781"/>
                  </a:lnTo>
                  <a:cubicBezTo>
                    <a:pt x="1197" y="1724"/>
                    <a:pt x="1216" y="1647"/>
                    <a:pt x="1207" y="1571"/>
                  </a:cubicBezTo>
                  <a:lnTo>
                    <a:pt x="881" y="164"/>
                  </a:lnTo>
                  <a:cubicBezTo>
                    <a:pt x="863" y="74"/>
                    <a:pt x="786" y="1"/>
                    <a:pt x="68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0" name="Google Shape;9260;p63"/>
            <p:cNvSpPr/>
            <p:nvPr/>
          </p:nvSpPr>
          <p:spPr>
            <a:xfrm>
              <a:off x="7701813" y="1674352"/>
              <a:ext cx="45745" cy="23161"/>
            </a:xfrm>
            <a:custGeom>
              <a:avLst/>
              <a:gdLst/>
              <a:ahLst/>
              <a:cxnLst/>
              <a:rect l="l" t="t" r="r" b="b"/>
              <a:pathLst>
                <a:path w="1742" h="882" extrusionOk="0">
                  <a:moveTo>
                    <a:pt x="871" y="1"/>
                  </a:moveTo>
                  <a:cubicBezTo>
                    <a:pt x="574" y="10"/>
                    <a:pt x="278" y="58"/>
                    <a:pt x="0" y="163"/>
                  </a:cubicBezTo>
                  <a:lnTo>
                    <a:pt x="373" y="881"/>
                  </a:lnTo>
                  <a:lnTo>
                    <a:pt x="1388" y="881"/>
                  </a:lnTo>
                  <a:lnTo>
                    <a:pt x="1742" y="163"/>
                  </a:lnTo>
                  <a:cubicBezTo>
                    <a:pt x="1464" y="58"/>
                    <a:pt x="1168" y="1"/>
                    <a:pt x="8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1" name="Google Shape;9261;p63"/>
            <p:cNvSpPr/>
            <p:nvPr/>
          </p:nvSpPr>
          <p:spPr>
            <a:xfrm>
              <a:off x="7720667" y="1674851"/>
              <a:ext cx="26890" cy="22662"/>
            </a:xfrm>
            <a:custGeom>
              <a:avLst/>
              <a:gdLst/>
              <a:ahLst/>
              <a:cxnLst/>
              <a:rect l="l" t="t" r="r" b="b"/>
              <a:pathLst>
                <a:path w="1024" h="863" extrusionOk="0">
                  <a:moveTo>
                    <a:pt x="431" y="1"/>
                  </a:moveTo>
                  <a:lnTo>
                    <a:pt x="0" y="862"/>
                  </a:lnTo>
                  <a:lnTo>
                    <a:pt x="660" y="862"/>
                  </a:lnTo>
                  <a:lnTo>
                    <a:pt x="1024" y="144"/>
                  </a:lnTo>
                  <a:cubicBezTo>
                    <a:pt x="833" y="68"/>
                    <a:pt x="632" y="30"/>
                    <a:pt x="4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2" name="Google Shape;9262;p63"/>
            <p:cNvSpPr/>
            <p:nvPr/>
          </p:nvSpPr>
          <p:spPr>
            <a:xfrm>
              <a:off x="7689733" y="1590162"/>
              <a:ext cx="69904" cy="95534"/>
            </a:xfrm>
            <a:custGeom>
              <a:avLst/>
              <a:gdLst/>
              <a:ahLst/>
              <a:cxnLst/>
              <a:rect l="l" t="t" r="r" b="b"/>
              <a:pathLst>
                <a:path w="2662" h="3638" extrusionOk="0">
                  <a:moveTo>
                    <a:pt x="1331" y="1"/>
                  </a:moveTo>
                  <a:cubicBezTo>
                    <a:pt x="594" y="1"/>
                    <a:pt x="1" y="604"/>
                    <a:pt x="1" y="1341"/>
                  </a:cubicBezTo>
                  <a:lnTo>
                    <a:pt x="1" y="2307"/>
                  </a:lnTo>
                  <a:cubicBezTo>
                    <a:pt x="1" y="3044"/>
                    <a:pt x="594" y="3637"/>
                    <a:pt x="1331" y="3637"/>
                  </a:cubicBezTo>
                  <a:cubicBezTo>
                    <a:pt x="2068" y="3637"/>
                    <a:pt x="2661" y="3044"/>
                    <a:pt x="2661" y="2307"/>
                  </a:cubicBezTo>
                  <a:lnTo>
                    <a:pt x="2661" y="1341"/>
                  </a:lnTo>
                  <a:cubicBezTo>
                    <a:pt x="2661" y="604"/>
                    <a:pt x="2068" y="1"/>
                    <a:pt x="1331" y="1"/>
                  </a:cubicBezTo>
                  <a:close/>
                </a:path>
              </a:pathLst>
            </a:custGeom>
            <a:solidFill>
              <a:srgbClr val="CC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3" name="Google Shape;9263;p63"/>
            <p:cNvSpPr/>
            <p:nvPr/>
          </p:nvSpPr>
          <p:spPr>
            <a:xfrm>
              <a:off x="7714365" y="1590162"/>
              <a:ext cx="45272" cy="95534"/>
            </a:xfrm>
            <a:custGeom>
              <a:avLst/>
              <a:gdLst/>
              <a:ahLst/>
              <a:cxnLst/>
              <a:rect l="l" t="t" r="r" b="b"/>
              <a:pathLst>
                <a:path w="1724" h="3638" extrusionOk="0">
                  <a:moveTo>
                    <a:pt x="393" y="1"/>
                  </a:moveTo>
                  <a:cubicBezTo>
                    <a:pt x="259" y="1"/>
                    <a:pt x="125" y="20"/>
                    <a:pt x="1" y="58"/>
                  </a:cubicBezTo>
                  <a:cubicBezTo>
                    <a:pt x="565" y="230"/>
                    <a:pt x="939" y="747"/>
                    <a:pt x="948" y="1331"/>
                  </a:cubicBezTo>
                  <a:lnTo>
                    <a:pt x="948" y="2307"/>
                  </a:lnTo>
                  <a:cubicBezTo>
                    <a:pt x="939" y="2891"/>
                    <a:pt x="565" y="3408"/>
                    <a:pt x="1" y="3580"/>
                  </a:cubicBezTo>
                  <a:cubicBezTo>
                    <a:pt x="125" y="3618"/>
                    <a:pt x="259" y="3637"/>
                    <a:pt x="393" y="3637"/>
                  </a:cubicBezTo>
                  <a:cubicBezTo>
                    <a:pt x="1130" y="3637"/>
                    <a:pt x="1723" y="3044"/>
                    <a:pt x="1723" y="2307"/>
                  </a:cubicBezTo>
                  <a:lnTo>
                    <a:pt x="1723" y="1341"/>
                  </a:lnTo>
                  <a:cubicBezTo>
                    <a:pt x="1723" y="604"/>
                    <a:pt x="1130" y="1"/>
                    <a:pt x="393"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4" name="Google Shape;9264;p63"/>
            <p:cNvSpPr/>
            <p:nvPr/>
          </p:nvSpPr>
          <p:spPr>
            <a:xfrm>
              <a:off x="7689733" y="1591423"/>
              <a:ext cx="69904" cy="46533"/>
            </a:xfrm>
            <a:custGeom>
              <a:avLst/>
              <a:gdLst/>
              <a:ahLst/>
              <a:cxnLst/>
              <a:rect l="l" t="t" r="r" b="b"/>
              <a:pathLst>
                <a:path w="2662" h="1772" extrusionOk="0">
                  <a:moveTo>
                    <a:pt x="1331" y="1"/>
                  </a:moveTo>
                  <a:cubicBezTo>
                    <a:pt x="613" y="1"/>
                    <a:pt x="20" y="575"/>
                    <a:pt x="1" y="1293"/>
                  </a:cubicBezTo>
                  <a:lnTo>
                    <a:pt x="1" y="1771"/>
                  </a:lnTo>
                  <a:lnTo>
                    <a:pt x="211" y="1771"/>
                  </a:lnTo>
                  <a:cubicBezTo>
                    <a:pt x="1188" y="1771"/>
                    <a:pt x="1551" y="1111"/>
                    <a:pt x="1551" y="1111"/>
                  </a:cubicBezTo>
                  <a:cubicBezTo>
                    <a:pt x="1551" y="1111"/>
                    <a:pt x="1800" y="1771"/>
                    <a:pt x="2451" y="1771"/>
                  </a:cubicBezTo>
                  <a:lnTo>
                    <a:pt x="2661" y="1771"/>
                  </a:lnTo>
                  <a:lnTo>
                    <a:pt x="2661" y="1293"/>
                  </a:lnTo>
                  <a:cubicBezTo>
                    <a:pt x="2642" y="575"/>
                    <a:pt x="2049" y="1"/>
                    <a:pt x="13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5" name="Google Shape;9265;p63"/>
          <p:cNvGrpSpPr/>
          <p:nvPr/>
        </p:nvGrpSpPr>
        <p:grpSpPr>
          <a:xfrm>
            <a:off x="4859833" y="3187807"/>
            <a:ext cx="395607" cy="387414"/>
            <a:chOff x="4864446" y="3340207"/>
            <a:chExt cx="395607" cy="387414"/>
          </a:xfrm>
        </p:grpSpPr>
        <p:sp>
          <p:nvSpPr>
            <p:cNvPr id="9266" name="Google Shape;9266;p63"/>
            <p:cNvSpPr/>
            <p:nvPr/>
          </p:nvSpPr>
          <p:spPr>
            <a:xfrm>
              <a:off x="4939077" y="3412948"/>
              <a:ext cx="246581" cy="246581"/>
            </a:xfrm>
            <a:custGeom>
              <a:avLst/>
              <a:gdLst/>
              <a:ahLst/>
              <a:cxnLst/>
              <a:rect l="l" t="t" r="r" b="b"/>
              <a:pathLst>
                <a:path w="9390" h="9390" extrusionOk="0">
                  <a:moveTo>
                    <a:pt x="4690" y="1"/>
                  </a:moveTo>
                  <a:cubicBezTo>
                    <a:pt x="2097" y="1"/>
                    <a:pt x="1" y="2106"/>
                    <a:pt x="1" y="4700"/>
                  </a:cubicBezTo>
                  <a:cubicBezTo>
                    <a:pt x="1" y="7293"/>
                    <a:pt x="2097" y="9389"/>
                    <a:pt x="4690" y="9389"/>
                  </a:cubicBezTo>
                  <a:cubicBezTo>
                    <a:pt x="7284" y="9389"/>
                    <a:pt x="9389" y="7293"/>
                    <a:pt x="9389" y="4700"/>
                  </a:cubicBezTo>
                  <a:cubicBezTo>
                    <a:pt x="9389" y="2106"/>
                    <a:pt x="7284" y="1"/>
                    <a:pt x="4690" y="1"/>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7" name="Google Shape;9267;p63"/>
            <p:cNvSpPr/>
            <p:nvPr/>
          </p:nvSpPr>
          <p:spPr>
            <a:xfrm>
              <a:off x="4988341" y="3499159"/>
              <a:ext cx="148054" cy="148054"/>
            </a:xfrm>
            <a:custGeom>
              <a:avLst/>
              <a:gdLst/>
              <a:ahLst/>
              <a:cxnLst/>
              <a:rect l="l" t="t" r="r" b="b"/>
              <a:pathLst>
                <a:path w="5638" h="5638" extrusionOk="0">
                  <a:moveTo>
                    <a:pt x="2814" y="0"/>
                  </a:moveTo>
                  <a:cubicBezTo>
                    <a:pt x="1264" y="0"/>
                    <a:pt x="1" y="1264"/>
                    <a:pt x="1" y="2824"/>
                  </a:cubicBezTo>
                  <a:cubicBezTo>
                    <a:pt x="1" y="4374"/>
                    <a:pt x="1264" y="5637"/>
                    <a:pt x="2814" y="5637"/>
                  </a:cubicBezTo>
                  <a:cubicBezTo>
                    <a:pt x="4374" y="5637"/>
                    <a:pt x="5638" y="4374"/>
                    <a:pt x="5638" y="2824"/>
                  </a:cubicBezTo>
                  <a:cubicBezTo>
                    <a:pt x="5638" y="1264"/>
                    <a:pt x="4374" y="0"/>
                    <a:pt x="281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8" name="Google Shape;9268;p63"/>
            <p:cNvSpPr/>
            <p:nvPr/>
          </p:nvSpPr>
          <p:spPr>
            <a:xfrm>
              <a:off x="4864446" y="3530067"/>
              <a:ext cx="56564" cy="12342"/>
            </a:xfrm>
            <a:custGeom>
              <a:avLst/>
              <a:gdLst/>
              <a:ahLst/>
              <a:cxnLst/>
              <a:rect l="l" t="t" r="r" b="b"/>
              <a:pathLst>
                <a:path w="2154" h="470" extrusionOk="0">
                  <a:moveTo>
                    <a:pt x="259" y="1"/>
                  </a:moveTo>
                  <a:cubicBezTo>
                    <a:pt x="1" y="58"/>
                    <a:pt x="1" y="422"/>
                    <a:pt x="259" y="469"/>
                  </a:cubicBezTo>
                  <a:lnTo>
                    <a:pt x="1905" y="469"/>
                  </a:lnTo>
                  <a:cubicBezTo>
                    <a:pt x="2154" y="422"/>
                    <a:pt x="2154" y="58"/>
                    <a:pt x="1905" y="1"/>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69" name="Google Shape;9269;p63"/>
            <p:cNvSpPr/>
            <p:nvPr/>
          </p:nvSpPr>
          <p:spPr>
            <a:xfrm>
              <a:off x="5203463" y="3530067"/>
              <a:ext cx="56590" cy="12342"/>
            </a:xfrm>
            <a:custGeom>
              <a:avLst/>
              <a:gdLst/>
              <a:ahLst/>
              <a:cxnLst/>
              <a:rect l="l" t="t" r="r" b="b"/>
              <a:pathLst>
                <a:path w="2155" h="470" extrusionOk="0">
                  <a:moveTo>
                    <a:pt x="259" y="1"/>
                  </a:moveTo>
                  <a:cubicBezTo>
                    <a:pt x="1" y="58"/>
                    <a:pt x="1" y="422"/>
                    <a:pt x="259" y="469"/>
                  </a:cubicBezTo>
                  <a:lnTo>
                    <a:pt x="1905" y="469"/>
                  </a:lnTo>
                  <a:cubicBezTo>
                    <a:pt x="2154" y="422"/>
                    <a:pt x="2154" y="58"/>
                    <a:pt x="1905" y="1"/>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0" name="Google Shape;9270;p63"/>
            <p:cNvSpPr/>
            <p:nvPr/>
          </p:nvSpPr>
          <p:spPr>
            <a:xfrm>
              <a:off x="5056197" y="3340207"/>
              <a:ext cx="12342" cy="54437"/>
            </a:xfrm>
            <a:custGeom>
              <a:avLst/>
              <a:gdLst/>
              <a:ahLst/>
              <a:cxnLst/>
              <a:rect l="l" t="t" r="r" b="b"/>
              <a:pathLst>
                <a:path w="470" h="2073" extrusionOk="0">
                  <a:moveTo>
                    <a:pt x="232" y="0"/>
                  </a:moveTo>
                  <a:cubicBezTo>
                    <a:pt x="127" y="0"/>
                    <a:pt x="25" y="62"/>
                    <a:pt x="1" y="187"/>
                  </a:cubicBezTo>
                  <a:lnTo>
                    <a:pt x="1" y="1833"/>
                  </a:lnTo>
                  <a:cubicBezTo>
                    <a:pt x="1" y="1957"/>
                    <a:pt x="106" y="2072"/>
                    <a:pt x="240" y="2072"/>
                  </a:cubicBezTo>
                  <a:cubicBezTo>
                    <a:pt x="364" y="2063"/>
                    <a:pt x="460" y="1957"/>
                    <a:pt x="470" y="1833"/>
                  </a:cubicBezTo>
                  <a:lnTo>
                    <a:pt x="470" y="187"/>
                  </a:lnTo>
                  <a:cubicBezTo>
                    <a:pt x="441" y="62"/>
                    <a:pt x="336" y="0"/>
                    <a:pt x="232"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1" name="Google Shape;9271;p63"/>
            <p:cNvSpPr/>
            <p:nvPr/>
          </p:nvSpPr>
          <p:spPr>
            <a:xfrm>
              <a:off x="4968488" y="3658557"/>
              <a:ext cx="28597" cy="33376"/>
            </a:xfrm>
            <a:custGeom>
              <a:avLst/>
              <a:gdLst/>
              <a:ahLst/>
              <a:cxnLst/>
              <a:rect l="l" t="t" r="r" b="b"/>
              <a:pathLst>
                <a:path w="1089" h="1271" extrusionOk="0">
                  <a:moveTo>
                    <a:pt x="707" y="1"/>
                  </a:moveTo>
                  <a:cubicBezTo>
                    <a:pt x="641" y="1"/>
                    <a:pt x="583" y="30"/>
                    <a:pt x="556" y="103"/>
                  </a:cubicBezTo>
                  <a:lnTo>
                    <a:pt x="87" y="917"/>
                  </a:lnTo>
                  <a:cubicBezTo>
                    <a:pt x="1" y="1070"/>
                    <a:pt x="106" y="1261"/>
                    <a:pt x="288" y="1271"/>
                  </a:cubicBezTo>
                  <a:cubicBezTo>
                    <a:pt x="374" y="1271"/>
                    <a:pt x="450" y="1223"/>
                    <a:pt x="489" y="1156"/>
                  </a:cubicBezTo>
                  <a:lnTo>
                    <a:pt x="958" y="342"/>
                  </a:lnTo>
                  <a:cubicBezTo>
                    <a:pt x="1088" y="191"/>
                    <a:pt x="874" y="1"/>
                    <a:pt x="707" y="1"/>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2" name="Google Shape;9272;p63"/>
            <p:cNvSpPr/>
            <p:nvPr/>
          </p:nvSpPr>
          <p:spPr>
            <a:xfrm>
              <a:off x="5128832" y="3381068"/>
              <a:ext cx="28387" cy="33166"/>
            </a:xfrm>
            <a:custGeom>
              <a:avLst/>
              <a:gdLst/>
              <a:ahLst/>
              <a:cxnLst/>
              <a:rect l="l" t="t" r="r" b="b"/>
              <a:pathLst>
                <a:path w="1081" h="1263" extrusionOk="0">
                  <a:moveTo>
                    <a:pt x="704" y="1"/>
                  </a:moveTo>
                  <a:cubicBezTo>
                    <a:pt x="637" y="1"/>
                    <a:pt x="576" y="31"/>
                    <a:pt x="546" y="105"/>
                  </a:cubicBezTo>
                  <a:lnTo>
                    <a:pt x="77" y="918"/>
                  </a:lnTo>
                  <a:cubicBezTo>
                    <a:pt x="0" y="1071"/>
                    <a:pt x="106" y="1263"/>
                    <a:pt x="288" y="1263"/>
                  </a:cubicBezTo>
                  <a:cubicBezTo>
                    <a:pt x="364" y="1263"/>
                    <a:pt x="441" y="1224"/>
                    <a:pt x="489" y="1157"/>
                  </a:cubicBezTo>
                  <a:lnTo>
                    <a:pt x="958" y="344"/>
                  </a:lnTo>
                  <a:cubicBezTo>
                    <a:pt x="1080" y="187"/>
                    <a:pt x="872" y="1"/>
                    <a:pt x="704" y="1"/>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3" name="Google Shape;9273;p63"/>
            <p:cNvSpPr/>
            <p:nvPr/>
          </p:nvSpPr>
          <p:spPr>
            <a:xfrm>
              <a:off x="4903915" y="3443646"/>
              <a:ext cx="38471" cy="24868"/>
            </a:xfrm>
            <a:custGeom>
              <a:avLst/>
              <a:gdLst/>
              <a:ahLst/>
              <a:cxnLst/>
              <a:rect l="l" t="t" r="r" b="b"/>
              <a:pathLst>
                <a:path w="1465" h="947" extrusionOk="0">
                  <a:moveTo>
                    <a:pt x="362" y="1"/>
                  </a:moveTo>
                  <a:cubicBezTo>
                    <a:pt x="175" y="1"/>
                    <a:pt x="1" y="360"/>
                    <a:pt x="220" y="449"/>
                  </a:cubicBezTo>
                  <a:lnTo>
                    <a:pt x="1034" y="918"/>
                  </a:lnTo>
                  <a:cubicBezTo>
                    <a:pt x="1072" y="937"/>
                    <a:pt x="1110" y="947"/>
                    <a:pt x="1158" y="947"/>
                  </a:cubicBezTo>
                  <a:cubicBezTo>
                    <a:pt x="1378" y="937"/>
                    <a:pt x="1464" y="631"/>
                    <a:pt x="1273" y="507"/>
                  </a:cubicBezTo>
                  <a:lnTo>
                    <a:pt x="459" y="38"/>
                  </a:lnTo>
                  <a:cubicBezTo>
                    <a:pt x="428" y="12"/>
                    <a:pt x="395" y="1"/>
                    <a:pt x="362" y="1"/>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4" name="Google Shape;9274;p63"/>
            <p:cNvSpPr/>
            <p:nvPr/>
          </p:nvSpPr>
          <p:spPr>
            <a:xfrm>
              <a:off x="5181641" y="3603910"/>
              <a:ext cx="38445" cy="24947"/>
            </a:xfrm>
            <a:custGeom>
              <a:avLst/>
              <a:gdLst/>
              <a:ahLst/>
              <a:cxnLst/>
              <a:rect l="l" t="t" r="r" b="b"/>
              <a:pathLst>
                <a:path w="1464" h="950" extrusionOk="0">
                  <a:moveTo>
                    <a:pt x="355" y="0"/>
                  </a:moveTo>
                  <a:cubicBezTo>
                    <a:pt x="165" y="0"/>
                    <a:pt x="1" y="362"/>
                    <a:pt x="219" y="442"/>
                  </a:cubicBezTo>
                  <a:lnTo>
                    <a:pt x="1033" y="911"/>
                  </a:lnTo>
                  <a:cubicBezTo>
                    <a:pt x="1062" y="930"/>
                    <a:pt x="1109" y="950"/>
                    <a:pt x="1148" y="950"/>
                  </a:cubicBezTo>
                  <a:cubicBezTo>
                    <a:pt x="1377" y="930"/>
                    <a:pt x="1464" y="634"/>
                    <a:pt x="1272" y="509"/>
                  </a:cubicBezTo>
                  <a:lnTo>
                    <a:pt x="459" y="40"/>
                  </a:lnTo>
                  <a:cubicBezTo>
                    <a:pt x="425" y="12"/>
                    <a:pt x="389" y="0"/>
                    <a:pt x="355" y="0"/>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5" name="Google Shape;9275;p63"/>
            <p:cNvSpPr/>
            <p:nvPr/>
          </p:nvSpPr>
          <p:spPr>
            <a:xfrm>
              <a:off x="5127676" y="3658321"/>
              <a:ext cx="28571" cy="33613"/>
            </a:xfrm>
            <a:custGeom>
              <a:avLst/>
              <a:gdLst/>
              <a:ahLst/>
              <a:cxnLst/>
              <a:rect l="l" t="t" r="r" b="b"/>
              <a:pathLst>
                <a:path w="1088" h="1280" extrusionOk="0">
                  <a:moveTo>
                    <a:pt x="382" y="0"/>
                  </a:moveTo>
                  <a:cubicBezTo>
                    <a:pt x="215" y="0"/>
                    <a:pt x="0" y="191"/>
                    <a:pt x="131" y="342"/>
                  </a:cubicBezTo>
                  <a:lnTo>
                    <a:pt x="600" y="1155"/>
                  </a:lnTo>
                  <a:cubicBezTo>
                    <a:pt x="638" y="1232"/>
                    <a:pt x="714" y="1280"/>
                    <a:pt x="801" y="1280"/>
                  </a:cubicBezTo>
                  <a:lnTo>
                    <a:pt x="801" y="1270"/>
                  </a:lnTo>
                  <a:cubicBezTo>
                    <a:pt x="973" y="1270"/>
                    <a:pt x="1088" y="1079"/>
                    <a:pt x="1002" y="916"/>
                  </a:cubicBezTo>
                  <a:lnTo>
                    <a:pt x="533" y="103"/>
                  </a:lnTo>
                  <a:cubicBezTo>
                    <a:pt x="506" y="30"/>
                    <a:pt x="447" y="0"/>
                    <a:pt x="382" y="0"/>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6" name="Google Shape;9276;p63"/>
            <p:cNvSpPr/>
            <p:nvPr/>
          </p:nvSpPr>
          <p:spPr>
            <a:xfrm>
              <a:off x="4967333" y="3380858"/>
              <a:ext cx="28571" cy="33376"/>
            </a:xfrm>
            <a:custGeom>
              <a:avLst/>
              <a:gdLst/>
              <a:ahLst/>
              <a:cxnLst/>
              <a:rect l="l" t="t" r="r" b="b"/>
              <a:pathLst>
                <a:path w="1088" h="1271" extrusionOk="0">
                  <a:moveTo>
                    <a:pt x="382" y="1"/>
                  </a:moveTo>
                  <a:cubicBezTo>
                    <a:pt x="215" y="1"/>
                    <a:pt x="0" y="191"/>
                    <a:pt x="131" y="342"/>
                  </a:cubicBezTo>
                  <a:lnTo>
                    <a:pt x="600" y="1156"/>
                  </a:lnTo>
                  <a:cubicBezTo>
                    <a:pt x="638" y="1223"/>
                    <a:pt x="715" y="1271"/>
                    <a:pt x="801" y="1271"/>
                  </a:cubicBezTo>
                  <a:cubicBezTo>
                    <a:pt x="983" y="1261"/>
                    <a:pt x="1088" y="1070"/>
                    <a:pt x="1002" y="917"/>
                  </a:cubicBezTo>
                  <a:lnTo>
                    <a:pt x="533" y="103"/>
                  </a:lnTo>
                  <a:cubicBezTo>
                    <a:pt x="506" y="30"/>
                    <a:pt x="447" y="1"/>
                    <a:pt x="382" y="1"/>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7" name="Google Shape;9277;p63"/>
            <p:cNvSpPr/>
            <p:nvPr/>
          </p:nvSpPr>
          <p:spPr>
            <a:xfrm>
              <a:off x="5182350" y="3443646"/>
              <a:ext cx="38471" cy="24868"/>
            </a:xfrm>
            <a:custGeom>
              <a:avLst/>
              <a:gdLst/>
              <a:ahLst/>
              <a:cxnLst/>
              <a:rect l="l" t="t" r="r" b="b"/>
              <a:pathLst>
                <a:path w="1465" h="947" extrusionOk="0">
                  <a:moveTo>
                    <a:pt x="1104" y="1"/>
                  </a:moveTo>
                  <a:cubicBezTo>
                    <a:pt x="1071" y="1"/>
                    <a:pt x="1037" y="12"/>
                    <a:pt x="1006" y="38"/>
                  </a:cubicBezTo>
                  <a:lnTo>
                    <a:pt x="192" y="507"/>
                  </a:lnTo>
                  <a:cubicBezTo>
                    <a:pt x="1" y="631"/>
                    <a:pt x="78" y="937"/>
                    <a:pt x="307" y="947"/>
                  </a:cubicBezTo>
                  <a:cubicBezTo>
                    <a:pt x="355" y="947"/>
                    <a:pt x="393" y="937"/>
                    <a:pt x="432" y="918"/>
                  </a:cubicBezTo>
                  <a:lnTo>
                    <a:pt x="1245" y="449"/>
                  </a:lnTo>
                  <a:cubicBezTo>
                    <a:pt x="1465" y="360"/>
                    <a:pt x="1290" y="1"/>
                    <a:pt x="1104" y="1"/>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8" name="Google Shape;9278;p63"/>
            <p:cNvSpPr/>
            <p:nvPr/>
          </p:nvSpPr>
          <p:spPr>
            <a:xfrm>
              <a:off x="4904650" y="3603910"/>
              <a:ext cx="38445" cy="24947"/>
            </a:xfrm>
            <a:custGeom>
              <a:avLst/>
              <a:gdLst/>
              <a:ahLst/>
              <a:cxnLst/>
              <a:rect l="l" t="t" r="r" b="b"/>
              <a:pathLst>
                <a:path w="1464" h="950" extrusionOk="0">
                  <a:moveTo>
                    <a:pt x="1107" y="0"/>
                  </a:moveTo>
                  <a:cubicBezTo>
                    <a:pt x="1073" y="0"/>
                    <a:pt x="1038" y="12"/>
                    <a:pt x="1006" y="40"/>
                  </a:cubicBezTo>
                  <a:lnTo>
                    <a:pt x="192" y="509"/>
                  </a:lnTo>
                  <a:cubicBezTo>
                    <a:pt x="1" y="634"/>
                    <a:pt x="87" y="930"/>
                    <a:pt x="317" y="950"/>
                  </a:cubicBezTo>
                  <a:cubicBezTo>
                    <a:pt x="355" y="950"/>
                    <a:pt x="393" y="930"/>
                    <a:pt x="431" y="911"/>
                  </a:cubicBezTo>
                  <a:lnTo>
                    <a:pt x="1245" y="442"/>
                  </a:lnTo>
                  <a:cubicBezTo>
                    <a:pt x="1463" y="362"/>
                    <a:pt x="1292" y="0"/>
                    <a:pt x="1107" y="0"/>
                  </a:cubicBezTo>
                  <a:close/>
                </a:path>
              </a:pathLst>
            </a:custGeom>
            <a:solidFill>
              <a:srgbClr val="D7DC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9" name="Google Shape;9279;p63"/>
            <p:cNvSpPr/>
            <p:nvPr/>
          </p:nvSpPr>
          <p:spPr>
            <a:xfrm>
              <a:off x="5075839" y="3433037"/>
              <a:ext cx="87209" cy="73948"/>
            </a:xfrm>
            <a:custGeom>
              <a:avLst/>
              <a:gdLst/>
              <a:ahLst/>
              <a:cxnLst/>
              <a:rect l="l" t="t" r="r" b="b"/>
              <a:pathLst>
                <a:path w="3321" h="2816" extrusionOk="0">
                  <a:moveTo>
                    <a:pt x="414" y="0"/>
                  </a:moveTo>
                  <a:cubicBezTo>
                    <a:pt x="103" y="0"/>
                    <a:pt x="0" y="487"/>
                    <a:pt x="353" y="576"/>
                  </a:cubicBezTo>
                  <a:cubicBezTo>
                    <a:pt x="1416" y="853"/>
                    <a:pt x="2286" y="1619"/>
                    <a:pt x="2698" y="2633"/>
                  </a:cubicBezTo>
                  <a:cubicBezTo>
                    <a:pt x="2746" y="2748"/>
                    <a:pt x="2851" y="2815"/>
                    <a:pt x="2966" y="2815"/>
                  </a:cubicBezTo>
                  <a:cubicBezTo>
                    <a:pt x="3177" y="2815"/>
                    <a:pt x="3320" y="2605"/>
                    <a:pt x="3243" y="2413"/>
                  </a:cubicBezTo>
                  <a:cubicBezTo>
                    <a:pt x="2755" y="1226"/>
                    <a:pt x="1741" y="336"/>
                    <a:pt x="497" y="11"/>
                  </a:cubicBezTo>
                  <a:cubicBezTo>
                    <a:pt x="468" y="4"/>
                    <a:pt x="440" y="0"/>
                    <a:pt x="41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0" name="Google Shape;9280;p63"/>
            <p:cNvSpPr/>
            <p:nvPr/>
          </p:nvSpPr>
          <p:spPr>
            <a:xfrm>
              <a:off x="5025288" y="3585607"/>
              <a:ext cx="74158" cy="111106"/>
            </a:xfrm>
            <a:custGeom>
              <a:avLst/>
              <a:gdLst/>
              <a:ahLst/>
              <a:cxnLst/>
              <a:rect l="l" t="t" r="r" b="b"/>
              <a:pathLst>
                <a:path w="2824" h="4231" extrusionOk="0">
                  <a:moveTo>
                    <a:pt x="938" y="1"/>
                  </a:moveTo>
                  <a:lnTo>
                    <a:pt x="938" y="450"/>
                  </a:lnTo>
                  <a:cubicBezTo>
                    <a:pt x="938" y="536"/>
                    <a:pt x="891" y="613"/>
                    <a:pt x="814" y="661"/>
                  </a:cubicBezTo>
                  <a:lnTo>
                    <a:pt x="259" y="948"/>
                  </a:lnTo>
                  <a:cubicBezTo>
                    <a:pt x="96" y="1034"/>
                    <a:pt x="1" y="1197"/>
                    <a:pt x="1" y="1369"/>
                  </a:cubicBezTo>
                  <a:lnTo>
                    <a:pt x="1" y="2738"/>
                  </a:lnTo>
                  <a:cubicBezTo>
                    <a:pt x="1" y="3245"/>
                    <a:pt x="154" y="3752"/>
                    <a:pt x="441" y="4173"/>
                  </a:cubicBezTo>
                  <a:lnTo>
                    <a:pt x="479" y="4231"/>
                  </a:lnTo>
                  <a:lnTo>
                    <a:pt x="2355" y="4231"/>
                  </a:lnTo>
                  <a:lnTo>
                    <a:pt x="2393" y="4173"/>
                  </a:lnTo>
                  <a:cubicBezTo>
                    <a:pt x="2671" y="3752"/>
                    <a:pt x="2824" y="3245"/>
                    <a:pt x="2824" y="2738"/>
                  </a:cubicBezTo>
                  <a:lnTo>
                    <a:pt x="2824" y="1369"/>
                  </a:lnTo>
                  <a:cubicBezTo>
                    <a:pt x="2824" y="1187"/>
                    <a:pt x="2728" y="1034"/>
                    <a:pt x="2565" y="948"/>
                  </a:cubicBezTo>
                  <a:lnTo>
                    <a:pt x="2010" y="661"/>
                  </a:lnTo>
                  <a:cubicBezTo>
                    <a:pt x="1934" y="613"/>
                    <a:pt x="1886" y="536"/>
                    <a:pt x="1886" y="450"/>
                  </a:cubicBezTo>
                  <a:lnTo>
                    <a:pt x="1886"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1" name="Google Shape;9281;p63"/>
            <p:cNvSpPr/>
            <p:nvPr/>
          </p:nvSpPr>
          <p:spPr>
            <a:xfrm>
              <a:off x="5025288" y="3606458"/>
              <a:ext cx="74158" cy="90256"/>
            </a:xfrm>
            <a:custGeom>
              <a:avLst/>
              <a:gdLst/>
              <a:ahLst/>
              <a:cxnLst/>
              <a:rect l="l" t="t" r="r" b="b"/>
              <a:pathLst>
                <a:path w="2824" h="3437" extrusionOk="0">
                  <a:moveTo>
                    <a:pt x="556" y="1"/>
                  </a:moveTo>
                  <a:lnTo>
                    <a:pt x="249" y="154"/>
                  </a:lnTo>
                  <a:cubicBezTo>
                    <a:pt x="96" y="240"/>
                    <a:pt x="1" y="403"/>
                    <a:pt x="1" y="575"/>
                  </a:cubicBezTo>
                  <a:lnTo>
                    <a:pt x="1" y="1944"/>
                  </a:lnTo>
                  <a:cubicBezTo>
                    <a:pt x="1" y="2451"/>
                    <a:pt x="154" y="2958"/>
                    <a:pt x="441" y="3379"/>
                  </a:cubicBezTo>
                  <a:lnTo>
                    <a:pt x="469" y="3437"/>
                  </a:lnTo>
                  <a:lnTo>
                    <a:pt x="2355" y="3437"/>
                  </a:lnTo>
                  <a:lnTo>
                    <a:pt x="2384" y="3379"/>
                  </a:lnTo>
                  <a:cubicBezTo>
                    <a:pt x="2671" y="2958"/>
                    <a:pt x="2824" y="2451"/>
                    <a:pt x="2824" y="1944"/>
                  </a:cubicBezTo>
                  <a:lnTo>
                    <a:pt x="2824" y="575"/>
                  </a:lnTo>
                  <a:cubicBezTo>
                    <a:pt x="2824" y="403"/>
                    <a:pt x="2718" y="240"/>
                    <a:pt x="2565" y="154"/>
                  </a:cubicBezTo>
                  <a:lnTo>
                    <a:pt x="2269" y="1"/>
                  </a:lnTo>
                  <a:cubicBezTo>
                    <a:pt x="2039" y="254"/>
                    <a:pt x="1726" y="381"/>
                    <a:pt x="1412" y="381"/>
                  </a:cubicBezTo>
                  <a:cubicBezTo>
                    <a:pt x="1099" y="381"/>
                    <a:pt x="785" y="254"/>
                    <a:pt x="55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2" name="Google Shape;9282;p63"/>
            <p:cNvSpPr/>
            <p:nvPr/>
          </p:nvSpPr>
          <p:spPr>
            <a:xfrm>
              <a:off x="5048660" y="3585607"/>
              <a:ext cx="27678" cy="18382"/>
            </a:xfrm>
            <a:custGeom>
              <a:avLst/>
              <a:gdLst/>
              <a:ahLst/>
              <a:cxnLst/>
              <a:rect l="l" t="t" r="r" b="b"/>
              <a:pathLst>
                <a:path w="1054" h="700" extrusionOk="0">
                  <a:moveTo>
                    <a:pt x="58" y="1"/>
                  </a:moveTo>
                  <a:lnTo>
                    <a:pt x="58" y="450"/>
                  </a:lnTo>
                  <a:cubicBezTo>
                    <a:pt x="48" y="508"/>
                    <a:pt x="29" y="556"/>
                    <a:pt x="1" y="603"/>
                  </a:cubicBezTo>
                  <a:cubicBezTo>
                    <a:pt x="163" y="670"/>
                    <a:pt x="345" y="699"/>
                    <a:pt x="527" y="699"/>
                  </a:cubicBezTo>
                  <a:cubicBezTo>
                    <a:pt x="699" y="699"/>
                    <a:pt x="881" y="670"/>
                    <a:pt x="1053" y="603"/>
                  </a:cubicBezTo>
                  <a:cubicBezTo>
                    <a:pt x="1015" y="556"/>
                    <a:pt x="996" y="508"/>
                    <a:pt x="996" y="450"/>
                  </a:cubicBezTo>
                  <a:lnTo>
                    <a:pt x="996"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3" name="Google Shape;9283;p63"/>
            <p:cNvSpPr/>
            <p:nvPr/>
          </p:nvSpPr>
          <p:spPr>
            <a:xfrm>
              <a:off x="5037604" y="3536343"/>
              <a:ext cx="49526" cy="55330"/>
            </a:xfrm>
            <a:custGeom>
              <a:avLst/>
              <a:gdLst/>
              <a:ahLst/>
              <a:cxnLst/>
              <a:rect l="l" t="t" r="r" b="b"/>
              <a:pathLst>
                <a:path w="1886" h="2107" extrusionOk="0">
                  <a:moveTo>
                    <a:pt x="709" y="1"/>
                  </a:moveTo>
                  <a:cubicBezTo>
                    <a:pt x="316" y="1"/>
                    <a:pt x="0" y="317"/>
                    <a:pt x="0" y="699"/>
                  </a:cubicBezTo>
                  <a:lnTo>
                    <a:pt x="0" y="1168"/>
                  </a:lnTo>
                  <a:cubicBezTo>
                    <a:pt x="0" y="1685"/>
                    <a:pt x="422" y="2106"/>
                    <a:pt x="948" y="2106"/>
                  </a:cubicBezTo>
                  <a:cubicBezTo>
                    <a:pt x="954" y="2106"/>
                    <a:pt x="959" y="2106"/>
                    <a:pt x="965" y="2106"/>
                  </a:cubicBezTo>
                  <a:cubicBezTo>
                    <a:pt x="1474" y="2106"/>
                    <a:pt x="1886" y="1679"/>
                    <a:pt x="1886" y="1168"/>
                  </a:cubicBezTo>
                  <a:lnTo>
                    <a:pt x="1886" y="699"/>
                  </a:lnTo>
                  <a:cubicBezTo>
                    <a:pt x="1886" y="317"/>
                    <a:pt x="1570" y="1"/>
                    <a:pt x="118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4" name="Google Shape;9284;p63"/>
            <p:cNvSpPr/>
            <p:nvPr/>
          </p:nvSpPr>
          <p:spPr>
            <a:xfrm>
              <a:off x="5037604" y="3536343"/>
              <a:ext cx="33954" cy="55382"/>
            </a:xfrm>
            <a:custGeom>
              <a:avLst/>
              <a:gdLst/>
              <a:ahLst/>
              <a:cxnLst/>
              <a:rect l="l" t="t" r="r" b="b"/>
              <a:pathLst>
                <a:path w="1293" h="2109" extrusionOk="0">
                  <a:moveTo>
                    <a:pt x="709" y="1"/>
                  </a:moveTo>
                  <a:cubicBezTo>
                    <a:pt x="316" y="1"/>
                    <a:pt x="0" y="317"/>
                    <a:pt x="0" y="699"/>
                  </a:cubicBezTo>
                  <a:lnTo>
                    <a:pt x="0" y="1168"/>
                  </a:lnTo>
                  <a:cubicBezTo>
                    <a:pt x="0" y="1711"/>
                    <a:pt x="439" y="2109"/>
                    <a:pt x="937" y="2109"/>
                  </a:cubicBezTo>
                  <a:cubicBezTo>
                    <a:pt x="1054" y="2109"/>
                    <a:pt x="1174" y="2087"/>
                    <a:pt x="1292" y="2039"/>
                  </a:cubicBezTo>
                  <a:cubicBezTo>
                    <a:pt x="938" y="1896"/>
                    <a:pt x="699" y="1551"/>
                    <a:pt x="709" y="1168"/>
                  </a:cubicBezTo>
                  <a:lnTo>
                    <a:pt x="709" y="699"/>
                  </a:lnTo>
                  <a:cubicBezTo>
                    <a:pt x="709" y="355"/>
                    <a:pt x="948" y="68"/>
                    <a:pt x="1292" y="10"/>
                  </a:cubicBezTo>
                  <a:cubicBezTo>
                    <a:pt x="1254" y="1"/>
                    <a:pt x="1216" y="1"/>
                    <a:pt x="1168"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5" name="Google Shape;9285;p63"/>
            <p:cNvSpPr/>
            <p:nvPr/>
          </p:nvSpPr>
          <p:spPr>
            <a:xfrm>
              <a:off x="5037604" y="3696451"/>
              <a:ext cx="49526" cy="31171"/>
            </a:xfrm>
            <a:custGeom>
              <a:avLst/>
              <a:gdLst/>
              <a:ahLst/>
              <a:cxnLst/>
              <a:rect l="l" t="t" r="r" b="b"/>
              <a:pathLst>
                <a:path w="1886" h="1187" extrusionOk="0">
                  <a:moveTo>
                    <a:pt x="0" y="0"/>
                  </a:moveTo>
                  <a:lnTo>
                    <a:pt x="0" y="947"/>
                  </a:lnTo>
                  <a:cubicBezTo>
                    <a:pt x="0" y="1072"/>
                    <a:pt x="106" y="1187"/>
                    <a:pt x="240" y="1187"/>
                  </a:cubicBezTo>
                  <a:lnTo>
                    <a:pt x="1647" y="1187"/>
                  </a:lnTo>
                  <a:cubicBezTo>
                    <a:pt x="1781" y="1187"/>
                    <a:pt x="1886" y="1072"/>
                    <a:pt x="1886" y="947"/>
                  </a:cubicBezTo>
                  <a:lnTo>
                    <a:pt x="1886"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6" name="Google Shape;9286;p63"/>
            <p:cNvSpPr/>
            <p:nvPr/>
          </p:nvSpPr>
          <p:spPr>
            <a:xfrm>
              <a:off x="5025288" y="3615255"/>
              <a:ext cx="12342" cy="81222"/>
            </a:xfrm>
            <a:custGeom>
              <a:avLst/>
              <a:gdLst/>
              <a:ahLst/>
              <a:cxnLst/>
              <a:rect l="l" t="t" r="r" b="b"/>
              <a:pathLst>
                <a:path w="470" h="3093" extrusionOk="0">
                  <a:moveTo>
                    <a:pt x="77" y="1"/>
                  </a:moveTo>
                  <a:cubicBezTo>
                    <a:pt x="29" y="68"/>
                    <a:pt x="1" y="154"/>
                    <a:pt x="1" y="250"/>
                  </a:cubicBezTo>
                  <a:lnTo>
                    <a:pt x="1" y="1609"/>
                  </a:lnTo>
                  <a:cubicBezTo>
                    <a:pt x="1" y="2125"/>
                    <a:pt x="154" y="2623"/>
                    <a:pt x="441" y="3044"/>
                  </a:cubicBezTo>
                  <a:lnTo>
                    <a:pt x="469" y="3092"/>
                  </a:lnTo>
                  <a:lnTo>
                    <a:pt x="469" y="527"/>
                  </a:lnTo>
                  <a:cubicBezTo>
                    <a:pt x="469" y="384"/>
                    <a:pt x="402" y="240"/>
                    <a:pt x="288" y="154"/>
                  </a:cubicBezTo>
                  <a:lnTo>
                    <a:pt x="77"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7" name="Google Shape;9287;p63"/>
            <p:cNvSpPr/>
            <p:nvPr/>
          </p:nvSpPr>
          <p:spPr>
            <a:xfrm>
              <a:off x="5086868" y="3615255"/>
              <a:ext cx="12579" cy="81222"/>
            </a:xfrm>
            <a:custGeom>
              <a:avLst/>
              <a:gdLst/>
              <a:ahLst/>
              <a:cxnLst/>
              <a:rect l="l" t="t" r="r" b="b"/>
              <a:pathLst>
                <a:path w="479" h="3093" extrusionOk="0">
                  <a:moveTo>
                    <a:pt x="402" y="1"/>
                  </a:moveTo>
                  <a:lnTo>
                    <a:pt x="192" y="154"/>
                  </a:lnTo>
                  <a:cubicBezTo>
                    <a:pt x="77" y="240"/>
                    <a:pt x="0" y="384"/>
                    <a:pt x="10" y="527"/>
                  </a:cubicBezTo>
                  <a:lnTo>
                    <a:pt x="10" y="3092"/>
                  </a:lnTo>
                  <a:lnTo>
                    <a:pt x="39" y="3044"/>
                  </a:lnTo>
                  <a:cubicBezTo>
                    <a:pt x="326" y="2623"/>
                    <a:pt x="479" y="2125"/>
                    <a:pt x="479" y="1609"/>
                  </a:cubicBezTo>
                  <a:lnTo>
                    <a:pt x="479" y="250"/>
                  </a:lnTo>
                  <a:cubicBezTo>
                    <a:pt x="479" y="154"/>
                    <a:pt x="450" y="68"/>
                    <a:pt x="40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8" name="Google Shape;9288;p63"/>
            <p:cNvSpPr/>
            <p:nvPr/>
          </p:nvSpPr>
          <p:spPr>
            <a:xfrm>
              <a:off x="5059216" y="3708740"/>
              <a:ext cx="6302" cy="18645"/>
            </a:xfrm>
            <a:custGeom>
              <a:avLst/>
              <a:gdLst/>
              <a:ahLst/>
              <a:cxnLst/>
              <a:rect l="l" t="t" r="r" b="b"/>
              <a:pathLst>
                <a:path w="240" h="710" extrusionOk="0">
                  <a:moveTo>
                    <a:pt x="125" y="1"/>
                  </a:moveTo>
                  <a:cubicBezTo>
                    <a:pt x="58" y="1"/>
                    <a:pt x="1" y="58"/>
                    <a:pt x="1" y="125"/>
                  </a:cubicBezTo>
                  <a:lnTo>
                    <a:pt x="1" y="709"/>
                  </a:lnTo>
                  <a:lnTo>
                    <a:pt x="240" y="709"/>
                  </a:lnTo>
                  <a:lnTo>
                    <a:pt x="240" y="116"/>
                  </a:lnTo>
                  <a:cubicBezTo>
                    <a:pt x="240" y="58"/>
                    <a:pt x="182" y="1"/>
                    <a:pt x="125"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9" name="Google Shape;9289;p63"/>
            <p:cNvSpPr/>
            <p:nvPr/>
          </p:nvSpPr>
          <p:spPr>
            <a:xfrm>
              <a:off x="5037604" y="3536343"/>
              <a:ext cx="49526" cy="24658"/>
            </a:xfrm>
            <a:custGeom>
              <a:avLst/>
              <a:gdLst/>
              <a:ahLst/>
              <a:cxnLst/>
              <a:rect l="l" t="t" r="r" b="b"/>
              <a:pathLst>
                <a:path w="1886" h="939" extrusionOk="0">
                  <a:moveTo>
                    <a:pt x="709" y="1"/>
                  </a:moveTo>
                  <a:cubicBezTo>
                    <a:pt x="316" y="1"/>
                    <a:pt x="0" y="317"/>
                    <a:pt x="0" y="699"/>
                  </a:cubicBezTo>
                  <a:cubicBezTo>
                    <a:pt x="0" y="699"/>
                    <a:pt x="709" y="939"/>
                    <a:pt x="1886" y="939"/>
                  </a:cubicBezTo>
                  <a:lnTo>
                    <a:pt x="1886" y="699"/>
                  </a:lnTo>
                  <a:cubicBezTo>
                    <a:pt x="1886" y="317"/>
                    <a:pt x="1570" y="1"/>
                    <a:pt x="11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0" name="Google Shape;9290;p63"/>
            <p:cNvSpPr/>
            <p:nvPr/>
          </p:nvSpPr>
          <p:spPr>
            <a:xfrm>
              <a:off x="5037604" y="3536343"/>
              <a:ext cx="33954" cy="22400"/>
            </a:xfrm>
            <a:custGeom>
              <a:avLst/>
              <a:gdLst/>
              <a:ahLst/>
              <a:cxnLst/>
              <a:rect l="l" t="t" r="r" b="b"/>
              <a:pathLst>
                <a:path w="1293" h="853" extrusionOk="0">
                  <a:moveTo>
                    <a:pt x="709" y="1"/>
                  </a:moveTo>
                  <a:cubicBezTo>
                    <a:pt x="316" y="1"/>
                    <a:pt x="0" y="317"/>
                    <a:pt x="0" y="699"/>
                  </a:cubicBezTo>
                  <a:cubicBezTo>
                    <a:pt x="230" y="766"/>
                    <a:pt x="469" y="824"/>
                    <a:pt x="709" y="853"/>
                  </a:cubicBezTo>
                  <a:lnTo>
                    <a:pt x="709" y="699"/>
                  </a:lnTo>
                  <a:cubicBezTo>
                    <a:pt x="709" y="355"/>
                    <a:pt x="948" y="68"/>
                    <a:pt x="1292" y="10"/>
                  </a:cubicBezTo>
                  <a:cubicBezTo>
                    <a:pt x="1254" y="1"/>
                    <a:pt x="1216" y="1"/>
                    <a:pt x="1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91" name="Google Shape;9291;p63"/>
          <p:cNvGrpSpPr/>
          <p:nvPr/>
        </p:nvGrpSpPr>
        <p:grpSpPr>
          <a:xfrm>
            <a:off x="5298375" y="3237439"/>
            <a:ext cx="394609" cy="286523"/>
            <a:chOff x="5302988" y="3389839"/>
            <a:chExt cx="394609" cy="286523"/>
          </a:xfrm>
        </p:grpSpPr>
        <p:sp>
          <p:nvSpPr>
            <p:cNvPr id="9292" name="Google Shape;9292;p63"/>
            <p:cNvSpPr/>
            <p:nvPr/>
          </p:nvSpPr>
          <p:spPr>
            <a:xfrm>
              <a:off x="5589485" y="3491859"/>
              <a:ext cx="31696" cy="69904"/>
            </a:xfrm>
            <a:custGeom>
              <a:avLst/>
              <a:gdLst/>
              <a:ahLst/>
              <a:cxnLst/>
              <a:rect l="l" t="t" r="r" b="b"/>
              <a:pathLst>
                <a:path w="1207" h="2662" extrusionOk="0">
                  <a:moveTo>
                    <a:pt x="728" y="1"/>
                  </a:moveTo>
                  <a:cubicBezTo>
                    <a:pt x="326" y="1"/>
                    <a:pt x="1" y="326"/>
                    <a:pt x="1" y="728"/>
                  </a:cubicBezTo>
                  <a:lnTo>
                    <a:pt x="1" y="891"/>
                  </a:lnTo>
                  <a:cubicBezTo>
                    <a:pt x="1" y="1101"/>
                    <a:pt x="30" y="1312"/>
                    <a:pt x="97" y="1503"/>
                  </a:cubicBezTo>
                  <a:lnTo>
                    <a:pt x="479" y="2661"/>
                  </a:lnTo>
                  <a:lnTo>
                    <a:pt x="1207" y="2661"/>
                  </a:lnTo>
                  <a:lnTo>
                    <a:pt x="1207"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3" name="Google Shape;9293;p63"/>
            <p:cNvSpPr/>
            <p:nvPr/>
          </p:nvSpPr>
          <p:spPr>
            <a:xfrm>
              <a:off x="5602063" y="3485583"/>
              <a:ext cx="76417" cy="76180"/>
            </a:xfrm>
            <a:custGeom>
              <a:avLst/>
              <a:gdLst/>
              <a:ahLst/>
              <a:cxnLst/>
              <a:rect l="l" t="t" r="r" b="b"/>
              <a:pathLst>
                <a:path w="2910" h="2901" extrusionOk="0">
                  <a:moveTo>
                    <a:pt x="728" y="1"/>
                  </a:moveTo>
                  <a:cubicBezTo>
                    <a:pt x="326" y="1"/>
                    <a:pt x="0" y="326"/>
                    <a:pt x="0" y="728"/>
                  </a:cubicBezTo>
                  <a:cubicBezTo>
                    <a:pt x="0" y="986"/>
                    <a:pt x="220" y="1206"/>
                    <a:pt x="488" y="1206"/>
                  </a:cubicBezTo>
                  <a:lnTo>
                    <a:pt x="2422" y="2900"/>
                  </a:lnTo>
                  <a:lnTo>
                    <a:pt x="2833" y="1465"/>
                  </a:lnTo>
                  <a:cubicBezTo>
                    <a:pt x="2881" y="1293"/>
                    <a:pt x="2910" y="1120"/>
                    <a:pt x="2910" y="938"/>
                  </a:cubicBezTo>
                  <a:lnTo>
                    <a:pt x="2910" y="479"/>
                  </a:lnTo>
                  <a:cubicBezTo>
                    <a:pt x="2910" y="211"/>
                    <a:pt x="2690" y="1"/>
                    <a:pt x="24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4" name="Google Shape;9294;p63"/>
            <p:cNvSpPr/>
            <p:nvPr/>
          </p:nvSpPr>
          <p:spPr>
            <a:xfrm>
              <a:off x="5614878" y="3580828"/>
              <a:ext cx="38235" cy="28177"/>
            </a:xfrm>
            <a:custGeom>
              <a:avLst/>
              <a:gdLst/>
              <a:ahLst/>
              <a:cxnLst/>
              <a:rect l="l" t="t" r="r" b="b"/>
              <a:pathLst>
                <a:path w="1456" h="1073" extrusionOk="0">
                  <a:moveTo>
                    <a:pt x="0" y="1"/>
                  </a:moveTo>
                  <a:lnTo>
                    <a:pt x="0" y="1073"/>
                  </a:lnTo>
                  <a:lnTo>
                    <a:pt x="1455" y="1073"/>
                  </a:lnTo>
                  <a:lnTo>
                    <a:pt x="1455"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5" name="Google Shape;9295;p63"/>
            <p:cNvSpPr/>
            <p:nvPr/>
          </p:nvSpPr>
          <p:spPr>
            <a:xfrm>
              <a:off x="5614878" y="3580828"/>
              <a:ext cx="38235" cy="15625"/>
            </a:xfrm>
            <a:custGeom>
              <a:avLst/>
              <a:gdLst/>
              <a:ahLst/>
              <a:cxnLst/>
              <a:rect l="l" t="t" r="r" b="b"/>
              <a:pathLst>
                <a:path w="1456" h="595" extrusionOk="0">
                  <a:moveTo>
                    <a:pt x="0" y="1"/>
                  </a:moveTo>
                  <a:lnTo>
                    <a:pt x="0" y="451"/>
                  </a:lnTo>
                  <a:cubicBezTo>
                    <a:pt x="235" y="546"/>
                    <a:pt x="481" y="594"/>
                    <a:pt x="728" y="594"/>
                  </a:cubicBezTo>
                  <a:cubicBezTo>
                    <a:pt x="974" y="594"/>
                    <a:pt x="1221" y="546"/>
                    <a:pt x="1455" y="451"/>
                  </a:cubicBezTo>
                  <a:lnTo>
                    <a:pt x="1455"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6" name="Google Shape;9296;p63"/>
            <p:cNvSpPr/>
            <p:nvPr/>
          </p:nvSpPr>
          <p:spPr>
            <a:xfrm>
              <a:off x="5570394" y="3596426"/>
              <a:ext cx="126941" cy="79935"/>
            </a:xfrm>
            <a:custGeom>
              <a:avLst/>
              <a:gdLst/>
              <a:ahLst/>
              <a:cxnLst/>
              <a:rect l="l" t="t" r="r" b="b"/>
              <a:pathLst>
                <a:path w="4834" h="3044" extrusionOk="0">
                  <a:moveTo>
                    <a:pt x="1694" y="0"/>
                  </a:moveTo>
                  <a:lnTo>
                    <a:pt x="527" y="335"/>
                  </a:lnTo>
                  <a:cubicBezTo>
                    <a:pt x="211" y="421"/>
                    <a:pt x="1" y="708"/>
                    <a:pt x="1" y="1034"/>
                  </a:cubicBezTo>
                  <a:lnTo>
                    <a:pt x="1" y="2804"/>
                  </a:lnTo>
                  <a:cubicBezTo>
                    <a:pt x="1" y="2938"/>
                    <a:pt x="106" y="3043"/>
                    <a:pt x="240" y="3043"/>
                  </a:cubicBezTo>
                  <a:lnTo>
                    <a:pt x="4594" y="3043"/>
                  </a:lnTo>
                  <a:cubicBezTo>
                    <a:pt x="4728" y="3043"/>
                    <a:pt x="4834" y="2938"/>
                    <a:pt x="4834" y="2804"/>
                  </a:cubicBezTo>
                  <a:lnTo>
                    <a:pt x="4834" y="1034"/>
                  </a:lnTo>
                  <a:cubicBezTo>
                    <a:pt x="4834" y="708"/>
                    <a:pt x="4623" y="421"/>
                    <a:pt x="4317" y="335"/>
                  </a:cubicBezTo>
                  <a:lnTo>
                    <a:pt x="3149" y="0"/>
                  </a:lnTo>
                  <a:lnTo>
                    <a:pt x="2422" y="479"/>
                  </a:lnTo>
                  <a:lnTo>
                    <a:pt x="169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7" name="Google Shape;9297;p63"/>
            <p:cNvSpPr/>
            <p:nvPr/>
          </p:nvSpPr>
          <p:spPr>
            <a:xfrm>
              <a:off x="5627693" y="3608979"/>
              <a:ext cx="12605" cy="67383"/>
            </a:xfrm>
            <a:custGeom>
              <a:avLst/>
              <a:gdLst/>
              <a:ahLst/>
              <a:cxnLst/>
              <a:rect l="l" t="t" r="r" b="b"/>
              <a:pathLst>
                <a:path w="480" h="2566" extrusionOk="0">
                  <a:moveTo>
                    <a:pt x="115" y="1"/>
                  </a:moveTo>
                  <a:lnTo>
                    <a:pt x="1" y="2565"/>
                  </a:lnTo>
                  <a:lnTo>
                    <a:pt x="479" y="2565"/>
                  </a:lnTo>
                  <a:lnTo>
                    <a:pt x="36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8" name="Google Shape;9298;p63"/>
            <p:cNvSpPr/>
            <p:nvPr/>
          </p:nvSpPr>
          <p:spPr>
            <a:xfrm>
              <a:off x="5595787" y="3517462"/>
              <a:ext cx="76417" cy="69930"/>
            </a:xfrm>
            <a:custGeom>
              <a:avLst/>
              <a:gdLst/>
              <a:ahLst/>
              <a:cxnLst/>
              <a:rect l="l" t="t" r="r" b="b"/>
              <a:pathLst>
                <a:path w="2910" h="2663" extrusionOk="0">
                  <a:moveTo>
                    <a:pt x="909" y="1"/>
                  </a:moveTo>
                  <a:cubicBezTo>
                    <a:pt x="785" y="1"/>
                    <a:pt x="664" y="57"/>
                    <a:pt x="584" y="146"/>
                  </a:cubicBezTo>
                  <a:lnTo>
                    <a:pt x="144" y="576"/>
                  </a:lnTo>
                  <a:cubicBezTo>
                    <a:pt x="48" y="672"/>
                    <a:pt x="0" y="796"/>
                    <a:pt x="0" y="921"/>
                  </a:cubicBezTo>
                  <a:lnTo>
                    <a:pt x="0" y="1208"/>
                  </a:lnTo>
                  <a:cubicBezTo>
                    <a:pt x="0" y="2012"/>
                    <a:pt x="651" y="2663"/>
                    <a:pt x="1455" y="2663"/>
                  </a:cubicBezTo>
                  <a:cubicBezTo>
                    <a:pt x="2259" y="2663"/>
                    <a:pt x="2909" y="2012"/>
                    <a:pt x="2909" y="1208"/>
                  </a:cubicBezTo>
                  <a:lnTo>
                    <a:pt x="2909" y="902"/>
                  </a:lnTo>
                  <a:cubicBezTo>
                    <a:pt x="2909" y="768"/>
                    <a:pt x="2862" y="643"/>
                    <a:pt x="2766" y="557"/>
                  </a:cubicBezTo>
                  <a:cubicBezTo>
                    <a:pt x="2393" y="193"/>
                    <a:pt x="1704" y="21"/>
                    <a:pt x="938" y="2"/>
                  </a:cubicBezTo>
                  <a:cubicBezTo>
                    <a:pt x="928" y="1"/>
                    <a:pt x="919" y="1"/>
                    <a:pt x="90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9" name="Google Shape;9299;p63"/>
            <p:cNvSpPr/>
            <p:nvPr/>
          </p:nvSpPr>
          <p:spPr>
            <a:xfrm>
              <a:off x="5595787" y="3517515"/>
              <a:ext cx="76154" cy="68381"/>
            </a:xfrm>
            <a:custGeom>
              <a:avLst/>
              <a:gdLst/>
              <a:ahLst/>
              <a:cxnLst/>
              <a:rect l="l" t="t" r="r" b="b"/>
              <a:pathLst>
                <a:path w="2900" h="2604" extrusionOk="0">
                  <a:moveTo>
                    <a:pt x="928" y="0"/>
                  </a:moveTo>
                  <a:cubicBezTo>
                    <a:pt x="804" y="0"/>
                    <a:pt x="670" y="48"/>
                    <a:pt x="584" y="144"/>
                  </a:cubicBezTo>
                  <a:lnTo>
                    <a:pt x="144" y="584"/>
                  </a:lnTo>
                  <a:cubicBezTo>
                    <a:pt x="48" y="670"/>
                    <a:pt x="0" y="794"/>
                    <a:pt x="0" y="919"/>
                  </a:cubicBezTo>
                  <a:lnTo>
                    <a:pt x="0" y="1206"/>
                  </a:lnTo>
                  <a:cubicBezTo>
                    <a:pt x="0" y="1857"/>
                    <a:pt x="431" y="2421"/>
                    <a:pt x="1053" y="2603"/>
                  </a:cubicBezTo>
                  <a:cubicBezTo>
                    <a:pt x="842" y="2345"/>
                    <a:pt x="727" y="2019"/>
                    <a:pt x="727" y="1694"/>
                  </a:cubicBezTo>
                  <a:lnTo>
                    <a:pt x="727" y="986"/>
                  </a:lnTo>
                  <a:lnTo>
                    <a:pt x="727" y="976"/>
                  </a:lnTo>
                  <a:cubicBezTo>
                    <a:pt x="727" y="710"/>
                    <a:pt x="939" y="496"/>
                    <a:pt x="1210" y="496"/>
                  </a:cubicBezTo>
                  <a:cubicBezTo>
                    <a:pt x="1221" y="496"/>
                    <a:pt x="1233" y="497"/>
                    <a:pt x="1244" y="498"/>
                  </a:cubicBezTo>
                  <a:cubicBezTo>
                    <a:pt x="1732" y="526"/>
                    <a:pt x="2460" y="612"/>
                    <a:pt x="2900" y="823"/>
                  </a:cubicBezTo>
                  <a:cubicBezTo>
                    <a:pt x="2890" y="727"/>
                    <a:pt x="2842" y="632"/>
                    <a:pt x="2766" y="555"/>
                  </a:cubicBezTo>
                  <a:cubicBezTo>
                    <a:pt x="2393" y="191"/>
                    <a:pt x="1704" y="19"/>
                    <a:pt x="928"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0" name="Google Shape;9300;p63"/>
            <p:cNvSpPr/>
            <p:nvPr/>
          </p:nvSpPr>
          <p:spPr>
            <a:xfrm>
              <a:off x="5672177" y="3612497"/>
              <a:ext cx="25420" cy="63864"/>
            </a:xfrm>
            <a:custGeom>
              <a:avLst/>
              <a:gdLst/>
              <a:ahLst/>
              <a:cxnLst/>
              <a:rect l="l" t="t" r="r" b="b"/>
              <a:pathLst>
                <a:path w="968" h="2432" extrusionOk="0">
                  <a:moveTo>
                    <a:pt x="833" y="1"/>
                  </a:moveTo>
                  <a:lnTo>
                    <a:pt x="211" y="623"/>
                  </a:lnTo>
                  <a:cubicBezTo>
                    <a:pt x="77" y="766"/>
                    <a:pt x="0" y="948"/>
                    <a:pt x="0" y="1139"/>
                  </a:cubicBezTo>
                  <a:lnTo>
                    <a:pt x="0" y="2431"/>
                  </a:lnTo>
                  <a:lnTo>
                    <a:pt x="728" y="2431"/>
                  </a:lnTo>
                  <a:cubicBezTo>
                    <a:pt x="862" y="2431"/>
                    <a:pt x="967" y="2326"/>
                    <a:pt x="967" y="2192"/>
                  </a:cubicBezTo>
                  <a:lnTo>
                    <a:pt x="967" y="422"/>
                  </a:lnTo>
                  <a:cubicBezTo>
                    <a:pt x="967" y="269"/>
                    <a:pt x="919" y="125"/>
                    <a:pt x="833"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1" name="Google Shape;9301;p63"/>
            <p:cNvSpPr/>
            <p:nvPr/>
          </p:nvSpPr>
          <p:spPr>
            <a:xfrm>
              <a:off x="5627955" y="3609241"/>
              <a:ext cx="12579" cy="12579"/>
            </a:xfrm>
            <a:custGeom>
              <a:avLst/>
              <a:gdLst/>
              <a:ahLst/>
              <a:cxnLst/>
              <a:rect l="l" t="t" r="r" b="b"/>
              <a:pathLst>
                <a:path w="479" h="479" extrusionOk="0">
                  <a:moveTo>
                    <a:pt x="0" y="0"/>
                  </a:moveTo>
                  <a:lnTo>
                    <a:pt x="0" y="364"/>
                  </a:lnTo>
                  <a:cubicBezTo>
                    <a:pt x="0" y="421"/>
                    <a:pt x="48" y="479"/>
                    <a:pt x="115" y="479"/>
                  </a:cubicBezTo>
                  <a:lnTo>
                    <a:pt x="354" y="479"/>
                  </a:lnTo>
                  <a:cubicBezTo>
                    <a:pt x="421" y="479"/>
                    <a:pt x="479" y="421"/>
                    <a:pt x="479" y="364"/>
                  </a:cubicBezTo>
                  <a:lnTo>
                    <a:pt x="479" y="0"/>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2" name="Google Shape;9302;p63"/>
            <p:cNvSpPr/>
            <p:nvPr/>
          </p:nvSpPr>
          <p:spPr>
            <a:xfrm>
              <a:off x="5607840" y="3591279"/>
              <a:ext cx="26155" cy="26706"/>
            </a:xfrm>
            <a:custGeom>
              <a:avLst/>
              <a:gdLst/>
              <a:ahLst/>
              <a:cxnLst/>
              <a:rect l="l" t="t" r="r" b="b"/>
              <a:pathLst>
                <a:path w="996" h="1017" extrusionOk="0">
                  <a:moveTo>
                    <a:pt x="231" y="0"/>
                  </a:moveTo>
                  <a:cubicBezTo>
                    <a:pt x="200" y="0"/>
                    <a:pt x="170" y="15"/>
                    <a:pt x="154" y="43"/>
                  </a:cubicBezTo>
                  <a:lnTo>
                    <a:pt x="0" y="273"/>
                  </a:lnTo>
                  <a:lnTo>
                    <a:pt x="374" y="943"/>
                  </a:lnTo>
                  <a:cubicBezTo>
                    <a:pt x="398" y="991"/>
                    <a:pt x="449" y="1016"/>
                    <a:pt x="500" y="1016"/>
                  </a:cubicBezTo>
                  <a:cubicBezTo>
                    <a:pt x="530" y="1016"/>
                    <a:pt x="560" y="1008"/>
                    <a:pt x="584" y="990"/>
                  </a:cubicBezTo>
                  <a:lnTo>
                    <a:pt x="996" y="675"/>
                  </a:lnTo>
                  <a:lnTo>
                    <a:pt x="297" y="24"/>
                  </a:lnTo>
                  <a:cubicBezTo>
                    <a:pt x="277" y="8"/>
                    <a:pt x="254" y="0"/>
                    <a:pt x="231"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3" name="Google Shape;9303;p63"/>
            <p:cNvSpPr/>
            <p:nvPr/>
          </p:nvSpPr>
          <p:spPr>
            <a:xfrm>
              <a:off x="5633969" y="3591279"/>
              <a:ext cx="26181" cy="26706"/>
            </a:xfrm>
            <a:custGeom>
              <a:avLst/>
              <a:gdLst/>
              <a:ahLst/>
              <a:cxnLst/>
              <a:rect l="l" t="t" r="r" b="b"/>
              <a:pathLst>
                <a:path w="997" h="1017" extrusionOk="0">
                  <a:moveTo>
                    <a:pt x="761" y="0"/>
                  </a:moveTo>
                  <a:cubicBezTo>
                    <a:pt x="738" y="0"/>
                    <a:pt x="715" y="8"/>
                    <a:pt x="699" y="24"/>
                  </a:cubicBezTo>
                  <a:lnTo>
                    <a:pt x="1" y="675"/>
                  </a:lnTo>
                  <a:lnTo>
                    <a:pt x="412" y="990"/>
                  </a:lnTo>
                  <a:cubicBezTo>
                    <a:pt x="437" y="1008"/>
                    <a:pt x="467" y="1016"/>
                    <a:pt x="496" y="1016"/>
                  </a:cubicBezTo>
                  <a:cubicBezTo>
                    <a:pt x="548" y="1016"/>
                    <a:pt x="599" y="991"/>
                    <a:pt x="623" y="943"/>
                  </a:cubicBezTo>
                  <a:lnTo>
                    <a:pt x="996" y="273"/>
                  </a:lnTo>
                  <a:lnTo>
                    <a:pt x="843" y="43"/>
                  </a:lnTo>
                  <a:cubicBezTo>
                    <a:pt x="826" y="15"/>
                    <a:pt x="793" y="0"/>
                    <a:pt x="761"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4" name="Google Shape;9304;p63"/>
            <p:cNvSpPr/>
            <p:nvPr/>
          </p:nvSpPr>
          <p:spPr>
            <a:xfrm>
              <a:off x="5303750" y="3488104"/>
              <a:ext cx="114625" cy="114362"/>
            </a:xfrm>
            <a:custGeom>
              <a:avLst/>
              <a:gdLst/>
              <a:ahLst/>
              <a:cxnLst/>
              <a:rect l="l" t="t" r="r" b="b"/>
              <a:pathLst>
                <a:path w="4365" h="4355" extrusionOk="0">
                  <a:moveTo>
                    <a:pt x="2182" y="0"/>
                  </a:moveTo>
                  <a:cubicBezTo>
                    <a:pt x="1225" y="0"/>
                    <a:pt x="527" y="756"/>
                    <a:pt x="460" y="1694"/>
                  </a:cubicBezTo>
                  <a:cubicBezTo>
                    <a:pt x="402" y="2364"/>
                    <a:pt x="259" y="3034"/>
                    <a:pt x="48" y="3675"/>
                  </a:cubicBezTo>
                  <a:cubicBezTo>
                    <a:pt x="0" y="3800"/>
                    <a:pt x="58" y="3934"/>
                    <a:pt x="173" y="3982"/>
                  </a:cubicBezTo>
                  <a:cubicBezTo>
                    <a:pt x="575" y="4173"/>
                    <a:pt x="1005" y="4297"/>
                    <a:pt x="1446" y="4355"/>
                  </a:cubicBezTo>
                  <a:lnTo>
                    <a:pt x="2919" y="4355"/>
                  </a:lnTo>
                  <a:cubicBezTo>
                    <a:pt x="3360" y="4297"/>
                    <a:pt x="3781" y="4163"/>
                    <a:pt x="4183" y="3982"/>
                  </a:cubicBezTo>
                  <a:cubicBezTo>
                    <a:pt x="4307" y="3934"/>
                    <a:pt x="4364" y="3800"/>
                    <a:pt x="4317" y="3675"/>
                  </a:cubicBezTo>
                  <a:cubicBezTo>
                    <a:pt x="4097" y="3034"/>
                    <a:pt x="3963" y="2364"/>
                    <a:pt x="3905" y="1694"/>
                  </a:cubicBezTo>
                  <a:cubicBezTo>
                    <a:pt x="3838" y="756"/>
                    <a:pt x="3130" y="0"/>
                    <a:pt x="21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5" name="Google Shape;9305;p63"/>
            <p:cNvSpPr/>
            <p:nvPr/>
          </p:nvSpPr>
          <p:spPr>
            <a:xfrm>
              <a:off x="5334920" y="3488104"/>
              <a:ext cx="83192" cy="114362"/>
            </a:xfrm>
            <a:custGeom>
              <a:avLst/>
              <a:gdLst/>
              <a:ahLst/>
              <a:cxnLst/>
              <a:rect l="l" t="t" r="r" b="b"/>
              <a:pathLst>
                <a:path w="3168" h="4355" extrusionOk="0">
                  <a:moveTo>
                    <a:pt x="986" y="0"/>
                  </a:moveTo>
                  <a:cubicBezTo>
                    <a:pt x="259" y="0"/>
                    <a:pt x="0" y="996"/>
                    <a:pt x="632" y="1369"/>
                  </a:cubicBezTo>
                  <a:cubicBezTo>
                    <a:pt x="651" y="1378"/>
                    <a:pt x="670" y="1388"/>
                    <a:pt x="689" y="1398"/>
                  </a:cubicBezTo>
                  <a:lnTo>
                    <a:pt x="1244" y="4355"/>
                  </a:lnTo>
                  <a:lnTo>
                    <a:pt x="1732" y="4355"/>
                  </a:lnTo>
                  <a:cubicBezTo>
                    <a:pt x="2173" y="4297"/>
                    <a:pt x="2594" y="4163"/>
                    <a:pt x="2996" y="3982"/>
                  </a:cubicBezTo>
                  <a:cubicBezTo>
                    <a:pt x="3120" y="3934"/>
                    <a:pt x="3168" y="3800"/>
                    <a:pt x="3120" y="3675"/>
                  </a:cubicBezTo>
                  <a:cubicBezTo>
                    <a:pt x="2910" y="3034"/>
                    <a:pt x="2776" y="2364"/>
                    <a:pt x="2718" y="1694"/>
                  </a:cubicBezTo>
                  <a:cubicBezTo>
                    <a:pt x="2651" y="756"/>
                    <a:pt x="1943" y="0"/>
                    <a:pt x="9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6" name="Google Shape;9306;p63"/>
            <p:cNvSpPr/>
            <p:nvPr/>
          </p:nvSpPr>
          <p:spPr>
            <a:xfrm>
              <a:off x="5302988" y="3574552"/>
              <a:ext cx="114625" cy="101810"/>
            </a:xfrm>
            <a:custGeom>
              <a:avLst/>
              <a:gdLst/>
              <a:ahLst/>
              <a:cxnLst/>
              <a:rect l="l" t="t" r="r" b="b"/>
              <a:pathLst>
                <a:path w="4365" h="3877" extrusionOk="0">
                  <a:moveTo>
                    <a:pt x="1455" y="0"/>
                  </a:moveTo>
                  <a:lnTo>
                    <a:pt x="1455" y="728"/>
                  </a:lnTo>
                  <a:cubicBezTo>
                    <a:pt x="1455" y="910"/>
                    <a:pt x="1350" y="1082"/>
                    <a:pt x="1187" y="1158"/>
                  </a:cubicBezTo>
                  <a:lnTo>
                    <a:pt x="403" y="1551"/>
                  </a:lnTo>
                  <a:cubicBezTo>
                    <a:pt x="163" y="1675"/>
                    <a:pt x="1" y="1924"/>
                    <a:pt x="1" y="2202"/>
                  </a:cubicBezTo>
                  <a:lnTo>
                    <a:pt x="1" y="3637"/>
                  </a:lnTo>
                  <a:cubicBezTo>
                    <a:pt x="1" y="3771"/>
                    <a:pt x="116" y="3876"/>
                    <a:pt x="240" y="3876"/>
                  </a:cubicBezTo>
                  <a:lnTo>
                    <a:pt x="4126" y="3876"/>
                  </a:lnTo>
                  <a:cubicBezTo>
                    <a:pt x="4250" y="3876"/>
                    <a:pt x="4365" y="3771"/>
                    <a:pt x="4365" y="3637"/>
                  </a:cubicBezTo>
                  <a:lnTo>
                    <a:pt x="4365" y="2202"/>
                  </a:lnTo>
                  <a:cubicBezTo>
                    <a:pt x="4365" y="1924"/>
                    <a:pt x="4212" y="1675"/>
                    <a:pt x="3963" y="1551"/>
                  </a:cubicBezTo>
                  <a:lnTo>
                    <a:pt x="3178" y="1158"/>
                  </a:lnTo>
                  <a:cubicBezTo>
                    <a:pt x="3015" y="1082"/>
                    <a:pt x="2910" y="910"/>
                    <a:pt x="2910" y="728"/>
                  </a:cubicBezTo>
                  <a:lnTo>
                    <a:pt x="2910"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7" name="Google Shape;9307;p63"/>
            <p:cNvSpPr/>
            <p:nvPr/>
          </p:nvSpPr>
          <p:spPr>
            <a:xfrm>
              <a:off x="5340934" y="3574552"/>
              <a:ext cx="38996" cy="25420"/>
            </a:xfrm>
            <a:custGeom>
              <a:avLst/>
              <a:gdLst/>
              <a:ahLst/>
              <a:cxnLst/>
              <a:rect l="l" t="t" r="r" b="b"/>
              <a:pathLst>
                <a:path w="1485" h="968" extrusionOk="0">
                  <a:moveTo>
                    <a:pt x="10" y="0"/>
                  </a:moveTo>
                  <a:lnTo>
                    <a:pt x="10" y="728"/>
                  </a:lnTo>
                  <a:cubicBezTo>
                    <a:pt x="10" y="756"/>
                    <a:pt x="10" y="785"/>
                    <a:pt x="1" y="823"/>
                  </a:cubicBezTo>
                  <a:cubicBezTo>
                    <a:pt x="231" y="919"/>
                    <a:pt x="489" y="967"/>
                    <a:pt x="738" y="967"/>
                  </a:cubicBezTo>
                  <a:cubicBezTo>
                    <a:pt x="996" y="967"/>
                    <a:pt x="1245" y="919"/>
                    <a:pt x="1484" y="823"/>
                  </a:cubicBezTo>
                  <a:cubicBezTo>
                    <a:pt x="1475" y="785"/>
                    <a:pt x="1465" y="756"/>
                    <a:pt x="1465" y="728"/>
                  </a:cubicBezTo>
                  <a:lnTo>
                    <a:pt x="1465"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8" name="Google Shape;9308;p63"/>
            <p:cNvSpPr/>
            <p:nvPr/>
          </p:nvSpPr>
          <p:spPr>
            <a:xfrm>
              <a:off x="5302988" y="3607981"/>
              <a:ext cx="114389" cy="68381"/>
            </a:xfrm>
            <a:custGeom>
              <a:avLst/>
              <a:gdLst/>
              <a:ahLst/>
              <a:cxnLst/>
              <a:rect l="l" t="t" r="r" b="b"/>
              <a:pathLst>
                <a:path w="4356" h="2604" extrusionOk="0">
                  <a:moveTo>
                    <a:pt x="958" y="0"/>
                  </a:moveTo>
                  <a:lnTo>
                    <a:pt x="403" y="278"/>
                  </a:lnTo>
                  <a:cubicBezTo>
                    <a:pt x="154" y="402"/>
                    <a:pt x="1" y="651"/>
                    <a:pt x="1" y="929"/>
                  </a:cubicBezTo>
                  <a:lnTo>
                    <a:pt x="1" y="2364"/>
                  </a:lnTo>
                  <a:cubicBezTo>
                    <a:pt x="1" y="2489"/>
                    <a:pt x="106" y="2603"/>
                    <a:pt x="240" y="2603"/>
                  </a:cubicBezTo>
                  <a:lnTo>
                    <a:pt x="4116" y="2603"/>
                  </a:lnTo>
                  <a:cubicBezTo>
                    <a:pt x="4250" y="2603"/>
                    <a:pt x="4355" y="2489"/>
                    <a:pt x="4355" y="2364"/>
                  </a:cubicBezTo>
                  <a:lnTo>
                    <a:pt x="4355" y="929"/>
                  </a:lnTo>
                  <a:cubicBezTo>
                    <a:pt x="4355" y="651"/>
                    <a:pt x="4202" y="402"/>
                    <a:pt x="3963" y="278"/>
                  </a:cubicBezTo>
                  <a:lnTo>
                    <a:pt x="3398" y="0"/>
                  </a:lnTo>
                  <a:cubicBezTo>
                    <a:pt x="3111" y="441"/>
                    <a:pt x="2645" y="661"/>
                    <a:pt x="2178" y="661"/>
                  </a:cubicBezTo>
                  <a:cubicBezTo>
                    <a:pt x="1711" y="661"/>
                    <a:pt x="1245" y="441"/>
                    <a:pt x="95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9" name="Google Shape;9309;p63"/>
            <p:cNvSpPr/>
            <p:nvPr/>
          </p:nvSpPr>
          <p:spPr>
            <a:xfrm>
              <a:off x="5322105" y="3524605"/>
              <a:ext cx="76417" cy="62788"/>
            </a:xfrm>
            <a:custGeom>
              <a:avLst/>
              <a:gdLst/>
              <a:ahLst/>
              <a:cxnLst/>
              <a:rect l="l" t="t" r="r" b="b"/>
              <a:pathLst>
                <a:path w="2910" h="2391" extrusionOk="0">
                  <a:moveTo>
                    <a:pt x="1118" y="0"/>
                  </a:moveTo>
                  <a:cubicBezTo>
                    <a:pt x="1025" y="0"/>
                    <a:pt x="939" y="54"/>
                    <a:pt x="900" y="142"/>
                  </a:cubicBezTo>
                  <a:cubicBezTo>
                    <a:pt x="823" y="304"/>
                    <a:pt x="708" y="457"/>
                    <a:pt x="574" y="582"/>
                  </a:cubicBezTo>
                  <a:cubicBezTo>
                    <a:pt x="440" y="697"/>
                    <a:pt x="297" y="792"/>
                    <a:pt x="144" y="869"/>
                  </a:cubicBezTo>
                  <a:cubicBezTo>
                    <a:pt x="48" y="917"/>
                    <a:pt x="0" y="1022"/>
                    <a:pt x="19" y="1118"/>
                  </a:cubicBezTo>
                  <a:cubicBezTo>
                    <a:pt x="105" y="1845"/>
                    <a:pt x="727" y="2391"/>
                    <a:pt x="1455" y="2391"/>
                  </a:cubicBezTo>
                  <a:cubicBezTo>
                    <a:pt x="2220" y="2391"/>
                    <a:pt x="2852" y="1797"/>
                    <a:pt x="2909" y="1041"/>
                  </a:cubicBezTo>
                  <a:cubicBezTo>
                    <a:pt x="2909" y="965"/>
                    <a:pt x="2881" y="898"/>
                    <a:pt x="2823" y="850"/>
                  </a:cubicBezTo>
                  <a:cubicBezTo>
                    <a:pt x="2345" y="448"/>
                    <a:pt x="1780" y="161"/>
                    <a:pt x="1177" y="8"/>
                  </a:cubicBezTo>
                  <a:cubicBezTo>
                    <a:pt x="1157" y="3"/>
                    <a:pt x="1137" y="0"/>
                    <a:pt x="111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0" name="Google Shape;9310;p63"/>
            <p:cNvSpPr/>
            <p:nvPr/>
          </p:nvSpPr>
          <p:spPr>
            <a:xfrm>
              <a:off x="5322105" y="3524841"/>
              <a:ext cx="76417" cy="62052"/>
            </a:xfrm>
            <a:custGeom>
              <a:avLst/>
              <a:gdLst/>
              <a:ahLst/>
              <a:cxnLst/>
              <a:rect l="l" t="t" r="r" b="b"/>
              <a:pathLst>
                <a:path w="2910" h="2363" extrusionOk="0">
                  <a:moveTo>
                    <a:pt x="1118" y="1"/>
                  </a:moveTo>
                  <a:cubicBezTo>
                    <a:pt x="1025" y="1"/>
                    <a:pt x="941" y="55"/>
                    <a:pt x="909" y="142"/>
                  </a:cubicBezTo>
                  <a:cubicBezTo>
                    <a:pt x="842" y="257"/>
                    <a:pt x="775" y="362"/>
                    <a:pt x="680" y="467"/>
                  </a:cubicBezTo>
                  <a:cubicBezTo>
                    <a:pt x="651" y="506"/>
                    <a:pt x="613" y="544"/>
                    <a:pt x="574" y="573"/>
                  </a:cubicBezTo>
                  <a:cubicBezTo>
                    <a:pt x="440" y="688"/>
                    <a:pt x="297" y="783"/>
                    <a:pt x="144" y="869"/>
                  </a:cubicBezTo>
                  <a:cubicBezTo>
                    <a:pt x="48" y="908"/>
                    <a:pt x="0" y="1013"/>
                    <a:pt x="19" y="1118"/>
                  </a:cubicBezTo>
                  <a:cubicBezTo>
                    <a:pt x="105" y="1759"/>
                    <a:pt x="593" y="2267"/>
                    <a:pt x="1235" y="2362"/>
                  </a:cubicBezTo>
                  <a:cubicBezTo>
                    <a:pt x="900" y="2161"/>
                    <a:pt x="708" y="1788"/>
                    <a:pt x="727" y="1405"/>
                  </a:cubicBezTo>
                  <a:lnTo>
                    <a:pt x="727" y="1061"/>
                  </a:lnTo>
                  <a:cubicBezTo>
                    <a:pt x="785" y="1013"/>
                    <a:pt x="842" y="975"/>
                    <a:pt x="900" y="927"/>
                  </a:cubicBezTo>
                  <a:cubicBezTo>
                    <a:pt x="1034" y="812"/>
                    <a:pt x="1148" y="668"/>
                    <a:pt x="1244" y="515"/>
                  </a:cubicBezTo>
                  <a:cubicBezTo>
                    <a:pt x="1704" y="659"/>
                    <a:pt x="2134" y="898"/>
                    <a:pt x="2507" y="1204"/>
                  </a:cubicBezTo>
                  <a:cubicBezTo>
                    <a:pt x="2555" y="1243"/>
                    <a:pt x="2670" y="1348"/>
                    <a:pt x="2795" y="1472"/>
                  </a:cubicBezTo>
                  <a:cubicBezTo>
                    <a:pt x="2862" y="1338"/>
                    <a:pt x="2890" y="1185"/>
                    <a:pt x="2909" y="1032"/>
                  </a:cubicBezTo>
                  <a:cubicBezTo>
                    <a:pt x="2909" y="965"/>
                    <a:pt x="2881" y="889"/>
                    <a:pt x="2823" y="841"/>
                  </a:cubicBezTo>
                  <a:cubicBezTo>
                    <a:pt x="2345" y="448"/>
                    <a:pt x="1780" y="161"/>
                    <a:pt x="1177" y="8"/>
                  </a:cubicBezTo>
                  <a:cubicBezTo>
                    <a:pt x="1157" y="3"/>
                    <a:pt x="1137" y="1"/>
                    <a:pt x="1118"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1" name="Google Shape;9311;p63"/>
            <p:cNvSpPr/>
            <p:nvPr/>
          </p:nvSpPr>
          <p:spPr>
            <a:xfrm>
              <a:off x="5302988" y="3621032"/>
              <a:ext cx="25420" cy="55330"/>
            </a:xfrm>
            <a:custGeom>
              <a:avLst/>
              <a:gdLst/>
              <a:ahLst/>
              <a:cxnLst/>
              <a:rect l="l" t="t" r="r" b="b"/>
              <a:pathLst>
                <a:path w="968" h="2107" extrusionOk="0">
                  <a:moveTo>
                    <a:pt x="154" y="1"/>
                  </a:moveTo>
                  <a:cubicBezTo>
                    <a:pt x="58" y="125"/>
                    <a:pt x="1" y="278"/>
                    <a:pt x="1" y="432"/>
                  </a:cubicBezTo>
                  <a:lnTo>
                    <a:pt x="1" y="1867"/>
                  </a:lnTo>
                  <a:cubicBezTo>
                    <a:pt x="1" y="2001"/>
                    <a:pt x="106" y="2106"/>
                    <a:pt x="240" y="2106"/>
                  </a:cubicBezTo>
                  <a:lnTo>
                    <a:pt x="967" y="2106"/>
                  </a:lnTo>
                  <a:lnTo>
                    <a:pt x="967" y="891"/>
                  </a:lnTo>
                  <a:cubicBezTo>
                    <a:pt x="967" y="738"/>
                    <a:pt x="900" y="604"/>
                    <a:pt x="785" y="508"/>
                  </a:cubicBezTo>
                  <a:lnTo>
                    <a:pt x="154"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2" name="Google Shape;9312;p63"/>
            <p:cNvSpPr/>
            <p:nvPr/>
          </p:nvSpPr>
          <p:spPr>
            <a:xfrm>
              <a:off x="5392219" y="3587367"/>
              <a:ext cx="216146" cy="88995"/>
            </a:xfrm>
            <a:custGeom>
              <a:avLst/>
              <a:gdLst/>
              <a:ahLst/>
              <a:cxnLst/>
              <a:rect l="l" t="t" r="r" b="b"/>
              <a:pathLst>
                <a:path w="8231" h="3389" extrusionOk="0">
                  <a:moveTo>
                    <a:pt x="2661" y="1"/>
                  </a:moveTo>
                  <a:lnTo>
                    <a:pt x="632" y="737"/>
                  </a:lnTo>
                  <a:cubicBezTo>
                    <a:pt x="249" y="871"/>
                    <a:pt x="0" y="1235"/>
                    <a:pt x="0" y="1647"/>
                  </a:cubicBezTo>
                  <a:lnTo>
                    <a:pt x="0" y="3149"/>
                  </a:lnTo>
                  <a:cubicBezTo>
                    <a:pt x="0" y="3274"/>
                    <a:pt x="105" y="3388"/>
                    <a:pt x="239" y="3388"/>
                  </a:cubicBezTo>
                  <a:lnTo>
                    <a:pt x="7991" y="3388"/>
                  </a:lnTo>
                  <a:cubicBezTo>
                    <a:pt x="8125" y="3388"/>
                    <a:pt x="8231" y="3274"/>
                    <a:pt x="8231" y="3149"/>
                  </a:cubicBezTo>
                  <a:lnTo>
                    <a:pt x="8231" y="1647"/>
                  </a:lnTo>
                  <a:cubicBezTo>
                    <a:pt x="8231" y="1235"/>
                    <a:pt x="7982" y="871"/>
                    <a:pt x="7599" y="737"/>
                  </a:cubicBezTo>
                  <a:lnTo>
                    <a:pt x="5570" y="1"/>
                  </a:lnTo>
                  <a:lnTo>
                    <a:pt x="4115" y="479"/>
                  </a:lnTo>
                  <a:lnTo>
                    <a:pt x="2661"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3" name="Google Shape;9313;p63"/>
            <p:cNvSpPr/>
            <p:nvPr/>
          </p:nvSpPr>
          <p:spPr>
            <a:xfrm>
              <a:off x="5487701" y="3612760"/>
              <a:ext cx="25420" cy="63602"/>
            </a:xfrm>
            <a:custGeom>
              <a:avLst/>
              <a:gdLst/>
              <a:ahLst/>
              <a:cxnLst/>
              <a:rect l="l" t="t" r="r" b="b"/>
              <a:pathLst>
                <a:path w="968" h="2422" extrusionOk="0">
                  <a:moveTo>
                    <a:pt x="231" y="0"/>
                  </a:moveTo>
                  <a:lnTo>
                    <a:pt x="1" y="2421"/>
                  </a:lnTo>
                  <a:lnTo>
                    <a:pt x="967" y="2421"/>
                  </a:lnTo>
                  <a:lnTo>
                    <a:pt x="738"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4" name="Google Shape;9314;p63"/>
            <p:cNvSpPr/>
            <p:nvPr/>
          </p:nvSpPr>
          <p:spPr>
            <a:xfrm>
              <a:off x="5489224" y="3599945"/>
              <a:ext cx="22400" cy="21638"/>
            </a:xfrm>
            <a:custGeom>
              <a:avLst/>
              <a:gdLst/>
              <a:ahLst/>
              <a:cxnLst/>
              <a:rect l="l" t="t" r="r" b="b"/>
              <a:pathLst>
                <a:path w="853" h="824" extrusionOk="0">
                  <a:moveTo>
                    <a:pt x="0" y="0"/>
                  </a:moveTo>
                  <a:lnTo>
                    <a:pt x="0" y="651"/>
                  </a:lnTo>
                  <a:cubicBezTo>
                    <a:pt x="0" y="747"/>
                    <a:pt x="77" y="823"/>
                    <a:pt x="173" y="823"/>
                  </a:cubicBezTo>
                  <a:lnTo>
                    <a:pt x="680" y="823"/>
                  </a:lnTo>
                  <a:cubicBezTo>
                    <a:pt x="775" y="823"/>
                    <a:pt x="852" y="747"/>
                    <a:pt x="852" y="651"/>
                  </a:cubicBezTo>
                  <a:lnTo>
                    <a:pt x="852"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5" name="Google Shape;9315;p63"/>
            <p:cNvSpPr/>
            <p:nvPr/>
          </p:nvSpPr>
          <p:spPr>
            <a:xfrm>
              <a:off x="5570394" y="3613259"/>
              <a:ext cx="38235" cy="63103"/>
            </a:xfrm>
            <a:custGeom>
              <a:avLst/>
              <a:gdLst/>
              <a:ahLst/>
              <a:cxnLst/>
              <a:rect l="l" t="t" r="r" b="b"/>
              <a:pathLst>
                <a:path w="1456" h="2403" extrusionOk="0">
                  <a:moveTo>
                    <a:pt x="1187" y="0"/>
                  </a:moveTo>
                  <a:lnTo>
                    <a:pt x="288" y="900"/>
                  </a:lnTo>
                  <a:cubicBezTo>
                    <a:pt x="106" y="1082"/>
                    <a:pt x="1" y="1331"/>
                    <a:pt x="1" y="1589"/>
                  </a:cubicBezTo>
                  <a:lnTo>
                    <a:pt x="1" y="2402"/>
                  </a:lnTo>
                  <a:lnTo>
                    <a:pt x="1216" y="2402"/>
                  </a:lnTo>
                  <a:cubicBezTo>
                    <a:pt x="1340" y="2402"/>
                    <a:pt x="1455" y="2288"/>
                    <a:pt x="1455" y="2163"/>
                  </a:cubicBezTo>
                  <a:lnTo>
                    <a:pt x="1455" y="661"/>
                  </a:lnTo>
                  <a:cubicBezTo>
                    <a:pt x="1446" y="412"/>
                    <a:pt x="1359" y="173"/>
                    <a:pt x="1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6" name="Google Shape;9316;p63"/>
            <p:cNvSpPr/>
            <p:nvPr/>
          </p:nvSpPr>
          <p:spPr>
            <a:xfrm>
              <a:off x="5430165" y="3389839"/>
              <a:ext cx="140255" cy="101810"/>
            </a:xfrm>
            <a:custGeom>
              <a:avLst/>
              <a:gdLst/>
              <a:ahLst/>
              <a:cxnLst/>
              <a:rect l="l" t="t" r="r" b="b"/>
              <a:pathLst>
                <a:path w="5341" h="3877" extrusionOk="0">
                  <a:moveTo>
                    <a:pt x="1943" y="0"/>
                  </a:moveTo>
                  <a:cubicBezTo>
                    <a:pt x="871" y="0"/>
                    <a:pt x="10" y="871"/>
                    <a:pt x="10" y="1943"/>
                  </a:cubicBezTo>
                  <a:lnTo>
                    <a:pt x="10" y="2517"/>
                  </a:lnTo>
                  <a:cubicBezTo>
                    <a:pt x="0" y="2776"/>
                    <a:pt x="48" y="3034"/>
                    <a:pt x="125" y="3283"/>
                  </a:cubicBezTo>
                  <a:lnTo>
                    <a:pt x="211" y="3522"/>
                  </a:lnTo>
                  <a:cubicBezTo>
                    <a:pt x="230" y="3599"/>
                    <a:pt x="240" y="3675"/>
                    <a:pt x="240" y="3752"/>
                  </a:cubicBezTo>
                  <a:lnTo>
                    <a:pt x="240" y="3876"/>
                  </a:lnTo>
                  <a:lnTo>
                    <a:pt x="5092" y="3876"/>
                  </a:lnTo>
                  <a:lnTo>
                    <a:pt x="5092" y="3752"/>
                  </a:lnTo>
                  <a:cubicBezTo>
                    <a:pt x="5092" y="3675"/>
                    <a:pt x="5101" y="3599"/>
                    <a:pt x="5130" y="3522"/>
                  </a:cubicBezTo>
                  <a:lnTo>
                    <a:pt x="5207" y="3283"/>
                  </a:lnTo>
                  <a:cubicBezTo>
                    <a:pt x="5293" y="3034"/>
                    <a:pt x="5331" y="2785"/>
                    <a:pt x="5341" y="2517"/>
                  </a:cubicBezTo>
                  <a:lnTo>
                    <a:pt x="5341" y="488"/>
                  </a:lnTo>
                  <a:cubicBezTo>
                    <a:pt x="5341" y="220"/>
                    <a:pt x="5120" y="0"/>
                    <a:pt x="485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7" name="Google Shape;9317;p63"/>
            <p:cNvSpPr/>
            <p:nvPr/>
          </p:nvSpPr>
          <p:spPr>
            <a:xfrm>
              <a:off x="5462071" y="3390338"/>
              <a:ext cx="108086" cy="101547"/>
            </a:xfrm>
            <a:custGeom>
              <a:avLst/>
              <a:gdLst/>
              <a:ahLst/>
              <a:cxnLst/>
              <a:rect l="l" t="t" r="r" b="b"/>
              <a:pathLst>
                <a:path w="4116" h="3867" extrusionOk="0">
                  <a:moveTo>
                    <a:pt x="986" y="0"/>
                  </a:moveTo>
                  <a:cubicBezTo>
                    <a:pt x="441" y="0"/>
                    <a:pt x="10" y="431"/>
                    <a:pt x="1" y="977"/>
                  </a:cubicBezTo>
                  <a:cubicBezTo>
                    <a:pt x="1" y="1513"/>
                    <a:pt x="441" y="1953"/>
                    <a:pt x="986" y="1953"/>
                  </a:cubicBezTo>
                  <a:lnTo>
                    <a:pt x="1120" y="1953"/>
                  </a:lnTo>
                  <a:lnTo>
                    <a:pt x="1187" y="3867"/>
                  </a:lnTo>
                  <a:lnTo>
                    <a:pt x="3877" y="3867"/>
                  </a:lnTo>
                  <a:lnTo>
                    <a:pt x="3877" y="3752"/>
                  </a:lnTo>
                  <a:cubicBezTo>
                    <a:pt x="3877" y="3675"/>
                    <a:pt x="3896" y="3599"/>
                    <a:pt x="3915" y="3522"/>
                  </a:cubicBezTo>
                  <a:lnTo>
                    <a:pt x="4001" y="3283"/>
                  </a:lnTo>
                  <a:cubicBezTo>
                    <a:pt x="4078" y="3034"/>
                    <a:pt x="4116" y="2776"/>
                    <a:pt x="4116" y="2517"/>
                  </a:cubicBezTo>
                  <a:lnTo>
                    <a:pt x="4116" y="479"/>
                  </a:lnTo>
                  <a:cubicBezTo>
                    <a:pt x="4116" y="211"/>
                    <a:pt x="3896" y="0"/>
                    <a:pt x="36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8" name="Google Shape;9318;p63"/>
            <p:cNvSpPr/>
            <p:nvPr/>
          </p:nvSpPr>
          <p:spPr>
            <a:xfrm>
              <a:off x="5462071" y="3542646"/>
              <a:ext cx="76443" cy="57326"/>
            </a:xfrm>
            <a:custGeom>
              <a:avLst/>
              <a:gdLst/>
              <a:ahLst/>
              <a:cxnLst/>
              <a:rect l="l" t="t" r="r" b="b"/>
              <a:pathLst>
                <a:path w="2911" h="2183" extrusionOk="0">
                  <a:moveTo>
                    <a:pt x="1" y="0"/>
                  </a:moveTo>
                  <a:lnTo>
                    <a:pt x="1" y="2182"/>
                  </a:lnTo>
                  <a:lnTo>
                    <a:pt x="2910" y="2182"/>
                  </a:lnTo>
                  <a:lnTo>
                    <a:pt x="2910"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19" name="Google Shape;9319;p63"/>
            <p:cNvSpPr/>
            <p:nvPr/>
          </p:nvSpPr>
          <p:spPr>
            <a:xfrm>
              <a:off x="5462071" y="3542646"/>
              <a:ext cx="76443" cy="31985"/>
            </a:xfrm>
            <a:custGeom>
              <a:avLst/>
              <a:gdLst/>
              <a:ahLst/>
              <a:cxnLst/>
              <a:rect l="l" t="t" r="r" b="b"/>
              <a:pathLst>
                <a:path w="2911" h="1218" extrusionOk="0">
                  <a:moveTo>
                    <a:pt x="1" y="0"/>
                  </a:moveTo>
                  <a:lnTo>
                    <a:pt x="1" y="823"/>
                  </a:lnTo>
                  <a:cubicBezTo>
                    <a:pt x="451" y="1086"/>
                    <a:pt x="953" y="1218"/>
                    <a:pt x="1455" y="1218"/>
                  </a:cubicBezTo>
                  <a:cubicBezTo>
                    <a:pt x="1958" y="1218"/>
                    <a:pt x="2460" y="1086"/>
                    <a:pt x="2910" y="823"/>
                  </a:cubicBezTo>
                  <a:lnTo>
                    <a:pt x="291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0" name="Google Shape;9320;p63"/>
            <p:cNvSpPr/>
            <p:nvPr/>
          </p:nvSpPr>
          <p:spPr>
            <a:xfrm>
              <a:off x="5449519" y="3576600"/>
              <a:ext cx="50787" cy="45535"/>
            </a:xfrm>
            <a:custGeom>
              <a:avLst/>
              <a:gdLst/>
              <a:ahLst/>
              <a:cxnLst/>
              <a:rect l="l" t="t" r="r" b="b"/>
              <a:pathLst>
                <a:path w="1934" h="1734" extrusionOk="0">
                  <a:moveTo>
                    <a:pt x="427" y="1"/>
                  </a:moveTo>
                  <a:cubicBezTo>
                    <a:pt x="337" y="1"/>
                    <a:pt x="250" y="52"/>
                    <a:pt x="211" y="143"/>
                  </a:cubicBezTo>
                  <a:lnTo>
                    <a:pt x="0" y="583"/>
                  </a:lnTo>
                  <a:lnTo>
                    <a:pt x="804" y="1636"/>
                  </a:lnTo>
                  <a:cubicBezTo>
                    <a:pt x="852" y="1699"/>
                    <a:pt x="926" y="1733"/>
                    <a:pt x="999" y="1733"/>
                  </a:cubicBezTo>
                  <a:cubicBezTo>
                    <a:pt x="1058" y="1733"/>
                    <a:pt x="1116" y="1711"/>
                    <a:pt x="1158" y="1664"/>
                  </a:cubicBezTo>
                  <a:lnTo>
                    <a:pt x="1933" y="889"/>
                  </a:lnTo>
                  <a:lnTo>
                    <a:pt x="555" y="37"/>
                  </a:lnTo>
                  <a:cubicBezTo>
                    <a:pt x="515" y="12"/>
                    <a:pt x="471" y="1"/>
                    <a:pt x="42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1" name="Google Shape;9321;p63"/>
            <p:cNvSpPr/>
            <p:nvPr/>
          </p:nvSpPr>
          <p:spPr>
            <a:xfrm>
              <a:off x="5500279" y="3576600"/>
              <a:ext cx="50787" cy="45535"/>
            </a:xfrm>
            <a:custGeom>
              <a:avLst/>
              <a:gdLst/>
              <a:ahLst/>
              <a:cxnLst/>
              <a:rect l="l" t="t" r="r" b="b"/>
              <a:pathLst>
                <a:path w="1934" h="1734" extrusionOk="0">
                  <a:moveTo>
                    <a:pt x="1507" y="1"/>
                  </a:moveTo>
                  <a:cubicBezTo>
                    <a:pt x="1463" y="1"/>
                    <a:pt x="1419" y="12"/>
                    <a:pt x="1379" y="37"/>
                  </a:cubicBezTo>
                  <a:lnTo>
                    <a:pt x="0" y="889"/>
                  </a:lnTo>
                  <a:lnTo>
                    <a:pt x="776" y="1664"/>
                  </a:lnTo>
                  <a:cubicBezTo>
                    <a:pt x="823" y="1711"/>
                    <a:pt x="881" y="1733"/>
                    <a:pt x="939" y="1733"/>
                  </a:cubicBezTo>
                  <a:cubicBezTo>
                    <a:pt x="1011" y="1733"/>
                    <a:pt x="1082" y="1699"/>
                    <a:pt x="1130" y="1636"/>
                  </a:cubicBezTo>
                  <a:lnTo>
                    <a:pt x="1934" y="583"/>
                  </a:lnTo>
                  <a:lnTo>
                    <a:pt x="1723" y="143"/>
                  </a:lnTo>
                  <a:cubicBezTo>
                    <a:pt x="1684" y="52"/>
                    <a:pt x="1597" y="1"/>
                    <a:pt x="150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2" name="Google Shape;9322;p63"/>
            <p:cNvSpPr/>
            <p:nvPr/>
          </p:nvSpPr>
          <p:spPr>
            <a:xfrm>
              <a:off x="5436704" y="3441545"/>
              <a:ext cx="127177" cy="120218"/>
            </a:xfrm>
            <a:custGeom>
              <a:avLst/>
              <a:gdLst/>
              <a:ahLst/>
              <a:cxnLst/>
              <a:rect l="l" t="t" r="r" b="b"/>
              <a:pathLst>
                <a:path w="4843" h="4578" extrusionOk="0">
                  <a:moveTo>
                    <a:pt x="2088" y="0"/>
                  </a:moveTo>
                  <a:cubicBezTo>
                    <a:pt x="1472" y="0"/>
                    <a:pt x="939" y="103"/>
                    <a:pt x="670" y="165"/>
                  </a:cubicBezTo>
                  <a:cubicBezTo>
                    <a:pt x="555" y="194"/>
                    <a:pt x="479" y="290"/>
                    <a:pt x="488" y="405"/>
                  </a:cubicBezTo>
                  <a:lnTo>
                    <a:pt x="488" y="989"/>
                  </a:lnTo>
                  <a:cubicBezTo>
                    <a:pt x="488" y="1113"/>
                    <a:pt x="431" y="1237"/>
                    <a:pt x="345" y="1333"/>
                  </a:cubicBezTo>
                  <a:lnTo>
                    <a:pt x="144" y="1534"/>
                  </a:lnTo>
                  <a:cubicBezTo>
                    <a:pt x="48" y="1620"/>
                    <a:pt x="0" y="1745"/>
                    <a:pt x="0" y="1869"/>
                  </a:cubicBezTo>
                  <a:lnTo>
                    <a:pt x="0" y="2156"/>
                  </a:lnTo>
                  <a:cubicBezTo>
                    <a:pt x="0" y="3496"/>
                    <a:pt x="1082" y="4577"/>
                    <a:pt x="2421" y="4577"/>
                  </a:cubicBezTo>
                  <a:cubicBezTo>
                    <a:pt x="3761" y="4577"/>
                    <a:pt x="4843" y="3496"/>
                    <a:pt x="4843" y="2156"/>
                  </a:cubicBezTo>
                  <a:lnTo>
                    <a:pt x="4843" y="1869"/>
                  </a:lnTo>
                  <a:cubicBezTo>
                    <a:pt x="4843" y="1745"/>
                    <a:pt x="4795" y="1620"/>
                    <a:pt x="4699" y="1524"/>
                  </a:cubicBezTo>
                  <a:lnTo>
                    <a:pt x="4498" y="1323"/>
                  </a:lnTo>
                  <a:cubicBezTo>
                    <a:pt x="4412" y="1237"/>
                    <a:pt x="4355" y="1113"/>
                    <a:pt x="4355" y="989"/>
                  </a:cubicBezTo>
                  <a:lnTo>
                    <a:pt x="4355" y="855"/>
                  </a:lnTo>
                  <a:cubicBezTo>
                    <a:pt x="4364" y="759"/>
                    <a:pt x="4316" y="663"/>
                    <a:pt x="4240" y="606"/>
                  </a:cubicBezTo>
                  <a:cubicBezTo>
                    <a:pt x="3593" y="132"/>
                    <a:pt x="2788" y="0"/>
                    <a:pt x="208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3" name="Google Shape;9323;p63"/>
            <p:cNvSpPr/>
            <p:nvPr/>
          </p:nvSpPr>
          <p:spPr>
            <a:xfrm>
              <a:off x="5436704" y="3441676"/>
              <a:ext cx="114625" cy="119588"/>
            </a:xfrm>
            <a:custGeom>
              <a:avLst/>
              <a:gdLst/>
              <a:ahLst/>
              <a:cxnLst/>
              <a:rect l="l" t="t" r="r" b="b"/>
              <a:pathLst>
                <a:path w="4365" h="4554" extrusionOk="0">
                  <a:moveTo>
                    <a:pt x="2098" y="0"/>
                  </a:moveTo>
                  <a:cubicBezTo>
                    <a:pt x="1869" y="0"/>
                    <a:pt x="1651" y="15"/>
                    <a:pt x="1455" y="36"/>
                  </a:cubicBezTo>
                  <a:cubicBezTo>
                    <a:pt x="1187" y="65"/>
                    <a:pt x="928" y="103"/>
                    <a:pt x="670" y="170"/>
                  </a:cubicBezTo>
                  <a:cubicBezTo>
                    <a:pt x="555" y="189"/>
                    <a:pt x="479" y="294"/>
                    <a:pt x="488" y="409"/>
                  </a:cubicBezTo>
                  <a:lnTo>
                    <a:pt x="488" y="984"/>
                  </a:lnTo>
                  <a:cubicBezTo>
                    <a:pt x="488" y="1117"/>
                    <a:pt x="431" y="1242"/>
                    <a:pt x="345" y="1328"/>
                  </a:cubicBezTo>
                  <a:lnTo>
                    <a:pt x="144" y="1529"/>
                  </a:lnTo>
                  <a:cubicBezTo>
                    <a:pt x="48" y="1615"/>
                    <a:pt x="0" y="1740"/>
                    <a:pt x="0" y="1874"/>
                  </a:cubicBezTo>
                  <a:lnTo>
                    <a:pt x="0" y="2151"/>
                  </a:lnTo>
                  <a:cubicBezTo>
                    <a:pt x="0" y="3376"/>
                    <a:pt x="919" y="4410"/>
                    <a:pt x="2134" y="4553"/>
                  </a:cubicBezTo>
                  <a:cubicBezTo>
                    <a:pt x="1704" y="4103"/>
                    <a:pt x="1455" y="3510"/>
                    <a:pt x="1455" y="2878"/>
                  </a:cubicBezTo>
                  <a:lnTo>
                    <a:pt x="1455" y="1108"/>
                  </a:lnTo>
                  <a:cubicBezTo>
                    <a:pt x="1464" y="869"/>
                    <a:pt x="1646" y="658"/>
                    <a:pt x="1885" y="629"/>
                  </a:cubicBezTo>
                  <a:cubicBezTo>
                    <a:pt x="2077" y="604"/>
                    <a:pt x="2320" y="583"/>
                    <a:pt x="2589" y="583"/>
                  </a:cubicBezTo>
                  <a:cubicBezTo>
                    <a:pt x="3141" y="583"/>
                    <a:pt x="3805" y="671"/>
                    <a:pt x="4364" y="993"/>
                  </a:cubicBezTo>
                  <a:lnTo>
                    <a:pt x="4364" y="859"/>
                  </a:lnTo>
                  <a:cubicBezTo>
                    <a:pt x="4364" y="754"/>
                    <a:pt x="4316" y="658"/>
                    <a:pt x="4240" y="601"/>
                  </a:cubicBezTo>
                  <a:cubicBezTo>
                    <a:pt x="3599" y="133"/>
                    <a:pt x="2795" y="0"/>
                    <a:pt x="2098"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4" name="Google Shape;9324;p63"/>
            <p:cNvSpPr/>
            <p:nvPr/>
          </p:nvSpPr>
          <p:spPr>
            <a:xfrm>
              <a:off x="5392219" y="3613259"/>
              <a:ext cx="37972" cy="63103"/>
            </a:xfrm>
            <a:custGeom>
              <a:avLst/>
              <a:gdLst/>
              <a:ahLst/>
              <a:cxnLst/>
              <a:rect l="l" t="t" r="r" b="b"/>
              <a:pathLst>
                <a:path w="1446" h="2403" extrusionOk="0">
                  <a:moveTo>
                    <a:pt x="259" y="0"/>
                  </a:moveTo>
                  <a:cubicBezTo>
                    <a:pt x="96" y="173"/>
                    <a:pt x="0" y="412"/>
                    <a:pt x="0" y="661"/>
                  </a:cubicBezTo>
                  <a:lnTo>
                    <a:pt x="0" y="2163"/>
                  </a:lnTo>
                  <a:cubicBezTo>
                    <a:pt x="0" y="2288"/>
                    <a:pt x="105" y="2402"/>
                    <a:pt x="239" y="2402"/>
                  </a:cubicBezTo>
                  <a:lnTo>
                    <a:pt x="1445" y="2402"/>
                  </a:lnTo>
                  <a:lnTo>
                    <a:pt x="1445" y="1589"/>
                  </a:lnTo>
                  <a:cubicBezTo>
                    <a:pt x="1445" y="1331"/>
                    <a:pt x="1350" y="1082"/>
                    <a:pt x="1168" y="900"/>
                  </a:cubicBezTo>
                  <a:lnTo>
                    <a:pt x="25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25" name="Google Shape;9325;p63"/>
          <p:cNvSpPr/>
          <p:nvPr/>
        </p:nvSpPr>
        <p:spPr>
          <a:xfrm>
            <a:off x="5736419" y="3465113"/>
            <a:ext cx="25157" cy="62866"/>
          </a:xfrm>
          <a:custGeom>
            <a:avLst/>
            <a:gdLst/>
            <a:ahLst/>
            <a:cxnLst/>
            <a:rect l="l" t="t" r="r" b="b"/>
            <a:pathLst>
              <a:path w="958" h="2394" extrusionOk="0">
                <a:moveTo>
                  <a:pt x="135" y="1"/>
                </a:moveTo>
                <a:cubicBezTo>
                  <a:pt x="49" y="125"/>
                  <a:pt x="1" y="269"/>
                  <a:pt x="1" y="412"/>
                </a:cubicBezTo>
                <a:lnTo>
                  <a:pt x="1" y="2154"/>
                </a:lnTo>
                <a:cubicBezTo>
                  <a:pt x="1" y="2288"/>
                  <a:pt x="106" y="2394"/>
                  <a:pt x="240" y="2394"/>
                </a:cubicBezTo>
                <a:lnTo>
                  <a:pt x="958" y="2394"/>
                </a:lnTo>
                <a:lnTo>
                  <a:pt x="958" y="1121"/>
                </a:lnTo>
                <a:cubicBezTo>
                  <a:pt x="948" y="929"/>
                  <a:pt x="881" y="747"/>
                  <a:pt x="747" y="613"/>
                </a:cubicBezTo>
                <a:lnTo>
                  <a:pt x="135"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326" name="Google Shape;9326;p63"/>
          <p:cNvGrpSpPr/>
          <p:nvPr/>
        </p:nvGrpSpPr>
        <p:grpSpPr>
          <a:xfrm>
            <a:off x="5736419" y="3233657"/>
            <a:ext cx="394609" cy="294585"/>
            <a:chOff x="5741031" y="3386057"/>
            <a:chExt cx="394609" cy="294585"/>
          </a:xfrm>
        </p:grpSpPr>
        <p:sp>
          <p:nvSpPr>
            <p:cNvPr id="9327" name="Google Shape;9327;p63"/>
            <p:cNvSpPr/>
            <p:nvPr/>
          </p:nvSpPr>
          <p:spPr>
            <a:xfrm>
              <a:off x="6054182" y="3473766"/>
              <a:ext cx="50025" cy="43749"/>
            </a:xfrm>
            <a:custGeom>
              <a:avLst/>
              <a:gdLst/>
              <a:ahLst/>
              <a:cxnLst/>
              <a:rect l="l" t="t" r="r" b="b"/>
              <a:pathLst>
                <a:path w="1905" h="1666" extrusionOk="0">
                  <a:moveTo>
                    <a:pt x="957" y="1"/>
                  </a:moveTo>
                  <a:cubicBezTo>
                    <a:pt x="421" y="1"/>
                    <a:pt x="0" y="374"/>
                    <a:pt x="0" y="833"/>
                  </a:cubicBezTo>
                  <a:cubicBezTo>
                    <a:pt x="0" y="1293"/>
                    <a:pt x="421" y="1666"/>
                    <a:pt x="957" y="1666"/>
                  </a:cubicBezTo>
                  <a:cubicBezTo>
                    <a:pt x="1484" y="1666"/>
                    <a:pt x="1905" y="1293"/>
                    <a:pt x="1905" y="833"/>
                  </a:cubicBezTo>
                  <a:cubicBezTo>
                    <a:pt x="1905" y="374"/>
                    <a:pt x="1484" y="1"/>
                    <a:pt x="9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8" name="Google Shape;9328;p63"/>
            <p:cNvSpPr/>
            <p:nvPr/>
          </p:nvSpPr>
          <p:spPr>
            <a:xfrm>
              <a:off x="6054182" y="3473766"/>
              <a:ext cx="34453" cy="44012"/>
            </a:xfrm>
            <a:custGeom>
              <a:avLst/>
              <a:gdLst/>
              <a:ahLst/>
              <a:cxnLst/>
              <a:rect l="l" t="t" r="r" b="b"/>
              <a:pathLst>
                <a:path w="1312" h="1676" extrusionOk="0">
                  <a:moveTo>
                    <a:pt x="957" y="1"/>
                  </a:moveTo>
                  <a:cubicBezTo>
                    <a:pt x="431" y="1"/>
                    <a:pt x="0" y="374"/>
                    <a:pt x="0" y="833"/>
                  </a:cubicBezTo>
                  <a:cubicBezTo>
                    <a:pt x="0" y="1302"/>
                    <a:pt x="421" y="1676"/>
                    <a:pt x="957" y="1676"/>
                  </a:cubicBezTo>
                  <a:cubicBezTo>
                    <a:pt x="1072" y="1676"/>
                    <a:pt x="1197" y="1647"/>
                    <a:pt x="1311" y="1609"/>
                  </a:cubicBezTo>
                  <a:cubicBezTo>
                    <a:pt x="967" y="1503"/>
                    <a:pt x="728" y="1197"/>
                    <a:pt x="718" y="833"/>
                  </a:cubicBezTo>
                  <a:cubicBezTo>
                    <a:pt x="728" y="470"/>
                    <a:pt x="967" y="163"/>
                    <a:pt x="1311" y="58"/>
                  </a:cubicBezTo>
                  <a:cubicBezTo>
                    <a:pt x="1197" y="20"/>
                    <a:pt x="1072" y="1"/>
                    <a:pt x="9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9" name="Google Shape;9329;p63"/>
            <p:cNvSpPr/>
            <p:nvPr/>
          </p:nvSpPr>
          <p:spPr>
            <a:xfrm>
              <a:off x="6022775" y="3580329"/>
              <a:ext cx="112603" cy="100313"/>
            </a:xfrm>
            <a:custGeom>
              <a:avLst/>
              <a:gdLst/>
              <a:ahLst/>
              <a:cxnLst/>
              <a:rect l="l" t="t" r="r" b="b"/>
              <a:pathLst>
                <a:path w="4288" h="3820" extrusionOk="0">
                  <a:moveTo>
                    <a:pt x="1426" y="1"/>
                  </a:moveTo>
                  <a:lnTo>
                    <a:pt x="1426" y="718"/>
                  </a:lnTo>
                  <a:cubicBezTo>
                    <a:pt x="1426" y="891"/>
                    <a:pt x="1330" y="1063"/>
                    <a:pt x="1168" y="1139"/>
                  </a:cubicBezTo>
                  <a:lnTo>
                    <a:pt x="392" y="1532"/>
                  </a:lnTo>
                  <a:cubicBezTo>
                    <a:pt x="153" y="1647"/>
                    <a:pt x="0" y="1895"/>
                    <a:pt x="0" y="2163"/>
                  </a:cubicBezTo>
                  <a:lnTo>
                    <a:pt x="0" y="3580"/>
                  </a:lnTo>
                  <a:cubicBezTo>
                    <a:pt x="0" y="3704"/>
                    <a:pt x="105" y="3819"/>
                    <a:pt x="239" y="3819"/>
                  </a:cubicBezTo>
                  <a:lnTo>
                    <a:pt x="4048" y="3819"/>
                  </a:lnTo>
                  <a:cubicBezTo>
                    <a:pt x="4182" y="3819"/>
                    <a:pt x="4288" y="3704"/>
                    <a:pt x="4288" y="3580"/>
                  </a:cubicBezTo>
                  <a:lnTo>
                    <a:pt x="4288" y="2163"/>
                  </a:lnTo>
                  <a:cubicBezTo>
                    <a:pt x="4288" y="1895"/>
                    <a:pt x="4134" y="1647"/>
                    <a:pt x="3895" y="1532"/>
                  </a:cubicBezTo>
                  <a:lnTo>
                    <a:pt x="3130" y="1139"/>
                  </a:lnTo>
                  <a:cubicBezTo>
                    <a:pt x="2967" y="1063"/>
                    <a:pt x="2862" y="891"/>
                    <a:pt x="2862" y="718"/>
                  </a:cubicBezTo>
                  <a:lnTo>
                    <a:pt x="286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0" name="Google Shape;9330;p63"/>
            <p:cNvSpPr/>
            <p:nvPr/>
          </p:nvSpPr>
          <p:spPr>
            <a:xfrm>
              <a:off x="6059959" y="3580066"/>
              <a:ext cx="38471" cy="25183"/>
            </a:xfrm>
            <a:custGeom>
              <a:avLst/>
              <a:gdLst/>
              <a:ahLst/>
              <a:cxnLst/>
              <a:rect l="l" t="t" r="r" b="b"/>
              <a:pathLst>
                <a:path w="1465" h="959" extrusionOk="0">
                  <a:moveTo>
                    <a:pt x="10" y="1"/>
                  </a:moveTo>
                  <a:lnTo>
                    <a:pt x="10" y="719"/>
                  </a:lnTo>
                  <a:cubicBezTo>
                    <a:pt x="10" y="747"/>
                    <a:pt x="10" y="776"/>
                    <a:pt x="0" y="814"/>
                  </a:cubicBezTo>
                  <a:cubicBezTo>
                    <a:pt x="230" y="910"/>
                    <a:pt x="479" y="958"/>
                    <a:pt x="737" y="958"/>
                  </a:cubicBezTo>
                  <a:cubicBezTo>
                    <a:pt x="986" y="958"/>
                    <a:pt x="1235" y="910"/>
                    <a:pt x="1465" y="814"/>
                  </a:cubicBezTo>
                  <a:cubicBezTo>
                    <a:pt x="1455" y="776"/>
                    <a:pt x="1446" y="747"/>
                    <a:pt x="1446" y="719"/>
                  </a:cubicBezTo>
                  <a:lnTo>
                    <a:pt x="1446"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1" name="Google Shape;9331;p63"/>
            <p:cNvSpPr/>
            <p:nvPr/>
          </p:nvSpPr>
          <p:spPr>
            <a:xfrm>
              <a:off x="6022775" y="3613259"/>
              <a:ext cx="112603" cy="67383"/>
            </a:xfrm>
            <a:custGeom>
              <a:avLst/>
              <a:gdLst/>
              <a:ahLst/>
              <a:cxnLst/>
              <a:rect l="l" t="t" r="r" b="b"/>
              <a:pathLst>
                <a:path w="4288" h="2566" extrusionOk="0">
                  <a:moveTo>
                    <a:pt x="948" y="0"/>
                  </a:moveTo>
                  <a:lnTo>
                    <a:pt x="392" y="278"/>
                  </a:lnTo>
                  <a:cubicBezTo>
                    <a:pt x="153" y="393"/>
                    <a:pt x="0" y="641"/>
                    <a:pt x="0" y="909"/>
                  </a:cubicBezTo>
                  <a:lnTo>
                    <a:pt x="0" y="2326"/>
                  </a:lnTo>
                  <a:cubicBezTo>
                    <a:pt x="0" y="2450"/>
                    <a:pt x="105" y="2565"/>
                    <a:pt x="239" y="2565"/>
                  </a:cubicBezTo>
                  <a:lnTo>
                    <a:pt x="4048" y="2565"/>
                  </a:lnTo>
                  <a:cubicBezTo>
                    <a:pt x="4182" y="2565"/>
                    <a:pt x="4288" y="2450"/>
                    <a:pt x="4288" y="2326"/>
                  </a:cubicBezTo>
                  <a:lnTo>
                    <a:pt x="4288" y="909"/>
                  </a:lnTo>
                  <a:cubicBezTo>
                    <a:pt x="4288" y="641"/>
                    <a:pt x="4134" y="393"/>
                    <a:pt x="3895" y="278"/>
                  </a:cubicBezTo>
                  <a:lnTo>
                    <a:pt x="3350" y="0"/>
                  </a:lnTo>
                  <a:cubicBezTo>
                    <a:pt x="3067" y="436"/>
                    <a:pt x="2608" y="653"/>
                    <a:pt x="2149" y="653"/>
                  </a:cubicBezTo>
                  <a:cubicBezTo>
                    <a:pt x="1689" y="653"/>
                    <a:pt x="1230" y="436"/>
                    <a:pt x="94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2" name="Google Shape;9332;p63"/>
            <p:cNvSpPr/>
            <p:nvPr/>
          </p:nvSpPr>
          <p:spPr>
            <a:xfrm>
              <a:off x="6035327" y="3492358"/>
              <a:ext cx="87735" cy="87735"/>
            </a:xfrm>
            <a:custGeom>
              <a:avLst/>
              <a:gdLst/>
              <a:ahLst/>
              <a:cxnLst/>
              <a:rect l="l" t="t" r="r" b="b"/>
              <a:pathLst>
                <a:path w="3341" h="3341" extrusionOk="0">
                  <a:moveTo>
                    <a:pt x="1675" y="1"/>
                  </a:moveTo>
                  <a:cubicBezTo>
                    <a:pt x="747" y="1"/>
                    <a:pt x="1" y="747"/>
                    <a:pt x="1" y="1676"/>
                  </a:cubicBezTo>
                  <a:cubicBezTo>
                    <a:pt x="1" y="2595"/>
                    <a:pt x="747" y="3341"/>
                    <a:pt x="1675" y="3341"/>
                  </a:cubicBezTo>
                  <a:cubicBezTo>
                    <a:pt x="2594" y="3341"/>
                    <a:pt x="3341" y="2595"/>
                    <a:pt x="3341" y="1676"/>
                  </a:cubicBezTo>
                  <a:cubicBezTo>
                    <a:pt x="3341" y="747"/>
                    <a:pt x="2594" y="1"/>
                    <a:pt x="167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3" name="Google Shape;9333;p63"/>
            <p:cNvSpPr/>
            <p:nvPr/>
          </p:nvSpPr>
          <p:spPr>
            <a:xfrm>
              <a:off x="6051424" y="3492358"/>
              <a:ext cx="73397" cy="78964"/>
            </a:xfrm>
            <a:custGeom>
              <a:avLst/>
              <a:gdLst/>
              <a:ahLst/>
              <a:cxnLst/>
              <a:rect l="l" t="t" r="r" b="b"/>
              <a:pathLst>
                <a:path w="2795" h="3007" extrusionOk="0">
                  <a:moveTo>
                    <a:pt x="1072" y="1"/>
                  </a:moveTo>
                  <a:cubicBezTo>
                    <a:pt x="268" y="1"/>
                    <a:pt x="0" y="1102"/>
                    <a:pt x="718" y="1456"/>
                  </a:cubicBezTo>
                  <a:cubicBezTo>
                    <a:pt x="737" y="1465"/>
                    <a:pt x="766" y="1475"/>
                    <a:pt x="785" y="1484"/>
                  </a:cubicBezTo>
                  <a:lnTo>
                    <a:pt x="1617" y="2987"/>
                  </a:lnTo>
                  <a:cubicBezTo>
                    <a:pt x="1617" y="2987"/>
                    <a:pt x="1838" y="3006"/>
                    <a:pt x="2058" y="3006"/>
                  </a:cubicBezTo>
                  <a:cubicBezTo>
                    <a:pt x="2546" y="2642"/>
                    <a:pt x="2795" y="2039"/>
                    <a:pt x="2708" y="1446"/>
                  </a:cubicBezTo>
                  <a:cubicBezTo>
                    <a:pt x="2613" y="757"/>
                    <a:pt x="2106" y="202"/>
                    <a:pt x="1426" y="49"/>
                  </a:cubicBezTo>
                  <a:cubicBezTo>
                    <a:pt x="1311" y="20"/>
                    <a:pt x="1187"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4" name="Google Shape;9334;p63"/>
            <p:cNvSpPr/>
            <p:nvPr/>
          </p:nvSpPr>
          <p:spPr>
            <a:xfrm>
              <a:off x="6041603" y="3531118"/>
              <a:ext cx="75182" cy="61553"/>
            </a:xfrm>
            <a:custGeom>
              <a:avLst/>
              <a:gdLst/>
              <a:ahLst/>
              <a:cxnLst/>
              <a:rect l="l" t="t" r="r" b="b"/>
              <a:pathLst>
                <a:path w="2863" h="2344" extrusionOk="0">
                  <a:moveTo>
                    <a:pt x="1103" y="1"/>
                  </a:moveTo>
                  <a:cubicBezTo>
                    <a:pt x="1015" y="1"/>
                    <a:pt x="930" y="54"/>
                    <a:pt x="891" y="133"/>
                  </a:cubicBezTo>
                  <a:cubicBezTo>
                    <a:pt x="814" y="305"/>
                    <a:pt x="699" y="449"/>
                    <a:pt x="565" y="563"/>
                  </a:cubicBezTo>
                  <a:cubicBezTo>
                    <a:pt x="431" y="678"/>
                    <a:pt x="298" y="774"/>
                    <a:pt x="144" y="851"/>
                  </a:cubicBezTo>
                  <a:cubicBezTo>
                    <a:pt x="49" y="898"/>
                    <a:pt x="1" y="994"/>
                    <a:pt x="10" y="1099"/>
                  </a:cubicBezTo>
                  <a:cubicBezTo>
                    <a:pt x="106" y="1808"/>
                    <a:pt x="719" y="2344"/>
                    <a:pt x="1436" y="2344"/>
                  </a:cubicBezTo>
                  <a:cubicBezTo>
                    <a:pt x="2173" y="2344"/>
                    <a:pt x="2795" y="1769"/>
                    <a:pt x="2862" y="1023"/>
                  </a:cubicBezTo>
                  <a:cubicBezTo>
                    <a:pt x="2862" y="956"/>
                    <a:pt x="2834" y="879"/>
                    <a:pt x="2776" y="831"/>
                  </a:cubicBezTo>
                  <a:cubicBezTo>
                    <a:pt x="2307" y="439"/>
                    <a:pt x="1752" y="161"/>
                    <a:pt x="1159" y="8"/>
                  </a:cubicBezTo>
                  <a:cubicBezTo>
                    <a:pt x="1140" y="3"/>
                    <a:pt x="1122" y="1"/>
                    <a:pt x="1103"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5" name="Google Shape;9335;p63"/>
            <p:cNvSpPr/>
            <p:nvPr/>
          </p:nvSpPr>
          <p:spPr>
            <a:xfrm>
              <a:off x="6041603" y="3531118"/>
              <a:ext cx="74920" cy="61054"/>
            </a:xfrm>
            <a:custGeom>
              <a:avLst/>
              <a:gdLst/>
              <a:ahLst/>
              <a:cxnLst/>
              <a:rect l="l" t="t" r="r" b="b"/>
              <a:pathLst>
                <a:path w="2853" h="2325" extrusionOk="0">
                  <a:moveTo>
                    <a:pt x="1100" y="1"/>
                  </a:moveTo>
                  <a:cubicBezTo>
                    <a:pt x="1009" y="1"/>
                    <a:pt x="930" y="54"/>
                    <a:pt x="891" y="133"/>
                  </a:cubicBezTo>
                  <a:cubicBezTo>
                    <a:pt x="833" y="248"/>
                    <a:pt x="757" y="362"/>
                    <a:pt x="671" y="458"/>
                  </a:cubicBezTo>
                  <a:cubicBezTo>
                    <a:pt x="632" y="496"/>
                    <a:pt x="604" y="535"/>
                    <a:pt x="565" y="563"/>
                  </a:cubicBezTo>
                  <a:cubicBezTo>
                    <a:pt x="431" y="678"/>
                    <a:pt x="298" y="774"/>
                    <a:pt x="144" y="851"/>
                  </a:cubicBezTo>
                  <a:cubicBezTo>
                    <a:pt x="49" y="898"/>
                    <a:pt x="1" y="994"/>
                    <a:pt x="10" y="1099"/>
                  </a:cubicBezTo>
                  <a:cubicBezTo>
                    <a:pt x="97" y="1731"/>
                    <a:pt x="585" y="2229"/>
                    <a:pt x="1207" y="2324"/>
                  </a:cubicBezTo>
                  <a:cubicBezTo>
                    <a:pt x="881" y="2123"/>
                    <a:pt x="690" y="1769"/>
                    <a:pt x="709" y="1386"/>
                  </a:cubicBezTo>
                  <a:lnTo>
                    <a:pt x="709" y="1052"/>
                  </a:lnTo>
                  <a:cubicBezTo>
                    <a:pt x="766" y="1013"/>
                    <a:pt x="824" y="965"/>
                    <a:pt x="872" y="918"/>
                  </a:cubicBezTo>
                  <a:cubicBezTo>
                    <a:pt x="1006" y="803"/>
                    <a:pt x="1121" y="669"/>
                    <a:pt x="1216" y="516"/>
                  </a:cubicBezTo>
                  <a:cubicBezTo>
                    <a:pt x="1666" y="659"/>
                    <a:pt x="2097" y="889"/>
                    <a:pt x="2460" y="1195"/>
                  </a:cubicBezTo>
                  <a:cubicBezTo>
                    <a:pt x="2508" y="1233"/>
                    <a:pt x="2614" y="1339"/>
                    <a:pt x="2747" y="1463"/>
                  </a:cubicBezTo>
                  <a:cubicBezTo>
                    <a:pt x="2805" y="1319"/>
                    <a:pt x="2843" y="1176"/>
                    <a:pt x="2853" y="1023"/>
                  </a:cubicBezTo>
                  <a:cubicBezTo>
                    <a:pt x="2853" y="956"/>
                    <a:pt x="2834" y="879"/>
                    <a:pt x="2776" y="831"/>
                  </a:cubicBezTo>
                  <a:cubicBezTo>
                    <a:pt x="2307" y="439"/>
                    <a:pt x="1752" y="161"/>
                    <a:pt x="1159" y="8"/>
                  </a:cubicBezTo>
                  <a:cubicBezTo>
                    <a:pt x="1139" y="3"/>
                    <a:pt x="1119" y="1"/>
                    <a:pt x="1100"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6" name="Google Shape;9336;p63"/>
            <p:cNvSpPr/>
            <p:nvPr/>
          </p:nvSpPr>
          <p:spPr>
            <a:xfrm>
              <a:off x="6110483" y="3625811"/>
              <a:ext cx="25157" cy="54568"/>
            </a:xfrm>
            <a:custGeom>
              <a:avLst/>
              <a:gdLst/>
              <a:ahLst/>
              <a:cxnLst/>
              <a:rect l="l" t="t" r="r" b="b"/>
              <a:pathLst>
                <a:path w="958" h="2078" extrusionOk="0">
                  <a:moveTo>
                    <a:pt x="814" y="1"/>
                  </a:moveTo>
                  <a:lnTo>
                    <a:pt x="182" y="498"/>
                  </a:lnTo>
                  <a:cubicBezTo>
                    <a:pt x="67" y="594"/>
                    <a:pt x="0" y="728"/>
                    <a:pt x="0" y="872"/>
                  </a:cubicBezTo>
                  <a:lnTo>
                    <a:pt x="0" y="2078"/>
                  </a:lnTo>
                  <a:lnTo>
                    <a:pt x="718" y="2078"/>
                  </a:lnTo>
                  <a:cubicBezTo>
                    <a:pt x="852" y="2078"/>
                    <a:pt x="957" y="1972"/>
                    <a:pt x="957" y="1838"/>
                  </a:cubicBezTo>
                  <a:lnTo>
                    <a:pt x="957" y="431"/>
                  </a:lnTo>
                  <a:cubicBezTo>
                    <a:pt x="957" y="278"/>
                    <a:pt x="900" y="125"/>
                    <a:pt x="81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7" name="Google Shape;9337;p63"/>
            <p:cNvSpPr/>
            <p:nvPr/>
          </p:nvSpPr>
          <p:spPr>
            <a:xfrm>
              <a:off x="5759886" y="3498660"/>
              <a:ext cx="31197" cy="68880"/>
            </a:xfrm>
            <a:custGeom>
              <a:avLst/>
              <a:gdLst/>
              <a:ahLst/>
              <a:cxnLst/>
              <a:rect l="l" t="t" r="r" b="b"/>
              <a:pathLst>
                <a:path w="1188" h="2623" extrusionOk="0">
                  <a:moveTo>
                    <a:pt x="709" y="0"/>
                  </a:moveTo>
                  <a:cubicBezTo>
                    <a:pt x="316" y="0"/>
                    <a:pt x="1" y="326"/>
                    <a:pt x="1" y="718"/>
                  </a:cubicBezTo>
                  <a:lnTo>
                    <a:pt x="1" y="890"/>
                  </a:lnTo>
                  <a:cubicBezTo>
                    <a:pt x="1" y="1091"/>
                    <a:pt x="29" y="1292"/>
                    <a:pt x="96" y="1484"/>
                  </a:cubicBezTo>
                  <a:lnTo>
                    <a:pt x="469" y="2622"/>
                  </a:lnTo>
                  <a:lnTo>
                    <a:pt x="1187" y="2622"/>
                  </a:lnTo>
                  <a:lnTo>
                    <a:pt x="1187"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8" name="Google Shape;9338;p63"/>
            <p:cNvSpPr/>
            <p:nvPr/>
          </p:nvSpPr>
          <p:spPr>
            <a:xfrm>
              <a:off x="5772202" y="3492121"/>
              <a:ext cx="75419" cy="75681"/>
            </a:xfrm>
            <a:custGeom>
              <a:avLst/>
              <a:gdLst/>
              <a:ahLst/>
              <a:cxnLst/>
              <a:rect l="l" t="t" r="r" b="b"/>
              <a:pathLst>
                <a:path w="2872" h="2882" extrusionOk="0">
                  <a:moveTo>
                    <a:pt x="718" y="0"/>
                  </a:moveTo>
                  <a:cubicBezTo>
                    <a:pt x="326" y="0"/>
                    <a:pt x="0" y="326"/>
                    <a:pt x="0" y="718"/>
                  </a:cubicBezTo>
                  <a:cubicBezTo>
                    <a:pt x="0" y="986"/>
                    <a:pt x="221" y="1197"/>
                    <a:pt x="479" y="1197"/>
                  </a:cubicBezTo>
                  <a:lnTo>
                    <a:pt x="2393" y="2881"/>
                  </a:lnTo>
                  <a:lnTo>
                    <a:pt x="2795" y="1465"/>
                  </a:lnTo>
                  <a:cubicBezTo>
                    <a:pt x="2843" y="1292"/>
                    <a:pt x="2872" y="1120"/>
                    <a:pt x="2872" y="938"/>
                  </a:cubicBezTo>
                  <a:lnTo>
                    <a:pt x="2872" y="479"/>
                  </a:lnTo>
                  <a:cubicBezTo>
                    <a:pt x="2872" y="221"/>
                    <a:pt x="2661" y="0"/>
                    <a:pt x="239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9" name="Google Shape;9339;p63"/>
            <p:cNvSpPr/>
            <p:nvPr/>
          </p:nvSpPr>
          <p:spPr>
            <a:xfrm>
              <a:off x="5784754" y="3586369"/>
              <a:ext cx="37736" cy="27652"/>
            </a:xfrm>
            <a:custGeom>
              <a:avLst/>
              <a:gdLst/>
              <a:ahLst/>
              <a:cxnLst/>
              <a:rect l="l" t="t" r="r" b="b"/>
              <a:pathLst>
                <a:path w="1437" h="1053" extrusionOk="0">
                  <a:moveTo>
                    <a:pt x="1" y="0"/>
                  </a:moveTo>
                  <a:lnTo>
                    <a:pt x="1" y="1053"/>
                  </a:lnTo>
                  <a:lnTo>
                    <a:pt x="1437" y="1053"/>
                  </a:lnTo>
                  <a:lnTo>
                    <a:pt x="143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0" name="Google Shape;9340;p63"/>
            <p:cNvSpPr/>
            <p:nvPr/>
          </p:nvSpPr>
          <p:spPr>
            <a:xfrm>
              <a:off x="5785017" y="3586369"/>
              <a:ext cx="37736" cy="15362"/>
            </a:xfrm>
            <a:custGeom>
              <a:avLst/>
              <a:gdLst/>
              <a:ahLst/>
              <a:cxnLst/>
              <a:rect l="l" t="t" r="r" b="b"/>
              <a:pathLst>
                <a:path w="1437" h="585" extrusionOk="0">
                  <a:moveTo>
                    <a:pt x="1" y="0"/>
                  </a:moveTo>
                  <a:lnTo>
                    <a:pt x="1" y="440"/>
                  </a:lnTo>
                  <a:cubicBezTo>
                    <a:pt x="230" y="536"/>
                    <a:pt x="472" y="584"/>
                    <a:pt x="715" y="584"/>
                  </a:cubicBezTo>
                  <a:cubicBezTo>
                    <a:pt x="958" y="584"/>
                    <a:pt x="1202" y="536"/>
                    <a:pt x="1436" y="440"/>
                  </a:cubicBezTo>
                  <a:lnTo>
                    <a:pt x="1436"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1" name="Google Shape;9341;p63"/>
            <p:cNvSpPr/>
            <p:nvPr/>
          </p:nvSpPr>
          <p:spPr>
            <a:xfrm>
              <a:off x="5741031" y="3601704"/>
              <a:ext cx="125444" cy="78675"/>
            </a:xfrm>
            <a:custGeom>
              <a:avLst/>
              <a:gdLst/>
              <a:ahLst/>
              <a:cxnLst/>
              <a:rect l="l" t="t" r="r" b="b"/>
              <a:pathLst>
                <a:path w="4777" h="2996" extrusionOk="0">
                  <a:moveTo>
                    <a:pt x="1676" y="0"/>
                  </a:moveTo>
                  <a:lnTo>
                    <a:pt x="518" y="325"/>
                  </a:lnTo>
                  <a:cubicBezTo>
                    <a:pt x="211" y="412"/>
                    <a:pt x="1" y="689"/>
                    <a:pt x="1" y="1014"/>
                  </a:cubicBezTo>
                  <a:lnTo>
                    <a:pt x="1" y="2756"/>
                  </a:lnTo>
                  <a:cubicBezTo>
                    <a:pt x="1" y="2890"/>
                    <a:pt x="106" y="2996"/>
                    <a:pt x="240" y="2996"/>
                  </a:cubicBezTo>
                  <a:lnTo>
                    <a:pt x="4537" y="2996"/>
                  </a:lnTo>
                  <a:cubicBezTo>
                    <a:pt x="4661" y="2996"/>
                    <a:pt x="4776" y="2890"/>
                    <a:pt x="4776" y="2756"/>
                  </a:cubicBezTo>
                  <a:lnTo>
                    <a:pt x="4776" y="1014"/>
                  </a:lnTo>
                  <a:cubicBezTo>
                    <a:pt x="4767" y="689"/>
                    <a:pt x="4556" y="412"/>
                    <a:pt x="4250" y="325"/>
                  </a:cubicBezTo>
                  <a:lnTo>
                    <a:pt x="3111" y="0"/>
                  </a:lnTo>
                  <a:lnTo>
                    <a:pt x="2393" y="479"/>
                  </a:lnTo>
                  <a:lnTo>
                    <a:pt x="16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2" name="Google Shape;9342;p63"/>
            <p:cNvSpPr/>
            <p:nvPr/>
          </p:nvSpPr>
          <p:spPr>
            <a:xfrm>
              <a:off x="5797332" y="3614257"/>
              <a:ext cx="12579" cy="66123"/>
            </a:xfrm>
            <a:custGeom>
              <a:avLst/>
              <a:gdLst/>
              <a:ahLst/>
              <a:cxnLst/>
              <a:rect l="l" t="t" r="r" b="b"/>
              <a:pathLst>
                <a:path w="479" h="2518" extrusionOk="0">
                  <a:moveTo>
                    <a:pt x="125" y="1"/>
                  </a:moveTo>
                  <a:lnTo>
                    <a:pt x="0" y="2518"/>
                  </a:lnTo>
                  <a:lnTo>
                    <a:pt x="479" y="2518"/>
                  </a:lnTo>
                  <a:lnTo>
                    <a:pt x="36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3" name="Google Shape;9343;p63"/>
            <p:cNvSpPr/>
            <p:nvPr/>
          </p:nvSpPr>
          <p:spPr>
            <a:xfrm>
              <a:off x="5766162" y="3523791"/>
              <a:ext cx="75182" cy="68880"/>
            </a:xfrm>
            <a:custGeom>
              <a:avLst/>
              <a:gdLst/>
              <a:ahLst/>
              <a:cxnLst/>
              <a:rect l="l" t="t" r="r" b="b"/>
              <a:pathLst>
                <a:path w="2863" h="2623" extrusionOk="0">
                  <a:moveTo>
                    <a:pt x="910" y="0"/>
                  </a:moveTo>
                  <a:cubicBezTo>
                    <a:pt x="786" y="0"/>
                    <a:pt x="661" y="48"/>
                    <a:pt x="565" y="134"/>
                  </a:cubicBezTo>
                  <a:lnTo>
                    <a:pt x="135" y="574"/>
                  </a:lnTo>
                  <a:cubicBezTo>
                    <a:pt x="49" y="661"/>
                    <a:pt x="1" y="785"/>
                    <a:pt x="1" y="909"/>
                  </a:cubicBezTo>
                  <a:lnTo>
                    <a:pt x="1" y="1187"/>
                  </a:lnTo>
                  <a:cubicBezTo>
                    <a:pt x="1" y="1981"/>
                    <a:pt x="642" y="2623"/>
                    <a:pt x="1436" y="2623"/>
                  </a:cubicBezTo>
                  <a:cubicBezTo>
                    <a:pt x="2221" y="2623"/>
                    <a:pt x="2862" y="1981"/>
                    <a:pt x="2862" y="1187"/>
                  </a:cubicBezTo>
                  <a:lnTo>
                    <a:pt x="2862" y="881"/>
                  </a:lnTo>
                  <a:cubicBezTo>
                    <a:pt x="2862" y="756"/>
                    <a:pt x="2805" y="632"/>
                    <a:pt x="2719" y="546"/>
                  </a:cubicBezTo>
                  <a:cubicBezTo>
                    <a:pt x="2345" y="182"/>
                    <a:pt x="1676" y="19"/>
                    <a:pt x="91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4" name="Google Shape;9344;p63"/>
            <p:cNvSpPr/>
            <p:nvPr/>
          </p:nvSpPr>
          <p:spPr>
            <a:xfrm>
              <a:off x="5766162" y="3523791"/>
              <a:ext cx="74920" cy="67383"/>
            </a:xfrm>
            <a:custGeom>
              <a:avLst/>
              <a:gdLst/>
              <a:ahLst/>
              <a:cxnLst/>
              <a:rect l="l" t="t" r="r" b="b"/>
              <a:pathLst>
                <a:path w="2853" h="2566" extrusionOk="0">
                  <a:moveTo>
                    <a:pt x="920" y="0"/>
                  </a:moveTo>
                  <a:cubicBezTo>
                    <a:pt x="786" y="0"/>
                    <a:pt x="661" y="48"/>
                    <a:pt x="575" y="144"/>
                  </a:cubicBezTo>
                  <a:lnTo>
                    <a:pt x="144" y="574"/>
                  </a:lnTo>
                  <a:cubicBezTo>
                    <a:pt x="49" y="661"/>
                    <a:pt x="1" y="785"/>
                    <a:pt x="1" y="909"/>
                  </a:cubicBezTo>
                  <a:lnTo>
                    <a:pt x="1" y="1187"/>
                  </a:lnTo>
                  <a:cubicBezTo>
                    <a:pt x="1" y="1828"/>
                    <a:pt x="422" y="2383"/>
                    <a:pt x="1034" y="2565"/>
                  </a:cubicBezTo>
                  <a:cubicBezTo>
                    <a:pt x="824" y="2307"/>
                    <a:pt x="719" y="1991"/>
                    <a:pt x="719" y="1665"/>
                  </a:cubicBezTo>
                  <a:lnTo>
                    <a:pt x="719" y="976"/>
                  </a:lnTo>
                  <a:cubicBezTo>
                    <a:pt x="709" y="710"/>
                    <a:pt x="929" y="497"/>
                    <a:pt x="1184" y="497"/>
                  </a:cubicBezTo>
                  <a:cubicBezTo>
                    <a:pt x="1194" y="497"/>
                    <a:pt x="1205" y="497"/>
                    <a:pt x="1216" y="498"/>
                  </a:cubicBezTo>
                  <a:cubicBezTo>
                    <a:pt x="1695" y="527"/>
                    <a:pt x="2412" y="603"/>
                    <a:pt x="2853" y="814"/>
                  </a:cubicBezTo>
                  <a:cubicBezTo>
                    <a:pt x="2843" y="718"/>
                    <a:pt x="2795" y="622"/>
                    <a:pt x="2728" y="546"/>
                  </a:cubicBezTo>
                  <a:cubicBezTo>
                    <a:pt x="2355" y="192"/>
                    <a:pt x="1685" y="29"/>
                    <a:pt x="920"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5" name="Google Shape;9345;p63"/>
            <p:cNvSpPr/>
            <p:nvPr/>
          </p:nvSpPr>
          <p:spPr>
            <a:xfrm>
              <a:off x="5797595" y="3614257"/>
              <a:ext cx="12579" cy="12605"/>
            </a:xfrm>
            <a:custGeom>
              <a:avLst/>
              <a:gdLst/>
              <a:ahLst/>
              <a:cxnLst/>
              <a:rect l="l" t="t" r="r" b="b"/>
              <a:pathLst>
                <a:path w="479" h="480" extrusionOk="0">
                  <a:moveTo>
                    <a:pt x="0" y="1"/>
                  </a:moveTo>
                  <a:lnTo>
                    <a:pt x="0" y="355"/>
                  </a:lnTo>
                  <a:cubicBezTo>
                    <a:pt x="0" y="422"/>
                    <a:pt x="48" y="479"/>
                    <a:pt x="115" y="479"/>
                  </a:cubicBezTo>
                  <a:lnTo>
                    <a:pt x="354" y="479"/>
                  </a:lnTo>
                  <a:cubicBezTo>
                    <a:pt x="421" y="479"/>
                    <a:pt x="479" y="422"/>
                    <a:pt x="479" y="355"/>
                  </a:cubicBezTo>
                  <a:lnTo>
                    <a:pt x="479" y="1"/>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6" name="Google Shape;9346;p63"/>
            <p:cNvSpPr/>
            <p:nvPr/>
          </p:nvSpPr>
          <p:spPr>
            <a:xfrm>
              <a:off x="5778241" y="3596715"/>
              <a:ext cx="25656" cy="26286"/>
            </a:xfrm>
            <a:custGeom>
              <a:avLst/>
              <a:gdLst/>
              <a:ahLst/>
              <a:cxnLst/>
              <a:rect l="l" t="t" r="r" b="b"/>
              <a:pathLst>
                <a:path w="977" h="1001" extrusionOk="0">
                  <a:moveTo>
                    <a:pt x="216" y="1"/>
                  </a:moveTo>
                  <a:cubicBezTo>
                    <a:pt x="187" y="1"/>
                    <a:pt x="160" y="15"/>
                    <a:pt x="144" y="46"/>
                  </a:cubicBezTo>
                  <a:lnTo>
                    <a:pt x="0" y="267"/>
                  </a:lnTo>
                  <a:lnTo>
                    <a:pt x="354" y="927"/>
                  </a:lnTo>
                  <a:cubicBezTo>
                    <a:pt x="378" y="975"/>
                    <a:pt x="430" y="1001"/>
                    <a:pt x="481" y="1001"/>
                  </a:cubicBezTo>
                  <a:cubicBezTo>
                    <a:pt x="511" y="1001"/>
                    <a:pt x="540" y="992"/>
                    <a:pt x="565" y="975"/>
                  </a:cubicBezTo>
                  <a:lnTo>
                    <a:pt x="976" y="669"/>
                  </a:lnTo>
                  <a:lnTo>
                    <a:pt x="287" y="27"/>
                  </a:lnTo>
                  <a:cubicBezTo>
                    <a:pt x="266" y="10"/>
                    <a:pt x="240" y="1"/>
                    <a:pt x="216"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7" name="Google Shape;9347;p63"/>
            <p:cNvSpPr/>
            <p:nvPr/>
          </p:nvSpPr>
          <p:spPr>
            <a:xfrm>
              <a:off x="5803871" y="3596715"/>
              <a:ext cx="25656" cy="26286"/>
            </a:xfrm>
            <a:custGeom>
              <a:avLst/>
              <a:gdLst/>
              <a:ahLst/>
              <a:cxnLst/>
              <a:rect l="l" t="t" r="r" b="b"/>
              <a:pathLst>
                <a:path w="977" h="1001" extrusionOk="0">
                  <a:moveTo>
                    <a:pt x="751" y="1"/>
                  </a:moveTo>
                  <a:cubicBezTo>
                    <a:pt x="727" y="1"/>
                    <a:pt x="701" y="10"/>
                    <a:pt x="680" y="27"/>
                  </a:cubicBezTo>
                  <a:lnTo>
                    <a:pt x="0" y="669"/>
                  </a:lnTo>
                  <a:lnTo>
                    <a:pt x="402" y="975"/>
                  </a:lnTo>
                  <a:cubicBezTo>
                    <a:pt x="427" y="992"/>
                    <a:pt x="457" y="1001"/>
                    <a:pt x="486" y="1001"/>
                  </a:cubicBezTo>
                  <a:cubicBezTo>
                    <a:pt x="537" y="1001"/>
                    <a:pt x="589" y="975"/>
                    <a:pt x="613" y="927"/>
                  </a:cubicBezTo>
                  <a:lnTo>
                    <a:pt x="976" y="267"/>
                  </a:lnTo>
                  <a:lnTo>
                    <a:pt x="823" y="46"/>
                  </a:lnTo>
                  <a:cubicBezTo>
                    <a:pt x="808" y="15"/>
                    <a:pt x="780" y="1"/>
                    <a:pt x="751"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8" name="Google Shape;9348;p63"/>
            <p:cNvSpPr/>
            <p:nvPr/>
          </p:nvSpPr>
          <p:spPr>
            <a:xfrm>
              <a:off x="5847857" y="3386057"/>
              <a:ext cx="187234" cy="219192"/>
            </a:xfrm>
            <a:custGeom>
              <a:avLst/>
              <a:gdLst/>
              <a:ahLst/>
              <a:cxnLst/>
              <a:rect l="l" t="t" r="r" b="b"/>
              <a:pathLst>
                <a:path w="7130" h="8347" extrusionOk="0">
                  <a:moveTo>
                    <a:pt x="3560" y="1"/>
                  </a:moveTo>
                  <a:cubicBezTo>
                    <a:pt x="1847" y="1"/>
                    <a:pt x="603" y="1178"/>
                    <a:pt x="459" y="3102"/>
                  </a:cubicBezTo>
                  <a:cubicBezTo>
                    <a:pt x="287" y="5456"/>
                    <a:pt x="86" y="6776"/>
                    <a:pt x="19" y="7226"/>
                  </a:cubicBezTo>
                  <a:cubicBezTo>
                    <a:pt x="0" y="7322"/>
                    <a:pt x="48" y="7427"/>
                    <a:pt x="144" y="7475"/>
                  </a:cubicBezTo>
                  <a:cubicBezTo>
                    <a:pt x="603" y="7705"/>
                    <a:pt x="2000" y="8346"/>
                    <a:pt x="3560" y="8346"/>
                  </a:cubicBezTo>
                  <a:cubicBezTo>
                    <a:pt x="5120" y="8346"/>
                    <a:pt x="6527" y="7705"/>
                    <a:pt x="6986" y="7475"/>
                  </a:cubicBezTo>
                  <a:cubicBezTo>
                    <a:pt x="7073" y="7427"/>
                    <a:pt x="7130" y="7322"/>
                    <a:pt x="7111" y="7226"/>
                  </a:cubicBezTo>
                  <a:cubicBezTo>
                    <a:pt x="7034" y="6776"/>
                    <a:pt x="6833" y="5456"/>
                    <a:pt x="6661" y="3102"/>
                  </a:cubicBezTo>
                  <a:cubicBezTo>
                    <a:pt x="6517" y="1187"/>
                    <a:pt x="5273" y="1"/>
                    <a:pt x="35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9" name="Google Shape;9349;p63"/>
            <p:cNvSpPr/>
            <p:nvPr/>
          </p:nvSpPr>
          <p:spPr>
            <a:xfrm>
              <a:off x="5891816" y="3386057"/>
              <a:ext cx="143275" cy="219192"/>
            </a:xfrm>
            <a:custGeom>
              <a:avLst/>
              <a:gdLst/>
              <a:ahLst/>
              <a:cxnLst/>
              <a:rect l="l" t="t" r="r" b="b"/>
              <a:pathLst>
                <a:path w="5456" h="8347" extrusionOk="0">
                  <a:moveTo>
                    <a:pt x="1886" y="1"/>
                  </a:moveTo>
                  <a:cubicBezTo>
                    <a:pt x="1771" y="1"/>
                    <a:pt x="1657" y="1"/>
                    <a:pt x="1542" y="20"/>
                  </a:cubicBezTo>
                  <a:cubicBezTo>
                    <a:pt x="202" y="154"/>
                    <a:pt x="1" y="2030"/>
                    <a:pt x="1283" y="2422"/>
                  </a:cubicBezTo>
                  <a:lnTo>
                    <a:pt x="1312" y="2432"/>
                  </a:lnTo>
                  <a:lnTo>
                    <a:pt x="1791" y="8346"/>
                  </a:lnTo>
                  <a:cubicBezTo>
                    <a:pt x="1824" y="8347"/>
                    <a:pt x="1858" y="8347"/>
                    <a:pt x="1892" y="8347"/>
                  </a:cubicBezTo>
                  <a:cubicBezTo>
                    <a:pt x="3450" y="8347"/>
                    <a:pt x="4853" y="7709"/>
                    <a:pt x="5312" y="7475"/>
                  </a:cubicBezTo>
                  <a:cubicBezTo>
                    <a:pt x="5399" y="7427"/>
                    <a:pt x="5456" y="7322"/>
                    <a:pt x="5437" y="7226"/>
                  </a:cubicBezTo>
                  <a:cubicBezTo>
                    <a:pt x="5360" y="6776"/>
                    <a:pt x="5169" y="5456"/>
                    <a:pt x="4987" y="3102"/>
                  </a:cubicBezTo>
                  <a:cubicBezTo>
                    <a:pt x="4853" y="1187"/>
                    <a:pt x="3599" y="1"/>
                    <a:pt x="188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0" name="Google Shape;9350;p63"/>
            <p:cNvSpPr/>
            <p:nvPr/>
          </p:nvSpPr>
          <p:spPr>
            <a:xfrm>
              <a:off x="5835042" y="3555198"/>
              <a:ext cx="212890" cy="125181"/>
            </a:xfrm>
            <a:custGeom>
              <a:avLst/>
              <a:gdLst/>
              <a:ahLst/>
              <a:cxnLst/>
              <a:rect l="l" t="t" r="r" b="b"/>
              <a:pathLst>
                <a:path w="8107" h="4767" extrusionOk="0">
                  <a:moveTo>
                    <a:pt x="2862" y="1"/>
                  </a:moveTo>
                  <a:lnTo>
                    <a:pt x="2862" y="1044"/>
                  </a:lnTo>
                  <a:cubicBezTo>
                    <a:pt x="2862" y="1235"/>
                    <a:pt x="2747" y="1407"/>
                    <a:pt x="2574" y="1484"/>
                  </a:cubicBezTo>
                  <a:lnTo>
                    <a:pt x="565" y="2374"/>
                  </a:lnTo>
                  <a:cubicBezTo>
                    <a:pt x="220" y="2527"/>
                    <a:pt x="0" y="2862"/>
                    <a:pt x="0" y="3245"/>
                  </a:cubicBezTo>
                  <a:lnTo>
                    <a:pt x="0" y="4527"/>
                  </a:lnTo>
                  <a:cubicBezTo>
                    <a:pt x="0" y="4661"/>
                    <a:pt x="105" y="4767"/>
                    <a:pt x="239" y="4767"/>
                  </a:cubicBezTo>
                  <a:lnTo>
                    <a:pt x="7867" y="4767"/>
                  </a:lnTo>
                  <a:cubicBezTo>
                    <a:pt x="8001" y="4767"/>
                    <a:pt x="8106" y="4652"/>
                    <a:pt x="8106" y="4527"/>
                  </a:cubicBezTo>
                  <a:lnTo>
                    <a:pt x="8106" y="3235"/>
                  </a:lnTo>
                  <a:cubicBezTo>
                    <a:pt x="8106" y="2862"/>
                    <a:pt x="7886" y="2518"/>
                    <a:pt x="7541" y="2364"/>
                  </a:cubicBezTo>
                  <a:lnTo>
                    <a:pt x="5532" y="1484"/>
                  </a:lnTo>
                  <a:cubicBezTo>
                    <a:pt x="5359" y="1407"/>
                    <a:pt x="5245" y="1235"/>
                    <a:pt x="5245" y="1053"/>
                  </a:cubicBezTo>
                  <a:lnTo>
                    <a:pt x="5245"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1" name="Google Shape;9351;p63"/>
            <p:cNvSpPr/>
            <p:nvPr/>
          </p:nvSpPr>
          <p:spPr>
            <a:xfrm>
              <a:off x="5835042" y="3600181"/>
              <a:ext cx="212890" cy="80198"/>
            </a:xfrm>
            <a:custGeom>
              <a:avLst/>
              <a:gdLst/>
              <a:ahLst/>
              <a:cxnLst/>
              <a:rect l="l" t="t" r="r" b="b"/>
              <a:pathLst>
                <a:path w="8107" h="3054" extrusionOk="0">
                  <a:moveTo>
                    <a:pt x="2048" y="1"/>
                  </a:moveTo>
                  <a:lnTo>
                    <a:pt x="565" y="651"/>
                  </a:lnTo>
                  <a:cubicBezTo>
                    <a:pt x="220" y="805"/>
                    <a:pt x="0" y="1149"/>
                    <a:pt x="0" y="1522"/>
                  </a:cubicBezTo>
                  <a:lnTo>
                    <a:pt x="0" y="2814"/>
                  </a:lnTo>
                  <a:cubicBezTo>
                    <a:pt x="0" y="2939"/>
                    <a:pt x="105" y="3054"/>
                    <a:pt x="239" y="3054"/>
                  </a:cubicBezTo>
                  <a:lnTo>
                    <a:pt x="7867" y="3054"/>
                  </a:lnTo>
                  <a:cubicBezTo>
                    <a:pt x="8001" y="3054"/>
                    <a:pt x="8106" y="2939"/>
                    <a:pt x="8106" y="2814"/>
                  </a:cubicBezTo>
                  <a:lnTo>
                    <a:pt x="8106" y="1532"/>
                  </a:lnTo>
                  <a:cubicBezTo>
                    <a:pt x="8106" y="1149"/>
                    <a:pt x="7886" y="805"/>
                    <a:pt x="7541" y="651"/>
                  </a:cubicBezTo>
                  <a:lnTo>
                    <a:pt x="6058" y="1"/>
                  </a:lnTo>
                  <a:cubicBezTo>
                    <a:pt x="5709" y="919"/>
                    <a:pt x="4883" y="1379"/>
                    <a:pt x="4057" y="1379"/>
                  </a:cubicBezTo>
                  <a:cubicBezTo>
                    <a:pt x="3230" y="1379"/>
                    <a:pt x="2402" y="919"/>
                    <a:pt x="2048"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2" name="Google Shape;9352;p63"/>
            <p:cNvSpPr/>
            <p:nvPr/>
          </p:nvSpPr>
          <p:spPr>
            <a:xfrm>
              <a:off x="5910172" y="3555198"/>
              <a:ext cx="62604" cy="25105"/>
            </a:xfrm>
            <a:custGeom>
              <a:avLst/>
              <a:gdLst/>
              <a:ahLst/>
              <a:cxnLst/>
              <a:rect l="l" t="t" r="r" b="b"/>
              <a:pathLst>
                <a:path w="2384" h="956" extrusionOk="0">
                  <a:moveTo>
                    <a:pt x="1" y="1"/>
                  </a:moveTo>
                  <a:lnTo>
                    <a:pt x="1" y="690"/>
                  </a:lnTo>
                  <a:cubicBezTo>
                    <a:pt x="379" y="867"/>
                    <a:pt x="785" y="955"/>
                    <a:pt x="1192" y="955"/>
                  </a:cubicBezTo>
                  <a:cubicBezTo>
                    <a:pt x="1599" y="955"/>
                    <a:pt x="2006" y="867"/>
                    <a:pt x="2384" y="690"/>
                  </a:cubicBezTo>
                  <a:lnTo>
                    <a:pt x="238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3" name="Google Shape;9353;p63"/>
            <p:cNvSpPr/>
            <p:nvPr/>
          </p:nvSpPr>
          <p:spPr>
            <a:xfrm>
              <a:off x="5878765" y="3449764"/>
              <a:ext cx="125418" cy="117907"/>
            </a:xfrm>
            <a:custGeom>
              <a:avLst/>
              <a:gdLst/>
              <a:ahLst/>
              <a:cxnLst/>
              <a:rect l="l" t="t" r="r" b="b"/>
              <a:pathLst>
                <a:path w="4776" h="4490" extrusionOk="0">
                  <a:moveTo>
                    <a:pt x="1745" y="1"/>
                  </a:moveTo>
                  <a:cubicBezTo>
                    <a:pt x="1563" y="1"/>
                    <a:pt x="1396" y="95"/>
                    <a:pt x="1311" y="264"/>
                  </a:cubicBezTo>
                  <a:cubicBezTo>
                    <a:pt x="1053" y="762"/>
                    <a:pt x="670" y="1192"/>
                    <a:pt x="201" y="1499"/>
                  </a:cubicBezTo>
                  <a:cubicBezTo>
                    <a:pt x="77" y="1585"/>
                    <a:pt x="0" y="1738"/>
                    <a:pt x="0" y="1891"/>
                  </a:cubicBezTo>
                  <a:lnTo>
                    <a:pt x="0" y="2025"/>
                  </a:lnTo>
                  <a:cubicBezTo>
                    <a:pt x="0" y="3288"/>
                    <a:pt x="957" y="4398"/>
                    <a:pt x="2230" y="4484"/>
                  </a:cubicBezTo>
                  <a:cubicBezTo>
                    <a:pt x="2281" y="4488"/>
                    <a:pt x="2332" y="4489"/>
                    <a:pt x="2383" y="4489"/>
                  </a:cubicBezTo>
                  <a:cubicBezTo>
                    <a:pt x="3693" y="4489"/>
                    <a:pt x="4766" y="3428"/>
                    <a:pt x="4766" y="2101"/>
                  </a:cubicBezTo>
                  <a:lnTo>
                    <a:pt x="4766" y="1690"/>
                  </a:lnTo>
                  <a:cubicBezTo>
                    <a:pt x="4776" y="1479"/>
                    <a:pt x="4680" y="1288"/>
                    <a:pt x="4527" y="1154"/>
                  </a:cubicBezTo>
                  <a:cubicBezTo>
                    <a:pt x="4144" y="819"/>
                    <a:pt x="3292" y="226"/>
                    <a:pt x="1819" y="6"/>
                  </a:cubicBezTo>
                  <a:cubicBezTo>
                    <a:pt x="1794" y="2"/>
                    <a:pt x="1770" y="1"/>
                    <a:pt x="174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4" name="Google Shape;9354;p63"/>
            <p:cNvSpPr/>
            <p:nvPr/>
          </p:nvSpPr>
          <p:spPr>
            <a:xfrm>
              <a:off x="5878765" y="3449764"/>
              <a:ext cx="122398" cy="117277"/>
            </a:xfrm>
            <a:custGeom>
              <a:avLst/>
              <a:gdLst/>
              <a:ahLst/>
              <a:cxnLst/>
              <a:rect l="l" t="t" r="r" b="b"/>
              <a:pathLst>
                <a:path w="4661" h="4466" extrusionOk="0">
                  <a:moveTo>
                    <a:pt x="1745" y="1"/>
                  </a:moveTo>
                  <a:cubicBezTo>
                    <a:pt x="1563" y="1"/>
                    <a:pt x="1396" y="95"/>
                    <a:pt x="1311" y="264"/>
                  </a:cubicBezTo>
                  <a:cubicBezTo>
                    <a:pt x="1273" y="350"/>
                    <a:pt x="1225" y="436"/>
                    <a:pt x="1168" y="513"/>
                  </a:cubicBezTo>
                  <a:cubicBezTo>
                    <a:pt x="919" y="905"/>
                    <a:pt x="594" y="1240"/>
                    <a:pt x="201" y="1499"/>
                  </a:cubicBezTo>
                  <a:cubicBezTo>
                    <a:pt x="77" y="1585"/>
                    <a:pt x="0" y="1728"/>
                    <a:pt x="0" y="1891"/>
                  </a:cubicBezTo>
                  <a:lnTo>
                    <a:pt x="0" y="2025"/>
                  </a:lnTo>
                  <a:cubicBezTo>
                    <a:pt x="0" y="3250"/>
                    <a:pt x="900" y="4322"/>
                    <a:pt x="2096" y="4465"/>
                  </a:cubicBezTo>
                  <a:cubicBezTo>
                    <a:pt x="1675" y="4025"/>
                    <a:pt x="1436" y="3432"/>
                    <a:pt x="1436" y="2819"/>
                  </a:cubicBezTo>
                  <a:lnTo>
                    <a:pt x="1436" y="1317"/>
                  </a:lnTo>
                  <a:cubicBezTo>
                    <a:pt x="1436" y="1077"/>
                    <a:pt x="1618" y="867"/>
                    <a:pt x="1857" y="838"/>
                  </a:cubicBezTo>
                  <a:cubicBezTo>
                    <a:pt x="2025" y="823"/>
                    <a:pt x="2193" y="816"/>
                    <a:pt x="2360" y="816"/>
                  </a:cubicBezTo>
                  <a:cubicBezTo>
                    <a:pt x="3156" y="816"/>
                    <a:pt x="3941" y="985"/>
                    <a:pt x="4661" y="1317"/>
                  </a:cubicBezTo>
                  <a:cubicBezTo>
                    <a:pt x="4632" y="1250"/>
                    <a:pt x="4584" y="1202"/>
                    <a:pt x="4527" y="1154"/>
                  </a:cubicBezTo>
                  <a:cubicBezTo>
                    <a:pt x="4144" y="819"/>
                    <a:pt x="3292" y="226"/>
                    <a:pt x="1819" y="6"/>
                  </a:cubicBezTo>
                  <a:cubicBezTo>
                    <a:pt x="1794" y="2"/>
                    <a:pt x="1770" y="1"/>
                    <a:pt x="174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5" name="Google Shape;9355;p63"/>
            <p:cNvSpPr/>
            <p:nvPr/>
          </p:nvSpPr>
          <p:spPr>
            <a:xfrm>
              <a:off x="5835042" y="3620796"/>
              <a:ext cx="43986" cy="59584"/>
            </a:xfrm>
            <a:custGeom>
              <a:avLst/>
              <a:gdLst/>
              <a:ahLst/>
              <a:cxnLst/>
              <a:rect l="l" t="t" r="r" b="b"/>
              <a:pathLst>
                <a:path w="1675" h="2269" extrusionOk="0">
                  <a:moveTo>
                    <a:pt x="354" y="0"/>
                  </a:moveTo>
                  <a:cubicBezTo>
                    <a:pt x="124" y="182"/>
                    <a:pt x="0" y="450"/>
                    <a:pt x="0" y="747"/>
                  </a:cubicBezTo>
                  <a:lnTo>
                    <a:pt x="0" y="2029"/>
                  </a:lnTo>
                  <a:cubicBezTo>
                    <a:pt x="0" y="2163"/>
                    <a:pt x="105" y="2269"/>
                    <a:pt x="239" y="2269"/>
                  </a:cubicBezTo>
                  <a:lnTo>
                    <a:pt x="1675" y="2269"/>
                  </a:lnTo>
                  <a:lnTo>
                    <a:pt x="1675" y="1608"/>
                  </a:lnTo>
                  <a:cubicBezTo>
                    <a:pt x="1665" y="1417"/>
                    <a:pt x="1598" y="1235"/>
                    <a:pt x="1464" y="1101"/>
                  </a:cubicBezTo>
                  <a:lnTo>
                    <a:pt x="354"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6" name="Google Shape;9356;p63"/>
            <p:cNvSpPr/>
            <p:nvPr/>
          </p:nvSpPr>
          <p:spPr>
            <a:xfrm>
              <a:off x="6003920" y="3620796"/>
              <a:ext cx="44012" cy="59584"/>
            </a:xfrm>
            <a:custGeom>
              <a:avLst/>
              <a:gdLst/>
              <a:ahLst/>
              <a:cxnLst/>
              <a:rect l="l" t="t" r="r" b="b"/>
              <a:pathLst>
                <a:path w="1676" h="2269" extrusionOk="0">
                  <a:moveTo>
                    <a:pt x="1321" y="0"/>
                  </a:moveTo>
                  <a:lnTo>
                    <a:pt x="211" y="1101"/>
                  </a:lnTo>
                  <a:cubicBezTo>
                    <a:pt x="77" y="1235"/>
                    <a:pt x="0" y="1417"/>
                    <a:pt x="0" y="1608"/>
                  </a:cubicBezTo>
                  <a:lnTo>
                    <a:pt x="0" y="2269"/>
                  </a:lnTo>
                  <a:lnTo>
                    <a:pt x="1436" y="2269"/>
                  </a:lnTo>
                  <a:cubicBezTo>
                    <a:pt x="1570" y="2269"/>
                    <a:pt x="1675" y="2163"/>
                    <a:pt x="1675" y="2029"/>
                  </a:cubicBezTo>
                  <a:lnTo>
                    <a:pt x="1675" y="747"/>
                  </a:lnTo>
                  <a:cubicBezTo>
                    <a:pt x="1675" y="450"/>
                    <a:pt x="1541" y="182"/>
                    <a:pt x="1321"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57" name="Google Shape;9357;p63"/>
          <p:cNvSpPr/>
          <p:nvPr/>
        </p:nvSpPr>
        <p:spPr>
          <a:xfrm>
            <a:off x="6555704" y="3412357"/>
            <a:ext cx="13366" cy="86711"/>
          </a:xfrm>
          <a:custGeom>
            <a:avLst/>
            <a:gdLst/>
            <a:ahLst/>
            <a:cxnLst/>
            <a:rect l="l" t="t" r="r" b="b"/>
            <a:pathLst>
              <a:path w="509" h="3302" extrusionOk="0">
                <a:moveTo>
                  <a:pt x="432" y="0"/>
                </a:moveTo>
                <a:lnTo>
                  <a:pt x="202" y="163"/>
                </a:lnTo>
                <a:cubicBezTo>
                  <a:pt x="77" y="259"/>
                  <a:pt x="1" y="412"/>
                  <a:pt x="1" y="565"/>
                </a:cubicBezTo>
                <a:lnTo>
                  <a:pt x="1" y="3302"/>
                </a:lnTo>
                <a:lnTo>
                  <a:pt x="39" y="3245"/>
                </a:lnTo>
                <a:cubicBezTo>
                  <a:pt x="345" y="2795"/>
                  <a:pt x="508" y="2259"/>
                  <a:pt x="508" y="1713"/>
                </a:cubicBezTo>
                <a:lnTo>
                  <a:pt x="508" y="259"/>
                </a:lnTo>
                <a:cubicBezTo>
                  <a:pt x="508" y="163"/>
                  <a:pt x="479" y="77"/>
                  <a:pt x="43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358" name="Google Shape;9358;p63"/>
          <p:cNvGrpSpPr/>
          <p:nvPr/>
        </p:nvGrpSpPr>
        <p:grpSpPr>
          <a:xfrm>
            <a:off x="6174462" y="3216326"/>
            <a:ext cx="394609" cy="328749"/>
            <a:chOff x="6179074" y="3368726"/>
            <a:chExt cx="394609" cy="328749"/>
          </a:xfrm>
        </p:grpSpPr>
        <p:sp>
          <p:nvSpPr>
            <p:cNvPr id="9359" name="Google Shape;9359;p63"/>
            <p:cNvSpPr/>
            <p:nvPr/>
          </p:nvSpPr>
          <p:spPr>
            <a:xfrm>
              <a:off x="6363052" y="3421508"/>
              <a:ext cx="26418" cy="26155"/>
            </a:xfrm>
            <a:custGeom>
              <a:avLst/>
              <a:gdLst/>
              <a:ahLst/>
              <a:cxnLst/>
              <a:rect l="l" t="t" r="r" b="b"/>
              <a:pathLst>
                <a:path w="1006" h="996" extrusionOk="0">
                  <a:moveTo>
                    <a:pt x="0" y="0"/>
                  </a:moveTo>
                  <a:lnTo>
                    <a:pt x="0" y="995"/>
                  </a:lnTo>
                  <a:lnTo>
                    <a:pt x="1005" y="995"/>
                  </a:lnTo>
                  <a:lnTo>
                    <a:pt x="1005"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0" name="Google Shape;9360;p63"/>
            <p:cNvSpPr/>
            <p:nvPr/>
          </p:nvSpPr>
          <p:spPr>
            <a:xfrm>
              <a:off x="6361791" y="3421508"/>
              <a:ext cx="28912" cy="19695"/>
            </a:xfrm>
            <a:custGeom>
              <a:avLst/>
              <a:gdLst/>
              <a:ahLst/>
              <a:cxnLst/>
              <a:rect l="l" t="t" r="r" b="b"/>
              <a:pathLst>
                <a:path w="1101" h="750" extrusionOk="0">
                  <a:moveTo>
                    <a:pt x="48" y="0"/>
                  </a:moveTo>
                  <a:lnTo>
                    <a:pt x="48" y="498"/>
                  </a:lnTo>
                  <a:cubicBezTo>
                    <a:pt x="48" y="546"/>
                    <a:pt x="29" y="603"/>
                    <a:pt x="0" y="641"/>
                  </a:cubicBezTo>
                  <a:cubicBezTo>
                    <a:pt x="177" y="713"/>
                    <a:pt x="364" y="749"/>
                    <a:pt x="551" y="749"/>
                  </a:cubicBezTo>
                  <a:cubicBezTo>
                    <a:pt x="737" y="749"/>
                    <a:pt x="924" y="713"/>
                    <a:pt x="1101" y="641"/>
                  </a:cubicBezTo>
                  <a:cubicBezTo>
                    <a:pt x="1072" y="603"/>
                    <a:pt x="1053" y="546"/>
                    <a:pt x="1053" y="498"/>
                  </a:cubicBezTo>
                  <a:lnTo>
                    <a:pt x="105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1" name="Google Shape;9361;p63"/>
            <p:cNvSpPr/>
            <p:nvPr/>
          </p:nvSpPr>
          <p:spPr>
            <a:xfrm>
              <a:off x="6336660" y="3442096"/>
              <a:ext cx="79174" cy="97556"/>
            </a:xfrm>
            <a:custGeom>
              <a:avLst/>
              <a:gdLst/>
              <a:ahLst/>
              <a:cxnLst/>
              <a:rect l="l" t="t" r="r" b="b"/>
              <a:pathLst>
                <a:path w="3015" h="3715" extrusionOk="0">
                  <a:moveTo>
                    <a:pt x="737" y="1"/>
                  </a:moveTo>
                  <a:lnTo>
                    <a:pt x="278" y="231"/>
                  </a:lnTo>
                  <a:cubicBezTo>
                    <a:pt x="115" y="317"/>
                    <a:pt x="10" y="489"/>
                    <a:pt x="10" y="680"/>
                  </a:cubicBezTo>
                  <a:lnTo>
                    <a:pt x="10" y="2135"/>
                  </a:lnTo>
                  <a:cubicBezTo>
                    <a:pt x="0" y="2681"/>
                    <a:pt x="163" y="3207"/>
                    <a:pt x="469" y="3657"/>
                  </a:cubicBezTo>
                  <a:lnTo>
                    <a:pt x="508" y="3714"/>
                  </a:lnTo>
                  <a:lnTo>
                    <a:pt x="2508" y="3714"/>
                  </a:lnTo>
                  <a:lnTo>
                    <a:pt x="2546" y="3657"/>
                  </a:lnTo>
                  <a:cubicBezTo>
                    <a:pt x="2852" y="3207"/>
                    <a:pt x="3015" y="2681"/>
                    <a:pt x="3005" y="2135"/>
                  </a:cubicBezTo>
                  <a:lnTo>
                    <a:pt x="3005" y="680"/>
                  </a:lnTo>
                  <a:cubicBezTo>
                    <a:pt x="3005" y="489"/>
                    <a:pt x="2900" y="317"/>
                    <a:pt x="2737" y="231"/>
                  </a:cubicBezTo>
                  <a:lnTo>
                    <a:pt x="2278" y="1"/>
                  </a:lnTo>
                  <a:cubicBezTo>
                    <a:pt x="2111" y="203"/>
                    <a:pt x="1603" y="212"/>
                    <a:pt x="1523" y="212"/>
                  </a:cubicBezTo>
                  <a:cubicBezTo>
                    <a:pt x="1516" y="212"/>
                    <a:pt x="1512" y="211"/>
                    <a:pt x="1512" y="211"/>
                  </a:cubicBezTo>
                  <a:cubicBezTo>
                    <a:pt x="1512" y="211"/>
                    <a:pt x="1509" y="212"/>
                    <a:pt x="1502" y="212"/>
                  </a:cubicBezTo>
                  <a:cubicBezTo>
                    <a:pt x="1420" y="212"/>
                    <a:pt x="905" y="203"/>
                    <a:pt x="73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2" name="Google Shape;9362;p63"/>
            <p:cNvSpPr/>
            <p:nvPr/>
          </p:nvSpPr>
          <p:spPr>
            <a:xfrm>
              <a:off x="6349974" y="3539862"/>
              <a:ext cx="52546" cy="111605"/>
            </a:xfrm>
            <a:custGeom>
              <a:avLst/>
              <a:gdLst/>
              <a:ahLst/>
              <a:cxnLst/>
              <a:rect l="l" t="t" r="r" b="b"/>
              <a:pathLst>
                <a:path w="2001" h="4250" extrusionOk="0">
                  <a:moveTo>
                    <a:pt x="1" y="1"/>
                  </a:moveTo>
                  <a:lnTo>
                    <a:pt x="1" y="4250"/>
                  </a:lnTo>
                  <a:lnTo>
                    <a:pt x="2001" y="4250"/>
                  </a:lnTo>
                  <a:lnTo>
                    <a:pt x="2001"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3" name="Google Shape;9363;p63"/>
            <p:cNvSpPr/>
            <p:nvPr/>
          </p:nvSpPr>
          <p:spPr>
            <a:xfrm>
              <a:off x="6336897" y="3452915"/>
              <a:ext cx="13104" cy="86973"/>
            </a:xfrm>
            <a:custGeom>
              <a:avLst/>
              <a:gdLst/>
              <a:ahLst/>
              <a:cxnLst/>
              <a:rect l="l" t="t" r="r" b="b"/>
              <a:pathLst>
                <a:path w="499" h="3312" extrusionOk="0">
                  <a:moveTo>
                    <a:pt x="77" y="0"/>
                  </a:moveTo>
                  <a:cubicBezTo>
                    <a:pt x="20" y="77"/>
                    <a:pt x="1" y="173"/>
                    <a:pt x="1" y="268"/>
                  </a:cubicBezTo>
                  <a:lnTo>
                    <a:pt x="1" y="1723"/>
                  </a:lnTo>
                  <a:cubicBezTo>
                    <a:pt x="1" y="2269"/>
                    <a:pt x="154" y="2795"/>
                    <a:pt x="460" y="3245"/>
                  </a:cubicBezTo>
                  <a:lnTo>
                    <a:pt x="499" y="3312"/>
                  </a:lnTo>
                  <a:lnTo>
                    <a:pt x="499" y="575"/>
                  </a:lnTo>
                  <a:cubicBezTo>
                    <a:pt x="499" y="412"/>
                    <a:pt x="422" y="268"/>
                    <a:pt x="298" y="173"/>
                  </a:cubicBezTo>
                  <a:lnTo>
                    <a:pt x="77" y="0"/>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4" name="Google Shape;9364;p63"/>
            <p:cNvSpPr/>
            <p:nvPr/>
          </p:nvSpPr>
          <p:spPr>
            <a:xfrm>
              <a:off x="6402494" y="3452915"/>
              <a:ext cx="13340" cy="86973"/>
            </a:xfrm>
            <a:custGeom>
              <a:avLst/>
              <a:gdLst/>
              <a:ahLst/>
              <a:cxnLst/>
              <a:rect l="l" t="t" r="r" b="b"/>
              <a:pathLst>
                <a:path w="508" h="3312" extrusionOk="0">
                  <a:moveTo>
                    <a:pt x="431" y="0"/>
                  </a:moveTo>
                  <a:lnTo>
                    <a:pt x="202" y="173"/>
                  </a:lnTo>
                  <a:cubicBezTo>
                    <a:pt x="77" y="268"/>
                    <a:pt x="1" y="412"/>
                    <a:pt x="1" y="575"/>
                  </a:cubicBezTo>
                  <a:lnTo>
                    <a:pt x="1" y="3312"/>
                  </a:lnTo>
                  <a:lnTo>
                    <a:pt x="39" y="3245"/>
                  </a:lnTo>
                  <a:cubicBezTo>
                    <a:pt x="345" y="2795"/>
                    <a:pt x="508" y="2269"/>
                    <a:pt x="508" y="1723"/>
                  </a:cubicBezTo>
                  <a:lnTo>
                    <a:pt x="508" y="268"/>
                  </a:lnTo>
                  <a:cubicBezTo>
                    <a:pt x="508" y="173"/>
                    <a:pt x="479" y="77"/>
                    <a:pt x="431"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5" name="Google Shape;9365;p63"/>
            <p:cNvSpPr/>
            <p:nvPr/>
          </p:nvSpPr>
          <p:spPr>
            <a:xfrm>
              <a:off x="6356014" y="3434691"/>
              <a:ext cx="40493" cy="105198"/>
            </a:xfrm>
            <a:custGeom>
              <a:avLst/>
              <a:gdLst/>
              <a:ahLst/>
              <a:cxnLst/>
              <a:rect l="l" t="t" r="r" b="b"/>
              <a:pathLst>
                <a:path w="1542" h="4006" extrusionOk="0">
                  <a:moveTo>
                    <a:pt x="254" y="1"/>
                  </a:moveTo>
                  <a:cubicBezTo>
                    <a:pt x="242" y="1"/>
                    <a:pt x="230" y="5"/>
                    <a:pt x="220" y="15"/>
                  </a:cubicBezTo>
                  <a:lnTo>
                    <a:pt x="0" y="283"/>
                  </a:lnTo>
                  <a:lnTo>
                    <a:pt x="345" y="704"/>
                  </a:lnTo>
                  <a:cubicBezTo>
                    <a:pt x="367" y="732"/>
                    <a:pt x="399" y="747"/>
                    <a:pt x="431" y="747"/>
                  </a:cubicBezTo>
                  <a:cubicBezTo>
                    <a:pt x="455" y="747"/>
                    <a:pt x="478" y="739"/>
                    <a:pt x="498" y="723"/>
                  </a:cubicBezTo>
                  <a:lnTo>
                    <a:pt x="651" y="599"/>
                  </a:lnTo>
                  <a:lnTo>
                    <a:pt x="651" y="4006"/>
                  </a:lnTo>
                  <a:lnTo>
                    <a:pt x="900" y="4006"/>
                  </a:lnTo>
                  <a:lnTo>
                    <a:pt x="900" y="599"/>
                  </a:lnTo>
                  <a:lnTo>
                    <a:pt x="1043" y="723"/>
                  </a:lnTo>
                  <a:cubicBezTo>
                    <a:pt x="1063" y="739"/>
                    <a:pt x="1088" y="747"/>
                    <a:pt x="1113" y="747"/>
                  </a:cubicBezTo>
                  <a:cubicBezTo>
                    <a:pt x="1149" y="747"/>
                    <a:pt x="1184" y="732"/>
                    <a:pt x="1206" y="704"/>
                  </a:cubicBezTo>
                  <a:lnTo>
                    <a:pt x="1541" y="283"/>
                  </a:lnTo>
                  <a:lnTo>
                    <a:pt x="1331" y="15"/>
                  </a:lnTo>
                  <a:cubicBezTo>
                    <a:pt x="1321" y="5"/>
                    <a:pt x="1309" y="1"/>
                    <a:pt x="1297" y="1"/>
                  </a:cubicBezTo>
                  <a:cubicBezTo>
                    <a:pt x="1285" y="1"/>
                    <a:pt x="1273" y="5"/>
                    <a:pt x="1264" y="15"/>
                  </a:cubicBezTo>
                  <a:lnTo>
                    <a:pt x="775" y="503"/>
                  </a:lnTo>
                  <a:lnTo>
                    <a:pt x="287" y="15"/>
                  </a:lnTo>
                  <a:cubicBezTo>
                    <a:pt x="278" y="5"/>
                    <a:pt x="266" y="1"/>
                    <a:pt x="25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6" name="Google Shape;9366;p63"/>
            <p:cNvSpPr/>
            <p:nvPr/>
          </p:nvSpPr>
          <p:spPr>
            <a:xfrm>
              <a:off x="6373109" y="3552913"/>
              <a:ext cx="6775" cy="98554"/>
            </a:xfrm>
            <a:custGeom>
              <a:avLst/>
              <a:gdLst/>
              <a:ahLst/>
              <a:cxnLst/>
              <a:rect l="l" t="t" r="r" b="b"/>
              <a:pathLst>
                <a:path w="258" h="3753" extrusionOk="0">
                  <a:moveTo>
                    <a:pt x="139" y="0"/>
                  </a:moveTo>
                  <a:cubicBezTo>
                    <a:pt x="134" y="0"/>
                    <a:pt x="129" y="1"/>
                    <a:pt x="124" y="1"/>
                  </a:cubicBezTo>
                  <a:cubicBezTo>
                    <a:pt x="57" y="1"/>
                    <a:pt x="0" y="49"/>
                    <a:pt x="0" y="116"/>
                  </a:cubicBezTo>
                  <a:lnTo>
                    <a:pt x="0" y="3753"/>
                  </a:lnTo>
                  <a:lnTo>
                    <a:pt x="249" y="3753"/>
                  </a:lnTo>
                  <a:lnTo>
                    <a:pt x="249" y="126"/>
                  </a:lnTo>
                  <a:cubicBezTo>
                    <a:pt x="258" y="55"/>
                    <a:pt x="201" y="0"/>
                    <a:pt x="139"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7" name="Google Shape;9367;p63"/>
            <p:cNvSpPr/>
            <p:nvPr/>
          </p:nvSpPr>
          <p:spPr>
            <a:xfrm>
              <a:off x="6349974" y="3368726"/>
              <a:ext cx="52546" cy="59321"/>
            </a:xfrm>
            <a:custGeom>
              <a:avLst/>
              <a:gdLst/>
              <a:ahLst/>
              <a:cxnLst/>
              <a:rect l="l" t="t" r="r" b="b"/>
              <a:pathLst>
                <a:path w="2001" h="2259" extrusionOk="0">
                  <a:moveTo>
                    <a:pt x="757" y="0"/>
                  </a:moveTo>
                  <a:cubicBezTo>
                    <a:pt x="336" y="0"/>
                    <a:pt x="1" y="335"/>
                    <a:pt x="1" y="756"/>
                  </a:cubicBezTo>
                  <a:lnTo>
                    <a:pt x="1" y="1254"/>
                  </a:lnTo>
                  <a:cubicBezTo>
                    <a:pt x="1" y="1809"/>
                    <a:pt x="450" y="2259"/>
                    <a:pt x="1005"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8" name="Google Shape;9368;p63"/>
            <p:cNvSpPr/>
            <p:nvPr/>
          </p:nvSpPr>
          <p:spPr>
            <a:xfrm>
              <a:off x="6349974" y="3368726"/>
              <a:ext cx="36213" cy="59269"/>
            </a:xfrm>
            <a:custGeom>
              <a:avLst/>
              <a:gdLst/>
              <a:ahLst/>
              <a:cxnLst/>
              <a:rect l="l" t="t" r="r" b="b"/>
              <a:pathLst>
                <a:path w="1379" h="2257" extrusionOk="0">
                  <a:moveTo>
                    <a:pt x="757" y="0"/>
                  </a:moveTo>
                  <a:cubicBezTo>
                    <a:pt x="345" y="0"/>
                    <a:pt x="1" y="335"/>
                    <a:pt x="10" y="756"/>
                  </a:cubicBezTo>
                  <a:lnTo>
                    <a:pt x="10" y="1254"/>
                  </a:lnTo>
                  <a:cubicBezTo>
                    <a:pt x="2" y="1828"/>
                    <a:pt x="478" y="2257"/>
                    <a:pt x="1005" y="2257"/>
                  </a:cubicBezTo>
                  <a:cubicBezTo>
                    <a:pt x="1129" y="2257"/>
                    <a:pt x="1255" y="2233"/>
                    <a:pt x="1379" y="2182"/>
                  </a:cubicBezTo>
                  <a:cubicBezTo>
                    <a:pt x="1005" y="2029"/>
                    <a:pt x="757" y="1666"/>
                    <a:pt x="757" y="1254"/>
                  </a:cubicBezTo>
                  <a:lnTo>
                    <a:pt x="757" y="756"/>
                  </a:lnTo>
                  <a:cubicBezTo>
                    <a:pt x="757" y="393"/>
                    <a:pt x="1015" y="77"/>
                    <a:pt x="1379" y="20"/>
                  </a:cubicBezTo>
                  <a:cubicBezTo>
                    <a:pt x="1340" y="10"/>
                    <a:pt x="1302"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69" name="Google Shape;9369;p63"/>
            <p:cNvSpPr/>
            <p:nvPr/>
          </p:nvSpPr>
          <p:spPr>
            <a:xfrm>
              <a:off x="6349974" y="3368726"/>
              <a:ext cx="52546" cy="26418"/>
            </a:xfrm>
            <a:custGeom>
              <a:avLst/>
              <a:gdLst/>
              <a:ahLst/>
              <a:cxnLst/>
              <a:rect l="l" t="t" r="r" b="b"/>
              <a:pathLst>
                <a:path w="2001" h="1006" extrusionOk="0">
                  <a:moveTo>
                    <a:pt x="747" y="0"/>
                  </a:moveTo>
                  <a:cubicBezTo>
                    <a:pt x="336" y="0"/>
                    <a:pt x="1" y="335"/>
                    <a:pt x="1" y="756"/>
                  </a:cubicBezTo>
                  <a:cubicBezTo>
                    <a:pt x="1" y="756"/>
                    <a:pt x="757" y="1005"/>
                    <a:pt x="2001" y="1005"/>
                  </a:cubicBezTo>
                  <a:lnTo>
                    <a:pt x="2001" y="756"/>
                  </a:lnTo>
                  <a:cubicBezTo>
                    <a:pt x="2001" y="335"/>
                    <a:pt x="1666"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0" name="Google Shape;9370;p63"/>
            <p:cNvSpPr/>
            <p:nvPr/>
          </p:nvSpPr>
          <p:spPr>
            <a:xfrm>
              <a:off x="6349974" y="3368726"/>
              <a:ext cx="36213" cy="24159"/>
            </a:xfrm>
            <a:custGeom>
              <a:avLst/>
              <a:gdLst/>
              <a:ahLst/>
              <a:cxnLst/>
              <a:rect l="l" t="t" r="r" b="b"/>
              <a:pathLst>
                <a:path w="1379" h="920" extrusionOk="0">
                  <a:moveTo>
                    <a:pt x="757" y="0"/>
                  </a:moveTo>
                  <a:cubicBezTo>
                    <a:pt x="345" y="0"/>
                    <a:pt x="1" y="335"/>
                    <a:pt x="10" y="756"/>
                  </a:cubicBezTo>
                  <a:cubicBezTo>
                    <a:pt x="249" y="823"/>
                    <a:pt x="498" y="881"/>
                    <a:pt x="757" y="919"/>
                  </a:cubicBezTo>
                  <a:lnTo>
                    <a:pt x="757" y="756"/>
                  </a:lnTo>
                  <a:cubicBezTo>
                    <a:pt x="757" y="393"/>
                    <a:pt x="1015" y="77"/>
                    <a:pt x="1379" y="20"/>
                  </a:cubicBezTo>
                  <a:cubicBezTo>
                    <a:pt x="1340" y="10"/>
                    <a:pt x="1302"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1" name="Google Shape;9371;p63"/>
            <p:cNvSpPr/>
            <p:nvPr/>
          </p:nvSpPr>
          <p:spPr>
            <a:xfrm>
              <a:off x="6468354" y="3421508"/>
              <a:ext cx="26418" cy="26155"/>
            </a:xfrm>
            <a:custGeom>
              <a:avLst/>
              <a:gdLst/>
              <a:ahLst/>
              <a:cxnLst/>
              <a:rect l="l" t="t" r="r" b="b"/>
              <a:pathLst>
                <a:path w="1006" h="996" extrusionOk="0">
                  <a:moveTo>
                    <a:pt x="0" y="0"/>
                  </a:moveTo>
                  <a:lnTo>
                    <a:pt x="0" y="995"/>
                  </a:lnTo>
                  <a:lnTo>
                    <a:pt x="1005" y="995"/>
                  </a:lnTo>
                  <a:lnTo>
                    <a:pt x="1005"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2" name="Google Shape;9372;p63"/>
            <p:cNvSpPr/>
            <p:nvPr/>
          </p:nvSpPr>
          <p:spPr>
            <a:xfrm>
              <a:off x="6467094" y="3421508"/>
              <a:ext cx="28912" cy="19695"/>
            </a:xfrm>
            <a:custGeom>
              <a:avLst/>
              <a:gdLst/>
              <a:ahLst/>
              <a:cxnLst/>
              <a:rect l="l" t="t" r="r" b="b"/>
              <a:pathLst>
                <a:path w="1101" h="750" extrusionOk="0">
                  <a:moveTo>
                    <a:pt x="48" y="0"/>
                  </a:moveTo>
                  <a:lnTo>
                    <a:pt x="48" y="498"/>
                  </a:lnTo>
                  <a:cubicBezTo>
                    <a:pt x="48" y="546"/>
                    <a:pt x="29" y="603"/>
                    <a:pt x="0" y="641"/>
                  </a:cubicBezTo>
                  <a:cubicBezTo>
                    <a:pt x="177" y="713"/>
                    <a:pt x="364" y="749"/>
                    <a:pt x="551" y="749"/>
                  </a:cubicBezTo>
                  <a:cubicBezTo>
                    <a:pt x="737" y="749"/>
                    <a:pt x="924" y="713"/>
                    <a:pt x="1101" y="641"/>
                  </a:cubicBezTo>
                  <a:cubicBezTo>
                    <a:pt x="1063" y="603"/>
                    <a:pt x="1053" y="546"/>
                    <a:pt x="1053" y="498"/>
                  </a:cubicBezTo>
                  <a:lnTo>
                    <a:pt x="105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3" name="Google Shape;9373;p63"/>
            <p:cNvSpPr/>
            <p:nvPr/>
          </p:nvSpPr>
          <p:spPr>
            <a:xfrm>
              <a:off x="6441963" y="3442096"/>
              <a:ext cx="78938" cy="97556"/>
            </a:xfrm>
            <a:custGeom>
              <a:avLst/>
              <a:gdLst/>
              <a:ahLst/>
              <a:cxnLst/>
              <a:rect l="l" t="t" r="r" b="b"/>
              <a:pathLst>
                <a:path w="3006" h="3715" extrusionOk="0">
                  <a:moveTo>
                    <a:pt x="737" y="1"/>
                  </a:moveTo>
                  <a:lnTo>
                    <a:pt x="278" y="231"/>
                  </a:lnTo>
                  <a:cubicBezTo>
                    <a:pt x="115" y="317"/>
                    <a:pt x="0" y="489"/>
                    <a:pt x="0" y="680"/>
                  </a:cubicBezTo>
                  <a:lnTo>
                    <a:pt x="0" y="2135"/>
                  </a:lnTo>
                  <a:cubicBezTo>
                    <a:pt x="0" y="2681"/>
                    <a:pt x="163" y="3207"/>
                    <a:pt x="469" y="3657"/>
                  </a:cubicBezTo>
                  <a:lnTo>
                    <a:pt x="508" y="3714"/>
                  </a:lnTo>
                  <a:lnTo>
                    <a:pt x="2508" y="3714"/>
                  </a:lnTo>
                  <a:lnTo>
                    <a:pt x="2546" y="3657"/>
                  </a:lnTo>
                  <a:cubicBezTo>
                    <a:pt x="2852" y="3207"/>
                    <a:pt x="3005" y="2681"/>
                    <a:pt x="3005" y="2135"/>
                  </a:cubicBezTo>
                  <a:lnTo>
                    <a:pt x="3005" y="680"/>
                  </a:lnTo>
                  <a:cubicBezTo>
                    <a:pt x="3005" y="489"/>
                    <a:pt x="2900" y="317"/>
                    <a:pt x="2737" y="231"/>
                  </a:cubicBezTo>
                  <a:lnTo>
                    <a:pt x="2278" y="1"/>
                  </a:lnTo>
                  <a:cubicBezTo>
                    <a:pt x="2111" y="203"/>
                    <a:pt x="1595" y="212"/>
                    <a:pt x="1514" y="212"/>
                  </a:cubicBezTo>
                  <a:cubicBezTo>
                    <a:pt x="1507" y="212"/>
                    <a:pt x="1503" y="211"/>
                    <a:pt x="1503" y="211"/>
                  </a:cubicBezTo>
                  <a:cubicBezTo>
                    <a:pt x="1503" y="211"/>
                    <a:pt x="1499" y="212"/>
                    <a:pt x="1492" y="212"/>
                  </a:cubicBezTo>
                  <a:cubicBezTo>
                    <a:pt x="1412" y="212"/>
                    <a:pt x="905" y="203"/>
                    <a:pt x="737"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4" name="Google Shape;9374;p63"/>
            <p:cNvSpPr/>
            <p:nvPr/>
          </p:nvSpPr>
          <p:spPr>
            <a:xfrm>
              <a:off x="6455277" y="3539862"/>
              <a:ext cx="52546" cy="111605"/>
            </a:xfrm>
            <a:custGeom>
              <a:avLst/>
              <a:gdLst/>
              <a:ahLst/>
              <a:cxnLst/>
              <a:rect l="l" t="t" r="r" b="b"/>
              <a:pathLst>
                <a:path w="2001" h="4250" extrusionOk="0">
                  <a:moveTo>
                    <a:pt x="1" y="1"/>
                  </a:moveTo>
                  <a:lnTo>
                    <a:pt x="1" y="4250"/>
                  </a:lnTo>
                  <a:lnTo>
                    <a:pt x="2001" y="4250"/>
                  </a:lnTo>
                  <a:lnTo>
                    <a:pt x="2001"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5" name="Google Shape;9375;p63"/>
            <p:cNvSpPr/>
            <p:nvPr/>
          </p:nvSpPr>
          <p:spPr>
            <a:xfrm>
              <a:off x="6441963" y="3452915"/>
              <a:ext cx="13340" cy="86973"/>
            </a:xfrm>
            <a:custGeom>
              <a:avLst/>
              <a:gdLst/>
              <a:ahLst/>
              <a:cxnLst/>
              <a:rect l="l" t="t" r="r" b="b"/>
              <a:pathLst>
                <a:path w="508" h="3312" extrusionOk="0">
                  <a:moveTo>
                    <a:pt x="77" y="0"/>
                  </a:moveTo>
                  <a:cubicBezTo>
                    <a:pt x="29" y="77"/>
                    <a:pt x="0" y="173"/>
                    <a:pt x="0" y="268"/>
                  </a:cubicBezTo>
                  <a:lnTo>
                    <a:pt x="0" y="1723"/>
                  </a:lnTo>
                  <a:cubicBezTo>
                    <a:pt x="0" y="2269"/>
                    <a:pt x="163" y="2795"/>
                    <a:pt x="469" y="3245"/>
                  </a:cubicBezTo>
                  <a:lnTo>
                    <a:pt x="508" y="3312"/>
                  </a:lnTo>
                  <a:lnTo>
                    <a:pt x="508" y="575"/>
                  </a:lnTo>
                  <a:cubicBezTo>
                    <a:pt x="508" y="412"/>
                    <a:pt x="431" y="268"/>
                    <a:pt x="307" y="173"/>
                  </a:cubicBezTo>
                  <a:lnTo>
                    <a:pt x="77"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6" name="Google Shape;9376;p63"/>
            <p:cNvSpPr/>
            <p:nvPr/>
          </p:nvSpPr>
          <p:spPr>
            <a:xfrm>
              <a:off x="6507797" y="3452915"/>
              <a:ext cx="13104" cy="86973"/>
            </a:xfrm>
            <a:custGeom>
              <a:avLst/>
              <a:gdLst/>
              <a:ahLst/>
              <a:cxnLst/>
              <a:rect l="l" t="t" r="r" b="b"/>
              <a:pathLst>
                <a:path w="499" h="3312" extrusionOk="0">
                  <a:moveTo>
                    <a:pt x="422" y="0"/>
                  </a:moveTo>
                  <a:lnTo>
                    <a:pt x="202" y="173"/>
                  </a:lnTo>
                  <a:cubicBezTo>
                    <a:pt x="77" y="268"/>
                    <a:pt x="1" y="412"/>
                    <a:pt x="1" y="575"/>
                  </a:cubicBezTo>
                  <a:lnTo>
                    <a:pt x="1" y="3312"/>
                  </a:lnTo>
                  <a:lnTo>
                    <a:pt x="39" y="3245"/>
                  </a:lnTo>
                  <a:cubicBezTo>
                    <a:pt x="336" y="2795"/>
                    <a:pt x="498" y="2269"/>
                    <a:pt x="498" y="1723"/>
                  </a:cubicBezTo>
                  <a:lnTo>
                    <a:pt x="498" y="268"/>
                  </a:lnTo>
                  <a:cubicBezTo>
                    <a:pt x="498" y="173"/>
                    <a:pt x="470" y="77"/>
                    <a:pt x="422"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7" name="Google Shape;9377;p63"/>
            <p:cNvSpPr/>
            <p:nvPr/>
          </p:nvSpPr>
          <p:spPr>
            <a:xfrm>
              <a:off x="6461317" y="3434691"/>
              <a:ext cx="40493" cy="105198"/>
            </a:xfrm>
            <a:custGeom>
              <a:avLst/>
              <a:gdLst/>
              <a:ahLst/>
              <a:cxnLst/>
              <a:rect l="l" t="t" r="r" b="b"/>
              <a:pathLst>
                <a:path w="1542" h="4006" extrusionOk="0">
                  <a:moveTo>
                    <a:pt x="244" y="1"/>
                  </a:moveTo>
                  <a:cubicBezTo>
                    <a:pt x="232" y="1"/>
                    <a:pt x="220" y="5"/>
                    <a:pt x="211" y="15"/>
                  </a:cubicBezTo>
                  <a:lnTo>
                    <a:pt x="0" y="283"/>
                  </a:lnTo>
                  <a:lnTo>
                    <a:pt x="335" y="704"/>
                  </a:lnTo>
                  <a:cubicBezTo>
                    <a:pt x="357" y="732"/>
                    <a:pt x="393" y="747"/>
                    <a:pt x="428" y="747"/>
                  </a:cubicBezTo>
                  <a:cubicBezTo>
                    <a:pt x="453" y="747"/>
                    <a:pt x="478" y="739"/>
                    <a:pt x="498" y="723"/>
                  </a:cubicBezTo>
                  <a:lnTo>
                    <a:pt x="641" y="599"/>
                  </a:lnTo>
                  <a:lnTo>
                    <a:pt x="641" y="4006"/>
                  </a:lnTo>
                  <a:lnTo>
                    <a:pt x="890" y="4006"/>
                  </a:lnTo>
                  <a:lnTo>
                    <a:pt x="890" y="599"/>
                  </a:lnTo>
                  <a:lnTo>
                    <a:pt x="1043" y="723"/>
                  </a:lnTo>
                  <a:cubicBezTo>
                    <a:pt x="1063" y="739"/>
                    <a:pt x="1087" y="747"/>
                    <a:pt x="1110" y="747"/>
                  </a:cubicBezTo>
                  <a:cubicBezTo>
                    <a:pt x="1142" y="747"/>
                    <a:pt x="1174" y="732"/>
                    <a:pt x="1197" y="704"/>
                  </a:cubicBezTo>
                  <a:lnTo>
                    <a:pt x="1541" y="283"/>
                  </a:lnTo>
                  <a:lnTo>
                    <a:pt x="1321" y="15"/>
                  </a:lnTo>
                  <a:cubicBezTo>
                    <a:pt x="1311" y="5"/>
                    <a:pt x="1299" y="1"/>
                    <a:pt x="1287" y="1"/>
                  </a:cubicBezTo>
                  <a:cubicBezTo>
                    <a:pt x="1275" y="1"/>
                    <a:pt x="1264" y="5"/>
                    <a:pt x="1254" y="15"/>
                  </a:cubicBezTo>
                  <a:lnTo>
                    <a:pt x="766" y="503"/>
                  </a:lnTo>
                  <a:lnTo>
                    <a:pt x="278" y="15"/>
                  </a:lnTo>
                  <a:cubicBezTo>
                    <a:pt x="268" y="5"/>
                    <a:pt x="256" y="1"/>
                    <a:pt x="244"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8" name="Google Shape;9378;p63"/>
            <p:cNvSpPr/>
            <p:nvPr/>
          </p:nvSpPr>
          <p:spPr>
            <a:xfrm>
              <a:off x="6478412" y="3552913"/>
              <a:ext cx="6539" cy="98554"/>
            </a:xfrm>
            <a:custGeom>
              <a:avLst/>
              <a:gdLst/>
              <a:ahLst/>
              <a:cxnLst/>
              <a:rect l="l" t="t" r="r" b="b"/>
              <a:pathLst>
                <a:path w="249" h="3753" extrusionOk="0">
                  <a:moveTo>
                    <a:pt x="131" y="0"/>
                  </a:moveTo>
                  <a:cubicBezTo>
                    <a:pt x="126" y="0"/>
                    <a:pt x="120" y="1"/>
                    <a:pt x="115" y="1"/>
                  </a:cubicBezTo>
                  <a:cubicBezTo>
                    <a:pt x="48" y="1"/>
                    <a:pt x="0" y="49"/>
                    <a:pt x="0" y="116"/>
                  </a:cubicBezTo>
                  <a:lnTo>
                    <a:pt x="0" y="3753"/>
                  </a:lnTo>
                  <a:lnTo>
                    <a:pt x="249" y="3753"/>
                  </a:lnTo>
                  <a:lnTo>
                    <a:pt x="249" y="126"/>
                  </a:lnTo>
                  <a:cubicBezTo>
                    <a:pt x="249" y="55"/>
                    <a:pt x="200" y="0"/>
                    <a:pt x="131"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9" name="Google Shape;9379;p63"/>
            <p:cNvSpPr/>
            <p:nvPr/>
          </p:nvSpPr>
          <p:spPr>
            <a:xfrm>
              <a:off x="6455277" y="3368726"/>
              <a:ext cx="52546" cy="59321"/>
            </a:xfrm>
            <a:custGeom>
              <a:avLst/>
              <a:gdLst/>
              <a:ahLst/>
              <a:cxnLst/>
              <a:rect l="l" t="t" r="r" b="b"/>
              <a:pathLst>
                <a:path w="2001" h="2259" extrusionOk="0">
                  <a:moveTo>
                    <a:pt x="747" y="0"/>
                  </a:moveTo>
                  <a:cubicBezTo>
                    <a:pt x="335" y="0"/>
                    <a:pt x="1" y="335"/>
                    <a:pt x="1" y="756"/>
                  </a:cubicBezTo>
                  <a:lnTo>
                    <a:pt x="1" y="1254"/>
                  </a:lnTo>
                  <a:cubicBezTo>
                    <a:pt x="1" y="1809"/>
                    <a:pt x="441" y="2259"/>
                    <a:pt x="996"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0" name="Google Shape;9380;p63"/>
            <p:cNvSpPr/>
            <p:nvPr/>
          </p:nvSpPr>
          <p:spPr>
            <a:xfrm>
              <a:off x="6455277" y="3368726"/>
              <a:ext cx="36213" cy="59269"/>
            </a:xfrm>
            <a:custGeom>
              <a:avLst/>
              <a:gdLst/>
              <a:ahLst/>
              <a:cxnLst/>
              <a:rect l="l" t="t" r="r" b="b"/>
              <a:pathLst>
                <a:path w="1379" h="2257" extrusionOk="0">
                  <a:moveTo>
                    <a:pt x="757" y="0"/>
                  </a:moveTo>
                  <a:cubicBezTo>
                    <a:pt x="335" y="0"/>
                    <a:pt x="1" y="335"/>
                    <a:pt x="1" y="756"/>
                  </a:cubicBezTo>
                  <a:lnTo>
                    <a:pt x="1" y="1254"/>
                  </a:lnTo>
                  <a:cubicBezTo>
                    <a:pt x="1" y="1828"/>
                    <a:pt x="471" y="2257"/>
                    <a:pt x="1001" y="2257"/>
                  </a:cubicBezTo>
                  <a:cubicBezTo>
                    <a:pt x="1126" y="2257"/>
                    <a:pt x="1253" y="2233"/>
                    <a:pt x="1379" y="2182"/>
                  </a:cubicBezTo>
                  <a:cubicBezTo>
                    <a:pt x="996" y="2029"/>
                    <a:pt x="747" y="1666"/>
                    <a:pt x="747" y="1254"/>
                  </a:cubicBezTo>
                  <a:lnTo>
                    <a:pt x="747" y="756"/>
                  </a:lnTo>
                  <a:cubicBezTo>
                    <a:pt x="747" y="393"/>
                    <a:pt x="1015" y="77"/>
                    <a:pt x="1379" y="20"/>
                  </a:cubicBezTo>
                  <a:cubicBezTo>
                    <a:pt x="1331" y="10"/>
                    <a:pt x="1293"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1" name="Google Shape;9381;p63"/>
            <p:cNvSpPr/>
            <p:nvPr/>
          </p:nvSpPr>
          <p:spPr>
            <a:xfrm>
              <a:off x="6455277" y="3368726"/>
              <a:ext cx="52546" cy="26418"/>
            </a:xfrm>
            <a:custGeom>
              <a:avLst/>
              <a:gdLst/>
              <a:ahLst/>
              <a:cxnLst/>
              <a:rect l="l" t="t" r="r" b="b"/>
              <a:pathLst>
                <a:path w="2001" h="1006" extrusionOk="0">
                  <a:moveTo>
                    <a:pt x="747" y="0"/>
                  </a:moveTo>
                  <a:cubicBezTo>
                    <a:pt x="335" y="0"/>
                    <a:pt x="1" y="335"/>
                    <a:pt x="1" y="756"/>
                  </a:cubicBezTo>
                  <a:cubicBezTo>
                    <a:pt x="1" y="756"/>
                    <a:pt x="747" y="1005"/>
                    <a:pt x="2001" y="1005"/>
                  </a:cubicBezTo>
                  <a:lnTo>
                    <a:pt x="2001" y="756"/>
                  </a:lnTo>
                  <a:cubicBezTo>
                    <a:pt x="2001" y="335"/>
                    <a:pt x="1666" y="0"/>
                    <a:pt x="12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2" name="Google Shape;9382;p63"/>
            <p:cNvSpPr/>
            <p:nvPr/>
          </p:nvSpPr>
          <p:spPr>
            <a:xfrm>
              <a:off x="6455277" y="3368726"/>
              <a:ext cx="36213" cy="24159"/>
            </a:xfrm>
            <a:custGeom>
              <a:avLst/>
              <a:gdLst/>
              <a:ahLst/>
              <a:cxnLst/>
              <a:rect l="l" t="t" r="r" b="b"/>
              <a:pathLst>
                <a:path w="1379" h="920" extrusionOk="0">
                  <a:moveTo>
                    <a:pt x="757" y="0"/>
                  </a:moveTo>
                  <a:cubicBezTo>
                    <a:pt x="335" y="0"/>
                    <a:pt x="1" y="335"/>
                    <a:pt x="1" y="756"/>
                  </a:cubicBezTo>
                  <a:cubicBezTo>
                    <a:pt x="249" y="823"/>
                    <a:pt x="498" y="881"/>
                    <a:pt x="757" y="919"/>
                  </a:cubicBezTo>
                  <a:lnTo>
                    <a:pt x="747" y="756"/>
                  </a:lnTo>
                  <a:cubicBezTo>
                    <a:pt x="747" y="393"/>
                    <a:pt x="1015" y="77"/>
                    <a:pt x="1379" y="20"/>
                  </a:cubicBezTo>
                  <a:cubicBezTo>
                    <a:pt x="1331" y="10"/>
                    <a:pt x="1293"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3" name="Google Shape;9383;p63"/>
            <p:cNvSpPr/>
            <p:nvPr/>
          </p:nvSpPr>
          <p:spPr>
            <a:xfrm>
              <a:off x="6257985" y="3421508"/>
              <a:ext cx="26181" cy="26155"/>
            </a:xfrm>
            <a:custGeom>
              <a:avLst/>
              <a:gdLst/>
              <a:ahLst/>
              <a:cxnLst/>
              <a:rect l="l" t="t" r="r" b="b"/>
              <a:pathLst>
                <a:path w="997" h="996" extrusionOk="0">
                  <a:moveTo>
                    <a:pt x="1" y="0"/>
                  </a:moveTo>
                  <a:lnTo>
                    <a:pt x="1" y="995"/>
                  </a:lnTo>
                  <a:lnTo>
                    <a:pt x="996" y="995"/>
                  </a:lnTo>
                  <a:lnTo>
                    <a:pt x="996"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4" name="Google Shape;9384;p63"/>
            <p:cNvSpPr/>
            <p:nvPr/>
          </p:nvSpPr>
          <p:spPr>
            <a:xfrm>
              <a:off x="6256725" y="3421508"/>
              <a:ext cx="28676" cy="19695"/>
            </a:xfrm>
            <a:custGeom>
              <a:avLst/>
              <a:gdLst/>
              <a:ahLst/>
              <a:cxnLst/>
              <a:rect l="l" t="t" r="r" b="b"/>
              <a:pathLst>
                <a:path w="1092" h="750" extrusionOk="0">
                  <a:moveTo>
                    <a:pt x="49" y="0"/>
                  </a:moveTo>
                  <a:lnTo>
                    <a:pt x="49" y="498"/>
                  </a:lnTo>
                  <a:cubicBezTo>
                    <a:pt x="49" y="546"/>
                    <a:pt x="30" y="603"/>
                    <a:pt x="1" y="641"/>
                  </a:cubicBezTo>
                  <a:cubicBezTo>
                    <a:pt x="173" y="713"/>
                    <a:pt x="360" y="749"/>
                    <a:pt x="547" y="749"/>
                  </a:cubicBezTo>
                  <a:cubicBezTo>
                    <a:pt x="733" y="749"/>
                    <a:pt x="920" y="713"/>
                    <a:pt x="1092" y="641"/>
                  </a:cubicBezTo>
                  <a:cubicBezTo>
                    <a:pt x="1063" y="603"/>
                    <a:pt x="1044" y="546"/>
                    <a:pt x="1044" y="498"/>
                  </a:cubicBezTo>
                  <a:lnTo>
                    <a:pt x="1044"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5" name="Google Shape;9385;p63"/>
            <p:cNvSpPr/>
            <p:nvPr/>
          </p:nvSpPr>
          <p:spPr>
            <a:xfrm>
              <a:off x="6231594" y="3442096"/>
              <a:ext cx="78964" cy="97556"/>
            </a:xfrm>
            <a:custGeom>
              <a:avLst/>
              <a:gdLst/>
              <a:ahLst/>
              <a:cxnLst/>
              <a:rect l="l" t="t" r="r" b="b"/>
              <a:pathLst>
                <a:path w="3007" h="3715" extrusionOk="0">
                  <a:moveTo>
                    <a:pt x="738" y="1"/>
                  </a:moveTo>
                  <a:lnTo>
                    <a:pt x="279" y="231"/>
                  </a:lnTo>
                  <a:cubicBezTo>
                    <a:pt x="106" y="317"/>
                    <a:pt x="1" y="489"/>
                    <a:pt x="1" y="680"/>
                  </a:cubicBezTo>
                  <a:lnTo>
                    <a:pt x="1" y="2135"/>
                  </a:lnTo>
                  <a:cubicBezTo>
                    <a:pt x="1" y="2681"/>
                    <a:pt x="164" y="3207"/>
                    <a:pt x="460" y="3657"/>
                  </a:cubicBezTo>
                  <a:lnTo>
                    <a:pt x="499" y="3714"/>
                  </a:lnTo>
                  <a:lnTo>
                    <a:pt x="2508" y="3714"/>
                  </a:lnTo>
                  <a:lnTo>
                    <a:pt x="2537" y="3657"/>
                  </a:lnTo>
                  <a:cubicBezTo>
                    <a:pt x="2843" y="3207"/>
                    <a:pt x="3006" y="2681"/>
                    <a:pt x="3006" y="2135"/>
                  </a:cubicBezTo>
                  <a:lnTo>
                    <a:pt x="3006" y="680"/>
                  </a:lnTo>
                  <a:cubicBezTo>
                    <a:pt x="3006" y="489"/>
                    <a:pt x="2901" y="317"/>
                    <a:pt x="2729" y="231"/>
                  </a:cubicBezTo>
                  <a:lnTo>
                    <a:pt x="2269" y="1"/>
                  </a:lnTo>
                  <a:cubicBezTo>
                    <a:pt x="2102" y="203"/>
                    <a:pt x="1594" y="212"/>
                    <a:pt x="1514" y="212"/>
                  </a:cubicBezTo>
                  <a:cubicBezTo>
                    <a:pt x="1507" y="212"/>
                    <a:pt x="1504" y="211"/>
                    <a:pt x="1504" y="211"/>
                  </a:cubicBezTo>
                  <a:cubicBezTo>
                    <a:pt x="1504" y="211"/>
                    <a:pt x="1500" y="212"/>
                    <a:pt x="1493" y="212"/>
                  </a:cubicBezTo>
                  <a:cubicBezTo>
                    <a:pt x="1413" y="212"/>
                    <a:pt x="905" y="203"/>
                    <a:pt x="738" y="1"/>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6" name="Google Shape;9386;p63"/>
            <p:cNvSpPr/>
            <p:nvPr/>
          </p:nvSpPr>
          <p:spPr>
            <a:xfrm>
              <a:off x="6244672" y="3539862"/>
              <a:ext cx="52809" cy="111605"/>
            </a:xfrm>
            <a:custGeom>
              <a:avLst/>
              <a:gdLst/>
              <a:ahLst/>
              <a:cxnLst/>
              <a:rect l="l" t="t" r="r" b="b"/>
              <a:pathLst>
                <a:path w="2011" h="4250" extrusionOk="0">
                  <a:moveTo>
                    <a:pt x="1" y="1"/>
                  </a:moveTo>
                  <a:lnTo>
                    <a:pt x="1" y="4250"/>
                  </a:lnTo>
                  <a:lnTo>
                    <a:pt x="2010" y="4250"/>
                  </a:lnTo>
                  <a:lnTo>
                    <a:pt x="2010"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7" name="Google Shape;9387;p63"/>
            <p:cNvSpPr/>
            <p:nvPr/>
          </p:nvSpPr>
          <p:spPr>
            <a:xfrm>
              <a:off x="6231594" y="3452915"/>
              <a:ext cx="13104" cy="86973"/>
            </a:xfrm>
            <a:custGeom>
              <a:avLst/>
              <a:gdLst/>
              <a:ahLst/>
              <a:cxnLst/>
              <a:rect l="l" t="t" r="r" b="b"/>
              <a:pathLst>
                <a:path w="499" h="3312" extrusionOk="0">
                  <a:moveTo>
                    <a:pt x="78" y="0"/>
                  </a:moveTo>
                  <a:cubicBezTo>
                    <a:pt x="30" y="77"/>
                    <a:pt x="1" y="173"/>
                    <a:pt x="1" y="268"/>
                  </a:cubicBezTo>
                  <a:lnTo>
                    <a:pt x="1" y="1723"/>
                  </a:lnTo>
                  <a:cubicBezTo>
                    <a:pt x="1" y="2269"/>
                    <a:pt x="164" y="2795"/>
                    <a:pt x="460" y="3245"/>
                  </a:cubicBezTo>
                  <a:lnTo>
                    <a:pt x="499" y="3312"/>
                  </a:lnTo>
                  <a:lnTo>
                    <a:pt x="499" y="575"/>
                  </a:lnTo>
                  <a:cubicBezTo>
                    <a:pt x="499" y="412"/>
                    <a:pt x="432" y="268"/>
                    <a:pt x="307" y="173"/>
                  </a:cubicBezTo>
                  <a:lnTo>
                    <a:pt x="78" y="0"/>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8" name="Google Shape;9388;p63"/>
            <p:cNvSpPr/>
            <p:nvPr/>
          </p:nvSpPr>
          <p:spPr>
            <a:xfrm>
              <a:off x="6297454" y="3452915"/>
              <a:ext cx="13104" cy="86973"/>
            </a:xfrm>
            <a:custGeom>
              <a:avLst/>
              <a:gdLst/>
              <a:ahLst/>
              <a:cxnLst/>
              <a:rect l="l" t="t" r="r" b="b"/>
              <a:pathLst>
                <a:path w="499" h="3312" extrusionOk="0">
                  <a:moveTo>
                    <a:pt x="421" y="0"/>
                  </a:moveTo>
                  <a:lnTo>
                    <a:pt x="201" y="173"/>
                  </a:lnTo>
                  <a:cubicBezTo>
                    <a:pt x="67" y="268"/>
                    <a:pt x="0" y="412"/>
                    <a:pt x="0" y="575"/>
                  </a:cubicBezTo>
                  <a:lnTo>
                    <a:pt x="0" y="3312"/>
                  </a:lnTo>
                  <a:lnTo>
                    <a:pt x="39" y="3245"/>
                  </a:lnTo>
                  <a:cubicBezTo>
                    <a:pt x="335" y="2795"/>
                    <a:pt x="498" y="2269"/>
                    <a:pt x="498" y="1723"/>
                  </a:cubicBezTo>
                  <a:lnTo>
                    <a:pt x="498" y="268"/>
                  </a:lnTo>
                  <a:cubicBezTo>
                    <a:pt x="498" y="173"/>
                    <a:pt x="469" y="77"/>
                    <a:pt x="421"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9" name="Google Shape;9389;p63"/>
            <p:cNvSpPr/>
            <p:nvPr/>
          </p:nvSpPr>
          <p:spPr>
            <a:xfrm>
              <a:off x="6250948" y="3434691"/>
              <a:ext cx="40257" cy="105198"/>
            </a:xfrm>
            <a:custGeom>
              <a:avLst/>
              <a:gdLst/>
              <a:ahLst/>
              <a:cxnLst/>
              <a:rect l="l" t="t" r="r" b="b"/>
              <a:pathLst>
                <a:path w="1533" h="4006" extrusionOk="0">
                  <a:moveTo>
                    <a:pt x="245" y="1"/>
                  </a:moveTo>
                  <a:cubicBezTo>
                    <a:pt x="233" y="1"/>
                    <a:pt x="221" y="5"/>
                    <a:pt x="211" y="15"/>
                  </a:cubicBezTo>
                  <a:lnTo>
                    <a:pt x="1" y="283"/>
                  </a:lnTo>
                  <a:lnTo>
                    <a:pt x="336" y="704"/>
                  </a:lnTo>
                  <a:cubicBezTo>
                    <a:pt x="358" y="732"/>
                    <a:pt x="393" y="747"/>
                    <a:pt x="428" y="747"/>
                  </a:cubicBezTo>
                  <a:cubicBezTo>
                    <a:pt x="454" y="747"/>
                    <a:pt x="479" y="739"/>
                    <a:pt x="499" y="723"/>
                  </a:cubicBezTo>
                  <a:lnTo>
                    <a:pt x="642" y="599"/>
                  </a:lnTo>
                  <a:lnTo>
                    <a:pt x="642" y="4006"/>
                  </a:lnTo>
                  <a:lnTo>
                    <a:pt x="891" y="4006"/>
                  </a:lnTo>
                  <a:lnTo>
                    <a:pt x="891" y="599"/>
                  </a:lnTo>
                  <a:lnTo>
                    <a:pt x="1044" y="723"/>
                  </a:lnTo>
                  <a:cubicBezTo>
                    <a:pt x="1064" y="739"/>
                    <a:pt x="1087" y="747"/>
                    <a:pt x="1110" y="747"/>
                  </a:cubicBezTo>
                  <a:cubicBezTo>
                    <a:pt x="1143" y="747"/>
                    <a:pt x="1175" y="732"/>
                    <a:pt x="1197" y="704"/>
                  </a:cubicBezTo>
                  <a:lnTo>
                    <a:pt x="1532" y="283"/>
                  </a:lnTo>
                  <a:lnTo>
                    <a:pt x="1322" y="15"/>
                  </a:lnTo>
                  <a:cubicBezTo>
                    <a:pt x="1312" y="5"/>
                    <a:pt x="1300" y="1"/>
                    <a:pt x="1288" y="1"/>
                  </a:cubicBezTo>
                  <a:cubicBezTo>
                    <a:pt x="1276" y="1"/>
                    <a:pt x="1264" y="5"/>
                    <a:pt x="1255" y="15"/>
                  </a:cubicBezTo>
                  <a:lnTo>
                    <a:pt x="767" y="503"/>
                  </a:lnTo>
                  <a:lnTo>
                    <a:pt x="278" y="15"/>
                  </a:lnTo>
                  <a:cubicBezTo>
                    <a:pt x="269" y="5"/>
                    <a:pt x="257" y="1"/>
                    <a:pt x="245"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0" name="Google Shape;9390;p63"/>
            <p:cNvSpPr/>
            <p:nvPr/>
          </p:nvSpPr>
          <p:spPr>
            <a:xfrm>
              <a:off x="6268043" y="3552913"/>
              <a:ext cx="6565" cy="98554"/>
            </a:xfrm>
            <a:custGeom>
              <a:avLst/>
              <a:gdLst/>
              <a:ahLst/>
              <a:cxnLst/>
              <a:rect l="l" t="t" r="r" b="b"/>
              <a:pathLst>
                <a:path w="250" h="3753" extrusionOk="0">
                  <a:moveTo>
                    <a:pt x="132" y="0"/>
                  </a:moveTo>
                  <a:cubicBezTo>
                    <a:pt x="127" y="0"/>
                    <a:pt x="121" y="1"/>
                    <a:pt x="116" y="1"/>
                  </a:cubicBezTo>
                  <a:cubicBezTo>
                    <a:pt x="49" y="1"/>
                    <a:pt x="1" y="49"/>
                    <a:pt x="1" y="116"/>
                  </a:cubicBezTo>
                  <a:lnTo>
                    <a:pt x="1" y="3753"/>
                  </a:lnTo>
                  <a:lnTo>
                    <a:pt x="249" y="3753"/>
                  </a:lnTo>
                  <a:lnTo>
                    <a:pt x="249" y="126"/>
                  </a:lnTo>
                  <a:cubicBezTo>
                    <a:pt x="249" y="55"/>
                    <a:pt x="200" y="0"/>
                    <a:pt x="132"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1" name="Google Shape;9391;p63"/>
            <p:cNvSpPr/>
            <p:nvPr/>
          </p:nvSpPr>
          <p:spPr>
            <a:xfrm>
              <a:off x="6244672" y="3368726"/>
              <a:ext cx="52809" cy="59321"/>
            </a:xfrm>
            <a:custGeom>
              <a:avLst/>
              <a:gdLst/>
              <a:ahLst/>
              <a:cxnLst/>
              <a:rect l="l" t="t" r="r" b="b"/>
              <a:pathLst>
                <a:path w="2011" h="2259" extrusionOk="0">
                  <a:moveTo>
                    <a:pt x="757" y="0"/>
                  </a:moveTo>
                  <a:cubicBezTo>
                    <a:pt x="345" y="0"/>
                    <a:pt x="1" y="335"/>
                    <a:pt x="1" y="756"/>
                  </a:cubicBezTo>
                  <a:lnTo>
                    <a:pt x="1" y="1254"/>
                  </a:lnTo>
                  <a:cubicBezTo>
                    <a:pt x="1" y="1809"/>
                    <a:pt x="450" y="2259"/>
                    <a:pt x="1006" y="2259"/>
                  </a:cubicBezTo>
                  <a:cubicBezTo>
                    <a:pt x="1561" y="2259"/>
                    <a:pt x="2010" y="1809"/>
                    <a:pt x="2010" y="1254"/>
                  </a:cubicBezTo>
                  <a:lnTo>
                    <a:pt x="2010" y="756"/>
                  </a:lnTo>
                  <a:cubicBezTo>
                    <a:pt x="2010" y="335"/>
                    <a:pt x="1675"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2" name="Google Shape;9392;p63"/>
            <p:cNvSpPr/>
            <p:nvPr/>
          </p:nvSpPr>
          <p:spPr>
            <a:xfrm>
              <a:off x="6244934" y="3368726"/>
              <a:ext cx="36213" cy="59269"/>
            </a:xfrm>
            <a:custGeom>
              <a:avLst/>
              <a:gdLst/>
              <a:ahLst/>
              <a:cxnLst/>
              <a:rect l="l" t="t" r="r" b="b"/>
              <a:pathLst>
                <a:path w="1379" h="2257" extrusionOk="0">
                  <a:moveTo>
                    <a:pt x="747" y="0"/>
                  </a:moveTo>
                  <a:cubicBezTo>
                    <a:pt x="335" y="0"/>
                    <a:pt x="0" y="335"/>
                    <a:pt x="0" y="756"/>
                  </a:cubicBezTo>
                  <a:lnTo>
                    <a:pt x="0" y="1254"/>
                  </a:lnTo>
                  <a:cubicBezTo>
                    <a:pt x="0" y="1828"/>
                    <a:pt x="471" y="2257"/>
                    <a:pt x="1001" y="2257"/>
                  </a:cubicBezTo>
                  <a:cubicBezTo>
                    <a:pt x="1125" y="2257"/>
                    <a:pt x="1253" y="2233"/>
                    <a:pt x="1378" y="2182"/>
                  </a:cubicBezTo>
                  <a:cubicBezTo>
                    <a:pt x="996" y="2029"/>
                    <a:pt x="747" y="1666"/>
                    <a:pt x="747" y="1254"/>
                  </a:cubicBezTo>
                  <a:lnTo>
                    <a:pt x="747" y="756"/>
                  </a:lnTo>
                  <a:cubicBezTo>
                    <a:pt x="747" y="393"/>
                    <a:pt x="1015" y="77"/>
                    <a:pt x="1369" y="20"/>
                  </a:cubicBezTo>
                  <a:cubicBezTo>
                    <a:pt x="1330" y="10"/>
                    <a:pt x="1292"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3" name="Google Shape;9393;p63"/>
            <p:cNvSpPr/>
            <p:nvPr/>
          </p:nvSpPr>
          <p:spPr>
            <a:xfrm>
              <a:off x="6244672" y="3368726"/>
              <a:ext cx="52809" cy="26418"/>
            </a:xfrm>
            <a:custGeom>
              <a:avLst/>
              <a:gdLst/>
              <a:ahLst/>
              <a:cxnLst/>
              <a:rect l="l" t="t" r="r" b="b"/>
              <a:pathLst>
                <a:path w="2011" h="1006" extrusionOk="0">
                  <a:moveTo>
                    <a:pt x="757" y="0"/>
                  </a:moveTo>
                  <a:cubicBezTo>
                    <a:pt x="336" y="0"/>
                    <a:pt x="1" y="335"/>
                    <a:pt x="1" y="756"/>
                  </a:cubicBezTo>
                  <a:cubicBezTo>
                    <a:pt x="1" y="756"/>
                    <a:pt x="757" y="1005"/>
                    <a:pt x="2010" y="1005"/>
                  </a:cubicBezTo>
                  <a:lnTo>
                    <a:pt x="2010" y="756"/>
                  </a:lnTo>
                  <a:cubicBezTo>
                    <a:pt x="2010" y="335"/>
                    <a:pt x="1666"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4" name="Google Shape;9394;p63"/>
            <p:cNvSpPr/>
            <p:nvPr/>
          </p:nvSpPr>
          <p:spPr>
            <a:xfrm>
              <a:off x="6244934" y="3368726"/>
              <a:ext cx="35950" cy="24159"/>
            </a:xfrm>
            <a:custGeom>
              <a:avLst/>
              <a:gdLst/>
              <a:ahLst/>
              <a:cxnLst/>
              <a:rect l="l" t="t" r="r" b="b"/>
              <a:pathLst>
                <a:path w="1369" h="920" extrusionOk="0">
                  <a:moveTo>
                    <a:pt x="747" y="0"/>
                  </a:moveTo>
                  <a:cubicBezTo>
                    <a:pt x="335" y="0"/>
                    <a:pt x="0" y="335"/>
                    <a:pt x="0" y="756"/>
                  </a:cubicBezTo>
                  <a:cubicBezTo>
                    <a:pt x="249" y="823"/>
                    <a:pt x="498" y="881"/>
                    <a:pt x="747" y="919"/>
                  </a:cubicBezTo>
                  <a:lnTo>
                    <a:pt x="747" y="756"/>
                  </a:lnTo>
                  <a:cubicBezTo>
                    <a:pt x="747" y="393"/>
                    <a:pt x="1015" y="77"/>
                    <a:pt x="1369" y="20"/>
                  </a:cubicBezTo>
                  <a:cubicBezTo>
                    <a:pt x="1330" y="10"/>
                    <a:pt x="1292"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5" name="Google Shape;9395;p63"/>
            <p:cNvSpPr/>
            <p:nvPr/>
          </p:nvSpPr>
          <p:spPr>
            <a:xfrm>
              <a:off x="6205229" y="3533087"/>
              <a:ext cx="26391" cy="26418"/>
            </a:xfrm>
            <a:custGeom>
              <a:avLst/>
              <a:gdLst/>
              <a:ahLst/>
              <a:cxnLst/>
              <a:rect l="l" t="t" r="r" b="b"/>
              <a:pathLst>
                <a:path w="1005" h="1006" extrusionOk="0">
                  <a:moveTo>
                    <a:pt x="0" y="0"/>
                  </a:moveTo>
                  <a:lnTo>
                    <a:pt x="0" y="1005"/>
                  </a:lnTo>
                  <a:lnTo>
                    <a:pt x="1005" y="1005"/>
                  </a:lnTo>
                  <a:lnTo>
                    <a:pt x="1005"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6" name="Google Shape;9396;p63"/>
            <p:cNvSpPr/>
            <p:nvPr/>
          </p:nvSpPr>
          <p:spPr>
            <a:xfrm>
              <a:off x="6203969" y="3533087"/>
              <a:ext cx="28912" cy="19931"/>
            </a:xfrm>
            <a:custGeom>
              <a:avLst/>
              <a:gdLst/>
              <a:ahLst/>
              <a:cxnLst/>
              <a:rect l="l" t="t" r="r" b="b"/>
              <a:pathLst>
                <a:path w="1101" h="759" extrusionOk="0">
                  <a:moveTo>
                    <a:pt x="48" y="0"/>
                  </a:moveTo>
                  <a:lnTo>
                    <a:pt x="48" y="508"/>
                  </a:lnTo>
                  <a:cubicBezTo>
                    <a:pt x="48" y="555"/>
                    <a:pt x="39" y="603"/>
                    <a:pt x="0" y="651"/>
                  </a:cubicBezTo>
                  <a:cubicBezTo>
                    <a:pt x="177" y="723"/>
                    <a:pt x="364" y="759"/>
                    <a:pt x="551" y="759"/>
                  </a:cubicBezTo>
                  <a:cubicBezTo>
                    <a:pt x="737" y="759"/>
                    <a:pt x="924" y="723"/>
                    <a:pt x="1101" y="651"/>
                  </a:cubicBezTo>
                  <a:cubicBezTo>
                    <a:pt x="1072" y="603"/>
                    <a:pt x="1053" y="555"/>
                    <a:pt x="1053" y="508"/>
                  </a:cubicBezTo>
                  <a:lnTo>
                    <a:pt x="105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7" name="Google Shape;9397;p63"/>
            <p:cNvSpPr/>
            <p:nvPr/>
          </p:nvSpPr>
          <p:spPr>
            <a:xfrm>
              <a:off x="6179074" y="3553938"/>
              <a:ext cx="78938" cy="97530"/>
            </a:xfrm>
            <a:custGeom>
              <a:avLst/>
              <a:gdLst/>
              <a:ahLst/>
              <a:cxnLst/>
              <a:rect l="l" t="t" r="r" b="b"/>
              <a:pathLst>
                <a:path w="3006" h="3714" extrusionOk="0">
                  <a:moveTo>
                    <a:pt x="728" y="1"/>
                  </a:moveTo>
                  <a:lnTo>
                    <a:pt x="278" y="230"/>
                  </a:lnTo>
                  <a:cubicBezTo>
                    <a:pt x="106" y="317"/>
                    <a:pt x="1" y="489"/>
                    <a:pt x="1" y="680"/>
                  </a:cubicBezTo>
                  <a:lnTo>
                    <a:pt x="1" y="2135"/>
                  </a:lnTo>
                  <a:cubicBezTo>
                    <a:pt x="1" y="2671"/>
                    <a:pt x="154" y="3207"/>
                    <a:pt x="460" y="3657"/>
                  </a:cubicBezTo>
                  <a:lnTo>
                    <a:pt x="498" y="3714"/>
                  </a:lnTo>
                  <a:lnTo>
                    <a:pt x="2499" y="3714"/>
                  </a:lnTo>
                  <a:lnTo>
                    <a:pt x="2537" y="3657"/>
                  </a:lnTo>
                  <a:cubicBezTo>
                    <a:pt x="2843" y="3207"/>
                    <a:pt x="3006" y="2671"/>
                    <a:pt x="3006" y="2135"/>
                  </a:cubicBezTo>
                  <a:lnTo>
                    <a:pt x="3006" y="680"/>
                  </a:lnTo>
                  <a:cubicBezTo>
                    <a:pt x="3006" y="489"/>
                    <a:pt x="2891" y="317"/>
                    <a:pt x="2728" y="230"/>
                  </a:cubicBezTo>
                  <a:lnTo>
                    <a:pt x="2269" y="1"/>
                  </a:lnTo>
                  <a:cubicBezTo>
                    <a:pt x="2102" y="203"/>
                    <a:pt x="1594" y="211"/>
                    <a:pt x="1514" y="211"/>
                  </a:cubicBezTo>
                  <a:cubicBezTo>
                    <a:pt x="1507" y="211"/>
                    <a:pt x="1503" y="211"/>
                    <a:pt x="1503" y="211"/>
                  </a:cubicBezTo>
                  <a:cubicBezTo>
                    <a:pt x="1503" y="211"/>
                    <a:pt x="1500" y="211"/>
                    <a:pt x="1493" y="211"/>
                  </a:cubicBezTo>
                  <a:cubicBezTo>
                    <a:pt x="1412" y="211"/>
                    <a:pt x="904" y="203"/>
                    <a:pt x="728"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8" name="Google Shape;9398;p63"/>
            <p:cNvSpPr/>
            <p:nvPr/>
          </p:nvSpPr>
          <p:spPr>
            <a:xfrm>
              <a:off x="6192152" y="3651441"/>
              <a:ext cx="52546" cy="46034"/>
            </a:xfrm>
            <a:custGeom>
              <a:avLst/>
              <a:gdLst/>
              <a:ahLst/>
              <a:cxnLst/>
              <a:rect l="l" t="t" r="r" b="b"/>
              <a:pathLst>
                <a:path w="2001" h="1753" extrusionOk="0">
                  <a:moveTo>
                    <a:pt x="0" y="1"/>
                  </a:moveTo>
                  <a:lnTo>
                    <a:pt x="0" y="1503"/>
                  </a:lnTo>
                  <a:cubicBezTo>
                    <a:pt x="0" y="1647"/>
                    <a:pt x="115" y="1752"/>
                    <a:pt x="249" y="1752"/>
                  </a:cubicBezTo>
                  <a:lnTo>
                    <a:pt x="1752" y="1752"/>
                  </a:lnTo>
                  <a:cubicBezTo>
                    <a:pt x="1895" y="1752"/>
                    <a:pt x="2001" y="1647"/>
                    <a:pt x="2001" y="1503"/>
                  </a:cubicBezTo>
                  <a:lnTo>
                    <a:pt x="2001"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9" name="Google Shape;9399;p63"/>
            <p:cNvSpPr/>
            <p:nvPr/>
          </p:nvSpPr>
          <p:spPr>
            <a:xfrm>
              <a:off x="6179074" y="3564757"/>
              <a:ext cx="13104" cy="86711"/>
            </a:xfrm>
            <a:custGeom>
              <a:avLst/>
              <a:gdLst/>
              <a:ahLst/>
              <a:cxnLst/>
              <a:rect l="l" t="t" r="r" b="b"/>
              <a:pathLst>
                <a:path w="499" h="3302" extrusionOk="0">
                  <a:moveTo>
                    <a:pt x="77" y="0"/>
                  </a:moveTo>
                  <a:cubicBezTo>
                    <a:pt x="20" y="77"/>
                    <a:pt x="1" y="163"/>
                    <a:pt x="1" y="259"/>
                  </a:cubicBezTo>
                  <a:lnTo>
                    <a:pt x="1" y="1713"/>
                  </a:lnTo>
                  <a:cubicBezTo>
                    <a:pt x="1" y="2259"/>
                    <a:pt x="154" y="2795"/>
                    <a:pt x="460" y="3245"/>
                  </a:cubicBezTo>
                  <a:lnTo>
                    <a:pt x="498" y="3302"/>
                  </a:lnTo>
                  <a:lnTo>
                    <a:pt x="498" y="565"/>
                  </a:lnTo>
                  <a:cubicBezTo>
                    <a:pt x="498" y="412"/>
                    <a:pt x="422" y="259"/>
                    <a:pt x="297" y="163"/>
                  </a:cubicBezTo>
                  <a:lnTo>
                    <a:pt x="77"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0" name="Google Shape;9400;p63"/>
            <p:cNvSpPr/>
            <p:nvPr/>
          </p:nvSpPr>
          <p:spPr>
            <a:xfrm>
              <a:off x="6244672" y="3564757"/>
              <a:ext cx="13340" cy="86711"/>
            </a:xfrm>
            <a:custGeom>
              <a:avLst/>
              <a:gdLst/>
              <a:ahLst/>
              <a:cxnLst/>
              <a:rect l="l" t="t" r="r" b="b"/>
              <a:pathLst>
                <a:path w="508" h="3302" extrusionOk="0">
                  <a:moveTo>
                    <a:pt x="431" y="0"/>
                  </a:moveTo>
                  <a:lnTo>
                    <a:pt x="202" y="163"/>
                  </a:lnTo>
                  <a:cubicBezTo>
                    <a:pt x="77" y="259"/>
                    <a:pt x="1" y="412"/>
                    <a:pt x="1" y="565"/>
                  </a:cubicBezTo>
                  <a:lnTo>
                    <a:pt x="1" y="3302"/>
                  </a:lnTo>
                  <a:lnTo>
                    <a:pt x="39" y="3245"/>
                  </a:lnTo>
                  <a:cubicBezTo>
                    <a:pt x="345" y="2795"/>
                    <a:pt x="508" y="2259"/>
                    <a:pt x="508" y="1713"/>
                  </a:cubicBezTo>
                  <a:lnTo>
                    <a:pt x="508" y="259"/>
                  </a:lnTo>
                  <a:cubicBezTo>
                    <a:pt x="508" y="163"/>
                    <a:pt x="479" y="77"/>
                    <a:pt x="431"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1" name="Google Shape;9401;p63"/>
            <p:cNvSpPr/>
            <p:nvPr/>
          </p:nvSpPr>
          <p:spPr>
            <a:xfrm>
              <a:off x="6198191" y="3546270"/>
              <a:ext cx="40467" cy="105198"/>
            </a:xfrm>
            <a:custGeom>
              <a:avLst/>
              <a:gdLst/>
              <a:ahLst/>
              <a:cxnLst/>
              <a:rect l="l" t="t" r="r" b="b"/>
              <a:pathLst>
                <a:path w="1541" h="4006" extrusionOk="0">
                  <a:moveTo>
                    <a:pt x="250" y="1"/>
                  </a:moveTo>
                  <a:cubicBezTo>
                    <a:pt x="237" y="1"/>
                    <a:pt x="225" y="6"/>
                    <a:pt x="220" y="15"/>
                  </a:cubicBezTo>
                  <a:lnTo>
                    <a:pt x="0" y="293"/>
                  </a:lnTo>
                  <a:lnTo>
                    <a:pt x="345" y="714"/>
                  </a:lnTo>
                  <a:cubicBezTo>
                    <a:pt x="365" y="739"/>
                    <a:pt x="393" y="751"/>
                    <a:pt x="422" y="751"/>
                  </a:cubicBezTo>
                  <a:cubicBezTo>
                    <a:pt x="448" y="751"/>
                    <a:pt x="475" y="741"/>
                    <a:pt x="498" y="723"/>
                  </a:cubicBezTo>
                  <a:lnTo>
                    <a:pt x="651" y="609"/>
                  </a:lnTo>
                  <a:lnTo>
                    <a:pt x="651" y="4006"/>
                  </a:lnTo>
                  <a:lnTo>
                    <a:pt x="900" y="4006"/>
                  </a:lnTo>
                  <a:lnTo>
                    <a:pt x="900" y="609"/>
                  </a:lnTo>
                  <a:lnTo>
                    <a:pt x="1043" y="723"/>
                  </a:lnTo>
                  <a:cubicBezTo>
                    <a:pt x="1065" y="745"/>
                    <a:pt x="1090" y="755"/>
                    <a:pt x="1116" y="755"/>
                  </a:cubicBezTo>
                  <a:cubicBezTo>
                    <a:pt x="1148" y="755"/>
                    <a:pt x="1180" y="740"/>
                    <a:pt x="1206" y="714"/>
                  </a:cubicBezTo>
                  <a:lnTo>
                    <a:pt x="1541" y="293"/>
                  </a:lnTo>
                  <a:lnTo>
                    <a:pt x="1330" y="25"/>
                  </a:lnTo>
                  <a:cubicBezTo>
                    <a:pt x="1321" y="15"/>
                    <a:pt x="1309" y="10"/>
                    <a:pt x="1297" y="10"/>
                  </a:cubicBezTo>
                  <a:cubicBezTo>
                    <a:pt x="1285" y="10"/>
                    <a:pt x="1273" y="15"/>
                    <a:pt x="1263" y="25"/>
                  </a:cubicBezTo>
                  <a:lnTo>
                    <a:pt x="775" y="503"/>
                  </a:lnTo>
                  <a:lnTo>
                    <a:pt x="287" y="15"/>
                  </a:lnTo>
                  <a:cubicBezTo>
                    <a:pt x="278" y="6"/>
                    <a:pt x="263" y="1"/>
                    <a:pt x="250"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2" name="Google Shape;9402;p63"/>
            <p:cNvSpPr/>
            <p:nvPr/>
          </p:nvSpPr>
          <p:spPr>
            <a:xfrm>
              <a:off x="6215260" y="3664755"/>
              <a:ext cx="6565" cy="32720"/>
            </a:xfrm>
            <a:custGeom>
              <a:avLst/>
              <a:gdLst/>
              <a:ahLst/>
              <a:cxnLst/>
              <a:rect l="l" t="t" r="r" b="b"/>
              <a:pathLst>
                <a:path w="250" h="1246" extrusionOk="0">
                  <a:moveTo>
                    <a:pt x="140" y="0"/>
                  </a:moveTo>
                  <a:cubicBezTo>
                    <a:pt x="135" y="0"/>
                    <a:pt x="130" y="0"/>
                    <a:pt x="125" y="1"/>
                  </a:cubicBezTo>
                  <a:cubicBezTo>
                    <a:pt x="58" y="1"/>
                    <a:pt x="1" y="49"/>
                    <a:pt x="1" y="116"/>
                  </a:cubicBezTo>
                  <a:lnTo>
                    <a:pt x="1" y="1245"/>
                  </a:lnTo>
                  <a:lnTo>
                    <a:pt x="250" y="1245"/>
                  </a:lnTo>
                  <a:lnTo>
                    <a:pt x="250" y="116"/>
                  </a:lnTo>
                  <a:cubicBezTo>
                    <a:pt x="250" y="54"/>
                    <a:pt x="200" y="0"/>
                    <a:pt x="140"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3" name="Google Shape;9403;p63"/>
            <p:cNvSpPr/>
            <p:nvPr/>
          </p:nvSpPr>
          <p:spPr>
            <a:xfrm>
              <a:off x="6192152" y="3480567"/>
              <a:ext cx="52546" cy="59321"/>
            </a:xfrm>
            <a:custGeom>
              <a:avLst/>
              <a:gdLst/>
              <a:ahLst/>
              <a:cxnLst/>
              <a:rect l="l" t="t" r="r" b="b"/>
              <a:pathLst>
                <a:path w="2001" h="2259" extrusionOk="0">
                  <a:moveTo>
                    <a:pt x="747" y="0"/>
                  </a:moveTo>
                  <a:cubicBezTo>
                    <a:pt x="335" y="0"/>
                    <a:pt x="0" y="335"/>
                    <a:pt x="0" y="756"/>
                  </a:cubicBezTo>
                  <a:lnTo>
                    <a:pt x="0" y="1254"/>
                  </a:lnTo>
                  <a:cubicBezTo>
                    <a:pt x="0" y="1809"/>
                    <a:pt x="450" y="2259"/>
                    <a:pt x="1005"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4" name="Google Shape;9404;p63"/>
            <p:cNvSpPr/>
            <p:nvPr/>
          </p:nvSpPr>
          <p:spPr>
            <a:xfrm>
              <a:off x="6192204" y="3480567"/>
              <a:ext cx="36160" cy="59269"/>
            </a:xfrm>
            <a:custGeom>
              <a:avLst/>
              <a:gdLst/>
              <a:ahLst/>
              <a:cxnLst/>
              <a:rect l="l" t="t" r="r" b="b"/>
              <a:pathLst>
                <a:path w="1377" h="2257" extrusionOk="0">
                  <a:moveTo>
                    <a:pt x="754" y="0"/>
                  </a:moveTo>
                  <a:cubicBezTo>
                    <a:pt x="343" y="0"/>
                    <a:pt x="8" y="335"/>
                    <a:pt x="8" y="756"/>
                  </a:cubicBezTo>
                  <a:lnTo>
                    <a:pt x="8" y="1254"/>
                  </a:lnTo>
                  <a:cubicBezTo>
                    <a:pt x="0" y="1828"/>
                    <a:pt x="476" y="2257"/>
                    <a:pt x="1003" y="2257"/>
                  </a:cubicBezTo>
                  <a:cubicBezTo>
                    <a:pt x="1126" y="2257"/>
                    <a:pt x="1253" y="2233"/>
                    <a:pt x="1377" y="2182"/>
                  </a:cubicBezTo>
                  <a:cubicBezTo>
                    <a:pt x="1003" y="2029"/>
                    <a:pt x="754" y="1665"/>
                    <a:pt x="754" y="1254"/>
                  </a:cubicBezTo>
                  <a:lnTo>
                    <a:pt x="754" y="756"/>
                  </a:lnTo>
                  <a:cubicBezTo>
                    <a:pt x="754" y="383"/>
                    <a:pt x="1013" y="77"/>
                    <a:pt x="1377" y="10"/>
                  </a:cubicBezTo>
                  <a:cubicBezTo>
                    <a:pt x="1338" y="10"/>
                    <a:pt x="1300" y="0"/>
                    <a:pt x="125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5" name="Google Shape;9405;p63"/>
            <p:cNvSpPr/>
            <p:nvPr/>
          </p:nvSpPr>
          <p:spPr>
            <a:xfrm>
              <a:off x="6192152" y="3480567"/>
              <a:ext cx="52546" cy="26418"/>
            </a:xfrm>
            <a:custGeom>
              <a:avLst/>
              <a:gdLst/>
              <a:ahLst/>
              <a:cxnLst/>
              <a:rect l="l" t="t" r="r" b="b"/>
              <a:pathLst>
                <a:path w="2001" h="1006" extrusionOk="0">
                  <a:moveTo>
                    <a:pt x="747" y="0"/>
                  </a:moveTo>
                  <a:cubicBezTo>
                    <a:pt x="335" y="0"/>
                    <a:pt x="0" y="335"/>
                    <a:pt x="0" y="756"/>
                  </a:cubicBezTo>
                  <a:cubicBezTo>
                    <a:pt x="0" y="756"/>
                    <a:pt x="756" y="1005"/>
                    <a:pt x="2001" y="1005"/>
                  </a:cubicBezTo>
                  <a:lnTo>
                    <a:pt x="2001" y="756"/>
                  </a:lnTo>
                  <a:cubicBezTo>
                    <a:pt x="2001" y="335"/>
                    <a:pt x="1666"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6" name="Google Shape;9406;p63"/>
            <p:cNvSpPr/>
            <p:nvPr/>
          </p:nvSpPr>
          <p:spPr>
            <a:xfrm>
              <a:off x="6192414" y="3480567"/>
              <a:ext cx="35950" cy="23897"/>
            </a:xfrm>
            <a:custGeom>
              <a:avLst/>
              <a:gdLst/>
              <a:ahLst/>
              <a:cxnLst/>
              <a:rect l="l" t="t" r="r" b="b"/>
              <a:pathLst>
                <a:path w="1369" h="910" extrusionOk="0">
                  <a:moveTo>
                    <a:pt x="746" y="0"/>
                  </a:moveTo>
                  <a:cubicBezTo>
                    <a:pt x="335" y="0"/>
                    <a:pt x="0" y="335"/>
                    <a:pt x="0" y="756"/>
                  </a:cubicBezTo>
                  <a:cubicBezTo>
                    <a:pt x="239" y="823"/>
                    <a:pt x="488" y="881"/>
                    <a:pt x="746" y="909"/>
                  </a:cubicBezTo>
                  <a:lnTo>
                    <a:pt x="746" y="756"/>
                  </a:lnTo>
                  <a:cubicBezTo>
                    <a:pt x="746" y="383"/>
                    <a:pt x="1005" y="77"/>
                    <a:pt x="1369" y="10"/>
                  </a:cubicBezTo>
                  <a:cubicBezTo>
                    <a:pt x="1330" y="10"/>
                    <a:pt x="1292" y="0"/>
                    <a:pt x="124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7" name="Google Shape;9407;p63"/>
            <p:cNvSpPr/>
            <p:nvPr/>
          </p:nvSpPr>
          <p:spPr>
            <a:xfrm>
              <a:off x="6310532" y="3533087"/>
              <a:ext cx="26391" cy="26418"/>
            </a:xfrm>
            <a:custGeom>
              <a:avLst/>
              <a:gdLst/>
              <a:ahLst/>
              <a:cxnLst/>
              <a:rect l="l" t="t" r="r" b="b"/>
              <a:pathLst>
                <a:path w="1005" h="1006" extrusionOk="0">
                  <a:moveTo>
                    <a:pt x="0" y="0"/>
                  </a:moveTo>
                  <a:lnTo>
                    <a:pt x="0" y="1005"/>
                  </a:lnTo>
                  <a:lnTo>
                    <a:pt x="1005" y="1005"/>
                  </a:lnTo>
                  <a:lnTo>
                    <a:pt x="1005"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8" name="Google Shape;9408;p63"/>
            <p:cNvSpPr/>
            <p:nvPr/>
          </p:nvSpPr>
          <p:spPr>
            <a:xfrm>
              <a:off x="6309271" y="3533087"/>
              <a:ext cx="28912" cy="19931"/>
            </a:xfrm>
            <a:custGeom>
              <a:avLst/>
              <a:gdLst/>
              <a:ahLst/>
              <a:cxnLst/>
              <a:rect l="l" t="t" r="r" b="b"/>
              <a:pathLst>
                <a:path w="1101" h="759" extrusionOk="0">
                  <a:moveTo>
                    <a:pt x="48" y="0"/>
                  </a:moveTo>
                  <a:lnTo>
                    <a:pt x="48" y="508"/>
                  </a:lnTo>
                  <a:cubicBezTo>
                    <a:pt x="48" y="555"/>
                    <a:pt x="29" y="603"/>
                    <a:pt x="0" y="651"/>
                  </a:cubicBezTo>
                  <a:cubicBezTo>
                    <a:pt x="177" y="723"/>
                    <a:pt x="364" y="759"/>
                    <a:pt x="550" y="759"/>
                  </a:cubicBezTo>
                  <a:cubicBezTo>
                    <a:pt x="737" y="759"/>
                    <a:pt x="924" y="723"/>
                    <a:pt x="1101" y="651"/>
                  </a:cubicBezTo>
                  <a:cubicBezTo>
                    <a:pt x="1072" y="603"/>
                    <a:pt x="1053" y="555"/>
                    <a:pt x="1053" y="508"/>
                  </a:cubicBezTo>
                  <a:lnTo>
                    <a:pt x="105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9" name="Google Shape;9409;p63"/>
            <p:cNvSpPr/>
            <p:nvPr/>
          </p:nvSpPr>
          <p:spPr>
            <a:xfrm>
              <a:off x="6284140" y="3553938"/>
              <a:ext cx="78938" cy="97530"/>
            </a:xfrm>
            <a:custGeom>
              <a:avLst/>
              <a:gdLst/>
              <a:ahLst/>
              <a:cxnLst/>
              <a:rect l="l" t="t" r="r" b="b"/>
              <a:pathLst>
                <a:path w="3006" h="3714" extrusionOk="0">
                  <a:moveTo>
                    <a:pt x="737" y="1"/>
                  </a:moveTo>
                  <a:lnTo>
                    <a:pt x="278" y="230"/>
                  </a:lnTo>
                  <a:cubicBezTo>
                    <a:pt x="105" y="317"/>
                    <a:pt x="0" y="489"/>
                    <a:pt x="0" y="680"/>
                  </a:cubicBezTo>
                  <a:lnTo>
                    <a:pt x="0" y="2135"/>
                  </a:lnTo>
                  <a:cubicBezTo>
                    <a:pt x="0" y="2671"/>
                    <a:pt x="163" y="3207"/>
                    <a:pt x="469" y="3657"/>
                  </a:cubicBezTo>
                  <a:lnTo>
                    <a:pt x="507" y="3714"/>
                  </a:lnTo>
                  <a:lnTo>
                    <a:pt x="2508" y="3714"/>
                  </a:lnTo>
                  <a:lnTo>
                    <a:pt x="2546" y="3657"/>
                  </a:lnTo>
                  <a:cubicBezTo>
                    <a:pt x="2843" y="3207"/>
                    <a:pt x="3005" y="2671"/>
                    <a:pt x="3005" y="2135"/>
                  </a:cubicBezTo>
                  <a:lnTo>
                    <a:pt x="3005" y="680"/>
                  </a:lnTo>
                  <a:cubicBezTo>
                    <a:pt x="3005" y="489"/>
                    <a:pt x="2900" y="317"/>
                    <a:pt x="2728" y="230"/>
                  </a:cubicBezTo>
                  <a:lnTo>
                    <a:pt x="2278" y="1"/>
                  </a:lnTo>
                  <a:cubicBezTo>
                    <a:pt x="2102" y="203"/>
                    <a:pt x="1594" y="211"/>
                    <a:pt x="1513" y="211"/>
                  </a:cubicBezTo>
                  <a:cubicBezTo>
                    <a:pt x="1506" y="211"/>
                    <a:pt x="1503" y="211"/>
                    <a:pt x="1503" y="211"/>
                  </a:cubicBezTo>
                  <a:cubicBezTo>
                    <a:pt x="1503" y="211"/>
                    <a:pt x="1499" y="211"/>
                    <a:pt x="1492" y="211"/>
                  </a:cubicBezTo>
                  <a:cubicBezTo>
                    <a:pt x="1412" y="211"/>
                    <a:pt x="904" y="203"/>
                    <a:pt x="73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0" name="Google Shape;9410;p63"/>
            <p:cNvSpPr/>
            <p:nvPr/>
          </p:nvSpPr>
          <p:spPr>
            <a:xfrm>
              <a:off x="6297454" y="3480567"/>
              <a:ext cx="52546" cy="59321"/>
            </a:xfrm>
            <a:custGeom>
              <a:avLst/>
              <a:gdLst/>
              <a:ahLst/>
              <a:cxnLst/>
              <a:rect l="l" t="t" r="r" b="b"/>
              <a:pathLst>
                <a:path w="2001" h="2259" extrusionOk="0">
                  <a:moveTo>
                    <a:pt x="747" y="0"/>
                  </a:moveTo>
                  <a:cubicBezTo>
                    <a:pt x="335" y="0"/>
                    <a:pt x="0" y="335"/>
                    <a:pt x="0" y="756"/>
                  </a:cubicBezTo>
                  <a:lnTo>
                    <a:pt x="0" y="1254"/>
                  </a:lnTo>
                  <a:cubicBezTo>
                    <a:pt x="0" y="1809"/>
                    <a:pt x="450" y="2259"/>
                    <a:pt x="996"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1" name="Google Shape;9411;p63"/>
            <p:cNvSpPr/>
            <p:nvPr/>
          </p:nvSpPr>
          <p:spPr>
            <a:xfrm>
              <a:off x="6297454" y="3480567"/>
              <a:ext cx="36213" cy="59269"/>
            </a:xfrm>
            <a:custGeom>
              <a:avLst/>
              <a:gdLst/>
              <a:ahLst/>
              <a:cxnLst/>
              <a:rect l="l" t="t" r="r" b="b"/>
              <a:pathLst>
                <a:path w="1379" h="2257" extrusionOk="0">
                  <a:moveTo>
                    <a:pt x="756" y="0"/>
                  </a:moveTo>
                  <a:cubicBezTo>
                    <a:pt x="335" y="0"/>
                    <a:pt x="0" y="335"/>
                    <a:pt x="0" y="756"/>
                  </a:cubicBezTo>
                  <a:lnTo>
                    <a:pt x="0" y="1254"/>
                  </a:lnTo>
                  <a:cubicBezTo>
                    <a:pt x="0" y="1828"/>
                    <a:pt x="471" y="2257"/>
                    <a:pt x="1001" y="2257"/>
                  </a:cubicBezTo>
                  <a:cubicBezTo>
                    <a:pt x="1125" y="2257"/>
                    <a:pt x="1253" y="2233"/>
                    <a:pt x="1379" y="2182"/>
                  </a:cubicBezTo>
                  <a:cubicBezTo>
                    <a:pt x="996" y="2029"/>
                    <a:pt x="747" y="1665"/>
                    <a:pt x="747" y="1254"/>
                  </a:cubicBezTo>
                  <a:lnTo>
                    <a:pt x="747" y="756"/>
                  </a:lnTo>
                  <a:cubicBezTo>
                    <a:pt x="747" y="383"/>
                    <a:pt x="1015" y="77"/>
                    <a:pt x="1379" y="10"/>
                  </a:cubicBezTo>
                  <a:cubicBezTo>
                    <a:pt x="1331" y="10"/>
                    <a:pt x="1292"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2" name="Google Shape;9412;p63"/>
            <p:cNvSpPr/>
            <p:nvPr/>
          </p:nvSpPr>
          <p:spPr>
            <a:xfrm>
              <a:off x="6297454" y="3651441"/>
              <a:ext cx="52546" cy="46034"/>
            </a:xfrm>
            <a:custGeom>
              <a:avLst/>
              <a:gdLst/>
              <a:ahLst/>
              <a:cxnLst/>
              <a:rect l="l" t="t" r="r" b="b"/>
              <a:pathLst>
                <a:path w="2001" h="1753" extrusionOk="0">
                  <a:moveTo>
                    <a:pt x="0" y="1"/>
                  </a:moveTo>
                  <a:lnTo>
                    <a:pt x="0" y="1503"/>
                  </a:lnTo>
                  <a:cubicBezTo>
                    <a:pt x="0" y="1647"/>
                    <a:pt x="106" y="1752"/>
                    <a:pt x="249" y="1752"/>
                  </a:cubicBezTo>
                  <a:lnTo>
                    <a:pt x="1752" y="1752"/>
                  </a:lnTo>
                  <a:cubicBezTo>
                    <a:pt x="1886" y="1752"/>
                    <a:pt x="2001" y="1647"/>
                    <a:pt x="2001" y="1503"/>
                  </a:cubicBezTo>
                  <a:lnTo>
                    <a:pt x="2001"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3" name="Google Shape;9413;p63"/>
            <p:cNvSpPr/>
            <p:nvPr/>
          </p:nvSpPr>
          <p:spPr>
            <a:xfrm>
              <a:off x="6284140" y="3564757"/>
              <a:ext cx="13340" cy="86711"/>
            </a:xfrm>
            <a:custGeom>
              <a:avLst/>
              <a:gdLst/>
              <a:ahLst/>
              <a:cxnLst/>
              <a:rect l="l" t="t" r="r" b="b"/>
              <a:pathLst>
                <a:path w="508" h="3302" extrusionOk="0">
                  <a:moveTo>
                    <a:pt x="77" y="0"/>
                  </a:moveTo>
                  <a:cubicBezTo>
                    <a:pt x="29" y="77"/>
                    <a:pt x="0" y="163"/>
                    <a:pt x="0" y="259"/>
                  </a:cubicBezTo>
                  <a:lnTo>
                    <a:pt x="0" y="1713"/>
                  </a:lnTo>
                  <a:cubicBezTo>
                    <a:pt x="0" y="2259"/>
                    <a:pt x="163" y="2795"/>
                    <a:pt x="469" y="3245"/>
                  </a:cubicBezTo>
                  <a:lnTo>
                    <a:pt x="507" y="3302"/>
                  </a:lnTo>
                  <a:lnTo>
                    <a:pt x="507" y="565"/>
                  </a:lnTo>
                  <a:cubicBezTo>
                    <a:pt x="507" y="412"/>
                    <a:pt x="431" y="259"/>
                    <a:pt x="306" y="163"/>
                  </a:cubicBezTo>
                  <a:lnTo>
                    <a:pt x="77" y="0"/>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4" name="Google Shape;9414;p63"/>
            <p:cNvSpPr/>
            <p:nvPr/>
          </p:nvSpPr>
          <p:spPr>
            <a:xfrm>
              <a:off x="6349974" y="3564757"/>
              <a:ext cx="13104" cy="86711"/>
            </a:xfrm>
            <a:custGeom>
              <a:avLst/>
              <a:gdLst/>
              <a:ahLst/>
              <a:cxnLst/>
              <a:rect l="l" t="t" r="r" b="b"/>
              <a:pathLst>
                <a:path w="499" h="3302" extrusionOk="0">
                  <a:moveTo>
                    <a:pt x="422" y="0"/>
                  </a:moveTo>
                  <a:lnTo>
                    <a:pt x="202" y="163"/>
                  </a:lnTo>
                  <a:cubicBezTo>
                    <a:pt x="77" y="259"/>
                    <a:pt x="1" y="412"/>
                    <a:pt x="1" y="565"/>
                  </a:cubicBezTo>
                  <a:lnTo>
                    <a:pt x="1" y="3302"/>
                  </a:lnTo>
                  <a:lnTo>
                    <a:pt x="39" y="3245"/>
                  </a:lnTo>
                  <a:cubicBezTo>
                    <a:pt x="345" y="2795"/>
                    <a:pt x="498" y="2259"/>
                    <a:pt x="498" y="1713"/>
                  </a:cubicBezTo>
                  <a:lnTo>
                    <a:pt x="498" y="259"/>
                  </a:lnTo>
                  <a:cubicBezTo>
                    <a:pt x="498" y="163"/>
                    <a:pt x="479" y="77"/>
                    <a:pt x="422"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5" name="Google Shape;9415;p63"/>
            <p:cNvSpPr/>
            <p:nvPr/>
          </p:nvSpPr>
          <p:spPr>
            <a:xfrm>
              <a:off x="6303494" y="3546532"/>
              <a:ext cx="40467" cy="104935"/>
            </a:xfrm>
            <a:custGeom>
              <a:avLst/>
              <a:gdLst/>
              <a:ahLst/>
              <a:cxnLst/>
              <a:rect l="l" t="t" r="r" b="b"/>
              <a:pathLst>
                <a:path w="1541" h="3996" extrusionOk="0">
                  <a:moveTo>
                    <a:pt x="244" y="0"/>
                  </a:moveTo>
                  <a:cubicBezTo>
                    <a:pt x="232" y="0"/>
                    <a:pt x="220" y="5"/>
                    <a:pt x="211" y="15"/>
                  </a:cubicBezTo>
                  <a:lnTo>
                    <a:pt x="0" y="283"/>
                  </a:lnTo>
                  <a:lnTo>
                    <a:pt x="345" y="704"/>
                  </a:lnTo>
                  <a:cubicBezTo>
                    <a:pt x="367" y="732"/>
                    <a:pt x="399" y="747"/>
                    <a:pt x="431" y="747"/>
                  </a:cubicBezTo>
                  <a:cubicBezTo>
                    <a:pt x="454" y="747"/>
                    <a:pt x="478" y="739"/>
                    <a:pt x="498" y="723"/>
                  </a:cubicBezTo>
                  <a:lnTo>
                    <a:pt x="641" y="599"/>
                  </a:lnTo>
                  <a:lnTo>
                    <a:pt x="641" y="3996"/>
                  </a:lnTo>
                  <a:lnTo>
                    <a:pt x="900" y="3996"/>
                  </a:lnTo>
                  <a:lnTo>
                    <a:pt x="900" y="599"/>
                  </a:lnTo>
                  <a:lnTo>
                    <a:pt x="1043" y="713"/>
                  </a:lnTo>
                  <a:cubicBezTo>
                    <a:pt x="1065" y="735"/>
                    <a:pt x="1090" y="745"/>
                    <a:pt x="1115" y="745"/>
                  </a:cubicBezTo>
                  <a:cubicBezTo>
                    <a:pt x="1146" y="745"/>
                    <a:pt x="1175" y="730"/>
                    <a:pt x="1196" y="704"/>
                  </a:cubicBezTo>
                  <a:lnTo>
                    <a:pt x="1541" y="283"/>
                  </a:lnTo>
                  <a:lnTo>
                    <a:pt x="1321" y="15"/>
                  </a:lnTo>
                  <a:cubicBezTo>
                    <a:pt x="1311" y="5"/>
                    <a:pt x="1299" y="0"/>
                    <a:pt x="1287" y="0"/>
                  </a:cubicBezTo>
                  <a:cubicBezTo>
                    <a:pt x="1275" y="0"/>
                    <a:pt x="1263" y="5"/>
                    <a:pt x="1254" y="15"/>
                  </a:cubicBezTo>
                  <a:lnTo>
                    <a:pt x="766" y="493"/>
                  </a:lnTo>
                  <a:lnTo>
                    <a:pt x="278" y="15"/>
                  </a:lnTo>
                  <a:cubicBezTo>
                    <a:pt x="268" y="5"/>
                    <a:pt x="256" y="0"/>
                    <a:pt x="24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6" name="Google Shape;9416;p63"/>
            <p:cNvSpPr/>
            <p:nvPr/>
          </p:nvSpPr>
          <p:spPr>
            <a:xfrm>
              <a:off x="6320563" y="3664755"/>
              <a:ext cx="6565" cy="32720"/>
            </a:xfrm>
            <a:custGeom>
              <a:avLst/>
              <a:gdLst/>
              <a:ahLst/>
              <a:cxnLst/>
              <a:rect l="l" t="t" r="r" b="b"/>
              <a:pathLst>
                <a:path w="250" h="1246" extrusionOk="0">
                  <a:moveTo>
                    <a:pt x="132" y="0"/>
                  </a:moveTo>
                  <a:cubicBezTo>
                    <a:pt x="127" y="0"/>
                    <a:pt x="121" y="0"/>
                    <a:pt x="116" y="1"/>
                  </a:cubicBezTo>
                  <a:cubicBezTo>
                    <a:pt x="49" y="1"/>
                    <a:pt x="1" y="49"/>
                    <a:pt x="1" y="116"/>
                  </a:cubicBezTo>
                  <a:lnTo>
                    <a:pt x="1" y="1245"/>
                  </a:lnTo>
                  <a:lnTo>
                    <a:pt x="250" y="1245"/>
                  </a:lnTo>
                  <a:lnTo>
                    <a:pt x="250" y="116"/>
                  </a:lnTo>
                  <a:cubicBezTo>
                    <a:pt x="250" y="54"/>
                    <a:pt x="200" y="0"/>
                    <a:pt x="132"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7" name="Google Shape;9417;p63"/>
            <p:cNvSpPr/>
            <p:nvPr/>
          </p:nvSpPr>
          <p:spPr>
            <a:xfrm>
              <a:off x="6297454" y="3480567"/>
              <a:ext cx="52546" cy="26418"/>
            </a:xfrm>
            <a:custGeom>
              <a:avLst/>
              <a:gdLst/>
              <a:ahLst/>
              <a:cxnLst/>
              <a:rect l="l" t="t" r="r" b="b"/>
              <a:pathLst>
                <a:path w="2001" h="1006" extrusionOk="0">
                  <a:moveTo>
                    <a:pt x="747" y="0"/>
                  </a:moveTo>
                  <a:cubicBezTo>
                    <a:pt x="335" y="0"/>
                    <a:pt x="0" y="335"/>
                    <a:pt x="0" y="756"/>
                  </a:cubicBezTo>
                  <a:cubicBezTo>
                    <a:pt x="0" y="756"/>
                    <a:pt x="747" y="1005"/>
                    <a:pt x="2001" y="1005"/>
                  </a:cubicBezTo>
                  <a:lnTo>
                    <a:pt x="2001" y="756"/>
                  </a:lnTo>
                  <a:cubicBezTo>
                    <a:pt x="2001" y="335"/>
                    <a:pt x="1666" y="0"/>
                    <a:pt x="12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8" name="Google Shape;9418;p63"/>
            <p:cNvSpPr/>
            <p:nvPr/>
          </p:nvSpPr>
          <p:spPr>
            <a:xfrm>
              <a:off x="6297454" y="3480567"/>
              <a:ext cx="36213" cy="23897"/>
            </a:xfrm>
            <a:custGeom>
              <a:avLst/>
              <a:gdLst/>
              <a:ahLst/>
              <a:cxnLst/>
              <a:rect l="l" t="t" r="r" b="b"/>
              <a:pathLst>
                <a:path w="1379" h="910" extrusionOk="0">
                  <a:moveTo>
                    <a:pt x="756" y="0"/>
                  </a:moveTo>
                  <a:cubicBezTo>
                    <a:pt x="335" y="0"/>
                    <a:pt x="0" y="335"/>
                    <a:pt x="0" y="756"/>
                  </a:cubicBezTo>
                  <a:cubicBezTo>
                    <a:pt x="249" y="823"/>
                    <a:pt x="498" y="881"/>
                    <a:pt x="756" y="909"/>
                  </a:cubicBezTo>
                  <a:lnTo>
                    <a:pt x="747" y="756"/>
                  </a:lnTo>
                  <a:cubicBezTo>
                    <a:pt x="747" y="383"/>
                    <a:pt x="1015" y="77"/>
                    <a:pt x="1379" y="10"/>
                  </a:cubicBezTo>
                  <a:cubicBezTo>
                    <a:pt x="1331" y="10"/>
                    <a:pt x="1292"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9" name="Google Shape;9419;p63"/>
            <p:cNvSpPr/>
            <p:nvPr/>
          </p:nvSpPr>
          <p:spPr>
            <a:xfrm>
              <a:off x="6415808" y="3533087"/>
              <a:ext cx="26181" cy="26418"/>
            </a:xfrm>
            <a:custGeom>
              <a:avLst/>
              <a:gdLst/>
              <a:ahLst/>
              <a:cxnLst/>
              <a:rect l="l" t="t" r="r" b="b"/>
              <a:pathLst>
                <a:path w="997" h="1006" extrusionOk="0">
                  <a:moveTo>
                    <a:pt x="1" y="0"/>
                  </a:moveTo>
                  <a:lnTo>
                    <a:pt x="1" y="1005"/>
                  </a:lnTo>
                  <a:lnTo>
                    <a:pt x="996" y="1005"/>
                  </a:lnTo>
                  <a:lnTo>
                    <a:pt x="996"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0" name="Google Shape;9420;p63"/>
            <p:cNvSpPr/>
            <p:nvPr/>
          </p:nvSpPr>
          <p:spPr>
            <a:xfrm>
              <a:off x="6414574" y="3533087"/>
              <a:ext cx="28676" cy="19931"/>
            </a:xfrm>
            <a:custGeom>
              <a:avLst/>
              <a:gdLst/>
              <a:ahLst/>
              <a:cxnLst/>
              <a:rect l="l" t="t" r="r" b="b"/>
              <a:pathLst>
                <a:path w="1092" h="759" extrusionOk="0">
                  <a:moveTo>
                    <a:pt x="48" y="0"/>
                  </a:moveTo>
                  <a:lnTo>
                    <a:pt x="48" y="508"/>
                  </a:lnTo>
                  <a:cubicBezTo>
                    <a:pt x="48" y="555"/>
                    <a:pt x="29" y="603"/>
                    <a:pt x="0" y="651"/>
                  </a:cubicBezTo>
                  <a:cubicBezTo>
                    <a:pt x="172" y="723"/>
                    <a:pt x="359" y="759"/>
                    <a:pt x="546" y="759"/>
                  </a:cubicBezTo>
                  <a:cubicBezTo>
                    <a:pt x="732" y="759"/>
                    <a:pt x="919" y="723"/>
                    <a:pt x="1091" y="651"/>
                  </a:cubicBezTo>
                  <a:cubicBezTo>
                    <a:pt x="1062" y="603"/>
                    <a:pt x="1043" y="555"/>
                    <a:pt x="1043" y="508"/>
                  </a:cubicBezTo>
                  <a:lnTo>
                    <a:pt x="104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1" name="Google Shape;9421;p63"/>
            <p:cNvSpPr/>
            <p:nvPr/>
          </p:nvSpPr>
          <p:spPr>
            <a:xfrm>
              <a:off x="6389443" y="3553938"/>
              <a:ext cx="78938" cy="97530"/>
            </a:xfrm>
            <a:custGeom>
              <a:avLst/>
              <a:gdLst/>
              <a:ahLst/>
              <a:cxnLst/>
              <a:rect l="l" t="t" r="r" b="b"/>
              <a:pathLst>
                <a:path w="3006" h="3714" extrusionOk="0">
                  <a:moveTo>
                    <a:pt x="737" y="1"/>
                  </a:moveTo>
                  <a:lnTo>
                    <a:pt x="278" y="230"/>
                  </a:lnTo>
                  <a:cubicBezTo>
                    <a:pt x="105" y="317"/>
                    <a:pt x="0" y="489"/>
                    <a:pt x="0" y="680"/>
                  </a:cubicBezTo>
                  <a:lnTo>
                    <a:pt x="0" y="2135"/>
                  </a:lnTo>
                  <a:cubicBezTo>
                    <a:pt x="0" y="2671"/>
                    <a:pt x="163" y="3207"/>
                    <a:pt x="459" y="3657"/>
                  </a:cubicBezTo>
                  <a:lnTo>
                    <a:pt x="498" y="3714"/>
                  </a:lnTo>
                  <a:lnTo>
                    <a:pt x="2508" y="3714"/>
                  </a:lnTo>
                  <a:lnTo>
                    <a:pt x="2536" y="3657"/>
                  </a:lnTo>
                  <a:cubicBezTo>
                    <a:pt x="2842" y="3207"/>
                    <a:pt x="3005" y="2671"/>
                    <a:pt x="3005" y="2135"/>
                  </a:cubicBezTo>
                  <a:lnTo>
                    <a:pt x="3005" y="680"/>
                  </a:lnTo>
                  <a:cubicBezTo>
                    <a:pt x="3005" y="489"/>
                    <a:pt x="2900" y="317"/>
                    <a:pt x="2728" y="230"/>
                  </a:cubicBezTo>
                  <a:lnTo>
                    <a:pt x="2268" y="1"/>
                  </a:lnTo>
                  <a:cubicBezTo>
                    <a:pt x="2101" y="203"/>
                    <a:pt x="1593" y="211"/>
                    <a:pt x="1513" y="211"/>
                  </a:cubicBezTo>
                  <a:cubicBezTo>
                    <a:pt x="1506" y="211"/>
                    <a:pt x="1503" y="211"/>
                    <a:pt x="1503" y="211"/>
                  </a:cubicBezTo>
                  <a:cubicBezTo>
                    <a:pt x="1503" y="211"/>
                    <a:pt x="1499" y="211"/>
                    <a:pt x="1492" y="211"/>
                  </a:cubicBezTo>
                  <a:cubicBezTo>
                    <a:pt x="1412" y="211"/>
                    <a:pt x="904" y="203"/>
                    <a:pt x="73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2" name="Google Shape;9422;p63"/>
            <p:cNvSpPr/>
            <p:nvPr/>
          </p:nvSpPr>
          <p:spPr>
            <a:xfrm>
              <a:off x="6402494" y="3651441"/>
              <a:ext cx="52809" cy="46034"/>
            </a:xfrm>
            <a:custGeom>
              <a:avLst/>
              <a:gdLst/>
              <a:ahLst/>
              <a:cxnLst/>
              <a:rect l="l" t="t" r="r" b="b"/>
              <a:pathLst>
                <a:path w="2011" h="1753" extrusionOk="0">
                  <a:moveTo>
                    <a:pt x="1" y="1"/>
                  </a:moveTo>
                  <a:lnTo>
                    <a:pt x="1" y="1503"/>
                  </a:lnTo>
                  <a:cubicBezTo>
                    <a:pt x="1" y="1647"/>
                    <a:pt x="116" y="1752"/>
                    <a:pt x="250" y="1752"/>
                  </a:cubicBezTo>
                  <a:lnTo>
                    <a:pt x="1752" y="1752"/>
                  </a:lnTo>
                  <a:cubicBezTo>
                    <a:pt x="1896" y="1752"/>
                    <a:pt x="2011" y="1647"/>
                    <a:pt x="2011" y="1503"/>
                  </a:cubicBezTo>
                  <a:lnTo>
                    <a:pt x="2011"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3" name="Google Shape;9423;p63"/>
            <p:cNvSpPr/>
            <p:nvPr/>
          </p:nvSpPr>
          <p:spPr>
            <a:xfrm>
              <a:off x="6389443" y="3564757"/>
              <a:ext cx="13077" cy="86711"/>
            </a:xfrm>
            <a:custGeom>
              <a:avLst/>
              <a:gdLst/>
              <a:ahLst/>
              <a:cxnLst/>
              <a:rect l="l" t="t" r="r" b="b"/>
              <a:pathLst>
                <a:path w="498" h="3302" extrusionOk="0">
                  <a:moveTo>
                    <a:pt x="77" y="0"/>
                  </a:moveTo>
                  <a:cubicBezTo>
                    <a:pt x="29" y="77"/>
                    <a:pt x="0" y="163"/>
                    <a:pt x="0" y="259"/>
                  </a:cubicBezTo>
                  <a:lnTo>
                    <a:pt x="0" y="1713"/>
                  </a:lnTo>
                  <a:cubicBezTo>
                    <a:pt x="0" y="2259"/>
                    <a:pt x="163" y="2795"/>
                    <a:pt x="459" y="3245"/>
                  </a:cubicBezTo>
                  <a:lnTo>
                    <a:pt x="498" y="3302"/>
                  </a:lnTo>
                  <a:lnTo>
                    <a:pt x="498" y="565"/>
                  </a:lnTo>
                  <a:cubicBezTo>
                    <a:pt x="498" y="412"/>
                    <a:pt x="431" y="259"/>
                    <a:pt x="297" y="163"/>
                  </a:cubicBezTo>
                  <a:lnTo>
                    <a:pt x="77"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4" name="Google Shape;9424;p63"/>
            <p:cNvSpPr/>
            <p:nvPr/>
          </p:nvSpPr>
          <p:spPr>
            <a:xfrm>
              <a:off x="6455277" y="3564757"/>
              <a:ext cx="13104" cy="86711"/>
            </a:xfrm>
            <a:custGeom>
              <a:avLst/>
              <a:gdLst/>
              <a:ahLst/>
              <a:cxnLst/>
              <a:rect l="l" t="t" r="r" b="b"/>
              <a:pathLst>
                <a:path w="499" h="3302" extrusionOk="0">
                  <a:moveTo>
                    <a:pt x="422" y="0"/>
                  </a:moveTo>
                  <a:lnTo>
                    <a:pt x="202" y="163"/>
                  </a:lnTo>
                  <a:cubicBezTo>
                    <a:pt x="68" y="259"/>
                    <a:pt x="1" y="412"/>
                    <a:pt x="1" y="565"/>
                  </a:cubicBezTo>
                  <a:lnTo>
                    <a:pt x="1" y="3302"/>
                  </a:lnTo>
                  <a:lnTo>
                    <a:pt x="39" y="3245"/>
                  </a:lnTo>
                  <a:cubicBezTo>
                    <a:pt x="335" y="2795"/>
                    <a:pt x="498" y="2259"/>
                    <a:pt x="498" y="1713"/>
                  </a:cubicBezTo>
                  <a:lnTo>
                    <a:pt x="498" y="259"/>
                  </a:lnTo>
                  <a:cubicBezTo>
                    <a:pt x="498" y="163"/>
                    <a:pt x="469" y="77"/>
                    <a:pt x="4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5" name="Google Shape;9425;p63"/>
            <p:cNvSpPr/>
            <p:nvPr/>
          </p:nvSpPr>
          <p:spPr>
            <a:xfrm>
              <a:off x="6408797" y="3546270"/>
              <a:ext cx="40230" cy="105198"/>
            </a:xfrm>
            <a:custGeom>
              <a:avLst/>
              <a:gdLst/>
              <a:ahLst/>
              <a:cxnLst/>
              <a:rect l="l" t="t" r="r" b="b"/>
              <a:pathLst>
                <a:path w="1532" h="4006" extrusionOk="0">
                  <a:moveTo>
                    <a:pt x="244" y="1"/>
                  </a:moveTo>
                  <a:cubicBezTo>
                    <a:pt x="232" y="1"/>
                    <a:pt x="220" y="6"/>
                    <a:pt x="211" y="15"/>
                  </a:cubicBezTo>
                  <a:lnTo>
                    <a:pt x="0" y="293"/>
                  </a:lnTo>
                  <a:lnTo>
                    <a:pt x="335" y="714"/>
                  </a:lnTo>
                  <a:cubicBezTo>
                    <a:pt x="355" y="739"/>
                    <a:pt x="386" y="751"/>
                    <a:pt x="418" y="751"/>
                  </a:cubicBezTo>
                  <a:cubicBezTo>
                    <a:pt x="446" y="751"/>
                    <a:pt x="475" y="741"/>
                    <a:pt x="498" y="723"/>
                  </a:cubicBezTo>
                  <a:lnTo>
                    <a:pt x="641" y="609"/>
                  </a:lnTo>
                  <a:lnTo>
                    <a:pt x="641" y="4006"/>
                  </a:lnTo>
                  <a:lnTo>
                    <a:pt x="890" y="4006"/>
                  </a:lnTo>
                  <a:lnTo>
                    <a:pt x="890" y="609"/>
                  </a:lnTo>
                  <a:lnTo>
                    <a:pt x="1034" y="723"/>
                  </a:lnTo>
                  <a:cubicBezTo>
                    <a:pt x="1055" y="745"/>
                    <a:pt x="1081" y="755"/>
                    <a:pt x="1106" y="755"/>
                  </a:cubicBezTo>
                  <a:cubicBezTo>
                    <a:pt x="1136" y="755"/>
                    <a:pt x="1166" y="740"/>
                    <a:pt x="1187" y="714"/>
                  </a:cubicBezTo>
                  <a:lnTo>
                    <a:pt x="1531" y="293"/>
                  </a:lnTo>
                  <a:lnTo>
                    <a:pt x="1321" y="25"/>
                  </a:lnTo>
                  <a:cubicBezTo>
                    <a:pt x="1311" y="15"/>
                    <a:pt x="1299" y="10"/>
                    <a:pt x="1287" y="10"/>
                  </a:cubicBezTo>
                  <a:cubicBezTo>
                    <a:pt x="1275" y="10"/>
                    <a:pt x="1263" y="15"/>
                    <a:pt x="1254" y="25"/>
                  </a:cubicBezTo>
                  <a:lnTo>
                    <a:pt x="766" y="503"/>
                  </a:lnTo>
                  <a:lnTo>
                    <a:pt x="278" y="15"/>
                  </a:lnTo>
                  <a:cubicBezTo>
                    <a:pt x="268" y="6"/>
                    <a:pt x="256" y="1"/>
                    <a:pt x="24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6" name="Google Shape;9426;p63"/>
            <p:cNvSpPr/>
            <p:nvPr/>
          </p:nvSpPr>
          <p:spPr>
            <a:xfrm>
              <a:off x="6425866" y="3664781"/>
              <a:ext cx="6329" cy="32694"/>
            </a:xfrm>
            <a:custGeom>
              <a:avLst/>
              <a:gdLst/>
              <a:ahLst/>
              <a:cxnLst/>
              <a:rect l="l" t="t" r="r" b="b"/>
              <a:pathLst>
                <a:path w="241" h="1245" extrusionOk="0">
                  <a:moveTo>
                    <a:pt x="116" y="0"/>
                  </a:moveTo>
                  <a:cubicBezTo>
                    <a:pt x="49" y="0"/>
                    <a:pt x="1" y="48"/>
                    <a:pt x="1" y="115"/>
                  </a:cubicBezTo>
                  <a:lnTo>
                    <a:pt x="1" y="1244"/>
                  </a:lnTo>
                  <a:lnTo>
                    <a:pt x="240" y="1244"/>
                  </a:lnTo>
                  <a:lnTo>
                    <a:pt x="240" y="115"/>
                  </a:lnTo>
                  <a:cubicBezTo>
                    <a:pt x="240" y="48"/>
                    <a:pt x="183" y="0"/>
                    <a:pt x="116"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7" name="Google Shape;9427;p63"/>
            <p:cNvSpPr/>
            <p:nvPr/>
          </p:nvSpPr>
          <p:spPr>
            <a:xfrm>
              <a:off x="6402494" y="3480567"/>
              <a:ext cx="52809" cy="59321"/>
            </a:xfrm>
            <a:custGeom>
              <a:avLst/>
              <a:gdLst/>
              <a:ahLst/>
              <a:cxnLst/>
              <a:rect l="l" t="t" r="r" b="b"/>
              <a:pathLst>
                <a:path w="2011" h="2259" extrusionOk="0">
                  <a:moveTo>
                    <a:pt x="757" y="0"/>
                  </a:moveTo>
                  <a:cubicBezTo>
                    <a:pt x="345" y="0"/>
                    <a:pt x="1" y="335"/>
                    <a:pt x="1" y="756"/>
                  </a:cubicBezTo>
                  <a:lnTo>
                    <a:pt x="1" y="1254"/>
                  </a:lnTo>
                  <a:cubicBezTo>
                    <a:pt x="1" y="1809"/>
                    <a:pt x="451" y="2259"/>
                    <a:pt x="1006" y="2259"/>
                  </a:cubicBezTo>
                  <a:cubicBezTo>
                    <a:pt x="1561" y="2259"/>
                    <a:pt x="2011" y="1809"/>
                    <a:pt x="2011" y="1254"/>
                  </a:cubicBezTo>
                  <a:lnTo>
                    <a:pt x="2011" y="756"/>
                  </a:lnTo>
                  <a:cubicBezTo>
                    <a:pt x="2011" y="335"/>
                    <a:pt x="167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8" name="Google Shape;9428;p63"/>
            <p:cNvSpPr/>
            <p:nvPr/>
          </p:nvSpPr>
          <p:spPr>
            <a:xfrm>
              <a:off x="6402757" y="3480567"/>
              <a:ext cx="36213" cy="59269"/>
            </a:xfrm>
            <a:custGeom>
              <a:avLst/>
              <a:gdLst/>
              <a:ahLst/>
              <a:cxnLst/>
              <a:rect l="l" t="t" r="r" b="b"/>
              <a:pathLst>
                <a:path w="1379" h="2257" extrusionOk="0">
                  <a:moveTo>
                    <a:pt x="747" y="0"/>
                  </a:moveTo>
                  <a:cubicBezTo>
                    <a:pt x="335" y="0"/>
                    <a:pt x="0" y="335"/>
                    <a:pt x="0" y="756"/>
                  </a:cubicBezTo>
                  <a:lnTo>
                    <a:pt x="0" y="1254"/>
                  </a:lnTo>
                  <a:cubicBezTo>
                    <a:pt x="0" y="1828"/>
                    <a:pt x="471" y="2257"/>
                    <a:pt x="1001" y="2257"/>
                  </a:cubicBezTo>
                  <a:cubicBezTo>
                    <a:pt x="1125" y="2257"/>
                    <a:pt x="1253" y="2233"/>
                    <a:pt x="1378" y="2182"/>
                  </a:cubicBezTo>
                  <a:cubicBezTo>
                    <a:pt x="996" y="2029"/>
                    <a:pt x="747" y="1665"/>
                    <a:pt x="747" y="1254"/>
                  </a:cubicBezTo>
                  <a:lnTo>
                    <a:pt x="747" y="756"/>
                  </a:lnTo>
                  <a:cubicBezTo>
                    <a:pt x="747" y="383"/>
                    <a:pt x="1005" y="77"/>
                    <a:pt x="1369" y="10"/>
                  </a:cubicBezTo>
                  <a:cubicBezTo>
                    <a:pt x="1331" y="10"/>
                    <a:pt x="1292"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9" name="Google Shape;9429;p63"/>
            <p:cNvSpPr/>
            <p:nvPr/>
          </p:nvSpPr>
          <p:spPr>
            <a:xfrm>
              <a:off x="6402494" y="3480567"/>
              <a:ext cx="52809" cy="26418"/>
            </a:xfrm>
            <a:custGeom>
              <a:avLst/>
              <a:gdLst/>
              <a:ahLst/>
              <a:cxnLst/>
              <a:rect l="l" t="t" r="r" b="b"/>
              <a:pathLst>
                <a:path w="2011" h="1006" extrusionOk="0">
                  <a:moveTo>
                    <a:pt x="757" y="0"/>
                  </a:moveTo>
                  <a:cubicBezTo>
                    <a:pt x="336" y="0"/>
                    <a:pt x="1" y="335"/>
                    <a:pt x="1" y="756"/>
                  </a:cubicBezTo>
                  <a:cubicBezTo>
                    <a:pt x="1" y="756"/>
                    <a:pt x="757" y="1005"/>
                    <a:pt x="2011" y="1005"/>
                  </a:cubicBezTo>
                  <a:lnTo>
                    <a:pt x="2011" y="756"/>
                  </a:lnTo>
                  <a:cubicBezTo>
                    <a:pt x="2011" y="335"/>
                    <a:pt x="1666"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0" name="Google Shape;9430;p63"/>
            <p:cNvSpPr/>
            <p:nvPr/>
          </p:nvSpPr>
          <p:spPr>
            <a:xfrm>
              <a:off x="6402757" y="3480567"/>
              <a:ext cx="35950" cy="23897"/>
            </a:xfrm>
            <a:custGeom>
              <a:avLst/>
              <a:gdLst/>
              <a:ahLst/>
              <a:cxnLst/>
              <a:rect l="l" t="t" r="r" b="b"/>
              <a:pathLst>
                <a:path w="1369" h="910" extrusionOk="0">
                  <a:moveTo>
                    <a:pt x="747" y="0"/>
                  </a:moveTo>
                  <a:cubicBezTo>
                    <a:pt x="335" y="0"/>
                    <a:pt x="0" y="335"/>
                    <a:pt x="0" y="756"/>
                  </a:cubicBezTo>
                  <a:cubicBezTo>
                    <a:pt x="240" y="823"/>
                    <a:pt x="498" y="881"/>
                    <a:pt x="747" y="909"/>
                  </a:cubicBezTo>
                  <a:lnTo>
                    <a:pt x="747" y="756"/>
                  </a:lnTo>
                  <a:cubicBezTo>
                    <a:pt x="747" y="383"/>
                    <a:pt x="1005" y="77"/>
                    <a:pt x="1369" y="10"/>
                  </a:cubicBezTo>
                  <a:cubicBezTo>
                    <a:pt x="1331" y="10"/>
                    <a:pt x="1292"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1" name="Google Shape;9431;p63"/>
            <p:cNvSpPr/>
            <p:nvPr/>
          </p:nvSpPr>
          <p:spPr>
            <a:xfrm>
              <a:off x="6520874" y="3533087"/>
              <a:ext cx="26418" cy="26418"/>
            </a:xfrm>
            <a:custGeom>
              <a:avLst/>
              <a:gdLst/>
              <a:ahLst/>
              <a:cxnLst/>
              <a:rect l="l" t="t" r="r" b="b"/>
              <a:pathLst>
                <a:path w="1006" h="1006" extrusionOk="0">
                  <a:moveTo>
                    <a:pt x="0" y="0"/>
                  </a:moveTo>
                  <a:lnTo>
                    <a:pt x="0" y="1005"/>
                  </a:lnTo>
                  <a:lnTo>
                    <a:pt x="1005" y="1005"/>
                  </a:lnTo>
                  <a:lnTo>
                    <a:pt x="1005"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2" name="Google Shape;9432;p63"/>
            <p:cNvSpPr/>
            <p:nvPr/>
          </p:nvSpPr>
          <p:spPr>
            <a:xfrm>
              <a:off x="6519614" y="3533087"/>
              <a:ext cx="28939" cy="19931"/>
            </a:xfrm>
            <a:custGeom>
              <a:avLst/>
              <a:gdLst/>
              <a:ahLst/>
              <a:cxnLst/>
              <a:rect l="l" t="t" r="r" b="b"/>
              <a:pathLst>
                <a:path w="1102" h="759" extrusionOk="0">
                  <a:moveTo>
                    <a:pt x="48" y="0"/>
                  </a:moveTo>
                  <a:lnTo>
                    <a:pt x="48" y="508"/>
                  </a:lnTo>
                  <a:cubicBezTo>
                    <a:pt x="48" y="555"/>
                    <a:pt x="29" y="603"/>
                    <a:pt x="1" y="651"/>
                  </a:cubicBezTo>
                  <a:cubicBezTo>
                    <a:pt x="178" y="723"/>
                    <a:pt x="364" y="759"/>
                    <a:pt x="551" y="759"/>
                  </a:cubicBezTo>
                  <a:cubicBezTo>
                    <a:pt x="737" y="759"/>
                    <a:pt x="924" y="723"/>
                    <a:pt x="1101" y="651"/>
                  </a:cubicBezTo>
                  <a:cubicBezTo>
                    <a:pt x="1072" y="603"/>
                    <a:pt x="1053" y="555"/>
                    <a:pt x="1053" y="508"/>
                  </a:cubicBezTo>
                  <a:lnTo>
                    <a:pt x="1053"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3" name="Google Shape;9433;p63"/>
            <p:cNvSpPr/>
            <p:nvPr/>
          </p:nvSpPr>
          <p:spPr>
            <a:xfrm>
              <a:off x="6494483" y="3553938"/>
              <a:ext cx="79200" cy="97530"/>
            </a:xfrm>
            <a:custGeom>
              <a:avLst/>
              <a:gdLst/>
              <a:ahLst/>
              <a:cxnLst/>
              <a:rect l="l" t="t" r="r" b="b"/>
              <a:pathLst>
                <a:path w="3016" h="3714" extrusionOk="0">
                  <a:moveTo>
                    <a:pt x="737" y="1"/>
                  </a:moveTo>
                  <a:lnTo>
                    <a:pt x="278" y="230"/>
                  </a:lnTo>
                  <a:cubicBezTo>
                    <a:pt x="115" y="317"/>
                    <a:pt x="10" y="489"/>
                    <a:pt x="10" y="680"/>
                  </a:cubicBezTo>
                  <a:lnTo>
                    <a:pt x="10" y="2135"/>
                  </a:lnTo>
                  <a:cubicBezTo>
                    <a:pt x="1" y="2671"/>
                    <a:pt x="163" y="3207"/>
                    <a:pt x="469" y="3657"/>
                  </a:cubicBezTo>
                  <a:lnTo>
                    <a:pt x="508" y="3714"/>
                  </a:lnTo>
                  <a:lnTo>
                    <a:pt x="2508" y="3714"/>
                  </a:lnTo>
                  <a:lnTo>
                    <a:pt x="2546" y="3657"/>
                  </a:lnTo>
                  <a:cubicBezTo>
                    <a:pt x="2852" y="3207"/>
                    <a:pt x="3015" y="2671"/>
                    <a:pt x="3006" y="2135"/>
                  </a:cubicBezTo>
                  <a:lnTo>
                    <a:pt x="3006" y="680"/>
                  </a:lnTo>
                  <a:cubicBezTo>
                    <a:pt x="3006" y="489"/>
                    <a:pt x="2900" y="317"/>
                    <a:pt x="2738" y="230"/>
                  </a:cubicBezTo>
                  <a:lnTo>
                    <a:pt x="2278" y="1"/>
                  </a:lnTo>
                  <a:cubicBezTo>
                    <a:pt x="2111" y="203"/>
                    <a:pt x="1603" y="211"/>
                    <a:pt x="1523" y="211"/>
                  </a:cubicBezTo>
                  <a:cubicBezTo>
                    <a:pt x="1516" y="211"/>
                    <a:pt x="1513" y="211"/>
                    <a:pt x="1513" y="211"/>
                  </a:cubicBezTo>
                  <a:cubicBezTo>
                    <a:pt x="1513" y="211"/>
                    <a:pt x="1509" y="211"/>
                    <a:pt x="1502" y="211"/>
                  </a:cubicBezTo>
                  <a:cubicBezTo>
                    <a:pt x="1420" y="211"/>
                    <a:pt x="905" y="203"/>
                    <a:pt x="737"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4" name="Google Shape;9434;p63"/>
            <p:cNvSpPr/>
            <p:nvPr/>
          </p:nvSpPr>
          <p:spPr>
            <a:xfrm>
              <a:off x="6507797" y="3651441"/>
              <a:ext cx="52546" cy="46034"/>
            </a:xfrm>
            <a:custGeom>
              <a:avLst/>
              <a:gdLst/>
              <a:ahLst/>
              <a:cxnLst/>
              <a:rect l="l" t="t" r="r" b="b"/>
              <a:pathLst>
                <a:path w="2001" h="1753" extrusionOk="0">
                  <a:moveTo>
                    <a:pt x="1" y="1"/>
                  </a:moveTo>
                  <a:lnTo>
                    <a:pt x="1" y="1503"/>
                  </a:lnTo>
                  <a:cubicBezTo>
                    <a:pt x="1" y="1647"/>
                    <a:pt x="116" y="1752"/>
                    <a:pt x="250" y="1752"/>
                  </a:cubicBezTo>
                  <a:lnTo>
                    <a:pt x="1752" y="1752"/>
                  </a:lnTo>
                  <a:cubicBezTo>
                    <a:pt x="1896" y="1752"/>
                    <a:pt x="2001" y="1647"/>
                    <a:pt x="2001" y="1503"/>
                  </a:cubicBezTo>
                  <a:lnTo>
                    <a:pt x="2001"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5" name="Google Shape;9435;p63"/>
            <p:cNvSpPr/>
            <p:nvPr/>
          </p:nvSpPr>
          <p:spPr>
            <a:xfrm>
              <a:off x="6494483" y="3564757"/>
              <a:ext cx="13340" cy="86711"/>
            </a:xfrm>
            <a:custGeom>
              <a:avLst/>
              <a:gdLst/>
              <a:ahLst/>
              <a:cxnLst/>
              <a:rect l="l" t="t" r="r" b="b"/>
              <a:pathLst>
                <a:path w="508" h="3302" extrusionOk="0">
                  <a:moveTo>
                    <a:pt x="77" y="0"/>
                  </a:moveTo>
                  <a:cubicBezTo>
                    <a:pt x="29" y="77"/>
                    <a:pt x="10" y="163"/>
                    <a:pt x="1" y="259"/>
                  </a:cubicBezTo>
                  <a:lnTo>
                    <a:pt x="1" y="1713"/>
                  </a:lnTo>
                  <a:cubicBezTo>
                    <a:pt x="1" y="2259"/>
                    <a:pt x="163" y="2795"/>
                    <a:pt x="469" y="3245"/>
                  </a:cubicBezTo>
                  <a:lnTo>
                    <a:pt x="508" y="3302"/>
                  </a:lnTo>
                  <a:lnTo>
                    <a:pt x="508" y="565"/>
                  </a:lnTo>
                  <a:cubicBezTo>
                    <a:pt x="508" y="412"/>
                    <a:pt x="431" y="259"/>
                    <a:pt x="307" y="163"/>
                  </a:cubicBezTo>
                  <a:lnTo>
                    <a:pt x="7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6" name="Google Shape;9436;p63"/>
            <p:cNvSpPr/>
            <p:nvPr/>
          </p:nvSpPr>
          <p:spPr>
            <a:xfrm>
              <a:off x="6513837" y="3546532"/>
              <a:ext cx="40493" cy="104935"/>
            </a:xfrm>
            <a:custGeom>
              <a:avLst/>
              <a:gdLst/>
              <a:ahLst/>
              <a:cxnLst/>
              <a:rect l="l" t="t" r="r" b="b"/>
              <a:pathLst>
                <a:path w="1542" h="3996" extrusionOk="0">
                  <a:moveTo>
                    <a:pt x="254" y="0"/>
                  </a:moveTo>
                  <a:cubicBezTo>
                    <a:pt x="242" y="0"/>
                    <a:pt x="230" y="5"/>
                    <a:pt x="221" y="15"/>
                  </a:cubicBezTo>
                  <a:lnTo>
                    <a:pt x="0" y="283"/>
                  </a:lnTo>
                  <a:lnTo>
                    <a:pt x="345" y="704"/>
                  </a:lnTo>
                  <a:cubicBezTo>
                    <a:pt x="367" y="732"/>
                    <a:pt x="399" y="747"/>
                    <a:pt x="432" y="747"/>
                  </a:cubicBezTo>
                  <a:cubicBezTo>
                    <a:pt x="455" y="747"/>
                    <a:pt x="478" y="739"/>
                    <a:pt x="498" y="723"/>
                  </a:cubicBezTo>
                  <a:lnTo>
                    <a:pt x="651" y="599"/>
                  </a:lnTo>
                  <a:lnTo>
                    <a:pt x="651" y="3996"/>
                  </a:lnTo>
                  <a:lnTo>
                    <a:pt x="900" y="3996"/>
                  </a:lnTo>
                  <a:lnTo>
                    <a:pt x="900" y="599"/>
                  </a:lnTo>
                  <a:lnTo>
                    <a:pt x="1044" y="713"/>
                  </a:lnTo>
                  <a:cubicBezTo>
                    <a:pt x="1065" y="735"/>
                    <a:pt x="1093" y="745"/>
                    <a:pt x="1120" y="745"/>
                  </a:cubicBezTo>
                  <a:cubicBezTo>
                    <a:pt x="1153" y="745"/>
                    <a:pt x="1185" y="730"/>
                    <a:pt x="1206" y="704"/>
                  </a:cubicBezTo>
                  <a:lnTo>
                    <a:pt x="1541" y="283"/>
                  </a:lnTo>
                  <a:lnTo>
                    <a:pt x="1331" y="15"/>
                  </a:lnTo>
                  <a:cubicBezTo>
                    <a:pt x="1321" y="5"/>
                    <a:pt x="1309" y="0"/>
                    <a:pt x="1297" y="0"/>
                  </a:cubicBezTo>
                  <a:cubicBezTo>
                    <a:pt x="1285" y="0"/>
                    <a:pt x="1273" y="5"/>
                    <a:pt x="1264" y="15"/>
                  </a:cubicBezTo>
                  <a:lnTo>
                    <a:pt x="776" y="493"/>
                  </a:lnTo>
                  <a:lnTo>
                    <a:pt x="288" y="15"/>
                  </a:lnTo>
                  <a:cubicBezTo>
                    <a:pt x="278" y="5"/>
                    <a:pt x="266" y="0"/>
                    <a:pt x="25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7" name="Google Shape;9437;p63"/>
            <p:cNvSpPr/>
            <p:nvPr/>
          </p:nvSpPr>
          <p:spPr>
            <a:xfrm>
              <a:off x="6530932" y="3664755"/>
              <a:ext cx="6565" cy="32720"/>
            </a:xfrm>
            <a:custGeom>
              <a:avLst/>
              <a:gdLst/>
              <a:ahLst/>
              <a:cxnLst/>
              <a:rect l="l" t="t" r="r" b="b"/>
              <a:pathLst>
                <a:path w="250" h="1246" extrusionOk="0">
                  <a:moveTo>
                    <a:pt x="139" y="0"/>
                  </a:moveTo>
                  <a:cubicBezTo>
                    <a:pt x="134" y="0"/>
                    <a:pt x="130" y="0"/>
                    <a:pt x="125" y="1"/>
                  </a:cubicBezTo>
                  <a:cubicBezTo>
                    <a:pt x="58" y="1"/>
                    <a:pt x="0" y="49"/>
                    <a:pt x="0" y="116"/>
                  </a:cubicBezTo>
                  <a:lnTo>
                    <a:pt x="0" y="1245"/>
                  </a:lnTo>
                  <a:lnTo>
                    <a:pt x="249" y="1245"/>
                  </a:lnTo>
                  <a:lnTo>
                    <a:pt x="249" y="116"/>
                  </a:lnTo>
                  <a:cubicBezTo>
                    <a:pt x="249" y="54"/>
                    <a:pt x="200" y="0"/>
                    <a:pt x="139"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8" name="Google Shape;9438;p63"/>
            <p:cNvSpPr/>
            <p:nvPr/>
          </p:nvSpPr>
          <p:spPr>
            <a:xfrm>
              <a:off x="6507797" y="3480567"/>
              <a:ext cx="52546" cy="59321"/>
            </a:xfrm>
            <a:custGeom>
              <a:avLst/>
              <a:gdLst/>
              <a:ahLst/>
              <a:cxnLst/>
              <a:rect l="l" t="t" r="r" b="b"/>
              <a:pathLst>
                <a:path w="2001" h="2259" extrusionOk="0">
                  <a:moveTo>
                    <a:pt x="747" y="0"/>
                  </a:moveTo>
                  <a:cubicBezTo>
                    <a:pt x="336" y="0"/>
                    <a:pt x="1" y="335"/>
                    <a:pt x="1" y="756"/>
                  </a:cubicBezTo>
                  <a:lnTo>
                    <a:pt x="1" y="1254"/>
                  </a:lnTo>
                  <a:cubicBezTo>
                    <a:pt x="1" y="1809"/>
                    <a:pt x="451" y="2259"/>
                    <a:pt x="1006" y="2259"/>
                  </a:cubicBezTo>
                  <a:cubicBezTo>
                    <a:pt x="1551" y="2259"/>
                    <a:pt x="2001" y="1809"/>
                    <a:pt x="2001" y="1254"/>
                  </a:cubicBezTo>
                  <a:lnTo>
                    <a:pt x="2001" y="756"/>
                  </a:lnTo>
                  <a:cubicBezTo>
                    <a:pt x="2001" y="335"/>
                    <a:pt x="1666" y="0"/>
                    <a:pt x="125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39" name="Google Shape;9439;p63"/>
            <p:cNvSpPr/>
            <p:nvPr/>
          </p:nvSpPr>
          <p:spPr>
            <a:xfrm>
              <a:off x="6507797" y="3480567"/>
              <a:ext cx="36213" cy="59269"/>
            </a:xfrm>
            <a:custGeom>
              <a:avLst/>
              <a:gdLst/>
              <a:ahLst/>
              <a:cxnLst/>
              <a:rect l="l" t="t" r="r" b="b"/>
              <a:pathLst>
                <a:path w="1379" h="2257" extrusionOk="0">
                  <a:moveTo>
                    <a:pt x="757" y="0"/>
                  </a:moveTo>
                  <a:cubicBezTo>
                    <a:pt x="345" y="0"/>
                    <a:pt x="1" y="335"/>
                    <a:pt x="1" y="756"/>
                  </a:cubicBezTo>
                  <a:lnTo>
                    <a:pt x="1" y="1254"/>
                  </a:lnTo>
                  <a:cubicBezTo>
                    <a:pt x="1" y="1828"/>
                    <a:pt x="472" y="2257"/>
                    <a:pt x="1002" y="2257"/>
                  </a:cubicBezTo>
                  <a:cubicBezTo>
                    <a:pt x="1126" y="2257"/>
                    <a:pt x="1253" y="2233"/>
                    <a:pt x="1379" y="2182"/>
                  </a:cubicBezTo>
                  <a:cubicBezTo>
                    <a:pt x="1006" y="2029"/>
                    <a:pt x="757" y="1665"/>
                    <a:pt x="747" y="1254"/>
                  </a:cubicBezTo>
                  <a:lnTo>
                    <a:pt x="747" y="756"/>
                  </a:lnTo>
                  <a:cubicBezTo>
                    <a:pt x="747" y="383"/>
                    <a:pt x="1015" y="77"/>
                    <a:pt x="1379" y="10"/>
                  </a:cubicBezTo>
                  <a:cubicBezTo>
                    <a:pt x="1341" y="10"/>
                    <a:pt x="1293" y="0"/>
                    <a:pt x="1254"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0" name="Google Shape;9440;p63"/>
            <p:cNvSpPr/>
            <p:nvPr/>
          </p:nvSpPr>
          <p:spPr>
            <a:xfrm>
              <a:off x="6507797" y="3480567"/>
              <a:ext cx="52546" cy="26418"/>
            </a:xfrm>
            <a:custGeom>
              <a:avLst/>
              <a:gdLst/>
              <a:ahLst/>
              <a:cxnLst/>
              <a:rect l="l" t="t" r="r" b="b"/>
              <a:pathLst>
                <a:path w="2001" h="1006" extrusionOk="0">
                  <a:moveTo>
                    <a:pt x="747" y="0"/>
                  </a:moveTo>
                  <a:cubicBezTo>
                    <a:pt x="336" y="0"/>
                    <a:pt x="1" y="335"/>
                    <a:pt x="1" y="756"/>
                  </a:cubicBezTo>
                  <a:cubicBezTo>
                    <a:pt x="1" y="756"/>
                    <a:pt x="747" y="1005"/>
                    <a:pt x="2001" y="1005"/>
                  </a:cubicBezTo>
                  <a:lnTo>
                    <a:pt x="2001" y="756"/>
                  </a:lnTo>
                  <a:cubicBezTo>
                    <a:pt x="2001" y="335"/>
                    <a:pt x="1666"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1" name="Google Shape;9441;p63"/>
            <p:cNvSpPr/>
            <p:nvPr/>
          </p:nvSpPr>
          <p:spPr>
            <a:xfrm>
              <a:off x="6507797" y="3480567"/>
              <a:ext cx="36213" cy="23897"/>
            </a:xfrm>
            <a:custGeom>
              <a:avLst/>
              <a:gdLst/>
              <a:ahLst/>
              <a:cxnLst/>
              <a:rect l="l" t="t" r="r" b="b"/>
              <a:pathLst>
                <a:path w="1379" h="910" extrusionOk="0">
                  <a:moveTo>
                    <a:pt x="757" y="0"/>
                  </a:moveTo>
                  <a:cubicBezTo>
                    <a:pt x="345" y="0"/>
                    <a:pt x="1" y="335"/>
                    <a:pt x="1" y="756"/>
                  </a:cubicBezTo>
                  <a:cubicBezTo>
                    <a:pt x="250" y="823"/>
                    <a:pt x="498" y="881"/>
                    <a:pt x="757" y="909"/>
                  </a:cubicBezTo>
                  <a:lnTo>
                    <a:pt x="757" y="756"/>
                  </a:lnTo>
                  <a:lnTo>
                    <a:pt x="747" y="756"/>
                  </a:lnTo>
                  <a:cubicBezTo>
                    <a:pt x="747" y="383"/>
                    <a:pt x="1015" y="77"/>
                    <a:pt x="1379" y="10"/>
                  </a:cubicBezTo>
                  <a:cubicBezTo>
                    <a:pt x="1341" y="10"/>
                    <a:pt x="1293" y="0"/>
                    <a:pt x="125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42" name="Google Shape;9442;p63"/>
          <p:cNvGrpSpPr/>
          <p:nvPr/>
        </p:nvGrpSpPr>
        <p:grpSpPr>
          <a:xfrm>
            <a:off x="7050311" y="3215328"/>
            <a:ext cx="394583" cy="331007"/>
            <a:chOff x="7054924" y="3367728"/>
            <a:chExt cx="394583" cy="331007"/>
          </a:xfrm>
        </p:grpSpPr>
        <p:sp>
          <p:nvSpPr>
            <p:cNvPr id="9443" name="Google Shape;9443;p63"/>
            <p:cNvSpPr/>
            <p:nvPr/>
          </p:nvSpPr>
          <p:spPr>
            <a:xfrm>
              <a:off x="7054924" y="3367728"/>
              <a:ext cx="394583" cy="331007"/>
            </a:xfrm>
            <a:custGeom>
              <a:avLst/>
              <a:gdLst/>
              <a:ahLst/>
              <a:cxnLst/>
              <a:rect l="l" t="t" r="r" b="b"/>
              <a:pathLst>
                <a:path w="15026" h="12605" extrusionOk="0">
                  <a:moveTo>
                    <a:pt x="728" y="0"/>
                  </a:moveTo>
                  <a:cubicBezTo>
                    <a:pt x="326" y="0"/>
                    <a:pt x="0" y="326"/>
                    <a:pt x="0" y="727"/>
                  </a:cubicBezTo>
                  <a:lnTo>
                    <a:pt x="0" y="11877"/>
                  </a:lnTo>
                  <a:cubicBezTo>
                    <a:pt x="0" y="12279"/>
                    <a:pt x="326" y="12604"/>
                    <a:pt x="728" y="12604"/>
                  </a:cubicBezTo>
                  <a:lnTo>
                    <a:pt x="14298" y="12604"/>
                  </a:lnTo>
                  <a:cubicBezTo>
                    <a:pt x="14700" y="12604"/>
                    <a:pt x="15026" y="12279"/>
                    <a:pt x="15026" y="11877"/>
                  </a:cubicBezTo>
                  <a:lnTo>
                    <a:pt x="15026" y="2182"/>
                  </a:lnTo>
                  <a:cubicBezTo>
                    <a:pt x="15026" y="1780"/>
                    <a:pt x="14700" y="1455"/>
                    <a:pt x="14298" y="1455"/>
                  </a:cubicBezTo>
                  <a:lnTo>
                    <a:pt x="9934" y="1455"/>
                  </a:lnTo>
                  <a:lnTo>
                    <a:pt x="8767" y="287"/>
                  </a:lnTo>
                  <a:cubicBezTo>
                    <a:pt x="8585" y="105"/>
                    <a:pt x="8336" y="0"/>
                    <a:pt x="8078"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4" name="Google Shape;9444;p63"/>
            <p:cNvSpPr/>
            <p:nvPr/>
          </p:nvSpPr>
          <p:spPr>
            <a:xfrm>
              <a:off x="7156708" y="3450394"/>
              <a:ext cx="191015" cy="191042"/>
            </a:xfrm>
            <a:custGeom>
              <a:avLst/>
              <a:gdLst/>
              <a:ahLst/>
              <a:cxnLst/>
              <a:rect l="l" t="t" r="r" b="b"/>
              <a:pathLst>
                <a:path w="7274" h="7275" extrusionOk="0">
                  <a:moveTo>
                    <a:pt x="3637" y="1"/>
                  </a:moveTo>
                  <a:cubicBezTo>
                    <a:pt x="1627" y="1"/>
                    <a:pt x="0" y="1628"/>
                    <a:pt x="0" y="3637"/>
                  </a:cubicBezTo>
                  <a:cubicBezTo>
                    <a:pt x="0" y="5647"/>
                    <a:pt x="1627" y="7274"/>
                    <a:pt x="3637" y="7274"/>
                  </a:cubicBezTo>
                  <a:cubicBezTo>
                    <a:pt x="5647" y="7274"/>
                    <a:pt x="7274" y="5647"/>
                    <a:pt x="7274" y="3637"/>
                  </a:cubicBezTo>
                  <a:cubicBezTo>
                    <a:pt x="7274" y="1628"/>
                    <a:pt x="5647" y="1"/>
                    <a:pt x="3637"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5" name="Google Shape;9445;p63"/>
            <p:cNvSpPr/>
            <p:nvPr/>
          </p:nvSpPr>
          <p:spPr>
            <a:xfrm>
              <a:off x="7175799" y="3469512"/>
              <a:ext cx="152833" cy="152807"/>
            </a:xfrm>
            <a:custGeom>
              <a:avLst/>
              <a:gdLst/>
              <a:ahLst/>
              <a:cxnLst/>
              <a:rect l="l" t="t" r="r" b="b"/>
              <a:pathLst>
                <a:path w="5820" h="5819" extrusionOk="0">
                  <a:moveTo>
                    <a:pt x="2910" y="0"/>
                  </a:moveTo>
                  <a:cubicBezTo>
                    <a:pt x="1302" y="0"/>
                    <a:pt x="1" y="1302"/>
                    <a:pt x="1" y="2909"/>
                  </a:cubicBezTo>
                  <a:cubicBezTo>
                    <a:pt x="1" y="4517"/>
                    <a:pt x="1302" y="5819"/>
                    <a:pt x="2910" y="5819"/>
                  </a:cubicBezTo>
                  <a:cubicBezTo>
                    <a:pt x="4518" y="5819"/>
                    <a:pt x="5819" y="4517"/>
                    <a:pt x="5819" y="2909"/>
                  </a:cubicBezTo>
                  <a:cubicBezTo>
                    <a:pt x="5819" y="1302"/>
                    <a:pt x="4518" y="0"/>
                    <a:pt x="291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6" name="Google Shape;9446;p63"/>
            <p:cNvSpPr/>
            <p:nvPr/>
          </p:nvSpPr>
          <p:spPr>
            <a:xfrm>
              <a:off x="7214007" y="3552178"/>
              <a:ext cx="76417" cy="70009"/>
            </a:xfrm>
            <a:custGeom>
              <a:avLst/>
              <a:gdLst/>
              <a:ahLst/>
              <a:cxnLst/>
              <a:rect l="l" t="t" r="r" b="b"/>
              <a:pathLst>
                <a:path w="2910" h="2666" extrusionOk="0">
                  <a:moveTo>
                    <a:pt x="967" y="1"/>
                  </a:moveTo>
                  <a:lnTo>
                    <a:pt x="967" y="489"/>
                  </a:lnTo>
                  <a:cubicBezTo>
                    <a:pt x="967" y="584"/>
                    <a:pt x="919" y="661"/>
                    <a:pt x="833" y="709"/>
                  </a:cubicBezTo>
                  <a:lnTo>
                    <a:pt x="268" y="986"/>
                  </a:lnTo>
                  <a:cubicBezTo>
                    <a:pt x="106" y="1073"/>
                    <a:pt x="0" y="1235"/>
                    <a:pt x="0" y="1427"/>
                  </a:cubicBezTo>
                  <a:lnTo>
                    <a:pt x="0" y="2278"/>
                  </a:lnTo>
                  <a:cubicBezTo>
                    <a:pt x="450" y="2537"/>
                    <a:pt x="953" y="2666"/>
                    <a:pt x="1455" y="2666"/>
                  </a:cubicBezTo>
                  <a:cubicBezTo>
                    <a:pt x="1957" y="2666"/>
                    <a:pt x="2460" y="2537"/>
                    <a:pt x="2910" y="2278"/>
                  </a:cubicBezTo>
                  <a:lnTo>
                    <a:pt x="2910" y="1427"/>
                  </a:lnTo>
                  <a:cubicBezTo>
                    <a:pt x="2910" y="1235"/>
                    <a:pt x="2804" y="1073"/>
                    <a:pt x="2642" y="986"/>
                  </a:cubicBezTo>
                  <a:lnTo>
                    <a:pt x="2077" y="709"/>
                  </a:lnTo>
                  <a:cubicBezTo>
                    <a:pt x="1991" y="661"/>
                    <a:pt x="1943" y="584"/>
                    <a:pt x="1943" y="489"/>
                  </a:cubicBezTo>
                  <a:lnTo>
                    <a:pt x="1943"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7" name="Google Shape;9447;p63"/>
            <p:cNvSpPr/>
            <p:nvPr/>
          </p:nvSpPr>
          <p:spPr>
            <a:xfrm>
              <a:off x="7171781" y="3367728"/>
              <a:ext cx="144036" cy="38208"/>
            </a:xfrm>
            <a:custGeom>
              <a:avLst/>
              <a:gdLst/>
              <a:ahLst/>
              <a:cxnLst/>
              <a:rect l="l" t="t" r="r" b="b"/>
              <a:pathLst>
                <a:path w="5485" h="1455" extrusionOk="0">
                  <a:moveTo>
                    <a:pt x="0" y="0"/>
                  </a:moveTo>
                  <a:cubicBezTo>
                    <a:pt x="259" y="0"/>
                    <a:pt x="498" y="105"/>
                    <a:pt x="680" y="287"/>
                  </a:cubicBezTo>
                  <a:lnTo>
                    <a:pt x="1637" y="1244"/>
                  </a:lnTo>
                  <a:cubicBezTo>
                    <a:pt x="1781" y="1378"/>
                    <a:pt x="1962" y="1455"/>
                    <a:pt x="2154" y="1455"/>
                  </a:cubicBezTo>
                  <a:lnTo>
                    <a:pt x="5484" y="1455"/>
                  </a:lnTo>
                  <a:lnTo>
                    <a:pt x="4317" y="287"/>
                  </a:lnTo>
                  <a:cubicBezTo>
                    <a:pt x="4135" y="105"/>
                    <a:pt x="3886" y="0"/>
                    <a:pt x="3628"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8" name="Google Shape;9448;p63"/>
            <p:cNvSpPr/>
            <p:nvPr/>
          </p:nvSpPr>
          <p:spPr>
            <a:xfrm>
              <a:off x="7220546" y="3367728"/>
              <a:ext cx="95508" cy="38208"/>
            </a:xfrm>
            <a:custGeom>
              <a:avLst/>
              <a:gdLst/>
              <a:ahLst/>
              <a:cxnLst/>
              <a:rect l="l" t="t" r="r" b="b"/>
              <a:pathLst>
                <a:path w="3637" h="1455" extrusionOk="0">
                  <a:moveTo>
                    <a:pt x="0" y="0"/>
                  </a:moveTo>
                  <a:cubicBezTo>
                    <a:pt x="258" y="0"/>
                    <a:pt x="507" y="105"/>
                    <a:pt x="689" y="287"/>
                  </a:cubicBezTo>
                  <a:lnTo>
                    <a:pt x="1646" y="1244"/>
                  </a:lnTo>
                  <a:cubicBezTo>
                    <a:pt x="1780" y="1378"/>
                    <a:pt x="1962" y="1455"/>
                    <a:pt x="2153" y="1455"/>
                  </a:cubicBezTo>
                  <a:lnTo>
                    <a:pt x="3637" y="1455"/>
                  </a:lnTo>
                  <a:lnTo>
                    <a:pt x="2469" y="287"/>
                  </a:lnTo>
                  <a:cubicBezTo>
                    <a:pt x="2287" y="105"/>
                    <a:pt x="2039" y="0"/>
                    <a:pt x="1780"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49" name="Google Shape;9449;p63"/>
            <p:cNvSpPr/>
            <p:nvPr/>
          </p:nvSpPr>
          <p:spPr>
            <a:xfrm>
              <a:off x="7054924" y="3666777"/>
              <a:ext cx="394583" cy="31958"/>
            </a:xfrm>
            <a:custGeom>
              <a:avLst/>
              <a:gdLst/>
              <a:ahLst/>
              <a:cxnLst/>
              <a:rect l="l" t="t" r="r" b="b"/>
              <a:pathLst>
                <a:path w="15026" h="1217" extrusionOk="0">
                  <a:moveTo>
                    <a:pt x="0" y="1"/>
                  </a:moveTo>
                  <a:lnTo>
                    <a:pt x="0" y="489"/>
                  </a:lnTo>
                  <a:cubicBezTo>
                    <a:pt x="0" y="891"/>
                    <a:pt x="326" y="1216"/>
                    <a:pt x="728" y="1216"/>
                  </a:cubicBezTo>
                  <a:lnTo>
                    <a:pt x="14298" y="1216"/>
                  </a:lnTo>
                  <a:cubicBezTo>
                    <a:pt x="14700" y="1216"/>
                    <a:pt x="15026" y="891"/>
                    <a:pt x="15026" y="489"/>
                  </a:cubicBezTo>
                  <a:lnTo>
                    <a:pt x="15026" y="1"/>
                  </a:ln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0" name="Google Shape;9450;p63"/>
            <p:cNvSpPr/>
            <p:nvPr/>
          </p:nvSpPr>
          <p:spPr>
            <a:xfrm>
              <a:off x="7214007" y="3572293"/>
              <a:ext cx="76417" cy="49894"/>
            </a:xfrm>
            <a:custGeom>
              <a:avLst/>
              <a:gdLst/>
              <a:ahLst/>
              <a:cxnLst/>
              <a:rect l="l" t="t" r="r" b="b"/>
              <a:pathLst>
                <a:path w="2910" h="1900" extrusionOk="0">
                  <a:moveTo>
                    <a:pt x="708" y="0"/>
                  </a:moveTo>
                  <a:lnTo>
                    <a:pt x="268" y="220"/>
                  </a:lnTo>
                  <a:cubicBezTo>
                    <a:pt x="106" y="307"/>
                    <a:pt x="0" y="469"/>
                    <a:pt x="0" y="661"/>
                  </a:cubicBezTo>
                  <a:lnTo>
                    <a:pt x="0" y="1512"/>
                  </a:lnTo>
                  <a:cubicBezTo>
                    <a:pt x="450" y="1771"/>
                    <a:pt x="953" y="1900"/>
                    <a:pt x="1455" y="1900"/>
                  </a:cubicBezTo>
                  <a:cubicBezTo>
                    <a:pt x="1957" y="1900"/>
                    <a:pt x="2460" y="1771"/>
                    <a:pt x="2910" y="1512"/>
                  </a:cubicBezTo>
                  <a:lnTo>
                    <a:pt x="2910" y="661"/>
                  </a:lnTo>
                  <a:cubicBezTo>
                    <a:pt x="2910" y="469"/>
                    <a:pt x="2804" y="307"/>
                    <a:pt x="2642" y="220"/>
                  </a:cubicBezTo>
                  <a:lnTo>
                    <a:pt x="2201" y="0"/>
                  </a:lnTo>
                  <a:cubicBezTo>
                    <a:pt x="2010" y="240"/>
                    <a:pt x="1732" y="359"/>
                    <a:pt x="1455" y="359"/>
                  </a:cubicBezTo>
                  <a:cubicBezTo>
                    <a:pt x="1177" y="359"/>
                    <a:pt x="900" y="240"/>
                    <a:pt x="708"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1" name="Google Shape;9451;p63"/>
            <p:cNvSpPr/>
            <p:nvPr/>
          </p:nvSpPr>
          <p:spPr>
            <a:xfrm>
              <a:off x="7238140" y="3552178"/>
              <a:ext cx="27914" cy="19249"/>
            </a:xfrm>
            <a:custGeom>
              <a:avLst/>
              <a:gdLst/>
              <a:ahLst/>
              <a:cxnLst/>
              <a:rect l="l" t="t" r="r" b="b"/>
              <a:pathLst>
                <a:path w="1063" h="733" extrusionOk="0">
                  <a:moveTo>
                    <a:pt x="48" y="1"/>
                  </a:moveTo>
                  <a:lnTo>
                    <a:pt x="48" y="489"/>
                  </a:lnTo>
                  <a:cubicBezTo>
                    <a:pt x="48" y="537"/>
                    <a:pt x="29" y="584"/>
                    <a:pt x="0" y="632"/>
                  </a:cubicBezTo>
                  <a:cubicBezTo>
                    <a:pt x="172" y="699"/>
                    <a:pt x="354" y="733"/>
                    <a:pt x="535" y="733"/>
                  </a:cubicBezTo>
                  <a:cubicBezTo>
                    <a:pt x="715" y="733"/>
                    <a:pt x="895" y="699"/>
                    <a:pt x="1062" y="632"/>
                  </a:cubicBezTo>
                  <a:cubicBezTo>
                    <a:pt x="1034" y="584"/>
                    <a:pt x="1014" y="537"/>
                    <a:pt x="1014" y="489"/>
                  </a:cubicBezTo>
                  <a:lnTo>
                    <a:pt x="101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2" name="Google Shape;9452;p63"/>
            <p:cNvSpPr/>
            <p:nvPr/>
          </p:nvSpPr>
          <p:spPr>
            <a:xfrm>
              <a:off x="7226822" y="3501418"/>
              <a:ext cx="51049" cy="57326"/>
            </a:xfrm>
            <a:custGeom>
              <a:avLst/>
              <a:gdLst/>
              <a:ahLst/>
              <a:cxnLst/>
              <a:rect l="l" t="t" r="r" b="b"/>
              <a:pathLst>
                <a:path w="1944" h="2183" extrusionOk="0">
                  <a:moveTo>
                    <a:pt x="728" y="1"/>
                  </a:moveTo>
                  <a:cubicBezTo>
                    <a:pt x="326" y="1"/>
                    <a:pt x="0" y="326"/>
                    <a:pt x="0" y="728"/>
                  </a:cubicBezTo>
                  <a:lnTo>
                    <a:pt x="0" y="1206"/>
                  </a:lnTo>
                  <a:cubicBezTo>
                    <a:pt x="0" y="1742"/>
                    <a:pt x="431" y="2183"/>
                    <a:pt x="967" y="2183"/>
                  </a:cubicBezTo>
                  <a:cubicBezTo>
                    <a:pt x="1503" y="2183"/>
                    <a:pt x="1943" y="1742"/>
                    <a:pt x="1934" y="1206"/>
                  </a:cubicBezTo>
                  <a:lnTo>
                    <a:pt x="1934" y="728"/>
                  </a:lnTo>
                  <a:cubicBezTo>
                    <a:pt x="1934" y="326"/>
                    <a:pt x="1608" y="1"/>
                    <a:pt x="1216"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3" name="Google Shape;9453;p63"/>
            <p:cNvSpPr/>
            <p:nvPr/>
          </p:nvSpPr>
          <p:spPr>
            <a:xfrm>
              <a:off x="7226822" y="3501418"/>
              <a:ext cx="34952" cy="57194"/>
            </a:xfrm>
            <a:custGeom>
              <a:avLst/>
              <a:gdLst/>
              <a:ahLst/>
              <a:cxnLst/>
              <a:rect l="l" t="t" r="r" b="b"/>
              <a:pathLst>
                <a:path w="1331" h="2178" extrusionOk="0">
                  <a:moveTo>
                    <a:pt x="728" y="1"/>
                  </a:moveTo>
                  <a:cubicBezTo>
                    <a:pt x="326" y="1"/>
                    <a:pt x="0" y="326"/>
                    <a:pt x="0" y="728"/>
                  </a:cubicBezTo>
                  <a:lnTo>
                    <a:pt x="0" y="1206"/>
                  </a:lnTo>
                  <a:cubicBezTo>
                    <a:pt x="0" y="1764"/>
                    <a:pt x="458" y="2178"/>
                    <a:pt x="968" y="2178"/>
                  </a:cubicBezTo>
                  <a:cubicBezTo>
                    <a:pt x="1088" y="2178"/>
                    <a:pt x="1210" y="2155"/>
                    <a:pt x="1331" y="2106"/>
                  </a:cubicBezTo>
                  <a:cubicBezTo>
                    <a:pt x="967" y="1962"/>
                    <a:pt x="728" y="1608"/>
                    <a:pt x="728" y="1206"/>
                  </a:cubicBezTo>
                  <a:lnTo>
                    <a:pt x="728" y="728"/>
                  </a:lnTo>
                  <a:cubicBezTo>
                    <a:pt x="728" y="374"/>
                    <a:pt x="986" y="67"/>
                    <a:pt x="1331" y="10"/>
                  </a:cubicBezTo>
                  <a:cubicBezTo>
                    <a:pt x="1292" y="1"/>
                    <a:pt x="1254" y="1"/>
                    <a:pt x="1216"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4" name="Google Shape;9454;p63"/>
            <p:cNvSpPr/>
            <p:nvPr/>
          </p:nvSpPr>
          <p:spPr>
            <a:xfrm>
              <a:off x="7226822" y="3501418"/>
              <a:ext cx="51049" cy="25420"/>
            </a:xfrm>
            <a:custGeom>
              <a:avLst/>
              <a:gdLst/>
              <a:ahLst/>
              <a:cxnLst/>
              <a:rect l="l" t="t" r="r" b="b"/>
              <a:pathLst>
                <a:path w="1944" h="968" extrusionOk="0">
                  <a:moveTo>
                    <a:pt x="728" y="1"/>
                  </a:moveTo>
                  <a:cubicBezTo>
                    <a:pt x="326" y="1"/>
                    <a:pt x="0" y="326"/>
                    <a:pt x="0" y="728"/>
                  </a:cubicBezTo>
                  <a:cubicBezTo>
                    <a:pt x="0" y="728"/>
                    <a:pt x="728" y="967"/>
                    <a:pt x="1943" y="967"/>
                  </a:cubicBezTo>
                  <a:lnTo>
                    <a:pt x="1943" y="728"/>
                  </a:lnTo>
                  <a:cubicBezTo>
                    <a:pt x="1943" y="326"/>
                    <a:pt x="1608" y="1"/>
                    <a:pt x="1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5" name="Google Shape;9455;p63"/>
            <p:cNvSpPr/>
            <p:nvPr/>
          </p:nvSpPr>
          <p:spPr>
            <a:xfrm>
              <a:off x="7226822" y="3501155"/>
              <a:ext cx="34952" cy="23398"/>
            </a:xfrm>
            <a:custGeom>
              <a:avLst/>
              <a:gdLst/>
              <a:ahLst/>
              <a:cxnLst/>
              <a:rect l="l" t="t" r="r" b="b"/>
              <a:pathLst>
                <a:path w="1331" h="891" extrusionOk="0">
                  <a:moveTo>
                    <a:pt x="728" y="1"/>
                  </a:moveTo>
                  <a:cubicBezTo>
                    <a:pt x="326" y="1"/>
                    <a:pt x="0" y="336"/>
                    <a:pt x="0" y="738"/>
                  </a:cubicBezTo>
                  <a:cubicBezTo>
                    <a:pt x="240" y="805"/>
                    <a:pt x="479" y="853"/>
                    <a:pt x="728" y="891"/>
                  </a:cubicBezTo>
                  <a:lnTo>
                    <a:pt x="728" y="738"/>
                  </a:lnTo>
                  <a:cubicBezTo>
                    <a:pt x="728" y="384"/>
                    <a:pt x="986" y="77"/>
                    <a:pt x="1331" y="20"/>
                  </a:cubicBezTo>
                  <a:cubicBezTo>
                    <a:pt x="1292" y="11"/>
                    <a:pt x="1254" y="11"/>
                    <a:pt x="12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6" name="Google Shape;9456;p63"/>
            <p:cNvSpPr/>
            <p:nvPr/>
          </p:nvSpPr>
          <p:spPr>
            <a:xfrm>
              <a:off x="7214007" y="3583585"/>
              <a:ext cx="19117" cy="36239"/>
            </a:xfrm>
            <a:custGeom>
              <a:avLst/>
              <a:gdLst/>
              <a:ahLst/>
              <a:cxnLst/>
              <a:rect l="l" t="t" r="r" b="b"/>
              <a:pathLst>
                <a:path w="728" h="1380" extrusionOk="0">
                  <a:moveTo>
                    <a:pt x="58" y="1"/>
                  </a:moveTo>
                  <a:cubicBezTo>
                    <a:pt x="19" y="68"/>
                    <a:pt x="0" y="145"/>
                    <a:pt x="0" y="221"/>
                  </a:cubicBezTo>
                  <a:lnTo>
                    <a:pt x="0" y="1082"/>
                  </a:lnTo>
                  <a:cubicBezTo>
                    <a:pt x="230" y="1207"/>
                    <a:pt x="469" y="1312"/>
                    <a:pt x="728" y="1379"/>
                  </a:cubicBezTo>
                  <a:lnTo>
                    <a:pt x="728" y="747"/>
                  </a:lnTo>
                  <a:cubicBezTo>
                    <a:pt x="728" y="594"/>
                    <a:pt x="651" y="451"/>
                    <a:pt x="536" y="355"/>
                  </a:cubicBezTo>
                  <a:lnTo>
                    <a:pt x="5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7" name="Google Shape;9457;p63"/>
            <p:cNvSpPr/>
            <p:nvPr/>
          </p:nvSpPr>
          <p:spPr>
            <a:xfrm>
              <a:off x="7271306" y="3583585"/>
              <a:ext cx="19117" cy="36239"/>
            </a:xfrm>
            <a:custGeom>
              <a:avLst/>
              <a:gdLst/>
              <a:ahLst/>
              <a:cxnLst/>
              <a:rect l="l" t="t" r="r" b="b"/>
              <a:pathLst>
                <a:path w="728" h="1380" extrusionOk="0">
                  <a:moveTo>
                    <a:pt x="670" y="1"/>
                  </a:moveTo>
                  <a:lnTo>
                    <a:pt x="192" y="355"/>
                  </a:lnTo>
                  <a:cubicBezTo>
                    <a:pt x="77" y="451"/>
                    <a:pt x="0" y="594"/>
                    <a:pt x="0" y="747"/>
                  </a:cubicBezTo>
                  <a:lnTo>
                    <a:pt x="0" y="1379"/>
                  </a:lnTo>
                  <a:cubicBezTo>
                    <a:pt x="259" y="1312"/>
                    <a:pt x="498" y="1216"/>
                    <a:pt x="728" y="1082"/>
                  </a:cubicBezTo>
                  <a:lnTo>
                    <a:pt x="728" y="231"/>
                  </a:lnTo>
                  <a:cubicBezTo>
                    <a:pt x="728" y="145"/>
                    <a:pt x="709" y="68"/>
                    <a:pt x="670"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58" name="Google Shape;9458;p63"/>
          <p:cNvGrpSpPr/>
          <p:nvPr/>
        </p:nvGrpSpPr>
        <p:grpSpPr>
          <a:xfrm>
            <a:off x="7488354" y="3209025"/>
            <a:ext cx="394583" cy="343586"/>
            <a:chOff x="7492967" y="3361425"/>
            <a:chExt cx="394583" cy="343586"/>
          </a:xfrm>
        </p:grpSpPr>
        <p:sp>
          <p:nvSpPr>
            <p:cNvPr id="9459" name="Google Shape;9459;p63"/>
            <p:cNvSpPr/>
            <p:nvPr/>
          </p:nvSpPr>
          <p:spPr>
            <a:xfrm>
              <a:off x="7492967" y="3450394"/>
              <a:ext cx="394583" cy="254617"/>
            </a:xfrm>
            <a:custGeom>
              <a:avLst/>
              <a:gdLst/>
              <a:ahLst/>
              <a:cxnLst/>
              <a:rect l="l" t="t" r="r" b="b"/>
              <a:pathLst>
                <a:path w="15026" h="9696" extrusionOk="0">
                  <a:moveTo>
                    <a:pt x="488" y="1"/>
                  </a:moveTo>
                  <a:cubicBezTo>
                    <a:pt x="220" y="1"/>
                    <a:pt x="0" y="221"/>
                    <a:pt x="0" y="489"/>
                  </a:cubicBezTo>
                  <a:lnTo>
                    <a:pt x="0" y="9207"/>
                  </a:lnTo>
                  <a:cubicBezTo>
                    <a:pt x="0" y="9475"/>
                    <a:pt x="220" y="9695"/>
                    <a:pt x="488" y="9695"/>
                  </a:cubicBezTo>
                  <a:lnTo>
                    <a:pt x="14538" y="9695"/>
                  </a:lnTo>
                  <a:cubicBezTo>
                    <a:pt x="14806" y="9695"/>
                    <a:pt x="15026" y="9475"/>
                    <a:pt x="15026" y="9207"/>
                  </a:cubicBezTo>
                  <a:lnTo>
                    <a:pt x="15026" y="489"/>
                  </a:lnTo>
                  <a:cubicBezTo>
                    <a:pt x="15026" y="221"/>
                    <a:pt x="14806" y="1"/>
                    <a:pt x="1453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0" name="Google Shape;9460;p63"/>
            <p:cNvSpPr/>
            <p:nvPr/>
          </p:nvSpPr>
          <p:spPr>
            <a:xfrm>
              <a:off x="7492967" y="3450657"/>
              <a:ext cx="394583" cy="19117"/>
            </a:xfrm>
            <a:custGeom>
              <a:avLst/>
              <a:gdLst/>
              <a:ahLst/>
              <a:cxnLst/>
              <a:rect l="l" t="t" r="r" b="b"/>
              <a:pathLst>
                <a:path w="15026" h="728" extrusionOk="0">
                  <a:moveTo>
                    <a:pt x="488" y="0"/>
                  </a:moveTo>
                  <a:cubicBezTo>
                    <a:pt x="220" y="0"/>
                    <a:pt x="0" y="220"/>
                    <a:pt x="0" y="488"/>
                  </a:cubicBezTo>
                  <a:lnTo>
                    <a:pt x="0" y="728"/>
                  </a:lnTo>
                  <a:lnTo>
                    <a:pt x="15026" y="728"/>
                  </a:lnTo>
                  <a:lnTo>
                    <a:pt x="15026" y="488"/>
                  </a:lnTo>
                  <a:cubicBezTo>
                    <a:pt x="15026" y="220"/>
                    <a:pt x="14806" y="0"/>
                    <a:pt x="14538"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1" name="Google Shape;9461;p63"/>
            <p:cNvSpPr/>
            <p:nvPr/>
          </p:nvSpPr>
          <p:spPr>
            <a:xfrm>
              <a:off x="7531149" y="3501418"/>
              <a:ext cx="127203" cy="165385"/>
            </a:xfrm>
            <a:custGeom>
              <a:avLst/>
              <a:gdLst/>
              <a:ahLst/>
              <a:cxnLst/>
              <a:rect l="l" t="t" r="r" b="b"/>
              <a:pathLst>
                <a:path w="4844" h="6298" extrusionOk="0">
                  <a:moveTo>
                    <a:pt x="240" y="1"/>
                  </a:moveTo>
                  <a:cubicBezTo>
                    <a:pt x="106" y="1"/>
                    <a:pt x="1" y="106"/>
                    <a:pt x="1" y="240"/>
                  </a:cubicBezTo>
                  <a:lnTo>
                    <a:pt x="1" y="6058"/>
                  </a:lnTo>
                  <a:cubicBezTo>
                    <a:pt x="1" y="6192"/>
                    <a:pt x="106" y="6298"/>
                    <a:pt x="240" y="6298"/>
                  </a:cubicBezTo>
                  <a:lnTo>
                    <a:pt x="4604" y="6298"/>
                  </a:lnTo>
                  <a:cubicBezTo>
                    <a:pt x="4738" y="6298"/>
                    <a:pt x="4844" y="6192"/>
                    <a:pt x="4844" y="6058"/>
                  </a:cubicBezTo>
                  <a:lnTo>
                    <a:pt x="4844" y="240"/>
                  </a:lnTo>
                  <a:cubicBezTo>
                    <a:pt x="4844" y="106"/>
                    <a:pt x="4738" y="1"/>
                    <a:pt x="4604"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2" name="Google Shape;9462;p63"/>
            <p:cNvSpPr/>
            <p:nvPr/>
          </p:nvSpPr>
          <p:spPr>
            <a:xfrm>
              <a:off x="7690232" y="3501418"/>
              <a:ext cx="159109" cy="31696"/>
            </a:xfrm>
            <a:custGeom>
              <a:avLst/>
              <a:gdLst/>
              <a:ahLst/>
              <a:cxnLst/>
              <a:rect l="l" t="t" r="r" b="b"/>
              <a:pathLst>
                <a:path w="6059" h="1207" extrusionOk="0">
                  <a:moveTo>
                    <a:pt x="240" y="1"/>
                  </a:moveTo>
                  <a:cubicBezTo>
                    <a:pt x="106" y="1"/>
                    <a:pt x="1" y="115"/>
                    <a:pt x="1" y="240"/>
                  </a:cubicBezTo>
                  <a:lnTo>
                    <a:pt x="1" y="967"/>
                  </a:lnTo>
                  <a:cubicBezTo>
                    <a:pt x="1" y="1101"/>
                    <a:pt x="106" y="1206"/>
                    <a:pt x="240" y="1206"/>
                  </a:cubicBezTo>
                  <a:lnTo>
                    <a:pt x="5820" y="1206"/>
                  </a:lnTo>
                  <a:cubicBezTo>
                    <a:pt x="5944" y="1206"/>
                    <a:pt x="6059" y="1101"/>
                    <a:pt x="6059" y="967"/>
                  </a:cubicBezTo>
                  <a:lnTo>
                    <a:pt x="6059" y="240"/>
                  </a:lnTo>
                  <a:cubicBezTo>
                    <a:pt x="6059" y="115"/>
                    <a:pt x="5944" y="1"/>
                    <a:pt x="5820"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3" name="Google Shape;9463;p63"/>
            <p:cNvSpPr/>
            <p:nvPr/>
          </p:nvSpPr>
          <p:spPr>
            <a:xfrm>
              <a:off x="7690495" y="3552441"/>
              <a:ext cx="120665" cy="25393"/>
            </a:xfrm>
            <a:custGeom>
              <a:avLst/>
              <a:gdLst/>
              <a:ahLst/>
              <a:cxnLst/>
              <a:rect l="l" t="t" r="r" b="b"/>
              <a:pathLst>
                <a:path w="4595" h="967" extrusionOk="0">
                  <a:moveTo>
                    <a:pt x="240" y="0"/>
                  </a:moveTo>
                  <a:cubicBezTo>
                    <a:pt x="106" y="0"/>
                    <a:pt x="1" y="106"/>
                    <a:pt x="1" y="240"/>
                  </a:cubicBezTo>
                  <a:lnTo>
                    <a:pt x="1" y="728"/>
                  </a:lnTo>
                  <a:cubicBezTo>
                    <a:pt x="1" y="852"/>
                    <a:pt x="106" y="967"/>
                    <a:pt x="240" y="967"/>
                  </a:cubicBezTo>
                  <a:lnTo>
                    <a:pt x="4355" y="967"/>
                  </a:lnTo>
                  <a:cubicBezTo>
                    <a:pt x="4489" y="967"/>
                    <a:pt x="4594" y="852"/>
                    <a:pt x="4594" y="728"/>
                  </a:cubicBezTo>
                  <a:lnTo>
                    <a:pt x="4594" y="240"/>
                  </a:lnTo>
                  <a:cubicBezTo>
                    <a:pt x="4594" y="106"/>
                    <a:pt x="4489" y="0"/>
                    <a:pt x="4355"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4" name="Google Shape;9464;p63"/>
            <p:cNvSpPr/>
            <p:nvPr/>
          </p:nvSpPr>
          <p:spPr>
            <a:xfrm>
              <a:off x="7687974" y="3596925"/>
              <a:ext cx="80697" cy="12579"/>
            </a:xfrm>
            <a:custGeom>
              <a:avLst/>
              <a:gdLst/>
              <a:ahLst/>
              <a:cxnLst/>
              <a:rect l="l" t="t" r="r" b="b"/>
              <a:pathLst>
                <a:path w="3073" h="479" extrusionOk="0">
                  <a:moveTo>
                    <a:pt x="326" y="0"/>
                  </a:moveTo>
                  <a:cubicBezTo>
                    <a:pt x="1" y="0"/>
                    <a:pt x="1" y="479"/>
                    <a:pt x="326" y="479"/>
                  </a:cubicBezTo>
                  <a:lnTo>
                    <a:pt x="2748" y="479"/>
                  </a:lnTo>
                  <a:cubicBezTo>
                    <a:pt x="3073" y="479"/>
                    <a:pt x="3073" y="0"/>
                    <a:pt x="2748"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5" name="Google Shape;9465;p63"/>
            <p:cNvSpPr/>
            <p:nvPr/>
          </p:nvSpPr>
          <p:spPr>
            <a:xfrm>
              <a:off x="7777205" y="3596925"/>
              <a:ext cx="42489" cy="12579"/>
            </a:xfrm>
            <a:custGeom>
              <a:avLst/>
              <a:gdLst/>
              <a:ahLst/>
              <a:cxnLst/>
              <a:rect l="l" t="t" r="r" b="b"/>
              <a:pathLst>
                <a:path w="1618" h="479" extrusionOk="0">
                  <a:moveTo>
                    <a:pt x="326" y="0"/>
                  </a:moveTo>
                  <a:cubicBezTo>
                    <a:pt x="0" y="0"/>
                    <a:pt x="0" y="479"/>
                    <a:pt x="326" y="479"/>
                  </a:cubicBezTo>
                  <a:lnTo>
                    <a:pt x="1292" y="479"/>
                  </a:lnTo>
                  <a:cubicBezTo>
                    <a:pt x="1618" y="479"/>
                    <a:pt x="1618" y="0"/>
                    <a:pt x="129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6" name="Google Shape;9466;p63"/>
            <p:cNvSpPr/>
            <p:nvPr/>
          </p:nvSpPr>
          <p:spPr>
            <a:xfrm>
              <a:off x="7688236" y="3635107"/>
              <a:ext cx="29674" cy="12605"/>
            </a:xfrm>
            <a:custGeom>
              <a:avLst/>
              <a:gdLst/>
              <a:ahLst/>
              <a:cxnLst/>
              <a:rect l="l" t="t" r="r" b="b"/>
              <a:pathLst>
                <a:path w="1130" h="480" extrusionOk="0">
                  <a:moveTo>
                    <a:pt x="316" y="1"/>
                  </a:moveTo>
                  <a:cubicBezTo>
                    <a:pt x="0" y="1"/>
                    <a:pt x="0" y="479"/>
                    <a:pt x="316" y="479"/>
                  </a:cubicBezTo>
                  <a:lnTo>
                    <a:pt x="804" y="479"/>
                  </a:lnTo>
                  <a:cubicBezTo>
                    <a:pt x="1130" y="479"/>
                    <a:pt x="1130" y="1"/>
                    <a:pt x="804"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7" name="Google Shape;9467;p63"/>
            <p:cNvSpPr/>
            <p:nvPr/>
          </p:nvSpPr>
          <p:spPr>
            <a:xfrm>
              <a:off x="7726182" y="3635107"/>
              <a:ext cx="67882" cy="12605"/>
            </a:xfrm>
            <a:custGeom>
              <a:avLst/>
              <a:gdLst/>
              <a:ahLst/>
              <a:cxnLst/>
              <a:rect l="l" t="t" r="r" b="b"/>
              <a:pathLst>
                <a:path w="2585" h="480" extrusionOk="0">
                  <a:moveTo>
                    <a:pt x="326" y="1"/>
                  </a:moveTo>
                  <a:cubicBezTo>
                    <a:pt x="1" y="1"/>
                    <a:pt x="1" y="479"/>
                    <a:pt x="326" y="479"/>
                  </a:cubicBezTo>
                  <a:lnTo>
                    <a:pt x="2269" y="479"/>
                  </a:lnTo>
                  <a:cubicBezTo>
                    <a:pt x="2585" y="479"/>
                    <a:pt x="2585" y="1"/>
                    <a:pt x="226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8" name="Google Shape;9468;p63"/>
            <p:cNvSpPr/>
            <p:nvPr/>
          </p:nvSpPr>
          <p:spPr>
            <a:xfrm>
              <a:off x="7688236" y="3660501"/>
              <a:ext cx="29674" cy="12579"/>
            </a:xfrm>
            <a:custGeom>
              <a:avLst/>
              <a:gdLst/>
              <a:ahLst/>
              <a:cxnLst/>
              <a:rect l="l" t="t" r="r" b="b"/>
              <a:pathLst>
                <a:path w="1130" h="479" extrusionOk="0">
                  <a:moveTo>
                    <a:pt x="316" y="0"/>
                  </a:moveTo>
                  <a:cubicBezTo>
                    <a:pt x="0" y="0"/>
                    <a:pt x="0" y="479"/>
                    <a:pt x="316" y="479"/>
                  </a:cubicBezTo>
                  <a:lnTo>
                    <a:pt x="804" y="479"/>
                  </a:lnTo>
                  <a:cubicBezTo>
                    <a:pt x="1130" y="479"/>
                    <a:pt x="1130" y="0"/>
                    <a:pt x="80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9" name="Google Shape;9469;p63"/>
            <p:cNvSpPr/>
            <p:nvPr/>
          </p:nvSpPr>
          <p:spPr>
            <a:xfrm>
              <a:off x="7726182" y="3660501"/>
              <a:ext cx="67882" cy="12579"/>
            </a:xfrm>
            <a:custGeom>
              <a:avLst/>
              <a:gdLst/>
              <a:ahLst/>
              <a:cxnLst/>
              <a:rect l="l" t="t" r="r" b="b"/>
              <a:pathLst>
                <a:path w="2585" h="479" extrusionOk="0">
                  <a:moveTo>
                    <a:pt x="326" y="0"/>
                  </a:moveTo>
                  <a:cubicBezTo>
                    <a:pt x="1" y="0"/>
                    <a:pt x="1" y="479"/>
                    <a:pt x="326" y="479"/>
                  </a:cubicBezTo>
                  <a:lnTo>
                    <a:pt x="2269" y="479"/>
                  </a:lnTo>
                  <a:cubicBezTo>
                    <a:pt x="2585" y="479"/>
                    <a:pt x="2585" y="0"/>
                    <a:pt x="226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0" name="Google Shape;9470;p63"/>
            <p:cNvSpPr/>
            <p:nvPr/>
          </p:nvSpPr>
          <p:spPr>
            <a:xfrm>
              <a:off x="7658825" y="3361425"/>
              <a:ext cx="62866" cy="114625"/>
            </a:xfrm>
            <a:custGeom>
              <a:avLst/>
              <a:gdLst/>
              <a:ahLst/>
              <a:cxnLst/>
              <a:rect l="l" t="t" r="r" b="b"/>
              <a:pathLst>
                <a:path w="2394" h="4365" extrusionOk="0">
                  <a:moveTo>
                    <a:pt x="259" y="1"/>
                  </a:moveTo>
                  <a:cubicBezTo>
                    <a:pt x="106" y="1"/>
                    <a:pt x="1" y="125"/>
                    <a:pt x="20" y="269"/>
                  </a:cubicBezTo>
                  <a:lnTo>
                    <a:pt x="441" y="4145"/>
                  </a:lnTo>
                  <a:cubicBezTo>
                    <a:pt x="460" y="4269"/>
                    <a:pt x="565" y="4365"/>
                    <a:pt x="680" y="4365"/>
                  </a:cubicBezTo>
                  <a:lnTo>
                    <a:pt x="1704" y="4365"/>
                  </a:lnTo>
                  <a:cubicBezTo>
                    <a:pt x="1829" y="4365"/>
                    <a:pt x="1934" y="4269"/>
                    <a:pt x="1943" y="4145"/>
                  </a:cubicBezTo>
                  <a:lnTo>
                    <a:pt x="2374" y="269"/>
                  </a:lnTo>
                  <a:cubicBezTo>
                    <a:pt x="2393" y="125"/>
                    <a:pt x="2278" y="1"/>
                    <a:pt x="2135"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1" name="Google Shape;9471;p63"/>
            <p:cNvSpPr/>
            <p:nvPr/>
          </p:nvSpPr>
          <p:spPr>
            <a:xfrm>
              <a:off x="7556542" y="3584110"/>
              <a:ext cx="76417" cy="82693"/>
            </a:xfrm>
            <a:custGeom>
              <a:avLst/>
              <a:gdLst/>
              <a:ahLst/>
              <a:cxnLst/>
              <a:rect l="l" t="t" r="r" b="b"/>
              <a:pathLst>
                <a:path w="2910" h="3149" extrusionOk="0">
                  <a:moveTo>
                    <a:pt x="967" y="0"/>
                  </a:moveTo>
                  <a:lnTo>
                    <a:pt x="967" y="488"/>
                  </a:lnTo>
                  <a:cubicBezTo>
                    <a:pt x="967" y="574"/>
                    <a:pt x="919" y="660"/>
                    <a:pt x="833" y="699"/>
                  </a:cubicBezTo>
                  <a:lnTo>
                    <a:pt x="269" y="986"/>
                  </a:lnTo>
                  <a:cubicBezTo>
                    <a:pt x="106" y="1062"/>
                    <a:pt x="1" y="1235"/>
                    <a:pt x="1" y="1417"/>
                  </a:cubicBezTo>
                  <a:lnTo>
                    <a:pt x="1" y="3149"/>
                  </a:lnTo>
                  <a:lnTo>
                    <a:pt x="2910" y="3149"/>
                  </a:lnTo>
                  <a:lnTo>
                    <a:pt x="2910" y="1417"/>
                  </a:lnTo>
                  <a:cubicBezTo>
                    <a:pt x="2910" y="1235"/>
                    <a:pt x="2805" y="1062"/>
                    <a:pt x="2642" y="986"/>
                  </a:cubicBezTo>
                  <a:lnTo>
                    <a:pt x="2068" y="699"/>
                  </a:lnTo>
                  <a:cubicBezTo>
                    <a:pt x="1991" y="660"/>
                    <a:pt x="1934" y="574"/>
                    <a:pt x="1934" y="488"/>
                  </a:cubicBezTo>
                  <a:lnTo>
                    <a:pt x="1934"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2" name="Google Shape;9472;p63"/>
            <p:cNvSpPr/>
            <p:nvPr/>
          </p:nvSpPr>
          <p:spPr>
            <a:xfrm>
              <a:off x="7580912" y="3584110"/>
              <a:ext cx="27941" cy="18986"/>
            </a:xfrm>
            <a:custGeom>
              <a:avLst/>
              <a:gdLst/>
              <a:ahLst/>
              <a:cxnLst/>
              <a:rect l="l" t="t" r="r" b="b"/>
              <a:pathLst>
                <a:path w="1064" h="723" extrusionOk="0">
                  <a:moveTo>
                    <a:pt x="49" y="0"/>
                  </a:moveTo>
                  <a:lnTo>
                    <a:pt x="49" y="479"/>
                  </a:lnTo>
                  <a:cubicBezTo>
                    <a:pt x="39" y="536"/>
                    <a:pt x="30" y="584"/>
                    <a:pt x="1" y="622"/>
                  </a:cubicBezTo>
                  <a:cubicBezTo>
                    <a:pt x="168" y="689"/>
                    <a:pt x="348" y="723"/>
                    <a:pt x="528" y="723"/>
                  </a:cubicBezTo>
                  <a:cubicBezTo>
                    <a:pt x="709" y="723"/>
                    <a:pt x="891" y="689"/>
                    <a:pt x="1063" y="622"/>
                  </a:cubicBezTo>
                  <a:cubicBezTo>
                    <a:pt x="1035" y="584"/>
                    <a:pt x="1015" y="536"/>
                    <a:pt x="1015" y="479"/>
                  </a:cubicBezTo>
                  <a:lnTo>
                    <a:pt x="1015"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3" name="Google Shape;9473;p63"/>
            <p:cNvSpPr/>
            <p:nvPr/>
          </p:nvSpPr>
          <p:spPr>
            <a:xfrm>
              <a:off x="7556542" y="3604199"/>
              <a:ext cx="76417" cy="62604"/>
            </a:xfrm>
            <a:custGeom>
              <a:avLst/>
              <a:gdLst/>
              <a:ahLst/>
              <a:cxnLst/>
              <a:rect l="l" t="t" r="r" b="b"/>
              <a:pathLst>
                <a:path w="2910" h="2384" extrusionOk="0">
                  <a:moveTo>
                    <a:pt x="709" y="1"/>
                  </a:moveTo>
                  <a:lnTo>
                    <a:pt x="269" y="221"/>
                  </a:lnTo>
                  <a:cubicBezTo>
                    <a:pt x="106" y="297"/>
                    <a:pt x="1" y="470"/>
                    <a:pt x="1" y="652"/>
                  </a:cubicBezTo>
                  <a:lnTo>
                    <a:pt x="1" y="2384"/>
                  </a:lnTo>
                  <a:lnTo>
                    <a:pt x="2910" y="2384"/>
                  </a:lnTo>
                  <a:lnTo>
                    <a:pt x="2910" y="652"/>
                  </a:lnTo>
                  <a:cubicBezTo>
                    <a:pt x="2910" y="470"/>
                    <a:pt x="2805" y="297"/>
                    <a:pt x="2642" y="221"/>
                  </a:cubicBezTo>
                  <a:lnTo>
                    <a:pt x="2192" y="1"/>
                  </a:lnTo>
                  <a:cubicBezTo>
                    <a:pt x="2001" y="235"/>
                    <a:pt x="1726" y="352"/>
                    <a:pt x="1450" y="352"/>
                  </a:cubicBezTo>
                  <a:cubicBezTo>
                    <a:pt x="1175" y="352"/>
                    <a:pt x="900" y="235"/>
                    <a:pt x="709"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4" name="Google Shape;9474;p63"/>
            <p:cNvSpPr/>
            <p:nvPr/>
          </p:nvSpPr>
          <p:spPr>
            <a:xfrm>
              <a:off x="7556542" y="3615517"/>
              <a:ext cx="19117" cy="51286"/>
            </a:xfrm>
            <a:custGeom>
              <a:avLst/>
              <a:gdLst/>
              <a:ahLst/>
              <a:cxnLst/>
              <a:rect l="l" t="t" r="r" b="b"/>
              <a:pathLst>
                <a:path w="728" h="1953" extrusionOk="0">
                  <a:moveTo>
                    <a:pt x="58" y="0"/>
                  </a:moveTo>
                  <a:cubicBezTo>
                    <a:pt x="20" y="67"/>
                    <a:pt x="1" y="144"/>
                    <a:pt x="1" y="221"/>
                  </a:cubicBezTo>
                  <a:lnTo>
                    <a:pt x="1" y="1953"/>
                  </a:lnTo>
                  <a:lnTo>
                    <a:pt x="728" y="1953"/>
                  </a:lnTo>
                  <a:lnTo>
                    <a:pt x="728" y="747"/>
                  </a:lnTo>
                  <a:cubicBezTo>
                    <a:pt x="728" y="594"/>
                    <a:pt x="661" y="450"/>
                    <a:pt x="537" y="354"/>
                  </a:cubicBezTo>
                  <a:lnTo>
                    <a:pt x="58"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5" name="Google Shape;9475;p63"/>
            <p:cNvSpPr/>
            <p:nvPr/>
          </p:nvSpPr>
          <p:spPr>
            <a:xfrm>
              <a:off x="7613842" y="3615517"/>
              <a:ext cx="19117" cy="51286"/>
            </a:xfrm>
            <a:custGeom>
              <a:avLst/>
              <a:gdLst/>
              <a:ahLst/>
              <a:cxnLst/>
              <a:rect l="l" t="t" r="r" b="b"/>
              <a:pathLst>
                <a:path w="728" h="1953" extrusionOk="0">
                  <a:moveTo>
                    <a:pt x="671" y="0"/>
                  </a:moveTo>
                  <a:lnTo>
                    <a:pt x="192" y="354"/>
                  </a:lnTo>
                  <a:cubicBezTo>
                    <a:pt x="77" y="450"/>
                    <a:pt x="1" y="594"/>
                    <a:pt x="1" y="747"/>
                  </a:cubicBezTo>
                  <a:lnTo>
                    <a:pt x="1" y="1953"/>
                  </a:lnTo>
                  <a:lnTo>
                    <a:pt x="728" y="1953"/>
                  </a:lnTo>
                  <a:lnTo>
                    <a:pt x="728" y="221"/>
                  </a:lnTo>
                  <a:cubicBezTo>
                    <a:pt x="728" y="144"/>
                    <a:pt x="709" y="67"/>
                    <a:pt x="671"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6" name="Google Shape;9476;p63"/>
            <p:cNvSpPr/>
            <p:nvPr/>
          </p:nvSpPr>
          <p:spPr>
            <a:xfrm>
              <a:off x="7569357" y="3533087"/>
              <a:ext cx="51049" cy="57326"/>
            </a:xfrm>
            <a:custGeom>
              <a:avLst/>
              <a:gdLst/>
              <a:ahLst/>
              <a:cxnLst/>
              <a:rect l="l" t="t" r="r" b="b"/>
              <a:pathLst>
                <a:path w="1944" h="2183" extrusionOk="0">
                  <a:moveTo>
                    <a:pt x="728" y="0"/>
                  </a:moveTo>
                  <a:cubicBezTo>
                    <a:pt x="326" y="0"/>
                    <a:pt x="1" y="326"/>
                    <a:pt x="1" y="728"/>
                  </a:cubicBezTo>
                  <a:lnTo>
                    <a:pt x="1" y="1216"/>
                  </a:lnTo>
                  <a:cubicBezTo>
                    <a:pt x="1" y="1752"/>
                    <a:pt x="431" y="2182"/>
                    <a:pt x="967" y="2182"/>
                  </a:cubicBezTo>
                  <a:cubicBezTo>
                    <a:pt x="1503" y="2182"/>
                    <a:pt x="1943" y="1752"/>
                    <a:pt x="1943" y="1216"/>
                  </a:cubicBezTo>
                  <a:lnTo>
                    <a:pt x="1943" y="728"/>
                  </a:lnTo>
                  <a:cubicBezTo>
                    <a:pt x="1943" y="326"/>
                    <a:pt x="1608" y="0"/>
                    <a:pt x="121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7" name="Google Shape;9477;p63"/>
            <p:cNvSpPr/>
            <p:nvPr/>
          </p:nvSpPr>
          <p:spPr>
            <a:xfrm>
              <a:off x="7569357" y="3533087"/>
              <a:ext cx="34952" cy="57457"/>
            </a:xfrm>
            <a:custGeom>
              <a:avLst/>
              <a:gdLst/>
              <a:ahLst/>
              <a:cxnLst/>
              <a:rect l="l" t="t" r="r" b="b"/>
              <a:pathLst>
                <a:path w="1331" h="2188" extrusionOk="0">
                  <a:moveTo>
                    <a:pt x="728" y="0"/>
                  </a:moveTo>
                  <a:cubicBezTo>
                    <a:pt x="326" y="0"/>
                    <a:pt x="1" y="326"/>
                    <a:pt x="1" y="728"/>
                  </a:cubicBezTo>
                  <a:lnTo>
                    <a:pt x="1" y="1216"/>
                  </a:lnTo>
                  <a:cubicBezTo>
                    <a:pt x="1" y="1774"/>
                    <a:pt x="459" y="2187"/>
                    <a:pt x="968" y="2187"/>
                  </a:cubicBezTo>
                  <a:cubicBezTo>
                    <a:pt x="1088" y="2187"/>
                    <a:pt x="1211" y="2165"/>
                    <a:pt x="1331" y="2115"/>
                  </a:cubicBezTo>
                  <a:cubicBezTo>
                    <a:pt x="967" y="1962"/>
                    <a:pt x="728" y="1608"/>
                    <a:pt x="728" y="1216"/>
                  </a:cubicBezTo>
                  <a:lnTo>
                    <a:pt x="728" y="728"/>
                  </a:lnTo>
                  <a:cubicBezTo>
                    <a:pt x="728" y="374"/>
                    <a:pt x="977" y="77"/>
                    <a:pt x="1331" y="10"/>
                  </a:cubicBezTo>
                  <a:cubicBezTo>
                    <a:pt x="1293" y="10"/>
                    <a:pt x="1254" y="0"/>
                    <a:pt x="1216"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8" name="Google Shape;9478;p63"/>
            <p:cNvSpPr/>
            <p:nvPr/>
          </p:nvSpPr>
          <p:spPr>
            <a:xfrm>
              <a:off x="7569121" y="3533087"/>
              <a:ext cx="51023" cy="25393"/>
            </a:xfrm>
            <a:custGeom>
              <a:avLst/>
              <a:gdLst/>
              <a:ahLst/>
              <a:cxnLst/>
              <a:rect l="l" t="t" r="r" b="b"/>
              <a:pathLst>
                <a:path w="1943" h="967" extrusionOk="0">
                  <a:moveTo>
                    <a:pt x="727" y="0"/>
                  </a:moveTo>
                  <a:cubicBezTo>
                    <a:pt x="326" y="0"/>
                    <a:pt x="0" y="326"/>
                    <a:pt x="0" y="728"/>
                  </a:cubicBezTo>
                  <a:lnTo>
                    <a:pt x="10" y="728"/>
                  </a:lnTo>
                  <a:cubicBezTo>
                    <a:pt x="10" y="728"/>
                    <a:pt x="737" y="967"/>
                    <a:pt x="1943" y="967"/>
                  </a:cubicBezTo>
                  <a:lnTo>
                    <a:pt x="1943" y="728"/>
                  </a:lnTo>
                  <a:cubicBezTo>
                    <a:pt x="1943" y="326"/>
                    <a:pt x="1617" y="0"/>
                    <a:pt x="1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9" name="Google Shape;9479;p63"/>
            <p:cNvSpPr/>
            <p:nvPr/>
          </p:nvSpPr>
          <p:spPr>
            <a:xfrm>
              <a:off x="7569357" y="3533087"/>
              <a:ext cx="34952" cy="23135"/>
            </a:xfrm>
            <a:custGeom>
              <a:avLst/>
              <a:gdLst/>
              <a:ahLst/>
              <a:cxnLst/>
              <a:rect l="l" t="t" r="r" b="b"/>
              <a:pathLst>
                <a:path w="1331" h="881" extrusionOk="0">
                  <a:moveTo>
                    <a:pt x="728" y="0"/>
                  </a:moveTo>
                  <a:cubicBezTo>
                    <a:pt x="326" y="0"/>
                    <a:pt x="1" y="326"/>
                    <a:pt x="1" y="728"/>
                  </a:cubicBezTo>
                  <a:cubicBezTo>
                    <a:pt x="240" y="795"/>
                    <a:pt x="479" y="852"/>
                    <a:pt x="728" y="881"/>
                  </a:cubicBezTo>
                  <a:lnTo>
                    <a:pt x="728" y="728"/>
                  </a:lnTo>
                  <a:cubicBezTo>
                    <a:pt x="728" y="374"/>
                    <a:pt x="977" y="77"/>
                    <a:pt x="1331" y="10"/>
                  </a:cubicBezTo>
                  <a:cubicBezTo>
                    <a:pt x="1293" y="10"/>
                    <a:pt x="1254" y="0"/>
                    <a:pt x="1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0" name="Google Shape;9480;p63"/>
            <p:cNvSpPr/>
            <p:nvPr/>
          </p:nvSpPr>
          <p:spPr>
            <a:xfrm>
              <a:off x="7677680" y="3444118"/>
              <a:ext cx="25157" cy="12579"/>
            </a:xfrm>
            <a:custGeom>
              <a:avLst/>
              <a:gdLst/>
              <a:ahLst/>
              <a:cxnLst/>
              <a:rect l="l" t="t" r="r" b="b"/>
              <a:pathLst>
                <a:path w="958" h="479" extrusionOk="0">
                  <a:moveTo>
                    <a:pt x="240" y="0"/>
                  </a:moveTo>
                  <a:cubicBezTo>
                    <a:pt x="106" y="0"/>
                    <a:pt x="0" y="115"/>
                    <a:pt x="0" y="240"/>
                  </a:cubicBezTo>
                  <a:cubicBezTo>
                    <a:pt x="0" y="374"/>
                    <a:pt x="106" y="479"/>
                    <a:pt x="240" y="479"/>
                  </a:cubicBezTo>
                  <a:lnTo>
                    <a:pt x="718" y="479"/>
                  </a:lnTo>
                  <a:cubicBezTo>
                    <a:pt x="852" y="479"/>
                    <a:pt x="958" y="374"/>
                    <a:pt x="958" y="240"/>
                  </a:cubicBezTo>
                  <a:cubicBezTo>
                    <a:pt x="958" y="115"/>
                    <a:pt x="852" y="0"/>
                    <a:pt x="718"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1" name="Google Shape;9481;p63"/>
            <p:cNvSpPr/>
            <p:nvPr/>
          </p:nvSpPr>
          <p:spPr>
            <a:xfrm>
              <a:off x="7659324" y="3361425"/>
              <a:ext cx="61869" cy="12605"/>
            </a:xfrm>
            <a:custGeom>
              <a:avLst/>
              <a:gdLst/>
              <a:ahLst/>
              <a:cxnLst/>
              <a:rect l="l" t="t" r="r" b="b"/>
              <a:pathLst>
                <a:path w="2356" h="480" extrusionOk="0">
                  <a:moveTo>
                    <a:pt x="240" y="1"/>
                  </a:moveTo>
                  <a:cubicBezTo>
                    <a:pt x="106" y="1"/>
                    <a:pt x="1" y="116"/>
                    <a:pt x="1" y="240"/>
                  </a:cubicBezTo>
                  <a:cubicBezTo>
                    <a:pt x="1" y="374"/>
                    <a:pt x="106" y="479"/>
                    <a:pt x="240" y="479"/>
                  </a:cubicBezTo>
                  <a:lnTo>
                    <a:pt x="2116" y="479"/>
                  </a:lnTo>
                  <a:cubicBezTo>
                    <a:pt x="2250" y="479"/>
                    <a:pt x="2355" y="374"/>
                    <a:pt x="2355" y="240"/>
                  </a:cubicBezTo>
                  <a:cubicBezTo>
                    <a:pt x="2355" y="116"/>
                    <a:pt x="2250" y="1"/>
                    <a:pt x="211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82" name="Google Shape;9482;p63"/>
          <p:cNvGrpSpPr/>
          <p:nvPr/>
        </p:nvGrpSpPr>
        <p:grpSpPr>
          <a:xfrm>
            <a:off x="7930914" y="3200754"/>
            <a:ext cx="385287" cy="360156"/>
            <a:chOff x="7935527" y="3353154"/>
            <a:chExt cx="385287" cy="360156"/>
          </a:xfrm>
        </p:grpSpPr>
        <p:sp>
          <p:nvSpPr>
            <p:cNvPr id="9483" name="Google Shape;9483;p63"/>
            <p:cNvSpPr/>
            <p:nvPr/>
          </p:nvSpPr>
          <p:spPr>
            <a:xfrm>
              <a:off x="7935789" y="3428283"/>
              <a:ext cx="385024" cy="285026"/>
            </a:xfrm>
            <a:custGeom>
              <a:avLst/>
              <a:gdLst/>
              <a:ahLst/>
              <a:cxnLst/>
              <a:rect l="l" t="t" r="r" b="b"/>
              <a:pathLst>
                <a:path w="14662" h="10854" extrusionOk="0">
                  <a:moveTo>
                    <a:pt x="1101" y="1"/>
                  </a:moveTo>
                  <a:cubicBezTo>
                    <a:pt x="488" y="1"/>
                    <a:pt x="0" y="498"/>
                    <a:pt x="0" y="1111"/>
                  </a:cubicBezTo>
                  <a:lnTo>
                    <a:pt x="0" y="9743"/>
                  </a:lnTo>
                  <a:cubicBezTo>
                    <a:pt x="0" y="10356"/>
                    <a:pt x="488" y="10853"/>
                    <a:pt x="1101" y="10853"/>
                  </a:cubicBezTo>
                  <a:lnTo>
                    <a:pt x="13561" y="10853"/>
                  </a:lnTo>
                  <a:cubicBezTo>
                    <a:pt x="14164" y="10853"/>
                    <a:pt x="14662" y="10356"/>
                    <a:pt x="14662" y="9743"/>
                  </a:cubicBezTo>
                  <a:lnTo>
                    <a:pt x="14662" y="1111"/>
                  </a:lnTo>
                  <a:cubicBezTo>
                    <a:pt x="14662" y="498"/>
                    <a:pt x="14164" y="1"/>
                    <a:pt x="13561"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4" name="Google Shape;9484;p63"/>
            <p:cNvSpPr/>
            <p:nvPr/>
          </p:nvSpPr>
          <p:spPr>
            <a:xfrm>
              <a:off x="7935527" y="3428283"/>
              <a:ext cx="192775" cy="285026"/>
            </a:xfrm>
            <a:custGeom>
              <a:avLst/>
              <a:gdLst/>
              <a:ahLst/>
              <a:cxnLst/>
              <a:rect l="l" t="t" r="r" b="b"/>
              <a:pathLst>
                <a:path w="7341" h="10854" extrusionOk="0">
                  <a:moveTo>
                    <a:pt x="1092" y="1"/>
                  </a:moveTo>
                  <a:cubicBezTo>
                    <a:pt x="489" y="10"/>
                    <a:pt x="1" y="508"/>
                    <a:pt x="10" y="1111"/>
                  </a:cubicBezTo>
                  <a:lnTo>
                    <a:pt x="10" y="9743"/>
                  </a:lnTo>
                  <a:cubicBezTo>
                    <a:pt x="1" y="10346"/>
                    <a:pt x="489" y="10844"/>
                    <a:pt x="1092" y="10853"/>
                  </a:cubicBezTo>
                  <a:lnTo>
                    <a:pt x="7341" y="10853"/>
                  </a:lnTo>
                  <a:lnTo>
                    <a:pt x="7341" y="1"/>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5" name="Google Shape;9485;p63"/>
            <p:cNvSpPr/>
            <p:nvPr/>
          </p:nvSpPr>
          <p:spPr>
            <a:xfrm>
              <a:off x="7968956" y="3461949"/>
              <a:ext cx="318429" cy="217932"/>
            </a:xfrm>
            <a:custGeom>
              <a:avLst/>
              <a:gdLst/>
              <a:ahLst/>
              <a:cxnLst/>
              <a:rect l="l" t="t" r="r" b="b"/>
              <a:pathLst>
                <a:path w="12126" h="8299" extrusionOk="0">
                  <a:moveTo>
                    <a:pt x="297" y="1"/>
                  </a:moveTo>
                  <a:cubicBezTo>
                    <a:pt x="134" y="1"/>
                    <a:pt x="10" y="135"/>
                    <a:pt x="10" y="298"/>
                  </a:cubicBezTo>
                  <a:lnTo>
                    <a:pt x="10" y="8002"/>
                  </a:lnTo>
                  <a:cubicBezTo>
                    <a:pt x="0" y="8164"/>
                    <a:pt x="134" y="8298"/>
                    <a:pt x="297" y="8298"/>
                  </a:cubicBezTo>
                  <a:lnTo>
                    <a:pt x="11829" y="8298"/>
                  </a:lnTo>
                  <a:cubicBezTo>
                    <a:pt x="11992" y="8298"/>
                    <a:pt x="12126" y="8164"/>
                    <a:pt x="12126" y="8011"/>
                  </a:cubicBezTo>
                  <a:lnTo>
                    <a:pt x="12126" y="298"/>
                  </a:lnTo>
                  <a:cubicBezTo>
                    <a:pt x="12126" y="135"/>
                    <a:pt x="11992" y="1"/>
                    <a:pt x="1182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6" name="Google Shape;9486;p63"/>
            <p:cNvSpPr/>
            <p:nvPr/>
          </p:nvSpPr>
          <p:spPr>
            <a:xfrm>
              <a:off x="7968956" y="3461712"/>
              <a:ext cx="159346" cy="218168"/>
            </a:xfrm>
            <a:custGeom>
              <a:avLst/>
              <a:gdLst/>
              <a:ahLst/>
              <a:cxnLst/>
              <a:rect l="l" t="t" r="r" b="b"/>
              <a:pathLst>
                <a:path w="6068" h="8308" extrusionOk="0">
                  <a:moveTo>
                    <a:pt x="288" y="0"/>
                  </a:moveTo>
                  <a:cubicBezTo>
                    <a:pt x="134" y="0"/>
                    <a:pt x="0" y="134"/>
                    <a:pt x="0" y="297"/>
                  </a:cubicBezTo>
                  <a:lnTo>
                    <a:pt x="0" y="8011"/>
                  </a:lnTo>
                  <a:cubicBezTo>
                    <a:pt x="0" y="8173"/>
                    <a:pt x="134" y="8307"/>
                    <a:pt x="288" y="8307"/>
                  </a:cubicBezTo>
                  <a:lnTo>
                    <a:pt x="6068" y="8307"/>
                  </a:lnTo>
                  <a:lnTo>
                    <a:pt x="606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7" name="Google Shape;9487;p63"/>
            <p:cNvSpPr/>
            <p:nvPr/>
          </p:nvSpPr>
          <p:spPr>
            <a:xfrm>
              <a:off x="8052646" y="3353154"/>
              <a:ext cx="151074" cy="126179"/>
            </a:xfrm>
            <a:custGeom>
              <a:avLst/>
              <a:gdLst/>
              <a:ahLst/>
              <a:cxnLst/>
              <a:rect l="l" t="t" r="r" b="b"/>
              <a:pathLst>
                <a:path w="5753" h="4805" extrusionOk="0">
                  <a:moveTo>
                    <a:pt x="2441" y="0"/>
                  </a:moveTo>
                  <a:cubicBezTo>
                    <a:pt x="1800" y="0"/>
                    <a:pt x="1273" y="526"/>
                    <a:pt x="1273" y="1168"/>
                  </a:cubicBezTo>
                  <a:lnTo>
                    <a:pt x="1273" y="1723"/>
                  </a:lnTo>
                  <a:cubicBezTo>
                    <a:pt x="1273" y="2000"/>
                    <a:pt x="1044" y="2230"/>
                    <a:pt x="766" y="2230"/>
                  </a:cubicBezTo>
                  <a:lnTo>
                    <a:pt x="536" y="2230"/>
                  </a:lnTo>
                  <a:cubicBezTo>
                    <a:pt x="240" y="2230"/>
                    <a:pt x="0" y="2469"/>
                    <a:pt x="0" y="2766"/>
                  </a:cubicBezTo>
                  <a:lnTo>
                    <a:pt x="0" y="4268"/>
                  </a:lnTo>
                  <a:cubicBezTo>
                    <a:pt x="0" y="4565"/>
                    <a:pt x="240" y="4804"/>
                    <a:pt x="536" y="4804"/>
                  </a:cubicBezTo>
                  <a:lnTo>
                    <a:pt x="5216" y="4804"/>
                  </a:lnTo>
                  <a:cubicBezTo>
                    <a:pt x="5513" y="4804"/>
                    <a:pt x="5752" y="4565"/>
                    <a:pt x="5752" y="4268"/>
                  </a:cubicBezTo>
                  <a:lnTo>
                    <a:pt x="5752" y="2766"/>
                  </a:lnTo>
                  <a:cubicBezTo>
                    <a:pt x="5752" y="2469"/>
                    <a:pt x="5513" y="2230"/>
                    <a:pt x="5216" y="2230"/>
                  </a:cubicBezTo>
                  <a:lnTo>
                    <a:pt x="4986" y="2230"/>
                  </a:lnTo>
                  <a:cubicBezTo>
                    <a:pt x="4709" y="2230"/>
                    <a:pt x="4479" y="2000"/>
                    <a:pt x="4479" y="1723"/>
                  </a:cubicBezTo>
                  <a:lnTo>
                    <a:pt x="4479" y="1168"/>
                  </a:lnTo>
                  <a:cubicBezTo>
                    <a:pt x="4479" y="526"/>
                    <a:pt x="3962" y="0"/>
                    <a:pt x="331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8" name="Google Shape;9488;p63"/>
            <p:cNvSpPr/>
            <p:nvPr/>
          </p:nvSpPr>
          <p:spPr>
            <a:xfrm>
              <a:off x="8086574" y="3514994"/>
              <a:ext cx="149551" cy="106616"/>
            </a:xfrm>
            <a:custGeom>
              <a:avLst/>
              <a:gdLst/>
              <a:ahLst/>
              <a:cxnLst/>
              <a:rect l="l" t="t" r="r" b="b"/>
              <a:pathLst>
                <a:path w="5695" h="4060" extrusionOk="0">
                  <a:moveTo>
                    <a:pt x="5063" y="0"/>
                  </a:moveTo>
                  <a:lnTo>
                    <a:pt x="5044" y="10"/>
                  </a:lnTo>
                  <a:lnTo>
                    <a:pt x="5034" y="10"/>
                  </a:lnTo>
                  <a:lnTo>
                    <a:pt x="5006" y="19"/>
                  </a:lnTo>
                  <a:lnTo>
                    <a:pt x="4374" y="335"/>
                  </a:lnTo>
                  <a:cubicBezTo>
                    <a:pt x="4250" y="383"/>
                    <a:pt x="4202" y="527"/>
                    <a:pt x="4259" y="651"/>
                  </a:cubicBezTo>
                  <a:cubicBezTo>
                    <a:pt x="4300" y="740"/>
                    <a:pt x="4386" y="790"/>
                    <a:pt x="4473" y="790"/>
                  </a:cubicBezTo>
                  <a:cubicBezTo>
                    <a:pt x="4507" y="790"/>
                    <a:pt x="4542" y="782"/>
                    <a:pt x="4575" y="766"/>
                  </a:cubicBezTo>
                  <a:lnTo>
                    <a:pt x="4747" y="680"/>
                  </a:lnTo>
                  <a:lnTo>
                    <a:pt x="4747" y="680"/>
                  </a:lnTo>
                  <a:cubicBezTo>
                    <a:pt x="4441" y="1723"/>
                    <a:pt x="3895" y="2498"/>
                    <a:pt x="3130" y="2986"/>
                  </a:cubicBezTo>
                  <a:cubicBezTo>
                    <a:pt x="2382" y="3466"/>
                    <a:pt x="1324" y="3579"/>
                    <a:pt x="600" y="3579"/>
                  </a:cubicBezTo>
                  <a:cubicBezTo>
                    <a:pt x="471" y="3579"/>
                    <a:pt x="353" y="3576"/>
                    <a:pt x="249" y="3570"/>
                  </a:cubicBezTo>
                  <a:cubicBezTo>
                    <a:pt x="244" y="3570"/>
                    <a:pt x="239" y="3569"/>
                    <a:pt x="234" y="3569"/>
                  </a:cubicBezTo>
                  <a:cubicBezTo>
                    <a:pt x="106" y="3569"/>
                    <a:pt x="0" y="3681"/>
                    <a:pt x="0" y="3809"/>
                  </a:cubicBezTo>
                  <a:cubicBezTo>
                    <a:pt x="0" y="3934"/>
                    <a:pt x="96" y="4039"/>
                    <a:pt x="230" y="4049"/>
                  </a:cubicBezTo>
                  <a:cubicBezTo>
                    <a:pt x="469" y="4058"/>
                    <a:pt x="804" y="4058"/>
                    <a:pt x="948" y="4058"/>
                  </a:cubicBezTo>
                  <a:cubicBezTo>
                    <a:pt x="981" y="4059"/>
                    <a:pt x="1014" y="4059"/>
                    <a:pt x="1047" y="4059"/>
                  </a:cubicBezTo>
                  <a:cubicBezTo>
                    <a:pt x="1874" y="4059"/>
                    <a:pt x="2680" y="3830"/>
                    <a:pt x="3388" y="3398"/>
                  </a:cubicBezTo>
                  <a:cubicBezTo>
                    <a:pt x="4230" y="2862"/>
                    <a:pt x="4833" y="2029"/>
                    <a:pt x="5187" y="909"/>
                  </a:cubicBezTo>
                  <a:lnTo>
                    <a:pt x="5216" y="976"/>
                  </a:lnTo>
                  <a:cubicBezTo>
                    <a:pt x="5263" y="1063"/>
                    <a:pt x="5350" y="1112"/>
                    <a:pt x="5438" y="1112"/>
                  </a:cubicBezTo>
                  <a:cubicBezTo>
                    <a:pt x="5477" y="1112"/>
                    <a:pt x="5516" y="1102"/>
                    <a:pt x="5551" y="1082"/>
                  </a:cubicBezTo>
                  <a:cubicBezTo>
                    <a:pt x="5666" y="1005"/>
                    <a:pt x="5695" y="852"/>
                    <a:pt x="5609" y="737"/>
                  </a:cubicBezTo>
                  <a:lnTo>
                    <a:pt x="5302" y="106"/>
                  </a:lnTo>
                  <a:lnTo>
                    <a:pt x="5283" y="86"/>
                  </a:lnTo>
                  <a:cubicBezTo>
                    <a:pt x="5274" y="67"/>
                    <a:pt x="5254" y="48"/>
                    <a:pt x="5245" y="39"/>
                  </a:cubicBezTo>
                  <a:lnTo>
                    <a:pt x="5216" y="19"/>
                  </a:lnTo>
                  <a:lnTo>
                    <a:pt x="5187" y="10"/>
                  </a:lnTo>
                  <a:lnTo>
                    <a:pt x="5178" y="10"/>
                  </a:lnTo>
                  <a:lnTo>
                    <a:pt x="5159"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9" name="Google Shape;9489;p63"/>
            <p:cNvSpPr/>
            <p:nvPr/>
          </p:nvSpPr>
          <p:spPr>
            <a:xfrm>
              <a:off x="8042589" y="3593643"/>
              <a:ext cx="44012" cy="37867"/>
            </a:xfrm>
            <a:custGeom>
              <a:avLst/>
              <a:gdLst/>
              <a:ahLst/>
              <a:cxnLst/>
              <a:rect l="l" t="t" r="r" b="b"/>
              <a:pathLst>
                <a:path w="1676" h="1442" extrusionOk="0">
                  <a:moveTo>
                    <a:pt x="718" y="1"/>
                  </a:moveTo>
                  <a:cubicBezTo>
                    <a:pt x="316" y="1"/>
                    <a:pt x="1" y="326"/>
                    <a:pt x="1" y="719"/>
                  </a:cubicBezTo>
                  <a:cubicBezTo>
                    <a:pt x="1" y="1152"/>
                    <a:pt x="355" y="1441"/>
                    <a:pt x="723" y="1441"/>
                  </a:cubicBezTo>
                  <a:cubicBezTo>
                    <a:pt x="900" y="1441"/>
                    <a:pt x="1080" y="1375"/>
                    <a:pt x="1226" y="1226"/>
                  </a:cubicBezTo>
                  <a:cubicBezTo>
                    <a:pt x="1675" y="776"/>
                    <a:pt x="1360" y="1"/>
                    <a:pt x="718"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0" name="Google Shape;9490;p63"/>
            <p:cNvSpPr/>
            <p:nvPr/>
          </p:nvSpPr>
          <p:spPr>
            <a:xfrm>
              <a:off x="8001571" y="3505645"/>
              <a:ext cx="44432" cy="38156"/>
            </a:xfrm>
            <a:custGeom>
              <a:avLst/>
              <a:gdLst/>
              <a:ahLst/>
              <a:cxnLst/>
              <a:rect l="l" t="t" r="r" b="b"/>
              <a:pathLst>
                <a:path w="1692" h="1453" extrusionOk="0">
                  <a:moveTo>
                    <a:pt x="363" y="1"/>
                  </a:moveTo>
                  <a:cubicBezTo>
                    <a:pt x="172" y="1"/>
                    <a:pt x="0" y="256"/>
                    <a:pt x="204" y="423"/>
                  </a:cubicBezTo>
                  <a:lnTo>
                    <a:pt x="510" y="730"/>
                  </a:lnTo>
                  <a:lnTo>
                    <a:pt x="204" y="1045"/>
                  </a:lnTo>
                  <a:cubicBezTo>
                    <a:pt x="108" y="1141"/>
                    <a:pt x="108" y="1285"/>
                    <a:pt x="204" y="1380"/>
                  </a:cubicBezTo>
                  <a:cubicBezTo>
                    <a:pt x="251" y="1428"/>
                    <a:pt x="311" y="1452"/>
                    <a:pt x="371" y="1452"/>
                  </a:cubicBezTo>
                  <a:cubicBezTo>
                    <a:pt x="431" y="1452"/>
                    <a:pt x="491" y="1428"/>
                    <a:pt x="539" y="1380"/>
                  </a:cubicBezTo>
                  <a:lnTo>
                    <a:pt x="845" y="1074"/>
                  </a:lnTo>
                  <a:lnTo>
                    <a:pt x="1161" y="1380"/>
                  </a:lnTo>
                  <a:cubicBezTo>
                    <a:pt x="1209" y="1423"/>
                    <a:pt x="1262" y="1441"/>
                    <a:pt x="1313" y="1441"/>
                  </a:cubicBezTo>
                  <a:cubicBezTo>
                    <a:pt x="1492" y="1441"/>
                    <a:pt x="1645" y="1217"/>
                    <a:pt x="1496" y="1045"/>
                  </a:cubicBezTo>
                  <a:lnTo>
                    <a:pt x="1189" y="730"/>
                  </a:lnTo>
                  <a:lnTo>
                    <a:pt x="1496" y="423"/>
                  </a:lnTo>
                  <a:cubicBezTo>
                    <a:pt x="1692" y="256"/>
                    <a:pt x="1524" y="1"/>
                    <a:pt x="1335" y="1"/>
                  </a:cubicBezTo>
                  <a:cubicBezTo>
                    <a:pt x="1275" y="1"/>
                    <a:pt x="1214" y="26"/>
                    <a:pt x="1161" y="88"/>
                  </a:cubicBezTo>
                  <a:lnTo>
                    <a:pt x="845" y="395"/>
                  </a:lnTo>
                  <a:lnTo>
                    <a:pt x="539" y="88"/>
                  </a:lnTo>
                  <a:cubicBezTo>
                    <a:pt x="486" y="26"/>
                    <a:pt x="423" y="1"/>
                    <a:pt x="36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1" name="Google Shape;9491;p63"/>
            <p:cNvSpPr/>
            <p:nvPr/>
          </p:nvSpPr>
          <p:spPr>
            <a:xfrm>
              <a:off x="8220133" y="3606510"/>
              <a:ext cx="41780" cy="37263"/>
            </a:xfrm>
            <a:custGeom>
              <a:avLst/>
              <a:gdLst/>
              <a:ahLst/>
              <a:cxnLst/>
              <a:rect l="l" t="t" r="r" b="b"/>
              <a:pathLst>
                <a:path w="1591" h="1419" extrusionOk="0">
                  <a:moveTo>
                    <a:pt x="327" y="1"/>
                  </a:moveTo>
                  <a:cubicBezTo>
                    <a:pt x="150" y="1"/>
                    <a:pt x="2" y="224"/>
                    <a:pt x="149" y="401"/>
                  </a:cubicBezTo>
                  <a:lnTo>
                    <a:pt x="456" y="707"/>
                  </a:lnTo>
                  <a:lnTo>
                    <a:pt x="149" y="1013"/>
                  </a:lnTo>
                  <a:cubicBezTo>
                    <a:pt x="0" y="1192"/>
                    <a:pt x="153" y="1418"/>
                    <a:pt x="332" y="1418"/>
                  </a:cubicBezTo>
                  <a:cubicBezTo>
                    <a:pt x="383" y="1418"/>
                    <a:pt x="436" y="1400"/>
                    <a:pt x="484" y="1358"/>
                  </a:cubicBezTo>
                  <a:lnTo>
                    <a:pt x="791" y="1042"/>
                  </a:lnTo>
                  <a:lnTo>
                    <a:pt x="1106" y="1358"/>
                  </a:lnTo>
                  <a:cubicBezTo>
                    <a:pt x="1155" y="1400"/>
                    <a:pt x="1208" y="1418"/>
                    <a:pt x="1258" y="1418"/>
                  </a:cubicBezTo>
                  <a:cubicBezTo>
                    <a:pt x="1437" y="1418"/>
                    <a:pt x="1591" y="1192"/>
                    <a:pt x="1441" y="1013"/>
                  </a:cubicBezTo>
                  <a:lnTo>
                    <a:pt x="1135" y="707"/>
                  </a:lnTo>
                  <a:lnTo>
                    <a:pt x="1441" y="401"/>
                  </a:lnTo>
                  <a:cubicBezTo>
                    <a:pt x="1589" y="224"/>
                    <a:pt x="1440" y="1"/>
                    <a:pt x="1263" y="1"/>
                  </a:cubicBezTo>
                  <a:cubicBezTo>
                    <a:pt x="1211" y="1"/>
                    <a:pt x="1157" y="20"/>
                    <a:pt x="1106" y="66"/>
                  </a:cubicBezTo>
                  <a:lnTo>
                    <a:pt x="791" y="372"/>
                  </a:lnTo>
                  <a:lnTo>
                    <a:pt x="484" y="66"/>
                  </a:lnTo>
                  <a:cubicBezTo>
                    <a:pt x="434" y="20"/>
                    <a:pt x="379" y="1"/>
                    <a:pt x="32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2" name="Google Shape;9492;p63"/>
            <p:cNvSpPr/>
            <p:nvPr/>
          </p:nvSpPr>
          <p:spPr>
            <a:xfrm>
              <a:off x="8110129" y="3522242"/>
              <a:ext cx="44458" cy="38550"/>
            </a:xfrm>
            <a:custGeom>
              <a:avLst/>
              <a:gdLst/>
              <a:ahLst/>
              <a:cxnLst/>
              <a:rect l="l" t="t" r="r" b="b"/>
              <a:pathLst>
                <a:path w="1693" h="1468" extrusionOk="0">
                  <a:moveTo>
                    <a:pt x="363" y="0"/>
                  </a:moveTo>
                  <a:cubicBezTo>
                    <a:pt x="172" y="0"/>
                    <a:pt x="0" y="256"/>
                    <a:pt x="204" y="423"/>
                  </a:cubicBezTo>
                  <a:lnTo>
                    <a:pt x="510" y="739"/>
                  </a:lnTo>
                  <a:lnTo>
                    <a:pt x="204" y="1045"/>
                  </a:lnTo>
                  <a:cubicBezTo>
                    <a:pt x="108" y="1141"/>
                    <a:pt x="108" y="1284"/>
                    <a:pt x="204" y="1380"/>
                  </a:cubicBezTo>
                  <a:cubicBezTo>
                    <a:pt x="252" y="1428"/>
                    <a:pt x="312" y="1452"/>
                    <a:pt x="371" y="1452"/>
                  </a:cubicBezTo>
                  <a:cubicBezTo>
                    <a:pt x="431" y="1452"/>
                    <a:pt x="491" y="1428"/>
                    <a:pt x="539" y="1380"/>
                  </a:cubicBezTo>
                  <a:lnTo>
                    <a:pt x="845" y="1074"/>
                  </a:lnTo>
                  <a:lnTo>
                    <a:pt x="1161" y="1380"/>
                  </a:lnTo>
                  <a:cubicBezTo>
                    <a:pt x="1214" y="1442"/>
                    <a:pt x="1276" y="1468"/>
                    <a:pt x="1335" y="1468"/>
                  </a:cubicBezTo>
                  <a:cubicBezTo>
                    <a:pt x="1524" y="1468"/>
                    <a:pt x="1692" y="1212"/>
                    <a:pt x="1496" y="1045"/>
                  </a:cubicBezTo>
                  <a:lnTo>
                    <a:pt x="1190" y="739"/>
                  </a:lnTo>
                  <a:lnTo>
                    <a:pt x="1496" y="423"/>
                  </a:lnTo>
                  <a:cubicBezTo>
                    <a:pt x="1692" y="256"/>
                    <a:pt x="1524" y="0"/>
                    <a:pt x="1335" y="0"/>
                  </a:cubicBezTo>
                  <a:cubicBezTo>
                    <a:pt x="1276" y="0"/>
                    <a:pt x="1214" y="26"/>
                    <a:pt x="1161" y="88"/>
                  </a:cubicBezTo>
                  <a:lnTo>
                    <a:pt x="845" y="394"/>
                  </a:lnTo>
                  <a:lnTo>
                    <a:pt x="539" y="88"/>
                  </a:lnTo>
                  <a:cubicBezTo>
                    <a:pt x="486" y="26"/>
                    <a:pt x="424" y="0"/>
                    <a:pt x="3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3" name="Google Shape;9493;p63"/>
            <p:cNvSpPr/>
            <p:nvPr/>
          </p:nvSpPr>
          <p:spPr>
            <a:xfrm>
              <a:off x="8052646" y="3353154"/>
              <a:ext cx="75655" cy="126179"/>
            </a:xfrm>
            <a:custGeom>
              <a:avLst/>
              <a:gdLst/>
              <a:ahLst/>
              <a:cxnLst/>
              <a:rect l="l" t="t" r="r" b="b"/>
              <a:pathLst>
                <a:path w="2881" h="4805" extrusionOk="0">
                  <a:moveTo>
                    <a:pt x="2441" y="0"/>
                  </a:moveTo>
                  <a:cubicBezTo>
                    <a:pt x="1800" y="0"/>
                    <a:pt x="1273" y="526"/>
                    <a:pt x="1273" y="1168"/>
                  </a:cubicBezTo>
                  <a:lnTo>
                    <a:pt x="1273" y="1723"/>
                  </a:lnTo>
                  <a:cubicBezTo>
                    <a:pt x="1273" y="2000"/>
                    <a:pt x="1044" y="2230"/>
                    <a:pt x="766" y="2230"/>
                  </a:cubicBezTo>
                  <a:lnTo>
                    <a:pt x="536" y="2230"/>
                  </a:lnTo>
                  <a:cubicBezTo>
                    <a:pt x="240" y="2230"/>
                    <a:pt x="0" y="2469"/>
                    <a:pt x="0" y="2766"/>
                  </a:cubicBezTo>
                  <a:lnTo>
                    <a:pt x="0" y="4268"/>
                  </a:lnTo>
                  <a:cubicBezTo>
                    <a:pt x="0" y="4565"/>
                    <a:pt x="240" y="4804"/>
                    <a:pt x="536" y="4804"/>
                  </a:cubicBezTo>
                  <a:lnTo>
                    <a:pt x="2881" y="4804"/>
                  </a:lnTo>
                  <a:lnTo>
                    <a:pt x="288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4" name="Google Shape;9494;p63"/>
            <p:cNvSpPr/>
            <p:nvPr/>
          </p:nvSpPr>
          <p:spPr>
            <a:xfrm>
              <a:off x="8105429" y="3419933"/>
              <a:ext cx="39968" cy="34269"/>
            </a:xfrm>
            <a:custGeom>
              <a:avLst/>
              <a:gdLst/>
              <a:ahLst/>
              <a:cxnLst/>
              <a:rect l="l" t="t" r="r" b="b"/>
              <a:pathLst>
                <a:path w="1522" h="1305" extrusionOk="0">
                  <a:moveTo>
                    <a:pt x="863" y="0"/>
                  </a:moveTo>
                  <a:cubicBezTo>
                    <a:pt x="701" y="0"/>
                    <a:pt x="536" y="60"/>
                    <a:pt x="402" y="194"/>
                  </a:cubicBezTo>
                  <a:cubicBezTo>
                    <a:pt x="0" y="606"/>
                    <a:pt x="287" y="1304"/>
                    <a:pt x="871" y="1304"/>
                  </a:cubicBezTo>
                  <a:cubicBezTo>
                    <a:pt x="1225" y="1304"/>
                    <a:pt x="1522" y="1017"/>
                    <a:pt x="1522" y="654"/>
                  </a:cubicBezTo>
                  <a:cubicBezTo>
                    <a:pt x="1522" y="259"/>
                    <a:pt x="1199" y="0"/>
                    <a:pt x="863" y="0"/>
                  </a:cubicBezTo>
                  <a:close/>
                </a:path>
              </a:pathLst>
            </a:custGeom>
            <a:solidFill>
              <a:srgbClr val="E2E8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95" name="Google Shape;9495;p63"/>
          <p:cNvGrpSpPr/>
          <p:nvPr/>
        </p:nvGrpSpPr>
        <p:grpSpPr>
          <a:xfrm>
            <a:off x="5315208" y="1833842"/>
            <a:ext cx="348103" cy="348103"/>
            <a:chOff x="5319821" y="1986242"/>
            <a:chExt cx="348103" cy="348103"/>
          </a:xfrm>
        </p:grpSpPr>
        <p:sp>
          <p:nvSpPr>
            <p:cNvPr id="9496" name="Google Shape;9496;p63"/>
            <p:cNvSpPr/>
            <p:nvPr/>
          </p:nvSpPr>
          <p:spPr>
            <a:xfrm>
              <a:off x="5319821" y="2134506"/>
              <a:ext cx="104830" cy="115150"/>
            </a:xfrm>
            <a:custGeom>
              <a:avLst/>
              <a:gdLst/>
              <a:ahLst/>
              <a:cxnLst/>
              <a:rect l="l" t="t" r="r" b="b"/>
              <a:pathLst>
                <a:path w="3992" h="4385" extrusionOk="0">
                  <a:moveTo>
                    <a:pt x="1264" y="1"/>
                  </a:moveTo>
                  <a:cubicBezTo>
                    <a:pt x="1015" y="1"/>
                    <a:pt x="824" y="202"/>
                    <a:pt x="824" y="441"/>
                  </a:cubicBezTo>
                  <a:lnTo>
                    <a:pt x="824" y="1159"/>
                  </a:lnTo>
                  <a:lnTo>
                    <a:pt x="728" y="1140"/>
                  </a:lnTo>
                  <a:cubicBezTo>
                    <a:pt x="680" y="1129"/>
                    <a:pt x="630" y="1124"/>
                    <a:pt x="580" y="1124"/>
                  </a:cubicBezTo>
                  <a:cubicBezTo>
                    <a:pt x="453" y="1124"/>
                    <a:pt x="324" y="1160"/>
                    <a:pt x="221" y="1235"/>
                  </a:cubicBezTo>
                  <a:cubicBezTo>
                    <a:pt x="1" y="1427"/>
                    <a:pt x="1" y="1800"/>
                    <a:pt x="39" y="2346"/>
                  </a:cubicBezTo>
                  <a:cubicBezTo>
                    <a:pt x="77" y="2996"/>
                    <a:pt x="728" y="3551"/>
                    <a:pt x="881" y="3666"/>
                  </a:cubicBezTo>
                  <a:lnTo>
                    <a:pt x="881" y="4384"/>
                  </a:lnTo>
                  <a:lnTo>
                    <a:pt x="3485" y="4384"/>
                  </a:lnTo>
                  <a:lnTo>
                    <a:pt x="3485" y="3465"/>
                  </a:lnTo>
                  <a:cubicBezTo>
                    <a:pt x="3944" y="3073"/>
                    <a:pt x="3992" y="2298"/>
                    <a:pt x="3953" y="1934"/>
                  </a:cubicBezTo>
                  <a:lnTo>
                    <a:pt x="3953" y="939"/>
                  </a:lnTo>
                  <a:cubicBezTo>
                    <a:pt x="3953" y="700"/>
                    <a:pt x="3762" y="508"/>
                    <a:pt x="3523" y="508"/>
                  </a:cubicBezTo>
                  <a:lnTo>
                    <a:pt x="3494" y="508"/>
                  </a:lnTo>
                  <a:cubicBezTo>
                    <a:pt x="3408" y="602"/>
                    <a:pt x="3293" y="646"/>
                    <a:pt x="3180" y="646"/>
                  </a:cubicBezTo>
                  <a:cubicBezTo>
                    <a:pt x="3004" y="646"/>
                    <a:pt x="2831" y="541"/>
                    <a:pt x="2767" y="355"/>
                  </a:cubicBezTo>
                  <a:lnTo>
                    <a:pt x="2738" y="355"/>
                  </a:lnTo>
                  <a:cubicBezTo>
                    <a:pt x="2650" y="447"/>
                    <a:pt x="2537" y="490"/>
                    <a:pt x="2426" y="490"/>
                  </a:cubicBezTo>
                  <a:cubicBezTo>
                    <a:pt x="2259" y="490"/>
                    <a:pt x="2095" y="393"/>
                    <a:pt x="2020" y="221"/>
                  </a:cubicBezTo>
                  <a:lnTo>
                    <a:pt x="2001" y="221"/>
                  </a:lnTo>
                  <a:cubicBezTo>
                    <a:pt x="1917" y="298"/>
                    <a:pt x="1813" y="334"/>
                    <a:pt x="1710" y="334"/>
                  </a:cubicBezTo>
                  <a:cubicBezTo>
                    <a:pt x="1519" y="334"/>
                    <a:pt x="1333" y="212"/>
                    <a:pt x="1283"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7" name="Google Shape;9497;p63"/>
            <p:cNvSpPr/>
            <p:nvPr/>
          </p:nvSpPr>
          <p:spPr>
            <a:xfrm>
              <a:off x="5320083" y="2164258"/>
              <a:ext cx="29437" cy="85634"/>
            </a:xfrm>
            <a:custGeom>
              <a:avLst/>
              <a:gdLst/>
              <a:ahLst/>
              <a:cxnLst/>
              <a:rect l="l" t="t" r="r" b="b"/>
              <a:pathLst>
                <a:path w="1121" h="3261" extrusionOk="0">
                  <a:moveTo>
                    <a:pt x="585" y="0"/>
                  </a:moveTo>
                  <a:cubicBezTo>
                    <a:pt x="457" y="0"/>
                    <a:pt x="334" y="36"/>
                    <a:pt x="230" y="112"/>
                  </a:cubicBezTo>
                  <a:cubicBezTo>
                    <a:pt x="0" y="303"/>
                    <a:pt x="10" y="677"/>
                    <a:pt x="39" y="1213"/>
                  </a:cubicBezTo>
                  <a:cubicBezTo>
                    <a:pt x="77" y="1873"/>
                    <a:pt x="737" y="2428"/>
                    <a:pt x="881" y="2543"/>
                  </a:cubicBezTo>
                  <a:lnTo>
                    <a:pt x="881" y="3261"/>
                  </a:lnTo>
                  <a:lnTo>
                    <a:pt x="1120" y="3261"/>
                  </a:lnTo>
                  <a:lnTo>
                    <a:pt x="1120" y="2447"/>
                  </a:lnTo>
                  <a:cubicBezTo>
                    <a:pt x="862" y="2246"/>
                    <a:pt x="335" y="1768"/>
                    <a:pt x="297" y="1213"/>
                  </a:cubicBezTo>
                  <a:cubicBezTo>
                    <a:pt x="268" y="658"/>
                    <a:pt x="230" y="294"/>
                    <a:pt x="460" y="112"/>
                  </a:cubicBezTo>
                  <a:cubicBezTo>
                    <a:pt x="556" y="64"/>
                    <a:pt x="651" y="35"/>
                    <a:pt x="757" y="16"/>
                  </a:cubicBezTo>
                  <a:lnTo>
                    <a:pt x="737" y="16"/>
                  </a:lnTo>
                  <a:cubicBezTo>
                    <a:pt x="686" y="6"/>
                    <a:pt x="636" y="0"/>
                    <a:pt x="585"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8" name="Google Shape;9498;p63"/>
            <p:cNvSpPr/>
            <p:nvPr/>
          </p:nvSpPr>
          <p:spPr>
            <a:xfrm>
              <a:off x="5341695" y="2134506"/>
              <a:ext cx="13104" cy="47793"/>
            </a:xfrm>
            <a:custGeom>
              <a:avLst/>
              <a:gdLst/>
              <a:ahLst/>
              <a:cxnLst/>
              <a:rect l="l" t="t" r="r" b="b"/>
              <a:pathLst>
                <a:path w="499" h="1820" extrusionOk="0">
                  <a:moveTo>
                    <a:pt x="431" y="1"/>
                  </a:moveTo>
                  <a:cubicBezTo>
                    <a:pt x="316" y="1"/>
                    <a:pt x="202" y="58"/>
                    <a:pt x="125" y="144"/>
                  </a:cubicBezTo>
                  <a:cubicBezTo>
                    <a:pt x="48" y="221"/>
                    <a:pt x="1" y="336"/>
                    <a:pt x="1" y="451"/>
                  </a:cubicBezTo>
                  <a:lnTo>
                    <a:pt x="1" y="1465"/>
                  </a:lnTo>
                  <a:lnTo>
                    <a:pt x="1" y="1532"/>
                  </a:lnTo>
                  <a:lnTo>
                    <a:pt x="10" y="1676"/>
                  </a:lnTo>
                  <a:cubicBezTo>
                    <a:pt x="1" y="1743"/>
                    <a:pt x="48" y="1810"/>
                    <a:pt x="115" y="1819"/>
                  </a:cubicBezTo>
                  <a:cubicBezTo>
                    <a:pt x="119" y="1820"/>
                    <a:pt x="123" y="1820"/>
                    <a:pt x="127" y="1820"/>
                  </a:cubicBezTo>
                  <a:cubicBezTo>
                    <a:pt x="240" y="1820"/>
                    <a:pt x="240" y="1685"/>
                    <a:pt x="240" y="1685"/>
                  </a:cubicBezTo>
                  <a:lnTo>
                    <a:pt x="230" y="1417"/>
                  </a:lnTo>
                  <a:lnTo>
                    <a:pt x="230" y="422"/>
                  </a:lnTo>
                  <a:cubicBezTo>
                    <a:pt x="221" y="240"/>
                    <a:pt x="326" y="68"/>
                    <a:pt x="49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99" name="Google Shape;9499;p63"/>
            <p:cNvSpPr/>
            <p:nvPr/>
          </p:nvSpPr>
          <p:spPr>
            <a:xfrm>
              <a:off x="5363701" y="2140047"/>
              <a:ext cx="8429" cy="43276"/>
            </a:xfrm>
            <a:custGeom>
              <a:avLst/>
              <a:gdLst/>
              <a:ahLst/>
              <a:cxnLst/>
              <a:rect l="l" t="t" r="r" b="b"/>
              <a:pathLst>
                <a:path w="321" h="1648" extrusionOk="0">
                  <a:moveTo>
                    <a:pt x="254" y="1"/>
                  </a:moveTo>
                  <a:cubicBezTo>
                    <a:pt x="111" y="1"/>
                    <a:pt x="0" y="129"/>
                    <a:pt x="33" y="278"/>
                  </a:cubicBezTo>
                  <a:lnTo>
                    <a:pt x="33" y="1350"/>
                  </a:lnTo>
                  <a:lnTo>
                    <a:pt x="33" y="1503"/>
                  </a:lnTo>
                  <a:cubicBezTo>
                    <a:pt x="24" y="1570"/>
                    <a:pt x="72" y="1637"/>
                    <a:pt x="148" y="1647"/>
                  </a:cubicBezTo>
                  <a:cubicBezTo>
                    <a:pt x="152" y="1647"/>
                    <a:pt x="156" y="1647"/>
                    <a:pt x="160" y="1647"/>
                  </a:cubicBezTo>
                  <a:cubicBezTo>
                    <a:pt x="263" y="1647"/>
                    <a:pt x="263" y="1522"/>
                    <a:pt x="263" y="1522"/>
                  </a:cubicBezTo>
                  <a:lnTo>
                    <a:pt x="254" y="1245"/>
                  </a:lnTo>
                  <a:lnTo>
                    <a:pt x="254" y="249"/>
                  </a:lnTo>
                  <a:cubicBezTo>
                    <a:pt x="254" y="163"/>
                    <a:pt x="273" y="77"/>
                    <a:pt x="321" y="10"/>
                  </a:cubicBezTo>
                  <a:cubicBezTo>
                    <a:pt x="298" y="4"/>
                    <a:pt x="275" y="1"/>
                    <a:pt x="254"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0" name="Google Shape;9500;p63"/>
            <p:cNvSpPr/>
            <p:nvPr/>
          </p:nvSpPr>
          <p:spPr>
            <a:xfrm>
              <a:off x="5382241" y="2143907"/>
              <a:ext cx="8981" cy="43171"/>
            </a:xfrm>
            <a:custGeom>
              <a:avLst/>
              <a:gdLst/>
              <a:ahLst/>
              <a:cxnLst/>
              <a:rect l="l" t="t" r="r" b="b"/>
              <a:pathLst>
                <a:path w="342" h="1644" extrusionOk="0">
                  <a:moveTo>
                    <a:pt x="288" y="1"/>
                  </a:moveTo>
                  <a:cubicBezTo>
                    <a:pt x="130" y="1"/>
                    <a:pt x="0" y="149"/>
                    <a:pt x="26" y="313"/>
                  </a:cubicBezTo>
                  <a:lnTo>
                    <a:pt x="45" y="1289"/>
                  </a:lnTo>
                  <a:lnTo>
                    <a:pt x="45" y="1356"/>
                  </a:lnTo>
                  <a:lnTo>
                    <a:pt x="55" y="1500"/>
                  </a:lnTo>
                  <a:cubicBezTo>
                    <a:pt x="45" y="1567"/>
                    <a:pt x="93" y="1634"/>
                    <a:pt x="160" y="1643"/>
                  </a:cubicBezTo>
                  <a:cubicBezTo>
                    <a:pt x="164" y="1643"/>
                    <a:pt x="168" y="1644"/>
                    <a:pt x="172" y="1644"/>
                  </a:cubicBezTo>
                  <a:cubicBezTo>
                    <a:pt x="284" y="1644"/>
                    <a:pt x="284" y="1519"/>
                    <a:pt x="284" y="1519"/>
                  </a:cubicBezTo>
                  <a:lnTo>
                    <a:pt x="275" y="1241"/>
                  </a:lnTo>
                  <a:lnTo>
                    <a:pt x="256" y="275"/>
                  </a:lnTo>
                  <a:cubicBezTo>
                    <a:pt x="246" y="179"/>
                    <a:pt x="284" y="83"/>
                    <a:pt x="342" y="7"/>
                  </a:cubicBezTo>
                  <a:cubicBezTo>
                    <a:pt x="324" y="3"/>
                    <a:pt x="306" y="1"/>
                    <a:pt x="28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1" name="Google Shape;9501;p63"/>
            <p:cNvSpPr/>
            <p:nvPr/>
          </p:nvSpPr>
          <p:spPr>
            <a:xfrm>
              <a:off x="5403012" y="2147846"/>
              <a:ext cx="6565" cy="39784"/>
            </a:xfrm>
            <a:custGeom>
              <a:avLst/>
              <a:gdLst/>
              <a:ahLst/>
              <a:cxnLst/>
              <a:rect l="l" t="t" r="r" b="b"/>
              <a:pathLst>
                <a:path w="250" h="1515" extrusionOk="0">
                  <a:moveTo>
                    <a:pt x="250" y="0"/>
                  </a:moveTo>
                  <a:lnTo>
                    <a:pt x="221" y="10"/>
                  </a:lnTo>
                  <a:cubicBezTo>
                    <a:pt x="135" y="29"/>
                    <a:pt x="68" y="77"/>
                    <a:pt x="10" y="134"/>
                  </a:cubicBezTo>
                  <a:lnTo>
                    <a:pt x="10" y="153"/>
                  </a:lnTo>
                  <a:lnTo>
                    <a:pt x="10" y="1225"/>
                  </a:lnTo>
                  <a:lnTo>
                    <a:pt x="10" y="1378"/>
                  </a:lnTo>
                  <a:cubicBezTo>
                    <a:pt x="1" y="1445"/>
                    <a:pt x="49" y="1503"/>
                    <a:pt x="125" y="1512"/>
                  </a:cubicBezTo>
                  <a:cubicBezTo>
                    <a:pt x="133" y="1513"/>
                    <a:pt x="141" y="1514"/>
                    <a:pt x="148" y="1514"/>
                  </a:cubicBezTo>
                  <a:cubicBezTo>
                    <a:pt x="248" y="1514"/>
                    <a:pt x="240" y="1397"/>
                    <a:pt x="240" y="1397"/>
                  </a:cubicBezTo>
                  <a:lnTo>
                    <a:pt x="230" y="1120"/>
                  </a:lnTo>
                  <a:lnTo>
                    <a:pt x="230" y="125"/>
                  </a:lnTo>
                  <a:cubicBezTo>
                    <a:pt x="230" y="77"/>
                    <a:pt x="240" y="38"/>
                    <a:pt x="250"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2" name="Google Shape;9502;p63"/>
            <p:cNvSpPr/>
            <p:nvPr/>
          </p:nvSpPr>
          <p:spPr>
            <a:xfrm>
              <a:off x="5396736" y="1986242"/>
              <a:ext cx="43749" cy="30173"/>
            </a:xfrm>
            <a:custGeom>
              <a:avLst/>
              <a:gdLst/>
              <a:ahLst/>
              <a:cxnLst/>
              <a:rect l="l" t="t" r="r" b="b"/>
              <a:pathLst>
                <a:path w="1666" h="1149" extrusionOk="0">
                  <a:moveTo>
                    <a:pt x="173" y="0"/>
                  </a:moveTo>
                  <a:cubicBezTo>
                    <a:pt x="96" y="0"/>
                    <a:pt x="0" y="29"/>
                    <a:pt x="144" y="163"/>
                  </a:cubicBezTo>
                  <a:lnTo>
                    <a:pt x="1120" y="1120"/>
                  </a:lnTo>
                  <a:lnTo>
                    <a:pt x="1178" y="1149"/>
                  </a:lnTo>
                  <a:lnTo>
                    <a:pt x="1666" y="125"/>
                  </a:lnTo>
                  <a:lnTo>
                    <a:pt x="1589" y="87"/>
                  </a:lnTo>
                  <a:lnTo>
                    <a:pt x="173" y="0"/>
                  </a:ln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3" name="Google Shape;9503;p63"/>
            <p:cNvSpPr/>
            <p:nvPr/>
          </p:nvSpPr>
          <p:spPr>
            <a:xfrm>
              <a:off x="5398233" y="1987003"/>
              <a:ext cx="35976" cy="29411"/>
            </a:xfrm>
            <a:custGeom>
              <a:avLst/>
              <a:gdLst/>
              <a:ahLst/>
              <a:cxnLst/>
              <a:rect l="l" t="t" r="r" b="b"/>
              <a:pathLst>
                <a:path w="1370" h="1120" extrusionOk="0">
                  <a:moveTo>
                    <a:pt x="10" y="0"/>
                  </a:moveTo>
                  <a:cubicBezTo>
                    <a:pt x="1" y="29"/>
                    <a:pt x="10" y="67"/>
                    <a:pt x="77" y="134"/>
                  </a:cubicBezTo>
                  <a:lnTo>
                    <a:pt x="1054" y="1091"/>
                  </a:lnTo>
                  <a:lnTo>
                    <a:pt x="1121" y="1120"/>
                  </a:lnTo>
                  <a:lnTo>
                    <a:pt x="1369" y="584"/>
                  </a:lnTo>
                  <a:lnTo>
                    <a:pt x="10" y="0"/>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4" name="Google Shape;9504;p63"/>
            <p:cNvSpPr/>
            <p:nvPr/>
          </p:nvSpPr>
          <p:spPr>
            <a:xfrm>
              <a:off x="5425648" y="1988500"/>
              <a:ext cx="61081" cy="49290"/>
            </a:xfrm>
            <a:custGeom>
              <a:avLst/>
              <a:gdLst/>
              <a:ahLst/>
              <a:cxnLst/>
              <a:rect l="l" t="t" r="r" b="b"/>
              <a:pathLst>
                <a:path w="2326" h="1877" extrusionOk="0">
                  <a:moveTo>
                    <a:pt x="479" y="1"/>
                  </a:moveTo>
                  <a:lnTo>
                    <a:pt x="0" y="1025"/>
                  </a:lnTo>
                  <a:lnTo>
                    <a:pt x="2029" y="1876"/>
                  </a:lnTo>
                  <a:lnTo>
                    <a:pt x="2326" y="776"/>
                  </a:lnTo>
                  <a:lnTo>
                    <a:pt x="479"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5" name="Google Shape;9505;p63"/>
            <p:cNvSpPr/>
            <p:nvPr/>
          </p:nvSpPr>
          <p:spPr>
            <a:xfrm>
              <a:off x="5548782" y="2038000"/>
              <a:ext cx="32956" cy="37998"/>
            </a:xfrm>
            <a:custGeom>
              <a:avLst/>
              <a:gdLst/>
              <a:ahLst/>
              <a:cxnLst/>
              <a:rect l="l" t="t" r="r" b="b"/>
              <a:pathLst>
                <a:path w="1255" h="1447" extrusionOk="0">
                  <a:moveTo>
                    <a:pt x="278" y="1"/>
                  </a:moveTo>
                  <a:lnTo>
                    <a:pt x="39" y="853"/>
                  </a:lnTo>
                  <a:lnTo>
                    <a:pt x="39" y="862"/>
                  </a:lnTo>
                  <a:lnTo>
                    <a:pt x="39" y="891"/>
                  </a:lnTo>
                  <a:lnTo>
                    <a:pt x="0" y="1121"/>
                  </a:lnTo>
                  <a:lnTo>
                    <a:pt x="776" y="1446"/>
                  </a:lnTo>
                  <a:lnTo>
                    <a:pt x="1254" y="412"/>
                  </a:lnTo>
                  <a:lnTo>
                    <a:pt x="278"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6" name="Google Shape;9506;p63"/>
            <p:cNvSpPr/>
            <p:nvPr/>
          </p:nvSpPr>
          <p:spPr>
            <a:xfrm>
              <a:off x="5552038" y="2038000"/>
              <a:ext cx="29700" cy="24159"/>
            </a:xfrm>
            <a:custGeom>
              <a:avLst/>
              <a:gdLst/>
              <a:ahLst/>
              <a:cxnLst/>
              <a:rect l="l" t="t" r="r" b="b"/>
              <a:pathLst>
                <a:path w="1131" h="920" extrusionOk="0">
                  <a:moveTo>
                    <a:pt x="154" y="1"/>
                  </a:moveTo>
                  <a:lnTo>
                    <a:pt x="1" y="546"/>
                  </a:lnTo>
                  <a:lnTo>
                    <a:pt x="891" y="920"/>
                  </a:lnTo>
                  <a:lnTo>
                    <a:pt x="1111" y="460"/>
                  </a:lnTo>
                  <a:lnTo>
                    <a:pt x="1130" y="412"/>
                  </a:lnTo>
                  <a:lnTo>
                    <a:pt x="15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7" name="Google Shape;9507;p63"/>
            <p:cNvSpPr/>
            <p:nvPr/>
          </p:nvSpPr>
          <p:spPr>
            <a:xfrm>
              <a:off x="5432161" y="1988500"/>
              <a:ext cx="54568" cy="34453"/>
            </a:xfrm>
            <a:custGeom>
              <a:avLst/>
              <a:gdLst/>
              <a:ahLst/>
              <a:cxnLst/>
              <a:rect l="l" t="t" r="r" b="b"/>
              <a:pathLst>
                <a:path w="2078" h="1312" extrusionOk="0">
                  <a:moveTo>
                    <a:pt x="231" y="1"/>
                  </a:moveTo>
                  <a:lnTo>
                    <a:pt x="1" y="489"/>
                  </a:lnTo>
                  <a:lnTo>
                    <a:pt x="1934" y="1312"/>
                  </a:lnTo>
                  <a:lnTo>
                    <a:pt x="2078" y="776"/>
                  </a:lnTo>
                  <a:lnTo>
                    <a:pt x="231"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8" name="Google Shape;9508;p63"/>
            <p:cNvSpPr/>
            <p:nvPr/>
          </p:nvSpPr>
          <p:spPr>
            <a:xfrm>
              <a:off x="5563093" y="2104097"/>
              <a:ext cx="104830" cy="115150"/>
            </a:xfrm>
            <a:custGeom>
              <a:avLst/>
              <a:gdLst/>
              <a:ahLst/>
              <a:cxnLst/>
              <a:rect l="l" t="t" r="r" b="b"/>
              <a:pathLst>
                <a:path w="3992" h="4385" extrusionOk="0">
                  <a:moveTo>
                    <a:pt x="1264" y="1"/>
                  </a:moveTo>
                  <a:cubicBezTo>
                    <a:pt x="1025" y="1"/>
                    <a:pt x="834" y="202"/>
                    <a:pt x="834" y="441"/>
                  </a:cubicBezTo>
                  <a:lnTo>
                    <a:pt x="834" y="1159"/>
                  </a:lnTo>
                  <a:lnTo>
                    <a:pt x="738" y="1140"/>
                  </a:lnTo>
                  <a:cubicBezTo>
                    <a:pt x="690" y="1129"/>
                    <a:pt x="640" y="1124"/>
                    <a:pt x="590" y="1124"/>
                  </a:cubicBezTo>
                  <a:cubicBezTo>
                    <a:pt x="462" y="1124"/>
                    <a:pt x="334" y="1160"/>
                    <a:pt x="231" y="1235"/>
                  </a:cubicBezTo>
                  <a:cubicBezTo>
                    <a:pt x="1" y="1427"/>
                    <a:pt x="11" y="1800"/>
                    <a:pt x="39" y="2336"/>
                  </a:cubicBezTo>
                  <a:cubicBezTo>
                    <a:pt x="87" y="2996"/>
                    <a:pt x="738" y="3551"/>
                    <a:pt x="891" y="3666"/>
                  </a:cubicBezTo>
                  <a:lnTo>
                    <a:pt x="891" y="4384"/>
                  </a:lnTo>
                  <a:lnTo>
                    <a:pt x="3494" y="4384"/>
                  </a:lnTo>
                  <a:lnTo>
                    <a:pt x="3494" y="3456"/>
                  </a:lnTo>
                  <a:cubicBezTo>
                    <a:pt x="3944" y="3063"/>
                    <a:pt x="3992" y="2298"/>
                    <a:pt x="3963" y="1934"/>
                  </a:cubicBezTo>
                  <a:lnTo>
                    <a:pt x="3963" y="939"/>
                  </a:lnTo>
                  <a:cubicBezTo>
                    <a:pt x="3963" y="700"/>
                    <a:pt x="3772" y="499"/>
                    <a:pt x="3523" y="499"/>
                  </a:cubicBezTo>
                  <a:lnTo>
                    <a:pt x="3504" y="499"/>
                  </a:lnTo>
                  <a:cubicBezTo>
                    <a:pt x="3416" y="594"/>
                    <a:pt x="3298" y="640"/>
                    <a:pt x="3182" y="640"/>
                  </a:cubicBezTo>
                  <a:cubicBezTo>
                    <a:pt x="3009" y="640"/>
                    <a:pt x="2839" y="539"/>
                    <a:pt x="2776" y="355"/>
                  </a:cubicBezTo>
                  <a:lnTo>
                    <a:pt x="2748" y="355"/>
                  </a:lnTo>
                  <a:cubicBezTo>
                    <a:pt x="2660" y="446"/>
                    <a:pt x="2549" y="489"/>
                    <a:pt x="2438" y="489"/>
                  </a:cubicBezTo>
                  <a:cubicBezTo>
                    <a:pt x="2270" y="489"/>
                    <a:pt x="2105" y="390"/>
                    <a:pt x="2030" y="211"/>
                  </a:cubicBezTo>
                  <a:lnTo>
                    <a:pt x="2011" y="211"/>
                  </a:lnTo>
                  <a:cubicBezTo>
                    <a:pt x="1925" y="294"/>
                    <a:pt x="1818" y="332"/>
                    <a:pt x="1713" y="332"/>
                  </a:cubicBezTo>
                  <a:cubicBezTo>
                    <a:pt x="1525" y="332"/>
                    <a:pt x="1342" y="210"/>
                    <a:pt x="1293"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09" name="Google Shape;9509;p63"/>
            <p:cNvSpPr/>
            <p:nvPr/>
          </p:nvSpPr>
          <p:spPr>
            <a:xfrm>
              <a:off x="5563618" y="2133849"/>
              <a:ext cx="29175" cy="85634"/>
            </a:xfrm>
            <a:custGeom>
              <a:avLst/>
              <a:gdLst/>
              <a:ahLst/>
              <a:cxnLst/>
              <a:rect l="l" t="t" r="r" b="b"/>
              <a:pathLst>
                <a:path w="1111" h="3261" extrusionOk="0">
                  <a:moveTo>
                    <a:pt x="580" y="0"/>
                  </a:moveTo>
                  <a:cubicBezTo>
                    <a:pt x="452" y="0"/>
                    <a:pt x="324" y="36"/>
                    <a:pt x="220" y="112"/>
                  </a:cubicBezTo>
                  <a:cubicBezTo>
                    <a:pt x="0" y="303"/>
                    <a:pt x="0" y="677"/>
                    <a:pt x="38" y="1213"/>
                  </a:cubicBezTo>
                  <a:cubicBezTo>
                    <a:pt x="77" y="1873"/>
                    <a:pt x="727" y="2428"/>
                    <a:pt x="881" y="2543"/>
                  </a:cubicBezTo>
                  <a:lnTo>
                    <a:pt x="881" y="3261"/>
                  </a:lnTo>
                  <a:lnTo>
                    <a:pt x="1110" y="3261"/>
                  </a:lnTo>
                  <a:lnTo>
                    <a:pt x="1110" y="2447"/>
                  </a:lnTo>
                  <a:cubicBezTo>
                    <a:pt x="852" y="2246"/>
                    <a:pt x="326" y="1768"/>
                    <a:pt x="287" y="1213"/>
                  </a:cubicBezTo>
                  <a:cubicBezTo>
                    <a:pt x="259" y="658"/>
                    <a:pt x="230" y="294"/>
                    <a:pt x="450" y="112"/>
                  </a:cubicBezTo>
                  <a:cubicBezTo>
                    <a:pt x="546" y="64"/>
                    <a:pt x="651" y="35"/>
                    <a:pt x="756" y="16"/>
                  </a:cubicBezTo>
                  <a:lnTo>
                    <a:pt x="727" y="16"/>
                  </a:lnTo>
                  <a:cubicBezTo>
                    <a:pt x="679" y="6"/>
                    <a:pt x="629" y="0"/>
                    <a:pt x="580"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0" name="Google Shape;9510;p63"/>
            <p:cNvSpPr/>
            <p:nvPr/>
          </p:nvSpPr>
          <p:spPr>
            <a:xfrm>
              <a:off x="5448258" y="1994934"/>
              <a:ext cx="115124" cy="129803"/>
            </a:xfrm>
            <a:custGeom>
              <a:avLst/>
              <a:gdLst/>
              <a:ahLst/>
              <a:cxnLst/>
              <a:rect l="l" t="t" r="r" b="b"/>
              <a:pathLst>
                <a:path w="4384" h="4943" extrusionOk="0">
                  <a:moveTo>
                    <a:pt x="1827" y="1"/>
                  </a:moveTo>
                  <a:cubicBezTo>
                    <a:pt x="1749" y="1"/>
                    <a:pt x="1671" y="22"/>
                    <a:pt x="1599" y="62"/>
                  </a:cubicBezTo>
                  <a:cubicBezTo>
                    <a:pt x="1503" y="119"/>
                    <a:pt x="1436" y="215"/>
                    <a:pt x="1407" y="330"/>
                  </a:cubicBezTo>
                  <a:lnTo>
                    <a:pt x="1063" y="1593"/>
                  </a:lnTo>
                  <a:lnTo>
                    <a:pt x="335" y="1287"/>
                  </a:lnTo>
                  <a:lnTo>
                    <a:pt x="240" y="1583"/>
                  </a:lnTo>
                  <a:cubicBezTo>
                    <a:pt x="192" y="1775"/>
                    <a:pt x="144" y="1976"/>
                    <a:pt x="115" y="2167"/>
                  </a:cubicBezTo>
                  <a:cubicBezTo>
                    <a:pt x="0" y="2828"/>
                    <a:pt x="536" y="3536"/>
                    <a:pt x="642" y="3670"/>
                  </a:cubicBezTo>
                  <a:lnTo>
                    <a:pt x="642" y="4943"/>
                  </a:lnTo>
                  <a:lnTo>
                    <a:pt x="3216" y="4943"/>
                  </a:lnTo>
                  <a:lnTo>
                    <a:pt x="3216" y="4053"/>
                  </a:lnTo>
                  <a:cubicBezTo>
                    <a:pt x="3838" y="3708"/>
                    <a:pt x="3991" y="2808"/>
                    <a:pt x="4001" y="2675"/>
                  </a:cubicBezTo>
                  <a:lnTo>
                    <a:pt x="4317" y="1545"/>
                  </a:lnTo>
                  <a:lnTo>
                    <a:pt x="4317" y="1526"/>
                  </a:lnTo>
                  <a:cubicBezTo>
                    <a:pt x="4384" y="1296"/>
                    <a:pt x="4240" y="1057"/>
                    <a:pt x="4001" y="1000"/>
                  </a:cubicBezTo>
                  <a:lnTo>
                    <a:pt x="3982" y="1000"/>
                  </a:lnTo>
                  <a:cubicBezTo>
                    <a:pt x="3947" y="991"/>
                    <a:pt x="3912" y="987"/>
                    <a:pt x="3876" y="987"/>
                  </a:cubicBezTo>
                  <a:cubicBezTo>
                    <a:pt x="3794" y="987"/>
                    <a:pt x="3711" y="1010"/>
                    <a:pt x="3637" y="1057"/>
                  </a:cubicBezTo>
                  <a:cubicBezTo>
                    <a:pt x="3618" y="875"/>
                    <a:pt x="3484" y="732"/>
                    <a:pt x="3302" y="684"/>
                  </a:cubicBezTo>
                  <a:lnTo>
                    <a:pt x="3283" y="684"/>
                  </a:lnTo>
                  <a:cubicBezTo>
                    <a:pt x="3249" y="675"/>
                    <a:pt x="3214" y="671"/>
                    <a:pt x="3180" y="671"/>
                  </a:cubicBezTo>
                  <a:cubicBezTo>
                    <a:pt x="3100" y="671"/>
                    <a:pt x="3022" y="694"/>
                    <a:pt x="2948" y="741"/>
                  </a:cubicBezTo>
                  <a:cubicBezTo>
                    <a:pt x="2919" y="569"/>
                    <a:pt x="2795" y="425"/>
                    <a:pt x="2623" y="378"/>
                  </a:cubicBezTo>
                  <a:lnTo>
                    <a:pt x="2594" y="378"/>
                  </a:lnTo>
                  <a:cubicBezTo>
                    <a:pt x="2565" y="372"/>
                    <a:pt x="2534" y="369"/>
                    <a:pt x="2503" y="369"/>
                  </a:cubicBezTo>
                  <a:cubicBezTo>
                    <a:pt x="2430" y="369"/>
                    <a:pt x="2354" y="385"/>
                    <a:pt x="2288" y="425"/>
                  </a:cubicBezTo>
                  <a:cubicBezTo>
                    <a:pt x="2288" y="225"/>
                    <a:pt x="2144" y="52"/>
                    <a:pt x="1953" y="14"/>
                  </a:cubicBezTo>
                  <a:lnTo>
                    <a:pt x="1934" y="14"/>
                  </a:lnTo>
                  <a:cubicBezTo>
                    <a:pt x="1898" y="5"/>
                    <a:pt x="1862" y="1"/>
                    <a:pt x="1827"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1" name="Google Shape;9511;p63"/>
            <p:cNvSpPr/>
            <p:nvPr/>
          </p:nvSpPr>
          <p:spPr>
            <a:xfrm>
              <a:off x="5448258" y="2028205"/>
              <a:ext cx="25157" cy="96033"/>
            </a:xfrm>
            <a:custGeom>
              <a:avLst/>
              <a:gdLst/>
              <a:ahLst/>
              <a:cxnLst/>
              <a:rect l="l" t="t" r="r" b="b"/>
              <a:pathLst>
                <a:path w="958" h="3657" extrusionOk="0">
                  <a:moveTo>
                    <a:pt x="345" y="1"/>
                  </a:moveTo>
                  <a:lnTo>
                    <a:pt x="249" y="297"/>
                  </a:lnTo>
                  <a:cubicBezTo>
                    <a:pt x="192" y="489"/>
                    <a:pt x="144" y="690"/>
                    <a:pt x="115" y="891"/>
                  </a:cubicBezTo>
                  <a:cubicBezTo>
                    <a:pt x="0" y="1541"/>
                    <a:pt x="536" y="2250"/>
                    <a:pt x="642" y="2384"/>
                  </a:cubicBezTo>
                  <a:lnTo>
                    <a:pt x="642" y="3657"/>
                  </a:lnTo>
                  <a:lnTo>
                    <a:pt x="957" y="3657"/>
                  </a:lnTo>
                  <a:lnTo>
                    <a:pt x="957" y="2384"/>
                  </a:lnTo>
                  <a:cubicBezTo>
                    <a:pt x="852" y="2259"/>
                    <a:pt x="316" y="1551"/>
                    <a:pt x="431" y="891"/>
                  </a:cubicBezTo>
                  <a:cubicBezTo>
                    <a:pt x="460" y="690"/>
                    <a:pt x="508" y="498"/>
                    <a:pt x="565" y="307"/>
                  </a:cubicBezTo>
                  <a:lnTo>
                    <a:pt x="622" y="125"/>
                  </a:lnTo>
                  <a:lnTo>
                    <a:pt x="345"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2" name="Google Shape;9512;p63"/>
            <p:cNvSpPr/>
            <p:nvPr/>
          </p:nvSpPr>
          <p:spPr>
            <a:xfrm>
              <a:off x="5567636" y="2048058"/>
              <a:ext cx="32195" cy="33902"/>
            </a:xfrm>
            <a:custGeom>
              <a:avLst/>
              <a:gdLst/>
              <a:ahLst/>
              <a:cxnLst/>
              <a:rect l="l" t="t" r="r" b="b"/>
              <a:pathLst>
                <a:path w="1226" h="1291" extrusionOk="0">
                  <a:moveTo>
                    <a:pt x="479" y="1"/>
                  </a:moveTo>
                  <a:lnTo>
                    <a:pt x="0" y="1034"/>
                  </a:lnTo>
                  <a:lnTo>
                    <a:pt x="517" y="1254"/>
                  </a:lnTo>
                  <a:cubicBezTo>
                    <a:pt x="570" y="1279"/>
                    <a:pt x="626" y="1290"/>
                    <a:pt x="681" y="1290"/>
                  </a:cubicBezTo>
                  <a:cubicBezTo>
                    <a:pt x="843" y="1290"/>
                    <a:pt x="998" y="1192"/>
                    <a:pt x="1063" y="1034"/>
                  </a:cubicBezTo>
                  <a:lnTo>
                    <a:pt x="1187" y="757"/>
                  </a:lnTo>
                  <a:cubicBezTo>
                    <a:pt x="1225" y="652"/>
                    <a:pt x="1225" y="537"/>
                    <a:pt x="1187" y="431"/>
                  </a:cubicBezTo>
                  <a:cubicBezTo>
                    <a:pt x="1149" y="326"/>
                    <a:pt x="1063" y="250"/>
                    <a:pt x="967" y="202"/>
                  </a:cubicBezTo>
                  <a:lnTo>
                    <a:pt x="479"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3" name="Google Shape;9513;p63"/>
            <p:cNvSpPr/>
            <p:nvPr/>
          </p:nvSpPr>
          <p:spPr>
            <a:xfrm>
              <a:off x="5454561" y="2149842"/>
              <a:ext cx="86212" cy="184266"/>
            </a:xfrm>
            <a:custGeom>
              <a:avLst/>
              <a:gdLst/>
              <a:ahLst/>
              <a:cxnLst/>
              <a:rect l="l" t="t" r="r" b="b"/>
              <a:pathLst>
                <a:path w="3283" h="7017" extrusionOk="0">
                  <a:moveTo>
                    <a:pt x="9" y="1"/>
                  </a:moveTo>
                  <a:lnTo>
                    <a:pt x="9" y="6776"/>
                  </a:lnTo>
                  <a:cubicBezTo>
                    <a:pt x="9" y="6776"/>
                    <a:pt x="9" y="6786"/>
                    <a:pt x="9" y="6796"/>
                  </a:cubicBezTo>
                  <a:cubicBezTo>
                    <a:pt x="0" y="6915"/>
                    <a:pt x="87" y="7016"/>
                    <a:pt x="204" y="7016"/>
                  </a:cubicBezTo>
                  <a:cubicBezTo>
                    <a:pt x="209" y="7016"/>
                    <a:pt x="214" y="7016"/>
                    <a:pt x="220" y="7016"/>
                  </a:cubicBezTo>
                  <a:lnTo>
                    <a:pt x="3081" y="7016"/>
                  </a:lnTo>
                  <a:cubicBezTo>
                    <a:pt x="3087" y="7016"/>
                    <a:pt x="3093" y="7016"/>
                    <a:pt x="3099" y="7016"/>
                  </a:cubicBezTo>
                  <a:cubicBezTo>
                    <a:pt x="3196" y="7016"/>
                    <a:pt x="3273" y="6943"/>
                    <a:pt x="3282" y="6843"/>
                  </a:cubicBezTo>
                  <a:lnTo>
                    <a:pt x="3282" y="1"/>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4" name="Google Shape;9514;p63"/>
            <p:cNvSpPr/>
            <p:nvPr/>
          </p:nvSpPr>
          <p:spPr>
            <a:xfrm>
              <a:off x="5578193" y="2244089"/>
              <a:ext cx="85975" cy="90019"/>
            </a:xfrm>
            <a:custGeom>
              <a:avLst/>
              <a:gdLst/>
              <a:ahLst/>
              <a:cxnLst/>
              <a:rect l="l" t="t" r="r" b="b"/>
              <a:pathLst>
                <a:path w="3274" h="3428" extrusionOk="0">
                  <a:moveTo>
                    <a:pt x="0" y="1"/>
                  </a:moveTo>
                  <a:lnTo>
                    <a:pt x="0" y="3235"/>
                  </a:lnTo>
                  <a:cubicBezTo>
                    <a:pt x="0" y="3336"/>
                    <a:pt x="87" y="3427"/>
                    <a:pt x="195" y="3427"/>
                  </a:cubicBezTo>
                  <a:cubicBezTo>
                    <a:pt x="200" y="3427"/>
                    <a:pt x="205" y="3427"/>
                    <a:pt x="211" y="3427"/>
                  </a:cubicBezTo>
                  <a:lnTo>
                    <a:pt x="3072" y="3427"/>
                  </a:lnTo>
                  <a:cubicBezTo>
                    <a:pt x="3078" y="3427"/>
                    <a:pt x="3083" y="3427"/>
                    <a:pt x="3088" y="3427"/>
                  </a:cubicBezTo>
                  <a:cubicBezTo>
                    <a:pt x="3195" y="3427"/>
                    <a:pt x="3273" y="3336"/>
                    <a:pt x="3273" y="3235"/>
                  </a:cubicBezTo>
                  <a:lnTo>
                    <a:pt x="3273" y="1"/>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5" name="Google Shape;9515;p63"/>
            <p:cNvSpPr/>
            <p:nvPr/>
          </p:nvSpPr>
          <p:spPr>
            <a:xfrm>
              <a:off x="5473389" y="2149842"/>
              <a:ext cx="67383" cy="184266"/>
            </a:xfrm>
            <a:custGeom>
              <a:avLst/>
              <a:gdLst/>
              <a:ahLst/>
              <a:cxnLst/>
              <a:rect l="l" t="t" r="r" b="b"/>
              <a:pathLst>
                <a:path w="2566" h="7017" extrusionOk="0">
                  <a:moveTo>
                    <a:pt x="0" y="1"/>
                  </a:moveTo>
                  <a:lnTo>
                    <a:pt x="0" y="7016"/>
                  </a:lnTo>
                  <a:lnTo>
                    <a:pt x="2364" y="7016"/>
                  </a:lnTo>
                  <a:cubicBezTo>
                    <a:pt x="2370" y="7016"/>
                    <a:pt x="2375" y="7016"/>
                    <a:pt x="2380" y="7016"/>
                  </a:cubicBezTo>
                  <a:cubicBezTo>
                    <a:pt x="2478" y="7016"/>
                    <a:pt x="2556" y="6934"/>
                    <a:pt x="2565" y="6843"/>
                  </a:cubicBezTo>
                  <a:lnTo>
                    <a:pt x="2565"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6" name="Google Shape;9516;p63"/>
            <p:cNvSpPr/>
            <p:nvPr/>
          </p:nvSpPr>
          <p:spPr>
            <a:xfrm>
              <a:off x="5595262" y="2244089"/>
              <a:ext cx="69143" cy="90019"/>
            </a:xfrm>
            <a:custGeom>
              <a:avLst/>
              <a:gdLst/>
              <a:ahLst/>
              <a:cxnLst/>
              <a:rect l="l" t="t" r="r" b="b"/>
              <a:pathLst>
                <a:path w="2633" h="3428" extrusionOk="0">
                  <a:moveTo>
                    <a:pt x="1" y="1"/>
                  </a:moveTo>
                  <a:lnTo>
                    <a:pt x="1" y="3427"/>
                  </a:lnTo>
                  <a:lnTo>
                    <a:pt x="2422" y="3427"/>
                  </a:lnTo>
                  <a:cubicBezTo>
                    <a:pt x="2428" y="3427"/>
                    <a:pt x="2433" y="3427"/>
                    <a:pt x="2438" y="3427"/>
                  </a:cubicBezTo>
                  <a:cubicBezTo>
                    <a:pt x="2545" y="3427"/>
                    <a:pt x="2624" y="3336"/>
                    <a:pt x="2633" y="3235"/>
                  </a:cubicBezTo>
                  <a:lnTo>
                    <a:pt x="2633"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7" name="Google Shape;9517;p63"/>
            <p:cNvSpPr/>
            <p:nvPr/>
          </p:nvSpPr>
          <p:spPr>
            <a:xfrm>
              <a:off x="5334421" y="2274997"/>
              <a:ext cx="86973" cy="59348"/>
            </a:xfrm>
            <a:custGeom>
              <a:avLst/>
              <a:gdLst/>
              <a:ahLst/>
              <a:cxnLst/>
              <a:rect l="l" t="t" r="r" b="b"/>
              <a:pathLst>
                <a:path w="3312" h="2260" extrusionOk="0">
                  <a:moveTo>
                    <a:pt x="19" y="1"/>
                  </a:moveTo>
                  <a:lnTo>
                    <a:pt x="19" y="2039"/>
                  </a:lnTo>
                  <a:cubicBezTo>
                    <a:pt x="0" y="2154"/>
                    <a:pt x="86" y="2250"/>
                    <a:pt x="201" y="2259"/>
                  </a:cubicBezTo>
                  <a:lnTo>
                    <a:pt x="3110" y="2259"/>
                  </a:lnTo>
                  <a:cubicBezTo>
                    <a:pt x="3225" y="2250"/>
                    <a:pt x="3311" y="2154"/>
                    <a:pt x="3292" y="2039"/>
                  </a:cubicBezTo>
                  <a:lnTo>
                    <a:pt x="3292" y="1"/>
                  </a:lnTo>
                  <a:close/>
                </a:path>
              </a:pathLst>
            </a:custGeom>
            <a:solidFill>
              <a:srgbClr val="5D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8" name="Google Shape;9518;p63"/>
            <p:cNvSpPr/>
            <p:nvPr/>
          </p:nvSpPr>
          <p:spPr>
            <a:xfrm>
              <a:off x="5353512" y="2274997"/>
              <a:ext cx="67619" cy="59085"/>
            </a:xfrm>
            <a:custGeom>
              <a:avLst/>
              <a:gdLst/>
              <a:ahLst/>
              <a:cxnLst/>
              <a:rect l="l" t="t" r="r" b="b"/>
              <a:pathLst>
                <a:path w="2575" h="2250" extrusionOk="0">
                  <a:moveTo>
                    <a:pt x="0" y="1"/>
                  </a:moveTo>
                  <a:lnTo>
                    <a:pt x="0" y="2250"/>
                  </a:lnTo>
                  <a:lnTo>
                    <a:pt x="2383" y="2250"/>
                  </a:lnTo>
                  <a:cubicBezTo>
                    <a:pt x="2498" y="2250"/>
                    <a:pt x="2575" y="2144"/>
                    <a:pt x="2565" y="2039"/>
                  </a:cubicBezTo>
                  <a:lnTo>
                    <a:pt x="2565"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19" name="Google Shape;9519;p63"/>
            <p:cNvSpPr/>
            <p:nvPr/>
          </p:nvSpPr>
          <p:spPr>
            <a:xfrm>
              <a:off x="5454298" y="2121192"/>
              <a:ext cx="86973" cy="32457"/>
            </a:xfrm>
            <a:custGeom>
              <a:avLst/>
              <a:gdLst/>
              <a:ahLst/>
              <a:cxnLst/>
              <a:rect l="l" t="t" r="r" b="b"/>
              <a:pathLst>
                <a:path w="3312" h="1236" extrusionOk="0">
                  <a:moveTo>
                    <a:pt x="201" y="1"/>
                  </a:moveTo>
                  <a:cubicBezTo>
                    <a:pt x="86" y="1"/>
                    <a:pt x="0" y="106"/>
                    <a:pt x="19" y="221"/>
                  </a:cubicBezTo>
                  <a:lnTo>
                    <a:pt x="19" y="1235"/>
                  </a:lnTo>
                  <a:lnTo>
                    <a:pt x="3292" y="1235"/>
                  </a:lnTo>
                  <a:lnTo>
                    <a:pt x="3292" y="249"/>
                  </a:lnTo>
                  <a:cubicBezTo>
                    <a:pt x="3292" y="240"/>
                    <a:pt x="3292" y="230"/>
                    <a:pt x="3292" y="221"/>
                  </a:cubicBezTo>
                  <a:cubicBezTo>
                    <a:pt x="3311" y="106"/>
                    <a:pt x="3225" y="1"/>
                    <a:pt x="311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0" name="Google Shape;9520;p63"/>
            <p:cNvSpPr/>
            <p:nvPr/>
          </p:nvSpPr>
          <p:spPr>
            <a:xfrm>
              <a:off x="5473389" y="2121192"/>
              <a:ext cx="67882" cy="32457"/>
            </a:xfrm>
            <a:custGeom>
              <a:avLst/>
              <a:gdLst/>
              <a:ahLst/>
              <a:cxnLst/>
              <a:rect l="l" t="t" r="r" b="b"/>
              <a:pathLst>
                <a:path w="2585" h="1236" extrusionOk="0">
                  <a:moveTo>
                    <a:pt x="0" y="1"/>
                  </a:moveTo>
                  <a:lnTo>
                    <a:pt x="0" y="1235"/>
                  </a:lnTo>
                  <a:lnTo>
                    <a:pt x="2565" y="1235"/>
                  </a:lnTo>
                  <a:lnTo>
                    <a:pt x="2565" y="249"/>
                  </a:lnTo>
                  <a:cubicBezTo>
                    <a:pt x="2565" y="240"/>
                    <a:pt x="2565" y="230"/>
                    <a:pt x="2565" y="221"/>
                  </a:cubicBezTo>
                  <a:cubicBezTo>
                    <a:pt x="2584" y="106"/>
                    <a:pt x="2498" y="1"/>
                    <a:pt x="2383" y="1"/>
                  </a:cubicBez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1" name="Google Shape;9521;p63"/>
            <p:cNvSpPr/>
            <p:nvPr/>
          </p:nvSpPr>
          <p:spPr>
            <a:xfrm>
              <a:off x="5476146" y="1994435"/>
              <a:ext cx="24658" cy="44537"/>
            </a:xfrm>
            <a:custGeom>
              <a:avLst/>
              <a:gdLst/>
              <a:ahLst/>
              <a:cxnLst/>
              <a:rect l="l" t="t" r="r" b="b"/>
              <a:pathLst>
                <a:path w="939" h="1696" extrusionOk="0">
                  <a:moveTo>
                    <a:pt x="769" y="1"/>
                  </a:moveTo>
                  <a:cubicBezTo>
                    <a:pt x="690" y="1"/>
                    <a:pt x="613" y="24"/>
                    <a:pt x="546" y="71"/>
                  </a:cubicBezTo>
                  <a:cubicBezTo>
                    <a:pt x="441" y="129"/>
                    <a:pt x="374" y="224"/>
                    <a:pt x="345" y="339"/>
                  </a:cubicBezTo>
                  <a:lnTo>
                    <a:pt x="77" y="1315"/>
                  </a:lnTo>
                  <a:lnTo>
                    <a:pt x="58" y="1382"/>
                  </a:lnTo>
                  <a:lnTo>
                    <a:pt x="29" y="1516"/>
                  </a:lnTo>
                  <a:cubicBezTo>
                    <a:pt x="1" y="1583"/>
                    <a:pt x="29" y="1660"/>
                    <a:pt x="96" y="1689"/>
                  </a:cubicBezTo>
                  <a:cubicBezTo>
                    <a:pt x="111" y="1693"/>
                    <a:pt x="124" y="1696"/>
                    <a:pt x="135" y="1696"/>
                  </a:cubicBezTo>
                  <a:cubicBezTo>
                    <a:pt x="218" y="1696"/>
                    <a:pt x="240" y="1593"/>
                    <a:pt x="240" y="1593"/>
                  </a:cubicBezTo>
                  <a:lnTo>
                    <a:pt x="307" y="1335"/>
                  </a:lnTo>
                  <a:lnTo>
                    <a:pt x="575" y="368"/>
                  </a:lnTo>
                  <a:cubicBezTo>
                    <a:pt x="613" y="186"/>
                    <a:pt x="766" y="62"/>
                    <a:pt x="939" y="43"/>
                  </a:cubicBezTo>
                  <a:cubicBezTo>
                    <a:pt x="929" y="33"/>
                    <a:pt x="910" y="23"/>
                    <a:pt x="891" y="14"/>
                  </a:cubicBezTo>
                  <a:lnTo>
                    <a:pt x="872" y="14"/>
                  </a:lnTo>
                  <a:cubicBezTo>
                    <a:pt x="837" y="5"/>
                    <a:pt x="803" y="1"/>
                    <a:pt x="769"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2" name="Google Shape;9522;p63"/>
            <p:cNvSpPr/>
            <p:nvPr/>
          </p:nvSpPr>
          <p:spPr>
            <a:xfrm>
              <a:off x="5497758" y="2003731"/>
              <a:ext cx="18382" cy="41281"/>
            </a:xfrm>
            <a:custGeom>
              <a:avLst/>
              <a:gdLst/>
              <a:ahLst/>
              <a:cxnLst/>
              <a:rect l="l" t="t" r="r" b="b"/>
              <a:pathLst>
                <a:path w="700" h="1572" extrusionOk="0">
                  <a:moveTo>
                    <a:pt x="580" y="1"/>
                  </a:moveTo>
                  <a:cubicBezTo>
                    <a:pt x="464" y="1"/>
                    <a:pt x="362" y="87"/>
                    <a:pt x="355" y="215"/>
                  </a:cubicBezTo>
                  <a:lnTo>
                    <a:pt x="87" y="1191"/>
                  </a:lnTo>
                  <a:lnTo>
                    <a:pt x="68" y="1258"/>
                  </a:lnTo>
                  <a:lnTo>
                    <a:pt x="29" y="1402"/>
                  </a:lnTo>
                  <a:cubicBezTo>
                    <a:pt x="1" y="1459"/>
                    <a:pt x="39" y="1536"/>
                    <a:pt x="106" y="1564"/>
                  </a:cubicBezTo>
                  <a:cubicBezTo>
                    <a:pt x="120" y="1569"/>
                    <a:pt x="133" y="1571"/>
                    <a:pt x="145" y="1571"/>
                  </a:cubicBezTo>
                  <a:cubicBezTo>
                    <a:pt x="228" y="1571"/>
                    <a:pt x="250" y="1469"/>
                    <a:pt x="250" y="1469"/>
                  </a:cubicBezTo>
                  <a:lnTo>
                    <a:pt x="317" y="1210"/>
                  </a:lnTo>
                  <a:lnTo>
                    <a:pt x="584" y="244"/>
                  </a:lnTo>
                  <a:cubicBezTo>
                    <a:pt x="594" y="167"/>
                    <a:pt x="642" y="90"/>
                    <a:pt x="699" y="33"/>
                  </a:cubicBezTo>
                  <a:cubicBezTo>
                    <a:pt x="660" y="11"/>
                    <a:pt x="619" y="1"/>
                    <a:pt x="580"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3" name="Google Shape;9523;p63"/>
            <p:cNvSpPr/>
            <p:nvPr/>
          </p:nvSpPr>
          <p:spPr>
            <a:xfrm>
              <a:off x="5515615" y="2011872"/>
              <a:ext cx="18618" cy="41176"/>
            </a:xfrm>
            <a:custGeom>
              <a:avLst/>
              <a:gdLst/>
              <a:ahLst/>
              <a:cxnLst/>
              <a:rect l="l" t="t" r="r" b="b"/>
              <a:pathLst>
                <a:path w="709" h="1568" extrusionOk="0">
                  <a:moveTo>
                    <a:pt x="586" y="0"/>
                  </a:moveTo>
                  <a:cubicBezTo>
                    <a:pt x="453" y="0"/>
                    <a:pt x="331" y="100"/>
                    <a:pt x="316" y="240"/>
                  </a:cubicBezTo>
                  <a:lnTo>
                    <a:pt x="77" y="1187"/>
                  </a:lnTo>
                  <a:lnTo>
                    <a:pt x="67" y="1254"/>
                  </a:lnTo>
                  <a:lnTo>
                    <a:pt x="29" y="1398"/>
                  </a:lnTo>
                  <a:cubicBezTo>
                    <a:pt x="0" y="1455"/>
                    <a:pt x="29" y="1532"/>
                    <a:pt x="96" y="1561"/>
                  </a:cubicBezTo>
                  <a:cubicBezTo>
                    <a:pt x="111" y="1565"/>
                    <a:pt x="125" y="1567"/>
                    <a:pt x="138" y="1567"/>
                  </a:cubicBezTo>
                  <a:cubicBezTo>
                    <a:pt x="227" y="1567"/>
                    <a:pt x="249" y="1465"/>
                    <a:pt x="249" y="1465"/>
                  </a:cubicBezTo>
                  <a:lnTo>
                    <a:pt x="306" y="1206"/>
                  </a:lnTo>
                  <a:lnTo>
                    <a:pt x="546" y="269"/>
                  </a:lnTo>
                  <a:cubicBezTo>
                    <a:pt x="574" y="173"/>
                    <a:pt x="622" y="87"/>
                    <a:pt x="708" y="29"/>
                  </a:cubicBezTo>
                  <a:cubicBezTo>
                    <a:pt x="668" y="9"/>
                    <a:pt x="627" y="0"/>
                    <a:pt x="586"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4" name="Google Shape;9524;p63"/>
            <p:cNvSpPr/>
            <p:nvPr/>
          </p:nvSpPr>
          <p:spPr>
            <a:xfrm>
              <a:off x="5534706" y="2020669"/>
              <a:ext cx="16360" cy="37657"/>
            </a:xfrm>
            <a:custGeom>
              <a:avLst/>
              <a:gdLst/>
              <a:ahLst/>
              <a:cxnLst/>
              <a:rect l="l" t="t" r="r" b="b"/>
              <a:pathLst>
                <a:path w="623" h="1434" extrusionOk="0">
                  <a:moveTo>
                    <a:pt x="594" y="1"/>
                  </a:moveTo>
                  <a:cubicBezTo>
                    <a:pt x="508" y="1"/>
                    <a:pt x="422" y="20"/>
                    <a:pt x="355" y="68"/>
                  </a:cubicBezTo>
                  <a:lnTo>
                    <a:pt x="355" y="87"/>
                  </a:lnTo>
                  <a:lnTo>
                    <a:pt x="87" y="1063"/>
                  </a:lnTo>
                  <a:lnTo>
                    <a:pt x="68" y="1120"/>
                  </a:lnTo>
                  <a:lnTo>
                    <a:pt x="29" y="1264"/>
                  </a:lnTo>
                  <a:cubicBezTo>
                    <a:pt x="1" y="1331"/>
                    <a:pt x="29" y="1407"/>
                    <a:pt x="96" y="1427"/>
                  </a:cubicBezTo>
                  <a:cubicBezTo>
                    <a:pt x="113" y="1432"/>
                    <a:pt x="128" y="1434"/>
                    <a:pt x="141" y="1434"/>
                  </a:cubicBezTo>
                  <a:cubicBezTo>
                    <a:pt x="228" y="1434"/>
                    <a:pt x="249" y="1340"/>
                    <a:pt x="249" y="1340"/>
                  </a:cubicBezTo>
                  <a:lnTo>
                    <a:pt x="316" y="1072"/>
                  </a:lnTo>
                  <a:lnTo>
                    <a:pt x="575" y="106"/>
                  </a:lnTo>
                  <a:cubicBezTo>
                    <a:pt x="584" y="68"/>
                    <a:pt x="603" y="39"/>
                    <a:pt x="623"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5" name="Google Shape;9525;p63"/>
            <p:cNvSpPr/>
            <p:nvPr/>
          </p:nvSpPr>
          <p:spPr>
            <a:xfrm>
              <a:off x="5585230" y="2104097"/>
              <a:ext cx="13077" cy="47793"/>
            </a:xfrm>
            <a:custGeom>
              <a:avLst/>
              <a:gdLst/>
              <a:ahLst/>
              <a:cxnLst/>
              <a:rect l="l" t="t" r="r" b="b"/>
              <a:pathLst>
                <a:path w="498" h="1820" extrusionOk="0">
                  <a:moveTo>
                    <a:pt x="431" y="1"/>
                  </a:moveTo>
                  <a:cubicBezTo>
                    <a:pt x="306" y="10"/>
                    <a:pt x="201" y="58"/>
                    <a:pt x="125" y="144"/>
                  </a:cubicBezTo>
                  <a:cubicBezTo>
                    <a:pt x="38" y="221"/>
                    <a:pt x="0" y="336"/>
                    <a:pt x="0" y="451"/>
                  </a:cubicBezTo>
                  <a:lnTo>
                    <a:pt x="0" y="1465"/>
                  </a:lnTo>
                  <a:lnTo>
                    <a:pt x="0" y="1532"/>
                  </a:lnTo>
                  <a:lnTo>
                    <a:pt x="10" y="1676"/>
                  </a:lnTo>
                  <a:cubicBezTo>
                    <a:pt x="0" y="1743"/>
                    <a:pt x="48" y="1810"/>
                    <a:pt x="115" y="1819"/>
                  </a:cubicBezTo>
                  <a:cubicBezTo>
                    <a:pt x="119" y="1820"/>
                    <a:pt x="123" y="1820"/>
                    <a:pt x="127" y="1820"/>
                  </a:cubicBezTo>
                  <a:cubicBezTo>
                    <a:pt x="239" y="1820"/>
                    <a:pt x="239" y="1685"/>
                    <a:pt x="239" y="1685"/>
                  </a:cubicBezTo>
                  <a:lnTo>
                    <a:pt x="230" y="1417"/>
                  </a:lnTo>
                  <a:lnTo>
                    <a:pt x="230" y="422"/>
                  </a:lnTo>
                  <a:cubicBezTo>
                    <a:pt x="220" y="240"/>
                    <a:pt x="326" y="68"/>
                    <a:pt x="49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6" name="Google Shape;9526;p63"/>
            <p:cNvSpPr/>
            <p:nvPr/>
          </p:nvSpPr>
          <p:spPr>
            <a:xfrm>
              <a:off x="5606947" y="2109480"/>
              <a:ext cx="8456" cy="43171"/>
            </a:xfrm>
            <a:custGeom>
              <a:avLst/>
              <a:gdLst/>
              <a:ahLst/>
              <a:cxnLst/>
              <a:rect l="l" t="t" r="r" b="b"/>
              <a:pathLst>
                <a:path w="322" h="1644" extrusionOk="0">
                  <a:moveTo>
                    <a:pt x="268" y="0"/>
                  </a:moveTo>
                  <a:cubicBezTo>
                    <a:pt x="125" y="0"/>
                    <a:pt x="0" y="131"/>
                    <a:pt x="34" y="284"/>
                  </a:cubicBezTo>
                  <a:lnTo>
                    <a:pt x="34" y="1356"/>
                  </a:lnTo>
                  <a:lnTo>
                    <a:pt x="34" y="1499"/>
                  </a:lnTo>
                  <a:cubicBezTo>
                    <a:pt x="25" y="1576"/>
                    <a:pt x="73" y="1643"/>
                    <a:pt x="149" y="1643"/>
                  </a:cubicBezTo>
                  <a:cubicBezTo>
                    <a:pt x="153" y="1643"/>
                    <a:pt x="157" y="1643"/>
                    <a:pt x="161" y="1643"/>
                  </a:cubicBezTo>
                  <a:cubicBezTo>
                    <a:pt x="264" y="1643"/>
                    <a:pt x="264" y="1519"/>
                    <a:pt x="264" y="1519"/>
                  </a:cubicBezTo>
                  <a:lnTo>
                    <a:pt x="264" y="1251"/>
                  </a:lnTo>
                  <a:lnTo>
                    <a:pt x="264" y="246"/>
                  </a:lnTo>
                  <a:cubicBezTo>
                    <a:pt x="255" y="169"/>
                    <a:pt x="283" y="83"/>
                    <a:pt x="322" y="6"/>
                  </a:cubicBezTo>
                  <a:cubicBezTo>
                    <a:pt x="304" y="2"/>
                    <a:pt x="286" y="0"/>
                    <a:pt x="268"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7" name="Google Shape;9527;p63"/>
            <p:cNvSpPr/>
            <p:nvPr/>
          </p:nvSpPr>
          <p:spPr>
            <a:xfrm>
              <a:off x="5625513" y="2113314"/>
              <a:ext cx="8981" cy="43093"/>
            </a:xfrm>
            <a:custGeom>
              <a:avLst/>
              <a:gdLst/>
              <a:ahLst/>
              <a:cxnLst/>
              <a:rect l="l" t="t" r="r" b="b"/>
              <a:pathLst>
                <a:path w="342" h="1641" extrusionOk="0">
                  <a:moveTo>
                    <a:pt x="298" y="1"/>
                  </a:moveTo>
                  <a:cubicBezTo>
                    <a:pt x="135" y="1"/>
                    <a:pt x="1" y="143"/>
                    <a:pt x="36" y="310"/>
                  </a:cubicBezTo>
                  <a:lnTo>
                    <a:pt x="55" y="1296"/>
                  </a:lnTo>
                  <a:lnTo>
                    <a:pt x="55" y="1353"/>
                  </a:lnTo>
                  <a:lnTo>
                    <a:pt x="55" y="1507"/>
                  </a:lnTo>
                  <a:cubicBezTo>
                    <a:pt x="45" y="1574"/>
                    <a:pt x="93" y="1631"/>
                    <a:pt x="170" y="1641"/>
                  </a:cubicBezTo>
                  <a:cubicBezTo>
                    <a:pt x="174" y="1641"/>
                    <a:pt x="177" y="1641"/>
                    <a:pt x="181" y="1641"/>
                  </a:cubicBezTo>
                  <a:cubicBezTo>
                    <a:pt x="285" y="1641"/>
                    <a:pt x="285" y="1516"/>
                    <a:pt x="285" y="1516"/>
                  </a:cubicBezTo>
                  <a:lnTo>
                    <a:pt x="275" y="1248"/>
                  </a:lnTo>
                  <a:lnTo>
                    <a:pt x="256" y="282"/>
                  </a:lnTo>
                  <a:cubicBezTo>
                    <a:pt x="256" y="176"/>
                    <a:pt x="285" y="81"/>
                    <a:pt x="342" y="4"/>
                  </a:cubicBezTo>
                  <a:cubicBezTo>
                    <a:pt x="327" y="2"/>
                    <a:pt x="312" y="1"/>
                    <a:pt x="29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8" name="Google Shape;9528;p63"/>
            <p:cNvSpPr/>
            <p:nvPr/>
          </p:nvSpPr>
          <p:spPr>
            <a:xfrm>
              <a:off x="5646285" y="2117437"/>
              <a:ext cx="6801" cy="39731"/>
            </a:xfrm>
            <a:custGeom>
              <a:avLst/>
              <a:gdLst/>
              <a:ahLst/>
              <a:cxnLst/>
              <a:rect l="l" t="t" r="r" b="b"/>
              <a:pathLst>
                <a:path w="259" h="1513" extrusionOk="0">
                  <a:moveTo>
                    <a:pt x="221" y="0"/>
                  </a:moveTo>
                  <a:cubicBezTo>
                    <a:pt x="144" y="29"/>
                    <a:pt x="68" y="67"/>
                    <a:pt x="10" y="134"/>
                  </a:cubicBezTo>
                  <a:lnTo>
                    <a:pt x="10" y="144"/>
                  </a:lnTo>
                  <a:lnTo>
                    <a:pt x="10" y="1225"/>
                  </a:lnTo>
                  <a:lnTo>
                    <a:pt x="20" y="1369"/>
                  </a:lnTo>
                  <a:cubicBezTo>
                    <a:pt x="1" y="1436"/>
                    <a:pt x="58" y="1503"/>
                    <a:pt x="125" y="1512"/>
                  </a:cubicBezTo>
                  <a:cubicBezTo>
                    <a:pt x="130" y="1513"/>
                    <a:pt x="134" y="1513"/>
                    <a:pt x="139" y="1513"/>
                  </a:cubicBezTo>
                  <a:cubicBezTo>
                    <a:pt x="258" y="1513"/>
                    <a:pt x="250" y="1388"/>
                    <a:pt x="250" y="1388"/>
                  </a:cubicBezTo>
                  <a:lnTo>
                    <a:pt x="240" y="1120"/>
                  </a:lnTo>
                  <a:lnTo>
                    <a:pt x="240" y="115"/>
                  </a:lnTo>
                  <a:cubicBezTo>
                    <a:pt x="240" y="77"/>
                    <a:pt x="240" y="38"/>
                    <a:pt x="250"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9" name="Google Shape;9529;p63"/>
            <p:cNvSpPr/>
            <p:nvPr/>
          </p:nvSpPr>
          <p:spPr>
            <a:xfrm>
              <a:off x="5577694" y="2215439"/>
              <a:ext cx="86973" cy="32694"/>
            </a:xfrm>
            <a:custGeom>
              <a:avLst/>
              <a:gdLst/>
              <a:ahLst/>
              <a:cxnLst/>
              <a:rect l="l" t="t" r="r" b="b"/>
              <a:pathLst>
                <a:path w="3312" h="1245" extrusionOk="0">
                  <a:moveTo>
                    <a:pt x="201" y="1"/>
                  </a:moveTo>
                  <a:cubicBezTo>
                    <a:pt x="86" y="10"/>
                    <a:pt x="0" y="115"/>
                    <a:pt x="19" y="221"/>
                  </a:cubicBezTo>
                  <a:lnTo>
                    <a:pt x="19" y="1245"/>
                  </a:lnTo>
                  <a:lnTo>
                    <a:pt x="3302" y="1245"/>
                  </a:lnTo>
                  <a:lnTo>
                    <a:pt x="3302" y="249"/>
                  </a:lnTo>
                  <a:cubicBezTo>
                    <a:pt x="3292" y="240"/>
                    <a:pt x="3292" y="230"/>
                    <a:pt x="3292" y="221"/>
                  </a:cubicBezTo>
                  <a:cubicBezTo>
                    <a:pt x="3311" y="115"/>
                    <a:pt x="3225" y="10"/>
                    <a:pt x="311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0" name="Google Shape;9530;p63"/>
            <p:cNvSpPr/>
            <p:nvPr/>
          </p:nvSpPr>
          <p:spPr>
            <a:xfrm>
              <a:off x="5595262" y="2215439"/>
              <a:ext cx="69405" cy="32694"/>
            </a:xfrm>
            <a:custGeom>
              <a:avLst/>
              <a:gdLst/>
              <a:ahLst/>
              <a:cxnLst/>
              <a:rect l="l" t="t" r="r" b="b"/>
              <a:pathLst>
                <a:path w="2643" h="1245" extrusionOk="0">
                  <a:moveTo>
                    <a:pt x="1" y="1"/>
                  </a:moveTo>
                  <a:lnTo>
                    <a:pt x="1" y="1245"/>
                  </a:lnTo>
                  <a:lnTo>
                    <a:pt x="2633" y="1245"/>
                  </a:lnTo>
                  <a:lnTo>
                    <a:pt x="2633" y="249"/>
                  </a:lnTo>
                  <a:cubicBezTo>
                    <a:pt x="2623" y="240"/>
                    <a:pt x="2623" y="230"/>
                    <a:pt x="2623" y="221"/>
                  </a:cubicBezTo>
                  <a:cubicBezTo>
                    <a:pt x="2642" y="115"/>
                    <a:pt x="2556" y="10"/>
                    <a:pt x="2441" y="1"/>
                  </a:cubicBez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1" name="Google Shape;9531;p63"/>
            <p:cNvSpPr/>
            <p:nvPr/>
          </p:nvSpPr>
          <p:spPr>
            <a:xfrm>
              <a:off x="5334421" y="2246111"/>
              <a:ext cx="86973" cy="32431"/>
            </a:xfrm>
            <a:custGeom>
              <a:avLst/>
              <a:gdLst/>
              <a:ahLst/>
              <a:cxnLst/>
              <a:rect l="l" t="t" r="r" b="b"/>
              <a:pathLst>
                <a:path w="3312" h="1235" extrusionOk="0">
                  <a:moveTo>
                    <a:pt x="201" y="0"/>
                  </a:moveTo>
                  <a:cubicBezTo>
                    <a:pt x="86" y="10"/>
                    <a:pt x="0" y="105"/>
                    <a:pt x="19" y="220"/>
                  </a:cubicBezTo>
                  <a:lnTo>
                    <a:pt x="19" y="1235"/>
                  </a:lnTo>
                  <a:lnTo>
                    <a:pt x="3292" y="1235"/>
                  </a:lnTo>
                  <a:lnTo>
                    <a:pt x="3292" y="249"/>
                  </a:lnTo>
                  <a:cubicBezTo>
                    <a:pt x="3292" y="239"/>
                    <a:pt x="3292" y="230"/>
                    <a:pt x="3292" y="220"/>
                  </a:cubicBezTo>
                  <a:cubicBezTo>
                    <a:pt x="3311" y="105"/>
                    <a:pt x="3225" y="10"/>
                    <a:pt x="311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2" name="Google Shape;9532;p63"/>
            <p:cNvSpPr/>
            <p:nvPr/>
          </p:nvSpPr>
          <p:spPr>
            <a:xfrm>
              <a:off x="5353512" y="2246111"/>
              <a:ext cx="67882" cy="32431"/>
            </a:xfrm>
            <a:custGeom>
              <a:avLst/>
              <a:gdLst/>
              <a:ahLst/>
              <a:cxnLst/>
              <a:rect l="l" t="t" r="r" b="b"/>
              <a:pathLst>
                <a:path w="2585" h="1235" extrusionOk="0">
                  <a:moveTo>
                    <a:pt x="0" y="0"/>
                  </a:moveTo>
                  <a:lnTo>
                    <a:pt x="0" y="1235"/>
                  </a:lnTo>
                  <a:lnTo>
                    <a:pt x="2565" y="1235"/>
                  </a:lnTo>
                  <a:lnTo>
                    <a:pt x="2565" y="249"/>
                  </a:lnTo>
                  <a:cubicBezTo>
                    <a:pt x="2565" y="239"/>
                    <a:pt x="2565" y="230"/>
                    <a:pt x="2565" y="220"/>
                  </a:cubicBezTo>
                  <a:cubicBezTo>
                    <a:pt x="2584" y="105"/>
                    <a:pt x="2498" y="10"/>
                    <a:pt x="2383" y="0"/>
                  </a:cubicBez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33" name="Google Shape;9533;p63"/>
          <p:cNvGrpSpPr/>
          <p:nvPr/>
        </p:nvGrpSpPr>
        <p:grpSpPr>
          <a:xfrm>
            <a:off x="5761313" y="1824283"/>
            <a:ext cx="348339" cy="348103"/>
            <a:chOff x="5765926" y="1976683"/>
            <a:chExt cx="348339" cy="348103"/>
          </a:xfrm>
        </p:grpSpPr>
        <p:sp>
          <p:nvSpPr>
            <p:cNvPr id="9534" name="Google Shape;9534;p63"/>
            <p:cNvSpPr/>
            <p:nvPr/>
          </p:nvSpPr>
          <p:spPr>
            <a:xfrm>
              <a:off x="5765926" y="1976683"/>
              <a:ext cx="263808" cy="173946"/>
            </a:xfrm>
            <a:custGeom>
              <a:avLst/>
              <a:gdLst/>
              <a:ahLst/>
              <a:cxnLst/>
              <a:rect l="l" t="t" r="r" b="b"/>
              <a:pathLst>
                <a:path w="10046" h="6624" extrusionOk="0">
                  <a:moveTo>
                    <a:pt x="862" y="1"/>
                  </a:moveTo>
                  <a:cubicBezTo>
                    <a:pt x="383" y="1"/>
                    <a:pt x="0" y="384"/>
                    <a:pt x="0" y="853"/>
                  </a:cubicBezTo>
                  <a:lnTo>
                    <a:pt x="0" y="6413"/>
                  </a:lnTo>
                  <a:cubicBezTo>
                    <a:pt x="0" y="6528"/>
                    <a:pt x="96" y="6623"/>
                    <a:pt x="220" y="6623"/>
                  </a:cubicBezTo>
                  <a:lnTo>
                    <a:pt x="2354" y="6623"/>
                  </a:lnTo>
                  <a:cubicBezTo>
                    <a:pt x="2594" y="6623"/>
                    <a:pt x="2785" y="6432"/>
                    <a:pt x="2785" y="6202"/>
                  </a:cubicBezTo>
                  <a:lnTo>
                    <a:pt x="2785" y="5772"/>
                  </a:lnTo>
                  <a:cubicBezTo>
                    <a:pt x="2785" y="5590"/>
                    <a:pt x="2709" y="5418"/>
                    <a:pt x="2565" y="5293"/>
                  </a:cubicBezTo>
                  <a:cubicBezTo>
                    <a:pt x="1723" y="4594"/>
                    <a:pt x="2211" y="3216"/>
                    <a:pt x="3312" y="3207"/>
                  </a:cubicBezTo>
                  <a:cubicBezTo>
                    <a:pt x="4412" y="3207"/>
                    <a:pt x="4919" y="4575"/>
                    <a:pt x="4068" y="5284"/>
                  </a:cubicBezTo>
                  <a:cubicBezTo>
                    <a:pt x="3934" y="5408"/>
                    <a:pt x="3847" y="5580"/>
                    <a:pt x="3847" y="5762"/>
                  </a:cubicBezTo>
                  <a:lnTo>
                    <a:pt x="3847" y="6202"/>
                  </a:lnTo>
                  <a:cubicBezTo>
                    <a:pt x="3847" y="6432"/>
                    <a:pt x="4039" y="6623"/>
                    <a:pt x="4278" y="6623"/>
                  </a:cubicBezTo>
                  <a:lnTo>
                    <a:pt x="6623" y="6623"/>
                  </a:lnTo>
                  <a:lnTo>
                    <a:pt x="6623" y="4279"/>
                  </a:lnTo>
                  <a:cubicBezTo>
                    <a:pt x="6623" y="4039"/>
                    <a:pt x="6814" y="3848"/>
                    <a:pt x="7054" y="3848"/>
                  </a:cubicBezTo>
                  <a:lnTo>
                    <a:pt x="7484" y="3848"/>
                  </a:lnTo>
                  <a:cubicBezTo>
                    <a:pt x="7676" y="3848"/>
                    <a:pt x="7848" y="3925"/>
                    <a:pt x="7963" y="4068"/>
                  </a:cubicBezTo>
                  <a:cubicBezTo>
                    <a:pt x="8211" y="4359"/>
                    <a:pt x="8536" y="4489"/>
                    <a:pt x="8856" y="4489"/>
                  </a:cubicBezTo>
                  <a:cubicBezTo>
                    <a:pt x="9462" y="4489"/>
                    <a:pt x="10046" y="4023"/>
                    <a:pt x="10039" y="3303"/>
                  </a:cubicBezTo>
                  <a:cubicBezTo>
                    <a:pt x="10039" y="2589"/>
                    <a:pt x="9460" y="2132"/>
                    <a:pt x="8862" y="2132"/>
                  </a:cubicBezTo>
                  <a:cubicBezTo>
                    <a:pt x="8538" y="2132"/>
                    <a:pt x="8208" y="2266"/>
                    <a:pt x="7963" y="2566"/>
                  </a:cubicBezTo>
                  <a:cubicBezTo>
                    <a:pt x="7845" y="2693"/>
                    <a:pt x="7683" y="2777"/>
                    <a:pt x="7512" y="2777"/>
                  </a:cubicBezTo>
                  <a:cubicBezTo>
                    <a:pt x="7503" y="2777"/>
                    <a:pt x="7493" y="2777"/>
                    <a:pt x="7484" y="2776"/>
                  </a:cubicBezTo>
                  <a:lnTo>
                    <a:pt x="7054" y="2776"/>
                  </a:lnTo>
                  <a:cubicBezTo>
                    <a:pt x="6814" y="2776"/>
                    <a:pt x="6632" y="2585"/>
                    <a:pt x="6632" y="2355"/>
                  </a:cubicBezTo>
                  <a:lnTo>
                    <a:pt x="6632" y="211"/>
                  </a:lnTo>
                  <a:cubicBezTo>
                    <a:pt x="6632" y="96"/>
                    <a:pt x="6537" y="1"/>
                    <a:pt x="64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5" name="Google Shape;9535;p63"/>
            <p:cNvSpPr/>
            <p:nvPr/>
          </p:nvSpPr>
          <p:spPr>
            <a:xfrm>
              <a:off x="5940082" y="1976683"/>
              <a:ext cx="174183" cy="263677"/>
            </a:xfrm>
            <a:custGeom>
              <a:avLst/>
              <a:gdLst/>
              <a:ahLst/>
              <a:cxnLst/>
              <a:rect l="l" t="t" r="r" b="b"/>
              <a:pathLst>
                <a:path w="6633" h="10041" extrusionOk="0">
                  <a:moveTo>
                    <a:pt x="221" y="1"/>
                  </a:moveTo>
                  <a:cubicBezTo>
                    <a:pt x="96" y="1"/>
                    <a:pt x="0" y="96"/>
                    <a:pt x="0" y="211"/>
                  </a:cubicBezTo>
                  <a:lnTo>
                    <a:pt x="0" y="2355"/>
                  </a:lnTo>
                  <a:cubicBezTo>
                    <a:pt x="0" y="2585"/>
                    <a:pt x="192" y="2776"/>
                    <a:pt x="431" y="2776"/>
                  </a:cubicBezTo>
                  <a:lnTo>
                    <a:pt x="852" y="2776"/>
                  </a:lnTo>
                  <a:cubicBezTo>
                    <a:pt x="863" y="2777"/>
                    <a:pt x="874" y="2777"/>
                    <a:pt x="884" y="2777"/>
                  </a:cubicBezTo>
                  <a:cubicBezTo>
                    <a:pt x="1063" y="2777"/>
                    <a:pt x="1222" y="2701"/>
                    <a:pt x="1331" y="2566"/>
                  </a:cubicBezTo>
                  <a:cubicBezTo>
                    <a:pt x="1575" y="2268"/>
                    <a:pt x="1904" y="2135"/>
                    <a:pt x="2228" y="2135"/>
                  </a:cubicBezTo>
                  <a:cubicBezTo>
                    <a:pt x="2831" y="2135"/>
                    <a:pt x="3417" y="2593"/>
                    <a:pt x="3417" y="3303"/>
                  </a:cubicBezTo>
                  <a:cubicBezTo>
                    <a:pt x="3423" y="4023"/>
                    <a:pt x="2835" y="4489"/>
                    <a:pt x="2229" y="4489"/>
                  </a:cubicBezTo>
                  <a:cubicBezTo>
                    <a:pt x="1910" y="4489"/>
                    <a:pt x="1585" y="4359"/>
                    <a:pt x="1340" y="4068"/>
                  </a:cubicBezTo>
                  <a:cubicBezTo>
                    <a:pt x="1225" y="3934"/>
                    <a:pt x="1053" y="3848"/>
                    <a:pt x="862" y="3848"/>
                  </a:cubicBezTo>
                  <a:lnTo>
                    <a:pt x="431" y="3848"/>
                  </a:lnTo>
                  <a:cubicBezTo>
                    <a:pt x="192" y="3848"/>
                    <a:pt x="0" y="4039"/>
                    <a:pt x="0" y="4279"/>
                  </a:cubicBezTo>
                  <a:lnTo>
                    <a:pt x="0" y="6623"/>
                  </a:lnTo>
                  <a:lnTo>
                    <a:pt x="2355" y="6623"/>
                  </a:lnTo>
                  <a:cubicBezTo>
                    <a:pt x="2594" y="6623"/>
                    <a:pt x="2785" y="6815"/>
                    <a:pt x="2785" y="7054"/>
                  </a:cubicBezTo>
                  <a:lnTo>
                    <a:pt x="2785" y="7485"/>
                  </a:lnTo>
                  <a:cubicBezTo>
                    <a:pt x="2776" y="7676"/>
                    <a:pt x="2699" y="7848"/>
                    <a:pt x="2556" y="7963"/>
                  </a:cubicBezTo>
                  <a:cubicBezTo>
                    <a:pt x="1716" y="8669"/>
                    <a:pt x="2217" y="10040"/>
                    <a:pt x="3310" y="10040"/>
                  </a:cubicBezTo>
                  <a:cubicBezTo>
                    <a:pt x="3314" y="10040"/>
                    <a:pt x="3318" y="10040"/>
                    <a:pt x="3321" y="10040"/>
                  </a:cubicBezTo>
                  <a:cubicBezTo>
                    <a:pt x="4422" y="10040"/>
                    <a:pt x="4910" y="8652"/>
                    <a:pt x="4058" y="7954"/>
                  </a:cubicBezTo>
                  <a:cubicBezTo>
                    <a:pt x="3924" y="7839"/>
                    <a:pt x="3848" y="7667"/>
                    <a:pt x="3848" y="7475"/>
                  </a:cubicBezTo>
                  <a:lnTo>
                    <a:pt x="3848" y="7054"/>
                  </a:lnTo>
                  <a:cubicBezTo>
                    <a:pt x="3848" y="6815"/>
                    <a:pt x="4039" y="6623"/>
                    <a:pt x="4278" y="6623"/>
                  </a:cubicBezTo>
                  <a:lnTo>
                    <a:pt x="6413" y="6623"/>
                  </a:lnTo>
                  <a:cubicBezTo>
                    <a:pt x="6527" y="6623"/>
                    <a:pt x="6633" y="6528"/>
                    <a:pt x="6633" y="6413"/>
                  </a:cubicBezTo>
                  <a:lnTo>
                    <a:pt x="6633" y="853"/>
                  </a:lnTo>
                  <a:cubicBezTo>
                    <a:pt x="6633" y="384"/>
                    <a:pt x="6250" y="1"/>
                    <a:pt x="5771"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6" name="Google Shape;9536;p63"/>
            <p:cNvSpPr/>
            <p:nvPr/>
          </p:nvSpPr>
          <p:spPr>
            <a:xfrm>
              <a:off x="5850194" y="2150603"/>
              <a:ext cx="263834" cy="174183"/>
            </a:xfrm>
            <a:custGeom>
              <a:avLst/>
              <a:gdLst/>
              <a:ahLst/>
              <a:cxnLst/>
              <a:rect l="l" t="t" r="r" b="b"/>
              <a:pathLst>
                <a:path w="10047" h="6633" extrusionOk="0">
                  <a:moveTo>
                    <a:pt x="3423" y="0"/>
                  </a:moveTo>
                  <a:lnTo>
                    <a:pt x="3423" y="2355"/>
                  </a:lnTo>
                  <a:cubicBezTo>
                    <a:pt x="3423" y="2594"/>
                    <a:pt x="3232" y="2785"/>
                    <a:pt x="2993" y="2785"/>
                  </a:cubicBezTo>
                  <a:lnTo>
                    <a:pt x="2562" y="2785"/>
                  </a:lnTo>
                  <a:cubicBezTo>
                    <a:pt x="2371" y="2785"/>
                    <a:pt x="2198" y="2699"/>
                    <a:pt x="2084" y="2556"/>
                  </a:cubicBezTo>
                  <a:cubicBezTo>
                    <a:pt x="1836" y="2265"/>
                    <a:pt x="1510" y="2135"/>
                    <a:pt x="1190" y="2135"/>
                  </a:cubicBezTo>
                  <a:cubicBezTo>
                    <a:pt x="585" y="2135"/>
                    <a:pt x="1" y="2601"/>
                    <a:pt x="7" y="3321"/>
                  </a:cubicBezTo>
                  <a:cubicBezTo>
                    <a:pt x="7" y="4037"/>
                    <a:pt x="590" y="4494"/>
                    <a:pt x="1190" y="4494"/>
                  </a:cubicBezTo>
                  <a:cubicBezTo>
                    <a:pt x="1512" y="4494"/>
                    <a:pt x="1839" y="4362"/>
                    <a:pt x="2084" y="4068"/>
                  </a:cubicBezTo>
                  <a:cubicBezTo>
                    <a:pt x="2208" y="3924"/>
                    <a:pt x="2380" y="3848"/>
                    <a:pt x="2562" y="3848"/>
                  </a:cubicBezTo>
                  <a:lnTo>
                    <a:pt x="2993" y="3848"/>
                  </a:lnTo>
                  <a:cubicBezTo>
                    <a:pt x="3232" y="3848"/>
                    <a:pt x="3423" y="4039"/>
                    <a:pt x="3423" y="4278"/>
                  </a:cubicBezTo>
                  <a:lnTo>
                    <a:pt x="3423" y="6412"/>
                  </a:lnTo>
                  <a:cubicBezTo>
                    <a:pt x="3414" y="6537"/>
                    <a:pt x="3519" y="6633"/>
                    <a:pt x="3634" y="6633"/>
                  </a:cubicBezTo>
                  <a:lnTo>
                    <a:pt x="9194" y="6633"/>
                  </a:lnTo>
                  <a:cubicBezTo>
                    <a:pt x="9663" y="6633"/>
                    <a:pt x="10046" y="6250"/>
                    <a:pt x="10046" y="5771"/>
                  </a:cubicBezTo>
                  <a:lnTo>
                    <a:pt x="10046" y="221"/>
                  </a:lnTo>
                  <a:cubicBezTo>
                    <a:pt x="10046" y="96"/>
                    <a:pt x="9950" y="0"/>
                    <a:pt x="9836" y="0"/>
                  </a:cubicBezTo>
                  <a:lnTo>
                    <a:pt x="7692" y="0"/>
                  </a:lnTo>
                  <a:cubicBezTo>
                    <a:pt x="7453" y="0"/>
                    <a:pt x="7261" y="192"/>
                    <a:pt x="7261" y="431"/>
                  </a:cubicBezTo>
                  <a:lnTo>
                    <a:pt x="7261" y="852"/>
                  </a:lnTo>
                  <a:cubicBezTo>
                    <a:pt x="7261" y="1044"/>
                    <a:pt x="7338" y="1216"/>
                    <a:pt x="7481" y="1331"/>
                  </a:cubicBezTo>
                  <a:cubicBezTo>
                    <a:pt x="8323" y="2029"/>
                    <a:pt x="7835" y="3417"/>
                    <a:pt x="6735" y="3417"/>
                  </a:cubicBezTo>
                  <a:cubicBezTo>
                    <a:pt x="6731" y="3417"/>
                    <a:pt x="6727" y="3417"/>
                    <a:pt x="6723" y="3417"/>
                  </a:cubicBezTo>
                  <a:cubicBezTo>
                    <a:pt x="5631" y="3417"/>
                    <a:pt x="5130" y="2046"/>
                    <a:pt x="5969" y="1340"/>
                  </a:cubicBezTo>
                  <a:cubicBezTo>
                    <a:pt x="6113" y="1225"/>
                    <a:pt x="6199" y="1053"/>
                    <a:pt x="6199" y="862"/>
                  </a:cubicBezTo>
                  <a:lnTo>
                    <a:pt x="6199" y="431"/>
                  </a:lnTo>
                  <a:cubicBezTo>
                    <a:pt x="6199" y="192"/>
                    <a:pt x="6007" y="0"/>
                    <a:pt x="5768"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7" name="Google Shape;9537;p63"/>
            <p:cNvSpPr/>
            <p:nvPr/>
          </p:nvSpPr>
          <p:spPr>
            <a:xfrm>
              <a:off x="5765926" y="2060873"/>
              <a:ext cx="173920" cy="263913"/>
            </a:xfrm>
            <a:custGeom>
              <a:avLst/>
              <a:gdLst/>
              <a:ahLst/>
              <a:cxnLst/>
              <a:rect l="l" t="t" r="r" b="b"/>
              <a:pathLst>
                <a:path w="6623" h="10050" extrusionOk="0">
                  <a:moveTo>
                    <a:pt x="3312" y="1"/>
                  </a:moveTo>
                  <a:cubicBezTo>
                    <a:pt x="2211" y="10"/>
                    <a:pt x="1713" y="1388"/>
                    <a:pt x="2565" y="2087"/>
                  </a:cubicBezTo>
                  <a:cubicBezTo>
                    <a:pt x="2709" y="2212"/>
                    <a:pt x="2785" y="2384"/>
                    <a:pt x="2776" y="2566"/>
                  </a:cubicBezTo>
                  <a:lnTo>
                    <a:pt x="2776" y="2996"/>
                  </a:lnTo>
                  <a:cubicBezTo>
                    <a:pt x="2776" y="3226"/>
                    <a:pt x="2594" y="3417"/>
                    <a:pt x="2354" y="3417"/>
                  </a:cubicBezTo>
                  <a:lnTo>
                    <a:pt x="220" y="3417"/>
                  </a:lnTo>
                  <a:cubicBezTo>
                    <a:pt x="96" y="3417"/>
                    <a:pt x="0" y="3513"/>
                    <a:pt x="0" y="3638"/>
                  </a:cubicBezTo>
                  <a:lnTo>
                    <a:pt x="0" y="9188"/>
                  </a:lnTo>
                  <a:cubicBezTo>
                    <a:pt x="0" y="9657"/>
                    <a:pt x="383" y="10050"/>
                    <a:pt x="852" y="10050"/>
                  </a:cubicBezTo>
                  <a:lnTo>
                    <a:pt x="6412" y="10050"/>
                  </a:lnTo>
                  <a:cubicBezTo>
                    <a:pt x="6527" y="10050"/>
                    <a:pt x="6623" y="9944"/>
                    <a:pt x="6623" y="9829"/>
                  </a:cubicBezTo>
                  <a:lnTo>
                    <a:pt x="6623" y="7695"/>
                  </a:lnTo>
                  <a:cubicBezTo>
                    <a:pt x="6623" y="7456"/>
                    <a:pt x="6431" y="7265"/>
                    <a:pt x="6202" y="7265"/>
                  </a:cubicBezTo>
                  <a:lnTo>
                    <a:pt x="5771" y="7265"/>
                  </a:lnTo>
                  <a:cubicBezTo>
                    <a:pt x="5589" y="7265"/>
                    <a:pt x="5417" y="7341"/>
                    <a:pt x="5293" y="7485"/>
                  </a:cubicBezTo>
                  <a:cubicBezTo>
                    <a:pt x="5048" y="7779"/>
                    <a:pt x="4721" y="7911"/>
                    <a:pt x="4398" y="7911"/>
                  </a:cubicBezTo>
                  <a:cubicBezTo>
                    <a:pt x="3798" y="7911"/>
                    <a:pt x="3212" y="7454"/>
                    <a:pt x="3206" y="6738"/>
                  </a:cubicBezTo>
                  <a:cubicBezTo>
                    <a:pt x="3206" y="6018"/>
                    <a:pt x="3793" y="5552"/>
                    <a:pt x="4396" y="5552"/>
                  </a:cubicBezTo>
                  <a:cubicBezTo>
                    <a:pt x="4715" y="5552"/>
                    <a:pt x="5038" y="5682"/>
                    <a:pt x="5283" y="5973"/>
                  </a:cubicBezTo>
                  <a:cubicBezTo>
                    <a:pt x="5407" y="6116"/>
                    <a:pt x="5580" y="6202"/>
                    <a:pt x="5762" y="6202"/>
                  </a:cubicBezTo>
                  <a:lnTo>
                    <a:pt x="6202" y="6202"/>
                  </a:lnTo>
                  <a:cubicBezTo>
                    <a:pt x="6431" y="6202"/>
                    <a:pt x="6623" y="6011"/>
                    <a:pt x="6623" y="5772"/>
                  </a:cubicBezTo>
                  <a:lnTo>
                    <a:pt x="6623" y="3417"/>
                  </a:lnTo>
                  <a:lnTo>
                    <a:pt x="4278" y="3417"/>
                  </a:lnTo>
                  <a:cubicBezTo>
                    <a:pt x="4039" y="3417"/>
                    <a:pt x="3847" y="3226"/>
                    <a:pt x="3847" y="2996"/>
                  </a:cubicBezTo>
                  <a:lnTo>
                    <a:pt x="3847" y="2556"/>
                  </a:lnTo>
                  <a:cubicBezTo>
                    <a:pt x="3847" y="2374"/>
                    <a:pt x="3934" y="2202"/>
                    <a:pt x="4068" y="2078"/>
                  </a:cubicBezTo>
                  <a:cubicBezTo>
                    <a:pt x="4910" y="1369"/>
                    <a:pt x="4412" y="1"/>
                    <a:pt x="3312"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8" name="Google Shape;9538;p63"/>
            <p:cNvSpPr/>
            <p:nvPr/>
          </p:nvSpPr>
          <p:spPr>
            <a:xfrm>
              <a:off x="5765926" y="2150603"/>
              <a:ext cx="39469" cy="174183"/>
            </a:xfrm>
            <a:custGeom>
              <a:avLst/>
              <a:gdLst/>
              <a:ahLst/>
              <a:cxnLst/>
              <a:rect l="l" t="t" r="r" b="b"/>
              <a:pathLst>
                <a:path w="1503" h="6633" extrusionOk="0">
                  <a:moveTo>
                    <a:pt x="220" y="0"/>
                  </a:moveTo>
                  <a:cubicBezTo>
                    <a:pt x="96" y="0"/>
                    <a:pt x="0" y="96"/>
                    <a:pt x="0" y="221"/>
                  </a:cubicBezTo>
                  <a:lnTo>
                    <a:pt x="0" y="5771"/>
                  </a:lnTo>
                  <a:cubicBezTo>
                    <a:pt x="0" y="6250"/>
                    <a:pt x="383" y="6633"/>
                    <a:pt x="862" y="6633"/>
                  </a:cubicBezTo>
                  <a:lnTo>
                    <a:pt x="1503" y="6633"/>
                  </a:lnTo>
                  <a:cubicBezTo>
                    <a:pt x="1024" y="6633"/>
                    <a:pt x="641" y="6250"/>
                    <a:pt x="641" y="5771"/>
                  </a:cubicBezTo>
                  <a:lnTo>
                    <a:pt x="641" y="221"/>
                  </a:lnTo>
                  <a:cubicBezTo>
                    <a:pt x="641" y="96"/>
                    <a:pt x="737" y="0"/>
                    <a:pt x="862"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9" name="Google Shape;9539;p63"/>
            <p:cNvSpPr/>
            <p:nvPr/>
          </p:nvSpPr>
          <p:spPr>
            <a:xfrm>
              <a:off x="5810778" y="2061057"/>
              <a:ext cx="47898" cy="89573"/>
            </a:xfrm>
            <a:custGeom>
              <a:avLst/>
              <a:gdLst/>
              <a:ahLst/>
              <a:cxnLst/>
              <a:rect l="l" t="t" r="r" b="b"/>
              <a:pathLst>
                <a:path w="1824" h="3411" extrusionOk="0">
                  <a:moveTo>
                    <a:pt x="1593" y="1"/>
                  </a:moveTo>
                  <a:cubicBezTo>
                    <a:pt x="551" y="1"/>
                    <a:pt x="0" y="1366"/>
                    <a:pt x="867" y="2080"/>
                  </a:cubicBezTo>
                  <a:lnTo>
                    <a:pt x="857" y="2080"/>
                  </a:lnTo>
                  <a:cubicBezTo>
                    <a:pt x="1001" y="2205"/>
                    <a:pt x="1077" y="2377"/>
                    <a:pt x="1077" y="2559"/>
                  </a:cubicBezTo>
                  <a:lnTo>
                    <a:pt x="1077" y="2989"/>
                  </a:lnTo>
                  <a:cubicBezTo>
                    <a:pt x="1077" y="3219"/>
                    <a:pt x="886" y="3410"/>
                    <a:pt x="646" y="3410"/>
                  </a:cubicBezTo>
                  <a:lnTo>
                    <a:pt x="1077" y="3410"/>
                  </a:lnTo>
                  <a:cubicBezTo>
                    <a:pt x="1307" y="3410"/>
                    <a:pt x="1498" y="3219"/>
                    <a:pt x="1498" y="2989"/>
                  </a:cubicBezTo>
                  <a:lnTo>
                    <a:pt x="1498" y="2559"/>
                  </a:lnTo>
                  <a:cubicBezTo>
                    <a:pt x="1508" y="2377"/>
                    <a:pt x="1422" y="2205"/>
                    <a:pt x="1288" y="2080"/>
                  </a:cubicBezTo>
                  <a:cubicBezTo>
                    <a:pt x="513" y="1448"/>
                    <a:pt x="838" y="195"/>
                    <a:pt x="1824" y="23"/>
                  </a:cubicBezTo>
                  <a:cubicBezTo>
                    <a:pt x="1744" y="8"/>
                    <a:pt x="1667" y="1"/>
                    <a:pt x="1593"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0" name="Google Shape;9540;p63"/>
            <p:cNvSpPr/>
            <p:nvPr/>
          </p:nvSpPr>
          <p:spPr>
            <a:xfrm>
              <a:off x="5765926" y="1976683"/>
              <a:ext cx="39469" cy="173946"/>
            </a:xfrm>
            <a:custGeom>
              <a:avLst/>
              <a:gdLst/>
              <a:ahLst/>
              <a:cxnLst/>
              <a:rect l="l" t="t" r="r" b="b"/>
              <a:pathLst>
                <a:path w="1503" h="6624" extrusionOk="0">
                  <a:moveTo>
                    <a:pt x="862" y="1"/>
                  </a:moveTo>
                  <a:cubicBezTo>
                    <a:pt x="383" y="1"/>
                    <a:pt x="0" y="384"/>
                    <a:pt x="0" y="853"/>
                  </a:cubicBezTo>
                  <a:lnTo>
                    <a:pt x="0" y="6413"/>
                  </a:lnTo>
                  <a:cubicBezTo>
                    <a:pt x="0" y="6528"/>
                    <a:pt x="96" y="6623"/>
                    <a:pt x="220" y="6623"/>
                  </a:cubicBezTo>
                  <a:lnTo>
                    <a:pt x="862" y="6623"/>
                  </a:lnTo>
                  <a:cubicBezTo>
                    <a:pt x="737" y="6623"/>
                    <a:pt x="641" y="6528"/>
                    <a:pt x="641" y="6413"/>
                  </a:cubicBezTo>
                  <a:lnTo>
                    <a:pt x="641" y="853"/>
                  </a:lnTo>
                  <a:cubicBezTo>
                    <a:pt x="641" y="384"/>
                    <a:pt x="1024" y="1"/>
                    <a:pt x="150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1" name="Google Shape;9541;p63"/>
            <p:cNvSpPr/>
            <p:nvPr/>
          </p:nvSpPr>
          <p:spPr>
            <a:xfrm>
              <a:off x="6004655" y="2032906"/>
              <a:ext cx="39232" cy="61553"/>
            </a:xfrm>
            <a:custGeom>
              <a:avLst/>
              <a:gdLst/>
              <a:ahLst/>
              <a:cxnLst/>
              <a:rect l="l" t="t" r="r" b="b"/>
              <a:pathLst>
                <a:path w="1494" h="2344" extrusionOk="0">
                  <a:moveTo>
                    <a:pt x="224" y="1"/>
                  </a:moveTo>
                  <a:cubicBezTo>
                    <a:pt x="150" y="1"/>
                    <a:pt x="76" y="8"/>
                    <a:pt x="1" y="23"/>
                  </a:cubicBezTo>
                  <a:cubicBezTo>
                    <a:pt x="556" y="118"/>
                    <a:pt x="958" y="606"/>
                    <a:pt x="958" y="1171"/>
                  </a:cubicBezTo>
                  <a:cubicBezTo>
                    <a:pt x="968" y="1736"/>
                    <a:pt x="566" y="2224"/>
                    <a:pt x="11" y="2329"/>
                  </a:cubicBezTo>
                  <a:cubicBezTo>
                    <a:pt x="78" y="2339"/>
                    <a:pt x="149" y="2343"/>
                    <a:pt x="222" y="2343"/>
                  </a:cubicBezTo>
                  <a:cubicBezTo>
                    <a:pt x="295" y="2343"/>
                    <a:pt x="369" y="2339"/>
                    <a:pt x="441" y="2329"/>
                  </a:cubicBezTo>
                  <a:cubicBezTo>
                    <a:pt x="1073" y="2205"/>
                    <a:pt x="1494" y="1592"/>
                    <a:pt x="1370" y="951"/>
                  </a:cubicBezTo>
                  <a:cubicBezTo>
                    <a:pt x="1268" y="394"/>
                    <a:pt x="773" y="1"/>
                    <a:pt x="224"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2" name="Google Shape;9542;p63"/>
            <p:cNvSpPr/>
            <p:nvPr/>
          </p:nvSpPr>
          <p:spPr>
            <a:xfrm>
              <a:off x="5939819" y="1976683"/>
              <a:ext cx="22662" cy="73160"/>
            </a:xfrm>
            <a:custGeom>
              <a:avLst/>
              <a:gdLst/>
              <a:ahLst/>
              <a:cxnLst/>
              <a:rect l="l" t="t" r="r" b="b"/>
              <a:pathLst>
                <a:path w="863" h="2786" extrusionOk="0">
                  <a:moveTo>
                    <a:pt x="221" y="1"/>
                  </a:moveTo>
                  <a:cubicBezTo>
                    <a:pt x="106" y="1"/>
                    <a:pt x="10" y="96"/>
                    <a:pt x="10" y="211"/>
                  </a:cubicBezTo>
                  <a:lnTo>
                    <a:pt x="10" y="2355"/>
                  </a:lnTo>
                  <a:cubicBezTo>
                    <a:pt x="1" y="2585"/>
                    <a:pt x="202" y="2786"/>
                    <a:pt x="432" y="2786"/>
                  </a:cubicBezTo>
                  <a:lnTo>
                    <a:pt x="862" y="2786"/>
                  </a:lnTo>
                  <a:cubicBezTo>
                    <a:pt x="623" y="2786"/>
                    <a:pt x="432" y="2594"/>
                    <a:pt x="432" y="2355"/>
                  </a:cubicBezTo>
                  <a:lnTo>
                    <a:pt x="432" y="211"/>
                  </a:lnTo>
                  <a:cubicBezTo>
                    <a:pt x="432" y="96"/>
                    <a:pt x="527" y="1"/>
                    <a:pt x="652"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3" name="Google Shape;9543;p63"/>
            <p:cNvSpPr/>
            <p:nvPr/>
          </p:nvSpPr>
          <p:spPr>
            <a:xfrm>
              <a:off x="5940082" y="2077732"/>
              <a:ext cx="22400" cy="72898"/>
            </a:xfrm>
            <a:custGeom>
              <a:avLst/>
              <a:gdLst/>
              <a:ahLst/>
              <a:cxnLst/>
              <a:rect l="l" t="t" r="r" b="b"/>
              <a:pathLst>
                <a:path w="853" h="2776" extrusionOk="0">
                  <a:moveTo>
                    <a:pt x="422" y="0"/>
                  </a:moveTo>
                  <a:cubicBezTo>
                    <a:pt x="192" y="0"/>
                    <a:pt x="0" y="191"/>
                    <a:pt x="0" y="431"/>
                  </a:cubicBezTo>
                  <a:lnTo>
                    <a:pt x="0" y="2775"/>
                  </a:lnTo>
                  <a:lnTo>
                    <a:pt x="422" y="2775"/>
                  </a:lnTo>
                  <a:lnTo>
                    <a:pt x="422" y="431"/>
                  </a:lnTo>
                  <a:cubicBezTo>
                    <a:pt x="422" y="191"/>
                    <a:pt x="613" y="0"/>
                    <a:pt x="852"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4" name="Google Shape;9544;p63"/>
            <p:cNvSpPr/>
            <p:nvPr/>
          </p:nvSpPr>
          <p:spPr>
            <a:xfrm>
              <a:off x="5987324" y="2150839"/>
              <a:ext cx="45272" cy="89573"/>
            </a:xfrm>
            <a:custGeom>
              <a:avLst/>
              <a:gdLst/>
              <a:ahLst/>
              <a:cxnLst/>
              <a:rect l="l" t="t" r="r" b="b"/>
              <a:pathLst>
                <a:path w="1724" h="3411" extrusionOk="0">
                  <a:moveTo>
                    <a:pt x="546" y="1"/>
                  </a:moveTo>
                  <a:cubicBezTo>
                    <a:pt x="785" y="1"/>
                    <a:pt x="977" y="192"/>
                    <a:pt x="977" y="432"/>
                  </a:cubicBezTo>
                  <a:lnTo>
                    <a:pt x="977" y="862"/>
                  </a:lnTo>
                  <a:cubicBezTo>
                    <a:pt x="977" y="1044"/>
                    <a:pt x="891" y="1226"/>
                    <a:pt x="747" y="1341"/>
                  </a:cubicBezTo>
                  <a:cubicBezTo>
                    <a:pt x="1" y="1972"/>
                    <a:pt x="307" y="3178"/>
                    <a:pt x="1254" y="3389"/>
                  </a:cubicBezTo>
                  <a:cubicBezTo>
                    <a:pt x="1331" y="3403"/>
                    <a:pt x="1410" y="3410"/>
                    <a:pt x="1489" y="3410"/>
                  </a:cubicBezTo>
                  <a:cubicBezTo>
                    <a:pt x="1568" y="3410"/>
                    <a:pt x="1647" y="3403"/>
                    <a:pt x="1723" y="3389"/>
                  </a:cubicBezTo>
                  <a:lnTo>
                    <a:pt x="1685" y="3389"/>
                  </a:lnTo>
                  <a:cubicBezTo>
                    <a:pt x="728" y="3178"/>
                    <a:pt x="431" y="1972"/>
                    <a:pt x="1178" y="1341"/>
                  </a:cubicBezTo>
                  <a:cubicBezTo>
                    <a:pt x="1321" y="1226"/>
                    <a:pt x="1398" y="1044"/>
                    <a:pt x="1407" y="862"/>
                  </a:cubicBezTo>
                  <a:lnTo>
                    <a:pt x="1407" y="432"/>
                  </a:lnTo>
                  <a:cubicBezTo>
                    <a:pt x="1407" y="192"/>
                    <a:pt x="1216" y="1"/>
                    <a:pt x="977"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5" name="Google Shape;9545;p63"/>
            <p:cNvSpPr/>
            <p:nvPr/>
          </p:nvSpPr>
          <p:spPr>
            <a:xfrm>
              <a:off x="5928764" y="2150603"/>
              <a:ext cx="22400" cy="73160"/>
            </a:xfrm>
            <a:custGeom>
              <a:avLst/>
              <a:gdLst/>
              <a:ahLst/>
              <a:cxnLst/>
              <a:rect l="l" t="t" r="r" b="b"/>
              <a:pathLst>
                <a:path w="853" h="2786" extrusionOk="0">
                  <a:moveTo>
                    <a:pt x="431" y="0"/>
                  </a:moveTo>
                  <a:lnTo>
                    <a:pt x="431" y="2355"/>
                  </a:lnTo>
                  <a:cubicBezTo>
                    <a:pt x="431" y="2594"/>
                    <a:pt x="240" y="2785"/>
                    <a:pt x="1" y="2785"/>
                  </a:cubicBezTo>
                  <a:lnTo>
                    <a:pt x="431" y="2785"/>
                  </a:lnTo>
                  <a:cubicBezTo>
                    <a:pt x="661" y="2785"/>
                    <a:pt x="853" y="2594"/>
                    <a:pt x="853" y="2355"/>
                  </a:cubicBezTo>
                  <a:lnTo>
                    <a:pt x="853"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6" name="Google Shape;9546;p63"/>
            <p:cNvSpPr/>
            <p:nvPr/>
          </p:nvSpPr>
          <p:spPr>
            <a:xfrm>
              <a:off x="5847332" y="2206826"/>
              <a:ext cx="39232" cy="61737"/>
            </a:xfrm>
            <a:custGeom>
              <a:avLst/>
              <a:gdLst/>
              <a:ahLst/>
              <a:cxnLst/>
              <a:rect l="l" t="t" r="r" b="b"/>
              <a:pathLst>
                <a:path w="1494" h="2351" extrusionOk="0">
                  <a:moveTo>
                    <a:pt x="1269" y="1"/>
                  </a:moveTo>
                  <a:cubicBezTo>
                    <a:pt x="1197" y="1"/>
                    <a:pt x="1125" y="8"/>
                    <a:pt x="1054" y="22"/>
                  </a:cubicBezTo>
                  <a:cubicBezTo>
                    <a:pt x="422" y="147"/>
                    <a:pt x="1" y="759"/>
                    <a:pt x="116" y="1391"/>
                  </a:cubicBezTo>
                  <a:cubicBezTo>
                    <a:pt x="226" y="1956"/>
                    <a:pt x="715" y="2350"/>
                    <a:pt x="1269" y="2350"/>
                  </a:cubicBezTo>
                  <a:cubicBezTo>
                    <a:pt x="1343" y="2350"/>
                    <a:pt x="1418" y="2343"/>
                    <a:pt x="1494" y="2329"/>
                  </a:cubicBezTo>
                  <a:cubicBezTo>
                    <a:pt x="843" y="2204"/>
                    <a:pt x="422" y="1573"/>
                    <a:pt x="566" y="922"/>
                  </a:cubicBezTo>
                  <a:cubicBezTo>
                    <a:pt x="661" y="462"/>
                    <a:pt x="1025" y="108"/>
                    <a:pt x="1484" y="22"/>
                  </a:cubicBezTo>
                  <a:cubicBezTo>
                    <a:pt x="1413" y="8"/>
                    <a:pt x="1341" y="1"/>
                    <a:pt x="1269"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7" name="Google Shape;9547;p63"/>
            <p:cNvSpPr/>
            <p:nvPr/>
          </p:nvSpPr>
          <p:spPr>
            <a:xfrm>
              <a:off x="5928764" y="2251625"/>
              <a:ext cx="28177" cy="73160"/>
            </a:xfrm>
            <a:custGeom>
              <a:avLst/>
              <a:gdLst/>
              <a:ahLst/>
              <a:cxnLst/>
              <a:rect l="l" t="t" r="r" b="b"/>
              <a:pathLst>
                <a:path w="1073" h="2786" extrusionOk="0">
                  <a:moveTo>
                    <a:pt x="1" y="1"/>
                  </a:moveTo>
                  <a:cubicBezTo>
                    <a:pt x="240" y="1"/>
                    <a:pt x="431" y="192"/>
                    <a:pt x="431" y="431"/>
                  </a:cubicBezTo>
                  <a:lnTo>
                    <a:pt x="431" y="2565"/>
                  </a:lnTo>
                  <a:cubicBezTo>
                    <a:pt x="431" y="2680"/>
                    <a:pt x="527" y="2786"/>
                    <a:pt x="642" y="2786"/>
                  </a:cubicBezTo>
                  <a:lnTo>
                    <a:pt x="1073" y="2786"/>
                  </a:lnTo>
                  <a:cubicBezTo>
                    <a:pt x="948" y="2786"/>
                    <a:pt x="853" y="2690"/>
                    <a:pt x="853" y="2565"/>
                  </a:cubicBezTo>
                  <a:lnTo>
                    <a:pt x="853" y="431"/>
                  </a:lnTo>
                  <a:cubicBezTo>
                    <a:pt x="853" y="192"/>
                    <a:pt x="661" y="1"/>
                    <a:pt x="431"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48" name="Google Shape;9548;p63"/>
          <p:cNvGrpSpPr/>
          <p:nvPr/>
        </p:nvGrpSpPr>
        <p:grpSpPr>
          <a:xfrm>
            <a:off x="6186778" y="1829089"/>
            <a:ext cx="389068" cy="347787"/>
            <a:chOff x="6191390" y="1981489"/>
            <a:chExt cx="389068" cy="347787"/>
          </a:xfrm>
        </p:grpSpPr>
        <p:sp>
          <p:nvSpPr>
            <p:cNvPr id="9549" name="Google Shape;9549;p63"/>
            <p:cNvSpPr/>
            <p:nvPr/>
          </p:nvSpPr>
          <p:spPr>
            <a:xfrm>
              <a:off x="6260769" y="2030464"/>
              <a:ext cx="250074" cy="250100"/>
            </a:xfrm>
            <a:custGeom>
              <a:avLst/>
              <a:gdLst/>
              <a:ahLst/>
              <a:cxnLst/>
              <a:rect l="l" t="t" r="r" b="b"/>
              <a:pathLst>
                <a:path w="9523" h="9524" extrusionOk="0">
                  <a:moveTo>
                    <a:pt x="4766" y="1"/>
                  </a:moveTo>
                  <a:cubicBezTo>
                    <a:pt x="2134" y="1"/>
                    <a:pt x="0" y="2125"/>
                    <a:pt x="0" y="4757"/>
                  </a:cubicBezTo>
                  <a:cubicBezTo>
                    <a:pt x="0" y="7389"/>
                    <a:pt x="2134" y="9523"/>
                    <a:pt x="4766" y="9523"/>
                  </a:cubicBezTo>
                  <a:cubicBezTo>
                    <a:pt x="7398" y="9523"/>
                    <a:pt x="9523" y="7389"/>
                    <a:pt x="9523" y="4757"/>
                  </a:cubicBezTo>
                  <a:cubicBezTo>
                    <a:pt x="9523" y="2125"/>
                    <a:pt x="7398" y="1"/>
                    <a:pt x="4766"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0" name="Google Shape;9550;p63"/>
            <p:cNvSpPr/>
            <p:nvPr/>
          </p:nvSpPr>
          <p:spPr>
            <a:xfrm>
              <a:off x="6236137" y="2032985"/>
              <a:ext cx="238021" cy="247553"/>
            </a:xfrm>
            <a:custGeom>
              <a:avLst/>
              <a:gdLst/>
              <a:ahLst/>
              <a:cxnLst/>
              <a:rect l="l" t="t" r="r" b="b"/>
              <a:pathLst>
                <a:path w="9064" h="9427" extrusionOk="0">
                  <a:moveTo>
                    <a:pt x="4738" y="1"/>
                  </a:moveTo>
                  <a:lnTo>
                    <a:pt x="4738" y="1"/>
                  </a:lnTo>
                  <a:cubicBezTo>
                    <a:pt x="1618" y="651"/>
                    <a:pt x="0" y="4116"/>
                    <a:pt x="1512" y="6920"/>
                  </a:cubicBezTo>
                  <a:cubicBezTo>
                    <a:pt x="2388" y="8553"/>
                    <a:pt x="4039" y="9427"/>
                    <a:pt x="5712" y="9427"/>
                  </a:cubicBezTo>
                  <a:cubicBezTo>
                    <a:pt x="6911" y="9427"/>
                    <a:pt x="8120" y="8978"/>
                    <a:pt x="9063" y="8040"/>
                  </a:cubicBezTo>
                  <a:lnTo>
                    <a:pt x="9063" y="8040"/>
                  </a:lnTo>
                  <a:cubicBezTo>
                    <a:pt x="8738" y="8107"/>
                    <a:pt x="8413" y="8145"/>
                    <a:pt x="8087" y="8145"/>
                  </a:cubicBezTo>
                  <a:cubicBezTo>
                    <a:pt x="6154" y="8145"/>
                    <a:pt x="4422" y="6977"/>
                    <a:pt x="3685" y="5197"/>
                  </a:cubicBezTo>
                  <a:cubicBezTo>
                    <a:pt x="2948" y="3408"/>
                    <a:pt x="3369" y="1359"/>
                    <a:pt x="4738"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1" name="Google Shape;9551;p63"/>
            <p:cNvSpPr/>
            <p:nvPr/>
          </p:nvSpPr>
          <p:spPr>
            <a:xfrm>
              <a:off x="6312291" y="2031724"/>
              <a:ext cx="198552" cy="246818"/>
            </a:xfrm>
            <a:custGeom>
              <a:avLst/>
              <a:gdLst/>
              <a:ahLst/>
              <a:cxnLst/>
              <a:rect l="l" t="t" r="r" b="b"/>
              <a:pathLst>
                <a:path w="7561" h="9399" extrusionOk="0">
                  <a:moveTo>
                    <a:pt x="3493" y="1"/>
                  </a:moveTo>
                  <a:lnTo>
                    <a:pt x="3819" y="393"/>
                  </a:lnTo>
                  <a:cubicBezTo>
                    <a:pt x="3857" y="441"/>
                    <a:pt x="3866" y="498"/>
                    <a:pt x="3847" y="556"/>
                  </a:cubicBezTo>
                  <a:lnTo>
                    <a:pt x="3627" y="1073"/>
                  </a:lnTo>
                  <a:cubicBezTo>
                    <a:pt x="3611" y="1105"/>
                    <a:pt x="3582" y="1122"/>
                    <a:pt x="3554" y="1122"/>
                  </a:cubicBezTo>
                  <a:cubicBezTo>
                    <a:pt x="3532" y="1122"/>
                    <a:pt x="3510" y="1112"/>
                    <a:pt x="3493" y="1092"/>
                  </a:cubicBezTo>
                  <a:lnTo>
                    <a:pt x="3292" y="795"/>
                  </a:lnTo>
                  <a:cubicBezTo>
                    <a:pt x="3254" y="747"/>
                    <a:pt x="3206" y="728"/>
                    <a:pt x="3149" y="728"/>
                  </a:cubicBezTo>
                  <a:lnTo>
                    <a:pt x="2929" y="738"/>
                  </a:lnTo>
                  <a:cubicBezTo>
                    <a:pt x="2842" y="747"/>
                    <a:pt x="2775" y="785"/>
                    <a:pt x="2728" y="852"/>
                  </a:cubicBezTo>
                  <a:lnTo>
                    <a:pt x="2115" y="1762"/>
                  </a:lnTo>
                  <a:cubicBezTo>
                    <a:pt x="2058" y="1848"/>
                    <a:pt x="2106" y="1963"/>
                    <a:pt x="2211" y="1982"/>
                  </a:cubicBezTo>
                  <a:lnTo>
                    <a:pt x="2488" y="2039"/>
                  </a:lnTo>
                  <a:cubicBezTo>
                    <a:pt x="2501" y="2042"/>
                    <a:pt x="2513" y="2043"/>
                    <a:pt x="2526" y="2043"/>
                  </a:cubicBezTo>
                  <a:cubicBezTo>
                    <a:pt x="2608" y="2043"/>
                    <a:pt x="2685" y="1990"/>
                    <a:pt x="2718" y="1915"/>
                  </a:cubicBezTo>
                  <a:lnTo>
                    <a:pt x="2852" y="1541"/>
                  </a:lnTo>
                  <a:cubicBezTo>
                    <a:pt x="2874" y="1480"/>
                    <a:pt x="2932" y="1445"/>
                    <a:pt x="2990" y="1445"/>
                  </a:cubicBezTo>
                  <a:cubicBezTo>
                    <a:pt x="3031" y="1445"/>
                    <a:pt x="3073" y="1463"/>
                    <a:pt x="3101" y="1503"/>
                  </a:cubicBezTo>
                  <a:lnTo>
                    <a:pt x="3225" y="1656"/>
                  </a:lnTo>
                  <a:lnTo>
                    <a:pt x="3149" y="2164"/>
                  </a:lnTo>
                  <a:cubicBezTo>
                    <a:pt x="3149" y="2192"/>
                    <a:pt x="3120" y="2221"/>
                    <a:pt x="3091" y="2221"/>
                  </a:cubicBezTo>
                  <a:lnTo>
                    <a:pt x="2450" y="2317"/>
                  </a:lnTo>
                  <a:cubicBezTo>
                    <a:pt x="2421" y="2326"/>
                    <a:pt x="2393" y="2336"/>
                    <a:pt x="2373" y="2355"/>
                  </a:cubicBezTo>
                  <a:lnTo>
                    <a:pt x="1742" y="2814"/>
                  </a:lnTo>
                  <a:cubicBezTo>
                    <a:pt x="1675" y="2862"/>
                    <a:pt x="1627" y="2929"/>
                    <a:pt x="1608" y="3006"/>
                  </a:cubicBezTo>
                  <a:lnTo>
                    <a:pt x="1550" y="3264"/>
                  </a:lnTo>
                  <a:cubicBezTo>
                    <a:pt x="1533" y="3335"/>
                    <a:pt x="1457" y="3390"/>
                    <a:pt x="1386" y="3390"/>
                  </a:cubicBezTo>
                  <a:cubicBezTo>
                    <a:pt x="1380" y="3390"/>
                    <a:pt x="1374" y="3389"/>
                    <a:pt x="1369" y="3389"/>
                  </a:cubicBezTo>
                  <a:lnTo>
                    <a:pt x="1081" y="3350"/>
                  </a:lnTo>
                  <a:cubicBezTo>
                    <a:pt x="1075" y="3349"/>
                    <a:pt x="1068" y="3349"/>
                    <a:pt x="1062" y="3349"/>
                  </a:cubicBezTo>
                  <a:cubicBezTo>
                    <a:pt x="994" y="3349"/>
                    <a:pt x="935" y="3394"/>
                    <a:pt x="909" y="3456"/>
                  </a:cubicBezTo>
                  <a:lnTo>
                    <a:pt x="747" y="3886"/>
                  </a:lnTo>
                  <a:cubicBezTo>
                    <a:pt x="718" y="3972"/>
                    <a:pt x="766" y="4078"/>
                    <a:pt x="861" y="4106"/>
                  </a:cubicBezTo>
                  <a:lnTo>
                    <a:pt x="1215" y="4202"/>
                  </a:lnTo>
                  <a:cubicBezTo>
                    <a:pt x="1234" y="4208"/>
                    <a:pt x="1253" y="4210"/>
                    <a:pt x="1272" y="4210"/>
                  </a:cubicBezTo>
                  <a:cubicBezTo>
                    <a:pt x="1347" y="4210"/>
                    <a:pt x="1414" y="4166"/>
                    <a:pt x="1445" y="4097"/>
                  </a:cubicBezTo>
                  <a:lnTo>
                    <a:pt x="1684" y="3580"/>
                  </a:lnTo>
                  <a:cubicBezTo>
                    <a:pt x="1723" y="3503"/>
                    <a:pt x="1790" y="3436"/>
                    <a:pt x="1885" y="3408"/>
                  </a:cubicBezTo>
                  <a:lnTo>
                    <a:pt x="2268" y="3283"/>
                  </a:lnTo>
                  <a:lnTo>
                    <a:pt x="2785" y="3915"/>
                  </a:lnTo>
                  <a:lnTo>
                    <a:pt x="2737" y="4068"/>
                  </a:lnTo>
                  <a:cubicBezTo>
                    <a:pt x="2708" y="4154"/>
                    <a:pt x="2756" y="4250"/>
                    <a:pt x="2842" y="4279"/>
                  </a:cubicBezTo>
                  <a:cubicBezTo>
                    <a:pt x="2862" y="4288"/>
                    <a:pt x="2881" y="4288"/>
                    <a:pt x="2900" y="4288"/>
                  </a:cubicBezTo>
                  <a:cubicBezTo>
                    <a:pt x="2976" y="4288"/>
                    <a:pt x="3043" y="4240"/>
                    <a:pt x="3063" y="4173"/>
                  </a:cubicBezTo>
                  <a:lnTo>
                    <a:pt x="3110" y="4020"/>
                  </a:lnTo>
                  <a:cubicBezTo>
                    <a:pt x="3149" y="3915"/>
                    <a:pt x="3130" y="3790"/>
                    <a:pt x="3053" y="3704"/>
                  </a:cubicBezTo>
                  <a:lnTo>
                    <a:pt x="2622" y="3168"/>
                  </a:lnTo>
                  <a:lnTo>
                    <a:pt x="2728" y="3140"/>
                  </a:lnTo>
                  <a:lnTo>
                    <a:pt x="3101" y="3369"/>
                  </a:lnTo>
                  <a:cubicBezTo>
                    <a:pt x="3177" y="3417"/>
                    <a:pt x="3235" y="3494"/>
                    <a:pt x="3254" y="3590"/>
                  </a:cubicBezTo>
                  <a:lnTo>
                    <a:pt x="3340" y="3982"/>
                  </a:lnTo>
                  <a:cubicBezTo>
                    <a:pt x="3350" y="4068"/>
                    <a:pt x="3426" y="4116"/>
                    <a:pt x="3503" y="4125"/>
                  </a:cubicBezTo>
                  <a:lnTo>
                    <a:pt x="3541" y="4125"/>
                  </a:lnTo>
                  <a:cubicBezTo>
                    <a:pt x="3627" y="4097"/>
                    <a:pt x="3685" y="4011"/>
                    <a:pt x="3665" y="3924"/>
                  </a:cubicBezTo>
                  <a:lnTo>
                    <a:pt x="3627" y="3695"/>
                  </a:lnTo>
                  <a:cubicBezTo>
                    <a:pt x="3608" y="3609"/>
                    <a:pt x="3665" y="3532"/>
                    <a:pt x="3742" y="3523"/>
                  </a:cubicBezTo>
                  <a:cubicBezTo>
                    <a:pt x="3809" y="3513"/>
                    <a:pt x="3857" y="3465"/>
                    <a:pt x="3866" y="3408"/>
                  </a:cubicBezTo>
                  <a:lnTo>
                    <a:pt x="3943" y="3006"/>
                  </a:lnTo>
                  <a:cubicBezTo>
                    <a:pt x="3969" y="2936"/>
                    <a:pt x="4028" y="2890"/>
                    <a:pt x="4096" y="2890"/>
                  </a:cubicBezTo>
                  <a:cubicBezTo>
                    <a:pt x="4102" y="2890"/>
                    <a:pt x="4109" y="2890"/>
                    <a:pt x="4115" y="2891"/>
                  </a:cubicBezTo>
                  <a:lnTo>
                    <a:pt x="4201" y="2891"/>
                  </a:lnTo>
                  <a:cubicBezTo>
                    <a:pt x="4240" y="2891"/>
                    <a:pt x="4288" y="2881"/>
                    <a:pt x="4316" y="2853"/>
                  </a:cubicBezTo>
                  <a:cubicBezTo>
                    <a:pt x="4348" y="2821"/>
                    <a:pt x="4380" y="2802"/>
                    <a:pt x="4417" y="2802"/>
                  </a:cubicBezTo>
                  <a:cubicBezTo>
                    <a:pt x="4425" y="2802"/>
                    <a:pt x="4432" y="2803"/>
                    <a:pt x="4441" y="2805"/>
                  </a:cubicBezTo>
                  <a:lnTo>
                    <a:pt x="4699" y="2824"/>
                  </a:lnTo>
                  <a:cubicBezTo>
                    <a:pt x="4756" y="2843"/>
                    <a:pt x="4795" y="2891"/>
                    <a:pt x="4804" y="2939"/>
                  </a:cubicBezTo>
                  <a:lnTo>
                    <a:pt x="4833" y="3054"/>
                  </a:lnTo>
                  <a:cubicBezTo>
                    <a:pt x="4852" y="3140"/>
                    <a:pt x="4795" y="3226"/>
                    <a:pt x="4709" y="3245"/>
                  </a:cubicBezTo>
                  <a:lnTo>
                    <a:pt x="3972" y="3465"/>
                  </a:lnTo>
                  <a:cubicBezTo>
                    <a:pt x="3886" y="3484"/>
                    <a:pt x="3857" y="3590"/>
                    <a:pt x="3914" y="3656"/>
                  </a:cubicBezTo>
                  <a:lnTo>
                    <a:pt x="3981" y="3733"/>
                  </a:lnTo>
                  <a:cubicBezTo>
                    <a:pt x="4005" y="3765"/>
                    <a:pt x="4042" y="3783"/>
                    <a:pt x="4081" y="3783"/>
                  </a:cubicBezTo>
                  <a:cubicBezTo>
                    <a:pt x="4089" y="3783"/>
                    <a:pt x="4097" y="3783"/>
                    <a:pt x="4106" y="3781"/>
                  </a:cubicBezTo>
                  <a:lnTo>
                    <a:pt x="4536" y="3752"/>
                  </a:lnTo>
                  <a:cubicBezTo>
                    <a:pt x="4542" y="3751"/>
                    <a:pt x="4548" y="3751"/>
                    <a:pt x="4553" y="3751"/>
                  </a:cubicBezTo>
                  <a:cubicBezTo>
                    <a:pt x="4624" y="3751"/>
                    <a:pt x="4691" y="3806"/>
                    <a:pt x="4709" y="3877"/>
                  </a:cubicBezTo>
                  <a:lnTo>
                    <a:pt x="4728" y="3991"/>
                  </a:lnTo>
                  <a:cubicBezTo>
                    <a:pt x="4766" y="4183"/>
                    <a:pt x="4632" y="4365"/>
                    <a:pt x="4431" y="4384"/>
                  </a:cubicBezTo>
                  <a:lnTo>
                    <a:pt x="3598" y="4451"/>
                  </a:lnTo>
                  <a:cubicBezTo>
                    <a:pt x="3512" y="4460"/>
                    <a:pt x="3464" y="4547"/>
                    <a:pt x="3484" y="4633"/>
                  </a:cubicBezTo>
                  <a:cubicBezTo>
                    <a:pt x="3516" y="4731"/>
                    <a:pt x="3437" y="4823"/>
                    <a:pt x="3341" y="4823"/>
                  </a:cubicBezTo>
                  <a:cubicBezTo>
                    <a:pt x="3325" y="4823"/>
                    <a:pt x="3309" y="4820"/>
                    <a:pt x="3292" y="4814"/>
                  </a:cubicBezTo>
                  <a:lnTo>
                    <a:pt x="2680" y="4614"/>
                  </a:lnTo>
                  <a:cubicBezTo>
                    <a:pt x="2594" y="4585"/>
                    <a:pt x="2536" y="4508"/>
                    <a:pt x="2517" y="4432"/>
                  </a:cubicBezTo>
                  <a:cubicBezTo>
                    <a:pt x="2498" y="4307"/>
                    <a:pt x="2393" y="4231"/>
                    <a:pt x="2278" y="4231"/>
                  </a:cubicBezTo>
                  <a:lnTo>
                    <a:pt x="1694" y="4250"/>
                  </a:lnTo>
                  <a:cubicBezTo>
                    <a:pt x="1483" y="4250"/>
                    <a:pt x="1273" y="4298"/>
                    <a:pt x="1081" y="4384"/>
                  </a:cubicBezTo>
                  <a:lnTo>
                    <a:pt x="881" y="4470"/>
                  </a:lnTo>
                  <a:cubicBezTo>
                    <a:pt x="766" y="4518"/>
                    <a:pt x="689" y="4633"/>
                    <a:pt x="680" y="4757"/>
                  </a:cubicBezTo>
                  <a:lnTo>
                    <a:pt x="680" y="4920"/>
                  </a:lnTo>
                  <a:lnTo>
                    <a:pt x="86" y="5599"/>
                  </a:lnTo>
                  <a:cubicBezTo>
                    <a:pt x="38" y="5657"/>
                    <a:pt x="10" y="5733"/>
                    <a:pt x="0" y="5810"/>
                  </a:cubicBezTo>
                  <a:lnTo>
                    <a:pt x="0" y="6528"/>
                  </a:lnTo>
                  <a:cubicBezTo>
                    <a:pt x="0" y="6671"/>
                    <a:pt x="57" y="6796"/>
                    <a:pt x="153" y="6891"/>
                  </a:cubicBezTo>
                  <a:lnTo>
                    <a:pt x="670" y="7389"/>
                  </a:lnTo>
                  <a:cubicBezTo>
                    <a:pt x="756" y="7465"/>
                    <a:pt x="861" y="7513"/>
                    <a:pt x="976" y="7523"/>
                  </a:cubicBezTo>
                  <a:lnTo>
                    <a:pt x="2527" y="7657"/>
                  </a:lnTo>
                  <a:cubicBezTo>
                    <a:pt x="2622" y="7666"/>
                    <a:pt x="2699" y="7753"/>
                    <a:pt x="2680" y="7848"/>
                  </a:cubicBezTo>
                  <a:lnTo>
                    <a:pt x="2670" y="7925"/>
                  </a:lnTo>
                  <a:cubicBezTo>
                    <a:pt x="2661" y="8040"/>
                    <a:pt x="2708" y="8155"/>
                    <a:pt x="2804" y="8231"/>
                  </a:cubicBezTo>
                  <a:lnTo>
                    <a:pt x="3187" y="8509"/>
                  </a:lnTo>
                  <a:lnTo>
                    <a:pt x="3130" y="8700"/>
                  </a:lnTo>
                  <a:cubicBezTo>
                    <a:pt x="3082" y="8824"/>
                    <a:pt x="3130" y="8958"/>
                    <a:pt x="3225" y="9045"/>
                  </a:cubicBezTo>
                  <a:lnTo>
                    <a:pt x="3627" y="9399"/>
                  </a:lnTo>
                  <a:cubicBezTo>
                    <a:pt x="4020" y="9332"/>
                    <a:pt x="4402" y="9207"/>
                    <a:pt x="4766" y="9045"/>
                  </a:cubicBezTo>
                  <a:lnTo>
                    <a:pt x="5398" y="8288"/>
                  </a:lnTo>
                  <a:cubicBezTo>
                    <a:pt x="5503" y="8174"/>
                    <a:pt x="5580" y="8030"/>
                    <a:pt x="5647" y="7887"/>
                  </a:cubicBezTo>
                  <a:lnTo>
                    <a:pt x="6355" y="6269"/>
                  </a:lnTo>
                  <a:cubicBezTo>
                    <a:pt x="6431" y="6097"/>
                    <a:pt x="6307" y="5906"/>
                    <a:pt x="6115" y="5896"/>
                  </a:cubicBezTo>
                  <a:cubicBezTo>
                    <a:pt x="6106" y="5896"/>
                    <a:pt x="6097" y="5897"/>
                    <a:pt x="6088" y="5897"/>
                  </a:cubicBezTo>
                  <a:cubicBezTo>
                    <a:pt x="5897" y="5897"/>
                    <a:pt x="5717" y="5803"/>
                    <a:pt x="5589" y="5657"/>
                  </a:cubicBezTo>
                  <a:lnTo>
                    <a:pt x="4890" y="4824"/>
                  </a:lnTo>
                  <a:cubicBezTo>
                    <a:pt x="4784" y="4696"/>
                    <a:pt x="4899" y="4541"/>
                    <a:pt x="5025" y="4541"/>
                  </a:cubicBezTo>
                  <a:cubicBezTo>
                    <a:pt x="5068" y="4541"/>
                    <a:pt x="5112" y="4560"/>
                    <a:pt x="5149" y="4604"/>
                  </a:cubicBezTo>
                  <a:lnTo>
                    <a:pt x="5847" y="5446"/>
                  </a:lnTo>
                  <a:cubicBezTo>
                    <a:pt x="5914" y="5513"/>
                    <a:pt x="6001" y="5551"/>
                    <a:pt x="6087" y="5561"/>
                  </a:cubicBezTo>
                  <a:cubicBezTo>
                    <a:pt x="6192" y="5561"/>
                    <a:pt x="6297" y="5494"/>
                    <a:pt x="6345" y="5408"/>
                  </a:cubicBezTo>
                  <a:lnTo>
                    <a:pt x="6747" y="4604"/>
                  </a:lnTo>
                  <a:cubicBezTo>
                    <a:pt x="6785" y="4527"/>
                    <a:pt x="6766" y="4441"/>
                    <a:pt x="6699" y="4393"/>
                  </a:cubicBezTo>
                  <a:lnTo>
                    <a:pt x="6575" y="4307"/>
                  </a:lnTo>
                  <a:cubicBezTo>
                    <a:pt x="6537" y="4279"/>
                    <a:pt x="6527" y="4221"/>
                    <a:pt x="6556" y="4173"/>
                  </a:cubicBezTo>
                  <a:lnTo>
                    <a:pt x="6613" y="4087"/>
                  </a:lnTo>
                  <a:cubicBezTo>
                    <a:pt x="6672" y="3985"/>
                    <a:pt x="6778" y="3931"/>
                    <a:pt x="6885" y="3931"/>
                  </a:cubicBezTo>
                  <a:cubicBezTo>
                    <a:pt x="6969" y="3931"/>
                    <a:pt x="7054" y="3963"/>
                    <a:pt x="7120" y="4030"/>
                  </a:cubicBezTo>
                  <a:lnTo>
                    <a:pt x="7561" y="4460"/>
                  </a:lnTo>
                  <a:cubicBezTo>
                    <a:pt x="7551" y="4269"/>
                    <a:pt x="7532" y="4068"/>
                    <a:pt x="7494" y="3886"/>
                  </a:cubicBezTo>
                  <a:cubicBezTo>
                    <a:pt x="7139" y="1857"/>
                    <a:pt x="5532" y="297"/>
                    <a:pt x="349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2" name="Google Shape;9552;p63"/>
            <p:cNvSpPr/>
            <p:nvPr/>
          </p:nvSpPr>
          <p:spPr>
            <a:xfrm>
              <a:off x="6342175" y="2077469"/>
              <a:ext cx="15861" cy="25656"/>
            </a:xfrm>
            <a:custGeom>
              <a:avLst/>
              <a:gdLst/>
              <a:ahLst/>
              <a:cxnLst/>
              <a:rect l="l" t="t" r="r" b="b"/>
              <a:pathLst>
                <a:path w="604" h="977" extrusionOk="0">
                  <a:moveTo>
                    <a:pt x="432" y="0"/>
                  </a:moveTo>
                  <a:cubicBezTo>
                    <a:pt x="336" y="0"/>
                    <a:pt x="259" y="77"/>
                    <a:pt x="259" y="173"/>
                  </a:cubicBezTo>
                  <a:lnTo>
                    <a:pt x="259" y="536"/>
                  </a:lnTo>
                  <a:lnTo>
                    <a:pt x="106" y="680"/>
                  </a:lnTo>
                  <a:cubicBezTo>
                    <a:pt x="1" y="795"/>
                    <a:pt x="77" y="977"/>
                    <a:pt x="231" y="977"/>
                  </a:cubicBezTo>
                  <a:cubicBezTo>
                    <a:pt x="269" y="977"/>
                    <a:pt x="317" y="957"/>
                    <a:pt x="345" y="929"/>
                  </a:cubicBezTo>
                  <a:lnTo>
                    <a:pt x="556" y="737"/>
                  </a:lnTo>
                  <a:cubicBezTo>
                    <a:pt x="585" y="709"/>
                    <a:pt x="604" y="661"/>
                    <a:pt x="604" y="613"/>
                  </a:cubicBezTo>
                  <a:lnTo>
                    <a:pt x="594" y="173"/>
                  </a:lnTo>
                  <a:cubicBezTo>
                    <a:pt x="594" y="77"/>
                    <a:pt x="518" y="0"/>
                    <a:pt x="4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3" name="Google Shape;9553;p63"/>
            <p:cNvSpPr/>
            <p:nvPr/>
          </p:nvSpPr>
          <p:spPr>
            <a:xfrm>
              <a:off x="6312527" y="2161396"/>
              <a:ext cx="143774" cy="117146"/>
            </a:xfrm>
            <a:custGeom>
              <a:avLst/>
              <a:gdLst/>
              <a:ahLst/>
              <a:cxnLst/>
              <a:rect l="l" t="t" r="r" b="b"/>
              <a:pathLst>
                <a:path w="5475" h="4461" extrusionOk="0">
                  <a:moveTo>
                    <a:pt x="661" y="1"/>
                  </a:moveTo>
                  <a:lnTo>
                    <a:pt x="87" y="661"/>
                  </a:lnTo>
                  <a:cubicBezTo>
                    <a:pt x="29" y="719"/>
                    <a:pt x="1" y="795"/>
                    <a:pt x="1" y="881"/>
                  </a:cubicBezTo>
                  <a:lnTo>
                    <a:pt x="1" y="1599"/>
                  </a:lnTo>
                  <a:cubicBezTo>
                    <a:pt x="1" y="1733"/>
                    <a:pt x="58" y="1858"/>
                    <a:pt x="154" y="1953"/>
                  </a:cubicBezTo>
                  <a:lnTo>
                    <a:pt x="671" y="2460"/>
                  </a:lnTo>
                  <a:cubicBezTo>
                    <a:pt x="757" y="2537"/>
                    <a:pt x="862" y="2585"/>
                    <a:pt x="977" y="2594"/>
                  </a:cubicBezTo>
                  <a:lnTo>
                    <a:pt x="2527" y="2728"/>
                  </a:lnTo>
                  <a:cubicBezTo>
                    <a:pt x="2623" y="2738"/>
                    <a:pt x="2690" y="2824"/>
                    <a:pt x="2680" y="2920"/>
                  </a:cubicBezTo>
                  <a:lnTo>
                    <a:pt x="2671" y="2987"/>
                  </a:lnTo>
                  <a:cubicBezTo>
                    <a:pt x="2661" y="3111"/>
                    <a:pt x="2709" y="3226"/>
                    <a:pt x="2805" y="3293"/>
                  </a:cubicBezTo>
                  <a:lnTo>
                    <a:pt x="3188" y="3580"/>
                  </a:lnTo>
                  <a:lnTo>
                    <a:pt x="3121" y="3762"/>
                  </a:lnTo>
                  <a:cubicBezTo>
                    <a:pt x="3073" y="3886"/>
                    <a:pt x="3121" y="4020"/>
                    <a:pt x="3216" y="4107"/>
                  </a:cubicBezTo>
                  <a:lnTo>
                    <a:pt x="3618" y="4461"/>
                  </a:lnTo>
                  <a:lnTo>
                    <a:pt x="3628" y="4461"/>
                  </a:lnTo>
                  <a:cubicBezTo>
                    <a:pt x="3915" y="4403"/>
                    <a:pt x="4192" y="4327"/>
                    <a:pt x="4470" y="4231"/>
                  </a:cubicBezTo>
                  <a:lnTo>
                    <a:pt x="4527" y="4202"/>
                  </a:lnTo>
                  <a:cubicBezTo>
                    <a:pt x="4594" y="4183"/>
                    <a:pt x="4652" y="4154"/>
                    <a:pt x="4709" y="4135"/>
                  </a:cubicBezTo>
                  <a:lnTo>
                    <a:pt x="4767" y="4107"/>
                  </a:lnTo>
                  <a:lnTo>
                    <a:pt x="5389" y="3350"/>
                  </a:lnTo>
                  <a:cubicBezTo>
                    <a:pt x="5417" y="3322"/>
                    <a:pt x="5446" y="3284"/>
                    <a:pt x="5475" y="3245"/>
                  </a:cubicBezTo>
                  <a:cubicBezTo>
                    <a:pt x="5379" y="3245"/>
                    <a:pt x="5274" y="3255"/>
                    <a:pt x="5178" y="3255"/>
                  </a:cubicBezTo>
                  <a:cubicBezTo>
                    <a:pt x="3130" y="3255"/>
                    <a:pt x="1312" y="1944"/>
                    <a:pt x="661"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4" name="Google Shape;9554;p63"/>
            <p:cNvSpPr/>
            <p:nvPr/>
          </p:nvSpPr>
          <p:spPr>
            <a:xfrm>
              <a:off x="6241730" y="2077679"/>
              <a:ext cx="338728" cy="251597"/>
            </a:xfrm>
            <a:custGeom>
              <a:avLst/>
              <a:gdLst/>
              <a:ahLst/>
              <a:cxnLst/>
              <a:rect l="l" t="t" r="r" b="b"/>
              <a:pathLst>
                <a:path w="12899" h="9581" extrusionOk="0">
                  <a:moveTo>
                    <a:pt x="11296" y="1"/>
                  </a:moveTo>
                  <a:cubicBezTo>
                    <a:pt x="11159" y="1"/>
                    <a:pt x="11024" y="135"/>
                    <a:pt x="11099" y="299"/>
                  </a:cubicBezTo>
                  <a:cubicBezTo>
                    <a:pt x="12420" y="3103"/>
                    <a:pt x="11482" y="6443"/>
                    <a:pt x="8889" y="8146"/>
                  </a:cubicBezTo>
                  <a:cubicBezTo>
                    <a:pt x="7847" y="8829"/>
                    <a:pt x="6665" y="9161"/>
                    <a:pt x="5492" y="9161"/>
                  </a:cubicBezTo>
                  <a:cubicBezTo>
                    <a:pt x="3754" y="9161"/>
                    <a:pt x="2034" y="8434"/>
                    <a:pt x="811" y="7046"/>
                  </a:cubicBezTo>
                  <a:lnTo>
                    <a:pt x="811" y="7046"/>
                  </a:lnTo>
                  <a:lnTo>
                    <a:pt x="1529" y="7285"/>
                  </a:lnTo>
                  <a:cubicBezTo>
                    <a:pt x="1557" y="7295"/>
                    <a:pt x="1584" y="7300"/>
                    <a:pt x="1609" y="7300"/>
                  </a:cubicBezTo>
                  <a:cubicBezTo>
                    <a:pt x="1821" y="7300"/>
                    <a:pt x="1903" y="6970"/>
                    <a:pt x="1663" y="6893"/>
                  </a:cubicBezTo>
                  <a:lnTo>
                    <a:pt x="285" y="6433"/>
                  </a:lnTo>
                  <a:cubicBezTo>
                    <a:pt x="264" y="6426"/>
                    <a:pt x="242" y="6423"/>
                    <a:pt x="221" y="6423"/>
                  </a:cubicBezTo>
                  <a:cubicBezTo>
                    <a:pt x="102" y="6423"/>
                    <a:pt x="1" y="6531"/>
                    <a:pt x="17" y="6653"/>
                  </a:cubicBezTo>
                  <a:lnTo>
                    <a:pt x="247" y="8261"/>
                  </a:lnTo>
                  <a:cubicBezTo>
                    <a:pt x="256" y="8366"/>
                    <a:pt x="352" y="8443"/>
                    <a:pt x="448" y="8443"/>
                  </a:cubicBezTo>
                  <a:lnTo>
                    <a:pt x="476" y="8443"/>
                  </a:lnTo>
                  <a:cubicBezTo>
                    <a:pt x="601" y="8424"/>
                    <a:pt x="677" y="8319"/>
                    <a:pt x="658" y="8204"/>
                  </a:cubicBezTo>
                  <a:lnTo>
                    <a:pt x="534" y="7352"/>
                  </a:lnTo>
                  <a:lnTo>
                    <a:pt x="534" y="7352"/>
                  </a:lnTo>
                  <a:cubicBezTo>
                    <a:pt x="1834" y="8816"/>
                    <a:pt x="3652" y="9581"/>
                    <a:pt x="5492" y="9581"/>
                  </a:cubicBezTo>
                  <a:cubicBezTo>
                    <a:pt x="6754" y="9581"/>
                    <a:pt x="8026" y="9221"/>
                    <a:pt x="9147" y="8481"/>
                  </a:cubicBezTo>
                  <a:cubicBezTo>
                    <a:pt x="11903" y="6663"/>
                    <a:pt x="12899" y="3103"/>
                    <a:pt x="11482" y="117"/>
                  </a:cubicBezTo>
                  <a:lnTo>
                    <a:pt x="11482" y="117"/>
                  </a:lnTo>
                  <a:lnTo>
                    <a:pt x="11482" y="126"/>
                  </a:lnTo>
                  <a:cubicBezTo>
                    <a:pt x="11439" y="38"/>
                    <a:pt x="11367" y="1"/>
                    <a:pt x="1129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5" name="Google Shape;9555;p63"/>
            <p:cNvSpPr/>
            <p:nvPr/>
          </p:nvSpPr>
          <p:spPr>
            <a:xfrm>
              <a:off x="6191390" y="1981489"/>
              <a:ext cx="338807" cy="251676"/>
            </a:xfrm>
            <a:custGeom>
              <a:avLst/>
              <a:gdLst/>
              <a:ahLst/>
              <a:cxnLst/>
              <a:rect l="l" t="t" r="r" b="b"/>
              <a:pathLst>
                <a:path w="12902" h="9584" extrusionOk="0">
                  <a:moveTo>
                    <a:pt x="7403" y="1"/>
                  </a:moveTo>
                  <a:cubicBezTo>
                    <a:pt x="6141" y="1"/>
                    <a:pt x="4870" y="360"/>
                    <a:pt x="3752" y="1100"/>
                  </a:cubicBezTo>
                  <a:cubicBezTo>
                    <a:pt x="996" y="2909"/>
                    <a:pt x="1" y="6479"/>
                    <a:pt x="1417" y="9465"/>
                  </a:cubicBezTo>
                  <a:cubicBezTo>
                    <a:pt x="1456" y="9548"/>
                    <a:pt x="1524" y="9583"/>
                    <a:pt x="1593" y="9583"/>
                  </a:cubicBezTo>
                  <a:cubicBezTo>
                    <a:pt x="1728" y="9583"/>
                    <a:pt x="1867" y="9448"/>
                    <a:pt x="1790" y="9283"/>
                  </a:cubicBezTo>
                  <a:cubicBezTo>
                    <a:pt x="1398" y="8450"/>
                    <a:pt x="1197" y="7541"/>
                    <a:pt x="1197" y="6622"/>
                  </a:cubicBezTo>
                  <a:cubicBezTo>
                    <a:pt x="1197" y="4038"/>
                    <a:pt x="2805" y="1722"/>
                    <a:pt x="5226" y="813"/>
                  </a:cubicBezTo>
                  <a:cubicBezTo>
                    <a:pt x="5937" y="546"/>
                    <a:pt x="6674" y="417"/>
                    <a:pt x="7405" y="417"/>
                  </a:cubicBezTo>
                  <a:cubicBezTo>
                    <a:pt x="9165" y="417"/>
                    <a:pt x="10884" y="1166"/>
                    <a:pt x="12088" y="2545"/>
                  </a:cubicBezTo>
                  <a:lnTo>
                    <a:pt x="11370" y="2306"/>
                  </a:lnTo>
                  <a:cubicBezTo>
                    <a:pt x="11343" y="2297"/>
                    <a:pt x="11318" y="2294"/>
                    <a:pt x="11294" y="2294"/>
                  </a:cubicBezTo>
                  <a:cubicBezTo>
                    <a:pt x="11081" y="2294"/>
                    <a:pt x="11004" y="2612"/>
                    <a:pt x="11236" y="2698"/>
                  </a:cubicBezTo>
                  <a:lnTo>
                    <a:pt x="12614" y="3148"/>
                  </a:lnTo>
                  <a:cubicBezTo>
                    <a:pt x="12634" y="3158"/>
                    <a:pt x="12653" y="3167"/>
                    <a:pt x="12672" y="3167"/>
                  </a:cubicBezTo>
                  <a:cubicBezTo>
                    <a:pt x="12806" y="3167"/>
                    <a:pt x="12901" y="3053"/>
                    <a:pt x="12882" y="2928"/>
                  </a:cubicBezTo>
                  <a:lnTo>
                    <a:pt x="12653" y="1320"/>
                  </a:lnTo>
                  <a:cubicBezTo>
                    <a:pt x="12635" y="1196"/>
                    <a:pt x="12543" y="1139"/>
                    <a:pt x="12450" y="1139"/>
                  </a:cubicBezTo>
                  <a:cubicBezTo>
                    <a:pt x="12336" y="1139"/>
                    <a:pt x="12220" y="1225"/>
                    <a:pt x="12241" y="1378"/>
                  </a:cubicBezTo>
                  <a:lnTo>
                    <a:pt x="12366" y="2229"/>
                  </a:lnTo>
                  <a:cubicBezTo>
                    <a:pt x="11066" y="765"/>
                    <a:pt x="9244" y="1"/>
                    <a:pt x="7403"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56" name="Google Shape;9556;p63"/>
          <p:cNvGrpSpPr/>
          <p:nvPr/>
        </p:nvGrpSpPr>
        <p:grpSpPr>
          <a:xfrm>
            <a:off x="6653234" y="1855191"/>
            <a:ext cx="348103" cy="295714"/>
            <a:chOff x="6657846" y="2007591"/>
            <a:chExt cx="348103" cy="295714"/>
          </a:xfrm>
        </p:grpSpPr>
        <p:sp>
          <p:nvSpPr>
            <p:cNvPr id="9557" name="Google Shape;9557;p63"/>
            <p:cNvSpPr/>
            <p:nvPr/>
          </p:nvSpPr>
          <p:spPr>
            <a:xfrm>
              <a:off x="6820186" y="2082984"/>
              <a:ext cx="179224" cy="163153"/>
            </a:xfrm>
            <a:custGeom>
              <a:avLst/>
              <a:gdLst/>
              <a:ahLst/>
              <a:cxnLst/>
              <a:rect l="l" t="t" r="r" b="b"/>
              <a:pathLst>
                <a:path w="6825" h="6213" extrusionOk="0">
                  <a:moveTo>
                    <a:pt x="4298" y="1"/>
                  </a:moveTo>
                  <a:lnTo>
                    <a:pt x="2987" y="1006"/>
                  </a:lnTo>
                  <a:lnTo>
                    <a:pt x="1896" y="642"/>
                  </a:lnTo>
                  <a:lnTo>
                    <a:pt x="1" y="2183"/>
                  </a:lnTo>
                  <a:lnTo>
                    <a:pt x="2920" y="6212"/>
                  </a:lnTo>
                  <a:lnTo>
                    <a:pt x="6824" y="3437"/>
                  </a:lnTo>
                  <a:lnTo>
                    <a:pt x="429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8" name="Google Shape;9558;p63"/>
            <p:cNvSpPr/>
            <p:nvPr/>
          </p:nvSpPr>
          <p:spPr>
            <a:xfrm>
              <a:off x="6900620" y="2007591"/>
              <a:ext cx="105329" cy="193431"/>
            </a:xfrm>
            <a:custGeom>
              <a:avLst/>
              <a:gdLst/>
              <a:ahLst/>
              <a:cxnLst/>
              <a:rect l="l" t="t" r="r" b="b"/>
              <a:pathLst>
                <a:path w="4011" h="7366" extrusionOk="0">
                  <a:moveTo>
                    <a:pt x="4010" y="1"/>
                  </a:moveTo>
                  <a:lnTo>
                    <a:pt x="115" y="2767"/>
                  </a:lnTo>
                  <a:cubicBezTo>
                    <a:pt x="19" y="2834"/>
                    <a:pt x="0" y="2968"/>
                    <a:pt x="67" y="3063"/>
                  </a:cubicBezTo>
                  <a:lnTo>
                    <a:pt x="3340" y="7284"/>
                  </a:lnTo>
                  <a:cubicBezTo>
                    <a:pt x="3384" y="7339"/>
                    <a:pt x="3444" y="7365"/>
                    <a:pt x="3505" y="7365"/>
                  </a:cubicBezTo>
                  <a:cubicBezTo>
                    <a:pt x="3550" y="7365"/>
                    <a:pt x="3596" y="7351"/>
                    <a:pt x="3637" y="7322"/>
                  </a:cubicBezTo>
                  <a:lnTo>
                    <a:pt x="4010" y="7025"/>
                  </a:lnTo>
                  <a:lnTo>
                    <a:pt x="4010"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9" name="Google Shape;9559;p63"/>
            <p:cNvSpPr/>
            <p:nvPr/>
          </p:nvSpPr>
          <p:spPr>
            <a:xfrm>
              <a:off x="6972494" y="2152862"/>
              <a:ext cx="32930" cy="48292"/>
            </a:xfrm>
            <a:custGeom>
              <a:avLst/>
              <a:gdLst/>
              <a:ahLst/>
              <a:cxnLst/>
              <a:rect l="l" t="t" r="r" b="b"/>
              <a:pathLst>
                <a:path w="1254" h="1839" extrusionOk="0">
                  <a:moveTo>
                    <a:pt x="1254" y="1"/>
                  </a:moveTo>
                  <a:lnTo>
                    <a:pt x="0" y="977"/>
                  </a:lnTo>
                  <a:lnTo>
                    <a:pt x="594" y="1761"/>
                  </a:lnTo>
                  <a:cubicBezTo>
                    <a:pt x="632" y="1811"/>
                    <a:pt x="692" y="1838"/>
                    <a:pt x="755" y="1838"/>
                  </a:cubicBezTo>
                  <a:cubicBezTo>
                    <a:pt x="801" y="1838"/>
                    <a:pt x="849" y="1823"/>
                    <a:pt x="890" y="1790"/>
                  </a:cubicBezTo>
                  <a:lnTo>
                    <a:pt x="1254" y="1503"/>
                  </a:lnTo>
                  <a:lnTo>
                    <a:pt x="125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0" name="Google Shape;9560;p63"/>
            <p:cNvSpPr/>
            <p:nvPr/>
          </p:nvSpPr>
          <p:spPr>
            <a:xfrm>
              <a:off x="6832003" y="2137027"/>
              <a:ext cx="136237" cy="90439"/>
            </a:xfrm>
            <a:custGeom>
              <a:avLst/>
              <a:gdLst/>
              <a:ahLst/>
              <a:cxnLst/>
              <a:rect l="l" t="t" r="r" b="b"/>
              <a:pathLst>
                <a:path w="5188" h="3444" extrusionOk="0">
                  <a:moveTo>
                    <a:pt x="594" y="1"/>
                  </a:moveTo>
                  <a:lnTo>
                    <a:pt x="0" y="1092"/>
                  </a:lnTo>
                  <a:lnTo>
                    <a:pt x="4183" y="3369"/>
                  </a:lnTo>
                  <a:cubicBezTo>
                    <a:pt x="4274" y="3419"/>
                    <a:pt x="4373" y="3443"/>
                    <a:pt x="4472" y="3443"/>
                  </a:cubicBezTo>
                  <a:cubicBezTo>
                    <a:pt x="4694" y="3443"/>
                    <a:pt x="4912" y="3323"/>
                    <a:pt x="5025" y="3111"/>
                  </a:cubicBezTo>
                  <a:cubicBezTo>
                    <a:pt x="5188" y="2814"/>
                    <a:pt x="5073" y="2441"/>
                    <a:pt x="4776" y="2278"/>
                  </a:cubicBezTo>
                  <a:lnTo>
                    <a:pt x="59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1" name="Google Shape;9561;p63"/>
            <p:cNvSpPr/>
            <p:nvPr/>
          </p:nvSpPr>
          <p:spPr>
            <a:xfrm>
              <a:off x="6885284" y="2182509"/>
              <a:ext cx="79935" cy="44957"/>
            </a:xfrm>
            <a:custGeom>
              <a:avLst/>
              <a:gdLst/>
              <a:ahLst/>
              <a:cxnLst/>
              <a:rect l="l" t="t" r="r" b="b"/>
              <a:pathLst>
                <a:path w="3044" h="1712" extrusionOk="0">
                  <a:moveTo>
                    <a:pt x="268" y="1"/>
                  </a:moveTo>
                  <a:lnTo>
                    <a:pt x="0" y="460"/>
                  </a:lnTo>
                  <a:lnTo>
                    <a:pt x="2154" y="1637"/>
                  </a:lnTo>
                  <a:cubicBezTo>
                    <a:pt x="2250" y="1688"/>
                    <a:pt x="2352" y="1712"/>
                    <a:pt x="2452" y="1712"/>
                  </a:cubicBezTo>
                  <a:cubicBezTo>
                    <a:pt x="2710" y="1712"/>
                    <a:pt x="2954" y="1552"/>
                    <a:pt x="3044" y="1283"/>
                  </a:cubicBezTo>
                  <a:lnTo>
                    <a:pt x="3044" y="1283"/>
                  </a:lnTo>
                  <a:cubicBezTo>
                    <a:pt x="2976" y="1307"/>
                    <a:pt x="2905" y="1319"/>
                    <a:pt x="2834" y="1319"/>
                  </a:cubicBezTo>
                  <a:cubicBezTo>
                    <a:pt x="2735" y="1319"/>
                    <a:pt x="2635" y="1295"/>
                    <a:pt x="2546" y="1245"/>
                  </a:cubicBezTo>
                  <a:lnTo>
                    <a:pt x="268"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2" name="Google Shape;9562;p63"/>
            <p:cNvSpPr/>
            <p:nvPr/>
          </p:nvSpPr>
          <p:spPr>
            <a:xfrm>
              <a:off x="6806872" y="2160661"/>
              <a:ext cx="136237" cy="90229"/>
            </a:xfrm>
            <a:custGeom>
              <a:avLst/>
              <a:gdLst/>
              <a:ahLst/>
              <a:cxnLst/>
              <a:rect l="l" t="t" r="r" b="b"/>
              <a:pathLst>
                <a:path w="5188" h="3436" extrusionOk="0">
                  <a:moveTo>
                    <a:pt x="594" y="0"/>
                  </a:moveTo>
                  <a:lnTo>
                    <a:pt x="0" y="1091"/>
                  </a:lnTo>
                  <a:lnTo>
                    <a:pt x="4183" y="3359"/>
                  </a:lnTo>
                  <a:cubicBezTo>
                    <a:pt x="4276" y="3411"/>
                    <a:pt x="4379" y="3435"/>
                    <a:pt x="4480" y="3435"/>
                  </a:cubicBezTo>
                  <a:cubicBezTo>
                    <a:pt x="4699" y="3435"/>
                    <a:pt x="4914" y="3320"/>
                    <a:pt x="5025" y="3111"/>
                  </a:cubicBezTo>
                  <a:cubicBezTo>
                    <a:pt x="5187" y="2804"/>
                    <a:pt x="5073" y="2431"/>
                    <a:pt x="4776" y="2268"/>
                  </a:cubicBezTo>
                  <a:lnTo>
                    <a:pt x="59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3" name="Google Shape;9563;p63"/>
            <p:cNvSpPr/>
            <p:nvPr/>
          </p:nvSpPr>
          <p:spPr>
            <a:xfrm>
              <a:off x="6868688" y="2211920"/>
              <a:ext cx="71165" cy="38944"/>
            </a:xfrm>
            <a:custGeom>
              <a:avLst/>
              <a:gdLst/>
              <a:ahLst/>
              <a:cxnLst/>
              <a:rect l="l" t="t" r="r" b="b"/>
              <a:pathLst>
                <a:path w="2710" h="1483" extrusionOk="0">
                  <a:moveTo>
                    <a:pt x="240" y="1"/>
                  </a:moveTo>
                  <a:lnTo>
                    <a:pt x="1" y="422"/>
                  </a:lnTo>
                  <a:lnTo>
                    <a:pt x="1819" y="1407"/>
                  </a:lnTo>
                  <a:cubicBezTo>
                    <a:pt x="1913" y="1458"/>
                    <a:pt x="2014" y="1482"/>
                    <a:pt x="2114" y="1482"/>
                  </a:cubicBezTo>
                  <a:cubicBezTo>
                    <a:pt x="2371" y="1482"/>
                    <a:pt x="2620" y="1325"/>
                    <a:pt x="2709" y="1063"/>
                  </a:cubicBezTo>
                  <a:lnTo>
                    <a:pt x="2709" y="1063"/>
                  </a:lnTo>
                  <a:cubicBezTo>
                    <a:pt x="2623" y="1099"/>
                    <a:pt x="2533" y="1118"/>
                    <a:pt x="2444" y="1118"/>
                  </a:cubicBezTo>
                  <a:cubicBezTo>
                    <a:pt x="2344" y="1118"/>
                    <a:pt x="2245" y="1094"/>
                    <a:pt x="2154" y="1044"/>
                  </a:cubicBezTo>
                  <a:lnTo>
                    <a:pt x="24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4" name="Google Shape;9564;p63"/>
            <p:cNvSpPr/>
            <p:nvPr/>
          </p:nvSpPr>
          <p:spPr>
            <a:xfrm>
              <a:off x="6781741" y="2184032"/>
              <a:ext cx="136237" cy="90334"/>
            </a:xfrm>
            <a:custGeom>
              <a:avLst/>
              <a:gdLst/>
              <a:ahLst/>
              <a:cxnLst/>
              <a:rect l="l" t="t" r="r" b="b"/>
              <a:pathLst>
                <a:path w="5188" h="3440" extrusionOk="0">
                  <a:moveTo>
                    <a:pt x="594" y="0"/>
                  </a:moveTo>
                  <a:lnTo>
                    <a:pt x="0" y="1091"/>
                  </a:lnTo>
                  <a:lnTo>
                    <a:pt x="4183" y="3359"/>
                  </a:lnTo>
                  <a:cubicBezTo>
                    <a:pt x="4277" y="3414"/>
                    <a:pt x="4379" y="3440"/>
                    <a:pt x="4481" y="3440"/>
                  </a:cubicBezTo>
                  <a:cubicBezTo>
                    <a:pt x="4700" y="3440"/>
                    <a:pt x="4914" y="3320"/>
                    <a:pt x="5025" y="3111"/>
                  </a:cubicBezTo>
                  <a:cubicBezTo>
                    <a:pt x="5187" y="2814"/>
                    <a:pt x="5073" y="2441"/>
                    <a:pt x="4776" y="2268"/>
                  </a:cubicBezTo>
                  <a:lnTo>
                    <a:pt x="59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5" name="Google Shape;9565;p63"/>
            <p:cNvSpPr/>
            <p:nvPr/>
          </p:nvSpPr>
          <p:spPr>
            <a:xfrm>
              <a:off x="6852354" y="2240570"/>
              <a:ext cx="61842" cy="33770"/>
            </a:xfrm>
            <a:custGeom>
              <a:avLst/>
              <a:gdLst/>
              <a:ahLst/>
              <a:cxnLst/>
              <a:rect l="l" t="t" r="r" b="b"/>
              <a:pathLst>
                <a:path w="2355" h="1286" extrusionOk="0">
                  <a:moveTo>
                    <a:pt x="240" y="1"/>
                  </a:moveTo>
                  <a:lnTo>
                    <a:pt x="1" y="402"/>
                  </a:lnTo>
                  <a:lnTo>
                    <a:pt x="1484" y="1206"/>
                  </a:lnTo>
                  <a:cubicBezTo>
                    <a:pt x="1580" y="1260"/>
                    <a:pt x="1684" y="1286"/>
                    <a:pt x="1786" y="1286"/>
                  </a:cubicBezTo>
                  <a:cubicBezTo>
                    <a:pt x="2029" y="1286"/>
                    <a:pt x="2261" y="1143"/>
                    <a:pt x="2355" y="900"/>
                  </a:cubicBezTo>
                  <a:lnTo>
                    <a:pt x="2355" y="900"/>
                  </a:lnTo>
                  <a:cubicBezTo>
                    <a:pt x="2280" y="929"/>
                    <a:pt x="2201" y="944"/>
                    <a:pt x="2122" y="944"/>
                  </a:cubicBezTo>
                  <a:cubicBezTo>
                    <a:pt x="2021" y="944"/>
                    <a:pt x="1920" y="920"/>
                    <a:pt x="1829" y="871"/>
                  </a:cubicBezTo>
                  <a:lnTo>
                    <a:pt x="240"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6" name="Google Shape;9566;p63"/>
            <p:cNvSpPr/>
            <p:nvPr/>
          </p:nvSpPr>
          <p:spPr>
            <a:xfrm>
              <a:off x="6756610" y="2207404"/>
              <a:ext cx="136237" cy="90413"/>
            </a:xfrm>
            <a:custGeom>
              <a:avLst/>
              <a:gdLst/>
              <a:ahLst/>
              <a:cxnLst/>
              <a:rect l="l" t="t" r="r" b="b"/>
              <a:pathLst>
                <a:path w="5188" h="3443" extrusionOk="0">
                  <a:moveTo>
                    <a:pt x="594" y="0"/>
                  </a:moveTo>
                  <a:lnTo>
                    <a:pt x="0" y="1091"/>
                  </a:lnTo>
                  <a:lnTo>
                    <a:pt x="4173" y="3369"/>
                  </a:lnTo>
                  <a:cubicBezTo>
                    <a:pt x="4267" y="3419"/>
                    <a:pt x="4369" y="3443"/>
                    <a:pt x="4469" y="3443"/>
                  </a:cubicBezTo>
                  <a:cubicBezTo>
                    <a:pt x="4694" y="3443"/>
                    <a:pt x="4912" y="3323"/>
                    <a:pt x="5025" y="3111"/>
                  </a:cubicBezTo>
                  <a:cubicBezTo>
                    <a:pt x="5187" y="2814"/>
                    <a:pt x="5073" y="2441"/>
                    <a:pt x="4776" y="2278"/>
                  </a:cubicBezTo>
                  <a:lnTo>
                    <a:pt x="59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7" name="Google Shape;9567;p63"/>
            <p:cNvSpPr/>
            <p:nvPr/>
          </p:nvSpPr>
          <p:spPr>
            <a:xfrm>
              <a:off x="6836021" y="2267723"/>
              <a:ext cx="53308" cy="29989"/>
            </a:xfrm>
            <a:custGeom>
              <a:avLst/>
              <a:gdLst/>
              <a:ahLst/>
              <a:cxnLst/>
              <a:rect l="l" t="t" r="r" b="b"/>
              <a:pathLst>
                <a:path w="2030" h="1142" extrusionOk="0">
                  <a:moveTo>
                    <a:pt x="259" y="0"/>
                  </a:moveTo>
                  <a:lnTo>
                    <a:pt x="1" y="440"/>
                  </a:lnTo>
                  <a:lnTo>
                    <a:pt x="1149" y="1072"/>
                  </a:lnTo>
                  <a:cubicBezTo>
                    <a:pt x="1243" y="1119"/>
                    <a:pt x="1344" y="1142"/>
                    <a:pt x="1444" y="1142"/>
                  </a:cubicBezTo>
                  <a:cubicBezTo>
                    <a:pt x="1666" y="1142"/>
                    <a:pt x="1879" y="1028"/>
                    <a:pt x="1991" y="823"/>
                  </a:cubicBezTo>
                  <a:cubicBezTo>
                    <a:pt x="2001" y="794"/>
                    <a:pt x="2020" y="766"/>
                    <a:pt x="2029" y="737"/>
                  </a:cubicBezTo>
                  <a:lnTo>
                    <a:pt x="2029" y="737"/>
                  </a:lnTo>
                  <a:cubicBezTo>
                    <a:pt x="1965" y="760"/>
                    <a:pt x="1898" y="770"/>
                    <a:pt x="1831" y="770"/>
                  </a:cubicBezTo>
                  <a:cubicBezTo>
                    <a:pt x="1728" y="770"/>
                    <a:pt x="1625" y="745"/>
                    <a:pt x="1532" y="699"/>
                  </a:cubicBezTo>
                  <a:lnTo>
                    <a:pt x="25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8" name="Google Shape;9568;p63"/>
            <p:cNvSpPr/>
            <p:nvPr/>
          </p:nvSpPr>
          <p:spPr>
            <a:xfrm>
              <a:off x="6674180" y="2094564"/>
              <a:ext cx="173421" cy="157087"/>
            </a:xfrm>
            <a:custGeom>
              <a:avLst/>
              <a:gdLst/>
              <a:ahLst/>
              <a:cxnLst/>
              <a:rect l="l" t="t" r="r" b="b"/>
              <a:pathLst>
                <a:path w="6604" h="5982" extrusionOk="0">
                  <a:moveTo>
                    <a:pt x="2067" y="0"/>
                  </a:moveTo>
                  <a:lnTo>
                    <a:pt x="0" y="3723"/>
                  </a:lnTo>
                  <a:lnTo>
                    <a:pt x="4230" y="5982"/>
                  </a:lnTo>
                  <a:lnTo>
                    <a:pt x="6604" y="1618"/>
                  </a:lnTo>
                  <a:lnTo>
                    <a:pt x="4508" y="737"/>
                  </a:lnTo>
                  <a:cubicBezTo>
                    <a:pt x="4479" y="718"/>
                    <a:pt x="4441" y="718"/>
                    <a:pt x="4403" y="718"/>
                  </a:cubicBezTo>
                  <a:lnTo>
                    <a:pt x="3570" y="814"/>
                  </a:lnTo>
                  <a:cubicBezTo>
                    <a:pt x="3557" y="816"/>
                    <a:pt x="3544" y="817"/>
                    <a:pt x="3532" y="817"/>
                  </a:cubicBezTo>
                  <a:cubicBezTo>
                    <a:pt x="3497" y="817"/>
                    <a:pt x="3464" y="809"/>
                    <a:pt x="3436" y="795"/>
                  </a:cubicBezTo>
                  <a:lnTo>
                    <a:pt x="206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9" name="Google Shape;9569;p63"/>
            <p:cNvSpPr/>
            <p:nvPr/>
          </p:nvSpPr>
          <p:spPr>
            <a:xfrm>
              <a:off x="6657846" y="2031488"/>
              <a:ext cx="107587" cy="185606"/>
            </a:xfrm>
            <a:custGeom>
              <a:avLst/>
              <a:gdLst/>
              <a:ahLst/>
              <a:cxnLst/>
              <a:rect l="l" t="t" r="r" b="b"/>
              <a:pathLst>
                <a:path w="4097" h="7068" extrusionOk="0">
                  <a:moveTo>
                    <a:pt x="0" y="0"/>
                  </a:moveTo>
                  <a:lnTo>
                    <a:pt x="0" y="6336"/>
                  </a:lnTo>
                  <a:lnTo>
                    <a:pt x="1196" y="7034"/>
                  </a:lnTo>
                  <a:cubicBezTo>
                    <a:pt x="1235" y="7057"/>
                    <a:pt x="1278" y="7068"/>
                    <a:pt x="1319" y="7068"/>
                  </a:cubicBezTo>
                  <a:cubicBezTo>
                    <a:pt x="1400" y="7068"/>
                    <a:pt x="1478" y="7027"/>
                    <a:pt x="1522" y="6958"/>
                  </a:cubicBezTo>
                  <a:lnTo>
                    <a:pt x="4029" y="2603"/>
                  </a:lnTo>
                  <a:cubicBezTo>
                    <a:pt x="4096" y="2488"/>
                    <a:pt x="4048" y="2345"/>
                    <a:pt x="3943" y="2287"/>
                  </a:cubicBezTo>
                  <a:lnTo>
                    <a:pt x="0" y="0"/>
                  </a:lnTo>
                  <a:close/>
                </a:path>
              </a:pathLst>
            </a:custGeom>
            <a:solidFill>
              <a:srgbClr val="F4F6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0" name="Google Shape;9570;p63"/>
            <p:cNvSpPr/>
            <p:nvPr/>
          </p:nvSpPr>
          <p:spPr>
            <a:xfrm>
              <a:off x="6657846" y="2031488"/>
              <a:ext cx="82693" cy="173684"/>
            </a:xfrm>
            <a:custGeom>
              <a:avLst/>
              <a:gdLst/>
              <a:ahLst/>
              <a:cxnLst/>
              <a:rect l="l" t="t" r="r" b="b"/>
              <a:pathLst>
                <a:path w="3149" h="6614" extrusionOk="0">
                  <a:moveTo>
                    <a:pt x="0" y="0"/>
                  </a:moveTo>
                  <a:lnTo>
                    <a:pt x="0" y="6336"/>
                  </a:lnTo>
                  <a:lnTo>
                    <a:pt x="469" y="6613"/>
                  </a:lnTo>
                  <a:lnTo>
                    <a:pt x="3149" y="1828"/>
                  </a:lnTo>
                  <a:lnTo>
                    <a:pt x="0"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1" name="Google Shape;9571;p63"/>
            <p:cNvSpPr/>
            <p:nvPr/>
          </p:nvSpPr>
          <p:spPr>
            <a:xfrm>
              <a:off x="6657846" y="2162158"/>
              <a:ext cx="51785" cy="54752"/>
            </a:xfrm>
            <a:custGeom>
              <a:avLst/>
              <a:gdLst/>
              <a:ahLst/>
              <a:cxnLst/>
              <a:rect l="l" t="t" r="r" b="b"/>
              <a:pathLst>
                <a:path w="1972" h="2085" extrusionOk="0">
                  <a:moveTo>
                    <a:pt x="0" y="1"/>
                  </a:moveTo>
                  <a:lnTo>
                    <a:pt x="0" y="1360"/>
                  </a:lnTo>
                  <a:lnTo>
                    <a:pt x="1196" y="2058"/>
                  </a:lnTo>
                  <a:cubicBezTo>
                    <a:pt x="1233" y="2076"/>
                    <a:pt x="1272" y="2085"/>
                    <a:pt x="1310" y="2085"/>
                  </a:cubicBezTo>
                  <a:cubicBezTo>
                    <a:pt x="1394" y="2085"/>
                    <a:pt x="1476" y="2044"/>
                    <a:pt x="1522" y="1972"/>
                  </a:cubicBezTo>
                  <a:lnTo>
                    <a:pt x="1972" y="1197"/>
                  </a:lnTo>
                  <a:lnTo>
                    <a:pt x="0"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2" name="Google Shape;9572;p63"/>
            <p:cNvSpPr/>
            <p:nvPr/>
          </p:nvSpPr>
          <p:spPr>
            <a:xfrm>
              <a:off x="6657846" y="2162158"/>
              <a:ext cx="27153" cy="43014"/>
            </a:xfrm>
            <a:custGeom>
              <a:avLst/>
              <a:gdLst/>
              <a:ahLst/>
              <a:cxnLst/>
              <a:rect l="l" t="t" r="r" b="b"/>
              <a:pathLst>
                <a:path w="1034" h="1638" extrusionOk="0">
                  <a:moveTo>
                    <a:pt x="0" y="1"/>
                  </a:moveTo>
                  <a:lnTo>
                    <a:pt x="0" y="1360"/>
                  </a:lnTo>
                  <a:lnTo>
                    <a:pt x="469" y="1637"/>
                  </a:lnTo>
                  <a:lnTo>
                    <a:pt x="1034" y="632"/>
                  </a:lnTo>
                  <a:lnTo>
                    <a:pt x="0"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3" name="Google Shape;9573;p63"/>
            <p:cNvSpPr/>
            <p:nvPr/>
          </p:nvSpPr>
          <p:spPr>
            <a:xfrm>
              <a:off x="6710104" y="2184557"/>
              <a:ext cx="73160" cy="58665"/>
            </a:xfrm>
            <a:custGeom>
              <a:avLst/>
              <a:gdLst/>
              <a:ahLst/>
              <a:cxnLst/>
              <a:rect l="l" t="t" r="r" b="b"/>
              <a:pathLst>
                <a:path w="2786" h="2234" extrusionOk="0">
                  <a:moveTo>
                    <a:pt x="2085" y="0"/>
                  </a:moveTo>
                  <a:cubicBezTo>
                    <a:pt x="1955" y="0"/>
                    <a:pt x="1825" y="41"/>
                    <a:pt x="1714" y="124"/>
                  </a:cubicBezTo>
                  <a:lnTo>
                    <a:pt x="345" y="1110"/>
                  </a:lnTo>
                  <a:cubicBezTo>
                    <a:pt x="58" y="1310"/>
                    <a:pt x="1" y="1703"/>
                    <a:pt x="202" y="1980"/>
                  </a:cubicBezTo>
                  <a:cubicBezTo>
                    <a:pt x="322" y="2147"/>
                    <a:pt x="511" y="2234"/>
                    <a:pt x="703" y="2234"/>
                  </a:cubicBezTo>
                  <a:cubicBezTo>
                    <a:pt x="832" y="2234"/>
                    <a:pt x="961" y="2195"/>
                    <a:pt x="1073" y="2114"/>
                  </a:cubicBezTo>
                  <a:lnTo>
                    <a:pt x="2441" y="1129"/>
                  </a:lnTo>
                  <a:cubicBezTo>
                    <a:pt x="2728" y="918"/>
                    <a:pt x="2786" y="516"/>
                    <a:pt x="2566" y="239"/>
                  </a:cubicBezTo>
                  <a:lnTo>
                    <a:pt x="2575" y="239"/>
                  </a:lnTo>
                  <a:cubicBezTo>
                    <a:pt x="2452" y="82"/>
                    <a:pt x="2269" y="0"/>
                    <a:pt x="208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4" name="Google Shape;9574;p63"/>
            <p:cNvSpPr/>
            <p:nvPr/>
          </p:nvSpPr>
          <p:spPr>
            <a:xfrm>
              <a:off x="6713386" y="2185529"/>
              <a:ext cx="69878" cy="57536"/>
            </a:xfrm>
            <a:custGeom>
              <a:avLst/>
              <a:gdLst/>
              <a:ahLst/>
              <a:cxnLst/>
              <a:rect l="l" t="t" r="r" b="b"/>
              <a:pathLst>
                <a:path w="2661" h="2191" extrusionOk="0">
                  <a:moveTo>
                    <a:pt x="2182" y="1"/>
                  </a:moveTo>
                  <a:lnTo>
                    <a:pt x="2182" y="1"/>
                  </a:lnTo>
                  <a:cubicBezTo>
                    <a:pt x="2288" y="269"/>
                    <a:pt x="2201" y="565"/>
                    <a:pt x="1972" y="738"/>
                  </a:cubicBezTo>
                  <a:lnTo>
                    <a:pt x="594" y="1733"/>
                  </a:lnTo>
                  <a:cubicBezTo>
                    <a:pt x="488" y="1809"/>
                    <a:pt x="365" y="1849"/>
                    <a:pt x="239" y="1849"/>
                  </a:cubicBezTo>
                  <a:cubicBezTo>
                    <a:pt x="159" y="1849"/>
                    <a:pt x="78" y="1833"/>
                    <a:pt x="0" y="1800"/>
                  </a:cubicBezTo>
                  <a:lnTo>
                    <a:pt x="0" y="1800"/>
                  </a:lnTo>
                  <a:cubicBezTo>
                    <a:pt x="102" y="2048"/>
                    <a:pt x="339" y="2190"/>
                    <a:pt x="583" y="2190"/>
                  </a:cubicBezTo>
                  <a:cubicBezTo>
                    <a:pt x="705" y="2190"/>
                    <a:pt x="829" y="2154"/>
                    <a:pt x="938" y="2077"/>
                  </a:cubicBezTo>
                  <a:lnTo>
                    <a:pt x="2316" y="1082"/>
                  </a:lnTo>
                  <a:cubicBezTo>
                    <a:pt x="2594" y="881"/>
                    <a:pt x="2661" y="479"/>
                    <a:pt x="2450" y="202"/>
                  </a:cubicBezTo>
                  <a:cubicBezTo>
                    <a:pt x="2374" y="115"/>
                    <a:pt x="2288" y="49"/>
                    <a:pt x="2182"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5" name="Google Shape;9575;p63"/>
            <p:cNvSpPr/>
            <p:nvPr/>
          </p:nvSpPr>
          <p:spPr>
            <a:xfrm>
              <a:off x="6738018" y="2210266"/>
              <a:ext cx="65099" cy="52888"/>
            </a:xfrm>
            <a:custGeom>
              <a:avLst/>
              <a:gdLst/>
              <a:ahLst/>
              <a:cxnLst/>
              <a:rect l="l" t="t" r="r" b="b"/>
              <a:pathLst>
                <a:path w="2479" h="2014" extrusionOk="0">
                  <a:moveTo>
                    <a:pt x="1768" y="1"/>
                  </a:moveTo>
                  <a:cubicBezTo>
                    <a:pt x="1642" y="1"/>
                    <a:pt x="1515" y="40"/>
                    <a:pt x="1407" y="121"/>
                  </a:cubicBezTo>
                  <a:lnTo>
                    <a:pt x="354" y="887"/>
                  </a:lnTo>
                  <a:cubicBezTo>
                    <a:pt x="67" y="1088"/>
                    <a:pt x="0" y="1489"/>
                    <a:pt x="211" y="1767"/>
                  </a:cubicBezTo>
                  <a:cubicBezTo>
                    <a:pt x="332" y="1929"/>
                    <a:pt x="519" y="2014"/>
                    <a:pt x="710" y="2014"/>
                  </a:cubicBezTo>
                  <a:cubicBezTo>
                    <a:pt x="835" y="2014"/>
                    <a:pt x="962" y="1977"/>
                    <a:pt x="1072" y="1901"/>
                  </a:cubicBezTo>
                  <a:lnTo>
                    <a:pt x="2134" y="1126"/>
                  </a:lnTo>
                  <a:cubicBezTo>
                    <a:pt x="2421" y="925"/>
                    <a:pt x="2479" y="523"/>
                    <a:pt x="2259" y="245"/>
                  </a:cubicBezTo>
                  <a:cubicBezTo>
                    <a:pt x="2139" y="86"/>
                    <a:pt x="1955" y="1"/>
                    <a:pt x="1768"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6" name="Google Shape;9576;p63"/>
            <p:cNvSpPr/>
            <p:nvPr/>
          </p:nvSpPr>
          <p:spPr>
            <a:xfrm>
              <a:off x="6741274" y="2211421"/>
              <a:ext cx="61842" cy="51732"/>
            </a:xfrm>
            <a:custGeom>
              <a:avLst/>
              <a:gdLst/>
              <a:ahLst/>
              <a:cxnLst/>
              <a:rect l="l" t="t" r="r" b="b"/>
              <a:pathLst>
                <a:path w="2355" h="1970" extrusionOk="0">
                  <a:moveTo>
                    <a:pt x="1876" y="0"/>
                  </a:moveTo>
                  <a:lnTo>
                    <a:pt x="1876" y="0"/>
                  </a:lnTo>
                  <a:cubicBezTo>
                    <a:pt x="1982" y="268"/>
                    <a:pt x="1895" y="575"/>
                    <a:pt x="1666" y="737"/>
                  </a:cubicBezTo>
                  <a:lnTo>
                    <a:pt x="603" y="1512"/>
                  </a:lnTo>
                  <a:cubicBezTo>
                    <a:pt x="495" y="1591"/>
                    <a:pt x="364" y="1631"/>
                    <a:pt x="231" y="1631"/>
                  </a:cubicBezTo>
                  <a:cubicBezTo>
                    <a:pt x="153" y="1631"/>
                    <a:pt x="75" y="1617"/>
                    <a:pt x="1" y="1589"/>
                  </a:cubicBezTo>
                  <a:lnTo>
                    <a:pt x="1" y="1589"/>
                  </a:lnTo>
                  <a:cubicBezTo>
                    <a:pt x="20" y="1637"/>
                    <a:pt x="48" y="1685"/>
                    <a:pt x="77" y="1723"/>
                  </a:cubicBezTo>
                  <a:cubicBezTo>
                    <a:pt x="204" y="1885"/>
                    <a:pt x="394" y="1970"/>
                    <a:pt x="583" y="1970"/>
                  </a:cubicBezTo>
                  <a:cubicBezTo>
                    <a:pt x="708" y="1970"/>
                    <a:pt x="832" y="1933"/>
                    <a:pt x="938" y="1857"/>
                  </a:cubicBezTo>
                  <a:lnTo>
                    <a:pt x="2010" y="1082"/>
                  </a:lnTo>
                  <a:cubicBezTo>
                    <a:pt x="2288" y="881"/>
                    <a:pt x="2355" y="479"/>
                    <a:pt x="2135" y="201"/>
                  </a:cubicBezTo>
                  <a:cubicBezTo>
                    <a:pt x="2068" y="115"/>
                    <a:pt x="1982" y="48"/>
                    <a:pt x="1876"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7" name="Google Shape;9577;p63"/>
            <p:cNvSpPr/>
            <p:nvPr/>
          </p:nvSpPr>
          <p:spPr>
            <a:xfrm>
              <a:off x="6765906" y="2236263"/>
              <a:ext cx="57063" cy="47084"/>
            </a:xfrm>
            <a:custGeom>
              <a:avLst/>
              <a:gdLst/>
              <a:ahLst/>
              <a:cxnLst/>
              <a:rect l="l" t="t" r="r" b="b"/>
              <a:pathLst>
                <a:path w="2173" h="1793" extrusionOk="0">
                  <a:moveTo>
                    <a:pt x="1466" y="1"/>
                  </a:moveTo>
                  <a:cubicBezTo>
                    <a:pt x="1338" y="1"/>
                    <a:pt x="1210" y="39"/>
                    <a:pt x="1101" y="117"/>
                  </a:cubicBezTo>
                  <a:lnTo>
                    <a:pt x="345" y="662"/>
                  </a:lnTo>
                  <a:cubicBezTo>
                    <a:pt x="67" y="863"/>
                    <a:pt x="0" y="1256"/>
                    <a:pt x="201" y="1533"/>
                  </a:cubicBezTo>
                  <a:cubicBezTo>
                    <a:pt x="324" y="1702"/>
                    <a:pt x="517" y="1793"/>
                    <a:pt x="712" y="1793"/>
                  </a:cubicBezTo>
                  <a:cubicBezTo>
                    <a:pt x="837" y="1793"/>
                    <a:pt x="964" y="1755"/>
                    <a:pt x="1072" y="1677"/>
                  </a:cubicBezTo>
                  <a:lnTo>
                    <a:pt x="1828" y="1122"/>
                  </a:lnTo>
                  <a:cubicBezTo>
                    <a:pt x="2115" y="921"/>
                    <a:pt x="2173" y="519"/>
                    <a:pt x="1962" y="241"/>
                  </a:cubicBezTo>
                  <a:cubicBezTo>
                    <a:pt x="1837" y="82"/>
                    <a:pt x="1652" y="1"/>
                    <a:pt x="146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8" name="Google Shape;9578;p63"/>
            <p:cNvSpPr/>
            <p:nvPr/>
          </p:nvSpPr>
          <p:spPr>
            <a:xfrm>
              <a:off x="6769163" y="2237051"/>
              <a:ext cx="53807" cy="46296"/>
            </a:xfrm>
            <a:custGeom>
              <a:avLst/>
              <a:gdLst/>
              <a:ahLst/>
              <a:cxnLst/>
              <a:rect l="l" t="t" r="r" b="b"/>
              <a:pathLst>
                <a:path w="2049" h="1763" extrusionOk="0">
                  <a:moveTo>
                    <a:pt x="1551" y="1"/>
                  </a:moveTo>
                  <a:lnTo>
                    <a:pt x="1551" y="1"/>
                  </a:lnTo>
                  <a:cubicBezTo>
                    <a:pt x="1637" y="259"/>
                    <a:pt x="1551" y="556"/>
                    <a:pt x="1331" y="718"/>
                  </a:cubicBezTo>
                  <a:lnTo>
                    <a:pt x="565" y="1264"/>
                  </a:lnTo>
                  <a:cubicBezTo>
                    <a:pt x="457" y="1340"/>
                    <a:pt x="327" y="1383"/>
                    <a:pt x="196" y="1383"/>
                  </a:cubicBezTo>
                  <a:cubicBezTo>
                    <a:pt x="131" y="1383"/>
                    <a:pt x="65" y="1372"/>
                    <a:pt x="1" y="1350"/>
                  </a:cubicBezTo>
                  <a:lnTo>
                    <a:pt x="1" y="1350"/>
                  </a:lnTo>
                  <a:cubicBezTo>
                    <a:pt x="20" y="1398"/>
                    <a:pt x="39" y="1455"/>
                    <a:pt x="77" y="1503"/>
                  </a:cubicBezTo>
                  <a:cubicBezTo>
                    <a:pt x="200" y="1672"/>
                    <a:pt x="393" y="1763"/>
                    <a:pt x="588" y="1763"/>
                  </a:cubicBezTo>
                  <a:cubicBezTo>
                    <a:pt x="713" y="1763"/>
                    <a:pt x="840" y="1725"/>
                    <a:pt x="948" y="1647"/>
                  </a:cubicBezTo>
                  <a:lnTo>
                    <a:pt x="1704" y="1092"/>
                  </a:lnTo>
                  <a:cubicBezTo>
                    <a:pt x="1991" y="891"/>
                    <a:pt x="2049" y="489"/>
                    <a:pt x="1838" y="211"/>
                  </a:cubicBezTo>
                  <a:cubicBezTo>
                    <a:pt x="1762" y="115"/>
                    <a:pt x="1657" y="48"/>
                    <a:pt x="1551"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9" name="Google Shape;9579;p63"/>
            <p:cNvSpPr/>
            <p:nvPr/>
          </p:nvSpPr>
          <p:spPr>
            <a:xfrm>
              <a:off x="6793794" y="2262156"/>
              <a:ext cx="49027" cy="41149"/>
            </a:xfrm>
            <a:custGeom>
              <a:avLst/>
              <a:gdLst/>
              <a:ahLst/>
              <a:cxnLst/>
              <a:rect l="l" t="t" r="r" b="b"/>
              <a:pathLst>
                <a:path w="1867" h="1567" extrusionOk="0">
                  <a:moveTo>
                    <a:pt x="1159" y="0"/>
                  </a:moveTo>
                  <a:cubicBezTo>
                    <a:pt x="1032" y="0"/>
                    <a:pt x="904" y="39"/>
                    <a:pt x="795" y="116"/>
                  </a:cubicBezTo>
                  <a:lnTo>
                    <a:pt x="345" y="442"/>
                  </a:lnTo>
                  <a:cubicBezTo>
                    <a:pt x="58" y="643"/>
                    <a:pt x="1" y="1035"/>
                    <a:pt x="202" y="1313"/>
                  </a:cubicBezTo>
                  <a:cubicBezTo>
                    <a:pt x="322" y="1479"/>
                    <a:pt x="511" y="1566"/>
                    <a:pt x="703" y="1566"/>
                  </a:cubicBezTo>
                  <a:cubicBezTo>
                    <a:pt x="832" y="1566"/>
                    <a:pt x="961" y="1527"/>
                    <a:pt x="1073" y="1447"/>
                  </a:cubicBezTo>
                  <a:lnTo>
                    <a:pt x="1522" y="1121"/>
                  </a:lnTo>
                  <a:cubicBezTo>
                    <a:pt x="1810" y="920"/>
                    <a:pt x="1867" y="518"/>
                    <a:pt x="1647" y="241"/>
                  </a:cubicBezTo>
                  <a:cubicBezTo>
                    <a:pt x="1528" y="82"/>
                    <a:pt x="1344" y="0"/>
                    <a:pt x="115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0" name="Google Shape;9580;p63"/>
            <p:cNvSpPr/>
            <p:nvPr/>
          </p:nvSpPr>
          <p:spPr>
            <a:xfrm>
              <a:off x="6797313" y="2263180"/>
              <a:ext cx="45509" cy="40125"/>
            </a:xfrm>
            <a:custGeom>
              <a:avLst/>
              <a:gdLst/>
              <a:ahLst/>
              <a:cxnLst/>
              <a:rect l="l" t="t" r="r" b="b"/>
              <a:pathLst>
                <a:path w="1733" h="1528" extrusionOk="0">
                  <a:moveTo>
                    <a:pt x="1254" y="1"/>
                  </a:moveTo>
                  <a:lnTo>
                    <a:pt x="1254" y="1"/>
                  </a:lnTo>
                  <a:cubicBezTo>
                    <a:pt x="1360" y="269"/>
                    <a:pt x="1264" y="566"/>
                    <a:pt x="1044" y="728"/>
                  </a:cubicBezTo>
                  <a:lnTo>
                    <a:pt x="585" y="1054"/>
                  </a:lnTo>
                  <a:cubicBezTo>
                    <a:pt x="476" y="1132"/>
                    <a:pt x="348" y="1172"/>
                    <a:pt x="221" y="1172"/>
                  </a:cubicBezTo>
                  <a:cubicBezTo>
                    <a:pt x="146" y="1172"/>
                    <a:pt x="72" y="1158"/>
                    <a:pt x="1" y="1130"/>
                  </a:cubicBezTo>
                  <a:lnTo>
                    <a:pt x="1" y="1130"/>
                  </a:lnTo>
                  <a:cubicBezTo>
                    <a:pt x="95" y="1383"/>
                    <a:pt x="332" y="1527"/>
                    <a:pt x="576" y="1527"/>
                  </a:cubicBezTo>
                  <a:cubicBezTo>
                    <a:pt x="701" y="1527"/>
                    <a:pt x="828" y="1489"/>
                    <a:pt x="939" y="1408"/>
                  </a:cubicBezTo>
                  <a:lnTo>
                    <a:pt x="1398" y="1082"/>
                  </a:lnTo>
                  <a:cubicBezTo>
                    <a:pt x="1676" y="881"/>
                    <a:pt x="1733" y="479"/>
                    <a:pt x="1522" y="202"/>
                  </a:cubicBezTo>
                  <a:cubicBezTo>
                    <a:pt x="1455" y="116"/>
                    <a:pt x="1360" y="39"/>
                    <a:pt x="125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1" name="Google Shape;9581;p63"/>
            <p:cNvSpPr/>
            <p:nvPr/>
          </p:nvSpPr>
          <p:spPr>
            <a:xfrm>
              <a:off x="6799335" y="2099843"/>
              <a:ext cx="70639" cy="108848"/>
            </a:xfrm>
            <a:custGeom>
              <a:avLst/>
              <a:gdLst/>
              <a:ahLst/>
              <a:cxnLst/>
              <a:rect l="l" t="t" r="r" b="b"/>
              <a:pathLst>
                <a:path w="2690" h="4145" extrusionOk="0">
                  <a:moveTo>
                    <a:pt x="574" y="0"/>
                  </a:moveTo>
                  <a:cubicBezTo>
                    <a:pt x="479" y="0"/>
                    <a:pt x="393" y="67"/>
                    <a:pt x="374" y="163"/>
                  </a:cubicBezTo>
                  <a:lnTo>
                    <a:pt x="0" y="1665"/>
                  </a:lnTo>
                  <a:lnTo>
                    <a:pt x="0" y="3321"/>
                  </a:lnTo>
                  <a:cubicBezTo>
                    <a:pt x="0" y="3771"/>
                    <a:pt x="364" y="4144"/>
                    <a:pt x="823" y="4144"/>
                  </a:cubicBezTo>
                  <a:cubicBezTo>
                    <a:pt x="1283" y="4144"/>
                    <a:pt x="1656" y="3771"/>
                    <a:pt x="1656" y="3321"/>
                  </a:cubicBezTo>
                  <a:lnTo>
                    <a:pt x="1656" y="2077"/>
                  </a:lnTo>
                  <a:lnTo>
                    <a:pt x="2690" y="10"/>
                  </a:lnTo>
                  <a:lnTo>
                    <a:pt x="57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2" name="Google Shape;9582;p63"/>
            <p:cNvSpPr/>
            <p:nvPr/>
          </p:nvSpPr>
          <p:spPr>
            <a:xfrm>
              <a:off x="6799335" y="2100053"/>
              <a:ext cx="29936" cy="108638"/>
            </a:xfrm>
            <a:custGeom>
              <a:avLst/>
              <a:gdLst/>
              <a:ahLst/>
              <a:cxnLst/>
              <a:rect l="l" t="t" r="r" b="b"/>
              <a:pathLst>
                <a:path w="1140" h="4137" extrusionOk="0">
                  <a:moveTo>
                    <a:pt x="556" y="1"/>
                  </a:moveTo>
                  <a:cubicBezTo>
                    <a:pt x="468" y="1"/>
                    <a:pt x="391" y="65"/>
                    <a:pt x="374" y="155"/>
                  </a:cubicBezTo>
                  <a:lnTo>
                    <a:pt x="0" y="1657"/>
                  </a:lnTo>
                  <a:lnTo>
                    <a:pt x="0" y="3313"/>
                  </a:lnTo>
                  <a:cubicBezTo>
                    <a:pt x="0" y="3763"/>
                    <a:pt x="364" y="4136"/>
                    <a:pt x="823" y="4136"/>
                  </a:cubicBezTo>
                  <a:cubicBezTo>
                    <a:pt x="929" y="4136"/>
                    <a:pt x="1034" y="4117"/>
                    <a:pt x="1139" y="4079"/>
                  </a:cubicBezTo>
                  <a:cubicBezTo>
                    <a:pt x="823" y="3945"/>
                    <a:pt x="622" y="3648"/>
                    <a:pt x="622" y="3313"/>
                  </a:cubicBezTo>
                  <a:lnTo>
                    <a:pt x="622" y="1657"/>
                  </a:lnTo>
                  <a:lnTo>
                    <a:pt x="1034" y="2"/>
                  </a:lnTo>
                  <a:lnTo>
                    <a:pt x="574" y="2"/>
                  </a:lnTo>
                  <a:cubicBezTo>
                    <a:pt x="568" y="1"/>
                    <a:pt x="562" y="1"/>
                    <a:pt x="556"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83" name="Google Shape;9583;p63"/>
          <p:cNvGrpSpPr/>
          <p:nvPr/>
        </p:nvGrpSpPr>
        <p:grpSpPr>
          <a:xfrm>
            <a:off x="7099575" y="1819504"/>
            <a:ext cx="347341" cy="348103"/>
            <a:chOff x="7104188" y="1971904"/>
            <a:chExt cx="347341" cy="348103"/>
          </a:xfrm>
        </p:grpSpPr>
        <p:sp>
          <p:nvSpPr>
            <p:cNvPr id="9584" name="Google Shape;9584;p63"/>
            <p:cNvSpPr/>
            <p:nvPr/>
          </p:nvSpPr>
          <p:spPr>
            <a:xfrm>
              <a:off x="7204947" y="1994277"/>
              <a:ext cx="167906" cy="153752"/>
            </a:xfrm>
            <a:custGeom>
              <a:avLst/>
              <a:gdLst/>
              <a:ahLst/>
              <a:cxnLst/>
              <a:rect l="l" t="t" r="r" b="b"/>
              <a:pathLst>
                <a:path w="6394" h="5855" extrusionOk="0">
                  <a:moveTo>
                    <a:pt x="642" y="1"/>
                  </a:moveTo>
                  <a:cubicBezTo>
                    <a:pt x="288" y="1"/>
                    <a:pt x="1" y="288"/>
                    <a:pt x="1" y="642"/>
                  </a:cubicBezTo>
                  <a:lnTo>
                    <a:pt x="1" y="4058"/>
                  </a:lnTo>
                  <a:cubicBezTo>
                    <a:pt x="1" y="4413"/>
                    <a:pt x="288" y="4700"/>
                    <a:pt x="642" y="4700"/>
                  </a:cubicBezTo>
                  <a:lnTo>
                    <a:pt x="2345" y="4700"/>
                  </a:lnTo>
                  <a:lnTo>
                    <a:pt x="4059" y="5839"/>
                  </a:lnTo>
                  <a:cubicBezTo>
                    <a:pt x="4076" y="5850"/>
                    <a:pt x="4095" y="5855"/>
                    <a:pt x="4114" y="5855"/>
                  </a:cubicBezTo>
                  <a:cubicBezTo>
                    <a:pt x="4177" y="5855"/>
                    <a:pt x="4236" y="5800"/>
                    <a:pt x="4221" y="5733"/>
                  </a:cubicBezTo>
                  <a:lnTo>
                    <a:pt x="4049" y="4700"/>
                  </a:lnTo>
                  <a:lnTo>
                    <a:pt x="5752" y="4700"/>
                  </a:lnTo>
                  <a:cubicBezTo>
                    <a:pt x="6107" y="4700"/>
                    <a:pt x="6394" y="4413"/>
                    <a:pt x="6394" y="4058"/>
                  </a:cubicBezTo>
                  <a:lnTo>
                    <a:pt x="6394" y="642"/>
                  </a:lnTo>
                  <a:cubicBezTo>
                    <a:pt x="6394" y="288"/>
                    <a:pt x="6107" y="1"/>
                    <a:pt x="5752"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5" name="Google Shape;9585;p63"/>
            <p:cNvSpPr/>
            <p:nvPr/>
          </p:nvSpPr>
          <p:spPr>
            <a:xfrm>
              <a:off x="7204711" y="1994277"/>
              <a:ext cx="156851" cy="112130"/>
            </a:xfrm>
            <a:custGeom>
              <a:avLst/>
              <a:gdLst/>
              <a:ahLst/>
              <a:cxnLst/>
              <a:rect l="l" t="t" r="r" b="b"/>
              <a:pathLst>
                <a:path w="5973" h="4270" extrusionOk="0">
                  <a:moveTo>
                    <a:pt x="641" y="1"/>
                  </a:moveTo>
                  <a:cubicBezTo>
                    <a:pt x="297" y="1"/>
                    <a:pt x="0" y="288"/>
                    <a:pt x="10" y="642"/>
                  </a:cubicBezTo>
                  <a:lnTo>
                    <a:pt x="10" y="4058"/>
                  </a:lnTo>
                  <a:cubicBezTo>
                    <a:pt x="10" y="4125"/>
                    <a:pt x="19" y="4202"/>
                    <a:pt x="48" y="4269"/>
                  </a:cubicBezTo>
                  <a:lnTo>
                    <a:pt x="4910" y="4269"/>
                  </a:lnTo>
                  <a:cubicBezTo>
                    <a:pt x="5503" y="4269"/>
                    <a:pt x="5972" y="3791"/>
                    <a:pt x="5972" y="3207"/>
                  </a:cubicBezTo>
                  <a:lnTo>
                    <a:pt x="5972" y="39"/>
                  </a:lnTo>
                  <a:cubicBezTo>
                    <a:pt x="5905" y="20"/>
                    <a:pt x="5838" y="1"/>
                    <a:pt x="576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6" name="Google Shape;9586;p63"/>
            <p:cNvSpPr/>
            <p:nvPr/>
          </p:nvSpPr>
          <p:spPr>
            <a:xfrm>
              <a:off x="7104923" y="2129490"/>
              <a:ext cx="122923" cy="123159"/>
            </a:xfrm>
            <a:custGeom>
              <a:avLst/>
              <a:gdLst/>
              <a:ahLst/>
              <a:cxnLst/>
              <a:rect l="l" t="t" r="r" b="b"/>
              <a:pathLst>
                <a:path w="4681" h="4690" extrusionOk="0">
                  <a:moveTo>
                    <a:pt x="2345" y="0"/>
                  </a:moveTo>
                  <a:cubicBezTo>
                    <a:pt x="1321" y="0"/>
                    <a:pt x="565" y="824"/>
                    <a:pt x="489" y="1828"/>
                  </a:cubicBezTo>
                  <a:cubicBezTo>
                    <a:pt x="431" y="2556"/>
                    <a:pt x="278" y="3264"/>
                    <a:pt x="49" y="3963"/>
                  </a:cubicBezTo>
                  <a:cubicBezTo>
                    <a:pt x="1" y="4087"/>
                    <a:pt x="58" y="4231"/>
                    <a:pt x="192" y="4288"/>
                  </a:cubicBezTo>
                  <a:cubicBezTo>
                    <a:pt x="623" y="4489"/>
                    <a:pt x="1082" y="4623"/>
                    <a:pt x="1551" y="4690"/>
                  </a:cubicBezTo>
                  <a:lnTo>
                    <a:pt x="3140" y="4690"/>
                  </a:lnTo>
                  <a:cubicBezTo>
                    <a:pt x="3609" y="4623"/>
                    <a:pt x="4068" y="4489"/>
                    <a:pt x="4499" y="4288"/>
                  </a:cubicBezTo>
                  <a:cubicBezTo>
                    <a:pt x="4623" y="4231"/>
                    <a:pt x="4681" y="4087"/>
                    <a:pt x="4633" y="3963"/>
                  </a:cubicBezTo>
                  <a:cubicBezTo>
                    <a:pt x="4403" y="3264"/>
                    <a:pt x="4260" y="2556"/>
                    <a:pt x="4193" y="1828"/>
                  </a:cubicBezTo>
                  <a:cubicBezTo>
                    <a:pt x="4126" y="824"/>
                    <a:pt x="3370" y="0"/>
                    <a:pt x="234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7" name="Google Shape;9587;p63"/>
            <p:cNvSpPr/>
            <p:nvPr/>
          </p:nvSpPr>
          <p:spPr>
            <a:xfrm>
              <a:off x="7138352" y="2129490"/>
              <a:ext cx="89494" cy="123159"/>
            </a:xfrm>
            <a:custGeom>
              <a:avLst/>
              <a:gdLst/>
              <a:ahLst/>
              <a:cxnLst/>
              <a:rect l="l" t="t" r="r" b="b"/>
              <a:pathLst>
                <a:path w="3408" h="4690" extrusionOk="0">
                  <a:moveTo>
                    <a:pt x="1063" y="0"/>
                  </a:moveTo>
                  <a:cubicBezTo>
                    <a:pt x="278" y="0"/>
                    <a:pt x="1" y="1082"/>
                    <a:pt x="680" y="1474"/>
                  </a:cubicBezTo>
                  <a:cubicBezTo>
                    <a:pt x="699" y="1493"/>
                    <a:pt x="718" y="1503"/>
                    <a:pt x="747" y="1513"/>
                  </a:cubicBezTo>
                  <a:lnTo>
                    <a:pt x="1340" y="4690"/>
                  </a:lnTo>
                  <a:lnTo>
                    <a:pt x="1876" y="4690"/>
                  </a:lnTo>
                  <a:cubicBezTo>
                    <a:pt x="2336" y="4623"/>
                    <a:pt x="2795" y="4489"/>
                    <a:pt x="3226" y="4288"/>
                  </a:cubicBezTo>
                  <a:cubicBezTo>
                    <a:pt x="3350" y="4231"/>
                    <a:pt x="3408" y="4087"/>
                    <a:pt x="3360" y="3963"/>
                  </a:cubicBezTo>
                  <a:cubicBezTo>
                    <a:pt x="3130" y="3264"/>
                    <a:pt x="2987" y="2556"/>
                    <a:pt x="2920" y="1828"/>
                  </a:cubicBezTo>
                  <a:cubicBezTo>
                    <a:pt x="2853" y="824"/>
                    <a:pt x="2097" y="0"/>
                    <a:pt x="1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8" name="Google Shape;9588;p63"/>
            <p:cNvSpPr/>
            <p:nvPr/>
          </p:nvSpPr>
          <p:spPr>
            <a:xfrm>
              <a:off x="7104188" y="2222477"/>
              <a:ext cx="123159" cy="97293"/>
            </a:xfrm>
            <a:custGeom>
              <a:avLst/>
              <a:gdLst/>
              <a:ahLst/>
              <a:cxnLst/>
              <a:rect l="l" t="t" r="r" b="b"/>
              <a:pathLst>
                <a:path w="4690" h="3705" extrusionOk="0">
                  <a:moveTo>
                    <a:pt x="1560" y="0"/>
                  </a:moveTo>
                  <a:lnTo>
                    <a:pt x="1560" y="785"/>
                  </a:lnTo>
                  <a:cubicBezTo>
                    <a:pt x="1560" y="977"/>
                    <a:pt x="1445" y="1158"/>
                    <a:pt x="1273" y="1254"/>
                  </a:cubicBezTo>
                  <a:lnTo>
                    <a:pt x="431" y="1675"/>
                  </a:lnTo>
                  <a:cubicBezTo>
                    <a:pt x="172" y="1800"/>
                    <a:pt x="0" y="2077"/>
                    <a:pt x="0" y="2374"/>
                  </a:cubicBezTo>
                  <a:lnTo>
                    <a:pt x="0" y="3446"/>
                  </a:lnTo>
                  <a:cubicBezTo>
                    <a:pt x="0" y="3589"/>
                    <a:pt x="115" y="3704"/>
                    <a:pt x="268" y="3704"/>
                  </a:cubicBezTo>
                  <a:lnTo>
                    <a:pt x="4431" y="3704"/>
                  </a:lnTo>
                  <a:cubicBezTo>
                    <a:pt x="4575" y="3704"/>
                    <a:pt x="4689" y="3589"/>
                    <a:pt x="4689" y="3446"/>
                  </a:cubicBezTo>
                  <a:lnTo>
                    <a:pt x="4689" y="2374"/>
                  </a:lnTo>
                  <a:cubicBezTo>
                    <a:pt x="4689" y="2077"/>
                    <a:pt x="4517" y="1809"/>
                    <a:pt x="4259" y="1675"/>
                  </a:cubicBezTo>
                  <a:lnTo>
                    <a:pt x="3417" y="1254"/>
                  </a:lnTo>
                  <a:cubicBezTo>
                    <a:pt x="3244" y="1168"/>
                    <a:pt x="3130" y="986"/>
                    <a:pt x="3130" y="785"/>
                  </a:cubicBezTo>
                  <a:lnTo>
                    <a:pt x="3130"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89" name="Google Shape;9589;p63"/>
            <p:cNvSpPr/>
            <p:nvPr/>
          </p:nvSpPr>
          <p:spPr>
            <a:xfrm>
              <a:off x="7144891" y="2222477"/>
              <a:ext cx="41753" cy="27678"/>
            </a:xfrm>
            <a:custGeom>
              <a:avLst/>
              <a:gdLst/>
              <a:ahLst/>
              <a:cxnLst/>
              <a:rect l="l" t="t" r="r" b="b"/>
              <a:pathLst>
                <a:path w="1590" h="1054" extrusionOk="0">
                  <a:moveTo>
                    <a:pt x="10" y="0"/>
                  </a:moveTo>
                  <a:lnTo>
                    <a:pt x="10" y="785"/>
                  </a:lnTo>
                  <a:cubicBezTo>
                    <a:pt x="10" y="814"/>
                    <a:pt x="0" y="852"/>
                    <a:pt x="0" y="881"/>
                  </a:cubicBezTo>
                  <a:cubicBezTo>
                    <a:pt x="249" y="986"/>
                    <a:pt x="517" y="1044"/>
                    <a:pt x="795" y="1053"/>
                  </a:cubicBezTo>
                  <a:cubicBezTo>
                    <a:pt x="1063" y="1044"/>
                    <a:pt x="1340" y="996"/>
                    <a:pt x="1589" y="891"/>
                  </a:cubicBezTo>
                  <a:cubicBezTo>
                    <a:pt x="1580" y="852"/>
                    <a:pt x="1580" y="824"/>
                    <a:pt x="1580" y="785"/>
                  </a:cubicBezTo>
                  <a:lnTo>
                    <a:pt x="158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0" name="Google Shape;9590;p63"/>
            <p:cNvSpPr/>
            <p:nvPr/>
          </p:nvSpPr>
          <p:spPr>
            <a:xfrm>
              <a:off x="7104188" y="2258663"/>
              <a:ext cx="123159" cy="61343"/>
            </a:xfrm>
            <a:custGeom>
              <a:avLst/>
              <a:gdLst/>
              <a:ahLst/>
              <a:cxnLst/>
              <a:rect l="l" t="t" r="r" b="b"/>
              <a:pathLst>
                <a:path w="4690" h="2336" extrusionOk="0">
                  <a:moveTo>
                    <a:pt x="1034" y="1"/>
                  </a:moveTo>
                  <a:lnTo>
                    <a:pt x="440" y="297"/>
                  </a:lnTo>
                  <a:cubicBezTo>
                    <a:pt x="172" y="431"/>
                    <a:pt x="0" y="699"/>
                    <a:pt x="0" y="996"/>
                  </a:cubicBezTo>
                  <a:lnTo>
                    <a:pt x="0" y="2077"/>
                  </a:lnTo>
                  <a:cubicBezTo>
                    <a:pt x="0" y="2221"/>
                    <a:pt x="124" y="2336"/>
                    <a:pt x="268" y="2336"/>
                  </a:cubicBezTo>
                  <a:lnTo>
                    <a:pt x="4431" y="2336"/>
                  </a:lnTo>
                  <a:cubicBezTo>
                    <a:pt x="4575" y="2336"/>
                    <a:pt x="4689" y="2221"/>
                    <a:pt x="4689" y="2077"/>
                  </a:cubicBezTo>
                  <a:lnTo>
                    <a:pt x="4689" y="996"/>
                  </a:lnTo>
                  <a:cubicBezTo>
                    <a:pt x="4689" y="699"/>
                    <a:pt x="4527" y="431"/>
                    <a:pt x="4259" y="297"/>
                  </a:cubicBezTo>
                  <a:lnTo>
                    <a:pt x="3656" y="1"/>
                  </a:lnTo>
                  <a:cubicBezTo>
                    <a:pt x="3350" y="474"/>
                    <a:pt x="2847" y="711"/>
                    <a:pt x="2345" y="711"/>
                  </a:cubicBezTo>
                  <a:cubicBezTo>
                    <a:pt x="1842" y="711"/>
                    <a:pt x="1340" y="474"/>
                    <a:pt x="10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1" name="Google Shape;9591;p63"/>
            <p:cNvSpPr/>
            <p:nvPr/>
          </p:nvSpPr>
          <p:spPr>
            <a:xfrm>
              <a:off x="7124539" y="2169011"/>
              <a:ext cx="82194" cy="67304"/>
            </a:xfrm>
            <a:custGeom>
              <a:avLst/>
              <a:gdLst/>
              <a:ahLst/>
              <a:cxnLst/>
              <a:rect l="l" t="t" r="r" b="b"/>
              <a:pathLst>
                <a:path w="3130" h="2563" extrusionOk="0">
                  <a:moveTo>
                    <a:pt x="1201" y="0"/>
                  </a:moveTo>
                  <a:cubicBezTo>
                    <a:pt x="1102" y="0"/>
                    <a:pt x="1016" y="56"/>
                    <a:pt x="976" y="151"/>
                  </a:cubicBezTo>
                  <a:cubicBezTo>
                    <a:pt x="881" y="333"/>
                    <a:pt x="766" y="486"/>
                    <a:pt x="613" y="620"/>
                  </a:cubicBezTo>
                  <a:cubicBezTo>
                    <a:pt x="469" y="744"/>
                    <a:pt x="316" y="850"/>
                    <a:pt x="153" y="936"/>
                  </a:cubicBezTo>
                  <a:cubicBezTo>
                    <a:pt x="58" y="984"/>
                    <a:pt x="0" y="1089"/>
                    <a:pt x="10" y="1204"/>
                  </a:cubicBezTo>
                  <a:cubicBezTo>
                    <a:pt x="115" y="1979"/>
                    <a:pt x="785" y="2563"/>
                    <a:pt x="1570" y="2563"/>
                  </a:cubicBezTo>
                  <a:cubicBezTo>
                    <a:pt x="2383" y="2563"/>
                    <a:pt x="3063" y="1931"/>
                    <a:pt x="3120" y="1118"/>
                  </a:cubicBezTo>
                  <a:cubicBezTo>
                    <a:pt x="3130" y="1041"/>
                    <a:pt x="3091" y="965"/>
                    <a:pt x="3034" y="907"/>
                  </a:cubicBezTo>
                  <a:cubicBezTo>
                    <a:pt x="2517" y="477"/>
                    <a:pt x="1914" y="170"/>
                    <a:pt x="1264" y="8"/>
                  </a:cubicBezTo>
                  <a:cubicBezTo>
                    <a:pt x="1242" y="3"/>
                    <a:pt x="1221" y="0"/>
                    <a:pt x="120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2" name="Google Shape;9592;p63"/>
            <p:cNvSpPr/>
            <p:nvPr/>
          </p:nvSpPr>
          <p:spPr>
            <a:xfrm>
              <a:off x="7124277" y="2169011"/>
              <a:ext cx="82456" cy="66569"/>
            </a:xfrm>
            <a:custGeom>
              <a:avLst/>
              <a:gdLst/>
              <a:ahLst/>
              <a:cxnLst/>
              <a:rect l="l" t="t" r="r" b="b"/>
              <a:pathLst>
                <a:path w="3140" h="2535" extrusionOk="0">
                  <a:moveTo>
                    <a:pt x="1213" y="0"/>
                  </a:moveTo>
                  <a:cubicBezTo>
                    <a:pt x="1118" y="0"/>
                    <a:pt x="1024" y="55"/>
                    <a:pt x="977" y="142"/>
                  </a:cubicBezTo>
                  <a:cubicBezTo>
                    <a:pt x="919" y="276"/>
                    <a:pt x="833" y="390"/>
                    <a:pt x="738" y="496"/>
                  </a:cubicBezTo>
                  <a:cubicBezTo>
                    <a:pt x="699" y="534"/>
                    <a:pt x="661" y="572"/>
                    <a:pt x="623" y="611"/>
                  </a:cubicBezTo>
                  <a:cubicBezTo>
                    <a:pt x="479" y="735"/>
                    <a:pt x="326" y="840"/>
                    <a:pt x="163" y="926"/>
                  </a:cubicBezTo>
                  <a:cubicBezTo>
                    <a:pt x="58" y="974"/>
                    <a:pt x="1" y="1079"/>
                    <a:pt x="20" y="1194"/>
                  </a:cubicBezTo>
                  <a:cubicBezTo>
                    <a:pt x="116" y="1883"/>
                    <a:pt x="651" y="2429"/>
                    <a:pt x="1341" y="2534"/>
                  </a:cubicBezTo>
                  <a:cubicBezTo>
                    <a:pt x="977" y="2314"/>
                    <a:pt x="776" y="1931"/>
                    <a:pt x="795" y="1510"/>
                  </a:cubicBezTo>
                  <a:lnTo>
                    <a:pt x="795" y="1137"/>
                  </a:lnTo>
                  <a:cubicBezTo>
                    <a:pt x="852" y="1099"/>
                    <a:pt x="910" y="1051"/>
                    <a:pt x="967" y="1003"/>
                  </a:cubicBezTo>
                  <a:cubicBezTo>
                    <a:pt x="1111" y="869"/>
                    <a:pt x="1235" y="725"/>
                    <a:pt x="1341" y="563"/>
                  </a:cubicBezTo>
                  <a:cubicBezTo>
                    <a:pt x="1838" y="716"/>
                    <a:pt x="2298" y="965"/>
                    <a:pt x="2699" y="1300"/>
                  </a:cubicBezTo>
                  <a:cubicBezTo>
                    <a:pt x="2747" y="1338"/>
                    <a:pt x="2872" y="1453"/>
                    <a:pt x="3015" y="1587"/>
                  </a:cubicBezTo>
                  <a:cubicBezTo>
                    <a:pt x="3082" y="1434"/>
                    <a:pt x="3121" y="1271"/>
                    <a:pt x="3140" y="1108"/>
                  </a:cubicBezTo>
                  <a:cubicBezTo>
                    <a:pt x="3140" y="1032"/>
                    <a:pt x="3101" y="965"/>
                    <a:pt x="3044" y="917"/>
                  </a:cubicBezTo>
                  <a:cubicBezTo>
                    <a:pt x="2537" y="486"/>
                    <a:pt x="1924" y="170"/>
                    <a:pt x="1274" y="8"/>
                  </a:cubicBezTo>
                  <a:cubicBezTo>
                    <a:pt x="1254" y="3"/>
                    <a:pt x="1233" y="0"/>
                    <a:pt x="121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3" name="Google Shape;9593;p63"/>
            <p:cNvSpPr/>
            <p:nvPr/>
          </p:nvSpPr>
          <p:spPr>
            <a:xfrm>
              <a:off x="7104188" y="2272476"/>
              <a:ext cx="27415" cy="47531"/>
            </a:xfrm>
            <a:custGeom>
              <a:avLst/>
              <a:gdLst/>
              <a:ahLst/>
              <a:cxnLst/>
              <a:rect l="l" t="t" r="r" b="b"/>
              <a:pathLst>
                <a:path w="1044" h="1810" extrusionOk="0">
                  <a:moveTo>
                    <a:pt x="153" y="1"/>
                  </a:moveTo>
                  <a:cubicBezTo>
                    <a:pt x="57" y="135"/>
                    <a:pt x="0" y="298"/>
                    <a:pt x="0" y="470"/>
                  </a:cubicBezTo>
                  <a:lnTo>
                    <a:pt x="0" y="1551"/>
                  </a:lnTo>
                  <a:cubicBezTo>
                    <a:pt x="0" y="1695"/>
                    <a:pt x="115" y="1810"/>
                    <a:pt x="258" y="1810"/>
                  </a:cubicBezTo>
                  <a:lnTo>
                    <a:pt x="1043" y="1810"/>
                  </a:lnTo>
                  <a:lnTo>
                    <a:pt x="1043" y="958"/>
                  </a:lnTo>
                  <a:cubicBezTo>
                    <a:pt x="1043" y="805"/>
                    <a:pt x="967" y="652"/>
                    <a:pt x="842" y="556"/>
                  </a:cubicBezTo>
                  <a:lnTo>
                    <a:pt x="153"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4" name="Google Shape;9594;p63"/>
            <p:cNvSpPr/>
            <p:nvPr/>
          </p:nvSpPr>
          <p:spPr>
            <a:xfrm>
              <a:off x="7199932" y="2272476"/>
              <a:ext cx="27415" cy="47531"/>
            </a:xfrm>
            <a:custGeom>
              <a:avLst/>
              <a:gdLst/>
              <a:ahLst/>
              <a:cxnLst/>
              <a:rect l="l" t="t" r="r" b="b"/>
              <a:pathLst>
                <a:path w="1044" h="1810" extrusionOk="0">
                  <a:moveTo>
                    <a:pt x="881" y="1"/>
                  </a:moveTo>
                  <a:lnTo>
                    <a:pt x="201" y="546"/>
                  </a:lnTo>
                  <a:cubicBezTo>
                    <a:pt x="77" y="652"/>
                    <a:pt x="0" y="795"/>
                    <a:pt x="0" y="958"/>
                  </a:cubicBezTo>
                  <a:lnTo>
                    <a:pt x="0" y="1810"/>
                  </a:lnTo>
                  <a:lnTo>
                    <a:pt x="785" y="1810"/>
                  </a:lnTo>
                  <a:cubicBezTo>
                    <a:pt x="929" y="1800"/>
                    <a:pt x="1043" y="1685"/>
                    <a:pt x="1043" y="1551"/>
                  </a:cubicBezTo>
                  <a:lnTo>
                    <a:pt x="1043" y="470"/>
                  </a:lnTo>
                  <a:cubicBezTo>
                    <a:pt x="1043" y="298"/>
                    <a:pt x="986" y="135"/>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5" name="Google Shape;9595;p63"/>
            <p:cNvSpPr/>
            <p:nvPr/>
          </p:nvSpPr>
          <p:spPr>
            <a:xfrm>
              <a:off x="7337140" y="2141806"/>
              <a:ext cx="33718" cy="73922"/>
            </a:xfrm>
            <a:custGeom>
              <a:avLst/>
              <a:gdLst/>
              <a:ahLst/>
              <a:cxnLst/>
              <a:rect l="l" t="t" r="r" b="b"/>
              <a:pathLst>
                <a:path w="1284" h="2815" extrusionOk="0">
                  <a:moveTo>
                    <a:pt x="776" y="0"/>
                  </a:moveTo>
                  <a:cubicBezTo>
                    <a:pt x="345" y="0"/>
                    <a:pt x="1" y="345"/>
                    <a:pt x="1" y="776"/>
                  </a:cubicBezTo>
                  <a:lnTo>
                    <a:pt x="1" y="948"/>
                  </a:lnTo>
                  <a:cubicBezTo>
                    <a:pt x="1" y="1168"/>
                    <a:pt x="39" y="1388"/>
                    <a:pt x="106" y="1599"/>
                  </a:cubicBezTo>
                  <a:lnTo>
                    <a:pt x="518" y="2814"/>
                  </a:lnTo>
                  <a:lnTo>
                    <a:pt x="1283" y="2814"/>
                  </a:lnTo>
                  <a:lnTo>
                    <a:pt x="1283"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6" name="Google Shape;9596;p63"/>
            <p:cNvSpPr/>
            <p:nvPr/>
          </p:nvSpPr>
          <p:spPr>
            <a:xfrm>
              <a:off x="7350717" y="2135031"/>
              <a:ext cx="80697" cy="80697"/>
            </a:xfrm>
            <a:custGeom>
              <a:avLst/>
              <a:gdLst/>
              <a:ahLst/>
              <a:cxnLst/>
              <a:rect l="l" t="t" r="r" b="b"/>
              <a:pathLst>
                <a:path w="3073" h="3073" extrusionOk="0">
                  <a:moveTo>
                    <a:pt x="766" y="0"/>
                  </a:moveTo>
                  <a:cubicBezTo>
                    <a:pt x="345" y="0"/>
                    <a:pt x="1" y="345"/>
                    <a:pt x="1" y="766"/>
                  </a:cubicBezTo>
                  <a:cubicBezTo>
                    <a:pt x="1" y="1053"/>
                    <a:pt x="230" y="1282"/>
                    <a:pt x="508" y="1282"/>
                  </a:cubicBezTo>
                  <a:lnTo>
                    <a:pt x="2556" y="3072"/>
                  </a:lnTo>
                  <a:lnTo>
                    <a:pt x="2986" y="1560"/>
                  </a:lnTo>
                  <a:cubicBezTo>
                    <a:pt x="3044" y="1378"/>
                    <a:pt x="3073" y="1187"/>
                    <a:pt x="3073" y="995"/>
                  </a:cubicBezTo>
                  <a:lnTo>
                    <a:pt x="3073" y="517"/>
                  </a:lnTo>
                  <a:cubicBezTo>
                    <a:pt x="3073" y="230"/>
                    <a:pt x="2843" y="0"/>
                    <a:pt x="25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7" name="Google Shape;9597;p63"/>
            <p:cNvSpPr/>
            <p:nvPr/>
          </p:nvSpPr>
          <p:spPr>
            <a:xfrm>
              <a:off x="7364030" y="2235791"/>
              <a:ext cx="40493" cy="29936"/>
            </a:xfrm>
            <a:custGeom>
              <a:avLst/>
              <a:gdLst/>
              <a:ahLst/>
              <a:cxnLst/>
              <a:rect l="l" t="t" r="r" b="b"/>
              <a:pathLst>
                <a:path w="1542" h="1140" extrusionOk="0">
                  <a:moveTo>
                    <a:pt x="1" y="1"/>
                  </a:moveTo>
                  <a:lnTo>
                    <a:pt x="1" y="1140"/>
                  </a:lnTo>
                  <a:lnTo>
                    <a:pt x="1542" y="1140"/>
                  </a:lnTo>
                  <a:lnTo>
                    <a:pt x="154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8" name="Google Shape;9598;p63"/>
            <p:cNvSpPr/>
            <p:nvPr/>
          </p:nvSpPr>
          <p:spPr>
            <a:xfrm>
              <a:off x="7364030" y="2236053"/>
              <a:ext cx="40493" cy="16281"/>
            </a:xfrm>
            <a:custGeom>
              <a:avLst/>
              <a:gdLst/>
              <a:ahLst/>
              <a:cxnLst/>
              <a:rect l="l" t="t" r="r" b="b"/>
              <a:pathLst>
                <a:path w="1542" h="620" extrusionOk="0">
                  <a:moveTo>
                    <a:pt x="1" y="0"/>
                  </a:moveTo>
                  <a:lnTo>
                    <a:pt x="1" y="469"/>
                  </a:lnTo>
                  <a:cubicBezTo>
                    <a:pt x="250" y="570"/>
                    <a:pt x="510" y="620"/>
                    <a:pt x="771" y="620"/>
                  </a:cubicBezTo>
                  <a:cubicBezTo>
                    <a:pt x="1032" y="620"/>
                    <a:pt x="1293" y="570"/>
                    <a:pt x="1542" y="469"/>
                  </a:cubicBezTo>
                  <a:lnTo>
                    <a:pt x="1542"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9" name="Google Shape;9599;p63"/>
            <p:cNvSpPr/>
            <p:nvPr/>
          </p:nvSpPr>
          <p:spPr>
            <a:xfrm>
              <a:off x="7317051" y="2252124"/>
              <a:ext cx="134477" cy="67882"/>
            </a:xfrm>
            <a:custGeom>
              <a:avLst/>
              <a:gdLst/>
              <a:ahLst/>
              <a:cxnLst/>
              <a:rect l="l" t="t" r="r" b="b"/>
              <a:pathLst>
                <a:path w="5121" h="2585" extrusionOk="0">
                  <a:moveTo>
                    <a:pt x="1790" y="1"/>
                  </a:moveTo>
                  <a:lnTo>
                    <a:pt x="555" y="355"/>
                  </a:lnTo>
                  <a:cubicBezTo>
                    <a:pt x="230" y="451"/>
                    <a:pt x="0" y="757"/>
                    <a:pt x="0" y="1092"/>
                  </a:cubicBezTo>
                  <a:lnTo>
                    <a:pt x="0" y="2326"/>
                  </a:lnTo>
                  <a:cubicBezTo>
                    <a:pt x="0" y="2470"/>
                    <a:pt x="115" y="2585"/>
                    <a:pt x="258" y="2585"/>
                  </a:cubicBezTo>
                  <a:lnTo>
                    <a:pt x="4862" y="2585"/>
                  </a:lnTo>
                  <a:cubicBezTo>
                    <a:pt x="5005" y="2585"/>
                    <a:pt x="5120" y="2470"/>
                    <a:pt x="5120" y="2326"/>
                  </a:cubicBezTo>
                  <a:lnTo>
                    <a:pt x="5120" y="1092"/>
                  </a:lnTo>
                  <a:cubicBezTo>
                    <a:pt x="5120" y="757"/>
                    <a:pt x="4891" y="451"/>
                    <a:pt x="4565" y="355"/>
                  </a:cubicBezTo>
                  <a:lnTo>
                    <a:pt x="3331" y="1"/>
                  </a:lnTo>
                  <a:lnTo>
                    <a:pt x="2555" y="518"/>
                  </a:lnTo>
                  <a:lnTo>
                    <a:pt x="1790" y="1"/>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0" name="Google Shape;9600;p63"/>
            <p:cNvSpPr/>
            <p:nvPr/>
          </p:nvSpPr>
          <p:spPr>
            <a:xfrm>
              <a:off x="7377607" y="2265701"/>
              <a:ext cx="13340" cy="54306"/>
            </a:xfrm>
            <a:custGeom>
              <a:avLst/>
              <a:gdLst/>
              <a:ahLst/>
              <a:cxnLst/>
              <a:rect l="l" t="t" r="r" b="b"/>
              <a:pathLst>
                <a:path w="508" h="2068" extrusionOk="0">
                  <a:moveTo>
                    <a:pt x="125" y="1"/>
                  </a:moveTo>
                  <a:lnTo>
                    <a:pt x="1" y="2068"/>
                  </a:lnTo>
                  <a:lnTo>
                    <a:pt x="508" y="2068"/>
                  </a:lnTo>
                  <a:lnTo>
                    <a:pt x="383"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1" name="Google Shape;9601;p63"/>
            <p:cNvSpPr/>
            <p:nvPr/>
          </p:nvSpPr>
          <p:spPr>
            <a:xfrm>
              <a:off x="7343941" y="2168906"/>
              <a:ext cx="80697" cy="73712"/>
            </a:xfrm>
            <a:custGeom>
              <a:avLst/>
              <a:gdLst/>
              <a:ahLst/>
              <a:cxnLst/>
              <a:rect l="l" t="t" r="r" b="b"/>
              <a:pathLst>
                <a:path w="3073" h="2807" extrusionOk="0">
                  <a:moveTo>
                    <a:pt x="955" y="1"/>
                  </a:moveTo>
                  <a:cubicBezTo>
                    <a:pt x="823" y="1"/>
                    <a:pt x="701" y="57"/>
                    <a:pt x="613" y="155"/>
                  </a:cubicBezTo>
                  <a:lnTo>
                    <a:pt x="153" y="615"/>
                  </a:lnTo>
                  <a:cubicBezTo>
                    <a:pt x="58" y="710"/>
                    <a:pt x="0" y="835"/>
                    <a:pt x="0" y="978"/>
                  </a:cubicBezTo>
                  <a:lnTo>
                    <a:pt x="0" y="1275"/>
                  </a:lnTo>
                  <a:cubicBezTo>
                    <a:pt x="0" y="2117"/>
                    <a:pt x="689" y="2806"/>
                    <a:pt x="1531" y="2806"/>
                  </a:cubicBezTo>
                  <a:cubicBezTo>
                    <a:pt x="2383" y="2806"/>
                    <a:pt x="3072" y="2117"/>
                    <a:pt x="3072" y="1275"/>
                  </a:cubicBezTo>
                  <a:lnTo>
                    <a:pt x="3072" y="949"/>
                  </a:lnTo>
                  <a:cubicBezTo>
                    <a:pt x="3072" y="815"/>
                    <a:pt x="3015" y="682"/>
                    <a:pt x="2919" y="586"/>
                  </a:cubicBezTo>
                  <a:cubicBezTo>
                    <a:pt x="2527" y="203"/>
                    <a:pt x="1799" y="31"/>
                    <a:pt x="986" y="2"/>
                  </a:cubicBezTo>
                  <a:cubicBezTo>
                    <a:pt x="975" y="1"/>
                    <a:pt x="965" y="1"/>
                    <a:pt x="95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2" name="Google Shape;9602;p63"/>
            <p:cNvSpPr/>
            <p:nvPr/>
          </p:nvSpPr>
          <p:spPr>
            <a:xfrm>
              <a:off x="7343941" y="2168906"/>
              <a:ext cx="80434" cy="72189"/>
            </a:xfrm>
            <a:custGeom>
              <a:avLst/>
              <a:gdLst/>
              <a:ahLst/>
              <a:cxnLst/>
              <a:rect l="l" t="t" r="r" b="b"/>
              <a:pathLst>
                <a:path w="3063" h="2749" extrusionOk="0">
                  <a:moveTo>
                    <a:pt x="955" y="1"/>
                  </a:moveTo>
                  <a:cubicBezTo>
                    <a:pt x="823" y="1"/>
                    <a:pt x="701" y="57"/>
                    <a:pt x="613" y="146"/>
                  </a:cubicBezTo>
                  <a:lnTo>
                    <a:pt x="153" y="615"/>
                  </a:lnTo>
                  <a:cubicBezTo>
                    <a:pt x="58" y="710"/>
                    <a:pt x="0" y="835"/>
                    <a:pt x="0" y="969"/>
                  </a:cubicBezTo>
                  <a:lnTo>
                    <a:pt x="0" y="1275"/>
                  </a:lnTo>
                  <a:cubicBezTo>
                    <a:pt x="0" y="1954"/>
                    <a:pt x="450" y="2557"/>
                    <a:pt x="1110" y="2749"/>
                  </a:cubicBezTo>
                  <a:cubicBezTo>
                    <a:pt x="890" y="2471"/>
                    <a:pt x="766" y="2136"/>
                    <a:pt x="766" y="1792"/>
                  </a:cubicBezTo>
                  <a:lnTo>
                    <a:pt x="766" y="1036"/>
                  </a:lnTo>
                  <a:cubicBezTo>
                    <a:pt x="766" y="751"/>
                    <a:pt x="996" y="527"/>
                    <a:pt x="1277" y="527"/>
                  </a:cubicBezTo>
                  <a:cubicBezTo>
                    <a:pt x="1288" y="527"/>
                    <a:pt x="1300" y="528"/>
                    <a:pt x="1311" y="528"/>
                  </a:cubicBezTo>
                  <a:cubicBezTo>
                    <a:pt x="1828" y="557"/>
                    <a:pt x="2594" y="643"/>
                    <a:pt x="3063" y="873"/>
                  </a:cubicBezTo>
                  <a:cubicBezTo>
                    <a:pt x="3053" y="768"/>
                    <a:pt x="2996" y="662"/>
                    <a:pt x="2919" y="586"/>
                  </a:cubicBezTo>
                  <a:cubicBezTo>
                    <a:pt x="2527" y="203"/>
                    <a:pt x="1799" y="21"/>
                    <a:pt x="986" y="2"/>
                  </a:cubicBezTo>
                  <a:cubicBezTo>
                    <a:pt x="975" y="1"/>
                    <a:pt x="965" y="1"/>
                    <a:pt x="95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3" name="Google Shape;9603;p63"/>
            <p:cNvSpPr/>
            <p:nvPr/>
          </p:nvSpPr>
          <p:spPr>
            <a:xfrm>
              <a:off x="7317051" y="2269482"/>
              <a:ext cx="26916" cy="50524"/>
            </a:xfrm>
            <a:custGeom>
              <a:avLst/>
              <a:gdLst/>
              <a:ahLst/>
              <a:cxnLst/>
              <a:rect l="l" t="t" r="r" b="b"/>
              <a:pathLst>
                <a:path w="1025" h="1924" extrusionOk="0">
                  <a:moveTo>
                    <a:pt x="144" y="0"/>
                  </a:moveTo>
                  <a:cubicBezTo>
                    <a:pt x="48" y="125"/>
                    <a:pt x="0" y="278"/>
                    <a:pt x="0" y="440"/>
                  </a:cubicBezTo>
                  <a:lnTo>
                    <a:pt x="0" y="1665"/>
                  </a:lnTo>
                  <a:cubicBezTo>
                    <a:pt x="0" y="1809"/>
                    <a:pt x="115" y="1924"/>
                    <a:pt x="258" y="1924"/>
                  </a:cubicBezTo>
                  <a:lnTo>
                    <a:pt x="1024" y="1924"/>
                  </a:lnTo>
                  <a:lnTo>
                    <a:pt x="1024" y="1206"/>
                  </a:lnTo>
                  <a:cubicBezTo>
                    <a:pt x="1024" y="995"/>
                    <a:pt x="948" y="804"/>
                    <a:pt x="804" y="660"/>
                  </a:cubicBezTo>
                  <a:lnTo>
                    <a:pt x="144"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4" name="Google Shape;9604;p63"/>
            <p:cNvSpPr/>
            <p:nvPr/>
          </p:nvSpPr>
          <p:spPr>
            <a:xfrm>
              <a:off x="7424612" y="2269482"/>
              <a:ext cx="26916" cy="50524"/>
            </a:xfrm>
            <a:custGeom>
              <a:avLst/>
              <a:gdLst/>
              <a:ahLst/>
              <a:cxnLst/>
              <a:rect l="l" t="t" r="r" b="b"/>
              <a:pathLst>
                <a:path w="1025" h="1924" extrusionOk="0">
                  <a:moveTo>
                    <a:pt x="881" y="0"/>
                  </a:moveTo>
                  <a:lnTo>
                    <a:pt x="220" y="660"/>
                  </a:lnTo>
                  <a:cubicBezTo>
                    <a:pt x="77" y="804"/>
                    <a:pt x="0" y="995"/>
                    <a:pt x="0" y="1206"/>
                  </a:cubicBezTo>
                  <a:lnTo>
                    <a:pt x="0" y="1924"/>
                  </a:lnTo>
                  <a:lnTo>
                    <a:pt x="766" y="1924"/>
                  </a:lnTo>
                  <a:cubicBezTo>
                    <a:pt x="909" y="1924"/>
                    <a:pt x="1024" y="1809"/>
                    <a:pt x="1024" y="1665"/>
                  </a:cubicBezTo>
                  <a:lnTo>
                    <a:pt x="1024" y="440"/>
                  </a:lnTo>
                  <a:cubicBezTo>
                    <a:pt x="1024" y="278"/>
                    <a:pt x="976" y="125"/>
                    <a:pt x="881"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5" name="Google Shape;9605;p63"/>
            <p:cNvSpPr/>
            <p:nvPr/>
          </p:nvSpPr>
          <p:spPr>
            <a:xfrm>
              <a:off x="7377607" y="2265701"/>
              <a:ext cx="13340" cy="13340"/>
            </a:xfrm>
            <a:custGeom>
              <a:avLst/>
              <a:gdLst/>
              <a:ahLst/>
              <a:cxnLst/>
              <a:rect l="l" t="t" r="r" b="b"/>
              <a:pathLst>
                <a:path w="508" h="508" extrusionOk="0">
                  <a:moveTo>
                    <a:pt x="1" y="1"/>
                  </a:moveTo>
                  <a:lnTo>
                    <a:pt x="1" y="403"/>
                  </a:lnTo>
                  <a:cubicBezTo>
                    <a:pt x="1" y="460"/>
                    <a:pt x="48" y="508"/>
                    <a:pt x="106" y="508"/>
                  </a:cubicBezTo>
                  <a:lnTo>
                    <a:pt x="402" y="508"/>
                  </a:lnTo>
                  <a:cubicBezTo>
                    <a:pt x="460" y="508"/>
                    <a:pt x="508" y="460"/>
                    <a:pt x="508" y="403"/>
                  </a:cubicBezTo>
                  <a:lnTo>
                    <a:pt x="508"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6" name="Google Shape;9606;p63"/>
            <p:cNvSpPr/>
            <p:nvPr/>
          </p:nvSpPr>
          <p:spPr>
            <a:xfrm>
              <a:off x="7356756" y="2246899"/>
              <a:ext cx="27415" cy="28229"/>
            </a:xfrm>
            <a:custGeom>
              <a:avLst/>
              <a:gdLst/>
              <a:ahLst/>
              <a:cxnLst/>
              <a:rect l="l" t="t" r="r" b="b"/>
              <a:pathLst>
                <a:path w="1044" h="1075" extrusionOk="0">
                  <a:moveTo>
                    <a:pt x="235" y="1"/>
                  </a:moveTo>
                  <a:cubicBezTo>
                    <a:pt x="204" y="1"/>
                    <a:pt x="174" y="15"/>
                    <a:pt x="153" y="47"/>
                  </a:cubicBezTo>
                  <a:lnTo>
                    <a:pt x="0" y="286"/>
                  </a:lnTo>
                  <a:lnTo>
                    <a:pt x="383" y="994"/>
                  </a:lnTo>
                  <a:cubicBezTo>
                    <a:pt x="412" y="1047"/>
                    <a:pt x="464" y="1075"/>
                    <a:pt x="517" y="1075"/>
                  </a:cubicBezTo>
                  <a:cubicBezTo>
                    <a:pt x="550" y="1075"/>
                    <a:pt x="583" y="1064"/>
                    <a:pt x="613" y="1042"/>
                  </a:cubicBezTo>
                  <a:lnTo>
                    <a:pt x="1043" y="717"/>
                  </a:lnTo>
                  <a:lnTo>
                    <a:pt x="306" y="28"/>
                  </a:lnTo>
                  <a:cubicBezTo>
                    <a:pt x="285" y="10"/>
                    <a:pt x="260" y="1"/>
                    <a:pt x="235"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7" name="Google Shape;9607;p63"/>
            <p:cNvSpPr/>
            <p:nvPr/>
          </p:nvSpPr>
          <p:spPr>
            <a:xfrm>
              <a:off x="7384146" y="2246899"/>
              <a:ext cx="27678" cy="28229"/>
            </a:xfrm>
            <a:custGeom>
              <a:avLst/>
              <a:gdLst/>
              <a:ahLst/>
              <a:cxnLst/>
              <a:rect l="l" t="t" r="r" b="b"/>
              <a:pathLst>
                <a:path w="1054" h="1075" extrusionOk="0">
                  <a:moveTo>
                    <a:pt x="813" y="1"/>
                  </a:moveTo>
                  <a:cubicBezTo>
                    <a:pt x="786" y="1"/>
                    <a:pt x="759" y="10"/>
                    <a:pt x="737" y="28"/>
                  </a:cubicBezTo>
                  <a:lnTo>
                    <a:pt x="0" y="717"/>
                  </a:lnTo>
                  <a:lnTo>
                    <a:pt x="441" y="1042"/>
                  </a:lnTo>
                  <a:cubicBezTo>
                    <a:pt x="466" y="1064"/>
                    <a:pt x="499" y="1075"/>
                    <a:pt x="532" y="1075"/>
                  </a:cubicBezTo>
                  <a:cubicBezTo>
                    <a:pt x="585" y="1075"/>
                    <a:pt x="637" y="1047"/>
                    <a:pt x="661" y="994"/>
                  </a:cubicBezTo>
                  <a:lnTo>
                    <a:pt x="1053" y="286"/>
                  </a:lnTo>
                  <a:lnTo>
                    <a:pt x="900" y="47"/>
                  </a:lnTo>
                  <a:cubicBezTo>
                    <a:pt x="879" y="15"/>
                    <a:pt x="846" y="1"/>
                    <a:pt x="813"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8" name="Google Shape;9608;p63"/>
            <p:cNvSpPr/>
            <p:nvPr/>
          </p:nvSpPr>
          <p:spPr>
            <a:xfrm>
              <a:off x="7159964" y="1971904"/>
              <a:ext cx="190516" cy="164151"/>
            </a:xfrm>
            <a:custGeom>
              <a:avLst/>
              <a:gdLst/>
              <a:ahLst/>
              <a:cxnLst/>
              <a:rect l="l" t="t" r="r" b="b"/>
              <a:pathLst>
                <a:path w="7255" h="6251" extrusionOk="0">
                  <a:moveTo>
                    <a:pt x="642" y="1"/>
                  </a:moveTo>
                  <a:cubicBezTo>
                    <a:pt x="288" y="1"/>
                    <a:pt x="1" y="288"/>
                    <a:pt x="1" y="642"/>
                  </a:cubicBezTo>
                  <a:lnTo>
                    <a:pt x="1" y="4059"/>
                  </a:lnTo>
                  <a:cubicBezTo>
                    <a:pt x="1" y="4413"/>
                    <a:pt x="288" y="4700"/>
                    <a:pt x="642" y="4700"/>
                  </a:cubicBezTo>
                  <a:lnTo>
                    <a:pt x="2987" y="4700"/>
                  </a:lnTo>
                  <a:lnTo>
                    <a:pt x="2632" y="6116"/>
                  </a:lnTo>
                  <a:cubicBezTo>
                    <a:pt x="2611" y="6189"/>
                    <a:pt x="2672" y="6251"/>
                    <a:pt x="2736" y="6251"/>
                  </a:cubicBezTo>
                  <a:cubicBezTo>
                    <a:pt x="2756" y="6251"/>
                    <a:pt x="2777" y="6245"/>
                    <a:pt x="2795" y="6231"/>
                  </a:cubicBezTo>
                  <a:lnTo>
                    <a:pt x="4901" y="4700"/>
                  </a:lnTo>
                  <a:lnTo>
                    <a:pt x="6614" y="4700"/>
                  </a:lnTo>
                  <a:cubicBezTo>
                    <a:pt x="6968" y="4700"/>
                    <a:pt x="7255" y="4413"/>
                    <a:pt x="7255" y="4059"/>
                  </a:cubicBezTo>
                  <a:lnTo>
                    <a:pt x="7255" y="642"/>
                  </a:lnTo>
                  <a:cubicBezTo>
                    <a:pt x="7255" y="288"/>
                    <a:pt x="6968" y="1"/>
                    <a:pt x="661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9" name="Google Shape;9609;p63"/>
            <p:cNvSpPr/>
            <p:nvPr/>
          </p:nvSpPr>
          <p:spPr>
            <a:xfrm>
              <a:off x="7191896" y="2000055"/>
              <a:ext cx="31670" cy="11082"/>
            </a:xfrm>
            <a:custGeom>
              <a:avLst/>
              <a:gdLst/>
              <a:ahLst/>
              <a:cxnLst/>
              <a:rect l="l" t="t" r="r" b="b"/>
              <a:pathLst>
                <a:path w="1206" h="422" extrusionOk="0">
                  <a:moveTo>
                    <a:pt x="287" y="1"/>
                  </a:moveTo>
                  <a:cubicBezTo>
                    <a:pt x="0" y="1"/>
                    <a:pt x="0" y="422"/>
                    <a:pt x="287" y="422"/>
                  </a:cubicBezTo>
                  <a:lnTo>
                    <a:pt x="919" y="422"/>
                  </a:lnTo>
                  <a:cubicBezTo>
                    <a:pt x="1206" y="422"/>
                    <a:pt x="1206" y="1"/>
                    <a:pt x="9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0" name="Google Shape;9610;p63"/>
            <p:cNvSpPr/>
            <p:nvPr/>
          </p:nvSpPr>
          <p:spPr>
            <a:xfrm>
              <a:off x="7231102" y="2000055"/>
              <a:ext cx="87735" cy="11082"/>
            </a:xfrm>
            <a:custGeom>
              <a:avLst/>
              <a:gdLst/>
              <a:ahLst/>
              <a:cxnLst/>
              <a:rect l="l" t="t" r="r" b="b"/>
              <a:pathLst>
                <a:path w="3341" h="422" extrusionOk="0">
                  <a:moveTo>
                    <a:pt x="278" y="1"/>
                  </a:moveTo>
                  <a:cubicBezTo>
                    <a:pt x="0" y="1"/>
                    <a:pt x="0" y="422"/>
                    <a:pt x="278" y="422"/>
                  </a:cubicBezTo>
                  <a:lnTo>
                    <a:pt x="3053" y="422"/>
                  </a:lnTo>
                  <a:cubicBezTo>
                    <a:pt x="3340" y="422"/>
                    <a:pt x="3340" y="1"/>
                    <a:pt x="305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1" name="Google Shape;9611;p63"/>
            <p:cNvSpPr/>
            <p:nvPr/>
          </p:nvSpPr>
          <p:spPr>
            <a:xfrm>
              <a:off x="7191896" y="2027969"/>
              <a:ext cx="126941" cy="11318"/>
            </a:xfrm>
            <a:custGeom>
              <a:avLst/>
              <a:gdLst/>
              <a:ahLst/>
              <a:cxnLst/>
              <a:rect l="l" t="t" r="r" b="b"/>
              <a:pathLst>
                <a:path w="4834" h="431" extrusionOk="0">
                  <a:moveTo>
                    <a:pt x="287" y="0"/>
                  </a:moveTo>
                  <a:cubicBezTo>
                    <a:pt x="0" y="0"/>
                    <a:pt x="0" y="431"/>
                    <a:pt x="287" y="431"/>
                  </a:cubicBezTo>
                  <a:lnTo>
                    <a:pt x="4546" y="431"/>
                  </a:lnTo>
                  <a:cubicBezTo>
                    <a:pt x="4833" y="431"/>
                    <a:pt x="4833" y="0"/>
                    <a:pt x="4546"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2" name="Google Shape;9612;p63"/>
            <p:cNvSpPr/>
            <p:nvPr/>
          </p:nvSpPr>
          <p:spPr>
            <a:xfrm>
              <a:off x="7191896" y="2056093"/>
              <a:ext cx="87735" cy="11108"/>
            </a:xfrm>
            <a:custGeom>
              <a:avLst/>
              <a:gdLst/>
              <a:ahLst/>
              <a:cxnLst/>
              <a:rect l="l" t="t" r="r" b="b"/>
              <a:pathLst>
                <a:path w="3341" h="423" extrusionOk="0">
                  <a:moveTo>
                    <a:pt x="287" y="1"/>
                  </a:moveTo>
                  <a:cubicBezTo>
                    <a:pt x="0" y="1"/>
                    <a:pt x="0" y="422"/>
                    <a:pt x="287" y="422"/>
                  </a:cubicBezTo>
                  <a:lnTo>
                    <a:pt x="3053" y="422"/>
                  </a:lnTo>
                  <a:cubicBezTo>
                    <a:pt x="3340" y="422"/>
                    <a:pt x="3340" y="1"/>
                    <a:pt x="3053"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3" name="Google Shape;9613;p63"/>
            <p:cNvSpPr/>
            <p:nvPr/>
          </p:nvSpPr>
          <p:spPr>
            <a:xfrm>
              <a:off x="7286878" y="2056093"/>
              <a:ext cx="31958" cy="11108"/>
            </a:xfrm>
            <a:custGeom>
              <a:avLst/>
              <a:gdLst/>
              <a:ahLst/>
              <a:cxnLst/>
              <a:rect l="l" t="t" r="r" b="b"/>
              <a:pathLst>
                <a:path w="1217" h="423" extrusionOk="0">
                  <a:moveTo>
                    <a:pt x="288" y="1"/>
                  </a:moveTo>
                  <a:cubicBezTo>
                    <a:pt x="1" y="1"/>
                    <a:pt x="1" y="422"/>
                    <a:pt x="288" y="422"/>
                  </a:cubicBezTo>
                  <a:lnTo>
                    <a:pt x="929" y="422"/>
                  </a:lnTo>
                  <a:cubicBezTo>
                    <a:pt x="1216" y="422"/>
                    <a:pt x="1216" y="1"/>
                    <a:pt x="929" y="1"/>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14" name="Google Shape;9614;p63"/>
          <p:cNvGrpSpPr/>
          <p:nvPr/>
        </p:nvGrpSpPr>
        <p:grpSpPr>
          <a:xfrm>
            <a:off x="7546652" y="1819504"/>
            <a:ext cx="344321" cy="348155"/>
            <a:chOff x="7551264" y="1971904"/>
            <a:chExt cx="344321" cy="348155"/>
          </a:xfrm>
        </p:grpSpPr>
        <p:sp>
          <p:nvSpPr>
            <p:cNvPr id="9615" name="Google Shape;9615;p63"/>
            <p:cNvSpPr/>
            <p:nvPr/>
          </p:nvSpPr>
          <p:spPr>
            <a:xfrm>
              <a:off x="7820665" y="1973164"/>
              <a:ext cx="9086" cy="73659"/>
            </a:xfrm>
            <a:custGeom>
              <a:avLst/>
              <a:gdLst/>
              <a:ahLst/>
              <a:cxnLst/>
              <a:rect l="l" t="t" r="r" b="b"/>
              <a:pathLst>
                <a:path w="346" h="2805" extrusionOk="0">
                  <a:moveTo>
                    <a:pt x="1" y="1"/>
                  </a:moveTo>
                  <a:lnTo>
                    <a:pt x="1" y="2805"/>
                  </a:lnTo>
                  <a:lnTo>
                    <a:pt x="346" y="2805"/>
                  </a:lnTo>
                  <a:lnTo>
                    <a:pt x="346" y="336"/>
                  </a:lnTo>
                  <a:lnTo>
                    <a:pt x="1" y="1"/>
                  </a:lnTo>
                  <a:close/>
                </a:path>
              </a:pathLst>
            </a:custGeom>
            <a:solidFill>
              <a:srgbClr val="DE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6" name="Google Shape;9616;p63"/>
            <p:cNvSpPr/>
            <p:nvPr/>
          </p:nvSpPr>
          <p:spPr>
            <a:xfrm>
              <a:off x="7625396" y="1971904"/>
              <a:ext cx="270189" cy="348103"/>
            </a:xfrm>
            <a:custGeom>
              <a:avLst/>
              <a:gdLst/>
              <a:ahLst/>
              <a:cxnLst/>
              <a:rect l="l" t="t" r="r" b="b"/>
              <a:pathLst>
                <a:path w="10289" h="13256" extrusionOk="0">
                  <a:moveTo>
                    <a:pt x="269" y="1"/>
                  </a:moveTo>
                  <a:cubicBezTo>
                    <a:pt x="116" y="1"/>
                    <a:pt x="1" y="135"/>
                    <a:pt x="20" y="288"/>
                  </a:cubicBezTo>
                  <a:lnTo>
                    <a:pt x="20" y="5408"/>
                  </a:lnTo>
                  <a:lnTo>
                    <a:pt x="173" y="5408"/>
                  </a:lnTo>
                  <a:cubicBezTo>
                    <a:pt x="1111" y="5446"/>
                    <a:pt x="1848" y="6212"/>
                    <a:pt x="1848" y="7150"/>
                  </a:cubicBezTo>
                  <a:lnTo>
                    <a:pt x="1848" y="7849"/>
                  </a:lnTo>
                  <a:cubicBezTo>
                    <a:pt x="2039" y="8126"/>
                    <a:pt x="1972" y="8499"/>
                    <a:pt x="1704" y="8700"/>
                  </a:cubicBezTo>
                  <a:lnTo>
                    <a:pt x="1456" y="8882"/>
                  </a:lnTo>
                  <a:cubicBezTo>
                    <a:pt x="1369" y="9284"/>
                    <a:pt x="1101" y="9629"/>
                    <a:pt x="738" y="9801"/>
                  </a:cubicBezTo>
                  <a:lnTo>
                    <a:pt x="738" y="10212"/>
                  </a:lnTo>
                  <a:lnTo>
                    <a:pt x="2011" y="10720"/>
                  </a:lnTo>
                  <a:cubicBezTo>
                    <a:pt x="2575" y="10949"/>
                    <a:pt x="2939" y="11514"/>
                    <a:pt x="2910" y="12126"/>
                  </a:cubicBezTo>
                  <a:lnTo>
                    <a:pt x="2910" y="13256"/>
                  </a:lnTo>
                  <a:lnTo>
                    <a:pt x="9897" y="13256"/>
                  </a:lnTo>
                  <a:cubicBezTo>
                    <a:pt x="10059" y="13227"/>
                    <a:pt x="10289" y="13122"/>
                    <a:pt x="10289" y="12672"/>
                  </a:cubicBezTo>
                  <a:lnTo>
                    <a:pt x="10289" y="2853"/>
                  </a:lnTo>
                  <a:lnTo>
                    <a:pt x="8576" y="1561"/>
                  </a:lnTo>
                  <a:lnTo>
                    <a:pt x="7437" y="1"/>
                  </a:lnTo>
                  <a:close/>
                </a:path>
              </a:pathLst>
            </a:custGeom>
            <a:solidFill>
              <a:srgbClr val="DE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7" name="Google Shape;9617;p63"/>
            <p:cNvSpPr/>
            <p:nvPr/>
          </p:nvSpPr>
          <p:spPr>
            <a:xfrm>
              <a:off x="7625396" y="1971904"/>
              <a:ext cx="86238" cy="348103"/>
            </a:xfrm>
            <a:custGeom>
              <a:avLst/>
              <a:gdLst/>
              <a:ahLst/>
              <a:cxnLst/>
              <a:rect l="l" t="t" r="r" b="b"/>
              <a:pathLst>
                <a:path w="3284" h="13256" extrusionOk="0">
                  <a:moveTo>
                    <a:pt x="278" y="1"/>
                  </a:moveTo>
                  <a:cubicBezTo>
                    <a:pt x="125" y="11"/>
                    <a:pt x="1" y="144"/>
                    <a:pt x="20" y="288"/>
                  </a:cubicBezTo>
                  <a:lnTo>
                    <a:pt x="20" y="5408"/>
                  </a:lnTo>
                  <a:lnTo>
                    <a:pt x="183" y="5408"/>
                  </a:lnTo>
                  <a:cubicBezTo>
                    <a:pt x="1111" y="5446"/>
                    <a:pt x="1857" y="6212"/>
                    <a:pt x="1857" y="7150"/>
                  </a:cubicBezTo>
                  <a:lnTo>
                    <a:pt x="1857" y="7849"/>
                  </a:lnTo>
                  <a:cubicBezTo>
                    <a:pt x="1924" y="7954"/>
                    <a:pt x="1963" y="8078"/>
                    <a:pt x="1963" y="8203"/>
                  </a:cubicBezTo>
                  <a:cubicBezTo>
                    <a:pt x="1963" y="8394"/>
                    <a:pt x="1704" y="8480"/>
                    <a:pt x="1551" y="8595"/>
                  </a:cubicBezTo>
                  <a:lnTo>
                    <a:pt x="1456" y="8882"/>
                  </a:lnTo>
                  <a:cubicBezTo>
                    <a:pt x="1379" y="9294"/>
                    <a:pt x="1111" y="9629"/>
                    <a:pt x="738" y="9810"/>
                  </a:cubicBezTo>
                  <a:lnTo>
                    <a:pt x="738" y="10212"/>
                  </a:lnTo>
                  <a:lnTo>
                    <a:pt x="2011" y="10729"/>
                  </a:lnTo>
                  <a:cubicBezTo>
                    <a:pt x="2575" y="10949"/>
                    <a:pt x="2939" y="11514"/>
                    <a:pt x="2920" y="12126"/>
                  </a:cubicBezTo>
                  <a:lnTo>
                    <a:pt x="2728" y="13256"/>
                  </a:lnTo>
                  <a:lnTo>
                    <a:pt x="3264" y="13256"/>
                  </a:lnTo>
                  <a:lnTo>
                    <a:pt x="3264" y="12126"/>
                  </a:lnTo>
                  <a:cubicBezTo>
                    <a:pt x="3283" y="11514"/>
                    <a:pt x="2920" y="10959"/>
                    <a:pt x="2346" y="10729"/>
                  </a:cubicBezTo>
                  <a:lnTo>
                    <a:pt x="1073" y="10212"/>
                  </a:lnTo>
                  <a:lnTo>
                    <a:pt x="1073" y="9810"/>
                  </a:lnTo>
                  <a:cubicBezTo>
                    <a:pt x="1446" y="9629"/>
                    <a:pt x="1714" y="9294"/>
                    <a:pt x="1791" y="8892"/>
                  </a:cubicBezTo>
                  <a:lnTo>
                    <a:pt x="2049" y="8710"/>
                  </a:lnTo>
                  <a:cubicBezTo>
                    <a:pt x="2317" y="8509"/>
                    <a:pt x="2384" y="8136"/>
                    <a:pt x="2192" y="7858"/>
                  </a:cubicBezTo>
                  <a:lnTo>
                    <a:pt x="2192" y="7150"/>
                  </a:lnTo>
                  <a:cubicBezTo>
                    <a:pt x="2192" y="6212"/>
                    <a:pt x="1456" y="5446"/>
                    <a:pt x="518" y="5408"/>
                  </a:cubicBezTo>
                  <a:lnTo>
                    <a:pt x="365" y="5408"/>
                  </a:lnTo>
                  <a:lnTo>
                    <a:pt x="365" y="1"/>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8" name="Google Shape;9618;p63"/>
            <p:cNvSpPr/>
            <p:nvPr/>
          </p:nvSpPr>
          <p:spPr>
            <a:xfrm>
              <a:off x="7685715" y="2063893"/>
              <a:ext cx="103333" cy="11344"/>
            </a:xfrm>
            <a:custGeom>
              <a:avLst/>
              <a:gdLst/>
              <a:ahLst/>
              <a:cxnLst/>
              <a:rect l="l" t="t" r="r" b="b"/>
              <a:pathLst>
                <a:path w="3935" h="432" extrusionOk="0">
                  <a:moveTo>
                    <a:pt x="288" y="1"/>
                  </a:moveTo>
                  <a:cubicBezTo>
                    <a:pt x="1" y="1"/>
                    <a:pt x="1" y="431"/>
                    <a:pt x="288" y="431"/>
                  </a:cubicBezTo>
                  <a:lnTo>
                    <a:pt x="3657" y="431"/>
                  </a:lnTo>
                  <a:cubicBezTo>
                    <a:pt x="3934" y="431"/>
                    <a:pt x="3934" y="1"/>
                    <a:pt x="365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9" name="Google Shape;9619;p63"/>
            <p:cNvSpPr/>
            <p:nvPr/>
          </p:nvSpPr>
          <p:spPr>
            <a:xfrm>
              <a:off x="7685715" y="2102337"/>
              <a:ext cx="148553" cy="11344"/>
            </a:xfrm>
            <a:custGeom>
              <a:avLst/>
              <a:gdLst/>
              <a:ahLst/>
              <a:cxnLst/>
              <a:rect l="l" t="t" r="r" b="b"/>
              <a:pathLst>
                <a:path w="5657" h="432" extrusionOk="0">
                  <a:moveTo>
                    <a:pt x="288" y="1"/>
                  </a:moveTo>
                  <a:cubicBezTo>
                    <a:pt x="1" y="1"/>
                    <a:pt x="1" y="432"/>
                    <a:pt x="288" y="432"/>
                  </a:cubicBezTo>
                  <a:lnTo>
                    <a:pt x="5379" y="432"/>
                  </a:lnTo>
                  <a:cubicBezTo>
                    <a:pt x="5657" y="432"/>
                    <a:pt x="5657" y="1"/>
                    <a:pt x="537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0" name="Google Shape;9620;p63"/>
            <p:cNvSpPr/>
            <p:nvPr/>
          </p:nvSpPr>
          <p:spPr>
            <a:xfrm>
              <a:off x="7685715" y="2140808"/>
              <a:ext cx="148553" cy="11318"/>
            </a:xfrm>
            <a:custGeom>
              <a:avLst/>
              <a:gdLst/>
              <a:ahLst/>
              <a:cxnLst/>
              <a:rect l="l" t="t" r="r" b="b"/>
              <a:pathLst>
                <a:path w="5657" h="431" extrusionOk="0">
                  <a:moveTo>
                    <a:pt x="288" y="0"/>
                  </a:moveTo>
                  <a:cubicBezTo>
                    <a:pt x="1" y="0"/>
                    <a:pt x="1" y="431"/>
                    <a:pt x="288" y="431"/>
                  </a:cubicBezTo>
                  <a:lnTo>
                    <a:pt x="5379" y="431"/>
                  </a:lnTo>
                  <a:cubicBezTo>
                    <a:pt x="5657" y="431"/>
                    <a:pt x="5657" y="0"/>
                    <a:pt x="53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1" name="Google Shape;9621;p63"/>
            <p:cNvSpPr/>
            <p:nvPr/>
          </p:nvSpPr>
          <p:spPr>
            <a:xfrm>
              <a:off x="7685715" y="2179253"/>
              <a:ext cx="148553" cy="11344"/>
            </a:xfrm>
            <a:custGeom>
              <a:avLst/>
              <a:gdLst/>
              <a:ahLst/>
              <a:cxnLst/>
              <a:rect l="l" t="t" r="r" b="b"/>
              <a:pathLst>
                <a:path w="5657" h="432" extrusionOk="0">
                  <a:moveTo>
                    <a:pt x="288" y="0"/>
                  </a:moveTo>
                  <a:cubicBezTo>
                    <a:pt x="1" y="0"/>
                    <a:pt x="1" y="431"/>
                    <a:pt x="288" y="431"/>
                  </a:cubicBezTo>
                  <a:lnTo>
                    <a:pt x="5379" y="431"/>
                  </a:lnTo>
                  <a:cubicBezTo>
                    <a:pt x="5657" y="431"/>
                    <a:pt x="5657" y="0"/>
                    <a:pt x="53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2" name="Google Shape;9622;p63"/>
            <p:cNvSpPr/>
            <p:nvPr/>
          </p:nvSpPr>
          <p:spPr>
            <a:xfrm>
              <a:off x="7685715" y="2217461"/>
              <a:ext cx="148553" cy="11318"/>
            </a:xfrm>
            <a:custGeom>
              <a:avLst/>
              <a:gdLst/>
              <a:ahLst/>
              <a:cxnLst/>
              <a:rect l="l" t="t" r="r" b="b"/>
              <a:pathLst>
                <a:path w="5657" h="431" extrusionOk="0">
                  <a:moveTo>
                    <a:pt x="288" y="0"/>
                  </a:moveTo>
                  <a:cubicBezTo>
                    <a:pt x="1" y="0"/>
                    <a:pt x="1" y="431"/>
                    <a:pt x="288" y="431"/>
                  </a:cubicBezTo>
                  <a:lnTo>
                    <a:pt x="5379" y="431"/>
                  </a:lnTo>
                  <a:cubicBezTo>
                    <a:pt x="5657" y="431"/>
                    <a:pt x="5657" y="0"/>
                    <a:pt x="537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3" name="Google Shape;9623;p63"/>
            <p:cNvSpPr/>
            <p:nvPr/>
          </p:nvSpPr>
          <p:spPr>
            <a:xfrm>
              <a:off x="7552367" y="2239309"/>
              <a:ext cx="152492" cy="80487"/>
            </a:xfrm>
            <a:custGeom>
              <a:avLst/>
              <a:gdLst/>
              <a:ahLst/>
              <a:cxnLst/>
              <a:rect l="l" t="t" r="r" b="b"/>
              <a:pathLst>
                <a:path w="5807" h="3065" extrusionOk="0">
                  <a:moveTo>
                    <a:pt x="2208" y="1"/>
                  </a:moveTo>
                  <a:lnTo>
                    <a:pt x="897" y="537"/>
                  </a:lnTo>
                  <a:cubicBezTo>
                    <a:pt x="763" y="584"/>
                    <a:pt x="648" y="651"/>
                    <a:pt x="533" y="738"/>
                  </a:cubicBezTo>
                  <a:lnTo>
                    <a:pt x="504" y="766"/>
                  </a:lnTo>
                  <a:lnTo>
                    <a:pt x="485" y="785"/>
                  </a:lnTo>
                  <a:lnTo>
                    <a:pt x="475" y="795"/>
                  </a:lnTo>
                  <a:lnTo>
                    <a:pt x="437" y="824"/>
                  </a:lnTo>
                  <a:cubicBezTo>
                    <a:pt x="207" y="1063"/>
                    <a:pt x="54" y="1369"/>
                    <a:pt x="6" y="1695"/>
                  </a:cubicBezTo>
                  <a:cubicBezTo>
                    <a:pt x="6" y="1714"/>
                    <a:pt x="6" y="1733"/>
                    <a:pt x="6" y="1752"/>
                  </a:cubicBezTo>
                  <a:cubicBezTo>
                    <a:pt x="1" y="1769"/>
                    <a:pt x="2" y="1773"/>
                    <a:pt x="4" y="1773"/>
                  </a:cubicBezTo>
                  <a:cubicBezTo>
                    <a:pt x="5" y="1773"/>
                    <a:pt x="6" y="1771"/>
                    <a:pt x="6" y="1771"/>
                  </a:cubicBezTo>
                  <a:lnTo>
                    <a:pt x="6" y="1819"/>
                  </a:lnTo>
                  <a:lnTo>
                    <a:pt x="6" y="1848"/>
                  </a:lnTo>
                  <a:lnTo>
                    <a:pt x="6" y="1857"/>
                  </a:lnTo>
                  <a:lnTo>
                    <a:pt x="6" y="1934"/>
                  </a:lnTo>
                  <a:lnTo>
                    <a:pt x="6" y="2144"/>
                  </a:lnTo>
                  <a:lnTo>
                    <a:pt x="6" y="2786"/>
                  </a:lnTo>
                  <a:cubicBezTo>
                    <a:pt x="6" y="2938"/>
                    <a:pt x="141" y="3065"/>
                    <a:pt x="291" y="3065"/>
                  </a:cubicBezTo>
                  <a:cubicBezTo>
                    <a:pt x="301" y="3065"/>
                    <a:pt x="312" y="3064"/>
                    <a:pt x="322" y="3063"/>
                  </a:cubicBezTo>
                  <a:lnTo>
                    <a:pt x="5481" y="3063"/>
                  </a:lnTo>
                  <a:cubicBezTo>
                    <a:pt x="5492" y="3064"/>
                    <a:pt x="5503" y="3065"/>
                    <a:pt x="5513" y="3065"/>
                  </a:cubicBezTo>
                  <a:cubicBezTo>
                    <a:pt x="5671" y="3065"/>
                    <a:pt x="5797" y="2938"/>
                    <a:pt x="5806" y="2786"/>
                  </a:cubicBezTo>
                  <a:lnTo>
                    <a:pt x="5806" y="2144"/>
                  </a:lnTo>
                  <a:lnTo>
                    <a:pt x="5806" y="1934"/>
                  </a:lnTo>
                  <a:lnTo>
                    <a:pt x="5777" y="1943"/>
                  </a:lnTo>
                  <a:lnTo>
                    <a:pt x="5777" y="1876"/>
                  </a:lnTo>
                  <a:lnTo>
                    <a:pt x="5777" y="1867"/>
                  </a:lnTo>
                  <a:lnTo>
                    <a:pt x="5777" y="1829"/>
                  </a:lnTo>
                  <a:lnTo>
                    <a:pt x="5777" y="1781"/>
                  </a:lnTo>
                  <a:lnTo>
                    <a:pt x="5777" y="1762"/>
                  </a:lnTo>
                  <a:cubicBezTo>
                    <a:pt x="5777" y="1762"/>
                    <a:pt x="5777" y="1723"/>
                    <a:pt x="5777" y="1704"/>
                  </a:cubicBezTo>
                  <a:cubicBezTo>
                    <a:pt x="5730" y="1379"/>
                    <a:pt x="5586" y="1073"/>
                    <a:pt x="5347" y="833"/>
                  </a:cubicBezTo>
                  <a:lnTo>
                    <a:pt x="5308" y="805"/>
                  </a:lnTo>
                  <a:lnTo>
                    <a:pt x="5299" y="795"/>
                  </a:lnTo>
                  <a:lnTo>
                    <a:pt x="5280" y="776"/>
                  </a:lnTo>
                  <a:lnTo>
                    <a:pt x="5251" y="747"/>
                  </a:lnTo>
                  <a:cubicBezTo>
                    <a:pt x="5146" y="661"/>
                    <a:pt x="5021" y="594"/>
                    <a:pt x="4887" y="546"/>
                  </a:cubicBezTo>
                  <a:lnTo>
                    <a:pt x="3576" y="10"/>
                  </a:lnTo>
                  <a:lnTo>
                    <a:pt x="3241" y="355"/>
                  </a:lnTo>
                  <a:lnTo>
                    <a:pt x="2878" y="680"/>
                  </a:lnTo>
                  <a:lnTo>
                    <a:pt x="2543" y="345"/>
                  </a:lnTo>
                  <a:lnTo>
                    <a:pt x="2208"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4" name="Google Shape;9624;p63"/>
            <p:cNvSpPr/>
            <p:nvPr/>
          </p:nvSpPr>
          <p:spPr>
            <a:xfrm>
              <a:off x="7551264" y="2239808"/>
              <a:ext cx="61842" cy="80251"/>
            </a:xfrm>
            <a:custGeom>
              <a:avLst/>
              <a:gdLst/>
              <a:ahLst/>
              <a:cxnLst/>
              <a:rect l="l" t="t" r="r" b="b"/>
              <a:pathLst>
                <a:path w="2355" h="3056" extrusionOk="0">
                  <a:moveTo>
                    <a:pt x="2250" y="1"/>
                  </a:moveTo>
                  <a:lnTo>
                    <a:pt x="929" y="518"/>
                  </a:lnTo>
                  <a:cubicBezTo>
                    <a:pt x="364" y="747"/>
                    <a:pt x="1" y="1312"/>
                    <a:pt x="29" y="1924"/>
                  </a:cubicBezTo>
                  <a:lnTo>
                    <a:pt x="29" y="2776"/>
                  </a:lnTo>
                  <a:cubicBezTo>
                    <a:pt x="29" y="2928"/>
                    <a:pt x="155" y="3056"/>
                    <a:pt x="312" y="3056"/>
                  </a:cubicBezTo>
                  <a:cubicBezTo>
                    <a:pt x="323" y="3056"/>
                    <a:pt x="334" y="3055"/>
                    <a:pt x="345" y="3054"/>
                  </a:cubicBezTo>
                  <a:lnTo>
                    <a:pt x="412" y="3054"/>
                  </a:lnTo>
                  <a:lnTo>
                    <a:pt x="412" y="1924"/>
                  </a:lnTo>
                  <a:cubicBezTo>
                    <a:pt x="383" y="1312"/>
                    <a:pt x="747" y="747"/>
                    <a:pt x="1321" y="518"/>
                  </a:cubicBezTo>
                  <a:lnTo>
                    <a:pt x="2355" y="106"/>
                  </a:lnTo>
                  <a:lnTo>
                    <a:pt x="2250"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5" name="Google Shape;9625;p63"/>
            <p:cNvSpPr/>
            <p:nvPr/>
          </p:nvSpPr>
          <p:spPr>
            <a:xfrm>
              <a:off x="7579677" y="2113156"/>
              <a:ext cx="96532" cy="68381"/>
            </a:xfrm>
            <a:custGeom>
              <a:avLst/>
              <a:gdLst/>
              <a:ahLst/>
              <a:cxnLst/>
              <a:rect l="l" t="t" r="r" b="b"/>
              <a:pathLst>
                <a:path w="3676" h="2604" extrusionOk="0">
                  <a:moveTo>
                    <a:pt x="3254" y="2221"/>
                  </a:moveTo>
                  <a:lnTo>
                    <a:pt x="3225" y="2240"/>
                  </a:lnTo>
                  <a:lnTo>
                    <a:pt x="3216" y="2249"/>
                  </a:lnTo>
                  <a:lnTo>
                    <a:pt x="3187" y="2269"/>
                  </a:lnTo>
                  <a:lnTo>
                    <a:pt x="3187" y="2269"/>
                  </a:lnTo>
                  <a:lnTo>
                    <a:pt x="3225" y="2240"/>
                  </a:lnTo>
                  <a:lnTo>
                    <a:pt x="3225" y="2230"/>
                  </a:lnTo>
                  <a:lnTo>
                    <a:pt x="3235" y="2221"/>
                  </a:lnTo>
                  <a:lnTo>
                    <a:pt x="3225" y="2240"/>
                  </a:lnTo>
                  <a:lnTo>
                    <a:pt x="3235" y="2230"/>
                  </a:lnTo>
                  <a:lnTo>
                    <a:pt x="3254" y="2221"/>
                  </a:lnTo>
                  <a:close/>
                  <a:moveTo>
                    <a:pt x="1771" y="0"/>
                  </a:moveTo>
                  <a:cubicBezTo>
                    <a:pt x="794" y="0"/>
                    <a:pt x="0" y="795"/>
                    <a:pt x="0" y="1771"/>
                  </a:cubicBezTo>
                  <a:lnTo>
                    <a:pt x="0" y="2604"/>
                  </a:lnTo>
                  <a:cubicBezTo>
                    <a:pt x="0" y="2604"/>
                    <a:pt x="402" y="2556"/>
                    <a:pt x="450" y="2364"/>
                  </a:cubicBezTo>
                  <a:cubicBezTo>
                    <a:pt x="469" y="2345"/>
                    <a:pt x="479" y="2316"/>
                    <a:pt x="488" y="2297"/>
                  </a:cubicBezTo>
                  <a:cubicBezTo>
                    <a:pt x="718" y="2288"/>
                    <a:pt x="1780" y="2278"/>
                    <a:pt x="2393" y="1551"/>
                  </a:cubicBezTo>
                  <a:cubicBezTo>
                    <a:pt x="2527" y="1905"/>
                    <a:pt x="2814" y="2182"/>
                    <a:pt x="3187" y="2288"/>
                  </a:cubicBezTo>
                  <a:cubicBezTo>
                    <a:pt x="3197" y="2316"/>
                    <a:pt x="3206" y="2336"/>
                    <a:pt x="3225" y="2355"/>
                  </a:cubicBezTo>
                  <a:cubicBezTo>
                    <a:pt x="3273" y="2556"/>
                    <a:pt x="3675" y="2594"/>
                    <a:pt x="3675" y="2594"/>
                  </a:cubicBezTo>
                  <a:lnTo>
                    <a:pt x="3675" y="1771"/>
                  </a:lnTo>
                  <a:cubicBezTo>
                    <a:pt x="3675" y="795"/>
                    <a:pt x="2881" y="0"/>
                    <a:pt x="19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6" name="Google Shape;9626;p63"/>
            <p:cNvSpPr/>
            <p:nvPr/>
          </p:nvSpPr>
          <p:spPr>
            <a:xfrm>
              <a:off x="7579677" y="2113393"/>
              <a:ext cx="52284" cy="68145"/>
            </a:xfrm>
            <a:custGeom>
              <a:avLst/>
              <a:gdLst/>
              <a:ahLst/>
              <a:cxnLst/>
              <a:rect l="l" t="t" r="r" b="b"/>
              <a:pathLst>
                <a:path w="1991" h="2595" extrusionOk="0">
                  <a:moveTo>
                    <a:pt x="1761" y="1"/>
                  </a:moveTo>
                  <a:cubicBezTo>
                    <a:pt x="785" y="1"/>
                    <a:pt x="0" y="795"/>
                    <a:pt x="0" y="1762"/>
                  </a:cubicBezTo>
                  <a:lnTo>
                    <a:pt x="0" y="2595"/>
                  </a:lnTo>
                  <a:cubicBezTo>
                    <a:pt x="105" y="2575"/>
                    <a:pt x="211" y="2547"/>
                    <a:pt x="316" y="2508"/>
                  </a:cubicBezTo>
                  <a:lnTo>
                    <a:pt x="316" y="2212"/>
                  </a:lnTo>
                  <a:lnTo>
                    <a:pt x="316" y="1762"/>
                  </a:lnTo>
                  <a:cubicBezTo>
                    <a:pt x="316" y="824"/>
                    <a:pt x="1053" y="49"/>
                    <a:pt x="199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7" name="Google Shape;9627;p63"/>
            <p:cNvSpPr/>
            <p:nvPr/>
          </p:nvSpPr>
          <p:spPr>
            <a:xfrm>
              <a:off x="7662843" y="2174263"/>
              <a:ext cx="20903" cy="28387"/>
            </a:xfrm>
            <a:custGeom>
              <a:avLst/>
              <a:gdLst/>
              <a:ahLst/>
              <a:cxnLst/>
              <a:rect l="l" t="t" r="r" b="b"/>
              <a:pathLst>
                <a:path w="796" h="1081" extrusionOk="0">
                  <a:moveTo>
                    <a:pt x="231" y="1"/>
                  </a:moveTo>
                  <a:cubicBezTo>
                    <a:pt x="114" y="1"/>
                    <a:pt x="1" y="97"/>
                    <a:pt x="1" y="229"/>
                  </a:cubicBezTo>
                  <a:lnTo>
                    <a:pt x="1" y="860"/>
                  </a:lnTo>
                  <a:cubicBezTo>
                    <a:pt x="1" y="975"/>
                    <a:pt x="106" y="1080"/>
                    <a:pt x="231" y="1080"/>
                  </a:cubicBezTo>
                  <a:cubicBezTo>
                    <a:pt x="250" y="1080"/>
                    <a:pt x="269" y="1080"/>
                    <a:pt x="298" y="1071"/>
                  </a:cubicBezTo>
                  <a:cubicBezTo>
                    <a:pt x="336" y="1052"/>
                    <a:pt x="374" y="1033"/>
                    <a:pt x="412" y="1013"/>
                  </a:cubicBezTo>
                  <a:cubicBezTo>
                    <a:pt x="451" y="975"/>
                    <a:pt x="489" y="937"/>
                    <a:pt x="537" y="908"/>
                  </a:cubicBezTo>
                  <a:cubicBezTo>
                    <a:pt x="795" y="602"/>
                    <a:pt x="661" y="133"/>
                    <a:pt x="278" y="9"/>
                  </a:cubicBezTo>
                  <a:lnTo>
                    <a:pt x="288" y="9"/>
                  </a:lnTo>
                  <a:cubicBezTo>
                    <a:pt x="269" y="3"/>
                    <a:pt x="250" y="1"/>
                    <a:pt x="231"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8" name="Google Shape;9628;p63"/>
            <p:cNvSpPr/>
            <p:nvPr/>
          </p:nvSpPr>
          <p:spPr>
            <a:xfrm>
              <a:off x="7571878" y="2174237"/>
              <a:ext cx="21139" cy="28361"/>
            </a:xfrm>
            <a:custGeom>
              <a:avLst/>
              <a:gdLst/>
              <a:ahLst/>
              <a:cxnLst/>
              <a:rect l="l" t="t" r="r" b="b"/>
              <a:pathLst>
                <a:path w="805" h="1080" extrusionOk="0">
                  <a:moveTo>
                    <a:pt x="583" y="0"/>
                  </a:moveTo>
                  <a:cubicBezTo>
                    <a:pt x="561" y="0"/>
                    <a:pt x="538" y="4"/>
                    <a:pt x="517" y="10"/>
                  </a:cubicBezTo>
                  <a:cubicBezTo>
                    <a:pt x="0" y="172"/>
                    <a:pt x="0" y="909"/>
                    <a:pt x="517" y="1072"/>
                  </a:cubicBezTo>
                  <a:cubicBezTo>
                    <a:pt x="537" y="1077"/>
                    <a:pt x="557" y="1080"/>
                    <a:pt x="577" y="1080"/>
                  </a:cubicBezTo>
                  <a:cubicBezTo>
                    <a:pt x="698" y="1080"/>
                    <a:pt x="804" y="983"/>
                    <a:pt x="804" y="852"/>
                  </a:cubicBezTo>
                  <a:lnTo>
                    <a:pt x="804" y="220"/>
                  </a:lnTo>
                  <a:cubicBezTo>
                    <a:pt x="804" y="153"/>
                    <a:pt x="766" y="86"/>
                    <a:pt x="718" y="48"/>
                  </a:cubicBezTo>
                  <a:cubicBezTo>
                    <a:pt x="679" y="15"/>
                    <a:pt x="631" y="0"/>
                    <a:pt x="583"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29" name="Google Shape;9629;p63"/>
            <p:cNvSpPr/>
            <p:nvPr/>
          </p:nvSpPr>
          <p:spPr>
            <a:xfrm>
              <a:off x="7610087" y="2223869"/>
              <a:ext cx="35714" cy="40362"/>
            </a:xfrm>
            <a:custGeom>
              <a:avLst/>
              <a:gdLst/>
              <a:ahLst/>
              <a:cxnLst/>
              <a:rect l="l" t="t" r="r" b="b"/>
              <a:pathLst>
                <a:path w="1360" h="1537" extrusionOk="0">
                  <a:moveTo>
                    <a:pt x="233" y="0"/>
                  </a:moveTo>
                  <a:cubicBezTo>
                    <a:pt x="115" y="0"/>
                    <a:pt x="10" y="97"/>
                    <a:pt x="10" y="225"/>
                  </a:cubicBezTo>
                  <a:lnTo>
                    <a:pt x="10" y="866"/>
                  </a:lnTo>
                  <a:cubicBezTo>
                    <a:pt x="0" y="933"/>
                    <a:pt x="29" y="1000"/>
                    <a:pt x="77" y="1038"/>
                  </a:cubicBezTo>
                  <a:lnTo>
                    <a:pt x="517" y="1479"/>
                  </a:lnTo>
                  <a:cubicBezTo>
                    <a:pt x="565" y="1517"/>
                    <a:pt x="622" y="1536"/>
                    <a:pt x="680" y="1536"/>
                  </a:cubicBezTo>
                  <a:cubicBezTo>
                    <a:pt x="737" y="1536"/>
                    <a:pt x="794" y="1517"/>
                    <a:pt x="833" y="1469"/>
                  </a:cubicBezTo>
                  <a:lnTo>
                    <a:pt x="1292" y="991"/>
                  </a:lnTo>
                  <a:cubicBezTo>
                    <a:pt x="1330" y="952"/>
                    <a:pt x="1359" y="895"/>
                    <a:pt x="1359" y="838"/>
                  </a:cubicBezTo>
                  <a:lnTo>
                    <a:pt x="1359" y="225"/>
                  </a:lnTo>
                  <a:cubicBezTo>
                    <a:pt x="1349" y="168"/>
                    <a:pt x="1330" y="110"/>
                    <a:pt x="1292" y="72"/>
                  </a:cubicBezTo>
                  <a:cubicBezTo>
                    <a:pt x="1244" y="24"/>
                    <a:pt x="1187" y="5"/>
                    <a:pt x="1129" y="5"/>
                  </a:cubicBezTo>
                  <a:lnTo>
                    <a:pt x="1082" y="5"/>
                  </a:lnTo>
                  <a:cubicBezTo>
                    <a:pt x="995" y="24"/>
                    <a:pt x="909" y="34"/>
                    <a:pt x="814" y="34"/>
                  </a:cubicBezTo>
                  <a:lnTo>
                    <a:pt x="546" y="34"/>
                  </a:lnTo>
                  <a:cubicBezTo>
                    <a:pt x="459" y="34"/>
                    <a:pt x="364" y="24"/>
                    <a:pt x="278" y="5"/>
                  </a:cubicBezTo>
                  <a:cubicBezTo>
                    <a:pt x="263" y="2"/>
                    <a:pt x="248" y="0"/>
                    <a:pt x="233"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0" name="Google Shape;9630;p63"/>
            <p:cNvSpPr/>
            <p:nvPr/>
          </p:nvSpPr>
          <p:spPr>
            <a:xfrm>
              <a:off x="7610087" y="2224105"/>
              <a:ext cx="21875" cy="40362"/>
            </a:xfrm>
            <a:custGeom>
              <a:avLst/>
              <a:gdLst/>
              <a:ahLst/>
              <a:cxnLst/>
              <a:rect l="l" t="t" r="r" b="b"/>
              <a:pathLst>
                <a:path w="833" h="1537" extrusionOk="0">
                  <a:moveTo>
                    <a:pt x="221" y="1"/>
                  </a:moveTo>
                  <a:cubicBezTo>
                    <a:pt x="98" y="1"/>
                    <a:pt x="0" y="98"/>
                    <a:pt x="0" y="226"/>
                  </a:cubicBezTo>
                  <a:lnTo>
                    <a:pt x="0" y="876"/>
                  </a:lnTo>
                  <a:cubicBezTo>
                    <a:pt x="0" y="934"/>
                    <a:pt x="29" y="1001"/>
                    <a:pt x="67" y="1039"/>
                  </a:cubicBezTo>
                  <a:lnTo>
                    <a:pt x="517" y="1479"/>
                  </a:lnTo>
                  <a:cubicBezTo>
                    <a:pt x="555" y="1518"/>
                    <a:pt x="613" y="1537"/>
                    <a:pt x="670" y="1537"/>
                  </a:cubicBezTo>
                  <a:cubicBezTo>
                    <a:pt x="727" y="1537"/>
                    <a:pt x="785" y="1518"/>
                    <a:pt x="833" y="1470"/>
                  </a:cubicBezTo>
                  <a:cubicBezTo>
                    <a:pt x="785" y="1460"/>
                    <a:pt x="747" y="1441"/>
                    <a:pt x="718" y="1412"/>
                  </a:cubicBezTo>
                  <a:lnTo>
                    <a:pt x="268" y="972"/>
                  </a:lnTo>
                  <a:cubicBezTo>
                    <a:pt x="230" y="934"/>
                    <a:pt x="201" y="867"/>
                    <a:pt x="201" y="809"/>
                  </a:cubicBezTo>
                  <a:lnTo>
                    <a:pt x="201" y="159"/>
                  </a:lnTo>
                  <a:cubicBezTo>
                    <a:pt x="201" y="101"/>
                    <a:pt x="230" y="44"/>
                    <a:pt x="268" y="5"/>
                  </a:cubicBezTo>
                  <a:cubicBezTo>
                    <a:pt x="252" y="2"/>
                    <a:pt x="236" y="1"/>
                    <a:pt x="221"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1" name="Google Shape;9631;p63"/>
            <p:cNvSpPr/>
            <p:nvPr/>
          </p:nvSpPr>
          <p:spPr>
            <a:xfrm>
              <a:off x="7589971" y="2153072"/>
              <a:ext cx="75918" cy="81248"/>
            </a:xfrm>
            <a:custGeom>
              <a:avLst/>
              <a:gdLst/>
              <a:ahLst/>
              <a:cxnLst/>
              <a:rect l="l" t="t" r="r" b="b"/>
              <a:pathLst>
                <a:path w="2891" h="3094" extrusionOk="0">
                  <a:moveTo>
                    <a:pt x="2000" y="1"/>
                  </a:moveTo>
                  <a:cubicBezTo>
                    <a:pt x="1983" y="1"/>
                    <a:pt x="1967" y="7"/>
                    <a:pt x="1953" y="21"/>
                  </a:cubicBezTo>
                  <a:cubicBezTo>
                    <a:pt x="1637" y="251"/>
                    <a:pt x="1283" y="433"/>
                    <a:pt x="900" y="538"/>
                  </a:cubicBezTo>
                  <a:cubicBezTo>
                    <a:pt x="785" y="567"/>
                    <a:pt x="670" y="595"/>
                    <a:pt x="556" y="615"/>
                  </a:cubicBezTo>
                  <a:cubicBezTo>
                    <a:pt x="441" y="634"/>
                    <a:pt x="326" y="653"/>
                    <a:pt x="201" y="662"/>
                  </a:cubicBezTo>
                  <a:cubicBezTo>
                    <a:pt x="87" y="672"/>
                    <a:pt x="0" y="768"/>
                    <a:pt x="0" y="883"/>
                  </a:cubicBezTo>
                  <a:lnTo>
                    <a:pt x="0" y="1792"/>
                  </a:lnTo>
                  <a:cubicBezTo>
                    <a:pt x="0" y="2509"/>
                    <a:pt x="584" y="3093"/>
                    <a:pt x="1312" y="3093"/>
                  </a:cubicBezTo>
                  <a:lnTo>
                    <a:pt x="1580" y="3093"/>
                  </a:lnTo>
                  <a:cubicBezTo>
                    <a:pt x="2297" y="3093"/>
                    <a:pt x="2881" y="2509"/>
                    <a:pt x="2891" y="1792"/>
                  </a:cubicBezTo>
                  <a:lnTo>
                    <a:pt x="2891" y="854"/>
                  </a:lnTo>
                  <a:cubicBezTo>
                    <a:pt x="2891" y="758"/>
                    <a:pt x="2833" y="672"/>
                    <a:pt x="2747" y="634"/>
                  </a:cubicBezTo>
                  <a:cubicBezTo>
                    <a:pt x="2718" y="624"/>
                    <a:pt x="2690" y="615"/>
                    <a:pt x="2671" y="605"/>
                  </a:cubicBezTo>
                  <a:cubicBezTo>
                    <a:pt x="2412" y="500"/>
                    <a:pt x="2202" y="308"/>
                    <a:pt x="2077" y="69"/>
                  </a:cubicBezTo>
                  <a:lnTo>
                    <a:pt x="2068" y="50"/>
                  </a:lnTo>
                  <a:cubicBezTo>
                    <a:pt x="2056" y="20"/>
                    <a:pt x="2028" y="1"/>
                    <a:pt x="2000"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2" name="Google Shape;9632;p63"/>
            <p:cNvSpPr/>
            <p:nvPr/>
          </p:nvSpPr>
          <p:spPr>
            <a:xfrm>
              <a:off x="7589971" y="2153072"/>
              <a:ext cx="55067" cy="81248"/>
            </a:xfrm>
            <a:custGeom>
              <a:avLst/>
              <a:gdLst/>
              <a:ahLst/>
              <a:cxnLst/>
              <a:rect l="l" t="t" r="r" b="b"/>
              <a:pathLst>
                <a:path w="2097" h="3094" extrusionOk="0">
                  <a:moveTo>
                    <a:pt x="1997" y="1"/>
                  </a:moveTo>
                  <a:cubicBezTo>
                    <a:pt x="1980" y="1"/>
                    <a:pt x="1961" y="7"/>
                    <a:pt x="1943" y="21"/>
                  </a:cubicBezTo>
                  <a:cubicBezTo>
                    <a:pt x="1637" y="251"/>
                    <a:pt x="1283" y="433"/>
                    <a:pt x="900" y="538"/>
                  </a:cubicBezTo>
                  <a:cubicBezTo>
                    <a:pt x="785" y="567"/>
                    <a:pt x="670" y="595"/>
                    <a:pt x="556" y="615"/>
                  </a:cubicBezTo>
                  <a:cubicBezTo>
                    <a:pt x="441" y="634"/>
                    <a:pt x="326" y="653"/>
                    <a:pt x="201" y="662"/>
                  </a:cubicBezTo>
                  <a:cubicBezTo>
                    <a:pt x="87" y="672"/>
                    <a:pt x="0" y="768"/>
                    <a:pt x="0" y="883"/>
                  </a:cubicBezTo>
                  <a:lnTo>
                    <a:pt x="0" y="1792"/>
                  </a:lnTo>
                  <a:cubicBezTo>
                    <a:pt x="0" y="2509"/>
                    <a:pt x="584" y="3093"/>
                    <a:pt x="1312" y="3093"/>
                  </a:cubicBezTo>
                  <a:lnTo>
                    <a:pt x="1570" y="3093"/>
                  </a:lnTo>
                  <a:cubicBezTo>
                    <a:pt x="852" y="3093"/>
                    <a:pt x="268" y="2509"/>
                    <a:pt x="268" y="1792"/>
                  </a:cubicBezTo>
                  <a:lnTo>
                    <a:pt x="268" y="883"/>
                  </a:lnTo>
                  <a:cubicBezTo>
                    <a:pt x="268" y="768"/>
                    <a:pt x="364" y="672"/>
                    <a:pt x="479" y="662"/>
                  </a:cubicBezTo>
                  <a:cubicBezTo>
                    <a:pt x="594" y="653"/>
                    <a:pt x="709" y="634"/>
                    <a:pt x="823" y="615"/>
                  </a:cubicBezTo>
                  <a:cubicBezTo>
                    <a:pt x="938" y="595"/>
                    <a:pt x="1063" y="567"/>
                    <a:pt x="1168" y="538"/>
                  </a:cubicBezTo>
                  <a:cubicBezTo>
                    <a:pt x="1503" y="442"/>
                    <a:pt x="1809" y="299"/>
                    <a:pt x="2096" y="107"/>
                  </a:cubicBezTo>
                  <a:lnTo>
                    <a:pt x="2077" y="69"/>
                  </a:lnTo>
                  <a:lnTo>
                    <a:pt x="2068" y="50"/>
                  </a:lnTo>
                  <a:cubicBezTo>
                    <a:pt x="2056" y="20"/>
                    <a:pt x="2028" y="1"/>
                    <a:pt x="1997"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3" name="Google Shape;9633;p63"/>
            <p:cNvSpPr/>
            <p:nvPr/>
          </p:nvSpPr>
          <p:spPr>
            <a:xfrm>
              <a:off x="7820665" y="1973164"/>
              <a:ext cx="73922" cy="73659"/>
            </a:xfrm>
            <a:custGeom>
              <a:avLst/>
              <a:gdLst/>
              <a:ahLst/>
              <a:cxnLst/>
              <a:rect l="l" t="t" r="r" b="b"/>
              <a:pathLst>
                <a:path w="2815" h="2805" extrusionOk="0">
                  <a:moveTo>
                    <a:pt x="1" y="1"/>
                  </a:moveTo>
                  <a:lnTo>
                    <a:pt x="1" y="2259"/>
                  </a:lnTo>
                  <a:cubicBezTo>
                    <a:pt x="1" y="2346"/>
                    <a:pt x="39" y="2805"/>
                    <a:pt x="623" y="2805"/>
                  </a:cubicBezTo>
                  <a:lnTo>
                    <a:pt x="2815" y="2805"/>
                  </a:lnTo>
                  <a:lnTo>
                    <a:pt x="1"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34" name="Google Shape;9634;p63"/>
          <p:cNvGrpSpPr/>
          <p:nvPr/>
        </p:nvGrpSpPr>
        <p:grpSpPr>
          <a:xfrm>
            <a:off x="7988214" y="1365390"/>
            <a:ext cx="317431" cy="344584"/>
            <a:chOff x="7992826" y="1517790"/>
            <a:chExt cx="317431" cy="344584"/>
          </a:xfrm>
        </p:grpSpPr>
        <p:sp>
          <p:nvSpPr>
            <p:cNvPr id="9635" name="Google Shape;9635;p63"/>
            <p:cNvSpPr/>
            <p:nvPr/>
          </p:nvSpPr>
          <p:spPr>
            <a:xfrm>
              <a:off x="8021239" y="1517790"/>
              <a:ext cx="289018" cy="289044"/>
            </a:xfrm>
            <a:custGeom>
              <a:avLst/>
              <a:gdLst/>
              <a:ahLst/>
              <a:cxnLst/>
              <a:rect l="l" t="t" r="r" b="b"/>
              <a:pathLst>
                <a:path w="11006" h="11007" extrusionOk="0">
                  <a:moveTo>
                    <a:pt x="5503" y="0"/>
                  </a:moveTo>
                  <a:cubicBezTo>
                    <a:pt x="2469" y="0"/>
                    <a:pt x="0" y="2460"/>
                    <a:pt x="0" y="5503"/>
                  </a:cubicBezTo>
                  <a:cubicBezTo>
                    <a:pt x="0" y="8537"/>
                    <a:pt x="2469" y="11006"/>
                    <a:pt x="5503" y="11006"/>
                  </a:cubicBezTo>
                  <a:cubicBezTo>
                    <a:pt x="8546" y="11006"/>
                    <a:pt x="11006" y="8537"/>
                    <a:pt x="11006" y="5503"/>
                  </a:cubicBezTo>
                  <a:cubicBezTo>
                    <a:pt x="11006" y="2460"/>
                    <a:pt x="8546" y="0"/>
                    <a:pt x="5503" y="0"/>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6" name="Google Shape;9636;p63"/>
            <p:cNvSpPr/>
            <p:nvPr/>
          </p:nvSpPr>
          <p:spPr>
            <a:xfrm>
              <a:off x="7992826" y="1520810"/>
              <a:ext cx="274706" cy="285866"/>
            </a:xfrm>
            <a:custGeom>
              <a:avLst/>
              <a:gdLst/>
              <a:ahLst/>
              <a:cxnLst/>
              <a:rect l="l" t="t" r="r" b="b"/>
              <a:pathLst>
                <a:path w="10461" h="10886" extrusionOk="0">
                  <a:moveTo>
                    <a:pt x="5465" y="0"/>
                  </a:moveTo>
                  <a:cubicBezTo>
                    <a:pt x="1857" y="747"/>
                    <a:pt x="1" y="4757"/>
                    <a:pt x="1742" y="7991"/>
                  </a:cubicBezTo>
                  <a:cubicBezTo>
                    <a:pt x="2758" y="9878"/>
                    <a:pt x="4665" y="10885"/>
                    <a:pt x="6597" y="10885"/>
                  </a:cubicBezTo>
                  <a:cubicBezTo>
                    <a:pt x="7978" y="10885"/>
                    <a:pt x="9372" y="10370"/>
                    <a:pt x="10461" y="9293"/>
                  </a:cubicBezTo>
                  <a:lnTo>
                    <a:pt x="10461" y="9293"/>
                  </a:lnTo>
                  <a:cubicBezTo>
                    <a:pt x="10088" y="9370"/>
                    <a:pt x="9714" y="9408"/>
                    <a:pt x="9341" y="9408"/>
                  </a:cubicBezTo>
                  <a:cubicBezTo>
                    <a:pt x="7111" y="9408"/>
                    <a:pt x="5102" y="8058"/>
                    <a:pt x="4250" y="6001"/>
                  </a:cubicBezTo>
                  <a:cubicBezTo>
                    <a:pt x="3398" y="3934"/>
                    <a:pt x="3877" y="1570"/>
                    <a:pt x="5465"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7" name="Google Shape;9637;p63"/>
            <p:cNvSpPr/>
            <p:nvPr/>
          </p:nvSpPr>
          <p:spPr>
            <a:xfrm>
              <a:off x="8021476" y="1517790"/>
              <a:ext cx="288781" cy="288781"/>
            </a:xfrm>
            <a:custGeom>
              <a:avLst/>
              <a:gdLst/>
              <a:ahLst/>
              <a:cxnLst/>
              <a:rect l="l" t="t" r="r" b="b"/>
              <a:pathLst>
                <a:path w="10997" h="10997" extrusionOk="0">
                  <a:moveTo>
                    <a:pt x="5283" y="10"/>
                  </a:moveTo>
                  <a:lnTo>
                    <a:pt x="5283" y="2326"/>
                  </a:lnTo>
                  <a:lnTo>
                    <a:pt x="2728" y="2326"/>
                  </a:lnTo>
                  <a:cubicBezTo>
                    <a:pt x="3312" y="1005"/>
                    <a:pt x="4231" y="115"/>
                    <a:pt x="5283" y="10"/>
                  </a:cubicBezTo>
                  <a:close/>
                  <a:moveTo>
                    <a:pt x="5705" y="10"/>
                  </a:moveTo>
                  <a:cubicBezTo>
                    <a:pt x="6757" y="115"/>
                    <a:pt x="7686" y="1005"/>
                    <a:pt x="8260" y="2326"/>
                  </a:cubicBezTo>
                  <a:lnTo>
                    <a:pt x="5705" y="2326"/>
                  </a:lnTo>
                  <a:lnTo>
                    <a:pt x="5705" y="10"/>
                  </a:lnTo>
                  <a:close/>
                  <a:moveTo>
                    <a:pt x="5283" y="2747"/>
                  </a:moveTo>
                  <a:lnTo>
                    <a:pt x="5283" y="5293"/>
                  </a:lnTo>
                  <a:lnTo>
                    <a:pt x="2116" y="5293"/>
                  </a:lnTo>
                  <a:cubicBezTo>
                    <a:pt x="2125" y="4422"/>
                    <a:pt x="2278" y="3570"/>
                    <a:pt x="2565" y="2747"/>
                  </a:cubicBezTo>
                  <a:close/>
                  <a:moveTo>
                    <a:pt x="8423" y="2747"/>
                  </a:moveTo>
                  <a:cubicBezTo>
                    <a:pt x="8710" y="3570"/>
                    <a:pt x="8863" y="4422"/>
                    <a:pt x="8882" y="5293"/>
                  </a:cubicBezTo>
                  <a:lnTo>
                    <a:pt x="5705" y="5293"/>
                  </a:lnTo>
                  <a:lnTo>
                    <a:pt x="5705" y="2747"/>
                  </a:lnTo>
                  <a:close/>
                  <a:moveTo>
                    <a:pt x="5283" y="5714"/>
                  </a:moveTo>
                  <a:lnTo>
                    <a:pt x="5283" y="8250"/>
                  </a:lnTo>
                  <a:lnTo>
                    <a:pt x="2565" y="8250"/>
                  </a:lnTo>
                  <a:cubicBezTo>
                    <a:pt x="2278" y="7437"/>
                    <a:pt x="2125" y="6575"/>
                    <a:pt x="2116" y="5714"/>
                  </a:cubicBezTo>
                  <a:close/>
                  <a:moveTo>
                    <a:pt x="8882" y="5714"/>
                  </a:moveTo>
                  <a:cubicBezTo>
                    <a:pt x="8863" y="6575"/>
                    <a:pt x="8710" y="7437"/>
                    <a:pt x="8423" y="8250"/>
                  </a:cubicBezTo>
                  <a:lnTo>
                    <a:pt x="5705" y="8250"/>
                  </a:lnTo>
                  <a:lnTo>
                    <a:pt x="5705" y="5714"/>
                  </a:lnTo>
                  <a:close/>
                  <a:moveTo>
                    <a:pt x="5283" y="0"/>
                  </a:moveTo>
                  <a:cubicBezTo>
                    <a:pt x="4728" y="29"/>
                    <a:pt x="4183" y="125"/>
                    <a:pt x="3657" y="316"/>
                  </a:cubicBezTo>
                  <a:cubicBezTo>
                    <a:pt x="3092" y="795"/>
                    <a:pt x="2623" y="1493"/>
                    <a:pt x="2278" y="2326"/>
                  </a:cubicBezTo>
                  <a:lnTo>
                    <a:pt x="1006" y="2326"/>
                  </a:lnTo>
                  <a:cubicBezTo>
                    <a:pt x="910" y="2460"/>
                    <a:pt x="814" y="2604"/>
                    <a:pt x="728" y="2747"/>
                  </a:cubicBezTo>
                  <a:lnTo>
                    <a:pt x="2125" y="2747"/>
                  </a:lnTo>
                  <a:cubicBezTo>
                    <a:pt x="1848" y="3570"/>
                    <a:pt x="1704" y="4422"/>
                    <a:pt x="1695" y="5293"/>
                  </a:cubicBezTo>
                  <a:lnTo>
                    <a:pt x="1" y="5293"/>
                  </a:lnTo>
                  <a:lnTo>
                    <a:pt x="1" y="5503"/>
                  </a:lnTo>
                  <a:lnTo>
                    <a:pt x="1" y="5714"/>
                  </a:lnTo>
                  <a:lnTo>
                    <a:pt x="1695" y="5714"/>
                  </a:lnTo>
                  <a:cubicBezTo>
                    <a:pt x="1704" y="6575"/>
                    <a:pt x="1848" y="7427"/>
                    <a:pt x="2125" y="8250"/>
                  </a:cubicBezTo>
                  <a:lnTo>
                    <a:pt x="728" y="8250"/>
                  </a:lnTo>
                  <a:cubicBezTo>
                    <a:pt x="814" y="8394"/>
                    <a:pt x="910" y="8537"/>
                    <a:pt x="1006" y="8671"/>
                  </a:cubicBezTo>
                  <a:lnTo>
                    <a:pt x="2278" y="8671"/>
                  </a:lnTo>
                  <a:cubicBezTo>
                    <a:pt x="2623" y="9513"/>
                    <a:pt x="3092" y="10202"/>
                    <a:pt x="3647" y="10690"/>
                  </a:cubicBezTo>
                  <a:cubicBezTo>
                    <a:pt x="4173" y="10872"/>
                    <a:pt x="4728" y="10978"/>
                    <a:pt x="5283" y="10997"/>
                  </a:cubicBezTo>
                  <a:cubicBezTo>
                    <a:pt x="4231" y="10882"/>
                    <a:pt x="3312" y="9992"/>
                    <a:pt x="2728" y="8671"/>
                  </a:cubicBezTo>
                  <a:lnTo>
                    <a:pt x="5283" y="8671"/>
                  </a:lnTo>
                  <a:lnTo>
                    <a:pt x="5283" y="10997"/>
                  </a:lnTo>
                  <a:lnTo>
                    <a:pt x="5705" y="10997"/>
                  </a:lnTo>
                  <a:lnTo>
                    <a:pt x="5705" y="10987"/>
                  </a:lnTo>
                  <a:lnTo>
                    <a:pt x="5705" y="8671"/>
                  </a:lnTo>
                  <a:lnTo>
                    <a:pt x="8260" y="8671"/>
                  </a:lnTo>
                  <a:cubicBezTo>
                    <a:pt x="7686" y="9992"/>
                    <a:pt x="6757" y="10882"/>
                    <a:pt x="5705" y="10997"/>
                  </a:cubicBezTo>
                  <a:cubicBezTo>
                    <a:pt x="6260" y="10978"/>
                    <a:pt x="6815" y="10872"/>
                    <a:pt x="7341" y="10690"/>
                  </a:cubicBezTo>
                  <a:cubicBezTo>
                    <a:pt x="7896" y="10212"/>
                    <a:pt x="8365" y="9513"/>
                    <a:pt x="8710" y="8671"/>
                  </a:cubicBezTo>
                  <a:lnTo>
                    <a:pt x="9992" y="8671"/>
                  </a:lnTo>
                  <a:cubicBezTo>
                    <a:pt x="10088" y="8537"/>
                    <a:pt x="10174" y="8394"/>
                    <a:pt x="10260" y="8250"/>
                  </a:cubicBezTo>
                  <a:lnTo>
                    <a:pt x="8872" y="8250"/>
                  </a:lnTo>
                  <a:cubicBezTo>
                    <a:pt x="9140" y="7427"/>
                    <a:pt x="9284" y="6575"/>
                    <a:pt x="9303" y="5714"/>
                  </a:cubicBezTo>
                  <a:lnTo>
                    <a:pt x="10997" y="5714"/>
                  </a:lnTo>
                  <a:lnTo>
                    <a:pt x="10997" y="5503"/>
                  </a:lnTo>
                  <a:lnTo>
                    <a:pt x="10997" y="5293"/>
                  </a:lnTo>
                  <a:lnTo>
                    <a:pt x="9303" y="5293"/>
                  </a:lnTo>
                  <a:cubicBezTo>
                    <a:pt x="9284" y="4422"/>
                    <a:pt x="9140" y="3570"/>
                    <a:pt x="8872" y="2747"/>
                  </a:cubicBezTo>
                  <a:lnTo>
                    <a:pt x="10260" y="2747"/>
                  </a:lnTo>
                  <a:cubicBezTo>
                    <a:pt x="10174" y="2604"/>
                    <a:pt x="10088" y="2460"/>
                    <a:pt x="9992" y="2326"/>
                  </a:cubicBezTo>
                  <a:lnTo>
                    <a:pt x="8710" y="2326"/>
                  </a:lnTo>
                  <a:cubicBezTo>
                    <a:pt x="8365" y="1484"/>
                    <a:pt x="7896" y="795"/>
                    <a:pt x="7341" y="316"/>
                  </a:cubicBezTo>
                  <a:cubicBezTo>
                    <a:pt x="6815" y="125"/>
                    <a:pt x="6260" y="29"/>
                    <a:pt x="5705"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8" name="Google Shape;9638;p63"/>
            <p:cNvSpPr/>
            <p:nvPr/>
          </p:nvSpPr>
          <p:spPr>
            <a:xfrm>
              <a:off x="8021476" y="1520810"/>
              <a:ext cx="217932" cy="285761"/>
            </a:xfrm>
            <a:custGeom>
              <a:avLst/>
              <a:gdLst/>
              <a:ahLst/>
              <a:cxnLst/>
              <a:rect l="l" t="t" r="r" b="b"/>
              <a:pathLst>
                <a:path w="8299" h="10882" extrusionOk="0">
                  <a:moveTo>
                    <a:pt x="4365" y="0"/>
                  </a:moveTo>
                  <a:cubicBezTo>
                    <a:pt x="4125" y="48"/>
                    <a:pt x="3886" y="115"/>
                    <a:pt x="3657" y="201"/>
                  </a:cubicBezTo>
                  <a:cubicBezTo>
                    <a:pt x="3101" y="680"/>
                    <a:pt x="2632" y="1378"/>
                    <a:pt x="2288" y="2211"/>
                  </a:cubicBezTo>
                  <a:lnTo>
                    <a:pt x="1006" y="2211"/>
                  </a:lnTo>
                  <a:cubicBezTo>
                    <a:pt x="910" y="2345"/>
                    <a:pt x="814" y="2489"/>
                    <a:pt x="738" y="2632"/>
                  </a:cubicBezTo>
                  <a:lnTo>
                    <a:pt x="2125" y="2632"/>
                  </a:lnTo>
                  <a:cubicBezTo>
                    <a:pt x="1857" y="3455"/>
                    <a:pt x="1704" y="4307"/>
                    <a:pt x="1695" y="5178"/>
                  </a:cubicBezTo>
                  <a:lnTo>
                    <a:pt x="1" y="5178"/>
                  </a:lnTo>
                  <a:lnTo>
                    <a:pt x="1" y="5388"/>
                  </a:lnTo>
                  <a:lnTo>
                    <a:pt x="1" y="5599"/>
                  </a:lnTo>
                  <a:lnTo>
                    <a:pt x="1695" y="5599"/>
                  </a:lnTo>
                  <a:cubicBezTo>
                    <a:pt x="1704" y="6460"/>
                    <a:pt x="1857" y="7322"/>
                    <a:pt x="2125" y="8135"/>
                  </a:cubicBezTo>
                  <a:lnTo>
                    <a:pt x="738" y="8135"/>
                  </a:lnTo>
                  <a:cubicBezTo>
                    <a:pt x="814" y="8279"/>
                    <a:pt x="910" y="8422"/>
                    <a:pt x="1006" y="8566"/>
                  </a:cubicBezTo>
                  <a:lnTo>
                    <a:pt x="2278" y="8566"/>
                  </a:lnTo>
                  <a:cubicBezTo>
                    <a:pt x="2623" y="9398"/>
                    <a:pt x="3092" y="10087"/>
                    <a:pt x="3647" y="10575"/>
                  </a:cubicBezTo>
                  <a:cubicBezTo>
                    <a:pt x="4173" y="10757"/>
                    <a:pt x="4728" y="10863"/>
                    <a:pt x="5283" y="10882"/>
                  </a:cubicBezTo>
                  <a:cubicBezTo>
                    <a:pt x="4231" y="10767"/>
                    <a:pt x="3312" y="9877"/>
                    <a:pt x="2728" y="8566"/>
                  </a:cubicBezTo>
                  <a:lnTo>
                    <a:pt x="5283" y="8566"/>
                  </a:lnTo>
                  <a:lnTo>
                    <a:pt x="5283" y="10882"/>
                  </a:lnTo>
                  <a:lnTo>
                    <a:pt x="5705" y="10882"/>
                  </a:lnTo>
                  <a:cubicBezTo>
                    <a:pt x="6260" y="10863"/>
                    <a:pt x="6815" y="10757"/>
                    <a:pt x="7341" y="10575"/>
                  </a:cubicBezTo>
                  <a:cubicBezTo>
                    <a:pt x="7714" y="10241"/>
                    <a:pt x="8040" y="9839"/>
                    <a:pt x="8298" y="9408"/>
                  </a:cubicBezTo>
                  <a:lnTo>
                    <a:pt x="8250" y="9408"/>
                  </a:lnTo>
                  <a:cubicBezTo>
                    <a:pt x="8097" y="9408"/>
                    <a:pt x="7954" y="9398"/>
                    <a:pt x="7810" y="9389"/>
                  </a:cubicBezTo>
                  <a:cubicBezTo>
                    <a:pt x="7255" y="10241"/>
                    <a:pt x="6518" y="10796"/>
                    <a:pt x="5705" y="10872"/>
                  </a:cubicBezTo>
                  <a:lnTo>
                    <a:pt x="5705" y="8786"/>
                  </a:lnTo>
                  <a:cubicBezTo>
                    <a:pt x="5360" y="8604"/>
                    <a:pt x="5035" y="8384"/>
                    <a:pt x="4728" y="8135"/>
                  </a:cubicBezTo>
                  <a:lnTo>
                    <a:pt x="2565" y="8135"/>
                  </a:lnTo>
                  <a:cubicBezTo>
                    <a:pt x="2278" y="7322"/>
                    <a:pt x="2125" y="6460"/>
                    <a:pt x="2116" y="5599"/>
                  </a:cubicBezTo>
                  <a:lnTo>
                    <a:pt x="3015" y="5599"/>
                  </a:lnTo>
                  <a:cubicBezTo>
                    <a:pt x="2967" y="5455"/>
                    <a:pt x="2929" y="5312"/>
                    <a:pt x="2891" y="5168"/>
                  </a:cubicBezTo>
                  <a:lnTo>
                    <a:pt x="2116" y="5168"/>
                  </a:lnTo>
                  <a:cubicBezTo>
                    <a:pt x="2125" y="4307"/>
                    <a:pt x="2278" y="3455"/>
                    <a:pt x="2565" y="2632"/>
                  </a:cubicBezTo>
                  <a:lnTo>
                    <a:pt x="2891" y="2632"/>
                  </a:lnTo>
                  <a:cubicBezTo>
                    <a:pt x="2929" y="2489"/>
                    <a:pt x="2967" y="2345"/>
                    <a:pt x="3015" y="2211"/>
                  </a:cubicBezTo>
                  <a:lnTo>
                    <a:pt x="2728" y="2211"/>
                  </a:lnTo>
                  <a:cubicBezTo>
                    <a:pt x="2996" y="1579"/>
                    <a:pt x="3389" y="1015"/>
                    <a:pt x="3886" y="546"/>
                  </a:cubicBezTo>
                  <a:cubicBezTo>
                    <a:pt x="4039" y="354"/>
                    <a:pt x="4192" y="173"/>
                    <a:pt x="436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39" name="Google Shape;9639;p63"/>
            <p:cNvSpPr/>
            <p:nvPr/>
          </p:nvSpPr>
          <p:spPr>
            <a:xfrm>
              <a:off x="8071238" y="1795752"/>
              <a:ext cx="189019" cy="66622"/>
            </a:xfrm>
            <a:custGeom>
              <a:avLst/>
              <a:gdLst/>
              <a:ahLst/>
              <a:cxnLst/>
              <a:rect l="l" t="t" r="r" b="b"/>
              <a:pathLst>
                <a:path w="7198" h="2537" extrusionOk="0">
                  <a:moveTo>
                    <a:pt x="2326" y="0"/>
                  </a:moveTo>
                  <a:lnTo>
                    <a:pt x="556" y="641"/>
                  </a:lnTo>
                  <a:cubicBezTo>
                    <a:pt x="221" y="756"/>
                    <a:pt x="1" y="1082"/>
                    <a:pt x="1" y="1436"/>
                  </a:cubicBezTo>
                  <a:lnTo>
                    <a:pt x="1" y="2326"/>
                  </a:lnTo>
                  <a:cubicBezTo>
                    <a:pt x="1" y="2441"/>
                    <a:pt x="96" y="2536"/>
                    <a:pt x="211" y="2536"/>
                  </a:cubicBezTo>
                  <a:lnTo>
                    <a:pt x="6987" y="2536"/>
                  </a:lnTo>
                  <a:cubicBezTo>
                    <a:pt x="7102" y="2536"/>
                    <a:pt x="7197" y="2441"/>
                    <a:pt x="7197" y="2326"/>
                  </a:cubicBezTo>
                  <a:lnTo>
                    <a:pt x="7197" y="1436"/>
                  </a:lnTo>
                  <a:cubicBezTo>
                    <a:pt x="7197" y="1082"/>
                    <a:pt x="6977" y="756"/>
                    <a:pt x="6642" y="641"/>
                  </a:cubicBezTo>
                  <a:lnTo>
                    <a:pt x="4872" y="0"/>
                  </a:lnTo>
                  <a:lnTo>
                    <a:pt x="3599" y="421"/>
                  </a:lnTo>
                  <a:lnTo>
                    <a:pt x="232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0" name="Google Shape;9640;p63"/>
            <p:cNvSpPr/>
            <p:nvPr/>
          </p:nvSpPr>
          <p:spPr>
            <a:xfrm>
              <a:off x="8154666" y="1817863"/>
              <a:ext cx="22163" cy="44511"/>
            </a:xfrm>
            <a:custGeom>
              <a:avLst/>
              <a:gdLst/>
              <a:ahLst/>
              <a:cxnLst/>
              <a:rect l="l" t="t" r="r" b="b"/>
              <a:pathLst>
                <a:path w="844" h="1695" extrusionOk="0">
                  <a:moveTo>
                    <a:pt x="202" y="0"/>
                  </a:moveTo>
                  <a:lnTo>
                    <a:pt x="1" y="1694"/>
                  </a:lnTo>
                  <a:lnTo>
                    <a:pt x="843" y="1694"/>
                  </a:lnTo>
                  <a:lnTo>
                    <a:pt x="642"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1" name="Google Shape;9641;p63"/>
            <p:cNvSpPr/>
            <p:nvPr/>
          </p:nvSpPr>
          <p:spPr>
            <a:xfrm>
              <a:off x="8155927" y="1806807"/>
              <a:ext cx="19642" cy="18618"/>
            </a:xfrm>
            <a:custGeom>
              <a:avLst/>
              <a:gdLst/>
              <a:ahLst/>
              <a:cxnLst/>
              <a:rect l="l" t="t" r="r" b="b"/>
              <a:pathLst>
                <a:path w="748" h="709" extrusionOk="0">
                  <a:moveTo>
                    <a:pt x="1" y="0"/>
                  </a:moveTo>
                  <a:lnTo>
                    <a:pt x="1" y="565"/>
                  </a:lnTo>
                  <a:cubicBezTo>
                    <a:pt x="1" y="641"/>
                    <a:pt x="68" y="708"/>
                    <a:pt x="154" y="708"/>
                  </a:cubicBezTo>
                  <a:lnTo>
                    <a:pt x="594" y="708"/>
                  </a:lnTo>
                  <a:cubicBezTo>
                    <a:pt x="680" y="708"/>
                    <a:pt x="747" y="641"/>
                    <a:pt x="747" y="565"/>
                  </a:cubicBezTo>
                  <a:lnTo>
                    <a:pt x="747"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2" name="Google Shape;9642;p63"/>
            <p:cNvSpPr/>
            <p:nvPr/>
          </p:nvSpPr>
          <p:spPr>
            <a:xfrm>
              <a:off x="8226803" y="1818362"/>
              <a:ext cx="33455" cy="44012"/>
            </a:xfrm>
            <a:custGeom>
              <a:avLst/>
              <a:gdLst/>
              <a:ahLst/>
              <a:cxnLst/>
              <a:rect l="l" t="t" r="r" b="b"/>
              <a:pathLst>
                <a:path w="1274" h="1676" extrusionOk="0">
                  <a:moveTo>
                    <a:pt x="1044" y="1"/>
                  </a:moveTo>
                  <a:lnTo>
                    <a:pt x="249" y="795"/>
                  </a:lnTo>
                  <a:cubicBezTo>
                    <a:pt x="96" y="958"/>
                    <a:pt x="1" y="1168"/>
                    <a:pt x="1" y="1398"/>
                  </a:cubicBezTo>
                  <a:lnTo>
                    <a:pt x="1" y="1675"/>
                  </a:lnTo>
                  <a:lnTo>
                    <a:pt x="1063" y="1675"/>
                  </a:lnTo>
                  <a:cubicBezTo>
                    <a:pt x="1178" y="1675"/>
                    <a:pt x="1273" y="1580"/>
                    <a:pt x="1273" y="1465"/>
                  </a:cubicBezTo>
                  <a:lnTo>
                    <a:pt x="1273" y="575"/>
                  </a:lnTo>
                  <a:cubicBezTo>
                    <a:pt x="1273" y="364"/>
                    <a:pt x="1197" y="154"/>
                    <a:pt x="104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3" name="Google Shape;9643;p63"/>
            <p:cNvSpPr/>
            <p:nvPr/>
          </p:nvSpPr>
          <p:spPr>
            <a:xfrm>
              <a:off x="8104667" y="1623329"/>
              <a:ext cx="122162" cy="88995"/>
            </a:xfrm>
            <a:custGeom>
              <a:avLst/>
              <a:gdLst/>
              <a:ahLst/>
              <a:cxnLst/>
              <a:rect l="l" t="t" r="r" b="b"/>
              <a:pathLst>
                <a:path w="4652" h="3389" extrusionOk="0">
                  <a:moveTo>
                    <a:pt x="1694" y="1"/>
                  </a:moveTo>
                  <a:cubicBezTo>
                    <a:pt x="756" y="1"/>
                    <a:pt x="0" y="757"/>
                    <a:pt x="0" y="1695"/>
                  </a:cubicBezTo>
                  <a:lnTo>
                    <a:pt x="0" y="2193"/>
                  </a:lnTo>
                  <a:cubicBezTo>
                    <a:pt x="0" y="2422"/>
                    <a:pt x="39" y="2652"/>
                    <a:pt x="106" y="2863"/>
                  </a:cubicBezTo>
                  <a:lnTo>
                    <a:pt x="182" y="3073"/>
                  </a:lnTo>
                  <a:cubicBezTo>
                    <a:pt x="201" y="3140"/>
                    <a:pt x="211" y="3207"/>
                    <a:pt x="211" y="3274"/>
                  </a:cubicBezTo>
                  <a:lnTo>
                    <a:pt x="211" y="3389"/>
                  </a:lnTo>
                  <a:lnTo>
                    <a:pt x="4441" y="3389"/>
                  </a:lnTo>
                  <a:lnTo>
                    <a:pt x="4441" y="3274"/>
                  </a:lnTo>
                  <a:cubicBezTo>
                    <a:pt x="4441" y="3207"/>
                    <a:pt x="4460" y="3140"/>
                    <a:pt x="4479" y="3073"/>
                  </a:cubicBezTo>
                  <a:lnTo>
                    <a:pt x="4546" y="2863"/>
                  </a:lnTo>
                  <a:cubicBezTo>
                    <a:pt x="4623" y="2652"/>
                    <a:pt x="4652" y="2422"/>
                    <a:pt x="4652" y="2193"/>
                  </a:cubicBezTo>
                  <a:lnTo>
                    <a:pt x="4652" y="422"/>
                  </a:lnTo>
                  <a:cubicBezTo>
                    <a:pt x="4652" y="192"/>
                    <a:pt x="4470" y="1"/>
                    <a:pt x="423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4" name="Google Shape;9644;p63"/>
            <p:cNvSpPr/>
            <p:nvPr/>
          </p:nvSpPr>
          <p:spPr>
            <a:xfrm>
              <a:off x="8132319" y="1623329"/>
              <a:ext cx="94772" cy="88995"/>
            </a:xfrm>
            <a:custGeom>
              <a:avLst/>
              <a:gdLst/>
              <a:ahLst/>
              <a:cxnLst/>
              <a:rect l="l" t="t" r="r" b="b"/>
              <a:pathLst>
                <a:path w="3609" h="3389" extrusionOk="0">
                  <a:moveTo>
                    <a:pt x="871" y="1"/>
                  </a:moveTo>
                  <a:cubicBezTo>
                    <a:pt x="393" y="1"/>
                    <a:pt x="0" y="384"/>
                    <a:pt x="10" y="862"/>
                  </a:cubicBezTo>
                  <a:cubicBezTo>
                    <a:pt x="10" y="1331"/>
                    <a:pt x="393" y="1724"/>
                    <a:pt x="861" y="1724"/>
                  </a:cubicBezTo>
                  <a:lnTo>
                    <a:pt x="986" y="1724"/>
                  </a:lnTo>
                  <a:lnTo>
                    <a:pt x="1043" y="3389"/>
                  </a:lnTo>
                  <a:lnTo>
                    <a:pt x="3398" y="3389"/>
                  </a:lnTo>
                  <a:lnTo>
                    <a:pt x="3398" y="3274"/>
                  </a:lnTo>
                  <a:cubicBezTo>
                    <a:pt x="3388" y="3207"/>
                    <a:pt x="3407" y="3140"/>
                    <a:pt x="3426" y="3073"/>
                  </a:cubicBezTo>
                  <a:lnTo>
                    <a:pt x="3493" y="2863"/>
                  </a:lnTo>
                  <a:cubicBezTo>
                    <a:pt x="3570" y="2652"/>
                    <a:pt x="3608" y="2422"/>
                    <a:pt x="3608" y="2193"/>
                  </a:cubicBezTo>
                  <a:lnTo>
                    <a:pt x="3608" y="422"/>
                  </a:lnTo>
                  <a:cubicBezTo>
                    <a:pt x="3608" y="192"/>
                    <a:pt x="3417" y="1"/>
                    <a:pt x="31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5" name="Google Shape;9645;p63"/>
            <p:cNvSpPr/>
            <p:nvPr/>
          </p:nvSpPr>
          <p:spPr>
            <a:xfrm>
              <a:off x="8132556" y="1756782"/>
              <a:ext cx="66622" cy="50052"/>
            </a:xfrm>
            <a:custGeom>
              <a:avLst/>
              <a:gdLst/>
              <a:ahLst/>
              <a:cxnLst/>
              <a:rect l="l" t="t" r="r" b="b"/>
              <a:pathLst>
                <a:path w="2537" h="1906" extrusionOk="0">
                  <a:moveTo>
                    <a:pt x="1" y="1"/>
                  </a:moveTo>
                  <a:lnTo>
                    <a:pt x="1" y="1905"/>
                  </a:lnTo>
                  <a:lnTo>
                    <a:pt x="2537" y="1905"/>
                  </a:lnTo>
                  <a:lnTo>
                    <a:pt x="2537"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6" name="Google Shape;9646;p63"/>
            <p:cNvSpPr/>
            <p:nvPr/>
          </p:nvSpPr>
          <p:spPr>
            <a:xfrm>
              <a:off x="8132556" y="1756546"/>
              <a:ext cx="66622" cy="27914"/>
            </a:xfrm>
            <a:custGeom>
              <a:avLst/>
              <a:gdLst/>
              <a:ahLst/>
              <a:cxnLst/>
              <a:rect l="l" t="t" r="r" b="b"/>
              <a:pathLst>
                <a:path w="2537" h="1063" extrusionOk="0">
                  <a:moveTo>
                    <a:pt x="1" y="0"/>
                  </a:moveTo>
                  <a:lnTo>
                    <a:pt x="1" y="718"/>
                  </a:lnTo>
                  <a:cubicBezTo>
                    <a:pt x="393" y="948"/>
                    <a:pt x="831" y="1063"/>
                    <a:pt x="1269" y="1063"/>
                  </a:cubicBezTo>
                  <a:cubicBezTo>
                    <a:pt x="1707" y="1063"/>
                    <a:pt x="2144" y="948"/>
                    <a:pt x="2537" y="718"/>
                  </a:cubicBezTo>
                  <a:lnTo>
                    <a:pt x="2537"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7" name="Google Shape;9647;p63"/>
            <p:cNvSpPr/>
            <p:nvPr/>
          </p:nvSpPr>
          <p:spPr>
            <a:xfrm>
              <a:off x="8121264" y="1786324"/>
              <a:ext cx="44484" cy="39836"/>
            </a:xfrm>
            <a:custGeom>
              <a:avLst/>
              <a:gdLst/>
              <a:ahLst/>
              <a:cxnLst/>
              <a:rect l="l" t="t" r="r" b="b"/>
              <a:pathLst>
                <a:path w="1694" h="1517" extrusionOk="0">
                  <a:moveTo>
                    <a:pt x="375" y="1"/>
                  </a:moveTo>
                  <a:cubicBezTo>
                    <a:pt x="297" y="1"/>
                    <a:pt x="220" y="43"/>
                    <a:pt x="182" y="120"/>
                  </a:cubicBezTo>
                  <a:lnTo>
                    <a:pt x="0" y="512"/>
                  </a:lnTo>
                  <a:lnTo>
                    <a:pt x="699" y="1431"/>
                  </a:lnTo>
                  <a:cubicBezTo>
                    <a:pt x="740" y="1487"/>
                    <a:pt x="803" y="1516"/>
                    <a:pt x="867" y="1516"/>
                  </a:cubicBezTo>
                  <a:cubicBezTo>
                    <a:pt x="923" y="1516"/>
                    <a:pt x="980" y="1495"/>
                    <a:pt x="1024" y="1450"/>
                  </a:cubicBezTo>
                  <a:lnTo>
                    <a:pt x="1694" y="780"/>
                  </a:lnTo>
                  <a:lnTo>
                    <a:pt x="488" y="34"/>
                  </a:lnTo>
                  <a:cubicBezTo>
                    <a:pt x="453" y="11"/>
                    <a:pt x="414" y="1"/>
                    <a:pt x="375"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8" name="Google Shape;9648;p63"/>
            <p:cNvSpPr/>
            <p:nvPr/>
          </p:nvSpPr>
          <p:spPr>
            <a:xfrm>
              <a:off x="8165748" y="1786324"/>
              <a:ext cx="44484" cy="39836"/>
            </a:xfrm>
            <a:custGeom>
              <a:avLst/>
              <a:gdLst/>
              <a:ahLst/>
              <a:cxnLst/>
              <a:rect l="l" t="t" r="r" b="b"/>
              <a:pathLst>
                <a:path w="1694" h="1517" extrusionOk="0">
                  <a:moveTo>
                    <a:pt x="1319" y="1"/>
                  </a:moveTo>
                  <a:cubicBezTo>
                    <a:pt x="1280" y="1"/>
                    <a:pt x="1241" y="11"/>
                    <a:pt x="1206" y="34"/>
                  </a:cubicBezTo>
                  <a:lnTo>
                    <a:pt x="0" y="780"/>
                  </a:lnTo>
                  <a:lnTo>
                    <a:pt x="679" y="1450"/>
                  </a:lnTo>
                  <a:cubicBezTo>
                    <a:pt x="719" y="1495"/>
                    <a:pt x="774" y="1516"/>
                    <a:pt x="828" y="1516"/>
                  </a:cubicBezTo>
                  <a:cubicBezTo>
                    <a:pt x="891" y="1516"/>
                    <a:pt x="954" y="1487"/>
                    <a:pt x="995" y="1431"/>
                  </a:cubicBezTo>
                  <a:lnTo>
                    <a:pt x="1694" y="512"/>
                  </a:lnTo>
                  <a:lnTo>
                    <a:pt x="1512" y="120"/>
                  </a:lnTo>
                  <a:cubicBezTo>
                    <a:pt x="1474" y="43"/>
                    <a:pt x="1397" y="1"/>
                    <a:pt x="1319"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9" name="Google Shape;9649;p63"/>
            <p:cNvSpPr/>
            <p:nvPr/>
          </p:nvSpPr>
          <p:spPr>
            <a:xfrm>
              <a:off x="8110182" y="1668365"/>
              <a:ext cx="110870" cy="105040"/>
            </a:xfrm>
            <a:custGeom>
              <a:avLst/>
              <a:gdLst/>
              <a:ahLst/>
              <a:cxnLst/>
              <a:rect l="l" t="t" r="r" b="b"/>
              <a:pathLst>
                <a:path w="4222" h="4000" extrusionOk="0">
                  <a:moveTo>
                    <a:pt x="1827" y="0"/>
                  </a:moveTo>
                  <a:cubicBezTo>
                    <a:pt x="1282" y="0"/>
                    <a:pt x="810" y="93"/>
                    <a:pt x="575" y="152"/>
                  </a:cubicBezTo>
                  <a:cubicBezTo>
                    <a:pt x="479" y="171"/>
                    <a:pt x="412" y="257"/>
                    <a:pt x="412" y="353"/>
                  </a:cubicBezTo>
                  <a:lnTo>
                    <a:pt x="412" y="860"/>
                  </a:lnTo>
                  <a:cubicBezTo>
                    <a:pt x="412" y="975"/>
                    <a:pt x="374" y="1081"/>
                    <a:pt x="298" y="1157"/>
                  </a:cubicBezTo>
                  <a:lnTo>
                    <a:pt x="116" y="1339"/>
                  </a:lnTo>
                  <a:cubicBezTo>
                    <a:pt x="39" y="1415"/>
                    <a:pt x="1" y="1521"/>
                    <a:pt x="1" y="1636"/>
                  </a:cubicBezTo>
                  <a:lnTo>
                    <a:pt x="1" y="1875"/>
                  </a:lnTo>
                  <a:cubicBezTo>
                    <a:pt x="1" y="3042"/>
                    <a:pt x="948" y="3990"/>
                    <a:pt x="2116" y="3999"/>
                  </a:cubicBezTo>
                  <a:cubicBezTo>
                    <a:pt x="3274" y="3990"/>
                    <a:pt x="4212" y="3042"/>
                    <a:pt x="4221" y="1884"/>
                  </a:cubicBezTo>
                  <a:lnTo>
                    <a:pt x="4221" y="1636"/>
                  </a:lnTo>
                  <a:cubicBezTo>
                    <a:pt x="4221" y="1521"/>
                    <a:pt x="4174" y="1415"/>
                    <a:pt x="4097" y="1339"/>
                  </a:cubicBezTo>
                  <a:lnTo>
                    <a:pt x="3925" y="1157"/>
                  </a:lnTo>
                  <a:cubicBezTo>
                    <a:pt x="3848" y="1081"/>
                    <a:pt x="3800" y="975"/>
                    <a:pt x="3800" y="860"/>
                  </a:cubicBezTo>
                  <a:lnTo>
                    <a:pt x="3800" y="746"/>
                  </a:lnTo>
                  <a:cubicBezTo>
                    <a:pt x="3800" y="659"/>
                    <a:pt x="3762" y="583"/>
                    <a:pt x="3695" y="525"/>
                  </a:cubicBezTo>
                  <a:cubicBezTo>
                    <a:pt x="3135" y="116"/>
                    <a:pt x="2436" y="0"/>
                    <a:pt x="182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0" name="Google Shape;9650;p63"/>
            <p:cNvSpPr/>
            <p:nvPr/>
          </p:nvSpPr>
          <p:spPr>
            <a:xfrm>
              <a:off x="8110445" y="1668259"/>
              <a:ext cx="100051" cy="104646"/>
            </a:xfrm>
            <a:custGeom>
              <a:avLst/>
              <a:gdLst/>
              <a:ahLst/>
              <a:cxnLst/>
              <a:rect l="l" t="t" r="r" b="b"/>
              <a:pathLst>
                <a:path w="3810" h="3985" extrusionOk="0">
                  <a:moveTo>
                    <a:pt x="1823" y="1"/>
                  </a:moveTo>
                  <a:cubicBezTo>
                    <a:pt x="1624" y="1"/>
                    <a:pt x="1435" y="13"/>
                    <a:pt x="1264" y="32"/>
                  </a:cubicBezTo>
                  <a:cubicBezTo>
                    <a:pt x="1034" y="60"/>
                    <a:pt x="804" y="99"/>
                    <a:pt x="575" y="156"/>
                  </a:cubicBezTo>
                  <a:cubicBezTo>
                    <a:pt x="479" y="175"/>
                    <a:pt x="412" y="261"/>
                    <a:pt x="412" y="357"/>
                  </a:cubicBezTo>
                  <a:lnTo>
                    <a:pt x="412" y="864"/>
                  </a:lnTo>
                  <a:cubicBezTo>
                    <a:pt x="412" y="979"/>
                    <a:pt x="374" y="1085"/>
                    <a:pt x="297" y="1161"/>
                  </a:cubicBezTo>
                  <a:lnTo>
                    <a:pt x="115" y="1343"/>
                  </a:lnTo>
                  <a:cubicBezTo>
                    <a:pt x="39" y="1419"/>
                    <a:pt x="1" y="1525"/>
                    <a:pt x="1" y="1640"/>
                  </a:cubicBezTo>
                  <a:lnTo>
                    <a:pt x="1" y="1888"/>
                  </a:lnTo>
                  <a:cubicBezTo>
                    <a:pt x="1" y="2951"/>
                    <a:pt x="795" y="3860"/>
                    <a:pt x="1857" y="3984"/>
                  </a:cubicBezTo>
                  <a:cubicBezTo>
                    <a:pt x="1474" y="3592"/>
                    <a:pt x="1264" y="3066"/>
                    <a:pt x="1264" y="2520"/>
                  </a:cubicBezTo>
                  <a:lnTo>
                    <a:pt x="1264" y="979"/>
                  </a:lnTo>
                  <a:cubicBezTo>
                    <a:pt x="1264" y="759"/>
                    <a:pt x="1427" y="577"/>
                    <a:pt x="1637" y="558"/>
                  </a:cubicBezTo>
                  <a:cubicBezTo>
                    <a:pt x="1808" y="536"/>
                    <a:pt x="2026" y="516"/>
                    <a:pt x="2269" y="516"/>
                  </a:cubicBezTo>
                  <a:cubicBezTo>
                    <a:pt x="2747" y="516"/>
                    <a:pt x="3321" y="591"/>
                    <a:pt x="3810" y="864"/>
                  </a:cubicBezTo>
                  <a:lnTo>
                    <a:pt x="3810" y="750"/>
                  </a:lnTo>
                  <a:cubicBezTo>
                    <a:pt x="3810" y="663"/>
                    <a:pt x="3762" y="577"/>
                    <a:pt x="3695" y="529"/>
                  </a:cubicBezTo>
                  <a:cubicBezTo>
                    <a:pt x="3132" y="118"/>
                    <a:pt x="2432" y="1"/>
                    <a:pt x="1823"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1" name="Google Shape;9651;p63"/>
            <p:cNvSpPr/>
            <p:nvPr/>
          </p:nvSpPr>
          <p:spPr>
            <a:xfrm>
              <a:off x="8071238" y="1818362"/>
              <a:ext cx="33455" cy="44012"/>
            </a:xfrm>
            <a:custGeom>
              <a:avLst/>
              <a:gdLst/>
              <a:ahLst/>
              <a:cxnLst/>
              <a:rect l="l" t="t" r="r" b="b"/>
              <a:pathLst>
                <a:path w="1274" h="1676" extrusionOk="0">
                  <a:moveTo>
                    <a:pt x="230" y="1"/>
                  </a:moveTo>
                  <a:cubicBezTo>
                    <a:pt x="87" y="154"/>
                    <a:pt x="1" y="364"/>
                    <a:pt x="1" y="575"/>
                  </a:cubicBezTo>
                  <a:lnTo>
                    <a:pt x="1" y="1465"/>
                  </a:lnTo>
                  <a:cubicBezTo>
                    <a:pt x="1" y="1580"/>
                    <a:pt x="96" y="1675"/>
                    <a:pt x="211" y="1675"/>
                  </a:cubicBezTo>
                  <a:lnTo>
                    <a:pt x="1273" y="1675"/>
                  </a:lnTo>
                  <a:lnTo>
                    <a:pt x="1273" y="1398"/>
                  </a:lnTo>
                  <a:cubicBezTo>
                    <a:pt x="1273" y="1168"/>
                    <a:pt x="1187" y="958"/>
                    <a:pt x="1025" y="795"/>
                  </a:cubicBezTo>
                  <a:lnTo>
                    <a:pt x="230"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52" name="Google Shape;9652;p63"/>
          <p:cNvGrpSpPr/>
          <p:nvPr/>
        </p:nvGrpSpPr>
        <p:grpSpPr>
          <a:xfrm>
            <a:off x="7987452" y="1819504"/>
            <a:ext cx="351621" cy="348103"/>
            <a:chOff x="7992065" y="1971904"/>
            <a:chExt cx="351621" cy="348103"/>
          </a:xfrm>
        </p:grpSpPr>
        <p:sp>
          <p:nvSpPr>
            <p:cNvPr id="9653" name="Google Shape;9653;p63"/>
            <p:cNvSpPr/>
            <p:nvPr/>
          </p:nvSpPr>
          <p:spPr>
            <a:xfrm>
              <a:off x="8136074" y="1971904"/>
              <a:ext cx="67383" cy="67383"/>
            </a:xfrm>
            <a:custGeom>
              <a:avLst/>
              <a:gdLst/>
              <a:ahLst/>
              <a:cxnLst/>
              <a:rect l="l" t="t" r="r" b="b"/>
              <a:pathLst>
                <a:path w="2566" h="2566" extrusionOk="0">
                  <a:moveTo>
                    <a:pt x="1283" y="1"/>
                  </a:moveTo>
                  <a:cubicBezTo>
                    <a:pt x="565" y="1"/>
                    <a:pt x="1" y="575"/>
                    <a:pt x="1" y="1283"/>
                  </a:cubicBezTo>
                  <a:cubicBezTo>
                    <a:pt x="1" y="1992"/>
                    <a:pt x="565" y="2566"/>
                    <a:pt x="1283" y="2566"/>
                  </a:cubicBezTo>
                  <a:cubicBezTo>
                    <a:pt x="1991" y="2566"/>
                    <a:pt x="2566" y="1992"/>
                    <a:pt x="2566" y="1283"/>
                  </a:cubicBezTo>
                  <a:cubicBezTo>
                    <a:pt x="2566" y="575"/>
                    <a:pt x="1991" y="1"/>
                    <a:pt x="128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4" name="Google Shape;9654;p63"/>
            <p:cNvSpPr/>
            <p:nvPr/>
          </p:nvSpPr>
          <p:spPr>
            <a:xfrm>
              <a:off x="8022552" y="2180014"/>
              <a:ext cx="137025" cy="95376"/>
            </a:xfrm>
            <a:custGeom>
              <a:avLst/>
              <a:gdLst/>
              <a:ahLst/>
              <a:cxnLst/>
              <a:rect l="l" t="t" r="r" b="b"/>
              <a:pathLst>
                <a:path w="5218" h="3632" extrusionOk="0">
                  <a:moveTo>
                    <a:pt x="2609" y="0"/>
                  </a:moveTo>
                  <a:cubicBezTo>
                    <a:pt x="2508" y="0"/>
                    <a:pt x="2405" y="67"/>
                    <a:pt x="2391" y="201"/>
                  </a:cubicBezTo>
                  <a:lnTo>
                    <a:pt x="2391" y="1905"/>
                  </a:lnTo>
                  <a:lnTo>
                    <a:pt x="1357" y="1905"/>
                  </a:lnTo>
                  <a:cubicBezTo>
                    <a:pt x="1041" y="1905"/>
                    <a:pt x="754" y="2086"/>
                    <a:pt x="601" y="2364"/>
                  </a:cubicBezTo>
                  <a:lnTo>
                    <a:pt x="103" y="3302"/>
                  </a:lnTo>
                  <a:cubicBezTo>
                    <a:pt x="0" y="3475"/>
                    <a:pt x="152" y="3632"/>
                    <a:pt x="301" y="3632"/>
                  </a:cubicBezTo>
                  <a:cubicBezTo>
                    <a:pt x="373" y="3632"/>
                    <a:pt x="445" y="3594"/>
                    <a:pt x="486" y="3503"/>
                  </a:cubicBezTo>
                  <a:lnTo>
                    <a:pt x="984" y="2565"/>
                  </a:lnTo>
                  <a:cubicBezTo>
                    <a:pt x="1051" y="2421"/>
                    <a:pt x="1204" y="2335"/>
                    <a:pt x="1357" y="2335"/>
                  </a:cubicBezTo>
                  <a:lnTo>
                    <a:pt x="3855" y="2335"/>
                  </a:lnTo>
                  <a:cubicBezTo>
                    <a:pt x="4017" y="2335"/>
                    <a:pt x="4161" y="2421"/>
                    <a:pt x="4238" y="2565"/>
                  </a:cubicBezTo>
                  <a:lnTo>
                    <a:pt x="4735" y="3503"/>
                  </a:lnTo>
                  <a:cubicBezTo>
                    <a:pt x="4776" y="3594"/>
                    <a:pt x="4848" y="3632"/>
                    <a:pt x="4920" y="3632"/>
                  </a:cubicBezTo>
                  <a:cubicBezTo>
                    <a:pt x="5068" y="3632"/>
                    <a:pt x="5218" y="3475"/>
                    <a:pt x="5108" y="3302"/>
                  </a:cubicBezTo>
                  <a:lnTo>
                    <a:pt x="4620" y="2364"/>
                  </a:lnTo>
                  <a:cubicBezTo>
                    <a:pt x="4467" y="2086"/>
                    <a:pt x="4180" y="1905"/>
                    <a:pt x="3864" y="1905"/>
                  </a:cubicBezTo>
                  <a:lnTo>
                    <a:pt x="2821" y="1905"/>
                  </a:lnTo>
                  <a:lnTo>
                    <a:pt x="2821" y="201"/>
                  </a:lnTo>
                  <a:cubicBezTo>
                    <a:pt x="2812" y="67"/>
                    <a:pt x="2711" y="0"/>
                    <a:pt x="260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5" name="Google Shape;9655;p63"/>
            <p:cNvSpPr/>
            <p:nvPr/>
          </p:nvSpPr>
          <p:spPr>
            <a:xfrm>
              <a:off x="8109946" y="2050080"/>
              <a:ext cx="120849" cy="62604"/>
            </a:xfrm>
            <a:custGeom>
              <a:avLst/>
              <a:gdLst/>
              <a:ahLst/>
              <a:cxnLst/>
              <a:rect l="l" t="t" r="r" b="b"/>
              <a:pathLst>
                <a:path w="4602" h="2384" extrusionOk="0">
                  <a:moveTo>
                    <a:pt x="2273" y="0"/>
                  </a:moveTo>
                  <a:cubicBezTo>
                    <a:pt x="2161" y="0"/>
                    <a:pt x="2048" y="77"/>
                    <a:pt x="2058" y="230"/>
                  </a:cubicBezTo>
                  <a:lnTo>
                    <a:pt x="2058" y="1082"/>
                  </a:lnTo>
                  <a:lnTo>
                    <a:pt x="948" y="1082"/>
                  </a:lnTo>
                  <a:cubicBezTo>
                    <a:pt x="718" y="1082"/>
                    <a:pt x="498" y="1216"/>
                    <a:pt x="383" y="1426"/>
                  </a:cubicBezTo>
                  <a:lnTo>
                    <a:pt x="58" y="2058"/>
                  </a:lnTo>
                  <a:cubicBezTo>
                    <a:pt x="0" y="2163"/>
                    <a:pt x="39" y="2288"/>
                    <a:pt x="144" y="2345"/>
                  </a:cubicBezTo>
                  <a:cubicBezTo>
                    <a:pt x="175" y="2362"/>
                    <a:pt x="208" y="2370"/>
                    <a:pt x="240" y="2370"/>
                  </a:cubicBezTo>
                  <a:cubicBezTo>
                    <a:pt x="317" y="2370"/>
                    <a:pt x="391" y="2326"/>
                    <a:pt x="431" y="2259"/>
                  </a:cubicBezTo>
                  <a:lnTo>
                    <a:pt x="766" y="1627"/>
                  </a:lnTo>
                  <a:cubicBezTo>
                    <a:pt x="795" y="1551"/>
                    <a:pt x="871" y="1512"/>
                    <a:pt x="948" y="1512"/>
                  </a:cubicBezTo>
                  <a:lnTo>
                    <a:pt x="3599" y="1512"/>
                  </a:lnTo>
                  <a:cubicBezTo>
                    <a:pt x="3675" y="1512"/>
                    <a:pt x="3752" y="1551"/>
                    <a:pt x="3781" y="1627"/>
                  </a:cubicBezTo>
                  <a:lnTo>
                    <a:pt x="4116" y="2259"/>
                  </a:lnTo>
                  <a:cubicBezTo>
                    <a:pt x="4157" y="2347"/>
                    <a:pt x="4228" y="2383"/>
                    <a:pt x="4301" y="2383"/>
                  </a:cubicBezTo>
                  <a:cubicBezTo>
                    <a:pt x="4450" y="2383"/>
                    <a:pt x="4601" y="2231"/>
                    <a:pt x="4498" y="2058"/>
                  </a:cubicBezTo>
                  <a:lnTo>
                    <a:pt x="4163" y="1426"/>
                  </a:lnTo>
                  <a:cubicBezTo>
                    <a:pt x="4049" y="1216"/>
                    <a:pt x="3838" y="1082"/>
                    <a:pt x="3599" y="1082"/>
                  </a:cubicBezTo>
                  <a:lnTo>
                    <a:pt x="2489" y="1082"/>
                  </a:lnTo>
                  <a:lnTo>
                    <a:pt x="2489" y="230"/>
                  </a:lnTo>
                  <a:cubicBezTo>
                    <a:pt x="2498" y="77"/>
                    <a:pt x="2386" y="0"/>
                    <a:pt x="227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6" name="Google Shape;9656;p63"/>
            <p:cNvSpPr/>
            <p:nvPr/>
          </p:nvSpPr>
          <p:spPr>
            <a:xfrm>
              <a:off x="8179613" y="2180014"/>
              <a:ext cx="137130" cy="95376"/>
            </a:xfrm>
            <a:custGeom>
              <a:avLst/>
              <a:gdLst/>
              <a:ahLst/>
              <a:cxnLst/>
              <a:rect l="l" t="t" r="r" b="b"/>
              <a:pathLst>
                <a:path w="5222" h="3632" extrusionOk="0">
                  <a:moveTo>
                    <a:pt x="2611" y="0"/>
                  </a:moveTo>
                  <a:cubicBezTo>
                    <a:pt x="2511" y="0"/>
                    <a:pt x="2410" y="67"/>
                    <a:pt x="2401" y="201"/>
                  </a:cubicBezTo>
                  <a:lnTo>
                    <a:pt x="2401" y="1905"/>
                  </a:lnTo>
                  <a:lnTo>
                    <a:pt x="1357" y="1905"/>
                  </a:lnTo>
                  <a:cubicBezTo>
                    <a:pt x="1042" y="1905"/>
                    <a:pt x="754" y="2086"/>
                    <a:pt x="601" y="2364"/>
                  </a:cubicBezTo>
                  <a:lnTo>
                    <a:pt x="104" y="3302"/>
                  </a:lnTo>
                  <a:cubicBezTo>
                    <a:pt x="1" y="3475"/>
                    <a:pt x="153" y="3632"/>
                    <a:pt x="301" y="3632"/>
                  </a:cubicBezTo>
                  <a:cubicBezTo>
                    <a:pt x="374" y="3632"/>
                    <a:pt x="446" y="3594"/>
                    <a:pt x="486" y="3503"/>
                  </a:cubicBezTo>
                  <a:lnTo>
                    <a:pt x="984" y="2565"/>
                  </a:lnTo>
                  <a:cubicBezTo>
                    <a:pt x="1061" y="2421"/>
                    <a:pt x="1204" y="2335"/>
                    <a:pt x="1357" y="2335"/>
                  </a:cubicBezTo>
                  <a:lnTo>
                    <a:pt x="3865" y="2335"/>
                  </a:lnTo>
                  <a:cubicBezTo>
                    <a:pt x="4018" y="2335"/>
                    <a:pt x="4171" y="2421"/>
                    <a:pt x="4238" y="2565"/>
                  </a:cubicBezTo>
                  <a:lnTo>
                    <a:pt x="4736" y="3503"/>
                  </a:lnTo>
                  <a:cubicBezTo>
                    <a:pt x="4777" y="3594"/>
                    <a:pt x="4848" y="3632"/>
                    <a:pt x="4921" y="3632"/>
                  </a:cubicBezTo>
                  <a:cubicBezTo>
                    <a:pt x="5070" y="3632"/>
                    <a:pt x="5221" y="3475"/>
                    <a:pt x="5118" y="3302"/>
                  </a:cubicBezTo>
                  <a:lnTo>
                    <a:pt x="4621" y="2364"/>
                  </a:lnTo>
                  <a:cubicBezTo>
                    <a:pt x="4468" y="2086"/>
                    <a:pt x="4181" y="1905"/>
                    <a:pt x="3865" y="1905"/>
                  </a:cubicBezTo>
                  <a:lnTo>
                    <a:pt x="2822" y="1905"/>
                  </a:lnTo>
                  <a:lnTo>
                    <a:pt x="2822" y="201"/>
                  </a:lnTo>
                  <a:cubicBezTo>
                    <a:pt x="2812" y="67"/>
                    <a:pt x="2712" y="0"/>
                    <a:pt x="261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7" name="Google Shape;9657;p63"/>
            <p:cNvSpPr/>
            <p:nvPr/>
          </p:nvSpPr>
          <p:spPr>
            <a:xfrm>
              <a:off x="8129037" y="1973427"/>
              <a:ext cx="66884" cy="65939"/>
            </a:xfrm>
            <a:custGeom>
              <a:avLst/>
              <a:gdLst/>
              <a:ahLst/>
              <a:cxnLst/>
              <a:rect l="l" t="t" r="r" b="b"/>
              <a:pathLst>
                <a:path w="2547" h="2511" extrusionOk="0">
                  <a:moveTo>
                    <a:pt x="1187" y="0"/>
                  </a:moveTo>
                  <a:lnTo>
                    <a:pt x="1187" y="0"/>
                  </a:lnTo>
                  <a:cubicBezTo>
                    <a:pt x="355" y="240"/>
                    <a:pt x="1" y="1216"/>
                    <a:pt x="479" y="1934"/>
                  </a:cubicBezTo>
                  <a:cubicBezTo>
                    <a:pt x="731" y="2316"/>
                    <a:pt x="1138" y="2510"/>
                    <a:pt x="1547" y="2510"/>
                  </a:cubicBezTo>
                  <a:cubicBezTo>
                    <a:pt x="1917" y="2510"/>
                    <a:pt x="2288" y="2352"/>
                    <a:pt x="2546" y="2029"/>
                  </a:cubicBezTo>
                  <a:lnTo>
                    <a:pt x="2546" y="2029"/>
                  </a:lnTo>
                  <a:cubicBezTo>
                    <a:pt x="2432" y="2068"/>
                    <a:pt x="2307" y="2077"/>
                    <a:pt x="2192" y="2087"/>
                  </a:cubicBezTo>
                  <a:cubicBezTo>
                    <a:pt x="1111" y="2087"/>
                    <a:pt x="518" y="833"/>
                    <a:pt x="11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8" name="Google Shape;9658;p63"/>
            <p:cNvSpPr/>
            <p:nvPr/>
          </p:nvSpPr>
          <p:spPr>
            <a:xfrm>
              <a:off x="8068717" y="2123450"/>
              <a:ext cx="44773" cy="45010"/>
            </a:xfrm>
            <a:custGeom>
              <a:avLst/>
              <a:gdLst/>
              <a:ahLst/>
              <a:cxnLst/>
              <a:rect l="l" t="t" r="r" b="b"/>
              <a:pathLst>
                <a:path w="1705" h="1714" extrusionOk="0">
                  <a:moveTo>
                    <a:pt x="853" y="1"/>
                  </a:moveTo>
                  <a:cubicBezTo>
                    <a:pt x="384" y="1"/>
                    <a:pt x="1" y="384"/>
                    <a:pt x="1" y="853"/>
                  </a:cubicBezTo>
                  <a:cubicBezTo>
                    <a:pt x="1" y="1331"/>
                    <a:pt x="384" y="1714"/>
                    <a:pt x="853" y="1714"/>
                  </a:cubicBezTo>
                  <a:cubicBezTo>
                    <a:pt x="1322" y="1714"/>
                    <a:pt x="1704" y="1331"/>
                    <a:pt x="1704" y="853"/>
                  </a:cubicBezTo>
                  <a:cubicBezTo>
                    <a:pt x="1704" y="384"/>
                    <a:pt x="1322" y="1"/>
                    <a:pt x="853"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9" name="Google Shape;9659;p63"/>
            <p:cNvSpPr/>
            <p:nvPr/>
          </p:nvSpPr>
          <p:spPr>
            <a:xfrm>
              <a:off x="8063964" y="2124474"/>
              <a:ext cx="44484" cy="43854"/>
            </a:xfrm>
            <a:custGeom>
              <a:avLst/>
              <a:gdLst/>
              <a:ahLst/>
              <a:cxnLst/>
              <a:rect l="l" t="t" r="r" b="b"/>
              <a:pathLst>
                <a:path w="1694" h="1670" extrusionOk="0">
                  <a:moveTo>
                    <a:pt x="794" y="0"/>
                  </a:moveTo>
                  <a:lnTo>
                    <a:pt x="794" y="0"/>
                  </a:lnTo>
                  <a:cubicBezTo>
                    <a:pt x="239" y="163"/>
                    <a:pt x="0" y="814"/>
                    <a:pt x="325" y="1292"/>
                  </a:cubicBezTo>
                  <a:cubicBezTo>
                    <a:pt x="491" y="1542"/>
                    <a:pt x="761" y="1670"/>
                    <a:pt x="1031" y="1670"/>
                  </a:cubicBezTo>
                  <a:cubicBezTo>
                    <a:pt x="1278" y="1670"/>
                    <a:pt x="1525" y="1564"/>
                    <a:pt x="1694" y="1349"/>
                  </a:cubicBezTo>
                  <a:lnTo>
                    <a:pt x="1694" y="1349"/>
                  </a:lnTo>
                  <a:cubicBezTo>
                    <a:pt x="1617" y="1378"/>
                    <a:pt x="1541" y="1388"/>
                    <a:pt x="1464" y="1388"/>
                  </a:cubicBezTo>
                  <a:cubicBezTo>
                    <a:pt x="747" y="1388"/>
                    <a:pt x="345" y="555"/>
                    <a:pt x="794"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0" name="Google Shape;9660;p63"/>
            <p:cNvSpPr/>
            <p:nvPr/>
          </p:nvSpPr>
          <p:spPr>
            <a:xfrm>
              <a:off x="8225805" y="2123450"/>
              <a:ext cx="44747" cy="45010"/>
            </a:xfrm>
            <a:custGeom>
              <a:avLst/>
              <a:gdLst/>
              <a:ahLst/>
              <a:cxnLst/>
              <a:rect l="l" t="t" r="r" b="b"/>
              <a:pathLst>
                <a:path w="1704" h="1714" extrusionOk="0">
                  <a:moveTo>
                    <a:pt x="852" y="1"/>
                  </a:moveTo>
                  <a:cubicBezTo>
                    <a:pt x="383" y="1"/>
                    <a:pt x="0" y="384"/>
                    <a:pt x="0" y="853"/>
                  </a:cubicBezTo>
                  <a:cubicBezTo>
                    <a:pt x="0" y="1331"/>
                    <a:pt x="383" y="1714"/>
                    <a:pt x="852" y="1714"/>
                  </a:cubicBezTo>
                  <a:cubicBezTo>
                    <a:pt x="1321" y="1714"/>
                    <a:pt x="1704" y="1331"/>
                    <a:pt x="1704" y="853"/>
                  </a:cubicBezTo>
                  <a:cubicBezTo>
                    <a:pt x="1704" y="384"/>
                    <a:pt x="1321" y="1"/>
                    <a:pt x="852" y="1"/>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1" name="Google Shape;9661;p63"/>
            <p:cNvSpPr/>
            <p:nvPr/>
          </p:nvSpPr>
          <p:spPr>
            <a:xfrm>
              <a:off x="8221025" y="2124474"/>
              <a:ext cx="44747" cy="43854"/>
            </a:xfrm>
            <a:custGeom>
              <a:avLst/>
              <a:gdLst/>
              <a:ahLst/>
              <a:cxnLst/>
              <a:rect l="l" t="t" r="r" b="b"/>
              <a:pathLst>
                <a:path w="1704" h="1670" extrusionOk="0">
                  <a:moveTo>
                    <a:pt x="795" y="0"/>
                  </a:moveTo>
                  <a:cubicBezTo>
                    <a:pt x="240" y="163"/>
                    <a:pt x="0" y="814"/>
                    <a:pt x="326" y="1292"/>
                  </a:cubicBezTo>
                  <a:cubicBezTo>
                    <a:pt x="491" y="1542"/>
                    <a:pt x="761" y="1670"/>
                    <a:pt x="1033" y="1670"/>
                  </a:cubicBezTo>
                  <a:cubicBezTo>
                    <a:pt x="1281" y="1670"/>
                    <a:pt x="1531" y="1564"/>
                    <a:pt x="1704" y="1349"/>
                  </a:cubicBezTo>
                  <a:lnTo>
                    <a:pt x="1704" y="1349"/>
                  </a:lnTo>
                  <a:cubicBezTo>
                    <a:pt x="1627" y="1378"/>
                    <a:pt x="1541" y="1388"/>
                    <a:pt x="1465" y="1388"/>
                  </a:cubicBezTo>
                  <a:cubicBezTo>
                    <a:pt x="747" y="1388"/>
                    <a:pt x="345" y="555"/>
                    <a:pt x="795"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2" name="Google Shape;9662;p63"/>
            <p:cNvSpPr/>
            <p:nvPr/>
          </p:nvSpPr>
          <p:spPr>
            <a:xfrm>
              <a:off x="7995583" y="2286315"/>
              <a:ext cx="33718" cy="33692"/>
            </a:xfrm>
            <a:custGeom>
              <a:avLst/>
              <a:gdLst/>
              <a:ahLst/>
              <a:cxnLst/>
              <a:rect l="l" t="t" r="r" b="b"/>
              <a:pathLst>
                <a:path w="1284" h="1283" extrusionOk="0">
                  <a:moveTo>
                    <a:pt x="642" y="0"/>
                  </a:moveTo>
                  <a:cubicBezTo>
                    <a:pt x="288" y="0"/>
                    <a:pt x="1" y="287"/>
                    <a:pt x="1" y="642"/>
                  </a:cubicBezTo>
                  <a:cubicBezTo>
                    <a:pt x="1" y="996"/>
                    <a:pt x="288" y="1283"/>
                    <a:pt x="642" y="1283"/>
                  </a:cubicBezTo>
                  <a:cubicBezTo>
                    <a:pt x="996" y="1283"/>
                    <a:pt x="1283" y="996"/>
                    <a:pt x="1283" y="642"/>
                  </a:cubicBezTo>
                  <a:cubicBezTo>
                    <a:pt x="1283" y="287"/>
                    <a:pt x="996" y="0"/>
                    <a:pt x="642"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3" name="Google Shape;9663;p63"/>
            <p:cNvSpPr/>
            <p:nvPr/>
          </p:nvSpPr>
          <p:spPr>
            <a:xfrm>
              <a:off x="7992065" y="2286814"/>
              <a:ext cx="33718" cy="33193"/>
            </a:xfrm>
            <a:custGeom>
              <a:avLst/>
              <a:gdLst/>
              <a:ahLst/>
              <a:cxnLst/>
              <a:rect l="l" t="t" r="r" b="b"/>
              <a:pathLst>
                <a:path w="1284" h="1264" extrusionOk="0">
                  <a:moveTo>
                    <a:pt x="604" y="0"/>
                  </a:moveTo>
                  <a:lnTo>
                    <a:pt x="604" y="0"/>
                  </a:lnTo>
                  <a:cubicBezTo>
                    <a:pt x="183" y="125"/>
                    <a:pt x="1" y="613"/>
                    <a:pt x="240" y="977"/>
                  </a:cubicBezTo>
                  <a:cubicBezTo>
                    <a:pt x="371" y="1167"/>
                    <a:pt x="575" y="1263"/>
                    <a:pt x="779" y="1263"/>
                  </a:cubicBezTo>
                  <a:cubicBezTo>
                    <a:pt x="965" y="1263"/>
                    <a:pt x="1151" y="1184"/>
                    <a:pt x="1283" y="1024"/>
                  </a:cubicBezTo>
                  <a:lnTo>
                    <a:pt x="1283" y="1024"/>
                  </a:lnTo>
                  <a:cubicBezTo>
                    <a:pt x="1216" y="1034"/>
                    <a:pt x="1159" y="1044"/>
                    <a:pt x="1102" y="1044"/>
                  </a:cubicBezTo>
                  <a:cubicBezTo>
                    <a:pt x="566" y="1044"/>
                    <a:pt x="259" y="422"/>
                    <a:pt x="604"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4" name="Google Shape;9664;p63"/>
            <p:cNvSpPr/>
            <p:nvPr/>
          </p:nvSpPr>
          <p:spPr>
            <a:xfrm>
              <a:off x="8152907" y="2286315"/>
              <a:ext cx="33718" cy="33692"/>
            </a:xfrm>
            <a:custGeom>
              <a:avLst/>
              <a:gdLst/>
              <a:ahLst/>
              <a:cxnLst/>
              <a:rect l="l" t="t" r="r" b="b"/>
              <a:pathLst>
                <a:path w="1284" h="1283" extrusionOk="0">
                  <a:moveTo>
                    <a:pt x="642" y="0"/>
                  </a:moveTo>
                  <a:cubicBezTo>
                    <a:pt x="278" y="0"/>
                    <a:pt x="1" y="287"/>
                    <a:pt x="1" y="642"/>
                  </a:cubicBezTo>
                  <a:cubicBezTo>
                    <a:pt x="1" y="996"/>
                    <a:pt x="278" y="1283"/>
                    <a:pt x="642" y="1283"/>
                  </a:cubicBezTo>
                  <a:cubicBezTo>
                    <a:pt x="996" y="1283"/>
                    <a:pt x="1283" y="996"/>
                    <a:pt x="1283" y="642"/>
                  </a:cubicBezTo>
                  <a:cubicBezTo>
                    <a:pt x="1283" y="287"/>
                    <a:pt x="996" y="0"/>
                    <a:pt x="642"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5" name="Google Shape;9665;p63"/>
            <p:cNvSpPr/>
            <p:nvPr/>
          </p:nvSpPr>
          <p:spPr>
            <a:xfrm>
              <a:off x="8149388" y="2286814"/>
              <a:ext cx="33455" cy="33193"/>
            </a:xfrm>
            <a:custGeom>
              <a:avLst/>
              <a:gdLst/>
              <a:ahLst/>
              <a:cxnLst/>
              <a:rect l="l" t="t" r="r" b="b"/>
              <a:pathLst>
                <a:path w="1274" h="1264" extrusionOk="0">
                  <a:moveTo>
                    <a:pt x="594" y="0"/>
                  </a:moveTo>
                  <a:cubicBezTo>
                    <a:pt x="173" y="125"/>
                    <a:pt x="1" y="613"/>
                    <a:pt x="240" y="977"/>
                  </a:cubicBezTo>
                  <a:cubicBezTo>
                    <a:pt x="366" y="1167"/>
                    <a:pt x="567" y="1263"/>
                    <a:pt x="771" y="1263"/>
                  </a:cubicBezTo>
                  <a:cubicBezTo>
                    <a:pt x="955" y="1263"/>
                    <a:pt x="1142" y="1184"/>
                    <a:pt x="1274" y="1024"/>
                  </a:cubicBezTo>
                  <a:lnTo>
                    <a:pt x="1274" y="1024"/>
                  </a:lnTo>
                  <a:cubicBezTo>
                    <a:pt x="1216" y="1034"/>
                    <a:pt x="1149" y="1044"/>
                    <a:pt x="1092" y="1044"/>
                  </a:cubicBezTo>
                  <a:cubicBezTo>
                    <a:pt x="556" y="1044"/>
                    <a:pt x="259" y="422"/>
                    <a:pt x="594"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6" name="Google Shape;9666;p63"/>
            <p:cNvSpPr/>
            <p:nvPr/>
          </p:nvSpPr>
          <p:spPr>
            <a:xfrm>
              <a:off x="8309994" y="2286315"/>
              <a:ext cx="33692" cy="33692"/>
            </a:xfrm>
            <a:custGeom>
              <a:avLst/>
              <a:gdLst/>
              <a:ahLst/>
              <a:cxnLst/>
              <a:rect l="l" t="t" r="r" b="b"/>
              <a:pathLst>
                <a:path w="1283" h="1283" extrusionOk="0">
                  <a:moveTo>
                    <a:pt x="642" y="0"/>
                  </a:moveTo>
                  <a:cubicBezTo>
                    <a:pt x="287" y="0"/>
                    <a:pt x="0" y="287"/>
                    <a:pt x="0" y="642"/>
                  </a:cubicBezTo>
                  <a:cubicBezTo>
                    <a:pt x="0" y="996"/>
                    <a:pt x="287" y="1283"/>
                    <a:pt x="642" y="1283"/>
                  </a:cubicBezTo>
                  <a:cubicBezTo>
                    <a:pt x="996" y="1283"/>
                    <a:pt x="1283" y="996"/>
                    <a:pt x="1283" y="642"/>
                  </a:cubicBezTo>
                  <a:cubicBezTo>
                    <a:pt x="1283" y="287"/>
                    <a:pt x="996" y="0"/>
                    <a:pt x="642"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7" name="Google Shape;9667;p63"/>
            <p:cNvSpPr/>
            <p:nvPr/>
          </p:nvSpPr>
          <p:spPr>
            <a:xfrm>
              <a:off x="8306475" y="2286814"/>
              <a:ext cx="33455" cy="33193"/>
            </a:xfrm>
            <a:custGeom>
              <a:avLst/>
              <a:gdLst/>
              <a:ahLst/>
              <a:cxnLst/>
              <a:rect l="l" t="t" r="r" b="b"/>
              <a:pathLst>
                <a:path w="1274" h="1264" extrusionOk="0">
                  <a:moveTo>
                    <a:pt x="594" y="0"/>
                  </a:moveTo>
                  <a:cubicBezTo>
                    <a:pt x="182" y="125"/>
                    <a:pt x="0" y="613"/>
                    <a:pt x="240" y="977"/>
                  </a:cubicBezTo>
                  <a:cubicBezTo>
                    <a:pt x="365" y="1167"/>
                    <a:pt x="569" y="1263"/>
                    <a:pt x="774" y="1263"/>
                  </a:cubicBezTo>
                  <a:cubicBezTo>
                    <a:pt x="960" y="1263"/>
                    <a:pt x="1146" y="1184"/>
                    <a:pt x="1273" y="1024"/>
                  </a:cubicBezTo>
                  <a:lnTo>
                    <a:pt x="1273" y="1024"/>
                  </a:lnTo>
                  <a:cubicBezTo>
                    <a:pt x="1216" y="1034"/>
                    <a:pt x="1158" y="1044"/>
                    <a:pt x="1091" y="1044"/>
                  </a:cubicBezTo>
                  <a:cubicBezTo>
                    <a:pt x="555" y="1044"/>
                    <a:pt x="259" y="422"/>
                    <a:pt x="594"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68" name="Google Shape;9668;p63"/>
          <p:cNvGrpSpPr/>
          <p:nvPr/>
        </p:nvGrpSpPr>
        <p:grpSpPr>
          <a:xfrm>
            <a:off x="4906576" y="3641055"/>
            <a:ext cx="296580" cy="364935"/>
            <a:chOff x="4911189" y="3793455"/>
            <a:chExt cx="296580" cy="364935"/>
          </a:xfrm>
        </p:grpSpPr>
        <p:sp>
          <p:nvSpPr>
            <p:cNvPr id="9669" name="Google Shape;9669;p63"/>
            <p:cNvSpPr/>
            <p:nvPr/>
          </p:nvSpPr>
          <p:spPr>
            <a:xfrm>
              <a:off x="4951157" y="3861810"/>
              <a:ext cx="31932" cy="35215"/>
            </a:xfrm>
            <a:custGeom>
              <a:avLst/>
              <a:gdLst/>
              <a:ahLst/>
              <a:cxnLst/>
              <a:rect l="l" t="t" r="r" b="b"/>
              <a:pathLst>
                <a:path w="1216" h="1341" extrusionOk="0">
                  <a:moveTo>
                    <a:pt x="584" y="0"/>
                  </a:moveTo>
                  <a:lnTo>
                    <a:pt x="0" y="431"/>
                  </a:lnTo>
                  <a:lnTo>
                    <a:pt x="622" y="1340"/>
                  </a:lnTo>
                  <a:cubicBezTo>
                    <a:pt x="814" y="1187"/>
                    <a:pt x="1005" y="1043"/>
                    <a:pt x="1216" y="909"/>
                  </a:cubicBezTo>
                  <a:lnTo>
                    <a:pt x="58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0" name="Google Shape;9670;p63"/>
            <p:cNvSpPr/>
            <p:nvPr/>
          </p:nvSpPr>
          <p:spPr>
            <a:xfrm>
              <a:off x="5136132" y="3861810"/>
              <a:ext cx="31932" cy="34952"/>
            </a:xfrm>
            <a:custGeom>
              <a:avLst/>
              <a:gdLst/>
              <a:ahLst/>
              <a:cxnLst/>
              <a:rect l="l" t="t" r="r" b="b"/>
              <a:pathLst>
                <a:path w="1216" h="1331" extrusionOk="0">
                  <a:moveTo>
                    <a:pt x="632" y="0"/>
                  </a:moveTo>
                  <a:lnTo>
                    <a:pt x="0" y="909"/>
                  </a:lnTo>
                  <a:cubicBezTo>
                    <a:pt x="201" y="1034"/>
                    <a:pt x="392" y="1177"/>
                    <a:pt x="584" y="1331"/>
                  </a:cubicBezTo>
                  <a:lnTo>
                    <a:pt x="1215" y="421"/>
                  </a:lnTo>
                  <a:lnTo>
                    <a:pt x="632"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1" name="Google Shape;9671;p63"/>
            <p:cNvSpPr/>
            <p:nvPr/>
          </p:nvSpPr>
          <p:spPr>
            <a:xfrm>
              <a:off x="5043382" y="3833659"/>
              <a:ext cx="32457" cy="33193"/>
            </a:xfrm>
            <a:custGeom>
              <a:avLst/>
              <a:gdLst/>
              <a:ahLst/>
              <a:cxnLst/>
              <a:rect l="l" t="t" r="r" b="b"/>
              <a:pathLst>
                <a:path w="1236" h="1264" extrusionOk="0">
                  <a:moveTo>
                    <a:pt x="1" y="0"/>
                  </a:moveTo>
                  <a:lnTo>
                    <a:pt x="1" y="1264"/>
                  </a:lnTo>
                  <a:cubicBezTo>
                    <a:pt x="206" y="1235"/>
                    <a:pt x="412" y="1221"/>
                    <a:pt x="618" y="1221"/>
                  </a:cubicBezTo>
                  <a:cubicBezTo>
                    <a:pt x="824" y="1221"/>
                    <a:pt x="1029" y="1235"/>
                    <a:pt x="1235" y="1264"/>
                  </a:cubicBezTo>
                  <a:lnTo>
                    <a:pt x="1235" y="0"/>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2" name="Google Shape;9672;p63"/>
            <p:cNvSpPr/>
            <p:nvPr/>
          </p:nvSpPr>
          <p:spPr>
            <a:xfrm>
              <a:off x="5043382" y="3833659"/>
              <a:ext cx="21901" cy="33193"/>
            </a:xfrm>
            <a:custGeom>
              <a:avLst/>
              <a:gdLst/>
              <a:ahLst/>
              <a:cxnLst/>
              <a:rect l="l" t="t" r="r" b="b"/>
              <a:pathLst>
                <a:path w="834" h="1264" extrusionOk="0">
                  <a:moveTo>
                    <a:pt x="1" y="0"/>
                  </a:moveTo>
                  <a:lnTo>
                    <a:pt x="1" y="1264"/>
                  </a:lnTo>
                  <a:cubicBezTo>
                    <a:pt x="202" y="1235"/>
                    <a:pt x="412" y="1225"/>
                    <a:pt x="623" y="1225"/>
                  </a:cubicBezTo>
                  <a:cubicBezTo>
                    <a:pt x="690" y="1225"/>
                    <a:pt x="766" y="1225"/>
                    <a:pt x="833" y="1235"/>
                  </a:cubicBezTo>
                  <a:lnTo>
                    <a:pt x="833" y="0"/>
                  </a:ln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3" name="Google Shape;9673;p63"/>
            <p:cNvSpPr/>
            <p:nvPr/>
          </p:nvSpPr>
          <p:spPr>
            <a:xfrm>
              <a:off x="4911189" y="3861810"/>
              <a:ext cx="296580" cy="296580"/>
            </a:xfrm>
            <a:custGeom>
              <a:avLst/>
              <a:gdLst/>
              <a:ahLst/>
              <a:cxnLst/>
              <a:rect l="l" t="t" r="r" b="b"/>
              <a:pathLst>
                <a:path w="11294" h="11294" extrusionOk="0">
                  <a:moveTo>
                    <a:pt x="5647" y="0"/>
                  </a:moveTo>
                  <a:cubicBezTo>
                    <a:pt x="2527" y="0"/>
                    <a:pt x="1" y="2527"/>
                    <a:pt x="1" y="5647"/>
                  </a:cubicBezTo>
                  <a:cubicBezTo>
                    <a:pt x="1" y="8767"/>
                    <a:pt x="2527" y="11293"/>
                    <a:pt x="5647" y="11293"/>
                  </a:cubicBezTo>
                  <a:cubicBezTo>
                    <a:pt x="8767" y="11293"/>
                    <a:pt x="11294" y="8767"/>
                    <a:pt x="11294" y="5647"/>
                  </a:cubicBezTo>
                  <a:cubicBezTo>
                    <a:pt x="11294" y="2527"/>
                    <a:pt x="8767" y="0"/>
                    <a:pt x="5647" y="0"/>
                  </a:cubicBezTo>
                  <a:close/>
                </a:path>
              </a:pathLst>
            </a:custGeom>
            <a:solidFill>
              <a:srgbClr val="AE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4" name="Google Shape;9674;p63"/>
            <p:cNvSpPr/>
            <p:nvPr/>
          </p:nvSpPr>
          <p:spPr>
            <a:xfrm>
              <a:off x="4911189" y="3861810"/>
              <a:ext cx="161630" cy="296580"/>
            </a:xfrm>
            <a:custGeom>
              <a:avLst/>
              <a:gdLst/>
              <a:ahLst/>
              <a:cxnLst/>
              <a:rect l="l" t="t" r="r" b="b"/>
              <a:pathLst>
                <a:path w="6155" h="11294" extrusionOk="0">
                  <a:moveTo>
                    <a:pt x="5647" y="0"/>
                  </a:moveTo>
                  <a:cubicBezTo>
                    <a:pt x="2527" y="0"/>
                    <a:pt x="1" y="2527"/>
                    <a:pt x="1" y="5647"/>
                  </a:cubicBezTo>
                  <a:cubicBezTo>
                    <a:pt x="1" y="8767"/>
                    <a:pt x="2527" y="11293"/>
                    <a:pt x="5647" y="11293"/>
                  </a:cubicBezTo>
                  <a:cubicBezTo>
                    <a:pt x="5752" y="11293"/>
                    <a:pt x="5858" y="11293"/>
                    <a:pt x="5953" y="11284"/>
                  </a:cubicBezTo>
                  <a:cubicBezTo>
                    <a:pt x="3044" y="11025"/>
                    <a:pt x="814" y="8585"/>
                    <a:pt x="814" y="5656"/>
                  </a:cubicBezTo>
                  <a:cubicBezTo>
                    <a:pt x="814" y="2661"/>
                    <a:pt x="3159" y="182"/>
                    <a:pt x="6154" y="19"/>
                  </a:cubicBezTo>
                  <a:cubicBezTo>
                    <a:pt x="5982" y="10"/>
                    <a:pt x="5819" y="0"/>
                    <a:pt x="5647" y="0"/>
                  </a:cubicBezTo>
                  <a:close/>
                </a:path>
              </a:pathLst>
            </a:custGeom>
            <a:solidFill>
              <a:srgbClr val="8797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5" name="Google Shape;9675;p63"/>
            <p:cNvSpPr/>
            <p:nvPr/>
          </p:nvSpPr>
          <p:spPr>
            <a:xfrm>
              <a:off x="4925527" y="3885680"/>
              <a:ext cx="258372" cy="248577"/>
            </a:xfrm>
            <a:custGeom>
              <a:avLst/>
              <a:gdLst/>
              <a:ahLst/>
              <a:cxnLst/>
              <a:rect l="l" t="t" r="r" b="b"/>
              <a:pathLst>
                <a:path w="9839" h="9466" extrusionOk="0">
                  <a:moveTo>
                    <a:pt x="5101" y="0"/>
                  </a:moveTo>
                  <a:cubicBezTo>
                    <a:pt x="3870" y="0"/>
                    <a:pt x="2662" y="481"/>
                    <a:pt x="1761" y="1388"/>
                  </a:cubicBezTo>
                  <a:cubicBezTo>
                    <a:pt x="402" y="2738"/>
                    <a:pt x="0" y="4776"/>
                    <a:pt x="727" y="6546"/>
                  </a:cubicBezTo>
                  <a:cubicBezTo>
                    <a:pt x="1464" y="8317"/>
                    <a:pt x="3187" y="9465"/>
                    <a:pt x="5101" y="9465"/>
                  </a:cubicBezTo>
                  <a:cubicBezTo>
                    <a:pt x="7714" y="9465"/>
                    <a:pt x="9838" y="7350"/>
                    <a:pt x="9838" y="4738"/>
                  </a:cubicBezTo>
                  <a:cubicBezTo>
                    <a:pt x="9838" y="2814"/>
                    <a:pt x="8680" y="1091"/>
                    <a:pt x="6919" y="364"/>
                  </a:cubicBezTo>
                  <a:cubicBezTo>
                    <a:pt x="6331" y="119"/>
                    <a:pt x="5713" y="0"/>
                    <a:pt x="5101"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6" name="Google Shape;9676;p63"/>
            <p:cNvSpPr/>
            <p:nvPr/>
          </p:nvSpPr>
          <p:spPr>
            <a:xfrm>
              <a:off x="4937317" y="3885680"/>
              <a:ext cx="129724" cy="248577"/>
            </a:xfrm>
            <a:custGeom>
              <a:avLst/>
              <a:gdLst/>
              <a:ahLst/>
              <a:cxnLst/>
              <a:rect l="l" t="t" r="r" b="b"/>
              <a:pathLst>
                <a:path w="4940" h="9466" extrusionOk="0">
                  <a:moveTo>
                    <a:pt x="4652" y="0"/>
                  </a:moveTo>
                  <a:cubicBezTo>
                    <a:pt x="2068" y="39"/>
                    <a:pt x="1" y="2144"/>
                    <a:pt x="1" y="4738"/>
                  </a:cubicBezTo>
                  <a:cubicBezTo>
                    <a:pt x="1" y="7322"/>
                    <a:pt x="2068" y="9427"/>
                    <a:pt x="4652" y="9465"/>
                  </a:cubicBezTo>
                  <a:cubicBezTo>
                    <a:pt x="4748" y="9465"/>
                    <a:pt x="4843" y="9465"/>
                    <a:pt x="4939" y="9456"/>
                  </a:cubicBezTo>
                  <a:cubicBezTo>
                    <a:pt x="2441" y="9303"/>
                    <a:pt x="489" y="7236"/>
                    <a:pt x="489" y="4738"/>
                  </a:cubicBezTo>
                  <a:cubicBezTo>
                    <a:pt x="489" y="2230"/>
                    <a:pt x="2441" y="163"/>
                    <a:pt x="4939" y="10"/>
                  </a:cubicBezTo>
                  <a:cubicBezTo>
                    <a:pt x="4843" y="10"/>
                    <a:pt x="4748" y="0"/>
                    <a:pt x="4652"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7" name="Google Shape;9677;p63"/>
            <p:cNvSpPr/>
            <p:nvPr/>
          </p:nvSpPr>
          <p:spPr>
            <a:xfrm>
              <a:off x="4942596" y="3902381"/>
              <a:ext cx="223972" cy="215279"/>
            </a:xfrm>
            <a:custGeom>
              <a:avLst/>
              <a:gdLst/>
              <a:ahLst/>
              <a:cxnLst/>
              <a:rect l="l" t="t" r="r" b="b"/>
              <a:pathLst>
                <a:path w="8529" h="8198" extrusionOk="0">
                  <a:moveTo>
                    <a:pt x="4420" y="0"/>
                  </a:moveTo>
                  <a:cubicBezTo>
                    <a:pt x="3353" y="0"/>
                    <a:pt x="2303" y="415"/>
                    <a:pt x="1523" y="1202"/>
                  </a:cubicBezTo>
                  <a:cubicBezTo>
                    <a:pt x="345" y="2369"/>
                    <a:pt x="1" y="4140"/>
                    <a:pt x="633" y="5671"/>
                  </a:cubicBezTo>
                  <a:cubicBezTo>
                    <a:pt x="1264" y="7202"/>
                    <a:pt x="2767" y="8198"/>
                    <a:pt x="4422" y="8198"/>
                  </a:cubicBezTo>
                  <a:cubicBezTo>
                    <a:pt x="6691" y="8198"/>
                    <a:pt x="8518" y="6360"/>
                    <a:pt x="8528" y="4102"/>
                  </a:cubicBezTo>
                  <a:cubicBezTo>
                    <a:pt x="8518" y="2436"/>
                    <a:pt x="7523" y="944"/>
                    <a:pt x="5992" y="312"/>
                  </a:cubicBezTo>
                  <a:cubicBezTo>
                    <a:pt x="5484" y="102"/>
                    <a:pt x="4950" y="0"/>
                    <a:pt x="4420"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8" name="Google Shape;9678;p63"/>
            <p:cNvSpPr/>
            <p:nvPr/>
          </p:nvSpPr>
          <p:spPr>
            <a:xfrm>
              <a:off x="4951157" y="3902381"/>
              <a:ext cx="121400" cy="215385"/>
            </a:xfrm>
            <a:custGeom>
              <a:avLst/>
              <a:gdLst/>
              <a:ahLst/>
              <a:cxnLst/>
              <a:rect l="l" t="t" r="r" b="b"/>
              <a:pathLst>
                <a:path w="4623" h="8202" extrusionOk="0">
                  <a:moveTo>
                    <a:pt x="4091" y="0"/>
                  </a:moveTo>
                  <a:cubicBezTo>
                    <a:pt x="1867" y="0"/>
                    <a:pt x="0" y="1804"/>
                    <a:pt x="0" y="4102"/>
                  </a:cubicBezTo>
                  <a:cubicBezTo>
                    <a:pt x="0" y="6395"/>
                    <a:pt x="1875" y="8201"/>
                    <a:pt x="4105" y="8201"/>
                  </a:cubicBezTo>
                  <a:cubicBezTo>
                    <a:pt x="4276" y="8201"/>
                    <a:pt x="4448" y="8191"/>
                    <a:pt x="4623" y="8169"/>
                  </a:cubicBezTo>
                  <a:cubicBezTo>
                    <a:pt x="2575" y="7901"/>
                    <a:pt x="1034" y="6159"/>
                    <a:pt x="1034" y="4102"/>
                  </a:cubicBezTo>
                  <a:cubicBezTo>
                    <a:pt x="1034" y="2035"/>
                    <a:pt x="2575" y="293"/>
                    <a:pt x="4623" y="34"/>
                  </a:cubicBezTo>
                  <a:cubicBezTo>
                    <a:pt x="4444" y="11"/>
                    <a:pt x="4266" y="0"/>
                    <a:pt x="409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79" name="Google Shape;9679;p63"/>
            <p:cNvSpPr/>
            <p:nvPr/>
          </p:nvSpPr>
          <p:spPr>
            <a:xfrm>
              <a:off x="5054069" y="3937255"/>
              <a:ext cx="10950" cy="76128"/>
            </a:xfrm>
            <a:custGeom>
              <a:avLst/>
              <a:gdLst/>
              <a:ahLst/>
              <a:cxnLst/>
              <a:rect l="l" t="t" r="r" b="b"/>
              <a:pathLst>
                <a:path w="417" h="2899" extrusionOk="0">
                  <a:moveTo>
                    <a:pt x="207" y="1"/>
                  </a:moveTo>
                  <a:cubicBezTo>
                    <a:pt x="103" y="1"/>
                    <a:pt x="0" y="70"/>
                    <a:pt x="5" y="209"/>
                  </a:cubicBezTo>
                  <a:lnTo>
                    <a:pt x="5" y="2688"/>
                  </a:lnTo>
                  <a:cubicBezTo>
                    <a:pt x="5" y="2802"/>
                    <a:pt x="91" y="2898"/>
                    <a:pt x="206" y="2898"/>
                  </a:cubicBezTo>
                  <a:cubicBezTo>
                    <a:pt x="331" y="2898"/>
                    <a:pt x="417" y="2802"/>
                    <a:pt x="417" y="2688"/>
                  </a:cubicBezTo>
                  <a:lnTo>
                    <a:pt x="417" y="209"/>
                  </a:lnTo>
                  <a:cubicBezTo>
                    <a:pt x="417" y="70"/>
                    <a:pt x="311" y="1"/>
                    <a:pt x="20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0" name="Google Shape;9680;p63"/>
            <p:cNvSpPr/>
            <p:nvPr/>
          </p:nvSpPr>
          <p:spPr>
            <a:xfrm>
              <a:off x="5139388" y="3833685"/>
              <a:ext cx="57326" cy="48712"/>
            </a:xfrm>
            <a:custGeom>
              <a:avLst/>
              <a:gdLst/>
              <a:ahLst/>
              <a:cxnLst/>
              <a:rect l="l" t="t" r="r" b="b"/>
              <a:pathLst>
                <a:path w="2183" h="1855" extrusionOk="0">
                  <a:moveTo>
                    <a:pt x="599" y="0"/>
                  </a:moveTo>
                  <a:cubicBezTo>
                    <a:pt x="505" y="0"/>
                    <a:pt x="412" y="43"/>
                    <a:pt x="355" y="124"/>
                  </a:cubicBezTo>
                  <a:lnTo>
                    <a:pt x="106" y="478"/>
                  </a:lnTo>
                  <a:cubicBezTo>
                    <a:pt x="0" y="612"/>
                    <a:pt x="39" y="803"/>
                    <a:pt x="163" y="899"/>
                  </a:cubicBezTo>
                  <a:lnTo>
                    <a:pt x="1417" y="1799"/>
                  </a:lnTo>
                  <a:cubicBezTo>
                    <a:pt x="1470" y="1837"/>
                    <a:pt x="1531" y="1855"/>
                    <a:pt x="1591" y="1855"/>
                  </a:cubicBezTo>
                  <a:cubicBezTo>
                    <a:pt x="1683" y="1855"/>
                    <a:pt x="1774" y="1812"/>
                    <a:pt x="1838" y="1732"/>
                  </a:cubicBezTo>
                  <a:lnTo>
                    <a:pt x="2087" y="1368"/>
                  </a:lnTo>
                  <a:cubicBezTo>
                    <a:pt x="2182" y="1234"/>
                    <a:pt x="2154" y="1052"/>
                    <a:pt x="2020" y="956"/>
                  </a:cubicBezTo>
                  <a:lnTo>
                    <a:pt x="776" y="57"/>
                  </a:lnTo>
                  <a:cubicBezTo>
                    <a:pt x="722" y="19"/>
                    <a:pt x="660" y="0"/>
                    <a:pt x="599"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1" name="Google Shape;9681;p63"/>
            <p:cNvSpPr/>
            <p:nvPr/>
          </p:nvSpPr>
          <p:spPr>
            <a:xfrm>
              <a:off x="4922507" y="3833685"/>
              <a:ext cx="57063" cy="48712"/>
            </a:xfrm>
            <a:custGeom>
              <a:avLst/>
              <a:gdLst/>
              <a:ahLst/>
              <a:cxnLst/>
              <a:rect l="l" t="t" r="r" b="b"/>
              <a:pathLst>
                <a:path w="2173" h="1855" extrusionOk="0">
                  <a:moveTo>
                    <a:pt x="1584" y="0"/>
                  </a:moveTo>
                  <a:cubicBezTo>
                    <a:pt x="1522" y="0"/>
                    <a:pt x="1460" y="19"/>
                    <a:pt x="1407" y="57"/>
                  </a:cubicBezTo>
                  <a:lnTo>
                    <a:pt x="163" y="956"/>
                  </a:lnTo>
                  <a:cubicBezTo>
                    <a:pt x="29" y="1052"/>
                    <a:pt x="0" y="1234"/>
                    <a:pt x="96" y="1368"/>
                  </a:cubicBezTo>
                  <a:lnTo>
                    <a:pt x="345" y="1732"/>
                  </a:lnTo>
                  <a:cubicBezTo>
                    <a:pt x="403" y="1812"/>
                    <a:pt x="495" y="1855"/>
                    <a:pt x="589" y="1855"/>
                  </a:cubicBezTo>
                  <a:cubicBezTo>
                    <a:pt x="651" y="1855"/>
                    <a:pt x="713" y="1837"/>
                    <a:pt x="766" y="1799"/>
                  </a:cubicBezTo>
                  <a:lnTo>
                    <a:pt x="2010" y="899"/>
                  </a:lnTo>
                  <a:cubicBezTo>
                    <a:pt x="2144" y="803"/>
                    <a:pt x="2173" y="612"/>
                    <a:pt x="2077" y="478"/>
                  </a:cubicBezTo>
                  <a:lnTo>
                    <a:pt x="1828" y="124"/>
                  </a:lnTo>
                  <a:cubicBezTo>
                    <a:pt x="1770" y="43"/>
                    <a:pt x="1678" y="0"/>
                    <a:pt x="1584"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2" name="Google Shape;9682;p63"/>
            <p:cNvSpPr/>
            <p:nvPr/>
          </p:nvSpPr>
          <p:spPr>
            <a:xfrm>
              <a:off x="5023792" y="3793455"/>
              <a:ext cx="71637" cy="42988"/>
            </a:xfrm>
            <a:custGeom>
              <a:avLst/>
              <a:gdLst/>
              <a:ahLst/>
              <a:cxnLst/>
              <a:rect l="l" t="t" r="r" b="b"/>
              <a:pathLst>
                <a:path w="2728" h="1637" extrusionOk="0">
                  <a:moveTo>
                    <a:pt x="345" y="0"/>
                  </a:moveTo>
                  <a:cubicBezTo>
                    <a:pt x="153" y="0"/>
                    <a:pt x="0" y="153"/>
                    <a:pt x="0" y="345"/>
                  </a:cubicBezTo>
                  <a:lnTo>
                    <a:pt x="0" y="1292"/>
                  </a:lnTo>
                  <a:cubicBezTo>
                    <a:pt x="0" y="1484"/>
                    <a:pt x="153" y="1637"/>
                    <a:pt x="345" y="1637"/>
                  </a:cubicBezTo>
                  <a:lnTo>
                    <a:pt x="2374" y="1637"/>
                  </a:lnTo>
                  <a:cubicBezTo>
                    <a:pt x="2565" y="1637"/>
                    <a:pt x="2718" y="1484"/>
                    <a:pt x="2728" y="1292"/>
                  </a:cubicBezTo>
                  <a:lnTo>
                    <a:pt x="2728" y="345"/>
                  </a:lnTo>
                  <a:cubicBezTo>
                    <a:pt x="2718" y="153"/>
                    <a:pt x="2565" y="0"/>
                    <a:pt x="2374" y="0"/>
                  </a:cubicBezTo>
                  <a:close/>
                </a:path>
              </a:pathLst>
            </a:custGeom>
            <a:solidFill>
              <a:srgbClr val="C4D0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3" name="Google Shape;9683;p63"/>
            <p:cNvSpPr/>
            <p:nvPr/>
          </p:nvSpPr>
          <p:spPr>
            <a:xfrm>
              <a:off x="5139388" y="3833685"/>
              <a:ext cx="51049" cy="48712"/>
            </a:xfrm>
            <a:custGeom>
              <a:avLst/>
              <a:gdLst/>
              <a:ahLst/>
              <a:cxnLst/>
              <a:rect l="l" t="t" r="r" b="b"/>
              <a:pathLst>
                <a:path w="1944" h="1855" extrusionOk="0">
                  <a:moveTo>
                    <a:pt x="599" y="0"/>
                  </a:moveTo>
                  <a:cubicBezTo>
                    <a:pt x="505" y="0"/>
                    <a:pt x="412" y="43"/>
                    <a:pt x="355" y="124"/>
                  </a:cubicBezTo>
                  <a:lnTo>
                    <a:pt x="106" y="478"/>
                  </a:lnTo>
                  <a:cubicBezTo>
                    <a:pt x="0" y="612"/>
                    <a:pt x="39" y="803"/>
                    <a:pt x="173" y="899"/>
                  </a:cubicBezTo>
                  <a:lnTo>
                    <a:pt x="1417" y="1799"/>
                  </a:lnTo>
                  <a:cubicBezTo>
                    <a:pt x="1470" y="1837"/>
                    <a:pt x="1531" y="1855"/>
                    <a:pt x="1591" y="1855"/>
                  </a:cubicBezTo>
                  <a:cubicBezTo>
                    <a:pt x="1683" y="1855"/>
                    <a:pt x="1774" y="1812"/>
                    <a:pt x="1838" y="1732"/>
                  </a:cubicBezTo>
                  <a:lnTo>
                    <a:pt x="1943" y="1578"/>
                  </a:lnTo>
                  <a:lnTo>
                    <a:pt x="1005" y="889"/>
                  </a:lnTo>
                  <a:cubicBezTo>
                    <a:pt x="871" y="794"/>
                    <a:pt x="843" y="612"/>
                    <a:pt x="938" y="478"/>
                  </a:cubicBezTo>
                  <a:lnTo>
                    <a:pt x="1082" y="277"/>
                  </a:lnTo>
                  <a:lnTo>
                    <a:pt x="776" y="57"/>
                  </a:lnTo>
                  <a:cubicBezTo>
                    <a:pt x="722" y="19"/>
                    <a:pt x="660" y="0"/>
                    <a:pt x="59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4" name="Google Shape;9684;p63"/>
            <p:cNvSpPr/>
            <p:nvPr/>
          </p:nvSpPr>
          <p:spPr>
            <a:xfrm>
              <a:off x="4922507" y="3833685"/>
              <a:ext cx="50787" cy="48712"/>
            </a:xfrm>
            <a:custGeom>
              <a:avLst/>
              <a:gdLst/>
              <a:ahLst/>
              <a:cxnLst/>
              <a:rect l="l" t="t" r="r" b="b"/>
              <a:pathLst>
                <a:path w="1934" h="1855" extrusionOk="0">
                  <a:moveTo>
                    <a:pt x="1584" y="0"/>
                  </a:moveTo>
                  <a:cubicBezTo>
                    <a:pt x="1522" y="0"/>
                    <a:pt x="1460" y="19"/>
                    <a:pt x="1407" y="57"/>
                  </a:cubicBezTo>
                  <a:lnTo>
                    <a:pt x="163" y="956"/>
                  </a:lnTo>
                  <a:cubicBezTo>
                    <a:pt x="29" y="1052"/>
                    <a:pt x="0" y="1234"/>
                    <a:pt x="96" y="1368"/>
                  </a:cubicBezTo>
                  <a:lnTo>
                    <a:pt x="345" y="1732"/>
                  </a:lnTo>
                  <a:cubicBezTo>
                    <a:pt x="403" y="1812"/>
                    <a:pt x="495" y="1855"/>
                    <a:pt x="589" y="1855"/>
                  </a:cubicBezTo>
                  <a:cubicBezTo>
                    <a:pt x="651" y="1855"/>
                    <a:pt x="713" y="1837"/>
                    <a:pt x="766" y="1799"/>
                  </a:cubicBezTo>
                  <a:lnTo>
                    <a:pt x="1072" y="1578"/>
                  </a:lnTo>
                  <a:lnTo>
                    <a:pt x="929" y="1368"/>
                  </a:lnTo>
                  <a:cubicBezTo>
                    <a:pt x="833" y="1234"/>
                    <a:pt x="862" y="1052"/>
                    <a:pt x="996" y="956"/>
                  </a:cubicBezTo>
                  <a:lnTo>
                    <a:pt x="1933" y="277"/>
                  </a:lnTo>
                  <a:lnTo>
                    <a:pt x="1828" y="124"/>
                  </a:lnTo>
                  <a:cubicBezTo>
                    <a:pt x="1770" y="43"/>
                    <a:pt x="1678" y="0"/>
                    <a:pt x="158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5" name="Google Shape;9685;p63"/>
            <p:cNvSpPr/>
            <p:nvPr/>
          </p:nvSpPr>
          <p:spPr>
            <a:xfrm>
              <a:off x="5024028" y="3793455"/>
              <a:ext cx="30934" cy="42988"/>
            </a:xfrm>
            <a:custGeom>
              <a:avLst/>
              <a:gdLst/>
              <a:ahLst/>
              <a:cxnLst/>
              <a:rect l="l" t="t" r="r" b="b"/>
              <a:pathLst>
                <a:path w="1178" h="1637" extrusionOk="0">
                  <a:moveTo>
                    <a:pt x="345" y="0"/>
                  </a:moveTo>
                  <a:cubicBezTo>
                    <a:pt x="154" y="0"/>
                    <a:pt x="1" y="153"/>
                    <a:pt x="1" y="345"/>
                  </a:cubicBezTo>
                  <a:lnTo>
                    <a:pt x="1" y="1292"/>
                  </a:lnTo>
                  <a:cubicBezTo>
                    <a:pt x="1" y="1484"/>
                    <a:pt x="154" y="1637"/>
                    <a:pt x="345" y="1637"/>
                  </a:cubicBezTo>
                  <a:lnTo>
                    <a:pt x="1178" y="1637"/>
                  </a:lnTo>
                  <a:cubicBezTo>
                    <a:pt x="986" y="1637"/>
                    <a:pt x="833" y="1484"/>
                    <a:pt x="833" y="1292"/>
                  </a:cubicBezTo>
                  <a:lnTo>
                    <a:pt x="833" y="345"/>
                  </a:lnTo>
                  <a:cubicBezTo>
                    <a:pt x="833" y="153"/>
                    <a:pt x="986" y="0"/>
                    <a:pt x="1178"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6" name="Google Shape;9686;p63"/>
            <p:cNvSpPr/>
            <p:nvPr/>
          </p:nvSpPr>
          <p:spPr>
            <a:xfrm>
              <a:off x="4937580" y="3896998"/>
              <a:ext cx="235001" cy="226046"/>
            </a:xfrm>
            <a:custGeom>
              <a:avLst/>
              <a:gdLst/>
              <a:ahLst/>
              <a:cxnLst/>
              <a:rect l="l" t="t" r="r" b="b"/>
              <a:pathLst>
                <a:path w="8949" h="8608" extrusionOk="0">
                  <a:moveTo>
                    <a:pt x="4853" y="421"/>
                  </a:moveTo>
                  <a:cubicBezTo>
                    <a:pt x="5398" y="450"/>
                    <a:pt x="5925" y="593"/>
                    <a:pt x="6413" y="842"/>
                  </a:cubicBezTo>
                  <a:lnTo>
                    <a:pt x="6250" y="1129"/>
                  </a:lnTo>
                  <a:cubicBezTo>
                    <a:pt x="6147" y="1259"/>
                    <a:pt x="6323" y="1419"/>
                    <a:pt x="6467" y="1419"/>
                  </a:cubicBezTo>
                  <a:cubicBezTo>
                    <a:pt x="6524" y="1419"/>
                    <a:pt x="6577" y="1393"/>
                    <a:pt x="6604" y="1330"/>
                  </a:cubicBezTo>
                  <a:lnTo>
                    <a:pt x="6767" y="1053"/>
                  </a:lnTo>
                  <a:cubicBezTo>
                    <a:pt x="7226" y="1340"/>
                    <a:pt x="7609" y="1732"/>
                    <a:pt x="7906" y="2182"/>
                  </a:cubicBezTo>
                  <a:lnTo>
                    <a:pt x="7618" y="2345"/>
                  </a:lnTo>
                  <a:cubicBezTo>
                    <a:pt x="7430" y="2427"/>
                    <a:pt x="7578" y="2739"/>
                    <a:pt x="7744" y="2739"/>
                  </a:cubicBezTo>
                  <a:cubicBezTo>
                    <a:pt x="7772" y="2739"/>
                    <a:pt x="7801" y="2729"/>
                    <a:pt x="7829" y="2708"/>
                  </a:cubicBezTo>
                  <a:lnTo>
                    <a:pt x="8116" y="2546"/>
                  </a:lnTo>
                  <a:cubicBezTo>
                    <a:pt x="8365" y="3024"/>
                    <a:pt x="8508" y="3560"/>
                    <a:pt x="8537" y="4096"/>
                  </a:cubicBezTo>
                  <a:lnTo>
                    <a:pt x="8202" y="4096"/>
                  </a:lnTo>
                  <a:cubicBezTo>
                    <a:pt x="7925" y="4096"/>
                    <a:pt x="7925" y="4517"/>
                    <a:pt x="8202" y="4517"/>
                  </a:cubicBezTo>
                  <a:lnTo>
                    <a:pt x="8537" y="4517"/>
                  </a:lnTo>
                  <a:cubicBezTo>
                    <a:pt x="8508" y="5063"/>
                    <a:pt x="8365" y="5589"/>
                    <a:pt x="8116" y="6077"/>
                  </a:cubicBezTo>
                  <a:lnTo>
                    <a:pt x="7829" y="5905"/>
                  </a:lnTo>
                  <a:cubicBezTo>
                    <a:pt x="7801" y="5884"/>
                    <a:pt x="7772" y="5875"/>
                    <a:pt x="7744" y="5875"/>
                  </a:cubicBezTo>
                  <a:cubicBezTo>
                    <a:pt x="7578" y="5875"/>
                    <a:pt x="7430" y="6187"/>
                    <a:pt x="7618" y="6269"/>
                  </a:cubicBezTo>
                  <a:lnTo>
                    <a:pt x="7906" y="6431"/>
                  </a:lnTo>
                  <a:cubicBezTo>
                    <a:pt x="7609" y="6881"/>
                    <a:pt x="7226" y="7264"/>
                    <a:pt x="6767" y="7561"/>
                  </a:cubicBezTo>
                  <a:lnTo>
                    <a:pt x="6767" y="7570"/>
                  </a:lnTo>
                  <a:lnTo>
                    <a:pt x="6604" y="7283"/>
                  </a:lnTo>
                  <a:cubicBezTo>
                    <a:pt x="6577" y="7220"/>
                    <a:pt x="6525" y="7195"/>
                    <a:pt x="6468" y="7195"/>
                  </a:cubicBezTo>
                  <a:cubicBezTo>
                    <a:pt x="6324" y="7195"/>
                    <a:pt x="6147" y="7357"/>
                    <a:pt x="6250" y="7494"/>
                  </a:cubicBezTo>
                  <a:lnTo>
                    <a:pt x="6413" y="7781"/>
                  </a:lnTo>
                  <a:cubicBezTo>
                    <a:pt x="5925" y="8020"/>
                    <a:pt x="5398" y="8164"/>
                    <a:pt x="4853" y="8192"/>
                  </a:cubicBezTo>
                  <a:lnTo>
                    <a:pt x="4853" y="7867"/>
                  </a:lnTo>
                  <a:cubicBezTo>
                    <a:pt x="4853" y="7723"/>
                    <a:pt x="4750" y="7652"/>
                    <a:pt x="4647" y="7652"/>
                  </a:cubicBezTo>
                  <a:cubicBezTo>
                    <a:pt x="4544" y="7652"/>
                    <a:pt x="4441" y="7723"/>
                    <a:pt x="4441" y="7867"/>
                  </a:cubicBezTo>
                  <a:lnTo>
                    <a:pt x="4441" y="8192"/>
                  </a:lnTo>
                  <a:cubicBezTo>
                    <a:pt x="3896" y="8164"/>
                    <a:pt x="3369" y="8020"/>
                    <a:pt x="2881" y="7781"/>
                  </a:cubicBezTo>
                  <a:lnTo>
                    <a:pt x="3044" y="7494"/>
                  </a:lnTo>
                  <a:cubicBezTo>
                    <a:pt x="3111" y="7333"/>
                    <a:pt x="2982" y="7196"/>
                    <a:pt x="2849" y="7196"/>
                  </a:cubicBezTo>
                  <a:cubicBezTo>
                    <a:pt x="2792" y="7196"/>
                    <a:pt x="2733" y="7222"/>
                    <a:pt x="2690" y="7283"/>
                  </a:cubicBezTo>
                  <a:lnTo>
                    <a:pt x="2527" y="7570"/>
                  </a:lnTo>
                  <a:cubicBezTo>
                    <a:pt x="2068" y="7273"/>
                    <a:pt x="1685" y="6881"/>
                    <a:pt x="1388" y="6431"/>
                  </a:cubicBezTo>
                  <a:lnTo>
                    <a:pt x="1675" y="6269"/>
                  </a:lnTo>
                  <a:cubicBezTo>
                    <a:pt x="1842" y="6136"/>
                    <a:pt x="1733" y="5887"/>
                    <a:pt x="1551" y="5887"/>
                  </a:cubicBezTo>
                  <a:cubicBezTo>
                    <a:pt x="1524" y="5887"/>
                    <a:pt x="1495" y="5892"/>
                    <a:pt x="1465" y="5905"/>
                  </a:cubicBezTo>
                  <a:lnTo>
                    <a:pt x="1178" y="6077"/>
                  </a:lnTo>
                  <a:cubicBezTo>
                    <a:pt x="929" y="5589"/>
                    <a:pt x="785" y="5063"/>
                    <a:pt x="757" y="4517"/>
                  </a:cubicBezTo>
                  <a:lnTo>
                    <a:pt x="1092" y="4517"/>
                  </a:lnTo>
                  <a:cubicBezTo>
                    <a:pt x="1369" y="4517"/>
                    <a:pt x="1369" y="4096"/>
                    <a:pt x="1092" y="4096"/>
                  </a:cubicBezTo>
                  <a:lnTo>
                    <a:pt x="757" y="4096"/>
                  </a:lnTo>
                  <a:cubicBezTo>
                    <a:pt x="785" y="3560"/>
                    <a:pt x="929" y="3024"/>
                    <a:pt x="1178" y="2546"/>
                  </a:cubicBezTo>
                  <a:lnTo>
                    <a:pt x="1465" y="2708"/>
                  </a:lnTo>
                  <a:cubicBezTo>
                    <a:pt x="1495" y="2721"/>
                    <a:pt x="1524" y="2727"/>
                    <a:pt x="1551" y="2727"/>
                  </a:cubicBezTo>
                  <a:cubicBezTo>
                    <a:pt x="1733" y="2727"/>
                    <a:pt x="1842" y="2478"/>
                    <a:pt x="1675" y="2345"/>
                  </a:cubicBezTo>
                  <a:lnTo>
                    <a:pt x="1388" y="2182"/>
                  </a:lnTo>
                  <a:cubicBezTo>
                    <a:pt x="1685" y="1732"/>
                    <a:pt x="2068" y="1340"/>
                    <a:pt x="2527" y="1053"/>
                  </a:cubicBezTo>
                  <a:lnTo>
                    <a:pt x="2690" y="1330"/>
                  </a:lnTo>
                  <a:cubicBezTo>
                    <a:pt x="2714" y="1393"/>
                    <a:pt x="2765" y="1419"/>
                    <a:pt x="2823" y="1419"/>
                  </a:cubicBezTo>
                  <a:cubicBezTo>
                    <a:pt x="2966" y="1419"/>
                    <a:pt x="3146" y="1259"/>
                    <a:pt x="3044" y="1129"/>
                  </a:cubicBezTo>
                  <a:lnTo>
                    <a:pt x="2881" y="842"/>
                  </a:lnTo>
                  <a:cubicBezTo>
                    <a:pt x="3369" y="593"/>
                    <a:pt x="3896" y="450"/>
                    <a:pt x="4441" y="421"/>
                  </a:cubicBezTo>
                  <a:lnTo>
                    <a:pt x="4441" y="756"/>
                  </a:lnTo>
                  <a:cubicBezTo>
                    <a:pt x="4436" y="895"/>
                    <a:pt x="4539" y="964"/>
                    <a:pt x="4643" y="964"/>
                  </a:cubicBezTo>
                  <a:cubicBezTo>
                    <a:pt x="4747" y="964"/>
                    <a:pt x="4853" y="895"/>
                    <a:pt x="4853" y="756"/>
                  </a:cubicBezTo>
                  <a:lnTo>
                    <a:pt x="4853" y="421"/>
                  </a:lnTo>
                  <a:close/>
                  <a:moveTo>
                    <a:pt x="4642" y="0"/>
                  </a:moveTo>
                  <a:cubicBezTo>
                    <a:pt x="2900" y="0"/>
                    <a:pt x="1331" y="1043"/>
                    <a:pt x="670" y="2651"/>
                  </a:cubicBezTo>
                  <a:cubicBezTo>
                    <a:pt x="0" y="4259"/>
                    <a:pt x="364" y="6115"/>
                    <a:pt x="1599" y="7350"/>
                  </a:cubicBezTo>
                  <a:cubicBezTo>
                    <a:pt x="2424" y="8169"/>
                    <a:pt x="3524" y="8608"/>
                    <a:pt x="4646" y="8608"/>
                  </a:cubicBezTo>
                  <a:cubicBezTo>
                    <a:pt x="5201" y="8608"/>
                    <a:pt x="5762" y="8500"/>
                    <a:pt x="6298" y="8278"/>
                  </a:cubicBezTo>
                  <a:cubicBezTo>
                    <a:pt x="7906" y="7618"/>
                    <a:pt x="8949" y="6048"/>
                    <a:pt x="8949" y="4307"/>
                  </a:cubicBezTo>
                  <a:cubicBezTo>
                    <a:pt x="8949" y="1924"/>
                    <a:pt x="7025" y="0"/>
                    <a:pt x="464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7" name="Google Shape;9687;p63"/>
            <p:cNvSpPr/>
            <p:nvPr/>
          </p:nvSpPr>
          <p:spPr>
            <a:xfrm>
              <a:off x="5044905" y="3995263"/>
              <a:ext cx="29411" cy="29411"/>
            </a:xfrm>
            <a:custGeom>
              <a:avLst/>
              <a:gdLst/>
              <a:ahLst/>
              <a:cxnLst/>
              <a:rect l="l" t="t" r="r" b="b"/>
              <a:pathLst>
                <a:path w="1120" h="1120" extrusionOk="0">
                  <a:moveTo>
                    <a:pt x="555" y="0"/>
                  </a:moveTo>
                  <a:cubicBezTo>
                    <a:pt x="249" y="0"/>
                    <a:pt x="0" y="249"/>
                    <a:pt x="0" y="565"/>
                  </a:cubicBezTo>
                  <a:cubicBezTo>
                    <a:pt x="0" y="871"/>
                    <a:pt x="249" y="1120"/>
                    <a:pt x="555" y="1120"/>
                  </a:cubicBezTo>
                  <a:cubicBezTo>
                    <a:pt x="871" y="1120"/>
                    <a:pt x="1120" y="871"/>
                    <a:pt x="1120" y="565"/>
                  </a:cubicBezTo>
                  <a:cubicBezTo>
                    <a:pt x="1120" y="249"/>
                    <a:pt x="871" y="0"/>
                    <a:pt x="55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8" name="Google Shape;9688;p63"/>
            <p:cNvSpPr/>
            <p:nvPr/>
          </p:nvSpPr>
          <p:spPr>
            <a:xfrm>
              <a:off x="5044642" y="3995132"/>
              <a:ext cx="24396" cy="29674"/>
            </a:xfrm>
            <a:custGeom>
              <a:avLst/>
              <a:gdLst/>
              <a:ahLst/>
              <a:cxnLst/>
              <a:rect l="l" t="t" r="r" b="b"/>
              <a:pathLst>
                <a:path w="929" h="1130" extrusionOk="0">
                  <a:moveTo>
                    <a:pt x="564" y="0"/>
                  </a:moveTo>
                  <a:cubicBezTo>
                    <a:pt x="274" y="0"/>
                    <a:pt x="0" y="227"/>
                    <a:pt x="0" y="560"/>
                  </a:cubicBezTo>
                  <a:cubicBezTo>
                    <a:pt x="0" y="901"/>
                    <a:pt x="275" y="1129"/>
                    <a:pt x="565" y="1129"/>
                  </a:cubicBezTo>
                  <a:cubicBezTo>
                    <a:pt x="690" y="1129"/>
                    <a:pt x="819" y="1086"/>
                    <a:pt x="929" y="991"/>
                  </a:cubicBezTo>
                  <a:cubicBezTo>
                    <a:pt x="804" y="886"/>
                    <a:pt x="737" y="732"/>
                    <a:pt x="737" y="570"/>
                  </a:cubicBezTo>
                  <a:cubicBezTo>
                    <a:pt x="737" y="397"/>
                    <a:pt x="804" y="244"/>
                    <a:pt x="929" y="139"/>
                  </a:cubicBezTo>
                  <a:cubicBezTo>
                    <a:pt x="818" y="43"/>
                    <a:pt x="690" y="0"/>
                    <a:pt x="56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89" name="Google Shape;9689;p63"/>
          <p:cNvGrpSpPr/>
          <p:nvPr/>
        </p:nvGrpSpPr>
        <p:grpSpPr>
          <a:xfrm>
            <a:off x="5336820" y="3640871"/>
            <a:ext cx="330272" cy="329117"/>
            <a:chOff x="5341433" y="3793271"/>
            <a:chExt cx="330272" cy="329117"/>
          </a:xfrm>
        </p:grpSpPr>
        <p:sp>
          <p:nvSpPr>
            <p:cNvPr id="9690" name="Google Shape;9690;p63"/>
            <p:cNvSpPr/>
            <p:nvPr/>
          </p:nvSpPr>
          <p:spPr>
            <a:xfrm>
              <a:off x="5436441" y="3976408"/>
              <a:ext cx="52546" cy="52546"/>
            </a:xfrm>
            <a:custGeom>
              <a:avLst/>
              <a:gdLst/>
              <a:ahLst/>
              <a:cxnLst/>
              <a:rect l="l" t="t" r="r" b="b"/>
              <a:pathLst>
                <a:path w="2001" h="2001" extrusionOk="0">
                  <a:moveTo>
                    <a:pt x="1245" y="0"/>
                  </a:moveTo>
                  <a:lnTo>
                    <a:pt x="1" y="1235"/>
                  </a:lnTo>
                  <a:cubicBezTo>
                    <a:pt x="96" y="1254"/>
                    <a:pt x="182" y="1292"/>
                    <a:pt x="240" y="1359"/>
                  </a:cubicBezTo>
                  <a:lnTo>
                    <a:pt x="642" y="1761"/>
                  </a:lnTo>
                  <a:cubicBezTo>
                    <a:pt x="709" y="1819"/>
                    <a:pt x="747" y="1905"/>
                    <a:pt x="766" y="2000"/>
                  </a:cubicBezTo>
                  <a:lnTo>
                    <a:pt x="2001" y="756"/>
                  </a:lnTo>
                  <a:cubicBezTo>
                    <a:pt x="1714" y="546"/>
                    <a:pt x="1455" y="287"/>
                    <a:pt x="124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1" name="Google Shape;9691;p63"/>
            <p:cNvSpPr/>
            <p:nvPr/>
          </p:nvSpPr>
          <p:spPr>
            <a:xfrm>
              <a:off x="5436179" y="3976146"/>
              <a:ext cx="42515" cy="52310"/>
            </a:xfrm>
            <a:custGeom>
              <a:avLst/>
              <a:gdLst/>
              <a:ahLst/>
              <a:cxnLst/>
              <a:rect l="l" t="t" r="r" b="b"/>
              <a:pathLst>
                <a:path w="1619" h="1992" extrusionOk="0">
                  <a:moveTo>
                    <a:pt x="1245" y="1"/>
                  </a:moveTo>
                  <a:lnTo>
                    <a:pt x="1" y="1235"/>
                  </a:lnTo>
                  <a:cubicBezTo>
                    <a:pt x="87" y="1254"/>
                    <a:pt x="173" y="1293"/>
                    <a:pt x="240" y="1360"/>
                  </a:cubicBezTo>
                  <a:lnTo>
                    <a:pt x="642" y="1752"/>
                  </a:lnTo>
                  <a:cubicBezTo>
                    <a:pt x="700" y="1819"/>
                    <a:pt x="747" y="1905"/>
                    <a:pt x="757" y="1991"/>
                  </a:cubicBezTo>
                  <a:lnTo>
                    <a:pt x="1226" y="1532"/>
                  </a:lnTo>
                  <a:lnTo>
                    <a:pt x="1059" y="1356"/>
                  </a:lnTo>
                  <a:lnTo>
                    <a:pt x="1059" y="1356"/>
                  </a:lnTo>
                  <a:cubicBezTo>
                    <a:pt x="1060" y="1357"/>
                    <a:pt x="1062" y="1358"/>
                    <a:pt x="1063" y="1360"/>
                  </a:cubicBezTo>
                  <a:lnTo>
                    <a:pt x="1054" y="1350"/>
                  </a:lnTo>
                  <a:lnTo>
                    <a:pt x="1059" y="1356"/>
                  </a:lnTo>
                  <a:lnTo>
                    <a:pt x="1059" y="1356"/>
                  </a:lnTo>
                  <a:cubicBezTo>
                    <a:pt x="958" y="1260"/>
                    <a:pt x="959" y="1100"/>
                    <a:pt x="1054" y="996"/>
                  </a:cubicBezTo>
                  <a:lnTo>
                    <a:pt x="1618" y="431"/>
                  </a:lnTo>
                  <a:cubicBezTo>
                    <a:pt x="1484" y="297"/>
                    <a:pt x="1360" y="154"/>
                    <a:pt x="1245"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2" name="Google Shape;9692;p63"/>
            <p:cNvSpPr/>
            <p:nvPr/>
          </p:nvSpPr>
          <p:spPr>
            <a:xfrm>
              <a:off x="5431925" y="3793350"/>
              <a:ext cx="239780" cy="228830"/>
            </a:xfrm>
            <a:custGeom>
              <a:avLst/>
              <a:gdLst/>
              <a:ahLst/>
              <a:cxnLst/>
              <a:rect l="l" t="t" r="r" b="b"/>
              <a:pathLst>
                <a:path w="9131" h="8714" extrusionOk="0">
                  <a:moveTo>
                    <a:pt x="4780" y="1"/>
                  </a:moveTo>
                  <a:cubicBezTo>
                    <a:pt x="3645" y="1"/>
                    <a:pt x="2528" y="444"/>
                    <a:pt x="1694" y="1277"/>
                  </a:cubicBezTo>
                  <a:cubicBezTo>
                    <a:pt x="0" y="2980"/>
                    <a:pt x="0" y="5737"/>
                    <a:pt x="1694" y="7440"/>
                  </a:cubicBezTo>
                  <a:cubicBezTo>
                    <a:pt x="2525" y="8271"/>
                    <a:pt x="3637" y="8713"/>
                    <a:pt x="4769" y="8713"/>
                  </a:cubicBezTo>
                  <a:cubicBezTo>
                    <a:pt x="5332" y="8713"/>
                    <a:pt x="5901" y="8604"/>
                    <a:pt x="6441" y="8378"/>
                  </a:cubicBezTo>
                  <a:cubicBezTo>
                    <a:pt x="8068" y="7708"/>
                    <a:pt x="9130" y="6120"/>
                    <a:pt x="9130" y="4359"/>
                  </a:cubicBezTo>
                  <a:cubicBezTo>
                    <a:pt x="9130" y="2598"/>
                    <a:pt x="8068" y="1009"/>
                    <a:pt x="6441" y="330"/>
                  </a:cubicBezTo>
                  <a:cubicBezTo>
                    <a:pt x="5904" y="108"/>
                    <a:pt x="5340" y="1"/>
                    <a:pt x="4780"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3" name="Google Shape;9693;p63"/>
            <p:cNvSpPr/>
            <p:nvPr/>
          </p:nvSpPr>
          <p:spPr>
            <a:xfrm>
              <a:off x="5427408" y="3793271"/>
              <a:ext cx="139756" cy="228830"/>
            </a:xfrm>
            <a:custGeom>
              <a:avLst/>
              <a:gdLst/>
              <a:ahLst/>
              <a:cxnLst/>
              <a:rect l="l" t="t" r="r" b="b"/>
              <a:pathLst>
                <a:path w="5322" h="8714" extrusionOk="0">
                  <a:moveTo>
                    <a:pt x="4940" y="0"/>
                  </a:moveTo>
                  <a:cubicBezTo>
                    <a:pt x="2561" y="0"/>
                    <a:pt x="593" y="1935"/>
                    <a:pt x="593" y="4362"/>
                  </a:cubicBezTo>
                  <a:cubicBezTo>
                    <a:pt x="593" y="6779"/>
                    <a:pt x="2561" y="8713"/>
                    <a:pt x="4940" y="8713"/>
                  </a:cubicBezTo>
                  <a:cubicBezTo>
                    <a:pt x="5066" y="8713"/>
                    <a:pt x="5193" y="8708"/>
                    <a:pt x="5321" y="8697"/>
                  </a:cubicBezTo>
                  <a:cubicBezTo>
                    <a:pt x="4297" y="8611"/>
                    <a:pt x="3340" y="8161"/>
                    <a:pt x="2613" y="7434"/>
                  </a:cubicBezTo>
                  <a:cubicBezTo>
                    <a:pt x="0" y="4821"/>
                    <a:pt x="1637" y="333"/>
                    <a:pt x="5321" y="17"/>
                  </a:cubicBezTo>
                  <a:cubicBezTo>
                    <a:pt x="5193" y="6"/>
                    <a:pt x="5066" y="0"/>
                    <a:pt x="49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4" name="Google Shape;9694;p63"/>
            <p:cNvSpPr/>
            <p:nvPr/>
          </p:nvSpPr>
          <p:spPr>
            <a:xfrm>
              <a:off x="5464828" y="3814936"/>
              <a:ext cx="194061" cy="185343"/>
            </a:xfrm>
            <a:custGeom>
              <a:avLst/>
              <a:gdLst/>
              <a:ahLst/>
              <a:cxnLst/>
              <a:rect l="l" t="t" r="r" b="b"/>
              <a:pathLst>
                <a:path w="7390" h="7058" extrusionOk="0">
                  <a:moveTo>
                    <a:pt x="3553" y="1"/>
                  </a:moveTo>
                  <a:cubicBezTo>
                    <a:pt x="1738" y="1"/>
                    <a:pt x="1" y="1411"/>
                    <a:pt x="1" y="3537"/>
                  </a:cubicBezTo>
                  <a:cubicBezTo>
                    <a:pt x="1" y="4963"/>
                    <a:pt x="862" y="6245"/>
                    <a:pt x="2173" y="6790"/>
                  </a:cubicBezTo>
                  <a:cubicBezTo>
                    <a:pt x="2609" y="6971"/>
                    <a:pt x="3066" y="7058"/>
                    <a:pt x="3519" y="7058"/>
                  </a:cubicBezTo>
                  <a:cubicBezTo>
                    <a:pt x="4438" y="7058"/>
                    <a:pt x="5341" y="6698"/>
                    <a:pt x="6021" y="6025"/>
                  </a:cubicBezTo>
                  <a:cubicBezTo>
                    <a:pt x="7389" y="4647"/>
                    <a:pt x="7389" y="2417"/>
                    <a:pt x="6021" y="1039"/>
                  </a:cubicBezTo>
                  <a:cubicBezTo>
                    <a:pt x="5301" y="322"/>
                    <a:pt x="4418" y="1"/>
                    <a:pt x="3553" y="1"/>
                  </a:cubicBezTo>
                  <a:close/>
                </a:path>
              </a:pathLst>
            </a:custGeom>
            <a:solidFill>
              <a:srgbClr val="8797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5" name="Google Shape;9695;p63"/>
            <p:cNvSpPr/>
            <p:nvPr/>
          </p:nvSpPr>
          <p:spPr>
            <a:xfrm>
              <a:off x="5456793" y="3815251"/>
              <a:ext cx="110607" cy="185080"/>
            </a:xfrm>
            <a:custGeom>
              <a:avLst/>
              <a:gdLst/>
              <a:ahLst/>
              <a:cxnLst/>
              <a:rect l="l" t="t" r="r" b="b"/>
              <a:pathLst>
                <a:path w="4212" h="7048" extrusionOk="0">
                  <a:moveTo>
                    <a:pt x="3821" y="0"/>
                  </a:moveTo>
                  <a:cubicBezTo>
                    <a:pt x="1903" y="0"/>
                    <a:pt x="307" y="1561"/>
                    <a:pt x="307" y="3525"/>
                  </a:cubicBezTo>
                  <a:cubicBezTo>
                    <a:pt x="307" y="5493"/>
                    <a:pt x="1910" y="7047"/>
                    <a:pt x="3833" y="7047"/>
                  </a:cubicBezTo>
                  <a:cubicBezTo>
                    <a:pt x="3958" y="7047"/>
                    <a:pt x="4084" y="7041"/>
                    <a:pt x="4212" y="7027"/>
                  </a:cubicBezTo>
                  <a:cubicBezTo>
                    <a:pt x="3408" y="6941"/>
                    <a:pt x="2661" y="6578"/>
                    <a:pt x="2097" y="6013"/>
                  </a:cubicBezTo>
                  <a:cubicBezTo>
                    <a:pt x="1" y="3917"/>
                    <a:pt x="1264" y="338"/>
                    <a:pt x="4212" y="22"/>
                  </a:cubicBezTo>
                  <a:cubicBezTo>
                    <a:pt x="4080" y="7"/>
                    <a:pt x="3950" y="0"/>
                    <a:pt x="3821"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6" name="Google Shape;9696;p63"/>
            <p:cNvSpPr/>
            <p:nvPr/>
          </p:nvSpPr>
          <p:spPr>
            <a:xfrm>
              <a:off x="5531949" y="3851752"/>
              <a:ext cx="50787" cy="50550"/>
            </a:xfrm>
            <a:custGeom>
              <a:avLst/>
              <a:gdLst/>
              <a:ahLst/>
              <a:cxnLst/>
              <a:rect l="l" t="t" r="r" b="b"/>
              <a:pathLst>
                <a:path w="1934" h="1925" extrusionOk="0">
                  <a:moveTo>
                    <a:pt x="967" y="0"/>
                  </a:moveTo>
                  <a:cubicBezTo>
                    <a:pt x="440" y="0"/>
                    <a:pt x="0" y="431"/>
                    <a:pt x="0" y="957"/>
                  </a:cubicBezTo>
                  <a:cubicBezTo>
                    <a:pt x="0" y="1493"/>
                    <a:pt x="440" y="1924"/>
                    <a:pt x="967" y="1924"/>
                  </a:cubicBezTo>
                  <a:cubicBezTo>
                    <a:pt x="1503" y="1924"/>
                    <a:pt x="1933" y="1493"/>
                    <a:pt x="1933" y="957"/>
                  </a:cubicBezTo>
                  <a:cubicBezTo>
                    <a:pt x="1933" y="431"/>
                    <a:pt x="1503" y="0"/>
                    <a:pt x="967"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7" name="Google Shape;9697;p63"/>
            <p:cNvSpPr/>
            <p:nvPr/>
          </p:nvSpPr>
          <p:spPr>
            <a:xfrm>
              <a:off x="5532185" y="3851726"/>
              <a:ext cx="35215" cy="50577"/>
            </a:xfrm>
            <a:custGeom>
              <a:avLst/>
              <a:gdLst/>
              <a:ahLst/>
              <a:cxnLst/>
              <a:rect l="l" t="t" r="r" b="b"/>
              <a:pathLst>
                <a:path w="1341" h="1926" extrusionOk="0">
                  <a:moveTo>
                    <a:pt x="960" y="1"/>
                  </a:moveTo>
                  <a:cubicBezTo>
                    <a:pt x="451" y="1"/>
                    <a:pt x="1" y="406"/>
                    <a:pt x="1" y="958"/>
                  </a:cubicBezTo>
                  <a:cubicBezTo>
                    <a:pt x="1" y="1519"/>
                    <a:pt x="451" y="1926"/>
                    <a:pt x="960" y="1926"/>
                  </a:cubicBezTo>
                  <a:cubicBezTo>
                    <a:pt x="1085" y="1926"/>
                    <a:pt x="1214" y="1901"/>
                    <a:pt x="1341" y="1848"/>
                  </a:cubicBezTo>
                  <a:cubicBezTo>
                    <a:pt x="987" y="1695"/>
                    <a:pt x="757" y="1351"/>
                    <a:pt x="757" y="968"/>
                  </a:cubicBezTo>
                  <a:cubicBezTo>
                    <a:pt x="747" y="576"/>
                    <a:pt x="987" y="231"/>
                    <a:pt x="1341" y="78"/>
                  </a:cubicBezTo>
                  <a:cubicBezTo>
                    <a:pt x="1214" y="25"/>
                    <a:pt x="1085" y="1"/>
                    <a:pt x="96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8" name="Google Shape;9698;p63"/>
            <p:cNvSpPr/>
            <p:nvPr/>
          </p:nvSpPr>
          <p:spPr>
            <a:xfrm>
              <a:off x="5515852" y="3902276"/>
              <a:ext cx="82955" cy="53045"/>
            </a:xfrm>
            <a:custGeom>
              <a:avLst/>
              <a:gdLst/>
              <a:ahLst/>
              <a:cxnLst/>
              <a:rect l="l" t="t" r="r" b="b"/>
              <a:pathLst>
                <a:path w="3159" h="2020" extrusionOk="0">
                  <a:moveTo>
                    <a:pt x="1034" y="0"/>
                  </a:moveTo>
                  <a:cubicBezTo>
                    <a:pt x="460" y="0"/>
                    <a:pt x="1" y="459"/>
                    <a:pt x="1" y="1034"/>
                  </a:cubicBezTo>
                  <a:lnTo>
                    <a:pt x="1" y="1838"/>
                  </a:lnTo>
                  <a:cubicBezTo>
                    <a:pt x="1" y="1943"/>
                    <a:pt x="77" y="2019"/>
                    <a:pt x="183" y="2019"/>
                  </a:cubicBezTo>
                  <a:lnTo>
                    <a:pt x="2977" y="2019"/>
                  </a:lnTo>
                  <a:cubicBezTo>
                    <a:pt x="3073" y="2019"/>
                    <a:pt x="3159" y="1943"/>
                    <a:pt x="3159" y="1838"/>
                  </a:cubicBezTo>
                  <a:lnTo>
                    <a:pt x="3159" y="1034"/>
                  </a:lnTo>
                  <a:cubicBezTo>
                    <a:pt x="3149" y="469"/>
                    <a:pt x="2690" y="0"/>
                    <a:pt x="21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9" name="Google Shape;9699;p63"/>
            <p:cNvSpPr/>
            <p:nvPr/>
          </p:nvSpPr>
          <p:spPr>
            <a:xfrm>
              <a:off x="5515852" y="3902276"/>
              <a:ext cx="47032" cy="53045"/>
            </a:xfrm>
            <a:custGeom>
              <a:avLst/>
              <a:gdLst/>
              <a:ahLst/>
              <a:cxnLst/>
              <a:rect l="l" t="t" r="r" b="b"/>
              <a:pathLst>
                <a:path w="1791" h="2020" extrusionOk="0">
                  <a:moveTo>
                    <a:pt x="1034" y="0"/>
                  </a:moveTo>
                  <a:cubicBezTo>
                    <a:pt x="460" y="0"/>
                    <a:pt x="1" y="459"/>
                    <a:pt x="1" y="1034"/>
                  </a:cubicBezTo>
                  <a:lnTo>
                    <a:pt x="1" y="1838"/>
                  </a:lnTo>
                  <a:cubicBezTo>
                    <a:pt x="1" y="1933"/>
                    <a:pt x="77" y="2019"/>
                    <a:pt x="183" y="2019"/>
                  </a:cubicBezTo>
                  <a:lnTo>
                    <a:pt x="939" y="2019"/>
                  </a:lnTo>
                  <a:cubicBezTo>
                    <a:pt x="833" y="2010"/>
                    <a:pt x="757" y="1933"/>
                    <a:pt x="757" y="1838"/>
                  </a:cubicBezTo>
                  <a:lnTo>
                    <a:pt x="757" y="1034"/>
                  </a:lnTo>
                  <a:cubicBezTo>
                    <a:pt x="766" y="459"/>
                    <a:pt x="1226" y="0"/>
                    <a:pt x="179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0" name="Google Shape;9700;p63"/>
            <p:cNvSpPr/>
            <p:nvPr/>
          </p:nvSpPr>
          <p:spPr>
            <a:xfrm>
              <a:off x="5531686" y="3923311"/>
              <a:ext cx="10084" cy="32011"/>
            </a:xfrm>
            <a:custGeom>
              <a:avLst/>
              <a:gdLst/>
              <a:ahLst/>
              <a:cxnLst/>
              <a:rect l="l" t="t" r="r" b="b"/>
              <a:pathLst>
                <a:path w="384" h="1219" extrusionOk="0">
                  <a:moveTo>
                    <a:pt x="196" y="1"/>
                  </a:moveTo>
                  <a:cubicBezTo>
                    <a:pt x="101" y="1"/>
                    <a:pt x="5" y="65"/>
                    <a:pt x="1" y="194"/>
                  </a:cubicBezTo>
                  <a:lnTo>
                    <a:pt x="1" y="1209"/>
                  </a:lnTo>
                  <a:lnTo>
                    <a:pt x="383" y="1218"/>
                  </a:lnTo>
                  <a:lnTo>
                    <a:pt x="383" y="194"/>
                  </a:lnTo>
                  <a:cubicBezTo>
                    <a:pt x="383" y="65"/>
                    <a:pt x="290" y="1"/>
                    <a:pt x="1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1" name="Google Shape;9701;p63"/>
            <p:cNvSpPr/>
            <p:nvPr/>
          </p:nvSpPr>
          <p:spPr>
            <a:xfrm>
              <a:off x="5572915" y="3923311"/>
              <a:ext cx="10084" cy="32011"/>
            </a:xfrm>
            <a:custGeom>
              <a:avLst/>
              <a:gdLst/>
              <a:ahLst/>
              <a:cxnLst/>
              <a:rect l="l" t="t" r="r" b="b"/>
              <a:pathLst>
                <a:path w="384" h="1219" extrusionOk="0">
                  <a:moveTo>
                    <a:pt x="192" y="1"/>
                  </a:moveTo>
                  <a:cubicBezTo>
                    <a:pt x="96" y="1"/>
                    <a:pt x="0" y="65"/>
                    <a:pt x="0" y="194"/>
                  </a:cubicBezTo>
                  <a:lnTo>
                    <a:pt x="0" y="1209"/>
                  </a:lnTo>
                  <a:lnTo>
                    <a:pt x="383" y="1218"/>
                  </a:lnTo>
                  <a:lnTo>
                    <a:pt x="383" y="194"/>
                  </a:lnTo>
                  <a:cubicBezTo>
                    <a:pt x="383" y="65"/>
                    <a:pt x="287" y="1"/>
                    <a:pt x="19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2" name="Google Shape;9702;p63"/>
            <p:cNvSpPr/>
            <p:nvPr/>
          </p:nvSpPr>
          <p:spPr>
            <a:xfrm>
              <a:off x="5341433" y="4004874"/>
              <a:ext cx="120166" cy="117514"/>
            </a:xfrm>
            <a:custGeom>
              <a:avLst/>
              <a:gdLst/>
              <a:ahLst/>
              <a:cxnLst/>
              <a:rect l="l" t="t" r="r" b="b"/>
              <a:pathLst>
                <a:path w="4576" h="4475" extrusionOk="0">
                  <a:moveTo>
                    <a:pt x="3625" y="0"/>
                  </a:moveTo>
                  <a:cubicBezTo>
                    <a:pt x="3497" y="0"/>
                    <a:pt x="3370" y="50"/>
                    <a:pt x="3274" y="151"/>
                  </a:cubicBezTo>
                  <a:lnTo>
                    <a:pt x="192" y="3223"/>
                  </a:lnTo>
                  <a:cubicBezTo>
                    <a:pt x="1" y="3414"/>
                    <a:pt x="1" y="3730"/>
                    <a:pt x="192" y="3931"/>
                  </a:cubicBezTo>
                  <a:lnTo>
                    <a:pt x="594" y="4323"/>
                  </a:lnTo>
                  <a:cubicBezTo>
                    <a:pt x="690" y="4424"/>
                    <a:pt x="817" y="4474"/>
                    <a:pt x="945" y="4474"/>
                  </a:cubicBezTo>
                  <a:cubicBezTo>
                    <a:pt x="1073" y="4474"/>
                    <a:pt x="1202" y="4424"/>
                    <a:pt x="1303" y="4323"/>
                  </a:cubicBezTo>
                  <a:lnTo>
                    <a:pt x="4375" y="1251"/>
                  </a:lnTo>
                  <a:cubicBezTo>
                    <a:pt x="4576" y="1060"/>
                    <a:pt x="4576" y="744"/>
                    <a:pt x="4375" y="543"/>
                  </a:cubicBezTo>
                  <a:lnTo>
                    <a:pt x="3982" y="151"/>
                  </a:lnTo>
                  <a:cubicBezTo>
                    <a:pt x="3882" y="50"/>
                    <a:pt x="3753" y="0"/>
                    <a:pt x="36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3" name="Google Shape;9703;p63"/>
            <p:cNvSpPr/>
            <p:nvPr/>
          </p:nvSpPr>
          <p:spPr>
            <a:xfrm>
              <a:off x="5341433" y="4004874"/>
              <a:ext cx="105093" cy="117514"/>
            </a:xfrm>
            <a:custGeom>
              <a:avLst/>
              <a:gdLst/>
              <a:ahLst/>
              <a:cxnLst/>
              <a:rect l="l" t="t" r="r" b="b"/>
              <a:pathLst>
                <a:path w="4002" h="4475" extrusionOk="0">
                  <a:moveTo>
                    <a:pt x="3625" y="0"/>
                  </a:moveTo>
                  <a:cubicBezTo>
                    <a:pt x="3497" y="0"/>
                    <a:pt x="3370" y="50"/>
                    <a:pt x="3274" y="151"/>
                  </a:cubicBezTo>
                  <a:lnTo>
                    <a:pt x="192" y="3223"/>
                  </a:lnTo>
                  <a:cubicBezTo>
                    <a:pt x="1" y="3414"/>
                    <a:pt x="1" y="3730"/>
                    <a:pt x="192" y="3931"/>
                  </a:cubicBezTo>
                  <a:lnTo>
                    <a:pt x="594" y="4323"/>
                  </a:lnTo>
                  <a:cubicBezTo>
                    <a:pt x="690" y="4424"/>
                    <a:pt x="817" y="4474"/>
                    <a:pt x="945" y="4474"/>
                  </a:cubicBezTo>
                  <a:cubicBezTo>
                    <a:pt x="1073" y="4474"/>
                    <a:pt x="1202" y="4424"/>
                    <a:pt x="1303" y="4323"/>
                  </a:cubicBezTo>
                  <a:lnTo>
                    <a:pt x="1322" y="4304"/>
                  </a:lnTo>
                  <a:lnTo>
                    <a:pt x="958" y="3931"/>
                  </a:lnTo>
                  <a:cubicBezTo>
                    <a:pt x="757" y="3730"/>
                    <a:pt x="757" y="3414"/>
                    <a:pt x="958" y="3223"/>
                  </a:cubicBezTo>
                  <a:lnTo>
                    <a:pt x="4001" y="170"/>
                  </a:lnTo>
                  <a:lnTo>
                    <a:pt x="3982" y="151"/>
                  </a:lnTo>
                  <a:cubicBezTo>
                    <a:pt x="3882" y="50"/>
                    <a:pt x="3753" y="0"/>
                    <a:pt x="36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4" name="Google Shape;9704;p63"/>
            <p:cNvSpPr/>
            <p:nvPr/>
          </p:nvSpPr>
          <p:spPr>
            <a:xfrm>
              <a:off x="5417587" y="4004874"/>
              <a:ext cx="43749" cy="42436"/>
            </a:xfrm>
            <a:custGeom>
              <a:avLst/>
              <a:gdLst/>
              <a:ahLst/>
              <a:cxnLst/>
              <a:rect l="l" t="t" r="r" b="b"/>
              <a:pathLst>
                <a:path w="1666" h="1616" extrusionOk="0">
                  <a:moveTo>
                    <a:pt x="725" y="0"/>
                  </a:moveTo>
                  <a:cubicBezTo>
                    <a:pt x="597" y="0"/>
                    <a:pt x="470" y="50"/>
                    <a:pt x="374" y="151"/>
                  </a:cubicBezTo>
                  <a:lnTo>
                    <a:pt x="1" y="515"/>
                  </a:lnTo>
                  <a:lnTo>
                    <a:pt x="1111" y="1615"/>
                  </a:lnTo>
                  <a:lnTo>
                    <a:pt x="1475" y="1251"/>
                  </a:lnTo>
                  <a:cubicBezTo>
                    <a:pt x="1666" y="1060"/>
                    <a:pt x="1666" y="744"/>
                    <a:pt x="1475" y="543"/>
                  </a:cubicBezTo>
                  <a:lnTo>
                    <a:pt x="1082" y="151"/>
                  </a:lnTo>
                  <a:cubicBezTo>
                    <a:pt x="982" y="50"/>
                    <a:pt x="853" y="0"/>
                    <a:pt x="72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5" name="Google Shape;9705;p63"/>
            <p:cNvSpPr/>
            <p:nvPr/>
          </p:nvSpPr>
          <p:spPr>
            <a:xfrm>
              <a:off x="5417587" y="4004795"/>
              <a:ext cx="28939" cy="23398"/>
            </a:xfrm>
            <a:custGeom>
              <a:avLst/>
              <a:gdLst/>
              <a:ahLst/>
              <a:cxnLst/>
              <a:rect l="l" t="t" r="r" b="b"/>
              <a:pathLst>
                <a:path w="1102" h="891" extrusionOk="0">
                  <a:moveTo>
                    <a:pt x="671" y="1"/>
                  </a:moveTo>
                  <a:lnTo>
                    <a:pt x="623" y="10"/>
                  </a:lnTo>
                  <a:cubicBezTo>
                    <a:pt x="527" y="29"/>
                    <a:pt x="441" y="77"/>
                    <a:pt x="364" y="144"/>
                  </a:cubicBezTo>
                  <a:lnTo>
                    <a:pt x="96" y="422"/>
                  </a:lnTo>
                  <a:lnTo>
                    <a:pt x="1" y="518"/>
                  </a:lnTo>
                  <a:lnTo>
                    <a:pt x="384" y="891"/>
                  </a:lnTo>
                  <a:lnTo>
                    <a:pt x="1101" y="173"/>
                  </a:lnTo>
                  <a:lnTo>
                    <a:pt x="1073" y="154"/>
                  </a:lnTo>
                  <a:lnTo>
                    <a:pt x="1044" y="116"/>
                  </a:lnTo>
                  <a:lnTo>
                    <a:pt x="1025" y="106"/>
                  </a:lnTo>
                  <a:cubicBezTo>
                    <a:pt x="939" y="39"/>
                    <a:pt x="833" y="1"/>
                    <a:pt x="71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06" name="Google Shape;9706;p63"/>
          <p:cNvGrpSpPr/>
          <p:nvPr/>
        </p:nvGrpSpPr>
        <p:grpSpPr>
          <a:xfrm>
            <a:off x="5739438" y="3613850"/>
            <a:ext cx="428511" cy="383186"/>
            <a:chOff x="5744051" y="3766250"/>
            <a:chExt cx="428511" cy="383186"/>
          </a:xfrm>
        </p:grpSpPr>
        <p:sp>
          <p:nvSpPr>
            <p:cNvPr id="9707" name="Google Shape;9707;p63"/>
            <p:cNvSpPr/>
            <p:nvPr/>
          </p:nvSpPr>
          <p:spPr>
            <a:xfrm>
              <a:off x="5872489" y="3804510"/>
              <a:ext cx="130696" cy="130460"/>
            </a:xfrm>
            <a:custGeom>
              <a:avLst/>
              <a:gdLst/>
              <a:ahLst/>
              <a:cxnLst/>
              <a:rect l="l" t="t" r="r" b="b"/>
              <a:pathLst>
                <a:path w="4977" h="4968" extrusionOk="0">
                  <a:moveTo>
                    <a:pt x="2480" y="0"/>
                  </a:moveTo>
                  <a:cubicBezTo>
                    <a:pt x="1110" y="0"/>
                    <a:pt x="0" y="1107"/>
                    <a:pt x="0" y="2479"/>
                  </a:cubicBezTo>
                  <a:cubicBezTo>
                    <a:pt x="0" y="3847"/>
                    <a:pt x="1110" y="4967"/>
                    <a:pt x="2479" y="4967"/>
                  </a:cubicBezTo>
                  <a:cubicBezTo>
                    <a:pt x="2485" y="4967"/>
                    <a:pt x="2491" y="4967"/>
                    <a:pt x="2496" y="4967"/>
                  </a:cubicBezTo>
                  <a:cubicBezTo>
                    <a:pt x="3866" y="4967"/>
                    <a:pt x="4967" y="3861"/>
                    <a:pt x="4977" y="2488"/>
                  </a:cubicBezTo>
                  <a:cubicBezTo>
                    <a:pt x="4977" y="1120"/>
                    <a:pt x="3866" y="0"/>
                    <a:pt x="2498" y="0"/>
                  </a:cubicBezTo>
                  <a:cubicBezTo>
                    <a:pt x="2492" y="0"/>
                    <a:pt x="2486" y="0"/>
                    <a:pt x="2480"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8" name="Google Shape;9708;p63"/>
            <p:cNvSpPr/>
            <p:nvPr/>
          </p:nvSpPr>
          <p:spPr>
            <a:xfrm>
              <a:off x="5871963" y="3804169"/>
              <a:ext cx="74185" cy="130775"/>
            </a:xfrm>
            <a:custGeom>
              <a:avLst/>
              <a:gdLst/>
              <a:ahLst/>
              <a:cxnLst/>
              <a:rect l="l" t="t" r="r" b="b"/>
              <a:pathLst>
                <a:path w="2825" h="4980" extrusionOk="0">
                  <a:moveTo>
                    <a:pt x="2487" y="0"/>
                  </a:moveTo>
                  <a:cubicBezTo>
                    <a:pt x="1138" y="0"/>
                    <a:pt x="10" y="1094"/>
                    <a:pt x="1" y="2482"/>
                  </a:cubicBezTo>
                  <a:cubicBezTo>
                    <a:pt x="1" y="3880"/>
                    <a:pt x="1144" y="4980"/>
                    <a:pt x="2498" y="4980"/>
                  </a:cubicBezTo>
                  <a:cubicBezTo>
                    <a:pt x="2599" y="4980"/>
                    <a:pt x="2702" y="4974"/>
                    <a:pt x="2805" y="4961"/>
                  </a:cubicBezTo>
                  <a:cubicBezTo>
                    <a:pt x="1570" y="4789"/>
                    <a:pt x="642" y="3736"/>
                    <a:pt x="642" y="2482"/>
                  </a:cubicBezTo>
                  <a:cubicBezTo>
                    <a:pt x="652" y="1238"/>
                    <a:pt x="1580" y="185"/>
                    <a:pt x="2824" y="23"/>
                  </a:cubicBezTo>
                  <a:cubicBezTo>
                    <a:pt x="2710" y="8"/>
                    <a:pt x="2598" y="0"/>
                    <a:pt x="2487" y="0"/>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9" name="Google Shape;9709;p63"/>
            <p:cNvSpPr/>
            <p:nvPr/>
          </p:nvSpPr>
          <p:spPr>
            <a:xfrm>
              <a:off x="5893339" y="3825361"/>
              <a:ext cx="88995" cy="88733"/>
            </a:xfrm>
            <a:custGeom>
              <a:avLst/>
              <a:gdLst/>
              <a:ahLst/>
              <a:cxnLst/>
              <a:rect l="l" t="t" r="r" b="b"/>
              <a:pathLst>
                <a:path w="3389" h="3379" extrusionOk="0">
                  <a:moveTo>
                    <a:pt x="1677" y="0"/>
                  </a:moveTo>
                  <a:cubicBezTo>
                    <a:pt x="756" y="0"/>
                    <a:pt x="0" y="753"/>
                    <a:pt x="0" y="1685"/>
                  </a:cubicBezTo>
                  <a:cubicBezTo>
                    <a:pt x="0" y="2623"/>
                    <a:pt x="756" y="3379"/>
                    <a:pt x="1685" y="3379"/>
                  </a:cubicBezTo>
                  <a:cubicBezTo>
                    <a:pt x="1691" y="3379"/>
                    <a:pt x="1696" y="3379"/>
                    <a:pt x="1702" y="3379"/>
                  </a:cubicBezTo>
                  <a:cubicBezTo>
                    <a:pt x="2632" y="3379"/>
                    <a:pt x="3379" y="2627"/>
                    <a:pt x="3388" y="1694"/>
                  </a:cubicBezTo>
                  <a:cubicBezTo>
                    <a:pt x="3388" y="757"/>
                    <a:pt x="2632" y="1"/>
                    <a:pt x="1694" y="1"/>
                  </a:cubicBezTo>
                  <a:cubicBezTo>
                    <a:pt x="1688" y="1"/>
                    <a:pt x="1683" y="0"/>
                    <a:pt x="1677"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0" name="Google Shape;9710;p63"/>
            <p:cNvSpPr/>
            <p:nvPr/>
          </p:nvSpPr>
          <p:spPr>
            <a:xfrm>
              <a:off x="5892840" y="3824993"/>
              <a:ext cx="53308" cy="88995"/>
            </a:xfrm>
            <a:custGeom>
              <a:avLst/>
              <a:gdLst/>
              <a:ahLst/>
              <a:cxnLst/>
              <a:rect l="l" t="t" r="r" b="b"/>
              <a:pathLst>
                <a:path w="2030" h="3389" extrusionOk="0">
                  <a:moveTo>
                    <a:pt x="1694" y="0"/>
                  </a:moveTo>
                  <a:cubicBezTo>
                    <a:pt x="786" y="0"/>
                    <a:pt x="9" y="742"/>
                    <a:pt x="0" y="1689"/>
                  </a:cubicBezTo>
                  <a:cubicBezTo>
                    <a:pt x="0" y="2645"/>
                    <a:pt x="777" y="3388"/>
                    <a:pt x="1685" y="3388"/>
                  </a:cubicBezTo>
                  <a:cubicBezTo>
                    <a:pt x="1795" y="3388"/>
                    <a:pt x="1907" y="3377"/>
                    <a:pt x="2020" y="3355"/>
                  </a:cubicBezTo>
                  <a:cubicBezTo>
                    <a:pt x="1225" y="3201"/>
                    <a:pt x="661" y="2503"/>
                    <a:pt x="661" y="1689"/>
                  </a:cubicBezTo>
                  <a:cubicBezTo>
                    <a:pt x="661" y="885"/>
                    <a:pt x="1235" y="187"/>
                    <a:pt x="2029" y="34"/>
                  </a:cubicBezTo>
                  <a:cubicBezTo>
                    <a:pt x="1916" y="11"/>
                    <a:pt x="1804" y="0"/>
                    <a:pt x="1694"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1" name="Google Shape;9711;p63"/>
            <p:cNvSpPr/>
            <p:nvPr/>
          </p:nvSpPr>
          <p:spPr>
            <a:xfrm>
              <a:off x="5919231" y="3839436"/>
              <a:ext cx="35714" cy="61107"/>
            </a:xfrm>
            <a:custGeom>
              <a:avLst/>
              <a:gdLst/>
              <a:ahLst/>
              <a:cxnLst/>
              <a:rect l="l" t="t" r="r" b="b"/>
              <a:pathLst>
                <a:path w="1360" h="2327" extrusionOk="0">
                  <a:moveTo>
                    <a:pt x="651" y="469"/>
                  </a:moveTo>
                  <a:lnTo>
                    <a:pt x="651" y="900"/>
                  </a:lnTo>
                  <a:cubicBezTo>
                    <a:pt x="469" y="833"/>
                    <a:pt x="421" y="776"/>
                    <a:pt x="421" y="670"/>
                  </a:cubicBezTo>
                  <a:cubicBezTo>
                    <a:pt x="421" y="546"/>
                    <a:pt x="526" y="489"/>
                    <a:pt x="651" y="469"/>
                  </a:cubicBezTo>
                  <a:close/>
                  <a:moveTo>
                    <a:pt x="794" y="1350"/>
                  </a:moveTo>
                  <a:cubicBezTo>
                    <a:pt x="967" y="1426"/>
                    <a:pt x="1005" y="1503"/>
                    <a:pt x="1005" y="1608"/>
                  </a:cubicBezTo>
                  <a:cubicBezTo>
                    <a:pt x="1005" y="1723"/>
                    <a:pt x="909" y="1828"/>
                    <a:pt x="794" y="1838"/>
                  </a:cubicBezTo>
                  <a:lnTo>
                    <a:pt x="794" y="1350"/>
                  </a:lnTo>
                  <a:close/>
                  <a:moveTo>
                    <a:pt x="718" y="0"/>
                  </a:moveTo>
                  <a:cubicBezTo>
                    <a:pt x="670" y="0"/>
                    <a:pt x="622" y="29"/>
                    <a:pt x="622" y="77"/>
                  </a:cubicBezTo>
                  <a:lnTo>
                    <a:pt x="622" y="154"/>
                  </a:lnTo>
                  <a:cubicBezTo>
                    <a:pt x="287" y="192"/>
                    <a:pt x="67" y="374"/>
                    <a:pt x="67" y="709"/>
                  </a:cubicBezTo>
                  <a:cubicBezTo>
                    <a:pt x="67" y="1063"/>
                    <a:pt x="345" y="1168"/>
                    <a:pt x="613" y="1273"/>
                  </a:cubicBezTo>
                  <a:lnTo>
                    <a:pt x="613" y="1838"/>
                  </a:lnTo>
                  <a:cubicBezTo>
                    <a:pt x="479" y="1819"/>
                    <a:pt x="354" y="1752"/>
                    <a:pt x="258" y="1656"/>
                  </a:cubicBezTo>
                  <a:cubicBezTo>
                    <a:pt x="236" y="1633"/>
                    <a:pt x="206" y="1623"/>
                    <a:pt x="176" y="1623"/>
                  </a:cubicBezTo>
                  <a:cubicBezTo>
                    <a:pt x="130" y="1623"/>
                    <a:pt x="84" y="1648"/>
                    <a:pt x="67" y="1694"/>
                  </a:cubicBezTo>
                  <a:cubicBezTo>
                    <a:pt x="0" y="1771"/>
                    <a:pt x="0" y="1876"/>
                    <a:pt x="67" y="1943"/>
                  </a:cubicBezTo>
                  <a:cubicBezTo>
                    <a:pt x="203" y="2089"/>
                    <a:pt x="392" y="2174"/>
                    <a:pt x="590" y="2174"/>
                  </a:cubicBezTo>
                  <a:cubicBezTo>
                    <a:pt x="601" y="2174"/>
                    <a:pt x="612" y="2173"/>
                    <a:pt x="622" y="2173"/>
                  </a:cubicBezTo>
                  <a:lnTo>
                    <a:pt x="622" y="2173"/>
                  </a:lnTo>
                  <a:lnTo>
                    <a:pt x="613" y="2183"/>
                  </a:lnTo>
                  <a:lnTo>
                    <a:pt x="613" y="2259"/>
                  </a:lnTo>
                  <a:cubicBezTo>
                    <a:pt x="613" y="2297"/>
                    <a:pt x="670" y="2326"/>
                    <a:pt x="708" y="2326"/>
                  </a:cubicBezTo>
                  <a:cubicBezTo>
                    <a:pt x="756" y="2326"/>
                    <a:pt x="804" y="2297"/>
                    <a:pt x="804" y="2259"/>
                  </a:cubicBezTo>
                  <a:lnTo>
                    <a:pt x="804" y="2173"/>
                  </a:lnTo>
                  <a:cubicBezTo>
                    <a:pt x="1120" y="2154"/>
                    <a:pt x="1359" y="1886"/>
                    <a:pt x="1340" y="1570"/>
                  </a:cubicBezTo>
                  <a:cubicBezTo>
                    <a:pt x="1340" y="1235"/>
                    <a:pt x="1129" y="1082"/>
                    <a:pt x="814" y="967"/>
                  </a:cubicBezTo>
                  <a:lnTo>
                    <a:pt x="814" y="469"/>
                  </a:lnTo>
                  <a:cubicBezTo>
                    <a:pt x="909" y="479"/>
                    <a:pt x="1005" y="508"/>
                    <a:pt x="1082" y="556"/>
                  </a:cubicBezTo>
                  <a:cubicBezTo>
                    <a:pt x="1102" y="567"/>
                    <a:pt x="1123" y="573"/>
                    <a:pt x="1144" y="573"/>
                  </a:cubicBezTo>
                  <a:cubicBezTo>
                    <a:pt x="1191" y="573"/>
                    <a:pt x="1234" y="545"/>
                    <a:pt x="1254" y="498"/>
                  </a:cubicBezTo>
                  <a:cubicBezTo>
                    <a:pt x="1311" y="431"/>
                    <a:pt x="1302" y="335"/>
                    <a:pt x="1244" y="278"/>
                  </a:cubicBezTo>
                  <a:cubicBezTo>
                    <a:pt x="1130" y="199"/>
                    <a:pt x="992" y="152"/>
                    <a:pt x="852" y="152"/>
                  </a:cubicBezTo>
                  <a:cubicBezTo>
                    <a:pt x="839" y="152"/>
                    <a:pt x="827" y="153"/>
                    <a:pt x="814" y="154"/>
                  </a:cubicBezTo>
                  <a:lnTo>
                    <a:pt x="814" y="77"/>
                  </a:lnTo>
                  <a:cubicBezTo>
                    <a:pt x="814" y="39"/>
                    <a:pt x="766" y="0"/>
                    <a:pt x="718"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2" name="Google Shape;9712;p63"/>
            <p:cNvSpPr/>
            <p:nvPr/>
          </p:nvSpPr>
          <p:spPr>
            <a:xfrm>
              <a:off x="5973747" y="3766565"/>
              <a:ext cx="130959" cy="130460"/>
            </a:xfrm>
            <a:custGeom>
              <a:avLst/>
              <a:gdLst/>
              <a:ahLst/>
              <a:cxnLst/>
              <a:rect l="l" t="t" r="r" b="b"/>
              <a:pathLst>
                <a:path w="4987" h="4968" extrusionOk="0">
                  <a:moveTo>
                    <a:pt x="2481" y="0"/>
                  </a:moveTo>
                  <a:cubicBezTo>
                    <a:pt x="1121" y="0"/>
                    <a:pt x="10" y="1107"/>
                    <a:pt x="1" y="2479"/>
                  </a:cubicBezTo>
                  <a:cubicBezTo>
                    <a:pt x="1" y="3847"/>
                    <a:pt x="1111" y="4967"/>
                    <a:pt x="2489" y="4967"/>
                  </a:cubicBezTo>
                  <a:cubicBezTo>
                    <a:pt x="2495" y="4967"/>
                    <a:pt x="2501" y="4967"/>
                    <a:pt x="2507" y="4967"/>
                  </a:cubicBezTo>
                  <a:cubicBezTo>
                    <a:pt x="3867" y="4967"/>
                    <a:pt x="4977" y="3861"/>
                    <a:pt x="4977" y="2488"/>
                  </a:cubicBezTo>
                  <a:cubicBezTo>
                    <a:pt x="4987" y="1120"/>
                    <a:pt x="3877" y="0"/>
                    <a:pt x="2499" y="0"/>
                  </a:cubicBezTo>
                  <a:cubicBezTo>
                    <a:pt x="2493" y="0"/>
                    <a:pt x="2487" y="0"/>
                    <a:pt x="248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3" name="Google Shape;9713;p63"/>
            <p:cNvSpPr/>
            <p:nvPr/>
          </p:nvSpPr>
          <p:spPr>
            <a:xfrm>
              <a:off x="5973274" y="3766250"/>
              <a:ext cx="74132" cy="130801"/>
            </a:xfrm>
            <a:custGeom>
              <a:avLst/>
              <a:gdLst/>
              <a:ahLst/>
              <a:cxnLst/>
              <a:rect l="l" t="t" r="r" b="b"/>
              <a:pathLst>
                <a:path w="2823" h="4981" extrusionOk="0">
                  <a:moveTo>
                    <a:pt x="2497" y="1"/>
                  </a:moveTo>
                  <a:cubicBezTo>
                    <a:pt x="1143" y="1"/>
                    <a:pt x="9" y="1089"/>
                    <a:pt x="9" y="2481"/>
                  </a:cubicBezTo>
                  <a:cubicBezTo>
                    <a:pt x="0" y="3875"/>
                    <a:pt x="1136" y="4981"/>
                    <a:pt x="2492" y="4981"/>
                  </a:cubicBezTo>
                  <a:cubicBezTo>
                    <a:pt x="2598" y="4981"/>
                    <a:pt x="2705" y="4974"/>
                    <a:pt x="2813" y="4960"/>
                  </a:cubicBezTo>
                  <a:cubicBezTo>
                    <a:pt x="1569" y="4797"/>
                    <a:pt x="641" y="3735"/>
                    <a:pt x="650" y="2481"/>
                  </a:cubicBezTo>
                  <a:cubicBezTo>
                    <a:pt x="650" y="1237"/>
                    <a:pt x="1579" y="184"/>
                    <a:pt x="2823" y="22"/>
                  </a:cubicBezTo>
                  <a:cubicBezTo>
                    <a:pt x="2713" y="8"/>
                    <a:pt x="2605" y="1"/>
                    <a:pt x="2497"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4" name="Google Shape;9714;p63"/>
            <p:cNvSpPr/>
            <p:nvPr/>
          </p:nvSpPr>
          <p:spPr>
            <a:xfrm>
              <a:off x="5994624" y="3787415"/>
              <a:ext cx="89231" cy="88733"/>
            </a:xfrm>
            <a:custGeom>
              <a:avLst/>
              <a:gdLst/>
              <a:ahLst/>
              <a:cxnLst/>
              <a:rect l="l" t="t" r="r" b="b"/>
              <a:pathLst>
                <a:path w="3398" h="3379" extrusionOk="0">
                  <a:moveTo>
                    <a:pt x="1686" y="0"/>
                  </a:moveTo>
                  <a:cubicBezTo>
                    <a:pt x="756" y="0"/>
                    <a:pt x="10" y="753"/>
                    <a:pt x="0" y="1685"/>
                  </a:cubicBezTo>
                  <a:cubicBezTo>
                    <a:pt x="0" y="2623"/>
                    <a:pt x="756" y="3379"/>
                    <a:pt x="1694" y="3379"/>
                  </a:cubicBezTo>
                  <a:cubicBezTo>
                    <a:pt x="1700" y="3379"/>
                    <a:pt x="1706" y="3379"/>
                    <a:pt x="1712" y="3379"/>
                  </a:cubicBezTo>
                  <a:cubicBezTo>
                    <a:pt x="2641" y="3379"/>
                    <a:pt x="3388" y="2626"/>
                    <a:pt x="3388" y="1694"/>
                  </a:cubicBezTo>
                  <a:cubicBezTo>
                    <a:pt x="3398" y="757"/>
                    <a:pt x="2642" y="0"/>
                    <a:pt x="1704" y="0"/>
                  </a:cubicBezTo>
                  <a:cubicBezTo>
                    <a:pt x="1698" y="0"/>
                    <a:pt x="1692" y="0"/>
                    <a:pt x="1686"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5" name="Google Shape;9715;p63"/>
            <p:cNvSpPr/>
            <p:nvPr/>
          </p:nvSpPr>
          <p:spPr>
            <a:xfrm>
              <a:off x="5994361" y="3787284"/>
              <a:ext cx="53308" cy="88916"/>
            </a:xfrm>
            <a:custGeom>
              <a:avLst/>
              <a:gdLst/>
              <a:ahLst/>
              <a:cxnLst/>
              <a:rect l="l" t="t" r="r" b="b"/>
              <a:pathLst>
                <a:path w="2030" h="3386" extrusionOk="0">
                  <a:moveTo>
                    <a:pt x="1689" y="0"/>
                  </a:moveTo>
                  <a:cubicBezTo>
                    <a:pt x="775" y="0"/>
                    <a:pt x="1" y="734"/>
                    <a:pt x="1" y="1680"/>
                  </a:cubicBezTo>
                  <a:cubicBezTo>
                    <a:pt x="1" y="2641"/>
                    <a:pt x="777" y="3386"/>
                    <a:pt x="1695" y="3386"/>
                  </a:cubicBezTo>
                  <a:cubicBezTo>
                    <a:pt x="1802" y="3386"/>
                    <a:pt x="1910" y="3376"/>
                    <a:pt x="2020" y="3355"/>
                  </a:cubicBezTo>
                  <a:cubicBezTo>
                    <a:pt x="1226" y="3192"/>
                    <a:pt x="651" y="2494"/>
                    <a:pt x="661" y="1690"/>
                  </a:cubicBezTo>
                  <a:cubicBezTo>
                    <a:pt x="661" y="876"/>
                    <a:pt x="1235" y="187"/>
                    <a:pt x="2030" y="34"/>
                  </a:cubicBezTo>
                  <a:cubicBezTo>
                    <a:pt x="1915" y="11"/>
                    <a:pt x="1801" y="0"/>
                    <a:pt x="1689"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6" name="Google Shape;9716;p63"/>
            <p:cNvSpPr/>
            <p:nvPr/>
          </p:nvSpPr>
          <p:spPr>
            <a:xfrm>
              <a:off x="6020753" y="3801727"/>
              <a:ext cx="35451" cy="60844"/>
            </a:xfrm>
            <a:custGeom>
              <a:avLst/>
              <a:gdLst/>
              <a:ahLst/>
              <a:cxnLst/>
              <a:rect l="l" t="t" r="r" b="b"/>
              <a:pathLst>
                <a:path w="1350" h="2317" extrusionOk="0">
                  <a:moveTo>
                    <a:pt x="642" y="470"/>
                  </a:moveTo>
                  <a:lnTo>
                    <a:pt x="642" y="891"/>
                  </a:lnTo>
                  <a:cubicBezTo>
                    <a:pt x="460" y="824"/>
                    <a:pt x="412" y="767"/>
                    <a:pt x="412" y="661"/>
                  </a:cubicBezTo>
                  <a:cubicBezTo>
                    <a:pt x="412" y="537"/>
                    <a:pt x="517" y="489"/>
                    <a:pt x="642" y="470"/>
                  </a:cubicBezTo>
                  <a:close/>
                  <a:moveTo>
                    <a:pt x="785" y="1341"/>
                  </a:moveTo>
                  <a:cubicBezTo>
                    <a:pt x="967" y="1417"/>
                    <a:pt x="996" y="1503"/>
                    <a:pt x="996" y="1599"/>
                  </a:cubicBezTo>
                  <a:cubicBezTo>
                    <a:pt x="996" y="1724"/>
                    <a:pt x="910" y="1819"/>
                    <a:pt x="785" y="1829"/>
                  </a:cubicBezTo>
                  <a:lnTo>
                    <a:pt x="785" y="1341"/>
                  </a:lnTo>
                  <a:close/>
                  <a:moveTo>
                    <a:pt x="709" y="1"/>
                  </a:moveTo>
                  <a:cubicBezTo>
                    <a:pt x="661" y="1"/>
                    <a:pt x="613" y="30"/>
                    <a:pt x="613" y="68"/>
                  </a:cubicBezTo>
                  <a:lnTo>
                    <a:pt x="613" y="145"/>
                  </a:lnTo>
                  <a:cubicBezTo>
                    <a:pt x="278" y="192"/>
                    <a:pt x="67" y="365"/>
                    <a:pt x="67" y="700"/>
                  </a:cubicBezTo>
                  <a:cubicBezTo>
                    <a:pt x="58" y="1054"/>
                    <a:pt x="335" y="1169"/>
                    <a:pt x="613" y="1274"/>
                  </a:cubicBezTo>
                  <a:lnTo>
                    <a:pt x="613" y="1829"/>
                  </a:lnTo>
                  <a:cubicBezTo>
                    <a:pt x="479" y="1810"/>
                    <a:pt x="355" y="1743"/>
                    <a:pt x="249" y="1647"/>
                  </a:cubicBezTo>
                  <a:cubicBezTo>
                    <a:pt x="227" y="1624"/>
                    <a:pt x="198" y="1614"/>
                    <a:pt x="169" y="1614"/>
                  </a:cubicBezTo>
                  <a:cubicBezTo>
                    <a:pt x="125" y="1614"/>
                    <a:pt x="81" y="1639"/>
                    <a:pt x="58" y="1685"/>
                  </a:cubicBezTo>
                  <a:cubicBezTo>
                    <a:pt x="0" y="1762"/>
                    <a:pt x="0" y="1867"/>
                    <a:pt x="58" y="1944"/>
                  </a:cubicBezTo>
                  <a:cubicBezTo>
                    <a:pt x="201" y="2097"/>
                    <a:pt x="402" y="2173"/>
                    <a:pt x="613" y="2173"/>
                  </a:cubicBezTo>
                  <a:lnTo>
                    <a:pt x="603" y="2250"/>
                  </a:lnTo>
                  <a:cubicBezTo>
                    <a:pt x="603" y="2288"/>
                    <a:pt x="661" y="2317"/>
                    <a:pt x="699" y="2317"/>
                  </a:cubicBezTo>
                  <a:cubicBezTo>
                    <a:pt x="747" y="2317"/>
                    <a:pt x="804" y="2288"/>
                    <a:pt x="804" y="2250"/>
                  </a:cubicBezTo>
                  <a:lnTo>
                    <a:pt x="804" y="2164"/>
                  </a:lnTo>
                  <a:cubicBezTo>
                    <a:pt x="1111" y="2145"/>
                    <a:pt x="1350" y="1877"/>
                    <a:pt x="1340" y="1561"/>
                  </a:cubicBezTo>
                  <a:cubicBezTo>
                    <a:pt x="1340" y="1207"/>
                    <a:pt x="1101" y="1063"/>
                    <a:pt x="804" y="958"/>
                  </a:cubicBezTo>
                  <a:lnTo>
                    <a:pt x="804" y="460"/>
                  </a:lnTo>
                  <a:cubicBezTo>
                    <a:pt x="996" y="470"/>
                    <a:pt x="1063" y="566"/>
                    <a:pt x="1139" y="566"/>
                  </a:cubicBezTo>
                  <a:cubicBezTo>
                    <a:pt x="1216" y="566"/>
                    <a:pt x="1264" y="489"/>
                    <a:pt x="1283" y="422"/>
                  </a:cubicBezTo>
                  <a:cubicBezTo>
                    <a:pt x="1312" y="298"/>
                    <a:pt x="1235" y="240"/>
                    <a:pt x="1120" y="192"/>
                  </a:cubicBezTo>
                  <a:cubicBezTo>
                    <a:pt x="1015" y="164"/>
                    <a:pt x="910" y="145"/>
                    <a:pt x="804" y="145"/>
                  </a:cubicBezTo>
                  <a:lnTo>
                    <a:pt x="804" y="68"/>
                  </a:lnTo>
                  <a:cubicBezTo>
                    <a:pt x="804" y="30"/>
                    <a:pt x="757" y="1"/>
                    <a:pt x="709"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7" name="Google Shape;9717;p63"/>
            <p:cNvSpPr/>
            <p:nvPr/>
          </p:nvSpPr>
          <p:spPr>
            <a:xfrm>
              <a:off x="5744051" y="3983945"/>
              <a:ext cx="147056" cy="165491"/>
            </a:xfrm>
            <a:custGeom>
              <a:avLst/>
              <a:gdLst/>
              <a:ahLst/>
              <a:cxnLst/>
              <a:rect l="l" t="t" r="r" b="b"/>
              <a:pathLst>
                <a:path w="5600" h="6302" extrusionOk="0">
                  <a:moveTo>
                    <a:pt x="3733" y="0"/>
                  </a:moveTo>
                  <a:lnTo>
                    <a:pt x="269" y="1292"/>
                  </a:lnTo>
                  <a:cubicBezTo>
                    <a:pt x="96" y="1359"/>
                    <a:pt x="1" y="1560"/>
                    <a:pt x="68" y="1733"/>
                  </a:cubicBezTo>
                  <a:lnTo>
                    <a:pt x="1695" y="6078"/>
                  </a:lnTo>
                  <a:cubicBezTo>
                    <a:pt x="1746" y="6218"/>
                    <a:pt x="1872" y="6301"/>
                    <a:pt x="2010" y="6301"/>
                  </a:cubicBezTo>
                  <a:cubicBezTo>
                    <a:pt x="2051" y="6301"/>
                    <a:pt x="2093" y="6294"/>
                    <a:pt x="2135" y="6278"/>
                  </a:cubicBezTo>
                  <a:lnTo>
                    <a:pt x="5599" y="4986"/>
                  </a:lnTo>
                  <a:lnTo>
                    <a:pt x="3733"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8" name="Google Shape;9718;p63"/>
            <p:cNvSpPr/>
            <p:nvPr/>
          </p:nvSpPr>
          <p:spPr>
            <a:xfrm>
              <a:off x="5784754" y="4095786"/>
              <a:ext cx="106353" cy="53597"/>
            </a:xfrm>
            <a:custGeom>
              <a:avLst/>
              <a:gdLst/>
              <a:ahLst/>
              <a:cxnLst/>
              <a:rect l="l" t="t" r="r" b="b"/>
              <a:pathLst>
                <a:path w="4050" h="2041" extrusionOk="0">
                  <a:moveTo>
                    <a:pt x="3781" y="0"/>
                  </a:moveTo>
                  <a:lnTo>
                    <a:pt x="3714" y="29"/>
                  </a:lnTo>
                  <a:lnTo>
                    <a:pt x="1" y="1417"/>
                  </a:lnTo>
                  <a:lnTo>
                    <a:pt x="145" y="1819"/>
                  </a:lnTo>
                  <a:cubicBezTo>
                    <a:pt x="197" y="1953"/>
                    <a:pt x="331" y="2041"/>
                    <a:pt x="469" y="2041"/>
                  </a:cubicBezTo>
                  <a:cubicBezTo>
                    <a:pt x="508" y="2041"/>
                    <a:pt x="547" y="2034"/>
                    <a:pt x="585" y="2019"/>
                  </a:cubicBezTo>
                  <a:lnTo>
                    <a:pt x="4049" y="727"/>
                  </a:lnTo>
                  <a:lnTo>
                    <a:pt x="3781"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9" name="Google Shape;9719;p63"/>
            <p:cNvSpPr/>
            <p:nvPr/>
          </p:nvSpPr>
          <p:spPr>
            <a:xfrm>
              <a:off x="5886538" y="3909550"/>
              <a:ext cx="286024" cy="176441"/>
            </a:xfrm>
            <a:custGeom>
              <a:avLst/>
              <a:gdLst/>
              <a:ahLst/>
              <a:cxnLst/>
              <a:rect l="l" t="t" r="r" b="b"/>
              <a:pathLst>
                <a:path w="10892" h="6719" extrusionOk="0">
                  <a:moveTo>
                    <a:pt x="9693" y="1"/>
                  </a:moveTo>
                  <a:cubicBezTo>
                    <a:pt x="9260" y="1"/>
                    <a:pt x="8912" y="344"/>
                    <a:pt x="8873" y="383"/>
                  </a:cubicBezTo>
                  <a:lnTo>
                    <a:pt x="6002" y="2747"/>
                  </a:lnTo>
                  <a:cubicBezTo>
                    <a:pt x="6002" y="2747"/>
                    <a:pt x="5963" y="1934"/>
                    <a:pt x="5111" y="1934"/>
                  </a:cubicBezTo>
                  <a:cubicBezTo>
                    <a:pt x="4317" y="1931"/>
                    <a:pt x="3755" y="1924"/>
                    <a:pt x="3338" y="1924"/>
                  </a:cubicBezTo>
                  <a:cubicBezTo>
                    <a:pt x="2505" y="1924"/>
                    <a:pt x="2256" y="1950"/>
                    <a:pt x="1905" y="2077"/>
                  </a:cubicBezTo>
                  <a:lnTo>
                    <a:pt x="1" y="2862"/>
                  </a:lnTo>
                  <a:lnTo>
                    <a:pt x="1436" y="6719"/>
                  </a:lnTo>
                  <a:cubicBezTo>
                    <a:pt x="2585" y="6243"/>
                    <a:pt x="2514" y="6187"/>
                    <a:pt x="3650" y="6187"/>
                  </a:cubicBezTo>
                  <a:cubicBezTo>
                    <a:pt x="3999" y="6187"/>
                    <a:pt x="4463" y="6193"/>
                    <a:pt x="5111" y="6193"/>
                  </a:cubicBezTo>
                  <a:cubicBezTo>
                    <a:pt x="5724" y="6173"/>
                    <a:pt x="6308" y="5905"/>
                    <a:pt x="6719" y="5446"/>
                  </a:cubicBezTo>
                  <a:lnTo>
                    <a:pt x="10251" y="1675"/>
                  </a:lnTo>
                  <a:cubicBezTo>
                    <a:pt x="10356" y="1551"/>
                    <a:pt x="10892" y="843"/>
                    <a:pt x="10299" y="259"/>
                  </a:cubicBezTo>
                  <a:cubicBezTo>
                    <a:pt x="10093" y="68"/>
                    <a:pt x="9884" y="1"/>
                    <a:pt x="9693"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0" name="Google Shape;9720;p63"/>
            <p:cNvSpPr/>
            <p:nvPr/>
          </p:nvSpPr>
          <p:spPr>
            <a:xfrm>
              <a:off x="5886538" y="3976408"/>
              <a:ext cx="57851" cy="109347"/>
            </a:xfrm>
            <a:custGeom>
              <a:avLst/>
              <a:gdLst/>
              <a:ahLst/>
              <a:cxnLst/>
              <a:rect l="l" t="t" r="r" b="b"/>
              <a:pathLst>
                <a:path w="2203" h="4164" extrusionOk="0">
                  <a:moveTo>
                    <a:pt x="767" y="0"/>
                  </a:moveTo>
                  <a:lnTo>
                    <a:pt x="1" y="307"/>
                  </a:lnTo>
                  <a:lnTo>
                    <a:pt x="1446" y="4163"/>
                  </a:lnTo>
                  <a:lnTo>
                    <a:pt x="2202" y="3848"/>
                  </a:lnTo>
                  <a:lnTo>
                    <a:pt x="767"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1" name="Google Shape;9721;p63"/>
            <p:cNvSpPr/>
            <p:nvPr/>
          </p:nvSpPr>
          <p:spPr>
            <a:xfrm>
              <a:off x="5961956" y="3961335"/>
              <a:ext cx="82456" cy="52467"/>
            </a:xfrm>
            <a:custGeom>
              <a:avLst/>
              <a:gdLst/>
              <a:ahLst/>
              <a:cxnLst/>
              <a:rect l="l" t="t" r="r" b="b"/>
              <a:pathLst>
                <a:path w="3140" h="1998" extrusionOk="0">
                  <a:moveTo>
                    <a:pt x="2565" y="0"/>
                  </a:moveTo>
                  <a:lnTo>
                    <a:pt x="2565" y="0"/>
                  </a:lnTo>
                  <a:cubicBezTo>
                    <a:pt x="2641" y="345"/>
                    <a:pt x="2708" y="948"/>
                    <a:pt x="2488" y="1263"/>
                  </a:cubicBezTo>
                  <a:cubicBezTo>
                    <a:pt x="2355" y="1454"/>
                    <a:pt x="2176" y="1495"/>
                    <a:pt x="1704" y="1495"/>
                  </a:cubicBezTo>
                  <a:cubicBezTo>
                    <a:pt x="1396" y="1495"/>
                    <a:pt x="962" y="1478"/>
                    <a:pt x="335" y="1474"/>
                  </a:cubicBezTo>
                  <a:cubicBezTo>
                    <a:pt x="0" y="1474"/>
                    <a:pt x="0" y="1981"/>
                    <a:pt x="335" y="1981"/>
                  </a:cubicBezTo>
                  <a:cubicBezTo>
                    <a:pt x="868" y="1981"/>
                    <a:pt x="1286" y="1997"/>
                    <a:pt x="1621" y="1997"/>
                  </a:cubicBezTo>
                  <a:cubicBezTo>
                    <a:pt x="2292" y="1997"/>
                    <a:pt x="2632" y="1933"/>
                    <a:pt x="2900" y="1550"/>
                  </a:cubicBezTo>
                  <a:cubicBezTo>
                    <a:pt x="3053" y="1311"/>
                    <a:pt x="3130" y="1034"/>
                    <a:pt x="3139" y="756"/>
                  </a:cubicBezTo>
                  <a:cubicBezTo>
                    <a:pt x="3130" y="651"/>
                    <a:pt x="3053" y="153"/>
                    <a:pt x="256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2" name="Google Shape;9722;p63"/>
            <p:cNvSpPr/>
            <p:nvPr/>
          </p:nvSpPr>
          <p:spPr>
            <a:xfrm>
              <a:off x="5840556" y="3971235"/>
              <a:ext cx="89258" cy="144167"/>
            </a:xfrm>
            <a:custGeom>
              <a:avLst/>
              <a:gdLst/>
              <a:ahLst/>
              <a:cxnLst/>
              <a:rect l="l" t="t" r="r" b="b"/>
              <a:pathLst>
                <a:path w="3399" h="5490" extrusionOk="0">
                  <a:moveTo>
                    <a:pt x="1413" y="1"/>
                  </a:moveTo>
                  <a:cubicBezTo>
                    <a:pt x="1374" y="1"/>
                    <a:pt x="1333" y="8"/>
                    <a:pt x="1293" y="25"/>
                  </a:cubicBezTo>
                  <a:lnTo>
                    <a:pt x="1" y="504"/>
                  </a:lnTo>
                  <a:lnTo>
                    <a:pt x="1867" y="5490"/>
                  </a:lnTo>
                  <a:lnTo>
                    <a:pt x="3159" y="5002"/>
                  </a:lnTo>
                  <a:cubicBezTo>
                    <a:pt x="3312" y="4944"/>
                    <a:pt x="3398" y="4772"/>
                    <a:pt x="3341" y="4619"/>
                  </a:cubicBezTo>
                  <a:lnTo>
                    <a:pt x="1685" y="188"/>
                  </a:lnTo>
                  <a:cubicBezTo>
                    <a:pt x="1642" y="73"/>
                    <a:pt x="1534" y="1"/>
                    <a:pt x="1413"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3" name="Google Shape;9723;p63"/>
            <p:cNvSpPr/>
            <p:nvPr/>
          </p:nvSpPr>
          <p:spPr>
            <a:xfrm>
              <a:off x="5882284" y="4079689"/>
              <a:ext cx="47531" cy="35714"/>
            </a:xfrm>
            <a:custGeom>
              <a:avLst/>
              <a:gdLst/>
              <a:ahLst/>
              <a:cxnLst/>
              <a:rect l="l" t="t" r="r" b="b"/>
              <a:pathLst>
                <a:path w="1810" h="1360" extrusionOk="0">
                  <a:moveTo>
                    <a:pt x="1570" y="1"/>
                  </a:moveTo>
                  <a:cubicBezTo>
                    <a:pt x="1532" y="49"/>
                    <a:pt x="1484" y="87"/>
                    <a:pt x="1426" y="106"/>
                  </a:cubicBezTo>
                  <a:lnTo>
                    <a:pt x="0" y="632"/>
                  </a:lnTo>
                  <a:lnTo>
                    <a:pt x="268" y="1360"/>
                  </a:lnTo>
                  <a:lnTo>
                    <a:pt x="1570" y="881"/>
                  </a:lnTo>
                  <a:cubicBezTo>
                    <a:pt x="1723" y="814"/>
                    <a:pt x="1809" y="642"/>
                    <a:pt x="1752" y="489"/>
                  </a:cubicBezTo>
                  <a:lnTo>
                    <a:pt x="157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24" name="Google Shape;9724;p63"/>
          <p:cNvGrpSpPr/>
          <p:nvPr/>
        </p:nvGrpSpPr>
        <p:grpSpPr>
          <a:xfrm>
            <a:off x="6674084" y="3640924"/>
            <a:ext cx="342824" cy="328985"/>
            <a:chOff x="6678697" y="3793324"/>
            <a:chExt cx="342824" cy="328985"/>
          </a:xfrm>
        </p:grpSpPr>
        <p:sp>
          <p:nvSpPr>
            <p:cNvPr id="9725" name="Google Shape;9725;p63"/>
            <p:cNvSpPr/>
            <p:nvPr/>
          </p:nvSpPr>
          <p:spPr>
            <a:xfrm>
              <a:off x="6789015" y="3990720"/>
              <a:ext cx="9086" cy="19144"/>
            </a:xfrm>
            <a:custGeom>
              <a:avLst/>
              <a:gdLst/>
              <a:ahLst/>
              <a:cxnLst/>
              <a:rect l="l" t="t" r="r" b="b"/>
              <a:pathLst>
                <a:path w="346" h="729" extrusionOk="0">
                  <a:moveTo>
                    <a:pt x="307" y="1"/>
                  </a:moveTo>
                  <a:lnTo>
                    <a:pt x="1" y="307"/>
                  </a:lnTo>
                  <a:cubicBezTo>
                    <a:pt x="97" y="460"/>
                    <a:pt x="221" y="594"/>
                    <a:pt x="345" y="728"/>
                  </a:cubicBezTo>
                  <a:cubicBezTo>
                    <a:pt x="317" y="489"/>
                    <a:pt x="298" y="240"/>
                    <a:pt x="307"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6" name="Google Shape;9726;p63"/>
            <p:cNvSpPr/>
            <p:nvPr/>
          </p:nvSpPr>
          <p:spPr>
            <a:xfrm>
              <a:off x="6798075" y="3815067"/>
              <a:ext cx="223446" cy="235001"/>
            </a:xfrm>
            <a:custGeom>
              <a:avLst/>
              <a:gdLst/>
              <a:ahLst/>
              <a:cxnLst/>
              <a:rect l="l" t="t" r="r" b="b"/>
              <a:pathLst>
                <a:path w="8509" h="8949" extrusionOk="0">
                  <a:moveTo>
                    <a:pt x="7417" y="0"/>
                  </a:moveTo>
                  <a:lnTo>
                    <a:pt x="7417" y="0"/>
                  </a:lnTo>
                  <a:cubicBezTo>
                    <a:pt x="7417" y="0"/>
                    <a:pt x="7733" y="2077"/>
                    <a:pt x="6642" y="3178"/>
                  </a:cubicBezTo>
                  <a:lnTo>
                    <a:pt x="3178" y="6632"/>
                  </a:lnTo>
                  <a:cubicBezTo>
                    <a:pt x="2479" y="7331"/>
                    <a:pt x="1372" y="7457"/>
                    <a:pt x="666" y="7457"/>
                  </a:cubicBezTo>
                  <a:cubicBezTo>
                    <a:pt x="270" y="7457"/>
                    <a:pt x="1" y="7417"/>
                    <a:pt x="0" y="7417"/>
                  </a:cubicBezTo>
                  <a:lnTo>
                    <a:pt x="0" y="7417"/>
                  </a:lnTo>
                  <a:cubicBezTo>
                    <a:pt x="345" y="7752"/>
                    <a:pt x="766" y="8001"/>
                    <a:pt x="1235" y="8135"/>
                  </a:cubicBezTo>
                  <a:lnTo>
                    <a:pt x="2048" y="8948"/>
                  </a:lnTo>
                  <a:cubicBezTo>
                    <a:pt x="2738" y="8508"/>
                    <a:pt x="3379" y="7991"/>
                    <a:pt x="3963" y="7417"/>
                  </a:cubicBezTo>
                  <a:lnTo>
                    <a:pt x="7417" y="3953"/>
                  </a:lnTo>
                  <a:cubicBezTo>
                    <a:pt x="8508" y="2862"/>
                    <a:pt x="8508" y="1091"/>
                    <a:pt x="7417"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7" name="Google Shape;9727;p63"/>
            <p:cNvSpPr/>
            <p:nvPr/>
          </p:nvSpPr>
          <p:spPr>
            <a:xfrm>
              <a:off x="6777461" y="3793324"/>
              <a:ext cx="235762" cy="228016"/>
            </a:xfrm>
            <a:custGeom>
              <a:avLst/>
              <a:gdLst/>
              <a:ahLst/>
              <a:cxnLst/>
              <a:rect l="l" t="t" r="r" b="b"/>
              <a:pathLst>
                <a:path w="8978" h="8683" extrusionOk="0">
                  <a:moveTo>
                    <a:pt x="6226" y="1431"/>
                  </a:moveTo>
                  <a:cubicBezTo>
                    <a:pt x="6578" y="1431"/>
                    <a:pt x="6930" y="1565"/>
                    <a:pt x="7198" y="1833"/>
                  </a:cubicBezTo>
                  <a:cubicBezTo>
                    <a:pt x="7733" y="2369"/>
                    <a:pt x="7733" y="3240"/>
                    <a:pt x="7198" y="3776"/>
                  </a:cubicBezTo>
                  <a:lnTo>
                    <a:pt x="5465" y="5508"/>
                  </a:lnTo>
                  <a:lnTo>
                    <a:pt x="5102" y="5594"/>
                  </a:lnTo>
                  <a:lnTo>
                    <a:pt x="3838" y="7135"/>
                  </a:lnTo>
                  <a:lnTo>
                    <a:pt x="3743" y="7231"/>
                  </a:lnTo>
                  <a:cubicBezTo>
                    <a:pt x="3470" y="7499"/>
                    <a:pt x="3118" y="7633"/>
                    <a:pt x="2768" y="7633"/>
                  </a:cubicBezTo>
                  <a:cubicBezTo>
                    <a:pt x="2417" y="7633"/>
                    <a:pt x="2068" y="7499"/>
                    <a:pt x="1800" y="7231"/>
                  </a:cubicBezTo>
                  <a:cubicBezTo>
                    <a:pt x="1254" y="6695"/>
                    <a:pt x="1254" y="5824"/>
                    <a:pt x="1800" y="5288"/>
                  </a:cubicBezTo>
                  <a:lnTo>
                    <a:pt x="5255" y="1833"/>
                  </a:lnTo>
                  <a:cubicBezTo>
                    <a:pt x="5523" y="1565"/>
                    <a:pt x="5874" y="1431"/>
                    <a:pt x="6226" y="1431"/>
                  </a:cubicBezTo>
                  <a:close/>
                  <a:moveTo>
                    <a:pt x="6226" y="0"/>
                  </a:moveTo>
                  <a:cubicBezTo>
                    <a:pt x="5511" y="0"/>
                    <a:pt x="4795" y="273"/>
                    <a:pt x="4250" y="819"/>
                  </a:cubicBezTo>
                  <a:lnTo>
                    <a:pt x="785" y="4283"/>
                  </a:lnTo>
                  <a:lnTo>
                    <a:pt x="1" y="6695"/>
                  </a:lnTo>
                  <a:cubicBezTo>
                    <a:pt x="58" y="7097"/>
                    <a:pt x="211" y="7480"/>
                    <a:pt x="441" y="7824"/>
                  </a:cubicBezTo>
                  <a:lnTo>
                    <a:pt x="479" y="7786"/>
                  </a:lnTo>
                  <a:cubicBezTo>
                    <a:pt x="546" y="7958"/>
                    <a:pt x="651" y="8111"/>
                    <a:pt x="785" y="8245"/>
                  </a:cubicBezTo>
                  <a:cubicBezTo>
                    <a:pt x="1082" y="8541"/>
                    <a:pt x="1493" y="8683"/>
                    <a:pt x="1947" y="8683"/>
                  </a:cubicBezTo>
                  <a:cubicBezTo>
                    <a:pt x="2080" y="8683"/>
                    <a:pt x="2217" y="8671"/>
                    <a:pt x="2355" y="8647"/>
                  </a:cubicBezTo>
                  <a:cubicBezTo>
                    <a:pt x="3044" y="8504"/>
                    <a:pt x="3666" y="8159"/>
                    <a:pt x="4154" y="7661"/>
                  </a:cubicBezTo>
                  <a:lnTo>
                    <a:pt x="7619" y="4197"/>
                  </a:lnTo>
                  <a:cubicBezTo>
                    <a:pt x="8710" y="3106"/>
                    <a:pt x="8978" y="1594"/>
                    <a:pt x="8202" y="819"/>
                  </a:cubicBezTo>
                  <a:cubicBezTo>
                    <a:pt x="7657" y="273"/>
                    <a:pt x="6942" y="0"/>
                    <a:pt x="6226"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8" name="Google Shape;9728;p63"/>
            <p:cNvSpPr/>
            <p:nvPr/>
          </p:nvSpPr>
          <p:spPr>
            <a:xfrm>
              <a:off x="6898099" y="3906032"/>
              <a:ext cx="22899" cy="54805"/>
            </a:xfrm>
            <a:custGeom>
              <a:avLst/>
              <a:gdLst/>
              <a:ahLst/>
              <a:cxnLst/>
              <a:rect l="l" t="t" r="r" b="b"/>
              <a:pathLst>
                <a:path w="872" h="2087" extrusionOk="0">
                  <a:moveTo>
                    <a:pt x="154" y="1"/>
                  </a:moveTo>
                  <a:lnTo>
                    <a:pt x="154" y="1"/>
                  </a:lnTo>
                  <a:cubicBezTo>
                    <a:pt x="240" y="699"/>
                    <a:pt x="192" y="1407"/>
                    <a:pt x="0" y="2087"/>
                  </a:cubicBezTo>
                  <a:lnTo>
                    <a:pt x="871" y="1216"/>
                  </a:lnTo>
                  <a:cubicBezTo>
                    <a:pt x="737" y="757"/>
                    <a:pt x="488" y="336"/>
                    <a:pt x="154" y="1"/>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9" name="Google Shape;9729;p63"/>
            <p:cNvSpPr/>
            <p:nvPr/>
          </p:nvSpPr>
          <p:spPr>
            <a:xfrm>
              <a:off x="6707347" y="4049044"/>
              <a:ext cx="152334" cy="73265"/>
            </a:xfrm>
            <a:custGeom>
              <a:avLst/>
              <a:gdLst/>
              <a:ahLst/>
              <a:cxnLst/>
              <a:rect l="l" t="t" r="r" b="b"/>
              <a:pathLst>
                <a:path w="5801" h="2790" extrusionOk="0">
                  <a:moveTo>
                    <a:pt x="4374" y="0"/>
                  </a:moveTo>
                  <a:lnTo>
                    <a:pt x="3178" y="1196"/>
                  </a:lnTo>
                  <a:cubicBezTo>
                    <a:pt x="2487" y="1887"/>
                    <a:pt x="1397" y="2014"/>
                    <a:pt x="690" y="2014"/>
                  </a:cubicBezTo>
                  <a:cubicBezTo>
                    <a:pt x="281" y="2014"/>
                    <a:pt x="1" y="1972"/>
                    <a:pt x="1" y="1972"/>
                  </a:cubicBezTo>
                  <a:lnTo>
                    <a:pt x="1" y="1972"/>
                  </a:lnTo>
                  <a:cubicBezTo>
                    <a:pt x="546" y="2517"/>
                    <a:pt x="1261" y="2790"/>
                    <a:pt x="1977" y="2790"/>
                  </a:cubicBezTo>
                  <a:cubicBezTo>
                    <a:pt x="2692" y="2790"/>
                    <a:pt x="3408" y="2517"/>
                    <a:pt x="3953" y="1972"/>
                  </a:cubicBezTo>
                  <a:lnTo>
                    <a:pt x="5800" y="134"/>
                  </a:lnTo>
                  <a:lnTo>
                    <a:pt x="4374" y="0"/>
                  </a:ln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0" name="Google Shape;9730;p63"/>
            <p:cNvSpPr/>
            <p:nvPr/>
          </p:nvSpPr>
          <p:spPr>
            <a:xfrm>
              <a:off x="6822208" y="4006371"/>
              <a:ext cx="83402" cy="46664"/>
            </a:xfrm>
            <a:custGeom>
              <a:avLst/>
              <a:gdLst/>
              <a:ahLst/>
              <a:cxnLst/>
              <a:rect l="l" t="t" r="r" b="b"/>
              <a:pathLst>
                <a:path w="3176" h="1777" extrusionOk="0">
                  <a:moveTo>
                    <a:pt x="3176" y="0"/>
                  </a:moveTo>
                  <a:lnTo>
                    <a:pt x="3044" y="132"/>
                  </a:lnTo>
                  <a:cubicBezTo>
                    <a:pt x="2510" y="658"/>
                    <a:pt x="1800" y="951"/>
                    <a:pt x="1065" y="951"/>
                  </a:cubicBezTo>
                  <a:cubicBezTo>
                    <a:pt x="943" y="951"/>
                    <a:pt x="821" y="943"/>
                    <a:pt x="699" y="926"/>
                  </a:cubicBezTo>
                  <a:lnTo>
                    <a:pt x="0" y="1616"/>
                  </a:lnTo>
                  <a:cubicBezTo>
                    <a:pt x="345" y="1723"/>
                    <a:pt x="705" y="1777"/>
                    <a:pt x="1066" y="1777"/>
                  </a:cubicBezTo>
                  <a:cubicBezTo>
                    <a:pt x="1186" y="1777"/>
                    <a:pt x="1307" y="1771"/>
                    <a:pt x="1426" y="1759"/>
                  </a:cubicBezTo>
                  <a:lnTo>
                    <a:pt x="3044" y="142"/>
                  </a:lnTo>
                  <a:cubicBezTo>
                    <a:pt x="3091" y="85"/>
                    <a:pt x="3129" y="47"/>
                    <a:pt x="3176"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1" name="Google Shape;9731;p63"/>
            <p:cNvSpPr/>
            <p:nvPr/>
          </p:nvSpPr>
          <p:spPr>
            <a:xfrm>
              <a:off x="6678697" y="3884367"/>
              <a:ext cx="236760" cy="227963"/>
            </a:xfrm>
            <a:custGeom>
              <a:avLst/>
              <a:gdLst/>
              <a:ahLst/>
              <a:cxnLst/>
              <a:rect l="l" t="t" r="r" b="b"/>
              <a:pathLst>
                <a:path w="9016" h="8681" extrusionOk="0">
                  <a:moveTo>
                    <a:pt x="6532" y="0"/>
                  </a:moveTo>
                  <a:cubicBezTo>
                    <a:pt x="5817" y="0"/>
                    <a:pt x="5102" y="275"/>
                    <a:pt x="4556" y="826"/>
                  </a:cubicBezTo>
                  <a:lnTo>
                    <a:pt x="1092" y="4280"/>
                  </a:lnTo>
                  <a:cubicBezTo>
                    <a:pt x="1" y="5381"/>
                    <a:pt x="1" y="7152"/>
                    <a:pt x="1092" y="8243"/>
                  </a:cubicBezTo>
                  <a:cubicBezTo>
                    <a:pt x="1388" y="8539"/>
                    <a:pt x="1799" y="8680"/>
                    <a:pt x="2249" y="8680"/>
                  </a:cubicBezTo>
                  <a:cubicBezTo>
                    <a:pt x="2380" y="8680"/>
                    <a:pt x="2515" y="8668"/>
                    <a:pt x="2652" y="8645"/>
                  </a:cubicBezTo>
                  <a:cubicBezTo>
                    <a:pt x="3341" y="8511"/>
                    <a:pt x="3972" y="8166"/>
                    <a:pt x="4460" y="7659"/>
                  </a:cubicBezTo>
                  <a:lnTo>
                    <a:pt x="5781" y="6338"/>
                  </a:lnTo>
                  <a:cubicBezTo>
                    <a:pt x="5781" y="6338"/>
                    <a:pt x="5625" y="6133"/>
                    <a:pt x="5230" y="6133"/>
                  </a:cubicBezTo>
                  <a:cubicBezTo>
                    <a:pt x="5198" y="6133"/>
                    <a:pt x="5165" y="6134"/>
                    <a:pt x="5130" y="6137"/>
                  </a:cubicBezTo>
                  <a:lnTo>
                    <a:pt x="4039" y="7238"/>
                  </a:lnTo>
                  <a:cubicBezTo>
                    <a:pt x="3771" y="7506"/>
                    <a:pt x="3420" y="7640"/>
                    <a:pt x="3068" y="7640"/>
                  </a:cubicBezTo>
                  <a:cubicBezTo>
                    <a:pt x="2716" y="7640"/>
                    <a:pt x="2364" y="7506"/>
                    <a:pt x="2096" y="7238"/>
                  </a:cubicBezTo>
                  <a:cubicBezTo>
                    <a:pt x="1560" y="6702"/>
                    <a:pt x="1551" y="5831"/>
                    <a:pt x="2096" y="5295"/>
                  </a:cubicBezTo>
                  <a:lnTo>
                    <a:pt x="5561" y="1830"/>
                  </a:lnTo>
                  <a:cubicBezTo>
                    <a:pt x="5829" y="1557"/>
                    <a:pt x="6182" y="1421"/>
                    <a:pt x="6536" y="1421"/>
                  </a:cubicBezTo>
                  <a:cubicBezTo>
                    <a:pt x="6864" y="1421"/>
                    <a:pt x="7193" y="1538"/>
                    <a:pt x="7456" y="1773"/>
                  </a:cubicBezTo>
                  <a:cubicBezTo>
                    <a:pt x="8001" y="2271"/>
                    <a:pt x="8068" y="3103"/>
                    <a:pt x="7599" y="3668"/>
                  </a:cubicBezTo>
                  <a:lnTo>
                    <a:pt x="8930" y="2338"/>
                  </a:lnTo>
                  <a:cubicBezTo>
                    <a:pt x="9016" y="1754"/>
                    <a:pt x="8882" y="1199"/>
                    <a:pt x="8509" y="826"/>
                  </a:cubicBezTo>
                  <a:cubicBezTo>
                    <a:pt x="7963" y="275"/>
                    <a:pt x="7248" y="0"/>
                    <a:pt x="6532" y="0"/>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2" name="Google Shape;9732;p63"/>
            <p:cNvSpPr/>
            <p:nvPr/>
          </p:nvSpPr>
          <p:spPr>
            <a:xfrm>
              <a:off x="6813411" y="4028666"/>
              <a:ext cx="36711" cy="22163"/>
            </a:xfrm>
            <a:custGeom>
              <a:avLst/>
              <a:gdLst/>
              <a:ahLst/>
              <a:cxnLst/>
              <a:rect l="l" t="t" r="r" b="b"/>
              <a:pathLst>
                <a:path w="1398" h="844" extrusionOk="0">
                  <a:moveTo>
                    <a:pt x="651" y="1"/>
                  </a:moveTo>
                  <a:lnTo>
                    <a:pt x="0" y="652"/>
                  </a:lnTo>
                  <a:cubicBezTo>
                    <a:pt x="211" y="738"/>
                    <a:pt x="431" y="805"/>
                    <a:pt x="651" y="843"/>
                  </a:cubicBezTo>
                  <a:lnTo>
                    <a:pt x="1397" y="97"/>
                  </a:lnTo>
                  <a:cubicBezTo>
                    <a:pt x="1139" y="97"/>
                    <a:pt x="890" y="68"/>
                    <a:pt x="651" y="1"/>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33" name="Google Shape;9733;p63"/>
          <p:cNvGrpSpPr/>
          <p:nvPr/>
        </p:nvGrpSpPr>
        <p:grpSpPr>
          <a:xfrm>
            <a:off x="7097291" y="3609622"/>
            <a:ext cx="398627" cy="392088"/>
            <a:chOff x="7101903" y="3762022"/>
            <a:chExt cx="398627" cy="392088"/>
          </a:xfrm>
        </p:grpSpPr>
        <p:sp>
          <p:nvSpPr>
            <p:cNvPr id="9734" name="Google Shape;9734;p63"/>
            <p:cNvSpPr/>
            <p:nvPr/>
          </p:nvSpPr>
          <p:spPr>
            <a:xfrm>
              <a:off x="7101903" y="3887676"/>
              <a:ext cx="201099" cy="201335"/>
            </a:xfrm>
            <a:custGeom>
              <a:avLst/>
              <a:gdLst/>
              <a:ahLst/>
              <a:cxnLst/>
              <a:rect l="l" t="t" r="r" b="b"/>
              <a:pathLst>
                <a:path w="7658" h="7667" extrusionOk="0">
                  <a:moveTo>
                    <a:pt x="5064" y="1"/>
                  </a:moveTo>
                  <a:cubicBezTo>
                    <a:pt x="3896" y="1"/>
                    <a:pt x="3427" y="1494"/>
                    <a:pt x="4375" y="2164"/>
                  </a:cubicBezTo>
                  <a:lnTo>
                    <a:pt x="4375" y="2700"/>
                  </a:lnTo>
                  <a:lnTo>
                    <a:pt x="2460" y="2700"/>
                  </a:lnTo>
                  <a:lnTo>
                    <a:pt x="2460" y="4375"/>
                  </a:lnTo>
                  <a:lnTo>
                    <a:pt x="2164" y="4375"/>
                  </a:lnTo>
                  <a:cubicBezTo>
                    <a:pt x="1916" y="4024"/>
                    <a:pt x="1556" y="3868"/>
                    <a:pt x="1201" y="3868"/>
                  </a:cubicBezTo>
                  <a:cubicBezTo>
                    <a:pt x="594" y="3868"/>
                    <a:pt x="1" y="4324"/>
                    <a:pt x="1" y="5054"/>
                  </a:cubicBezTo>
                  <a:cubicBezTo>
                    <a:pt x="1" y="5786"/>
                    <a:pt x="598" y="6247"/>
                    <a:pt x="1206" y="6247"/>
                  </a:cubicBezTo>
                  <a:cubicBezTo>
                    <a:pt x="1560" y="6247"/>
                    <a:pt x="1918" y="6091"/>
                    <a:pt x="2164" y="5743"/>
                  </a:cubicBezTo>
                  <a:lnTo>
                    <a:pt x="2460" y="5743"/>
                  </a:lnTo>
                  <a:lnTo>
                    <a:pt x="2460" y="7150"/>
                  </a:lnTo>
                  <a:cubicBezTo>
                    <a:pt x="2499" y="7437"/>
                    <a:pt x="2728" y="7648"/>
                    <a:pt x="3016" y="7667"/>
                  </a:cubicBezTo>
                  <a:lnTo>
                    <a:pt x="7648" y="7667"/>
                  </a:lnTo>
                  <a:lnTo>
                    <a:pt x="7648" y="5418"/>
                  </a:lnTo>
                  <a:lnTo>
                    <a:pt x="6863" y="5418"/>
                  </a:lnTo>
                  <a:lnTo>
                    <a:pt x="6748" y="5580"/>
                  </a:lnTo>
                  <a:cubicBezTo>
                    <a:pt x="6571" y="5814"/>
                    <a:pt x="6311" y="5926"/>
                    <a:pt x="6054" y="5926"/>
                  </a:cubicBezTo>
                  <a:cubicBezTo>
                    <a:pt x="5741" y="5926"/>
                    <a:pt x="5431" y="5761"/>
                    <a:pt x="5274" y="5446"/>
                  </a:cubicBezTo>
                  <a:cubicBezTo>
                    <a:pt x="4987" y="4863"/>
                    <a:pt x="5408" y="4193"/>
                    <a:pt x="6049" y="4193"/>
                  </a:cubicBezTo>
                  <a:lnTo>
                    <a:pt x="6068" y="4193"/>
                  </a:lnTo>
                  <a:cubicBezTo>
                    <a:pt x="6336" y="4193"/>
                    <a:pt x="6595" y="4317"/>
                    <a:pt x="6758" y="4537"/>
                  </a:cubicBezTo>
                  <a:lnTo>
                    <a:pt x="6872" y="4690"/>
                  </a:lnTo>
                  <a:lnTo>
                    <a:pt x="7657" y="4690"/>
                  </a:lnTo>
                  <a:lnTo>
                    <a:pt x="7657" y="2700"/>
                  </a:lnTo>
                  <a:lnTo>
                    <a:pt x="5743" y="2700"/>
                  </a:lnTo>
                  <a:lnTo>
                    <a:pt x="5743" y="2164"/>
                  </a:lnTo>
                  <a:cubicBezTo>
                    <a:pt x="6691" y="1494"/>
                    <a:pt x="6222" y="1"/>
                    <a:pt x="5064"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5" name="Google Shape;9735;p63"/>
            <p:cNvSpPr/>
            <p:nvPr/>
          </p:nvSpPr>
          <p:spPr>
            <a:xfrm>
              <a:off x="7191502" y="3887702"/>
              <a:ext cx="48397" cy="70876"/>
            </a:xfrm>
            <a:custGeom>
              <a:avLst/>
              <a:gdLst/>
              <a:ahLst/>
              <a:cxnLst/>
              <a:rect l="l" t="t" r="r" b="b"/>
              <a:pathLst>
                <a:path w="1843" h="2699" extrusionOk="0">
                  <a:moveTo>
                    <a:pt x="1626" y="0"/>
                  </a:moveTo>
                  <a:cubicBezTo>
                    <a:pt x="526" y="0"/>
                    <a:pt x="1" y="1479"/>
                    <a:pt x="972" y="2163"/>
                  </a:cubicBezTo>
                  <a:lnTo>
                    <a:pt x="972" y="2699"/>
                  </a:lnTo>
                  <a:lnTo>
                    <a:pt x="1355" y="2699"/>
                  </a:lnTo>
                  <a:lnTo>
                    <a:pt x="1355" y="2163"/>
                  </a:lnTo>
                  <a:cubicBezTo>
                    <a:pt x="1039" y="1933"/>
                    <a:pt x="848" y="1570"/>
                    <a:pt x="848" y="1187"/>
                  </a:cubicBezTo>
                  <a:cubicBezTo>
                    <a:pt x="848" y="603"/>
                    <a:pt x="1269" y="115"/>
                    <a:pt x="1843" y="19"/>
                  </a:cubicBezTo>
                  <a:cubicBezTo>
                    <a:pt x="1768" y="6"/>
                    <a:pt x="1696" y="0"/>
                    <a:pt x="162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6" name="Google Shape;9736;p63"/>
            <p:cNvSpPr/>
            <p:nvPr/>
          </p:nvSpPr>
          <p:spPr>
            <a:xfrm>
              <a:off x="7102166" y="3989223"/>
              <a:ext cx="36213" cy="62341"/>
            </a:xfrm>
            <a:custGeom>
              <a:avLst/>
              <a:gdLst/>
              <a:ahLst/>
              <a:cxnLst/>
              <a:rect l="l" t="t" r="r" b="b"/>
              <a:pathLst>
                <a:path w="1379" h="2374" extrusionOk="0">
                  <a:moveTo>
                    <a:pt x="1187" y="0"/>
                  </a:moveTo>
                  <a:cubicBezTo>
                    <a:pt x="536" y="0"/>
                    <a:pt x="0" y="536"/>
                    <a:pt x="0" y="1187"/>
                  </a:cubicBezTo>
                  <a:cubicBezTo>
                    <a:pt x="0" y="1847"/>
                    <a:pt x="536" y="2374"/>
                    <a:pt x="1187" y="2374"/>
                  </a:cubicBezTo>
                  <a:cubicBezTo>
                    <a:pt x="1254" y="2374"/>
                    <a:pt x="1312" y="2374"/>
                    <a:pt x="1379" y="2364"/>
                  </a:cubicBezTo>
                  <a:cubicBezTo>
                    <a:pt x="48" y="2144"/>
                    <a:pt x="48" y="240"/>
                    <a:pt x="1379" y="20"/>
                  </a:cubicBezTo>
                  <a:cubicBezTo>
                    <a:pt x="1312" y="10"/>
                    <a:pt x="1254" y="0"/>
                    <a:pt x="1187"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7" name="Google Shape;9737;p63"/>
            <p:cNvSpPr/>
            <p:nvPr/>
          </p:nvSpPr>
          <p:spPr>
            <a:xfrm>
              <a:off x="7166503" y="3958552"/>
              <a:ext cx="10084" cy="44012"/>
            </a:xfrm>
            <a:custGeom>
              <a:avLst/>
              <a:gdLst/>
              <a:ahLst/>
              <a:cxnLst/>
              <a:rect l="l" t="t" r="r" b="b"/>
              <a:pathLst>
                <a:path w="384" h="1676" extrusionOk="0">
                  <a:moveTo>
                    <a:pt x="0" y="1"/>
                  </a:moveTo>
                  <a:lnTo>
                    <a:pt x="0" y="1484"/>
                  </a:lnTo>
                  <a:lnTo>
                    <a:pt x="0" y="1589"/>
                  </a:lnTo>
                  <a:lnTo>
                    <a:pt x="0" y="1676"/>
                  </a:lnTo>
                  <a:lnTo>
                    <a:pt x="383" y="1676"/>
                  </a:lnTo>
                  <a:lnTo>
                    <a:pt x="38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8" name="Google Shape;9738;p63"/>
            <p:cNvSpPr/>
            <p:nvPr/>
          </p:nvSpPr>
          <p:spPr>
            <a:xfrm>
              <a:off x="7166503" y="4038487"/>
              <a:ext cx="10084" cy="49526"/>
            </a:xfrm>
            <a:custGeom>
              <a:avLst/>
              <a:gdLst/>
              <a:ahLst/>
              <a:cxnLst/>
              <a:rect l="l" t="t" r="r" b="b"/>
              <a:pathLst>
                <a:path w="384" h="1886" extrusionOk="0">
                  <a:moveTo>
                    <a:pt x="0" y="0"/>
                  </a:moveTo>
                  <a:lnTo>
                    <a:pt x="0" y="1235"/>
                  </a:lnTo>
                  <a:cubicBezTo>
                    <a:pt x="0" y="1637"/>
                    <a:pt x="192" y="1809"/>
                    <a:pt x="383" y="1885"/>
                  </a:cubicBezTo>
                  <a:lnTo>
                    <a:pt x="383"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9" name="Google Shape;9739;p63"/>
            <p:cNvSpPr/>
            <p:nvPr/>
          </p:nvSpPr>
          <p:spPr>
            <a:xfrm>
              <a:off x="7296673" y="3826858"/>
              <a:ext cx="203856" cy="196556"/>
            </a:xfrm>
            <a:custGeom>
              <a:avLst/>
              <a:gdLst/>
              <a:ahLst/>
              <a:cxnLst/>
              <a:rect l="l" t="t" r="r" b="b"/>
              <a:pathLst>
                <a:path w="7763" h="7485" extrusionOk="0">
                  <a:moveTo>
                    <a:pt x="1" y="1"/>
                  </a:moveTo>
                  <a:lnTo>
                    <a:pt x="1" y="2068"/>
                  </a:lnTo>
                  <a:lnTo>
                    <a:pt x="661" y="2068"/>
                  </a:lnTo>
                  <a:lnTo>
                    <a:pt x="757" y="1944"/>
                  </a:lnTo>
                  <a:cubicBezTo>
                    <a:pt x="954" y="1680"/>
                    <a:pt x="1232" y="1563"/>
                    <a:pt x="1506" y="1563"/>
                  </a:cubicBezTo>
                  <a:cubicBezTo>
                    <a:pt x="1989" y="1563"/>
                    <a:pt x="2460" y="1928"/>
                    <a:pt x="2460" y="2508"/>
                  </a:cubicBezTo>
                  <a:cubicBezTo>
                    <a:pt x="2460" y="3091"/>
                    <a:pt x="1986" y="3461"/>
                    <a:pt x="1501" y="3461"/>
                  </a:cubicBezTo>
                  <a:cubicBezTo>
                    <a:pt x="1228" y="3461"/>
                    <a:pt x="953" y="3344"/>
                    <a:pt x="757" y="3083"/>
                  </a:cubicBezTo>
                  <a:lnTo>
                    <a:pt x="661" y="2958"/>
                  </a:lnTo>
                  <a:lnTo>
                    <a:pt x="1" y="2958"/>
                  </a:lnTo>
                  <a:lnTo>
                    <a:pt x="1" y="5016"/>
                  </a:lnTo>
                  <a:lnTo>
                    <a:pt x="1915" y="5016"/>
                  </a:lnTo>
                  <a:lnTo>
                    <a:pt x="1915" y="5446"/>
                  </a:lnTo>
                  <a:cubicBezTo>
                    <a:pt x="987" y="6049"/>
                    <a:pt x="1417" y="7485"/>
                    <a:pt x="2518" y="7485"/>
                  </a:cubicBezTo>
                  <a:cubicBezTo>
                    <a:pt x="3618" y="7485"/>
                    <a:pt x="4049" y="6049"/>
                    <a:pt x="3121" y="5446"/>
                  </a:cubicBezTo>
                  <a:lnTo>
                    <a:pt x="3121" y="5016"/>
                  </a:lnTo>
                  <a:lnTo>
                    <a:pt x="5035" y="5016"/>
                  </a:lnTo>
                  <a:lnTo>
                    <a:pt x="5035" y="3111"/>
                  </a:lnTo>
                  <a:lnTo>
                    <a:pt x="5456" y="3111"/>
                  </a:lnTo>
                  <a:cubicBezTo>
                    <a:pt x="5676" y="3450"/>
                    <a:pt x="6029" y="3616"/>
                    <a:pt x="6382" y="3616"/>
                  </a:cubicBezTo>
                  <a:cubicBezTo>
                    <a:pt x="6767" y="3616"/>
                    <a:pt x="7151" y="3419"/>
                    <a:pt x="7360" y="3035"/>
                  </a:cubicBezTo>
                  <a:cubicBezTo>
                    <a:pt x="7762" y="2298"/>
                    <a:pt x="7226" y="1398"/>
                    <a:pt x="6384" y="1398"/>
                  </a:cubicBezTo>
                  <a:lnTo>
                    <a:pt x="6375" y="1398"/>
                  </a:lnTo>
                  <a:cubicBezTo>
                    <a:pt x="6001" y="1398"/>
                    <a:pt x="5657" y="1590"/>
                    <a:pt x="5446" y="1905"/>
                  </a:cubicBezTo>
                  <a:lnTo>
                    <a:pt x="5025" y="1905"/>
                  </a:lnTo>
                  <a:lnTo>
                    <a:pt x="5025" y="709"/>
                  </a:lnTo>
                  <a:cubicBezTo>
                    <a:pt x="5025" y="154"/>
                    <a:pt x="4690" y="20"/>
                    <a:pt x="4470"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0" name="Google Shape;9740;p63"/>
            <p:cNvSpPr/>
            <p:nvPr/>
          </p:nvSpPr>
          <p:spPr>
            <a:xfrm>
              <a:off x="7339162" y="3867324"/>
              <a:ext cx="30672" cy="50787"/>
            </a:xfrm>
            <a:custGeom>
              <a:avLst/>
              <a:gdLst/>
              <a:ahLst/>
              <a:cxnLst/>
              <a:rect l="l" t="t" r="r" b="b"/>
              <a:pathLst>
                <a:path w="1168" h="1934" extrusionOk="0">
                  <a:moveTo>
                    <a:pt x="192" y="1"/>
                  </a:moveTo>
                  <a:cubicBezTo>
                    <a:pt x="125" y="1"/>
                    <a:pt x="67" y="1"/>
                    <a:pt x="0" y="20"/>
                  </a:cubicBezTo>
                  <a:cubicBezTo>
                    <a:pt x="1034" y="230"/>
                    <a:pt x="1034" y="1704"/>
                    <a:pt x="0" y="1915"/>
                  </a:cubicBezTo>
                  <a:cubicBezTo>
                    <a:pt x="67" y="1934"/>
                    <a:pt x="125" y="1934"/>
                    <a:pt x="192" y="1934"/>
                  </a:cubicBezTo>
                  <a:cubicBezTo>
                    <a:pt x="728" y="1934"/>
                    <a:pt x="1158" y="1503"/>
                    <a:pt x="1168" y="967"/>
                  </a:cubicBezTo>
                  <a:cubicBezTo>
                    <a:pt x="1158" y="431"/>
                    <a:pt x="728" y="1"/>
                    <a:pt x="192"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1" name="Google Shape;9741;p63"/>
            <p:cNvSpPr/>
            <p:nvPr/>
          </p:nvSpPr>
          <p:spPr>
            <a:xfrm>
              <a:off x="7234096" y="3958552"/>
              <a:ext cx="194560" cy="195558"/>
            </a:xfrm>
            <a:custGeom>
              <a:avLst/>
              <a:gdLst/>
              <a:ahLst/>
              <a:cxnLst/>
              <a:rect l="l" t="t" r="r" b="b"/>
              <a:pathLst>
                <a:path w="7409" h="7447" extrusionOk="0">
                  <a:moveTo>
                    <a:pt x="2451" y="1"/>
                  </a:moveTo>
                  <a:lnTo>
                    <a:pt x="2451" y="1896"/>
                  </a:lnTo>
                  <a:lnTo>
                    <a:pt x="2020" y="1896"/>
                  </a:lnTo>
                  <a:cubicBezTo>
                    <a:pt x="1819" y="1589"/>
                    <a:pt x="1465" y="1398"/>
                    <a:pt x="1092" y="1398"/>
                  </a:cubicBezTo>
                  <a:cubicBezTo>
                    <a:pt x="489" y="1398"/>
                    <a:pt x="1" y="1886"/>
                    <a:pt x="1" y="2499"/>
                  </a:cubicBezTo>
                  <a:cubicBezTo>
                    <a:pt x="1" y="3102"/>
                    <a:pt x="489" y="3599"/>
                    <a:pt x="1092" y="3599"/>
                  </a:cubicBezTo>
                  <a:cubicBezTo>
                    <a:pt x="1465" y="3590"/>
                    <a:pt x="1819" y="3408"/>
                    <a:pt x="2020" y="3092"/>
                  </a:cubicBezTo>
                  <a:lnTo>
                    <a:pt x="2451" y="3092"/>
                  </a:lnTo>
                  <a:lnTo>
                    <a:pt x="2451" y="4968"/>
                  </a:lnTo>
                  <a:lnTo>
                    <a:pt x="4365" y="4968"/>
                  </a:lnTo>
                  <a:lnTo>
                    <a:pt x="4365" y="5408"/>
                  </a:lnTo>
                  <a:cubicBezTo>
                    <a:pt x="3437" y="6011"/>
                    <a:pt x="3867" y="7446"/>
                    <a:pt x="4968" y="7446"/>
                  </a:cubicBezTo>
                  <a:cubicBezTo>
                    <a:pt x="6068" y="7446"/>
                    <a:pt x="6499" y="6011"/>
                    <a:pt x="5571" y="5408"/>
                  </a:cubicBezTo>
                  <a:lnTo>
                    <a:pt x="5561" y="5408"/>
                  </a:lnTo>
                  <a:lnTo>
                    <a:pt x="5561" y="4968"/>
                  </a:lnTo>
                  <a:lnTo>
                    <a:pt x="6853" y="4968"/>
                  </a:lnTo>
                  <a:cubicBezTo>
                    <a:pt x="7073" y="4939"/>
                    <a:pt x="7399" y="4805"/>
                    <a:pt x="7408" y="4279"/>
                  </a:cubicBezTo>
                  <a:lnTo>
                    <a:pt x="7408" y="1"/>
                  </a:lnTo>
                  <a:lnTo>
                    <a:pt x="5408" y="1"/>
                  </a:lnTo>
                  <a:lnTo>
                    <a:pt x="5408" y="661"/>
                  </a:lnTo>
                  <a:lnTo>
                    <a:pt x="5533" y="757"/>
                  </a:lnTo>
                  <a:cubicBezTo>
                    <a:pt x="6260" y="1302"/>
                    <a:pt x="5867" y="2460"/>
                    <a:pt x="4958" y="2460"/>
                  </a:cubicBezTo>
                  <a:cubicBezTo>
                    <a:pt x="4049" y="2460"/>
                    <a:pt x="3666" y="1302"/>
                    <a:pt x="4394" y="757"/>
                  </a:cubicBezTo>
                  <a:lnTo>
                    <a:pt x="4518" y="661"/>
                  </a:lnTo>
                  <a:lnTo>
                    <a:pt x="4518" y="1"/>
                  </a:ln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2" name="Google Shape;9742;p63"/>
            <p:cNvSpPr/>
            <p:nvPr/>
          </p:nvSpPr>
          <p:spPr>
            <a:xfrm>
              <a:off x="7234621" y="3994738"/>
              <a:ext cx="33193" cy="58087"/>
            </a:xfrm>
            <a:custGeom>
              <a:avLst/>
              <a:gdLst/>
              <a:ahLst/>
              <a:cxnLst/>
              <a:rect l="l" t="t" r="r" b="b"/>
              <a:pathLst>
                <a:path w="1264" h="2212" extrusionOk="0">
                  <a:moveTo>
                    <a:pt x="1072" y="1"/>
                  </a:moveTo>
                  <a:cubicBezTo>
                    <a:pt x="479" y="20"/>
                    <a:pt x="0" y="508"/>
                    <a:pt x="0" y="1111"/>
                  </a:cubicBezTo>
                  <a:cubicBezTo>
                    <a:pt x="0" y="1704"/>
                    <a:pt x="479" y="2192"/>
                    <a:pt x="1072" y="2212"/>
                  </a:cubicBezTo>
                  <a:cubicBezTo>
                    <a:pt x="1139" y="2212"/>
                    <a:pt x="1206" y="2212"/>
                    <a:pt x="1263" y="2202"/>
                  </a:cubicBezTo>
                  <a:cubicBezTo>
                    <a:pt x="737" y="2106"/>
                    <a:pt x="354" y="1647"/>
                    <a:pt x="354" y="1111"/>
                  </a:cubicBezTo>
                  <a:cubicBezTo>
                    <a:pt x="354" y="575"/>
                    <a:pt x="737" y="116"/>
                    <a:pt x="1263" y="20"/>
                  </a:cubicBezTo>
                  <a:cubicBezTo>
                    <a:pt x="1206" y="10"/>
                    <a:pt x="1139" y="1"/>
                    <a:pt x="1072" y="1"/>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3" name="Google Shape;9743;p63"/>
            <p:cNvSpPr/>
            <p:nvPr/>
          </p:nvSpPr>
          <p:spPr>
            <a:xfrm>
              <a:off x="7297934" y="3958552"/>
              <a:ext cx="8823" cy="49789"/>
            </a:xfrm>
            <a:custGeom>
              <a:avLst/>
              <a:gdLst/>
              <a:ahLst/>
              <a:cxnLst/>
              <a:rect l="l" t="t" r="r" b="b"/>
              <a:pathLst>
                <a:path w="336" h="1896" extrusionOk="0">
                  <a:moveTo>
                    <a:pt x="1" y="1"/>
                  </a:moveTo>
                  <a:lnTo>
                    <a:pt x="1" y="1896"/>
                  </a:lnTo>
                  <a:lnTo>
                    <a:pt x="336" y="1896"/>
                  </a:lnTo>
                  <a:lnTo>
                    <a:pt x="336"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4" name="Google Shape;9744;p63"/>
            <p:cNvSpPr/>
            <p:nvPr/>
          </p:nvSpPr>
          <p:spPr>
            <a:xfrm>
              <a:off x="7297934" y="4039721"/>
              <a:ext cx="8823" cy="49290"/>
            </a:xfrm>
            <a:custGeom>
              <a:avLst/>
              <a:gdLst/>
              <a:ahLst/>
              <a:cxnLst/>
              <a:rect l="l" t="t" r="r" b="b"/>
              <a:pathLst>
                <a:path w="336" h="1877" extrusionOk="0">
                  <a:moveTo>
                    <a:pt x="1" y="1"/>
                  </a:moveTo>
                  <a:lnTo>
                    <a:pt x="1" y="1877"/>
                  </a:lnTo>
                  <a:lnTo>
                    <a:pt x="336" y="1877"/>
                  </a:lnTo>
                  <a:lnTo>
                    <a:pt x="336"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5" name="Google Shape;9745;p63"/>
            <p:cNvSpPr/>
            <p:nvPr/>
          </p:nvSpPr>
          <p:spPr>
            <a:xfrm>
              <a:off x="7323459" y="4088985"/>
              <a:ext cx="45876" cy="64626"/>
            </a:xfrm>
            <a:custGeom>
              <a:avLst/>
              <a:gdLst/>
              <a:ahLst/>
              <a:cxnLst/>
              <a:rect l="l" t="t" r="r" b="b"/>
              <a:pathLst>
                <a:path w="1747" h="2461" extrusionOk="0">
                  <a:moveTo>
                    <a:pt x="952" y="1"/>
                  </a:moveTo>
                  <a:lnTo>
                    <a:pt x="952" y="422"/>
                  </a:lnTo>
                  <a:cubicBezTo>
                    <a:pt x="1" y="1041"/>
                    <a:pt x="489" y="2460"/>
                    <a:pt x="1533" y="2460"/>
                  </a:cubicBezTo>
                  <a:cubicBezTo>
                    <a:pt x="1602" y="2460"/>
                    <a:pt x="1673" y="2454"/>
                    <a:pt x="1747" y="2441"/>
                  </a:cubicBezTo>
                  <a:cubicBezTo>
                    <a:pt x="1220" y="2345"/>
                    <a:pt x="838" y="1886"/>
                    <a:pt x="828" y="1350"/>
                  </a:cubicBezTo>
                  <a:cubicBezTo>
                    <a:pt x="838" y="977"/>
                    <a:pt x="1019" y="632"/>
                    <a:pt x="1335" y="422"/>
                  </a:cubicBezTo>
                  <a:lnTo>
                    <a:pt x="1335"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6" name="Google Shape;9746;p63"/>
            <p:cNvSpPr/>
            <p:nvPr/>
          </p:nvSpPr>
          <p:spPr>
            <a:xfrm>
              <a:off x="7166240" y="3762022"/>
              <a:ext cx="203594" cy="196320"/>
            </a:xfrm>
            <a:custGeom>
              <a:avLst/>
              <a:gdLst/>
              <a:ahLst/>
              <a:cxnLst/>
              <a:rect l="l" t="t" r="r" b="b"/>
              <a:pathLst>
                <a:path w="7753" h="7476" extrusionOk="0">
                  <a:moveTo>
                    <a:pt x="6375" y="3867"/>
                  </a:moveTo>
                  <a:cubicBezTo>
                    <a:pt x="6376" y="3867"/>
                    <a:pt x="6378" y="3867"/>
                    <a:pt x="6380" y="3867"/>
                  </a:cubicBezTo>
                  <a:lnTo>
                    <a:pt x="6380" y="3867"/>
                  </a:lnTo>
                  <a:cubicBezTo>
                    <a:pt x="6381" y="3867"/>
                    <a:pt x="6383" y="3867"/>
                    <a:pt x="6384" y="3867"/>
                  </a:cubicBezTo>
                  <a:close/>
                  <a:moveTo>
                    <a:pt x="2518" y="1"/>
                  </a:moveTo>
                  <a:cubicBezTo>
                    <a:pt x="1408" y="1"/>
                    <a:pt x="987" y="1436"/>
                    <a:pt x="1905" y="2039"/>
                  </a:cubicBezTo>
                  <a:lnTo>
                    <a:pt x="1905" y="2460"/>
                  </a:lnTo>
                  <a:lnTo>
                    <a:pt x="556" y="2460"/>
                  </a:lnTo>
                  <a:cubicBezTo>
                    <a:pt x="345" y="2480"/>
                    <a:pt x="39" y="2604"/>
                    <a:pt x="1" y="3054"/>
                  </a:cubicBezTo>
                  <a:lnTo>
                    <a:pt x="1" y="7475"/>
                  </a:lnTo>
                  <a:lnTo>
                    <a:pt x="2068" y="7475"/>
                  </a:lnTo>
                  <a:lnTo>
                    <a:pt x="2068" y="6824"/>
                  </a:lnTo>
                  <a:lnTo>
                    <a:pt x="1944" y="6729"/>
                  </a:lnTo>
                  <a:cubicBezTo>
                    <a:pt x="1216" y="6174"/>
                    <a:pt x="1599" y="5016"/>
                    <a:pt x="2508" y="5016"/>
                  </a:cubicBezTo>
                  <a:cubicBezTo>
                    <a:pt x="3418" y="5016"/>
                    <a:pt x="3810" y="6174"/>
                    <a:pt x="3083" y="6729"/>
                  </a:cubicBezTo>
                  <a:lnTo>
                    <a:pt x="2958" y="6824"/>
                  </a:lnTo>
                  <a:lnTo>
                    <a:pt x="2958" y="7475"/>
                  </a:lnTo>
                  <a:lnTo>
                    <a:pt x="5025" y="7475"/>
                  </a:lnTo>
                  <a:lnTo>
                    <a:pt x="5025" y="5580"/>
                  </a:lnTo>
                  <a:lnTo>
                    <a:pt x="5446" y="5580"/>
                  </a:lnTo>
                  <a:cubicBezTo>
                    <a:pt x="5666" y="5919"/>
                    <a:pt x="6020" y="6085"/>
                    <a:pt x="6373" y="6085"/>
                  </a:cubicBezTo>
                  <a:cubicBezTo>
                    <a:pt x="6757" y="6085"/>
                    <a:pt x="7141" y="5888"/>
                    <a:pt x="7351" y="5504"/>
                  </a:cubicBezTo>
                  <a:cubicBezTo>
                    <a:pt x="7752" y="4768"/>
                    <a:pt x="7219" y="3871"/>
                    <a:pt x="6380" y="3867"/>
                  </a:cubicBezTo>
                  <a:lnTo>
                    <a:pt x="6380" y="3867"/>
                  </a:lnTo>
                  <a:cubicBezTo>
                    <a:pt x="6008" y="3869"/>
                    <a:pt x="5656" y="4060"/>
                    <a:pt x="5456" y="4374"/>
                  </a:cubicBezTo>
                  <a:lnTo>
                    <a:pt x="5035" y="4374"/>
                  </a:lnTo>
                  <a:lnTo>
                    <a:pt x="5035" y="2460"/>
                  </a:lnTo>
                  <a:lnTo>
                    <a:pt x="3121" y="2460"/>
                  </a:lnTo>
                  <a:lnTo>
                    <a:pt x="3121" y="2039"/>
                  </a:lnTo>
                  <a:cubicBezTo>
                    <a:pt x="4040" y="1436"/>
                    <a:pt x="3618" y="1"/>
                    <a:pt x="25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7" name="Google Shape;9747;p63"/>
            <p:cNvSpPr/>
            <p:nvPr/>
          </p:nvSpPr>
          <p:spPr>
            <a:xfrm>
              <a:off x="7166240" y="3762022"/>
              <a:ext cx="203594" cy="196320"/>
            </a:xfrm>
            <a:custGeom>
              <a:avLst/>
              <a:gdLst/>
              <a:ahLst/>
              <a:cxnLst/>
              <a:rect l="l" t="t" r="r" b="b"/>
              <a:pathLst>
                <a:path w="7753" h="7476" extrusionOk="0">
                  <a:moveTo>
                    <a:pt x="6375" y="3867"/>
                  </a:moveTo>
                  <a:cubicBezTo>
                    <a:pt x="6376" y="3867"/>
                    <a:pt x="6378" y="3867"/>
                    <a:pt x="6380" y="3867"/>
                  </a:cubicBezTo>
                  <a:lnTo>
                    <a:pt x="6380" y="3867"/>
                  </a:lnTo>
                  <a:cubicBezTo>
                    <a:pt x="6381" y="3867"/>
                    <a:pt x="6383" y="3867"/>
                    <a:pt x="6384" y="3867"/>
                  </a:cubicBezTo>
                  <a:close/>
                  <a:moveTo>
                    <a:pt x="2518" y="1"/>
                  </a:moveTo>
                  <a:cubicBezTo>
                    <a:pt x="1408" y="1"/>
                    <a:pt x="987" y="1436"/>
                    <a:pt x="1905" y="2039"/>
                  </a:cubicBezTo>
                  <a:lnTo>
                    <a:pt x="1905" y="2460"/>
                  </a:lnTo>
                  <a:lnTo>
                    <a:pt x="556" y="2460"/>
                  </a:lnTo>
                  <a:cubicBezTo>
                    <a:pt x="345" y="2480"/>
                    <a:pt x="39" y="2604"/>
                    <a:pt x="1" y="3054"/>
                  </a:cubicBezTo>
                  <a:lnTo>
                    <a:pt x="1" y="7475"/>
                  </a:lnTo>
                  <a:lnTo>
                    <a:pt x="2068" y="7475"/>
                  </a:lnTo>
                  <a:lnTo>
                    <a:pt x="2068" y="6824"/>
                  </a:lnTo>
                  <a:lnTo>
                    <a:pt x="1944" y="6729"/>
                  </a:lnTo>
                  <a:cubicBezTo>
                    <a:pt x="1216" y="6174"/>
                    <a:pt x="1599" y="5016"/>
                    <a:pt x="2508" y="5016"/>
                  </a:cubicBezTo>
                  <a:cubicBezTo>
                    <a:pt x="3418" y="5016"/>
                    <a:pt x="3810" y="6174"/>
                    <a:pt x="3083" y="6729"/>
                  </a:cubicBezTo>
                  <a:lnTo>
                    <a:pt x="2958" y="6824"/>
                  </a:lnTo>
                  <a:lnTo>
                    <a:pt x="2958" y="7475"/>
                  </a:lnTo>
                  <a:lnTo>
                    <a:pt x="5025" y="7475"/>
                  </a:lnTo>
                  <a:lnTo>
                    <a:pt x="5025" y="5580"/>
                  </a:lnTo>
                  <a:lnTo>
                    <a:pt x="5446" y="5580"/>
                  </a:lnTo>
                  <a:cubicBezTo>
                    <a:pt x="5666" y="5919"/>
                    <a:pt x="6020" y="6085"/>
                    <a:pt x="6373" y="6085"/>
                  </a:cubicBezTo>
                  <a:cubicBezTo>
                    <a:pt x="6757" y="6085"/>
                    <a:pt x="7141" y="5888"/>
                    <a:pt x="7351" y="5504"/>
                  </a:cubicBezTo>
                  <a:cubicBezTo>
                    <a:pt x="7752" y="4768"/>
                    <a:pt x="7219" y="3871"/>
                    <a:pt x="6380" y="3867"/>
                  </a:cubicBezTo>
                  <a:lnTo>
                    <a:pt x="6380" y="3867"/>
                  </a:lnTo>
                  <a:cubicBezTo>
                    <a:pt x="6008" y="3869"/>
                    <a:pt x="5656" y="4060"/>
                    <a:pt x="5456" y="4374"/>
                  </a:cubicBezTo>
                  <a:lnTo>
                    <a:pt x="5035" y="4374"/>
                  </a:lnTo>
                  <a:lnTo>
                    <a:pt x="5035" y="2460"/>
                  </a:lnTo>
                  <a:lnTo>
                    <a:pt x="3121" y="2460"/>
                  </a:lnTo>
                  <a:lnTo>
                    <a:pt x="3121" y="2039"/>
                  </a:lnTo>
                  <a:cubicBezTo>
                    <a:pt x="4040" y="1436"/>
                    <a:pt x="3618" y="1"/>
                    <a:pt x="251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8" name="Google Shape;9748;p63"/>
            <p:cNvSpPr/>
            <p:nvPr/>
          </p:nvSpPr>
          <p:spPr>
            <a:xfrm>
              <a:off x="7191528" y="3762022"/>
              <a:ext cx="45876" cy="64626"/>
            </a:xfrm>
            <a:custGeom>
              <a:avLst/>
              <a:gdLst/>
              <a:ahLst/>
              <a:cxnLst/>
              <a:rect l="l" t="t" r="r" b="b"/>
              <a:pathLst>
                <a:path w="1747" h="2461" extrusionOk="0">
                  <a:moveTo>
                    <a:pt x="1532" y="1"/>
                  </a:moveTo>
                  <a:cubicBezTo>
                    <a:pt x="489" y="1"/>
                    <a:pt x="0" y="1420"/>
                    <a:pt x="952" y="2039"/>
                  </a:cubicBezTo>
                  <a:lnTo>
                    <a:pt x="952" y="2460"/>
                  </a:lnTo>
                  <a:lnTo>
                    <a:pt x="1335" y="2460"/>
                  </a:lnTo>
                  <a:lnTo>
                    <a:pt x="1335" y="2039"/>
                  </a:lnTo>
                  <a:cubicBezTo>
                    <a:pt x="493" y="1494"/>
                    <a:pt x="761" y="192"/>
                    <a:pt x="1746" y="20"/>
                  </a:cubicBezTo>
                  <a:cubicBezTo>
                    <a:pt x="1673" y="7"/>
                    <a:pt x="1601" y="1"/>
                    <a:pt x="153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9" name="Google Shape;9749;p63"/>
            <p:cNvSpPr/>
            <p:nvPr/>
          </p:nvSpPr>
          <p:spPr>
            <a:xfrm>
              <a:off x="7166503" y="3827882"/>
              <a:ext cx="10084" cy="130696"/>
            </a:xfrm>
            <a:custGeom>
              <a:avLst/>
              <a:gdLst/>
              <a:ahLst/>
              <a:cxnLst/>
              <a:rect l="l" t="t" r="r" b="b"/>
              <a:pathLst>
                <a:path w="384" h="4977" extrusionOk="0">
                  <a:moveTo>
                    <a:pt x="383" y="0"/>
                  </a:moveTo>
                  <a:cubicBezTo>
                    <a:pt x="201" y="58"/>
                    <a:pt x="29" y="211"/>
                    <a:pt x="0" y="555"/>
                  </a:cubicBezTo>
                  <a:lnTo>
                    <a:pt x="0" y="4977"/>
                  </a:lnTo>
                  <a:lnTo>
                    <a:pt x="383" y="4977"/>
                  </a:lnTo>
                  <a:lnTo>
                    <a:pt x="383"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0" name="Google Shape;9750;p63"/>
            <p:cNvSpPr/>
            <p:nvPr/>
          </p:nvSpPr>
          <p:spPr>
            <a:xfrm>
              <a:off x="7297698" y="3826621"/>
              <a:ext cx="9060" cy="50288"/>
            </a:xfrm>
            <a:custGeom>
              <a:avLst/>
              <a:gdLst/>
              <a:ahLst/>
              <a:cxnLst/>
              <a:rect l="l" t="t" r="r" b="b"/>
              <a:pathLst>
                <a:path w="345" h="1915" extrusionOk="0">
                  <a:moveTo>
                    <a:pt x="0" y="0"/>
                  </a:moveTo>
                  <a:lnTo>
                    <a:pt x="0" y="1914"/>
                  </a:lnTo>
                  <a:lnTo>
                    <a:pt x="345" y="1914"/>
                  </a:lnTo>
                  <a:lnTo>
                    <a:pt x="34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1" name="Google Shape;9751;p63"/>
            <p:cNvSpPr/>
            <p:nvPr/>
          </p:nvSpPr>
          <p:spPr>
            <a:xfrm>
              <a:off x="7297698" y="3908553"/>
              <a:ext cx="9060" cy="50025"/>
            </a:xfrm>
            <a:custGeom>
              <a:avLst/>
              <a:gdLst/>
              <a:ahLst/>
              <a:cxnLst/>
              <a:rect l="l" t="t" r="r" b="b"/>
              <a:pathLst>
                <a:path w="345" h="1905" extrusionOk="0">
                  <a:moveTo>
                    <a:pt x="0" y="0"/>
                  </a:moveTo>
                  <a:lnTo>
                    <a:pt x="0" y="1905"/>
                  </a:lnTo>
                  <a:lnTo>
                    <a:pt x="345" y="1905"/>
                  </a:lnTo>
                  <a:lnTo>
                    <a:pt x="34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52" name="Google Shape;9752;p63"/>
          <p:cNvGrpSpPr/>
          <p:nvPr/>
        </p:nvGrpSpPr>
        <p:grpSpPr>
          <a:xfrm>
            <a:off x="7536857" y="3641055"/>
            <a:ext cx="407897" cy="328985"/>
            <a:chOff x="7541469" y="3793455"/>
            <a:chExt cx="407897" cy="328985"/>
          </a:xfrm>
        </p:grpSpPr>
        <p:sp>
          <p:nvSpPr>
            <p:cNvPr id="9753" name="Google Shape;9753;p63"/>
            <p:cNvSpPr/>
            <p:nvPr/>
          </p:nvSpPr>
          <p:spPr>
            <a:xfrm>
              <a:off x="7541469" y="3819820"/>
              <a:ext cx="407897" cy="302620"/>
            </a:xfrm>
            <a:custGeom>
              <a:avLst/>
              <a:gdLst/>
              <a:ahLst/>
              <a:cxnLst/>
              <a:rect l="l" t="t" r="r" b="b"/>
              <a:pathLst>
                <a:path w="15533" h="11524" extrusionOk="0">
                  <a:moveTo>
                    <a:pt x="14794" y="1"/>
                  </a:moveTo>
                  <a:cubicBezTo>
                    <a:pt x="14788" y="1"/>
                    <a:pt x="14783" y="1"/>
                    <a:pt x="14777" y="1"/>
                  </a:cubicBezTo>
                  <a:lnTo>
                    <a:pt x="747" y="1"/>
                  </a:lnTo>
                  <a:cubicBezTo>
                    <a:pt x="335" y="1"/>
                    <a:pt x="0" y="336"/>
                    <a:pt x="0" y="747"/>
                  </a:cubicBezTo>
                  <a:lnTo>
                    <a:pt x="0" y="10768"/>
                  </a:lnTo>
                  <a:cubicBezTo>
                    <a:pt x="0" y="11179"/>
                    <a:pt x="335" y="11514"/>
                    <a:pt x="747" y="11524"/>
                  </a:cubicBezTo>
                  <a:lnTo>
                    <a:pt x="14777" y="11524"/>
                  </a:lnTo>
                  <a:cubicBezTo>
                    <a:pt x="15198" y="11524"/>
                    <a:pt x="15533" y="11179"/>
                    <a:pt x="15533" y="10768"/>
                  </a:cubicBezTo>
                  <a:lnTo>
                    <a:pt x="15533" y="747"/>
                  </a:lnTo>
                  <a:cubicBezTo>
                    <a:pt x="15533" y="342"/>
                    <a:pt x="15207" y="1"/>
                    <a:pt x="1479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4" name="Google Shape;9754;p63"/>
            <p:cNvSpPr/>
            <p:nvPr/>
          </p:nvSpPr>
          <p:spPr>
            <a:xfrm>
              <a:off x="7541469" y="3819820"/>
              <a:ext cx="407897" cy="39495"/>
            </a:xfrm>
            <a:custGeom>
              <a:avLst/>
              <a:gdLst/>
              <a:ahLst/>
              <a:cxnLst/>
              <a:rect l="l" t="t" r="r" b="b"/>
              <a:pathLst>
                <a:path w="15533" h="1504" extrusionOk="0">
                  <a:moveTo>
                    <a:pt x="14794" y="1"/>
                  </a:moveTo>
                  <a:cubicBezTo>
                    <a:pt x="14788" y="1"/>
                    <a:pt x="14783" y="1"/>
                    <a:pt x="14777" y="1"/>
                  </a:cubicBezTo>
                  <a:lnTo>
                    <a:pt x="747" y="1"/>
                  </a:lnTo>
                  <a:cubicBezTo>
                    <a:pt x="335" y="1"/>
                    <a:pt x="0" y="336"/>
                    <a:pt x="0" y="747"/>
                  </a:cubicBezTo>
                  <a:lnTo>
                    <a:pt x="0" y="1504"/>
                  </a:lnTo>
                  <a:lnTo>
                    <a:pt x="15533" y="1504"/>
                  </a:lnTo>
                  <a:lnTo>
                    <a:pt x="15533" y="747"/>
                  </a:lnTo>
                  <a:cubicBezTo>
                    <a:pt x="15533" y="342"/>
                    <a:pt x="15207" y="1"/>
                    <a:pt x="14794"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5" name="Google Shape;9755;p63"/>
            <p:cNvSpPr/>
            <p:nvPr/>
          </p:nvSpPr>
          <p:spPr>
            <a:xfrm>
              <a:off x="7567860" y="3819846"/>
              <a:ext cx="52546" cy="26155"/>
            </a:xfrm>
            <a:custGeom>
              <a:avLst/>
              <a:gdLst/>
              <a:ahLst/>
              <a:cxnLst/>
              <a:rect l="l" t="t" r="r" b="b"/>
              <a:pathLst>
                <a:path w="2001" h="996" extrusionOk="0">
                  <a:moveTo>
                    <a:pt x="0" y="0"/>
                  </a:moveTo>
                  <a:lnTo>
                    <a:pt x="0" y="249"/>
                  </a:lnTo>
                  <a:cubicBezTo>
                    <a:pt x="0" y="660"/>
                    <a:pt x="335" y="995"/>
                    <a:pt x="747" y="995"/>
                  </a:cubicBezTo>
                  <a:lnTo>
                    <a:pt x="1254" y="995"/>
                  </a:lnTo>
                  <a:cubicBezTo>
                    <a:pt x="1665" y="995"/>
                    <a:pt x="2000" y="660"/>
                    <a:pt x="2000" y="249"/>
                  </a:cubicBezTo>
                  <a:lnTo>
                    <a:pt x="2000"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6" name="Google Shape;9756;p63"/>
            <p:cNvSpPr/>
            <p:nvPr/>
          </p:nvSpPr>
          <p:spPr>
            <a:xfrm>
              <a:off x="7870428" y="3819846"/>
              <a:ext cx="52573" cy="26155"/>
            </a:xfrm>
            <a:custGeom>
              <a:avLst/>
              <a:gdLst/>
              <a:ahLst/>
              <a:cxnLst/>
              <a:rect l="l" t="t" r="r" b="b"/>
              <a:pathLst>
                <a:path w="2002" h="996" extrusionOk="0">
                  <a:moveTo>
                    <a:pt x="1" y="0"/>
                  </a:moveTo>
                  <a:lnTo>
                    <a:pt x="1" y="249"/>
                  </a:lnTo>
                  <a:cubicBezTo>
                    <a:pt x="1" y="660"/>
                    <a:pt x="336" y="995"/>
                    <a:pt x="747" y="995"/>
                  </a:cubicBezTo>
                  <a:lnTo>
                    <a:pt x="1255" y="995"/>
                  </a:lnTo>
                  <a:cubicBezTo>
                    <a:pt x="1666" y="995"/>
                    <a:pt x="2001" y="660"/>
                    <a:pt x="2001" y="249"/>
                  </a:cubicBezTo>
                  <a:lnTo>
                    <a:pt x="2001"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7" name="Google Shape;9757;p63"/>
            <p:cNvSpPr/>
            <p:nvPr/>
          </p:nvSpPr>
          <p:spPr>
            <a:xfrm>
              <a:off x="7580912" y="3793455"/>
              <a:ext cx="26418" cy="39469"/>
            </a:xfrm>
            <a:custGeom>
              <a:avLst/>
              <a:gdLst/>
              <a:ahLst/>
              <a:cxnLst/>
              <a:rect l="l" t="t" r="r" b="b"/>
              <a:pathLst>
                <a:path w="1006" h="1503" extrusionOk="0">
                  <a:moveTo>
                    <a:pt x="250" y="0"/>
                  </a:moveTo>
                  <a:cubicBezTo>
                    <a:pt x="116" y="0"/>
                    <a:pt x="1" y="105"/>
                    <a:pt x="1" y="249"/>
                  </a:cubicBezTo>
                  <a:lnTo>
                    <a:pt x="1" y="1254"/>
                  </a:lnTo>
                  <a:cubicBezTo>
                    <a:pt x="1" y="1388"/>
                    <a:pt x="116" y="1503"/>
                    <a:pt x="250" y="1503"/>
                  </a:cubicBezTo>
                  <a:lnTo>
                    <a:pt x="757" y="1503"/>
                  </a:lnTo>
                  <a:cubicBezTo>
                    <a:pt x="891" y="1503"/>
                    <a:pt x="1006" y="1388"/>
                    <a:pt x="1006" y="1254"/>
                  </a:cubicBezTo>
                  <a:lnTo>
                    <a:pt x="1006" y="249"/>
                  </a:lnTo>
                  <a:cubicBezTo>
                    <a:pt x="1006" y="105"/>
                    <a:pt x="891" y="0"/>
                    <a:pt x="75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8" name="Google Shape;9758;p63"/>
            <p:cNvSpPr/>
            <p:nvPr/>
          </p:nvSpPr>
          <p:spPr>
            <a:xfrm>
              <a:off x="7580912" y="3793455"/>
              <a:ext cx="26418" cy="19616"/>
            </a:xfrm>
            <a:custGeom>
              <a:avLst/>
              <a:gdLst/>
              <a:ahLst/>
              <a:cxnLst/>
              <a:rect l="l" t="t" r="r" b="b"/>
              <a:pathLst>
                <a:path w="1006" h="747" extrusionOk="0">
                  <a:moveTo>
                    <a:pt x="250" y="0"/>
                  </a:moveTo>
                  <a:cubicBezTo>
                    <a:pt x="116" y="0"/>
                    <a:pt x="1" y="115"/>
                    <a:pt x="1" y="249"/>
                  </a:cubicBezTo>
                  <a:lnTo>
                    <a:pt x="1" y="498"/>
                  </a:lnTo>
                  <a:cubicBezTo>
                    <a:pt x="1" y="641"/>
                    <a:pt x="116" y="747"/>
                    <a:pt x="250" y="747"/>
                  </a:cubicBezTo>
                  <a:lnTo>
                    <a:pt x="757" y="747"/>
                  </a:lnTo>
                  <a:cubicBezTo>
                    <a:pt x="891" y="747"/>
                    <a:pt x="1006" y="641"/>
                    <a:pt x="1006" y="498"/>
                  </a:cubicBezTo>
                  <a:lnTo>
                    <a:pt x="1006" y="249"/>
                  </a:lnTo>
                  <a:cubicBezTo>
                    <a:pt x="1006" y="115"/>
                    <a:pt x="891" y="0"/>
                    <a:pt x="75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9" name="Google Shape;9759;p63"/>
            <p:cNvSpPr/>
            <p:nvPr/>
          </p:nvSpPr>
          <p:spPr>
            <a:xfrm>
              <a:off x="7883506" y="3793455"/>
              <a:ext cx="26418" cy="39469"/>
            </a:xfrm>
            <a:custGeom>
              <a:avLst/>
              <a:gdLst/>
              <a:ahLst/>
              <a:cxnLst/>
              <a:rect l="l" t="t" r="r" b="b"/>
              <a:pathLst>
                <a:path w="1006" h="1503" extrusionOk="0">
                  <a:moveTo>
                    <a:pt x="249" y="0"/>
                  </a:moveTo>
                  <a:cubicBezTo>
                    <a:pt x="115" y="0"/>
                    <a:pt x="1" y="105"/>
                    <a:pt x="1" y="249"/>
                  </a:cubicBezTo>
                  <a:lnTo>
                    <a:pt x="1" y="1254"/>
                  </a:lnTo>
                  <a:cubicBezTo>
                    <a:pt x="1" y="1388"/>
                    <a:pt x="115" y="1503"/>
                    <a:pt x="249" y="1503"/>
                  </a:cubicBezTo>
                  <a:lnTo>
                    <a:pt x="757" y="1503"/>
                  </a:lnTo>
                  <a:cubicBezTo>
                    <a:pt x="891" y="1503"/>
                    <a:pt x="1005" y="1388"/>
                    <a:pt x="1005" y="1254"/>
                  </a:cubicBezTo>
                  <a:lnTo>
                    <a:pt x="1005" y="249"/>
                  </a:lnTo>
                  <a:cubicBezTo>
                    <a:pt x="1005" y="105"/>
                    <a:pt x="891" y="0"/>
                    <a:pt x="75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0" name="Google Shape;9760;p63"/>
            <p:cNvSpPr/>
            <p:nvPr/>
          </p:nvSpPr>
          <p:spPr>
            <a:xfrm>
              <a:off x="7883506" y="3793455"/>
              <a:ext cx="26418" cy="19616"/>
            </a:xfrm>
            <a:custGeom>
              <a:avLst/>
              <a:gdLst/>
              <a:ahLst/>
              <a:cxnLst/>
              <a:rect l="l" t="t" r="r" b="b"/>
              <a:pathLst>
                <a:path w="1006" h="747" extrusionOk="0">
                  <a:moveTo>
                    <a:pt x="249" y="0"/>
                  </a:moveTo>
                  <a:cubicBezTo>
                    <a:pt x="115" y="0"/>
                    <a:pt x="1" y="115"/>
                    <a:pt x="1" y="249"/>
                  </a:cubicBezTo>
                  <a:lnTo>
                    <a:pt x="1" y="498"/>
                  </a:lnTo>
                  <a:cubicBezTo>
                    <a:pt x="1" y="641"/>
                    <a:pt x="115" y="747"/>
                    <a:pt x="249" y="747"/>
                  </a:cubicBezTo>
                  <a:lnTo>
                    <a:pt x="757" y="747"/>
                  </a:lnTo>
                  <a:cubicBezTo>
                    <a:pt x="891" y="747"/>
                    <a:pt x="1005" y="641"/>
                    <a:pt x="1005" y="498"/>
                  </a:cubicBezTo>
                  <a:lnTo>
                    <a:pt x="1005" y="249"/>
                  </a:lnTo>
                  <a:cubicBezTo>
                    <a:pt x="1005" y="115"/>
                    <a:pt x="891" y="0"/>
                    <a:pt x="75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1" name="Google Shape;9761;p63"/>
            <p:cNvSpPr/>
            <p:nvPr/>
          </p:nvSpPr>
          <p:spPr>
            <a:xfrm>
              <a:off x="7541469" y="3859289"/>
              <a:ext cx="407897" cy="13104"/>
            </a:xfrm>
            <a:custGeom>
              <a:avLst/>
              <a:gdLst/>
              <a:ahLst/>
              <a:cxnLst/>
              <a:rect l="l" t="t" r="r" b="b"/>
              <a:pathLst>
                <a:path w="15533" h="499" extrusionOk="0">
                  <a:moveTo>
                    <a:pt x="0" y="1"/>
                  </a:moveTo>
                  <a:lnTo>
                    <a:pt x="0" y="498"/>
                  </a:lnTo>
                  <a:lnTo>
                    <a:pt x="15533" y="498"/>
                  </a:lnTo>
                  <a:lnTo>
                    <a:pt x="15533"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2" name="Google Shape;9762;p63"/>
            <p:cNvSpPr/>
            <p:nvPr/>
          </p:nvSpPr>
          <p:spPr>
            <a:xfrm>
              <a:off x="7580912" y="3898758"/>
              <a:ext cx="52573" cy="26155"/>
            </a:xfrm>
            <a:custGeom>
              <a:avLst/>
              <a:gdLst/>
              <a:ahLst/>
              <a:cxnLst/>
              <a:rect l="l" t="t" r="r" b="b"/>
              <a:pathLst>
                <a:path w="2002" h="996" extrusionOk="0">
                  <a:moveTo>
                    <a:pt x="250" y="0"/>
                  </a:moveTo>
                  <a:cubicBezTo>
                    <a:pt x="116" y="0"/>
                    <a:pt x="1" y="105"/>
                    <a:pt x="1" y="249"/>
                  </a:cubicBezTo>
                  <a:lnTo>
                    <a:pt x="1" y="747"/>
                  </a:lnTo>
                  <a:cubicBezTo>
                    <a:pt x="1" y="890"/>
                    <a:pt x="116" y="995"/>
                    <a:pt x="250" y="995"/>
                  </a:cubicBezTo>
                  <a:lnTo>
                    <a:pt x="1752" y="995"/>
                  </a:lnTo>
                  <a:cubicBezTo>
                    <a:pt x="1896" y="995"/>
                    <a:pt x="2001" y="890"/>
                    <a:pt x="2001" y="747"/>
                  </a:cubicBezTo>
                  <a:lnTo>
                    <a:pt x="2001" y="249"/>
                  </a:lnTo>
                  <a:cubicBezTo>
                    <a:pt x="2001" y="10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3" name="Google Shape;9763;p63"/>
            <p:cNvSpPr/>
            <p:nvPr/>
          </p:nvSpPr>
          <p:spPr>
            <a:xfrm>
              <a:off x="7580912" y="3951278"/>
              <a:ext cx="52573" cy="26418"/>
            </a:xfrm>
            <a:custGeom>
              <a:avLst/>
              <a:gdLst/>
              <a:ahLst/>
              <a:cxnLst/>
              <a:rect l="l" t="t" r="r" b="b"/>
              <a:pathLst>
                <a:path w="2002" h="1006" extrusionOk="0">
                  <a:moveTo>
                    <a:pt x="250" y="0"/>
                  </a:moveTo>
                  <a:cubicBezTo>
                    <a:pt x="116" y="0"/>
                    <a:pt x="1" y="115"/>
                    <a:pt x="1" y="249"/>
                  </a:cubicBezTo>
                  <a:lnTo>
                    <a:pt x="1" y="756"/>
                  </a:lnTo>
                  <a:cubicBezTo>
                    <a:pt x="1" y="890"/>
                    <a:pt x="116" y="1005"/>
                    <a:pt x="250" y="1005"/>
                  </a:cubicBezTo>
                  <a:lnTo>
                    <a:pt x="1752" y="1005"/>
                  </a:lnTo>
                  <a:cubicBezTo>
                    <a:pt x="1896" y="1005"/>
                    <a:pt x="2001" y="890"/>
                    <a:pt x="2001" y="756"/>
                  </a:cubicBezTo>
                  <a:lnTo>
                    <a:pt x="2001" y="249"/>
                  </a:lnTo>
                  <a:cubicBezTo>
                    <a:pt x="2001" y="11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4" name="Google Shape;9764;p63"/>
            <p:cNvSpPr/>
            <p:nvPr/>
          </p:nvSpPr>
          <p:spPr>
            <a:xfrm>
              <a:off x="7580912" y="4004060"/>
              <a:ext cx="52573" cy="26155"/>
            </a:xfrm>
            <a:custGeom>
              <a:avLst/>
              <a:gdLst/>
              <a:ahLst/>
              <a:cxnLst/>
              <a:rect l="l" t="t" r="r" b="b"/>
              <a:pathLst>
                <a:path w="2002" h="996" extrusionOk="0">
                  <a:moveTo>
                    <a:pt x="250" y="0"/>
                  </a:moveTo>
                  <a:cubicBezTo>
                    <a:pt x="116" y="0"/>
                    <a:pt x="1" y="105"/>
                    <a:pt x="1" y="249"/>
                  </a:cubicBezTo>
                  <a:lnTo>
                    <a:pt x="1" y="746"/>
                  </a:lnTo>
                  <a:cubicBezTo>
                    <a:pt x="1" y="880"/>
                    <a:pt x="116" y="995"/>
                    <a:pt x="250" y="995"/>
                  </a:cubicBezTo>
                  <a:lnTo>
                    <a:pt x="1752" y="995"/>
                  </a:lnTo>
                  <a:cubicBezTo>
                    <a:pt x="1896" y="995"/>
                    <a:pt x="2001" y="880"/>
                    <a:pt x="2001" y="746"/>
                  </a:cubicBezTo>
                  <a:lnTo>
                    <a:pt x="2001" y="249"/>
                  </a:lnTo>
                  <a:cubicBezTo>
                    <a:pt x="2001" y="10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5" name="Google Shape;9765;p63"/>
            <p:cNvSpPr/>
            <p:nvPr/>
          </p:nvSpPr>
          <p:spPr>
            <a:xfrm>
              <a:off x="7672900" y="4004060"/>
              <a:ext cx="52809" cy="26155"/>
            </a:xfrm>
            <a:custGeom>
              <a:avLst/>
              <a:gdLst/>
              <a:ahLst/>
              <a:cxnLst/>
              <a:rect l="l" t="t" r="r" b="b"/>
              <a:pathLst>
                <a:path w="2011" h="996" extrusionOk="0">
                  <a:moveTo>
                    <a:pt x="259" y="0"/>
                  </a:moveTo>
                  <a:cubicBezTo>
                    <a:pt x="115" y="0"/>
                    <a:pt x="1" y="105"/>
                    <a:pt x="1" y="249"/>
                  </a:cubicBezTo>
                  <a:lnTo>
                    <a:pt x="1" y="746"/>
                  </a:lnTo>
                  <a:cubicBezTo>
                    <a:pt x="1" y="880"/>
                    <a:pt x="115" y="995"/>
                    <a:pt x="259" y="995"/>
                  </a:cubicBezTo>
                  <a:lnTo>
                    <a:pt x="1752" y="995"/>
                  </a:lnTo>
                  <a:cubicBezTo>
                    <a:pt x="1896" y="995"/>
                    <a:pt x="2010" y="880"/>
                    <a:pt x="2010" y="746"/>
                  </a:cubicBezTo>
                  <a:lnTo>
                    <a:pt x="2010" y="249"/>
                  </a:lnTo>
                  <a:cubicBezTo>
                    <a:pt x="2010" y="105"/>
                    <a:pt x="189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6" name="Google Shape;9766;p63"/>
            <p:cNvSpPr/>
            <p:nvPr/>
          </p:nvSpPr>
          <p:spPr>
            <a:xfrm>
              <a:off x="7765126" y="4004060"/>
              <a:ext cx="52573" cy="26155"/>
            </a:xfrm>
            <a:custGeom>
              <a:avLst/>
              <a:gdLst/>
              <a:ahLst/>
              <a:cxnLst/>
              <a:rect l="l" t="t" r="r" b="b"/>
              <a:pathLst>
                <a:path w="2002" h="996" extrusionOk="0">
                  <a:moveTo>
                    <a:pt x="250" y="0"/>
                  </a:moveTo>
                  <a:cubicBezTo>
                    <a:pt x="116" y="0"/>
                    <a:pt x="1" y="105"/>
                    <a:pt x="1" y="249"/>
                  </a:cubicBezTo>
                  <a:lnTo>
                    <a:pt x="1" y="746"/>
                  </a:lnTo>
                  <a:cubicBezTo>
                    <a:pt x="1" y="880"/>
                    <a:pt x="116" y="995"/>
                    <a:pt x="250" y="995"/>
                  </a:cubicBezTo>
                  <a:lnTo>
                    <a:pt x="1752" y="995"/>
                  </a:lnTo>
                  <a:cubicBezTo>
                    <a:pt x="1886" y="995"/>
                    <a:pt x="2001" y="880"/>
                    <a:pt x="2001" y="746"/>
                  </a:cubicBezTo>
                  <a:lnTo>
                    <a:pt x="2001" y="249"/>
                  </a:lnTo>
                  <a:cubicBezTo>
                    <a:pt x="2001" y="10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7" name="Google Shape;9767;p63"/>
            <p:cNvSpPr/>
            <p:nvPr/>
          </p:nvSpPr>
          <p:spPr>
            <a:xfrm>
              <a:off x="7672900" y="3951278"/>
              <a:ext cx="52809" cy="26418"/>
            </a:xfrm>
            <a:custGeom>
              <a:avLst/>
              <a:gdLst/>
              <a:ahLst/>
              <a:cxnLst/>
              <a:rect l="l" t="t" r="r" b="b"/>
              <a:pathLst>
                <a:path w="2011" h="1006" extrusionOk="0">
                  <a:moveTo>
                    <a:pt x="259" y="0"/>
                  </a:moveTo>
                  <a:cubicBezTo>
                    <a:pt x="115" y="0"/>
                    <a:pt x="1" y="115"/>
                    <a:pt x="1" y="249"/>
                  </a:cubicBezTo>
                  <a:lnTo>
                    <a:pt x="1" y="756"/>
                  </a:lnTo>
                  <a:cubicBezTo>
                    <a:pt x="1" y="890"/>
                    <a:pt x="115" y="1005"/>
                    <a:pt x="259" y="1005"/>
                  </a:cubicBezTo>
                  <a:lnTo>
                    <a:pt x="1752" y="1005"/>
                  </a:lnTo>
                  <a:cubicBezTo>
                    <a:pt x="1896" y="1005"/>
                    <a:pt x="2010" y="890"/>
                    <a:pt x="2010" y="756"/>
                  </a:cubicBezTo>
                  <a:lnTo>
                    <a:pt x="2010" y="249"/>
                  </a:lnTo>
                  <a:cubicBezTo>
                    <a:pt x="2010" y="115"/>
                    <a:pt x="189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8" name="Google Shape;9768;p63"/>
            <p:cNvSpPr/>
            <p:nvPr/>
          </p:nvSpPr>
          <p:spPr>
            <a:xfrm>
              <a:off x="7580912" y="4056580"/>
              <a:ext cx="52573" cy="26418"/>
            </a:xfrm>
            <a:custGeom>
              <a:avLst/>
              <a:gdLst/>
              <a:ahLst/>
              <a:cxnLst/>
              <a:rect l="l" t="t" r="r" b="b"/>
              <a:pathLst>
                <a:path w="2002" h="1006" extrusionOk="0">
                  <a:moveTo>
                    <a:pt x="250" y="0"/>
                  </a:moveTo>
                  <a:cubicBezTo>
                    <a:pt x="116" y="0"/>
                    <a:pt x="1" y="115"/>
                    <a:pt x="1" y="249"/>
                  </a:cubicBezTo>
                  <a:lnTo>
                    <a:pt x="1" y="747"/>
                  </a:lnTo>
                  <a:cubicBezTo>
                    <a:pt x="1" y="890"/>
                    <a:pt x="116" y="1005"/>
                    <a:pt x="250" y="1005"/>
                  </a:cubicBezTo>
                  <a:lnTo>
                    <a:pt x="1752" y="1005"/>
                  </a:lnTo>
                  <a:cubicBezTo>
                    <a:pt x="1896" y="996"/>
                    <a:pt x="2001" y="890"/>
                    <a:pt x="2001" y="747"/>
                  </a:cubicBezTo>
                  <a:lnTo>
                    <a:pt x="2001" y="249"/>
                  </a:lnTo>
                  <a:cubicBezTo>
                    <a:pt x="2001" y="11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9" name="Google Shape;9769;p63"/>
            <p:cNvSpPr/>
            <p:nvPr/>
          </p:nvSpPr>
          <p:spPr>
            <a:xfrm>
              <a:off x="7672900" y="3898758"/>
              <a:ext cx="52809" cy="26155"/>
            </a:xfrm>
            <a:custGeom>
              <a:avLst/>
              <a:gdLst/>
              <a:ahLst/>
              <a:cxnLst/>
              <a:rect l="l" t="t" r="r" b="b"/>
              <a:pathLst>
                <a:path w="2011" h="996" extrusionOk="0">
                  <a:moveTo>
                    <a:pt x="259" y="0"/>
                  </a:moveTo>
                  <a:cubicBezTo>
                    <a:pt x="115" y="0"/>
                    <a:pt x="1" y="105"/>
                    <a:pt x="1" y="249"/>
                  </a:cubicBezTo>
                  <a:lnTo>
                    <a:pt x="1" y="747"/>
                  </a:lnTo>
                  <a:cubicBezTo>
                    <a:pt x="1" y="890"/>
                    <a:pt x="115" y="995"/>
                    <a:pt x="259" y="995"/>
                  </a:cubicBezTo>
                  <a:lnTo>
                    <a:pt x="1752" y="995"/>
                  </a:lnTo>
                  <a:cubicBezTo>
                    <a:pt x="1896" y="995"/>
                    <a:pt x="2010" y="890"/>
                    <a:pt x="2010" y="747"/>
                  </a:cubicBezTo>
                  <a:lnTo>
                    <a:pt x="2010" y="249"/>
                  </a:lnTo>
                  <a:cubicBezTo>
                    <a:pt x="2010" y="105"/>
                    <a:pt x="189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0" name="Google Shape;9770;p63"/>
            <p:cNvSpPr/>
            <p:nvPr/>
          </p:nvSpPr>
          <p:spPr>
            <a:xfrm>
              <a:off x="7672900" y="4056580"/>
              <a:ext cx="52809" cy="26418"/>
            </a:xfrm>
            <a:custGeom>
              <a:avLst/>
              <a:gdLst/>
              <a:ahLst/>
              <a:cxnLst/>
              <a:rect l="l" t="t" r="r" b="b"/>
              <a:pathLst>
                <a:path w="2011" h="1006" extrusionOk="0">
                  <a:moveTo>
                    <a:pt x="259" y="0"/>
                  </a:moveTo>
                  <a:cubicBezTo>
                    <a:pt x="115" y="0"/>
                    <a:pt x="1" y="115"/>
                    <a:pt x="1" y="249"/>
                  </a:cubicBezTo>
                  <a:lnTo>
                    <a:pt x="1" y="747"/>
                  </a:lnTo>
                  <a:cubicBezTo>
                    <a:pt x="1" y="890"/>
                    <a:pt x="115" y="1005"/>
                    <a:pt x="259" y="1005"/>
                  </a:cubicBezTo>
                  <a:lnTo>
                    <a:pt x="1752" y="1005"/>
                  </a:lnTo>
                  <a:cubicBezTo>
                    <a:pt x="1896" y="1005"/>
                    <a:pt x="2010" y="890"/>
                    <a:pt x="2010" y="747"/>
                  </a:cubicBezTo>
                  <a:lnTo>
                    <a:pt x="2010" y="249"/>
                  </a:lnTo>
                  <a:cubicBezTo>
                    <a:pt x="2010" y="115"/>
                    <a:pt x="189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1" name="Google Shape;9771;p63"/>
            <p:cNvSpPr/>
            <p:nvPr/>
          </p:nvSpPr>
          <p:spPr>
            <a:xfrm>
              <a:off x="7857114" y="4004060"/>
              <a:ext cx="52809" cy="26155"/>
            </a:xfrm>
            <a:custGeom>
              <a:avLst/>
              <a:gdLst/>
              <a:ahLst/>
              <a:cxnLst/>
              <a:rect l="l" t="t" r="r" b="b"/>
              <a:pathLst>
                <a:path w="2011" h="996" extrusionOk="0">
                  <a:moveTo>
                    <a:pt x="259" y="0"/>
                  </a:moveTo>
                  <a:cubicBezTo>
                    <a:pt x="116" y="0"/>
                    <a:pt x="1" y="105"/>
                    <a:pt x="1" y="249"/>
                  </a:cubicBezTo>
                  <a:lnTo>
                    <a:pt x="1" y="746"/>
                  </a:lnTo>
                  <a:cubicBezTo>
                    <a:pt x="1" y="880"/>
                    <a:pt x="116" y="995"/>
                    <a:pt x="259" y="995"/>
                  </a:cubicBezTo>
                  <a:lnTo>
                    <a:pt x="1762" y="995"/>
                  </a:lnTo>
                  <a:cubicBezTo>
                    <a:pt x="1896" y="995"/>
                    <a:pt x="2010" y="880"/>
                    <a:pt x="2010" y="746"/>
                  </a:cubicBezTo>
                  <a:lnTo>
                    <a:pt x="2010" y="249"/>
                  </a:lnTo>
                  <a:cubicBezTo>
                    <a:pt x="2010" y="105"/>
                    <a:pt x="1896" y="0"/>
                    <a:pt x="17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2" name="Google Shape;9772;p63"/>
            <p:cNvSpPr/>
            <p:nvPr/>
          </p:nvSpPr>
          <p:spPr>
            <a:xfrm>
              <a:off x="7857114" y="3898758"/>
              <a:ext cx="52809" cy="26155"/>
            </a:xfrm>
            <a:custGeom>
              <a:avLst/>
              <a:gdLst/>
              <a:ahLst/>
              <a:cxnLst/>
              <a:rect l="l" t="t" r="r" b="b"/>
              <a:pathLst>
                <a:path w="2011" h="996" extrusionOk="0">
                  <a:moveTo>
                    <a:pt x="259" y="0"/>
                  </a:moveTo>
                  <a:cubicBezTo>
                    <a:pt x="116" y="0"/>
                    <a:pt x="1" y="105"/>
                    <a:pt x="1" y="249"/>
                  </a:cubicBezTo>
                  <a:lnTo>
                    <a:pt x="1" y="747"/>
                  </a:lnTo>
                  <a:cubicBezTo>
                    <a:pt x="1" y="890"/>
                    <a:pt x="116" y="995"/>
                    <a:pt x="259" y="995"/>
                  </a:cubicBezTo>
                  <a:lnTo>
                    <a:pt x="1762" y="995"/>
                  </a:lnTo>
                  <a:cubicBezTo>
                    <a:pt x="1896" y="995"/>
                    <a:pt x="2010" y="890"/>
                    <a:pt x="2010" y="747"/>
                  </a:cubicBezTo>
                  <a:lnTo>
                    <a:pt x="2010" y="249"/>
                  </a:lnTo>
                  <a:cubicBezTo>
                    <a:pt x="2010" y="105"/>
                    <a:pt x="1896" y="0"/>
                    <a:pt x="17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3" name="Google Shape;9773;p63"/>
            <p:cNvSpPr/>
            <p:nvPr/>
          </p:nvSpPr>
          <p:spPr>
            <a:xfrm>
              <a:off x="7857114" y="4056580"/>
              <a:ext cx="52809" cy="26418"/>
            </a:xfrm>
            <a:custGeom>
              <a:avLst/>
              <a:gdLst/>
              <a:ahLst/>
              <a:cxnLst/>
              <a:rect l="l" t="t" r="r" b="b"/>
              <a:pathLst>
                <a:path w="2011" h="1006" extrusionOk="0">
                  <a:moveTo>
                    <a:pt x="259" y="0"/>
                  </a:moveTo>
                  <a:cubicBezTo>
                    <a:pt x="116" y="0"/>
                    <a:pt x="1" y="115"/>
                    <a:pt x="1" y="249"/>
                  </a:cubicBezTo>
                  <a:lnTo>
                    <a:pt x="1" y="747"/>
                  </a:lnTo>
                  <a:cubicBezTo>
                    <a:pt x="1" y="890"/>
                    <a:pt x="116" y="1005"/>
                    <a:pt x="259" y="1005"/>
                  </a:cubicBezTo>
                  <a:lnTo>
                    <a:pt x="1762" y="1005"/>
                  </a:lnTo>
                  <a:cubicBezTo>
                    <a:pt x="1896" y="1005"/>
                    <a:pt x="2010" y="890"/>
                    <a:pt x="2010" y="747"/>
                  </a:cubicBezTo>
                  <a:lnTo>
                    <a:pt x="2010" y="249"/>
                  </a:lnTo>
                  <a:cubicBezTo>
                    <a:pt x="2010" y="115"/>
                    <a:pt x="1896" y="0"/>
                    <a:pt x="17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4" name="Google Shape;9774;p63"/>
            <p:cNvSpPr/>
            <p:nvPr/>
          </p:nvSpPr>
          <p:spPr>
            <a:xfrm>
              <a:off x="7765126" y="3951278"/>
              <a:ext cx="52573" cy="26418"/>
            </a:xfrm>
            <a:custGeom>
              <a:avLst/>
              <a:gdLst/>
              <a:ahLst/>
              <a:cxnLst/>
              <a:rect l="l" t="t" r="r" b="b"/>
              <a:pathLst>
                <a:path w="2002" h="1006" extrusionOk="0">
                  <a:moveTo>
                    <a:pt x="250" y="0"/>
                  </a:moveTo>
                  <a:cubicBezTo>
                    <a:pt x="116" y="0"/>
                    <a:pt x="1" y="115"/>
                    <a:pt x="1" y="249"/>
                  </a:cubicBezTo>
                  <a:lnTo>
                    <a:pt x="1" y="756"/>
                  </a:lnTo>
                  <a:cubicBezTo>
                    <a:pt x="1" y="890"/>
                    <a:pt x="116" y="1005"/>
                    <a:pt x="250" y="1005"/>
                  </a:cubicBezTo>
                  <a:lnTo>
                    <a:pt x="1752" y="1005"/>
                  </a:lnTo>
                  <a:cubicBezTo>
                    <a:pt x="1886" y="1005"/>
                    <a:pt x="2001" y="890"/>
                    <a:pt x="2001" y="756"/>
                  </a:cubicBezTo>
                  <a:lnTo>
                    <a:pt x="2001" y="249"/>
                  </a:lnTo>
                  <a:cubicBezTo>
                    <a:pt x="2001" y="11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5" name="Google Shape;9775;p63"/>
            <p:cNvSpPr/>
            <p:nvPr/>
          </p:nvSpPr>
          <p:spPr>
            <a:xfrm>
              <a:off x="7765126" y="3898758"/>
              <a:ext cx="52573" cy="26155"/>
            </a:xfrm>
            <a:custGeom>
              <a:avLst/>
              <a:gdLst/>
              <a:ahLst/>
              <a:cxnLst/>
              <a:rect l="l" t="t" r="r" b="b"/>
              <a:pathLst>
                <a:path w="2002" h="996" extrusionOk="0">
                  <a:moveTo>
                    <a:pt x="250" y="0"/>
                  </a:moveTo>
                  <a:cubicBezTo>
                    <a:pt x="116" y="0"/>
                    <a:pt x="1" y="105"/>
                    <a:pt x="1" y="249"/>
                  </a:cubicBezTo>
                  <a:lnTo>
                    <a:pt x="1" y="747"/>
                  </a:lnTo>
                  <a:cubicBezTo>
                    <a:pt x="1" y="890"/>
                    <a:pt x="116" y="995"/>
                    <a:pt x="250" y="995"/>
                  </a:cubicBezTo>
                  <a:lnTo>
                    <a:pt x="1752" y="995"/>
                  </a:lnTo>
                  <a:cubicBezTo>
                    <a:pt x="1886" y="995"/>
                    <a:pt x="2001" y="890"/>
                    <a:pt x="2001" y="747"/>
                  </a:cubicBezTo>
                  <a:lnTo>
                    <a:pt x="2001" y="249"/>
                  </a:lnTo>
                  <a:cubicBezTo>
                    <a:pt x="2001" y="10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6" name="Google Shape;9776;p63"/>
            <p:cNvSpPr/>
            <p:nvPr/>
          </p:nvSpPr>
          <p:spPr>
            <a:xfrm>
              <a:off x="7857114" y="3951278"/>
              <a:ext cx="52809" cy="26418"/>
            </a:xfrm>
            <a:custGeom>
              <a:avLst/>
              <a:gdLst/>
              <a:ahLst/>
              <a:cxnLst/>
              <a:rect l="l" t="t" r="r" b="b"/>
              <a:pathLst>
                <a:path w="2011" h="1006" extrusionOk="0">
                  <a:moveTo>
                    <a:pt x="259" y="0"/>
                  </a:moveTo>
                  <a:cubicBezTo>
                    <a:pt x="116" y="0"/>
                    <a:pt x="1" y="115"/>
                    <a:pt x="1" y="249"/>
                  </a:cubicBezTo>
                  <a:lnTo>
                    <a:pt x="1" y="756"/>
                  </a:lnTo>
                  <a:cubicBezTo>
                    <a:pt x="1" y="890"/>
                    <a:pt x="116" y="1005"/>
                    <a:pt x="259" y="1005"/>
                  </a:cubicBezTo>
                  <a:lnTo>
                    <a:pt x="1762" y="1005"/>
                  </a:lnTo>
                  <a:cubicBezTo>
                    <a:pt x="1896" y="1005"/>
                    <a:pt x="2010" y="890"/>
                    <a:pt x="2010" y="756"/>
                  </a:cubicBezTo>
                  <a:lnTo>
                    <a:pt x="2010" y="249"/>
                  </a:lnTo>
                  <a:cubicBezTo>
                    <a:pt x="2010" y="115"/>
                    <a:pt x="1896" y="0"/>
                    <a:pt x="176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7" name="Google Shape;9777;p63"/>
            <p:cNvSpPr/>
            <p:nvPr/>
          </p:nvSpPr>
          <p:spPr>
            <a:xfrm>
              <a:off x="7765126" y="4056580"/>
              <a:ext cx="52573" cy="26418"/>
            </a:xfrm>
            <a:custGeom>
              <a:avLst/>
              <a:gdLst/>
              <a:ahLst/>
              <a:cxnLst/>
              <a:rect l="l" t="t" r="r" b="b"/>
              <a:pathLst>
                <a:path w="2002" h="1006" extrusionOk="0">
                  <a:moveTo>
                    <a:pt x="250" y="0"/>
                  </a:moveTo>
                  <a:cubicBezTo>
                    <a:pt x="116" y="0"/>
                    <a:pt x="1" y="115"/>
                    <a:pt x="1" y="249"/>
                  </a:cubicBezTo>
                  <a:lnTo>
                    <a:pt x="1" y="747"/>
                  </a:lnTo>
                  <a:cubicBezTo>
                    <a:pt x="1" y="890"/>
                    <a:pt x="116" y="1005"/>
                    <a:pt x="250" y="1005"/>
                  </a:cubicBezTo>
                  <a:lnTo>
                    <a:pt x="1752" y="1005"/>
                  </a:lnTo>
                  <a:cubicBezTo>
                    <a:pt x="1886" y="1005"/>
                    <a:pt x="2001" y="890"/>
                    <a:pt x="2001" y="747"/>
                  </a:cubicBezTo>
                  <a:lnTo>
                    <a:pt x="2001" y="249"/>
                  </a:lnTo>
                  <a:cubicBezTo>
                    <a:pt x="2001" y="115"/>
                    <a:pt x="1886" y="0"/>
                    <a:pt x="17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8" name="Google Shape;9778;p63"/>
            <p:cNvSpPr/>
            <p:nvPr/>
          </p:nvSpPr>
          <p:spPr>
            <a:xfrm>
              <a:off x="7854305" y="3944450"/>
              <a:ext cx="58691" cy="39758"/>
            </a:xfrm>
            <a:custGeom>
              <a:avLst/>
              <a:gdLst/>
              <a:ahLst/>
              <a:cxnLst/>
              <a:rect l="l" t="t" r="r" b="b"/>
              <a:pathLst>
                <a:path w="2235" h="1514" extrusionOk="0">
                  <a:moveTo>
                    <a:pt x="1867" y="0"/>
                  </a:moveTo>
                  <a:cubicBezTo>
                    <a:pt x="1809" y="0"/>
                    <a:pt x="1749" y="23"/>
                    <a:pt x="1696" y="78"/>
                  </a:cubicBezTo>
                  <a:lnTo>
                    <a:pt x="864" y="901"/>
                  </a:lnTo>
                  <a:lnTo>
                    <a:pt x="538" y="576"/>
                  </a:lnTo>
                  <a:cubicBezTo>
                    <a:pt x="483" y="521"/>
                    <a:pt x="422" y="498"/>
                    <a:pt x="363" y="498"/>
                  </a:cubicBezTo>
                  <a:cubicBezTo>
                    <a:pt x="167" y="498"/>
                    <a:pt x="0" y="756"/>
                    <a:pt x="184" y="940"/>
                  </a:cubicBezTo>
                  <a:lnTo>
                    <a:pt x="682" y="1437"/>
                  </a:lnTo>
                  <a:cubicBezTo>
                    <a:pt x="730" y="1485"/>
                    <a:pt x="797" y="1514"/>
                    <a:pt x="864" y="1514"/>
                  </a:cubicBezTo>
                  <a:cubicBezTo>
                    <a:pt x="931" y="1514"/>
                    <a:pt x="998" y="1485"/>
                    <a:pt x="1046" y="1437"/>
                  </a:cubicBezTo>
                  <a:lnTo>
                    <a:pt x="2050" y="442"/>
                  </a:lnTo>
                  <a:cubicBezTo>
                    <a:pt x="2235" y="258"/>
                    <a:pt x="2062" y="0"/>
                    <a:pt x="1867"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79" name="Google Shape;9779;p63"/>
            <p:cNvSpPr/>
            <p:nvPr/>
          </p:nvSpPr>
          <p:spPr>
            <a:xfrm>
              <a:off x="7670091" y="3944450"/>
              <a:ext cx="58691" cy="39758"/>
            </a:xfrm>
            <a:custGeom>
              <a:avLst/>
              <a:gdLst/>
              <a:ahLst/>
              <a:cxnLst/>
              <a:rect l="l" t="t" r="r" b="b"/>
              <a:pathLst>
                <a:path w="2235" h="1514" extrusionOk="0">
                  <a:moveTo>
                    <a:pt x="1871" y="0"/>
                  </a:moveTo>
                  <a:cubicBezTo>
                    <a:pt x="1813" y="0"/>
                    <a:pt x="1751" y="23"/>
                    <a:pt x="1696" y="78"/>
                  </a:cubicBezTo>
                  <a:lnTo>
                    <a:pt x="864" y="901"/>
                  </a:lnTo>
                  <a:lnTo>
                    <a:pt x="548" y="576"/>
                  </a:lnTo>
                  <a:cubicBezTo>
                    <a:pt x="493" y="521"/>
                    <a:pt x="431" y="498"/>
                    <a:pt x="372" y="498"/>
                  </a:cubicBezTo>
                  <a:cubicBezTo>
                    <a:pt x="173" y="498"/>
                    <a:pt x="0" y="756"/>
                    <a:pt x="184" y="940"/>
                  </a:cubicBezTo>
                  <a:lnTo>
                    <a:pt x="682" y="1437"/>
                  </a:lnTo>
                  <a:cubicBezTo>
                    <a:pt x="730" y="1485"/>
                    <a:pt x="797" y="1514"/>
                    <a:pt x="864" y="1514"/>
                  </a:cubicBezTo>
                  <a:cubicBezTo>
                    <a:pt x="931" y="1514"/>
                    <a:pt x="998" y="1485"/>
                    <a:pt x="1046" y="1437"/>
                  </a:cubicBezTo>
                  <a:lnTo>
                    <a:pt x="2050" y="442"/>
                  </a:lnTo>
                  <a:cubicBezTo>
                    <a:pt x="2235" y="258"/>
                    <a:pt x="2067" y="0"/>
                    <a:pt x="1871"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0" name="Google Shape;9780;p63"/>
            <p:cNvSpPr/>
            <p:nvPr/>
          </p:nvSpPr>
          <p:spPr>
            <a:xfrm>
              <a:off x="7762342" y="3996970"/>
              <a:ext cx="58665" cy="39810"/>
            </a:xfrm>
            <a:custGeom>
              <a:avLst/>
              <a:gdLst/>
              <a:ahLst/>
              <a:cxnLst/>
              <a:rect l="l" t="t" r="r" b="b"/>
              <a:pathLst>
                <a:path w="2234" h="1516" extrusionOk="0">
                  <a:moveTo>
                    <a:pt x="1862" y="0"/>
                  </a:moveTo>
                  <a:cubicBezTo>
                    <a:pt x="1803" y="0"/>
                    <a:pt x="1741" y="23"/>
                    <a:pt x="1686" y="79"/>
                  </a:cubicBezTo>
                  <a:lnTo>
                    <a:pt x="863" y="911"/>
                  </a:lnTo>
                  <a:lnTo>
                    <a:pt x="538" y="586"/>
                  </a:lnTo>
                  <a:cubicBezTo>
                    <a:pt x="482" y="530"/>
                    <a:pt x="419" y="506"/>
                    <a:pt x="360" y="506"/>
                  </a:cubicBezTo>
                  <a:cubicBezTo>
                    <a:pt x="165" y="506"/>
                    <a:pt x="0" y="757"/>
                    <a:pt x="184" y="940"/>
                  </a:cubicBezTo>
                  <a:lnTo>
                    <a:pt x="681" y="1447"/>
                  </a:lnTo>
                  <a:cubicBezTo>
                    <a:pt x="729" y="1495"/>
                    <a:pt x="786" y="1514"/>
                    <a:pt x="853" y="1514"/>
                  </a:cubicBezTo>
                  <a:cubicBezTo>
                    <a:pt x="863" y="1515"/>
                    <a:pt x="873" y="1516"/>
                    <a:pt x="883" y="1516"/>
                  </a:cubicBezTo>
                  <a:cubicBezTo>
                    <a:pt x="947" y="1516"/>
                    <a:pt x="1003" y="1489"/>
                    <a:pt x="1045" y="1447"/>
                  </a:cubicBezTo>
                  <a:lnTo>
                    <a:pt x="2050" y="442"/>
                  </a:lnTo>
                  <a:cubicBezTo>
                    <a:pt x="2234" y="258"/>
                    <a:pt x="2061" y="0"/>
                    <a:pt x="1862"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1" name="Google Shape;9781;p63"/>
            <p:cNvSpPr/>
            <p:nvPr/>
          </p:nvSpPr>
          <p:spPr>
            <a:xfrm>
              <a:off x="7578102" y="4049700"/>
              <a:ext cx="58665" cy="39810"/>
            </a:xfrm>
            <a:custGeom>
              <a:avLst/>
              <a:gdLst/>
              <a:ahLst/>
              <a:cxnLst/>
              <a:rect l="l" t="t" r="r" b="b"/>
              <a:pathLst>
                <a:path w="2234" h="1516" extrusionOk="0">
                  <a:moveTo>
                    <a:pt x="1866" y="1"/>
                  </a:moveTo>
                  <a:cubicBezTo>
                    <a:pt x="1806" y="1"/>
                    <a:pt x="1743" y="24"/>
                    <a:pt x="1687" y="80"/>
                  </a:cubicBezTo>
                  <a:lnTo>
                    <a:pt x="864" y="903"/>
                  </a:lnTo>
                  <a:lnTo>
                    <a:pt x="539" y="578"/>
                  </a:lnTo>
                  <a:cubicBezTo>
                    <a:pt x="483" y="523"/>
                    <a:pt x="422" y="500"/>
                    <a:pt x="364" y="500"/>
                  </a:cubicBezTo>
                  <a:cubicBezTo>
                    <a:pt x="168" y="500"/>
                    <a:pt x="0" y="758"/>
                    <a:pt x="184" y="942"/>
                  </a:cubicBezTo>
                  <a:lnTo>
                    <a:pt x="682" y="1439"/>
                  </a:lnTo>
                  <a:cubicBezTo>
                    <a:pt x="730" y="1487"/>
                    <a:pt x="797" y="1516"/>
                    <a:pt x="864" y="1516"/>
                  </a:cubicBezTo>
                  <a:cubicBezTo>
                    <a:pt x="931" y="1516"/>
                    <a:pt x="998" y="1487"/>
                    <a:pt x="1046" y="1439"/>
                  </a:cubicBezTo>
                  <a:lnTo>
                    <a:pt x="2051" y="434"/>
                  </a:lnTo>
                  <a:cubicBezTo>
                    <a:pt x="2234" y="251"/>
                    <a:pt x="2064" y="1"/>
                    <a:pt x="1866"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2" name="Google Shape;9782;p63"/>
            <p:cNvSpPr/>
            <p:nvPr/>
          </p:nvSpPr>
          <p:spPr>
            <a:xfrm>
              <a:off x="7762342" y="3891667"/>
              <a:ext cx="58665" cy="39784"/>
            </a:xfrm>
            <a:custGeom>
              <a:avLst/>
              <a:gdLst/>
              <a:ahLst/>
              <a:cxnLst/>
              <a:rect l="l" t="t" r="r" b="b"/>
              <a:pathLst>
                <a:path w="2234" h="1515" extrusionOk="0">
                  <a:moveTo>
                    <a:pt x="1862" y="0"/>
                  </a:moveTo>
                  <a:cubicBezTo>
                    <a:pt x="1803" y="0"/>
                    <a:pt x="1741" y="24"/>
                    <a:pt x="1686" y="79"/>
                  </a:cubicBezTo>
                  <a:lnTo>
                    <a:pt x="863" y="902"/>
                  </a:lnTo>
                  <a:lnTo>
                    <a:pt x="538" y="586"/>
                  </a:lnTo>
                  <a:cubicBezTo>
                    <a:pt x="482" y="530"/>
                    <a:pt x="419" y="506"/>
                    <a:pt x="360" y="506"/>
                  </a:cubicBezTo>
                  <a:cubicBezTo>
                    <a:pt x="165" y="506"/>
                    <a:pt x="0" y="757"/>
                    <a:pt x="184" y="940"/>
                  </a:cubicBezTo>
                  <a:lnTo>
                    <a:pt x="681" y="1438"/>
                  </a:lnTo>
                  <a:cubicBezTo>
                    <a:pt x="729" y="1485"/>
                    <a:pt x="786" y="1514"/>
                    <a:pt x="853" y="1514"/>
                  </a:cubicBezTo>
                  <a:cubicBezTo>
                    <a:pt x="930" y="1514"/>
                    <a:pt x="997" y="1495"/>
                    <a:pt x="1045" y="1438"/>
                  </a:cubicBezTo>
                  <a:lnTo>
                    <a:pt x="2050" y="442"/>
                  </a:lnTo>
                  <a:cubicBezTo>
                    <a:pt x="2234" y="258"/>
                    <a:pt x="2061" y="0"/>
                    <a:pt x="1862"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83" name="Google Shape;9783;p63"/>
          <p:cNvGrpSpPr/>
          <p:nvPr/>
        </p:nvGrpSpPr>
        <p:grpSpPr>
          <a:xfrm>
            <a:off x="5305676" y="2803912"/>
            <a:ext cx="432292" cy="264412"/>
            <a:chOff x="5310288" y="2956312"/>
            <a:chExt cx="432292" cy="264412"/>
          </a:xfrm>
        </p:grpSpPr>
        <p:sp>
          <p:nvSpPr>
            <p:cNvPr id="9784" name="Google Shape;9784;p63"/>
            <p:cNvSpPr/>
            <p:nvPr/>
          </p:nvSpPr>
          <p:spPr>
            <a:xfrm>
              <a:off x="5491220" y="3151083"/>
              <a:ext cx="69642" cy="69642"/>
            </a:xfrm>
            <a:custGeom>
              <a:avLst/>
              <a:gdLst/>
              <a:ahLst/>
              <a:cxnLst/>
              <a:rect l="l" t="t" r="r" b="b"/>
              <a:pathLst>
                <a:path w="2652" h="2652" extrusionOk="0">
                  <a:moveTo>
                    <a:pt x="1322" y="1"/>
                  </a:moveTo>
                  <a:cubicBezTo>
                    <a:pt x="594" y="1"/>
                    <a:pt x="1" y="594"/>
                    <a:pt x="1" y="1321"/>
                  </a:cubicBezTo>
                  <a:cubicBezTo>
                    <a:pt x="1" y="2058"/>
                    <a:pt x="594" y="2652"/>
                    <a:pt x="1322" y="2652"/>
                  </a:cubicBezTo>
                  <a:cubicBezTo>
                    <a:pt x="2058" y="2652"/>
                    <a:pt x="2652" y="2058"/>
                    <a:pt x="2652" y="1321"/>
                  </a:cubicBezTo>
                  <a:cubicBezTo>
                    <a:pt x="2652" y="594"/>
                    <a:pt x="2058" y="1"/>
                    <a:pt x="1322" y="1"/>
                  </a:cubicBez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5" name="Google Shape;9785;p63"/>
            <p:cNvSpPr/>
            <p:nvPr/>
          </p:nvSpPr>
          <p:spPr>
            <a:xfrm>
              <a:off x="5505059" y="3164896"/>
              <a:ext cx="41727" cy="41753"/>
            </a:xfrm>
            <a:custGeom>
              <a:avLst/>
              <a:gdLst/>
              <a:ahLst/>
              <a:cxnLst/>
              <a:rect l="l" t="t" r="r" b="b"/>
              <a:pathLst>
                <a:path w="1589" h="1590" extrusionOk="0">
                  <a:moveTo>
                    <a:pt x="795" y="1"/>
                  </a:moveTo>
                  <a:cubicBezTo>
                    <a:pt x="364" y="1"/>
                    <a:pt x="0" y="355"/>
                    <a:pt x="0" y="795"/>
                  </a:cubicBezTo>
                  <a:cubicBezTo>
                    <a:pt x="0" y="1235"/>
                    <a:pt x="364" y="1590"/>
                    <a:pt x="795" y="1590"/>
                  </a:cubicBezTo>
                  <a:cubicBezTo>
                    <a:pt x="1235" y="1590"/>
                    <a:pt x="1589" y="1235"/>
                    <a:pt x="1589" y="795"/>
                  </a:cubicBezTo>
                  <a:cubicBezTo>
                    <a:pt x="1589" y="355"/>
                    <a:pt x="1235" y="1"/>
                    <a:pt x="79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6" name="Google Shape;9786;p63"/>
            <p:cNvSpPr/>
            <p:nvPr/>
          </p:nvSpPr>
          <p:spPr>
            <a:xfrm>
              <a:off x="5589747" y="2956312"/>
              <a:ext cx="152833" cy="153070"/>
            </a:xfrm>
            <a:custGeom>
              <a:avLst/>
              <a:gdLst/>
              <a:ahLst/>
              <a:cxnLst/>
              <a:rect l="l" t="t" r="r" b="b"/>
              <a:pathLst>
                <a:path w="5820" h="5829" extrusionOk="0">
                  <a:moveTo>
                    <a:pt x="2910" y="1"/>
                  </a:moveTo>
                  <a:cubicBezTo>
                    <a:pt x="1637" y="1"/>
                    <a:pt x="699" y="1015"/>
                    <a:pt x="613" y="2269"/>
                  </a:cubicBezTo>
                  <a:cubicBezTo>
                    <a:pt x="565" y="2920"/>
                    <a:pt x="345" y="4183"/>
                    <a:pt x="67" y="4910"/>
                  </a:cubicBezTo>
                  <a:cubicBezTo>
                    <a:pt x="0" y="5073"/>
                    <a:pt x="77" y="5255"/>
                    <a:pt x="230" y="5322"/>
                  </a:cubicBezTo>
                  <a:cubicBezTo>
                    <a:pt x="766" y="5571"/>
                    <a:pt x="1340" y="5743"/>
                    <a:pt x="1924" y="5829"/>
                  </a:cubicBezTo>
                  <a:lnTo>
                    <a:pt x="3896" y="5829"/>
                  </a:lnTo>
                  <a:cubicBezTo>
                    <a:pt x="4479" y="5743"/>
                    <a:pt x="5054" y="5571"/>
                    <a:pt x="5589" y="5322"/>
                  </a:cubicBezTo>
                  <a:cubicBezTo>
                    <a:pt x="5743" y="5255"/>
                    <a:pt x="5819" y="5073"/>
                    <a:pt x="5762" y="4910"/>
                  </a:cubicBezTo>
                  <a:cubicBezTo>
                    <a:pt x="5484" y="4183"/>
                    <a:pt x="5264" y="2920"/>
                    <a:pt x="5216" y="2269"/>
                  </a:cubicBezTo>
                  <a:cubicBezTo>
                    <a:pt x="5121" y="1015"/>
                    <a:pt x="4183" y="1"/>
                    <a:pt x="29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7" name="Google Shape;9787;p63"/>
            <p:cNvSpPr/>
            <p:nvPr/>
          </p:nvSpPr>
          <p:spPr>
            <a:xfrm>
              <a:off x="5631212" y="2956312"/>
              <a:ext cx="111369" cy="152833"/>
            </a:xfrm>
            <a:custGeom>
              <a:avLst/>
              <a:gdLst/>
              <a:ahLst/>
              <a:cxnLst/>
              <a:rect l="l" t="t" r="r" b="b"/>
              <a:pathLst>
                <a:path w="4241" h="5820" extrusionOk="0">
                  <a:moveTo>
                    <a:pt x="1321" y="1"/>
                  </a:moveTo>
                  <a:cubicBezTo>
                    <a:pt x="345" y="1"/>
                    <a:pt x="1" y="1331"/>
                    <a:pt x="843" y="1829"/>
                  </a:cubicBezTo>
                  <a:cubicBezTo>
                    <a:pt x="871" y="1848"/>
                    <a:pt x="900" y="1857"/>
                    <a:pt x="929" y="1876"/>
                  </a:cubicBezTo>
                  <a:lnTo>
                    <a:pt x="1656" y="5819"/>
                  </a:lnTo>
                  <a:lnTo>
                    <a:pt x="2317" y="5819"/>
                  </a:lnTo>
                  <a:cubicBezTo>
                    <a:pt x="2900" y="5733"/>
                    <a:pt x="3475" y="5571"/>
                    <a:pt x="4010" y="5322"/>
                  </a:cubicBezTo>
                  <a:cubicBezTo>
                    <a:pt x="4164" y="5255"/>
                    <a:pt x="4240" y="5073"/>
                    <a:pt x="4173" y="4910"/>
                  </a:cubicBezTo>
                  <a:cubicBezTo>
                    <a:pt x="3896" y="4183"/>
                    <a:pt x="3676" y="2920"/>
                    <a:pt x="3637" y="2269"/>
                  </a:cubicBezTo>
                  <a:cubicBezTo>
                    <a:pt x="3542" y="1015"/>
                    <a:pt x="2604" y="1"/>
                    <a:pt x="133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8" name="Google Shape;9788;p63"/>
            <p:cNvSpPr/>
            <p:nvPr/>
          </p:nvSpPr>
          <p:spPr>
            <a:xfrm>
              <a:off x="5588487" y="3071909"/>
              <a:ext cx="153332" cy="120927"/>
            </a:xfrm>
            <a:custGeom>
              <a:avLst/>
              <a:gdLst/>
              <a:ahLst/>
              <a:cxnLst/>
              <a:rect l="l" t="t" r="r" b="b"/>
              <a:pathLst>
                <a:path w="5839" h="4605" extrusionOk="0">
                  <a:moveTo>
                    <a:pt x="1953" y="1"/>
                  </a:moveTo>
                  <a:lnTo>
                    <a:pt x="1953" y="968"/>
                  </a:lnTo>
                  <a:cubicBezTo>
                    <a:pt x="1943" y="1216"/>
                    <a:pt x="1809" y="1436"/>
                    <a:pt x="1589" y="1551"/>
                  </a:cubicBezTo>
                  <a:lnTo>
                    <a:pt x="546" y="2078"/>
                  </a:lnTo>
                  <a:cubicBezTo>
                    <a:pt x="211" y="2240"/>
                    <a:pt x="1" y="2575"/>
                    <a:pt x="1" y="2939"/>
                  </a:cubicBezTo>
                  <a:lnTo>
                    <a:pt x="1" y="4279"/>
                  </a:lnTo>
                  <a:cubicBezTo>
                    <a:pt x="1" y="4461"/>
                    <a:pt x="154" y="4604"/>
                    <a:pt x="326" y="4604"/>
                  </a:cubicBezTo>
                  <a:lnTo>
                    <a:pt x="5513" y="4604"/>
                  </a:lnTo>
                  <a:cubicBezTo>
                    <a:pt x="5685" y="4604"/>
                    <a:pt x="5838" y="4461"/>
                    <a:pt x="5838" y="4279"/>
                  </a:cubicBezTo>
                  <a:lnTo>
                    <a:pt x="5838" y="2949"/>
                  </a:lnTo>
                  <a:cubicBezTo>
                    <a:pt x="5838" y="2575"/>
                    <a:pt x="5628" y="2240"/>
                    <a:pt x="5303" y="2078"/>
                  </a:cubicBezTo>
                  <a:lnTo>
                    <a:pt x="4250" y="1551"/>
                  </a:lnTo>
                  <a:cubicBezTo>
                    <a:pt x="4030" y="1436"/>
                    <a:pt x="3896" y="1216"/>
                    <a:pt x="3896" y="968"/>
                  </a:cubicBezTo>
                  <a:lnTo>
                    <a:pt x="3896"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89" name="Google Shape;9789;p63"/>
            <p:cNvSpPr/>
            <p:nvPr/>
          </p:nvSpPr>
          <p:spPr>
            <a:xfrm>
              <a:off x="5639247" y="3071909"/>
              <a:ext cx="52047" cy="33954"/>
            </a:xfrm>
            <a:custGeom>
              <a:avLst/>
              <a:gdLst/>
              <a:ahLst/>
              <a:cxnLst/>
              <a:rect l="l" t="t" r="r" b="b"/>
              <a:pathLst>
                <a:path w="1982" h="1293" extrusionOk="0">
                  <a:moveTo>
                    <a:pt x="20" y="1"/>
                  </a:moveTo>
                  <a:lnTo>
                    <a:pt x="20" y="977"/>
                  </a:lnTo>
                  <a:cubicBezTo>
                    <a:pt x="10" y="1015"/>
                    <a:pt x="10" y="1054"/>
                    <a:pt x="1" y="1092"/>
                  </a:cubicBezTo>
                  <a:cubicBezTo>
                    <a:pt x="307" y="1226"/>
                    <a:pt x="652" y="1293"/>
                    <a:pt x="987" y="1293"/>
                  </a:cubicBezTo>
                  <a:cubicBezTo>
                    <a:pt x="1331" y="1293"/>
                    <a:pt x="1666" y="1226"/>
                    <a:pt x="1982" y="1092"/>
                  </a:cubicBezTo>
                  <a:cubicBezTo>
                    <a:pt x="1963" y="1054"/>
                    <a:pt x="1963" y="1015"/>
                    <a:pt x="1963" y="977"/>
                  </a:cubicBezTo>
                  <a:lnTo>
                    <a:pt x="1963"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0" name="Google Shape;9790;p63"/>
            <p:cNvSpPr/>
            <p:nvPr/>
          </p:nvSpPr>
          <p:spPr>
            <a:xfrm>
              <a:off x="5588749" y="3116656"/>
              <a:ext cx="153070" cy="76180"/>
            </a:xfrm>
            <a:custGeom>
              <a:avLst/>
              <a:gdLst/>
              <a:ahLst/>
              <a:cxnLst/>
              <a:rect l="l" t="t" r="r" b="b"/>
              <a:pathLst>
                <a:path w="5829" h="2901" extrusionOk="0">
                  <a:moveTo>
                    <a:pt x="1283" y="0"/>
                  </a:moveTo>
                  <a:lnTo>
                    <a:pt x="536" y="374"/>
                  </a:lnTo>
                  <a:cubicBezTo>
                    <a:pt x="201" y="536"/>
                    <a:pt x="0" y="871"/>
                    <a:pt x="0" y="1235"/>
                  </a:cubicBezTo>
                  <a:lnTo>
                    <a:pt x="0" y="2575"/>
                  </a:lnTo>
                  <a:cubicBezTo>
                    <a:pt x="0" y="2757"/>
                    <a:pt x="144" y="2900"/>
                    <a:pt x="326" y="2900"/>
                  </a:cubicBezTo>
                  <a:lnTo>
                    <a:pt x="5503" y="2900"/>
                  </a:lnTo>
                  <a:cubicBezTo>
                    <a:pt x="5685" y="2900"/>
                    <a:pt x="5828" y="2757"/>
                    <a:pt x="5828" y="2575"/>
                  </a:cubicBezTo>
                  <a:lnTo>
                    <a:pt x="5828" y="1245"/>
                  </a:lnTo>
                  <a:cubicBezTo>
                    <a:pt x="5828" y="871"/>
                    <a:pt x="5618" y="536"/>
                    <a:pt x="5293" y="374"/>
                  </a:cubicBezTo>
                  <a:lnTo>
                    <a:pt x="4546" y="0"/>
                  </a:lnTo>
                  <a:cubicBezTo>
                    <a:pt x="4163" y="589"/>
                    <a:pt x="3539" y="883"/>
                    <a:pt x="2914" y="883"/>
                  </a:cubicBezTo>
                  <a:cubicBezTo>
                    <a:pt x="2290" y="883"/>
                    <a:pt x="1665" y="589"/>
                    <a:pt x="1283"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1" name="Google Shape;9791;p63"/>
            <p:cNvSpPr/>
            <p:nvPr/>
          </p:nvSpPr>
          <p:spPr>
            <a:xfrm>
              <a:off x="5614116" y="3005314"/>
              <a:ext cx="102073" cy="83717"/>
            </a:xfrm>
            <a:custGeom>
              <a:avLst/>
              <a:gdLst/>
              <a:ahLst/>
              <a:cxnLst/>
              <a:rect l="l" t="t" r="r" b="b"/>
              <a:pathLst>
                <a:path w="3887" h="3188" extrusionOk="0">
                  <a:moveTo>
                    <a:pt x="1495" y="1"/>
                  </a:moveTo>
                  <a:cubicBezTo>
                    <a:pt x="1376" y="1"/>
                    <a:pt x="1262" y="72"/>
                    <a:pt x="1207" y="183"/>
                  </a:cubicBezTo>
                  <a:cubicBezTo>
                    <a:pt x="1101" y="403"/>
                    <a:pt x="948" y="604"/>
                    <a:pt x="766" y="766"/>
                  </a:cubicBezTo>
                  <a:cubicBezTo>
                    <a:pt x="594" y="920"/>
                    <a:pt x="393" y="1054"/>
                    <a:pt x="192" y="1159"/>
                  </a:cubicBezTo>
                  <a:cubicBezTo>
                    <a:pt x="68" y="1216"/>
                    <a:pt x="1" y="1350"/>
                    <a:pt x="20" y="1494"/>
                  </a:cubicBezTo>
                  <a:cubicBezTo>
                    <a:pt x="144" y="2460"/>
                    <a:pt x="967" y="3188"/>
                    <a:pt x="1944" y="3188"/>
                  </a:cubicBezTo>
                  <a:cubicBezTo>
                    <a:pt x="2958" y="3178"/>
                    <a:pt x="3800" y="2403"/>
                    <a:pt x="3877" y="1398"/>
                  </a:cubicBezTo>
                  <a:cubicBezTo>
                    <a:pt x="3886" y="1293"/>
                    <a:pt x="3848" y="1197"/>
                    <a:pt x="3771" y="1130"/>
                  </a:cubicBezTo>
                  <a:cubicBezTo>
                    <a:pt x="3130" y="604"/>
                    <a:pt x="2374" y="211"/>
                    <a:pt x="1570" y="10"/>
                  </a:cubicBezTo>
                  <a:cubicBezTo>
                    <a:pt x="1545" y="4"/>
                    <a:pt x="1520" y="1"/>
                    <a:pt x="149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2" name="Google Shape;9792;p63"/>
            <p:cNvSpPr/>
            <p:nvPr/>
          </p:nvSpPr>
          <p:spPr>
            <a:xfrm>
              <a:off x="5614116" y="3005314"/>
              <a:ext cx="102073" cy="82955"/>
            </a:xfrm>
            <a:custGeom>
              <a:avLst/>
              <a:gdLst/>
              <a:ahLst/>
              <a:cxnLst/>
              <a:rect l="l" t="t" r="r" b="b"/>
              <a:pathLst>
                <a:path w="3887" h="3159" extrusionOk="0">
                  <a:moveTo>
                    <a:pt x="1495" y="1"/>
                  </a:moveTo>
                  <a:cubicBezTo>
                    <a:pt x="1376" y="1"/>
                    <a:pt x="1262" y="72"/>
                    <a:pt x="1207" y="183"/>
                  </a:cubicBezTo>
                  <a:cubicBezTo>
                    <a:pt x="1130" y="345"/>
                    <a:pt x="1025" y="489"/>
                    <a:pt x="910" y="613"/>
                  </a:cubicBezTo>
                  <a:cubicBezTo>
                    <a:pt x="862" y="671"/>
                    <a:pt x="814" y="719"/>
                    <a:pt x="766" y="766"/>
                  </a:cubicBezTo>
                  <a:cubicBezTo>
                    <a:pt x="594" y="920"/>
                    <a:pt x="393" y="1054"/>
                    <a:pt x="192" y="1159"/>
                  </a:cubicBezTo>
                  <a:cubicBezTo>
                    <a:pt x="68" y="1216"/>
                    <a:pt x="1" y="1350"/>
                    <a:pt x="20" y="1494"/>
                  </a:cubicBezTo>
                  <a:cubicBezTo>
                    <a:pt x="135" y="2346"/>
                    <a:pt x="795" y="3025"/>
                    <a:pt x="1647" y="3159"/>
                  </a:cubicBezTo>
                  <a:cubicBezTo>
                    <a:pt x="1207" y="2891"/>
                    <a:pt x="948" y="2403"/>
                    <a:pt x="977" y="1886"/>
                  </a:cubicBezTo>
                  <a:lnTo>
                    <a:pt x="977" y="1427"/>
                  </a:lnTo>
                  <a:cubicBezTo>
                    <a:pt x="1044" y="1369"/>
                    <a:pt x="1120" y="1312"/>
                    <a:pt x="1197" y="1255"/>
                  </a:cubicBezTo>
                  <a:cubicBezTo>
                    <a:pt x="1369" y="1092"/>
                    <a:pt x="1532" y="910"/>
                    <a:pt x="1656" y="699"/>
                  </a:cubicBezTo>
                  <a:cubicBezTo>
                    <a:pt x="2278" y="891"/>
                    <a:pt x="2853" y="1207"/>
                    <a:pt x="3350" y="1618"/>
                  </a:cubicBezTo>
                  <a:cubicBezTo>
                    <a:pt x="3408" y="1676"/>
                    <a:pt x="3561" y="1819"/>
                    <a:pt x="3743" y="1982"/>
                  </a:cubicBezTo>
                  <a:cubicBezTo>
                    <a:pt x="3819" y="1790"/>
                    <a:pt x="3867" y="1589"/>
                    <a:pt x="3886" y="1389"/>
                  </a:cubicBezTo>
                  <a:cubicBezTo>
                    <a:pt x="3886" y="1293"/>
                    <a:pt x="3848" y="1197"/>
                    <a:pt x="3771" y="1130"/>
                  </a:cubicBezTo>
                  <a:cubicBezTo>
                    <a:pt x="3130" y="604"/>
                    <a:pt x="2374" y="211"/>
                    <a:pt x="1570" y="10"/>
                  </a:cubicBezTo>
                  <a:cubicBezTo>
                    <a:pt x="1545" y="4"/>
                    <a:pt x="1520" y="1"/>
                    <a:pt x="149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3" name="Google Shape;9793;p63"/>
            <p:cNvSpPr/>
            <p:nvPr/>
          </p:nvSpPr>
          <p:spPr>
            <a:xfrm>
              <a:off x="5588749" y="3133751"/>
              <a:ext cx="33954" cy="59085"/>
            </a:xfrm>
            <a:custGeom>
              <a:avLst/>
              <a:gdLst/>
              <a:ahLst/>
              <a:cxnLst/>
              <a:rect l="l" t="t" r="r" b="b"/>
              <a:pathLst>
                <a:path w="1293" h="2250" extrusionOk="0">
                  <a:moveTo>
                    <a:pt x="192" y="0"/>
                  </a:moveTo>
                  <a:cubicBezTo>
                    <a:pt x="67" y="172"/>
                    <a:pt x="0" y="373"/>
                    <a:pt x="0" y="584"/>
                  </a:cubicBezTo>
                  <a:lnTo>
                    <a:pt x="0" y="1924"/>
                  </a:lnTo>
                  <a:cubicBezTo>
                    <a:pt x="0" y="2106"/>
                    <a:pt x="144" y="2249"/>
                    <a:pt x="316" y="2249"/>
                  </a:cubicBezTo>
                  <a:lnTo>
                    <a:pt x="1292" y="2249"/>
                  </a:lnTo>
                  <a:lnTo>
                    <a:pt x="1292" y="1197"/>
                  </a:lnTo>
                  <a:cubicBezTo>
                    <a:pt x="1292" y="996"/>
                    <a:pt x="1206" y="814"/>
                    <a:pt x="1053" y="689"/>
                  </a:cubicBezTo>
                  <a:lnTo>
                    <a:pt x="192" y="0"/>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4" name="Google Shape;9794;p63"/>
            <p:cNvSpPr/>
            <p:nvPr/>
          </p:nvSpPr>
          <p:spPr>
            <a:xfrm>
              <a:off x="5707602" y="3133751"/>
              <a:ext cx="34217" cy="59085"/>
            </a:xfrm>
            <a:custGeom>
              <a:avLst/>
              <a:gdLst/>
              <a:ahLst/>
              <a:cxnLst/>
              <a:rect l="l" t="t" r="r" b="b"/>
              <a:pathLst>
                <a:path w="1303" h="2250" extrusionOk="0">
                  <a:moveTo>
                    <a:pt x="1101" y="0"/>
                  </a:moveTo>
                  <a:lnTo>
                    <a:pt x="240" y="689"/>
                  </a:lnTo>
                  <a:cubicBezTo>
                    <a:pt x="87" y="814"/>
                    <a:pt x="1" y="996"/>
                    <a:pt x="1" y="1197"/>
                  </a:cubicBezTo>
                  <a:lnTo>
                    <a:pt x="1" y="2249"/>
                  </a:lnTo>
                  <a:lnTo>
                    <a:pt x="977" y="2249"/>
                  </a:lnTo>
                  <a:cubicBezTo>
                    <a:pt x="1149" y="2249"/>
                    <a:pt x="1302" y="2106"/>
                    <a:pt x="1302" y="1924"/>
                  </a:cubicBezTo>
                  <a:lnTo>
                    <a:pt x="1302" y="584"/>
                  </a:lnTo>
                  <a:cubicBezTo>
                    <a:pt x="1302" y="373"/>
                    <a:pt x="1226" y="172"/>
                    <a:pt x="1101"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5" name="Google Shape;9795;p63"/>
            <p:cNvSpPr/>
            <p:nvPr/>
          </p:nvSpPr>
          <p:spPr>
            <a:xfrm>
              <a:off x="5335419" y="2971648"/>
              <a:ext cx="41727" cy="91752"/>
            </a:xfrm>
            <a:custGeom>
              <a:avLst/>
              <a:gdLst/>
              <a:ahLst/>
              <a:cxnLst/>
              <a:rect l="l" t="t" r="r" b="b"/>
              <a:pathLst>
                <a:path w="1589" h="3494" extrusionOk="0">
                  <a:moveTo>
                    <a:pt x="957" y="0"/>
                  </a:moveTo>
                  <a:cubicBezTo>
                    <a:pt x="431" y="0"/>
                    <a:pt x="0" y="421"/>
                    <a:pt x="0" y="948"/>
                  </a:cubicBezTo>
                  <a:lnTo>
                    <a:pt x="0" y="1178"/>
                  </a:lnTo>
                  <a:cubicBezTo>
                    <a:pt x="0" y="1446"/>
                    <a:pt x="39" y="1713"/>
                    <a:pt x="134" y="1981"/>
                  </a:cubicBezTo>
                  <a:lnTo>
                    <a:pt x="632" y="3494"/>
                  </a:lnTo>
                  <a:lnTo>
                    <a:pt x="1589" y="3494"/>
                  </a:lnTo>
                  <a:lnTo>
                    <a:pt x="158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6" name="Google Shape;9796;p63"/>
            <p:cNvSpPr/>
            <p:nvPr/>
          </p:nvSpPr>
          <p:spPr>
            <a:xfrm>
              <a:off x="5351989" y="2963114"/>
              <a:ext cx="100313" cy="100287"/>
            </a:xfrm>
            <a:custGeom>
              <a:avLst/>
              <a:gdLst/>
              <a:ahLst/>
              <a:cxnLst/>
              <a:rect l="l" t="t" r="r" b="b"/>
              <a:pathLst>
                <a:path w="3820" h="3819" extrusionOk="0">
                  <a:moveTo>
                    <a:pt x="958" y="0"/>
                  </a:moveTo>
                  <a:cubicBezTo>
                    <a:pt x="432" y="0"/>
                    <a:pt x="1" y="431"/>
                    <a:pt x="1" y="957"/>
                  </a:cubicBezTo>
                  <a:cubicBezTo>
                    <a:pt x="1" y="1311"/>
                    <a:pt x="288" y="1598"/>
                    <a:pt x="642" y="1598"/>
                  </a:cubicBezTo>
                  <a:lnTo>
                    <a:pt x="3188" y="3819"/>
                  </a:lnTo>
                  <a:lnTo>
                    <a:pt x="3724" y="1933"/>
                  </a:lnTo>
                  <a:cubicBezTo>
                    <a:pt x="3791" y="1704"/>
                    <a:pt x="3819" y="1474"/>
                    <a:pt x="3819" y="1235"/>
                  </a:cubicBezTo>
                  <a:lnTo>
                    <a:pt x="3819" y="641"/>
                  </a:lnTo>
                  <a:cubicBezTo>
                    <a:pt x="3819" y="287"/>
                    <a:pt x="3542" y="0"/>
                    <a:pt x="318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7" name="Google Shape;9797;p63"/>
            <p:cNvSpPr/>
            <p:nvPr/>
          </p:nvSpPr>
          <p:spPr>
            <a:xfrm>
              <a:off x="5368848" y="3088505"/>
              <a:ext cx="50025" cy="36974"/>
            </a:xfrm>
            <a:custGeom>
              <a:avLst/>
              <a:gdLst/>
              <a:ahLst/>
              <a:cxnLst/>
              <a:rect l="l" t="t" r="r" b="b"/>
              <a:pathLst>
                <a:path w="1905" h="1408" extrusionOk="0">
                  <a:moveTo>
                    <a:pt x="0" y="1"/>
                  </a:moveTo>
                  <a:lnTo>
                    <a:pt x="0" y="1407"/>
                  </a:lnTo>
                  <a:lnTo>
                    <a:pt x="1905" y="1407"/>
                  </a:lnTo>
                  <a:lnTo>
                    <a:pt x="1905"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8" name="Google Shape;9798;p63"/>
            <p:cNvSpPr/>
            <p:nvPr/>
          </p:nvSpPr>
          <p:spPr>
            <a:xfrm>
              <a:off x="5368848" y="3088505"/>
              <a:ext cx="50025" cy="20246"/>
            </a:xfrm>
            <a:custGeom>
              <a:avLst/>
              <a:gdLst/>
              <a:ahLst/>
              <a:cxnLst/>
              <a:rect l="l" t="t" r="r" b="b"/>
              <a:pathLst>
                <a:path w="1905" h="771" extrusionOk="0">
                  <a:moveTo>
                    <a:pt x="0" y="1"/>
                  </a:moveTo>
                  <a:lnTo>
                    <a:pt x="0" y="584"/>
                  </a:lnTo>
                  <a:cubicBezTo>
                    <a:pt x="306" y="709"/>
                    <a:pt x="629" y="771"/>
                    <a:pt x="952" y="771"/>
                  </a:cubicBezTo>
                  <a:cubicBezTo>
                    <a:pt x="1275" y="771"/>
                    <a:pt x="1598" y="709"/>
                    <a:pt x="1905" y="584"/>
                  </a:cubicBezTo>
                  <a:lnTo>
                    <a:pt x="1905"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9" name="Google Shape;9799;p63"/>
            <p:cNvSpPr/>
            <p:nvPr/>
          </p:nvSpPr>
          <p:spPr>
            <a:xfrm>
              <a:off x="5310288" y="3108620"/>
              <a:ext cx="166882" cy="84216"/>
            </a:xfrm>
            <a:custGeom>
              <a:avLst/>
              <a:gdLst/>
              <a:ahLst/>
              <a:cxnLst/>
              <a:rect l="l" t="t" r="r" b="b"/>
              <a:pathLst>
                <a:path w="6355" h="3207" extrusionOk="0">
                  <a:moveTo>
                    <a:pt x="2221" y="0"/>
                  </a:moveTo>
                  <a:lnTo>
                    <a:pt x="689" y="440"/>
                  </a:lnTo>
                  <a:cubicBezTo>
                    <a:pt x="278" y="555"/>
                    <a:pt x="0" y="929"/>
                    <a:pt x="0" y="1359"/>
                  </a:cubicBezTo>
                  <a:lnTo>
                    <a:pt x="0" y="2890"/>
                  </a:lnTo>
                  <a:cubicBezTo>
                    <a:pt x="0" y="3063"/>
                    <a:pt x="144" y="3206"/>
                    <a:pt x="316" y="3206"/>
                  </a:cubicBezTo>
                  <a:lnTo>
                    <a:pt x="6039" y="3206"/>
                  </a:lnTo>
                  <a:cubicBezTo>
                    <a:pt x="6211" y="3206"/>
                    <a:pt x="6355" y="3063"/>
                    <a:pt x="6355" y="2890"/>
                  </a:cubicBezTo>
                  <a:lnTo>
                    <a:pt x="6355" y="1359"/>
                  </a:lnTo>
                  <a:cubicBezTo>
                    <a:pt x="6355" y="938"/>
                    <a:pt x="6077" y="565"/>
                    <a:pt x="5666" y="440"/>
                  </a:cubicBezTo>
                  <a:lnTo>
                    <a:pt x="4135" y="0"/>
                  </a:lnTo>
                  <a:lnTo>
                    <a:pt x="3178" y="632"/>
                  </a:lnTo>
                  <a:lnTo>
                    <a:pt x="2221" y="0"/>
                  </a:ln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0" name="Google Shape;9800;p63"/>
            <p:cNvSpPr/>
            <p:nvPr/>
          </p:nvSpPr>
          <p:spPr>
            <a:xfrm>
              <a:off x="5385418" y="3125453"/>
              <a:ext cx="16859" cy="67383"/>
            </a:xfrm>
            <a:custGeom>
              <a:avLst/>
              <a:gdLst/>
              <a:ahLst/>
              <a:cxnLst/>
              <a:rect l="l" t="t" r="r" b="b"/>
              <a:pathLst>
                <a:path w="642" h="2566" extrusionOk="0">
                  <a:moveTo>
                    <a:pt x="163" y="0"/>
                  </a:moveTo>
                  <a:lnTo>
                    <a:pt x="1" y="2565"/>
                  </a:lnTo>
                  <a:lnTo>
                    <a:pt x="642" y="2565"/>
                  </a:lnTo>
                  <a:lnTo>
                    <a:pt x="479"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1" name="Google Shape;9801;p63"/>
            <p:cNvSpPr/>
            <p:nvPr/>
          </p:nvSpPr>
          <p:spPr>
            <a:xfrm>
              <a:off x="5343717" y="3005051"/>
              <a:ext cx="100287" cy="91779"/>
            </a:xfrm>
            <a:custGeom>
              <a:avLst/>
              <a:gdLst/>
              <a:ahLst/>
              <a:cxnLst/>
              <a:rect l="l" t="t" r="r" b="b"/>
              <a:pathLst>
                <a:path w="3819" h="3495" extrusionOk="0">
                  <a:moveTo>
                    <a:pt x="1196" y="0"/>
                  </a:moveTo>
                  <a:cubicBezTo>
                    <a:pt x="1034" y="0"/>
                    <a:pt x="874" y="75"/>
                    <a:pt x="766" y="183"/>
                  </a:cubicBezTo>
                  <a:lnTo>
                    <a:pt x="192" y="767"/>
                  </a:lnTo>
                  <a:cubicBezTo>
                    <a:pt x="67" y="882"/>
                    <a:pt x="0" y="1044"/>
                    <a:pt x="0" y="1217"/>
                  </a:cubicBezTo>
                  <a:lnTo>
                    <a:pt x="0" y="1590"/>
                  </a:lnTo>
                  <a:cubicBezTo>
                    <a:pt x="0" y="2633"/>
                    <a:pt x="852" y="3494"/>
                    <a:pt x="1905" y="3494"/>
                  </a:cubicBezTo>
                  <a:cubicBezTo>
                    <a:pt x="2957" y="3494"/>
                    <a:pt x="3809" y="2633"/>
                    <a:pt x="3819" y="1590"/>
                  </a:cubicBezTo>
                  <a:lnTo>
                    <a:pt x="3819" y="1178"/>
                  </a:lnTo>
                  <a:cubicBezTo>
                    <a:pt x="3819" y="1016"/>
                    <a:pt x="3752" y="853"/>
                    <a:pt x="3637" y="729"/>
                  </a:cubicBezTo>
                  <a:cubicBezTo>
                    <a:pt x="3139" y="250"/>
                    <a:pt x="2240" y="30"/>
                    <a:pt x="1225" y="1"/>
                  </a:cubicBezTo>
                  <a:cubicBezTo>
                    <a:pt x="1215" y="1"/>
                    <a:pt x="1206" y="0"/>
                    <a:pt x="119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2" name="Google Shape;9802;p63"/>
            <p:cNvSpPr/>
            <p:nvPr/>
          </p:nvSpPr>
          <p:spPr>
            <a:xfrm>
              <a:off x="5343717" y="3005051"/>
              <a:ext cx="100051" cy="89757"/>
            </a:xfrm>
            <a:custGeom>
              <a:avLst/>
              <a:gdLst/>
              <a:ahLst/>
              <a:cxnLst/>
              <a:rect l="l" t="t" r="r" b="b"/>
              <a:pathLst>
                <a:path w="3810" h="3418" extrusionOk="0">
                  <a:moveTo>
                    <a:pt x="1193" y="0"/>
                  </a:moveTo>
                  <a:cubicBezTo>
                    <a:pt x="1031" y="0"/>
                    <a:pt x="873" y="67"/>
                    <a:pt x="766" y="183"/>
                  </a:cubicBezTo>
                  <a:lnTo>
                    <a:pt x="182" y="757"/>
                  </a:lnTo>
                  <a:cubicBezTo>
                    <a:pt x="67" y="882"/>
                    <a:pt x="0" y="1044"/>
                    <a:pt x="0" y="1207"/>
                  </a:cubicBezTo>
                  <a:lnTo>
                    <a:pt x="0" y="1580"/>
                  </a:lnTo>
                  <a:cubicBezTo>
                    <a:pt x="0" y="2432"/>
                    <a:pt x="565" y="3179"/>
                    <a:pt x="1378" y="3418"/>
                  </a:cubicBezTo>
                  <a:cubicBezTo>
                    <a:pt x="1101" y="3073"/>
                    <a:pt x="957" y="2652"/>
                    <a:pt x="957" y="2222"/>
                  </a:cubicBezTo>
                  <a:lnTo>
                    <a:pt x="957" y="1293"/>
                  </a:lnTo>
                  <a:cubicBezTo>
                    <a:pt x="957" y="946"/>
                    <a:pt x="1236" y="660"/>
                    <a:pt x="1578" y="660"/>
                  </a:cubicBezTo>
                  <a:cubicBezTo>
                    <a:pt x="1594" y="660"/>
                    <a:pt x="1611" y="660"/>
                    <a:pt x="1627" y="662"/>
                  </a:cubicBezTo>
                  <a:cubicBezTo>
                    <a:pt x="2268" y="700"/>
                    <a:pt x="3225" y="805"/>
                    <a:pt x="3809" y="1083"/>
                  </a:cubicBezTo>
                  <a:cubicBezTo>
                    <a:pt x="3790" y="949"/>
                    <a:pt x="3733" y="824"/>
                    <a:pt x="3637" y="729"/>
                  </a:cubicBezTo>
                  <a:cubicBezTo>
                    <a:pt x="3139" y="250"/>
                    <a:pt x="2240" y="30"/>
                    <a:pt x="1225" y="1"/>
                  </a:cubicBezTo>
                  <a:cubicBezTo>
                    <a:pt x="1214" y="1"/>
                    <a:pt x="1203" y="0"/>
                    <a:pt x="119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3" name="Google Shape;9803;p63"/>
            <p:cNvSpPr/>
            <p:nvPr/>
          </p:nvSpPr>
          <p:spPr>
            <a:xfrm>
              <a:off x="5310288" y="3129970"/>
              <a:ext cx="33692" cy="62866"/>
            </a:xfrm>
            <a:custGeom>
              <a:avLst/>
              <a:gdLst/>
              <a:ahLst/>
              <a:cxnLst/>
              <a:rect l="l" t="t" r="r" b="b"/>
              <a:pathLst>
                <a:path w="1283" h="2394" extrusionOk="0">
                  <a:moveTo>
                    <a:pt x="173" y="1"/>
                  </a:moveTo>
                  <a:cubicBezTo>
                    <a:pt x="67" y="163"/>
                    <a:pt x="0" y="345"/>
                    <a:pt x="0" y="546"/>
                  </a:cubicBezTo>
                  <a:lnTo>
                    <a:pt x="0" y="2077"/>
                  </a:lnTo>
                  <a:cubicBezTo>
                    <a:pt x="0" y="2250"/>
                    <a:pt x="144" y="2393"/>
                    <a:pt x="326" y="2393"/>
                  </a:cubicBezTo>
                  <a:lnTo>
                    <a:pt x="1283" y="2393"/>
                  </a:lnTo>
                  <a:lnTo>
                    <a:pt x="1273" y="1494"/>
                  </a:lnTo>
                  <a:cubicBezTo>
                    <a:pt x="1273" y="1235"/>
                    <a:pt x="1177" y="996"/>
                    <a:pt x="996" y="814"/>
                  </a:cubicBezTo>
                  <a:lnTo>
                    <a:pt x="173"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4" name="Google Shape;9804;p63"/>
            <p:cNvSpPr/>
            <p:nvPr/>
          </p:nvSpPr>
          <p:spPr>
            <a:xfrm>
              <a:off x="5443742" y="3129970"/>
              <a:ext cx="33692" cy="62866"/>
            </a:xfrm>
            <a:custGeom>
              <a:avLst/>
              <a:gdLst/>
              <a:ahLst/>
              <a:cxnLst/>
              <a:rect l="l" t="t" r="r" b="b"/>
              <a:pathLst>
                <a:path w="1283" h="2394" extrusionOk="0">
                  <a:moveTo>
                    <a:pt x="1110" y="1"/>
                  </a:moveTo>
                  <a:lnTo>
                    <a:pt x="287" y="814"/>
                  </a:lnTo>
                  <a:cubicBezTo>
                    <a:pt x="105" y="996"/>
                    <a:pt x="10" y="1235"/>
                    <a:pt x="10" y="1494"/>
                  </a:cubicBezTo>
                  <a:lnTo>
                    <a:pt x="0" y="1494"/>
                  </a:lnTo>
                  <a:lnTo>
                    <a:pt x="0" y="2393"/>
                  </a:lnTo>
                  <a:lnTo>
                    <a:pt x="957" y="2393"/>
                  </a:lnTo>
                  <a:cubicBezTo>
                    <a:pt x="1139" y="2393"/>
                    <a:pt x="1283" y="2250"/>
                    <a:pt x="1283" y="2077"/>
                  </a:cubicBezTo>
                  <a:lnTo>
                    <a:pt x="1283" y="546"/>
                  </a:lnTo>
                  <a:cubicBezTo>
                    <a:pt x="1283" y="345"/>
                    <a:pt x="1216" y="163"/>
                    <a:pt x="1110"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5" name="Google Shape;9805;p63"/>
            <p:cNvSpPr/>
            <p:nvPr/>
          </p:nvSpPr>
          <p:spPr>
            <a:xfrm>
              <a:off x="5385681" y="3125453"/>
              <a:ext cx="16596" cy="16623"/>
            </a:xfrm>
            <a:custGeom>
              <a:avLst/>
              <a:gdLst/>
              <a:ahLst/>
              <a:cxnLst/>
              <a:rect l="l" t="t" r="r" b="b"/>
              <a:pathLst>
                <a:path w="632" h="633" extrusionOk="0">
                  <a:moveTo>
                    <a:pt x="0" y="0"/>
                  </a:moveTo>
                  <a:lnTo>
                    <a:pt x="0" y="498"/>
                  </a:lnTo>
                  <a:cubicBezTo>
                    <a:pt x="0" y="575"/>
                    <a:pt x="58" y="632"/>
                    <a:pt x="134" y="632"/>
                  </a:cubicBezTo>
                  <a:lnTo>
                    <a:pt x="498" y="632"/>
                  </a:lnTo>
                  <a:cubicBezTo>
                    <a:pt x="575" y="632"/>
                    <a:pt x="632" y="575"/>
                    <a:pt x="632" y="498"/>
                  </a:cubicBezTo>
                  <a:lnTo>
                    <a:pt x="632"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6" name="Google Shape;9806;p63"/>
            <p:cNvSpPr/>
            <p:nvPr/>
          </p:nvSpPr>
          <p:spPr>
            <a:xfrm>
              <a:off x="5359788" y="3102055"/>
              <a:ext cx="33954" cy="35110"/>
            </a:xfrm>
            <a:custGeom>
              <a:avLst/>
              <a:gdLst/>
              <a:ahLst/>
              <a:cxnLst/>
              <a:rect l="l" t="t" r="r" b="b"/>
              <a:pathLst>
                <a:path w="1293" h="1337" extrusionOk="0">
                  <a:moveTo>
                    <a:pt x="299" y="0"/>
                  </a:moveTo>
                  <a:cubicBezTo>
                    <a:pt x="256" y="0"/>
                    <a:pt x="214" y="20"/>
                    <a:pt x="192" y="59"/>
                  </a:cubicBezTo>
                  <a:lnTo>
                    <a:pt x="1" y="355"/>
                  </a:lnTo>
                  <a:lnTo>
                    <a:pt x="479" y="1236"/>
                  </a:lnTo>
                  <a:cubicBezTo>
                    <a:pt x="509" y="1301"/>
                    <a:pt x="571" y="1337"/>
                    <a:pt x="637" y="1337"/>
                  </a:cubicBezTo>
                  <a:cubicBezTo>
                    <a:pt x="678" y="1337"/>
                    <a:pt x="720" y="1323"/>
                    <a:pt x="757" y="1293"/>
                  </a:cubicBezTo>
                  <a:lnTo>
                    <a:pt x="1293" y="882"/>
                  </a:lnTo>
                  <a:lnTo>
                    <a:pt x="383" y="30"/>
                  </a:lnTo>
                  <a:cubicBezTo>
                    <a:pt x="359" y="10"/>
                    <a:pt x="329" y="0"/>
                    <a:pt x="299"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7" name="Google Shape;9807;p63"/>
            <p:cNvSpPr/>
            <p:nvPr/>
          </p:nvSpPr>
          <p:spPr>
            <a:xfrm>
              <a:off x="5393716" y="3102055"/>
              <a:ext cx="34217" cy="35110"/>
            </a:xfrm>
            <a:custGeom>
              <a:avLst/>
              <a:gdLst/>
              <a:ahLst/>
              <a:cxnLst/>
              <a:rect l="l" t="t" r="r" b="b"/>
              <a:pathLst>
                <a:path w="1303" h="1337" extrusionOk="0">
                  <a:moveTo>
                    <a:pt x="1001" y="0"/>
                  </a:moveTo>
                  <a:cubicBezTo>
                    <a:pt x="972" y="0"/>
                    <a:pt x="943" y="10"/>
                    <a:pt x="919" y="30"/>
                  </a:cubicBezTo>
                  <a:lnTo>
                    <a:pt x="1" y="882"/>
                  </a:lnTo>
                  <a:lnTo>
                    <a:pt x="546" y="1293"/>
                  </a:lnTo>
                  <a:cubicBezTo>
                    <a:pt x="579" y="1323"/>
                    <a:pt x="619" y="1337"/>
                    <a:pt x="659" y="1337"/>
                  </a:cubicBezTo>
                  <a:cubicBezTo>
                    <a:pt x="724" y="1337"/>
                    <a:pt x="788" y="1301"/>
                    <a:pt x="824" y="1236"/>
                  </a:cubicBezTo>
                  <a:lnTo>
                    <a:pt x="1302" y="355"/>
                  </a:lnTo>
                  <a:lnTo>
                    <a:pt x="1111" y="59"/>
                  </a:lnTo>
                  <a:cubicBezTo>
                    <a:pt x="1083" y="20"/>
                    <a:pt x="1042" y="0"/>
                    <a:pt x="1001"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8" name="Google Shape;9808;p63"/>
            <p:cNvSpPr/>
            <p:nvPr/>
          </p:nvSpPr>
          <p:spPr>
            <a:xfrm>
              <a:off x="5413569" y="3157884"/>
              <a:ext cx="93774" cy="55803"/>
            </a:xfrm>
            <a:custGeom>
              <a:avLst/>
              <a:gdLst/>
              <a:ahLst/>
              <a:cxnLst/>
              <a:rect l="l" t="t" r="r" b="b"/>
              <a:pathLst>
                <a:path w="3571" h="2125" extrusionOk="0">
                  <a:moveTo>
                    <a:pt x="1366" y="0"/>
                  </a:moveTo>
                  <a:cubicBezTo>
                    <a:pt x="1314" y="0"/>
                    <a:pt x="1260" y="17"/>
                    <a:pt x="1207" y="57"/>
                  </a:cubicBezTo>
                  <a:lnTo>
                    <a:pt x="144" y="852"/>
                  </a:lnTo>
                  <a:cubicBezTo>
                    <a:pt x="1" y="957"/>
                    <a:pt x="1" y="1168"/>
                    <a:pt x="144" y="1273"/>
                  </a:cubicBezTo>
                  <a:lnTo>
                    <a:pt x="1207" y="2067"/>
                  </a:lnTo>
                  <a:cubicBezTo>
                    <a:pt x="1260" y="2107"/>
                    <a:pt x="1314" y="2125"/>
                    <a:pt x="1366" y="2125"/>
                  </a:cubicBezTo>
                  <a:cubicBezTo>
                    <a:pt x="1586" y="2125"/>
                    <a:pt x="1755" y="1816"/>
                    <a:pt x="1522" y="1646"/>
                  </a:cubicBezTo>
                  <a:lnTo>
                    <a:pt x="1101" y="1330"/>
                  </a:lnTo>
                  <a:lnTo>
                    <a:pt x="3226" y="1330"/>
                  </a:lnTo>
                  <a:cubicBezTo>
                    <a:pt x="3570" y="1330"/>
                    <a:pt x="3570" y="794"/>
                    <a:pt x="3226" y="794"/>
                  </a:cubicBezTo>
                  <a:lnTo>
                    <a:pt x="3226" y="804"/>
                  </a:lnTo>
                  <a:lnTo>
                    <a:pt x="1101" y="804"/>
                  </a:lnTo>
                  <a:lnTo>
                    <a:pt x="1522" y="478"/>
                  </a:lnTo>
                  <a:cubicBezTo>
                    <a:pt x="1755" y="308"/>
                    <a:pt x="1586" y="0"/>
                    <a:pt x="136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9" name="Google Shape;9809;p63"/>
            <p:cNvSpPr/>
            <p:nvPr/>
          </p:nvSpPr>
          <p:spPr>
            <a:xfrm>
              <a:off x="5544501" y="3157884"/>
              <a:ext cx="93774" cy="55908"/>
            </a:xfrm>
            <a:custGeom>
              <a:avLst/>
              <a:gdLst/>
              <a:ahLst/>
              <a:cxnLst/>
              <a:rect l="l" t="t" r="r" b="b"/>
              <a:pathLst>
                <a:path w="3571" h="2129" extrusionOk="0">
                  <a:moveTo>
                    <a:pt x="2211" y="0"/>
                  </a:moveTo>
                  <a:cubicBezTo>
                    <a:pt x="1988" y="0"/>
                    <a:pt x="1824" y="308"/>
                    <a:pt x="2049" y="478"/>
                  </a:cubicBezTo>
                  <a:lnTo>
                    <a:pt x="2479" y="804"/>
                  </a:lnTo>
                  <a:lnTo>
                    <a:pt x="355" y="804"/>
                  </a:lnTo>
                  <a:cubicBezTo>
                    <a:pt x="1" y="804"/>
                    <a:pt x="1" y="1330"/>
                    <a:pt x="355" y="1330"/>
                  </a:cubicBezTo>
                  <a:lnTo>
                    <a:pt x="2479" y="1330"/>
                  </a:lnTo>
                  <a:lnTo>
                    <a:pt x="2049" y="1646"/>
                  </a:lnTo>
                  <a:cubicBezTo>
                    <a:pt x="1825" y="1816"/>
                    <a:pt x="1987" y="2128"/>
                    <a:pt x="2208" y="2128"/>
                  </a:cubicBezTo>
                  <a:cubicBezTo>
                    <a:pt x="2261" y="2128"/>
                    <a:pt x="2318" y="2110"/>
                    <a:pt x="2374" y="2067"/>
                  </a:cubicBezTo>
                  <a:lnTo>
                    <a:pt x="3427" y="1273"/>
                  </a:lnTo>
                  <a:cubicBezTo>
                    <a:pt x="3570" y="1168"/>
                    <a:pt x="3570" y="957"/>
                    <a:pt x="3427" y="852"/>
                  </a:cubicBezTo>
                  <a:lnTo>
                    <a:pt x="2374" y="57"/>
                  </a:lnTo>
                  <a:cubicBezTo>
                    <a:pt x="2319" y="17"/>
                    <a:pt x="2263" y="0"/>
                    <a:pt x="221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0" name="Google Shape;9810;p63"/>
            <p:cNvSpPr/>
            <p:nvPr/>
          </p:nvSpPr>
          <p:spPr>
            <a:xfrm>
              <a:off x="5519134" y="3178971"/>
              <a:ext cx="13839" cy="13865"/>
            </a:xfrm>
            <a:custGeom>
              <a:avLst/>
              <a:gdLst/>
              <a:ahLst/>
              <a:cxnLst/>
              <a:rect l="l" t="t" r="r" b="b"/>
              <a:pathLst>
                <a:path w="527" h="528" extrusionOk="0">
                  <a:moveTo>
                    <a:pt x="259" y="1"/>
                  </a:moveTo>
                  <a:cubicBezTo>
                    <a:pt x="115" y="1"/>
                    <a:pt x="0" y="116"/>
                    <a:pt x="0" y="259"/>
                  </a:cubicBezTo>
                  <a:cubicBezTo>
                    <a:pt x="0" y="412"/>
                    <a:pt x="115" y="527"/>
                    <a:pt x="259" y="527"/>
                  </a:cubicBezTo>
                  <a:cubicBezTo>
                    <a:pt x="412" y="527"/>
                    <a:pt x="527" y="412"/>
                    <a:pt x="527" y="259"/>
                  </a:cubicBezTo>
                  <a:cubicBezTo>
                    <a:pt x="527" y="116"/>
                    <a:pt x="412" y="1"/>
                    <a:pt x="259" y="1"/>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11" name="Google Shape;9811;p63"/>
          <p:cNvGrpSpPr/>
          <p:nvPr/>
        </p:nvGrpSpPr>
        <p:grpSpPr>
          <a:xfrm>
            <a:off x="4874434" y="2279920"/>
            <a:ext cx="398075" cy="340303"/>
            <a:chOff x="4879047" y="2432320"/>
            <a:chExt cx="398075" cy="340303"/>
          </a:xfrm>
        </p:grpSpPr>
        <p:sp>
          <p:nvSpPr>
            <p:cNvPr id="9812" name="Google Shape;9812;p63"/>
            <p:cNvSpPr/>
            <p:nvPr/>
          </p:nvSpPr>
          <p:spPr>
            <a:xfrm>
              <a:off x="5071795" y="2432320"/>
              <a:ext cx="186000" cy="181483"/>
            </a:xfrm>
            <a:custGeom>
              <a:avLst/>
              <a:gdLst/>
              <a:ahLst/>
              <a:cxnLst/>
              <a:rect l="l" t="t" r="r" b="b"/>
              <a:pathLst>
                <a:path w="7083" h="6911" extrusionOk="0">
                  <a:moveTo>
                    <a:pt x="708" y="1"/>
                  </a:moveTo>
                  <a:cubicBezTo>
                    <a:pt x="316" y="1"/>
                    <a:pt x="0" y="326"/>
                    <a:pt x="0" y="709"/>
                  </a:cubicBezTo>
                  <a:lnTo>
                    <a:pt x="0" y="4489"/>
                  </a:lnTo>
                  <a:cubicBezTo>
                    <a:pt x="0" y="4881"/>
                    <a:pt x="316" y="5197"/>
                    <a:pt x="708" y="5197"/>
                  </a:cubicBezTo>
                  <a:lnTo>
                    <a:pt x="1416" y="5197"/>
                  </a:lnTo>
                  <a:lnTo>
                    <a:pt x="1024" y="6776"/>
                  </a:lnTo>
                  <a:cubicBezTo>
                    <a:pt x="1009" y="6849"/>
                    <a:pt x="1073" y="6911"/>
                    <a:pt x="1142" y="6911"/>
                  </a:cubicBezTo>
                  <a:cubicBezTo>
                    <a:pt x="1163" y="6911"/>
                    <a:pt x="1185" y="6905"/>
                    <a:pt x="1206" y="6891"/>
                  </a:cubicBezTo>
                  <a:lnTo>
                    <a:pt x="3541" y="5197"/>
                  </a:lnTo>
                  <a:lnTo>
                    <a:pt x="6374" y="5197"/>
                  </a:lnTo>
                  <a:cubicBezTo>
                    <a:pt x="6766" y="5197"/>
                    <a:pt x="7082" y="4872"/>
                    <a:pt x="7082" y="4489"/>
                  </a:cubicBezTo>
                  <a:lnTo>
                    <a:pt x="7082" y="709"/>
                  </a:lnTo>
                  <a:cubicBezTo>
                    <a:pt x="7082" y="326"/>
                    <a:pt x="6766" y="1"/>
                    <a:pt x="637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3" name="Google Shape;9813;p63"/>
            <p:cNvSpPr/>
            <p:nvPr/>
          </p:nvSpPr>
          <p:spPr>
            <a:xfrm>
              <a:off x="5102204" y="2463412"/>
              <a:ext cx="32405" cy="12500"/>
            </a:xfrm>
            <a:custGeom>
              <a:avLst/>
              <a:gdLst/>
              <a:ahLst/>
              <a:cxnLst/>
              <a:rect l="l" t="t" r="r" b="b"/>
              <a:pathLst>
                <a:path w="1234" h="476" extrusionOk="0">
                  <a:moveTo>
                    <a:pt x="227" y="0"/>
                  </a:moveTo>
                  <a:cubicBezTo>
                    <a:pt x="1" y="0"/>
                    <a:pt x="1" y="475"/>
                    <a:pt x="227" y="475"/>
                  </a:cubicBezTo>
                  <a:cubicBezTo>
                    <a:pt x="237" y="475"/>
                    <a:pt x="248" y="474"/>
                    <a:pt x="258" y="472"/>
                  </a:cubicBezTo>
                  <a:lnTo>
                    <a:pt x="967" y="472"/>
                  </a:lnTo>
                  <a:cubicBezTo>
                    <a:pt x="978" y="474"/>
                    <a:pt x="989" y="475"/>
                    <a:pt x="999" y="475"/>
                  </a:cubicBezTo>
                  <a:cubicBezTo>
                    <a:pt x="1233" y="475"/>
                    <a:pt x="1233" y="0"/>
                    <a:pt x="999" y="0"/>
                  </a:cubicBezTo>
                  <a:cubicBezTo>
                    <a:pt x="989" y="0"/>
                    <a:pt x="978" y="1"/>
                    <a:pt x="967" y="3"/>
                  </a:cubicBezTo>
                  <a:lnTo>
                    <a:pt x="258" y="3"/>
                  </a:lnTo>
                  <a:cubicBezTo>
                    <a:pt x="248" y="1"/>
                    <a:pt x="237" y="0"/>
                    <a:pt x="22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4" name="Google Shape;9814;p63"/>
            <p:cNvSpPr/>
            <p:nvPr/>
          </p:nvSpPr>
          <p:spPr>
            <a:xfrm>
              <a:off x="5145454" y="2463412"/>
              <a:ext cx="82141" cy="12500"/>
            </a:xfrm>
            <a:custGeom>
              <a:avLst/>
              <a:gdLst/>
              <a:ahLst/>
              <a:cxnLst/>
              <a:rect l="l" t="t" r="r" b="b"/>
              <a:pathLst>
                <a:path w="3128" h="476" extrusionOk="0">
                  <a:moveTo>
                    <a:pt x="235" y="0"/>
                  </a:moveTo>
                  <a:cubicBezTo>
                    <a:pt x="0" y="0"/>
                    <a:pt x="0" y="475"/>
                    <a:pt x="235" y="475"/>
                  </a:cubicBezTo>
                  <a:cubicBezTo>
                    <a:pt x="245" y="475"/>
                    <a:pt x="256" y="474"/>
                    <a:pt x="267" y="472"/>
                  </a:cubicBezTo>
                  <a:lnTo>
                    <a:pt x="2861" y="472"/>
                  </a:lnTo>
                  <a:cubicBezTo>
                    <a:pt x="2872" y="474"/>
                    <a:pt x="2883" y="475"/>
                    <a:pt x="2893" y="475"/>
                  </a:cubicBezTo>
                  <a:cubicBezTo>
                    <a:pt x="3127" y="475"/>
                    <a:pt x="3127" y="0"/>
                    <a:pt x="2893" y="0"/>
                  </a:cubicBezTo>
                  <a:cubicBezTo>
                    <a:pt x="2883" y="0"/>
                    <a:pt x="2872" y="1"/>
                    <a:pt x="2861" y="3"/>
                  </a:cubicBezTo>
                  <a:lnTo>
                    <a:pt x="267" y="3"/>
                  </a:lnTo>
                  <a:cubicBezTo>
                    <a:pt x="256" y="1"/>
                    <a:pt x="245" y="0"/>
                    <a:pt x="23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5" name="Google Shape;9815;p63"/>
            <p:cNvSpPr/>
            <p:nvPr/>
          </p:nvSpPr>
          <p:spPr>
            <a:xfrm>
              <a:off x="5102204" y="2494320"/>
              <a:ext cx="125392" cy="12500"/>
            </a:xfrm>
            <a:custGeom>
              <a:avLst/>
              <a:gdLst/>
              <a:ahLst/>
              <a:cxnLst/>
              <a:rect l="l" t="t" r="r" b="b"/>
              <a:pathLst>
                <a:path w="4775" h="476" extrusionOk="0">
                  <a:moveTo>
                    <a:pt x="227" y="1"/>
                  </a:moveTo>
                  <a:cubicBezTo>
                    <a:pt x="1" y="1"/>
                    <a:pt x="1" y="475"/>
                    <a:pt x="227" y="475"/>
                  </a:cubicBezTo>
                  <a:cubicBezTo>
                    <a:pt x="237" y="475"/>
                    <a:pt x="248" y="474"/>
                    <a:pt x="258" y="472"/>
                  </a:cubicBezTo>
                  <a:lnTo>
                    <a:pt x="4508" y="472"/>
                  </a:lnTo>
                  <a:cubicBezTo>
                    <a:pt x="4519" y="474"/>
                    <a:pt x="4530" y="475"/>
                    <a:pt x="4540" y="475"/>
                  </a:cubicBezTo>
                  <a:cubicBezTo>
                    <a:pt x="4774" y="475"/>
                    <a:pt x="4774" y="1"/>
                    <a:pt x="4540" y="1"/>
                  </a:cubicBezTo>
                  <a:cubicBezTo>
                    <a:pt x="4530" y="1"/>
                    <a:pt x="4519" y="2"/>
                    <a:pt x="4508" y="3"/>
                  </a:cubicBezTo>
                  <a:lnTo>
                    <a:pt x="258" y="3"/>
                  </a:lnTo>
                  <a:cubicBezTo>
                    <a:pt x="248" y="2"/>
                    <a:pt x="237" y="1"/>
                    <a:pt x="227" y="1"/>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6" name="Google Shape;9816;p63"/>
            <p:cNvSpPr/>
            <p:nvPr/>
          </p:nvSpPr>
          <p:spPr>
            <a:xfrm>
              <a:off x="5102178" y="2525255"/>
              <a:ext cx="81984" cy="12710"/>
            </a:xfrm>
            <a:custGeom>
              <a:avLst/>
              <a:gdLst/>
              <a:ahLst/>
              <a:cxnLst/>
              <a:rect l="l" t="t" r="r" b="b"/>
              <a:pathLst>
                <a:path w="3122" h="484" extrusionOk="0">
                  <a:moveTo>
                    <a:pt x="234" y="1"/>
                  </a:moveTo>
                  <a:cubicBezTo>
                    <a:pt x="0" y="1"/>
                    <a:pt x="0" y="483"/>
                    <a:pt x="234" y="483"/>
                  </a:cubicBezTo>
                  <a:cubicBezTo>
                    <a:pt x="242" y="483"/>
                    <a:pt x="250" y="482"/>
                    <a:pt x="259" y="481"/>
                  </a:cubicBezTo>
                  <a:lnTo>
                    <a:pt x="2863" y="481"/>
                  </a:lnTo>
                  <a:cubicBezTo>
                    <a:pt x="2872" y="482"/>
                    <a:pt x="2880" y="483"/>
                    <a:pt x="2888" y="483"/>
                  </a:cubicBezTo>
                  <a:cubicBezTo>
                    <a:pt x="3122" y="483"/>
                    <a:pt x="3122" y="1"/>
                    <a:pt x="2888" y="1"/>
                  </a:cubicBezTo>
                  <a:cubicBezTo>
                    <a:pt x="2880" y="1"/>
                    <a:pt x="2872" y="1"/>
                    <a:pt x="2863" y="3"/>
                  </a:cubicBezTo>
                  <a:lnTo>
                    <a:pt x="259" y="3"/>
                  </a:lnTo>
                  <a:cubicBezTo>
                    <a:pt x="250" y="1"/>
                    <a:pt x="242" y="1"/>
                    <a:pt x="234"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7" name="Google Shape;9817;p63"/>
            <p:cNvSpPr/>
            <p:nvPr/>
          </p:nvSpPr>
          <p:spPr>
            <a:xfrm>
              <a:off x="5195164" y="2525255"/>
              <a:ext cx="32484" cy="12710"/>
            </a:xfrm>
            <a:custGeom>
              <a:avLst/>
              <a:gdLst/>
              <a:ahLst/>
              <a:cxnLst/>
              <a:rect l="l" t="t" r="r" b="b"/>
              <a:pathLst>
                <a:path w="1237" h="484" extrusionOk="0">
                  <a:moveTo>
                    <a:pt x="234" y="1"/>
                  </a:moveTo>
                  <a:cubicBezTo>
                    <a:pt x="0" y="1"/>
                    <a:pt x="0" y="483"/>
                    <a:pt x="234" y="483"/>
                  </a:cubicBezTo>
                  <a:cubicBezTo>
                    <a:pt x="242" y="483"/>
                    <a:pt x="251" y="482"/>
                    <a:pt x="259" y="481"/>
                  </a:cubicBezTo>
                  <a:lnTo>
                    <a:pt x="968" y="481"/>
                  </a:lnTo>
                  <a:cubicBezTo>
                    <a:pt x="977" y="482"/>
                    <a:pt x="986" y="483"/>
                    <a:pt x="995" y="483"/>
                  </a:cubicBezTo>
                  <a:cubicBezTo>
                    <a:pt x="1236" y="483"/>
                    <a:pt x="1236" y="1"/>
                    <a:pt x="995" y="1"/>
                  </a:cubicBezTo>
                  <a:cubicBezTo>
                    <a:pt x="986" y="1"/>
                    <a:pt x="977" y="1"/>
                    <a:pt x="968" y="3"/>
                  </a:cubicBezTo>
                  <a:lnTo>
                    <a:pt x="259" y="3"/>
                  </a:lnTo>
                  <a:cubicBezTo>
                    <a:pt x="251" y="1"/>
                    <a:pt x="242" y="1"/>
                    <a:pt x="234" y="1"/>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8" name="Google Shape;9818;p63"/>
            <p:cNvSpPr/>
            <p:nvPr/>
          </p:nvSpPr>
          <p:spPr>
            <a:xfrm>
              <a:off x="4898374" y="2711543"/>
              <a:ext cx="359421" cy="18618"/>
            </a:xfrm>
            <a:custGeom>
              <a:avLst/>
              <a:gdLst/>
              <a:ahLst/>
              <a:cxnLst/>
              <a:rect l="l" t="t" r="r" b="b"/>
              <a:pathLst>
                <a:path w="13687" h="709" extrusionOk="0">
                  <a:moveTo>
                    <a:pt x="1" y="0"/>
                  </a:moveTo>
                  <a:lnTo>
                    <a:pt x="1" y="708"/>
                  </a:lnTo>
                  <a:lnTo>
                    <a:pt x="13686" y="708"/>
                  </a:lnTo>
                  <a:lnTo>
                    <a:pt x="13686"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9" name="Google Shape;9819;p63"/>
            <p:cNvSpPr/>
            <p:nvPr/>
          </p:nvSpPr>
          <p:spPr>
            <a:xfrm>
              <a:off x="4891468" y="2711543"/>
              <a:ext cx="13603" cy="61081"/>
            </a:xfrm>
            <a:custGeom>
              <a:avLst/>
              <a:gdLst/>
              <a:ahLst/>
              <a:cxnLst/>
              <a:rect l="l" t="t" r="r" b="b"/>
              <a:pathLst>
                <a:path w="518" h="2326" extrusionOk="0">
                  <a:moveTo>
                    <a:pt x="24" y="0"/>
                  </a:moveTo>
                  <a:lnTo>
                    <a:pt x="24" y="2125"/>
                  </a:lnTo>
                  <a:cubicBezTo>
                    <a:pt x="0" y="2259"/>
                    <a:pt x="130" y="2326"/>
                    <a:pt x="259" y="2326"/>
                  </a:cubicBezTo>
                  <a:cubicBezTo>
                    <a:pt x="388" y="2326"/>
                    <a:pt x="517" y="2259"/>
                    <a:pt x="493" y="2125"/>
                  </a:cubicBezTo>
                  <a:lnTo>
                    <a:pt x="493"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0" name="Google Shape;9820;p63"/>
            <p:cNvSpPr/>
            <p:nvPr/>
          </p:nvSpPr>
          <p:spPr>
            <a:xfrm>
              <a:off x="5251728" y="2711543"/>
              <a:ext cx="12342" cy="61081"/>
            </a:xfrm>
            <a:custGeom>
              <a:avLst/>
              <a:gdLst/>
              <a:ahLst/>
              <a:cxnLst/>
              <a:rect l="l" t="t" r="r" b="b"/>
              <a:pathLst>
                <a:path w="470" h="2326" extrusionOk="0">
                  <a:moveTo>
                    <a:pt x="0" y="0"/>
                  </a:moveTo>
                  <a:lnTo>
                    <a:pt x="0" y="2125"/>
                  </a:lnTo>
                  <a:cubicBezTo>
                    <a:pt x="20" y="2259"/>
                    <a:pt x="127" y="2326"/>
                    <a:pt x="235" y="2326"/>
                  </a:cubicBezTo>
                  <a:cubicBezTo>
                    <a:pt x="343" y="2326"/>
                    <a:pt x="450" y="2259"/>
                    <a:pt x="469" y="2125"/>
                  </a:cubicBezTo>
                  <a:lnTo>
                    <a:pt x="469"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1" name="Google Shape;9821;p63"/>
            <p:cNvSpPr/>
            <p:nvPr/>
          </p:nvSpPr>
          <p:spPr>
            <a:xfrm>
              <a:off x="4935322" y="2578851"/>
              <a:ext cx="111868" cy="126416"/>
            </a:xfrm>
            <a:custGeom>
              <a:avLst/>
              <a:gdLst/>
              <a:ahLst/>
              <a:cxnLst/>
              <a:rect l="l" t="t" r="r" b="b"/>
              <a:pathLst>
                <a:path w="4260" h="4814" extrusionOk="0">
                  <a:moveTo>
                    <a:pt x="1417" y="0"/>
                  </a:moveTo>
                  <a:lnTo>
                    <a:pt x="1417" y="708"/>
                  </a:lnTo>
                  <a:cubicBezTo>
                    <a:pt x="1417" y="881"/>
                    <a:pt x="1321" y="1043"/>
                    <a:pt x="1158" y="1129"/>
                  </a:cubicBezTo>
                  <a:lnTo>
                    <a:pt x="393" y="1512"/>
                  </a:lnTo>
                  <a:cubicBezTo>
                    <a:pt x="153" y="1627"/>
                    <a:pt x="0" y="1876"/>
                    <a:pt x="0" y="2144"/>
                  </a:cubicBezTo>
                  <a:lnTo>
                    <a:pt x="0" y="4106"/>
                  </a:lnTo>
                  <a:cubicBezTo>
                    <a:pt x="0" y="4498"/>
                    <a:pt x="326" y="4814"/>
                    <a:pt x="709" y="4814"/>
                  </a:cubicBezTo>
                  <a:lnTo>
                    <a:pt x="4250" y="4814"/>
                  </a:lnTo>
                  <a:lnTo>
                    <a:pt x="4250" y="2144"/>
                  </a:lnTo>
                  <a:cubicBezTo>
                    <a:pt x="4259" y="1876"/>
                    <a:pt x="4106" y="1627"/>
                    <a:pt x="3867" y="1512"/>
                  </a:cubicBezTo>
                  <a:lnTo>
                    <a:pt x="3101" y="1129"/>
                  </a:lnTo>
                  <a:cubicBezTo>
                    <a:pt x="2938" y="1043"/>
                    <a:pt x="2843" y="881"/>
                    <a:pt x="2833" y="708"/>
                  </a:cubicBezTo>
                  <a:lnTo>
                    <a:pt x="2833"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2" name="Google Shape;9822;p63"/>
            <p:cNvSpPr/>
            <p:nvPr/>
          </p:nvSpPr>
          <p:spPr>
            <a:xfrm>
              <a:off x="4972270" y="2578851"/>
              <a:ext cx="37972" cy="24632"/>
            </a:xfrm>
            <a:custGeom>
              <a:avLst/>
              <a:gdLst/>
              <a:ahLst/>
              <a:cxnLst/>
              <a:rect l="l" t="t" r="r" b="b"/>
              <a:pathLst>
                <a:path w="1446" h="938" extrusionOk="0">
                  <a:moveTo>
                    <a:pt x="10" y="0"/>
                  </a:moveTo>
                  <a:lnTo>
                    <a:pt x="10" y="708"/>
                  </a:lnTo>
                  <a:cubicBezTo>
                    <a:pt x="10" y="737"/>
                    <a:pt x="10" y="766"/>
                    <a:pt x="0" y="794"/>
                  </a:cubicBezTo>
                  <a:cubicBezTo>
                    <a:pt x="230" y="890"/>
                    <a:pt x="469" y="938"/>
                    <a:pt x="728" y="938"/>
                  </a:cubicBezTo>
                  <a:cubicBezTo>
                    <a:pt x="967" y="938"/>
                    <a:pt x="1216" y="890"/>
                    <a:pt x="1445" y="794"/>
                  </a:cubicBezTo>
                  <a:cubicBezTo>
                    <a:pt x="1436" y="766"/>
                    <a:pt x="1426" y="737"/>
                    <a:pt x="1426" y="708"/>
                  </a:cubicBezTo>
                  <a:lnTo>
                    <a:pt x="1426"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3" name="Google Shape;9823;p63"/>
            <p:cNvSpPr/>
            <p:nvPr/>
          </p:nvSpPr>
          <p:spPr>
            <a:xfrm>
              <a:off x="4935322" y="2611256"/>
              <a:ext cx="111868" cy="94011"/>
            </a:xfrm>
            <a:custGeom>
              <a:avLst/>
              <a:gdLst/>
              <a:ahLst/>
              <a:cxnLst/>
              <a:rect l="l" t="t" r="r" b="b"/>
              <a:pathLst>
                <a:path w="4260" h="3580" extrusionOk="0">
                  <a:moveTo>
                    <a:pt x="938" y="1"/>
                  </a:moveTo>
                  <a:lnTo>
                    <a:pt x="393" y="278"/>
                  </a:lnTo>
                  <a:cubicBezTo>
                    <a:pt x="153" y="393"/>
                    <a:pt x="0" y="642"/>
                    <a:pt x="0" y="910"/>
                  </a:cubicBezTo>
                  <a:lnTo>
                    <a:pt x="0" y="2872"/>
                  </a:lnTo>
                  <a:cubicBezTo>
                    <a:pt x="0" y="3264"/>
                    <a:pt x="326" y="3580"/>
                    <a:pt x="718" y="3580"/>
                  </a:cubicBezTo>
                  <a:lnTo>
                    <a:pt x="4259" y="3580"/>
                  </a:lnTo>
                  <a:lnTo>
                    <a:pt x="4259" y="910"/>
                  </a:lnTo>
                  <a:cubicBezTo>
                    <a:pt x="4259" y="642"/>
                    <a:pt x="4106" y="393"/>
                    <a:pt x="3867" y="278"/>
                  </a:cubicBezTo>
                  <a:lnTo>
                    <a:pt x="3321" y="1"/>
                  </a:lnTo>
                  <a:cubicBezTo>
                    <a:pt x="3044" y="436"/>
                    <a:pt x="2587" y="654"/>
                    <a:pt x="2130" y="654"/>
                  </a:cubicBezTo>
                  <a:cubicBezTo>
                    <a:pt x="1673" y="654"/>
                    <a:pt x="1216" y="436"/>
                    <a:pt x="93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4" name="Google Shape;9824;p63"/>
            <p:cNvSpPr/>
            <p:nvPr/>
          </p:nvSpPr>
          <p:spPr>
            <a:xfrm>
              <a:off x="5022269" y="2623835"/>
              <a:ext cx="24921" cy="81432"/>
            </a:xfrm>
            <a:custGeom>
              <a:avLst/>
              <a:gdLst/>
              <a:ahLst/>
              <a:cxnLst/>
              <a:rect l="l" t="t" r="r" b="b"/>
              <a:pathLst>
                <a:path w="949" h="3101" extrusionOk="0">
                  <a:moveTo>
                    <a:pt x="805" y="0"/>
                  </a:moveTo>
                  <a:lnTo>
                    <a:pt x="173" y="498"/>
                  </a:lnTo>
                  <a:cubicBezTo>
                    <a:pt x="68" y="584"/>
                    <a:pt x="1" y="728"/>
                    <a:pt x="1" y="871"/>
                  </a:cubicBezTo>
                  <a:lnTo>
                    <a:pt x="1" y="3101"/>
                  </a:lnTo>
                  <a:lnTo>
                    <a:pt x="948" y="3101"/>
                  </a:lnTo>
                  <a:lnTo>
                    <a:pt x="948" y="431"/>
                  </a:lnTo>
                  <a:cubicBezTo>
                    <a:pt x="939" y="278"/>
                    <a:pt x="891" y="125"/>
                    <a:pt x="80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5" name="Google Shape;9825;p63"/>
            <p:cNvSpPr/>
            <p:nvPr/>
          </p:nvSpPr>
          <p:spPr>
            <a:xfrm>
              <a:off x="4935322" y="2624071"/>
              <a:ext cx="55803" cy="81196"/>
            </a:xfrm>
            <a:custGeom>
              <a:avLst/>
              <a:gdLst/>
              <a:ahLst/>
              <a:cxnLst/>
              <a:rect l="l" t="t" r="r" b="b"/>
              <a:pathLst>
                <a:path w="2125" h="3092" extrusionOk="0">
                  <a:moveTo>
                    <a:pt x="144" y="1"/>
                  </a:moveTo>
                  <a:cubicBezTo>
                    <a:pt x="58" y="125"/>
                    <a:pt x="0" y="269"/>
                    <a:pt x="0" y="422"/>
                  </a:cubicBezTo>
                  <a:lnTo>
                    <a:pt x="0" y="2384"/>
                  </a:lnTo>
                  <a:cubicBezTo>
                    <a:pt x="0" y="2776"/>
                    <a:pt x="326" y="3092"/>
                    <a:pt x="709" y="3092"/>
                  </a:cubicBezTo>
                  <a:lnTo>
                    <a:pt x="2125" y="3092"/>
                  </a:lnTo>
                  <a:lnTo>
                    <a:pt x="2125" y="2154"/>
                  </a:lnTo>
                  <a:lnTo>
                    <a:pt x="1187" y="2154"/>
                  </a:lnTo>
                  <a:cubicBezTo>
                    <a:pt x="1053" y="2144"/>
                    <a:pt x="948" y="2039"/>
                    <a:pt x="948" y="1915"/>
                  </a:cubicBezTo>
                  <a:lnTo>
                    <a:pt x="948" y="862"/>
                  </a:lnTo>
                  <a:cubicBezTo>
                    <a:pt x="948" y="719"/>
                    <a:pt x="881" y="585"/>
                    <a:pt x="776" y="498"/>
                  </a:cubicBezTo>
                  <a:lnTo>
                    <a:pt x="144"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6" name="Google Shape;9826;p63"/>
            <p:cNvSpPr/>
            <p:nvPr/>
          </p:nvSpPr>
          <p:spPr>
            <a:xfrm>
              <a:off x="4966492" y="2475807"/>
              <a:ext cx="49526" cy="43487"/>
            </a:xfrm>
            <a:custGeom>
              <a:avLst/>
              <a:gdLst/>
              <a:ahLst/>
              <a:cxnLst/>
              <a:rect l="l" t="t" r="r" b="b"/>
              <a:pathLst>
                <a:path w="1886" h="1656" extrusionOk="0">
                  <a:moveTo>
                    <a:pt x="938" y="0"/>
                  </a:moveTo>
                  <a:cubicBezTo>
                    <a:pt x="421" y="0"/>
                    <a:pt x="0" y="374"/>
                    <a:pt x="0" y="823"/>
                  </a:cubicBezTo>
                  <a:cubicBezTo>
                    <a:pt x="0" y="1283"/>
                    <a:pt x="421" y="1656"/>
                    <a:pt x="938" y="1656"/>
                  </a:cubicBezTo>
                  <a:cubicBezTo>
                    <a:pt x="1464" y="1656"/>
                    <a:pt x="1885" y="1283"/>
                    <a:pt x="1885" y="823"/>
                  </a:cubicBezTo>
                  <a:cubicBezTo>
                    <a:pt x="1885" y="374"/>
                    <a:pt x="1464" y="0"/>
                    <a:pt x="93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7" name="Google Shape;9827;p63"/>
            <p:cNvSpPr/>
            <p:nvPr/>
          </p:nvSpPr>
          <p:spPr>
            <a:xfrm>
              <a:off x="4966230" y="2475807"/>
              <a:ext cx="34453" cy="43487"/>
            </a:xfrm>
            <a:custGeom>
              <a:avLst/>
              <a:gdLst/>
              <a:ahLst/>
              <a:cxnLst/>
              <a:rect l="l" t="t" r="r" b="b"/>
              <a:pathLst>
                <a:path w="1312" h="1656" extrusionOk="0">
                  <a:moveTo>
                    <a:pt x="948" y="0"/>
                  </a:moveTo>
                  <a:cubicBezTo>
                    <a:pt x="431" y="0"/>
                    <a:pt x="1" y="374"/>
                    <a:pt x="1" y="833"/>
                  </a:cubicBezTo>
                  <a:cubicBezTo>
                    <a:pt x="1" y="1283"/>
                    <a:pt x="431" y="1656"/>
                    <a:pt x="948" y="1656"/>
                  </a:cubicBezTo>
                  <a:cubicBezTo>
                    <a:pt x="1072" y="1656"/>
                    <a:pt x="1187" y="1637"/>
                    <a:pt x="1312" y="1599"/>
                  </a:cubicBezTo>
                  <a:cubicBezTo>
                    <a:pt x="967" y="1493"/>
                    <a:pt x="728" y="1177"/>
                    <a:pt x="718" y="823"/>
                  </a:cubicBezTo>
                  <a:cubicBezTo>
                    <a:pt x="728" y="469"/>
                    <a:pt x="967" y="163"/>
                    <a:pt x="1312" y="67"/>
                  </a:cubicBezTo>
                  <a:cubicBezTo>
                    <a:pt x="1187" y="19"/>
                    <a:pt x="1072" y="0"/>
                    <a:pt x="94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8" name="Google Shape;9828;p63"/>
            <p:cNvSpPr/>
            <p:nvPr/>
          </p:nvSpPr>
          <p:spPr>
            <a:xfrm>
              <a:off x="4947874" y="2494399"/>
              <a:ext cx="86737" cy="86737"/>
            </a:xfrm>
            <a:custGeom>
              <a:avLst/>
              <a:gdLst/>
              <a:ahLst/>
              <a:cxnLst/>
              <a:rect l="l" t="t" r="r" b="b"/>
              <a:pathLst>
                <a:path w="3303" h="3303" extrusionOk="0">
                  <a:moveTo>
                    <a:pt x="1647" y="0"/>
                  </a:moveTo>
                  <a:cubicBezTo>
                    <a:pt x="738" y="0"/>
                    <a:pt x="1" y="737"/>
                    <a:pt x="1" y="1656"/>
                  </a:cubicBezTo>
                  <a:cubicBezTo>
                    <a:pt x="1" y="2565"/>
                    <a:pt x="738" y="3302"/>
                    <a:pt x="1647" y="3302"/>
                  </a:cubicBezTo>
                  <a:cubicBezTo>
                    <a:pt x="2566" y="3302"/>
                    <a:pt x="3303" y="2565"/>
                    <a:pt x="3303" y="1656"/>
                  </a:cubicBezTo>
                  <a:cubicBezTo>
                    <a:pt x="3303" y="737"/>
                    <a:pt x="2566" y="0"/>
                    <a:pt x="16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9" name="Google Shape;9829;p63"/>
            <p:cNvSpPr/>
            <p:nvPr/>
          </p:nvSpPr>
          <p:spPr>
            <a:xfrm>
              <a:off x="4963472" y="2494399"/>
              <a:ext cx="72898" cy="78176"/>
            </a:xfrm>
            <a:custGeom>
              <a:avLst/>
              <a:gdLst/>
              <a:ahLst/>
              <a:cxnLst/>
              <a:rect l="l" t="t" r="r" b="b"/>
              <a:pathLst>
                <a:path w="2776" h="2977" extrusionOk="0">
                  <a:moveTo>
                    <a:pt x="1063" y="0"/>
                  </a:moveTo>
                  <a:cubicBezTo>
                    <a:pt x="268" y="0"/>
                    <a:pt x="0" y="1092"/>
                    <a:pt x="718" y="1436"/>
                  </a:cubicBezTo>
                  <a:cubicBezTo>
                    <a:pt x="737" y="1446"/>
                    <a:pt x="756" y="1455"/>
                    <a:pt x="775" y="1465"/>
                  </a:cubicBezTo>
                  <a:lnTo>
                    <a:pt x="1598" y="2958"/>
                  </a:lnTo>
                  <a:cubicBezTo>
                    <a:pt x="1598" y="2958"/>
                    <a:pt x="1819" y="2967"/>
                    <a:pt x="2039" y="2977"/>
                  </a:cubicBezTo>
                  <a:cubicBezTo>
                    <a:pt x="2527" y="2613"/>
                    <a:pt x="2776" y="2020"/>
                    <a:pt x="2689" y="1426"/>
                  </a:cubicBezTo>
                  <a:cubicBezTo>
                    <a:pt x="2594" y="747"/>
                    <a:pt x="2087" y="192"/>
                    <a:pt x="1417" y="39"/>
                  </a:cubicBezTo>
                  <a:cubicBezTo>
                    <a:pt x="1302" y="20"/>
                    <a:pt x="1177" y="0"/>
                    <a:pt x="106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0" name="Google Shape;9830;p63"/>
            <p:cNvSpPr/>
            <p:nvPr/>
          </p:nvSpPr>
          <p:spPr>
            <a:xfrm>
              <a:off x="4953914" y="2532660"/>
              <a:ext cx="74421" cy="61028"/>
            </a:xfrm>
            <a:custGeom>
              <a:avLst/>
              <a:gdLst/>
              <a:ahLst/>
              <a:cxnLst/>
              <a:rect l="l" t="t" r="r" b="b"/>
              <a:pathLst>
                <a:path w="2834" h="2324" extrusionOk="0">
                  <a:moveTo>
                    <a:pt x="1093" y="0"/>
                  </a:moveTo>
                  <a:cubicBezTo>
                    <a:pt x="1006" y="0"/>
                    <a:pt x="921" y="53"/>
                    <a:pt x="881" y="132"/>
                  </a:cubicBezTo>
                  <a:cubicBezTo>
                    <a:pt x="804" y="295"/>
                    <a:pt x="699" y="438"/>
                    <a:pt x="565" y="563"/>
                  </a:cubicBezTo>
                  <a:cubicBezTo>
                    <a:pt x="431" y="668"/>
                    <a:pt x="297" y="764"/>
                    <a:pt x="144" y="840"/>
                  </a:cubicBezTo>
                  <a:cubicBezTo>
                    <a:pt x="58" y="888"/>
                    <a:pt x="1" y="984"/>
                    <a:pt x="20" y="1089"/>
                  </a:cubicBezTo>
                  <a:cubicBezTo>
                    <a:pt x="106" y="1797"/>
                    <a:pt x="709" y="2324"/>
                    <a:pt x="1427" y="2324"/>
                  </a:cubicBezTo>
                  <a:cubicBezTo>
                    <a:pt x="2163" y="2324"/>
                    <a:pt x="2776" y="1750"/>
                    <a:pt x="2833" y="1013"/>
                  </a:cubicBezTo>
                  <a:cubicBezTo>
                    <a:pt x="2833" y="946"/>
                    <a:pt x="2805" y="879"/>
                    <a:pt x="2757" y="831"/>
                  </a:cubicBezTo>
                  <a:cubicBezTo>
                    <a:pt x="2288" y="438"/>
                    <a:pt x="1742" y="161"/>
                    <a:pt x="1149" y="8"/>
                  </a:cubicBezTo>
                  <a:cubicBezTo>
                    <a:pt x="1131" y="3"/>
                    <a:pt x="1112" y="0"/>
                    <a:pt x="109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1" name="Google Shape;9831;p63"/>
            <p:cNvSpPr/>
            <p:nvPr/>
          </p:nvSpPr>
          <p:spPr>
            <a:xfrm>
              <a:off x="4953914" y="2532660"/>
              <a:ext cx="74657" cy="60529"/>
            </a:xfrm>
            <a:custGeom>
              <a:avLst/>
              <a:gdLst/>
              <a:ahLst/>
              <a:cxnLst/>
              <a:rect l="l" t="t" r="r" b="b"/>
              <a:pathLst>
                <a:path w="2843" h="2305" extrusionOk="0">
                  <a:moveTo>
                    <a:pt x="1093" y="0"/>
                  </a:moveTo>
                  <a:cubicBezTo>
                    <a:pt x="1006" y="0"/>
                    <a:pt x="921" y="53"/>
                    <a:pt x="881" y="132"/>
                  </a:cubicBezTo>
                  <a:cubicBezTo>
                    <a:pt x="824" y="247"/>
                    <a:pt x="757" y="352"/>
                    <a:pt x="670" y="448"/>
                  </a:cubicBezTo>
                  <a:cubicBezTo>
                    <a:pt x="632" y="486"/>
                    <a:pt x="603" y="525"/>
                    <a:pt x="565" y="563"/>
                  </a:cubicBezTo>
                  <a:cubicBezTo>
                    <a:pt x="431" y="668"/>
                    <a:pt x="297" y="764"/>
                    <a:pt x="144" y="840"/>
                  </a:cubicBezTo>
                  <a:cubicBezTo>
                    <a:pt x="58" y="888"/>
                    <a:pt x="1" y="984"/>
                    <a:pt x="20" y="1089"/>
                  </a:cubicBezTo>
                  <a:cubicBezTo>
                    <a:pt x="106" y="1711"/>
                    <a:pt x="584" y="2209"/>
                    <a:pt x="1206" y="2305"/>
                  </a:cubicBezTo>
                  <a:cubicBezTo>
                    <a:pt x="891" y="2104"/>
                    <a:pt x="699" y="1750"/>
                    <a:pt x="718" y="1376"/>
                  </a:cubicBezTo>
                  <a:lnTo>
                    <a:pt x="718" y="1041"/>
                  </a:lnTo>
                  <a:cubicBezTo>
                    <a:pt x="766" y="1003"/>
                    <a:pt x="824" y="965"/>
                    <a:pt x="871" y="907"/>
                  </a:cubicBezTo>
                  <a:cubicBezTo>
                    <a:pt x="1005" y="793"/>
                    <a:pt x="1120" y="659"/>
                    <a:pt x="1216" y="515"/>
                  </a:cubicBezTo>
                  <a:cubicBezTo>
                    <a:pt x="1666" y="649"/>
                    <a:pt x="2087" y="879"/>
                    <a:pt x="2441" y="1185"/>
                  </a:cubicBezTo>
                  <a:cubicBezTo>
                    <a:pt x="2489" y="1223"/>
                    <a:pt x="2604" y="1328"/>
                    <a:pt x="2728" y="1443"/>
                  </a:cubicBezTo>
                  <a:cubicBezTo>
                    <a:pt x="2786" y="1309"/>
                    <a:pt x="2824" y="1166"/>
                    <a:pt x="2833" y="1013"/>
                  </a:cubicBezTo>
                  <a:cubicBezTo>
                    <a:pt x="2843" y="946"/>
                    <a:pt x="2805" y="869"/>
                    <a:pt x="2757" y="831"/>
                  </a:cubicBezTo>
                  <a:cubicBezTo>
                    <a:pt x="2288" y="438"/>
                    <a:pt x="1742" y="161"/>
                    <a:pt x="1149" y="8"/>
                  </a:cubicBezTo>
                  <a:cubicBezTo>
                    <a:pt x="1131" y="3"/>
                    <a:pt x="1112" y="0"/>
                    <a:pt x="109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2" name="Google Shape;9832;p63"/>
            <p:cNvSpPr/>
            <p:nvPr/>
          </p:nvSpPr>
          <p:spPr>
            <a:xfrm>
              <a:off x="4892098" y="2711543"/>
              <a:ext cx="12342" cy="18618"/>
            </a:xfrm>
            <a:custGeom>
              <a:avLst/>
              <a:gdLst/>
              <a:ahLst/>
              <a:cxnLst/>
              <a:rect l="l" t="t" r="r" b="b"/>
              <a:pathLst>
                <a:path w="470" h="709" extrusionOk="0">
                  <a:moveTo>
                    <a:pt x="0" y="0"/>
                  </a:moveTo>
                  <a:lnTo>
                    <a:pt x="0" y="708"/>
                  </a:lnTo>
                  <a:lnTo>
                    <a:pt x="469" y="708"/>
                  </a:lnTo>
                  <a:lnTo>
                    <a:pt x="469"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3" name="Google Shape;9833;p63"/>
            <p:cNvSpPr/>
            <p:nvPr/>
          </p:nvSpPr>
          <p:spPr>
            <a:xfrm>
              <a:off x="5251728" y="2711543"/>
              <a:ext cx="12342" cy="18618"/>
            </a:xfrm>
            <a:custGeom>
              <a:avLst/>
              <a:gdLst/>
              <a:ahLst/>
              <a:cxnLst/>
              <a:rect l="l" t="t" r="r" b="b"/>
              <a:pathLst>
                <a:path w="470" h="709" extrusionOk="0">
                  <a:moveTo>
                    <a:pt x="0" y="0"/>
                  </a:moveTo>
                  <a:lnTo>
                    <a:pt x="0" y="708"/>
                  </a:lnTo>
                  <a:lnTo>
                    <a:pt x="469" y="708"/>
                  </a:lnTo>
                  <a:lnTo>
                    <a:pt x="469"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4" name="Google Shape;9834;p63"/>
            <p:cNvSpPr/>
            <p:nvPr/>
          </p:nvSpPr>
          <p:spPr>
            <a:xfrm>
              <a:off x="4879047" y="2705188"/>
              <a:ext cx="398075" cy="12474"/>
            </a:xfrm>
            <a:custGeom>
              <a:avLst/>
              <a:gdLst/>
              <a:ahLst/>
              <a:cxnLst/>
              <a:rect l="l" t="t" r="r" b="b"/>
              <a:pathLst>
                <a:path w="15159" h="475" extrusionOk="0">
                  <a:moveTo>
                    <a:pt x="227" y="0"/>
                  </a:moveTo>
                  <a:cubicBezTo>
                    <a:pt x="1" y="0"/>
                    <a:pt x="1" y="475"/>
                    <a:pt x="227" y="475"/>
                  </a:cubicBezTo>
                  <a:cubicBezTo>
                    <a:pt x="237" y="475"/>
                    <a:pt x="247" y="474"/>
                    <a:pt x="258" y="472"/>
                  </a:cubicBezTo>
                  <a:lnTo>
                    <a:pt x="14901" y="472"/>
                  </a:lnTo>
                  <a:cubicBezTo>
                    <a:pt x="14911" y="474"/>
                    <a:pt x="14922" y="475"/>
                    <a:pt x="14932" y="475"/>
                  </a:cubicBezTo>
                  <a:cubicBezTo>
                    <a:pt x="15158" y="475"/>
                    <a:pt x="15158" y="0"/>
                    <a:pt x="14932" y="0"/>
                  </a:cubicBezTo>
                  <a:cubicBezTo>
                    <a:pt x="14922" y="0"/>
                    <a:pt x="14911" y="1"/>
                    <a:pt x="14901" y="3"/>
                  </a:cubicBezTo>
                  <a:lnTo>
                    <a:pt x="258" y="3"/>
                  </a:lnTo>
                  <a:cubicBezTo>
                    <a:pt x="247" y="1"/>
                    <a:pt x="237" y="0"/>
                    <a:pt x="22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5" name="Google Shape;9835;p63"/>
            <p:cNvSpPr/>
            <p:nvPr/>
          </p:nvSpPr>
          <p:spPr>
            <a:xfrm>
              <a:off x="4960190" y="2692688"/>
              <a:ext cx="37237" cy="12579"/>
            </a:xfrm>
            <a:custGeom>
              <a:avLst/>
              <a:gdLst/>
              <a:ahLst/>
              <a:cxnLst/>
              <a:rect l="l" t="t" r="r" b="b"/>
              <a:pathLst>
                <a:path w="1418" h="479" extrusionOk="0">
                  <a:moveTo>
                    <a:pt x="240" y="0"/>
                  </a:moveTo>
                  <a:cubicBezTo>
                    <a:pt x="106" y="0"/>
                    <a:pt x="1" y="106"/>
                    <a:pt x="1" y="240"/>
                  </a:cubicBezTo>
                  <a:cubicBezTo>
                    <a:pt x="1" y="374"/>
                    <a:pt x="106" y="479"/>
                    <a:pt x="240" y="479"/>
                  </a:cubicBezTo>
                  <a:lnTo>
                    <a:pt x="1417" y="479"/>
                  </a:lnTo>
                  <a:lnTo>
                    <a:pt x="141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6" name="Google Shape;9836;p63"/>
            <p:cNvSpPr/>
            <p:nvPr/>
          </p:nvSpPr>
          <p:spPr>
            <a:xfrm>
              <a:off x="4984822" y="2643188"/>
              <a:ext cx="86999" cy="62341"/>
            </a:xfrm>
            <a:custGeom>
              <a:avLst/>
              <a:gdLst/>
              <a:ahLst/>
              <a:cxnLst/>
              <a:rect l="l" t="t" r="r" b="b"/>
              <a:pathLst>
                <a:path w="3313" h="2374" extrusionOk="0">
                  <a:moveTo>
                    <a:pt x="250" y="0"/>
                  </a:moveTo>
                  <a:cubicBezTo>
                    <a:pt x="116" y="0"/>
                    <a:pt x="1" y="105"/>
                    <a:pt x="1" y="239"/>
                  </a:cubicBezTo>
                  <a:lnTo>
                    <a:pt x="1" y="2134"/>
                  </a:lnTo>
                  <a:cubicBezTo>
                    <a:pt x="1" y="2259"/>
                    <a:pt x="106" y="2374"/>
                    <a:pt x="240" y="2374"/>
                  </a:cubicBezTo>
                  <a:lnTo>
                    <a:pt x="3073" y="2374"/>
                  </a:lnTo>
                  <a:cubicBezTo>
                    <a:pt x="3207" y="2374"/>
                    <a:pt x="3312" y="2259"/>
                    <a:pt x="3312" y="2134"/>
                  </a:cubicBezTo>
                  <a:lnTo>
                    <a:pt x="3312" y="239"/>
                  </a:lnTo>
                  <a:cubicBezTo>
                    <a:pt x="3312" y="105"/>
                    <a:pt x="3207" y="0"/>
                    <a:pt x="3073"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7" name="Google Shape;9837;p63"/>
            <p:cNvSpPr/>
            <p:nvPr/>
          </p:nvSpPr>
          <p:spPr>
            <a:xfrm>
              <a:off x="5015257" y="2667978"/>
              <a:ext cx="26365" cy="12500"/>
            </a:xfrm>
            <a:custGeom>
              <a:avLst/>
              <a:gdLst/>
              <a:ahLst/>
              <a:cxnLst/>
              <a:rect l="l" t="t" r="r" b="b"/>
              <a:pathLst>
                <a:path w="1004" h="476" extrusionOk="0">
                  <a:moveTo>
                    <a:pt x="235" y="1"/>
                  </a:moveTo>
                  <a:cubicBezTo>
                    <a:pt x="1" y="1"/>
                    <a:pt x="1" y="475"/>
                    <a:pt x="235" y="475"/>
                  </a:cubicBezTo>
                  <a:cubicBezTo>
                    <a:pt x="246" y="475"/>
                    <a:pt x="256" y="474"/>
                    <a:pt x="268" y="472"/>
                  </a:cubicBezTo>
                  <a:lnTo>
                    <a:pt x="737" y="472"/>
                  </a:lnTo>
                  <a:cubicBezTo>
                    <a:pt x="748" y="474"/>
                    <a:pt x="759" y="475"/>
                    <a:pt x="769" y="475"/>
                  </a:cubicBezTo>
                  <a:cubicBezTo>
                    <a:pt x="1003" y="475"/>
                    <a:pt x="1003" y="1"/>
                    <a:pt x="769" y="1"/>
                  </a:cubicBezTo>
                  <a:cubicBezTo>
                    <a:pt x="759" y="1"/>
                    <a:pt x="748" y="2"/>
                    <a:pt x="737" y="4"/>
                  </a:cubicBezTo>
                  <a:lnTo>
                    <a:pt x="268" y="4"/>
                  </a:lnTo>
                  <a:cubicBezTo>
                    <a:pt x="256" y="2"/>
                    <a:pt x="246" y="1"/>
                    <a:pt x="23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38" name="Google Shape;9838;p63"/>
          <p:cNvGrpSpPr/>
          <p:nvPr/>
        </p:nvGrpSpPr>
        <p:grpSpPr>
          <a:xfrm>
            <a:off x="5384088" y="2241423"/>
            <a:ext cx="280982" cy="395896"/>
            <a:chOff x="5388701" y="2393823"/>
            <a:chExt cx="280982" cy="395896"/>
          </a:xfrm>
        </p:grpSpPr>
        <p:sp>
          <p:nvSpPr>
            <p:cNvPr id="9839" name="Google Shape;9839;p63"/>
            <p:cNvSpPr/>
            <p:nvPr/>
          </p:nvSpPr>
          <p:spPr>
            <a:xfrm>
              <a:off x="5388701" y="2419243"/>
              <a:ext cx="280982" cy="370476"/>
            </a:xfrm>
            <a:custGeom>
              <a:avLst/>
              <a:gdLst/>
              <a:ahLst/>
              <a:cxnLst/>
              <a:rect l="l" t="t" r="r" b="b"/>
              <a:pathLst>
                <a:path w="10700" h="14108" extrusionOk="0">
                  <a:moveTo>
                    <a:pt x="737" y="1"/>
                  </a:moveTo>
                  <a:cubicBezTo>
                    <a:pt x="326" y="1"/>
                    <a:pt x="0" y="326"/>
                    <a:pt x="0" y="738"/>
                  </a:cubicBezTo>
                  <a:lnTo>
                    <a:pt x="0" y="13380"/>
                  </a:lnTo>
                  <a:cubicBezTo>
                    <a:pt x="0" y="13782"/>
                    <a:pt x="326" y="14108"/>
                    <a:pt x="737" y="14108"/>
                  </a:cubicBezTo>
                  <a:lnTo>
                    <a:pt x="9972" y="14108"/>
                  </a:lnTo>
                  <a:cubicBezTo>
                    <a:pt x="10374" y="14108"/>
                    <a:pt x="10700" y="13782"/>
                    <a:pt x="10700" y="13380"/>
                  </a:cubicBezTo>
                  <a:lnTo>
                    <a:pt x="10700" y="728"/>
                  </a:lnTo>
                  <a:cubicBezTo>
                    <a:pt x="10700" y="326"/>
                    <a:pt x="10374" y="1"/>
                    <a:pt x="9972" y="1"/>
                  </a:cubicBezTo>
                  <a:lnTo>
                    <a:pt x="6077" y="1"/>
                  </a:lnTo>
                  <a:cubicBezTo>
                    <a:pt x="6058" y="393"/>
                    <a:pt x="5742" y="700"/>
                    <a:pt x="5350" y="700"/>
                  </a:cubicBezTo>
                  <a:cubicBezTo>
                    <a:pt x="4958" y="700"/>
                    <a:pt x="4632" y="393"/>
                    <a:pt x="4623"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0" name="Google Shape;9840;p63"/>
            <p:cNvSpPr/>
            <p:nvPr/>
          </p:nvSpPr>
          <p:spPr>
            <a:xfrm>
              <a:off x="5401516" y="2419506"/>
              <a:ext cx="255352" cy="344584"/>
            </a:xfrm>
            <a:custGeom>
              <a:avLst/>
              <a:gdLst/>
              <a:ahLst/>
              <a:cxnLst/>
              <a:rect l="l" t="t" r="r" b="b"/>
              <a:pathLst>
                <a:path w="9724" h="13122" extrusionOk="0">
                  <a:moveTo>
                    <a:pt x="2192" y="1"/>
                  </a:moveTo>
                  <a:lnTo>
                    <a:pt x="2192" y="240"/>
                  </a:lnTo>
                  <a:cubicBezTo>
                    <a:pt x="2192" y="374"/>
                    <a:pt x="2087" y="479"/>
                    <a:pt x="1953" y="479"/>
                  </a:cubicBezTo>
                  <a:lnTo>
                    <a:pt x="488" y="479"/>
                  </a:lnTo>
                  <a:cubicBezTo>
                    <a:pt x="211" y="479"/>
                    <a:pt x="0" y="699"/>
                    <a:pt x="0" y="967"/>
                  </a:cubicBezTo>
                  <a:lnTo>
                    <a:pt x="0" y="12633"/>
                  </a:lnTo>
                  <a:cubicBezTo>
                    <a:pt x="0" y="12901"/>
                    <a:pt x="220" y="13121"/>
                    <a:pt x="488" y="13121"/>
                  </a:cubicBezTo>
                  <a:lnTo>
                    <a:pt x="9236" y="13121"/>
                  </a:lnTo>
                  <a:cubicBezTo>
                    <a:pt x="9504" y="13121"/>
                    <a:pt x="9724" y="12901"/>
                    <a:pt x="9724" y="12633"/>
                  </a:cubicBezTo>
                  <a:lnTo>
                    <a:pt x="9724" y="967"/>
                  </a:lnTo>
                  <a:cubicBezTo>
                    <a:pt x="9724" y="699"/>
                    <a:pt x="9504" y="479"/>
                    <a:pt x="9236" y="479"/>
                  </a:cubicBezTo>
                  <a:lnTo>
                    <a:pt x="7781" y="479"/>
                  </a:lnTo>
                  <a:cubicBezTo>
                    <a:pt x="7647" y="479"/>
                    <a:pt x="7542" y="374"/>
                    <a:pt x="7542" y="240"/>
                  </a:cubicBezTo>
                  <a:lnTo>
                    <a:pt x="7542" y="1"/>
                  </a:lnTo>
                  <a:lnTo>
                    <a:pt x="5599" y="1"/>
                  </a:lnTo>
                  <a:cubicBezTo>
                    <a:pt x="5580" y="393"/>
                    <a:pt x="5254" y="699"/>
                    <a:pt x="4872" y="699"/>
                  </a:cubicBezTo>
                  <a:cubicBezTo>
                    <a:pt x="4479" y="699"/>
                    <a:pt x="4154" y="393"/>
                    <a:pt x="413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1" name="Google Shape;9841;p63"/>
            <p:cNvSpPr/>
            <p:nvPr/>
          </p:nvSpPr>
          <p:spPr>
            <a:xfrm>
              <a:off x="5414330" y="2444899"/>
              <a:ext cx="229722" cy="306375"/>
            </a:xfrm>
            <a:custGeom>
              <a:avLst/>
              <a:gdLst/>
              <a:ahLst/>
              <a:cxnLst/>
              <a:rect l="l" t="t" r="r" b="b"/>
              <a:pathLst>
                <a:path w="8748" h="11667" extrusionOk="0">
                  <a:moveTo>
                    <a:pt x="240" y="0"/>
                  </a:moveTo>
                  <a:cubicBezTo>
                    <a:pt x="106" y="0"/>
                    <a:pt x="0" y="105"/>
                    <a:pt x="0" y="239"/>
                  </a:cubicBezTo>
                  <a:lnTo>
                    <a:pt x="0" y="11427"/>
                  </a:lnTo>
                  <a:cubicBezTo>
                    <a:pt x="0" y="11561"/>
                    <a:pt x="106" y="11666"/>
                    <a:pt x="240" y="11666"/>
                  </a:cubicBezTo>
                  <a:lnTo>
                    <a:pt x="8508" y="11666"/>
                  </a:lnTo>
                  <a:cubicBezTo>
                    <a:pt x="8642" y="11666"/>
                    <a:pt x="8748" y="11561"/>
                    <a:pt x="8738" y="11427"/>
                  </a:cubicBezTo>
                  <a:lnTo>
                    <a:pt x="8738" y="239"/>
                  </a:lnTo>
                  <a:cubicBezTo>
                    <a:pt x="8738" y="105"/>
                    <a:pt x="8633" y="0"/>
                    <a:pt x="849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2" name="Google Shape;9842;p63"/>
            <p:cNvSpPr/>
            <p:nvPr/>
          </p:nvSpPr>
          <p:spPr>
            <a:xfrm>
              <a:off x="5471866" y="2393823"/>
              <a:ext cx="114625" cy="57378"/>
            </a:xfrm>
            <a:custGeom>
              <a:avLst/>
              <a:gdLst/>
              <a:ahLst/>
              <a:cxnLst/>
              <a:rect l="l" t="t" r="r" b="b"/>
              <a:pathLst>
                <a:path w="4365" h="2185" extrusionOk="0">
                  <a:moveTo>
                    <a:pt x="2177" y="617"/>
                  </a:moveTo>
                  <a:cubicBezTo>
                    <a:pt x="2362" y="617"/>
                    <a:pt x="2537" y="758"/>
                    <a:pt x="2537" y="979"/>
                  </a:cubicBezTo>
                  <a:cubicBezTo>
                    <a:pt x="2537" y="1170"/>
                    <a:pt x="2384" y="1333"/>
                    <a:pt x="2183" y="1333"/>
                  </a:cubicBezTo>
                  <a:cubicBezTo>
                    <a:pt x="1858" y="1333"/>
                    <a:pt x="1704" y="950"/>
                    <a:pt x="1925" y="720"/>
                  </a:cubicBezTo>
                  <a:cubicBezTo>
                    <a:pt x="1999" y="649"/>
                    <a:pt x="2089" y="617"/>
                    <a:pt x="2177" y="617"/>
                  </a:cubicBezTo>
                  <a:close/>
                  <a:moveTo>
                    <a:pt x="2184" y="0"/>
                  </a:moveTo>
                  <a:cubicBezTo>
                    <a:pt x="1858" y="0"/>
                    <a:pt x="1532" y="160"/>
                    <a:pt x="1350" y="481"/>
                  </a:cubicBezTo>
                  <a:lnTo>
                    <a:pt x="479" y="481"/>
                  </a:lnTo>
                  <a:cubicBezTo>
                    <a:pt x="212" y="481"/>
                    <a:pt x="1" y="701"/>
                    <a:pt x="1" y="969"/>
                  </a:cubicBezTo>
                  <a:lnTo>
                    <a:pt x="1" y="1945"/>
                  </a:lnTo>
                  <a:cubicBezTo>
                    <a:pt x="1" y="2079"/>
                    <a:pt x="106" y="2184"/>
                    <a:pt x="240" y="2184"/>
                  </a:cubicBezTo>
                  <a:lnTo>
                    <a:pt x="4126" y="2184"/>
                  </a:lnTo>
                  <a:cubicBezTo>
                    <a:pt x="4260" y="2184"/>
                    <a:pt x="4365" y="2079"/>
                    <a:pt x="4365" y="1945"/>
                  </a:cubicBezTo>
                  <a:lnTo>
                    <a:pt x="4365" y="969"/>
                  </a:lnTo>
                  <a:cubicBezTo>
                    <a:pt x="4365" y="701"/>
                    <a:pt x="4154" y="490"/>
                    <a:pt x="3886" y="481"/>
                  </a:cubicBezTo>
                  <a:lnTo>
                    <a:pt x="3025" y="481"/>
                  </a:lnTo>
                  <a:cubicBezTo>
                    <a:pt x="2839" y="160"/>
                    <a:pt x="2511" y="0"/>
                    <a:pt x="2184"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3" name="Google Shape;9843;p63"/>
            <p:cNvSpPr/>
            <p:nvPr/>
          </p:nvSpPr>
          <p:spPr>
            <a:xfrm>
              <a:off x="5471866" y="2438597"/>
              <a:ext cx="114625" cy="12605"/>
            </a:xfrm>
            <a:custGeom>
              <a:avLst/>
              <a:gdLst/>
              <a:ahLst/>
              <a:cxnLst/>
              <a:rect l="l" t="t" r="r" b="b"/>
              <a:pathLst>
                <a:path w="4365" h="480" extrusionOk="0">
                  <a:moveTo>
                    <a:pt x="240" y="1"/>
                  </a:moveTo>
                  <a:cubicBezTo>
                    <a:pt x="106" y="1"/>
                    <a:pt x="1" y="106"/>
                    <a:pt x="1" y="240"/>
                  </a:cubicBezTo>
                  <a:cubicBezTo>
                    <a:pt x="1" y="374"/>
                    <a:pt x="106" y="479"/>
                    <a:pt x="240" y="479"/>
                  </a:cubicBezTo>
                  <a:lnTo>
                    <a:pt x="4126" y="479"/>
                  </a:lnTo>
                  <a:cubicBezTo>
                    <a:pt x="4260" y="479"/>
                    <a:pt x="4365" y="374"/>
                    <a:pt x="4365" y="240"/>
                  </a:cubicBezTo>
                  <a:cubicBezTo>
                    <a:pt x="4365" y="106"/>
                    <a:pt x="4260" y="1"/>
                    <a:pt x="412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4" name="Google Shape;9844;p63"/>
            <p:cNvSpPr/>
            <p:nvPr/>
          </p:nvSpPr>
          <p:spPr>
            <a:xfrm>
              <a:off x="5542007" y="2483344"/>
              <a:ext cx="76417" cy="25393"/>
            </a:xfrm>
            <a:custGeom>
              <a:avLst/>
              <a:gdLst/>
              <a:ahLst/>
              <a:cxnLst/>
              <a:rect l="l" t="t" r="r" b="b"/>
              <a:pathLst>
                <a:path w="2910" h="967" extrusionOk="0">
                  <a:moveTo>
                    <a:pt x="239" y="0"/>
                  </a:moveTo>
                  <a:cubicBezTo>
                    <a:pt x="105" y="0"/>
                    <a:pt x="0" y="106"/>
                    <a:pt x="0" y="240"/>
                  </a:cubicBezTo>
                  <a:lnTo>
                    <a:pt x="0" y="718"/>
                  </a:lnTo>
                  <a:cubicBezTo>
                    <a:pt x="0" y="852"/>
                    <a:pt x="105" y="967"/>
                    <a:pt x="239" y="967"/>
                  </a:cubicBezTo>
                  <a:lnTo>
                    <a:pt x="2670" y="967"/>
                  </a:lnTo>
                  <a:cubicBezTo>
                    <a:pt x="2804" y="967"/>
                    <a:pt x="2909" y="862"/>
                    <a:pt x="2909" y="728"/>
                  </a:cubicBezTo>
                  <a:lnTo>
                    <a:pt x="2909" y="240"/>
                  </a:lnTo>
                  <a:cubicBezTo>
                    <a:pt x="2909" y="106"/>
                    <a:pt x="2804" y="0"/>
                    <a:pt x="2670"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5" name="Google Shape;9845;p63"/>
            <p:cNvSpPr/>
            <p:nvPr/>
          </p:nvSpPr>
          <p:spPr>
            <a:xfrm>
              <a:off x="5539722" y="2527828"/>
              <a:ext cx="80960" cy="12841"/>
            </a:xfrm>
            <a:custGeom>
              <a:avLst/>
              <a:gdLst/>
              <a:ahLst/>
              <a:cxnLst/>
              <a:rect l="l" t="t" r="r" b="b"/>
              <a:pathLst>
                <a:path w="3083" h="489" extrusionOk="0">
                  <a:moveTo>
                    <a:pt x="326" y="0"/>
                  </a:moveTo>
                  <a:cubicBezTo>
                    <a:pt x="1" y="0"/>
                    <a:pt x="1" y="488"/>
                    <a:pt x="326" y="488"/>
                  </a:cubicBezTo>
                  <a:lnTo>
                    <a:pt x="2757" y="488"/>
                  </a:lnTo>
                  <a:cubicBezTo>
                    <a:pt x="3083" y="488"/>
                    <a:pt x="3083" y="0"/>
                    <a:pt x="2757"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6" name="Google Shape;9846;p63"/>
            <p:cNvSpPr/>
            <p:nvPr/>
          </p:nvSpPr>
          <p:spPr>
            <a:xfrm>
              <a:off x="5539722" y="2553458"/>
              <a:ext cx="42751" cy="12841"/>
            </a:xfrm>
            <a:custGeom>
              <a:avLst/>
              <a:gdLst/>
              <a:ahLst/>
              <a:cxnLst/>
              <a:rect l="l" t="t" r="r" b="b"/>
              <a:pathLst>
                <a:path w="1628" h="489" extrusionOk="0">
                  <a:moveTo>
                    <a:pt x="326" y="1"/>
                  </a:moveTo>
                  <a:cubicBezTo>
                    <a:pt x="1" y="1"/>
                    <a:pt x="1" y="489"/>
                    <a:pt x="326" y="489"/>
                  </a:cubicBezTo>
                  <a:lnTo>
                    <a:pt x="1302" y="489"/>
                  </a:lnTo>
                  <a:cubicBezTo>
                    <a:pt x="1628" y="489"/>
                    <a:pt x="1628" y="1"/>
                    <a:pt x="130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7" name="Google Shape;9847;p63"/>
            <p:cNvSpPr/>
            <p:nvPr/>
          </p:nvSpPr>
          <p:spPr>
            <a:xfrm>
              <a:off x="5437702" y="2604481"/>
              <a:ext cx="182980" cy="12841"/>
            </a:xfrm>
            <a:custGeom>
              <a:avLst/>
              <a:gdLst/>
              <a:ahLst/>
              <a:cxnLst/>
              <a:rect l="l" t="t" r="r" b="b"/>
              <a:pathLst>
                <a:path w="6968" h="489" extrusionOk="0">
                  <a:moveTo>
                    <a:pt x="316" y="0"/>
                  </a:moveTo>
                  <a:cubicBezTo>
                    <a:pt x="0" y="0"/>
                    <a:pt x="0" y="488"/>
                    <a:pt x="316" y="488"/>
                  </a:cubicBezTo>
                  <a:lnTo>
                    <a:pt x="6642" y="488"/>
                  </a:lnTo>
                  <a:cubicBezTo>
                    <a:pt x="6968" y="488"/>
                    <a:pt x="6968" y="0"/>
                    <a:pt x="6642"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8" name="Google Shape;9848;p63"/>
            <p:cNvSpPr/>
            <p:nvPr/>
          </p:nvSpPr>
          <p:spPr>
            <a:xfrm>
              <a:off x="5437702" y="2630111"/>
              <a:ext cx="29674" cy="12579"/>
            </a:xfrm>
            <a:custGeom>
              <a:avLst/>
              <a:gdLst/>
              <a:ahLst/>
              <a:cxnLst/>
              <a:rect l="l" t="t" r="r" b="b"/>
              <a:pathLst>
                <a:path w="1130" h="479" extrusionOk="0">
                  <a:moveTo>
                    <a:pt x="326" y="0"/>
                  </a:moveTo>
                  <a:cubicBezTo>
                    <a:pt x="0" y="0"/>
                    <a:pt x="0" y="479"/>
                    <a:pt x="326" y="479"/>
                  </a:cubicBezTo>
                  <a:lnTo>
                    <a:pt x="804" y="479"/>
                  </a:lnTo>
                  <a:cubicBezTo>
                    <a:pt x="1130" y="479"/>
                    <a:pt x="1130" y="0"/>
                    <a:pt x="804"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9" name="Google Shape;9849;p63"/>
            <p:cNvSpPr/>
            <p:nvPr/>
          </p:nvSpPr>
          <p:spPr>
            <a:xfrm>
              <a:off x="5437702" y="2706764"/>
              <a:ext cx="29674" cy="12579"/>
            </a:xfrm>
            <a:custGeom>
              <a:avLst/>
              <a:gdLst/>
              <a:ahLst/>
              <a:cxnLst/>
              <a:rect l="l" t="t" r="r" b="b"/>
              <a:pathLst>
                <a:path w="1130" h="479" extrusionOk="0">
                  <a:moveTo>
                    <a:pt x="326" y="0"/>
                  </a:moveTo>
                  <a:cubicBezTo>
                    <a:pt x="0" y="0"/>
                    <a:pt x="0" y="479"/>
                    <a:pt x="326" y="479"/>
                  </a:cubicBezTo>
                  <a:lnTo>
                    <a:pt x="804" y="479"/>
                  </a:lnTo>
                  <a:cubicBezTo>
                    <a:pt x="1130" y="479"/>
                    <a:pt x="1130" y="0"/>
                    <a:pt x="804"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0" name="Google Shape;9850;p63"/>
            <p:cNvSpPr/>
            <p:nvPr/>
          </p:nvSpPr>
          <p:spPr>
            <a:xfrm>
              <a:off x="5437702" y="2681134"/>
              <a:ext cx="29674" cy="12841"/>
            </a:xfrm>
            <a:custGeom>
              <a:avLst/>
              <a:gdLst/>
              <a:ahLst/>
              <a:cxnLst/>
              <a:rect l="l" t="t" r="r" b="b"/>
              <a:pathLst>
                <a:path w="1130" h="489" extrusionOk="0">
                  <a:moveTo>
                    <a:pt x="326" y="0"/>
                  </a:moveTo>
                  <a:cubicBezTo>
                    <a:pt x="0" y="0"/>
                    <a:pt x="0" y="488"/>
                    <a:pt x="326" y="488"/>
                  </a:cubicBezTo>
                  <a:lnTo>
                    <a:pt x="804" y="488"/>
                  </a:lnTo>
                  <a:cubicBezTo>
                    <a:pt x="1130" y="488"/>
                    <a:pt x="1130" y="0"/>
                    <a:pt x="804"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1" name="Google Shape;9851;p63"/>
            <p:cNvSpPr/>
            <p:nvPr/>
          </p:nvSpPr>
          <p:spPr>
            <a:xfrm>
              <a:off x="5437702" y="2655504"/>
              <a:ext cx="29674" cy="12841"/>
            </a:xfrm>
            <a:custGeom>
              <a:avLst/>
              <a:gdLst/>
              <a:ahLst/>
              <a:cxnLst/>
              <a:rect l="l" t="t" r="r" b="b"/>
              <a:pathLst>
                <a:path w="1130" h="489" extrusionOk="0">
                  <a:moveTo>
                    <a:pt x="326" y="0"/>
                  </a:moveTo>
                  <a:cubicBezTo>
                    <a:pt x="0" y="0"/>
                    <a:pt x="0" y="488"/>
                    <a:pt x="326" y="488"/>
                  </a:cubicBezTo>
                  <a:lnTo>
                    <a:pt x="804" y="488"/>
                  </a:lnTo>
                  <a:cubicBezTo>
                    <a:pt x="1130" y="488"/>
                    <a:pt x="1130" y="0"/>
                    <a:pt x="804"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2" name="Google Shape;9852;p63"/>
            <p:cNvSpPr/>
            <p:nvPr/>
          </p:nvSpPr>
          <p:spPr>
            <a:xfrm>
              <a:off x="5475910" y="2630111"/>
              <a:ext cx="55304" cy="12579"/>
            </a:xfrm>
            <a:custGeom>
              <a:avLst/>
              <a:gdLst/>
              <a:ahLst/>
              <a:cxnLst/>
              <a:rect l="l" t="t" r="r" b="b"/>
              <a:pathLst>
                <a:path w="2106" h="479" extrusionOk="0">
                  <a:moveTo>
                    <a:pt x="325" y="0"/>
                  </a:moveTo>
                  <a:cubicBezTo>
                    <a:pt x="0" y="0"/>
                    <a:pt x="0" y="479"/>
                    <a:pt x="325" y="479"/>
                  </a:cubicBezTo>
                  <a:lnTo>
                    <a:pt x="1790" y="479"/>
                  </a:lnTo>
                  <a:cubicBezTo>
                    <a:pt x="2106" y="479"/>
                    <a:pt x="2106" y="0"/>
                    <a:pt x="1790"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3" name="Google Shape;9853;p63"/>
            <p:cNvSpPr/>
            <p:nvPr/>
          </p:nvSpPr>
          <p:spPr>
            <a:xfrm>
              <a:off x="5475910" y="2706764"/>
              <a:ext cx="80933" cy="12579"/>
            </a:xfrm>
            <a:custGeom>
              <a:avLst/>
              <a:gdLst/>
              <a:ahLst/>
              <a:cxnLst/>
              <a:rect l="l" t="t" r="r" b="b"/>
              <a:pathLst>
                <a:path w="3082" h="479" extrusionOk="0">
                  <a:moveTo>
                    <a:pt x="325" y="0"/>
                  </a:moveTo>
                  <a:cubicBezTo>
                    <a:pt x="0" y="0"/>
                    <a:pt x="0" y="479"/>
                    <a:pt x="325" y="479"/>
                  </a:cubicBezTo>
                  <a:lnTo>
                    <a:pt x="2756" y="479"/>
                  </a:lnTo>
                  <a:cubicBezTo>
                    <a:pt x="3082" y="479"/>
                    <a:pt x="3082" y="0"/>
                    <a:pt x="275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4" name="Google Shape;9854;p63"/>
            <p:cNvSpPr/>
            <p:nvPr/>
          </p:nvSpPr>
          <p:spPr>
            <a:xfrm>
              <a:off x="5475910" y="2681134"/>
              <a:ext cx="55304" cy="12841"/>
            </a:xfrm>
            <a:custGeom>
              <a:avLst/>
              <a:gdLst/>
              <a:ahLst/>
              <a:cxnLst/>
              <a:rect l="l" t="t" r="r" b="b"/>
              <a:pathLst>
                <a:path w="2106" h="489" extrusionOk="0">
                  <a:moveTo>
                    <a:pt x="325" y="0"/>
                  </a:moveTo>
                  <a:cubicBezTo>
                    <a:pt x="0" y="0"/>
                    <a:pt x="0" y="488"/>
                    <a:pt x="325" y="488"/>
                  </a:cubicBezTo>
                  <a:lnTo>
                    <a:pt x="1790" y="488"/>
                  </a:lnTo>
                  <a:cubicBezTo>
                    <a:pt x="2106" y="488"/>
                    <a:pt x="2106" y="0"/>
                    <a:pt x="1790"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5" name="Google Shape;9855;p63"/>
            <p:cNvSpPr/>
            <p:nvPr/>
          </p:nvSpPr>
          <p:spPr>
            <a:xfrm>
              <a:off x="5475910" y="2655504"/>
              <a:ext cx="80933" cy="12841"/>
            </a:xfrm>
            <a:custGeom>
              <a:avLst/>
              <a:gdLst/>
              <a:ahLst/>
              <a:cxnLst/>
              <a:rect l="l" t="t" r="r" b="b"/>
              <a:pathLst>
                <a:path w="3082" h="489" extrusionOk="0">
                  <a:moveTo>
                    <a:pt x="325" y="0"/>
                  </a:moveTo>
                  <a:cubicBezTo>
                    <a:pt x="0" y="0"/>
                    <a:pt x="0" y="488"/>
                    <a:pt x="325" y="488"/>
                  </a:cubicBezTo>
                  <a:lnTo>
                    <a:pt x="2756" y="488"/>
                  </a:lnTo>
                  <a:cubicBezTo>
                    <a:pt x="3082" y="488"/>
                    <a:pt x="3082" y="0"/>
                    <a:pt x="275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6" name="Google Shape;9856;p63"/>
            <p:cNvSpPr/>
            <p:nvPr/>
          </p:nvSpPr>
          <p:spPr>
            <a:xfrm>
              <a:off x="5571654" y="2655504"/>
              <a:ext cx="49027" cy="12841"/>
            </a:xfrm>
            <a:custGeom>
              <a:avLst/>
              <a:gdLst/>
              <a:ahLst/>
              <a:cxnLst/>
              <a:rect l="l" t="t" r="r" b="b"/>
              <a:pathLst>
                <a:path w="1867" h="489" extrusionOk="0">
                  <a:moveTo>
                    <a:pt x="326" y="0"/>
                  </a:moveTo>
                  <a:cubicBezTo>
                    <a:pt x="0" y="0"/>
                    <a:pt x="0" y="488"/>
                    <a:pt x="326" y="488"/>
                  </a:cubicBezTo>
                  <a:lnTo>
                    <a:pt x="1541" y="488"/>
                  </a:lnTo>
                  <a:cubicBezTo>
                    <a:pt x="1867" y="488"/>
                    <a:pt x="1867" y="0"/>
                    <a:pt x="1541"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7" name="Google Shape;9857;p63"/>
            <p:cNvSpPr/>
            <p:nvPr/>
          </p:nvSpPr>
          <p:spPr>
            <a:xfrm>
              <a:off x="5571654" y="2630111"/>
              <a:ext cx="49027" cy="12579"/>
            </a:xfrm>
            <a:custGeom>
              <a:avLst/>
              <a:gdLst/>
              <a:ahLst/>
              <a:cxnLst/>
              <a:rect l="l" t="t" r="r" b="b"/>
              <a:pathLst>
                <a:path w="1867" h="479" extrusionOk="0">
                  <a:moveTo>
                    <a:pt x="326" y="0"/>
                  </a:moveTo>
                  <a:cubicBezTo>
                    <a:pt x="0" y="0"/>
                    <a:pt x="0" y="479"/>
                    <a:pt x="326" y="479"/>
                  </a:cubicBezTo>
                  <a:lnTo>
                    <a:pt x="1541" y="479"/>
                  </a:lnTo>
                  <a:cubicBezTo>
                    <a:pt x="1867" y="479"/>
                    <a:pt x="1867" y="0"/>
                    <a:pt x="1541"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8" name="Google Shape;9858;p63"/>
            <p:cNvSpPr/>
            <p:nvPr/>
          </p:nvSpPr>
          <p:spPr>
            <a:xfrm>
              <a:off x="5571654" y="2681134"/>
              <a:ext cx="49027" cy="12841"/>
            </a:xfrm>
            <a:custGeom>
              <a:avLst/>
              <a:gdLst/>
              <a:ahLst/>
              <a:cxnLst/>
              <a:rect l="l" t="t" r="r" b="b"/>
              <a:pathLst>
                <a:path w="1867" h="489" extrusionOk="0">
                  <a:moveTo>
                    <a:pt x="326" y="0"/>
                  </a:moveTo>
                  <a:cubicBezTo>
                    <a:pt x="0" y="0"/>
                    <a:pt x="0" y="488"/>
                    <a:pt x="326" y="488"/>
                  </a:cubicBezTo>
                  <a:lnTo>
                    <a:pt x="1541" y="488"/>
                  </a:lnTo>
                  <a:cubicBezTo>
                    <a:pt x="1867" y="488"/>
                    <a:pt x="1867" y="0"/>
                    <a:pt x="1541"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59" name="Google Shape;9859;p63"/>
            <p:cNvSpPr/>
            <p:nvPr/>
          </p:nvSpPr>
          <p:spPr>
            <a:xfrm>
              <a:off x="5571654" y="2706764"/>
              <a:ext cx="49027" cy="12579"/>
            </a:xfrm>
            <a:custGeom>
              <a:avLst/>
              <a:gdLst/>
              <a:ahLst/>
              <a:cxnLst/>
              <a:rect l="l" t="t" r="r" b="b"/>
              <a:pathLst>
                <a:path w="1867" h="479" extrusionOk="0">
                  <a:moveTo>
                    <a:pt x="326" y="0"/>
                  </a:moveTo>
                  <a:cubicBezTo>
                    <a:pt x="0" y="0"/>
                    <a:pt x="0" y="479"/>
                    <a:pt x="326" y="479"/>
                  </a:cubicBezTo>
                  <a:lnTo>
                    <a:pt x="1541" y="479"/>
                  </a:lnTo>
                  <a:cubicBezTo>
                    <a:pt x="1867" y="479"/>
                    <a:pt x="1867" y="0"/>
                    <a:pt x="1541"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0" name="Google Shape;9860;p63"/>
            <p:cNvSpPr/>
            <p:nvPr/>
          </p:nvSpPr>
          <p:spPr>
            <a:xfrm>
              <a:off x="5446236" y="2527828"/>
              <a:ext cx="76443" cy="57326"/>
            </a:xfrm>
            <a:custGeom>
              <a:avLst/>
              <a:gdLst/>
              <a:ahLst/>
              <a:cxnLst/>
              <a:rect l="l" t="t" r="r" b="b"/>
              <a:pathLst>
                <a:path w="2911" h="2183" extrusionOk="0">
                  <a:moveTo>
                    <a:pt x="967" y="0"/>
                  </a:moveTo>
                  <a:lnTo>
                    <a:pt x="967" y="488"/>
                  </a:lnTo>
                  <a:cubicBezTo>
                    <a:pt x="967" y="584"/>
                    <a:pt x="920" y="661"/>
                    <a:pt x="833" y="709"/>
                  </a:cubicBezTo>
                  <a:lnTo>
                    <a:pt x="269" y="986"/>
                  </a:lnTo>
                  <a:cubicBezTo>
                    <a:pt x="96" y="1072"/>
                    <a:pt x="1" y="1244"/>
                    <a:pt x="1" y="1426"/>
                  </a:cubicBezTo>
                  <a:lnTo>
                    <a:pt x="1" y="1943"/>
                  </a:lnTo>
                  <a:cubicBezTo>
                    <a:pt x="1" y="2077"/>
                    <a:pt x="106" y="2182"/>
                    <a:pt x="240" y="2182"/>
                  </a:cubicBezTo>
                  <a:lnTo>
                    <a:pt x="2671" y="2182"/>
                  </a:lnTo>
                  <a:cubicBezTo>
                    <a:pt x="2805" y="2182"/>
                    <a:pt x="2910" y="2077"/>
                    <a:pt x="2910" y="1943"/>
                  </a:cubicBezTo>
                  <a:lnTo>
                    <a:pt x="2910" y="1426"/>
                  </a:lnTo>
                  <a:cubicBezTo>
                    <a:pt x="2910" y="1244"/>
                    <a:pt x="2805" y="1072"/>
                    <a:pt x="2642" y="986"/>
                  </a:cubicBezTo>
                  <a:lnTo>
                    <a:pt x="2078" y="709"/>
                  </a:lnTo>
                  <a:cubicBezTo>
                    <a:pt x="1991" y="661"/>
                    <a:pt x="1944" y="584"/>
                    <a:pt x="1944" y="488"/>
                  </a:cubicBezTo>
                  <a:lnTo>
                    <a:pt x="1944"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1" name="Google Shape;9861;p63"/>
            <p:cNvSpPr/>
            <p:nvPr/>
          </p:nvSpPr>
          <p:spPr>
            <a:xfrm>
              <a:off x="5470369" y="2527828"/>
              <a:ext cx="28177" cy="19249"/>
            </a:xfrm>
            <a:custGeom>
              <a:avLst/>
              <a:gdLst/>
              <a:ahLst/>
              <a:cxnLst/>
              <a:rect l="l" t="t" r="r" b="b"/>
              <a:pathLst>
                <a:path w="1073" h="733" extrusionOk="0">
                  <a:moveTo>
                    <a:pt x="48" y="0"/>
                  </a:moveTo>
                  <a:lnTo>
                    <a:pt x="48" y="488"/>
                  </a:lnTo>
                  <a:cubicBezTo>
                    <a:pt x="48" y="536"/>
                    <a:pt x="39" y="584"/>
                    <a:pt x="1" y="632"/>
                  </a:cubicBezTo>
                  <a:cubicBezTo>
                    <a:pt x="173" y="699"/>
                    <a:pt x="355" y="732"/>
                    <a:pt x="536" y="732"/>
                  </a:cubicBezTo>
                  <a:cubicBezTo>
                    <a:pt x="718" y="732"/>
                    <a:pt x="900" y="699"/>
                    <a:pt x="1072" y="632"/>
                  </a:cubicBezTo>
                  <a:cubicBezTo>
                    <a:pt x="1044" y="584"/>
                    <a:pt x="1025" y="536"/>
                    <a:pt x="1025" y="488"/>
                  </a:cubicBezTo>
                  <a:lnTo>
                    <a:pt x="1025"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2" name="Google Shape;9862;p63"/>
            <p:cNvSpPr/>
            <p:nvPr/>
          </p:nvSpPr>
          <p:spPr>
            <a:xfrm>
              <a:off x="5446236" y="2547917"/>
              <a:ext cx="76443" cy="37237"/>
            </a:xfrm>
            <a:custGeom>
              <a:avLst/>
              <a:gdLst/>
              <a:ahLst/>
              <a:cxnLst/>
              <a:rect l="l" t="t" r="r" b="b"/>
              <a:pathLst>
                <a:path w="2911" h="1418" extrusionOk="0">
                  <a:moveTo>
                    <a:pt x="709" y="1"/>
                  </a:moveTo>
                  <a:lnTo>
                    <a:pt x="269" y="221"/>
                  </a:lnTo>
                  <a:cubicBezTo>
                    <a:pt x="96" y="307"/>
                    <a:pt x="1" y="479"/>
                    <a:pt x="1" y="661"/>
                  </a:cubicBezTo>
                  <a:lnTo>
                    <a:pt x="1" y="1178"/>
                  </a:lnTo>
                  <a:cubicBezTo>
                    <a:pt x="1" y="1312"/>
                    <a:pt x="106" y="1417"/>
                    <a:pt x="240" y="1417"/>
                  </a:cubicBezTo>
                  <a:lnTo>
                    <a:pt x="2671" y="1417"/>
                  </a:lnTo>
                  <a:cubicBezTo>
                    <a:pt x="2795" y="1417"/>
                    <a:pt x="2910" y="1312"/>
                    <a:pt x="2910" y="1178"/>
                  </a:cubicBezTo>
                  <a:lnTo>
                    <a:pt x="2910" y="661"/>
                  </a:lnTo>
                  <a:cubicBezTo>
                    <a:pt x="2910" y="479"/>
                    <a:pt x="2805" y="307"/>
                    <a:pt x="2642" y="221"/>
                  </a:cubicBezTo>
                  <a:lnTo>
                    <a:pt x="2202" y="1"/>
                  </a:lnTo>
                  <a:cubicBezTo>
                    <a:pt x="2011" y="240"/>
                    <a:pt x="1733" y="360"/>
                    <a:pt x="1455" y="360"/>
                  </a:cubicBezTo>
                  <a:cubicBezTo>
                    <a:pt x="1178" y="360"/>
                    <a:pt x="900" y="240"/>
                    <a:pt x="709"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3" name="Google Shape;9863;p63"/>
            <p:cNvSpPr/>
            <p:nvPr/>
          </p:nvSpPr>
          <p:spPr>
            <a:xfrm>
              <a:off x="5446000" y="2559235"/>
              <a:ext cx="19380" cy="25919"/>
            </a:xfrm>
            <a:custGeom>
              <a:avLst/>
              <a:gdLst/>
              <a:ahLst/>
              <a:cxnLst/>
              <a:rect l="l" t="t" r="r" b="b"/>
              <a:pathLst>
                <a:path w="738" h="987" extrusionOk="0">
                  <a:moveTo>
                    <a:pt x="58" y="1"/>
                  </a:moveTo>
                  <a:cubicBezTo>
                    <a:pt x="19" y="68"/>
                    <a:pt x="0" y="154"/>
                    <a:pt x="0" y="230"/>
                  </a:cubicBezTo>
                  <a:lnTo>
                    <a:pt x="0" y="747"/>
                  </a:lnTo>
                  <a:cubicBezTo>
                    <a:pt x="0" y="881"/>
                    <a:pt x="105" y="986"/>
                    <a:pt x="239" y="986"/>
                  </a:cubicBezTo>
                  <a:lnTo>
                    <a:pt x="728" y="986"/>
                  </a:lnTo>
                  <a:lnTo>
                    <a:pt x="737" y="747"/>
                  </a:lnTo>
                  <a:cubicBezTo>
                    <a:pt x="737" y="594"/>
                    <a:pt x="661" y="450"/>
                    <a:pt x="536" y="364"/>
                  </a:cubicBezTo>
                  <a:lnTo>
                    <a:pt x="58" y="1"/>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4" name="Google Shape;9864;p63"/>
            <p:cNvSpPr/>
            <p:nvPr/>
          </p:nvSpPr>
          <p:spPr>
            <a:xfrm>
              <a:off x="5503536" y="2559235"/>
              <a:ext cx="19380" cy="25919"/>
            </a:xfrm>
            <a:custGeom>
              <a:avLst/>
              <a:gdLst/>
              <a:ahLst/>
              <a:cxnLst/>
              <a:rect l="l" t="t" r="r" b="b"/>
              <a:pathLst>
                <a:path w="738" h="987" extrusionOk="0">
                  <a:moveTo>
                    <a:pt x="680" y="1"/>
                  </a:moveTo>
                  <a:lnTo>
                    <a:pt x="202" y="364"/>
                  </a:lnTo>
                  <a:cubicBezTo>
                    <a:pt x="77" y="450"/>
                    <a:pt x="1" y="594"/>
                    <a:pt x="1" y="747"/>
                  </a:cubicBezTo>
                  <a:lnTo>
                    <a:pt x="10" y="747"/>
                  </a:lnTo>
                  <a:lnTo>
                    <a:pt x="10" y="986"/>
                  </a:lnTo>
                  <a:lnTo>
                    <a:pt x="498" y="986"/>
                  </a:lnTo>
                  <a:cubicBezTo>
                    <a:pt x="632" y="986"/>
                    <a:pt x="738" y="881"/>
                    <a:pt x="738" y="747"/>
                  </a:cubicBezTo>
                  <a:lnTo>
                    <a:pt x="738" y="230"/>
                  </a:lnTo>
                  <a:cubicBezTo>
                    <a:pt x="738" y="154"/>
                    <a:pt x="719" y="68"/>
                    <a:pt x="680"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5" name="Google Shape;9865;p63"/>
            <p:cNvSpPr/>
            <p:nvPr/>
          </p:nvSpPr>
          <p:spPr>
            <a:xfrm>
              <a:off x="5458815" y="2476569"/>
              <a:ext cx="51286" cy="57825"/>
            </a:xfrm>
            <a:custGeom>
              <a:avLst/>
              <a:gdLst/>
              <a:ahLst/>
              <a:cxnLst/>
              <a:rect l="l" t="t" r="r" b="b"/>
              <a:pathLst>
                <a:path w="1953" h="2202" extrusionOk="0">
                  <a:moveTo>
                    <a:pt x="737" y="0"/>
                  </a:moveTo>
                  <a:cubicBezTo>
                    <a:pt x="335" y="0"/>
                    <a:pt x="0" y="325"/>
                    <a:pt x="0" y="737"/>
                  </a:cubicBezTo>
                  <a:lnTo>
                    <a:pt x="0" y="1225"/>
                  </a:lnTo>
                  <a:cubicBezTo>
                    <a:pt x="0" y="1761"/>
                    <a:pt x="441" y="2201"/>
                    <a:pt x="976" y="2201"/>
                  </a:cubicBezTo>
                  <a:cubicBezTo>
                    <a:pt x="1512" y="2201"/>
                    <a:pt x="1953" y="1761"/>
                    <a:pt x="1953" y="1215"/>
                  </a:cubicBezTo>
                  <a:lnTo>
                    <a:pt x="1953" y="737"/>
                  </a:lnTo>
                  <a:cubicBezTo>
                    <a:pt x="1953" y="325"/>
                    <a:pt x="1618" y="0"/>
                    <a:pt x="121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6" name="Google Shape;9866;p63"/>
            <p:cNvSpPr/>
            <p:nvPr/>
          </p:nvSpPr>
          <p:spPr>
            <a:xfrm>
              <a:off x="5458867" y="2476569"/>
              <a:ext cx="35162" cy="57536"/>
            </a:xfrm>
            <a:custGeom>
              <a:avLst/>
              <a:gdLst/>
              <a:ahLst/>
              <a:cxnLst/>
              <a:rect l="l" t="t" r="r" b="b"/>
              <a:pathLst>
                <a:path w="1339" h="2191" extrusionOk="0">
                  <a:moveTo>
                    <a:pt x="735" y="0"/>
                  </a:moveTo>
                  <a:cubicBezTo>
                    <a:pt x="333" y="0"/>
                    <a:pt x="8" y="325"/>
                    <a:pt x="8" y="737"/>
                  </a:cubicBezTo>
                  <a:lnTo>
                    <a:pt x="8" y="1215"/>
                  </a:lnTo>
                  <a:cubicBezTo>
                    <a:pt x="0" y="1772"/>
                    <a:pt x="460" y="2191"/>
                    <a:pt x="970" y="2191"/>
                  </a:cubicBezTo>
                  <a:cubicBezTo>
                    <a:pt x="1092" y="2191"/>
                    <a:pt x="1216" y="2167"/>
                    <a:pt x="1338" y="2115"/>
                  </a:cubicBezTo>
                  <a:cubicBezTo>
                    <a:pt x="974" y="1971"/>
                    <a:pt x="735" y="1617"/>
                    <a:pt x="735" y="1225"/>
                  </a:cubicBezTo>
                  <a:lnTo>
                    <a:pt x="735" y="737"/>
                  </a:lnTo>
                  <a:cubicBezTo>
                    <a:pt x="735" y="373"/>
                    <a:pt x="984" y="77"/>
                    <a:pt x="1338" y="19"/>
                  </a:cubicBezTo>
                  <a:cubicBezTo>
                    <a:pt x="1300" y="10"/>
                    <a:pt x="1262" y="0"/>
                    <a:pt x="122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7" name="Google Shape;9867;p63"/>
            <p:cNvSpPr/>
            <p:nvPr/>
          </p:nvSpPr>
          <p:spPr>
            <a:xfrm>
              <a:off x="5458815" y="2476569"/>
              <a:ext cx="51286" cy="25656"/>
            </a:xfrm>
            <a:custGeom>
              <a:avLst/>
              <a:gdLst/>
              <a:ahLst/>
              <a:cxnLst/>
              <a:rect l="l" t="t" r="r" b="b"/>
              <a:pathLst>
                <a:path w="1953" h="977" extrusionOk="0">
                  <a:moveTo>
                    <a:pt x="737" y="0"/>
                  </a:moveTo>
                  <a:cubicBezTo>
                    <a:pt x="335" y="0"/>
                    <a:pt x="0" y="325"/>
                    <a:pt x="0" y="737"/>
                  </a:cubicBezTo>
                  <a:cubicBezTo>
                    <a:pt x="0" y="737"/>
                    <a:pt x="737" y="976"/>
                    <a:pt x="1953" y="976"/>
                  </a:cubicBezTo>
                  <a:lnTo>
                    <a:pt x="1953" y="737"/>
                  </a:lnTo>
                  <a:cubicBezTo>
                    <a:pt x="1953" y="325"/>
                    <a:pt x="1618" y="0"/>
                    <a:pt x="1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68" name="Google Shape;9868;p63"/>
            <p:cNvSpPr/>
            <p:nvPr/>
          </p:nvSpPr>
          <p:spPr>
            <a:xfrm>
              <a:off x="5459051" y="2476569"/>
              <a:ext cx="34978" cy="23398"/>
            </a:xfrm>
            <a:custGeom>
              <a:avLst/>
              <a:gdLst/>
              <a:ahLst/>
              <a:cxnLst/>
              <a:rect l="l" t="t" r="r" b="b"/>
              <a:pathLst>
                <a:path w="1332" h="891" extrusionOk="0">
                  <a:moveTo>
                    <a:pt x="728" y="0"/>
                  </a:moveTo>
                  <a:cubicBezTo>
                    <a:pt x="326" y="0"/>
                    <a:pt x="1" y="325"/>
                    <a:pt x="1" y="737"/>
                  </a:cubicBezTo>
                  <a:cubicBezTo>
                    <a:pt x="240" y="804"/>
                    <a:pt x="479" y="852"/>
                    <a:pt x="728" y="890"/>
                  </a:cubicBezTo>
                  <a:lnTo>
                    <a:pt x="728" y="737"/>
                  </a:lnTo>
                  <a:cubicBezTo>
                    <a:pt x="728" y="373"/>
                    <a:pt x="977" y="77"/>
                    <a:pt x="1331" y="19"/>
                  </a:cubicBezTo>
                  <a:cubicBezTo>
                    <a:pt x="1293" y="10"/>
                    <a:pt x="1255" y="0"/>
                    <a:pt x="12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69" name="Google Shape;9869;p63"/>
          <p:cNvGrpSpPr/>
          <p:nvPr/>
        </p:nvGrpSpPr>
        <p:grpSpPr>
          <a:xfrm>
            <a:off x="5738677" y="2286722"/>
            <a:ext cx="444871" cy="316407"/>
            <a:chOff x="5743289" y="2439122"/>
            <a:chExt cx="444871" cy="316407"/>
          </a:xfrm>
        </p:grpSpPr>
        <p:sp>
          <p:nvSpPr>
            <p:cNvPr id="9870" name="Google Shape;9870;p63"/>
            <p:cNvSpPr/>
            <p:nvPr/>
          </p:nvSpPr>
          <p:spPr>
            <a:xfrm>
              <a:off x="5999902" y="2549177"/>
              <a:ext cx="137497" cy="130722"/>
            </a:xfrm>
            <a:custGeom>
              <a:avLst/>
              <a:gdLst/>
              <a:ahLst/>
              <a:cxnLst/>
              <a:rect l="l" t="t" r="r" b="b"/>
              <a:pathLst>
                <a:path w="5236" h="4978" extrusionOk="0">
                  <a:moveTo>
                    <a:pt x="1838" y="1"/>
                  </a:moveTo>
                  <a:lnTo>
                    <a:pt x="1838" y="441"/>
                  </a:lnTo>
                  <a:cubicBezTo>
                    <a:pt x="1838" y="556"/>
                    <a:pt x="1761" y="661"/>
                    <a:pt x="1646" y="690"/>
                  </a:cubicBezTo>
                  <a:lnTo>
                    <a:pt x="574" y="996"/>
                  </a:lnTo>
                  <a:cubicBezTo>
                    <a:pt x="239" y="1092"/>
                    <a:pt x="0" y="1398"/>
                    <a:pt x="0" y="1752"/>
                  </a:cubicBezTo>
                  <a:lnTo>
                    <a:pt x="0" y="4977"/>
                  </a:lnTo>
                  <a:lnTo>
                    <a:pt x="4192" y="4977"/>
                  </a:lnTo>
                  <a:cubicBezTo>
                    <a:pt x="4766" y="4977"/>
                    <a:pt x="5235" y="4508"/>
                    <a:pt x="5235" y="3934"/>
                  </a:cubicBezTo>
                  <a:lnTo>
                    <a:pt x="5235" y="1752"/>
                  </a:lnTo>
                  <a:cubicBezTo>
                    <a:pt x="5235" y="1408"/>
                    <a:pt x="5015" y="1101"/>
                    <a:pt x="4680" y="996"/>
                  </a:cubicBezTo>
                  <a:lnTo>
                    <a:pt x="3599" y="690"/>
                  </a:lnTo>
                  <a:cubicBezTo>
                    <a:pt x="3484" y="661"/>
                    <a:pt x="3407" y="556"/>
                    <a:pt x="3407" y="441"/>
                  </a:cubicBezTo>
                  <a:lnTo>
                    <a:pt x="3407"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1" name="Google Shape;9871;p63"/>
            <p:cNvSpPr/>
            <p:nvPr/>
          </p:nvSpPr>
          <p:spPr>
            <a:xfrm>
              <a:off x="6000138" y="2570054"/>
              <a:ext cx="137497" cy="110082"/>
            </a:xfrm>
            <a:custGeom>
              <a:avLst/>
              <a:gdLst/>
              <a:ahLst/>
              <a:cxnLst/>
              <a:rect l="l" t="t" r="r" b="b"/>
              <a:pathLst>
                <a:path w="5236" h="4192" extrusionOk="0">
                  <a:moveTo>
                    <a:pt x="1264" y="0"/>
                  </a:moveTo>
                  <a:lnTo>
                    <a:pt x="575" y="201"/>
                  </a:lnTo>
                  <a:cubicBezTo>
                    <a:pt x="230" y="297"/>
                    <a:pt x="1" y="603"/>
                    <a:pt x="1" y="957"/>
                  </a:cubicBezTo>
                  <a:lnTo>
                    <a:pt x="1" y="4192"/>
                  </a:lnTo>
                  <a:lnTo>
                    <a:pt x="4193" y="4192"/>
                  </a:lnTo>
                  <a:cubicBezTo>
                    <a:pt x="4767" y="4182"/>
                    <a:pt x="5236" y="3713"/>
                    <a:pt x="5236" y="3139"/>
                  </a:cubicBezTo>
                  <a:lnTo>
                    <a:pt x="5236" y="957"/>
                  </a:lnTo>
                  <a:cubicBezTo>
                    <a:pt x="5236" y="603"/>
                    <a:pt x="5006" y="297"/>
                    <a:pt x="4671" y="201"/>
                  </a:cubicBezTo>
                  <a:lnTo>
                    <a:pt x="3972" y="0"/>
                  </a:lnTo>
                  <a:cubicBezTo>
                    <a:pt x="3671" y="517"/>
                    <a:pt x="3147" y="775"/>
                    <a:pt x="2622" y="775"/>
                  </a:cubicBezTo>
                  <a:cubicBezTo>
                    <a:pt x="2097" y="775"/>
                    <a:pt x="1570" y="517"/>
                    <a:pt x="1264"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2" name="Google Shape;9872;p63"/>
            <p:cNvSpPr/>
            <p:nvPr/>
          </p:nvSpPr>
          <p:spPr>
            <a:xfrm>
              <a:off x="6046645" y="2549177"/>
              <a:ext cx="44511" cy="20640"/>
            </a:xfrm>
            <a:custGeom>
              <a:avLst/>
              <a:gdLst/>
              <a:ahLst/>
              <a:cxnLst/>
              <a:rect l="l" t="t" r="r" b="b"/>
              <a:pathLst>
                <a:path w="1695" h="786" extrusionOk="0">
                  <a:moveTo>
                    <a:pt x="67" y="1"/>
                  </a:moveTo>
                  <a:lnTo>
                    <a:pt x="67" y="441"/>
                  </a:lnTo>
                  <a:cubicBezTo>
                    <a:pt x="58" y="498"/>
                    <a:pt x="39" y="556"/>
                    <a:pt x="0" y="604"/>
                  </a:cubicBezTo>
                  <a:cubicBezTo>
                    <a:pt x="268" y="728"/>
                    <a:pt x="555" y="786"/>
                    <a:pt x="852" y="786"/>
                  </a:cubicBezTo>
                  <a:cubicBezTo>
                    <a:pt x="1139" y="786"/>
                    <a:pt x="1426" y="728"/>
                    <a:pt x="1694" y="604"/>
                  </a:cubicBezTo>
                  <a:cubicBezTo>
                    <a:pt x="1656" y="556"/>
                    <a:pt x="1637" y="498"/>
                    <a:pt x="1637" y="441"/>
                  </a:cubicBezTo>
                  <a:lnTo>
                    <a:pt x="1637"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3" name="Google Shape;9873;p63"/>
            <p:cNvSpPr/>
            <p:nvPr/>
          </p:nvSpPr>
          <p:spPr>
            <a:xfrm>
              <a:off x="6020753" y="2452935"/>
              <a:ext cx="34453" cy="75681"/>
            </a:xfrm>
            <a:custGeom>
              <a:avLst/>
              <a:gdLst/>
              <a:ahLst/>
              <a:cxnLst/>
              <a:rect l="l" t="t" r="r" b="b"/>
              <a:pathLst>
                <a:path w="1312" h="2882" extrusionOk="0">
                  <a:moveTo>
                    <a:pt x="785" y="0"/>
                  </a:moveTo>
                  <a:cubicBezTo>
                    <a:pt x="355" y="0"/>
                    <a:pt x="0" y="355"/>
                    <a:pt x="0" y="785"/>
                  </a:cubicBezTo>
                  <a:lnTo>
                    <a:pt x="0" y="967"/>
                  </a:lnTo>
                  <a:cubicBezTo>
                    <a:pt x="0" y="1197"/>
                    <a:pt x="39" y="1417"/>
                    <a:pt x="106" y="1637"/>
                  </a:cubicBezTo>
                  <a:lnTo>
                    <a:pt x="527" y="2881"/>
                  </a:lnTo>
                  <a:lnTo>
                    <a:pt x="1312" y="2881"/>
                  </a:lnTo>
                  <a:lnTo>
                    <a:pt x="1312"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4" name="Google Shape;9874;p63"/>
            <p:cNvSpPr/>
            <p:nvPr/>
          </p:nvSpPr>
          <p:spPr>
            <a:xfrm>
              <a:off x="6034565" y="2446159"/>
              <a:ext cx="82456" cy="82456"/>
            </a:xfrm>
            <a:custGeom>
              <a:avLst/>
              <a:gdLst/>
              <a:ahLst/>
              <a:cxnLst/>
              <a:rect l="l" t="t" r="r" b="b"/>
              <a:pathLst>
                <a:path w="3140" h="3140" extrusionOk="0">
                  <a:moveTo>
                    <a:pt x="786" y="0"/>
                  </a:moveTo>
                  <a:cubicBezTo>
                    <a:pt x="355" y="0"/>
                    <a:pt x="1" y="354"/>
                    <a:pt x="1" y="785"/>
                  </a:cubicBezTo>
                  <a:cubicBezTo>
                    <a:pt x="1" y="1072"/>
                    <a:pt x="231" y="1311"/>
                    <a:pt x="527" y="1311"/>
                  </a:cubicBezTo>
                  <a:lnTo>
                    <a:pt x="2623" y="3139"/>
                  </a:lnTo>
                  <a:lnTo>
                    <a:pt x="3063" y="1589"/>
                  </a:lnTo>
                  <a:cubicBezTo>
                    <a:pt x="3111" y="1397"/>
                    <a:pt x="3140" y="1206"/>
                    <a:pt x="3140" y="1014"/>
                  </a:cubicBezTo>
                  <a:lnTo>
                    <a:pt x="3140" y="526"/>
                  </a:lnTo>
                  <a:cubicBezTo>
                    <a:pt x="3140" y="239"/>
                    <a:pt x="2910" y="0"/>
                    <a:pt x="2614"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5" name="Google Shape;9875;p63"/>
            <p:cNvSpPr/>
            <p:nvPr/>
          </p:nvSpPr>
          <p:spPr>
            <a:xfrm>
              <a:off x="6027528" y="2480324"/>
              <a:ext cx="82982" cy="75681"/>
            </a:xfrm>
            <a:custGeom>
              <a:avLst/>
              <a:gdLst/>
              <a:ahLst/>
              <a:cxnLst/>
              <a:rect l="l" t="t" r="r" b="b"/>
              <a:pathLst>
                <a:path w="3160" h="2882" extrusionOk="0">
                  <a:moveTo>
                    <a:pt x="1015" y="1"/>
                  </a:moveTo>
                  <a:cubicBezTo>
                    <a:pt x="872" y="1"/>
                    <a:pt x="738" y="58"/>
                    <a:pt x="642" y="154"/>
                  </a:cubicBezTo>
                  <a:lnTo>
                    <a:pt x="164" y="632"/>
                  </a:lnTo>
                  <a:cubicBezTo>
                    <a:pt x="58" y="737"/>
                    <a:pt x="1" y="871"/>
                    <a:pt x="10" y="1005"/>
                  </a:cubicBezTo>
                  <a:lnTo>
                    <a:pt x="10" y="1312"/>
                  </a:lnTo>
                  <a:cubicBezTo>
                    <a:pt x="10" y="2183"/>
                    <a:pt x="709" y="2881"/>
                    <a:pt x="1580" y="2881"/>
                  </a:cubicBezTo>
                  <a:cubicBezTo>
                    <a:pt x="1586" y="2881"/>
                    <a:pt x="1592" y="2881"/>
                    <a:pt x="1597" y="2881"/>
                  </a:cubicBezTo>
                  <a:cubicBezTo>
                    <a:pt x="2460" y="2881"/>
                    <a:pt x="3159" y="2177"/>
                    <a:pt x="3150" y="1312"/>
                  </a:cubicBezTo>
                  <a:lnTo>
                    <a:pt x="3150" y="977"/>
                  </a:lnTo>
                  <a:cubicBezTo>
                    <a:pt x="3150" y="833"/>
                    <a:pt x="3102" y="699"/>
                    <a:pt x="3006" y="603"/>
                  </a:cubicBezTo>
                  <a:cubicBezTo>
                    <a:pt x="2594" y="211"/>
                    <a:pt x="1858" y="29"/>
                    <a:pt x="101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6" name="Google Shape;9876;p63"/>
            <p:cNvSpPr/>
            <p:nvPr/>
          </p:nvSpPr>
          <p:spPr>
            <a:xfrm>
              <a:off x="6027528" y="2480586"/>
              <a:ext cx="82456" cy="74158"/>
            </a:xfrm>
            <a:custGeom>
              <a:avLst/>
              <a:gdLst/>
              <a:ahLst/>
              <a:cxnLst/>
              <a:rect l="l" t="t" r="r" b="b"/>
              <a:pathLst>
                <a:path w="3140" h="2824" extrusionOk="0">
                  <a:moveTo>
                    <a:pt x="1015" y="0"/>
                  </a:moveTo>
                  <a:cubicBezTo>
                    <a:pt x="872" y="0"/>
                    <a:pt x="728" y="58"/>
                    <a:pt x="633" y="153"/>
                  </a:cubicBezTo>
                  <a:lnTo>
                    <a:pt x="154" y="632"/>
                  </a:lnTo>
                  <a:cubicBezTo>
                    <a:pt x="58" y="737"/>
                    <a:pt x="1" y="871"/>
                    <a:pt x="1" y="1005"/>
                  </a:cubicBezTo>
                  <a:lnTo>
                    <a:pt x="1" y="1311"/>
                  </a:lnTo>
                  <a:cubicBezTo>
                    <a:pt x="1" y="2010"/>
                    <a:pt x="460" y="2632"/>
                    <a:pt x="1140" y="2823"/>
                  </a:cubicBezTo>
                  <a:cubicBezTo>
                    <a:pt x="910" y="2546"/>
                    <a:pt x="786" y="2192"/>
                    <a:pt x="786" y="1838"/>
                  </a:cubicBezTo>
                  <a:lnTo>
                    <a:pt x="795" y="1062"/>
                  </a:lnTo>
                  <a:cubicBezTo>
                    <a:pt x="786" y="768"/>
                    <a:pt x="1025" y="535"/>
                    <a:pt x="1316" y="535"/>
                  </a:cubicBezTo>
                  <a:cubicBezTo>
                    <a:pt x="1327" y="535"/>
                    <a:pt x="1339" y="535"/>
                    <a:pt x="1350" y="536"/>
                  </a:cubicBezTo>
                  <a:cubicBezTo>
                    <a:pt x="1877" y="565"/>
                    <a:pt x="2661" y="651"/>
                    <a:pt x="3140" y="890"/>
                  </a:cubicBezTo>
                  <a:cubicBezTo>
                    <a:pt x="3130" y="785"/>
                    <a:pt x="3073" y="680"/>
                    <a:pt x="2996" y="603"/>
                  </a:cubicBezTo>
                  <a:cubicBezTo>
                    <a:pt x="2594" y="201"/>
                    <a:pt x="1848" y="29"/>
                    <a:pt x="1015"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7" name="Google Shape;9877;p63"/>
            <p:cNvSpPr/>
            <p:nvPr/>
          </p:nvSpPr>
          <p:spPr>
            <a:xfrm>
              <a:off x="6000138" y="2583368"/>
              <a:ext cx="27415" cy="96768"/>
            </a:xfrm>
            <a:custGeom>
              <a:avLst/>
              <a:gdLst/>
              <a:ahLst/>
              <a:cxnLst/>
              <a:rect l="l" t="t" r="r" b="b"/>
              <a:pathLst>
                <a:path w="1044" h="3685" extrusionOk="0">
                  <a:moveTo>
                    <a:pt x="144" y="0"/>
                  </a:moveTo>
                  <a:cubicBezTo>
                    <a:pt x="49" y="134"/>
                    <a:pt x="1" y="287"/>
                    <a:pt x="1" y="450"/>
                  </a:cubicBezTo>
                  <a:lnTo>
                    <a:pt x="1" y="3685"/>
                  </a:lnTo>
                  <a:lnTo>
                    <a:pt x="1044" y="3685"/>
                  </a:lnTo>
                  <a:lnTo>
                    <a:pt x="1044" y="1235"/>
                  </a:lnTo>
                  <a:cubicBezTo>
                    <a:pt x="1044" y="1024"/>
                    <a:pt x="967" y="823"/>
                    <a:pt x="814" y="680"/>
                  </a:cubicBezTo>
                  <a:lnTo>
                    <a:pt x="144"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8" name="Google Shape;9878;p63"/>
            <p:cNvSpPr/>
            <p:nvPr/>
          </p:nvSpPr>
          <p:spPr>
            <a:xfrm>
              <a:off x="6075794" y="2583368"/>
              <a:ext cx="61842" cy="96532"/>
            </a:xfrm>
            <a:custGeom>
              <a:avLst/>
              <a:gdLst/>
              <a:ahLst/>
              <a:cxnLst/>
              <a:rect l="l" t="t" r="r" b="b"/>
              <a:pathLst>
                <a:path w="2355" h="3676" extrusionOk="0">
                  <a:moveTo>
                    <a:pt x="2211" y="0"/>
                  </a:moveTo>
                  <a:lnTo>
                    <a:pt x="1541" y="680"/>
                  </a:lnTo>
                  <a:cubicBezTo>
                    <a:pt x="1388" y="823"/>
                    <a:pt x="1312" y="1024"/>
                    <a:pt x="1312" y="1235"/>
                  </a:cubicBezTo>
                  <a:lnTo>
                    <a:pt x="1312" y="2364"/>
                  </a:lnTo>
                  <a:cubicBezTo>
                    <a:pt x="1312" y="2508"/>
                    <a:pt x="1187" y="2632"/>
                    <a:pt x="1044" y="2632"/>
                  </a:cubicBezTo>
                  <a:lnTo>
                    <a:pt x="0" y="2632"/>
                  </a:lnTo>
                  <a:lnTo>
                    <a:pt x="0" y="3675"/>
                  </a:lnTo>
                  <a:lnTo>
                    <a:pt x="1312" y="3675"/>
                  </a:lnTo>
                  <a:cubicBezTo>
                    <a:pt x="1886" y="3675"/>
                    <a:pt x="2355" y="3206"/>
                    <a:pt x="2355" y="2632"/>
                  </a:cubicBezTo>
                  <a:lnTo>
                    <a:pt x="2355" y="450"/>
                  </a:lnTo>
                  <a:cubicBezTo>
                    <a:pt x="2355" y="287"/>
                    <a:pt x="2307" y="134"/>
                    <a:pt x="2211"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79" name="Google Shape;9879;p63"/>
            <p:cNvSpPr/>
            <p:nvPr/>
          </p:nvSpPr>
          <p:spPr>
            <a:xfrm>
              <a:off x="5766424" y="2686649"/>
              <a:ext cx="398863" cy="20903"/>
            </a:xfrm>
            <a:custGeom>
              <a:avLst/>
              <a:gdLst/>
              <a:ahLst/>
              <a:cxnLst/>
              <a:rect l="l" t="t" r="r" b="b"/>
              <a:pathLst>
                <a:path w="15189" h="796" extrusionOk="0">
                  <a:moveTo>
                    <a:pt x="0" y="1"/>
                  </a:moveTo>
                  <a:lnTo>
                    <a:pt x="0" y="795"/>
                  </a:lnTo>
                  <a:lnTo>
                    <a:pt x="15188" y="795"/>
                  </a:lnTo>
                  <a:lnTo>
                    <a:pt x="15188"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0" name="Google Shape;9880;p63"/>
            <p:cNvSpPr/>
            <p:nvPr/>
          </p:nvSpPr>
          <p:spPr>
            <a:xfrm>
              <a:off x="5759387" y="2686649"/>
              <a:ext cx="13839" cy="68880"/>
            </a:xfrm>
            <a:custGeom>
              <a:avLst/>
              <a:gdLst/>
              <a:ahLst/>
              <a:cxnLst/>
              <a:rect l="l" t="t" r="r" b="b"/>
              <a:pathLst>
                <a:path w="527" h="2623" extrusionOk="0">
                  <a:moveTo>
                    <a:pt x="0" y="1"/>
                  </a:moveTo>
                  <a:lnTo>
                    <a:pt x="0" y="2365"/>
                  </a:lnTo>
                  <a:cubicBezTo>
                    <a:pt x="0" y="2537"/>
                    <a:pt x="132" y="2623"/>
                    <a:pt x="264" y="2623"/>
                  </a:cubicBezTo>
                  <a:cubicBezTo>
                    <a:pt x="395" y="2623"/>
                    <a:pt x="527" y="2537"/>
                    <a:pt x="527" y="2365"/>
                  </a:cubicBezTo>
                  <a:lnTo>
                    <a:pt x="527"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1" name="Google Shape;9881;p63"/>
            <p:cNvSpPr/>
            <p:nvPr/>
          </p:nvSpPr>
          <p:spPr>
            <a:xfrm>
              <a:off x="6158224" y="2686649"/>
              <a:ext cx="13839" cy="68880"/>
            </a:xfrm>
            <a:custGeom>
              <a:avLst/>
              <a:gdLst/>
              <a:ahLst/>
              <a:cxnLst/>
              <a:rect l="l" t="t" r="r" b="b"/>
              <a:pathLst>
                <a:path w="527" h="2623" extrusionOk="0">
                  <a:moveTo>
                    <a:pt x="0" y="1"/>
                  </a:moveTo>
                  <a:lnTo>
                    <a:pt x="0" y="2365"/>
                  </a:lnTo>
                  <a:cubicBezTo>
                    <a:pt x="0" y="2537"/>
                    <a:pt x="132" y="2623"/>
                    <a:pt x="264" y="2623"/>
                  </a:cubicBezTo>
                  <a:cubicBezTo>
                    <a:pt x="395" y="2623"/>
                    <a:pt x="527" y="2537"/>
                    <a:pt x="527" y="2365"/>
                  </a:cubicBezTo>
                  <a:lnTo>
                    <a:pt x="527"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2" name="Google Shape;9882;p63"/>
            <p:cNvSpPr/>
            <p:nvPr/>
          </p:nvSpPr>
          <p:spPr>
            <a:xfrm>
              <a:off x="5759387" y="2686649"/>
              <a:ext cx="13839" cy="20903"/>
            </a:xfrm>
            <a:custGeom>
              <a:avLst/>
              <a:gdLst/>
              <a:ahLst/>
              <a:cxnLst/>
              <a:rect l="l" t="t" r="r" b="b"/>
              <a:pathLst>
                <a:path w="527" h="796" extrusionOk="0">
                  <a:moveTo>
                    <a:pt x="0" y="1"/>
                  </a:moveTo>
                  <a:lnTo>
                    <a:pt x="0" y="795"/>
                  </a:lnTo>
                  <a:lnTo>
                    <a:pt x="527" y="795"/>
                  </a:lnTo>
                  <a:lnTo>
                    <a:pt x="527"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3" name="Google Shape;9883;p63"/>
            <p:cNvSpPr/>
            <p:nvPr/>
          </p:nvSpPr>
          <p:spPr>
            <a:xfrm>
              <a:off x="6158224" y="2686649"/>
              <a:ext cx="13839" cy="20903"/>
            </a:xfrm>
            <a:custGeom>
              <a:avLst/>
              <a:gdLst/>
              <a:ahLst/>
              <a:cxnLst/>
              <a:rect l="l" t="t" r="r" b="b"/>
              <a:pathLst>
                <a:path w="527" h="796" extrusionOk="0">
                  <a:moveTo>
                    <a:pt x="0" y="1"/>
                  </a:moveTo>
                  <a:lnTo>
                    <a:pt x="0" y="795"/>
                  </a:lnTo>
                  <a:lnTo>
                    <a:pt x="527" y="795"/>
                  </a:lnTo>
                  <a:lnTo>
                    <a:pt x="527"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4" name="Google Shape;9884;p63"/>
            <p:cNvSpPr/>
            <p:nvPr/>
          </p:nvSpPr>
          <p:spPr>
            <a:xfrm>
              <a:off x="5743289" y="2679873"/>
              <a:ext cx="444871" cy="13839"/>
            </a:xfrm>
            <a:custGeom>
              <a:avLst/>
              <a:gdLst/>
              <a:ahLst/>
              <a:cxnLst/>
              <a:rect l="l" t="t" r="r" b="b"/>
              <a:pathLst>
                <a:path w="16941" h="527" extrusionOk="0">
                  <a:moveTo>
                    <a:pt x="355" y="0"/>
                  </a:moveTo>
                  <a:cubicBezTo>
                    <a:pt x="1" y="0"/>
                    <a:pt x="1" y="527"/>
                    <a:pt x="355" y="527"/>
                  </a:cubicBezTo>
                  <a:lnTo>
                    <a:pt x="16586" y="527"/>
                  </a:lnTo>
                  <a:cubicBezTo>
                    <a:pt x="16940" y="527"/>
                    <a:pt x="16940" y="0"/>
                    <a:pt x="1658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5" name="Google Shape;9885;p63"/>
            <p:cNvSpPr/>
            <p:nvPr/>
          </p:nvSpPr>
          <p:spPr>
            <a:xfrm>
              <a:off x="6068992" y="2666034"/>
              <a:ext cx="41254" cy="13865"/>
            </a:xfrm>
            <a:custGeom>
              <a:avLst/>
              <a:gdLst/>
              <a:ahLst/>
              <a:cxnLst/>
              <a:rect l="l" t="t" r="r" b="b"/>
              <a:pathLst>
                <a:path w="1571" h="528" extrusionOk="0">
                  <a:moveTo>
                    <a:pt x="1" y="1"/>
                  </a:moveTo>
                  <a:lnTo>
                    <a:pt x="1" y="527"/>
                  </a:lnTo>
                  <a:lnTo>
                    <a:pt x="1312" y="527"/>
                  </a:lnTo>
                  <a:cubicBezTo>
                    <a:pt x="1456" y="527"/>
                    <a:pt x="1571" y="412"/>
                    <a:pt x="1571" y="269"/>
                  </a:cubicBezTo>
                  <a:cubicBezTo>
                    <a:pt x="1571" y="125"/>
                    <a:pt x="1456" y="1"/>
                    <a:pt x="131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6" name="Google Shape;9886;p63"/>
            <p:cNvSpPr/>
            <p:nvPr/>
          </p:nvSpPr>
          <p:spPr>
            <a:xfrm>
              <a:off x="5986326" y="2611020"/>
              <a:ext cx="96269" cy="68880"/>
            </a:xfrm>
            <a:custGeom>
              <a:avLst/>
              <a:gdLst/>
              <a:ahLst/>
              <a:cxnLst/>
              <a:rect l="l" t="t" r="r" b="b"/>
              <a:pathLst>
                <a:path w="3666" h="2623" extrusionOk="0">
                  <a:moveTo>
                    <a:pt x="268" y="0"/>
                  </a:moveTo>
                  <a:cubicBezTo>
                    <a:pt x="125" y="0"/>
                    <a:pt x="0" y="125"/>
                    <a:pt x="0" y="268"/>
                  </a:cubicBezTo>
                  <a:lnTo>
                    <a:pt x="0" y="2364"/>
                  </a:lnTo>
                  <a:cubicBezTo>
                    <a:pt x="0" y="2507"/>
                    <a:pt x="125" y="2622"/>
                    <a:pt x="268" y="2622"/>
                  </a:cubicBezTo>
                  <a:lnTo>
                    <a:pt x="3407" y="2622"/>
                  </a:lnTo>
                  <a:cubicBezTo>
                    <a:pt x="3551" y="2622"/>
                    <a:pt x="3666" y="2507"/>
                    <a:pt x="3666" y="2364"/>
                  </a:cubicBezTo>
                  <a:lnTo>
                    <a:pt x="3666" y="268"/>
                  </a:lnTo>
                  <a:cubicBezTo>
                    <a:pt x="3666" y="125"/>
                    <a:pt x="3551" y="0"/>
                    <a:pt x="340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7" name="Google Shape;9887;p63"/>
            <p:cNvSpPr/>
            <p:nvPr/>
          </p:nvSpPr>
          <p:spPr>
            <a:xfrm>
              <a:off x="6025269" y="2638645"/>
              <a:ext cx="18382" cy="13865"/>
            </a:xfrm>
            <a:custGeom>
              <a:avLst/>
              <a:gdLst/>
              <a:ahLst/>
              <a:cxnLst/>
              <a:rect l="l" t="t" r="r" b="b"/>
              <a:pathLst>
                <a:path w="700" h="528" extrusionOk="0">
                  <a:moveTo>
                    <a:pt x="355" y="1"/>
                  </a:moveTo>
                  <a:cubicBezTo>
                    <a:pt x="1" y="1"/>
                    <a:pt x="1" y="518"/>
                    <a:pt x="355" y="527"/>
                  </a:cubicBezTo>
                  <a:cubicBezTo>
                    <a:pt x="699" y="518"/>
                    <a:pt x="699" y="1"/>
                    <a:pt x="3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8" name="Google Shape;9888;p63"/>
            <p:cNvSpPr/>
            <p:nvPr/>
          </p:nvSpPr>
          <p:spPr>
            <a:xfrm>
              <a:off x="5807390" y="2556215"/>
              <a:ext cx="137734" cy="123685"/>
            </a:xfrm>
            <a:custGeom>
              <a:avLst/>
              <a:gdLst/>
              <a:ahLst/>
              <a:cxnLst/>
              <a:rect l="l" t="t" r="r" b="b"/>
              <a:pathLst>
                <a:path w="5245" h="4710" extrusionOk="0">
                  <a:moveTo>
                    <a:pt x="1838" y="1"/>
                  </a:moveTo>
                  <a:lnTo>
                    <a:pt x="1838" y="125"/>
                  </a:lnTo>
                  <a:cubicBezTo>
                    <a:pt x="1838" y="364"/>
                    <a:pt x="1685" y="565"/>
                    <a:pt x="1455" y="632"/>
                  </a:cubicBezTo>
                  <a:lnTo>
                    <a:pt x="575" y="881"/>
                  </a:lnTo>
                  <a:cubicBezTo>
                    <a:pt x="240" y="977"/>
                    <a:pt x="0" y="1293"/>
                    <a:pt x="0" y="1637"/>
                  </a:cubicBezTo>
                  <a:lnTo>
                    <a:pt x="0" y="3925"/>
                  </a:lnTo>
                  <a:cubicBezTo>
                    <a:pt x="0" y="4355"/>
                    <a:pt x="354" y="4709"/>
                    <a:pt x="785" y="4709"/>
                  </a:cubicBezTo>
                  <a:lnTo>
                    <a:pt x="4460" y="4709"/>
                  </a:lnTo>
                  <a:cubicBezTo>
                    <a:pt x="4891" y="4709"/>
                    <a:pt x="5245" y="4355"/>
                    <a:pt x="5245" y="3925"/>
                  </a:cubicBezTo>
                  <a:lnTo>
                    <a:pt x="5245" y="1637"/>
                  </a:lnTo>
                  <a:cubicBezTo>
                    <a:pt x="5245" y="1283"/>
                    <a:pt x="5015" y="977"/>
                    <a:pt x="4680" y="881"/>
                  </a:cubicBezTo>
                  <a:lnTo>
                    <a:pt x="3800" y="632"/>
                  </a:lnTo>
                  <a:cubicBezTo>
                    <a:pt x="3570" y="565"/>
                    <a:pt x="3417" y="355"/>
                    <a:pt x="3417" y="116"/>
                  </a:cubicBezTo>
                  <a:lnTo>
                    <a:pt x="3417"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9" name="Google Shape;9889;p63"/>
            <p:cNvSpPr/>
            <p:nvPr/>
          </p:nvSpPr>
          <p:spPr>
            <a:xfrm>
              <a:off x="5807626" y="2587386"/>
              <a:ext cx="27678" cy="92514"/>
            </a:xfrm>
            <a:custGeom>
              <a:avLst/>
              <a:gdLst/>
              <a:ahLst/>
              <a:cxnLst/>
              <a:rect l="l" t="t" r="r" b="b"/>
              <a:pathLst>
                <a:path w="1054" h="3523" extrusionOk="0">
                  <a:moveTo>
                    <a:pt x="144" y="0"/>
                  </a:moveTo>
                  <a:cubicBezTo>
                    <a:pt x="49" y="134"/>
                    <a:pt x="1" y="288"/>
                    <a:pt x="1" y="450"/>
                  </a:cubicBezTo>
                  <a:lnTo>
                    <a:pt x="1" y="2738"/>
                  </a:lnTo>
                  <a:cubicBezTo>
                    <a:pt x="1" y="3168"/>
                    <a:pt x="355" y="3522"/>
                    <a:pt x="786" y="3522"/>
                  </a:cubicBezTo>
                  <a:lnTo>
                    <a:pt x="1054" y="3522"/>
                  </a:lnTo>
                  <a:lnTo>
                    <a:pt x="1054" y="900"/>
                  </a:lnTo>
                  <a:lnTo>
                    <a:pt x="144"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0" name="Google Shape;9890;p63"/>
            <p:cNvSpPr/>
            <p:nvPr/>
          </p:nvSpPr>
          <p:spPr>
            <a:xfrm>
              <a:off x="5917708" y="2587386"/>
              <a:ext cx="27415" cy="92514"/>
            </a:xfrm>
            <a:custGeom>
              <a:avLst/>
              <a:gdLst/>
              <a:ahLst/>
              <a:cxnLst/>
              <a:rect l="l" t="t" r="r" b="b"/>
              <a:pathLst>
                <a:path w="1044" h="3523" extrusionOk="0">
                  <a:moveTo>
                    <a:pt x="900" y="0"/>
                  </a:moveTo>
                  <a:lnTo>
                    <a:pt x="1" y="900"/>
                  </a:lnTo>
                  <a:lnTo>
                    <a:pt x="1" y="3522"/>
                  </a:lnTo>
                  <a:lnTo>
                    <a:pt x="259" y="3522"/>
                  </a:lnTo>
                  <a:cubicBezTo>
                    <a:pt x="690" y="3522"/>
                    <a:pt x="1044" y="3168"/>
                    <a:pt x="1044" y="2738"/>
                  </a:cubicBezTo>
                  <a:lnTo>
                    <a:pt x="1044" y="450"/>
                  </a:lnTo>
                  <a:cubicBezTo>
                    <a:pt x="1044" y="288"/>
                    <a:pt x="996" y="134"/>
                    <a:pt x="900"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1" name="Google Shape;9891;p63"/>
            <p:cNvSpPr/>
            <p:nvPr/>
          </p:nvSpPr>
          <p:spPr>
            <a:xfrm>
              <a:off x="5843314" y="2556215"/>
              <a:ext cx="66123" cy="20640"/>
            </a:xfrm>
            <a:custGeom>
              <a:avLst/>
              <a:gdLst/>
              <a:ahLst/>
              <a:cxnLst/>
              <a:rect l="l" t="t" r="r" b="b"/>
              <a:pathLst>
                <a:path w="2518" h="786" extrusionOk="0">
                  <a:moveTo>
                    <a:pt x="470" y="1"/>
                  </a:moveTo>
                  <a:lnTo>
                    <a:pt x="470" y="125"/>
                  </a:lnTo>
                  <a:cubicBezTo>
                    <a:pt x="470" y="364"/>
                    <a:pt x="317" y="565"/>
                    <a:pt x="87" y="632"/>
                  </a:cubicBezTo>
                  <a:lnTo>
                    <a:pt x="1" y="661"/>
                  </a:lnTo>
                  <a:cubicBezTo>
                    <a:pt x="412" y="738"/>
                    <a:pt x="833" y="776"/>
                    <a:pt x="1255" y="786"/>
                  </a:cubicBezTo>
                  <a:cubicBezTo>
                    <a:pt x="1685" y="776"/>
                    <a:pt x="2106" y="738"/>
                    <a:pt x="2518" y="652"/>
                  </a:cubicBezTo>
                  <a:lnTo>
                    <a:pt x="2432" y="632"/>
                  </a:lnTo>
                  <a:cubicBezTo>
                    <a:pt x="2202" y="565"/>
                    <a:pt x="2049" y="355"/>
                    <a:pt x="2049" y="116"/>
                  </a:cubicBezTo>
                  <a:lnTo>
                    <a:pt x="2049" y="1"/>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2" name="Google Shape;9892;p63"/>
            <p:cNvSpPr/>
            <p:nvPr/>
          </p:nvSpPr>
          <p:spPr>
            <a:xfrm>
              <a:off x="5815688" y="2439122"/>
              <a:ext cx="121400" cy="123921"/>
            </a:xfrm>
            <a:custGeom>
              <a:avLst/>
              <a:gdLst/>
              <a:ahLst/>
              <a:cxnLst/>
              <a:rect l="l" t="t" r="r" b="b"/>
              <a:pathLst>
                <a:path w="4623" h="4719" extrusionOk="0">
                  <a:moveTo>
                    <a:pt x="2316" y="0"/>
                  </a:moveTo>
                  <a:cubicBezTo>
                    <a:pt x="1302" y="0"/>
                    <a:pt x="555" y="842"/>
                    <a:pt x="479" y="1857"/>
                  </a:cubicBezTo>
                  <a:cubicBezTo>
                    <a:pt x="421" y="2594"/>
                    <a:pt x="278" y="3311"/>
                    <a:pt x="48" y="4010"/>
                  </a:cubicBezTo>
                  <a:cubicBezTo>
                    <a:pt x="0" y="4144"/>
                    <a:pt x="77" y="4297"/>
                    <a:pt x="211" y="4345"/>
                  </a:cubicBezTo>
                  <a:cubicBezTo>
                    <a:pt x="881" y="4584"/>
                    <a:pt x="1598" y="4709"/>
                    <a:pt x="2307" y="4718"/>
                  </a:cubicBezTo>
                  <a:cubicBezTo>
                    <a:pt x="3024" y="4709"/>
                    <a:pt x="3742" y="4584"/>
                    <a:pt x="4412" y="4345"/>
                  </a:cubicBezTo>
                  <a:cubicBezTo>
                    <a:pt x="4546" y="4297"/>
                    <a:pt x="4623" y="4144"/>
                    <a:pt x="4575" y="4010"/>
                  </a:cubicBezTo>
                  <a:cubicBezTo>
                    <a:pt x="4345" y="3311"/>
                    <a:pt x="4201" y="2594"/>
                    <a:pt x="4144" y="1857"/>
                  </a:cubicBezTo>
                  <a:cubicBezTo>
                    <a:pt x="4077" y="833"/>
                    <a:pt x="3321" y="0"/>
                    <a:pt x="231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3" name="Google Shape;9893;p63"/>
            <p:cNvSpPr/>
            <p:nvPr/>
          </p:nvSpPr>
          <p:spPr>
            <a:xfrm>
              <a:off x="5828241" y="2714300"/>
              <a:ext cx="13839" cy="41228"/>
            </a:xfrm>
            <a:custGeom>
              <a:avLst/>
              <a:gdLst/>
              <a:ahLst/>
              <a:cxnLst/>
              <a:rect l="l" t="t" r="r" b="b"/>
              <a:pathLst>
                <a:path w="527" h="1570" extrusionOk="0">
                  <a:moveTo>
                    <a:pt x="1" y="0"/>
                  </a:moveTo>
                  <a:lnTo>
                    <a:pt x="1" y="1312"/>
                  </a:lnTo>
                  <a:cubicBezTo>
                    <a:pt x="1" y="1455"/>
                    <a:pt x="115" y="1570"/>
                    <a:pt x="269" y="1570"/>
                  </a:cubicBezTo>
                  <a:cubicBezTo>
                    <a:pt x="412" y="1570"/>
                    <a:pt x="527" y="1455"/>
                    <a:pt x="527" y="1312"/>
                  </a:cubicBezTo>
                  <a:lnTo>
                    <a:pt x="527"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4" name="Google Shape;9894;p63"/>
            <p:cNvSpPr/>
            <p:nvPr/>
          </p:nvSpPr>
          <p:spPr>
            <a:xfrm>
              <a:off x="5828241" y="2707263"/>
              <a:ext cx="13839" cy="27678"/>
            </a:xfrm>
            <a:custGeom>
              <a:avLst/>
              <a:gdLst/>
              <a:ahLst/>
              <a:cxnLst/>
              <a:rect l="l" t="t" r="r" b="b"/>
              <a:pathLst>
                <a:path w="527" h="1054" extrusionOk="0">
                  <a:moveTo>
                    <a:pt x="1" y="1"/>
                  </a:moveTo>
                  <a:lnTo>
                    <a:pt x="1" y="1053"/>
                  </a:lnTo>
                  <a:lnTo>
                    <a:pt x="527" y="1053"/>
                  </a:lnTo>
                  <a:lnTo>
                    <a:pt x="527"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5" name="Google Shape;9895;p63"/>
            <p:cNvSpPr/>
            <p:nvPr/>
          </p:nvSpPr>
          <p:spPr>
            <a:xfrm>
              <a:off x="5910671" y="2714300"/>
              <a:ext cx="13865" cy="41228"/>
            </a:xfrm>
            <a:custGeom>
              <a:avLst/>
              <a:gdLst/>
              <a:ahLst/>
              <a:cxnLst/>
              <a:rect l="l" t="t" r="r" b="b"/>
              <a:pathLst>
                <a:path w="528" h="1570" extrusionOk="0">
                  <a:moveTo>
                    <a:pt x="1" y="0"/>
                  </a:moveTo>
                  <a:lnTo>
                    <a:pt x="1" y="1312"/>
                  </a:lnTo>
                  <a:cubicBezTo>
                    <a:pt x="1" y="1455"/>
                    <a:pt x="125" y="1570"/>
                    <a:pt x="269" y="1570"/>
                  </a:cubicBezTo>
                  <a:cubicBezTo>
                    <a:pt x="412" y="1570"/>
                    <a:pt x="527" y="1455"/>
                    <a:pt x="527" y="1312"/>
                  </a:cubicBezTo>
                  <a:lnTo>
                    <a:pt x="527"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6" name="Google Shape;9896;p63"/>
            <p:cNvSpPr/>
            <p:nvPr/>
          </p:nvSpPr>
          <p:spPr>
            <a:xfrm>
              <a:off x="5910671" y="2707263"/>
              <a:ext cx="13865" cy="27678"/>
            </a:xfrm>
            <a:custGeom>
              <a:avLst/>
              <a:gdLst/>
              <a:ahLst/>
              <a:cxnLst/>
              <a:rect l="l" t="t" r="r" b="b"/>
              <a:pathLst>
                <a:path w="528" h="1054" extrusionOk="0">
                  <a:moveTo>
                    <a:pt x="1" y="1"/>
                  </a:moveTo>
                  <a:lnTo>
                    <a:pt x="1" y="1053"/>
                  </a:lnTo>
                  <a:lnTo>
                    <a:pt x="527" y="1053"/>
                  </a:lnTo>
                  <a:lnTo>
                    <a:pt x="527" y="1"/>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7" name="Google Shape;9897;p63"/>
            <p:cNvSpPr/>
            <p:nvPr/>
          </p:nvSpPr>
          <p:spPr>
            <a:xfrm>
              <a:off x="5828241" y="2604218"/>
              <a:ext cx="96295" cy="116883"/>
            </a:xfrm>
            <a:custGeom>
              <a:avLst/>
              <a:gdLst/>
              <a:ahLst/>
              <a:cxnLst/>
              <a:rect l="l" t="t" r="r" b="b"/>
              <a:pathLst>
                <a:path w="3667" h="4451" extrusionOk="0">
                  <a:moveTo>
                    <a:pt x="785" y="1"/>
                  </a:moveTo>
                  <a:cubicBezTo>
                    <a:pt x="355" y="1"/>
                    <a:pt x="1" y="355"/>
                    <a:pt x="1" y="785"/>
                  </a:cubicBezTo>
                  <a:lnTo>
                    <a:pt x="1" y="4192"/>
                  </a:lnTo>
                  <a:cubicBezTo>
                    <a:pt x="1" y="4336"/>
                    <a:pt x="115" y="4451"/>
                    <a:pt x="259" y="4451"/>
                  </a:cubicBezTo>
                  <a:lnTo>
                    <a:pt x="3408" y="4451"/>
                  </a:lnTo>
                  <a:cubicBezTo>
                    <a:pt x="3551" y="4451"/>
                    <a:pt x="3666" y="4336"/>
                    <a:pt x="3666" y="4192"/>
                  </a:cubicBezTo>
                  <a:lnTo>
                    <a:pt x="3666" y="785"/>
                  </a:lnTo>
                  <a:cubicBezTo>
                    <a:pt x="3666" y="355"/>
                    <a:pt x="3312" y="1"/>
                    <a:pt x="2881" y="1"/>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98" name="Google Shape;9898;p63"/>
            <p:cNvSpPr/>
            <p:nvPr/>
          </p:nvSpPr>
          <p:spPr>
            <a:xfrm>
              <a:off x="5815688" y="2439306"/>
              <a:ext cx="73896" cy="121216"/>
            </a:xfrm>
            <a:custGeom>
              <a:avLst/>
              <a:gdLst/>
              <a:ahLst/>
              <a:cxnLst/>
              <a:rect l="l" t="t" r="r" b="b"/>
              <a:pathLst>
                <a:path w="2814" h="4616" extrusionOk="0">
                  <a:moveTo>
                    <a:pt x="2373" y="1"/>
                  </a:moveTo>
                  <a:cubicBezTo>
                    <a:pt x="2351" y="1"/>
                    <a:pt x="2329" y="1"/>
                    <a:pt x="2307" y="3"/>
                  </a:cubicBezTo>
                  <a:cubicBezTo>
                    <a:pt x="1302" y="3"/>
                    <a:pt x="546" y="835"/>
                    <a:pt x="479" y="1850"/>
                  </a:cubicBezTo>
                  <a:cubicBezTo>
                    <a:pt x="412" y="2587"/>
                    <a:pt x="268" y="3304"/>
                    <a:pt x="48" y="4003"/>
                  </a:cubicBezTo>
                  <a:cubicBezTo>
                    <a:pt x="0" y="4137"/>
                    <a:pt x="77" y="4290"/>
                    <a:pt x="211" y="4338"/>
                  </a:cubicBezTo>
                  <a:cubicBezTo>
                    <a:pt x="555" y="4462"/>
                    <a:pt x="909" y="4548"/>
                    <a:pt x="1273" y="4615"/>
                  </a:cubicBezTo>
                  <a:cubicBezTo>
                    <a:pt x="1263" y="4558"/>
                    <a:pt x="1263" y="4501"/>
                    <a:pt x="1273" y="4453"/>
                  </a:cubicBezTo>
                  <a:cubicBezTo>
                    <a:pt x="1464" y="3668"/>
                    <a:pt x="1589" y="2864"/>
                    <a:pt x="1646" y="2060"/>
                  </a:cubicBezTo>
                  <a:cubicBezTo>
                    <a:pt x="1694" y="1113"/>
                    <a:pt x="2153" y="309"/>
                    <a:pt x="2814" y="70"/>
                  </a:cubicBezTo>
                  <a:cubicBezTo>
                    <a:pt x="2672" y="28"/>
                    <a:pt x="2523" y="1"/>
                    <a:pt x="237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99" name="Google Shape;9899;p63"/>
          <p:cNvGrpSpPr/>
          <p:nvPr/>
        </p:nvGrpSpPr>
        <p:grpSpPr>
          <a:xfrm>
            <a:off x="6225747" y="2280183"/>
            <a:ext cx="351359" cy="363412"/>
            <a:chOff x="6230360" y="2432583"/>
            <a:chExt cx="351359" cy="363412"/>
          </a:xfrm>
        </p:grpSpPr>
        <p:sp>
          <p:nvSpPr>
            <p:cNvPr id="9900" name="Google Shape;9900;p63"/>
            <p:cNvSpPr/>
            <p:nvPr/>
          </p:nvSpPr>
          <p:spPr>
            <a:xfrm>
              <a:off x="6361791" y="2432583"/>
              <a:ext cx="219928" cy="325230"/>
            </a:xfrm>
            <a:custGeom>
              <a:avLst/>
              <a:gdLst/>
              <a:ahLst/>
              <a:cxnLst/>
              <a:rect l="l" t="t" r="r" b="b"/>
              <a:pathLst>
                <a:path w="8375" h="12385" extrusionOk="0">
                  <a:moveTo>
                    <a:pt x="354" y="0"/>
                  </a:moveTo>
                  <a:cubicBezTo>
                    <a:pt x="287" y="0"/>
                    <a:pt x="0" y="19"/>
                    <a:pt x="0" y="278"/>
                  </a:cubicBezTo>
                  <a:lnTo>
                    <a:pt x="0" y="1531"/>
                  </a:lnTo>
                  <a:lnTo>
                    <a:pt x="3608" y="1531"/>
                  </a:lnTo>
                  <a:lnTo>
                    <a:pt x="6231" y="4154"/>
                  </a:lnTo>
                  <a:lnTo>
                    <a:pt x="6231" y="12384"/>
                  </a:lnTo>
                  <a:lnTo>
                    <a:pt x="8039" y="12384"/>
                  </a:lnTo>
                  <a:cubicBezTo>
                    <a:pt x="8116" y="12384"/>
                    <a:pt x="8374" y="12346"/>
                    <a:pt x="8374" y="12107"/>
                  </a:cubicBezTo>
                  <a:lnTo>
                    <a:pt x="8374" y="12097"/>
                  </a:lnTo>
                  <a:lnTo>
                    <a:pt x="8374" y="2661"/>
                  </a:lnTo>
                  <a:lnTo>
                    <a:pt x="6891" y="1474"/>
                  </a:lnTo>
                  <a:lnTo>
                    <a:pt x="5714"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1" name="Google Shape;9901;p63"/>
            <p:cNvSpPr/>
            <p:nvPr/>
          </p:nvSpPr>
          <p:spPr>
            <a:xfrm>
              <a:off x="6361791" y="2432583"/>
              <a:ext cx="9585" cy="40230"/>
            </a:xfrm>
            <a:custGeom>
              <a:avLst/>
              <a:gdLst/>
              <a:ahLst/>
              <a:cxnLst/>
              <a:rect l="l" t="t" r="r" b="b"/>
              <a:pathLst>
                <a:path w="365" h="1532" extrusionOk="0">
                  <a:moveTo>
                    <a:pt x="354" y="0"/>
                  </a:moveTo>
                  <a:cubicBezTo>
                    <a:pt x="287" y="0"/>
                    <a:pt x="0" y="19"/>
                    <a:pt x="0" y="278"/>
                  </a:cubicBezTo>
                  <a:lnTo>
                    <a:pt x="0" y="1531"/>
                  </a:lnTo>
                  <a:lnTo>
                    <a:pt x="364" y="1531"/>
                  </a:lnTo>
                  <a:lnTo>
                    <a:pt x="36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2" name="Google Shape;9902;p63"/>
            <p:cNvSpPr/>
            <p:nvPr/>
          </p:nvSpPr>
          <p:spPr>
            <a:xfrm>
              <a:off x="6510817" y="2432583"/>
              <a:ext cx="70403" cy="70377"/>
            </a:xfrm>
            <a:custGeom>
              <a:avLst/>
              <a:gdLst/>
              <a:ahLst/>
              <a:cxnLst/>
              <a:rect l="l" t="t" r="r" b="b"/>
              <a:pathLst>
                <a:path w="2681" h="2680" extrusionOk="0">
                  <a:moveTo>
                    <a:pt x="1" y="0"/>
                  </a:moveTo>
                  <a:lnTo>
                    <a:pt x="1" y="2192"/>
                  </a:lnTo>
                  <a:cubicBezTo>
                    <a:pt x="29" y="2364"/>
                    <a:pt x="135" y="2651"/>
                    <a:pt x="632" y="2680"/>
                  </a:cubicBezTo>
                  <a:lnTo>
                    <a:pt x="2680" y="2680"/>
                  </a:lnTo>
                  <a:lnTo>
                    <a:pt x="1"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3" name="Google Shape;9903;p63"/>
            <p:cNvSpPr/>
            <p:nvPr/>
          </p:nvSpPr>
          <p:spPr>
            <a:xfrm>
              <a:off x="6361791" y="2469006"/>
              <a:ext cx="107088" cy="16124"/>
            </a:xfrm>
            <a:custGeom>
              <a:avLst/>
              <a:gdLst/>
              <a:ahLst/>
              <a:cxnLst/>
              <a:rect l="l" t="t" r="r" b="b"/>
              <a:pathLst>
                <a:path w="4078" h="614" extrusionOk="0">
                  <a:moveTo>
                    <a:pt x="0" y="1"/>
                  </a:moveTo>
                  <a:lnTo>
                    <a:pt x="0" y="144"/>
                  </a:lnTo>
                  <a:lnTo>
                    <a:pt x="3608" y="144"/>
                  </a:lnTo>
                  <a:lnTo>
                    <a:pt x="4077" y="613"/>
                  </a:lnTo>
                  <a:lnTo>
                    <a:pt x="4077"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4" name="Google Shape;9904;p63"/>
            <p:cNvSpPr/>
            <p:nvPr/>
          </p:nvSpPr>
          <p:spPr>
            <a:xfrm>
              <a:off x="6465571" y="2469006"/>
              <a:ext cx="73160" cy="288807"/>
            </a:xfrm>
            <a:custGeom>
              <a:avLst/>
              <a:gdLst/>
              <a:ahLst/>
              <a:cxnLst/>
              <a:rect l="l" t="t" r="r" b="b"/>
              <a:pathLst>
                <a:path w="2786" h="10998" extrusionOk="0">
                  <a:moveTo>
                    <a:pt x="125" y="1"/>
                  </a:moveTo>
                  <a:lnTo>
                    <a:pt x="1" y="499"/>
                  </a:lnTo>
                  <a:lnTo>
                    <a:pt x="2279" y="2767"/>
                  </a:lnTo>
                  <a:lnTo>
                    <a:pt x="2279" y="10997"/>
                  </a:lnTo>
                  <a:lnTo>
                    <a:pt x="2786" y="10997"/>
                  </a:lnTo>
                  <a:lnTo>
                    <a:pt x="2786" y="2681"/>
                  </a:lnTo>
                  <a:lnTo>
                    <a:pt x="2786" y="2661"/>
                  </a:lnTo>
                  <a:lnTo>
                    <a:pt x="2767" y="2661"/>
                  </a:lnTo>
                  <a:lnTo>
                    <a:pt x="12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5" name="Google Shape;9905;p63"/>
            <p:cNvSpPr/>
            <p:nvPr/>
          </p:nvSpPr>
          <p:spPr>
            <a:xfrm>
              <a:off x="6309508" y="2469006"/>
              <a:ext cx="9585" cy="131983"/>
            </a:xfrm>
            <a:custGeom>
              <a:avLst/>
              <a:gdLst/>
              <a:ahLst/>
              <a:cxnLst/>
              <a:rect l="l" t="t" r="r" b="b"/>
              <a:pathLst>
                <a:path w="365" h="5026" extrusionOk="0">
                  <a:moveTo>
                    <a:pt x="345" y="1"/>
                  </a:moveTo>
                  <a:cubicBezTo>
                    <a:pt x="288" y="1"/>
                    <a:pt x="29" y="20"/>
                    <a:pt x="1" y="231"/>
                  </a:cubicBezTo>
                  <a:lnTo>
                    <a:pt x="1" y="5025"/>
                  </a:lnTo>
                  <a:lnTo>
                    <a:pt x="364" y="4977"/>
                  </a:lnTo>
                  <a:lnTo>
                    <a:pt x="364" y="1"/>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6" name="Google Shape;9906;p63"/>
            <p:cNvSpPr/>
            <p:nvPr/>
          </p:nvSpPr>
          <p:spPr>
            <a:xfrm>
              <a:off x="6309770" y="2591692"/>
              <a:ext cx="134477" cy="201283"/>
            </a:xfrm>
            <a:custGeom>
              <a:avLst/>
              <a:gdLst/>
              <a:ahLst/>
              <a:cxnLst/>
              <a:rect l="l" t="t" r="r" b="b"/>
              <a:pathLst>
                <a:path w="5121" h="7665" extrusionOk="0">
                  <a:moveTo>
                    <a:pt x="1228" y="1"/>
                  </a:moveTo>
                  <a:cubicBezTo>
                    <a:pt x="824" y="1"/>
                    <a:pt x="411" y="64"/>
                    <a:pt x="0" y="200"/>
                  </a:cubicBezTo>
                  <a:lnTo>
                    <a:pt x="0" y="353"/>
                  </a:lnTo>
                  <a:lnTo>
                    <a:pt x="393" y="296"/>
                  </a:lnTo>
                  <a:lnTo>
                    <a:pt x="450" y="286"/>
                  </a:lnTo>
                  <a:lnTo>
                    <a:pt x="1292" y="286"/>
                  </a:lnTo>
                  <a:lnTo>
                    <a:pt x="1350" y="296"/>
                  </a:lnTo>
                  <a:lnTo>
                    <a:pt x="1388" y="296"/>
                  </a:lnTo>
                  <a:lnTo>
                    <a:pt x="1436" y="305"/>
                  </a:lnTo>
                  <a:lnTo>
                    <a:pt x="1484" y="315"/>
                  </a:lnTo>
                  <a:lnTo>
                    <a:pt x="1532" y="325"/>
                  </a:lnTo>
                  <a:lnTo>
                    <a:pt x="1570" y="325"/>
                  </a:lnTo>
                  <a:lnTo>
                    <a:pt x="1627" y="334"/>
                  </a:lnTo>
                  <a:lnTo>
                    <a:pt x="1666" y="344"/>
                  </a:lnTo>
                  <a:lnTo>
                    <a:pt x="1713" y="363"/>
                  </a:lnTo>
                  <a:lnTo>
                    <a:pt x="1761" y="372"/>
                  </a:lnTo>
                  <a:lnTo>
                    <a:pt x="1809" y="382"/>
                  </a:lnTo>
                  <a:lnTo>
                    <a:pt x="1847" y="392"/>
                  </a:lnTo>
                  <a:lnTo>
                    <a:pt x="1895" y="401"/>
                  </a:lnTo>
                  <a:lnTo>
                    <a:pt x="1905" y="401"/>
                  </a:lnTo>
                  <a:lnTo>
                    <a:pt x="1934" y="411"/>
                  </a:lnTo>
                  <a:lnTo>
                    <a:pt x="1981" y="430"/>
                  </a:lnTo>
                  <a:lnTo>
                    <a:pt x="1991" y="430"/>
                  </a:lnTo>
                  <a:lnTo>
                    <a:pt x="2020" y="439"/>
                  </a:lnTo>
                  <a:lnTo>
                    <a:pt x="2068" y="459"/>
                  </a:lnTo>
                  <a:lnTo>
                    <a:pt x="2106" y="468"/>
                  </a:lnTo>
                  <a:lnTo>
                    <a:pt x="2154" y="487"/>
                  </a:lnTo>
                  <a:lnTo>
                    <a:pt x="2173" y="497"/>
                  </a:lnTo>
                  <a:lnTo>
                    <a:pt x="2192" y="497"/>
                  </a:lnTo>
                  <a:lnTo>
                    <a:pt x="2249" y="526"/>
                  </a:lnTo>
                  <a:lnTo>
                    <a:pt x="2259" y="526"/>
                  </a:lnTo>
                  <a:lnTo>
                    <a:pt x="2278" y="535"/>
                  </a:lnTo>
                  <a:lnTo>
                    <a:pt x="2335" y="554"/>
                  </a:lnTo>
                  <a:lnTo>
                    <a:pt x="2364" y="564"/>
                  </a:lnTo>
                  <a:lnTo>
                    <a:pt x="2450" y="602"/>
                  </a:lnTo>
                  <a:lnTo>
                    <a:pt x="2460" y="602"/>
                  </a:lnTo>
                  <a:lnTo>
                    <a:pt x="2527" y="640"/>
                  </a:lnTo>
                  <a:lnTo>
                    <a:pt x="2556" y="660"/>
                  </a:lnTo>
                  <a:lnTo>
                    <a:pt x="2613" y="688"/>
                  </a:lnTo>
                  <a:lnTo>
                    <a:pt x="2642" y="707"/>
                  </a:lnTo>
                  <a:lnTo>
                    <a:pt x="2690" y="727"/>
                  </a:lnTo>
                  <a:lnTo>
                    <a:pt x="2709" y="746"/>
                  </a:lnTo>
                  <a:lnTo>
                    <a:pt x="2728" y="755"/>
                  </a:lnTo>
                  <a:lnTo>
                    <a:pt x="2766" y="774"/>
                  </a:lnTo>
                  <a:lnTo>
                    <a:pt x="2795" y="794"/>
                  </a:lnTo>
                  <a:lnTo>
                    <a:pt x="2804" y="794"/>
                  </a:lnTo>
                  <a:lnTo>
                    <a:pt x="2843" y="822"/>
                  </a:lnTo>
                  <a:lnTo>
                    <a:pt x="2881" y="851"/>
                  </a:lnTo>
                  <a:lnTo>
                    <a:pt x="2919" y="880"/>
                  </a:lnTo>
                  <a:lnTo>
                    <a:pt x="2948" y="899"/>
                  </a:lnTo>
                  <a:lnTo>
                    <a:pt x="2996" y="927"/>
                  </a:lnTo>
                  <a:lnTo>
                    <a:pt x="3025" y="947"/>
                  </a:lnTo>
                  <a:lnTo>
                    <a:pt x="3063" y="975"/>
                  </a:lnTo>
                  <a:lnTo>
                    <a:pt x="3092" y="1004"/>
                  </a:lnTo>
                  <a:lnTo>
                    <a:pt x="3139" y="1033"/>
                  </a:lnTo>
                  <a:lnTo>
                    <a:pt x="3168" y="1061"/>
                  </a:lnTo>
                  <a:lnTo>
                    <a:pt x="3206" y="1090"/>
                  </a:lnTo>
                  <a:lnTo>
                    <a:pt x="3235" y="1119"/>
                  </a:lnTo>
                  <a:lnTo>
                    <a:pt x="3273" y="1148"/>
                  </a:lnTo>
                  <a:lnTo>
                    <a:pt x="3302" y="1176"/>
                  </a:lnTo>
                  <a:lnTo>
                    <a:pt x="3340" y="1205"/>
                  </a:lnTo>
                  <a:lnTo>
                    <a:pt x="3369" y="1234"/>
                  </a:lnTo>
                  <a:lnTo>
                    <a:pt x="3407" y="1272"/>
                  </a:lnTo>
                  <a:lnTo>
                    <a:pt x="3436" y="1301"/>
                  </a:lnTo>
                  <a:lnTo>
                    <a:pt x="3474" y="1339"/>
                  </a:lnTo>
                  <a:lnTo>
                    <a:pt x="3493" y="1368"/>
                  </a:lnTo>
                  <a:lnTo>
                    <a:pt x="3541" y="1406"/>
                  </a:lnTo>
                  <a:lnTo>
                    <a:pt x="3560" y="1444"/>
                  </a:lnTo>
                  <a:lnTo>
                    <a:pt x="3580" y="1454"/>
                  </a:lnTo>
                  <a:cubicBezTo>
                    <a:pt x="3809" y="1712"/>
                    <a:pt x="4001" y="1999"/>
                    <a:pt x="4154" y="2306"/>
                  </a:cubicBezTo>
                  <a:lnTo>
                    <a:pt x="4154" y="2325"/>
                  </a:lnTo>
                  <a:lnTo>
                    <a:pt x="4163" y="2344"/>
                  </a:lnTo>
                  <a:lnTo>
                    <a:pt x="4192" y="2401"/>
                  </a:lnTo>
                  <a:cubicBezTo>
                    <a:pt x="4403" y="2861"/>
                    <a:pt x="4508" y="3358"/>
                    <a:pt x="4508" y="3856"/>
                  </a:cubicBezTo>
                  <a:lnTo>
                    <a:pt x="4508" y="3885"/>
                  </a:lnTo>
                  <a:lnTo>
                    <a:pt x="4508" y="4000"/>
                  </a:lnTo>
                  <a:lnTo>
                    <a:pt x="4508" y="4038"/>
                  </a:lnTo>
                  <a:lnTo>
                    <a:pt x="4508" y="4134"/>
                  </a:lnTo>
                  <a:lnTo>
                    <a:pt x="4508" y="4153"/>
                  </a:lnTo>
                  <a:cubicBezTo>
                    <a:pt x="4508" y="4191"/>
                    <a:pt x="4498" y="4229"/>
                    <a:pt x="4498" y="4277"/>
                  </a:cubicBezTo>
                  <a:lnTo>
                    <a:pt x="4498" y="4296"/>
                  </a:lnTo>
                  <a:cubicBezTo>
                    <a:pt x="4498" y="4325"/>
                    <a:pt x="4489" y="4354"/>
                    <a:pt x="4489" y="4392"/>
                  </a:cubicBezTo>
                  <a:lnTo>
                    <a:pt x="4489" y="4421"/>
                  </a:lnTo>
                  <a:cubicBezTo>
                    <a:pt x="4470" y="4497"/>
                    <a:pt x="4460" y="4574"/>
                    <a:pt x="4441" y="4641"/>
                  </a:cubicBezTo>
                  <a:lnTo>
                    <a:pt x="4441" y="4669"/>
                  </a:lnTo>
                  <a:cubicBezTo>
                    <a:pt x="4441" y="4698"/>
                    <a:pt x="4431" y="4736"/>
                    <a:pt x="4422" y="4765"/>
                  </a:cubicBezTo>
                  <a:lnTo>
                    <a:pt x="4422" y="4784"/>
                  </a:lnTo>
                  <a:cubicBezTo>
                    <a:pt x="4412" y="4823"/>
                    <a:pt x="4403" y="4861"/>
                    <a:pt x="4393" y="4899"/>
                  </a:cubicBezTo>
                  <a:lnTo>
                    <a:pt x="4393" y="4909"/>
                  </a:lnTo>
                  <a:cubicBezTo>
                    <a:pt x="4384" y="4937"/>
                    <a:pt x="4374" y="4976"/>
                    <a:pt x="4364" y="5004"/>
                  </a:cubicBezTo>
                  <a:lnTo>
                    <a:pt x="4355" y="5033"/>
                  </a:lnTo>
                  <a:cubicBezTo>
                    <a:pt x="4336" y="5100"/>
                    <a:pt x="4307" y="5177"/>
                    <a:pt x="4278" y="5244"/>
                  </a:cubicBezTo>
                  <a:lnTo>
                    <a:pt x="4269" y="5263"/>
                  </a:lnTo>
                  <a:lnTo>
                    <a:pt x="4230" y="5359"/>
                  </a:lnTo>
                  <a:lnTo>
                    <a:pt x="4221" y="5368"/>
                  </a:lnTo>
                  <a:cubicBezTo>
                    <a:pt x="4202" y="5406"/>
                    <a:pt x="4192" y="5445"/>
                    <a:pt x="4173" y="5473"/>
                  </a:cubicBezTo>
                  <a:cubicBezTo>
                    <a:pt x="4154" y="5512"/>
                    <a:pt x="4144" y="5540"/>
                    <a:pt x="4125" y="5569"/>
                  </a:cubicBezTo>
                  <a:lnTo>
                    <a:pt x="4116" y="5588"/>
                  </a:lnTo>
                  <a:cubicBezTo>
                    <a:pt x="4077" y="5655"/>
                    <a:pt x="4039" y="5722"/>
                    <a:pt x="4001" y="5789"/>
                  </a:cubicBezTo>
                  <a:lnTo>
                    <a:pt x="3991" y="5799"/>
                  </a:lnTo>
                  <a:lnTo>
                    <a:pt x="3934" y="5894"/>
                  </a:lnTo>
                  <a:lnTo>
                    <a:pt x="3934" y="5904"/>
                  </a:lnTo>
                  <a:cubicBezTo>
                    <a:pt x="3886" y="5961"/>
                    <a:pt x="3838" y="6028"/>
                    <a:pt x="3790" y="6095"/>
                  </a:cubicBezTo>
                  <a:lnTo>
                    <a:pt x="3790" y="6105"/>
                  </a:lnTo>
                  <a:cubicBezTo>
                    <a:pt x="3742" y="6162"/>
                    <a:pt x="3685" y="6220"/>
                    <a:pt x="3637" y="6287"/>
                  </a:cubicBezTo>
                  <a:lnTo>
                    <a:pt x="3560" y="6373"/>
                  </a:lnTo>
                  <a:cubicBezTo>
                    <a:pt x="3503" y="6430"/>
                    <a:pt x="3446" y="6488"/>
                    <a:pt x="3388" y="6536"/>
                  </a:cubicBezTo>
                  <a:cubicBezTo>
                    <a:pt x="3245" y="6679"/>
                    <a:pt x="3082" y="6804"/>
                    <a:pt x="2910" y="6909"/>
                  </a:cubicBezTo>
                  <a:cubicBezTo>
                    <a:pt x="2814" y="6976"/>
                    <a:pt x="2709" y="7043"/>
                    <a:pt x="2594" y="7100"/>
                  </a:cubicBezTo>
                  <a:lnTo>
                    <a:pt x="1522" y="7665"/>
                  </a:lnTo>
                  <a:lnTo>
                    <a:pt x="2029" y="7665"/>
                  </a:lnTo>
                  <a:cubicBezTo>
                    <a:pt x="3819" y="7282"/>
                    <a:pt x="5101" y="5722"/>
                    <a:pt x="5120" y="3894"/>
                  </a:cubicBezTo>
                  <a:cubicBezTo>
                    <a:pt x="5120" y="1676"/>
                    <a:pt x="3298" y="1"/>
                    <a:pt x="1228" y="1"/>
                  </a:cubicBez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7" name="Google Shape;9907;p63"/>
            <p:cNvSpPr/>
            <p:nvPr/>
          </p:nvSpPr>
          <p:spPr>
            <a:xfrm>
              <a:off x="6310768" y="2468507"/>
              <a:ext cx="219691" cy="325230"/>
            </a:xfrm>
            <a:custGeom>
              <a:avLst/>
              <a:gdLst/>
              <a:ahLst/>
              <a:cxnLst/>
              <a:rect l="l" t="t" r="r" b="b"/>
              <a:pathLst>
                <a:path w="8366" h="12385" extrusionOk="0">
                  <a:moveTo>
                    <a:pt x="345" y="1"/>
                  </a:moveTo>
                  <a:cubicBezTo>
                    <a:pt x="278" y="1"/>
                    <a:pt x="10" y="20"/>
                    <a:pt x="1" y="259"/>
                  </a:cubicBezTo>
                  <a:lnTo>
                    <a:pt x="10" y="5025"/>
                  </a:lnTo>
                  <a:lnTo>
                    <a:pt x="403" y="4968"/>
                  </a:lnTo>
                  <a:lnTo>
                    <a:pt x="1398" y="4968"/>
                  </a:lnTo>
                  <a:lnTo>
                    <a:pt x="1446" y="4977"/>
                  </a:lnTo>
                  <a:lnTo>
                    <a:pt x="1494" y="4987"/>
                  </a:lnTo>
                  <a:lnTo>
                    <a:pt x="1541" y="4996"/>
                  </a:lnTo>
                  <a:lnTo>
                    <a:pt x="1580" y="5006"/>
                  </a:lnTo>
                  <a:lnTo>
                    <a:pt x="1637" y="5016"/>
                  </a:lnTo>
                  <a:lnTo>
                    <a:pt x="1675" y="5025"/>
                  </a:lnTo>
                  <a:lnTo>
                    <a:pt x="1723" y="5035"/>
                  </a:lnTo>
                  <a:lnTo>
                    <a:pt x="1771" y="5044"/>
                  </a:lnTo>
                  <a:lnTo>
                    <a:pt x="1819" y="5054"/>
                  </a:lnTo>
                  <a:lnTo>
                    <a:pt x="1857" y="5063"/>
                  </a:lnTo>
                  <a:lnTo>
                    <a:pt x="1905" y="5083"/>
                  </a:lnTo>
                  <a:lnTo>
                    <a:pt x="1915" y="5083"/>
                  </a:lnTo>
                  <a:lnTo>
                    <a:pt x="1943" y="5092"/>
                  </a:lnTo>
                  <a:lnTo>
                    <a:pt x="1991" y="5102"/>
                  </a:lnTo>
                  <a:lnTo>
                    <a:pt x="2001" y="5102"/>
                  </a:lnTo>
                  <a:lnTo>
                    <a:pt x="2030" y="5111"/>
                  </a:lnTo>
                  <a:lnTo>
                    <a:pt x="2077" y="5130"/>
                  </a:lnTo>
                  <a:lnTo>
                    <a:pt x="2116" y="5140"/>
                  </a:lnTo>
                  <a:lnTo>
                    <a:pt x="2164" y="5159"/>
                  </a:lnTo>
                  <a:lnTo>
                    <a:pt x="2183" y="5169"/>
                  </a:lnTo>
                  <a:lnTo>
                    <a:pt x="2202" y="5178"/>
                  </a:lnTo>
                  <a:lnTo>
                    <a:pt x="2259" y="5197"/>
                  </a:lnTo>
                  <a:lnTo>
                    <a:pt x="2269" y="5197"/>
                  </a:lnTo>
                  <a:lnTo>
                    <a:pt x="2288" y="5207"/>
                  </a:lnTo>
                  <a:lnTo>
                    <a:pt x="2345" y="5226"/>
                  </a:lnTo>
                  <a:lnTo>
                    <a:pt x="2374" y="5245"/>
                  </a:lnTo>
                  <a:lnTo>
                    <a:pt x="2460" y="5284"/>
                  </a:lnTo>
                  <a:lnTo>
                    <a:pt x="2470" y="5284"/>
                  </a:lnTo>
                  <a:lnTo>
                    <a:pt x="2537" y="5322"/>
                  </a:lnTo>
                  <a:lnTo>
                    <a:pt x="2565" y="5331"/>
                  </a:lnTo>
                  <a:lnTo>
                    <a:pt x="2623" y="5360"/>
                  </a:lnTo>
                  <a:lnTo>
                    <a:pt x="2652" y="5379"/>
                  </a:lnTo>
                  <a:lnTo>
                    <a:pt x="2699" y="5408"/>
                  </a:lnTo>
                  <a:lnTo>
                    <a:pt x="2719" y="5418"/>
                  </a:lnTo>
                  <a:lnTo>
                    <a:pt x="2738" y="5427"/>
                  </a:lnTo>
                  <a:lnTo>
                    <a:pt x="2776" y="5446"/>
                  </a:lnTo>
                  <a:lnTo>
                    <a:pt x="2805" y="5465"/>
                  </a:lnTo>
                  <a:lnTo>
                    <a:pt x="2814" y="5475"/>
                  </a:lnTo>
                  <a:lnTo>
                    <a:pt x="2853" y="5504"/>
                  </a:lnTo>
                  <a:lnTo>
                    <a:pt x="2891" y="5523"/>
                  </a:lnTo>
                  <a:lnTo>
                    <a:pt x="2929" y="5552"/>
                  </a:lnTo>
                  <a:lnTo>
                    <a:pt x="2958" y="5571"/>
                  </a:lnTo>
                  <a:lnTo>
                    <a:pt x="2996" y="5599"/>
                  </a:lnTo>
                  <a:lnTo>
                    <a:pt x="3034" y="5628"/>
                  </a:lnTo>
                  <a:lnTo>
                    <a:pt x="3073" y="5657"/>
                  </a:lnTo>
                  <a:lnTo>
                    <a:pt x="3101" y="5676"/>
                  </a:lnTo>
                  <a:lnTo>
                    <a:pt x="3149" y="5705"/>
                  </a:lnTo>
                  <a:lnTo>
                    <a:pt x="3178" y="5733"/>
                  </a:lnTo>
                  <a:lnTo>
                    <a:pt x="3216" y="5762"/>
                  </a:lnTo>
                  <a:lnTo>
                    <a:pt x="3245" y="5791"/>
                  </a:lnTo>
                  <a:lnTo>
                    <a:pt x="3283" y="5819"/>
                  </a:lnTo>
                  <a:lnTo>
                    <a:pt x="3312" y="5848"/>
                  </a:lnTo>
                  <a:lnTo>
                    <a:pt x="3350" y="5886"/>
                  </a:lnTo>
                  <a:lnTo>
                    <a:pt x="3379" y="5915"/>
                  </a:lnTo>
                  <a:lnTo>
                    <a:pt x="3417" y="5953"/>
                  </a:lnTo>
                  <a:lnTo>
                    <a:pt x="3446" y="5973"/>
                  </a:lnTo>
                  <a:lnTo>
                    <a:pt x="3484" y="6020"/>
                  </a:lnTo>
                  <a:lnTo>
                    <a:pt x="3503" y="6040"/>
                  </a:lnTo>
                  <a:lnTo>
                    <a:pt x="3551" y="6078"/>
                  </a:lnTo>
                  <a:lnTo>
                    <a:pt x="3570" y="6116"/>
                  </a:lnTo>
                  <a:lnTo>
                    <a:pt x="3589" y="6126"/>
                  </a:lnTo>
                  <a:cubicBezTo>
                    <a:pt x="3819" y="6384"/>
                    <a:pt x="4011" y="6671"/>
                    <a:pt x="4164" y="6987"/>
                  </a:cubicBezTo>
                  <a:lnTo>
                    <a:pt x="4164" y="7006"/>
                  </a:lnTo>
                  <a:lnTo>
                    <a:pt x="4173" y="7016"/>
                  </a:lnTo>
                  <a:lnTo>
                    <a:pt x="4202" y="7073"/>
                  </a:lnTo>
                  <a:cubicBezTo>
                    <a:pt x="4413" y="7533"/>
                    <a:pt x="4518" y="8030"/>
                    <a:pt x="4518" y="8528"/>
                  </a:cubicBezTo>
                  <a:lnTo>
                    <a:pt x="4518" y="8557"/>
                  </a:lnTo>
                  <a:lnTo>
                    <a:pt x="4518" y="8681"/>
                  </a:lnTo>
                  <a:lnTo>
                    <a:pt x="4480" y="8748"/>
                  </a:lnTo>
                  <a:lnTo>
                    <a:pt x="4480" y="8853"/>
                  </a:lnTo>
                  <a:lnTo>
                    <a:pt x="4480" y="8872"/>
                  </a:lnTo>
                  <a:cubicBezTo>
                    <a:pt x="4480" y="8911"/>
                    <a:pt x="4470" y="8949"/>
                    <a:pt x="4470" y="8987"/>
                  </a:cubicBezTo>
                  <a:lnTo>
                    <a:pt x="4470" y="9016"/>
                  </a:lnTo>
                  <a:cubicBezTo>
                    <a:pt x="4470" y="9045"/>
                    <a:pt x="4460" y="9073"/>
                    <a:pt x="4460" y="9112"/>
                  </a:cubicBezTo>
                  <a:lnTo>
                    <a:pt x="4460" y="9140"/>
                  </a:lnTo>
                  <a:cubicBezTo>
                    <a:pt x="4441" y="9207"/>
                    <a:pt x="4432" y="9284"/>
                    <a:pt x="4413" y="9360"/>
                  </a:cubicBezTo>
                  <a:lnTo>
                    <a:pt x="4413" y="9389"/>
                  </a:lnTo>
                  <a:cubicBezTo>
                    <a:pt x="4413" y="9418"/>
                    <a:pt x="4403" y="9447"/>
                    <a:pt x="4393" y="9485"/>
                  </a:cubicBezTo>
                  <a:lnTo>
                    <a:pt x="4393" y="9504"/>
                  </a:lnTo>
                  <a:cubicBezTo>
                    <a:pt x="4384" y="9542"/>
                    <a:pt x="4374" y="9581"/>
                    <a:pt x="4365" y="9609"/>
                  </a:cubicBezTo>
                  <a:lnTo>
                    <a:pt x="4365" y="9628"/>
                  </a:lnTo>
                  <a:cubicBezTo>
                    <a:pt x="4355" y="9657"/>
                    <a:pt x="4346" y="9695"/>
                    <a:pt x="4336" y="9724"/>
                  </a:cubicBezTo>
                  <a:lnTo>
                    <a:pt x="4326" y="9743"/>
                  </a:lnTo>
                  <a:cubicBezTo>
                    <a:pt x="4307" y="9820"/>
                    <a:pt x="4279" y="9896"/>
                    <a:pt x="4250" y="9963"/>
                  </a:cubicBezTo>
                  <a:lnTo>
                    <a:pt x="4240" y="9983"/>
                  </a:lnTo>
                  <a:lnTo>
                    <a:pt x="4202" y="10069"/>
                  </a:lnTo>
                  <a:lnTo>
                    <a:pt x="4192" y="10088"/>
                  </a:lnTo>
                  <a:cubicBezTo>
                    <a:pt x="4173" y="10126"/>
                    <a:pt x="4164" y="10164"/>
                    <a:pt x="4145" y="10193"/>
                  </a:cubicBezTo>
                  <a:cubicBezTo>
                    <a:pt x="4125" y="10222"/>
                    <a:pt x="4116" y="10260"/>
                    <a:pt x="4097" y="10289"/>
                  </a:cubicBezTo>
                  <a:lnTo>
                    <a:pt x="4087" y="10308"/>
                  </a:lnTo>
                  <a:cubicBezTo>
                    <a:pt x="4049" y="10375"/>
                    <a:pt x="4011" y="10442"/>
                    <a:pt x="3972" y="10509"/>
                  </a:cubicBezTo>
                  <a:lnTo>
                    <a:pt x="3963" y="10518"/>
                  </a:lnTo>
                  <a:lnTo>
                    <a:pt x="3905" y="10614"/>
                  </a:lnTo>
                  <a:cubicBezTo>
                    <a:pt x="3857" y="10681"/>
                    <a:pt x="3810" y="10748"/>
                    <a:pt x="3762" y="10815"/>
                  </a:cubicBezTo>
                  <a:cubicBezTo>
                    <a:pt x="3714" y="10882"/>
                    <a:pt x="3656" y="10940"/>
                    <a:pt x="3609" y="11007"/>
                  </a:cubicBezTo>
                  <a:lnTo>
                    <a:pt x="3532" y="11093"/>
                  </a:lnTo>
                  <a:cubicBezTo>
                    <a:pt x="3475" y="11150"/>
                    <a:pt x="3417" y="11208"/>
                    <a:pt x="3360" y="11255"/>
                  </a:cubicBezTo>
                  <a:cubicBezTo>
                    <a:pt x="3216" y="11389"/>
                    <a:pt x="3054" y="11523"/>
                    <a:pt x="2881" y="11629"/>
                  </a:cubicBezTo>
                  <a:cubicBezTo>
                    <a:pt x="2786" y="11696"/>
                    <a:pt x="2680" y="11763"/>
                    <a:pt x="2565" y="11820"/>
                  </a:cubicBezTo>
                  <a:lnTo>
                    <a:pt x="1494" y="12385"/>
                  </a:lnTo>
                  <a:lnTo>
                    <a:pt x="8030" y="12385"/>
                  </a:lnTo>
                  <a:cubicBezTo>
                    <a:pt x="8116" y="12385"/>
                    <a:pt x="8365" y="12346"/>
                    <a:pt x="8365" y="12107"/>
                  </a:cubicBezTo>
                  <a:lnTo>
                    <a:pt x="8365" y="2661"/>
                  </a:lnTo>
                  <a:lnTo>
                    <a:pt x="6968" y="1398"/>
                  </a:lnTo>
                  <a:lnTo>
                    <a:pt x="5705" y="1"/>
                  </a:lnTo>
                  <a:close/>
                </a:path>
              </a:pathLst>
            </a:custGeom>
            <a:solidFill>
              <a:srgbClr val="DE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8" name="Google Shape;9908;p63"/>
            <p:cNvSpPr/>
            <p:nvPr/>
          </p:nvSpPr>
          <p:spPr>
            <a:xfrm>
              <a:off x="6230360" y="2591666"/>
              <a:ext cx="204329" cy="204329"/>
            </a:xfrm>
            <a:custGeom>
              <a:avLst/>
              <a:gdLst/>
              <a:ahLst/>
              <a:cxnLst/>
              <a:rect l="l" t="t" r="r" b="b"/>
              <a:pathLst>
                <a:path w="7781" h="7781" extrusionOk="0">
                  <a:moveTo>
                    <a:pt x="3895" y="0"/>
                  </a:moveTo>
                  <a:cubicBezTo>
                    <a:pt x="1742" y="0"/>
                    <a:pt x="0" y="1742"/>
                    <a:pt x="0" y="3895"/>
                  </a:cubicBezTo>
                  <a:cubicBezTo>
                    <a:pt x="0" y="6039"/>
                    <a:pt x="1742" y="7781"/>
                    <a:pt x="3895" y="7781"/>
                  </a:cubicBezTo>
                  <a:cubicBezTo>
                    <a:pt x="6049" y="7781"/>
                    <a:pt x="7781" y="6039"/>
                    <a:pt x="7781" y="3895"/>
                  </a:cubicBezTo>
                  <a:cubicBezTo>
                    <a:pt x="7781" y="1742"/>
                    <a:pt x="6049" y="0"/>
                    <a:pt x="3895" y="0"/>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09" name="Google Shape;9909;p63"/>
            <p:cNvSpPr/>
            <p:nvPr/>
          </p:nvSpPr>
          <p:spPr>
            <a:xfrm>
              <a:off x="6234115" y="2591666"/>
              <a:ext cx="104331" cy="204329"/>
            </a:xfrm>
            <a:custGeom>
              <a:avLst/>
              <a:gdLst/>
              <a:ahLst/>
              <a:cxnLst/>
              <a:rect l="l" t="t" r="r" b="b"/>
              <a:pathLst>
                <a:path w="3973" h="7781" extrusionOk="0">
                  <a:moveTo>
                    <a:pt x="3752" y="0"/>
                  </a:moveTo>
                  <a:cubicBezTo>
                    <a:pt x="1656" y="77"/>
                    <a:pt x="1" y="1799"/>
                    <a:pt x="1" y="3895"/>
                  </a:cubicBezTo>
                  <a:cubicBezTo>
                    <a:pt x="1" y="5991"/>
                    <a:pt x="1656" y="7704"/>
                    <a:pt x="3752" y="7781"/>
                  </a:cubicBezTo>
                  <a:cubicBezTo>
                    <a:pt x="3829" y="7781"/>
                    <a:pt x="3896" y="7781"/>
                    <a:pt x="3972" y="7771"/>
                  </a:cubicBezTo>
                  <a:cubicBezTo>
                    <a:pt x="1915" y="7656"/>
                    <a:pt x="307" y="5953"/>
                    <a:pt x="297" y="3895"/>
                  </a:cubicBezTo>
                  <a:cubicBezTo>
                    <a:pt x="297" y="1828"/>
                    <a:pt x="1915" y="125"/>
                    <a:pt x="3972" y="10"/>
                  </a:cubicBezTo>
                  <a:cubicBezTo>
                    <a:pt x="3896" y="10"/>
                    <a:pt x="3829" y="0"/>
                    <a:pt x="3752"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0" name="Google Shape;9910;p63"/>
            <p:cNvSpPr/>
            <p:nvPr/>
          </p:nvSpPr>
          <p:spPr>
            <a:xfrm>
              <a:off x="6262528" y="2728875"/>
              <a:ext cx="140491" cy="67121"/>
            </a:xfrm>
            <a:custGeom>
              <a:avLst/>
              <a:gdLst/>
              <a:ahLst/>
              <a:cxnLst/>
              <a:rect l="l" t="t" r="r" b="b"/>
              <a:pathLst>
                <a:path w="5350" h="2556" extrusionOk="0">
                  <a:moveTo>
                    <a:pt x="3254" y="1"/>
                  </a:moveTo>
                  <a:lnTo>
                    <a:pt x="2680" y="594"/>
                  </a:lnTo>
                  <a:lnTo>
                    <a:pt x="2077" y="10"/>
                  </a:lnTo>
                  <a:lnTo>
                    <a:pt x="861" y="489"/>
                  </a:lnTo>
                  <a:cubicBezTo>
                    <a:pt x="517" y="623"/>
                    <a:pt x="249" y="891"/>
                    <a:pt x="105" y="1235"/>
                  </a:cubicBezTo>
                  <a:lnTo>
                    <a:pt x="0" y="1494"/>
                  </a:lnTo>
                  <a:lnTo>
                    <a:pt x="211" y="1666"/>
                  </a:lnTo>
                  <a:cubicBezTo>
                    <a:pt x="924" y="2259"/>
                    <a:pt x="1799" y="2556"/>
                    <a:pt x="2675" y="2556"/>
                  </a:cubicBezTo>
                  <a:cubicBezTo>
                    <a:pt x="3551" y="2556"/>
                    <a:pt x="4426" y="2259"/>
                    <a:pt x="5139" y="1666"/>
                  </a:cubicBezTo>
                  <a:lnTo>
                    <a:pt x="5350" y="1494"/>
                  </a:lnTo>
                  <a:lnTo>
                    <a:pt x="5245" y="1245"/>
                  </a:lnTo>
                  <a:cubicBezTo>
                    <a:pt x="5101" y="900"/>
                    <a:pt x="4833" y="632"/>
                    <a:pt x="4489" y="489"/>
                  </a:cubicBezTo>
                  <a:lnTo>
                    <a:pt x="3254"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1" name="Google Shape;9911;p63"/>
            <p:cNvSpPr/>
            <p:nvPr/>
          </p:nvSpPr>
          <p:spPr>
            <a:xfrm>
              <a:off x="6262528" y="2729137"/>
              <a:ext cx="74920" cy="66858"/>
            </a:xfrm>
            <a:custGeom>
              <a:avLst/>
              <a:gdLst/>
              <a:ahLst/>
              <a:cxnLst/>
              <a:rect l="l" t="t" r="r" b="b"/>
              <a:pathLst>
                <a:path w="2853" h="2546" extrusionOk="0">
                  <a:moveTo>
                    <a:pt x="2077" y="0"/>
                  </a:moveTo>
                  <a:lnTo>
                    <a:pt x="852" y="479"/>
                  </a:lnTo>
                  <a:cubicBezTo>
                    <a:pt x="507" y="622"/>
                    <a:pt x="239" y="890"/>
                    <a:pt x="96" y="1225"/>
                  </a:cubicBezTo>
                  <a:lnTo>
                    <a:pt x="0" y="1493"/>
                  </a:lnTo>
                  <a:lnTo>
                    <a:pt x="201" y="1665"/>
                  </a:lnTo>
                  <a:cubicBezTo>
                    <a:pt x="900" y="2230"/>
                    <a:pt x="1771" y="2546"/>
                    <a:pt x="2670" y="2546"/>
                  </a:cubicBezTo>
                  <a:lnTo>
                    <a:pt x="2852" y="2546"/>
                  </a:lnTo>
                  <a:cubicBezTo>
                    <a:pt x="2010" y="2508"/>
                    <a:pt x="1206" y="2201"/>
                    <a:pt x="565" y="1665"/>
                  </a:cubicBezTo>
                  <a:lnTo>
                    <a:pt x="354" y="1493"/>
                  </a:lnTo>
                  <a:lnTo>
                    <a:pt x="459" y="1225"/>
                  </a:lnTo>
                  <a:cubicBezTo>
                    <a:pt x="593" y="890"/>
                    <a:pt x="871" y="622"/>
                    <a:pt x="1216" y="479"/>
                  </a:cubicBezTo>
                  <a:lnTo>
                    <a:pt x="2173" y="105"/>
                  </a:lnTo>
                  <a:lnTo>
                    <a:pt x="2077"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2" name="Google Shape;9912;p63"/>
            <p:cNvSpPr/>
            <p:nvPr/>
          </p:nvSpPr>
          <p:spPr>
            <a:xfrm>
              <a:off x="6283878" y="2609996"/>
              <a:ext cx="98029" cy="64862"/>
            </a:xfrm>
            <a:custGeom>
              <a:avLst/>
              <a:gdLst/>
              <a:ahLst/>
              <a:cxnLst/>
              <a:rect l="l" t="t" r="r" b="b"/>
              <a:pathLst>
                <a:path w="3733" h="2470" extrusionOk="0">
                  <a:moveTo>
                    <a:pt x="3283" y="2135"/>
                  </a:moveTo>
                  <a:lnTo>
                    <a:pt x="3274" y="2145"/>
                  </a:lnTo>
                  <a:lnTo>
                    <a:pt x="3235" y="2164"/>
                  </a:lnTo>
                  <a:lnTo>
                    <a:pt x="3283" y="2135"/>
                  </a:lnTo>
                  <a:close/>
                  <a:moveTo>
                    <a:pt x="1800" y="1"/>
                  </a:moveTo>
                  <a:cubicBezTo>
                    <a:pt x="814" y="1"/>
                    <a:pt x="1" y="757"/>
                    <a:pt x="1" y="1685"/>
                  </a:cubicBezTo>
                  <a:lnTo>
                    <a:pt x="1" y="2470"/>
                  </a:lnTo>
                  <a:cubicBezTo>
                    <a:pt x="1" y="2470"/>
                    <a:pt x="412" y="2432"/>
                    <a:pt x="460" y="2250"/>
                  </a:cubicBezTo>
                  <a:cubicBezTo>
                    <a:pt x="479" y="2231"/>
                    <a:pt x="489" y="2212"/>
                    <a:pt x="498" y="2183"/>
                  </a:cubicBezTo>
                  <a:cubicBezTo>
                    <a:pt x="728" y="2183"/>
                    <a:pt x="1819" y="2173"/>
                    <a:pt x="2431" y="1465"/>
                  </a:cubicBezTo>
                  <a:cubicBezTo>
                    <a:pt x="2575" y="1819"/>
                    <a:pt x="2872" y="2078"/>
                    <a:pt x="3235" y="2173"/>
                  </a:cubicBezTo>
                  <a:cubicBezTo>
                    <a:pt x="3245" y="2202"/>
                    <a:pt x="3254" y="2221"/>
                    <a:pt x="3274" y="2240"/>
                  </a:cubicBezTo>
                  <a:cubicBezTo>
                    <a:pt x="3321" y="2422"/>
                    <a:pt x="3733" y="2460"/>
                    <a:pt x="3733" y="2460"/>
                  </a:cubicBezTo>
                  <a:lnTo>
                    <a:pt x="3733" y="1676"/>
                  </a:lnTo>
                  <a:cubicBezTo>
                    <a:pt x="3733" y="757"/>
                    <a:pt x="2929" y="1"/>
                    <a:pt x="1943"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3" name="Google Shape;9913;p63"/>
            <p:cNvSpPr/>
            <p:nvPr/>
          </p:nvSpPr>
          <p:spPr>
            <a:xfrm>
              <a:off x="6283878" y="2610258"/>
              <a:ext cx="53308" cy="64600"/>
            </a:xfrm>
            <a:custGeom>
              <a:avLst/>
              <a:gdLst/>
              <a:ahLst/>
              <a:cxnLst/>
              <a:rect l="l" t="t" r="r" b="b"/>
              <a:pathLst>
                <a:path w="2030" h="2460" extrusionOk="0">
                  <a:moveTo>
                    <a:pt x="1800" y="0"/>
                  </a:moveTo>
                  <a:cubicBezTo>
                    <a:pt x="814" y="0"/>
                    <a:pt x="1" y="756"/>
                    <a:pt x="1" y="1685"/>
                  </a:cubicBezTo>
                  <a:lnTo>
                    <a:pt x="1" y="2460"/>
                  </a:lnTo>
                  <a:cubicBezTo>
                    <a:pt x="106" y="2450"/>
                    <a:pt x="221" y="2422"/>
                    <a:pt x="316" y="2374"/>
                  </a:cubicBezTo>
                  <a:lnTo>
                    <a:pt x="326" y="2106"/>
                  </a:lnTo>
                  <a:lnTo>
                    <a:pt x="326" y="1675"/>
                  </a:lnTo>
                  <a:cubicBezTo>
                    <a:pt x="326" y="776"/>
                    <a:pt x="1082" y="39"/>
                    <a:pt x="202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4" name="Google Shape;9914;p63"/>
            <p:cNvSpPr/>
            <p:nvPr/>
          </p:nvSpPr>
          <p:spPr>
            <a:xfrm>
              <a:off x="6368566" y="2668319"/>
              <a:ext cx="18119" cy="26917"/>
            </a:xfrm>
            <a:custGeom>
              <a:avLst/>
              <a:gdLst/>
              <a:ahLst/>
              <a:cxnLst/>
              <a:rect l="l" t="t" r="r" b="b"/>
              <a:pathLst>
                <a:path w="690" h="1025" extrusionOk="0">
                  <a:moveTo>
                    <a:pt x="221" y="0"/>
                  </a:moveTo>
                  <a:cubicBezTo>
                    <a:pt x="176" y="0"/>
                    <a:pt x="132" y="13"/>
                    <a:pt x="87" y="38"/>
                  </a:cubicBezTo>
                  <a:cubicBezTo>
                    <a:pt x="29" y="77"/>
                    <a:pt x="1" y="144"/>
                    <a:pt x="1" y="211"/>
                  </a:cubicBezTo>
                  <a:lnTo>
                    <a:pt x="1" y="814"/>
                  </a:lnTo>
                  <a:cubicBezTo>
                    <a:pt x="1" y="881"/>
                    <a:pt x="29" y="938"/>
                    <a:pt x="87" y="986"/>
                  </a:cubicBezTo>
                  <a:cubicBezTo>
                    <a:pt x="135" y="1005"/>
                    <a:pt x="173" y="1024"/>
                    <a:pt x="221" y="1024"/>
                  </a:cubicBezTo>
                  <a:cubicBezTo>
                    <a:pt x="250" y="1024"/>
                    <a:pt x="269" y="1015"/>
                    <a:pt x="288" y="1015"/>
                  </a:cubicBezTo>
                  <a:cubicBezTo>
                    <a:pt x="336" y="995"/>
                    <a:pt x="374" y="986"/>
                    <a:pt x="422" y="957"/>
                  </a:cubicBezTo>
                  <a:cubicBezTo>
                    <a:pt x="460" y="919"/>
                    <a:pt x="498" y="890"/>
                    <a:pt x="546" y="861"/>
                  </a:cubicBezTo>
                  <a:cubicBezTo>
                    <a:pt x="632" y="766"/>
                    <a:pt x="690" y="641"/>
                    <a:pt x="690" y="507"/>
                  </a:cubicBezTo>
                  <a:cubicBezTo>
                    <a:pt x="680" y="278"/>
                    <a:pt x="518" y="67"/>
                    <a:pt x="288" y="10"/>
                  </a:cubicBezTo>
                  <a:cubicBezTo>
                    <a:pt x="266" y="3"/>
                    <a:pt x="243" y="0"/>
                    <a:pt x="221"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5" name="Google Shape;9915;p63"/>
            <p:cNvSpPr/>
            <p:nvPr/>
          </p:nvSpPr>
          <p:spPr>
            <a:xfrm>
              <a:off x="6276079" y="2668319"/>
              <a:ext cx="21402" cy="26917"/>
            </a:xfrm>
            <a:custGeom>
              <a:avLst/>
              <a:gdLst/>
              <a:ahLst/>
              <a:cxnLst/>
              <a:rect l="l" t="t" r="r" b="b"/>
              <a:pathLst>
                <a:path w="815" h="1025" extrusionOk="0">
                  <a:moveTo>
                    <a:pt x="594" y="0"/>
                  </a:moveTo>
                  <a:cubicBezTo>
                    <a:pt x="572" y="0"/>
                    <a:pt x="550" y="3"/>
                    <a:pt x="527" y="10"/>
                  </a:cubicBezTo>
                  <a:cubicBezTo>
                    <a:pt x="1" y="144"/>
                    <a:pt x="1" y="890"/>
                    <a:pt x="527" y="1015"/>
                  </a:cubicBezTo>
                  <a:cubicBezTo>
                    <a:pt x="546" y="1024"/>
                    <a:pt x="566" y="1024"/>
                    <a:pt x="594" y="1024"/>
                  </a:cubicBezTo>
                  <a:cubicBezTo>
                    <a:pt x="642" y="1024"/>
                    <a:pt x="680" y="1015"/>
                    <a:pt x="728" y="986"/>
                  </a:cubicBezTo>
                  <a:cubicBezTo>
                    <a:pt x="786" y="948"/>
                    <a:pt x="814" y="881"/>
                    <a:pt x="814" y="814"/>
                  </a:cubicBezTo>
                  <a:lnTo>
                    <a:pt x="814" y="220"/>
                  </a:lnTo>
                  <a:cubicBezTo>
                    <a:pt x="814" y="144"/>
                    <a:pt x="786" y="77"/>
                    <a:pt x="728" y="38"/>
                  </a:cubicBezTo>
                  <a:cubicBezTo>
                    <a:pt x="684" y="13"/>
                    <a:pt x="639" y="0"/>
                    <a:pt x="594"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6" name="Google Shape;9916;p63"/>
            <p:cNvSpPr/>
            <p:nvPr/>
          </p:nvSpPr>
          <p:spPr>
            <a:xfrm>
              <a:off x="6315048" y="2715613"/>
              <a:ext cx="35950" cy="38917"/>
            </a:xfrm>
            <a:custGeom>
              <a:avLst/>
              <a:gdLst/>
              <a:ahLst/>
              <a:cxnLst/>
              <a:rect l="l" t="t" r="r" b="b"/>
              <a:pathLst>
                <a:path w="1369" h="1482" extrusionOk="0">
                  <a:moveTo>
                    <a:pt x="224" y="0"/>
                  </a:moveTo>
                  <a:cubicBezTo>
                    <a:pt x="176" y="0"/>
                    <a:pt x="128" y="18"/>
                    <a:pt x="86" y="46"/>
                  </a:cubicBezTo>
                  <a:cubicBezTo>
                    <a:pt x="29" y="84"/>
                    <a:pt x="0" y="151"/>
                    <a:pt x="0" y="209"/>
                  </a:cubicBezTo>
                  <a:lnTo>
                    <a:pt x="0" y="841"/>
                  </a:lnTo>
                  <a:cubicBezTo>
                    <a:pt x="0" y="898"/>
                    <a:pt x="19" y="965"/>
                    <a:pt x="67" y="1003"/>
                  </a:cubicBezTo>
                  <a:lnTo>
                    <a:pt x="527" y="1415"/>
                  </a:lnTo>
                  <a:cubicBezTo>
                    <a:pt x="565" y="1453"/>
                    <a:pt x="622" y="1482"/>
                    <a:pt x="680" y="1482"/>
                  </a:cubicBezTo>
                  <a:cubicBezTo>
                    <a:pt x="737" y="1482"/>
                    <a:pt x="795" y="1453"/>
                    <a:pt x="842" y="1415"/>
                  </a:cubicBezTo>
                  <a:lnTo>
                    <a:pt x="1302" y="955"/>
                  </a:lnTo>
                  <a:cubicBezTo>
                    <a:pt x="1350" y="917"/>
                    <a:pt x="1369" y="869"/>
                    <a:pt x="1369" y="812"/>
                  </a:cubicBezTo>
                  <a:lnTo>
                    <a:pt x="1369" y="218"/>
                  </a:lnTo>
                  <a:cubicBezTo>
                    <a:pt x="1369" y="161"/>
                    <a:pt x="1340" y="104"/>
                    <a:pt x="1302" y="65"/>
                  </a:cubicBezTo>
                  <a:cubicBezTo>
                    <a:pt x="1254" y="27"/>
                    <a:pt x="1197" y="8"/>
                    <a:pt x="1139" y="8"/>
                  </a:cubicBezTo>
                  <a:lnTo>
                    <a:pt x="1091" y="8"/>
                  </a:lnTo>
                  <a:cubicBezTo>
                    <a:pt x="1005" y="27"/>
                    <a:pt x="909" y="37"/>
                    <a:pt x="823" y="37"/>
                  </a:cubicBezTo>
                  <a:lnTo>
                    <a:pt x="546" y="37"/>
                  </a:lnTo>
                  <a:cubicBezTo>
                    <a:pt x="460" y="37"/>
                    <a:pt x="364" y="27"/>
                    <a:pt x="278" y="8"/>
                  </a:cubicBezTo>
                  <a:cubicBezTo>
                    <a:pt x="260" y="3"/>
                    <a:pt x="242" y="0"/>
                    <a:pt x="224"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7" name="Google Shape;9917;p63"/>
            <p:cNvSpPr/>
            <p:nvPr/>
          </p:nvSpPr>
          <p:spPr>
            <a:xfrm>
              <a:off x="6315048" y="2715745"/>
              <a:ext cx="21875" cy="38786"/>
            </a:xfrm>
            <a:custGeom>
              <a:avLst/>
              <a:gdLst/>
              <a:ahLst/>
              <a:cxnLst/>
              <a:rect l="l" t="t" r="r" b="b"/>
              <a:pathLst>
                <a:path w="833" h="1477" extrusionOk="0">
                  <a:moveTo>
                    <a:pt x="234" y="0"/>
                  </a:moveTo>
                  <a:cubicBezTo>
                    <a:pt x="179" y="0"/>
                    <a:pt x="126" y="19"/>
                    <a:pt x="86" y="51"/>
                  </a:cubicBezTo>
                  <a:cubicBezTo>
                    <a:pt x="29" y="89"/>
                    <a:pt x="0" y="146"/>
                    <a:pt x="0" y="213"/>
                  </a:cubicBezTo>
                  <a:lnTo>
                    <a:pt x="0" y="836"/>
                  </a:lnTo>
                  <a:cubicBezTo>
                    <a:pt x="0" y="893"/>
                    <a:pt x="19" y="960"/>
                    <a:pt x="67" y="998"/>
                  </a:cubicBezTo>
                  <a:lnTo>
                    <a:pt x="517" y="1410"/>
                  </a:lnTo>
                  <a:cubicBezTo>
                    <a:pt x="565" y="1448"/>
                    <a:pt x="622" y="1477"/>
                    <a:pt x="680" y="1477"/>
                  </a:cubicBezTo>
                  <a:cubicBezTo>
                    <a:pt x="737" y="1477"/>
                    <a:pt x="795" y="1448"/>
                    <a:pt x="833" y="1410"/>
                  </a:cubicBezTo>
                  <a:cubicBezTo>
                    <a:pt x="795" y="1400"/>
                    <a:pt x="756" y="1381"/>
                    <a:pt x="728" y="1343"/>
                  </a:cubicBezTo>
                  <a:lnTo>
                    <a:pt x="268" y="931"/>
                  </a:lnTo>
                  <a:cubicBezTo>
                    <a:pt x="220" y="893"/>
                    <a:pt x="201" y="826"/>
                    <a:pt x="201" y="769"/>
                  </a:cubicBezTo>
                  <a:lnTo>
                    <a:pt x="201" y="146"/>
                  </a:lnTo>
                  <a:cubicBezTo>
                    <a:pt x="201" y="99"/>
                    <a:pt x="220" y="41"/>
                    <a:pt x="268" y="3"/>
                  </a:cubicBezTo>
                  <a:cubicBezTo>
                    <a:pt x="257" y="1"/>
                    <a:pt x="245" y="0"/>
                    <a:pt x="234"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8" name="Google Shape;9918;p63"/>
            <p:cNvSpPr/>
            <p:nvPr/>
          </p:nvSpPr>
          <p:spPr>
            <a:xfrm>
              <a:off x="6294172" y="2648178"/>
              <a:ext cx="76942" cy="77467"/>
            </a:xfrm>
            <a:custGeom>
              <a:avLst/>
              <a:gdLst/>
              <a:ahLst/>
              <a:cxnLst/>
              <a:rect l="l" t="t" r="r" b="b"/>
              <a:pathLst>
                <a:path w="2930" h="2950" extrusionOk="0">
                  <a:moveTo>
                    <a:pt x="2039" y="0"/>
                  </a:moveTo>
                  <a:cubicBezTo>
                    <a:pt x="2022" y="0"/>
                    <a:pt x="2006" y="7"/>
                    <a:pt x="1992" y="21"/>
                  </a:cubicBezTo>
                  <a:cubicBezTo>
                    <a:pt x="1666" y="241"/>
                    <a:pt x="1312" y="403"/>
                    <a:pt x="929" y="509"/>
                  </a:cubicBezTo>
                  <a:cubicBezTo>
                    <a:pt x="814" y="537"/>
                    <a:pt x="690" y="566"/>
                    <a:pt x="575" y="585"/>
                  </a:cubicBezTo>
                  <a:cubicBezTo>
                    <a:pt x="451" y="604"/>
                    <a:pt x="336" y="624"/>
                    <a:pt x="212" y="624"/>
                  </a:cubicBezTo>
                  <a:cubicBezTo>
                    <a:pt x="97" y="633"/>
                    <a:pt x="1" y="719"/>
                    <a:pt x="1" y="834"/>
                  </a:cubicBezTo>
                  <a:lnTo>
                    <a:pt x="1" y="1705"/>
                  </a:lnTo>
                  <a:cubicBezTo>
                    <a:pt x="1" y="2384"/>
                    <a:pt x="604" y="2949"/>
                    <a:pt x="1331" y="2949"/>
                  </a:cubicBezTo>
                  <a:lnTo>
                    <a:pt x="1609" y="2949"/>
                  </a:lnTo>
                  <a:cubicBezTo>
                    <a:pt x="2336" y="2949"/>
                    <a:pt x="2929" y="2394"/>
                    <a:pt x="2929" y="1705"/>
                  </a:cubicBezTo>
                  <a:lnTo>
                    <a:pt x="2929" y="805"/>
                  </a:lnTo>
                  <a:cubicBezTo>
                    <a:pt x="2929" y="719"/>
                    <a:pt x="2882" y="633"/>
                    <a:pt x="2796" y="604"/>
                  </a:cubicBezTo>
                  <a:cubicBezTo>
                    <a:pt x="2767" y="595"/>
                    <a:pt x="2748" y="585"/>
                    <a:pt x="2719" y="576"/>
                  </a:cubicBezTo>
                  <a:cubicBezTo>
                    <a:pt x="2470" y="480"/>
                    <a:pt x="2250" y="298"/>
                    <a:pt x="2126" y="59"/>
                  </a:cubicBezTo>
                  <a:lnTo>
                    <a:pt x="2106" y="49"/>
                  </a:lnTo>
                  <a:cubicBezTo>
                    <a:pt x="2094" y="19"/>
                    <a:pt x="2067" y="0"/>
                    <a:pt x="2039"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19" name="Google Shape;9919;p63"/>
            <p:cNvSpPr/>
            <p:nvPr/>
          </p:nvSpPr>
          <p:spPr>
            <a:xfrm>
              <a:off x="6294434" y="2648099"/>
              <a:ext cx="56328" cy="77546"/>
            </a:xfrm>
            <a:custGeom>
              <a:avLst/>
              <a:gdLst/>
              <a:ahLst/>
              <a:cxnLst/>
              <a:rect l="l" t="t" r="r" b="b"/>
              <a:pathLst>
                <a:path w="2145" h="2953" extrusionOk="0">
                  <a:moveTo>
                    <a:pt x="2034" y="0"/>
                  </a:moveTo>
                  <a:cubicBezTo>
                    <a:pt x="2019" y="0"/>
                    <a:pt x="2004" y="4"/>
                    <a:pt x="1991" y="14"/>
                  </a:cubicBezTo>
                  <a:cubicBezTo>
                    <a:pt x="1666" y="244"/>
                    <a:pt x="1312" y="406"/>
                    <a:pt x="929" y="512"/>
                  </a:cubicBezTo>
                  <a:cubicBezTo>
                    <a:pt x="814" y="540"/>
                    <a:pt x="690" y="569"/>
                    <a:pt x="565" y="588"/>
                  </a:cubicBezTo>
                  <a:cubicBezTo>
                    <a:pt x="450" y="607"/>
                    <a:pt x="326" y="617"/>
                    <a:pt x="211" y="627"/>
                  </a:cubicBezTo>
                  <a:cubicBezTo>
                    <a:pt x="96" y="636"/>
                    <a:pt x="1" y="722"/>
                    <a:pt x="1" y="837"/>
                  </a:cubicBezTo>
                  <a:lnTo>
                    <a:pt x="1" y="1708"/>
                  </a:lnTo>
                  <a:cubicBezTo>
                    <a:pt x="1" y="2387"/>
                    <a:pt x="603" y="2952"/>
                    <a:pt x="1331" y="2952"/>
                  </a:cubicBezTo>
                  <a:lnTo>
                    <a:pt x="1599" y="2952"/>
                  </a:lnTo>
                  <a:cubicBezTo>
                    <a:pt x="871" y="2952"/>
                    <a:pt x="278" y="2387"/>
                    <a:pt x="278" y="1708"/>
                  </a:cubicBezTo>
                  <a:lnTo>
                    <a:pt x="278" y="837"/>
                  </a:lnTo>
                  <a:cubicBezTo>
                    <a:pt x="278" y="722"/>
                    <a:pt x="374" y="636"/>
                    <a:pt x="489" y="627"/>
                  </a:cubicBezTo>
                  <a:cubicBezTo>
                    <a:pt x="603" y="617"/>
                    <a:pt x="728" y="607"/>
                    <a:pt x="843" y="588"/>
                  </a:cubicBezTo>
                  <a:cubicBezTo>
                    <a:pt x="967" y="569"/>
                    <a:pt x="1082" y="540"/>
                    <a:pt x="1206" y="512"/>
                  </a:cubicBezTo>
                  <a:cubicBezTo>
                    <a:pt x="1532" y="426"/>
                    <a:pt x="1848" y="282"/>
                    <a:pt x="2144" y="100"/>
                  </a:cubicBezTo>
                  <a:lnTo>
                    <a:pt x="2116" y="62"/>
                  </a:lnTo>
                  <a:lnTo>
                    <a:pt x="2106" y="43"/>
                  </a:lnTo>
                  <a:cubicBezTo>
                    <a:pt x="2093" y="17"/>
                    <a:pt x="2063" y="0"/>
                    <a:pt x="2034"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0" name="Google Shape;9920;p63"/>
            <p:cNvSpPr/>
            <p:nvPr/>
          </p:nvSpPr>
          <p:spPr>
            <a:xfrm>
              <a:off x="6459557" y="2469268"/>
              <a:ext cx="69878" cy="70140"/>
            </a:xfrm>
            <a:custGeom>
              <a:avLst/>
              <a:gdLst/>
              <a:ahLst/>
              <a:cxnLst/>
              <a:rect l="l" t="t" r="r" b="b"/>
              <a:pathLst>
                <a:path w="2661" h="2671" extrusionOk="0">
                  <a:moveTo>
                    <a:pt x="0" y="0"/>
                  </a:moveTo>
                  <a:lnTo>
                    <a:pt x="0" y="2163"/>
                  </a:lnTo>
                  <a:cubicBezTo>
                    <a:pt x="10" y="2336"/>
                    <a:pt x="115" y="2671"/>
                    <a:pt x="689" y="2671"/>
                  </a:cubicBezTo>
                  <a:lnTo>
                    <a:pt x="2661" y="2671"/>
                  </a:lnTo>
                  <a:lnTo>
                    <a:pt x="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21" name="Google Shape;9921;p63"/>
          <p:cNvGrpSpPr/>
          <p:nvPr/>
        </p:nvGrpSpPr>
        <p:grpSpPr>
          <a:xfrm>
            <a:off x="6629364" y="2307152"/>
            <a:ext cx="387781" cy="286680"/>
            <a:chOff x="6633976" y="2459552"/>
            <a:chExt cx="387781" cy="286680"/>
          </a:xfrm>
        </p:grpSpPr>
        <p:sp>
          <p:nvSpPr>
            <p:cNvPr id="9922" name="Google Shape;9922;p63"/>
            <p:cNvSpPr/>
            <p:nvPr/>
          </p:nvSpPr>
          <p:spPr>
            <a:xfrm>
              <a:off x="6635473" y="2459552"/>
              <a:ext cx="386285" cy="205773"/>
            </a:xfrm>
            <a:custGeom>
              <a:avLst/>
              <a:gdLst/>
              <a:ahLst/>
              <a:cxnLst/>
              <a:rect l="l" t="t" r="r" b="b"/>
              <a:pathLst>
                <a:path w="14710" h="7836" extrusionOk="0">
                  <a:moveTo>
                    <a:pt x="5944" y="1"/>
                  </a:moveTo>
                  <a:cubicBezTo>
                    <a:pt x="4569" y="1"/>
                    <a:pt x="3205" y="834"/>
                    <a:pt x="2747" y="2380"/>
                  </a:cubicBezTo>
                  <a:lnTo>
                    <a:pt x="2728" y="2380"/>
                  </a:lnTo>
                  <a:cubicBezTo>
                    <a:pt x="1216" y="2380"/>
                    <a:pt x="0" y="3596"/>
                    <a:pt x="0" y="5108"/>
                  </a:cubicBezTo>
                  <a:cubicBezTo>
                    <a:pt x="0" y="6610"/>
                    <a:pt x="1216" y="7835"/>
                    <a:pt x="2728" y="7835"/>
                  </a:cubicBezTo>
                  <a:lnTo>
                    <a:pt x="12451" y="7835"/>
                  </a:lnTo>
                  <a:cubicBezTo>
                    <a:pt x="13696" y="7835"/>
                    <a:pt x="14710" y="6821"/>
                    <a:pt x="14710" y="5577"/>
                  </a:cubicBezTo>
                  <a:cubicBezTo>
                    <a:pt x="14710" y="4333"/>
                    <a:pt x="13696" y="3328"/>
                    <a:pt x="12451" y="3328"/>
                  </a:cubicBezTo>
                  <a:cubicBezTo>
                    <a:pt x="12375" y="3328"/>
                    <a:pt x="12298" y="3328"/>
                    <a:pt x="12212" y="3337"/>
                  </a:cubicBezTo>
                  <a:cubicBezTo>
                    <a:pt x="11852" y="2172"/>
                    <a:pt x="10772" y="1424"/>
                    <a:pt x="9614" y="1424"/>
                  </a:cubicBezTo>
                  <a:cubicBezTo>
                    <a:pt x="9327" y="1424"/>
                    <a:pt x="9035" y="1470"/>
                    <a:pt x="8748" y="1567"/>
                  </a:cubicBezTo>
                  <a:cubicBezTo>
                    <a:pt x="8087" y="504"/>
                    <a:pt x="7012" y="1"/>
                    <a:pt x="5944"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3" name="Google Shape;9923;p63"/>
            <p:cNvSpPr/>
            <p:nvPr/>
          </p:nvSpPr>
          <p:spPr>
            <a:xfrm>
              <a:off x="6633976" y="2522051"/>
              <a:ext cx="352856" cy="143012"/>
            </a:xfrm>
            <a:custGeom>
              <a:avLst/>
              <a:gdLst/>
              <a:ahLst/>
              <a:cxnLst/>
              <a:rect l="l" t="t" r="r" b="b"/>
              <a:pathLst>
                <a:path w="13437" h="5446" extrusionOk="0">
                  <a:moveTo>
                    <a:pt x="2661" y="0"/>
                  </a:moveTo>
                  <a:cubicBezTo>
                    <a:pt x="1168" y="67"/>
                    <a:pt x="0" y="1321"/>
                    <a:pt x="48" y="2814"/>
                  </a:cubicBezTo>
                  <a:cubicBezTo>
                    <a:pt x="96" y="4307"/>
                    <a:pt x="1378" y="5446"/>
                    <a:pt x="2862" y="5446"/>
                  </a:cubicBezTo>
                  <a:lnTo>
                    <a:pt x="12690" y="5446"/>
                  </a:lnTo>
                  <a:cubicBezTo>
                    <a:pt x="13437" y="5388"/>
                    <a:pt x="13370" y="4269"/>
                    <a:pt x="12623" y="4269"/>
                  </a:cubicBezTo>
                  <a:lnTo>
                    <a:pt x="10738" y="4269"/>
                  </a:lnTo>
                  <a:cubicBezTo>
                    <a:pt x="10604" y="4269"/>
                    <a:pt x="10499" y="4154"/>
                    <a:pt x="10499" y="4029"/>
                  </a:cubicBezTo>
                  <a:lnTo>
                    <a:pt x="10499" y="3273"/>
                  </a:lnTo>
                  <a:cubicBezTo>
                    <a:pt x="10499" y="3024"/>
                    <a:pt x="10393" y="2776"/>
                    <a:pt x="10221" y="2603"/>
                  </a:cubicBezTo>
                  <a:lnTo>
                    <a:pt x="8833" y="1216"/>
                  </a:lnTo>
                  <a:cubicBezTo>
                    <a:pt x="8652" y="1043"/>
                    <a:pt x="8412" y="938"/>
                    <a:pt x="8163" y="938"/>
                  </a:cubicBezTo>
                  <a:lnTo>
                    <a:pt x="5034" y="938"/>
                  </a:lnTo>
                  <a:cubicBezTo>
                    <a:pt x="4642" y="938"/>
                    <a:pt x="4316" y="1263"/>
                    <a:pt x="4316" y="1656"/>
                  </a:cubicBezTo>
                  <a:lnTo>
                    <a:pt x="4316" y="3867"/>
                  </a:lnTo>
                  <a:cubicBezTo>
                    <a:pt x="4316" y="4000"/>
                    <a:pt x="4206" y="4102"/>
                    <a:pt x="4082" y="4102"/>
                  </a:cubicBezTo>
                  <a:cubicBezTo>
                    <a:pt x="4055" y="4102"/>
                    <a:pt x="4028" y="4097"/>
                    <a:pt x="4000" y="4087"/>
                  </a:cubicBezTo>
                  <a:cubicBezTo>
                    <a:pt x="2316" y="3503"/>
                    <a:pt x="1646" y="1474"/>
                    <a:pt x="266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4" name="Google Shape;9924;p63"/>
            <p:cNvSpPr/>
            <p:nvPr/>
          </p:nvSpPr>
          <p:spPr>
            <a:xfrm>
              <a:off x="6759867" y="2559235"/>
              <a:ext cx="137261" cy="186997"/>
            </a:xfrm>
            <a:custGeom>
              <a:avLst/>
              <a:gdLst/>
              <a:ahLst/>
              <a:cxnLst/>
              <a:rect l="l" t="t" r="r" b="b"/>
              <a:pathLst>
                <a:path w="5227" h="7121" extrusionOk="0">
                  <a:moveTo>
                    <a:pt x="240" y="1"/>
                  </a:moveTo>
                  <a:cubicBezTo>
                    <a:pt x="106" y="1"/>
                    <a:pt x="1" y="106"/>
                    <a:pt x="1" y="240"/>
                  </a:cubicBezTo>
                  <a:lnTo>
                    <a:pt x="1" y="6882"/>
                  </a:lnTo>
                  <a:cubicBezTo>
                    <a:pt x="1" y="7016"/>
                    <a:pt x="106" y="7121"/>
                    <a:pt x="240" y="7121"/>
                  </a:cubicBezTo>
                  <a:lnTo>
                    <a:pt x="4987" y="7121"/>
                  </a:lnTo>
                  <a:cubicBezTo>
                    <a:pt x="5121" y="7121"/>
                    <a:pt x="5226" y="7016"/>
                    <a:pt x="5226" y="6882"/>
                  </a:cubicBezTo>
                  <a:lnTo>
                    <a:pt x="5226" y="1857"/>
                  </a:lnTo>
                  <a:cubicBezTo>
                    <a:pt x="5226" y="1733"/>
                    <a:pt x="5178" y="1608"/>
                    <a:pt x="5092" y="1522"/>
                  </a:cubicBezTo>
                  <a:lnTo>
                    <a:pt x="3704" y="144"/>
                  </a:lnTo>
                  <a:cubicBezTo>
                    <a:pt x="3618" y="48"/>
                    <a:pt x="3494" y="1"/>
                    <a:pt x="3369"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5" name="Google Shape;9925;p63"/>
            <p:cNvSpPr/>
            <p:nvPr/>
          </p:nvSpPr>
          <p:spPr>
            <a:xfrm>
              <a:off x="6792613" y="2632553"/>
              <a:ext cx="72189" cy="84163"/>
            </a:xfrm>
            <a:custGeom>
              <a:avLst/>
              <a:gdLst/>
              <a:ahLst/>
              <a:cxnLst/>
              <a:rect l="l" t="t" r="r" b="b"/>
              <a:pathLst>
                <a:path w="2749" h="3205" extrusionOk="0">
                  <a:moveTo>
                    <a:pt x="1371" y="1"/>
                  </a:moveTo>
                  <a:cubicBezTo>
                    <a:pt x="1285" y="1"/>
                    <a:pt x="1199" y="37"/>
                    <a:pt x="1137" y="108"/>
                  </a:cubicBezTo>
                  <a:lnTo>
                    <a:pt x="189" y="1295"/>
                  </a:lnTo>
                  <a:cubicBezTo>
                    <a:pt x="1" y="1526"/>
                    <a:pt x="205" y="1792"/>
                    <a:pt x="422" y="1792"/>
                  </a:cubicBezTo>
                  <a:cubicBezTo>
                    <a:pt x="502" y="1792"/>
                    <a:pt x="584" y="1756"/>
                    <a:pt x="649" y="1668"/>
                  </a:cubicBezTo>
                  <a:lnTo>
                    <a:pt x="1070" y="1142"/>
                  </a:lnTo>
                  <a:lnTo>
                    <a:pt x="1070" y="2903"/>
                  </a:lnTo>
                  <a:cubicBezTo>
                    <a:pt x="1070" y="3104"/>
                    <a:pt x="1220" y="3204"/>
                    <a:pt x="1371" y="3204"/>
                  </a:cubicBezTo>
                  <a:cubicBezTo>
                    <a:pt x="1522" y="3204"/>
                    <a:pt x="1673" y="3104"/>
                    <a:pt x="1673" y="2903"/>
                  </a:cubicBezTo>
                  <a:lnTo>
                    <a:pt x="1673" y="1142"/>
                  </a:lnTo>
                  <a:lnTo>
                    <a:pt x="2094" y="1668"/>
                  </a:lnTo>
                  <a:cubicBezTo>
                    <a:pt x="2161" y="1756"/>
                    <a:pt x="2245" y="1792"/>
                    <a:pt x="2326" y="1792"/>
                  </a:cubicBezTo>
                  <a:cubicBezTo>
                    <a:pt x="2546" y="1792"/>
                    <a:pt x="2749" y="1526"/>
                    <a:pt x="2553" y="1295"/>
                  </a:cubicBezTo>
                  <a:lnTo>
                    <a:pt x="1606" y="108"/>
                  </a:lnTo>
                  <a:cubicBezTo>
                    <a:pt x="1543" y="37"/>
                    <a:pt x="1457" y="1"/>
                    <a:pt x="137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6" name="Google Shape;9926;p63"/>
            <p:cNvSpPr/>
            <p:nvPr/>
          </p:nvSpPr>
          <p:spPr>
            <a:xfrm>
              <a:off x="6792429" y="2477882"/>
              <a:ext cx="58875" cy="39416"/>
            </a:xfrm>
            <a:custGeom>
              <a:avLst/>
              <a:gdLst/>
              <a:ahLst/>
              <a:cxnLst/>
              <a:rect l="l" t="t" r="r" b="b"/>
              <a:pathLst>
                <a:path w="2242" h="1501" extrusionOk="0">
                  <a:moveTo>
                    <a:pt x="416" y="1"/>
                  </a:moveTo>
                  <a:cubicBezTo>
                    <a:pt x="87" y="1"/>
                    <a:pt x="0" y="519"/>
                    <a:pt x="369" y="591"/>
                  </a:cubicBezTo>
                  <a:cubicBezTo>
                    <a:pt x="866" y="687"/>
                    <a:pt x="1306" y="974"/>
                    <a:pt x="1613" y="1376"/>
                  </a:cubicBezTo>
                  <a:cubicBezTo>
                    <a:pt x="1670" y="1453"/>
                    <a:pt x="1756" y="1500"/>
                    <a:pt x="1852" y="1500"/>
                  </a:cubicBezTo>
                  <a:cubicBezTo>
                    <a:pt x="1856" y="1501"/>
                    <a:pt x="1860" y="1501"/>
                    <a:pt x="1864" y="1501"/>
                  </a:cubicBezTo>
                  <a:cubicBezTo>
                    <a:pt x="2105" y="1501"/>
                    <a:pt x="2242" y="1220"/>
                    <a:pt x="2091" y="1022"/>
                  </a:cubicBezTo>
                  <a:cubicBezTo>
                    <a:pt x="1699" y="496"/>
                    <a:pt x="1125" y="141"/>
                    <a:pt x="483" y="7"/>
                  </a:cubicBezTo>
                  <a:cubicBezTo>
                    <a:pt x="460" y="3"/>
                    <a:pt x="437" y="1"/>
                    <a:pt x="4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7" name="Google Shape;9927;p63"/>
            <p:cNvSpPr/>
            <p:nvPr/>
          </p:nvSpPr>
          <p:spPr>
            <a:xfrm>
              <a:off x="6891823" y="2516720"/>
              <a:ext cx="47005" cy="38024"/>
            </a:xfrm>
            <a:custGeom>
              <a:avLst/>
              <a:gdLst/>
              <a:ahLst/>
              <a:cxnLst/>
              <a:rect l="l" t="t" r="r" b="b"/>
              <a:pathLst>
                <a:path w="1790" h="1448" extrusionOk="0">
                  <a:moveTo>
                    <a:pt x="425" y="1"/>
                  </a:moveTo>
                  <a:cubicBezTo>
                    <a:pt x="127" y="1"/>
                    <a:pt x="1" y="465"/>
                    <a:pt x="335" y="576"/>
                  </a:cubicBezTo>
                  <a:cubicBezTo>
                    <a:pt x="689" y="701"/>
                    <a:pt x="986" y="959"/>
                    <a:pt x="1158" y="1285"/>
                  </a:cubicBezTo>
                  <a:cubicBezTo>
                    <a:pt x="1206" y="1380"/>
                    <a:pt x="1311" y="1447"/>
                    <a:pt x="1417" y="1447"/>
                  </a:cubicBezTo>
                  <a:cubicBezTo>
                    <a:pt x="1646" y="1447"/>
                    <a:pt x="1790" y="1208"/>
                    <a:pt x="1685" y="1007"/>
                  </a:cubicBezTo>
                  <a:cubicBezTo>
                    <a:pt x="1436" y="548"/>
                    <a:pt x="1024" y="194"/>
                    <a:pt x="536" y="21"/>
                  </a:cubicBezTo>
                  <a:cubicBezTo>
                    <a:pt x="497" y="7"/>
                    <a:pt x="460" y="1"/>
                    <a:pt x="42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8" name="Google Shape;9928;p63"/>
            <p:cNvSpPr/>
            <p:nvPr/>
          </p:nvSpPr>
          <p:spPr>
            <a:xfrm>
              <a:off x="6841036" y="2559235"/>
              <a:ext cx="56091" cy="56328"/>
            </a:xfrm>
            <a:custGeom>
              <a:avLst/>
              <a:gdLst/>
              <a:ahLst/>
              <a:cxnLst/>
              <a:rect l="l" t="t" r="r" b="b"/>
              <a:pathLst>
                <a:path w="2136" h="2145" extrusionOk="0">
                  <a:moveTo>
                    <a:pt x="1" y="1"/>
                  </a:moveTo>
                  <a:lnTo>
                    <a:pt x="1" y="1666"/>
                  </a:lnTo>
                  <a:cubicBezTo>
                    <a:pt x="1" y="1924"/>
                    <a:pt x="211" y="2144"/>
                    <a:pt x="479" y="2144"/>
                  </a:cubicBezTo>
                  <a:lnTo>
                    <a:pt x="2135" y="2144"/>
                  </a:lnTo>
                  <a:lnTo>
                    <a:pt x="2135" y="1867"/>
                  </a:lnTo>
                  <a:cubicBezTo>
                    <a:pt x="2126" y="1800"/>
                    <a:pt x="2116" y="1733"/>
                    <a:pt x="2087" y="1666"/>
                  </a:cubicBezTo>
                  <a:lnTo>
                    <a:pt x="470" y="1666"/>
                  </a:lnTo>
                  <a:lnTo>
                    <a:pt x="470" y="48"/>
                  </a:lnTo>
                  <a:cubicBezTo>
                    <a:pt x="412" y="20"/>
                    <a:pt x="345" y="1"/>
                    <a:pt x="278"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29" name="Google Shape;9929;p63"/>
          <p:cNvGrpSpPr/>
          <p:nvPr/>
        </p:nvGrpSpPr>
        <p:grpSpPr>
          <a:xfrm>
            <a:off x="7086498" y="2276165"/>
            <a:ext cx="376989" cy="348864"/>
            <a:chOff x="7091110" y="2428565"/>
            <a:chExt cx="376989" cy="348864"/>
          </a:xfrm>
        </p:grpSpPr>
        <p:sp>
          <p:nvSpPr>
            <p:cNvPr id="9930" name="Google Shape;9930;p63"/>
            <p:cNvSpPr/>
            <p:nvPr/>
          </p:nvSpPr>
          <p:spPr>
            <a:xfrm>
              <a:off x="7213692" y="2609759"/>
              <a:ext cx="124577" cy="104305"/>
            </a:xfrm>
            <a:custGeom>
              <a:avLst/>
              <a:gdLst/>
              <a:ahLst/>
              <a:cxnLst/>
              <a:rect l="l" t="t" r="r" b="b"/>
              <a:pathLst>
                <a:path w="4744" h="3972" extrusionOk="0">
                  <a:moveTo>
                    <a:pt x="2376" y="0"/>
                  </a:moveTo>
                  <a:cubicBezTo>
                    <a:pt x="2242" y="0"/>
                    <a:pt x="2137" y="106"/>
                    <a:pt x="2146" y="230"/>
                  </a:cubicBezTo>
                  <a:lnTo>
                    <a:pt x="2146" y="2431"/>
                  </a:lnTo>
                  <a:lnTo>
                    <a:pt x="242" y="3532"/>
                  </a:lnTo>
                  <a:cubicBezTo>
                    <a:pt x="1" y="3660"/>
                    <a:pt x="131" y="3971"/>
                    <a:pt x="343" y="3971"/>
                  </a:cubicBezTo>
                  <a:cubicBezTo>
                    <a:pt x="384" y="3971"/>
                    <a:pt x="427" y="3960"/>
                    <a:pt x="472" y="3934"/>
                  </a:cubicBezTo>
                  <a:lnTo>
                    <a:pt x="2376" y="2833"/>
                  </a:lnTo>
                  <a:lnTo>
                    <a:pt x="4281" y="3934"/>
                  </a:lnTo>
                  <a:cubicBezTo>
                    <a:pt x="4324" y="3960"/>
                    <a:pt x="4366" y="3971"/>
                    <a:pt x="4405" y="3971"/>
                  </a:cubicBezTo>
                  <a:cubicBezTo>
                    <a:pt x="4612" y="3971"/>
                    <a:pt x="4743" y="3660"/>
                    <a:pt x="4510" y="3532"/>
                  </a:cubicBezTo>
                  <a:lnTo>
                    <a:pt x="2606" y="2431"/>
                  </a:lnTo>
                  <a:lnTo>
                    <a:pt x="2606" y="230"/>
                  </a:lnTo>
                  <a:cubicBezTo>
                    <a:pt x="2606" y="106"/>
                    <a:pt x="2501" y="0"/>
                    <a:pt x="237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1" name="Google Shape;9931;p63"/>
            <p:cNvSpPr/>
            <p:nvPr/>
          </p:nvSpPr>
          <p:spPr>
            <a:xfrm>
              <a:off x="7346699" y="2713539"/>
              <a:ext cx="121400" cy="63891"/>
            </a:xfrm>
            <a:custGeom>
              <a:avLst/>
              <a:gdLst/>
              <a:ahLst/>
              <a:cxnLst/>
              <a:rect l="l" t="t" r="r" b="b"/>
              <a:pathLst>
                <a:path w="4623" h="2433" extrusionOk="0">
                  <a:moveTo>
                    <a:pt x="1752" y="1"/>
                  </a:moveTo>
                  <a:lnTo>
                    <a:pt x="699" y="422"/>
                  </a:lnTo>
                  <a:cubicBezTo>
                    <a:pt x="594" y="460"/>
                    <a:pt x="498" y="518"/>
                    <a:pt x="421" y="585"/>
                  </a:cubicBezTo>
                  <a:lnTo>
                    <a:pt x="393" y="604"/>
                  </a:lnTo>
                  <a:lnTo>
                    <a:pt x="383" y="613"/>
                  </a:lnTo>
                  <a:lnTo>
                    <a:pt x="364" y="632"/>
                  </a:lnTo>
                  <a:lnTo>
                    <a:pt x="345" y="652"/>
                  </a:lnTo>
                  <a:cubicBezTo>
                    <a:pt x="154" y="833"/>
                    <a:pt x="29" y="1082"/>
                    <a:pt x="0" y="1350"/>
                  </a:cubicBezTo>
                  <a:lnTo>
                    <a:pt x="0" y="1388"/>
                  </a:lnTo>
                  <a:lnTo>
                    <a:pt x="0" y="1408"/>
                  </a:lnTo>
                  <a:lnTo>
                    <a:pt x="0" y="1446"/>
                  </a:lnTo>
                  <a:lnTo>
                    <a:pt x="0" y="1465"/>
                  </a:lnTo>
                  <a:lnTo>
                    <a:pt x="0" y="1475"/>
                  </a:lnTo>
                  <a:lnTo>
                    <a:pt x="0" y="1532"/>
                  </a:lnTo>
                  <a:lnTo>
                    <a:pt x="0" y="1695"/>
                  </a:lnTo>
                  <a:lnTo>
                    <a:pt x="0" y="2211"/>
                  </a:lnTo>
                  <a:cubicBezTo>
                    <a:pt x="0" y="2339"/>
                    <a:pt x="105" y="2432"/>
                    <a:pt x="231" y="2432"/>
                  </a:cubicBezTo>
                  <a:cubicBezTo>
                    <a:pt x="237" y="2432"/>
                    <a:pt x="243" y="2432"/>
                    <a:pt x="249" y="2432"/>
                  </a:cubicBezTo>
                  <a:lnTo>
                    <a:pt x="4364" y="2432"/>
                  </a:lnTo>
                  <a:cubicBezTo>
                    <a:pt x="4371" y="2432"/>
                    <a:pt x="4377" y="2432"/>
                    <a:pt x="4383" y="2432"/>
                  </a:cubicBezTo>
                  <a:cubicBezTo>
                    <a:pt x="4509" y="2432"/>
                    <a:pt x="4614" y="2339"/>
                    <a:pt x="4623" y="2211"/>
                  </a:cubicBezTo>
                  <a:lnTo>
                    <a:pt x="4623" y="1695"/>
                  </a:lnTo>
                  <a:lnTo>
                    <a:pt x="4623" y="1532"/>
                  </a:lnTo>
                  <a:lnTo>
                    <a:pt x="4575" y="1532"/>
                  </a:lnTo>
                  <a:lnTo>
                    <a:pt x="4575" y="1475"/>
                  </a:lnTo>
                  <a:lnTo>
                    <a:pt x="4575" y="1465"/>
                  </a:lnTo>
                  <a:lnTo>
                    <a:pt x="4575" y="1446"/>
                  </a:lnTo>
                  <a:lnTo>
                    <a:pt x="4575" y="1408"/>
                  </a:lnTo>
                  <a:lnTo>
                    <a:pt x="4575" y="1388"/>
                  </a:lnTo>
                  <a:lnTo>
                    <a:pt x="4575" y="1350"/>
                  </a:lnTo>
                  <a:cubicBezTo>
                    <a:pt x="4546" y="1082"/>
                    <a:pt x="4422" y="833"/>
                    <a:pt x="4230" y="652"/>
                  </a:cubicBezTo>
                  <a:lnTo>
                    <a:pt x="4202" y="632"/>
                  </a:lnTo>
                  <a:lnTo>
                    <a:pt x="4192" y="613"/>
                  </a:lnTo>
                  <a:lnTo>
                    <a:pt x="4183" y="604"/>
                  </a:lnTo>
                  <a:lnTo>
                    <a:pt x="4154" y="585"/>
                  </a:lnTo>
                  <a:cubicBezTo>
                    <a:pt x="4068" y="518"/>
                    <a:pt x="3972" y="460"/>
                    <a:pt x="3876" y="422"/>
                  </a:cubicBezTo>
                  <a:lnTo>
                    <a:pt x="2814" y="1"/>
                  </a:lnTo>
                  <a:lnTo>
                    <a:pt x="2556" y="269"/>
                  </a:lnTo>
                  <a:lnTo>
                    <a:pt x="2288" y="537"/>
                  </a:lnTo>
                  <a:lnTo>
                    <a:pt x="2020" y="269"/>
                  </a:lnTo>
                  <a:lnTo>
                    <a:pt x="1752"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2" name="Google Shape;9932;p63"/>
            <p:cNvSpPr/>
            <p:nvPr/>
          </p:nvSpPr>
          <p:spPr>
            <a:xfrm>
              <a:off x="7345176" y="2713539"/>
              <a:ext cx="49290" cy="63891"/>
            </a:xfrm>
            <a:custGeom>
              <a:avLst/>
              <a:gdLst/>
              <a:ahLst/>
              <a:cxnLst/>
              <a:rect l="l" t="t" r="r" b="b"/>
              <a:pathLst>
                <a:path w="1877" h="2433" extrusionOk="0">
                  <a:moveTo>
                    <a:pt x="1781" y="1"/>
                  </a:moveTo>
                  <a:lnTo>
                    <a:pt x="738" y="412"/>
                  </a:lnTo>
                  <a:cubicBezTo>
                    <a:pt x="288" y="594"/>
                    <a:pt x="1" y="1044"/>
                    <a:pt x="20" y="1532"/>
                  </a:cubicBezTo>
                  <a:lnTo>
                    <a:pt x="20" y="2211"/>
                  </a:lnTo>
                  <a:cubicBezTo>
                    <a:pt x="20" y="2339"/>
                    <a:pt x="133" y="2432"/>
                    <a:pt x="260" y="2432"/>
                  </a:cubicBezTo>
                  <a:cubicBezTo>
                    <a:pt x="266" y="2432"/>
                    <a:pt x="272" y="2432"/>
                    <a:pt x="279" y="2432"/>
                  </a:cubicBezTo>
                  <a:lnTo>
                    <a:pt x="326" y="2432"/>
                  </a:lnTo>
                  <a:lnTo>
                    <a:pt x="326" y="1532"/>
                  </a:lnTo>
                  <a:cubicBezTo>
                    <a:pt x="307" y="1044"/>
                    <a:pt x="594" y="594"/>
                    <a:pt x="1044" y="412"/>
                  </a:cubicBezTo>
                  <a:lnTo>
                    <a:pt x="1877" y="87"/>
                  </a:lnTo>
                  <a:lnTo>
                    <a:pt x="1781"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3" name="Google Shape;9933;p63"/>
            <p:cNvSpPr/>
            <p:nvPr/>
          </p:nvSpPr>
          <p:spPr>
            <a:xfrm>
              <a:off x="7367549" y="2612753"/>
              <a:ext cx="76942" cy="54332"/>
            </a:xfrm>
            <a:custGeom>
              <a:avLst/>
              <a:gdLst/>
              <a:ahLst/>
              <a:cxnLst/>
              <a:rect l="l" t="t" r="r" b="b"/>
              <a:pathLst>
                <a:path w="2930" h="2069" extrusionOk="0">
                  <a:moveTo>
                    <a:pt x="2575" y="1781"/>
                  </a:moveTo>
                  <a:lnTo>
                    <a:pt x="2566" y="1791"/>
                  </a:lnTo>
                  <a:lnTo>
                    <a:pt x="2566" y="1791"/>
                  </a:lnTo>
                  <a:lnTo>
                    <a:pt x="2566" y="1791"/>
                  </a:lnTo>
                  <a:lnTo>
                    <a:pt x="2537" y="1810"/>
                  </a:lnTo>
                  <a:lnTo>
                    <a:pt x="2537" y="1800"/>
                  </a:lnTo>
                  <a:lnTo>
                    <a:pt x="2575" y="1781"/>
                  </a:lnTo>
                  <a:close/>
                  <a:moveTo>
                    <a:pt x="1540" y="1"/>
                  </a:moveTo>
                  <a:cubicBezTo>
                    <a:pt x="1534" y="1"/>
                    <a:pt x="1528" y="1"/>
                    <a:pt x="1522" y="1"/>
                  </a:cubicBezTo>
                  <a:lnTo>
                    <a:pt x="1408" y="1"/>
                  </a:lnTo>
                  <a:cubicBezTo>
                    <a:pt x="632" y="1"/>
                    <a:pt x="1" y="633"/>
                    <a:pt x="1" y="1408"/>
                  </a:cubicBezTo>
                  <a:lnTo>
                    <a:pt x="1" y="2068"/>
                  </a:lnTo>
                  <a:cubicBezTo>
                    <a:pt x="1" y="2068"/>
                    <a:pt x="326" y="2040"/>
                    <a:pt x="364" y="1877"/>
                  </a:cubicBezTo>
                  <a:cubicBezTo>
                    <a:pt x="374" y="1867"/>
                    <a:pt x="384" y="1848"/>
                    <a:pt x="393" y="1829"/>
                  </a:cubicBezTo>
                  <a:cubicBezTo>
                    <a:pt x="575" y="1829"/>
                    <a:pt x="1427" y="1819"/>
                    <a:pt x="1905" y="1236"/>
                  </a:cubicBezTo>
                  <a:cubicBezTo>
                    <a:pt x="2010" y="1513"/>
                    <a:pt x="2250" y="1733"/>
                    <a:pt x="2537" y="1819"/>
                  </a:cubicBezTo>
                  <a:cubicBezTo>
                    <a:pt x="2546" y="1839"/>
                    <a:pt x="2556" y="1858"/>
                    <a:pt x="2575" y="1877"/>
                  </a:cubicBezTo>
                  <a:cubicBezTo>
                    <a:pt x="2613" y="2030"/>
                    <a:pt x="2929" y="2059"/>
                    <a:pt x="2929" y="2059"/>
                  </a:cubicBezTo>
                  <a:lnTo>
                    <a:pt x="2929" y="1408"/>
                  </a:lnTo>
                  <a:cubicBezTo>
                    <a:pt x="2929" y="638"/>
                    <a:pt x="2316" y="1"/>
                    <a:pt x="154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4" name="Google Shape;9934;p63"/>
            <p:cNvSpPr/>
            <p:nvPr/>
          </p:nvSpPr>
          <p:spPr>
            <a:xfrm>
              <a:off x="7367549" y="2612779"/>
              <a:ext cx="41753" cy="54306"/>
            </a:xfrm>
            <a:custGeom>
              <a:avLst/>
              <a:gdLst/>
              <a:ahLst/>
              <a:cxnLst/>
              <a:rect l="l" t="t" r="r" b="b"/>
              <a:pathLst>
                <a:path w="1590" h="2068" extrusionOk="0">
                  <a:moveTo>
                    <a:pt x="1408" y="0"/>
                  </a:moveTo>
                  <a:cubicBezTo>
                    <a:pt x="632" y="0"/>
                    <a:pt x="10" y="632"/>
                    <a:pt x="1" y="1407"/>
                  </a:cubicBezTo>
                  <a:lnTo>
                    <a:pt x="1" y="2067"/>
                  </a:lnTo>
                  <a:cubicBezTo>
                    <a:pt x="87" y="2058"/>
                    <a:pt x="173" y="2029"/>
                    <a:pt x="250" y="2000"/>
                  </a:cubicBezTo>
                  <a:lnTo>
                    <a:pt x="250" y="1771"/>
                  </a:lnTo>
                  <a:lnTo>
                    <a:pt x="250" y="1407"/>
                  </a:lnTo>
                  <a:cubicBezTo>
                    <a:pt x="250" y="660"/>
                    <a:pt x="843" y="38"/>
                    <a:pt x="15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5" name="Google Shape;9935;p63"/>
            <p:cNvSpPr/>
            <p:nvPr/>
          </p:nvSpPr>
          <p:spPr>
            <a:xfrm>
              <a:off x="7434145" y="2661281"/>
              <a:ext cx="16885" cy="22636"/>
            </a:xfrm>
            <a:custGeom>
              <a:avLst/>
              <a:gdLst/>
              <a:ahLst/>
              <a:cxnLst/>
              <a:rect l="l" t="t" r="r" b="b"/>
              <a:pathLst>
                <a:path w="643" h="862" extrusionOk="0">
                  <a:moveTo>
                    <a:pt x="175" y="1"/>
                  </a:moveTo>
                  <a:cubicBezTo>
                    <a:pt x="81" y="1"/>
                    <a:pt x="1" y="78"/>
                    <a:pt x="1" y="182"/>
                  </a:cubicBezTo>
                  <a:lnTo>
                    <a:pt x="1" y="680"/>
                  </a:lnTo>
                  <a:cubicBezTo>
                    <a:pt x="1" y="784"/>
                    <a:pt x="81" y="861"/>
                    <a:pt x="175" y="861"/>
                  </a:cubicBezTo>
                  <a:cubicBezTo>
                    <a:pt x="193" y="861"/>
                    <a:pt x="212" y="858"/>
                    <a:pt x="231" y="852"/>
                  </a:cubicBezTo>
                  <a:cubicBezTo>
                    <a:pt x="259" y="842"/>
                    <a:pt x="298" y="823"/>
                    <a:pt x="326" y="804"/>
                  </a:cubicBezTo>
                  <a:cubicBezTo>
                    <a:pt x="355" y="775"/>
                    <a:pt x="393" y="747"/>
                    <a:pt x="422" y="727"/>
                  </a:cubicBezTo>
                  <a:cubicBezTo>
                    <a:pt x="642" y="479"/>
                    <a:pt x="537" y="96"/>
                    <a:pt x="231" y="10"/>
                  </a:cubicBezTo>
                  <a:cubicBezTo>
                    <a:pt x="212" y="3"/>
                    <a:pt x="193" y="1"/>
                    <a:pt x="175"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6" name="Google Shape;9936;p63"/>
            <p:cNvSpPr/>
            <p:nvPr/>
          </p:nvSpPr>
          <p:spPr>
            <a:xfrm>
              <a:off x="7361772" y="2661334"/>
              <a:ext cx="16623" cy="22479"/>
            </a:xfrm>
            <a:custGeom>
              <a:avLst/>
              <a:gdLst/>
              <a:ahLst/>
              <a:cxnLst/>
              <a:rect l="l" t="t" r="r" b="b"/>
              <a:pathLst>
                <a:path w="633" h="856" extrusionOk="0">
                  <a:moveTo>
                    <a:pt x="444" y="0"/>
                  </a:moveTo>
                  <a:cubicBezTo>
                    <a:pt x="430" y="0"/>
                    <a:pt x="416" y="2"/>
                    <a:pt x="403" y="8"/>
                  </a:cubicBezTo>
                  <a:cubicBezTo>
                    <a:pt x="1" y="142"/>
                    <a:pt x="1" y="716"/>
                    <a:pt x="403" y="850"/>
                  </a:cubicBezTo>
                  <a:cubicBezTo>
                    <a:pt x="419" y="854"/>
                    <a:pt x="435" y="856"/>
                    <a:pt x="451" y="856"/>
                  </a:cubicBezTo>
                  <a:cubicBezTo>
                    <a:pt x="548" y="856"/>
                    <a:pt x="632" y="784"/>
                    <a:pt x="632" y="678"/>
                  </a:cubicBezTo>
                  <a:lnTo>
                    <a:pt x="632" y="170"/>
                  </a:lnTo>
                  <a:cubicBezTo>
                    <a:pt x="623" y="123"/>
                    <a:pt x="604" y="65"/>
                    <a:pt x="556" y="36"/>
                  </a:cubicBezTo>
                  <a:cubicBezTo>
                    <a:pt x="521" y="16"/>
                    <a:pt x="482" y="0"/>
                    <a:pt x="444"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7" name="Google Shape;9937;p63"/>
            <p:cNvSpPr/>
            <p:nvPr/>
          </p:nvSpPr>
          <p:spPr>
            <a:xfrm>
              <a:off x="7391945" y="2700829"/>
              <a:ext cx="28151" cy="32352"/>
            </a:xfrm>
            <a:custGeom>
              <a:avLst/>
              <a:gdLst/>
              <a:ahLst/>
              <a:cxnLst/>
              <a:rect l="l" t="t" r="r" b="b"/>
              <a:pathLst>
                <a:path w="1072" h="1232" extrusionOk="0">
                  <a:moveTo>
                    <a:pt x="179" y="1"/>
                  </a:moveTo>
                  <a:cubicBezTo>
                    <a:pt x="89" y="1"/>
                    <a:pt x="10" y="79"/>
                    <a:pt x="10" y="179"/>
                  </a:cubicBezTo>
                  <a:lnTo>
                    <a:pt x="10" y="695"/>
                  </a:lnTo>
                  <a:cubicBezTo>
                    <a:pt x="0" y="743"/>
                    <a:pt x="19" y="791"/>
                    <a:pt x="57" y="829"/>
                  </a:cubicBezTo>
                  <a:lnTo>
                    <a:pt x="421" y="1174"/>
                  </a:lnTo>
                  <a:cubicBezTo>
                    <a:pt x="450" y="1212"/>
                    <a:pt x="488" y="1222"/>
                    <a:pt x="536" y="1231"/>
                  </a:cubicBezTo>
                  <a:cubicBezTo>
                    <a:pt x="584" y="1222"/>
                    <a:pt x="622" y="1203"/>
                    <a:pt x="660" y="1174"/>
                  </a:cubicBezTo>
                  <a:lnTo>
                    <a:pt x="1024" y="791"/>
                  </a:lnTo>
                  <a:cubicBezTo>
                    <a:pt x="1053" y="762"/>
                    <a:pt x="1072" y="714"/>
                    <a:pt x="1072" y="676"/>
                  </a:cubicBezTo>
                  <a:lnTo>
                    <a:pt x="1072" y="179"/>
                  </a:lnTo>
                  <a:cubicBezTo>
                    <a:pt x="1072" y="131"/>
                    <a:pt x="1053" y="92"/>
                    <a:pt x="1024" y="54"/>
                  </a:cubicBezTo>
                  <a:cubicBezTo>
                    <a:pt x="986" y="25"/>
                    <a:pt x="938" y="6"/>
                    <a:pt x="890" y="6"/>
                  </a:cubicBezTo>
                  <a:lnTo>
                    <a:pt x="861" y="6"/>
                  </a:lnTo>
                  <a:cubicBezTo>
                    <a:pt x="794" y="25"/>
                    <a:pt x="718" y="25"/>
                    <a:pt x="651" y="35"/>
                  </a:cubicBezTo>
                  <a:lnTo>
                    <a:pt x="431" y="35"/>
                  </a:lnTo>
                  <a:cubicBezTo>
                    <a:pt x="364" y="35"/>
                    <a:pt x="287" y="25"/>
                    <a:pt x="220" y="6"/>
                  </a:cubicBezTo>
                  <a:cubicBezTo>
                    <a:pt x="206" y="2"/>
                    <a:pt x="192" y="1"/>
                    <a:pt x="179"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8" name="Google Shape;9938;p63"/>
            <p:cNvSpPr/>
            <p:nvPr/>
          </p:nvSpPr>
          <p:spPr>
            <a:xfrm>
              <a:off x="7391945" y="2701144"/>
              <a:ext cx="17095" cy="32037"/>
            </a:xfrm>
            <a:custGeom>
              <a:avLst/>
              <a:gdLst/>
              <a:ahLst/>
              <a:cxnLst/>
              <a:rect l="l" t="t" r="r" b="b"/>
              <a:pathLst>
                <a:path w="651" h="1220" extrusionOk="0">
                  <a:moveTo>
                    <a:pt x="176" y="1"/>
                  </a:moveTo>
                  <a:cubicBezTo>
                    <a:pt x="77" y="1"/>
                    <a:pt x="0" y="73"/>
                    <a:pt x="0" y="176"/>
                  </a:cubicBezTo>
                  <a:lnTo>
                    <a:pt x="0" y="693"/>
                  </a:lnTo>
                  <a:cubicBezTo>
                    <a:pt x="0" y="741"/>
                    <a:pt x="19" y="789"/>
                    <a:pt x="48" y="827"/>
                  </a:cubicBezTo>
                  <a:lnTo>
                    <a:pt x="412" y="1171"/>
                  </a:lnTo>
                  <a:cubicBezTo>
                    <a:pt x="440" y="1200"/>
                    <a:pt x="488" y="1219"/>
                    <a:pt x="526" y="1219"/>
                  </a:cubicBezTo>
                  <a:cubicBezTo>
                    <a:pt x="574" y="1219"/>
                    <a:pt x="622" y="1200"/>
                    <a:pt x="651" y="1171"/>
                  </a:cubicBezTo>
                  <a:cubicBezTo>
                    <a:pt x="622" y="1162"/>
                    <a:pt x="593" y="1143"/>
                    <a:pt x="574" y="1114"/>
                  </a:cubicBezTo>
                  <a:lnTo>
                    <a:pt x="211" y="769"/>
                  </a:lnTo>
                  <a:cubicBezTo>
                    <a:pt x="172" y="731"/>
                    <a:pt x="153" y="683"/>
                    <a:pt x="163" y="635"/>
                  </a:cubicBezTo>
                  <a:lnTo>
                    <a:pt x="163" y="119"/>
                  </a:lnTo>
                  <a:cubicBezTo>
                    <a:pt x="163" y="71"/>
                    <a:pt x="172" y="33"/>
                    <a:pt x="211" y="4"/>
                  </a:cubicBezTo>
                  <a:cubicBezTo>
                    <a:pt x="199" y="2"/>
                    <a:pt x="187" y="1"/>
                    <a:pt x="176"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9" name="Google Shape;9939;p63"/>
            <p:cNvSpPr/>
            <p:nvPr/>
          </p:nvSpPr>
          <p:spPr>
            <a:xfrm>
              <a:off x="7375847" y="2644422"/>
              <a:ext cx="60582" cy="64626"/>
            </a:xfrm>
            <a:custGeom>
              <a:avLst/>
              <a:gdLst/>
              <a:ahLst/>
              <a:cxnLst/>
              <a:rect l="l" t="t" r="r" b="b"/>
              <a:pathLst>
                <a:path w="2307" h="2461" extrusionOk="0">
                  <a:moveTo>
                    <a:pt x="1593" y="1"/>
                  </a:moveTo>
                  <a:cubicBezTo>
                    <a:pt x="1582" y="1"/>
                    <a:pt x="1570" y="4"/>
                    <a:pt x="1561" y="11"/>
                  </a:cubicBezTo>
                  <a:cubicBezTo>
                    <a:pt x="1312" y="202"/>
                    <a:pt x="1025" y="345"/>
                    <a:pt x="718" y="422"/>
                  </a:cubicBezTo>
                  <a:cubicBezTo>
                    <a:pt x="632" y="451"/>
                    <a:pt x="536" y="470"/>
                    <a:pt x="441" y="489"/>
                  </a:cubicBezTo>
                  <a:cubicBezTo>
                    <a:pt x="355" y="508"/>
                    <a:pt x="259" y="518"/>
                    <a:pt x="163" y="527"/>
                  </a:cubicBezTo>
                  <a:cubicBezTo>
                    <a:pt x="77" y="527"/>
                    <a:pt x="1" y="613"/>
                    <a:pt x="1" y="700"/>
                  </a:cubicBezTo>
                  <a:lnTo>
                    <a:pt x="1" y="1417"/>
                  </a:lnTo>
                  <a:cubicBezTo>
                    <a:pt x="1" y="1992"/>
                    <a:pt x="469" y="2460"/>
                    <a:pt x="1044" y="2460"/>
                  </a:cubicBezTo>
                  <a:lnTo>
                    <a:pt x="1264" y="2460"/>
                  </a:lnTo>
                  <a:cubicBezTo>
                    <a:pt x="1838" y="2460"/>
                    <a:pt x="2307" y="1992"/>
                    <a:pt x="2307" y="1417"/>
                  </a:cubicBezTo>
                  <a:lnTo>
                    <a:pt x="2307" y="671"/>
                  </a:lnTo>
                  <a:cubicBezTo>
                    <a:pt x="2307" y="594"/>
                    <a:pt x="2259" y="527"/>
                    <a:pt x="2192" y="508"/>
                  </a:cubicBezTo>
                  <a:cubicBezTo>
                    <a:pt x="2163" y="499"/>
                    <a:pt x="2144" y="489"/>
                    <a:pt x="2125" y="479"/>
                  </a:cubicBezTo>
                  <a:cubicBezTo>
                    <a:pt x="1924" y="393"/>
                    <a:pt x="1761" y="250"/>
                    <a:pt x="1656" y="49"/>
                  </a:cubicBezTo>
                  <a:lnTo>
                    <a:pt x="1647" y="39"/>
                  </a:lnTo>
                  <a:cubicBezTo>
                    <a:pt x="1640" y="14"/>
                    <a:pt x="1617" y="1"/>
                    <a:pt x="1593"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0" name="Google Shape;9940;p63"/>
            <p:cNvSpPr/>
            <p:nvPr/>
          </p:nvSpPr>
          <p:spPr>
            <a:xfrm>
              <a:off x="7375847" y="2644580"/>
              <a:ext cx="44012" cy="64731"/>
            </a:xfrm>
            <a:custGeom>
              <a:avLst/>
              <a:gdLst/>
              <a:ahLst/>
              <a:cxnLst/>
              <a:rect l="l" t="t" r="r" b="b"/>
              <a:pathLst>
                <a:path w="1676" h="2465" extrusionOk="0">
                  <a:moveTo>
                    <a:pt x="1593" y="0"/>
                  </a:moveTo>
                  <a:cubicBezTo>
                    <a:pt x="1582" y="0"/>
                    <a:pt x="1570" y="5"/>
                    <a:pt x="1561" y="14"/>
                  </a:cubicBezTo>
                  <a:cubicBezTo>
                    <a:pt x="1302" y="205"/>
                    <a:pt x="1025" y="339"/>
                    <a:pt x="718" y="426"/>
                  </a:cubicBezTo>
                  <a:cubicBezTo>
                    <a:pt x="632" y="454"/>
                    <a:pt x="536" y="473"/>
                    <a:pt x="441" y="493"/>
                  </a:cubicBezTo>
                  <a:cubicBezTo>
                    <a:pt x="355" y="512"/>
                    <a:pt x="259" y="521"/>
                    <a:pt x="163" y="521"/>
                  </a:cubicBezTo>
                  <a:cubicBezTo>
                    <a:pt x="68" y="531"/>
                    <a:pt x="1" y="607"/>
                    <a:pt x="1" y="703"/>
                  </a:cubicBezTo>
                  <a:lnTo>
                    <a:pt x="1" y="1421"/>
                  </a:lnTo>
                  <a:cubicBezTo>
                    <a:pt x="1" y="1995"/>
                    <a:pt x="469" y="2464"/>
                    <a:pt x="1044" y="2464"/>
                  </a:cubicBezTo>
                  <a:lnTo>
                    <a:pt x="1264" y="2464"/>
                  </a:lnTo>
                  <a:cubicBezTo>
                    <a:pt x="690" y="2464"/>
                    <a:pt x="211" y="1995"/>
                    <a:pt x="211" y="1421"/>
                  </a:cubicBezTo>
                  <a:lnTo>
                    <a:pt x="211" y="703"/>
                  </a:lnTo>
                  <a:cubicBezTo>
                    <a:pt x="211" y="607"/>
                    <a:pt x="288" y="531"/>
                    <a:pt x="383" y="521"/>
                  </a:cubicBezTo>
                  <a:cubicBezTo>
                    <a:pt x="469" y="521"/>
                    <a:pt x="565" y="502"/>
                    <a:pt x="661" y="493"/>
                  </a:cubicBezTo>
                  <a:cubicBezTo>
                    <a:pt x="747" y="473"/>
                    <a:pt x="843" y="454"/>
                    <a:pt x="938" y="426"/>
                  </a:cubicBezTo>
                  <a:cubicBezTo>
                    <a:pt x="1197" y="349"/>
                    <a:pt x="1446" y="234"/>
                    <a:pt x="1675" y="81"/>
                  </a:cubicBezTo>
                  <a:lnTo>
                    <a:pt x="1656" y="52"/>
                  </a:lnTo>
                  <a:lnTo>
                    <a:pt x="1647" y="43"/>
                  </a:lnTo>
                  <a:cubicBezTo>
                    <a:pt x="1640" y="17"/>
                    <a:pt x="1617" y="0"/>
                    <a:pt x="1593"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1" name="Google Shape;9941;p63"/>
            <p:cNvSpPr/>
            <p:nvPr/>
          </p:nvSpPr>
          <p:spPr>
            <a:xfrm>
              <a:off x="7219784" y="2529325"/>
              <a:ext cx="121400" cy="63917"/>
            </a:xfrm>
            <a:custGeom>
              <a:avLst/>
              <a:gdLst/>
              <a:ahLst/>
              <a:cxnLst/>
              <a:rect l="l" t="t" r="r" b="b"/>
              <a:pathLst>
                <a:path w="4623" h="2434" extrusionOk="0">
                  <a:moveTo>
                    <a:pt x="1752" y="1"/>
                  </a:moveTo>
                  <a:lnTo>
                    <a:pt x="699" y="422"/>
                  </a:lnTo>
                  <a:cubicBezTo>
                    <a:pt x="594" y="460"/>
                    <a:pt x="498" y="518"/>
                    <a:pt x="421" y="585"/>
                  </a:cubicBezTo>
                  <a:lnTo>
                    <a:pt x="393" y="604"/>
                  </a:lnTo>
                  <a:lnTo>
                    <a:pt x="383" y="623"/>
                  </a:lnTo>
                  <a:lnTo>
                    <a:pt x="364" y="632"/>
                  </a:lnTo>
                  <a:lnTo>
                    <a:pt x="345" y="652"/>
                  </a:lnTo>
                  <a:cubicBezTo>
                    <a:pt x="154" y="843"/>
                    <a:pt x="29" y="1082"/>
                    <a:pt x="0" y="1350"/>
                  </a:cubicBezTo>
                  <a:lnTo>
                    <a:pt x="0" y="1398"/>
                  </a:lnTo>
                  <a:lnTo>
                    <a:pt x="0" y="1408"/>
                  </a:lnTo>
                  <a:lnTo>
                    <a:pt x="0" y="1446"/>
                  </a:lnTo>
                  <a:lnTo>
                    <a:pt x="0" y="1475"/>
                  </a:lnTo>
                  <a:lnTo>
                    <a:pt x="0" y="1532"/>
                  </a:lnTo>
                  <a:lnTo>
                    <a:pt x="0" y="1704"/>
                  </a:lnTo>
                  <a:lnTo>
                    <a:pt x="0" y="2211"/>
                  </a:lnTo>
                  <a:cubicBezTo>
                    <a:pt x="0" y="2335"/>
                    <a:pt x="98" y="2434"/>
                    <a:pt x="218" y="2434"/>
                  </a:cubicBezTo>
                  <a:cubicBezTo>
                    <a:pt x="228" y="2434"/>
                    <a:pt x="239" y="2433"/>
                    <a:pt x="249" y="2432"/>
                  </a:cubicBezTo>
                  <a:lnTo>
                    <a:pt x="4364" y="2432"/>
                  </a:lnTo>
                  <a:cubicBezTo>
                    <a:pt x="4375" y="2433"/>
                    <a:pt x="4386" y="2434"/>
                    <a:pt x="4396" y="2434"/>
                  </a:cubicBezTo>
                  <a:cubicBezTo>
                    <a:pt x="4516" y="2434"/>
                    <a:pt x="4614" y="2335"/>
                    <a:pt x="4623" y="2211"/>
                  </a:cubicBezTo>
                  <a:lnTo>
                    <a:pt x="4623" y="1704"/>
                  </a:lnTo>
                  <a:lnTo>
                    <a:pt x="4623" y="1532"/>
                  </a:lnTo>
                  <a:lnTo>
                    <a:pt x="4575" y="1532"/>
                  </a:lnTo>
                  <a:lnTo>
                    <a:pt x="4575" y="1475"/>
                  </a:lnTo>
                  <a:lnTo>
                    <a:pt x="4575" y="1446"/>
                  </a:lnTo>
                  <a:lnTo>
                    <a:pt x="4575" y="1408"/>
                  </a:lnTo>
                  <a:lnTo>
                    <a:pt x="4575" y="1398"/>
                  </a:lnTo>
                  <a:lnTo>
                    <a:pt x="4575" y="1350"/>
                  </a:lnTo>
                  <a:cubicBezTo>
                    <a:pt x="4546" y="1082"/>
                    <a:pt x="4422" y="843"/>
                    <a:pt x="4230" y="652"/>
                  </a:cubicBezTo>
                  <a:lnTo>
                    <a:pt x="4211" y="632"/>
                  </a:lnTo>
                  <a:lnTo>
                    <a:pt x="4192" y="623"/>
                  </a:lnTo>
                  <a:lnTo>
                    <a:pt x="4183" y="604"/>
                  </a:lnTo>
                  <a:lnTo>
                    <a:pt x="4154" y="585"/>
                  </a:lnTo>
                  <a:cubicBezTo>
                    <a:pt x="4068" y="518"/>
                    <a:pt x="3972" y="460"/>
                    <a:pt x="3876" y="422"/>
                  </a:cubicBezTo>
                  <a:lnTo>
                    <a:pt x="2824" y="1"/>
                  </a:lnTo>
                  <a:lnTo>
                    <a:pt x="2556" y="269"/>
                  </a:lnTo>
                  <a:lnTo>
                    <a:pt x="2288" y="537"/>
                  </a:lnTo>
                  <a:lnTo>
                    <a:pt x="2020" y="269"/>
                  </a:lnTo>
                  <a:lnTo>
                    <a:pt x="1752"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2" name="Google Shape;9942;p63"/>
            <p:cNvSpPr/>
            <p:nvPr/>
          </p:nvSpPr>
          <p:spPr>
            <a:xfrm>
              <a:off x="7218261" y="2529325"/>
              <a:ext cx="49290" cy="63917"/>
            </a:xfrm>
            <a:custGeom>
              <a:avLst/>
              <a:gdLst/>
              <a:ahLst/>
              <a:cxnLst/>
              <a:rect l="l" t="t" r="r" b="b"/>
              <a:pathLst>
                <a:path w="1877" h="2434" extrusionOk="0">
                  <a:moveTo>
                    <a:pt x="1791" y="1"/>
                  </a:moveTo>
                  <a:lnTo>
                    <a:pt x="738" y="412"/>
                  </a:lnTo>
                  <a:cubicBezTo>
                    <a:pt x="288" y="594"/>
                    <a:pt x="1" y="1044"/>
                    <a:pt x="20" y="1532"/>
                  </a:cubicBezTo>
                  <a:lnTo>
                    <a:pt x="20" y="2211"/>
                  </a:lnTo>
                  <a:cubicBezTo>
                    <a:pt x="29" y="2335"/>
                    <a:pt x="127" y="2434"/>
                    <a:pt x="247" y="2434"/>
                  </a:cubicBezTo>
                  <a:cubicBezTo>
                    <a:pt x="257" y="2434"/>
                    <a:pt x="268" y="2433"/>
                    <a:pt x="279" y="2432"/>
                  </a:cubicBezTo>
                  <a:lnTo>
                    <a:pt x="336" y="2432"/>
                  </a:lnTo>
                  <a:lnTo>
                    <a:pt x="336" y="1532"/>
                  </a:lnTo>
                  <a:cubicBezTo>
                    <a:pt x="307" y="1044"/>
                    <a:pt x="594" y="594"/>
                    <a:pt x="1054" y="412"/>
                  </a:cubicBezTo>
                  <a:lnTo>
                    <a:pt x="1877" y="87"/>
                  </a:lnTo>
                  <a:lnTo>
                    <a:pt x="1791"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3" name="Google Shape;9943;p63"/>
            <p:cNvSpPr/>
            <p:nvPr/>
          </p:nvSpPr>
          <p:spPr>
            <a:xfrm>
              <a:off x="7240897" y="2428565"/>
              <a:ext cx="76916" cy="54043"/>
            </a:xfrm>
            <a:custGeom>
              <a:avLst/>
              <a:gdLst/>
              <a:ahLst/>
              <a:cxnLst/>
              <a:rect l="l" t="t" r="r" b="b"/>
              <a:pathLst>
                <a:path w="2929" h="2058" extrusionOk="0">
                  <a:moveTo>
                    <a:pt x="2575" y="1780"/>
                  </a:moveTo>
                  <a:lnTo>
                    <a:pt x="2565" y="1790"/>
                  </a:lnTo>
                  <a:lnTo>
                    <a:pt x="2536" y="1809"/>
                  </a:lnTo>
                  <a:lnTo>
                    <a:pt x="2575" y="1780"/>
                  </a:lnTo>
                  <a:close/>
                  <a:moveTo>
                    <a:pt x="1407" y="0"/>
                  </a:moveTo>
                  <a:cubicBezTo>
                    <a:pt x="632" y="0"/>
                    <a:pt x="0" y="632"/>
                    <a:pt x="0" y="1407"/>
                  </a:cubicBezTo>
                  <a:lnTo>
                    <a:pt x="0" y="2058"/>
                  </a:lnTo>
                  <a:cubicBezTo>
                    <a:pt x="0" y="2058"/>
                    <a:pt x="326" y="2029"/>
                    <a:pt x="364" y="1876"/>
                  </a:cubicBezTo>
                  <a:cubicBezTo>
                    <a:pt x="374" y="1857"/>
                    <a:pt x="383" y="1847"/>
                    <a:pt x="393" y="1828"/>
                  </a:cubicBezTo>
                  <a:cubicBezTo>
                    <a:pt x="575" y="1828"/>
                    <a:pt x="1426" y="1809"/>
                    <a:pt x="1905" y="1225"/>
                  </a:cubicBezTo>
                  <a:cubicBezTo>
                    <a:pt x="2010" y="1512"/>
                    <a:pt x="2240" y="1732"/>
                    <a:pt x="2536" y="1818"/>
                  </a:cubicBezTo>
                  <a:cubicBezTo>
                    <a:pt x="2546" y="1838"/>
                    <a:pt x="2556" y="1857"/>
                    <a:pt x="2565" y="1876"/>
                  </a:cubicBezTo>
                  <a:cubicBezTo>
                    <a:pt x="2613" y="2029"/>
                    <a:pt x="2929" y="2058"/>
                    <a:pt x="2929" y="2058"/>
                  </a:cubicBezTo>
                  <a:lnTo>
                    <a:pt x="2929" y="1397"/>
                  </a:lnTo>
                  <a:cubicBezTo>
                    <a:pt x="2929" y="622"/>
                    <a:pt x="2297" y="0"/>
                    <a:pt x="152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4" name="Google Shape;9944;p63"/>
            <p:cNvSpPr/>
            <p:nvPr/>
          </p:nvSpPr>
          <p:spPr>
            <a:xfrm>
              <a:off x="7240897" y="2428565"/>
              <a:ext cx="41727" cy="54306"/>
            </a:xfrm>
            <a:custGeom>
              <a:avLst/>
              <a:gdLst/>
              <a:ahLst/>
              <a:cxnLst/>
              <a:rect l="l" t="t" r="r" b="b"/>
              <a:pathLst>
                <a:path w="1589" h="2068" extrusionOk="0">
                  <a:moveTo>
                    <a:pt x="1407" y="0"/>
                  </a:moveTo>
                  <a:cubicBezTo>
                    <a:pt x="632" y="10"/>
                    <a:pt x="0" y="632"/>
                    <a:pt x="0" y="1407"/>
                  </a:cubicBezTo>
                  <a:lnTo>
                    <a:pt x="0" y="2067"/>
                  </a:lnTo>
                  <a:cubicBezTo>
                    <a:pt x="86" y="2058"/>
                    <a:pt x="173" y="2039"/>
                    <a:pt x="249" y="2000"/>
                  </a:cubicBezTo>
                  <a:lnTo>
                    <a:pt x="249" y="1771"/>
                  </a:lnTo>
                  <a:lnTo>
                    <a:pt x="249" y="1407"/>
                  </a:lnTo>
                  <a:cubicBezTo>
                    <a:pt x="249" y="660"/>
                    <a:pt x="833" y="38"/>
                    <a:pt x="15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5" name="Google Shape;9945;p63"/>
            <p:cNvSpPr/>
            <p:nvPr/>
          </p:nvSpPr>
          <p:spPr>
            <a:xfrm>
              <a:off x="7307230" y="2477146"/>
              <a:ext cx="17122" cy="22557"/>
            </a:xfrm>
            <a:custGeom>
              <a:avLst/>
              <a:gdLst/>
              <a:ahLst/>
              <a:cxnLst/>
              <a:rect l="l" t="t" r="r" b="b"/>
              <a:pathLst>
                <a:path w="652" h="859" extrusionOk="0">
                  <a:moveTo>
                    <a:pt x="182" y="1"/>
                  </a:moveTo>
                  <a:cubicBezTo>
                    <a:pt x="85" y="1"/>
                    <a:pt x="1" y="72"/>
                    <a:pt x="1" y="179"/>
                  </a:cubicBezTo>
                  <a:lnTo>
                    <a:pt x="1" y="686"/>
                  </a:lnTo>
                  <a:cubicBezTo>
                    <a:pt x="1" y="782"/>
                    <a:pt x="81" y="858"/>
                    <a:pt x="174" y="858"/>
                  </a:cubicBezTo>
                  <a:cubicBezTo>
                    <a:pt x="193" y="858"/>
                    <a:pt x="212" y="855"/>
                    <a:pt x="231" y="849"/>
                  </a:cubicBezTo>
                  <a:cubicBezTo>
                    <a:pt x="269" y="839"/>
                    <a:pt x="298" y="830"/>
                    <a:pt x="326" y="811"/>
                  </a:cubicBezTo>
                  <a:cubicBezTo>
                    <a:pt x="365" y="772"/>
                    <a:pt x="393" y="744"/>
                    <a:pt x="432" y="724"/>
                  </a:cubicBezTo>
                  <a:cubicBezTo>
                    <a:pt x="652" y="485"/>
                    <a:pt x="546" y="102"/>
                    <a:pt x="231" y="7"/>
                  </a:cubicBezTo>
                  <a:cubicBezTo>
                    <a:pt x="214" y="3"/>
                    <a:pt x="198" y="1"/>
                    <a:pt x="182"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6" name="Google Shape;9946;p63"/>
            <p:cNvSpPr/>
            <p:nvPr/>
          </p:nvSpPr>
          <p:spPr>
            <a:xfrm>
              <a:off x="7234857" y="2477120"/>
              <a:ext cx="16623" cy="22479"/>
            </a:xfrm>
            <a:custGeom>
              <a:avLst/>
              <a:gdLst/>
              <a:ahLst/>
              <a:cxnLst/>
              <a:rect l="l" t="t" r="r" b="b"/>
              <a:pathLst>
                <a:path w="633" h="856" extrusionOk="0">
                  <a:moveTo>
                    <a:pt x="450" y="0"/>
                  </a:moveTo>
                  <a:cubicBezTo>
                    <a:pt x="435" y="0"/>
                    <a:pt x="419" y="2"/>
                    <a:pt x="403" y="8"/>
                  </a:cubicBezTo>
                  <a:cubicBezTo>
                    <a:pt x="1" y="142"/>
                    <a:pt x="1" y="716"/>
                    <a:pt x="403" y="850"/>
                  </a:cubicBezTo>
                  <a:cubicBezTo>
                    <a:pt x="419" y="854"/>
                    <a:pt x="435" y="856"/>
                    <a:pt x="451" y="856"/>
                  </a:cubicBezTo>
                  <a:cubicBezTo>
                    <a:pt x="548" y="856"/>
                    <a:pt x="632" y="784"/>
                    <a:pt x="632" y="678"/>
                  </a:cubicBezTo>
                  <a:lnTo>
                    <a:pt x="632" y="170"/>
                  </a:lnTo>
                  <a:cubicBezTo>
                    <a:pt x="632" y="123"/>
                    <a:pt x="604" y="65"/>
                    <a:pt x="565" y="36"/>
                  </a:cubicBezTo>
                  <a:cubicBezTo>
                    <a:pt x="531" y="16"/>
                    <a:pt x="491" y="0"/>
                    <a:pt x="450"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7" name="Google Shape;9947;p63"/>
            <p:cNvSpPr/>
            <p:nvPr/>
          </p:nvSpPr>
          <p:spPr>
            <a:xfrm>
              <a:off x="7265266" y="2516694"/>
              <a:ext cx="27914" cy="32274"/>
            </a:xfrm>
            <a:custGeom>
              <a:avLst/>
              <a:gdLst/>
              <a:ahLst/>
              <a:cxnLst/>
              <a:rect l="l" t="t" r="r" b="b"/>
              <a:pathLst>
                <a:path w="1063" h="1229" extrusionOk="0">
                  <a:moveTo>
                    <a:pt x="179" y="0"/>
                  </a:moveTo>
                  <a:cubicBezTo>
                    <a:pt x="85" y="0"/>
                    <a:pt x="1" y="73"/>
                    <a:pt x="1" y="176"/>
                  </a:cubicBezTo>
                  <a:lnTo>
                    <a:pt x="1" y="692"/>
                  </a:lnTo>
                  <a:cubicBezTo>
                    <a:pt x="1" y="740"/>
                    <a:pt x="20" y="798"/>
                    <a:pt x="48" y="826"/>
                  </a:cubicBezTo>
                  <a:lnTo>
                    <a:pt x="412" y="1171"/>
                  </a:lnTo>
                  <a:cubicBezTo>
                    <a:pt x="441" y="1209"/>
                    <a:pt x="489" y="1228"/>
                    <a:pt x="527" y="1228"/>
                  </a:cubicBezTo>
                  <a:cubicBezTo>
                    <a:pt x="575" y="1228"/>
                    <a:pt x="623" y="1209"/>
                    <a:pt x="651" y="1171"/>
                  </a:cubicBezTo>
                  <a:lnTo>
                    <a:pt x="1015" y="788"/>
                  </a:lnTo>
                  <a:cubicBezTo>
                    <a:pt x="1044" y="759"/>
                    <a:pt x="1063" y="721"/>
                    <a:pt x="1063" y="673"/>
                  </a:cubicBezTo>
                  <a:lnTo>
                    <a:pt x="1063" y="176"/>
                  </a:lnTo>
                  <a:cubicBezTo>
                    <a:pt x="1063" y="137"/>
                    <a:pt x="1053" y="89"/>
                    <a:pt x="1025" y="61"/>
                  </a:cubicBezTo>
                  <a:cubicBezTo>
                    <a:pt x="986" y="22"/>
                    <a:pt x="939" y="3"/>
                    <a:pt x="891" y="3"/>
                  </a:cubicBezTo>
                  <a:lnTo>
                    <a:pt x="852" y="3"/>
                  </a:lnTo>
                  <a:cubicBezTo>
                    <a:pt x="785" y="22"/>
                    <a:pt x="718" y="32"/>
                    <a:pt x="642" y="32"/>
                  </a:cubicBezTo>
                  <a:lnTo>
                    <a:pt x="431" y="32"/>
                  </a:lnTo>
                  <a:cubicBezTo>
                    <a:pt x="355" y="32"/>
                    <a:pt x="288" y="22"/>
                    <a:pt x="211" y="3"/>
                  </a:cubicBezTo>
                  <a:cubicBezTo>
                    <a:pt x="200" y="1"/>
                    <a:pt x="189" y="0"/>
                    <a:pt x="179"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8" name="Google Shape;9948;p63"/>
            <p:cNvSpPr/>
            <p:nvPr/>
          </p:nvSpPr>
          <p:spPr>
            <a:xfrm>
              <a:off x="7265266" y="2516956"/>
              <a:ext cx="17122" cy="32247"/>
            </a:xfrm>
            <a:custGeom>
              <a:avLst/>
              <a:gdLst/>
              <a:ahLst/>
              <a:cxnLst/>
              <a:rect l="l" t="t" r="r" b="b"/>
              <a:pathLst>
                <a:path w="652" h="1228" extrusionOk="0">
                  <a:moveTo>
                    <a:pt x="179" y="0"/>
                  </a:moveTo>
                  <a:cubicBezTo>
                    <a:pt x="79" y="0"/>
                    <a:pt x="1" y="80"/>
                    <a:pt x="1" y="175"/>
                  </a:cubicBezTo>
                  <a:lnTo>
                    <a:pt x="1" y="692"/>
                  </a:lnTo>
                  <a:cubicBezTo>
                    <a:pt x="1" y="740"/>
                    <a:pt x="20" y="788"/>
                    <a:pt x="48" y="826"/>
                  </a:cubicBezTo>
                  <a:lnTo>
                    <a:pt x="412" y="1170"/>
                  </a:lnTo>
                  <a:cubicBezTo>
                    <a:pt x="441" y="1209"/>
                    <a:pt x="489" y="1228"/>
                    <a:pt x="527" y="1228"/>
                  </a:cubicBezTo>
                  <a:cubicBezTo>
                    <a:pt x="575" y="1218"/>
                    <a:pt x="623" y="1199"/>
                    <a:pt x="651" y="1170"/>
                  </a:cubicBezTo>
                  <a:cubicBezTo>
                    <a:pt x="623" y="1161"/>
                    <a:pt x="594" y="1142"/>
                    <a:pt x="575" y="1123"/>
                  </a:cubicBezTo>
                  <a:lnTo>
                    <a:pt x="211" y="768"/>
                  </a:lnTo>
                  <a:cubicBezTo>
                    <a:pt x="173" y="740"/>
                    <a:pt x="154" y="682"/>
                    <a:pt x="163" y="634"/>
                  </a:cubicBezTo>
                  <a:lnTo>
                    <a:pt x="163" y="118"/>
                  </a:lnTo>
                  <a:cubicBezTo>
                    <a:pt x="163" y="79"/>
                    <a:pt x="173" y="32"/>
                    <a:pt x="211" y="3"/>
                  </a:cubicBezTo>
                  <a:cubicBezTo>
                    <a:pt x="200" y="1"/>
                    <a:pt x="190" y="0"/>
                    <a:pt x="17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9" name="Google Shape;9949;p63"/>
            <p:cNvSpPr/>
            <p:nvPr/>
          </p:nvSpPr>
          <p:spPr>
            <a:xfrm>
              <a:off x="7249195" y="2460287"/>
              <a:ext cx="60319" cy="64810"/>
            </a:xfrm>
            <a:custGeom>
              <a:avLst/>
              <a:gdLst/>
              <a:ahLst/>
              <a:cxnLst/>
              <a:rect l="l" t="t" r="r" b="b"/>
              <a:pathLst>
                <a:path w="2297" h="2468" extrusionOk="0">
                  <a:moveTo>
                    <a:pt x="1595" y="0"/>
                  </a:moveTo>
                  <a:cubicBezTo>
                    <a:pt x="1581" y="0"/>
                    <a:pt x="1566" y="6"/>
                    <a:pt x="1551" y="17"/>
                  </a:cubicBezTo>
                  <a:cubicBezTo>
                    <a:pt x="1302" y="199"/>
                    <a:pt x="1015" y="342"/>
                    <a:pt x="718" y="429"/>
                  </a:cubicBezTo>
                  <a:cubicBezTo>
                    <a:pt x="622" y="448"/>
                    <a:pt x="536" y="476"/>
                    <a:pt x="440" y="496"/>
                  </a:cubicBezTo>
                  <a:cubicBezTo>
                    <a:pt x="345" y="505"/>
                    <a:pt x="259" y="524"/>
                    <a:pt x="163" y="524"/>
                  </a:cubicBezTo>
                  <a:cubicBezTo>
                    <a:pt x="67" y="534"/>
                    <a:pt x="0" y="610"/>
                    <a:pt x="0" y="706"/>
                  </a:cubicBezTo>
                  <a:lnTo>
                    <a:pt x="0" y="1424"/>
                  </a:lnTo>
                  <a:cubicBezTo>
                    <a:pt x="0" y="1998"/>
                    <a:pt x="469" y="2457"/>
                    <a:pt x="1043" y="2467"/>
                  </a:cubicBezTo>
                  <a:lnTo>
                    <a:pt x="1254" y="2467"/>
                  </a:lnTo>
                  <a:cubicBezTo>
                    <a:pt x="1828" y="2457"/>
                    <a:pt x="2297" y="1998"/>
                    <a:pt x="2297" y="1424"/>
                  </a:cubicBezTo>
                  <a:lnTo>
                    <a:pt x="2297" y="668"/>
                  </a:lnTo>
                  <a:cubicBezTo>
                    <a:pt x="2297" y="601"/>
                    <a:pt x="2249" y="534"/>
                    <a:pt x="2182" y="505"/>
                  </a:cubicBezTo>
                  <a:cubicBezTo>
                    <a:pt x="2163" y="496"/>
                    <a:pt x="2144" y="486"/>
                    <a:pt x="2125" y="476"/>
                  </a:cubicBezTo>
                  <a:cubicBezTo>
                    <a:pt x="1924" y="400"/>
                    <a:pt x="1751" y="247"/>
                    <a:pt x="1656" y="55"/>
                  </a:cubicBezTo>
                  <a:lnTo>
                    <a:pt x="1646" y="36"/>
                  </a:lnTo>
                  <a:cubicBezTo>
                    <a:pt x="1635" y="13"/>
                    <a:pt x="1616" y="0"/>
                    <a:pt x="1595"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0" name="Google Shape;9950;p63"/>
            <p:cNvSpPr/>
            <p:nvPr/>
          </p:nvSpPr>
          <p:spPr>
            <a:xfrm>
              <a:off x="7249195" y="2460471"/>
              <a:ext cx="43749" cy="64626"/>
            </a:xfrm>
            <a:custGeom>
              <a:avLst/>
              <a:gdLst/>
              <a:ahLst/>
              <a:cxnLst/>
              <a:rect l="l" t="t" r="r" b="b"/>
              <a:pathLst>
                <a:path w="1666" h="2461" extrusionOk="0">
                  <a:moveTo>
                    <a:pt x="1584" y="1"/>
                  </a:moveTo>
                  <a:cubicBezTo>
                    <a:pt x="1572" y="1"/>
                    <a:pt x="1560" y="4"/>
                    <a:pt x="1551" y="10"/>
                  </a:cubicBezTo>
                  <a:cubicBezTo>
                    <a:pt x="1302" y="201"/>
                    <a:pt x="1015" y="335"/>
                    <a:pt x="718" y="422"/>
                  </a:cubicBezTo>
                  <a:cubicBezTo>
                    <a:pt x="622" y="450"/>
                    <a:pt x="536" y="469"/>
                    <a:pt x="440" y="489"/>
                  </a:cubicBezTo>
                  <a:cubicBezTo>
                    <a:pt x="345" y="508"/>
                    <a:pt x="249" y="517"/>
                    <a:pt x="163" y="527"/>
                  </a:cubicBezTo>
                  <a:cubicBezTo>
                    <a:pt x="67" y="527"/>
                    <a:pt x="0" y="603"/>
                    <a:pt x="0" y="699"/>
                  </a:cubicBezTo>
                  <a:lnTo>
                    <a:pt x="0" y="1417"/>
                  </a:lnTo>
                  <a:cubicBezTo>
                    <a:pt x="0" y="1991"/>
                    <a:pt x="459" y="2460"/>
                    <a:pt x="1034" y="2460"/>
                  </a:cubicBezTo>
                  <a:lnTo>
                    <a:pt x="1254" y="2460"/>
                  </a:lnTo>
                  <a:cubicBezTo>
                    <a:pt x="680" y="2460"/>
                    <a:pt x="211" y="1991"/>
                    <a:pt x="211" y="1417"/>
                  </a:cubicBezTo>
                  <a:lnTo>
                    <a:pt x="211" y="699"/>
                  </a:lnTo>
                  <a:cubicBezTo>
                    <a:pt x="211" y="603"/>
                    <a:pt x="287" y="527"/>
                    <a:pt x="373" y="527"/>
                  </a:cubicBezTo>
                  <a:cubicBezTo>
                    <a:pt x="469" y="517"/>
                    <a:pt x="565" y="508"/>
                    <a:pt x="651" y="489"/>
                  </a:cubicBezTo>
                  <a:cubicBezTo>
                    <a:pt x="747" y="469"/>
                    <a:pt x="842" y="450"/>
                    <a:pt x="928" y="422"/>
                  </a:cubicBezTo>
                  <a:cubicBezTo>
                    <a:pt x="1196" y="345"/>
                    <a:pt x="1445" y="230"/>
                    <a:pt x="1665" y="87"/>
                  </a:cubicBezTo>
                  <a:lnTo>
                    <a:pt x="1656" y="48"/>
                  </a:lnTo>
                  <a:lnTo>
                    <a:pt x="1646" y="39"/>
                  </a:lnTo>
                  <a:cubicBezTo>
                    <a:pt x="1633" y="13"/>
                    <a:pt x="1608" y="1"/>
                    <a:pt x="1584"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1" name="Google Shape;9951;p63"/>
            <p:cNvSpPr/>
            <p:nvPr/>
          </p:nvSpPr>
          <p:spPr>
            <a:xfrm>
              <a:off x="7092607" y="2713539"/>
              <a:ext cx="121164" cy="63891"/>
            </a:xfrm>
            <a:custGeom>
              <a:avLst/>
              <a:gdLst/>
              <a:ahLst/>
              <a:cxnLst/>
              <a:rect l="l" t="t" r="r" b="b"/>
              <a:pathLst>
                <a:path w="4614" h="2433" extrusionOk="0">
                  <a:moveTo>
                    <a:pt x="1752" y="1"/>
                  </a:moveTo>
                  <a:lnTo>
                    <a:pt x="699" y="422"/>
                  </a:lnTo>
                  <a:cubicBezTo>
                    <a:pt x="594" y="460"/>
                    <a:pt x="498" y="518"/>
                    <a:pt x="412" y="585"/>
                  </a:cubicBezTo>
                  <a:lnTo>
                    <a:pt x="393" y="604"/>
                  </a:lnTo>
                  <a:lnTo>
                    <a:pt x="374" y="613"/>
                  </a:lnTo>
                  <a:lnTo>
                    <a:pt x="364" y="632"/>
                  </a:lnTo>
                  <a:lnTo>
                    <a:pt x="336" y="652"/>
                  </a:lnTo>
                  <a:cubicBezTo>
                    <a:pt x="154" y="833"/>
                    <a:pt x="30" y="1082"/>
                    <a:pt x="1" y="1350"/>
                  </a:cubicBezTo>
                  <a:lnTo>
                    <a:pt x="1" y="1388"/>
                  </a:lnTo>
                  <a:lnTo>
                    <a:pt x="1" y="1408"/>
                  </a:lnTo>
                  <a:lnTo>
                    <a:pt x="1" y="1446"/>
                  </a:lnTo>
                  <a:lnTo>
                    <a:pt x="1" y="1465"/>
                  </a:lnTo>
                  <a:lnTo>
                    <a:pt x="1" y="1475"/>
                  </a:lnTo>
                  <a:lnTo>
                    <a:pt x="1" y="1532"/>
                  </a:lnTo>
                  <a:lnTo>
                    <a:pt x="1" y="1695"/>
                  </a:lnTo>
                  <a:lnTo>
                    <a:pt x="1" y="2211"/>
                  </a:lnTo>
                  <a:cubicBezTo>
                    <a:pt x="1" y="2339"/>
                    <a:pt x="105" y="2432"/>
                    <a:pt x="231" y="2432"/>
                  </a:cubicBezTo>
                  <a:cubicBezTo>
                    <a:pt x="237" y="2432"/>
                    <a:pt x="243" y="2432"/>
                    <a:pt x="250" y="2432"/>
                  </a:cubicBezTo>
                  <a:lnTo>
                    <a:pt x="4365" y="2432"/>
                  </a:lnTo>
                  <a:cubicBezTo>
                    <a:pt x="4371" y="2432"/>
                    <a:pt x="4377" y="2432"/>
                    <a:pt x="4383" y="2432"/>
                  </a:cubicBezTo>
                  <a:cubicBezTo>
                    <a:pt x="4509" y="2432"/>
                    <a:pt x="4614" y="2339"/>
                    <a:pt x="4614" y="2211"/>
                  </a:cubicBezTo>
                  <a:lnTo>
                    <a:pt x="4614" y="1695"/>
                  </a:lnTo>
                  <a:lnTo>
                    <a:pt x="4614" y="1532"/>
                  </a:lnTo>
                  <a:lnTo>
                    <a:pt x="4575" y="1532"/>
                  </a:lnTo>
                  <a:lnTo>
                    <a:pt x="4575" y="1475"/>
                  </a:lnTo>
                  <a:lnTo>
                    <a:pt x="4575" y="1465"/>
                  </a:lnTo>
                  <a:lnTo>
                    <a:pt x="4575" y="1446"/>
                  </a:lnTo>
                  <a:lnTo>
                    <a:pt x="4575" y="1408"/>
                  </a:lnTo>
                  <a:lnTo>
                    <a:pt x="4575" y="1388"/>
                  </a:lnTo>
                  <a:lnTo>
                    <a:pt x="4575" y="1350"/>
                  </a:lnTo>
                  <a:cubicBezTo>
                    <a:pt x="4537" y="1082"/>
                    <a:pt x="4422" y="833"/>
                    <a:pt x="4231" y="652"/>
                  </a:cubicBezTo>
                  <a:lnTo>
                    <a:pt x="4202" y="632"/>
                  </a:lnTo>
                  <a:lnTo>
                    <a:pt x="4193" y="613"/>
                  </a:lnTo>
                  <a:lnTo>
                    <a:pt x="4183" y="604"/>
                  </a:lnTo>
                  <a:lnTo>
                    <a:pt x="4154" y="585"/>
                  </a:lnTo>
                  <a:cubicBezTo>
                    <a:pt x="4068" y="518"/>
                    <a:pt x="3972" y="460"/>
                    <a:pt x="3867" y="422"/>
                  </a:cubicBezTo>
                  <a:lnTo>
                    <a:pt x="2814" y="1"/>
                  </a:lnTo>
                  <a:lnTo>
                    <a:pt x="2556" y="269"/>
                  </a:lnTo>
                  <a:lnTo>
                    <a:pt x="2288" y="537"/>
                  </a:lnTo>
                  <a:lnTo>
                    <a:pt x="2020" y="269"/>
                  </a:lnTo>
                  <a:lnTo>
                    <a:pt x="1752"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2" name="Google Shape;9952;p63"/>
            <p:cNvSpPr/>
            <p:nvPr/>
          </p:nvSpPr>
          <p:spPr>
            <a:xfrm>
              <a:off x="7091110" y="2713539"/>
              <a:ext cx="49027" cy="63891"/>
            </a:xfrm>
            <a:custGeom>
              <a:avLst/>
              <a:gdLst/>
              <a:ahLst/>
              <a:cxnLst/>
              <a:rect l="l" t="t" r="r" b="b"/>
              <a:pathLst>
                <a:path w="1867" h="2433" extrusionOk="0">
                  <a:moveTo>
                    <a:pt x="1780" y="1"/>
                  </a:moveTo>
                  <a:lnTo>
                    <a:pt x="737" y="412"/>
                  </a:lnTo>
                  <a:cubicBezTo>
                    <a:pt x="288" y="594"/>
                    <a:pt x="0" y="1044"/>
                    <a:pt x="20" y="1532"/>
                  </a:cubicBezTo>
                  <a:lnTo>
                    <a:pt x="20" y="2211"/>
                  </a:lnTo>
                  <a:cubicBezTo>
                    <a:pt x="20" y="2339"/>
                    <a:pt x="124" y="2432"/>
                    <a:pt x="250" y="2432"/>
                  </a:cubicBezTo>
                  <a:cubicBezTo>
                    <a:pt x="256" y="2432"/>
                    <a:pt x="262" y="2432"/>
                    <a:pt x="268" y="2432"/>
                  </a:cubicBezTo>
                  <a:lnTo>
                    <a:pt x="326" y="2432"/>
                  </a:lnTo>
                  <a:lnTo>
                    <a:pt x="326" y="1532"/>
                  </a:lnTo>
                  <a:cubicBezTo>
                    <a:pt x="307" y="1044"/>
                    <a:pt x="594" y="594"/>
                    <a:pt x="1044" y="412"/>
                  </a:cubicBezTo>
                  <a:lnTo>
                    <a:pt x="1867" y="87"/>
                  </a:lnTo>
                  <a:lnTo>
                    <a:pt x="1780"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3" name="Google Shape;9953;p63"/>
            <p:cNvSpPr/>
            <p:nvPr/>
          </p:nvSpPr>
          <p:spPr>
            <a:xfrm>
              <a:off x="7113484" y="2612753"/>
              <a:ext cx="76916" cy="54332"/>
            </a:xfrm>
            <a:custGeom>
              <a:avLst/>
              <a:gdLst/>
              <a:ahLst/>
              <a:cxnLst/>
              <a:rect l="l" t="t" r="r" b="b"/>
              <a:pathLst>
                <a:path w="2929" h="2069" extrusionOk="0">
                  <a:moveTo>
                    <a:pt x="2575" y="1781"/>
                  </a:moveTo>
                  <a:lnTo>
                    <a:pt x="2565" y="1791"/>
                  </a:lnTo>
                  <a:lnTo>
                    <a:pt x="2565" y="1791"/>
                  </a:lnTo>
                  <a:lnTo>
                    <a:pt x="2565" y="1791"/>
                  </a:lnTo>
                  <a:lnTo>
                    <a:pt x="2536" y="1810"/>
                  </a:lnTo>
                  <a:lnTo>
                    <a:pt x="2536" y="1800"/>
                  </a:lnTo>
                  <a:lnTo>
                    <a:pt x="2575" y="1781"/>
                  </a:lnTo>
                  <a:close/>
                  <a:moveTo>
                    <a:pt x="1539" y="1"/>
                  </a:moveTo>
                  <a:cubicBezTo>
                    <a:pt x="1533" y="1"/>
                    <a:pt x="1528" y="1"/>
                    <a:pt x="1522" y="1"/>
                  </a:cubicBezTo>
                  <a:lnTo>
                    <a:pt x="1407" y="1"/>
                  </a:lnTo>
                  <a:cubicBezTo>
                    <a:pt x="632" y="1"/>
                    <a:pt x="0" y="633"/>
                    <a:pt x="0" y="1408"/>
                  </a:cubicBezTo>
                  <a:lnTo>
                    <a:pt x="0" y="2068"/>
                  </a:lnTo>
                  <a:cubicBezTo>
                    <a:pt x="0" y="2068"/>
                    <a:pt x="326" y="2040"/>
                    <a:pt x="364" y="1877"/>
                  </a:cubicBezTo>
                  <a:cubicBezTo>
                    <a:pt x="373" y="1867"/>
                    <a:pt x="383" y="1848"/>
                    <a:pt x="393" y="1829"/>
                  </a:cubicBezTo>
                  <a:cubicBezTo>
                    <a:pt x="574" y="1829"/>
                    <a:pt x="1426" y="1819"/>
                    <a:pt x="1905" y="1236"/>
                  </a:cubicBezTo>
                  <a:cubicBezTo>
                    <a:pt x="2010" y="1513"/>
                    <a:pt x="2249" y="1733"/>
                    <a:pt x="2536" y="1819"/>
                  </a:cubicBezTo>
                  <a:cubicBezTo>
                    <a:pt x="2546" y="1839"/>
                    <a:pt x="2555" y="1858"/>
                    <a:pt x="2575" y="1877"/>
                  </a:cubicBezTo>
                  <a:cubicBezTo>
                    <a:pt x="2613" y="2030"/>
                    <a:pt x="2929" y="2059"/>
                    <a:pt x="2929" y="2059"/>
                  </a:cubicBezTo>
                  <a:lnTo>
                    <a:pt x="2929" y="1408"/>
                  </a:lnTo>
                  <a:cubicBezTo>
                    <a:pt x="2929" y="638"/>
                    <a:pt x="2306" y="1"/>
                    <a:pt x="15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4" name="Google Shape;9954;p63"/>
            <p:cNvSpPr/>
            <p:nvPr/>
          </p:nvSpPr>
          <p:spPr>
            <a:xfrm>
              <a:off x="7113484" y="2612779"/>
              <a:ext cx="41727" cy="54306"/>
            </a:xfrm>
            <a:custGeom>
              <a:avLst/>
              <a:gdLst/>
              <a:ahLst/>
              <a:cxnLst/>
              <a:rect l="l" t="t" r="r" b="b"/>
              <a:pathLst>
                <a:path w="1589" h="2068" extrusionOk="0">
                  <a:moveTo>
                    <a:pt x="1407" y="0"/>
                  </a:moveTo>
                  <a:cubicBezTo>
                    <a:pt x="632" y="0"/>
                    <a:pt x="0" y="632"/>
                    <a:pt x="0" y="1407"/>
                  </a:cubicBezTo>
                  <a:lnTo>
                    <a:pt x="0" y="2067"/>
                  </a:lnTo>
                  <a:cubicBezTo>
                    <a:pt x="86" y="2058"/>
                    <a:pt x="172" y="2029"/>
                    <a:pt x="249" y="2000"/>
                  </a:cubicBezTo>
                  <a:lnTo>
                    <a:pt x="249" y="1771"/>
                  </a:lnTo>
                  <a:lnTo>
                    <a:pt x="249" y="1407"/>
                  </a:lnTo>
                  <a:cubicBezTo>
                    <a:pt x="249" y="660"/>
                    <a:pt x="842" y="38"/>
                    <a:pt x="158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5" name="Google Shape;9955;p63"/>
            <p:cNvSpPr/>
            <p:nvPr/>
          </p:nvSpPr>
          <p:spPr>
            <a:xfrm>
              <a:off x="7180079" y="2661281"/>
              <a:ext cx="16859" cy="22636"/>
            </a:xfrm>
            <a:custGeom>
              <a:avLst/>
              <a:gdLst/>
              <a:ahLst/>
              <a:cxnLst/>
              <a:rect l="l" t="t" r="r" b="b"/>
              <a:pathLst>
                <a:path w="642" h="862" extrusionOk="0">
                  <a:moveTo>
                    <a:pt x="174" y="1"/>
                  </a:moveTo>
                  <a:cubicBezTo>
                    <a:pt x="81" y="1"/>
                    <a:pt x="0" y="78"/>
                    <a:pt x="0" y="182"/>
                  </a:cubicBezTo>
                  <a:lnTo>
                    <a:pt x="0" y="680"/>
                  </a:lnTo>
                  <a:cubicBezTo>
                    <a:pt x="0" y="784"/>
                    <a:pt x="81" y="861"/>
                    <a:pt x="174" y="861"/>
                  </a:cubicBezTo>
                  <a:cubicBezTo>
                    <a:pt x="193" y="861"/>
                    <a:pt x="211" y="858"/>
                    <a:pt x="230" y="852"/>
                  </a:cubicBezTo>
                  <a:cubicBezTo>
                    <a:pt x="259" y="842"/>
                    <a:pt x="297" y="823"/>
                    <a:pt x="326" y="804"/>
                  </a:cubicBezTo>
                  <a:cubicBezTo>
                    <a:pt x="354" y="775"/>
                    <a:pt x="393" y="747"/>
                    <a:pt x="421" y="727"/>
                  </a:cubicBezTo>
                  <a:cubicBezTo>
                    <a:pt x="641" y="479"/>
                    <a:pt x="536" y="96"/>
                    <a:pt x="230" y="10"/>
                  </a:cubicBezTo>
                  <a:cubicBezTo>
                    <a:pt x="211" y="3"/>
                    <a:pt x="193" y="1"/>
                    <a:pt x="174"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6" name="Google Shape;9956;p63"/>
            <p:cNvSpPr/>
            <p:nvPr/>
          </p:nvSpPr>
          <p:spPr>
            <a:xfrm>
              <a:off x="7107444" y="2661334"/>
              <a:ext cx="16623" cy="22479"/>
            </a:xfrm>
            <a:custGeom>
              <a:avLst/>
              <a:gdLst/>
              <a:ahLst/>
              <a:cxnLst/>
              <a:rect l="l" t="t" r="r" b="b"/>
              <a:pathLst>
                <a:path w="633" h="856" extrusionOk="0">
                  <a:moveTo>
                    <a:pt x="450" y="0"/>
                  </a:moveTo>
                  <a:cubicBezTo>
                    <a:pt x="434" y="0"/>
                    <a:pt x="418" y="2"/>
                    <a:pt x="402" y="8"/>
                  </a:cubicBezTo>
                  <a:cubicBezTo>
                    <a:pt x="0" y="142"/>
                    <a:pt x="0" y="716"/>
                    <a:pt x="402" y="850"/>
                  </a:cubicBezTo>
                  <a:cubicBezTo>
                    <a:pt x="419" y="854"/>
                    <a:pt x="435" y="856"/>
                    <a:pt x="451" y="856"/>
                  </a:cubicBezTo>
                  <a:cubicBezTo>
                    <a:pt x="548" y="856"/>
                    <a:pt x="632" y="784"/>
                    <a:pt x="632" y="678"/>
                  </a:cubicBezTo>
                  <a:lnTo>
                    <a:pt x="632" y="170"/>
                  </a:lnTo>
                  <a:cubicBezTo>
                    <a:pt x="632" y="123"/>
                    <a:pt x="603" y="65"/>
                    <a:pt x="565" y="36"/>
                  </a:cubicBezTo>
                  <a:cubicBezTo>
                    <a:pt x="531" y="16"/>
                    <a:pt x="491" y="0"/>
                    <a:pt x="450"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7" name="Google Shape;9957;p63"/>
            <p:cNvSpPr/>
            <p:nvPr/>
          </p:nvSpPr>
          <p:spPr>
            <a:xfrm>
              <a:off x="7137853" y="2700829"/>
              <a:ext cx="28177" cy="32352"/>
            </a:xfrm>
            <a:custGeom>
              <a:avLst/>
              <a:gdLst/>
              <a:ahLst/>
              <a:cxnLst/>
              <a:rect l="l" t="t" r="r" b="b"/>
              <a:pathLst>
                <a:path w="1073" h="1232" extrusionOk="0">
                  <a:moveTo>
                    <a:pt x="176" y="1"/>
                  </a:moveTo>
                  <a:cubicBezTo>
                    <a:pt x="80" y="1"/>
                    <a:pt x="0" y="79"/>
                    <a:pt x="0" y="179"/>
                  </a:cubicBezTo>
                  <a:lnTo>
                    <a:pt x="0" y="695"/>
                  </a:lnTo>
                  <a:cubicBezTo>
                    <a:pt x="0" y="743"/>
                    <a:pt x="20" y="791"/>
                    <a:pt x="58" y="829"/>
                  </a:cubicBezTo>
                  <a:lnTo>
                    <a:pt x="412" y="1174"/>
                  </a:lnTo>
                  <a:cubicBezTo>
                    <a:pt x="441" y="1212"/>
                    <a:pt x="489" y="1222"/>
                    <a:pt x="536" y="1231"/>
                  </a:cubicBezTo>
                  <a:cubicBezTo>
                    <a:pt x="575" y="1222"/>
                    <a:pt x="623" y="1203"/>
                    <a:pt x="651" y="1174"/>
                  </a:cubicBezTo>
                  <a:lnTo>
                    <a:pt x="1015" y="791"/>
                  </a:lnTo>
                  <a:cubicBezTo>
                    <a:pt x="1044" y="762"/>
                    <a:pt x="1063" y="714"/>
                    <a:pt x="1063" y="676"/>
                  </a:cubicBezTo>
                  <a:lnTo>
                    <a:pt x="1063" y="179"/>
                  </a:lnTo>
                  <a:cubicBezTo>
                    <a:pt x="1072" y="131"/>
                    <a:pt x="1053" y="92"/>
                    <a:pt x="1024" y="54"/>
                  </a:cubicBezTo>
                  <a:cubicBezTo>
                    <a:pt x="986" y="25"/>
                    <a:pt x="938" y="6"/>
                    <a:pt x="891" y="6"/>
                  </a:cubicBezTo>
                  <a:lnTo>
                    <a:pt x="852" y="6"/>
                  </a:lnTo>
                  <a:cubicBezTo>
                    <a:pt x="785" y="25"/>
                    <a:pt x="718" y="25"/>
                    <a:pt x="651" y="35"/>
                  </a:cubicBezTo>
                  <a:lnTo>
                    <a:pt x="431" y="35"/>
                  </a:lnTo>
                  <a:cubicBezTo>
                    <a:pt x="355" y="35"/>
                    <a:pt x="288" y="25"/>
                    <a:pt x="221" y="6"/>
                  </a:cubicBezTo>
                  <a:cubicBezTo>
                    <a:pt x="205" y="2"/>
                    <a:pt x="191" y="1"/>
                    <a:pt x="176"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8" name="Google Shape;9958;p63"/>
            <p:cNvSpPr/>
            <p:nvPr/>
          </p:nvSpPr>
          <p:spPr>
            <a:xfrm>
              <a:off x="7137590" y="2701144"/>
              <a:ext cx="17384" cy="32037"/>
            </a:xfrm>
            <a:custGeom>
              <a:avLst/>
              <a:gdLst/>
              <a:ahLst/>
              <a:cxnLst/>
              <a:rect l="l" t="t" r="r" b="b"/>
              <a:pathLst>
                <a:path w="662" h="1220" extrusionOk="0">
                  <a:moveTo>
                    <a:pt x="179" y="1"/>
                  </a:moveTo>
                  <a:cubicBezTo>
                    <a:pt x="87" y="1"/>
                    <a:pt x="10" y="73"/>
                    <a:pt x="10" y="176"/>
                  </a:cubicBezTo>
                  <a:lnTo>
                    <a:pt x="10" y="693"/>
                  </a:lnTo>
                  <a:cubicBezTo>
                    <a:pt x="1" y="741"/>
                    <a:pt x="20" y="789"/>
                    <a:pt x="58" y="827"/>
                  </a:cubicBezTo>
                  <a:lnTo>
                    <a:pt x="422" y="1171"/>
                  </a:lnTo>
                  <a:cubicBezTo>
                    <a:pt x="451" y="1200"/>
                    <a:pt x="499" y="1219"/>
                    <a:pt x="537" y="1219"/>
                  </a:cubicBezTo>
                  <a:cubicBezTo>
                    <a:pt x="585" y="1219"/>
                    <a:pt x="623" y="1200"/>
                    <a:pt x="661" y="1171"/>
                  </a:cubicBezTo>
                  <a:cubicBezTo>
                    <a:pt x="633" y="1162"/>
                    <a:pt x="604" y="1143"/>
                    <a:pt x="575" y="1114"/>
                  </a:cubicBezTo>
                  <a:lnTo>
                    <a:pt x="221" y="769"/>
                  </a:lnTo>
                  <a:cubicBezTo>
                    <a:pt x="183" y="731"/>
                    <a:pt x="164" y="683"/>
                    <a:pt x="164" y="635"/>
                  </a:cubicBezTo>
                  <a:lnTo>
                    <a:pt x="164" y="119"/>
                  </a:lnTo>
                  <a:cubicBezTo>
                    <a:pt x="164" y="71"/>
                    <a:pt x="183" y="33"/>
                    <a:pt x="211" y="4"/>
                  </a:cubicBezTo>
                  <a:cubicBezTo>
                    <a:pt x="201" y="2"/>
                    <a:pt x="190" y="1"/>
                    <a:pt x="179"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9" name="Google Shape;9959;p63"/>
            <p:cNvSpPr/>
            <p:nvPr/>
          </p:nvSpPr>
          <p:spPr>
            <a:xfrm>
              <a:off x="7121756" y="2644422"/>
              <a:ext cx="60345" cy="64626"/>
            </a:xfrm>
            <a:custGeom>
              <a:avLst/>
              <a:gdLst/>
              <a:ahLst/>
              <a:cxnLst/>
              <a:rect l="l" t="t" r="r" b="b"/>
              <a:pathLst>
                <a:path w="2298" h="2461" extrusionOk="0">
                  <a:moveTo>
                    <a:pt x="1592" y="1"/>
                  </a:moveTo>
                  <a:cubicBezTo>
                    <a:pt x="1581" y="1"/>
                    <a:pt x="1570" y="4"/>
                    <a:pt x="1561" y="11"/>
                  </a:cubicBezTo>
                  <a:cubicBezTo>
                    <a:pt x="1303" y="202"/>
                    <a:pt x="1025" y="345"/>
                    <a:pt x="719" y="422"/>
                  </a:cubicBezTo>
                  <a:cubicBezTo>
                    <a:pt x="623" y="451"/>
                    <a:pt x="537" y="470"/>
                    <a:pt x="441" y="489"/>
                  </a:cubicBezTo>
                  <a:cubicBezTo>
                    <a:pt x="346" y="508"/>
                    <a:pt x="259" y="518"/>
                    <a:pt x="164" y="527"/>
                  </a:cubicBezTo>
                  <a:cubicBezTo>
                    <a:pt x="68" y="527"/>
                    <a:pt x="1" y="613"/>
                    <a:pt x="1" y="700"/>
                  </a:cubicBezTo>
                  <a:lnTo>
                    <a:pt x="1" y="1417"/>
                  </a:lnTo>
                  <a:cubicBezTo>
                    <a:pt x="1" y="1992"/>
                    <a:pt x="470" y="2460"/>
                    <a:pt x="1044" y="2460"/>
                  </a:cubicBezTo>
                  <a:lnTo>
                    <a:pt x="1255" y="2460"/>
                  </a:lnTo>
                  <a:cubicBezTo>
                    <a:pt x="1829" y="2460"/>
                    <a:pt x="2298" y="1992"/>
                    <a:pt x="2298" y="1417"/>
                  </a:cubicBezTo>
                  <a:lnTo>
                    <a:pt x="2298" y="671"/>
                  </a:lnTo>
                  <a:cubicBezTo>
                    <a:pt x="2298" y="594"/>
                    <a:pt x="2250" y="537"/>
                    <a:pt x="2183" y="508"/>
                  </a:cubicBezTo>
                  <a:cubicBezTo>
                    <a:pt x="2164" y="499"/>
                    <a:pt x="2145" y="489"/>
                    <a:pt x="2126" y="479"/>
                  </a:cubicBezTo>
                  <a:cubicBezTo>
                    <a:pt x="1925" y="393"/>
                    <a:pt x="1752" y="250"/>
                    <a:pt x="1657" y="49"/>
                  </a:cubicBezTo>
                  <a:lnTo>
                    <a:pt x="1647" y="39"/>
                  </a:lnTo>
                  <a:cubicBezTo>
                    <a:pt x="1634" y="14"/>
                    <a:pt x="1613" y="1"/>
                    <a:pt x="1592"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0" name="Google Shape;9960;p63"/>
            <p:cNvSpPr/>
            <p:nvPr/>
          </p:nvSpPr>
          <p:spPr>
            <a:xfrm>
              <a:off x="7121756" y="2644580"/>
              <a:ext cx="43775" cy="64731"/>
            </a:xfrm>
            <a:custGeom>
              <a:avLst/>
              <a:gdLst/>
              <a:ahLst/>
              <a:cxnLst/>
              <a:rect l="l" t="t" r="r" b="b"/>
              <a:pathLst>
                <a:path w="1667" h="2465" extrusionOk="0">
                  <a:moveTo>
                    <a:pt x="1589" y="0"/>
                  </a:moveTo>
                  <a:cubicBezTo>
                    <a:pt x="1577" y="0"/>
                    <a:pt x="1564" y="5"/>
                    <a:pt x="1551" y="14"/>
                  </a:cubicBezTo>
                  <a:cubicBezTo>
                    <a:pt x="1303" y="205"/>
                    <a:pt x="1015" y="339"/>
                    <a:pt x="719" y="426"/>
                  </a:cubicBezTo>
                  <a:cubicBezTo>
                    <a:pt x="623" y="454"/>
                    <a:pt x="537" y="473"/>
                    <a:pt x="441" y="493"/>
                  </a:cubicBezTo>
                  <a:cubicBezTo>
                    <a:pt x="346" y="512"/>
                    <a:pt x="259" y="521"/>
                    <a:pt x="164" y="521"/>
                  </a:cubicBezTo>
                  <a:cubicBezTo>
                    <a:pt x="68" y="531"/>
                    <a:pt x="1" y="607"/>
                    <a:pt x="1" y="703"/>
                  </a:cubicBezTo>
                  <a:lnTo>
                    <a:pt x="1" y="1421"/>
                  </a:lnTo>
                  <a:cubicBezTo>
                    <a:pt x="1" y="1995"/>
                    <a:pt x="470" y="2464"/>
                    <a:pt x="1044" y="2464"/>
                  </a:cubicBezTo>
                  <a:lnTo>
                    <a:pt x="1255" y="2464"/>
                  </a:lnTo>
                  <a:cubicBezTo>
                    <a:pt x="680" y="2454"/>
                    <a:pt x="212" y="1995"/>
                    <a:pt x="212" y="1421"/>
                  </a:cubicBezTo>
                  <a:lnTo>
                    <a:pt x="212" y="703"/>
                  </a:lnTo>
                  <a:cubicBezTo>
                    <a:pt x="212" y="607"/>
                    <a:pt x="288" y="531"/>
                    <a:pt x="374" y="521"/>
                  </a:cubicBezTo>
                  <a:cubicBezTo>
                    <a:pt x="470" y="521"/>
                    <a:pt x="566" y="502"/>
                    <a:pt x="652" y="493"/>
                  </a:cubicBezTo>
                  <a:cubicBezTo>
                    <a:pt x="747" y="473"/>
                    <a:pt x="843" y="454"/>
                    <a:pt x="929" y="426"/>
                  </a:cubicBezTo>
                  <a:cubicBezTo>
                    <a:pt x="1197" y="349"/>
                    <a:pt x="1446" y="234"/>
                    <a:pt x="1666" y="81"/>
                  </a:cubicBezTo>
                  <a:lnTo>
                    <a:pt x="1657" y="52"/>
                  </a:lnTo>
                  <a:lnTo>
                    <a:pt x="1647" y="43"/>
                  </a:lnTo>
                  <a:cubicBezTo>
                    <a:pt x="1634" y="17"/>
                    <a:pt x="1613" y="0"/>
                    <a:pt x="158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61" name="Google Shape;9961;p63"/>
          <p:cNvGrpSpPr/>
          <p:nvPr/>
        </p:nvGrpSpPr>
        <p:grpSpPr>
          <a:xfrm>
            <a:off x="7531815" y="2262825"/>
            <a:ext cx="369715" cy="375492"/>
            <a:chOff x="7536427" y="2415225"/>
            <a:chExt cx="369715" cy="375492"/>
          </a:xfrm>
        </p:grpSpPr>
        <p:sp>
          <p:nvSpPr>
            <p:cNvPr id="9962" name="Google Shape;9962;p63"/>
            <p:cNvSpPr/>
            <p:nvPr/>
          </p:nvSpPr>
          <p:spPr>
            <a:xfrm>
              <a:off x="7648978" y="2602774"/>
              <a:ext cx="150417" cy="121137"/>
            </a:xfrm>
            <a:custGeom>
              <a:avLst/>
              <a:gdLst/>
              <a:ahLst/>
              <a:cxnLst/>
              <a:rect l="l" t="t" r="r" b="b"/>
              <a:pathLst>
                <a:path w="5728" h="4613" extrusionOk="0">
                  <a:moveTo>
                    <a:pt x="2864" y="1"/>
                  </a:moveTo>
                  <a:cubicBezTo>
                    <a:pt x="2749" y="1"/>
                    <a:pt x="2634" y="80"/>
                    <a:pt x="2634" y="238"/>
                  </a:cubicBezTo>
                  <a:lnTo>
                    <a:pt x="2634" y="2640"/>
                  </a:lnTo>
                  <a:lnTo>
                    <a:pt x="203" y="4190"/>
                  </a:lnTo>
                  <a:cubicBezTo>
                    <a:pt x="1" y="4336"/>
                    <a:pt x="134" y="4612"/>
                    <a:pt x="337" y="4612"/>
                  </a:cubicBezTo>
                  <a:cubicBezTo>
                    <a:pt x="374" y="4612"/>
                    <a:pt x="413" y="4603"/>
                    <a:pt x="452" y="4582"/>
                  </a:cubicBezTo>
                  <a:lnTo>
                    <a:pt x="2864" y="3042"/>
                  </a:lnTo>
                  <a:lnTo>
                    <a:pt x="5276" y="4582"/>
                  </a:lnTo>
                  <a:cubicBezTo>
                    <a:pt x="5315" y="4603"/>
                    <a:pt x="5354" y="4612"/>
                    <a:pt x="5391" y="4612"/>
                  </a:cubicBezTo>
                  <a:cubicBezTo>
                    <a:pt x="5594" y="4612"/>
                    <a:pt x="5727" y="4336"/>
                    <a:pt x="5525" y="4190"/>
                  </a:cubicBezTo>
                  <a:lnTo>
                    <a:pt x="3094" y="2649"/>
                  </a:lnTo>
                  <a:lnTo>
                    <a:pt x="3094" y="238"/>
                  </a:lnTo>
                  <a:cubicBezTo>
                    <a:pt x="3094" y="80"/>
                    <a:pt x="2979" y="1"/>
                    <a:pt x="286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3" name="Google Shape;9963;p63"/>
            <p:cNvSpPr/>
            <p:nvPr/>
          </p:nvSpPr>
          <p:spPr>
            <a:xfrm>
              <a:off x="7681698" y="2421265"/>
              <a:ext cx="30435" cy="66622"/>
            </a:xfrm>
            <a:custGeom>
              <a:avLst/>
              <a:gdLst/>
              <a:ahLst/>
              <a:cxnLst/>
              <a:rect l="l" t="t" r="r" b="b"/>
              <a:pathLst>
                <a:path w="1159" h="2537" extrusionOk="0">
                  <a:moveTo>
                    <a:pt x="699" y="1"/>
                  </a:moveTo>
                  <a:cubicBezTo>
                    <a:pt x="316" y="1"/>
                    <a:pt x="1" y="307"/>
                    <a:pt x="1" y="690"/>
                  </a:cubicBezTo>
                  <a:lnTo>
                    <a:pt x="1" y="852"/>
                  </a:lnTo>
                  <a:cubicBezTo>
                    <a:pt x="1" y="1053"/>
                    <a:pt x="39" y="1245"/>
                    <a:pt x="96" y="1436"/>
                  </a:cubicBezTo>
                  <a:lnTo>
                    <a:pt x="460" y="2537"/>
                  </a:lnTo>
                  <a:lnTo>
                    <a:pt x="1159" y="2537"/>
                  </a:lnTo>
                  <a:lnTo>
                    <a:pt x="1159"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4" name="Google Shape;9964;p63"/>
            <p:cNvSpPr/>
            <p:nvPr/>
          </p:nvSpPr>
          <p:spPr>
            <a:xfrm>
              <a:off x="7693751" y="2415225"/>
              <a:ext cx="72924" cy="72661"/>
            </a:xfrm>
            <a:custGeom>
              <a:avLst/>
              <a:gdLst/>
              <a:ahLst/>
              <a:cxnLst/>
              <a:rect l="l" t="t" r="r" b="b"/>
              <a:pathLst>
                <a:path w="2777" h="2767" extrusionOk="0">
                  <a:moveTo>
                    <a:pt x="700" y="1"/>
                  </a:moveTo>
                  <a:cubicBezTo>
                    <a:pt x="317" y="1"/>
                    <a:pt x="1" y="307"/>
                    <a:pt x="1" y="690"/>
                  </a:cubicBezTo>
                  <a:cubicBezTo>
                    <a:pt x="1" y="948"/>
                    <a:pt x="212" y="1159"/>
                    <a:pt x="470" y="1159"/>
                  </a:cubicBezTo>
                  <a:lnTo>
                    <a:pt x="2317" y="2767"/>
                  </a:lnTo>
                  <a:lnTo>
                    <a:pt x="2700" y="1398"/>
                  </a:lnTo>
                  <a:cubicBezTo>
                    <a:pt x="2748" y="1235"/>
                    <a:pt x="2776" y="1063"/>
                    <a:pt x="2776" y="900"/>
                  </a:cubicBezTo>
                  <a:lnTo>
                    <a:pt x="2776" y="460"/>
                  </a:lnTo>
                  <a:cubicBezTo>
                    <a:pt x="2776" y="211"/>
                    <a:pt x="2575" y="1"/>
                    <a:pt x="231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5" name="Google Shape;9965;p63"/>
            <p:cNvSpPr/>
            <p:nvPr/>
          </p:nvSpPr>
          <p:spPr>
            <a:xfrm>
              <a:off x="7706067" y="2505953"/>
              <a:ext cx="36239" cy="26917"/>
            </a:xfrm>
            <a:custGeom>
              <a:avLst/>
              <a:gdLst/>
              <a:ahLst/>
              <a:cxnLst/>
              <a:rect l="l" t="t" r="r" b="b"/>
              <a:pathLst>
                <a:path w="1380" h="1025" extrusionOk="0">
                  <a:moveTo>
                    <a:pt x="1" y="1"/>
                  </a:moveTo>
                  <a:lnTo>
                    <a:pt x="1" y="1025"/>
                  </a:lnTo>
                  <a:lnTo>
                    <a:pt x="1379" y="1025"/>
                  </a:lnTo>
                  <a:lnTo>
                    <a:pt x="1379"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6" name="Google Shape;9966;p63"/>
            <p:cNvSpPr/>
            <p:nvPr/>
          </p:nvSpPr>
          <p:spPr>
            <a:xfrm>
              <a:off x="7706067" y="2505953"/>
              <a:ext cx="36239" cy="14732"/>
            </a:xfrm>
            <a:custGeom>
              <a:avLst/>
              <a:gdLst/>
              <a:ahLst/>
              <a:cxnLst/>
              <a:rect l="l" t="t" r="r" b="b"/>
              <a:pathLst>
                <a:path w="1380" h="561" extrusionOk="0">
                  <a:moveTo>
                    <a:pt x="1" y="1"/>
                  </a:moveTo>
                  <a:lnTo>
                    <a:pt x="1" y="431"/>
                  </a:lnTo>
                  <a:cubicBezTo>
                    <a:pt x="221" y="518"/>
                    <a:pt x="456" y="561"/>
                    <a:pt x="690" y="561"/>
                  </a:cubicBezTo>
                  <a:cubicBezTo>
                    <a:pt x="924" y="561"/>
                    <a:pt x="1159" y="518"/>
                    <a:pt x="1379" y="431"/>
                  </a:cubicBezTo>
                  <a:lnTo>
                    <a:pt x="1379"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7" name="Google Shape;9967;p63"/>
            <p:cNvSpPr/>
            <p:nvPr/>
          </p:nvSpPr>
          <p:spPr>
            <a:xfrm>
              <a:off x="7663604" y="2520790"/>
              <a:ext cx="121164" cy="64101"/>
            </a:xfrm>
            <a:custGeom>
              <a:avLst/>
              <a:gdLst/>
              <a:ahLst/>
              <a:cxnLst/>
              <a:rect l="l" t="t" r="r" b="b"/>
              <a:pathLst>
                <a:path w="4614" h="2441" extrusionOk="0">
                  <a:moveTo>
                    <a:pt x="1618" y="0"/>
                  </a:moveTo>
                  <a:lnTo>
                    <a:pt x="498" y="316"/>
                  </a:lnTo>
                  <a:cubicBezTo>
                    <a:pt x="202" y="402"/>
                    <a:pt x="1" y="670"/>
                    <a:pt x="1" y="977"/>
                  </a:cubicBezTo>
                  <a:lnTo>
                    <a:pt x="1" y="2202"/>
                  </a:lnTo>
                  <a:cubicBezTo>
                    <a:pt x="1" y="2336"/>
                    <a:pt x="106" y="2441"/>
                    <a:pt x="230" y="2441"/>
                  </a:cubicBezTo>
                  <a:lnTo>
                    <a:pt x="4384" y="2441"/>
                  </a:lnTo>
                  <a:cubicBezTo>
                    <a:pt x="4508" y="2431"/>
                    <a:pt x="4613" y="2336"/>
                    <a:pt x="4613" y="2202"/>
                  </a:cubicBezTo>
                  <a:lnTo>
                    <a:pt x="4613" y="977"/>
                  </a:lnTo>
                  <a:cubicBezTo>
                    <a:pt x="4613" y="670"/>
                    <a:pt x="4412" y="402"/>
                    <a:pt x="4116" y="316"/>
                  </a:cubicBezTo>
                  <a:lnTo>
                    <a:pt x="2996" y="0"/>
                  </a:lnTo>
                  <a:lnTo>
                    <a:pt x="2307" y="460"/>
                  </a:lnTo>
                  <a:lnTo>
                    <a:pt x="1618"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8" name="Google Shape;9968;p63"/>
            <p:cNvSpPr/>
            <p:nvPr/>
          </p:nvSpPr>
          <p:spPr>
            <a:xfrm>
              <a:off x="7718146" y="2532844"/>
              <a:ext cx="12080" cy="52047"/>
            </a:xfrm>
            <a:custGeom>
              <a:avLst/>
              <a:gdLst/>
              <a:ahLst/>
              <a:cxnLst/>
              <a:rect l="l" t="t" r="r" b="b"/>
              <a:pathLst>
                <a:path w="460" h="1982" extrusionOk="0">
                  <a:moveTo>
                    <a:pt x="115" y="1"/>
                  </a:moveTo>
                  <a:lnTo>
                    <a:pt x="0" y="1982"/>
                  </a:lnTo>
                  <a:lnTo>
                    <a:pt x="460" y="1982"/>
                  </a:lnTo>
                  <a:lnTo>
                    <a:pt x="345"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9" name="Google Shape;9969;p63"/>
            <p:cNvSpPr/>
            <p:nvPr/>
          </p:nvSpPr>
          <p:spPr>
            <a:xfrm>
              <a:off x="7687737" y="2445398"/>
              <a:ext cx="72898" cy="66622"/>
            </a:xfrm>
            <a:custGeom>
              <a:avLst/>
              <a:gdLst/>
              <a:ahLst/>
              <a:cxnLst/>
              <a:rect l="l" t="t" r="r" b="b"/>
              <a:pathLst>
                <a:path w="2776" h="2537" extrusionOk="0">
                  <a:moveTo>
                    <a:pt x="890" y="0"/>
                  </a:moveTo>
                  <a:cubicBezTo>
                    <a:pt x="766" y="0"/>
                    <a:pt x="642" y="48"/>
                    <a:pt x="555" y="144"/>
                  </a:cubicBezTo>
                  <a:lnTo>
                    <a:pt x="144" y="555"/>
                  </a:lnTo>
                  <a:cubicBezTo>
                    <a:pt x="48" y="642"/>
                    <a:pt x="0" y="766"/>
                    <a:pt x="0" y="881"/>
                  </a:cubicBezTo>
                  <a:lnTo>
                    <a:pt x="0" y="1158"/>
                  </a:lnTo>
                  <a:cubicBezTo>
                    <a:pt x="0" y="1914"/>
                    <a:pt x="622" y="2536"/>
                    <a:pt x="1388" y="2536"/>
                  </a:cubicBezTo>
                  <a:cubicBezTo>
                    <a:pt x="2154" y="2536"/>
                    <a:pt x="2776" y="1914"/>
                    <a:pt x="2776" y="1158"/>
                  </a:cubicBezTo>
                  <a:lnTo>
                    <a:pt x="2776" y="862"/>
                  </a:lnTo>
                  <a:cubicBezTo>
                    <a:pt x="2776" y="737"/>
                    <a:pt x="2728" y="622"/>
                    <a:pt x="2642" y="536"/>
                  </a:cubicBezTo>
                  <a:cubicBezTo>
                    <a:pt x="2288" y="182"/>
                    <a:pt x="1627" y="29"/>
                    <a:pt x="89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0" name="Google Shape;9970;p63"/>
            <p:cNvSpPr/>
            <p:nvPr/>
          </p:nvSpPr>
          <p:spPr>
            <a:xfrm>
              <a:off x="7687737" y="2445398"/>
              <a:ext cx="72661" cy="65361"/>
            </a:xfrm>
            <a:custGeom>
              <a:avLst/>
              <a:gdLst/>
              <a:ahLst/>
              <a:cxnLst/>
              <a:rect l="l" t="t" r="r" b="b"/>
              <a:pathLst>
                <a:path w="2767" h="2489" extrusionOk="0">
                  <a:moveTo>
                    <a:pt x="890" y="0"/>
                  </a:moveTo>
                  <a:cubicBezTo>
                    <a:pt x="766" y="0"/>
                    <a:pt x="642" y="48"/>
                    <a:pt x="555" y="144"/>
                  </a:cubicBezTo>
                  <a:lnTo>
                    <a:pt x="144" y="555"/>
                  </a:lnTo>
                  <a:cubicBezTo>
                    <a:pt x="48" y="642"/>
                    <a:pt x="0" y="766"/>
                    <a:pt x="0" y="881"/>
                  </a:cubicBezTo>
                  <a:lnTo>
                    <a:pt x="0" y="1158"/>
                  </a:lnTo>
                  <a:cubicBezTo>
                    <a:pt x="0" y="1771"/>
                    <a:pt x="412" y="2316"/>
                    <a:pt x="1005" y="2489"/>
                  </a:cubicBezTo>
                  <a:cubicBezTo>
                    <a:pt x="804" y="2240"/>
                    <a:pt x="699" y="1933"/>
                    <a:pt x="699" y="1618"/>
                  </a:cubicBezTo>
                  <a:lnTo>
                    <a:pt x="699" y="938"/>
                  </a:lnTo>
                  <a:cubicBezTo>
                    <a:pt x="699" y="685"/>
                    <a:pt x="909" y="478"/>
                    <a:pt x="1169" y="478"/>
                  </a:cubicBezTo>
                  <a:cubicBezTo>
                    <a:pt x="1175" y="478"/>
                    <a:pt x="1181" y="479"/>
                    <a:pt x="1187" y="479"/>
                  </a:cubicBezTo>
                  <a:cubicBezTo>
                    <a:pt x="1656" y="508"/>
                    <a:pt x="2345" y="594"/>
                    <a:pt x="2766" y="795"/>
                  </a:cubicBezTo>
                  <a:cubicBezTo>
                    <a:pt x="2757" y="699"/>
                    <a:pt x="2709" y="603"/>
                    <a:pt x="2642" y="536"/>
                  </a:cubicBezTo>
                  <a:cubicBezTo>
                    <a:pt x="2278" y="182"/>
                    <a:pt x="1627" y="29"/>
                    <a:pt x="890"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1" name="Google Shape;9971;p63"/>
            <p:cNvSpPr/>
            <p:nvPr/>
          </p:nvSpPr>
          <p:spPr>
            <a:xfrm>
              <a:off x="7663604" y="2536126"/>
              <a:ext cx="24159" cy="48528"/>
            </a:xfrm>
            <a:custGeom>
              <a:avLst/>
              <a:gdLst/>
              <a:ahLst/>
              <a:cxnLst/>
              <a:rect l="l" t="t" r="r" b="b"/>
              <a:pathLst>
                <a:path w="920" h="1848" extrusionOk="0">
                  <a:moveTo>
                    <a:pt x="125" y="0"/>
                  </a:moveTo>
                  <a:cubicBezTo>
                    <a:pt x="39" y="115"/>
                    <a:pt x="1" y="249"/>
                    <a:pt x="1" y="393"/>
                  </a:cubicBezTo>
                  <a:lnTo>
                    <a:pt x="1" y="1618"/>
                  </a:lnTo>
                  <a:cubicBezTo>
                    <a:pt x="1" y="1742"/>
                    <a:pt x="96" y="1847"/>
                    <a:pt x="230" y="1847"/>
                  </a:cubicBezTo>
                  <a:lnTo>
                    <a:pt x="919" y="1847"/>
                  </a:lnTo>
                  <a:lnTo>
                    <a:pt x="919" y="1082"/>
                  </a:lnTo>
                  <a:cubicBezTo>
                    <a:pt x="919" y="900"/>
                    <a:pt x="852" y="727"/>
                    <a:pt x="718" y="594"/>
                  </a:cubicBezTo>
                  <a:lnTo>
                    <a:pt x="125"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2" name="Google Shape;9972;p63"/>
            <p:cNvSpPr/>
            <p:nvPr/>
          </p:nvSpPr>
          <p:spPr>
            <a:xfrm>
              <a:off x="7760609" y="2536126"/>
              <a:ext cx="24159" cy="48528"/>
            </a:xfrm>
            <a:custGeom>
              <a:avLst/>
              <a:gdLst/>
              <a:ahLst/>
              <a:cxnLst/>
              <a:rect l="l" t="t" r="r" b="b"/>
              <a:pathLst>
                <a:path w="920" h="1848" extrusionOk="0">
                  <a:moveTo>
                    <a:pt x="795" y="0"/>
                  </a:moveTo>
                  <a:lnTo>
                    <a:pt x="202" y="594"/>
                  </a:lnTo>
                  <a:cubicBezTo>
                    <a:pt x="68" y="727"/>
                    <a:pt x="1" y="900"/>
                    <a:pt x="1" y="1082"/>
                  </a:cubicBezTo>
                  <a:lnTo>
                    <a:pt x="1" y="1847"/>
                  </a:lnTo>
                  <a:lnTo>
                    <a:pt x="690" y="1847"/>
                  </a:lnTo>
                  <a:cubicBezTo>
                    <a:pt x="824" y="1847"/>
                    <a:pt x="919" y="1742"/>
                    <a:pt x="919" y="1618"/>
                  </a:cubicBezTo>
                  <a:lnTo>
                    <a:pt x="919" y="393"/>
                  </a:lnTo>
                  <a:cubicBezTo>
                    <a:pt x="919" y="249"/>
                    <a:pt x="881" y="115"/>
                    <a:pt x="795"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3" name="Google Shape;9973;p63"/>
            <p:cNvSpPr/>
            <p:nvPr/>
          </p:nvSpPr>
          <p:spPr>
            <a:xfrm>
              <a:off x="7717884" y="2532607"/>
              <a:ext cx="12342" cy="12342"/>
            </a:xfrm>
            <a:custGeom>
              <a:avLst/>
              <a:gdLst/>
              <a:ahLst/>
              <a:cxnLst/>
              <a:rect l="l" t="t" r="r" b="b"/>
              <a:pathLst>
                <a:path w="470" h="470" extrusionOk="0">
                  <a:moveTo>
                    <a:pt x="1" y="0"/>
                  </a:moveTo>
                  <a:lnTo>
                    <a:pt x="1" y="354"/>
                  </a:lnTo>
                  <a:cubicBezTo>
                    <a:pt x="1" y="412"/>
                    <a:pt x="58" y="469"/>
                    <a:pt x="125" y="469"/>
                  </a:cubicBezTo>
                  <a:lnTo>
                    <a:pt x="355" y="469"/>
                  </a:lnTo>
                  <a:cubicBezTo>
                    <a:pt x="422" y="469"/>
                    <a:pt x="470" y="412"/>
                    <a:pt x="470" y="354"/>
                  </a:cubicBezTo>
                  <a:lnTo>
                    <a:pt x="470"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4" name="Google Shape;9974;p63"/>
            <p:cNvSpPr/>
            <p:nvPr/>
          </p:nvSpPr>
          <p:spPr>
            <a:xfrm>
              <a:off x="7699292" y="2515906"/>
              <a:ext cx="24894" cy="25446"/>
            </a:xfrm>
            <a:custGeom>
              <a:avLst/>
              <a:gdLst/>
              <a:ahLst/>
              <a:cxnLst/>
              <a:rect l="l" t="t" r="r" b="b"/>
              <a:pathLst>
                <a:path w="948" h="969" extrusionOk="0">
                  <a:moveTo>
                    <a:pt x="220" y="0"/>
                  </a:moveTo>
                  <a:cubicBezTo>
                    <a:pt x="191" y="0"/>
                    <a:pt x="161" y="15"/>
                    <a:pt x="144" y="43"/>
                  </a:cubicBezTo>
                  <a:lnTo>
                    <a:pt x="1" y="253"/>
                  </a:lnTo>
                  <a:lnTo>
                    <a:pt x="355" y="895"/>
                  </a:lnTo>
                  <a:cubicBezTo>
                    <a:pt x="379" y="943"/>
                    <a:pt x="426" y="969"/>
                    <a:pt x="475" y="969"/>
                  </a:cubicBezTo>
                  <a:cubicBezTo>
                    <a:pt x="503" y="969"/>
                    <a:pt x="531" y="960"/>
                    <a:pt x="556" y="942"/>
                  </a:cubicBezTo>
                  <a:lnTo>
                    <a:pt x="948" y="646"/>
                  </a:lnTo>
                  <a:lnTo>
                    <a:pt x="278" y="24"/>
                  </a:lnTo>
                  <a:cubicBezTo>
                    <a:pt x="262" y="8"/>
                    <a:pt x="241" y="0"/>
                    <a:pt x="220"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5" name="Google Shape;9975;p63"/>
            <p:cNvSpPr/>
            <p:nvPr/>
          </p:nvSpPr>
          <p:spPr>
            <a:xfrm>
              <a:off x="7724160" y="2515906"/>
              <a:ext cx="24921" cy="25446"/>
            </a:xfrm>
            <a:custGeom>
              <a:avLst/>
              <a:gdLst/>
              <a:ahLst/>
              <a:cxnLst/>
              <a:rect l="l" t="t" r="r" b="b"/>
              <a:pathLst>
                <a:path w="949" h="969" extrusionOk="0">
                  <a:moveTo>
                    <a:pt x="729" y="0"/>
                  </a:moveTo>
                  <a:cubicBezTo>
                    <a:pt x="708" y="0"/>
                    <a:pt x="687" y="8"/>
                    <a:pt x="671" y="24"/>
                  </a:cubicBezTo>
                  <a:lnTo>
                    <a:pt x="1" y="646"/>
                  </a:lnTo>
                  <a:lnTo>
                    <a:pt x="393" y="942"/>
                  </a:lnTo>
                  <a:cubicBezTo>
                    <a:pt x="418" y="960"/>
                    <a:pt x="446" y="969"/>
                    <a:pt x="474" y="969"/>
                  </a:cubicBezTo>
                  <a:cubicBezTo>
                    <a:pt x="523" y="969"/>
                    <a:pt x="570" y="943"/>
                    <a:pt x="594" y="895"/>
                  </a:cubicBezTo>
                  <a:lnTo>
                    <a:pt x="948" y="253"/>
                  </a:lnTo>
                  <a:lnTo>
                    <a:pt x="805" y="43"/>
                  </a:lnTo>
                  <a:cubicBezTo>
                    <a:pt x="788" y="15"/>
                    <a:pt x="758" y="0"/>
                    <a:pt x="729"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6" name="Google Shape;9976;p63"/>
            <p:cNvSpPr/>
            <p:nvPr/>
          </p:nvSpPr>
          <p:spPr>
            <a:xfrm>
              <a:off x="7554547" y="2627091"/>
              <a:ext cx="30435" cy="66622"/>
            </a:xfrm>
            <a:custGeom>
              <a:avLst/>
              <a:gdLst/>
              <a:ahLst/>
              <a:cxnLst/>
              <a:rect l="l" t="t" r="r" b="b"/>
              <a:pathLst>
                <a:path w="1159" h="2537" extrusionOk="0">
                  <a:moveTo>
                    <a:pt x="699" y="1"/>
                  </a:moveTo>
                  <a:cubicBezTo>
                    <a:pt x="316" y="1"/>
                    <a:pt x="0" y="307"/>
                    <a:pt x="0" y="699"/>
                  </a:cubicBezTo>
                  <a:lnTo>
                    <a:pt x="0" y="852"/>
                  </a:lnTo>
                  <a:cubicBezTo>
                    <a:pt x="0" y="1053"/>
                    <a:pt x="38" y="1254"/>
                    <a:pt x="96" y="1436"/>
                  </a:cubicBezTo>
                  <a:lnTo>
                    <a:pt x="459" y="2537"/>
                  </a:lnTo>
                  <a:lnTo>
                    <a:pt x="1158" y="2537"/>
                  </a:lnTo>
                  <a:lnTo>
                    <a:pt x="11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7" name="Google Shape;9977;p63"/>
            <p:cNvSpPr/>
            <p:nvPr/>
          </p:nvSpPr>
          <p:spPr>
            <a:xfrm>
              <a:off x="7566600" y="2621051"/>
              <a:ext cx="72898" cy="72661"/>
            </a:xfrm>
            <a:custGeom>
              <a:avLst/>
              <a:gdLst/>
              <a:ahLst/>
              <a:cxnLst/>
              <a:rect l="l" t="t" r="r" b="b"/>
              <a:pathLst>
                <a:path w="2776" h="2767" extrusionOk="0">
                  <a:moveTo>
                    <a:pt x="699" y="1"/>
                  </a:moveTo>
                  <a:cubicBezTo>
                    <a:pt x="316" y="1"/>
                    <a:pt x="0" y="307"/>
                    <a:pt x="0" y="690"/>
                  </a:cubicBezTo>
                  <a:cubicBezTo>
                    <a:pt x="0" y="948"/>
                    <a:pt x="211" y="1149"/>
                    <a:pt x="469" y="1149"/>
                  </a:cubicBezTo>
                  <a:lnTo>
                    <a:pt x="2316" y="2767"/>
                  </a:lnTo>
                  <a:lnTo>
                    <a:pt x="2699" y="1408"/>
                  </a:lnTo>
                  <a:cubicBezTo>
                    <a:pt x="2747" y="1235"/>
                    <a:pt x="2776" y="1063"/>
                    <a:pt x="2776" y="891"/>
                  </a:cubicBezTo>
                  <a:lnTo>
                    <a:pt x="2776" y="460"/>
                  </a:lnTo>
                  <a:cubicBezTo>
                    <a:pt x="2776" y="202"/>
                    <a:pt x="2565" y="1"/>
                    <a:pt x="231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8" name="Google Shape;9978;p63"/>
            <p:cNvSpPr/>
            <p:nvPr/>
          </p:nvSpPr>
          <p:spPr>
            <a:xfrm>
              <a:off x="7578916" y="2711779"/>
              <a:ext cx="36213" cy="26917"/>
            </a:xfrm>
            <a:custGeom>
              <a:avLst/>
              <a:gdLst/>
              <a:ahLst/>
              <a:cxnLst/>
              <a:rect l="l" t="t" r="r" b="b"/>
              <a:pathLst>
                <a:path w="1379" h="1025" extrusionOk="0">
                  <a:moveTo>
                    <a:pt x="0" y="1"/>
                  </a:moveTo>
                  <a:lnTo>
                    <a:pt x="0" y="1025"/>
                  </a:lnTo>
                  <a:lnTo>
                    <a:pt x="1378" y="1025"/>
                  </a:lnTo>
                  <a:lnTo>
                    <a:pt x="1378"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79" name="Google Shape;9979;p63"/>
            <p:cNvSpPr/>
            <p:nvPr/>
          </p:nvSpPr>
          <p:spPr>
            <a:xfrm>
              <a:off x="7578916" y="2712042"/>
              <a:ext cx="36213" cy="14653"/>
            </a:xfrm>
            <a:custGeom>
              <a:avLst/>
              <a:gdLst/>
              <a:ahLst/>
              <a:cxnLst/>
              <a:rect l="l" t="t" r="r" b="b"/>
              <a:pathLst>
                <a:path w="1379" h="558" extrusionOk="0">
                  <a:moveTo>
                    <a:pt x="0" y="0"/>
                  </a:moveTo>
                  <a:lnTo>
                    <a:pt x="0" y="421"/>
                  </a:lnTo>
                  <a:cubicBezTo>
                    <a:pt x="220" y="512"/>
                    <a:pt x="455" y="558"/>
                    <a:pt x="689" y="558"/>
                  </a:cubicBezTo>
                  <a:cubicBezTo>
                    <a:pt x="924" y="558"/>
                    <a:pt x="1158" y="512"/>
                    <a:pt x="1378" y="421"/>
                  </a:cubicBezTo>
                  <a:lnTo>
                    <a:pt x="1378"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0" name="Google Shape;9980;p63"/>
            <p:cNvSpPr/>
            <p:nvPr/>
          </p:nvSpPr>
          <p:spPr>
            <a:xfrm>
              <a:off x="7536427" y="2726616"/>
              <a:ext cx="121164" cy="64101"/>
            </a:xfrm>
            <a:custGeom>
              <a:avLst/>
              <a:gdLst/>
              <a:ahLst/>
              <a:cxnLst/>
              <a:rect l="l" t="t" r="r" b="b"/>
              <a:pathLst>
                <a:path w="4614" h="2441" extrusionOk="0">
                  <a:moveTo>
                    <a:pt x="1618" y="0"/>
                  </a:moveTo>
                  <a:lnTo>
                    <a:pt x="499" y="316"/>
                  </a:lnTo>
                  <a:cubicBezTo>
                    <a:pt x="202" y="402"/>
                    <a:pt x="1" y="670"/>
                    <a:pt x="1" y="986"/>
                  </a:cubicBezTo>
                  <a:lnTo>
                    <a:pt x="1" y="2211"/>
                  </a:lnTo>
                  <a:cubicBezTo>
                    <a:pt x="1" y="2336"/>
                    <a:pt x="106" y="2441"/>
                    <a:pt x="231" y="2441"/>
                  </a:cubicBezTo>
                  <a:lnTo>
                    <a:pt x="4384" y="2441"/>
                  </a:lnTo>
                  <a:cubicBezTo>
                    <a:pt x="4509" y="2441"/>
                    <a:pt x="4614" y="2336"/>
                    <a:pt x="4614" y="2211"/>
                  </a:cubicBezTo>
                  <a:lnTo>
                    <a:pt x="4614" y="986"/>
                  </a:lnTo>
                  <a:cubicBezTo>
                    <a:pt x="4614" y="670"/>
                    <a:pt x="4413" y="402"/>
                    <a:pt x="4116" y="316"/>
                  </a:cubicBezTo>
                  <a:lnTo>
                    <a:pt x="2996" y="0"/>
                  </a:lnTo>
                  <a:lnTo>
                    <a:pt x="2307" y="460"/>
                  </a:lnTo>
                  <a:lnTo>
                    <a:pt x="161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1" name="Google Shape;9981;p63"/>
            <p:cNvSpPr/>
            <p:nvPr/>
          </p:nvSpPr>
          <p:spPr>
            <a:xfrm>
              <a:off x="7590969" y="2738670"/>
              <a:ext cx="12106" cy="52047"/>
            </a:xfrm>
            <a:custGeom>
              <a:avLst/>
              <a:gdLst/>
              <a:ahLst/>
              <a:cxnLst/>
              <a:rect l="l" t="t" r="r" b="b"/>
              <a:pathLst>
                <a:path w="461" h="1982" extrusionOk="0">
                  <a:moveTo>
                    <a:pt x="116" y="1"/>
                  </a:moveTo>
                  <a:lnTo>
                    <a:pt x="1" y="1982"/>
                  </a:lnTo>
                  <a:lnTo>
                    <a:pt x="460" y="1982"/>
                  </a:lnTo>
                  <a:lnTo>
                    <a:pt x="345" y="1"/>
                  </a:ln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2" name="Google Shape;9982;p63"/>
            <p:cNvSpPr/>
            <p:nvPr/>
          </p:nvSpPr>
          <p:spPr>
            <a:xfrm>
              <a:off x="7560560" y="2651434"/>
              <a:ext cx="72924" cy="66674"/>
            </a:xfrm>
            <a:custGeom>
              <a:avLst/>
              <a:gdLst/>
              <a:ahLst/>
              <a:cxnLst/>
              <a:rect l="l" t="t" r="r" b="b"/>
              <a:pathLst>
                <a:path w="2777" h="2539" extrusionOk="0">
                  <a:moveTo>
                    <a:pt x="864" y="1"/>
                  </a:moveTo>
                  <a:cubicBezTo>
                    <a:pt x="748" y="1"/>
                    <a:pt x="636" y="56"/>
                    <a:pt x="556" y="136"/>
                  </a:cubicBezTo>
                  <a:lnTo>
                    <a:pt x="144" y="557"/>
                  </a:lnTo>
                  <a:cubicBezTo>
                    <a:pt x="49" y="643"/>
                    <a:pt x="1" y="758"/>
                    <a:pt x="1" y="882"/>
                  </a:cubicBezTo>
                  <a:lnTo>
                    <a:pt x="1" y="1150"/>
                  </a:lnTo>
                  <a:cubicBezTo>
                    <a:pt x="1" y="1916"/>
                    <a:pt x="623" y="2538"/>
                    <a:pt x="1388" y="2538"/>
                  </a:cubicBezTo>
                  <a:cubicBezTo>
                    <a:pt x="2154" y="2538"/>
                    <a:pt x="2776" y="1916"/>
                    <a:pt x="2776" y="1150"/>
                  </a:cubicBezTo>
                  <a:lnTo>
                    <a:pt x="2776" y="854"/>
                  </a:lnTo>
                  <a:cubicBezTo>
                    <a:pt x="2776" y="729"/>
                    <a:pt x="2728" y="614"/>
                    <a:pt x="2642" y="528"/>
                  </a:cubicBezTo>
                  <a:cubicBezTo>
                    <a:pt x="2288" y="184"/>
                    <a:pt x="1628" y="21"/>
                    <a:pt x="891" y="2"/>
                  </a:cubicBezTo>
                  <a:cubicBezTo>
                    <a:pt x="882" y="1"/>
                    <a:pt x="873" y="1"/>
                    <a:pt x="864"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3" name="Google Shape;9983;p63"/>
            <p:cNvSpPr/>
            <p:nvPr/>
          </p:nvSpPr>
          <p:spPr>
            <a:xfrm>
              <a:off x="7560560" y="2651434"/>
              <a:ext cx="72661" cy="65151"/>
            </a:xfrm>
            <a:custGeom>
              <a:avLst/>
              <a:gdLst/>
              <a:ahLst/>
              <a:cxnLst/>
              <a:rect l="l" t="t" r="r" b="b"/>
              <a:pathLst>
                <a:path w="2767" h="2481" extrusionOk="0">
                  <a:moveTo>
                    <a:pt x="864" y="1"/>
                  </a:moveTo>
                  <a:cubicBezTo>
                    <a:pt x="748" y="1"/>
                    <a:pt x="636" y="56"/>
                    <a:pt x="556" y="136"/>
                  </a:cubicBezTo>
                  <a:lnTo>
                    <a:pt x="135" y="557"/>
                  </a:lnTo>
                  <a:cubicBezTo>
                    <a:pt x="49" y="643"/>
                    <a:pt x="1" y="758"/>
                    <a:pt x="1" y="882"/>
                  </a:cubicBezTo>
                  <a:lnTo>
                    <a:pt x="1" y="1150"/>
                  </a:lnTo>
                  <a:cubicBezTo>
                    <a:pt x="1" y="1763"/>
                    <a:pt x="412" y="2308"/>
                    <a:pt x="1006" y="2481"/>
                  </a:cubicBezTo>
                  <a:cubicBezTo>
                    <a:pt x="805" y="2232"/>
                    <a:pt x="690" y="1926"/>
                    <a:pt x="699" y="1610"/>
                  </a:cubicBezTo>
                  <a:lnTo>
                    <a:pt x="699" y="940"/>
                  </a:lnTo>
                  <a:cubicBezTo>
                    <a:pt x="699" y="683"/>
                    <a:pt x="901" y="479"/>
                    <a:pt x="1154" y="479"/>
                  </a:cubicBezTo>
                  <a:cubicBezTo>
                    <a:pt x="1165" y="479"/>
                    <a:pt x="1176" y="480"/>
                    <a:pt x="1187" y="480"/>
                  </a:cubicBezTo>
                  <a:cubicBezTo>
                    <a:pt x="1647" y="509"/>
                    <a:pt x="2345" y="586"/>
                    <a:pt x="2767" y="787"/>
                  </a:cubicBezTo>
                  <a:cubicBezTo>
                    <a:pt x="2757" y="691"/>
                    <a:pt x="2709" y="595"/>
                    <a:pt x="2642" y="528"/>
                  </a:cubicBezTo>
                  <a:cubicBezTo>
                    <a:pt x="2278" y="184"/>
                    <a:pt x="1628" y="21"/>
                    <a:pt x="891" y="2"/>
                  </a:cubicBezTo>
                  <a:cubicBezTo>
                    <a:pt x="882" y="1"/>
                    <a:pt x="873" y="1"/>
                    <a:pt x="864"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4" name="Google Shape;9984;p63"/>
            <p:cNvSpPr/>
            <p:nvPr/>
          </p:nvSpPr>
          <p:spPr>
            <a:xfrm>
              <a:off x="7536427" y="2741952"/>
              <a:ext cx="24159" cy="48528"/>
            </a:xfrm>
            <a:custGeom>
              <a:avLst/>
              <a:gdLst/>
              <a:ahLst/>
              <a:cxnLst/>
              <a:rect l="l" t="t" r="r" b="b"/>
              <a:pathLst>
                <a:path w="920" h="1848" extrusionOk="0">
                  <a:moveTo>
                    <a:pt x="125" y="0"/>
                  </a:moveTo>
                  <a:cubicBezTo>
                    <a:pt x="39" y="115"/>
                    <a:pt x="1" y="249"/>
                    <a:pt x="1" y="393"/>
                  </a:cubicBezTo>
                  <a:lnTo>
                    <a:pt x="1" y="1618"/>
                  </a:lnTo>
                  <a:cubicBezTo>
                    <a:pt x="1" y="1752"/>
                    <a:pt x="97" y="1847"/>
                    <a:pt x="231" y="1847"/>
                  </a:cubicBezTo>
                  <a:lnTo>
                    <a:pt x="920" y="1847"/>
                  </a:lnTo>
                  <a:lnTo>
                    <a:pt x="920" y="1091"/>
                  </a:lnTo>
                  <a:cubicBezTo>
                    <a:pt x="920" y="900"/>
                    <a:pt x="853" y="728"/>
                    <a:pt x="719" y="594"/>
                  </a:cubicBezTo>
                  <a:lnTo>
                    <a:pt x="125" y="0"/>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5" name="Google Shape;9985;p63"/>
            <p:cNvSpPr/>
            <p:nvPr/>
          </p:nvSpPr>
          <p:spPr>
            <a:xfrm>
              <a:off x="7633195" y="2741952"/>
              <a:ext cx="24396" cy="48528"/>
            </a:xfrm>
            <a:custGeom>
              <a:avLst/>
              <a:gdLst/>
              <a:ahLst/>
              <a:cxnLst/>
              <a:rect l="l" t="t" r="r" b="b"/>
              <a:pathLst>
                <a:path w="929" h="1848" extrusionOk="0">
                  <a:moveTo>
                    <a:pt x="804" y="0"/>
                  </a:moveTo>
                  <a:lnTo>
                    <a:pt x="211" y="594"/>
                  </a:lnTo>
                  <a:cubicBezTo>
                    <a:pt x="77" y="728"/>
                    <a:pt x="1" y="900"/>
                    <a:pt x="10" y="1091"/>
                  </a:cubicBezTo>
                  <a:lnTo>
                    <a:pt x="10" y="1847"/>
                  </a:lnTo>
                  <a:lnTo>
                    <a:pt x="699" y="1847"/>
                  </a:lnTo>
                  <a:cubicBezTo>
                    <a:pt x="824" y="1847"/>
                    <a:pt x="929" y="1752"/>
                    <a:pt x="929" y="1618"/>
                  </a:cubicBezTo>
                  <a:lnTo>
                    <a:pt x="929" y="393"/>
                  </a:lnTo>
                  <a:cubicBezTo>
                    <a:pt x="929" y="249"/>
                    <a:pt x="891" y="115"/>
                    <a:pt x="804"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6" name="Google Shape;9986;p63"/>
            <p:cNvSpPr/>
            <p:nvPr/>
          </p:nvSpPr>
          <p:spPr>
            <a:xfrm>
              <a:off x="7590733" y="2738670"/>
              <a:ext cx="12342" cy="12106"/>
            </a:xfrm>
            <a:custGeom>
              <a:avLst/>
              <a:gdLst/>
              <a:ahLst/>
              <a:cxnLst/>
              <a:rect l="l" t="t" r="r" b="b"/>
              <a:pathLst>
                <a:path w="470" h="461" extrusionOk="0">
                  <a:moveTo>
                    <a:pt x="0" y="1"/>
                  </a:moveTo>
                  <a:lnTo>
                    <a:pt x="0" y="345"/>
                  </a:lnTo>
                  <a:cubicBezTo>
                    <a:pt x="0" y="412"/>
                    <a:pt x="58" y="460"/>
                    <a:pt x="125" y="460"/>
                  </a:cubicBezTo>
                  <a:lnTo>
                    <a:pt x="354" y="460"/>
                  </a:lnTo>
                  <a:cubicBezTo>
                    <a:pt x="421" y="460"/>
                    <a:pt x="469" y="403"/>
                    <a:pt x="469" y="345"/>
                  </a:cubicBezTo>
                  <a:lnTo>
                    <a:pt x="469" y="1"/>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7" name="Google Shape;9987;p63"/>
            <p:cNvSpPr/>
            <p:nvPr/>
          </p:nvSpPr>
          <p:spPr>
            <a:xfrm>
              <a:off x="7572115" y="2721863"/>
              <a:ext cx="24921" cy="25498"/>
            </a:xfrm>
            <a:custGeom>
              <a:avLst/>
              <a:gdLst/>
              <a:ahLst/>
              <a:cxnLst/>
              <a:rect l="l" t="t" r="r" b="b"/>
              <a:pathLst>
                <a:path w="949" h="971" extrusionOk="0">
                  <a:moveTo>
                    <a:pt x="212" y="1"/>
                  </a:moveTo>
                  <a:cubicBezTo>
                    <a:pt x="185" y="1"/>
                    <a:pt x="160" y="13"/>
                    <a:pt x="145" y="38"/>
                  </a:cubicBezTo>
                  <a:lnTo>
                    <a:pt x="1" y="258"/>
                  </a:lnTo>
                  <a:lnTo>
                    <a:pt x="355" y="899"/>
                  </a:lnTo>
                  <a:cubicBezTo>
                    <a:pt x="378" y="946"/>
                    <a:pt x="422" y="971"/>
                    <a:pt x="469" y="971"/>
                  </a:cubicBezTo>
                  <a:cubicBezTo>
                    <a:pt x="499" y="971"/>
                    <a:pt x="530" y="960"/>
                    <a:pt x="556" y="937"/>
                  </a:cubicBezTo>
                  <a:lnTo>
                    <a:pt x="948" y="641"/>
                  </a:lnTo>
                  <a:lnTo>
                    <a:pt x="278" y="28"/>
                  </a:lnTo>
                  <a:cubicBezTo>
                    <a:pt x="260" y="10"/>
                    <a:pt x="236" y="1"/>
                    <a:pt x="212"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8" name="Google Shape;9988;p63"/>
            <p:cNvSpPr/>
            <p:nvPr/>
          </p:nvSpPr>
          <p:spPr>
            <a:xfrm>
              <a:off x="7597009" y="2721863"/>
              <a:ext cx="24894" cy="25498"/>
            </a:xfrm>
            <a:custGeom>
              <a:avLst/>
              <a:gdLst/>
              <a:ahLst/>
              <a:cxnLst/>
              <a:rect l="l" t="t" r="r" b="b"/>
              <a:pathLst>
                <a:path w="948" h="971" extrusionOk="0">
                  <a:moveTo>
                    <a:pt x="737" y="1"/>
                  </a:moveTo>
                  <a:cubicBezTo>
                    <a:pt x="713" y="1"/>
                    <a:pt x="688" y="10"/>
                    <a:pt x="670" y="28"/>
                  </a:cubicBezTo>
                  <a:lnTo>
                    <a:pt x="0" y="641"/>
                  </a:lnTo>
                  <a:lnTo>
                    <a:pt x="393" y="937"/>
                  </a:lnTo>
                  <a:cubicBezTo>
                    <a:pt x="419" y="960"/>
                    <a:pt x="450" y="971"/>
                    <a:pt x="480" y="971"/>
                  </a:cubicBezTo>
                  <a:cubicBezTo>
                    <a:pt x="526" y="971"/>
                    <a:pt x="571" y="946"/>
                    <a:pt x="594" y="899"/>
                  </a:cubicBezTo>
                  <a:lnTo>
                    <a:pt x="948" y="258"/>
                  </a:lnTo>
                  <a:lnTo>
                    <a:pt x="804" y="38"/>
                  </a:lnTo>
                  <a:cubicBezTo>
                    <a:pt x="789" y="13"/>
                    <a:pt x="763" y="1"/>
                    <a:pt x="737"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9" name="Google Shape;9989;p63"/>
            <p:cNvSpPr/>
            <p:nvPr/>
          </p:nvSpPr>
          <p:spPr>
            <a:xfrm>
              <a:off x="7827204" y="2602958"/>
              <a:ext cx="48528" cy="42515"/>
            </a:xfrm>
            <a:custGeom>
              <a:avLst/>
              <a:gdLst/>
              <a:ahLst/>
              <a:cxnLst/>
              <a:rect l="l" t="t" r="r" b="b"/>
              <a:pathLst>
                <a:path w="1848" h="1619" extrusionOk="0">
                  <a:moveTo>
                    <a:pt x="920" y="1"/>
                  </a:moveTo>
                  <a:cubicBezTo>
                    <a:pt x="412" y="1"/>
                    <a:pt x="1" y="365"/>
                    <a:pt x="1" y="805"/>
                  </a:cubicBezTo>
                  <a:cubicBezTo>
                    <a:pt x="1" y="1255"/>
                    <a:pt x="412" y="1618"/>
                    <a:pt x="920" y="1618"/>
                  </a:cubicBezTo>
                  <a:cubicBezTo>
                    <a:pt x="1427" y="1618"/>
                    <a:pt x="1848" y="1255"/>
                    <a:pt x="1848" y="805"/>
                  </a:cubicBezTo>
                  <a:cubicBezTo>
                    <a:pt x="1848" y="365"/>
                    <a:pt x="1427" y="1"/>
                    <a:pt x="9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0" name="Google Shape;9990;p63"/>
            <p:cNvSpPr/>
            <p:nvPr/>
          </p:nvSpPr>
          <p:spPr>
            <a:xfrm>
              <a:off x="7827204" y="2602958"/>
              <a:ext cx="33219" cy="42515"/>
            </a:xfrm>
            <a:custGeom>
              <a:avLst/>
              <a:gdLst/>
              <a:ahLst/>
              <a:cxnLst/>
              <a:rect l="l" t="t" r="r" b="b"/>
              <a:pathLst>
                <a:path w="1265" h="1619" extrusionOk="0">
                  <a:moveTo>
                    <a:pt x="920" y="1"/>
                  </a:moveTo>
                  <a:cubicBezTo>
                    <a:pt x="412" y="1"/>
                    <a:pt x="1" y="355"/>
                    <a:pt x="1" y="805"/>
                  </a:cubicBezTo>
                  <a:cubicBezTo>
                    <a:pt x="1" y="1255"/>
                    <a:pt x="412" y="1618"/>
                    <a:pt x="920" y="1618"/>
                  </a:cubicBezTo>
                  <a:cubicBezTo>
                    <a:pt x="1034" y="1609"/>
                    <a:pt x="1159" y="1590"/>
                    <a:pt x="1264" y="1551"/>
                  </a:cubicBezTo>
                  <a:cubicBezTo>
                    <a:pt x="939" y="1456"/>
                    <a:pt x="699" y="1149"/>
                    <a:pt x="690" y="805"/>
                  </a:cubicBezTo>
                  <a:cubicBezTo>
                    <a:pt x="699" y="460"/>
                    <a:pt x="939" y="164"/>
                    <a:pt x="1264" y="58"/>
                  </a:cubicBezTo>
                  <a:cubicBezTo>
                    <a:pt x="1159" y="20"/>
                    <a:pt x="1034" y="1"/>
                    <a:pt x="92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1" name="Google Shape;9991;p63"/>
            <p:cNvSpPr/>
            <p:nvPr/>
          </p:nvSpPr>
          <p:spPr>
            <a:xfrm>
              <a:off x="7796795" y="2706002"/>
              <a:ext cx="109110" cy="84715"/>
            </a:xfrm>
            <a:custGeom>
              <a:avLst/>
              <a:gdLst/>
              <a:ahLst/>
              <a:cxnLst/>
              <a:rect l="l" t="t" r="r" b="b"/>
              <a:pathLst>
                <a:path w="4155" h="3226" extrusionOk="0">
                  <a:moveTo>
                    <a:pt x="1388" y="1"/>
                  </a:moveTo>
                  <a:lnTo>
                    <a:pt x="1388" y="690"/>
                  </a:lnTo>
                  <a:cubicBezTo>
                    <a:pt x="1379" y="862"/>
                    <a:pt x="1283" y="1025"/>
                    <a:pt x="1130" y="1101"/>
                  </a:cubicBezTo>
                  <a:lnTo>
                    <a:pt x="384" y="1474"/>
                  </a:lnTo>
                  <a:cubicBezTo>
                    <a:pt x="144" y="1589"/>
                    <a:pt x="1" y="1829"/>
                    <a:pt x="1" y="2097"/>
                  </a:cubicBezTo>
                  <a:lnTo>
                    <a:pt x="1" y="2996"/>
                  </a:lnTo>
                  <a:cubicBezTo>
                    <a:pt x="1" y="3121"/>
                    <a:pt x="106" y="3226"/>
                    <a:pt x="230" y="3226"/>
                  </a:cubicBezTo>
                  <a:lnTo>
                    <a:pt x="3925" y="3226"/>
                  </a:lnTo>
                  <a:cubicBezTo>
                    <a:pt x="4049" y="3226"/>
                    <a:pt x="4154" y="3121"/>
                    <a:pt x="4154" y="2996"/>
                  </a:cubicBezTo>
                  <a:lnTo>
                    <a:pt x="4154" y="2097"/>
                  </a:lnTo>
                  <a:cubicBezTo>
                    <a:pt x="4154" y="1829"/>
                    <a:pt x="4011" y="1589"/>
                    <a:pt x="3781" y="1474"/>
                  </a:cubicBezTo>
                  <a:lnTo>
                    <a:pt x="3035" y="1101"/>
                  </a:lnTo>
                  <a:cubicBezTo>
                    <a:pt x="2872" y="1025"/>
                    <a:pt x="2776" y="862"/>
                    <a:pt x="2776" y="690"/>
                  </a:cubicBezTo>
                  <a:lnTo>
                    <a:pt x="2776"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2" name="Google Shape;9992;p63"/>
            <p:cNvSpPr/>
            <p:nvPr/>
          </p:nvSpPr>
          <p:spPr>
            <a:xfrm>
              <a:off x="7832745" y="2706002"/>
              <a:ext cx="37210" cy="24159"/>
            </a:xfrm>
            <a:custGeom>
              <a:avLst/>
              <a:gdLst/>
              <a:ahLst/>
              <a:cxnLst/>
              <a:rect l="l" t="t" r="r" b="b"/>
              <a:pathLst>
                <a:path w="1417" h="920" extrusionOk="0">
                  <a:moveTo>
                    <a:pt x="19" y="1"/>
                  </a:moveTo>
                  <a:lnTo>
                    <a:pt x="19" y="690"/>
                  </a:lnTo>
                  <a:cubicBezTo>
                    <a:pt x="10" y="718"/>
                    <a:pt x="10" y="747"/>
                    <a:pt x="0" y="776"/>
                  </a:cubicBezTo>
                  <a:cubicBezTo>
                    <a:pt x="230" y="872"/>
                    <a:pt x="469" y="919"/>
                    <a:pt x="709" y="919"/>
                  </a:cubicBezTo>
                  <a:cubicBezTo>
                    <a:pt x="948" y="919"/>
                    <a:pt x="1187" y="872"/>
                    <a:pt x="1417" y="776"/>
                  </a:cubicBezTo>
                  <a:cubicBezTo>
                    <a:pt x="1407" y="747"/>
                    <a:pt x="1407" y="718"/>
                    <a:pt x="1407" y="690"/>
                  </a:cubicBezTo>
                  <a:lnTo>
                    <a:pt x="1407"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3" name="Google Shape;9993;p63"/>
            <p:cNvSpPr/>
            <p:nvPr/>
          </p:nvSpPr>
          <p:spPr>
            <a:xfrm>
              <a:off x="7797058" y="2737672"/>
              <a:ext cx="109084" cy="53045"/>
            </a:xfrm>
            <a:custGeom>
              <a:avLst/>
              <a:gdLst/>
              <a:ahLst/>
              <a:cxnLst/>
              <a:rect l="l" t="t" r="r" b="b"/>
              <a:pathLst>
                <a:path w="4154" h="2020" extrusionOk="0">
                  <a:moveTo>
                    <a:pt x="910" y="1"/>
                  </a:moveTo>
                  <a:lnTo>
                    <a:pt x="383" y="268"/>
                  </a:lnTo>
                  <a:cubicBezTo>
                    <a:pt x="144" y="383"/>
                    <a:pt x="0" y="623"/>
                    <a:pt x="0" y="891"/>
                  </a:cubicBezTo>
                  <a:lnTo>
                    <a:pt x="0" y="1790"/>
                  </a:lnTo>
                  <a:cubicBezTo>
                    <a:pt x="0" y="1915"/>
                    <a:pt x="106" y="2020"/>
                    <a:pt x="230" y="2020"/>
                  </a:cubicBezTo>
                  <a:lnTo>
                    <a:pt x="3915" y="2020"/>
                  </a:lnTo>
                  <a:cubicBezTo>
                    <a:pt x="4049" y="2020"/>
                    <a:pt x="4154" y="1915"/>
                    <a:pt x="4154" y="1790"/>
                  </a:cubicBezTo>
                  <a:lnTo>
                    <a:pt x="4154" y="891"/>
                  </a:lnTo>
                  <a:cubicBezTo>
                    <a:pt x="4154" y="623"/>
                    <a:pt x="4001" y="383"/>
                    <a:pt x="3771" y="268"/>
                  </a:cubicBezTo>
                  <a:lnTo>
                    <a:pt x="3235" y="1"/>
                  </a:lnTo>
                  <a:cubicBezTo>
                    <a:pt x="2962" y="422"/>
                    <a:pt x="2517" y="632"/>
                    <a:pt x="2072" y="632"/>
                  </a:cubicBezTo>
                  <a:cubicBezTo>
                    <a:pt x="1627" y="632"/>
                    <a:pt x="1182" y="422"/>
                    <a:pt x="910" y="1"/>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4" name="Google Shape;9994;p63"/>
            <p:cNvSpPr/>
            <p:nvPr/>
          </p:nvSpPr>
          <p:spPr>
            <a:xfrm>
              <a:off x="7809111" y="2621051"/>
              <a:ext cx="84715" cy="84741"/>
            </a:xfrm>
            <a:custGeom>
              <a:avLst/>
              <a:gdLst/>
              <a:ahLst/>
              <a:cxnLst/>
              <a:rect l="l" t="t" r="r" b="b"/>
              <a:pathLst>
                <a:path w="3226" h="3227" extrusionOk="0">
                  <a:moveTo>
                    <a:pt x="1609" y="1"/>
                  </a:moveTo>
                  <a:cubicBezTo>
                    <a:pt x="719" y="1"/>
                    <a:pt x="1" y="728"/>
                    <a:pt x="1" y="1618"/>
                  </a:cubicBezTo>
                  <a:cubicBezTo>
                    <a:pt x="1" y="2508"/>
                    <a:pt x="719" y="3226"/>
                    <a:pt x="1609" y="3226"/>
                  </a:cubicBezTo>
                  <a:cubicBezTo>
                    <a:pt x="2499" y="3226"/>
                    <a:pt x="3226" y="2508"/>
                    <a:pt x="3226" y="1618"/>
                  </a:cubicBezTo>
                  <a:cubicBezTo>
                    <a:pt x="3226" y="728"/>
                    <a:pt x="2499" y="1"/>
                    <a:pt x="16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5" name="Google Shape;9995;p63"/>
            <p:cNvSpPr/>
            <p:nvPr/>
          </p:nvSpPr>
          <p:spPr>
            <a:xfrm>
              <a:off x="7824447" y="2621051"/>
              <a:ext cx="71138" cy="76443"/>
            </a:xfrm>
            <a:custGeom>
              <a:avLst/>
              <a:gdLst/>
              <a:ahLst/>
              <a:cxnLst/>
              <a:rect l="l" t="t" r="r" b="b"/>
              <a:pathLst>
                <a:path w="2709" h="2911" extrusionOk="0">
                  <a:moveTo>
                    <a:pt x="1034" y="1"/>
                  </a:moveTo>
                  <a:cubicBezTo>
                    <a:pt x="259" y="1"/>
                    <a:pt x="1" y="1063"/>
                    <a:pt x="699" y="1408"/>
                  </a:cubicBezTo>
                  <a:cubicBezTo>
                    <a:pt x="718" y="1417"/>
                    <a:pt x="737" y="1427"/>
                    <a:pt x="757" y="1427"/>
                  </a:cubicBezTo>
                  <a:lnTo>
                    <a:pt x="1560" y="2891"/>
                  </a:lnTo>
                  <a:cubicBezTo>
                    <a:pt x="1560" y="2891"/>
                    <a:pt x="1781" y="2901"/>
                    <a:pt x="1991" y="2910"/>
                  </a:cubicBezTo>
                  <a:cubicBezTo>
                    <a:pt x="2460" y="2556"/>
                    <a:pt x="2709" y="1972"/>
                    <a:pt x="2623" y="1389"/>
                  </a:cubicBezTo>
                  <a:cubicBezTo>
                    <a:pt x="2527" y="728"/>
                    <a:pt x="2039" y="192"/>
                    <a:pt x="1388" y="39"/>
                  </a:cubicBezTo>
                  <a:cubicBezTo>
                    <a:pt x="1273" y="20"/>
                    <a:pt x="1149" y="1"/>
                    <a:pt x="103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6" name="Google Shape;9996;p63"/>
            <p:cNvSpPr/>
            <p:nvPr/>
          </p:nvSpPr>
          <p:spPr>
            <a:xfrm>
              <a:off x="7814888" y="2658393"/>
              <a:ext cx="72661" cy="59715"/>
            </a:xfrm>
            <a:custGeom>
              <a:avLst/>
              <a:gdLst/>
              <a:ahLst/>
              <a:cxnLst/>
              <a:rect l="l" t="t" r="r" b="b"/>
              <a:pathLst>
                <a:path w="2767" h="2274" extrusionOk="0">
                  <a:moveTo>
                    <a:pt x="1075" y="1"/>
                  </a:moveTo>
                  <a:cubicBezTo>
                    <a:pt x="986" y="1"/>
                    <a:pt x="903" y="49"/>
                    <a:pt x="862" y="139"/>
                  </a:cubicBezTo>
                  <a:cubicBezTo>
                    <a:pt x="786" y="292"/>
                    <a:pt x="680" y="436"/>
                    <a:pt x="546" y="550"/>
                  </a:cubicBezTo>
                  <a:cubicBezTo>
                    <a:pt x="422" y="656"/>
                    <a:pt x="288" y="751"/>
                    <a:pt x="135" y="828"/>
                  </a:cubicBezTo>
                  <a:cubicBezTo>
                    <a:pt x="49" y="876"/>
                    <a:pt x="1" y="971"/>
                    <a:pt x="20" y="1067"/>
                  </a:cubicBezTo>
                  <a:cubicBezTo>
                    <a:pt x="106" y="1756"/>
                    <a:pt x="699" y="2273"/>
                    <a:pt x="1389" y="2273"/>
                  </a:cubicBezTo>
                  <a:cubicBezTo>
                    <a:pt x="2106" y="2263"/>
                    <a:pt x="2709" y="1718"/>
                    <a:pt x="2767" y="1000"/>
                  </a:cubicBezTo>
                  <a:cubicBezTo>
                    <a:pt x="2767" y="924"/>
                    <a:pt x="2738" y="857"/>
                    <a:pt x="2690" y="809"/>
                  </a:cubicBezTo>
                  <a:cubicBezTo>
                    <a:pt x="2231" y="426"/>
                    <a:pt x="1695" y="158"/>
                    <a:pt x="1121" y="5"/>
                  </a:cubicBezTo>
                  <a:cubicBezTo>
                    <a:pt x="1105" y="2"/>
                    <a:pt x="1090" y="1"/>
                    <a:pt x="107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7" name="Google Shape;9997;p63"/>
            <p:cNvSpPr/>
            <p:nvPr/>
          </p:nvSpPr>
          <p:spPr>
            <a:xfrm>
              <a:off x="7815151" y="2658393"/>
              <a:ext cx="72661" cy="59190"/>
            </a:xfrm>
            <a:custGeom>
              <a:avLst/>
              <a:gdLst/>
              <a:ahLst/>
              <a:cxnLst/>
              <a:rect l="l" t="t" r="r" b="b"/>
              <a:pathLst>
                <a:path w="2767" h="2254" extrusionOk="0">
                  <a:moveTo>
                    <a:pt x="1065" y="1"/>
                  </a:moveTo>
                  <a:cubicBezTo>
                    <a:pt x="976" y="1"/>
                    <a:pt x="893" y="49"/>
                    <a:pt x="852" y="139"/>
                  </a:cubicBezTo>
                  <a:cubicBezTo>
                    <a:pt x="795" y="244"/>
                    <a:pt x="728" y="349"/>
                    <a:pt x="642" y="445"/>
                  </a:cubicBezTo>
                  <a:cubicBezTo>
                    <a:pt x="613" y="483"/>
                    <a:pt x="575" y="512"/>
                    <a:pt x="536" y="550"/>
                  </a:cubicBezTo>
                  <a:cubicBezTo>
                    <a:pt x="412" y="656"/>
                    <a:pt x="278" y="751"/>
                    <a:pt x="134" y="828"/>
                  </a:cubicBezTo>
                  <a:cubicBezTo>
                    <a:pt x="48" y="866"/>
                    <a:pt x="0" y="962"/>
                    <a:pt x="10" y="1067"/>
                  </a:cubicBezTo>
                  <a:cubicBezTo>
                    <a:pt x="96" y="1670"/>
                    <a:pt x="565" y="2158"/>
                    <a:pt x="1178" y="2254"/>
                  </a:cubicBezTo>
                  <a:cubicBezTo>
                    <a:pt x="862" y="2062"/>
                    <a:pt x="680" y="1708"/>
                    <a:pt x="699" y="1345"/>
                  </a:cubicBezTo>
                  <a:lnTo>
                    <a:pt x="699" y="1019"/>
                  </a:lnTo>
                  <a:cubicBezTo>
                    <a:pt x="747" y="981"/>
                    <a:pt x="804" y="943"/>
                    <a:pt x="852" y="895"/>
                  </a:cubicBezTo>
                  <a:cubicBezTo>
                    <a:pt x="977" y="780"/>
                    <a:pt x="1091" y="656"/>
                    <a:pt x="1187" y="512"/>
                  </a:cubicBezTo>
                  <a:cubicBezTo>
                    <a:pt x="1618" y="646"/>
                    <a:pt x="2029" y="866"/>
                    <a:pt x="2383" y="1163"/>
                  </a:cubicBezTo>
                  <a:cubicBezTo>
                    <a:pt x="2422" y="1201"/>
                    <a:pt x="2537" y="1306"/>
                    <a:pt x="2661" y="1421"/>
                  </a:cubicBezTo>
                  <a:cubicBezTo>
                    <a:pt x="2718" y="1287"/>
                    <a:pt x="2747" y="1144"/>
                    <a:pt x="2766" y="1000"/>
                  </a:cubicBezTo>
                  <a:cubicBezTo>
                    <a:pt x="2766" y="924"/>
                    <a:pt x="2738" y="857"/>
                    <a:pt x="2680" y="809"/>
                  </a:cubicBezTo>
                  <a:cubicBezTo>
                    <a:pt x="2221" y="426"/>
                    <a:pt x="1685" y="158"/>
                    <a:pt x="1111" y="5"/>
                  </a:cubicBezTo>
                  <a:cubicBezTo>
                    <a:pt x="1095" y="2"/>
                    <a:pt x="1080" y="1"/>
                    <a:pt x="106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8" name="Google Shape;9998;p63"/>
            <p:cNvSpPr/>
            <p:nvPr/>
          </p:nvSpPr>
          <p:spPr>
            <a:xfrm>
              <a:off x="7796795" y="2749988"/>
              <a:ext cx="24422" cy="40729"/>
            </a:xfrm>
            <a:custGeom>
              <a:avLst/>
              <a:gdLst/>
              <a:ahLst/>
              <a:cxnLst/>
              <a:rect l="l" t="t" r="r" b="b"/>
              <a:pathLst>
                <a:path w="930" h="1551" extrusionOk="0">
                  <a:moveTo>
                    <a:pt x="144" y="0"/>
                  </a:moveTo>
                  <a:cubicBezTo>
                    <a:pt x="49" y="125"/>
                    <a:pt x="1" y="268"/>
                    <a:pt x="1" y="422"/>
                  </a:cubicBezTo>
                  <a:lnTo>
                    <a:pt x="1" y="1321"/>
                  </a:lnTo>
                  <a:cubicBezTo>
                    <a:pt x="1" y="1446"/>
                    <a:pt x="106" y="1551"/>
                    <a:pt x="230" y="1551"/>
                  </a:cubicBezTo>
                  <a:lnTo>
                    <a:pt x="929" y="1551"/>
                  </a:lnTo>
                  <a:lnTo>
                    <a:pt x="929" y="852"/>
                  </a:lnTo>
                  <a:cubicBezTo>
                    <a:pt x="920" y="709"/>
                    <a:pt x="862" y="575"/>
                    <a:pt x="747" y="489"/>
                  </a:cubicBezTo>
                  <a:lnTo>
                    <a:pt x="144"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9" name="Google Shape;9999;p63"/>
            <p:cNvSpPr/>
            <p:nvPr/>
          </p:nvSpPr>
          <p:spPr>
            <a:xfrm>
              <a:off x="7881746" y="2749988"/>
              <a:ext cx="24159" cy="40729"/>
            </a:xfrm>
            <a:custGeom>
              <a:avLst/>
              <a:gdLst/>
              <a:ahLst/>
              <a:cxnLst/>
              <a:rect l="l" t="t" r="r" b="b"/>
              <a:pathLst>
                <a:path w="920" h="1551" extrusionOk="0">
                  <a:moveTo>
                    <a:pt x="785" y="0"/>
                  </a:moveTo>
                  <a:lnTo>
                    <a:pt x="173" y="489"/>
                  </a:lnTo>
                  <a:cubicBezTo>
                    <a:pt x="68" y="575"/>
                    <a:pt x="1" y="709"/>
                    <a:pt x="1" y="852"/>
                  </a:cubicBezTo>
                  <a:lnTo>
                    <a:pt x="1" y="1551"/>
                  </a:lnTo>
                  <a:lnTo>
                    <a:pt x="690" y="1551"/>
                  </a:lnTo>
                  <a:cubicBezTo>
                    <a:pt x="814" y="1551"/>
                    <a:pt x="919" y="1446"/>
                    <a:pt x="919" y="1321"/>
                  </a:cubicBezTo>
                  <a:lnTo>
                    <a:pt x="919" y="422"/>
                  </a:lnTo>
                  <a:cubicBezTo>
                    <a:pt x="919" y="268"/>
                    <a:pt x="871" y="125"/>
                    <a:pt x="785"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00" name="Google Shape;10000;p63"/>
          <p:cNvGrpSpPr/>
          <p:nvPr/>
        </p:nvGrpSpPr>
        <p:grpSpPr>
          <a:xfrm>
            <a:off x="7976160" y="2276402"/>
            <a:ext cx="353381" cy="358160"/>
            <a:chOff x="7980773" y="2428802"/>
            <a:chExt cx="353381" cy="358160"/>
          </a:xfrm>
        </p:grpSpPr>
        <p:sp>
          <p:nvSpPr>
            <p:cNvPr id="10001" name="Google Shape;10001;p63"/>
            <p:cNvSpPr/>
            <p:nvPr/>
          </p:nvSpPr>
          <p:spPr>
            <a:xfrm>
              <a:off x="8218504" y="2711779"/>
              <a:ext cx="115649" cy="75182"/>
            </a:xfrm>
            <a:custGeom>
              <a:avLst/>
              <a:gdLst/>
              <a:ahLst/>
              <a:cxnLst/>
              <a:rect l="l" t="t" r="r" b="b"/>
              <a:pathLst>
                <a:path w="4404" h="2863" extrusionOk="0">
                  <a:moveTo>
                    <a:pt x="1542" y="1"/>
                  </a:moveTo>
                  <a:lnTo>
                    <a:pt x="1542" y="374"/>
                  </a:lnTo>
                  <a:cubicBezTo>
                    <a:pt x="1542" y="470"/>
                    <a:pt x="1475" y="556"/>
                    <a:pt x="1379" y="585"/>
                  </a:cubicBezTo>
                  <a:lnTo>
                    <a:pt x="479" y="843"/>
                  </a:lnTo>
                  <a:cubicBezTo>
                    <a:pt x="202" y="920"/>
                    <a:pt x="1" y="1178"/>
                    <a:pt x="1" y="1475"/>
                  </a:cubicBezTo>
                  <a:lnTo>
                    <a:pt x="1" y="2642"/>
                  </a:lnTo>
                  <a:cubicBezTo>
                    <a:pt x="1" y="2767"/>
                    <a:pt x="96" y="2862"/>
                    <a:pt x="221" y="2862"/>
                  </a:cubicBezTo>
                  <a:lnTo>
                    <a:pt x="4183" y="2862"/>
                  </a:lnTo>
                  <a:cubicBezTo>
                    <a:pt x="4307" y="2862"/>
                    <a:pt x="4403" y="2767"/>
                    <a:pt x="4403" y="2642"/>
                  </a:cubicBezTo>
                  <a:lnTo>
                    <a:pt x="4403" y="1475"/>
                  </a:lnTo>
                  <a:cubicBezTo>
                    <a:pt x="4403" y="1178"/>
                    <a:pt x="4202" y="920"/>
                    <a:pt x="3915" y="843"/>
                  </a:cubicBezTo>
                  <a:lnTo>
                    <a:pt x="3015" y="585"/>
                  </a:lnTo>
                  <a:cubicBezTo>
                    <a:pt x="2920" y="556"/>
                    <a:pt x="2853" y="470"/>
                    <a:pt x="2862" y="374"/>
                  </a:cubicBezTo>
                  <a:lnTo>
                    <a:pt x="286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2" name="Google Shape;10002;p63"/>
            <p:cNvSpPr/>
            <p:nvPr/>
          </p:nvSpPr>
          <p:spPr>
            <a:xfrm>
              <a:off x="8218268" y="2727614"/>
              <a:ext cx="115623" cy="59348"/>
            </a:xfrm>
            <a:custGeom>
              <a:avLst/>
              <a:gdLst/>
              <a:ahLst/>
              <a:cxnLst/>
              <a:rect l="l" t="t" r="r" b="b"/>
              <a:pathLst>
                <a:path w="4403" h="2260" extrusionOk="0">
                  <a:moveTo>
                    <a:pt x="3101" y="1"/>
                  </a:moveTo>
                  <a:cubicBezTo>
                    <a:pt x="2961" y="453"/>
                    <a:pt x="2570" y="680"/>
                    <a:pt x="2180" y="680"/>
                  </a:cubicBezTo>
                  <a:cubicBezTo>
                    <a:pt x="1793" y="680"/>
                    <a:pt x="1406" y="458"/>
                    <a:pt x="1263" y="10"/>
                  </a:cubicBezTo>
                  <a:lnTo>
                    <a:pt x="479" y="230"/>
                  </a:lnTo>
                  <a:cubicBezTo>
                    <a:pt x="201" y="317"/>
                    <a:pt x="0" y="575"/>
                    <a:pt x="0" y="872"/>
                  </a:cubicBezTo>
                  <a:lnTo>
                    <a:pt x="0" y="2039"/>
                  </a:lnTo>
                  <a:cubicBezTo>
                    <a:pt x="0" y="2164"/>
                    <a:pt x="105" y="2259"/>
                    <a:pt x="220" y="2259"/>
                  </a:cubicBezTo>
                  <a:lnTo>
                    <a:pt x="4182" y="2259"/>
                  </a:lnTo>
                  <a:cubicBezTo>
                    <a:pt x="4307" y="2259"/>
                    <a:pt x="4403" y="2164"/>
                    <a:pt x="4403" y="2039"/>
                  </a:cubicBezTo>
                  <a:lnTo>
                    <a:pt x="4403" y="872"/>
                  </a:lnTo>
                  <a:cubicBezTo>
                    <a:pt x="4403" y="575"/>
                    <a:pt x="4211" y="317"/>
                    <a:pt x="3924" y="240"/>
                  </a:cubicBezTo>
                  <a:lnTo>
                    <a:pt x="3101" y="1"/>
                  </a:ln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3" name="Google Shape;10003;p63"/>
            <p:cNvSpPr/>
            <p:nvPr/>
          </p:nvSpPr>
          <p:spPr>
            <a:xfrm>
              <a:off x="8235600" y="2630872"/>
              <a:ext cx="29175" cy="63602"/>
            </a:xfrm>
            <a:custGeom>
              <a:avLst/>
              <a:gdLst/>
              <a:ahLst/>
              <a:cxnLst/>
              <a:rect l="l" t="t" r="r" b="b"/>
              <a:pathLst>
                <a:path w="1111" h="2422" extrusionOk="0">
                  <a:moveTo>
                    <a:pt x="670" y="0"/>
                  </a:moveTo>
                  <a:cubicBezTo>
                    <a:pt x="297" y="0"/>
                    <a:pt x="1" y="297"/>
                    <a:pt x="10" y="660"/>
                  </a:cubicBezTo>
                  <a:lnTo>
                    <a:pt x="10" y="814"/>
                  </a:lnTo>
                  <a:cubicBezTo>
                    <a:pt x="10" y="1005"/>
                    <a:pt x="39" y="1196"/>
                    <a:pt x="96" y="1378"/>
                  </a:cubicBezTo>
                  <a:lnTo>
                    <a:pt x="450" y="2421"/>
                  </a:lnTo>
                  <a:lnTo>
                    <a:pt x="1111" y="2421"/>
                  </a:lnTo>
                  <a:lnTo>
                    <a:pt x="111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4" name="Google Shape;10004;p63"/>
            <p:cNvSpPr/>
            <p:nvPr/>
          </p:nvSpPr>
          <p:spPr>
            <a:xfrm>
              <a:off x="8247417" y="2625095"/>
              <a:ext cx="69379" cy="69379"/>
            </a:xfrm>
            <a:custGeom>
              <a:avLst/>
              <a:gdLst/>
              <a:ahLst/>
              <a:cxnLst/>
              <a:rect l="l" t="t" r="r" b="b"/>
              <a:pathLst>
                <a:path w="2642" h="2642" extrusionOk="0">
                  <a:moveTo>
                    <a:pt x="661" y="0"/>
                  </a:moveTo>
                  <a:cubicBezTo>
                    <a:pt x="287" y="0"/>
                    <a:pt x="0" y="297"/>
                    <a:pt x="0" y="660"/>
                  </a:cubicBezTo>
                  <a:cubicBezTo>
                    <a:pt x="0" y="909"/>
                    <a:pt x="192" y="1101"/>
                    <a:pt x="441" y="1101"/>
                  </a:cubicBezTo>
                  <a:lnTo>
                    <a:pt x="2192" y="2641"/>
                  </a:lnTo>
                  <a:lnTo>
                    <a:pt x="2565" y="1340"/>
                  </a:lnTo>
                  <a:cubicBezTo>
                    <a:pt x="2613" y="1187"/>
                    <a:pt x="2632" y="1024"/>
                    <a:pt x="2642" y="861"/>
                  </a:cubicBezTo>
                  <a:lnTo>
                    <a:pt x="2642" y="440"/>
                  </a:lnTo>
                  <a:cubicBezTo>
                    <a:pt x="2642" y="201"/>
                    <a:pt x="2441" y="0"/>
                    <a:pt x="220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5" name="Google Shape;10005;p63"/>
            <p:cNvSpPr/>
            <p:nvPr/>
          </p:nvSpPr>
          <p:spPr>
            <a:xfrm>
              <a:off x="8258971" y="2711779"/>
              <a:ext cx="34453" cy="14049"/>
            </a:xfrm>
            <a:custGeom>
              <a:avLst/>
              <a:gdLst/>
              <a:ahLst/>
              <a:cxnLst/>
              <a:rect l="l" t="t" r="r" b="b"/>
              <a:pathLst>
                <a:path w="1312" h="535" extrusionOk="0">
                  <a:moveTo>
                    <a:pt x="1" y="1"/>
                  </a:moveTo>
                  <a:lnTo>
                    <a:pt x="1" y="412"/>
                  </a:lnTo>
                  <a:cubicBezTo>
                    <a:pt x="211" y="494"/>
                    <a:pt x="434" y="534"/>
                    <a:pt x="656" y="534"/>
                  </a:cubicBezTo>
                  <a:cubicBezTo>
                    <a:pt x="879" y="534"/>
                    <a:pt x="1101" y="494"/>
                    <a:pt x="1312" y="412"/>
                  </a:cubicBezTo>
                  <a:lnTo>
                    <a:pt x="1312"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6" name="Google Shape;10006;p63"/>
            <p:cNvSpPr/>
            <p:nvPr/>
          </p:nvSpPr>
          <p:spPr>
            <a:xfrm>
              <a:off x="8241640" y="2654244"/>
              <a:ext cx="69379" cy="63339"/>
            </a:xfrm>
            <a:custGeom>
              <a:avLst/>
              <a:gdLst/>
              <a:ahLst/>
              <a:cxnLst/>
              <a:rect l="l" t="t" r="r" b="b"/>
              <a:pathLst>
                <a:path w="2642" h="2412" extrusionOk="0">
                  <a:moveTo>
                    <a:pt x="842" y="0"/>
                  </a:moveTo>
                  <a:cubicBezTo>
                    <a:pt x="728" y="0"/>
                    <a:pt x="613" y="48"/>
                    <a:pt x="527" y="134"/>
                  </a:cubicBezTo>
                  <a:lnTo>
                    <a:pt x="125" y="527"/>
                  </a:lnTo>
                  <a:cubicBezTo>
                    <a:pt x="39" y="613"/>
                    <a:pt x="0" y="728"/>
                    <a:pt x="0" y="842"/>
                  </a:cubicBezTo>
                  <a:lnTo>
                    <a:pt x="0" y="1101"/>
                  </a:lnTo>
                  <a:cubicBezTo>
                    <a:pt x="0" y="1828"/>
                    <a:pt x="584" y="2412"/>
                    <a:pt x="1311" y="2412"/>
                  </a:cubicBezTo>
                  <a:cubicBezTo>
                    <a:pt x="1317" y="2412"/>
                    <a:pt x="1323" y="2412"/>
                    <a:pt x="1329" y="2412"/>
                  </a:cubicBezTo>
                  <a:cubicBezTo>
                    <a:pt x="2048" y="2412"/>
                    <a:pt x="2642" y="1822"/>
                    <a:pt x="2642" y="1101"/>
                  </a:cubicBezTo>
                  <a:lnTo>
                    <a:pt x="2642" y="814"/>
                  </a:lnTo>
                  <a:cubicBezTo>
                    <a:pt x="2642" y="699"/>
                    <a:pt x="2594" y="584"/>
                    <a:pt x="2508" y="507"/>
                  </a:cubicBezTo>
                  <a:cubicBezTo>
                    <a:pt x="2173" y="172"/>
                    <a:pt x="1551" y="19"/>
                    <a:pt x="84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7" name="Google Shape;10007;p63"/>
            <p:cNvSpPr/>
            <p:nvPr/>
          </p:nvSpPr>
          <p:spPr>
            <a:xfrm>
              <a:off x="8241640" y="2654191"/>
              <a:ext cx="69143" cy="62157"/>
            </a:xfrm>
            <a:custGeom>
              <a:avLst/>
              <a:gdLst/>
              <a:ahLst/>
              <a:cxnLst/>
              <a:rect l="l" t="t" r="r" b="b"/>
              <a:pathLst>
                <a:path w="2633" h="2367" extrusionOk="0">
                  <a:moveTo>
                    <a:pt x="813" y="1"/>
                  </a:moveTo>
                  <a:cubicBezTo>
                    <a:pt x="708" y="1"/>
                    <a:pt x="605" y="48"/>
                    <a:pt x="527" y="127"/>
                  </a:cubicBezTo>
                  <a:lnTo>
                    <a:pt x="125" y="529"/>
                  </a:lnTo>
                  <a:cubicBezTo>
                    <a:pt x="39" y="605"/>
                    <a:pt x="0" y="720"/>
                    <a:pt x="0" y="835"/>
                  </a:cubicBezTo>
                  <a:lnTo>
                    <a:pt x="0" y="1093"/>
                  </a:lnTo>
                  <a:cubicBezTo>
                    <a:pt x="0" y="1687"/>
                    <a:pt x="383" y="2203"/>
                    <a:pt x="957" y="2366"/>
                  </a:cubicBezTo>
                  <a:cubicBezTo>
                    <a:pt x="766" y="2127"/>
                    <a:pt x="661" y="1840"/>
                    <a:pt x="661" y="1533"/>
                  </a:cubicBezTo>
                  <a:lnTo>
                    <a:pt x="661" y="892"/>
                  </a:lnTo>
                  <a:cubicBezTo>
                    <a:pt x="651" y="645"/>
                    <a:pt x="852" y="451"/>
                    <a:pt x="1087" y="451"/>
                  </a:cubicBezTo>
                  <a:cubicBezTo>
                    <a:pt x="1098" y="451"/>
                    <a:pt x="1109" y="451"/>
                    <a:pt x="1120" y="452"/>
                  </a:cubicBezTo>
                  <a:cubicBezTo>
                    <a:pt x="1570" y="481"/>
                    <a:pt x="2230" y="557"/>
                    <a:pt x="2632" y="749"/>
                  </a:cubicBezTo>
                  <a:cubicBezTo>
                    <a:pt x="2622" y="653"/>
                    <a:pt x="2575" y="567"/>
                    <a:pt x="2508" y="500"/>
                  </a:cubicBezTo>
                  <a:cubicBezTo>
                    <a:pt x="2173" y="174"/>
                    <a:pt x="1551" y="21"/>
                    <a:pt x="842" y="2"/>
                  </a:cubicBezTo>
                  <a:cubicBezTo>
                    <a:pt x="833" y="1"/>
                    <a:pt x="823" y="1"/>
                    <a:pt x="813"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8" name="Google Shape;10008;p63"/>
            <p:cNvSpPr/>
            <p:nvPr/>
          </p:nvSpPr>
          <p:spPr>
            <a:xfrm>
              <a:off x="8218504" y="2740692"/>
              <a:ext cx="23161" cy="46270"/>
            </a:xfrm>
            <a:custGeom>
              <a:avLst/>
              <a:gdLst/>
              <a:ahLst/>
              <a:cxnLst/>
              <a:rect l="l" t="t" r="r" b="b"/>
              <a:pathLst>
                <a:path w="882" h="1762" extrusionOk="0">
                  <a:moveTo>
                    <a:pt x="116" y="0"/>
                  </a:moveTo>
                  <a:cubicBezTo>
                    <a:pt x="39" y="106"/>
                    <a:pt x="1" y="240"/>
                    <a:pt x="1" y="374"/>
                  </a:cubicBezTo>
                  <a:lnTo>
                    <a:pt x="1" y="1541"/>
                  </a:lnTo>
                  <a:cubicBezTo>
                    <a:pt x="1" y="1666"/>
                    <a:pt x="96" y="1761"/>
                    <a:pt x="221" y="1761"/>
                  </a:cubicBezTo>
                  <a:lnTo>
                    <a:pt x="881" y="1761"/>
                  </a:lnTo>
                  <a:lnTo>
                    <a:pt x="881" y="1034"/>
                  </a:lnTo>
                  <a:cubicBezTo>
                    <a:pt x="872" y="852"/>
                    <a:pt x="805" y="689"/>
                    <a:pt x="680" y="565"/>
                  </a:cubicBezTo>
                  <a:lnTo>
                    <a:pt x="116" y="0"/>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9" name="Google Shape;10009;p63"/>
            <p:cNvSpPr/>
            <p:nvPr/>
          </p:nvSpPr>
          <p:spPr>
            <a:xfrm>
              <a:off x="8310756" y="2740692"/>
              <a:ext cx="23135" cy="46270"/>
            </a:xfrm>
            <a:custGeom>
              <a:avLst/>
              <a:gdLst/>
              <a:ahLst/>
              <a:cxnLst/>
              <a:rect l="l" t="t" r="r" b="b"/>
              <a:pathLst>
                <a:path w="881" h="1762" extrusionOk="0">
                  <a:moveTo>
                    <a:pt x="766" y="0"/>
                  </a:moveTo>
                  <a:lnTo>
                    <a:pt x="201" y="565"/>
                  </a:lnTo>
                  <a:cubicBezTo>
                    <a:pt x="77" y="689"/>
                    <a:pt x="0" y="852"/>
                    <a:pt x="0" y="1034"/>
                  </a:cubicBezTo>
                  <a:lnTo>
                    <a:pt x="0" y="1761"/>
                  </a:lnTo>
                  <a:lnTo>
                    <a:pt x="660" y="1761"/>
                  </a:lnTo>
                  <a:cubicBezTo>
                    <a:pt x="785" y="1761"/>
                    <a:pt x="881" y="1666"/>
                    <a:pt x="881" y="1541"/>
                  </a:cubicBezTo>
                  <a:lnTo>
                    <a:pt x="881" y="374"/>
                  </a:lnTo>
                  <a:cubicBezTo>
                    <a:pt x="881" y="240"/>
                    <a:pt x="842" y="106"/>
                    <a:pt x="766"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0" name="Google Shape;10010;p63"/>
            <p:cNvSpPr/>
            <p:nvPr/>
          </p:nvSpPr>
          <p:spPr>
            <a:xfrm>
              <a:off x="8009659" y="2607737"/>
              <a:ext cx="46270" cy="40493"/>
            </a:xfrm>
            <a:custGeom>
              <a:avLst/>
              <a:gdLst/>
              <a:ahLst/>
              <a:cxnLst/>
              <a:rect l="l" t="t" r="r" b="b"/>
              <a:pathLst>
                <a:path w="1762" h="1542" extrusionOk="0">
                  <a:moveTo>
                    <a:pt x="881" y="1"/>
                  </a:moveTo>
                  <a:cubicBezTo>
                    <a:pt x="393" y="1"/>
                    <a:pt x="1" y="345"/>
                    <a:pt x="1" y="776"/>
                  </a:cubicBezTo>
                  <a:cubicBezTo>
                    <a:pt x="1" y="1197"/>
                    <a:pt x="393" y="1541"/>
                    <a:pt x="881" y="1541"/>
                  </a:cubicBezTo>
                  <a:cubicBezTo>
                    <a:pt x="1369" y="1541"/>
                    <a:pt x="1762" y="1197"/>
                    <a:pt x="1762" y="776"/>
                  </a:cubicBezTo>
                  <a:cubicBezTo>
                    <a:pt x="1762" y="345"/>
                    <a:pt x="1369"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1" name="Google Shape;10011;p63"/>
            <p:cNvSpPr/>
            <p:nvPr/>
          </p:nvSpPr>
          <p:spPr>
            <a:xfrm>
              <a:off x="8009659" y="2607737"/>
              <a:ext cx="31696" cy="40493"/>
            </a:xfrm>
            <a:custGeom>
              <a:avLst/>
              <a:gdLst/>
              <a:ahLst/>
              <a:cxnLst/>
              <a:rect l="l" t="t" r="r" b="b"/>
              <a:pathLst>
                <a:path w="1207" h="1542" extrusionOk="0">
                  <a:moveTo>
                    <a:pt x="881" y="1"/>
                  </a:moveTo>
                  <a:cubicBezTo>
                    <a:pt x="393" y="1"/>
                    <a:pt x="1" y="345"/>
                    <a:pt x="1" y="766"/>
                  </a:cubicBezTo>
                  <a:cubicBezTo>
                    <a:pt x="1" y="1197"/>
                    <a:pt x="393" y="1541"/>
                    <a:pt x="881" y="1541"/>
                  </a:cubicBezTo>
                  <a:cubicBezTo>
                    <a:pt x="996" y="1541"/>
                    <a:pt x="1101" y="1522"/>
                    <a:pt x="1207" y="1484"/>
                  </a:cubicBezTo>
                  <a:cubicBezTo>
                    <a:pt x="891" y="1388"/>
                    <a:pt x="671" y="1101"/>
                    <a:pt x="661" y="776"/>
                  </a:cubicBezTo>
                  <a:cubicBezTo>
                    <a:pt x="671" y="441"/>
                    <a:pt x="891" y="154"/>
                    <a:pt x="1207" y="58"/>
                  </a:cubicBezTo>
                  <a:cubicBezTo>
                    <a:pt x="1101" y="20"/>
                    <a:pt x="996" y="1"/>
                    <a:pt x="88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2" name="Google Shape;10012;p63"/>
            <p:cNvSpPr/>
            <p:nvPr/>
          </p:nvSpPr>
          <p:spPr>
            <a:xfrm>
              <a:off x="7980773" y="2706002"/>
              <a:ext cx="104068" cy="80960"/>
            </a:xfrm>
            <a:custGeom>
              <a:avLst/>
              <a:gdLst/>
              <a:ahLst/>
              <a:cxnLst/>
              <a:rect l="l" t="t" r="r" b="b"/>
              <a:pathLst>
                <a:path w="3963" h="3083" extrusionOk="0">
                  <a:moveTo>
                    <a:pt x="1321" y="1"/>
                  </a:moveTo>
                  <a:lnTo>
                    <a:pt x="1321" y="661"/>
                  </a:lnTo>
                  <a:cubicBezTo>
                    <a:pt x="1321" y="824"/>
                    <a:pt x="1235" y="977"/>
                    <a:pt x="1082" y="1053"/>
                  </a:cubicBezTo>
                  <a:lnTo>
                    <a:pt x="364" y="1417"/>
                  </a:lnTo>
                  <a:cubicBezTo>
                    <a:pt x="144" y="1522"/>
                    <a:pt x="0" y="1752"/>
                    <a:pt x="0" y="2001"/>
                  </a:cubicBezTo>
                  <a:lnTo>
                    <a:pt x="0" y="2862"/>
                  </a:lnTo>
                  <a:cubicBezTo>
                    <a:pt x="0" y="2987"/>
                    <a:pt x="96" y="3082"/>
                    <a:pt x="220" y="3082"/>
                  </a:cubicBezTo>
                  <a:lnTo>
                    <a:pt x="3742" y="3082"/>
                  </a:lnTo>
                  <a:cubicBezTo>
                    <a:pt x="3867" y="3082"/>
                    <a:pt x="3962" y="2987"/>
                    <a:pt x="3962" y="2862"/>
                  </a:cubicBezTo>
                  <a:lnTo>
                    <a:pt x="3962" y="2001"/>
                  </a:lnTo>
                  <a:cubicBezTo>
                    <a:pt x="3962" y="1752"/>
                    <a:pt x="3819" y="1522"/>
                    <a:pt x="3599" y="1417"/>
                  </a:cubicBezTo>
                  <a:lnTo>
                    <a:pt x="2881" y="1053"/>
                  </a:lnTo>
                  <a:cubicBezTo>
                    <a:pt x="2728" y="977"/>
                    <a:pt x="2642" y="824"/>
                    <a:pt x="2642" y="661"/>
                  </a:cubicBezTo>
                  <a:lnTo>
                    <a:pt x="264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3" name="Google Shape;10013;p63"/>
            <p:cNvSpPr/>
            <p:nvPr/>
          </p:nvSpPr>
          <p:spPr>
            <a:xfrm>
              <a:off x="8015200" y="2706002"/>
              <a:ext cx="35215" cy="23161"/>
            </a:xfrm>
            <a:custGeom>
              <a:avLst/>
              <a:gdLst/>
              <a:ahLst/>
              <a:cxnLst/>
              <a:rect l="l" t="t" r="r" b="b"/>
              <a:pathLst>
                <a:path w="1341" h="882" extrusionOk="0">
                  <a:moveTo>
                    <a:pt x="10" y="1"/>
                  </a:moveTo>
                  <a:lnTo>
                    <a:pt x="10" y="661"/>
                  </a:lnTo>
                  <a:cubicBezTo>
                    <a:pt x="10" y="690"/>
                    <a:pt x="10" y="718"/>
                    <a:pt x="0" y="747"/>
                  </a:cubicBezTo>
                  <a:cubicBezTo>
                    <a:pt x="211" y="833"/>
                    <a:pt x="441" y="881"/>
                    <a:pt x="670" y="881"/>
                  </a:cubicBezTo>
                  <a:cubicBezTo>
                    <a:pt x="900" y="881"/>
                    <a:pt x="1130" y="833"/>
                    <a:pt x="1340" y="747"/>
                  </a:cubicBezTo>
                  <a:cubicBezTo>
                    <a:pt x="1331" y="718"/>
                    <a:pt x="1331" y="690"/>
                    <a:pt x="1331" y="661"/>
                  </a:cubicBezTo>
                  <a:lnTo>
                    <a:pt x="1331"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4" name="Google Shape;10014;p63"/>
            <p:cNvSpPr/>
            <p:nvPr/>
          </p:nvSpPr>
          <p:spPr>
            <a:xfrm>
              <a:off x="7980773" y="2736411"/>
              <a:ext cx="104068" cy="50551"/>
            </a:xfrm>
            <a:custGeom>
              <a:avLst/>
              <a:gdLst/>
              <a:ahLst/>
              <a:cxnLst/>
              <a:rect l="l" t="t" r="r" b="b"/>
              <a:pathLst>
                <a:path w="3963" h="1925" extrusionOk="0">
                  <a:moveTo>
                    <a:pt x="871" y="1"/>
                  </a:moveTo>
                  <a:lnTo>
                    <a:pt x="364" y="259"/>
                  </a:lnTo>
                  <a:cubicBezTo>
                    <a:pt x="144" y="364"/>
                    <a:pt x="0" y="594"/>
                    <a:pt x="0" y="843"/>
                  </a:cubicBezTo>
                  <a:lnTo>
                    <a:pt x="0" y="1704"/>
                  </a:lnTo>
                  <a:cubicBezTo>
                    <a:pt x="0" y="1829"/>
                    <a:pt x="96" y="1924"/>
                    <a:pt x="220" y="1924"/>
                  </a:cubicBezTo>
                  <a:lnTo>
                    <a:pt x="3742" y="1924"/>
                  </a:lnTo>
                  <a:cubicBezTo>
                    <a:pt x="3857" y="1924"/>
                    <a:pt x="3962" y="1829"/>
                    <a:pt x="3962" y="1704"/>
                  </a:cubicBezTo>
                  <a:lnTo>
                    <a:pt x="3962" y="843"/>
                  </a:lnTo>
                  <a:cubicBezTo>
                    <a:pt x="3962" y="594"/>
                    <a:pt x="3819" y="364"/>
                    <a:pt x="3599" y="259"/>
                  </a:cubicBezTo>
                  <a:lnTo>
                    <a:pt x="3091" y="1"/>
                  </a:lnTo>
                  <a:cubicBezTo>
                    <a:pt x="2833" y="407"/>
                    <a:pt x="2407" y="611"/>
                    <a:pt x="1981" y="611"/>
                  </a:cubicBezTo>
                  <a:cubicBezTo>
                    <a:pt x="1555" y="611"/>
                    <a:pt x="1130" y="407"/>
                    <a:pt x="87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5" name="Google Shape;10015;p63"/>
            <p:cNvSpPr/>
            <p:nvPr/>
          </p:nvSpPr>
          <p:spPr>
            <a:xfrm>
              <a:off x="7992327" y="2625095"/>
              <a:ext cx="80960" cy="80933"/>
            </a:xfrm>
            <a:custGeom>
              <a:avLst/>
              <a:gdLst/>
              <a:ahLst/>
              <a:cxnLst/>
              <a:rect l="l" t="t" r="r" b="b"/>
              <a:pathLst>
                <a:path w="3083" h="3082" extrusionOk="0">
                  <a:moveTo>
                    <a:pt x="1541" y="0"/>
                  </a:moveTo>
                  <a:cubicBezTo>
                    <a:pt x="690" y="0"/>
                    <a:pt x="0" y="689"/>
                    <a:pt x="0" y="1541"/>
                  </a:cubicBezTo>
                  <a:cubicBezTo>
                    <a:pt x="0" y="2393"/>
                    <a:pt x="690" y="3082"/>
                    <a:pt x="1541" y="3082"/>
                  </a:cubicBezTo>
                  <a:cubicBezTo>
                    <a:pt x="2393" y="3082"/>
                    <a:pt x="3082" y="2393"/>
                    <a:pt x="3082" y="1541"/>
                  </a:cubicBezTo>
                  <a:cubicBezTo>
                    <a:pt x="3082" y="689"/>
                    <a:pt x="2393" y="0"/>
                    <a:pt x="154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6" name="Google Shape;10016;p63"/>
            <p:cNvSpPr/>
            <p:nvPr/>
          </p:nvSpPr>
          <p:spPr>
            <a:xfrm>
              <a:off x="8007164" y="2625095"/>
              <a:ext cx="67620" cy="72898"/>
            </a:xfrm>
            <a:custGeom>
              <a:avLst/>
              <a:gdLst/>
              <a:ahLst/>
              <a:cxnLst/>
              <a:rect l="l" t="t" r="r" b="b"/>
              <a:pathLst>
                <a:path w="2575" h="2776" extrusionOk="0">
                  <a:moveTo>
                    <a:pt x="986" y="0"/>
                  </a:moveTo>
                  <a:cubicBezTo>
                    <a:pt x="249" y="0"/>
                    <a:pt x="0" y="1014"/>
                    <a:pt x="660" y="1340"/>
                  </a:cubicBezTo>
                  <a:cubicBezTo>
                    <a:pt x="680" y="1349"/>
                    <a:pt x="699" y="1359"/>
                    <a:pt x="718" y="1369"/>
                  </a:cubicBezTo>
                  <a:lnTo>
                    <a:pt x="1484" y="2756"/>
                  </a:lnTo>
                  <a:cubicBezTo>
                    <a:pt x="1484" y="2756"/>
                    <a:pt x="1694" y="2766"/>
                    <a:pt x="1895" y="2775"/>
                  </a:cubicBezTo>
                  <a:cubicBezTo>
                    <a:pt x="2345" y="2440"/>
                    <a:pt x="2575" y="1885"/>
                    <a:pt x="2498" y="1330"/>
                  </a:cubicBezTo>
                  <a:cubicBezTo>
                    <a:pt x="2412" y="699"/>
                    <a:pt x="1943" y="182"/>
                    <a:pt x="1321" y="38"/>
                  </a:cubicBezTo>
                  <a:cubicBezTo>
                    <a:pt x="1206" y="19"/>
                    <a:pt x="1091" y="0"/>
                    <a:pt x="98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7" name="Google Shape;10017;p63"/>
            <p:cNvSpPr/>
            <p:nvPr/>
          </p:nvSpPr>
          <p:spPr>
            <a:xfrm>
              <a:off x="7998104" y="2660809"/>
              <a:ext cx="69379" cy="56774"/>
            </a:xfrm>
            <a:custGeom>
              <a:avLst/>
              <a:gdLst/>
              <a:ahLst/>
              <a:cxnLst/>
              <a:rect l="l" t="t" r="r" b="b"/>
              <a:pathLst>
                <a:path w="2642" h="2162" extrusionOk="0">
                  <a:moveTo>
                    <a:pt x="1012" y="0"/>
                  </a:moveTo>
                  <a:cubicBezTo>
                    <a:pt x="929" y="0"/>
                    <a:pt x="854" y="46"/>
                    <a:pt x="824" y="123"/>
                  </a:cubicBezTo>
                  <a:cubicBezTo>
                    <a:pt x="747" y="277"/>
                    <a:pt x="642" y="411"/>
                    <a:pt x="517" y="525"/>
                  </a:cubicBezTo>
                  <a:cubicBezTo>
                    <a:pt x="403" y="621"/>
                    <a:pt x="269" y="717"/>
                    <a:pt x="135" y="784"/>
                  </a:cubicBezTo>
                  <a:cubicBezTo>
                    <a:pt x="48" y="832"/>
                    <a:pt x="1" y="918"/>
                    <a:pt x="10" y="1013"/>
                  </a:cubicBezTo>
                  <a:cubicBezTo>
                    <a:pt x="96" y="1674"/>
                    <a:pt x="651" y="2162"/>
                    <a:pt x="1321" y="2162"/>
                  </a:cubicBezTo>
                  <a:cubicBezTo>
                    <a:pt x="1327" y="2162"/>
                    <a:pt x="1333" y="2162"/>
                    <a:pt x="1339" y="2162"/>
                  </a:cubicBezTo>
                  <a:cubicBezTo>
                    <a:pt x="2020" y="2162"/>
                    <a:pt x="2585" y="1629"/>
                    <a:pt x="2642" y="946"/>
                  </a:cubicBezTo>
                  <a:cubicBezTo>
                    <a:pt x="2642" y="879"/>
                    <a:pt x="2613" y="812"/>
                    <a:pt x="2565" y="774"/>
                  </a:cubicBezTo>
                  <a:cubicBezTo>
                    <a:pt x="2125" y="411"/>
                    <a:pt x="1618" y="143"/>
                    <a:pt x="1072" y="9"/>
                  </a:cubicBezTo>
                  <a:cubicBezTo>
                    <a:pt x="1052" y="3"/>
                    <a:pt x="1032" y="0"/>
                    <a:pt x="101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8" name="Google Shape;10018;p63"/>
            <p:cNvSpPr/>
            <p:nvPr/>
          </p:nvSpPr>
          <p:spPr>
            <a:xfrm>
              <a:off x="7998104" y="2660914"/>
              <a:ext cx="69379" cy="56170"/>
            </a:xfrm>
            <a:custGeom>
              <a:avLst/>
              <a:gdLst/>
              <a:ahLst/>
              <a:cxnLst/>
              <a:rect l="l" t="t" r="r" b="b"/>
              <a:pathLst>
                <a:path w="2642" h="2139" extrusionOk="0">
                  <a:moveTo>
                    <a:pt x="1021" y="0"/>
                  </a:moveTo>
                  <a:cubicBezTo>
                    <a:pt x="938" y="0"/>
                    <a:pt x="856" y="47"/>
                    <a:pt x="824" y="129"/>
                  </a:cubicBezTo>
                  <a:cubicBezTo>
                    <a:pt x="766" y="234"/>
                    <a:pt x="699" y="330"/>
                    <a:pt x="623" y="416"/>
                  </a:cubicBezTo>
                  <a:cubicBezTo>
                    <a:pt x="584" y="454"/>
                    <a:pt x="556" y="483"/>
                    <a:pt x="517" y="521"/>
                  </a:cubicBezTo>
                  <a:cubicBezTo>
                    <a:pt x="403" y="627"/>
                    <a:pt x="269" y="713"/>
                    <a:pt x="125" y="780"/>
                  </a:cubicBezTo>
                  <a:cubicBezTo>
                    <a:pt x="48" y="828"/>
                    <a:pt x="1" y="914"/>
                    <a:pt x="10" y="1009"/>
                  </a:cubicBezTo>
                  <a:cubicBezTo>
                    <a:pt x="87" y="1593"/>
                    <a:pt x="537" y="2053"/>
                    <a:pt x="1120" y="2139"/>
                  </a:cubicBezTo>
                  <a:cubicBezTo>
                    <a:pt x="814" y="1957"/>
                    <a:pt x="642" y="1632"/>
                    <a:pt x="661" y="1277"/>
                  </a:cubicBezTo>
                  <a:lnTo>
                    <a:pt x="661" y="971"/>
                  </a:lnTo>
                  <a:cubicBezTo>
                    <a:pt x="709" y="933"/>
                    <a:pt x="757" y="895"/>
                    <a:pt x="805" y="847"/>
                  </a:cubicBezTo>
                  <a:cubicBezTo>
                    <a:pt x="929" y="741"/>
                    <a:pt x="1034" y="617"/>
                    <a:pt x="1120" y="474"/>
                  </a:cubicBezTo>
                  <a:cubicBezTo>
                    <a:pt x="1541" y="607"/>
                    <a:pt x="1934" y="818"/>
                    <a:pt x="2269" y="1105"/>
                  </a:cubicBezTo>
                  <a:cubicBezTo>
                    <a:pt x="2317" y="1134"/>
                    <a:pt x="2412" y="1230"/>
                    <a:pt x="2537" y="1344"/>
                  </a:cubicBezTo>
                  <a:cubicBezTo>
                    <a:pt x="2594" y="1220"/>
                    <a:pt x="2623" y="1086"/>
                    <a:pt x="2632" y="942"/>
                  </a:cubicBezTo>
                  <a:cubicBezTo>
                    <a:pt x="2642" y="875"/>
                    <a:pt x="2613" y="818"/>
                    <a:pt x="2565" y="770"/>
                  </a:cubicBezTo>
                  <a:cubicBezTo>
                    <a:pt x="2125" y="407"/>
                    <a:pt x="1618" y="148"/>
                    <a:pt x="1063" y="5"/>
                  </a:cubicBezTo>
                  <a:cubicBezTo>
                    <a:pt x="1049" y="2"/>
                    <a:pt x="1035" y="0"/>
                    <a:pt x="102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9" name="Google Shape;10019;p63"/>
            <p:cNvSpPr/>
            <p:nvPr/>
          </p:nvSpPr>
          <p:spPr>
            <a:xfrm>
              <a:off x="7980773" y="2748228"/>
              <a:ext cx="23135" cy="38733"/>
            </a:xfrm>
            <a:custGeom>
              <a:avLst/>
              <a:gdLst/>
              <a:ahLst/>
              <a:cxnLst/>
              <a:rect l="l" t="t" r="r" b="b"/>
              <a:pathLst>
                <a:path w="881" h="1475" extrusionOk="0">
                  <a:moveTo>
                    <a:pt x="134" y="0"/>
                  </a:moveTo>
                  <a:cubicBezTo>
                    <a:pt x="48" y="115"/>
                    <a:pt x="0" y="249"/>
                    <a:pt x="0" y="393"/>
                  </a:cubicBezTo>
                  <a:lnTo>
                    <a:pt x="0" y="1254"/>
                  </a:lnTo>
                  <a:cubicBezTo>
                    <a:pt x="0" y="1379"/>
                    <a:pt x="96" y="1474"/>
                    <a:pt x="220" y="1474"/>
                  </a:cubicBezTo>
                  <a:lnTo>
                    <a:pt x="881" y="1474"/>
                  </a:lnTo>
                  <a:lnTo>
                    <a:pt x="881" y="804"/>
                  </a:lnTo>
                  <a:cubicBezTo>
                    <a:pt x="881" y="670"/>
                    <a:pt x="823" y="546"/>
                    <a:pt x="718" y="469"/>
                  </a:cubicBezTo>
                  <a:lnTo>
                    <a:pt x="134" y="0"/>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0" name="Google Shape;10020;p63"/>
            <p:cNvSpPr/>
            <p:nvPr/>
          </p:nvSpPr>
          <p:spPr>
            <a:xfrm>
              <a:off x="8061680" y="2748228"/>
              <a:ext cx="23161" cy="38733"/>
            </a:xfrm>
            <a:custGeom>
              <a:avLst/>
              <a:gdLst/>
              <a:ahLst/>
              <a:cxnLst/>
              <a:rect l="l" t="t" r="r" b="b"/>
              <a:pathLst>
                <a:path w="882" h="1475" extrusionOk="0">
                  <a:moveTo>
                    <a:pt x="747" y="0"/>
                  </a:moveTo>
                  <a:lnTo>
                    <a:pt x="164" y="469"/>
                  </a:lnTo>
                  <a:cubicBezTo>
                    <a:pt x="58" y="546"/>
                    <a:pt x="1" y="670"/>
                    <a:pt x="1" y="804"/>
                  </a:cubicBezTo>
                  <a:lnTo>
                    <a:pt x="1" y="1474"/>
                  </a:lnTo>
                  <a:lnTo>
                    <a:pt x="661" y="1474"/>
                  </a:lnTo>
                  <a:cubicBezTo>
                    <a:pt x="786" y="1474"/>
                    <a:pt x="881" y="1379"/>
                    <a:pt x="881" y="1254"/>
                  </a:cubicBezTo>
                  <a:lnTo>
                    <a:pt x="881" y="393"/>
                  </a:lnTo>
                  <a:cubicBezTo>
                    <a:pt x="881" y="249"/>
                    <a:pt x="834" y="115"/>
                    <a:pt x="747" y="0"/>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1" name="Google Shape;10021;p63"/>
            <p:cNvSpPr/>
            <p:nvPr/>
          </p:nvSpPr>
          <p:spPr>
            <a:xfrm>
              <a:off x="8101411" y="2428802"/>
              <a:ext cx="103806" cy="103832"/>
            </a:xfrm>
            <a:custGeom>
              <a:avLst/>
              <a:gdLst/>
              <a:ahLst/>
              <a:cxnLst/>
              <a:rect l="l" t="t" r="r" b="b"/>
              <a:pathLst>
                <a:path w="3953" h="3954" extrusionOk="0">
                  <a:moveTo>
                    <a:pt x="1971" y="1"/>
                  </a:moveTo>
                  <a:cubicBezTo>
                    <a:pt x="1110" y="1"/>
                    <a:pt x="469" y="690"/>
                    <a:pt x="412" y="1541"/>
                  </a:cubicBezTo>
                  <a:cubicBezTo>
                    <a:pt x="354" y="2144"/>
                    <a:pt x="230" y="2757"/>
                    <a:pt x="38" y="3341"/>
                  </a:cubicBezTo>
                  <a:cubicBezTo>
                    <a:pt x="0" y="3446"/>
                    <a:pt x="48" y="3570"/>
                    <a:pt x="163" y="3618"/>
                  </a:cubicBezTo>
                  <a:cubicBezTo>
                    <a:pt x="526" y="3781"/>
                    <a:pt x="909" y="3896"/>
                    <a:pt x="1311" y="3953"/>
                  </a:cubicBezTo>
                  <a:lnTo>
                    <a:pt x="2651" y="3953"/>
                  </a:lnTo>
                  <a:cubicBezTo>
                    <a:pt x="3053" y="3896"/>
                    <a:pt x="3436" y="3781"/>
                    <a:pt x="3799" y="3618"/>
                  </a:cubicBezTo>
                  <a:cubicBezTo>
                    <a:pt x="3905" y="3570"/>
                    <a:pt x="3953" y="3446"/>
                    <a:pt x="3914" y="3341"/>
                  </a:cubicBezTo>
                  <a:cubicBezTo>
                    <a:pt x="3723" y="2757"/>
                    <a:pt x="3598" y="2144"/>
                    <a:pt x="3541" y="1541"/>
                  </a:cubicBezTo>
                  <a:cubicBezTo>
                    <a:pt x="3484" y="690"/>
                    <a:pt x="2842" y="1"/>
                    <a:pt x="19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2" name="Google Shape;10022;p63"/>
            <p:cNvSpPr/>
            <p:nvPr/>
          </p:nvSpPr>
          <p:spPr>
            <a:xfrm>
              <a:off x="8129536" y="2428802"/>
              <a:ext cx="75944" cy="103832"/>
            </a:xfrm>
            <a:custGeom>
              <a:avLst/>
              <a:gdLst/>
              <a:ahLst/>
              <a:cxnLst/>
              <a:rect l="l" t="t" r="r" b="b"/>
              <a:pathLst>
                <a:path w="2892" h="3954" extrusionOk="0">
                  <a:moveTo>
                    <a:pt x="900" y="1"/>
                  </a:moveTo>
                  <a:cubicBezTo>
                    <a:pt x="240" y="1"/>
                    <a:pt x="1" y="900"/>
                    <a:pt x="575" y="1245"/>
                  </a:cubicBezTo>
                  <a:cubicBezTo>
                    <a:pt x="594" y="1254"/>
                    <a:pt x="613" y="1264"/>
                    <a:pt x="633" y="1274"/>
                  </a:cubicBezTo>
                  <a:lnTo>
                    <a:pt x="1130" y="3953"/>
                  </a:lnTo>
                  <a:lnTo>
                    <a:pt x="1580" y="3953"/>
                  </a:lnTo>
                  <a:cubicBezTo>
                    <a:pt x="1972" y="3896"/>
                    <a:pt x="2365" y="3781"/>
                    <a:pt x="2728" y="3618"/>
                  </a:cubicBezTo>
                  <a:cubicBezTo>
                    <a:pt x="2834" y="3570"/>
                    <a:pt x="2891" y="3446"/>
                    <a:pt x="2843" y="3341"/>
                  </a:cubicBezTo>
                  <a:cubicBezTo>
                    <a:pt x="2652" y="2757"/>
                    <a:pt x="2527" y="2144"/>
                    <a:pt x="2480" y="1541"/>
                  </a:cubicBezTo>
                  <a:cubicBezTo>
                    <a:pt x="2413" y="690"/>
                    <a:pt x="1771" y="1"/>
                    <a:pt x="91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3" name="Google Shape;10023;p63"/>
            <p:cNvSpPr/>
            <p:nvPr/>
          </p:nvSpPr>
          <p:spPr>
            <a:xfrm>
              <a:off x="8100650" y="2507214"/>
              <a:ext cx="104068" cy="80960"/>
            </a:xfrm>
            <a:custGeom>
              <a:avLst/>
              <a:gdLst/>
              <a:ahLst/>
              <a:cxnLst/>
              <a:rect l="l" t="t" r="r" b="b"/>
              <a:pathLst>
                <a:path w="3963" h="3083" extrusionOk="0">
                  <a:moveTo>
                    <a:pt x="1321" y="1"/>
                  </a:moveTo>
                  <a:lnTo>
                    <a:pt x="1321" y="661"/>
                  </a:lnTo>
                  <a:cubicBezTo>
                    <a:pt x="1321" y="824"/>
                    <a:pt x="1235" y="977"/>
                    <a:pt x="1082" y="1053"/>
                  </a:cubicBezTo>
                  <a:lnTo>
                    <a:pt x="364" y="1417"/>
                  </a:lnTo>
                  <a:cubicBezTo>
                    <a:pt x="144" y="1522"/>
                    <a:pt x="0" y="1752"/>
                    <a:pt x="0" y="2001"/>
                  </a:cubicBezTo>
                  <a:lnTo>
                    <a:pt x="0" y="2862"/>
                  </a:lnTo>
                  <a:cubicBezTo>
                    <a:pt x="0" y="2986"/>
                    <a:pt x="106" y="3082"/>
                    <a:pt x="220" y="3082"/>
                  </a:cubicBezTo>
                  <a:lnTo>
                    <a:pt x="3742" y="3082"/>
                  </a:lnTo>
                  <a:cubicBezTo>
                    <a:pt x="3867" y="3082"/>
                    <a:pt x="3962" y="2986"/>
                    <a:pt x="3962" y="2862"/>
                  </a:cubicBezTo>
                  <a:lnTo>
                    <a:pt x="3962" y="2001"/>
                  </a:lnTo>
                  <a:cubicBezTo>
                    <a:pt x="3962" y="1752"/>
                    <a:pt x="3819" y="1522"/>
                    <a:pt x="3599" y="1417"/>
                  </a:cubicBezTo>
                  <a:lnTo>
                    <a:pt x="2881" y="1053"/>
                  </a:lnTo>
                  <a:cubicBezTo>
                    <a:pt x="2728" y="977"/>
                    <a:pt x="2642" y="824"/>
                    <a:pt x="2642" y="661"/>
                  </a:cubicBezTo>
                  <a:lnTo>
                    <a:pt x="264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4" name="Google Shape;10024;p63"/>
            <p:cNvSpPr/>
            <p:nvPr/>
          </p:nvSpPr>
          <p:spPr>
            <a:xfrm>
              <a:off x="8135076" y="2507214"/>
              <a:ext cx="35215" cy="23161"/>
            </a:xfrm>
            <a:custGeom>
              <a:avLst/>
              <a:gdLst/>
              <a:ahLst/>
              <a:cxnLst/>
              <a:rect l="l" t="t" r="r" b="b"/>
              <a:pathLst>
                <a:path w="1341" h="882" extrusionOk="0">
                  <a:moveTo>
                    <a:pt x="10" y="1"/>
                  </a:moveTo>
                  <a:lnTo>
                    <a:pt x="10" y="661"/>
                  </a:lnTo>
                  <a:cubicBezTo>
                    <a:pt x="10" y="690"/>
                    <a:pt x="10" y="718"/>
                    <a:pt x="0" y="747"/>
                  </a:cubicBezTo>
                  <a:cubicBezTo>
                    <a:pt x="211" y="833"/>
                    <a:pt x="441" y="881"/>
                    <a:pt x="670" y="881"/>
                  </a:cubicBezTo>
                  <a:cubicBezTo>
                    <a:pt x="900" y="881"/>
                    <a:pt x="1130" y="833"/>
                    <a:pt x="1340" y="747"/>
                  </a:cubicBezTo>
                  <a:cubicBezTo>
                    <a:pt x="1340" y="718"/>
                    <a:pt x="1331" y="690"/>
                    <a:pt x="1331" y="661"/>
                  </a:cubicBezTo>
                  <a:lnTo>
                    <a:pt x="1331"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5" name="Google Shape;10025;p63"/>
            <p:cNvSpPr/>
            <p:nvPr/>
          </p:nvSpPr>
          <p:spPr>
            <a:xfrm>
              <a:off x="8100650" y="2537623"/>
              <a:ext cx="104068" cy="50551"/>
            </a:xfrm>
            <a:custGeom>
              <a:avLst/>
              <a:gdLst/>
              <a:ahLst/>
              <a:cxnLst/>
              <a:rect l="l" t="t" r="r" b="b"/>
              <a:pathLst>
                <a:path w="3963" h="1925" extrusionOk="0">
                  <a:moveTo>
                    <a:pt x="871" y="1"/>
                  </a:moveTo>
                  <a:lnTo>
                    <a:pt x="364" y="259"/>
                  </a:lnTo>
                  <a:cubicBezTo>
                    <a:pt x="144" y="364"/>
                    <a:pt x="0" y="594"/>
                    <a:pt x="0" y="843"/>
                  </a:cubicBezTo>
                  <a:lnTo>
                    <a:pt x="0" y="1704"/>
                  </a:lnTo>
                  <a:cubicBezTo>
                    <a:pt x="0" y="1828"/>
                    <a:pt x="96" y="1924"/>
                    <a:pt x="220" y="1924"/>
                  </a:cubicBezTo>
                  <a:lnTo>
                    <a:pt x="3742" y="1924"/>
                  </a:lnTo>
                  <a:cubicBezTo>
                    <a:pt x="3867" y="1924"/>
                    <a:pt x="3962" y="1828"/>
                    <a:pt x="3962" y="1704"/>
                  </a:cubicBezTo>
                  <a:lnTo>
                    <a:pt x="3962" y="843"/>
                  </a:lnTo>
                  <a:cubicBezTo>
                    <a:pt x="3962" y="594"/>
                    <a:pt x="3819" y="364"/>
                    <a:pt x="3599" y="259"/>
                  </a:cubicBezTo>
                  <a:lnTo>
                    <a:pt x="3092" y="1"/>
                  </a:lnTo>
                  <a:cubicBezTo>
                    <a:pt x="2833" y="407"/>
                    <a:pt x="2407" y="611"/>
                    <a:pt x="1981" y="611"/>
                  </a:cubicBezTo>
                  <a:cubicBezTo>
                    <a:pt x="1555" y="611"/>
                    <a:pt x="1130" y="407"/>
                    <a:pt x="87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6" name="Google Shape;10026;p63"/>
            <p:cNvSpPr/>
            <p:nvPr/>
          </p:nvSpPr>
          <p:spPr>
            <a:xfrm>
              <a:off x="8117981" y="2462047"/>
              <a:ext cx="69405" cy="56748"/>
            </a:xfrm>
            <a:custGeom>
              <a:avLst/>
              <a:gdLst/>
              <a:ahLst/>
              <a:cxnLst/>
              <a:rect l="l" t="t" r="r" b="b"/>
              <a:pathLst>
                <a:path w="2643" h="2161" extrusionOk="0">
                  <a:moveTo>
                    <a:pt x="1017" y="0"/>
                  </a:moveTo>
                  <a:cubicBezTo>
                    <a:pt x="932" y="0"/>
                    <a:pt x="855" y="51"/>
                    <a:pt x="824" y="122"/>
                  </a:cubicBezTo>
                  <a:cubicBezTo>
                    <a:pt x="747" y="275"/>
                    <a:pt x="642" y="409"/>
                    <a:pt x="517" y="524"/>
                  </a:cubicBezTo>
                  <a:cubicBezTo>
                    <a:pt x="403" y="630"/>
                    <a:pt x="269" y="716"/>
                    <a:pt x="135" y="783"/>
                  </a:cubicBezTo>
                  <a:cubicBezTo>
                    <a:pt x="48" y="831"/>
                    <a:pt x="1" y="917"/>
                    <a:pt x="10" y="1012"/>
                  </a:cubicBezTo>
                  <a:cubicBezTo>
                    <a:pt x="96" y="1673"/>
                    <a:pt x="661" y="2161"/>
                    <a:pt x="1321" y="2161"/>
                  </a:cubicBezTo>
                  <a:cubicBezTo>
                    <a:pt x="1327" y="2161"/>
                    <a:pt x="1333" y="2161"/>
                    <a:pt x="1340" y="2161"/>
                  </a:cubicBezTo>
                  <a:cubicBezTo>
                    <a:pt x="2020" y="2161"/>
                    <a:pt x="2585" y="1628"/>
                    <a:pt x="2642" y="945"/>
                  </a:cubicBezTo>
                  <a:cubicBezTo>
                    <a:pt x="2642" y="878"/>
                    <a:pt x="2613" y="811"/>
                    <a:pt x="2565" y="773"/>
                  </a:cubicBezTo>
                  <a:cubicBezTo>
                    <a:pt x="2125" y="409"/>
                    <a:pt x="1618" y="151"/>
                    <a:pt x="1073" y="8"/>
                  </a:cubicBezTo>
                  <a:cubicBezTo>
                    <a:pt x="1054" y="2"/>
                    <a:pt x="1035" y="0"/>
                    <a:pt x="101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7" name="Google Shape;10027;p63"/>
            <p:cNvSpPr/>
            <p:nvPr/>
          </p:nvSpPr>
          <p:spPr>
            <a:xfrm>
              <a:off x="8117981" y="2462020"/>
              <a:ext cx="69405" cy="56275"/>
            </a:xfrm>
            <a:custGeom>
              <a:avLst/>
              <a:gdLst/>
              <a:ahLst/>
              <a:cxnLst/>
              <a:rect l="l" t="t" r="r" b="b"/>
              <a:pathLst>
                <a:path w="2643" h="2143" extrusionOk="0">
                  <a:moveTo>
                    <a:pt x="1012" y="0"/>
                  </a:moveTo>
                  <a:cubicBezTo>
                    <a:pt x="929" y="0"/>
                    <a:pt x="855" y="46"/>
                    <a:pt x="824" y="123"/>
                  </a:cubicBezTo>
                  <a:cubicBezTo>
                    <a:pt x="766" y="229"/>
                    <a:pt x="699" y="334"/>
                    <a:pt x="623" y="420"/>
                  </a:cubicBezTo>
                  <a:cubicBezTo>
                    <a:pt x="584" y="449"/>
                    <a:pt x="556" y="487"/>
                    <a:pt x="517" y="516"/>
                  </a:cubicBezTo>
                  <a:cubicBezTo>
                    <a:pt x="403" y="621"/>
                    <a:pt x="269" y="707"/>
                    <a:pt x="135" y="784"/>
                  </a:cubicBezTo>
                  <a:cubicBezTo>
                    <a:pt x="48" y="822"/>
                    <a:pt x="1" y="918"/>
                    <a:pt x="10" y="1013"/>
                  </a:cubicBezTo>
                  <a:cubicBezTo>
                    <a:pt x="87" y="1597"/>
                    <a:pt x="537" y="2057"/>
                    <a:pt x="1120" y="2143"/>
                  </a:cubicBezTo>
                  <a:cubicBezTo>
                    <a:pt x="824" y="1961"/>
                    <a:pt x="642" y="1626"/>
                    <a:pt x="661" y="1281"/>
                  </a:cubicBezTo>
                  <a:lnTo>
                    <a:pt x="661" y="966"/>
                  </a:lnTo>
                  <a:cubicBezTo>
                    <a:pt x="709" y="927"/>
                    <a:pt x="757" y="889"/>
                    <a:pt x="814" y="851"/>
                  </a:cubicBezTo>
                  <a:cubicBezTo>
                    <a:pt x="929" y="736"/>
                    <a:pt x="1034" y="611"/>
                    <a:pt x="1120" y="477"/>
                  </a:cubicBezTo>
                  <a:cubicBezTo>
                    <a:pt x="1541" y="602"/>
                    <a:pt x="1934" y="822"/>
                    <a:pt x="2269" y="1100"/>
                  </a:cubicBezTo>
                  <a:cubicBezTo>
                    <a:pt x="2317" y="1138"/>
                    <a:pt x="2412" y="1233"/>
                    <a:pt x="2537" y="1348"/>
                  </a:cubicBezTo>
                  <a:cubicBezTo>
                    <a:pt x="2594" y="1214"/>
                    <a:pt x="2623" y="1080"/>
                    <a:pt x="2632" y="946"/>
                  </a:cubicBezTo>
                  <a:cubicBezTo>
                    <a:pt x="2642" y="879"/>
                    <a:pt x="2613" y="812"/>
                    <a:pt x="2565" y="774"/>
                  </a:cubicBezTo>
                  <a:cubicBezTo>
                    <a:pt x="2125" y="410"/>
                    <a:pt x="1618" y="142"/>
                    <a:pt x="1073" y="9"/>
                  </a:cubicBezTo>
                  <a:cubicBezTo>
                    <a:pt x="1052" y="3"/>
                    <a:pt x="1032" y="0"/>
                    <a:pt x="101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8" name="Google Shape;10028;p63"/>
            <p:cNvSpPr/>
            <p:nvPr/>
          </p:nvSpPr>
          <p:spPr>
            <a:xfrm>
              <a:off x="8100650" y="2549440"/>
              <a:ext cx="23135" cy="38733"/>
            </a:xfrm>
            <a:custGeom>
              <a:avLst/>
              <a:gdLst/>
              <a:ahLst/>
              <a:cxnLst/>
              <a:rect l="l" t="t" r="r" b="b"/>
              <a:pathLst>
                <a:path w="881" h="1475" extrusionOk="0">
                  <a:moveTo>
                    <a:pt x="134" y="0"/>
                  </a:moveTo>
                  <a:cubicBezTo>
                    <a:pt x="48" y="115"/>
                    <a:pt x="0" y="249"/>
                    <a:pt x="0" y="393"/>
                  </a:cubicBezTo>
                  <a:lnTo>
                    <a:pt x="0" y="1254"/>
                  </a:lnTo>
                  <a:cubicBezTo>
                    <a:pt x="0" y="1378"/>
                    <a:pt x="96" y="1474"/>
                    <a:pt x="220" y="1474"/>
                  </a:cubicBezTo>
                  <a:lnTo>
                    <a:pt x="881" y="1474"/>
                  </a:lnTo>
                  <a:lnTo>
                    <a:pt x="881" y="804"/>
                  </a:lnTo>
                  <a:cubicBezTo>
                    <a:pt x="881" y="670"/>
                    <a:pt x="823" y="546"/>
                    <a:pt x="718" y="469"/>
                  </a:cubicBezTo>
                  <a:lnTo>
                    <a:pt x="134"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9" name="Google Shape;10029;p63"/>
            <p:cNvSpPr/>
            <p:nvPr/>
          </p:nvSpPr>
          <p:spPr>
            <a:xfrm>
              <a:off x="8181557" y="2549440"/>
              <a:ext cx="23161" cy="38733"/>
            </a:xfrm>
            <a:custGeom>
              <a:avLst/>
              <a:gdLst/>
              <a:ahLst/>
              <a:cxnLst/>
              <a:rect l="l" t="t" r="r" b="b"/>
              <a:pathLst>
                <a:path w="882" h="1475" extrusionOk="0">
                  <a:moveTo>
                    <a:pt x="747" y="0"/>
                  </a:moveTo>
                  <a:lnTo>
                    <a:pt x="164" y="469"/>
                  </a:lnTo>
                  <a:cubicBezTo>
                    <a:pt x="58" y="546"/>
                    <a:pt x="1" y="670"/>
                    <a:pt x="1" y="804"/>
                  </a:cubicBezTo>
                  <a:lnTo>
                    <a:pt x="1" y="1474"/>
                  </a:lnTo>
                  <a:lnTo>
                    <a:pt x="661" y="1474"/>
                  </a:lnTo>
                  <a:cubicBezTo>
                    <a:pt x="786" y="1474"/>
                    <a:pt x="881" y="1378"/>
                    <a:pt x="881" y="1254"/>
                  </a:cubicBezTo>
                  <a:lnTo>
                    <a:pt x="881" y="393"/>
                  </a:lnTo>
                  <a:cubicBezTo>
                    <a:pt x="881" y="249"/>
                    <a:pt x="834" y="115"/>
                    <a:pt x="7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0" name="Google Shape;10030;p63"/>
            <p:cNvSpPr/>
            <p:nvPr/>
          </p:nvSpPr>
          <p:spPr>
            <a:xfrm>
              <a:off x="8082136" y="2607869"/>
              <a:ext cx="144351" cy="115728"/>
            </a:xfrm>
            <a:custGeom>
              <a:avLst/>
              <a:gdLst/>
              <a:ahLst/>
              <a:cxnLst/>
              <a:rect l="l" t="t" r="r" b="b"/>
              <a:pathLst>
                <a:path w="5497" h="4407" extrusionOk="0">
                  <a:moveTo>
                    <a:pt x="2744" y="0"/>
                  </a:moveTo>
                  <a:cubicBezTo>
                    <a:pt x="2634" y="0"/>
                    <a:pt x="2524" y="72"/>
                    <a:pt x="2524" y="216"/>
                  </a:cubicBezTo>
                  <a:lnTo>
                    <a:pt x="2524" y="2522"/>
                  </a:lnTo>
                  <a:lnTo>
                    <a:pt x="208" y="3996"/>
                  </a:lnTo>
                  <a:cubicBezTo>
                    <a:pt x="1" y="4131"/>
                    <a:pt x="132" y="4406"/>
                    <a:pt x="325" y="4406"/>
                  </a:cubicBezTo>
                  <a:cubicBezTo>
                    <a:pt x="364" y="4406"/>
                    <a:pt x="405" y="4395"/>
                    <a:pt x="447" y="4369"/>
                  </a:cubicBezTo>
                  <a:lnTo>
                    <a:pt x="2753" y="2905"/>
                  </a:lnTo>
                  <a:lnTo>
                    <a:pt x="5050" y="4369"/>
                  </a:lnTo>
                  <a:cubicBezTo>
                    <a:pt x="5092" y="4395"/>
                    <a:pt x="5133" y="4406"/>
                    <a:pt x="5172" y="4406"/>
                  </a:cubicBezTo>
                  <a:cubicBezTo>
                    <a:pt x="5366" y="4406"/>
                    <a:pt x="5497" y="4131"/>
                    <a:pt x="5289" y="3996"/>
                  </a:cubicBezTo>
                  <a:lnTo>
                    <a:pt x="5280" y="3996"/>
                  </a:lnTo>
                  <a:lnTo>
                    <a:pt x="2964" y="2522"/>
                  </a:lnTo>
                  <a:lnTo>
                    <a:pt x="2964" y="216"/>
                  </a:lnTo>
                  <a:cubicBezTo>
                    <a:pt x="2964" y="72"/>
                    <a:pt x="2854" y="0"/>
                    <a:pt x="274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31" name="Google Shape;10031;p63"/>
          <p:cNvGrpSpPr/>
          <p:nvPr/>
        </p:nvGrpSpPr>
        <p:grpSpPr>
          <a:xfrm>
            <a:off x="4881445" y="4138840"/>
            <a:ext cx="346343" cy="343953"/>
            <a:chOff x="4886058" y="4291240"/>
            <a:chExt cx="346343" cy="343953"/>
          </a:xfrm>
        </p:grpSpPr>
        <p:sp>
          <p:nvSpPr>
            <p:cNvPr id="10032" name="Google Shape;10032;p63"/>
            <p:cNvSpPr/>
            <p:nvPr/>
          </p:nvSpPr>
          <p:spPr>
            <a:xfrm>
              <a:off x="5133611" y="4474508"/>
              <a:ext cx="40493" cy="39994"/>
            </a:xfrm>
            <a:custGeom>
              <a:avLst/>
              <a:gdLst/>
              <a:ahLst/>
              <a:cxnLst/>
              <a:rect l="l" t="t" r="r" b="b"/>
              <a:pathLst>
                <a:path w="1542" h="1523" extrusionOk="0">
                  <a:moveTo>
                    <a:pt x="0" y="1"/>
                  </a:moveTo>
                  <a:lnTo>
                    <a:pt x="977" y="1522"/>
                  </a:lnTo>
                  <a:lnTo>
                    <a:pt x="1541" y="1522"/>
                  </a:lnTo>
                  <a:cubicBezTo>
                    <a:pt x="1532" y="680"/>
                    <a:pt x="843" y="1"/>
                    <a:pt x="0" y="1"/>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3" name="Google Shape;10033;p63"/>
            <p:cNvSpPr/>
            <p:nvPr/>
          </p:nvSpPr>
          <p:spPr>
            <a:xfrm>
              <a:off x="5093407" y="4474508"/>
              <a:ext cx="66123" cy="39994"/>
            </a:xfrm>
            <a:custGeom>
              <a:avLst/>
              <a:gdLst/>
              <a:ahLst/>
              <a:cxnLst/>
              <a:rect l="l" t="t" r="r" b="b"/>
              <a:pathLst>
                <a:path w="2518" h="1523" extrusionOk="0">
                  <a:moveTo>
                    <a:pt x="1531" y="1"/>
                  </a:moveTo>
                  <a:cubicBezTo>
                    <a:pt x="689" y="1"/>
                    <a:pt x="10" y="680"/>
                    <a:pt x="0" y="1522"/>
                  </a:cubicBezTo>
                  <a:lnTo>
                    <a:pt x="2517" y="1522"/>
                  </a:lnTo>
                  <a:cubicBezTo>
                    <a:pt x="2508" y="680"/>
                    <a:pt x="2067" y="1"/>
                    <a:pt x="1531" y="1"/>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4" name="Google Shape;10034;p63"/>
            <p:cNvSpPr/>
            <p:nvPr/>
          </p:nvSpPr>
          <p:spPr>
            <a:xfrm>
              <a:off x="5133112" y="4408674"/>
              <a:ext cx="22137" cy="43986"/>
            </a:xfrm>
            <a:custGeom>
              <a:avLst/>
              <a:gdLst/>
              <a:ahLst/>
              <a:cxnLst/>
              <a:rect l="l" t="t" r="r" b="b"/>
              <a:pathLst>
                <a:path w="843" h="1675" extrusionOk="0">
                  <a:moveTo>
                    <a:pt x="0" y="0"/>
                  </a:moveTo>
                  <a:lnTo>
                    <a:pt x="0" y="1675"/>
                  </a:lnTo>
                  <a:cubicBezTo>
                    <a:pt x="469" y="1675"/>
                    <a:pt x="842" y="1302"/>
                    <a:pt x="842" y="842"/>
                  </a:cubicBezTo>
                  <a:cubicBezTo>
                    <a:pt x="842" y="373"/>
                    <a:pt x="469" y="0"/>
                    <a:pt x="0"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5" name="Google Shape;10035;p63"/>
            <p:cNvSpPr/>
            <p:nvPr/>
          </p:nvSpPr>
          <p:spPr>
            <a:xfrm>
              <a:off x="4985084" y="4474508"/>
              <a:ext cx="40493" cy="39994"/>
            </a:xfrm>
            <a:custGeom>
              <a:avLst/>
              <a:gdLst/>
              <a:ahLst/>
              <a:cxnLst/>
              <a:rect l="l" t="t" r="r" b="b"/>
              <a:pathLst>
                <a:path w="1542" h="1523" extrusionOk="0">
                  <a:moveTo>
                    <a:pt x="0" y="1"/>
                  </a:moveTo>
                  <a:lnTo>
                    <a:pt x="976" y="1522"/>
                  </a:lnTo>
                  <a:lnTo>
                    <a:pt x="1541" y="1522"/>
                  </a:lnTo>
                  <a:cubicBezTo>
                    <a:pt x="1532" y="680"/>
                    <a:pt x="842" y="1"/>
                    <a:pt x="0" y="1"/>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6" name="Google Shape;10036;p63"/>
            <p:cNvSpPr/>
            <p:nvPr/>
          </p:nvSpPr>
          <p:spPr>
            <a:xfrm>
              <a:off x="4944880" y="4474508"/>
              <a:ext cx="66123" cy="39994"/>
            </a:xfrm>
            <a:custGeom>
              <a:avLst/>
              <a:gdLst/>
              <a:ahLst/>
              <a:cxnLst/>
              <a:rect l="l" t="t" r="r" b="b"/>
              <a:pathLst>
                <a:path w="2518" h="1523" extrusionOk="0">
                  <a:moveTo>
                    <a:pt x="1531" y="1"/>
                  </a:moveTo>
                  <a:cubicBezTo>
                    <a:pt x="689" y="1"/>
                    <a:pt x="10" y="680"/>
                    <a:pt x="0" y="1522"/>
                  </a:cubicBezTo>
                  <a:lnTo>
                    <a:pt x="2517" y="1522"/>
                  </a:lnTo>
                  <a:cubicBezTo>
                    <a:pt x="2507" y="680"/>
                    <a:pt x="2067" y="1"/>
                    <a:pt x="1531" y="1"/>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7" name="Google Shape;10037;p63"/>
            <p:cNvSpPr/>
            <p:nvPr/>
          </p:nvSpPr>
          <p:spPr>
            <a:xfrm>
              <a:off x="4984585" y="4408674"/>
              <a:ext cx="22137" cy="43986"/>
            </a:xfrm>
            <a:custGeom>
              <a:avLst/>
              <a:gdLst/>
              <a:ahLst/>
              <a:cxnLst/>
              <a:rect l="l" t="t" r="r" b="b"/>
              <a:pathLst>
                <a:path w="843" h="1675" extrusionOk="0">
                  <a:moveTo>
                    <a:pt x="0" y="0"/>
                  </a:moveTo>
                  <a:lnTo>
                    <a:pt x="0" y="1675"/>
                  </a:lnTo>
                  <a:cubicBezTo>
                    <a:pt x="469" y="1675"/>
                    <a:pt x="842" y="1302"/>
                    <a:pt x="842" y="842"/>
                  </a:cubicBezTo>
                  <a:cubicBezTo>
                    <a:pt x="842" y="373"/>
                    <a:pt x="469" y="0"/>
                    <a:pt x="0"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8" name="Google Shape;10038;p63"/>
            <p:cNvSpPr/>
            <p:nvPr/>
          </p:nvSpPr>
          <p:spPr>
            <a:xfrm>
              <a:off x="5059479" y="4476530"/>
              <a:ext cx="54043" cy="54043"/>
            </a:xfrm>
            <a:custGeom>
              <a:avLst/>
              <a:gdLst/>
              <a:ahLst/>
              <a:cxnLst/>
              <a:rect l="l" t="t" r="r" b="b"/>
              <a:pathLst>
                <a:path w="2058" h="2058" extrusionOk="0">
                  <a:moveTo>
                    <a:pt x="0" y="0"/>
                  </a:moveTo>
                  <a:lnTo>
                    <a:pt x="1225" y="2058"/>
                  </a:lnTo>
                  <a:lnTo>
                    <a:pt x="2058" y="2058"/>
                  </a:lnTo>
                  <a:cubicBezTo>
                    <a:pt x="2058" y="919"/>
                    <a:pt x="1139" y="0"/>
                    <a:pt x="0"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9" name="Google Shape;10039;p63"/>
            <p:cNvSpPr/>
            <p:nvPr/>
          </p:nvSpPr>
          <p:spPr>
            <a:xfrm>
              <a:off x="5005436" y="4476530"/>
              <a:ext cx="86238" cy="54043"/>
            </a:xfrm>
            <a:custGeom>
              <a:avLst/>
              <a:gdLst/>
              <a:ahLst/>
              <a:cxnLst/>
              <a:rect l="l" t="t" r="r" b="b"/>
              <a:pathLst>
                <a:path w="3284" h="2058" extrusionOk="0">
                  <a:moveTo>
                    <a:pt x="2058" y="0"/>
                  </a:moveTo>
                  <a:cubicBezTo>
                    <a:pt x="919" y="0"/>
                    <a:pt x="0" y="919"/>
                    <a:pt x="0" y="2058"/>
                  </a:cubicBezTo>
                  <a:lnTo>
                    <a:pt x="3283" y="2058"/>
                  </a:lnTo>
                  <a:cubicBezTo>
                    <a:pt x="3283" y="928"/>
                    <a:pt x="2728" y="0"/>
                    <a:pt x="20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0" name="Google Shape;10040;p63"/>
            <p:cNvSpPr/>
            <p:nvPr/>
          </p:nvSpPr>
          <p:spPr>
            <a:xfrm>
              <a:off x="5059715" y="4394835"/>
              <a:ext cx="29936" cy="59847"/>
            </a:xfrm>
            <a:custGeom>
              <a:avLst/>
              <a:gdLst/>
              <a:ahLst/>
              <a:cxnLst/>
              <a:rect l="l" t="t" r="r" b="b"/>
              <a:pathLst>
                <a:path w="1140" h="2279" extrusionOk="0">
                  <a:moveTo>
                    <a:pt x="1" y="1"/>
                  </a:moveTo>
                  <a:lnTo>
                    <a:pt x="1" y="2278"/>
                  </a:lnTo>
                  <a:cubicBezTo>
                    <a:pt x="632" y="2278"/>
                    <a:pt x="1140" y="1771"/>
                    <a:pt x="1140" y="1140"/>
                  </a:cubicBezTo>
                  <a:cubicBezTo>
                    <a:pt x="1140" y="518"/>
                    <a:pt x="632" y="1"/>
                    <a:pt x="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1" name="Google Shape;10041;p63"/>
            <p:cNvSpPr/>
            <p:nvPr/>
          </p:nvSpPr>
          <p:spPr>
            <a:xfrm>
              <a:off x="5029070" y="4394835"/>
              <a:ext cx="45509" cy="59847"/>
            </a:xfrm>
            <a:custGeom>
              <a:avLst/>
              <a:gdLst/>
              <a:ahLst/>
              <a:cxnLst/>
              <a:rect l="l" t="t" r="r" b="b"/>
              <a:pathLst>
                <a:path w="1733" h="2279" extrusionOk="0">
                  <a:moveTo>
                    <a:pt x="1139" y="1"/>
                  </a:moveTo>
                  <a:cubicBezTo>
                    <a:pt x="517" y="1"/>
                    <a:pt x="0" y="518"/>
                    <a:pt x="0" y="1140"/>
                  </a:cubicBezTo>
                  <a:cubicBezTo>
                    <a:pt x="0" y="1771"/>
                    <a:pt x="517" y="2278"/>
                    <a:pt x="1139" y="2278"/>
                  </a:cubicBezTo>
                  <a:lnTo>
                    <a:pt x="1168" y="2278"/>
                  </a:lnTo>
                  <a:cubicBezTo>
                    <a:pt x="1483" y="2259"/>
                    <a:pt x="1732" y="1762"/>
                    <a:pt x="1732" y="1140"/>
                  </a:cubicBezTo>
                  <a:cubicBezTo>
                    <a:pt x="1732" y="527"/>
                    <a:pt x="1483" y="20"/>
                    <a:pt x="1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2" name="Google Shape;10042;p63"/>
            <p:cNvSpPr/>
            <p:nvPr/>
          </p:nvSpPr>
          <p:spPr>
            <a:xfrm>
              <a:off x="4962711" y="4408674"/>
              <a:ext cx="29175" cy="43986"/>
            </a:xfrm>
            <a:custGeom>
              <a:avLst/>
              <a:gdLst/>
              <a:ahLst/>
              <a:cxnLst/>
              <a:rect l="l" t="t" r="r" b="b"/>
              <a:pathLst>
                <a:path w="1111" h="1675" extrusionOk="0">
                  <a:moveTo>
                    <a:pt x="833" y="0"/>
                  </a:moveTo>
                  <a:cubicBezTo>
                    <a:pt x="374" y="0"/>
                    <a:pt x="1" y="373"/>
                    <a:pt x="1" y="842"/>
                  </a:cubicBezTo>
                  <a:cubicBezTo>
                    <a:pt x="1" y="1302"/>
                    <a:pt x="374" y="1675"/>
                    <a:pt x="833" y="1675"/>
                  </a:cubicBezTo>
                  <a:cubicBezTo>
                    <a:pt x="996" y="1675"/>
                    <a:pt x="1111" y="1302"/>
                    <a:pt x="1111" y="842"/>
                  </a:cubicBezTo>
                  <a:cubicBezTo>
                    <a:pt x="1111" y="373"/>
                    <a:pt x="986" y="0"/>
                    <a:pt x="83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3" name="Google Shape;10043;p63"/>
            <p:cNvSpPr/>
            <p:nvPr/>
          </p:nvSpPr>
          <p:spPr>
            <a:xfrm>
              <a:off x="5111237" y="4408674"/>
              <a:ext cx="29175" cy="43986"/>
            </a:xfrm>
            <a:custGeom>
              <a:avLst/>
              <a:gdLst/>
              <a:ahLst/>
              <a:cxnLst/>
              <a:rect l="l" t="t" r="r" b="b"/>
              <a:pathLst>
                <a:path w="1111" h="1675" extrusionOk="0">
                  <a:moveTo>
                    <a:pt x="833" y="0"/>
                  </a:moveTo>
                  <a:cubicBezTo>
                    <a:pt x="374" y="0"/>
                    <a:pt x="1" y="373"/>
                    <a:pt x="1" y="842"/>
                  </a:cubicBezTo>
                  <a:cubicBezTo>
                    <a:pt x="1" y="1302"/>
                    <a:pt x="374" y="1675"/>
                    <a:pt x="833" y="1675"/>
                  </a:cubicBezTo>
                  <a:cubicBezTo>
                    <a:pt x="996" y="1675"/>
                    <a:pt x="1111" y="1302"/>
                    <a:pt x="1111" y="842"/>
                  </a:cubicBezTo>
                  <a:cubicBezTo>
                    <a:pt x="1111" y="373"/>
                    <a:pt x="986" y="0"/>
                    <a:pt x="83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4" name="Google Shape;10044;p63"/>
            <p:cNvSpPr/>
            <p:nvPr/>
          </p:nvSpPr>
          <p:spPr>
            <a:xfrm>
              <a:off x="4886058" y="4291240"/>
              <a:ext cx="346343" cy="343953"/>
            </a:xfrm>
            <a:custGeom>
              <a:avLst/>
              <a:gdLst/>
              <a:ahLst/>
              <a:cxnLst/>
              <a:rect l="l" t="t" r="r" b="b"/>
              <a:pathLst>
                <a:path w="13189" h="13098" extrusionOk="0">
                  <a:moveTo>
                    <a:pt x="6815" y="1123"/>
                  </a:moveTo>
                  <a:cubicBezTo>
                    <a:pt x="9638" y="1237"/>
                    <a:pt x="11896" y="3506"/>
                    <a:pt x="12011" y="6329"/>
                  </a:cubicBezTo>
                  <a:lnTo>
                    <a:pt x="11514" y="6329"/>
                  </a:lnTo>
                  <a:cubicBezTo>
                    <a:pt x="11505" y="6328"/>
                    <a:pt x="11496" y="6327"/>
                    <a:pt x="11488" y="6327"/>
                  </a:cubicBezTo>
                  <a:cubicBezTo>
                    <a:pt x="11223" y="6327"/>
                    <a:pt x="11226" y="6750"/>
                    <a:pt x="11496" y="6750"/>
                  </a:cubicBezTo>
                  <a:cubicBezTo>
                    <a:pt x="11502" y="6750"/>
                    <a:pt x="11508" y="6750"/>
                    <a:pt x="11514" y="6750"/>
                  </a:cubicBezTo>
                  <a:lnTo>
                    <a:pt x="12011" y="6750"/>
                  </a:lnTo>
                  <a:cubicBezTo>
                    <a:pt x="11896" y="9573"/>
                    <a:pt x="9638" y="11832"/>
                    <a:pt x="6815" y="11946"/>
                  </a:cubicBezTo>
                  <a:lnTo>
                    <a:pt x="6805" y="11946"/>
                  </a:lnTo>
                  <a:lnTo>
                    <a:pt x="6805" y="11449"/>
                  </a:lnTo>
                  <a:cubicBezTo>
                    <a:pt x="6819" y="11300"/>
                    <a:pt x="6709" y="11226"/>
                    <a:pt x="6599" y="11226"/>
                  </a:cubicBezTo>
                  <a:cubicBezTo>
                    <a:pt x="6489" y="11226"/>
                    <a:pt x="6379" y="11300"/>
                    <a:pt x="6394" y="11449"/>
                  </a:cubicBezTo>
                  <a:lnTo>
                    <a:pt x="6394" y="11946"/>
                  </a:lnTo>
                  <a:cubicBezTo>
                    <a:pt x="3561" y="11832"/>
                    <a:pt x="1302" y="9573"/>
                    <a:pt x="1187" y="6750"/>
                  </a:cubicBezTo>
                  <a:lnTo>
                    <a:pt x="1695" y="6750"/>
                  </a:lnTo>
                  <a:cubicBezTo>
                    <a:pt x="1943" y="6721"/>
                    <a:pt x="1943" y="6348"/>
                    <a:pt x="1695" y="6329"/>
                  </a:cubicBezTo>
                  <a:lnTo>
                    <a:pt x="1187" y="6329"/>
                  </a:lnTo>
                  <a:cubicBezTo>
                    <a:pt x="1302" y="3506"/>
                    <a:pt x="3570" y="1237"/>
                    <a:pt x="6394" y="1123"/>
                  </a:cubicBezTo>
                  <a:lnTo>
                    <a:pt x="6394" y="1620"/>
                  </a:lnTo>
                  <a:cubicBezTo>
                    <a:pt x="6403" y="1749"/>
                    <a:pt x="6501" y="1814"/>
                    <a:pt x="6601" y="1814"/>
                  </a:cubicBezTo>
                  <a:cubicBezTo>
                    <a:pt x="6700" y="1814"/>
                    <a:pt x="6800" y="1749"/>
                    <a:pt x="6815" y="1620"/>
                  </a:cubicBezTo>
                  <a:lnTo>
                    <a:pt x="6815" y="1123"/>
                  </a:lnTo>
                  <a:close/>
                  <a:moveTo>
                    <a:pt x="6595" y="0"/>
                  </a:moveTo>
                  <a:cubicBezTo>
                    <a:pt x="6494" y="0"/>
                    <a:pt x="6394" y="65"/>
                    <a:pt x="6384" y="194"/>
                  </a:cubicBezTo>
                  <a:lnTo>
                    <a:pt x="6384" y="701"/>
                  </a:lnTo>
                  <a:cubicBezTo>
                    <a:pt x="3331" y="816"/>
                    <a:pt x="881" y="3266"/>
                    <a:pt x="766" y="6329"/>
                  </a:cubicBezTo>
                  <a:lnTo>
                    <a:pt x="259" y="6329"/>
                  </a:lnTo>
                  <a:cubicBezTo>
                    <a:pt x="1" y="6348"/>
                    <a:pt x="1" y="6721"/>
                    <a:pt x="259" y="6740"/>
                  </a:cubicBezTo>
                  <a:lnTo>
                    <a:pt x="766" y="6740"/>
                  </a:lnTo>
                  <a:cubicBezTo>
                    <a:pt x="881" y="9803"/>
                    <a:pt x="3331" y="12253"/>
                    <a:pt x="6384" y="12368"/>
                  </a:cubicBezTo>
                  <a:lnTo>
                    <a:pt x="6384" y="12875"/>
                  </a:lnTo>
                  <a:cubicBezTo>
                    <a:pt x="6374" y="13023"/>
                    <a:pt x="6484" y="13097"/>
                    <a:pt x="6595" y="13097"/>
                  </a:cubicBezTo>
                  <a:cubicBezTo>
                    <a:pt x="6705" y="13097"/>
                    <a:pt x="6815" y="13023"/>
                    <a:pt x="6805" y="12875"/>
                  </a:cubicBezTo>
                  <a:lnTo>
                    <a:pt x="6805" y="12368"/>
                  </a:lnTo>
                  <a:cubicBezTo>
                    <a:pt x="9858" y="12253"/>
                    <a:pt x="12318" y="9803"/>
                    <a:pt x="12432" y="6740"/>
                  </a:cubicBezTo>
                  <a:lnTo>
                    <a:pt x="12940" y="6740"/>
                  </a:lnTo>
                  <a:cubicBezTo>
                    <a:pt x="13188" y="6721"/>
                    <a:pt x="13188" y="6348"/>
                    <a:pt x="12940" y="6329"/>
                  </a:cubicBezTo>
                  <a:lnTo>
                    <a:pt x="12432" y="6329"/>
                  </a:lnTo>
                  <a:cubicBezTo>
                    <a:pt x="12318" y="3266"/>
                    <a:pt x="9858" y="816"/>
                    <a:pt x="6805" y="701"/>
                  </a:cubicBezTo>
                  <a:lnTo>
                    <a:pt x="6805" y="194"/>
                  </a:lnTo>
                  <a:cubicBezTo>
                    <a:pt x="6795" y="65"/>
                    <a:pt x="6695" y="0"/>
                    <a:pt x="6595"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45" name="Google Shape;10045;p63"/>
          <p:cNvGrpSpPr/>
          <p:nvPr/>
        </p:nvGrpSpPr>
        <p:grpSpPr>
          <a:xfrm>
            <a:off x="5339604" y="4138656"/>
            <a:ext cx="304616" cy="343560"/>
            <a:chOff x="5344216" y="4291056"/>
            <a:chExt cx="304616" cy="343560"/>
          </a:xfrm>
        </p:grpSpPr>
        <p:sp>
          <p:nvSpPr>
            <p:cNvPr id="10046" name="Google Shape;10046;p63"/>
            <p:cNvSpPr/>
            <p:nvPr/>
          </p:nvSpPr>
          <p:spPr>
            <a:xfrm>
              <a:off x="5344216" y="4297148"/>
              <a:ext cx="251334" cy="247264"/>
            </a:xfrm>
            <a:custGeom>
              <a:avLst/>
              <a:gdLst/>
              <a:ahLst/>
              <a:cxnLst/>
              <a:rect l="l" t="t" r="r" b="b"/>
              <a:pathLst>
                <a:path w="9571" h="9416" extrusionOk="0">
                  <a:moveTo>
                    <a:pt x="9280" y="0"/>
                  </a:moveTo>
                  <a:cubicBezTo>
                    <a:pt x="9234" y="0"/>
                    <a:pt x="9185" y="17"/>
                    <a:pt x="9140" y="55"/>
                  </a:cubicBezTo>
                  <a:lnTo>
                    <a:pt x="144" y="9051"/>
                  </a:lnTo>
                  <a:cubicBezTo>
                    <a:pt x="0" y="9185"/>
                    <a:pt x="96" y="9415"/>
                    <a:pt x="287" y="9415"/>
                  </a:cubicBezTo>
                  <a:cubicBezTo>
                    <a:pt x="345" y="9415"/>
                    <a:pt x="393" y="9386"/>
                    <a:pt x="431" y="9348"/>
                  </a:cubicBezTo>
                  <a:lnTo>
                    <a:pt x="9437" y="352"/>
                  </a:lnTo>
                  <a:cubicBezTo>
                    <a:pt x="9570" y="196"/>
                    <a:pt x="9439" y="0"/>
                    <a:pt x="928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7" name="Google Shape;10047;p63"/>
            <p:cNvSpPr/>
            <p:nvPr/>
          </p:nvSpPr>
          <p:spPr>
            <a:xfrm>
              <a:off x="5544501" y="4291056"/>
              <a:ext cx="55330" cy="53807"/>
            </a:xfrm>
            <a:custGeom>
              <a:avLst/>
              <a:gdLst/>
              <a:ahLst/>
              <a:cxnLst/>
              <a:rect l="l" t="t" r="r" b="b"/>
              <a:pathLst>
                <a:path w="2107" h="2049" extrusionOk="0">
                  <a:moveTo>
                    <a:pt x="259" y="0"/>
                  </a:moveTo>
                  <a:cubicBezTo>
                    <a:pt x="1" y="19"/>
                    <a:pt x="1" y="393"/>
                    <a:pt x="259" y="412"/>
                  </a:cubicBezTo>
                  <a:lnTo>
                    <a:pt x="1685" y="412"/>
                  </a:lnTo>
                  <a:lnTo>
                    <a:pt x="1685" y="1838"/>
                  </a:lnTo>
                  <a:cubicBezTo>
                    <a:pt x="1685" y="1953"/>
                    <a:pt x="1781" y="2048"/>
                    <a:pt x="1896" y="2048"/>
                  </a:cubicBezTo>
                  <a:cubicBezTo>
                    <a:pt x="2011" y="2048"/>
                    <a:pt x="2097" y="1953"/>
                    <a:pt x="2106" y="1838"/>
                  </a:cubicBezTo>
                  <a:lnTo>
                    <a:pt x="2106" y="201"/>
                  </a:lnTo>
                  <a:cubicBezTo>
                    <a:pt x="2106" y="86"/>
                    <a:pt x="2011" y="0"/>
                    <a:pt x="189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8" name="Google Shape;10048;p63"/>
            <p:cNvSpPr/>
            <p:nvPr/>
          </p:nvSpPr>
          <p:spPr>
            <a:xfrm>
              <a:off x="5349494" y="4566497"/>
              <a:ext cx="102309" cy="68118"/>
            </a:xfrm>
            <a:custGeom>
              <a:avLst/>
              <a:gdLst/>
              <a:ahLst/>
              <a:cxnLst/>
              <a:rect l="l" t="t" r="r" b="b"/>
              <a:pathLst>
                <a:path w="3896" h="2594" extrusionOk="0">
                  <a:moveTo>
                    <a:pt x="316" y="0"/>
                  </a:moveTo>
                  <a:cubicBezTo>
                    <a:pt x="48" y="10"/>
                    <a:pt x="10" y="144"/>
                    <a:pt x="0" y="201"/>
                  </a:cubicBezTo>
                  <a:lnTo>
                    <a:pt x="0" y="2594"/>
                  </a:lnTo>
                  <a:lnTo>
                    <a:pt x="3895" y="2594"/>
                  </a:lnTo>
                  <a:lnTo>
                    <a:pt x="3895"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49" name="Google Shape;10049;p63"/>
            <p:cNvSpPr/>
            <p:nvPr/>
          </p:nvSpPr>
          <p:spPr>
            <a:xfrm>
              <a:off x="5447996" y="4480784"/>
              <a:ext cx="102309" cy="153831"/>
            </a:xfrm>
            <a:custGeom>
              <a:avLst/>
              <a:gdLst/>
              <a:ahLst/>
              <a:cxnLst/>
              <a:rect l="l" t="t" r="r" b="b"/>
              <a:pathLst>
                <a:path w="3896" h="5858" extrusionOk="0">
                  <a:moveTo>
                    <a:pt x="297" y="1"/>
                  </a:moveTo>
                  <a:cubicBezTo>
                    <a:pt x="58" y="10"/>
                    <a:pt x="10" y="125"/>
                    <a:pt x="1" y="183"/>
                  </a:cubicBezTo>
                  <a:lnTo>
                    <a:pt x="1" y="5858"/>
                  </a:lnTo>
                  <a:lnTo>
                    <a:pt x="3896" y="5858"/>
                  </a:lnTo>
                  <a:lnTo>
                    <a:pt x="3896"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0" name="Google Shape;10050;p63"/>
            <p:cNvSpPr/>
            <p:nvPr/>
          </p:nvSpPr>
          <p:spPr>
            <a:xfrm>
              <a:off x="5546523" y="4388297"/>
              <a:ext cx="102309" cy="246319"/>
            </a:xfrm>
            <a:custGeom>
              <a:avLst/>
              <a:gdLst/>
              <a:ahLst/>
              <a:cxnLst/>
              <a:rect l="l" t="t" r="r" b="b"/>
              <a:pathLst>
                <a:path w="3896" h="9380" extrusionOk="0">
                  <a:moveTo>
                    <a:pt x="335" y="1"/>
                  </a:moveTo>
                  <a:cubicBezTo>
                    <a:pt x="39" y="1"/>
                    <a:pt x="10" y="154"/>
                    <a:pt x="0" y="211"/>
                  </a:cubicBezTo>
                  <a:lnTo>
                    <a:pt x="0" y="9380"/>
                  </a:lnTo>
                  <a:lnTo>
                    <a:pt x="3895" y="9380"/>
                  </a:lnTo>
                  <a:lnTo>
                    <a:pt x="3895" y="192"/>
                  </a:lnTo>
                  <a:cubicBezTo>
                    <a:pt x="3886" y="125"/>
                    <a:pt x="3828" y="1"/>
                    <a:pt x="3560" y="1"/>
                  </a:cubicBez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1" name="Google Shape;10051;p63"/>
            <p:cNvSpPr/>
            <p:nvPr/>
          </p:nvSpPr>
          <p:spPr>
            <a:xfrm>
              <a:off x="5349731" y="4566497"/>
              <a:ext cx="8587" cy="68118"/>
            </a:xfrm>
            <a:custGeom>
              <a:avLst/>
              <a:gdLst/>
              <a:ahLst/>
              <a:cxnLst/>
              <a:rect l="l" t="t" r="r" b="b"/>
              <a:pathLst>
                <a:path w="327" h="2594" extrusionOk="0">
                  <a:moveTo>
                    <a:pt x="307" y="0"/>
                  </a:moveTo>
                  <a:cubicBezTo>
                    <a:pt x="39" y="10"/>
                    <a:pt x="1" y="144"/>
                    <a:pt x="1" y="201"/>
                  </a:cubicBezTo>
                  <a:lnTo>
                    <a:pt x="1" y="2594"/>
                  </a:lnTo>
                  <a:lnTo>
                    <a:pt x="326" y="2594"/>
                  </a:lnTo>
                  <a:lnTo>
                    <a:pt x="326"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2" name="Google Shape;10052;p63"/>
            <p:cNvSpPr/>
            <p:nvPr/>
          </p:nvSpPr>
          <p:spPr>
            <a:xfrm>
              <a:off x="5447996" y="4480784"/>
              <a:ext cx="8823" cy="153831"/>
            </a:xfrm>
            <a:custGeom>
              <a:avLst/>
              <a:gdLst/>
              <a:ahLst/>
              <a:cxnLst/>
              <a:rect l="l" t="t" r="r" b="b"/>
              <a:pathLst>
                <a:path w="336" h="5858" extrusionOk="0">
                  <a:moveTo>
                    <a:pt x="297" y="1"/>
                  </a:moveTo>
                  <a:cubicBezTo>
                    <a:pt x="58" y="20"/>
                    <a:pt x="10" y="135"/>
                    <a:pt x="1" y="183"/>
                  </a:cubicBezTo>
                  <a:lnTo>
                    <a:pt x="1" y="5858"/>
                  </a:lnTo>
                  <a:lnTo>
                    <a:pt x="336" y="5858"/>
                  </a:lnTo>
                  <a:lnTo>
                    <a:pt x="336"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3" name="Google Shape;10053;p63"/>
            <p:cNvSpPr/>
            <p:nvPr/>
          </p:nvSpPr>
          <p:spPr>
            <a:xfrm>
              <a:off x="5546523" y="4388297"/>
              <a:ext cx="8823" cy="246319"/>
            </a:xfrm>
            <a:custGeom>
              <a:avLst/>
              <a:gdLst/>
              <a:ahLst/>
              <a:cxnLst/>
              <a:rect l="l" t="t" r="r" b="b"/>
              <a:pathLst>
                <a:path w="336" h="9380" extrusionOk="0">
                  <a:moveTo>
                    <a:pt x="335" y="1"/>
                  </a:moveTo>
                  <a:cubicBezTo>
                    <a:pt x="39" y="1"/>
                    <a:pt x="10" y="154"/>
                    <a:pt x="0" y="211"/>
                  </a:cubicBezTo>
                  <a:lnTo>
                    <a:pt x="0" y="9380"/>
                  </a:lnTo>
                  <a:lnTo>
                    <a:pt x="335" y="9380"/>
                  </a:lnTo>
                  <a:lnTo>
                    <a:pt x="335"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4" name="Google Shape;10054;p63"/>
            <p:cNvSpPr/>
            <p:nvPr/>
          </p:nvSpPr>
          <p:spPr>
            <a:xfrm>
              <a:off x="5365828" y="4585089"/>
              <a:ext cx="68381" cy="11082"/>
            </a:xfrm>
            <a:custGeom>
              <a:avLst/>
              <a:gdLst/>
              <a:ahLst/>
              <a:cxnLst/>
              <a:rect l="l" t="t" r="r" b="b"/>
              <a:pathLst>
                <a:path w="2604" h="422" extrusionOk="0">
                  <a:moveTo>
                    <a:pt x="259" y="0"/>
                  </a:moveTo>
                  <a:cubicBezTo>
                    <a:pt x="0" y="20"/>
                    <a:pt x="0" y="402"/>
                    <a:pt x="259" y="422"/>
                  </a:cubicBezTo>
                  <a:lnTo>
                    <a:pt x="2345" y="422"/>
                  </a:lnTo>
                  <a:cubicBezTo>
                    <a:pt x="2603" y="402"/>
                    <a:pt x="2603" y="20"/>
                    <a:pt x="234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5" name="Google Shape;10055;p63"/>
            <p:cNvSpPr/>
            <p:nvPr/>
          </p:nvSpPr>
          <p:spPr>
            <a:xfrm>
              <a:off x="5464592" y="4499376"/>
              <a:ext cx="68381" cy="11108"/>
            </a:xfrm>
            <a:custGeom>
              <a:avLst/>
              <a:gdLst/>
              <a:ahLst/>
              <a:cxnLst/>
              <a:rect l="l" t="t" r="r" b="b"/>
              <a:pathLst>
                <a:path w="2604" h="423" extrusionOk="0">
                  <a:moveTo>
                    <a:pt x="259" y="1"/>
                  </a:moveTo>
                  <a:cubicBezTo>
                    <a:pt x="0" y="20"/>
                    <a:pt x="0" y="393"/>
                    <a:pt x="259" y="422"/>
                  </a:cubicBezTo>
                  <a:lnTo>
                    <a:pt x="2355" y="422"/>
                  </a:lnTo>
                  <a:cubicBezTo>
                    <a:pt x="2604" y="393"/>
                    <a:pt x="2604" y="20"/>
                    <a:pt x="23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6" name="Google Shape;10056;p63"/>
            <p:cNvSpPr/>
            <p:nvPr/>
          </p:nvSpPr>
          <p:spPr>
            <a:xfrm>
              <a:off x="5562516" y="4406889"/>
              <a:ext cx="70324" cy="11108"/>
            </a:xfrm>
            <a:custGeom>
              <a:avLst/>
              <a:gdLst/>
              <a:ahLst/>
              <a:cxnLst/>
              <a:rect l="l" t="t" r="r" b="b"/>
              <a:pathLst>
                <a:path w="2678" h="423" extrusionOk="0">
                  <a:moveTo>
                    <a:pt x="273" y="1"/>
                  </a:moveTo>
                  <a:cubicBezTo>
                    <a:pt x="0" y="1"/>
                    <a:pt x="0" y="423"/>
                    <a:pt x="273" y="423"/>
                  </a:cubicBezTo>
                  <a:cubicBezTo>
                    <a:pt x="279" y="423"/>
                    <a:pt x="285" y="423"/>
                    <a:pt x="291" y="422"/>
                  </a:cubicBezTo>
                  <a:lnTo>
                    <a:pt x="2387" y="422"/>
                  </a:lnTo>
                  <a:cubicBezTo>
                    <a:pt x="2393" y="423"/>
                    <a:pt x="2399" y="423"/>
                    <a:pt x="2405" y="423"/>
                  </a:cubicBezTo>
                  <a:cubicBezTo>
                    <a:pt x="2678" y="423"/>
                    <a:pt x="2678" y="1"/>
                    <a:pt x="2405" y="1"/>
                  </a:cubicBezTo>
                  <a:cubicBezTo>
                    <a:pt x="2399" y="1"/>
                    <a:pt x="2393" y="1"/>
                    <a:pt x="2387" y="1"/>
                  </a:cubicBezTo>
                  <a:lnTo>
                    <a:pt x="291" y="1"/>
                  </a:lnTo>
                  <a:cubicBezTo>
                    <a:pt x="285" y="1"/>
                    <a:pt x="279" y="1"/>
                    <a:pt x="27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57" name="Google Shape;10057;p63"/>
          <p:cNvGrpSpPr/>
          <p:nvPr/>
        </p:nvGrpSpPr>
        <p:grpSpPr>
          <a:xfrm>
            <a:off x="6275387" y="4112022"/>
            <a:ext cx="204093" cy="343743"/>
            <a:chOff x="6271562" y="4290872"/>
            <a:chExt cx="204093" cy="343743"/>
          </a:xfrm>
        </p:grpSpPr>
        <p:sp>
          <p:nvSpPr>
            <p:cNvPr id="10058" name="Google Shape;10058;p63"/>
            <p:cNvSpPr/>
            <p:nvPr/>
          </p:nvSpPr>
          <p:spPr>
            <a:xfrm>
              <a:off x="6298452" y="4602421"/>
              <a:ext cx="150312" cy="10845"/>
            </a:xfrm>
            <a:custGeom>
              <a:avLst/>
              <a:gdLst/>
              <a:ahLst/>
              <a:cxnLst/>
              <a:rect l="l" t="t" r="r" b="b"/>
              <a:pathLst>
                <a:path w="5724" h="413" extrusionOk="0">
                  <a:moveTo>
                    <a:pt x="1" y="1"/>
                  </a:moveTo>
                  <a:lnTo>
                    <a:pt x="1" y="412"/>
                  </a:lnTo>
                  <a:lnTo>
                    <a:pt x="5724" y="412"/>
                  </a:lnTo>
                  <a:lnTo>
                    <a:pt x="572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9" name="Google Shape;10059;p63"/>
            <p:cNvSpPr/>
            <p:nvPr/>
          </p:nvSpPr>
          <p:spPr>
            <a:xfrm>
              <a:off x="6368330" y="4290872"/>
              <a:ext cx="10583" cy="343743"/>
            </a:xfrm>
            <a:custGeom>
              <a:avLst/>
              <a:gdLst/>
              <a:ahLst/>
              <a:cxnLst/>
              <a:rect l="l" t="t" r="r" b="b"/>
              <a:pathLst>
                <a:path w="403" h="13090" extrusionOk="0">
                  <a:moveTo>
                    <a:pt x="201" y="0"/>
                  </a:moveTo>
                  <a:cubicBezTo>
                    <a:pt x="101" y="0"/>
                    <a:pt x="0" y="69"/>
                    <a:pt x="0" y="208"/>
                  </a:cubicBezTo>
                  <a:lnTo>
                    <a:pt x="0" y="12889"/>
                  </a:lnTo>
                  <a:cubicBezTo>
                    <a:pt x="0" y="13004"/>
                    <a:pt x="86" y="13090"/>
                    <a:pt x="201" y="13090"/>
                  </a:cubicBezTo>
                  <a:cubicBezTo>
                    <a:pt x="316" y="13090"/>
                    <a:pt x="402" y="13004"/>
                    <a:pt x="402" y="12889"/>
                  </a:cubicBezTo>
                  <a:lnTo>
                    <a:pt x="402" y="208"/>
                  </a:lnTo>
                  <a:cubicBezTo>
                    <a:pt x="402" y="69"/>
                    <a:pt x="302" y="0"/>
                    <a:pt x="20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0" name="Google Shape;10060;p63"/>
            <p:cNvSpPr/>
            <p:nvPr/>
          </p:nvSpPr>
          <p:spPr>
            <a:xfrm>
              <a:off x="6287160" y="4511351"/>
              <a:ext cx="33403" cy="123264"/>
            </a:xfrm>
            <a:custGeom>
              <a:avLst/>
              <a:gdLst/>
              <a:ahLst/>
              <a:cxnLst/>
              <a:rect l="l" t="t" r="r" b="b"/>
              <a:pathLst>
                <a:path w="1272" h="4694" extrusionOk="0">
                  <a:moveTo>
                    <a:pt x="1036" y="0"/>
                  </a:moveTo>
                  <a:cubicBezTo>
                    <a:pt x="949" y="0"/>
                    <a:pt x="863" y="52"/>
                    <a:pt x="842" y="167"/>
                  </a:cubicBezTo>
                  <a:lnTo>
                    <a:pt x="29" y="4455"/>
                  </a:lnTo>
                  <a:cubicBezTo>
                    <a:pt x="0" y="4569"/>
                    <a:pt x="77" y="4675"/>
                    <a:pt x="191" y="4694"/>
                  </a:cubicBezTo>
                  <a:lnTo>
                    <a:pt x="230" y="4694"/>
                  </a:lnTo>
                  <a:cubicBezTo>
                    <a:pt x="325" y="4694"/>
                    <a:pt x="402" y="4627"/>
                    <a:pt x="431" y="4531"/>
                  </a:cubicBezTo>
                  <a:lnTo>
                    <a:pt x="1244" y="244"/>
                  </a:lnTo>
                  <a:cubicBezTo>
                    <a:pt x="1271" y="91"/>
                    <a:pt x="1153" y="0"/>
                    <a:pt x="1036"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1" name="Google Shape;10061;p63"/>
            <p:cNvSpPr/>
            <p:nvPr/>
          </p:nvSpPr>
          <p:spPr>
            <a:xfrm>
              <a:off x="6426522" y="4511088"/>
              <a:ext cx="33298" cy="123527"/>
            </a:xfrm>
            <a:custGeom>
              <a:avLst/>
              <a:gdLst/>
              <a:ahLst/>
              <a:cxnLst/>
              <a:rect l="l" t="t" r="r" b="b"/>
              <a:pathLst>
                <a:path w="1268" h="4704" extrusionOk="0">
                  <a:moveTo>
                    <a:pt x="234" y="1"/>
                  </a:moveTo>
                  <a:cubicBezTo>
                    <a:pt x="117" y="1"/>
                    <a:pt x="1" y="91"/>
                    <a:pt x="33" y="244"/>
                  </a:cubicBezTo>
                  <a:lnTo>
                    <a:pt x="847" y="4541"/>
                  </a:lnTo>
                  <a:cubicBezTo>
                    <a:pt x="866" y="4637"/>
                    <a:pt x="952" y="4704"/>
                    <a:pt x="1048" y="4704"/>
                  </a:cubicBezTo>
                  <a:lnTo>
                    <a:pt x="1086" y="4704"/>
                  </a:lnTo>
                  <a:cubicBezTo>
                    <a:pt x="1201" y="4685"/>
                    <a:pt x="1268" y="4570"/>
                    <a:pt x="1249" y="4465"/>
                  </a:cubicBezTo>
                  <a:lnTo>
                    <a:pt x="435" y="167"/>
                  </a:lnTo>
                  <a:cubicBezTo>
                    <a:pt x="410" y="52"/>
                    <a:pt x="322" y="1"/>
                    <a:pt x="234"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2" name="Google Shape;10062;p63"/>
            <p:cNvSpPr/>
            <p:nvPr/>
          </p:nvSpPr>
          <p:spPr>
            <a:xfrm>
              <a:off x="6368330" y="4511193"/>
              <a:ext cx="10583" cy="21402"/>
            </a:xfrm>
            <a:custGeom>
              <a:avLst/>
              <a:gdLst/>
              <a:ahLst/>
              <a:cxnLst/>
              <a:rect l="l" t="t" r="r" b="b"/>
              <a:pathLst>
                <a:path w="403" h="815" extrusionOk="0">
                  <a:moveTo>
                    <a:pt x="0" y="1"/>
                  </a:moveTo>
                  <a:lnTo>
                    <a:pt x="0" y="814"/>
                  </a:lnTo>
                  <a:lnTo>
                    <a:pt x="402" y="814"/>
                  </a:lnTo>
                  <a:lnTo>
                    <a:pt x="402"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3" name="Google Shape;10063;p63"/>
            <p:cNvSpPr/>
            <p:nvPr/>
          </p:nvSpPr>
          <p:spPr>
            <a:xfrm>
              <a:off x="6306251" y="4511115"/>
              <a:ext cx="14338" cy="21481"/>
            </a:xfrm>
            <a:custGeom>
              <a:avLst/>
              <a:gdLst/>
              <a:ahLst/>
              <a:cxnLst/>
              <a:rect l="l" t="t" r="r" b="b"/>
              <a:pathLst>
                <a:path w="546" h="818" extrusionOk="0">
                  <a:moveTo>
                    <a:pt x="319" y="1"/>
                  </a:moveTo>
                  <a:cubicBezTo>
                    <a:pt x="219" y="1"/>
                    <a:pt x="132" y="72"/>
                    <a:pt x="115" y="166"/>
                  </a:cubicBezTo>
                  <a:lnTo>
                    <a:pt x="0" y="817"/>
                  </a:lnTo>
                  <a:lnTo>
                    <a:pt x="412" y="817"/>
                  </a:lnTo>
                  <a:lnTo>
                    <a:pt x="527" y="243"/>
                  </a:lnTo>
                  <a:cubicBezTo>
                    <a:pt x="546" y="128"/>
                    <a:pt x="469" y="23"/>
                    <a:pt x="354" y="4"/>
                  </a:cubicBezTo>
                  <a:cubicBezTo>
                    <a:pt x="343" y="2"/>
                    <a:pt x="331" y="1"/>
                    <a:pt x="319"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4" name="Google Shape;10064;p63"/>
            <p:cNvSpPr/>
            <p:nvPr/>
          </p:nvSpPr>
          <p:spPr>
            <a:xfrm>
              <a:off x="6426653" y="4511088"/>
              <a:ext cx="14574" cy="21507"/>
            </a:xfrm>
            <a:custGeom>
              <a:avLst/>
              <a:gdLst/>
              <a:ahLst/>
              <a:cxnLst/>
              <a:rect l="l" t="t" r="r" b="b"/>
              <a:pathLst>
                <a:path w="555" h="819" extrusionOk="0">
                  <a:moveTo>
                    <a:pt x="236" y="1"/>
                  </a:moveTo>
                  <a:cubicBezTo>
                    <a:pt x="120" y="1"/>
                    <a:pt x="1" y="91"/>
                    <a:pt x="28" y="244"/>
                  </a:cubicBezTo>
                  <a:lnTo>
                    <a:pt x="143" y="818"/>
                  </a:lnTo>
                  <a:lnTo>
                    <a:pt x="555" y="818"/>
                  </a:lnTo>
                  <a:lnTo>
                    <a:pt x="430" y="167"/>
                  </a:lnTo>
                  <a:cubicBezTo>
                    <a:pt x="410" y="52"/>
                    <a:pt x="324" y="1"/>
                    <a:pt x="236"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5" name="Google Shape;10065;p63"/>
            <p:cNvSpPr/>
            <p:nvPr/>
          </p:nvSpPr>
          <p:spPr>
            <a:xfrm>
              <a:off x="6282118" y="4328502"/>
              <a:ext cx="182743" cy="193536"/>
            </a:xfrm>
            <a:custGeom>
              <a:avLst/>
              <a:gdLst/>
              <a:ahLst/>
              <a:cxnLst/>
              <a:rect l="l" t="t" r="r" b="b"/>
              <a:pathLst>
                <a:path w="6959" h="7370" extrusionOk="0">
                  <a:moveTo>
                    <a:pt x="10" y="0"/>
                  </a:moveTo>
                  <a:lnTo>
                    <a:pt x="10" y="7159"/>
                  </a:lnTo>
                  <a:cubicBezTo>
                    <a:pt x="1" y="7274"/>
                    <a:pt x="96" y="7369"/>
                    <a:pt x="211" y="7369"/>
                  </a:cubicBezTo>
                  <a:lnTo>
                    <a:pt x="6748" y="7369"/>
                  </a:lnTo>
                  <a:cubicBezTo>
                    <a:pt x="6863" y="7369"/>
                    <a:pt x="6958" y="7274"/>
                    <a:pt x="6958" y="7168"/>
                  </a:cubicBezTo>
                  <a:lnTo>
                    <a:pt x="695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6" name="Google Shape;10066;p63"/>
            <p:cNvSpPr/>
            <p:nvPr/>
          </p:nvSpPr>
          <p:spPr>
            <a:xfrm>
              <a:off x="6282381" y="4328503"/>
              <a:ext cx="182481" cy="16097"/>
            </a:xfrm>
            <a:custGeom>
              <a:avLst/>
              <a:gdLst/>
              <a:ahLst/>
              <a:cxnLst/>
              <a:rect l="l" t="t" r="r" b="b"/>
              <a:pathLst>
                <a:path w="6949" h="613" extrusionOk="0">
                  <a:moveTo>
                    <a:pt x="0" y="0"/>
                  </a:moveTo>
                  <a:lnTo>
                    <a:pt x="0" y="613"/>
                  </a:lnTo>
                  <a:lnTo>
                    <a:pt x="6948" y="613"/>
                  </a:lnTo>
                  <a:lnTo>
                    <a:pt x="6948" y="0"/>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7" name="Google Shape;10067;p63"/>
            <p:cNvSpPr/>
            <p:nvPr/>
          </p:nvSpPr>
          <p:spPr>
            <a:xfrm>
              <a:off x="6271562" y="4312405"/>
              <a:ext cx="204093" cy="21638"/>
            </a:xfrm>
            <a:custGeom>
              <a:avLst/>
              <a:gdLst/>
              <a:ahLst/>
              <a:cxnLst/>
              <a:rect l="l" t="t" r="r" b="b"/>
              <a:pathLst>
                <a:path w="7772" h="824" extrusionOk="0">
                  <a:moveTo>
                    <a:pt x="202" y="1"/>
                  </a:moveTo>
                  <a:cubicBezTo>
                    <a:pt x="96" y="1"/>
                    <a:pt x="1" y="96"/>
                    <a:pt x="1" y="202"/>
                  </a:cubicBezTo>
                  <a:lnTo>
                    <a:pt x="1" y="613"/>
                  </a:lnTo>
                  <a:cubicBezTo>
                    <a:pt x="1" y="728"/>
                    <a:pt x="96" y="824"/>
                    <a:pt x="202" y="824"/>
                  </a:cubicBezTo>
                  <a:lnTo>
                    <a:pt x="7571" y="824"/>
                  </a:lnTo>
                  <a:cubicBezTo>
                    <a:pt x="7686" y="824"/>
                    <a:pt x="7772" y="728"/>
                    <a:pt x="7772" y="613"/>
                  </a:cubicBezTo>
                  <a:lnTo>
                    <a:pt x="7772" y="211"/>
                  </a:lnTo>
                  <a:cubicBezTo>
                    <a:pt x="7772" y="96"/>
                    <a:pt x="7686" y="1"/>
                    <a:pt x="757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8" name="Google Shape;10068;p63"/>
            <p:cNvSpPr/>
            <p:nvPr/>
          </p:nvSpPr>
          <p:spPr>
            <a:xfrm>
              <a:off x="6299713" y="4375482"/>
              <a:ext cx="145034" cy="104620"/>
            </a:xfrm>
            <a:custGeom>
              <a:avLst/>
              <a:gdLst/>
              <a:ahLst/>
              <a:cxnLst/>
              <a:rect l="l" t="t" r="r" b="b"/>
              <a:pathLst>
                <a:path w="5523" h="3984" extrusionOk="0">
                  <a:moveTo>
                    <a:pt x="4250" y="1"/>
                  </a:moveTo>
                  <a:cubicBezTo>
                    <a:pt x="3924" y="20"/>
                    <a:pt x="3924" y="489"/>
                    <a:pt x="4250" y="518"/>
                  </a:cubicBezTo>
                  <a:lnTo>
                    <a:pt x="4652" y="518"/>
                  </a:lnTo>
                  <a:lnTo>
                    <a:pt x="2919" y="2250"/>
                  </a:lnTo>
                  <a:lnTo>
                    <a:pt x="2527" y="1857"/>
                  </a:lnTo>
                  <a:cubicBezTo>
                    <a:pt x="2436" y="1767"/>
                    <a:pt x="2319" y="1721"/>
                    <a:pt x="2202" y="1721"/>
                  </a:cubicBezTo>
                  <a:cubicBezTo>
                    <a:pt x="2084" y="1721"/>
                    <a:pt x="1967" y="1767"/>
                    <a:pt x="1876" y="1857"/>
                  </a:cubicBezTo>
                  <a:lnTo>
                    <a:pt x="182" y="3551"/>
                  </a:lnTo>
                  <a:cubicBezTo>
                    <a:pt x="1" y="3695"/>
                    <a:pt x="220" y="3983"/>
                    <a:pt x="405" y="3983"/>
                  </a:cubicBezTo>
                  <a:cubicBezTo>
                    <a:pt x="454" y="3983"/>
                    <a:pt x="501" y="3963"/>
                    <a:pt x="536" y="3915"/>
                  </a:cubicBezTo>
                  <a:lnTo>
                    <a:pt x="2202" y="2250"/>
                  </a:lnTo>
                  <a:lnTo>
                    <a:pt x="2594" y="2642"/>
                  </a:lnTo>
                  <a:cubicBezTo>
                    <a:pt x="2680" y="2733"/>
                    <a:pt x="2797" y="2779"/>
                    <a:pt x="2916" y="2779"/>
                  </a:cubicBezTo>
                  <a:cubicBezTo>
                    <a:pt x="3034" y="2779"/>
                    <a:pt x="3154" y="2733"/>
                    <a:pt x="3245" y="2642"/>
                  </a:cubicBezTo>
                  <a:lnTo>
                    <a:pt x="5015" y="872"/>
                  </a:lnTo>
                  <a:lnTo>
                    <a:pt x="5015" y="1274"/>
                  </a:lnTo>
                  <a:cubicBezTo>
                    <a:pt x="5025" y="1436"/>
                    <a:pt x="5147" y="1518"/>
                    <a:pt x="5269" y="1518"/>
                  </a:cubicBezTo>
                  <a:cubicBezTo>
                    <a:pt x="5391" y="1518"/>
                    <a:pt x="5513" y="1436"/>
                    <a:pt x="5523" y="1274"/>
                  </a:cubicBezTo>
                  <a:lnTo>
                    <a:pt x="5523" y="259"/>
                  </a:lnTo>
                  <a:cubicBezTo>
                    <a:pt x="5523" y="116"/>
                    <a:pt x="5408" y="1"/>
                    <a:pt x="5274"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9" name="Google Shape;10069;p63"/>
            <p:cNvSpPr/>
            <p:nvPr/>
          </p:nvSpPr>
          <p:spPr>
            <a:xfrm>
              <a:off x="6271562" y="4323224"/>
              <a:ext cx="204093" cy="10819"/>
            </a:xfrm>
            <a:custGeom>
              <a:avLst/>
              <a:gdLst/>
              <a:ahLst/>
              <a:cxnLst/>
              <a:rect l="l" t="t" r="r" b="b"/>
              <a:pathLst>
                <a:path w="7772" h="412" extrusionOk="0">
                  <a:moveTo>
                    <a:pt x="202" y="0"/>
                  </a:moveTo>
                  <a:cubicBezTo>
                    <a:pt x="96" y="0"/>
                    <a:pt x="1" y="86"/>
                    <a:pt x="1" y="201"/>
                  </a:cubicBezTo>
                  <a:cubicBezTo>
                    <a:pt x="1" y="316"/>
                    <a:pt x="96" y="412"/>
                    <a:pt x="202" y="412"/>
                  </a:cubicBezTo>
                  <a:lnTo>
                    <a:pt x="7571" y="412"/>
                  </a:lnTo>
                  <a:cubicBezTo>
                    <a:pt x="7686" y="412"/>
                    <a:pt x="7772" y="316"/>
                    <a:pt x="7772" y="201"/>
                  </a:cubicBezTo>
                  <a:cubicBezTo>
                    <a:pt x="7772" y="86"/>
                    <a:pt x="7686" y="0"/>
                    <a:pt x="757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70" name="Google Shape;10070;p63"/>
          <p:cNvGrpSpPr/>
          <p:nvPr/>
        </p:nvGrpSpPr>
        <p:grpSpPr>
          <a:xfrm>
            <a:off x="6634878" y="4176838"/>
            <a:ext cx="344085" cy="267195"/>
            <a:chOff x="6639491" y="4329238"/>
            <a:chExt cx="344085" cy="267195"/>
          </a:xfrm>
        </p:grpSpPr>
        <p:sp>
          <p:nvSpPr>
            <p:cNvPr id="10071" name="Google Shape;10071;p63"/>
            <p:cNvSpPr/>
            <p:nvPr/>
          </p:nvSpPr>
          <p:spPr>
            <a:xfrm>
              <a:off x="6697788" y="4352609"/>
              <a:ext cx="275467" cy="177465"/>
            </a:xfrm>
            <a:custGeom>
              <a:avLst/>
              <a:gdLst/>
              <a:ahLst/>
              <a:cxnLst/>
              <a:rect l="l" t="t" r="r" b="b"/>
              <a:pathLst>
                <a:path w="10490" h="6758" extrusionOk="0">
                  <a:moveTo>
                    <a:pt x="1" y="1"/>
                  </a:moveTo>
                  <a:lnTo>
                    <a:pt x="1" y="4317"/>
                  </a:lnTo>
                  <a:lnTo>
                    <a:pt x="728" y="4317"/>
                  </a:lnTo>
                  <a:lnTo>
                    <a:pt x="728" y="4796"/>
                  </a:lnTo>
                  <a:lnTo>
                    <a:pt x="929" y="4853"/>
                  </a:lnTo>
                  <a:cubicBezTo>
                    <a:pt x="1044" y="4891"/>
                    <a:pt x="1159" y="4939"/>
                    <a:pt x="1264" y="4997"/>
                  </a:cubicBezTo>
                  <a:lnTo>
                    <a:pt x="1446" y="5092"/>
                  </a:lnTo>
                  <a:lnTo>
                    <a:pt x="1791" y="4748"/>
                  </a:lnTo>
                  <a:lnTo>
                    <a:pt x="2326" y="5293"/>
                  </a:lnTo>
                  <a:lnTo>
                    <a:pt x="1991" y="5628"/>
                  </a:lnTo>
                  <a:lnTo>
                    <a:pt x="2087" y="5810"/>
                  </a:lnTo>
                  <a:cubicBezTo>
                    <a:pt x="2145" y="5925"/>
                    <a:pt x="2192" y="6030"/>
                    <a:pt x="2221" y="6145"/>
                  </a:cubicBezTo>
                  <a:lnTo>
                    <a:pt x="2288" y="6346"/>
                  </a:lnTo>
                  <a:lnTo>
                    <a:pt x="2767" y="6346"/>
                  </a:lnTo>
                  <a:lnTo>
                    <a:pt x="2767" y="6758"/>
                  </a:lnTo>
                  <a:lnTo>
                    <a:pt x="10490" y="6758"/>
                  </a:lnTo>
                  <a:lnTo>
                    <a:pt x="10490" y="1"/>
                  </a:lnTo>
                  <a:close/>
                </a:path>
              </a:pathLst>
            </a:custGeom>
            <a:solidFill>
              <a:srgbClr val="DE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2" name="Google Shape;10072;p63"/>
            <p:cNvSpPr/>
            <p:nvPr/>
          </p:nvSpPr>
          <p:spPr>
            <a:xfrm>
              <a:off x="6735734" y="4530311"/>
              <a:ext cx="46533" cy="22137"/>
            </a:xfrm>
            <a:custGeom>
              <a:avLst/>
              <a:gdLst/>
              <a:ahLst/>
              <a:cxnLst/>
              <a:rect l="l" t="t" r="r" b="b"/>
              <a:pathLst>
                <a:path w="1772" h="843" extrusionOk="0">
                  <a:moveTo>
                    <a:pt x="1006" y="0"/>
                  </a:moveTo>
                  <a:lnTo>
                    <a:pt x="1006" y="29"/>
                  </a:lnTo>
                  <a:lnTo>
                    <a:pt x="393" y="29"/>
                  </a:lnTo>
                  <a:lnTo>
                    <a:pt x="393" y="38"/>
                  </a:lnTo>
                  <a:cubicBezTo>
                    <a:pt x="365" y="345"/>
                    <a:pt x="231" y="641"/>
                    <a:pt x="1" y="842"/>
                  </a:cubicBezTo>
                  <a:lnTo>
                    <a:pt x="1130" y="842"/>
                  </a:lnTo>
                  <a:cubicBezTo>
                    <a:pt x="1178" y="727"/>
                    <a:pt x="1216" y="603"/>
                    <a:pt x="1255" y="488"/>
                  </a:cubicBezTo>
                  <a:lnTo>
                    <a:pt x="1771" y="488"/>
                  </a:lnTo>
                  <a:lnTo>
                    <a:pt x="1771" y="0"/>
                  </a:ln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3" name="Google Shape;10073;p63"/>
            <p:cNvSpPr/>
            <p:nvPr/>
          </p:nvSpPr>
          <p:spPr>
            <a:xfrm>
              <a:off x="6746290" y="4472250"/>
              <a:ext cx="35976" cy="58087"/>
            </a:xfrm>
            <a:custGeom>
              <a:avLst/>
              <a:gdLst/>
              <a:ahLst/>
              <a:cxnLst/>
              <a:rect l="l" t="t" r="r" b="b"/>
              <a:pathLst>
                <a:path w="1370" h="2212" extrusionOk="0">
                  <a:moveTo>
                    <a:pt x="250" y="0"/>
                  </a:moveTo>
                  <a:lnTo>
                    <a:pt x="1" y="249"/>
                  </a:lnTo>
                  <a:lnTo>
                    <a:pt x="479" y="737"/>
                  </a:lnTo>
                  <a:lnTo>
                    <a:pt x="144" y="1082"/>
                  </a:lnTo>
                  <a:lnTo>
                    <a:pt x="240" y="1264"/>
                  </a:lnTo>
                  <a:cubicBezTo>
                    <a:pt x="298" y="1369"/>
                    <a:pt x="345" y="1484"/>
                    <a:pt x="374" y="1599"/>
                  </a:cubicBezTo>
                  <a:lnTo>
                    <a:pt x="441" y="1790"/>
                  </a:lnTo>
                  <a:lnTo>
                    <a:pt x="920" y="1790"/>
                  </a:lnTo>
                  <a:lnTo>
                    <a:pt x="920" y="2211"/>
                  </a:lnTo>
                  <a:lnTo>
                    <a:pt x="1369" y="2211"/>
                  </a:lnTo>
                  <a:lnTo>
                    <a:pt x="1369" y="1656"/>
                  </a:lnTo>
                  <a:lnTo>
                    <a:pt x="843" y="1656"/>
                  </a:lnTo>
                  <a:cubicBezTo>
                    <a:pt x="795" y="1465"/>
                    <a:pt x="719" y="1273"/>
                    <a:pt x="623" y="1111"/>
                  </a:cubicBezTo>
                  <a:lnTo>
                    <a:pt x="987" y="737"/>
                  </a:lnTo>
                  <a:lnTo>
                    <a:pt x="250" y="0"/>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4" name="Google Shape;10074;p63"/>
            <p:cNvSpPr/>
            <p:nvPr/>
          </p:nvSpPr>
          <p:spPr>
            <a:xfrm>
              <a:off x="6701307" y="4462455"/>
              <a:ext cx="39994" cy="23897"/>
            </a:xfrm>
            <a:custGeom>
              <a:avLst/>
              <a:gdLst/>
              <a:ahLst/>
              <a:cxnLst/>
              <a:rect l="l" t="t" r="r" b="b"/>
              <a:pathLst>
                <a:path w="1523" h="910" extrusionOk="0">
                  <a:moveTo>
                    <a:pt x="1" y="0"/>
                  </a:moveTo>
                  <a:lnTo>
                    <a:pt x="1" y="134"/>
                  </a:lnTo>
                  <a:lnTo>
                    <a:pt x="604" y="134"/>
                  </a:lnTo>
                  <a:lnTo>
                    <a:pt x="604" y="613"/>
                  </a:lnTo>
                  <a:lnTo>
                    <a:pt x="795" y="680"/>
                  </a:lnTo>
                  <a:cubicBezTo>
                    <a:pt x="910" y="708"/>
                    <a:pt x="1025" y="756"/>
                    <a:pt x="1130" y="814"/>
                  </a:cubicBezTo>
                  <a:lnTo>
                    <a:pt x="1312" y="909"/>
                  </a:lnTo>
                  <a:lnTo>
                    <a:pt x="1523" y="699"/>
                  </a:lnTo>
                  <a:cubicBezTo>
                    <a:pt x="1379" y="622"/>
                    <a:pt x="1216" y="555"/>
                    <a:pt x="1044" y="517"/>
                  </a:cubicBezTo>
                  <a:lnTo>
                    <a:pt x="1044" y="0"/>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5" name="Google Shape;10075;p63"/>
            <p:cNvSpPr/>
            <p:nvPr/>
          </p:nvSpPr>
          <p:spPr>
            <a:xfrm>
              <a:off x="6697788" y="4352609"/>
              <a:ext cx="9086" cy="109609"/>
            </a:xfrm>
            <a:custGeom>
              <a:avLst/>
              <a:gdLst/>
              <a:ahLst/>
              <a:cxnLst/>
              <a:rect l="l" t="t" r="r" b="b"/>
              <a:pathLst>
                <a:path w="346" h="4174" extrusionOk="0">
                  <a:moveTo>
                    <a:pt x="1" y="1"/>
                  </a:moveTo>
                  <a:lnTo>
                    <a:pt x="1" y="4174"/>
                  </a:lnTo>
                  <a:lnTo>
                    <a:pt x="345" y="4174"/>
                  </a:lnTo>
                  <a:lnTo>
                    <a:pt x="345" y="1"/>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6" name="Google Shape;10076;p63"/>
            <p:cNvSpPr/>
            <p:nvPr/>
          </p:nvSpPr>
          <p:spPr>
            <a:xfrm>
              <a:off x="6697788" y="4351874"/>
              <a:ext cx="275467" cy="9060"/>
            </a:xfrm>
            <a:custGeom>
              <a:avLst/>
              <a:gdLst/>
              <a:ahLst/>
              <a:cxnLst/>
              <a:rect l="l" t="t" r="r" b="b"/>
              <a:pathLst>
                <a:path w="10490" h="345" extrusionOk="0">
                  <a:moveTo>
                    <a:pt x="1" y="0"/>
                  </a:moveTo>
                  <a:lnTo>
                    <a:pt x="1" y="345"/>
                  </a:lnTo>
                  <a:lnTo>
                    <a:pt x="10490" y="345"/>
                  </a:lnTo>
                  <a:lnTo>
                    <a:pt x="10490" y="0"/>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7" name="Google Shape;10077;p63"/>
            <p:cNvSpPr/>
            <p:nvPr/>
          </p:nvSpPr>
          <p:spPr>
            <a:xfrm>
              <a:off x="6726201" y="4529050"/>
              <a:ext cx="257374" cy="24658"/>
            </a:xfrm>
            <a:custGeom>
              <a:avLst/>
              <a:gdLst/>
              <a:ahLst/>
              <a:cxnLst/>
              <a:rect l="l" t="t" r="r" b="b"/>
              <a:pathLst>
                <a:path w="9801" h="939" extrusionOk="0">
                  <a:moveTo>
                    <a:pt x="1369" y="0"/>
                  </a:moveTo>
                  <a:cubicBezTo>
                    <a:pt x="1350" y="0"/>
                    <a:pt x="1331" y="19"/>
                    <a:pt x="1331" y="39"/>
                  </a:cubicBezTo>
                  <a:lnTo>
                    <a:pt x="441" y="39"/>
                  </a:lnTo>
                  <a:cubicBezTo>
                    <a:pt x="421" y="39"/>
                    <a:pt x="402" y="58"/>
                    <a:pt x="402" y="86"/>
                  </a:cubicBezTo>
                  <a:lnTo>
                    <a:pt x="402" y="144"/>
                  </a:lnTo>
                  <a:lnTo>
                    <a:pt x="402" y="173"/>
                  </a:lnTo>
                  <a:lnTo>
                    <a:pt x="402" y="192"/>
                  </a:lnTo>
                  <a:lnTo>
                    <a:pt x="402" y="201"/>
                  </a:lnTo>
                  <a:cubicBezTo>
                    <a:pt x="374" y="460"/>
                    <a:pt x="240" y="699"/>
                    <a:pt x="29" y="862"/>
                  </a:cubicBezTo>
                  <a:cubicBezTo>
                    <a:pt x="0" y="881"/>
                    <a:pt x="10" y="929"/>
                    <a:pt x="58" y="938"/>
                  </a:cubicBezTo>
                  <a:lnTo>
                    <a:pt x="9762" y="938"/>
                  </a:lnTo>
                  <a:cubicBezTo>
                    <a:pt x="9781" y="938"/>
                    <a:pt x="9800" y="919"/>
                    <a:pt x="9800" y="890"/>
                  </a:cubicBezTo>
                  <a:lnTo>
                    <a:pt x="9800" y="48"/>
                  </a:lnTo>
                  <a:cubicBezTo>
                    <a:pt x="9800" y="19"/>
                    <a:pt x="9781" y="0"/>
                    <a:pt x="976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8" name="Google Shape;10078;p63"/>
            <p:cNvSpPr/>
            <p:nvPr/>
          </p:nvSpPr>
          <p:spPr>
            <a:xfrm>
              <a:off x="6687757" y="4329238"/>
              <a:ext cx="295819" cy="24422"/>
            </a:xfrm>
            <a:custGeom>
              <a:avLst/>
              <a:gdLst/>
              <a:ahLst/>
              <a:cxnLst/>
              <a:rect l="l" t="t" r="r" b="b"/>
              <a:pathLst>
                <a:path w="11265" h="930" extrusionOk="0">
                  <a:moveTo>
                    <a:pt x="38" y="1"/>
                  </a:moveTo>
                  <a:cubicBezTo>
                    <a:pt x="19" y="1"/>
                    <a:pt x="0" y="20"/>
                    <a:pt x="0" y="49"/>
                  </a:cubicBezTo>
                  <a:lnTo>
                    <a:pt x="0" y="891"/>
                  </a:lnTo>
                  <a:cubicBezTo>
                    <a:pt x="0" y="910"/>
                    <a:pt x="19" y="929"/>
                    <a:pt x="38" y="929"/>
                  </a:cubicBezTo>
                  <a:lnTo>
                    <a:pt x="11226" y="929"/>
                  </a:lnTo>
                  <a:cubicBezTo>
                    <a:pt x="11245" y="929"/>
                    <a:pt x="11264" y="910"/>
                    <a:pt x="11264" y="891"/>
                  </a:cubicBezTo>
                  <a:lnTo>
                    <a:pt x="11264" y="49"/>
                  </a:lnTo>
                  <a:cubicBezTo>
                    <a:pt x="11264" y="20"/>
                    <a:pt x="11245" y="1"/>
                    <a:pt x="11226"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9" name="Google Shape;10079;p63"/>
            <p:cNvSpPr/>
            <p:nvPr/>
          </p:nvSpPr>
          <p:spPr>
            <a:xfrm>
              <a:off x="6799073" y="4445097"/>
              <a:ext cx="23398" cy="54306"/>
            </a:xfrm>
            <a:custGeom>
              <a:avLst/>
              <a:gdLst/>
              <a:ahLst/>
              <a:cxnLst/>
              <a:rect l="l" t="t" r="r" b="b"/>
              <a:pathLst>
                <a:path w="891" h="2068" extrusionOk="0">
                  <a:moveTo>
                    <a:pt x="1" y="1"/>
                  </a:moveTo>
                  <a:lnTo>
                    <a:pt x="1" y="2068"/>
                  </a:lnTo>
                  <a:lnTo>
                    <a:pt x="891" y="2068"/>
                  </a:lnTo>
                  <a:lnTo>
                    <a:pt x="891"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0" name="Google Shape;10080;p63"/>
            <p:cNvSpPr/>
            <p:nvPr/>
          </p:nvSpPr>
          <p:spPr>
            <a:xfrm>
              <a:off x="6838778" y="4421988"/>
              <a:ext cx="23398" cy="77414"/>
            </a:xfrm>
            <a:custGeom>
              <a:avLst/>
              <a:gdLst/>
              <a:ahLst/>
              <a:cxnLst/>
              <a:rect l="l" t="t" r="r" b="b"/>
              <a:pathLst>
                <a:path w="891" h="2948" extrusionOk="0">
                  <a:moveTo>
                    <a:pt x="1" y="0"/>
                  </a:moveTo>
                  <a:lnTo>
                    <a:pt x="1" y="2948"/>
                  </a:lnTo>
                  <a:lnTo>
                    <a:pt x="891" y="2948"/>
                  </a:lnTo>
                  <a:lnTo>
                    <a:pt x="89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1" name="Google Shape;10081;p63"/>
            <p:cNvSpPr/>
            <p:nvPr/>
          </p:nvSpPr>
          <p:spPr>
            <a:xfrm>
              <a:off x="6877485" y="4435801"/>
              <a:ext cx="23161" cy="63365"/>
            </a:xfrm>
            <a:custGeom>
              <a:avLst/>
              <a:gdLst/>
              <a:ahLst/>
              <a:cxnLst/>
              <a:rect l="l" t="t" r="r" b="b"/>
              <a:pathLst>
                <a:path w="882" h="2413" extrusionOk="0">
                  <a:moveTo>
                    <a:pt x="1" y="1"/>
                  </a:moveTo>
                  <a:lnTo>
                    <a:pt x="1" y="2412"/>
                  </a:lnTo>
                  <a:lnTo>
                    <a:pt x="881" y="2412"/>
                  </a:lnTo>
                  <a:lnTo>
                    <a:pt x="881"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2" name="Google Shape;10082;p63"/>
            <p:cNvSpPr/>
            <p:nvPr/>
          </p:nvSpPr>
          <p:spPr>
            <a:xfrm>
              <a:off x="6918214" y="4390319"/>
              <a:ext cx="23398" cy="108848"/>
            </a:xfrm>
            <a:custGeom>
              <a:avLst/>
              <a:gdLst/>
              <a:ahLst/>
              <a:cxnLst/>
              <a:rect l="l" t="t" r="r" b="b"/>
              <a:pathLst>
                <a:path w="891" h="4145" extrusionOk="0">
                  <a:moveTo>
                    <a:pt x="0" y="0"/>
                  </a:moveTo>
                  <a:lnTo>
                    <a:pt x="0" y="4144"/>
                  </a:lnTo>
                  <a:lnTo>
                    <a:pt x="890" y="4144"/>
                  </a:lnTo>
                  <a:lnTo>
                    <a:pt x="890" y="0"/>
                  </a:lnTo>
                  <a:close/>
                </a:path>
              </a:pathLst>
            </a:custGeom>
            <a:solidFill>
              <a:srgbClr val="C7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3" name="Google Shape;10083;p63"/>
            <p:cNvSpPr/>
            <p:nvPr/>
          </p:nvSpPr>
          <p:spPr>
            <a:xfrm>
              <a:off x="6720923" y="4382283"/>
              <a:ext cx="44248" cy="11082"/>
            </a:xfrm>
            <a:custGeom>
              <a:avLst/>
              <a:gdLst/>
              <a:ahLst/>
              <a:cxnLst/>
              <a:rect l="l" t="t" r="r" b="b"/>
              <a:pathLst>
                <a:path w="1685" h="422" extrusionOk="0">
                  <a:moveTo>
                    <a:pt x="278" y="0"/>
                  </a:moveTo>
                  <a:cubicBezTo>
                    <a:pt x="0" y="0"/>
                    <a:pt x="0" y="421"/>
                    <a:pt x="278" y="421"/>
                  </a:cubicBezTo>
                  <a:lnTo>
                    <a:pt x="1398" y="421"/>
                  </a:lnTo>
                  <a:cubicBezTo>
                    <a:pt x="1685" y="421"/>
                    <a:pt x="1685" y="0"/>
                    <a:pt x="139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4" name="Google Shape;10084;p63"/>
            <p:cNvSpPr/>
            <p:nvPr/>
          </p:nvSpPr>
          <p:spPr>
            <a:xfrm>
              <a:off x="6720923" y="4400875"/>
              <a:ext cx="60345" cy="11082"/>
            </a:xfrm>
            <a:custGeom>
              <a:avLst/>
              <a:gdLst/>
              <a:ahLst/>
              <a:cxnLst/>
              <a:rect l="l" t="t" r="r" b="b"/>
              <a:pathLst>
                <a:path w="2298" h="422" extrusionOk="0">
                  <a:moveTo>
                    <a:pt x="278" y="0"/>
                  </a:moveTo>
                  <a:cubicBezTo>
                    <a:pt x="0" y="0"/>
                    <a:pt x="0" y="422"/>
                    <a:pt x="278" y="422"/>
                  </a:cubicBezTo>
                  <a:lnTo>
                    <a:pt x="2010" y="422"/>
                  </a:lnTo>
                  <a:cubicBezTo>
                    <a:pt x="2297" y="422"/>
                    <a:pt x="2297" y="0"/>
                    <a:pt x="201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5" name="Google Shape;10085;p63"/>
            <p:cNvSpPr/>
            <p:nvPr/>
          </p:nvSpPr>
          <p:spPr>
            <a:xfrm>
              <a:off x="6720923" y="4419231"/>
              <a:ext cx="60345" cy="11082"/>
            </a:xfrm>
            <a:custGeom>
              <a:avLst/>
              <a:gdLst/>
              <a:ahLst/>
              <a:cxnLst/>
              <a:rect l="l" t="t" r="r" b="b"/>
              <a:pathLst>
                <a:path w="2298" h="422" extrusionOk="0">
                  <a:moveTo>
                    <a:pt x="278" y="0"/>
                  </a:moveTo>
                  <a:cubicBezTo>
                    <a:pt x="0" y="0"/>
                    <a:pt x="0" y="421"/>
                    <a:pt x="278" y="421"/>
                  </a:cubicBezTo>
                  <a:lnTo>
                    <a:pt x="2010" y="421"/>
                  </a:lnTo>
                  <a:cubicBezTo>
                    <a:pt x="2297" y="421"/>
                    <a:pt x="2297" y="0"/>
                    <a:pt x="201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6" name="Google Shape;10086;p63"/>
            <p:cNvSpPr/>
            <p:nvPr/>
          </p:nvSpPr>
          <p:spPr>
            <a:xfrm>
              <a:off x="6720923" y="4437560"/>
              <a:ext cx="60345" cy="11082"/>
            </a:xfrm>
            <a:custGeom>
              <a:avLst/>
              <a:gdLst/>
              <a:ahLst/>
              <a:cxnLst/>
              <a:rect l="l" t="t" r="r" b="b"/>
              <a:pathLst>
                <a:path w="2298" h="422" extrusionOk="0">
                  <a:moveTo>
                    <a:pt x="278" y="1"/>
                  </a:moveTo>
                  <a:cubicBezTo>
                    <a:pt x="0" y="1"/>
                    <a:pt x="0" y="422"/>
                    <a:pt x="278" y="422"/>
                  </a:cubicBezTo>
                  <a:lnTo>
                    <a:pt x="2010" y="422"/>
                  </a:lnTo>
                  <a:cubicBezTo>
                    <a:pt x="2297" y="422"/>
                    <a:pt x="2297" y="1"/>
                    <a:pt x="201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7" name="Google Shape;10087;p63"/>
            <p:cNvSpPr/>
            <p:nvPr/>
          </p:nvSpPr>
          <p:spPr>
            <a:xfrm>
              <a:off x="6639491" y="4461956"/>
              <a:ext cx="134740" cy="134477"/>
            </a:xfrm>
            <a:custGeom>
              <a:avLst/>
              <a:gdLst/>
              <a:ahLst/>
              <a:cxnLst/>
              <a:rect l="l" t="t" r="r" b="b"/>
              <a:pathLst>
                <a:path w="5131" h="5121" extrusionOk="0">
                  <a:moveTo>
                    <a:pt x="2805" y="1570"/>
                  </a:moveTo>
                  <a:lnTo>
                    <a:pt x="2833" y="1579"/>
                  </a:lnTo>
                  <a:lnTo>
                    <a:pt x="2881" y="1579"/>
                  </a:lnTo>
                  <a:lnTo>
                    <a:pt x="2900" y="1589"/>
                  </a:lnTo>
                  <a:lnTo>
                    <a:pt x="2929" y="1598"/>
                  </a:lnTo>
                  <a:lnTo>
                    <a:pt x="2948" y="1608"/>
                  </a:lnTo>
                  <a:lnTo>
                    <a:pt x="2977" y="1617"/>
                  </a:lnTo>
                  <a:lnTo>
                    <a:pt x="2996" y="1627"/>
                  </a:lnTo>
                  <a:lnTo>
                    <a:pt x="3025" y="1637"/>
                  </a:lnTo>
                  <a:lnTo>
                    <a:pt x="3044" y="1646"/>
                  </a:lnTo>
                  <a:lnTo>
                    <a:pt x="3063" y="1656"/>
                  </a:lnTo>
                  <a:lnTo>
                    <a:pt x="3082" y="1675"/>
                  </a:lnTo>
                  <a:lnTo>
                    <a:pt x="3111" y="1684"/>
                  </a:lnTo>
                  <a:lnTo>
                    <a:pt x="3130" y="1694"/>
                  </a:lnTo>
                  <a:lnTo>
                    <a:pt x="3149" y="1704"/>
                  </a:lnTo>
                  <a:lnTo>
                    <a:pt x="3168" y="1723"/>
                  </a:lnTo>
                  <a:lnTo>
                    <a:pt x="3187" y="1732"/>
                  </a:lnTo>
                  <a:lnTo>
                    <a:pt x="3197" y="1742"/>
                  </a:lnTo>
                  <a:lnTo>
                    <a:pt x="3216" y="1761"/>
                  </a:lnTo>
                  <a:lnTo>
                    <a:pt x="3235" y="1771"/>
                  </a:lnTo>
                  <a:lnTo>
                    <a:pt x="3264" y="1790"/>
                  </a:lnTo>
                  <a:lnTo>
                    <a:pt x="3283" y="1809"/>
                  </a:lnTo>
                  <a:lnTo>
                    <a:pt x="3302" y="1838"/>
                  </a:lnTo>
                  <a:lnTo>
                    <a:pt x="3312" y="1847"/>
                  </a:lnTo>
                  <a:lnTo>
                    <a:pt x="3321" y="1857"/>
                  </a:lnTo>
                  <a:lnTo>
                    <a:pt x="3341" y="1866"/>
                  </a:lnTo>
                  <a:lnTo>
                    <a:pt x="3350" y="1885"/>
                  </a:lnTo>
                  <a:lnTo>
                    <a:pt x="3360" y="1895"/>
                  </a:lnTo>
                  <a:lnTo>
                    <a:pt x="3369" y="1904"/>
                  </a:lnTo>
                  <a:lnTo>
                    <a:pt x="3388" y="1924"/>
                  </a:lnTo>
                  <a:lnTo>
                    <a:pt x="3388" y="1933"/>
                  </a:lnTo>
                  <a:lnTo>
                    <a:pt x="3398" y="1943"/>
                  </a:lnTo>
                  <a:lnTo>
                    <a:pt x="3408" y="1962"/>
                  </a:lnTo>
                  <a:lnTo>
                    <a:pt x="3427" y="1991"/>
                  </a:lnTo>
                  <a:lnTo>
                    <a:pt x="3436" y="2010"/>
                  </a:lnTo>
                  <a:lnTo>
                    <a:pt x="3455" y="2029"/>
                  </a:lnTo>
                  <a:lnTo>
                    <a:pt x="3465" y="2048"/>
                  </a:lnTo>
                  <a:lnTo>
                    <a:pt x="3475" y="2067"/>
                  </a:lnTo>
                  <a:lnTo>
                    <a:pt x="3494" y="2096"/>
                  </a:lnTo>
                  <a:lnTo>
                    <a:pt x="3503" y="2115"/>
                  </a:lnTo>
                  <a:lnTo>
                    <a:pt x="3513" y="2134"/>
                  </a:lnTo>
                  <a:lnTo>
                    <a:pt x="3522" y="2163"/>
                  </a:lnTo>
                  <a:lnTo>
                    <a:pt x="3532" y="2182"/>
                  </a:lnTo>
                  <a:lnTo>
                    <a:pt x="3542" y="2211"/>
                  </a:lnTo>
                  <a:lnTo>
                    <a:pt x="3551" y="2230"/>
                  </a:lnTo>
                  <a:lnTo>
                    <a:pt x="3561" y="2259"/>
                  </a:lnTo>
                  <a:lnTo>
                    <a:pt x="3570" y="2278"/>
                  </a:lnTo>
                  <a:lnTo>
                    <a:pt x="3570" y="2306"/>
                  </a:lnTo>
                  <a:lnTo>
                    <a:pt x="3570" y="2326"/>
                  </a:lnTo>
                  <a:lnTo>
                    <a:pt x="3570" y="2354"/>
                  </a:lnTo>
                  <a:lnTo>
                    <a:pt x="3570" y="2364"/>
                  </a:lnTo>
                  <a:lnTo>
                    <a:pt x="3570" y="2373"/>
                  </a:lnTo>
                  <a:lnTo>
                    <a:pt x="3570" y="2402"/>
                  </a:lnTo>
                  <a:lnTo>
                    <a:pt x="3570" y="2412"/>
                  </a:lnTo>
                  <a:lnTo>
                    <a:pt x="3570" y="2431"/>
                  </a:lnTo>
                  <a:lnTo>
                    <a:pt x="3570" y="2469"/>
                  </a:lnTo>
                  <a:lnTo>
                    <a:pt x="3570" y="2479"/>
                  </a:lnTo>
                  <a:lnTo>
                    <a:pt x="3570" y="2507"/>
                  </a:lnTo>
                  <a:cubicBezTo>
                    <a:pt x="3637" y="2507"/>
                    <a:pt x="3637" y="2536"/>
                    <a:pt x="3637" y="2555"/>
                  </a:cubicBezTo>
                  <a:lnTo>
                    <a:pt x="3637" y="2622"/>
                  </a:lnTo>
                  <a:lnTo>
                    <a:pt x="3637" y="2651"/>
                  </a:lnTo>
                  <a:lnTo>
                    <a:pt x="3637" y="2689"/>
                  </a:lnTo>
                  <a:lnTo>
                    <a:pt x="3637" y="2708"/>
                  </a:lnTo>
                  <a:cubicBezTo>
                    <a:pt x="3637" y="2728"/>
                    <a:pt x="3637" y="2747"/>
                    <a:pt x="3628" y="2756"/>
                  </a:cubicBezTo>
                  <a:lnTo>
                    <a:pt x="3628" y="2775"/>
                  </a:lnTo>
                  <a:cubicBezTo>
                    <a:pt x="3628" y="2795"/>
                    <a:pt x="3618" y="2814"/>
                    <a:pt x="3609" y="2833"/>
                  </a:cubicBezTo>
                  <a:lnTo>
                    <a:pt x="3609" y="2842"/>
                  </a:lnTo>
                  <a:cubicBezTo>
                    <a:pt x="3609" y="2862"/>
                    <a:pt x="3599" y="2881"/>
                    <a:pt x="3599" y="2890"/>
                  </a:cubicBezTo>
                  <a:lnTo>
                    <a:pt x="3599" y="2909"/>
                  </a:lnTo>
                  <a:lnTo>
                    <a:pt x="3580" y="2957"/>
                  </a:lnTo>
                  <a:lnTo>
                    <a:pt x="3580" y="2967"/>
                  </a:lnTo>
                  <a:cubicBezTo>
                    <a:pt x="3561" y="3005"/>
                    <a:pt x="3542" y="3043"/>
                    <a:pt x="3522" y="3082"/>
                  </a:cubicBezTo>
                  <a:lnTo>
                    <a:pt x="3522" y="3091"/>
                  </a:lnTo>
                  <a:lnTo>
                    <a:pt x="3494" y="3129"/>
                  </a:lnTo>
                  <a:lnTo>
                    <a:pt x="3494" y="3139"/>
                  </a:lnTo>
                  <a:cubicBezTo>
                    <a:pt x="3455" y="3196"/>
                    <a:pt x="3417" y="3244"/>
                    <a:pt x="3369" y="3292"/>
                  </a:cubicBezTo>
                  <a:cubicBezTo>
                    <a:pt x="3321" y="3340"/>
                    <a:pt x="3274" y="3378"/>
                    <a:pt x="3226" y="3417"/>
                  </a:cubicBezTo>
                  <a:lnTo>
                    <a:pt x="3207" y="3436"/>
                  </a:lnTo>
                  <a:lnTo>
                    <a:pt x="3168" y="3455"/>
                  </a:lnTo>
                  <a:lnTo>
                    <a:pt x="3149" y="3464"/>
                  </a:lnTo>
                  <a:lnTo>
                    <a:pt x="3130" y="3474"/>
                  </a:lnTo>
                  <a:lnTo>
                    <a:pt x="3120" y="3484"/>
                  </a:lnTo>
                  <a:lnTo>
                    <a:pt x="3101" y="3493"/>
                  </a:lnTo>
                  <a:lnTo>
                    <a:pt x="3092" y="3493"/>
                  </a:lnTo>
                  <a:lnTo>
                    <a:pt x="3044" y="3522"/>
                  </a:lnTo>
                  <a:lnTo>
                    <a:pt x="3015" y="3531"/>
                  </a:lnTo>
                  <a:lnTo>
                    <a:pt x="2986" y="3541"/>
                  </a:lnTo>
                  <a:lnTo>
                    <a:pt x="2948" y="3560"/>
                  </a:lnTo>
                  <a:lnTo>
                    <a:pt x="2910" y="3560"/>
                  </a:lnTo>
                  <a:lnTo>
                    <a:pt x="2881" y="3570"/>
                  </a:lnTo>
                  <a:lnTo>
                    <a:pt x="2843" y="3570"/>
                  </a:lnTo>
                  <a:lnTo>
                    <a:pt x="2776" y="3579"/>
                  </a:lnTo>
                  <a:lnTo>
                    <a:pt x="2766" y="3579"/>
                  </a:lnTo>
                  <a:lnTo>
                    <a:pt x="2709" y="3589"/>
                  </a:lnTo>
                  <a:lnTo>
                    <a:pt x="2470" y="3589"/>
                  </a:lnTo>
                  <a:lnTo>
                    <a:pt x="2403" y="3570"/>
                  </a:lnTo>
                  <a:lnTo>
                    <a:pt x="2374" y="3570"/>
                  </a:lnTo>
                  <a:lnTo>
                    <a:pt x="2336" y="3560"/>
                  </a:lnTo>
                  <a:lnTo>
                    <a:pt x="2326" y="3560"/>
                  </a:lnTo>
                  <a:lnTo>
                    <a:pt x="2297" y="3551"/>
                  </a:lnTo>
                  <a:lnTo>
                    <a:pt x="2259" y="3541"/>
                  </a:lnTo>
                  <a:lnTo>
                    <a:pt x="2250" y="3541"/>
                  </a:lnTo>
                  <a:lnTo>
                    <a:pt x="2221" y="3531"/>
                  </a:lnTo>
                  <a:lnTo>
                    <a:pt x="2192" y="3522"/>
                  </a:lnTo>
                  <a:lnTo>
                    <a:pt x="2144" y="3493"/>
                  </a:lnTo>
                  <a:lnTo>
                    <a:pt x="2135" y="3493"/>
                  </a:lnTo>
                  <a:lnTo>
                    <a:pt x="2116" y="3484"/>
                  </a:lnTo>
                  <a:lnTo>
                    <a:pt x="2077" y="3464"/>
                  </a:lnTo>
                  <a:lnTo>
                    <a:pt x="2068" y="3455"/>
                  </a:lnTo>
                  <a:lnTo>
                    <a:pt x="2058" y="3455"/>
                  </a:lnTo>
                  <a:cubicBezTo>
                    <a:pt x="1790" y="3292"/>
                    <a:pt x="1618" y="3015"/>
                    <a:pt x="1580" y="2708"/>
                  </a:cubicBezTo>
                  <a:lnTo>
                    <a:pt x="1580" y="2689"/>
                  </a:lnTo>
                  <a:lnTo>
                    <a:pt x="1580" y="2641"/>
                  </a:lnTo>
                  <a:lnTo>
                    <a:pt x="1580" y="2622"/>
                  </a:lnTo>
                  <a:lnTo>
                    <a:pt x="1580" y="2565"/>
                  </a:lnTo>
                  <a:lnTo>
                    <a:pt x="1580" y="2488"/>
                  </a:lnTo>
                  <a:lnTo>
                    <a:pt x="1580" y="2460"/>
                  </a:lnTo>
                  <a:lnTo>
                    <a:pt x="1580" y="2412"/>
                  </a:lnTo>
                  <a:lnTo>
                    <a:pt x="1580" y="2402"/>
                  </a:lnTo>
                  <a:lnTo>
                    <a:pt x="1580" y="2364"/>
                  </a:lnTo>
                  <a:lnTo>
                    <a:pt x="1580" y="2354"/>
                  </a:lnTo>
                  <a:lnTo>
                    <a:pt x="1580" y="2345"/>
                  </a:lnTo>
                  <a:lnTo>
                    <a:pt x="1589" y="2316"/>
                  </a:lnTo>
                  <a:lnTo>
                    <a:pt x="1589" y="2297"/>
                  </a:lnTo>
                  <a:lnTo>
                    <a:pt x="1589" y="2268"/>
                  </a:lnTo>
                  <a:lnTo>
                    <a:pt x="1599" y="2249"/>
                  </a:lnTo>
                  <a:lnTo>
                    <a:pt x="1608" y="2220"/>
                  </a:lnTo>
                  <a:lnTo>
                    <a:pt x="1618" y="2201"/>
                  </a:lnTo>
                  <a:lnTo>
                    <a:pt x="1628" y="2172"/>
                  </a:lnTo>
                  <a:lnTo>
                    <a:pt x="1637" y="2153"/>
                  </a:lnTo>
                  <a:lnTo>
                    <a:pt x="1647" y="2134"/>
                  </a:lnTo>
                  <a:lnTo>
                    <a:pt x="1656" y="2105"/>
                  </a:lnTo>
                  <a:lnTo>
                    <a:pt x="1666" y="2086"/>
                  </a:lnTo>
                  <a:lnTo>
                    <a:pt x="1675" y="2067"/>
                  </a:lnTo>
                  <a:lnTo>
                    <a:pt x="1695" y="2038"/>
                  </a:lnTo>
                  <a:lnTo>
                    <a:pt x="1704" y="2019"/>
                  </a:lnTo>
                  <a:lnTo>
                    <a:pt x="1714" y="2000"/>
                  </a:lnTo>
                  <a:lnTo>
                    <a:pt x="1733" y="1981"/>
                  </a:lnTo>
                  <a:lnTo>
                    <a:pt x="1742" y="1962"/>
                  </a:lnTo>
                  <a:lnTo>
                    <a:pt x="1762" y="1943"/>
                  </a:lnTo>
                  <a:lnTo>
                    <a:pt x="1771" y="1914"/>
                  </a:lnTo>
                  <a:lnTo>
                    <a:pt x="1790" y="1904"/>
                  </a:lnTo>
                  <a:lnTo>
                    <a:pt x="1809" y="1885"/>
                  </a:lnTo>
                  <a:lnTo>
                    <a:pt x="1819" y="1876"/>
                  </a:lnTo>
                  <a:lnTo>
                    <a:pt x="1838" y="1857"/>
                  </a:lnTo>
                  <a:lnTo>
                    <a:pt x="1838" y="1847"/>
                  </a:lnTo>
                  <a:lnTo>
                    <a:pt x="1848" y="1838"/>
                  </a:lnTo>
                  <a:lnTo>
                    <a:pt x="1886" y="1809"/>
                  </a:lnTo>
                  <a:lnTo>
                    <a:pt x="1915" y="1780"/>
                  </a:lnTo>
                  <a:lnTo>
                    <a:pt x="1924" y="1771"/>
                  </a:lnTo>
                  <a:lnTo>
                    <a:pt x="1953" y="1751"/>
                  </a:lnTo>
                  <a:lnTo>
                    <a:pt x="1972" y="1742"/>
                  </a:lnTo>
                  <a:lnTo>
                    <a:pt x="1991" y="1723"/>
                  </a:lnTo>
                  <a:lnTo>
                    <a:pt x="2010" y="1713"/>
                  </a:lnTo>
                  <a:lnTo>
                    <a:pt x="2029" y="1694"/>
                  </a:lnTo>
                  <a:lnTo>
                    <a:pt x="2049" y="1684"/>
                  </a:lnTo>
                  <a:lnTo>
                    <a:pt x="2068" y="1675"/>
                  </a:lnTo>
                  <a:lnTo>
                    <a:pt x="2087" y="1665"/>
                  </a:lnTo>
                  <a:lnTo>
                    <a:pt x="2106" y="1646"/>
                  </a:lnTo>
                  <a:lnTo>
                    <a:pt x="2135" y="1637"/>
                  </a:lnTo>
                  <a:lnTo>
                    <a:pt x="2154" y="1627"/>
                  </a:lnTo>
                  <a:lnTo>
                    <a:pt x="2173" y="1617"/>
                  </a:lnTo>
                  <a:lnTo>
                    <a:pt x="2202" y="1608"/>
                  </a:lnTo>
                  <a:lnTo>
                    <a:pt x="2221" y="1598"/>
                  </a:lnTo>
                  <a:lnTo>
                    <a:pt x="2250" y="1589"/>
                  </a:lnTo>
                  <a:lnTo>
                    <a:pt x="2269" y="1589"/>
                  </a:lnTo>
                  <a:lnTo>
                    <a:pt x="2297" y="1579"/>
                  </a:lnTo>
                  <a:lnTo>
                    <a:pt x="2317" y="1579"/>
                  </a:lnTo>
                  <a:lnTo>
                    <a:pt x="2345" y="1570"/>
                  </a:lnTo>
                  <a:close/>
                  <a:moveTo>
                    <a:pt x="2058" y="0"/>
                  </a:moveTo>
                  <a:cubicBezTo>
                    <a:pt x="2020" y="0"/>
                    <a:pt x="1982" y="29"/>
                    <a:pt x="1982" y="77"/>
                  </a:cubicBezTo>
                  <a:lnTo>
                    <a:pt x="1982" y="517"/>
                  </a:lnTo>
                  <a:cubicBezTo>
                    <a:pt x="1828" y="565"/>
                    <a:pt x="1675" y="622"/>
                    <a:pt x="1532" y="708"/>
                  </a:cubicBezTo>
                  <a:lnTo>
                    <a:pt x="1216" y="392"/>
                  </a:lnTo>
                  <a:cubicBezTo>
                    <a:pt x="1202" y="373"/>
                    <a:pt x="1182" y="364"/>
                    <a:pt x="1163" y="364"/>
                  </a:cubicBezTo>
                  <a:cubicBezTo>
                    <a:pt x="1144" y="364"/>
                    <a:pt x="1125" y="373"/>
                    <a:pt x="1111" y="392"/>
                  </a:cubicBezTo>
                  <a:lnTo>
                    <a:pt x="393" y="1110"/>
                  </a:lnTo>
                  <a:cubicBezTo>
                    <a:pt x="364" y="1139"/>
                    <a:pt x="364" y="1187"/>
                    <a:pt x="393" y="1215"/>
                  </a:cubicBezTo>
                  <a:lnTo>
                    <a:pt x="709" y="1531"/>
                  </a:lnTo>
                  <a:cubicBezTo>
                    <a:pt x="632" y="1675"/>
                    <a:pt x="565" y="1818"/>
                    <a:pt x="517" y="1981"/>
                  </a:cubicBezTo>
                  <a:lnTo>
                    <a:pt x="77" y="1981"/>
                  </a:lnTo>
                  <a:cubicBezTo>
                    <a:pt x="29" y="1981"/>
                    <a:pt x="1" y="2010"/>
                    <a:pt x="1" y="2058"/>
                  </a:cubicBezTo>
                  <a:lnTo>
                    <a:pt x="1" y="3062"/>
                  </a:lnTo>
                  <a:cubicBezTo>
                    <a:pt x="1" y="3101"/>
                    <a:pt x="29" y="3139"/>
                    <a:pt x="77" y="3139"/>
                  </a:cubicBezTo>
                  <a:lnTo>
                    <a:pt x="517" y="3139"/>
                  </a:lnTo>
                  <a:cubicBezTo>
                    <a:pt x="565" y="3292"/>
                    <a:pt x="632" y="3445"/>
                    <a:pt x="709" y="3589"/>
                  </a:cubicBezTo>
                  <a:lnTo>
                    <a:pt x="393" y="3905"/>
                  </a:lnTo>
                  <a:cubicBezTo>
                    <a:pt x="364" y="3933"/>
                    <a:pt x="364" y="3981"/>
                    <a:pt x="393" y="4010"/>
                  </a:cubicBezTo>
                  <a:lnTo>
                    <a:pt x="1111" y="4728"/>
                  </a:lnTo>
                  <a:cubicBezTo>
                    <a:pt x="1125" y="4742"/>
                    <a:pt x="1144" y="4749"/>
                    <a:pt x="1163" y="4749"/>
                  </a:cubicBezTo>
                  <a:cubicBezTo>
                    <a:pt x="1182" y="4749"/>
                    <a:pt x="1202" y="4742"/>
                    <a:pt x="1216" y="4728"/>
                  </a:cubicBezTo>
                  <a:lnTo>
                    <a:pt x="1532" y="4412"/>
                  </a:lnTo>
                  <a:cubicBezTo>
                    <a:pt x="1675" y="4488"/>
                    <a:pt x="1828" y="4555"/>
                    <a:pt x="1982" y="4594"/>
                  </a:cubicBezTo>
                  <a:lnTo>
                    <a:pt x="1982" y="5044"/>
                  </a:lnTo>
                  <a:cubicBezTo>
                    <a:pt x="1982" y="5082"/>
                    <a:pt x="2020" y="5120"/>
                    <a:pt x="2058" y="5120"/>
                  </a:cubicBezTo>
                  <a:lnTo>
                    <a:pt x="3063" y="5120"/>
                  </a:lnTo>
                  <a:cubicBezTo>
                    <a:pt x="3111" y="5120"/>
                    <a:pt x="3140" y="5082"/>
                    <a:pt x="3140" y="5044"/>
                  </a:cubicBezTo>
                  <a:lnTo>
                    <a:pt x="3140" y="4594"/>
                  </a:lnTo>
                  <a:cubicBezTo>
                    <a:pt x="3302" y="4546"/>
                    <a:pt x="3446" y="4488"/>
                    <a:pt x="3589" y="4402"/>
                  </a:cubicBezTo>
                  <a:lnTo>
                    <a:pt x="3905" y="4718"/>
                  </a:lnTo>
                  <a:cubicBezTo>
                    <a:pt x="3920" y="4733"/>
                    <a:pt x="3941" y="4740"/>
                    <a:pt x="3963" y="4740"/>
                  </a:cubicBezTo>
                  <a:cubicBezTo>
                    <a:pt x="3984" y="4740"/>
                    <a:pt x="4006" y="4733"/>
                    <a:pt x="4020" y="4718"/>
                  </a:cubicBezTo>
                  <a:lnTo>
                    <a:pt x="4738" y="4000"/>
                  </a:lnTo>
                  <a:cubicBezTo>
                    <a:pt x="4767" y="3972"/>
                    <a:pt x="4767" y="3924"/>
                    <a:pt x="4738" y="3895"/>
                  </a:cubicBezTo>
                  <a:lnTo>
                    <a:pt x="4422" y="3579"/>
                  </a:lnTo>
                  <a:cubicBezTo>
                    <a:pt x="4499" y="3436"/>
                    <a:pt x="4556" y="3283"/>
                    <a:pt x="4604" y="3129"/>
                  </a:cubicBezTo>
                  <a:lnTo>
                    <a:pt x="5054" y="3129"/>
                  </a:lnTo>
                  <a:cubicBezTo>
                    <a:pt x="5092" y="3129"/>
                    <a:pt x="5130" y="3101"/>
                    <a:pt x="5130" y="3053"/>
                  </a:cubicBezTo>
                  <a:lnTo>
                    <a:pt x="5130" y="2048"/>
                  </a:lnTo>
                  <a:cubicBezTo>
                    <a:pt x="5121" y="2010"/>
                    <a:pt x="5092" y="1981"/>
                    <a:pt x="5054" y="1981"/>
                  </a:cubicBezTo>
                  <a:lnTo>
                    <a:pt x="4604" y="1981"/>
                  </a:lnTo>
                  <a:cubicBezTo>
                    <a:pt x="4556" y="1818"/>
                    <a:pt x="4499" y="1675"/>
                    <a:pt x="4422" y="1531"/>
                  </a:cubicBezTo>
                  <a:lnTo>
                    <a:pt x="4738" y="1215"/>
                  </a:lnTo>
                  <a:cubicBezTo>
                    <a:pt x="4767" y="1187"/>
                    <a:pt x="4767" y="1139"/>
                    <a:pt x="4738" y="1110"/>
                  </a:cubicBezTo>
                  <a:lnTo>
                    <a:pt x="4020" y="392"/>
                  </a:lnTo>
                  <a:cubicBezTo>
                    <a:pt x="4006" y="373"/>
                    <a:pt x="3984" y="364"/>
                    <a:pt x="3963" y="364"/>
                  </a:cubicBezTo>
                  <a:cubicBezTo>
                    <a:pt x="3941" y="364"/>
                    <a:pt x="3920" y="373"/>
                    <a:pt x="3905" y="392"/>
                  </a:cubicBezTo>
                  <a:lnTo>
                    <a:pt x="3589" y="708"/>
                  </a:lnTo>
                  <a:cubicBezTo>
                    <a:pt x="3446" y="622"/>
                    <a:pt x="3302" y="565"/>
                    <a:pt x="3140" y="517"/>
                  </a:cubicBezTo>
                  <a:lnTo>
                    <a:pt x="3140" y="77"/>
                  </a:lnTo>
                  <a:cubicBezTo>
                    <a:pt x="3140" y="29"/>
                    <a:pt x="3111" y="0"/>
                    <a:pt x="306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88" name="Google Shape;10088;p63"/>
            <p:cNvSpPr/>
            <p:nvPr/>
          </p:nvSpPr>
          <p:spPr>
            <a:xfrm>
              <a:off x="6673918" y="4502396"/>
              <a:ext cx="29936" cy="53807"/>
            </a:xfrm>
            <a:custGeom>
              <a:avLst/>
              <a:gdLst/>
              <a:ahLst/>
              <a:cxnLst/>
              <a:rect l="l" t="t" r="r" b="b"/>
              <a:pathLst>
                <a:path w="1140" h="2049" extrusionOk="0">
                  <a:moveTo>
                    <a:pt x="728" y="1"/>
                  </a:moveTo>
                  <a:lnTo>
                    <a:pt x="699" y="10"/>
                  </a:lnTo>
                  <a:lnTo>
                    <a:pt x="680" y="20"/>
                  </a:lnTo>
                  <a:lnTo>
                    <a:pt x="651" y="30"/>
                  </a:lnTo>
                  <a:lnTo>
                    <a:pt x="623" y="39"/>
                  </a:lnTo>
                  <a:lnTo>
                    <a:pt x="604" y="49"/>
                  </a:lnTo>
                  <a:lnTo>
                    <a:pt x="584" y="58"/>
                  </a:lnTo>
                  <a:lnTo>
                    <a:pt x="556" y="68"/>
                  </a:lnTo>
                  <a:lnTo>
                    <a:pt x="537" y="77"/>
                  </a:lnTo>
                  <a:lnTo>
                    <a:pt x="508" y="87"/>
                  </a:lnTo>
                  <a:lnTo>
                    <a:pt x="489" y="97"/>
                  </a:lnTo>
                  <a:lnTo>
                    <a:pt x="470" y="116"/>
                  </a:lnTo>
                  <a:lnTo>
                    <a:pt x="451" y="125"/>
                  </a:lnTo>
                  <a:lnTo>
                    <a:pt x="431" y="144"/>
                  </a:lnTo>
                  <a:lnTo>
                    <a:pt x="412" y="154"/>
                  </a:lnTo>
                  <a:lnTo>
                    <a:pt x="393" y="164"/>
                  </a:lnTo>
                  <a:lnTo>
                    <a:pt x="374" y="173"/>
                  </a:lnTo>
                  <a:lnTo>
                    <a:pt x="355" y="202"/>
                  </a:lnTo>
                  <a:lnTo>
                    <a:pt x="336" y="211"/>
                  </a:lnTo>
                  <a:lnTo>
                    <a:pt x="307" y="240"/>
                  </a:lnTo>
                  <a:lnTo>
                    <a:pt x="269" y="269"/>
                  </a:lnTo>
                  <a:lnTo>
                    <a:pt x="259" y="278"/>
                  </a:lnTo>
                  <a:lnTo>
                    <a:pt x="240" y="298"/>
                  </a:lnTo>
                  <a:lnTo>
                    <a:pt x="230" y="317"/>
                  </a:lnTo>
                  <a:lnTo>
                    <a:pt x="211" y="336"/>
                  </a:lnTo>
                  <a:lnTo>
                    <a:pt x="202" y="345"/>
                  </a:lnTo>
                  <a:lnTo>
                    <a:pt x="183" y="364"/>
                  </a:lnTo>
                  <a:lnTo>
                    <a:pt x="173" y="384"/>
                  </a:lnTo>
                  <a:lnTo>
                    <a:pt x="154" y="412"/>
                  </a:lnTo>
                  <a:lnTo>
                    <a:pt x="144" y="431"/>
                  </a:lnTo>
                  <a:lnTo>
                    <a:pt x="135" y="451"/>
                  </a:lnTo>
                  <a:lnTo>
                    <a:pt x="116" y="470"/>
                  </a:lnTo>
                  <a:lnTo>
                    <a:pt x="106" y="498"/>
                  </a:lnTo>
                  <a:lnTo>
                    <a:pt x="96" y="518"/>
                  </a:lnTo>
                  <a:lnTo>
                    <a:pt x="77" y="537"/>
                  </a:lnTo>
                  <a:lnTo>
                    <a:pt x="68" y="565"/>
                  </a:lnTo>
                  <a:lnTo>
                    <a:pt x="58" y="585"/>
                  </a:lnTo>
                  <a:lnTo>
                    <a:pt x="49" y="604"/>
                  </a:lnTo>
                  <a:lnTo>
                    <a:pt x="39" y="632"/>
                  </a:lnTo>
                  <a:lnTo>
                    <a:pt x="29" y="652"/>
                  </a:lnTo>
                  <a:lnTo>
                    <a:pt x="29" y="680"/>
                  </a:lnTo>
                  <a:lnTo>
                    <a:pt x="20" y="699"/>
                  </a:lnTo>
                  <a:lnTo>
                    <a:pt x="10" y="728"/>
                  </a:lnTo>
                  <a:lnTo>
                    <a:pt x="10" y="747"/>
                  </a:lnTo>
                  <a:lnTo>
                    <a:pt x="1" y="776"/>
                  </a:lnTo>
                  <a:lnTo>
                    <a:pt x="1" y="786"/>
                  </a:lnTo>
                  <a:lnTo>
                    <a:pt x="1" y="805"/>
                  </a:lnTo>
                  <a:lnTo>
                    <a:pt x="1" y="833"/>
                  </a:lnTo>
                  <a:lnTo>
                    <a:pt x="1" y="853"/>
                  </a:lnTo>
                  <a:lnTo>
                    <a:pt x="1" y="891"/>
                  </a:lnTo>
                  <a:lnTo>
                    <a:pt x="1" y="900"/>
                  </a:lnTo>
                  <a:lnTo>
                    <a:pt x="1" y="929"/>
                  </a:lnTo>
                  <a:lnTo>
                    <a:pt x="1" y="1006"/>
                  </a:lnTo>
                  <a:lnTo>
                    <a:pt x="1" y="1073"/>
                  </a:lnTo>
                  <a:lnTo>
                    <a:pt x="1" y="1082"/>
                  </a:lnTo>
                  <a:lnTo>
                    <a:pt x="1" y="1140"/>
                  </a:lnTo>
                  <a:lnTo>
                    <a:pt x="1" y="1149"/>
                  </a:lnTo>
                  <a:cubicBezTo>
                    <a:pt x="49" y="1465"/>
                    <a:pt x="221" y="1743"/>
                    <a:pt x="489" y="1905"/>
                  </a:cubicBezTo>
                  <a:lnTo>
                    <a:pt x="498" y="1915"/>
                  </a:lnTo>
                  <a:lnTo>
                    <a:pt x="508" y="1915"/>
                  </a:lnTo>
                  <a:lnTo>
                    <a:pt x="517" y="1924"/>
                  </a:lnTo>
                  <a:lnTo>
                    <a:pt x="556" y="1944"/>
                  </a:lnTo>
                  <a:lnTo>
                    <a:pt x="565" y="1953"/>
                  </a:lnTo>
                  <a:lnTo>
                    <a:pt x="575" y="1953"/>
                  </a:lnTo>
                  <a:lnTo>
                    <a:pt x="632" y="1982"/>
                  </a:lnTo>
                  <a:lnTo>
                    <a:pt x="661" y="1991"/>
                  </a:lnTo>
                  <a:lnTo>
                    <a:pt x="690" y="2001"/>
                  </a:lnTo>
                  <a:lnTo>
                    <a:pt x="699" y="2001"/>
                  </a:lnTo>
                  <a:lnTo>
                    <a:pt x="747" y="2020"/>
                  </a:lnTo>
                  <a:lnTo>
                    <a:pt x="776" y="2030"/>
                  </a:lnTo>
                  <a:lnTo>
                    <a:pt x="814" y="2039"/>
                  </a:lnTo>
                  <a:lnTo>
                    <a:pt x="833" y="2039"/>
                  </a:lnTo>
                  <a:lnTo>
                    <a:pt x="900" y="2049"/>
                  </a:lnTo>
                  <a:lnTo>
                    <a:pt x="1140" y="2049"/>
                  </a:lnTo>
                  <a:lnTo>
                    <a:pt x="1073" y="2039"/>
                  </a:lnTo>
                  <a:lnTo>
                    <a:pt x="1044" y="2039"/>
                  </a:lnTo>
                  <a:lnTo>
                    <a:pt x="1006" y="2030"/>
                  </a:lnTo>
                  <a:lnTo>
                    <a:pt x="977" y="2020"/>
                  </a:lnTo>
                  <a:lnTo>
                    <a:pt x="939" y="2001"/>
                  </a:lnTo>
                  <a:lnTo>
                    <a:pt x="929" y="2001"/>
                  </a:lnTo>
                  <a:lnTo>
                    <a:pt x="891" y="1991"/>
                  </a:lnTo>
                  <a:lnTo>
                    <a:pt x="862" y="1982"/>
                  </a:lnTo>
                  <a:lnTo>
                    <a:pt x="814" y="1953"/>
                  </a:lnTo>
                  <a:lnTo>
                    <a:pt x="805" y="1953"/>
                  </a:lnTo>
                  <a:lnTo>
                    <a:pt x="785" y="1944"/>
                  </a:lnTo>
                  <a:lnTo>
                    <a:pt x="757" y="1924"/>
                  </a:lnTo>
                  <a:lnTo>
                    <a:pt x="738" y="1915"/>
                  </a:lnTo>
                  <a:lnTo>
                    <a:pt x="728" y="1905"/>
                  </a:lnTo>
                  <a:cubicBezTo>
                    <a:pt x="460" y="1743"/>
                    <a:pt x="278" y="1465"/>
                    <a:pt x="240" y="1149"/>
                  </a:cubicBezTo>
                  <a:lnTo>
                    <a:pt x="240" y="1140"/>
                  </a:lnTo>
                  <a:lnTo>
                    <a:pt x="240" y="1082"/>
                  </a:lnTo>
                  <a:lnTo>
                    <a:pt x="240" y="1073"/>
                  </a:lnTo>
                  <a:lnTo>
                    <a:pt x="240" y="1006"/>
                  </a:lnTo>
                  <a:lnTo>
                    <a:pt x="240" y="929"/>
                  </a:lnTo>
                  <a:lnTo>
                    <a:pt x="240" y="900"/>
                  </a:lnTo>
                  <a:lnTo>
                    <a:pt x="240" y="891"/>
                  </a:lnTo>
                  <a:lnTo>
                    <a:pt x="240" y="853"/>
                  </a:lnTo>
                  <a:lnTo>
                    <a:pt x="240" y="833"/>
                  </a:lnTo>
                  <a:lnTo>
                    <a:pt x="240" y="805"/>
                  </a:lnTo>
                  <a:lnTo>
                    <a:pt x="240" y="786"/>
                  </a:lnTo>
                  <a:lnTo>
                    <a:pt x="240" y="776"/>
                  </a:lnTo>
                  <a:lnTo>
                    <a:pt x="240" y="747"/>
                  </a:lnTo>
                  <a:lnTo>
                    <a:pt x="240" y="728"/>
                  </a:lnTo>
                  <a:lnTo>
                    <a:pt x="250" y="699"/>
                  </a:lnTo>
                  <a:lnTo>
                    <a:pt x="259" y="680"/>
                  </a:lnTo>
                  <a:lnTo>
                    <a:pt x="269" y="652"/>
                  </a:lnTo>
                  <a:lnTo>
                    <a:pt x="278" y="632"/>
                  </a:lnTo>
                  <a:lnTo>
                    <a:pt x="288" y="604"/>
                  </a:lnTo>
                  <a:lnTo>
                    <a:pt x="297" y="585"/>
                  </a:lnTo>
                  <a:lnTo>
                    <a:pt x="307" y="565"/>
                  </a:lnTo>
                  <a:lnTo>
                    <a:pt x="317" y="537"/>
                  </a:lnTo>
                  <a:lnTo>
                    <a:pt x="326" y="518"/>
                  </a:lnTo>
                  <a:lnTo>
                    <a:pt x="336" y="498"/>
                  </a:lnTo>
                  <a:lnTo>
                    <a:pt x="355" y="470"/>
                  </a:lnTo>
                  <a:lnTo>
                    <a:pt x="364" y="451"/>
                  </a:lnTo>
                  <a:lnTo>
                    <a:pt x="384" y="431"/>
                  </a:lnTo>
                  <a:lnTo>
                    <a:pt x="393" y="412"/>
                  </a:lnTo>
                  <a:lnTo>
                    <a:pt x="412" y="384"/>
                  </a:lnTo>
                  <a:lnTo>
                    <a:pt x="422" y="364"/>
                  </a:lnTo>
                  <a:lnTo>
                    <a:pt x="441" y="345"/>
                  </a:lnTo>
                  <a:lnTo>
                    <a:pt x="451" y="336"/>
                  </a:lnTo>
                  <a:lnTo>
                    <a:pt x="470" y="317"/>
                  </a:lnTo>
                  <a:lnTo>
                    <a:pt x="479" y="298"/>
                  </a:lnTo>
                  <a:lnTo>
                    <a:pt x="498" y="278"/>
                  </a:lnTo>
                  <a:lnTo>
                    <a:pt x="508" y="269"/>
                  </a:lnTo>
                  <a:lnTo>
                    <a:pt x="537" y="240"/>
                  </a:lnTo>
                  <a:lnTo>
                    <a:pt x="575" y="211"/>
                  </a:lnTo>
                  <a:lnTo>
                    <a:pt x="584" y="202"/>
                  </a:lnTo>
                  <a:lnTo>
                    <a:pt x="613" y="173"/>
                  </a:lnTo>
                  <a:lnTo>
                    <a:pt x="623" y="164"/>
                  </a:lnTo>
                  <a:lnTo>
                    <a:pt x="651" y="154"/>
                  </a:lnTo>
                  <a:lnTo>
                    <a:pt x="661" y="144"/>
                  </a:lnTo>
                  <a:lnTo>
                    <a:pt x="690" y="125"/>
                  </a:lnTo>
                  <a:lnTo>
                    <a:pt x="699" y="116"/>
                  </a:lnTo>
                  <a:lnTo>
                    <a:pt x="728" y="97"/>
                  </a:lnTo>
                  <a:lnTo>
                    <a:pt x="747" y="87"/>
                  </a:lnTo>
                  <a:lnTo>
                    <a:pt x="766" y="77"/>
                  </a:lnTo>
                  <a:lnTo>
                    <a:pt x="795" y="68"/>
                  </a:lnTo>
                  <a:lnTo>
                    <a:pt x="814" y="58"/>
                  </a:lnTo>
                  <a:lnTo>
                    <a:pt x="833" y="49"/>
                  </a:lnTo>
                  <a:lnTo>
                    <a:pt x="862" y="39"/>
                  </a:lnTo>
                  <a:lnTo>
                    <a:pt x="881" y="30"/>
                  </a:lnTo>
                  <a:lnTo>
                    <a:pt x="910" y="20"/>
                  </a:lnTo>
                  <a:lnTo>
                    <a:pt x="929" y="10"/>
                  </a:lnTo>
                  <a:lnTo>
                    <a:pt x="958" y="1"/>
                  </a:ln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89" name="Google Shape;10089;p63"/>
          <p:cNvGrpSpPr/>
          <p:nvPr/>
        </p:nvGrpSpPr>
        <p:grpSpPr>
          <a:xfrm>
            <a:off x="7128724" y="4138656"/>
            <a:ext cx="232979" cy="343560"/>
            <a:chOff x="7133336" y="4291056"/>
            <a:chExt cx="232979" cy="343560"/>
          </a:xfrm>
        </p:grpSpPr>
        <p:sp>
          <p:nvSpPr>
            <p:cNvPr id="10090" name="Google Shape;10090;p63"/>
            <p:cNvSpPr/>
            <p:nvPr/>
          </p:nvSpPr>
          <p:spPr>
            <a:xfrm>
              <a:off x="7224800" y="4396358"/>
              <a:ext cx="49789" cy="50025"/>
            </a:xfrm>
            <a:custGeom>
              <a:avLst/>
              <a:gdLst/>
              <a:ahLst/>
              <a:cxnLst/>
              <a:rect l="l" t="t" r="r" b="b"/>
              <a:pathLst>
                <a:path w="1896" h="1905" extrusionOk="0">
                  <a:moveTo>
                    <a:pt x="1" y="0"/>
                  </a:moveTo>
                  <a:lnTo>
                    <a:pt x="1" y="1905"/>
                  </a:lnTo>
                  <a:lnTo>
                    <a:pt x="1896" y="1905"/>
                  </a:lnTo>
                  <a:lnTo>
                    <a:pt x="1896"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1" name="Google Shape;10091;p63"/>
            <p:cNvSpPr/>
            <p:nvPr/>
          </p:nvSpPr>
          <p:spPr>
            <a:xfrm>
              <a:off x="7224800" y="4396358"/>
              <a:ext cx="50052" cy="27652"/>
            </a:xfrm>
            <a:custGeom>
              <a:avLst/>
              <a:gdLst/>
              <a:ahLst/>
              <a:cxnLst/>
              <a:rect l="l" t="t" r="r" b="b"/>
              <a:pathLst>
                <a:path w="1906" h="1053" extrusionOk="0">
                  <a:moveTo>
                    <a:pt x="1" y="0"/>
                  </a:moveTo>
                  <a:lnTo>
                    <a:pt x="1" y="881"/>
                  </a:lnTo>
                  <a:cubicBezTo>
                    <a:pt x="307" y="995"/>
                    <a:pt x="630" y="1053"/>
                    <a:pt x="953" y="1053"/>
                  </a:cubicBezTo>
                  <a:cubicBezTo>
                    <a:pt x="1276" y="1053"/>
                    <a:pt x="1599" y="995"/>
                    <a:pt x="1905" y="881"/>
                  </a:cubicBezTo>
                  <a:lnTo>
                    <a:pt x="1905"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2" name="Google Shape;10092;p63"/>
            <p:cNvSpPr/>
            <p:nvPr/>
          </p:nvSpPr>
          <p:spPr>
            <a:xfrm>
              <a:off x="7199932" y="4291056"/>
              <a:ext cx="99788" cy="77414"/>
            </a:xfrm>
            <a:custGeom>
              <a:avLst/>
              <a:gdLst/>
              <a:ahLst/>
              <a:cxnLst/>
              <a:rect l="l" t="t" r="r" b="b"/>
              <a:pathLst>
                <a:path w="3800" h="2948" extrusionOk="0">
                  <a:moveTo>
                    <a:pt x="1246" y="0"/>
                  </a:moveTo>
                  <a:cubicBezTo>
                    <a:pt x="556" y="0"/>
                    <a:pt x="0" y="571"/>
                    <a:pt x="0" y="1264"/>
                  </a:cubicBezTo>
                  <a:lnTo>
                    <a:pt x="0" y="1828"/>
                  </a:lnTo>
                  <a:cubicBezTo>
                    <a:pt x="0" y="2010"/>
                    <a:pt x="29" y="2192"/>
                    <a:pt x="86" y="2364"/>
                  </a:cubicBezTo>
                  <a:lnTo>
                    <a:pt x="173" y="2642"/>
                  </a:lnTo>
                  <a:cubicBezTo>
                    <a:pt x="192" y="2699"/>
                    <a:pt x="211" y="2776"/>
                    <a:pt x="211" y="2843"/>
                  </a:cubicBezTo>
                  <a:lnTo>
                    <a:pt x="211" y="2948"/>
                  </a:lnTo>
                  <a:lnTo>
                    <a:pt x="3589" y="2948"/>
                  </a:lnTo>
                  <a:lnTo>
                    <a:pt x="3589" y="2843"/>
                  </a:lnTo>
                  <a:cubicBezTo>
                    <a:pt x="3589" y="2776"/>
                    <a:pt x="3599" y="2699"/>
                    <a:pt x="3618" y="2642"/>
                  </a:cubicBezTo>
                  <a:lnTo>
                    <a:pt x="3714" y="2364"/>
                  </a:lnTo>
                  <a:cubicBezTo>
                    <a:pt x="3771" y="2192"/>
                    <a:pt x="3800" y="2010"/>
                    <a:pt x="3800" y="1828"/>
                  </a:cubicBezTo>
                  <a:lnTo>
                    <a:pt x="3800" y="421"/>
                  </a:lnTo>
                  <a:cubicBezTo>
                    <a:pt x="3800" y="192"/>
                    <a:pt x="3608" y="0"/>
                    <a:pt x="3369" y="0"/>
                  </a:cubicBezTo>
                  <a:lnTo>
                    <a:pt x="1264" y="0"/>
                  </a:lnTo>
                  <a:cubicBezTo>
                    <a:pt x="1258" y="0"/>
                    <a:pt x="1252" y="0"/>
                    <a:pt x="12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3" name="Google Shape;10093;p63"/>
            <p:cNvSpPr/>
            <p:nvPr/>
          </p:nvSpPr>
          <p:spPr>
            <a:xfrm>
              <a:off x="7199932" y="4291056"/>
              <a:ext cx="41990" cy="77414"/>
            </a:xfrm>
            <a:custGeom>
              <a:avLst/>
              <a:gdLst/>
              <a:ahLst/>
              <a:cxnLst/>
              <a:rect l="l" t="t" r="r" b="b"/>
              <a:pathLst>
                <a:path w="1599" h="2948" extrusionOk="0">
                  <a:moveTo>
                    <a:pt x="1246" y="0"/>
                  </a:moveTo>
                  <a:cubicBezTo>
                    <a:pt x="556" y="0"/>
                    <a:pt x="0" y="571"/>
                    <a:pt x="0" y="1264"/>
                  </a:cubicBezTo>
                  <a:lnTo>
                    <a:pt x="0" y="1828"/>
                  </a:lnTo>
                  <a:cubicBezTo>
                    <a:pt x="0" y="2010"/>
                    <a:pt x="29" y="2192"/>
                    <a:pt x="86" y="2364"/>
                  </a:cubicBezTo>
                  <a:lnTo>
                    <a:pt x="173" y="2642"/>
                  </a:lnTo>
                  <a:cubicBezTo>
                    <a:pt x="192" y="2699"/>
                    <a:pt x="211" y="2776"/>
                    <a:pt x="211" y="2843"/>
                  </a:cubicBezTo>
                  <a:lnTo>
                    <a:pt x="211" y="2948"/>
                  </a:lnTo>
                  <a:lnTo>
                    <a:pt x="1474" y="2948"/>
                  </a:lnTo>
                  <a:lnTo>
                    <a:pt x="1474" y="1474"/>
                  </a:lnTo>
                  <a:cubicBezTo>
                    <a:pt x="1101" y="1474"/>
                    <a:pt x="795" y="1168"/>
                    <a:pt x="795" y="795"/>
                  </a:cubicBezTo>
                  <a:cubicBezTo>
                    <a:pt x="795" y="354"/>
                    <a:pt x="1158" y="0"/>
                    <a:pt x="1599" y="0"/>
                  </a:cubicBezTo>
                  <a:lnTo>
                    <a:pt x="1264" y="0"/>
                  </a:lnTo>
                  <a:cubicBezTo>
                    <a:pt x="1258" y="0"/>
                    <a:pt x="1252" y="0"/>
                    <a:pt x="124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4" name="Google Shape;10094;p63"/>
            <p:cNvSpPr/>
            <p:nvPr/>
          </p:nvSpPr>
          <p:spPr>
            <a:xfrm>
              <a:off x="7172043" y="4429525"/>
              <a:ext cx="155065" cy="72162"/>
            </a:xfrm>
            <a:custGeom>
              <a:avLst/>
              <a:gdLst/>
              <a:ahLst/>
              <a:cxnLst/>
              <a:rect l="l" t="t" r="r" b="b"/>
              <a:pathLst>
                <a:path w="5905" h="2748" extrusionOk="0">
                  <a:moveTo>
                    <a:pt x="2115" y="0"/>
                  </a:moveTo>
                  <a:lnTo>
                    <a:pt x="603" y="450"/>
                  </a:lnTo>
                  <a:cubicBezTo>
                    <a:pt x="249" y="565"/>
                    <a:pt x="0" y="890"/>
                    <a:pt x="0" y="1264"/>
                  </a:cubicBezTo>
                  <a:lnTo>
                    <a:pt x="0" y="2537"/>
                  </a:lnTo>
                  <a:cubicBezTo>
                    <a:pt x="0" y="2651"/>
                    <a:pt x="96" y="2738"/>
                    <a:pt x="211" y="2747"/>
                  </a:cubicBezTo>
                  <a:lnTo>
                    <a:pt x="5694" y="2747"/>
                  </a:lnTo>
                  <a:cubicBezTo>
                    <a:pt x="5819" y="2747"/>
                    <a:pt x="5905" y="2651"/>
                    <a:pt x="5905" y="2537"/>
                  </a:cubicBezTo>
                  <a:lnTo>
                    <a:pt x="5905" y="1264"/>
                  </a:lnTo>
                  <a:cubicBezTo>
                    <a:pt x="5905" y="890"/>
                    <a:pt x="5666" y="565"/>
                    <a:pt x="5312" y="450"/>
                  </a:cubicBezTo>
                  <a:lnTo>
                    <a:pt x="3799" y="0"/>
                  </a:lnTo>
                  <a:lnTo>
                    <a:pt x="2957" y="651"/>
                  </a:lnTo>
                  <a:lnTo>
                    <a:pt x="2115"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5" name="Google Shape;10095;p63"/>
            <p:cNvSpPr/>
            <p:nvPr/>
          </p:nvSpPr>
          <p:spPr>
            <a:xfrm>
              <a:off x="7241396" y="4451636"/>
              <a:ext cx="16623" cy="50052"/>
            </a:xfrm>
            <a:custGeom>
              <a:avLst/>
              <a:gdLst/>
              <a:ahLst/>
              <a:cxnLst/>
              <a:rect l="l" t="t" r="r" b="b"/>
              <a:pathLst>
                <a:path w="633" h="1906" extrusionOk="0">
                  <a:moveTo>
                    <a:pt x="163" y="1"/>
                  </a:moveTo>
                  <a:lnTo>
                    <a:pt x="0" y="1905"/>
                  </a:lnTo>
                  <a:lnTo>
                    <a:pt x="632" y="1905"/>
                  </a:lnTo>
                  <a:lnTo>
                    <a:pt x="479"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6" name="Google Shape;10096;p63"/>
            <p:cNvSpPr/>
            <p:nvPr/>
          </p:nvSpPr>
          <p:spPr>
            <a:xfrm>
              <a:off x="7172043" y="4450139"/>
              <a:ext cx="27914" cy="51548"/>
            </a:xfrm>
            <a:custGeom>
              <a:avLst/>
              <a:gdLst/>
              <a:ahLst/>
              <a:cxnLst/>
              <a:rect l="l" t="t" r="r" b="b"/>
              <a:pathLst>
                <a:path w="1063" h="1963" extrusionOk="0">
                  <a:moveTo>
                    <a:pt x="153" y="0"/>
                  </a:moveTo>
                  <a:cubicBezTo>
                    <a:pt x="57" y="144"/>
                    <a:pt x="0" y="306"/>
                    <a:pt x="0" y="479"/>
                  </a:cubicBezTo>
                  <a:lnTo>
                    <a:pt x="0" y="1752"/>
                  </a:lnTo>
                  <a:cubicBezTo>
                    <a:pt x="0" y="1866"/>
                    <a:pt x="96" y="1962"/>
                    <a:pt x="211" y="1962"/>
                  </a:cubicBezTo>
                  <a:lnTo>
                    <a:pt x="1062" y="1962"/>
                  </a:lnTo>
                  <a:lnTo>
                    <a:pt x="1062" y="1168"/>
                  </a:lnTo>
                  <a:cubicBezTo>
                    <a:pt x="1062" y="996"/>
                    <a:pt x="995" y="842"/>
                    <a:pt x="871" y="718"/>
                  </a:cubicBezTo>
                  <a:lnTo>
                    <a:pt x="153"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7" name="Google Shape;10097;p63"/>
            <p:cNvSpPr/>
            <p:nvPr/>
          </p:nvSpPr>
          <p:spPr>
            <a:xfrm>
              <a:off x="7299693" y="4450139"/>
              <a:ext cx="27678" cy="51548"/>
            </a:xfrm>
            <a:custGeom>
              <a:avLst/>
              <a:gdLst/>
              <a:ahLst/>
              <a:cxnLst/>
              <a:rect l="l" t="t" r="r" b="b"/>
              <a:pathLst>
                <a:path w="1054" h="1963" extrusionOk="0">
                  <a:moveTo>
                    <a:pt x="900" y="0"/>
                  </a:moveTo>
                  <a:lnTo>
                    <a:pt x="183" y="718"/>
                  </a:lnTo>
                  <a:cubicBezTo>
                    <a:pt x="68" y="842"/>
                    <a:pt x="1" y="996"/>
                    <a:pt x="1" y="1168"/>
                  </a:cubicBezTo>
                  <a:lnTo>
                    <a:pt x="1" y="1962"/>
                  </a:lnTo>
                  <a:lnTo>
                    <a:pt x="843" y="1962"/>
                  </a:lnTo>
                  <a:cubicBezTo>
                    <a:pt x="958" y="1962"/>
                    <a:pt x="1053" y="1866"/>
                    <a:pt x="1053" y="1752"/>
                  </a:cubicBezTo>
                  <a:lnTo>
                    <a:pt x="1053" y="479"/>
                  </a:lnTo>
                  <a:cubicBezTo>
                    <a:pt x="1053" y="306"/>
                    <a:pt x="1006" y="144"/>
                    <a:pt x="900"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8" name="Google Shape;10098;p63"/>
            <p:cNvSpPr/>
            <p:nvPr/>
          </p:nvSpPr>
          <p:spPr>
            <a:xfrm>
              <a:off x="7241396" y="4446620"/>
              <a:ext cx="16623" cy="13340"/>
            </a:xfrm>
            <a:custGeom>
              <a:avLst/>
              <a:gdLst/>
              <a:ahLst/>
              <a:cxnLst/>
              <a:rect l="l" t="t" r="r" b="b"/>
              <a:pathLst>
                <a:path w="633" h="508" extrusionOk="0">
                  <a:moveTo>
                    <a:pt x="0" y="0"/>
                  </a:moveTo>
                  <a:lnTo>
                    <a:pt x="0" y="383"/>
                  </a:lnTo>
                  <a:cubicBezTo>
                    <a:pt x="0" y="450"/>
                    <a:pt x="58" y="507"/>
                    <a:pt x="125" y="507"/>
                  </a:cubicBezTo>
                  <a:lnTo>
                    <a:pt x="508" y="507"/>
                  </a:lnTo>
                  <a:cubicBezTo>
                    <a:pt x="575" y="507"/>
                    <a:pt x="632" y="460"/>
                    <a:pt x="632" y="393"/>
                  </a:cubicBezTo>
                  <a:lnTo>
                    <a:pt x="632"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9" name="Google Shape;10099;p63"/>
            <p:cNvSpPr/>
            <p:nvPr/>
          </p:nvSpPr>
          <p:spPr>
            <a:xfrm>
              <a:off x="7215267" y="4424115"/>
              <a:ext cx="34453" cy="31013"/>
            </a:xfrm>
            <a:custGeom>
              <a:avLst/>
              <a:gdLst/>
              <a:ahLst/>
              <a:cxnLst/>
              <a:rect l="l" t="t" r="r" b="b"/>
              <a:pathLst>
                <a:path w="1312" h="1181" extrusionOk="0">
                  <a:moveTo>
                    <a:pt x="328" y="0"/>
                  </a:moveTo>
                  <a:cubicBezTo>
                    <a:pt x="286" y="0"/>
                    <a:pt x="246" y="17"/>
                    <a:pt x="220" y="53"/>
                  </a:cubicBezTo>
                  <a:lnTo>
                    <a:pt x="0" y="350"/>
                  </a:lnTo>
                  <a:lnTo>
                    <a:pt x="507" y="1077"/>
                  </a:lnTo>
                  <a:cubicBezTo>
                    <a:pt x="556" y="1144"/>
                    <a:pt x="628" y="1180"/>
                    <a:pt x="701" y="1180"/>
                  </a:cubicBezTo>
                  <a:cubicBezTo>
                    <a:pt x="743" y="1180"/>
                    <a:pt x="785" y="1169"/>
                    <a:pt x="823" y="1144"/>
                  </a:cubicBezTo>
                  <a:lnTo>
                    <a:pt x="1311" y="848"/>
                  </a:lnTo>
                  <a:lnTo>
                    <a:pt x="431" y="34"/>
                  </a:lnTo>
                  <a:cubicBezTo>
                    <a:pt x="400" y="12"/>
                    <a:pt x="363" y="0"/>
                    <a:pt x="328"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0" name="Google Shape;10100;p63"/>
            <p:cNvSpPr/>
            <p:nvPr/>
          </p:nvSpPr>
          <p:spPr>
            <a:xfrm>
              <a:off x="7249694" y="4424246"/>
              <a:ext cx="34453" cy="30882"/>
            </a:xfrm>
            <a:custGeom>
              <a:avLst/>
              <a:gdLst/>
              <a:ahLst/>
              <a:cxnLst/>
              <a:rect l="l" t="t" r="r" b="b"/>
              <a:pathLst>
                <a:path w="1312" h="1176" extrusionOk="0">
                  <a:moveTo>
                    <a:pt x="986" y="0"/>
                  </a:moveTo>
                  <a:cubicBezTo>
                    <a:pt x="951" y="0"/>
                    <a:pt x="917" y="12"/>
                    <a:pt x="890" y="39"/>
                  </a:cubicBezTo>
                  <a:lnTo>
                    <a:pt x="0" y="852"/>
                  </a:lnTo>
                  <a:lnTo>
                    <a:pt x="488" y="1139"/>
                  </a:lnTo>
                  <a:cubicBezTo>
                    <a:pt x="527" y="1164"/>
                    <a:pt x="570" y="1175"/>
                    <a:pt x="613" y="1175"/>
                  </a:cubicBezTo>
                  <a:cubicBezTo>
                    <a:pt x="689" y="1175"/>
                    <a:pt x="765" y="1139"/>
                    <a:pt x="814" y="1072"/>
                  </a:cubicBezTo>
                  <a:lnTo>
                    <a:pt x="1311" y="345"/>
                  </a:lnTo>
                  <a:lnTo>
                    <a:pt x="1101" y="48"/>
                  </a:lnTo>
                  <a:cubicBezTo>
                    <a:pt x="1070" y="17"/>
                    <a:pt x="1027" y="0"/>
                    <a:pt x="986"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1" name="Google Shape;10101;p63"/>
            <p:cNvSpPr/>
            <p:nvPr/>
          </p:nvSpPr>
          <p:spPr>
            <a:xfrm>
              <a:off x="7205210" y="4329658"/>
              <a:ext cx="88733" cy="83349"/>
            </a:xfrm>
            <a:custGeom>
              <a:avLst/>
              <a:gdLst/>
              <a:ahLst/>
              <a:cxnLst/>
              <a:rect l="l" t="t" r="r" b="b"/>
              <a:pathLst>
                <a:path w="3379" h="3174" extrusionOk="0">
                  <a:moveTo>
                    <a:pt x="1297" y="1"/>
                  </a:moveTo>
                  <a:cubicBezTo>
                    <a:pt x="1002" y="1"/>
                    <a:pt x="751" y="38"/>
                    <a:pt x="594" y="71"/>
                  </a:cubicBezTo>
                  <a:cubicBezTo>
                    <a:pt x="498" y="90"/>
                    <a:pt x="431" y="176"/>
                    <a:pt x="431" y="282"/>
                  </a:cubicBezTo>
                  <a:lnTo>
                    <a:pt x="431" y="932"/>
                  </a:lnTo>
                  <a:cubicBezTo>
                    <a:pt x="431" y="1009"/>
                    <a:pt x="383" y="1085"/>
                    <a:pt x="307" y="1114"/>
                  </a:cubicBezTo>
                  <a:lnTo>
                    <a:pt x="125" y="1210"/>
                  </a:lnTo>
                  <a:cubicBezTo>
                    <a:pt x="48" y="1248"/>
                    <a:pt x="0" y="1315"/>
                    <a:pt x="0" y="1401"/>
                  </a:cubicBezTo>
                  <a:lnTo>
                    <a:pt x="0" y="1420"/>
                  </a:lnTo>
                  <a:cubicBezTo>
                    <a:pt x="0" y="2320"/>
                    <a:pt x="728" y="3134"/>
                    <a:pt x="1627" y="3172"/>
                  </a:cubicBezTo>
                  <a:cubicBezTo>
                    <a:pt x="1650" y="3173"/>
                    <a:pt x="1673" y="3173"/>
                    <a:pt x="1695" y="3173"/>
                  </a:cubicBezTo>
                  <a:cubicBezTo>
                    <a:pt x="2622" y="3173"/>
                    <a:pt x="3379" y="2412"/>
                    <a:pt x="3379" y="1478"/>
                  </a:cubicBezTo>
                  <a:lnTo>
                    <a:pt x="3379" y="1401"/>
                  </a:lnTo>
                  <a:cubicBezTo>
                    <a:pt x="3379" y="1315"/>
                    <a:pt x="3331" y="1248"/>
                    <a:pt x="3264" y="1210"/>
                  </a:cubicBezTo>
                  <a:lnTo>
                    <a:pt x="3072" y="1114"/>
                  </a:lnTo>
                  <a:cubicBezTo>
                    <a:pt x="2996" y="1085"/>
                    <a:pt x="2948" y="1009"/>
                    <a:pt x="2948" y="932"/>
                  </a:cubicBezTo>
                  <a:lnTo>
                    <a:pt x="2948" y="655"/>
                  </a:lnTo>
                  <a:cubicBezTo>
                    <a:pt x="2958" y="588"/>
                    <a:pt x="2929" y="511"/>
                    <a:pt x="2881" y="463"/>
                  </a:cubicBezTo>
                  <a:cubicBezTo>
                    <a:pt x="2367" y="97"/>
                    <a:pt x="1773" y="1"/>
                    <a:pt x="12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2" name="Google Shape;10102;p63"/>
            <p:cNvSpPr/>
            <p:nvPr/>
          </p:nvSpPr>
          <p:spPr>
            <a:xfrm>
              <a:off x="7205210" y="4329789"/>
              <a:ext cx="77940" cy="82430"/>
            </a:xfrm>
            <a:custGeom>
              <a:avLst/>
              <a:gdLst/>
              <a:ahLst/>
              <a:cxnLst/>
              <a:rect l="l" t="t" r="r" b="b"/>
              <a:pathLst>
                <a:path w="2968" h="3139" extrusionOk="0">
                  <a:moveTo>
                    <a:pt x="1310" y="1"/>
                  </a:moveTo>
                  <a:cubicBezTo>
                    <a:pt x="1139" y="1"/>
                    <a:pt x="984" y="13"/>
                    <a:pt x="852" y="28"/>
                  </a:cubicBezTo>
                  <a:cubicBezTo>
                    <a:pt x="756" y="37"/>
                    <a:pt x="670" y="56"/>
                    <a:pt x="603" y="66"/>
                  </a:cubicBezTo>
                  <a:cubicBezTo>
                    <a:pt x="498" y="85"/>
                    <a:pt x="431" y="171"/>
                    <a:pt x="431" y="277"/>
                  </a:cubicBezTo>
                  <a:lnTo>
                    <a:pt x="431" y="927"/>
                  </a:lnTo>
                  <a:cubicBezTo>
                    <a:pt x="431" y="1004"/>
                    <a:pt x="383" y="1080"/>
                    <a:pt x="307" y="1109"/>
                  </a:cubicBezTo>
                  <a:lnTo>
                    <a:pt x="125" y="1205"/>
                  </a:lnTo>
                  <a:cubicBezTo>
                    <a:pt x="48" y="1243"/>
                    <a:pt x="0" y="1310"/>
                    <a:pt x="0" y="1396"/>
                  </a:cubicBezTo>
                  <a:lnTo>
                    <a:pt x="0" y="1415"/>
                  </a:lnTo>
                  <a:cubicBezTo>
                    <a:pt x="10" y="2238"/>
                    <a:pt x="584" y="2956"/>
                    <a:pt x="1388" y="3138"/>
                  </a:cubicBezTo>
                  <a:cubicBezTo>
                    <a:pt x="1043" y="2813"/>
                    <a:pt x="852" y="2372"/>
                    <a:pt x="852" y="1904"/>
                  </a:cubicBezTo>
                  <a:lnTo>
                    <a:pt x="852" y="726"/>
                  </a:lnTo>
                  <a:cubicBezTo>
                    <a:pt x="852" y="545"/>
                    <a:pt x="996" y="391"/>
                    <a:pt x="1177" y="391"/>
                  </a:cubicBezTo>
                  <a:cubicBezTo>
                    <a:pt x="1229" y="390"/>
                    <a:pt x="1282" y="390"/>
                    <a:pt x="1338" y="390"/>
                  </a:cubicBezTo>
                  <a:cubicBezTo>
                    <a:pt x="1835" y="390"/>
                    <a:pt x="2494" y="436"/>
                    <a:pt x="2967" y="659"/>
                  </a:cubicBezTo>
                  <a:cubicBezTo>
                    <a:pt x="2967" y="583"/>
                    <a:pt x="2938" y="506"/>
                    <a:pt x="2881" y="458"/>
                  </a:cubicBezTo>
                  <a:cubicBezTo>
                    <a:pt x="2374" y="92"/>
                    <a:pt x="1784" y="1"/>
                    <a:pt x="1310"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3" name="Google Shape;10103;p63"/>
            <p:cNvSpPr/>
            <p:nvPr/>
          </p:nvSpPr>
          <p:spPr>
            <a:xfrm>
              <a:off x="7238639" y="4612478"/>
              <a:ext cx="22137" cy="22137"/>
            </a:xfrm>
            <a:custGeom>
              <a:avLst/>
              <a:gdLst/>
              <a:ahLst/>
              <a:cxnLst/>
              <a:rect l="l" t="t" r="r" b="b"/>
              <a:pathLst>
                <a:path w="843" h="843" extrusionOk="0">
                  <a:moveTo>
                    <a:pt x="421" y="1"/>
                  </a:moveTo>
                  <a:cubicBezTo>
                    <a:pt x="192" y="1"/>
                    <a:pt x="0" y="192"/>
                    <a:pt x="0" y="422"/>
                  </a:cubicBezTo>
                  <a:cubicBezTo>
                    <a:pt x="0" y="651"/>
                    <a:pt x="192" y="843"/>
                    <a:pt x="421" y="843"/>
                  </a:cubicBezTo>
                  <a:cubicBezTo>
                    <a:pt x="661" y="843"/>
                    <a:pt x="842" y="651"/>
                    <a:pt x="842" y="422"/>
                  </a:cubicBezTo>
                  <a:cubicBezTo>
                    <a:pt x="842" y="192"/>
                    <a:pt x="661" y="1"/>
                    <a:pt x="4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4" name="Google Shape;10104;p63"/>
            <p:cNvSpPr/>
            <p:nvPr/>
          </p:nvSpPr>
          <p:spPr>
            <a:xfrm>
              <a:off x="7133336" y="4612478"/>
              <a:ext cx="22137" cy="22137"/>
            </a:xfrm>
            <a:custGeom>
              <a:avLst/>
              <a:gdLst/>
              <a:ahLst/>
              <a:cxnLst/>
              <a:rect l="l" t="t" r="r" b="b"/>
              <a:pathLst>
                <a:path w="843" h="843" extrusionOk="0">
                  <a:moveTo>
                    <a:pt x="421" y="1"/>
                  </a:moveTo>
                  <a:cubicBezTo>
                    <a:pt x="192" y="1"/>
                    <a:pt x="0" y="192"/>
                    <a:pt x="0" y="422"/>
                  </a:cubicBezTo>
                  <a:cubicBezTo>
                    <a:pt x="0" y="651"/>
                    <a:pt x="192" y="843"/>
                    <a:pt x="421" y="843"/>
                  </a:cubicBezTo>
                  <a:cubicBezTo>
                    <a:pt x="651" y="843"/>
                    <a:pt x="842" y="651"/>
                    <a:pt x="842" y="422"/>
                  </a:cubicBezTo>
                  <a:cubicBezTo>
                    <a:pt x="842" y="192"/>
                    <a:pt x="651" y="1"/>
                    <a:pt x="421"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5" name="Google Shape;10105;p63"/>
            <p:cNvSpPr/>
            <p:nvPr/>
          </p:nvSpPr>
          <p:spPr>
            <a:xfrm>
              <a:off x="7343941" y="4612478"/>
              <a:ext cx="22374" cy="22137"/>
            </a:xfrm>
            <a:custGeom>
              <a:avLst/>
              <a:gdLst/>
              <a:ahLst/>
              <a:cxnLst/>
              <a:rect l="l" t="t" r="r" b="b"/>
              <a:pathLst>
                <a:path w="852" h="843" extrusionOk="0">
                  <a:moveTo>
                    <a:pt x="421" y="1"/>
                  </a:moveTo>
                  <a:cubicBezTo>
                    <a:pt x="192" y="1"/>
                    <a:pt x="0" y="192"/>
                    <a:pt x="0" y="422"/>
                  </a:cubicBezTo>
                  <a:cubicBezTo>
                    <a:pt x="0" y="651"/>
                    <a:pt x="192" y="843"/>
                    <a:pt x="421" y="843"/>
                  </a:cubicBezTo>
                  <a:cubicBezTo>
                    <a:pt x="660" y="843"/>
                    <a:pt x="852" y="651"/>
                    <a:pt x="852" y="422"/>
                  </a:cubicBezTo>
                  <a:cubicBezTo>
                    <a:pt x="852" y="192"/>
                    <a:pt x="660" y="1"/>
                    <a:pt x="421"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6" name="Google Shape;10106;p63"/>
            <p:cNvSpPr/>
            <p:nvPr/>
          </p:nvSpPr>
          <p:spPr>
            <a:xfrm>
              <a:off x="7156891" y="4529181"/>
              <a:ext cx="186105" cy="72399"/>
            </a:xfrm>
            <a:custGeom>
              <a:avLst/>
              <a:gdLst/>
              <a:ahLst/>
              <a:cxnLst/>
              <a:rect l="l" t="t" r="r" b="b"/>
              <a:pathLst>
                <a:path w="7087" h="2757" extrusionOk="0">
                  <a:moveTo>
                    <a:pt x="3544" y="0"/>
                  </a:moveTo>
                  <a:cubicBezTo>
                    <a:pt x="3439" y="0"/>
                    <a:pt x="3333" y="72"/>
                    <a:pt x="3333" y="215"/>
                  </a:cubicBezTo>
                  <a:lnTo>
                    <a:pt x="3333" y="426"/>
                  </a:lnTo>
                  <a:lnTo>
                    <a:pt x="1965" y="426"/>
                  </a:lnTo>
                  <a:cubicBezTo>
                    <a:pt x="1697" y="426"/>
                    <a:pt x="1438" y="560"/>
                    <a:pt x="1285" y="780"/>
                  </a:cubicBezTo>
                  <a:lnTo>
                    <a:pt x="118" y="2417"/>
                  </a:lnTo>
                  <a:cubicBezTo>
                    <a:pt x="1" y="2582"/>
                    <a:pt x="141" y="2757"/>
                    <a:pt x="289" y="2757"/>
                  </a:cubicBezTo>
                  <a:cubicBezTo>
                    <a:pt x="348" y="2757"/>
                    <a:pt x="407" y="2730"/>
                    <a:pt x="453" y="2665"/>
                  </a:cubicBezTo>
                  <a:lnTo>
                    <a:pt x="1620" y="1029"/>
                  </a:lnTo>
                  <a:cubicBezTo>
                    <a:pt x="1706" y="914"/>
                    <a:pt x="1831" y="847"/>
                    <a:pt x="1965" y="847"/>
                  </a:cubicBezTo>
                  <a:lnTo>
                    <a:pt x="3333" y="847"/>
                  </a:lnTo>
                  <a:lnTo>
                    <a:pt x="3333" y="2330"/>
                  </a:lnTo>
                  <a:cubicBezTo>
                    <a:pt x="3333" y="2469"/>
                    <a:pt x="3439" y="2539"/>
                    <a:pt x="3544" y="2539"/>
                  </a:cubicBezTo>
                  <a:cubicBezTo>
                    <a:pt x="3649" y="2539"/>
                    <a:pt x="3754" y="2469"/>
                    <a:pt x="3754" y="2330"/>
                  </a:cubicBezTo>
                  <a:lnTo>
                    <a:pt x="3754" y="847"/>
                  </a:lnTo>
                  <a:lnTo>
                    <a:pt x="5113" y="847"/>
                  </a:lnTo>
                  <a:cubicBezTo>
                    <a:pt x="5247" y="847"/>
                    <a:pt x="5381" y="914"/>
                    <a:pt x="5458" y="1029"/>
                  </a:cubicBezTo>
                  <a:lnTo>
                    <a:pt x="6625" y="2665"/>
                  </a:lnTo>
                  <a:cubicBezTo>
                    <a:pt x="6671" y="2730"/>
                    <a:pt x="6731" y="2757"/>
                    <a:pt x="6790" y="2757"/>
                  </a:cubicBezTo>
                  <a:cubicBezTo>
                    <a:pt x="6942" y="2757"/>
                    <a:pt x="7087" y="2582"/>
                    <a:pt x="6970" y="2417"/>
                  </a:cubicBezTo>
                  <a:lnTo>
                    <a:pt x="5802" y="780"/>
                  </a:lnTo>
                  <a:cubicBezTo>
                    <a:pt x="5649" y="560"/>
                    <a:pt x="5391" y="426"/>
                    <a:pt x="5113" y="426"/>
                  </a:cubicBezTo>
                  <a:lnTo>
                    <a:pt x="3754" y="426"/>
                  </a:lnTo>
                  <a:lnTo>
                    <a:pt x="3754" y="215"/>
                  </a:lnTo>
                  <a:cubicBezTo>
                    <a:pt x="3754" y="72"/>
                    <a:pt x="3649" y="0"/>
                    <a:pt x="354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07" name="Google Shape;10107;p63"/>
          <p:cNvGrpSpPr/>
          <p:nvPr/>
        </p:nvGrpSpPr>
        <p:grpSpPr>
          <a:xfrm>
            <a:off x="7566767" y="4138656"/>
            <a:ext cx="232979" cy="343560"/>
            <a:chOff x="7571379" y="4291056"/>
            <a:chExt cx="232979" cy="343560"/>
          </a:xfrm>
        </p:grpSpPr>
        <p:sp>
          <p:nvSpPr>
            <p:cNvPr id="10108" name="Google Shape;10108;p63"/>
            <p:cNvSpPr/>
            <p:nvPr/>
          </p:nvSpPr>
          <p:spPr>
            <a:xfrm>
              <a:off x="7676682" y="4612478"/>
              <a:ext cx="22137" cy="22137"/>
            </a:xfrm>
            <a:custGeom>
              <a:avLst/>
              <a:gdLst/>
              <a:ahLst/>
              <a:cxnLst/>
              <a:rect l="l" t="t" r="r" b="b"/>
              <a:pathLst>
                <a:path w="843" h="843" extrusionOk="0">
                  <a:moveTo>
                    <a:pt x="421" y="1"/>
                  </a:moveTo>
                  <a:cubicBezTo>
                    <a:pt x="192" y="1"/>
                    <a:pt x="0" y="192"/>
                    <a:pt x="0" y="422"/>
                  </a:cubicBezTo>
                  <a:cubicBezTo>
                    <a:pt x="0" y="651"/>
                    <a:pt x="192" y="843"/>
                    <a:pt x="421" y="843"/>
                  </a:cubicBezTo>
                  <a:cubicBezTo>
                    <a:pt x="661" y="843"/>
                    <a:pt x="842" y="651"/>
                    <a:pt x="842" y="422"/>
                  </a:cubicBezTo>
                  <a:cubicBezTo>
                    <a:pt x="842" y="192"/>
                    <a:pt x="661" y="1"/>
                    <a:pt x="421"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9" name="Google Shape;10109;p63"/>
            <p:cNvSpPr/>
            <p:nvPr/>
          </p:nvSpPr>
          <p:spPr>
            <a:xfrm>
              <a:off x="7571379" y="4612478"/>
              <a:ext cx="22137" cy="22137"/>
            </a:xfrm>
            <a:custGeom>
              <a:avLst/>
              <a:gdLst/>
              <a:ahLst/>
              <a:cxnLst/>
              <a:rect l="l" t="t" r="r" b="b"/>
              <a:pathLst>
                <a:path w="843" h="843" extrusionOk="0">
                  <a:moveTo>
                    <a:pt x="421" y="1"/>
                  </a:moveTo>
                  <a:cubicBezTo>
                    <a:pt x="192" y="1"/>
                    <a:pt x="0" y="192"/>
                    <a:pt x="0" y="422"/>
                  </a:cubicBezTo>
                  <a:cubicBezTo>
                    <a:pt x="0" y="651"/>
                    <a:pt x="192" y="843"/>
                    <a:pt x="421" y="843"/>
                  </a:cubicBezTo>
                  <a:cubicBezTo>
                    <a:pt x="651" y="843"/>
                    <a:pt x="842" y="651"/>
                    <a:pt x="842" y="422"/>
                  </a:cubicBezTo>
                  <a:cubicBezTo>
                    <a:pt x="842" y="192"/>
                    <a:pt x="651" y="1"/>
                    <a:pt x="421" y="1"/>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0" name="Google Shape;10110;p63"/>
            <p:cNvSpPr/>
            <p:nvPr/>
          </p:nvSpPr>
          <p:spPr>
            <a:xfrm>
              <a:off x="7781985" y="4612478"/>
              <a:ext cx="22374" cy="22137"/>
            </a:xfrm>
            <a:custGeom>
              <a:avLst/>
              <a:gdLst/>
              <a:ahLst/>
              <a:cxnLst/>
              <a:rect l="l" t="t" r="r" b="b"/>
              <a:pathLst>
                <a:path w="852" h="843" extrusionOk="0">
                  <a:moveTo>
                    <a:pt x="431" y="1"/>
                  </a:moveTo>
                  <a:cubicBezTo>
                    <a:pt x="192" y="1"/>
                    <a:pt x="0" y="192"/>
                    <a:pt x="0" y="422"/>
                  </a:cubicBezTo>
                  <a:cubicBezTo>
                    <a:pt x="0" y="651"/>
                    <a:pt x="192" y="843"/>
                    <a:pt x="431" y="843"/>
                  </a:cubicBezTo>
                  <a:cubicBezTo>
                    <a:pt x="661" y="843"/>
                    <a:pt x="852" y="651"/>
                    <a:pt x="852" y="422"/>
                  </a:cubicBezTo>
                  <a:cubicBezTo>
                    <a:pt x="852" y="192"/>
                    <a:pt x="661" y="1"/>
                    <a:pt x="431"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1" name="Google Shape;10111;p63"/>
            <p:cNvSpPr/>
            <p:nvPr/>
          </p:nvSpPr>
          <p:spPr>
            <a:xfrm>
              <a:off x="7594698" y="4529181"/>
              <a:ext cx="186341" cy="72399"/>
            </a:xfrm>
            <a:custGeom>
              <a:avLst/>
              <a:gdLst/>
              <a:ahLst/>
              <a:cxnLst/>
              <a:rect l="l" t="t" r="r" b="b"/>
              <a:pathLst>
                <a:path w="7096" h="2757" extrusionOk="0">
                  <a:moveTo>
                    <a:pt x="3548" y="0"/>
                  </a:moveTo>
                  <a:cubicBezTo>
                    <a:pt x="3440" y="0"/>
                    <a:pt x="3333" y="72"/>
                    <a:pt x="3333" y="215"/>
                  </a:cubicBezTo>
                  <a:lnTo>
                    <a:pt x="3333" y="426"/>
                  </a:lnTo>
                  <a:lnTo>
                    <a:pt x="1974" y="426"/>
                  </a:lnTo>
                  <a:cubicBezTo>
                    <a:pt x="1696" y="426"/>
                    <a:pt x="1447" y="560"/>
                    <a:pt x="1285" y="780"/>
                  </a:cubicBezTo>
                  <a:lnTo>
                    <a:pt x="117" y="2417"/>
                  </a:lnTo>
                  <a:cubicBezTo>
                    <a:pt x="0" y="2582"/>
                    <a:pt x="145" y="2757"/>
                    <a:pt x="297" y="2757"/>
                  </a:cubicBezTo>
                  <a:cubicBezTo>
                    <a:pt x="356" y="2757"/>
                    <a:pt x="416" y="2730"/>
                    <a:pt x="462" y="2665"/>
                  </a:cubicBezTo>
                  <a:lnTo>
                    <a:pt x="1629" y="1029"/>
                  </a:lnTo>
                  <a:cubicBezTo>
                    <a:pt x="1706" y="914"/>
                    <a:pt x="1840" y="847"/>
                    <a:pt x="1974" y="847"/>
                  </a:cubicBezTo>
                  <a:lnTo>
                    <a:pt x="3342" y="847"/>
                  </a:lnTo>
                  <a:lnTo>
                    <a:pt x="3342" y="2330"/>
                  </a:lnTo>
                  <a:cubicBezTo>
                    <a:pt x="3342" y="2469"/>
                    <a:pt x="3448" y="2539"/>
                    <a:pt x="3553" y="2539"/>
                  </a:cubicBezTo>
                  <a:cubicBezTo>
                    <a:pt x="3658" y="2539"/>
                    <a:pt x="3763" y="2469"/>
                    <a:pt x="3763" y="2330"/>
                  </a:cubicBezTo>
                  <a:lnTo>
                    <a:pt x="3763" y="847"/>
                  </a:lnTo>
                  <a:lnTo>
                    <a:pt x="5122" y="847"/>
                  </a:lnTo>
                  <a:cubicBezTo>
                    <a:pt x="5256" y="847"/>
                    <a:pt x="5390" y="914"/>
                    <a:pt x="5467" y="1029"/>
                  </a:cubicBezTo>
                  <a:lnTo>
                    <a:pt x="6634" y="2665"/>
                  </a:lnTo>
                  <a:cubicBezTo>
                    <a:pt x="6680" y="2730"/>
                    <a:pt x="6740" y="2757"/>
                    <a:pt x="6799" y="2757"/>
                  </a:cubicBezTo>
                  <a:cubicBezTo>
                    <a:pt x="6951" y="2757"/>
                    <a:pt x="7096" y="2582"/>
                    <a:pt x="6979" y="2417"/>
                  </a:cubicBezTo>
                  <a:lnTo>
                    <a:pt x="5811" y="780"/>
                  </a:lnTo>
                  <a:cubicBezTo>
                    <a:pt x="5649" y="560"/>
                    <a:pt x="5390" y="426"/>
                    <a:pt x="5122" y="426"/>
                  </a:cubicBezTo>
                  <a:lnTo>
                    <a:pt x="3763" y="426"/>
                  </a:lnTo>
                  <a:lnTo>
                    <a:pt x="3763" y="215"/>
                  </a:lnTo>
                  <a:cubicBezTo>
                    <a:pt x="3763" y="72"/>
                    <a:pt x="3656" y="0"/>
                    <a:pt x="3548"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2" name="Google Shape;10112;p63"/>
            <p:cNvSpPr/>
            <p:nvPr/>
          </p:nvSpPr>
          <p:spPr>
            <a:xfrm>
              <a:off x="7665626" y="4423984"/>
              <a:ext cx="44511" cy="44274"/>
            </a:xfrm>
            <a:custGeom>
              <a:avLst/>
              <a:gdLst/>
              <a:ahLst/>
              <a:cxnLst/>
              <a:rect l="l" t="t" r="r" b="b"/>
              <a:pathLst>
                <a:path w="1695" h="1686" extrusionOk="0">
                  <a:moveTo>
                    <a:pt x="0" y="1"/>
                  </a:moveTo>
                  <a:lnTo>
                    <a:pt x="0" y="1685"/>
                  </a:lnTo>
                  <a:lnTo>
                    <a:pt x="1694" y="1685"/>
                  </a:lnTo>
                  <a:lnTo>
                    <a:pt x="1694"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3" name="Google Shape;10113;p63"/>
            <p:cNvSpPr/>
            <p:nvPr/>
          </p:nvSpPr>
          <p:spPr>
            <a:xfrm>
              <a:off x="7665626" y="4423984"/>
              <a:ext cx="44511" cy="22163"/>
            </a:xfrm>
            <a:custGeom>
              <a:avLst/>
              <a:gdLst/>
              <a:ahLst/>
              <a:cxnLst/>
              <a:rect l="l" t="t" r="r" b="b"/>
              <a:pathLst>
                <a:path w="1695" h="844" extrusionOk="0">
                  <a:moveTo>
                    <a:pt x="0" y="1"/>
                  </a:moveTo>
                  <a:lnTo>
                    <a:pt x="0" y="671"/>
                  </a:lnTo>
                  <a:cubicBezTo>
                    <a:pt x="268" y="786"/>
                    <a:pt x="555" y="843"/>
                    <a:pt x="843" y="843"/>
                  </a:cubicBezTo>
                  <a:cubicBezTo>
                    <a:pt x="1132" y="843"/>
                    <a:pt x="1421" y="786"/>
                    <a:pt x="1694" y="671"/>
                  </a:cubicBezTo>
                  <a:lnTo>
                    <a:pt x="169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4" name="Google Shape;10114;p63"/>
            <p:cNvSpPr/>
            <p:nvPr/>
          </p:nvSpPr>
          <p:spPr>
            <a:xfrm>
              <a:off x="7660086" y="4291056"/>
              <a:ext cx="55566" cy="44248"/>
            </a:xfrm>
            <a:custGeom>
              <a:avLst/>
              <a:gdLst/>
              <a:ahLst/>
              <a:cxnLst/>
              <a:rect l="l" t="t" r="r" b="b"/>
              <a:pathLst>
                <a:path w="2116" h="1685" extrusionOk="0">
                  <a:moveTo>
                    <a:pt x="1053" y="0"/>
                  </a:moveTo>
                  <a:cubicBezTo>
                    <a:pt x="470" y="0"/>
                    <a:pt x="1" y="373"/>
                    <a:pt x="1" y="842"/>
                  </a:cubicBezTo>
                  <a:cubicBezTo>
                    <a:pt x="1" y="1302"/>
                    <a:pt x="470" y="1685"/>
                    <a:pt x="1053" y="1685"/>
                  </a:cubicBezTo>
                  <a:cubicBezTo>
                    <a:pt x="1637" y="1685"/>
                    <a:pt x="2116" y="1302"/>
                    <a:pt x="2116" y="842"/>
                  </a:cubicBezTo>
                  <a:cubicBezTo>
                    <a:pt x="2116" y="373"/>
                    <a:pt x="1637" y="0"/>
                    <a:pt x="10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5" name="Google Shape;10115;p63"/>
            <p:cNvSpPr/>
            <p:nvPr/>
          </p:nvSpPr>
          <p:spPr>
            <a:xfrm>
              <a:off x="7660086" y="4291056"/>
              <a:ext cx="37473" cy="44248"/>
            </a:xfrm>
            <a:custGeom>
              <a:avLst/>
              <a:gdLst/>
              <a:ahLst/>
              <a:cxnLst/>
              <a:rect l="l" t="t" r="r" b="b"/>
              <a:pathLst>
                <a:path w="1427" h="1685" extrusionOk="0">
                  <a:moveTo>
                    <a:pt x="1053" y="0"/>
                  </a:moveTo>
                  <a:cubicBezTo>
                    <a:pt x="470" y="0"/>
                    <a:pt x="1" y="373"/>
                    <a:pt x="1" y="842"/>
                  </a:cubicBezTo>
                  <a:cubicBezTo>
                    <a:pt x="1" y="1311"/>
                    <a:pt x="479" y="1685"/>
                    <a:pt x="1053" y="1685"/>
                  </a:cubicBezTo>
                  <a:cubicBezTo>
                    <a:pt x="1187" y="1685"/>
                    <a:pt x="1312" y="1665"/>
                    <a:pt x="1427" y="1627"/>
                  </a:cubicBezTo>
                  <a:cubicBezTo>
                    <a:pt x="1053" y="1503"/>
                    <a:pt x="776" y="1187"/>
                    <a:pt x="776" y="814"/>
                  </a:cubicBezTo>
                  <a:cubicBezTo>
                    <a:pt x="785" y="460"/>
                    <a:pt x="1015" y="153"/>
                    <a:pt x="1340" y="29"/>
                  </a:cubicBezTo>
                  <a:cubicBezTo>
                    <a:pt x="1254" y="10"/>
                    <a:pt x="1149" y="0"/>
                    <a:pt x="10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6" name="Google Shape;10116;p63"/>
            <p:cNvSpPr/>
            <p:nvPr/>
          </p:nvSpPr>
          <p:spPr>
            <a:xfrm>
              <a:off x="7632434" y="4313167"/>
              <a:ext cx="110870" cy="110843"/>
            </a:xfrm>
            <a:custGeom>
              <a:avLst/>
              <a:gdLst/>
              <a:ahLst/>
              <a:cxnLst/>
              <a:rect l="l" t="t" r="r" b="b"/>
              <a:pathLst>
                <a:path w="4222" h="4221" extrusionOk="0">
                  <a:moveTo>
                    <a:pt x="2106" y="0"/>
                  </a:moveTo>
                  <a:cubicBezTo>
                    <a:pt x="948" y="0"/>
                    <a:pt x="1" y="948"/>
                    <a:pt x="1" y="2106"/>
                  </a:cubicBezTo>
                  <a:cubicBezTo>
                    <a:pt x="1" y="3273"/>
                    <a:pt x="948" y="4221"/>
                    <a:pt x="2106" y="4221"/>
                  </a:cubicBezTo>
                  <a:cubicBezTo>
                    <a:pt x="3274" y="4221"/>
                    <a:pt x="4221" y="3273"/>
                    <a:pt x="4221" y="2106"/>
                  </a:cubicBezTo>
                  <a:cubicBezTo>
                    <a:pt x="4221" y="948"/>
                    <a:pt x="3274" y="0"/>
                    <a:pt x="210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7" name="Google Shape;10117;p63"/>
            <p:cNvSpPr/>
            <p:nvPr/>
          </p:nvSpPr>
          <p:spPr>
            <a:xfrm>
              <a:off x="7658641" y="4313140"/>
              <a:ext cx="88181" cy="109636"/>
            </a:xfrm>
            <a:custGeom>
              <a:avLst/>
              <a:gdLst/>
              <a:ahLst/>
              <a:cxnLst/>
              <a:rect l="l" t="t" r="r" b="b"/>
              <a:pathLst>
                <a:path w="3358" h="4175" extrusionOk="0">
                  <a:moveTo>
                    <a:pt x="1160" y="0"/>
                  </a:moveTo>
                  <a:cubicBezTo>
                    <a:pt x="376" y="0"/>
                    <a:pt x="0" y="997"/>
                    <a:pt x="620" y="1504"/>
                  </a:cubicBezTo>
                  <a:cubicBezTo>
                    <a:pt x="620" y="1504"/>
                    <a:pt x="1233" y="3552"/>
                    <a:pt x="1539" y="4174"/>
                  </a:cubicBezTo>
                  <a:cubicBezTo>
                    <a:pt x="2630" y="3944"/>
                    <a:pt x="3357" y="2911"/>
                    <a:pt x="3204" y="1810"/>
                  </a:cubicBezTo>
                  <a:cubicBezTo>
                    <a:pt x="3080" y="958"/>
                    <a:pt x="2458" y="269"/>
                    <a:pt x="1625" y="59"/>
                  </a:cubicBezTo>
                  <a:cubicBezTo>
                    <a:pt x="1482" y="21"/>
                    <a:pt x="1348" y="1"/>
                    <a:pt x="1204" y="1"/>
                  </a:cubicBezTo>
                  <a:cubicBezTo>
                    <a:pt x="1189" y="1"/>
                    <a:pt x="1174" y="0"/>
                    <a:pt x="116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8" name="Google Shape;10118;p63"/>
            <p:cNvSpPr/>
            <p:nvPr/>
          </p:nvSpPr>
          <p:spPr>
            <a:xfrm>
              <a:off x="7643489" y="4352504"/>
              <a:ext cx="88759" cy="82561"/>
            </a:xfrm>
            <a:custGeom>
              <a:avLst/>
              <a:gdLst/>
              <a:ahLst/>
              <a:cxnLst/>
              <a:rect l="l" t="t" r="r" b="b"/>
              <a:pathLst>
                <a:path w="3380" h="3144" extrusionOk="0">
                  <a:moveTo>
                    <a:pt x="1153" y="0"/>
                  </a:moveTo>
                  <a:cubicBezTo>
                    <a:pt x="1083" y="0"/>
                    <a:pt x="1017" y="37"/>
                    <a:pt x="977" y="101"/>
                  </a:cubicBezTo>
                  <a:cubicBezTo>
                    <a:pt x="814" y="359"/>
                    <a:pt x="412" y="972"/>
                    <a:pt x="87" y="1192"/>
                  </a:cubicBezTo>
                  <a:cubicBezTo>
                    <a:pt x="30" y="1230"/>
                    <a:pt x="1" y="1297"/>
                    <a:pt x="1" y="1364"/>
                  </a:cubicBezTo>
                  <a:lnTo>
                    <a:pt x="1" y="1460"/>
                  </a:lnTo>
                  <a:cubicBezTo>
                    <a:pt x="1" y="2388"/>
                    <a:pt x="757" y="3144"/>
                    <a:pt x="1685" y="3144"/>
                  </a:cubicBezTo>
                  <a:cubicBezTo>
                    <a:pt x="2623" y="3144"/>
                    <a:pt x="3379" y="2388"/>
                    <a:pt x="3379" y="1460"/>
                  </a:cubicBezTo>
                  <a:lnTo>
                    <a:pt x="3379" y="1249"/>
                  </a:lnTo>
                  <a:cubicBezTo>
                    <a:pt x="3379" y="531"/>
                    <a:pt x="1714" y="120"/>
                    <a:pt x="1197" y="5"/>
                  </a:cubicBezTo>
                  <a:cubicBezTo>
                    <a:pt x="1182" y="2"/>
                    <a:pt x="1168" y="0"/>
                    <a:pt x="115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9" name="Google Shape;10119;p63"/>
            <p:cNvSpPr/>
            <p:nvPr/>
          </p:nvSpPr>
          <p:spPr>
            <a:xfrm>
              <a:off x="7615601" y="4454157"/>
              <a:ext cx="144272" cy="58586"/>
            </a:xfrm>
            <a:custGeom>
              <a:avLst/>
              <a:gdLst/>
              <a:ahLst/>
              <a:cxnLst/>
              <a:rect l="l" t="t" r="r" b="b"/>
              <a:pathLst>
                <a:path w="5494" h="2231" extrusionOk="0">
                  <a:moveTo>
                    <a:pt x="1675" y="0"/>
                  </a:moveTo>
                  <a:cubicBezTo>
                    <a:pt x="1666" y="0"/>
                    <a:pt x="1666" y="10"/>
                    <a:pt x="1656" y="19"/>
                  </a:cubicBezTo>
                  <a:lnTo>
                    <a:pt x="383" y="584"/>
                  </a:lnTo>
                  <a:cubicBezTo>
                    <a:pt x="154" y="680"/>
                    <a:pt x="1" y="910"/>
                    <a:pt x="1" y="1158"/>
                  </a:cubicBezTo>
                  <a:lnTo>
                    <a:pt x="1" y="2020"/>
                  </a:lnTo>
                  <a:cubicBezTo>
                    <a:pt x="1" y="2135"/>
                    <a:pt x="96" y="2230"/>
                    <a:pt x="221" y="2230"/>
                  </a:cubicBezTo>
                  <a:lnTo>
                    <a:pt x="5283" y="2230"/>
                  </a:lnTo>
                  <a:cubicBezTo>
                    <a:pt x="5398" y="2230"/>
                    <a:pt x="5494" y="2135"/>
                    <a:pt x="5494" y="2020"/>
                  </a:cubicBezTo>
                  <a:lnTo>
                    <a:pt x="5494" y="1158"/>
                  </a:lnTo>
                  <a:cubicBezTo>
                    <a:pt x="5494" y="910"/>
                    <a:pt x="5350" y="680"/>
                    <a:pt x="5121" y="584"/>
                  </a:cubicBezTo>
                  <a:lnTo>
                    <a:pt x="3848" y="19"/>
                  </a:lnTo>
                  <a:cubicBezTo>
                    <a:pt x="3838" y="19"/>
                    <a:pt x="3838" y="10"/>
                    <a:pt x="3829" y="0"/>
                  </a:cubicBezTo>
                  <a:lnTo>
                    <a:pt x="2747" y="555"/>
                  </a:lnTo>
                  <a:lnTo>
                    <a:pt x="1675"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0" name="Google Shape;10120;p63"/>
            <p:cNvSpPr/>
            <p:nvPr/>
          </p:nvSpPr>
          <p:spPr>
            <a:xfrm>
              <a:off x="7615864" y="4473011"/>
              <a:ext cx="27652" cy="39731"/>
            </a:xfrm>
            <a:custGeom>
              <a:avLst/>
              <a:gdLst/>
              <a:ahLst/>
              <a:cxnLst/>
              <a:rect l="l" t="t" r="r" b="b"/>
              <a:pathLst>
                <a:path w="1053" h="1513" extrusionOk="0">
                  <a:moveTo>
                    <a:pt x="182" y="0"/>
                  </a:moveTo>
                  <a:cubicBezTo>
                    <a:pt x="58" y="125"/>
                    <a:pt x="0" y="278"/>
                    <a:pt x="0" y="450"/>
                  </a:cubicBezTo>
                  <a:lnTo>
                    <a:pt x="0" y="1302"/>
                  </a:lnTo>
                  <a:cubicBezTo>
                    <a:pt x="0" y="1417"/>
                    <a:pt x="86" y="1512"/>
                    <a:pt x="211" y="1512"/>
                  </a:cubicBezTo>
                  <a:lnTo>
                    <a:pt x="1053" y="1512"/>
                  </a:lnTo>
                  <a:lnTo>
                    <a:pt x="1053" y="1053"/>
                  </a:lnTo>
                  <a:cubicBezTo>
                    <a:pt x="1053" y="938"/>
                    <a:pt x="1005" y="833"/>
                    <a:pt x="929" y="756"/>
                  </a:cubicBezTo>
                  <a:lnTo>
                    <a:pt x="182"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1" name="Google Shape;10121;p63"/>
            <p:cNvSpPr/>
            <p:nvPr/>
          </p:nvSpPr>
          <p:spPr>
            <a:xfrm>
              <a:off x="7732222" y="4473011"/>
              <a:ext cx="27652" cy="39731"/>
            </a:xfrm>
            <a:custGeom>
              <a:avLst/>
              <a:gdLst/>
              <a:ahLst/>
              <a:cxnLst/>
              <a:rect l="l" t="t" r="r" b="b"/>
              <a:pathLst>
                <a:path w="1053" h="1513" extrusionOk="0">
                  <a:moveTo>
                    <a:pt x="871" y="0"/>
                  </a:moveTo>
                  <a:lnTo>
                    <a:pt x="115" y="756"/>
                  </a:lnTo>
                  <a:cubicBezTo>
                    <a:pt x="39" y="833"/>
                    <a:pt x="0" y="938"/>
                    <a:pt x="0" y="1053"/>
                  </a:cubicBezTo>
                  <a:lnTo>
                    <a:pt x="0" y="1512"/>
                  </a:lnTo>
                  <a:lnTo>
                    <a:pt x="842" y="1512"/>
                  </a:lnTo>
                  <a:cubicBezTo>
                    <a:pt x="957" y="1512"/>
                    <a:pt x="1053" y="1417"/>
                    <a:pt x="1053" y="1302"/>
                  </a:cubicBezTo>
                  <a:lnTo>
                    <a:pt x="1053" y="450"/>
                  </a:lnTo>
                  <a:cubicBezTo>
                    <a:pt x="1053" y="278"/>
                    <a:pt x="986" y="125"/>
                    <a:pt x="871"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2" name="Google Shape;10122;p63"/>
            <p:cNvSpPr/>
            <p:nvPr/>
          </p:nvSpPr>
          <p:spPr>
            <a:xfrm>
              <a:off x="7656068" y="4447592"/>
              <a:ext cx="63602" cy="65151"/>
            </a:xfrm>
            <a:custGeom>
              <a:avLst/>
              <a:gdLst/>
              <a:ahLst/>
              <a:cxnLst/>
              <a:rect l="l" t="t" r="r" b="b"/>
              <a:pathLst>
                <a:path w="2422" h="2481" extrusionOk="0">
                  <a:moveTo>
                    <a:pt x="279" y="0"/>
                  </a:moveTo>
                  <a:cubicBezTo>
                    <a:pt x="237" y="0"/>
                    <a:pt x="195" y="20"/>
                    <a:pt x="173" y="59"/>
                  </a:cubicBezTo>
                  <a:lnTo>
                    <a:pt x="0" y="327"/>
                  </a:lnTo>
                  <a:lnTo>
                    <a:pt x="422" y="1102"/>
                  </a:lnTo>
                  <a:cubicBezTo>
                    <a:pt x="463" y="1174"/>
                    <a:pt x="539" y="1212"/>
                    <a:pt x="612" y="1212"/>
                  </a:cubicBezTo>
                  <a:cubicBezTo>
                    <a:pt x="657" y="1212"/>
                    <a:pt x="701" y="1198"/>
                    <a:pt x="737" y="1169"/>
                  </a:cubicBezTo>
                  <a:lnTo>
                    <a:pt x="996" y="959"/>
                  </a:lnTo>
                  <a:lnTo>
                    <a:pt x="996" y="2480"/>
                  </a:lnTo>
                  <a:lnTo>
                    <a:pt x="1417" y="2480"/>
                  </a:lnTo>
                  <a:lnTo>
                    <a:pt x="1417" y="959"/>
                  </a:lnTo>
                  <a:lnTo>
                    <a:pt x="1675" y="1160"/>
                  </a:lnTo>
                  <a:cubicBezTo>
                    <a:pt x="1717" y="1193"/>
                    <a:pt x="1764" y="1210"/>
                    <a:pt x="1811" y="1210"/>
                  </a:cubicBezTo>
                  <a:cubicBezTo>
                    <a:pt x="1882" y="1210"/>
                    <a:pt x="1950" y="1172"/>
                    <a:pt x="1991" y="1102"/>
                  </a:cubicBezTo>
                  <a:lnTo>
                    <a:pt x="2422" y="327"/>
                  </a:lnTo>
                  <a:lnTo>
                    <a:pt x="2240" y="59"/>
                  </a:lnTo>
                  <a:cubicBezTo>
                    <a:pt x="2218" y="20"/>
                    <a:pt x="2176" y="0"/>
                    <a:pt x="2133" y="0"/>
                  </a:cubicBezTo>
                  <a:cubicBezTo>
                    <a:pt x="2103" y="0"/>
                    <a:pt x="2072" y="10"/>
                    <a:pt x="2048" y="30"/>
                  </a:cubicBezTo>
                  <a:lnTo>
                    <a:pt x="1350" y="662"/>
                  </a:lnTo>
                  <a:cubicBezTo>
                    <a:pt x="1312" y="700"/>
                    <a:pt x="1261" y="719"/>
                    <a:pt x="1210" y="719"/>
                  </a:cubicBezTo>
                  <a:cubicBezTo>
                    <a:pt x="1158" y="719"/>
                    <a:pt x="1106" y="700"/>
                    <a:pt x="1063" y="662"/>
                  </a:cubicBezTo>
                  <a:lnTo>
                    <a:pt x="364" y="30"/>
                  </a:lnTo>
                  <a:cubicBezTo>
                    <a:pt x="340" y="10"/>
                    <a:pt x="310" y="0"/>
                    <a:pt x="279"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3" name="Google Shape;10123;p63"/>
            <p:cNvSpPr/>
            <p:nvPr/>
          </p:nvSpPr>
          <p:spPr>
            <a:xfrm>
              <a:off x="7643489" y="4352504"/>
              <a:ext cx="88759" cy="81826"/>
            </a:xfrm>
            <a:custGeom>
              <a:avLst/>
              <a:gdLst/>
              <a:ahLst/>
              <a:cxnLst/>
              <a:rect l="l" t="t" r="r" b="b"/>
              <a:pathLst>
                <a:path w="3380" h="3116" extrusionOk="0">
                  <a:moveTo>
                    <a:pt x="1153" y="0"/>
                  </a:moveTo>
                  <a:cubicBezTo>
                    <a:pt x="1083" y="0"/>
                    <a:pt x="1017" y="37"/>
                    <a:pt x="977" y="101"/>
                  </a:cubicBezTo>
                  <a:cubicBezTo>
                    <a:pt x="814" y="359"/>
                    <a:pt x="412" y="972"/>
                    <a:pt x="87" y="1192"/>
                  </a:cubicBezTo>
                  <a:cubicBezTo>
                    <a:pt x="30" y="1230"/>
                    <a:pt x="1" y="1297"/>
                    <a:pt x="1" y="1364"/>
                  </a:cubicBezTo>
                  <a:lnTo>
                    <a:pt x="1" y="1460"/>
                  </a:lnTo>
                  <a:cubicBezTo>
                    <a:pt x="1" y="2273"/>
                    <a:pt x="585" y="2972"/>
                    <a:pt x="1389" y="3115"/>
                  </a:cubicBezTo>
                  <a:cubicBezTo>
                    <a:pt x="1044" y="2799"/>
                    <a:pt x="843" y="2350"/>
                    <a:pt x="843" y="1881"/>
                  </a:cubicBezTo>
                  <a:lnTo>
                    <a:pt x="843" y="1240"/>
                  </a:lnTo>
                  <a:cubicBezTo>
                    <a:pt x="843" y="1096"/>
                    <a:pt x="891" y="962"/>
                    <a:pt x="977" y="847"/>
                  </a:cubicBezTo>
                  <a:cubicBezTo>
                    <a:pt x="1054" y="742"/>
                    <a:pt x="1130" y="637"/>
                    <a:pt x="1207" y="522"/>
                  </a:cubicBezTo>
                  <a:cubicBezTo>
                    <a:pt x="1231" y="490"/>
                    <a:pt x="1267" y="471"/>
                    <a:pt x="1312" y="471"/>
                  </a:cubicBezTo>
                  <a:cubicBezTo>
                    <a:pt x="1321" y="471"/>
                    <a:pt x="1331" y="472"/>
                    <a:pt x="1341" y="474"/>
                  </a:cubicBezTo>
                  <a:cubicBezTo>
                    <a:pt x="2240" y="694"/>
                    <a:pt x="3150" y="1086"/>
                    <a:pt x="3370" y="1335"/>
                  </a:cubicBezTo>
                  <a:lnTo>
                    <a:pt x="3370" y="1249"/>
                  </a:lnTo>
                  <a:cubicBezTo>
                    <a:pt x="3379" y="531"/>
                    <a:pt x="1704" y="120"/>
                    <a:pt x="1197" y="5"/>
                  </a:cubicBezTo>
                  <a:cubicBezTo>
                    <a:pt x="1182" y="2"/>
                    <a:pt x="1168" y="0"/>
                    <a:pt x="1153"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24" name="Google Shape;10124;p63"/>
          <p:cNvGrpSpPr/>
          <p:nvPr/>
        </p:nvGrpSpPr>
        <p:grpSpPr>
          <a:xfrm>
            <a:off x="6661768" y="3195475"/>
            <a:ext cx="295819" cy="370712"/>
            <a:chOff x="6666381" y="3347875"/>
            <a:chExt cx="295819" cy="370712"/>
          </a:xfrm>
        </p:grpSpPr>
        <p:sp>
          <p:nvSpPr>
            <p:cNvPr id="10125" name="Google Shape;10125;p63"/>
            <p:cNvSpPr/>
            <p:nvPr/>
          </p:nvSpPr>
          <p:spPr>
            <a:xfrm>
              <a:off x="6666381" y="3347875"/>
              <a:ext cx="295819" cy="310892"/>
            </a:xfrm>
            <a:custGeom>
              <a:avLst/>
              <a:gdLst/>
              <a:ahLst/>
              <a:cxnLst/>
              <a:rect l="l" t="t" r="r" b="b"/>
              <a:pathLst>
                <a:path w="11265" h="11839" extrusionOk="0">
                  <a:moveTo>
                    <a:pt x="5628" y="0"/>
                  </a:moveTo>
                  <a:cubicBezTo>
                    <a:pt x="2518" y="0"/>
                    <a:pt x="1" y="2651"/>
                    <a:pt x="1" y="5914"/>
                  </a:cubicBezTo>
                  <a:cubicBezTo>
                    <a:pt x="1" y="9188"/>
                    <a:pt x="2518" y="11838"/>
                    <a:pt x="5628" y="11838"/>
                  </a:cubicBezTo>
                  <a:cubicBezTo>
                    <a:pt x="8738" y="11838"/>
                    <a:pt x="11265" y="9188"/>
                    <a:pt x="11265" y="5914"/>
                  </a:cubicBezTo>
                  <a:cubicBezTo>
                    <a:pt x="11265" y="2651"/>
                    <a:pt x="8738" y="0"/>
                    <a:pt x="5628" y="0"/>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6" name="Google Shape;10126;p63"/>
            <p:cNvSpPr/>
            <p:nvPr/>
          </p:nvSpPr>
          <p:spPr>
            <a:xfrm>
              <a:off x="6666381" y="3351132"/>
              <a:ext cx="252096" cy="307636"/>
            </a:xfrm>
            <a:custGeom>
              <a:avLst/>
              <a:gdLst/>
              <a:ahLst/>
              <a:cxnLst/>
              <a:rect l="l" t="t" r="r" b="b"/>
              <a:pathLst>
                <a:path w="9600" h="11715" extrusionOk="0">
                  <a:moveTo>
                    <a:pt x="4479" y="0"/>
                  </a:moveTo>
                  <a:cubicBezTo>
                    <a:pt x="1924" y="556"/>
                    <a:pt x="1" y="2939"/>
                    <a:pt x="1" y="5790"/>
                  </a:cubicBezTo>
                  <a:cubicBezTo>
                    <a:pt x="1" y="9064"/>
                    <a:pt x="2518" y="11714"/>
                    <a:pt x="5628" y="11714"/>
                  </a:cubicBezTo>
                  <a:cubicBezTo>
                    <a:pt x="7130" y="11705"/>
                    <a:pt x="8566" y="11083"/>
                    <a:pt x="9600" y="9992"/>
                  </a:cubicBezTo>
                  <a:lnTo>
                    <a:pt x="9600" y="9992"/>
                  </a:lnTo>
                  <a:cubicBezTo>
                    <a:pt x="9217" y="10078"/>
                    <a:pt x="8834" y="10116"/>
                    <a:pt x="8451" y="10116"/>
                  </a:cubicBezTo>
                  <a:cubicBezTo>
                    <a:pt x="5341" y="10116"/>
                    <a:pt x="2814" y="7465"/>
                    <a:pt x="2814" y="4202"/>
                  </a:cubicBezTo>
                  <a:cubicBezTo>
                    <a:pt x="2805" y="2642"/>
                    <a:pt x="3408" y="1130"/>
                    <a:pt x="4479"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7" name="Google Shape;10127;p63"/>
            <p:cNvSpPr/>
            <p:nvPr/>
          </p:nvSpPr>
          <p:spPr>
            <a:xfrm>
              <a:off x="6666644" y="3348112"/>
              <a:ext cx="295320" cy="310393"/>
            </a:xfrm>
            <a:custGeom>
              <a:avLst/>
              <a:gdLst/>
              <a:ahLst/>
              <a:cxnLst/>
              <a:rect l="l" t="t" r="r" b="b"/>
              <a:pathLst>
                <a:path w="11246" h="11820" extrusionOk="0">
                  <a:moveTo>
                    <a:pt x="5838" y="1"/>
                  </a:moveTo>
                  <a:lnTo>
                    <a:pt x="5838" y="1"/>
                  </a:lnTo>
                  <a:lnTo>
                    <a:pt x="5838" y="1"/>
                  </a:lnTo>
                  <a:cubicBezTo>
                    <a:pt x="5840" y="1"/>
                    <a:pt x="5841" y="1"/>
                    <a:pt x="5843" y="1"/>
                  </a:cubicBezTo>
                  <a:lnTo>
                    <a:pt x="5843" y="1"/>
                  </a:lnTo>
                  <a:cubicBezTo>
                    <a:pt x="5841" y="1"/>
                    <a:pt x="5840" y="1"/>
                    <a:pt x="5838" y="1"/>
                  </a:cubicBezTo>
                  <a:close/>
                  <a:moveTo>
                    <a:pt x="5407" y="2958"/>
                  </a:moveTo>
                  <a:lnTo>
                    <a:pt x="5407" y="5685"/>
                  </a:lnTo>
                  <a:lnTo>
                    <a:pt x="2163" y="5685"/>
                  </a:lnTo>
                  <a:cubicBezTo>
                    <a:pt x="2173" y="4757"/>
                    <a:pt x="2335" y="3838"/>
                    <a:pt x="2622" y="2958"/>
                  </a:cubicBezTo>
                  <a:close/>
                  <a:moveTo>
                    <a:pt x="8623" y="2958"/>
                  </a:moveTo>
                  <a:cubicBezTo>
                    <a:pt x="8910" y="3838"/>
                    <a:pt x="9073" y="4757"/>
                    <a:pt x="9082" y="5685"/>
                  </a:cubicBezTo>
                  <a:lnTo>
                    <a:pt x="5838" y="5685"/>
                  </a:lnTo>
                  <a:lnTo>
                    <a:pt x="5838" y="2958"/>
                  </a:lnTo>
                  <a:close/>
                  <a:moveTo>
                    <a:pt x="5407" y="6145"/>
                  </a:moveTo>
                  <a:lnTo>
                    <a:pt x="5407" y="8872"/>
                  </a:lnTo>
                  <a:lnTo>
                    <a:pt x="2622" y="8872"/>
                  </a:lnTo>
                  <a:cubicBezTo>
                    <a:pt x="2336" y="7995"/>
                    <a:pt x="2174" y="7070"/>
                    <a:pt x="2163" y="6145"/>
                  </a:cubicBezTo>
                  <a:close/>
                  <a:moveTo>
                    <a:pt x="9082" y="6135"/>
                  </a:moveTo>
                  <a:cubicBezTo>
                    <a:pt x="9063" y="7063"/>
                    <a:pt x="8910" y="7982"/>
                    <a:pt x="8623" y="8872"/>
                  </a:cubicBezTo>
                  <a:lnTo>
                    <a:pt x="5838" y="8872"/>
                  </a:lnTo>
                  <a:lnTo>
                    <a:pt x="5838" y="6135"/>
                  </a:lnTo>
                  <a:close/>
                  <a:moveTo>
                    <a:pt x="5398" y="1"/>
                  </a:moveTo>
                  <a:cubicBezTo>
                    <a:pt x="4833" y="20"/>
                    <a:pt x="4269" y="135"/>
                    <a:pt x="3733" y="336"/>
                  </a:cubicBezTo>
                  <a:cubicBezTo>
                    <a:pt x="3158" y="852"/>
                    <a:pt x="2680" y="1599"/>
                    <a:pt x="2326" y="2498"/>
                  </a:cubicBezTo>
                  <a:lnTo>
                    <a:pt x="1015" y="2498"/>
                  </a:lnTo>
                  <a:cubicBezTo>
                    <a:pt x="919" y="2642"/>
                    <a:pt x="833" y="2795"/>
                    <a:pt x="747" y="2958"/>
                  </a:cubicBezTo>
                  <a:lnTo>
                    <a:pt x="2173" y="2958"/>
                  </a:lnTo>
                  <a:cubicBezTo>
                    <a:pt x="1895" y="3838"/>
                    <a:pt x="1742" y="4757"/>
                    <a:pt x="1732" y="5685"/>
                  </a:cubicBezTo>
                  <a:lnTo>
                    <a:pt x="0" y="5685"/>
                  </a:lnTo>
                  <a:lnTo>
                    <a:pt x="0" y="5915"/>
                  </a:lnTo>
                  <a:lnTo>
                    <a:pt x="0" y="6135"/>
                  </a:lnTo>
                  <a:lnTo>
                    <a:pt x="1732" y="6135"/>
                  </a:lnTo>
                  <a:cubicBezTo>
                    <a:pt x="1742" y="7063"/>
                    <a:pt x="1895" y="7982"/>
                    <a:pt x="2173" y="8872"/>
                  </a:cubicBezTo>
                  <a:lnTo>
                    <a:pt x="747" y="8872"/>
                  </a:lnTo>
                  <a:cubicBezTo>
                    <a:pt x="833" y="9025"/>
                    <a:pt x="928" y="9179"/>
                    <a:pt x="1024" y="9322"/>
                  </a:cubicBezTo>
                  <a:lnTo>
                    <a:pt x="2345" y="9322"/>
                  </a:lnTo>
                  <a:cubicBezTo>
                    <a:pt x="2689" y="10222"/>
                    <a:pt x="3177" y="10968"/>
                    <a:pt x="3742" y="11485"/>
                  </a:cubicBezTo>
                  <a:cubicBezTo>
                    <a:pt x="4278" y="11686"/>
                    <a:pt x="4843" y="11801"/>
                    <a:pt x="5407" y="11820"/>
                  </a:cubicBezTo>
                  <a:cubicBezTo>
                    <a:pt x="4328" y="11705"/>
                    <a:pt x="3392" y="10743"/>
                    <a:pt x="2799" y="9332"/>
                  </a:cubicBezTo>
                  <a:lnTo>
                    <a:pt x="5407" y="9332"/>
                  </a:lnTo>
                  <a:lnTo>
                    <a:pt x="5407" y="11820"/>
                  </a:lnTo>
                  <a:lnTo>
                    <a:pt x="5838" y="11820"/>
                  </a:lnTo>
                  <a:lnTo>
                    <a:pt x="5838" y="9322"/>
                  </a:lnTo>
                  <a:lnTo>
                    <a:pt x="8451" y="9322"/>
                  </a:lnTo>
                  <a:cubicBezTo>
                    <a:pt x="7857" y="10738"/>
                    <a:pt x="6919" y="11705"/>
                    <a:pt x="5838" y="11820"/>
                  </a:cubicBezTo>
                  <a:lnTo>
                    <a:pt x="5848" y="11820"/>
                  </a:lnTo>
                  <a:cubicBezTo>
                    <a:pt x="6412" y="11801"/>
                    <a:pt x="6977" y="11686"/>
                    <a:pt x="7513" y="11485"/>
                  </a:cubicBezTo>
                  <a:cubicBezTo>
                    <a:pt x="8087" y="10968"/>
                    <a:pt x="8566" y="10222"/>
                    <a:pt x="8920" y="9322"/>
                  </a:cubicBezTo>
                  <a:lnTo>
                    <a:pt x="10231" y="9322"/>
                  </a:lnTo>
                  <a:cubicBezTo>
                    <a:pt x="10327" y="9179"/>
                    <a:pt x="10422" y="9025"/>
                    <a:pt x="10508" y="8872"/>
                  </a:cubicBezTo>
                  <a:lnTo>
                    <a:pt x="9082" y="8872"/>
                  </a:lnTo>
                  <a:cubicBezTo>
                    <a:pt x="9360" y="7982"/>
                    <a:pt x="9513" y="7063"/>
                    <a:pt x="9523" y="6135"/>
                  </a:cubicBezTo>
                  <a:lnTo>
                    <a:pt x="11245" y="6135"/>
                  </a:lnTo>
                  <a:lnTo>
                    <a:pt x="11245" y="5915"/>
                  </a:lnTo>
                  <a:lnTo>
                    <a:pt x="11245" y="5685"/>
                  </a:lnTo>
                  <a:lnTo>
                    <a:pt x="9513" y="5685"/>
                  </a:lnTo>
                  <a:cubicBezTo>
                    <a:pt x="9503" y="4757"/>
                    <a:pt x="9350" y="3838"/>
                    <a:pt x="9073" y="2948"/>
                  </a:cubicBezTo>
                  <a:lnTo>
                    <a:pt x="10499" y="2948"/>
                  </a:lnTo>
                  <a:cubicBezTo>
                    <a:pt x="10413" y="2795"/>
                    <a:pt x="10317" y="2642"/>
                    <a:pt x="10221" y="2498"/>
                  </a:cubicBezTo>
                  <a:lnTo>
                    <a:pt x="8901" y="2498"/>
                  </a:lnTo>
                  <a:cubicBezTo>
                    <a:pt x="8556" y="1599"/>
                    <a:pt x="8068" y="852"/>
                    <a:pt x="7503" y="336"/>
                  </a:cubicBezTo>
                  <a:cubicBezTo>
                    <a:pt x="6972" y="136"/>
                    <a:pt x="6412" y="22"/>
                    <a:pt x="5843" y="1"/>
                  </a:cubicBezTo>
                  <a:lnTo>
                    <a:pt x="5843" y="1"/>
                  </a:lnTo>
                  <a:cubicBezTo>
                    <a:pt x="6922" y="118"/>
                    <a:pt x="7858" y="1084"/>
                    <a:pt x="8451" y="2498"/>
                  </a:cubicBezTo>
                  <a:lnTo>
                    <a:pt x="5838" y="2498"/>
                  </a:lnTo>
                  <a:lnTo>
                    <a:pt x="5838" y="1"/>
                  </a:lnTo>
                  <a:lnTo>
                    <a:pt x="5838" y="1"/>
                  </a:lnTo>
                  <a:cubicBezTo>
                    <a:pt x="5835" y="1"/>
                    <a:pt x="5832" y="1"/>
                    <a:pt x="5828" y="1"/>
                  </a:cubicBezTo>
                  <a:lnTo>
                    <a:pt x="5407" y="1"/>
                  </a:lnTo>
                  <a:lnTo>
                    <a:pt x="5407" y="2498"/>
                  </a:lnTo>
                  <a:lnTo>
                    <a:pt x="2795" y="2498"/>
                  </a:lnTo>
                  <a:cubicBezTo>
                    <a:pt x="3388" y="1082"/>
                    <a:pt x="4326" y="115"/>
                    <a:pt x="5407"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8" name="Google Shape;10128;p63"/>
            <p:cNvSpPr/>
            <p:nvPr/>
          </p:nvSpPr>
          <p:spPr>
            <a:xfrm>
              <a:off x="6666644" y="3351394"/>
              <a:ext cx="222921" cy="307111"/>
            </a:xfrm>
            <a:custGeom>
              <a:avLst/>
              <a:gdLst/>
              <a:ahLst/>
              <a:cxnLst/>
              <a:rect l="l" t="t" r="r" b="b"/>
              <a:pathLst>
                <a:path w="8489" h="11695" extrusionOk="0">
                  <a:moveTo>
                    <a:pt x="5407" y="9197"/>
                  </a:moveTo>
                  <a:lnTo>
                    <a:pt x="5407" y="11685"/>
                  </a:lnTo>
                  <a:cubicBezTo>
                    <a:pt x="4326" y="11570"/>
                    <a:pt x="3388" y="10613"/>
                    <a:pt x="2795" y="9197"/>
                  </a:cubicBezTo>
                  <a:close/>
                  <a:moveTo>
                    <a:pt x="4460" y="0"/>
                  </a:moveTo>
                  <a:cubicBezTo>
                    <a:pt x="4211" y="48"/>
                    <a:pt x="3972" y="115"/>
                    <a:pt x="3733" y="201"/>
                  </a:cubicBezTo>
                  <a:cubicBezTo>
                    <a:pt x="3158" y="727"/>
                    <a:pt x="2680" y="1474"/>
                    <a:pt x="2326" y="2364"/>
                  </a:cubicBezTo>
                  <a:lnTo>
                    <a:pt x="1015" y="2364"/>
                  </a:lnTo>
                  <a:cubicBezTo>
                    <a:pt x="919" y="2517"/>
                    <a:pt x="833" y="2670"/>
                    <a:pt x="747" y="2833"/>
                  </a:cubicBezTo>
                  <a:lnTo>
                    <a:pt x="2173" y="2833"/>
                  </a:lnTo>
                  <a:cubicBezTo>
                    <a:pt x="1895" y="3713"/>
                    <a:pt x="1742" y="4632"/>
                    <a:pt x="1732" y="5560"/>
                  </a:cubicBezTo>
                  <a:lnTo>
                    <a:pt x="0" y="5560"/>
                  </a:lnTo>
                  <a:lnTo>
                    <a:pt x="0" y="5790"/>
                  </a:lnTo>
                  <a:lnTo>
                    <a:pt x="0" y="6010"/>
                  </a:lnTo>
                  <a:lnTo>
                    <a:pt x="1732" y="6010"/>
                  </a:lnTo>
                  <a:cubicBezTo>
                    <a:pt x="1742" y="6938"/>
                    <a:pt x="1895" y="7857"/>
                    <a:pt x="2173" y="8747"/>
                  </a:cubicBezTo>
                  <a:lnTo>
                    <a:pt x="747" y="8747"/>
                  </a:lnTo>
                  <a:cubicBezTo>
                    <a:pt x="833" y="8900"/>
                    <a:pt x="928" y="9054"/>
                    <a:pt x="1024" y="9197"/>
                  </a:cubicBezTo>
                  <a:lnTo>
                    <a:pt x="2345" y="9197"/>
                  </a:lnTo>
                  <a:cubicBezTo>
                    <a:pt x="2689" y="10097"/>
                    <a:pt x="3177" y="10843"/>
                    <a:pt x="3742" y="11360"/>
                  </a:cubicBezTo>
                  <a:cubicBezTo>
                    <a:pt x="4278" y="11561"/>
                    <a:pt x="4843" y="11676"/>
                    <a:pt x="5407" y="11695"/>
                  </a:cubicBezTo>
                  <a:lnTo>
                    <a:pt x="5848" y="11695"/>
                  </a:lnTo>
                  <a:cubicBezTo>
                    <a:pt x="6412" y="11676"/>
                    <a:pt x="6977" y="11561"/>
                    <a:pt x="7513" y="11360"/>
                  </a:cubicBezTo>
                  <a:cubicBezTo>
                    <a:pt x="7896" y="10996"/>
                    <a:pt x="8231" y="10575"/>
                    <a:pt x="8489" y="10106"/>
                  </a:cubicBezTo>
                  <a:lnTo>
                    <a:pt x="8441" y="10106"/>
                  </a:lnTo>
                  <a:cubicBezTo>
                    <a:pt x="8288" y="10106"/>
                    <a:pt x="8144" y="10097"/>
                    <a:pt x="7991" y="10087"/>
                  </a:cubicBezTo>
                  <a:cubicBezTo>
                    <a:pt x="7427" y="11006"/>
                    <a:pt x="6671" y="11599"/>
                    <a:pt x="5838" y="11685"/>
                  </a:cubicBezTo>
                  <a:lnTo>
                    <a:pt x="5838" y="9436"/>
                  </a:lnTo>
                  <a:cubicBezTo>
                    <a:pt x="5484" y="9245"/>
                    <a:pt x="5149" y="9015"/>
                    <a:pt x="4843" y="8747"/>
                  </a:cubicBezTo>
                  <a:lnTo>
                    <a:pt x="2622" y="8747"/>
                  </a:lnTo>
                  <a:cubicBezTo>
                    <a:pt x="2335" y="7857"/>
                    <a:pt x="2173" y="6938"/>
                    <a:pt x="2163" y="6010"/>
                  </a:cubicBezTo>
                  <a:lnTo>
                    <a:pt x="3082" y="6010"/>
                  </a:lnTo>
                  <a:cubicBezTo>
                    <a:pt x="3034" y="5867"/>
                    <a:pt x="2996" y="5714"/>
                    <a:pt x="2957" y="5560"/>
                  </a:cubicBezTo>
                  <a:lnTo>
                    <a:pt x="2163" y="5560"/>
                  </a:lnTo>
                  <a:cubicBezTo>
                    <a:pt x="2173" y="4632"/>
                    <a:pt x="2335" y="3713"/>
                    <a:pt x="2622" y="2833"/>
                  </a:cubicBezTo>
                  <a:lnTo>
                    <a:pt x="2957" y="2833"/>
                  </a:lnTo>
                  <a:cubicBezTo>
                    <a:pt x="2996" y="2670"/>
                    <a:pt x="3034" y="2527"/>
                    <a:pt x="3082" y="2373"/>
                  </a:cubicBezTo>
                  <a:lnTo>
                    <a:pt x="2795" y="2373"/>
                  </a:lnTo>
                  <a:cubicBezTo>
                    <a:pt x="3053" y="1694"/>
                    <a:pt x="3455" y="1081"/>
                    <a:pt x="3972" y="574"/>
                  </a:cubicBezTo>
                  <a:cubicBezTo>
                    <a:pt x="4125" y="373"/>
                    <a:pt x="4288" y="182"/>
                    <a:pt x="446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9" name="Google Shape;10129;p63"/>
            <p:cNvSpPr/>
            <p:nvPr/>
          </p:nvSpPr>
          <p:spPr>
            <a:xfrm>
              <a:off x="6711863" y="3586868"/>
              <a:ext cx="22899" cy="23897"/>
            </a:xfrm>
            <a:custGeom>
              <a:avLst/>
              <a:gdLst/>
              <a:ahLst/>
              <a:cxnLst/>
              <a:rect l="l" t="t" r="r" b="b"/>
              <a:pathLst>
                <a:path w="872" h="910" extrusionOk="0">
                  <a:moveTo>
                    <a:pt x="1" y="0"/>
                  </a:moveTo>
                  <a:lnTo>
                    <a:pt x="1" y="910"/>
                  </a:lnTo>
                  <a:lnTo>
                    <a:pt x="872" y="910"/>
                  </a:lnTo>
                  <a:lnTo>
                    <a:pt x="872"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0" name="Google Shape;10130;p63"/>
            <p:cNvSpPr/>
            <p:nvPr/>
          </p:nvSpPr>
          <p:spPr>
            <a:xfrm>
              <a:off x="6710865" y="3586868"/>
              <a:ext cx="24894" cy="18067"/>
            </a:xfrm>
            <a:custGeom>
              <a:avLst/>
              <a:gdLst/>
              <a:ahLst/>
              <a:cxnLst/>
              <a:rect l="l" t="t" r="r" b="b"/>
              <a:pathLst>
                <a:path w="948" h="688" extrusionOk="0">
                  <a:moveTo>
                    <a:pt x="39" y="0"/>
                  </a:moveTo>
                  <a:lnTo>
                    <a:pt x="39" y="460"/>
                  </a:lnTo>
                  <a:cubicBezTo>
                    <a:pt x="39" y="508"/>
                    <a:pt x="29" y="555"/>
                    <a:pt x="1" y="594"/>
                  </a:cubicBezTo>
                  <a:cubicBezTo>
                    <a:pt x="149" y="656"/>
                    <a:pt x="309" y="687"/>
                    <a:pt x="471" y="687"/>
                  </a:cubicBezTo>
                  <a:cubicBezTo>
                    <a:pt x="632" y="687"/>
                    <a:pt x="795" y="656"/>
                    <a:pt x="948" y="594"/>
                  </a:cubicBezTo>
                  <a:cubicBezTo>
                    <a:pt x="919" y="555"/>
                    <a:pt x="910" y="508"/>
                    <a:pt x="910" y="460"/>
                  </a:cubicBezTo>
                  <a:lnTo>
                    <a:pt x="91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1" name="Google Shape;10131;p63"/>
            <p:cNvSpPr/>
            <p:nvPr/>
          </p:nvSpPr>
          <p:spPr>
            <a:xfrm>
              <a:off x="6688991" y="3605722"/>
              <a:ext cx="68407" cy="88995"/>
            </a:xfrm>
            <a:custGeom>
              <a:avLst/>
              <a:gdLst/>
              <a:ahLst/>
              <a:cxnLst/>
              <a:rect l="l" t="t" r="r" b="b"/>
              <a:pathLst>
                <a:path w="2605" h="3389" extrusionOk="0">
                  <a:moveTo>
                    <a:pt x="642" y="0"/>
                  </a:moveTo>
                  <a:lnTo>
                    <a:pt x="250" y="211"/>
                  </a:lnTo>
                  <a:cubicBezTo>
                    <a:pt x="97" y="297"/>
                    <a:pt x="1" y="450"/>
                    <a:pt x="10" y="622"/>
                  </a:cubicBezTo>
                  <a:lnTo>
                    <a:pt x="10" y="1943"/>
                  </a:lnTo>
                  <a:cubicBezTo>
                    <a:pt x="10" y="2431"/>
                    <a:pt x="144" y="2919"/>
                    <a:pt x="403" y="3331"/>
                  </a:cubicBezTo>
                  <a:lnTo>
                    <a:pt x="441" y="3388"/>
                  </a:lnTo>
                  <a:lnTo>
                    <a:pt x="2173" y="3388"/>
                  </a:lnTo>
                  <a:lnTo>
                    <a:pt x="2202" y="3331"/>
                  </a:lnTo>
                  <a:cubicBezTo>
                    <a:pt x="2470" y="2919"/>
                    <a:pt x="2604" y="2431"/>
                    <a:pt x="2604" y="1943"/>
                  </a:cubicBezTo>
                  <a:lnTo>
                    <a:pt x="2604" y="622"/>
                  </a:lnTo>
                  <a:cubicBezTo>
                    <a:pt x="2604" y="450"/>
                    <a:pt x="2518" y="297"/>
                    <a:pt x="2365" y="211"/>
                  </a:cubicBezTo>
                  <a:lnTo>
                    <a:pt x="1972" y="0"/>
                  </a:lnTo>
                  <a:cubicBezTo>
                    <a:pt x="1823" y="193"/>
                    <a:pt x="1385" y="201"/>
                    <a:pt x="1313" y="201"/>
                  </a:cubicBezTo>
                  <a:cubicBezTo>
                    <a:pt x="1306" y="201"/>
                    <a:pt x="1302" y="201"/>
                    <a:pt x="1302" y="201"/>
                  </a:cubicBezTo>
                  <a:cubicBezTo>
                    <a:pt x="1302" y="201"/>
                    <a:pt x="1299" y="201"/>
                    <a:pt x="1293" y="201"/>
                  </a:cubicBezTo>
                  <a:cubicBezTo>
                    <a:pt x="1222" y="201"/>
                    <a:pt x="791" y="193"/>
                    <a:pt x="64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2" name="Google Shape;10132;p63"/>
            <p:cNvSpPr/>
            <p:nvPr/>
          </p:nvSpPr>
          <p:spPr>
            <a:xfrm>
              <a:off x="6700571" y="3694691"/>
              <a:ext cx="45509" cy="23897"/>
            </a:xfrm>
            <a:custGeom>
              <a:avLst/>
              <a:gdLst/>
              <a:ahLst/>
              <a:cxnLst/>
              <a:rect l="l" t="t" r="r" b="b"/>
              <a:pathLst>
                <a:path w="1733" h="910" extrusionOk="0">
                  <a:moveTo>
                    <a:pt x="0" y="0"/>
                  </a:moveTo>
                  <a:lnTo>
                    <a:pt x="0" y="680"/>
                  </a:lnTo>
                  <a:cubicBezTo>
                    <a:pt x="0" y="804"/>
                    <a:pt x="96" y="900"/>
                    <a:pt x="220" y="909"/>
                  </a:cubicBezTo>
                  <a:lnTo>
                    <a:pt x="1512" y="909"/>
                  </a:lnTo>
                  <a:cubicBezTo>
                    <a:pt x="1637" y="900"/>
                    <a:pt x="1732" y="804"/>
                    <a:pt x="1732" y="680"/>
                  </a:cubicBezTo>
                  <a:lnTo>
                    <a:pt x="1732"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3" name="Google Shape;10133;p63"/>
            <p:cNvSpPr/>
            <p:nvPr/>
          </p:nvSpPr>
          <p:spPr>
            <a:xfrm>
              <a:off x="6689253" y="3615754"/>
              <a:ext cx="11344" cy="78964"/>
            </a:xfrm>
            <a:custGeom>
              <a:avLst/>
              <a:gdLst/>
              <a:ahLst/>
              <a:cxnLst/>
              <a:rect l="l" t="t" r="r" b="b"/>
              <a:pathLst>
                <a:path w="432" h="3007" extrusionOk="0">
                  <a:moveTo>
                    <a:pt x="67" y="1"/>
                  </a:moveTo>
                  <a:cubicBezTo>
                    <a:pt x="20" y="78"/>
                    <a:pt x="0" y="154"/>
                    <a:pt x="0" y="240"/>
                  </a:cubicBezTo>
                  <a:lnTo>
                    <a:pt x="0" y="1561"/>
                  </a:lnTo>
                  <a:cubicBezTo>
                    <a:pt x="0" y="2059"/>
                    <a:pt x="134" y="2537"/>
                    <a:pt x="393" y="2949"/>
                  </a:cubicBezTo>
                  <a:lnTo>
                    <a:pt x="431" y="3006"/>
                  </a:lnTo>
                  <a:lnTo>
                    <a:pt x="431" y="518"/>
                  </a:lnTo>
                  <a:cubicBezTo>
                    <a:pt x="431" y="374"/>
                    <a:pt x="364" y="240"/>
                    <a:pt x="259" y="154"/>
                  </a:cubicBezTo>
                  <a:lnTo>
                    <a:pt x="67"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4" name="Google Shape;10134;p63"/>
            <p:cNvSpPr/>
            <p:nvPr/>
          </p:nvSpPr>
          <p:spPr>
            <a:xfrm>
              <a:off x="6746054" y="3615754"/>
              <a:ext cx="11344" cy="78964"/>
            </a:xfrm>
            <a:custGeom>
              <a:avLst/>
              <a:gdLst/>
              <a:ahLst/>
              <a:cxnLst/>
              <a:rect l="l" t="t" r="r" b="b"/>
              <a:pathLst>
                <a:path w="432" h="3007" extrusionOk="0">
                  <a:moveTo>
                    <a:pt x="364" y="1"/>
                  </a:moveTo>
                  <a:lnTo>
                    <a:pt x="173" y="154"/>
                  </a:lnTo>
                  <a:cubicBezTo>
                    <a:pt x="67" y="240"/>
                    <a:pt x="0" y="374"/>
                    <a:pt x="0" y="518"/>
                  </a:cubicBezTo>
                  <a:lnTo>
                    <a:pt x="0" y="3006"/>
                  </a:lnTo>
                  <a:lnTo>
                    <a:pt x="29" y="2949"/>
                  </a:lnTo>
                  <a:cubicBezTo>
                    <a:pt x="297" y="2537"/>
                    <a:pt x="431" y="2059"/>
                    <a:pt x="431" y="1561"/>
                  </a:cubicBezTo>
                  <a:lnTo>
                    <a:pt x="431" y="240"/>
                  </a:lnTo>
                  <a:cubicBezTo>
                    <a:pt x="431" y="154"/>
                    <a:pt x="412" y="78"/>
                    <a:pt x="36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5" name="Google Shape;10135;p63"/>
            <p:cNvSpPr/>
            <p:nvPr/>
          </p:nvSpPr>
          <p:spPr>
            <a:xfrm>
              <a:off x="6705850" y="3599052"/>
              <a:ext cx="34952" cy="95665"/>
            </a:xfrm>
            <a:custGeom>
              <a:avLst/>
              <a:gdLst/>
              <a:ahLst/>
              <a:cxnLst/>
              <a:rect l="l" t="t" r="r" b="b"/>
              <a:pathLst>
                <a:path w="1331" h="3643" extrusionOk="0">
                  <a:moveTo>
                    <a:pt x="214" y="1"/>
                  </a:moveTo>
                  <a:cubicBezTo>
                    <a:pt x="203" y="1"/>
                    <a:pt x="192" y="5"/>
                    <a:pt x="182" y="15"/>
                  </a:cubicBezTo>
                  <a:lnTo>
                    <a:pt x="0" y="254"/>
                  </a:lnTo>
                  <a:lnTo>
                    <a:pt x="297" y="637"/>
                  </a:lnTo>
                  <a:cubicBezTo>
                    <a:pt x="313" y="664"/>
                    <a:pt x="341" y="676"/>
                    <a:pt x="370" y="676"/>
                  </a:cubicBezTo>
                  <a:cubicBezTo>
                    <a:pt x="392" y="676"/>
                    <a:pt x="414" y="669"/>
                    <a:pt x="431" y="656"/>
                  </a:cubicBezTo>
                  <a:lnTo>
                    <a:pt x="555" y="541"/>
                  </a:lnTo>
                  <a:lnTo>
                    <a:pt x="555" y="3642"/>
                  </a:lnTo>
                  <a:lnTo>
                    <a:pt x="775" y="3642"/>
                  </a:lnTo>
                  <a:lnTo>
                    <a:pt x="775" y="541"/>
                  </a:lnTo>
                  <a:lnTo>
                    <a:pt x="900" y="656"/>
                  </a:lnTo>
                  <a:cubicBezTo>
                    <a:pt x="917" y="673"/>
                    <a:pt x="939" y="680"/>
                    <a:pt x="961" y="680"/>
                  </a:cubicBezTo>
                  <a:cubicBezTo>
                    <a:pt x="989" y="680"/>
                    <a:pt x="1018" y="668"/>
                    <a:pt x="1034" y="647"/>
                  </a:cubicBezTo>
                  <a:lnTo>
                    <a:pt x="1330" y="254"/>
                  </a:lnTo>
                  <a:lnTo>
                    <a:pt x="1149" y="15"/>
                  </a:lnTo>
                  <a:cubicBezTo>
                    <a:pt x="1139" y="5"/>
                    <a:pt x="1127" y="1"/>
                    <a:pt x="1116" y="1"/>
                  </a:cubicBezTo>
                  <a:cubicBezTo>
                    <a:pt x="1105" y="1"/>
                    <a:pt x="1096" y="5"/>
                    <a:pt x="1091" y="15"/>
                  </a:cubicBezTo>
                  <a:lnTo>
                    <a:pt x="660" y="455"/>
                  </a:lnTo>
                  <a:lnTo>
                    <a:pt x="239" y="15"/>
                  </a:lnTo>
                  <a:cubicBezTo>
                    <a:pt x="235" y="5"/>
                    <a:pt x="225" y="1"/>
                    <a:pt x="21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6" name="Google Shape;10136;p63"/>
            <p:cNvSpPr/>
            <p:nvPr/>
          </p:nvSpPr>
          <p:spPr>
            <a:xfrm>
              <a:off x="6720161" y="3706482"/>
              <a:ext cx="6066" cy="12106"/>
            </a:xfrm>
            <a:custGeom>
              <a:avLst/>
              <a:gdLst/>
              <a:ahLst/>
              <a:cxnLst/>
              <a:rect l="l" t="t" r="r" b="b"/>
              <a:pathLst>
                <a:path w="231" h="461" extrusionOk="0">
                  <a:moveTo>
                    <a:pt x="115" y="1"/>
                  </a:moveTo>
                  <a:cubicBezTo>
                    <a:pt x="58" y="1"/>
                    <a:pt x="1" y="58"/>
                    <a:pt x="10" y="125"/>
                  </a:cubicBezTo>
                  <a:lnTo>
                    <a:pt x="10" y="460"/>
                  </a:lnTo>
                  <a:lnTo>
                    <a:pt x="230" y="460"/>
                  </a:lnTo>
                  <a:lnTo>
                    <a:pt x="230" y="125"/>
                  </a:lnTo>
                  <a:cubicBezTo>
                    <a:pt x="230" y="58"/>
                    <a:pt x="182" y="1"/>
                    <a:pt x="115"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7" name="Google Shape;10137;p63"/>
            <p:cNvSpPr/>
            <p:nvPr/>
          </p:nvSpPr>
          <p:spPr>
            <a:xfrm>
              <a:off x="6700309" y="3539127"/>
              <a:ext cx="46008" cy="53807"/>
            </a:xfrm>
            <a:custGeom>
              <a:avLst/>
              <a:gdLst/>
              <a:ahLst/>
              <a:cxnLst/>
              <a:rect l="l" t="t" r="r" b="b"/>
              <a:pathLst>
                <a:path w="1752" h="2049" extrusionOk="0">
                  <a:moveTo>
                    <a:pt x="661" y="0"/>
                  </a:moveTo>
                  <a:cubicBezTo>
                    <a:pt x="288" y="10"/>
                    <a:pt x="1" y="316"/>
                    <a:pt x="10" y="680"/>
                  </a:cubicBezTo>
                  <a:lnTo>
                    <a:pt x="10" y="1139"/>
                  </a:lnTo>
                  <a:cubicBezTo>
                    <a:pt x="1" y="1627"/>
                    <a:pt x="383" y="2039"/>
                    <a:pt x="871" y="2048"/>
                  </a:cubicBezTo>
                  <a:cubicBezTo>
                    <a:pt x="1369" y="2039"/>
                    <a:pt x="1752" y="1627"/>
                    <a:pt x="1742" y="1139"/>
                  </a:cubicBezTo>
                  <a:lnTo>
                    <a:pt x="1742" y="680"/>
                  </a:lnTo>
                  <a:cubicBezTo>
                    <a:pt x="1752" y="316"/>
                    <a:pt x="1455" y="10"/>
                    <a:pt x="109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8" name="Google Shape;10138;p63"/>
            <p:cNvSpPr/>
            <p:nvPr/>
          </p:nvSpPr>
          <p:spPr>
            <a:xfrm>
              <a:off x="6700309" y="3539127"/>
              <a:ext cx="31433" cy="53807"/>
            </a:xfrm>
            <a:custGeom>
              <a:avLst/>
              <a:gdLst/>
              <a:ahLst/>
              <a:cxnLst/>
              <a:rect l="l" t="t" r="r" b="b"/>
              <a:pathLst>
                <a:path w="1197" h="2049" extrusionOk="0">
                  <a:moveTo>
                    <a:pt x="661" y="0"/>
                  </a:moveTo>
                  <a:cubicBezTo>
                    <a:pt x="288" y="10"/>
                    <a:pt x="1" y="316"/>
                    <a:pt x="10" y="680"/>
                  </a:cubicBezTo>
                  <a:lnTo>
                    <a:pt x="10" y="1139"/>
                  </a:lnTo>
                  <a:cubicBezTo>
                    <a:pt x="1" y="1627"/>
                    <a:pt x="383" y="2039"/>
                    <a:pt x="871" y="2048"/>
                  </a:cubicBezTo>
                  <a:cubicBezTo>
                    <a:pt x="986" y="2048"/>
                    <a:pt x="1101" y="2029"/>
                    <a:pt x="1197" y="1981"/>
                  </a:cubicBezTo>
                  <a:cubicBezTo>
                    <a:pt x="871" y="1838"/>
                    <a:pt x="651" y="1503"/>
                    <a:pt x="661" y="1139"/>
                  </a:cubicBezTo>
                  <a:lnTo>
                    <a:pt x="661" y="680"/>
                  </a:lnTo>
                  <a:cubicBezTo>
                    <a:pt x="651" y="354"/>
                    <a:pt x="881" y="77"/>
                    <a:pt x="1197" y="10"/>
                  </a:cubicBezTo>
                  <a:cubicBezTo>
                    <a:pt x="1168" y="0"/>
                    <a:pt x="1130" y="0"/>
                    <a:pt x="109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39" name="Google Shape;10139;p63"/>
            <p:cNvSpPr/>
            <p:nvPr/>
          </p:nvSpPr>
          <p:spPr>
            <a:xfrm>
              <a:off x="6700309" y="3539127"/>
              <a:ext cx="46008" cy="23897"/>
            </a:xfrm>
            <a:custGeom>
              <a:avLst/>
              <a:gdLst/>
              <a:ahLst/>
              <a:cxnLst/>
              <a:rect l="l" t="t" r="r" b="b"/>
              <a:pathLst>
                <a:path w="1752" h="910" extrusionOk="0">
                  <a:moveTo>
                    <a:pt x="661" y="0"/>
                  </a:moveTo>
                  <a:cubicBezTo>
                    <a:pt x="288" y="10"/>
                    <a:pt x="1" y="316"/>
                    <a:pt x="10" y="689"/>
                  </a:cubicBezTo>
                  <a:cubicBezTo>
                    <a:pt x="10" y="689"/>
                    <a:pt x="661" y="909"/>
                    <a:pt x="1742" y="909"/>
                  </a:cubicBezTo>
                  <a:lnTo>
                    <a:pt x="1742" y="689"/>
                  </a:lnTo>
                  <a:cubicBezTo>
                    <a:pt x="1752" y="316"/>
                    <a:pt x="1455" y="10"/>
                    <a:pt x="10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0" name="Google Shape;10140;p63"/>
            <p:cNvSpPr/>
            <p:nvPr/>
          </p:nvSpPr>
          <p:spPr>
            <a:xfrm>
              <a:off x="6700309" y="3539127"/>
              <a:ext cx="31433" cy="21875"/>
            </a:xfrm>
            <a:custGeom>
              <a:avLst/>
              <a:gdLst/>
              <a:ahLst/>
              <a:cxnLst/>
              <a:rect l="l" t="t" r="r" b="b"/>
              <a:pathLst>
                <a:path w="1197" h="833" extrusionOk="0">
                  <a:moveTo>
                    <a:pt x="661" y="0"/>
                  </a:moveTo>
                  <a:cubicBezTo>
                    <a:pt x="288" y="10"/>
                    <a:pt x="1" y="316"/>
                    <a:pt x="10" y="689"/>
                  </a:cubicBezTo>
                  <a:cubicBezTo>
                    <a:pt x="221" y="747"/>
                    <a:pt x="441" y="804"/>
                    <a:pt x="661" y="833"/>
                  </a:cubicBezTo>
                  <a:lnTo>
                    <a:pt x="661" y="689"/>
                  </a:lnTo>
                  <a:cubicBezTo>
                    <a:pt x="651" y="364"/>
                    <a:pt x="881" y="77"/>
                    <a:pt x="1197" y="10"/>
                  </a:cubicBezTo>
                  <a:cubicBezTo>
                    <a:pt x="1168" y="10"/>
                    <a:pt x="1130" y="0"/>
                    <a:pt x="109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1" name="Google Shape;10141;p63"/>
            <p:cNvSpPr/>
            <p:nvPr/>
          </p:nvSpPr>
          <p:spPr>
            <a:xfrm>
              <a:off x="6802854" y="3586868"/>
              <a:ext cx="22899" cy="23897"/>
            </a:xfrm>
            <a:custGeom>
              <a:avLst/>
              <a:gdLst/>
              <a:ahLst/>
              <a:cxnLst/>
              <a:rect l="l" t="t" r="r" b="b"/>
              <a:pathLst>
                <a:path w="872" h="910" extrusionOk="0">
                  <a:moveTo>
                    <a:pt x="0" y="0"/>
                  </a:moveTo>
                  <a:lnTo>
                    <a:pt x="0" y="910"/>
                  </a:lnTo>
                  <a:lnTo>
                    <a:pt x="871" y="910"/>
                  </a:lnTo>
                  <a:lnTo>
                    <a:pt x="871"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2" name="Google Shape;10142;p63"/>
            <p:cNvSpPr/>
            <p:nvPr/>
          </p:nvSpPr>
          <p:spPr>
            <a:xfrm>
              <a:off x="6801594" y="3586868"/>
              <a:ext cx="24894" cy="18067"/>
            </a:xfrm>
            <a:custGeom>
              <a:avLst/>
              <a:gdLst/>
              <a:ahLst/>
              <a:cxnLst/>
              <a:rect l="l" t="t" r="r" b="b"/>
              <a:pathLst>
                <a:path w="948" h="688" extrusionOk="0">
                  <a:moveTo>
                    <a:pt x="48" y="0"/>
                  </a:moveTo>
                  <a:lnTo>
                    <a:pt x="48" y="460"/>
                  </a:lnTo>
                  <a:cubicBezTo>
                    <a:pt x="39" y="508"/>
                    <a:pt x="29" y="555"/>
                    <a:pt x="0" y="594"/>
                  </a:cubicBezTo>
                  <a:cubicBezTo>
                    <a:pt x="154" y="656"/>
                    <a:pt x="316" y="687"/>
                    <a:pt x="478" y="687"/>
                  </a:cubicBezTo>
                  <a:cubicBezTo>
                    <a:pt x="639" y="687"/>
                    <a:pt x="800" y="656"/>
                    <a:pt x="948" y="594"/>
                  </a:cubicBezTo>
                  <a:cubicBezTo>
                    <a:pt x="929" y="555"/>
                    <a:pt x="910" y="508"/>
                    <a:pt x="910" y="460"/>
                  </a:cubicBezTo>
                  <a:lnTo>
                    <a:pt x="91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3" name="Google Shape;10143;p63"/>
            <p:cNvSpPr/>
            <p:nvPr/>
          </p:nvSpPr>
          <p:spPr>
            <a:xfrm>
              <a:off x="6779982" y="3605722"/>
              <a:ext cx="68381" cy="88995"/>
            </a:xfrm>
            <a:custGeom>
              <a:avLst/>
              <a:gdLst/>
              <a:ahLst/>
              <a:cxnLst/>
              <a:rect l="l" t="t" r="r" b="b"/>
              <a:pathLst>
                <a:path w="2604" h="3389" extrusionOk="0">
                  <a:moveTo>
                    <a:pt x="642" y="0"/>
                  </a:moveTo>
                  <a:lnTo>
                    <a:pt x="249" y="211"/>
                  </a:lnTo>
                  <a:cubicBezTo>
                    <a:pt x="96" y="297"/>
                    <a:pt x="0" y="450"/>
                    <a:pt x="10" y="622"/>
                  </a:cubicBezTo>
                  <a:lnTo>
                    <a:pt x="10" y="1943"/>
                  </a:lnTo>
                  <a:cubicBezTo>
                    <a:pt x="10" y="2431"/>
                    <a:pt x="144" y="2919"/>
                    <a:pt x="402" y="3331"/>
                  </a:cubicBezTo>
                  <a:lnTo>
                    <a:pt x="441" y="3388"/>
                  </a:lnTo>
                  <a:lnTo>
                    <a:pt x="2173" y="3388"/>
                  </a:lnTo>
                  <a:lnTo>
                    <a:pt x="2202" y="3331"/>
                  </a:lnTo>
                  <a:cubicBezTo>
                    <a:pt x="2470" y="2919"/>
                    <a:pt x="2603" y="2431"/>
                    <a:pt x="2603" y="1943"/>
                  </a:cubicBezTo>
                  <a:lnTo>
                    <a:pt x="2603" y="622"/>
                  </a:lnTo>
                  <a:cubicBezTo>
                    <a:pt x="2603" y="450"/>
                    <a:pt x="2517" y="297"/>
                    <a:pt x="2364" y="211"/>
                  </a:cubicBezTo>
                  <a:lnTo>
                    <a:pt x="1972" y="0"/>
                  </a:lnTo>
                  <a:cubicBezTo>
                    <a:pt x="1823" y="193"/>
                    <a:pt x="1384" y="201"/>
                    <a:pt x="1312" y="201"/>
                  </a:cubicBezTo>
                  <a:cubicBezTo>
                    <a:pt x="1305" y="201"/>
                    <a:pt x="1302" y="201"/>
                    <a:pt x="1302" y="201"/>
                  </a:cubicBezTo>
                  <a:cubicBezTo>
                    <a:pt x="1302" y="201"/>
                    <a:pt x="1298" y="201"/>
                    <a:pt x="1292" y="201"/>
                  </a:cubicBezTo>
                  <a:cubicBezTo>
                    <a:pt x="1221" y="201"/>
                    <a:pt x="791" y="193"/>
                    <a:pt x="642"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4" name="Google Shape;10144;p63"/>
            <p:cNvSpPr/>
            <p:nvPr/>
          </p:nvSpPr>
          <p:spPr>
            <a:xfrm>
              <a:off x="6791536" y="3694691"/>
              <a:ext cx="45509" cy="23897"/>
            </a:xfrm>
            <a:custGeom>
              <a:avLst/>
              <a:gdLst/>
              <a:ahLst/>
              <a:cxnLst/>
              <a:rect l="l" t="t" r="r" b="b"/>
              <a:pathLst>
                <a:path w="1733" h="910" extrusionOk="0">
                  <a:moveTo>
                    <a:pt x="1" y="0"/>
                  </a:moveTo>
                  <a:lnTo>
                    <a:pt x="1" y="680"/>
                  </a:lnTo>
                  <a:cubicBezTo>
                    <a:pt x="1" y="804"/>
                    <a:pt x="96" y="900"/>
                    <a:pt x="221" y="909"/>
                  </a:cubicBezTo>
                  <a:lnTo>
                    <a:pt x="1513" y="909"/>
                  </a:lnTo>
                  <a:cubicBezTo>
                    <a:pt x="1637" y="900"/>
                    <a:pt x="1733" y="804"/>
                    <a:pt x="1733" y="680"/>
                  </a:cubicBezTo>
                  <a:lnTo>
                    <a:pt x="1733" y="0"/>
                  </a:ln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5" name="Google Shape;10145;p63"/>
            <p:cNvSpPr/>
            <p:nvPr/>
          </p:nvSpPr>
          <p:spPr>
            <a:xfrm>
              <a:off x="6780218" y="3615754"/>
              <a:ext cx="11344" cy="78964"/>
            </a:xfrm>
            <a:custGeom>
              <a:avLst/>
              <a:gdLst/>
              <a:ahLst/>
              <a:cxnLst/>
              <a:rect l="l" t="t" r="r" b="b"/>
              <a:pathLst>
                <a:path w="432" h="3007" extrusionOk="0">
                  <a:moveTo>
                    <a:pt x="68" y="1"/>
                  </a:moveTo>
                  <a:cubicBezTo>
                    <a:pt x="20" y="78"/>
                    <a:pt x="1" y="154"/>
                    <a:pt x="1" y="240"/>
                  </a:cubicBezTo>
                  <a:lnTo>
                    <a:pt x="1" y="1561"/>
                  </a:lnTo>
                  <a:cubicBezTo>
                    <a:pt x="1" y="2059"/>
                    <a:pt x="135" y="2537"/>
                    <a:pt x="393" y="2949"/>
                  </a:cubicBezTo>
                  <a:lnTo>
                    <a:pt x="432" y="3006"/>
                  </a:lnTo>
                  <a:lnTo>
                    <a:pt x="432" y="518"/>
                  </a:lnTo>
                  <a:cubicBezTo>
                    <a:pt x="432" y="374"/>
                    <a:pt x="365" y="240"/>
                    <a:pt x="259" y="154"/>
                  </a:cubicBezTo>
                  <a:lnTo>
                    <a:pt x="68"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6" name="Google Shape;10146;p63"/>
            <p:cNvSpPr/>
            <p:nvPr/>
          </p:nvSpPr>
          <p:spPr>
            <a:xfrm>
              <a:off x="6837018" y="3615754"/>
              <a:ext cx="11344" cy="78964"/>
            </a:xfrm>
            <a:custGeom>
              <a:avLst/>
              <a:gdLst/>
              <a:ahLst/>
              <a:cxnLst/>
              <a:rect l="l" t="t" r="r" b="b"/>
              <a:pathLst>
                <a:path w="432" h="3007" extrusionOk="0">
                  <a:moveTo>
                    <a:pt x="364" y="1"/>
                  </a:moveTo>
                  <a:lnTo>
                    <a:pt x="173" y="154"/>
                  </a:lnTo>
                  <a:cubicBezTo>
                    <a:pt x="68" y="240"/>
                    <a:pt x="1" y="374"/>
                    <a:pt x="1" y="518"/>
                  </a:cubicBezTo>
                  <a:lnTo>
                    <a:pt x="1" y="3006"/>
                  </a:lnTo>
                  <a:lnTo>
                    <a:pt x="30" y="2949"/>
                  </a:lnTo>
                  <a:cubicBezTo>
                    <a:pt x="298" y="2537"/>
                    <a:pt x="431" y="2059"/>
                    <a:pt x="431" y="1561"/>
                  </a:cubicBezTo>
                  <a:lnTo>
                    <a:pt x="431" y="240"/>
                  </a:lnTo>
                  <a:cubicBezTo>
                    <a:pt x="431" y="154"/>
                    <a:pt x="412" y="78"/>
                    <a:pt x="364" y="1"/>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7" name="Google Shape;10147;p63"/>
            <p:cNvSpPr/>
            <p:nvPr/>
          </p:nvSpPr>
          <p:spPr>
            <a:xfrm>
              <a:off x="6796814" y="3599052"/>
              <a:ext cx="34952" cy="95665"/>
            </a:xfrm>
            <a:custGeom>
              <a:avLst/>
              <a:gdLst/>
              <a:ahLst/>
              <a:cxnLst/>
              <a:rect l="l" t="t" r="r" b="b"/>
              <a:pathLst>
                <a:path w="1331" h="3643" extrusionOk="0">
                  <a:moveTo>
                    <a:pt x="215" y="1"/>
                  </a:moveTo>
                  <a:cubicBezTo>
                    <a:pt x="204" y="1"/>
                    <a:pt x="192" y="5"/>
                    <a:pt x="182" y="15"/>
                  </a:cubicBezTo>
                  <a:lnTo>
                    <a:pt x="1" y="254"/>
                  </a:lnTo>
                  <a:lnTo>
                    <a:pt x="297" y="637"/>
                  </a:lnTo>
                  <a:cubicBezTo>
                    <a:pt x="313" y="664"/>
                    <a:pt x="342" y="676"/>
                    <a:pt x="370" y="676"/>
                  </a:cubicBezTo>
                  <a:cubicBezTo>
                    <a:pt x="392" y="676"/>
                    <a:pt x="415" y="669"/>
                    <a:pt x="431" y="656"/>
                  </a:cubicBezTo>
                  <a:lnTo>
                    <a:pt x="556" y="541"/>
                  </a:lnTo>
                  <a:lnTo>
                    <a:pt x="556" y="3642"/>
                  </a:lnTo>
                  <a:lnTo>
                    <a:pt x="776" y="3642"/>
                  </a:lnTo>
                  <a:lnTo>
                    <a:pt x="776" y="541"/>
                  </a:lnTo>
                  <a:lnTo>
                    <a:pt x="900" y="656"/>
                  </a:lnTo>
                  <a:cubicBezTo>
                    <a:pt x="917" y="673"/>
                    <a:pt x="939" y="680"/>
                    <a:pt x="961" y="680"/>
                  </a:cubicBezTo>
                  <a:cubicBezTo>
                    <a:pt x="990" y="680"/>
                    <a:pt x="1018" y="668"/>
                    <a:pt x="1034" y="647"/>
                  </a:cubicBezTo>
                  <a:lnTo>
                    <a:pt x="1331" y="254"/>
                  </a:lnTo>
                  <a:lnTo>
                    <a:pt x="1149" y="15"/>
                  </a:lnTo>
                  <a:cubicBezTo>
                    <a:pt x="1139" y="5"/>
                    <a:pt x="1127" y="1"/>
                    <a:pt x="1117" y="1"/>
                  </a:cubicBezTo>
                  <a:cubicBezTo>
                    <a:pt x="1106" y="1"/>
                    <a:pt x="1096" y="5"/>
                    <a:pt x="1092" y="15"/>
                  </a:cubicBezTo>
                  <a:lnTo>
                    <a:pt x="670" y="455"/>
                  </a:lnTo>
                  <a:lnTo>
                    <a:pt x="240" y="15"/>
                  </a:lnTo>
                  <a:cubicBezTo>
                    <a:pt x="235" y="5"/>
                    <a:pt x="225" y="1"/>
                    <a:pt x="215" y="1"/>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8" name="Google Shape;10148;p63"/>
            <p:cNvSpPr/>
            <p:nvPr/>
          </p:nvSpPr>
          <p:spPr>
            <a:xfrm>
              <a:off x="6811152" y="3706482"/>
              <a:ext cx="6040" cy="12106"/>
            </a:xfrm>
            <a:custGeom>
              <a:avLst/>
              <a:gdLst/>
              <a:ahLst/>
              <a:cxnLst/>
              <a:rect l="l" t="t" r="r" b="b"/>
              <a:pathLst>
                <a:path w="230" h="461" extrusionOk="0">
                  <a:moveTo>
                    <a:pt x="115" y="1"/>
                  </a:moveTo>
                  <a:cubicBezTo>
                    <a:pt x="58" y="1"/>
                    <a:pt x="0" y="58"/>
                    <a:pt x="10" y="125"/>
                  </a:cubicBezTo>
                  <a:lnTo>
                    <a:pt x="10" y="460"/>
                  </a:lnTo>
                  <a:lnTo>
                    <a:pt x="230" y="460"/>
                  </a:lnTo>
                  <a:lnTo>
                    <a:pt x="230" y="125"/>
                  </a:lnTo>
                  <a:cubicBezTo>
                    <a:pt x="230" y="58"/>
                    <a:pt x="182" y="1"/>
                    <a:pt x="115" y="1"/>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49" name="Google Shape;10149;p63"/>
            <p:cNvSpPr/>
            <p:nvPr/>
          </p:nvSpPr>
          <p:spPr>
            <a:xfrm>
              <a:off x="6791300" y="3539127"/>
              <a:ext cx="46008" cy="53807"/>
            </a:xfrm>
            <a:custGeom>
              <a:avLst/>
              <a:gdLst/>
              <a:ahLst/>
              <a:cxnLst/>
              <a:rect l="l" t="t" r="r" b="b"/>
              <a:pathLst>
                <a:path w="1752" h="2049" extrusionOk="0">
                  <a:moveTo>
                    <a:pt x="660" y="0"/>
                  </a:moveTo>
                  <a:cubicBezTo>
                    <a:pt x="287" y="10"/>
                    <a:pt x="0" y="316"/>
                    <a:pt x="10" y="680"/>
                  </a:cubicBezTo>
                  <a:lnTo>
                    <a:pt x="10" y="1139"/>
                  </a:lnTo>
                  <a:cubicBezTo>
                    <a:pt x="0" y="1627"/>
                    <a:pt x="383" y="2039"/>
                    <a:pt x="871" y="2048"/>
                  </a:cubicBezTo>
                  <a:cubicBezTo>
                    <a:pt x="1369" y="2039"/>
                    <a:pt x="1751" y="1627"/>
                    <a:pt x="1742" y="1139"/>
                  </a:cubicBezTo>
                  <a:lnTo>
                    <a:pt x="1742" y="680"/>
                  </a:lnTo>
                  <a:cubicBezTo>
                    <a:pt x="1751" y="316"/>
                    <a:pt x="1455" y="10"/>
                    <a:pt x="109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0" name="Google Shape;10150;p63"/>
            <p:cNvSpPr/>
            <p:nvPr/>
          </p:nvSpPr>
          <p:spPr>
            <a:xfrm>
              <a:off x="6791300" y="3539127"/>
              <a:ext cx="31433" cy="53807"/>
            </a:xfrm>
            <a:custGeom>
              <a:avLst/>
              <a:gdLst/>
              <a:ahLst/>
              <a:cxnLst/>
              <a:rect l="l" t="t" r="r" b="b"/>
              <a:pathLst>
                <a:path w="1197" h="2049" extrusionOk="0">
                  <a:moveTo>
                    <a:pt x="660" y="0"/>
                  </a:moveTo>
                  <a:cubicBezTo>
                    <a:pt x="287" y="10"/>
                    <a:pt x="0" y="316"/>
                    <a:pt x="10" y="680"/>
                  </a:cubicBezTo>
                  <a:lnTo>
                    <a:pt x="10" y="1139"/>
                  </a:lnTo>
                  <a:cubicBezTo>
                    <a:pt x="0" y="1627"/>
                    <a:pt x="383" y="2039"/>
                    <a:pt x="871" y="2048"/>
                  </a:cubicBezTo>
                  <a:cubicBezTo>
                    <a:pt x="986" y="2048"/>
                    <a:pt x="1101" y="2029"/>
                    <a:pt x="1196" y="1981"/>
                  </a:cubicBezTo>
                  <a:cubicBezTo>
                    <a:pt x="871" y="1838"/>
                    <a:pt x="651" y="1503"/>
                    <a:pt x="660" y="1139"/>
                  </a:cubicBezTo>
                  <a:lnTo>
                    <a:pt x="660" y="680"/>
                  </a:lnTo>
                  <a:cubicBezTo>
                    <a:pt x="651" y="354"/>
                    <a:pt x="880" y="77"/>
                    <a:pt x="1196" y="10"/>
                  </a:cubicBezTo>
                  <a:cubicBezTo>
                    <a:pt x="1168" y="0"/>
                    <a:pt x="1129" y="0"/>
                    <a:pt x="109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1" name="Google Shape;10151;p63"/>
            <p:cNvSpPr/>
            <p:nvPr/>
          </p:nvSpPr>
          <p:spPr>
            <a:xfrm>
              <a:off x="6791300" y="3539127"/>
              <a:ext cx="46008" cy="23897"/>
            </a:xfrm>
            <a:custGeom>
              <a:avLst/>
              <a:gdLst/>
              <a:ahLst/>
              <a:cxnLst/>
              <a:rect l="l" t="t" r="r" b="b"/>
              <a:pathLst>
                <a:path w="1752" h="910" extrusionOk="0">
                  <a:moveTo>
                    <a:pt x="660" y="0"/>
                  </a:moveTo>
                  <a:cubicBezTo>
                    <a:pt x="287" y="10"/>
                    <a:pt x="0" y="316"/>
                    <a:pt x="10" y="689"/>
                  </a:cubicBezTo>
                  <a:cubicBezTo>
                    <a:pt x="10" y="689"/>
                    <a:pt x="660" y="909"/>
                    <a:pt x="1742" y="909"/>
                  </a:cubicBezTo>
                  <a:lnTo>
                    <a:pt x="1742" y="689"/>
                  </a:lnTo>
                  <a:cubicBezTo>
                    <a:pt x="1751" y="316"/>
                    <a:pt x="1455" y="10"/>
                    <a:pt x="10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2" name="Google Shape;10152;p63"/>
            <p:cNvSpPr/>
            <p:nvPr/>
          </p:nvSpPr>
          <p:spPr>
            <a:xfrm>
              <a:off x="6791300" y="3539127"/>
              <a:ext cx="31433" cy="21875"/>
            </a:xfrm>
            <a:custGeom>
              <a:avLst/>
              <a:gdLst/>
              <a:ahLst/>
              <a:cxnLst/>
              <a:rect l="l" t="t" r="r" b="b"/>
              <a:pathLst>
                <a:path w="1197" h="833" extrusionOk="0">
                  <a:moveTo>
                    <a:pt x="660" y="0"/>
                  </a:moveTo>
                  <a:cubicBezTo>
                    <a:pt x="287" y="10"/>
                    <a:pt x="0" y="316"/>
                    <a:pt x="10" y="689"/>
                  </a:cubicBezTo>
                  <a:cubicBezTo>
                    <a:pt x="220" y="747"/>
                    <a:pt x="440" y="804"/>
                    <a:pt x="660" y="833"/>
                  </a:cubicBezTo>
                  <a:lnTo>
                    <a:pt x="660" y="689"/>
                  </a:lnTo>
                  <a:cubicBezTo>
                    <a:pt x="651" y="364"/>
                    <a:pt x="880" y="77"/>
                    <a:pt x="1196" y="10"/>
                  </a:cubicBezTo>
                  <a:cubicBezTo>
                    <a:pt x="1168" y="10"/>
                    <a:pt x="1129" y="0"/>
                    <a:pt x="10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3" name="Google Shape;10153;p63"/>
            <p:cNvSpPr/>
            <p:nvPr/>
          </p:nvSpPr>
          <p:spPr>
            <a:xfrm>
              <a:off x="6893819" y="3586868"/>
              <a:ext cx="22899" cy="23897"/>
            </a:xfrm>
            <a:custGeom>
              <a:avLst/>
              <a:gdLst/>
              <a:ahLst/>
              <a:cxnLst/>
              <a:rect l="l" t="t" r="r" b="b"/>
              <a:pathLst>
                <a:path w="872" h="910" extrusionOk="0">
                  <a:moveTo>
                    <a:pt x="1" y="0"/>
                  </a:moveTo>
                  <a:lnTo>
                    <a:pt x="1" y="910"/>
                  </a:lnTo>
                  <a:lnTo>
                    <a:pt x="872" y="910"/>
                  </a:lnTo>
                  <a:lnTo>
                    <a:pt x="872"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4" name="Google Shape;10154;p63"/>
            <p:cNvSpPr/>
            <p:nvPr/>
          </p:nvSpPr>
          <p:spPr>
            <a:xfrm>
              <a:off x="6892821" y="3586868"/>
              <a:ext cx="24894" cy="18067"/>
            </a:xfrm>
            <a:custGeom>
              <a:avLst/>
              <a:gdLst/>
              <a:ahLst/>
              <a:cxnLst/>
              <a:rect l="l" t="t" r="r" b="b"/>
              <a:pathLst>
                <a:path w="948" h="688" extrusionOk="0">
                  <a:moveTo>
                    <a:pt x="39" y="0"/>
                  </a:moveTo>
                  <a:lnTo>
                    <a:pt x="39" y="460"/>
                  </a:lnTo>
                  <a:cubicBezTo>
                    <a:pt x="39" y="508"/>
                    <a:pt x="20" y="555"/>
                    <a:pt x="0" y="594"/>
                  </a:cubicBezTo>
                  <a:cubicBezTo>
                    <a:pt x="149" y="656"/>
                    <a:pt x="309" y="687"/>
                    <a:pt x="471" y="687"/>
                  </a:cubicBezTo>
                  <a:cubicBezTo>
                    <a:pt x="632" y="687"/>
                    <a:pt x="795" y="656"/>
                    <a:pt x="948" y="594"/>
                  </a:cubicBezTo>
                  <a:cubicBezTo>
                    <a:pt x="919" y="555"/>
                    <a:pt x="910" y="508"/>
                    <a:pt x="910" y="460"/>
                  </a:cubicBezTo>
                  <a:lnTo>
                    <a:pt x="910"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5" name="Google Shape;10155;p63"/>
            <p:cNvSpPr/>
            <p:nvPr/>
          </p:nvSpPr>
          <p:spPr>
            <a:xfrm>
              <a:off x="6870946" y="3605722"/>
              <a:ext cx="68381" cy="88995"/>
            </a:xfrm>
            <a:custGeom>
              <a:avLst/>
              <a:gdLst/>
              <a:ahLst/>
              <a:cxnLst/>
              <a:rect l="l" t="t" r="r" b="b"/>
              <a:pathLst>
                <a:path w="2604" h="3389" extrusionOk="0">
                  <a:moveTo>
                    <a:pt x="642" y="0"/>
                  </a:moveTo>
                  <a:lnTo>
                    <a:pt x="250" y="211"/>
                  </a:lnTo>
                  <a:cubicBezTo>
                    <a:pt x="97" y="297"/>
                    <a:pt x="1" y="450"/>
                    <a:pt x="10" y="622"/>
                  </a:cubicBezTo>
                  <a:lnTo>
                    <a:pt x="10" y="1943"/>
                  </a:lnTo>
                  <a:cubicBezTo>
                    <a:pt x="10" y="2431"/>
                    <a:pt x="144" y="2919"/>
                    <a:pt x="403" y="3331"/>
                  </a:cubicBezTo>
                  <a:lnTo>
                    <a:pt x="441" y="3388"/>
                  </a:lnTo>
                  <a:lnTo>
                    <a:pt x="2173" y="3388"/>
                  </a:lnTo>
                  <a:lnTo>
                    <a:pt x="2202" y="3331"/>
                  </a:lnTo>
                  <a:cubicBezTo>
                    <a:pt x="2470" y="2919"/>
                    <a:pt x="2604" y="2431"/>
                    <a:pt x="2604" y="1943"/>
                  </a:cubicBezTo>
                  <a:lnTo>
                    <a:pt x="2604" y="622"/>
                  </a:lnTo>
                  <a:cubicBezTo>
                    <a:pt x="2604" y="450"/>
                    <a:pt x="2518" y="297"/>
                    <a:pt x="2365" y="211"/>
                  </a:cubicBezTo>
                  <a:lnTo>
                    <a:pt x="1972" y="0"/>
                  </a:lnTo>
                  <a:cubicBezTo>
                    <a:pt x="1823" y="193"/>
                    <a:pt x="1385" y="201"/>
                    <a:pt x="1312" y="201"/>
                  </a:cubicBezTo>
                  <a:cubicBezTo>
                    <a:pt x="1306" y="201"/>
                    <a:pt x="1302" y="201"/>
                    <a:pt x="1302" y="201"/>
                  </a:cubicBezTo>
                  <a:cubicBezTo>
                    <a:pt x="1302" y="201"/>
                    <a:pt x="1299" y="201"/>
                    <a:pt x="1292" y="201"/>
                  </a:cubicBezTo>
                  <a:cubicBezTo>
                    <a:pt x="1222" y="201"/>
                    <a:pt x="791" y="193"/>
                    <a:pt x="64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6" name="Google Shape;10156;p63"/>
            <p:cNvSpPr/>
            <p:nvPr/>
          </p:nvSpPr>
          <p:spPr>
            <a:xfrm>
              <a:off x="6882527" y="3694691"/>
              <a:ext cx="45509" cy="23897"/>
            </a:xfrm>
            <a:custGeom>
              <a:avLst/>
              <a:gdLst/>
              <a:ahLst/>
              <a:cxnLst/>
              <a:rect l="l" t="t" r="r" b="b"/>
              <a:pathLst>
                <a:path w="1733" h="910" extrusionOk="0">
                  <a:moveTo>
                    <a:pt x="0" y="0"/>
                  </a:moveTo>
                  <a:lnTo>
                    <a:pt x="0" y="680"/>
                  </a:lnTo>
                  <a:cubicBezTo>
                    <a:pt x="0" y="804"/>
                    <a:pt x="96" y="900"/>
                    <a:pt x="211" y="909"/>
                  </a:cubicBezTo>
                  <a:lnTo>
                    <a:pt x="1512" y="909"/>
                  </a:lnTo>
                  <a:cubicBezTo>
                    <a:pt x="1637" y="900"/>
                    <a:pt x="1732" y="804"/>
                    <a:pt x="1732" y="680"/>
                  </a:cubicBezTo>
                  <a:lnTo>
                    <a:pt x="1732"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7" name="Google Shape;10157;p63"/>
            <p:cNvSpPr/>
            <p:nvPr/>
          </p:nvSpPr>
          <p:spPr>
            <a:xfrm>
              <a:off x="6871209" y="3615754"/>
              <a:ext cx="11344" cy="78964"/>
            </a:xfrm>
            <a:custGeom>
              <a:avLst/>
              <a:gdLst/>
              <a:ahLst/>
              <a:cxnLst/>
              <a:rect l="l" t="t" r="r" b="b"/>
              <a:pathLst>
                <a:path w="432" h="3007" extrusionOk="0">
                  <a:moveTo>
                    <a:pt x="67" y="1"/>
                  </a:moveTo>
                  <a:cubicBezTo>
                    <a:pt x="20" y="78"/>
                    <a:pt x="0" y="154"/>
                    <a:pt x="0" y="240"/>
                  </a:cubicBezTo>
                  <a:lnTo>
                    <a:pt x="0" y="1561"/>
                  </a:lnTo>
                  <a:cubicBezTo>
                    <a:pt x="0" y="2059"/>
                    <a:pt x="134" y="2537"/>
                    <a:pt x="393" y="2949"/>
                  </a:cubicBezTo>
                  <a:lnTo>
                    <a:pt x="431" y="3006"/>
                  </a:lnTo>
                  <a:lnTo>
                    <a:pt x="431" y="518"/>
                  </a:lnTo>
                  <a:cubicBezTo>
                    <a:pt x="431" y="374"/>
                    <a:pt x="364" y="240"/>
                    <a:pt x="259" y="154"/>
                  </a:cubicBezTo>
                  <a:lnTo>
                    <a:pt x="67" y="1"/>
                  </a:ln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8" name="Google Shape;10158;p63"/>
            <p:cNvSpPr/>
            <p:nvPr/>
          </p:nvSpPr>
          <p:spPr>
            <a:xfrm>
              <a:off x="6928009" y="3615754"/>
              <a:ext cx="11318" cy="78964"/>
            </a:xfrm>
            <a:custGeom>
              <a:avLst/>
              <a:gdLst/>
              <a:ahLst/>
              <a:cxnLst/>
              <a:rect l="l" t="t" r="r" b="b"/>
              <a:pathLst>
                <a:path w="431" h="3007" extrusionOk="0">
                  <a:moveTo>
                    <a:pt x="364" y="1"/>
                  </a:moveTo>
                  <a:lnTo>
                    <a:pt x="173" y="154"/>
                  </a:lnTo>
                  <a:cubicBezTo>
                    <a:pt x="67" y="240"/>
                    <a:pt x="0" y="374"/>
                    <a:pt x="0" y="518"/>
                  </a:cubicBezTo>
                  <a:lnTo>
                    <a:pt x="0" y="3006"/>
                  </a:lnTo>
                  <a:lnTo>
                    <a:pt x="29" y="2949"/>
                  </a:lnTo>
                  <a:cubicBezTo>
                    <a:pt x="297" y="2537"/>
                    <a:pt x="431" y="2059"/>
                    <a:pt x="431" y="1561"/>
                  </a:cubicBezTo>
                  <a:lnTo>
                    <a:pt x="431" y="240"/>
                  </a:lnTo>
                  <a:cubicBezTo>
                    <a:pt x="431" y="154"/>
                    <a:pt x="412" y="78"/>
                    <a:pt x="36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9" name="Google Shape;10159;p63"/>
            <p:cNvSpPr/>
            <p:nvPr/>
          </p:nvSpPr>
          <p:spPr>
            <a:xfrm>
              <a:off x="6887805" y="3599052"/>
              <a:ext cx="34952" cy="95665"/>
            </a:xfrm>
            <a:custGeom>
              <a:avLst/>
              <a:gdLst/>
              <a:ahLst/>
              <a:cxnLst/>
              <a:rect l="l" t="t" r="r" b="b"/>
              <a:pathLst>
                <a:path w="1331" h="3643" extrusionOk="0">
                  <a:moveTo>
                    <a:pt x="214" y="1"/>
                  </a:moveTo>
                  <a:cubicBezTo>
                    <a:pt x="203" y="1"/>
                    <a:pt x="191" y="5"/>
                    <a:pt x="182" y="15"/>
                  </a:cubicBezTo>
                  <a:lnTo>
                    <a:pt x="0" y="254"/>
                  </a:lnTo>
                  <a:lnTo>
                    <a:pt x="297" y="637"/>
                  </a:lnTo>
                  <a:cubicBezTo>
                    <a:pt x="313" y="664"/>
                    <a:pt x="341" y="676"/>
                    <a:pt x="370" y="676"/>
                  </a:cubicBezTo>
                  <a:cubicBezTo>
                    <a:pt x="392" y="676"/>
                    <a:pt x="414" y="669"/>
                    <a:pt x="431" y="656"/>
                  </a:cubicBezTo>
                  <a:lnTo>
                    <a:pt x="555" y="541"/>
                  </a:lnTo>
                  <a:lnTo>
                    <a:pt x="555" y="3642"/>
                  </a:lnTo>
                  <a:lnTo>
                    <a:pt x="775" y="3642"/>
                  </a:lnTo>
                  <a:lnTo>
                    <a:pt x="775" y="541"/>
                  </a:lnTo>
                  <a:lnTo>
                    <a:pt x="900" y="656"/>
                  </a:lnTo>
                  <a:cubicBezTo>
                    <a:pt x="916" y="673"/>
                    <a:pt x="939" y="680"/>
                    <a:pt x="961" y="680"/>
                  </a:cubicBezTo>
                  <a:cubicBezTo>
                    <a:pt x="989" y="680"/>
                    <a:pt x="1017" y="668"/>
                    <a:pt x="1034" y="647"/>
                  </a:cubicBezTo>
                  <a:lnTo>
                    <a:pt x="1330" y="254"/>
                  </a:lnTo>
                  <a:lnTo>
                    <a:pt x="1148" y="15"/>
                  </a:lnTo>
                  <a:cubicBezTo>
                    <a:pt x="1139" y="5"/>
                    <a:pt x="1127" y="1"/>
                    <a:pt x="1116" y="1"/>
                  </a:cubicBezTo>
                  <a:cubicBezTo>
                    <a:pt x="1105" y="1"/>
                    <a:pt x="1096" y="5"/>
                    <a:pt x="1091" y="15"/>
                  </a:cubicBezTo>
                  <a:lnTo>
                    <a:pt x="670" y="455"/>
                  </a:lnTo>
                  <a:lnTo>
                    <a:pt x="239" y="15"/>
                  </a:lnTo>
                  <a:cubicBezTo>
                    <a:pt x="234" y="5"/>
                    <a:pt x="225" y="1"/>
                    <a:pt x="214"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0" name="Google Shape;10160;p63"/>
            <p:cNvSpPr/>
            <p:nvPr/>
          </p:nvSpPr>
          <p:spPr>
            <a:xfrm>
              <a:off x="6902117" y="3706482"/>
              <a:ext cx="6066" cy="12106"/>
            </a:xfrm>
            <a:custGeom>
              <a:avLst/>
              <a:gdLst/>
              <a:ahLst/>
              <a:cxnLst/>
              <a:rect l="l" t="t" r="r" b="b"/>
              <a:pathLst>
                <a:path w="231" h="461" extrusionOk="0">
                  <a:moveTo>
                    <a:pt x="115" y="1"/>
                  </a:moveTo>
                  <a:cubicBezTo>
                    <a:pt x="58" y="1"/>
                    <a:pt x="1" y="58"/>
                    <a:pt x="10" y="125"/>
                  </a:cubicBezTo>
                  <a:lnTo>
                    <a:pt x="10" y="460"/>
                  </a:lnTo>
                  <a:lnTo>
                    <a:pt x="230" y="460"/>
                  </a:lnTo>
                  <a:lnTo>
                    <a:pt x="230" y="125"/>
                  </a:lnTo>
                  <a:cubicBezTo>
                    <a:pt x="230" y="58"/>
                    <a:pt x="182" y="1"/>
                    <a:pt x="115"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1" name="Google Shape;10161;p63"/>
            <p:cNvSpPr/>
            <p:nvPr/>
          </p:nvSpPr>
          <p:spPr>
            <a:xfrm>
              <a:off x="6882264" y="3539127"/>
              <a:ext cx="46008" cy="53807"/>
            </a:xfrm>
            <a:custGeom>
              <a:avLst/>
              <a:gdLst/>
              <a:ahLst/>
              <a:cxnLst/>
              <a:rect l="l" t="t" r="r" b="b"/>
              <a:pathLst>
                <a:path w="1752" h="2049" extrusionOk="0">
                  <a:moveTo>
                    <a:pt x="661" y="0"/>
                  </a:moveTo>
                  <a:cubicBezTo>
                    <a:pt x="288" y="10"/>
                    <a:pt x="0" y="316"/>
                    <a:pt x="10" y="680"/>
                  </a:cubicBezTo>
                  <a:lnTo>
                    <a:pt x="10" y="1139"/>
                  </a:lnTo>
                  <a:cubicBezTo>
                    <a:pt x="0" y="1627"/>
                    <a:pt x="383" y="2039"/>
                    <a:pt x="871" y="2048"/>
                  </a:cubicBezTo>
                  <a:cubicBezTo>
                    <a:pt x="1369" y="2039"/>
                    <a:pt x="1752" y="1627"/>
                    <a:pt x="1742" y="1139"/>
                  </a:cubicBezTo>
                  <a:lnTo>
                    <a:pt x="1742" y="680"/>
                  </a:lnTo>
                  <a:cubicBezTo>
                    <a:pt x="1752" y="316"/>
                    <a:pt x="1455" y="10"/>
                    <a:pt x="109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2" name="Google Shape;10162;p63"/>
            <p:cNvSpPr/>
            <p:nvPr/>
          </p:nvSpPr>
          <p:spPr>
            <a:xfrm>
              <a:off x="6882264" y="3539127"/>
              <a:ext cx="31433" cy="53807"/>
            </a:xfrm>
            <a:custGeom>
              <a:avLst/>
              <a:gdLst/>
              <a:ahLst/>
              <a:cxnLst/>
              <a:rect l="l" t="t" r="r" b="b"/>
              <a:pathLst>
                <a:path w="1197" h="2049" extrusionOk="0">
                  <a:moveTo>
                    <a:pt x="661" y="0"/>
                  </a:moveTo>
                  <a:cubicBezTo>
                    <a:pt x="288" y="10"/>
                    <a:pt x="0" y="316"/>
                    <a:pt x="10" y="680"/>
                  </a:cubicBezTo>
                  <a:lnTo>
                    <a:pt x="10" y="1139"/>
                  </a:lnTo>
                  <a:cubicBezTo>
                    <a:pt x="0" y="1627"/>
                    <a:pt x="383" y="2039"/>
                    <a:pt x="871" y="2048"/>
                  </a:cubicBezTo>
                  <a:cubicBezTo>
                    <a:pt x="986" y="2048"/>
                    <a:pt x="1101" y="2029"/>
                    <a:pt x="1197" y="1981"/>
                  </a:cubicBezTo>
                  <a:cubicBezTo>
                    <a:pt x="871" y="1838"/>
                    <a:pt x="651" y="1503"/>
                    <a:pt x="661" y="1139"/>
                  </a:cubicBezTo>
                  <a:lnTo>
                    <a:pt x="661" y="680"/>
                  </a:lnTo>
                  <a:cubicBezTo>
                    <a:pt x="651" y="354"/>
                    <a:pt x="881" y="77"/>
                    <a:pt x="1197" y="10"/>
                  </a:cubicBezTo>
                  <a:cubicBezTo>
                    <a:pt x="1168" y="0"/>
                    <a:pt x="1130" y="0"/>
                    <a:pt x="109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3" name="Google Shape;10163;p63"/>
            <p:cNvSpPr/>
            <p:nvPr/>
          </p:nvSpPr>
          <p:spPr>
            <a:xfrm>
              <a:off x="6882264" y="3539127"/>
              <a:ext cx="46008" cy="23897"/>
            </a:xfrm>
            <a:custGeom>
              <a:avLst/>
              <a:gdLst/>
              <a:ahLst/>
              <a:cxnLst/>
              <a:rect l="l" t="t" r="r" b="b"/>
              <a:pathLst>
                <a:path w="1752" h="910" extrusionOk="0">
                  <a:moveTo>
                    <a:pt x="661" y="0"/>
                  </a:moveTo>
                  <a:cubicBezTo>
                    <a:pt x="288" y="10"/>
                    <a:pt x="0" y="316"/>
                    <a:pt x="10" y="689"/>
                  </a:cubicBezTo>
                  <a:cubicBezTo>
                    <a:pt x="10" y="689"/>
                    <a:pt x="661" y="909"/>
                    <a:pt x="1742" y="909"/>
                  </a:cubicBezTo>
                  <a:lnTo>
                    <a:pt x="1742" y="689"/>
                  </a:lnTo>
                  <a:cubicBezTo>
                    <a:pt x="1752" y="316"/>
                    <a:pt x="1455" y="10"/>
                    <a:pt x="10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4" name="Google Shape;10164;p63"/>
            <p:cNvSpPr/>
            <p:nvPr/>
          </p:nvSpPr>
          <p:spPr>
            <a:xfrm>
              <a:off x="6882264" y="3539127"/>
              <a:ext cx="31433" cy="21875"/>
            </a:xfrm>
            <a:custGeom>
              <a:avLst/>
              <a:gdLst/>
              <a:ahLst/>
              <a:cxnLst/>
              <a:rect l="l" t="t" r="r" b="b"/>
              <a:pathLst>
                <a:path w="1197" h="833" extrusionOk="0">
                  <a:moveTo>
                    <a:pt x="661" y="0"/>
                  </a:moveTo>
                  <a:cubicBezTo>
                    <a:pt x="288" y="10"/>
                    <a:pt x="0" y="316"/>
                    <a:pt x="10" y="689"/>
                  </a:cubicBezTo>
                  <a:cubicBezTo>
                    <a:pt x="221" y="747"/>
                    <a:pt x="441" y="804"/>
                    <a:pt x="661" y="833"/>
                  </a:cubicBezTo>
                  <a:lnTo>
                    <a:pt x="661" y="689"/>
                  </a:lnTo>
                  <a:cubicBezTo>
                    <a:pt x="651" y="364"/>
                    <a:pt x="881" y="77"/>
                    <a:pt x="1197" y="10"/>
                  </a:cubicBezTo>
                  <a:cubicBezTo>
                    <a:pt x="1168" y="10"/>
                    <a:pt x="1130" y="0"/>
                    <a:pt x="109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65" name="Google Shape;10165;p63"/>
          <p:cNvGrpSpPr/>
          <p:nvPr/>
        </p:nvGrpSpPr>
        <p:grpSpPr>
          <a:xfrm>
            <a:off x="4873147" y="2735059"/>
            <a:ext cx="389567" cy="390329"/>
            <a:chOff x="4877760" y="2887459"/>
            <a:chExt cx="389567" cy="390329"/>
          </a:xfrm>
        </p:grpSpPr>
        <p:sp>
          <p:nvSpPr>
            <p:cNvPr id="10166" name="Google Shape;10166;p63"/>
            <p:cNvSpPr/>
            <p:nvPr/>
          </p:nvSpPr>
          <p:spPr>
            <a:xfrm>
              <a:off x="5124079" y="2893052"/>
              <a:ext cx="118695" cy="91411"/>
            </a:xfrm>
            <a:custGeom>
              <a:avLst/>
              <a:gdLst/>
              <a:ahLst/>
              <a:cxnLst/>
              <a:rect l="l" t="t" r="r" b="b"/>
              <a:pathLst>
                <a:path w="4520" h="3481" extrusionOk="0">
                  <a:moveTo>
                    <a:pt x="340" y="0"/>
                  </a:moveTo>
                  <a:cubicBezTo>
                    <a:pt x="97" y="0"/>
                    <a:pt x="0" y="361"/>
                    <a:pt x="248" y="467"/>
                  </a:cubicBezTo>
                  <a:cubicBezTo>
                    <a:pt x="1799" y="974"/>
                    <a:pt x="3129" y="2008"/>
                    <a:pt x="4010" y="3376"/>
                  </a:cubicBezTo>
                  <a:cubicBezTo>
                    <a:pt x="4061" y="3450"/>
                    <a:pt x="4130" y="3481"/>
                    <a:pt x="4199" y="3481"/>
                  </a:cubicBezTo>
                  <a:cubicBezTo>
                    <a:pt x="4362" y="3481"/>
                    <a:pt x="4519" y="3306"/>
                    <a:pt x="4412" y="3118"/>
                  </a:cubicBezTo>
                  <a:cubicBezTo>
                    <a:pt x="3474" y="1654"/>
                    <a:pt x="2057" y="553"/>
                    <a:pt x="402" y="7"/>
                  </a:cubicBezTo>
                  <a:cubicBezTo>
                    <a:pt x="380" y="2"/>
                    <a:pt x="360" y="0"/>
                    <a:pt x="3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7" name="Google Shape;10167;p63"/>
            <p:cNvSpPr/>
            <p:nvPr/>
          </p:nvSpPr>
          <p:spPr>
            <a:xfrm>
              <a:off x="4903390" y="2892396"/>
              <a:ext cx="120139" cy="92278"/>
            </a:xfrm>
            <a:custGeom>
              <a:avLst/>
              <a:gdLst/>
              <a:ahLst/>
              <a:cxnLst/>
              <a:rect l="l" t="t" r="r" b="b"/>
              <a:pathLst>
                <a:path w="4575" h="3514" extrusionOk="0">
                  <a:moveTo>
                    <a:pt x="4240" y="0"/>
                  </a:moveTo>
                  <a:cubicBezTo>
                    <a:pt x="4207" y="0"/>
                    <a:pt x="4172" y="7"/>
                    <a:pt x="4135" y="23"/>
                  </a:cubicBezTo>
                  <a:cubicBezTo>
                    <a:pt x="2461" y="559"/>
                    <a:pt x="1025" y="1659"/>
                    <a:pt x="68" y="3143"/>
                  </a:cubicBezTo>
                  <a:cubicBezTo>
                    <a:pt x="1" y="3258"/>
                    <a:pt x="30" y="3401"/>
                    <a:pt x="144" y="3478"/>
                  </a:cubicBezTo>
                  <a:cubicBezTo>
                    <a:pt x="185" y="3502"/>
                    <a:pt x="230" y="3513"/>
                    <a:pt x="273" y="3513"/>
                  </a:cubicBezTo>
                  <a:cubicBezTo>
                    <a:pt x="352" y="3513"/>
                    <a:pt x="427" y="3475"/>
                    <a:pt x="470" y="3401"/>
                  </a:cubicBezTo>
                  <a:cubicBezTo>
                    <a:pt x="1369" y="2014"/>
                    <a:pt x="2709" y="980"/>
                    <a:pt x="4279" y="473"/>
                  </a:cubicBezTo>
                  <a:cubicBezTo>
                    <a:pt x="4574" y="397"/>
                    <a:pt x="4482" y="0"/>
                    <a:pt x="424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8" name="Google Shape;10168;p63"/>
            <p:cNvSpPr/>
            <p:nvPr/>
          </p:nvSpPr>
          <p:spPr>
            <a:xfrm>
              <a:off x="4901735" y="3179155"/>
              <a:ext cx="100313" cy="84347"/>
            </a:xfrm>
            <a:custGeom>
              <a:avLst/>
              <a:gdLst/>
              <a:ahLst/>
              <a:cxnLst/>
              <a:rect l="l" t="t" r="r" b="b"/>
              <a:pathLst>
                <a:path w="3820" h="3212" extrusionOk="0">
                  <a:moveTo>
                    <a:pt x="335" y="0"/>
                  </a:moveTo>
                  <a:cubicBezTo>
                    <a:pt x="166" y="0"/>
                    <a:pt x="1" y="193"/>
                    <a:pt x="140" y="386"/>
                  </a:cubicBezTo>
                  <a:cubicBezTo>
                    <a:pt x="916" y="1602"/>
                    <a:pt x="2035" y="2578"/>
                    <a:pt x="3356" y="3181"/>
                  </a:cubicBezTo>
                  <a:cubicBezTo>
                    <a:pt x="3398" y="3202"/>
                    <a:pt x="3438" y="3212"/>
                    <a:pt x="3475" y="3212"/>
                  </a:cubicBezTo>
                  <a:cubicBezTo>
                    <a:pt x="3701" y="3212"/>
                    <a:pt x="3819" y="2857"/>
                    <a:pt x="3548" y="2750"/>
                  </a:cubicBezTo>
                  <a:cubicBezTo>
                    <a:pt x="2313" y="2176"/>
                    <a:pt x="1270" y="1267"/>
                    <a:pt x="533" y="128"/>
                  </a:cubicBezTo>
                  <a:cubicBezTo>
                    <a:pt x="483" y="37"/>
                    <a:pt x="409" y="0"/>
                    <a:pt x="33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9" name="Google Shape;10169;p63"/>
            <p:cNvSpPr/>
            <p:nvPr/>
          </p:nvSpPr>
          <p:spPr>
            <a:xfrm>
              <a:off x="5145428" y="3179759"/>
              <a:ext cx="97346" cy="82929"/>
            </a:xfrm>
            <a:custGeom>
              <a:avLst/>
              <a:gdLst/>
              <a:ahLst/>
              <a:cxnLst/>
              <a:rect l="l" t="t" r="r" b="b"/>
              <a:pathLst>
                <a:path w="3707" h="3158" extrusionOk="0">
                  <a:moveTo>
                    <a:pt x="3386" y="0"/>
                  </a:moveTo>
                  <a:cubicBezTo>
                    <a:pt x="3317" y="0"/>
                    <a:pt x="3248" y="31"/>
                    <a:pt x="3197" y="105"/>
                  </a:cubicBezTo>
                  <a:cubicBezTo>
                    <a:pt x="2469" y="1234"/>
                    <a:pt x="1445" y="2134"/>
                    <a:pt x="230" y="2698"/>
                  </a:cubicBezTo>
                  <a:cubicBezTo>
                    <a:pt x="0" y="2813"/>
                    <a:pt x="77" y="3148"/>
                    <a:pt x="335" y="3158"/>
                  </a:cubicBezTo>
                  <a:cubicBezTo>
                    <a:pt x="373" y="3158"/>
                    <a:pt x="402" y="3148"/>
                    <a:pt x="440" y="3129"/>
                  </a:cubicBezTo>
                  <a:cubicBezTo>
                    <a:pt x="1732" y="2526"/>
                    <a:pt x="2823" y="1560"/>
                    <a:pt x="3599" y="363"/>
                  </a:cubicBezTo>
                  <a:cubicBezTo>
                    <a:pt x="3706" y="175"/>
                    <a:pt x="3549" y="0"/>
                    <a:pt x="338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0" name="Google Shape;10170;p63"/>
            <p:cNvSpPr/>
            <p:nvPr/>
          </p:nvSpPr>
          <p:spPr>
            <a:xfrm>
              <a:off x="4878784" y="3101320"/>
              <a:ext cx="125680" cy="66438"/>
            </a:xfrm>
            <a:custGeom>
              <a:avLst/>
              <a:gdLst/>
              <a:ahLst/>
              <a:cxnLst/>
              <a:rect l="l" t="t" r="r" b="b"/>
              <a:pathLst>
                <a:path w="4786" h="2530" extrusionOk="0">
                  <a:moveTo>
                    <a:pt x="1818" y="1"/>
                  </a:moveTo>
                  <a:lnTo>
                    <a:pt x="727" y="441"/>
                  </a:lnTo>
                  <a:cubicBezTo>
                    <a:pt x="622" y="479"/>
                    <a:pt x="526" y="537"/>
                    <a:pt x="440" y="613"/>
                  </a:cubicBezTo>
                  <a:lnTo>
                    <a:pt x="412" y="632"/>
                  </a:lnTo>
                  <a:lnTo>
                    <a:pt x="392" y="642"/>
                  </a:lnTo>
                  <a:lnTo>
                    <a:pt x="383" y="661"/>
                  </a:lnTo>
                  <a:lnTo>
                    <a:pt x="354" y="680"/>
                  </a:lnTo>
                  <a:cubicBezTo>
                    <a:pt x="163" y="872"/>
                    <a:pt x="29" y="1130"/>
                    <a:pt x="0" y="1398"/>
                  </a:cubicBezTo>
                  <a:lnTo>
                    <a:pt x="0" y="1446"/>
                  </a:lnTo>
                  <a:lnTo>
                    <a:pt x="0" y="1465"/>
                  </a:lnTo>
                  <a:lnTo>
                    <a:pt x="0" y="1503"/>
                  </a:lnTo>
                  <a:lnTo>
                    <a:pt x="0" y="1532"/>
                  </a:lnTo>
                  <a:lnTo>
                    <a:pt x="0" y="1589"/>
                  </a:lnTo>
                  <a:lnTo>
                    <a:pt x="0" y="1771"/>
                  </a:lnTo>
                  <a:lnTo>
                    <a:pt x="0" y="2307"/>
                  </a:lnTo>
                  <a:cubicBezTo>
                    <a:pt x="0" y="2430"/>
                    <a:pt x="106" y="2529"/>
                    <a:pt x="227" y="2529"/>
                  </a:cubicBezTo>
                  <a:cubicBezTo>
                    <a:pt x="237" y="2529"/>
                    <a:pt x="248" y="2529"/>
                    <a:pt x="258" y="2527"/>
                  </a:cubicBezTo>
                  <a:lnTo>
                    <a:pt x="4517" y="2527"/>
                  </a:lnTo>
                  <a:cubicBezTo>
                    <a:pt x="4528" y="2529"/>
                    <a:pt x="4538" y="2529"/>
                    <a:pt x="4549" y="2529"/>
                  </a:cubicBezTo>
                  <a:cubicBezTo>
                    <a:pt x="4670" y="2529"/>
                    <a:pt x="4776" y="2430"/>
                    <a:pt x="4785" y="2307"/>
                  </a:cubicBezTo>
                  <a:lnTo>
                    <a:pt x="4785" y="1781"/>
                  </a:lnTo>
                  <a:lnTo>
                    <a:pt x="4756" y="1599"/>
                  </a:lnTo>
                  <a:lnTo>
                    <a:pt x="4756" y="1541"/>
                  </a:lnTo>
                  <a:lnTo>
                    <a:pt x="4756" y="1532"/>
                  </a:lnTo>
                  <a:lnTo>
                    <a:pt x="4756" y="1503"/>
                  </a:lnTo>
                  <a:lnTo>
                    <a:pt x="4756" y="1474"/>
                  </a:lnTo>
                  <a:lnTo>
                    <a:pt x="4756" y="1455"/>
                  </a:lnTo>
                  <a:lnTo>
                    <a:pt x="4756" y="1407"/>
                  </a:lnTo>
                  <a:cubicBezTo>
                    <a:pt x="4728" y="1140"/>
                    <a:pt x="4603" y="881"/>
                    <a:pt x="4402" y="690"/>
                  </a:cubicBezTo>
                  <a:lnTo>
                    <a:pt x="4374" y="671"/>
                  </a:lnTo>
                  <a:lnTo>
                    <a:pt x="4364" y="651"/>
                  </a:lnTo>
                  <a:lnTo>
                    <a:pt x="4345" y="642"/>
                  </a:lnTo>
                  <a:lnTo>
                    <a:pt x="4316" y="623"/>
                  </a:lnTo>
                  <a:cubicBezTo>
                    <a:pt x="4230" y="546"/>
                    <a:pt x="4134" y="489"/>
                    <a:pt x="4029" y="450"/>
                  </a:cubicBezTo>
                  <a:lnTo>
                    <a:pt x="2929" y="10"/>
                  </a:lnTo>
                  <a:lnTo>
                    <a:pt x="2651" y="288"/>
                  </a:lnTo>
                  <a:lnTo>
                    <a:pt x="2373" y="556"/>
                  </a:lnTo>
                  <a:lnTo>
                    <a:pt x="2096" y="288"/>
                  </a:lnTo>
                  <a:lnTo>
                    <a:pt x="1818"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1" name="Google Shape;10171;p63"/>
            <p:cNvSpPr/>
            <p:nvPr/>
          </p:nvSpPr>
          <p:spPr>
            <a:xfrm>
              <a:off x="4877760" y="3101819"/>
              <a:ext cx="51049" cy="65939"/>
            </a:xfrm>
            <a:custGeom>
              <a:avLst/>
              <a:gdLst/>
              <a:ahLst/>
              <a:cxnLst/>
              <a:rect l="l" t="t" r="r" b="b"/>
              <a:pathLst>
                <a:path w="1944" h="2511" extrusionOk="0">
                  <a:moveTo>
                    <a:pt x="1848" y="1"/>
                  </a:moveTo>
                  <a:lnTo>
                    <a:pt x="766" y="422"/>
                  </a:lnTo>
                  <a:cubicBezTo>
                    <a:pt x="297" y="613"/>
                    <a:pt x="1" y="1073"/>
                    <a:pt x="20" y="1580"/>
                  </a:cubicBezTo>
                  <a:lnTo>
                    <a:pt x="20" y="2288"/>
                  </a:lnTo>
                  <a:cubicBezTo>
                    <a:pt x="20" y="2411"/>
                    <a:pt x="125" y="2510"/>
                    <a:pt x="247" y="2510"/>
                  </a:cubicBezTo>
                  <a:cubicBezTo>
                    <a:pt x="257" y="2510"/>
                    <a:pt x="268" y="2510"/>
                    <a:pt x="278" y="2508"/>
                  </a:cubicBezTo>
                  <a:lnTo>
                    <a:pt x="336" y="2508"/>
                  </a:lnTo>
                  <a:lnTo>
                    <a:pt x="336" y="1580"/>
                  </a:lnTo>
                  <a:cubicBezTo>
                    <a:pt x="317" y="1073"/>
                    <a:pt x="613" y="613"/>
                    <a:pt x="1082" y="422"/>
                  </a:cubicBezTo>
                  <a:lnTo>
                    <a:pt x="1944" y="87"/>
                  </a:lnTo>
                  <a:lnTo>
                    <a:pt x="1848"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2" name="Google Shape;10172;p63"/>
            <p:cNvSpPr/>
            <p:nvPr/>
          </p:nvSpPr>
          <p:spPr>
            <a:xfrm>
              <a:off x="4901131" y="2997278"/>
              <a:ext cx="79463" cy="56328"/>
            </a:xfrm>
            <a:custGeom>
              <a:avLst/>
              <a:gdLst/>
              <a:ahLst/>
              <a:cxnLst/>
              <a:rect l="l" t="t" r="r" b="b"/>
              <a:pathLst>
                <a:path w="3026" h="2145" extrusionOk="0">
                  <a:moveTo>
                    <a:pt x="2690" y="1828"/>
                  </a:moveTo>
                  <a:lnTo>
                    <a:pt x="2661" y="1848"/>
                  </a:lnTo>
                  <a:lnTo>
                    <a:pt x="2671" y="1838"/>
                  </a:lnTo>
                  <a:lnTo>
                    <a:pt x="2690" y="1828"/>
                  </a:lnTo>
                  <a:close/>
                  <a:moveTo>
                    <a:pt x="2661" y="1838"/>
                  </a:moveTo>
                  <a:lnTo>
                    <a:pt x="2652" y="1848"/>
                  </a:lnTo>
                  <a:lnTo>
                    <a:pt x="2623" y="1867"/>
                  </a:lnTo>
                  <a:lnTo>
                    <a:pt x="2661" y="1838"/>
                  </a:lnTo>
                  <a:close/>
                  <a:moveTo>
                    <a:pt x="1455" y="1"/>
                  </a:moveTo>
                  <a:cubicBezTo>
                    <a:pt x="652" y="1"/>
                    <a:pt x="1" y="651"/>
                    <a:pt x="1" y="1455"/>
                  </a:cubicBezTo>
                  <a:lnTo>
                    <a:pt x="1" y="2144"/>
                  </a:lnTo>
                  <a:cubicBezTo>
                    <a:pt x="1" y="2144"/>
                    <a:pt x="326" y="2106"/>
                    <a:pt x="364" y="1943"/>
                  </a:cubicBezTo>
                  <a:cubicBezTo>
                    <a:pt x="384" y="1934"/>
                    <a:pt x="393" y="1915"/>
                    <a:pt x="403" y="1895"/>
                  </a:cubicBezTo>
                  <a:cubicBezTo>
                    <a:pt x="594" y="1895"/>
                    <a:pt x="1465" y="1886"/>
                    <a:pt x="1972" y="1273"/>
                  </a:cubicBezTo>
                  <a:cubicBezTo>
                    <a:pt x="2078" y="1570"/>
                    <a:pt x="2317" y="1800"/>
                    <a:pt x="2623" y="1886"/>
                  </a:cubicBezTo>
                  <a:cubicBezTo>
                    <a:pt x="2633" y="1905"/>
                    <a:pt x="2642" y="1924"/>
                    <a:pt x="2661" y="1943"/>
                  </a:cubicBezTo>
                  <a:cubicBezTo>
                    <a:pt x="2700" y="2106"/>
                    <a:pt x="3025" y="2135"/>
                    <a:pt x="3025" y="2135"/>
                  </a:cubicBezTo>
                  <a:lnTo>
                    <a:pt x="3025" y="1455"/>
                  </a:lnTo>
                  <a:cubicBezTo>
                    <a:pt x="3025" y="651"/>
                    <a:pt x="2374" y="1"/>
                    <a:pt x="15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3" name="Google Shape;10173;p63"/>
            <p:cNvSpPr/>
            <p:nvPr/>
          </p:nvSpPr>
          <p:spPr>
            <a:xfrm>
              <a:off x="4901131" y="2997541"/>
              <a:ext cx="43250" cy="56065"/>
            </a:xfrm>
            <a:custGeom>
              <a:avLst/>
              <a:gdLst/>
              <a:ahLst/>
              <a:cxnLst/>
              <a:rect l="l" t="t" r="r" b="b"/>
              <a:pathLst>
                <a:path w="1647" h="2135" extrusionOk="0">
                  <a:moveTo>
                    <a:pt x="1455" y="0"/>
                  </a:moveTo>
                  <a:cubicBezTo>
                    <a:pt x="652" y="0"/>
                    <a:pt x="1" y="651"/>
                    <a:pt x="1" y="1455"/>
                  </a:cubicBezTo>
                  <a:lnTo>
                    <a:pt x="1" y="2134"/>
                  </a:lnTo>
                  <a:cubicBezTo>
                    <a:pt x="87" y="2125"/>
                    <a:pt x="173" y="2106"/>
                    <a:pt x="259" y="2067"/>
                  </a:cubicBezTo>
                  <a:lnTo>
                    <a:pt x="259" y="1828"/>
                  </a:lnTo>
                  <a:lnTo>
                    <a:pt x="259" y="1455"/>
                  </a:lnTo>
                  <a:cubicBezTo>
                    <a:pt x="259" y="680"/>
                    <a:pt x="872" y="38"/>
                    <a:pt x="16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4" name="Google Shape;10174;p63"/>
            <p:cNvSpPr/>
            <p:nvPr/>
          </p:nvSpPr>
          <p:spPr>
            <a:xfrm>
              <a:off x="4969749" y="3047802"/>
              <a:ext cx="17620" cy="23371"/>
            </a:xfrm>
            <a:custGeom>
              <a:avLst/>
              <a:gdLst/>
              <a:ahLst/>
              <a:cxnLst/>
              <a:rect l="l" t="t" r="r" b="b"/>
              <a:pathLst>
                <a:path w="671" h="890" extrusionOk="0">
                  <a:moveTo>
                    <a:pt x="240" y="0"/>
                  </a:moveTo>
                  <a:lnTo>
                    <a:pt x="240" y="10"/>
                  </a:lnTo>
                  <a:cubicBezTo>
                    <a:pt x="221" y="4"/>
                    <a:pt x="202" y="1"/>
                    <a:pt x="183" y="1"/>
                  </a:cubicBezTo>
                  <a:cubicBezTo>
                    <a:pt x="88" y="1"/>
                    <a:pt x="0" y="78"/>
                    <a:pt x="0" y="182"/>
                  </a:cubicBezTo>
                  <a:lnTo>
                    <a:pt x="0" y="699"/>
                  </a:lnTo>
                  <a:cubicBezTo>
                    <a:pt x="0" y="804"/>
                    <a:pt x="90" y="889"/>
                    <a:pt x="187" y="889"/>
                  </a:cubicBezTo>
                  <a:cubicBezTo>
                    <a:pt x="205" y="889"/>
                    <a:pt x="222" y="886"/>
                    <a:pt x="240" y="881"/>
                  </a:cubicBezTo>
                  <a:cubicBezTo>
                    <a:pt x="278" y="862"/>
                    <a:pt x="316" y="852"/>
                    <a:pt x="345" y="833"/>
                  </a:cubicBezTo>
                  <a:cubicBezTo>
                    <a:pt x="374" y="795"/>
                    <a:pt x="412" y="766"/>
                    <a:pt x="450" y="747"/>
                  </a:cubicBezTo>
                  <a:cubicBezTo>
                    <a:pt x="670" y="498"/>
                    <a:pt x="556" y="105"/>
                    <a:pt x="240"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5" name="Google Shape;10175;p63"/>
            <p:cNvSpPr/>
            <p:nvPr/>
          </p:nvSpPr>
          <p:spPr>
            <a:xfrm>
              <a:off x="4894592" y="3047802"/>
              <a:ext cx="17620" cy="23371"/>
            </a:xfrm>
            <a:custGeom>
              <a:avLst/>
              <a:gdLst/>
              <a:ahLst/>
              <a:cxnLst/>
              <a:rect l="l" t="t" r="r" b="b"/>
              <a:pathLst>
                <a:path w="671" h="890" extrusionOk="0">
                  <a:moveTo>
                    <a:pt x="489" y="0"/>
                  </a:moveTo>
                  <a:cubicBezTo>
                    <a:pt x="470" y="0"/>
                    <a:pt x="451" y="3"/>
                    <a:pt x="432" y="10"/>
                  </a:cubicBezTo>
                  <a:cubicBezTo>
                    <a:pt x="1" y="144"/>
                    <a:pt x="1" y="747"/>
                    <a:pt x="432" y="881"/>
                  </a:cubicBezTo>
                  <a:cubicBezTo>
                    <a:pt x="449" y="887"/>
                    <a:pt x="467" y="889"/>
                    <a:pt x="485" y="889"/>
                  </a:cubicBezTo>
                  <a:cubicBezTo>
                    <a:pt x="582" y="889"/>
                    <a:pt x="671" y="806"/>
                    <a:pt x="671" y="708"/>
                  </a:cubicBezTo>
                  <a:lnTo>
                    <a:pt x="671" y="182"/>
                  </a:lnTo>
                  <a:cubicBezTo>
                    <a:pt x="671" y="125"/>
                    <a:pt x="642" y="67"/>
                    <a:pt x="594" y="38"/>
                  </a:cubicBezTo>
                  <a:cubicBezTo>
                    <a:pt x="562" y="13"/>
                    <a:pt x="526" y="0"/>
                    <a:pt x="48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6" name="Google Shape;10176;p63"/>
            <p:cNvSpPr/>
            <p:nvPr/>
          </p:nvSpPr>
          <p:spPr>
            <a:xfrm>
              <a:off x="4926262" y="3088610"/>
              <a:ext cx="29437" cy="33350"/>
            </a:xfrm>
            <a:custGeom>
              <a:avLst/>
              <a:gdLst/>
              <a:ahLst/>
              <a:cxnLst/>
              <a:rect l="l" t="t" r="r" b="b"/>
              <a:pathLst>
                <a:path w="1121" h="1270" extrusionOk="0">
                  <a:moveTo>
                    <a:pt x="186" y="1"/>
                  </a:moveTo>
                  <a:cubicBezTo>
                    <a:pt x="88" y="1"/>
                    <a:pt x="1" y="80"/>
                    <a:pt x="1" y="188"/>
                  </a:cubicBezTo>
                  <a:lnTo>
                    <a:pt x="1" y="724"/>
                  </a:lnTo>
                  <a:cubicBezTo>
                    <a:pt x="1" y="772"/>
                    <a:pt x="20" y="829"/>
                    <a:pt x="58" y="858"/>
                  </a:cubicBezTo>
                  <a:lnTo>
                    <a:pt x="431" y="1222"/>
                  </a:lnTo>
                  <a:cubicBezTo>
                    <a:pt x="460" y="1250"/>
                    <a:pt x="508" y="1269"/>
                    <a:pt x="556" y="1269"/>
                  </a:cubicBezTo>
                  <a:cubicBezTo>
                    <a:pt x="604" y="1269"/>
                    <a:pt x="652" y="1250"/>
                    <a:pt x="690" y="1212"/>
                  </a:cubicBezTo>
                  <a:lnTo>
                    <a:pt x="1063" y="820"/>
                  </a:lnTo>
                  <a:cubicBezTo>
                    <a:pt x="1101" y="791"/>
                    <a:pt x="1111" y="743"/>
                    <a:pt x="1121" y="695"/>
                  </a:cubicBezTo>
                  <a:lnTo>
                    <a:pt x="1121" y="188"/>
                  </a:lnTo>
                  <a:cubicBezTo>
                    <a:pt x="1111" y="140"/>
                    <a:pt x="1092" y="92"/>
                    <a:pt x="1063" y="64"/>
                  </a:cubicBezTo>
                  <a:cubicBezTo>
                    <a:pt x="1025" y="25"/>
                    <a:pt x="977" y="6"/>
                    <a:pt x="929" y="6"/>
                  </a:cubicBezTo>
                  <a:lnTo>
                    <a:pt x="891" y="6"/>
                  </a:lnTo>
                  <a:cubicBezTo>
                    <a:pt x="814" y="25"/>
                    <a:pt x="747" y="35"/>
                    <a:pt x="671" y="35"/>
                  </a:cubicBezTo>
                  <a:lnTo>
                    <a:pt x="451" y="35"/>
                  </a:lnTo>
                  <a:cubicBezTo>
                    <a:pt x="374" y="35"/>
                    <a:pt x="298" y="25"/>
                    <a:pt x="231" y="6"/>
                  </a:cubicBezTo>
                  <a:cubicBezTo>
                    <a:pt x="216" y="2"/>
                    <a:pt x="201" y="1"/>
                    <a:pt x="186"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7" name="Google Shape;10177;p63"/>
            <p:cNvSpPr/>
            <p:nvPr/>
          </p:nvSpPr>
          <p:spPr>
            <a:xfrm>
              <a:off x="4926262" y="3088952"/>
              <a:ext cx="17883" cy="33245"/>
            </a:xfrm>
            <a:custGeom>
              <a:avLst/>
              <a:gdLst/>
              <a:ahLst/>
              <a:cxnLst/>
              <a:rect l="l" t="t" r="r" b="b"/>
              <a:pathLst>
                <a:path w="681" h="1266" extrusionOk="0">
                  <a:moveTo>
                    <a:pt x="189" y="0"/>
                  </a:moveTo>
                  <a:cubicBezTo>
                    <a:pt x="87" y="0"/>
                    <a:pt x="1" y="81"/>
                    <a:pt x="1" y="185"/>
                  </a:cubicBezTo>
                  <a:lnTo>
                    <a:pt x="1" y="720"/>
                  </a:lnTo>
                  <a:cubicBezTo>
                    <a:pt x="1" y="768"/>
                    <a:pt x="20" y="826"/>
                    <a:pt x="58" y="864"/>
                  </a:cubicBezTo>
                  <a:lnTo>
                    <a:pt x="431" y="1218"/>
                  </a:lnTo>
                  <a:cubicBezTo>
                    <a:pt x="460" y="1247"/>
                    <a:pt x="508" y="1266"/>
                    <a:pt x="556" y="1266"/>
                  </a:cubicBezTo>
                  <a:cubicBezTo>
                    <a:pt x="604" y="1266"/>
                    <a:pt x="652" y="1247"/>
                    <a:pt x="680" y="1209"/>
                  </a:cubicBezTo>
                  <a:cubicBezTo>
                    <a:pt x="652" y="1209"/>
                    <a:pt x="613" y="1189"/>
                    <a:pt x="594" y="1161"/>
                  </a:cubicBezTo>
                  <a:lnTo>
                    <a:pt x="221" y="797"/>
                  </a:lnTo>
                  <a:cubicBezTo>
                    <a:pt x="183" y="759"/>
                    <a:pt x="164" y="711"/>
                    <a:pt x="173" y="653"/>
                  </a:cubicBezTo>
                  <a:lnTo>
                    <a:pt x="173" y="127"/>
                  </a:lnTo>
                  <a:cubicBezTo>
                    <a:pt x="173" y="79"/>
                    <a:pt x="192" y="31"/>
                    <a:pt x="221" y="3"/>
                  </a:cubicBezTo>
                  <a:cubicBezTo>
                    <a:pt x="210" y="1"/>
                    <a:pt x="199" y="0"/>
                    <a:pt x="18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8" name="Google Shape;10178;p63"/>
            <p:cNvSpPr/>
            <p:nvPr/>
          </p:nvSpPr>
          <p:spPr>
            <a:xfrm>
              <a:off x="4909692" y="3030261"/>
              <a:ext cx="62341" cy="66805"/>
            </a:xfrm>
            <a:custGeom>
              <a:avLst/>
              <a:gdLst/>
              <a:ahLst/>
              <a:cxnLst/>
              <a:rect l="l" t="t" r="r" b="b"/>
              <a:pathLst>
                <a:path w="2374" h="2544" extrusionOk="0">
                  <a:moveTo>
                    <a:pt x="1648" y="1"/>
                  </a:moveTo>
                  <a:cubicBezTo>
                    <a:pt x="1634" y="1"/>
                    <a:pt x="1619" y="6"/>
                    <a:pt x="1608" y="17"/>
                  </a:cubicBezTo>
                  <a:cubicBezTo>
                    <a:pt x="1350" y="209"/>
                    <a:pt x="1053" y="352"/>
                    <a:pt x="747" y="439"/>
                  </a:cubicBezTo>
                  <a:cubicBezTo>
                    <a:pt x="651" y="467"/>
                    <a:pt x="555" y="486"/>
                    <a:pt x="460" y="505"/>
                  </a:cubicBezTo>
                  <a:cubicBezTo>
                    <a:pt x="364" y="525"/>
                    <a:pt x="268" y="534"/>
                    <a:pt x="172" y="544"/>
                  </a:cubicBezTo>
                  <a:cubicBezTo>
                    <a:pt x="77" y="544"/>
                    <a:pt x="0" y="630"/>
                    <a:pt x="0" y="726"/>
                  </a:cubicBezTo>
                  <a:lnTo>
                    <a:pt x="0" y="1472"/>
                  </a:lnTo>
                  <a:cubicBezTo>
                    <a:pt x="0" y="2065"/>
                    <a:pt x="479" y="2544"/>
                    <a:pt x="1082" y="2544"/>
                  </a:cubicBezTo>
                  <a:lnTo>
                    <a:pt x="1302" y="2544"/>
                  </a:lnTo>
                  <a:cubicBezTo>
                    <a:pt x="1895" y="2544"/>
                    <a:pt x="2374" y="2065"/>
                    <a:pt x="2374" y="1472"/>
                  </a:cubicBezTo>
                  <a:lnTo>
                    <a:pt x="2374" y="697"/>
                  </a:lnTo>
                  <a:cubicBezTo>
                    <a:pt x="2374" y="620"/>
                    <a:pt x="2335" y="553"/>
                    <a:pt x="2259" y="525"/>
                  </a:cubicBezTo>
                  <a:cubicBezTo>
                    <a:pt x="2240" y="515"/>
                    <a:pt x="2221" y="505"/>
                    <a:pt x="2201" y="496"/>
                  </a:cubicBezTo>
                  <a:cubicBezTo>
                    <a:pt x="1991" y="410"/>
                    <a:pt x="1819" y="257"/>
                    <a:pt x="1713" y="56"/>
                  </a:cubicBezTo>
                  <a:lnTo>
                    <a:pt x="1704" y="37"/>
                  </a:lnTo>
                  <a:cubicBezTo>
                    <a:pt x="1692" y="13"/>
                    <a:pt x="1670" y="1"/>
                    <a:pt x="1648"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9" name="Google Shape;10179;p63"/>
            <p:cNvSpPr/>
            <p:nvPr/>
          </p:nvSpPr>
          <p:spPr>
            <a:xfrm>
              <a:off x="4909692" y="3030261"/>
              <a:ext cx="45509" cy="67068"/>
            </a:xfrm>
            <a:custGeom>
              <a:avLst/>
              <a:gdLst/>
              <a:ahLst/>
              <a:cxnLst/>
              <a:rect l="l" t="t" r="r" b="b"/>
              <a:pathLst>
                <a:path w="1733" h="2554" extrusionOk="0">
                  <a:moveTo>
                    <a:pt x="1648" y="1"/>
                  </a:moveTo>
                  <a:cubicBezTo>
                    <a:pt x="1634" y="1"/>
                    <a:pt x="1619" y="6"/>
                    <a:pt x="1608" y="17"/>
                  </a:cubicBezTo>
                  <a:cubicBezTo>
                    <a:pt x="1350" y="209"/>
                    <a:pt x="1053" y="352"/>
                    <a:pt x="747" y="439"/>
                  </a:cubicBezTo>
                  <a:cubicBezTo>
                    <a:pt x="651" y="467"/>
                    <a:pt x="555" y="486"/>
                    <a:pt x="460" y="505"/>
                  </a:cubicBezTo>
                  <a:cubicBezTo>
                    <a:pt x="364" y="525"/>
                    <a:pt x="268" y="534"/>
                    <a:pt x="172" y="544"/>
                  </a:cubicBezTo>
                  <a:cubicBezTo>
                    <a:pt x="77" y="553"/>
                    <a:pt x="0" y="630"/>
                    <a:pt x="0" y="726"/>
                  </a:cubicBezTo>
                  <a:lnTo>
                    <a:pt x="0" y="1472"/>
                  </a:lnTo>
                  <a:cubicBezTo>
                    <a:pt x="0" y="2065"/>
                    <a:pt x="479" y="2554"/>
                    <a:pt x="1082" y="2554"/>
                  </a:cubicBezTo>
                  <a:lnTo>
                    <a:pt x="1302" y="2554"/>
                  </a:lnTo>
                  <a:cubicBezTo>
                    <a:pt x="699" y="2554"/>
                    <a:pt x="220" y="2065"/>
                    <a:pt x="220" y="1472"/>
                  </a:cubicBezTo>
                  <a:lnTo>
                    <a:pt x="220" y="726"/>
                  </a:lnTo>
                  <a:cubicBezTo>
                    <a:pt x="220" y="630"/>
                    <a:pt x="297" y="553"/>
                    <a:pt x="393" y="544"/>
                  </a:cubicBezTo>
                  <a:cubicBezTo>
                    <a:pt x="488" y="534"/>
                    <a:pt x="584" y="525"/>
                    <a:pt x="680" y="505"/>
                  </a:cubicBezTo>
                  <a:cubicBezTo>
                    <a:pt x="775" y="486"/>
                    <a:pt x="871" y="467"/>
                    <a:pt x="967" y="439"/>
                  </a:cubicBezTo>
                  <a:cubicBezTo>
                    <a:pt x="1235" y="362"/>
                    <a:pt x="1493" y="247"/>
                    <a:pt x="1732" y="84"/>
                  </a:cubicBezTo>
                  <a:lnTo>
                    <a:pt x="1713" y="56"/>
                  </a:lnTo>
                  <a:lnTo>
                    <a:pt x="1704" y="37"/>
                  </a:lnTo>
                  <a:cubicBezTo>
                    <a:pt x="1692" y="13"/>
                    <a:pt x="1670" y="1"/>
                    <a:pt x="1648"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0" name="Google Shape;10180;p63"/>
            <p:cNvSpPr/>
            <p:nvPr/>
          </p:nvSpPr>
          <p:spPr>
            <a:xfrm>
              <a:off x="5142408" y="3101583"/>
              <a:ext cx="124919" cy="66175"/>
            </a:xfrm>
            <a:custGeom>
              <a:avLst/>
              <a:gdLst/>
              <a:ahLst/>
              <a:cxnLst/>
              <a:rect l="l" t="t" r="r" b="b"/>
              <a:pathLst>
                <a:path w="4757" h="2520" extrusionOk="0">
                  <a:moveTo>
                    <a:pt x="1819" y="0"/>
                  </a:moveTo>
                  <a:lnTo>
                    <a:pt x="728" y="440"/>
                  </a:lnTo>
                  <a:cubicBezTo>
                    <a:pt x="622" y="479"/>
                    <a:pt x="527" y="536"/>
                    <a:pt x="441" y="613"/>
                  </a:cubicBezTo>
                  <a:lnTo>
                    <a:pt x="412" y="632"/>
                  </a:lnTo>
                  <a:lnTo>
                    <a:pt x="393" y="641"/>
                  </a:lnTo>
                  <a:lnTo>
                    <a:pt x="383" y="661"/>
                  </a:lnTo>
                  <a:lnTo>
                    <a:pt x="354" y="680"/>
                  </a:lnTo>
                  <a:cubicBezTo>
                    <a:pt x="163" y="871"/>
                    <a:pt x="29" y="1130"/>
                    <a:pt x="0" y="1397"/>
                  </a:cubicBezTo>
                  <a:lnTo>
                    <a:pt x="0" y="1445"/>
                  </a:lnTo>
                  <a:lnTo>
                    <a:pt x="0" y="1464"/>
                  </a:lnTo>
                  <a:lnTo>
                    <a:pt x="0" y="1493"/>
                  </a:lnTo>
                  <a:lnTo>
                    <a:pt x="0" y="1522"/>
                  </a:lnTo>
                  <a:lnTo>
                    <a:pt x="0" y="1531"/>
                  </a:lnTo>
                  <a:lnTo>
                    <a:pt x="0" y="1589"/>
                  </a:lnTo>
                  <a:lnTo>
                    <a:pt x="0" y="1771"/>
                  </a:lnTo>
                  <a:lnTo>
                    <a:pt x="0" y="2297"/>
                  </a:lnTo>
                  <a:cubicBezTo>
                    <a:pt x="0" y="2420"/>
                    <a:pt x="106" y="2519"/>
                    <a:pt x="227" y="2519"/>
                  </a:cubicBezTo>
                  <a:cubicBezTo>
                    <a:pt x="237" y="2519"/>
                    <a:pt x="248" y="2519"/>
                    <a:pt x="259" y="2517"/>
                  </a:cubicBezTo>
                  <a:lnTo>
                    <a:pt x="4489" y="2517"/>
                  </a:lnTo>
                  <a:cubicBezTo>
                    <a:pt x="4499" y="2519"/>
                    <a:pt x="4510" y="2519"/>
                    <a:pt x="4520" y="2519"/>
                  </a:cubicBezTo>
                  <a:cubicBezTo>
                    <a:pt x="4642" y="2519"/>
                    <a:pt x="4748" y="2420"/>
                    <a:pt x="4757" y="2297"/>
                  </a:cubicBezTo>
                  <a:lnTo>
                    <a:pt x="4757" y="1771"/>
                  </a:lnTo>
                  <a:lnTo>
                    <a:pt x="4757" y="1589"/>
                  </a:lnTo>
                  <a:lnTo>
                    <a:pt x="4747" y="1589"/>
                  </a:lnTo>
                  <a:lnTo>
                    <a:pt x="4747" y="1531"/>
                  </a:lnTo>
                  <a:lnTo>
                    <a:pt x="4747" y="1522"/>
                  </a:lnTo>
                  <a:lnTo>
                    <a:pt x="4747" y="1493"/>
                  </a:lnTo>
                  <a:lnTo>
                    <a:pt x="4747" y="1464"/>
                  </a:lnTo>
                  <a:lnTo>
                    <a:pt x="4747" y="1445"/>
                  </a:lnTo>
                  <a:lnTo>
                    <a:pt x="4747" y="1397"/>
                  </a:lnTo>
                  <a:cubicBezTo>
                    <a:pt x="4709" y="1130"/>
                    <a:pt x="4584" y="871"/>
                    <a:pt x="4393" y="680"/>
                  </a:cubicBezTo>
                  <a:lnTo>
                    <a:pt x="4364" y="661"/>
                  </a:lnTo>
                  <a:lnTo>
                    <a:pt x="4345" y="641"/>
                  </a:lnTo>
                  <a:lnTo>
                    <a:pt x="4336" y="632"/>
                  </a:lnTo>
                  <a:lnTo>
                    <a:pt x="4307" y="613"/>
                  </a:lnTo>
                  <a:cubicBezTo>
                    <a:pt x="4221" y="536"/>
                    <a:pt x="4125" y="479"/>
                    <a:pt x="4010" y="440"/>
                  </a:cubicBezTo>
                  <a:lnTo>
                    <a:pt x="2929" y="0"/>
                  </a:lnTo>
                  <a:lnTo>
                    <a:pt x="2651" y="287"/>
                  </a:lnTo>
                  <a:lnTo>
                    <a:pt x="2374" y="555"/>
                  </a:lnTo>
                  <a:lnTo>
                    <a:pt x="2096" y="287"/>
                  </a:lnTo>
                  <a:lnTo>
                    <a:pt x="1819"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1" name="Google Shape;10181;p63"/>
            <p:cNvSpPr/>
            <p:nvPr/>
          </p:nvSpPr>
          <p:spPr>
            <a:xfrm>
              <a:off x="5140885" y="3101819"/>
              <a:ext cx="51049" cy="65939"/>
            </a:xfrm>
            <a:custGeom>
              <a:avLst/>
              <a:gdLst/>
              <a:ahLst/>
              <a:cxnLst/>
              <a:rect l="l" t="t" r="r" b="b"/>
              <a:pathLst>
                <a:path w="1944" h="2511" extrusionOk="0">
                  <a:moveTo>
                    <a:pt x="1858" y="1"/>
                  </a:moveTo>
                  <a:lnTo>
                    <a:pt x="776" y="422"/>
                  </a:lnTo>
                  <a:cubicBezTo>
                    <a:pt x="298" y="613"/>
                    <a:pt x="1" y="1073"/>
                    <a:pt x="20" y="1580"/>
                  </a:cubicBezTo>
                  <a:lnTo>
                    <a:pt x="20" y="2288"/>
                  </a:lnTo>
                  <a:cubicBezTo>
                    <a:pt x="29" y="2411"/>
                    <a:pt x="135" y="2510"/>
                    <a:pt x="256" y="2510"/>
                  </a:cubicBezTo>
                  <a:cubicBezTo>
                    <a:pt x="267" y="2510"/>
                    <a:pt x="277" y="2510"/>
                    <a:pt x="288" y="2508"/>
                  </a:cubicBezTo>
                  <a:lnTo>
                    <a:pt x="345" y="2508"/>
                  </a:lnTo>
                  <a:lnTo>
                    <a:pt x="345" y="1580"/>
                  </a:lnTo>
                  <a:cubicBezTo>
                    <a:pt x="317" y="1073"/>
                    <a:pt x="623" y="613"/>
                    <a:pt x="1092" y="422"/>
                  </a:cubicBezTo>
                  <a:lnTo>
                    <a:pt x="1944" y="87"/>
                  </a:lnTo>
                  <a:lnTo>
                    <a:pt x="1858"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2" name="Google Shape;10182;p63"/>
            <p:cNvSpPr/>
            <p:nvPr/>
          </p:nvSpPr>
          <p:spPr>
            <a:xfrm>
              <a:off x="5164256" y="2997278"/>
              <a:ext cx="79699" cy="56328"/>
            </a:xfrm>
            <a:custGeom>
              <a:avLst/>
              <a:gdLst/>
              <a:ahLst/>
              <a:cxnLst/>
              <a:rect l="l" t="t" r="r" b="b"/>
              <a:pathLst>
                <a:path w="3035" h="2145" extrusionOk="0">
                  <a:moveTo>
                    <a:pt x="2671" y="1838"/>
                  </a:moveTo>
                  <a:lnTo>
                    <a:pt x="2661" y="1848"/>
                  </a:lnTo>
                  <a:lnTo>
                    <a:pt x="2633" y="1867"/>
                  </a:lnTo>
                  <a:lnTo>
                    <a:pt x="2671" y="1838"/>
                  </a:lnTo>
                  <a:close/>
                  <a:moveTo>
                    <a:pt x="1456" y="1"/>
                  </a:moveTo>
                  <a:cubicBezTo>
                    <a:pt x="652" y="1"/>
                    <a:pt x="1" y="651"/>
                    <a:pt x="1" y="1455"/>
                  </a:cubicBezTo>
                  <a:lnTo>
                    <a:pt x="1" y="2144"/>
                  </a:lnTo>
                  <a:cubicBezTo>
                    <a:pt x="1" y="2144"/>
                    <a:pt x="336" y="2106"/>
                    <a:pt x="374" y="1943"/>
                  </a:cubicBezTo>
                  <a:cubicBezTo>
                    <a:pt x="393" y="1934"/>
                    <a:pt x="403" y="1915"/>
                    <a:pt x="412" y="1895"/>
                  </a:cubicBezTo>
                  <a:cubicBezTo>
                    <a:pt x="594" y="1895"/>
                    <a:pt x="1475" y="1886"/>
                    <a:pt x="1972" y="1273"/>
                  </a:cubicBezTo>
                  <a:cubicBezTo>
                    <a:pt x="2087" y="1570"/>
                    <a:pt x="2326" y="1800"/>
                    <a:pt x="2633" y="1886"/>
                  </a:cubicBezTo>
                  <a:cubicBezTo>
                    <a:pt x="2633" y="1905"/>
                    <a:pt x="2652" y="1924"/>
                    <a:pt x="2661" y="1943"/>
                  </a:cubicBezTo>
                  <a:cubicBezTo>
                    <a:pt x="2700" y="2106"/>
                    <a:pt x="3035" y="2135"/>
                    <a:pt x="3035" y="2135"/>
                  </a:cubicBezTo>
                  <a:lnTo>
                    <a:pt x="3035" y="1455"/>
                  </a:lnTo>
                  <a:cubicBezTo>
                    <a:pt x="3035" y="651"/>
                    <a:pt x="2384" y="1"/>
                    <a:pt x="158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3" name="Google Shape;10183;p63"/>
            <p:cNvSpPr/>
            <p:nvPr/>
          </p:nvSpPr>
          <p:spPr>
            <a:xfrm>
              <a:off x="5164256" y="2997541"/>
              <a:ext cx="43250" cy="56065"/>
            </a:xfrm>
            <a:custGeom>
              <a:avLst/>
              <a:gdLst/>
              <a:ahLst/>
              <a:cxnLst/>
              <a:rect l="l" t="t" r="r" b="b"/>
              <a:pathLst>
                <a:path w="1647" h="2135" extrusionOk="0">
                  <a:moveTo>
                    <a:pt x="1456" y="0"/>
                  </a:moveTo>
                  <a:cubicBezTo>
                    <a:pt x="652" y="0"/>
                    <a:pt x="1" y="651"/>
                    <a:pt x="1" y="1455"/>
                  </a:cubicBezTo>
                  <a:lnTo>
                    <a:pt x="1" y="2134"/>
                  </a:lnTo>
                  <a:cubicBezTo>
                    <a:pt x="97" y="2125"/>
                    <a:pt x="183" y="2106"/>
                    <a:pt x="259" y="2067"/>
                  </a:cubicBezTo>
                  <a:lnTo>
                    <a:pt x="259" y="1828"/>
                  </a:lnTo>
                  <a:lnTo>
                    <a:pt x="259" y="1455"/>
                  </a:lnTo>
                  <a:cubicBezTo>
                    <a:pt x="259" y="680"/>
                    <a:pt x="872" y="38"/>
                    <a:pt x="164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4" name="Google Shape;10184;p63"/>
            <p:cNvSpPr/>
            <p:nvPr/>
          </p:nvSpPr>
          <p:spPr>
            <a:xfrm>
              <a:off x="5233136" y="3047802"/>
              <a:ext cx="17358" cy="23371"/>
            </a:xfrm>
            <a:custGeom>
              <a:avLst/>
              <a:gdLst/>
              <a:ahLst/>
              <a:cxnLst/>
              <a:rect l="l" t="t" r="r" b="b"/>
              <a:pathLst>
                <a:path w="661" h="890" extrusionOk="0">
                  <a:moveTo>
                    <a:pt x="239" y="0"/>
                  </a:moveTo>
                  <a:lnTo>
                    <a:pt x="239" y="10"/>
                  </a:lnTo>
                  <a:cubicBezTo>
                    <a:pt x="219" y="4"/>
                    <a:pt x="199" y="1"/>
                    <a:pt x="180" y="1"/>
                  </a:cubicBezTo>
                  <a:cubicBezTo>
                    <a:pt x="81" y="1"/>
                    <a:pt x="0" y="78"/>
                    <a:pt x="0" y="182"/>
                  </a:cubicBezTo>
                  <a:lnTo>
                    <a:pt x="0" y="699"/>
                  </a:lnTo>
                  <a:cubicBezTo>
                    <a:pt x="0" y="804"/>
                    <a:pt x="83" y="889"/>
                    <a:pt x="184" y="889"/>
                  </a:cubicBezTo>
                  <a:cubicBezTo>
                    <a:pt x="202" y="889"/>
                    <a:pt x="221" y="886"/>
                    <a:pt x="239" y="881"/>
                  </a:cubicBezTo>
                  <a:cubicBezTo>
                    <a:pt x="268" y="862"/>
                    <a:pt x="306" y="852"/>
                    <a:pt x="335" y="833"/>
                  </a:cubicBezTo>
                  <a:cubicBezTo>
                    <a:pt x="373" y="795"/>
                    <a:pt x="402" y="766"/>
                    <a:pt x="440" y="747"/>
                  </a:cubicBezTo>
                  <a:cubicBezTo>
                    <a:pt x="661" y="498"/>
                    <a:pt x="555" y="105"/>
                    <a:pt x="239"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5" name="Google Shape;10185;p63"/>
            <p:cNvSpPr/>
            <p:nvPr/>
          </p:nvSpPr>
          <p:spPr>
            <a:xfrm>
              <a:off x="5157980" y="3047802"/>
              <a:ext cx="17358" cy="23371"/>
            </a:xfrm>
            <a:custGeom>
              <a:avLst/>
              <a:gdLst/>
              <a:ahLst/>
              <a:cxnLst/>
              <a:rect l="l" t="t" r="r" b="b"/>
              <a:pathLst>
                <a:path w="661" h="890" extrusionOk="0">
                  <a:moveTo>
                    <a:pt x="479" y="0"/>
                  </a:moveTo>
                  <a:cubicBezTo>
                    <a:pt x="460" y="0"/>
                    <a:pt x="441" y="3"/>
                    <a:pt x="422" y="10"/>
                  </a:cubicBezTo>
                  <a:cubicBezTo>
                    <a:pt x="1" y="144"/>
                    <a:pt x="1" y="747"/>
                    <a:pt x="422" y="881"/>
                  </a:cubicBezTo>
                  <a:cubicBezTo>
                    <a:pt x="441" y="887"/>
                    <a:pt x="460" y="889"/>
                    <a:pt x="478" y="889"/>
                  </a:cubicBezTo>
                  <a:cubicBezTo>
                    <a:pt x="579" y="889"/>
                    <a:pt x="661" y="806"/>
                    <a:pt x="661" y="708"/>
                  </a:cubicBezTo>
                  <a:lnTo>
                    <a:pt x="661" y="182"/>
                  </a:lnTo>
                  <a:cubicBezTo>
                    <a:pt x="661" y="125"/>
                    <a:pt x="632" y="67"/>
                    <a:pt x="584" y="38"/>
                  </a:cubicBezTo>
                  <a:cubicBezTo>
                    <a:pt x="553" y="13"/>
                    <a:pt x="516" y="0"/>
                    <a:pt x="47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6" name="Google Shape;10186;p63"/>
            <p:cNvSpPr/>
            <p:nvPr/>
          </p:nvSpPr>
          <p:spPr>
            <a:xfrm>
              <a:off x="5189387" y="3088610"/>
              <a:ext cx="29700" cy="33587"/>
            </a:xfrm>
            <a:custGeom>
              <a:avLst/>
              <a:gdLst/>
              <a:ahLst/>
              <a:cxnLst/>
              <a:rect l="l" t="t" r="r" b="b"/>
              <a:pathLst>
                <a:path w="1131" h="1279" extrusionOk="0">
                  <a:moveTo>
                    <a:pt x="186" y="1"/>
                  </a:moveTo>
                  <a:cubicBezTo>
                    <a:pt x="90" y="1"/>
                    <a:pt x="11" y="80"/>
                    <a:pt x="11" y="188"/>
                  </a:cubicBezTo>
                  <a:lnTo>
                    <a:pt x="11" y="724"/>
                  </a:lnTo>
                  <a:cubicBezTo>
                    <a:pt x="1" y="781"/>
                    <a:pt x="30" y="829"/>
                    <a:pt x="68" y="877"/>
                  </a:cubicBezTo>
                  <a:lnTo>
                    <a:pt x="441" y="1231"/>
                  </a:lnTo>
                  <a:cubicBezTo>
                    <a:pt x="470" y="1260"/>
                    <a:pt x="518" y="1279"/>
                    <a:pt x="566" y="1279"/>
                  </a:cubicBezTo>
                  <a:cubicBezTo>
                    <a:pt x="613" y="1279"/>
                    <a:pt x="661" y="1260"/>
                    <a:pt x="690" y="1222"/>
                  </a:cubicBezTo>
                  <a:lnTo>
                    <a:pt x="1073" y="829"/>
                  </a:lnTo>
                  <a:cubicBezTo>
                    <a:pt x="1102" y="800"/>
                    <a:pt x="1121" y="753"/>
                    <a:pt x="1121" y="705"/>
                  </a:cubicBezTo>
                  <a:lnTo>
                    <a:pt x="1121" y="198"/>
                  </a:lnTo>
                  <a:cubicBezTo>
                    <a:pt x="1130" y="150"/>
                    <a:pt x="1102" y="92"/>
                    <a:pt x="1063" y="64"/>
                  </a:cubicBezTo>
                  <a:cubicBezTo>
                    <a:pt x="1025" y="25"/>
                    <a:pt x="977" y="6"/>
                    <a:pt x="929" y="6"/>
                  </a:cubicBezTo>
                  <a:lnTo>
                    <a:pt x="891" y="6"/>
                  </a:lnTo>
                  <a:cubicBezTo>
                    <a:pt x="824" y="25"/>
                    <a:pt x="747" y="35"/>
                    <a:pt x="680" y="35"/>
                  </a:cubicBezTo>
                  <a:lnTo>
                    <a:pt x="451" y="35"/>
                  </a:lnTo>
                  <a:cubicBezTo>
                    <a:pt x="384" y="35"/>
                    <a:pt x="307" y="25"/>
                    <a:pt x="231" y="6"/>
                  </a:cubicBezTo>
                  <a:cubicBezTo>
                    <a:pt x="216" y="2"/>
                    <a:pt x="201" y="1"/>
                    <a:pt x="186"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7" name="Google Shape;10187;p63"/>
            <p:cNvSpPr/>
            <p:nvPr/>
          </p:nvSpPr>
          <p:spPr>
            <a:xfrm>
              <a:off x="5189650" y="3088952"/>
              <a:ext cx="17857" cy="33245"/>
            </a:xfrm>
            <a:custGeom>
              <a:avLst/>
              <a:gdLst/>
              <a:ahLst/>
              <a:cxnLst/>
              <a:rect l="l" t="t" r="r" b="b"/>
              <a:pathLst>
                <a:path w="680" h="1266" extrusionOk="0">
                  <a:moveTo>
                    <a:pt x="181" y="0"/>
                  </a:moveTo>
                  <a:cubicBezTo>
                    <a:pt x="87" y="0"/>
                    <a:pt x="1" y="81"/>
                    <a:pt x="1" y="185"/>
                  </a:cubicBezTo>
                  <a:lnTo>
                    <a:pt x="1" y="720"/>
                  </a:lnTo>
                  <a:cubicBezTo>
                    <a:pt x="1" y="768"/>
                    <a:pt x="20" y="826"/>
                    <a:pt x="58" y="864"/>
                  </a:cubicBezTo>
                  <a:lnTo>
                    <a:pt x="431" y="1218"/>
                  </a:lnTo>
                  <a:cubicBezTo>
                    <a:pt x="460" y="1247"/>
                    <a:pt x="508" y="1266"/>
                    <a:pt x="556" y="1266"/>
                  </a:cubicBezTo>
                  <a:cubicBezTo>
                    <a:pt x="603" y="1266"/>
                    <a:pt x="651" y="1247"/>
                    <a:pt x="680" y="1209"/>
                  </a:cubicBezTo>
                  <a:cubicBezTo>
                    <a:pt x="642" y="1209"/>
                    <a:pt x="613" y="1189"/>
                    <a:pt x="584" y="1161"/>
                  </a:cubicBezTo>
                  <a:lnTo>
                    <a:pt x="221" y="797"/>
                  </a:lnTo>
                  <a:cubicBezTo>
                    <a:pt x="182" y="759"/>
                    <a:pt x="163" y="711"/>
                    <a:pt x="163" y="653"/>
                  </a:cubicBezTo>
                  <a:lnTo>
                    <a:pt x="163" y="127"/>
                  </a:lnTo>
                  <a:cubicBezTo>
                    <a:pt x="163" y="79"/>
                    <a:pt x="182" y="31"/>
                    <a:pt x="211" y="3"/>
                  </a:cubicBezTo>
                  <a:cubicBezTo>
                    <a:pt x="201" y="1"/>
                    <a:pt x="191" y="0"/>
                    <a:pt x="181"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8" name="Google Shape;10188;p63"/>
            <p:cNvSpPr/>
            <p:nvPr/>
          </p:nvSpPr>
          <p:spPr>
            <a:xfrm>
              <a:off x="5173054" y="3030261"/>
              <a:ext cx="62368" cy="66805"/>
            </a:xfrm>
            <a:custGeom>
              <a:avLst/>
              <a:gdLst/>
              <a:ahLst/>
              <a:cxnLst/>
              <a:rect l="l" t="t" r="r" b="b"/>
              <a:pathLst>
                <a:path w="2375" h="2544" extrusionOk="0">
                  <a:moveTo>
                    <a:pt x="1649" y="1"/>
                  </a:moveTo>
                  <a:cubicBezTo>
                    <a:pt x="1634" y="1"/>
                    <a:pt x="1620" y="6"/>
                    <a:pt x="1609" y="17"/>
                  </a:cubicBezTo>
                  <a:cubicBezTo>
                    <a:pt x="1350" y="209"/>
                    <a:pt x="1054" y="352"/>
                    <a:pt x="747" y="439"/>
                  </a:cubicBezTo>
                  <a:cubicBezTo>
                    <a:pt x="652" y="467"/>
                    <a:pt x="556" y="486"/>
                    <a:pt x="460" y="505"/>
                  </a:cubicBezTo>
                  <a:cubicBezTo>
                    <a:pt x="365" y="525"/>
                    <a:pt x="269" y="534"/>
                    <a:pt x="173" y="544"/>
                  </a:cubicBezTo>
                  <a:cubicBezTo>
                    <a:pt x="68" y="544"/>
                    <a:pt x="1" y="630"/>
                    <a:pt x="1" y="726"/>
                  </a:cubicBezTo>
                  <a:lnTo>
                    <a:pt x="1" y="1472"/>
                  </a:lnTo>
                  <a:cubicBezTo>
                    <a:pt x="1" y="2065"/>
                    <a:pt x="479" y="2544"/>
                    <a:pt x="1073" y="2544"/>
                  </a:cubicBezTo>
                  <a:lnTo>
                    <a:pt x="1302" y="2544"/>
                  </a:lnTo>
                  <a:cubicBezTo>
                    <a:pt x="1896" y="2544"/>
                    <a:pt x="2374" y="2065"/>
                    <a:pt x="2374" y="1472"/>
                  </a:cubicBezTo>
                  <a:lnTo>
                    <a:pt x="2374" y="697"/>
                  </a:lnTo>
                  <a:cubicBezTo>
                    <a:pt x="2374" y="620"/>
                    <a:pt x="2326" y="553"/>
                    <a:pt x="2259" y="525"/>
                  </a:cubicBezTo>
                  <a:cubicBezTo>
                    <a:pt x="2240" y="515"/>
                    <a:pt x="2221" y="505"/>
                    <a:pt x="2192" y="496"/>
                  </a:cubicBezTo>
                  <a:cubicBezTo>
                    <a:pt x="1982" y="410"/>
                    <a:pt x="1810" y="257"/>
                    <a:pt x="1714" y="56"/>
                  </a:cubicBezTo>
                  <a:lnTo>
                    <a:pt x="1704" y="37"/>
                  </a:lnTo>
                  <a:cubicBezTo>
                    <a:pt x="1693" y="13"/>
                    <a:pt x="1671" y="1"/>
                    <a:pt x="1649"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9" name="Google Shape;10189;p63"/>
            <p:cNvSpPr/>
            <p:nvPr/>
          </p:nvSpPr>
          <p:spPr>
            <a:xfrm>
              <a:off x="5172817" y="3030261"/>
              <a:ext cx="45509" cy="67068"/>
            </a:xfrm>
            <a:custGeom>
              <a:avLst/>
              <a:gdLst/>
              <a:ahLst/>
              <a:cxnLst/>
              <a:rect l="l" t="t" r="r" b="b"/>
              <a:pathLst>
                <a:path w="1733" h="2554" extrusionOk="0">
                  <a:moveTo>
                    <a:pt x="1648" y="1"/>
                  </a:moveTo>
                  <a:cubicBezTo>
                    <a:pt x="1634" y="1"/>
                    <a:pt x="1619" y="6"/>
                    <a:pt x="1608" y="17"/>
                  </a:cubicBezTo>
                  <a:cubicBezTo>
                    <a:pt x="1350" y="209"/>
                    <a:pt x="1053" y="352"/>
                    <a:pt x="747" y="439"/>
                  </a:cubicBezTo>
                  <a:cubicBezTo>
                    <a:pt x="651" y="467"/>
                    <a:pt x="555" y="486"/>
                    <a:pt x="460" y="505"/>
                  </a:cubicBezTo>
                  <a:cubicBezTo>
                    <a:pt x="364" y="525"/>
                    <a:pt x="268" y="534"/>
                    <a:pt x="173" y="544"/>
                  </a:cubicBezTo>
                  <a:cubicBezTo>
                    <a:pt x="77" y="553"/>
                    <a:pt x="0" y="630"/>
                    <a:pt x="0" y="726"/>
                  </a:cubicBezTo>
                  <a:lnTo>
                    <a:pt x="0" y="1472"/>
                  </a:lnTo>
                  <a:cubicBezTo>
                    <a:pt x="0" y="2065"/>
                    <a:pt x="479" y="2554"/>
                    <a:pt x="1082" y="2554"/>
                  </a:cubicBezTo>
                  <a:lnTo>
                    <a:pt x="1302" y="2554"/>
                  </a:lnTo>
                  <a:cubicBezTo>
                    <a:pt x="699" y="2554"/>
                    <a:pt x="220" y="2065"/>
                    <a:pt x="220" y="1472"/>
                  </a:cubicBezTo>
                  <a:lnTo>
                    <a:pt x="220" y="726"/>
                  </a:lnTo>
                  <a:cubicBezTo>
                    <a:pt x="220" y="630"/>
                    <a:pt x="297" y="553"/>
                    <a:pt x="393" y="544"/>
                  </a:cubicBezTo>
                  <a:cubicBezTo>
                    <a:pt x="488" y="534"/>
                    <a:pt x="584" y="525"/>
                    <a:pt x="680" y="505"/>
                  </a:cubicBezTo>
                  <a:cubicBezTo>
                    <a:pt x="775" y="486"/>
                    <a:pt x="871" y="467"/>
                    <a:pt x="967" y="439"/>
                  </a:cubicBezTo>
                  <a:cubicBezTo>
                    <a:pt x="1235" y="362"/>
                    <a:pt x="1493" y="247"/>
                    <a:pt x="1733" y="84"/>
                  </a:cubicBezTo>
                  <a:lnTo>
                    <a:pt x="1713" y="56"/>
                  </a:lnTo>
                  <a:lnTo>
                    <a:pt x="1704" y="37"/>
                  </a:lnTo>
                  <a:cubicBezTo>
                    <a:pt x="1692" y="13"/>
                    <a:pt x="1670" y="1"/>
                    <a:pt x="1648"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0" name="Google Shape;10190;p63"/>
            <p:cNvSpPr/>
            <p:nvPr/>
          </p:nvSpPr>
          <p:spPr>
            <a:xfrm>
              <a:off x="5009953" y="2992000"/>
              <a:ext cx="125680" cy="66149"/>
            </a:xfrm>
            <a:custGeom>
              <a:avLst/>
              <a:gdLst/>
              <a:ahLst/>
              <a:cxnLst/>
              <a:rect l="l" t="t" r="r" b="b"/>
              <a:pathLst>
                <a:path w="4786" h="2519" extrusionOk="0">
                  <a:moveTo>
                    <a:pt x="1848" y="1"/>
                  </a:moveTo>
                  <a:lnTo>
                    <a:pt x="766" y="431"/>
                  </a:lnTo>
                  <a:cubicBezTo>
                    <a:pt x="642" y="470"/>
                    <a:pt x="537" y="527"/>
                    <a:pt x="441" y="604"/>
                  </a:cubicBezTo>
                  <a:lnTo>
                    <a:pt x="412" y="623"/>
                  </a:lnTo>
                  <a:lnTo>
                    <a:pt x="403" y="642"/>
                  </a:lnTo>
                  <a:lnTo>
                    <a:pt x="384" y="651"/>
                  </a:lnTo>
                  <a:lnTo>
                    <a:pt x="364" y="671"/>
                  </a:lnTo>
                  <a:cubicBezTo>
                    <a:pt x="163" y="862"/>
                    <a:pt x="39" y="1120"/>
                    <a:pt x="1" y="1388"/>
                  </a:cubicBezTo>
                  <a:lnTo>
                    <a:pt x="1" y="1436"/>
                  </a:lnTo>
                  <a:lnTo>
                    <a:pt x="1" y="1455"/>
                  </a:lnTo>
                  <a:lnTo>
                    <a:pt x="1" y="1494"/>
                  </a:lnTo>
                  <a:lnTo>
                    <a:pt x="1" y="1522"/>
                  </a:lnTo>
                  <a:lnTo>
                    <a:pt x="1" y="1532"/>
                  </a:lnTo>
                  <a:lnTo>
                    <a:pt x="1" y="1589"/>
                  </a:lnTo>
                  <a:lnTo>
                    <a:pt x="1" y="1762"/>
                  </a:lnTo>
                  <a:lnTo>
                    <a:pt x="1" y="2288"/>
                  </a:lnTo>
                  <a:cubicBezTo>
                    <a:pt x="10" y="2416"/>
                    <a:pt x="116" y="2518"/>
                    <a:pt x="251" y="2518"/>
                  </a:cubicBezTo>
                  <a:cubicBezTo>
                    <a:pt x="257" y="2518"/>
                    <a:pt x="263" y="2518"/>
                    <a:pt x="269" y="2518"/>
                  </a:cubicBezTo>
                  <a:lnTo>
                    <a:pt x="4527" y="2518"/>
                  </a:lnTo>
                  <a:cubicBezTo>
                    <a:pt x="4533" y="2518"/>
                    <a:pt x="4539" y="2518"/>
                    <a:pt x="4544" y="2518"/>
                  </a:cubicBezTo>
                  <a:cubicBezTo>
                    <a:pt x="4671" y="2518"/>
                    <a:pt x="4777" y="2416"/>
                    <a:pt x="4786" y="2288"/>
                  </a:cubicBezTo>
                  <a:lnTo>
                    <a:pt x="4786" y="1762"/>
                  </a:lnTo>
                  <a:lnTo>
                    <a:pt x="4786" y="1589"/>
                  </a:lnTo>
                  <a:lnTo>
                    <a:pt x="4776" y="1589"/>
                  </a:lnTo>
                  <a:lnTo>
                    <a:pt x="4776" y="1532"/>
                  </a:lnTo>
                  <a:lnTo>
                    <a:pt x="4776" y="1522"/>
                  </a:lnTo>
                  <a:lnTo>
                    <a:pt x="4776" y="1494"/>
                  </a:lnTo>
                  <a:lnTo>
                    <a:pt x="4776" y="1455"/>
                  </a:lnTo>
                  <a:lnTo>
                    <a:pt x="4776" y="1446"/>
                  </a:lnTo>
                  <a:lnTo>
                    <a:pt x="4776" y="1398"/>
                  </a:lnTo>
                  <a:cubicBezTo>
                    <a:pt x="4748" y="1120"/>
                    <a:pt x="4614" y="862"/>
                    <a:pt x="4422" y="680"/>
                  </a:cubicBezTo>
                  <a:lnTo>
                    <a:pt x="4394" y="651"/>
                  </a:lnTo>
                  <a:lnTo>
                    <a:pt x="4384" y="642"/>
                  </a:lnTo>
                  <a:lnTo>
                    <a:pt x="4365" y="623"/>
                  </a:lnTo>
                  <a:lnTo>
                    <a:pt x="4336" y="604"/>
                  </a:lnTo>
                  <a:cubicBezTo>
                    <a:pt x="4250" y="537"/>
                    <a:pt x="4154" y="479"/>
                    <a:pt x="4049" y="431"/>
                  </a:cubicBezTo>
                  <a:lnTo>
                    <a:pt x="2958" y="1"/>
                  </a:lnTo>
                  <a:lnTo>
                    <a:pt x="2680" y="278"/>
                  </a:lnTo>
                  <a:lnTo>
                    <a:pt x="2403" y="556"/>
                  </a:lnTo>
                  <a:lnTo>
                    <a:pt x="2125" y="278"/>
                  </a:lnTo>
                  <a:lnTo>
                    <a:pt x="1848"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1" name="Google Shape;10191;p63"/>
            <p:cNvSpPr/>
            <p:nvPr/>
          </p:nvSpPr>
          <p:spPr>
            <a:xfrm>
              <a:off x="5009217" y="2992262"/>
              <a:ext cx="51286" cy="65913"/>
            </a:xfrm>
            <a:custGeom>
              <a:avLst/>
              <a:gdLst/>
              <a:ahLst/>
              <a:cxnLst/>
              <a:rect l="l" t="t" r="r" b="b"/>
              <a:pathLst>
                <a:path w="1953" h="2510" extrusionOk="0">
                  <a:moveTo>
                    <a:pt x="1857" y="0"/>
                  </a:moveTo>
                  <a:lnTo>
                    <a:pt x="775" y="421"/>
                  </a:lnTo>
                  <a:cubicBezTo>
                    <a:pt x="306" y="613"/>
                    <a:pt x="0" y="1072"/>
                    <a:pt x="29" y="1579"/>
                  </a:cubicBezTo>
                  <a:lnTo>
                    <a:pt x="29" y="2278"/>
                  </a:lnTo>
                  <a:cubicBezTo>
                    <a:pt x="29" y="2410"/>
                    <a:pt x="134" y="2510"/>
                    <a:pt x="256" y="2510"/>
                  </a:cubicBezTo>
                  <a:cubicBezTo>
                    <a:pt x="266" y="2510"/>
                    <a:pt x="277" y="2509"/>
                    <a:pt x="287" y="2508"/>
                  </a:cubicBezTo>
                  <a:lnTo>
                    <a:pt x="345" y="2508"/>
                  </a:lnTo>
                  <a:lnTo>
                    <a:pt x="345" y="1579"/>
                  </a:lnTo>
                  <a:cubicBezTo>
                    <a:pt x="325" y="1072"/>
                    <a:pt x="622" y="613"/>
                    <a:pt x="1091" y="421"/>
                  </a:cubicBezTo>
                  <a:lnTo>
                    <a:pt x="1952" y="86"/>
                  </a:lnTo>
                  <a:lnTo>
                    <a:pt x="1857"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2" name="Google Shape;10192;p63"/>
            <p:cNvSpPr/>
            <p:nvPr/>
          </p:nvSpPr>
          <p:spPr>
            <a:xfrm>
              <a:off x="5032825" y="2887695"/>
              <a:ext cx="79436" cy="56091"/>
            </a:xfrm>
            <a:custGeom>
              <a:avLst/>
              <a:gdLst/>
              <a:ahLst/>
              <a:cxnLst/>
              <a:rect l="l" t="t" r="r" b="b"/>
              <a:pathLst>
                <a:path w="3025" h="2136" extrusionOk="0">
                  <a:moveTo>
                    <a:pt x="1455" y="1"/>
                  </a:moveTo>
                  <a:cubicBezTo>
                    <a:pt x="651" y="1"/>
                    <a:pt x="1" y="652"/>
                    <a:pt x="1" y="1456"/>
                  </a:cubicBezTo>
                  <a:lnTo>
                    <a:pt x="1" y="2135"/>
                  </a:lnTo>
                  <a:cubicBezTo>
                    <a:pt x="1" y="2135"/>
                    <a:pt x="326" y="2106"/>
                    <a:pt x="364" y="1944"/>
                  </a:cubicBezTo>
                  <a:cubicBezTo>
                    <a:pt x="383" y="1925"/>
                    <a:pt x="393" y="1915"/>
                    <a:pt x="403" y="1896"/>
                  </a:cubicBezTo>
                  <a:cubicBezTo>
                    <a:pt x="584" y="1896"/>
                    <a:pt x="1465" y="1877"/>
                    <a:pt x="1972" y="1274"/>
                  </a:cubicBezTo>
                  <a:cubicBezTo>
                    <a:pt x="2077" y="1570"/>
                    <a:pt x="2317" y="1800"/>
                    <a:pt x="2623" y="1886"/>
                  </a:cubicBezTo>
                  <a:cubicBezTo>
                    <a:pt x="2632" y="1905"/>
                    <a:pt x="2642" y="1925"/>
                    <a:pt x="2652" y="1944"/>
                  </a:cubicBezTo>
                  <a:cubicBezTo>
                    <a:pt x="2699" y="2106"/>
                    <a:pt x="3025" y="2135"/>
                    <a:pt x="3025" y="2135"/>
                  </a:cubicBezTo>
                  <a:lnTo>
                    <a:pt x="3025" y="1456"/>
                  </a:lnTo>
                  <a:cubicBezTo>
                    <a:pt x="3025" y="652"/>
                    <a:pt x="2374" y="1"/>
                    <a:pt x="157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3" name="Google Shape;10193;p63"/>
            <p:cNvSpPr/>
            <p:nvPr/>
          </p:nvSpPr>
          <p:spPr>
            <a:xfrm>
              <a:off x="5032825" y="2887459"/>
              <a:ext cx="43014" cy="56328"/>
            </a:xfrm>
            <a:custGeom>
              <a:avLst/>
              <a:gdLst/>
              <a:ahLst/>
              <a:cxnLst/>
              <a:rect l="l" t="t" r="r" b="b"/>
              <a:pathLst>
                <a:path w="1638" h="2145" extrusionOk="0">
                  <a:moveTo>
                    <a:pt x="1455" y="0"/>
                  </a:moveTo>
                  <a:cubicBezTo>
                    <a:pt x="651" y="0"/>
                    <a:pt x="1" y="651"/>
                    <a:pt x="1" y="1455"/>
                  </a:cubicBezTo>
                  <a:lnTo>
                    <a:pt x="1" y="2144"/>
                  </a:lnTo>
                  <a:cubicBezTo>
                    <a:pt x="87" y="2135"/>
                    <a:pt x="173" y="2106"/>
                    <a:pt x="249" y="2068"/>
                  </a:cubicBezTo>
                  <a:lnTo>
                    <a:pt x="259" y="1838"/>
                  </a:lnTo>
                  <a:lnTo>
                    <a:pt x="259" y="1455"/>
                  </a:lnTo>
                  <a:cubicBezTo>
                    <a:pt x="259" y="680"/>
                    <a:pt x="862" y="39"/>
                    <a:pt x="16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4" name="Google Shape;10194;p63"/>
            <p:cNvSpPr/>
            <p:nvPr/>
          </p:nvSpPr>
          <p:spPr>
            <a:xfrm>
              <a:off x="5101442" y="2937983"/>
              <a:ext cx="17358" cy="23371"/>
            </a:xfrm>
            <a:custGeom>
              <a:avLst/>
              <a:gdLst/>
              <a:ahLst/>
              <a:cxnLst/>
              <a:rect l="l" t="t" r="r" b="b"/>
              <a:pathLst>
                <a:path w="661" h="890" extrusionOk="0">
                  <a:moveTo>
                    <a:pt x="183" y="0"/>
                  </a:moveTo>
                  <a:cubicBezTo>
                    <a:pt x="87" y="0"/>
                    <a:pt x="0" y="78"/>
                    <a:pt x="0" y="182"/>
                  </a:cubicBezTo>
                  <a:lnTo>
                    <a:pt x="0" y="708"/>
                  </a:lnTo>
                  <a:cubicBezTo>
                    <a:pt x="0" y="812"/>
                    <a:pt x="87" y="890"/>
                    <a:pt x="183" y="890"/>
                  </a:cubicBezTo>
                  <a:cubicBezTo>
                    <a:pt x="202" y="890"/>
                    <a:pt x="221" y="887"/>
                    <a:pt x="240" y="880"/>
                  </a:cubicBezTo>
                  <a:cubicBezTo>
                    <a:pt x="278" y="871"/>
                    <a:pt x="307" y="852"/>
                    <a:pt x="345" y="833"/>
                  </a:cubicBezTo>
                  <a:cubicBezTo>
                    <a:pt x="374" y="804"/>
                    <a:pt x="412" y="775"/>
                    <a:pt x="450" y="746"/>
                  </a:cubicBezTo>
                  <a:cubicBezTo>
                    <a:pt x="661" y="498"/>
                    <a:pt x="555" y="105"/>
                    <a:pt x="240" y="10"/>
                  </a:cubicBezTo>
                  <a:cubicBezTo>
                    <a:pt x="221" y="3"/>
                    <a:pt x="202" y="0"/>
                    <a:pt x="183"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5" name="Google Shape;10195;p63"/>
            <p:cNvSpPr/>
            <p:nvPr/>
          </p:nvSpPr>
          <p:spPr>
            <a:xfrm>
              <a:off x="5026286" y="2937957"/>
              <a:ext cx="17620" cy="23398"/>
            </a:xfrm>
            <a:custGeom>
              <a:avLst/>
              <a:gdLst/>
              <a:ahLst/>
              <a:cxnLst/>
              <a:rect l="l" t="t" r="r" b="b"/>
              <a:pathLst>
                <a:path w="671" h="891" extrusionOk="0">
                  <a:moveTo>
                    <a:pt x="484" y="1"/>
                  </a:moveTo>
                  <a:cubicBezTo>
                    <a:pt x="466" y="1"/>
                    <a:pt x="447" y="4"/>
                    <a:pt x="431" y="11"/>
                  </a:cubicBezTo>
                  <a:cubicBezTo>
                    <a:pt x="1" y="145"/>
                    <a:pt x="1" y="747"/>
                    <a:pt x="431" y="881"/>
                  </a:cubicBezTo>
                  <a:cubicBezTo>
                    <a:pt x="450" y="888"/>
                    <a:pt x="469" y="891"/>
                    <a:pt x="488" y="891"/>
                  </a:cubicBezTo>
                  <a:cubicBezTo>
                    <a:pt x="584" y="891"/>
                    <a:pt x="671" y="813"/>
                    <a:pt x="671" y="709"/>
                  </a:cubicBezTo>
                  <a:lnTo>
                    <a:pt x="671" y="183"/>
                  </a:lnTo>
                  <a:cubicBezTo>
                    <a:pt x="661" y="125"/>
                    <a:pt x="632" y="78"/>
                    <a:pt x="594" y="39"/>
                  </a:cubicBezTo>
                  <a:cubicBezTo>
                    <a:pt x="562" y="14"/>
                    <a:pt x="522" y="1"/>
                    <a:pt x="484"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6" name="Google Shape;10196;p63"/>
            <p:cNvSpPr/>
            <p:nvPr/>
          </p:nvSpPr>
          <p:spPr>
            <a:xfrm>
              <a:off x="5057956" y="2979027"/>
              <a:ext cx="29175" cy="33350"/>
            </a:xfrm>
            <a:custGeom>
              <a:avLst/>
              <a:gdLst/>
              <a:ahLst/>
              <a:cxnLst/>
              <a:rect l="l" t="t" r="r" b="b"/>
              <a:pathLst>
                <a:path w="1111" h="1270" extrusionOk="0">
                  <a:moveTo>
                    <a:pt x="185" y="1"/>
                  </a:moveTo>
                  <a:cubicBezTo>
                    <a:pt x="87" y="1"/>
                    <a:pt x="1" y="79"/>
                    <a:pt x="1" y="179"/>
                  </a:cubicBezTo>
                  <a:lnTo>
                    <a:pt x="1" y="715"/>
                  </a:lnTo>
                  <a:cubicBezTo>
                    <a:pt x="1" y="772"/>
                    <a:pt x="20" y="820"/>
                    <a:pt x="58" y="858"/>
                  </a:cubicBezTo>
                  <a:lnTo>
                    <a:pt x="422" y="1222"/>
                  </a:lnTo>
                  <a:cubicBezTo>
                    <a:pt x="460" y="1251"/>
                    <a:pt x="508" y="1270"/>
                    <a:pt x="556" y="1270"/>
                  </a:cubicBezTo>
                  <a:cubicBezTo>
                    <a:pt x="604" y="1270"/>
                    <a:pt x="651" y="1251"/>
                    <a:pt x="680" y="1212"/>
                  </a:cubicBezTo>
                  <a:lnTo>
                    <a:pt x="1063" y="820"/>
                  </a:lnTo>
                  <a:cubicBezTo>
                    <a:pt x="1092" y="782"/>
                    <a:pt x="1111" y="743"/>
                    <a:pt x="1111" y="696"/>
                  </a:cubicBezTo>
                  <a:lnTo>
                    <a:pt x="1111" y="188"/>
                  </a:lnTo>
                  <a:cubicBezTo>
                    <a:pt x="1111" y="140"/>
                    <a:pt x="1092" y="93"/>
                    <a:pt x="1063" y="54"/>
                  </a:cubicBezTo>
                  <a:cubicBezTo>
                    <a:pt x="1025" y="26"/>
                    <a:pt x="977" y="7"/>
                    <a:pt x="919" y="7"/>
                  </a:cubicBezTo>
                  <a:lnTo>
                    <a:pt x="881" y="7"/>
                  </a:lnTo>
                  <a:cubicBezTo>
                    <a:pt x="814" y="26"/>
                    <a:pt x="738" y="26"/>
                    <a:pt x="671" y="26"/>
                  </a:cubicBezTo>
                  <a:lnTo>
                    <a:pt x="450" y="26"/>
                  </a:lnTo>
                  <a:cubicBezTo>
                    <a:pt x="374" y="26"/>
                    <a:pt x="297" y="16"/>
                    <a:pt x="230" y="7"/>
                  </a:cubicBezTo>
                  <a:cubicBezTo>
                    <a:pt x="215" y="3"/>
                    <a:pt x="200" y="1"/>
                    <a:pt x="185"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7" name="Google Shape;10197;p63"/>
            <p:cNvSpPr/>
            <p:nvPr/>
          </p:nvSpPr>
          <p:spPr>
            <a:xfrm>
              <a:off x="5057956" y="2979369"/>
              <a:ext cx="17883" cy="33271"/>
            </a:xfrm>
            <a:custGeom>
              <a:avLst/>
              <a:gdLst/>
              <a:ahLst/>
              <a:cxnLst/>
              <a:rect l="l" t="t" r="r" b="b"/>
              <a:pathLst>
                <a:path w="681" h="1267" extrusionOk="0">
                  <a:moveTo>
                    <a:pt x="189" y="0"/>
                  </a:moveTo>
                  <a:cubicBezTo>
                    <a:pt x="87" y="0"/>
                    <a:pt x="1" y="80"/>
                    <a:pt x="1" y="175"/>
                  </a:cubicBezTo>
                  <a:lnTo>
                    <a:pt x="1" y="711"/>
                  </a:lnTo>
                  <a:cubicBezTo>
                    <a:pt x="1" y="769"/>
                    <a:pt x="20" y="817"/>
                    <a:pt x="58" y="855"/>
                  </a:cubicBezTo>
                  <a:lnTo>
                    <a:pt x="422" y="1219"/>
                  </a:lnTo>
                  <a:cubicBezTo>
                    <a:pt x="460" y="1247"/>
                    <a:pt x="508" y="1266"/>
                    <a:pt x="556" y="1266"/>
                  </a:cubicBezTo>
                  <a:cubicBezTo>
                    <a:pt x="604" y="1266"/>
                    <a:pt x="651" y="1247"/>
                    <a:pt x="680" y="1209"/>
                  </a:cubicBezTo>
                  <a:cubicBezTo>
                    <a:pt x="642" y="1199"/>
                    <a:pt x="613" y="1180"/>
                    <a:pt x="594" y="1152"/>
                  </a:cubicBezTo>
                  <a:lnTo>
                    <a:pt x="221" y="797"/>
                  </a:lnTo>
                  <a:cubicBezTo>
                    <a:pt x="183" y="759"/>
                    <a:pt x="163" y="711"/>
                    <a:pt x="163" y="654"/>
                  </a:cubicBezTo>
                  <a:lnTo>
                    <a:pt x="163" y="118"/>
                  </a:lnTo>
                  <a:cubicBezTo>
                    <a:pt x="163" y="70"/>
                    <a:pt x="183" y="32"/>
                    <a:pt x="221" y="3"/>
                  </a:cubicBezTo>
                  <a:cubicBezTo>
                    <a:pt x="210" y="1"/>
                    <a:pt x="199" y="0"/>
                    <a:pt x="189"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8" name="Google Shape;10198;p63"/>
            <p:cNvSpPr/>
            <p:nvPr/>
          </p:nvSpPr>
          <p:spPr>
            <a:xfrm>
              <a:off x="5041386" y="2920520"/>
              <a:ext cx="62341" cy="66989"/>
            </a:xfrm>
            <a:custGeom>
              <a:avLst/>
              <a:gdLst/>
              <a:ahLst/>
              <a:cxnLst/>
              <a:rect l="l" t="t" r="r" b="b"/>
              <a:pathLst>
                <a:path w="2374" h="2551" extrusionOk="0">
                  <a:moveTo>
                    <a:pt x="1641" y="0"/>
                  </a:moveTo>
                  <a:cubicBezTo>
                    <a:pt x="1629" y="0"/>
                    <a:pt x="1617" y="5"/>
                    <a:pt x="1608" y="14"/>
                  </a:cubicBezTo>
                  <a:cubicBezTo>
                    <a:pt x="1349" y="206"/>
                    <a:pt x="1053" y="349"/>
                    <a:pt x="747" y="445"/>
                  </a:cubicBezTo>
                  <a:cubicBezTo>
                    <a:pt x="651" y="464"/>
                    <a:pt x="555" y="493"/>
                    <a:pt x="459" y="512"/>
                  </a:cubicBezTo>
                  <a:cubicBezTo>
                    <a:pt x="364" y="521"/>
                    <a:pt x="268" y="541"/>
                    <a:pt x="172" y="541"/>
                  </a:cubicBezTo>
                  <a:cubicBezTo>
                    <a:pt x="77" y="550"/>
                    <a:pt x="0" y="627"/>
                    <a:pt x="0" y="722"/>
                  </a:cubicBezTo>
                  <a:lnTo>
                    <a:pt x="0" y="1478"/>
                  </a:lnTo>
                  <a:cubicBezTo>
                    <a:pt x="0" y="2072"/>
                    <a:pt x="479" y="2550"/>
                    <a:pt x="1072" y="2550"/>
                  </a:cubicBezTo>
                  <a:lnTo>
                    <a:pt x="1302" y="2550"/>
                  </a:lnTo>
                  <a:cubicBezTo>
                    <a:pt x="1895" y="2550"/>
                    <a:pt x="2373" y="2072"/>
                    <a:pt x="2373" y="1478"/>
                  </a:cubicBezTo>
                  <a:lnTo>
                    <a:pt x="2373" y="694"/>
                  </a:lnTo>
                  <a:cubicBezTo>
                    <a:pt x="2373" y="617"/>
                    <a:pt x="2326" y="550"/>
                    <a:pt x="2259" y="531"/>
                  </a:cubicBezTo>
                  <a:cubicBezTo>
                    <a:pt x="2239" y="521"/>
                    <a:pt x="2220" y="512"/>
                    <a:pt x="2201" y="502"/>
                  </a:cubicBezTo>
                  <a:cubicBezTo>
                    <a:pt x="1991" y="416"/>
                    <a:pt x="1818" y="253"/>
                    <a:pt x="1713" y="52"/>
                  </a:cubicBezTo>
                  <a:lnTo>
                    <a:pt x="1704" y="43"/>
                  </a:lnTo>
                  <a:cubicBezTo>
                    <a:pt x="1691" y="17"/>
                    <a:pt x="1665" y="0"/>
                    <a:pt x="1641"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9" name="Google Shape;10199;p63"/>
            <p:cNvSpPr/>
            <p:nvPr/>
          </p:nvSpPr>
          <p:spPr>
            <a:xfrm>
              <a:off x="5041386" y="2920625"/>
              <a:ext cx="45246" cy="66884"/>
            </a:xfrm>
            <a:custGeom>
              <a:avLst/>
              <a:gdLst/>
              <a:ahLst/>
              <a:cxnLst/>
              <a:rect l="l" t="t" r="r" b="b"/>
              <a:pathLst>
                <a:path w="1723" h="2547" extrusionOk="0">
                  <a:moveTo>
                    <a:pt x="1641" y="1"/>
                  </a:moveTo>
                  <a:cubicBezTo>
                    <a:pt x="1629" y="1"/>
                    <a:pt x="1617" y="4"/>
                    <a:pt x="1608" y="10"/>
                  </a:cubicBezTo>
                  <a:cubicBezTo>
                    <a:pt x="1349" y="211"/>
                    <a:pt x="1053" y="355"/>
                    <a:pt x="747" y="441"/>
                  </a:cubicBezTo>
                  <a:cubicBezTo>
                    <a:pt x="651" y="470"/>
                    <a:pt x="555" y="489"/>
                    <a:pt x="459" y="508"/>
                  </a:cubicBezTo>
                  <a:cubicBezTo>
                    <a:pt x="364" y="527"/>
                    <a:pt x="268" y="537"/>
                    <a:pt x="172" y="546"/>
                  </a:cubicBezTo>
                  <a:cubicBezTo>
                    <a:pt x="67" y="546"/>
                    <a:pt x="0" y="632"/>
                    <a:pt x="0" y="728"/>
                  </a:cubicBezTo>
                  <a:lnTo>
                    <a:pt x="0" y="1474"/>
                  </a:lnTo>
                  <a:cubicBezTo>
                    <a:pt x="0" y="2068"/>
                    <a:pt x="479" y="2546"/>
                    <a:pt x="1072" y="2546"/>
                  </a:cubicBezTo>
                  <a:lnTo>
                    <a:pt x="1292" y="2546"/>
                  </a:lnTo>
                  <a:cubicBezTo>
                    <a:pt x="699" y="2546"/>
                    <a:pt x="220" y="2068"/>
                    <a:pt x="220" y="1474"/>
                  </a:cubicBezTo>
                  <a:lnTo>
                    <a:pt x="220" y="728"/>
                  </a:lnTo>
                  <a:cubicBezTo>
                    <a:pt x="220" y="632"/>
                    <a:pt x="287" y="546"/>
                    <a:pt x="392" y="546"/>
                  </a:cubicBezTo>
                  <a:cubicBezTo>
                    <a:pt x="488" y="537"/>
                    <a:pt x="584" y="527"/>
                    <a:pt x="680" y="508"/>
                  </a:cubicBezTo>
                  <a:cubicBezTo>
                    <a:pt x="775" y="489"/>
                    <a:pt x="871" y="470"/>
                    <a:pt x="967" y="441"/>
                  </a:cubicBezTo>
                  <a:cubicBezTo>
                    <a:pt x="1235" y="364"/>
                    <a:pt x="1493" y="240"/>
                    <a:pt x="1723" y="87"/>
                  </a:cubicBezTo>
                  <a:lnTo>
                    <a:pt x="1713" y="58"/>
                  </a:lnTo>
                  <a:lnTo>
                    <a:pt x="1704" y="39"/>
                  </a:lnTo>
                  <a:cubicBezTo>
                    <a:pt x="1691" y="13"/>
                    <a:pt x="1665" y="1"/>
                    <a:pt x="1641"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0" name="Google Shape;10200;p63"/>
            <p:cNvSpPr/>
            <p:nvPr/>
          </p:nvSpPr>
          <p:spPr>
            <a:xfrm>
              <a:off x="5010714" y="3211139"/>
              <a:ext cx="125680" cy="66648"/>
            </a:xfrm>
            <a:custGeom>
              <a:avLst/>
              <a:gdLst/>
              <a:ahLst/>
              <a:cxnLst/>
              <a:rect l="l" t="t" r="r" b="b"/>
              <a:pathLst>
                <a:path w="4786" h="2538" extrusionOk="0">
                  <a:moveTo>
                    <a:pt x="1819" y="1"/>
                  </a:moveTo>
                  <a:lnTo>
                    <a:pt x="737" y="441"/>
                  </a:lnTo>
                  <a:cubicBezTo>
                    <a:pt x="623" y="479"/>
                    <a:pt x="527" y="537"/>
                    <a:pt x="441" y="604"/>
                  </a:cubicBezTo>
                  <a:lnTo>
                    <a:pt x="412" y="632"/>
                  </a:lnTo>
                  <a:lnTo>
                    <a:pt x="402" y="642"/>
                  </a:lnTo>
                  <a:lnTo>
                    <a:pt x="383" y="652"/>
                  </a:lnTo>
                  <a:lnTo>
                    <a:pt x="355" y="680"/>
                  </a:lnTo>
                  <a:cubicBezTo>
                    <a:pt x="163" y="872"/>
                    <a:pt x="29" y="1121"/>
                    <a:pt x="0" y="1398"/>
                  </a:cubicBezTo>
                  <a:lnTo>
                    <a:pt x="0" y="1446"/>
                  </a:lnTo>
                  <a:lnTo>
                    <a:pt x="0" y="1475"/>
                  </a:lnTo>
                  <a:lnTo>
                    <a:pt x="0" y="1503"/>
                  </a:lnTo>
                  <a:lnTo>
                    <a:pt x="0" y="1532"/>
                  </a:lnTo>
                  <a:lnTo>
                    <a:pt x="0" y="1542"/>
                  </a:lnTo>
                  <a:lnTo>
                    <a:pt x="0" y="1599"/>
                  </a:lnTo>
                  <a:lnTo>
                    <a:pt x="0" y="1771"/>
                  </a:lnTo>
                  <a:lnTo>
                    <a:pt x="0" y="2307"/>
                  </a:lnTo>
                  <a:cubicBezTo>
                    <a:pt x="0" y="2436"/>
                    <a:pt x="115" y="2538"/>
                    <a:pt x="242" y="2538"/>
                  </a:cubicBezTo>
                  <a:cubicBezTo>
                    <a:pt x="248" y="2538"/>
                    <a:pt x="253" y="2537"/>
                    <a:pt x="259" y="2537"/>
                  </a:cubicBezTo>
                  <a:lnTo>
                    <a:pt x="4518" y="2537"/>
                  </a:lnTo>
                  <a:cubicBezTo>
                    <a:pt x="4524" y="2537"/>
                    <a:pt x="4530" y="2538"/>
                    <a:pt x="4536" y="2538"/>
                  </a:cubicBezTo>
                  <a:cubicBezTo>
                    <a:pt x="4671" y="2538"/>
                    <a:pt x="4776" y="2436"/>
                    <a:pt x="4786" y="2307"/>
                  </a:cubicBezTo>
                  <a:lnTo>
                    <a:pt x="4786" y="1771"/>
                  </a:lnTo>
                  <a:lnTo>
                    <a:pt x="4786" y="1590"/>
                  </a:lnTo>
                  <a:lnTo>
                    <a:pt x="4747" y="1590"/>
                  </a:lnTo>
                  <a:lnTo>
                    <a:pt x="4747" y="1532"/>
                  </a:lnTo>
                  <a:lnTo>
                    <a:pt x="4747" y="1523"/>
                  </a:lnTo>
                  <a:lnTo>
                    <a:pt x="4747" y="1494"/>
                  </a:lnTo>
                  <a:lnTo>
                    <a:pt x="4747" y="1456"/>
                  </a:lnTo>
                  <a:lnTo>
                    <a:pt x="4747" y="1446"/>
                  </a:lnTo>
                  <a:lnTo>
                    <a:pt x="4747" y="1398"/>
                  </a:lnTo>
                  <a:cubicBezTo>
                    <a:pt x="4719" y="1121"/>
                    <a:pt x="4585" y="872"/>
                    <a:pt x="4393" y="680"/>
                  </a:cubicBezTo>
                  <a:lnTo>
                    <a:pt x="4365" y="652"/>
                  </a:lnTo>
                  <a:lnTo>
                    <a:pt x="4355" y="642"/>
                  </a:lnTo>
                  <a:lnTo>
                    <a:pt x="4336" y="632"/>
                  </a:lnTo>
                  <a:lnTo>
                    <a:pt x="4307" y="604"/>
                  </a:lnTo>
                  <a:cubicBezTo>
                    <a:pt x="4221" y="537"/>
                    <a:pt x="4125" y="479"/>
                    <a:pt x="4020" y="441"/>
                  </a:cubicBezTo>
                  <a:lnTo>
                    <a:pt x="2929" y="1"/>
                  </a:lnTo>
                  <a:lnTo>
                    <a:pt x="2651" y="288"/>
                  </a:lnTo>
                  <a:lnTo>
                    <a:pt x="2374" y="556"/>
                  </a:lnTo>
                  <a:lnTo>
                    <a:pt x="2096" y="288"/>
                  </a:lnTo>
                  <a:lnTo>
                    <a:pt x="1819"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1" name="Google Shape;10201;p63"/>
            <p:cNvSpPr/>
            <p:nvPr/>
          </p:nvSpPr>
          <p:spPr>
            <a:xfrm>
              <a:off x="5009217" y="3211402"/>
              <a:ext cx="51286" cy="65939"/>
            </a:xfrm>
            <a:custGeom>
              <a:avLst/>
              <a:gdLst/>
              <a:ahLst/>
              <a:cxnLst/>
              <a:rect l="l" t="t" r="r" b="b"/>
              <a:pathLst>
                <a:path w="1953" h="2511" extrusionOk="0">
                  <a:moveTo>
                    <a:pt x="1857" y="0"/>
                  </a:moveTo>
                  <a:lnTo>
                    <a:pt x="775" y="422"/>
                  </a:lnTo>
                  <a:cubicBezTo>
                    <a:pt x="306" y="613"/>
                    <a:pt x="0" y="1072"/>
                    <a:pt x="29" y="1580"/>
                  </a:cubicBezTo>
                  <a:lnTo>
                    <a:pt x="29" y="2288"/>
                  </a:lnTo>
                  <a:cubicBezTo>
                    <a:pt x="29" y="2411"/>
                    <a:pt x="134" y="2510"/>
                    <a:pt x="255" y="2510"/>
                  </a:cubicBezTo>
                  <a:cubicBezTo>
                    <a:pt x="266" y="2510"/>
                    <a:pt x="277" y="2509"/>
                    <a:pt x="287" y="2508"/>
                  </a:cubicBezTo>
                  <a:lnTo>
                    <a:pt x="345" y="2508"/>
                  </a:lnTo>
                  <a:lnTo>
                    <a:pt x="345" y="1580"/>
                  </a:lnTo>
                  <a:cubicBezTo>
                    <a:pt x="325" y="1072"/>
                    <a:pt x="622" y="613"/>
                    <a:pt x="1091" y="422"/>
                  </a:cubicBezTo>
                  <a:lnTo>
                    <a:pt x="1952" y="87"/>
                  </a:lnTo>
                  <a:lnTo>
                    <a:pt x="1857"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2" name="Google Shape;10202;p63"/>
            <p:cNvSpPr/>
            <p:nvPr/>
          </p:nvSpPr>
          <p:spPr>
            <a:xfrm>
              <a:off x="5032825" y="3106861"/>
              <a:ext cx="79436" cy="56301"/>
            </a:xfrm>
            <a:custGeom>
              <a:avLst/>
              <a:gdLst/>
              <a:ahLst/>
              <a:cxnLst/>
              <a:rect l="l" t="t" r="r" b="b"/>
              <a:pathLst>
                <a:path w="3025" h="2144" extrusionOk="0">
                  <a:moveTo>
                    <a:pt x="2661" y="1847"/>
                  </a:moveTo>
                  <a:lnTo>
                    <a:pt x="2652" y="1857"/>
                  </a:lnTo>
                  <a:lnTo>
                    <a:pt x="2623" y="1876"/>
                  </a:lnTo>
                  <a:lnTo>
                    <a:pt x="2623" y="1876"/>
                  </a:lnTo>
                  <a:lnTo>
                    <a:pt x="2661" y="1847"/>
                  </a:lnTo>
                  <a:close/>
                  <a:moveTo>
                    <a:pt x="1455" y="0"/>
                  </a:moveTo>
                  <a:cubicBezTo>
                    <a:pt x="651" y="0"/>
                    <a:pt x="1" y="651"/>
                    <a:pt x="1" y="1455"/>
                  </a:cubicBezTo>
                  <a:lnTo>
                    <a:pt x="1" y="2144"/>
                  </a:lnTo>
                  <a:cubicBezTo>
                    <a:pt x="1" y="2144"/>
                    <a:pt x="326" y="2106"/>
                    <a:pt x="364" y="1943"/>
                  </a:cubicBezTo>
                  <a:cubicBezTo>
                    <a:pt x="383" y="1933"/>
                    <a:pt x="393" y="1914"/>
                    <a:pt x="403" y="1895"/>
                  </a:cubicBezTo>
                  <a:cubicBezTo>
                    <a:pt x="584" y="1895"/>
                    <a:pt x="1465" y="1886"/>
                    <a:pt x="1972" y="1273"/>
                  </a:cubicBezTo>
                  <a:cubicBezTo>
                    <a:pt x="2077" y="1570"/>
                    <a:pt x="2317" y="1799"/>
                    <a:pt x="2623" y="1886"/>
                  </a:cubicBezTo>
                  <a:cubicBezTo>
                    <a:pt x="2632" y="1905"/>
                    <a:pt x="2642" y="1924"/>
                    <a:pt x="2652" y="1943"/>
                  </a:cubicBezTo>
                  <a:cubicBezTo>
                    <a:pt x="2699" y="2106"/>
                    <a:pt x="3025" y="2134"/>
                    <a:pt x="3025" y="2134"/>
                  </a:cubicBezTo>
                  <a:lnTo>
                    <a:pt x="3025" y="1455"/>
                  </a:lnTo>
                  <a:cubicBezTo>
                    <a:pt x="3025" y="651"/>
                    <a:pt x="2374" y="0"/>
                    <a:pt x="157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3" name="Google Shape;10203;p63"/>
            <p:cNvSpPr/>
            <p:nvPr/>
          </p:nvSpPr>
          <p:spPr>
            <a:xfrm>
              <a:off x="5032825" y="3106861"/>
              <a:ext cx="43014" cy="56301"/>
            </a:xfrm>
            <a:custGeom>
              <a:avLst/>
              <a:gdLst/>
              <a:ahLst/>
              <a:cxnLst/>
              <a:rect l="l" t="t" r="r" b="b"/>
              <a:pathLst>
                <a:path w="1638" h="2144" extrusionOk="0">
                  <a:moveTo>
                    <a:pt x="1455" y="0"/>
                  </a:moveTo>
                  <a:cubicBezTo>
                    <a:pt x="651" y="0"/>
                    <a:pt x="1" y="651"/>
                    <a:pt x="1" y="1455"/>
                  </a:cubicBezTo>
                  <a:lnTo>
                    <a:pt x="1" y="2144"/>
                  </a:lnTo>
                  <a:cubicBezTo>
                    <a:pt x="87" y="2134"/>
                    <a:pt x="173" y="2106"/>
                    <a:pt x="249" y="2067"/>
                  </a:cubicBezTo>
                  <a:lnTo>
                    <a:pt x="249" y="1828"/>
                  </a:lnTo>
                  <a:lnTo>
                    <a:pt x="259" y="1838"/>
                  </a:lnTo>
                  <a:lnTo>
                    <a:pt x="259" y="1455"/>
                  </a:lnTo>
                  <a:cubicBezTo>
                    <a:pt x="259" y="680"/>
                    <a:pt x="862" y="38"/>
                    <a:pt x="163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4" name="Google Shape;10204;p63"/>
            <p:cNvSpPr/>
            <p:nvPr/>
          </p:nvSpPr>
          <p:spPr>
            <a:xfrm>
              <a:off x="5101442" y="3157385"/>
              <a:ext cx="17358" cy="23345"/>
            </a:xfrm>
            <a:custGeom>
              <a:avLst/>
              <a:gdLst/>
              <a:ahLst/>
              <a:cxnLst/>
              <a:rect l="l" t="t" r="r" b="b"/>
              <a:pathLst>
                <a:path w="661" h="889" extrusionOk="0">
                  <a:moveTo>
                    <a:pt x="183" y="0"/>
                  </a:moveTo>
                  <a:cubicBezTo>
                    <a:pt x="87" y="0"/>
                    <a:pt x="0" y="78"/>
                    <a:pt x="0" y="182"/>
                  </a:cubicBezTo>
                  <a:lnTo>
                    <a:pt x="0" y="708"/>
                  </a:lnTo>
                  <a:cubicBezTo>
                    <a:pt x="0" y="805"/>
                    <a:pt x="90" y="889"/>
                    <a:pt x="187" y="889"/>
                  </a:cubicBezTo>
                  <a:cubicBezTo>
                    <a:pt x="204" y="889"/>
                    <a:pt x="222" y="886"/>
                    <a:pt x="240" y="880"/>
                  </a:cubicBezTo>
                  <a:cubicBezTo>
                    <a:pt x="278" y="871"/>
                    <a:pt x="307" y="852"/>
                    <a:pt x="345" y="832"/>
                  </a:cubicBezTo>
                  <a:cubicBezTo>
                    <a:pt x="374" y="804"/>
                    <a:pt x="412" y="775"/>
                    <a:pt x="450" y="746"/>
                  </a:cubicBezTo>
                  <a:cubicBezTo>
                    <a:pt x="661" y="497"/>
                    <a:pt x="555" y="105"/>
                    <a:pt x="240" y="9"/>
                  </a:cubicBezTo>
                  <a:cubicBezTo>
                    <a:pt x="221" y="3"/>
                    <a:pt x="202" y="0"/>
                    <a:pt x="183"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5" name="Google Shape;10205;p63"/>
            <p:cNvSpPr/>
            <p:nvPr/>
          </p:nvSpPr>
          <p:spPr>
            <a:xfrm>
              <a:off x="5026286" y="3157359"/>
              <a:ext cx="17620" cy="23371"/>
            </a:xfrm>
            <a:custGeom>
              <a:avLst/>
              <a:gdLst/>
              <a:ahLst/>
              <a:cxnLst/>
              <a:rect l="l" t="t" r="r" b="b"/>
              <a:pathLst>
                <a:path w="671" h="890" extrusionOk="0">
                  <a:moveTo>
                    <a:pt x="484" y="1"/>
                  </a:moveTo>
                  <a:cubicBezTo>
                    <a:pt x="466" y="1"/>
                    <a:pt x="447" y="4"/>
                    <a:pt x="431" y="10"/>
                  </a:cubicBezTo>
                  <a:cubicBezTo>
                    <a:pt x="1" y="144"/>
                    <a:pt x="1" y="747"/>
                    <a:pt x="431" y="881"/>
                  </a:cubicBezTo>
                  <a:cubicBezTo>
                    <a:pt x="449" y="887"/>
                    <a:pt x="467" y="890"/>
                    <a:pt x="484" y="890"/>
                  </a:cubicBezTo>
                  <a:cubicBezTo>
                    <a:pt x="581" y="890"/>
                    <a:pt x="671" y="805"/>
                    <a:pt x="671" y="699"/>
                  </a:cubicBezTo>
                  <a:lnTo>
                    <a:pt x="671" y="183"/>
                  </a:lnTo>
                  <a:cubicBezTo>
                    <a:pt x="661" y="125"/>
                    <a:pt x="632" y="68"/>
                    <a:pt x="594" y="39"/>
                  </a:cubicBezTo>
                  <a:cubicBezTo>
                    <a:pt x="562" y="14"/>
                    <a:pt x="522" y="1"/>
                    <a:pt x="484"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6" name="Google Shape;10206;p63"/>
            <p:cNvSpPr/>
            <p:nvPr/>
          </p:nvSpPr>
          <p:spPr>
            <a:xfrm>
              <a:off x="5057956" y="3198272"/>
              <a:ext cx="29175" cy="33271"/>
            </a:xfrm>
            <a:custGeom>
              <a:avLst/>
              <a:gdLst/>
              <a:ahLst/>
              <a:cxnLst/>
              <a:rect l="l" t="t" r="r" b="b"/>
              <a:pathLst>
                <a:path w="1111" h="1267" extrusionOk="0">
                  <a:moveTo>
                    <a:pt x="198" y="0"/>
                  </a:moveTo>
                  <a:cubicBezTo>
                    <a:pt x="95" y="0"/>
                    <a:pt x="1" y="81"/>
                    <a:pt x="1" y="185"/>
                  </a:cubicBezTo>
                  <a:lnTo>
                    <a:pt x="1" y="721"/>
                  </a:lnTo>
                  <a:cubicBezTo>
                    <a:pt x="1" y="768"/>
                    <a:pt x="20" y="826"/>
                    <a:pt x="58" y="864"/>
                  </a:cubicBezTo>
                  <a:lnTo>
                    <a:pt x="422" y="1218"/>
                  </a:lnTo>
                  <a:cubicBezTo>
                    <a:pt x="460" y="1247"/>
                    <a:pt x="508" y="1266"/>
                    <a:pt x="556" y="1266"/>
                  </a:cubicBezTo>
                  <a:cubicBezTo>
                    <a:pt x="604" y="1266"/>
                    <a:pt x="651" y="1247"/>
                    <a:pt x="680" y="1218"/>
                  </a:cubicBezTo>
                  <a:lnTo>
                    <a:pt x="1063" y="816"/>
                  </a:lnTo>
                  <a:cubicBezTo>
                    <a:pt x="1092" y="788"/>
                    <a:pt x="1111" y="740"/>
                    <a:pt x="1111" y="692"/>
                  </a:cubicBezTo>
                  <a:lnTo>
                    <a:pt x="1111" y="194"/>
                  </a:lnTo>
                  <a:cubicBezTo>
                    <a:pt x="1111" y="137"/>
                    <a:pt x="1092" y="89"/>
                    <a:pt x="1063" y="60"/>
                  </a:cubicBezTo>
                  <a:cubicBezTo>
                    <a:pt x="1025" y="22"/>
                    <a:pt x="977" y="3"/>
                    <a:pt x="919" y="3"/>
                  </a:cubicBezTo>
                  <a:lnTo>
                    <a:pt x="881" y="3"/>
                  </a:lnTo>
                  <a:cubicBezTo>
                    <a:pt x="814" y="22"/>
                    <a:pt x="738" y="31"/>
                    <a:pt x="671" y="31"/>
                  </a:cubicBezTo>
                  <a:lnTo>
                    <a:pt x="450" y="31"/>
                  </a:lnTo>
                  <a:cubicBezTo>
                    <a:pt x="374" y="31"/>
                    <a:pt x="297" y="22"/>
                    <a:pt x="230" y="3"/>
                  </a:cubicBezTo>
                  <a:cubicBezTo>
                    <a:pt x="220" y="1"/>
                    <a:pt x="209" y="0"/>
                    <a:pt x="198"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7" name="Google Shape;10207;p63"/>
            <p:cNvSpPr/>
            <p:nvPr/>
          </p:nvSpPr>
          <p:spPr>
            <a:xfrm>
              <a:off x="5057956" y="3198508"/>
              <a:ext cx="17883" cy="33350"/>
            </a:xfrm>
            <a:custGeom>
              <a:avLst/>
              <a:gdLst/>
              <a:ahLst/>
              <a:cxnLst/>
              <a:rect l="l" t="t" r="r" b="b"/>
              <a:pathLst>
                <a:path w="681" h="1270" extrusionOk="0">
                  <a:moveTo>
                    <a:pt x="189" y="1"/>
                  </a:moveTo>
                  <a:cubicBezTo>
                    <a:pt x="87" y="1"/>
                    <a:pt x="1" y="81"/>
                    <a:pt x="1" y="185"/>
                  </a:cubicBezTo>
                  <a:lnTo>
                    <a:pt x="1" y="721"/>
                  </a:lnTo>
                  <a:cubicBezTo>
                    <a:pt x="1" y="769"/>
                    <a:pt x="20" y="826"/>
                    <a:pt x="58" y="865"/>
                  </a:cubicBezTo>
                  <a:lnTo>
                    <a:pt x="422" y="1219"/>
                  </a:lnTo>
                  <a:cubicBezTo>
                    <a:pt x="453" y="1250"/>
                    <a:pt x="492" y="1269"/>
                    <a:pt x="531" y="1269"/>
                  </a:cubicBezTo>
                  <a:cubicBezTo>
                    <a:pt x="539" y="1269"/>
                    <a:pt x="548" y="1268"/>
                    <a:pt x="556" y="1267"/>
                  </a:cubicBezTo>
                  <a:cubicBezTo>
                    <a:pt x="604" y="1267"/>
                    <a:pt x="651" y="1247"/>
                    <a:pt x="680" y="1219"/>
                  </a:cubicBezTo>
                  <a:cubicBezTo>
                    <a:pt x="642" y="1209"/>
                    <a:pt x="613" y="1190"/>
                    <a:pt x="594" y="1161"/>
                  </a:cubicBezTo>
                  <a:lnTo>
                    <a:pt x="221" y="798"/>
                  </a:lnTo>
                  <a:cubicBezTo>
                    <a:pt x="183" y="759"/>
                    <a:pt x="163" y="712"/>
                    <a:pt x="163" y="664"/>
                  </a:cubicBezTo>
                  <a:lnTo>
                    <a:pt x="163" y="128"/>
                  </a:lnTo>
                  <a:cubicBezTo>
                    <a:pt x="163" y="80"/>
                    <a:pt x="183" y="42"/>
                    <a:pt x="221" y="3"/>
                  </a:cubicBezTo>
                  <a:cubicBezTo>
                    <a:pt x="210" y="2"/>
                    <a:pt x="199" y="1"/>
                    <a:pt x="189"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8" name="Google Shape;10208;p63"/>
            <p:cNvSpPr/>
            <p:nvPr/>
          </p:nvSpPr>
          <p:spPr>
            <a:xfrm>
              <a:off x="5041386" y="3139844"/>
              <a:ext cx="62341" cy="66805"/>
            </a:xfrm>
            <a:custGeom>
              <a:avLst/>
              <a:gdLst/>
              <a:ahLst/>
              <a:cxnLst/>
              <a:rect l="l" t="t" r="r" b="b"/>
              <a:pathLst>
                <a:path w="2374" h="2544" extrusionOk="0">
                  <a:moveTo>
                    <a:pt x="1648" y="0"/>
                  </a:moveTo>
                  <a:cubicBezTo>
                    <a:pt x="1633" y="0"/>
                    <a:pt x="1619" y="6"/>
                    <a:pt x="1608" y="17"/>
                  </a:cubicBezTo>
                  <a:cubicBezTo>
                    <a:pt x="1349" y="208"/>
                    <a:pt x="1053" y="352"/>
                    <a:pt x="747" y="438"/>
                  </a:cubicBezTo>
                  <a:cubicBezTo>
                    <a:pt x="651" y="467"/>
                    <a:pt x="555" y="486"/>
                    <a:pt x="459" y="505"/>
                  </a:cubicBezTo>
                  <a:cubicBezTo>
                    <a:pt x="364" y="524"/>
                    <a:pt x="268" y="534"/>
                    <a:pt x="172" y="543"/>
                  </a:cubicBezTo>
                  <a:cubicBezTo>
                    <a:pt x="77" y="543"/>
                    <a:pt x="0" y="630"/>
                    <a:pt x="0" y="725"/>
                  </a:cubicBezTo>
                  <a:lnTo>
                    <a:pt x="0" y="1472"/>
                  </a:lnTo>
                  <a:cubicBezTo>
                    <a:pt x="0" y="2065"/>
                    <a:pt x="479" y="2544"/>
                    <a:pt x="1072" y="2544"/>
                  </a:cubicBezTo>
                  <a:lnTo>
                    <a:pt x="1302" y="2544"/>
                  </a:lnTo>
                  <a:cubicBezTo>
                    <a:pt x="1895" y="2544"/>
                    <a:pt x="2373" y="2065"/>
                    <a:pt x="2373" y="1472"/>
                  </a:cubicBezTo>
                  <a:lnTo>
                    <a:pt x="2373" y="697"/>
                  </a:lnTo>
                  <a:cubicBezTo>
                    <a:pt x="2373" y="620"/>
                    <a:pt x="2326" y="553"/>
                    <a:pt x="2259" y="524"/>
                  </a:cubicBezTo>
                  <a:cubicBezTo>
                    <a:pt x="2239" y="515"/>
                    <a:pt x="2220" y="505"/>
                    <a:pt x="2201" y="496"/>
                  </a:cubicBezTo>
                  <a:cubicBezTo>
                    <a:pt x="1991" y="409"/>
                    <a:pt x="1818" y="256"/>
                    <a:pt x="1713" y="55"/>
                  </a:cubicBezTo>
                  <a:lnTo>
                    <a:pt x="1704" y="36"/>
                  </a:lnTo>
                  <a:cubicBezTo>
                    <a:pt x="1692" y="13"/>
                    <a:pt x="1670" y="0"/>
                    <a:pt x="1648"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09" name="Google Shape;10209;p63"/>
            <p:cNvSpPr/>
            <p:nvPr/>
          </p:nvSpPr>
          <p:spPr>
            <a:xfrm>
              <a:off x="5041386" y="3139844"/>
              <a:ext cx="45246" cy="67068"/>
            </a:xfrm>
            <a:custGeom>
              <a:avLst/>
              <a:gdLst/>
              <a:ahLst/>
              <a:cxnLst/>
              <a:rect l="l" t="t" r="r" b="b"/>
              <a:pathLst>
                <a:path w="1723" h="2554" extrusionOk="0">
                  <a:moveTo>
                    <a:pt x="1648" y="0"/>
                  </a:moveTo>
                  <a:cubicBezTo>
                    <a:pt x="1633" y="0"/>
                    <a:pt x="1619" y="6"/>
                    <a:pt x="1608" y="17"/>
                  </a:cubicBezTo>
                  <a:cubicBezTo>
                    <a:pt x="1349" y="208"/>
                    <a:pt x="1053" y="352"/>
                    <a:pt x="747" y="438"/>
                  </a:cubicBezTo>
                  <a:cubicBezTo>
                    <a:pt x="651" y="467"/>
                    <a:pt x="555" y="486"/>
                    <a:pt x="459" y="505"/>
                  </a:cubicBezTo>
                  <a:cubicBezTo>
                    <a:pt x="364" y="524"/>
                    <a:pt x="268" y="534"/>
                    <a:pt x="172" y="543"/>
                  </a:cubicBezTo>
                  <a:cubicBezTo>
                    <a:pt x="67" y="553"/>
                    <a:pt x="0" y="630"/>
                    <a:pt x="0" y="725"/>
                  </a:cubicBezTo>
                  <a:lnTo>
                    <a:pt x="0" y="1472"/>
                  </a:lnTo>
                  <a:cubicBezTo>
                    <a:pt x="0" y="2065"/>
                    <a:pt x="479" y="2553"/>
                    <a:pt x="1072" y="2553"/>
                  </a:cubicBezTo>
                  <a:lnTo>
                    <a:pt x="1292" y="2553"/>
                  </a:lnTo>
                  <a:cubicBezTo>
                    <a:pt x="699" y="2553"/>
                    <a:pt x="220" y="2065"/>
                    <a:pt x="220" y="1472"/>
                  </a:cubicBezTo>
                  <a:lnTo>
                    <a:pt x="220" y="725"/>
                  </a:lnTo>
                  <a:cubicBezTo>
                    <a:pt x="220" y="630"/>
                    <a:pt x="287" y="553"/>
                    <a:pt x="392" y="543"/>
                  </a:cubicBezTo>
                  <a:cubicBezTo>
                    <a:pt x="488" y="534"/>
                    <a:pt x="584" y="524"/>
                    <a:pt x="680" y="505"/>
                  </a:cubicBezTo>
                  <a:cubicBezTo>
                    <a:pt x="775" y="486"/>
                    <a:pt x="871" y="467"/>
                    <a:pt x="967" y="438"/>
                  </a:cubicBezTo>
                  <a:cubicBezTo>
                    <a:pt x="1235" y="362"/>
                    <a:pt x="1493" y="247"/>
                    <a:pt x="1723" y="84"/>
                  </a:cubicBezTo>
                  <a:lnTo>
                    <a:pt x="1713" y="55"/>
                  </a:lnTo>
                  <a:lnTo>
                    <a:pt x="1704" y="36"/>
                  </a:lnTo>
                  <a:cubicBezTo>
                    <a:pt x="1692" y="13"/>
                    <a:pt x="1670" y="0"/>
                    <a:pt x="1648"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210" name="Google Shape;10210;p63"/>
          <p:cNvSpPr/>
          <p:nvPr/>
        </p:nvSpPr>
        <p:spPr>
          <a:xfrm>
            <a:off x="5906557" y="2735295"/>
            <a:ext cx="50288" cy="25157"/>
          </a:xfrm>
          <a:custGeom>
            <a:avLst/>
            <a:gdLst/>
            <a:ahLst/>
            <a:cxnLst/>
            <a:rect l="l" t="t" r="r" b="b"/>
            <a:pathLst>
              <a:path w="1915" h="958" extrusionOk="0">
                <a:moveTo>
                  <a:pt x="719" y="1"/>
                </a:moveTo>
                <a:cubicBezTo>
                  <a:pt x="326" y="1"/>
                  <a:pt x="1" y="317"/>
                  <a:pt x="1" y="719"/>
                </a:cubicBezTo>
                <a:cubicBezTo>
                  <a:pt x="1" y="719"/>
                  <a:pt x="719" y="958"/>
                  <a:pt x="1915" y="958"/>
                </a:cubicBezTo>
                <a:lnTo>
                  <a:pt x="1915" y="719"/>
                </a:lnTo>
                <a:cubicBezTo>
                  <a:pt x="1915" y="317"/>
                  <a:pt x="1590" y="1"/>
                  <a:pt x="1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1" name="Google Shape;10211;p63"/>
          <p:cNvSpPr/>
          <p:nvPr/>
        </p:nvSpPr>
        <p:spPr>
          <a:xfrm>
            <a:off x="5906557" y="2735295"/>
            <a:ext cx="34716" cy="22899"/>
          </a:xfrm>
          <a:custGeom>
            <a:avLst/>
            <a:gdLst/>
            <a:ahLst/>
            <a:cxnLst/>
            <a:rect l="l" t="t" r="r" b="b"/>
            <a:pathLst>
              <a:path w="1322" h="872" extrusionOk="0">
                <a:moveTo>
                  <a:pt x="719" y="1"/>
                </a:moveTo>
                <a:cubicBezTo>
                  <a:pt x="326" y="1"/>
                  <a:pt x="1" y="317"/>
                  <a:pt x="1" y="719"/>
                </a:cubicBezTo>
                <a:cubicBezTo>
                  <a:pt x="240" y="786"/>
                  <a:pt x="479" y="834"/>
                  <a:pt x="719" y="872"/>
                </a:cubicBezTo>
                <a:lnTo>
                  <a:pt x="719" y="719"/>
                </a:lnTo>
                <a:cubicBezTo>
                  <a:pt x="719" y="365"/>
                  <a:pt x="967" y="68"/>
                  <a:pt x="1322" y="11"/>
                </a:cubicBezTo>
                <a:cubicBezTo>
                  <a:pt x="1274" y="1"/>
                  <a:pt x="1235" y="1"/>
                  <a:pt x="1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2" name="Google Shape;10212;p63"/>
          <p:cNvSpPr/>
          <p:nvPr/>
        </p:nvSpPr>
        <p:spPr>
          <a:xfrm>
            <a:off x="5793482" y="2992906"/>
            <a:ext cx="28177" cy="75681"/>
          </a:xfrm>
          <a:custGeom>
            <a:avLst/>
            <a:gdLst/>
            <a:ahLst/>
            <a:cxnLst/>
            <a:rect l="l" t="t" r="r" b="b"/>
            <a:pathLst>
              <a:path w="1073" h="2882" extrusionOk="0">
                <a:moveTo>
                  <a:pt x="718" y="0"/>
                </a:moveTo>
                <a:cubicBezTo>
                  <a:pt x="316" y="0"/>
                  <a:pt x="0" y="326"/>
                  <a:pt x="0" y="718"/>
                </a:cubicBezTo>
                <a:lnTo>
                  <a:pt x="0" y="1513"/>
                </a:lnTo>
                <a:cubicBezTo>
                  <a:pt x="10" y="1752"/>
                  <a:pt x="96" y="1972"/>
                  <a:pt x="239" y="2163"/>
                </a:cubicBezTo>
                <a:cubicBezTo>
                  <a:pt x="393" y="2336"/>
                  <a:pt x="479" y="2565"/>
                  <a:pt x="479" y="2805"/>
                </a:cubicBezTo>
                <a:lnTo>
                  <a:pt x="479" y="2881"/>
                </a:lnTo>
                <a:lnTo>
                  <a:pt x="957" y="2881"/>
                </a:lnTo>
                <a:lnTo>
                  <a:pt x="957" y="2805"/>
                </a:lnTo>
                <a:cubicBezTo>
                  <a:pt x="957" y="2584"/>
                  <a:pt x="919" y="2364"/>
                  <a:pt x="833" y="2163"/>
                </a:cubicBezTo>
                <a:cubicBezTo>
                  <a:pt x="756" y="1953"/>
                  <a:pt x="718" y="1733"/>
                  <a:pt x="718" y="1513"/>
                </a:cubicBezTo>
                <a:lnTo>
                  <a:pt x="718" y="718"/>
                </a:lnTo>
                <a:cubicBezTo>
                  <a:pt x="718" y="326"/>
                  <a:pt x="881" y="0"/>
                  <a:pt x="107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3" name="Google Shape;10213;p63"/>
          <p:cNvSpPr/>
          <p:nvPr/>
        </p:nvSpPr>
        <p:spPr>
          <a:xfrm>
            <a:off x="5793219" y="2993168"/>
            <a:ext cx="28440" cy="56065"/>
          </a:xfrm>
          <a:custGeom>
            <a:avLst/>
            <a:gdLst/>
            <a:ahLst/>
            <a:cxnLst/>
            <a:rect l="l" t="t" r="r" b="b"/>
            <a:pathLst>
              <a:path w="1083" h="2135" extrusionOk="0">
                <a:moveTo>
                  <a:pt x="718" y="0"/>
                </a:moveTo>
                <a:cubicBezTo>
                  <a:pt x="326" y="0"/>
                  <a:pt x="1" y="316"/>
                  <a:pt x="1" y="718"/>
                </a:cubicBezTo>
                <a:lnTo>
                  <a:pt x="1" y="1196"/>
                </a:lnTo>
                <a:cubicBezTo>
                  <a:pt x="1" y="1675"/>
                  <a:pt x="364" y="2077"/>
                  <a:pt x="843" y="2134"/>
                </a:cubicBezTo>
                <a:cubicBezTo>
                  <a:pt x="766" y="1933"/>
                  <a:pt x="728" y="1723"/>
                  <a:pt x="718" y="1503"/>
                </a:cubicBezTo>
                <a:lnTo>
                  <a:pt x="718" y="718"/>
                </a:lnTo>
                <a:cubicBezTo>
                  <a:pt x="718" y="316"/>
                  <a:pt x="881" y="0"/>
                  <a:pt x="108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4" name="Google Shape;10214;p63"/>
          <p:cNvSpPr/>
          <p:nvPr/>
        </p:nvSpPr>
        <p:spPr>
          <a:xfrm>
            <a:off x="5774627" y="3076596"/>
            <a:ext cx="18881" cy="48528"/>
          </a:xfrm>
          <a:custGeom>
            <a:avLst/>
            <a:gdLst/>
            <a:ahLst/>
            <a:cxnLst/>
            <a:rect l="l" t="t" r="r" b="b"/>
            <a:pathLst>
              <a:path w="719" h="1848" extrusionOk="0">
                <a:moveTo>
                  <a:pt x="134" y="0"/>
                </a:moveTo>
                <a:cubicBezTo>
                  <a:pt x="48" y="125"/>
                  <a:pt x="0" y="268"/>
                  <a:pt x="0" y="421"/>
                </a:cubicBezTo>
                <a:lnTo>
                  <a:pt x="0" y="1608"/>
                </a:lnTo>
                <a:cubicBezTo>
                  <a:pt x="0" y="1742"/>
                  <a:pt x="106" y="1847"/>
                  <a:pt x="240" y="1847"/>
                </a:cubicBezTo>
                <a:lnTo>
                  <a:pt x="718" y="1847"/>
                </a:lnTo>
                <a:lnTo>
                  <a:pt x="718" y="670"/>
                </a:lnTo>
                <a:cubicBezTo>
                  <a:pt x="718" y="517"/>
                  <a:pt x="642" y="374"/>
                  <a:pt x="527" y="287"/>
                </a:cubicBezTo>
                <a:lnTo>
                  <a:pt x="134"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215" name="Google Shape;10215;p63"/>
          <p:cNvGrpSpPr/>
          <p:nvPr/>
        </p:nvGrpSpPr>
        <p:grpSpPr>
          <a:xfrm>
            <a:off x="5774627" y="2735295"/>
            <a:ext cx="314411" cy="389830"/>
            <a:chOff x="5779239" y="2887695"/>
            <a:chExt cx="314411" cy="389830"/>
          </a:xfrm>
        </p:grpSpPr>
        <p:sp>
          <p:nvSpPr>
            <p:cNvPr id="10216" name="Google Shape;10216;p63"/>
            <p:cNvSpPr/>
            <p:nvPr/>
          </p:nvSpPr>
          <p:spPr>
            <a:xfrm>
              <a:off x="5898617" y="2937957"/>
              <a:ext cx="75419" cy="62866"/>
            </a:xfrm>
            <a:custGeom>
              <a:avLst/>
              <a:gdLst/>
              <a:ahLst/>
              <a:cxnLst/>
              <a:rect l="l" t="t" r="r" b="b"/>
              <a:pathLst>
                <a:path w="2872" h="2394" extrusionOk="0">
                  <a:moveTo>
                    <a:pt x="957" y="1"/>
                  </a:moveTo>
                  <a:lnTo>
                    <a:pt x="957" y="480"/>
                  </a:lnTo>
                  <a:cubicBezTo>
                    <a:pt x="957" y="566"/>
                    <a:pt x="910" y="652"/>
                    <a:pt x="823" y="690"/>
                  </a:cubicBezTo>
                  <a:lnTo>
                    <a:pt x="268" y="977"/>
                  </a:lnTo>
                  <a:cubicBezTo>
                    <a:pt x="106" y="1054"/>
                    <a:pt x="0" y="1216"/>
                    <a:pt x="0" y="1398"/>
                  </a:cubicBezTo>
                  <a:lnTo>
                    <a:pt x="0" y="2394"/>
                  </a:lnTo>
                  <a:lnTo>
                    <a:pt x="2871" y="2394"/>
                  </a:lnTo>
                  <a:lnTo>
                    <a:pt x="2871" y="1398"/>
                  </a:lnTo>
                  <a:cubicBezTo>
                    <a:pt x="2871" y="1216"/>
                    <a:pt x="2766" y="1054"/>
                    <a:pt x="2613" y="977"/>
                  </a:cubicBezTo>
                  <a:lnTo>
                    <a:pt x="2048" y="690"/>
                  </a:lnTo>
                  <a:cubicBezTo>
                    <a:pt x="1962" y="652"/>
                    <a:pt x="1914" y="566"/>
                    <a:pt x="1914" y="480"/>
                  </a:cubicBezTo>
                  <a:lnTo>
                    <a:pt x="1914"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7" name="Google Shape;10217;p63"/>
            <p:cNvSpPr/>
            <p:nvPr/>
          </p:nvSpPr>
          <p:spPr>
            <a:xfrm>
              <a:off x="5922488" y="2937957"/>
              <a:ext cx="27678" cy="18750"/>
            </a:xfrm>
            <a:custGeom>
              <a:avLst/>
              <a:gdLst/>
              <a:ahLst/>
              <a:cxnLst/>
              <a:rect l="l" t="t" r="r" b="b"/>
              <a:pathLst>
                <a:path w="1054" h="714" extrusionOk="0">
                  <a:moveTo>
                    <a:pt x="48" y="1"/>
                  </a:moveTo>
                  <a:lnTo>
                    <a:pt x="48" y="480"/>
                  </a:lnTo>
                  <a:cubicBezTo>
                    <a:pt x="48" y="527"/>
                    <a:pt x="29" y="575"/>
                    <a:pt x="1" y="613"/>
                  </a:cubicBezTo>
                  <a:cubicBezTo>
                    <a:pt x="168" y="680"/>
                    <a:pt x="347" y="714"/>
                    <a:pt x="527" y="714"/>
                  </a:cubicBezTo>
                  <a:cubicBezTo>
                    <a:pt x="706" y="714"/>
                    <a:pt x="886" y="680"/>
                    <a:pt x="1053" y="613"/>
                  </a:cubicBezTo>
                  <a:cubicBezTo>
                    <a:pt x="1025" y="575"/>
                    <a:pt x="1005" y="527"/>
                    <a:pt x="1005" y="480"/>
                  </a:cubicBezTo>
                  <a:lnTo>
                    <a:pt x="1005"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8" name="Google Shape;10218;p63"/>
            <p:cNvSpPr/>
            <p:nvPr/>
          </p:nvSpPr>
          <p:spPr>
            <a:xfrm>
              <a:off x="5898617" y="2957836"/>
              <a:ext cx="75419" cy="42988"/>
            </a:xfrm>
            <a:custGeom>
              <a:avLst/>
              <a:gdLst/>
              <a:ahLst/>
              <a:cxnLst/>
              <a:rect l="l" t="t" r="r" b="b"/>
              <a:pathLst>
                <a:path w="2872" h="1637" extrusionOk="0">
                  <a:moveTo>
                    <a:pt x="699" y="0"/>
                  </a:moveTo>
                  <a:lnTo>
                    <a:pt x="268" y="220"/>
                  </a:lnTo>
                  <a:cubicBezTo>
                    <a:pt x="106" y="297"/>
                    <a:pt x="0" y="459"/>
                    <a:pt x="0" y="641"/>
                  </a:cubicBezTo>
                  <a:lnTo>
                    <a:pt x="0" y="1637"/>
                  </a:lnTo>
                  <a:lnTo>
                    <a:pt x="2871" y="1637"/>
                  </a:lnTo>
                  <a:lnTo>
                    <a:pt x="2871" y="641"/>
                  </a:lnTo>
                  <a:cubicBezTo>
                    <a:pt x="2871" y="459"/>
                    <a:pt x="2766" y="297"/>
                    <a:pt x="2613" y="220"/>
                  </a:cubicBezTo>
                  <a:lnTo>
                    <a:pt x="2173" y="0"/>
                  </a:lnTo>
                  <a:cubicBezTo>
                    <a:pt x="1981" y="230"/>
                    <a:pt x="1709" y="345"/>
                    <a:pt x="1436" y="345"/>
                  </a:cubicBezTo>
                  <a:cubicBezTo>
                    <a:pt x="1163" y="345"/>
                    <a:pt x="890" y="230"/>
                    <a:pt x="699"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19" name="Google Shape;10219;p63"/>
            <p:cNvSpPr/>
            <p:nvPr/>
          </p:nvSpPr>
          <p:spPr>
            <a:xfrm>
              <a:off x="5898617" y="2968891"/>
              <a:ext cx="18881" cy="31932"/>
            </a:xfrm>
            <a:custGeom>
              <a:avLst/>
              <a:gdLst/>
              <a:ahLst/>
              <a:cxnLst/>
              <a:rect l="l" t="t" r="r" b="b"/>
              <a:pathLst>
                <a:path w="719" h="1216" extrusionOk="0">
                  <a:moveTo>
                    <a:pt x="58" y="0"/>
                  </a:moveTo>
                  <a:cubicBezTo>
                    <a:pt x="19" y="67"/>
                    <a:pt x="0" y="144"/>
                    <a:pt x="0" y="220"/>
                  </a:cubicBezTo>
                  <a:lnTo>
                    <a:pt x="0" y="1216"/>
                  </a:lnTo>
                  <a:lnTo>
                    <a:pt x="718" y="1216"/>
                  </a:lnTo>
                  <a:lnTo>
                    <a:pt x="718" y="737"/>
                  </a:lnTo>
                  <a:cubicBezTo>
                    <a:pt x="718" y="584"/>
                    <a:pt x="651" y="440"/>
                    <a:pt x="527" y="354"/>
                  </a:cubicBezTo>
                  <a:lnTo>
                    <a:pt x="58" y="0"/>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0" name="Google Shape;10220;p63"/>
            <p:cNvSpPr/>
            <p:nvPr/>
          </p:nvSpPr>
          <p:spPr>
            <a:xfrm>
              <a:off x="5955155" y="2968891"/>
              <a:ext cx="18881" cy="31932"/>
            </a:xfrm>
            <a:custGeom>
              <a:avLst/>
              <a:gdLst/>
              <a:ahLst/>
              <a:cxnLst/>
              <a:rect l="l" t="t" r="r" b="b"/>
              <a:pathLst>
                <a:path w="719" h="1216" extrusionOk="0">
                  <a:moveTo>
                    <a:pt x="661" y="0"/>
                  </a:moveTo>
                  <a:lnTo>
                    <a:pt x="192" y="354"/>
                  </a:lnTo>
                  <a:cubicBezTo>
                    <a:pt x="77" y="440"/>
                    <a:pt x="1" y="584"/>
                    <a:pt x="1" y="737"/>
                  </a:cubicBezTo>
                  <a:lnTo>
                    <a:pt x="1" y="1216"/>
                  </a:lnTo>
                  <a:lnTo>
                    <a:pt x="718" y="1216"/>
                  </a:lnTo>
                  <a:lnTo>
                    <a:pt x="718" y="220"/>
                  </a:lnTo>
                  <a:cubicBezTo>
                    <a:pt x="718" y="144"/>
                    <a:pt x="699" y="67"/>
                    <a:pt x="661" y="0"/>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1" name="Google Shape;10221;p63"/>
            <p:cNvSpPr/>
            <p:nvPr/>
          </p:nvSpPr>
          <p:spPr>
            <a:xfrm>
              <a:off x="5911170" y="2887695"/>
              <a:ext cx="50288" cy="56590"/>
            </a:xfrm>
            <a:custGeom>
              <a:avLst/>
              <a:gdLst/>
              <a:ahLst/>
              <a:cxnLst/>
              <a:rect l="l" t="t" r="r" b="b"/>
              <a:pathLst>
                <a:path w="1915" h="2155" extrusionOk="0">
                  <a:moveTo>
                    <a:pt x="719" y="1"/>
                  </a:moveTo>
                  <a:cubicBezTo>
                    <a:pt x="326" y="1"/>
                    <a:pt x="1" y="317"/>
                    <a:pt x="1" y="719"/>
                  </a:cubicBezTo>
                  <a:lnTo>
                    <a:pt x="1" y="1197"/>
                  </a:lnTo>
                  <a:cubicBezTo>
                    <a:pt x="1" y="1724"/>
                    <a:pt x="432" y="2154"/>
                    <a:pt x="958" y="2154"/>
                  </a:cubicBezTo>
                  <a:cubicBezTo>
                    <a:pt x="1484" y="2154"/>
                    <a:pt x="1915" y="1724"/>
                    <a:pt x="1915" y="1197"/>
                  </a:cubicBezTo>
                  <a:lnTo>
                    <a:pt x="1915" y="719"/>
                  </a:lnTo>
                  <a:cubicBezTo>
                    <a:pt x="1915" y="317"/>
                    <a:pt x="1599" y="1"/>
                    <a:pt x="11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2" name="Google Shape;10222;p63"/>
            <p:cNvSpPr/>
            <p:nvPr/>
          </p:nvSpPr>
          <p:spPr>
            <a:xfrm>
              <a:off x="5911170" y="2887695"/>
              <a:ext cx="34716" cy="56485"/>
            </a:xfrm>
            <a:custGeom>
              <a:avLst/>
              <a:gdLst/>
              <a:ahLst/>
              <a:cxnLst/>
              <a:rect l="l" t="t" r="r" b="b"/>
              <a:pathLst>
                <a:path w="1322" h="2151" extrusionOk="0">
                  <a:moveTo>
                    <a:pt x="719" y="1"/>
                  </a:moveTo>
                  <a:cubicBezTo>
                    <a:pt x="326" y="1"/>
                    <a:pt x="1" y="317"/>
                    <a:pt x="1" y="719"/>
                  </a:cubicBezTo>
                  <a:lnTo>
                    <a:pt x="1" y="1197"/>
                  </a:lnTo>
                  <a:cubicBezTo>
                    <a:pt x="1" y="1746"/>
                    <a:pt x="450" y="2151"/>
                    <a:pt x="955" y="2151"/>
                  </a:cubicBezTo>
                  <a:cubicBezTo>
                    <a:pt x="1076" y="2151"/>
                    <a:pt x="1200" y="2128"/>
                    <a:pt x="1322" y="2078"/>
                  </a:cubicBezTo>
                  <a:cubicBezTo>
                    <a:pt x="958" y="1934"/>
                    <a:pt x="719" y="1580"/>
                    <a:pt x="719" y="1197"/>
                  </a:cubicBezTo>
                  <a:lnTo>
                    <a:pt x="719" y="719"/>
                  </a:lnTo>
                  <a:cubicBezTo>
                    <a:pt x="719" y="365"/>
                    <a:pt x="967" y="68"/>
                    <a:pt x="1322" y="11"/>
                  </a:cubicBezTo>
                  <a:cubicBezTo>
                    <a:pt x="1274" y="1"/>
                    <a:pt x="1235" y="1"/>
                    <a:pt x="1197"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3" name="Google Shape;10223;p63"/>
            <p:cNvSpPr/>
            <p:nvPr/>
          </p:nvSpPr>
          <p:spPr>
            <a:xfrm>
              <a:off x="5892341" y="3013375"/>
              <a:ext cx="87971" cy="150811"/>
            </a:xfrm>
            <a:custGeom>
              <a:avLst/>
              <a:gdLst/>
              <a:ahLst/>
              <a:cxnLst/>
              <a:rect l="l" t="t" r="r" b="b"/>
              <a:pathLst>
                <a:path w="3350" h="5743" extrusionOk="0">
                  <a:moveTo>
                    <a:pt x="0" y="0"/>
                  </a:moveTo>
                  <a:lnTo>
                    <a:pt x="0" y="5742"/>
                  </a:lnTo>
                  <a:lnTo>
                    <a:pt x="3350" y="5742"/>
                  </a:lnTo>
                  <a:lnTo>
                    <a:pt x="3350"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4" name="Google Shape;10224;p63"/>
            <p:cNvSpPr/>
            <p:nvPr/>
          </p:nvSpPr>
          <p:spPr>
            <a:xfrm>
              <a:off x="5892341" y="3101320"/>
              <a:ext cx="87971" cy="62866"/>
            </a:xfrm>
            <a:custGeom>
              <a:avLst/>
              <a:gdLst/>
              <a:ahLst/>
              <a:cxnLst/>
              <a:rect l="l" t="t" r="r" b="b"/>
              <a:pathLst>
                <a:path w="3350" h="2394" extrusionOk="0">
                  <a:moveTo>
                    <a:pt x="0" y="1"/>
                  </a:moveTo>
                  <a:lnTo>
                    <a:pt x="0" y="2393"/>
                  </a:lnTo>
                  <a:lnTo>
                    <a:pt x="3350" y="2393"/>
                  </a:lnTo>
                  <a:lnTo>
                    <a:pt x="3350"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5" name="Google Shape;10225;p63"/>
            <p:cNvSpPr/>
            <p:nvPr/>
          </p:nvSpPr>
          <p:spPr>
            <a:xfrm>
              <a:off x="5967734" y="3082466"/>
              <a:ext cx="50288" cy="75419"/>
            </a:xfrm>
            <a:custGeom>
              <a:avLst/>
              <a:gdLst/>
              <a:ahLst/>
              <a:cxnLst/>
              <a:rect l="l" t="t" r="r" b="b"/>
              <a:pathLst>
                <a:path w="1915" h="2872" extrusionOk="0">
                  <a:moveTo>
                    <a:pt x="718" y="1"/>
                  </a:moveTo>
                  <a:cubicBezTo>
                    <a:pt x="326" y="1"/>
                    <a:pt x="0" y="326"/>
                    <a:pt x="0" y="719"/>
                  </a:cubicBezTo>
                  <a:lnTo>
                    <a:pt x="0" y="1513"/>
                  </a:lnTo>
                  <a:cubicBezTo>
                    <a:pt x="10" y="1743"/>
                    <a:pt x="96" y="1972"/>
                    <a:pt x="239" y="2154"/>
                  </a:cubicBezTo>
                  <a:cubicBezTo>
                    <a:pt x="393" y="2336"/>
                    <a:pt x="479" y="2566"/>
                    <a:pt x="479" y="2805"/>
                  </a:cubicBezTo>
                  <a:lnTo>
                    <a:pt x="479" y="2872"/>
                  </a:lnTo>
                  <a:lnTo>
                    <a:pt x="1436" y="2872"/>
                  </a:lnTo>
                  <a:lnTo>
                    <a:pt x="1436" y="2738"/>
                  </a:lnTo>
                  <a:cubicBezTo>
                    <a:pt x="1436" y="2547"/>
                    <a:pt x="1503" y="2355"/>
                    <a:pt x="1637" y="2212"/>
                  </a:cubicBezTo>
                  <a:lnTo>
                    <a:pt x="1723" y="2106"/>
                  </a:lnTo>
                  <a:cubicBezTo>
                    <a:pt x="1838" y="1953"/>
                    <a:pt x="1905" y="1771"/>
                    <a:pt x="1914" y="1580"/>
                  </a:cubicBezTo>
                  <a:lnTo>
                    <a:pt x="1914" y="719"/>
                  </a:lnTo>
                  <a:cubicBezTo>
                    <a:pt x="1914" y="326"/>
                    <a:pt x="1598" y="1"/>
                    <a:pt x="1196"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6" name="Google Shape;10226;p63"/>
            <p:cNvSpPr/>
            <p:nvPr/>
          </p:nvSpPr>
          <p:spPr>
            <a:xfrm>
              <a:off x="5967734" y="3082466"/>
              <a:ext cx="28413" cy="75419"/>
            </a:xfrm>
            <a:custGeom>
              <a:avLst/>
              <a:gdLst/>
              <a:ahLst/>
              <a:cxnLst/>
              <a:rect l="l" t="t" r="r" b="b"/>
              <a:pathLst>
                <a:path w="1082" h="2872" extrusionOk="0">
                  <a:moveTo>
                    <a:pt x="718" y="1"/>
                  </a:moveTo>
                  <a:cubicBezTo>
                    <a:pt x="326" y="1"/>
                    <a:pt x="0" y="326"/>
                    <a:pt x="0" y="719"/>
                  </a:cubicBezTo>
                  <a:lnTo>
                    <a:pt x="0" y="1513"/>
                  </a:lnTo>
                  <a:cubicBezTo>
                    <a:pt x="19" y="1743"/>
                    <a:pt x="96" y="1972"/>
                    <a:pt x="239" y="2154"/>
                  </a:cubicBezTo>
                  <a:cubicBezTo>
                    <a:pt x="393" y="2336"/>
                    <a:pt x="479" y="2566"/>
                    <a:pt x="479" y="2805"/>
                  </a:cubicBezTo>
                  <a:lnTo>
                    <a:pt x="479" y="2872"/>
                  </a:lnTo>
                  <a:lnTo>
                    <a:pt x="957" y="2872"/>
                  </a:lnTo>
                  <a:lnTo>
                    <a:pt x="957" y="2805"/>
                  </a:lnTo>
                  <a:cubicBezTo>
                    <a:pt x="967" y="2585"/>
                    <a:pt x="919" y="2365"/>
                    <a:pt x="842" y="2154"/>
                  </a:cubicBezTo>
                  <a:cubicBezTo>
                    <a:pt x="766" y="1953"/>
                    <a:pt x="727" y="1733"/>
                    <a:pt x="718" y="1513"/>
                  </a:cubicBezTo>
                  <a:lnTo>
                    <a:pt x="718" y="719"/>
                  </a:lnTo>
                  <a:cubicBezTo>
                    <a:pt x="718" y="326"/>
                    <a:pt x="881" y="1"/>
                    <a:pt x="1082"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7" name="Google Shape;10227;p63"/>
            <p:cNvSpPr/>
            <p:nvPr/>
          </p:nvSpPr>
          <p:spPr>
            <a:xfrm>
              <a:off x="5967734" y="3082466"/>
              <a:ext cx="50288" cy="56590"/>
            </a:xfrm>
            <a:custGeom>
              <a:avLst/>
              <a:gdLst/>
              <a:ahLst/>
              <a:cxnLst/>
              <a:rect l="l" t="t" r="r" b="b"/>
              <a:pathLst>
                <a:path w="1915" h="2155" extrusionOk="0">
                  <a:moveTo>
                    <a:pt x="718" y="1"/>
                  </a:moveTo>
                  <a:cubicBezTo>
                    <a:pt x="326" y="1"/>
                    <a:pt x="0" y="326"/>
                    <a:pt x="0" y="719"/>
                  </a:cubicBezTo>
                  <a:lnTo>
                    <a:pt x="0" y="1197"/>
                  </a:lnTo>
                  <a:cubicBezTo>
                    <a:pt x="0" y="1733"/>
                    <a:pt x="431" y="2154"/>
                    <a:pt x="957" y="2154"/>
                  </a:cubicBezTo>
                  <a:cubicBezTo>
                    <a:pt x="1484" y="2154"/>
                    <a:pt x="1914" y="1733"/>
                    <a:pt x="1914" y="1197"/>
                  </a:cubicBezTo>
                  <a:lnTo>
                    <a:pt x="1914" y="719"/>
                  </a:lnTo>
                  <a:cubicBezTo>
                    <a:pt x="1914" y="326"/>
                    <a:pt x="1598" y="1"/>
                    <a:pt x="1196"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8" name="Google Shape;10228;p63"/>
            <p:cNvSpPr/>
            <p:nvPr/>
          </p:nvSpPr>
          <p:spPr>
            <a:xfrm>
              <a:off x="5967734" y="3082466"/>
              <a:ext cx="28177" cy="56328"/>
            </a:xfrm>
            <a:custGeom>
              <a:avLst/>
              <a:gdLst/>
              <a:ahLst/>
              <a:cxnLst/>
              <a:rect l="l" t="t" r="r" b="b"/>
              <a:pathLst>
                <a:path w="1073" h="2145" extrusionOk="0">
                  <a:moveTo>
                    <a:pt x="718" y="1"/>
                  </a:moveTo>
                  <a:cubicBezTo>
                    <a:pt x="316" y="1"/>
                    <a:pt x="0" y="326"/>
                    <a:pt x="0" y="719"/>
                  </a:cubicBezTo>
                  <a:lnTo>
                    <a:pt x="0" y="1197"/>
                  </a:lnTo>
                  <a:cubicBezTo>
                    <a:pt x="0" y="1676"/>
                    <a:pt x="354" y="2087"/>
                    <a:pt x="833" y="2145"/>
                  </a:cubicBezTo>
                  <a:cubicBezTo>
                    <a:pt x="766" y="1944"/>
                    <a:pt x="718" y="1724"/>
                    <a:pt x="718" y="1513"/>
                  </a:cubicBezTo>
                  <a:lnTo>
                    <a:pt x="718" y="719"/>
                  </a:lnTo>
                  <a:cubicBezTo>
                    <a:pt x="718" y="326"/>
                    <a:pt x="881"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9" name="Google Shape;10229;p63"/>
            <p:cNvSpPr/>
            <p:nvPr/>
          </p:nvSpPr>
          <p:spPr>
            <a:xfrm>
              <a:off x="5948879" y="3151582"/>
              <a:ext cx="87971" cy="100812"/>
            </a:xfrm>
            <a:custGeom>
              <a:avLst/>
              <a:gdLst/>
              <a:ahLst/>
              <a:cxnLst/>
              <a:rect l="l" t="t" r="r" b="b"/>
              <a:pathLst>
                <a:path w="3350" h="3839" extrusionOk="0">
                  <a:moveTo>
                    <a:pt x="1426" y="1"/>
                  </a:moveTo>
                  <a:cubicBezTo>
                    <a:pt x="1273" y="1"/>
                    <a:pt x="1130" y="29"/>
                    <a:pt x="986" y="87"/>
                  </a:cubicBezTo>
                  <a:lnTo>
                    <a:pt x="450" y="307"/>
                  </a:lnTo>
                  <a:cubicBezTo>
                    <a:pt x="182" y="412"/>
                    <a:pt x="0" y="680"/>
                    <a:pt x="0" y="967"/>
                  </a:cubicBezTo>
                  <a:lnTo>
                    <a:pt x="0" y="3599"/>
                  </a:lnTo>
                  <a:cubicBezTo>
                    <a:pt x="0" y="3733"/>
                    <a:pt x="106" y="3838"/>
                    <a:pt x="240" y="3838"/>
                  </a:cubicBezTo>
                  <a:lnTo>
                    <a:pt x="3111" y="3838"/>
                  </a:lnTo>
                  <a:cubicBezTo>
                    <a:pt x="3245" y="3838"/>
                    <a:pt x="3350" y="3733"/>
                    <a:pt x="3350" y="3599"/>
                  </a:cubicBezTo>
                  <a:lnTo>
                    <a:pt x="3350" y="967"/>
                  </a:lnTo>
                  <a:cubicBezTo>
                    <a:pt x="3350" y="680"/>
                    <a:pt x="3178" y="412"/>
                    <a:pt x="2900" y="307"/>
                  </a:cubicBezTo>
                  <a:lnTo>
                    <a:pt x="2374" y="87"/>
                  </a:lnTo>
                  <a:cubicBezTo>
                    <a:pt x="2230" y="29"/>
                    <a:pt x="2077" y="1"/>
                    <a:pt x="192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0" name="Google Shape;10230;p63"/>
            <p:cNvSpPr/>
            <p:nvPr/>
          </p:nvSpPr>
          <p:spPr>
            <a:xfrm>
              <a:off x="5948879" y="3165920"/>
              <a:ext cx="18881" cy="86474"/>
            </a:xfrm>
            <a:custGeom>
              <a:avLst/>
              <a:gdLst/>
              <a:ahLst/>
              <a:cxnLst/>
              <a:rect l="l" t="t" r="r" b="b"/>
              <a:pathLst>
                <a:path w="719" h="3293" extrusionOk="0">
                  <a:moveTo>
                    <a:pt x="144" y="0"/>
                  </a:moveTo>
                  <a:cubicBezTo>
                    <a:pt x="48" y="125"/>
                    <a:pt x="0" y="268"/>
                    <a:pt x="0" y="421"/>
                  </a:cubicBezTo>
                  <a:lnTo>
                    <a:pt x="0" y="3053"/>
                  </a:lnTo>
                  <a:cubicBezTo>
                    <a:pt x="0" y="3187"/>
                    <a:pt x="106" y="3292"/>
                    <a:pt x="240" y="3292"/>
                  </a:cubicBezTo>
                  <a:lnTo>
                    <a:pt x="718" y="3292"/>
                  </a:lnTo>
                  <a:lnTo>
                    <a:pt x="718" y="670"/>
                  </a:lnTo>
                  <a:cubicBezTo>
                    <a:pt x="718" y="527"/>
                    <a:pt x="651" y="383"/>
                    <a:pt x="527" y="287"/>
                  </a:cubicBezTo>
                  <a:lnTo>
                    <a:pt x="144" y="0"/>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1" name="Google Shape;10231;p63"/>
            <p:cNvSpPr/>
            <p:nvPr/>
          </p:nvSpPr>
          <p:spPr>
            <a:xfrm>
              <a:off x="6017995" y="3165920"/>
              <a:ext cx="18855" cy="86474"/>
            </a:xfrm>
            <a:custGeom>
              <a:avLst/>
              <a:gdLst/>
              <a:ahLst/>
              <a:cxnLst/>
              <a:rect l="l" t="t" r="r" b="b"/>
              <a:pathLst>
                <a:path w="718" h="3293" extrusionOk="0">
                  <a:moveTo>
                    <a:pt x="584" y="0"/>
                  </a:moveTo>
                  <a:lnTo>
                    <a:pt x="192" y="287"/>
                  </a:lnTo>
                  <a:cubicBezTo>
                    <a:pt x="77" y="383"/>
                    <a:pt x="0" y="527"/>
                    <a:pt x="0" y="670"/>
                  </a:cubicBezTo>
                  <a:lnTo>
                    <a:pt x="0" y="3292"/>
                  </a:lnTo>
                  <a:lnTo>
                    <a:pt x="479" y="3292"/>
                  </a:lnTo>
                  <a:cubicBezTo>
                    <a:pt x="613" y="3292"/>
                    <a:pt x="718" y="3187"/>
                    <a:pt x="718" y="3053"/>
                  </a:cubicBezTo>
                  <a:lnTo>
                    <a:pt x="718" y="421"/>
                  </a:lnTo>
                  <a:cubicBezTo>
                    <a:pt x="718" y="268"/>
                    <a:pt x="670" y="125"/>
                    <a:pt x="58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2" name="Google Shape;10232;p63"/>
            <p:cNvSpPr/>
            <p:nvPr/>
          </p:nvSpPr>
          <p:spPr>
            <a:xfrm>
              <a:off x="5854632" y="3082466"/>
              <a:ext cx="50288" cy="75419"/>
            </a:xfrm>
            <a:custGeom>
              <a:avLst/>
              <a:gdLst/>
              <a:ahLst/>
              <a:cxnLst/>
              <a:rect l="l" t="t" r="r" b="b"/>
              <a:pathLst>
                <a:path w="1915" h="2872" extrusionOk="0">
                  <a:moveTo>
                    <a:pt x="718" y="1"/>
                  </a:moveTo>
                  <a:cubicBezTo>
                    <a:pt x="326" y="1"/>
                    <a:pt x="1" y="326"/>
                    <a:pt x="1" y="719"/>
                  </a:cubicBezTo>
                  <a:lnTo>
                    <a:pt x="1" y="1513"/>
                  </a:lnTo>
                  <a:cubicBezTo>
                    <a:pt x="10" y="1743"/>
                    <a:pt x="96" y="1972"/>
                    <a:pt x="240" y="2154"/>
                  </a:cubicBezTo>
                  <a:cubicBezTo>
                    <a:pt x="393" y="2336"/>
                    <a:pt x="479" y="2566"/>
                    <a:pt x="479" y="2805"/>
                  </a:cubicBezTo>
                  <a:lnTo>
                    <a:pt x="479" y="2872"/>
                  </a:lnTo>
                  <a:lnTo>
                    <a:pt x="1436" y="2872"/>
                  </a:lnTo>
                  <a:lnTo>
                    <a:pt x="1436" y="2738"/>
                  </a:lnTo>
                  <a:cubicBezTo>
                    <a:pt x="1436" y="2547"/>
                    <a:pt x="1503" y="2355"/>
                    <a:pt x="1627" y="2212"/>
                  </a:cubicBezTo>
                  <a:lnTo>
                    <a:pt x="1723" y="2106"/>
                  </a:lnTo>
                  <a:cubicBezTo>
                    <a:pt x="1838" y="1953"/>
                    <a:pt x="1905" y="1771"/>
                    <a:pt x="1915" y="1580"/>
                  </a:cubicBezTo>
                  <a:lnTo>
                    <a:pt x="1915" y="719"/>
                  </a:lnTo>
                  <a:cubicBezTo>
                    <a:pt x="1915" y="326"/>
                    <a:pt x="1589" y="1"/>
                    <a:pt x="11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3" name="Google Shape;10233;p63"/>
            <p:cNvSpPr/>
            <p:nvPr/>
          </p:nvSpPr>
          <p:spPr>
            <a:xfrm>
              <a:off x="5854632" y="3082466"/>
              <a:ext cx="28177" cy="75419"/>
            </a:xfrm>
            <a:custGeom>
              <a:avLst/>
              <a:gdLst/>
              <a:ahLst/>
              <a:cxnLst/>
              <a:rect l="l" t="t" r="r" b="b"/>
              <a:pathLst>
                <a:path w="1073" h="2872" extrusionOk="0">
                  <a:moveTo>
                    <a:pt x="718" y="1"/>
                  </a:moveTo>
                  <a:cubicBezTo>
                    <a:pt x="316" y="1"/>
                    <a:pt x="1" y="326"/>
                    <a:pt x="1" y="719"/>
                  </a:cubicBezTo>
                  <a:lnTo>
                    <a:pt x="1" y="1513"/>
                  </a:lnTo>
                  <a:cubicBezTo>
                    <a:pt x="10" y="1743"/>
                    <a:pt x="96" y="1972"/>
                    <a:pt x="240" y="2154"/>
                  </a:cubicBezTo>
                  <a:cubicBezTo>
                    <a:pt x="393" y="2336"/>
                    <a:pt x="479" y="2566"/>
                    <a:pt x="479" y="2805"/>
                  </a:cubicBezTo>
                  <a:lnTo>
                    <a:pt x="479" y="2872"/>
                  </a:lnTo>
                  <a:lnTo>
                    <a:pt x="958" y="2872"/>
                  </a:lnTo>
                  <a:lnTo>
                    <a:pt x="958" y="2805"/>
                  </a:lnTo>
                  <a:cubicBezTo>
                    <a:pt x="958" y="2585"/>
                    <a:pt x="919" y="2365"/>
                    <a:pt x="833" y="2154"/>
                  </a:cubicBezTo>
                  <a:cubicBezTo>
                    <a:pt x="757" y="1953"/>
                    <a:pt x="718" y="1733"/>
                    <a:pt x="718" y="1513"/>
                  </a:cubicBezTo>
                  <a:lnTo>
                    <a:pt x="718" y="719"/>
                  </a:lnTo>
                  <a:cubicBezTo>
                    <a:pt x="718" y="326"/>
                    <a:pt x="881" y="1"/>
                    <a:pt x="1072"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4" name="Google Shape;10234;p63"/>
            <p:cNvSpPr/>
            <p:nvPr/>
          </p:nvSpPr>
          <p:spPr>
            <a:xfrm>
              <a:off x="5854632" y="3082466"/>
              <a:ext cx="50288" cy="56590"/>
            </a:xfrm>
            <a:custGeom>
              <a:avLst/>
              <a:gdLst/>
              <a:ahLst/>
              <a:cxnLst/>
              <a:rect l="l" t="t" r="r" b="b"/>
              <a:pathLst>
                <a:path w="1915" h="2155" extrusionOk="0">
                  <a:moveTo>
                    <a:pt x="718" y="1"/>
                  </a:moveTo>
                  <a:cubicBezTo>
                    <a:pt x="316" y="1"/>
                    <a:pt x="1" y="326"/>
                    <a:pt x="1" y="719"/>
                  </a:cubicBezTo>
                  <a:lnTo>
                    <a:pt x="1" y="1197"/>
                  </a:lnTo>
                  <a:cubicBezTo>
                    <a:pt x="1" y="1733"/>
                    <a:pt x="431" y="2154"/>
                    <a:pt x="958" y="2154"/>
                  </a:cubicBezTo>
                  <a:cubicBezTo>
                    <a:pt x="1484" y="2154"/>
                    <a:pt x="1915" y="1733"/>
                    <a:pt x="1915" y="1197"/>
                  </a:cubicBezTo>
                  <a:lnTo>
                    <a:pt x="1915" y="719"/>
                  </a:lnTo>
                  <a:cubicBezTo>
                    <a:pt x="1915" y="326"/>
                    <a:pt x="1589" y="1"/>
                    <a:pt x="1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5" name="Google Shape;10235;p63"/>
            <p:cNvSpPr/>
            <p:nvPr/>
          </p:nvSpPr>
          <p:spPr>
            <a:xfrm>
              <a:off x="5854632" y="3082466"/>
              <a:ext cx="28177" cy="56328"/>
            </a:xfrm>
            <a:custGeom>
              <a:avLst/>
              <a:gdLst/>
              <a:ahLst/>
              <a:cxnLst/>
              <a:rect l="l" t="t" r="r" b="b"/>
              <a:pathLst>
                <a:path w="1073" h="2145" extrusionOk="0">
                  <a:moveTo>
                    <a:pt x="718" y="1"/>
                  </a:moveTo>
                  <a:cubicBezTo>
                    <a:pt x="316" y="1"/>
                    <a:pt x="1" y="326"/>
                    <a:pt x="1" y="719"/>
                  </a:cubicBezTo>
                  <a:lnTo>
                    <a:pt x="1" y="1197"/>
                  </a:lnTo>
                  <a:cubicBezTo>
                    <a:pt x="1" y="1676"/>
                    <a:pt x="355" y="2087"/>
                    <a:pt x="833" y="2145"/>
                  </a:cubicBezTo>
                  <a:cubicBezTo>
                    <a:pt x="757" y="1944"/>
                    <a:pt x="718" y="1724"/>
                    <a:pt x="718" y="1513"/>
                  </a:cubicBezTo>
                  <a:lnTo>
                    <a:pt x="718" y="719"/>
                  </a:lnTo>
                  <a:cubicBezTo>
                    <a:pt x="718" y="326"/>
                    <a:pt x="871" y="1"/>
                    <a:pt x="107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6" name="Google Shape;10236;p63"/>
            <p:cNvSpPr/>
            <p:nvPr/>
          </p:nvSpPr>
          <p:spPr>
            <a:xfrm>
              <a:off x="5835777" y="3151582"/>
              <a:ext cx="87997" cy="100812"/>
            </a:xfrm>
            <a:custGeom>
              <a:avLst/>
              <a:gdLst/>
              <a:ahLst/>
              <a:cxnLst/>
              <a:rect l="l" t="t" r="r" b="b"/>
              <a:pathLst>
                <a:path w="3351" h="3839" extrusionOk="0">
                  <a:moveTo>
                    <a:pt x="1427" y="1"/>
                  </a:moveTo>
                  <a:cubicBezTo>
                    <a:pt x="1274" y="1"/>
                    <a:pt x="1120" y="29"/>
                    <a:pt x="986" y="87"/>
                  </a:cubicBezTo>
                  <a:lnTo>
                    <a:pt x="451" y="307"/>
                  </a:lnTo>
                  <a:cubicBezTo>
                    <a:pt x="183" y="412"/>
                    <a:pt x="1" y="680"/>
                    <a:pt x="1" y="967"/>
                  </a:cubicBezTo>
                  <a:lnTo>
                    <a:pt x="1" y="3599"/>
                  </a:lnTo>
                  <a:cubicBezTo>
                    <a:pt x="1" y="3733"/>
                    <a:pt x="106" y="3838"/>
                    <a:pt x="240" y="3838"/>
                  </a:cubicBezTo>
                  <a:lnTo>
                    <a:pt x="3111" y="3838"/>
                  </a:lnTo>
                  <a:cubicBezTo>
                    <a:pt x="3245" y="3838"/>
                    <a:pt x="3350" y="3733"/>
                    <a:pt x="3350" y="3599"/>
                  </a:cubicBezTo>
                  <a:lnTo>
                    <a:pt x="3350" y="967"/>
                  </a:lnTo>
                  <a:cubicBezTo>
                    <a:pt x="3350" y="680"/>
                    <a:pt x="3169" y="412"/>
                    <a:pt x="2901" y="307"/>
                  </a:cubicBezTo>
                  <a:lnTo>
                    <a:pt x="2365" y="87"/>
                  </a:lnTo>
                  <a:cubicBezTo>
                    <a:pt x="2231" y="29"/>
                    <a:pt x="2078" y="1"/>
                    <a:pt x="192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7" name="Google Shape;10237;p63"/>
            <p:cNvSpPr/>
            <p:nvPr/>
          </p:nvSpPr>
          <p:spPr>
            <a:xfrm>
              <a:off x="5835777" y="3165920"/>
              <a:ext cx="18881" cy="86474"/>
            </a:xfrm>
            <a:custGeom>
              <a:avLst/>
              <a:gdLst/>
              <a:ahLst/>
              <a:cxnLst/>
              <a:rect l="l" t="t" r="r" b="b"/>
              <a:pathLst>
                <a:path w="719" h="3293" extrusionOk="0">
                  <a:moveTo>
                    <a:pt x="144" y="0"/>
                  </a:moveTo>
                  <a:cubicBezTo>
                    <a:pt x="49" y="125"/>
                    <a:pt x="1" y="268"/>
                    <a:pt x="1" y="421"/>
                  </a:cubicBezTo>
                  <a:lnTo>
                    <a:pt x="1" y="3053"/>
                  </a:lnTo>
                  <a:cubicBezTo>
                    <a:pt x="1" y="3187"/>
                    <a:pt x="106" y="3292"/>
                    <a:pt x="240" y="3292"/>
                  </a:cubicBezTo>
                  <a:lnTo>
                    <a:pt x="719" y="3292"/>
                  </a:lnTo>
                  <a:lnTo>
                    <a:pt x="719" y="670"/>
                  </a:lnTo>
                  <a:cubicBezTo>
                    <a:pt x="719" y="527"/>
                    <a:pt x="642" y="383"/>
                    <a:pt x="527" y="287"/>
                  </a:cubicBezTo>
                  <a:lnTo>
                    <a:pt x="144" y="0"/>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8" name="Google Shape;10238;p63"/>
            <p:cNvSpPr/>
            <p:nvPr/>
          </p:nvSpPr>
          <p:spPr>
            <a:xfrm>
              <a:off x="5904893" y="3165920"/>
              <a:ext cx="18881" cy="86474"/>
            </a:xfrm>
            <a:custGeom>
              <a:avLst/>
              <a:gdLst/>
              <a:ahLst/>
              <a:cxnLst/>
              <a:rect l="l" t="t" r="r" b="b"/>
              <a:pathLst>
                <a:path w="719" h="3293" extrusionOk="0">
                  <a:moveTo>
                    <a:pt x="575" y="0"/>
                  </a:moveTo>
                  <a:lnTo>
                    <a:pt x="192" y="287"/>
                  </a:lnTo>
                  <a:cubicBezTo>
                    <a:pt x="68" y="383"/>
                    <a:pt x="1" y="527"/>
                    <a:pt x="1" y="670"/>
                  </a:cubicBezTo>
                  <a:lnTo>
                    <a:pt x="1" y="3292"/>
                  </a:lnTo>
                  <a:lnTo>
                    <a:pt x="479" y="3292"/>
                  </a:lnTo>
                  <a:cubicBezTo>
                    <a:pt x="613" y="3292"/>
                    <a:pt x="718" y="3187"/>
                    <a:pt x="718" y="3053"/>
                  </a:cubicBezTo>
                  <a:lnTo>
                    <a:pt x="718" y="421"/>
                  </a:lnTo>
                  <a:cubicBezTo>
                    <a:pt x="718" y="268"/>
                    <a:pt x="671" y="125"/>
                    <a:pt x="575"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9" name="Google Shape;10239;p63"/>
            <p:cNvSpPr/>
            <p:nvPr/>
          </p:nvSpPr>
          <p:spPr>
            <a:xfrm>
              <a:off x="6024271" y="3145306"/>
              <a:ext cx="50288" cy="75419"/>
            </a:xfrm>
            <a:custGeom>
              <a:avLst/>
              <a:gdLst/>
              <a:ahLst/>
              <a:cxnLst/>
              <a:rect l="l" t="t" r="r" b="b"/>
              <a:pathLst>
                <a:path w="1915" h="2872" extrusionOk="0">
                  <a:moveTo>
                    <a:pt x="718" y="0"/>
                  </a:moveTo>
                  <a:cubicBezTo>
                    <a:pt x="326" y="0"/>
                    <a:pt x="0" y="326"/>
                    <a:pt x="0" y="718"/>
                  </a:cubicBezTo>
                  <a:lnTo>
                    <a:pt x="0" y="1513"/>
                  </a:lnTo>
                  <a:cubicBezTo>
                    <a:pt x="20" y="1742"/>
                    <a:pt x="96" y="1972"/>
                    <a:pt x="240" y="2154"/>
                  </a:cubicBezTo>
                  <a:cubicBezTo>
                    <a:pt x="393" y="2336"/>
                    <a:pt x="479" y="2565"/>
                    <a:pt x="479" y="2805"/>
                  </a:cubicBezTo>
                  <a:lnTo>
                    <a:pt x="479" y="2872"/>
                  </a:lnTo>
                  <a:lnTo>
                    <a:pt x="1436" y="2872"/>
                  </a:lnTo>
                  <a:lnTo>
                    <a:pt x="1436" y="2738"/>
                  </a:lnTo>
                  <a:cubicBezTo>
                    <a:pt x="1436" y="2546"/>
                    <a:pt x="1503" y="2355"/>
                    <a:pt x="1637" y="2211"/>
                  </a:cubicBezTo>
                  <a:lnTo>
                    <a:pt x="1723" y="2106"/>
                  </a:lnTo>
                  <a:cubicBezTo>
                    <a:pt x="1838" y="1953"/>
                    <a:pt x="1905" y="1771"/>
                    <a:pt x="1915" y="1580"/>
                  </a:cubicBezTo>
                  <a:lnTo>
                    <a:pt x="1915" y="718"/>
                  </a:lnTo>
                  <a:cubicBezTo>
                    <a:pt x="1915" y="326"/>
                    <a:pt x="1599" y="0"/>
                    <a:pt x="119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0" name="Google Shape;10240;p63"/>
            <p:cNvSpPr/>
            <p:nvPr/>
          </p:nvSpPr>
          <p:spPr>
            <a:xfrm>
              <a:off x="6024271" y="3145306"/>
              <a:ext cx="28413" cy="75681"/>
            </a:xfrm>
            <a:custGeom>
              <a:avLst/>
              <a:gdLst/>
              <a:ahLst/>
              <a:cxnLst/>
              <a:rect l="l" t="t" r="r" b="b"/>
              <a:pathLst>
                <a:path w="1082" h="2882" extrusionOk="0">
                  <a:moveTo>
                    <a:pt x="718" y="0"/>
                  </a:moveTo>
                  <a:cubicBezTo>
                    <a:pt x="326" y="0"/>
                    <a:pt x="0" y="326"/>
                    <a:pt x="0" y="718"/>
                  </a:cubicBezTo>
                  <a:lnTo>
                    <a:pt x="0" y="1513"/>
                  </a:lnTo>
                  <a:cubicBezTo>
                    <a:pt x="20" y="1752"/>
                    <a:pt x="96" y="1972"/>
                    <a:pt x="240" y="2163"/>
                  </a:cubicBezTo>
                  <a:cubicBezTo>
                    <a:pt x="402" y="2336"/>
                    <a:pt x="479" y="2565"/>
                    <a:pt x="479" y="2805"/>
                  </a:cubicBezTo>
                  <a:lnTo>
                    <a:pt x="479" y="2881"/>
                  </a:lnTo>
                  <a:lnTo>
                    <a:pt x="958" y="2881"/>
                  </a:lnTo>
                  <a:lnTo>
                    <a:pt x="958" y="2805"/>
                  </a:lnTo>
                  <a:cubicBezTo>
                    <a:pt x="967" y="2584"/>
                    <a:pt x="919" y="2364"/>
                    <a:pt x="843" y="2163"/>
                  </a:cubicBezTo>
                  <a:cubicBezTo>
                    <a:pt x="766" y="1953"/>
                    <a:pt x="728" y="1733"/>
                    <a:pt x="718" y="1513"/>
                  </a:cubicBezTo>
                  <a:lnTo>
                    <a:pt x="718" y="718"/>
                  </a:lnTo>
                  <a:cubicBezTo>
                    <a:pt x="718" y="326"/>
                    <a:pt x="881" y="0"/>
                    <a:pt x="108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1" name="Google Shape;10241;p63"/>
            <p:cNvSpPr/>
            <p:nvPr/>
          </p:nvSpPr>
          <p:spPr>
            <a:xfrm>
              <a:off x="6024271" y="3145306"/>
              <a:ext cx="50288" cy="56564"/>
            </a:xfrm>
            <a:custGeom>
              <a:avLst/>
              <a:gdLst/>
              <a:ahLst/>
              <a:cxnLst/>
              <a:rect l="l" t="t" r="r" b="b"/>
              <a:pathLst>
                <a:path w="1915" h="2154" extrusionOk="0">
                  <a:moveTo>
                    <a:pt x="718" y="0"/>
                  </a:moveTo>
                  <a:cubicBezTo>
                    <a:pt x="326" y="0"/>
                    <a:pt x="0" y="326"/>
                    <a:pt x="0" y="718"/>
                  </a:cubicBezTo>
                  <a:lnTo>
                    <a:pt x="0" y="1197"/>
                  </a:lnTo>
                  <a:cubicBezTo>
                    <a:pt x="0" y="1733"/>
                    <a:pt x="431" y="2154"/>
                    <a:pt x="958" y="2154"/>
                  </a:cubicBezTo>
                  <a:cubicBezTo>
                    <a:pt x="1493" y="2154"/>
                    <a:pt x="1915" y="1733"/>
                    <a:pt x="1915" y="1197"/>
                  </a:cubicBezTo>
                  <a:lnTo>
                    <a:pt x="1915" y="718"/>
                  </a:lnTo>
                  <a:cubicBezTo>
                    <a:pt x="1915" y="326"/>
                    <a:pt x="1599" y="0"/>
                    <a:pt x="11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2" name="Google Shape;10242;p63"/>
            <p:cNvSpPr/>
            <p:nvPr/>
          </p:nvSpPr>
          <p:spPr>
            <a:xfrm>
              <a:off x="6024271" y="3145568"/>
              <a:ext cx="28177" cy="56065"/>
            </a:xfrm>
            <a:custGeom>
              <a:avLst/>
              <a:gdLst/>
              <a:ahLst/>
              <a:cxnLst/>
              <a:rect l="l" t="t" r="r" b="b"/>
              <a:pathLst>
                <a:path w="1073" h="2135" extrusionOk="0">
                  <a:moveTo>
                    <a:pt x="718" y="0"/>
                  </a:moveTo>
                  <a:cubicBezTo>
                    <a:pt x="316" y="0"/>
                    <a:pt x="0" y="316"/>
                    <a:pt x="0" y="718"/>
                  </a:cubicBezTo>
                  <a:lnTo>
                    <a:pt x="0" y="1196"/>
                  </a:lnTo>
                  <a:cubicBezTo>
                    <a:pt x="0" y="1675"/>
                    <a:pt x="364" y="2077"/>
                    <a:pt x="833" y="2134"/>
                  </a:cubicBezTo>
                  <a:cubicBezTo>
                    <a:pt x="766" y="1933"/>
                    <a:pt x="718" y="1723"/>
                    <a:pt x="718" y="1503"/>
                  </a:cubicBezTo>
                  <a:lnTo>
                    <a:pt x="718" y="718"/>
                  </a:lnTo>
                  <a:cubicBezTo>
                    <a:pt x="718" y="316"/>
                    <a:pt x="881" y="0"/>
                    <a:pt x="107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3" name="Google Shape;10243;p63"/>
            <p:cNvSpPr/>
            <p:nvPr/>
          </p:nvSpPr>
          <p:spPr>
            <a:xfrm>
              <a:off x="6005417" y="3214422"/>
              <a:ext cx="87997" cy="63103"/>
            </a:xfrm>
            <a:custGeom>
              <a:avLst/>
              <a:gdLst/>
              <a:ahLst/>
              <a:cxnLst/>
              <a:rect l="l" t="t" r="r" b="b"/>
              <a:pathLst>
                <a:path w="3351" h="2403" extrusionOk="0">
                  <a:moveTo>
                    <a:pt x="1436" y="0"/>
                  </a:moveTo>
                  <a:cubicBezTo>
                    <a:pt x="1283" y="10"/>
                    <a:pt x="1130" y="39"/>
                    <a:pt x="986" y="96"/>
                  </a:cubicBezTo>
                  <a:lnTo>
                    <a:pt x="460" y="307"/>
                  </a:lnTo>
                  <a:cubicBezTo>
                    <a:pt x="183" y="412"/>
                    <a:pt x="1" y="680"/>
                    <a:pt x="1" y="967"/>
                  </a:cubicBezTo>
                  <a:lnTo>
                    <a:pt x="1" y="2163"/>
                  </a:lnTo>
                  <a:cubicBezTo>
                    <a:pt x="1" y="2288"/>
                    <a:pt x="116" y="2402"/>
                    <a:pt x="240" y="2402"/>
                  </a:cubicBezTo>
                  <a:lnTo>
                    <a:pt x="3111" y="2402"/>
                  </a:lnTo>
                  <a:cubicBezTo>
                    <a:pt x="3245" y="2402"/>
                    <a:pt x="3350" y="2288"/>
                    <a:pt x="3350" y="2163"/>
                  </a:cubicBezTo>
                  <a:lnTo>
                    <a:pt x="3350" y="967"/>
                  </a:lnTo>
                  <a:cubicBezTo>
                    <a:pt x="3350" y="680"/>
                    <a:pt x="3178" y="412"/>
                    <a:pt x="2901" y="307"/>
                  </a:cubicBezTo>
                  <a:lnTo>
                    <a:pt x="2374" y="96"/>
                  </a:lnTo>
                  <a:cubicBezTo>
                    <a:pt x="2231" y="39"/>
                    <a:pt x="2077" y="10"/>
                    <a:pt x="192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4" name="Google Shape;10244;p63"/>
            <p:cNvSpPr/>
            <p:nvPr/>
          </p:nvSpPr>
          <p:spPr>
            <a:xfrm>
              <a:off x="6005417" y="3228996"/>
              <a:ext cx="18881" cy="48528"/>
            </a:xfrm>
            <a:custGeom>
              <a:avLst/>
              <a:gdLst/>
              <a:ahLst/>
              <a:cxnLst/>
              <a:rect l="l" t="t" r="r" b="b"/>
              <a:pathLst>
                <a:path w="719" h="1848" extrusionOk="0">
                  <a:moveTo>
                    <a:pt x="144" y="0"/>
                  </a:moveTo>
                  <a:cubicBezTo>
                    <a:pt x="49" y="125"/>
                    <a:pt x="1" y="268"/>
                    <a:pt x="1" y="421"/>
                  </a:cubicBezTo>
                  <a:lnTo>
                    <a:pt x="1" y="1608"/>
                  </a:lnTo>
                  <a:cubicBezTo>
                    <a:pt x="1" y="1742"/>
                    <a:pt x="106" y="1847"/>
                    <a:pt x="240" y="1847"/>
                  </a:cubicBezTo>
                  <a:lnTo>
                    <a:pt x="718" y="1847"/>
                  </a:lnTo>
                  <a:lnTo>
                    <a:pt x="718" y="670"/>
                  </a:lnTo>
                  <a:cubicBezTo>
                    <a:pt x="718" y="517"/>
                    <a:pt x="651" y="374"/>
                    <a:pt x="527" y="287"/>
                  </a:cubicBezTo>
                  <a:lnTo>
                    <a:pt x="144"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5" name="Google Shape;10245;p63"/>
            <p:cNvSpPr/>
            <p:nvPr/>
          </p:nvSpPr>
          <p:spPr>
            <a:xfrm>
              <a:off x="6074796" y="3228996"/>
              <a:ext cx="18855" cy="48528"/>
            </a:xfrm>
            <a:custGeom>
              <a:avLst/>
              <a:gdLst/>
              <a:ahLst/>
              <a:cxnLst/>
              <a:rect l="l" t="t" r="r" b="b"/>
              <a:pathLst>
                <a:path w="718" h="1848" extrusionOk="0">
                  <a:moveTo>
                    <a:pt x="574" y="0"/>
                  </a:moveTo>
                  <a:lnTo>
                    <a:pt x="192" y="287"/>
                  </a:lnTo>
                  <a:cubicBezTo>
                    <a:pt x="67" y="374"/>
                    <a:pt x="0" y="517"/>
                    <a:pt x="0" y="670"/>
                  </a:cubicBezTo>
                  <a:lnTo>
                    <a:pt x="0" y="1847"/>
                  </a:lnTo>
                  <a:lnTo>
                    <a:pt x="479" y="1847"/>
                  </a:lnTo>
                  <a:cubicBezTo>
                    <a:pt x="603" y="1847"/>
                    <a:pt x="718" y="1742"/>
                    <a:pt x="718" y="1608"/>
                  </a:cubicBezTo>
                  <a:lnTo>
                    <a:pt x="718" y="421"/>
                  </a:lnTo>
                  <a:cubicBezTo>
                    <a:pt x="708" y="268"/>
                    <a:pt x="660" y="125"/>
                    <a:pt x="574"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6" name="Google Shape;10246;p63"/>
            <p:cNvSpPr/>
            <p:nvPr/>
          </p:nvSpPr>
          <p:spPr>
            <a:xfrm>
              <a:off x="5911170" y="3145306"/>
              <a:ext cx="50288" cy="75419"/>
            </a:xfrm>
            <a:custGeom>
              <a:avLst/>
              <a:gdLst/>
              <a:ahLst/>
              <a:cxnLst/>
              <a:rect l="l" t="t" r="r" b="b"/>
              <a:pathLst>
                <a:path w="1915" h="2872" extrusionOk="0">
                  <a:moveTo>
                    <a:pt x="719" y="0"/>
                  </a:moveTo>
                  <a:cubicBezTo>
                    <a:pt x="326" y="0"/>
                    <a:pt x="1" y="326"/>
                    <a:pt x="1" y="718"/>
                  </a:cubicBezTo>
                  <a:lnTo>
                    <a:pt x="1" y="1513"/>
                  </a:lnTo>
                  <a:cubicBezTo>
                    <a:pt x="10" y="1742"/>
                    <a:pt x="97" y="1972"/>
                    <a:pt x="240" y="2154"/>
                  </a:cubicBezTo>
                  <a:cubicBezTo>
                    <a:pt x="393" y="2336"/>
                    <a:pt x="479" y="2565"/>
                    <a:pt x="479" y="2805"/>
                  </a:cubicBezTo>
                  <a:lnTo>
                    <a:pt x="479" y="2872"/>
                  </a:lnTo>
                  <a:lnTo>
                    <a:pt x="1436" y="2872"/>
                  </a:lnTo>
                  <a:lnTo>
                    <a:pt x="1436" y="2738"/>
                  </a:lnTo>
                  <a:cubicBezTo>
                    <a:pt x="1436" y="2546"/>
                    <a:pt x="1503" y="2355"/>
                    <a:pt x="1628" y="2211"/>
                  </a:cubicBezTo>
                  <a:lnTo>
                    <a:pt x="1723" y="2106"/>
                  </a:lnTo>
                  <a:cubicBezTo>
                    <a:pt x="1838" y="1953"/>
                    <a:pt x="1905" y="1771"/>
                    <a:pt x="1915" y="1580"/>
                  </a:cubicBezTo>
                  <a:lnTo>
                    <a:pt x="1915" y="718"/>
                  </a:lnTo>
                  <a:cubicBezTo>
                    <a:pt x="1915" y="326"/>
                    <a:pt x="1599" y="0"/>
                    <a:pt x="119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7" name="Google Shape;10247;p63"/>
            <p:cNvSpPr/>
            <p:nvPr/>
          </p:nvSpPr>
          <p:spPr>
            <a:xfrm>
              <a:off x="5911170" y="3145306"/>
              <a:ext cx="28440" cy="75681"/>
            </a:xfrm>
            <a:custGeom>
              <a:avLst/>
              <a:gdLst/>
              <a:ahLst/>
              <a:cxnLst/>
              <a:rect l="l" t="t" r="r" b="b"/>
              <a:pathLst>
                <a:path w="1083" h="2882" extrusionOk="0">
                  <a:moveTo>
                    <a:pt x="719" y="0"/>
                  </a:moveTo>
                  <a:cubicBezTo>
                    <a:pt x="326" y="0"/>
                    <a:pt x="1" y="326"/>
                    <a:pt x="1" y="718"/>
                  </a:cubicBezTo>
                  <a:lnTo>
                    <a:pt x="1" y="1513"/>
                  </a:lnTo>
                  <a:cubicBezTo>
                    <a:pt x="10" y="1752"/>
                    <a:pt x="97" y="1972"/>
                    <a:pt x="240" y="2163"/>
                  </a:cubicBezTo>
                  <a:cubicBezTo>
                    <a:pt x="393" y="2336"/>
                    <a:pt x="479" y="2565"/>
                    <a:pt x="479" y="2805"/>
                  </a:cubicBezTo>
                  <a:lnTo>
                    <a:pt x="479" y="2881"/>
                  </a:lnTo>
                  <a:lnTo>
                    <a:pt x="958" y="2881"/>
                  </a:lnTo>
                  <a:lnTo>
                    <a:pt x="958" y="2805"/>
                  </a:lnTo>
                  <a:cubicBezTo>
                    <a:pt x="958" y="2584"/>
                    <a:pt x="920" y="2364"/>
                    <a:pt x="843" y="2163"/>
                  </a:cubicBezTo>
                  <a:cubicBezTo>
                    <a:pt x="766" y="1953"/>
                    <a:pt x="719" y="1733"/>
                    <a:pt x="719" y="1513"/>
                  </a:cubicBezTo>
                  <a:lnTo>
                    <a:pt x="719" y="718"/>
                  </a:lnTo>
                  <a:cubicBezTo>
                    <a:pt x="719" y="326"/>
                    <a:pt x="881" y="0"/>
                    <a:pt x="1082"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8" name="Google Shape;10248;p63"/>
            <p:cNvSpPr/>
            <p:nvPr/>
          </p:nvSpPr>
          <p:spPr>
            <a:xfrm>
              <a:off x="5911170" y="3145306"/>
              <a:ext cx="50288" cy="56564"/>
            </a:xfrm>
            <a:custGeom>
              <a:avLst/>
              <a:gdLst/>
              <a:ahLst/>
              <a:cxnLst/>
              <a:rect l="l" t="t" r="r" b="b"/>
              <a:pathLst>
                <a:path w="1915" h="2154" extrusionOk="0">
                  <a:moveTo>
                    <a:pt x="719" y="0"/>
                  </a:moveTo>
                  <a:cubicBezTo>
                    <a:pt x="326" y="0"/>
                    <a:pt x="1" y="326"/>
                    <a:pt x="1" y="718"/>
                  </a:cubicBezTo>
                  <a:lnTo>
                    <a:pt x="1" y="1197"/>
                  </a:lnTo>
                  <a:cubicBezTo>
                    <a:pt x="1" y="1733"/>
                    <a:pt x="432" y="2154"/>
                    <a:pt x="958" y="2154"/>
                  </a:cubicBezTo>
                  <a:cubicBezTo>
                    <a:pt x="1484" y="2154"/>
                    <a:pt x="1915" y="1733"/>
                    <a:pt x="1915" y="1197"/>
                  </a:cubicBezTo>
                  <a:lnTo>
                    <a:pt x="1915" y="718"/>
                  </a:lnTo>
                  <a:cubicBezTo>
                    <a:pt x="1915" y="326"/>
                    <a:pt x="1599" y="0"/>
                    <a:pt x="11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9" name="Google Shape;10249;p63"/>
            <p:cNvSpPr/>
            <p:nvPr/>
          </p:nvSpPr>
          <p:spPr>
            <a:xfrm>
              <a:off x="5911170" y="3145568"/>
              <a:ext cx="28177" cy="56065"/>
            </a:xfrm>
            <a:custGeom>
              <a:avLst/>
              <a:gdLst/>
              <a:ahLst/>
              <a:cxnLst/>
              <a:rect l="l" t="t" r="r" b="b"/>
              <a:pathLst>
                <a:path w="1073" h="2135" extrusionOk="0">
                  <a:moveTo>
                    <a:pt x="719" y="0"/>
                  </a:moveTo>
                  <a:cubicBezTo>
                    <a:pt x="317" y="0"/>
                    <a:pt x="1" y="316"/>
                    <a:pt x="1" y="718"/>
                  </a:cubicBezTo>
                  <a:lnTo>
                    <a:pt x="1" y="1196"/>
                  </a:lnTo>
                  <a:cubicBezTo>
                    <a:pt x="1" y="1675"/>
                    <a:pt x="355" y="2077"/>
                    <a:pt x="833" y="2134"/>
                  </a:cubicBezTo>
                  <a:cubicBezTo>
                    <a:pt x="757" y="1933"/>
                    <a:pt x="719" y="1723"/>
                    <a:pt x="719" y="1503"/>
                  </a:cubicBezTo>
                  <a:lnTo>
                    <a:pt x="719" y="718"/>
                  </a:lnTo>
                  <a:cubicBezTo>
                    <a:pt x="719" y="316"/>
                    <a:pt x="872" y="0"/>
                    <a:pt x="107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0" name="Google Shape;10250;p63"/>
            <p:cNvSpPr/>
            <p:nvPr/>
          </p:nvSpPr>
          <p:spPr>
            <a:xfrm>
              <a:off x="5892341" y="3214422"/>
              <a:ext cx="87971" cy="63103"/>
            </a:xfrm>
            <a:custGeom>
              <a:avLst/>
              <a:gdLst/>
              <a:ahLst/>
              <a:cxnLst/>
              <a:rect l="l" t="t" r="r" b="b"/>
              <a:pathLst>
                <a:path w="3350" h="2403" extrusionOk="0">
                  <a:moveTo>
                    <a:pt x="1426" y="0"/>
                  </a:moveTo>
                  <a:cubicBezTo>
                    <a:pt x="1273" y="10"/>
                    <a:pt x="1120" y="39"/>
                    <a:pt x="986" y="96"/>
                  </a:cubicBezTo>
                  <a:lnTo>
                    <a:pt x="459" y="307"/>
                  </a:lnTo>
                  <a:cubicBezTo>
                    <a:pt x="182" y="412"/>
                    <a:pt x="0" y="680"/>
                    <a:pt x="0" y="967"/>
                  </a:cubicBezTo>
                  <a:lnTo>
                    <a:pt x="0" y="2163"/>
                  </a:lnTo>
                  <a:cubicBezTo>
                    <a:pt x="0" y="2288"/>
                    <a:pt x="115" y="2402"/>
                    <a:pt x="239" y="2402"/>
                  </a:cubicBezTo>
                  <a:lnTo>
                    <a:pt x="3110" y="2402"/>
                  </a:lnTo>
                  <a:cubicBezTo>
                    <a:pt x="3244" y="2402"/>
                    <a:pt x="3350" y="2288"/>
                    <a:pt x="3350" y="2163"/>
                  </a:cubicBezTo>
                  <a:lnTo>
                    <a:pt x="3350" y="967"/>
                  </a:lnTo>
                  <a:cubicBezTo>
                    <a:pt x="3350" y="680"/>
                    <a:pt x="3177" y="412"/>
                    <a:pt x="2900" y="307"/>
                  </a:cubicBezTo>
                  <a:lnTo>
                    <a:pt x="2373" y="96"/>
                  </a:lnTo>
                  <a:cubicBezTo>
                    <a:pt x="2230" y="39"/>
                    <a:pt x="2077" y="10"/>
                    <a:pt x="192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1" name="Google Shape;10251;p63"/>
            <p:cNvSpPr/>
            <p:nvPr/>
          </p:nvSpPr>
          <p:spPr>
            <a:xfrm>
              <a:off x="5892341" y="3228996"/>
              <a:ext cx="18855" cy="48528"/>
            </a:xfrm>
            <a:custGeom>
              <a:avLst/>
              <a:gdLst/>
              <a:ahLst/>
              <a:cxnLst/>
              <a:rect l="l" t="t" r="r" b="b"/>
              <a:pathLst>
                <a:path w="718" h="1848" extrusionOk="0">
                  <a:moveTo>
                    <a:pt x="144" y="0"/>
                  </a:moveTo>
                  <a:cubicBezTo>
                    <a:pt x="48" y="125"/>
                    <a:pt x="0" y="268"/>
                    <a:pt x="0" y="421"/>
                  </a:cubicBezTo>
                  <a:lnTo>
                    <a:pt x="0" y="1608"/>
                  </a:lnTo>
                  <a:cubicBezTo>
                    <a:pt x="0" y="1742"/>
                    <a:pt x="105" y="1847"/>
                    <a:pt x="239" y="1847"/>
                  </a:cubicBezTo>
                  <a:lnTo>
                    <a:pt x="718" y="1847"/>
                  </a:lnTo>
                  <a:lnTo>
                    <a:pt x="718" y="670"/>
                  </a:lnTo>
                  <a:cubicBezTo>
                    <a:pt x="718" y="517"/>
                    <a:pt x="651" y="374"/>
                    <a:pt x="526" y="287"/>
                  </a:cubicBezTo>
                  <a:lnTo>
                    <a:pt x="144" y="0"/>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2" name="Google Shape;10252;p63"/>
            <p:cNvSpPr/>
            <p:nvPr/>
          </p:nvSpPr>
          <p:spPr>
            <a:xfrm>
              <a:off x="5961431" y="3228996"/>
              <a:ext cx="18881" cy="48528"/>
            </a:xfrm>
            <a:custGeom>
              <a:avLst/>
              <a:gdLst/>
              <a:ahLst/>
              <a:cxnLst/>
              <a:rect l="l" t="t" r="r" b="b"/>
              <a:pathLst>
                <a:path w="719" h="1848" extrusionOk="0">
                  <a:moveTo>
                    <a:pt x="585" y="0"/>
                  </a:moveTo>
                  <a:lnTo>
                    <a:pt x="192" y="287"/>
                  </a:lnTo>
                  <a:cubicBezTo>
                    <a:pt x="77" y="374"/>
                    <a:pt x="1" y="517"/>
                    <a:pt x="1" y="670"/>
                  </a:cubicBezTo>
                  <a:lnTo>
                    <a:pt x="1" y="1847"/>
                  </a:lnTo>
                  <a:lnTo>
                    <a:pt x="479" y="1847"/>
                  </a:lnTo>
                  <a:cubicBezTo>
                    <a:pt x="613" y="1847"/>
                    <a:pt x="719" y="1742"/>
                    <a:pt x="719" y="1608"/>
                  </a:cubicBezTo>
                  <a:lnTo>
                    <a:pt x="719" y="421"/>
                  </a:lnTo>
                  <a:cubicBezTo>
                    <a:pt x="719" y="268"/>
                    <a:pt x="671" y="125"/>
                    <a:pt x="585"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3" name="Google Shape;10253;p63"/>
            <p:cNvSpPr/>
            <p:nvPr/>
          </p:nvSpPr>
          <p:spPr>
            <a:xfrm>
              <a:off x="5798094" y="3145306"/>
              <a:ext cx="50288" cy="75419"/>
            </a:xfrm>
            <a:custGeom>
              <a:avLst/>
              <a:gdLst/>
              <a:ahLst/>
              <a:cxnLst/>
              <a:rect l="l" t="t" r="r" b="b"/>
              <a:pathLst>
                <a:path w="1915" h="2872" extrusionOk="0">
                  <a:moveTo>
                    <a:pt x="718" y="0"/>
                  </a:moveTo>
                  <a:cubicBezTo>
                    <a:pt x="316" y="0"/>
                    <a:pt x="0" y="326"/>
                    <a:pt x="0" y="718"/>
                  </a:cubicBezTo>
                  <a:lnTo>
                    <a:pt x="0" y="1513"/>
                  </a:lnTo>
                  <a:cubicBezTo>
                    <a:pt x="10" y="1742"/>
                    <a:pt x="96" y="1972"/>
                    <a:pt x="239" y="2154"/>
                  </a:cubicBezTo>
                  <a:cubicBezTo>
                    <a:pt x="393" y="2336"/>
                    <a:pt x="479" y="2565"/>
                    <a:pt x="479" y="2805"/>
                  </a:cubicBezTo>
                  <a:lnTo>
                    <a:pt x="479" y="2872"/>
                  </a:lnTo>
                  <a:lnTo>
                    <a:pt x="1436" y="2872"/>
                  </a:lnTo>
                  <a:lnTo>
                    <a:pt x="1436" y="2738"/>
                  </a:lnTo>
                  <a:cubicBezTo>
                    <a:pt x="1436" y="2546"/>
                    <a:pt x="1503" y="2355"/>
                    <a:pt x="1627" y="2211"/>
                  </a:cubicBezTo>
                  <a:lnTo>
                    <a:pt x="1723" y="2106"/>
                  </a:lnTo>
                  <a:cubicBezTo>
                    <a:pt x="1838" y="1953"/>
                    <a:pt x="1905" y="1771"/>
                    <a:pt x="1914" y="1580"/>
                  </a:cubicBezTo>
                  <a:lnTo>
                    <a:pt x="1914" y="718"/>
                  </a:lnTo>
                  <a:cubicBezTo>
                    <a:pt x="1914" y="326"/>
                    <a:pt x="1589" y="0"/>
                    <a:pt x="119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4" name="Google Shape;10254;p63"/>
            <p:cNvSpPr/>
            <p:nvPr/>
          </p:nvSpPr>
          <p:spPr>
            <a:xfrm>
              <a:off x="5798094" y="3145306"/>
              <a:ext cx="50288" cy="56564"/>
            </a:xfrm>
            <a:custGeom>
              <a:avLst/>
              <a:gdLst/>
              <a:ahLst/>
              <a:cxnLst/>
              <a:rect l="l" t="t" r="r" b="b"/>
              <a:pathLst>
                <a:path w="1915" h="2154" extrusionOk="0">
                  <a:moveTo>
                    <a:pt x="718" y="0"/>
                  </a:moveTo>
                  <a:cubicBezTo>
                    <a:pt x="316" y="0"/>
                    <a:pt x="0" y="326"/>
                    <a:pt x="0" y="718"/>
                  </a:cubicBezTo>
                  <a:lnTo>
                    <a:pt x="0" y="1197"/>
                  </a:lnTo>
                  <a:cubicBezTo>
                    <a:pt x="0" y="1733"/>
                    <a:pt x="431" y="2154"/>
                    <a:pt x="957" y="2154"/>
                  </a:cubicBezTo>
                  <a:cubicBezTo>
                    <a:pt x="1484" y="2154"/>
                    <a:pt x="1914" y="1733"/>
                    <a:pt x="1914" y="1197"/>
                  </a:cubicBezTo>
                  <a:lnTo>
                    <a:pt x="1914" y="718"/>
                  </a:lnTo>
                  <a:cubicBezTo>
                    <a:pt x="1914" y="326"/>
                    <a:pt x="1589" y="0"/>
                    <a:pt x="119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5" name="Google Shape;10255;p63"/>
            <p:cNvSpPr/>
            <p:nvPr/>
          </p:nvSpPr>
          <p:spPr>
            <a:xfrm>
              <a:off x="5779239" y="3214422"/>
              <a:ext cx="87997" cy="63103"/>
            </a:xfrm>
            <a:custGeom>
              <a:avLst/>
              <a:gdLst/>
              <a:ahLst/>
              <a:cxnLst/>
              <a:rect l="l" t="t" r="r" b="b"/>
              <a:pathLst>
                <a:path w="3351" h="2403" extrusionOk="0">
                  <a:moveTo>
                    <a:pt x="1426" y="0"/>
                  </a:moveTo>
                  <a:cubicBezTo>
                    <a:pt x="1273" y="10"/>
                    <a:pt x="1120" y="39"/>
                    <a:pt x="977" y="96"/>
                  </a:cubicBezTo>
                  <a:lnTo>
                    <a:pt x="450" y="307"/>
                  </a:lnTo>
                  <a:cubicBezTo>
                    <a:pt x="173" y="412"/>
                    <a:pt x="0" y="680"/>
                    <a:pt x="0" y="967"/>
                  </a:cubicBezTo>
                  <a:lnTo>
                    <a:pt x="0" y="2163"/>
                  </a:lnTo>
                  <a:cubicBezTo>
                    <a:pt x="0" y="2288"/>
                    <a:pt x="106" y="2402"/>
                    <a:pt x="240" y="2402"/>
                  </a:cubicBezTo>
                  <a:lnTo>
                    <a:pt x="3111" y="2402"/>
                  </a:lnTo>
                  <a:cubicBezTo>
                    <a:pt x="3245" y="2402"/>
                    <a:pt x="3350" y="2288"/>
                    <a:pt x="3350" y="2163"/>
                  </a:cubicBezTo>
                  <a:lnTo>
                    <a:pt x="3350" y="967"/>
                  </a:lnTo>
                  <a:cubicBezTo>
                    <a:pt x="3350" y="680"/>
                    <a:pt x="3168" y="412"/>
                    <a:pt x="2900" y="307"/>
                  </a:cubicBezTo>
                  <a:lnTo>
                    <a:pt x="2364" y="96"/>
                  </a:lnTo>
                  <a:cubicBezTo>
                    <a:pt x="2221" y="39"/>
                    <a:pt x="2077" y="10"/>
                    <a:pt x="1924"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6" name="Google Shape;10256;p63"/>
            <p:cNvSpPr/>
            <p:nvPr/>
          </p:nvSpPr>
          <p:spPr>
            <a:xfrm>
              <a:off x="5848356" y="3228996"/>
              <a:ext cx="18881" cy="48528"/>
            </a:xfrm>
            <a:custGeom>
              <a:avLst/>
              <a:gdLst/>
              <a:ahLst/>
              <a:cxnLst/>
              <a:rect l="l" t="t" r="r" b="b"/>
              <a:pathLst>
                <a:path w="719" h="1848" extrusionOk="0">
                  <a:moveTo>
                    <a:pt x="574" y="0"/>
                  </a:moveTo>
                  <a:lnTo>
                    <a:pt x="192" y="287"/>
                  </a:lnTo>
                  <a:cubicBezTo>
                    <a:pt x="67" y="374"/>
                    <a:pt x="0" y="517"/>
                    <a:pt x="0" y="670"/>
                  </a:cubicBezTo>
                  <a:lnTo>
                    <a:pt x="0" y="1847"/>
                  </a:lnTo>
                  <a:lnTo>
                    <a:pt x="479" y="1847"/>
                  </a:lnTo>
                  <a:cubicBezTo>
                    <a:pt x="613" y="1847"/>
                    <a:pt x="718" y="1742"/>
                    <a:pt x="718" y="1608"/>
                  </a:cubicBezTo>
                  <a:lnTo>
                    <a:pt x="718" y="421"/>
                  </a:lnTo>
                  <a:cubicBezTo>
                    <a:pt x="718" y="268"/>
                    <a:pt x="670" y="125"/>
                    <a:pt x="574"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7" name="Google Shape;10257;p63"/>
            <p:cNvSpPr/>
            <p:nvPr/>
          </p:nvSpPr>
          <p:spPr>
            <a:xfrm>
              <a:off x="5875482" y="2994521"/>
              <a:ext cx="121925" cy="25157"/>
            </a:xfrm>
            <a:custGeom>
              <a:avLst/>
              <a:gdLst/>
              <a:ahLst/>
              <a:cxnLst/>
              <a:rect l="l" t="t" r="r" b="b"/>
              <a:pathLst>
                <a:path w="4643" h="958" extrusionOk="0">
                  <a:moveTo>
                    <a:pt x="240" y="0"/>
                  </a:moveTo>
                  <a:cubicBezTo>
                    <a:pt x="97" y="0"/>
                    <a:pt x="1" y="153"/>
                    <a:pt x="68" y="278"/>
                  </a:cubicBezTo>
                  <a:lnTo>
                    <a:pt x="336" y="823"/>
                  </a:lnTo>
                  <a:cubicBezTo>
                    <a:pt x="374" y="909"/>
                    <a:pt x="460" y="957"/>
                    <a:pt x="556" y="957"/>
                  </a:cubicBezTo>
                  <a:lnTo>
                    <a:pt x="4087" y="957"/>
                  </a:lnTo>
                  <a:cubicBezTo>
                    <a:pt x="4174" y="957"/>
                    <a:pt x="4260" y="909"/>
                    <a:pt x="4298" y="823"/>
                  </a:cubicBezTo>
                  <a:lnTo>
                    <a:pt x="4575" y="278"/>
                  </a:lnTo>
                  <a:cubicBezTo>
                    <a:pt x="4642" y="153"/>
                    <a:pt x="4547" y="0"/>
                    <a:pt x="440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8" name="Google Shape;10258;p63"/>
            <p:cNvSpPr/>
            <p:nvPr/>
          </p:nvSpPr>
          <p:spPr>
            <a:xfrm>
              <a:off x="5917472" y="3038506"/>
              <a:ext cx="37709" cy="18855"/>
            </a:xfrm>
            <a:custGeom>
              <a:avLst/>
              <a:gdLst/>
              <a:ahLst/>
              <a:cxnLst/>
              <a:rect l="l" t="t" r="r" b="b"/>
              <a:pathLst>
                <a:path w="1436" h="718" extrusionOk="0">
                  <a:moveTo>
                    <a:pt x="239" y="0"/>
                  </a:moveTo>
                  <a:cubicBezTo>
                    <a:pt x="105" y="0"/>
                    <a:pt x="0" y="105"/>
                    <a:pt x="0" y="239"/>
                  </a:cubicBezTo>
                  <a:lnTo>
                    <a:pt x="0" y="479"/>
                  </a:lnTo>
                  <a:cubicBezTo>
                    <a:pt x="0" y="613"/>
                    <a:pt x="105" y="718"/>
                    <a:pt x="239" y="718"/>
                  </a:cubicBezTo>
                  <a:lnTo>
                    <a:pt x="1196" y="718"/>
                  </a:lnTo>
                  <a:cubicBezTo>
                    <a:pt x="1330" y="718"/>
                    <a:pt x="1436" y="613"/>
                    <a:pt x="1436" y="479"/>
                  </a:cubicBezTo>
                  <a:lnTo>
                    <a:pt x="1436" y="239"/>
                  </a:lnTo>
                  <a:cubicBezTo>
                    <a:pt x="1436" y="105"/>
                    <a:pt x="1330" y="0"/>
                    <a:pt x="1196"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59" name="Google Shape;10259;p63"/>
            <p:cNvSpPr/>
            <p:nvPr/>
          </p:nvSpPr>
          <p:spPr>
            <a:xfrm>
              <a:off x="5892341" y="3007073"/>
              <a:ext cx="87971" cy="12605"/>
            </a:xfrm>
            <a:custGeom>
              <a:avLst/>
              <a:gdLst/>
              <a:ahLst/>
              <a:cxnLst/>
              <a:rect l="l" t="t" r="r" b="b"/>
              <a:pathLst>
                <a:path w="3350" h="480" extrusionOk="0">
                  <a:moveTo>
                    <a:pt x="239" y="1"/>
                  </a:moveTo>
                  <a:cubicBezTo>
                    <a:pt x="105" y="1"/>
                    <a:pt x="0" y="106"/>
                    <a:pt x="0" y="240"/>
                  </a:cubicBezTo>
                  <a:lnTo>
                    <a:pt x="0" y="479"/>
                  </a:lnTo>
                  <a:lnTo>
                    <a:pt x="3350" y="479"/>
                  </a:lnTo>
                  <a:lnTo>
                    <a:pt x="3350" y="240"/>
                  </a:lnTo>
                  <a:cubicBezTo>
                    <a:pt x="3350" y="106"/>
                    <a:pt x="3244" y="1"/>
                    <a:pt x="3110"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60" name="Google Shape;10260;p63"/>
          <p:cNvGrpSpPr/>
          <p:nvPr/>
        </p:nvGrpSpPr>
        <p:grpSpPr>
          <a:xfrm>
            <a:off x="6185517" y="2788577"/>
            <a:ext cx="389830" cy="283004"/>
            <a:chOff x="6190130" y="2940977"/>
            <a:chExt cx="389830" cy="283004"/>
          </a:xfrm>
        </p:grpSpPr>
        <p:sp>
          <p:nvSpPr>
            <p:cNvPr id="10261" name="Google Shape;10261;p63"/>
            <p:cNvSpPr/>
            <p:nvPr/>
          </p:nvSpPr>
          <p:spPr>
            <a:xfrm>
              <a:off x="6208984" y="2940977"/>
              <a:ext cx="352120" cy="257873"/>
            </a:xfrm>
            <a:custGeom>
              <a:avLst/>
              <a:gdLst/>
              <a:ahLst/>
              <a:cxnLst/>
              <a:rect l="l" t="t" r="r" b="b"/>
              <a:pathLst>
                <a:path w="13409" h="9820" extrusionOk="0">
                  <a:moveTo>
                    <a:pt x="479" y="1"/>
                  </a:moveTo>
                  <a:cubicBezTo>
                    <a:pt x="211" y="1"/>
                    <a:pt x="1" y="221"/>
                    <a:pt x="1" y="479"/>
                  </a:cubicBezTo>
                  <a:lnTo>
                    <a:pt x="1" y="9820"/>
                  </a:lnTo>
                  <a:lnTo>
                    <a:pt x="13409" y="9820"/>
                  </a:lnTo>
                  <a:lnTo>
                    <a:pt x="13409" y="479"/>
                  </a:lnTo>
                  <a:cubicBezTo>
                    <a:pt x="13409" y="221"/>
                    <a:pt x="13198" y="1"/>
                    <a:pt x="12930"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2" name="Google Shape;10262;p63"/>
            <p:cNvSpPr/>
            <p:nvPr/>
          </p:nvSpPr>
          <p:spPr>
            <a:xfrm>
              <a:off x="6234115" y="2966370"/>
              <a:ext cx="301859" cy="201073"/>
            </a:xfrm>
            <a:custGeom>
              <a:avLst/>
              <a:gdLst/>
              <a:ahLst/>
              <a:cxnLst/>
              <a:rect l="l" t="t" r="r" b="b"/>
              <a:pathLst>
                <a:path w="11495" h="7657" extrusionOk="0">
                  <a:moveTo>
                    <a:pt x="240" y="0"/>
                  </a:moveTo>
                  <a:cubicBezTo>
                    <a:pt x="106" y="0"/>
                    <a:pt x="1" y="106"/>
                    <a:pt x="1" y="240"/>
                  </a:cubicBezTo>
                  <a:lnTo>
                    <a:pt x="1" y="7417"/>
                  </a:lnTo>
                  <a:cubicBezTo>
                    <a:pt x="1" y="7551"/>
                    <a:pt x="106" y="7657"/>
                    <a:pt x="240" y="7657"/>
                  </a:cubicBezTo>
                  <a:lnTo>
                    <a:pt x="11255" y="7657"/>
                  </a:lnTo>
                  <a:cubicBezTo>
                    <a:pt x="11389" y="7657"/>
                    <a:pt x="11495" y="7551"/>
                    <a:pt x="11495" y="7417"/>
                  </a:cubicBezTo>
                  <a:lnTo>
                    <a:pt x="11495" y="240"/>
                  </a:lnTo>
                  <a:cubicBezTo>
                    <a:pt x="11495" y="106"/>
                    <a:pt x="11389" y="0"/>
                    <a:pt x="1125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3" name="Google Shape;10263;p63"/>
            <p:cNvSpPr/>
            <p:nvPr/>
          </p:nvSpPr>
          <p:spPr>
            <a:xfrm>
              <a:off x="6234115" y="3129734"/>
              <a:ext cx="175942" cy="37709"/>
            </a:xfrm>
            <a:custGeom>
              <a:avLst/>
              <a:gdLst/>
              <a:ahLst/>
              <a:cxnLst/>
              <a:rect l="l" t="t" r="r" b="b"/>
              <a:pathLst>
                <a:path w="6700" h="1436" extrusionOk="0">
                  <a:moveTo>
                    <a:pt x="1" y="0"/>
                  </a:moveTo>
                  <a:lnTo>
                    <a:pt x="1" y="1196"/>
                  </a:lnTo>
                  <a:cubicBezTo>
                    <a:pt x="1" y="1330"/>
                    <a:pt x="106" y="1436"/>
                    <a:pt x="240" y="1436"/>
                  </a:cubicBezTo>
                  <a:lnTo>
                    <a:pt x="6700" y="1436"/>
                  </a:lnTo>
                  <a:lnTo>
                    <a:pt x="6700"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4" name="Google Shape;10264;p63"/>
            <p:cNvSpPr/>
            <p:nvPr/>
          </p:nvSpPr>
          <p:spPr>
            <a:xfrm>
              <a:off x="6410293" y="2966370"/>
              <a:ext cx="125680" cy="100550"/>
            </a:xfrm>
            <a:custGeom>
              <a:avLst/>
              <a:gdLst/>
              <a:ahLst/>
              <a:cxnLst/>
              <a:rect l="l" t="t" r="r" b="b"/>
              <a:pathLst>
                <a:path w="4786" h="3829" extrusionOk="0">
                  <a:moveTo>
                    <a:pt x="0" y="0"/>
                  </a:moveTo>
                  <a:lnTo>
                    <a:pt x="0" y="3829"/>
                  </a:lnTo>
                  <a:lnTo>
                    <a:pt x="4786" y="3829"/>
                  </a:lnTo>
                  <a:lnTo>
                    <a:pt x="4786" y="240"/>
                  </a:lnTo>
                  <a:cubicBezTo>
                    <a:pt x="4786" y="106"/>
                    <a:pt x="4680" y="0"/>
                    <a:pt x="4546"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5" name="Google Shape;10265;p63"/>
            <p:cNvSpPr/>
            <p:nvPr/>
          </p:nvSpPr>
          <p:spPr>
            <a:xfrm>
              <a:off x="6410293" y="3066893"/>
              <a:ext cx="125680" cy="100550"/>
            </a:xfrm>
            <a:custGeom>
              <a:avLst/>
              <a:gdLst/>
              <a:ahLst/>
              <a:cxnLst/>
              <a:rect l="l" t="t" r="r" b="b"/>
              <a:pathLst>
                <a:path w="4786" h="3829" extrusionOk="0">
                  <a:moveTo>
                    <a:pt x="0" y="1"/>
                  </a:moveTo>
                  <a:lnTo>
                    <a:pt x="0" y="3829"/>
                  </a:lnTo>
                  <a:lnTo>
                    <a:pt x="4546" y="3829"/>
                  </a:lnTo>
                  <a:cubicBezTo>
                    <a:pt x="4680" y="3829"/>
                    <a:pt x="4786" y="3714"/>
                    <a:pt x="4786" y="3589"/>
                  </a:cubicBezTo>
                  <a:lnTo>
                    <a:pt x="4786"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6" name="Google Shape;10266;p63"/>
            <p:cNvSpPr/>
            <p:nvPr/>
          </p:nvSpPr>
          <p:spPr>
            <a:xfrm>
              <a:off x="6190130" y="3192547"/>
              <a:ext cx="389830" cy="31433"/>
            </a:xfrm>
            <a:custGeom>
              <a:avLst/>
              <a:gdLst/>
              <a:ahLst/>
              <a:cxnLst/>
              <a:rect l="l" t="t" r="r" b="b"/>
              <a:pathLst>
                <a:path w="14845" h="1197" extrusionOk="0">
                  <a:moveTo>
                    <a:pt x="240" y="1"/>
                  </a:moveTo>
                  <a:cubicBezTo>
                    <a:pt x="106" y="1"/>
                    <a:pt x="1" y="106"/>
                    <a:pt x="1" y="240"/>
                  </a:cubicBezTo>
                  <a:lnTo>
                    <a:pt x="1" y="718"/>
                  </a:lnTo>
                  <a:cubicBezTo>
                    <a:pt x="1" y="986"/>
                    <a:pt x="211" y="1197"/>
                    <a:pt x="479" y="1197"/>
                  </a:cubicBezTo>
                  <a:lnTo>
                    <a:pt x="14366" y="1197"/>
                  </a:lnTo>
                  <a:cubicBezTo>
                    <a:pt x="14634" y="1197"/>
                    <a:pt x="14844" y="986"/>
                    <a:pt x="14844" y="718"/>
                  </a:cubicBezTo>
                  <a:lnTo>
                    <a:pt x="14844" y="240"/>
                  </a:lnTo>
                  <a:cubicBezTo>
                    <a:pt x="14844" y="106"/>
                    <a:pt x="14739" y="1"/>
                    <a:pt x="14605" y="1"/>
                  </a:cubicBezTo>
                  <a:close/>
                </a:path>
              </a:pathLst>
            </a:custGeom>
            <a:solidFill>
              <a:srgbClr val="C5D1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7" name="Google Shape;10267;p63"/>
            <p:cNvSpPr/>
            <p:nvPr/>
          </p:nvSpPr>
          <p:spPr>
            <a:xfrm>
              <a:off x="6190130" y="3192547"/>
              <a:ext cx="389830" cy="12605"/>
            </a:xfrm>
            <a:custGeom>
              <a:avLst/>
              <a:gdLst/>
              <a:ahLst/>
              <a:cxnLst/>
              <a:rect l="l" t="t" r="r" b="b"/>
              <a:pathLst>
                <a:path w="14845" h="480" extrusionOk="0">
                  <a:moveTo>
                    <a:pt x="240" y="1"/>
                  </a:moveTo>
                  <a:cubicBezTo>
                    <a:pt x="106" y="1"/>
                    <a:pt x="1" y="106"/>
                    <a:pt x="1" y="240"/>
                  </a:cubicBezTo>
                  <a:lnTo>
                    <a:pt x="1" y="479"/>
                  </a:lnTo>
                  <a:lnTo>
                    <a:pt x="14844" y="479"/>
                  </a:lnTo>
                  <a:lnTo>
                    <a:pt x="14844" y="240"/>
                  </a:lnTo>
                  <a:cubicBezTo>
                    <a:pt x="14844" y="106"/>
                    <a:pt x="14739" y="1"/>
                    <a:pt x="1460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8" name="Google Shape;10268;p63"/>
            <p:cNvSpPr/>
            <p:nvPr/>
          </p:nvSpPr>
          <p:spPr>
            <a:xfrm>
              <a:off x="6347217" y="3192547"/>
              <a:ext cx="75419" cy="18881"/>
            </a:xfrm>
            <a:custGeom>
              <a:avLst/>
              <a:gdLst/>
              <a:ahLst/>
              <a:cxnLst/>
              <a:rect l="l" t="t" r="r" b="b"/>
              <a:pathLst>
                <a:path w="2872" h="719" extrusionOk="0">
                  <a:moveTo>
                    <a:pt x="0" y="1"/>
                  </a:moveTo>
                  <a:lnTo>
                    <a:pt x="345" y="508"/>
                  </a:lnTo>
                  <a:cubicBezTo>
                    <a:pt x="431" y="642"/>
                    <a:pt x="584" y="718"/>
                    <a:pt x="737" y="718"/>
                  </a:cubicBezTo>
                  <a:lnTo>
                    <a:pt x="2144" y="718"/>
                  </a:lnTo>
                  <a:cubicBezTo>
                    <a:pt x="2297" y="718"/>
                    <a:pt x="2450" y="632"/>
                    <a:pt x="2536" y="508"/>
                  </a:cubicBezTo>
                  <a:lnTo>
                    <a:pt x="2871"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9" name="Google Shape;10269;p63"/>
            <p:cNvSpPr/>
            <p:nvPr/>
          </p:nvSpPr>
          <p:spPr>
            <a:xfrm>
              <a:off x="6441700" y="3041763"/>
              <a:ext cx="62866" cy="25157"/>
            </a:xfrm>
            <a:custGeom>
              <a:avLst/>
              <a:gdLst/>
              <a:ahLst/>
              <a:cxnLst/>
              <a:rect l="l" t="t" r="r" b="b"/>
              <a:pathLst>
                <a:path w="2394" h="958" extrusionOk="0">
                  <a:moveTo>
                    <a:pt x="719" y="1"/>
                  </a:moveTo>
                  <a:lnTo>
                    <a:pt x="326" y="125"/>
                  </a:lnTo>
                  <a:cubicBezTo>
                    <a:pt x="135" y="192"/>
                    <a:pt x="1" y="374"/>
                    <a:pt x="1" y="584"/>
                  </a:cubicBezTo>
                  <a:lnTo>
                    <a:pt x="1" y="958"/>
                  </a:lnTo>
                  <a:lnTo>
                    <a:pt x="2393" y="958"/>
                  </a:lnTo>
                  <a:lnTo>
                    <a:pt x="2393" y="584"/>
                  </a:lnTo>
                  <a:cubicBezTo>
                    <a:pt x="2393" y="374"/>
                    <a:pt x="2259" y="192"/>
                    <a:pt x="2068" y="125"/>
                  </a:cubicBezTo>
                  <a:lnTo>
                    <a:pt x="1676" y="1"/>
                  </a:ln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0" name="Google Shape;10270;p63"/>
            <p:cNvSpPr/>
            <p:nvPr/>
          </p:nvSpPr>
          <p:spPr>
            <a:xfrm>
              <a:off x="6460555" y="3022908"/>
              <a:ext cx="25157" cy="31459"/>
            </a:xfrm>
            <a:custGeom>
              <a:avLst/>
              <a:gdLst/>
              <a:ahLst/>
              <a:cxnLst/>
              <a:rect l="l" t="t" r="r" b="b"/>
              <a:pathLst>
                <a:path w="958" h="1198" extrusionOk="0">
                  <a:moveTo>
                    <a:pt x="1" y="1"/>
                  </a:moveTo>
                  <a:lnTo>
                    <a:pt x="1" y="719"/>
                  </a:lnTo>
                  <a:cubicBezTo>
                    <a:pt x="1" y="977"/>
                    <a:pt x="211" y="1197"/>
                    <a:pt x="479" y="1197"/>
                  </a:cubicBezTo>
                  <a:cubicBezTo>
                    <a:pt x="737" y="1197"/>
                    <a:pt x="958" y="977"/>
                    <a:pt x="958" y="719"/>
                  </a:cubicBezTo>
                  <a:lnTo>
                    <a:pt x="958"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1" name="Google Shape;10271;p63"/>
            <p:cNvSpPr/>
            <p:nvPr/>
          </p:nvSpPr>
          <p:spPr>
            <a:xfrm>
              <a:off x="6454279" y="2991501"/>
              <a:ext cx="37709" cy="44012"/>
            </a:xfrm>
            <a:custGeom>
              <a:avLst/>
              <a:gdLst/>
              <a:ahLst/>
              <a:cxnLst/>
              <a:rect l="l" t="t" r="r" b="b"/>
              <a:pathLst>
                <a:path w="1436" h="1676" extrusionOk="0">
                  <a:moveTo>
                    <a:pt x="479" y="0"/>
                  </a:moveTo>
                  <a:cubicBezTo>
                    <a:pt x="211" y="0"/>
                    <a:pt x="0" y="211"/>
                    <a:pt x="0" y="479"/>
                  </a:cubicBezTo>
                  <a:lnTo>
                    <a:pt x="0" y="957"/>
                  </a:lnTo>
                  <a:cubicBezTo>
                    <a:pt x="0" y="1350"/>
                    <a:pt x="316" y="1675"/>
                    <a:pt x="718" y="1675"/>
                  </a:cubicBezTo>
                  <a:cubicBezTo>
                    <a:pt x="1110" y="1675"/>
                    <a:pt x="1436" y="1350"/>
                    <a:pt x="1436" y="957"/>
                  </a:cubicBezTo>
                  <a:lnTo>
                    <a:pt x="1436" y="479"/>
                  </a:lnTo>
                  <a:cubicBezTo>
                    <a:pt x="1436" y="211"/>
                    <a:pt x="1216" y="0"/>
                    <a:pt x="95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2" name="Google Shape;10272;p63"/>
            <p:cNvSpPr/>
            <p:nvPr/>
          </p:nvSpPr>
          <p:spPr>
            <a:xfrm>
              <a:off x="6454069" y="2991501"/>
              <a:ext cx="25367" cy="43907"/>
            </a:xfrm>
            <a:custGeom>
              <a:avLst/>
              <a:gdLst/>
              <a:ahLst/>
              <a:cxnLst/>
              <a:rect l="l" t="t" r="r" b="b"/>
              <a:pathLst>
                <a:path w="966" h="1672" extrusionOk="0">
                  <a:moveTo>
                    <a:pt x="487" y="0"/>
                  </a:moveTo>
                  <a:cubicBezTo>
                    <a:pt x="219" y="0"/>
                    <a:pt x="8" y="211"/>
                    <a:pt x="8" y="479"/>
                  </a:cubicBezTo>
                  <a:lnTo>
                    <a:pt x="8" y="957"/>
                  </a:lnTo>
                  <a:cubicBezTo>
                    <a:pt x="0" y="1360"/>
                    <a:pt x="338" y="1672"/>
                    <a:pt x="719" y="1672"/>
                  </a:cubicBezTo>
                  <a:cubicBezTo>
                    <a:pt x="800" y="1672"/>
                    <a:pt x="883" y="1658"/>
                    <a:pt x="965" y="1627"/>
                  </a:cubicBezTo>
                  <a:cubicBezTo>
                    <a:pt x="678" y="1522"/>
                    <a:pt x="487" y="1254"/>
                    <a:pt x="487" y="957"/>
                  </a:cubicBezTo>
                  <a:lnTo>
                    <a:pt x="487" y="479"/>
                  </a:lnTo>
                  <a:cubicBezTo>
                    <a:pt x="487" y="211"/>
                    <a:pt x="697" y="0"/>
                    <a:pt x="965"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3" name="Google Shape;10273;p63"/>
            <p:cNvSpPr/>
            <p:nvPr/>
          </p:nvSpPr>
          <p:spPr>
            <a:xfrm>
              <a:off x="6454279" y="2991501"/>
              <a:ext cx="37709" cy="18881"/>
            </a:xfrm>
            <a:custGeom>
              <a:avLst/>
              <a:gdLst/>
              <a:ahLst/>
              <a:cxnLst/>
              <a:rect l="l" t="t" r="r" b="b"/>
              <a:pathLst>
                <a:path w="1436" h="719" extrusionOk="0">
                  <a:moveTo>
                    <a:pt x="479" y="0"/>
                  </a:moveTo>
                  <a:cubicBezTo>
                    <a:pt x="211" y="0"/>
                    <a:pt x="0" y="211"/>
                    <a:pt x="0" y="479"/>
                  </a:cubicBezTo>
                  <a:cubicBezTo>
                    <a:pt x="469" y="613"/>
                    <a:pt x="948" y="699"/>
                    <a:pt x="1436" y="718"/>
                  </a:cubicBezTo>
                  <a:lnTo>
                    <a:pt x="1436" y="479"/>
                  </a:lnTo>
                  <a:cubicBezTo>
                    <a:pt x="1436" y="211"/>
                    <a:pt x="1216" y="0"/>
                    <a:pt x="9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4" name="Google Shape;10274;p63"/>
            <p:cNvSpPr/>
            <p:nvPr/>
          </p:nvSpPr>
          <p:spPr>
            <a:xfrm>
              <a:off x="6454279" y="2991501"/>
              <a:ext cx="25157" cy="15598"/>
            </a:xfrm>
            <a:custGeom>
              <a:avLst/>
              <a:gdLst/>
              <a:ahLst/>
              <a:cxnLst/>
              <a:rect l="l" t="t" r="r" b="b"/>
              <a:pathLst>
                <a:path w="958" h="594" extrusionOk="0">
                  <a:moveTo>
                    <a:pt x="479" y="0"/>
                  </a:moveTo>
                  <a:cubicBezTo>
                    <a:pt x="211" y="0"/>
                    <a:pt x="0" y="211"/>
                    <a:pt x="0" y="479"/>
                  </a:cubicBezTo>
                  <a:cubicBezTo>
                    <a:pt x="153" y="527"/>
                    <a:pt x="316" y="565"/>
                    <a:pt x="479" y="594"/>
                  </a:cubicBezTo>
                  <a:lnTo>
                    <a:pt x="479" y="479"/>
                  </a:lnTo>
                  <a:cubicBezTo>
                    <a:pt x="479" y="211"/>
                    <a:pt x="689" y="0"/>
                    <a:pt x="95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5" name="Google Shape;10275;p63"/>
            <p:cNvSpPr/>
            <p:nvPr/>
          </p:nvSpPr>
          <p:spPr>
            <a:xfrm>
              <a:off x="6441700" y="3142286"/>
              <a:ext cx="62866" cy="25157"/>
            </a:xfrm>
            <a:custGeom>
              <a:avLst/>
              <a:gdLst/>
              <a:ahLst/>
              <a:cxnLst/>
              <a:rect l="l" t="t" r="r" b="b"/>
              <a:pathLst>
                <a:path w="2394" h="958" extrusionOk="0">
                  <a:moveTo>
                    <a:pt x="719" y="1"/>
                  </a:moveTo>
                  <a:lnTo>
                    <a:pt x="326" y="135"/>
                  </a:lnTo>
                  <a:cubicBezTo>
                    <a:pt x="135" y="192"/>
                    <a:pt x="1" y="374"/>
                    <a:pt x="1" y="584"/>
                  </a:cubicBezTo>
                  <a:lnTo>
                    <a:pt x="1" y="958"/>
                  </a:lnTo>
                  <a:lnTo>
                    <a:pt x="2393" y="958"/>
                  </a:lnTo>
                  <a:lnTo>
                    <a:pt x="2393" y="584"/>
                  </a:lnTo>
                  <a:cubicBezTo>
                    <a:pt x="2393" y="374"/>
                    <a:pt x="2259" y="192"/>
                    <a:pt x="2068" y="135"/>
                  </a:cubicBezTo>
                  <a:lnTo>
                    <a:pt x="1676" y="1"/>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6" name="Google Shape;10276;p63"/>
            <p:cNvSpPr/>
            <p:nvPr/>
          </p:nvSpPr>
          <p:spPr>
            <a:xfrm>
              <a:off x="6460555" y="3123431"/>
              <a:ext cx="25157" cy="31459"/>
            </a:xfrm>
            <a:custGeom>
              <a:avLst/>
              <a:gdLst/>
              <a:ahLst/>
              <a:cxnLst/>
              <a:rect l="l" t="t" r="r" b="b"/>
              <a:pathLst>
                <a:path w="958" h="1198" extrusionOk="0">
                  <a:moveTo>
                    <a:pt x="1" y="1"/>
                  </a:moveTo>
                  <a:lnTo>
                    <a:pt x="1" y="719"/>
                  </a:lnTo>
                  <a:cubicBezTo>
                    <a:pt x="1" y="977"/>
                    <a:pt x="211" y="1197"/>
                    <a:pt x="479" y="1197"/>
                  </a:cubicBezTo>
                  <a:cubicBezTo>
                    <a:pt x="737" y="1197"/>
                    <a:pt x="958" y="977"/>
                    <a:pt x="958" y="719"/>
                  </a:cubicBezTo>
                  <a:lnTo>
                    <a:pt x="958"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7" name="Google Shape;10277;p63"/>
            <p:cNvSpPr/>
            <p:nvPr/>
          </p:nvSpPr>
          <p:spPr>
            <a:xfrm>
              <a:off x="6454279" y="3092024"/>
              <a:ext cx="37709" cy="44012"/>
            </a:xfrm>
            <a:custGeom>
              <a:avLst/>
              <a:gdLst/>
              <a:ahLst/>
              <a:cxnLst/>
              <a:rect l="l" t="t" r="r" b="b"/>
              <a:pathLst>
                <a:path w="1436" h="1676" extrusionOk="0">
                  <a:moveTo>
                    <a:pt x="479" y="1"/>
                  </a:moveTo>
                  <a:cubicBezTo>
                    <a:pt x="211" y="1"/>
                    <a:pt x="0" y="211"/>
                    <a:pt x="0" y="479"/>
                  </a:cubicBezTo>
                  <a:lnTo>
                    <a:pt x="0" y="958"/>
                  </a:lnTo>
                  <a:cubicBezTo>
                    <a:pt x="0" y="1350"/>
                    <a:pt x="316" y="1675"/>
                    <a:pt x="718" y="1675"/>
                  </a:cubicBezTo>
                  <a:cubicBezTo>
                    <a:pt x="1110" y="1675"/>
                    <a:pt x="1436" y="1350"/>
                    <a:pt x="1436" y="958"/>
                  </a:cubicBezTo>
                  <a:lnTo>
                    <a:pt x="1436" y="479"/>
                  </a:lnTo>
                  <a:cubicBezTo>
                    <a:pt x="1436" y="211"/>
                    <a:pt x="1216" y="1"/>
                    <a:pt x="95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8" name="Google Shape;10278;p63"/>
            <p:cNvSpPr/>
            <p:nvPr/>
          </p:nvSpPr>
          <p:spPr>
            <a:xfrm>
              <a:off x="6454069" y="3092024"/>
              <a:ext cx="25367" cy="43933"/>
            </a:xfrm>
            <a:custGeom>
              <a:avLst/>
              <a:gdLst/>
              <a:ahLst/>
              <a:cxnLst/>
              <a:rect l="l" t="t" r="r" b="b"/>
              <a:pathLst>
                <a:path w="966" h="1673" extrusionOk="0">
                  <a:moveTo>
                    <a:pt x="487" y="1"/>
                  </a:moveTo>
                  <a:cubicBezTo>
                    <a:pt x="219" y="1"/>
                    <a:pt x="8" y="211"/>
                    <a:pt x="8" y="479"/>
                  </a:cubicBezTo>
                  <a:lnTo>
                    <a:pt x="8" y="958"/>
                  </a:lnTo>
                  <a:cubicBezTo>
                    <a:pt x="0" y="1367"/>
                    <a:pt x="335" y="1672"/>
                    <a:pt x="715" y="1672"/>
                  </a:cubicBezTo>
                  <a:cubicBezTo>
                    <a:pt x="798" y="1672"/>
                    <a:pt x="882" y="1658"/>
                    <a:pt x="965" y="1628"/>
                  </a:cubicBezTo>
                  <a:cubicBezTo>
                    <a:pt x="678" y="1532"/>
                    <a:pt x="487" y="1254"/>
                    <a:pt x="487" y="958"/>
                  </a:cubicBezTo>
                  <a:lnTo>
                    <a:pt x="487" y="479"/>
                  </a:lnTo>
                  <a:cubicBezTo>
                    <a:pt x="487" y="211"/>
                    <a:pt x="697" y="1"/>
                    <a:pt x="96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79" name="Google Shape;10279;p63"/>
            <p:cNvSpPr/>
            <p:nvPr/>
          </p:nvSpPr>
          <p:spPr>
            <a:xfrm>
              <a:off x="6454279" y="3092024"/>
              <a:ext cx="37709" cy="18881"/>
            </a:xfrm>
            <a:custGeom>
              <a:avLst/>
              <a:gdLst/>
              <a:ahLst/>
              <a:cxnLst/>
              <a:rect l="l" t="t" r="r" b="b"/>
              <a:pathLst>
                <a:path w="1436" h="719" extrusionOk="0">
                  <a:moveTo>
                    <a:pt x="479" y="1"/>
                  </a:moveTo>
                  <a:cubicBezTo>
                    <a:pt x="211" y="1"/>
                    <a:pt x="0" y="211"/>
                    <a:pt x="0" y="479"/>
                  </a:cubicBezTo>
                  <a:cubicBezTo>
                    <a:pt x="469" y="613"/>
                    <a:pt x="948" y="699"/>
                    <a:pt x="1436" y="718"/>
                  </a:cubicBezTo>
                  <a:lnTo>
                    <a:pt x="1436" y="479"/>
                  </a:lnTo>
                  <a:cubicBezTo>
                    <a:pt x="1436" y="211"/>
                    <a:pt x="1216" y="1"/>
                    <a:pt x="9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0" name="Google Shape;10280;p63"/>
            <p:cNvSpPr/>
            <p:nvPr/>
          </p:nvSpPr>
          <p:spPr>
            <a:xfrm>
              <a:off x="6454279" y="3092024"/>
              <a:ext cx="25157" cy="15598"/>
            </a:xfrm>
            <a:custGeom>
              <a:avLst/>
              <a:gdLst/>
              <a:ahLst/>
              <a:cxnLst/>
              <a:rect l="l" t="t" r="r" b="b"/>
              <a:pathLst>
                <a:path w="958" h="594" extrusionOk="0">
                  <a:moveTo>
                    <a:pt x="479" y="1"/>
                  </a:moveTo>
                  <a:cubicBezTo>
                    <a:pt x="211" y="1"/>
                    <a:pt x="0" y="211"/>
                    <a:pt x="0" y="479"/>
                  </a:cubicBezTo>
                  <a:cubicBezTo>
                    <a:pt x="153" y="527"/>
                    <a:pt x="316" y="565"/>
                    <a:pt x="479" y="594"/>
                  </a:cubicBezTo>
                  <a:lnTo>
                    <a:pt x="479" y="479"/>
                  </a:lnTo>
                  <a:cubicBezTo>
                    <a:pt x="479" y="211"/>
                    <a:pt x="689" y="1"/>
                    <a:pt x="95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1" name="Google Shape;10281;p63"/>
            <p:cNvSpPr/>
            <p:nvPr/>
          </p:nvSpPr>
          <p:spPr>
            <a:xfrm>
              <a:off x="6284377" y="3048039"/>
              <a:ext cx="75419" cy="94273"/>
            </a:xfrm>
            <a:custGeom>
              <a:avLst/>
              <a:gdLst/>
              <a:ahLst/>
              <a:cxnLst/>
              <a:rect l="l" t="t" r="r" b="b"/>
              <a:pathLst>
                <a:path w="2872" h="3590" extrusionOk="0">
                  <a:moveTo>
                    <a:pt x="967" y="1"/>
                  </a:moveTo>
                  <a:lnTo>
                    <a:pt x="967" y="479"/>
                  </a:lnTo>
                  <a:cubicBezTo>
                    <a:pt x="958" y="565"/>
                    <a:pt x="910" y="652"/>
                    <a:pt x="833" y="690"/>
                  </a:cubicBezTo>
                  <a:lnTo>
                    <a:pt x="269" y="967"/>
                  </a:lnTo>
                  <a:cubicBezTo>
                    <a:pt x="106" y="1053"/>
                    <a:pt x="1" y="1216"/>
                    <a:pt x="1" y="1398"/>
                  </a:cubicBezTo>
                  <a:lnTo>
                    <a:pt x="1" y="3350"/>
                  </a:lnTo>
                  <a:cubicBezTo>
                    <a:pt x="1" y="3484"/>
                    <a:pt x="116" y="3590"/>
                    <a:pt x="240" y="3590"/>
                  </a:cubicBezTo>
                  <a:lnTo>
                    <a:pt x="2633" y="3590"/>
                  </a:lnTo>
                  <a:cubicBezTo>
                    <a:pt x="2767" y="3590"/>
                    <a:pt x="2872" y="3484"/>
                    <a:pt x="2872" y="3350"/>
                  </a:cubicBezTo>
                  <a:lnTo>
                    <a:pt x="2872" y="1398"/>
                  </a:lnTo>
                  <a:cubicBezTo>
                    <a:pt x="2872" y="1216"/>
                    <a:pt x="2776" y="1053"/>
                    <a:pt x="2613" y="967"/>
                  </a:cubicBezTo>
                  <a:lnTo>
                    <a:pt x="2049" y="690"/>
                  </a:lnTo>
                  <a:cubicBezTo>
                    <a:pt x="1972" y="652"/>
                    <a:pt x="1924" y="565"/>
                    <a:pt x="1924" y="479"/>
                  </a:cubicBezTo>
                  <a:lnTo>
                    <a:pt x="1924"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2" name="Google Shape;10282;p63"/>
            <p:cNvSpPr/>
            <p:nvPr/>
          </p:nvSpPr>
          <p:spPr>
            <a:xfrm>
              <a:off x="6308247" y="3048039"/>
              <a:ext cx="27678" cy="18750"/>
            </a:xfrm>
            <a:custGeom>
              <a:avLst/>
              <a:gdLst/>
              <a:ahLst/>
              <a:cxnLst/>
              <a:rect l="l" t="t" r="r" b="b"/>
              <a:pathLst>
                <a:path w="1054" h="714" extrusionOk="0">
                  <a:moveTo>
                    <a:pt x="49" y="1"/>
                  </a:moveTo>
                  <a:lnTo>
                    <a:pt x="49" y="479"/>
                  </a:lnTo>
                  <a:cubicBezTo>
                    <a:pt x="49" y="527"/>
                    <a:pt x="30" y="575"/>
                    <a:pt x="1" y="613"/>
                  </a:cubicBezTo>
                  <a:cubicBezTo>
                    <a:pt x="168" y="680"/>
                    <a:pt x="348" y="714"/>
                    <a:pt x="527" y="714"/>
                  </a:cubicBezTo>
                  <a:cubicBezTo>
                    <a:pt x="707" y="714"/>
                    <a:pt x="886" y="680"/>
                    <a:pt x="1054" y="613"/>
                  </a:cubicBezTo>
                  <a:cubicBezTo>
                    <a:pt x="1025" y="575"/>
                    <a:pt x="1006" y="527"/>
                    <a:pt x="1006" y="479"/>
                  </a:cubicBezTo>
                  <a:lnTo>
                    <a:pt x="1006"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3" name="Google Shape;10283;p63"/>
            <p:cNvSpPr/>
            <p:nvPr/>
          </p:nvSpPr>
          <p:spPr>
            <a:xfrm>
              <a:off x="6284377" y="3067891"/>
              <a:ext cx="75681" cy="74421"/>
            </a:xfrm>
            <a:custGeom>
              <a:avLst/>
              <a:gdLst/>
              <a:ahLst/>
              <a:cxnLst/>
              <a:rect l="l" t="t" r="r" b="b"/>
              <a:pathLst>
                <a:path w="2882" h="2834" extrusionOk="0">
                  <a:moveTo>
                    <a:pt x="709" y="1"/>
                  </a:moveTo>
                  <a:lnTo>
                    <a:pt x="269" y="211"/>
                  </a:lnTo>
                  <a:cubicBezTo>
                    <a:pt x="106" y="297"/>
                    <a:pt x="1" y="460"/>
                    <a:pt x="1" y="642"/>
                  </a:cubicBezTo>
                  <a:lnTo>
                    <a:pt x="1" y="2594"/>
                  </a:lnTo>
                  <a:cubicBezTo>
                    <a:pt x="1" y="2728"/>
                    <a:pt x="116" y="2834"/>
                    <a:pt x="240" y="2834"/>
                  </a:cubicBezTo>
                  <a:lnTo>
                    <a:pt x="2633" y="2834"/>
                  </a:lnTo>
                  <a:cubicBezTo>
                    <a:pt x="2767" y="2834"/>
                    <a:pt x="2872" y="2728"/>
                    <a:pt x="2872" y="2594"/>
                  </a:cubicBezTo>
                  <a:lnTo>
                    <a:pt x="2872" y="642"/>
                  </a:lnTo>
                  <a:cubicBezTo>
                    <a:pt x="2881" y="460"/>
                    <a:pt x="2776" y="297"/>
                    <a:pt x="2613" y="211"/>
                  </a:cubicBezTo>
                  <a:lnTo>
                    <a:pt x="2173" y="1"/>
                  </a:lnTo>
                  <a:cubicBezTo>
                    <a:pt x="1987" y="230"/>
                    <a:pt x="1714" y="345"/>
                    <a:pt x="1441" y="345"/>
                  </a:cubicBezTo>
                  <a:cubicBezTo>
                    <a:pt x="1168" y="345"/>
                    <a:pt x="896" y="230"/>
                    <a:pt x="70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4" name="Google Shape;10284;p63"/>
            <p:cNvSpPr/>
            <p:nvPr/>
          </p:nvSpPr>
          <p:spPr>
            <a:xfrm>
              <a:off x="6296955" y="2997777"/>
              <a:ext cx="50288" cy="56590"/>
            </a:xfrm>
            <a:custGeom>
              <a:avLst/>
              <a:gdLst/>
              <a:ahLst/>
              <a:cxnLst/>
              <a:rect l="l" t="t" r="r" b="b"/>
              <a:pathLst>
                <a:path w="1915" h="2155" extrusionOk="0">
                  <a:moveTo>
                    <a:pt x="718" y="1"/>
                  </a:moveTo>
                  <a:cubicBezTo>
                    <a:pt x="326" y="1"/>
                    <a:pt x="0" y="317"/>
                    <a:pt x="0" y="718"/>
                  </a:cubicBezTo>
                  <a:lnTo>
                    <a:pt x="0" y="1197"/>
                  </a:lnTo>
                  <a:cubicBezTo>
                    <a:pt x="0" y="1723"/>
                    <a:pt x="431" y="2154"/>
                    <a:pt x="957" y="2154"/>
                  </a:cubicBezTo>
                  <a:cubicBezTo>
                    <a:pt x="1484" y="2154"/>
                    <a:pt x="1914" y="1723"/>
                    <a:pt x="1914" y="1197"/>
                  </a:cubicBezTo>
                  <a:lnTo>
                    <a:pt x="1914" y="718"/>
                  </a:lnTo>
                  <a:cubicBezTo>
                    <a:pt x="1914" y="317"/>
                    <a:pt x="1589" y="1"/>
                    <a:pt x="11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5" name="Google Shape;10285;p63"/>
            <p:cNvSpPr/>
            <p:nvPr/>
          </p:nvSpPr>
          <p:spPr>
            <a:xfrm>
              <a:off x="6296955" y="2997777"/>
              <a:ext cx="34689" cy="56485"/>
            </a:xfrm>
            <a:custGeom>
              <a:avLst/>
              <a:gdLst/>
              <a:ahLst/>
              <a:cxnLst/>
              <a:rect l="l" t="t" r="r" b="b"/>
              <a:pathLst>
                <a:path w="1321" h="2151" extrusionOk="0">
                  <a:moveTo>
                    <a:pt x="718" y="1"/>
                  </a:moveTo>
                  <a:cubicBezTo>
                    <a:pt x="326" y="1"/>
                    <a:pt x="0" y="317"/>
                    <a:pt x="0" y="718"/>
                  </a:cubicBezTo>
                  <a:lnTo>
                    <a:pt x="0" y="1197"/>
                  </a:lnTo>
                  <a:cubicBezTo>
                    <a:pt x="0" y="1745"/>
                    <a:pt x="449" y="2150"/>
                    <a:pt x="954" y="2150"/>
                  </a:cubicBezTo>
                  <a:cubicBezTo>
                    <a:pt x="1075" y="2150"/>
                    <a:pt x="1199" y="2127"/>
                    <a:pt x="1321" y="2077"/>
                  </a:cubicBezTo>
                  <a:cubicBezTo>
                    <a:pt x="957" y="1934"/>
                    <a:pt x="718" y="1580"/>
                    <a:pt x="718" y="1197"/>
                  </a:cubicBezTo>
                  <a:lnTo>
                    <a:pt x="718" y="718"/>
                  </a:lnTo>
                  <a:cubicBezTo>
                    <a:pt x="718" y="364"/>
                    <a:pt x="967" y="68"/>
                    <a:pt x="1321" y="10"/>
                  </a:cubicBezTo>
                  <a:cubicBezTo>
                    <a:pt x="1273" y="1"/>
                    <a:pt x="1235" y="1"/>
                    <a:pt x="1197"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6" name="Google Shape;10286;p63"/>
            <p:cNvSpPr/>
            <p:nvPr/>
          </p:nvSpPr>
          <p:spPr>
            <a:xfrm>
              <a:off x="6296955" y="2997777"/>
              <a:ext cx="50288" cy="25157"/>
            </a:xfrm>
            <a:custGeom>
              <a:avLst/>
              <a:gdLst/>
              <a:ahLst/>
              <a:cxnLst/>
              <a:rect l="l" t="t" r="r" b="b"/>
              <a:pathLst>
                <a:path w="1915" h="958" extrusionOk="0">
                  <a:moveTo>
                    <a:pt x="718" y="1"/>
                  </a:moveTo>
                  <a:cubicBezTo>
                    <a:pt x="326" y="1"/>
                    <a:pt x="0" y="317"/>
                    <a:pt x="0" y="718"/>
                  </a:cubicBezTo>
                  <a:cubicBezTo>
                    <a:pt x="0" y="718"/>
                    <a:pt x="718" y="958"/>
                    <a:pt x="1914" y="958"/>
                  </a:cubicBezTo>
                  <a:lnTo>
                    <a:pt x="1914" y="718"/>
                  </a:lnTo>
                  <a:cubicBezTo>
                    <a:pt x="1914" y="317"/>
                    <a:pt x="1589" y="1"/>
                    <a:pt x="1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7" name="Google Shape;10287;p63"/>
            <p:cNvSpPr/>
            <p:nvPr/>
          </p:nvSpPr>
          <p:spPr>
            <a:xfrm>
              <a:off x="6296955" y="2997777"/>
              <a:ext cx="34689" cy="22899"/>
            </a:xfrm>
            <a:custGeom>
              <a:avLst/>
              <a:gdLst/>
              <a:ahLst/>
              <a:cxnLst/>
              <a:rect l="l" t="t" r="r" b="b"/>
              <a:pathLst>
                <a:path w="1321" h="872" extrusionOk="0">
                  <a:moveTo>
                    <a:pt x="718" y="1"/>
                  </a:moveTo>
                  <a:cubicBezTo>
                    <a:pt x="326" y="1"/>
                    <a:pt x="0" y="317"/>
                    <a:pt x="0" y="718"/>
                  </a:cubicBezTo>
                  <a:cubicBezTo>
                    <a:pt x="240" y="785"/>
                    <a:pt x="479" y="833"/>
                    <a:pt x="718" y="872"/>
                  </a:cubicBezTo>
                  <a:lnTo>
                    <a:pt x="718" y="718"/>
                  </a:lnTo>
                  <a:cubicBezTo>
                    <a:pt x="718" y="364"/>
                    <a:pt x="967" y="68"/>
                    <a:pt x="1321" y="10"/>
                  </a:cubicBezTo>
                  <a:cubicBezTo>
                    <a:pt x="1273" y="1"/>
                    <a:pt x="1235" y="1"/>
                    <a:pt x="119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8" name="Google Shape;10288;p63"/>
            <p:cNvSpPr/>
            <p:nvPr/>
          </p:nvSpPr>
          <p:spPr>
            <a:xfrm>
              <a:off x="6284377" y="3078947"/>
              <a:ext cx="31459" cy="63365"/>
            </a:xfrm>
            <a:custGeom>
              <a:avLst/>
              <a:gdLst/>
              <a:ahLst/>
              <a:cxnLst/>
              <a:rect l="l" t="t" r="r" b="b"/>
              <a:pathLst>
                <a:path w="1198" h="2413" extrusionOk="0">
                  <a:moveTo>
                    <a:pt x="58" y="1"/>
                  </a:moveTo>
                  <a:cubicBezTo>
                    <a:pt x="20" y="68"/>
                    <a:pt x="1" y="144"/>
                    <a:pt x="1" y="221"/>
                  </a:cubicBezTo>
                  <a:lnTo>
                    <a:pt x="1" y="2173"/>
                  </a:lnTo>
                  <a:cubicBezTo>
                    <a:pt x="1" y="2307"/>
                    <a:pt x="106" y="2413"/>
                    <a:pt x="240" y="2413"/>
                  </a:cubicBezTo>
                  <a:lnTo>
                    <a:pt x="1197" y="2413"/>
                  </a:lnTo>
                  <a:lnTo>
                    <a:pt x="1197" y="1934"/>
                  </a:lnTo>
                  <a:lnTo>
                    <a:pt x="958" y="1934"/>
                  </a:lnTo>
                  <a:cubicBezTo>
                    <a:pt x="824" y="1934"/>
                    <a:pt x="719" y="1829"/>
                    <a:pt x="719" y="1695"/>
                  </a:cubicBezTo>
                  <a:lnTo>
                    <a:pt x="719" y="738"/>
                  </a:lnTo>
                  <a:cubicBezTo>
                    <a:pt x="719" y="585"/>
                    <a:pt x="652" y="441"/>
                    <a:pt x="527" y="355"/>
                  </a:cubicBezTo>
                  <a:lnTo>
                    <a:pt x="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89" name="Google Shape;10289;p63"/>
            <p:cNvSpPr/>
            <p:nvPr/>
          </p:nvSpPr>
          <p:spPr>
            <a:xfrm>
              <a:off x="6328625" y="3078947"/>
              <a:ext cx="31433" cy="63365"/>
            </a:xfrm>
            <a:custGeom>
              <a:avLst/>
              <a:gdLst/>
              <a:ahLst/>
              <a:cxnLst/>
              <a:rect l="l" t="t" r="r" b="b"/>
              <a:pathLst>
                <a:path w="1197" h="2413" extrusionOk="0">
                  <a:moveTo>
                    <a:pt x="1139" y="1"/>
                  </a:moveTo>
                  <a:lnTo>
                    <a:pt x="670" y="355"/>
                  </a:lnTo>
                  <a:cubicBezTo>
                    <a:pt x="546" y="441"/>
                    <a:pt x="479" y="585"/>
                    <a:pt x="479" y="738"/>
                  </a:cubicBezTo>
                  <a:lnTo>
                    <a:pt x="479" y="1695"/>
                  </a:lnTo>
                  <a:cubicBezTo>
                    <a:pt x="479" y="1829"/>
                    <a:pt x="364" y="1934"/>
                    <a:pt x="239" y="1934"/>
                  </a:cubicBezTo>
                  <a:lnTo>
                    <a:pt x="0" y="1934"/>
                  </a:lnTo>
                  <a:lnTo>
                    <a:pt x="0" y="2413"/>
                  </a:lnTo>
                  <a:lnTo>
                    <a:pt x="957" y="2413"/>
                  </a:lnTo>
                  <a:cubicBezTo>
                    <a:pt x="1082" y="2413"/>
                    <a:pt x="1196" y="2307"/>
                    <a:pt x="1196" y="2173"/>
                  </a:cubicBezTo>
                  <a:lnTo>
                    <a:pt x="1196" y="221"/>
                  </a:lnTo>
                  <a:cubicBezTo>
                    <a:pt x="1196" y="144"/>
                    <a:pt x="1168" y="68"/>
                    <a:pt x="113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0" name="Google Shape;10290;p63"/>
            <p:cNvSpPr/>
            <p:nvPr/>
          </p:nvSpPr>
          <p:spPr>
            <a:xfrm>
              <a:off x="6309770" y="3129734"/>
              <a:ext cx="25157" cy="12579"/>
            </a:xfrm>
            <a:custGeom>
              <a:avLst/>
              <a:gdLst/>
              <a:ahLst/>
              <a:cxnLst/>
              <a:rect l="l" t="t" r="r" b="b"/>
              <a:pathLst>
                <a:path w="958" h="479" extrusionOk="0">
                  <a:moveTo>
                    <a:pt x="0" y="0"/>
                  </a:moveTo>
                  <a:lnTo>
                    <a:pt x="0" y="479"/>
                  </a:lnTo>
                  <a:lnTo>
                    <a:pt x="957" y="479"/>
                  </a:lnTo>
                  <a:lnTo>
                    <a:pt x="95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91" name="Google Shape;10291;p63"/>
          <p:cNvGrpSpPr/>
          <p:nvPr/>
        </p:nvGrpSpPr>
        <p:grpSpPr>
          <a:xfrm>
            <a:off x="6629364" y="2747874"/>
            <a:ext cx="389803" cy="364673"/>
            <a:chOff x="6633976" y="2900274"/>
            <a:chExt cx="389803" cy="364673"/>
          </a:xfrm>
        </p:grpSpPr>
        <p:sp>
          <p:nvSpPr>
            <p:cNvPr id="10292" name="Google Shape;10292;p63"/>
            <p:cNvSpPr/>
            <p:nvPr/>
          </p:nvSpPr>
          <p:spPr>
            <a:xfrm>
              <a:off x="6847838" y="2937957"/>
              <a:ext cx="175942" cy="184109"/>
            </a:xfrm>
            <a:custGeom>
              <a:avLst/>
              <a:gdLst/>
              <a:ahLst/>
              <a:cxnLst/>
              <a:rect l="l" t="t" r="r" b="b"/>
              <a:pathLst>
                <a:path w="6700" h="7011" extrusionOk="0">
                  <a:moveTo>
                    <a:pt x="718" y="1"/>
                  </a:moveTo>
                  <a:cubicBezTo>
                    <a:pt x="326" y="1"/>
                    <a:pt x="0" y="317"/>
                    <a:pt x="0" y="719"/>
                  </a:cubicBezTo>
                  <a:lnTo>
                    <a:pt x="0" y="4547"/>
                  </a:lnTo>
                  <a:cubicBezTo>
                    <a:pt x="0" y="4939"/>
                    <a:pt x="326" y="5265"/>
                    <a:pt x="718" y="5265"/>
                  </a:cubicBezTo>
                  <a:lnTo>
                    <a:pt x="1436" y="5265"/>
                  </a:lnTo>
                  <a:lnTo>
                    <a:pt x="1034" y="6863"/>
                  </a:lnTo>
                  <a:cubicBezTo>
                    <a:pt x="1012" y="6942"/>
                    <a:pt x="1078" y="7011"/>
                    <a:pt x="1153" y="7011"/>
                  </a:cubicBezTo>
                  <a:cubicBezTo>
                    <a:pt x="1177" y="7011"/>
                    <a:pt x="1202" y="7004"/>
                    <a:pt x="1225" y="6987"/>
                  </a:cubicBezTo>
                  <a:lnTo>
                    <a:pt x="3589" y="5265"/>
                  </a:lnTo>
                  <a:lnTo>
                    <a:pt x="5982" y="5265"/>
                  </a:lnTo>
                  <a:cubicBezTo>
                    <a:pt x="6374" y="5265"/>
                    <a:pt x="6700" y="4949"/>
                    <a:pt x="6700" y="4547"/>
                  </a:cubicBezTo>
                  <a:lnTo>
                    <a:pt x="6700" y="719"/>
                  </a:lnTo>
                  <a:cubicBezTo>
                    <a:pt x="6700" y="326"/>
                    <a:pt x="6384" y="1"/>
                    <a:pt x="5982"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3" name="Google Shape;10293;p63"/>
            <p:cNvSpPr/>
            <p:nvPr/>
          </p:nvSpPr>
          <p:spPr>
            <a:xfrm>
              <a:off x="6910651" y="2937957"/>
              <a:ext cx="50288" cy="119404"/>
            </a:xfrm>
            <a:custGeom>
              <a:avLst/>
              <a:gdLst/>
              <a:ahLst/>
              <a:cxnLst/>
              <a:rect l="l" t="t" r="r" b="b"/>
              <a:pathLst>
                <a:path w="1915" h="4547" extrusionOk="0">
                  <a:moveTo>
                    <a:pt x="1" y="1"/>
                  </a:moveTo>
                  <a:lnTo>
                    <a:pt x="1" y="3590"/>
                  </a:lnTo>
                  <a:cubicBezTo>
                    <a:pt x="1" y="4116"/>
                    <a:pt x="432" y="4547"/>
                    <a:pt x="958" y="4547"/>
                  </a:cubicBezTo>
                  <a:cubicBezTo>
                    <a:pt x="1484" y="4547"/>
                    <a:pt x="1915" y="4116"/>
                    <a:pt x="1915" y="3590"/>
                  </a:cubicBezTo>
                  <a:lnTo>
                    <a:pt x="191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4" name="Google Shape;10294;p63"/>
            <p:cNvSpPr/>
            <p:nvPr/>
          </p:nvSpPr>
          <p:spPr>
            <a:xfrm>
              <a:off x="6923493" y="2900274"/>
              <a:ext cx="24632" cy="100550"/>
            </a:xfrm>
            <a:custGeom>
              <a:avLst/>
              <a:gdLst/>
              <a:ahLst/>
              <a:cxnLst/>
              <a:rect l="l" t="t" r="r" b="b"/>
              <a:pathLst>
                <a:path w="938" h="3829" extrusionOk="0">
                  <a:moveTo>
                    <a:pt x="249" y="0"/>
                  </a:moveTo>
                  <a:cubicBezTo>
                    <a:pt x="105" y="0"/>
                    <a:pt x="0" y="115"/>
                    <a:pt x="10" y="259"/>
                  </a:cubicBezTo>
                  <a:lnTo>
                    <a:pt x="220" y="3608"/>
                  </a:lnTo>
                  <a:cubicBezTo>
                    <a:pt x="220" y="3733"/>
                    <a:pt x="325" y="3829"/>
                    <a:pt x="459" y="3829"/>
                  </a:cubicBezTo>
                  <a:lnTo>
                    <a:pt x="488" y="3829"/>
                  </a:lnTo>
                  <a:cubicBezTo>
                    <a:pt x="613" y="3829"/>
                    <a:pt x="718" y="3733"/>
                    <a:pt x="727" y="3608"/>
                  </a:cubicBezTo>
                  <a:lnTo>
                    <a:pt x="938" y="259"/>
                  </a:lnTo>
                  <a:cubicBezTo>
                    <a:pt x="938" y="115"/>
                    <a:pt x="833" y="0"/>
                    <a:pt x="69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5" name="Google Shape;10295;p63"/>
            <p:cNvSpPr/>
            <p:nvPr/>
          </p:nvSpPr>
          <p:spPr>
            <a:xfrm>
              <a:off x="6923230" y="3019652"/>
              <a:ext cx="25157" cy="25157"/>
            </a:xfrm>
            <a:custGeom>
              <a:avLst/>
              <a:gdLst/>
              <a:ahLst/>
              <a:cxnLst/>
              <a:rect l="l" t="t" r="r" b="b"/>
              <a:pathLst>
                <a:path w="958" h="958" extrusionOk="0">
                  <a:moveTo>
                    <a:pt x="479" y="0"/>
                  </a:moveTo>
                  <a:cubicBezTo>
                    <a:pt x="221" y="0"/>
                    <a:pt x="0" y="220"/>
                    <a:pt x="0" y="479"/>
                  </a:cubicBezTo>
                  <a:cubicBezTo>
                    <a:pt x="0" y="747"/>
                    <a:pt x="221" y="957"/>
                    <a:pt x="479" y="957"/>
                  </a:cubicBezTo>
                  <a:cubicBezTo>
                    <a:pt x="747" y="957"/>
                    <a:pt x="957" y="747"/>
                    <a:pt x="957" y="479"/>
                  </a:cubicBezTo>
                  <a:cubicBezTo>
                    <a:pt x="957" y="220"/>
                    <a:pt x="747" y="0"/>
                    <a:pt x="47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6" name="Google Shape;10296;p63"/>
            <p:cNvSpPr/>
            <p:nvPr/>
          </p:nvSpPr>
          <p:spPr>
            <a:xfrm>
              <a:off x="6633976" y="3176713"/>
              <a:ext cx="213625" cy="88234"/>
            </a:xfrm>
            <a:custGeom>
              <a:avLst/>
              <a:gdLst/>
              <a:ahLst/>
              <a:cxnLst/>
              <a:rect l="l" t="t" r="r" b="b"/>
              <a:pathLst>
                <a:path w="8135" h="3360" extrusionOk="0">
                  <a:moveTo>
                    <a:pt x="2641" y="1"/>
                  </a:moveTo>
                  <a:lnTo>
                    <a:pt x="632" y="738"/>
                  </a:lnTo>
                  <a:cubicBezTo>
                    <a:pt x="258" y="872"/>
                    <a:pt x="0" y="1235"/>
                    <a:pt x="0" y="1637"/>
                  </a:cubicBezTo>
                  <a:lnTo>
                    <a:pt x="0" y="3121"/>
                  </a:lnTo>
                  <a:cubicBezTo>
                    <a:pt x="0" y="3255"/>
                    <a:pt x="115" y="3360"/>
                    <a:pt x="239" y="3360"/>
                  </a:cubicBezTo>
                  <a:lnTo>
                    <a:pt x="7896" y="3360"/>
                  </a:lnTo>
                  <a:cubicBezTo>
                    <a:pt x="8030" y="3360"/>
                    <a:pt x="8135" y="3255"/>
                    <a:pt x="8135" y="3121"/>
                  </a:cubicBezTo>
                  <a:lnTo>
                    <a:pt x="8135" y="1637"/>
                  </a:lnTo>
                  <a:cubicBezTo>
                    <a:pt x="8135" y="1235"/>
                    <a:pt x="7886" y="872"/>
                    <a:pt x="7513" y="738"/>
                  </a:cubicBezTo>
                  <a:lnTo>
                    <a:pt x="5513" y="1"/>
                  </a:lnTo>
                  <a:lnTo>
                    <a:pt x="4077" y="479"/>
                  </a:lnTo>
                  <a:lnTo>
                    <a:pt x="2641"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7" name="Google Shape;10297;p63"/>
            <p:cNvSpPr/>
            <p:nvPr/>
          </p:nvSpPr>
          <p:spPr>
            <a:xfrm>
              <a:off x="6728460" y="3201843"/>
              <a:ext cx="25157" cy="63103"/>
            </a:xfrm>
            <a:custGeom>
              <a:avLst/>
              <a:gdLst/>
              <a:ahLst/>
              <a:cxnLst/>
              <a:rect l="l" t="t" r="r" b="b"/>
              <a:pathLst>
                <a:path w="958" h="2403" extrusionOk="0">
                  <a:moveTo>
                    <a:pt x="221" y="1"/>
                  </a:moveTo>
                  <a:lnTo>
                    <a:pt x="0" y="2403"/>
                  </a:lnTo>
                  <a:lnTo>
                    <a:pt x="957" y="2403"/>
                  </a:lnTo>
                  <a:lnTo>
                    <a:pt x="728" y="1"/>
                  </a:ln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8" name="Google Shape;10298;p63"/>
            <p:cNvSpPr/>
            <p:nvPr/>
          </p:nvSpPr>
          <p:spPr>
            <a:xfrm>
              <a:off x="6729956" y="3189291"/>
              <a:ext cx="21901" cy="21376"/>
            </a:xfrm>
            <a:custGeom>
              <a:avLst/>
              <a:gdLst/>
              <a:ahLst/>
              <a:cxnLst/>
              <a:rect l="l" t="t" r="r" b="b"/>
              <a:pathLst>
                <a:path w="834" h="814" extrusionOk="0">
                  <a:moveTo>
                    <a:pt x="1" y="0"/>
                  </a:moveTo>
                  <a:lnTo>
                    <a:pt x="1" y="641"/>
                  </a:lnTo>
                  <a:cubicBezTo>
                    <a:pt x="1" y="737"/>
                    <a:pt x="77" y="814"/>
                    <a:pt x="164" y="814"/>
                  </a:cubicBezTo>
                  <a:lnTo>
                    <a:pt x="671" y="814"/>
                  </a:lnTo>
                  <a:cubicBezTo>
                    <a:pt x="766" y="814"/>
                    <a:pt x="833" y="737"/>
                    <a:pt x="833" y="641"/>
                  </a:cubicBezTo>
                  <a:lnTo>
                    <a:pt x="83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9" name="Google Shape;10299;p63"/>
            <p:cNvSpPr/>
            <p:nvPr/>
          </p:nvSpPr>
          <p:spPr>
            <a:xfrm>
              <a:off x="6810128" y="3202605"/>
              <a:ext cx="37736" cy="62341"/>
            </a:xfrm>
            <a:custGeom>
              <a:avLst/>
              <a:gdLst/>
              <a:ahLst/>
              <a:cxnLst/>
              <a:rect l="l" t="t" r="r" b="b"/>
              <a:pathLst>
                <a:path w="1437" h="2374" extrusionOk="0">
                  <a:moveTo>
                    <a:pt x="1178" y="0"/>
                  </a:moveTo>
                  <a:lnTo>
                    <a:pt x="278" y="900"/>
                  </a:lnTo>
                  <a:cubicBezTo>
                    <a:pt x="97" y="1082"/>
                    <a:pt x="1" y="1321"/>
                    <a:pt x="1" y="1580"/>
                  </a:cubicBezTo>
                  <a:lnTo>
                    <a:pt x="1" y="2374"/>
                  </a:lnTo>
                  <a:lnTo>
                    <a:pt x="1197" y="2374"/>
                  </a:lnTo>
                  <a:cubicBezTo>
                    <a:pt x="1331" y="2374"/>
                    <a:pt x="1436" y="2269"/>
                    <a:pt x="1436" y="2135"/>
                  </a:cubicBezTo>
                  <a:lnTo>
                    <a:pt x="1436" y="651"/>
                  </a:lnTo>
                  <a:cubicBezTo>
                    <a:pt x="1436" y="412"/>
                    <a:pt x="1341" y="173"/>
                    <a:pt x="1178"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0" name="Google Shape;10300;p63"/>
            <p:cNvSpPr/>
            <p:nvPr/>
          </p:nvSpPr>
          <p:spPr>
            <a:xfrm>
              <a:off x="6671922" y="2981942"/>
              <a:ext cx="138233" cy="100550"/>
            </a:xfrm>
            <a:custGeom>
              <a:avLst/>
              <a:gdLst/>
              <a:ahLst/>
              <a:cxnLst/>
              <a:rect l="l" t="t" r="r" b="b"/>
              <a:pathLst>
                <a:path w="5264" h="3829" extrusionOk="0">
                  <a:moveTo>
                    <a:pt x="1914" y="1"/>
                  </a:moveTo>
                  <a:cubicBezTo>
                    <a:pt x="852" y="1"/>
                    <a:pt x="0" y="862"/>
                    <a:pt x="0" y="1915"/>
                  </a:cubicBezTo>
                  <a:lnTo>
                    <a:pt x="0" y="2489"/>
                  </a:lnTo>
                  <a:cubicBezTo>
                    <a:pt x="0" y="2738"/>
                    <a:pt x="38" y="2996"/>
                    <a:pt x="115" y="3245"/>
                  </a:cubicBezTo>
                  <a:lnTo>
                    <a:pt x="201" y="3484"/>
                  </a:lnTo>
                  <a:cubicBezTo>
                    <a:pt x="220" y="3551"/>
                    <a:pt x="230" y="3628"/>
                    <a:pt x="239" y="3704"/>
                  </a:cubicBezTo>
                  <a:lnTo>
                    <a:pt x="239" y="3829"/>
                  </a:lnTo>
                  <a:lnTo>
                    <a:pt x="5025" y="3829"/>
                  </a:lnTo>
                  <a:lnTo>
                    <a:pt x="5025" y="3704"/>
                  </a:lnTo>
                  <a:cubicBezTo>
                    <a:pt x="5025" y="3628"/>
                    <a:pt x="5034" y="3551"/>
                    <a:pt x="5053" y="3484"/>
                  </a:cubicBezTo>
                  <a:lnTo>
                    <a:pt x="5139" y="3245"/>
                  </a:lnTo>
                  <a:cubicBezTo>
                    <a:pt x="5216" y="2996"/>
                    <a:pt x="5264" y="2738"/>
                    <a:pt x="5264" y="2489"/>
                  </a:cubicBezTo>
                  <a:lnTo>
                    <a:pt x="5264" y="479"/>
                  </a:lnTo>
                  <a:cubicBezTo>
                    <a:pt x="5264" y="211"/>
                    <a:pt x="5044" y="1"/>
                    <a:pt x="4785"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1" name="Google Shape;10301;p63"/>
            <p:cNvSpPr/>
            <p:nvPr/>
          </p:nvSpPr>
          <p:spPr>
            <a:xfrm>
              <a:off x="6703066" y="2981942"/>
              <a:ext cx="107088" cy="100550"/>
            </a:xfrm>
            <a:custGeom>
              <a:avLst/>
              <a:gdLst/>
              <a:ahLst/>
              <a:cxnLst/>
              <a:rect l="l" t="t" r="r" b="b"/>
              <a:pathLst>
                <a:path w="4078" h="3829" extrusionOk="0">
                  <a:moveTo>
                    <a:pt x="977" y="1"/>
                  </a:moveTo>
                  <a:cubicBezTo>
                    <a:pt x="441" y="1"/>
                    <a:pt x="1" y="441"/>
                    <a:pt x="10" y="977"/>
                  </a:cubicBezTo>
                  <a:cubicBezTo>
                    <a:pt x="10" y="1513"/>
                    <a:pt x="441" y="1944"/>
                    <a:pt x="977" y="1944"/>
                  </a:cubicBezTo>
                  <a:lnTo>
                    <a:pt x="1111" y="1944"/>
                  </a:lnTo>
                  <a:lnTo>
                    <a:pt x="1178" y="3829"/>
                  </a:lnTo>
                  <a:lnTo>
                    <a:pt x="3839" y="3829"/>
                  </a:lnTo>
                  <a:lnTo>
                    <a:pt x="3839" y="3714"/>
                  </a:lnTo>
                  <a:cubicBezTo>
                    <a:pt x="3839" y="3637"/>
                    <a:pt x="3848" y="3561"/>
                    <a:pt x="3877" y="3484"/>
                  </a:cubicBezTo>
                  <a:lnTo>
                    <a:pt x="3953" y="3245"/>
                  </a:lnTo>
                  <a:cubicBezTo>
                    <a:pt x="4030" y="2996"/>
                    <a:pt x="4078" y="2747"/>
                    <a:pt x="4078" y="2489"/>
                  </a:cubicBezTo>
                  <a:lnTo>
                    <a:pt x="4078" y="479"/>
                  </a:lnTo>
                  <a:cubicBezTo>
                    <a:pt x="4078" y="211"/>
                    <a:pt x="3858" y="1"/>
                    <a:pt x="359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2" name="Google Shape;10302;p63"/>
            <p:cNvSpPr/>
            <p:nvPr/>
          </p:nvSpPr>
          <p:spPr>
            <a:xfrm>
              <a:off x="6703066" y="3132727"/>
              <a:ext cx="75681" cy="56590"/>
            </a:xfrm>
            <a:custGeom>
              <a:avLst/>
              <a:gdLst/>
              <a:ahLst/>
              <a:cxnLst/>
              <a:rect l="l" t="t" r="r" b="b"/>
              <a:pathLst>
                <a:path w="2882" h="2155" extrusionOk="0">
                  <a:moveTo>
                    <a:pt x="1" y="1"/>
                  </a:moveTo>
                  <a:lnTo>
                    <a:pt x="1" y="2154"/>
                  </a:lnTo>
                  <a:lnTo>
                    <a:pt x="2882" y="2154"/>
                  </a:lnTo>
                  <a:lnTo>
                    <a:pt x="2882" y="1"/>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3" name="Google Shape;10303;p63"/>
            <p:cNvSpPr/>
            <p:nvPr/>
          </p:nvSpPr>
          <p:spPr>
            <a:xfrm>
              <a:off x="6703329" y="3132727"/>
              <a:ext cx="75419" cy="31565"/>
            </a:xfrm>
            <a:custGeom>
              <a:avLst/>
              <a:gdLst/>
              <a:ahLst/>
              <a:cxnLst/>
              <a:rect l="l" t="t" r="r" b="b"/>
              <a:pathLst>
                <a:path w="2872" h="1202" extrusionOk="0">
                  <a:moveTo>
                    <a:pt x="0" y="1"/>
                  </a:moveTo>
                  <a:lnTo>
                    <a:pt x="0" y="814"/>
                  </a:lnTo>
                  <a:cubicBezTo>
                    <a:pt x="441" y="1073"/>
                    <a:pt x="936" y="1202"/>
                    <a:pt x="1432" y="1202"/>
                  </a:cubicBezTo>
                  <a:cubicBezTo>
                    <a:pt x="1929" y="1202"/>
                    <a:pt x="2426" y="1073"/>
                    <a:pt x="2872" y="814"/>
                  </a:cubicBezTo>
                  <a:lnTo>
                    <a:pt x="2872"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4" name="Google Shape;10304;p63"/>
            <p:cNvSpPr/>
            <p:nvPr/>
          </p:nvSpPr>
          <p:spPr>
            <a:xfrm>
              <a:off x="6690750" y="3166314"/>
              <a:ext cx="50288" cy="45036"/>
            </a:xfrm>
            <a:custGeom>
              <a:avLst/>
              <a:gdLst/>
              <a:ahLst/>
              <a:cxnLst/>
              <a:rect l="l" t="t" r="r" b="b"/>
              <a:pathLst>
                <a:path w="1915" h="1715" extrusionOk="0">
                  <a:moveTo>
                    <a:pt x="419" y="1"/>
                  </a:moveTo>
                  <a:cubicBezTo>
                    <a:pt x="328" y="1"/>
                    <a:pt x="241" y="48"/>
                    <a:pt x="202" y="138"/>
                  </a:cubicBezTo>
                  <a:lnTo>
                    <a:pt x="1" y="579"/>
                  </a:lnTo>
                  <a:lnTo>
                    <a:pt x="786" y="1622"/>
                  </a:lnTo>
                  <a:cubicBezTo>
                    <a:pt x="832" y="1683"/>
                    <a:pt x="902" y="1714"/>
                    <a:pt x="973" y="1714"/>
                  </a:cubicBezTo>
                  <a:cubicBezTo>
                    <a:pt x="1036" y="1714"/>
                    <a:pt x="1100" y="1690"/>
                    <a:pt x="1149" y="1641"/>
                  </a:cubicBezTo>
                  <a:lnTo>
                    <a:pt x="1915" y="875"/>
                  </a:lnTo>
                  <a:lnTo>
                    <a:pt x="546" y="33"/>
                  </a:lnTo>
                  <a:cubicBezTo>
                    <a:pt x="506" y="11"/>
                    <a:pt x="462" y="1"/>
                    <a:pt x="419"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5" name="Google Shape;10305;p63"/>
            <p:cNvSpPr/>
            <p:nvPr/>
          </p:nvSpPr>
          <p:spPr>
            <a:xfrm>
              <a:off x="6741012" y="3166314"/>
              <a:ext cx="50314" cy="45036"/>
            </a:xfrm>
            <a:custGeom>
              <a:avLst/>
              <a:gdLst/>
              <a:ahLst/>
              <a:cxnLst/>
              <a:rect l="l" t="t" r="r" b="b"/>
              <a:pathLst>
                <a:path w="1916" h="1715" extrusionOk="0">
                  <a:moveTo>
                    <a:pt x="1488" y="1"/>
                  </a:moveTo>
                  <a:cubicBezTo>
                    <a:pt x="1444" y="1"/>
                    <a:pt x="1400" y="11"/>
                    <a:pt x="1360" y="33"/>
                  </a:cubicBezTo>
                  <a:lnTo>
                    <a:pt x="1" y="875"/>
                  </a:lnTo>
                  <a:lnTo>
                    <a:pt x="757" y="1641"/>
                  </a:lnTo>
                  <a:cubicBezTo>
                    <a:pt x="806" y="1690"/>
                    <a:pt x="870" y="1714"/>
                    <a:pt x="933" y="1714"/>
                  </a:cubicBezTo>
                  <a:cubicBezTo>
                    <a:pt x="1005" y="1714"/>
                    <a:pt x="1075" y="1683"/>
                    <a:pt x="1121" y="1622"/>
                  </a:cubicBezTo>
                  <a:lnTo>
                    <a:pt x="1915" y="579"/>
                  </a:lnTo>
                  <a:lnTo>
                    <a:pt x="1704" y="138"/>
                  </a:lnTo>
                  <a:cubicBezTo>
                    <a:pt x="1666" y="48"/>
                    <a:pt x="1578" y="1"/>
                    <a:pt x="1488"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6" name="Google Shape;10306;p63"/>
            <p:cNvSpPr/>
            <p:nvPr/>
          </p:nvSpPr>
          <p:spPr>
            <a:xfrm>
              <a:off x="6677935" y="3032887"/>
              <a:ext cx="125943" cy="118721"/>
            </a:xfrm>
            <a:custGeom>
              <a:avLst/>
              <a:gdLst/>
              <a:ahLst/>
              <a:cxnLst/>
              <a:rect l="l" t="t" r="r" b="b"/>
              <a:pathLst>
                <a:path w="4796" h="4521" extrusionOk="0">
                  <a:moveTo>
                    <a:pt x="2070" y="1"/>
                  </a:moveTo>
                  <a:cubicBezTo>
                    <a:pt x="1462" y="1"/>
                    <a:pt x="935" y="104"/>
                    <a:pt x="671" y="166"/>
                  </a:cubicBezTo>
                  <a:cubicBezTo>
                    <a:pt x="556" y="195"/>
                    <a:pt x="489" y="291"/>
                    <a:pt x="489" y="405"/>
                  </a:cubicBezTo>
                  <a:lnTo>
                    <a:pt x="489" y="980"/>
                  </a:lnTo>
                  <a:cubicBezTo>
                    <a:pt x="489" y="1104"/>
                    <a:pt x="431" y="1229"/>
                    <a:pt x="345" y="1315"/>
                  </a:cubicBezTo>
                  <a:lnTo>
                    <a:pt x="144" y="1516"/>
                  </a:lnTo>
                  <a:cubicBezTo>
                    <a:pt x="58" y="1602"/>
                    <a:pt x="1" y="1726"/>
                    <a:pt x="10" y="1851"/>
                  </a:cubicBezTo>
                  <a:lnTo>
                    <a:pt x="10" y="2128"/>
                  </a:lnTo>
                  <a:cubicBezTo>
                    <a:pt x="10" y="3449"/>
                    <a:pt x="1073" y="4521"/>
                    <a:pt x="2403" y="4521"/>
                  </a:cubicBezTo>
                  <a:cubicBezTo>
                    <a:pt x="3724" y="4521"/>
                    <a:pt x="4796" y="3449"/>
                    <a:pt x="4796" y="2128"/>
                  </a:cubicBezTo>
                  <a:lnTo>
                    <a:pt x="4796" y="1851"/>
                  </a:lnTo>
                  <a:cubicBezTo>
                    <a:pt x="4796" y="1726"/>
                    <a:pt x="4738" y="1602"/>
                    <a:pt x="4652" y="1516"/>
                  </a:cubicBezTo>
                  <a:lnTo>
                    <a:pt x="4451" y="1315"/>
                  </a:lnTo>
                  <a:cubicBezTo>
                    <a:pt x="4365" y="1229"/>
                    <a:pt x="4317" y="1104"/>
                    <a:pt x="4317" y="980"/>
                  </a:cubicBezTo>
                  <a:lnTo>
                    <a:pt x="4317" y="846"/>
                  </a:lnTo>
                  <a:cubicBezTo>
                    <a:pt x="4317" y="750"/>
                    <a:pt x="4269" y="664"/>
                    <a:pt x="4193" y="606"/>
                  </a:cubicBezTo>
                  <a:cubicBezTo>
                    <a:pt x="3557" y="133"/>
                    <a:pt x="2761" y="1"/>
                    <a:pt x="2070"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7" name="Google Shape;10307;p63"/>
            <p:cNvSpPr/>
            <p:nvPr/>
          </p:nvSpPr>
          <p:spPr>
            <a:xfrm>
              <a:off x="6677935" y="3033044"/>
              <a:ext cx="113391" cy="118328"/>
            </a:xfrm>
            <a:custGeom>
              <a:avLst/>
              <a:gdLst/>
              <a:ahLst/>
              <a:cxnLst/>
              <a:rect l="l" t="t" r="r" b="b"/>
              <a:pathLst>
                <a:path w="4318" h="4506" extrusionOk="0">
                  <a:moveTo>
                    <a:pt x="2081" y="0"/>
                  </a:moveTo>
                  <a:cubicBezTo>
                    <a:pt x="1855" y="0"/>
                    <a:pt x="1640" y="15"/>
                    <a:pt x="1446" y="36"/>
                  </a:cubicBezTo>
                  <a:cubicBezTo>
                    <a:pt x="1178" y="65"/>
                    <a:pt x="920" y="103"/>
                    <a:pt x="671" y="160"/>
                  </a:cubicBezTo>
                  <a:cubicBezTo>
                    <a:pt x="556" y="189"/>
                    <a:pt x="489" y="285"/>
                    <a:pt x="489" y="399"/>
                  </a:cubicBezTo>
                  <a:lnTo>
                    <a:pt x="489" y="974"/>
                  </a:lnTo>
                  <a:cubicBezTo>
                    <a:pt x="489" y="1098"/>
                    <a:pt x="431" y="1223"/>
                    <a:pt x="345" y="1309"/>
                  </a:cubicBezTo>
                  <a:lnTo>
                    <a:pt x="144" y="1510"/>
                  </a:lnTo>
                  <a:cubicBezTo>
                    <a:pt x="58" y="1596"/>
                    <a:pt x="1" y="1720"/>
                    <a:pt x="1" y="1845"/>
                  </a:cubicBezTo>
                  <a:lnTo>
                    <a:pt x="1" y="2122"/>
                  </a:lnTo>
                  <a:cubicBezTo>
                    <a:pt x="10" y="3338"/>
                    <a:pt x="910" y="4352"/>
                    <a:pt x="2106" y="4505"/>
                  </a:cubicBezTo>
                  <a:cubicBezTo>
                    <a:pt x="1685" y="4055"/>
                    <a:pt x="1446" y="3462"/>
                    <a:pt x="1446" y="2840"/>
                  </a:cubicBezTo>
                  <a:lnTo>
                    <a:pt x="1446" y="1089"/>
                  </a:lnTo>
                  <a:cubicBezTo>
                    <a:pt x="1436" y="849"/>
                    <a:pt x="1618" y="639"/>
                    <a:pt x="1867" y="610"/>
                  </a:cubicBezTo>
                  <a:cubicBezTo>
                    <a:pt x="2057" y="588"/>
                    <a:pt x="2299" y="568"/>
                    <a:pt x="2567" y="568"/>
                  </a:cubicBezTo>
                  <a:cubicBezTo>
                    <a:pt x="3112" y="568"/>
                    <a:pt x="3766" y="650"/>
                    <a:pt x="4317" y="964"/>
                  </a:cubicBezTo>
                  <a:lnTo>
                    <a:pt x="4317" y="840"/>
                  </a:lnTo>
                  <a:cubicBezTo>
                    <a:pt x="4317" y="744"/>
                    <a:pt x="4269" y="648"/>
                    <a:pt x="4193" y="600"/>
                  </a:cubicBezTo>
                  <a:cubicBezTo>
                    <a:pt x="3559" y="132"/>
                    <a:pt x="2768" y="0"/>
                    <a:pt x="2081"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8" name="Google Shape;10308;p63"/>
            <p:cNvSpPr/>
            <p:nvPr/>
          </p:nvSpPr>
          <p:spPr>
            <a:xfrm>
              <a:off x="6633976" y="3202605"/>
              <a:ext cx="37709" cy="62341"/>
            </a:xfrm>
            <a:custGeom>
              <a:avLst/>
              <a:gdLst/>
              <a:ahLst/>
              <a:cxnLst/>
              <a:rect l="l" t="t" r="r" b="b"/>
              <a:pathLst>
                <a:path w="1436" h="2374" extrusionOk="0">
                  <a:moveTo>
                    <a:pt x="258" y="0"/>
                  </a:moveTo>
                  <a:cubicBezTo>
                    <a:pt x="96" y="173"/>
                    <a:pt x="0" y="412"/>
                    <a:pt x="0" y="651"/>
                  </a:cubicBezTo>
                  <a:lnTo>
                    <a:pt x="0" y="2135"/>
                  </a:lnTo>
                  <a:cubicBezTo>
                    <a:pt x="0" y="2269"/>
                    <a:pt x="115" y="2374"/>
                    <a:pt x="239" y="2374"/>
                  </a:cubicBezTo>
                  <a:lnTo>
                    <a:pt x="1436" y="2374"/>
                  </a:lnTo>
                  <a:lnTo>
                    <a:pt x="1436" y="1580"/>
                  </a:lnTo>
                  <a:cubicBezTo>
                    <a:pt x="1436" y="1321"/>
                    <a:pt x="1340" y="1082"/>
                    <a:pt x="1158" y="900"/>
                  </a:cubicBezTo>
                  <a:lnTo>
                    <a:pt x="258" y="0"/>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09" name="Google Shape;10309;p63"/>
          <p:cNvGrpSpPr/>
          <p:nvPr/>
        </p:nvGrpSpPr>
        <p:grpSpPr>
          <a:xfrm>
            <a:off x="7513223" y="2733037"/>
            <a:ext cx="364935" cy="382529"/>
            <a:chOff x="7517835" y="2885437"/>
            <a:chExt cx="364935" cy="382529"/>
          </a:xfrm>
        </p:grpSpPr>
        <p:sp>
          <p:nvSpPr>
            <p:cNvPr id="10310" name="Google Shape;10310;p63"/>
            <p:cNvSpPr/>
            <p:nvPr/>
          </p:nvSpPr>
          <p:spPr>
            <a:xfrm>
              <a:off x="7517835" y="3182752"/>
              <a:ext cx="72924" cy="57063"/>
            </a:xfrm>
            <a:custGeom>
              <a:avLst/>
              <a:gdLst/>
              <a:ahLst/>
              <a:cxnLst/>
              <a:rect l="l" t="t" r="r" b="b"/>
              <a:pathLst>
                <a:path w="2777" h="2173" extrusionOk="0">
                  <a:moveTo>
                    <a:pt x="929" y="0"/>
                  </a:moveTo>
                  <a:lnTo>
                    <a:pt x="929" y="460"/>
                  </a:lnTo>
                  <a:cubicBezTo>
                    <a:pt x="929" y="546"/>
                    <a:pt x="881" y="632"/>
                    <a:pt x="795" y="670"/>
                  </a:cubicBezTo>
                  <a:lnTo>
                    <a:pt x="259" y="938"/>
                  </a:lnTo>
                  <a:cubicBezTo>
                    <a:pt x="96" y="1015"/>
                    <a:pt x="1" y="1178"/>
                    <a:pt x="1" y="1359"/>
                  </a:cubicBezTo>
                  <a:lnTo>
                    <a:pt x="1" y="2173"/>
                  </a:lnTo>
                  <a:lnTo>
                    <a:pt x="2776" y="2173"/>
                  </a:lnTo>
                  <a:lnTo>
                    <a:pt x="2776" y="1359"/>
                  </a:lnTo>
                  <a:cubicBezTo>
                    <a:pt x="2776" y="1178"/>
                    <a:pt x="2680" y="1015"/>
                    <a:pt x="2527" y="938"/>
                  </a:cubicBezTo>
                  <a:lnTo>
                    <a:pt x="1982" y="670"/>
                  </a:lnTo>
                  <a:cubicBezTo>
                    <a:pt x="1905" y="632"/>
                    <a:pt x="1857" y="546"/>
                    <a:pt x="1857" y="460"/>
                  </a:cubicBezTo>
                  <a:lnTo>
                    <a:pt x="185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1" name="Google Shape;10311;p63"/>
            <p:cNvSpPr/>
            <p:nvPr/>
          </p:nvSpPr>
          <p:spPr>
            <a:xfrm>
              <a:off x="7517835" y="3202106"/>
              <a:ext cx="73160" cy="65860"/>
            </a:xfrm>
            <a:custGeom>
              <a:avLst/>
              <a:gdLst/>
              <a:ahLst/>
              <a:cxnLst/>
              <a:rect l="l" t="t" r="r" b="b"/>
              <a:pathLst>
                <a:path w="2786" h="2508" extrusionOk="0">
                  <a:moveTo>
                    <a:pt x="680" y="0"/>
                  </a:moveTo>
                  <a:lnTo>
                    <a:pt x="259" y="211"/>
                  </a:lnTo>
                  <a:cubicBezTo>
                    <a:pt x="96" y="287"/>
                    <a:pt x="1" y="450"/>
                    <a:pt x="1" y="622"/>
                  </a:cubicBezTo>
                  <a:lnTo>
                    <a:pt x="1" y="2278"/>
                  </a:lnTo>
                  <a:cubicBezTo>
                    <a:pt x="1" y="2402"/>
                    <a:pt x="106" y="2508"/>
                    <a:pt x="230" y="2508"/>
                  </a:cubicBezTo>
                  <a:lnTo>
                    <a:pt x="2546" y="2508"/>
                  </a:lnTo>
                  <a:cubicBezTo>
                    <a:pt x="2680" y="2508"/>
                    <a:pt x="2786" y="2402"/>
                    <a:pt x="2786" y="2278"/>
                  </a:cubicBezTo>
                  <a:lnTo>
                    <a:pt x="2786" y="622"/>
                  </a:lnTo>
                  <a:cubicBezTo>
                    <a:pt x="2776" y="441"/>
                    <a:pt x="2680" y="287"/>
                    <a:pt x="2527" y="211"/>
                  </a:cubicBezTo>
                  <a:lnTo>
                    <a:pt x="2097" y="0"/>
                  </a:lnTo>
                  <a:cubicBezTo>
                    <a:pt x="1915" y="225"/>
                    <a:pt x="1652" y="338"/>
                    <a:pt x="1388" y="338"/>
                  </a:cubicBezTo>
                  <a:cubicBezTo>
                    <a:pt x="1125" y="338"/>
                    <a:pt x="862" y="225"/>
                    <a:pt x="680" y="0"/>
                  </a:cubicBez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2" name="Google Shape;10312;p63"/>
            <p:cNvSpPr/>
            <p:nvPr/>
          </p:nvSpPr>
          <p:spPr>
            <a:xfrm>
              <a:off x="7540970" y="3182752"/>
              <a:ext cx="26654" cy="18303"/>
            </a:xfrm>
            <a:custGeom>
              <a:avLst/>
              <a:gdLst/>
              <a:ahLst/>
              <a:cxnLst/>
              <a:rect l="l" t="t" r="r" b="b"/>
              <a:pathLst>
                <a:path w="1015" h="697" extrusionOk="0">
                  <a:moveTo>
                    <a:pt x="48" y="0"/>
                  </a:moveTo>
                  <a:lnTo>
                    <a:pt x="48" y="469"/>
                  </a:lnTo>
                  <a:cubicBezTo>
                    <a:pt x="48" y="517"/>
                    <a:pt x="29" y="565"/>
                    <a:pt x="0" y="603"/>
                  </a:cubicBezTo>
                  <a:cubicBezTo>
                    <a:pt x="163" y="666"/>
                    <a:pt x="335" y="697"/>
                    <a:pt x="507" y="697"/>
                  </a:cubicBezTo>
                  <a:cubicBezTo>
                    <a:pt x="680" y="697"/>
                    <a:pt x="852" y="666"/>
                    <a:pt x="1015" y="603"/>
                  </a:cubicBezTo>
                  <a:cubicBezTo>
                    <a:pt x="986" y="565"/>
                    <a:pt x="976" y="517"/>
                    <a:pt x="976" y="469"/>
                  </a:cubicBezTo>
                  <a:lnTo>
                    <a:pt x="976"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3" name="Google Shape;10313;p63"/>
            <p:cNvSpPr/>
            <p:nvPr/>
          </p:nvSpPr>
          <p:spPr>
            <a:xfrm>
              <a:off x="7530151" y="3133988"/>
              <a:ext cx="48528" cy="55067"/>
            </a:xfrm>
            <a:custGeom>
              <a:avLst/>
              <a:gdLst/>
              <a:ahLst/>
              <a:cxnLst/>
              <a:rect l="l" t="t" r="r" b="b"/>
              <a:pathLst>
                <a:path w="1848" h="2097" extrusionOk="0">
                  <a:moveTo>
                    <a:pt x="690" y="1"/>
                  </a:moveTo>
                  <a:cubicBezTo>
                    <a:pt x="307" y="1"/>
                    <a:pt x="1" y="317"/>
                    <a:pt x="1" y="699"/>
                  </a:cubicBezTo>
                  <a:lnTo>
                    <a:pt x="1" y="1168"/>
                  </a:lnTo>
                  <a:cubicBezTo>
                    <a:pt x="1" y="1676"/>
                    <a:pt x="412" y="2097"/>
                    <a:pt x="919" y="2097"/>
                  </a:cubicBezTo>
                  <a:cubicBezTo>
                    <a:pt x="1436" y="2097"/>
                    <a:pt x="1848" y="1676"/>
                    <a:pt x="1848" y="1159"/>
                  </a:cubicBezTo>
                  <a:lnTo>
                    <a:pt x="1848" y="699"/>
                  </a:lnTo>
                  <a:cubicBezTo>
                    <a:pt x="1848" y="317"/>
                    <a:pt x="1542" y="1"/>
                    <a:pt x="115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4" name="Google Shape;10314;p63"/>
            <p:cNvSpPr/>
            <p:nvPr/>
          </p:nvSpPr>
          <p:spPr>
            <a:xfrm>
              <a:off x="7529915" y="3133988"/>
              <a:ext cx="33692" cy="54883"/>
            </a:xfrm>
            <a:custGeom>
              <a:avLst/>
              <a:gdLst/>
              <a:ahLst/>
              <a:cxnLst/>
              <a:rect l="l" t="t" r="r" b="b"/>
              <a:pathLst>
                <a:path w="1283" h="2090" extrusionOk="0">
                  <a:moveTo>
                    <a:pt x="699" y="1"/>
                  </a:moveTo>
                  <a:cubicBezTo>
                    <a:pt x="316" y="1"/>
                    <a:pt x="0" y="317"/>
                    <a:pt x="0" y="699"/>
                  </a:cubicBezTo>
                  <a:lnTo>
                    <a:pt x="0" y="1159"/>
                  </a:lnTo>
                  <a:cubicBezTo>
                    <a:pt x="0" y="1693"/>
                    <a:pt x="433" y="2090"/>
                    <a:pt x="922" y="2090"/>
                  </a:cubicBezTo>
                  <a:cubicBezTo>
                    <a:pt x="1038" y="2090"/>
                    <a:pt x="1156" y="2068"/>
                    <a:pt x="1273" y="2020"/>
                  </a:cubicBezTo>
                  <a:cubicBezTo>
                    <a:pt x="928" y="1877"/>
                    <a:pt x="699" y="1542"/>
                    <a:pt x="699" y="1168"/>
                  </a:cubicBezTo>
                  <a:lnTo>
                    <a:pt x="699" y="699"/>
                  </a:lnTo>
                  <a:cubicBezTo>
                    <a:pt x="699" y="364"/>
                    <a:pt x="948" y="68"/>
                    <a:pt x="1283" y="20"/>
                  </a:cubicBezTo>
                  <a:cubicBezTo>
                    <a:pt x="1235" y="10"/>
                    <a:pt x="1196" y="1"/>
                    <a:pt x="1158"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5" name="Google Shape;10315;p63"/>
            <p:cNvSpPr/>
            <p:nvPr/>
          </p:nvSpPr>
          <p:spPr>
            <a:xfrm>
              <a:off x="7529915" y="3133988"/>
              <a:ext cx="48765" cy="24658"/>
            </a:xfrm>
            <a:custGeom>
              <a:avLst/>
              <a:gdLst/>
              <a:ahLst/>
              <a:cxnLst/>
              <a:rect l="l" t="t" r="r" b="b"/>
              <a:pathLst>
                <a:path w="1857" h="939" extrusionOk="0">
                  <a:moveTo>
                    <a:pt x="699" y="1"/>
                  </a:moveTo>
                  <a:cubicBezTo>
                    <a:pt x="316" y="1"/>
                    <a:pt x="0" y="317"/>
                    <a:pt x="0" y="699"/>
                  </a:cubicBezTo>
                  <a:lnTo>
                    <a:pt x="10" y="699"/>
                  </a:lnTo>
                  <a:cubicBezTo>
                    <a:pt x="10" y="699"/>
                    <a:pt x="699" y="939"/>
                    <a:pt x="1857" y="939"/>
                  </a:cubicBezTo>
                  <a:lnTo>
                    <a:pt x="1857" y="699"/>
                  </a:lnTo>
                  <a:cubicBezTo>
                    <a:pt x="1857" y="317"/>
                    <a:pt x="1541" y="1"/>
                    <a:pt x="11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6" name="Google Shape;10316;p63"/>
            <p:cNvSpPr/>
            <p:nvPr/>
          </p:nvSpPr>
          <p:spPr>
            <a:xfrm>
              <a:off x="7529915" y="3133988"/>
              <a:ext cx="33692" cy="22137"/>
            </a:xfrm>
            <a:custGeom>
              <a:avLst/>
              <a:gdLst/>
              <a:ahLst/>
              <a:cxnLst/>
              <a:rect l="l" t="t" r="r" b="b"/>
              <a:pathLst>
                <a:path w="1283" h="843" extrusionOk="0">
                  <a:moveTo>
                    <a:pt x="699" y="1"/>
                  </a:moveTo>
                  <a:cubicBezTo>
                    <a:pt x="316" y="1"/>
                    <a:pt x="0" y="317"/>
                    <a:pt x="0" y="699"/>
                  </a:cubicBezTo>
                  <a:cubicBezTo>
                    <a:pt x="230" y="766"/>
                    <a:pt x="460" y="814"/>
                    <a:pt x="699" y="843"/>
                  </a:cubicBezTo>
                  <a:lnTo>
                    <a:pt x="699" y="699"/>
                  </a:lnTo>
                  <a:cubicBezTo>
                    <a:pt x="699" y="364"/>
                    <a:pt x="948" y="68"/>
                    <a:pt x="1283" y="20"/>
                  </a:cubicBezTo>
                  <a:cubicBezTo>
                    <a:pt x="1235" y="10"/>
                    <a:pt x="1196" y="1"/>
                    <a:pt x="11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7" name="Google Shape;10317;p63"/>
            <p:cNvSpPr/>
            <p:nvPr/>
          </p:nvSpPr>
          <p:spPr>
            <a:xfrm>
              <a:off x="7517835" y="3212899"/>
              <a:ext cx="18382" cy="55067"/>
            </a:xfrm>
            <a:custGeom>
              <a:avLst/>
              <a:gdLst/>
              <a:ahLst/>
              <a:cxnLst/>
              <a:rect l="l" t="t" r="r" b="b"/>
              <a:pathLst>
                <a:path w="700" h="2097" extrusionOk="0">
                  <a:moveTo>
                    <a:pt x="58" y="1"/>
                  </a:moveTo>
                  <a:cubicBezTo>
                    <a:pt x="20" y="58"/>
                    <a:pt x="1" y="135"/>
                    <a:pt x="1" y="211"/>
                  </a:cubicBezTo>
                  <a:lnTo>
                    <a:pt x="1" y="1867"/>
                  </a:lnTo>
                  <a:cubicBezTo>
                    <a:pt x="1" y="1991"/>
                    <a:pt x="106" y="2097"/>
                    <a:pt x="230" y="2097"/>
                  </a:cubicBezTo>
                  <a:lnTo>
                    <a:pt x="699" y="2097"/>
                  </a:lnTo>
                  <a:lnTo>
                    <a:pt x="699" y="709"/>
                  </a:lnTo>
                  <a:cubicBezTo>
                    <a:pt x="699" y="565"/>
                    <a:pt x="623" y="422"/>
                    <a:pt x="508" y="336"/>
                  </a:cubicBezTo>
                  <a:lnTo>
                    <a:pt x="58" y="1"/>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8" name="Google Shape;10318;p63"/>
            <p:cNvSpPr/>
            <p:nvPr/>
          </p:nvSpPr>
          <p:spPr>
            <a:xfrm>
              <a:off x="7572640" y="3212663"/>
              <a:ext cx="18119" cy="55304"/>
            </a:xfrm>
            <a:custGeom>
              <a:avLst/>
              <a:gdLst/>
              <a:ahLst/>
              <a:cxnLst/>
              <a:rect l="l" t="t" r="r" b="b"/>
              <a:pathLst>
                <a:path w="690" h="2106" extrusionOk="0">
                  <a:moveTo>
                    <a:pt x="641" y="0"/>
                  </a:moveTo>
                  <a:lnTo>
                    <a:pt x="182" y="345"/>
                  </a:lnTo>
                  <a:cubicBezTo>
                    <a:pt x="67" y="431"/>
                    <a:pt x="0" y="574"/>
                    <a:pt x="0" y="718"/>
                  </a:cubicBezTo>
                  <a:lnTo>
                    <a:pt x="0" y="2106"/>
                  </a:lnTo>
                  <a:lnTo>
                    <a:pt x="459" y="2106"/>
                  </a:lnTo>
                  <a:cubicBezTo>
                    <a:pt x="593" y="2106"/>
                    <a:pt x="689" y="2000"/>
                    <a:pt x="689" y="1876"/>
                  </a:cubicBezTo>
                  <a:lnTo>
                    <a:pt x="689" y="220"/>
                  </a:lnTo>
                  <a:cubicBezTo>
                    <a:pt x="689" y="144"/>
                    <a:pt x="670" y="67"/>
                    <a:pt x="641" y="0"/>
                  </a:cubicBez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9" name="Google Shape;10319;p63"/>
            <p:cNvSpPr/>
            <p:nvPr/>
          </p:nvSpPr>
          <p:spPr>
            <a:xfrm>
              <a:off x="7615102" y="3182752"/>
              <a:ext cx="73160" cy="57063"/>
            </a:xfrm>
            <a:custGeom>
              <a:avLst/>
              <a:gdLst/>
              <a:ahLst/>
              <a:cxnLst/>
              <a:rect l="l" t="t" r="r" b="b"/>
              <a:pathLst>
                <a:path w="2786" h="2173" extrusionOk="0">
                  <a:moveTo>
                    <a:pt x="929" y="0"/>
                  </a:moveTo>
                  <a:lnTo>
                    <a:pt x="929" y="460"/>
                  </a:lnTo>
                  <a:cubicBezTo>
                    <a:pt x="929" y="546"/>
                    <a:pt x="881" y="632"/>
                    <a:pt x="804" y="670"/>
                  </a:cubicBezTo>
                  <a:lnTo>
                    <a:pt x="259" y="938"/>
                  </a:lnTo>
                  <a:cubicBezTo>
                    <a:pt x="106" y="1015"/>
                    <a:pt x="0" y="1178"/>
                    <a:pt x="0" y="1359"/>
                  </a:cubicBezTo>
                  <a:lnTo>
                    <a:pt x="0" y="2173"/>
                  </a:lnTo>
                  <a:lnTo>
                    <a:pt x="2785" y="2173"/>
                  </a:lnTo>
                  <a:lnTo>
                    <a:pt x="2785" y="1359"/>
                  </a:lnTo>
                  <a:cubicBezTo>
                    <a:pt x="2776" y="1178"/>
                    <a:pt x="2680" y="1015"/>
                    <a:pt x="2527" y="938"/>
                  </a:cubicBezTo>
                  <a:lnTo>
                    <a:pt x="1982" y="670"/>
                  </a:lnTo>
                  <a:cubicBezTo>
                    <a:pt x="1905" y="632"/>
                    <a:pt x="1857" y="546"/>
                    <a:pt x="1857" y="460"/>
                  </a:cubicBezTo>
                  <a:lnTo>
                    <a:pt x="185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0" name="Google Shape;10320;p63"/>
            <p:cNvSpPr/>
            <p:nvPr/>
          </p:nvSpPr>
          <p:spPr>
            <a:xfrm>
              <a:off x="7615102" y="3202106"/>
              <a:ext cx="73160" cy="65860"/>
            </a:xfrm>
            <a:custGeom>
              <a:avLst/>
              <a:gdLst/>
              <a:ahLst/>
              <a:cxnLst/>
              <a:rect l="l" t="t" r="r" b="b"/>
              <a:pathLst>
                <a:path w="2786" h="2508" extrusionOk="0">
                  <a:moveTo>
                    <a:pt x="680" y="0"/>
                  </a:moveTo>
                  <a:lnTo>
                    <a:pt x="259" y="211"/>
                  </a:lnTo>
                  <a:cubicBezTo>
                    <a:pt x="96" y="287"/>
                    <a:pt x="0" y="450"/>
                    <a:pt x="0" y="622"/>
                  </a:cubicBezTo>
                  <a:lnTo>
                    <a:pt x="0" y="2278"/>
                  </a:lnTo>
                  <a:cubicBezTo>
                    <a:pt x="0" y="2402"/>
                    <a:pt x="106" y="2508"/>
                    <a:pt x="230" y="2508"/>
                  </a:cubicBezTo>
                  <a:lnTo>
                    <a:pt x="2546" y="2508"/>
                  </a:lnTo>
                  <a:cubicBezTo>
                    <a:pt x="2680" y="2508"/>
                    <a:pt x="2785" y="2402"/>
                    <a:pt x="2785" y="2278"/>
                  </a:cubicBezTo>
                  <a:lnTo>
                    <a:pt x="2785" y="622"/>
                  </a:lnTo>
                  <a:cubicBezTo>
                    <a:pt x="2776" y="441"/>
                    <a:pt x="2680" y="287"/>
                    <a:pt x="2527" y="211"/>
                  </a:cubicBezTo>
                  <a:lnTo>
                    <a:pt x="2106" y="0"/>
                  </a:lnTo>
                  <a:cubicBezTo>
                    <a:pt x="1919" y="225"/>
                    <a:pt x="1654" y="338"/>
                    <a:pt x="1389" y="338"/>
                  </a:cubicBezTo>
                  <a:cubicBezTo>
                    <a:pt x="1125" y="338"/>
                    <a:pt x="862" y="225"/>
                    <a:pt x="68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1" name="Google Shape;10321;p63"/>
            <p:cNvSpPr/>
            <p:nvPr/>
          </p:nvSpPr>
          <p:spPr>
            <a:xfrm>
              <a:off x="7638211" y="3182752"/>
              <a:ext cx="26916" cy="18303"/>
            </a:xfrm>
            <a:custGeom>
              <a:avLst/>
              <a:gdLst/>
              <a:ahLst/>
              <a:cxnLst/>
              <a:rect l="l" t="t" r="r" b="b"/>
              <a:pathLst>
                <a:path w="1025" h="697" extrusionOk="0">
                  <a:moveTo>
                    <a:pt x="49" y="0"/>
                  </a:moveTo>
                  <a:lnTo>
                    <a:pt x="49" y="469"/>
                  </a:lnTo>
                  <a:cubicBezTo>
                    <a:pt x="49" y="517"/>
                    <a:pt x="30" y="565"/>
                    <a:pt x="1" y="603"/>
                  </a:cubicBezTo>
                  <a:cubicBezTo>
                    <a:pt x="164" y="666"/>
                    <a:pt x="336" y="697"/>
                    <a:pt x="509" y="697"/>
                  </a:cubicBezTo>
                  <a:cubicBezTo>
                    <a:pt x="683" y="697"/>
                    <a:pt x="857" y="666"/>
                    <a:pt x="1025" y="603"/>
                  </a:cubicBezTo>
                  <a:cubicBezTo>
                    <a:pt x="996" y="565"/>
                    <a:pt x="977" y="517"/>
                    <a:pt x="977" y="469"/>
                  </a:cubicBezTo>
                  <a:lnTo>
                    <a:pt x="977"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2" name="Google Shape;10322;p63"/>
            <p:cNvSpPr/>
            <p:nvPr/>
          </p:nvSpPr>
          <p:spPr>
            <a:xfrm>
              <a:off x="7627418" y="3133988"/>
              <a:ext cx="48791" cy="55067"/>
            </a:xfrm>
            <a:custGeom>
              <a:avLst/>
              <a:gdLst/>
              <a:ahLst/>
              <a:cxnLst/>
              <a:rect l="l" t="t" r="r" b="b"/>
              <a:pathLst>
                <a:path w="1858" h="2097" extrusionOk="0">
                  <a:moveTo>
                    <a:pt x="689" y="1"/>
                  </a:moveTo>
                  <a:cubicBezTo>
                    <a:pt x="307" y="1"/>
                    <a:pt x="0" y="317"/>
                    <a:pt x="0" y="699"/>
                  </a:cubicBezTo>
                  <a:lnTo>
                    <a:pt x="0" y="1168"/>
                  </a:lnTo>
                  <a:cubicBezTo>
                    <a:pt x="0" y="1676"/>
                    <a:pt x="412" y="2097"/>
                    <a:pt x="919" y="2097"/>
                  </a:cubicBezTo>
                  <a:cubicBezTo>
                    <a:pt x="1436" y="2097"/>
                    <a:pt x="1857" y="1676"/>
                    <a:pt x="1857" y="1159"/>
                  </a:cubicBezTo>
                  <a:lnTo>
                    <a:pt x="1857" y="699"/>
                  </a:lnTo>
                  <a:cubicBezTo>
                    <a:pt x="1857" y="317"/>
                    <a:pt x="1541" y="1"/>
                    <a:pt x="115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3" name="Google Shape;10323;p63"/>
            <p:cNvSpPr/>
            <p:nvPr/>
          </p:nvSpPr>
          <p:spPr>
            <a:xfrm>
              <a:off x="7627156" y="3133988"/>
              <a:ext cx="33718" cy="54883"/>
            </a:xfrm>
            <a:custGeom>
              <a:avLst/>
              <a:gdLst/>
              <a:ahLst/>
              <a:cxnLst/>
              <a:rect l="l" t="t" r="r" b="b"/>
              <a:pathLst>
                <a:path w="1284" h="2090" extrusionOk="0">
                  <a:moveTo>
                    <a:pt x="699" y="1"/>
                  </a:moveTo>
                  <a:cubicBezTo>
                    <a:pt x="317" y="1"/>
                    <a:pt x="1" y="317"/>
                    <a:pt x="1" y="699"/>
                  </a:cubicBezTo>
                  <a:lnTo>
                    <a:pt x="1" y="1159"/>
                  </a:lnTo>
                  <a:cubicBezTo>
                    <a:pt x="1" y="1693"/>
                    <a:pt x="440" y="2090"/>
                    <a:pt x="926" y="2090"/>
                  </a:cubicBezTo>
                  <a:cubicBezTo>
                    <a:pt x="1041" y="2090"/>
                    <a:pt x="1159" y="2068"/>
                    <a:pt x="1274" y="2020"/>
                  </a:cubicBezTo>
                  <a:cubicBezTo>
                    <a:pt x="929" y="1877"/>
                    <a:pt x="699" y="1542"/>
                    <a:pt x="699" y="1168"/>
                  </a:cubicBezTo>
                  <a:lnTo>
                    <a:pt x="699" y="699"/>
                  </a:lnTo>
                  <a:cubicBezTo>
                    <a:pt x="699" y="364"/>
                    <a:pt x="948" y="68"/>
                    <a:pt x="1283" y="20"/>
                  </a:cubicBezTo>
                  <a:cubicBezTo>
                    <a:pt x="1245" y="10"/>
                    <a:pt x="1197" y="1"/>
                    <a:pt x="1159"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4" name="Google Shape;10324;p63"/>
            <p:cNvSpPr/>
            <p:nvPr/>
          </p:nvSpPr>
          <p:spPr>
            <a:xfrm>
              <a:off x="7627418" y="3133988"/>
              <a:ext cx="48791" cy="24658"/>
            </a:xfrm>
            <a:custGeom>
              <a:avLst/>
              <a:gdLst/>
              <a:ahLst/>
              <a:cxnLst/>
              <a:rect l="l" t="t" r="r" b="b"/>
              <a:pathLst>
                <a:path w="1858" h="939" extrusionOk="0">
                  <a:moveTo>
                    <a:pt x="699" y="1"/>
                  </a:moveTo>
                  <a:cubicBezTo>
                    <a:pt x="307" y="1"/>
                    <a:pt x="0" y="317"/>
                    <a:pt x="0" y="699"/>
                  </a:cubicBezTo>
                  <a:cubicBezTo>
                    <a:pt x="0" y="699"/>
                    <a:pt x="689" y="939"/>
                    <a:pt x="1857" y="939"/>
                  </a:cubicBezTo>
                  <a:lnTo>
                    <a:pt x="1857" y="699"/>
                  </a:lnTo>
                  <a:cubicBezTo>
                    <a:pt x="1857" y="317"/>
                    <a:pt x="1541" y="1"/>
                    <a:pt x="11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5" name="Google Shape;10325;p63"/>
            <p:cNvSpPr/>
            <p:nvPr/>
          </p:nvSpPr>
          <p:spPr>
            <a:xfrm>
              <a:off x="7627156" y="3133988"/>
              <a:ext cx="33718" cy="22137"/>
            </a:xfrm>
            <a:custGeom>
              <a:avLst/>
              <a:gdLst/>
              <a:ahLst/>
              <a:cxnLst/>
              <a:rect l="l" t="t" r="r" b="b"/>
              <a:pathLst>
                <a:path w="1284" h="843" extrusionOk="0">
                  <a:moveTo>
                    <a:pt x="699" y="1"/>
                  </a:moveTo>
                  <a:cubicBezTo>
                    <a:pt x="317" y="1"/>
                    <a:pt x="1" y="317"/>
                    <a:pt x="1" y="699"/>
                  </a:cubicBezTo>
                  <a:cubicBezTo>
                    <a:pt x="231" y="766"/>
                    <a:pt x="460" y="814"/>
                    <a:pt x="699" y="843"/>
                  </a:cubicBezTo>
                  <a:lnTo>
                    <a:pt x="699" y="699"/>
                  </a:lnTo>
                  <a:cubicBezTo>
                    <a:pt x="699" y="364"/>
                    <a:pt x="948" y="68"/>
                    <a:pt x="1283" y="20"/>
                  </a:cubicBezTo>
                  <a:cubicBezTo>
                    <a:pt x="1245" y="10"/>
                    <a:pt x="1197" y="1"/>
                    <a:pt x="11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6" name="Google Shape;10326;p63"/>
            <p:cNvSpPr/>
            <p:nvPr/>
          </p:nvSpPr>
          <p:spPr>
            <a:xfrm>
              <a:off x="7615102" y="3212899"/>
              <a:ext cx="18382" cy="55067"/>
            </a:xfrm>
            <a:custGeom>
              <a:avLst/>
              <a:gdLst/>
              <a:ahLst/>
              <a:cxnLst/>
              <a:rect l="l" t="t" r="r" b="b"/>
              <a:pathLst>
                <a:path w="700" h="2097" extrusionOk="0">
                  <a:moveTo>
                    <a:pt x="58" y="1"/>
                  </a:moveTo>
                  <a:cubicBezTo>
                    <a:pt x="20" y="58"/>
                    <a:pt x="0" y="135"/>
                    <a:pt x="0" y="211"/>
                  </a:cubicBezTo>
                  <a:lnTo>
                    <a:pt x="0" y="1867"/>
                  </a:lnTo>
                  <a:cubicBezTo>
                    <a:pt x="0" y="1991"/>
                    <a:pt x="106" y="2097"/>
                    <a:pt x="230" y="2097"/>
                  </a:cubicBezTo>
                  <a:lnTo>
                    <a:pt x="699" y="2097"/>
                  </a:lnTo>
                  <a:lnTo>
                    <a:pt x="699" y="709"/>
                  </a:lnTo>
                  <a:cubicBezTo>
                    <a:pt x="699" y="565"/>
                    <a:pt x="632" y="422"/>
                    <a:pt x="508" y="336"/>
                  </a:cubicBezTo>
                  <a:lnTo>
                    <a:pt x="5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7" name="Google Shape;10327;p63"/>
            <p:cNvSpPr/>
            <p:nvPr/>
          </p:nvSpPr>
          <p:spPr>
            <a:xfrm>
              <a:off x="7669881" y="3212663"/>
              <a:ext cx="18119" cy="55304"/>
            </a:xfrm>
            <a:custGeom>
              <a:avLst/>
              <a:gdLst/>
              <a:ahLst/>
              <a:cxnLst/>
              <a:rect l="l" t="t" r="r" b="b"/>
              <a:pathLst>
                <a:path w="690" h="2106" extrusionOk="0">
                  <a:moveTo>
                    <a:pt x="642" y="0"/>
                  </a:moveTo>
                  <a:lnTo>
                    <a:pt x="183" y="345"/>
                  </a:lnTo>
                  <a:cubicBezTo>
                    <a:pt x="68" y="431"/>
                    <a:pt x="1" y="574"/>
                    <a:pt x="1" y="718"/>
                  </a:cubicBezTo>
                  <a:lnTo>
                    <a:pt x="1" y="2106"/>
                  </a:lnTo>
                  <a:lnTo>
                    <a:pt x="460" y="2106"/>
                  </a:lnTo>
                  <a:cubicBezTo>
                    <a:pt x="594" y="2106"/>
                    <a:pt x="690" y="2000"/>
                    <a:pt x="690" y="1876"/>
                  </a:cubicBezTo>
                  <a:lnTo>
                    <a:pt x="690" y="220"/>
                  </a:lnTo>
                  <a:cubicBezTo>
                    <a:pt x="690" y="144"/>
                    <a:pt x="671" y="67"/>
                    <a:pt x="642"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8" name="Google Shape;10328;p63"/>
            <p:cNvSpPr/>
            <p:nvPr/>
          </p:nvSpPr>
          <p:spPr>
            <a:xfrm>
              <a:off x="7712369" y="3182752"/>
              <a:ext cx="73160" cy="57063"/>
            </a:xfrm>
            <a:custGeom>
              <a:avLst/>
              <a:gdLst/>
              <a:ahLst/>
              <a:cxnLst/>
              <a:rect l="l" t="t" r="r" b="b"/>
              <a:pathLst>
                <a:path w="2786" h="2173" extrusionOk="0">
                  <a:moveTo>
                    <a:pt x="929" y="0"/>
                  </a:moveTo>
                  <a:lnTo>
                    <a:pt x="929" y="460"/>
                  </a:lnTo>
                  <a:cubicBezTo>
                    <a:pt x="929" y="546"/>
                    <a:pt x="881" y="632"/>
                    <a:pt x="804" y="670"/>
                  </a:cubicBezTo>
                  <a:lnTo>
                    <a:pt x="259" y="938"/>
                  </a:lnTo>
                  <a:cubicBezTo>
                    <a:pt x="105" y="1015"/>
                    <a:pt x="0" y="1178"/>
                    <a:pt x="0" y="1359"/>
                  </a:cubicBezTo>
                  <a:lnTo>
                    <a:pt x="0" y="2173"/>
                  </a:lnTo>
                  <a:lnTo>
                    <a:pt x="2785" y="2173"/>
                  </a:lnTo>
                  <a:lnTo>
                    <a:pt x="2785" y="1359"/>
                  </a:lnTo>
                  <a:cubicBezTo>
                    <a:pt x="2785" y="1178"/>
                    <a:pt x="2680" y="1015"/>
                    <a:pt x="2527" y="938"/>
                  </a:cubicBezTo>
                  <a:lnTo>
                    <a:pt x="1981" y="670"/>
                  </a:lnTo>
                  <a:cubicBezTo>
                    <a:pt x="1905" y="632"/>
                    <a:pt x="1857" y="546"/>
                    <a:pt x="1857" y="460"/>
                  </a:cubicBezTo>
                  <a:lnTo>
                    <a:pt x="185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9" name="Google Shape;10329;p63"/>
            <p:cNvSpPr/>
            <p:nvPr/>
          </p:nvSpPr>
          <p:spPr>
            <a:xfrm>
              <a:off x="7712369" y="3202106"/>
              <a:ext cx="73160" cy="65860"/>
            </a:xfrm>
            <a:custGeom>
              <a:avLst/>
              <a:gdLst/>
              <a:ahLst/>
              <a:cxnLst/>
              <a:rect l="l" t="t" r="r" b="b"/>
              <a:pathLst>
                <a:path w="2786" h="2508" extrusionOk="0">
                  <a:moveTo>
                    <a:pt x="680" y="0"/>
                  </a:moveTo>
                  <a:lnTo>
                    <a:pt x="259" y="211"/>
                  </a:lnTo>
                  <a:cubicBezTo>
                    <a:pt x="105" y="287"/>
                    <a:pt x="0" y="450"/>
                    <a:pt x="0" y="622"/>
                  </a:cubicBezTo>
                  <a:lnTo>
                    <a:pt x="0" y="2278"/>
                  </a:lnTo>
                  <a:cubicBezTo>
                    <a:pt x="0" y="2402"/>
                    <a:pt x="105" y="2508"/>
                    <a:pt x="239" y="2508"/>
                  </a:cubicBezTo>
                  <a:lnTo>
                    <a:pt x="2555" y="2508"/>
                  </a:lnTo>
                  <a:cubicBezTo>
                    <a:pt x="2680" y="2508"/>
                    <a:pt x="2785" y="2402"/>
                    <a:pt x="2785" y="2278"/>
                  </a:cubicBezTo>
                  <a:lnTo>
                    <a:pt x="2785" y="622"/>
                  </a:lnTo>
                  <a:cubicBezTo>
                    <a:pt x="2785" y="441"/>
                    <a:pt x="2680" y="287"/>
                    <a:pt x="2527" y="211"/>
                  </a:cubicBezTo>
                  <a:lnTo>
                    <a:pt x="2106" y="0"/>
                  </a:lnTo>
                  <a:cubicBezTo>
                    <a:pt x="1919" y="225"/>
                    <a:pt x="1653" y="338"/>
                    <a:pt x="1389" y="338"/>
                  </a:cubicBezTo>
                  <a:cubicBezTo>
                    <a:pt x="1125" y="338"/>
                    <a:pt x="862" y="225"/>
                    <a:pt x="680"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0" name="Google Shape;10330;p63"/>
            <p:cNvSpPr/>
            <p:nvPr/>
          </p:nvSpPr>
          <p:spPr>
            <a:xfrm>
              <a:off x="7735741" y="3182752"/>
              <a:ext cx="26654" cy="18303"/>
            </a:xfrm>
            <a:custGeom>
              <a:avLst/>
              <a:gdLst/>
              <a:ahLst/>
              <a:cxnLst/>
              <a:rect l="l" t="t" r="r" b="b"/>
              <a:pathLst>
                <a:path w="1015" h="697" extrusionOk="0">
                  <a:moveTo>
                    <a:pt x="39" y="0"/>
                  </a:moveTo>
                  <a:lnTo>
                    <a:pt x="39" y="469"/>
                  </a:lnTo>
                  <a:cubicBezTo>
                    <a:pt x="39" y="517"/>
                    <a:pt x="19" y="565"/>
                    <a:pt x="0" y="603"/>
                  </a:cubicBezTo>
                  <a:cubicBezTo>
                    <a:pt x="163" y="666"/>
                    <a:pt x="335" y="697"/>
                    <a:pt x="507" y="697"/>
                  </a:cubicBezTo>
                  <a:cubicBezTo>
                    <a:pt x="680" y="697"/>
                    <a:pt x="852" y="666"/>
                    <a:pt x="1015" y="603"/>
                  </a:cubicBezTo>
                  <a:cubicBezTo>
                    <a:pt x="986" y="565"/>
                    <a:pt x="967" y="517"/>
                    <a:pt x="967" y="469"/>
                  </a:cubicBezTo>
                  <a:lnTo>
                    <a:pt x="967"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1" name="Google Shape;10331;p63"/>
            <p:cNvSpPr/>
            <p:nvPr/>
          </p:nvSpPr>
          <p:spPr>
            <a:xfrm>
              <a:off x="7724685" y="3133988"/>
              <a:ext cx="48765" cy="55067"/>
            </a:xfrm>
            <a:custGeom>
              <a:avLst/>
              <a:gdLst/>
              <a:ahLst/>
              <a:cxnLst/>
              <a:rect l="l" t="t" r="r" b="b"/>
              <a:pathLst>
                <a:path w="1857" h="2097" extrusionOk="0">
                  <a:moveTo>
                    <a:pt x="689" y="1"/>
                  </a:moveTo>
                  <a:cubicBezTo>
                    <a:pt x="306" y="1"/>
                    <a:pt x="0" y="317"/>
                    <a:pt x="0" y="699"/>
                  </a:cubicBezTo>
                  <a:lnTo>
                    <a:pt x="0" y="1168"/>
                  </a:lnTo>
                  <a:cubicBezTo>
                    <a:pt x="0" y="1676"/>
                    <a:pt x="412" y="2097"/>
                    <a:pt x="919" y="2097"/>
                  </a:cubicBezTo>
                  <a:cubicBezTo>
                    <a:pt x="1436" y="2097"/>
                    <a:pt x="1857" y="1676"/>
                    <a:pt x="1847" y="1159"/>
                  </a:cubicBezTo>
                  <a:lnTo>
                    <a:pt x="1847" y="699"/>
                  </a:lnTo>
                  <a:cubicBezTo>
                    <a:pt x="1847" y="317"/>
                    <a:pt x="1541" y="1"/>
                    <a:pt x="115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2" name="Google Shape;10332;p63"/>
            <p:cNvSpPr/>
            <p:nvPr/>
          </p:nvSpPr>
          <p:spPr>
            <a:xfrm>
              <a:off x="7724423" y="3133988"/>
              <a:ext cx="33692" cy="54883"/>
            </a:xfrm>
            <a:custGeom>
              <a:avLst/>
              <a:gdLst/>
              <a:ahLst/>
              <a:cxnLst/>
              <a:rect l="l" t="t" r="r" b="b"/>
              <a:pathLst>
                <a:path w="1283" h="2090" extrusionOk="0">
                  <a:moveTo>
                    <a:pt x="699" y="1"/>
                  </a:moveTo>
                  <a:cubicBezTo>
                    <a:pt x="316" y="1"/>
                    <a:pt x="1" y="317"/>
                    <a:pt x="1" y="699"/>
                  </a:cubicBezTo>
                  <a:lnTo>
                    <a:pt x="1" y="1159"/>
                  </a:lnTo>
                  <a:cubicBezTo>
                    <a:pt x="1" y="1693"/>
                    <a:pt x="439" y="2090"/>
                    <a:pt x="926" y="2090"/>
                  </a:cubicBezTo>
                  <a:cubicBezTo>
                    <a:pt x="1041" y="2090"/>
                    <a:pt x="1158" y="2068"/>
                    <a:pt x="1273" y="2020"/>
                  </a:cubicBezTo>
                  <a:cubicBezTo>
                    <a:pt x="929" y="1877"/>
                    <a:pt x="699" y="1542"/>
                    <a:pt x="699" y="1168"/>
                  </a:cubicBezTo>
                  <a:lnTo>
                    <a:pt x="699" y="699"/>
                  </a:lnTo>
                  <a:cubicBezTo>
                    <a:pt x="699" y="364"/>
                    <a:pt x="948" y="68"/>
                    <a:pt x="1283" y="20"/>
                  </a:cubicBezTo>
                  <a:cubicBezTo>
                    <a:pt x="1245" y="10"/>
                    <a:pt x="1197" y="1"/>
                    <a:pt x="1159"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3" name="Google Shape;10333;p63"/>
            <p:cNvSpPr/>
            <p:nvPr/>
          </p:nvSpPr>
          <p:spPr>
            <a:xfrm>
              <a:off x="7724685" y="3133988"/>
              <a:ext cx="48528" cy="24422"/>
            </a:xfrm>
            <a:custGeom>
              <a:avLst/>
              <a:gdLst/>
              <a:ahLst/>
              <a:cxnLst/>
              <a:rect l="l" t="t" r="r" b="b"/>
              <a:pathLst>
                <a:path w="1848" h="930" extrusionOk="0">
                  <a:moveTo>
                    <a:pt x="689" y="1"/>
                  </a:moveTo>
                  <a:cubicBezTo>
                    <a:pt x="306" y="1"/>
                    <a:pt x="0" y="317"/>
                    <a:pt x="0" y="699"/>
                  </a:cubicBezTo>
                  <a:cubicBezTo>
                    <a:pt x="0" y="699"/>
                    <a:pt x="689" y="929"/>
                    <a:pt x="1847" y="929"/>
                  </a:cubicBezTo>
                  <a:lnTo>
                    <a:pt x="1847" y="699"/>
                  </a:lnTo>
                  <a:cubicBezTo>
                    <a:pt x="1847" y="317"/>
                    <a:pt x="1541" y="1"/>
                    <a:pt x="11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4" name="Google Shape;10334;p63"/>
            <p:cNvSpPr/>
            <p:nvPr/>
          </p:nvSpPr>
          <p:spPr>
            <a:xfrm>
              <a:off x="7724423" y="3133988"/>
              <a:ext cx="33692" cy="22137"/>
            </a:xfrm>
            <a:custGeom>
              <a:avLst/>
              <a:gdLst/>
              <a:ahLst/>
              <a:cxnLst/>
              <a:rect l="l" t="t" r="r" b="b"/>
              <a:pathLst>
                <a:path w="1283" h="843" extrusionOk="0">
                  <a:moveTo>
                    <a:pt x="699" y="1"/>
                  </a:moveTo>
                  <a:cubicBezTo>
                    <a:pt x="316" y="1"/>
                    <a:pt x="1" y="317"/>
                    <a:pt x="1" y="699"/>
                  </a:cubicBezTo>
                  <a:cubicBezTo>
                    <a:pt x="230" y="766"/>
                    <a:pt x="460" y="814"/>
                    <a:pt x="699" y="843"/>
                  </a:cubicBezTo>
                  <a:lnTo>
                    <a:pt x="699" y="699"/>
                  </a:lnTo>
                  <a:cubicBezTo>
                    <a:pt x="699" y="364"/>
                    <a:pt x="948" y="68"/>
                    <a:pt x="1283" y="20"/>
                  </a:cubicBezTo>
                  <a:cubicBezTo>
                    <a:pt x="1245" y="10"/>
                    <a:pt x="1197" y="1"/>
                    <a:pt x="11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5" name="Google Shape;10335;p63"/>
            <p:cNvSpPr/>
            <p:nvPr/>
          </p:nvSpPr>
          <p:spPr>
            <a:xfrm>
              <a:off x="7712369" y="3212899"/>
              <a:ext cx="18356" cy="55067"/>
            </a:xfrm>
            <a:custGeom>
              <a:avLst/>
              <a:gdLst/>
              <a:ahLst/>
              <a:cxnLst/>
              <a:rect l="l" t="t" r="r" b="b"/>
              <a:pathLst>
                <a:path w="699" h="2097" extrusionOk="0">
                  <a:moveTo>
                    <a:pt x="58" y="1"/>
                  </a:moveTo>
                  <a:cubicBezTo>
                    <a:pt x="19" y="58"/>
                    <a:pt x="0" y="135"/>
                    <a:pt x="0" y="211"/>
                  </a:cubicBezTo>
                  <a:lnTo>
                    <a:pt x="0" y="1867"/>
                  </a:lnTo>
                  <a:cubicBezTo>
                    <a:pt x="0" y="1991"/>
                    <a:pt x="105" y="2097"/>
                    <a:pt x="239" y="2097"/>
                  </a:cubicBezTo>
                  <a:lnTo>
                    <a:pt x="699" y="2097"/>
                  </a:lnTo>
                  <a:lnTo>
                    <a:pt x="699" y="709"/>
                  </a:lnTo>
                  <a:cubicBezTo>
                    <a:pt x="699" y="565"/>
                    <a:pt x="632" y="422"/>
                    <a:pt x="517" y="336"/>
                  </a:cubicBezTo>
                  <a:lnTo>
                    <a:pt x="5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6" name="Google Shape;10336;p63"/>
            <p:cNvSpPr/>
            <p:nvPr/>
          </p:nvSpPr>
          <p:spPr>
            <a:xfrm>
              <a:off x="7767148" y="3212663"/>
              <a:ext cx="18382" cy="55304"/>
            </a:xfrm>
            <a:custGeom>
              <a:avLst/>
              <a:gdLst/>
              <a:ahLst/>
              <a:cxnLst/>
              <a:rect l="l" t="t" r="r" b="b"/>
              <a:pathLst>
                <a:path w="700" h="2106" extrusionOk="0">
                  <a:moveTo>
                    <a:pt x="642" y="0"/>
                  </a:moveTo>
                  <a:lnTo>
                    <a:pt x="182" y="345"/>
                  </a:lnTo>
                  <a:cubicBezTo>
                    <a:pt x="67" y="431"/>
                    <a:pt x="1" y="574"/>
                    <a:pt x="1" y="718"/>
                  </a:cubicBezTo>
                  <a:lnTo>
                    <a:pt x="1" y="2106"/>
                  </a:lnTo>
                  <a:lnTo>
                    <a:pt x="460" y="2106"/>
                  </a:lnTo>
                  <a:cubicBezTo>
                    <a:pt x="594" y="2106"/>
                    <a:pt x="699" y="2000"/>
                    <a:pt x="699" y="1876"/>
                  </a:cubicBezTo>
                  <a:lnTo>
                    <a:pt x="699" y="220"/>
                  </a:lnTo>
                  <a:cubicBezTo>
                    <a:pt x="699" y="144"/>
                    <a:pt x="680" y="67"/>
                    <a:pt x="642"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7" name="Google Shape;10337;p63"/>
            <p:cNvSpPr/>
            <p:nvPr/>
          </p:nvSpPr>
          <p:spPr>
            <a:xfrm>
              <a:off x="7809873" y="3182752"/>
              <a:ext cx="72898" cy="57063"/>
            </a:xfrm>
            <a:custGeom>
              <a:avLst/>
              <a:gdLst/>
              <a:ahLst/>
              <a:cxnLst/>
              <a:rect l="l" t="t" r="r" b="b"/>
              <a:pathLst>
                <a:path w="2776" h="2173" extrusionOk="0">
                  <a:moveTo>
                    <a:pt x="919" y="0"/>
                  </a:moveTo>
                  <a:lnTo>
                    <a:pt x="919" y="460"/>
                  </a:lnTo>
                  <a:cubicBezTo>
                    <a:pt x="919" y="546"/>
                    <a:pt x="871" y="632"/>
                    <a:pt x="795" y="670"/>
                  </a:cubicBezTo>
                  <a:lnTo>
                    <a:pt x="249" y="938"/>
                  </a:lnTo>
                  <a:cubicBezTo>
                    <a:pt x="96" y="1015"/>
                    <a:pt x="0" y="1178"/>
                    <a:pt x="0" y="1359"/>
                  </a:cubicBezTo>
                  <a:lnTo>
                    <a:pt x="0" y="2173"/>
                  </a:lnTo>
                  <a:lnTo>
                    <a:pt x="2776" y="2173"/>
                  </a:lnTo>
                  <a:lnTo>
                    <a:pt x="2776" y="1359"/>
                  </a:lnTo>
                  <a:cubicBezTo>
                    <a:pt x="2776" y="1178"/>
                    <a:pt x="2671" y="1015"/>
                    <a:pt x="2517" y="938"/>
                  </a:cubicBezTo>
                  <a:lnTo>
                    <a:pt x="1972" y="670"/>
                  </a:lnTo>
                  <a:cubicBezTo>
                    <a:pt x="1895" y="632"/>
                    <a:pt x="1848" y="546"/>
                    <a:pt x="1848" y="460"/>
                  </a:cubicBezTo>
                  <a:lnTo>
                    <a:pt x="1848"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8" name="Google Shape;10338;p63"/>
            <p:cNvSpPr/>
            <p:nvPr/>
          </p:nvSpPr>
          <p:spPr>
            <a:xfrm>
              <a:off x="7809610" y="3202106"/>
              <a:ext cx="73160" cy="65860"/>
            </a:xfrm>
            <a:custGeom>
              <a:avLst/>
              <a:gdLst/>
              <a:ahLst/>
              <a:cxnLst/>
              <a:rect l="l" t="t" r="r" b="b"/>
              <a:pathLst>
                <a:path w="2786" h="2508" extrusionOk="0">
                  <a:moveTo>
                    <a:pt x="680" y="0"/>
                  </a:moveTo>
                  <a:lnTo>
                    <a:pt x="259" y="211"/>
                  </a:lnTo>
                  <a:cubicBezTo>
                    <a:pt x="106" y="287"/>
                    <a:pt x="1" y="450"/>
                    <a:pt x="1" y="622"/>
                  </a:cubicBezTo>
                  <a:lnTo>
                    <a:pt x="1" y="2278"/>
                  </a:lnTo>
                  <a:cubicBezTo>
                    <a:pt x="1" y="2402"/>
                    <a:pt x="106" y="2508"/>
                    <a:pt x="240" y="2508"/>
                  </a:cubicBezTo>
                  <a:lnTo>
                    <a:pt x="2556" y="2508"/>
                  </a:lnTo>
                  <a:cubicBezTo>
                    <a:pt x="2681" y="2508"/>
                    <a:pt x="2786" y="2402"/>
                    <a:pt x="2786" y="2278"/>
                  </a:cubicBezTo>
                  <a:lnTo>
                    <a:pt x="2786" y="622"/>
                  </a:lnTo>
                  <a:cubicBezTo>
                    <a:pt x="2786" y="441"/>
                    <a:pt x="2681" y="287"/>
                    <a:pt x="2527" y="211"/>
                  </a:cubicBezTo>
                  <a:lnTo>
                    <a:pt x="2106" y="0"/>
                  </a:lnTo>
                  <a:cubicBezTo>
                    <a:pt x="1925" y="225"/>
                    <a:pt x="1661" y="338"/>
                    <a:pt x="1397" y="338"/>
                  </a:cubicBezTo>
                  <a:cubicBezTo>
                    <a:pt x="1133" y="338"/>
                    <a:pt x="867" y="225"/>
                    <a:pt x="680" y="0"/>
                  </a:cubicBez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9" name="Google Shape;10339;p63"/>
            <p:cNvSpPr/>
            <p:nvPr/>
          </p:nvSpPr>
          <p:spPr>
            <a:xfrm>
              <a:off x="7832981" y="3182752"/>
              <a:ext cx="26680" cy="18303"/>
            </a:xfrm>
            <a:custGeom>
              <a:avLst/>
              <a:gdLst/>
              <a:ahLst/>
              <a:cxnLst/>
              <a:rect l="l" t="t" r="r" b="b"/>
              <a:pathLst>
                <a:path w="1016" h="697" extrusionOk="0">
                  <a:moveTo>
                    <a:pt x="39" y="0"/>
                  </a:moveTo>
                  <a:lnTo>
                    <a:pt x="39" y="469"/>
                  </a:lnTo>
                  <a:cubicBezTo>
                    <a:pt x="39" y="517"/>
                    <a:pt x="30" y="565"/>
                    <a:pt x="1" y="603"/>
                  </a:cubicBezTo>
                  <a:cubicBezTo>
                    <a:pt x="164" y="666"/>
                    <a:pt x="336" y="697"/>
                    <a:pt x="508" y="697"/>
                  </a:cubicBezTo>
                  <a:cubicBezTo>
                    <a:pt x="680" y="697"/>
                    <a:pt x="853" y="666"/>
                    <a:pt x="1015" y="603"/>
                  </a:cubicBezTo>
                  <a:cubicBezTo>
                    <a:pt x="987" y="565"/>
                    <a:pt x="968" y="517"/>
                    <a:pt x="968" y="469"/>
                  </a:cubicBezTo>
                  <a:lnTo>
                    <a:pt x="968"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0" name="Google Shape;10340;p63"/>
            <p:cNvSpPr/>
            <p:nvPr/>
          </p:nvSpPr>
          <p:spPr>
            <a:xfrm>
              <a:off x="7821926" y="3133988"/>
              <a:ext cx="48791" cy="55067"/>
            </a:xfrm>
            <a:custGeom>
              <a:avLst/>
              <a:gdLst/>
              <a:ahLst/>
              <a:cxnLst/>
              <a:rect l="l" t="t" r="r" b="b"/>
              <a:pathLst>
                <a:path w="1858" h="2097" extrusionOk="0">
                  <a:moveTo>
                    <a:pt x="699" y="1"/>
                  </a:moveTo>
                  <a:cubicBezTo>
                    <a:pt x="307" y="1"/>
                    <a:pt x="1" y="317"/>
                    <a:pt x="1" y="699"/>
                  </a:cubicBezTo>
                  <a:lnTo>
                    <a:pt x="1" y="1168"/>
                  </a:lnTo>
                  <a:cubicBezTo>
                    <a:pt x="1" y="1676"/>
                    <a:pt x="412" y="2097"/>
                    <a:pt x="929" y="2097"/>
                  </a:cubicBezTo>
                  <a:cubicBezTo>
                    <a:pt x="1436" y="2097"/>
                    <a:pt x="1857" y="1676"/>
                    <a:pt x="1857" y="1159"/>
                  </a:cubicBezTo>
                  <a:lnTo>
                    <a:pt x="1857" y="699"/>
                  </a:lnTo>
                  <a:cubicBezTo>
                    <a:pt x="1857" y="317"/>
                    <a:pt x="1542" y="1"/>
                    <a:pt x="115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1" name="Google Shape;10341;p63"/>
            <p:cNvSpPr/>
            <p:nvPr/>
          </p:nvSpPr>
          <p:spPr>
            <a:xfrm>
              <a:off x="7821690" y="3133988"/>
              <a:ext cx="33692" cy="54883"/>
            </a:xfrm>
            <a:custGeom>
              <a:avLst/>
              <a:gdLst/>
              <a:ahLst/>
              <a:cxnLst/>
              <a:rect l="l" t="t" r="r" b="b"/>
              <a:pathLst>
                <a:path w="1283" h="2090" extrusionOk="0">
                  <a:moveTo>
                    <a:pt x="699" y="1"/>
                  </a:moveTo>
                  <a:cubicBezTo>
                    <a:pt x="316" y="1"/>
                    <a:pt x="0" y="317"/>
                    <a:pt x="0" y="699"/>
                  </a:cubicBezTo>
                  <a:lnTo>
                    <a:pt x="0" y="1159"/>
                  </a:lnTo>
                  <a:cubicBezTo>
                    <a:pt x="0" y="1693"/>
                    <a:pt x="439" y="2090"/>
                    <a:pt x="931" y="2090"/>
                  </a:cubicBezTo>
                  <a:cubicBezTo>
                    <a:pt x="1047" y="2090"/>
                    <a:pt x="1166" y="2068"/>
                    <a:pt x="1283" y="2020"/>
                  </a:cubicBezTo>
                  <a:cubicBezTo>
                    <a:pt x="929" y="1877"/>
                    <a:pt x="699" y="1542"/>
                    <a:pt x="699" y="1168"/>
                  </a:cubicBezTo>
                  <a:lnTo>
                    <a:pt x="699" y="699"/>
                  </a:lnTo>
                  <a:cubicBezTo>
                    <a:pt x="699" y="364"/>
                    <a:pt x="948" y="68"/>
                    <a:pt x="1283" y="20"/>
                  </a:cubicBezTo>
                  <a:cubicBezTo>
                    <a:pt x="1244" y="10"/>
                    <a:pt x="1206" y="1"/>
                    <a:pt x="1158"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2" name="Google Shape;10342;p63"/>
            <p:cNvSpPr/>
            <p:nvPr/>
          </p:nvSpPr>
          <p:spPr>
            <a:xfrm>
              <a:off x="7821926" y="3133988"/>
              <a:ext cx="48528" cy="24422"/>
            </a:xfrm>
            <a:custGeom>
              <a:avLst/>
              <a:gdLst/>
              <a:ahLst/>
              <a:cxnLst/>
              <a:rect l="l" t="t" r="r" b="b"/>
              <a:pathLst>
                <a:path w="1848" h="930" extrusionOk="0">
                  <a:moveTo>
                    <a:pt x="690" y="1"/>
                  </a:moveTo>
                  <a:cubicBezTo>
                    <a:pt x="307" y="1"/>
                    <a:pt x="1" y="317"/>
                    <a:pt x="1" y="699"/>
                  </a:cubicBezTo>
                  <a:cubicBezTo>
                    <a:pt x="1" y="699"/>
                    <a:pt x="690" y="929"/>
                    <a:pt x="1848" y="929"/>
                  </a:cubicBezTo>
                  <a:lnTo>
                    <a:pt x="1848" y="699"/>
                  </a:lnTo>
                  <a:cubicBezTo>
                    <a:pt x="1848" y="317"/>
                    <a:pt x="1542" y="1"/>
                    <a:pt x="115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3" name="Google Shape;10343;p63"/>
            <p:cNvSpPr/>
            <p:nvPr/>
          </p:nvSpPr>
          <p:spPr>
            <a:xfrm>
              <a:off x="7821690" y="3133988"/>
              <a:ext cx="33692" cy="22137"/>
            </a:xfrm>
            <a:custGeom>
              <a:avLst/>
              <a:gdLst/>
              <a:ahLst/>
              <a:cxnLst/>
              <a:rect l="l" t="t" r="r" b="b"/>
              <a:pathLst>
                <a:path w="1283" h="843" extrusionOk="0">
                  <a:moveTo>
                    <a:pt x="699" y="1"/>
                  </a:moveTo>
                  <a:cubicBezTo>
                    <a:pt x="316" y="1"/>
                    <a:pt x="0" y="317"/>
                    <a:pt x="0" y="699"/>
                  </a:cubicBezTo>
                  <a:cubicBezTo>
                    <a:pt x="230" y="766"/>
                    <a:pt x="460" y="814"/>
                    <a:pt x="699" y="843"/>
                  </a:cubicBezTo>
                  <a:lnTo>
                    <a:pt x="699" y="699"/>
                  </a:lnTo>
                  <a:cubicBezTo>
                    <a:pt x="699" y="364"/>
                    <a:pt x="948" y="68"/>
                    <a:pt x="1283" y="20"/>
                  </a:cubicBezTo>
                  <a:cubicBezTo>
                    <a:pt x="1244" y="10"/>
                    <a:pt x="1206" y="1"/>
                    <a:pt x="115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4" name="Google Shape;10344;p63"/>
            <p:cNvSpPr/>
            <p:nvPr/>
          </p:nvSpPr>
          <p:spPr>
            <a:xfrm>
              <a:off x="7809610" y="3212899"/>
              <a:ext cx="18382" cy="55067"/>
            </a:xfrm>
            <a:custGeom>
              <a:avLst/>
              <a:gdLst/>
              <a:ahLst/>
              <a:cxnLst/>
              <a:rect l="l" t="t" r="r" b="b"/>
              <a:pathLst>
                <a:path w="700" h="2097" extrusionOk="0">
                  <a:moveTo>
                    <a:pt x="58" y="1"/>
                  </a:moveTo>
                  <a:cubicBezTo>
                    <a:pt x="20" y="58"/>
                    <a:pt x="1" y="135"/>
                    <a:pt x="1" y="211"/>
                  </a:cubicBezTo>
                  <a:lnTo>
                    <a:pt x="1" y="1867"/>
                  </a:lnTo>
                  <a:cubicBezTo>
                    <a:pt x="1" y="1991"/>
                    <a:pt x="106" y="2097"/>
                    <a:pt x="240" y="2097"/>
                  </a:cubicBezTo>
                  <a:lnTo>
                    <a:pt x="700" y="2097"/>
                  </a:lnTo>
                  <a:lnTo>
                    <a:pt x="700" y="709"/>
                  </a:lnTo>
                  <a:cubicBezTo>
                    <a:pt x="700" y="565"/>
                    <a:pt x="633" y="422"/>
                    <a:pt x="518" y="336"/>
                  </a:cubicBezTo>
                  <a:lnTo>
                    <a:pt x="58" y="1"/>
                  </a:ln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5" name="Google Shape;10345;p63"/>
            <p:cNvSpPr/>
            <p:nvPr/>
          </p:nvSpPr>
          <p:spPr>
            <a:xfrm>
              <a:off x="7864415" y="3212663"/>
              <a:ext cx="18356" cy="55304"/>
            </a:xfrm>
            <a:custGeom>
              <a:avLst/>
              <a:gdLst/>
              <a:ahLst/>
              <a:cxnLst/>
              <a:rect l="l" t="t" r="r" b="b"/>
              <a:pathLst>
                <a:path w="699" h="2106" extrusionOk="0">
                  <a:moveTo>
                    <a:pt x="641" y="0"/>
                  </a:moveTo>
                  <a:lnTo>
                    <a:pt x="192" y="345"/>
                  </a:lnTo>
                  <a:cubicBezTo>
                    <a:pt x="67" y="431"/>
                    <a:pt x="0" y="574"/>
                    <a:pt x="0" y="718"/>
                  </a:cubicBezTo>
                  <a:lnTo>
                    <a:pt x="0" y="2106"/>
                  </a:lnTo>
                  <a:lnTo>
                    <a:pt x="460" y="2106"/>
                  </a:lnTo>
                  <a:cubicBezTo>
                    <a:pt x="594" y="2106"/>
                    <a:pt x="699" y="2000"/>
                    <a:pt x="699" y="1876"/>
                  </a:cubicBezTo>
                  <a:lnTo>
                    <a:pt x="699" y="220"/>
                  </a:lnTo>
                  <a:cubicBezTo>
                    <a:pt x="699" y="144"/>
                    <a:pt x="680" y="67"/>
                    <a:pt x="641"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6" name="Google Shape;10346;p63"/>
            <p:cNvSpPr/>
            <p:nvPr/>
          </p:nvSpPr>
          <p:spPr>
            <a:xfrm>
              <a:off x="7548008" y="2885437"/>
              <a:ext cx="304616" cy="237075"/>
            </a:xfrm>
            <a:custGeom>
              <a:avLst/>
              <a:gdLst/>
              <a:ahLst/>
              <a:cxnLst/>
              <a:rect l="l" t="t" r="r" b="b"/>
              <a:pathLst>
                <a:path w="11600" h="9028" extrusionOk="0">
                  <a:moveTo>
                    <a:pt x="5800" y="1"/>
                  </a:moveTo>
                  <a:cubicBezTo>
                    <a:pt x="5723" y="1"/>
                    <a:pt x="5647" y="39"/>
                    <a:pt x="5599" y="116"/>
                  </a:cubicBezTo>
                  <a:lnTo>
                    <a:pt x="4910" y="1503"/>
                  </a:lnTo>
                  <a:cubicBezTo>
                    <a:pt x="4808" y="1682"/>
                    <a:pt x="4961" y="1835"/>
                    <a:pt x="5111" y="1835"/>
                  </a:cubicBezTo>
                  <a:cubicBezTo>
                    <a:pt x="5186" y="1835"/>
                    <a:pt x="5261" y="1797"/>
                    <a:pt x="5302" y="1704"/>
                  </a:cubicBezTo>
                  <a:lnTo>
                    <a:pt x="5570" y="1168"/>
                  </a:lnTo>
                  <a:lnTo>
                    <a:pt x="5570" y="5312"/>
                  </a:lnTo>
                  <a:lnTo>
                    <a:pt x="938" y="5312"/>
                  </a:lnTo>
                  <a:cubicBezTo>
                    <a:pt x="421" y="5312"/>
                    <a:pt x="10" y="5724"/>
                    <a:pt x="10" y="6231"/>
                  </a:cubicBezTo>
                  <a:lnTo>
                    <a:pt x="10" y="8777"/>
                  </a:lnTo>
                  <a:cubicBezTo>
                    <a:pt x="0" y="8944"/>
                    <a:pt x="122" y="9028"/>
                    <a:pt x="244" y="9028"/>
                  </a:cubicBezTo>
                  <a:cubicBezTo>
                    <a:pt x="366" y="9028"/>
                    <a:pt x="488" y="8944"/>
                    <a:pt x="479" y="8777"/>
                  </a:cubicBezTo>
                  <a:lnTo>
                    <a:pt x="479" y="6231"/>
                  </a:lnTo>
                  <a:cubicBezTo>
                    <a:pt x="479" y="5973"/>
                    <a:pt x="680" y="5772"/>
                    <a:pt x="938" y="5772"/>
                  </a:cubicBezTo>
                  <a:lnTo>
                    <a:pt x="3713" y="5772"/>
                  </a:lnTo>
                  <a:lnTo>
                    <a:pt x="3713" y="8777"/>
                  </a:lnTo>
                  <a:cubicBezTo>
                    <a:pt x="3723" y="8920"/>
                    <a:pt x="3833" y="8992"/>
                    <a:pt x="3944" y="8992"/>
                  </a:cubicBezTo>
                  <a:cubicBezTo>
                    <a:pt x="4056" y="8992"/>
                    <a:pt x="4168" y="8920"/>
                    <a:pt x="4182" y="8777"/>
                  </a:cubicBezTo>
                  <a:lnTo>
                    <a:pt x="4182" y="5772"/>
                  </a:lnTo>
                  <a:lnTo>
                    <a:pt x="7417" y="5772"/>
                  </a:lnTo>
                  <a:lnTo>
                    <a:pt x="7417" y="8777"/>
                  </a:lnTo>
                  <a:cubicBezTo>
                    <a:pt x="7408" y="8944"/>
                    <a:pt x="7530" y="9028"/>
                    <a:pt x="7652" y="9028"/>
                  </a:cubicBezTo>
                  <a:cubicBezTo>
                    <a:pt x="7774" y="9028"/>
                    <a:pt x="7896" y="8944"/>
                    <a:pt x="7886" y="8777"/>
                  </a:cubicBezTo>
                  <a:lnTo>
                    <a:pt x="7886" y="5772"/>
                  </a:lnTo>
                  <a:lnTo>
                    <a:pt x="10662" y="5772"/>
                  </a:lnTo>
                  <a:cubicBezTo>
                    <a:pt x="10920" y="5772"/>
                    <a:pt x="11121" y="5973"/>
                    <a:pt x="11121" y="6231"/>
                  </a:cubicBezTo>
                  <a:lnTo>
                    <a:pt x="11121" y="8777"/>
                  </a:lnTo>
                  <a:cubicBezTo>
                    <a:pt x="11111" y="8944"/>
                    <a:pt x="11233" y="9028"/>
                    <a:pt x="11355" y="9028"/>
                  </a:cubicBezTo>
                  <a:cubicBezTo>
                    <a:pt x="11477" y="9028"/>
                    <a:pt x="11599" y="8944"/>
                    <a:pt x="11590" y="8777"/>
                  </a:cubicBezTo>
                  <a:lnTo>
                    <a:pt x="11590" y="6231"/>
                  </a:lnTo>
                  <a:cubicBezTo>
                    <a:pt x="11590" y="5724"/>
                    <a:pt x="11169" y="5303"/>
                    <a:pt x="10662" y="5303"/>
                  </a:cubicBezTo>
                  <a:lnTo>
                    <a:pt x="6029" y="5303"/>
                  </a:lnTo>
                  <a:lnTo>
                    <a:pt x="6029" y="1168"/>
                  </a:lnTo>
                  <a:lnTo>
                    <a:pt x="6297" y="1695"/>
                  </a:lnTo>
                  <a:cubicBezTo>
                    <a:pt x="6336" y="1771"/>
                    <a:pt x="6412" y="1819"/>
                    <a:pt x="6498" y="1819"/>
                  </a:cubicBezTo>
                  <a:cubicBezTo>
                    <a:pt x="6527" y="1819"/>
                    <a:pt x="6565" y="1810"/>
                    <a:pt x="6594" y="1800"/>
                  </a:cubicBezTo>
                  <a:cubicBezTo>
                    <a:pt x="6699" y="1743"/>
                    <a:pt x="6747" y="1609"/>
                    <a:pt x="6690" y="1503"/>
                  </a:cubicBezTo>
                  <a:lnTo>
                    <a:pt x="6001" y="116"/>
                  </a:lnTo>
                  <a:cubicBezTo>
                    <a:pt x="5953" y="39"/>
                    <a:pt x="5876" y="1"/>
                    <a:pt x="580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47" name="Google Shape;10347;p63"/>
          <p:cNvGrpSpPr/>
          <p:nvPr/>
        </p:nvGrpSpPr>
        <p:grpSpPr>
          <a:xfrm>
            <a:off x="7082979" y="2734744"/>
            <a:ext cx="358160" cy="385602"/>
            <a:chOff x="7087591" y="2887144"/>
            <a:chExt cx="358160" cy="385602"/>
          </a:xfrm>
        </p:grpSpPr>
        <p:sp>
          <p:nvSpPr>
            <p:cNvPr id="10348" name="Google Shape;10348;p63"/>
            <p:cNvSpPr/>
            <p:nvPr/>
          </p:nvSpPr>
          <p:spPr>
            <a:xfrm>
              <a:off x="7266527" y="2904554"/>
              <a:ext cx="89494" cy="49264"/>
            </a:xfrm>
            <a:custGeom>
              <a:avLst/>
              <a:gdLst/>
              <a:ahLst/>
              <a:cxnLst/>
              <a:rect l="l" t="t" r="r" b="b"/>
              <a:pathLst>
                <a:path w="3408" h="1876" extrusionOk="0">
                  <a:moveTo>
                    <a:pt x="0" y="0"/>
                  </a:moveTo>
                  <a:lnTo>
                    <a:pt x="0" y="1876"/>
                  </a:lnTo>
                  <a:lnTo>
                    <a:pt x="3130" y="1876"/>
                  </a:lnTo>
                  <a:cubicBezTo>
                    <a:pt x="3293" y="1866"/>
                    <a:pt x="3407" y="1685"/>
                    <a:pt x="3340" y="1531"/>
                  </a:cubicBezTo>
                  <a:lnTo>
                    <a:pt x="3034" y="938"/>
                  </a:lnTo>
                  <a:lnTo>
                    <a:pt x="3340" y="335"/>
                  </a:lnTo>
                  <a:cubicBezTo>
                    <a:pt x="3398" y="182"/>
                    <a:pt x="3293" y="10"/>
                    <a:pt x="313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49" name="Google Shape;10349;p63"/>
            <p:cNvSpPr/>
            <p:nvPr/>
          </p:nvSpPr>
          <p:spPr>
            <a:xfrm>
              <a:off x="7266527" y="2904554"/>
              <a:ext cx="18382" cy="49264"/>
            </a:xfrm>
            <a:custGeom>
              <a:avLst/>
              <a:gdLst/>
              <a:ahLst/>
              <a:cxnLst/>
              <a:rect l="l" t="t" r="r" b="b"/>
              <a:pathLst>
                <a:path w="700" h="1876" extrusionOk="0">
                  <a:moveTo>
                    <a:pt x="0" y="0"/>
                  </a:moveTo>
                  <a:lnTo>
                    <a:pt x="0" y="1876"/>
                  </a:lnTo>
                  <a:lnTo>
                    <a:pt x="699" y="1876"/>
                  </a:lnTo>
                  <a:lnTo>
                    <a:pt x="69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0" name="Google Shape;10350;p63"/>
            <p:cNvSpPr/>
            <p:nvPr/>
          </p:nvSpPr>
          <p:spPr>
            <a:xfrm>
              <a:off x="7260251" y="2887144"/>
              <a:ext cx="12342" cy="275284"/>
            </a:xfrm>
            <a:custGeom>
              <a:avLst/>
              <a:gdLst/>
              <a:ahLst/>
              <a:cxnLst/>
              <a:rect l="l" t="t" r="r" b="b"/>
              <a:pathLst>
                <a:path w="470" h="10483" extrusionOk="0">
                  <a:moveTo>
                    <a:pt x="235" y="0"/>
                  </a:moveTo>
                  <a:cubicBezTo>
                    <a:pt x="132" y="0"/>
                    <a:pt x="29" y="65"/>
                    <a:pt x="0" y="194"/>
                  </a:cubicBezTo>
                  <a:lnTo>
                    <a:pt x="0" y="10243"/>
                  </a:lnTo>
                  <a:cubicBezTo>
                    <a:pt x="0" y="10367"/>
                    <a:pt x="105" y="10482"/>
                    <a:pt x="239" y="10482"/>
                  </a:cubicBezTo>
                  <a:cubicBezTo>
                    <a:pt x="364" y="10473"/>
                    <a:pt x="469" y="10367"/>
                    <a:pt x="469" y="10243"/>
                  </a:cubicBezTo>
                  <a:lnTo>
                    <a:pt x="469" y="194"/>
                  </a:lnTo>
                  <a:cubicBezTo>
                    <a:pt x="440" y="65"/>
                    <a:pt x="338" y="0"/>
                    <a:pt x="235"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1" name="Google Shape;10351;p63"/>
            <p:cNvSpPr/>
            <p:nvPr/>
          </p:nvSpPr>
          <p:spPr>
            <a:xfrm>
              <a:off x="7162222" y="3107097"/>
              <a:ext cx="49027" cy="110371"/>
            </a:xfrm>
            <a:custGeom>
              <a:avLst/>
              <a:gdLst/>
              <a:ahLst/>
              <a:cxnLst/>
              <a:rect l="l" t="t" r="r" b="b"/>
              <a:pathLst>
                <a:path w="1867" h="4203" extrusionOk="0">
                  <a:moveTo>
                    <a:pt x="1" y="1"/>
                  </a:moveTo>
                  <a:lnTo>
                    <a:pt x="1" y="4202"/>
                  </a:lnTo>
                  <a:lnTo>
                    <a:pt x="1867" y="4202"/>
                  </a:lnTo>
                  <a:lnTo>
                    <a:pt x="1867" y="1"/>
                  </a:ln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2" name="Google Shape;10352;p63"/>
            <p:cNvSpPr/>
            <p:nvPr/>
          </p:nvSpPr>
          <p:spPr>
            <a:xfrm>
              <a:off x="7149906" y="2990503"/>
              <a:ext cx="130959" cy="129199"/>
            </a:xfrm>
            <a:custGeom>
              <a:avLst/>
              <a:gdLst/>
              <a:ahLst/>
              <a:cxnLst/>
              <a:rect l="l" t="t" r="r" b="b"/>
              <a:pathLst>
                <a:path w="4987" h="4920" extrusionOk="0">
                  <a:moveTo>
                    <a:pt x="939" y="0"/>
                  </a:moveTo>
                  <a:lnTo>
                    <a:pt x="939" y="555"/>
                  </a:lnTo>
                  <a:cubicBezTo>
                    <a:pt x="939" y="641"/>
                    <a:pt x="881" y="728"/>
                    <a:pt x="795" y="766"/>
                  </a:cubicBezTo>
                  <a:lnTo>
                    <a:pt x="278" y="986"/>
                  </a:lnTo>
                  <a:cubicBezTo>
                    <a:pt x="116" y="1062"/>
                    <a:pt x="1" y="1235"/>
                    <a:pt x="1" y="1417"/>
                  </a:cubicBezTo>
                  <a:lnTo>
                    <a:pt x="1" y="2852"/>
                  </a:lnTo>
                  <a:cubicBezTo>
                    <a:pt x="1" y="3139"/>
                    <a:pt x="39" y="3417"/>
                    <a:pt x="125" y="3694"/>
                  </a:cubicBezTo>
                  <a:lnTo>
                    <a:pt x="470" y="4919"/>
                  </a:lnTo>
                  <a:lnTo>
                    <a:pt x="709" y="4450"/>
                  </a:lnTo>
                  <a:lnTo>
                    <a:pt x="2346" y="4450"/>
                  </a:lnTo>
                  <a:lnTo>
                    <a:pt x="2346" y="2000"/>
                  </a:lnTo>
                  <a:lnTo>
                    <a:pt x="2901" y="2670"/>
                  </a:lnTo>
                  <a:cubicBezTo>
                    <a:pt x="2994" y="2780"/>
                    <a:pt x="3128" y="2839"/>
                    <a:pt x="3264" y="2839"/>
                  </a:cubicBezTo>
                  <a:cubicBezTo>
                    <a:pt x="3364" y="2839"/>
                    <a:pt x="3466" y="2807"/>
                    <a:pt x="3551" y="2737"/>
                  </a:cubicBezTo>
                  <a:lnTo>
                    <a:pt x="4872" y="1694"/>
                  </a:lnTo>
                  <a:cubicBezTo>
                    <a:pt x="4968" y="1618"/>
                    <a:pt x="4987" y="1484"/>
                    <a:pt x="4930" y="1369"/>
                  </a:cubicBezTo>
                  <a:cubicBezTo>
                    <a:pt x="4880" y="1276"/>
                    <a:pt x="4787" y="1223"/>
                    <a:pt x="4691" y="1223"/>
                  </a:cubicBezTo>
                  <a:cubicBezTo>
                    <a:pt x="4638" y="1223"/>
                    <a:pt x="4585" y="1239"/>
                    <a:pt x="4537" y="1273"/>
                  </a:cubicBezTo>
                  <a:lnTo>
                    <a:pt x="3322" y="2106"/>
                  </a:lnTo>
                  <a:lnTo>
                    <a:pt x="2661" y="1082"/>
                  </a:lnTo>
                  <a:cubicBezTo>
                    <a:pt x="2604" y="986"/>
                    <a:pt x="2518" y="919"/>
                    <a:pt x="2413" y="881"/>
                  </a:cubicBezTo>
                  <a:lnTo>
                    <a:pt x="2030" y="756"/>
                  </a:lnTo>
                  <a:cubicBezTo>
                    <a:pt x="1934" y="728"/>
                    <a:pt x="1877" y="632"/>
                    <a:pt x="1867" y="536"/>
                  </a:cubicBezTo>
                  <a:lnTo>
                    <a:pt x="1867"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3" name="Google Shape;10353;p63"/>
            <p:cNvSpPr/>
            <p:nvPr/>
          </p:nvSpPr>
          <p:spPr>
            <a:xfrm>
              <a:off x="7186618" y="3119413"/>
              <a:ext cx="6302" cy="98291"/>
            </a:xfrm>
            <a:custGeom>
              <a:avLst/>
              <a:gdLst/>
              <a:ahLst/>
              <a:cxnLst/>
              <a:rect l="l" t="t" r="r" b="b"/>
              <a:pathLst>
                <a:path w="240" h="3743" extrusionOk="0">
                  <a:moveTo>
                    <a:pt x="125" y="1"/>
                  </a:moveTo>
                  <a:cubicBezTo>
                    <a:pt x="58" y="1"/>
                    <a:pt x="0" y="49"/>
                    <a:pt x="0" y="116"/>
                  </a:cubicBezTo>
                  <a:lnTo>
                    <a:pt x="0" y="3743"/>
                  </a:lnTo>
                  <a:lnTo>
                    <a:pt x="239" y="3743"/>
                  </a:lnTo>
                  <a:lnTo>
                    <a:pt x="239" y="116"/>
                  </a:lnTo>
                  <a:cubicBezTo>
                    <a:pt x="239" y="49"/>
                    <a:pt x="192" y="1"/>
                    <a:pt x="125"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4" name="Google Shape;10354;p63"/>
            <p:cNvSpPr/>
            <p:nvPr/>
          </p:nvSpPr>
          <p:spPr>
            <a:xfrm>
              <a:off x="7087828" y="3143284"/>
              <a:ext cx="357924" cy="129462"/>
            </a:xfrm>
            <a:custGeom>
              <a:avLst/>
              <a:gdLst/>
              <a:ahLst/>
              <a:cxnLst/>
              <a:rect l="l" t="t" r="r" b="b"/>
              <a:pathLst>
                <a:path w="13630" h="4930" extrusionOk="0">
                  <a:moveTo>
                    <a:pt x="6810" y="1"/>
                  </a:moveTo>
                  <a:cubicBezTo>
                    <a:pt x="6621" y="1"/>
                    <a:pt x="6432" y="58"/>
                    <a:pt x="6270" y="173"/>
                  </a:cubicBezTo>
                  <a:lnTo>
                    <a:pt x="173" y="4508"/>
                  </a:lnTo>
                  <a:cubicBezTo>
                    <a:pt x="1" y="4642"/>
                    <a:pt x="87" y="4920"/>
                    <a:pt x="307" y="4930"/>
                  </a:cubicBezTo>
                  <a:lnTo>
                    <a:pt x="13323" y="4930"/>
                  </a:lnTo>
                  <a:cubicBezTo>
                    <a:pt x="13543" y="4920"/>
                    <a:pt x="13629" y="4642"/>
                    <a:pt x="13457" y="4508"/>
                  </a:cubicBezTo>
                  <a:lnTo>
                    <a:pt x="7351" y="173"/>
                  </a:lnTo>
                  <a:cubicBezTo>
                    <a:pt x="7188" y="58"/>
                    <a:pt x="6999" y="1"/>
                    <a:pt x="6810" y="1"/>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5" name="Google Shape;10355;p63"/>
            <p:cNvSpPr/>
            <p:nvPr/>
          </p:nvSpPr>
          <p:spPr>
            <a:xfrm>
              <a:off x="7293890" y="3179365"/>
              <a:ext cx="60372" cy="43119"/>
            </a:xfrm>
            <a:custGeom>
              <a:avLst/>
              <a:gdLst/>
              <a:ahLst/>
              <a:cxnLst/>
              <a:rect l="l" t="t" r="r" b="b"/>
              <a:pathLst>
                <a:path w="2299" h="1642" extrusionOk="0">
                  <a:moveTo>
                    <a:pt x="380" y="1"/>
                  </a:moveTo>
                  <a:cubicBezTo>
                    <a:pt x="197" y="1"/>
                    <a:pt x="0" y="349"/>
                    <a:pt x="222" y="436"/>
                  </a:cubicBezTo>
                  <a:lnTo>
                    <a:pt x="1858" y="1594"/>
                  </a:lnTo>
                  <a:cubicBezTo>
                    <a:pt x="1897" y="1622"/>
                    <a:pt x="1944" y="1642"/>
                    <a:pt x="1992" y="1642"/>
                  </a:cubicBezTo>
                  <a:cubicBezTo>
                    <a:pt x="2212" y="1632"/>
                    <a:pt x="2298" y="1354"/>
                    <a:pt x="2126" y="1220"/>
                  </a:cubicBezTo>
                  <a:lnTo>
                    <a:pt x="490" y="53"/>
                  </a:lnTo>
                  <a:cubicBezTo>
                    <a:pt x="456" y="16"/>
                    <a:pt x="418" y="1"/>
                    <a:pt x="380" y="1"/>
                  </a:cubicBezTo>
                  <a:close/>
                </a:path>
              </a:pathLst>
            </a:custGeom>
            <a:solidFill>
              <a:srgbClr val="A6B1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6" name="Google Shape;10356;p63"/>
            <p:cNvSpPr/>
            <p:nvPr/>
          </p:nvSpPr>
          <p:spPr>
            <a:xfrm>
              <a:off x="7269521" y="3162007"/>
              <a:ext cx="23424" cy="16990"/>
            </a:xfrm>
            <a:custGeom>
              <a:avLst/>
              <a:gdLst/>
              <a:ahLst/>
              <a:cxnLst/>
              <a:rect l="l" t="t" r="r" b="b"/>
              <a:pathLst>
                <a:path w="892" h="647" extrusionOk="0">
                  <a:moveTo>
                    <a:pt x="378" y="1"/>
                  </a:moveTo>
                  <a:cubicBezTo>
                    <a:pt x="195" y="1"/>
                    <a:pt x="1" y="342"/>
                    <a:pt x="221" y="436"/>
                  </a:cubicBezTo>
                  <a:lnTo>
                    <a:pt x="451" y="599"/>
                  </a:lnTo>
                  <a:cubicBezTo>
                    <a:pt x="489" y="628"/>
                    <a:pt x="537" y="647"/>
                    <a:pt x="585" y="647"/>
                  </a:cubicBezTo>
                  <a:cubicBezTo>
                    <a:pt x="805" y="628"/>
                    <a:pt x="891" y="360"/>
                    <a:pt x="719" y="216"/>
                  </a:cubicBezTo>
                  <a:lnTo>
                    <a:pt x="489" y="54"/>
                  </a:lnTo>
                  <a:cubicBezTo>
                    <a:pt x="456" y="16"/>
                    <a:pt x="417" y="1"/>
                    <a:pt x="378" y="1"/>
                  </a:cubicBezTo>
                  <a:close/>
                </a:path>
              </a:pathLst>
            </a:custGeom>
            <a:solidFill>
              <a:srgbClr val="A6B1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7" name="Google Shape;10357;p63"/>
            <p:cNvSpPr/>
            <p:nvPr/>
          </p:nvSpPr>
          <p:spPr>
            <a:xfrm>
              <a:off x="7087591" y="3143257"/>
              <a:ext cx="186000" cy="129488"/>
            </a:xfrm>
            <a:custGeom>
              <a:avLst/>
              <a:gdLst/>
              <a:ahLst/>
              <a:cxnLst/>
              <a:rect l="l" t="t" r="r" b="b"/>
              <a:pathLst>
                <a:path w="7083" h="4931" extrusionOk="0">
                  <a:moveTo>
                    <a:pt x="6818" y="0"/>
                  </a:moveTo>
                  <a:cubicBezTo>
                    <a:pt x="6625" y="0"/>
                    <a:pt x="6433" y="62"/>
                    <a:pt x="6269" y="174"/>
                  </a:cubicBezTo>
                  <a:lnTo>
                    <a:pt x="173" y="4509"/>
                  </a:lnTo>
                  <a:cubicBezTo>
                    <a:pt x="0" y="4643"/>
                    <a:pt x="87" y="4921"/>
                    <a:pt x="307" y="4931"/>
                  </a:cubicBezTo>
                  <a:lnTo>
                    <a:pt x="3159" y="4931"/>
                  </a:lnTo>
                  <a:cubicBezTo>
                    <a:pt x="3015" y="4931"/>
                    <a:pt x="2958" y="4634"/>
                    <a:pt x="3072" y="4509"/>
                  </a:cubicBezTo>
                  <a:lnTo>
                    <a:pt x="6910" y="174"/>
                  </a:lnTo>
                  <a:cubicBezTo>
                    <a:pt x="6958" y="117"/>
                    <a:pt x="7015" y="69"/>
                    <a:pt x="7082" y="40"/>
                  </a:cubicBezTo>
                  <a:cubicBezTo>
                    <a:pt x="6996" y="13"/>
                    <a:pt x="6907" y="0"/>
                    <a:pt x="6818"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8" name="Google Shape;10358;p63"/>
            <p:cNvSpPr/>
            <p:nvPr/>
          </p:nvSpPr>
          <p:spPr>
            <a:xfrm>
              <a:off x="7174039" y="2990503"/>
              <a:ext cx="25420" cy="18356"/>
            </a:xfrm>
            <a:custGeom>
              <a:avLst/>
              <a:gdLst/>
              <a:ahLst/>
              <a:cxnLst/>
              <a:rect l="l" t="t" r="r" b="b"/>
              <a:pathLst>
                <a:path w="968" h="699" extrusionOk="0">
                  <a:moveTo>
                    <a:pt x="10" y="0"/>
                  </a:moveTo>
                  <a:lnTo>
                    <a:pt x="10" y="546"/>
                  </a:lnTo>
                  <a:cubicBezTo>
                    <a:pt x="10" y="574"/>
                    <a:pt x="10" y="594"/>
                    <a:pt x="1" y="613"/>
                  </a:cubicBezTo>
                  <a:cubicBezTo>
                    <a:pt x="154" y="670"/>
                    <a:pt x="316" y="699"/>
                    <a:pt x="489" y="699"/>
                  </a:cubicBezTo>
                  <a:cubicBezTo>
                    <a:pt x="651" y="699"/>
                    <a:pt x="814" y="670"/>
                    <a:pt x="967" y="613"/>
                  </a:cubicBezTo>
                  <a:cubicBezTo>
                    <a:pt x="958" y="584"/>
                    <a:pt x="948" y="565"/>
                    <a:pt x="948" y="536"/>
                  </a:cubicBezTo>
                  <a:lnTo>
                    <a:pt x="948"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9" name="Google Shape;10359;p63"/>
            <p:cNvSpPr/>
            <p:nvPr/>
          </p:nvSpPr>
          <p:spPr>
            <a:xfrm>
              <a:off x="7162222" y="2947515"/>
              <a:ext cx="49027" cy="55330"/>
            </a:xfrm>
            <a:custGeom>
              <a:avLst/>
              <a:gdLst/>
              <a:ahLst/>
              <a:cxnLst/>
              <a:rect l="l" t="t" r="r" b="b"/>
              <a:pathLst>
                <a:path w="1867" h="2107" extrusionOk="0">
                  <a:moveTo>
                    <a:pt x="699" y="1"/>
                  </a:moveTo>
                  <a:cubicBezTo>
                    <a:pt x="317" y="1"/>
                    <a:pt x="1" y="316"/>
                    <a:pt x="1" y="699"/>
                  </a:cubicBezTo>
                  <a:lnTo>
                    <a:pt x="1" y="1168"/>
                  </a:lnTo>
                  <a:cubicBezTo>
                    <a:pt x="1" y="1685"/>
                    <a:pt x="422" y="2106"/>
                    <a:pt x="939" y="2106"/>
                  </a:cubicBezTo>
                  <a:cubicBezTo>
                    <a:pt x="1455" y="2106"/>
                    <a:pt x="1867" y="1685"/>
                    <a:pt x="1867" y="1168"/>
                  </a:cubicBezTo>
                  <a:lnTo>
                    <a:pt x="1867" y="699"/>
                  </a:lnTo>
                  <a:cubicBezTo>
                    <a:pt x="1867" y="316"/>
                    <a:pt x="1561" y="1"/>
                    <a:pt x="116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0" name="Google Shape;10360;p63"/>
            <p:cNvSpPr/>
            <p:nvPr/>
          </p:nvSpPr>
          <p:spPr>
            <a:xfrm>
              <a:off x="7162038" y="2947515"/>
              <a:ext cx="33902" cy="55382"/>
            </a:xfrm>
            <a:custGeom>
              <a:avLst/>
              <a:gdLst/>
              <a:ahLst/>
              <a:cxnLst/>
              <a:rect l="l" t="t" r="r" b="b"/>
              <a:pathLst>
                <a:path w="1291" h="2109" extrusionOk="0">
                  <a:moveTo>
                    <a:pt x="706" y="1"/>
                  </a:moveTo>
                  <a:cubicBezTo>
                    <a:pt x="314" y="1"/>
                    <a:pt x="8" y="316"/>
                    <a:pt x="8" y="699"/>
                  </a:cubicBezTo>
                  <a:lnTo>
                    <a:pt x="8" y="1168"/>
                  </a:lnTo>
                  <a:cubicBezTo>
                    <a:pt x="0" y="1711"/>
                    <a:pt x="444" y="2109"/>
                    <a:pt x="938" y="2109"/>
                  </a:cubicBezTo>
                  <a:cubicBezTo>
                    <a:pt x="1054" y="2109"/>
                    <a:pt x="1174" y="2087"/>
                    <a:pt x="1290" y="2039"/>
                  </a:cubicBezTo>
                  <a:cubicBezTo>
                    <a:pt x="936" y="1896"/>
                    <a:pt x="706" y="1551"/>
                    <a:pt x="706" y="1168"/>
                  </a:cubicBezTo>
                  <a:lnTo>
                    <a:pt x="706" y="699"/>
                  </a:lnTo>
                  <a:cubicBezTo>
                    <a:pt x="706" y="364"/>
                    <a:pt x="955" y="68"/>
                    <a:pt x="1290" y="10"/>
                  </a:cubicBezTo>
                  <a:cubicBezTo>
                    <a:pt x="1252" y="10"/>
                    <a:pt x="1214" y="1"/>
                    <a:pt x="117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1" name="Google Shape;10361;p63"/>
            <p:cNvSpPr/>
            <p:nvPr/>
          </p:nvSpPr>
          <p:spPr>
            <a:xfrm>
              <a:off x="7162222" y="2947515"/>
              <a:ext cx="49027" cy="24658"/>
            </a:xfrm>
            <a:custGeom>
              <a:avLst/>
              <a:gdLst/>
              <a:ahLst/>
              <a:cxnLst/>
              <a:rect l="l" t="t" r="r" b="b"/>
              <a:pathLst>
                <a:path w="1867" h="939" extrusionOk="0">
                  <a:moveTo>
                    <a:pt x="699" y="1"/>
                  </a:moveTo>
                  <a:cubicBezTo>
                    <a:pt x="317" y="1"/>
                    <a:pt x="1" y="316"/>
                    <a:pt x="1" y="699"/>
                  </a:cubicBezTo>
                  <a:cubicBezTo>
                    <a:pt x="1" y="699"/>
                    <a:pt x="699" y="939"/>
                    <a:pt x="1867" y="939"/>
                  </a:cubicBezTo>
                  <a:lnTo>
                    <a:pt x="1867" y="699"/>
                  </a:lnTo>
                  <a:cubicBezTo>
                    <a:pt x="1867" y="316"/>
                    <a:pt x="1551" y="1"/>
                    <a:pt x="1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2" name="Google Shape;10362;p63"/>
            <p:cNvSpPr/>
            <p:nvPr/>
          </p:nvSpPr>
          <p:spPr>
            <a:xfrm>
              <a:off x="7162222" y="2947515"/>
              <a:ext cx="33718" cy="22400"/>
            </a:xfrm>
            <a:custGeom>
              <a:avLst/>
              <a:gdLst/>
              <a:ahLst/>
              <a:cxnLst/>
              <a:rect l="l" t="t" r="r" b="b"/>
              <a:pathLst>
                <a:path w="1284" h="853" extrusionOk="0">
                  <a:moveTo>
                    <a:pt x="699" y="1"/>
                  </a:moveTo>
                  <a:cubicBezTo>
                    <a:pt x="307" y="1"/>
                    <a:pt x="1" y="316"/>
                    <a:pt x="1" y="699"/>
                  </a:cubicBezTo>
                  <a:cubicBezTo>
                    <a:pt x="230" y="776"/>
                    <a:pt x="460" y="824"/>
                    <a:pt x="699" y="852"/>
                  </a:cubicBezTo>
                  <a:lnTo>
                    <a:pt x="699" y="699"/>
                  </a:lnTo>
                  <a:cubicBezTo>
                    <a:pt x="699" y="364"/>
                    <a:pt x="948" y="68"/>
                    <a:pt x="1283" y="10"/>
                  </a:cubicBezTo>
                  <a:cubicBezTo>
                    <a:pt x="1245" y="10"/>
                    <a:pt x="1207" y="1"/>
                    <a:pt x="116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3" name="Google Shape;10363;p63"/>
            <p:cNvSpPr/>
            <p:nvPr/>
          </p:nvSpPr>
          <p:spPr>
            <a:xfrm>
              <a:off x="7149906" y="3011353"/>
              <a:ext cx="119667" cy="95770"/>
            </a:xfrm>
            <a:custGeom>
              <a:avLst/>
              <a:gdLst/>
              <a:ahLst/>
              <a:cxnLst/>
              <a:rect l="l" t="t" r="r" b="b"/>
              <a:pathLst>
                <a:path w="4557" h="3647" extrusionOk="0">
                  <a:moveTo>
                    <a:pt x="2145" y="1"/>
                  </a:moveTo>
                  <a:cubicBezTo>
                    <a:pt x="1960" y="248"/>
                    <a:pt x="1682" y="373"/>
                    <a:pt x="1403" y="373"/>
                  </a:cubicBezTo>
                  <a:cubicBezTo>
                    <a:pt x="1131" y="373"/>
                    <a:pt x="859" y="255"/>
                    <a:pt x="671" y="20"/>
                  </a:cubicBezTo>
                  <a:lnTo>
                    <a:pt x="278" y="192"/>
                  </a:lnTo>
                  <a:cubicBezTo>
                    <a:pt x="106" y="268"/>
                    <a:pt x="1" y="431"/>
                    <a:pt x="1" y="623"/>
                  </a:cubicBezTo>
                  <a:lnTo>
                    <a:pt x="1" y="3647"/>
                  </a:lnTo>
                  <a:lnTo>
                    <a:pt x="2336" y="3647"/>
                  </a:lnTo>
                  <a:lnTo>
                    <a:pt x="2336" y="1206"/>
                  </a:lnTo>
                  <a:lnTo>
                    <a:pt x="2891" y="1876"/>
                  </a:lnTo>
                  <a:cubicBezTo>
                    <a:pt x="2984" y="1986"/>
                    <a:pt x="3119" y="2045"/>
                    <a:pt x="3254" y="2045"/>
                  </a:cubicBezTo>
                  <a:cubicBezTo>
                    <a:pt x="3355" y="2045"/>
                    <a:pt x="3456" y="2013"/>
                    <a:pt x="3542" y="1943"/>
                  </a:cubicBezTo>
                  <a:lnTo>
                    <a:pt x="4556" y="1139"/>
                  </a:lnTo>
                  <a:lnTo>
                    <a:pt x="4250" y="670"/>
                  </a:lnTo>
                  <a:lnTo>
                    <a:pt x="3312" y="1312"/>
                  </a:lnTo>
                  <a:lnTo>
                    <a:pt x="2661" y="278"/>
                  </a:lnTo>
                  <a:cubicBezTo>
                    <a:pt x="2594" y="192"/>
                    <a:pt x="2508" y="125"/>
                    <a:pt x="2413" y="87"/>
                  </a:cubicBezTo>
                  <a:lnTo>
                    <a:pt x="2145" y="1"/>
                  </a:ln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4" name="Google Shape;10364;p63"/>
            <p:cNvSpPr/>
            <p:nvPr/>
          </p:nvSpPr>
          <p:spPr>
            <a:xfrm>
              <a:off x="7211223" y="3019153"/>
              <a:ext cx="58586" cy="45929"/>
            </a:xfrm>
            <a:custGeom>
              <a:avLst/>
              <a:gdLst/>
              <a:ahLst/>
              <a:cxnLst/>
              <a:rect l="l" t="t" r="r" b="b"/>
              <a:pathLst>
                <a:path w="2231" h="1749" extrusionOk="0">
                  <a:moveTo>
                    <a:pt x="336" y="0"/>
                  </a:moveTo>
                  <a:lnTo>
                    <a:pt x="135" y="326"/>
                  </a:lnTo>
                  <a:cubicBezTo>
                    <a:pt x="49" y="469"/>
                    <a:pt x="1" y="632"/>
                    <a:pt x="1" y="804"/>
                  </a:cubicBezTo>
                  <a:lnTo>
                    <a:pt x="1" y="909"/>
                  </a:lnTo>
                  <a:lnTo>
                    <a:pt x="556" y="1579"/>
                  </a:lnTo>
                  <a:cubicBezTo>
                    <a:pt x="649" y="1689"/>
                    <a:pt x="784" y="1748"/>
                    <a:pt x="919" y="1748"/>
                  </a:cubicBezTo>
                  <a:cubicBezTo>
                    <a:pt x="1020" y="1748"/>
                    <a:pt x="1121" y="1716"/>
                    <a:pt x="1207" y="1646"/>
                  </a:cubicBezTo>
                  <a:lnTo>
                    <a:pt x="2231" y="842"/>
                  </a:lnTo>
                  <a:lnTo>
                    <a:pt x="1915" y="373"/>
                  </a:lnTo>
                  <a:lnTo>
                    <a:pt x="987" y="1015"/>
                  </a:lnTo>
                  <a:lnTo>
                    <a:pt x="336"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5" name="Google Shape;10365;p63"/>
            <p:cNvSpPr/>
            <p:nvPr/>
          </p:nvSpPr>
          <p:spPr>
            <a:xfrm>
              <a:off x="7149906" y="3018890"/>
              <a:ext cx="18645" cy="100550"/>
            </a:xfrm>
            <a:custGeom>
              <a:avLst/>
              <a:gdLst/>
              <a:ahLst/>
              <a:cxnLst/>
              <a:rect l="l" t="t" r="r" b="b"/>
              <a:pathLst>
                <a:path w="710" h="3829" extrusionOk="0">
                  <a:moveTo>
                    <a:pt x="154" y="1"/>
                  </a:moveTo>
                  <a:cubicBezTo>
                    <a:pt x="58" y="87"/>
                    <a:pt x="1" y="211"/>
                    <a:pt x="1" y="336"/>
                  </a:cubicBezTo>
                  <a:lnTo>
                    <a:pt x="1" y="3589"/>
                  </a:lnTo>
                  <a:cubicBezTo>
                    <a:pt x="1" y="3723"/>
                    <a:pt x="106" y="3829"/>
                    <a:pt x="240" y="3829"/>
                  </a:cubicBezTo>
                  <a:lnTo>
                    <a:pt x="709" y="3829"/>
                  </a:lnTo>
                  <a:lnTo>
                    <a:pt x="709" y="843"/>
                  </a:lnTo>
                  <a:cubicBezTo>
                    <a:pt x="709" y="661"/>
                    <a:pt x="632" y="479"/>
                    <a:pt x="498" y="355"/>
                  </a:cubicBezTo>
                  <a:lnTo>
                    <a:pt x="154"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6" name="Google Shape;10366;p63"/>
            <p:cNvSpPr/>
            <p:nvPr/>
          </p:nvSpPr>
          <p:spPr>
            <a:xfrm>
              <a:off x="7155946" y="3119177"/>
              <a:ext cx="12605" cy="12579"/>
            </a:xfrm>
            <a:custGeom>
              <a:avLst/>
              <a:gdLst/>
              <a:ahLst/>
              <a:cxnLst/>
              <a:rect l="l" t="t" r="r" b="b"/>
              <a:pathLst>
                <a:path w="480" h="479" extrusionOk="0">
                  <a:moveTo>
                    <a:pt x="1" y="0"/>
                  </a:moveTo>
                  <a:lnTo>
                    <a:pt x="1" y="239"/>
                  </a:lnTo>
                  <a:cubicBezTo>
                    <a:pt x="1" y="364"/>
                    <a:pt x="106" y="479"/>
                    <a:pt x="240" y="479"/>
                  </a:cubicBezTo>
                  <a:lnTo>
                    <a:pt x="383" y="479"/>
                  </a:lnTo>
                  <a:cubicBezTo>
                    <a:pt x="431" y="469"/>
                    <a:pt x="479" y="421"/>
                    <a:pt x="469" y="373"/>
                  </a:cubicBezTo>
                  <a:lnTo>
                    <a:pt x="469" y="0"/>
                  </a:ln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67" name="Google Shape;10367;p63"/>
          <p:cNvGrpSpPr/>
          <p:nvPr/>
        </p:nvGrpSpPr>
        <p:grpSpPr>
          <a:xfrm>
            <a:off x="7946749" y="2733037"/>
            <a:ext cx="382529" cy="382529"/>
            <a:chOff x="7951362" y="2885437"/>
            <a:chExt cx="382529" cy="382529"/>
          </a:xfrm>
        </p:grpSpPr>
        <p:sp>
          <p:nvSpPr>
            <p:cNvPr id="10368" name="Google Shape;10368;p63"/>
            <p:cNvSpPr/>
            <p:nvPr/>
          </p:nvSpPr>
          <p:spPr>
            <a:xfrm>
              <a:off x="8141615" y="2898514"/>
              <a:ext cx="96768" cy="94510"/>
            </a:xfrm>
            <a:custGeom>
              <a:avLst/>
              <a:gdLst/>
              <a:ahLst/>
              <a:cxnLst/>
              <a:rect l="l" t="t" r="r" b="b"/>
              <a:pathLst>
                <a:path w="3685" h="3599" extrusionOk="0">
                  <a:moveTo>
                    <a:pt x="0" y="0"/>
                  </a:moveTo>
                  <a:lnTo>
                    <a:pt x="0" y="3599"/>
                  </a:lnTo>
                  <a:lnTo>
                    <a:pt x="2929" y="3599"/>
                  </a:lnTo>
                  <a:lnTo>
                    <a:pt x="2709" y="3149"/>
                  </a:lnTo>
                  <a:cubicBezTo>
                    <a:pt x="2651" y="3044"/>
                    <a:pt x="2594" y="2939"/>
                    <a:pt x="2517" y="2843"/>
                  </a:cubicBezTo>
                  <a:cubicBezTo>
                    <a:pt x="2087" y="2240"/>
                    <a:pt x="2297" y="1991"/>
                    <a:pt x="2335" y="1953"/>
                  </a:cubicBezTo>
                  <a:cubicBezTo>
                    <a:pt x="2410" y="1886"/>
                    <a:pt x="2508" y="1848"/>
                    <a:pt x="2611" y="1848"/>
                  </a:cubicBezTo>
                  <a:cubicBezTo>
                    <a:pt x="2640" y="1848"/>
                    <a:pt x="2669" y="1851"/>
                    <a:pt x="2699" y="1857"/>
                  </a:cubicBezTo>
                  <a:cubicBezTo>
                    <a:pt x="2852" y="1895"/>
                    <a:pt x="2986" y="1982"/>
                    <a:pt x="3091" y="2106"/>
                  </a:cubicBezTo>
                  <a:lnTo>
                    <a:pt x="3627" y="2651"/>
                  </a:lnTo>
                  <a:lnTo>
                    <a:pt x="3627" y="412"/>
                  </a:lnTo>
                  <a:cubicBezTo>
                    <a:pt x="3627" y="393"/>
                    <a:pt x="3627" y="374"/>
                    <a:pt x="3627" y="355"/>
                  </a:cubicBezTo>
                  <a:lnTo>
                    <a:pt x="3685"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9" name="Google Shape;10369;p63"/>
            <p:cNvSpPr/>
            <p:nvPr/>
          </p:nvSpPr>
          <p:spPr>
            <a:xfrm>
              <a:off x="8141615" y="2969390"/>
              <a:ext cx="76916" cy="23634"/>
            </a:xfrm>
            <a:custGeom>
              <a:avLst/>
              <a:gdLst/>
              <a:ahLst/>
              <a:cxnLst/>
              <a:rect l="l" t="t" r="r" b="b"/>
              <a:pathLst>
                <a:path w="2929" h="900" extrusionOk="0">
                  <a:moveTo>
                    <a:pt x="0" y="0"/>
                  </a:moveTo>
                  <a:lnTo>
                    <a:pt x="0" y="900"/>
                  </a:lnTo>
                  <a:lnTo>
                    <a:pt x="2929" y="900"/>
                  </a:lnTo>
                  <a:lnTo>
                    <a:pt x="2709" y="450"/>
                  </a:lnTo>
                  <a:cubicBezTo>
                    <a:pt x="2661" y="335"/>
                    <a:pt x="2594" y="230"/>
                    <a:pt x="2527" y="134"/>
                  </a:cubicBezTo>
                  <a:cubicBezTo>
                    <a:pt x="2489" y="86"/>
                    <a:pt x="2460" y="39"/>
                    <a:pt x="2431" y="0"/>
                  </a:cubicBez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0" name="Google Shape;10370;p63"/>
            <p:cNvSpPr/>
            <p:nvPr/>
          </p:nvSpPr>
          <p:spPr>
            <a:xfrm>
              <a:off x="8047105" y="3161902"/>
              <a:ext cx="96794" cy="94247"/>
            </a:xfrm>
            <a:custGeom>
              <a:avLst/>
              <a:gdLst/>
              <a:ahLst/>
              <a:cxnLst/>
              <a:rect l="l" t="t" r="r" b="b"/>
              <a:pathLst>
                <a:path w="3686" h="3589" extrusionOk="0">
                  <a:moveTo>
                    <a:pt x="766" y="0"/>
                  </a:moveTo>
                  <a:lnTo>
                    <a:pt x="977" y="440"/>
                  </a:lnTo>
                  <a:cubicBezTo>
                    <a:pt x="1034" y="555"/>
                    <a:pt x="1092" y="651"/>
                    <a:pt x="1168" y="756"/>
                  </a:cubicBezTo>
                  <a:cubicBezTo>
                    <a:pt x="1599" y="1349"/>
                    <a:pt x="1389" y="1608"/>
                    <a:pt x="1350" y="1637"/>
                  </a:cubicBezTo>
                  <a:cubicBezTo>
                    <a:pt x="1276" y="1704"/>
                    <a:pt x="1178" y="1742"/>
                    <a:pt x="1075" y="1742"/>
                  </a:cubicBezTo>
                  <a:cubicBezTo>
                    <a:pt x="1046" y="1742"/>
                    <a:pt x="1016" y="1739"/>
                    <a:pt x="987" y="1732"/>
                  </a:cubicBezTo>
                  <a:cubicBezTo>
                    <a:pt x="843" y="1684"/>
                    <a:pt x="699" y="1598"/>
                    <a:pt x="594" y="1483"/>
                  </a:cubicBezTo>
                  <a:lnTo>
                    <a:pt x="58" y="938"/>
                  </a:lnTo>
                  <a:lnTo>
                    <a:pt x="58" y="3177"/>
                  </a:lnTo>
                  <a:cubicBezTo>
                    <a:pt x="58" y="3197"/>
                    <a:pt x="58" y="3216"/>
                    <a:pt x="58" y="3225"/>
                  </a:cubicBezTo>
                  <a:lnTo>
                    <a:pt x="1" y="3589"/>
                  </a:lnTo>
                  <a:lnTo>
                    <a:pt x="3685" y="3589"/>
                  </a:lnTo>
                  <a:lnTo>
                    <a:pt x="3685"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1" name="Google Shape;10371;p63"/>
            <p:cNvSpPr/>
            <p:nvPr/>
          </p:nvSpPr>
          <p:spPr>
            <a:xfrm>
              <a:off x="8067221" y="3161902"/>
              <a:ext cx="76679" cy="23398"/>
            </a:xfrm>
            <a:custGeom>
              <a:avLst/>
              <a:gdLst/>
              <a:ahLst/>
              <a:cxnLst/>
              <a:rect l="l" t="t" r="r" b="b"/>
              <a:pathLst>
                <a:path w="2920" h="891" extrusionOk="0">
                  <a:moveTo>
                    <a:pt x="0" y="0"/>
                  </a:moveTo>
                  <a:lnTo>
                    <a:pt x="211" y="440"/>
                  </a:lnTo>
                  <a:cubicBezTo>
                    <a:pt x="268" y="555"/>
                    <a:pt x="326" y="651"/>
                    <a:pt x="402" y="756"/>
                  </a:cubicBezTo>
                  <a:cubicBezTo>
                    <a:pt x="441" y="804"/>
                    <a:pt x="469" y="852"/>
                    <a:pt x="498" y="890"/>
                  </a:cubicBezTo>
                  <a:lnTo>
                    <a:pt x="2919" y="890"/>
                  </a:lnTo>
                  <a:lnTo>
                    <a:pt x="2919"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2" name="Google Shape;10372;p63"/>
            <p:cNvSpPr/>
            <p:nvPr/>
          </p:nvSpPr>
          <p:spPr>
            <a:xfrm>
              <a:off x="7958137" y="3102318"/>
              <a:ext cx="132744" cy="165648"/>
            </a:xfrm>
            <a:custGeom>
              <a:avLst/>
              <a:gdLst/>
              <a:ahLst/>
              <a:cxnLst/>
              <a:rect l="l" t="t" r="r" b="b"/>
              <a:pathLst>
                <a:path w="5055" h="6308" extrusionOk="0">
                  <a:moveTo>
                    <a:pt x="585" y="1"/>
                  </a:moveTo>
                  <a:lnTo>
                    <a:pt x="585" y="1121"/>
                  </a:lnTo>
                  <a:cubicBezTo>
                    <a:pt x="1" y="1551"/>
                    <a:pt x="20" y="3159"/>
                    <a:pt x="30" y="3226"/>
                  </a:cubicBezTo>
                  <a:lnTo>
                    <a:pt x="30" y="4422"/>
                  </a:lnTo>
                  <a:cubicBezTo>
                    <a:pt x="30" y="4700"/>
                    <a:pt x="250" y="4920"/>
                    <a:pt x="527" y="4920"/>
                  </a:cubicBezTo>
                  <a:lnTo>
                    <a:pt x="546" y="4920"/>
                  </a:lnTo>
                  <a:cubicBezTo>
                    <a:pt x="661" y="4920"/>
                    <a:pt x="776" y="4882"/>
                    <a:pt x="872" y="4805"/>
                  </a:cubicBezTo>
                  <a:lnTo>
                    <a:pt x="872" y="5399"/>
                  </a:lnTo>
                  <a:cubicBezTo>
                    <a:pt x="872" y="5676"/>
                    <a:pt x="1092" y="5906"/>
                    <a:pt x="1369" y="5906"/>
                  </a:cubicBezTo>
                  <a:lnTo>
                    <a:pt x="1389" y="5906"/>
                  </a:lnTo>
                  <a:cubicBezTo>
                    <a:pt x="1503" y="5906"/>
                    <a:pt x="1618" y="5868"/>
                    <a:pt x="1704" y="5791"/>
                  </a:cubicBezTo>
                  <a:lnTo>
                    <a:pt x="1704" y="5801"/>
                  </a:lnTo>
                  <a:cubicBezTo>
                    <a:pt x="1704" y="6078"/>
                    <a:pt x="1934" y="6308"/>
                    <a:pt x="2212" y="6308"/>
                  </a:cubicBezTo>
                  <a:lnTo>
                    <a:pt x="2221" y="6308"/>
                  </a:lnTo>
                  <a:cubicBezTo>
                    <a:pt x="2499" y="6308"/>
                    <a:pt x="2728" y="6078"/>
                    <a:pt x="2728" y="5801"/>
                  </a:cubicBezTo>
                  <a:lnTo>
                    <a:pt x="2728" y="5791"/>
                  </a:lnTo>
                  <a:cubicBezTo>
                    <a:pt x="2815" y="5868"/>
                    <a:pt x="2929" y="5906"/>
                    <a:pt x="3044" y="5906"/>
                  </a:cubicBezTo>
                  <a:lnTo>
                    <a:pt x="3063" y="5906"/>
                  </a:lnTo>
                  <a:cubicBezTo>
                    <a:pt x="3341" y="5906"/>
                    <a:pt x="3571" y="5686"/>
                    <a:pt x="3571" y="5408"/>
                  </a:cubicBezTo>
                  <a:lnTo>
                    <a:pt x="3571" y="3561"/>
                  </a:lnTo>
                  <a:cubicBezTo>
                    <a:pt x="3724" y="3791"/>
                    <a:pt x="3982" y="4087"/>
                    <a:pt x="4288" y="4145"/>
                  </a:cubicBezTo>
                  <a:cubicBezTo>
                    <a:pt x="4330" y="4155"/>
                    <a:pt x="4372" y="4159"/>
                    <a:pt x="4413" y="4159"/>
                  </a:cubicBezTo>
                  <a:cubicBezTo>
                    <a:pt x="4536" y="4159"/>
                    <a:pt x="4657" y="4118"/>
                    <a:pt x="4757" y="4040"/>
                  </a:cubicBezTo>
                  <a:lnTo>
                    <a:pt x="4805" y="4001"/>
                  </a:lnTo>
                  <a:lnTo>
                    <a:pt x="4834" y="3953"/>
                  </a:lnTo>
                  <a:cubicBezTo>
                    <a:pt x="4920" y="3829"/>
                    <a:pt x="5054" y="3504"/>
                    <a:pt x="4633" y="2920"/>
                  </a:cubicBezTo>
                  <a:cubicBezTo>
                    <a:pt x="4451" y="2681"/>
                    <a:pt x="4346" y="2413"/>
                    <a:pt x="4308" y="2126"/>
                  </a:cubicBezTo>
                  <a:cubicBezTo>
                    <a:pt x="4231" y="1685"/>
                    <a:pt x="4126" y="1360"/>
                    <a:pt x="3456" y="843"/>
                  </a:cubicBezTo>
                  <a:lnTo>
                    <a:pt x="3456" y="1"/>
                  </a:ln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3" name="Google Shape;10373;p63"/>
            <p:cNvSpPr/>
            <p:nvPr/>
          </p:nvSpPr>
          <p:spPr>
            <a:xfrm>
              <a:off x="7958137" y="3102318"/>
              <a:ext cx="24159" cy="129225"/>
            </a:xfrm>
            <a:custGeom>
              <a:avLst/>
              <a:gdLst/>
              <a:ahLst/>
              <a:cxnLst/>
              <a:rect l="l" t="t" r="r" b="b"/>
              <a:pathLst>
                <a:path w="920" h="4921" extrusionOk="0">
                  <a:moveTo>
                    <a:pt x="585" y="1"/>
                  </a:moveTo>
                  <a:lnTo>
                    <a:pt x="585" y="1121"/>
                  </a:lnTo>
                  <a:cubicBezTo>
                    <a:pt x="1" y="1542"/>
                    <a:pt x="20" y="3159"/>
                    <a:pt x="30" y="3226"/>
                  </a:cubicBezTo>
                  <a:lnTo>
                    <a:pt x="30" y="4422"/>
                  </a:lnTo>
                  <a:cubicBezTo>
                    <a:pt x="30" y="4700"/>
                    <a:pt x="250" y="4920"/>
                    <a:pt x="527" y="4920"/>
                  </a:cubicBezTo>
                  <a:lnTo>
                    <a:pt x="546" y="4920"/>
                  </a:lnTo>
                  <a:cubicBezTo>
                    <a:pt x="604" y="4920"/>
                    <a:pt x="652" y="4910"/>
                    <a:pt x="700" y="4901"/>
                  </a:cubicBezTo>
                  <a:cubicBezTo>
                    <a:pt x="499" y="4824"/>
                    <a:pt x="355" y="4633"/>
                    <a:pt x="355" y="4422"/>
                  </a:cubicBezTo>
                  <a:lnTo>
                    <a:pt x="355" y="3226"/>
                  </a:lnTo>
                  <a:cubicBezTo>
                    <a:pt x="355" y="3159"/>
                    <a:pt x="326" y="1637"/>
                    <a:pt x="920" y="1216"/>
                  </a:cubicBezTo>
                  <a:lnTo>
                    <a:pt x="920"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4" name="Google Shape;10374;p63"/>
            <p:cNvSpPr/>
            <p:nvPr/>
          </p:nvSpPr>
          <p:spPr>
            <a:xfrm>
              <a:off x="7980773" y="3188661"/>
              <a:ext cx="17857" cy="68749"/>
            </a:xfrm>
            <a:custGeom>
              <a:avLst/>
              <a:gdLst/>
              <a:ahLst/>
              <a:cxnLst/>
              <a:rect l="l" t="t" r="r" b="b"/>
              <a:pathLst>
                <a:path w="680" h="2618" extrusionOk="0">
                  <a:moveTo>
                    <a:pt x="163" y="0"/>
                  </a:moveTo>
                  <a:cubicBezTo>
                    <a:pt x="82" y="0"/>
                    <a:pt x="0" y="53"/>
                    <a:pt x="0" y="158"/>
                  </a:cubicBezTo>
                  <a:lnTo>
                    <a:pt x="0" y="1776"/>
                  </a:lnTo>
                  <a:lnTo>
                    <a:pt x="0" y="2120"/>
                  </a:lnTo>
                  <a:cubicBezTo>
                    <a:pt x="0" y="2398"/>
                    <a:pt x="230" y="2618"/>
                    <a:pt x="507" y="2618"/>
                  </a:cubicBezTo>
                  <a:lnTo>
                    <a:pt x="527" y="2618"/>
                  </a:lnTo>
                  <a:cubicBezTo>
                    <a:pt x="574" y="2618"/>
                    <a:pt x="632" y="2608"/>
                    <a:pt x="680" y="2599"/>
                  </a:cubicBezTo>
                  <a:cubicBezTo>
                    <a:pt x="469" y="2522"/>
                    <a:pt x="335" y="2331"/>
                    <a:pt x="335" y="2111"/>
                  </a:cubicBezTo>
                  <a:lnTo>
                    <a:pt x="335" y="1517"/>
                  </a:lnTo>
                  <a:lnTo>
                    <a:pt x="326" y="1527"/>
                  </a:lnTo>
                  <a:lnTo>
                    <a:pt x="326" y="158"/>
                  </a:lnTo>
                  <a:cubicBezTo>
                    <a:pt x="326" y="53"/>
                    <a:pt x="244" y="0"/>
                    <a:pt x="163"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5" name="Google Shape;10375;p63"/>
            <p:cNvSpPr/>
            <p:nvPr/>
          </p:nvSpPr>
          <p:spPr>
            <a:xfrm>
              <a:off x="8029012" y="3205231"/>
              <a:ext cx="13603" cy="51995"/>
            </a:xfrm>
            <a:custGeom>
              <a:avLst/>
              <a:gdLst/>
              <a:ahLst/>
              <a:cxnLst/>
              <a:rect l="l" t="t" r="r" b="b"/>
              <a:pathLst>
                <a:path w="518" h="1980" extrusionOk="0">
                  <a:moveTo>
                    <a:pt x="163" y="1"/>
                  </a:moveTo>
                  <a:cubicBezTo>
                    <a:pt x="82" y="1"/>
                    <a:pt x="1" y="54"/>
                    <a:pt x="1" y="159"/>
                  </a:cubicBezTo>
                  <a:lnTo>
                    <a:pt x="1" y="1776"/>
                  </a:lnTo>
                  <a:cubicBezTo>
                    <a:pt x="1" y="1805"/>
                    <a:pt x="10" y="1834"/>
                    <a:pt x="29" y="1862"/>
                  </a:cubicBezTo>
                  <a:cubicBezTo>
                    <a:pt x="39" y="1882"/>
                    <a:pt x="58" y="1891"/>
                    <a:pt x="77" y="1901"/>
                  </a:cubicBezTo>
                  <a:cubicBezTo>
                    <a:pt x="153" y="1951"/>
                    <a:pt x="250" y="1979"/>
                    <a:pt x="343" y="1979"/>
                  </a:cubicBezTo>
                  <a:cubicBezTo>
                    <a:pt x="357" y="1979"/>
                    <a:pt x="370" y="1978"/>
                    <a:pt x="384" y="1977"/>
                  </a:cubicBezTo>
                  <a:cubicBezTo>
                    <a:pt x="431" y="1977"/>
                    <a:pt x="470" y="1968"/>
                    <a:pt x="518" y="1958"/>
                  </a:cubicBezTo>
                  <a:cubicBezTo>
                    <a:pt x="460" y="1939"/>
                    <a:pt x="412" y="1910"/>
                    <a:pt x="364" y="1872"/>
                  </a:cubicBezTo>
                  <a:cubicBezTo>
                    <a:pt x="345" y="1853"/>
                    <a:pt x="326" y="1824"/>
                    <a:pt x="326" y="1786"/>
                  </a:cubicBezTo>
                  <a:lnTo>
                    <a:pt x="326" y="1776"/>
                  </a:lnTo>
                  <a:lnTo>
                    <a:pt x="326" y="159"/>
                  </a:lnTo>
                  <a:cubicBezTo>
                    <a:pt x="326" y="54"/>
                    <a:pt x="245" y="1"/>
                    <a:pt x="163"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6" name="Google Shape;10376;p63"/>
            <p:cNvSpPr/>
            <p:nvPr/>
          </p:nvSpPr>
          <p:spPr>
            <a:xfrm>
              <a:off x="8003146" y="3209328"/>
              <a:ext cx="17358" cy="58639"/>
            </a:xfrm>
            <a:custGeom>
              <a:avLst/>
              <a:gdLst/>
              <a:ahLst/>
              <a:cxnLst/>
              <a:rect l="l" t="t" r="r" b="b"/>
              <a:pathLst>
                <a:path w="661" h="2233" extrusionOk="0">
                  <a:moveTo>
                    <a:pt x="158" y="0"/>
                  </a:moveTo>
                  <a:cubicBezTo>
                    <a:pt x="79" y="0"/>
                    <a:pt x="0" y="56"/>
                    <a:pt x="0" y="166"/>
                  </a:cubicBezTo>
                  <a:lnTo>
                    <a:pt x="0" y="1783"/>
                  </a:lnTo>
                  <a:cubicBezTo>
                    <a:pt x="0" y="1793"/>
                    <a:pt x="0" y="1812"/>
                    <a:pt x="10" y="1831"/>
                  </a:cubicBezTo>
                  <a:lnTo>
                    <a:pt x="0" y="1831"/>
                  </a:lnTo>
                  <a:cubicBezTo>
                    <a:pt x="48" y="2060"/>
                    <a:pt x="249" y="2233"/>
                    <a:pt x="488" y="2233"/>
                  </a:cubicBezTo>
                  <a:lnTo>
                    <a:pt x="507" y="2233"/>
                  </a:lnTo>
                  <a:cubicBezTo>
                    <a:pt x="565" y="2233"/>
                    <a:pt x="613" y="2223"/>
                    <a:pt x="660" y="2204"/>
                  </a:cubicBezTo>
                  <a:cubicBezTo>
                    <a:pt x="459" y="2137"/>
                    <a:pt x="316" y="1946"/>
                    <a:pt x="316" y="1726"/>
                  </a:cubicBezTo>
                  <a:lnTo>
                    <a:pt x="316" y="166"/>
                  </a:lnTo>
                  <a:cubicBezTo>
                    <a:pt x="316" y="56"/>
                    <a:pt x="237" y="0"/>
                    <a:pt x="158"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7" name="Google Shape;10377;p63"/>
            <p:cNvSpPr/>
            <p:nvPr/>
          </p:nvSpPr>
          <p:spPr>
            <a:xfrm>
              <a:off x="8051885" y="3184013"/>
              <a:ext cx="26155" cy="27520"/>
            </a:xfrm>
            <a:custGeom>
              <a:avLst/>
              <a:gdLst/>
              <a:ahLst/>
              <a:cxnLst/>
              <a:rect l="l" t="t" r="r" b="b"/>
              <a:pathLst>
                <a:path w="996" h="1048" extrusionOk="0">
                  <a:moveTo>
                    <a:pt x="1" y="0"/>
                  </a:moveTo>
                  <a:lnTo>
                    <a:pt x="1" y="441"/>
                  </a:lnTo>
                  <a:cubicBezTo>
                    <a:pt x="96" y="574"/>
                    <a:pt x="211" y="708"/>
                    <a:pt x="326" y="823"/>
                  </a:cubicBezTo>
                  <a:cubicBezTo>
                    <a:pt x="431" y="929"/>
                    <a:pt x="565" y="996"/>
                    <a:pt x="709" y="1034"/>
                  </a:cubicBezTo>
                  <a:cubicBezTo>
                    <a:pt x="752" y="1042"/>
                    <a:pt x="795" y="1047"/>
                    <a:pt x="838" y="1047"/>
                  </a:cubicBezTo>
                  <a:cubicBezTo>
                    <a:pt x="891" y="1047"/>
                    <a:pt x="943" y="1040"/>
                    <a:pt x="996" y="1024"/>
                  </a:cubicBezTo>
                  <a:cubicBezTo>
                    <a:pt x="805" y="948"/>
                    <a:pt x="632" y="833"/>
                    <a:pt x="498" y="670"/>
                  </a:cubicBezTo>
                  <a:cubicBezTo>
                    <a:pt x="470" y="632"/>
                    <a:pt x="412" y="555"/>
                    <a:pt x="355" y="479"/>
                  </a:cubicBezTo>
                  <a:lnTo>
                    <a:pt x="326" y="441"/>
                  </a:lnTo>
                  <a:cubicBezTo>
                    <a:pt x="173" y="249"/>
                    <a:pt x="1" y="0"/>
                    <a:pt x="1"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8" name="Google Shape;10378;p63"/>
            <p:cNvSpPr/>
            <p:nvPr/>
          </p:nvSpPr>
          <p:spPr>
            <a:xfrm>
              <a:off x="7963940" y="2981706"/>
              <a:ext cx="94510" cy="96768"/>
            </a:xfrm>
            <a:custGeom>
              <a:avLst/>
              <a:gdLst/>
              <a:ahLst/>
              <a:cxnLst/>
              <a:rect l="l" t="t" r="r" b="b"/>
              <a:pathLst>
                <a:path w="3599" h="3685" extrusionOk="0">
                  <a:moveTo>
                    <a:pt x="0" y="0"/>
                  </a:moveTo>
                  <a:lnTo>
                    <a:pt x="0" y="3685"/>
                  </a:lnTo>
                  <a:lnTo>
                    <a:pt x="3598" y="3685"/>
                  </a:lnTo>
                  <a:lnTo>
                    <a:pt x="3598" y="756"/>
                  </a:lnTo>
                  <a:lnTo>
                    <a:pt x="3149" y="976"/>
                  </a:lnTo>
                  <a:cubicBezTo>
                    <a:pt x="3043" y="1024"/>
                    <a:pt x="2938" y="1091"/>
                    <a:pt x="2842" y="1158"/>
                  </a:cubicBezTo>
                  <a:cubicBezTo>
                    <a:pt x="2661" y="1311"/>
                    <a:pt x="2440" y="1407"/>
                    <a:pt x="2201" y="1426"/>
                  </a:cubicBezTo>
                  <a:cubicBezTo>
                    <a:pt x="2192" y="1427"/>
                    <a:pt x="2183" y="1428"/>
                    <a:pt x="2174" y="1428"/>
                  </a:cubicBezTo>
                  <a:cubicBezTo>
                    <a:pt x="2096" y="1428"/>
                    <a:pt x="2012" y="1392"/>
                    <a:pt x="1952" y="1340"/>
                  </a:cubicBezTo>
                  <a:cubicBezTo>
                    <a:pt x="1866" y="1244"/>
                    <a:pt x="1828" y="1110"/>
                    <a:pt x="1857" y="986"/>
                  </a:cubicBezTo>
                  <a:cubicBezTo>
                    <a:pt x="1905" y="833"/>
                    <a:pt x="1991" y="699"/>
                    <a:pt x="2106" y="594"/>
                  </a:cubicBezTo>
                  <a:lnTo>
                    <a:pt x="2651" y="48"/>
                  </a:lnTo>
                  <a:lnTo>
                    <a:pt x="354" y="48"/>
                  </a:lnTo>
                  <a:lnTo>
                    <a:pt x="0" y="0"/>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9" name="Google Shape;10379;p63"/>
            <p:cNvSpPr/>
            <p:nvPr/>
          </p:nvSpPr>
          <p:spPr>
            <a:xfrm>
              <a:off x="8227065" y="3076189"/>
              <a:ext cx="94772" cy="96794"/>
            </a:xfrm>
            <a:custGeom>
              <a:avLst/>
              <a:gdLst/>
              <a:ahLst/>
              <a:cxnLst/>
              <a:rect l="l" t="t" r="r" b="b"/>
              <a:pathLst>
                <a:path w="3609" h="3686" extrusionOk="0">
                  <a:moveTo>
                    <a:pt x="0" y="1"/>
                  </a:moveTo>
                  <a:lnTo>
                    <a:pt x="0" y="2920"/>
                  </a:lnTo>
                  <a:lnTo>
                    <a:pt x="460" y="2709"/>
                  </a:lnTo>
                  <a:cubicBezTo>
                    <a:pt x="565" y="2652"/>
                    <a:pt x="670" y="2594"/>
                    <a:pt x="766" y="2518"/>
                  </a:cubicBezTo>
                  <a:cubicBezTo>
                    <a:pt x="948" y="2364"/>
                    <a:pt x="1168" y="2278"/>
                    <a:pt x="1407" y="2250"/>
                  </a:cubicBezTo>
                  <a:cubicBezTo>
                    <a:pt x="1493" y="2250"/>
                    <a:pt x="1579" y="2278"/>
                    <a:pt x="1656" y="2336"/>
                  </a:cubicBezTo>
                  <a:cubicBezTo>
                    <a:pt x="1742" y="2431"/>
                    <a:pt x="1780" y="2565"/>
                    <a:pt x="1752" y="2699"/>
                  </a:cubicBezTo>
                  <a:cubicBezTo>
                    <a:pt x="1704" y="2853"/>
                    <a:pt x="1618" y="2987"/>
                    <a:pt x="1503" y="3092"/>
                  </a:cubicBezTo>
                  <a:lnTo>
                    <a:pt x="948" y="3628"/>
                  </a:lnTo>
                  <a:lnTo>
                    <a:pt x="3244" y="3628"/>
                  </a:lnTo>
                  <a:lnTo>
                    <a:pt x="3608" y="3685"/>
                  </a:lnTo>
                  <a:lnTo>
                    <a:pt x="3608" y="1"/>
                  </a:lnTo>
                  <a:close/>
                </a:path>
              </a:pathLst>
            </a:custGeom>
            <a:solidFill>
              <a:srgbClr val="8192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0" name="Google Shape;10380;p63"/>
            <p:cNvSpPr/>
            <p:nvPr/>
          </p:nvSpPr>
          <p:spPr>
            <a:xfrm>
              <a:off x="8227065" y="3076189"/>
              <a:ext cx="23897" cy="76942"/>
            </a:xfrm>
            <a:custGeom>
              <a:avLst/>
              <a:gdLst/>
              <a:ahLst/>
              <a:cxnLst/>
              <a:rect l="l" t="t" r="r" b="b"/>
              <a:pathLst>
                <a:path w="910" h="2930" extrusionOk="0">
                  <a:moveTo>
                    <a:pt x="0" y="1"/>
                  </a:moveTo>
                  <a:lnTo>
                    <a:pt x="0" y="2920"/>
                  </a:lnTo>
                  <a:lnTo>
                    <a:pt x="0" y="2929"/>
                  </a:lnTo>
                  <a:lnTo>
                    <a:pt x="460" y="2709"/>
                  </a:lnTo>
                  <a:cubicBezTo>
                    <a:pt x="565" y="2652"/>
                    <a:pt x="670" y="2594"/>
                    <a:pt x="766" y="2518"/>
                  </a:cubicBezTo>
                  <a:cubicBezTo>
                    <a:pt x="814" y="2489"/>
                    <a:pt x="861" y="2451"/>
                    <a:pt x="909" y="2422"/>
                  </a:cubicBezTo>
                  <a:lnTo>
                    <a:pt x="909" y="1"/>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1" name="Google Shape;10381;p63"/>
            <p:cNvSpPr/>
            <p:nvPr/>
          </p:nvSpPr>
          <p:spPr>
            <a:xfrm>
              <a:off x="7963940" y="2957836"/>
              <a:ext cx="23634" cy="120638"/>
            </a:xfrm>
            <a:custGeom>
              <a:avLst/>
              <a:gdLst/>
              <a:ahLst/>
              <a:cxnLst/>
              <a:rect l="l" t="t" r="r" b="b"/>
              <a:pathLst>
                <a:path w="900" h="4594" extrusionOk="0">
                  <a:moveTo>
                    <a:pt x="900" y="0"/>
                  </a:moveTo>
                  <a:lnTo>
                    <a:pt x="450" y="345"/>
                  </a:lnTo>
                  <a:cubicBezTo>
                    <a:pt x="335" y="431"/>
                    <a:pt x="230" y="526"/>
                    <a:pt x="134" y="641"/>
                  </a:cubicBezTo>
                  <a:cubicBezTo>
                    <a:pt x="86" y="689"/>
                    <a:pt x="48" y="747"/>
                    <a:pt x="0" y="785"/>
                  </a:cubicBezTo>
                  <a:lnTo>
                    <a:pt x="0" y="4594"/>
                  </a:lnTo>
                  <a:lnTo>
                    <a:pt x="900" y="4594"/>
                  </a:lnTo>
                  <a:lnTo>
                    <a:pt x="900" y="0"/>
                  </a:lnTo>
                  <a:close/>
                </a:path>
              </a:pathLst>
            </a:custGeom>
            <a:solidFill>
              <a:srgbClr val="74879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2" name="Google Shape;10382;p63"/>
            <p:cNvSpPr/>
            <p:nvPr/>
          </p:nvSpPr>
          <p:spPr>
            <a:xfrm>
              <a:off x="8194634" y="2885437"/>
              <a:ext cx="132718" cy="165412"/>
            </a:xfrm>
            <a:custGeom>
              <a:avLst/>
              <a:gdLst/>
              <a:ahLst/>
              <a:cxnLst/>
              <a:rect l="l" t="t" r="r" b="b"/>
              <a:pathLst>
                <a:path w="5054" h="6299" extrusionOk="0">
                  <a:moveTo>
                    <a:pt x="2824" y="1"/>
                  </a:moveTo>
                  <a:cubicBezTo>
                    <a:pt x="2546" y="1"/>
                    <a:pt x="2326" y="221"/>
                    <a:pt x="2326" y="498"/>
                  </a:cubicBezTo>
                  <a:lnTo>
                    <a:pt x="2326" y="518"/>
                  </a:lnTo>
                  <a:cubicBezTo>
                    <a:pt x="2240" y="441"/>
                    <a:pt x="2125" y="393"/>
                    <a:pt x="2001" y="393"/>
                  </a:cubicBezTo>
                  <a:lnTo>
                    <a:pt x="1991" y="393"/>
                  </a:lnTo>
                  <a:cubicBezTo>
                    <a:pt x="1714" y="393"/>
                    <a:pt x="1484" y="623"/>
                    <a:pt x="1484" y="900"/>
                  </a:cubicBezTo>
                  <a:lnTo>
                    <a:pt x="1484" y="2747"/>
                  </a:lnTo>
                  <a:cubicBezTo>
                    <a:pt x="1321" y="2518"/>
                    <a:pt x="1072" y="2221"/>
                    <a:pt x="766" y="2154"/>
                  </a:cubicBezTo>
                  <a:cubicBezTo>
                    <a:pt x="731" y="2148"/>
                    <a:pt x="696" y="2145"/>
                    <a:pt x="661" y="2145"/>
                  </a:cubicBezTo>
                  <a:cubicBezTo>
                    <a:pt x="531" y="2145"/>
                    <a:pt x="403" y="2186"/>
                    <a:pt x="297" y="2269"/>
                  </a:cubicBezTo>
                  <a:lnTo>
                    <a:pt x="249" y="2307"/>
                  </a:lnTo>
                  <a:lnTo>
                    <a:pt x="211" y="2355"/>
                  </a:lnTo>
                  <a:cubicBezTo>
                    <a:pt x="135" y="2470"/>
                    <a:pt x="1" y="2805"/>
                    <a:pt x="422" y="3389"/>
                  </a:cubicBezTo>
                  <a:cubicBezTo>
                    <a:pt x="594" y="3618"/>
                    <a:pt x="709" y="3896"/>
                    <a:pt x="747" y="4183"/>
                  </a:cubicBezTo>
                  <a:cubicBezTo>
                    <a:pt x="824" y="4623"/>
                    <a:pt x="929" y="4949"/>
                    <a:pt x="1599" y="5465"/>
                  </a:cubicBezTo>
                  <a:lnTo>
                    <a:pt x="1599" y="6298"/>
                  </a:lnTo>
                  <a:lnTo>
                    <a:pt x="4470" y="6298"/>
                  </a:lnTo>
                  <a:lnTo>
                    <a:pt x="4470" y="5188"/>
                  </a:lnTo>
                  <a:cubicBezTo>
                    <a:pt x="5054" y="4757"/>
                    <a:pt x="5025" y="3140"/>
                    <a:pt x="5025" y="3073"/>
                  </a:cubicBezTo>
                  <a:lnTo>
                    <a:pt x="5025" y="1886"/>
                  </a:lnTo>
                  <a:cubicBezTo>
                    <a:pt x="5025" y="1609"/>
                    <a:pt x="4805" y="1388"/>
                    <a:pt x="4518" y="1388"/>
                  </a:cubicBezTo>
                  <a:lnTo>
                    <a:pt x="4508" y="1388"/>
                  </a:lnTo>
                  <a:cubicBezTo>
                    <a:pt x="4384" y="1388"/>
                    <a:pt x="4279" y="1427"/>
                    <a:pt x="4183" y="1503"/>
                  </a:cubicBezTo>
                  <a:lnTo>
                    <a:pt x="4183" y="910"/>
                  </a:lnTo>
                  <a:cubicBezTo>
                    <a:pt x="4183" y="632"/>
                    <a:pt x="3963" y="403"/>
                    <a:pt x="3685" y="403"/>
                  </a:cubicBezTo>
                  <a:lnTo>
                    <a:pt x="3666" y="403"/>
                  </a:lnTo>
                  <a:cubicBezTo>
                    <a:pt x="3551" y="403"/>
                    <a:pt x="3436" y="441"/>
                    <a:pt x="3350" y="518"/>
                  </a:cubicBezTo>
                  <a:lnTo>
                    <a:pt x="3350" y="508"/>
                  </a:lnTo>
                  <a:cubicBezTo>
                    <a:pt x="3350" y="221"/>
                    <a:pt x="3121" y="1"/>
                    <a:pt x="2843"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3" name="Google Shape;10383;p63"/>
            <p:cNvSpPr/>
            <p:nvPr/>
          </p:nvSpPr>
          <p:spPr>
            <a:xfrm>
              <a:off x="8194634" y="2941738"/>
              <a:ext cx="48528" cy="109110"/>
            </a:xfrm>
            <a:custGeom>
              <a:avLst/>
              <a:gdLst/>
              <a:ahLst/>
              <a:cxnLst/>
              <a:rect l="l" t="t" r="r" b="b"/>
              <a:pathLst>
                <a:path w="1848" h="4155" extrusionOk="0">
                  <a:moveTo>
                    <a:pt x="661" y="1"/>
                  </a:moveTo>
                  <a:cubicBezTo>
                    <a:pt x="532" y="1"/>
                    <a:pt x="405" y="42"/>
                    <a:pt x="307" y="125"/>
                  </a:cubicBezTo>
                  <a:lnTo>
                    <a:pt x="249" y="163"/>
                  </a:lnTo>
                  <a:lnTo>
                    <a:pt x="221" y="211"/>
                  </a:lnTo>
                  <a:cubicBezTo>
                    <a:pt x="135" y="336"/>
                    <a:pt x="1" y="661"/>
                    <a:pt x="431" y="1245"/>
                  </a:cubicBezTo>
                  <a:cubicBezTo>
                    <a:pt x="604" y="1474"/>
                    <a:pt x="709" y="1752"/>
                    <a:pt x="747" y="2039"/>
                  </a:cubicBezTo>
                  <a:cubicBezTo>
                    <a:pt x="824" y="2479"/>
                    <a:pt x="929" y="2805"/>
                    <a:pt x="1599" y="3321"/>
                  </a:cubicBezTo>
                  <a:lnTo>
                    <a:pt x="1599" y="4154"/>
                  </a:lnTo>
                  <a:lnTo>
                    <a:pt x="1848" y="4154"/>
                  </a:lnTo>
                  <a:lnTo>
                    <a:pt x="1848" y="3235"/>
                  </a:lnTo>
                  <a:cubicBezTo>
                    <a:pt x="1187" y="2718"/>
                    <a:pt x="1082" y="2479"/>
                    <a:pt x="996" y="2039"/>
                  </a:cubicBezTo>
                  <a:cubicBezTo>
                    <a:pt x="967" y="1752"/>
                    <a:pt x="852" y="1474"/>
                    <a:pt x="680" y="1245"/>
                  </a:cubicBezTo>
                  <a:cubicBezTo>
                    <a:pt x="249" y="661"/>
                    <a:pt x="393" y="326"/>
                    <a:pt x="470" y="211"/>
                  </a:cubicBezTo>
                  <a:lnTo>
                    <a:pt x="508" y="163"/>
                  </a:lnTo>
                  <a:lnTo>
                    <a:pt x="556" y="125"/>
                  </a:lnTo>
                  <a:cubicBezTo>
                    <a:pt x="623" y="68"/>
                    <a:pt x="699" y="39"/>
                    <a:pt x="776" y="10"/>
                  </a:cubicBezTo>
                  <a:lnTo>
                    <a:pt x="766" y="10"/>
                  </a:lnTo>
                  <a:cubicBezTo>
                    <a:pt x="731" y="4"/>
                    <a:pt x="696" y="1"/>
                    <a:pt x="661"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4" name="Google Shape;10384;p63"/>
            <p:cNvSpPr/>
            <p:nvPr/>
          </p:nvSpPr>
          <p:spPr>
            <a:xfrm>
              <a:off x="8281345" y="2895993"/>
              <a:ext cx="13603" cy="52179"/>
            </a:xfrm>
            <a:custGeom>
              <a:avLst/>
              <a:gdLst/>
              <a:ahLst/>
              <a:cxnLst/>
              <a:rect l="l" t="t" r="r" b="b"/>
              <a:pathLst>
                <a:path w="518" h="1987" extrusionOk="0">
                  <a:moveTo>
                    <a:pt x="383" y="1"/>
                  </a:moveTo>
                  <a:cubicBezTo>
                    <a:pt x="278" y="1"/>
                    <a:pt x="173" y="20"/>
                    <a:pt x="77" y="77"/>
                  </a:cubicBezTo>
                  <a:cubicBezTo>
                    <a:pt x="58" y="87"/>
                    <a:pt x="39" y="106"/>
                    <a:pt x="29" y="116"/>
                  </a:cubicBezTo>
                  <a:cubicBezTo>
                    <a:pt x="10" y="144"/>
                    <a:pt x="10" y="173"/>
                    <a:pt x="0" y="211"/>
                  </a:cubicBezTo>
                  <a:lnTo>
                    <a:pt x="0" y="1829"/>
                  </a:lnTo>
                  <a:cubicBezTo>
                    <a:pt x="0" y="1934"/>
                    <a:pt x="82" y="1987"/>
                    <a:pt x="163" y="1987"/>
                  </a:cubicBezTo>
                  <a:cubicBezTo>
                    <a:pt x="244" y="1987"/>
                    <a:pt x="326" y="1934"/>
                    <a:pt x="326" y="1829"/>
                  </a:cubicBezTo>
                  <a:lnTo>
                    <a:pt x="326" y="211"/>
                  </a:lnTo>
                  <a:lnTo>
                    <a:pt x="326" y="202"/>
                  </a:lnTo>
                  <a:cubicBezTo>
                    <a:pt x="326" y="163"/>
                    <a:pt x="345" y="135"/>
                    <a:pt x="364" y="106"/>
                  </a:cubicBezTo>
                  <a:cubicBezTo>
                    <a:pt x="412" y="68"/>
                    <a:pt x="460" y="39"/>
                    <a:pt x="517" y="29"/>
                  </a:cubicBezTo>
                  <a:cubicBezTo>
                    <a:pt x="479" y="10"/>
                    <a:pt x="431" y="1"/>
                    <a:pt x="383"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5" name="Google Shape;10385;p63"/>
            <p:cNvSpPr/>
            <p:nvPr/>
          </p:nvSpPr>
          <p:spPr>
            <a:xfrm>
              <a:off x="8304217" y="2922096"/>
              <a:ext cx="13340" cy="35635"/>
            </a:xfrm>
            <a:custGeom>
              <a:avLst/>
              <a:gdLst/>
              <a:ahLst/>
              <a:cxnLst/>
              <a:rect l="l" t="t" r="r" b="b"/>
              <a:pathLst>
                <a:path w="508" h="1357" extrusionOk="0">
                  <a:moveTo>
                    <a:pt x="340" y="0"/>
                  </a:moveTo>
                  <a:cubicBezTo>
                    <a:pt x="242" y="0"/>
                    <a:pt x="151" y="29"/>
                    <a:pt x="67" y="79"/>
                  </a:cubicBezTo>
                  <a:cubicBezTo>
                    <a:pt x="48" y="88"/>
                    <a:pt x="39" y="107"/>
                    <a:pt x="19" y="117"/>
                  </a:cubicBezTo>
                  <a:cubicBezTo>
                    <a:pt x="10" y="146"/>
                    <a:pt x="0" y="174"/>
                    <a:pt x="0" y="213"/>
                  </a:cubicBezTo>
                  <a:lnTo>
                    <a:pt x="0" y="1198"/>
                  </a:lnTo>
                  <a:cubicBezTo>
                    <a:pt x="0" y="1304"/>
                    <a:pt x="79" y="1356"/>
                    <a:pt x="158" y="1356"/>
                  </a:cubicBezTo>
                  <a:cubicBezTo>
                    <a:pt x="237" y="1356"/>
                    <a:pt x="316" y="1304"/>
                    <a:pt x="316" y="1198"/>
                  </a:cubicBezTo>
                  <a:lnTo>
                    <a:pt x="316" y="213"/>
                  </a:lnTo>
                  <a:lnTo>
                    <a:pt x="316" y="193"/>
                  </a:lnTo>
                  <a:cubicBezTo>
                    <a:pt x="326" y="165"/>
                    <a:pt x="335" y="126"/>
                    <a:pt x="354" y="107"/>
                  </a:cubicBezTo>
                  <a:cubicBezTo>
                    <a:pt x="402" y="69"/>
                    <a:pt x="450" y="40"/>
                    <a:pt x="507" y="21"/>
                  </a:cubicBezTo>
                  <a:cubicBezTo>
                    <a:pt x="469" y="12"/>
                    <a:pt x="421" y="2"/>
                    <a:pt x="383" y="2"/>
                  </a:cubicBezTo>
                  <a:cubicBezTo>
                    <a:pt x="368" y="1"/>
                    <a:pt x="354" y="0"/>
                    <a:pt x="340"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6" name="Google Shape;10386;p63"/>
            <p:cNvSpPr/>
            <p:nvPr/>
          </p:nvSpPr>
          <p:spPr>
            <a:xfrm>
              <a:off x="8255452" y="2885437"/>
              <a:ext cx="17620" cy="58665"/>
            </a:xfrm>
            <a:custGeom>
              <a:avLst/>
              <a:gdLst/>
              <a:ahLst/>
              <a:cxnLst/>
              <a:rect l="l" t="t" r="r" b="b"/>
              <a:pathLst>
                <a:path w="671" h="2234" extrusionOk="0">
                  <a:moveTo>
                    <a:pt x="498" y="1"/>
                  </a:moveTo>
                  <a:cubicBezTo>
                    <a:pt x="259" y="1"/>
                    <a:pt x="48" y="173"/>
                    <a:pt x="1" y="403"/>
                  </a:cubicBezTo>
                  <a:lnTo>
                    <a:pt x="10" y="403"/>
                  </a:lnTo>
                  <a:cubicBezTo>
                    <a:pt x="1" y="422"/>
                    <a:pt x="1" y="441"/>
                    <a:pt x="1" y="460"/>
                  </a:cubicBezTo>
                  <a:lnTo>
                    <a:pt x="1" y="2068"/>
                  </a:lnTo>
                  <a:cubicBezTo>
                    <a:pt x="1" y="2178"/>
                    <a:pt x="80" y="2233"/>
                    <a:pt x="159" y="2233"/>
                  </a:cubicBezTo>
                  <a:cubicBezTo>
                    <a:pt x="237" y="2233"/>
                    <a:pt x="316" y="2178"/>
                    <a:pt x="316" y="2068"/>
                  </a:cubicBezTo>
                  <a:lnTo>
                    <a:pt x="316" y="508"/>
                  </a:lnTo>
                  <a:cubicBezTo>
                    <a:pt x="316" y="288"/>
                    <a:pt x="460" y="97"/>
                    <a:pt x="671" y="30"/>
                  </a:cubicBezTo>
                  <a:cubicBezTo>
                    <a:pt x="613" y="10"/>
                    <a:pt x="565" y="1"/>
                    <a:pt x="50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7" name="Google Shape;10387;p63"/>
            <p:cNvSpPr/>
            <p:nvPr/>
          </p:nvSpPr>
          <p:spPr>
            <a:xfrm>
              <a:off x="8233341" y="2895993"/>
              <a:ext cx="17620" cy="73160"/>
            </a:xfrm>
            <a:custGeom>
              <a:avLst/>
              <a:gdLst/>
              <a:ahLst/>
              <a:cxnLst/>
              <a:rect l="l" t="t" r="r" b="b"/>
              <a:pathLst>
                <a:path w="671" h="2786" extrusionOk="0">
                  <a:moveTo>
                    <a:pt x="498" y="1"/>
                  </a:moveTo>
                  <a:cubicBezTo>
                    <a:pt x="221" y="1"/>
                    <a:pt x="0" y="230"/>
                    <a:pt x="0" y="508"/>
                  </a:cubicBezTo>
                  <a:lnTo>
                    <a:pt x="0" y="843"/>
                  </a:lnTo>
                  <a:lnTo>
                    <a:pt x="0" y="2317"/>
                  </a:lnTo>
                  <a:cubicBezTo>
                    <a:pt x="115" y="2470"/>
                    <a:pt x="221" y="2623"/>
                    <a:pt x="316" y="2786"/>
                  </a:cubicBezTo>
                  <a:lnTo>
                    <a:pt x="316" y="1101"/>
                  </a:lnTo>
                  <a:lnTo>
                    <a:pt x="326" y="1111"/>
                  </a:lnTo>
                  <a:lnTo>
                    <a:pt x="326" y="508"/>
                  </a:lnTo>
                  <a:cubicBezTo>
                    <a:pt x="326" y="288"/>
                    <a:pt x="469" y="96"/>
                    <a:pt x="670" y="29"/>
                  </a:cubicBezTo>
                  <a:cubicBezTo>
                    <a:pt x="622" y="10"/>
                    <a:pt x="575" y="1"/>
                    <a:pt x="517"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8" name="Google Shape;10388;p63"/>
            <p:cNvSpPr/>
            <p:nvPr/>
          </p:nvSpPr>
          <p:spPr>
            <a:xfrm>
              <a:off x="7951362" y="2892737"/>
              <a:ext cx="165648" cy="128674"/>
            </a:xfrm>
            <a:custGeom>
              <a:avLst/>
              <a:gdLst/>
              <a:ahLst/>
              <a:cxnLst/>
              <a:rect l="l" t="t" r="r" b="b"/>
              <a:pathLst>
                <a:path w="6308" h="4900" extrusionOk="0">
                  <a:moveTo>
                    <a:pt x="3134" y="0"/>
                  </a:moveTo>
                  <a:cubicBezTo>
                    <a:pt x="3106" y="0"/>
                    <a:pt x="3088" y="0"/>
                    <a:pt x="3082" y="0"/>
                  </a:cubicBezTo>
                  <a:lnTo>
                    <a:pt x="1895" y="0"/>
                  </a:lnTo>
                  <a:cubicBezTo>
                    <a:pt x="1618" y="0"/>
                    <a:pt x="1388" y="230"/>
                    <a:pt x="1388" y="508"/>
                  </a:cubicBezTo>
                  <a:lnTo>
                    <a:pt x="1388" y="527"/>
                  </a:lnTo>
                  <a:cubicBezTo>
                    <a:pt x="1388" y="642"/>
                    <a:pt x="1436" y="756"/>
                    <a:pt x="1513" y="843"/>
                  </a:cubicBezTo>
                  <a:lnTo>
                    <a:pt x="910" y="843"/>
                  </a:lnTo>
                  <a:cubicBezTo>
                    <a:pt x="632" y="843"/>
                    <a:pt x="402" y="1072"/>
                    <a:pt x="402" y="1350"/>
                  </a:cubicBezTo>
                  <a:lnTo>
                    <a:pt x="402" y="1359"/>
                  </a:lnTo>
                  <a:cubicBezTo>
                    <a:pt x="402" y="1484"/>
                    <a:pt x="450" y="1589"/>
                    <a:pt x="517" y="1685"/>
                  </a:cubicBezTo>
                  <a:lnTo>
                    <a:pt x="508" y="1685"/>
                  </a:lnTo>
                  <a:cubicBezTo>
                    <a:pt x="230" y="1685"/>
                    <a:pt x="1" y="1905"/>
                    <a:pt x="1" y="2182"/>
                  </a:cubicBezTo>
                  <a:lnTo>
                    <a:pt x="1" y="2202"/>
                  </a:lnTo>
                  <a:cubicBezTo>
                    <a:pt x="1" y="2479"/>
                    <a:pt x="230" y="2709"/>
                    <a:pt x="508" y="2709"/>
                  </a:cubicBezTo>
                  <a:lnTo>
                    <a:pt x="527" y="2709"/>
                  </a:lnTo>
                  <a:cubicBezTo>
                    <a:pt x="450" y="2795"/>
                    <a:pt x="402" y="2910"/>
                    <a:pt x="402" y="3025"/>
                  </a:cubicBezTo>
                  <a:lnTo>
                    <a:pt x="402" y="3044"/>
                  </a:lnTo>
                  <a:cubicBezTo>
                    <a:pt x="402" y="3321"/>
                    <a:pt x="632" y="3541"/>
                    <a:pt x="910" y="3541"/>
                  </a:cubicBezTo>
                  <a:lnTo>
                    <a:pt x="2757" y="3541"/>
                  </a:lnTo>
                  <a:cubicBezTo>
                    <a:pt x="2518" y="3704"/>
                    <a:pt x="2221" y="3962"/>
                    <a:pt x="2163" y="4259"/>
                  </a:cubicBezTo>
                  <a:cubicBezTo>
                    <a:pt x="2125" y="4431"/>
                    <a:pt x="2163" y="4594"/>
                    <a:pt x="2269" y="4728"/>
                  </a:cubicBezTo>
                  <a:lnTo>
                    <a:pt x="2307" y="4776"/>
                  </a:lnTo>
                  <a:lnTo>
                    <a:pt x="2355" y="4814"/>
                  </a:lnTo>
                  <a:cubicBezTo>
                    <a:pt x="2413" y="4850"/>
                    <a:pt x="2514" y="4900"/>
                    <a:pt x="2665" y="4900"/>
                  </a:cubicBezTo>
                  <a:cubicBezTo>
                    <a:pt x="2838" y="4900"/>
                    <a:pt x="3076" y="4834"/>
                    <a:pt x="3388" y="4604"/>
                  </a:cubicBezTo>
                  <a:cubicBezTo>
                    <a:pt x="3628" y="4431"/>
                    <a:pt x="3896" y="4326"/>
                    <a:pt x="4183" y="4288"/>
                  </a:cubicBezTo>
                  <a:cubicBezTo>
                    <a:pt x="4623" y="4202"/>
                    <a:pt x="4948" y="4106"/>
                    <a:pt x="5465" y="3436"/>
                  </a:cubicBezTo>
                  <a:lnTo>
                    <a:pt x="6307" y="3436"/>
                  </a:lnTo>
                  <a:lnTo>
                    <a:pt x="6307" y="565"/>
                  </a:lnTo>
                  <a:lnTo>
                    <a:pt x="5188" y="565"/>
                  </a:lnTo>
                  <a:cubicBezTo>
                    <a:pt x="4804" y="24"/>
                    <a:pt x="3425" y="0"/>
                    <a:pt x="3134"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9" name="Google Shape;10389;p63"/>
            <p:cNvSpPr/>
            <p:nvPr/>
          </p:nvSpPr>
          <p:spPr>
            <a:xfrm>
              <a:off x="7988047" y="2892737"/>
              <a:ext cx="128963" cy="21875"/>
            </a:xfrm>
            <a:custGeom>
              <a:avLst/>
              <a:gdLst/>
              <a:ahLst/>
              <a:cxnLst/>
              <a:rect l="l" t="t" r="r" b="b"/>
              <a:pathLst>
                <a:path w="4911" h="833" extrusionOk="0">
                  <a:moveTo>
                    <a:pt x="1737" y="0"/>
                  </a:moveTo>
                  <a:cubicBezTo>
                    <a:pt x="1709" y="0"/>
                    <a:pt x="1691" y="0"/>
                    <a:pt x="1685" y="0"/>
                  </a:cubicBezTo>
                  <a:lnTo>
                    <a:pt x="498" y="0"/>
                  </a:lnTo>
                  <a:cubicBezTo>
                    <a:pt x="221" y="0"/>
                    <a:pt x="1" y="230"/>
                    <a:pt x="1" y="508"/>
                  </a:cubicBezTo>
                  <a:lnTo>
                    <a:pt x="1" y="527"/>
                  </a:lnTo>
                  <a:cubicBezTo>
                    <a:pt x="1" y="575"/>
                    <a:pt x="10" y="632"/>
                    <a:pt x="20" y="680"/>
                  </a:cubicBezTo>
                  <a:cubicBezTo>
                    <a:pt x="87" y="479"/>
                    <a:pt x="278" y="268"/>
                    <a:pt x="498" y="268"/>
                  </a:cubicBezTo>
                  <a:lnTo>
                    <a:pt x="1685" y="268"/>
                  </a:lnTo>
                  <a:cubicBezTo>
                    <a:pt x="1692" y="268"/>
                    <a:pt x="1710" y="268"/>
                    <a:pt x="1737" y="268"/>
                  </a:cubicBezTo>
                  <a:cubicBezTo>
                    <a:pt x="2015" y="268"/>
                    <a:pt x="3283" y="292"/>
                    <a:pt x="3676" y="833"/>
                  </a:cubicBezTo>
                  <a:lnTo>
                    <a:pt x="4910" y="833"/>
                  </a:lnTo>
                  <a:lnTo>
                    <a:pt x="4910" y="565"/>
                  </a:lnTo>
                  <a:lnTo>
                    <a:pt x="3800" y="565"/>
                  </a:lnTo>
                  <a:cubicBezTo>
                    <a:pt x="3408" y="24"/>
                    <a:pt x="2028" y="0"/>
                    <a:pt x="1737"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0" name="Google Shape;10390;p63"/>
            <p:cNvSpPr/>
            <p:nvPr/>
          </p:nvSpPr>
          <p:spPr>
            <a:xfrm>
              <a:off x="7961918" y="2914848"/>
              <a:ext cx="70140" cy="17883"/>
            </a:xfrm>
            <a:custGeom>
              <a:avLst/>
              <a:gdLst/>
              <a:ahLst/>
              <a:cxnLst/>
              <a:rect l="l" t="t" r="r" b="b"/>
              <a:pathLst>
                <a:path w="2671" h="681" extrusionOk="0">
                  <a:moveTo>
                    <a:pt x="508" y="1"/>
                  </a:moveTo>
                  <a:cubicBezTo>
                    <a:pt x="230" y="1"/>
                    <a:pt x="0" y="230"/>
                    <a:pt x="0" y="508"/>
                  </a:cubicBezTo>
                  <a:lnTo>
                    <a:pt x="0" y="517"/>
                  </a:lnTo>
                  <a:cubicBezTo>
                    <a:pt x="0" y="575"/>
                    <a:pt x="10" y="623"/>
                    <a:pt x="29" y="680"/>
                  </a:cubicBezTo>
                  <a:cubicBezTo>
                    <a:pt x="94" y="476"/>
                    <a:pt x="276" y="335"/>
                    <a:pt x="487" y="335"/>
                  </a:cubicBezTo>
                  <a:cubicBezTo>
                    <a:pt x="494" y="335"/>
                    <a:pt x="501" y="335"/>
                    <a:pt x="508" y="335"/>
                  </a:cubicBezTo>
                  <a:lnTo>
                    <a:pt x="1101" y="335"/>
                  </a:lnTo>
                  <a:lnTo>
                    <a:pt x="1101" y="316"/>
                  </a:lnTo>
                  <a:lnTo>
                    <a:pt x="2460" y="316"/>
                  </a:lnTo>
                  <a:cubicBezTo>
                    <a:pt x="2671" y="316"/>
                    <a:pt x="2671" y="1"/>
                    <a:pt x="2460"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1" name="Google Shape;10391;p63"/>
            <p:cNvSpPr/>
            <p:nvPr/>
          </p:nvSpPr>
          <p:spPr>
            <a:xfrm>
              <a:off x="7961918" y="2963114"/>
              <a:ext cx="53807" cy="13576"/>
            </a:xfrm>
            <a:custGeom>
              <a:avLst/>
              <a:gdLst/>
              <a:ahLst/>
              <a:cxnLst/>
              <a:rect l="l" t="t" r="r" b="b"/>
              <a:pathLst>
                <a:path w="2049" h="517" extrusionOk="0">
                  <a:moveTo>
                    <a:pt x="211" y="0"/>
                  </a:moveTo>
                  <a:cubicBezTo>
                    <a:pt x="182" y="0"/>
                    <a:pt x="144" y="10"/>
                    <a:pt x="115" y="19"/>
                  </a:cubicBezTo>
                  <a:cubicBezTo>
                    <a:pt x="106" y="38"/>
                    <a:pt x="96" y="57"/>
                    <a:pt x="77" y="67"/>
                  </a:cubicBezTo>
                  <a:cubicBezTo>
                    <a:pt x="29" y="163"/>
                    <a:pt x="0" y="268"/>
                    <a:pt x="0" y="383"/>
                  </a:cubicBezTo>
                  <a:cubicBezTo>
                    <a:pt x="0" y="431"/>
                    <a:pt x="10" y="469"/>
                    <a:pt x="29" y="517"/>
                  </a:cubicBezTo>
                  <a:cubicBezTo>
                    <a:pt x="48" y="459"/>
                    <a:pt x="77" y="402"/>
                    <a:pt x="106" y="364"/>
                  </a:cubicBezTo>
                  <a:cubicBezTo>
                    <a:pt x="134" y="335"/>
                    <a:pt x="163" y="325"/>
                    <a:pt x="201" y="325"/>
                  </a:cubicBezTo>
                  <a:lnTo>
                    <a:pt x="1828" y="325"/>
                  </a:lnTo>
                  <a:cubicBezTo>
                    <a:pt x="2049" y="325"/>
                    <a:pt x="2049" y="0"/>
                    <a:pt x="1828"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2" name="Google Shape;10392;p63"/>
            <p:cNvSpPr/>
            <p:nvPr/>
          </p:nvSpPr>
          <p:spPr>
            <a:xfrm>
              <a:off x="7951624" y="2937221"/>
              <a:ext cx="59820" cy="17620"/>
            </a:xfrm>
            <a:custGeom>
              <a:avLst/>
              <a:gdLst/>
              <a:ahLst/>
              <a:cxnLst/>
              <a:rect l="l" t="t" r="r" b="b"/>
              <a:pathLst>
                <a:path w="2278" h="671" extrusionOk="0">
                  <a:moveTo>
                    <a:pt x="402" y="0"/>
                  </a:moveTo>
                  <a:cubicBezTo>
                    <a:pt x="163" y="48"/>
                    <a:pt x="0" y="249"/>
                    <a:pt x="0" y="488"/>
                  </a:cubicBezTo>
                  <a:lnTo>
                    <a:pt x="0" y="508"/>
                  </a:lnTo>
                  <a:cubicBezTo>
                    <a:pt x="0" y="565"/>
                    <a:pt x="10" y="613"/>
                    <a:pt x="19" y="670"/>
                  </a:cubicBezTo>
                  <a:cubicBezTo>
                    <a:pt x="86" y="460"/>
                    <a:pt x="278" y="316"/>
                    <a:pt x="498" y="316"/>
                  </a:cubicBezTo>
                  <a:lnTo>
                    <a:pt x="2067" y="316"/>
                  </a:lnTo>
                  <a:cubicBezTo>
                    <a:pt x="2278" y="316"/>
                    <a:pt x="2278" y="0"/>
                    <a:pt x="2067" y="0"/>
                  </a:cubicBezTo>
                  <a:lnTo>
                    <a:pt x="450" y="0"/>
                  </a:lnTo>
                  <a:cubicBezTo>
                    <a:pt x="431" y="0"/>
                    <a:pt x="412" y="0"/>
                    <a:pt x="402" y="10"/>
                  </a:cubicBezTo>
                  <a:lnTo>
                    <a:pt x="402" y="0"/>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3" name="Google Shape;10393;p63"/>
            <p:cNvSpPr/>
            <p:nvPr/>
          </p:nvSpPr>
          <p:spPr>
            <a:xfrm>
              <a:off x="8007663" y="2985960"/>
              <a:ext cx="27652" cy="26181"/>
            </a:xfrm>
            <a:custGeom>
              <a:avLst/>
              <a:gdLst/>
              <a:ahLst/>
              <a:cxnLst/>
              <a:rect l="l" t="t" r="r" b="b"/>
              <a:pathLst>
                <a:path w="1053" h="997" extrusionOk="0">
                  <a:moveTo>
                    <a:pt x="613" y="1"/>
                  </a:moveTo>
                  <a:cubicBezTo>
                    <a:pt x="479" y="97"/>
                    <a:pt x="354" y="202"/>
                    <a:pt x="240" y="326"/>
                  </a:cubicBezTo>
                  <a:cubicBezTo>
                    <a:pt x="134" y="432"/>
                    <a:pt x="58" y="566"/>
                    <a:pt x="29" y="709"/>
                  </a:cubicBezTo>
                  <a:cubicBezTo>
                    <a:pt x="0" y="805"/>
                    <a:pt x="10" y="901"/>
                    <a:pt x="39" y="996"/>
                  </a:cubicBezTo>
                  <a:cubicBezTo>
                    <a:pt x="106" y="795"/>
                    <a:pt x="230" y="623"/>
                    <a:pt x="393" y="499"/>
                  </a:cubicBezTo>
                  <a:cubicBezTo>
                    <a:pt x="431" y="460"/>
                    <a:pt x="498" y="412"/>
                    <a:pt x="584" y="345"/>
                  </a:cubicBezTo>
                  <a:lnTo>
                    <a:pt x="613" y="326"/>
                  </a:lnTo>
                  <a:cubicBezTo>
                    <a:pt x="814" y="173"/>
                    <a:pt x="1053" y="1"/>
                    <a:pt x="1053"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4" name="Google Shape;10394;p63"/>
            <p:cNvSpPr/>
            <p:nvPr/>
          </p:nvSpPr>
          <p:spPr>
            <a:xfrm>
              <a:off x="8168505" y="3131992"/>
              <a:ext cx="165385" cy="128700"/>
            </a:xfrm>
            <a:custGeom>
              <a:avLst/>
              <a:gdLst/>
              <a:ahLst/>
              <a:cxnLst/>
              <a:rect l="l" t="t" r="r" b="b"/>
              <a:pathLst>
                <a:path w="6298" h="4901" extrusionOk="0">
                  <a:moveTo>
                    <a:pt x="3637" y="1"/>
                  </a:moveTo>
                  <a:cubicBezTo>
                    <a:pt x="3463" y="1"/>
                    <a:pt x="3222" y="67"/>
                    <a:pt x="2910" y="297"/>
                  </a:cubicBezTo>
                  <a:cubicBezTo>
                    <a:pt x="2680" y="469"/>
                    <a:pt x="2402" y="574"/>
                    <a:pt x="2115" y="613"/>
                  </a:cubicBezTo>
                  <a:cubicBezTo>
                    <a:pt x="1685" y="699"/>
                    <a:pt x="1350" y="795"/>
                    <a:pt x="842" y="1464"/>
                  </a:cubicBezTo>
                  <a:lnTo>
                    <a:pt x="0" y="1464"/>
                  </a:lnTo>
                  <a:lnTo>
                    <a:pt x="0" y="4336"/>
                  </a:lnTo>
                  <a:lnTo>
                    <a:pt x="1110" y="4336"/>
                  </a:lnTo>
                  <a:cubicBezTo>
                    <a:pt x="1494" y="4877"/>
                    <a:pt x="2873" y="4900"/>
                    <a:pt x="3164" y="4900"/>
                  </a:cubicBezTo>
                  <a:cubicBezTo>
                    <a:pt x="3192" y="4900"/>
                    <a:pt x="3210" y="4900"/>
                    <a:pt x="3216" y="4900"/>
                  </a:cubicBezTo>
                  <a:lnTo>
                    <a:pt x="4403" y="4900"/>
                  </a:lnTo>
                  <a:cubicBezTo>
                    <a:pt x="4680" y="4900"/>
                    <a:pt x="4910" y="4671"/>
                    <a:pt x="4910" y="4393"/>
                  </a:cubicBezTo>
                  <a:lnTo>
                    <a:pt x="4910" y="4374"/>
                  </a:lnTo>
                  <a:cubicBezTo>
                    <a:pt x="4910" y="4259"/>
                    <a:pt x="4862" y="4144"/>
                    <a:pt x="4785" y="4058"/>
                  </a:cubicBezTo>
                  <a:lnTo>
                    <a:pt x="5388" y="4058"/>
                  </a:lnTo>
                  <a:cubicBezTo>
                    <a:pt x="5666" y="4058"/>
                    <a:pt x="5886" y="3828"/>
                    <a:pt x="5886" y="3551"/>
                  </a:cubicBezTo>
                  <a:lnTo>
                    <a:pt x="5886" y="3541"/>
                  </a:lnTo>
                  <a:cubicBezTo>
                    <a:pt x="5886" y="3417"/>
                    <a:pt x="5848" y="3312"/>
                    <a:pt x="5781" y="3216"/>
                  </a:cubicBezTo>
                  <a:lnTo>
                    <a:pt x="5790" y="3216"/>
                  </a:lnTo>
                  <a:cubicBezTo>
                    <a:pt x="6068" y="3216"/>
                    <a:pt x="6288" y="2996"/>
                    <a:pt x="6288" y="2718"/>
                  </a:cubicBezTo>
                  <a:lnTo>
                    <a:pt x="6298" y="2699"/>
                  </a:lnTo>
                  <a:cubicBezTo>
                    <a:pt x="6298" y="2422"/>
                    <a:pt x="6077" y="2201"/>
                    <a:pt x="5800" y="2201"/>
                  </a:cubicBezTo>
                  <a:lnTo>
                    <a:pt x="5781" y="2201"/>
                  </a:lnTo>
                  <a:cubicBezTo>
                    <a:pt x="5857" y="2106"/>
                    <a:pt x="5905" y="1991"/>
                    <a:pt x="5905" y="1876"/>
                  </a:cubicBezTo>
                  <a:lnTo>
                    <a:pt x="5905" y="1857"/>
                  </a:lnTo>
                  <a:cubicBezTo>
                    <a:pt x="5905" y="1579"/>
                    <a:pt x="5675" y="1359"/>
                    <a:pt x="5398" y="1359"/>
                  </a:cubicBezTo>
                  <a:lnTo>
                    <a:pt x="3551" y="1359"/>
                  </a:lnTo>
                  <a:cubicBezTo>
                    <a:pt x="3790" y="1197"/>
                    <a:pt x="4077" y="938"/>
                    <a:pt x="4144" y="641"/>
                  </a:cubicBezTo>
                  <a:cubicBezTo>
                    <a:pt x="4182" y="469"/>
                    <a:pt x="4144" y="306"/>
                    <a:pt x="4039" y="172"/>
                  </a:cubicBezTo>
                  <a:lnTo>
                    <a:pt x="4001" y="125"/>
                  </a:lnTo>
                  <a:lnTo>
                    <a:pt x="3943" y="86"/>
                  </a:lnTo>
                  <a:cubicBezTo>
                    <a:pt x="3890" y="51"/>
                    <a:pt x="3789" y="1"/>
                    <a:pt x="3637"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5" name="Google Shape;10395;p63"/>
            <p:cNvSpPr/>
            <p:nvPr/>
          </p:nvSpPr>
          <p:spPr>
            <a:xfrm>
              <a:off x="8168505" y="3132123"/>
              <a:ext cx="109583" cy="45115"/>
            </a:xfrm>
            <a:custGeom>
              <a:avLst/>
              <a:gdLst/>
              <a:ahLst/>
              <a:cxnLst/>
              <a:rect l="l" t="t" r="r" b="b"/>
              <a:pathLst>
                <a:path w="4173" h="1718" extrusionOk="0">
                  <a:moveTo>
                    <a:pt x="3633" y="0"/>
                  </a:moveTo>
                  <a:cubicBezTo>
                    <a:pt x="3460" y="0"/>
                    <a:pt x="3222" y="67"/>
                    <a:pt x="2910" y="292"/>
                  </a:cubicBezTo>
                  <a:cubicBezTo>
                    <a:pt x="2670" y="464"/>
                    <a:pt x="2402" y="579"/>
                    <a:pt x="2115" y="617"/>
                  </a:cubicBezTo>
                  <a:cubicBezTo>
                    <a:pt x="1675" y="694"/>
                    <a:pt x="1350" y="799"/>
                    <a:pt x="833" y="1469"/>
                  </a:cubicBezTo>
                  <a:lnTo>
                    <a:pt x="0" y="1469"/>
                  </a:lnTo>
                  <a:lnTo>
                    <a:pt x="0" y="1718"/>
                  </a:lnTo>
                  <a:lnTo>
                    <a:pt x="957" y="1718"/>
                  </a:lnTo>
                  <a:cubicBezTo>
                    <a:pt x="1474" y="1048"/>
                    <a:pt x="1675" y="943"/>
                    <a:pt x="2115" y="866"/>
                  </a:cubicBezTo>
                  <a:cubicBezTo>
                    <a:pt x="2402" y="828"/>
                    <a:pt x="2680" y="723"/>
                    <a:pt x="2910" y="550"/>
                  </a:cubicBezTo>
                  <a:cubicBezTo>
                    <a:pt x="3222" y="320"/>
                    <a:pt x="3463" y="254"/>
                    <a:pt x="3637" y="254"/>
                  </a:cubicBezTo>
                  <a:cubicBezTo>
                    <a:pt x="3789" y="254"/>
                    <a:pt x="3890" y="304"/>
                    <a:pt x="3943" y="340"/>
                  </a:cubicBezTo>
                  <a:lnTo>
                    <a:pt x="3991" y="368"/>
                  </a:lnTo>
                  <a:lnTo>
                    <a:pt x="4029" y="426"/>
                  </a:lnTo>
                  <a:cubicBezTo>
                    <a:pt x="4087" y="493"/>
                    <a:pt x="4116" y="560"/>
                    <a:pt x="4135" y="646"/>
                  </a:cubicBezTo>
                  <a:lnTo>
                    <a:pt x="4135" y="636"/>
                  </a:lnTo>
                  <a:cubicBezTo>
                    <a:pt x="4173" y="474"/>
                    <a:pt x="4135" y="301"/>
                    <a:pt x="4029" y="167"/>
                  </a:cubicBezTo>
                  <a:lnTo>
                    <a:pt x="3991" y="120"/>
                  </a:lnTo>
                  <a:lnTo>
                    <a:pt x="3943" y="91"/>
                  </a:lnTo>
                  <a:cubicBezTo>
                    <a:pt x="3885" y="51"/>
                    <a:pt x="3784" y="0"/>
                    <a:pt x="3633"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6" name="Google Shape;10396;p63"/>
            <p:cNvSpPr/>
            <p:nvPr/>
          </p:nvSpPr>
          <p:spPr>
            <a:xfrm>
              <a:off x="8269790" y="3215420"/>
              <a:ext cx="53807" cy="13603"/>
            </a:xfrm>
            <a:custGeom>
              <a:avLst/>
              <a:gdLst/>
              <a:ahLst/>
              <a:cxnLst/>
              <a:rect l="l" t="t" r="r" b="b"/>
              <a:pathLst>
                <a:path w="2049" h="518" extrusionOk="0">
                  <a:moveTo>
                    <a:pt x="211" y="1"/>
                  </a:moveTo>
                  <a:cubicBezTo>
                    <a:pt x="0" y="1"/>
                    <a:pt x="0" y="326"/>
                    <a:pt x="211" y="326"/>
                  </a:cubicBezTo>
                  <a:lnTo>
                    <a:pt x="1847" y="326"/>
                  </a:lnTo>
                  <a:cubicBezTo>
                    <a:pt x="1876" y="326"/>
                    <a:pt x="1914" y="336"/>
                    <a:pt x="1943" y="364"/>
                  </a:cubicBezTo>
                  <a:cubicBezTo>
                    <a:pt x="1972" y="412"/>
                    <a:pt x="2000" y="460"/>
                    <a:pt x="2019" y="517"/>
                  </a:cubicBezTo>
                  <a:cubicBezTo>
                    <a:pt x="2029" y="469"/>
                    <a:pt x="2039" y="431"/>
                    <a:pt x="2048" y="383"/>
                  </a:cubicBezTo>
                  <a:cubicBezTo>
                    <a:pt x="2048" y="278"/>
                    <a:pt x="2019" y="163"/>
                    <a:pt x="1962" y="68"/>
                  </a:cubicBezTo>
                  <a:cubicBezTo>
                    <a:pt x="1952" y="58"/>
                    <a:pt x="1943" y="39"/>
                    <a:pt x="1924" y="29"/>
                  </a:cubicBezTo>
                  <a:cubicBezTo>
                    <a:pt x="1895" y="10"/>
                    <a:pt x="1866" y="1"/>
                    <a:pt x="1838"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7" name="Google Shape;10397;p63"/>
            <p:cNvSpPr/>
            <p:nvPr/>
          </p:nvSpPr>
          <p:spPr>
            <a:xfrm>
              <a:off x="8260494" y="3238292"/>
              <a:ext cx="37210" cy="13340"/>
            </a:xfrm>
            <a:custGeom>
              <a:avLst/>
              <a:gdLst/>
              <a:ahLst/>
              <a:cxnLst/>
              <a:rect l="l" t="t" r="r" b="b"/>
              <a:pathLst>
                <a:path w="1417" h="508" extrusionOk="0">
                  <a:moveTo>
                    <a:pt x="211" y="0"/>
                  </a:moveTo>
                  <a:cubicBezTo>
                    <a:pt x="0" y="0"/>
                    <a:pt x="0" y="316"/>
                    <a:pt x="211" y="316"/>
                  </a:cubicBezTo>
                  <a:lnTo>
                    <a:pt x="1206" y="316"/>
                  </a:lnTo>
                  <a:cubicBezTo>
                    <a:pt x="1244" y="316"/>
                    <a:pt x="1273" y="335"/>
                    <a:pt x="1302" y="355"/>
                  </a:cubicBezTo>
                  <a:cubicBezTo>
                    <a:pt x="1340" y="402"/>
                    <a:pt x="1369" y="450"/>
                    <a:pt x="1388" y="508"/>
                  </a:cubicBezTo>
                  <a:cubicBezTo>
                    <a:pt x="1397" y="469"/>
                    <a:pt x="1407" y="422"/>
                    <a:pt x="1407" y="374"/>
                  </a:cubicBezTo>
                  <a:cubicBezTo>
                    <a:pt x="1416" y="268"/>
                    <a:pt x="1388" y="163"/>
                    <a:pt x="1330" y="67"/>
                  </a:cubicBezTo>
                  <a:cubicBezTo>
                    <a:pt x="1321" y="48"/>
                    <a:pt x="1302" y="29"/>
                    <a:pt x="1292" y="20"/>
                  </a:cubicBezTo>
                  <a:cubicBezTo>
                    <a:pt x="1263" y="0"/>
                    <a:pt x="1235" y="0"/>
                    <a:pt x="1206"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8" name="Google Shape;10398;p63"/>
            <p:cNvSpPr/>
            <p:nvPr/>
          </p:nvSpPr>
          <p:spPr>
            <a:xfrm>
              <a:off x="8274044" y="3189528"/>
              <a:ext cx="59847" cy="17620"/>
            </a:xfrm>
            <a:custGeom>
              <a:avLst/>
              <a:gdLst/>
              <a:ahLst/>
              <a:cxnLst/>
              <a:rect l="l" t="t" r="r" b="b"/>
              <a:pathLst>
                <a:path w="2279" h="671" extrusionOk="0">
                  <a:moveTo>
                    <a:pt x="211" y="1"/>
                  </a:moveTo>
                  <a:cubicBezTo>
                    <a:pt x="1" y="1"/>
                    <a:pt x="1" y="317"/>
                    <a:pt x="211" y="317"/>
                  </a:cubicBezTo>
                  <a:lnTo>
                    <a:pt x="1781" y="317"/>
                  </a:lnTo>
                  <a:cubicBezTo>
                    <a:pt x="2001" y="317"/>
                    <a:pt x="2192" y="460"/>
                    <a:pt x="2259" y="671"/>
                  </a:cubicBezTo>
                  <a:cubicBezTo>
                    <a:pt x="2269" y="613"/>
                    <a:pt x="2279" y="565"/>
                    <a:pt x="2279" y="508"/>
                  </a:cubicBezTo>
                  <a:lnTo>
                    <a:pt x="2279" y="498"/>
                  </a:lnTo>
                  <a:cubicBezTo>
                    <a:pt x="2279" y="259"/>
                    <a:pt x="2116" y="49"/>
                    <a:pt x="1877" y="1"/>
                  </a:cubicBezTo>
                  <a:lnTo>
                    <a:pt x="1877" y="10"/>
                  </a:lnTo>
                  <a:cubicBezTo>
                    <a:pt x="1867" y="1"/>
                    <a:pt x="1848" y="1"/>
                    <a:pt x="1829"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9" name="Google Shape;10399;p63"/>
            <p:cNvSpPr/>
            <p:nvPr/>
          </p:nvSpPr>
          <p:spPr>
            <a:xfrm>
              <a:off x="8250174" y="3167180"/>
              <a:ext cx="73160" cy="17857"/>
            </a:xfrm>
            <a:custGeom>
              <a:avLst/>
              <a:gdLst/>
              <a:ahLst/>
              <a:cxnLst/>
              <a:rect l="l" t="t" r="r" b="b"/>
              <a:pathLst>
                <a:path w="2786" h="680" extrusionOk="0">
                  <a:moveTo>
                    <a:pt x="470" y="0"/>
                  </a:moveTo>
                  <a:cubicBezTo>
                    <a:pt x="326" y="124"/>
                    <a:pt x="163" y="230"/>
                    <a:pt x="1" y="325"/>
                  </a:cubicBezTo>
                  <a:lnTo>
                    <a:pt x="1695" y="325"/>
                  </a:lnTo>
                  <a:lnTo>
                    <a:pt x="1685" y="335"/>
                  </a:lnTo>
                  <a:lnTo>
                    <a:pt x="2278" y="335"/>
                  </a:lnTo>
                  <a:cubicBezTo>
                    <a:pt x="2498" y="335"/>
                    <a:pt x="2690" y="469"/>
                    <a:pt x="2757" y="680"/>
                  </a:cubicBezTo>
                  <a:cubicBezTo>
                    <a:pt x="2776" y="632"/>
                    <a:pt x="2786" y="574"/>
                    <a:pt x="2786" y="526"/>
                  </a:cubicBezTo>
                  <a:lnTo>
                    <a:pt x="2786" y="507"/>
                  </a:lnTo>
                  <a:cubicBezTo>
                    <a:pt x="2786" y="230"/>
                    <a:pt x="2556" y="0"/>
                    <a:pt x="2278"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0" name="Google Shape;10400;p63"/>
            <p:cNvSpPr/>
            <p:nvPr/>
          </p:nvSpPr>
          <p:spPr>
            <a:xfrm>
              <a:off x="8169241" y="3170699"/>
              <a:ext cx="9349" cy="75156"/>
            </a:xfrm>
            <a:custGeom>
              <a:avLst/>
              <a:gdLst/>
              <a:ahLst/>
              <a:cxnLst/>
              <a:rect l="l" t="t" r="r" b="b"/>
              <a:pathLst>
                <a:path w="356" h="2862" extrusionOk="0">
                  <a:moveTo>
                    <a:pt x="1" y="0"/>
                  </a:moveTo>
                  <a:lnTo>
                    <a:pt x="1" y="2862"/>
                  </a:lnTo>
                  <a:lnTo>
                    <a:pt x="355" y="2862"/>
                  </a:lnTo>
                  <a:lnTo>
                    <a:pt x="355" y="0"/>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1" name="Google Shape;10401;p63"/>
            <p:cNvSpPr/>
            <p:nvPr/>
          </p:nvSpPr>
          <p:spPr>
            <a:xfrm>
              <a:off x="8158185" y="2907548"/>
              <a:ext cx="15861" cy="15861"/>
            </a:xfrm>
            <a:custGeom>
              <a:avLst/>
              <a:gdLst/>
              <a:ahLst/>
              <a:cxnLst/>
              <a:rect l="l" t="t" r="r" b="b"/>
              <a:pathLst>
                <a:path w="604" h="604" extrusionOk="0">
                  <a:moveTo>
                    <a:pt x="307" y="1"/>
                  </a:moveTo>
                  <a:cubicBezTo>
                    <a:pt x="135" y="1"/>
                    <a:pt x="1" y="135"/>
                    <a:pt x="1" y="307"/>
                  </a:cubicBezTo>
                  <a:cubicBezTo>
                    <a:pt x="1" y="470"/>
                    <a:pt x="135" y="604"/>
                    <a:pt x="307" y="604"/>
                  </a:cubicBezTo>
                  <a:cubicBezTo>
                    <a:pt x="470" y="604"/>
                    <a:pt x="604" y="470"/>
                    <a:pt x="604" y="307"/>
                  </a:cubicBezTo>
                  <a:cubicBezTo>
                    <a:pt x="604" y="135"/>
                    <a:pt x="470" y="1"/>
                    <a:pt x="307"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2" name="Google Shape;10402;p63"/>
            <p:cNvSpPr/>
            <p:nvPr/>
          </p:nvSpPr>
          <p:spPr>
            <a:xfrm>
              <a:off x="8179797" y="2907548"/>
              <a:ext cx="15861" cy="15861"/>
            </a:xfrm>
            <a:custGeom>
              <a:avLst/>
              <a:gdLst/>
              <a:ahLst/>
              <a:cxnLst/>
              <a:rect l="l" t="t" r="r" b="b"/>
              <a:pathLst>
                <a:path w="604" h="604" extrusionOk="0">
                  <a:moveTo>
                    <a:pt x="298" y="1"/>
                  </a:moveTo>
                  <a:cubicBezTo>
                    <a:pt x="135" y="1"/>
                    <a:pt x="1" y="135"/>
                    <a:pt x="1" y="307"/>
                  </a:cubicBezTo>
                  <a:cubicBezTo>
                    <a:pt x="1" y="470"/>
                    <a:pt x="135" y="604"/>
                    <a:pt x="298" y="604"/>
                  </a:cubicBezTo>
                  <a:cubicBezTo>
                    <a:pt x="470" y="604"/>
                    <a:pt x="604" y="470"/>
                    <a:pt x="604" y="307"/>
                  </a:cubicBezTo>
                  <a:cubicBezTo>
                    <a:pt x="604" y="135"/>
                    <a:pt x="470" y="1"/>
                    <a:pt x="298"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3" name="Google Shape;10403;p63"/>
            <p:cNvSpPr/>
            <p:nvPr/>
          </p:nvSpPr>
          <p:spPr>
            <a:xfrm>
              <a:off x="8297915" y="3093521"/>
              <a:ext cx="15861" cy="15861"/>
            </a:xfrm>
            <a:custGeom>
              <a:avLst/>
              <a:gdLst/>
              <a:ahLst/>
              <a:cxnLst/>
              <a:rect l="l" t="t" r="r" b="b"/>
              <a:pathLst>
                <a:path w="604" h="604" extrusionOk="0">
                  <a:moveTo>
                    <a:pt x="307" y="1"/>
                  </a:moveTo>
                  <a:cubicBezTo>
                    <a:pt x="135" y="1"/>
                    <a:pt x="1" y="135"/>
                    <a:pt x="1" y="307"/>
                  </a:cubicBezTo>
                  <a:cubicBezTo>
                    <a:pt x="1" y="470"/>
                    <a:pt x="135" y="604"/>
                    <a:pt x="307" y="604"/>
                  </a:cubicBezTo>
                  <a:cubicBezTo>
                    <a:pt x="470" y="604"/>
                    <a:pt x="604" y="470"/>
                    <a:pt x="604" y="307"/>
                  </a:cubicBezTo>
                  <a:cubicBezTo>
                    <a:pt x="604" y="135"/>
                    <a:pt x="470" y="1"/>
                    <a:pt x="307"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4" name="Google Shape;10404;p63"/>
            <p:cNvSpPr/>
            <p:nvPr/>
          </p:nvSpPr>
          <p:spPr>
            <a:xfrm>
              <a:off x="8297915" y="3115159"/>
              <a:ext cx="15861" cy="15835"/>
            </a:xfrm>
            <a:custGeom>
              <a:avLst/>
              <a:gdLst/>
              <a:ahLst/>
              <a:cxnLst/>
              <a:rect l="l" t="t" r="r" b="b"/>
              <a:pathLst>
                <a:path w="604" h="603" extrusionOk="0">
                  <a:moveTo>
                    <a:pt x="307" y="0"/>
                  </a:moveTo>
                  <a:cubicBezTo>
                    <a:pt x="135" y="0"/>
                    <a:pt x="1" y="134"/>
                    <a:pt x="1" y="297"/>
                  </a:cubicBezTo>
                  <a:cubicBezTo>
                    <a:pt x="1" y="469"/>
                    <a:pt x="135" y="603"/>
                    <a:pt x="307" y="603"/>
                  </a:cubicBezTo>
                  <a:cubicBezTo>
                    <a:pt x="470" y="603"/>
                    <a:pt x="604" y="469"/>
                    <a:pt x="604" y="297"/>
                  </a:cubicBezTo>
                  <a:cubicBezTo>
                    <a:pt x="604" y="134"/>
                    <a:pt x="470" y="0"/>
                    <a:pt x="307"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5" name="Google Shape;10405;p63"/>
            <p:cNvSpPr/>
            <p:nvPr/>
          </p:nvSpPr>
          <p:spPr>
            <a:xfrm>
              <a:off x="7972212" y="3025928"/>
              <a:ext cx="15861" cy="15598"/>
            </a:xfrm>
            <a:custGeom>
              <a:avLst/>
              <a:gdLst/>
              <a:ahLst/>
              <a:cxnLst/>
              <a:rect l="l" t="t" r="r" b="b"/>
              <a:pathLst>
                <a:path w="604" h="594" extrusionOk="0">
                  <a:moveTo>
                    <a:pt x="307" y="1"/>
                  </a:moveTo>
                  <a:cubicBezTo>
                    <a:pt x="135" y="1"/>
                    <a:pt x="1" y="135"/>
                    <a:pt x="1" y="297"/>
                  </a:cubicBezTo>
                  <a:cubicBezTo>
                    <a:pt x="1" y="460"/>
                    <a:pt x="135" y="594"/>
                    <a:pt x="307" y="594"/>
                  </a:cubicBezTo>
                  <a:cubicBezTo>
                    <a:pt x="470" y="594"/>
                    <a:pt x="604" y="460"/>
                    <a:pt x="604" y="297"/>
                  </a:cubicBezTo>
                  <a:cubicBezTo>
                    <a:pt x="604" y="135"/>
                    <a:pt x="470" y="1"/>
                    <a:pt x="307"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6" name="Google Shape;10406;p63"/>
            <p:cNvSpPr/>
            <p:nvPr/>
          </p:nvSpPr>
          <p:spPr>
            <a:xfrm>
              <a:off x="7972212" y="3047540"/>
              <a:ext cx="15861" cy="15598"/>
            </a:xfrm>
            <a:custGeom>
              <a:avLst/>
              <a:gdLst/>
              <a:ahLst/>
              <a:cxnLst/>
              <a:rect l="l" t="t" r="r" b="b"/>
              <a:pathLst>
                <a:path w="604" h="594" extrusionOk="0">
                  <a:moveTo>
                    <a:pt x="307" y="1"/>
                  </a:moveTo>
                  <a:cubicBezTo>
                    <a:pt x="135" y="1"/>
                    <a:pt x="1" y="125"/>
                    <a:pt x="1" y="297"/>
                  </a:cubicBezTo>
                  <a:cubicBezTo>
                    <a:pt x="1" y="460"/>
                    <a:pt x="135" y="594"/>
                    <a:pt x="307" y="594"/>
                  </a:cubicBezTo>
                  <a:cubicBezTo>
                    <a:pt x="470" y="594"/>
                    <a:pt x="604" y="460"/>
                    <a:pt x="604" y="297"/>
                  </a:cubicBezTo>
                  <a:cubicBezTo>
                    <a:pt x="604" y="125"/>
                    <a:pt x="470" y="1"/>
                    <a:pt x="307" y="1"/>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7" name="Google Shape;10407;p63"/>
            <p:cNvSpPr/>
            <p:nvPr/>
          </p:nvSpPr>
          <p:spPr>
            <a:xfrm>
              <a:off x="8090592" y="3233277"/>
              <a:ext cx="15598" cy="15835"/>
            </a:xfrm>
            <a:custGeom>
              <a:avLst/>
              <a:gdLst/>
              <a:ahLst/>
              <a:cxnLst/>
              <a:rect l="l" t="t" r="r" b="b"/>
              <a:pathLst>
                <a:path w="594" h="603" extrusionOk="0">
                  <a:moveTo>
                    <a:pt x="297" y="0"/>
                  </a:moveTo>
                  <a:cubicBezTo>
                    <a:pt x="134" y="0"/>
                    <a:pt x="0" y="134"/>
                    <a:pt x="0" y="306"/>
                  </a:cubicBezTo>
                  <a:cubicBezTo>
                    <a:pt x="0" y="469"/>
                    <a:pt x="134" y="603"/>
                    <a:pt x="297" y="603"/>
                  </a:cubicBezTo>
                  <a:cubicBezTo>
                    <a:pt x="460" y="603"/>
                    <a:pt x="594" y="469"/>
                    <a:pt x="594" y="306"/>
                  </a:cubicBezTo>
                  <a:cubicBezTo>
                    <a:pt x="594" y="134"/>
                    <a:pt x="460" y="0"/>
                    <a:pt x="297"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8" name="Google Shape;10408;p63"/>
            <p:cNvSpPr/>
            <p:nvPr/>
          </p:nvSpPr>
          <p:spPr>
            <a:xfrm>
              <a:off x="8111941" y="3233277"/>
              <a:ext cx="15861" cy="15835"/>
            </a:xfrm>
            <a:custGeom>
              <a:avLst/>
              <a:gdLst/>
              <a:ahLst/>
              <a:cxnLst/>
              <a:rect l="l" t="t" r="r" b="b"/>
              <a:pathLst>
                <a:path w="604" h="603" extrusionOk="0">
                  <a:moveTo>
                    <a:pt x="307" y="0"/>
                  </a:moveTo>
                  <a:cubicBezTo>
                    <a:pt x="135" y="0"/>
                    <a:pt x="1" y="134"/>
                    <a:pt x="1" y="306"/>
                  </a:cubicBezTo>
                  <a:cubicBezTo>
                    <a:pt x="1" y="469"/>
                    <a:pt x="135" y="603"/>
                    <a:pt x="307" y="603"/>
                  </a:cubicBezTo>
                  <a:cubicBezTo>
                    <a:pt x="470" y="603"/>
                    <a:pt x="604" y="469"/>
                    <a:pt x="604" y="306"/>
                  </a:cubicBezTo>
                  <a:cubicBezTo>
                    <a:pt x="604" y="134"/>
                    <a:pt x="470" y="0"/>
                    <a:pt x="307" y="0"/>
                  </a:cubicBezTo>
                  <a:close/>
                </a:path>
              </a:pathLst>
            </a:custGeom>
            <a:solidFill>
              <a:srgbClr val="6379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09" name="Google Shape;10409;p63"/>
            <p:cNvSpPr/>
            <p:nvPr/>
          </p:nvSpPr>
          <p:spPr>
            <a:xfrm>
              <a:off x="7963415" y="3074693"/>
              <a:ext cx="95534" cy="32694"/>
            </a:xfrm>
            <a:custGeom>
              <a:avLst/>
              <a:gdLst/>
              <a:ahLst/>
              <a:cxnLst/>
              <a:rect l="l" t="t" r="r" b="b"/>
              <a:pathLst>
                <a:path w="3638" h="1245" extrusionOk="0">
                  <a:moveTo>
                    <a:pt x="20" y="0"/>
                  </a:moveTo>
                  <a:lnTo>
                    <a:pt x="20" y="1005"/>
                  </a:lnTo>
                  <a:cubicBezTo>
                    <a:pt x="1" y="1130"/>
                    <a:pt x="97" y="1235"/>
                    <a:pt x="221" y="1244"/>
                  </a:cubicBezTo>
                  <a:lnTo>
                    <a:pt x="3418" y="1244"/>
                  </a:lnTo>
                  <a:cubicBezTo>
                    <a:pt x="3542" y="1235"/>
                    <a:pt x="3638" y="1130"/>
                    <a:pt x="3618" y="1005"/>
                  </a:cubicBezTo>
                  <a:cubicBezTo>
                    <a:pt x="3618" y="996"/>
                    <a:pt x="3618" y="986"/>
                    <a:pt x="3618" y="976"/>
                  </a:cubicBezTo>
                  <a:lnTo>
                    <a:pt x="361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0" name="Google Shape;10410;p63"/>
            <p:cNvSpPr/>
            <p:nvPr/>
          </p:nvSpPr>
          <p:spPr>
            <a:xfrm>
              <a:off x="7987548" y="3074693"/>
              <a:ext cx="71401" cy="32694"/>
            </a:xfrm>
            <a:custGeom>
              <a:avLst/>
              <a:gdLst/>
              <a:ahLst/>
              <a:cxnLst/>
              <a:rect l="l" t="t" r="r" b="b"/>
              <a:pathLst>
                <a:path w="2719" h="1245" extrusionOk="0">
                  <a:moveTo>
                    <a:pt x="1" y="0"/>
                  </a:moveTo>
                  <a:lnTo>
                    <a:pt x="1" y="1244"/>
                  </a:lnTo>
                  <a:lnTo>
                    <a:pt x="2499" y="1244"/>
                  </a:lnTo>
                  <a:cubicBezTo>
                    <a:pt x="2623" y="1235"/>
                    <a:pt x="2719" y="1130"/>
                    <a:pt x="2699" y="1005"/>
                  </a:cubicBezTo>
                  <a:cubicBezTo>
                    <a:pt x="2699" y="996"/>
                    <a:pt x="2699" y="986"/>
                    <a:pt x="2699" y="976"/>
                  </a:cubicBezTo>
                  <a:lnTo>
                    <a:pt x="2699" y="0"/>
                  </a:ln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1" name="Google Shape;10411;p63"/>
            <p:cNvSpPr/>
            <p:nvPr/>
          </p:nvSpPr>
          <p:spPr>
            <a:xfrm>
              <a:off x="8139856" y="3161587"/>
              <a:ext cx="32694" cy="94825"/>
            </a:xfrm>
            <a:custGeom>
              <a:avLst/>
              <a:gdLst/>
              <a:ahLst/>
              <a:cxnLst/>
              <a:rect l="l" t="t" r="r" b="b"/>
              <a:pathLst>
                <a:path w="1245" h="3611" extrusionOk="0">
                  <a:moveTo>
                    <a:pt x="1035" y="0"/>
                  </a:moveTo>
                  <a:cubicBezTo>
                    <a:pt x="1025" y="0"/>
                    <a:pt x="1015" y="1"/>
                    <a:pt x="1005" y="3"/>
                  </a:cubicBezTo>
                  <a:lnTo>
                    <a:pt x="0" y="3"/>
                  </a:lnTo>
                  <a:lnTo>
                    <a:pt x="0" y="3611"/>
                  </a:lnTo>
                  <a:lnTo>
                    <a:pt x="1005" y="3611"/>
                  </a:lnTo>
                  <a:lnTo>
                    <a:pt x="1005" y="3601"/>
                  </a:lnTo>
                  <a:cubicBezTo>
                    <a:pt x="1015" y="3603"/>
                    <a:pt x="1025" y="3603"/>
                    <a:pt x="1035" y="3603"/>
                  </a:cubicBezTo>
                  <a:cubicBezTo>
                    <a:pt x="1139" y="3603"/>
                    <a:pt x="1236" y="3514"/>
                    <a:pt x="1244" y="3400"/>
                  </a:cubicBezTo>
                  <a:lnTo>
                    <a:pt x="1244" y="203"/>
                  </a:lnTo>
                  <a:cubicBezTo>
                    <a:pt x="1236" y="90"/>
                    <a:pt x="1139" y="0"/>
                    <a:pt x="103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2" name="Google Shape;10412;p63"/>
            <p:cNvSpPr/>
            <p:nvPr/>
          </p:nvSpPr>
          <p:spPr>
            <a:xfrm>
              <a:off x="8139593" y="3185510"/>
              <a:ext cx="32956" cy="70718"/>
            </a:xfrm>
            <a:custGeom>
              <a:avLst/>
              <a:gdLst/>
              <a:ahLst/>
              <a:cxnLst/>
              <a:rect l="l" t="t" r="r" b="b"/>
              <a:pathLst>
                <a:path w="1255" h="2693" extrusionOk="0">
                  <a:moveTo>
                    <a:pt x="1" y="1"/>
                  </a:moveTo>
                  <a:lnTo>
                    <a:pt x="1" y="2690"/>
                  </a:lnTo>
                  <a:lnTo>
                    <a:pt x="1015" y="2690"/>
                  </a:lnTo>
                  <a:cubicBezTo>
                    <a:pt x="1025" y="2692"/>
                    <a:pt x="1035" y="2692"/>
                    <a:pt x="1045" y="2692"/>
                  </a:cubicBezTo>
                  <a:cubicBezTo>
                    <a:pt x="1149" y="2692"/>
                    <a:pt x="1246" y="2603"/>
                    <a:pt x="1254" y="2489"/>
                  </a:cubicBezTo>
                  <a:lnTo>
                    <a:pt x="1254" y="1"/>
                  </a:ln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3" name="Google Shape;10413;p63"/>
            <p:cNvSpPr/>
            <p:nvPr/>
          </p:nvSpPr>
          <p:spPr>
            <a:xfrm>
              <a:off x="8226803" y="3047303"/>
              <a:ext cx="95534" cy="32694"/>
            </a:xfrm>
            <a:custGeom>
              <a:avLst/>
              <a:gdLst/>
              <a:ahLst/>
              <a:cxnLst/>
              <a:rect l="l" t="t" r="r" b="b"/>
              <a:pathLst>
                <a:path w="3638" h="1245" extrusionOk="0">
                  <a:moveTo>
                    <a:pt x="221" y="0"/>
                  </a:moveTo>
                  <a:cubicBezTo>
                    <a:pt x="96" y="10"/>
                    <a:pt x="1" y="115"/>
                    <a:pt x="20" y="239"/>
                  </a:cubicBezTo>
                  <a:cubicBezTo>
                    <a:pt x="20" y="249"/>
                    <a:pt x="10" y="258"/>
                    <a:pt x="20" y="268"/>
                  </a:cubicBezTo>
                  <a:lnTo>
                    <a:pt x="20" y="1244"/>
                  </a:lnTo>
                  <a:lnTo>
                    <a:pt x="3618" y="1244"/>
                  </a:lnTo>
                  <a:lnTo>
                    <a:pt x="3618" y="239"/>
                  </a:lnTo>
                  <a:cubicBezTo>
                    <a:pt x="3637" y="115"/>
                    <a:pt x="3542" y="10"/>
                    <a:pt x="341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4" name="Google Shape;10414;p63"/>
            <p:cNvSpPr/>
            <p:nvPr/>
          </p:nvSpPr>
          <p:spPr>
            <a:xfrm>
              <a:off x="8226803" y="3047303"/>
              <a:ext cx="71401" cy="32930"/>
            </a:xfrm>
            <a:custGeom>
              <a:avLst/>
              <a:gdLst/>
              <a:ahLst/>
              <a:cxnLst/>
              <a:rect l="l" t="t" r="r" b="b"/>
              <a:pathLst>
                <a:path w="2719" h="1254" extrusionOk="0">
                  <a:moveTo>
                    <a:pt x="221" y="0"/>
                  </a:moveTo>
                  <a:cubicBezTo>
                    <a:pt x="96" y="10"/>
                    <a:pt x="1" y="115"/>
                    <a:pt x="20" y="239"/>
                  </a:cubicBezTo>
                  <a:cubicBezTo>
                    <a:pt x="20" y="249"/>
                    <a:pt x="10" y="258"/>
                    <a:pt x="20" y="278"/>
                  </a:cubicBezTo>
                  <a:lnTo>
                    <a:pt x="20" y="1254"/>
                  </a:lnTo>
                  <a:lnTo>
                    <a:pt x="2719" y="1254"/>
                  </a:lnTo>
                  <a:lnTo>
                    <a:pt x="2719" y="0"/>
                  </a:ln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5" name="Google Shape;10415;p63"/>
            <p:cNvSpPr/>
            <p:nvPr/>
          </p:nvSpPr>
          <p:spPr>
            <a:xfrm>
              <a:off x="8114226" y="2898252"/>
              <a:ext cx="32694" cy="94851"/>
            </a:xfrm>
            <a:custGeom>
              <a:avLst/>
              <a:gdLst/>
              <a:ahLst/>
              <a:cxnLst/>
              <a:rect l="l" t="t" r="r" b="b"/>
              <a:pathLst>
                <a:path w="1245" h="3612" extrusionOk="0">
                  <a:moveTo>
                    <a:pt x="239" y="1"/>
                  </a:moveTo>
                  <a:lnTo>
                    <a:pt x="239" y="10"/>
                  </a:lnTo>
                  <a:cubicBezTo>
                    <a:pt x="229" y="9"/>
                    <a:pt x="220" y="8"/>
                    <a:pt x="210" y="8"/>
                  </a:cubicBezTo>
                  <a:cubicBezTo>
                    <a:pt x="106" y="8"/>
                    <a:pt x="9" y="98"/>
                    <a:pt x="0" y="211"/>
                  </a:cubicBezTo>
                  <a:lnTo>
                    <a:pt x="0" y="3408"/>
                  </a:lnTo>
                  <a:cubicBezTo>
                    <a:pt x="9" y="3522"/>
                    <a:pt x="106" y="3611"/>
                    <a:pt x="210" y="3611"/>
                  </a:cubicBezTo>
                  <a:cubicBezTo>
                    <a:pt x="220" y="3611"/>
                    <a:pt x="229" y="3611"/>
                    <a:pt x="239" y="3609"/>
                  </a:cubicBezTo>
                  <a:lnTo>
                    <a:pt x="1244" y="3609"/>
                  </a:lnTo>
                  <a:lnTo>
                    <a:pt x="124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6" name="Google Shape;10416;p63"/>
            <p:cNvSpPr/>
            <p:nvPr/>
          </p:nvSpPr>
          <p:spPr>
            <a:xfrm>
              <a:off x="8114226" y="2898252"/>
              <a:ext cx="32930" cy="70902"/>
            </a:xfrm>
            <a:custGeom>
              <a:avLst/>
              <a:gdLst/>
              <a:ahLst/>
              <a:cxnLst/>
              <a:rect l="l" t="t" r="r" b="b"/>
              <a:pathLst>
                <a:path w="1254" h="2700" extrusionOk="0">
                  <a:moveTo>
                    <a:pt x="249" y="1"/>
                  </a:moveTo>
                  <a:lnTo>
                    <a:pt x="239" y="10"/>
                  </a:lnTo>
                  <a:cubicBezTo>
                    <a:pt x="229" y="9"/>
                    <a:pt x="220" y="8"/>
                    <a:pt x="210" y="8"/>
                  </a:cubicBezTo>
                  <a:cubicBezTo>
                    <a:pt x="106" y="8"/>
                    <a:pt x="9" y="98"/>
                    <a:pt x="0" y="211"/>
                  </a:cubicBezTo>
                  <a:lnTo>
                    <a:pt x="0" y="2700"/>
                  </a:lnTo>
                  <a:lnTo>
                    <a:pt x="1254" y="2700"/>
                  </a:lnTo>
                  <a:lnTo>
                    <a:pt x="1254" y="1"/>
                  </a:lnTo>
                  <a:close/>
                </a:path>
              </a:pathLst>
            </a:custGeom>
            <a:solidFill>
              <a:srgbClr val="EF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17" name="Google Shape;10417;p63"/>
          <p:cNvGrpSpPr/>
          <p:nvPr/>
        </p:nvGrpSpPr>
        <p:grpSpPr>
          <a:xfrm>
            <a:off x="8049793" y="3662089"/>
            <a:ext cx="276964" cy="336601"/>
            <a:chOff x="8054406" y="3814489"/>
            <a:chExt cx="276964" cy="336601"/>
          </a:xfrm>
        </p:grpSpPr>
        <p:sp>
          <p:nvSpPr>
            <p:cNvPr id="10418" name="Google Shape;10418;p63"/>
            <p:cNvSpPr/>
            <p:nvPr/>
          </p:nvSpPr>
          <p:spPr>
            <a:xfrm>
              <a:off x="8054406" y="3843218"/>
              <a:ext cx="276964" cy="307872"/>
            </a:xfrm>
            <a:custGeom>
              <a:avLst/>
              <a:gdLst/>
              <a:ahLst/>
              <a:cxnLst/>
              <a:rect l="l" t="t" r="r" b="b"/>
              <a:pathLst>
                <a:path w="10547" h="11724" extrusionOk="0">
                  <a:moveTo>
                    <a:pt x="2441" y="0"/>
                  </a:moveTo>
                  <a:cubicBezTo>
                    <a:pt x="2422" y="0"/>
                    <a:pt x="2393" y="0"/>
                    <a:pt x="2374" y="10"/>
                  </a:cubicBezTo>
                  <a:lnTo>
                    <a:pt x="115" y="928"/>
                  </a:lnTo>
                  <a:cubicBezTo>
                    <a:pt x="48" y="957"/>
                    <a:pt x="0" y="1024"/>
                    <a:pt x="0" y="1101"/>
                  </a:cubicBezTo>
                  <a:lnTo>
                    <a:pt x="0" y="11532"/>
                  </a:lnTo>
                  <a:cubicBezTo>
                    <a:pt x="0" y="11637"/>
                    <a:pt x="77" y="11724"/>
                    <a:pt x="182" y="11724"/>
                  </a:cubicBezTo>
                  <a:lnTo>
                    <a:pt x="10355" y="11724"/>
                  </a:lnTo>
                  <a:cubicBezTo>
                    <a:pt x="10461" y="11724"/>
                    <a:pt x="10537" y="11637"/>
                    <a:pt x="10537" y="11532"/>
                  </a:cubicBezTo>
                  <a:lnTo>
                    <a:pt x="10537" y="1110"/>
                  </a:lnTo>
                  <a:cubicBezTo>
                    <a:pt x="10547" y="1034"/>
                    <a:pt x="10499" y="967"/>
                    <a:pt x="10432" y="928"/>
                  </a:cubicBezTo>
                  <a:lnTo>
                    <a:pt x="8173" y="10"/>
                  </a:lnTo>
                  <a:cubicBezTo>
                    <a:pt x="8154" y="0"/>
                    <a:pt x="8135" y="0"/>
                    <a:pt x="8106" y="0"/>
                  </a:cubicBezTo>
                  <a:lnTo>
                    <a:pt x="8087" y="0"/>
                  </a:lnTo>
                  <a:cubicBezTo>
                    <a:pt x="8020" y="0"/>
                    <a:pt x="7953" y="29"/>
                    <a:pt x="7925" y="86"/>
                  </a:cubicBezTo>
                  <a:lnTo>
                    <a:pt x="6757" y="1962"/>
                  </a:lnTo>
                  <a:lnTo>
                    <a:pt x="6623" y="1818"/>
                  </a:lnTo>
                  <a:cubicBezTo>
                    <a:pt x="6587" y="1782"/>
                    <a:pt x="6539" y="1766"/>
                    <a:pt x="6490" y="1766"/>
                  </a:cubicBezTo>
                  <a:cubicBezTo>
                    <a:pt x="6436" y="1766"/>
                    <a:pt x="6381" y="1787"/>
                    <a:pt x="6345" y="1828"/>
                  </a:cubicBezTo>
                  <a:lnTo>
                    <a:pt x="5743" y="2527"/>
                  </a:lnTo>
                  <a:cubicBezTo>
                    <a:pt x="5704" y="2574"/>
                    <a:pt x="5695" y="2632"/>
                    <a:pt x="5704" y="2689"/>
                  </a:cubicBezTo>
                  <a:lnTo>
                    <a:pt x="6881" y="8757"/>
                  </a:lnTo>
                  <a:lnTo>
                    <a:pt x="5274" y="10317"/>
                  </a:lnTo>
                  <a:lnTo>
                    <a:pt x="3666" y="8757"/>
                  </a:lnTo>
                  <a:lnTo>
                    <a:pt x="4853" y="2689"/>
                  </a:lnTo>
                  <a:cubicBezTo>
                    <a:pt x="4862" y="2632"/>
                    <a:pt x="4843" y="2574"/>
                    <a:pt x="4805" y="2527"/>
                  </a:cubicBezTo>
                  <a:lnTo>
                    <a:pt x="4211" y="1828"/>
                  </a:lnTo>
                  <a:cubicBezTo>
                    <a:pt x="4171" y="1787"/>
                    <a:pt x="4116" y="1766"/>
                    <a:pt x="4063" y="1766"/>
                  </a:cubicBezTo>
                  <a:cubicBezTo>
                    <a:pt x="4016" y="1766"/>
                    <a:pt x="3970" y="1782"/>
                    <a:pt x="3934" y="1818"/>
                  </a:cubicBezTo>
                  <a:lnTo>
                    <a:pt x="3800" y="1962"/>
                  </a:lnTo>
                  <a:lnTo>
                    <a:pt x="2623" y="86"/>
                  </a:lnTo>
                  <a:cubicBezTo>
                    <a:pt x="2594" y="29"/>
                    <a:pt x="2536" y="0"/>
                    <a:pt x="2469" y="0"/>
                  </a:cubicBezTo>
                  <a:close/>
                </a:path>
              </a:pathLst>
            </a:custGeom>
            <a:solidFill>
              <a:srgbClr val="99A8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9" name="Google Shape;10419;p63"/>
            <p:cNvSpPr/>
            <p:nvPr/>
          </p:nvSpPr>
          <p:spPr>
            <a:xfrm>
              <a:off x="8313251" y="3861311"/>
              <a:ext cx="18119" cy="289543"/>
            </a:xfrm>
            <a:custGeom>
              <a:avLst/>
              <a:gdLst/>
              <a:ahLst/>
              <a:cxnLst/>
              <a:rect l="l" t="t" r="r" b="b"/>
              <a:pathLst>
                <a:path w="690" h="11026" extrusionOk="0">
                  <a:moveTo>
                    <a:pt x="1" y="0"/>
                  </a:moveTo>
                  <a:lnTo>
                    <a:pt x="1" y="11025"/>
                  </a:lnTo>
                  <a:lnTo>
                    <a:pt x="498" y="11025"/>
                  </a:lnTo>
                  <a:cubicBezTo>
                    <a:pt x="604" y="11025"/>
                    <a:pt x="690" y="10939"/>
                    <a:pt x="690" y="10843"/>
                  </a:cubicBezTo>
                  <a:lnTo>
                    <a:pt x="690" y="421"/>
                  </a:lnTo>
                  <a:cubicBezTo>
                    <a:pt x="690" y="345"/>
                    <a:pt x="642" y="268"/>
                    <a:pt x="575" y="239"/>
                  </a:cubicBezTo>
                  <a:lnTo>
                    <a:pt x="1" y="0"/>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0" name="Google Shape;10420;p63"/>
            <p:cNvSpPr/>
            <p:nvPr/>
          </p:nvSpPr>
          <p:spPr>
            <a:xfrm>
              <a:off x="8138333" y="3904036"/>
              <a:ext cx="109110" cy="225757"/>
            </a:xfrm>
            <a:custGeom>
              <a:avLst/>
              <a:gdLst/>
              <a:ahLst/>
              <a:cxnLst/>
              <a:rect l="l" t="t" r="r" b="b"/>
              <a:pathLst>
                <a:path w="4155" h="8597" extrusionOk="0">
                  <a:moveTo>
                    <a:pt x="1446" y="0"/>
                  </a:moveTo>
                  <a:cubicBezTo>
                    <a:pt x="1350" y="0"/>
                    <a:pt x="1274" y="67"/>
                    <a:pt x="1255" y="163"/>
                  </a:cubicBezTo>
                  <a:lnTo>
                    <a:pt x="20" y="6546"/>
                  </a:lnTo>
                  <a:cubicBezTo>
                    <a:pt x="1" y="6613"/>
                    <a:pt x="20" y="6680"/>
                    <a:pt x="68" y="6728"/>
                  </a:cubicBezTo>
                  <a:lnTo>
                    <a:pt x="1944" y="8546"/>
                  </a:lnTo>
                  <a:cubicBezTo>
                    <a:pt x="1982" y="8580"/>
                    <a:pt x="2032" y="8597"/>
                    <a:pt x="2081" y="8597"/>
                  </a:cubicBezTo>
                  <a:cubicBezTo>
                    <a:pt x="2130" y="8597"/>
                    <a:pt x="2178" y="8580"/>
                    <a:pt x="2212" y="8546"/>
                  </a:cubicBezTo>
                  <a:lnTo>
                    <a:pt x="4087" y="6728"/>
                  </a:lnTo>
                  <a:cubicBezTo>
                    <a:pt x="4135" y="6680"/>
                    <a:pt x="4154" y="6613"/>
                    <a:pt x="4145" y="6546"/>
                  </a:cubicBezTo>
                  <a:lnTo>
                    <a:pt x="2910" y="163"/>
                  </a:lnTo>
                  <a:cubicBezTo>
                    <a:pt x="2891" y="67"/>
                    <a:pt x="2805" y="0"/>
                    <a:pt x="271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1" name="Google Shape;10421;p63"/>
            <p:cNvSpPr/>
            <p:nvPr/>
          </p:nvSpPr>
          <p:spPr>
            <a:xfrm>
              <a:off x="8180322" y="3904036"/>
              <a:ext cx="67121" cy="225705"/>
            </a:xfrm>
            <a:custGeom>
              <a:avLst/>
              <a:gdLst/>
              <a:ahLst/>
              <a:cxnLst/>
              <a:rect l="l" t="t" r="r" b="b"/>
              <a:pathLst>
                <a:path w="2556" h="8595" extrusionOk="0">
                  <a:moveTo>
                    <a:pt x="526" y="0"/>
                  </a:moveTo>
                  <a:lnTo>
                    <a:pt x="1742" y="6259"/>
                  </a:lnTo>
                  <a:lnTo>
                    <a:pt x="0" y="8211"/>
                  </a:lnTo>
                  <a:lnTo>
                    <a:pt x="345" y="8537"/>
                  </a:lnTo>
                  <a:cubicBezTo>
                    <a:pt x="383" y="8575"/>
                    <a:pt x="433" y="8594"/>
                    <a:pt x="482" y="8594"/>
                  </a:cubicBezTo>
                  <a:cubicBezTo>
                    <a:pt x="531" y="8594"/>
                    <a:pt x="579" y="8575"/>
                    <a:pt x="613" y="8537"/>
                  </a:cubicBezTo>
                  <a:lnTo>
                    <a:pt x="2488" y="6718"/>
                  </a:lnTo>
                  <a:cubicBezTo>
                    <a:pt x="2536" y="6680"/>
                    <a:pt x="2555" y="6613"/>
                    <a:pt x="2546" y="6546"/>
                  </a:cubicBezTo>
                  <a:lnTo>
                    <a:pt x="1311" y="163"/>
                  </a:lnTo>
                  <a:cubicBezTo>
                    <a:pt x="1292" y="67"/>
                    <a:pt x="1206" y="0"/>
                    <a:pt x="112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2" name="Google Shape;10422;p63"/>
            <p:cNvSpPr/>
            <p:nvPr/>
          </p:nvSpPr>
          <p:spPr>
            <a:xfrm>
              <a:off x="8155927" y="3857267"/>
              <a:ext cx="74158" cy="55566"/>
            </a:xfrm>
            <a:custGeom>
              <a:avLst/>
              <a:gdLst/>
              <a:ahLst/>
              <a:cxnLst/>
              <a:rect l="l" t="t" r="r" b="b"/>
              <a:pathLst>
                <a:path w="2824" h="2116" extrusionOk="0">
                  <a:moveTo>
                    <a:pt x="1412" y="1"/>
                  </a:moveTo>
                  <a:cubicBezTo>
                    <a:pt x="1365" y="1"/>
                    <a:pt x="1317" y="20"/>
                    <a:pt x="1283" y="58"/>
                  </a:cubicBezTo>
                  <a:lnTo>
                    <a:pt x="68" y="1293"/>
                  </a:lnTo>
                  <a:cubicBezTo>
                    <a:pt x="1" y="1360"/>
                    <a:pt x="1" y="1465"/>
                    <a:pt x="58" y="1542"/>
                  </a:cubicBezTo>
                  <a:lnTo>
                    <a:pt x="556" y="2116"/>
                  </a:lnTo>
                  <a:lnTo>
                    <a:pt x="2269" y="2116"/>
                  </a:lnTo>
                  <a:lnTo>
                    <a:pt x="2767" y="1542"/>
                  </a:lnTo>
                  <a:cubicBezTo>
                    <a:pt x="2824" y="1465"/>
                    <a:pt x="2824" y="1360"/>
                    <a:pt x="2757" y="1293"/>
                  </a:cubicBezTo>
                  <a:lnTo>
                    <a:pt x="1542" y="58"/>
                  </a:lnTo>
                  <a:cubicBezTo>
                    <a:pt x="1508" y="20"/>
                    <a:pt x="1460" y="1"/>
                    <a:pt x="1412"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3" name="Google Shape;10423;p63"/>
            <p:cNvSpPr/>
            <p:nvPr/>
          </p:nvSpPr>
          <p:spPr>
            <a:xfrm>
              <a:off x="8195895" y="3882660"/>
              <a:ext cx="34191" cy="30173"/>
            </a:xfrm>
            <a:custGeom>
              <a:avLst/>
              <a:gdLst/>
              <a:ahLst/>
              <a:cxnLst/>
              <a:rect l="l" t="t" r="r" b="b"/>
              <a:pathLst>
                <a:path w="1302" h="1149" extrusionOk="0">
                  <a:moveTo>
                    <a:pt x="919" y="1"/>
                  </a:moveTo>
                  <a:lnTo>
                    <a:pt x="0" y="1149"/>
                  </a:lnTo>
                  <a:lnTo>
                    <a:pt x="747" y="1149"/>
                  </a:lnTo>
                  <a:lnTo>
                    <a:pt x="1245" y="575"/>
                  </a:lnTo>
                  <a:cubicBezTo>
                    <a:pt x="1302" y="498"/>
                    <a:pt x="1302" y="393"/>
                    <a:pt x="1235" y="326"/>
                  </a:cubicBezTo>
                  <a:lnTo>
                    <a:pt x="919"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4" name="Google Shape;10424;p63"/>
            <p:cNvSpPr/>
            <p:nvPr/>
          </p:nvSpPr>
          <p:spPr>
            <a:xfrm>
              <a:off x="8122761" y="3814568"/>
              <a:ext cx="138758" cy="52546"/>
            </a:xfrm>
            <a:custGeom>
              <a:avLst/>
              <a:gdLst/>
              <a:ahLst/>
              <a:cxnLst/>
              <a:rect l="l" t="t" r="r" b="b"/>
              <a:pathLst>
                <a:path w="5284" h="2001" extrusionOk="0">
                  <a:moveTo>
                    <a:pt x="268" y="0"/>
                  </a:moveTo>
                  <a:cubicBezTo>
                    <a:pt x="77" y="0"/>
                    <a:pt x="0" y="239"/>
                    <a:pt x="163" y="345"/>
                  </a:cubicBezTo>
                  <a:lnTo>
                    <a:pt x="2565" y="1972"/>
                  </a:lnTo>
                  <a:cubicBezTo>
                    <a:pt x="2599" y="1991"/>
                    <a:pt x="2637" y="2000"/>
                    <a:pt x="2674" y="2000"/>
                  </a:cubicBezTo>
                  <a:cubicBezTo>
                    <a:pt x="2711" y="2000"/>
                    <a:pt x="2747" y="1991"/>
                    <a:pt x="2776" y="1972"/>
                  </a:cubicBezTo>
                  <a:lnTo>
                    <a:pt x="5188" y="345"/>
                  </a:lnTo>
                  <a:cubicBezTo>
                    <a:pt x="5255" y="297"/>
                    <a:pt x="5283" y="211"/>
                    <a:pt x="5264" y="134"/>
                  </a:cubicBezTo>
                  <a:cubicBezTo>
                    <a:pt x="5235" y="57"/>
                    <a:pt x="5168" y="0"/>
                    <a:pt x="508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5" name="Google Shape;10425;p63"/>
            <p:cNvSpPr/>
            <p:nvPr/>
          </p:nvSpPr>
          <p:spPr>
            <a:xfrm>
              <a:off x="8113464" y="3814489"/>
              <a:ext cx="84452" cy="93092"/>
            </a:xfrm>
            <a:custGeom>
              <a:avLst/>
              <a:gdLst/>
              <a:ahLst/>
              <a:cxnLst/>
              <a:rect l="l" t="t" r="r" b="b"/>
              <a:pathLst>
                <a:path w="3216" h="3545" extrusionOk="0">
                  <a:moveTo>
                    <a:pt x="623" y="1"/>
                  </a:moveTo>
                  <a:cubicBezTo>
                    <a:pt x="546" y="1"/>
                    <a:pt x="473" y="46"/>
                    <a:pt x="441" y="118"/>
                  </a:cubicBezTo>
                  <a:lnTo>
                    <a:pt x="29" y="1171"/>
                  </a:lnTo>
                  <a:cubicBezTo>
                    <a:pt x="0" y="1228"/>
                    <a:pt x="10" y="1285"/>
                    <a:pt x="39" y="1343"/>
                  </a:cubicBezTo>
                  <a:lnTo>
                    <a:pt x="1359" y="3458"/>
                  </a:lnTo>
                  <a:cubicBezTo>
                    <a:pt x="1388" y="3506"/>
                    <a:pt x="1436" y="3534"/>
                    <a:pt x="1493" y="3544"/>
                  </a:cubicBezTo>
                  <a:lnTo>
                    <a:pt x="1512" y="3544"/>
                  </a:lnTo>
                  <a:cubicBezTo>
                    <a:pt x="1570" y="3544"/>
                    <a:pt x="1618" y="3525"/>
                    <a:pt x="1646" y="3487"/>
                  </a:cubicBezTo>
                  <a:lnTo>
                    <a:pt x="3159" y="1946"/>
                  </a:lnTo>
                  <a:cubicBezTo>
                    <a:pt x="3197" y="1908"/>
                    <a:pt x="3216" y="1850"/>
                    <a:pt x="3216" y="1793"/>
                  </a:cubicBezTo>
                  <a:cubicBezTo>
                    <a:pt x="3206" y="1735"/>
                    <a:pt x="3178" y="1687"/>
                    <a:pt x="3130" y="1659"/>
                  </a:cubicBezTo>
                  <a:lnTo>
                    <a:pt x="728" y="32"/>
                  </a:lnTo>
                  <a:cubicBezTo>
                    <a:pt x="694" y="11"/>
                    <a:pt x="658" y="1"/>
                    <a:pt x="623" y="1"/>
                  </a:cubicBezTo>
                  <a:close/>
                </a:path>
              </a:pathLst>
            </a:custGeom>
            <a:solidFill>
              <a:srgbClr val="AE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6" name="Google Shape;10426;p63"/>
            <p:cNvSpPr/>
            <p:nvPr/>
          </p:nvSpPr>
          <p:spPr>
            <a:xfrm>
              <a:off x="8187360" y="3814489"/>
              <a:ext cx="84951" cy="93092"/>
            </a:xfrm>
            <a:custGeom>
              <a:avLst/>
              <a:gdLst/>
              <a:ahLst/>
              <a:cxnLst/>
              <a:rect l="l" t="t" r="r" b="b"/>
              <a:pathLst>
                <a:path w="3235" h="3545" extrusionOk="0">
                  <a:moveTo>
                    <a:pt x="2622" y="1"/>
                  </a:moveTo>
                  <a:cubicBezTo>
                    <a:pt x="2587" y="1"/>
                    <a:pt x="2550" y="11"/>
                    <a:pt x="2517" y="32"/>
                  </a:cubicBezTo>
                  <a:lnTo>
                    <a:pt x="105" y="1659"/>
                  </a:lnTo>
                  <a:cubicBezTo>
                    <a:pt x="10" y="1726"/>
                    <a:pt x="0" y="1860"/>
                    <a:pt x="77" y="1946"/>
                  </a:cubicBezTo>
                  <a:lnTo>
                    <a:pt x="1589" y="3487"/>
                  </a:lnTo>
                  <a:cubicBezTo>
                    <a:pt x="1617" y="3525"/>
                    <a:pt x="1665" y="3544"/>
                    <a:pt x="1723" y="3544"/>
                  </a:cubicBezTo>
                  <a:lnTo>
                    <a:pt x="1742" y="3544"/>
                  </a:lnTo>
                  <a:cubicBezTo>
                    <a:pt x="1799" y="3534"/>
                    <a:pt x="1847" y="3506"/>
                    <a:pt x="1876" y="3458"/>
                  </a:cubicBezTo>
                  <a:lnTo>
                    <a:pt x="3197" y="1343"/>
                  </a:lnTo>
                  <a:cubicBezTo>
                    <a:pt x="3225" y="1285"/>
                    <a:pt x="3235" y="1228"/>
                    <a:pt x="3216" y="1171"/>
                  </a:cubicBezTo>
                  <a:lnTo>
                    <a:pt x="2795" y="118"/>
                  </a:lnTo>
                  <a:cubicBezTo>
                    <a:pt x="2768" y="46"/>
                    <a:pt x="2698" y="1"/>
                    <a:pt x="2622" y="1"/>
                  </a:cubicBezTo>
                  <a:close/>
                </a:path>
              </a:pathLst>
            </a:custGeom>
            <a:solidFill>
              <a:srgbClr val="AE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27" name="Google Shape;10427;p63"/>
          <p:cNvGrpSpPr/>
          <p:nvPr/>
        </p:nvGrpSpPr>
        <p:grpSpPr>
          <a:xfrm>
            <a:off x="7932175" y="4142674"/>
            <a:ext cx="378249" cy="335524"/>
            <a:chOff x="7936787" y="4295074"/>
            <a:chExt cx="378249" cy="335524"/>
          </a:xfrm>
        </p:grpSpPr>
        <p:sp>
          <p:nvSpPr>
            <p:cNvPr id="10428" name="Google Shape;10428;p63"/>
            <p:cNvSpPr/>
            <p:nvPr/>
          </p:nvSpPr>
          <p:spPr>
            <a:xfrm>
              <a:off x="8095371" y="4295074"/>
              <a:ext cx="219665" cy="182980"/>
            </a:xfrm>
            <a:custGeom>
              <a:avLst/>
              <a:gdLst/>
              <a:ahLst/>
              <a:cxnLst/>
              <a:rect l="l" t="t" r="r" b="b"/>
              <a:pathLst>
                <a:path w="8365" h="6968" extrusionOk="0">
                  <a:moveTo>
                    <a:pt x="469" y="0"/>
                  </a:moveTo>
                  <a:cubicBezTo>
                    <a:pt x="211" y="0"/>
                    <a:pt x="0" y="201"/>
                    <a:pt x="0" y="460"/>
                  </a:cubicBezTo>
                  <a:lnTo>
                    <a:pt x="0" y="6508"/>
                  </a:lnTo>
                  <a:cubicBezTo>
                    <a:pt x="0" y="6757"/>
                    <a:pt x="211" y="6968"/>
                    <a:pt x="469" y="6968"/>
                  </a:cubicBezTo>
                  <a:lnTo>
                    <a:pt x="7905" y="6968"/>
                  </a:lnTo>
                  <a:cubicBezTo>
                    <a:pt x="8154" y="6968"/>
                    <a:pt x="8365" y="6757"/>
                    <a:pt x="8365" y="6508"/>
                  </a:cubicBezTo>
                  <a:lnTo>
                    <a:pt x="8365" y="460"/>
                  </a:lnTo>
                  <a:cubicBezTo>
                    <a:pt x="8365" y="201"/>
                    <a:pt x="8154" y="0"/>
                    <a:pt x="7905"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9" name="Google Shape;10429;p63"/>
            <p:cNvSpPr/>
            <p:nvPr/>
          </p:nvSpPr>
          <p:spPr>
            <a:xfrm>
              <a:off x="7937286" y="4441342"/>
              <a:ext cx="109609" cy="109846"/>
            </a:xfrm>
            <a:custGeom>
              <a:avLst/>
              <a:gdLst/>
              <a:ahLst/>
              <a:cxnLst/>
              <a:rect l="l" t="t" r="r" b="b"/>
              <a:pathLst>
                <a:path w="4174" h="4183" extrusionOk="0">
                  <a:moveTo>
                    <a:pt x="2087" y="0"/>
                  </a:moveTo>
                  <a:cubicBezTo>
                    <a:pt x="1178" y="0"/>
                    <a:pt x="498" y="737"/>
                    <a:pt x="431" y="1627"/>
                  </a:cubicBezTo>
                  <a:cubicBezTo>
                    <a:pt x="383" y="2278"/>
                    <a:pt x="249" y="2919"/>
                    <a:pt x="48" y="3532"/>
                  </a:cubicBezTo>
                  <a:cubicBezTo>
                    <a:pt x="1" y="3647"/>
                    <a:pt x="48" y="3781"/>
                    <a:pt x="163" y="3828"/>
                  </a:cubicBezTo>
                  <a:cubicBezTo>
                    <a:pt x="546" y="4001"/>
                    <a:pt x="958" y="4125"/>
                    <a:pt x="1379" y="4182"/>
                  </a:cubicBezTo>
                  <a:lnTo>
                    <a:pt x="2795" y="4182"/>
                  </a:lnTo>
                  <a:cubicBezTo>
                    <a:pt x="3216" y="4125"/>
                    <a:pt x="3618" y="4001"/>
                    <a:pt x="4011" y="3828"/>
                  </a:cubicBezTo>
                  <a:cubicBezTo>
                    <a:pt x="4116" y="3781"/>
                    <a:pt x="4173" y="3647"/>
                    <a:pt x="4125" y="3532"/>
                  </a:cubicBezTo>
                  <a:cubicBezTo>
                    <a:pt x="3924" y="2919"/>
                    <a:pt x="3790" y="2278"/>
                    <a:pt x="3743" y="1627"/>
                  </a:cubicBezTo>
                  <a:cubicBezTo>
                    <a:pt x="3676" y="737"/>
                    <a:pt x="2996" y="0"/>
                    <a:pt x="208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0" name="Google Shape;10430;p63"/>
            <p:cNvSpPr/>
            <p:nvPr/>
          </p:nvSpPr>
          <p:spPr>
            <a:xfrm>
              <a:off x="7966934" y="4441342"/>
              <a:ext cx="79962" cy="110108"/>
            </a:xfrm>
            <a:custGeom>
              <a:avLst/>
              <a:gdLst/>
              <a:ahLst/>
              <a:cxnLst/>
              <a:rect l="l" t="t" r="r" b="b"/>
              <a:pathLst>
                <a:path w="3045" h="4193" extrusionOk="0">
                  <a:moveTo>
                    <a:pt x="948" y="0"/>
                  </a:moveTo>
                  <a:cubicBezTo>
                    <a:pt x="250" y="0"/>
                    <a:pt x="1" y="957"/>
                    <a:pt x="604" y="1321"/>
                  </a:cubicBezTo>
                  <a:cubicBezTo>
                    <a:pt x="623" y="1331"/>
                    <a:pt x="642" y="1340"/>
                    <a:pt x="661" y="1350"/>
                  </a:cubicBezTo>
                  <a:lnTo>
                    <a:pt x="1188" y="4192"/>
                  </a:lnTo>
                  <a:lnTo>
                    <a:pt x="1666" y="4192"/>
                  </a:lnTo>
                  <a:cubicBezTo>
                    <a:pt x="2087" y="4125"/>
                    <a:pt x="2499" y="4001"/>
                    <a:pt x="2882" y="3828"/>
                  </a:cubicBezTo>
                  <a:cubicBezTo>
                    <a:pt x="2987" y="3781"/>
                    <a:pt x="3044" y="3647"/>
                    <a:pt x="2996" y="3532"/>
                  </a:cubicBezTo>
                  <a:cubicBezTo>
                    <a:pt x="2795" y="2919"/>
                    <a:pt x="2661" y="2278"/>
                    <a:pt x="2604" y="1627"/>
                  </a:cubicBezTo>
                  <a:cubicBezTo>
                    <a:pt x="2547" y="737"/>
                    <a:pt x="1867" y="0"/>
                    <a:pt x="958"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1" name="Google Shape;10431;p63"/>
            <p:cNvSpPr/>
            <p:nvPr/>
          </p:nvSpPr>
          <p:spPr>
            <a:xfrm>
              <a:off x="7936787" y="4446541"/>
              <a:ext cx="207612" cy="184056"/>
            </a:xfrm>
            <a:custGeom>
              <a:avLst/>
              <a:gdLst/>
              <a:ahLst/>
              <a:cxnLst/>
              <a:rect l="l" t="t" r="r" b="b"/>
              <a:pathLst>
                <a:path w="7906" h="7009" extrusionOk="0">
                  <a:moveTo>
                    <a:pt x="7725" y="1"/>
                  </a:moveTo>
                  <a:cubicBezTo>
                    <a:pt x="7681" y="1"/>
                    <a:pt x="7638" y="18"/>
                    <a:pt x="7609" y="51"/>
                  </a:cubicBezTo>
                  <a:lnTo>
                    <a:pt x="3618" y="3860"/>
                  </a:lnTo>
                  <a:cubicBezTo>
                    <a:pt x="3532" y="3946"/>
                    <a:pt x="3417" y="3984"/>
                    <a:pt x="3293" y="3984"/>
                  </a:cubicBezTo>
                  <a:lnTo>
                    <a:pt x="3254" y="3984"/>
                  </a:lnTo>
                  <a:cubicBezTo>
                    <a:pt x="2996" y="3984"/>
                    <a:pt x="2785" y="3783"/>
                    <a:pt x="2785" y="3525"/>
                  </a:cubicBezTo>
                  <a:lnTo>
                    <a:pt x="2785" y="3056"/>
                  </a:lnTo>
                  <a:lnTo>
                    <a:pt x="1388" y="3056"/>
                  </a:lnTo>
                  <a:lnTo>
                    <a:pt x="1388" y="3525"/>
                  </a:lnTo>
                  <a:cubicBezTo>
                    <a:pt x="1388" y="3697"/>
                    <a:pt x="1292" y="3860"/>
                    <a:pt x="1139" y="3937"/>
                  </a:cubicBezTo>
                  <a:lnTo>
                    <a:pt x="383" y="4319"/>
                  </a:lnTo>
                  <a:cubicBezTo>
                    <a:pt x="144" y="4434"/>
                    <a:pt x="0" y="4674"/>
                    <a:pt x="0" y="4941"/>
                  </a:cubicBezTo>
                  <a:lnTo>
                    <a:pt x="0" y="6779"/>
                  </a:lnTo>
                  <a:cubicBezTo>
                    <a:pt x="0" y="6903"/>
                    <a:pt x="106" y="7009"/>
                    <a:pt x="230" y="7009"/>
                  </a:cubicBezTo>
                  <a:lnTo>
                    <a:pt x="3015" y="7009"/>
                  </a:lnTo>
                  <a:cubicBezTo>
                    <a:pt x="3149" y="7009"/>
                    <a:pt x="3254" y="6903"/>
                    <a:pt x="3254" y="6779"/>
                  </a:cubicBezTo>
                  <a:lnTo>
                    <a:pt x="3254" y="6004"/>
                  </a:lnTo>
                  <a:cubicBezTo>
                    <a:pt x="3254" y="5755"/>
                    <a:pt x="3350" y="5516"/>
                    <a:pt x="3522" y="5343"/>
                  </a:cubicBezTo>
                  <a:lnTo>
                    <a:pt x="7484" y="1391"/>
                  </a:lnTo>
                  <a:cubicBezTo>
                    <a:pt x="7590" y="1267"/>
                    <a:pt x="7638" y="1104"/>
                    <a:pt x="7599" y="941"/>
                  </a:cubicBezTo>
                  <a:lnTo>
                    <a:pt x="7513" y="616"/>
                  </a:lnTo>
                  <a:lnTo>
                    <a:pt x="7839" y="290"/>
                  </a:lnTo>
                  <a:cubicBezTo>
                    <a:pt x="7906" y="223"/>
                    <a:pt x="7906" y="118"/>
                    <a:pt x="7848" y="51"/>
                  </a:cubicBezTo>
                  <a:cubicBezTo>
                    <a:pt x="7815" y="18"/>
                    <a:pt x="7769" y="1"/>
                    <a:pt x="7725"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2" name="Google Shape;10432;p63"/>
            <p:cNvSpPr/>
            <p:nvPr/>
          </p:nvSpPr>
          <p:spPr>
            <a:xfrm>
              <a:off x="7936787" y="4473747"/>
              <a:ext cx="189019" cy="156851"/>
            </a:xfrm>
            <a:custGeom>
              <a:avLst/>
              <a:gdLst/>
              <a:ahLst/>
              <a:cxnLst/>
              <a:rect l="l" t="t" r="r" b="b"/>
              <a:pathLst>
                <a:path w="7198" h="5973" extrusionOk="0">
                  <a:moveTo>
                    <a:pt x="6575" y="1"/>
                  </a:moveTo>
                  <a:lnTo>
                    <a:pt x="3618" y="2824"/>
                  </a:lnTo>
                  <a:cubicBezTo>
                    <a:pt x="3532" y="2910"/>
                    <a:pt x="3417" y="2948"/>
                    <a:pt x="3302" y="2948"/>
                  </a:cubicBezTo>
                  <a:lnTo>
                    <a:pt x="3254" y="2948"/>
                  </a:lnTo>
                  <a:cubicBezTo>
                    <a:pt x="3216" y="2948"/>
                    <a:pt x="3187" y="2948"/>
                    <a:pt x="3159" y="2939"/>
                  </a:cubicBezTo>
                  <a:cubicBezTo>
                    <a:pt x="2956" y="3411"/>
                    <a:pt x="2520" y="3648"/>
                    <a:pt x="2085" y="3648"/>
                  </a:cubicBezTo>
                  <a:cubicBezTo>
                    <a:pt x="1657" y="3648"/>
                    <a:pt x="1229" y="3419"/>
                    <a:pt x="1024" y="2958"/>
                  </a:cubicBezTo>
                  <a:lnTo>
                    <a:pt x="383" y="3283"/>
                  </a:lnTo>
                  <a:cubicBezTo>
                    <a:pt x="144" y="3398"/>
                    <a:pt x="0" y="3638"/>
                    <a:pt x="0" y="3905"/>
                  </a:cubicBezTo>
                  <a:lnTo>
                    <a:pt x="0" y="5743"/>
                  </a:lnTo>
                  <a:cubicBezTo>
                    <a:pt x="0" y="5867"/>
                    <a:pt x="106" y="5973"/>
                    <a:pt x="230" y="5973"/>
                  </a:cubicBezTo>
                  <a:lnTo>
                    <a:pt x="3015" y="5973"/>
                  </a:lnTo>
                  <a:cubicBezTo>
                    <a:pt x="3149" y="5973"/>
                    <a:pt x="3254" y="5867"/>
                    <a:pt x="3254" y="5743"/>
                  </a:cubicBezTo>
                  <a:lnTo>
                    <a:pt x="3254" y="4968"/>
                  </a:lnTo>
                  <a:cubicBezTo>
                    <a:pt x="3254" y="4719"/>
                    <a:pt x="3350" y="4480"/>
                    <a:pt x="3522" y="4307"/>
                  </a:cubicBezTo>
                  <a:lnTo>
                    <a:pt x="7197" y="632"/>
                  </a:lnTo>
                  <a:lnTo>
                    <a:pt x="6575" y="1"/>
                  </a:lnTo>
                  <a:close/>
                </a:path>
              </a:pathLst>
            </a:custGeom>
            <a:solidFill>
              <a:srgbClr val="BCC4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3" name="Google Shape;10433;p63"/>
            <p:cNvSpPr/>
            <p:nvPr/>
          </p:nvSpPr>
          <p:spPr>
            <a:xfrm>
              <a:off x="7971976" y="4526792"/>
              <a:ext cx="39232" cy="21875"/>
            </a:xfrm>
            <a:custGeom>
              <a:avLst/>
              <a:gdLst/>
              <a:ahLst/>
              <a:cxnLst/>
              <a:rect l="l" t="t" r="r" b="b"/>
              <a:pathLst>
                <a:path w="1494" h="833" extrusionOk="0">
                  <a:moveTo>
                    <a:pt x="48" y="0"/>
                  </a:moveTo>
                  <a:lnTo>
                    <a:pt x="48" y="469"/>
                  </a:lnTo>
                  <a:cubicBezTo>
                    <a:pt x="48" y="536"/>
                    <a:pt x="39" y="613"/>
                    <a:pt x="0" y="670"/>
                  </a:cubicBezTo>
                  <a:cubicBezTo>
                    <a:pt x="240" y="775"/>
                    <a:pt x="488" y="833"/>
                    <a:pt x="747" y="833"/>
                  </a:cubicBezTo>
                  <a:cubicBezTo>
                    <a:pt x="1005" y="833"/>
                    <a:pt x="1264" y="775"/>
                    <a:pt x="1493" y="670"/>
                  </a:cubicBezTo>
                  <a:cubicBezTo>
                    <a:pt x="1465" y="613"/>
                    <a:pt x="1445" y="536"/>
                    <a:pt x="1445" y="469"/>
                  </a:cubicBezTo>
                  <a:lnTo>
                    <a:pt x="1445" y="0"/>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4" name="Google Shape;10434;p63"/>
            <p:cNvSpPr/>
            <p:nvPr/>
          </p:nvSpPr>
          <p:spPr>
            <a:xfrm>
              <a:off x="7954880" y="4476661"/>
              <a:ext cx="73160" cy="59952"/>
            </a:xfrm>
            <a:custGeom>
              <a:avLst/>
              <a:gdLst/>
              <a:ahLst/>
              <a:cxnLst/>
              <a:rect l="l" t="t" r="r" b="b"/>
              <a:pathLst>
                <a:path w="2786" h="2283" extrusionOk="0">
                  <a:moveTo>
                    <a:pt x="1074" y="1"/>
                  </a:moveTo>
                  <a:cubicBezTo>
                    <a:pt x="983" y="1"/>
                    <a:pt x="895" y="49"/>
                    <a:pt x="862" y="139"/>
                  </a:cubicBezTo>
                  <a:cubicBezTo>
                    <a:pt x="785" y="292"/>
                    <a:pt x="670" y="435"/>
                    <a:pt x="536" y="550"/>
                  </a:cubicBezTo>
                  <a:cubicBezTo>
                    <a:pt x="412" y="665"/>
                    <a:pt x="278" y="761"/>
                    <a:pt x="125" y="828"/>
                  </a:cubicBezTo>
                  <a:cubicBezTo>
                    <a:pt x="48" y="876"/>
                    <a:pt x="1" y="971"/>
                    <a:pt x="10" y="1067"/>
                  </a:cubicBezTo>
                  <a:cubicBezTo>
                    <a:pt x="96" y="1766"/>
                    <a:pt x="690" y="2282"/>
                    <a:pt x="1388" y="2282"/>
                  </a:cubicBezTo>
                  <a:cubicBezTo>
                    <a:pt x="2116" y="2282"/>
                    <a:pt x="2718" y="1727"/>
                    <a:pt x="2776" y="1000"/>
                  </a:cubicBezTo>
                  <a:cubicBezTo>
                    <a:pt x="2785" y="933"/>
                    <a:pt x="2747" y="866"/>
                    <a:pt x="2699" y="818"/>
                  </a:cubicBezTo>
                  <a:cubicBezTo>
                    <a:pt x="2240" y="435"/>
                    <a:pt x="1704" y="158"/>
                    <a:pt x="1120" y="5"/>
                  </a:cubicBezTo>
                  <a:cubicBezTo>
                    <a:pt x="1105" y="2"/>
                    <a:pt x="1090" y="1"/>
                    <a:pt x="1074"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5" name="Google Shape;10435;p63"/>
            <p:cNvSpPr/>
            <p:nvPr/>
          </p:nvSpPr>
          <p:spPr>
            <a:xfrm>
              <a:off x="7954880" y="4476583"/>
              <a:ext cx="73423" cy="59531"/>
            </a:xfrm>
            <a:custGeom>
              <a:avLst/>
              <a:gdLst/>
              <a:ahLst/>
              <a:cxnLst/>
              <a:rect l="l" t="t" r="r" b="b"/>
              <a:pathLst>
                <a:path w="2796" h="2267" extrusionOk="0">
                  <a:moveTo>
                    <a:pt x="1065" y="0"/>
                  </a:moveTo>
                  <a:cubicBezTo>
                    <a:pt x="980" y="0"/>
                    <a:pt x="901" y="53"/>
                    <a:pt x="862" y="132"/>
                  </a:cubicBezTo>
                  <a:cubicBezTo>
                    <a:pt x="804" y="247"/>
                    <a:pt x="737" y="352"/>
                    <a:pt x="651" y="448"/>
                  </a:cubicBezTo>
                  <a:cubicBezTo>
                    <a:pt x="613" y="486"/>
                    <a:pt x="584" y="515"/>
                    <a:pt x="546" y="553"/>
                  </a:cubicBezTo>
                  <a:cubicBezTo>
                    <a:pt x="422" y="658"/>
                    <a:pt x="278" y="754"/>
                    <a:pt x="135" y="831"/>
                  </a:cubicBezTo>
                  <a:cubicBezTo>
                    <a:pt x="48" y="879"/>
                    <a:pt x="1" y="974"/>
                    <a:pt x="10" y="1070"/>
                  </a:cubicBezTo>
                  <a:cubicBezTo>
                    <a:pt x="96" y="1682"/>
                    <a:pt x="575" y="2171"/>
                    <a:pt x="1187" y="2266"/>
                  </a:cubicBezTo>
                  <a:cubicBezTo>
                    <a:pt x="871" y="2075"/>
                    <a:pt x="680" y="1730"/>
                    <a:pt x="699" y="1357"/>
                  </a:cubicBezTo>
                  <a:lnTo>
                    <a:pt x="699" y="1022"/>
                  </a:lnTo>
                  <a:cubicBezTo>
                    <a:pt x="757" y="984"/>
                    <a:pt x="804" y="946"/>
                    <a:pt x="862" y="907"/>
                  </a:cubicBezTo>
                  <a:cubicBezTo>
                    <a:pt x="986" y="792"/>
                    <a:pt x="1101" y="658"/>
                    <a:pt x="1187" y="515"/>
                  </a:cubicBezTo>
                  <a:cubicBezTo>
                    <a:pt x="1637" y="649"/>
                    <a:pt x="2049" y="879"/>
                    <a:pt x="2403" y="1175"/>
                  </a:cubicBezTo>
                  <a:cubicBezTo>
                    <a:pt x="2441" y="1214"/>
                    <a:pt x="2556" y="1309"/>
                    <a:pt x="2680" y="1434"/>
                  </a:cubicBezTo>
                  <a:cubicBezTo>
                    <a:pt x="2738" y="1300"/>
                    <a:pt x="2776" y="1156"/>
                    <a:pt x="2785" y="1013"/>
                  </a:cubicBezTo>
                  <a:cubicBezTo>
                    <a:pt x="2795" y="936"/>
                    <a:pt x="2757" y="859"/>
                    <a:pt x="2699" y="821"/>
                  </a:cubicBezTo>
                  <a:cubicBezTo>
                    <a:pt x="2240" y="429"/>
                    <a:pt x="1704" y="161"/>
                    <a:pt x="1120" y="8"/>
                  </a:cubicBezTo>
                  <a:cubicBezTo>
                    <a:pt x="1102" y="3"/>
                    <a:pt x="1083" y="0"/>
                    <a:pt x="1065"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6" name="Google Shape;10436;p63"/>
            <p:cNvSpPr/>
            <p:nvPr/>
          </p:nvSpPr>
          <p:spPr>
            <a:xfrm>
              <a:off x="7936787" y="4566234"/>
              <a:ext cx="24396" cy="64363"/>
            </a:xfrm>
            <a:custGeom>
              <a:avLst/>
              <a:gdLst/>
              <a:ahLst/>
              <a:cxnLst/>
              <a:rect l="l" t="t" r="r" b="b"/>
              <a:pathLst>
                <a:path w="929" h="2451" extrusionOk="0">
                  <a:moveTo>
                    <a:pt x="106" y="1"/>
                  </a:moveTo>
                  <a:cubicBezTo>
                    <a:pt x="39" y="116"/>
                    <a:pt x="0" y="249"/>
                    <a:pt x="0" y="383"/>
                  </a:cubicBezTo>
                  <a:lnTo>
                    <a:pt x="0" y="2221"/>
                  </a:lnTo>
                  <a:cubicBezTo>
                    <a:pt x="0" y="2345"/>
                    <a:pt x="106" y="2451"/>
                    <a:pt x="230" y="2451"/>
                  </a:cubicBezTo>
                  <a:lnTo>
                    <a:pt x="929" y="2451"/>
                  </a:lnTo>
                  <a:lnTo>
                    <a:pt x="929" y="1207"/>
                  </a:lnTo>
                  <a:cubicBezTo>
                    <a:pt x="929" y="967"/>
                    <a:pt x="833" y="728"/>
                    <a:pt x="661" y="556"/>
                  </a:cubicBezTo>
                  <a:lnTo>
                    <a:pt x="106" y="1"/>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7" name="Google Shape;10437;p63"/>
            <p:cNvSpPr/>
            <p:nvPr/>
          </p:nvSpPr>
          <p:spPr>
            <a:xfrm>
              <a:off x="8150150" y="4337799"/>
              <a:ext cx="109846" cy="109846"/>
            </a:xfrm>
            <a:custGeom>
              <a:avLst/>
              <a:gdLst/>
              <a:ahLst/>
              <a:cxnLst/>
              <a:rect l="l" t="t" r="r" b="b"/>
              <a:pathLst>
                <a:path w="4183" h="4183" extrusionOk="0">
                  <a:moveTo>
                    <a:pt x="2097" y="0"/>
                  </a:moveTo>
                  <a:cubicBezTo>
                    <a:pt x="939" y="0"/>
                    <a:pt x="1" y="929"/>
                    <a:pt x="1" y="2087"/>
                  </a:cubicBezTo>
                  <a:cubicBezTo>
                    <a:pt x="1" y="3245"/>
                    <a:pt x="939" y="4183"/>
                    <a:pt x="2097" y="4183"/>
                  </a:cubicBezTo>
                  <a:cubicBezTo>
                    <a:pt x="3255" y="4183"/>
                    <a:pt x="4183" y="3245"/>
                    <a:pt x="4183" y="2087"/>
                  </a:cubicBezTo>
                  <a:cubicBezTo>
                    <a:pt x="4183" y="929"/>
                    <a:pt x="3255" y="0"/>
                    <a:pt x="2097"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8" name="Google Shape;10438;p63"/>
            <p:cNvSpPr/>
            <p:nvPr/>
          </p:nvSpPr>
          <p:spPr>
            <a:xfrm>
              <a:off x="8168505" y="4355892"/>
              <a:ext cx="73397" cy="73397"/>
            </a:xfrm>
            <a:custGeom>
              <a:avLst/>
              <a:gdLst/>
              <a:ahLst/>
              <a:cxnLst/>
              <a:rect l="l" t="t" r="r" b="b"/>
              <a:pathLst>
                <a:path w="2795" h="2795" extrusionOk="0">
                  <a:moveTo>
                    <a:pt x="1398" y="0"/>
                  </a:moveTo>
                  <a:cubicBezTo>
                    <a:pt x="632" y="0"/>
                    <a:pt x="0" y="632"/>
                    <a:pt x="0" y="1398"/>
                  </a:cubicBezTo>
                  <a:cubicBezTo>
                    <a:pt x="0" y="2173"/>
                    <a:pt x="632" y="2795"/>
                    <a:pt x="1398" y="2795"/>
                  </a:cubicBezTo>
                  <a:cubicBezTo>
                    <a:pt x="2163" y="2795"/>
                    <a:pt x="2795" y="2173"/>
                    <a:pt x="2795" y="1398"/>
                  </a:cubicBezTo>
                  <a:cubicBezTo>
                    <a:pt x="2795" y="632"/>
                    <a:pt x="2163" y="0"/>
                    <a:pt x="139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9" name="Google Shape;10439;p63"/>
            <p:cNvSpPr/>
            <p:nvPr/>
          </p:nvSpPr>
          <p:spPr>
            <a:xfrm>
              <a:off x="8022237" y="4473747"/>
              <a:ext cx="103569" cy="130460"/>
            </a:xfrm>
            <a:custGeom>
              <a:avLst/>
              <a:gdLst/>
              <a:ahLst/>
              <a:cxnLst/>
              <a:rect l="l" t="t" r="r" b="b"/>
              <a:pathLst>
                <a:path w="3944" h="4968" extrusionOk="0">
                  <a:moveTo>
                    <a:pt x="3321" y="1"/>
                  </a:moveTo>
                  <a:lnTo>
                    <a:pt x="680" y="2527"/>
                  </a:lnTo>
                  <a:cubicBezTo>
                    <a:pt x="469" y="2719"/>
                    <a:pt x="307" y="2958"/>
                    <a:pt x="192" y="3226"/>
                  </a:cubicBezTo>
                  <a:cubicBezTo>
                    <a:pt x="67" y="3504"/>
                    <a:pt x="0" y="3810"/>
                    <a:pt x="0" y="4116"/>
                  </a:cubicBezTo>
                  <a:lnTo>
                    <a:pt x="0" y="4968"/>
                  </a:lnTo>
                  <a:cubicBezTo>
                    <a:pt x="0" y="4719"/>
                    <a:pt x="96" y="4480"/>
                    <a:pt x="268" y="4307"/>
                  </a:cubicBezTo>
                  <a:lnTo>
                    <a:pt x="3943" y="632"/>
                  </a:lnTo>
                  <a:lnTo>
                    <a:pt x="3321" y="1"/>
                  </a:lnTo>
                  <a:close/>
                </a:path>
              </a:pathLst>
            </a:custGeom>
            <a:solidFill>
              <a:srgbClr val="D2DB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0" name="Google Shape;10440;p63"/>
            <p:cNvSpPr/>
            <p:nvPr/>
          </p:nvSpPr>
          <p:spPr>
            <a:xfrm>
              <a:off x="8186835" y="4374221"/>
              <a:ext cx="36738" cy="36738"/>
            </a:xfrm>
            <a:custGeom>
              <a:avLst/>
              <a:gdLst/>
              <a:ahLst/>
              <a:cxnLst/>
              <a:rect l="l" t="t" r="r" b="b"/>
              <a:pathLst>
                <a:path w="1399" h="1399" extrusionOk="0">
                  <a:moveTo>
                    <a:pt x="700" y="1"/>
                  </a:moveTo>
                  <a:cubicBezTo>
                    <a:pt x="317" y="1"/>
                    <a:pt x="1" y="317"/>
                    <a:pt x="1" y="700"/>
                  </a:cubicBezTo>
                  <a:cubicBezTo>
                    <a:pt x="1" y="1082"/>
                    <a:pt x="317" y="1398"/>
                    <a:pt x="700" y="1398"/>
                  </a:cubicBezTo>
                  <a:cubicBezTo>
                    <a:pt x="1082" y="1398"/>
                    <a:pt x="1398" y="1082"/>
                    <a:pt x="1398" y="700"/>
                  </a:cubicBezTo>
                  <a:cubicBezTo>
                    <a:pt x="1398" y="317"/>
                    <a:pt x="1082" y="1"/>
                    <a:pt x="700"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1" name="Google Shape;10441;p63"/>
            <p:cNvSpPr/>
            <p:nvPr/>
          </p:nvSpPr>
          <p:spPr>
            <a:xfrm>
              <a:off x="8196893" y="4319285"/>
              <a:ext cx="84111" cy="79594"/>
            </a:xfrm>
            <a:custGeom>
              <a:avLst/>
              <a:gdLst/>
              <a:ahLst/>
              <a:cxnLst/>
              <a:rect l="l" t="t" r="r" b="b"/>
              <a:pathLst>
                <a:path w="3203" h="3031" extrusionOk="0">
                  <a:moveTo>
                    <a:pt x="2873" y="0"/>
                  </a:moveTo>
                  <a:cubicBezTo>
                    <a:pt x="2818" y="0"/>
                    <a:pt x="2761" y="22"/>
                    <a:pt x="2709" y="74"/>
                  </a:cubicBezTo>
                  <a:lnTo>
                    <a:pt x="154" y="2629"/>
                  </a:lnTo>
                  <a:cubicBezTo>
                    <a:pt x="1" y="2772"/>
                    <a:pt x="106" y="3031"/>
                    <a:pt x="317" y="3031"/>
                  </a:cubicBezTo>
                  <a:cubicBezTo>
                    <a:pt x="374" y="3031"/>
                    <a:pt x="441" y="3002"/>
                    <a:pt x="479" y="2954"/>
                  </a:cubicBezTo>
                  <a:lnTo>
                    <a:pt x="3035" y="399"/>
                  </a:lnTo>
                  <a:cubicBezTo>
                    <a:pt x="3203" y="231"/>
                    <a:pt x="3052" y="0"/>
                    <a:pt x="2873" y="0"/>
                  </a:cubicBezTo>
                  <a:close/>
                </a:path>
              </a:pathLst>
            </a:custGeom>
            <a:solidFill>
              <a:srgbClr val="909F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2" name="Google Shape;10442;p63"/>
            <p:cNvSpPr/>
            <p:nvPr/>
          </p:nvSpPr>
          <p:spPr>
            <a:xfrm>
              <a:off x="8243635" y="4322095"/>
              <a:ext cx="38734" cy="32063"/>
            </a:xfrm>
            <a:custGeom>
              <a:avLst/>
              <a:gdLst/>
              <a:ahLst/>
              <a:cxnLst/>
              <a:rect l="l" t="t" r="r" b="b"/>
              <a:pathLst>
                <a:path w="1475" h="1221" extrusionOk="0">
                  <a:moveTo>
                    <a:pt x="477" y="1"/>
                  </a:moveTo>
                  <a:cubicBezTo>
                    <a:pt x="286" y="1"/>
                    <a:pt x="97" y="107"/>
                    <a:pt x="1" y="292"/>
                  </a:cubicBezTo>
                  <a:lnTo>
                    <a:pt x="1" y="991"/>
                  </a:lnTo>
                  <a:cubicBezTo>
                    <a:pt x="1" y="1115"/>
                    <a:pt x="106" y="1220"/>
                    <a:pt x="240" y="1220"/>
                  </a:cubicBezTo>
                  <a:lnTo>
                    <a:pt x="939" y="1220"/>
                  </a:lnTo>
                  <a:cubicBezTo>
                    <a:pt x="1063" y="1220"/>
                    <a:pt x="1168" y="1115"/>
                    <a:pt x="1168" y="991"/>
                  </a:cubicBezTo>
                  <a:cubicBezTo>
                    <a:pt x="1475" y="991"/>
                    <a:pt x="1475" y="522"/>
                    <a:pt x="1168" y="522"/>
                  </a:cubicBezTo>
                  <a:lnTo>
                    <a:pt x="699" y="522"/>
                  </a:lnTo>
                  <a:lnTo>
                    <a:pt x="699" y="53"/>
                  </a:lnTo>
                  <a:cubicBezTo>
                    <a:pt x="629" y="17"/>
                    <a:pt x="553" y="1"/>
                    <a:pt x="47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3" name="Google Shape;10443;p63"/>
            <p:cNvSpPr/>
            <p:nvPr/>
          </p:nvSpPr>
          <p:spPr>
            <a:xfrm>
              <a:off x="8217822" y="4319312"/>
              <a:ext cx="61291" cy="58245"/>
            </a:xfrm>
            <a:custGeom>
              <a:avLst/>
              <a:gdLst/>
              <a:ahLst/>
              <a:cxnLst/>
              <a:rect l="l" t="t" r="r" b="b"/>
              <a:pathLst>
                <a:path w="2334" h="2218" extrusionOk="0">
                  <a:moveTo>
                    <a:pt x="2075" y="1"/>
                  </a:moveTo>
                  <a:cubicBezTo>
                    <a:pt x="2015" y="1"/>
                    <a:pt x="1955" y="25"/>
                    <a:pt x="1912" y="73"/>
                  </a:cubicBezTo>
                  <a:lnTo>
                    <a:pt x="170" y="1814"/>
                  </a:lnTo>
                  <a:cubicBezTo>
                    <a:pt x="0" y="1985"/>
                    <a:pt x="156" y="2217"/>
                    <a:pt x="337" y="2217"/>
                  </a:cubicBezTo>
                  <a:cubicBezTo>
                    <a:pt x="390" y="2217"/>
                    <a:pt x="446" y="2197"/>
                    <a:pt x="496" y="2149"/>
                  </a:cubicBezTo>
                  <a:lnTo>
                    <a:pt x="2238" y="398"/>
                  </a:lnTo>
                  <a:cubicBezTo>
                    <a:pt x="2333" y="312"/>
                    <a:pt x="2333" y="159"/>
                    <a:pt x="2238" y="73"/>
                  </a:cubicBezTo>
                  <a:cubicBezTo>
                    <a:pt x="2194" y="25"/>
                    <a:pt x="2135" y="1"/>
                    <a:pt x="2075" y="1"/>
                  </a:cubicBezTo>
                  <a:close/>
                </a:path>
              </a:pathLst>
            </a:custGeom>
            <a:solidFill>
              <a:srgbClr val="4B63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44" name="Google Shape;10444;p63"/>
          <p:cNvGrpSpPr/>
          <p:nvPr/>
        </p:nvGrpSpPr>
        <p:grpSpPr>
          <a:xfrm>
            <a:off x="4881445" y="1813490"/>
            <a:ext cx="388569" cy="388307"/>
            <a:chOff x="4886058" y="1965890"/>
            <a:chExt cx="388569" cy="388307"/>
          </a:xfrm>
        </p:grpSpPr>
        <p:sp>
          <p:nvSpPr>
            <p:cNvPr id="10445" name="Google Shape;10445;p63"/>
            <p:cNvSpPr/>
            <p:nvPr/>
          </p:nvSpPr>
          <p:spPr>
            <a:xfrm>
              <a:off x="4886058" y="1965890"/>
              <a:ext cx="388569" cy="388307"/>
            </a:xfrm>
            <a:custGeom>
              <a:avLst/>
              <a:gdLst/>
              <a:ahLst/>
              <a:cxnLst/>
              <a:rect l="l" t="t" r="r" b="b"/>
              <a:pathLst>
                <a:path w="14797" h="14787" extrusionOk="0">
                  <a:moveTo>
                    <a:pt x="7398" y="0"/>
                  </a:moveTo>
                  <a:cubicBezTo>
                    <a:pt x="3312" y="0"/>
                    <a:pt x="1" y="3312"/>
                    <a:pt x="1" y="7398"/>
                  </a:cubicBezTo>
                  <a:cubicBezTo>
                    <a:pt x="1" y="11475"/>
                    <a:pt x="3312" y="14786"/>
                    <a:pt x="7398" y="14786"/>
                  </a:cubicBezTo>
                  <a:cubicBezTo>
                    <a:pt x="11485" y="14786"/>
                    <a:pt x="14796" y="11475"/>
                    <a:pt x="14796" y="7398"/>
                  </a:cubicBezTo>
                  <a:cubicBezTo>
                    <a:pt x="14796" y="3312"/>
                    <a:pt x="11485" y="0"/>
                    <a:pt x="7398" y="0"/>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6" name="Google Shape;10446;p63"/>
            <p:cNvSpPr/>
            <p:nvPr/>
          </p:nvSpPr>
          <p:spPr>
            <a:xfrm>
              <a:off x="4896352" y="1992150"/>
              <a:ext cx="368218" cy="335787"/>
            </a:xfrm>
            <a:custGeom>
              <a:avLst/>
              <a:gdLst/>
              <a:ahLst/>
              <a:cxnLst/>
              <a:rect l="l" t="t" r="r" b="b"/>
              <a:pathLst>
                <a:path w="14022" h="12787" extrusionOk="0">
                  <a:moveTo>
                    <a:pt x="7008" y="0"/>
                  </a:moveTo>
                  <a:cubicBezTo>
                    <a:pt x="5356" y="0"/>
                    <a:pt x="3705" y="618"/>
                    <a:pt x="2470" y="1852"/>
                  </a:cubicBezTo>
                  <a:cubicBezTo>
                    <a:pt x="1" y="4331"/>
                    <a:pt x="1" y="8465"/>
                    <a:pt x="2470" y="10934"/>
                  </a:cubicBezTo>
                  <a:cubicBezTo>
                    <a:pt x="3705" y="12169"/>
                    <a:pt x="5356" y="12786"/>
                    <a:pt x="7008" y="12786"/>
                  </a:cubicBezTo>
                  <a:cubicBezTo>
                    <a:pt x="8660" y="12786"/>
                    <a:pt x="10313" y="12169"/>
                    <a:pt x="11552" y="10934"/>
                  </a:cubicBezTo>
                  <a:cubicBezTo>
                    <a:pt x="14021" y="8465"/>
                    <a:pt x="14021" y="4331"/>
                    <a:pt x="11552" y="1852"/>
                  </a:cubicBezTo>
                  <a:cubicBezTo>
                    <a:pt x="10313" y="618"/>
                    <a:pt x="8660" y="0"/>
                    <a:pt x="7008"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7" name="Google Shape;10447;p63"/>
            <p:cNvSpPr/>
            <p:nvPr/>
          </p:nvSpPr>
          <p:spPr>
            <a:xfrm>
              <a:off x="5056958" y="1992072"/>
              <a:ext cx="207612" cy="336102"/>
            </a:xfrm>
            <a:custGeom>
              <a:avLst/>
              <a:gdLst/>
              <a:ahLst/>
              <a:cxnLst/>
              <a:rect l="l" t="t" r="r" b="b"/>
              <a:pathLst>
                <a:path w="7906" h="12799" extrusionOk="0">
                  <a:moveTo>
                    <a:pt x="911" y="0"/>
                  </a:moveTo>
                  <a:cubicBezTo>
                    <a:pt x="609" y="0"/>
                    <a:pt x="304" y="22"/>
                    <a:pt x="0" y="66"/>
                  </a:cubicBezTo>
                  <a:cubicBezTo>
                    <a:pt x="1379" y="247"/>
                    <a:pt x="2661" y="879"/>
                    <a:pt x="3647" y="1855"/>
                  </a:cubicBezTo>
                  <a:cubicBezTo>
                    <a:pt x="6116" y="4334"/>
                    <a:pt x="6116" y="8468"/>
                    <a:pt x="3647" y="10937"/>
                  </a:cubicBezTo>
                  <a:cubicBezTo>
                    <a:pt x="2661" y="11923"/>
                    <a:pt x="1379" y="12545"/>
                    <a:pt x="0" y="12737"/>
                  </a:cubicBezTo>
                  <a:cubicBezTo>
                    <a:pt x="299" y="12778"/>
                    <a:pt x="599" y="12799"/>
                    <a:pt x="896" y="12799"/>
                  </a:cubicBezTo>
                  <a:cubicBezTo>
                    <a:pt x="2582" y="12799"/>
                    <a:pt x="4216" y="12141"/>
                    <a:pt x="5436" y="10937"/>
                  </a:cubicBezTo>
                  <a:cubicBezTo>
                    <a:pt x="7905" y="8468"/>
                    <a:pt x="7905" y="4334"/>
                    <a:pt x="5436" y="1855"/>
                  </a:cubicBezTo>
                  <a:cubicBezTo>
                    <a:pt x="4220" y="663"/>
                    <a:pt x="2591" y="0"/>
                    <a:pt x="91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8" name="Google Shape;10448;p63"/>
            <p:cNvSpPr/>
            <p:nvPr/>
          </p:nvSpPr>
          <p:spPr>
            <a:xfrm>
              <a:off x="5074158" y="1993647"/>
              <a:ext cx="12342" cy="39364"/>
            </a:xfrm>
            <a:custGeom>
              <a:avLst/>
              <a:gdLst/>
              <a:ahLst/>
              <a:cxnLst/>
              <a:rect l="l" t="t" r="r" b="b"/>
              <a:pathLst>
                <a:path w="470" h="1499" extrusionOk="0">
                  <a:moveTo>
                    <a:pt x="235" y="1"/>
                  </a:moveTo>
                  <a:cubicBezTo>
                    <a:pt x="118" y="1"/>
                    <a:pt x="1" y="82"/>
                    <a:pt x="15" y="245"/>
                  </a:cubicBezTo>
                  <a:lnTo>
                    <a:pt x="15" y="1278"/>
                  </a:lnTo>
                  <a:cubicBezTo>
                    <a:pt x="15" y="1403"/>
                    <a:pt x="111" y="1499"/>
                    <a:pt x="235" y="1499"/>
                  </a:cubicBezTo>
                  <a:cubicBezTo>
                    <a:pt x="360" y="1499"/>
                    <a:pt x="456" y="1403"/>
                    <a:pt x="456" y="1278"/>
                  </a:cubicBezTo>
                  <a:lnTo>
                    <a:pt x="456" y="245"/>
                  </a:lnTo>
                  <a:cubicBezTo>
                    <a:pt x="470" y="82"/>
                    <a:pt x="353" y="1"/>
                    <a:pt x="235" y="1"/>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49" name="Google Shape;10449;p63"/>
            <p:cNvSpPr/>
            <p:nvPr/>
          </p:nvSpPr>
          <p:spPr>
            <a:xfrm>
              <a:off x="5074158" y="2286866"/>
              <a:ext cx="12342" cy="39416"/>
            </a:xfrm>
            <a:custGeom>
              <a:avLst/>
              <a:gdLst/>
              <a:ahLst/>
              <a:cxnLst/>
              <a:rect l="l" t="t" r="r" b="b"/>
              <a:pathLst>
                <a:path w="470" h="1501" extrusionOk="0">
                  <a:moveTo>
                    <a:pt x="235" y="1"/>
                  </a:moveTo>
                  <a:cubicBezTo>
                    <a:pt x="118" y="1"/>
                    <a:pt x="1" y="80"/>
                    <a:pt x="15" y="238"/>
                  </a:cubicBezTo>
                  <a:lnTo>
                    <a:pt x="15" y="1271"/>
                  </a:lnTo>
                  <a:cubicBezTo>
                    <a:pt x="15" y="1396"/>
                    <a:pt x="111" y="1501"/>
                    <a:pt x="235" y="1501"/>
                  </a:cubicBezTo>
                  <a:cubicBezTo>
                    <a:pt x="360" y="1491"/>
                    <a:pt x="456" y="1396"/>
                    <a:pt x="456" y="1271"/>
                  </a:cubicBezTo>
                  <a:lnTo>
                    <a:pt x="456" y="238"/>
                  </a:lnTo>
                  <a:cubicBezTo>
                    <a:pt x="470" y="80"/>
                    <a:pt x="353" y="1"/>
                    <a:pt x="235" y="1"/>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0" name="Google Shape;10450;p63"/>
            <p:cNvSpPr/>
            <p:nvPr/>
          </p:nvSpPr>
          <p:spPr>
            <a:xfrm>
              <a:off x="5205984" y="2153597"/>
              <a:ext cx="42515" cy="11633"/>
            </a:xfrm>
            <a:custGeom>
              <a:avLst/>
              <a:gdLst/>
              <a:ahLst/>
              <a:cxnLst/>
              <a:rect l="l" t="t" r="r" b="b"/>
              <a:pathLst>
                <a:path w="1619" h="443" extrusionOk="0">
                  <a:moveTo>
                    <a:pt x="1338" y="0"/>
                  </a:moveTo>
                  <a:cubicBezTo>
                    <a:pt x="1329" y="0"/>
                    <a:pt x="1321" y="0"/>
                    <a:pt x="1312" y="1"/>
                  </a:cubicBezTo>
                  <a:lnTo>
                    <a:pt x="278" y="1"/>
                  </a:lnTo>
                  <a:cubicBezTo>
                    <a:pt x="1" y="20"/>
                    <a:pt x="1" y="422"/>
                    <a:pt x="278" y="441"/>
                  </a:cubicBezTo>
                  <a:lnTo>
                    <a:pt x="1312" y="441"/>
                  </a:lnTo>
                  <a:cubicBezTo>
                    <a:pt x="1321" y="442"/>
                    <a:pt x="1329" y="443"/>
                    <a:pt x="1338" y="443"/>
                  </a:cubicBezTo>
                  <a:cubicBezTo>
                    <a:pt x="1619" y="443"/>
                    <a:pt x="1619" y="0"/>
                    <a:pt x="1338" y="0"/>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1" name="Google Shape;10451;p63"/>
            <p:cNvSpPr/>
            <p:nvPr/>
          </p:nvSpPr>
          <p:spPr>
            <a:xfrm>
              <a:off x="4912948" y="2153623"/>
              <a:ext cx="41753" cy="11581"/>
            </a:xfrm>
            <a:custGeom>
              <a:avLst/>
              <a:gdLst/>
              <a:ahLst/>
              <a:cxnLst/>
              <a:rect l="l" t="t" r="r" b="b"/>
              <a:pathLst>
                <a:path w="1590" h="441" extrusionOk="0">
                  <a:moveTo>
                    <a:pt x="278" y="0"/>
                  </a:moveTo>
                  <a:cubicBezTo>
                    <a:pt x="1" y="19"/>
                    <a:pt x="1" y="421"/>
                    <a:pt x="278" y="440"/>
                  </a:cubicBezTo>
                  <a:lnTo>
                    <a:pt x="1312" y="440"/>
                  </a:lnTo>
                  <a:cubicBezTo>
                    <a:pt x="1589" y="421"/>
                    <a:pt x="1589" y="19"/>
                    <a:pt x="1312" y="0"/>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2" name="Google Shape;10452;p63"/>
            <p:cNvSpPr/>
            <p:nvPr/>
          </p:nvSpPr>
          <p:spPr>
            <a:xfrm>
              <a:off x="5002101" y="2140808"/>
              <a:ext cx="97608" cy="96400"/>
            </a:xfrm>
            <a:custGeom>
              <a:avLst/>
              <a:gdLst/>
              <a:ahLst/>
              <a:cxnLst/>
              <a:rect l="l" t="t" r="r" b="b"/>
              <a:pathLst>
                <a:path w="3717" h="3671" extrusionOk="0">
                  <a:moveTo>
                    <a:pt x="2243" y="0"/>
                  </a:moveTo>
                  <a:lnTo>
                    <a:pt x="70" y="3436"/>
                  </a:lnTo>
                  <a:cubicBezTo>
                    <a:pt x="1" y="3544"/>
                    <a:pt x="93" y="3670"/>
                    <a:pt x="201" y="3670"/>
                  </a:cubicBezTo>
                  <a:cubicBezTo>
                    <a:pt x="228" y="3670"/>
                    <a:pt x="255" y="3663"/>
                    <a:pt x="281" y="3646"/>
                  </a:cubicBezTo>
                  <a:lnTo>
                    <a:pt x="3716" y="1474"/>
                  </a:lnTo>
                  <a:lnTo>
                    <a:pt x="2243"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3" name="Google Shape;10453;p63"/>
            <p:cNvSpPr/>
            <p:nvPr/>
          </p:nvSpPr>
          <p:spPr>
            <a:xfrm>
              <a:off x="5002101" y="2165177"/>
              <a:ext cx="97608" cy="72031"/>
            </a:xfrm>
            <a:custGeom>
              <a:avLst/>
              <a:gdLst/>
              <a:ahLst/>
              <a:cxnLst/>
              <a:rect l="l" t="t" r="r" b="b"/>
              <a:pathLst>
                <a:path w="3717" h="2743" extrusionOk="0">
                  <a:moveTo>
                    <a:pt x="3171" y="0"/>
                  </a:moveTo>
                  <a:lnTo>
                    <a:pt x="654" y="1580"/>
                  </a:lnTo>
                  <a:lnTo>
                    <a:pt x="70" y="2508"/>
                  </a:lnTo>
                  <a:cubicBezTo>
                    <a:pt x="1" y="2616"/>
                    <a:pt x="93" y="2742"/>
                    <a:pt x="201" y="2742"/>
                  </a:cubicBezTo>
                  <a:cubicBezTo>
                    <a:pt x="228" y="2742"/>
                    <a:pt x="255" y="2735"/>
                    <a:pt x="281" y="2718"/>
                  </a:cubicBezTo>
                  <a:lnTo>
                    <a:pt x="3716" y="546"/>
                  </a:lnTo>
                  <a:lnTo>
                    <a:pt x="3171"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4" name="Google Shape;10454;p63"/>
            <p:cNvSpPr/>
            <p:nvPr/>
          </p:nvSpPr>
          <p:spPr>
            <a:xfrm>
              <a:off x="5061238" y="2082984"/>
              <a:ext cx="97503" cy="96532"/>
            </a:xfrm>
            <a:custGeom>
              <a:avLst/>
              <a:gdLst/>
              <a:ahLst/>
              <a:cxnLst/>
              <a:rect l="l" t="t" r="r" b="b"/>
              <a:pathLst>
                <a:path w="3713" h="3676" extrusionOk="0">
                  <a:moveTo>
                    <a:pt x="3521" y="1"/>
                  </a:moveTo>
                  <a:cubicBezTo>
                    <a:pt x="3493" y="1"/>
                    <a:pt x="3464" y="10"/>
                    <a:pt x="3436" y="30"/>
                  </a:cubicBezTo>
                  <a:lnTo>
                    <a:pt x="0" y="2202"/>
                  </a:lnTo>
                  <a:lnTo>
                    <a:pt x="1474" y="3676"/>
                  </a:lnTo>
                  <a:lnTo>
                    <a:pt x="3637" y="231"/>
                  </a:lnTo>
                  <a:cubicBezTo>
                    <a:pt x="3712" y="125"/>
                    <a:pt x="3627" y="1"/>
                    <a:pt x="3521" y="1"/>
                  </a:cubicBezTo>
                  <a:close/>
                </a:path>
              </a:pathLst>
            </a:custGeom>
            <a:solidFill>
              <a:srgbClr val="D4DA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5" name="Google Shape;10455;p63"/>
            <p:cNvSpPr/>
            <p:nvPr/>
          </p:nvSpPr>
          <p:spPr>
            <a:xfrm>
              <a:off x="5085345" y="2083089"/>
              <a:ext cx="73213" cy="96190"/>
            </a:xfrm>
            <a:custGeom>
              <a:avLst/>
              <a:gdLst/>
              <a:ahLst/>
              <a:cxnLst/>
              <a:rect l="l" t="t" r="r" b="b"/>
              <a:pathLst>
                <a:path w="2788" h="3663" extrusionOk="0">
                  <a:moveTo>
                    <a:pt x="2599" y="1"/>
                  </a:moveTo>
                  <a:cubicBezTo>
                    <a:pt x="2573" y="1"/>
                    <a:pt x="2545" y="8"/>
                    <a:pt x="2518" y="26"/>
                  </a:cubicBezTo>
                  <a:lnTo>
                    <a:pt x="1590" y="609"/>
                  </a:lnTo>
                  <a:lnTo>
                    <a:pt x="1" y="3117"/>
                  </a:lnTo>
                  <a:lnTo>
                    <a:pt x="546" y="3662"/>
                  </a:lnTo>
                  <a:lnTo>
                    <a:pt x="2719" y="227"/>
                  </a:lnTo>
                  <a:cubicBezTo>
                    <a:pt x="2788" y="120"/>
                    <a:pt x="2704" y="1"/>
                    <a:pt x="2599" y="1"/>
                  </a:cubicBezTo>
                  <a:close/>
                </a:path>
              </a:pathLst>
            </a:custGeom>
            <a:solidFill>
              <a:srgbClr val="BF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56" name="Google Shape;10456;p63"/>
          <p:cNvSpPr txBox="1"/>
          <p:nvPr/>
        </p:nvSpPr>
        <p:spPr>
          <a:xfrm>
            <a:off x="849675"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Business Icons</a:t>
            </a:r>
            <a:endParaRPr sz="2400">
              <a:solidFill>
                <a:schemeClr val="lt1"/>
              </a:solidFill>
            </a:endParaRPr>
          </a:p>
        </p:txBody>
      </p:sp>
      <p:sp>
        <p:nvSpPr>
          <p:cNvPr id="10457" name="Google Shape;10457;p63"/>
          <p:cNvSpPr txBox="1"/>
          <p:nvPr/>
        </p:nvSpPr>
        <p:spPr>
          <a:xfrm>
            <a:off x="4858400"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Teamwork Icons</a:t>
            </a:r>
            <a:endParaRPr sz="2400">
              <a:solidFill>
                <a:schemeClr val="lt1"/>
              </a:solidFill>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0461"/>
        <p:cNvGrpSpPr/>
        <p:nvPr/>
      </p:nvGrpSpPr>
      <p:grpSpPr>
        <a:xfrm>
          <a:off x="0" y="0"/>
          <a:ext cx="0" cy="0"/>
          <a:chOff x="0" y="0"/>
          <a:chExt cx="0" cy="0"/>
        </a:xfrm>
      </p:grpSpPr>
      <p:grpSp>
        <p:nvGrpSpPr>
          <p:cNvPr id="10462" name="Google Shape;10462;p64"/>
          <p:cNvGrpSpPr/>
          <p:nvPr/>
        </p:nvGrpSpPr>
        <p:grpSpPr>
          <a:xfrm>
            <a:off x="1738624" y="3196252"/>
            <a:ext cx="292801" cy="359258"/>
            <a:chOff x="1765162" y="3346789"/>
            <a:chExt cx="292801" cy="359258"/>
          </a:xfrm>
        </p:grpSpPr>
        <p:sp>
          <p:nvSpPr>
            <p:cNvPr id="10463" name="Google Shape;10463;p64"/>
            <p:cNvSpPr/>
            <p:nvPr/>
          </p:nvSpPr>
          <p:spPr>
            <a:xfrm>
              <a:off x="1765423" y="3394001"/>
              <a:ext cx="230821" cy="312047"/>
            </a:xfrm>
            <a:custGeom>
              <a:avLst/>
              <a:gdLst/>
              <a:ahLst/>
              <a:cxnLst/>
              <a:rect l="l" t="t" r="r" b="b"/>
              <a:pathLst>
                <a:path w="8815" h="11917" extrusionOk="0">
                  <a:moveTo>
                    <a:pt x="219" y="1"/>
                  </a:moveTo>
                  <a:cubicBezTo>
                    <a:pt x="95" y="1"/>
                    <a:pt x="0" y="96"/>
                    <a:pt x="0" y="220"/>
                  </a:cubicBezTo>
                  <a:lnTo>
                    <a:pt x="0" y="9283"/>
                  </a:lnTo>
                  <a:lnTo>
                    <a:pt x="1927" y="11220"/>
                  </a:lnTo>
                  <a:lnTo>
                    <a:pt x="2624" y="11916"/>
                  </a:lnTo>
                  <a:lnTo>
                    <a:pt x="8586" y="11916"/>
                  </a:lnTo>
                  <a:cubicBezTo>
                    <a:pt x="8710" y="11916"/>
                    <a:pt x="8805" y="11821"/>
                    <a:pt x="8815" y="11697"/>
                  </a:cubicBezTo>
                  <a:lnTo>
                    <a:pt x="8815"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4" name="Google Shape;10464;p64"/>
            <p:cNvSpPr/>
            <p:nvPr/>
          </p:nvSpPr>
          <p:spPr>
            <a:xfrm>
              <a:off x="1765162" y="3624088"/>
              <a:ext cx="81959" cy="81959"/>
            </a:xfrm>
            <a:custGeom>
              <a:avLst/>
              <a:gdLst/>
              <a:ahLst/>
              <a:cxnLst/>
              <a:rect l="l" t="t" r="r" b="b"/>
              <a:pathLst>
                <a:path w="3130" h="3130" extrusionOk="0">
                  <a:moveTo>
                    <a:pt x="1" y="0"/>
                  </a:moveTo>
                  <a:lnTo>
                    <a:pt x="1" y="496"/>
                  </a:lnTo>
                  <a:lnTo>
                    <a:pt x="1937" y="2433"/>
                  </a:lnTo>
                  <a:lnTo>
                    <a:pt x="2634" y="3129"/>
                  </a:lnTo>
                  <a:lnTo>
                    <a:pt x="3130" y="3129"/>
                  </a:lnTo>
                  <a:lnTo>
                    <a:pt x="3130" y="267"/>
                  </a:lnTo>
                  <a:cubicBezTo>
                    <a:pt x="3130" y="115"/>
                    <a:pt x="3006" y="0"/>
                    <a:pt x="2862"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5" name="Google Shape;10465;p64"/>
            <p:cNvSpPr/>
            <p:nvPr/>
          </p:nvSpPr>
          <p:spPr>
            <a:xfrm>
              <a:off x="1896558" y="3394001"/>
              <a:ext cx="99686" cy="103719"/>
            </a:xfrm>
            <a:custGeom>
              <a:avLst/>
              <a:gdLst/>
              <a:ahLst/>
              <a:cxnLst/>
              <a:rect l="l" t="t" r="r" b="b"/>
              <a:pathLst>
                <a:path w="3807" h="3961" extrusionOk="0">
                  <a:moveTo>
                    <a:pt x="497" y="1"/>
                  </a:moveTo>
                  <a:cubicBezTo>
                    <a:pt x="1" y="2014"/>
                    <a:pt x="1527" y="3960"/>
                    <a:pt x="3597" y="3960"/>
                  </a:cubicBezTo>
                  <a:cubicBezTo>
                    <a:pt x="3664" y="3960"/>
                    <a:pt x="3731" y="3950"/>
                    <a:pt x="3807" y="3950"/>
                  </a:cubicBezTo>
                  <a:lnTo>
                    <a:pt x="3807"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6" name="Google Shape;10466;p64"/>
            <p:cNvSpPr/>
            <p:nvPr/>
          </p:nvSpPr>
          <p:spPr>
            <a:xfrm>
              <a:off x="1816379" y="3394001"/>
              <a:ext cx="179629" cy="312047"/>
            </a:xfrm>
            <a:custGeom>
              <a:avLst/>
              <a:gdLst/>
              <a:ahLst/>
              <a:cxnLst/>
              <a:rect l="l" t="t" r="r" b="b"/>
              <a:pathLst>
                <a:path w="6860" h="11917" extrusionOk="0">
                  <a:moveTo>
                    <a:pt x="6106" y="1"/>
                  </a:moveTo>
                  <a:lnTo>
                    <a:pt x="6106" y="11239"/>
                  </a:lnTo>
                  <a:lnTo>
                    <a:pt x="0" y="11239"/>
                  </a:lnTo>
                  <a:lnTo>
                    <a:pt x="678" y="11916"/>
                  </a:lnTo>
                  <a:lnTo>
                    <a:pt x="6640" y="11916"/>
                  </a:lnTo>
                  <a:cubicBezTo>
                    <a:pt x="6764" y="11916"/>
                    <a:pt x="6859" y="11821"/>
                    <a:pt x="6859" y="11697"/>
                  </a:cubicBezTo>
                  <a:lnTo>
                    <a:pt x="6859"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7" name="Google Shape;10467;p64"/>
            <p:cNvSpPr/>
            <p:nvPr/>
          </p:nvSpPr>
          <p:spPr>
            <a:xfrm>
              <a:off x="1799647" y="3462448"/>
              <a:ext cx="162138" cy="23776"/>
            </a:xfrm>
            <a:custGeom>
              <a:avLst/>
              <a:gdLst/>
              <a:ahLst/>
              <a:cxnLst/>
              <a:rect l="l" t="t" r="r" b="b"/>
              <a:pathLst>
                <a:path w="6192" h="908" extrusionOk="0">
                  <a:moveTo>
                    <a:pt x="219" y="1"/>
                  </a:moveTo>
                  <a:cubicBezTo>
                    <a:pt x="95" y="1"/>
                    <a:pt x="0" y="106"/>
                    <a:pt x="0" y="230"/>
                  </a:cubicBezTo>
                  <a:lnTo>
                    <a:pt x="0" y="688"/>
                  </a:lnTo>
                  <a:cubicBezTo>
                    <a:pt x="0" y="802"/>
                    <a:pt x="95" y="907"/>
                    <a:pt x="219" y="907"/>
                  </a:cubicBezTo>
                  <a:lnTo>
                    <a:pt x="5962" y="907"/>
                  </a:lnTo>
                  <a:cubicBezTo>
                    <a:pt x="6087" y="907"/>
                    <a:pt x="6191" y="802"/>
                    <a:pt x="6191" y="688"/>
                  </a:cubicBezTo>
                  <a:lnTo>
                    <a:pt x="6191" y="230"/>
                  </a:lnTo>
                  <a:cubicBezTo>
                    <a:pt x="6191" y="106"/>
                    <a:pt x="6087" y="1"/>
                    <a:pt x="5962"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8" name="Google Shape;10468;p64"/>
            <p:cNvSpPr/>
            <p:nvPr/>
          </p:nvSpPr>
          <p:spPr>
            <a:xfrm>
              <a:off x="1922795" y="3462710"/>
              <a:ext cx="38989" cy="23514"/>
            </a:xfrm>
            <a:custGeom>
              <a:avLst/>
              <a:gdLst/>
              <a:ahLst/>
              <a:cxnLst/>
              <a:rect l="l" t="t" r="r" b="b"/>
              <a:pathLst>
                <a:path w="1489" h="898" extrusionOk="0">
                  <a:moveTo>
                    <a:pt x="0" y="0"/>
                  </a:moveTo>
                  <a:cubicBezTo>
                    <a:pt x="258" y="363"/>
                    <a:pt x="601" y="668"/>
                    <a:pt x="983" y="897"/>
                  </a:cubicBezTo>
                  <a:lnTo>
                    <a:pt x="1259" y="897"/>
                  </a:lnTo>
                  <a:cubicBezTo>
                    <a:pt x="1384" y="897"/>
                    <a:pt x="1488" y="792"/>
                    <a:pt x="1488" y="678"/>
                  </a:cubicBezTo>
                  <a:lnTo>
                    <a:pt x="1488" y="220"/>
                  </a:lnTo>
                  <a:cubicBezTo>
                    <a:pt x="1479" y="96"/>
                    <a:pt x="1384" y="0"/>
                    <a:pt x="1259"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9" name="Google Shape;10469;p64"/>
            <p:cNvSpPr/>
            <p:nvPr/>
          </p:nvSpPr>
          <p:spPr>
            <a:xfrm>
              <a:off x="1765162" y="3637076"/>
              <a:ext cx="68971" cy="68971"/>
            </a:xfrm>
            <a:custGeom>
              <a:avLst/>
              <a:gdLst/>
              <a:ahLst/>
              <a:cxnLst/>
              <a:rect l="l" t="t" r="r" b="b"/>
              <a:pathLst>
                <a:path w="2634" h="2634" extrusionOk="0">
                  <a:moveTo>
                    <a:pt x="1" y="0"/>
                  </a:moveTo>
                  <a:lnTo>
                    <a:pt x="2634" y="2633"/>
                  </a:lnTo>
                  <a:lnTo>
                    <a:pt x="2634" y="220"/>
                  </a:lnTo>
                  <a:cubicBezTo>
                    <a:pt x="2634" y="96"/>
                    <a:pt x="2538" y="0"/>
                    <a:pt x="2414"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0" name="Google Shape;10470;p64"/>
            <p:cNvSpPr/>
            <p:nvPr/>
          </p:nvSpPr>
          <p:spPr>
            <a:xfrm>
              <a:off x="1923528" y="3346789"/>
              <a:ext cx="134434" cy="134434"/>
            </a:xfrm>
            <a:custGeom>
              <a:avLst/>
              <a:gdLst/>
              <a:ahLst/>
              <a:cxnLst/>
              <a:rect l="l" t="t" r="r" b="b"/>
              <a:pathLst>
                <a:path w="5134" h="5134" extrusionOk="0">
                  <a:moveTo>
                    <a:pt x="2567" y="1"/>
                  </a:moveTo>
                  <a:cubicBezTo>
                    <a:pt x="1155" y="1"/>
                    <a:pt x="1" y="1155"/>
                    <a:pt x="1" y="2567"/>
                  </a:cubicBezTo>
                  <a:cubicBezTo>
                    <a:pt x="1" y="3989"/>
                    <a:pt x="1155" y="5133"/>
                    <a:pt x="2567" y="5133"/>
                  </a:cubicBezTo>
                  <a:cubicBezTo>
                    <a:pt x="3989" y="5133"/>
                    <a:pt x="5133" y="3989"/>
                    <a:pt x="5133" y="2567"/>
                  </a:cubicBezTo>
                  <a:cubicBezTo>
                    <a:pt x="5133" y="1155"/>
                    <a:pt x="3989" y="1"/>
                    <a:pt x="256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1" name="Google Shape;10471;p64"/>
            <p:cNvSpPr/>
            <p:nvPr/>
          </p:nvSpPr>
          <p:spPr>
            <a:xfrm>
              <a:off x="1978255" y="3377033"/>
              <a:ext cx="48730" cy="48730"/>
            </a:xfrm>
            <a:custGeom>
              <a:avLst/>
              <a:gdLst/>
              <a:ahLst/>
              <a:cxnLst/>
              <a:rect l="l" t="t" r="r" b="b"/>
              <a:pathLst>
                <a:path w="1861" h="1861" extrusionOk="0">
                  <a:moveTo>
                    <a:pt x="925" y="0"/>
                  </a:moveTo>
                  <a:cubicBezTo>
                    <a:pt x="410" y="0"/>
                    <a:pt x="0" y="420"/>
                    <a:pt x="0" y="935"/>
                  </a:cubicBezTo>
                  <a:cubicBezTo>
                    <a:pt x="0" y="1450"/>
                    <a:pt x="410" y="1861"/>
                    <a:pt x="925" y="1861"/>
                  </a:cubicBezTo>
                  <a:cubicBezTo>
                    <a:pt x="1441" y="1861"/>
                    <a:pt x="1860" y="1450"/>
                    <a:pt x="1860" y="935"/>
                  </a:cubicBezTo>
                  <a:cubicBezTo>
                    <a:pt x="1860" y="420"/>
                    <a:pt x="1441" y="0"/>
                    <a:pt x="92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2" name="Google Shape;10472;p64"/>
            <p:cNvSpPr/>
            <p:nvPr/>
          </p:nvSpPr>
          <p:spPr>
            <a:xfrm>
              <a:off x="1960999" y="3371560"/>
              <a:ext cx="82587" cy="59702"/>
            </a:xfrm>
            <a:custGeom>
              <a:avLst/>
              <a:gdLst/>
              <a:ahLst/>
              <a:cxnLst/>
              <a:rect l="l" t="t" r="r" b="b"/>
              <a:pathLst>
                <a:path w="3154" h="2280" extrusionOk="0">
                  <a:moveTo>
                    <a:pt x="1584" y="419"/>
                  </a:moveTo>
                  <a:cubicBezTo>
                    <a:pt x="1775" y="419"/>
                    <a:pt x="1966" y="495"/>
                    <a:pt x="2100" y="629"/>
                  </a:cubicBezTo>
                  <a:cubicBezTo>
                    <a:pt x="2578" y="1115"/>
                    <a:pt x="2187" y="1872"/>
                    <a:pt x="1598" y="1872"/>
                  </a:cubicBezTo>
                  <a:cubicBezTo>
                    <a:pt x="1505" y="1872"/>
                    <a:pt x="1408" y="1853"/>
                    <a:pt x="1308" y="1812"/>
                  </a:cubicBezTo>
                  <a:cubicBezTo>
                    <a:pt x="583" y="1507"/>
                    <a:pt x="793" y="419"/>
                    <a:pt x="1584" y="419"/>
                  </a:cubicBezTo>
                  <a:close/>
                  <a:moveTo>
                    <a:pt x="1608" y="1"/>
                  </a:moveTo>
                  <a:cubicBezTo>
                    <a:pt x="1463" y="1"/>
                    <a:pt x="1311" y="30"/>
                    <a:pt x="1155" y="95"/>
                  </a:cubicBezTo>
                  <a:cubicBezTo>
                    <a:pt x="1" y="572"/>
                    <a:pt x="344" y="2279"/>
                    <a:pt x="1584" y="2279"/>
                  </a:cubicBezTo>
                  <a:cubicBezTo>
                    <a:pt x="1890" y="2279"/>
                    <a:pt x="2176" y="2155"/>
                    <a:pt x="2395" y="1946"/>
                  </a:cubicBezTo>
                  <a:cubicBezTo>
                    <a:pt x="3154" y="1187"/>
                    <a:pt x="2530" y="1"/>
                    <a:pt x="1608"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3" name="Google Shape;10473;p64"/>
            <p:cNvSpPr/>
            <p:nvPr/>
          </p:nvSpPr>
          <p:spPr>
            <a:xfrm>
              <a:off x="1950028" y="3412592"/>
              <a:ext cx="43755" cy="39408"/>
            </a:xfrm>
            <a:custGeom>
              <a:avLst/>
              <a:gdLst/>
              <a:ahLst/>
              <a:cxnLst/>
              <a:rect l="l" t="t" r="r" b="b"/>
              <a:pathLst>
                <a:path w="1671" h="1505" extrusionOk="0">
                  <a:moveTo>
                    <a:pt x="1359" y="0"/>
                  </a:moveTo>
                  <a:cubicBezTo>
                    <a:pt x="1305" y="0"/>
                    <a:pt x="1249" y="24"/>
                    <a:pt x="1202" y="83"/>
                  </a:cubicBezTo>
                  <a:lnTo>
                    <a:pt x="143" y="1142"/>
                  </a:lnTo>
                  <a:cubicBezTo>
                    <a:pt x="0" y="1275"/>
                    <a:pt x="95" y="1504"/>
                    <a:pt x="286" y="1504"/>
                  </a:cubicBezTo>
                  <a:cubicBezTo>
                    <a:pt x="344" y="1495"/>
                    <a:pt x="391" y="1476"/>
                    <a:pt x="429" y="1437"/>
                  </a:cubicBezTo>
                  <a:lnTo>
                    <a:pt x="1498" y="369"/>
                  </a:lnTo>
                  <a:cubicBezTo>
                    <a:pt x="1670" y="225"/>
                    <a:pt x="1523" y="0"/>
                    <a:pt x="135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4" name="Google Shape;10474;p64"/>
            <p:cNvSpPr/>
            <p:nvPr/>
          </p:nvSpPr>
          <p:spPr>
            <a:xfrm>
              <a:off x="1792054" y="3504659"/>
              <a:ext cx="176225" cy="10814"/>
            </a:xfrm>
            <a:custGeom>
              <a:avLst/>
              <a:gdLst/>
              <a:ahLst/>
              <a:cxnLst/>
              <a:rect l="l" t="t" r="r" b="b"/>
              <a:pathLst>
                <a:path w="6730" h="413" extrusionOk="0">
                  <a:moveTo>
                    <a:pt x="272" y="1"/>
                  </a:moveTo>
                  <a:cubicBezTo>
                    <a:pt x="3" y="1"/>
                    <a:pt x="0" y="413"/>
                    <a:pt x="264" y="413"/>
                  </a:cubicBezTo>
                  <a:cubicBezTo>
                    <a:pt x="272" y="413"/>
                    <a:pt x="281" y="412"/>
                    <a:pt x="290" y="411"/>
                  </a:cubicBezTo>
                  <a:lnTo>
                    <a:pt x="6481" y="411"/>
                  </a:lnTo>
                  <a:cubicBezTo>
                    <a:pt x="6729" y="392"/>
                    <a:pt x="6729" y="20"/>
                    <a:pt x="6481" y="1"/>
                  </a:cubicBezTo>
                  <a:lnTo>
                    <a:pt x="290" y="1"/>
                  </a:lnTo>
                  <a:cubicBezTo>
                    <a:pt x="284" y="1"/>
                    <a:pt x="278" y="1"/>
                    <a:pt x="272"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5" name="Google Shape;10475;p64"/>
            <p:cNvSpPr/>
            <p:nvPr/>
          </p:nvSpPr>
          <p:spPr>
            <a:xfrm>
              <a:off x="1792891" y="3528408"/>
              <a:ext cx="175387" cy="11024"/>
            </a:xfrm>
            <a:custGeom>
              <a:avLst/>
              <a:gdLst/>
              <a:ahLst/>
              <a:cxnLst/>
              <a:rect l="l" t="t" r="r" b="b"/>
              <a:pathLst>
                <a:path w="6698" h="421" extrusionOk="0">
                  <a:moveTo>
                    <a:pt x="258" y="0"/>
                  </a:moveTo>
                  <a:cubicBezTo>
                    <a:pt x="0" y="20"/>
                    <a:pt x="0" y="392"/>
                    <a:pt x="258" y="420"/>
                  </a:cubicBezTo>
                  <a:lnTo>
                    <a:pt x="6449" y="420"/>
                  </a:lnTo>
                  <a:cubicBezTo>
                    <a:pt x="6697" y="392"/>
                    <a:pt x="6697" y="20"/>
                    <a:pt x="6449"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6" name="Google Shape;10476;p64"/>
            <p:cNvSpPr/>
            <p:nvPr/>
          </p:nvSpPr>
          <p:spPr>
            <a:xfrm>
              <a:off x="1792891" y="3552394"/>
              <a:ext cx="175387" cy="10762"/>
            </a:xfrm>
            <a:custGeom>
              <a:avLst/>
              <a:gdLst/>
              <a:ahLst/>
              <a:cxnLst/>
              <a:rect l="l" t="t" r="r" b="b"/>
              <a:pathLst>
                <a:path w="6698" h="411" extrusionOk="0">
                  <a:moveTo>
                    <a:pt x="258" y="0"/>
                  </a:moveTo>
                  <a:cubicBezTo>
                    <a:pt x="0" y="19"/>
                    <a:pt x="0" y="391"/>
                    <a:pt x="258" y="410"/>
                  </a:cubicBezTo>
                  <a:lnTo>
                    <a:pt x="6449" y="410"/>
                  </a:lnTo>
                  <a:cubicBezTo>
                    <a:pt x="6697" y="391"/>
                    <a:pt x="6697" y="19"/>
                    <a:pt x="6449"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7" name="Google Shape;10477;p64"/>
            <p:cNvSpPr/>
            <p:nvPr/>
          </p:nvSpPr>
          <p:spPr>
            <a:xfrm>
              <a:off x="1792891" y="3576379"/>
              <a:ext cx="175387" cy="10762"/>
            </a:xfrm>
            <a:custGeom>
              <a:avLst/>
              <a:gdLst/>
              <a:ahLst/>
              <a:cxnLst/>
              <a:rect l="l" t="t" r="r" b="b"/>
              <a:pathLst>
                <a:path w="6698" h="411" extrusionOk="0">
                  <a:moveTo>
                    <a:pt x="258" y="0"/>
                  </a:moveTo>
                  <a:cubicBezTo>
                    <a:pt x="0" y="19"/>
                    <a:pt x="0" y="391"/>
                    <a:pt x="258" y="410"/>
                  </a:cubicBezTo>
                  <a:lnTo>
                    <a:pt x="6449" y="410"/>
                  </a:lnTo>
                  <a:cubicBezTo>
                    <a:pt x="6697" y="391"/>
                    <a:pt x="6697" y="19"/>
                    <a:pt x="6449"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478" name="Google Shape;10478;p64"/>
          <p:cNvGrpSpPr/>
          <p:nvPr/>
        </p:nvGrpSpPr>
        <p:grpSpPr>
          <a:xfrm>
            <a:off x="3051095" y="2294466"/>
            <a:ext cx="358996" cy="296309"/>
            <a:chOff x="3077632" y="2445004"/>
            <a:chExt cx="358996" cy="296309"/>
          </a:xfrm>
        </p:grpSpPr>
        <p:sp>
          <p:nvSpPr>
            <p:cNvPr id="10479" name="Google Shape;10479;p64"/>
            <p:cNvSpPr/>
            <p:nvPr/>
          </p:nvSpPr>
          <p:spPr>
            <a:xfrm>
              <a:off x="3097873" y="2504968"/>
              <a:ext cx="294293" cy="195366"/>
            </a:xfrm>
            <a:custGeom>
              <a:avLst/>
              <a:gdLst/>
              <a:ahLst/>
              <a:cxnLst/>
              <a:rect l="l" t="t" r="r" b="b"/>
              <a:pathLst>
                <a:path w="11239" h="7461" extrusionOk="0">
                  <a:moveTo>
                    <a:pt x="592" y="0"/>
                  </a:moveTo>
                  <a:cubicBezTo>
                    <a:pt x="267" y="0"/>
                    <a:pt x="0" y="258"/>
                    <a:pt x="0" y="582"/>
                  </a:cubicBezTo>
                  <a:lnTo>
                    <a:pt x="0" y="7461"/>
                  </a:lnTo>
                  <a:lnTo>
                    <a:pt x="11238" y="7461"/>
                  </a:lnTo>
                  <a:lnTo>
                    <a:pt x="11238" y="582"/>
                  </a:lnTo>
                  <a:cubicBezTo>
                    <a:pt x="11238" y="258"/>
                    <a:pt x="10971" y="0"/>
                    <a:pt x="10647"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0" name="Google Shape;10480;p64"/>
            <p:cNvSpPr/>
            <p:nvPr/>
          </p:nvSpPr>
          <p:spPr>
            <a:xfrm>
              <a:off x="3296696" y="2504968"/>
              <a:ext cx="95471" cy="80100"/>
            </a:xfrm>
            <a:custGeom>
              <a:avLst/>
              <a:gdLst/>
              <a:ahLst/>
              <a:cxnLst/>
              <a:rect l="l" t="t" r="r" b="b"/>
              <a:pathLst>
                <a:path w="3646" h="3059" extrusionOk="0">
                  <a:moveTo>
                    <a:pt x="3071" y="0"/>
                  </a:moveTo>
                  <a:cubicBezTo>
                    <a:pt x="3065" y="0"/>
                    <a:pt x="3059" y="0"/>
                    <a:pt x="3054" y="0"/>
                  </a:cubicBezTo>
                  <a:lnTo>
                    <a:pt x="1" y="0"/>
                  </a:lnTo>
                  <a:lnTo>
                    <a:pt x="1" y="134"/>
                  </a:lnTo>
                  <a:cubicBezTo>
                    <a:pt x="1" y="1790"/>
                    <a:pt x="1352" y="3058"/>
                    <a:pt x="2920" y="3058"/>
                  </a:cubicBezTo>
                  <a:cubicBezTo>
                    <a:pt x="3158" y="3058"/>
                    <a:pt x="3401" y="3029"/>
                    <a:pt x="3645" y="2967"/>
                  </a:cubicBezTo>
                  <a:lnTo>
                    <a:pt x="3645" y="582"/>
                  </a:lnTo>
                  <a:cubicBezTo>
                    <a:pt x="3645" y="264"/>
                    <a:pt x="3387" y="0"/>
                    <a:pt x="307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1" name="Google Shape;10481;p64"/>
            <p:cNvSpPr/>
            <p:nvPr/>
          </p:nvSpPr>
          <p:spPr>
            <a:xfrm>
              <a:off x="3097873" y="2685330"/>
              <a:ext cx="294293" cy="15004"/>
            </a:xfrm>
            <a:custGeom>
              <a:avLst/>
              <a:gdLst/>
              <a:ahLst/>
              <a:cxnLst/>
              <a:rect l="l" t="t" r="r" b="b"/>
              <a:pathLst>
                <a:path w="11239" h="573" extrusionOk="0">
                  <a:moveTo>
                    <a:pt x="0" y="0"/>
                  </a:moveTo>
                  <a:lnTo>
                    <a:pt x="0" y="573"/>
                  </a:lnTo>
                  <a:lnTo>
                    <a:pt x="11238" y="573"/>
                  </a:lnTo>
                  <a:lnTo>
                    <a:pt x="11238"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2" name="Google Shape;10482;p64"/>
            <p:cNvSpPr/>
            <p:nvPr/>
          </p:nvSpPr>
          <p:spPr>
            <a:xfrm>
              <a:off x="3116596" y="2524685"/>
              <a:ext cx="256587" cy="140430"/>
            </a:xfrm>
            <a:custGeom>
              <a:avLst/>
              <a:gdLst/>
              <a:ahLst/>
              <a:cxnLst/>
              <a:rect l="l" t="t" r="r" b="b"/>
              <a:pathLst>
                <a:path w="9799" h="5363" extrusionOk="0">
                  <a:moveTo>
                    <a:pt x="9594" y="1"/>
                  </a:moveTo>
                  <a:cubicBezTo>
                    <a:pt x="9589" y="1"/>
                    <a:pt x="9584" y="1"/>
                    <a:pt x="9579" y="1"/>
                  </a:cubicBezTo>
                  <a:lnTo>
                    <a:pt x="220" y="1"/>
                  </a:lnTo>
                  <a:cubicBezTo>
                    <a:pt x="106" y="1"/>
                    <a:pt x="1" y="97"/>
                    <a:pt x="1" y="221"/>
                  </a:cubicBezTo>
                  <a:lnTo>
                    <a:pt x="1" y="5143"/>
                  </a:lnTo>
                  <a:cubicBezTo>
                    <a:pt x="1" y="5258"/>
                    <a:pt x="106" y="5363"/>
                    <a:pt x="220" y="5363"/>
                  </a:cubicBezTo>
                  <a:lnTo>
                    <a:pt x="9579" y="5363"/>
                  </a:lnTo>
                  <a:cubicBezTo>
                    <a:pt x="9703" y="5363"/>
                    <a:pt x="9798" y="5258"/>
                    <a:pt x="9798" y="5143"/>
                  </a:cubicBezTo>
                  <a:lnTo>
                    <a:pt x="9798" y="221"/>
                  </a:lnTo>
                  <a:cubicBezTo>
                    <a:pt x="9798" y="102"/>
                    <a:pt x="9711" y="1"/>
                    <a:pt x="959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3" name="Google Shape;10483;p64"/>
            <p:cNvSpPr/>
            <p:nvPr/>
          </p:nvSpPr>
          <p:spPr>
            <a:xfrm>
              <a:off x="3298215" y="2524685"/>
              <a:ext cx="74968" cy="60487"/>
            </a:xfrm>
            <a:custGeom>
              <a:avLst/>
              <a:gdLst/>
              <a:ahLst/>
              <a:cxnLst/>
              <a:rect l="l" t="t" r="r" b="b"/>
              <a:pathLst>
                <a:path w="2863" h="2310" extrusionOk="0">
                  <a:moveTo>
                    <a:pt x="2658" y="1"/>
                  </a:moveTo>
                  <a:cubicBezTo>
                    <a:pt x="2653" y="1"/>
                    <a:pt x="2648" y="1"/>
                    <a:pt x="2643" y="1"/>
                  </a:cubicBezTo>
                  <a:lnTo>
                    <a:pt x="0" y="1"/>
                  </a:lnTo>
                  <a:cubicBezTo>
                    <a:pt x="296" y="1346"/>
                    <a:pt x="1488" y="2310"/>
                    <a:pt x="2862" y="2310"/>
                  </a:cubicBezTo>
                  <a:lnTo>
                    <a:pt x="2862" y="221"/>
                  </a:lnTo>
                  <a:cubicBezTo>
                    <a:pt x="2862" y="102"/>
                    <a:pt x="2775" y="1"/>
                    <a:pt x="2658"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4" name="Google Shape;10484;p64"/>
            <p:cNvSpPr/>
            <p:nvPr/>
          </p:nvSpPr>
          <p:spPr>
            <a:xfrm>
              <a:off x="3273967" y="2567157"/>
              <a:ext cx="72480" cy="72480"/>
            </a:xfrm>
            <a:custGeom>
              <a:avLst/>
              <a:gdLst/>
              <a:ahLst/>
              <a:cxnLst/>
              <a:rect l="l" t="t" r="r" b="b"/>
              <a:pathLst>
                <a:path w="2768" h="2768" extrusionOk="0">
                  <a:moveTo>
                    <a:pt x="220" y="1"/>
                  </a:moveTo>
                  <a:cubicBezTo>
                    <a:pt x="96" y="1"/>
                    <a:pt x="1" y="96"/>
                    <a:pt x="1" y="220"/>
                  </a:cubicBezTo>
                  <a:lnTo>
                    <a:pt x="1" y="2548"/>
                  </a:lnTo>
                  <a:cubicBezTo>
                    <a:pt x="1" y="2663"/>
                    <a:pt x="96" y="2767"/>
                    <a:pt x="220" y="2767"/>
                  </a:cubicBezTo>
                  <a:lnTo>
                    <a:pt x="2538" y="2767"/>
                  </a:lnTo>
                  <a:cubicBezTo>
                    <a:pt x="2662" y="2767"/>
                    <a:pt x="2767" y="2663"/>
                    <a:pt x="2767" y="2548"/>
                  </a:cubicBezTo>
                  <a:lnTo>
                    <a:pt x="2767" y="220"/>
                  </a:lnTo>
                  <a:cubicBezTo>
                    <a:pt x="2767" y="96"/>
                    <a:pt x="2662" y="1"/>
                    <a:pt x="2538"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5" name="Google Shape;10485;p64"/>
            <p:cNvSpPr/>
            <p:nvPr/>
          </p:nvSpPr>
          <p:spPr>
            <a:xfrm>
              <a:off x="3323928" y="2567157"/>
              <a:ext cx="22519" cy="13014"/>
            </a:xfrm>
            <a:custGeom>
              <a:avLst/>
              <a:gdLst/>
              <a:ahLst/>
              <a:cxnLst/>
              <a:rect l="l" t="t" r="r" b="b"/>
              <a:pathLst>
                <a:path w="860" h="497" extrusionOk="0">
                  <a:moveTo>
                    <a:pt x="1" y="1"/>
                  </a:moveTo>
                  <a:cubicBezTo>
                    <a:pt x="258" y="211"/>
                    <a:pt x="545" y="383"/>
                    <a:pt x="859" y="497"/>
                  </a:cubicBezTo>
                  <a:lnTo>
                    <a:pt x="859" y="220"/>
                  </a:lnTo>
                  <a:cubicBezTo>
                    <a:pt x="859" y="96"/>
                    <a:pt x="754" y="1"/>
                    <a:pt x="630"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6" name="Google Shape;10486;p64"/>
            <p:cNvSpPr/>
            <p:nvPr/>
          </p:nvSpPr>
          <p:spPr>
            <a:xfrm>
              <a:off x="3116596" y="2524449"/>
              <a:ext cx="256587" cy="140430"/>
            </a:xfrm>
            <a:custGeom>
              <a:avLst/>
              <a:gdLst/>
              <a:ahLst/>
              <a:cxnLst/>
              <a:rect l="l" t="t" r="r" b="b"/>
              <a:pathLst>
                <a:path w="9799" h="5363" extrusionOk="0">
                  <a:moveTo>
                    <a:pt x="220" y="1"/>
                  </a:moveTo>
                  <a:cubicBezTo>
                    <a:pt x="106" y="1"/>
                    <a:pt x="1" y="96"/>
                    <a:pt x="1" y="220"/>
                  </a:cubicBezTo>
                  <a:lnTo>
                    <a:pt x="1" y="5143"/>
                  </a:lnTo>
                  <a:cubicBezTo>
                    <a:pt x="1" y="5267"/>
                    <a:pt x="106" y="5362"/>
                    <a:pt x="220" y="5362"/>
                  </a:cubicBezTo>
                  <a:lnTo>
                    <a:pt x="9579" y="5362"/>
                  </a:lnTo>
                  <a:cubicBezTo>
                    <a:pt x="9703" y="5362"/>
                    <a:pt x="9798" y="5267"/>
                    <a:pt x="9798" y="5143"/>
                  </a:cubicBezTo>
                  <a:lnTo>
                    <a:pt x="9798" y="5009"/>
                  </a:lnTo>
                  <a:lnTo>
                    <a:pt x="411" y="5009"/>
                  </a:lnTo>
                  <a:lnTo>
                    <a:pt x="411"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7" name="Google Shape;10487;p64"/>
            <p:cNvSpPr/>
            <p:nvPr/>
          </p:nvSpPr>
          <p:spPr>
            <a:xfrm>
              <a:off x="3116596" y="2524685"/>
              <a:ext cx="256587" cy="20267"/>
            </a:xfrm>
            <a:custGeom>
              <a:avLst/>
              <a:gdLst/>
              <a:ahLst/>
              <a:cxnLst/>
              <a:rect l="l" t="t" r="r" b="b"/>
              <a:pathLst>
                <a:path w="9799" h="774" extrusionOk="0">
                  <a:moveTo>
                    <a:pt x="9594" y="1"/>
                  </a:moveTo>
                  <a:cubicBezTo>
                    <a:pt x="9589" y="1"/>
                    <a:pt x="9584" y="1"/>
                    <a:pt x="9579" y="1"/>
                  </a:cubicBezTo>
                  <a:lnTo>
                    <a:pt x="220" y="1"/>
                  </a:lnTo>
                  <a:cubicBezTo>
                    <a:pt x="106" y="1"/>
                    <a:pt x="1" y="97"/>
                    <a:pt x="1" y="221"/>
                  </a:cubicBezTo>
                  <a:lnTo>
                    <a:pt x="1" y="774"/>
                  </a:lnTo>
                  <a:lnTo>
                    <a:pt x="9798" y="774"/>
                  </a:lnTo>
                  <a:lnTo>
                    <a:pt x="9798" y="221"/>
                  </a:lnTo>
                  <a:cubicBezTo>
                    <a:pt x="9798" y="102"/>
                    <a:pt x="9711" y="1"/>
                    <a:pt x="9594"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8" name="Google Shape;10488;p64"/>
            <p:cNvSpPr/>
            <p:nvPr/>
          </p:nvSpPr>
          <p:spPr>
            <a:xfrm>
              <a:off x="3298450" y="2524711"/>
              <a:ext cx="74732" cy="20241"/>
            </a:xfrm>
            <a:custGeom>
              <a:avLst/>
              <a:gdLst/>
              <a:ahLst/>
              <a:cxnLst/>
              <a:rect l="l" t="t" r="r" b="b"/>
              <a:pathLst>
                <a:path w="2854" h="773" extrusionOk="0">
                  <a:moveTo>
                    <a:pt x="1" y="0"/>
                  </a:moveTo>
                  <a:cubicBezTo>
                    <a:pt x="58" y="267"/>
                    <a:pt x="153" y="534"/>
                    <a:pt x="287" y="773"/>
                  </a:cubicBezTo>
                  <a:lnTo>
                    <a:pt x="2853" y="773"/>
                  </a:lnTo>
                  <a:lnTo>
                    <a:pt x="2853" y="220"/>
                  </a:lnTo>
                  <a:cubicBezTo>
                    <a:pt x="2853" y="96"/>
                    <a:pt x="2758" y="0"/>
                    <a:pt x="2634"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9" name="Google Shape;10489;p64"/>
            <p:cNvSpPr/>
            <p:nvPr/>
          </p:nvSpPr>
          <p:spPr>
            <a:xfrm>
              <a:off x="3224766" y="2674332"/>
              <a:ext cx="40246" cy="11024"/>
            </a:xfrm>
            <a:custGeom>
              <a:avLst/>
              <a:gdLst/>
              <a:ahLst/>
              <a:cxnLst/>
              <a:rect l="l" t="t" r="r" b="b"/>
              <a:pathLst>
                <a:path w="1537" h="421" extrusionOk="0">
                  <a:moveTo>
                    <a:pt x="258" y="1"/>
                  </a:moveTo>
                  <a:cubicBezTo>
                    <a:pt x="0" y="20"/>
                    <a:pt x="0" y="392"/>
                    <a:pt x="258" y="420"/>
                  </a:cubicBezTo>
                  <a:lnTo>
                    <a:pt x="1288" y="420"/>
                  </a:lnTo>
                  <a:cubicBezTo>
                    <a:pt x="1536" y="392"/>
                    <a:pt x="1536" y="20"/>
                    <a:pt x="128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0" name="Google Shape;10490;p64"/>
            <p:cNvSpPr/>
            <p:nvPr/>
          </p:nvSpPr>
          <p:spPr>
            <a:xfrm>
              <a:off x="3309684" y="2445004"/>
              <a:ext cx="126945" cy="127181"/>
            </a:xfrm>
            <a:custGeom>
              <a:avLst/>
              <a:gdLst/>
              <a:ahLst/>
              <a:cxnLst/>
              <a:rect l="l" t="t" r="r" b="b"/>
              <a:pathLst>
                <a:path w="4848" h="4857" extrusionOk="0">
                  <a:moveTo>
                    <a:pt x="2424" y="1"/>
                  </a:moveTo>
                  <a:cubicBezTo>
                    <a:pt x="1089" y="1"/>
                    <a:pt x="1" y="1088"/>
                    <a:pt x="1" y="2424"/>
                  </a:cubicBezTo>
                  <a:cubicBezTo>
                    <a:pt x="1" y="3769"/>
                    <a:pt x="1089" y="4857"/>
                    <a:pt x="2424" y="4857"/>
                  </a:cubicBezTo>
                  <a:cubicBezTo>
                    <a:pt x="3769" y="4857"/>
                    <a:pt x="4847" y="3769"/>
                    <a:pt x="4847" y="2424"/>
                  </a:cubicBezTo>
                  <a:cubicBezTo>
                    <a:pt x="4847" y="1088"/>
                    <a:pt x="3769" y="1"/>
                    <a:pt x="242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1" name="Google Shape;10491;p64"/>
            <p:cNvSpPr/>
            <p:nvPr/>
          </p:nvSpPr>
          <p:spPr>
            <a:xfrm>
              <a:off x="3336681" y="2472236"/>
              <a:ext cx="72951" cy="72218"/>
            </a:xfrm>
            <a:custGeom>
              <a:avLst/>
              <a:gdLst/>
              <a:ahLst/>
              <a:cxnLst/>
              <a:rect l="l" t="t" r="r" b="b"/>
              <a:pathLst>
                <a:path w="2786" h="2758" extrusionOk="0">
                  <a:moveTo>
                    <a:pt x="1393" y="1"/>
                  </a:moveTo>
                  <a:cubicBezTo>
                    <a:pt x="630" y="1"/>
                    <a:pt x="0" y="621"/>
                    <a:pt x="0" y="1384"/>
                  </a:cubicBezTo>
                  <a:lnTo>
                    <a:pt x="0" y="1413"/>
                  </a:lnTo>
                  <a:cubicBezTo>
                    <a:pt x="29" y="2166"/>
                    <a:pt x="659" y="2758"/>
                    <a:pt x="1412" y="2758"/>
                  </a:cubicBezTo>
                  <a:cubicBezTo>
                    <a:pt x="2166" y="2748"/>
                    <a:pt x="2776" y="2138"/>
                    <a:pt x="2786" y="1384"/>
                  </a:cubicBezTo>
                  <a:cubicBezTo>
                    <a:pt x="2786" y="621"/>
                    <a:pt x="2166" y="1"/>
                    <a:pt x="1393"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2" name="Google Shape;10492;p64"/>
            <p:cNvSpPr/>
            <p:nvPr/>
          </p:nvSpPr>
          <p:spPr>
            <a:xfrm>
              <a:off x="3366165" y="2473231"/>
              <a:ext cx="43729" cy="71878"/>
            </a:xfrm>
            <a:custGeom>
              <a:avLst/>
              <a:gdLst/>
              <a:ahLst/>
              <a:cxnLst/>
              <a:rect l="l" t="t" r="r" b="b"/>
              <a:pathLst>
                <a:path w="1670" h="2745" extrusionOk="0">
                  <a:moveTo>
                    <a:pt x="630" y="1"/>
                  </a:moveTo>
                  <a:cubicBezTo>
                    <a:pt x="353" y="211"/>
                    <a:pt x="114" y="487"/>
                    <a:pt x="267" y="697"/>
                  </a:cubicBezTo>
                  <a:cubicBezTo>
                    <a:pt x="572" y="1127"/>
                    <a:pt x="1164" y="802"/>
                    <a:pt x="1183" y="1375"/>
                  </a:cubicBezTo>
                  <a:cubicBezTo>
                    <a:pt x="1193" y="1899"/>
                    <a:pt x="0" y="2062"/>
                    <a:pt x="0" y="2720"/>
                  </a:cubicBezTo>
                  <a:cubicBezTo>
                    <a:pt x="88" y="2736"/>
                    <a:pt x="176" y="2744"/>
                    <a:pt x="262" y="2744"/>
                  </a:cubicBezTo>
                  <a:cubicBezTo>
                    <a:pt x="1015" y="2744"/>
                    <a:pt x="1660" y="2134"/>
                    <a:pt x="1660" y="1346"/>
                  </a:cubicBezTo>
                  <a:lnTo>
                    <a:pt x="1670" y="1346"/>
                  </a:lnTo>
                  <a:cubicBezTo>
                    <a:pt x="1670" y="716"/>
                    <a:pt x="1240" y="163"/>
                    <a:pt x="630"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3" name="Google Shape;10493;p64"/>
            <p:cNvSpPr/>
            <p:nvPr/>
          </p:nvSpPr>
          <p:spPr>
            <a:xfrm>
              <a:off x="3336681" y="2497976"/>
              <a:ext cx="30244" cy="32757"/>
            </a:xfrm>
            <a:custGeom>
              <a:avLst/>
              <a:gdLst/>
              <a:ahLst/>
              <a:cxnLst/>
              <a:rect l="l" t="t" r="r" b="b"/>
              <a:pathLst>
                <a:path w="1155" h="1251" extrusionOk="0">
                  <a:moveTo>
                    <a:pt x="67" y="0"/>
                  </a:moveTo>
                  <a:cubicBezTo>
                    <a:pt x="29" y="134"/>
                    <a:pt x="0" y="267"/>
                    <a:pt x="10" y="411"/>
                  </a:cubicBezTo>
                  <a:lnTo>
                    <a:pt x="10" y="439"/>
                  </a:lnTo>
                  <a:cubicBezTo>
                    <a:pt x="10" y="725"/>
                    <a:pt x="105" y="1012"/>
                    <a:pt x="287" y="1250"/>
                  </a:cubicBezTo>
                  <a:cubicBezTo>
                    <a:pt x="1155" y="859"/>
                    <a:pt x="1012" y="458"/>
                    <a:pt x="401" y="229"/>
                  </a:cubicBezTo>
                  <a:cubicBezTo>
                    <a:pt x="277" y="172"/>
                    <a:pt x="162" y="96"/>
                    <a:pt x="6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4" name="Google Shape;10494;p64"/>
            <p:cNvSpPr/>
            <p:nvPr/>
          </p:nvSpPr>
          <p:spPr>
            <a:xfrm>
              <a:off x="3144587" y="2567157"/>
              <a:ext cx="27232" cy="27259"/>
            </a:xfrm>
            <a:custGeom>
              <a:avLst/>
              <a:gdLst/>
              <a:ahLst/>
              <a:cxnLst/>
              <a:rect l="l" t="t" r="r" b="b"/>
              <a:pathLst>
                <a:path w="1040" h="1041" extrusionOk="0">
                  <a:moveTo>
                    <a:pt x="220" y="1"/>
                  </a:moveTo>
                  <a:cubicBezTo>
                    <a:pt x="95" y="1"/>
                    <a:pt x="0" y="96"/>
                    <a:pt x="0" y="220"/>
                  </a:cubicBezTo>
                  <a:lnTo>
                    <a:pt x="0" y="821"/>
                  </a:lnTo>
                  <a:cubicBezTo>
                    <a:pt x="0" y="936"/>
                    <a:pt x="95" y="1041"/>
                    <a:pt x="220" y="1041"/>
                  </a:cubicBezTo>
                  <a:lnTo>
                    <a:pt x="821" y="1041"/>
                  </a:lnTo>
                  <a:cubicBezTo>
                    <a:pt x="935" y="1041"/>
                    <a:pt x="1040" y="936"/>
                    <a:pt x="1040" y="821"/>
                  </a:cubicBezTo>
                  <a:lnTo>
                    <a:pt x="1040" y="220"/>
                  </a:lnTo>
                  <a:cubicBezTo>
                    <a:pt x="1040" y="96"/>
                    <a:pt x="935" y="1"/>
                    <a:pt x="82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5" name="Google Shape;10495;p64"/>
            <p:cNvSpPr/>
            <p:nvPr/>
          </p:nvSpPr>
          <p:spPr>
            <a:xfrm>
              <a:off x="3180958" y="2561658"/>
              <a:ext cx="79655" cy="11050"/>
            </a:xfrm>
            <a:custGeom>
              <a:avLst/>
              <a:gdLst/>
              <a:ahLst/>
              <a:cxnLst/>
              <a:rect l="l" t="t" r="r" b="b"/>
              <a:pathLst>
                <a:path w="3042" h="422" extrusionOk="0">
                  <a:moveTo>
                    <a:pt x="281" y="0"/>
                  </a:moveTo>
                  <a:cubicBezTo>
                    <a:pt x="0" y="0"/>
                    <a:pt x="0" y="421"/>
                    <a:pt x="281" y="421"/>
                  </a:cubicBezTo>
                  <a:cubicBezTo>
                    <a:pt x="287" y="421"/>
                    <a:pt x="293" y="421"/>
                    <a:pt x="300" y="421"/>
                  </a:cubicBezTo>
                  <a:lnTo>
                    <a:pt x="2742" y="421"/>
                  </a:lnTo>
                  <a:cubicBezTo>
                    <a:pt x="2748" y="421"/>
                    <a:pt x="2754" y="421"/>
                    <a:pt x="2760" y="421"/>
                  </a:cubicBezTo>
                  <a:cubicBezTo>
                    <a:pt x="3041" y="421"/>
                    <a:pt x="3041" y="0"/>
                    <a:pt x="2760" y="0"/>
                  </a:cubicBezTo>
                  <a:cubicBezTo>
                    <a:pt x="2754" y="0"/>
                    <a:pt x="2748" y="1"/>
                    <a:pt x="2742" y="1"/>
                  </a:cubicBezTo>
                  <a:lnTo>
                    <a:pt x="300" y="1"/>
                  </a:lnTo>
                  <a:cubicBezTo>
                    <a:pt x="293" y="1"/>
                    <a:pt x="287" y="0"/>
                    <a:pt x="281"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6" name="Google Shape;10496;p64"/>
            <p:cNvSpPr/>
            <p:nvPr/>
          </p:nvSpPr>
          <p:spPr>
            <a:xfrm>
              <a:off x="3182058" y="2575405"/>
              <a:ext cx="77455" cy="10762"/>
            </a:xfrm>
            <a:custGeom>
              <a:avLst/>
              <a:gdLst/>
              <a:ahLst/>
              <a:cxnLst/>
              <a:rect l="l" t="t" r="r" b="b"/>
              <a:pathLst>
                <a:path w="2958" h="411" extrusionOk="0">
                  <a:moveTo>
                    <a:pt x="258" y="1"/>
                  </a:moveTo>
                  <a:cubicBezTo>
                    <a:pt x="0" y="20"/>
                    <a:pt x="0" y="392"/>
                    <a:pt x="258" y="411"/>
                  </a:cubicBezTo>
                  <a:lnTo>
                    <a:pt x="2700" y="411"/>
                  </a:lnTo>
                  <a:cubicBezTo>
                    <a:pt x="2957" y="392"/>
                    <a:pt x="2957" y="20"/>
                    <a:pt x="2700"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7" name="Google Shape;10497;p64"/>
            <p:cNvSpPr/>
            <p:nvPr/>
          </p:nvSpPr>
          <p:spPr>
            <a:xfrm>
              <a:off x="3182058" y="2588890"/>
              <a:ext cx="77455" cy="10788"/>
            </a:xfrm>
            <a:custGeom>
              <a:avLst/>
              <a:gdLst/>
              <a:ahLst/>
              <a:cxnLst/>
              <a:rect l="l" t="t" r="r" b="b"/>
              <a:pathLst>
                <a:path w="2958" h="412" extrusionOk="0">
                  <a:moveTo>
                    <a:pt x="258" y="1"/>
                  </a:moveTo>
                  <a:cubicBezTo>
                    <a:pt x="0" y="20"/>
                    <a:pt x="0" y="392"/>
                    <a:pt x="258" y="411"/>
                  </a:cubicBezTo>
                  <a:lnTo>
                    <a:pt x="2700" y="411"/>
                  </a:lnTo>
                  <a:cubicBezTo>
                    <a:pt x="2957" y="392"/>
                    <a:pt x="2957" y="20"/>
                    <a:pt x="2700"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8" name="Google Shape;10498;p64"/>
            <p:cNvSpPr/>
            <p:nvPr/>
          </p:nvSpPr>
          <p:spPr>
            <a:xfrm>
              <a:off x="3144587" y="2612378"/>
              <a:ext cx="27232" cy="27259"/>
            </a:xfrm>
            <a:custGeom>
              <a:avLst/>
              <a:gdLst/>
              <a:ahLst/>
              <a:cxnLst/>
              <a:rect l="l" t="t" r="r" b="b"/>
              <a:pathLst>
                <a:path w="1040" h="1041" extrusionOk="0">
                  <a:moveTo>
                    <a:pt x="220" y="1"/>
                  </a:moveTo>
                  <a:cubicBezTo>
                    <a:pt x="95" y="1"/>
                    <a:pt x="0" y="106"/>
                    <a:pt x="0" y="230"/>
                  </a:cubicBezTo>
                  <a:lnTo>
                    <a:pt x="0" y="821"/>
                  </a:lnTo>
                  <a:cubicBezTo>
                    <a:pt x="0" y="945"/>
                    <a:pt x="95" y="1040"/>
                    <a:pt x="220" y="1040"/>
                  </a:cubicBezTo>
                  <a:lnTo>
                    <a:pt x="821" y="1040"/>
                  </a:lnTo>
                  <a:cubicBezTo>
                    <a:pt x="935" y="1040"/>
                    <a:pt x="1040" y="945"/>
                    <a:pt x="1040" y="821"/>
                  </a:cubicBezTo>
                  <a:lnTo>
                    <a:pt x="1040" y="230"/>
                  </a:lnTo>
                  <a:cubicBezTo>
                    <a:pt x="1040" y="106"/>
                    <a:pt x="935" y="1"/>
                    <a:pt x="821"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9" name="Google Shape;10499;p64"/>
            <p:cNvSpPr/>
            <p:nvPr/>
          </p:nvSpPr>
          <p:spPr>
            <a:xfrm>
              <a:off x="3182058" y="2607141"/>
              <a:ext cx="77455" cy="10762"/>
            </a:xfrm>
            <a:custGeom>
              <a:avLst/>
              <a:gdLst/>
              <a:ahLst/>
              <a:cxnLst/>
              <a:rect l="l" t="t" r="r" b="b"/>
              <a:pathLst>
                <a:path w="2958" h="411" extrusionOk="0">
                  <a:moveTo>
                    <a:pt x="258" y="0"/>
                  </a:moveTo>
                  <a:cubicBezTo>
                    <a:pt x="0" y="19"/>
                    <a:pt x="0" y="391"/>
                    <a:pt x="258" y="411"/>
                  </a:cubicBezTo>
                  <a:lnTo>
                    <a:pt x="2700" y="411"/>
                  </a:lnTo>
                  <a:cubicBezTo>
                    <a:pt x="2957" y="391"/>
                    <a:pt x="2957" y="19"/>
                    <a:pt x="2700"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0" name="Google Shape;10500;p64"/>
            <p:cNvSpPr/>
            <p:nvPr/>
          </p:nvSpPr>
          <p:spPr>
            <a:xfrm>
              <a:off x="3182058" y="2620627"/>
              <a:ext cx="77455" cy="10762"/>
            </a:xfrm>
            <a:custGeom>
              <a:avLst/>
              <a:gdLst/>
              <a:ahLst/>
              <a:cxnLst/>
              <a:rect l="l" t="t" r="r" b="b"/>
              <a:pathLst>
                <a:path w="2958" h="411" extrusionOk="0">
                  <a:moveTo>
                    <a:pt x="258" y="0"/>
                  </a:moveTo>
                  <a:cubicBezTo>
                    <a:pt x="0" y="20"/>
                    <a:pt x="0" y="392"/>
                    <a:pt x="258" y="411"/>
                  </a:cubicBezTo>
                  <a:lnTo>
                    <a:pt x="2700" y="411"/>
                  </a:lnTo>
                  <a:cubicBezTo>
                    <a:pt x="2957" y="392"/>
                    <a:pt x="2957" y="20"/>
                    <a:pt x="2700"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1" name="Google Shape;10501;p64"/>
            <p:cNvSpPr/>
            <p:nvPr/>
          </p:nvSpPr>
          <p:spPr>
            <a:xfrm>
              <a:off x="3182058" y="2634374"/>
              <a:ext cx="77455" cy="10762"/>
            </a:xfrm>
            <a:custGeom>
              <a:avLst/>
              <a:gdLst/>
              <a:ahLst/>
              <a:cxnLst/>
              <a:rect l="l" t="t" r="r" b="b"/>
              <a:pathLst>
                <a:path w="2958" h="411" extrusionOk="0">
                  <a:moveTo>
                    <a:pt x="258" y="0"/>
                  </a:moveTo>
                  <a:cubicBezTo>
                    <a:pt x="0" y="19"/>
                    <a:pt x="0" y="391"/>
                    <a:pt x="258" y="410"/>
                  </a:cubicBezTo>
                  <a:lnTo>
                    <a:pt x="2700" y="410"/>
                  </a:lnTo>
                  <a:cubicBezTo>
                    <a:pt x="2957" y="391"/>
                    <a:pt x="2957" y="19"/>
                    <a:pt x="2700"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2" name="Google Shape;10502;p64"/>
            <p:cNvSpPr/>
            <p:nvPr/>
          </p:nvSpPr>
          <p:spPr>
            <a:xfrm>
              <a:off x="3077632" y="2694311"/>
              <a:ext cx="334749" cy="34250"/>
            </a:xfrm>
            <a:custGeom>
              <a:avLst/>
              <a:gdLst/>
              <a:ahLst/>
              <a:cxnLst/>
              <a:rect l="l" t="t" r="r" b="b"/>
              <a:pathLst>
                <a:path w="12784" h="1308" extrusionOk="0">
                  <a:moveTo>
                    <a:pt x="773" y="1"/>
                  </a:moveTo>
                  <a:lnTo>
                    <a:pt x="0" y="1031"/>
                  </a:lnTo>
                  <a:lnTo>
                    <a:pt x="0" y="1308"/>
                  </a:lnTo>
                  <a:lnTo>
                    <a:pt x="12784" y="1308"/>
                  </a:lnTo>
                  <a:lnTo>
                    <a:pt x="12784" y="1031"/>
                  </a:lnTo>
                  <a:lnTo>
                    <a:pt x="12011"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3" name="Google Shape;10503;p64"/>
            <p:cNvSpPr/>
            <p:nvPr/>
          </p:nvSpPr>
          <p:spPr>
            <a:xfrm>
              <a:off x="3188552" y="2700072"/>
              <a:ext cx="112674" cy="16758"/>
            </a:xfrm>
            <a:custGeom>
              <a:avLst/>
              <a:gdLst/>
              <a:ahLst/>
              <a:cxnLst/>
              <a:rect l="l" t="t" r="r" b="b"/>
              <a:pathLst>
                <a:path w="4303" h="640" extrusionOk="0">
                  <a:moveTo>
                    <a:pt x="821" y="0"/>
                  </a:moveTo>
                  <a:cubicBezTo>
                    <a:pt x="782" y="0"/>
                    <a:pt x="744" y="19"/>
                    <a:pt x="706" y="38"/>
                  </a:cubicBezTo>
                  <a:lnTo>
                    <a:pt x="38" y="553"/>
                  </a:lnTo>
                  <a:cubicBezTo>
                    <a:pt x="0" y="582"/>
                    <a:pt x="19" y="639"/>
                    <a:pt x="67" y="639"/>
                  </a:cubicBezTo>
                  <a:lnTo>
                    <a:pt x="4236" y="639"/>
                  </a:lnTo>
                  <a:cubicBezTo>
                    <a:pt x="4284" y="639"/>
                    <a:pt x="4303" y="582"/>
                    <a:pt x="4264" y="553"/>
                  </a:cubicBezTo>
                  <a:lnTo>
                    <a:pt x="3597" y="38"/>
                  </a:lnTo>
                  <a:cubicBezTo>
                    <a:pt x="3568" y="19"/>
                    <a:pt x="3520" y="0"/>
                    <a:pt x="3482"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4" name="Google Shape;10504;p64"/>
            <p:cNvSpPr/>
            <p:nvPr/>
          </p:nvSpPr>
          <p:spPr>
            <a:xfrm>
              <a:off x="3077632" y="2721308"/>
              <a:ext cx="334513" cy="20005"/>
            </a:xfrm>
            <a:custGeom>
              <a:avLst/>
              <a:gdLst/>
              <a:ahLst/>
              <a:cxnLst/>
              <a:rect l="l" t="t" r="r" b="b"/>
              <a:pathLst>
                <a:path w="12775" h="764" extrusionOk="0">
                  <a:moveTo>
                    <a:pt x="0" y="0"/>
                  </a:moveTo>
                  <a:lnTo>
                    <a:pt x="0" y="544"/>
                  </a:lnTo>
                  <a:cubicBezTo>
                    <a:pt x="0" y="668"/>
                    <a:pt x="96" y="763"/>
                    <a:pt x="220" y="763"/>
                  </a:cubicBezTo>
                  <a:lnTo>
                    <a:pt x="12555" y="763"/>
                  </a:lnTo>
                  <a:cubicBezTo>
                    <a:pt x="12679" y="763"/>
                    <a:pt x="12774" y="668"/>
                    <a:pt x="12774" y="544"/>
                  </a:cubicBezTo>
                  <a:lnTo>
                    <a:pt x="12774"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05" name="Google Shape;10505;p64"/>
          <p:cNvGrpSpPr/>
          <p:nvPr/>
        </p:nvGrpSpPr>
        <p:grpSpPr>
          <a:xfrm>
            <a:off x="2608699" y="2281243"/>
            <a:ext cx="359232" cy="323018"/>
            <a:chOff x="2635237" y="2431780"/>
            <a:chExt cx="359232" cy="323018"/>
          </a:xfrm>
        </p:grpSpPr>
        <p:sp>
          <p:nvSpPr>
            <p:cNvPr id="10506" name="Google Shape;10506;p64"/>
            <p:cNvSpPr/>
            <p:nvPr/>
          </p:nvSpPr>
          <p:spPr>
            <a:xfrm>
              <a:off x="2769121" y="2696328"/>
              <a:ext cx="44253" cy="40482"/>
            </a:xfrm>
            <a:custGeom>
              <a:avLst/>
              <a:gdLst/>
              <a:ahLst/>
              <a:cxnLst/>
              <a:rect l="l" t="t" r="r" b="b"/>
              <a:pathLst>
                <a:path w="1690" h="1546" extrusionOk="0">
                  <a:moveTo>
                    <a:pt x="344" y="0"/>
                  </a:moveTo>
                  <a:lnTo>
                    <a:pt x="1" y="1546"/>
                  </a:lnTo>
                  <a:lnTo>
                    <a:pt x="1689" y="1546"/>
                  </a:lnTo>
                  <a:lnTo>
                    <a:pt x="1346" y="0"/>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7" name="Google Shape;10507;p64"/>
            <p:cNvSpPr/>
            <p:nvPr/>
          </p:nvSpPr>
          <p:spPr>
            <a:xfrm>
              <a:off x="2738903" y="2733039"/>
              <a:ext cx="104688" cy="21760"/>
            </a:xfrm>
            <a:custGeom>
              <a:avLst/>
              <a:gdLst/>
              <a:ahLst/>
              <a:cxnLst/>
              <a:rect l="l" t="t" r="r" b="b"/>
              <a:pathLst>
                <a:path w="3998" h="831" extrusionOk="0">
                  <a:moveTo>
                    <a:pt x="220" y="0"/>
                  </a:moveTo>
                  <a:cubicBezTo>
                    <a:pt x="96" y="0"/>
                    <a:pt x="0" y="96"/>
                    <a:pt x="0" y="220"/>
                  </a:cubicBezTo>
                  <a:lnTo>
                    <a:pt x="0" y="611"/>
                  </a:lnTo>
                  <a:cubicBezTo>
                    <a:pt x="0" y="725"/>
                    <a:pt x="96" y="830"/>
                    <a:pt x="220" y="830"/>
                  </a:cubicBezTo>
                  <a:lnTo>
                    <a:pt x="3778" y="830"/>
                  </a:lnTo>
                  <a:cubicBezTo>
                    <a:pt x="3902" y="830"/>
                    <a:pt x="3997" y="725"/>
                    <a:pt x="3997" y="611"/>
                  </a:cubicBezTo>
                  <a:lnTo>
                    <a:pt x="3997" y="220"/>
                  </a:lnTo>
                  <a:cubicBezTo>
                    <a:pt x="3997" y="96"/>
                    <a:pt x="3902" y="0"/>
                    <a:pt x="3778"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8" name="Google Shape;10508;p64"/>
            <p:cNvSpPr/>
            <p:nvPr/>
          </p:nvSpPr>
          <p:spPr>
            <a:xfrm>
              <a:off x="2635237" y="2498212"/>
              <a:ext cx="312020" cy="203876"/>
            </a:xfrm>
            <a:custGeom>
              <a:avLst/>
              <a:gdLst/>
              <a:ahLst/>
              <a:cxnLst/>
              <a:rect l="l" t="t" r="r" b="b"/>
              <a:pathLst>
                <a:path w="11916" h="7786" extrusionOk="0">
                  <a:moveTo>
                    <a:pt x="229" y="1"/>
                  </a:moveTo>
                  <a:cubicBezTo>
                    <a:pt x="105" y="1"/>
                    <a:pt x="0" y="96"/>
                    <a:pt x="0" y="220"/>
                  </a:cubicBezTo>
                  <a:lnTo>
                    <a:pt x="0" y="7566"/>
                  </a:lnTo>
                  <a:cubicBezTo>
                    <a:pt x="0" y="7681"/>
                    <a:pt x="105" y="7785"/>
                    <a:pt x="229" y="7785"/>
                  </a:cubicBezTo>
                  <a:lnTo>
                    <a:pt x="11687" y="7785"/>
                  </a:lnTo>
                  <a:cubicBezTo>
                    <a:pt x="11811" y="7785"/>
                    <a:pt x="11916" y="7681"/>
                    <a:pt x="11916" y="7566"/>
                  </a:cubicBezTo>
                  <a:lnTo>
                    <a:pt x="11916" y="220"/>
                  </a:lnTo>
                  <a:cubicBezTo>
                    <a:pt x="11916" y="96"/>
                    <a:pt x="11811" y="1"/>
                    <a:pt x="11687"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09" name="Google Shape;10509;p64"/>
            <p:cNvSpPr/>
            <p:nvPr/>
          </p:nvSpPr>
          <p:spPr>
            <a:xfrm>
              <a:off x="2845555" y="2498212"/>
              <a:ext cx="101703" cy="84211"/>
            </a:xfrm>
            <a:custGeom>
              <a:avLst/>
              <a:gdLst/>
              <a:ahLst/>
              <a:cxnLst/>
              <a:rect l="l" t="t" r="r" b="b"/>
              <a:pathLst>
                <a:path w="3884" h="3216" extrusionOk="0">
                  <a:moveTo>
                    <a:pt x="20" y="1"/>
                  </a:moveTo>
                  <a:lnTo>
                    <a:pt x="20" y="68"/>
                  </a:lnTo>
                  <a:cubicBezTo>
                    <a:pt x="1" y="1794"/>
                    <a:pt x="1394" y="3206"/>
                    <a:pt x="3120" y="3216"/>
                  </a:cubicBezTo>
                  <a:cubicBezTo>
                    <a:pt x="3378" y="3216"/>
                    <a:pt x="3626" y="3178"/>
                    <a:pt x="3884" y="3120"/>
                  </a:cubicBezTo>
                  <a:lnTo>
                    <a:pt x="3884" y="220"/>
                  </a:lnTo>
                  <a:cubicBezTo>
                    <a:pt x="3874" y="96"/>
                    <a:pt x="3779" y="1"/>
                    <a:pt x="365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0" name="Google Shape;10510;p64"/>
            <p:cNvSpPr/>
            <p:nvPr/>
          </p:nvSpPr>
          <p:spPr>
            <a:xfrm>
              <a:off x="2635472" y="2687582"/>
              <a:ext cx="311523" cy="14506"/>
            </a:xfrm>
            <a:custGeom>
              <a:avLst/>
              <a:gdLst/>
              <a:ahLst/>
              <a:cxnLst/>
              <a:rect l="l" t="t" r="r" b="b"/>
              <a:pathLst>
                <a:path w="11897" h="554" extrusionOk="0">
                  <a:moveTo>
                    <a:pt x="1" y="0"/>
                  </a:moveTo>
                  <a:lnTo>
                    <a:pt x="1" y="334"/>
                  </a:lnTo>
                  <a:cubicBezTo>
                    <a:pt x="1" y="449"/>
                    <a:pt x="96" y="553"/>
                    <a:pt x="220" y="553"/>
                  </a:cubicBezTo>
                  <a:lnTo>
                    <a:pt x="11678" y="553"/>
                  </a:lnTo>
                  <a:cubicBezTo>
                    <a:pt x="11802" y="553"/>
                    <a:pt x="11897" y="449"/>
                    <a:pt x="11897" y="334"/>
                  </a:cubicBezTo>
                  <a:lnTo>
                    <a:pt x="1189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1" name="Google Shape;10511;p64"/>
            <p:cNvSpPr/>
            <p:nvPr/>
          </p:nvSpPr>
          <p:spPr>
            <a:xfrm>
              <a:off x="2655216" y="2517196"/>
              <a:ext cx="272062" cy="151166"/>
            </a:xfrm>
            <a:custGeom>
              <a:avLst/>
              <a:gdLst/>
              <a:ahLst/>
              <a:cxnLst/>
              <a:rect l="l" t="t" r="r" b="b"/>
              <a:pathLst>
                <a:path w="10390" h="5773" extrusionOk="0">
                  <a:moveTo>
                    <a:pt x="220" y="1"/>
                  </a:moveTo>
                  <a:cubicBezTo>
                    <a:pt x="105" y="1"/>
                    <a:pt x="0" y="106"/>
                    <a:pt x="0" y="220"/>
                  </a:cubicBezTo>
                  <a:lnTo>
                    <a:pt x="0" y="5553"/>
                  </a:lnTo>
                  <a:cubicBezTo>
                    <a:pt x="0" y="5677"/>
                    <a:pt x="105" y="5773"/>
                    <a:pt x="220" y="5773"/>
                  </a:cubicBezTo>
                  <a:lnTo>
                    <a:pt x="10389" y="5773"/>
                  </a:lnTo>
                  <a:lnTo>
                    <a:pt x="10389" y="220"/>
                  </a:lnTo>
                  <a:cubicBezTo>
                    <a:pt x="10389" y="106"/>
                    <a:pt x="10284" y="1"/>
                    <a:pt x="10170"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2" name="Google Shape;10512;p64"/>
            <p:cNvSpPr/>
            <p:nvPr/>
          </p:nvSpPr>
          <p:spPr>
            <a:xfrm>
              <a:off x="2847807" y="2517196"/>
              <a:ext cx="79471" cy="65227"/>
            </a:xfrm>
            <a:custGeom>
              <a:avLst/>
              <a:gdLst/>
              <a:ahLst/>
              <a:cxnLst/>
              <a:rect l="l" t="t" r="r" b="b"/>
              <a:pathLst>
                <a:path w="3035" h="2491" extrusionOk="0">
                  <a:moveTo>
                    <a:pt x="1" y="1"/>
                  </a:moveTo>
                  <a:cubicBezTo>
                    <a:pt x="296" y="1441"/>
                    <a:pt x="1565" y="2481"/>
                    <a:pt x="3034" y="2491"/>
                  </a:cubicBezTo>
                  <a:lnTo>
                    <a:pt x="3034" y="220"/>
                  </a:lnTo>
                  <a:cubicBezTo>
                    <a:pt x="3034" y="106"/>
                    <a:pt x="2929" y="1"/>
                    <a:pt x="2815"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3" name="Google Shape;10513;p64"/>
            <p:cNvSpPr/>
            <p:nvPr/>
          </p:nvSpPr>
          <p:spPr>
            <a:xfrm>
              <a:off x="2655216" y="2517196"/>
              <a:ext cx="272062" cy="151166"/>
            </a:xfrm>
            <a:custGeom>
              <a:avLst/>
              <a:gdLst/>
              <a:ahLst/>
              <a:cxnLst/>
              <a:rect l="l" t="t" r="r" b="b"/>
              <a:pathLst>
                <a:path w="10390" h="5773" extrusionOk="0">
                  <a:moveTo>
                    <a:pt x="229" y="1"/>
                  </a:moveTo>
                  <a:cubicBezTo>
                    <a:pt x="105" y="1"/>
                    <a:pt x="0" y="106"/>
                    <a:pt x="0" y="220"/>
                  </a:cubicBezTo>
                  <a:lnTo>
                    <a:pt x="0" y="5553"/>
                  </a:lnTo>
                  <a:cubicBezTo>
                    <a:pt x="0" y="5677"/>
                    <a:pt x="105" y="5773"/>
                    <a:pt x="229" y="5773"/>
                  </a:cubicBezTo>
                  <a:lnTo>
                    <a:pt x="10170" y="5773"/>
                  </a:lnTo>
                  <a:cubicBezTo>
                    <a:pt x="10284" y="5773"/>
                    <a:pt x="10389" y="5677"/>
                    <a:pt x="10389" y="5553"/>
                  </a:cubicBezTo>
                  <a:lnTo>
                    <a:pt x="10389" y="5191"/>
                  </a:lnTo>
                  <a:lnTo>
                    <a:pt x="611" y="5191"/>
                  </a:lnTo>
                  <a:lnTo>
                    <a:pt x="611"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4" name="Google Shape;10514;p64"/>
            <p:cNvSpPr/>
            <p:nvPr/>
          </p:nvSpPr>
          <p:spPr>
            <a:xfrm>
              <a:off x="2770378" y="2678836"/>
              <a:ext cx="41739" cy="10762"/>
            </a:xfrm>
            <a:custGeom>
              <a:avLst/>
              <a:gdLst/>
              <a:ahLst/>
              <a:cxnLst/>
              <a:rect l="l" t="t" r="r" b="b"/>
              <a:pathLst>
                <a:path w="1594" h="411" extrusionOk="0">
                  <a:moveTo>
                    <a:pt x="248" y="0"/>
                  </a:moveTo>
                  <a:cubicBezTo>
                    <a:pt x="0" y="19"/>
                    <a:pt x="0" y="391"/>
                    <a:pt x="248" y="410"/>
                  </a:cubicBezTo>
                  <a:lnTo>
                    <a:pt x="1336" y="410"/>
                  </a:lnTo>
                  <a:cubicBezTo>
                    <a:pt x="1593" y="391"/>
                    <a:pt x="1593" y="19"/>
                    <a:pt x="133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5" name="Google Shape;10515;p64"/>
            <p:cNvSpPr/>
            <p:nvPr/>
          </p:nvSpPr>
          <p:spPr>
            <a:xfrm>
              <a:off x="2733404" y="2584910"/>
              <a:ext cx="25504" cy="26002"/>
            </a:xfrm>
            <a:custGeom>
              <a:avLst/>
              <a:gdLst/>
              <a:ahLst/>
              <a:cxnLst/>
              <a:rect l="l" t="t" r="r" b="b"/>
              <a:pathLst>
                <a:path w="974" h="993" extrusionOk="0">
                  <a:moveTo>
                    <a:pt x="220" y="0"/>
                  </a:moveTo>
                  <a:cubicBezTo>
                    <a:pt x="96" y="0"/>
                    <a:pt x="0" y="105"/>
                    <a:pt x="0" y="220"/>
                  </a:cubicBezTo>
                  <a:lnTo>
                    <a:pt x="0" y="773"/>
                  </a:lnTo>
                  <a:cubicBezTo>
                    <a:pt x="0" y="897"/>
                    <a:pt x="96" y="992"/>
                    <a:pt x="220" y="992"/>
                  </a:cubicBezTo>
                  <a:lnTo>
                    <a:pt x="754" y="992"/>
                  </a:lnTo>
                  <a:cubicBezTo>
                    <a:pt x="878" y="992"/>
                    <a:pt x="973" y="897"/>
                    <a:pt x="973" y="773"/>
                  </a:cubicBezTo>
                  <a:lnTo>
                    <a:pt x="973" y="220"/>
                  </a:lnTo>
                  <a:cubicBezTo>
                    <a:pt x="973" y="105"/>
                    <a:pt x="878" y="0"/>
                    <a:pt x="754"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6" name="Google Shape;10516;p64"/>
            <p:cNvSpPr/>
            <p:nvPr/>
          </p:nvSpPr>
          <p:spPr>
            <a:xfrm>
              <a:off x="2778364" y="2584910"/>
              <a:ext cx="25766" cy="26002"/>
            </a:xfrm>
            <a:custGeom>
              <a:avLst/>
              <a:gdLst/>
              <a:ahLst/>
              <a:cxnLst/>
              <a:rect l="l" t="t" r="r" b="b"/>
              <a:pathLst>
                <a:path w="984" h="993" extrusionOk="0">
                  <a:moveTo>
                    <a:pt x="229" y="0"/>
                  </a:moveTo>
                  <a:cubicBezTo>
                    <a:pt x="105" y="0"/>
                    <a:pt x="1" y="105"/>
                    <a:pt x="1" y="220"/>
                  </a:cubicBezTo>
                  <a:lnTo>
                    <a:pt x="1" y="773"/>
                  </a:lnTo>
                  <a:cubicBezTo>
                    <a:pt x="1" y="897"/>
                    <a:pt x="105" y="992"/>
                    <a:pt x="229" y="992"/>
                  </a:cubicBezTo>
                  <a:lnTo>
                    <a:pt x="764" y="992"/>
                  </a:lnTo>
                  <a:cubicBezTo>
                    <a:pt x="878" y="992"/>
                    <a:pt x="983" y="897"/>
                    <a:pt x="983" y="773"/>
                  </a:cubicBezTo>
                  <a:lnTo>
                    <a:pt x="983" y="220"/>
                  </a:lnTo>
                  <a:cubicBezTo>
                    <a:pt x="983" y="105"/>
                    <a:pt x="878" y="0"/>
                    <a:pt x="764" y="0"/>
                  </a:cubicBezTo>
                  <a:close/>
                </a:path>
              </a:pathLst>
            </a:custGeom>
            <a:solidFill>
              <a:srgbClr val="BF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7" name="Google Shape;10517;p64"/>
            <p:cNvSpPr/>
            <p:nvPr/>
          </p:nvSpPr>
          <p:spPr>
            <a:xfrm>
              <a:off x="2823585" y="2584910"/>
              <a:ext cx="25504" cy="26002"/>
            </a:xfrm>
            <a:custGeom>
              <a:avLst/>
              <a:gdLst/>
              <a:ahLst/>
              <a:cxnLst/>
              <a:rect l="l" t="t" r="r" b="b"/>
              <a:pathLst>
                <a:path w="974" h="993" extrusionOk="0">
                  <a:moveTo>
                    <a:pt x="220" y="0"/>
                  </a:moveTo>
                  <a:cubicBezTo>
                    <a:pt x="96" y="0"/>
                    <a:pt x="0" y="105"/>
                    <a:pt x="0" y="220"/>
                  </a:cubicBezTo>
                  <a:lnTo>
                    <a:pt x="0" y="773"/>
                  </a:lnTo>
                  <a:cubicBezTo>
                    <a:pt x="0" y="897"/>
                    <a:pt x="96" y="992"/>
                    <a:pt x="220" y="992"/>
                  </a:cubicBezTo>
                  <a:lnTo>
                    <a:pt x="754" y="992"/>
                  </a:lnTo>
                  <a:cubicBezTo>
                    <a:pt x="878" y="992"/>
                    <a:pt x="973" y="897"/>
                    <a:pt x="973" y="773"/>
                  </a:cubicBezTo>
                  <a:lnTo>
                    <a:pt x="973" y="220"/>
                  </a:lnTo>
                  <a:cubicBezTo>
                    <a:pt x="973" y="105"/>
                    <a:pt x="878" y="0"/>
                    <a:pt x="754"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8" name="Google Shape;10518;p64"/>
            <p:cNvSpPr/>
            <p:nvPr/>
          </p:nvSpPr>
          <p:spPr>
            <a:xfrm>
              <a:off x="2859799" y="2431780"/>
              <a:ext cx="134669" cy="136424"/>
            </a:xfrm>
            <a:custGeom>
              <a:avLst/>
              <a:gdLst/>
              <a:ahLst/>
              <a:cxnLst/>
              <a:rect l="l" t="t" r="r" b="b"/>
              <a:pathLst>
                <a:path w="5143" h="5210" extrusionOk="0">
                  <a:moveTo>
                    <a:pt x="2576" y="0"/>
                  </a:moveTo>
                  <a:cubicBezTo>
                    <a:pt x="1155" y="0"/>
                    <a:pt x="1" y="1164"/>
                    <a:pt x="1" y="2605"/>
                  </a:cubicBezTo>
                  <a:cubicBezTo>
                    <a:pt x="1" y="4045"/>
                    <a:pt x="1155" y="5209"/>
                    <a:pt x="2576" y="5209"/>
                  </a:cubicBezTo>
                  <a:cubicBezTo>
                    <a:pt x="3988" y="5209"/>
                    <a:pt x="5143" y="4045"/>
                    <a:pt x="5143" y="2605"/>
                  </a:cubicBezTo>
                  <a:cubicBezTo>
                    <a:pt x="5143" y="1164"/>
                    <a:pt x="3988" y="0"/>
                    <a:pt x="257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19" name="Google Shape;10519;p64"/>
            <p:cNvSpPr/>
            <p:nvPr/>
          </p:nvSpPr>
          <p:spPr>
            <a:xfrm>
              <a:off x="2904026" y="2482920"/>
              <a:ext cx="39984" cy="34302"/>
            </a:xfrm>
            <a:custGeom>
              <a:avLst/>
              <a:gdLst/>
              <a:ahLst/>
              <a:cxnLst/>
              <a:rect l="l" t="t" r="r" b="b"/>
              <a:pathLst>
                <a:path w="1527" h="1310" extrusionOk="0">
                  <a:moveTo>
                    <a:pt x="887" y="413"/>
                  </a:moveTo>
                  <a:cubicBezTo>
                    <a:pt x="1011" y="423"/>
                    <a:pt x="1116" y="528"/>
                    <a:pt x="1116" y="652"/>
                  </a:cubicBezTo>
                  <a:cubicBezTo>
                    <a:pt x="1116" y="800"/>
                    <a:pt x="999" y="896"/>
                    <a:pt x="876" y="896"/>
                  </a:cubicBezTo>
                  <a:cubicBezTo>
                    <a:pt x="817" y="896"/>
                    <a:pt x="756" y="873"/>
                    <a:pt x="706" y="823"/>
                  </a:cubicBezTo>
                  <a:cubicBezTo>
                    <a:pt x="553" y="671"/>
                    <a:pt x="668" y="413"/>
                    <a:pt x="887" y="413"/>
                  </a:cubicBezTo>
                  <a:close/>
                  <a:moveTo>
                    <a:pt x="869" y="1"/>
                  </a:moveTo>
                  <a:cubicBezTo>
                    <a:pt x="708" y="1"/>
                    <a:pt x="544" y="60"/>
                    <a:pt x="410" y="194"/>
                  </a:cubicBezTo>
                  <a:cubicBezTo>
                    <a:pt x="0" y="614"/>
                    <a:pt x="305" y="1310"/>
                    <a:pt x="887" y="1310"/>
                  </a:cubicBezTo>
                  <a:cubicBezTo>
                    <a:pt x="1240" y="1300"/>
                    <a:pt x="1527" y="1014"/>
                    <a:pt x="1527" y="652"/>
                  </a:cubicBezTo>
                  <a:cubicBezTo>
                    <a:pt x="1527" y="259"/>
                    <a:pt x="1205" y="1"/>
                    <a:pt x="86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0" name="Google Shape;10520;p64"/>
            <p:cNvSpPr/>
            <p:nvPr/>
          </p:nvSpPr>
          <p:spPr>
            <a:xfrm>
              <a:off x="2880433" y="2455190"/>
              <a:ext cx="93638" cy="89841"/>
            </a:xfrm>
            <a:custGeom>
              <a:avLst/>
              <a:gdLst/>
              <a:ahLst/>
              <a:cxnLst/>
              <a:rect l="l" t="t" r="r" b="b"/>
              <a:pathLst>
                <a:path w="3576" h="3431" extrusionOk="0">
                  <a:moveTo>
                    <a:pt x="1785" y="845"/>
                  </a:moveTo>
                  <a:cubicBezTo>
                    <a:pt x="1936" y="845"/>
                    <a:pt x="2089" y="885"/>
                    <a:pt x="2227" y="967"/>
                  </a:cubicBezTo>
                  <a:cubicBezTo>
                    <a:pt x="2418" y="1091"/>
                    <a:pt x="2561" y="1281"/>
                    <a:pt x="2609" y="1510"/>
                  </a:cubicBezTo>
                  <a:cubicBezTo>
                    <a:pt x="2666" y="1730"/>
                    <a:pt x="2628" y="1959"/>
                    <a:pt x="2513" y="2159"/>
                  </a:cubicBezTo>
                  <a:cubicBezTo>
                    <a:pt x="2447" y="2283"/>
                    <a:pt x="2342" y="2378"/>
                    <a:pt x="2227" y="2455"/>
                  </a:cubicBezTo>
                  <a:cubicBezTo>
                    <a:pt x="2089" y="2536"/>
                    <a:pt x="1936" y="2576"/>
                    <a:pt x="1785" y="2576"/>
                  </a:cubicBezTo>
                  <a:cubicBezTo>
                    <a:pt x="1633" y="2576"/>
                    <a:pt x="1483" y="2536"/>
                    <a:pt x="1349" y="2455"/>
                  </a:cubicBezTo>
                  <a:cubicBezTo>
                    <a:pt x="1149" y="2331"/>
                    <a:pt x="1016" y="2140"/>
                    <a:pt x="958" y="1921"/>
                  </a:cubicBezTo>
                  <a:cubicBezTo>
                    <a:pt x="930" y="1787"/>
                    <a:pt x="930" y="1644"/>
                    <a:pt x="958" y="1510"/>
                  </a:cubicBezTo>
                  <a:cubicBezTo>
                    <a:pt x="1016" y="1281"/>
                    <a:pt x="1149" y="1091"/>
                    <a:pt x="1349" y="967"/>
                  </a:cubicBezTo>
                  <a:cubicBezTo>
                    <a:pt x="1483" y="885"/>
                    <a:pt x="1633" y="845"/>
                    <a:pt x="1785" y="845"/>
                  </a:cubicBezTo>
                  <a:close/>
                  <a:moveTo>
                    <a:pt x="1784" y="1"/>
                  </a:moveTo>
                  <a:cubicBezTo>
                    <a:pt x="1686" y="1"/>
                    <a:pt x="1588" y="65"/>
                    <a:pt x="1578" y="194"/>
                  </a:cubicBezTo>
                  <a:lnTo>
                    <a:pt x="1578" y="451"/>
                  </a:lnTo>
                  <a:cubicBezTo>
                    <a:pt x="1388" y="480"/>
                    <a:pt x="1206" y="556"/>
                    <a:pt x="1054" y="671"/>
                  </a:cubicBezTo>
                  <a:lnTo>
                    <a:pt x="872" y="499"/>
                  </a:lnTo>
                  <a:cubicBezTo>
                    <a:pt x="830" y="463"/>
                    <a:pt x="785" y="448"/>
                    <a:pt x="741" y="448"/>
                  </a:cubicBezTo>
                  <a:cubicBezTo>
                    <a:pt x="588" y="448"/>
                    <a:pt x="458" y="637"/>
                    <a:pt x="577" y="785"/>
                  </a:cubicBezTo>
                  <a:lnTo>
                    <a:pt x="758" y="967"/>
                  </a:lnTo>
                  <a:cubicBezTo>
                    <a:pt x="644" y="1129"/>
                    <a:pt x="567" y="1320"/>
                    <a:pt x="539" y="1510"/>
                  </a:cubicBezTo>
                  <a:lnTo>
                    <a:pt x="291" y="1510"/>
                  </a:lnTo>
                  <a:cubicBezTo>
                    <a:pt x="285" y="1510"/>
                    <a:pt x="279" y="1510"/>
                    <a:pt x="273" y="1510"/>
                  </a:cubicBezTo>
                  <a:cubicBezTo>
                    <a:pt x="4" y="1510"/>
                    <a:pt x="1" y="1922"/>
                    <a:pt x="264" y="1922"/>
                  </a:cubicBezTo>
                  <a:cubicBezTo>
                    <a:pt x="273" y="1922"/>
                    <a:pt x="282" y="1921"/>
                    <a:pt x="291" y="1921"/>
                  </a:cubicBezTo>
                  <a:lnTo>
                    <a:pt x="539" y="1921"/>
                  </a:lnTo>
                  <a:cubicBezTo>
                    <a:pt x="567" y="2121"/>
                    <a:pt x="644" y="2302"/>
                    <a:pt x="758" y="2464"/>
                  </a:cubicBezTo>
                  <a:lnTo>
                    <a:pt x="586" y="2646"/>
                  </a:lnTo>
                  <a:cubicBezTo>
                    <a:pt x="407" y="2796"/>
                    <a:pt x="551" y="3016"/>
                    <a:pt x="714" y="3016"/>
                  </a:cubicBezTo>
                  <a:cubicBezTo>
                    <a:pt x="768" y="3016"/>
                    <a:pt x="825" y="2991"/>
                    <a:pt x="872" y="2932"/>
                  </a:cubicBezTo>
                  <a:lnTo>
                    <a:pt x="1054" y="2760"/>
                  </a:lnTo>
                  <a:cubicBezTo>
                    <a:pt x="1206" y="2875"/>
                    <a:pt x="1388" y="2951"/>
                    <a:pt x="1578" y="2979"/>
                  </a:cubicBezTo>
                  <a:lnTo>
                    <a:pt x="1578" y="3237"/>
                  </a:lnTo>
                  <a:cubicBezTo>
                    <a:pt x="1588" y="3366"/>
                    <a:pt x="1686" y="3430"/>
                    <a:pt x="1785" y="3430"/>
                  </a:cubicBezTo>
                  <a:cubicBezTo>
                    <a:pt x="1884" y="3430"/>
                    <a:pt x="1984" y="3366"/>
                    <a:pt x="1998" y="3237"/>
                  </a:cubicBezTo>
                  <a:lnTo>
                    <a:pt x="1998" y="2979"/>
                  </a:lnTo>
                  <a:cubicBezTo>
                    <a:pt x="2189" y="2951"/>
                    <a:pt x="2361" y="2875"/>
                    <a:pt x="2523" y="2760"/>
                  </a:cubicBezTo>
                  <a:lnTo>
                    <a:pt x="2695" y="2932"/>
                  </a:lnTo>
                  <a:cubicBezTo>
                    <a:pt x="2742" y="2991"/>
                    <a:pt x="2799" y="3016"/>
                    <a:pt x="2854" y="3016"/>
                  </a:cubicBezTo>
                  <a:cubicBezTo>
                    <a:pt x="3017" y="3016"/>
                    <a:pt x="3162" y="2796"/>
                    <a:pt x="2990" y="2646"/>
                  </a:cubicBezTo>
                  <a:lnTo>
                    <a:pt x="2809" y="2464"/>
                  </a:lnTo>
                  <a:cubicBezTo>
                    <a:pt x="2924" y="2302"/>
                    <a:pt x="3000" y="2121"/>
                    <a:pt x="3038" y="1921"/>
                  </a:cubicBezTo>
                  <a:lnTo>
                    <a:pt x="3286" y="1921"/>
                  </a:lnTo>
                  <a:cubicBezTo>
                    <a:pt x="3295" y="1921"/>
                    <a:pt x="3304" y="1922"/>
                    <a:pt x="3312" y="1922"/>
                  </a:cubicBezTo>
                  <a:cubicBezTo>
                    <a:pt x="3576" y="1922"/>
                    <a:pt x="3573" y="1510"/>
                    <a:pt x="3304" y="1510"/>
                  </a:cubicBezTo>
                  <a:cubicBezTo>
                    <a:pt x="3298" y="1510"/>
                    <a:pt x="3292" y="1510"/>
                    <a:pt x="3286" y="1510"/>
                  </a:cubicBezTo>
                  <a:lnTo>
                    <a:pt x="3038" y="1510"/>
                  </a:lnTo>
                  <a:cubicBezTo>
                    <a:pt x="3000" y="1310"/>
                    <a:pt x="2924" y="1129"/>
                    <a:pt x="2809" y="967"/>
                  </a:cubicBezTo>
                  <a:lnTo>
                    <a:pt x="2990" y="785"/>
                  </a:lnTo>
                  <a:cubicBezTo>
                    <a:pt x="3115" y="631"/>
                    <a:pt x="2986" y="443"/>
                    <a:pt x="2832" y="443"/>
                  </a:cubicBezTo>
                  <a:cubicBezTo>
                    <a:pt x="2786" y="443"/>
                    <a:pt x="2739" y="460"/>
                    <a:pt x="2695" y="499"/>
                  </a:cubicBezTo>
                  <a:lnTo>
                    <a:pt x="2523" y="671"/>
                  </a:lnTo>
                  <a:cubicBezTo>
                    <a:pt x="2361" y="556"/>
                    <a:pt x="2179" y="480"/>
                    <a:pt x="1989" y="451"/>
                  </a:cubicBezTo>
                  <a:lnTo>
                    <a:pt x="1989" y="194"/>
                  </a:lnTo>
                  <a:cubicBezTo>
                    <a:pt x="1979" y="65"/>
                    <a:pt x="1881" y="1"/>
                    <a:pt x="1784"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21" name="Google Shape;10521;p64"/>
          <p:cNvGrpSpPr/>
          <p:nvPr/>
        </p:nvGrpSpPr>
        <p:grpSpPr>
          <a:xfrm>
            <a:off x="3985114" y="3617594"/>
            <a:ext cx="373189" cy="358944"/>
            <a:chOff x="4011651" y="3768132"/>
            <a:chExt cx="373189" cy="358944"/>
          </a:xfrm>
        </p:grpSpPr>
        <p:sp>
          <p:nvSpPr>
            <p:cNvPr id="10522" name="Google Shape;10522;p64"/>
            <p:cNvSpPr/>
            <p:nvPr/>
          </p:nvSpPr>
          <p:spPr>
            <a:xfrm>
              <a:off x="4011651" y="3859387"/>
              <a:ext cx="275309" cy="267689"/>
            </a:xfrm>
            <a:custGeom>
              <a:avLst/>
              <a:gdLst/>
              <a:ahLst/>
              <a:cxnLst/>
              <a:rect l="l" t="t" r="r" b="b"/>
              <a:pathLst>
                <a:path w="10514" h="10223" extrusionOk="0">
                  <a:moveTo>
                    <a:pt x="2452" y="1"/>
                  </a:moveTo>
                  <a:lnTo>
                    <a:pt x="1632" y="430"/>
                  </a:lnTo>
                  <a:lnTo>
                    <a:pt x="1403" y="554"/>
                  </a:lnTo>
                  <a:cubicBezTo>
                    <a:pt x="401" y="1079"/>
                    <a:pt x="0" y="2300"/>
                    <a:pt x="506" y="3321"/>
                  </a:cubicBezTo>
                  <a:cubicBezTo>
                    <a:pt x="1174" y="4656"/>
                    <a:pt x="5848" y="9340"/>
                    <a:pt x="7193" y="10008"/>
                  </a:cubicBezTo>
                  <a:cubicBezTo>
                    <a:pt x="7490" y="10153"/>
                    <a:pt x="7805" y="10223"/>
                    <a:pt x="8115" y="10223"/>
                  </a:cubicBezTo>
                  <a:cubicBezTo>
                    <a:pt x="8865" y="10223"/>
                    <a:pt x="9589" y="9820"/>
                    <a:pt x="9960" y="9111"/>
                  </a:cubicBezTo>
                  <a:lnTo>
                    <a:pt x="10074" y="8882"/>
                  </a:lnTo>
                  <a:lnTo>
                    <a:pt x="10513" y="8052"/>
                  </a:lnTo>
                  <a:lnTo>
                    <a:pt x="8128" y="6717"/>
                  </a:lnTo>
                  <a:lnTo>
                    <a:pt x="7918" y="7232"/>
                  </a:lnTo>
                  <a:cubicBezTo>
                    <a:pt x="7761" y="7616"/>
                    <a:pt x="7392" y="7838"/>
                    <a:pt x="7014" y="7838"/>
                  </a:cubicBezTo>
                  <a:cubicBezTo>
                    <a:pt x="6819" y="7838"/>
                    <a:pt x="6621" y="7779"/>
                    <a:pt x="6449" y="7652"/>
                  </a:cubicBezTo>
                  <a:cubicBezTo>
                    <a:pt x="6211" y="7480"/>
                    <a:pt x="3034" y="4303"/>
                    <a:pt x="2862" y="4065"/>
                  </a:cubicBezTo>
                  <a:cubicBezTo>
                    <a:pt x="2490" y="3550"/>
                    <a:pt x="2691" y="2834"/>
                    <a:pt x="3272" y="2596"/>
                  </a:cubicBezTo>
                  <a:lnTo>
                    <a:pt x="3788" y="2386"/>
                  </a:lnTo>
                  <a:lnTo>
                    <a:pt x="2452"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3" name="Google Shape;10523;p64"/>
            <p:cNvSpPr/>
            <p:nvPr/>
          </p:nvSpPr>
          <p:spPr>
            <a:xfrm>
              <a:off x="4054359" y="3859151"/>
              <a:ext cx="56481" cy="72716"/>
            </a:xfrm>
            <a:custGeom>
              <a:avLst/>
              <a:gdLst/>
              <a:ahLst/>
              <a:cxnLst/>
              <a:rect l="l" t="t" r="r" b="b"/>
              <a:pathLst>
                <a:path w="2157" h="2777" extrusionOk="0">
                  <a:moveTo>
                    <a:pt x="821" y="0"/>
                  </a:moveTo>
                  <a:lnTo>
                    <a:pt x="1" y="439"/>
                  </a:lnTo>
                  <a:lnTo>
                    <a:pt x="1374" y="2776"/>
                  </a:lnTo>
                  <a:cubicBezTo>
                    <a:pt x="1451" y="2700"/>
                    <a:pt x="1546" y="2643"/>
                    <a:pt x="1641" y="2605"/>
                  </a:cubicBezTo>
                  <a:lnTo>
                    <a:pt x="2157" y="2395"/>
                  </a:lnTo>
                  <a:lnTo>
                    <a:pt x="821"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4" name="Google Shape;10524;p64"/>
            <p:cNvSpPr/>
            <p:nvPr/>
          </p:nvSpPr>
          <p:spPr>
            <a:xfrm>
              <a:off x="4214480" y="4035245"/>
              <a:ext cx="72480" cy="56743"/>
            </a:xfrm>
            <a:custGeom>
              <a:avLst/>
              <a:gdLst/>
              <a:ahLst/>
              <a:cxnLst/>
              <a:rect l="l" t="t" r="r" b="b"/>
              <a:pathLst>
                <a:path w="2768" h="2167" extrusionOk="0">
                  <a:moveTo>
                    <a:pt x="382" y="1"/>
                  </a:moveTo>
                  <a:lnTo>
                    <a:pt x="172" y="526"/>
                  </a:lnTo>
                  <a:cubicBezTo>
                    <a:pt x="125" y="621"/>
                    <a:pt x="67" y="716"/>
                    <a:pt x="1" y="793"/>
                  </a:cubicBezTo>
                  <a:lnTo>
                    <a:pt x="2328" y="2166"/>
                  </a:lnTo>
                  <a:lnTo>
                    <a:pt x="2767" y="1336"/>
                  </a:lnTo>
                  <a:lnTo>
                    <a:pt x="382"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5" name="Google Shape;10525;p64"/>
            <p:cNvSpPr/>
            <p:nvPr/>
          </p:nvSpPr>
          <p:spPr>
            <a:xfrm>
              <a:off x="4135559" y="3768132"/>
              <a:ext cx="249281" cy="210946"/>
            </a:xfrm>
            <a:custGeom>
              <a:avLst/>
              <a:gdLst/>
              <a:ahLst/>
              <a:cxnLst/>
              <a:rect l="l" t="t" r="r" b="b"/>
              <a:pathLst>
                <a:path w="9520" h="8056" extrusionOk="0">
                  <a:moveTo>
                    <a:pt x="4798" y="0"/>
                  </a:moveTo>
                  <a:cubicBezTo>
                    <a:pt x="4745" y="0"/>
                    <a:pt x="4691" y="2"/>
                    <a:pt x="4636" y="4"/>
                  </a:cubicBezTo>
                  <a:cubicBezTo>
                    <a:pt x="1612" y="118"/>
                    <a:pt x="0" y="3629"/>
                    <a:pt x="1879" y="6004"/>
                  </a:cubicBezTo>
                  <a:lnTo>
                    <a:pt x="1803" y="7826"/>
                  </a:lnTo>
                  <a:cubicBezTo>
                    <a:pt x="1795" y="7956"/>
                    <a:pt x="1904" y="8056"/>
                    <a:pt x="2026" y="8056"/>
                  </a:cubicBezTo>
                  <a:cubicBezTo>
                    <a:pt x="2056" y="8056"/>
                    <a:pt x="2088" y="8050"/>
                    <a:pt x="2118" y="8036"/>
                  </a:cubicBezTo>
                  <a:lnTo>
                    <a:pt x="3768" y="7264"/>
                  </a:lnTo>
                  <a:cubicBezTo>
                    <a:pt x="4103" y="7359"/>
                    <a:pt x="4443" y="7404"/>
                    <a:pt x="4778" y="7404"/>
                  </a:cubicBezTo>
                  <a:cubicBezTo>
                    <a:pt x="5993" y="7404"/>
                    <a:pt x="7158" y="6805"/>
                    <a:pt x="7861" y="5766"/>
                  </a:cubicBezTo>
                  <a:cubicBezTo>
                    <a:pt x="9519" y="3293"/>
                    <a:pt x="7727" y="0"/>
                    <a:pt x="479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6" name="Google Shape;10526;p64"/>
            <p:cNvSpPr/>
            <p:nvPr/>
          </p:nvSpPr>
          <p:spPr>
            <a:xfrm>
              <a:off x="4062110" y="3836553"/>
              <a:ext cx="78712" cy="97827"/>
            </a:xfrm>
            <a:custGeom>
              <a:avLst/>
              <a:gdLst/>
              <a:ahLst/>
              <a:cxnLst/>
              <a:rect l="l" t="t" r="r" b="b"/>
              <a:pathLst>
                <a:path w="3006" h="3736" extrusionOk="0">
                  <a:moveTo>
                    <a:pt x="1124" y="0"/>
                  </a:moveTo>
                  <a:cubicBezTo>
                    <a:pt x="1086" y="0"/>
                    <a:pt x="1047" y="11"/>
                    <a:pt x="1012" y="33"/>
                  </a:cubicBezTo>
                  <a:lnTo>
                    <a:pt x="134" y="539"/>
                  </a:lnTo>
                  <a:cubicBezTo>
                    <a:pt x="29" y="606"/>
                    <a:pt x="0" y="739"/>
                    <a:pt x="58" y="844"/>
                  </a:cubicBezTo>
                  <a:lnTo>
                    <a:pt x="1698" y="3630"/>
                  </a:lnTo>
                  <a:cubicBezTo>
                    <a:pt x="1736" y="3699"/>
                    <a:pt x="1807" y="3735"/>
                    <a:pt x="1881" y="3735"/>
                  </a:cubicBezTo>
                  <a:cubicBezTo>
                    <a:pt x="1920" y="3735"/>
                    <a:pt x="1959" y="3726"/>
                    <a:pt x="1994" y="3706"/>
                  </a:cubicBezTo>
                  <a:lnTo>
                    <a:pt x="2872" y="3191"/>
                  </a:lnTo>
                  <a:cubicBezTo>
                    <a:pt x="2977" y="3134"/>
                    <a:pt x="3005" y="2991"/>
                    <a:pt x="2948" y="2886"/>
                  </a:cubicBezTo>
                  <a:lnTo>
                    <a:pt x="1307" y="110"/>
                  </a:lnTo>
                  <a:cubicBezTo>
                    <a:pt x="1269" y="40"/>
                    <a:pt x="1198" y="0"/>
                    <a:pt x="1124" y="0"/>
                  </a:cubicBezTo>
                  <a:close/>
                </a:path>
              </a:pathLst>
            </a:custGeom>
            <a:solidFill>
              <a:srgbClr val="BAC2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7" name="Google Shape;10527;p64"/>
            <p:cNvSpPr/>
            <p:nvPr/>
          </p:nvSpPr>
          <p:spPr>
            <a:xfrm>
              <a:off x="4210998" y="4006154"/>
              <a:ext cx="99451" cy="77298"/>
            </a:xfrm>
            <a:custGeom>
              <a:avLst/>
              <a:gdLst/>
              <a:ahLst/>
              <a:cxnLst/>
              <a:rect l="l" t="t" r="r" b="b"/>
              <a:pathLst>
                <a:path w="3798" h="2952" extrusionOk="0">
                  <a:moveTo>
                    <a:pt x="765" y="1"/>
                  </a:moveTo>
                  <a:cubicBezTo>
                    <a:pt x="691" y="1"/>
                    <a:pt x="620" y="41"/>
                    <a:pt x="582" y="110"/>
                  </a:cubicBezTo>
                  <a:lnTo>
                    <a:pt x="67" y="978"/>
                  </a:lnTo>
                  <a:cubicBezTo>
                    <a:pt x="0" y="1083"/>
                    <a:pt x="38" y="1217"/>
                    <a:pt x="143" y="1284"/>
                  </a:cubicBezTo>
                  <a:lnTo>
                    <a:pt x="2929" y="2924"/>
                  </a:lnTo>
                  <a:cubicBezTo>
                    <a:pt x="2962" y="2943"/>
                    <a:pt x="2998" y="2951"/>
                    <a:pt x="3033" y="2951"/>
                  </a:cubicBezTo>
                  <a:cubicBezTo>
                    <a:pt x="3110" y="2951"/>
                    <a:pt x="3185" y="2911"/>
                    <a:pt x="3225" y="2839"/>
                  </a:cubicBezTo>
                  <a:lnTo>
                    <a:pt x="3740" y="1970"/>
                  </a:lnTo>
                  <a:cubicBezTo>
                    <a:pt x="3797" y="1866"/>
                    <a:pt x="3768" y="1732"/>
                    <a:pt x="3663" y="1665"/>
                  </a:cubicBezTo>
                  <a:lnTo>
                    <a:pt x="878" y="34"/>
                  </a:lnTo>
                  <a:cubicBezTo>
                    <a:pt x="842" y="11"/>
                    <a:pt x="803" y="1"/>
                    <a:pt x="765" y="1"/>
                  </a:cubicBezTo>
                  <a:close/>
                </a:path>
              </a:pathLst>
            </a:custGeom>
            <a:solidFill>
              <a:srgbClr val="BAC2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8" name="Google Shape;10528;p64"/>
            <p:cNvSpPr/>
            <p:nvPr/>
          </p:nvSpPr>
          <p:spPr>
            <a:xfrm>
              <a:off x="4186750" y="3787195"/>
              <a:ext cx="147657" cy="149595"/>
            </a:xfrm>
            <a:custGeom>
              <a:avLst/>
              <a:gdLst/>
              <a:ahLst/>
              <a:cxnLst/>
              <a:rect l="l" t="t" r="r" b="b"/>
              <a:pathLst>
                <a:path w="5639" h="5713" extrusionOk="0">
                  <a:moveTo>
                    <a:pt x="3619" y="1"/>
                  </a:moveTo>
                  <a:cubicBezTo>
                    <a:pt x="3478" y="1"/>
                    <a:pt x="3337" y="151"/>
                    <a:pt x="3435" y="316"/>
                  </a:cubicBezTo>
                  <a:lnTo>
                    <a:pt x="3616" y="621"/>
                  </a:lnTo>
                  <a:cubicBezTo>
                    <a:pt x="3359" y="540"/>
                    <a:pt x="3096" y="501"/>
                    <a:pt x="2836" y="501"/>
                  </a:cubicBezTo>
                  <a:cubicBezTo>
                    <a:pt x="1959" y="501"/>
                    <a:pt x="1116" y="943"/>
                    <a:pt x="630" y="1708"/>
                  </a:cubicBezTo>
                  <a:cubicBezTo>
                    <a:pt x="1" y="2710"/>
                    <a:pt x="115" y="4008"/>
                    <a:pt x="917" y="4876"/>
                  </a:cubicBezTo>
                  <a:cubicBezTo>
                    <a:pt x="1422" y="5424"/>
                    <a:pt x="2122" y="5713"/>
                    <a:pt x="2833" y="5713"/>
                  </a:cubicBezTo>
                  <a:cubicBezTo>
                    <a:pt x="3248" y="5713"/>
                    <a:pt x="3668" y="5614"/>
                    <a:pt x="4055" y="5410"/>
                  </a:cubicBezTo>
                  <a:cubicBezTo>
                    <a:pt x="5095" y="4857"/>
                    <a:pt x="5639" y="3664"/>
                    <a:pt x="5362" y="2510"/>
                  </a:cubicBezTo>
                  <a:lnTo>
                    <a:pt x="5372" y="2510"/>
                  </a:lnTo>
                  <a:cubicBezTo>
                    <a:pt x="5344" y="2399"/>
                    <a:pt x="5259" y="2351"/>
                    <a:pt x="5174" y="2351"/>
                  </a:cubicBezTo>
                  <a:cubicBezTo>
                    <a:pt x="5052" y="2351"/>
                    <a:pt x="4928" y="2448"/>
                    <a:pt x="4962" y="2605"/>
                  </a:cubicBezTo>
                  <a:cubicBezTo>
                    <a:pt x="5190" y="3578"/>
                    <a:pt x="4742" y="4580"/>
                    <a:pt x="3855" y="5047"/>
                  </a:cubicBezTo>
                  <a:cubicBezTo>
                    <a:pt x="3533" y="5219"/>
                    <a:pt x="3183" y="5302"/>
                    <a:pt x="2835" y="5302"/>
                  </a:cubicBezTo>
                  <a:cubicBezTo>
                    <a:pt x="2235" y="5302"/>
                    <a:pt x="1641" y="5055"/>
                    <a:pt x="1212" y="4589"/>
                  </a:cubicBezTo>
                  <a:cubicBezTo>
                    <a:pt x="545" y="3855"/>
                    <a:pt x="449" y="2758"/>
                    <a:pt x="993" y="1918"/>
                  </a:cubicBezTo>
                  <a:cubicBezTo>
                    <a:pt x="1398" y="1281"/>
                    <a:pt x="2095" y="919"/>
                    <a:pt x="2825" y="919"/>
                  </a:cubicBezTo>
                  <a:cubicBezTo>
                    <a:pt x="3056" y="919"/>
                    <a:pt x="3291" y="955"/>
                    <a:pt x="3521" y="1031"/>
                  </a:cubicBezTo>
                  <a:lnTo>
                    <a:pt x="3073" y="1126"/>
                  </a:lnTo>
                  <a:cubicBezTo>
                    <a:pt x="2826" y="1188"/>
                    <a:pt x="2888" y="1535"/>
                    <a:pt x="3110" y="1535"/>
                  </a:cubicBezTo>
                  <a:cubicBezTo>
                    <a:pt x="3128" y="1535"/>
                    <a:pt x="3148" y="1532"/>
                    <a:pt x="3168" y="1527"/>
                  </a:cubicBezTo>
                  <a:lnTo>
                    <a:pt x="4179" y="1298"/>
                  </a:lnTo>
                  <a:cubicBezTo>
                    <a:pt x="4313" y="1270"/>
                    <a:pt x="4380" y="1117"/>
                    <a:pt x="4313" y="993"/>
                  </a:cubicBezTo>
                  <a:lnTo>
                    <a:pt x="3788" y="106"/>
                  </a:lnTo>
                  <a:cubicBezTo>
                    <a:pt x="3747" y="31"/>
                    <a:pt x="3683" y="1"/>
                    <a:pt x="3619"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9" name="Google Shape;10529;p64"/>
            <p:cNvSpPr/>
            <p:nvPr/>
          </p:nvSpPr>
          <p:spPr>
            <a:xfrm>
              <a:off x="4226473" y="3841659"/>
              <a:ext cx="42734" cy="53496"/>
            </a:xfrm>
            <a:custGeom>
              <a:avLst/>
              <a:gdLst/>
              <a:ahLst/>
              <a:cxnLst/>
              <a:rect l="l" t="t" r="r" b="b"/>
              <a:pathLst>
                <a:path w="1632" h="2043" extrusionOk="0">
                  <a:moveTo>
                    <a:pt x="709" y="0"/>
                  </a:moveTo>
                  <a:cubicBezTo>
                    <a:pt x="354" y="0"/>
                    <a:pt x="58" y="292"/>
                    <a:pt x="48" y="649"/>
                  </a:cubicBezTo>
                  <a:cubicBezTo>
                    <a:pt x="48" y="788"/>
                    <a:pt x="153" y="857"/>
                    <a:pt x="258" y="857"/>
                  </a:cubicBezTo>
                  <a:cubicBezTo>
                    <a:pt x="363" y="857"/>
                    <a:pt x="468" y="788"/>
                    <a:pt x="468" y="649"/>
                  </a:cubicBezTo>
                  <a:cubicBezTo>
                    <a:pt x="468" y="521"/>
                    <a:pt x="574" y="410"/>
                    <a:pt x="709" y="410"/>
                  </a:cubicBezTo>
                  <a:cubicBezTo>
                    <a:pt x="714" y="410"/>
                    <a:pt x="720" y="410"/>
                    <a:pt x="726" y="411"/>
                  </a:cubicBezTo>
                  <a:lnTo>
                    <a:pt x="802" y="411"/>
                  </a:lnTo>
                  <a:cubicBezTo>
                    <a:pt x="840" y="411"/>
                    <a:pt x="869" y="430"/>
                    <a:pt x="888" y="458"/>
                  </a:cubicBezTo>
                  <a:cubicBezTo>
                    <a:pt x="897" y="477"/>
                    <a:pt x="897" y="506"/>
                    <a:pt x="888" y="525"/>
                  </a:cubicBezTo>
                  <a:lnTo>
                    <a:pt x="86" y="1708"/>
                  </a:lnTo>
                  <a:cubicBezTo>
                    <a:pt x="1" y="1851"/>
                    <a:pt x="96" y="2032"/>
                    <a:pt x="258" y="2032"/>
                  </a:cubicBezTo>
                  <a:lnTo>
                    <a:pt x="1355" y="2032"/>
                  </a:lnTo>
                  <a:lnTo>
                    <a:pt x="1355" y="2042"/>
                  </a:lnTo>
                  <a:cubicBezTo>
                    <a:pt x="1632" y="2042"/>
                    <a:pt x="1632" y="1622"/>
                    <a:pt x="1355" y="1622"/>
                  </a:cubicBezTo>
                  <a:lnTo>
                    <a:pt x="649" y="1622"/>
                  </a:lnTo>
                  <a:lnTo>
                    <a:pt x="1231" y="764"/>
                  </a:lnTo>
                  <a:cubicBezTo>
                    <a:pt x="1327" y="611"/>
                    <a:pt x="1336" y="420"/>
                    <a:pt x="1250" y="268"/>
                  </a:cubicBezTo>
                  <a:cubicBezTo>
                    <a:pt x="1164" y="105"/>
                    <a:pt x="993" y="0"/>
                    <a:pt x="802" y="0"/>
                  </a:cubicBezTo>
                  <a:lnTo>
                    <a:pt x="726" y="0"/>
                  </a:lnTo>
                  <a:cubicBezTo>
                    <a:pt x="720" y="0"/>
                    <a:pt x="714" y="0"/>
                    <a:pt x="709"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0" name="Google Shape;10530;p64"/>
            <p:cNvSpPr/>
            <p:nvPr/>
          </p:nvSpPr>
          <p:spPr>
            <a:xfrm>
              <a:off x="4266431" y="3841476"/>
              <a:ext cx="30008" cy="53417"/>
            </a:xfrm>
            <a:custGeom>
              <a:avLst/>
              <a:gdLst/>
              <a:ahLst/>
              <a:cxnLst/>
              <a:rect l="l" t="t" r="r" b="b"/>
              <a:pathLst>
                <a:path w="1146" h="2040" extrusionOk="0">
                  <a:moveTo>
                    <a:pt x="206" y="0"/>
                  </a:moveTo>
                  <a:cubicBezTo>
                    <a:pt x="104" y="0"/>
                    <a:pt x="1" y="69"/>
                    <a:pt x="1" y="208"/>
                  </a:cubicBezTo>
                  <a:lnTo>
                    <a:pt x="1" y="1076"/>
                  </a:lnTo>
                  <a:cubicBezTo>
                    <a:pt x="1" y="1181"/>
                    <a:pt x="87" y="1276"/>
                    <a:pt x="201" y="1276"/>
                  </a:cubicBezTo>
                  <a:lnTo>
                    <a:pt x="736" y="1276"/>
                  </a:lnTo>
                  <a:lnTo>
                    <a:pt x="736" y="1830"/>
                  </a:lnTo>
                  <a:cubicBezTo>
                    <a:pt x="736" y="1944"/>
                    <a:pt x="821" y="2039"/>
                    <a:pt x="936" y="2039"/>
                  </a:cubicBezTo>
                  <a:cubicBezTo>
                    <a:pt x="1050" y="2039"/>
                    <a:pt x="1146" y="1944"/>
                    <a:pt x="1146" y="1830"/>
                  </a:cubicBezTo>
                  <a:lnTo>
                    <a:pt x="1146" y="1066"/>
                  </a:lnTo>
                  <a:cubicBezTo>
                    <a:pt x="1146" y="952"/>
                    <a:pt x="1050" y="866"/>
                    <a:pt x="936" y="866"/>
                  </a:cubicBezTo>
                  <a:lnTo>
                    <a:pt x="411" y="866"/>
                  </a:lnTo>
                  <a:lnTo>
                    <a:pt x="411" y="208"/>
                  </a:lnTo>
                  <a:cubicBezTo>
                    <a:pt x="411" y="69"/>
                    <a:pt x="309" y="0"/>
                    <a:pt x="206"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1" name="Google Shape;10531;p64"/>
            <p:cNvSpPr/>
            <p:nvPr/>
          </p:nvSpPr>
          <p:spPr>
            <a:xfrm>
              <a:off x="4285677" y="3841476"/>
              <a:ext cx="10762" cy="33438"/>
            </a:xfrm>
            <a:custGeom>
              <a:avLst/>
              <a:gdLst/>
              <a:ahLst/>
              <a:cxnLst/>
              <a:rect l="l" t="t" r="r" b="b"/>
              <a:pathLst>
                <a:path w="411" h="1277" extrusionOk="0">
                  <a:moveTo>
                    <a:pt x="206" y="0"/>
                  </a:moveTo>
                  <a:cubicBezTo>
                    <a:pt x="103" y="0"/>
                    <a:pt x="1" y="69"/>
                    <a:pt x="1" y="208"/>
                  </a:cubicBezTo>
                  <a:lnTo>
                    <a:pt x="1" y="1066"/>
                  </a:lnTo>
                  <a:cubicBezTo>
                    <a:pt x="1" y="1181"/>
                    <a:pt x="86" y="1276"/>
                    <a:pt x="201" y="1276"/>
                  </a:cubicBezTo>
                  <a:cubicBezTo>
                    <a:pt x="315" y="1276"/>
                    <a:pt x="411" y="1181"/>
                    <a:pt x="411" y="1066"/>
                  </a:cubicBezTo>
                  <a:lnTo>
                    <a:pt x="411" y="208"/>
                  </a:lnTo>
                  <a:cubicBezTo>
                    <a:pt x="411" y="69"/>
                    <a:pt x="308" y="0"/>
                    <a:pt x="206"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32" name="Google Shape;10532;p64"/>
          <p:cNvGrpSpPr/>
          <p:nvPr/>
        </p:nvGrpSpPr>
        <p:grpSpPr>
          <a:xfrm>
            <a:off x="2163031" y="1811065"/>
            <a:ext cx="364993" cy="359049"/>
            <a:chOff x="2189568" y="1961603"/>
            <a:chExt cx="364993" cy="359049"/>
          </a:xfrm>
        </p:grpSpPr>
        <p:sp>
          <p:nvSpPr>
            <p:cNvPr id="10533" name="Google Shape;10533;p64"/>
            <p:cNvSpPr/>
            <p:nvPr/>
          </p:nvSpPr>
          <p:spPr>
            <a:xfrm>
              <a:off x="2232197" y="2004206"/>
              <a:ext cx="77822" cy="73868"/>
            </a:xfrm>
            <a:custGeom>
              <a:avLst/>
              <a:gdLst/>
              <a:ahLst/>
              <a:cxnLst/>
              <a:rect l="l" t="t" r="r" b="b"/>
              <a:pathLst>
                <a:path w="2972" h="2821" extrusionOk="0">
                  <a:moveTo>
                    <a:pt x="292" y="1"/>
                  </a:moveTo>
                  <a:cubicBezTo>
                    <a:pt x="135" y="1"/>
                    <a:pt x="1" y="204"/>
                    <a:pt x="147" y="350"/>
                  </a:cubicBezTo>
                  <a:lnTo>
                    <a:pt x="2551" y="2754"/>
                  </a:lnTo>
                  <a:cubicBezTo>
                    <a:pt x="2590" y="2792"/>
                    <a:pt x="2647" y="2821"/>
                    <a:pt x="2694" y="2821"/>
                  </a:cubicBezTo>
                  <a:cubicBezTo>
                    <a:pt x="2876" y="2821"/>
                    <a:pt x="2971" y="2592"/>
                    <a:pt x="2838" y="2468"/>
                  </a:cubicBezTo>
                  <a:lnTo>
                    <a:pt x="434" y="64"/>
                  </a:lnTo>
                  <a:cubicBezTo>
                    <a:pt x="389" y="19"/>
                    <a:pt x="340" y="1"/>
                    <a:pt x="29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4" name="Google Shape;10534;p64"/>
            <p:cNvSpPr/>
            <p:nvPr/>
          </p:nvSpPr>
          <p:spPr>
            <a:xfrm>
              <a:off x="2192187" y="2070061"/>
              <a:ext cx="100838" cy="35009"/>
            </a:xfrm>
            <a:custGeom>
              <a:avLst/>
              <a:gdLst/>
              <a:ahLst/>
              <a:cxnLst/>
              <a:rect l="l" t="t" r="r" b="b"/>
              <a:pathLst>
                <a:path w="3851" h="1337" extrusionOk="0">
                  <a:moveTo>
                    <a:pt x="285" y="0"/>
                  </a:moveTo>
                  <a:cubicBezTo>
                    <a:pt x="74" y="0"/>
                    <a:pt x="1" y="332"/>
                    <a:pt x="244" y="401"/>
                  </a:cubicBezTo>
                  <a:lnTo>
                    <a:pt x="3517" y="1327"/>
                  </a:lnTo>
                  <a:cubicBezTo>
                    <a:pt x="3526" y="1336"/>
                    <a:pt x="3545" y="1336"/>
                    <a:pt x="3564" y="1336"/>
                  </a:cubicBezTo>
                  <a:cubicBezTo>
                    <a:pt x="3803" y="1336"/>
                    <a:pt x="3850" y="1002"/>
                    <a:pt x="3621" y="935"/>
                  </a:cubicBezTo>
                  <a:lnTo>
                    <a:pt x="349" y="10"/>
                  </a:lnTo>
                  <a:cubicBezTo>
                    <a:pt x="327" y="3"/>
                    <a:pt x="305" y="0"/>
                    <a:pt x="28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5" name="Google Shape;10535;p64"/>
            <p:cNvSpPr/>
            <p:nvPr/>
          </p:nvSpPr>
          <p:spPr>
            <a:xfrm>
              <a:off x="2189568" y="2121514"/>
              <a:ext cx="100131" cy="36999"/>
            </a:xfrm>
            <a:custGeom>
              <a:avLst/>
              <a:gdLst/>
              <a:ahLst/>
              <a:cxnLst/>
              <a:rect l="l" t="t" r="r" b="b"/>
              <a:pathLst>
                <a:path w="3824" h="1413" extrusionOk="0">
                  <a:moveTo>
                    <a:pt x="3539" y="0"/>
                  </a:moveTo>
                  <a:cubicBezTo>
                    <a:pt x="3519" y="0"/>
                    <a:pt x="3497" y="3"/>
                    <a:pt x="3473" y="10"/>
                  </a:cubicBezTo>
                  <a:lnTo>
                    <a:pt x="220" y="1012"/>
                  </a:lnTo>
                  <a:cubicBezTo>
                    <a:pt x="1" y="1079"/>
                    <a:pt x="49" y="1403"/>
                    <a:pt x="278" y="1413"/>
                  </a:cubicBezTo>
                  <a:cubicBezTo>
                    <a:pt x="306" y="1403"/>
                    <a:pt x="325" y="1403"/>
                    <a:pt x="344" y="1394"/>
                  </a:cubicBezTo>
                  <a:lnTo>
                    <a:pt x="3597" y="392"/>
                  </a:lnTo>
                  <a:cubicBezTo>
                    <a:pt x="3823" y="322"/>
                    <a:pt x="3749" y="0"/>
                    <a:pt x="353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6" name="Google Shape;10536;p64"/>
            <p:cNvSpPr/>
            <p:nvPr/>
          </p:nvSpPr>
          <p:spPr>
            <a:xfrm>
              <a:off x="2299048" y="1964404"/>
              <a:ext cx="36947" cy="96439"/>
            </a:xfrm>
            <a:custGeom>
              <a:avLst/>
              <a:gdLst/>
              <a:ahLst/>
              <a:cxnLst/>
              <a:rect l="l" t="t" r="r" b="b"/>
              <a:pathLst>
                <a:path w="1411" h="3683" extrusionOk="0">
                  <a:moveTo>
                    <a:pt x="250" y="1"/>
                  </a:moveTo>
                  <a:cubicBezTo>
                    <a:pt x="127" y="1"/>
                    <a:pt x="0" y="106"/>
                    <a:pt x="46" y="267"/>
                  </a:cubicBezTo>
                  <a:lnTo>
                    <a:pt x="981" y="3539"/>
                  </a:lnTo>
                  <a:cubicBezTo>
                    <a:pt x="1010" y="3625"/>
                    <a:pt x="1086" y="3683"/>
                    <a:pt x="1181" y="3683"/>
                  </a:cubicBezTo>
                  <a:cubicBezTo>
                    <a:pt x="1315" y="3683"/>
                    <a:pt x="1410" y="3559"/>
                    <a:pt x="1372" y="3425"/>
                  </a:cubicBezTo>
                  <a:lnTo>
                    <a:pt x="437" y="153"/>
                  </a:lnTo>
                  <a:cubicBezTo>
                    <a:pt x="411" y="47"/>
                    <a:pt x="331" y="1"/>
                    <a:pt x="250"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7" name="Google Shape;10537;p64"/>
            <p:cNvSpPr/>
            <p:nvPr/>
          </p:nvSpPr>
          <p:spPr>
            <a:xfrm>
              <a:off x="2350711" y="1961603"/>
              <a:ext cx="38701" cy="95732"/>
            </a:xfrm>
            <a:custGeom>
              <a:avLst/>
              <a:gdLst/>
              <a:ahLst/>
              <a:cxnLst/>
              <a:rect l="l" t="t" r="r" b="b"/>
              <a:pathLst>
                <a:path w="1478" h="3656" extrusionOk="0">
                  <a:moveTo>
                    <a:pt x="1233" y="0"/>
                  </a:moveTo>
                  <a:cubicBezTo>
                    <a:pt x="1154" y="0"/>
                    <a:pt x="1074" y="44"/>
                    <a:pt x="1040" y="145"/>
                  </a:cubicBezTo>
                  <a:lnTo>
                    <a:pt x="48" y="3398"/>
                  </a:lnTo>
                  <a:cubicBezTo>
                    <a:pt x="0" y="3522"/>
                    <a:pt x="105" y="3656"/>
                    <a:pt x="239" y="3656"/>
                  </a:cubicBezTo>
                  <a:cubicBezTo>
                    <a:pt x="324" y="3656"/>
                    <a:pt x="410" y="3599"/>
                    <a:pt x="439" y="3513"/>
                  </a:cubicBezTo>
                  <a:lnTo>
                    <a:pt x="1431" y="260"/>
                  </a:lnTo>
                  <a:cubicBezTo>
                    <a:pt x="1477" y="104"/>
                    <a:pt x="1355" y="0"/>
                    <a:pt x="123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8" name="Google Shape;10538;p64"/>
            <p:cNvSpPr/>
            <p:nvPr/>
          </p:nvSpPr>
          <p:spPr>
            <a:xfrm>
              <a:off x="2286243" y="2072313"/>
              <a:ext cx="237838" cy="221604"/>
            </a:xfrm>
            <a:custGeom>
              <a:avLst/>
              <a:gdLst/>
              <a:ahLst/>
              <a:cxnLst/>
              <a:rect l="l" t="t" r="r" b="b"/>
              <a:pathLst>
                <a:path w="9083" h="8463" extrusionOk="0">
                  <a:moveTo>
                    <a:pt x="3880" y="0"/>
                  </a:moveTo>
                  <a:cubicBezTo>
                    <a:pt x="3398" y="0"/>
                    <a:pt x="2905" y="109"/>
                    <a:pt x="2434" y="344"/>
                  </a:cubicBezTo>
                  <a:cubicBezTo>
                    <a:pt x="440" y="1336"/>
                    <a:pt x="1" y="3988"/>
                    <a:pt x="1575" y="5572"/>
                  </a:cubicBezTo>
                  <a:cubicBezTo>
                    <a:pt x="2081" y="6077"/>
                    <a:pt x="2748" y="6402"/>
                    <a:pt x="3464" y="6497"/>
                  </a:cubicBezTo>
                  <a:cubicBezTo>
                    <a:pt x="4427" y="6621"/>
                    <a:pt x="5334" y="7031"/>
                    <a:pt x="6068" y="7661"/>
                  </a:cubicBezTo>
                  <a:cubicBezTo>
                    <a:pt x="6173" y="7756"/>
                    <a:pt x="6278" y="7852"/>
                    <a:pt x="6374" y="7947"/>
                  </a:cubicBezTo>
                  <a:lnTo>
                    <a:pt x="6889" y="8462"/>
                  </a:lnTo>
                  <a:lnTo>
                    <a:pt x="9083" y="6268"/>
                  </a:lnTo>
                  <a:lnTo>
                    <a:pt x="8530" y="5724"/>
                  </a:lnTo>
                  <a:cubicBezTo>
                    <a:pt x="8444" y="5638"/>
                    <a:pt x="8358" y="5543"/>
                    <a:pt x="8282" y="5448"/>
                  </a:cubicBezTo>
                  <a:cubicBezTo>
                    <a:pt x="7642" y="4704"/>
                    <a:pt x="7242" y="3788"/>
                    <a:pt x="7108" y="2815"/>
                  </a:cubicBezTo>
                  <a:cubicBezTo>
                    <a:pt x="6875" y="1132"/>
                    <a:pt x="5435" y="0"/>
                    <a:pt x="388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9" name="Google Shape;10539;p64"/>
            <p:cNvSpPr/>
            <p:nvPr/>
          </p:nvSpPr>
          <p:spPr>
            <a:xfrm>
              <a:off x="2296481" y="2086296"/>
              <a:ext cx="194895" cy="207621"/>
            </a:xfrm>
            <a:custGeom>
              <a:avLst/>
              <a:gdLst/>
              <a:ahLst/>
              <a:cxnLst/>
              <a:rect l="l" t="t" r="r" b="b"/>
              <a:pathLst>
                <a:path w="7443" h="7929" extrusionOk="0">
                  <a:moveTo>
                    <a:pt x="1709" y="1"/>
                  </a:moveTo>
                  <a:cubicBezTo>
                    <a:pt x="564" y="745"/>
                    <a:pt x="1" y="2128"/>
                    <a:pt x="306" y="3464"/>
                  </a:cubicBezTo>
                  <a:cubicBezTo>
                    <a:pt x="612" y="4790"/>
                    <a:pt x="1718" y="5791"/>
                    <a:pt x="3073" y="5963"/>
                  </a:cubicBezTo>
                  <a:cubicBezTo>
                    <a:pt x="4036" y="6097"/>
                    <a:pt x="4943" y="6497"/>
                    <a:pt x="5677" y="7127"/>
                  </a:cubicBezTo>
                  <a:cubicBezTo>
                    <a:pt x="5782" y="7222"/>
                    <a:pt x="5887" y="7318"/>
                    <a:pt x="5983" y="7413"/>
                  </a:cubicBezTo>
                  <a:lnTo>
                    <a:pt x="6498" y="7928"/>
                  </a:lnTo>
                  <a:lnTo>
                    <a:pt x="7442" y="6984"/>
                  </a:lnTo>
                  <a:lnTo>
                    <a:pt x="6927" y="6469"/>
                  </a:lnTo>
                  <a:cubicBezTo>
                    <a:pt x="6832" y="6373"/>
                    <a:pt x="6727" y="6278"/>
                    <a:pt x="6622" y="6182"/>
                  </a:cubicBezTo>
                  <a:cubicBezTo>
                    <a:pt x="5887" y="5553"/>
                    <a:pt x="4981" y="5143"/>
                    <a:pt x="4017" y="5019"/>
                  </a:cubicBezTo>
                  <a:cubicBezTo>
                    <a:pt x="1632" y="4713"/>
                    <a:pt x="392" y="2014"/>
                    <a:pt x="1709"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0" name="Google Shape;10540;p64"/>
            <p:cNvSpPr/>
            <p:nvPr/>
          </p:nvSpPr>
          <p:spPr>
            <a:xfrm>
              <a:off x="2430549" y="2174330"/>
              <a:ext cx="86044" cy="82116"/>
            </a:xfrm>
            <a:custGeom>
              <a:avLst/>
              <a:gdLst/>
              <a:ahLst/>
              <a:cxnLst/>
              <a:rect l="l" t="t" r="r" b="b"/>
              <a:pathLst>
                <a:path w="3286" h="3136" extrusionOk="0">
                  <a:moveTo>
                    <a:pt x="292" y="1"/>
                  </a:moveTo>
                  <a:cubicBezTo>
                    <a:pt x="135" y="1"/>
                    <a:pt x="0" y="205"/>
                    <a:pt x="147" y="359"/>
                  </a:cubicBezTo>
                  <a:lnTo>
                    <a:pt x="2866" y="3078"/>
                  </a:lnTo>
                  <a:cubicBezTo>
                    <a:pt x="2904" y="3116"/>
                    <a:pt x="2952" y="3135"/>
                    <a:pt x="3009" y="3135"/>
                  </a:cubicBezTo>
                  <a:cubicBezTo>
                    <a:pt x="3190" y="3135"/>
                    <a:pt x="3286" y="2916"/>
                    <a:pt x="3152" y="2792"/>
                  </a:cubicBezTo>
                  <a:lnTo>
                    <a:pt x="433" y="63"/>
                  </a:lnTo>
                  <a:cubicBezTo>
                    <a:pt x="389" y="19"/>
                    <a:pt x="340" y="1"/>
                    <a:pt x="292"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1" name="Google Shape;10541;p64"/>
            <p:cNvSpPr/>
            <p:nvPr/>
          </p:nvSpPr>
          <p:spPr>
            <a:xfrm>
              <a:off x="2402740" y="2202478"/>
              <a:ext cx="28358" cy="24483"/>
            </a:xfrm>
            <a:custGeom>
              <a:avLst/>
              <a:gdLst/>
              <a:ahLst/>
              <a:cxnLst/>
              <a:rect l="l" t="t" r="r" b="b"/>
              <a:pathLst>
                <a:path w="1083" h="935" extrusionOk="0">
                  <a:moveTo>
                    <a:pt x="289" y="1"/>
                  </a:moveTo>
                  <a:cubicBezTo>
                    <a:pt x="134" y="1"/>
                    <a:pt x="1" y="191"/>
                    <a:pt x="131" y="343"/>
                  </a:cubicBezTo>
                  <a:cubicBezTo>
                    <a:pt x="303" y="524"/>
                    <a:pt x="494" y="715"/>
                    <a:pt x="665" y="877"/>
                  </a:cubicBezTo>
                  <a:cubicBezTo>
                    <a:pt x="703" y="915"/>
                    <a:pt x="761" y="935"/>
                    <a:pt x="808" y="935"/>
                  </a:cubicBezTo>
                  <a:cubicBezTo>
                    <a:pt x="812" y="935"/>
                    <a:pt x="816" y="935"/>
                    <a:pt x="819" y="935"/>
                  </a:cubicBezTo>
                  <a:cubicBezTo>
                    <a:pt x="1002" y="935"/>
                    <a:pt x="1082" y="703"/>
                    <a:pt x="942" y="582"/>
                  </a:cubicBezTo>
                  <a:cubicBezTo>
                    <a:pt x="780" y="429"/>
                    <a:pt x="589" y="238"/>
                    <a:pt x="436" y="66"/>
                  </a:cubicBezTo>
                  <a:cubicBezTo>
                    <a:pt x="390" y="20"/>
                    <a:pt x="338" y="1"/>
                    <a:pt x="289"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2" name="Google Shape;10542;p64"/>
            <p:cNvSpPr/>
            <p:nvPr/>
          </p:nvSpPr>
          <p:spPr>
            <a:xfrm>
              <a:off x="2433324" y="2233141"/>
              <a:ext cx="55538" cy="51532"/>
            </a:xfrm>
            <a:custGeom>
              <a:avLst/>
              <a:gdLst/>
              <a:ahLst/>
              <a:cxnLst/>
              <a:rect l="l" t="t" r="r" b="b"/>
              <a:pathLst>
                <a:path w="2121" h="1968" extrusionOk="0">
                  <a:moveTo>
                    <a:pt x="290" y="1"/>
                  </a:moveTo>
                  <a:cubicBezTo>
                    <a:pt x="137" y="1"/>
                    <a:pt x="1" y="203"/>
                    <a:pt x="146" y="355"/>
                  </a:cubicBezTo>
                  <a:cubicBezTo>
                    <a:pt x="652" y="870"/>
                    <a:pt x="1176" y="1395"/>
                    <a:pt x="1691" y="1901"/>
                  </a:cubicBezTo>
                  <a:cubicBezTo>
                    <a:pt x="1730" y="1939"/>
                    <a:pt x="1787" y="1958"/>
                    <a:pt x="1835" y="1958"/>
                  </a:cubicBezTo>
                  <a:lnTo>
                    <a:pt x="1844" y="1967"/>
                  </a:lnTo>
                  <a:cubicBezTo>
                    <a:pt x="2025" y="1967"/>
                    <a:pt x="2121" y="1748"/>
                    <a:pt x="1987" y="1614"/>
                  </a:cubicBezTo>
                  <a:cubicBezTo>
                    <a:pt x="1462" y="1109"/>
                    <a:pt x="947" y="584"/>
                    <a:pt x="432" y="69"/>
                  </a:cubicBezTo>
                  <a:cubicBezTo>
                    <a:pt x="389" y="21"/>
                    <a:pt x="339" y="1"/>
                    <a:pt x="290"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3" name="Google Shape;10543;p64"/>
            <p:cNvSpPr/>
            <p:nvPr/>
          </p:nvSpPr>
          <p:spPr>
            <a:xfrm>
              <a:off x="2356105" y="2093994"/>
              <a:ext cx="71066" cy="20320"/>
            </a:xfrm>
            <a:custGeom>
              <a:avLst/>
              <a:gdLst/>
              <a:ahLst/>
              <a:cxnLst/>
              <a:rect l="l" t="t" r="r" b="b"/>
              <a:pathLst>
                <a:path w="2714" h="776" extrusionOk="0">
                  <a:moveTo>
                    <a:pt x="1233" y="1"/>
                  </a:moveTo>
                  <a:cubicBezTo>
                    <a:pt x="916" y="1"/>
                    <a:pt x="564" y="71"/>
                    <a:pt x="204" y="269"/>
                  </a:cubicBezTo>
                  <a:cubicBezTo>
                    <a:pt x="1" y="384"/>
                    <a:pt x="117" y="658"/>
                    <a:pt x="304" y="658"/>
                  </a:cubicBezTo>
                  <a:cubicBezTo>
                    <a:pt x="336" y="658"/>
                    <a:pt x="370" y="650"/>
                    <a:pt x="405" y="632"/>
                  </a:cubicBezTo>
                  <a:cubicBezTo>
                    <a:pt x="693" y="467"/>
                    <a:pt x="978" y="409"/>
                    <a:pt x="1235" y="409"/>
                  </a:cubicBezTo>
                  <a:cubicBezTo>
                    <a:pt x="1829" y="409"/>
                    <a:pt x="2279" y="717"/>
                    <a:pt x="2313" y="737"/>
                  </a:cubicBezTo>
                  <a:cubicBezTo>
                    <a:pt x="2341" y="756"/>
                    <a:pt x="2389" y="775"/>
                    <a:pt x="2427" y="775"/>
                  </a:cubicBezTo>
                  <a:cubicBezTo>
                    <a:pt x="2628" y="775"/>
                    <a:pt x="2713" y="517"/>
                    <a:pt x="2551" y="403"/>
                  </a:cubicBezTo>
                  <a:cubicBezTo>
                    <a:pt x="2518" y="376"/>
                    <a:pt x="1968" y="1"/>
                    <a:pt x="1233"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4" name="Google Shape;10544;p64"/>
            <p:cNvSpPr/>
            <p:nvPr/>
          </p:nvSpPr>
          <p:spPr>
            <a:xfrm>
              <a:off x="2387422" y="2184961"/>
              <a:ext cx="30008" cy="30270"/>
            </a:xfrm>
            <a:custGeom>
              <a:avLst/>
              <a:gdLst/>
              <a:ahLst/>
              <a:cxnLst/>
              <a:rect l="l" t="t" r="r" b="b"/>
              <a:pathLst>
                <a:path w="1146" h="1156" extrusionOk="0">
                  <a:moveTo>
                    <a:pt x="573" y="1"/>
                  </a:moveTo>
                  <a:cubicBezTo>
                    <a:pt x="258" y="1"/>
                    <a:pt x="1" y="258"/>
                    <a:pt x="1" y="573"/>
                  </a:cubicBezTo>
                  <a:cubicBezTo>
                    <a:pt x="1" y="898"/>
                    <a:pt x="258" y="1155"/>
                    <a:pt x="573" y="1155"/>
                  </a:cubicBezTo>
                  <a:cubicBezTo>
                    <a:pt x="888" y="1155"/>
                    <a:pt x="1145" y="898"/>
                    <a:pt x="1145" y="573"/>
                  </a:cubicBezTo>
                  <a:cubicBezTo>
                    <a:pt x="1145" y="258"/>
                    <a:pt x="888" y="1"/>
                    <a:pt x="57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5" name="Google Shape;10545;p64"/>
            <p:cNvSpPr/>
            <p:nvPr/>
          </p:nvSpPr>
          <p:spPr>
            <a:xfrm>
              <a:off x="2415152" y="2156995"/>
              <a:ext cx="30244" cy="30244"/>
            </a:xfrm>
            <a:custGeom>
              <a:avLst/>
              <a:gdLst/>
              <a:ahLst/>
              <a:cxnLst/>
              <a:rect l="l" t="t" r="r" b="b"/>
              <a:pathLst>
                <a:path w="1155" h="1155" extrusionOk="0">
                  <a:moveTo>
                    <a:pt x="582" y="0"/>
                  </a:moveTo>
                  <a:cubicBezTo>
                    <a:pt x="268" y="0"/>
                    <a:pt x="0" y="258"/>
                    <a:pt x="0" y="582"/>
                  </a:cubicBezTo>
                  <a:cubicBezTo>
                    <a:pt x="0" y="897"/>
                    <a:pt x="268" y="1155"/>
                    <a:pt x="582" y="1155"/>
                  </a:cubicBezTo>
                  <a:cubicBezTo>
                    <a:pt x="897" y="1155"/>
                    <a:pt x="1155" y="897"/>
                    <a:pt x="1155" y="582"/>
                  </a:cubicBezTo>
                  <a:cubicBezTo>
                    <a:pt x="1155" y="258"/>
                    <a:pt x="897" y="0"/>
                    <a:pt x="582"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6" name="Google Shape;10546;p64"/>
            <p:cNvSpPr/>
            <p:nvPr/>
          </p:nvSpPr>
          <p:spPr>
            <a:xfrm>
              <a:off x="2474854" y="2244924"/>
              <a:ext cx="79707" cy="75727"/>
            </a:xfrm>
            <a:custGeom>
              <a:avLst/>
              <a:gdLst/>
              <a:ahLst/>
              <a:cxnLst/>
              <a:rect l="l" t="t" r="r" b="b"/>
              <a:pathLst>
                <a:path w="3044" h="2892" extrusionOk="0">
                  <a:moveTo>
                    <a:pt x="2090" y="0"/>
                  </a:moveTo>
                  <a:lnTo>
                    <a:pt x="0" y="2080"/>
                  </a:lnTo>
                  <a:lnTo>
                    <a:pt x="382" y="2462"/>
                  </a:lnTo>
                  <a:cubicBezTo>
                    <a:pt x="673" y="2748"/>
                    <a:pt x="1050" y="2891"/>
                    <a:pt x="1426" y="2891"/>
                  </a:cubicBezTo>
                  <a:cubicBezTo>
                    <a:pt x="1801" y="2891"/>
                    <a:pt x="2176" y="2748"/>
                    <a:pt x="2462" y="2462"/>
                  </a:cubicBezTo>
                  <a:cubicBezTo>
                    <a:pt x="3044" y="1889"/>
                    <a:pt x="3044" y="954"/>
                    <a:pt x="2462" y="382"/>
                  </a:cubicBezTo>
                  <a:lnTo>
                    <a:pt x="2090" y="0"/>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7" name="Google Shape;10547;p64"/>
            <p:cNvSpPr/>
            <p:nvPr/>
          </p:nvSpPr>
          <p:spPr>
            <a:xfrm>
              <a:off x="2475115" y="2244924"/>
              <a:ext cx="71459" cy="71721"/>
            </a:xfrm>
            <a:custGeom>
              <a:avLst/>
              <a:gdLst/>
              <a:ahLst/>
              <a:cxnLst/>
              <a:rect l="l" t="t" r="r" b="b"/>
              <a:pathLst>
                <a:path w="2729" h="2739" extrusionOk="0">
                  <a:moveTo>
                    <a:pt x="2080" y="0"/>
                  </a:moveTo>
                  <a:lnTo>
                    <a:pt x="0" y="2080"/>
                  </a:lnTo>
                  <a:lnTo>
                    <a:pt x="372" y="2462"/>
                  </a:lnTo>
                  <a:cubicBezTo>
                    <a:pt x="487" y="2576"/>
                    <a:pt x="620" y="2662"/>
                    <a:pt x="763" y="2738"/>
                  </a:cubicBezTo>
                  <a:lnTo>
                    <a:pt x="2728" y="764"/>
                  </a:lnTo>
                  <a:cubicBezTo>
                    <a:pt x="2662" y="621"/>
                    <a:pt x="2566" y="487"/>
                    <a:pt x="2452" y="382"/>
                  </a:cubicBezTo>
                  <a:lnTo>
                    <a:pt x="2080"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48" name="Google Shape;10548;p64"/>
            <p:cNvSpPr/>
            <p:nvPr/>
          </p:nvSpPr>
          <p:spPr>
            <a:xfrm>
              <a:off x="2450371" y="2220756"/>
              <a:ext cx="89945" cy="88820"/>
            </a:xfrm>
            <a:custGeom>
              <a:avLst/>
              <a:gdLst/>
              <a:ahLst/>
              <a:cxnLst/>
              <a:rect l="l" t="t" r="r" b="b"/>
              <a:pathLst>
                <a:path w="3435" h="3392" extrusionOk="0">
                  <a:moveTo>
                    <a:pt x="2576" y="0"/>
                  </a:moveTo>
                  <a:cubicBezTo>
                    <a:pt x="2522" y="0"/>
                    <a:pt x="2467" y="22"/>
                    <a:pt x="2424" y="65"/>
                  </a:cubicBezTo>
                  <a:lnTo>
                    <a:pt x="86" y="2402"/>
                  </a:lnTo>
                  <a:cubicBezTo>
                    <a:pt x="1" y="2488"/>
                    <a:pt x="1" y="2631"/>
                    <a:pt x="86" y="2717"/>
                  </a:cubicBezTo>
                  <a:lnTo>
                    <a:pt x="697" y="3327"/>
                  </a:lnTo>
                  <a:cubicBezTo>
                    <a:pt x="740" y="3370"/>
                    <a:pt x="795" y="3392"/>
                    <a:pt x="850" y="3392"/>
                  </a:cubicBezTo>
                  <a:cubicBezTo>
                    <a:pt x="904" y="3392"/>
                    <a:pt x="959" y="3370"/>
                    <a:pt x="1002" y="3327"/>
                  </a:cubicBezTo>
                  <a:lnTo>
                    <a:pt x="3349" y="990"/>
                  </a:lnTo>
                  <a:cubicBezTo>
                    <a:pt x="3435" y="904"/>
                    <a:pt x="3435" y="761"/>
                    <a:pt x="3349" y="675"/>
                  </a:cubicBezTo>
                  <a:lnTo>
                    <a:pt x="2729" y="65"/>
                  </a:lnTo>
                  <a:cubicBezTo>
                    <a:pt x="2686" y="22"/>
                    <a:pt x="2631" y="0"/>
                    <a:pt x="2576"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49" name="Google Shape;10549;p64"/>
          <p:cNvGrpSpPr/>
          <p:nvPr/>
        </p:nvGrpSpPr>
        <p:grpSpPr>
          <a:xfrm>
            <a:off x="2166539" y="2269434"/>
            <a:ext cx="378426" cy="346323"/>
            <a:chOff x="2193077" y="2419971"/>
            <a:chExt cx="378426" cy="346323"/>
          </a:xfrm>
        </p:grpSpPr>
        <p:sp>
          <p:nvSpPr>
            <p:cNvPr id="10550" name="Google Shape;10550;p64"/>
            <p:cNvSpPr/>
            <p:nvPr/>
          </p:nvSpPr>
          <p:spPr>
            <a:xfrm>
              <a:off x="2392423" y="2419971"/>
              <a:ext cx="179079" cy="150852"/>
            </a:xfrm>
            <a:custGeom>
              <a:avLst/>
              <a:gdLst/>
              <a:ahLst/>
              <a:cxnLst/>
              <a:rect l="l" t="t" r="r" b="b"/>
              <a:pathLst>
                <a:path w="6839" h="5761" extrusionOk="0">
                  <a:moveTo>
                    <a:pt x="3442" y="1"/>
                  </a:moveTo>
                  <a:cubicBezTo>
                    <a:pt x="3405" y="1"/>
                    <a:pt x="3367" y="1"/>
                    <a:pt x="3330" y="3"/>
                  </a:cubicBezTo>
                  <a:cubicBezTo>
                    <a:pt x="1155" y="98"/>
                    <a:pt x="0" y="2617"/>
                    <a:pt x="1355" y="4324"/>
                  </a:cubicBezTo>
                  <a:lnTo>
                    <a:pt x="1298" y="5527"/>
                  </a:lnTo>
                  <a:cubicBezTo>
                    <a:pt x="1290" y="5661"/>
                    <a:pt x="1394" y="5760"/>
                    <a:pt x="1513" y="5760"/>
                  </a:cubicBezTo>
                  <a:cubicBezTo>
                    <a:pt x="1546" y="5760"/>
                    <a:pt x="1580" y="5753"/>
                    <a:pt x="1613" y="5736"/>
                  </a:cubicBezTo>
                  <a:lnTo>
                    <a:pt x="2710" y="5231"/>
                  </a:lnTo>
                  <a:cubicBezTo>
                    <a:pt x="2949" y="5299"/>
                    <a:pt x="3192" y="5332"/>
                    <a:pt x="3433" y="5332"/>
                  </a:cubicBezTo>
                  <a:cubicBezTo>
                    <a:pt x="4306" y="5332"/>
                    <a:pt x="5147" y="4900"/>
                    <a:pt x="5648" y="4153"/>
                  </a:cubicBezTo>
                  <a:cubicBezTo>
                    <a:pt x="6839" y="2372"/>
                    <a:pt x="5551" y="1"/>
                    <a:pt x="344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1" name="Google Shape;10551;p64"/>
            <p:cNvSpPr/>
            <p:nvPr/>
          </p:nvSpPr>
          <p:spPr>
            <a:xfrm>
              <a:off x="2299990" y="2594389"/>
              <a:ext cx="51977" cy="93952"/>
            </a:xfrm>
            <a:custGeom>
              <a:avLst/>
              <a:gdLst/>
              <a:ahLst/>
              <a:cxnLst/>
              <a:rect l="l" t="t" r="r" b="b"/>
              <a:pathLst>
                <a:path w="1985" h="3588" extrusionOk="0">
                  <a:moveTo>
                    <a:pt x="1" y="1"/>
                  </a:moveTo>
                  <a:lnTo>
                    <a:pt x="1" y="2729"/>
                  </a:lnTo>
                  <a:lnTo>
                    <a:pt x="993" y="3588"/>
                  </a:lnTo>
                  <a:lnTo>
                    <a:pt x="1985" y="2729"/>
                  </a:lnTo>
                  <a:lnTo>
                    <a:pt x="1985"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2" name="Google Shape;10552;p64"/>
            <p:cNvSpPr/>
            <p:nvPr/>
          </p:nvSpPr>
          <p:spPr>
            <a:xfrm>
              <a:off x="2193077" y="2652599"/>
              <a:ext cx="265804" cy="113695"/>
            </a:xfrm>
            <a:custGeom>
              <a:avLst/>
              <a:gdLst/>
              <a:ahLst/>
              <a:cxnLst/>
              <a:rect l="l" t="t" r="r" b="b"/>
              <a:pathLst>
                <a:path w="10151" h="4342" extrusionOk="0">
                  <a:moveTo>
                    <a:pt x="4084" y="1"/>
                  </a:moveTo>
                  <a:lnTo>
                    <a:pt x="2471" y="516"/>
                  </a:lnTo>
                  <a:lnTo>
                    <a:pt x="1823" y="726"/>
                  </a:lnTo>
                  <a:cubicBezTo>
                    <a:pt x="735" y="1069"/>
                    <a:pt x="0" y="2080"/>
                    <a:pt x="0" y="3216"/>
                  </a:cubicBezTo>
                  <a:lnTo>
                    <a:pt x="0" y="4112"/>
                  </a:lnTo>
                  <a:cubicBezTo>
                    <a:pt x="0" y="4236"/>
                    <a:pt x="96" y="4341"/>
                    <a:pt x="220" y="4341"/>
                  </a:cubicBezTo>
                  <a:lnTo>
                    <a:pt x="9922" y="4341"/>
                  </a:lnTo>
                  <a:cubicBezTo>
                    <a:pt x="10046" y="4341"/>
                    <a:pt x="10151" y="4236"/>
                    <a:pt x="10151" y="4112"/>
                  </a:cubicBezTo>
                  <a:lnTo>
                    <a:pt x="10151" y="3216"/>
                  </a:lnTo>
                  <a:cubicBezTo>
                    <a:pt x="10151" y="2080"/>
                    <a:pt x="9416" y="1069"/>
                    <a:pt x="8329" y="726"/>
                  </a:cubicBezTo>
                  <a:lnTo>
                    <a:pt x="7680" y="516"/>
                  </a:lnTo>
                  <a:lnTo>
                    <a:pt x="6068" y="1"/>
                  </a:lnTo>
                  <a:lnTo>
                    <a:pt x="5076" y="697"/>
                  </a:lnTo>
                  <a:lnTo>
                    <a:pt x="4084" y="1"/>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3" name="Google Shape;10553;p64"/>
            <p:cNvSpPr/>
            <p:nvPr/>
          </p:nvSpPr>
          <p:spPr>
            <a:xfrm>
              <a:off x="2393916" y="2666084"/>
              <a:ext cx="64965" cy="100210"/>
            </a:xfrm>
            <a:custGeom>
              <a:avLst/>
              <a:gdLst/>
              <a:ahLst/>
              <a:cxnLst/>
              <a:rect l="l" t="t" r="r" b="b"/>
              <a:pathLst>
                <a:path w="2481" h="3827" extrusionOk="0">
                  <a:moveTo>
                    <a:pt x="1" y="1"/>
                  </a:moveTo>
                  <a:lnTo>
                    <a:pt x="497" y="211"/>
                  </a:lnTo>
                  <a:cubicBezTo>
                    <a:pt x="1298" y="554"/>
                    <a:pt x="1851" y="1565"/>
                    <a:pt x="1851" y="2701"/>
                  </a:cubicBezTo>
                  <a:lnTo>
                    <a:pt x="1851" y="3826"/>
                  </a:lnTo>
                  <a:lnTo>
                    <a:pt x="2252" y="3826"/>
                  </a:lnTo>
                  <a:cubicBezTo>
                    <a:pt x="2376" y="3826"/>
                    <a:pt x="2481" y="3721"/>
                    <a:pt x="2481" y="3597"/>
                  </a:cubicBezTo>
                  <a:lnTo>
                    <a:pt x="2481" y="2701"/>
                  </a:lnTo>
                  <a:cubicBezTo>
                    <a:pt x="2481" y="1565"/>
                    <a:pt x="1746" y="554"/>
                    <a:pt x="659" y="211"/>
                  </a:cubicBezTo>
                  <a:lnTo>
                    <a:pt x="1"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4" name="Google Shape;10554;p64"/>
            <p:cNvSpPr/>
            <p:nvPr/>
          </p:nvSpPr>
          <p:spPr>
            <a:xfrm>
              <a:off x="2193077" y="2666346"/>
              <a:ext cx="64729" cy="99948"/>
            </a:xfrm>
            <a:custGeom>
              <a:avLst/>
              <a:gdLst/>
              <a:ahLst/>
              <a:cxnLst/>
              <a:rect l="l" t="t" r="r" b="b"/>
              <a:pathLst>
                <a:path w="2472" h="3817" extrusionOk="0">
                  <a:moveTo>
                    <a:pt x="2471" y="0"/>
                  </a:moveTo>
                  <a:lnTo>
                    <a:pt x="1823" y="201"/>
                  </a:lnTo>
                  <a:cubicBezTo>
                    <a:pt x="735" y="544"/>
                    <a:pt x="0" y="1555"/>
                    <a:pt x="0" y="2691"/>
                  </a:cubicBezTo>
                  <a:lnTo>
                    <a:pt x="0" y="3597"/>
                  </a:lnTo>
                  <a:cubicBezTo>
                    <a:pt x="0" y="3721"/>
                    <a:pt x="96" y="3816"/>
                    <a:pt x="220" y="3816"/>
                  </a:cubicBezTo>
                  <a:lnTo>
                    <a:pt x="630" y="3816"/>
                  </a:lnTo>
                  <a:lnTo>
                    <a:pt x="630" y="2700"/>
                  </a:lnTo>
                  <a:cubicBezTo>
                    <a:pt x="630" y="1555"/>
                    <a:pt x="1174" y="554"/>
                    <a:pt x="1985" y="210"/>
                  </a:cubicBezTo>
                  <a:lnTo>
                    <a:pt x="2471"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5" name="Google Shape;10555;p64"/>
            <p:cNvSpPr/>
            <p:nvPr/>
          </p:nvSpPr>
          <p:spPr>
            <a:xfrm>
              <a:off x="2320231" y="2697742"/>
              <a:ext cx="11521" cy="12333"/>
            </a:xfrm>
            <a:custGeom>
              <a:avLst/>
              <a:gdLst/>
              <a:ahLst/>
              <a:cxnLst/>
              <a:rect l="l" t="t" r="r" b="b"/>
              <a:pathLst>
                <a:path w="440" h="471" extrusionOk="0">
                  <a:moveTo>
                    <a:pt x="220" y="1"/>
                  </a:moveTo>
                  <a:cubicBezTo>
                    <a:pt x="110" y="1"/>
                    <a:pt x="0" y="75"/>
                    <a:pt x="10" y="223"/>
                  </a:cubicBezTo>
                  <a:lnTo>
                    <a:pt x="10" y="270"/>
                  </a:lnTo>
                  <a:cubicBezTo>
                    <a:pt x="10" y="385"/>
                    <a:pt x="105" y="471"/>
                    <a:pt x="220" y="471"/>
                  </a:cubicBezTo>
                  <a:cubicBezTo>
                    <a:pt x="334" y="471"/>
                    <a:pt x="430" y="375"/>
                    <a:pt x="430" y="270"/>
                  </a:cubicBezTo>
                  <a:lnTo>
                    <a:pt x="430" y="223"/>
                  </a:lnTo>
                  <a:cubicBezTo>
                    <a:pt x="439" y="75"/>
                    <a:pt x="329" y="1"/>
                    <a:pt x="220"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6" name="Google Shape;10556;p64"/>
            <p:cNvSpPr/>
            <p:nvPr/>
          </p:nvSpPr>
          <p:spPr>
            <a:xfrm>
              <a:off x="2320231" y="2716490"/>
              <a:ext cx="11521" cy="12333"/>
            </a:xfrm>
            <a:custGeom>
              <a:avLst/>
              <a:gdLst/>
              <a:ahLst/>
              <a:cxnLst/>
              <a:rect l="l" t="t" r="r" b="b"/>
              <a:pathLst>
                <a:path w="440" h="471" extrusionOk="0">
                  <a:moveTo>
                    <a:pt x="220" y="0"/>
                  </a:moveTo>
                  <a:cubicBezTo>
                    <a:pt x="110" y="0"/>
                    <a:pt x="0" y="74"/>
                    <a:pt x="10" y="222"/>
                  </a:cubicBezTo>
                  <a:lnTo>
                    <a:pt x="10" y="270"/>
                  </a:lnTo>
                  <a:cubicBezTo>
                    <a:pt x="10" y="384"/>
                    <a:pt x="105" y="470"/>
                    <a:pt x="220" y="470"/>
                  </a:cubicBezTo>
                  <a:cubicBezTo>
                    <a:pt x="334" y="470"/>
                    <a:pt x="430" y="384"/>
                    <a:pt x="430" y="270"/>
                  </a:cubicBezTo>
                  <a:lnTo>
                    <a:pt x="430" y="222"/>
                  </a:lnTo>
                  <a:cubicBezTo>
                    <a:pt x="439" y="74"/>
                    <a:pt x="329" y="0"/>
                    <a:pt x="220"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7" name="Google Shape;10557;p64"/>
            <p:cNvSpPr/>
            <p:nvPr/>
          </p:nvSpPr>
          <p:spPr>
            <a:xfrm>
              <a:off x="2299833" y="2652860"/>
              <a:ext cx="26159" cy="38963"/>
            </a:xfrm>
            <a:custGeom>
              <a:avLst/>
              <a:gdLst/>
              <a:ahLst/>
              <a:cxnLst/>
              <a:rect l="l" t="t" r="r" b="b"/>
              <a:pathLst>
                <a:path w="999" h="1488" extrusionOk="0">
                  <a:moveTo>
                    <a:pt x="7" y="0"/>
                  </a:moveTo>
                  <a:lnTo>
                    <a:pt x="7" y="1269"/>
                  </a:lnTo>
                  <a:cubicBezTo>
                    <a:pt x="0" y="1401"/>
                    <a:pt x="110" y="1487"/>
                    <a:pt x="224" y="1487"/>
                  </a:cubicBezTo>
                  <a:cubicBezTo>
                    <a:pt x="283" y="1487"/>
                    <a:pt x="343" y="1464"/>
                    <a:pt x="388" y="1412"/>
                  </a:cubicBezTo>
                  <a:lnTo>
                    <a:pt x="999" y="697"/>
                  </a:lnTo>
                  <a:lnTo>
                    <a:pt x="7" y="0"/>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8" name="Google Shape;10558;p64"/>
            <p:cNvSpPr/>
            <p:nvPr/>
          </p:nvSpPr>
          <p:spPr>
            <a:xfrm>
              <a:off x="2270768" y="2472001"/>
              <a:ext cx="110448" cy="152030"/>
            </a:xfrm>
            <a:custGeom>
              <a:avLst/>
              <a:gdLst/>
              <a:ahLst/>
              <a:cxnLst/>
              <a:rect l="l" t="t" r="r" b="b"/>
              <a:pathLst>
                <a:path w="4218" h="5806" extrusionOk="0">
                  <a:moveTo>
                    <a:pt x="1641" y="0"/>
                  </a:moveTo>
                  <a:cubicBezTo>
                    <a:pt x="1584" y="0"/>
                    <a:pt x="1517" y="0"/>
                    <a:pt x="1450" y="10"/>
                  </a:cubicBezTo>
                  <a:cubicBezTo>
                    <a:pt x="620" y="105"/>
                    <a:pt x="0" y="811"/>
                    <a:pt x="0" y="1651"/>
                  </a:cubicBezTo>
                  <a:lnTo>
                    <a:pt x="0" y="3330"/>
                  </a:lnTo>
                  <a:cubicBezTo>
                    <a:pt x="0" y="4207"/>
                    <a:pt x="468" y="5018"/>
                    <a:pt x="1221" y="5467"/>
                  </a:cubicBezTo>
                  <a:lnTo>
                    <a:pt x="1527" y="5648"/>
                  </a:lnTo>
                  <a:cubicBezTo>
                    <a:pt x="1708" y="5753"/>
                    <a:pt x="1908" y="5805"/>
                    <a:pt x="2107" y="5805"/>
                  </a:cubicBezTo>
                  <a:cubicBezTo>
                    <a:pt x="2307" y="5805"/>
                    <a:pt x="2505" y="5753"/>
                    <a:pt x="2681" y="5648"/>
                  </a:cubicBezTo>
                  <a:lnTo>
                    <a:pt x="2996" y="5467"/>
                  </a:lnTo>
                  <a:cubicBezTo>
                    <a:pt x="3750" y="5018"/>
                    <a:pt x="4217" y="4198"/>
                    <a:pt x="4217" y="3320"/>
                  </a:cubicBezTo>
                  <a:lnTo>
                    <a:pt x="4217" y="1651"/>
                  </a:lnTo>
                  <a:cubicBezTo>
                    <a:pt x="4217" y="735"/>
                    <a:pt x="3482" y="0"/>
                    <a:pt x="2576"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59" name="Google Shape;10559;p64"/>
            <p:cNvSpPr/>
            <p:nvPr/>
          </p:nvSpPr>
          <p:spPr>
            <a:xfrm>
              <a:off x="2253145" y="2454745"/>
              <a:ext cx="145301" cy="78293"/>
            </a:xfrm>
            <a:custGeom>
              <a:avLst/>
              <a:gdLst/>
              <a:ahLst/>
              <a:cxnLst/>
              <a:rect l="l" t="t" r="r" b="b"/>
              <a:pathLst>
                <a:path w="5549" h="2990" extrusionOk="0">
                  <a:moveTo>
                    <a:pt x="2228" y="1"/>
                  </a:moveTo>
                  <a:cubicBezTo>
                    <a:pt x="1007" y="1"/>
                    <a:pt x="15" y="993"/>
                    <a:pt x="15" y="2224"/>
                  </a:cubicBezTo>
                  <a:lnTo>
                    <a:pt x="15" y="2768"/>
                  </a:lnTo>
                  <a:cubicBezTo>
                    <a:pt x="1" y="2915"/>
                    <a:pt x="108" y="2989"/>
                    <a:pt x="217" y="2989"/>
                  </a:cubicBezTo>
                  <a:cubicBezTo>
                    <a:pt x="325" y="2989"/>
                    <a:pt x="435" y="2915"/>
                    <a:pt x="425" y="2768"/>
                  </a:cubicBezTo>
                  <a:lnTo>
                    <a:pt x="425" y="2224"/>
                  </a:lnTo>
                  <a:cubicBezTo>
                    <a:pt x="425" y="1222"/>
                    <a:pt x="1236" y="411"/>
                    <a:pt x="2228" y="411"/>
                  </a:cubicBezTo>
                  <a:lnTo>
                    <a:pt x="3325" y="411"/>
                  </a:lnTo>
                  <a:cubicBezTo>
                    <a:pt x="4327" y="411"/>
                    <a:pt x="5138" y="1222"/>
                    <a:pt x="5138" y="2224"/>
                  </a:cubicBezTo>
                  <a:lnTo>
                    <a:pt x="5138" y="2768"/>
                  </a:lnTo>
                  <a:cubicBezTo>
                    <a:pt x="5138" y="2882"/>
                    <a:pt x="5224" y="2977"/>
                    <a:pt x="5338" y="2977"/>
                  </a:cubicBezTo>
                  <a:cubicBezTo>
                    <a:pt x="5453" y="2977"/>
                    <a:pt x="5548" y="2882"/>
                    <a:pt x="5548" y="2768"/>
                  </a:cubicBezTo>
                  <a:lnTo>
                    <a:pt x="5548" y="2224"/>
                  </a:lnTo>
                  <a:cubicBezTo>
                    <a:pt x="5548" y="993"/>
                    <a:pt x="4556" y="1"/>
                    <a:pt x="332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0" name="Google Shape;10560;p64"/>
            <p:cNvSpPr/>
            <p:nvPr/>
          </p:nvSpPr>
          <p:spPr>
            <a:xfrm>
              <a:off x="2319236" y="2570352"/>
              <a:ext cx="79210" cy="77534"/>
            </a:xfrm>
            <a:custGeom>
              <a:avLst/>
              <a:gdLst/>
              <a:ahLst/>
              <a:cxnLst/>
              <a:rect l="l" t="t" r="r" b="b"/>
              <a:pathLst>
                <a:path w="3025" h="2961" extrusionOk="0">
                  <a:moveTo>
                    <a:pt x="2819" y="1"/>
                  </a:moveTo>
                  <a:cubicBezTo>
                    <a:pt x="2721" y="1"/>
                    <a:pt x="2624" y="65"/>
                    <a:pt x="2614" y="194"/>
                  </a:cubicBezTo>
                  <a:lnTo>
                    <a:pt x="2614" y="738"/>
                  </a:lnTo>
                  <a:cubicBezTo>
                    <a:pt x="2614" y="1739"/>
                    <a:pt x="1803" y="2550"/>
                    <a:pt x="801" y="2550"/>
                  </a:cubicBezTo>
                  <a:lnTo>
                    <a:pt x="258" y="2550"/>
                  </a:lnTo>
                  <a:cubicBezTo>
                    <a:pt x="0" y="2569"/>
                    <a:pt x="0" y="2941"/>
                    <a:pt x="258" y="2960"/>
                  </a:cubicBezTo>
                  <a:lnTo>
                    <a:pt x="801" y="2960"/>
                  </a:lnTo>
                  <a:cubicBezTo>
                    <a:pt x="2032" y="2960"/>
                    <a:pt x="3024" y="1968"/>
                    <a:pt x="3024" y="738"/>
                  </a:cubicBezTo>
                  <a:lnTo>
                    <a:pt x="3024" y="194"/>
                  </a:lnTo>
                  <a:cubicBezTo>
                    <a:pt x="3015" y="65"/>
                    <a:pt x="2917" y="1"/>
                    <a:pt x="281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1" name="Google Shape;10561;p64"/>
            <p:cNvSpPr/>
            <p:nvPr/>
          </p:nvSpPr>
          <p:spPr>
            <a:xfrm>
              <a:off x="2325966" y="2652860"/>
              <a:ext cx="26264" cy="38963"/>
            </a:xfrm>
            <a:custGeom>
              <a:avLst/>
              <a:gdLst/>
              <a:ahLst/>
              <a:cxnLst/>
              <a:rect l="l" t="t" r="r" b="b"/>
              <a:pathLst>
                <a:path w="1003" h="1488" extrusionOk="0">
                  <a:moveTo>
                    <a:pt x="1002" y="0"/>
                  </a:moveTo>
                  <a:lnTo>
                    <a:pt x="1" y="697"/>
                  </a:lnTo>
                  <a:lnTo>
                    <a:pt x="611" y="1412"/>
                  </a:lnTo>
                  <a:cubicBezTo>
                    <a:pt x="657" y="1464"/>
                    <a:pt x="717" y="1487"/>
                    <a:pt x="776" y="1487"/>
                  </a:cubicBezTo>
                  <a:cubicBezTo>
                    <a:pt x="891" y="1487"/>
                    <a:pt x="1002" y="1401"/>
                    <a:pt x="1002" y="1269"/>
                  </a:cubicBezTo>
                  <a:lnTo>
                    <a:pt x="1002" y="0"/>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2" name="Google Shape;10562;p64"/>
            <p:cNvSpPr/>
            <p:nvPr/>
          </p:nvSpPr>
          <p:spPr>
            <a:xfrm>
              <a:off x="2363698" y="2721308"/>
              <a:ext cx="54229" cy="20503"/>
            </a:xfrm>
            <a:custGeom>
              <a:avLst/>
              <a:gdLst/>
              <a:ahLst/>
              <a:cxnLst/>
              <a:rect l="l" t="t" r="r" b="b"/>
              <a:pathLst>
                <a:path w="2071" h="783" extrusionOk="0">
                  <a:moveTo>
                    <a:pt x="296" y="0"/>
                  </a:moveTo>
                  <a:cubicBezTo>
                    <a:pt x="134" y="0"/>
                    <a:pt x="0" y="124"/>
                    <a:pt x="0" y="286"/>
                  </a:cubicBezTo>
                  <a:lnTo>
                    <a:pt x="0" y="496"/>
                  </a:lnTo>
                  <a:cubicBezTo>
                    <a:pt x="0" y="649"/>
                    <a:pt x="134" y="782"/>
                    <a:pt x="296" y="782"/>
                  </a:cubicBezTo>
                  <a:lnTo>
                    <a:pt x="1784" y="782"/>
                  </a:lnTo>
                  <a:cubicBezTo>
                    <a:pt x="1937" y="782"/>
                    <a:pt x="2070" y="649"/>
                    <a:pt x="2070" y="496"/>
                  </a:cubicBezTo>
                  <a:lnTo>
                    <a:pt x="2070" y="286"/>
                  </a:lnTo>
                  <a:cubicBezTo>
                    <a:pt x="2070" y="124"/>
                    <a:pt x="1937" y="0"/>
                    <a:pt x="1784"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3" name="Google Shape;10563;p64"/>
            <p:cNvSpPr/>
            <p:nvPr/>
          </p:nvSpPr>
          <p:spPr>
            <a:xfrm>
              <a:off x="2314732" y="2631127"/>
              <a:ext cx="22493" cy="22493"/>
            </a:xfrm>
            <a:custGeom>
              <a:avLst/>
              <a:gdLst/>
              <a:ahLst/>
              <a:cxnLst/>
              <a:rect l="l" t="t" r="r" b="b"/>
              <a:pathLst>
                <a:path w="859" h="859" extrusionOk="0">
                  <a:moveTo>
                    <a:pt x="430" y="0"/>
                  </a:moveTo>
                  <a:cubicBezTo>
                    <a:pt x="191" y="0"/>
                    <a:pt x="0" y="200"/>
                    <a:pt x="0" y="429"/>
                  </a:cubicBezTo>
                  <a:cubicBezTo>
                    <a:pt x="0" y="668"/>
                    <a:pt x="191" y="859"/>
                    <a:pt x="430" y="859"/>
                  </a:cubicBezTo>
                  <a:cubicBezTo>
                    <a:pt x="668" y="859"/>
                    <a:pt x="859" y="668"/>
                    <a:pt x="859" y="429"/>
                  </a:cubicBezTo>
                  <a:cubicBezTo>
                    <a:pt x="859" y="200"/>
                    <a:pt x="668" y="0"/>
                    <a:pt x="430"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4" name="Google Shape;10564;p64"/>
            <p:cNvSpPr/>
            <p:nvPr/>
          </p:nvSpPr>
          <p:spPr>
            <a:xfrm>
              <a:off x="2270768" y="2472236"/>
              <a:ext cx="37994" cy="49987"/>
            </a:xfrm>
            <a:custGeom>
              <a:avLst/>
              <a:gdLst/>
              <a:ahLst/>
              <a:cxnLst/>
              <a:rect l="l" t="t" r="r" b="b"/>
              <a:pathLst>
                <a:path w="1451" h="1909" extrusionOk="0">
                  <a:moveTo>
                    <a:pt x="1450" y="1"/>
                  </a:moveTo>
                  <a:lnTo>
                    <a:pt x="1450" y="1"/>
                  </a:lnTo>
                  <a:cubicBezTo>
                    <a:pt x="620" y="96"/>
                    <a:pt x="0" y="802"/>
                    <a:pt x="0" y="1642"/>
                  </a:cubicBezTo>
                  <a:lnTo>
                    <a:pt x="0" y="1909"/>
                  </a:lnTo>
                  <a:cubicBezTo>
                    <a:pt x="0" y="1909"/>
                    <a:pt x="1059" y="1584"/>
                    <a:pt x="1450" y="1"/>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5" name="Google Shape;10565;p64"/>
            <p:cNvSpPr/>
            <p:nvPr/>
          </p:nvSpPr>
          <p:spPr>
            <a:xfrm>
              <a:off x="2308736" y="2472001"/>
              <a:ext cx="72480" cy="71956"/>
            </a:xfrm>
            <a:custGeom>
              <a:avLst/>
              <a:gdLst/>
              <a:ahLst/>
              <a:cxnLst/>
              <a:rect l="l" t="t" r="r" b="b"/>
              <a:pathLst>
                <a:path w="2768" h="2748" extrusionOk="0">
                  <a:moveTo>
                    <a:pt x="191" y="0"/>
                  </a:moveTo>
                  <a:cubicBezTo>
                    <a:pt x="124" y="0"/>
                    <a:pt x="67" y="0"/>
                    <a:pt x="0" y="10"/>
                  </a:cubicBezTo>
                  <a:cubicBezTo>
                    <a:pt x="0" y="10"/>
                    <a:pt x="287" y="2748"/>
                    <a:pt x="2767" y="2748"/>
                  </a:cubicBezTo>
                  <a:lnTo>
                    <a:pt x="2767" y="1651"/>
                  </a:lnTo>
                  <a:cubicBezTo>
                    <a:pt x="2767" y="735"/>
                    <a:pt x="2032" y="0"/>
                    <a:pt x="1126"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6" name="Google Shape;10566;p64"/>
            <p:cNvSpPr/>
            <p:nvPr/>
          </p:nvSpPr>
          <p:spPr>
            <a:xfrm>
              <a:off x="2459614" y="2474567"/>
              <a:ext cx="38492" cy="32915"/>
            </a:xfrm>
            <a:custGeom>
              <a:avLst/>
              <a:gdLst/>
              <a:ahLst/>
              <a:cxnLst/>
              <a:rect l="l" t="t" r="r" b="b"/>
              <a:pathLst>
                <a:path w="1470" h="1257" extrusionOk="0">
                  <a:moveTo>
                    <a:pt x="850" y="417"/>
                  </a:moveTo>
                  <a:cubicBezTo>
                    <a:pt x="964" y="417"/>
                    <a:pt x="1050" y="513"/>
                    <a:pt x="1050" y="627"/>
                  </a:cubicBezTo>
                  <a:cubicBezTo>
                    <a:pt x="1050" y="757"/>
                    <a:pt x="945" y="842"/>
                    <a:pt x="835" y="842"/>
                  </a:cubicBezTo>
                  <a:cubicBezTo>
                    <a:pt x="783" y="842"/>
                    <a:pt x="730" y="823"/>
                    <a:pt x="687" y="780"/>
                  </a:cubicBezTo>
                  <a:cubicBezTo>
                    <a:pt x="554" y="637"/>
                    <a:pt x="659" y="417"/>
                    <a:pt x="850" y="417"/>
                  </a:cubicBezTo>
                  <a:close/>
                  <a:moveTo>
                    <a:pt x="833" y="1"/>
                  </a:moveTo>
                  <a:cubicBezTo>
                    <a:pt x="679" y="1"/>
                    <a:pt x="521" y="59"/>
                    <a:pt x="392" y="188"/>
                  </a:cubicBezTo>
                  <a:cubicBezTo>
                    <a:pt x="1" y="589"/>
                    <a:pt x="287" y="1257"/>
                    <a:pt x="850" y="1257"/>
                  </a:cubicBezTo>
                  <a:cubicBezTo>
                    <a:pt x="1193" y="1247"/>
                    <a:pt x="1470" y="971"/>
                    <a:pt x="1470" y="627"/>
                  </a:cubicBezTo>
                  <a:cubicBezTo>
                    <a:pt x="1463" y="253"/>
                    <a:pt x="1156" y="1"/>
                    <a:pt x="83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7" name="Google Shape;10567;p64"/>
            <p:cNvSpPr/>
            <p:nvPr/>
          </p:nvSpPr>
          <p:spPr>
            <a:xfrm>
              <a:off x="2437540" y="2448696"/>
              <a:ext cx="88636" cy="84839"/>
            </a:xfrm>
            <a:custGeom>
              <a:avLst/>
              <a:gdLst/>
              <a:ahLst/>
              <a:cxnLst/>
              <a:rect l="l" t="t" r="r" b="b"/>
              <a:pathLst>
                <a:path w="3385" h="3240" extrusionOk="0">
                  <a:moveTo>
                    <a:pt x="1688" y="814"/>
                  </a:moveTo>
                  <a:cubicBezTo>
                    <a:pt x="1757" y="814"/>
                    <a:pt x="1826" y="823"/>
                    <a:pt x="1893" y="843"/>
                  </a:cubicBezTo>
                  <a:cubicBezTo>
                    <a:pt x="1960" y="862"/>
                    <a:pt x="2027" y="890"/>
                    <a:pt x="2084" y="928"/>
                  </a:cubicBezTo>
                  <a:cubicBezTo>
                    <a:pt x="2265" y="1033"/>
                    <a:pt x="2389" y="1205"/>
                    <a:pt x="2446" y="1405"/>
                  </a:cubicBezTo>
                  <a:cubicBezTo>
                    <a:pt x="2484" y="1548"/>
                    <a:pt x="2484" y="1692"/>
                    <a:pt x="2446" y="1825"/>
                  </a:cubicBezTo>
                  <a:cubicBezTo>
                    <a:pt x="2427" y="1892"/>
                    <a:pt x="2408" y="1949"/>
                    <a:pt x="2370" y="2016"/>
                  </a:cubicBezTo>
                  <a:cubicBezTo>
                    <a:pt x="2303" y="2140"/>
                    <a:pt x="2208" y="2235"/>
                    <a:pt x="2084" y="2312"/>
                  </a:cubicBezTo>
                  <a:cubicBezTo>
                    <a:pt x="2027" y="2340"/>
                    <a:pt x="1960" y="2369"/>
                    <a:pt x="1902" y="2388"/>
                  </a:cubicBezTo>
                  <a:cubicBezTo>
                    <a:pt x="1826" y="2407"/>
                    <a:pt x="1759" y="2417"/>
                    <a:pt x="1693" y="2417"/>
                  </a:cubicBezTo>
                  <a:cubicBezTo>
                    <a:pt x="1550" y="2417"/>
                    <a:pt x="1416" y="2378"/>
                    <a:pt x="1301" y="2312"/>
                  </a:cubicBezTo>
                  <a:cubicBezTo>
                    <a:pt x="1120" y="2197"/>
                    <a:pt x="987" y="2025"/>
                    <a:pt x="929" y="1825"/>
                  </a:cubicBezTo>
                  <a:cubicBezTo>
                    <a:pt x="901" y="1692"/>
                    <a:pt x="901" y="1548"/>
                    <a:pt x="929" y="1405"/>
                  </a:cubicBezTo>
                  <a:cubicBezTo>
                    <a:pt x="987" y="1205"/>
                    <a:pt x="1120" y="1033"/>
                    <a:pt x="1301" y="928"/>
                  </a:cubicBezTo>
                  <a:cubicBezTo>
                    <a:pt x="1359" y="890"/>
                    <a:pt x="1416" y="862"/>
                    <a:pt x="1483" y="843"/>
                  </a:cubicBezTo>
                  <a:cubicBezTo>
                    <a:pt x="1550" y="823"/>
                    <a:pt x="1619" y="814"/>
                    <a:pt x="1688" y="814"/>
                  </a:cubicBezTo>
                  <a:close/>
                  <a:moveTo>
                    <a:pt x="1693" y="1"/>
                  </a:moveTo>
                  <a:cubicBezTo>
                    <a:pt x="1592" y="1"/>
                    <a:pt x="1492" y="65"/>
                    <a:pt x="1483" y="194"/>
                  </a:cubicBezTo>
                  <a:lnTo>
                    <a:pt x="1483" y="423"/>
                  </a:lnTo>
                  <a:cubicBezTo>
                    <a:pt x="1311" y="461"/>
                    <a:pt x="1149" y="528"/>
                    <a:pt x="1006" y="633"/>
                  </a:cubicBezTo>
                  <a:lnTo>
                    <a:pt x="853" y="470"/>
                  </a:lnTo>
                  <a:cubicBezTo>
                    <a:pt x="811" y="435"/>
                    <a:pt x="765" y="419"/>
                    <a:pt x="720" y="419"/>
                  </a:cubicBezTo>
                  <a:cubicBezTo>
                    <a:pt x="565" y="419"/>
                    <a:pt x="431" y="608"/>
                    <a:pt x="557" y="757"/>
                  </a:cubicBezTo>
                  <a:lnTo>
                    <a:pt x="720" y="919"/>
                  </a:lnTo>
                  <a:cubicBezTo>
                    <a:pt x="615" y="1071"/>
                    <a:pt x="548" y="1234"/>
                    <a:pt x="519" y="1415"/>
                  </a:cubicBezTo>
                  <a:lnTo>
                    <a:pt x="290" y="1415"/>
                  </a:lnTo>
                  <a:cubicBezTo>
                    <a:pt x="284" y="1415"/>
                    <a:pt x="278" y="1414"/>
                    <a:pt x="272" y="1414"/>
                  </a:cubicBezTo>
                  <a:cubicBezTo>
                    <a:pt x="3" y="1414"/>
                    <a:pt x="0" y="1826"/>
                    <a:pt x="264" y="1826"/>
                  </a:cubicBezTo>
                  <a:cubicBezTo>
                    <a:pt x="273" y="1826"/>
                    <a:pt x="281" y="1826"/>
                    <a:pt x="290" y="1825"/>
                  </a:cubicBezTo>
                  <a:lnTo>
                    <a:pt x="510" y="1825"/>
                  </a:lnTo>
                  <a:cubicBezTo>
                    <a:pt x="538" y="2006"/>
                    <a:pt x="605" y="2178"/>
                    <a:pt x="710" y="2321"/>
                  </a:cubicBezTo>
                  <a:lnTo>
                    <a:pt x="548" y="2483"/>
                  </a:lnTo>
                  <a:cubicBezTo>
                    <a:pt x="381" y="2636"/>
                    <a:pt x="528" y="2854"/>
                    <a:pt x="692" y="2854"/>
                  </a:cubicBezTo>
                  <a:cubicBezTo>
                    <a:pt x="744" y="2854"/>
                    <a:pt x="798" y="2832"/>
                    <a:pt x="844" y="2779"/>
                  </a:cubicBezTo>
                  <a:lnTo>
                    <a:pt x="1006" y="2617"/>
                  </a:lnTo>
                  <a:cubicBezTo>
                    <a:pt x="1149" y="2722"/>
                    <a:pt x="1311" y="2789"/>
                    <a:pt x="1483" y="2817"/>
                  </a:cubicBezTo>
                  <a:lnTo>
                    <a:pt x="1483" y="3046"/>
                  </a:lnTo>
                  <a:cubicBezTo>
                    <a:pt x="1492" y="3175"/>
                    <a:pt x="1590" y="3239"/>
                    <a:pt x="1688" y="3239"/>
                  </a:cubicBezTo>
                  <a:cubicBezTo>
                    <a:pt x="1786" y="3239"/>
                    <a:pt x="1883" y="3175"/>
                    <a:pt x="1893" y="3046"/>
                  </a:cubicBezTo>
                  <a:lnTo>
                    <a:pt x="1893" y="2817"/>
                  </a:lnTo>
                  <a:cubicBezTo>
                    <a:pt x="2065" y="2789"/>
                    <a:pt x="2227" y="2722"/>
                    <a:pt x="2370" y="2617"/>
                  </a:cubicBezTo>
                  <a:lnTo>
                    <a:pt x="2542" y="2779"/>
                  </a:lnTo>
                  <a:cubicBezTo>
                    <a:pt x="2588" y="2832"/>
                    <a:pt x="2641" y="2854"/>
                    <a:pt x="2693" y="2854"/>
                  </a:cubicBezTo>
                  <a:cubicBezTo>
                    <a:pt x="2856" y="2854"/>
                    <a:pt x="3002" y="2636"/>
                    <a:pt x="2828" y="2483"/>
                  </a:cubicBezTo>
                  <a:lnTo>
                    <a:pt x="2675" y="2321"/>
                  </a:lnTo>
                  <a:cubicBezTo>
                    <a:pt x="2771" y="2178"/>
                    <a:pt x="2847" y="2006"/>
                    <a:pt x="2876" y="1825"/>
                  </a:cubicBezTo>
                  <a:lnTo>
                    <a:pt x="3095" y="1825"/>
                  </a:lnTo>
                  <a:cubicBezTo>
                    <a:pt x="3104" y="1826"/>
                    <a:pt x="3113" y="1826"/>
                    <a:pt x="3121" y="1826"/>
                  </a:cubicBezTo>
                  <a:cubicBezTo>
                    <a:pt x="3385" y="1826"/>
                    <a:pt x="3382" y="1414"/>
                    <a:pt x="3113" y="1414"/>
                  </a:cubicBezTo>
                  <a:cubicBezTo>
                    <a:pt x="3107" y="1414"/>
                    <a:pt x="3101" y="1415"/>
                    <a:pt x="3095" y="1415"/>
                  </a:cubicBezTo>
                  <a:lnTo>
                    <a:pt x="2866" y="1415"/>
                  </a:lnTo>
                  <a:cubicBezTo>
                    <a:pt x="2837" y="1234"/>
                    <a:pt x="2771" y="1062"/>
                    <a:pt x="2666" y="919"/>
                  </a:cubicBezTo>
                  <a:lnTo>
                    <a:pt x="2828" y="757"/>
                  </a:lnTo>
                  <a:cubicBezTo>
                    <a:pt x="2953" y="602"/>
                    <a:pt x="2823" y="414"/>
                    <a:pt x="2670" y="414"/>
                  </a:cubicBezTo>
                  <a:cubicBezTo>
                    <a:pt x="2624" y="414"/>
                    <a:pt x="2576" y="431"/>
                    <a:pt x="2532" y="470"/>
                  </a:cubicBezTo>
                  <a:lnTo>
                    <a:pt x="2379" y="633"/>
                  </a:lnTo>
                  <a:cubicBezTo>
                    <a:pt x="2236" y="528"/>
                    <a:pt x="2074" y="461"/>
                    <a:pt x="1902" y="423"/>
                  </a:cubicBezTo>
                  <a:lnTo>
                    <a:pt x="1902" y="194"/>
                  </a:lnTo>
                  <a:cubicBezTo>
                    <a:pt x="1893" y="65"/>
                    <a:pt x="1793" y="1"/>
                    <a:pt x="169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8" name="Google Shape;10568;p64"/>
            <p:cNvSpPr/>
            <p:nvPr/>
          </p:nvSpPr>
          <p:spPr>
            <a:xfrm>
              <a:off x="2314235" y="2542883"/>
              <a:ext cx="23750" cy="37052"/>
            </a:xfrm>
            <a:custGeom>
              <a:avLst/>
              <a:gdLst/>
              <a:ahLst/>
              <a:cxnLst/>
              <a:rect l="l" t="t" r="r" b="b"/>
              <a:pathLst>
                <a:path w="907" h="1415" extrusionOk="0">
                  <a:moveTo>
                    <a:pt x="205" y="0"/>
                  </a:moveTo>
                  <a:cubicBezTo>
                    <a:pt x="108" y="0"/>
                    <a:pt x="10" y="65"/>
                    <a:pt x="0" y="193"/>
                  </a:cubicBezTo>
                  <a:lnTo>
                    <a:pt x="0" y="1205"/>
                  </a:lnTo>
                  <a:cubicBezTo>
                    <a:pt x="0" y="1319"/>
                    <a:pt x="86" y="1414"/>
                    <a:pt x="201" y="1414"/>
                  </a:cubicBezTo>
                  <a:lnTo>
                    <a:pt x="649" y="1414"/>
                  </a:lnTo>
                  <a:cubicBezTo>
                    <a:pt x="907" y="1395"/>
                    <a:pt x="907" y="1014"/>
                    <a:pt x="649" y="995"/>
                  </a:cubicBezTo>
                  <a:lnTo>
                    <a:pt x="411" y="995"/>
                  </a:lnTo>
                  <a:lnTo>
                    <a:pt x="411" y="193"/>
                  </a:lnTo>
                  <a:cubicBezTo>
                    <a:pt x="401" y="65"/>
                    <a:pt x="303" y="0"/>
                    <a:pt x="205"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9" name="Google Shape;10569;p64"/>
            <p:cNvSpPr/>
            <p:nvPr/>
          </p:nvSpPr>
          <p:spPr>
            <a:xfrm>
              <a:off x="2231804" y="2521962"/>
              <a:ext cx="32496" cy="57974"/>
            </a:xfrm>
            <a:custGeom>
              <a:avLst/>
              <a:gdLst/>
              <a:ahLst/>
              <a:cxnLst/>
              <a:rect l="l" t="t" r="r" b="b"/>
              <a:pathLst>
                <a:path w="1241" h="2214" extrusionOk="0">
                  <a:moveTo>
                    <a:pt x="1030" y="0"/>
                  </a:moveTo>
                  <a:cubicBezTo>
                    <a:pt x="458" y="0"/>
                    <a:pt x="0" y="458"/>
                    <a:pt x="0" y="1031"/>
                  </a:cubicBezTo>
                  <a:lnTo>
                    <a:pt x="0" y="1174"/>
                  </a:lnTo>
                  <a:cubicBezTo>
                    <a:pt x="0" y="1746"/>
                    <a:pt x="458" y="2204"/>
                    <a:pt x="1030" y="2213"/>
                  </a:cubicBezTo>
                  <a:cubicBezTo>
                    <a:pt x="1145" y="2213"/>
                    <a:pt x="1240" y="2118"/>
                    <a:pt x="1240" y="2004"/>
                  </a:cubicBezTo>
                  <a:lnTo>
                    <a:pt x="1240" y="201"/>
                  </a:lnTo>
                  <a:cubicBezTo>
                    <a:pt x="1240" y="86"/>
                    <a:pt x="1145" y="0"/>
                    <a:pt x="1030"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0" name="Google Shape;10570;p64"/>
            <p:cNvSpPr/>
            <p:nvPr/>
          </p:nvSpPr>
          <p:spPr>
            <a:xfrm>
              <a:off x="2387684" y="2521962"/>
              <a:ext cx="32496" cy="57974"/>
            </a:xfrm>
            <a:custGeom>
              <a:avLst/>
              <a:gdLst/>
              <a:ahLst/>
              <a:cxnLst/>
              <a:rect l="l" t="t" r="r" b="b"/>
              <a:pathLst>
                <a:path w="1241" h="2214" extrusionOk="0">
                  <a:moveTo>
                    <a:pt x="200" y="0"/>
                  </a:moveTo>
                  <a:cubicBezTo>
                    <a:pt x="86" y="0"/>
                    <a:pt x="0" y="86"/>
                    <a:pt x="0" y="201"/>
                  </a:cubicBezTo>
                  <a:lnTo>
                    <a:pt x="0" y="2004"/>
                  </a:lnTo>
                  <a:cubicBezTo>
                    <a:pt x="0" y="2118"/>
                    <a:pt x="86" y="2213"/>
                    <a:pt x="200" y="2213"/>
                  </a:cubicBezTo>
                  <a:cubicBezTo>
                    <a:pt x="773" y="2213"/>
                    <a:pt x="1240" y="1746"/>
                    <a:pt x="1240" y="1174"/>
                  </a:cubicBezTo>
                  <a:lnTo>
                    <a:pt x="1240" y="1031"/>
                  </a:lnTo>
                  <a:cubicBezTo>
                    <a:pt x="1240" y="458"/>
                    <a:pt x="773" y="0"/>
                    <a:pt x="200"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71" name="Google Shape;10571;p64"/>
          <p:cNvGrpSpPr/>
          <p:nvPr/>
        </p:nvGrpSpPr>
        <p:grpSpPr>
          <a:xfrm>
            <a:off x="835084" y="2731232"/>
            <a:ext cx="276802" cy="367140"/>
            <a:chOff x="861622" y="2881770"/>
            <a:chExt cx="276802" cy="367140"/>
          </a:xfrm>
        </p:grpSpPr>
        <p:sp>
          <p:nvSpPr>
            <p:cNvPr id="10572" name="Google Shape;10572;p64"/>
            <p:cNvSpPr/>
            <p:nvPr/>
          </p:nvSpPr>
          <p:spPr>
            <a:xfrm>
              <a:off x="982518" y="2994575"/>
              <a:ext cx="155905" cy="254335"/>
            </a:xfrm>
            <a:custGeom>
              <a:avLst/>
              <a:gdLst/>
              <a:ahLst/>
              <a:cxnLst/>
              <a:rect l="l" t="t" r="r" b="b"/>
              <a:pathLst>
                <a:path w="5954" h="9713" extrusionOk="0">
                  <a:moveTo>
                    <a:pt x="2395" y="1"/>
                  </a:moveTo>
                  <a:cubicBezTo>
                    <a:pt x="1594" y="1"/>
                    <a:pt x="936" y="649"/>
                    <a:pt x="945" y="1451"/>
                  </a:cubicBezTo>
                  <a:lnTo>
                    <a:pt x="945" y="5963"/>
                  </a:lnTo>
                  <a:cubicBezTo>
                    <a:pt x="945" y="6011"/>
                    <a:pt x="917" y="6059"/>
                    <a:pt x="888" y="6087"/>
                  </a:cubicBezTo>
                  <a:cubicBezTo>
                    <a:pt x="831" y="6144"/>
                    <a:pt x="774" y="6192"/>
                    <a:pt x="726" y="6259"/>
                  </a:cubicBezTo>
                  <a:cubicBezTo>
                    <a:pt x="1" y="7117"/>
                    <a:pt x="68" y="8405"/>
                    <a:pt x="879" y="9188"/>
                  </a:cubicBezTo>
                  <a:cubicBezTo>
                    <a:pt x="1232" y="9522"/>
                    <a:pt x="1689" y="9712"/>
                    <a:pt x="2176" y="9712"/>
                  </a:cubicBezTo>
                  <a:cubicBezTo>
                    <a:pt x="3073" y="9693"/>
                    <a:pt x="3845" y="9073"/>
                    <a:pt x="4055" y="8205"/>
                  </a:cubicBezTo>
                  <a:cubicBezTo>
                    <a:pt x="4065" y="8176"/>
                    <a:pt x="4074" y="8148"/>
                    <a:pt x="4074" y="8110"/>
                  </a:cubicBezTo>
                  <a:cubicBezTo>
                    <a:pt x="4084" y="8081"/>
                    <a:pt x="4093" y="8052"/>
                    <a:pt x="4093" y="8033"/>
                  </a:cubicBezTo>
                  <a:cubicBezTo>
                    <a:pt x="4103" y="7957"/>
                    <a:pt x="4170" y="7900"/>
                    <a:pt x="4237" y="7890"/>
                  </a:cubicBezTo>
                  <a:lnTo>
                    <a:pt x="4322" y="7871"/>
                  </a:lnTo>
                  <a:lnTo>
                    <a:pt x="4351" y="7871"/>
                  </a:lnTo>
                  <a:cubicBezTo>
                    <a:pt x="5267" y="7671"/>
                    <a:pt x="5944" y="6822"/>
                    <a:pt x="5944" y="5801"/>
                  </a:cubicBezTo>
                  <a:cubicBezTo>
                    <a:pt x="5954" y="5209"/>
                    <a:pt x="5715" y="4637"/>
                    <a:pt x="5296" y="4217"/>
                  </a:cubicBezTo>
                  <a:cubicBezTo>
                    <a:pt x="5210" y="4141"/>
                    <a:pt x="5124" y="4074"/>
                    <a:pt x="5038" y="4007"/>
                  </a:cubicBezTo>
                  <a:cubicBezTo>
                    <a:pt x="4962" y="3960"/>
                    <a:pt x="4943" y="3864"/>
                    <a:pt x="4981" y="3788"/>
                  </a:cubicBezTo>
                  <a:cubicBezTo>
                    <a:pt x="5000" y="3750"/>
                    <a:pt x="5019" y="3702"/>
                    <a:pt x="5038" y="3664"/>
                  </a:cubicBezTo>
                  <a:cubicBezTo>
                    <a:pt x="5105" y="3492"/>
                    <a:pt x="5133" y="3301"/>
                    <a:pt x="5133" y="3120"/>
                  </a:cubicBezTo>
                  <a:cubicBezTo>
                    <a:pt x="5143" y="2567"/>
                    <a:pt x="4828" y="2052"/>
                    <a:pt x="4332" y="1804"/>
                  </a:cubicBezTo>
                  <a:cubicBezTo>
                    <a:pt x="4284" y="1775"/>
                    <a:pt x="4227" y="1756"/>
                    <a:pt x="4170" y="1737"/>
                  </a:cubicBezTo>
                  <a:cubicBezTo>
                    <a:pt x="4093" y="1718"/>
                    <a:pt x="4046" y="1642"/>
                    <a:pt x="4055" y="1556"/>
                  </a:cubicBezTo>
                  <a:lnTo>
                    <a:pt x="4055" y="1441"/>
                  </a:lnTo>
                  <a:lnTo>
                    <a:pt x="4055" y="1432"/>
                  </a:lnTo>
                  <a:cubicBezTo>
                    <a:pt x="4055" y="783"/>
                    <a:pt x="3626" y="211"/>
                    <a:pt x="3006" y="29"/>
                  </a:cubicBezTo>
                  <a:cubicBezTo>
                    <a:pt x="2930" y="10"/>
                    <a:pt x="2863" y="1"/>
                    <a:pt x="2787"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3" name="Google Shape;10573;p64"/>
            <p:cNvSpPr/>
            <p:nvPr/>
          </p:nvSpPr>
          <p:spPr>
            <a:xfrm>
              <a:off x="982518" y="3149956"/>
              <a:ext cx="42498" cy="87955"/>
            </a:xfrm>
            <a:custGeom>
              <a:avLst/>
              <a:gdLst/>
              <a:ahLst/>
              <a:cxnLst/>
              <a:rect l="l" t="t" r="r" b="b"/>
              <a:pathLst>
                <a:path w="1623" h="3359" extrusionOk="0">
                  <a:moveTo>
                    <a:pt x="945" y="0"/>
                  </a:moveTo>
                  <a:lnTo>
                    <a:pt x="945" y="29"/>
                  </a:lnTo>
                  <a:cubicBezTo>
                    <a:pt x="945" y="77"/>
                    <a:pt x="926" y="125"/>
                    <a:pt x="888" y="153"/>
                  </a:cubicBezTo>
                  <a:cubicBezTo>
                    <a:pt x="1" y="1002"/>
                    <a:pt x="1" y="2405"/>
                    <a:pt x="879" y="3254"/>
                  </a:cubicBezTo>
                  <a:cubicBezTo>
                    <a:pt x="917" y="3292"/>
                    <a:pt x="955" y="3330"/>
                    <a:pt x="1003" y="3359"/>
                  </a:cubicBezTo>
                  <a:cubicBezTo>
                    <a:pt x="1403" y="2910"/>
                    <a:pt x="1623" y="2319"/>
                    <a:pt x="1623" y="1708"/>
                  </a:cubicBezTo>
                  <a:cubicBezTo>
                    <a:pt x="1623" y="1069"/>
                    <a:pt x="1384" y="458"/>
                    <a:pt x="94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4" name="Google Shape;10574;p64"/>
            <p:cNvSpPr/>
            <p:nvPr/>
          </p:nvSpPr>
          <p:spPr>
            <a:xfrm>
              <a:off x="1001502" y="3147705"/>
              <a:ext cx="59257" cy="28515"/>
            </a:xfrm>
            <a:custGeom>
              <a:avLst/>
              <a:gdLst/>
              <a:ahLst/>
              <a:cxnLst/>
              <a:rect l="l" t="t" r="r" b="b"/>
              <a:pathLst>
                <a:path w="2263" h="1089" extrusionOk="0">
                  <a:moveTo>
                    <a:pt x="220" y="1"/>
                  </a:moveTo>
                  <a:lnTo>
                    <a:pt x="220" y="115"/>
                  </a:lnTo>
                  <a:cubicBezTo>
                    <a:pt x="220" y="163"/>
                    <a:pt x="201" y="211"/>
                    <a:pt x="163" y="249"/>
                  </a:cubicBezTo>
                  <a:cubicBezTo>
                    <a:pt x="106" y="296"/>
                    <a:pt x="49" y="354"/>
                    <a:pt x="1" y="411"/>
                  </a:cubicBezTo>
                  <a:cubicBezTo>
                    <a:pt x="583" y="439"/>
                    <a:pt x="1432" y="659"/>
                    <a:pt x="1804" y="1021"/>
                  </a:cubicBezTo>
                  <a:cubicBezTo>
                    <a:pt x="1851" y="1068"/>
                    <a:pt x="1904" y="1088"/>
                    <a:pt x="1955" y="1088"/>
                  </a:cubicBezTo>
                  <a:cubicBezTo>
                    <a:pt x="2120" y="1088"/>
                    <a:pt x="2263" y="879"/>
                    <a:pt x="2109" y="726"/>
                  </a:cubicBezTo>
                  <a:cubicBezTo>
                    <a:pt x="1709" y="325"/>
                    <a:pt x="879" y="67"/>
                    <a:pt x="220"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5" name="Google Shape;10575;p64"/>
            <p:cNvSpPr/>
            <p:nvPr/>
          </p:nvSpPr>
          <p:spPr>
            <a:xfrm>
              <a:off x="1060445" y="3173549"/>
              <a:ext cx="36031" cy="35873"/>
            </a:xfrm>
            <a:custGeom>
              <a:avLst/>
              <a:gdLst/>
              <a:ahLst/>
              <a:cxnLst/>
              <a:rect l="l" t="t" r="r" b="b"/>
              <a:pathLst>
                <a:path w="1376" h="1370" extrusionOk="0">
                  <a:moveTo>
                    <a:pt x="303" y="1"/>
                  </a:moveTo>
                  <a:cubicBezTo>
                    <a:pt x="90" y="1"/>
                    <a:pt x="1" y="331"/>
                    <a:pt x="240" y="416"/>
                  </a:cubicBezTo>
                  <a:cubicBezTo>
                    <a:pt x="621" y="559"/>
                    <a:pt x="984" y="1189"/>
                    <a:pt x="1079" y="1370"/>
                  </a:cubicBezTo>
                  <a:cubicBezTo>
                    <a:pt x="1089" y="1341"/>
                    <a:pt x="1098" y="1303"/>
                    <a:pt x="1098" y="1275"/>
                  </a:cubicBezTo>
                  <a:cubicBezTo>
                    <a:pt x="1108" y="1246"/>
                    <a:pt x="1117" y="1217"/>
                    <a:pt x="1117" y="1189"/>
                  </a:cubicBezTo>
                  <a:cubicBezTo>
                    <a:pt x="1127" y="1122"/>
                    <a:pt x="1194" y="1065"/>
                    <a:pt x="1261" y="1055"/>
                  </a:cubicBezTo>
                  <a:lnTo>
                    <a:pt x="1346" y="1036"/>
                  </a:lnTo>
                  <a:lnTo>
                    <a:pt x="1375" y="1036"/>
                  </a:lnTo>
                  <a:cubicBezTo>
                    <a:pt x="1194" y="731"/>
                    <a:pt x="831" y="187"/>
                    <a:pt x="383" y="15"/>
                  </a:cubicBezTo>
                  <a:cubicBezTo>
                    <a:pt x="355" y="5"/>
                    <a:pt x="328" y="1"/>
                    <a:pt x="303"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6" name="Google Shape;10576;p64"/>
            <p:cNvSpPr/>
            <p:nvPr/>
          </p:nvSpPr>
          <p:spPr>
            <a:xfrm>
              <a:off x="1068222" y="3083761"/>
              <a:ext cx="52710" cy="21498"/>
            </a:xfrm>
            <a:custGeom>
              <a:avLst/>
              <a:gdLst/>
              <a:ahLst/>
              <a:cxnLst/>
              <a:rect l="l" t="t" r="r" b="b"/>
              <a:pathLst>
                <a:path w="2013" h="821" extrusionOk="0">
                  <a:moveTo>
                    <a:pt x="200" y="0"/>
                  </a:moveTo>
                  <a:cubicBezTo>
                    <a:pt x="86" y="10"/>
                    <a:pt x="0" y="105"/>
                    <a:pt x="0" y="229"/>
                  </a:cubicBezTo>
                  <a:cubicBezTo>
                    <a:pt x="10" y="344"/>
                    <a:pt x="105" y="430"/>
                    <a:pt x="229" y="430"/>
                  </a:cubicBezTo>
                  <a:cubicBezTo>
                    <a:pt x="267" y="428"/>
                    <a:pt x="305" y="427"/>
                    <a:pt x="343" y="427"/>
                  </a:cubicBezTo>
                  <a:cubicBezTo>
                    <a:pt x="1139" y="427"/>
                    <a:pt x="1966" y="793"/>
                    <a:pt x="1975" y="802"/>
                  </a:cubicBezTo>
                  <a:cubicBezTo>
                    <a:pt x="1984" y="811"/>
                    <a:pt x="1994" y="821"/>
                    <a:pt x="2013" y="821"/>
                  </a:cubicBezTo>
                  <a:cubicBezTo>
                    <a:pt x="1937" y="745"/>
                    <a:pt x="1841" y="678"/>
                    <a:pt x="1755" y="611"/>
                  </a:cubicBezTo>
                  <a:cubicBezTo>
                    <a:pt x="1679" y="563"/>
                    <a:pt x="1660" y="477"/>
                    <a:pt x="1698" y="401"/>
                  </a:cubicBezTo>
                  <a:cubicBezTo>
                    <a:pt x="1717" y="353"/>
                    <a:pt x="1736" y="315"/>
                    <a:pt x="1755" y="268"/>
                  </a:cubicBezTo>
                  <a:cubicBezTo>
                    <a:pt x="1259" y="86"/>
                    <a:pt x="735" y="0"/>
                    <a:pt x="200"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7" name="Google Shape;10577;p64"/>
            <p:cNvSpPr/>
            <p:nvPr/>
          </p:nvSpPr>
          <p:spPr>
            <a:xfrm>
              <a:off x="1057721" y="3032307"/>
              <a:ext cx="37994" cy="38989"/>
            </a:xfrm>
            <a:custGeom>
              <a:avLst/>
              <a:gdLst/>
              <a:ahLst/>
              <a:cxnLst/>
              <a:rect l="l" t="t" r="r" b="b"/>
              <a:pathLst>
                <a:path w="1451" h="1489" extrusionOk="0">
                  <a:moveTo>
                    <a:pt x="1174" y="0"/>
                  </a:moveTo>
                  <a:cubicBezTo>
                    <a:pt x="935" y="48"/>
                    <a:pt x="563" y="153"/>
                    <a:pt x="344" y="353"/>
                  </a:cubicBezTo>
                  <a:cubicBezTo>
                    <a:pt x="124" y="554"/>
                    <a:pt x="0" y="868"/>
                    <a:pt x="0" y="1279"/>
                  </a:cubicBezTo>
                  <a:cubicBezTo>
                    <a:pt x="0" y="1393"/>
                    <a:pt x="96" y="1488"/>
                    <a:pt x="220" y="1488"/>
                  </a:cubicBezTo>
                  <a:cubicBezTo>
                    <a:pt x="334" y="1479"/>
                    <a:pt x="420" y="1383"/>
                    <a:pt x="420" y="1269"/>
                  </a:cubicBezTo>
                  <a:cubicBezTo>
                    <a:pt x="420" y="992"/>
                    <a:pt x="496" y="782"/>
                    <a:pt x="640" y="649"/>
                  </a:cubicBezTo>
                  <a:cubicBezTo>
                    <a:pt x="840" y="468"/>
                    <a:pt x="1384" y="382"/>
                    <a:pt x="1384" y="382"/>
                  </a:cubicBezTo>
                  <a:lnTo>
                    <a:pt x="1450" y="382"/>
                  </a:lnTo>
                  <a:cubicBezTo>
                    <a:pt x="1403" y="353"/>
                    <a:pt x="1346" y="334"/>
                    <a:pt x="1288" y="315"/>
                  </a:cubicBezTo>
                  <a:cubicBezTo>
                    <a:pt x="1212" y="286"/>
                    <a:pt x="1164" y="210"/>
                    <a:pt x="1174" y="134"/>
                  </a:cubicBezTo>
                  <a:lnTo>
                    <a:pt x="1174" y="19"/>
                  </a:lnTo>
                  <a:lnTo>
                    <a:pt x="1174"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8" name="Google Shape;10578;p64"/>
            <p:cNvSpPr/>
            <p:nvPr/>
          </p:nvSpPr>
          <p:spPr>
            <a:xfrm>
              <a:off x="1027556" y="3008767"/>
              <a:ext cx="49673" cy="24064"/>
            </a:xfrm>
            <a:custGeom>
              <a:avLst/>
              <a:gdLst/>
              <a:ahLst/>
              <a:cxnLst/>
              <a:rect l="l" t="t" r="r" b="b"/>
              <a:pathLst>
                <a:path w="1897" h="919" extrusionOk="0">
                  <a:moveTo>
                    <a:pt x="639" y="0"/>
                  </a:moveTo>
                  <a:cubicBezTo>
                    <a:pt x="578" y="0"/>
                    <a:pt x="517" y="4"/>
                    <a:pt x="456" y="12"/>
                  </a:cubicBezTo>
                  <a:lnTo>
                    <a:pt x="265" y="31"/>
                  </a:lnTo>
                  <a:cubicBezTo>
                    <a:pt x="1" y="68"/>
                    <a:pt x="41" y="453"/>
                    <a:pt x="288" y="453"/>
                  </a:cubicBezTo>
                  <a:cubicBezTo>
                    <a:pt x="299" y="453"/>
                    <a:pt x="310" y="452"/>
                    <a:pt x="322" y="451"/>
                  </a:cubicBezTo>
                  <a:lnTo>
                    <a:pt x="513" y="432"/>
                  </a:lnTo>
                  <a:cubicBezTo>
                    <a:pt x="557" y="426"/>
                    <a:pt x="601" y="423"/>
                    <a:pt x="645" y="423"/>
                  </a:cubicBezTo>
                  <a:cubicBezTo>
                    <a:pt x="961" y="423"/>
                    <a:pt x="1265" y="573"/>
                    <a:pt x="1458" y="832"/>
                  </a:cubicBezTo>
                  <a:cubicBezTo>
                    <a:pt x="1496" y="890"/>
                    <a:pt x="1563" y="918"/>
                    <a:pt x="1629" y="918"/>
                  </a:cubicBezTo>
                  <a:cubicBezTo>
                    <a:pt x="1801" y="918"/>
                    <a:pt x="1896" y="727"/>
                    <a:pt x="1801" y="584"/>
                  </a:cubicBezTo>
                  <a:cubicBezTo>
                    <a:pt x="1524" y="214"/>
                    <a:pt x="1091" y="0"/>
                    <a:pt x="639"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9" name="Google Shape;10579;p64"/>
            <p:cNvSpPr/>
            <p:nvPr/>
          </p:nvSpPr>
          <p:spPr>
            <a:xfrm>
              <a:off x="1008965" y="3173785"/>
              <a:ext cx="62006" cy="44881"/>
            </a:xfrm>
            <a:custGeom>
              <a:avLst/>
              <a:gdLst/>
              <a:ahLst/>
              <a:cxnLst/>
              <a:rect l="l" t="t" r="r" b="b"/>
              <a:pathLst>
                <a:path w="2368" h="1714" extrusionOk="0">
                  <a:moveTo>
                    <a:pt x="294" y="1"/>
                  </a:moveTo>
                  <a:cubicBezTo>
                    <a:pt x="59" y="1"/>
                    <a:pt x="1" y="363"/>
                    <a:pt x="260" y="417"/>
                  </a:cubicBezTo>
                  <a:cubicBezTo>
                    <a:pt x="1748" y="741"/>
                    <a:pt x="1929" y="1533"/>
                    <a:pt x="1929" y="1542"/>
                  </a:cubicBezTo>
                  <a:cubicBezTo>
                    <a:pt x="1948" y="1638"/>
                    <a:pt x="2034" y="1714"/>
                    <a:pt x="2139" y="1714"/>
                  </a:cubicBezTo>
                  <a:lnTo>
                    <a:pt x="2177" y="1714"/>
                  </a:lnTo>
                  <a:cubicBezTo>
                    <a:pt x="2292" y="1685"/>
                    <a:pt x="2368" y="1580"/>
                    <a:pt x="2349" y="1466"/>
                  </a:cubicBezTo>
                  <a:cubicBezTo>
                    <a:pt x="2339" y="1418"/>
                    <a:pt x="2139" y="388"/>
                    <a:pt x="346" y="6"/>
                  </a:cubicBezTo>
                  <a:cubicBezTo>
                    <a:pt x="328" y="3"/>
                    <a:pt x="310" y="1"/>
                    <a:pt x="29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0" name="Google Shape;10580;p64"/>
            <p:cNvSpPr/>
            <p:nvPr/>
          </p:nvSpPr>
          <p:spPr>
            <a:xfrm>
              <a:off x="1096606" y="3110417"/>
              <a:ext cx="32338" cy="40063"/>
            </a:xfrm>
            <a:custGeom>
              <a:avLst/>
              <a:gdLst/>
              <a:ahLst/>
              <a:cxnLst/>
              <a:rect l="l" t="t" r="r" b="b"/>
              <a:pathLst>
                <a:path w="1235" h="1530" extrusionOk="0">
                  <a:moveTo>
                    <a:pt x="301" y="1"/>
                  </a:moveTo>
                  <a:cubicBezTo>
                    <a:pt x="79" y="1"/>
                    <a:pt x="1" y="336"/>
                    <a:pt x="242" y="413"/>
                  </a:cubicBezTo>
                  <a:cubicBezTo>
                    <a:pt x="757" y="576"/>
                    <a:pt x="805" y="1320"/>
                    <a:pt x="805" y="1329"/>
                  </a:cubicBezTo>
                  <a:cubicBezTo>
                    <a:pt x="815" y="1444"/>
                    <a:pt x="900" y="1530"/>
                    <a:pt x="1015" y="1530"/>
                  </a:cubicBezTo>
                  <a:lnTo>
                    <a:pt x="1024" y="1530"/>
                  </a:lnTo>
                  <a:cubicBezTo>
                    <a:pt x="1139" y="1520"/>
                    <a:pt x="1234" y="1425"/>
                    <a:pt x="1225" y="1310"/>
                  </a:cubicBezTo>
                  <a:cubicBezTo>
                    <a:pt x="1225" y="1262"/>
                    <a:pt x="1158" y="261"/>
                    <a:pt x="376" y="13"/>
                  </a:cubicBezTo>
                  <a:cubicBezTo>
                    <a:pt x="349" y="5"/>
                    <a:pt x="324" y="1"/>
                    <a:pt x="301"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1" name="Google Shape;10581;p64"/>
            <p:cNvSpPr/>
            <p:nvPr/>
          </p:nvSpPr>
          <p:spPr>
            <a:xfrm>
              <a:off x="1029730" y="3086248"/>
              <a:ext cx="28515" cy="52998"/>
            </a:xfrm>
            <a:custGeom>
              <a:avLst/>
              <a:gdLst/>
              <a:ahLst/>
              <a:cxnLst/>
              <a:rect l="l" t="t" r="r" b="b"/>
              <a:pathLst>
                <a:path w="1089" h="2024" extrusionOk="0">
                  <a:moveTo>
                    <a:pt x="864" y="1"/>
                  </a:moveTo>
                  <a:cubicBezTo>
                    <a:pt x="824" y="1"/>
                    <a:pt x="783" y="13"/>
                    <a:pt x="745" y="39"/>
                  </a:cubicBezTo>
                  <a:cubicBezTo>
                    <a:pt x="449" y="220"/>
                    <a:pt x="1" y="688"/>
                    <a:pt x="1" y="1813"/>
                  </a:cubicBezTo>
                  <a:cubicBezTo>
                    <a:pt x="1" y="1928"/>
                    <a:pt x="106" y="2023"/>
                    <a:pt x="220" y="2023"/>
                  </a:cubicBezTo>
                  <a:cubicBezTo>
                    <a:pt x="335" y="2014"/>
                    <a:pt x="430" y="1918"/>
                    <a:pt x="430" y="1804"/>
                  </a:cubicBezTo>
                  <a:cubicBezTo>
                    <a:pt x="430" y="869"/>
                    <a:pt x="774" y="516"/>
                    <a:pt x="974" y="392"/>
                  </a:cubicBezTo>
                  <a:cubicBezTo>
                    <a:pt x="1050" y="344"/>
                    <a:pt x="1088" y="249"/>
                    <a:pt x="1069" y="163"/>
                  </a:cubicBezTo>
                  <a:cubicBezTo>
                    <a:pt x="1043" y="63"/>
                    <a:pt x="956" y="1"/>
                    <a:pt x="86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2" name="Google Shape;10582;p64"/>
            <p:cNvSpPr/>
            <p:nvPr/>
          </p:nvSpPr>
          <p:spPr>
            <a:xfrm>
              <a:off x="937323" y="2881770"/>
              <a:ext cx="112674" cy="117387"/>
            </a:xfrm>
            <a:custGeom>
              <a:avLst/>
              <a:gdLst/>
              <a:ahLst/>
              <a:cxnLst/>
              <a:rect l="l" t="t" r="r" b="b"/>
              <a:pathLst>
                <a:path w="4303" h="4483" extrusionOk="0">
                  <a:moveTo>
                    <a:pt x="2385" y="1"/>
                  </a:moveTo>
                  <a:cubicBezTo>
                    <a:pt x="2006" y="1"/>
                    <a:pt x="1618" y="115"/>
                    <a:pt x="1269" y="369"/>
                  </a:cubicBezTo>
                  <a:cubicBezTo>
                    <a:pt x="0" y="1294"/>
                    <a:pt x="324" y="3259"/>
                    <a:pt x="1813" y="3727"/>
                  </a:cubicBezTo>
                  <a:lnTo>
                    <a:pt x="2204" y="4375"/>
                  </a:lnTo>
                  <a:cubicBezTo>
                    <a:pt x="2247" y="4447"/>
                    <a:pt x="2321" y="4483"/>
                    <a:pt x="2395" y="4483"/>
                  </a:cubicBezTo>
                  <a:cubicBezTo>
                    <a:pt x="2469" y="4483"/>
                    <a:pt x="2543" y="4447"/>
                    <a:pt x="2585" y="4375"/>
                  </a:cubicBezTo>
                  <a:lnTo>
                    <a:pt x="2977" y="3727"/>
                  </a:lnTo>
                  <a:cubicBezTo>
                    <a:pt x="3759" y="3479"/>
                    <a:pt x="4293" y="2744"/>
                    <a:pt x="4303" y="1914"/>
                  </a:cubicBezTo>
                  <a:cubicBezTo>
                    <a:pt x="4303" y="783"/>
                    <a:pt x="3375" y="1"/>
                    <a:pt x="2385"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3" name="Google Shape;10583;p64"/>
            <p:cNvSpPr/>
            <p:nvPr/>
          </p:nvSpPr>
          <p:spPr>
            <a:xfrm>
              <a:off x="985032" y="2920628"/>
              <a:ext cx="26499" cy="22755"/>
            </a:xfrm>
            <a:custGeom>
              <a:avLst/>
              <a:gdLst/>
              <a:ahLst/>
              <a:cxnLst/>
              <a:rect l="l" t="t" r="r" b="b"/>
              <a:pathLst>
                <a:path w="1012" h="869" extrusionOk="0">
                  <a:moveTo>
                    <a:pt x="570" y="0"/>
                  </a:moveTo>
                  <a:cubicBezTo>
                    <a:pt x="464" y="0"/>
                    <a:pt x="356" y="39"/>
                    <a:pt x="267" y="125"/>
                  </a:cubicBezTo>
                  <a:cubicBezTo>
                    <a:pt x="0" y="392"/>
                    <a:pt x="191" y="859"/>
                    <a:pt x="573" y="869"/>
                  </a:cubicBezTo>
                  <a:cubicBezTo>
                    <a:pt x="811" y="869"/>
                    <a:pt x="1011" y="669"/>
                    <a:pt x="1011" y="430"/>
                  </a:cubicBezTo>
                  <a:cubicBezTo>
                    <a:pt x="1005" y="171"/>
                    <a:pt x="792" y="0"/>
                    <a:pt x="570"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4" name="Google Shape;10584;p64"/>
            <p:cNvSpPr/>
            <p:nvPr/>
          </p:nvSpPr>
          <p:spPr>
            <a:xfrm>
              <a:off x="963298" y="2897271"/>
              <a:ext cx="72951" cy="69233"/>
            </a:xfrm>
            <a:custGeom>
              <a:avLst/>
              <a:gdLst/>
              <a:ahLst/>
              <a:cxnLst/>
              <a:rect l="l" t="t" r="r" b="b"/>
              <a:pathLst>
                <a:path w="2786" h="2644" extrusionOk="0">
                  <a:moveTo>
                    <a:pt x="1403" y="752"/>
                  </a:moveTo>
                  <a:cubicBezTo>
                    <a:pt x="1474" y="752"/>
                    <a:pt x="1546" y="764"/>
                    <a:pt x="1613" y="788"/>
                  </a:cubicBezTo>
                  <a:lnTo>
                    <a:pt x="1632" y="797"/>
                  </a:lnTo>
                  <a:cubicBezTo>
                    <a:pt x="1765" y="855"/>
                    <a:pt x="1870" y="960"/>
                    <a:pt x="1927" y="1093"/>
                  </a:cubicBezTo>
                  <a:lnTo>
                    <a:pt x="1937" y="1112"/>
                  </a:lnTo>
                  <a:cubicBezTo>
                    <a:pt x="1985" y="1246"/>
                    <a:pt x="1985" y="1398"/>
                    <a:pt x="1937" y="1532"/>
                  </a:cubicBezTo>
                  <a:lnTo>
                    <a:pt x="1927" y="1551"/>
                  </a:lnTo>
                  <a:cubicBezTo>
                    <a:pt x="1870" y="1685"/>
                    <a:pt x="1765" y="1790"/>
                    <a:pt x="1632" y="1847"/>
                  </a:cubicBezTo>
                  <a:lnTo>
                    <a:pt x="1613" y="1856"/>
                  </a:lnTo>
                  <a:cubicBezTo>
                    <a:pt x="1546" y="1885"/>
                    <a:pt x="1474" y="1899"/>
                    <a:pt x="1403" y="1899"/>
                  </a:cubicBezTo>
                  <a:cubicBezTo>
                    <a:pt x="1331" y="1899"/>
                    <a:pt x="1260" y="1885"/>
                    <a:pt x="1193" y="1856"/>
                  </a:cubicBezTo>
                  <a:lnTo>
                    <a:pt x="1174" y="1847"/>
                  </a:lnTo>
                  <a:cubicBezTo>
                    <a:pt x="1040" y="1790"/>
                    <a:pt x="935" y="1685"/>
                    <a:pt x="878" y="1551"/>
                  </a:cubicBezTo>
                  <a:lnTo>
                    <a:pt x="868" y="1532"/>
                  </a:lnTo>
                  <a:cubicBezTo>
                    <a:pt x="811" y="1398"/>
                    <a:pt x="811" y="1246"/>
                    <a:pt x="868" y="1112"/>
                  </a:cubicBezTo>
                  <a:lnTo>
                    <a:pt x="878" y="1093"/>
                  </a:lnTo>
                  <a:cubicBezTo>
                    <a:pt x="935" y="960"/>
                    <a:pt x="1040" y="855"/>
                    <a:pt x="1174" y="797"/>
                  </a:cubicBezTo>
                  <a:lnTo>
                    <a:pt x="1193" y="788"/>
                  </a:lnTo>
                  <a:cubicBezTo>
                    <a:pt x="1260" y="764"/>
                    <a:pt x="1331" y="752"/>
                    <a:pt x="1403" y="752"/>
                  </a:cubicBezTo>
                  <a:close/>
                  <a:moveTo>
                    <a:pt x="1403" y="1"/>
                  </a:moveTo>
                  <a:cubicBezTo>
                    <a:pt x="1298" y="1"/>
                    <a:pt x="1193" y="72"/>
                    <a:pt x="1193" y="216"/>
                  </a:cubicBezTo>
                  <a:lnTo>
                    <a:pt x="1193" y="349"/>
                  </a:lnTo>
                  <a:cubicBezTo>
                    <a:pt x="1069" y="378"/>
                    <a:pt x="964" y="425"/>
                    <a:pt x="859" y="483"/>
                  </a:cubicBezTo>
                  <a:lnTo>
                    <a:pt x="763" y="387"/>
                  </a:lnTo>
                  <a:cubicBezTo>
                    <a:pt x="717" y="341"/>
                    <a:pt x="666" y="322"/>
                    <a:pt x="617" y="322"/>
                  </a:cubicBezTo>
                  <a:cubicBezTo>
                    <a:pt x="453" y="322"/>
                    <a:pt x="313" y="538"/>
                    <a:pt x="468" y="693"/>
                  </a:cubicBezTo>
                  <a:lnTo>
                    <a:pt x="563" y="788"/>
                  </a:lnTo>
                  <a:cubicBezTo>
                    <a:pt x="496" y="883"/>
                    <a:pt x="449" y="998"/>
                    <a:pt x="430" y="1112"/>
                  </a:cubicBezTo>
                  <a:lnTo>
                    <a:pt x="286" y="1112"/>
                  </a:lnTo>
                  <a:cubicBezTo>
                    <a:pt x="0" y="1112"/>
                    <a:pt x="0" y="1532"/>
                    <a:pt x="286" y="1532"/>
                  </a:cubicBezTo>
                  <a:lnTo>
                    <a:pt x="420" y="1532"/>
                  </a:lnTo>
                  <a:cubicBezTo>
                    <a:pt x="449" y="1656"/>
                    <a:pt x="496" y="1761"/>
                    <a:pt x="563" y="1866"/>
                  </a:cubicBezTo>
                  <a:lnTo>
                    <a:pt x="468" y="1961"/>
                  </a:lnTo>
                  <a:cubicBezTo>
                    <a:pt x="314" y="2108"/>
                    <a:pt x="453" y="2323"/>
                    <a:pt x="617" y="2323"/>
                  </a:cubicBezTo>
                  <a:cubicBezTo>
                    <a:pt x="666" y="2323"/>
                    <a:pt x="717" y="2303"/>
                    <a:pt x="763" y="2257"/>
                  </a:cubicBezTo>
                  <a:lnTo>
                    <a:pt x="859" y="2162"/>
                  </a:lnTo>
                  <a:cubicBezTo>
                    <a:pt x="964" y="2228"/>
                    <a:pt x="1069" y="2276"/>
                    <a:pt x="1183" y="2295"/>
                  </a:cubicBezTo>
                  <a:lnTo>
                    <a:pt x="1183" y="2429"/>
                  </a:lnTo>
                  <a:cubicBezTo>
                    <a:pt x="1183" y="2572"/>
                    <a:pt x="1291" y="2643"/>
                    <a:pt x="1398" y="2643"/>
                  </a:cubicBezTo>
                  <a:cubicBezTo>
                    <a:pt x="1505" y="2643"/>
                    <a:pt x="1613" y="2572"/>
                    <a:pt x="1613" y="2429"/>
                  </a:cubicBezTo>
                  <a:lnTo>
                    <a:pt x="1613" y="2295"/>
                  </a:lnTo>
                  <a:cubicBezTo>
                    <a:pt x="1727" y="2276"/>
                    <a:pt x="1841" y="2228"/>
                    <a:pt x="1937" y="2162"/>
                  </a:cubicBezTo>
                  <a:lnTo>
                    <a:pt x="2032" y="2257"/>
                  </a:lnTo>
                  <a:cubicBezTo>
                    <a:pt x="2079" y="2304"/>
                    <a:pt x="2132" y="2324"/>
                    <a:pt x="2182" y="2324"/>
                  </a:cubicBezTo>
                  <a:cubicBezTo>
                    <a:pt x="2345" y="2324"/>
                    <a:pt x="2484" y="2115"/>
                    <a:pt x="2338" y="1961"/>
                  </a:cubicBezTo>
                  <a:lnTo>
                    <a:pt x="2233" y="1866"/>
                  </a:lnTo>
                  <a:cubicBezTo>
                    <a:pt x="2299" y="1761"/>
                    <a:pt x="2347" y="1656"/>
                    <a:pt x="2376" y="1532"/>
                  </a:cubicBezTo>
                  <a:lnTo>
                    <a:pt x="2509" y="1532"/>
                  </a:lnTo>
                  <a:cubicBezTo>
                    <a:pt x="2786" y="1532"/>
                    <a:pt x="2786" y="1112"/>
                    <a:pt x="2509" y="1112"/>
                  </a:cubicBezTo>
                  <a:lnTo>
                    <a:pt x="2376" y="1112"/>
                  </a:lnTo>
                  <a:cubicBezTo>
                    <a:pt x="2347" y="998"/>
                    <a:pt x="2299" y="883"/>
                    <a:pt x="2242" y="788"/>
                  </a:cubicBezTo>
                  <a:lnTo>
                    <a:pt x="2338" y="693"/>
                  </a:lnTo>
                  <a:cubicBezTo>
                    <a:pt x="2491" y="539"/>
                    <a:pt x="2348" y="330"/>
                    <a:pt x="2183" y="330"/>
                  </a:cubicBezTo>
                  <a:cubicBezTo>
                    <a:pt x="2132" y="330"/>
                    <a:pt x="2079" y="350"/>
                    <a:pt x="2032" y="397"/>
                  </a:cubicBezTo>
                  <a:lnTo>
                    <a:pt x="1937" y="492"/>
                  </a:lnTo>
                  <a:cubicBezTo>
                    <a:pt x="1841" y="425"/>
                    <a:pt x="1727" y="378"/>
                    <a:pt x="1613" y="359"/>
                  </a:cubicBezTo>
                  <a:lnTo>
                    <a:pt x="1613" y="216"/>
                  </a:lnTo>
                  <a:cubicBezTo>
                    <a:pt x="1613" y="72"/>
                    <a:pt x="1508" y="1"/>
                    <a:pt x="1403"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5" name="Google Shape;10585;p64"/>
            <p:cNvSpPr/>
            <p:nvPr/>
          </p:nvSpPr>
          <p:spPr>
            <a:xfrm>
              <a:off x="861622" y="2994837"/>
              <a:ext cx="150171" cy="254073"/>
            </a:xfrm>
            <a:custGeom>
              <a:avLst/>
              <a:gdLst/>
              <a:ahLst/>
              <a:cxnLst/>
              <a:rect l="l" t="t" r="r" b="b"/>
              <a:pathLst>
                <a:path w="5735" h="9703" extrusionOk="0">
                  <a:moveTo>
                    <a:pt x="3168" y="0"/>
                  </a:moveTo>
                  <a:cubicBezTo>
                    <a:pt x="3091" y="10"/>
                    <a:pt x="3025" y="19"/>
                    <a:pt x="2958" y="38"/>
                  </a:cubicBezTo>
                  <a:cubicBezTo>
                    <a:pt x="2328" y="210"/>
                    <a:pt x="1899" y="782"/>
                    <a:pt x="1909" y="1431"/>
                  </a:cubicBezTo>
                  <a:lnTo>
                    <a:pt x="1909" y="1450"/>
                  </a:lnTo>
                  <a:lnTo>
                    <a:pt x="1909" y="1565"/>
                  </a:lnTo>
                  <a:cubicBezTo>
                    <a:pt x="1909" y="1641"/>
                    <a:pt x="1861" y="1717"/>
                    <a:pt x="1784" y="1746"/>
                  </a:cubicBezTo>
                  <a:cubicBezTo>
                    <a:pt x="1727" y="1765"/>
                    <a:pt x="1680" y="1784"/>
                    <a:pt x="1622" y="1813"/>
                  </a:cubicBezTo>
                  <a:cubicBezTo>
                    <a:pt x="1126" y="2061"/>
                    <a:pt x="821" y="2566"/>
                    <a:pt x="821" y="3120"/>
                  </a:cubicBezTo>
                  <a:cubicBezTo>
                    <a:pt x="821" y="3311"/>
                    <a:pt x="859" y="3492"/>
                    <a:pt x="926" y="3664"/>
                  </a:cubicBezTo>
                  <a:cubicBezTo>
                    <a:pt x="945" y="3711"/>
                    <a:pt x="964" y="3759"/>
                    <a:pt x="983" y="3797"/>
                  </a:cubicBezTo>
                  <a:cubicBezTo>
                    <a:pt x="1021" y="3873"/>
                    <a:pt x="993" y="3969"/>
                    <a:pt x="926" y="4017"/>
                  </a:cubicBezTo>
                  <a:cubicBezTo>
                    <a:pt x="830" y="4074"/>
                    <a:pt x="745" y="4150"/>
                    <a:pt x="668" y="4226"/>
                  </a:cubicBezTo>
                  <a:cubicBezTo>
                    <a:pt x="239" y="4637"/>
                    <a:pt x="1" y="5199"/>
                    <a:pt x="1" y="5791"/>
                  </a:cubicBezTo>
                  <a:cubicBezTo>
                    <a:pt x="1" y="6812"/>
                    <a:pt x="687" y="7661"/>
                    <a:pt x="1594" y="7852"/>
                  </a:cubicBezTo>
                  <a:lnTo>
                    <a:pt x="1622" y="7861"/>
                  </a:lnTo>
                  <a:lnTo>
                    <a:pt x="1708" y="7880"/>
                  </a:lnTo>
                  <a:cubicBezTo>
                    <a:pt x="1784" y="7890"/>
                    <a:pt x="1842" y="7947"/>
                    <a:pt x="1851" y="8014"/>
                  </a:cubicBezTo>
                  <a:cubicBezTo>
                    <a:pt x="1861" y="8042"/>
                    <a:pt x="1861" y="8071"/>
                    <a:pt x="1870" y="8100"/>
                  </a:cubicBezTo>
                  <a:cubicBezTo>
                    <a:pt x="1880" y="8128"/>
                    <a:pt x="1889" y="8166"/>
                    <a:pt x="1889" y="8195"/>
                  </a:cubicBezTo>
                  <a:cubicBezTo>
                    <a:pt x="2109" y="9063"/>
                    <a:pt x="2882" y="9683"/>
                    <a:pt x="3778" y="9702"/>
                  </a:cubicBezTo>
                  <a:cubicBezTo>
                    <a:pt x="4255" y="9702"/>
                    <a:pt x="4723" y="9521"/>
                    <a:pt x="5076" y="9187"/>
                  </a:cubicBezTo>
                  <a:cubicBezTo>
                    <a:pt x="5496" y="8777"/>
                    <a:pt x="5734" y="8224"/>
                    <a:pt x="5724" y="7632"/>
                  </a:cubicBezTo>
                  <a:cubicBezTo>
                    <a:pt x="5724" y="7127"/>
                    <a:pt x="5553" y="6630"/>
                    <a:pt x="5219" y="6249"/>
                  </a:cubicBezTo>
                  <a:cubicBezTo>
                    <a:pt x="5171" y="6192"/>
                    <a:pt x="5114" y="6134"/>
                    <a:pt x="5057" y="6077"/>
                  </a:cubicBezTo>
                  <a:cubicBezTo>
                    <a:pt x="5028" y="6049"/>
                    <a:pt x="4999" y="6001"/>
                    <a:pt x="5009" y="5953"/>
                  </a:cubicBezTo>
                  <a:lnTo>
                    <a:pt x="5009" y="1441"/>
                  </a:lnTo>
                  <a:cubicBezTo>
                    <a:pt x="4999" y="649"/>
                    <a:pt x="4351" y="10"/>
                    <a:pt x="355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6" name="Google Shape;10586;p64"/>
            <p:cNvSpPr/>
            <p:nvPr/>
          </p:nvSpPr>
          <p:spPr>
            <a:xfrm>
              <a:off x="939287" y="3147705"/>
              <a:ext cx="59257" cy="28515"/>
            </a:xfrm>
            <a:custGeom>
              <a:avLst/>
              <a:gdLst/>
              <a:ahLst/>
              <a:cxnLst/>
              <a:rect l="l" t="t" r="r" b="b"/>
              <a:pathLst>
                <a:path w="2263" h="1089" extrusionOk="0">
                  <a:moveTo>
                    <a:pt x="2043" y="1"/>
                  </a:moveTo>
                  <a:cubicBezTo>
                    <a:pt x="1385" y="67"/>
                    <a:pt x="555" y="325"/>
                    <a:pt x="154" y="726"/>
                  </a:cubicBezTo>
                  <a:cubicBezTo>
                    <a:pt x="1" y="879"/>
                    <a:pt x="138" y="1088"/>
                    <a:pt x="301" y="1088"/>
                  </a:cubicBezTo>
                  <a:cubicBezTo>
                    <a:pt x="350" y="1088"/>
                    <a:pt x="403" y="1068"/>
                    <a:pt x="450" y="1021"/>
                  </a:cubicBezTo>
                  <a:cubicBezTo>
                    <a:pt x="831" y="659"/>
                    <a:pt x="1680" y="439"/>
                    <a:pt x="2262" y="411"/>
                  </a:cubicBezTo>
                  <a:cubicBezTo>
                    <a:pt x="2205" y="354"/>
                    <a:pt x="2157" y="296"/>
                    <a:pt x="2100" y="249"/>
                  </a:cubicBezTo>
                  <a:cubicBezTo>
                    <a:pt x="2062" y="211"/>
                    <a:pt x="2043" y="163"/>
                    <a:pt x="2043" y="115"/>
                  </a:cubicBezTo>
                  <a:lnTo>
                    <a:pt x="2043"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7" name="Google Shape;10587;p64"/>
            <p:cNvSpPr/>
            <p:nvPr/>
          </p:nvSpPr>
          <p:spPr>
            <a:xfrm>
              <a:off x="903597" y="3173444"/>
              <a:ext cx="36371" cy="35978"/>
            </a:xfrm>
            <a:custGeom>
              <a:avLst/>
              <a:gdLst/>
              <a:ahLst/>
              <a:cxnLst/>
              <a:rect l="l" t="t" r="r" b="b"/>
              <a:pathLst>
                <a:path w="1389" h="1374" extrusionOk="0">
                  <a:moveTo>
                    <a:pt x="1091" y="0"/>
                  </a:moveTo>
                  <a:cubicBezTo>
                    <a:pt x="1063" y="0"/>
                    <a:pt x="1034" y="6"/>
                    <a:pt x="1002" y="19"/>
                  </a:cubicBezTo>
                  <a:cubicBezTo>
                    <a:pt x="525" y="201"/>
                    <a:pt x="162" y="763"/>
                    <a:pt x="0" y="1031"/>
                  </a:cubicBezTo>
                  <a:lnTo>
                    <a:pt x="29" y="1040"/>
                  </a:lnTo>
                  <a:lnTo>
                    <a:pt x="115" y="1059"/>
                  </a:lnTo>
                  <a:cubicBezTo>
                    <a:pt x="191" y="1069"/>
                    <a:pt x="248" y="1126"/>
                    <a:pt x="258" y="1193"/>
                  </a:cubicBezTo>
                  <a:cubicBezTo>
                    <a:pt x="267" y="1221"/>
                    <a:pt x="267" y="1250"/>
                    <a:pt x="277" y="1279"/>
                  </a:cubicBezTo>
                  <a:cubicBezTo>
                    <a:pt x="286" y="1307"/>
                    <a:pt x="296" y="1345"/>
                    <a:pt x="306" y="1374"/>
                  </a:cubicBezTo>
                  <a:lnTo>
                    <a:pt x="306" y="1364"/>
                  </a:lnTo>
                  <a:cubicBezTo>
                    <a:pt x="306" y="1355"/>
                    <a:pt x="687" y="582"/>
                    <a:pt x="1135" y="420"/>
                  </a:cubicBezTo>
                  <a:cubicBezTo>
                    <a:pt x="1389" y="352"/>
                    <a:pt x="1306" y="0"/>
                    <a:pt x="1091"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8" name="Google Shape;10588;p64"/>
            <p:cNvSpPr/>
            <p:nvPr/>
          </p:nvSpPr>
          <p:spPr>
            <a:xfrm>
              <a:off x="878852" y="3083761"/>
              <a:ext cx="52998" cy="21498"/>
            </a:xfrm>
            <a:custGeom>
              <a:avLst/>
              <a:gdLst/>
              <a:ahLst/>
              <a:cxnLst/>
              <a:rect l="l" t="t" r="r" b="b"/>
              <a:pathLst>
                <a:path w="2024" h="821" extrusionOk="0">
                  <a:moveTo>
                    <a:pt x="1813" y="0"/>
                  </a:moveTo>
                  <a:cubicBezTo>
                    <a:pt x="1289" y="0"/>
                    <a:pt x="764" y="86"/>
                    <a:pt x="268" y="268"/>
                  </a:cubicBezTo>
                  <a:cubicBezTo>
                    <a:pt x="287" y="315"/>
                    <a:pt x="306" y="353"/>
                    <a:pt x="325" y="401"/>
                  </a:cubicBezTo>
                  <a:cubicBezTo>
                    <a:pt x="363" y="477"/>
                    <a:pt x="335" y="563"/>
                    <a:pt x="268" y="611"/>
                  </a:cubicBezTo>
                  <a:cubicBezTo>
                    <a:pt x="172" y="678"/>
                    <a:pt x="87" y="745"/>
                    <a:pt x="1" y="821"/>
                  </a:cubicBezTo>
                  <a:cubicBezTo>
                    <a:pt x="20" y="821"/>
                    <a:pt x="39" y="811"/>
                    <a:pt x="48" y="802"/>
                  </a:cubicBezTo>
                  <a:cubicBezTo>
                    <a:pt x="48" y="793"/>
                    <a:pt x="874" y="427"/>
                    <a:pt x="1680" y="427"/>
                  </a:cubicBezTo>
                  <a:cubicBezTo>
                    <a:pt x="1718" y="427"/>
                    <a:pt x="1756" y="428"/>
                    <a:pt x="1794" y="430"/>
                  </a:cubicBezTo>
                  <a:cubicBezTo>
                    <a:pt x="1909" y="430"/>
                    <a:pt x="2014" y="344"/>
                    <a:pt x="2014" y="229"/>
                  </a:cubicBezTo>
                  <a:cubicBezTo>
                    <a:pt x="2023" y="105"/>
                    <a:pt x="1928" y="10"/>
                    <a:pt x="1813"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89" name="Google Shape;10589;p64"/>
            <p:cNvSpPr/>
            <p:nvPr/>
          </p:nvSpPr>
          <p:spPr>
            <a:xfrm>
              <a:off x="904094" y="3032307"/>
              <a:ext cx="38230" cy="38989"/>
            </a:xfrm>
            <a:custGeom>
              <a:avLst/>
              <a:gdLst/>
              <a:ahLst/>
              <a:cxnLst/>
              <a:rect l="l" t="t" r="r" b="b"/>
              <a:pathLst>
                <a:path w="1460" h="1489" extrusionOk="0">
                  <a:moveTo>
                    <a:pt x="287" y="0"/>
                  </a:moveTo>
                  <a:lnTo>
                    <a:pt x="287" y="19"/>
                  </a:lnTo>
                  <a:lnTo>
                    <a:pt x="287" y="134"/>
                  </a:lnTo>
                  <a:cubicBezTo>
                    <a:pt x="287" y="210"/>
                    <a:pt x="239" y="286"/>
                    <a:pt x="162" y="315"/>
                  </a:cubicBezTo>
                  <a:cubicBezTo>
                    <a:pt x="105" y="334"/>
                    <a:pt x="58" y="353"/>
                    <a:pt x="0" y="382"/>
                  </a:cubicBezTo>
                  <a:lnTo>
                    <a:pt x="77" y="382"/>
                  </a:lnTo>
                  <a:cubicBezTo>
                    <a:pt x="77" y="382"/>
                    <a:pt x="611" y="468"/>
                    <a:pt x="821" y="649"/>
                  </a:cubicBezTo>
                  <a:cubicBezTo>
                    <a:pt x="964" y="782"/>
                    <a:pt x="1031" y="992"/>
                    <a:pt x="1031" y="1269"/>
                  </a:cubicBezTo>
                  <a:cubicBezTo>
                    <a:pt x="1031" y="1383"/>
                    <a:pt x="1116" y="1479"/>
                    <a:pt x="1241" y="1488"/>
                  </a:cubicBezTo>
                  <a:cubicBezTo>
                    <a:pt x="1355" y="1488"/>
                    <a:pt x="1460" y="1393"/>
                    <a:pt x="1460" y="1279"/>
                  </a:cubicBezTo>
                  <a:cubicBezTo>
                    <a:pt x="1460" y="868"/>
                    <a:pt x="1326" y="554"/>
                    <a:pt x="1107" y="353"/>
                  </a:cubicBezTo>
                  <a:cubicBezTo>
                    <a:pt x="888" y="153"/>
                    <a:pt x="525" y="48"/>
                    <a:pt x="287"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0" name="Google Shape;10590;p64"/>
            <p:cNvSpPr/>
            <p:nvPr/>
          </p:nvSpPr>
          <p:spPr>
            <a:xfrm>
              <a:off x="922581" y="3008819"/>
              <a:ext cx="49751" cy="24012"/>
            </a:xfrm>
            <a:custGeom>
              <a:avLst/>
              <a:gdLst/>
              <a:ahLst/>
              <a:cxnLst/>
              <a:rect l="l" t="t" r="r" b="b"/>
              <a:pathLst>
                <a:path w="1900" h="917" extrusionOk="0">
                  <a:moveTo>
                    <a:pt x="1274" y="1"/>
                  </a:moveTo>
                  <a:cubicBezTo>
                    <a:pt x="816" y="1"/>
                    <a:pt x="377" y="208"/>
                    <a:pt x="105" y="582"/>
                  </a:cubicBezTo>
                  <a:cubicBezTo>
                    <a:pt x="0" y="725"/>
                    <a:pt x="105" y="916"/>
                    <a:pt x="277" y="916"/>
                  </a:cubicBezTo>
                  <a:cubicBezTo>
                    <a:pt x="334" y="916"/>
                    <a:pt x="401" y="888"/>
                    <a:pt x="439" y="840"/>
                  </a:cubicBezTo>
                  <a:cubicBezTo>
                    <a:pt x="636" y="574"/>
                    <a:pt x="949" y="424"/>
                    <a:pt x="1280" y="424"/>
                  </a:cubicBezTo>
                  <a:cubicBezTo>
                    <a:pt x="1318" y="424"/>
                    <a:pt x="1355" y="426"/>
                    <a:pt x="1393" y="430"/>
                  </a:cubicBezTo>
                  <a:lnTo>
                    <a:pt x="1574" y="458"/>
                  </a:lnTo>
                  <a:cubicBezTo>
                    <a:pt x="1584" y="459"/>
                    <a:pt x="1593" y="460"/>
                    <a:pt x="1602" y="460"/>
                  </a:cubicBezTo>
                  <a:cubicBezTo>
                    <a:pt x="1863" y="460"/>
                    <a:pt x="1899" y="66"/>
                    <a:pt x="1632" y="39"/>
                  </a:cubicBezTo>
                  <a:lnTo>
                    <a:pt x="1441" y="10"/>
                  </a:lnTo>
                  <a:cubicBezTo>
                    <a:pt x="1385" y="4"/>
                    <a:pt x="1329" y="1"/>
                    <a:pt x="127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1" name="Google Shape;10591;p64"/>
            <p:cNvSpPr/>
            <p:nvPr/>
          </p:nvSpPr>
          <p:spPr>
            <a:xfrm>
              <a:off x="929075" y="3173785"/>
              <a:ext cx="62006" cy="44881"/>
            </a:xfrm>
            <a:custGeom>
              <a:avLst/>
              <a:gdLst/>
              <a:ahLst/>
              <a:cxnLst/>
              <a:rect l="l" t="t" r="r" b="b"/>
              <a:pathLst>
                <a:path w="2368" h="1714" extrusionOk="0">
                  <a:moveTo>
                    <a:pt x="2074" y="1"/>
                  </a:moveTo>
                  <a:cubicBezTo>
                    <a:pt x="2058" y="1"/>
                    <a:pt x="2041" y="3"/>
                    <a:pt x="2023" y="6"/>
                  </a:cubicBezTo>
                  <a:cubicBezTo>
                    <a:pt x="229" y="388"/>
                    <a:pt x="29" y="1418"/>
                    <a:pt x="19" y="1466"/>
                  </a:cubicBezTo>
                  <a:cubicBezTo>
                    <a:pt x="0" y="1580"/>
                    <a:pt x="77" y="1685"/>
                    <a:pt x="191" y="1714"/>
                  </a:cubicBezTo>
                  <a:lnTo>
                    <a:pt x="229" y="1714"/>
                  </a:lnTo>
                  <a:cubicBezTo>
                    <a:pt x="334" y="1714"/>
                    <a:pt x="420" y="1638"/>
                    <a:pt x="439" y="1542"/>
                  </a:cubicBezTo>
                  <a:cubicBezTo>
                    <a:pt x="439" y="1533"/>
                    <a:pt x="620" y="741"/>
                    <a:pt x="2109" y="417"/>
                  </a:cubicBezTo>
                  <a:cubicBezTo>
                    <a:pt x="2367" y="363"/>
                    <a:pt x="2309" y="1"/>
                    <a:pt x="207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2" name="Google Shape;10592;p64"/>
            <p:cNvSpPr/>
            <p:nvPr/>
          </p:nvSpPr>
          <p:spPr>
            <a:xfrm>
              <a:off x="871127" y="3110417"/>
              <a:ext cx="32077" cy="40063"/>
            </a:xfrm>
            <a:custGeom>
              <a:avLst/>
              <a:gdLst/>
              <a:ahLst/>
              <a:cxnLst/>
              <a:rect l="l" t="t" r="r" b="b"/>
              <a:pathLst>
                <a:path w="1225" h="1530" extrusionOk="0">
                  <a:moveTo>
                    <a:pt x="931" y="1"/>
                  </a:moveTo>
                  <a:cubicBezTo>
                    <a:pt x="908" y="1"/>
                    <a:pt x="884" y="5"/>
                    <a:pt x="859" y="13"/>
                  </a:cubicBezTo>
                  <a:cubicBezTo>
                    <a:pt x="67" y="261"/>
                    <a:pt x="10" y="1262"/>
                    <a:pt x="10" y="1310"/>
                  </a:cubicBezTo>
                  <a:cubicBezTo>
                    <a:pt x="0" y="1425"/>
                    <a:pt x="86" y="1520"/>
                    <a:pt x="210" y="1530"/>
                  </a:cubicBezTo>
                  <a:lnTo>
                    <a:pt x="219" y="1530"/>
                  </a:lnTo>
                  <a:cubicBezTo>
                    <a:pt x="324" y="1530"/>
                    <a:pt x="420" y="1444"/>
                    <a:pt x="429" y="1329"/>
                  </a:cubicBezTo>
                  <a:cubicBezTo>
                    <a:pt x="429" y="1320"/>
                    <a:pt x="477" y="576"/>
                    <a:pt x="983" y="413"/>
                  </a:cubicBezTo>
                  <a:cubicBezTo>
                    <a:pt x="1224" y="336"/>
                    <a:pt x="1146" y="1"/>
                    <a:pt x="931"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3" name="Google Shape;10593;p64"/>
            <p:cNvSpPr/>
            <p:nvPr/>
          </p:nvSpPr>
          <p:spPr>
            <a:xfrm>
              <a:off x="941800" y="3086248"/>
              <a:ext cx="28254" cy="52998"/>
            </a:xfrm>
            <a:custGeom>
              <a:avLst/>
              <a:gdLst/>
              <a:ahLst/>
              <a:cxnLst/>
              <a:rect l="l" t="t" r="r" b="b"/>
              <a:pathLst>
                <a:path w="1079" h="2024" extrusionOk="0">
                  <a:moveTo>
                    <a:pt x="216" y="1"/>
                  </a:moveTo>
                  <a:cubicBezTo>
                    <a:pt x="124" y="1"/>
                    <a:pt x="40" y="63"/>
                    <a:pt x="20" y="163"/>
                  </a:cubicBezTo>
                  <a:cubicBezTo>
                    <a:pt x="1" y="249"/>
                    <a:pt x="29" y="344"/>
                    <a:pt x="115" y="392"/>
                  </a:cubicBezTo>
                  <a:cubicBezTo>
                    <a:pt x="306" y="516"/>
                    <a:pt x="659" y="869"/>
                    <a:pt x="659" y="1804"/>
                  </a:cubicBezTo>
                  <a:cubicBezTo>
                    <a:pt x="659" y="1918"/>
                    <a:pt x="745" y="2014"/>
                    <a:pt x="859" y="2023"/>
                  </a:cubicBezTo>
                  <a:cubicBezTo>
                    <a:pt x="983" y="2023"/>
                    <a:pt x="1079" y="1928"/>
                    <a:pt x="1079" y="1813"/>
                  </a:cubicBezTo>
                  <a:cubicBezTo>
                    <a:pt x="1079" y="688"/>
                    <a:pt x="630" y="220"/>
                    <a:pt x="335" y="39"/>
                  </a:cubicBezTo>
                  <a:cubicBezTo>
                    <a:pt x="297" y="13"/>
                    <a:pt x="256" y="1"/>
                    <a:pt x="216"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94" name="Google Shape;10594;p64"/>
          <p:cNvGrpSpPr/>
          <p:nvPr/>
        </p:nvGrpSpPr>
        <p:grpSpPr>
          <a:xfrm>
            <a:off x="3941647" y="2731154"/>
            <a:ext cx="369444" cy="367140"/>
            <a:chOff x="3968184" y="2881691"/>
            <a:chExt cx="369444" cy="367140"/>
          </a:xfrm>
        </p:grpSpPr>
        <p:sp>
          <p:nvSpPr>
            <p:cNvPr id="10595" name="Google Shape;10595;p64"/>
            <p:cNvSpPr/>
            <p:nvPr/>
          </p:nvSpPr>
          <p:spPr>
            <a:xfrm>
              <a:off x="4042131" y="3065536"/>
              <a:ext cx="109925" cy="110186"/>
            </a:xfrm>
            <a:custGeom>
              <a:avLst/>
              <a:gdLst/>
              <a:ahLst/>
              <a:cxnLst/>
              <a:rect l="l" t="t" r="r" b="b"/>
              <a:pathLst>
                <a:path w="4198" h="4208" extrusionOk="0">
                  <a:moveTo>
                    <a:pt x="1154" y="0"/>
                  </a:moveTo>
                  <a:lnTo>
                    <a:pt x="0" y="1154"/>
                  </a:lnTo>
                  <a:lnTo>
                    <a:pt x="3043" y="4207"/>
                  </a:lnTo>
                  <a:lnTo>
                    <a:pt x="4198" y="3043"/>
                  </a:lnTo>
                  <a:lnTo>
                    <a:pt x="1154" y="0"/>
                  </a:ln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6" name="Google Shape;10596;p64"/>
            <p:cNvSpPr/>
            <p:nvPr/>
          </p:nvSpPr>
          <p:spPr>
            <a:xfrm>
              <a:off x="4047865" y="3068521"/>
              <a:ext cx="54491" cy="54229"/>
            </a:xfrm>
            <a:custGeom>
              <a:avLst/>
              <a:gdLst/>
              <a:ahLst/>
              <a:cxnLst/>
              <a:rect l="l" t="t" r="r" b="b"/>
              <a:pathLst>
                <a:path w="2081" h="2071" extrusionOk="0">
                  <a:moveTo>
                    <a:pt x="1040" y="0"/>
                  </a:moveTo>
                  <a:lnTo>
                    <a:pt x="1" y="1260"/>
                  </a:lnTo>
                  <a:lnTo>
                    <a:pt x="811" y="2071"/>
                  </a:lnTo>
                  <a:lnTo>
                    <a:pt x="2080" y="1031"/>
                  </a:lnTo>
                  <a:lnTo>
                    <a:pt x="1040"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7" name="Google Shape;10597;p64"/>
            <p:cNvSpPr/>
            <p:nvPr/>
          </p:nvSpPr>
          <p:spPr>
            <a:xfrm>
              <a:off x="4094841" y="3115471"/>
              <a:ext cx="54465" cy="54255"/>
            </a:xfrm>
            <a:custGeom>
              <a:avLst/>
              <a:gdLst/>
              <a:ahLst/>
              <a:cxnLst/>
              <a:rect l="l" t="t" r="r" b="b"/>
              <a:pathLst>
                <a:path w="2080" h="2072" extrusionOk="0">
                  <a:moveTo>
                    <a:pt x="1049" y="1"/>
                  </a:moveTo>
                  <a:lnTo>
                    <a:pt x="0" y="1270"/>
                  </a:lnTo>
                  <a:lnTo>
                    <a:pt x="811" y="2071"/>
                  </a:lnTo>
                  <a:lnTo>
                    <a:pt x="2080" y="1031"/>
                  </a:lnTo>
                  <a:lnTo>
                    <a:pt x="1049"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8" name="Google Shape;10598;p64"/>
            <p:cNvSpPr/>
            <p:nvPr/>
          </p:nvSpPr>
          <p:spPr>
            <a:xfrm>
              <a:off x="4237706" y="2916412"/>
              <a:ext cx="65777" cy="61718"/>
            </a:xfrm>
            <a:custGeom>
              <a:avLst/>
              <a:gdLst/>
              <a:ahLst/>
              <a:cxnLst/>
              <a:rect l="l" t="t" r="r" b="b"/>
              <a:pathLst>
                <a:path w="2512" h="2357" extrusionOk="0">
                  <a:moveTo>
                    <a:pt x="2208" y="1"/>
                  </a:moveTo>
                  <a:cubicBezTo>
                    <a:pt x="2159" y="1"/>
                    <a:pt x="2108" y="20"/>
                    <a:pt x="2062" y="66"/>
                  </a:cubicBezTo>
                  <a:lnTo>
                    <a:pt x="134" y="2003"/>
                  </a:lnTo>
                  <a:cubicBezTo>
                    <a:pt x="1" y="2137"/>
                    <a:pt x="87" y="2356"/>
                    <a:pt x="278" y="2356"/>
                  </a:cubicBezTo>
                  <a:cubicBezTo>
                    <a:pt x="335" y="2356"/>
                    <a:pt x="382" y="2337"/>
                    <a:pt x="430" y="2299"/>
                  </a:cubicBezTo>
                  <a:lnTo>
                    <a:pt x="2357" y="362"/>
                  </a:lnTo>
                  <a:cubicBezTo>
                    <a:pt x="2511" y="215"/>
                    <a:pt x="2372" y="1"/>
                    <a:pt x="220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99" name="Google Shape;10599;p64"/>
            <p:cNvSpPr/>
            <p:nvPr/>
          </p:nvSpPr>
          <p:spPr>
            <a:xfrm>
              <a:off x="4216994" y="2884519"/>
              <a:ext cx="32469" cy="79864"/>
            </a:xfrm>
            <a:custGeom>
              <a:avLst/>
              <a:gdLst/>
              <a:ahLst/>
              <a:cxnLst/>
              <a:rect l="l" t="t" r="r" b="b"/>
              <a:pathLst>
                <a:path w="1240" h="3050" extrusionOk="0">
                  <a:moveTo>
                    <a:pt x="979" y="0"/>
                  </a:moveTo>
                  <a:cubicBezTo>
                    <a:pt x="897" y="0"/>
                    <a:pt x="816" y="45"/>
                    <a:pt x="782" y="149"/>
                  </a:cubicBezTo>
                  <a:lnTo>
                    <a:pt x="38" y="2782"/>
                  </a:lnTo>
                  <a:cubicBezTo>
                    <a:pt x="0" y="2916"/>
                    <a:pt x="95" y="3049"/>
                    <a:pt x="239" y="3049"/>
                  </a:cubicBezTo>
                  <a:cubicBezTo>
                    <a:pt x="334" y="3049"/>
                    <a:pt x="410" y="2992"/>
                    <a:pt x="439" y="2906"/>
                  </a:cubicBezTo>
                  <a:lnTo>
                    <a:pt x="1193" y="273"/>
                  </a:lnTo>
                  <a:cubicBezTo>
                    <a:pt x="1239" y="110"/>
                    <a:pt x="1108" y="0"/>
                    <a:pt x="97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0" name="Google Shape;10600;p64"/>
            <p:cNvSpPr/>
            <p:nvPr/>
          </p:nvSpPr>
          <p:spPr>
            <a:xfrm>
              <a:off x="4173213" y="2881691"/>
              <a:ext cx="34564" cy="79943"/>
            </a:xfrm>
            <a:custGeom>
              <a:avLst/>
              <a:gdLst/>
              <a:ahLst/>
              <a:cxnLst/>
              <a:rect l="l" t="t" r="r" b="b"/>
              <a:pathLst>
                <a:path w="1320" h="3053" extrusionOk="0">
                  <a:moveTo>
                    <a:pt x="274" y="0"/>
                  </a:moveTo>
                  <a:cubicBezTo>
                    <a:pt x="140" y="0"/>
                    <a:pt x="0" y="119"/>
                    <a:pt x="69" y="286"/>
                  </a:cubicBezTo>
                  <a:lnTo>
                    <a:pt x="871" y="2909"/>
                  </a:lnTo>
                  <a:cubicBezTo>
                    <a:pt x="899" y="2995"/>
                    <a:pt x="985" y="3052"/>
                    <a:pt x="1071" y="3052"/>
                  </a:cubicBezTo>
                  <a:cubicBezTo>
                    <a:pt x="1214" y="3052"/>
                    <a:pt x="1319" y="2919"/>
                    <a:pt x="1271" y="2785"/>
                  </a:cubicBezTo>
                  <a:lnTo>
                    <a:pt x="470" y="171"/>
                  </a:lnTo>
                  <a:cubicBezTo>
                    <a:pt x="447" y="51"/>
                    <a:pt x="362" y="0"/>
                    <a:pt x="27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1" name="Google Shape;10601;p64"/>
            <p:cNvSpPr/>
            <p:nvPr/>
          </p:nvSpPr>
          <p:spPr>
            <a:xfrm>
              <a:off x="4251218" y="2969280"/>
              <a:ext cx="84551" cy="30584"/>
            </a:xfrm>
            <a:custGeom>
              <a:avLst/>
              <a:gdLst/>
              <a:ahLst/>
              <a:cxnLst/>
              <a:rect l="l" t="t" r="r" b="b"/>
              <a:pathLst>
                <a:path w="3229" h="1168" extrusionOk="0">
                  <a:moveTo>
                    <a:pt x="2933" y="1"/>
                  </a:moveTo>
                  <a:cubicBezTo>
                    <a:pt x="2911" y="1"/>
                    <a:pt x="2887" y="5"/>
                    <a:pt x="2862" y="13"/>
                  </a:cubicBezTo>
                  <a:lnTo>
                    <a:pt x="239" y="757"/>
                  </a:lnTo>
                  <a:cubicBezTo>
                    <a:pt x="0" y="824"/>
                    <a:pt x="48" y="1167"/>
                    <a:pt x="296" y="1167"/>
                  </a:cubicBezTo>
                  <a:lnTo>
                    <a:pt x="353" y="1167"/>
                  </a:lnTo>
                  <a:lnTo>
                    <a:pt x="2986" y="413"/>
                  </a:lnTo>
                  <a:cubicBezTo>
                    <a:pt x="3228" y="344"/>
                    <a:pt x="3149" y="1"/>
                    <a:pt x="2933"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2" name="Google Shape;10602;p64"/>
            <p:cNvSpPr/>
            <p:nvPr/>
          </p:nvSpPr>
          <p:spPr>
            <a:xfrm>
              <a:off x="4254098" y="3010940"/>
              <a:ext cx="83530" cy="31867"/>
            </a:xfrm>
            <a:custGeom>
              <a:avLst/>
              <a:gdLst/>
              <a:ahLst/>
              <a:cxnLst/>
              <a:rect l="l" t="t" r="r" b="b"/>
              <a:pathLst>
                <a:path w="3190" h="1217" extrusionOk="0">
                  <a:moveTo>
                    <a:pt x="301" y="1"/>
                  </a:moveTo>
                  <a:cubicBezTo>
                    <a:pt x="79" y="1"/>
                    <a:pt x="0" y="317"/>
                    <a:pt x="224" y="406"/>
                  </a:cubicBezTo>
                  <a:lnTo>
                    <a:pt x="2838" y="1207"/>
                  </a:lnTo>
                  <a:cubicBezTo>
                    <a:pt x="2855" y="1216"/>
                    <a:pt x="2879" y="1217"/>
                    <a:pt x="2898" y="1217"/>
                  </a:cubicBezTo>
                  <a:lnTo>
                    <a:pt x="2898" y="1217"/>
                  </a:lnTo>
                  <a:cubicBezTo>
                    <a:pt x="3134" y="1214"/>
                    <a:pt x="3190" y="883"/>
                    <a:pt x="2962" y="807"/>
                  </a:cubicBezTo>
                  <a:lnTo>
                    <a:pt x="348" y="5"/>
                  </a:lnTo>
                  <a:cubicBezTo>
                    <a:pt x="332" y="2"/>
                    <a:pt x="316" y="1"/>
                    <a:pt x="301" y="1"/>
                  </a:cubicBezTo>
                  <a:close/>
                  <a:moveTo>
                    <a:pt x="2898" y="1217"/>
                  </a:moveTo>
                  <a:lnTo>
                    <a:pt x="2898" y="1217"/>
                  </a:lnTo>
                  <a:cubicBezTo>
                    <a:pt x="2897" y="1217"/>
                    <a:pt x="2896" y="1217"/>
                    <a:pt x="2895" y="1217"/>
                  </a:cubicBezTo>
                  <a:lnTo>
                    <a:pt x="2905" y="1217"/>
                  </a:lnTo>
                  <a:cubicBezTo>
                    <a:pt x="2903" y="1217"/>
                    <a:pt x="2900" y="1217"/>
                    <a:pt x="2898" y="1217"/>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3" name="Google Shape;10603;p64"/>
            <p:cNvSpPr/>
            <p:nvPr/>
          </p:nvSpPr>
          <p:spPr>
            <a:xfrm>
              <a:off x="4122309" y="2939403"/>
              <a:ext cx="71459" cy="63472"/>
            </a:xfrm>
            <a:custGeom>
              <a:avLst/>
              <a:gdLst/>
              <a:ahLst/>
              <a:cxnLst/>
              <a:rect l="l" t="t" r="r" b="b"/>
              <a:pathLst>
                <a:path w="2729" h="2424" extrusionOk="0">
                  <a:moveTo>
                    <a:pt x="1091" y="0"/>
                  </a:moveTo>
                  <a:cubicBezTo>
                    <a:pt x="832" y="0"/>
                    <a:pt x="590" y="87"/>
                    <a:pt x="411" y="266"/>
                  </a:cubicBezTo>
                  <a:cubicBezTo>
                    <a:pt x="0" y="677"/>
                    <a:pt x="86" y="1440"/>
                    <a:pt x="611" y="1965"/>
                  </a:cubicBezTo>
                  <a:cubicBezTo>
                    <a:pt x="913" y="2267"/>
                    <a:pt x="1292" y="2424"/>
                    <a:pt x="1638" y="2424"/>
                  </a:cubicBezTo>
                  <a:cubicBezTo>
                    <a:pt x="1893" y="2424"/>
                    <a:pt x="2131" y="2339"/>
                    <a:pt x="2309" y="2165"/>
                  </a:cubicBezTo>
                  <a:cubicBezTo>
                    <a:pt x="2729" y="1745"/>
                    <a:pt x="2633" y="982"/>
                    <a:pt x="2118" y="457"/>
                  </a:cubicBezTo>
                  <a:cubicBezTo>
                    <a:pt x="1818" y="157"/>
                    <a:pt x="1439" y="0"/>
                    <a:pt x="109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4" name="Google Shape;10604;p64"/>
            <p:cNvSpPr/>
            <p:nvPr/>
          </p:nvSpPr>
          <p:spPr>
            <a:xfrm>
              <a:off x="4107331" y="2941183"/>
              <a:ext cx="80938" cy="80650"/>
            </a:xfrm>
            <a:custGeom>
              <a:avLst/>
              <a:gdLst/>
              <a:ahLst/>
              <a:cxnLst/>
              <a:rect l="l" t="t" r="r" b="b"/>
              <a:pathLst>
                <a:path w="3091" h="3080" extrusionOk="0">
                  <a:moveTo>
                    <a:pt x="921" y="1"/>
                  </a:moveTo>
                  <a:cubicBezTo>
                    <a:pt x="863" y="1"/>
                    <a:pt x="806" y="22"/>
                    <a:pt x="763" y="65"/>
                  </a:cubicBezTo>
                  <a:lnTo>
                    <a:pt x="0" y="828"/>
                  </a:lnTo>
                  <a:lnTo>
                    <a:pt x="2251" y="3080"/>
                  </a:lnTo>
                  <a:lnTo>
                    <a:pt x="3005" y="2316"/>
                  </a:lnTo>
                  <a:cubicBezTo>
                    <a:pt x="3091" y="2230"/>
                    <a:pt x="3091" y="2087"/>
                    <a:pt x="3005" y="2002"/>
                  </a:cubicBezTo>
                  <a:lnTo>
                    <a:pt x="1078" y="65"/>
                  </a:lnTo>
                  <a:cubicBezTo>
                    <a:pt x="1035" y="22"/>
                    <a:pt x="978" y="1"/>
                    <a:pt x="921"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5" name="Google Shape;10605;p64"/>
            <p:cNvSpPr/>
            <p:nvPr/>
          </p:nvSpPr>
          <p:spPr>
            <a:xfrm>
              <a:off x="4107331" y="2948123"/>
              <a:ext cx="73449" cy="73711"/>
            </a:xfrm>
            <a:custGeom>
              <a:avLst/>
              <a:gdLst/>
              <a:ahLst/>
              <a:cxnLst/>
              <a:rect l="l" t="t" r="r" b="b"/>
              <a:pathLst>
                <a:path w="2805" h="2815" extrusionOk="0">
                  <a:moveTo>
                    <a:pt x="563" y="0"/>
                  </a:moveTo>
                  <a:lnTo>
                    <a:pt x="0" y="563"/>
                  </a:lnTo>
                  <a:lnTo>
                    <a:pt x="2251" y="2815"/>
                  </a:lnTo>
                  <a:lnTo>
                    <a:pt x="2805" y="2252"/>
                  </a:lnTo>
                  <a:lnTo>
                    <a:pt x="563"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6" name="Google Shape;10606;p64"/>
            <p:cNvSpPr/>
            <p:nvPr/>
          </p:nvSpPr>
          <p:spPr>
            <a:xfrm>
              <a:off x="3990651" y="2958099"/>
              <a:ext cx="181148" cy="180388"/>
            </a:xfrm>
            <a:custGeom>
              <a:avLst/>
              <a:gdLst/>
              <a:ahLst/>
              <a:cxnLst/>
              <a:rect l="l" t="t" r="r" b="b"/>
              <a:pathLst>
                <a:path w="6918" h="6889" extrusionOk="0">
                  <a:moveTo>
                    <a:pt x="4600" y="1"/>
                  </a:moveTo>
                  <a:cubicBezTo>
                    <a:pt x="4536" y="1"/>
                    <a:pt x="4472" y="27"/>
                    <a:pt x="4427" y="77"/>
                  </a:cubicBezTo>
                  <a:lnTo>
                    <a:pt x="1" y="5458"/>
                  </a:lnTo>
                  <a:lnTo>
                    <a:pt x="1432" y="6889"/>
                  </a:lnTo>
                  <a:lnTo>
                    <a:pt x="6803" y="2453"/>
                  </a:lnTo>
                  <a:cubicBezTo>
                    <a:pt x="6908" y="2367"/>
                    <a:pt x="6917" y="2214"/>
                    <a:pt x="6822" y="2128"/>
                  </a:cubicBezTo>
                  <a:lnTo>
                    <a:pt x="4761" y="68"/>
                  </a:lnTo>
                  <a:cubicBezTo>
                    <a:pt x="4716" y="22"/>
                    <a:pt x="4658" y="1"/>
                    <a:pt x="4600"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7" name="Google Shape;10607;p64"/>
            <p:cNvSpPr/>
            <p:nvPr/>
          </p:nvSpPr>
          <p:spPr>
            <a:xfrm>
              <a:off x="3990651" y="3009055"/>
              <a:ext cx="181148" cy="129432"/>
            </a:xfrm>
            <a:custGeom>
              <a:avLst/>
              <a:gdLst/>
              <a:ahLst/>
              <a:cxnLst/>
              <a:rect l="l" t="t" r="r" b="b"/>
              <a:pathLst>
                <a:path w="6918" h="4943" extrusionOk="0">
                  <a:moveTo>
                    <a:pt x="6641" y="1"/>
                  </a:moveTo>
                  <a:lnTo>
                    <a:pt x="1728" y="4046"/>
                  </a:lnTo>
                  <a:lnTo>
                    <a:pt x="535" y="2853"/>
                  </a:lnTo>
                  <a:lnTo>
                    <a:pt x="1" y="3512"/>
                  </a:lnTo>
                  <a:lnTo>
                    <a:pt x="1432" y="4943"/>
                  </a:lnTo>
                  <a:lnTo>
                    <a:pt x="6803" y="507"/>
                  </a:lnTo>
                  <a:cubicBezTo>
                    <a:pt x="6908" y="421"/>
                    <a:pt x="6917" y="268"/>
                    <a:pt x="6822" y="182"/>
                  </a:cubicBezTo>
                  <a:lnTo>
                    <a:pt x="6641"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8" name="Google Shape;10608;p64"/>
            <p:cNvSpPr/>
            <p:nvPr/>
          </p:nvSpPr>
          <p:spPr>
            <a:xfrm>
              <a:off x="3968420" y="3087819"/>
              <a:ext cx="73239" cy="72349"/>
            </a:xfrm>
            <a:custGeom>
              <a:avLst/>
              <a:gdLst/>
              <a:ahLst/>
              <a:cxnLst/>
              <a:rect l="l" t="t" r="r" b="b"/>
              <a:pathLst>
                <a:path w="2797" h="2763" extrusionOk="0">
                  <a:moveTo>
                    <a:pt x="836" y="0"/>
                  </a:moveTo>
                  <a:cubicBezTo>
                    <a:pt x="778" y="0"/>
                    <a:pt x="721" y="22"/>
                    <a:pt x="678" y="65"/>
                  </a:cubicBezTo>
                  <a:lnTo>
                    <a:pt x="87" y="656"/>
                  </a:lnTo>
                  <a:cubicBezTo>
                    <a:pt x="1" y="752"/>
                    <a:pt x="1" y="885"/>
                    <a:pt x="87" y="981"/>
                  </a:cubicBezTo>
                  <a:lnTo>
                    <a:pt x="1804" y="2698"/>
                  </a:lnTo>
                  <a:cubicBezTo>
                    <a:pt x="1847" y="2741"/>
                    <a:pt x="1904" y="2762"/>
                    <a:pt x="1961" y="2762"/>
                  </a:cubicBezTo>
                  <a:cubicBezTo>
                    <a:pt x="2019" y="2762"/>
                    <a:pt x="2076" y="2741"/>
                    <a:pt x="2119" y="2698"/>
                  </a:cubicBezTo>
                  <a:lnTo>
                    <a:pt x="2710" y="2097"/>
                  </a:lnTo>
                  <a:cubicBezTo>
                    <a:pt x="2796" y="2011"/>
                    <a:pt x="2796" y="1868"/>
                    <a:pt x="2710" y="1782"/>
                  </a:cubicBezTo>
                  <a:lnTo>
                    <a:pt x="993" y="65"/>
                  </a:lnTo>
                  <a:cubicBezTo>
                    <a:pt x="950" y="22"/>
                    <a:pt x="893" y="0"/>
                    <a:pt x="836" y="0"/>
                  </a:cubicBez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9" name="Google Shape;10609;p64"/>
            <p:cNvSpPr/>
            <p:nvPr/>
          </p:nvSpPr>
          <p:spPr>
            <a:xfrm>
              <a:off x="3968184" y="3097508"/>
              <a:ext cx="63472" cy="62896"/>
            </a:xfrm>
            <a:custGeom>
              <a:avLst/>
              <a:gdLst/>
              <a:ahLst/>
              <a:cxnLst/>
              <a:rect l="l" t="t" r="r" b="b"/>
              <a:pathLst>
                <a:path w="2424" h="2402" extrusionOk="0">
                  <a:moveTo>
                    <a:pt x="391" y="0"/>
                  </a:moveTo>
                  <a:lnTo>
                    <a:pt x="86" y="305"/>
                  </a:lnTo>
                  <a:cubicBezTo>
                    <a:pt x="0" y="391"/>
                    <a:pt x="0" y="525"/>
                    <a:pt x="86" y="620"/>
                  </a:cubicBezTo>
                  <a:lnTo>
                    <a:pt x="1803" y="2337"/>
                  </a:lnTo>
                  <a:cubicBezTo>
                    <a:pt x="1846" y="2380"/>
                    <a:pt x="1904" y="2402"/>
                    <a:pt x="1961" y="2402"/>
                  </a:cubicBezTo>
                  <a:cubicBezTo>
                    <a:pt x="2018" y="2402"/>
                    <a:pt x="2075" y="2380"/>
                    <a:pt x="2118" y="2337"/>
                  </a:cubicBezTo>
                  <a:lnTo>
                    <a:pt x="2423" y="2032"/>
                  </a:lnTo>
                  <a:lnTo>
                    <a:pt x="391"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0" name="Google Shape;10610;p64"/>
            <p:cNvSpPr/>
            <p:nvPr/>
          </p:nvSpPr>
          <p:spPr>
            <a:xfrm>
              <a:off x="4019140" y="3001618"/>
              <a:ext cx="82797" cy="91150"/>
            </a:xfrm>
            <a:custGeom>
              <a:avLst/>
              <a:gdLst/>
              <a:ahLst/>
              <a:cxnLst/>
              <a:rect l="l" t="t" r="r" b="b"/>
              <a:pathLst>
                <a:path w="3162" h="3481" extrusionOk="0">
                  <a:moveTo>
                    <a:pt x="2859" y="0"/>
                  </a:moveTo>
                  <a:cubicBezTo>
                    <a:pt x="2800" y="0"/>
                    <a:pt x="2740" y="27"/>
                    <a:pt x="2691" y="94"/>
                  </a:cubicBezTo>
                  <a:lnTo>
                    <a:pt x="115" y="3137"/>
                  </a:lnTo>
                  <a:cubicBezTo>
                    <a:pt x="0" y="3271"/>
                    <a:pt x="96" y="3481"/>
                    <a:pt x="277" y="3481"/>
                  </a:cubicBezTo>
                  <a:cubicBezTo>
                    <a:pt x="334" y="3481"/>
                    <a:pt x="392" y="3452"/>
                    <a:pt x="430" y="3405"/>
                  </a:cubicBezTo>
                  <a:lnTo>
                    <a:pt x="3015" y="361"/>
                  </a:lnTo>
                  <a:cubicBezTo>
                    <a:pt x="3161" y="201"/>
                    <a:pt x="3018" y="0"/>
                    <a:pt x="2859"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1" name="Google Shape;10611;p64"/>
            <p:cNvSpPr/>
            <p:nvPr/>
          </p:nvSpPr>
          <p:spPr>
            <a:xfrm>
              <a:off x="4210736" y="3028013"/>
              <a:ext cx="71459" cy="63420"/>
            </a:xfrm>
            <a:custGeom>
              <a:avLst/>
              <a:gdLst/>
              <a:ahLst/>
              <a:cxnLst/>
              <a:rect l="l" t="t" r="r" b="b"/>
              <a:pathLst>
                <a:path w="2729" h="2422" extrusionOk="0">
                  <a:moveTo>
                    <a:pt x="1087" y="1"/>
                  </a:moveTo>
                  <a:cubicBezTo>
                    <a:pt x="831" y="1"/>
                    <a:pt x="594" y="86"/>
                    <a:pt x="420" y="260"/>
                  </a:cubicBezTo>
                  <a:cubicBezTo>
                    <a:pt x="1" y="679"/>
                    <a:pt x="86" y="1443"/>
                    <a:pt x="611" y="1967"/>
                  </a:cubicBezTo>
                  <a:cubicBezTo>
                    <a:pt x="913" y="2264"/>
                    <a:pt x="1295" y="2421"/>
                    <a:pt x="1644" y="2421"/>
                  </a:cubicBezTo>
                  <a:cubicBezTo>
                    <a:pt x="1901" y="2421"/>
                    <a:pt x="2141" y="2336"/>
                    <a:pt x="2319" y="2158"/>
                  </a:cubicBezTo>
                  <a:cubicBezTo>
                    <a:pt x="2729" y="1738"/>
                    <a:pt x="2643" y="985"/>
                    <a:pt x="2118" y="460"/>
                  </a:cubicBezTo>
                  <a:cubicBezTo>
                    <a:pt x="1816" y="158"/>
                    <a:pt x="1435" y="1"/>
                    <a:pt x="108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2" name="Google Shape;10612;p64"/>
            <p:cNvSpPr/>
            <p:nvPr/>
          </p:nvSpPr>
          <p:spPr>
            <a:xfrm>
              <a:off x="4195994" y="3029872"/>
              <a:ext cx="80964" cy="80388"/>
            </a:xfrm>
            <a:custGeom>
              <a:avLst/>
              <a:gdLst/>
              <a:ahLst/>
              <a:cxnLst/>
              <a:rect l="l" t="t" r="r" b="b"/>
              <a:pathLst>
                <a:path w="3092" h="3070" extrusionOk="0">
                  <a:moveTo>
                    <a:pt x="912" y="0"/>
                  </a:moveTo>
                  <a:cubicBezTo>
                    <a:pt x="855" y="0"/>
                    <a:pt x="797" y="22"/>
                    <a:pt x="754" y="65"/>
                  </a:cubicBezTo>
                  <a:lnTo>
                    <a:pt x="1" y="828"/>
                  </a:lnTo>
                  <a:lnTo>
                    <a:pt x="2243" y="3070"/>
                  </a:lnTo>
                  <a:lnTo>
                    <a:pt x="3006" y="2316"/>
                  </a:lnTo>
                  <a:cubicBezTo>
                    <a:pt x="3092" y="2221"/>
                    <a:pt x="3092" y="2087"/>
                    <a:pt x="3006" y="2001"/>
                  </a:cubicBezTo>
                  <a:lnTo>
                    <a:pt x="1069" y="65"/>
                  </a:lnTo>
                  <a:cubicBezTo>
                    <a:pt x="1026" y="22"/>
                    <a:pt x="969" y="0"/>
                    <a:pt x="912"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3" name="Google Shape;10613;p64"/>
            <p:cNvSpPr/>
            <p:nvPr/>
          </p:nvSpPr>
          <p:spPr>
            <a:xfrm>
              <a:off x="4195994" y="3036785"/>
              <a:ext cx="73475" cy="73475"/>
            </a:xfrm>
            <a:custGeom>
              <a:avLst/>
              <a:gdLst/>
              <a:ahLst/>
              <a:cxnLst/>
              <a:rect l="l" t="t" r="r" b="b"/>
              <a:pathLst>
                <a:path w="2806" h="2806" extrusionOk="0">
                  <a:moveTo>
                    <a:pt x="554" y="1"/>
                  </a:moveTo>
                  <a:lnTo>
                    <a:pt x="1" y="564"/>
                  </a:lnTo>
                  <a:lnTo>
                    <a:pt x="2243" y="2806"/>
                  </a:lnTo>
                  <a:lnTo>
                    <a:pt x="2805" y="2252"/>
                  </a:lnTo>
                  <a:lnTo>
                    <a:pt x="554"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4" name="Google Shape;10614;p64"/>
            <p:cNvSpPr/>
            <p:nvPr/>
          </p:nvSpPr>
          <p:spPr>
            <a:xfrm>
              <a:off x="4079340" y="3046788"/>
              <a:ext cx="180886" cy="180388"/>
            </a:xfrm>
            <a:custGeom>
              <a:avLst/>
              <a:gdLst/>
              <a:ahLst/>
              <a:cxnLst/>
              <a:rect l="l" t="t" r="r" b="b"/>
              <a:pathLst>
                <a:path w="6908" h="6889" extrusionOk="0">
                  <a:moveTo>
                    <a:pt x="4600" y="0"/>
                  </a:moveTo>
                  <a:cubicBezTo>
                    <a:pt x="4536" y="0"/>
                    <a:pt x="4472" y="27"/>
                    <a:pt x="4427" y="77"/>
                  </a:cubicBezTo>
                  <a:lnTo>
                    <a:pt x="1" y="5457"/>
                  </a:lnTo>
                  <a:lnTo>
                    <a:pt x="1432" y="6888"/>
                  </a:lnTo>
                  <a:lnTo>
                    <a:pt x="6803" y="2452"/>
                  </a:lnTo>
                  <a:cubicBezTo>
                    <a:pt x="6898" y="2366"/>
                    <a:pt x="6907" y="2214"/>
                    <a:pt x="6812" y="2118"/>
                  </a:cubicBezTo>
                  <a:lnTo>
                    <a:pt x="4761" y="67"/>
                  </a:lnTo>
                  <a:cubicBezTo>
                    <a:pt x="4716" y="22"/>
                    <a:pt x="4657" y="0"/>
                    <a:pt x="4600"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5" name="Google Shape;10615;p64"/>
            <p:cNvSpPr/>
            <p:nvPr/>
          </p:nvSpPr>
          <p:spPr>
            <a:xfrm>
              <a:off x="4079340" y="3097508"/>
              <a:ext cx="180886" cy="129406"/>
            </a:xfrm>
            <a:custGeom>
              <a:avLst/>
              <a:gdLst/>
              <a:ahLst/>
              <a:cxnLst/>
              <a:rect l="l" t="t" r="r" b="b"/>
              <a:pathLst>
                <a:path w="6908" h="4942" extrusionOk="0">
                  <a:moveTo>
                    <a:pt x="6640" y="0"/>
                  </a:moveTo>
                  <a:lnTo>
                    <a:pt x="1727" y="4055"/>
                  </a:lnTo>
                  <a:lnTo>
                    <a:pt x="535" y="2862"/>
                  </a:lnTo>
                  <a:lnTo>
                    <a:pt x="1" y="3511"/>
                  </a:lnTo>
                  <a:lnTo>
                    <a:pt x="1432" y="4942"/>
                  </a:lnTo>
                  <a:lnTo>
                    <a:pt x="6803" y="515"/>
                  </a:lnTo>
                  <a:cubicBezTo>
                    <a:pt x="6898" y="429"/>
                    <a:pt x="6907" y="277"/>
                    <a:pt x="6822" y="181"/>
                  </a:cubicBezTo>
                  <a:lnTo>
                    <a:pt x="6640" y="0"/>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6" name="Google Shape;10616;p64"/>
            <p:cNvSpPr/>
            <p:nvPr/>
          </p:nvSpPr>
          <p:spPr>
            <a:xfrm>
              <a:off x="4056847" y="3176508"/>
              <a:ext cx="73475" cy="72323"/>
            </a:xfrm>
            <a:custGeom>
              <a:avLst/>
              <a:gdLst/>
              <a:ahLst/>
              <a:cxnLst/>
              <a:rect l="l" t="t" r="r" b="b"/>
              <a:pathLst>
                <a:path w="2806" h="2762" extrusionOk="0">
                  <a:moveTo>
                    <a:pt x="845" y="0"/>
                  </a:moveTo>
                  <a:cubicBezTo>
                    <a:pt x="788" y="0"/>
                    <a:pt x="731" y="22"/>
                    <a:pt x="688" y="65"/>
                  </a:cubicBezTo>
                  <a:lnTo>
                    <a:pt x="87" y="666"/>
                  </a:lnTo>
                  <a:cubicBezTo>
                    <a:pt x="1" y="751"/>
                    <a:pt x="1" y="885"/>
                    <a:pt x="87" y="980"/>
                  </a:cubicBezTo>
                  <a:lnTo>
                    <a:pt x="1804" y="2698"/>
                  </a:lnTo>
                  <a:cubicBezTo>
                    <a:pt x="1847" y="2740"/>
                    <a:pt x="1904" y="2762"/>
                    <a:pt x="1961" y="2762"/>
                  </a:cubicBezTo>
                  <a:cubicBezTo>
                    <a:pt x="2019" y="2762"/>
                    <a:pt x="2076" y="2740"/>
                    <a:pt x="2119" y="2698"/>
                  </a:cubicBezTo>
                  <a:lnTo>
                    <a:pt x="2720" y="2097"/>
                  </a:lnTo>
                  <a:cubicBezTo>
                    <a:pt x="2806" y="2011"/>
                    <a:pt x="2806" y="1868"/>
                    <a:pt x="2720" y="1782"/>
                  </a:cubicBezTo>
                  <a:lnTo>
                    <a:pt x="1003" y="65"/>
                  </a:lnTo>
                  <a:cubicBezTo>
                    <a:pt x="960" y="22"/>
                    <a:pt x="902" y="0"/>
                    <a:pt x="845" y="0"/>
                  </a:cubicBez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7" name="Google Shape;10617;p64"/>
            <p:cNvSpPr/>
            <p:nvPr/>
          </p:nvSpPr>
          <p:spPr>
            <a:xfrm>
              <a:off x="4056847" y="3186170"/>
              <a:ext cx="63237" cy="62661"/>
            </a:xfrm>
            <a:custGeom>
              <a:avLst/>
              <a:gdLst/>
              <a:ahLst/>
              <a:cxnLst/>
              <a:rect l="l" t="t" r="r" b="b"/>
              <a:pathLst>
                <a:path w="2415" h="2393" extrusionOk="0">
                  <a:moveTo>
                    <a:pt x="383" y="1"/>
                  </a:moveTo>
                  <a:lnTo>
                    <a:pt x="87" y="297"/>
                  </a:lnTo>
                  <a:cubicBezTo>
                    <a:pt x="1" y="382"/>
                    <a:pt x="1" y="525"/>
                    <a:pt x="87" y="611"/>
                  </a:cubicBezTo>
                  <a:lnTo>
                    <a:pt x="1804" y="2329"/>
                  </a:lnTo>
                  <a:cubicBezTo>
                    <a:pt x="1847" y="2371"/>
                    <a:pt x="1904" y="2393"/>
                    <a:pt x="1961" y="2393"/>
                  </a:cubicBezTo>
                  <a:cubicBezTo>
                    <a:pt x="2019" y="2393"/>
                    <a:pt x="2076" y="2371"/>
                    <a:pt x="2119" y="2329"/>
                  </a:cubicBezTo>
                  <a:lnTo>
                    <a:pt x="2415" y="2033"/>
                  </a:lnTo>
                  <a:lnTo>
                    <a:pt x="383"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8" name="Google Shape;10618;p64"/>
            <p:cNvSpPr/>
            <p:nvPr/>
          </p:nvSpPr>
          <p:spPr>
            <a:xfrm>
              <a:off x="4107567" y="3090176"/>
              <a:ext cx="83006" cy="91281"/>
            </a:xfrm>
            <a:custGeom>
              <a:avLst/>
              <a:gdLst/>
              <a:ahLst/>
              <a:cxnLst/>
              <a:rect l="l" t="t" r="r" b="b"/>
              <a:pathLst>
                <a:path w="3170" h="3486" extrusionOk="0">
                  <a:moveTo>
                    <a:pt x="2860" y="1"/>
                  </a:moveTo>
                  <a:cubicBezTo>
                    <a:pt x="2803" y="1"/>
                    <a:pt x="2745" y="27"/>
                    <a:pt x="2700" y="89"/>
                  </a:cubicBezTo>
                  <a:lnTo>
                    <a:pt x="115" y="3133"/>
                  </a:lnTo>
                  <a:cubicBezTo>
                    <a:pt x="1" y="3276"/>
                    <a:pt x="106" y="3476"/>
                    <a:pt x="277" y="3486"/>
                  </a:cubicBezTo>
                  <a:cubicBezTo>
                    <a:pt x="344" y="3486"/>
                    <a:pt x="401" y="3457"/>
                    <a:pt x="439" y="3409"/>
                  </a:cubicBezTo>
                  <a:lnTo>
                    <a:pt x="3015" y="366"/>
                  </a:lnTo>
                  <a:cubicBezTo>
                    <a:pt x="3170" y="204"/>
                    <a:pt x="3019" y="1"/>
                    <a:pt x="2860"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19" name="Google Shape;10619;p64"/>
          <p:cNvGrpSpPr/>
          <p:nvPr/>
        </p:nvGrpSpPr>
        <p:grpSpPr>
          <a:xfrm>
            <a:off x="3487258" y="2731546"/>
            <a:ext cx="371487" cy="366826"/>
            <a:chOff x="3513796" y="2882084"/>
            <a:chExt cx="371487" cy="366826"/>
          </a:xfrm>
        </p:grpSpPr>
        <p:sp>
          <p:nvSpPr>
            <p:cNvPr id="10620" name="Google Shape;10620;p64"/>
            <p:cNvSpPr/>
            <p:nvPr/>
          </p:nvSpPr>
          <p:spPr>
            <a:xfrm>
              <a:off x="3696384" y="2890725"/>
              <a:ext cx="11024" cy="60409"/>
            </a:xfrm>
            <a:custGeom>
              <a:avLst/>
              <a:gdLst/>
              <a:ahLst/>
              <a:cxnLst/>
              <a:rect l="l" t="t" r="r" b="b"/>
              <a:pathLst>
                <a:path w="421" h="2307" extrusionOk="0">
                  <a:moveTo>
                    <a:pt x="206" y="0"/>
                  </a:moveTo>
                  <a:cubicBezTo>
                    <a:pt x="103" y="0"/>
                    <a:pt x="1" y="70"/>
                    <a:pt x="1" y="208"/>
                  </a:cubicBezTo>
                  <a:lnTo>
                    <a:pt x="1" y="2097"/>
                  </a:lnTo>
                  <a:cubicBezTo>
                    <a:pt x="1" y="2211"/>
                    <a:pt x="96" y="2307"/>
                    <a:pt x="211" y="2307"/>
                  </a:cubicBezTo>
                  <a:cubicBezTo>
                    <a:pt x="325" y="2307"/>
                    <a:pt x="421" y="2211"/>
                    <a:pt x="411" y="2097"/>
                  </a:cubicBezTo>
                  <a:lnTo>
                    <a:pt x="411" y="208"/>
                  </a:lnTo>
                  <a:cubicBezTo>
                    <a:pt x="411" y="70"/>
                    <a:pt x="308" y="0"/>
                    <a:pt x="206"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1" name="Google Shape;10621;p64"/>
            <p:cNvSpPr/>
            <p:nvPr/>
          </p:nvSpPr>
          <p:spPr>
            <a:xfrm>
              <a:off x="3682899" y="2882084"/>
              <a:ext cx="32993" cy="28332"/>
            </a:xfrm>
            <a:custGeom>
              <a:avLst/>
              <a:gdLst/>
              <a:ahLst/>
              <a:cxnLst/>
              <a:rect l="l" t="t" r="r" b="b"/>
              <a:pathLst>
                <a:path w="1260" h="1082" extrusionOk="0">
                  <a:moveTo>
                    <a:pt x="720" y="1"/>
                  </a:moveTo>
                  <a:cubicBezTo>
                    <a:pt x="589" y="1"/>
                    <a:pt x="455" y="49"/>
                    <a:pt x="344" y="156"/>
                  </a:cubicBezTo>
                  <a:cubicBezTo>
                    <a:pt x="1" y="500"/>
                    <a:pt x="249" y="1082"/>
                    <a:pt x="726" y="1082"/>
                  </a:cubicBezTo>
                  <a:cubicBezTo>
                    <a:pt x="1021" y="1082"/>
                    <a:pt x="1260" y="834"/>
                    <a:pt x="1260" y="538"/>
                  </a:cubicBezTo>
                  <a:cubicBezTo>
                    <a:pt x="1260" y="215"/>
                    <a:pt x="997" y="1"/>
                    <a:pt x="720"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2" name="Google Shape;10622;p64"/>
            <p:cNvSpPr/>
            <p:nvPr/>
          </p:nvSpPr>
          <p:spPr>
            <a:xfrm>
              <a:off x="3754357" y="2890725"/>
              <a:ext cx="10762" cy="60409"/>
            </a:xfrm>
            <a:custGeom>
              <a:avLst/>
              <a:gdLst/>
              <a:ahLst/>
              <a:cxnLst/>
              <a:rect l="l" t="t" r="r" b="b"/>
              <a:pathLst>
                <a:path w="411" h="2307" extrusionOk="0">
                  <a:moveTo>
                    <a:pt x="205" y="0"/>
                  </a:moveTo>
                  <a:cubicBezTo>
                    <a:pt x="103" y="0"/>
                    <a:pt x="0" y="70"/>
                    <a:pt x="0" y="208"/>
                  </a:cubicBezTo>
                  <a:lnTo>
                    <a:pt x="0" y="2097"/>
                  </a:lnTo>
                  <a:cubicBezTo>
                    <a:pt x="0" y="2211"/>
                    <a:pt x="86" y="2307"/>
                    <a:pt x="200" y="2307"/>
                  </a:cubicBezTo>
                  <a:cubicBezTo>
                    <a:pt x="315" y="2307"/>
                    <a:pt x="410" y="2211"/>
                    <a:pt x="410" y="2097"/>
                  </a:cubicBezTo>
                  <a:lnTo>
                    <a:pt x="410" y="208"/>
                  </a:lnTo>
                  <a:cubicBezTo>
                    <a:pt x="410" y="70"/>
                    <a:pt x="308" y="0"/>
                    <a:pt x="205"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3" name="Google Shape;10623;p64"/>
            <p:cNvSpPr/>
            <p:nvPr/>
          </p:nvSpPr>
          <p:spPr>
            <a:xfrm>
              <a:off x="3740610" y="2882084"/>
              <a:ext cx="33255" cy="28332"/>
            </a:xfrm>
            <a:custGeom>
              <a:avLst/>
              <a:gdLst/>
              <a:ahLst/>
              <a:cxnLst/>
              <a:rect l="l" t="t" r="r" b="b"/>
              <a:pathLst>
                <a:path w="1270" h="1082" extrusionOk="0">
                  <a:moveTo>
                    <a:pt x="722" y="1"/>
                  </a:moveTo>
                  <a:cubicBezTo>
                    <a:pt x="590" y="1"/>
                    <a:pt x="454" y="49"/>
                    <a:pt x="344" y="156"/>
                  </a:cubicBezTo>
                  <a:cubicBezTo>
                    <a:pt x="0" y="500"/>
                    <a:pt x="248" y="1082"/>
                    <a:pt x="725" y="1082"/>
                  </a:cubicBezTo>
                  <a:cubicBezTo>
                    <a:pt x="1021" y="1082"/>
                    <a:pt x="1260" y="834"/>
                    <a:pt x="1269" y="538"/>
                  </a:cubicBezTo>
                  <a:cubicBezTo>
                    <a:pt x="1269" y="215"/>
                    <a:pt x="1002" y="1"/>
                    <a:pt x="722"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4" name="Google Shape;10624;p64"/>
            <p:cNvSpPr/>
            <p:nvPr/>
          </p:nvSpPr>
          <p:spPr>
            <a:xfrm>
              <a:off x="3638698" y="2890725"/>
              <a:ext cx="10762" cy="60409"/>
            </a:xfrm>
            <a:custGeom>
              <a:avLst/>
              <a:gdLst/>
              <a:ahLst/>
              <a:cxnLst/>
              <a:rect l="l" t="t" r="r" b="b"/>
              <a:pathLst>
                <a:path w="411" h="2307" extrusionOk="0">
                  <a:moveTo>
                    <a:pt x="205" y="0"/>
                  </a:moveTo>
                  <a:cubicBezTo>
                    <a:pt x="103" y="0"/>
                    <a:pt x="0" y="70"/>
                    <a:pt x="0" y="208"/>
                  </a:cubicBezTo>
                  <a:lnTo>
                    <a:pt x="0" y="2097"/>
                  </a:lnTo>
                  <a:cubicBezTo>
                    <a:pt x="0" y="2211"/>
                    <a:pt x="96" y="2307"/>
                    <a:pt x="210" y="2307"/>
                  </a:cubicBezTo>
                  <a:cubicBezTo>
                    <a:pt x="324" y="2307"/>
                    <a:pt x="410" y="2211"/>
                    <a:pt x="410" y="2097"/>
                  </a:cubicBezTo>
                  <a:lnTo>
                    <a:pt x="410" y="208"/>
                  </a:lnTo>
                  <a:cubicBezTo>
                    <a:pt x="410" y="70"/>
                    <a:pt x="308" y="0"/>
                    <a:pt x="205"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5" name="Google Shape;10625;p64"/>
            <p:cNvSpPr/>
            <p:nvPr/>
          </p:nvSpPr>
          <p:spPr>
            <a:xfrm>
              <a:off x="3625187" y="2882084"/>
              <a:ext cx="33019" cy="28332"/>
            </a:xfrm>
            <a:custGeom>
              <a:avLst/>
              <a:gdLst/>
              <a:ahLst/>
              <a:cxnLst/>
              <a:rect l="l" t="t" r="r" b="b"/>
              <a:pathLst>
                <a:path w="1261" h="1082" extrusionOk="0">
                  <a:moveTo>
                    <a:pt x="716" y="1"/>
                  </a:moveTo>
                  <a:cubicBezTo>
                    <a:pt x="585" y="1"/>
                    <a:pt x="452" y="49"/>
                    <a:pt x="344" y="156"/>
                  </a:cubicBezTo>
                  <a:cubicBezTo>
                    <a:pt x="1" y="500"/>
                    <a:pt x="239" y="1082"/>
                    <a:pt x="726" y="1082"/>
                  </a:cubicBezTo>
                  <a:cubicBezTo>
                    <a:pt x="1022" y="1082"/>
                    <a:pt x="1260" y="834"/>
                    <a:pt x="1260" y="538"/>
                  </a:cubicBezTo>
                  <a:cubicBezTo>
                    <a:pt x="1260" y="215"/>
                    <a:pt x="993" y="1"/>
                    <a:pt x="716"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6" name="Google Shape;10626;p64"/>
            <p:cNvSpPr/>
            <p:nvPr/>
          </p:nvSpPr>
          <p:spPr>
            <a:xfrm>
              <a:off x="3696384" y="3179991"/>
              <a:ext cx="10788" cy="60173"/>
            </a:xfrm>
            <a:custGeom>
              <a:avLst/>
              <a:gdLst/>
              <a:ahLst/>
              <a:cxnLst/>
              <a:rect l="l" t="t" r="r" b="b"/>
              <a:pathLst>
                <a:path w="412" h="2298" extrusionOk="0">
                  <a:moveTo>
                    <a:pt x="206" y="1"/>
                  </a:moveTo>
                  <a:cubicBezTo>
                    <a:pt x="103" y="1"/>
                    <a:pt x="1" y="70"/>
                    <a:pt x="1" y="208"/>
                  </a:cubicBezTo>
                  <a:lnTo>
                    <a:pt x="1" y="2097"/>
                  </a:lnTo>
                  <a:cubicBezTo>
                    <a:pt x="1" y="2202"/>
                    <a:pt x="96" y="2297"/>
                    <a:pt x="211" y="2297"/>
                  </a:cubicBezTo>
                  <a:cubicBezTo>
                    <a:pt x="325" y="2297"/>
                    <a:pt x="411" y="2212"/>
                    <a:pt x="411" y="2097"/>
                  </a:cubicBezTo>
                  <a:lnTo>
                    <a:pt x="411" y="208"/>
                  </a:lnTo>
                  <a:cubicBezTo>
                    <a:pt x="411" y="70"/>
                    <a:pt x="308" y="1"/>
                    <a:pt x="206"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7" name="Google Shape;10627;p64"/>
            <p:cNvSpPr/>
            <p:nvPr/>
          </p:nvSpPr>
          <p:spPr>
            <a:xfrm>
              <a:off x="3682899" y="3220656"/>
              <a:ext cx="32993" cy="28254"/>
            </a:xfrm>
            <a:custGeom>
              <a:avLst/>
              <a:gdLst/>
              <a:ahLst/>
              <a:cxnLst/>
              <a:rect l="l" t="t" r="r" b="b"/>
              <a:pathLst>
                <a:path w="1260" h="1079" extrusionOk="0">
                  <a:moveTo>
                    <a:pt x="725" y="1"/>
                  </a:moveTo>
                  <a:cubicBezTo>
                    <a:pt x="592" y="1"/>
                    <a:pt x="456" y="51"/>
                    <a:pt x="344" y="162"/>
                  </a:cubicBezTo>
                  <a:cubicBezTo>
                    <a:pt x="1" y="496"/>
                    <a:pt x="249" y="1078"/>
                    <a:pt x="726" y="1078"/>
                  </a:cubicBezTo>
                  <a:cubicBezTo>
                    <a:pt x="1021" y="1078"/>
                    <a:pt x="1260" y="840"/>
                    <a:pt x="1260" y="544"/>
                  </a:cubicBezTo>
                  <a:cubicBezTo>
                    <a:pt x="1260" y="216"/>
                    <a:pt x="1000" y="1"/>
                    <a:pt x="725"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8" name="Google Shape;10628;p64"/>
            <p:cNvSpPr/>
            <p:nvPr/>
          </p:nvSpPr>
          <p:spPr>
            <a:xfrm>
              <a:off x="3638698" y="3179991"/>
              <a:ext cx="10762" cy="60173"/>
            </a:xfrm>
            <a:custGeom>
              <a:avLst/>
              <a:gdLst/>
              <a:ahLst/>
              <a:cxnLst/>
              <a:rect l="l" t="t" r="r" b="b"/>
              <a:pathLst>
                <a:path w="411" h="2298" extrusionOk="0">
                  <a:moveTo>
                    <a:pt x="205" y="1"/>
                  </a:moveTo>
                  <a:cubicBezTo>
                    <a:pt x="103" y="1"/>
                    <a:pt x="0" y="70"/>
                    <a:pt x="0" y="208"/>
                  </a:cubicBezTo>
                  <a:lnTo>
                    <a:pt x="0" y="2097"/>
                  </a:lnTo>
                  <a:cubicBezTo>
                    <a:pt x="0" y="2202"/>
                    <a:pt x="96" y="2297"/>
                    <a:pt x="210" y="2297"/>
                  </a:cubicBezTo>
                  <a:cubicBezTo>
                    <a:pt x="315" y="2297"/>
                    <a:pt x="410" y="2212"/>
                    <a:pt x="410" y="2097"/>
                  </a:cubicBezTo>
                  <a:lnTo>
                    <a:pt x="410" y="208"/>
                  </a:lnTo>
                  <a:cubicBezTo>
                    <a:pt x="410" y="70"/>
                    <a:pt x="308" y="1"/>
                    <a:pt x="205"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29" name="Google Shape;10629;p64"/>
            <p:cNvSpPr/>
            <p:nvPr/>
          </p:nvSpPr>
          <p:spPr>
            <a:xfrm>
              <a:off x="3625187" y="3220656"/>
              <a:ext cx="33019" cy="28254"/>
            </a:xfrm>
            <a:custGeom>
              <a:avLst/>
              <a:gdLst/>
              <a:ahLst/>
              <a:cxnLst/>
              <a:rect l="l" t="t" r="r" b="b"/>
              <a:pathLst>
                <a:path w="1261" h="1079" extrusionOk="0">
                  <a:moveTo>
                    <a:pt x="721" y="1"/>
                  </a:moveTo>
                  <a:cubicBezTo>
                    <a:pt x="588" y="1"/>
                    <a:pt x="453" y="51"/>
                    <a:pt x="344" y="162"/>
                  </a:cubicBezTo>
                  <a:cubicBezTo>
                    <a:pt x="1" y="496"/>
                    <a:pt x="239" y="1078"/>
                    <a:pt x="726" y="1078"/>
                  </a:cubicBezTo>
                  <a:cubicBezTo>
                    <a:pt x="1022" y="1078"/>
                    <a:pt x="1260" y="840"/>
                    <a:pt x="1260" y="544"/>
                  </a:cubicBezTo>
                  <a:cubicBezTo>
                    <a:pt x="1260" y="216"/>
                    <a:pt x="995" y="1"/>
                    <a:pt x="721"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0" name="Google Shape;10630;p64"/>
            <p:cNvSpPr/>
            <p:nvPr/>
          </p:nvSpPr>
          <p:spPr>
            <a:xfrm>
              <a:off x="3754227" y="3179991"/>
              <a:ext cx="10893" cy="60173"/>
            </a:xfrm>
            <a:custGeom>
              <a:avLst/>
              <a:gdLst/>
              <a:ahLst/>
              <a:cxnLst/>
              <a:rect l="l" t="t" r="r" b="b"/>
              <a:pathLst>
                <a:path w="416" h="2298" extrusionOk="0">
                  <a:moveTo>
                    <a:pt x="203" y="1"/>
                  </a:moveTo>
                  <a:cubicBezTo>
                    <a:pt x="100" y="1"/>
                    <a:pt x="0" y="70"/>
                    <a:pt x="5" y="208"/>
                  </a:cubicBezTo>
                  <a:lnTo>
                    <a:pt x="5" y="2097"/>
                  </a:lnTo>
                  <a:cubicBezTo>
                    <a:pt x="5" y="2202"/>
                    <a:pt x="91" y="2297"/>
                    <a:pt x="205" y="2297"/>
                  </a:cubicBezTo>
                  <a:cubicBezTo>
                    <a:pt x="320" y="2297"/>
                    <a:pt x="406" y="2212"/>
                    <a:pt x="415" y="2097"/>
                  </a:cubicBezTo>
                  <a:lnTo>
                    <a:pt x="415" y="208"/>
                  </a:lnTo>
                  <a:cubicBezTo>
                    <a:pt x="411" y="70"/>
                    <a:pt x="306" y="1"/>
                    <a:pt x="203"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1" name="Google Shape;10631;p64"/>
            <p:cNvSpPr/>
            <p:nvPr/>
          </p:nvSpPr>
          <p:spPr>
            <a:xfrm>
              <a:off x="3740610" y="3220656"/>
              <a:ext cx="33255" cy="28254"/>
            </a:xfrm>
            <a:custGeom>
              <a:avLst/>
              <a:gdLst/>
              <a:ahLst/>
              <a:cxnLst/>
              <a:rect l="l" t="t" r="r" b="b"/>
              <a:pathLst>
                <a:path w="1270" h="1079" extrusionOk="0">
                  <a:moveTo>
                    <a:pt x="727" y="1"/>
                  </a:moveTo>
                  <a:cubicBezTo>
                    <a:pt x="593" y="1"/>
                    <a:pt x="456" y="51"/>
                    <a:pt x="344" y="162"/>
                  </a:cubicBezTo>
                  <a:cubicBezTo>
                    <a:pt x="0" y="496"/>
                    <a:pt x="248" y="1078"/>
                    <a:pt x="725" y="1078"/>
                  </a:cubicBezTo>
                  <a:cubicBezTo>
                    <a:pt x="1021" y="1078"/>
                    <a:pt x="1260" y="840"/>
                    <a:pt x="1269" y="544"/>
                  </a:cubicBezTo>
                  <a:cubicBezTo>
                    <a:pt x="1269" y="216"/>
                    <a:pt x="1004" y="1"/>
                    <a:pt x="727"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2" name="Google Shape;10632;p64"/>
            <p:cNvSpPr/>
            <p:nvPr/>
          </p:nvSpPr>
          <p:spPr>
            <a:xfrm>
              <a:off x="3814557" y="3060273"/>
              <a:ext cx="63708" cy="10762"/>
            </a:xfrm>
            <a:custGeom>
              <a:avLst/>
              <a:gdLst/>
              <a:ahLst/>
              <a:cxnLst/>
              <a:rect l="l" t="t" r="r" b="b"/>
              <a:pathLst>
                <a:path w="2433" h="411" extrusionOk="0">
                  <a:moveTo>
                    <a:pt x="277" y="1"/>
                  </a:moveTo>
                  <a:cubicBezTo>
                    <a:pt x="0" y="1"/>
                    <a:pt x="0" y="411"/>
                    <a:pt x="277" y="411"/>
                  </a:cubicBezTo>
                  <a:lnTo>
                    <a:pt x="2156" y="411"/>
                  </a:lnTo>
                  <a:cubicBezTo>
                    <a:pt x="2433" y="411"/>
                    <a:pt x="2433" y="1"/>
                    <a:pt x="2156"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3" name="Google Shape;10633;p64"/>
            <p:cNvSpPr/>
            <p:nvPr/>
          </p:nvSpPr>
          <p:spPr>
            <a:xfrm>
              <a:off x="3852263" y="3051344"/>
              <a:ext cx="33019" cy="28201"/>
            </a:xfrm>
            <a:custGeom>
              <a:avLst/>
              <a:gdLst/>
              <a:ahLst/>
              <a:cxnLst/>
              <a:rect l="l" t="t" r="r" b="b"/>
              <a:pathLst>
                <a:path w="1261" h="1077" extrusionOk="0">
                  <a:moveTo>
                    <a:pt x="716" y="1"/>
                  </a:moveTo>
                  <a:cubicBezTo>
                    <a:pt x="585" y="1"/>
                    <a:pt x="452" y="50"/>
                    <a:pt x="344" y="160"/>
                  </a:cubicBezTo>
                  <a:cubicBezTo>
                    <a:pt x="1" y="504"/>
                    <a:pt x="239" y="1076"/>
                    <a:pt x="726" y="1076"/>
                  </a:cubicBezTo>
                  <a:cubicBezTo>
                    <a:pt x="1022" y="1076"/>
                    <a:pt x="1260" y="838"/>
                    <a:pt x="1260" y="542"/>
                  </a:cubicBezTo>
                  <a:cubicBezTo>
                    <a:pt x="1260" y="219"/>
                    <a:pt x="993" y="1"/>
                    <a:pt x="716"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4" name="Google Shape;10634;p64"/>
            <p:cNvSpPr/>
            <p:nvPr/>
          </p:nvSpPr>
          <p:spPr>
            <a:xfrm>
              <a:off x="3814557" y="3117985"/>
              <a:ext cx="63708" cy="10762"/>
            </a:xfrm>
            <a:custGeom>
              <a:avLst/>
              <a:gdLst/>
              <a:ahLst/>
              <a:cxnLst/>
              <a:rect l="l" t="t" r="r" b="b"/>
              <a:pathLst>
                <a:path w="2433" h="411" extrusionOk="0">
                  <a:moveTo>
                    <a:pt x="277" y="0"/>
                  </a:moveTo>
                  <a:cubicBezTo>
                    <a:pt x="0" y="0"/>
                    <a:pt x="0" y="411"/>
                    <a:pt x="277" y="411"/>
                  </a:cubicBezTo>
                  <a:lnTo>
                    <a:pt x="2156" y="411"/>
                  </a:lnTo>
                  <a:cubicBezTo>
                    <a:pt x="2433" y="411"/>
                    <a:pt x="2433" y="0"/>
                    <a:pt x="2156"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5" name="Google Shape;10635;p64"/>
            <p:cNvSpPr/>
            <p:nvPr/>
          </p:nvSpPr>
          <p:spPr>
            <a:xfrm>
              <a:off x="3852263" y="3109056"/>
              <a:ext cx="33019" cy="28437"/>
            </a:xfrm>
            <a:custGeom>
              <a:avLst/>
              <a:gdLst/>
              <a:ahLst/>
              <a:cxnLst/>
              <a:rect l="l" t="t" r="r" b="b"/>
              <a:pathLst>
                <a:path w="1261" h="1086" extrusionOk="0">
                  <a:moveTo>
                    <a:pt x="716" y="0"/>
                  </a:moveTo>
                  <a:cubicBezTo>
                    <a:pt x="585" y="0"/>
                    <a:pt x="452" y="50"/>
                    <a:pt x="344" y="160"/>
                  </a:cubicBezTo>
                  <a:cubicBezTo>
                    <a:pt x="1" y="504"/>
                    <a:pt x="239" y="1086"/>
                    <a:pt x="726" y="1086"/>
                  </a:cubicBezTo>
                  <a:cubicBezTo>
                    <a:pt x="1022" y="1076"/>
                    <a:pt x="1260" y="837"/>
                    <a:pt x="1260" y="542"/>
                  </a:cubicBezTo>
                  <a:cubicBezTo>
                    <a:pt x="1260" y="218"/>
                    <a:pt x="993" y="0"/>
                    <a:pt x="716"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6" name="Google Shape;10636;p64"/>
            <p:cNvSpPr/>
            <p:nvPr/>
          </p:nvSpPr>
          <p:spPr>
            <a:xfrm>
              <a:off x="3814557" y="3002325"/>
              <a:ext cx="63708" cy="10762"/>
            </a:xfrm>
            <a:custGeom>
              <a:avLst/>
              <a:gdLst/>
              <a:ahLst/>
              <a:cxnLst/>
              <a:rect l="l" t="t" r="r" b="b"/>
              <a:pathLst>
                <a:path w="2433" h="411" extrusionOk="0">
                  <a:moveTo>
                    <a:pt x="277" y="0"/>
                  </a:moveTo>
                  <a:cubicBezTo>
                    <a:pt x="0" y="0"/>
                    <a:pt x="0" y="411"/>
                    <a:pt x="277" y="411"/>
                  </a:cubicBezTo>
                  <a:lnTo>
                    <a:pt x="2156" y="411"/>
                  </a:lnTo>
                  <a:cubicBezTo>
                    <a:pt x="2433" y="411"/>
                    <a:pt x="2433" y="0"/>
                    <a:pt x="2156"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7" name="Google Shape;10637;p64"/>
            <p:cNvSpPr/>
            <p:nvPr/>
          </p:nvSpPr>
          <p:spPr>
            <a:xfrm>
              <a:off x="3852263" y="2993580"/>
              <a:ext cx="33019" cy="28254"/>
            </a:xfrm>
            <a:custGeom>
              <a:avLst/>
              <a:gdLst/>
              <a:ahLst/>
              <a:cxnLst/>
              <a:rect l="l" t="t" r="r" b="b"/>
              <a:pathLst>
                <a:path w="1261" h="1079" extrusionOk="0">
                  <a:moveTo>
                    <a:pt x="720" y="1"/>
                  </a:moveTo>
                  <a:cubicBezTo>
                    <a:pt x="588" y="1"/>
                    <a:pt x="453" y="51"/>
                    <a:pt x="344" y="163"/>
                  </a:cubicBezTo>
                  <a:cubicBezTo>
                    <a:pt x="1" y="497"/>
                    <a:pt x="239" y="1079"/>
                    <a:pt x="726" y="1079"/>
                  </a:cubicBezTo>
                  <a:cubicBezTo>
                    <a:pt x="1022" y="1079"/>
                    <a:pt x="1260" y="840"/>
                    <a:pt x="1260" y="544"/>
                  </a:cubicBezTo>
                  <a:cubicBezTo>
                    <a:pt x="1260" y="216"/>
                    <a:pt x="995" y="1"/>
                    <a:pt x="720"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8" name="Google Shape;10638;p64"/>
            <p:cNvSpPr/>
            <p:nvPr/>
          </p:nvSpPr>
          <p:spPr>
            <a:xfrm>
              <a:off x="3525265" y="3060273"/>
              <a:ext cx="63996" cy="10762"/>
            </a:xfrm>
            <a:custGeom>
              <a:avLst/>
              <a:gdLst/>
              <a:ahLst/>
              <a:cxnLst/>
              <a:rect l="l" t="t" r="r" b="b"/>
              <a:pathLst>
                <a:path w="2444" h="411" extrusionOk="0">
                  <a:moveTo>
                    <a:pt x="2176" y="1"/>
                  </a:moveTo>
                  <a:cubicBezTo>
                    <a:pt x="2173" y="1"/>
                    <a:pt x="2170" y="1"/>
                    <a:pt x="2167" y="1"/>
                  </a:cubicBezTo>
                  <a:lnTo>
                    <a:pt x="278" y="1"/>
                  </a:lnTo>
                  <a:cubicBezTo>
                    <a:pt x="1" y="1"/>
                    <a:pt x="1" y="411"/>
                    <a:pt x="278" y="411"/>
                  </a:cubicBezTo>
                  <a:lnTo>
                    <a:pt x="2167" y="411"/>
                  </a:lnTo>
                  <a:cubicBezTo>
                    <a:pt x="2440" y="401"/>
                    <a:pt x="2443" y="1"/>
                    <a:pt x="2176"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39" name="Google Shape;10639;p64"/>
            <p:cNvSpPr/>
            <p:nvPr/>
          </p:nvSpPr>
          <p:spPr>
            <a:xfrm>
              <a:off x="3513796" y="3051344"/>
              <a:ext cx="32993" cy="28201"/>
            </a:xfrm>
            <a:custGeom>
              <a:avLst/>
              <a:gdLst/>
              <a:ahLst/>
              <a:cxnLst/>
              <a:rect l="l" t="t" r="r" b="b"/>
              <a:pathLst>
                <a:path w="1260" h="1077" extrusionOk="0">
                  <a:moveTo>
                    <a:pt x="713" y="1"/>
                  </a:moveTo>
                  <a:cubicBezTo>
                    <a:pt x="580" y="1"/>
                    <a:pt x="445" y="50"/>
                    <a:pt x="334" y="160"/>
                  </a:cubicBezTo>
                  <a:cubicBezTo>
                    <a:pt x="0" y="504"/>
                    <a:pt x="239" y="1076"/>
                    <a:pt x="716" y="1076"/>
                  </a:cubicBezTo>
                  <a:cubicBezTo>
                    <a:pt x="1011" y="1076"/>
                    <a:pt x="1259" y="838"/>
                    <a:pt x="1259" y="542"/>
                  </a:cubicBezTo>
                  <a:cubicBezTo>
                    <a:pt x="1259" y="219"/>
                    <a:pt x="992" y="1"/>
                    <a:pt x="713"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0" name="Google Shape;10640;p64"/>
            <p:cNvSpPr/>
            <p:nvPr/>
          </p:nvSpPr>
          <p:spPr>
            <a:xfrm>
              <a:off x="3525265" y="3002325"/>
              <a:ext cx="63996" cy="10762"/>
            </a:xfrm>
            <a:custGeom>
              <a:avLst/>
              <a:gdLst/>
              <a:ahLst/>
              <a:cxnLst/>
              <a:rect l="l" t="t" r="r" b="b"/>
              <a:pathLst>
                <a:path w="2444" h="411" extrusionOk="0">
                  <a:moveTo>
                    <a:pt x="278" y="0"/>
                  </a:moveTo>
                  <a:cubicBezTo>
                    <a:pt x="1" y="0"/>
                    <a:pt x="1" y="411"/>
                    <a:pt x="278" y="411"/>
                  </a:cubicBezTo>
                  <a:lnTo>
                    <a:pt x="2167" y="411"/>
                  </a:lnTo>
                  <a:cubicBezTo>
                    <a:pt x="2443" y="411"/>
                    <a:pt x="2443" y="0"/>
                    <a:pt x="2167"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1" name="Google Shape;10641;p64"/>
            <p:cNvSpPr/>
            <p:nvPr/>
          </p:nvSpPr>
          <p:spPr>
            <a:xfrm>
              <a:off x="3513796" y="2993580"/>
              <a:ext cx="32993" cy="28254"/>
            </a:xfrm>
            <a:custGeom>
              <a:avLst/>
              <a:gdLst/>
              <a:ahLst/>
              <a:cxnLst/>
              <a:rect l="l" t="t" r="r" b="b"/>
              <a:pathLst>
                <a:path w="1260" h="1079" extrusionOk="0">
                  <a:moveTo>
                    <a:pt x="717" y="1"/>
                  </a:moveTo>
                  <a:cubicBezTo>
                    <a:pt x="583" y="1"/>
                    <a:pt x="446" y="51"/>
                    <a:pt x="334" y="163"/>
                  </a:cubicBezTo>
                  <a:cubicBezTo>
                    <a:pt x="0" y="497"/>
                    <a:pt x="239" y="1079"/>
                    <a:pt x="716" y="1079"/>
                  </a:cubicBezTo>
                  <a:cubicBezTo>
                    <a:pt x="1011" y="1079"/>
                    <a:pt x="1259" y="840"/>
                    <a:pt x="1259" y="544"/>
                  </a:cubicBezTo>
                  <a:cubicBezTo>
                    <a:pt x="1259" y="216"/>
                    <a:pt x="995" y="1"/>
                    <a:pt x="717"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2" name="Google Shape;10642;p64"/>
            <p:cNvSpPr/>
            <p:nvPr/>
          </p:nvSpPr>
          <p:spPr>
            <a:xfrm>
              <a:off x="3525265" y="3117985"/>
              <a:ext cx="63996" cy="10762"/>
            </a:xfrm>
            <a:custGeom>
              <a:avLst/>
              <a:gdLst/>
              <a:ahLst/>
              <a:cxnLst/>
              <a:rect l="l" t="t" r="r" b="b"/>
              <a:pathLst>
                <a:path w="2444" h="411" extrusionOk="0">
                  <a:moveTo>
                    <a:pt x="278" y="0"/>
                  </a:moveTo>
                  <a:cubicBezTo>
                    <a:pt x="1" y="0"/>
                    <a:pt x="1" y="411"/>
                    <a:pt x="278" y="411"/>
                  </a:cubicBezTo>
                  <a:lnTo>
                    <a:pt x="2167" y="411"/>
                  </a:lnTo>
                  <a:cubicBezTo>
                    <a:pt x="2443" y="411"/>
                    <a:pt x="2443" y="0"/>
                    <a:pt x="2167"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3" name="Google Shape;10643;p64"/>
            <p:cNvSpPr/>
            <p:nvPr/>
          </p:nvSpPr>
          <p:spPr>
            <a:xfrm>
              <a:off x="3513796" y="3109056"/>
              <a:ext cx="32993" cy="28437"/>
            </a:xfrm>
            <a:custGeom>
              <a:avLst/>
              <a:gdLst/>
              <a:ahLst/>
              <a:cxnLst/>
              <a:rect l="l" t="t" r="r" b="b"/>
              <a:pathLst>
                <a:path w="1260" h="1086" extrusionOk="0">
                  <a:moveTo>
                    <a:pt x="713" y="0"/>
                  </a:moveTo>
                  <a:cubicBezTo>
                    <a:pt x="580" y="0"/>
                    <a:pt x="445" y="50"/>
                    <a:pt x="334" y="160"/>
                  </a:cubicBezTo>
                  <a:cubicBezTo>
                    <a:pt x="0" y="504"/>
                    <a:pt x="239" y="1086"/>
                    <a:pt x="716" y="1086"/>
                  </a:cubicBezTo>
                  <a:cubicBezTo>
                    <a:pt x="1011" y="1076"/>
                    <a:pt x="1259" y="837"/>
                    <a:pt x="1259" y="542"/>
                  </a:cubicBezTo>
                  <a:cubicBezTo>
                    <a:pt x="1259" y="218"/>
                    <a:pt x="992" y="0"/>
                    <a:pt x="713"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4" name="Google Shape;10644;p64"/>
            <p:cNvSpPr/>
            <p:nvPr/>
          </p:nvSpPr>
          <p:spPr>
            <a:xfrm>
              <a:off x="3581982" y="2945609"/>
              <a:ext cx="239828" cy="239855"/>
            </a:xfrm>
            <a:custGeom>
              <a:avLst/>
              <a:gdLst/>
              <a:ahLst/>
              <a:cxnLst/>
              <a:rect l="l" t="t" r="r" b="b"/>
              <a:pathLst>
                <a:path w="9159" h="9160" extrusionOk="0">
                  <a:moveTo>
                    <a:pt x="220" y="1"/>
                  </a:moveTo>
                  <a:cubicBezTo>
                    <a:pt x="96" y="1"/>
                    <a:pt x="1" y="96"/>
                    <a:pt x="1" y="220"/>
                  </a:cubicBezTo>
                  <a:lnTo>
                    <a:pt x="1" y="8940"/>
                  </a:lnTo>
                  <a:cubicBezTo>
                    <a:pt x="1" y="9054"/>
                    <a:pt x="96" y="9159"/>
                    <a:pt x="220" y="9159"/>
                  </a:cubicBezTo>
                  <a:lnTo>
                    <a:pt x="8939" y="9159"/>
                  </a:lnTo>
                  <a:cubicBezTo>
                    <a:pt x="9054" y="9159"/>
                    <a:pt x="9159" y="9054"/>
                    <a:pt x="9159" y="8940"/>
                  </a:cubicBezTo>
                  <a:lnTo>
                    <a:pt x="9159" y="220"/>
                  </a:lnTo>
                  <a:cubicBezTo>
                    <a:pt x="9159" y="96"/>
                    <a:pt x="9054" y="1"/>
                    <a:pt x="8939"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5" name="Google Shape;10645;p64"/>
            <p:cNvSpPr/>
            <p:nvPr/>
          </p:nvSpPr>
          <p:spPr>
            <a:xfrm>
              <a:off x="3599709" y="2963362"/>
              <a:ext cx="204374" cy="204348"/>
            </a:xfrm>
            <a:custGeom>
              <a:avLst/>
              <a:gdLst/>
              <a:ahLst/>
              <a:cxnLst/>
              <a:rect l="l" t="t" r="r" b="b"/>
              <a:pathLst>
                <a:path w="7805" h="7804" extrusionOk="0">
                  <a:moveTo>
                    <a:pt x="220" y="0"/>
                  </a:moveTo>
                  <a:cubicBezTo>
                    <a:pt x="96" y="0"/>
                    <a:pt x="1" y="96"/>
                    <a:pt x="1" y="220"/>
                  </a:cubicBezTo>
                  <a:lnTo>
                    <a:pt x="1" y="7584"/>
                  </a:lnTo>
                  <a:cubicBezTo>
                    <a:pt x="1" y="7708"/>
                    <a:pt x="96" y="7804"/>
                    <a:pt x="220" y="7804"/>
                  </a:cubicBezTo>
                  <a:lnTo>
                    <a:pt x="7585" y="7804"/>
                  </a:lnTo>
                  <a:cubicBezTo>
                    <a:pt x="7709" y="7804"/>
                    <a:pt x="7805" y="7708"/>
                    <a:pt x="7805" y="7584"/>
                  </a:cubicBezTo>
                  <a:lnTo>
                    <a:pt x="7805" y="220"/>
                  </a:lnTo>
                  <a:cubicBezTo>
                    <a:pt x="7805" y="96"/>
                    <a:pt x="7700" y="0"/>
                    <a:pt x="758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6" name="Google Shape;10646;p64"/>
            <p:cNvSpPr/>
            <p:nvPr/>
          </p:nvSpPr>
          <p:spPr>
            <a:xfrm>
              <a:off x="3599709" y="2963362"/>
              <a:ext cx="204374" cy="204348"/>
            </a:xfrm>
            <a:custGeom>
              <a:avLst/>
              <a:gdLst/>
              <a:ahLst/>
              <a:cxnLst/>
              <a:rect l="l" t="t" r="r" b="b"/>
              <a:pathLst>
                <a:path w="7805" h="7804" extrusionOk="0">
                  <a:moveTo>
                    <a:pt x="7261" y="0"/>
                  </a:moveTo>
                  <a:lnTo>
                    <a:pt x="7261" y="7260"/>
                  </a:lnTo>
                  <a:lnTo>
                    <a:pt x="1" y="7260"/>
                  </a:lnTo>
                  <a:lnTo>
                    <a:pt x="1" y="7584"/>
                  </a:lnTo>
                  <a:cubicBezTo>
                    <a:pt x="1" y="7708"/>
                    <a:pt x="96" y="7804"/>
                    <a:pt x="220" y="7804"/>
                  </a:cubicBezTo>
                  <a:lnTo>
                    <a:pt x="7585" y="7804"/>
                  </a:lnTo>
                  <a:cubicBezTo>
                    <a:pt x="7709" y="7804"/>
                    <a:pt x="7805" y="7708"/>
                    <a:pt x="7805" y="7584"/>
                  </a:cubicBezTo>
                  <a:lnTo>
                    <a:pt x="7805" y="220"/>
                  </a:lnTo>
                  <a:cubicBezTo>
                    <a:pt x="7805" y="96"/>
                    <a:pt x="7700" y="0"/>
                    <a:pt x="758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7" name="Google Shape;10647;p64"/>
            <p:cNvSpPr/>
            <p:nvPr/>
          </p:nvSpPr>
          <p:spPr>
            <a:xfrm>
              <a:off x="3649932" y="3013559"/>
              <a:ext cx="104190" cy="103954"/>
            </a:xfrm>
            <a:custGeom>
              <a:avLst/>
              <a:gdLst/>
              <a:ahLst/>
              <a:cxnLst/>
              <a:rect l="l" t="t" r="r" b="b"/>
              <a:pathLst>
                <a:path w="3979" h="3970" extrusionOk="0">
                  <a:moveTo>
                    <a:pt x="353" y="1"/>
                  </a:moveTo>
                  <a:cubicBezTo>
                    <a:pt x="153" y="1"/>
                    <a:pt x="0" y="153"/>
                    <a:pt x="0" y="344"/>
                  </a:cubicBezTo>
                  <a:lnTo>
                    <a:pt x="0" y="3626"/>
                  </a:lnTo>
                  <a:cubicBezTo>
                    <a:pt x="0" y="3817"/>
                    <a:pt x="153" y="3969"/>
                    <a:pt x="344" y="3969"/>
                  </a:cubicBezTo>
                  <a:lnTo>
                    <a:pt x="3626" y="3969"/>
                  </a:lnTo>
                  <a:cubicBezTo>
                    <a:pt x="3816" y="3969"/>
                    <a:pt x="3979" y="3817"/>
                    <a:pt x="3979" y="3626"/>
                  </a:cubicBezTo>
                  <a:lnTo>
                    <a:pt x="3979" y="344"/>
                  </a:lnTo>
                  <a:cubicBezTo>
                    <a:pt x="3979" y="153"/>
                    <a:pt x="3816" y="1"/>
                    <a:pt x="3626"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8" name="Google Shape;10648;p64"/>
            <p:cNvSpPr/>
            <p:nvPr/>
          </p:nvSpPr>
          <p:spPr>
            <a:xfrm>
              <a:off x="3665171" y="3028798"/>
              <a:ext cx="73475" cy="73475"/>
            </a:xfrm>
            <a:custGeom>
              <a:avLst/>
              <a:gdLst/>
              <a:ahLst/>
              <a:cxnLst/>
              <a:rect l="l" t="t" r="r" b="b"/>
              <a:pathLst>
                <a:path w="2806" h="2806" extrusionOk="0">
                  <a:moveTo>
                    <a:pt x="220" y="1"/>
                  </a:moveTo>
                  <a:cubicBezTo>
                    <a:pt x="96" y="1"/>
                    <a:pt x="0" y="96"/>
                    <a:pt x="0" y="220"/>
                  </a:cubicBezTo>
                  <a:lnTo>
                    <a:pt x="0" y="2586"/>
                  </a:lnTo>
                  <a:cubicBezTo>
                    <a:pt x="0" y="2700"/>
                    <a:pt x="96" y="2805"/>
                    <a:pt x="220" y="2805"/>
                  </a:cubicBezTo>
                  <a:lnTo>
                    <a:pt x="2586" y="2805"/>
                  </a:lnTo>
                  <a:cubicBezTo>
                    <a:pt x="2710" y="2805"/>
                    <a:pt x="2805" y="2710"/>
                    <a:pt x="2805" y="2586"/>
                  </a:cubicBezTo>
                  <a:lnTo>
                    <a:pt x="2805" y="220"/>
                  </a:lnTo>
                  <a:cubicBezTo>
                    <a:pt x="2805" y="96"/>
                    <a:pt x="2710" y="1"/>
                    <a:pt x="2586"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49" name="Google Shape;10649;p64"/>
            <p:cNvSpPr/>
            <p:nvPr/>
          </p:nvSpPr>
          <p:spPr>
            <a:xfrm>
              <a:off x="3621442" y="2984834"/>
              <a:ext cx="19272" cy="19508"/>
            </a:xfrm>
            <a:custGeom>
              <a:avLst/>
              <a:gdLst/>
              <a:ahLst/>
              <a:cxnLst/>
              <a:rect l="l" t="t" r="r" b="b"/>
              <a:pathLst>
                <a:path w="736" h="745" extrusionOk="0">
                  <a:moveTo>
                    <a:pt x="201" y="1"/>
                  </a:moveTo>
                  <a:cubicBezTo>
                    <a:pt x="87" y="1"/>
                    <a:pt x="1" y="96"/>
                    <a:pt x="1" y="211"/>
                  </a:cubicBezTo>
                  <a:lnTo>
                    <a:pt x="1" y="535"/>
                  </a:lnTo>
                  <a:cubicBezTo>
                    <a:pt x="1" y="649"/>
                    <a:pt x="87" y="745"/>
                    <a:pt x="201" y="745"/>
                  </a:cubicBezTo>
                  <a:lnTo>
                    <a:pt x="535" y="745"/>
                  </a:lnTo>
                  <a:cubicBezTo>
                    <a:pt x="640" y="745"/>
                    <a:pt x="735" y="649"/>
                    <a:pt x="735" y="535"/>
                  </a:cubicBezTo>
                  <a:lnTo>
                    <a:pt x="735" y="211"/>
                  </a:lnTo>
                  <a:cubicBezTo>
                    <a:pt x="735" y="96"/>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0" name="Google Shape;10650;p64"/>
            <p:cNvSpPr/>
            <p:nvPr/>
          </p:nvSpPr>
          <p:spPr>
            <a:xfrm>
              <a:off x="3649670" y="2984834"/>
              <a:ext cx="19508" cy="19508"/>
            </a:xfrm>
            <a:custGeom>
              <a:avLst/>
              <a:gdLst/>
              <a:ahLst/>
              <a:cxnLst/>
              <a:rect l="l" t="t" r="r" b="b"/>
              <a:pathLst>
                <a:path w="745" h="745" extrusionOk="0">
                  <a:moveTo>
                    <a:pt x="201" y="1"/>
                  </a:moveTo>
                  <a:cubicBezTo>
                    <a:pt x="96" y="1"/>
                    <a:pt x="1" y="96"/>
                    <a:pt x="1" y="211"/>
                  </a:cubicBezTo>
                  <a:lnTo>
                    <a:pt x="1" y="535"/>
                  </a:lnTo>
                  <a:cubicBezTo>
                    <a:pt x="1" y="649"/>
                    <a:pt x="96" y="745"/>
                    <a:pt x="201" y="745"/>
                  </a:cubicBezTo>
                  <a:lnTo>
                    <a:pt x="535" y="745"/>
                  </a:lnTo>
                  <a:cubicBezTo>
                    <a:pt x="650" y="745"/>
                    <a:pt x="745" y="649"/>
                    <a:pt x="745" y="535"/>
                  </a:cubicBezTo>
                  <a:lnTo>
                    <a:pt x="745" y="211"/>
                  </a:lnTo>
                  <a:cubicBezTo>
                    <a:pt x="745" y="96"/>
                    <a:pt x="65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1" name="Google Shape;10651;p64"/>
            <p:cNvSpPr/>
            <p:nvPr/>
          </p:nvSpPr>
          <p:spPr>
            <a:xfrm>
              <a:off x="3677897" y="2984834"/>
              <a:ext cx="19508" cy="19508"/>
            </a:xfrm>
            <a:custGeom>
              <a:avLst/>
              <a:gdLst/>
              <a:ahLst/>
              <a:cxnLst/>
              <a:rect l="l" t="t" r="r" b="b"/>
              <a:pathLst>
                <a:path w="745" h="745" extrusionOk="0">
                  <a:moveTo>
                    <a:pt x="211" y="1"/>
                  </a:moveTo>
                  <a:cubicBezTo>
                    <a:pt x="96" y="1"/>
                    <a:pt x="1" y="96"/>
                    <a:pt x="1" y="211"/>
                  </a:cubicBezTo>
                  <a:lnTo>
                    <a:pt x="1" y="535"/>
                  </a:lnTo>
                  <a:cubicBezTo>
                    <a:pt x="1" y="649"/>
                    <a:pt x="96" y="745"/>
                    <a:pt x="211" y="745"/>
                  </a:cubicBezTo>
                  <a:lnTo>
                    <a:pt x="535" y="745"/>
                  </a:lnTo>
                  <a:cubicBezTo>
                    <a:pt x="650" y="745"/>
                    <a:pt x="745" y="649"/>
                    <a:pt x="745" y="535"/>
                  </a:cubicBezTo>
                  <a:lnTo>
                    <a:pt x="745" y="211"/>
                  </a:lnTo>
                  <a:cubicBezTo>
                    <a:pt x="745" y="96"/>
                    <a:pt x="65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2" name="Google Shape;10652;p64"/>
            <p:cNvSpPr/>
            <p:nvPr/>
          </p:nvSpPr>
          <p:spPr>
            <a:xfrm>
              <a:off x="3706387" y="2984834"/>
              <a:ext cx="19246" cy="19508"/>
            </a:xfrm>
            <a:custGeom>
              <a:avLst/>
              <a:gdLst/>
              <a:ahLst/>
              <a:cxnLst/>
              <a:rect l="l" t="t" r="r" b="b"/>
              <a:pathLst>
                <a:path w="735" h="745" extrusionOk="0">
                  <a:moveTo>
                    <a:pt x="201" y="1"/>
                  </a:moveTo>
                  <a:cubicBezTo>
                    <a:pt x="86" y="1"/>
                    <a:pt x="0" y="96"/>
                    <a:pt x="0" y="211"/>
                  </a:cubicBezTo>
                  <a:lnTo>
                    <a:pt x="0" y="535"/>
                  </a:lnTo>
                  <a:cubicBezTo>
                    <a:pt x="0" y="649"/>
                    <a:pt x="86" y="745"/>
                    <a:pt x="201" y="745"/>
                  </a:cubicBezTo>
                  <a:lnTo>
                    <a:pt x="535" y="745"/>
                  </a:lnTo>
                  <a:cubicBezTo>
                    <a:pt x="649" y="745"/>
                    <a:pt x="735" y="649"/>
                    <a:pt x="735" y="535"/>
                  </a:cubicBezTo>
                  <a:lnTo>
                    <a:pt x="735" y="211"/>
                  </a:lnTo>
                  <a:cubicBezTo>
                    <a:pt x="735" y="96"/>
                    <a:pt x="649"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3" name="Google Shape;10653;p64"/>
            <p:cNvSpPr/>
            <p:nvPr/>
          </p:nvSpPr>
          <p:spPr>
            <a:xfrm>
              <a:off x="3734614" y="2984834"/>
              <a:ext cx="19508" cy="19508"/>
            </a:xfrm>
            <a:custGeom>
              <a:avLst/>
              <a:gdLst/>
              <a:ahLst/>
              <a:cxnLst/>
              <a:rect l="l" t="t" r="r" b="b"/>
              <a:pathLst>
                <a:path w="745" h="745" extrusionOk="0">
                  <a:moveTo>
                    <a:pt x="210" y="1"/>
                  </a:moveTo>
                  <a:cubicBezTo>
                    <a:pt x="96" y="1"/>
                    <a:pt x="0" y="96"/>
                    <a:pt x="0" y="211"/>
                  </a:cubicBezTo>
                  <a:lnTo>
                    <a:pt x="0" y="535"/>
                  </a:lnTo>
                  <a:cubicBezTo>
                    <a:pt x="0" y="649"/>
                    <a:pt x="96" y="745"/>
                    <a:pt x="210" y="745"/>
                  </a:cubicBezTo>
                  <a:lnTo>
                    <a:pt x="535" y="745"/>
                  </a:lnTo>
                  <a:cubicBezTo>
                    <a:pt x="649" y="745"/>
                    <a:pt x="745" y="649"/>
                    <a:pt x="745" y="535"/>
                  </a:cubicBezTo>
                  <a:lnTo>
                    <a:pt x="745" y="211"/>
                  </a:lnTo>
                  <a:cubicBezTo>
                    <a:pt x="745" y="96"/>
                    <a:pt x="649"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4" name="Google Shape;10654;p64"/>
            <p:cNvSpPr/>
            <p:nvPr/>
          </p:nvSpPr>
          <p:spPr>
            <a:xfrm>
              <a:off x="3763077" y="2984834"/>
              <a:ext cx="19272" cy="19508"/>
            </a:xfrm>
            <a:custGeom>
              <a:avLst/>
              <a:gdLst/>
              <a:ahLst/>
              <a:cxnLst/>
              <a:rect l="l" t="t" r="r" b="b"/>
              <a:pathLst>
                <a:path w="736" h="745" extrusionOk="0">
                  <a:moveTo>
                    <a:pt x="201" y="1"/>
                  </a:moveTo>
                  <a:cubicBezTo>
                    <a:pt x="87" y="1"/>
                    <a:pt x="1" y="96"/>
                    <a:pt x="1" y="211"/>
                  </a:cubicBezTo>
                  <a:lnTo>
                    <a:pt x="1" y="535"/>
                  </a:lnTo>
                  <a:cubicBezTo>
                    <a:pt x="1" y="649"/>
                    <a:pt x="87" y="745"/>
                    <a:pt x="201" y="745"/>
                  </a:cubicBezTo>
                  <a:lnTo>
                    <a:pt x="535" y="745"/>
                  </a:lnTo>
                  <a:cubicBezTo>
                    <a:pt x="640" y="745"/>
                    <a:pt x="736" y="649"/>
                    <a:pt x="736" y="535"/>
                  </a:cubicBezTo>
                  <a:lnTo>
                    <a:pt x="736" y="211"/>
                  </a:lnTo>
                  <a:cubicBezTo>
                    <a:pt x="736" y="96"/>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5" name="Google Shape;10655;p64"/>
            <p:cNvSpPr/>
            <p:nvPr/>
          </p:nvSpPr>
          <p:spPr>
            <a:xfrm>
              <a:off x="3621442" y="3126469"/>
              <a:ext cx="19272" cy="19508"/>
            </a:xfrm>
            <a:custGeom>
              <a:avLst/>
              <a:gdLst/>
              <a:ahLst/>
              <a:cxnLst/>
              <a:rect l="l" t="t" r="r" b="b"/>
              <a:pathLst>
                <a:path w="736" h="745" extrusionOk="0">
                  <a:moveTo>
                    <a:pt x="201" y="1"/>
                  </a:moveTo>
                  <a:cubicBezTo>
                    <a:pt x="87" y="1"/>
                    <a:pt x="1" y="96"/>
                    <a:pt x="1" y="211"/>
                  </a:cubicBezTo>
                  <a:lnTo>
                    <a:pt x="1" y="545"/>
                  </a:lnTo>
                  <a:cubicBezTo>
                    <a:pt x="1" y="649"/>
                    <a:pt x="87" y="745"/>
                    <a:pt x="201" y="745"/>
                  </a:cubicBezTo>
                  <a:lnTo>
                    <a:pt x="535" y="745"/>
                  </a:lnTo>
                  <a:cubicBezTo>
                    <a:pt x="640" y="745"/>
                    <a:pt x="735" y="649"/>
                    <a:pt x="735" y="545"/>
                  </a:cubicBezTo>
                  <a:lnTo>
                    <a:pt x="735" y="211"/>
                  </a:lnTo>
                  <a:cubicBezTo>
                    <a:pt x="735" y="96"/>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6" name="Google Shape;10656;p64"/>
            <p:cNvSpPr/>
            <p:nvPr/>
          </p:nvSpPr>
          <p:spPr>
            <a:xfrm>
              <a:off x="3649670" y="3126469"/>
              <a:ext cx="19508" cy="19508"/>
            </a:xfrm>
            <a:custGeom>
              <a:avLst/>
              <a:gdLst/>
              <a:ahLst/>
              <a:cxnLst/>
              <a:rect l="l" t="t" r="r" b="b"/>
              <a:pathLst>
                <a:path w="745" h="745" extrusionOk="0">
                  <a:moveTo>
                    <a:pt x="201" y="1"/>
                  </a:moveTo>
                  <a:cubicBezTo>
                    <a:pt x="96" y="1"/>
                    <a:pt x="1" y="96"/>
                    <a:pt x="1" y="211"/>
                  </a:cubicBezTo>
                  <a:lnTo>
                    <a:pt x="1" y="545"/>
                  </a:lnTo>
                  <a:cubicBezTo>
                    <a:pt x="1" y="649"/>
                    <a:pt x="96" y="745"/>
                    <a:pt x="201" y="745"/>
                  </a:cubicBezTo>
                  <a:lnTo>
                    <a:pt x="535" y="745"/>
                  </a:lnTo>
                  <a:cubicBezTo>
                    <a:pt x="650" y="745"/>
                    <a:pt x="745" y="649"/>
                    <a:pt x="745" y="545"/>
                  </a:cubicBezTo>
                  <a:lnTo>
                    <a:pt x="745" y="211"/>
                  </a:lnTo>
                  <a:cubicBezTo>
                    <a:pt x="745" y="96"/>
                    <a:pt x="65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7" name="Google Shape;10657;p64"/>
            <p:cNvSpPr/>
            <p:nvPr/>
          </p:nvSpPr>
          <p:spPr>
            <a:xfrm>
              <a:off x="3677897" y="3126469"/>
              <a:ext cx="19508" cy="19508"/>
            </a:xfrm>
            <a:custGeom>
              <a:avLst/>
              <a:gdLst/>
              <a:ahLst/>
              <a:cxnLst/>
              <a:rect l="l" t="t" r="r" b="b"/>
              <a:pathLst>
                <a:path w="745" h="745" extrusionOk="0">
                  <a:moveTo>
                    <a:pt x="211" y="1"/>
                  </a:moveTo>
                  <a:cubicBezTo>
                    <a:pt x="96" y="1"/>
                    <a:pt x="1" y="96"/>
                    <a:pt x="1" y="211"/>
                  </a:cubicBezTo>
                  <a:lnTo>
                    <a:pt x="1" y="545"/>
                  </a:lnTo>
                  <a:cubicBezTo>
                    <a:pt x="1" y="649"/>
                    <a:pt x="96" y="745"/>
                    <a:pt x="211" y="745"/>
                  </a:cubicBezTo>
                  <a:lnTo>
                    <a:pt x="535" y="745"/>
                  </a:lnTo>
                  <a:cubicBezTo>
                    <a:pt x="650" y="745"/>
                    <a:pt x="745" y="649"/>
                    <a:pt x="745" y="545"/>
                  </a:cubicBezTo>
                  <a:lnTo>
                    <a:pt x="745" y="211"/>
                  </a:lnTo>
                  <a:cubicBezTo>
                    <a:pt x="745" y="96"/>
                    <a:pt x="65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8" name="Google Shape;10658;p64"/>
            <p:cNvSpPr/>
            <p:nvPr/>
          </p:nvSpPr>
          <p:spPr>
            <a:xfrm>
              <a:off x="3706387" y="3126730"/>
              <a:ext cx="19246" cy="19508"/>
            </a:xfrm>
            <a:custGeom>
              <a:avLst/>
              <a:gdLst/>
              <a:ahLst/>
              <a:cxnLst/>
              <a:rect l="l" t="t" r="r" b="b"/>
              <a:pathLst>
                <a:path w="735" h="745" extrusionOk="0">
                  <a:moveTo>
                    <a:pt x="201" y="0"/>
                  </a:moveTo>
                  <a:cubicBezTo>
                    <a:pt x="86" y="0"/>
                    <a:pt x="0" y="96"/>
                    <a:pt x="0" y="210"/>
                  </a:cubicBezTo>
                  <a:lnTo>
                    <a:pt x="0" y="535"/>
                  </a:lnTo>
                  <a:cubicBezTo>
                    <a:pt x="0" y="649"/>
                    <a:pt x="86" y="744"/>
                    <a:pt x="201" y="744"/>
                  </a:cubicBezTo>
                  <a:lnTo>
                    <a:pt x="535" y="744"/>
                  </a:lnTo>
                  <a:cubicBezTo>
                    <a:pt x="649" y="744"/>
                    <a:pt x="735" y="649"/>
                    <a:pt x="735" y="535"/>
                  </a:cubicBezTo>
                  <a:lnTo>
                    <a:pt x="735" y="210"/>
                  </a:lnTo>
                  <a:cubicBezTo>
                    <a:pt x="735" y="96"/>
                    <a:pt x="649" y="0"/>
                    <a:pt x="53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59" name="Google Shape;10659;p64"/>
            <p:cNvSpPr/>
            <p:nvPr/>
          </p:nvSpPr>
          <p:spPr>
            <a:xfrm>
              <a:off x="3734614" y="3126469"/>
              <a:ext cx="19508" cy="19508"/>
            </a:xfrm>
            <a:custGeom>
              <a:avLst/>
              <a:gdLst/>
              <a:ahLst/>
              <a:cxnLst/>
              <a:rect l="l" t="t" r="r" b="b"/>
              <a:pathLst>
                <a:path w="745" h="745" extrusionOk="0">
                  <a:moveTo>
                    <a:pt x="210" y="1"/>
                  </a:moveTo>
                  <a:cubicBezTo>
                    <a:pt x="96" y="1"/>
                    <a:pt x="0" y="96"/>
                    <a:pt x="0" y="201"/>
                  </a:cubicBezTo>
                  <a:lnTo>
                    <a:pt x="0" y="535"/>
                  </a:lnTo>
                  <a:cubicBezTo>
                    <a:pt x="0" y="649"/>
                    <a:pt x="96" y="745"/>
                    <a:pt x="210" y="745"/>
                  </a:cubicBezTo>
                  <a:lnTo>
                    <a:pt x="535" y="745"/>
                  </a:lnTo>
                  <a:cubicBezTo>
                    <a:pt x="649" y="745"/>
                    <a:pt x="745" y="649"/>
                    <a:pt x="745" y="535"/>
                  </a:cubicBezTo>
                  <a:lnTo>
                    <a:pt x="745" y="201"/>
                  </a:lnTo>
                  <a:cubicBezTo>
                    <a:pt x="745" y="96"/>
                    <a:pt x="649"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0" name="Google Shape;10660;p64"/>
            <p:cNvSpPr/>
            <p:nvPr/>
          </p:nvSpPr>
          <p:spPr>
            <a:xfrm>
              <a:off x="3763077" y="3126469"/>
              <a:ext cx="19272" cy="19508"/>
            </a:xfrm>
            <a:custGeom>
              <a:avLst/>
              <a:gdLst/>
              <a:ahLst/>
              <a:cxnLst/>
              <a:rect l="l" t="t" r="r" b="b"/>
              <a:pathLst>
                <a:path w="736" h="745" extrusionOk="0">
                  <a:moveTo>
                    <a:pt x="201" y="1"/>
                  </a:moveTo>
                  <a:cubicBezTo>
                    <a:pt x="87" y="1"/>
                    <a:pt x="1" y="96"/>
                    <a:pt x="1" y="201"/>
                  </a:cubicBezTo>
                  <a:lnTo>
                    <a:pt x="1" y="535"/>
                  </a:lnTo>
                  <a:cubicBezTo>
                    <a:pt x="1" y="649"/>
                    <a:pt x="87" y="745"/>
                    <a:pt x="201" y="745"/>
                  </a:cubicBezTo>
                  <a:lnTo>
                    <a:pt x="535" y="745"/>
                  </a:lnTo>
                  <a:cubicBezTo>
                    <a:pt x="640" y="745"/>
                    <a:pt x="736" y="649"/>
                    <a:pt x="736" y="535"/>
                  </a:cubicBezTo>
                  <a:lnTo>
                    <a:pt x="736" y="201"/>
                  </a:lnTo>
                  <a:cubicBezTo>
                    <a:pt x="736" y="96"/>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1" name="Google Shape;10661;p64"/>
            <p:cNvSpPr/>
            <p:nvPr/>
          </p:nvSpPr>
          <p:spPr>
            <a:xfrm>
              <a:off x="3621442" y="3013323"/>
              <a:ext cx="19272" cy="19508"/>
            </a:xfrm>
            <a:custGeom>
              <a:avLst/>
              <a:gdLst/>
              <a:ahLst/>
              <a:cxnLst/>
              <a:rect l="l" t="t" r="r" b="b"/>
              <a:pathLst>
                <a:path w="736" h="745" extrusionOk="0">
                  <a:moveTo>
                    <a:pt x="201" y="0"/>
                  </a:moveTo>
                  <a:cubicBezTo>
                    <a:pt x="87" y="0"/>
                    <a:pt x="1" y="96"/>
                    <a:pt x="1" y="210"/>
                  </a:cubicBezTo>
                  <a:lnTo>
                    <a:pt x="1" y="534"/>
                  </a:lnTo>
                  <a:cubicBezTo>
                    <a:pt x="1" y="649"/>
                    <a:pt x="87" y="744"/>
                    <a:pt x="201" y="744"/>
                  </a:cubicBezTo>
                  <a:lnTo>
                    <a:pt x="535" y="744"/>
                  </a:lnTo>
                  <a:cubicBezTo>
                    <a:pt x="650" y="744"/>
                    <a:pt x="735" y="649"/>
                    <a:pt x="735" y="534"/>
                  </a:cubicBezTo>
                  <a:lnTo>
                    <a:pt x="735" y="210"/>
                  </a:lnTo>
                  <a:cubicBezTo>
                    <a:pt x="735" y="96"/>
                    <a:pt x="640" y="0"/>
                    <a:pt x="53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2" name="Google Shape;10662;p64"/>
            <p:cNvSpPr/>
            <p:nvPr/>
          </p:nvSpPr>
          <p:spPr>
            <a:xfrm>
              <a:off x="3621442" y="3041551"/>
              <a:ext cx="19272" cy="19508"/>
            </a:xfrm>
            <a:custGeom>
              <a:avLst/>
              <a:gdLst/>
              <a:ahLst/>
              <a:cxnLst/>
              <a:rect l="l" t="t" r="r" b="b"/>
              <a:pathLst>
                <a:path w="736" h="745" extrusionOk="0">
                  <a:moveTo>
                    <a:pt x="201" y="0"/>
                  </a:moveTo>
                  <a:cubicBezTo>
                    <a:pt x="87" y="0"/>
                    <a:pt x="1" y="96"/>
                    <a:pt x="1" y="210"/>
                  </a:cubicBezTo>
                  <a:lnTo>
                    <a:pt x="1" y="534"/>
                  </a:lnTo>
                  <a:cubicBezTo>
                    <a:pt x="1" y="649"/>
                    <a:pt x="87" y="744"/>
                    <a:pt x="201" y="744"/>
                  </a:cubicBezTo>
                  <a:lnTo>
                    <a:pt x="535" y="744"/>
                  </a:lnTo>
                  <a:cubicBezTo>
                    <a:pt x="640" y="744"/>
                    <a:pt x="735" y="649"/>
                    <a:pt x="735" y="534"/>
                  </a:cubicBezTo>
                  <a:lnTo>
                    <a:pt x="735" y="210"/>
                  </a:lnTo>
                  <a:cubicBezTo>
                    <a:pt x="735" y="96"/>
                    <a:pt x="640" y="0"/>
                    <a:pt x="53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3" name="Google Shape;10663;p64"/>
            <p:cNvSpPr/>
            <p:nvPr/>
          </p:nvSpPr>
          <p:spPr>
            <a:xfrm>
              <a:off x="3621442" y="3070014"/>
              <a:ext cx="19272" cy="19272"/>
            </a:xfrm>
            <a:custGeom>
              <a:avLst/>
              <a:gdLst/>
              <a:ahLst/>
              <a:cxnLst/>
              <a:rect l="l" t="t" r="r" b="b"/>
              <a:pathLst>
                <a:path w="736" h="736" extrusionOk="0">
                  <a:moveTo>
                    <a:pt x="201" y="1"/>
                  </a:moveTo>
                  <a:cubicBezTo>
                    <a:pt x="87" y="1"/>
                    <a:pt x="1" y="87"/>
                    <a:pt x="1" y="201"/>
                  </a:cubicBezTo>
                  <a:lnTo>
                    <a:pt x="1" y="535"/>
                  </a:lnTo>
                  <a:cubicBezTo>
                    <a:pt x="1" y="649"/>
                    <a:pt x="87" y="735"/>
                    <a:pt x="201" y="735"/>
                  </a:cubicBezTo>
                  <a:lnTo>
                    <a:pt x="535" y="735"/>
                  </a:lnTo>
                  <a:cubicBezTo>
                    <a:pt x="640" y="735"/>
                    <a:pt x="735" y="649"/>
                    <a:pt x="735" y="535"/>
                  </a:cubicBezTo>
                  <a:lnTo>
                    <a:pt x="735" y="201"/>
                  </a:lnTo>
                  <a:cubicBezTo>
                    <a:pt x="735" y="87"/>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4" name="Google Shape;10664;p64"/>
            <p:cNvSpPr/>
            <p:nvPr/>
          </p:nvSpPr>
          <p:spPr>
            <a:xfrm>
              <a:off x="3621442" y="3098241"/>
              <a:ext cx="19272" cy="19508"/>
            </a:xfrm>
            <a:custGeom>
              <a:avLst/>
              <a:gdLst/>
              <a:ahLst/>
              <a:cxnLst/>
              <a:rect l="l" t="t" r="r" b="b"/>
              <a:pathLst>
                <a:path w="736" h="745" extrusionOk="0">
                  <a:moveTo>
                    <a:pt x="201" y="1"/>
                  </a:moveTo>
                  <a:cubicBezTo>
                    <a:pt x="87" y="1"/>
                    <a:pt x="1" y="96"/>
                    <a:pt x="1" y="211"/>
                  </a:cubicBezTo>
                  <a:lnTo>
                    <a:pt x="1" y="545"/>
                  </a:lnTo>
                  <a:cubicBezTo>
                    <a:pt x="1" y="649"/>
                    <a:pt x="87" y="745"/>
                    <a:pt x="201" y="745"/>
                  </a:cubicBezTo>
                  <a:lnTo>
                    <a:pt x="535" y="745"/>
                  </a:lnTo>
                  <a:cubicBezTo>
                    <a:pt x="640" y="745"/>
                    <a:pt x="735" y="649"/>
                    <a:pt x="735" y="545"/>
                  </a:cubicBezTo>
                  <a:lnTo>
                    <a:pt x="735" y="211"/>
                  </a:lnTo>
                  <a:cubicBezTo>
                    <a:pt x="735" y="96"/>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5" name="Google Shape;10665;p64"/>
            <p:cNvSpPr/>
            <p:nvPr/>
          </p:nvSpPr>
          <p:spPr>
            <a:xfrm>
              <a:off x="3762841" y="3013061"/>
              <a:ext cx="19508" cy="19508"/>
            </a:xfrm>
            <a:custGeom>
              <a:avLst/>
              <a:gdLst/>
              <a:ahLst/>
              <a:cxnLst/>
              <a:rect l="l" t="t" r="r" b="b"/>
              <a:pathLst>
                <a:path w="745" h="745" extrusionOk="0">
                  <a:moveTo>
                    <a:pt x="210" y="1"/>
                  </a:moveTo>
                  <a:cubicBezTo>
                    <a:pt x="96" y="1"/>
                    <a:pt x="10" y="96"/>
                    <a:pt x="10" y="211"/>
                  </a:cubicBezTo>
                  <a:lnTo>
                    <a:pt x="10" y="544"/>
                  </a:lnTo>
                  <a:cubicBezTo>
                    <a:pt x="0" y="649"/>
                    <a:pt x="96" y="745"/>
                    <a:pt x="210" y="745"/>
                  </a:cubicBezTo>
                  <a:lnTo>
                    <a:pt x="544" y="745"/>
                  </a:lnTo>
                  <a:cubicBezTo>
                    <a:pt x="659" y="745"/>
                    <a:pt x="745" y="649"/>
                    <a:pt x="745" y="544"/>
                  </a:cubicBezTo>
                  <a:lnTo>
                    <a:pt x="745" y="211"/>
                  </a:lnTo>
                  <a:cubicBezTo>
                    <a:pt x="745" y="96"/>
                    <a:pt x="649" y="1"/>
                    <a:pt x="544"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6" name="Google Shape;10666;p64"/>
            <p:cNvSpPr/>
            <p:nvPr/>
          </p:nvSpPr>
          <p:spPr>
            <a:xfrm>
              <a:off x="3763077" y="3041551"/>
              <a:ext cx="19272" cy="19508"/>
            </a:xfrm>
            <a:custGeom>
              <a:avLst/>
              <a:gdLst/>
              <a:ahLst/>
              <a:cxnLst/>
              <a:rect l="l" t="t" r="r" b="b"/>
              <a:pathLst>
                <a:path w="736" h="745" extrusionOk="0">
                  <a:moveTo>
                    <a:pt x="201" y="0"/>
                  </a:moveTo>
                  <a:cubicBezTo>
                    <a:pt x="87" y="0"/>
                    <a:pt x="1" y="96"/>
                    <a:pt x="1" y="201"/>
                  </a:cubicBezTo>
                  <a:lnTo>
                    <a:pt x="1" y="534"/>
                  </a:lnTo>
                  <a:cubicBezTo>
                    <a:pt x="1" y="649"/>
                    <a:pt x="87" y="744"/>
                    <a:pt x="201" y="744"/>
                  </a:cubicBezTo>
                  <a:lnTo>
                    <a:pt x="535" y="744"/>
                  </a:lnTo>
                  <a:cubicBezTo>
                    <a:pt x="640" y="744"/>
                    <a:pt x="736" y="649"/>
                    <a:pt x="736" y="534"/>
                  </a:cubicBezTo>
                  <a:lnTo>
                    <a:pt x="736" y="201"/>
                  </a:lnTo>
                  <a:cubicBezTo>
                    <a:pt x="736" y="96"/>
                    <a:pt x="640" y="0"/>
                    <a:pt x="53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7" name="Google Shape;10667;p64"/>
            <p:cNvSpPr/>
            <p:nvPr/>
          </p:nvSpPr>
          <p:spPr>
            <a:xfrm>
              <a:off x="3763077" y="3069778"/>
              <a:ext cx="19272" cy="19508"/>
            </a:xfrm>
            <a:custGeom>
              <a:avLst/>
              <a:gdLst/>
              <a:ahLst/>
              <a:cxnLst/>
              <a:rect l="l" t="t" r="r" b="b"/>
              <a:pathLst>
                <a:path w="736" h="745" extrusionOk="0">
                  <a:moveTo>
                    <a:pt x="201" y="0"/>
                  </a:moveTo>
                  <a:cubicBezTo>
                    <a:pt x="87" y="0"/>
                    <a:pt x="1" y="96"/>
                    <a:pt x="1" y="210"/>
                  </a:cubicBezTo>
                  <a:lnTo>
                    <a:pt x="1" y="534"/>
                  </a:lnTo>
                  <a:cubicBezTo>
                    <a:pt x="1" y="649"/>
                    <a:pt x="87" y="744"/>
                    <a:pt x="201" y="744"/>
                  </a:cubicBezTo>
                  <a:lnTo>
                    <a:pt x="535" y="744"/>
                  </a:lnTo>
                  <a:cubicBezTo>
                    <a:pt x="640" y="744"/>
                    <a:pt x="736" y="649"/>
                    <a:pt x="736" y="534"/>
                  </a:cubicBezTo>
                  <a:lnTo>
                    <a:pt x="736" y="210"/>
                  </a:lnTo>
                  <a:cubicBezTo>
                    <a:pt x="736" y="96"/>
                    <a:pt x="640" y="0"/>
                    <a:pt x="53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68" name="Google Shape;10668;p64"/>
            <p:cNvSpPr/>
            <p:nvPr/>
          </p:nvSpPr>
          <p:spPr>
            <a:xfrm>
              <a:off x="3763077" y="3098241"/>
              <a:ext cx="19272" cy="19272"/>
            </a:xfrm>
            <a:custGeom>
              <a:avLst/>
              <a:gdLst/>
              <a:ahLst/>
              <a:cxnLst/>
              <a:rect l="l" t="t" r="r" b="b"/>
              <a:pathLst>
                <a:path w="736" h="736" extrusionOk="0">
                  <a:moveTo>
                    <a:pt x="201" y="1"/>
                  </a:moveTo>
                  <a:cubicBezTo>
                    <a:pt x="87" y="1"/>
                    <a:pt x="1" y="87"/>
                    <a:pt x="1" y="201"/>
                  </a:cubicBezTo>
                  <a:lnTo>
                    <a:pt x="1" y="535"/>
                  </a:lnTo>
                  <a:cubicBezTo>
                    <a:pt x="1" y="649"/>
                    <a:pt x="87" y="735"/>
                    <a:pt x="201" y="735"/>
                  </a:cubicBezTo>
                  <a:lnTo>
                    <a:pt x="535" y="735"/>
                  </a:lnTo>
                  <a:cubicBezTo>
                    <a:pt x="640" y="735"/>
                    <a:pt x="736" y="649"/>
                    <a:pt x="736" y="535"/>
                  </a:cubicBezTo>
                  <a:lnTo>
                    <a:pt x="736" y="201"/>
                  </a:lnTo>
                  <a:cubicBezTo>
                    <a:pt x="736" y="87"/>
                    <a:pt x="640" y="1"/>
                    <a:pt x="53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69" name="Google Shape;10669;p64"/>
          <p:cNvGrpSpPr/>
          <p:nvPr/>
        </p:nvGrpSpPr>
        <p:grpSpPr>
          <a:xfrm>
            <a:off x="847077" y="1349738"/>
            <a:ext cx="335011" cy="359232"/>
            <a:chOff x="873615" y="1500275"/>
            <a:chExt cx="335011" cy="359232"/>
          </a:xfrm>
        </p:grpSpPr>
        <p:sp>
          <p:nvSpPr>
            <p:cNvPr id="10670" name="Google Shape;10670;p64"/>
            <p:cNvSpPr/>
            <p:nvPr/>
          </p:nvSpPr>
          <p:spPr>
            <a:xfrm>
              <a:off x="965550" y="1500275"/>
              <a:ext cx="151140" cy="359232"/>
            </a:xfrm>
            <a:custGeom>
              <a:avLst/>
              <a:gdLst/>
              <a:ahLst/>
              <a:cxnLst/>
              <a:rect l="l" t="t" r="r" b="b"/>
              <a:pathLst>
                <a:path w="5772" h="13719" extrusionOk="0">
                  <a:moveTo>
                    <a:pt x="0" y="0"/>
                  </a:moveTo>
                  <a:lnTo>
                    <a:pt x="0" y="13718"/>
                  </a:lnTo>
                  <a:lnTo>
                    <a:pt x="5772" y="13718"/>
                  </a:lnTo>
                  <a:lnTo>
                    <a:pt x="5772" y="0"/>
                  </a:lnTo>
                  <a:cubicBezTo>
                    <a:pt x="4913" y="625"/>
                    <a:pt x="3900" y="937"/>
                    <a:pt x="2886" y="937"/>
                  </a:cubicBezTo>
                  <a:cubicBezTo>
                    <a:pt x="1872" y="937"/>
                    <a:pt x="859" y="625"/>
                    <a:pt x="0"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1" name="Google Shape;10671;p64"/>
            <p:cNvSpPr/>
            <p:nvPr/>
          </p:nvSpPr>
          <p:spPr>
            <a:xfrm>
              <a:off x="873615" y="1500275"/>
              <a:ext cx="158655" cy="359232"/>
            </a:xfrm>
            <a:custGeom>
              <a:avLst/>
              <a:gdLst/>
              <a:ahLst/>
              <a:cxnLst/>
              <a:rect l="l" t="t" r="r" b="b"/>
              <a:pathLst>
                <a:path w="6059" h="13719" extrusionOk="0">
                  <a:moveTo>
                    <a:pt x="1622" y="0"/>
                  </a:moveTo>
                  <a:cubicBezTo>
                    <a:pt x="1508" y="0"/>
                    <a:pt x="1403" y="95"/>
                    <a:pt x="1403" y="219"/>
                  </a:cubicBezTo>
                  <a:lnTo>
                    <a:pt x="1403" y="5304"/>
                  </a:lnTo>
                  <a:cubicBezTo>
                    <a:pt x="1403" y="6001"/>
                    <a:pt x="888" y="6592"/>
                    <a:pt x="191" y="6687"/>
                  </a:cubicBezTo>
                  <a:cubicBezTo>
                    <a:pt x="86" y="6707"/>
                    <a:pt x="0" y="6802"/>
                    <a:pt x="0" y="6916"/>
                  </a:cubicBezTo>
                  <a:lnTo>
                    <a:pt x="0" y="13489"/>
                  </a:lnTo>
                  <a:cubicBezTo>
                    <a:pt x="0" y="13613"/>
                    <a:pt x="105" y="13718"/>
                    <a:pt x="220" y="13718"/>
                  </a:cubicBezTo>
                  <a:lnTo>
                    <a:pt x="6058" y="13718"/>
                  </a:lnTo>
                  <a:lnTo>
                    <a:pt x="6058" y="7069"/>
                  </a:lnTo>
                  <a:cubicBezTo>
                    <a:pt x="6058" y="6955"/>
                    <a:pt x="5972" y="6859"/>
                    <a:pt x="5858" y="6850"/>
                  </a:cubicBezTo>
                  <a:cubicBezTo>
                    <a:pt x="4799" y="6745"/>
                    <a:pt x="3988" y="5848"/>
                    <a:pt x="3988" y="4779"/>
                  </a:cubicBezTo>
                  <a:lnTo>
                    <a:pt x="3988" y="219"/>
                  </a:lnTo>
                  <a:cubicBezTo>
                    <a:pt x="3988" y="95"/>
                    <a:pt x="3883" y="0"/>
                    <a:pt x="376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2" name="Google Shape;10672;p64"/>
            <p:cNvSpPr/>
            <p:nvPr/>
          </p:nvSpPr>
          <p:spPr>
            <a:xfrm>
              <a:off x="873615" y="1784540"/>
              <a:ext cx="158655" cy="50485"/>
            </a:xfrm>
            <a:custGeom>
              <a:avLst/>
              <a:gdLst/>
              <a:ahLst/>
              <a:cxnLst/>
              <a:rect l="l" t="t" r="r" b="b"/>
              <a:pathLst>
                <a:path w="6059" h="1928" extrusionOk="0">
                  <a:moveTo>
                    <a:pt x="0" y="0"/>
                  </a:moveTo>
                  <a:lnTo>
                    <a:pt x="0" y="1927"/>
                  </a:lnTo>
                  <a:lnTo>
                    <a:pt x="6058" y="1927"/>
                  </a:lnTo>
                  <a:lnTo>
                    <a:pt x="6058"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3" name="Google Shape;10673;p64"/>
            <p:cNvSpPr/>
            <p:nvPr/>
          </p:nvSpPr>
          <p:spPr>
            <a:xfrm>
              <a:off x="873615" y="1500275"/>
              <a:ext cx="158655" cy="274550"/>
            </a:xfrm>
            <a:custGeom>
              <a:avLst/>
              <a:gdLst/>
              <a:ahLst/>
              <a:cxnLst/>
              <a:rect l="l" t="t" r="r" b="b"/>
              <a:pathLst>
                <a:path w="6059" h="10485" extrusionOk="0">
                  <a:moveTo>
                    <a:pt x="1622" y="0"/>
                  </a:moveTo>
                  <a:cubicBezTo>
                    <a:pt x="1584" y="0"/>
                    <a:pt x="1546" y="10"/>
                    <a:pt x="1517" y="29"/>
                  </a:cubicBezTo>
                  <a:lnTo>
                    <a:pt x="1517" y="8557"/>
                  </a:lnTo>
                  <a:lnTo>
                    <a:pt x="0" y="8557"/>
                  </a:lnTo>
                  <a:lnTo>
                    <a:pt x="0" y="10484"/>
                  </a:lnTo>
                  <a:lnTo>
                    <a:pt x="6058" y="10484"/>
                  </a:lnTo>
                  <a:lnTo>
                    <a:pt x="6058" y="8557"/>
                  </a:lnTo>
                  <a:lnTo>
                    <a:pt x="3454" y="8557"/>
                  </a:lnTo>
                  <a:lnTo>
                    <a:pt x="3454"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4" name="Google Shape;10674;p64"/>
            <p:cNvSpPr/>
            <p:nvPr/>
          </p:nvSpPr>
          <p:spPr>
            <a:xfrm>
              <a:off x="873615" y="1795537"/>
              <a:ext cx="158655" cy="28489"/>
            </a:xfrm>
            <a:custGeom>
              <a:avLst/>
              <a:gdLst/>
              <a:ahLst/>
              <a:cxnLst/>
              <a:rect l="l" t="t" r="r" b="b"/>
              <a:pathLst>
                <a:path w="6059" h="1088" extrusionOk="0">
                  <a:moveTo>
                    <a:pt x="0" y="0"/>
                  </a:moveTo>
                  <a:lnTo>
                    <a:pt x="0" y="1088"/>
                  </a:lnTo>
                  <a:lnTo>
                    <a:pt x="6058" y="1088"/>
                  </a:lnTo>
                  <a:lnTo>
                    <a:pt x="6058"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5" name="Google Shape;10675;p64"/>
            <p:cNvSpPr/>
            <p:nvPr/>
          </p:nvSpPr>
          <p:spPr>
            <a:xfrm>
              <a:off x="873615" y="1500275"/>
              <a:ext cx="158655" cy="263552"/>
            </a:xfrm>
            <a:custGeom>
              <a:avLst/>
              <a:gdLst/>
              <a:ahLst/>
              <a:cxnLst/>
              <a:rect l="l" t="t" r="r" b="b"/>
              <a:pathLst>
                <a:path w="6059" h="10065" extrusionOk="0">
                  <a:moveTo>
                    <a:pt x="1937" y="0"/>
                  </a:moveTo>
                  <a:lnTo>
                    <a:pt x="1937" y="8977"/>
                  </a:lnTo>
                  <a:lnTo>
                    <a:pt x="0" y="8977"/>
                  </a:lnTo>
                  <a:lnTo>
                    <a:pt x="0" y="10065"/>
                  </a:lnTo>
                  <a:lnTo>
                    <a:pt x="6058" y="10065"/>
                  </a:lnTo>
                  <a:lnTo>
                    <a:pt x="6058" y="8977"/>
                  </a:lnTo>
                  <a:lnTo>
                    <a:pt x="3034" y="8977"/>
                  </a:lnTo>
                  <a:lnTo>
                    <a:pt x="3034"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6" name="Google Shape;10676;p64"/>
            <p:cNvSpPr/>
            <p:nvPr/>
          </p:nvSpPr>
          <p:spPr>
            <a:xfrm>
              <a:off x="1049971" y="1500275"/>
              <a:ext cx="158655" cy="359232"/>
            </a:xfrm>
            <a:custGeom>
              <a:avLst/>
              <a:gdLst/>
              <a:ahLst/>
              <a:cxnLst/>
              <a:rect l="l" t="t" r="r" b="b"/>
              <a:pathLst>
                <a:path w="6059" h="13719" extrusionOk="0">
                  <a:moveTo>
                    <a:pt x="2290" y="0"/>
                  </a:moveTo>
                  <a:cubicBezTo>
                    <a:pt x="2176" y="0"/>
                    <a:pt x="2071" y="95"/>
                    <a:pt x="2071" y="219"/>
                  </a:cubicBezTo>
                  <a:lnTo>
                    <a:pt x="2071" y="4779"/>
                  </a:lnTo>
                  <a:cubicBezTo>
                    <a:pt x="2071" y="5848"/>
                    <a:pt x="1260" y="6745"/>
                    <a:pt x="201" y="6850"/>
                  </a:cubicBezTo>
                  <a:cubicBezTo>
                    <a:pt x="86" y="6859"/>
                    <a:pt x="1" y="6955"/>
                    <a:pt x="1" y="7069"/>
                  </a:cubicBezTo>
                  <a:lnTo>
                    <a:pt x="1" y="13718"/>
                  </a:lnTo>
                  <a:lnTo>
                    <a:pt x="5839" y="13718"/>
                  </a:lnTo>
                  <a:cubicBezTo>
                    <a:pt x="5954" y="13718"/>
                    <a:pt x="6059" y="13623"/>
                    <a:pt x="6059" y="13499"/>
                  </a:cubicBezTo>
                  <a:lnTo>
                    <a:pt x="6059" y="6916"/>
                  </a:lnTo>
                  <a:cubicBezTo>
                    <a:pt x="6059" y="6802"/>
                    <a:pt x="5973" y="6707"/>
                    <a:pt x="5868" y="6687"/>
                  </a:cubicBezTo>
                  <a:cubicBezTo>
                    <a:pt x="5171" y="6592"/>
                    <a:pt x="4656" y="6001"/>
                    <a:pt x="4656" y="5304"/>
                  </a:cubicBezTo>
                  <a:lnTo>
                    <a:pt x="4656" y="219"/>
                  </a:lnTo>
                  <a:cubicBezTo>
                    <a:pt x="4656" y="95"/>
                    <a:pt x="4551" y="0"/>
                    <a:pt x="443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7" name="Google Shape;10677;p64"/>
            <p:cNvSpPr/>
            <p:nvPr/>
          </p:nvSpPr>
          <p:spPr>
            <a:xfrm>
              <a:off x="1049971" y="1784540"/>
              <a:ext cx="158655" cy="50485"/>
            </a:xfrm>
            <a:custGeom>
              <a:avLst/>
              <a:gdLst/>
              <a:ahLst/>
              <a:cxnLst/>
              <a:rect l="l" t="t" r="r" b="b"/>
              <a:pathLst>
                <a:path w="6059" h="1928" extrusionOk="0">
                  <a:moveTo>
                    <a:pt x="1" y="0"/>
                  </a:moveTo>
                  <a:lnTo>
                    <a:pt x="1" y="1927"/>
                  </a:lnTo>
                  <a:lnTo>
                    <a:pt x="6059" y="1927"/>
                  </a:lnTo>
                  <a:lnTo>
                    <a:pt x="6059"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8" name="Google Shape;10678;p64"/>
            <p:cNvSpPr/>
            <p:nvPr/>
          </p:nvSpPr>
          <p:spPr>
            <a:xfrm>
              <a:off x="1049971" y="1500275"/>
              <a:ext cx="158655" cy="274550"/>
            </a:xfrm>
            <a:custGeom>
              <a:avLst/>
              <a:gdLst/>
              <a:ahLst/>
              <a:cxnLst/>
              <a:rect l="l" t="t" r="r" b="b"/>
              <a:pathLst>
                <a:path w="6059" h="10485" extrusionOk="0">
                  <a:moveTo>
                    <a:pt x="2605" y="0"/>
                  </a:moveTo>
                  <a:lnTo>
                    <a:pt x="2605" y="8557"/>
                  </a:lnTo>
                  <a:lnTo>
                    <a:pt x="1" y="8557"/>
                  </a:lnTo>
                  <a:lnTo>
                    <a:pt x="1" y="10484"/>
                  </a:lnTo>
                  <a:lnTo>
                    <a:pt x="6059" y="10484"/>
                  </a:lnTo>
                  <a:lnTo>
                    <a:pt x="6059" y="8557"/>
                  </a:lnTo>
                  <a:lnTo>
                    <a:pt x="4542" y="8557"/>
                  </a:lnTo>
                  <a:lnTo>
                    <a:pt x="4542" y="29"/>
                  </a:lnTo>
                  <a:cubicBezTo>
                    <a:pt x="4503" y="10"/>
                    <a:pt x="4465" y="0"/>
                    <a:pt x="4437"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79" name="Google Shape;10679;p64"/>
            <p:cNvSpPr/>
            <p:nvPr/>
          </p:nvSpPr>
          <p:spPr>
            <a:xfrm>
              <a:off x="1049971" y="1795537"/>
              <a:ext cx="158655" cy="28489"/>
            </a:xfrm>
            <a:custGeom>
              <a:avLst/>
              <a:gdLst/>
              <a:ahLst/>
              <a:cxnLst/>
              <a:rect l="l" t="t" r="r" b="b"/>
              <a:pathLst>
                <a:path w="6059" h="1088" extrusionOk="0">
                  <a:moveTo>
                    <a:pt x="1" y="0"/>
                  </a:moveTo>
                  <a:lnTo>
                    <a:pt x="1" y="1088"/>
                  </a:lnTo>
                  <a:lnTo>
                    <a:pt x="6059" y="1088"/>
                  </a:lnTo>
                  <a:lnTo>
                    <a:pt x="6059"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0" name="Google Shape;10680;p64"/>
            <p:cNvSpPr/>
            <p:nvPr/>
          </p:nvSpPr>
          <p:spPr>
            <a:xfrm>
              <a:off x="1049971" y="1500275"/>
              <a:ext cx="158655" cy="263552"/>
            </a:xfrm>
            <a:custGeom>
              <a:avLst/>
              <a:gdLst/>
              <a:ahLst/>
              <a:cxnLst/>
              <a:rect l="l" t="t" r="r" b="b"/>
              <a:pathLst>
                <a:path w="6059" h="10065" extrusionOk="0">
                  <a:moveTo>
                    <a:pt x="3025" y="0"/>
                  </a:moveTo>
                  <a:lnTo>
                    <a:pt x="3025" y="8977"/>
                  </a:lnTo>
                  <a:lnTo>
                    <a:pt x="1" y="8977"/>
                  </a:lnTo>
                  <a:lnTo>
                    <a:pt x="1" y="10065"/>
                  </a:lnTo>
                  <a:lnTo>
                    <a:pt x="6059" y="10065"/>
                  </a:lnTo>
                  <a:lnTo>
                    <a:pt x="6059" y="8977"/>
                  </a:lnTo>
                  <a:lnTo>
                    <a:pt x="4122" y="8977"/>
                  </a:lnTo>
                  <a:lnTo>
                    <a:pt x="4122"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81" name="Google Shape;10681;p64"/>
          <p:cNvGrpSpPr/>
          <p:nvPr/>
        </p:nvGrpSpPr>
        <p:grpSpPr>
          <a:xfrm>
            <a:off x="2175521" y="3196199"/>
            <a:ext cx="337158" cy="359311"/>
            <a:chOff x="2202058" y="3346737"/>
            <a:chExt cx="337158" cy="359311"/>
          </a:xfrm>
        </p:grpSpPr>
        <p:sp>
          <p:nvSpPr>
            <p:cNvPr id="10682" name="Google Shape;10682;p64"/>
            <p:cNvSpPr/>
            <p:nvPr/>
          </p:nvSpPr>
          <p:spPr>
            <a:xfrm>
              <a:off x="2202058" y="3449225"/>
              <a:ext cx="257084" cy="256822"/>
            </a:xfrm>
            <a:custGeom>
              <a:avLst/>
              <a:gdLst/>
              <a:ahLst/>
              <a:cxnLst/>
              <a:rect l="l" t="t" r="r" b="b"/>
              <a:pathLst>
                <a:path w="9818" h="9808" extrusionOk="0">
                  <a:moveTo>
                    <a:pt x="4914" y="0"/>
                  </a:moveTo>
                  <a:cubicBezTo>
                    <a:pt x="2205" y="0"/>
                    <a:pt x="1" y="2194"/>
                    <a:pt x="1" y="4904"/>
                  </a:cubicBezTo>
                  <a:cubicBezTo>
                    <a:pt x="1" y="7613"/>
                    <a:pt x="2205" y="9807"/>
                    <a:pt x="4914" y="9807"/>
                  </a:cubicBezTo>
                  <a:cubicBezTo>
                    <a:pt x="7614" y="9807"/>
                    <a:pt x="9817" y="7613"/>
                    <a:pt x="9817" y="4904"/>
                  </a:cubicBezTo>
                  <a:cubicBezTo>
                    <a:pt x="9817" y="2194"/>
                    <a:pt x="7614" y="0"/>
                    <a:pt x="491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3" name="Google Shape;10683;p64"/>
            <p:cNvSpPr/>
            <p:nvPr/>
          </p:nvSpPr>
          <p:spPr>
            <a:xfrm>
              <a:off x="2202320" y="3448989"/>
              <a:ext cx="158655" cy="257032"/>
            </a:xfrm>
            <a:custGeom>
              <a:avLst/>
              <a:gdLst/>
              <a:ahLst/>
              <a:cxnLst/>
              <a:rect l="l" t="t" r="r" b="b"/>
              <a:pathLst>
                <a:path w="6059" h="9816" extrusionOk="0">
                  <a:moveTo>
                    <a:pt x="4885" y="1"/>
                  </a:moveTo>
                  <a:cubicBezTo>
                    <a:pt x="2257" y="1"/>
                    <a:pt x="0" y="2134"/>
                    <a:pt x="0" y="4913"/>
                  </a:cubicBezTo>
                  <a:cubicBezTo>
                    <a:pt x="0" y="7683"/>
                    <a:pt x="2257" y="9815"/>
                    <a:pt x="4885" y="9815"/>
                  </a:cubicBezTo>
                  <a:cubicBezTo>
                    <a:pt x="5270" y="9815"/>
                    <a:pt x="5663" y="9770"/>
                    <a:pt x="6058" y="9673"/>
                  </a:cubicBezTo>
                  <a:cubicBezTo>
                    <a:pt x="3864" y="9139"/>
                    <a:pt x="2309" y="7174"/>
                    <a:pt x="2309" y="4913"/>
                  </a:cubicBezTo>
                  <a:cubicBezTo>
                    <a:pt x="2309" y="2652"/>
                    <a:pt x="3855" y="677"/>
                    <a:pt x="6058" y="143"/>
                  </a:cubicBezTo>
                  <a:cubicBezTo>
                    <a:pt x="5663" y="47"/>
                    <a:pt x="5270" y="1"/>
                    <a:pt x="4885"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4" name="Google Shape;10684;p64"/>
            <p:cNvSpPr/>
            <p:nvPr/>
          </p:nvSpPr>
          <p:spPr>
            <a:xfrm>
              <a:off x="2338220" y="3346737"/>
              <a:ext cx="200996" cy="169731"/>
            </a:xfrm>
            <a:custGeom>
              <a:avLst/>
              <a:gdLst/>
              <a:ahLst/>
              <a:cxnLst/>
              <a:rect l="l" t="t" r="r" b="b"/>
              <a:pathLst>
                <a:path w="7676" h="6482" extrusionOk="0">
                  <a:moveTo>
                    <a:pt x="3864" y="0"/>
                  </a:moveTo>
                  <a:cubicBezTo>
                    <a:pt x="3823" y="0"/>
                    <a:pt x="3782" y="1"/>
                    <a:pt x="3740" y="3"/>
                  </a:cubicBezTo>
                  <a:cubicBezTo>
                    <a:pt x="1298" y="108"/>
                    <a:pt x="0" y="2932"/>
                    <a:pt x="1517" y="4849"/>
                  </a:cubicBezTo>
                  <a:lnTo>
                    <a:pt x="1450" y="6252"/>
                  </a:lnTo>
                  <a:cubicBezTo>
                    <a:pt x="1443" y="6388"/>
                    <a:pt x="1549" y="6482"/>
                    <a:pt x="1669" y="6482"/>
                  </a:cubicBezTo>
                  <a:cubicBezTo>
                    <a:pt x="1701" y="6482"/>
                    <a:pt x="1733" y="6475"/>
                    <a:pt x="1765" y="6461"/>
                  </a:cubicBezTo>
                  <a:lnTo>
                    <a:pt x="3034" y="5870"/>
                  </a:lnTo>
                  <a:cubicBezTo>
                    <a:pt x="3305" y="5947"/>
                    <a:pt x="3581" y="5984"/>
                    <a:pt x="3853" y="5984"/>
                  </a:cubicBezTo>
                  <a:cubicBezTo>
                    <a:pt x="4835" y="5984"/>
                    <a:pt x="5777" y="5502"/>
                    <a:pt x="6344" y="4658"/>
                  </a:cubicBezTo>
                  <a:cubicBezTo>
                    <a:pt x="7676" y="2661"/>
                    <a:pt x="6233" y="0"/>
                    <a:pt x="3864"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5" name="Google Shape;10685;p64"/>
            <p:cNvSpPr/>
            <p:nvPr/>
          </p:nvSpPr>
          <p:spPr>
            <a:xfrm>
              <a:off x="2424133" y="3390518"/>
              <a:ext cx="52239" cy="52239"/>
            </a:xfrm>
            <a:custGeom>
              <a:avLst/>
              <a:gdLst/>
              <a:ahLst/>
              <a:cxnLst/>
              <a:rect l="l" t="t" r="r" b="b"/>
              <a:pathLst>
                <a:path w="1995" h="1995" extrusionOk="0">
                  <a:moveTo>
                    <a:pt x="1003" y="0"/>
                  </a:moveTo>
                  <a:cubicBezTo>
                    <a:pt x="449" y="0"/>
                    <a:pt x="1" y="449"/>
                    <a:pt x="1" y="1002"/>
                  </a:cubicBezTo>
                  <a:cubicBezTo>
                    <a:pt x="1" y="1546"/>
                    <a:pt x="449" y="1994"/>
                    <a:pt x="1003" y="1994"/>
                  </a:cubicBezTo>
                  <a:cubicBezTo>
                    <a:pt x="1546" y="1994"/>
                    <a:pt x="1995" y="1546"/>
                    <a:pt x="1995" y="1002"/>
                  </a:cubicBezTo>
                  <a:cubicBezTo>
                    <a:pt x="1995" y="449"/>
                    <a:pt x="1546" y="0"/>
                    <a:pt x="100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6" name="Google Shape;10686;p64"/>
            <p:cNvSpPr/>
            <p:nvPr/>
          </p:nvSpPr>
          <p:spPr>
            <a:xfrm>
              <a:off x="2406406" y="3384993"/>
              <a:ext cx="87196" cy="63263"/>
            </a:xfrm>
            <a:custGeom>
              <a:avLst/>
              <a:gdLst/>
              <a:ahLst/>
              <a:cxnLst/>
              <a:rect l="l" t="t" r="r" b="b"/>
              <a:pathLst>
                <a:path w="3330" h="2416" extrusionOk="0">
                  <a:moveTo>
                    <a:pt x="1680" y="421"/>
                  </a:moveTo>
                  <a:cubicBezTo>
                    <a:pt x="1889" y="421"/>
                    <a:pt x="2090" y="507"/>
                    <a:pt x="2233" y="650"/>
                  </a:cubicBezTo>
                  <a:cubicBezTo>
                    <a:pt x="2760" y="1178"/>
                    <a:pt x="2334" y="2004"/>
                    <a:pt x="1691" y="2004"/>
                  </a:cubicBezTo>
                  <a:cubicBezTo>
                    <a:pt x="1590" y="2004"/>
                    <a:pt x="1483" y="1984"/>
                    <a:pt x="1374" y="1938"/>
                  </a:cubicBezTo>
                  <a:cubicBezTo>
                    <a:pt x="582" y="1604"/>
                    <a:pt x="811" y="421"/>
                    <a:pt x="1680" y="421"/>
                  </a:cubicBezTo>
                  <a:close/>
                  <a:moveTo>
                    <a:pt x="1695" y="0"/>
                  </a:moveTo>
                  <a:cubicBezTo>
                    <a:pt x="1544" y="0"/>
                    <a:pt x="1384" y="30"/>
                    <a:pt x="1222" y="97"/>
                  </a:cubicBezTo>
                  <a:cubicBezTo>
                    <a:pt x="1" y="603"/>
                    <a:pt x="363" y="2415"/>
                    <a:pt x="1680" y="2415"/>
                  </a:cubicBezTo>
                  <a:cubicBezTo>
                    <a:pt x="1994" y="2415"/>
                    <a:pt x="2300" y="2291"/>
                    <a:pt x="2529" y="2062"/>
                  </a:cubicBezTo>
                  <a:cubicBezTo>
                    <a:pt x="3330" y="1253"/>
                    <a:pt x="2672" y="0"/>
                    <a:pt x="169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7" name="Google Shape;10687;p64"/>
            <p:cNvSpPr/>
            <p:nvPr/>
          </p:nvSpPr>
          <p:spPr>
            <a:xfrm>
              <a:off x="2394675" y="3429062"/>
              <a:ext cx="45693" cy="41425"/>
            </a:xfrm>
            <a:custGeom>
              <a:avLst/>
              <a:gdLst/>
              <a:ahLst/>
              <a:cxnLst/>
              <a:rect l="l" t="t" r="r" b="b"/>
              <a:pathLst>
                <a:path w="1745" h="1582" extrusionOk="0">
                  <a:moveTo>
                    <a:pt x="1434" y="1"/>
                  </a:moveTo>
                  <a:cubicBezTo>
                    <a:pt x="1381" y="1"/>
                    <a:pt x="1325" y="25"/>
                    <a:pt x="1279" y="83"/>
                  </a:cubicBezTo>
                  <a:lnTo>
                    <a:pt x="134" y="1219"/>
                  </a:lnTo>
                  <a:cubicBezTo>
                    <a:pt x="0" y="1352"/>
                    <a:pt x="96" y="1581"/>
                    <a:pt x="286" y="1581"/>
                  </a:cubicBezTo>
                  <a:cubicBezTo>
                    <a:pt x="334" y="1581"/>
                    <a:pt x="391" y="1553"/>
                    <a:pt x="429" y="1514"/>
                  </a:cubicBezTo>
                  <a:lnTo>
                    <a:pt x="1565" y="379"/>
                  </a:lnTo>
                  <a:cubicBezTo>
                    <a:pt x="1745" y="228"/>
                    <a:pt x="1599" y="1"/>
                    <a:pt x="143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8" name="Google Shape;10688;p64"/>
            <p:cNvSpPr/>
            <p:nvPr/>
          </p:nvSpPr>
          <p:spPr>
            <a:xfrm>
              <a:off x="2230050" y="3532598"/>
              <a:ext cx="201363" cy="89998"/>
            </a:xfrm>
            <a:custGeom>
              <a:avLst/>
              <a:gdLst/>
              <a:ahLst/>
              <a:cxnLst/>
              <a:rect l="l" t="t" r="r" b="b"/>
              <a:pathLst>
                <a:path w="7690" h="3437" extrusionOk="0">
                  <a:moveTo>
                    <a:pt x="3844" y="0"/>
                  </a:moveTo>
                  <a:cubicBezTo>
                    <a:pt x="3447" y="0"/>
                    <a:pt x="3048" y="36"/>
                    <a:pt x="2652" y="108"/>
                  </a:cubicBezTo>
                  <a:cubicBezTo>
                    <a:pt x="1431" y="337"/>
                    <a:pt x="468" y="890"/>
                    <a:pt x="39" y="1605"/>
                  </a:cubicBezTo>
                  <a:cubicBezTo>
                    <a:pt x="0" y="1672"/>
                    <a:pt x="0" y="1758"/>
                    <a:pt x="39" y="1834"/>
                  </a:cubicBezTo>
                  <a:cubicBezTo>
                    <a:pt x="592" y="2769"/>
                    <a:pt x="2090" y="3437"/>
                    <a:pt x="3845" y="3437"/>
                  </a:cubicBezTo>
                  <a:cubicBezTo>
                    <a:pt x="5600" y="3437"/>
                    <a:pt x="7089" y="2769"/>
                    <a:pt x="7642" y="1834"/>
                  </a:cubicBezTo>
                  <a:cubicBezTo>
                    <a:pt x="7690" y="1758"/>
                    <a:pt x="7690" y="1672"/>
                    <a:pt x="7642" y="1605"/>
                  </a:cubicBezTo>
                  <a:cubicBezTo>
                    <a:pt x="7222" y="890"/>
                    <a:pt x="6249" y="337"/>
                    <a:pt x="5028" y="108"/>
                  </a:cubicBezTo>
                  <a:cubicBezTo>
                    <a:pt x="4637" y="36"/>
                    <a:pt x="4241" y="0"/>
                    <a:pt x="3844"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89" name="Google Shape;10689;p64"/>
            <p:cNvSpPr/>
            <p:nvPr/>
          </p:nvSpPr>
          <p:spPr>
            <a:xfrm>
              <a:off x="2227746" y="3605523"/>
              <a:ext cx="90495" cy="41058"/>
            </a:xfrm>
            <a:custGeom>
              <a:avLst/>
              <a:gdLst/>
              <a:ahLst/>
              <a:cxnLst/>
              <a:rect l="l" t="t" r="r" b="b"/>
              <a:pathLst>
                <a:path w="3456" h="1568" extrusionOk="0">
                  <a:moveTo>
                    <a:pt x="310" y="1"/>
                  </a:moveTo>
                  <a:cubicBezTo>
                    <a:pt x="151" y="1"/>
                    <a:pt x="1" y="202"/>
                    <a:pt x="155" y="356"/>
                  </a:cubicBezTo>
                  <a:cubicBezTo>
                    <a:pt x="747" y="1062"/>
                    <a:pt x="1901" y="1520"/>
                    <a:pt x="3189" y="1568"/>
                  </a:cubicBezTo>
                  <a:lnTo>
                    <a:pt x="3198" y="1568"/>
                  </a:lnTo>
                  <a:cubicBezTo>
                    <a:pt x="3456" y="1549"/>
                    <a:pt x="3456" y="1177"/>
                    <a:pt x="3198" y="1148"/>
                  </a:cubicBezTo>
                  <a:cubicBezTo>
                    <a:pt x="2034" y="1110"/>
                    <a:pt x="985" y="709"/>
                    <a:pt x="470" y="89"/>
                  </a:cubicBezTo>
                  <a:cubicBezTo>
                    <a:pt x="425" y="26"/>
                    <a:pt x="367" y="1"/>
                    <a:pt x="310"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0" name="Google Shape;10690;p64"/>
            <p:cNvSpPr/>
            <p:nvPr/>
          </p:nvSpPr>
          <p:spPr>
            <a:xfrm>
              <a:off x="2279252" y="3532598"/>
              <a:ext cx="93716" cy="74182"/>
            </a:xfrm>
            <a:custGeom>
              <a:avLst/>
              <a:gdLst/>
              <a:ahLst/>
              <a:cxnLst/>
              <a:rect l="l" t="t" r="r" b="b"/>
              <a:pathLst>
                <a:path w="3579" h="2833" extrusionOk="0">
                  <a:moveTo>
                    <a:pt x="1961" y="0"/>
                  </a:moveTo>
                  <a:cubicBezTo>
                    <a:pt x="1563" y="0"/>
                    <a:pt x="1165" y="36"/>
                    <a:pt x="773" y="108"/>
                  </a:cubicBezTo>
                  <a:cubicBezTo>
                    <a:pt x="1" y="947"/>
                    <a:pt x="306" y="2302"/>
                    <a:pt x="1365" y="2722"/>
                  </a:cubicBezTo>
                  <a:cubicBezTo>
                    <a:pt x="1561" y="2797"/>
                    <a:pt x="1761" y="2832"/>
                    <a:pt x="1955" y="2832"/>
                  </a:cubicBezTo>
                  <a:cubicBezTo>
                    <a:pt x="2816" y="2832"/>
                    <a:pt x="3578" y="2141"/>
                    <a:pt x="3578" y="1214"/>
                  </a:cubicBezTo>
                  <a:cubicBezTo>
                    <a:pt x="3578" y="804"/>
                    <a:pt x="3426" y="413"/>
                    <a:pt x="3149" y="108"/>
                  </a:cubicBezTo>
                  <a:cubicBezTo>
                    <a:pt x="2758" y="36"/>
                    <a:pt x="2359" y="0"/>
                    <a:pt x="1961"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691" name="Google Shape;10691;p64"/>
          <p:cNvGrpSpPr/>
          <p:nvPr/>
        </p:nvGrpSpPr>
        <p:grpSpPr>
          <a:xfrm>
            <a:off x="2196521" y="3667634"/>
            <a:ext cx="359232" cy="306050"/>
            <a:chOff x="2223059" y="3818172"/>
            <a:chExt cx="359232" cy="306050"/>
          </a:xfrm>
        </p:grpSpPr>
        <p:sp>
          <p:nvSpPr>
            <p:cNvPr id="10692" name="Google Shape;10692;p64"/>
            <p:cNvSpPr/>
            <p:nvPr/>
          </p:nvSpPr>
          <p:spPr>
            <a:xfrm>
              <a:off x="2271763" y="3818172"/>
              <a:ext cx="310528" cy="155146"/>
            </a:xfrm>
            <a:custGeom>
              <a:avLst/>
              <a:gdLst/>
              <a:ahLst/>
              <a:cxnLst/>
              <a:rect l="l" t="t" r="r" b="b"/>
              <a:pathLst>
                <a:path w="11859" h="5925" extrusionOk="0">
                  <a:moveTo>
                    <a:pt x="5925" y="1"/>
                  </a:moveTo>
                  <a:cubicBezTo>
                    <a:pt x="2653" y="1"/>
                    <a:pt x="1" y="2653"/>
                    <a:pt x="1" y="5925"/>
                  </a:cubicBezTo>
                  <a:lnTo>
                    <a:pt x="11859" y="5925"/>
                  </a:lnTo>
                  <a:cubicBezTo>
                    <a:pt x="11859" y="2653"/>
                    <a:pt x="9197" y="1"/>
                    <a:pt x="592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3" name="Google Shape;10693;p64"/>
            <p:cNvSpPr/>
            <p:nvPr/>
          </p:nvSpPr>
          <p:spPr>
            <a:xfrm>
              <a:off x="2326725" y="3862895"/>
              <a:ext cx="248339" cy="110422"/>
            </a:xfrm>
            <a:custGeom>
              <a:avLst/>
              <a:gdLst/>
              <a:ahLst/>
              <a:cxnLst/>
              <a:rect l="l" t="t" r="r" b="b"/>
              <a:pathLst>
                <a:path w="9484" h="4217" extrusionOk="0">
                  <a:moveTo>
                    <a:pt x="4742" y="0"/>
                  </a:moveTo>
                  <a:cubicBezTo>
                    <a:pt x="2319" y="0"/>
                    <a:pt x="287" y="1813"/>
                    <a:pt x="0" y="4217"/>
                  </a:cubicBezTo>
                  <a:lnTo>
                    <a:pt x="9483" y="4217"/>
                  </a:lnTo>
                  <a:cubicBezTo>
                    <a:pt x="9206" y="1813"/>
                    <a:pt x="7165" y="0"/>
                    <a:pt x="4742"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4" name="Google Shape;10694;p64"/>
            <p:cNvSpPr/>
            <p:nvPr/>
          </p:nvSpPr>
          <p:spPr>
            <a:xfrm>
              <a:off x="2343955" y="3877376"/>
              <a:ext cx="213853" cy="95942"/>
            </a:xfrm>
            <a:custGeom>
              <a:avLst/>
              <a:gdLst/>
              <a:ahLst/>
              <a:cxnLst/>
              <a:rect l="l" t="t" r="r" b="b"/>
              <a:pathLst>
                <a:path w="8167" h="3664" extrusionOk="0">
                  <a:moveTo>
                    <a:pt x="4084" y="1"/>
                  </a:moveTo>
                  <a:cubicBezTo>
                    <a:pt x="1985" y="1"/>
                    <a:pt x="230" y="1575"/>
                    <a:pt x="1" y="3664"/>
                  </a:cubicBezTo>
                  <a:lnTo>
                    <a:pt x="8167" y="3664"/>
                  </a:lnTo>
                  <a:cubicBezTo>
                    <a:pt x="7947" y="1575"/>
                    <a:pt x="6182" y="1"/>
                    <a:pt x="4084"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5" name="Google Shape;10695;p64"/>
            <p:cNvSpPr/>
            <p:nvPr/>
          </p:nvSpPr>
          <p:spPr>
            <a:xfrm>
              <a:off x="2470114" y="4050878"/>
              <a:ext cx="10762" cy="73344"/>
            </a:xfrm>
            <a:custGeom>
              <a:avLst/>
              <a:gdLst/>
              <a:ahLst/>
              <a:cxnLst/>
              <a:rect l="l" t="t" r="r" b="b"/>
              <a:pathLst>
                <a:path w="411" h="2801" extrusionOk="0">
                  <a:moveTo>
                    <a:pt x="205" y="0"/>
                  </a:moveTo>
                  <a:cubicBezTo>
                    <a:pt x="108" y="0"/>
                    <a:pt x="10" y="62"/>
                    <a:pt x="0" y="186"/>
                  </a:cubicBezTo>
                  <a:lnTo>
                    <a:pt x="0" y="2590"/>
                  </a:lnTo>
                  <a:cubicBezTo>
                    <a:pt x="0" y="2705"/>
                    <a:pt x="86" y="2800"/>
                    <a:pt x="201" y="2800"/>
                  </a:cubicBezTo>
                  <a:cubicBezTo>
                    <a:pt x="315" y="2800"/>
                    <a:pt x="410" y="2705"/>
                    <a:pt x="410" y="2600"/>
                  </a:cubicBezTo>
                  <a:lnTo>
                    <a:pt x="410" y="186"/>
                  </a:lnTo>
                  <a:cubicBezTo>
                    <a:pt x="401" y="62"/>
                    <a:pt x="303" y="0"/>
                    <a:pt x="20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6" name="Google Shape;10696;p64"/>
            <p:cNvSpPr/>
            <p:nvPr/>
          </p:nvSpPr>
          <p:spPr>
            <a:xfrm>
              <a:off x="2412114" y="3988426"/>
              <a:ext cx="118147" cy="72847"/>
            </a:xfrm>
            <a:custGeom>
              <a:avLst/>
              <a:gdLst/>
              <a:ahLst/>
              <a:cxnLst/>
              <a:rect l="l" t="t" r="r" b="b"/>
              <a:pathLst>
                <a:path w="4512" h="2782" extrusionOk="0">
                  <a:moveTo>
                    <a:pt x="283" y="1"/>
                  </a:moveTo>
                  <a:cubicBezTo>
                    <a:pt x="133" y="1"/>
                    <a:pt x="0" y="186"/>
                    <a:pt x="116" y="339"/>
                  </a:cubicBezTo>
                  <a:lnTo>
                    <a:pt x="2263" y="2714"/>
                  </a:lnTo>
                  <a:cubicBezTo>
                    <a:pt x="2301" y="2752"/>
                    <a:pt x="2358" y="2781"/>
                    <a:pt x="2416" y="2781"/>
                  </a:cubicBezTo>
                  <a:cubicBezTo>
                    <a:pt x="2473" y="2781"/>
                    <a:pt x="2521" y="2762"/>
                    <a:pt x="2559" y="2724"/>
                  </a:cubicBezTo>
                  <a:lnTo>
                    <a:pt x="4333" y="1131"/>
                  </a:lnTo>
                  <a:cubicBezTo>
                    <a:pt x="4511" y="982"/>
                    <a:pt x="4372" y="753"/>
                    <a:pt x="4202" y="753"/>
                  </a:cubicBezTo>
                  <a:cubicBezTo>
                    <a:pt x="4154" y="753"/>
                    <a:pt x="4103" y="771"/>
                    <a:pt x="4056" y="816"/>
                  </a:cubicBezTo>
                  <a:lnTo>
                    <a:pt x="2435" y="2285"/>
                  </a:lnTo>
                  <a:lnTo>
                    <a:pt x="422" y="62"/>
                  </a:lnTo>
                  <a:cubicBezTo>
                    <a:pt x="378" y="19"/>
                    <a:pt x="330" y="1"/>
                    <a:pt x="283"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7" name="Google Shape;10697;p64"/>
            <p:cNvSpPr/>
            <p:nvPr/>
          </p:nvSpPr>
          <p:spPr>
            <a:xfrm>
              <a:off x="2452623" y="4045248"/>
              <a:ext cx="45483" cy="24012"/>
            </a:xfrm>
            <a:custGeom>
              <a:avLst/>
              <a:gdLst/>
              <a:ahLst/>
              <a:cxnLst/>
              <a:rect l="l" t="t" r="r" b="b"/>
              <a:pathLst>
                <a:path w="1737" h="917" extrusionOk="0">
                  <a:moveTo>
                    <a:pt x="220" y="1"/>
                  </a:moveTo>
                  <a:cubicBezTo>
                    <a:pt x="96" y="1"/>
                    <a:pt x="0" y="96"/>
                    <a:pt x="0" y="220"/>
                  </a:cubicBezTo>
                  <a:lnTo>
                    <a:pt x="0" y="697"/>
                  </a:lnTo>
                  <a:cubicBezTo>
                    <a:pt x="0" y="821"/>
                    <a:pt x="96" y="916"/>
                    <a:pt x="220" y="916"/>
                  </a:cubicBezTo>
                  <a:lnTo>
                    <a:pt x="1517" y="916"/>
                  </a:lnTo>
                  <a:cubicBezTo>
                    <a:pt x="1641" y="916"/>
                    <a:pt x="1737" y="821"/>
                    <a:pt x="1737" y="697"/>
                  </a:cubicBezTo>
                  <a:lnTo>
                    <a:pt x="1737" y="220"/>
                  </a:lnTo>
                  <a:cubicBezTo>
                    <a:pt x="1737" y="96"/>
                    <a:pt x="1641" y="1"/>
                    <a:pt x="151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8" name="Google Shape;10698;p64"/>
            <p:cNvSpPr/>
            <p:nvPr/>
          </p:nvSpPr>
          <p:spPr>
            <a:xfrm>
              <a:off x="2491586" y="3993532"/>
              <a:ext cx="90469" cy="40508"/>
            </a:xfrm>
            <a:custGeom>
              <a:avLst/>
              <a:gdLst/>
              <a:ahLst/>
              <a:cxnLst/>
              <a:rect l="l" t="t" r="r" b="b"/>
              <a:pathLst>
                <a:path w="3455" h="1547" extrusionOk="0">
                  <a:moveTo>
                    <a:pt x="1" y="1"/>
                  </a:moveTo>
                  <a:lnTo>
                    <a:pt x="1088" y="1460"/>
                  </a:lnTo>
                  <a:cubicBezTo>
                    <a:pt x="1126" y="1518"/>
                    <a:pt x="1193" y="1546"/>
                    <a:pt x="1269" y="1546"/>
                  </a:cubicBezTo>
                  <a:lnTo>
                    <a:pt x="3235" y="1546"/>
                  </a:lnTo>
                  <a:cubicBezTo>
                    <a:pt x="3359" y="1546"/>
                    <a:pt x="3454" y="1451"/>
                    <a:pt x="3454" y="1327"/>
                  </a:cubicBezTo>
                  <a:lnTo>
                    <a:pt x="3454"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9" name="Google Shape;10699;p64"/>
            <p:cNvSpPr/>
            <p:nvPr/>
          </p:nvSpPr>
          <p:spPr>
            <a:xfrm>
              <a:off x="2223059" y="3971066"/>
              <a:ext cx="359232" cy="32993"/>
            </a:xfrm>
            <a:custGeom>
              <a:avLst/>
              <a:gdLst/>
              <a:ahLst/>
              <a:cxnLst/>
              <a:rect l="l" t="t" r="r" b="b"/>
              <a:pathLst>
                <a:path w="13719" h="1260" extrusionOk="0">
                  <a:moveTo>
                    <a:pt x="1861" y="0"/>
                  </a:moveTo>
                  <a:lnTo>
                    <a:pt x="153" y="611"/>
                  </a:lnTo>
                  <a:cubicBezTo>
                    <a:pt x="57" y="639"/>
                    <a:pt x="0" y="725"/>
                    <a:pt x="0" y="821"/>
                  </a:cubicBezTo>
                  <a:lnTo>
                    <a:pt x="0" y="1040"/>
                  </a:lnTo>
                  <a:cubicBezTo>
                    <a:pt x="0" y="1164"/>
                    <a:pt x="105" y="1259"/>
                    <a:pt x="220" y="1259"/>
                  </a:cubicBezTo>
                  <a:lnTo>
                    <a:pt x="13719" y="1259"/>
                  </a:lnTo>
                  <a:lnTo>
                    <a:pt x="13719" y="0"/>
                  </a:ln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0" name="Google Shape;10700;p64"/>
            <p:cNvSpPr/>
            <p:nvPr/>
          </p:nvSpPr>
          <p:spPr>
            <a:xfrm>
              <a:off x="2461107" y="3933595"/>
              <a:ext cx="60723" cy="21760"/>
            </a:xfrm>
            <a:custGeom>
              <a:avLst/>
              <a:gdLst/>
              <a:ahLst/>
              <a:cxnLst/>
              <a:rect l="l" t="t" r="r" b="b"/>
              <a:pathLst>
                <a:path w="2319" h="831" extrusionOk="0">
                  <a:moveTo>
                    <a:pt x="421" y="0"/>
                  </a:moveTo>
                  <a:cubicBezTo>
                    <a:pt x="192" y="0"/>
                    <a:pt x="1" y="181"/>
                    <a:pt x="1" y="420"/>
                  </a:cubicBezTo>
                  <a:cubicBezTo>
                    <a:pt x="1" y="649"/>
                    <a:pt x="192" y="830"/>
                    <a:pt x="421" y="830"/>
                  </a:cubicBezTo>
                  <a:lnTo>
                    <a:pt x="1909" y="830"/>
                  </a:lnTo>
                  <a:cubicBezTo>
                    <a:pt x="2138" y="830"/>
                    <a:pt x="2319" y="649"/>
                    <a:pt x="2319" y="420"/>
                  </a:cubicBezTo>
                  <a:cubicBezTo>
                    <a:pt x="2319" y="181"/>
                    <a:pt x="2138" y="0"/>
                    <a:pt x="1909"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01" name="Google Shape;10701;p64"/>
          <p:cNvGrpSpPr/>
          <p:nvPr/>
        </p:nvGrpSpPr>
        <p:grpSpPr>
          <a:xfrm>
            <a:off x="1699451" y="1841283"/>
            <a:ext cx="378426" cy="298509"/>
            <a:chOff x="1725989" y="1991820"/>
            <a:chExt cx="378426" cy="298509"/>
          </a:xfrm>
        </p:grpSpPr>
        <p:sp>
          <p:nvSpPr>
            <p:cNvPr id="10702" name="Google Shape;10702;p64"/>
            <p:cNvSpPr/>
            <p:nvPr/>
          </p:nvSpPr>
          <p:spPr>
            <a:xfrm>
              <a:off x="1803392" y="2021331"/>
              <a:ext cx="145143" cy="236346"/>
            </a:xfrm>
            <a:custGeom>
              <a:avLst/>
              <a:gdLst/>
              <a:ahLst/>
              <a:cxnLst/>
              <a:rect l="l" t="t" r="r" b="b"/>
              <a:pathLst>
                <a:path w="5543" h="9026" extrusionOk="0">
                  <a:moveTo>
                    <a:pt x="5330" y="1"/>
                  </a:moveTo>
                  <a:cubicBezTo>
                    <a:pt x="5324" y="1"/>
                    <a:pt x="5319" y="1"/>
                    <a:pt x="5314" y="1"/>
                  </a:cubicBezTo>
                  <a:cubicBezTo>
                    <a:pt x="3215" y="97"/>
                    <a:pt x="1374" y="1461"/>
                    <a:pt x="687" y="3455"/>
                  </a:cubicBezTo>
                  <a:cubicBezTo>
                    <a:pt x="0" y="5439"/>
                    <a:pt x="592" y="7652"/>
                    <a:pt x="2194" y="9026"/>
                  </a:cubicBezTo>
                  <a:lnTo>
                    <a:pt x="5543" y="5134"/>
                  </a:lnTo>
                  <a:lnTo>
                    <a:pt x="5543" y="2234"/>
                  </a:lnTo>
                  <a:lnTo>
                    <a:pt x="5543" y="221"/>
                  </a:lnTo>
                  <a:cubicBezTo>
                    <a:pt x="5543" y="102"/>
                    <a:pt x="5447" y="1"/>
                    <a:pt x="5330"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3" name="Google Shape;10703;p64"/>
            <p:cNvSpPr/>
            <p:nvPr/>
          </p:nvSpPr>
          <p:spPr>
            <a:xfrm>
              <a:off x="1948509" y="2155738"/>
              <a:ext cx="134669" cy="132679"/>
            </a:xfrm>
            <a:custGeom>
              <a:avLst/>
              <a:gdLst/>
              <a:ahLst/>
              <a:cxnLst/>
              <a:rect l="l" t="t" r="r" b="b"/>
              <a:pathLst>
                <a:path w="5143" h="5067" extrusionOk="0">
                  <a:moveTo>
                    <a:pt x="1" y="1"/>
                  </a:moveTo>
                  <a:lnTo>
                    <a:pt x="726" y="4179"/>
                  </a:lnTo>
                  <a:lnTo>
                    <a:pt x="878" y="5066"/>
                  </a:lnTo>
                  <a:cubicBezTo>
                    <a:pt x="3254" y="4656"/>
                    <a:pt x="5028" y="2643"/>
                    <a:pt x="5133" y="230"/>
                  </a:cubicBezTo>
                  <a:cubicBezTo>
                    <a:pt x="5143" y="106"/>
                    <a:pt x="5038" y="1"/>
                    <a:pt x="491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4" name="Google Shape;10704;p64"/>
            <p:cNvSpPr/>
            <p:nvPr/>
          </p:nvSpPr>
          <p:spPr>
            <a:xfrm>
              <a:off x="1814861" y="2034842"/>
              <a:ext cx="82980" cy="123619"/>
            </a:xfrm>
            <a:custGeom>
              <a:avLst/>
              <a:gdLst/>
              <a:ahLst/>
              <a:cxnLst/>
              <a:rect l="l" t="t" r="r" b="b"/>
              <a:pathLst>
                <a:path w="3169" h="4721" extrusionOk="0">
                  <a:moveTo>
                    <a:pt x="2844" y="0"/>
                  </a:moveTo>
                  <a:lnTo>
                    <a:pt x="2844" y="0"/>
                  </a:lnTo>
                  <a:cubicBezTo>
                    <a:pt x="1279" y="773"/>
                    <a:pt x="201" y="2290"/>
                    <a:pt x="1" y="4026"/>
                  </a:cubicBezTo>
                  <a:cubicBezTo>
                    <a:pt x="220" y="4026"/>
                    <a:pt x="440" y="3998"/>
                    <a:pt x="650" y="3950"/>
                  </a:cubicBezTo>
                  <a:lnTo>
                    <a:pt x="2262" y="4704"/>
                  </a:lnTo>
                  <a:cubicBezTo>
                    <a:pt x="2287" y="4715"/>
                    <a:pt x="2313" y="4720"/>
                    <a:pt x="2338" y="4720"/>
                  </a:cubicBezTo>
                  <a:cubicBezTo>
                    <a:pt x="2438" y="4720"/>
                    <a:pt x="2529" y="4637"/>
                    <a:pt x="2529" y="4522"/>
                  </a:cubicBezTo>
                  <a:lnTo>
                    <a:pt x="2443" y="2748"/>
                  </a:lnTo>
                  <a:cubicBezTo>
                    <a:pt x="3016" y="1947"/>
                    <a:pt x="3168" y="926"/>
                    <a:pt x="2844" y="0"/>
                  </a:cubicBez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5" name="Google Shape;10705;p64"/>
            <p:cNvSpPr/>
            <p:nvPr/>
          </p:nvSpPr>
          <p:spPr>
            <a:xfrm>
              <a:off x="1967493" y="2155738"/>
              <a:ext cx="115685" cy="132679"/>
            </a:xfrm>
            <a:custGeom>
              <a:avLst/>
              <a:gdLst/>
              <a:ahLst/>
              <a:cxnLst/>
              <a:rect l="l" t="t" r="r" b="b"/>
              <a:pathLst>
                <a:path w="4418" h="5067" extrusionOk="0">
                  <a:moveTo>
                    <a:pt x="3712" y="1"/>
                  </a:moveTo>
                  <a:cubicBezTo>
                    <a:pt x="3397" y="2004"/>
                    <a:pt x="1947" y="3635"/>
                    <a:pt x="1" y="4179"/>
                  </a:cubicBezTo>
                  <a:lnTo>
                    <a:pt x="153" y="5066"/>
                  </a:lnTo>
                  <a:cubicBezTo>
                    <a:pt x="2529" y="4656"/>
                    <a:pt x="4303" y="2643"/>
                    <a:pt x="4408" y="230"/>
                  </a:cubicBezTo>
                  <a:cubicBezTo>
                    <a:pt x="4418" y="106"/>
                    <a:pt x="4313" y="1"/>
                    <a:pt x="4189"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6" name="Google Shape;10706;p64"/>
            <p:cNvSpPr/>
            <p:nvPr/>
          </p:nvSpPr>
          <p:spPr>
            <a:xfrm>
              <a:off x="1969745" y="2000854"/>
              <a:ext cx="134669" cy="134460"/>
            </a:xfrm>
            <a:custGeom>
              <a:avLst/>
              <a:gdLst/>
              <a:ahLst/>
              <a:cxnLst/>
              <a:rect l="l" t="t" r="r" b="b"/>
              <a:pathLst>
                <a:path w="5143" h="5135" extrusionOk="0">
                  <a:moveTo>
                    <a:pt x="230" y="1"/>
                  </a:moveTo>
                  <a:cubicBezTo>
                    <a:pt x="106" y="1"/>
                    <a:pt x="1" y="96"/>
                    <a:pt x="1" y="220"/>
                  </a:cubicBezTo>
                  <a:lnTo>
                    <a:pt x="1" y="4914"/>
                  </a:lnTo>
                  <a:cubicBezTo>
                    <a:pt x="1" y="5038"/>
                    <a:pt x="96" y="5133"/>
                    <a:pt x="220" y="5133"/>
                  </a:cubicBezTo>
                  <a:lnTo>
                    <a:pt x="4914" y="5133"/>
                  </a:lnTo>
                  <a:cubicBezTo>
                    <a:pt x="4919" y="5134"/>
                    <a:pt x="4924" y="5134"/>
                    <a:pt x="4929" y="5134"/>
                  </a:cubicBezTo>
                  <a:cubicBezTo>
                    <a:pt x="5047" y="5134"/>
                    <a:pt x="5143" y="5032"/>
                    <a:pt x="5143" y="4904"/>
                  </a:cubicBezTo>
                  <a:cubicBezTo>
                    <a:pt x="5019" y="2252"/>
                    <a:pt x="2891" y="125"/>
                    <a:pt x="23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7" name="Google Shape;10707;p64"/>
            <p:cNvSpPr/>
            <p:nvPr/>
          </p:nvSpPr>
          <p:spPr>
            <a:xfrm>
              <a:off x="1969745" y="2014365"/>
              <a:ext cx="134669" cy="120922"/>
            </a:xfrm>
            <a:custGeom>
              <a:avLst/>
              <a:gdLst/>
              <a:ahLst/>
              <a:cxnLst/>
              <a:rect l="l" t="t" r="r" b="b"/>
              <a:pathLst>
                <a:path w="5143" h="4618" extrusionOk="0">
                  <a:moveTo>
                    <a:pt x="2243" y="0"/>
                  </a:moveTo>
                  <a:lnTo>
                    <a:pt x="2243" y="0"/>
                  </a:lnTo>
                  <a:cubicBezTo>
                    <a:pt x="3378" y="973"/>
                    <a:pt x="4036" y="2395"/>
                    <a:pt x="4036" y="3892"/>
                  </a:cubicBezTo>
                  <a:lnTo>
                    <a:pt x="1" y="3892"/>
                  </a:lnTo>
                  <a:lnTo>
                    <a:pt x="1" y="4398"/>
                  </a:lnTo>
                  <a:cubicBezTo>
                    <a:pt x="1" y="4522"/>
                    <a:pt x="96" y="4617"/>
                    <a:pt x="220" y="4617"/>
                  </a:cubicBezTo>
                  <a:lnTo>
                    <a:pt x="4914" y="4617"/>
                  </a:lnTo>
                  <a:cubicBezTo>
                    <a:pt x="4919" y="4618"/>
                    <a:pt x="4923" y="4618"/>
                    <a:pt x="4928" y="4618"/>
                  </a:cubicBezTo>
                  <a:cubicBezTo>
                    <a:pt x="5046" y="4618"/>
                    <a:pt x="5142" y="4508"/>
                    <a:pt x="5133" y="4388"/>
                  </a:cubicBezTo>
                  <a:cubicBezTo>
                    <a:pt x="5047" y="2509"/>
                    <a:pt x="3941" y="821"/>
                    <a:pt x="224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8" name="Google Shape;10708;p64"/>
            <p:cNvSpPr/>
            <p:nvPr/>
          </p:nvSpPr>
          <p:spPr>
            <a:xfrm>
              <a:off x="1860842" y="2155738"/>
              <a:ext cx="110684" cy="134591"/>
            </a:xfrm>
            <a:custGeom>
              <a:avLst/>
              <a:gdLst/>
              <a:ahLst/>
              <a:cxnLst/>
              <a:rect l="l" t="t" r="r" b="b"/>
              <a:pathLst>
                <a:path w="4227" h="5140" extrusionOk="0">
                  <a:moveTo>
                    <a:pt x="3349" y="1"/>
                  </a:moveTo>
                  <a:lnTo>
                    <a:pt x="172" y="3693"/>
                  </a:lnTo>
                  <a:lnTo>
                    <a:pt x="0" y="3893"/>
                  </a:lnTo>
                  <a:cubicBezTo>
                    <a:pt x="942" y="4704"/>
                    <a:pt x="2135" y="5140"/>
                    <a:pt x="3359" y="5140"/>
                  </a:cubicBezTo>
                  <a:cubicBezTo>
                    <a:pt x="3647" y="5140"/>
                    <a:pt x="3938" y="5115"/>
                    <a:pt x="4226" y="5066"/>
                  </a:cubicBezTo>
                  <a:lnTo>
                    <a:pt x="4074" y="4170"/>
                  </a:lnTo>
                  <a:lnTo>
                    <a:pt x="3349"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9" name="Google Shape;10709;p64"/>
            <p:cNvSpPr/>
            <p:nvPr/>
          </p:nvSpPr>
          <p:spPr>
            <a:xfrm>
              <a:off x="1860842" y="2252413"/>
              <a:ext cx="110684" cy="37916"/>
            </a:xfrm>
            <a:custGeom>
              <a:avLst/>
              <a:gdLst/>
              <a:ahLst/>
              <a:cxnLst/>
              <a:rect l="l" t="t" r="r" b="b"/>
              <a:pathLst>
                <a:path w="4227" h="1448" extrusionOk="0">
                  <a:moveTo>
                    <a:pt x="172" y="1"/>
                  </a:moveTo>
                  <a:lnTo>
                    <a:pt x="0" y="201"/>
                  </a:lnTo>
                  <a:cubicBezTo>
                    <a:pt x="942" y="1012"/>
                    <a:pt x="2135" y="1448"/>
                    <a:pt x="3359" y="1448"/>
                  </a:cubicBezTo>
                  <a:cubicBezTo>
                    <a:pt x="3647" y="1448"/>
                    <a:pt x="3938" y="1423"/>
                    <a:pt x="4226" y="1374"/>
                  </a:cubicBezTo>
                  <a:lnTo>
                    <a:pt x="4074" y="487"/>
                  </a:lnTo>
                  <a:cubicBezTo>
                    <a:pt x="3912" y="535"/>
                    <a:pt x="3740" y="573"/>
                    <a:pt x="3578" y="602"/>
                  </a:cubicBezTo>
                  <a:cubicBezTo>
                    <a:pt x="3289" y="651"/>
                    <a:pt x="2998" y="675"/>
                    <a:pt x="2709" y="675"/>
                  </a:cubicBezTo>
                  <a:cubicBezTo>
                    <a:pt x="1823" y="675"/>
                    <a:pt x="949" y="446"/>
                    <a:pt x="172"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0" name="Google Shape;10710;p64"/>
            <p:cNvSpPr/>
            <p:nvPr/>
          </p:nvSpPr>
          <p:spPr>
            <a:xfrm>
              <a:off x="1725989" y="1991820"/>
              <a:ext cx="177089" cy="148966"/>
            </a:xfrm>
            <a:custGeom>
              <a:avLst/>
              <a:gdLst/>
              <a:ahLst/>
              <a:cxnLst/>
              <a:rect l="l" t="t" r="r" b="b"/>
              <a:pathLst>
                <a:path w="6763" h="5689" extrusionOk="0">
                  <a:moveTo>
                    <a:pt x="3358" y="0"/>
                  </a:moveTo>
                  <a:cubicBezTo>
                    <a:pt x="1269" y="0"/>
                    <a:pt x="1" y="2333"/>
                    <a:pt x="1172" y="4095"/>
                  </a:cubicBezTo>
                  <a:cubicBezTo>
                    <a:pt x="1673" y="4835"/>
                    <a:pt x="2502" y="5265"/>
                    <a:pt x="3364" y="5265"/>
                  </a:cubicBezTo>
                  <a:cubicBezTo>
                    <a:pt x="3603" y="5265"/>
                    <a:pt x="3844" y="5232"/>
                    <a:pt x="4082" y="5164"/>
                  </a:cubicBezTo>
                  <a:lnTo>
                    <a:pt x="5169" y="5669"/>
                  </a:lnTo>
                  <a:cubicBezTo>
                    <a:pt x="5198" y="5682"/>
                    <a:pt x="5227" y="5689"/>
                    <a:pt x="5256" y="5689"/>
                  </a:cubicBezTo>
                  <a:cubicBezTo>
                    <a:pt x="5374" y="5689"/>
                    <a:pt x="5482" y="5589"/>
                    <a:pt x="5475" y="5459"/>
                  </a:cubicBezTo>
                  <a:lnTo>
                    <a:pt x="5427" y="4267"/>
                  </a:lnTo>
                  <a:cubicBezTo>
                    <a:pt x="6763" y="2578"/>
                    <a:pt x="5618" y="88"/>
                    <a:pt x="3471" y="3"/>
                  </a:cubicBezTo>
                  <a:cubicBezTo>
                    <a:pt x="3433" y="1"/>
                    <a:pt x="3396" y="0"/>
                    <a:pt x="3358"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1" name="Google Shape;10711;p64"/>
            <p:cNvSpPr/>
            <p:nvPr/>
          </p:nvSpPr>
          <p:spPr>
            <a:xfrm>
              <a:off x="1798128" y="2039582"/>
              <a:ext cx="20529" cy="52737"/>
            </a:xfrm>
            <a:custGeom>
              <a:avLst/>
              <a:gdLst/>
              <a:ahLst/>
              <a:cxnLst/>
              <a:rect l="l" t="t" r="r" b="b"/>
              <a:pathLst>
                <a:path w="784" h="2014" extrusionOk="0">
                  <a:moveTo>
                    <a:pt x="258" y="1"/>
                  </a:moveTo>
                  <a:cubicBezTo>
                    <a:pt x="1" y="20"/>
                    <a:pt x="1" y="392"/>
                    <a:pt x="258" y="420"/>
                  </a:cubicBezTo>
                  <a:lnTo>
                    <a:pt x="373" y="420"/>
                  </a:lnTo>
                  <a:lnTo>
                    <a:pt x="373" y="1813"/>
                  </a:lnTo>
                  <a:cubicBezTo>
                    <a:pt x="373" y="1928"/>
                    <a:pt x="468" y="2014"/>
                    <a:pt x="583" y="2014"/>
                  </a:cubicBezTo>
                  <a:cubicBezTo>
                    <a:pt x="697" y="2014"/>
                    <a:pt x="783" y="1928"/>
                    <a:pt x="783" y="1813"/>
                  </a:cubicBezTo>
                  <a:lnTo>
                    <a:pt x="783" y="211"/>
                  </a:lnTo>
                  <a:cubicBezTo>
                    <a:pt x="783" y="96"/>
                    <a:pt x="697" y="1"/>
                    <a:pt x="583"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2" name="Google Shape;10712;p64"/>
            <p:cNvSpPr/>
            <p:nvPr/>
          </p:nvSpPr>
          <p:spPr>
            <a:xfrm>
              <a:off x="1797893" y="2083808"/>
              <a:ext cx="31239" cy="10762"/>
            </a:xfrm>
            <a:custGeom>
              <a:avLst/>
              <a:gdLst/>
              <a:ahLst/>
              <a:cxnLst/>
              <a:rect l="l" t="t" r="r" b="b"/>
              <a:pathLst>
                <a:path w="1193" h="411" extrusionOk="0">
                  <a:moveTo>
                    <a:pt x="258" y="0"/>
                  </a:moveTo>
                  <a:cubicBezTo>
                    <a:pt x="0" y="19"/>
                    <a:pt x="0" y="391"/>
                    <a:pt x="258" y="410"/>
                  </a:cubicBezTo>
                  <a:lnTo>
                    <a:pt x="935" y="410"/>
                  </a:lnTo>
                  <a:cubicBezTo>
                    <a:pt x="1193" y="391"/>
                    <a:pt x="1193" y="19"/>
                    <a:pt x="93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3" name="Google Shape;10713;p64"/>
            <p:cNvSpPr/>
            <p:nvPr/>
          </p:nvSpPr>
          <p:spPr>
            <a:xfrm>
              <a:off x="1800145" y="2023006"/>
              <a:ext cx="18513" cy="15868"/>
            </a:xfrm>
            <a:custGeom>
              <a:avLst/>
              <a:gdLst/>
              <a:ahLst/>
              <a:cxnLst/>
              <a:rect l="l" t="t" r="r" b="b"/>
              <a:pathLst>
                <a:path w="707" h="606" extrusionOk="0">
                  <a:moveTo>
                    <a:pt x="404" y="0"/>
                  </a:moveTo>
                  <a:cubicBezTo>
                    <a:pt x="329" y="0"/>
                    <a:pt x="253" y="28"/>
                    <a:pt x="191" y="90"/>
                  </a:cubicBezTo>
                  <a:cubicBezTo>
                    <a:pt x="0" y="281"/>
                    <a:pt x="134" y="605"/>
                    <a:pt x="410" y="605"/>
                  </a:cubicBezTo>
                  <a:cubicBezTo>
                    <a:pt x="572" y="605"/>
                    <a:pt x="706" y="471"/>
                    <a:pt x="706" y="300"/>
                  </a:cubicBezTo>
                  <a:cubicBezTo>
                    <a:pt x="706" y="120"/>
                    <a:pt x="558" y="0"/>
                    <a:pt x="404"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14" name="Google Shape;10714;p64"/>
          <p:cNvGrpSpPr/>
          <p:nvPr/>
        </p:nvGrpSpPr>
        <p:grpSpPr>
          <a:xfrm>
            <a:off x="1741871" y="3641213"/>
            <a:ext cx="367978" cy="359075"/>
            <a:chOff x="1768409" y="3791751"/>
            <a:chExt cx="367978" cy="359075"/>
          </a:xfrm>
        </p:grpSpPr>
        <p:sp>
          <p:nvSpPr>
            <p:cNvPr id="10715" name="Google Shape;10715;p64"/>
            <p:cNvSpPr/>
            <p:nvPr/>
          </p:nvSpPr>
          <p:spPr>
            <a:xfrm>
              <a:off x="1919784" y="3791751"/>
              <a:ext cx="216602" cy="216052"/>
            </a:xfrm>
            <a:custGeom>
              <a:avLst/>
              <a:gdLst/>
              <a:ahLst/>
              <a:cxnLst/>
              <a:rect l="l" t="t" r="r" b="b"/>
              <a:pathLst>
                <a:path w="8272" h="8251" extrusionOk="0">
                  <a:moveTo>
                    <a:pt x="5348" y="1"/>
                  </a:moveTo>
                  <a:cubicBezTo>
                    <a:pt x="5291" y="1"/>
                    <a:pt x="5233" y="22"/>
                    <a:pt x="5190" y="65"/>
                  </a:cubicBezTo>
                  <a:lnTo>
                    <a:pt x="1" y="5255"/>
                  </a:lnTo>
                  <a:lnTo>
                    <a:pt x="2996" y="8251"/>
                  </a:lnTo>
                  <a:lnTo>
                    <a:pt x="8186" y="3051"/>
                  </a:lnTo>
                  <a:cubicBezTo>
                    <a:pt x="8272" y="2965"/>
                    <a:pt x="8272" y="2822"/>
                    <a:pt x="8186" y="2736"/>
                  </a:cubicBezTo>
                  <a:lnTo>
                    <a:pt x="5505" y="65"/>
                  </a:lnTo>
                  <a:cubicBezTo>
                    <a:pt x="5462" y="22"/>
                    <a:pt x="5405" y="1"/>
                    <a:pt x="5348"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6" name="Google Shape;10716;p64"/>
            <p:cNvSpPr/>
            <p:nvPr/>
          </p:nvSpPr>
          <p:spPr>
            <a:xfrm>
              <a:off x="1919784" y="3833673"/>
              <a:ext cx="173895" cy="173868"/>
            </a:xfrm>
            <a:custGeom>
              <a:avLst/>
              <a:gdLst/>
              <a:ahLst/>
              <a:cxnLst/>
              <a:rect l="l" t="t" r="r" b="b"/>
              <a:pathLst>
                <a:path w="6641" h="6640" extrusionOk="0">
                  <a:moveTo>
                    <a:pt x="3645" y="0"/>
                  </a:moveTo>
                  <a:lnTo>
                    <a:pt x="1" y="3654"/>
                  </a:lnTo>
                  <a:lnTo>
                    <a:pt x="2996" y="6640"/>
                  </a:lnTo>
                  <a:lnTo>
                    <a:pt x="6641" y="2996"/>
                  </a:lnTo>
                  <a:lnTo>
                    <a:pt x="3645"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7" name="Google Shape;10717;p64"/>
            <p:cNvSpPr/>
            <p:nvPr/>
          </p:nvSpPr>
          <p:spPr>
            <a:xfrm>
              <a:off x="2048195" y="3831735"/>
              <a:ext cx="16994" cy="15894"/>
            </a:xfrm>
            <a:custGeom>
              <a:avLst/>
              <a:gdLst/>
              <a:ahLst/>
              <a:cxnLst/>
              <a:rect l="l" t="t" r="r" b="b"/>
              <a:pathLst>
                <a:path w="649" h="607" extrusionOk="0">
                  <a:moveTo>
                    <a:pt x="326" y="0"/>
                  </a:moveTo>
                  <a:cubicBezTo>
                    <a:pt x="270" y="0"/>
                    <a:pt x="215" y="22"/>
                    <a:pt x="172" y="65"/>
                  </a:cubicBezTo>
                  <a:lnTo>
                    <a:pt x="86" y="151"/>
                  </a:lnTo>
                  <a:cubicBezTo>
                    <a:pt x="0" y="236"/>
                    <a:pt x="0" y="379"/>
                    <a:pt x="86" y="465"/>
                  </a:cubicBezTo>
                  <a:lnTo>
                    <a:pt x="172" y="542"/>
                  </a:lnTo>
                  <a:cubicBezTo>
                    <a:pt x="215" y="585"/>
                    <a:pt x="270" y="606"/>
                    <a:pt x="326" y="606"/>
                  </a:cubicBezTo>
                  <a:cubicBezTo>
                    <a:pt x="382" y="606"/>
                    <a:pt x="439" y="585"/>
                    <a:pt x="487" y="542"/>
                  </a:cubicBezTo>
                  <a:lnTo>
                    <a:pt x="563" y="465"/>
                  </a:lnTo>
                  <a:cubicBezTo>
                    <a:pt x="649" y="379"/>
                    <a:pt x="649" y="236"/>
                    <a:pt x="563" y="151"/>
                  </a:cubicBezTo>
                  <a:lnTo>
                    <a:pt x="487" y="65"/>
                  </a:lnTo>
                  <a:cubicBezTo>
                    <a:pt x="439" y="22"/>
                    <a:pt x="382" y="0"/>
                    <a:pt x="326"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8" name="Google Shape;10718;p64"/>
            <p:cNvSpPr/>
            <p:nvPr/>
          </p:nvSpPr>
          <p:spPr>
            <a:xfrm>
              <a:off x="2079172" y="3862712"/>
              <a:ext cx="16994" cy="15868"/>
            </a:xfrm>
            <a:custGeom>
              <a:avLst/>
              <a:gdLst/>
              <a:ahLst/>
              <a:cxnLst/>
              <a:rect l="l" t="t" r="r" b="b"/>
              <a:pathLst>
                <a:path w="649" h="606" extrusionOk="0">
                  <a:moveTo>
                    <a:pt x="320" y="0"/>
                  </a:moveTo>
                  <a:cubicBezTo>
                    <a:pt x="263" y="0"/>
                    <a:pt x="205" y="22"/>
                    <a:pt x="162" y="65"/>
                  </a:cubicBezTo>
                  <a:lnTo>
                    <a:pt x="86" y="150"/>
                  </a:lnTo>
                  <a:cubicBezTo>
                    <a:pt x="0" y="236"/>
                    <a:pt x="0" y="379"/>
                    <a:pt x="86" y="465"/>
                  </a:cubicBezTo>
                  <a:lnTo>
                    <a:pt x="162" y="542"/>
                  </a:lnTo>
                  <a:cubicBezTo>
                    <a:pt x="205" y="585"/>
                    <a:pt x="263" y="606"/>
                    <a:pt x="320" y="606"/>
                  </a:cubicBezTo>
                  <a:cubicBezTo>
                    <a:pt x="377" y="606"/>
                    <a:pt x="434" y="585"/>
                    <a:pt x="477" y="542"/>
                  </a:cubicBezTo>
                  <a:lnTo>
                    <a:pt x="563" y="465"/>
                  </a:lnTo>
                  <a:cubicBezTo>
                    <a:pt x="649" y="379"/>
                    <a:pt x="649" y="236"/>
                    <a:pt x="563" y="150"/>
                  </a:cubicBezTo>
                  <a:lnTo>
                    <a:pt x="477" y="65"/>
                  </a:lnTo>
                  <a:cubicBezTo>
                    <a:pt x="434" y="22"/>
                    <a:pt x="377" y="0"/>
                    <a:pt x="320"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9" name="Google Shape;10719;p64"/>
            <p:cNvSpPr/>
            <p:nvPr/>
          </p:nvSpPr>
          <p:spPr>
            <a:xfrm>
              <a:off x="1768409" y="3834982"/>
              <a:ext cx="324511" cy="315843"/>
            </a:xfrm>
            <a:custGeom>
              <a:avLst/>
              <a:gdLst/>
              <a:ahLst/>
              <a:cxnLst/>
              <a:rect l="l" t="t" r="r" b="b"/>
              <a:pathLst>
                <a:path w="12393" h="12062" extrusionOk="0">
                  <a:moveTo>
                    <a:pt x="7962" y="0"/>
                  </a:moveTo>
                  <a:cubicBezTo>
                    <a:pt x="7904" y="0"/>
                    <a:pt x="7847" y="22"/>
                    <a:pt x="7804" y="65"/>
                  </a:cubicBezTo>
                  <a:lnTo>
                    <a:pt x="1250" y="6628"/>
                  </a:lnTo>
                  <a:cubicBezTo>
                    <a:pt x="1" y="7868"/>
                    <a:pt x="1" y="9881"/>
                    <a:pt x="1250" y="11131"/>
                  </a:cubicBezTo>
                  <a:cubicBezTo>
                    <a:pt x="1870" y="11751"/>
                    <a:pt x="2684" y="12061"/>
                    <a:pt x="3498" y="12061"/>
                  </a:cubicBezTo>
                  <a:cubicBezTo>
                    <a:pt x="4313" y="12061"/>
                    <a:pt x="5128" y="11751"/>
                    <a:pt x="5753" y="11131"/>
                  </a:cubicBezTo>
                  <a:lnTo>
                    <a:pt x="12307" y="4568"/>
                  </a:lnTo>
                  <a:cubicBezTo>
                    <a:pt x="12393" y="4482"/>
                    <a:pt x="12393" y="4339"/>
                    <a:pt x="12307" y="4253"/>
                  </a:cubicBezTo>
                  <a:lnTo>
                    <a:pt x="8119" y="65"/>
                  </a:lnTo>
                  <a:cubicBezTo>
                    <a:pt x="8076" y="22"/>
                    <a:pt x="8019" y="0"/>
                    <a:pt x="796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0" name="Google Shape;10720;p64"/>
            <p:cNvSpPr/>
            <p:nvPr/>
          </p:nvSpPr>
          <p:spPr>
            <a:xfrm>
              <a:off x="1864900" y="3952762"/>
              <a:ext cx="106835" cy="103064"/>
            </a:xfrm>
            <a:custGeom>
              <a:avLst/>
              <a:gdLst/>
              <a:ahLst/>
              <a:cxnLst/>
              <a:rect l="l" t="t" r="r" b="b"/>
              <a:pathLst>
                <a:path w="4080" h="3936" extrusionOk="0">
                  <a:moveTo>
                    <a:pt x="3798" y="1"/>
                  </a:moveTo>
                  <a:cubicBezTo>
                    <a:pt x="3753" y="1"/>
                    <a:pt x="3705" y="18"/>
                    <a:pt x="3661" y="60"/>
                  </a:cubicBezTo>
                  <a:lnTo>
                    <a:pt x="141" y="3580"/>
                  </a:lnTo>
                  <a:cubicBezTo>
                    <a:pt x="1" y="3711"/>
                    <a:pt x="90" y="3933"/>
                    <a:pt x="273" y="3933"/>
                  </a:cubicBezTo>
                  <a:cubicBezTo>
                    <a:pt x="276" y="3933"/>
                    <a:pt x="280" y="3933"/>
                    <a:pt x="284" y="3933"/>
                  </a:cubicBezTo>
                  <a:cubicBezTo>
                    <a:pt x="292" y="3934"/>
                    <a:pt x="299" y="3935"/>
                    <a:pt x="307" y="3935"/>
                  </a:cubicBezTo>
                  <a:cubicBezTo>
                    <a:pt x="356" y="3935"/>
                    <a:pt x="404" y="3909"/>
                    <a:pt x="437" y="3876"/>
                  </a:cubicBezTo>
                  <a:lnTo>
                    <a:pt x="3947" y="346"/>
                  </a:lnTo>
                  <a:cubicBezTo>
                    <a:pt x="4080" y="199"/>
                    <a:pt x="3951" y="1"/>
                    <a:pt x="3798"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1" name="Google Shape;10721;p64"/>
            <p:cNvSpPr/>
            <p:nvPr/>
          </p:nvSpPr>
          <p:spPr>
            <a:xfrm>
              <a:off x="1773907" y="3934826"/>
              <a:ext cx="319012" cy="216000"/>
            </a:xfrm>
            <a:custGeom>
              <a:avLst/>
              <a:gdLst/>
              <a:ahLst/>
              <a:cxnLst/>
              <a:rect l="l" t="t" r="r" b="b"/>
              <a:pathLst>
                <a:path w="12183" h="8249" extrusionOk="0">
                  <a:moveTo>
                    <a:pt x="11668" y="1"/>
                  </a:moveTo>
                  <a:lnTo>
                    <a:pt x="5476" y="6183"/>
                  </a:lnTo>
                  <a:cubicBezTo>
                    <a:pt x="4856" y="6808"/>
                    <a:pt x="4043" y="7120"/>
                    <a:pt x="3228" y="7120"/>
                  </a:cubicBezTo>
                  <a:cubicBezTo>
                    <a:pt x="2414" y="7120"/>
                    <a:pt x="1598" y="6808"/>
                    <a:pt x="973" y="6183"/>
                  </a:cubicBezTo>
                  <a:cubicBezTo>
                    <a:pt x="554" y="5763"/>
                    <a:pt x="258" y="5238"/>
                    <a:pt x="124" y="4656"/>
                  </a:cubicBezTo>
                  <a:lnTo>
                    <a:pt x="124" y="4656"/>
                  </a:lnTo>
                  <a:cubicBezTo>
                    <a:pt x="0" y="5639"/>
                    <a:pt x="334" y="6612"/>
                    <a:pt x="1040" y="7318"/>
                  </a:cubicBezTo>
                  <a:cubicBezTo>
                    <a:pt x="1660" y="7938"/>
                    <a:pt x="2474" y="8248"/>
                    <a:pt x="3288" y="8248"/>
                  </a:cubicBezTo>
                  <a:cubicBezTo>
                    <a:pt x="4103" y="8248"/>
                    <a:pt x="4918" y="7938"/>
                    <a:pt x="5543" y="7318"/>
                  </a:cubicBezTo>
                  <a:lnTo>
                    <a:pt x="12097" y="755"/>
                  </a:lnTo>
                  <a:cubicBezTo>
                    <a:pt x="12183" y="669"/>
                    <a:pt x="12183" y="526"/>
                    <a:pt x="12097" y="440"/>
                  </a:cubicBezTo>
                  <a:lnTo>
                    <a:pt x="11668"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2" name="Google Shape;10722;p64"/>
            <p:cNvSpPr/>
            <p:nvPr/>
          </p:nvSpPr>
          <p:spPr>
            <a:xfrm>
              <a:off x="1916197" y="3992485"/>
              <a:ext cx="70176" cy="30558"/>
            </a:xfrm>
            <a:custGeom>
              <a:avLst/>
              <a:gdLst/>
              <a:ahLst/>
              <a:cxnLst/>
              <a:rect l="l" t="t" r="r" b="b"/>
              <a:pathLst>
                <a:path w="2680" h="1167" extrusionOk="0">
                  <a:moveTo>
                    <a:pt x="305" y="0"/>
                  </a:moveTo>
                  <a:cubicBezTo>
                    <a:pt x="140" y="0"/>
                    <a:pt x="0" y="223"/>
                    <a:pt x="166" y="375"/>
                  </a:cubicBezTo>
                  <a:lnTo>
                    <a:pt x="662" y="861"/>
                  </a:lnTo>
                  <a:cubicBezTo>
                    <a:pt x="853" y="1062"/>
                    <a:pt x="1111" y="1166"/>
                    <a:pt x="1387" y="1166"/>
                  </a:cubicBezTo>
                  <a:cubicBezTo>
                    <a:pt x="1664" y="1166"/>
                    <a:pt x="1922" y="1062"/>
                    <a:pt x="2122" y="861"/>
                  </a:cubicBezTo>
                  <a:lnTo>
                    <a:pt x="2513" y="470"/>
                  </a:lnTo>
                  <a:cubicBezTo>
                    <a:pt x="2680" y="318"/>
                    <a:pt x="2538" y="100"/>
                    <a:pt x="2373" y="100"/>
                  </a:cubicBezTo>
                  <a:cubicBezTo>
                    <a:pt x="2320" y="100"/>
                    <a:pt x="2266" y="122"/>
                    <a:pt x="2217" y="174"/>
                  </a:cubicBezTo>
                  <a:lnTo>
                    <a:pt x="1826" y="575"/>
                  </a:lnTo>
                  <a:cubicBezTo>
                    <a:pt x="1702" y="694"/>
                    <a:pt x="1545" y="754"/>
                    <a:pt x="1389" y="754"/>
                  </a:cubicBezTo>
                  <a:cubicBezTo>
                    <a:pt x="1232" y="754"/>
                    <a:pt x="1077" y="694"/>
                    <a:pt x="958" y="575"/>
                  </a:cubicBezTo>
                  <a:lnTo>
                    <a:pt x="462" y="79"/>
                  </a:lnTo>
                  <a:cubicBezTo>
                    <a:pt x="413" y="23"/>
                    <a:pt x="358" y="0"/>
                    <a:pt x="30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3" name="Google Shape;10723;p64"/>
            <p:cNvSpPr/>
            <p:nvPr/>
          </p:nvSpPr>
          <p:spPr>
            <a:xfrm>
              <a:off x="1879328" y="3957607"/>
              <a:ext cx="44096" cy="67924"/>
            </a:xfrm>
            <a:custGeom>
              <a:avLst/>
              <a:gdLst/>
              <a:ahLst/>
              <a:cxnLst/>
              <a:rect l="l" t="t" r="r" b="b"/>
              <a:pathLst>
                <a:path w="1684" h="2594" extrusionOk="0">
                  <a:moveTo>
                    <a:pt x="1373" y="1"/>
                  </a:moveTo>
                  <a:cubicBezTo>
                    <a:pt x="1321" y="1"/>
                    <a:pt x="1267" y="23"/>
                    <a:pt x="1221" y="75"/>
                  </a:cubicBezTo>
                  <a:lnTo>
                    <a:pt x="296" y="1001"/>
                  </a:lnTo>
                  <a:cubicBezTo>
                    <a:pt x="0" y="1296"/>
                    <a:pt x="0" y="1783"/>
                    <a:pt x="296" y="2088"/>
                  </a:cubicBezTo>
                  <a:lnTo>
                    <a:pt x="744" y="2537"/>
                  </a:lnTo>
                  <a:cubicBezTo>
                    <a:pt x="783" y="2575"/>
                    <a:pt x="840" y="2594"/>
                    <a:pt x="887" y="2594"/>
                  </a:cubicBezTo>
                  <a:cubicBezTo>
                    <a:pt x="1078" y="2594"/>
                    <a:pt x="1174" y="2374"/>
                    <a:pt x="1040" y="2241"/>
                  </a:cubicBezTo>
                  <a:lnTo>
                    <a:pt x="592" y="1792"/>
                  </a:lnTo>
                  <a:cubicBezTo>
                    <a:pt x="458" y="1649"/>
                    <a:pt x="458" y="1430"/>
                    <a:pt x="592" y="1296"/>
                  </a:cubicBezTo>
                  <a:lnTo>
                    <a:pt x="1517" y="371"/>
                  </a:lnTo>
                  <a:cubicBezTo>
                    <a:pt x="1684" y="219"/>
                    <a:pt x="1537" y="1"/>
                    <a:pt x="1373"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4" name="Google Shape;10724;p64"/>
            <p:cNvSpPr/>
            <p:nvPr/>
          </p:nvSpPr>
          <p:spPr>
            <a:xfrm>
              <a:off x="1858092" y="4036266"/>
              <a:ext cx="28489" cy="28254"/>
            </a:xfrm>
            <a:custGeom>
              <a:avLst/>
              <a:gdLst/>
              <a:ahLst/>
              <a:cxnLst/>
              <a:rect l="l" t="t" r="r" b="b"/>
              <a:pathLst>
                <a:path w="1088" h="1079" extrusionOk="0">
                  <a:moveTo>
                    <a:pt x="544" y="0"/>
                  </a:moveTo>
                  <a:cubicBezTo>
                    <a:pt x="248" y="0"/>
                    <a:pt x="0" y="239"/>
                    <a:pt x="0" y="544"/>
                  </a:cubicBezTo>
                  <a:cubicBezTo>
                    <a:pt x="0" y="840"/>
                    <a:pt x="248" y="1078"/>
                    <a:pt x="544" y="1078"/>
                  </a:cubicBezTo>
                  <a:cubicBezTo>
                    <a:pt x="840" y="1078"/>
                    <a:pt x="1088" y="840"/>
                    <a:pt x="1088" y="544"/>
                  </a:cubicBezTo>
                  <a:cubicBezTo>
                    <a:pt x="1088" y="239"/>
                    <a:pt x="840" y="0"/>
                    <a:pt x="544"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5" name="Google Shape;10725;p64"/>
            <p:cNvSpPr/>
            <p:nvPr/>
          </p:nvSpPr>
          <p:spPr>
            <a:xfrm>
              <a:off x="1953275" y="3946818"/>
              <a:ext cx="22755" cy="22519"/>
            </a:xfrm>
            <a:custGeom>
              <a:avLst/>
              <a:gdLst/>
              <a:ahLst/>
              <a:cxnLst/>
              <a:rect l="l" t="t" r="r" b="b"/>
              <a:pathLst>
                <a:path w="869" h="860" extrusionOk="0">
                  <a:moveTo>
                    <a:pt x="429" y="1"/>
                  </a:moveTo>
                  <a:cubicBezTo>
                    <a:pt x="200" y="1"/>
                    <a:pt x="0" y="192"/>
                    <a:pt x="0" y="430"/>
                  </a:cubicBezTo>
                  <a:cubicBezTo>
                    <a:pt x="0" y="669"/>
                    <a:pt x="200" y="859"/>
                    <a:pt x="429" y="859"/>
                  </a:cubicBezTo>
                  <a:cubicBezTo>
                    <a:pt x="668" y="859"/>
                    <a:pt x="868" y="669"/>
                    <a:pt x="868" y="430"/>
                  </a:cubicBezTo>
                  <a:cubicBezTo>
                    <a:pt x="868" y="192"/>
                    <a:pt x="668" y="1"/>
                    <a:pt x="429"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6" name="Google Shape;10726;p64"/>
            <p:cNvSpPr/>
            <p:nvPr/>
          </p:nvSpPr>
          <p:spPr>
            <a:xfrm>
              <a:off x="1966760" y="3989552"/>
              <a:ext cx="22755" cy="22755"/>
            </a:xfrm>
            <a:custGeom>
              <a:avLst/>
              <a:gdLst/>
              <a:ahLst/>
              <a:cxnLst/>
              <a:rect l="l" t="t" r="r" b="b"/>
              <a:pathLst>
                <a:path w="869" h="869" extrusionOk="0">
                  <a:moveTo>
                    <a:pt x="439" y="0"/>
                  </a:moveTo>
                  <a:cubicBezTo>
                    <a:pt x="201" y="0"/>
                    <a:pt x="0" y="191"/>
                    <a:pt x="0" y="429"/>
                  </a:cubicBezTo>
                  <a:cubicBezTo>
                    <a:pt x="0" y="668"/>
                    <a:pt x="201" y="868"/>
                    <a:pt x="439" y="868"/>
                  </a:cubicBezTo>
                  <a:cubicBezTo>
                    <a:pt x="678" y="868"/>
                    <a:pt x="868" y="668"/>
                    <a:pt x="868" y="429"/>
                  </a:cubicBezTo>
                  <a:cubicBezTo>
                    <a:pt x="868" y="191"/>
                    <a:pt x="678" y="0"/>
                    <a:pt x="439"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27" name="Google Shape;10727;p64"/>
            <p:cNvSpPr/>
            <p:nvPr/>
          </p:nvSpPr>
          <p:spPr>
            <a:xfrm>
              <a:off x="1904806" y="3951060"/>
              <a:ext cx="22493" cy="22781"/>
            </a:xfrm>
            <a:custGeom>
              <a:avLst/>
              <a:gdLst/>
              <a:ahLst/>
              <a:cxnLst/>
              <a:rect l="l" t="t" r="r" b="b"/>
              <a:pathLst>
                <a:path w="859" h="870" extrusionOk="0">
                  <a:moveTo>
                    <a:pt x="430" y="1"/>
                  </a:moveTo>
                  <a:cubicBezTo>
                    <a:pt x="191" y="1"/>
                    <a:pt x="0" y="201"/>
                    <a:pt x="0" y="440"/>
                  </a:cubicBezTo>
                  <a:cubicBezTo>
                    <a:pt x="0" y="669"/>
                    <a:pt x="191" y="869"/>
                    <a:pt x="430" y="869"/>
                  </a:cubicBezTo>
                  <a:cubicBezTo>
                    <a:pt x="668" y="869"/>
                    <a:pt x="859" y="669"/>
                    <a:pt x="859" y="440"/>
                  </a:cubicBezTo>
                  <a:cubicBezTo>
                    <a:pt x="859" y="201"/>
                    <a:pt x="668" y="1"/>
                    <a:pt x="430"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28" name="Google Shape;10728;p64"/>
          <p:cNvGrpSpPr/>
          <p:nvPr/>
        </p:nvGrpSpPr>
        <p:grpSpPr>
          <a:xfrm>
            <a:off x="2642426" y="3640768"/>
            <a:ext cx="358735" cy="359311"/>
            <a:chOff x="2668963" y="3791306"/>
            <a:chExt cx="358735" cy="359311"/>
          </a:xfrm>
        </p:grpSpPr>
        <p:sp>
          <p:nvSpPr>
            <p:cNvPr id="10729" name="Google Shape;10729;p64"/>
            <p:cNvSpPr/>
            <p:nvPr/>
          </p:nvSpPr>
          <p:spPr>
            <a:xfrm>
              <a:off x="2854065" y="4004268"/>
              <a:ext cx="75203" cy="75230"/>
            </a:xfrm>
            <a:custGeom>
              <a:avLst/>
              <a:gdLst/>
              <a:ahLst/>
              <a:cxnLst/>
              <a:rect l="l" t="t" r="r" b="b"/>
              <a:pathLst>
                <a:path w="2872" h="2873" extrusionOk="0">
                  <a:moveTo>
                    <a:pt x="2509" y="1"/>
                  </a:moveTo>
                  <a:lnTo>
                    <a:pt x="0" y="2510"/>
                  </a:lnTo>
                  <a:lnTo>
                    <a:pt x="363" y="2872"/>
                  </a:lnTo>
                  <a:lnTo>
                    <a:pt x="2872" y="354"/>
                  </a:lnTo>
                  <a:lnTo>
                    <a:pt x="2509"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0" name="Google Shape;10730;p64"/>
            <p:cNvSpPr/>
            <p:nvPr/>
          </p:nvSpPr>
          <p:spPr>
            <a:xfrm>
              <a:off x="2879045" y="4029249"/>
              <a:ext cx="75203" cy="75230"/>
            </a:xfrm>
            <a:custGeom>
              <a:avLst/>
              <a:gdLst/>
              <a:ahLst/>
              <a:cxnLst/>
              <a:rect l="l" t="t" r="r" b="b"/>
              <a:pathLst>
                <a:path w="2872" h="2873" extrusionOk="0">
                  <a:moveTo>
                    <a:pt x="2509" y="1"/>
                  </a:moveTo>
                  <a:lnTo>
                    <a:pt x="0" y="2510"/>
                  </a:lnTo>
                  <a:lnTo>
                    <a:pt x="363" y="2872"/>
                  </a:lnTo>
                  <a:lnTo>
                    <a:pt x="2872" y="354"/>
                  </a:lnTo>
                  <a:lnTo>
                    <a:pt x="2509"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1" name="Google Shape;10731;p64"/>
            <p:cNvSpPr/>
            <p:nvPr/>
          </p:nvSpPr>
          <p:spPr>
            <a:xfrm>
              <a:off x="2904026" y="4054229"/>
              <a:ext cx="75203" cy="75230"/>
            </a:xfrm>
            <a:custGeom>
              <a:avLst/>
              <a:gdLst/>
              <a:ahLst/>
              <a:cxnLst/>
              <a:rect l="l" t="t" r="r" b="b"/>
              <a:pathLst>
                <a:path w="2872" h="2873" extrusionOk="0">
                  <a:moveTo>
                    <a:pt x="2509" y="1"/>
                  </a:moveTo>
                  <a:lnTo>
                    <a:pt x="0" y="2510"/>
                  </a:lnTo>
                  <a:lnTo>
                    <a:pt x="363" y="2872"/>
                  </a:lnTo>
                  <a:lnTo>
                    <a:pt x="2872" y="354"/>
                  </a:lnTo>
                  <a:lnTo>
                    <a:pt x="2509"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2" name="Google Shape;10732;p64"/>
            <p:cNvSpPr/>
            <p:nvPr/>
          </p:nvSpPr>
          <p:spPr>
            <a:xfrm>
              <a:off x="2829320" y="4006415"/>
              <a:ext cx="153156" cy="143913"/>
            </a:xfrm>
            <a:custGeom>
              <a:avLst/>
              <a:gdLst/>
              <a:ahLst/>
              <a:cxnLst/>
              <a:rect l="l" t="t" r="r" b="b"/>
              <a:pathLst>
                <a:path w="5849" h="5496" extrusionOk="0">
                  <a:moveTo>
                    <a:pt x="1851" y="726"/>
                  </a:moveTo>
                  <a:cubicBezTo>
                    <a:pt x="2105" y="726"/>
                    <a:pt x="2358" y="826"/>
                    <a:pt x="2548" y="1026"/>
                  </a:cubicBezTo>
                  <a:lnTo>
                    <a:pt x="4608" y="3086"/>
                  </a:lnTo>
                  <a:cubicBezTo>
                    <a:pt x="5000" y="3458"/>
                    <a:pt x="5009" y="4078"/>
                    <a:pt x="4628" y="4460"/>
                  </a:cubicBezTo>
                  <a:cubicBezTo>
                    <a:pt x="4440" y="4647"/>
                    <a:pt x="4196" y="4740"/>
                    <a:pt x="3951" y="4740"/>
                  </a:cubicBezTo>
                  <a:cubicBezTo>
                    <a:pt x="3697" y="4740"/>
                    <a:pt x="3443" y="4640"/>
                    <a:pt x="3254" y="4441"/>
                  </a:cubicBezTo>
                  <a:lnTo>
                    <a:pt x="1193" y="2380"/>
                  </a:lnTo>
                  <a:cubicBezTo>
                    <a:pt x="802" y="2008"/>
                    <a:pt x="792" y="1388"/>
                    <a:pt x="1174" y="1007"/>
                  </a:cubicBezTo>
                  <a:cubicBezTo>
                    <a:pt x="1361" y="819"/>
                    <a:pt x="1606" y="726"/>
                    <a:pt x="1851" y="726"/>
                  </a:cubicBezTo>
                  <a:close/>
                  <a:moveTo>
                    <a:pt x="1875" y="0"/>
                  </a:moveTo>
                  <a:cubicBezTo>
                    <a:pt x="1439" y="0"/>
                    <a:pt x="1002" y="167"/>
                    <a:pt x="668" y="501"/>
                  </a:cubicBezTo>
                  <a:cubicBezTo>
                    <a:pt x="1" y="1169"/>
                    <a:pt x="1" y="2247"/>
                    <a:pt x="668" y="2914"/>
                  </a:cubicBezTo>
                  <a:lnTo>
                    <a:pt x="2729" y="4966"/>
                  </a:lnTo>
                  <a:lnTo>
                    <a:pt x="2739" y="4966"/>
                  </a:lnTo>
                  <a:cubicBezTo>
                    <a:pt x="3072" y="5319"/>
                    <a:pt x="3519" y="5495"/>
                    <a:pt x="3966" y="5495"/>
                  </a:cubicBezTo>
                  <a:cubicBezTo>
                    <a:pt x="4401" y="5495"/>
                    <a:pt x="4837" y="5328"/>
                    <a:pt x="5171" y="4994"/>
                  </a:cubicBezTo>
                  <a:cubicBezTo>
                    <a:pt x="5849" y="4326"/>
                    <a:pt x="5830" y="3220"/>
                    <a:pt x="5143" y="2562"/>
                  </a:cubicBezTo>
                  <a:lnTo>
                    <a:pt x="3082" y="501"/>
                  </a:lnTo>
                  <a:cubicBezTo>
                    <a:pt x="2748" y="167"/>
                    <a:pt x="2312" y="0"/>
                    <a:pt x="1875"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3" name="Google Shape;10733;p64"/>
            <p:cNvSpPr/>
            <p:nvPr/>
          </p:nvSpPr>
          <p:spPr>
            <a:xfrm>
              <a:off x="2917511" y="3991857"/>
              <a:ext cx="24745" cy="23697"/>
            </a:xfrm>
            <a:custGeom>
              <a:avLst/>
              <a:gdLst/>
              <a:ahLst/>
              <a:cxnLst/>
              <a:rect l="l" t="t" r="r" b="b"/>
              <a:pathLst>
                <a:path w="945" h="905" extrusionOk="0">
                  <a:moveTo>
                    <a:pt x="415" y="0"/>
                  </a:moveTo>
                  <a:cubicBezTo>
                    <a:pt x="358" y="0"/>
                    <a:pt x="301" y="22"/>
                    <a:pt x="258" y="65"/>
                  </a:cubicBezTo>
                  <a:lnTo>
                    <a:pt x="86" y="246"/>
                  </a:lnTo>
                  <a:cubicBezTo>
                    <a:pt x="0" y="332"/>
                    <a:pt x="0" y="475"/>
                    <a:pt x="86" y="561"/>
                  </a:cubicBezTo>
                  <a:lnTo>
                    <a:pt x="363" y="847"/>
                  </a:lnTo>
                  <a:cubicBezTo>
                    <a:pt x="406" y="885"/>
                    <a:pt x="463" y="904"/>
                    <a:pt x="520" y="904"/>
                  </a:cubicBezTo>
                  <a:cubicBezTo>
                    <a:pt x="577" y="904"/>
                    <a:pt x="635" y="885"/>
                    <a:pt x="678" y="847"/>
                  </a:cubicBezTo>
                  <a:lnTo>
                    <a:pt x="859" y="666"/>
                  </a:lnTo>
                  <a:cubicBezTo>
                    <a:pt x="945" y="580"/>
                    <a:pt x="945" y="437"/>
                    <a:pt x="859" y="351"/>
                  </a:cubicBezTo>
                  <a:lnTo>
                    <a:pt x="573" y="65"/>
                  </a:lnTo>
                  <a:cubicBezTo>
                    <a:pt x="530" y="22"/>
                    <a:pt x="473" y="0"/>
                    <a:pt x="41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4" name="Google Shape;10734;p64"/>
            <p:cNvSpPr/>
            <p:nvPr/>
          </p:nvSpPr>
          <p:spPr>
            <a:xfrm>
              <a:off x="2942492" y="4016837"/>
              <a:ext cx="24745" cy="23619"/>
            </a:xfrm>
            <a:custGeom>
              <a:avLst/>
              <a:gdLst/>
              <a:ahLst/>
              <a:cxnLst/>
              <a:rect l="l" t="t" r="r" b="b"/>
              <a:pathLst>
                <a:path w="945" h="902" extrusionOk="0">
                  <a:moveTo>
                    <a:pt x="415" y="0"/>
                  </a:moveTo>
                  <a:cubicBezTo>
                    <a:pt x="358" y="0"/>
                    <a:pt x="301" y="22"/>
                    <a:pt x="258" y="65"/>
                  </a:cubicBezTo>
                  <a:lnTo>
                    <a:pt x="86" y="246"/>
                  </a:lnTo>
                  <a:cubicBezTo>
                    <a:pt x="0" y="332"/>
                    <a:pt x="0" y="465"/>
                    <a:pt x="86" y="551"/>
                  </a:cubicBezTo>
                  <a:lnTo>
                    <a:pt x="363" y="837"/>
                  </a:lnTo>
                  <a:cubicBezTo>
                    <a:pt x="406" y="880"/>
                    <a:pt x="463" y="902"/>
                    <a:pt x="520" y="902"/>
                  </a:cubicBezTo>
                  <a:cubicBezTo>
                    <a:pt x="577" y="902"/>
                    <a:pt x="635" y="880"/>
                    <a:pt x="678" y="837"/>
                  </a:cubicBezTo>
                  <a:lnTo>
                    <a:pt x="859" y="656"/>
                  </a:lnTo>
                  <a:cubicBezTo>
                    <a:pt x="945" y="570"/>
                    <a:pt x="945" y="427"/>
                    <a:pt x="859" y="351"/>
                  </a:cubicBezTo>
                  <a:lnTo>
                    <a:pt x="573" y="65"/>
                  </a:lnTo>
                  <a:cubicBezTo>
                    <a:pt x="530" y="22"/>
                    <a:pt x="472" y="0"/>
                    <a:pt x="41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5" name="Google Shape;10735;p64"/>
            <p:cNvSpPr/>
            <p:nvPr/>
          </p:nvSpPr>
          <p:spPr>
            <a:xfrm>
              <a:off x="2967210" y="4041818"/>
              <a:ext cx="24771" cy="23619"/>
            </a:xfrm>
            <a:custGeom>
              <a:avLst/>
              <a:gdLst/>
              <a:ahLst/>
              <a:cxnLst/>
              <a:rect l="l" t="t" r="r" b="b"/>
              <a:pathLst>
                <a:path w="946" h="902" extrusionOk="0">
                  <a:moveTo>
                    <a:pt x="425" y="0"/>
                  </a:moveTo>
                  <a:cubicBezTo>
                    <a:pt x="368" y="0"/>
                    <a:pt x="311" y="22"/>
                    <a:pt x="268" y="65"/>
                  </a:cubicBezTo>
                  <a:lnTo>
                    <a:pt x="87" y="246"/>
                  </a:lnTo>
                  <a:cubicBezTo>
                    <a:pt x="1" y="332"/>
                    <a:pt x="1" y="465"/>
                    <a:pt x="87" y="551"/>
                  </a:cubicBezTo>
                  <a:lnTo>
                    <a:pt x="373" y="837"/>
                  </a:lnTo>
                  <a:cubicBezTo>
                    <a:pt x="416" y="880"/>
                    <a:pt x="473" y="902"/>
                    <a:pt x="530" y="902"/>
                  </a:cubicBezTo>
                  <a:cubicBezTo>
                    <a:pt x="587" y="902"/>
                    <a:pt x="645" y="880"/>
                    <a:pt x="688" y="837"/>
                  </a:cubicBezTo>
                  <a:lnTo>
                    <a:pt x="869" y="656"/>
                  </a:lnTo>
                  <a:cubicBezTo>
                    <a:pt x="945" y="570"/>
                    <a:pt x="945" y="427"/>
                    <a:pt x="869" y="351"/>
                  </a:cubicBezTo>
                  <a:lnTo>
                    <a:pt x="583" y="65"/>
                  </a:lnTo>
                  <a:cubicBezTo>
                    <a:pt x="540" y="22"/>
                    <a:pt x="482" y="0"/>
                    <a:pt x="425"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6" name="Google Shape;10736;p64"/>
            <p:cNvSpPr/>
            <p:nvPr/>
          </p:nvSpPr>
          <p:spPr>
            <a:xfrm>
              <a:off x="2704496" y="3827467"/>
              <a:ext cx="68395" cy="64179"/>
            </a:xfrm>
            <a:custGeom>
              <a:avLst/>
              <a:gdLst/>
              <a:ahLst/>
              <a:cxnLst/>
              <a:rect l="l" t="t" r="r" b="b"/>
              <a:pathLst>
                <a:path w="2612" h="2451" extrusionOk="0">
                  <a:moveTo>
                    <a:pt x="297" y="0"/>
                  </a:moveTo>
                  <a:cubicBezTo>
                    <a:pt x="138" y="0"/>
                    <a:pt x="1" y="216"/>
                    <a:pt x="160" y="361"/>
                  </a:cubicBezTo>
                  <a:lnTo>
                    <a:pt x="2182" y="2384"/>
                  </a:lnTo>
                  <a:cubicBezTo>
                    <a:pt x="2230" y="2422"/>
                    <a:pt x="2278" y="2450"/>
                    <a:pt x="2335" y="2450"/>
                  </a:cubicBezTo>
                  <a:cubicBezTo>
                    <a:pt x="2516" y="2450"/>
                    <a:pt x="2612" y="2231"/>
                    <a:pt x="2478" y="2097"/>
                  </a:cubicBezTo>
                  <a:lnTo>
                    <a:pt x="446" y="75"/>
                  </a:lnTo>
                  <a:cubicBezTo>
                    <a:pt x="400" y="22"/>
                    <a:pt x="347" y="0"/>
                    <a:pt x="29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7" name="Google Shape;10737;p64"/>
            <p:cNvSpPr/>
            <p:nvPr/>
          </p:nvSpPr>
          <p:spPr>
            <a:xfrm>
              <a:off x="2671005" y="3882927"/>
              <a:ext cx="87641" cy="31448"/>
            </a:xfrm>
            <a:custGeom>
              <a:avLst/>
              <a:gdLst/>
              <a:ahLst/>
              <a:cxnLst/>
              <a:rect l="l" t="t" r="r" b="b"/>
              <a:pathLst>
                <a:path w="3347" h="1201" extrusionOk="0">
                  <a:moveTo>
                    <a:pt x="301" y="0"/>
                  </a:moveTo>
                  <a:cubicBezTo>
                    <a:pt x="78" y="0"/>
                    <a:pt x="0" y="338"/>
                    <a:pt x="246" y="409"/>
                  </a:cubicBezTo>
                  <a:lnTo>
                    <a:pt x="3003" y="1191"/>
                  </a:lnTo>
                  <a:cubicBezTo>
                    <a:pt x="3023" y="1201"/>
                    <a:pt x="3042" y="1201"/>
                    <a:pt x="3061" y="1201"/>
                  </a:cubicBezTo>
                  <a:cubicBezTo>
                    <a:pt x="3299" y="1201"/>
                    <a:pt x="3347" y="857"/>
                    <a:pt x="3118" y="800"/>
                  </a:cubicBezTo>
                  <a:lnTo>
                    <a:pt x="361" y="8"/>
                  </a:lnTo>
                  <a:cubicBezTo>
                    <a:pt x="340" y="3"/>
                    <a:pt x="320" y="0"/>
                    <a:pt x="30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8" name="Google Shape;10738;p64"/>
            <p:cNvSpPr/>
            <p:nvPr/>
          </p:nvSpPr>
          <p:spPr>
            <a:xfrm>
              <a:off x="2668963" y="3926394"/>
              <a:ext cx="86934" cy="32941"/>
            </a:xfrm>
            <a:custGeom>
              <a:avLst/>
              <a:gdLst/>
              <a:ahLst/>
              <a:cxnLst/>
              <a:rect l="l" t="t" r="r" b="b"/>
              <a:pathLst>
                <a:path w="3320" h="1258" extrusionOk="0">
                  <a:moveTo>
                    <a:pt x="3026" y="0"/>
                  </a:moveTo>
                  <a:cubicBezTo>
                    <a:pt x="3007" y="0"/>
                    <a:pt x="2988" y="3"/>
                    <a:pt x="2967" y="8"/>
                  </a:cubicBezTo>
                  <a:lnTo>
                    <a:pt x="229" y="857"/>
                  </a:lnTo>
                  <a:cubicBezTo>
                    <a:pt x="0" y="924"/>
                    <a:pt x="48" y="1258"/>
                    <a:pt x="286" y="1258"/>
                  </a:cubicBezTo>
                  <a:cubicBezTo>
                    <a:pt x="305" y="1258"/>
                    <a:pt x="324" y="1248"/>
                    <a:pt x="343" y="1248"/>
                  </a:cubicBezTo>
                  <a:lnTo>
                    <a:pt x="3091" y="399"/>
                  </a:lnTo>
                  <a:cubicBezTo>
                    <a:pt x="3319" y="329"/>
                    <a:pt x="3240" y="0"/>
                    <a:pt x="302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39" name="Google Shape;10739;p64"/>
            <p:cNvSpPr/>
            <p:nvPr/>
          </p:nvSpPr>
          <p:spPr>
            <a:xfrm>
              <a:off x="2761422" y="3794081"/>
              <a:ext cx="33203" cy="83085"/>
            </a:xfrm>
            <a:custGeom>
              <a:avLst/>
              <a:gdLst/>
              <a:ahLst/>
              <a:cxnLst/>
              <a:rect l="l" t="t" r="r" b="b"/>
              <a:pathLst>
                <a:path w="1268" h="3173" extrusionOk="0">
                  <a:moveTo>
                    <a:pt x="252" y="0"/>
                  </a:moveTo>
                  <a:cubicBezTo>
                    <a:pt x="127" y="0"/>
                    <a:pt x="1" y="102"/>
                    <a:pt x="47" y="262"/>
                  </a:cubicBezTo>
                  <a:lnTo>
                    <a:pt x="829" y="3020"/>
                  </a:lnTo>
                  <a:cubicBezTo>
                    <a:pt x="857" y="3105"/>
                    <a:pt x="934" y="3172"/>
                    <a:pt x="1029" y="3172"/>
                  </a:cubicBezTo>
                  <a:cubicBezTo>
                    <a:pt x="1163" y="3172"/>
                    <a:pt x="1268" y="3039"/>
                    <a:pt x="1229" y="2915"/>
                  </a:cubicBezTo>
                  <a:lnTo>
                    <a:pt x="447" y="148"/>
                  </a:lnTo>
                  <a:cubicBezTo>
                    <a:pt x="417" y="45"/>
                    <a:pt x="335" y="0"/>
                    <a:pt x="25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0" name="Google Shape;10740;p64"/>
            <p:cNvSpPr/>
            <p:nvPr/>
          </p:nvSpPr>
          <p:spPr>
            <a:xfrm>
              <a:off x="2805099" y="3791306"/>
              <a:ext cx="34774" cy="82849"/>
            </a:xfrm>
            <a:custGeom>
              <a:avLst/>
              <a:gdLst/>
              <a:ahLst/>
              <a:cxnLst/>
              <a:rect l="l" t="t" r="r" b="b"/>
              <a:pathLst>
                <a:path w="1328" h="3164" extrusionOk="0">
                  <a:moveTo>
                    <a:pt x="1070" y="0"/>
                  </a:moveTo>
                  <a:cubicBezTo>
                    <a:pt x="988" y="0"/>
                    <a:pt x="908" y="45"/>
                    <a:pt x="878" y="149"/>
                  </a:cubicBezTo>
                  <a:lnTo>
                    <a:pt x="38" y="2897"/>
                  </a:lnTo>
                  <a:cubicBezTo>
                    <a:pt x="0" y="3030"/>
                    <a:pt x="96" y="3164"/>
                    <a:pt x="239" y="3164"/>
                  </a:cubicBezTo>
                  <a:cubicBezTo>
                    <a:pt x="325" y="3164"/>
                    <a:pt x="401" y="3097"/>
                    <a:pt x="430" y="3021"/>
                  </a:cubicBezTo>
                  <a:lnTo>
                    <a:pt x="1269" y="273"/>
                  </a:lnTo>
                  <a:cubicBezTo>
                    <a:pt x="1327" y="110"/>
                    <a:pt x="1197" y="0"/>
                    <a:pt x="107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1" name="Google Shape;10741;p64"/>
            <p:cNvSpPr/>
            <p:nvPr/>
          </p:nvSpPr>
          <p:spPr>
            <a:xfrm>
              <a:off x="2757128" y="3882220"/>
              <a:ext cx="261064" cy="259729"/>
            </a:xfrm>
            <a:custGeom>
              <a:avLst/>
              <a:gdLst/>
              <a:ahLst/>
              <a:cxnLst/>
              <a:rect l="l" t="t" r="r" b="b"/>
              <a:pathLst>
                <a:path w="9970" h="9919" extrusionOk="0">
                  <a:moveTo>
                    <a:pt x="2862" y="1"/>
                  </a:moveTo>
                  <a:cubicBezTo>
                    <a:pt x="2807" y="1"/>
                    <a:pt x="2753" y="21"/>
                    <a:pt x="2710" y="64"/>
                  </a:cubicBezTo>
                  <a:lnTo>
                    <a:pt x="115" y="2659"/>
                  </a:lnTo>
                  <a:cubicBezTo>
                    <a:pt x="1" y="2773"/>
                    <a:pt x="48" y="2973"/>
                    <a:pt x="211" y="3021"/>
                  </a:cubicBezTo>
                  <a:lnTo>
                    <a:pt x="821" y="3202"/>
                  </a:lnTo>
                  <a:lnTo>
                    <a:pt x="1184" y="3307"/>
                  </a:lnTo>
                  <a:cubicBezTo>
                    <a:pt x="1327" y="3345"/>
                    <a:pt x="1470" y="3393"/>
                    <a:pt x="1613" y="3441"/>
                  </a:cubicBezTo>
                  <a:cubicBezTo>
                    <a:pt x="2796" y="3861"/>
                    <a:pt x="3874" y="4538"/>
                    <a:pt x="4771" y="5425"/>
                  </a:cubicBezTo>
                  <a:lnTo>
                    <a:pt x="9254" y="9918"/>
                  </a:lnTo>
                  <a:lnTo>
                    <a:pt x="9970" y="9203"/>
                  </a:lnTo>
                  <a:lnTo>
                    <a:pt x="5477" y="4710"/>
                  </a:lnTo>
                  <a:cubicBezTo>
                    <a:pt x="4589" y="3822"/>
                    <a:pt x="3912" y="2744"/>
                    <a:pt x="3492" y="1561"/>
                  </a:cubicBezTo>
                  <a:cubicBezTo>
                    <a:pt x="3445" y="1418"/>
                    <a:pt x="3397" y="1275"/>
                    <a:pt x="3359" y="1132"/>
                  </a:cubicBezTo>
                  <a:lnTo>
                    <a:pt x="3254" y="770"/>
                  </a:lnTo>
                  <a:lnTo>
                    <a:pt x="3072" y="159"/>
                  </a:lnTo>
                  <a:cubicBezTo>
                    <a:pt x="3043" y="58"/>
                    <a:pt x="2953" y="1"/>
                    <a:pt x="286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2" name="Google Shape;10742;p64"/>
            <p:cNvSpPr/>
            <p:nvPr/>
          </p:nvSpPr>
          <p:spPr>
            <a:xfrm>
              <a:off x="2757128" y="3881880"/>
              <a:ext cx="91700" cy="90207"/>
            </a:xfrm>
            <a:custGeom>
              <a:avLst/>
              <a:gdLst/>
              <a:ahLst/>
              <a:cxnLst/>
              <a:rect l="l" t="t" r="r" b="b"/>
              <a:pathLst>
                <a:path w="3502" h="3445" extrusionOk="0">
                  <a:moveTo>
                    <a:pt x="2861" y="0"/>
                  </a:moveTo>
                  <a:cubicBezTo>
                    <a:pt x="2807" y="0"/>
                    <a:pt x="2752" y="21"/>
                    <a:pt x="2710" y="67"/>
                  </a:cubicBezTo>
                  <a:lnTo>
                    <a:pt x="125" y="2653"/>
                  </a:lnTo>
                  <a:cubicBezTo>
                    <a:pt x="1" y="2777"/>
                    <a:pt x="58" y="2977"/>
                    <a:pt x="211" y="3025"/>
                  </a:cubicBezTo>
                  <a:lnTo>
                    <a:pt x="831" y="3196"/>
                  </a:lnTo>
                  <a:lnTo>
                    <a:pt x="1184" y="3301"/>
                  </a:lnTo>
                  <a:cubicBezTo>
                    <a:pt x="1327" y="3349"/>
                    <a:pt x="1479" y="3397"/>
                    <a:pt x="1622" y="3444"/>
                  </a:cubicBezTo>
                  <a:lnTo>
                    <a:pt x="3502" y="1565"/>
                  </a:lnTo>
                  <a:cubicBezTo>
                    <a:pt x="3445" y="1422"/>
                    <a:pt x="3397" y="1279"/>
                    <a:pt x="3359" y="1126"/>
                  </a:cubicBezTo>
                  <a:lnTo>
                    <a:pt x="3254" y="773"/>
                  </a:lnTo>
                  <a:lnTo>
                    <a:pt x="3072" y="163"/>
                  </a:lnTo>
                  <a:cubicBezTo>
                    <a:pt x="3042" y="61"/>
                    <a:pt x="2952" y="0"/>
                    <a:pt x="2861"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3" name="Google Shape;10743;p64"/>
            <p:cNvSpPr/>
            <p:nvPr/>
          </p:nvSpPr>
          <p:spPr>
            <a:xfrm>
              <a:off x="2757128" y="3881984"/>
              <a:ext cx="85206" cy="83844"/>
            </a:xfrm>
            <a:custGeom>
              <a:avLst/>
              <a:gdLst/>
              <a:ahLst/>
              <a:cxnLst/>
              <a:rect l="l" t="t" r="r" b="b"/>
              <a:pathLst>
                <a:path w="3254" h="3202" extrusionOk="0">
                  <a:moveTo>
                    <a:pt x="2862" y="0"/>
                  </a:moveTo>
                  <a:cubicBezTo>
                    <a:pt x="2807" y="0"/>
                    <a:pt x="2753" y="20"/>
                    <a:pt x="2710" y="63"/>
                  </a:cubicBezTo>
                  <a:lnTo>
                    <a:pt x="115" y="2649"/>
                  </a:lnTo>
                  <a:cubicBezTo>
                    <a:pt x="1" y="2773"/>
                    <a:pt x="48" y="2973"/>
                    <a:pt x="211" y="3021"/>
                  </a:cubicBezTo>
                  <a:lnTo>
                    <a:pt x="831" y="3202"/>
                  </a:lnTo>
                  <a:lnTo>
                    <a:pt x="3254" y="769"/>
                  </a:lnTo>
                  <a:lnTo>
                    <a:pt x="3072" y="159"/>
                  </a:lnTo>
                  <a:cubicBezTo>
                    <a:pt x="3043" y="57"/>
                    <a:pt x="2953" y="0"/>
                    <a:pt x="2862" y="0"/>
                  </a:cubicBezTo>
                  <a:close/>
                </a:path>
              </a:pathLst>
            </a:custGeom>
            <a:solidFill>
              <a:srgbClr val="A7B5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4" name="Google Shape;10744;p64"/>
            <p:cNvSpPr/>
            <p:nvPr/>
          </p:nvSpPr>
          <p:spPr>
            <a:xfrm>
              <a:off x="2992950" y="4116995"/>
              <a:ext cx="34747" cy="33622"/>
            </a:xfrm>
            <a:custGeom>
              <a:avLst/>
              <a:gdLst/>
              <a:ahLst/>
              <a:cxnLst/>
              <a:rect l="l" t="t" r="r" b="b"/>
              <a:pathLst>
                <a:path w="1327" h="1284" extrusionOk="0">
                  <a:moveTo>
                    <a:pt x="920" y="1"/>
                  </a:moveTo>
                  <a:cubicBezTo>
                    <a:pt x="864" y="1"/>
                    <a:pt x="806" y="22"/>
                    <a:pt x="764" y="65"/>
                  </a:cubicBezTo>
                  <a:lnTo>
                    <a:pt x="86" y="743"/>
                  </a:lnTo>
                  <a:cubicBezTo>
                    <a:pt x="0" y="828"/>
                    <a:pt x="0" y="962"/>
                    <a:pt x="86" y="1048"/>
                  </a:cubicBezTo>
                  <a:lnTo>
                    <a:pt x="258" y="1220"/>
                  </a:lnTo>
                  <a:cubicBezTo>
                    <a:pt x="301" y="1262"/>
                    <a:pt x="356" y="1284"/>
                    <a:pt x="411" y="1284"/>
                  </a:cubicBezTo>
                  <a:cubicBezTo>
                    <a:pt x="465" y="1284"/>
                    <a:pt x="520" y="1262"/>
                    <a:pt x="563" y="1220"/>
                  </a:cubicBezTo>
                  <a:lnTo>
                    <a:pt x="1241" y="552"/>
                  </a:lnTo>
                  <a:cubicBezTo>
                    <a:pt x="1326" y="466"/>
                    <a:pt x="1326" y="323"/>
                    <a:pt x="1241" y="237"/>
                  </a:cubicBezTo>
                  <a:lnTo>
                    <a:pt x="1069" y="65"/>
                  </a:lnTo>
                  <a:cubicBezTo>
                    <a:pt x="1031" y="22"/>
                    <a:pt x="976" y="1"/>
                    <a:pt x="920" y="1"/>
                  </a:cubicBezTo>
                  <a:close/>
                </a:path>
              </a:pathLst>
            </a:custGeom>
            <a:solidFill>
              <a:srgbClr val="A7B5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45" name="Google Shape;10745;p64"/>
          <p:cNvGrpSpPr/>
          <p:nvPr/>
        </p:nvGrpSpPr>
        <p:grpSpPr>
          <a:xfrm>
            <a:off x="823144" y="1844660"/>
            <a:ext cx="363893" cy="291727"/>
            <a:chOff x="849682" y="1995198"/>
            <a:chExt cx="363893" cy="291727"/>
          </a:xfrm>
        </p:grpSpPr>
        <p:sp>
          <p:nvSpPr>
            <p:cNvPr id="10746" name="Google Shape;10746;p64"/>
            <p:cNvSpPr/>
            <p:nvPr/>
          </p:nvSpPr>
          <p:spPr>
            <a:xfrm>
              <a:off x="907838" y="2131517"/>
              <a:ext cx="247579" cy="155408"/>
            </a:xfrm>
            <a:custGeom>
              <a:avLst/>
              <a:gdLst/>
              <a:ahLst/>
              <a:cxnLst/>
              <a:rect l="l" t="t" r="r" b="b"/>
              <a:pathLst>
                <a:path w="9455" h="5935" extrusionOk="0">
                  <a:moveTo>
                    <a:pt x="0" y="0"/>
                  </a:moveTo>
                  <a:lnTo>
                    <a:pt x="0" y="4551"/>
                  </a:lnTo>
                  <a:cubicBezTo>
                    <a:pt x="0" y="4875"/>
                    <a:pt x="392" y="5171"/>
                    <a:pt x="1031" y="5409"/>
                  </a:cubicBezTo>
                  <a:cubicBezTo>
                    <a:pt x="1155" y="5457"/>
                    <a:pt x="1288" y="5505"/>
                    <a:pt x="1422" y="5543"/>
                  </a:cubicBezTo>
                  <a:cubicBezTo>
                    <a:pt x="1555" y="5581"/>
                    <a:pt x="1679" y="5610"/>
                    <a:pt x="1823" y="5638"/>
                  </a:cubicBezTo>
                  <a:cubicBezTo>
                    <a:pt x="1918" y="5667"/>
                    <a:pt x="2013" y="5686"/>
                    <a:pt x="2118" y="5705"/>
                  </a:cubicBezTo>
                  <a:cubicBezTo>
                    <a:pt x="2738" y="5820"/>
                    <a:pt x="3358" y="5886"/>
                    <a:pt x="3988" y="5915"/>
                  </a:cubicBezTo>
                  <a:cubicBezTo>
                    <a:pt x="4160" y="5925"/>
                    <a:pt x="4341" y="5934"/>
                    <a:pt x="4532" y="5934"/>
                  </a:cubicBezTo>
                  <a:lnTo>
                    <a:pt x="4933" y="5934"/>
                  </a:lnTo>
                  <a:cubicBezTo>
                    <a:pt x="5839" y="5925"/>
                    <a:pt x="6745" y="5829"/>
                    <a:pt x="7642" y="5638"/>
                  </a:cubicBezTo>
                  <a:cubicBezTo>
                    <a:pt x="7775" y="5610"/>
                    <a:pt x="7909" y="5572"/>
                    <a:pt x="8033" y="5533"/>
                  </a:cubicBezTo>
                  <a:cubicBezTo>
                    <a:pt x="8911" y="5285"/>
                    <a:pt x="9454" y="4932"/>
                    <a:pt x="9454" y="4541"/>
                  </a:cubicBezTo>
                  <a:lnTo>
                    <a:pt x="9454"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7" name="Google Shape;10747;p64"/>
            <p:cNvSpPr/>
            <p:nvPr/>
          </p:nvSpPr>
          <p:spPr>
            <a:xfrm>
              <a:off x="1140414" y="2131517"/>
              <a:ext cx="15004" cy="136424"/>
            </a:xfrm>
            <a:custGeom>
              <a:avLst/>
              <a:gdLst/>
              <a:ahLst/>
              <a:cxnLst/>
              <a:rect l="l" t="t" r="r" b="b"/>
              <a:pathLst>
                <a:path w="573" h="5210" extrusionOk="0">
                  <a:moveTo>
                    <a:pt x="0" y="0"/>
                  </a:moveTo>
                  <a:lnTo>
                    <a:pt x="0" y="5209"/>
                  </a:lnTo>
                  <a:cubicBezTo>
                    <a:pt x="363" y="5009"/>
                    <a:pt x="572" y="4780"/>
                    <a:pt x="572" y="4541"/>
                  </a:cubicBezTo>
                  <a:lnTo>
                    <a:pt x="572"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8" name="Google Shape;10748;p64"/>
            <p:cNvSpPr/>
            <p:nvPr/>
          </p:nvSpPr>
          <p:spPr>
            <a:xfrm>
              <a:off x="1026483" y="2148511"/>
              <a:ext cx="10526" cy="138414"/>
            </a:xfrm>
            <a:custGeom>
              <a:avLst/>
              <a:gdLst/>
              <a:ahLst/>
              <a:cxnLst/>
              <a:rect l="l" t="t" r="r" b="b"/>
              <a:pathLst>
                <a:path w="402" h="5286" extrusionOk="0">
                  <a:moveTo>
                    <a:pt x="201" y="0"/>
                  </a:moveTo>
                  <a:cubicBezTo>
                    <a:pt x="101" y="0"/>
                    <a:pt x="1" y="67"/>
                    <a:pt x="1" y="200"/>
                  </a:cubicBezTo>
                  <a:lnTo>
                    <a:pt x="1" y="5285"/>
                  </a:lnTo>
                  <a:lnTo>
                    <a:pt x="402" y="5285"/>
                  </a:lnTo>
                  <a:lnTo>
                    <a:pt x="402" y="200"/>
                  </a:lnTo>
                  <a:cubicBezTo>
                    <a:pt x="402" y="67"/>
                    <a:pt x="301" y="0"/>
                    <a:pt x="201" y="0"/>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9" name="Google Shape;10749;p64"/>
            <p:cNvSpPr/>
            <p:nvPr/>
          </p:nvSpPr>
          <p:spPr>
            <a:xfrm>
              <a:off x="945047" y="2148511"/>
              <a:ext cx="10526" cy="68212"/>
            </a:xfrm>
            <a:custGeom>
              <a:avLst/>
              <a:gdLst/>
              <a:ahLst/>
              <a:cxnLst/>
              <a:rect l="l" t="t" r="r" b="b"/>
              <a:pathLst>
                <a:path w="402" h="2605" extrusionOk="0">
                  <a:moveTo>
                    <a:pt x="201" y="0"/>
                  </a:moveTo>
                  <a:cubicBezTo>
                    <a:pt x="96" y="0"/>
                    <a:pt x="1" y="86"/>
                    <a:pt x="1" y="200"/>
                  </a:cubicBezTo>
                  <a:lnTo>
                    <a:pt x="1" y="2404"/>
                  </a:lnTo>
                  <a:cubicBezTo>
                    <a:pt x="1" y="2519"/>
                    <a:pt x="96" y="2604"/>
                    <a:pt x="201" y="2604"/>
                  </a:cubicBezTo>
                  <a:cubicBezTo>
                    <a:pt x="316" y="2604"/>
                    <a:pt x="402" y="2519"/>
                    <a:pt x="402" y="2404"/>
                  </a:cubicBezTo>
                  <a:lnTo>
                    <a:pt x="402" y="200"/>
                  </a:lnTo>
                  <a:cubicBezTo>
                    <a:pt x="402" y="86"/>
                    <a:pt x="316" y="0"/>
                    <a:pt x="201" y="0"/>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0" name="Google Shape;10750;p64"/>
            <p:cNvSpPr/>
            <p:nvPr/>
          </p:nvSpPr>
          <p:spPr>
            <a:xfrm>
              <a:off x="945309" y="2228192"/>
              <a:ext cx="10526" cy="50982"/>
            </a:xfrm>
            <a:custGeom>
              <a:avLst/>
              <a:gdLst/>
              <a:ahLst/>
              <a:cxnLst/>
              <a:rect l="l" t="t" r="r" b="b"/>
              <a:pathLst>
                <a:path w="402" h="1947" extrusionOk="0">
                  <a:moveTo>
                    <a:pt x="201" y="0"/>
                  </a:moveTo>
                  <a:cubicBezTo>
                    <a:pt x="86" y="0"/>
                    <a:pt x="0" y="86"/>
                    <a:pt x="0" y="191"/>
                  </a:cubicBezTo>
                  <a:lnTo>
                    <a:pt x="0" y="1841"/>
                  </a:lnTo>
                  <a:cubicBezTo>
                    <a:pt x="124" y="1880"/>
                    <a:pt x="258" y="1908"/>
                    <a:pt x="392" y="1946"/>
                  </a:cubicBezTo>
                  <a:cubicBezTo>
                    <a:pt x="401" y="1927"/>
                    <a:pt x="401" y="1908"/>
                    <a:pt x="392" y="1899"/>
                  </a:cubicBezTo>
                  <a:cubicBezTo>
                    <a:pt x="392" y="1326"/>
                    <a:pt x="392" y="763"/>
                    <a:pt x="401" y="201"/>
                  </a:cubicBezTo>
                  <a:cubicBezTo>
                    <a:pt x="401" y="86"/>
                    <a:pt x="315" y="0"/>
                    <a:pt x="201" y="0"/>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1" name="Google Shape;10751;p64"/>
            <p:cNvSpPr/>
            <p:nvPr/>
          </p:nvSpPr>
          <p:spPr>
            <a:xfrm>
              <a:off x="1107682" y="2148511"/>
              <a:ext cx="10762" cy="130663"/>
            </a:xfrm>
            <a:custGeom>
              <a:avLst/>
              <a:gdLst/>
              <a:ahLst/>
              <a:cxnLst/>
              <a:rect l="l" t="t" r="r" b="b"/>
              <a:pathLst>
                <a:path w="411" h="4990" extrusionOk="0">
                  <a:moveTo>
                    <a:pt x="210" y="0"/>
                  </a:moveTo>
                  <a:cubicBezTo>
                    <a:pt x="110" y="0"/>
                    <a:pt x="10" y="67"/>
                    <a:pt x="10" y="200"/>
                  </a:cubicBezTo>
                  <a:lnTo>
                    <a:pt x="10" y="4942"/>
                  </a:lnTo>
                  <a:cubicBezTo>
                    <a:pt x="0" y="4961"/>
                    <a:pt x="0" y="4970"/>
                    <a:pt x="10" y="4989"/>
                  </a:cubicBezTo>
                  <a:cubicBezTo>
                    <a:pt x="143" y="4961"/>
                    <a:pt x="277" y="4923"/>
                    <a:pt x="401" y="4884"/>
                  </a:cubicBezTo>
                  <a:lnTo>
                    <a:pt x="401" y="200"/>
                  </a:lnTo>
                  <a:lnTo>
                    <a:pt x="411" y="200"/>
                  </a:lnTo>
                  <a:cubicBezTo>
                    <a:pt x="411" y="67"/>
                    <a:pt x="310" y="0"/>
                    <a:pt x="210" y="0"/>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2" name="Google Shape;10752;p64"/>
            <p:cNvSpPr/>
            <p:nvPr/>
          </p:nvSpPr>
          <p:spPr>
            <a:xfrm>
              <a:off x="907838" y="2122274"/>
              <a:ext cx="247579" cy="59230"/>
            </a:xfrm>
            <a:custGeom>
              <a:avLst/>
              <a:gdLst/>
              <a:ahLst/>
              <a:cxnLst/>
              <a:rect l="l" t="t" r="r" b="b"/>
              <a:pathLst>
                <a:path w="9455" h="2262" extrusionOk="0">
                  <a:moveTo>
                    <a:pt x="0" y="0"/>
                  </a:moveTo>
                  <a:lnTo>
                    <a:pt x="0" y="868"/>
                  </a:lnTo>
                  <a:cubicBezTo>
                    <a:pt x="0" y="1565"/>
                    <a:pt x="1727" y="2137"/>
                    <a:pt x="3988" y="2242"/>
                  </a:cubicBezTo>
                  <a:cubicBezTo>
                    <a:pt x="4227" y="2252"/>
                    <a:pt x="4475" y="2261"/>
                    <a:pt x="4732" y="2261"/>
                  </a:cubicBezTo>
                  <a:cubicBezTo>
                    <a:pt x="7337" y="2261"/>
                    <a:pt x="9454" y="1641"/>
                    <a:pt x="9454" y="868"/>
                  </a:cubicBezTo>
                  <a:lnTo>
                    <a:pt x="9454"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3" name="Google Shape;10753;p64"/>
            <p:cNvSpPr/>
            <p:nvPr/>
          </p:nvSpPr>
          <p:spPr>
            <a:xfrm>
              <a:off x="1140414" y="2122012"/>
              <a:ext cx="15004" cy="40508"/>
            </a:xfrm>
            <a:custGeom>
              <a:avLst/>
              <a:gdLst/>
              <a:ahLst/>
              <a:cxnLst/>
              <a:rect l="l" t="t" r="r" b="b"/>
              <a:pathLst>
                <a:path w="573" h="1547" extrusionOk="0">
                  <a:moveTo>
                    <a:pt x="0" y="1"/>
                  </a:moveTo>
                  <a:lnTo>
                    <a:pt x="0" y="10"/>
                  </a:lnTo>
                  <a:lnTo>
                    <a:pt x="0" y="1546"/>
                  </a:lnTo>
                  <a:cubicBezTo>
                    <a:pt x="363" y="1346"/>
                    <a:pt x="572" y="1117"/>
                    <a:pt x="572" y="878"/>
                  </a:cubicBezTo>
                  <a:lnTo>
                    <a:pt x="572" y="1"/>
                  </a:ln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4" name="Google Shape;10754;p64"/>
            <p:cNvSpPr/>
            <p:nvPr/>
          </p:nvSpPr>
          <p:spPr>
            <a:xfrm>
              <a:off x="907838" y="2085798"/>
              <a:ext cx="247579" cy="72716"/>
            </a:xfrm>
            <a:custGeom>
              <a:avLst/>
              <a:gdLst/>
              <a:ahLst/>
              <a:cxnLst/>
              <a:rect l="l" t="t" r="r" b="b"/>
              <a:pathLst>
                <a:path w="9455" h="2777" extrusionOk="0">
                  <a:moveTo>
                    <a:pt x="4732" y="1"/>
                  </a:moveTo>
                  <a:cubicBezTo>
                    <a:pt x="2118" y="1"/>
                    <a:pt x="0" y="621"/>
                    <a:pt x="0" y="1393"/>
                  </a:cubicBezTo>
                  <a:cubicBezTo>
                    <a:pt x="0" y="2157"/>
                    <a:pt x="2118" y="2777"/>
                    <a:pt x="4732" y="2777"/>
                  </a:cubicBezTo>
                  <a:cubicBezTo>
                    <a:pt x="7337" y="2777"/>
                    <a:pt x="9454" y="2157"/>
                    <a:pt x="9454" y="1393"/>
                  </a:cubicBezTo>
                  <a:cubicBezTo>
                    <a:pt x="9454" y="621"/>
                    <a:pt x="7337" y="1"/>
                    <a:pt x="4732" y="1"/>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5" name="Google Shape;10755;p64"/>
            <p:cNvSpPr/>
            <p:nvPr/>
          </p:nvSpPr>
          <p:spPr>
            <a:xfrm>
              <a:off x="1012264" y="2085798"/>
              <a:ext cx="143153" cy="72716"/>
            </a:xfrm>
            <a:custGeom>
              <a:avLst/>
              <a:gdLst/>
              <a:ahLst/>
              <a:cxnLst/>
              <a:rect l="l" t="t" r="r" b="b"/>
              <a:pathLst>
                <a:path w="5467" h="2777" extrusionOk="0">
                  <a:moveTo>
                    <a:pt x="744" y="1"/>
                  </a:moveTo>
                  <a:cubicBezTo>
                    <a:pt x="487" y="1"/>
                    <a:pt x="239" y="1"/>
                    <a:pt x="0" y="20"/>
                  </a:cubicBezTo>
                  <a:cubicBezTo>
                    <a:pt x="2252" y="125"/>
                    <a:pt x="3978" y="697"/>
                    <a:pt x="3978" y="1384"/>
                  </a:cubicBezTo>
                  <a:cubicBezTo>
                    <a:pt x="3978" y="2080"/>
                    <a:pt x="2252" y="2653"/>
                    <a:pt x="0" y="2758"/>
                  </a:cubicBezTo>
                  <a:cubicBezTo>
                    <a:pt x="239" y="2767"/>
                    <a:pt x="487" y="2777"/>
                    <a:pt x="744" y="2777"/>
                  </a:cubicBezTo>
                  <a:cubicBezTo>
                    <a:pt x="3349" y="2777"/>
                    <a:pt x="5466" y="2157"/>
                    <a:pt x="5466" y="1384"/>
                  </a:cubicBezTo>
                  <a:cubicBezTo>
                    <a:pt x="5466" y="621"/>
                    <a:pt x="3349" y="1"/>
                    <a:pt x="744"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6" name="Google Shape;10756;p64"/>
            <p:cNvSpPr/>
            <p:nvPr/>
          </p:nvSpPr>
          <p:spPr>
            <a:xfrm>
              <a:off x="1049971" y="1995198"/>
              <a:ext cx="123750" cy="119613"/>
            </a:xfrm>
            <a:custGeom>
              <a:avLst/>
              <a:gdLst/>
              <a:ahLst/>
              <a:cxnLst/>
              <a:rect l="l" t="t" r="r" b="b"/>
              <a:pathLst>
                <a:path w="4726" h="4568" extrusionOk="0">
                  <a:moveTo>
                    <a:pt x="4442" y="0"/>
                  </a:moveTo>
                  <a:cubicBezTo>
                    <a:pt x="4395" y="0"/>
                    <a:pt x="4346" y="19"/>
                    <a:pt x="4303" y="64"/>
                  </a:cubicBezTo>
                  <a:lnTo>
                    <a:pt x="134" y="4224"/>
                  </a:lnTo>
                  <a:cubicBezTo>
                    <a:pt x="1" y="4348"/>
                    <a:pt x="96" y="4567"/>
                    <a:pt x="277" y="4567"/>
                  </a:cubicBezTo>
                  <a:cubicBezTo>
                    <a:pt x="325" y="4567"/>
                    <a:pt x="382" y="4548"/>
                    <a:pt x="420" y="4510"/>
                  </a:cubicBezTo>
                  <a:lnTo>
                    <a:pt x="4580" y="341"/>
                  </a:lnTo>
                  <a:cubicBezTo>
                    <a:pt x="4725" y="195"/>
                    <a:pt x="4593" y="0"/>
                    <a:pt x="4442"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7" name="Google Shape;10757;p64"/>
            <p:cNvSpPr/>
            <p:nvPr/>
          </p:nvSpPr>
          <p:spPr>
            <a:xfrm>
              <a:off x="1044734" y="2103525"/>
              <a:ext cx="18513" cy="18775"/>
            </a:xfrm>
            <a:custGeom>
              <a:avLst/>
              <a:gdLst/>
              <a:ahLst/>
              <a:cxnLst/>
              <a:rect l="l" t="t" r="r" b="b"/>
              <a:pathLst>
                <a:path w="707" h="717" extrusionOk="0">
                  <a:moveTo>
                    <a:pt x="353" y="1"/>
                  </a:moveTo>
                  <a:cubicBezTo>
                    <a:pt x="153" y="1"/>
                    <a:pt x="0" y="163"/>
                    <a:pt x="0" y="354"/>
                  </a:cubicBezTo>
                  <a:cubicBezTo>
                    <a:pt x="0" y="554"/>
                    <a:pt x="153" y="716"/>
                    <a:pt x="353" y="716"/>
                  </a:cubicBezTo>
                  <a:cubicBezTo>
                    <a:pt x="544" y="716"/>
                    <a:pt x="706" y="554"/>
                    <a:pt x="706" y="354"/>
                  </a:cubicBezTo>
                  <a:cubicBezTo>
                    <a:pt x="706" y="163"/>
                    <a:pt x="544" y="1"/>
                    <a:pt x="35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8" name="Google Shape;10758;p64"/>
            <p:cNvSpPr/>
            <p:nvPr/>
          </p:nvSpPr>
          <p:spPr>
            <a:xfrm>
              <a:off x="889509" y="1995224"/>
              <a:ext cx="123776" cy="119587"/>
            </a:xfrm>
            <a:custGeom>
              <a:avLst/>
              <a:gdLst/>
              <a:ahLst/>
              <a:cxnLst/>
              <a:rect l="l" t="t" r="r" b="b"/>
              <a:pathLst>
                <a:path w="4727" h="4567" extrusionOk="0">
                  <a:moveTo>
                    <a:pt x="292" y="0"/>
                  </a:moveTo>
                  <a:cubicBezTo>
                    <a:pt x="135" y="0"/>
                    <a:pt x="1" y="203"/>
                    <a:pt x="147" y="350"/>
                  </a:cubicBezTo>
                  <a:lnTo>
                    <a:pt x="4316" y="4509"/>
                  </a:lnTo>
                  <a:cubicBezTo>
                    <a:pt x="4354" y="4547"/>
                    <a:pt x="4402" y="4566"/>
                    <a:pt x="4459" y="4566"/>
                  </a:cubicBezTo>
                  <a:cubicBezTo>
                    <a:pt x="4640" y="4566"/>
                    <a:pt x="4726" y="4347"/>
                    <a:pt x="4602" y="4223"/>
                  </a:cubicBezTo>
                  <a:lnTo>
                    <a:pt x="433" y="63"/>
                  </a:lnTo>
                  <a:cubicBezTo>
                    <a:pt x="389" y="19"/>
                    <a:pt x="339" y="0"/>
                    <a:pt x="292"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9" name="Google Shape;10759;p64"/>
            <p:cNvSpPr/>
            <p:nvPr/>
          </p:nvSpPr>
          <p:spPr>
            <a:xfrm>
              <a:off x="1000010" y="2103525"/>
              <a:ext cx="18775" cy="18775"/>
            </a:xfrm>
            <a:custGeom>
              <a:avLst/>
              <a:gdLst/>
              <a:ahLst/>
              <a:cxnLst/>
              <a:rect l="l" t="t" r="r" b="b"/>
              <a:pathLst>
                <a:path w="717" h="717" extrusionOk="0">
                  <a:moveTo>
                    <a:pt x="363" y="1"/>
                  </a:moveTo>
                  <a:cubicBezTo>
                    <a:pt x="163" y="1"/>
                    <a:pt x="1" y="163"/>
                    <a:pt x="1" y="354"/>
                  </a:cubicBezTo>
                  <a:cubicBezTo>
                    <a:pt x="1" y="554"/>
                    <a:pt x="163" y="716"/>
                    <a:pt x="363" y="716"/>
                  </a:cubicBezTo>
                  <a:cubicBezTo>
                    <a:pt x="554" y="716"/>
                    <a:pt x="716" y="554"/>
                    <a:pt x="716" y="354"/>
                  </a:cubicBezTo>
                  <a:cubicBezTo>
                    <a:pt x="716" y="163"/>
                    <a:pt x="554" y="1"/>
                    <a:pt x="36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0" name="Google Shape;10760;p64"/>
            <p:cNvSpPr/>
            <p:nvPr/>
          </p:nvSpPr>
          <p:spPr>
            <a:xfrm>
              <a:off x="883984" y="2035811"/>
              <a:ext cx="42603" cy="55250"/>
            </a:xfrm>
            <a:custGeom>
              <a:avLst/>
              <a:gdLst/>
              <a:ahLst/>
              <a:cxnLst/>
              <a:rect l="l" t="t" r="r" b="b"/>
              <a:pathLst>
                <a:path w="1627" h="2110" extrusionOk="0">
                  <a:moveTo>
                    <a:pt x="276" y="0"/>
                  </a:moveTo>
                  <a:cubicBezTo>
                    <a:pt x="134" y="0"/>
                    <a:pt x="0" y="156"/>
                    <a:pt x="101" y="316"/>
                  </a:cubicBezTo>
                  <a:lnTo>
                    <a:pt x="1207" y="2014"/>
                  </a:lnTo>
                  <a:cubicBezTo>
                    <a:pt x="1236" y="2072"/>
                    <a:pt x="1303" y="2110"/>
                    <a:pt x="1369" y="2110"/>
                  </a:cubicBezTo>
                  <a:cubicBezTo>
                    <a:pt x="1532" y="2110"/>
                    <a:pt x="1627" y="1929"/>
                    <a:pt x="1541" y="1795"/>
                  </a:cubicBezTo>
                  <a:lnTo>
                    <a:pt x="444" y="97"/>
                  </a:lnTo>
                  <a:cubicBezTo>
                    <a:pt x="398" y="28"/>
                    <a:pt x="336" y="0"/>
                    <a:pt x="27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1" name="Google Shape;10761;p64"/>
            <p:cNvSpPr/>
            <p:nvPr/>
          </p:nvSpPr>
          <p:spPr>
            <a:xfrm>
              <a:off x="849682" y="2076083"/>
              <a:ext cx="61090" cy="29720"/>
            </a:xfrm>
            <a:custGeom>
              <a:avLst/>
              <a:gdLst/>
              <a:ahLst/>
              <a:cxnLst/>
              <a:rect l="l" t="t" r="r" b="b"/>
              <a:pathLst>
                <a:path w="2333" h="1135" extrusionOk="0">
                  <a:moveTo>
                    <a:pt x="285" y="0"/>
                  </a:moveTo>
                  <a:cubicBezTo>
                    <a:pt x="91" y="0"/>
                    <a:pt x="0" y="298"/>
                    <a:pt x="218" y="391"/>
                  </a:cubicBezTo>
                  <a:lnTo>
                    <a:pt x="1983" y="1125"/>
                  </a:lnTo>
                  <a:cubicBezTo>
                    <a:pt x="2002" y="1135"/>
                    <a:pt x="2031" y="1135"/>
                    <a:pt x="2059" y="1135"/>
                  </a:cubicBezTo>
                  <a:lnTo>
                    <a:pt x="2050" y="1135"/>
                  </a:lnTo>
                  <a:cubicBezTo>
                    <a:pt x="2053" y="1135"/>
                    <a:pt x="2056" y="1135"/>
                    <a:pt x="2060" y="1135"/>
                  </a:cubicBezTo>
                  <a:cubicBezTo>
                    <a:pt x="2280" y="1135"/>
                    <a:pt x="2333" y="828"/>
                    <a:pt x="2126" y="753"/>
                  </a:cubicBezTo>
                  <a:lnTo>
                    <a:pt x="371" y="19"/>
                  </a:lnTo>
                  <a:cubicBezTo>
                    <a:pt x="341" y="6"/>
                    <a:pt x="312" y="0"/>
                    <a:pt x="28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2" name="Google Shape;10762;p64"/>
            <p:cNvSpPr/>
            <p:nvPr/>
          </p:nvSpPr>
          <p:spPr>
            <a:xfrm>
              <a:off x="1136643" y="2035811"/>
              <a:ext cx="42629" cy="55250"/>
            </a:xfrm>
            <a:custGeom>
              <a:avLst/>
              <a:gdLst/>
              <a:ahLst/>
              <a:cxnLst/>
              <a:rect l="l" t="t" r="r" b="b"/>
              <a:pathLst>
                <a:path w="1628" h="2110" extrusionOk="0">
                  <a:moveTo>
                    <a:pt x="1355" y="0"/>
                  </a:moveTo>
                  <a:cubicBezTo>
                    <a:pt x="1296" y="0"/>
                    <a:pt x="1236" y="28"/>
                    <a:pt x="1193" y="97"/>
                  </a:cubicBezTo>
                  <a:lnTo>
                    <a:pt x="96" y="1795"/>
                  </a:lnTo>
                  <a:cubicBezTo>
                    <a:pt x="1" y="1929"/>
                    <a:pt x="96" y="2110"/>
                    <a:pt x="259" y="2110"/>
                  </a:cubicBezTo>
                  <a:cubicBezTo>
                    <a:pt x="325" y="2110"/>
                    <a:pt x="392" y="2072"/>
                    <a:pt x="430" y="2014"/>
                  </a:cubicBezTo>
                  <a:lnTo>
                    <a:pt x="1527" y="316"/>
                  </a:lnTo>
                  <a:cubicBezTo>
                    <a:pt x="1628" y="156"/>
                    <a:pt x="1494" y="0"/>
                    <a:pt x="135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3" name="Google Shape;10763;p64"/>
            <p:cNvSpPr/>
            <p:nvPr/>
          </p:nvSpPr>
          <p:spPr>
            <a:xfrm>
              <a:off x="1152406" y="2076083"/>
              <a:ext cx="61168" cy="29720"/>
            </a:xfrm>
            <a:custGeom>
              <a:avLst/>
              <a:gdLst/>
              <a:ahLst/>
              <a:cxnLst/>
              <a:rect l="l" t="t" r="r" b="b"/>
              <a:pathLst>
                <a:path w="2336" h="1135" extrusionOk="0">
                  <a:moveTo>
                    <a:pt x="2051" y="0"/>
                  </a:moveTo>
                  <a:cubicBezTo>
                    <a:pt x="2024" y="0"/>
                    <a:pt x="1995" y="6"/>
                    <a:pt x="1965" y="19"/>
                  </a:cubicBezTo>
                  <a:lnTo>
                    <a:pt x="200" y="753"/>
                  </a:lnTo>
                  <a:cubicBezTo>
                    <a:pt x="0" y="829"/>
                    <a:pt x="57" y="1135"/>
                    <a:pt x="286" y="1135"/>
                  </a:cubicBezTo>
                  <a:cubicBezTo>
                    <a:pt x="305" y="1135"/>
                    <a:pt x="334" y="1135"/>
                    <a:pt x="363" y="1125"/>
                  </a:cubicBezTo>
                  <a:lnTo>
                    <a:pt x="2118" y="391"/>
                  </a:lnTo>
                  <a:cubicBezTo>
                    <a:pt x="2336" y="298"/>
                    <a:pt x="2244" y="0"/>
                    <a:pt x="205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64" name="Google Shape;10764;p64"/>
          <p:cNvGrpSpPr/>
          <p:nvPr/>
        </p:nvGrpSpPr>
        <p:grpSpPr>
          <a:xfrm>
            <a:off x="3038893" y="1839528"/>
            <a:ext cx="378190" cy="302044"/>
            <a:chOff x="3065430" y="1990066"/>
            <a:chExt cx="378190" cy="302044"/>
          </a:xfrm>
        </p:grpSpPr>
        <p:sp>
          <p:nvSpPr>
            <p:cNvPr id="10765" name="Google Shape;10765;p64"/>
            <p:cNvSpPr/>
            <p:nvPr/>
          </p:nvSpPr>
          <p:spPr>
            <a:xfrm>
              <a:off x="3216282" y="2149742"/>
              <a:ext cx="67714" cy="67741"/>
            </a:xfrm>
            <a:custGeom>
              <a:avLst/>
              <a:gdLst/>
              <a:ahLst/>
              <a:cxnLst/>
              <a:rect l="l" t="t" r="r" b="b"/>
              <a:pathLst>
                <a:path w="2586" h="2587" extrusionOk="0">
                  <a:moveTo>
                    <a:pt x="1946" y="1"/>
                  </a:moveTo>
                  <a:lnTo>
                    <a:pt x="0" y="1947"/>
                  </a:lnTo>
                  <a:lnTo>
                    <a:pt x="639" y="2586"/>
                  </a:lnTo>
                  <a:lnTo>
                    <a:pt x="2585" y="640"/>
                  </a:lnTo>
                  <a:lnTo>
                    <a:pt x="1946"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6" name="Google Shape;10766;p64"/>
            <p:cNvSpPr/>
            <p:nvPr/>
          </p:nvSpPr>
          <p:spPr>
            <a:xfrm>
              <a:off x="3216282" y="2180483"/>
              <a:ext cx="36973" cy="36999"/>
            </a:xfrm>
            <a:custGeom>
              <a:avLst/>
              <a:gdLst/>
              <a:ahLst/>
              <a:cxnLst/>
              <a:rect l="l" t="t" r="r" b="b"/>
              <a:pathLst>
                <a:path w="1412" h="1413" extrusionOk="0">
                  <a:moveTo>
                    <a:pt x="773" y="0"/>
                  </a:moveTo>
                  <a:lnTo>
                    <a:pt x="0" y="773"/>
                  </a:lnTo>
                  <a:lnTo>
                    <a:pt x="639" y="1412"/>
                  </a:lnTo>
                  <a:lnTo>
                    <a:pt x="1412" y="639"/>
                  </a:lnTo>
                  <a:lnTo>
                    <a:pt x="773"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7" name="Google Shape;10767;p64"/>
            <p:cNvSpPr/>
            <p:nvPr/>
          </p:nvSpPr>
          <p:spPr>
            <a:xfrm>
              <a:off x="3141079" y="2188103"/>
              <a:ext cx="104949" cy="104007"/>
            </a:xfrm>
            <a:custGeom>
              <a:avLst/>
              <a:gdLst/>
              <a:ahLst/>
              <a:cxnLst/>
              <a:rect l="l" t="t" r="r" b="b"/>
              <a:pathLst>
                <a:path w="4008" h="3972" extrusionOk="0">
                  <a:moveTo>
                    <a:pt x="3020" y="0"/>
                  </a:moveTo>
                  <a:cubicBezTo>
                    <a:pt x="2963" y="0"/>
                    <a:pt x="2905" y="24"/>
                    <a:pt x="2863" y="72"/>
                  </a:cubicBezTo>
                  <a:lnTo>
                    <a:pt x="86" y="2848"/>
                  </a:lnTo>
                  <a:cubicBezTo>
                    <a:pt x="1" y="2934"/>
                    <a:pt x="1" y="3067"/>
                    <a:pt x="86" y="3153"/>
                  </a:cubicBezTo>
                  <a:lnTo>
                    <a:pt x="831" y="3907"/>
                  </a:lnTo>
                  <a:cubicBezTo>
                    <a:pt x="873" y="3950"/>
                    <a:pt x="931" y="3971"/>
                    <a:pt x="988" y="3971"/>
                  </a:cubicBezTo>
                  <a:cubicBezTo>
                    <a:pt x="1045" y="3971"/>
                    <a:pt x="1102" y="3950"/>
                    <a:pt x="1145" y="3907"/>
                  </a:cubicBezTo>
                  <a:lnTo>
                    <a:pt x="3921" y="1121"/>
                  </a:lnTo>
                  <a:cubicBezTo>
                    <a:pt x="4007" y="1035"/>
                    <a:pt x="4007" y="902"/>
                    <a:pt x="3921" y="816"/>
                  </a:cubicBezTo>
                  <a:lnTo>
                    <a:pt x="3177" y="72"/>
                  </a:lnTo>
                  <a:cubicBezTo>
                    <a:pt x="3134" y="24"/>
                    <a:pt x="3077" y="0"/>
                    <a:pt x="3020"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8" name="Google Shape;10768;p64"/>
            <p:cNvSpPr/>
            <p:nvPr/>
          </p:nvSpPr>
          <p:spPr>
            <a:xfrm>
              <a:off x="3235999" y="1990118"/>
              <a:ext cx="207621" cy="207621"/>
            </a:xfrm>
            <a:custGeom>
              <a:avLst/>
              <a:gdLst/>
              <a:ahLst/>
              <a:cxnLst/>
              <a:rect l="l" t="t" r="r" b="b"/>
              <a:pathLst>
                <a:path w="7929" h="7929" extrusionOk="0">
                  <a:moveTo>
                    <a:pt x="3969" y="1"/>
                  </a:moveTo>
                  <a:cubicBezTo>
                    <a:pt x="1775" y="1"/>
                    <a:pt x="1" y="1775"/>
                    <a:pt x="1" y="3960"/>
                  </a:cubicBezTo>
                  <a:cubicBezTo>
                    <a:pt x="1" y="6154"/>
                    <a:pt x="1775" y="7928"/>
                    <a:pt x="3969" y="7928"/>
                  </a:cubicBezTo>
                  <a:cubicBezTo>
                    <a:pt x="6154" y="7928"/>
                    <a:pt x="7928" y="6154"/>
                    <a:pt x="7928" y="3960"/>
                  </a:cubicBezTo>
                  <a:cubicBezTo>
                    <a:pt x="7928" y="1775"/>
                    <a:pt x="6154" y="1"/>
                    <a:pt x="396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9" name="Google Shape;10769;p64"/>
            <p:cNvSpPr/>
            <p:nvPr/>
          </p:nvSpPr>
          <p:spPr>
            <a:xfrm>
              <a:off x="3226023" y="1990066"/>
              <a:ext cx="192119" cy="181933"/>
            </a:xfrm>
            <a:custGeom>
              <a:avLst/>
              <a:gdLst/>
              <a:ahLst/>
              <a:cxnLst/>
              <a:rect l="l" t="t" r="r" b="b"/>
              <a:pathLst>
                <a:path w="7337" h="6948" extrusionOk="0">
                  <a:moveTo>
                    <a:pt x="4347" y="0"/>
                  </a:moveTo>
                  <a:cubicBezTo>
                    <a:pt x="3332" y="0"/>
                    <a:pt x="2318" y="389"/>
                    <a:pt x="1546" y="1167"/>
                  </a:cubicBezTo>
                  <a:cubicBezTo>
                    <a:pt x="0" y="2712"/>
                    <a:pt x="0" y="5221"/>
                    <a:pt x="1546" y="6767"/>
                  </a:cubicBezTo>
                  <a:cubicBezTo>
                    <a:pt x="1612" y="6833"/>
                    <a:pt x="1679" y="6891"/>
                    <a:pt x="1746" y="6948"/>
                  </a:cubicBezTo>
                  <a:cubicBezTo>
                    <a:pt x="372" y="5383"/>
                    <a:pt x="458" y="3017"/>
                    <a:pt x="1927" y="1548"/>
                  </a:cubicBezTo>
                  <a:cubicBezTo>
                    <a:pt x="2701" y="774"/>
                    <a:pt x="3716" y="384"/>
                    <a:pt x="4733" y="384"/>
                  </a:cubicBezTo>
                  <a:cubicBezTo>
                    <a:pt x="5659" y="384"/>
                    <a:pt x="6586" y="707"/>
                    <a:pt x="7336" y="1357"/>
                  </a:cubicBezTo>
                  <a:cubicBezTo>
                    <a:pt x="7279" y="1291"/>
                    <a:pt x="7212" y="1224"/>
                    <a:pt x="7155" y="1167"/>
                  </a:cubicBezTo>
                  <a:cubicBezTo>
                    <a:pt x="6378" y="389"/>
                    <a:pt x="5362" y="0"/>
                    <a:pt x="4347"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0" name="Google Shape;10770;p64"/>
            <p:cNvSpPr/>
            <p:nvPr/>
          </p:nvSpPr>
          <p:spPr>
            <a:xfrm>
              <a:off x="3252234" y="2013816"/>
              <a:ext cx="167401" cy="159938"/>
            </a:xfrm>
            <a:custGeom>
              <a:avLst/>
              <a:gdLst/>
              <a:ahLst/>
              <a:cxnLst/>
              <a:rect l="l" t="t" r="r" b="b"/>
              <a:pathLst>
                <a:path w="6393" h="6108" extrusionOk="0">
                  <a:moveTo>
                    <a:pt x="3325" y="1"/>
                  </a:moveTo>
                  <a:cubicBezTo>
                    <a:pt x="2577" y="1"/>
                    <a:pt x="1814" y="278"/>
                    <a:pt x="1193" y="899"/>
                  </a:cubicBezTo>
                  <a:cubicBezTo>
                    <a:pt x="1" y="2091"/>
                    <a:pt x="1" y="4018"/>
                    <a:pt x="1193" y="5211"/>
                  </a:cubicBezTo>
                  <a:cubicBezTo>
                    <a:pt x="1813" y="5830"/>
                    <a:pt x="2574" y="6107"/>
                    <a:pt x="3321" y="6107"/>
                  </a:cubicBezTo>
                  <a:cubicBezTo>
                    <a:pt x="4888" y="6107"/>
                    <a:pt x="6393" y="4889"/>
                    <a:pt x="6393" y="3055"/>
                  </a:cubicBezTo>
                  <a:cubicBezTo>
                    <a:pt x="6393" y="1216"/>
                    <a:pt x="4891" y="1"/>
                    <a:pt x="332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1" name="Google Shape;10771;p64"/>
            <p:cNvSpPr/>
            <p:nvPr/>
          </p:nvSpPr>
          <p:spPr>
            <a:xfrm>
              <a:off x="3275722" y="2029605"/>
              <a:ext cx="153654" cy="144175"/>
            </a:xfrm>
            <a:custGeom>
              <a:avLst/>
              <a:gdLst/>
              <a:ahLst/>
              <a:cxnLst/>
              <a:rect l="l" t="t" r="r" b="b"/>
              <a:pathLst>
                <a:path w="5868" h="5506" extrusionOk="0">
                  <a:moveTo>
                    <a:pt x="4255" y="0"/>
                  </a:moveTo>
                  <a:lnTo>
                    <a:pt x="4255" y="0"/>
                  </a:lnTo>
                  <a:cubicBezTo>
                    <a:pt x="5143" y="1212"/>
                    <a:pt x="5019" y="2891"/>
                    <a:pt x="3960" y="3959"/>
                  </a:cubicBezTo>
                  <a:cubicBezTo>
                    <a:pt x="3367" y="4547"/>
                    <a:pt x="2586" y="4849"/>
                    <a:pt x="1802" y="4849"/>
                  </a:cubicBezTo>
                  <a:cubicBezTo>
                    <a:pt x="1172" y="4849"/>
                    <a:pt x="540" y="4654"/>
                    <a:pt x="1" y="4255"/>
                  </a:cubicBezTo>
                  <a:lnTo>
                    <a:pt x="1" y="4255"/>
                  </a:lnTo>
                  <a:cubicBezTo>
                    <a:pt x="600" y="5078"/>
                    <a:pt x="1524" y="5505"/>
                    <a:pt x="2458" y="5505"/>
                  </a:cubicBezTo>
                  <a:cubicBezTo>
                    <a:pt x="3159" y="5505"/>
                    <a:pt x="3865" y="5265"/>
                    <a:pt x="4446" y="4770"/>
                  </a:cubicBezTo>
                  <a:cubicBezTo>
                    <a:pt x="5791" y="3606"/>
                    <a:pt x="5868" y="1546"/>
                    <a:pt x="4608" y="296"/>
                  </a:cubicBezTo>
                  <a:cubicBezTo>
                    <a:pt x="4494" y="191"/>
                    <a:pt x="4379" y="86"/>
                    <a:pt x="425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2" name="Google Shape;10772;p64"/>
            <p:cNvSpPr/>
            <p:nvPr/>
          </p:nvSpPr>
          <p:spPr>
            <a:xfrm>
              <a:off x="3065430" y="1990066"/>
              <a:ext cx="177587" cy="149464"/>
            </a:xfrm>
            <a:custGeom>
              <a:avLst/>
              <a:gdLst/>
              <a:ahLst/>
              <a:cxnLst/>
              <a:rect l="l" t="t" r="r" b="b"/>
              <a:pathLst>
                <a:path w="6782" h="5708" extrusionOk="0">
                  <a:moveTo>
                    <a:pt x="3369" y="1"/>
                  </a:moveTo>
                  <a:cubicBezTo>
                    <a:pt x="1279" y="1"/>
                    <a:pt x="1" y="2352"/>
                    <a:pt x="1182" y="4114"/>
                  </a:cubicBezTo>
                  <a:cubicBezTo>
                    <a:pt x="1674" y="4860"/>
                    <a:pt x="2504" y="5285"/>
                    <a:pt x="3371" y="5285"/>
                  </a:cubicBezTo>
                  <a:cubicBezTo>
                    <a:pt x="3614" y="5285"/>
                    <a:pt x="3859" y="5252"/>
                    <a:pt x="4101" y="5183"/>
                  </a:cubicBezTo>
                  <a:lnTo>
                    <a:pt x="5189" y="5689"/>
                  </a:lnTo>
                  <a:cubicBezTo>
                    <a:pt x="5217" y="5702"/>
                    <a:pt x="5247" y="5708"/>
                    <a:pt x="5276" y="5708"/>
                  </a:cubicBezTo>
                  <a:cubicBezTo>
                    <a:pt x="5393" y="5708"/>
                    <a:pt x="5502" y="5609"/>
                    <a:pt x="5494" y="5479"/>
                  </a:cubicBezTo>
                  <a:lnTo>
                    <a:pt x="5446" y="4286"/>
                  </a:lnTo>
                  <a:cubicBezTo>
                    <a:pt x="6782" y="2588"/>
                    <a:pt x="5637" y="89"/>
                    <a:pt x="3481" y="3"/>
                  </a:cubicBezTo>
                  <a:cubicBezTo>
                    <a:pt x="3443" y="1"/>
                    <a:pt x="3406" y="1"/>
                    <a:pt x="3369"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3" name="Google Shape;10773;p64"/>
            <p:cNvSpPr/>
            <p:nvPr/>
          </p:nvSpPr>
          <p:spPr>
            <a:xfrm>
              <a:off x="3137832" y="2038089"/>
              <a:ext cx="20503" cy="52972"/>
            </a:xfrm>
            <a:custGeom>
              <a:avLst/>
              <a:gdLst/>
              <a:ahLst/>
              <a:cxnLst/>
              <a:rect l="l" t="t" r="r" b="b"/>
              <a:pathLst>
                <a:path w="783" h="2023" extrusionOk="0">
                  <a:moveTo>
                    <a:pt x="249" y="0"/>
                  </a:moveTo>
                  <a:cubicBezTo>
                    <a:pt x="1" y="19"/>
                    <a:pt x="1" y="401"/>
                    <a:pt x="249" y="420"/>
                  </a:cubicBezTo>
                  <a:lnTo>
                    <a:pt x="373" y="420"/>
                  </a:lnTo>
                  <a:lnTo>
                    <a:pt x="373" y="1823"/>
                  </a:lnTo>
                  <a:cubicBezTo>
                    <a:pt x="373" y="1937"/>
                    <a:pt x="468" y="2023"/>
                    <a:pt x="582" y="2023"/>
                  </a:cubicBezTo>
                  <a:cubicBezTo>
                    <a:pt x="687" y="2023"/>
                    <a:pt x="783" y="1927"/>
                    <a:pt x="783" y="1823"/>
                  </a:cubicBezTo>
                  <a:lnTo>
                    <a:pt x="783" y="210"/>
                  </a:lnTo>
                  <a:cubicBezTo>
                    <a:pt x="783" y="96"/>
                    <a:pt x="687" y="0"/>
                    <a:pt x="57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4" name="Google Shape;10774;p64"/>
            <p:cNvSpPr/>
            <p:nvPr/>
          </p:nvSpPr>
          <p:spPr>
            <a:xfrm>
              <a:off x="3137334" y="2082525"/>
              <a:ext cx="32338" cy="10814"/>
            </a:xfrm>
            <a:custGeom>
              <a:avLst/>
              <a:gdLst/>
              <a:ahLst/>
              <a:cxnLst/>
              <a:rect l="l" t="t" r="r" b="b"/>
              <a:pathLst>
                <a:path w="1235" h="413" extrusionOk="0">
                  <a:moveTo>
                    <a:pt x="971" y="0"/>
                  </a:moveTo>
                  <a:cubicBezTo>
                    <a:pt x="963" y="0"/>
                    <a:pt x="954" y="1"/>
                    <a:pt x="945" y="2"/>
                  </a:cubicBezTo>
                  <a:lnTo>
                    <a:pt x="258" y="2"/>
                  </a:lnTo>
                  <a:cubicBezTo>
                    <a:pt x="0" y="21"/>
                    <a:pt x="0" y="393"/>
                    <a:pt x="258" y="412"/>
                  </a:cubicBezTo>
                  <a:lnTo>
                    <a:pt x="945" y="412"/>
                  </a:lnTo>
                  <a:cubicBezTo>
                    <a:pt x="951" y="412"/>
                    <a:pt x="957" y="412"/>
                    <a:pt x="963" y="412"/>
                  </a:cubicBezTo>
                  <a:cubicBezTo>
                    <a:pt x="1232" y="412"/>
                    <a:pt x="1235" y="0"/>
                    <a:pt x="971"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5" name="Google Shape;10775;p64"/>
            <p:cNvSpPr/>
            <p:nvPr/>
          </p:nvSpPr>
          <p:spPr>
            <a:xfrm>
              <a:off x="3139822" y="2021488"/>
              <a:ext cx="18513" cy="15868"/>
            </a:xfrm>
            <a:custGeom>
              <a:avLst/>
              <a:gdLst/>
              <a:ahLst/>
              <a:cxnLst/>
              <a:rect l="l" t="t" r="r" b="b"/>
              <a:pathLst>
                <a:path w="707" h="606" extrusionOk="0">
                  <a:moveTo>
                    <a:pt x="404" y="1"/>
                  </a:moveTo>
                  <a:cubicBezTo>
                    <a:pt x="330" y="1"/>
                    <a:pt x="254" y="29"/>
                    <a:pt x="192" y="91"/>
                  </a:cubicBezTo>
                  <a:cubicBezTo>
                    <a:pt x="1" y="281"/>
                    <a:pt x="134" y="606"/>
                    <a:pt x="402" y="606"/>
                  </a:cubicBezTo>
                  <a:cubicBezTo>
                    <a:pt x="573" y="606"/>
                    <a:pt x="707" y="472"/>
                    <a:pt x="707" y="301"/>
                  </a:cubicBezTo>
                  <a:cubicBezTo>
                    <a:pt x="707" y="120"/>
                    <a:pt x="559" y="1"/>
                    <a:pt x="40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76" name="Google Shape;10776;p64"/>
          <p:cNvGrpSpPr/>
          <p:nvPr/>
        </p:nvGrpSpPr>
        <p:grpSpPr>
          <a:xfrm>
            <a:off x="3541697" y="3640873"/>
            <a:ext cx="347501" cy="359284"/>
            <a:chOff x="3568234" y="3791410"/>
            <a:chExt cx="347501" cy="359284"/>
          </a:xfrm>
        </p:grpSpPr>
        <p:sp>
          <p:nvSpPr>
            <p:cNvPr id="10777" name="Google Shape;10777;p64"/>
            <p:cNvSpPr/>
            <p:nvPr/>
          </p:nvSpPr>
          <p:spPr>
            <a:xfrm>
              <a:off x="3657682" y="3791410"/>
              <a:ext cx="151899" cy="160750"/>
            </a:xfrm>
            <a:custGeom>
              <a:avLst/>
              <a:gdLst/>
              <a:ahLst/>
              <a:cxnLst/>
              <a:rect l="l" t="t" r="r" b="b"/>
              <a:pathLst>
                <a:path w="5801" h="6139" extrusionOk="0">
                  <a:moveTo>
                    <a:pt x="3210" y="1"/>
                  </a:moveTo>
                  <a:cubicBezTo>
                    <a:pt x="2700" y="1"/>
                    <a:pt x="2177" y="155"/>
                    <a:pt x="1708" y="498"/>
                  </a:cubicBezTo>
                  <a:cubicBezTo>
                    <a:pt x="0" y="1738"/>
                    <a:pt x="429" y="4390"/>
                    <a:pt x="2433" y="5039"/>
                  </a:cubicBezTo>
                  <a:lnTo>
                    <a:pt x="3024" y="6031"/>
                  </a:lnTo>
                  <a:cubicBezTo>
                    <a:pt x="3067" y="6103"/>
                    <a:pt x="3141" y="6139"/>
                    <a:pt x="3215" y="6139"/>
                  </a:cubicBezTo>
                  <a:cubicBezTo>
                    <a:pt x="3289" y="6139"/>
                    <a:pt x="3363" y="6103"/>
                    <a:pt x="3406" y="6031"/>
                  </a:cubicBezTo>
                  <a:lnTo>
                    <a:pt x="4007" y="5039"/>
                  </a:lnTo>
                  <a:cubicBezTo>
                    <a:pt x="5075" y="4696"/>
                    <a:pt x="5800" y="3703"/>
                    <a:pt x="5800" y="2587"/>
                  </a:cubicBezTo>
                  <a:cubicBezTo>
                    <a:pt x="5800" y="1062"/>
                    <a:pt x="4547" y="1"/>
                    <a:pt x="3210"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8" name="Google Shape;10778;p64"/>
            <p:cNvSpPr/>
            <p:nvPr/>
          </p:nvSpPr>
          <p:spPr>
            <a:xfrm>
              <a:off x="3727858" y="3822413"/>
              <a:ext cx="48992" cy="48992"/>
            </a:xfrm>
            <a:custGeom>
              <a:avLst/>
              <a:gdLst/>
              <a:ahLst/>
              <a:cxnLst/>
              <a:rect l="l" t="t" r="r" b="b"/>
              <a:pathLst>
                <a:path w="1871" h="1871" extrusionOk="0">
                  <a:moveTo>
                    <a:pt x="936" y="1"/>
                  </a:moveTo>
                  <a:cubicBezTo>
                    <a:pt x="421" y="1"/>
                    <a:pt x="1" y="421"/>
                    <a:pt x="1" y="936"/>
                  </a:cubicBezTo>
                  <a:cubicBezTo>
                    <a:pt x="1" y="1451"/>
                    <a:pt x="421" y="1871"/>
                    <a:pt x="936" y="1871"/>
                  </a:cubicBezTo>
                  <a:cubicBezTo>
                    <a:pt x="1451" y="1871"/>
                    <a:pt x="1871" y="1451"/>
                    <a:pt x="1871" y="936"/>
                  </a:cubicBezTo>
                  <a:cubicBezTo>
                    <a:pt x="1871" y="421"/>
                    <a:pt x="1451" y="1"/>
                    <a:pt x="936"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79" name="Google Shape;10779;p64"/>
            <p:cNvSpPr/>
            <p:nvPr/>
          </p:nvSpPr>
          <p:spPr>
            <a:xfrm>
              <a:off x="3710890" y="3816731"/>
              <a:ext cx="82823" cy="60173"/>
            </a:xfrm>
            <a:custGeom>
              <a:avLst/>
              <a:gdLst/>
              <a:ahLst/>
              <a:cxnLst/>
              <a:rect l="l" t="t" r="r" b="b"/>
              <a:pathLst>
                <a:path w="3163" h="2298" extrusionOk="0">
                  <a:moveTo>
                    <a:pt x="1584" y="428"/>
                  </a:moveTo>
                  <a:cubicBezTo>
                    <a:pt x="1784" y="428"/>
                    <a:pt x="1965" y="504"/>
                    <a:pt x="2099" y="638"/>
                  </a:cubicBezTo>
                  <a:cubicBezTo>
                    <a:pt x="2585" y="1124"/>
                    <a:pt x="2188" y="1881"/>
                    <a:pt x="1598" y="1881"/>
                  </a:cubicBezTo>
                  <a:cubicBezTo>
                    <a:pt x="1505" y="1881"/>
                    <a:pt x="1407" y="1862"/>
                    <a:pt x="1307" y="1821"/>
                  </a:cubicBezTo>
                  <a:cubicBezTo>
                    <a:pt x="573" y="1525"/>
                    <a:pt x="792" y="428"/>
                    <a:pt x="1584" y="428"/>
                  </a:cubicBezTo>
                  <a:close/>
                  <a:moveTo>
                    <a:pt x="1608" y="0"/>
                  </a:moveTo>
                  <a:cubicBezTo>
                    <a:pt x="1463" y="0"/>
                    <a:pt x="1310" y="30"/>
                    <a:pt x="1154" y="94"/>
                  </a:cubicBezTo>
                  <a:cubicBezTo>
                    <a:pt x="0" y="571"/>
                    <a:pt x="334" y="2298"/>
                    <a:pt x="1584" y="2298"/>
                  </a:cubicBezTo>
                  <a:cubicBezTo>
                    <a:pt x="1889" y="2298"/>
                    <a:pt x="2185" y="2174"/>
                    <a:pt x="2395" y="1964"/>
                  </a:cubicBezTo>
                  <a:cubicBezTo>
                    <a:pt x="3162" y="1196"/>
                    <a:pt x="2538" y="0"/>
                    <a:pt x="160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0" name="Google Shape;10780;p64"/>
            <p:cNvSpPr/>
            <p:nvPr/>
          </p:nvSpPr>
          <p:spPr>
            <a:xfrm>
              <a:off x="3699631" y="3857973"/>
              <a:ext cx="44017" cy="39670"/>
            </a:xfrm>
            <a:custGeom>
              <a:avLst/>
              <a:gdLst/>
              <a:ahLst/>
              <a:cxnLst/>
              <a:rect l="l" t="t" r="r" b="b"/>
              <a:pathLst>
                <a:path w="1681" h="1515" extrusionOk="0">
                  <a:moveTo>
                    <a:pt x="1368" y="1"/>
                  </a:moveTo>
                  <a:cubicBezTo>
                    <a:pt x="1315" y="1"/>
                    <a:pt x="1259" y="25"/>
                    <a:pt x="1212" y="83"/>
                  </a:cubicBezTo>
                  <a:lnTo>
                    <a:pt x="144" y="1161"/>
                  </a:lnTo>
                  <a:cubicBezTo>
                    <a:pt x="1" y="1285"/>
                    <a:pt x="96" y="1514"/>
                    <a:pt x="287" y="1514"/>
                  </a:cubicBezTo>
                  <a:cubicBezTo>
                    <a:pt x="344" y="1514"/>
                    <a:pt x="392" y="1486"/>
                    <a:pt x="430" y="1448"/>
                  </a:cubicBezTo>
                  <a:lnTo>
                    <a:pt x="1508" y="379"/>
                  </a:lnTo>
                  <a:cubicBezTo>
                    <a:pt x="1681" y="228"/>
                    <a:pt x="1533" y="1"/>
                    <a:pt x="136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1" name="Google Shape;10781;p64"/>
            <p:cNvSpPr/>
            <p:nvPr/>
          </p:nvSpPr>
          <p:spPr>
            <a:xfrm>
              <a:off x="3568234" y="3947316"/>
              <a:ext cx="86960" cy="201179"/>
            </a:xfrm>
            <a:custGeom>
              <a:avLst/>
              <a:gdLst/>
              <a:ahLst/>
              <a:cxnLst/>
              <a:rect l="l" t="t" r="r" b="b"/>
              <a:pathLst>
                <a:path w="3321" h="7683" extrusionOk="0">
                  <a:moveTo>
                    <a:pt x="3321" y="1"/>
                  </a:moveTo>
                  <a:lnTo>
                    <a:pt x="153" y="1060"/>
                  </a:lnTo>
                  <a:cubicBezTo>
                    <a:pt x="68" y="1088"/>
                    <a:pt x="1" y="1174"/>
                    <a:pt x="10" y="1270"/>
                  </a:cubicBezTo>
                  <a:lnTo>
                    <a:pt x="10" y="7461"/>
                  </a:lnTo>
                  <a:cubicBezTo>
                    <a:pt x="2" y="7588"/>
                    <a:pt x="107" y="7683"/>
                    <a:pt x="225" y="7683"/>
                  </a:cubicBezTo>
                  <a:cubicBezTo>
                    <a:pt x="249" y="7683"/>
                    <a:pt x="273" y="7679"/>
                    <a:pt x="297" y="7671"/>
                  </a:cubicBezTo>
                  <a:lnTo>
                    <a:pt x="3321" y="6660"/>
                  </a:lnTo>
                  <a:lnTo>
                    <a:pt x="3321"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2" name="Google Shape;10782;p64"/>
            <p:cNvSpPr/>
            <p:nvPr/>
          </p:nvSpPr>
          <p:spPr>
            <a:xfrm>
              <a:off x="3655169" y="3947316"/>
              <a:ext cx="86960" cy="203379"/>
            </a:xfrm>
            <a:custGeom>
              <a:avLst/>
              <a:gdLst/>
              <a:ahLst/>
              <a:cxnLst/>
              <a:rect l="l" t="t" r="r" b="b"/>
              <a:pathLst>
                <a:path w="3321" h="7767" extrusionOk="0">
                  <a:moveTo>
                    <a:pt x="1" y="1"/>
                  </a:moveTo>
                  <a:lnTo>
                    <a:pt x="1" y="6660"/>
                  </a:lnTo>
                  <a:lnTo>
                    <a:pt x="3321" y="7766"/>
                  </a:lnTo>
                  <a:lnTo>
                    <a:pt x="3321" y="1107"/>
                  </a:lnTo>
                  <a:lnTo>
                    <a:pt x="1" y="1"/>
                  </a:lnTo>
                  <a:close/>
                </a:path>
              </a:pathLst>
            </a:custGeom>
            <a:solidFill>
              <a:srgbClr val="BAC2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3" name="Google Shape;10783;p64"/>
            <p:cNvSpPr/>
            <p:nvPr/>
          </p:nvSpPr>
          <p:spPr>
            <a:xfrm>
              <a:off x="3742103" y="3947316"/>
              <a:ext cx="86699" cy="203379"/>
            </a:xfrm>
            <a:custGeom>
              <a:avLst/>
              <a:gdLst/>
              <a:ahLst/>
              <a:cxnLst/>
              <a:rect l="l" t="t" r="r" b="b"/>
              <a:pathLst>
                <a:path w="3311" h="7767" extrusionOk="0">
                  <a:moveTo>
                    <a:pt x="3311" y="1"/>
                  </a:moveTo>
                  <a:lnTo>
                    <a:pt x="1" y="1107"/>
                  </a:lnTo>
                  <a:lnTo>
                    <a:pt x="1" y="7766"/>
                  </a:lnTo>
                  <a:lnTo>
                    <a:pt x="3311" y="6660"/>
                  </a:lnTo>
                  <a:lnTo>
                    <a:pt x="3311"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4" name="Google Shape;10784;p64"/>
            <p:cNvSpPr/>
            <p:nvPr/>
          </p:nvSpPr>
          <p:spPr>
            <a:xfrm>
              <a:off x="3828775" y="3947316"/>
              <a:ext cx="86960" cy="201179"/>
            </a:xfrm>
            <a:custGeom>
              <a:avLst/>
              <a:gdLst/>
              <a:ahLst/>
              <a:cxnLst/>
              <a:rect l="l" t="t" r="r" b="b"/>
              <a:pathLst>
                <a:path w="3321" h="7683" extrusionOk="0">
                  <a:moveTo>
                    <a:pt x="1" y="1"/>
                  </a:moveTo>
                  <a:lnTo>
                    <a:pt x="1" y="6660"/>
                  </a:lnTo>
                  <a:lnTo>
                    <a:pt x="3025" y="7671"/>
                  </a:lnTo>
                  <a:cubicBezTo>
                    <a:pt x="3049" y="7679"/>
                    <a:pt x="3073" y="7683"/>
                    <a:pt x="3096" y="7683"/>
                  </a:cubicBezTo>
                  <a:cubicBezTo>
                    <a:pt x="3215" y="7683"/>
                    <a:pt x="3321" y="7588"/>
                    <a:pt x="3321" y="7461"/>
                  </a:cubicBezTo>
                  <a:lnTo>
                    <a:pt x="3321" y="1270"/>
                  </a:lnTo>
                  <a:cubicBezTo>
                    <a:pt x="3321" y="1174"/>
                    <a:pt x="3254" y="1088"/>
                    <a:pt x="3168" y="1060"/>
                  </a:cubicBezTo>
                  <a:lnTo>
                    <a:pt x="1" y="1"/>
                  </a:lnTo>
                  <a:close/>
                </a:path>
              </a:pathLst>
            </a:custGeom>
            <a:solidFill>
              <a:srgbClr val="BAC2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5" name="Google Shape;10785;p64"/>
            <p:cNvSpPr/>
            <p:nvPr/>
          </p:nvSpPr>
          <p:spPr>
            <a:xfrm>
              <a:off x="3582741" y="3962556"/>
              <a:ext cx="318776" cy="173135"/>
            </a:xfrm>
            <a:custGeom>
              <a:avLst/>
              <a:gdLst/>
              <a:ahLst/>
              <a:cxnLst/>
              <a:rect l="l" t="t" r="r" b="b"/>
              <a:pathLst>
                <a:path w="12174" h="6612" extrusionOk="0">
                  <a:moveTo>
                    <a:pt x="2776" y="1"/>
                  </a:moveTo>
                  <a:lnTo>
                    <a:pt x="153" y="869"/>
                  </a:lnTo>
                  <a:cubicBezTo>
                    <a:pt x="57" y="898"/>
                    <a:pt x="0" y="983"/>
                    <a:pt x="0" y="1079"/>
                  </a:cubicBezTo>
                  <a:lnTo>
                    <a:pt x="0" y="6135"/>
                  </a:lnTo>
                  <a:cubicBezTo>
                    <a:pt x="0" y="6254"/>
                    <a:pt x="100" y="6347"/>
                    <a:pt x="215" y="6347"/>
                  </a:cubicBezTo>
                  <a:cubicBezTo>
                    <a:pt x="239" y="6347"/>
                    <a:pt x="263" y="6343"/>
                    <a:pt x="286" y="6335"/>
                  </a:cubicBezTo>
                  <a:lnTo>
                    <a:pt x="2595" y="5563"/>
                  </a:lnTo>
                  <a:cubicBezTo>
                    <a:pt x="2652" y="5543"/>
                    <a:pt x="2712" y="5534"/>
                    <a:pt x="2772" y="5534"/>
                  </a:cubicBezTo>
                  <a:cubicBezTo>
                    <a:pt x="2831" y="5534"/>
                    <a:pt x="2891" y="5543"/>
                    <a:pt x="2948" y="5563"/>
                  </a:cubicBezTo>
                  <a:lnTo>
                    <a:pt x="3225" y="5658"/>
                  </a:lnTo>
                  <a:lnTo>
                    <a:pt x="6087" y="6612"/>
                  </a:lnTo>
                  <a:lnTo>
                    <a:pt x="9225" y="5563"/>
                  </a:lnTo>
                  <a:cubicBezTo>
                    <a:pt x="9283" y="5543"/>
                    <a:pt x="9342" y="5534"/>
                    <a:pt x="9401" y="5534"/>
                  </a:cubicBezTo>
                  <a:cubicBezTo>
                    <a:pt x="9459" y="5534"/>
                    <a:pt x="9516" y="5543"/>
                    <a:pt x="9569" y="5563"/>
                  </a:cubicBezTo>
                  <a:lnTo>
                    <a:pt x="9855" y="5658"/>
                  </a:lnTo>
                  <a:lnTo>
                    <a:pt x="11877" y="6335"/>
                  </a:lnTo>
                  <a:cubicBezTo>
                    <a:pt x="11900" y="6343"/>
                    <a:pt x="11923" y="6346"/>
                    <a:pt x="11945" y="6346"/>
                  </a:cubicBezTo>
                  <a:cubicBezTo>
                    <a:pt x="12065" y="6346"/>
                    <a:pt x="12173" y="6246"/>
                    <a:pt x="12173" y="6125"/>
                  </a:cubicBezTo>
                  <a:lnTo>
                    <a:pt x="12173" y="1079"/>
                  </a:lnTo>
                  <a:cubicBezTo>
                    <a:pt x="12164" y="983"/>
                    <a:pt x="12106" y="898"/>
                    <a:pt x="12011" y="869"/>
                  </a:cubicBezTo>
                  <a:lnTo>
                    <a:pt x="9845" y="153"/>
                  </a:lnTo>
                  <a:lnTo>
                    <a:pt x="9397" y="1"/>
                  </a:lnTo>
                  <a:lnTo>
                    <a:pt x="6249" y="1050"/>
                  </a:lnTo>
                  <a:cubicBezTo>
                    <a:pt x="6192" y="1064"/>
                    <a:pt x="6134" y="1072"/>
                    <a:pt x="6077" y="1072"/>
                  </a:cubicBezTo>
                  <a:cubicBezTo>
                    <a:pt x="6020" y="1072"/>
                    <a:pt x="5963" y="1064"/>
                    <a:pt x="5905" y="1050"/>
                  </a:cubicBezTo>
                  <a:lnTo>
                    <a:pt x="3225" y="153"/>
                  </a:lnTo>
                  <a:lnTo>
                    <a:pt x="2776"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6" name="Google Shape;10786;p64"/>
            <p:cNvSpPr/>
            <p:nvPr/>
          </p:nvSpPr>
          <p:spPr>
            <a:xfrm>
              <a:off x="3582741" y="3962556"/>
              <a:ext cx="72454" cy="166196"/>
            </a:xfrm>
            <a:custGeom>
              <a:avLst/>
              <a:gdLst/>
              <a:ahLst/>
              <a:cxnLst/>
              <a:rect l="l" t="t" r="r" b="b"/>
              <a:pathLst>
                <a:path w="2767" h="6347" extrusionOk="0">
                  <a:moveTo>
                    <a:pt x="2767" y="1"/>
                  </a:moveTo>
                  <a:lnTo>
                    <a:pt x="143" y="869"/>
                  </a:lnTo>
                  <a:cubicBezTo>
                    <a:pt x="57" y="898"/>
                    <a:pt x="0" y="983"/>
                    <a:pt x="0" y="1079"/>
                  </a:cubicBezTo>
                  <a:lnTo>
                    <a:pt x="0" y="6135"/>
                  </a:lnTo>
                  <a:cubicBezTo>
                    <a:pt x="0" y="6254"/>
                    <a:pt x="100" y="6347"/>
                    <a:pt x="210" y="6347"/>
                  </a:cubicBezTo>
                  <a:cubicBezTo>
                    <a:pt x="232" y="6347"/>
                    <a:pt x="255" y="6343"/>
                    <a:pt x="277" y="6335"/>
                  </a:cubicBezTo>
                  <a:lnTo>
                    <a:pt x="2595" y="5572"/>
                  </a:lnTo>
                  <a:cubicBezTo>
                    <a:pt x="2652" y="5553"/>
                    <a:pt x="2709" y="5543"/>
                    <a:pt x="2767" y="5543"/>
                  </a:cubicBezTo>
                  <a:lnTo>
                    <a:pt x="2767"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87" name="Google Shape;10787;p64"/>
            <p:cNvSpPr/>
            <p:nvPr/>
          </p:nvSpPr>
          <p:spPr>
            <a:xfrm>
              <a:off x="3742103" y="3962556"/>
              <a:ext cx="86699" cy="173135"/>
            </a:xfrm>
            <a:custGeom>
              <a:avLst/>
              <a:gdLst/>
              <a:ahLst/>
              <a:cxnLst/>
              <a:rect l="l" t="t" r="r" b="b"/>
              <a:pathLst>
                <a:path w="3311" h="6612" extrusionOk="0">
                  <a:moveTo>
                    <a:pt x="3311" y="1"/>
                  </a:moveTo>
                  <a:lnTo>
                    <a:pt x="172" y="1050"/>
                  </a:lnTo>
                  <a:cubicBezTo>
                    <a:pt x="115" y="1060"/>
                    <a:pt x="58" y="1069"/>
                    <a:pt x="1" y="1079"/>
                  </a:cubicBezTo>
                  <a:lnTo>
                    <a:pt x="1" y="6612"/>
                  </a:lnTo>
                  <a:lnTo>
                    <a:pt x="3139" y="5572"/>
                  </a:lnTo>
                  <a:cubicBezTo>
                    <a:pt x="3197" y="5553"/>
                    <a:pt x="3254" y="5543"/>
                    <a:pt x="3311" y="5543"/>
                  </a:cubicBezTo>
                  <a:lnTo>
                    <a:pt x="3311"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88" name="Google Shape;10788;p64"/>
          <p:cNvGrpSpPr/>
          <p:nvPr/>
        </p:nvGrpSpPr>
        <p:grpSpPr>
          <a:xfrm>
            <a:off x="1733387" y="1350550"/>
            <a:ext cx="347004" cy="358420"/>
            <a:chOff x="1759925" y="1501087"/>
            <a:chExt cx="347004" cy="358420"/>
          </a:xfrm>
        </p:grpSpPr>
        <p:sp>
          <p:nvSpPr>
            <p:cNvPr id="10789" name="Google Shape;10789;p64"/>
            <p:cNvSpPr/>
            <p:nvPr/>
          </p:nvSpPr>
          <p:spPr>
            <a:xfrm>
              <a:off x="1897055" y="1797266"/>
              <a:ext cx="72480" cy="62242"/>
            </a:xfrm>
            <a:custGeom>
              <a:avLst/>
              <a:gdLst/>
              <a:ahLst/>
              <a:cxnLst/>
              <a:rect l="l" t="t" r="r" b="b"/>
              <a:pathLst>
                <a:path w="2768" h="2377" extrusionOk="0">
                  <a:moveTo>
                    <a:pt x="1" y="1"/>
                  </a:moveTo>
                  <a:lnTo>
                    <a:pt x="1" y="2147"/>
                  </a:lnTo>
                  <a:cubicBezTo>
                    <a:pt x="1" y="2271"/>
                    <a:pt x="106" y="2376"/>
                    <a:pt x="230" y="2376"/>
                  </a:cubicBezTo>
                  <a:lnTo>
                    <a:pt x="2548" y="2376"/>
                  </a:lnTo>
                  <a:cubicBezTo>
                    <a:pt x="2672" y="2376"/>
                    <a:pt x="2767" y="2271"/>
                    <a:pt x="2767" y="2147"/>
                  </a:cubicBezTo>
                  <a:lnTo>
                    <a:pt x="2767" y="1"/>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0" name="Google Shape;10790;p64"/>
            <p:cNvSpPr/>
            <p:nvPr/>
          </p:nvSpPr>
          <p:spPr>
            <a:xfrm>
              <a:off x="1897055" y="1797266"/>
              <a:ext cx="72480" cy="31003"/>
            </a:xfrm>
            <a:custGeom>
              <a:avLst/>
              <a:gdLst/>
              <a:ahLst/>
              <a:cxnLst/>
              <a:rect l="l" t="t" r="r" b="b"/>
              <a:pathLst>
                <a:path w="2768" h="1184" extrusionOk="0">
                  <a:moveTo>
                    <a:pt x="1" y="1"/>
                  </a:moveTo>
                  <a:lnTo>
                    <a:pt x="1" y="1184"/>
                  </a:lnTo>
                  <a:lnTo>
                    <a:pt x="2767" y="1184"/>
                  </a:lnTo>
                  <a:lnTo>
                    <a:pt x="2767" y="1"/>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1" name="Google Shape;10791;p64"/>
            <p:cNvSpPr/>
            <p:nvPr/>
          </p:nvSpPr>
          <p:spPr>
            <a:xfrm>
              <a:off x="1854086" y="1501087"/>
              <a:ext cx="158419" cy="311942"/>
            </a:xfrm>
            <a:custGeom>
              <a:avLst/>
              <a:gdLst/>
              <a:ahLst/>
              <a:cxnLst/>
              <a:rect l="l" t="t" r="r" b="b"/>
              <a:pathLst>
                <a:path w="6050" h="11913" extrusionOk="0">
                  <a:moveTo>
                    <a:pt x="759" y="0"/>
                  </a:moveTo>
                  <a:cubicBezTo>
                    <a:pt x="389" y="0"/>
                    <a:pt x="20" y="241"/>
                    <a:pt x="1" y="723"/>
                  </a:cubicBezTo>
                  <a:lnTo>
                    <a:pt x="1" y="11694"/>
                  </a:lnTo>
                  <a:cubicBezTo>
                    <a:pt x="1" y="11818"/>
                    <a:pt x="106" y="11913"/>
                    <a:pt x="220" y="11913"/>
                  </a:cubicBezTo>
                  <a:lnTo>
                    <a:pt x="5830" y="11913"/>
                  </a:lnTo>
                  <a:cubicBezTo>
                    <a:pt x="5954" y="11913"/>
                    <a:pt x="6049" y="11818"/>
                    <a:pt x="6049" y="11694"/>
                  </a:cubicBezTo>
                  <a:lnTo>
                    <a:pt x="6049" y="3251"/>
                  </a:lnTo>
                  <a:lnTo>
                    <a:pt x="1518" y="3251"/>
                  </a:lnTo>
                  <a:lnTo>
                    <a:pt x="1518" y="723"/>
                  </a:lnTo>
                  <a:cubicBezTo>
                    <a:pt x="1498" y="241"/>
                    <a:pt x="1129" y="0"/>
                    <a:pt x="75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2" name="Google Shape;10792;p64"/>
            <p:cNvSpPr/>
            <p:nvPr/>
          </p:nvSpPr>
          <p:spPr>
            <a:xfrm>
              <a:off x="1854086" y="1795040"/>
              <a:ext cx="158419" cy="17989"/>
            </a:xfrm>
            <a:custGeom>
              <a:avLst/>
              <a:gdLst/>
              <a:ahLst/>
              <a:cxnLst/>
              <a:rect l="l" t="t" r="r" b="b"/>
              <a:pathLst>
                <a:path w="6050" h="687" extrusionOk="0">
                  <a:moveTo>
                    <a:pt x="1" y="0"/>
                  </a:moveTo>
                  <a:lnTo>
                    <a:pt x="1" y="468"/>
                  </a:lnTo>
                  <a:cubicBezTo>
                    <a:pt x="1" y="592"/>
                    <a:pt x="106" y="687"/>
                    <a:pt x="220" y="687"/>
                  </a:cubicBezTo>
                  <a:lnTo>
                    <a:pt x="5830" y="687"/>
                  </a:lnTo>
                  <a:cubicBezTo>
                    <a:pt x="5954" y="687"/>
                    <a:pt x="6049" y="592"/>
                    <a:pt x="6049" y="468"/>
                  </a:cubicBezTo>
                  <a:lnTo>
                    <a:pt x="604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3" name="Google Shape;10793;p64"/>
            <p:cNvSpPr/>
            <p:nvPr/>
          </p:nvSpPr>
          <p:spPr>
            <a:xfrm>
              <a:off x="1854348" y="1602685"/>
              <a:ext cx="105447" cy="80702"/>
            </a:xfrm>
            <a:custGeom>
              <a:avLst/>
              <a:gdLst/>
              <a:ahLst/>
              <a:cxnLst/>
              <a:rect l="l" t="t" r="r" b="b"/>
              <a:pathLst>
                <a:path w="4027" h="3082" extrusionOk="0">
                  <a:moveTo>
                    <a:pt x="716" y="0"/>
                  </a:moveTo>
                  <a:cubicBezTo>
                    <a:pt x="458" y="0"/>
                    <a:pt x="210" y="77"/>
                    <a:pt x="0" y="220"/>
                  </a:cubicBezTo>
                  <a:lnTo>
                    <a:pt x="0" y="2862"/>
                  </a:lnTo>
                  <a:cubicBezTo>
                    <a:pt x="210" y="3005"/>
                    <a:pt x="458" y="3082"/>
                    <a:pt x="716" y="3082"/>
                  </a:cubicBezTo>
                  <a:lnTo>
                    <a:pt x="2776" y="3082"/>
                  </a:lnTo>
                  <a:cubicBezTo>
                    <a:pt x="3463" y="3082"/>
                    <a:pt x="4017" y="2528"/>
                    <a:pt x="4026" y="1842"/>
                  </a:cubicBezTo>
                  <a:lnTo>
                    <a:pt x="4026"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4" name="Google Shape;10794;p64"/>
            <p:cNvSpPr/>
            <p:nvPr/>
          </p:nvSpPr>
          <p:spPr>
            <a:xfrm>
              <a:off x="1893808" y="1586188"/>
              <a:ext cx="118697" cy="63996"/>
            </a:xfrm>
            <a:custGeom>
              <a:avLst/>
              <a:gdLst/>
              <a:ahLst/>
              <a:cxnLst/>
              <a:rect l="l" t="t" r="r" b="b"/>
              <a:pathLst>
                <a:path w="4533" h="2444" extrusionOk="0">
                  <a:moveTo>
                    <a:pt x="1" y="1"/>
                  </a:moveTo>
                  <a:lnTo>
                    <a:pt x="1" y="2195"/>
                  </a:lnTo>
                  <a:cubicBezTo>
                    <a:pt x="229" y="2362"/>
                    <a:pt x="493" y="2444"/>
                    <a:pt x="757" y="2444"/>
                  </a:cubicBezTo>
                  <a:cubicBezTo>
                    <a:pt x="1067" y="2444"/>
                    <a:pt x="1375" y="2331"/>
                    <a:pt x="1622" y="2109"/>
                  </a:cubicBezTo>
                  <a:cubicBezTo>
                    <a:pt x="1813" y="2224"/>
                    <a:pt x="2023" y="2281"/>
                    <a:pt x="2252" y="2281"/>
                  </a:cubicBezTo>
                  <a:lnTo>
                    <a:pt x="2290" y="2281"/>
                  </a:lnTo>
                  <a:cubicBezTo>
                    <a:pt x="2643" y="2281"/>
                    <a:pt x="2987" y="2128"/>
                    <a:pt x="3225" y="1861"/>
                  </a:cubicBezTo>
                  <a:cubicBezTo>
                    <a:pt x="3387" y="1928"/>
                    <a:pt x="3549" y="1956"/>
                    <a:pt x="3721" y="1956"/>
                  </a:cubicBezTo>
                  <a:lnTo>
                    <a:pt x="3836" y="1956"/>
                  </a:lnTo>
                  <a:cubicBezTo>
                    <a:pt x="4084" y="1956"/>
                    <a:pt x="4332" y="1880"/>
                    <a:pt x="4532" y="1747"/>
                  </a:cubicBezTo>
                  <a:lnTo>
                    <a:pt x="4532"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5" name="Google Shape;10795;p64"/>
            <p:cNvSpPr/>
            <p:nvPr/>
          </p:nvSpPr>
          <p:spPr>
            <a:xfrm>
              <a:off x="1893808" y="1552724"/>
              <a:ext cx="39487" cy="83452"/>
            </a:xfrm>
            <a:custGeom>
              <a:avLst/>
              <a:gdLst/>
              <a:ahLst/>
              <a:cxnLst/>
              <a:rect l="l" t="t" r="r" b="b"/>
              <a:pathLst>
                <a:path w="1508" h="3187" extrusionOk="0">
                  <a:moveTo>
                    <a:pt x="754" y="0"/>
                  </a:moveTo>
                  <a:cubicBezTo>
                    <a:pt x="334" y="0"/>
                    <a:pt x="1" y="344"/>
                    <a:pt x="1" y="754"/>
                  </a:cubicBezTo>
                  <a:lnTo>
                    <a:pt x="1" y="2433"/>
                  </a:lnTo>
                  <a:cubicBezTo>
                    <a:pt x="1" y="2853"/>
                    <a:pt x="334" y="3187"/>
                    <a:pt x="754" y="3187"/>
                  </a:cubicBezTo>
                  <a:cubicBezTo>
                    <a:pt x="1174" y="3187"/>
                    <a:pt x="1508" y="2853"/>
                    <a:pt x="1508" y="2433"/>
                  </a:cubicBezTo>
                  <a:lnTo>
                    <a:pt x="1508" y="764"/>
                  </a:lnTo>
                  <a:cubicBezTo>
                    <a:pt x="1508" y="344"/>
                    <a:pt x="1174" y="0"/>
                    <a:pt x="754"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6" name="Google Shape;10796;p64"/>
            <p:cNvSpPr/>
            <p:nvPr/>
          </p:nvSpPr>
          <p:spPr>
            <a:xfrm>
              <a:off x="1933269" y="1552724"/>
              <a:ext cx="39749" cy="79210"/>
            </a:xfrm>
            <a:custGeom>
              <a:avLst/>
              <a:gdLst/>
              <a:ahLst/>
              <a:cxnLst/>
              <a:rect l="l" t="t" r="r" b="b"/>
              <a:pathLst>
                <a:path w="1518" h="3025" extrusionOk="0">
                  <a:moveTo>
                    <a:pt x="735" y="0"/>
                  </a:moveTo>
                  <a:cubicBezTo>
                    <a:pt x="335" y="0"/>
                    <a:pt x="1" y="334"/>
                    <a:pt x="1" y="744"/>
                  </a:cubicBezTo>
                  <a:lnTo>
                    <a:pt x="1" y="2290"/>
                  </a:lnTo>
                  <a:cubicBezTo>
                    <a:pt x="1" y="2700"/>
                    <a:pt x="335" y="3025"/>
                    <a:pt x="735" y="3025"/>
                  </a:cubicBezTo>
                  <a:lnTo>
                    <a:pt x="783" y="3025"/>
                  </a:lnTo>
                  <a:cubicBezTo>
                    <a:pt x="1184" y="3025"/>
                    <a:pt x="1518" y="2700"/>
                    <a:pt x="1518" y="2290"/>
                  </a:cubicBezTo>
                  <a:lnTo>
                    <a:pt x="1518" y="744"/>
                  </a:lnTo>
                  <a:cubicBezTo>
                    <a:pt x="1518" y="334"/>
                    <a:pt x="1184" y="0"/>
                    <a:pt x="783"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7" name="Google Shape;10797;p64"/>
            <p:cNvSpPr/>
            <p:nvPr/>
          </p:nvSpPr>
          <p:spPr>
            <a:xfrm>
              <a:off x="1972992" y="1552724"/>
              <a:ext cx="39513" cy="70726"/>
            </a:xfrm>
            <a:custGeom>
              <a:avLst/>
              <a:gdLst/>
              <a:ahLst/>
              <a:cxnLst/>
              <a:rect l="l" t="t" r="r" b="b"/>
              <a:pathLst>
                <a:path w="1509" h="2701" extrusionOk="0">
                  <a:moveTo>
                    <a:pt x="697" y="0"/>
                  </a:moveTo>
                  <a:cubicBezTo>
                    <a:pt x="306" y="0"/>
                    <a:pt x="1" y="315"/>
                    <a:pt x="1" y="697"/>
                  </a:cubicBezTo>
                  <a:lnTo>
                    <a:pt x="1" y="2013"/>
                  </a:lnTo>
                  <a:cubicBezTo>
                    <a:pt x="1" y="2395"/>
                    <a:pt x="306" y="2700"/>
                    <a:pt x="697" y="2700"/>
                  </a:cubicBezTo>
                  <a:lnTo>
                    <a:pt x="812" y="2700"/>
                  </a:lnTo>
                  <a:cubicBezTo>
                    <a:pt x="1193" y="2700"/>
                    <a:pt x="1508" y="2395"/>
                    <a:pt x="1508" y="2013"/>
                  </a:cubicBezTo>
                  <a:lnTo>
                    <a:pt x="1508" y="697"/>
                  </a:lnTo>
                  <a:cubicBezTo>
                    <a:pt x="1508" y="315"/>
                    <a:pt x="1193" y="0"/>
                    <a:pt x="812"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8" name="Google Shape;10798;p64"/>
            <p:cNvSpPr/>
            <p:nvPr/>
          </p:nvSpPr>
          <p:spPr>
            <a:xfrm>
              <a:off x="1893808" y="1552724"/>
              <a:ext cx="25007" cy="83452"/>
            </a:xfrm>
            <a:custGeom>
              <a:avLst/>
              <a:gdLst/>
              <a:ahLst/>
              <a:cxnLst/>
              <a:rect l="l" t="t" r="r" b="b"/>
              <a:pathLst>
                <a:path w="955" h="3187" extrusionOk="0">
                  <a:moveTo>
                    <a:pt x="754" y="0"/>
                  </a:moveTo>
                  <a:cubicBezTo>
                    <a:pt x="334" y="0"/>
                    <a:pt x="1" y="334"/>
                    <a:pt x="1" y="754"/>
                  </a:cubicBezTo>
                  <a:lnTo>
                    <a:pt x="1" y="2433"/>
                  </a:lnTo>
                  <a:cubicBezTo>
                    <a:pt x="1" y="2853"/>
                    <a:pt x="334" y="3187"/>
                    <a:pt x="754" y="3187"/>
                  </a:cubicBezTo>
                  <a:cubicBezTo>
                    <a:pt x="821" y="3187"/>
                    <a:pt x="888" y="3177"/>
                    <a:pt x="955" y="3168"/>
                  </a:cubicBezTo>
                  <a:cubicBezTo>
                    <a:pt x="621" y="3072"/>
                    <a:pt x="392" y="2776"/>
                    <a:pt x="392" y="2433"/>
                  </a:cubicBezTo>
                  <a:lnTo>
                    <a:pt x="392" y="764"/>
                  </a:lnTo>
                  <a:cubicBezTo>
                    <a:pt x="392" y="411"/>
                    <a:pt x="621" y="115"/>
                    <a:pt x="955" y="29"/>
                  </a:cubicBezTo>
                  <a:cubicBezTo>
                    <a:pt x="888" y="10"/>
                    <a:pt x="821" y="0"/>
                    <a:pt x="754" y="0"/>
                  </a:cubicBezTo>
                  <a:close/>
                </a:path>
              </a:pathLst>
            </a:custGeom>
            <a:solidFill>
              <a:srgbClr val="6E86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9" name="Google Shape;10799;p64"/>
            <p:cNvSpPr/>
            <p:nvPr/>
          </p:nvSpPr>
          <p:spPr>
            <a:xfrm>
              <a:off x="1933269" y="1552724"/>
              <a:ext cx="25007" cy="79210"/>
            </a:xfrm>
            <a:custGeom>
              <a:avLst/>
              <a:gdLst/>
              <a:ahLst/>
              <a:cxnLst/>
              <a:rect l="l" t="t" r="r" b="b"/>
              <a:pathLst>
                <a:path w="955" h="3025" extrusionOk="0">
                  <a:moveTo>
                    <a:pt x="745" y="0"/>
                  </a:moveTo>
                  <a:cubicBezTo>
                    <a:pt x="335" y="0"/>
                    <a:pt x="1" y="334"/>
                    <a:pt x="1" y="744"/>
                  </a:cubicBezTo>
                  <a:lnTo>
                    <a:pt x="1" y="2290"/>
                  </a:lnTo>
                  <a:cubicBezTo>
                    <a:pt x="1" y="2700"/>
                    <a:pt x="335" y="3025"/>
                    <a:pt x="735" y="3025"/>
                  </a:cubicBezTo>
                  <a:lnTo>
                    <a:pt x="783" y="3025"/>
                  </a:lnTo>
                  <a:cubicBezTo>
                    <a:pt x="840" y="3025"/>
                    <a:pt x="898" y="3015"/>
                    <a:pt x="955" y="3005"/>
                  </a:cubicBezTo>
                  <a:cubicBezTo>
                    <a:pt x="631" y="2920"/>
                    <a:pt x="392" y="2624"/>
                    <a:pt x="402" y="2290"/>
                  </a:cubicBezTo>
                  <a:lnTo>
                    <a:pt x="402" y="744"/>
                  </a:lnTo>
                  <a:cubicBezTo>
                    <a:pt x="392" y="401"/>
                    <a:pt x="631" y="105"/>
                    <a:pt x="955" y="29"/>
                  </a:cubicBezTo>
                  <a:cubicBezTo>
                    <a:pt x="898" y="10"/>
                    <a:pt x="840" y="0"/>
                    <a:pt x="783" y="0"/>
                  </a:cubicBezTo>
                  <a:close/>
                </a:path>
              </a:pathLst>
            </a:custGeom>
            <a:solidFill>
              <a:srgbClr val="6E86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0" name="Google Shape;10800;p64"/>
            <p:cNvSpPr/>
            <p:nvPr/>
          </p:nvSpPr>
          <p:spPr>
            <a:xfrm>
              <a:off x="1972992" y="1552724"/>
              <a:ext cx="25007" cy="70830"/>
            </a:xfrm>
            <a:custGeom>
              <a:avLst/>
              <a:gdLst/>
              <a:ahLst/>
              <a:cxnLst/>
              <a:rect l="l" t="t" r="r" b="b"/>
              <a:pathLst>
                <a:path w="955" h="2705" extrusionOk="0">
                  <a:moveTo>
                    <a:pt x="697" y="0"/>
                  </a:moveTo>
                  <a:cubicBezTo>
                    <a:pt x="306" y="0"/>
                    <a:pt x="1" y="315"/>
                    <a:pt x="1" y="697"/>
                  </a:cubicBezTo>
                  <a:lnTo>
                    <a:pt x="1" y="2013"/>
                  </a:lnTo>
                  <a:cubicBezTo>
                    <a:pt x="1" y="2395"/>
                    <a:pt x="306" y="2700"/>
                    <a:pt x="697" y="2700"/>
                  </a:cubicBezTo>
                  <a:lnTo>
                    <a:pt x="812" y="2700"/>
                  </a:lnTo>
                  <a:cubicBezTo>
                    <a:pt x="826" y="2703"/>
                    <a:pt x="840" y="2704"/>
                    <a:pt x="854" y="2704"/>
                  </a:cubicBezTo>
                  <a:cubicBezTo>
                    <a:pt x="887" y="2704"/>
                    <a:pt x="921" y="2697"/>
                    <a:pt x="955" y="2691"/>
                  </a:cubicBezTo>
                  <a:cubicBezTo>
                    <a:pt x="621" y="2624"/>
                    <a:pt x="392" y="2338"/>
                    <a:pt x="392" y="2013"/>
                  </a:cubicBezTo>
                  <a:lnTo>
                    <a:pt x="392" y="697"/>
                  </a:lnTo>
                  <a:cubicBezTo>
                    <a:pt x="392" y="363"/>
                    <a:pt x="621" y="77"/>
                    <a:pt x="955" y="19"/>
                  </a:cubicBezTo>
                  <a:cubicBezTo>
                    <a:pt x="907" y="10"/>
                    <a:pt x="859" y="0"/>
                    <a:pt x="812" y="0"/>
                  </a:cubicBezTo>
                  <a:close/>
                </a:path>
              </a:pathLst>
            </a:custGeom>
            <a:solidFill>
              <a:srgbClr val="6E86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1" name="Google Shape;10801;p64"/>
            <p:cNvSpPr/>
            <p:nvPr/>
          </p:nvSpPr>
          <p:spPr>
            <a:xfrm>
              <a:off x="1854348" y="1616432"/>
              <a:ext cx="91438" cy="53234"/>
            </a:xfrm>
            <a:custGeom>
              <a:avLst/>
              <a:gdLst/>
              <a:ahLst/>
              <a:cxnLst/>
              <a:rect l="l" t="t" r="r" b="b"/>
              <a:pathLst>
                <a:path w="3492" h="2033" extrusionOk="0">
                  <a:moveTo>
                    <a:pt x="716" y="0"/>
                  </a:moveTo>
                  <a:cubicBezTo>
                    <a:pt x="315" y="0"/>
                    <a:pt x="0" y="324"/>
                    <a:pt x="0" y="716"/>
                  </a:cubicBezTo>
                  <a:lnTo>
                    <a:pt x="0" y="1317"/>
                  </a:lnTo>
                  <a:cubicBezTo>
                    <a:pt x="0" y="1708"/>
                    <a:pt x="315" y="2032"/>
                    <a:pt x="716" y="2032"/>
                  </a:cubicBezTo>
                  <a:lnTo>
                    <a:pt x="2776" y="2032"/>
                  </a:lnTo>
                  <a:cubicBezTo>
                    <a:pt x="3168" y="2032"/>
                    <a:pt x="3492" y="1708"/>
                    <a:pt x="3492" y="1317"/>
                  </a:cubicBezTo>
                  <a:lnTo>
                    <a:pt x="3492" y="219"/>
                  </a:lnTo>
                  <a:cubicBezTo>
                    <a:pt x="3492" y="95"/>
                    <a:pt x="3387" y="0"/>
                    <a:pt x="3272" y="0"/>
                  </a:cubicBezTo>
                  <a:close/>
                </a:path>
              </a:pathLst>
            </a:custGeom>
            <a:solidFill>
              <a:srgbClr val="95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2" name="Google Shape;10802;p64"/>
            <p:cNvSpPr/>
            <p:nvPr/>
          </p:nvSpPr>
          <p:spPr>
            <a:xfrm>
              <a:off x="1894070" y="1697029"/>
              <a:ext cx="19167" cy="50301"/>
            </a:xfrm>
            <a:custGeom>
              <a:avLst/>
              <a:gdLst/>
              <a:ahLst/>
              <a:cxnLst/>
              <a:rect l="l" t="t" r="r" b="b"/>
              <a:pathLst>
                <a:path w="732" h="1921" extrusionOk="0">
                  <a:moveTo>
                    <a:pt x="505" y="1"/>
                  </a:moveTo>
                  <a:cubicBezTo>
                    <a:pt x="419" y="1"/>
                    <a:pt x="334" y="49"/>
                    <a:pt x="305" y="156"/>
                  </a:cubicBezTo>
                  <a:lnTo>
                    <a:pt x="19" y="1673"/>
                  </a:lnTo>
                  <a:cubicBezTo>
                    <a:pt x="0" y="1797"/>
                    <a:pt x="96" y="1911"/>
                    <a:pt x="229" y="1921"/>
                  </a:cubicBezTo>
                  <a:cubicBezTo>
                    <a:pt x="324" y="1911"/>
                    <a:pt x="410" y="1845"/>
                    <a:pt x="429" y="1740"/>
                  </a:cubicBezTo>
                  <a:lnTo>
                    <a:pt x="716" y="232"/>
                  </a:lnTo>
                  <a:cubicBezTo>
                    <a:pt x="732" y="86"/>
                    <a:pt x="618" y="1"/>
                    <a:pt x="50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3" name="Google Shape;10803;p64"/>
            <p:cNvSpPr/>
            <p:nvPr/>
          </p:nvSpPr>
          <p:spPr>
            <a:xfrm>
              <a:off x="1918789" y="1697029"/>
              <a:ext cx="19194" cy="50301"/>
            </a:xfrm>
            <a:custGeom>
              <a:avLst/>
              <a:gdLst/>
              <a:ahLst/>
              <a:cxnLst/>
              <a:rect l="l" t="t" r="r" b="b"/>
              <a:pathLst>
                <a:path w="733" h="1921" extrusionOk="0">
                  <a:moveTo>
                    <a:pt x="505" y="1"/>
                  </a:moveTo>
                  <a:cubicBezTo>
                    <a:pt x="420" y="1"/>
                    <a:pt x="335" y="49"/>
                    <a:pt x="306" y="156"/>
                  </a:cubicBezTo>
                  <a:lnTo>
                    <a:pt x="29" y="1673"/>
                  </a:lnTo>
                  <a:cubicBezTo>
                    <a:pt x="1" y="1797"/>
                    <a:pt x="96" y="1921"/>
                    <a:pt x="230" y="1921"/>
                  </a:cubicBezTo>
                  <a:cubicBezTo>
                    <a:pt x="325" y="1911"/>
                    <a:pt x="411" y="1845"/>
                    <a:pt x="430" y="1740"/>
                  </a:cubicBezTo>
                  <a:lnTo>
                    <a:pt x="716" y="232"/>
                  </a:lnTo>
                  <a:cubicBezTo>
                    <a:pt x="732" y="86"/>
                    <a:pt x="619" y="1"/>
                    <a:pt x="50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4" name="Google Shape;10804;p64"/>
            <p:cNvSpPr/>
            <p:nvPr/>
          </p:nvSpPr>
          <p:spPr>
            <a:xfrm>
              <a:off x="1892552" y="1704099"/>
              <a:ext cx="52998" cy="11024"/>
            </a:xfrm>
            <a:custGeom>
              <a:avLst/>
              <a:gdLst/>
              <a:ahLst/>
              <a:cxnLst/>
              <a:rect l="l" t="t" r="r" b="b"/>
              <a:pathLst>
                <a:path w="2024" h="421" extrusionOk="0">
                  <a:moveTo>
                    <a:pt x="258" y="1"/>
                  </a:moveTo>
                  <a:cubicBezTo>
                    <a:pt x="1" y="20"/>
                    <a:pt x="1" y="392"/>
                    <a:pt x="258" y="420"/>
                  </a:cubicBezTo>
                  <a:lnTo>
                    <a:pt x="1766" y="420"/>
                  </a:lnTo>
                  <a:cubicBezTo>
                    <a:pt x="2023" y="392"/>
                    <a:pt x="2023" y="20"/>
                    <a:pt x="1766"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5" name="Google Shape;10805;p64"/>
            <p:cNvSpPr/>
            <p:nvPr/>
          </p:nvSpPr>
          <p:spPr>
            <a:xfrm>
              <a:off x="1887315" y="1728844"/>
              <a:ext cx="52998" cy="10998"/>
            </a:xfrm>
            <a:custGeom>
              <a:avLst/>
              <a:gdLst/>
              <a:ahLst/>
              <a:cxnLst/>
              <a:rect l="l" t="t" r="r" b="b"/>
              <a:pathLst>
                <a:path w="2024" h="420" extrusionOk="0">
                  <a:moveTo>
                    <a:pt x="258" y="0"/>
                  </a:moveTo>
                  <a:cubicBezTo>
                    <a:pt x="1" y="19"/>
                    <a:pt x="1" y="401"/>
                    <a:pt x="258" y="420"/>
                  </a:cubicBezTo>
                  <a:lnTo>
                    <a:pt x="1775" y="420"/>
                  </a:lnTo>
                  <a:cubicBezTo>
                    <a:pt x="2023" y="401"/>
                    <a:pt x="2023" y="19"/>
                    <a:pt x="176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6" name="Google Shape;10806;p64"/>
            <p:cNvSpPr/>
            <p:nvPr/>
          </p:nvSpPr>
          <p:spPr>
            <a:xfrm>
              <a:off x="1946519" y="1679800"/>
              <a:ext cx="21760" cy="67531"/>
            </a:xfrm>
            <a:custGeom>
              <a:avLst/>
              <a:gdLst/>
              <a:ahLst/>
              <a:cxnLst/>
              <a:rect l="l" t="t" r="r" b="b"/>
              <a:pathLst>
                <a:path w="831" h="2579" extrusionOk="0">
                  <a:moveTo>
                    <a:pt x="621" y="1"/>
                  </a:moveTo>
                  <a:cubicBezTo>
                    <a:pt x="589" y="1"/>
                    <a:pt x="557" y="8"/>
                    <a:pt x="525" y="22"/>
                  </a:cubicBezTo>
                  <a:lnTo>
                    <a:pt x="191" y="213"/>
                  </a:lnTo>
                  <a:cubicBezTo>
                    <a:pt x="1" y="329"/>
                    <a:pt x="112" y="596"/>
                    <a:pt x="295" y="596"/>
                  </a:cubicBezTo>
                  <a:cubicBezTo>
                    <a:pt x="322" y="596"/>
                    <a:pt x="352" y="589"/>
                    <a:pt x="382" y="576"/>
                  </a:cubicBezTo>
                  <a:lnTo>
                    <a:pt x="420" y="557"/>
                  </a:lnTo>
                  <a:lnTo>
                    <a:pt x="420" y="2369"/>
                  </a:lnTo>
                  <a:cubicBezTo>
                    <a:pt x="420" y="2484"/>
                    <a:pt x="516" y="2579"/>
                    <a:pt x="630" y="2579"/>
                  </a:cubicBezTo>
                  <a:cubicBezTo>
                    <a:pt x="745" y="2569"/>
                    <a:pt x="830" y="2484"/>
                    <a:pt x="830" y="2369"/>
                  </a:cubicBezTo>
                  <a:lnTo>
                    <a:pt x="830" y="213"/>
                  </a:lnTo>
                  <a:cubicBezTo>
                    <a:pt x="830" y="87"/>
                    <a:pt x="732" y="1"/>
                    <a:pt x="621"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7" name="Google Shape;10807;p64"/>
            <p:cNvSpPr/>
            <p:nvPr/>
          </p:nvSpPr>
          <p:spPr>
            <a:xfrm>
              <a:off x="1947278" y="1736333"/>
              <a:ext cx="32234" cy="10998"/>
            </a:xfrm>
            <a:custGeom>
              <a:avLst/>
              <a:gdLst/>
              <a:ahLst/>
              <a:cxnLst/>
              <a:rect l="l" t="t" r="r" b="b"/>
              <a:pathLst>
                <a:path w="1231" h="420" extrusionOk="0">
                  <a:moveTo>
                    <a:pt x="258" y="0"/>
                  </a:moveTo>
                  <a:cubicBezTo>
                    <a:pt x="0" y="19"/>
                    <a:pt x="0" y="391"/>
                    <a:pt x="258" y="420"/>
                  </a:cubicBezTo>
                  <a:lnTo>
                    <a:pt x="973" y="420"/>
                  </a:lnTo>
                  <a:cubicBezTo>
                    <a:pt x="1231" y="391"/>
                    <a:pt x="1231" y="19"/>
                    <a:pt x="97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8" name="Google Shape;10808;p64"/>
            <p:cNvSpPr/>
            <p:nvPr/>
          </p:nvSpPr>
          <p:spPr>
            <a:xfrm>
              <a:off x="2037695" y="1701350"/>
              <a:ext cx="69233" cy="11024"/>
            </a:xfrm>
            <a:custGeom>
              <a:avLst/>
              <a:gdLst/>
              <a:ahLst/>
              <a:cxnLst/>
              <a:rect l="l" t="t" r="r" b="b"/>
              <a:pathLst>
                <a:path w="2644" h="421" extrusionOk="0">
                  <a:moveTo>
                    <a:pt x="258" y="1"/>
                  </a:moveTo>
                  <a:cubicBezTo>
                    <a:pt x="1" y="20"/>
                    <a:pt x="1" y="392"/>
                    <a:pt x="258" y="420"/>
                  </a:cubicBezTo>
                  <a:lnTo>
                    <a:pt x="2386" y="420"/>
                  </a:lnTo>
                  <a:cubicBezTo>
                    <a:pt x="2643" y="392"/>
                    <a:pt x="2643" y="20"/>
                    <a:pt x="2386"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9" name="Google Shape;10809;p64"/>
            <p:cNvSpPr/>
            <p:nvPr/>
          </p:nvSpPr>
          <p:spPr>
            <a:xfrm>
              <a:off x="2037381" y="1755972"/>
              <a:ext cx="53810" cy="50066"/>
            </a:xfrm>
            <a:custGeom>
              <a:avLst/>
              <a:gdLst/>
              <a:ahLst/>
              <a:cxnLst/>
              <a:rect l="l" t="t" r="r" b="b"/>
              <a:pathLst>
                <a:path w="2055" h="1912" extrusionOk="0">
                  <a:moveTo>
                    <a:pt x="282" y="0"/>
                  </a:moveTo>
                  <a:cubicBezTo>
                    <a:pt x="129" y="0"/>
                    <a:pt x="1" y="189"/>
                    <a:pt x="127" y="338"/>
                  </a:cubicBezTo>
                  <a:lnTo>
                    <a:pt x="1625" y="1845"/>
                  </a:lnTo>
                  <a:cubicBezTo>
                    <a:pt x="1663" y="1883"/>
                    <a:pt x="1720" y="1902"/>
                    <a:pt x="1777" y="1902"/>
                  </a:cubicBezTo>
                  <a:lnTo>
                    <a:pt x="1768" y="1912"/>
                  </a:lnTo>
                  <a:cubicBezTo>
                    <a:pt x="1959" y="1912"/>
                    <a:pt x="2054" y="1683"/>
                    <a:pt x="1921" y="1549"/>
                  </a:cubicBezTo>
                  <a:lnTo>
                    <a:pt x="413" y="52"/>
                  </a:lnTo>
                  <a:cubicBezTo>
                    <a:pt x="371" y="16"/>
                    <a:pt x="325" y="0"/>
                    <a:pt x="282"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0" name="Google Shape;10810;p64"/>
            <p:cNvSpPr/>
            <p:nvPr/>
          </p:nvSpPr>
          <p:spPr>
            <a:xfrm>
              <a:off x="2036936" y="1604099"/>
              <a:ext cx="54046" cy="50066"/>
            </a:xfrm>
            <a:custGeom>
              <a:avLst/>
              <a:gdLst/>
              <a:ahLst/>
              <a:cxnLst/>
              <a:rect l="l" t="t" r="r" b="b"/>
              <a:pathLst>
                <a:path w="2064" h="1912" extrusionOk="0">
                  <a:moveTo>
                    <a:pt x="1774" y="0"/>
                  </a:moveTo>
                  <a:cubicBezTo>
                    <a:pt x="1730" y="0"/>
                    <a:pt x="1684" y="15"/>
                    <a:pt x="1642" y="51"/>
                  </a:cubicBezTo>
                  <a:lnTo>
                    <a:pt x="144" y="1549"/>
                  </a:lnTo>
                  <a:cubicBezTo>
                    <a:pt x="1" y="1683"/>
                    <a:pt x="96" y="1912"/>
                    <a:pt x="287" y="1912"/>
                  </a:cubicBezTo>
                  <a:cubicBezTo>
                    <a:pt x="344" y="1912"/>
                    <a:pt x="392" y="1883"/>
                    <a:pt x="440" y="1845"/>
                  </a:cubicBezTo>
                  <a:lnTo>
                    <a:pt x="1938" y="337"/>
                  </a:lnTo>
                  <a:cubicBezTo>
                    <a:pt x="2064" y="189"/>
                    <a:pt x="1930" y="0"/>
                    <a:pt x="1774"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1" name="Google Shape;10811;p64"/>
            <p:cNvSpPr/>
            <p:nvPr/>
          </p:nvSpPr>
          <p:spPr>
            <a:xfrm>
              <a:off x="1759925" y="1697344"/>
              <a:ext cx="68971" cy="11024"/>
            </a:xfrm>
            <a:custGeom>
              <a:avLst/>
              <a:gdLst/>
              <a:ahLst/>
              <a:cxnLst/>
              <a:rect l="l" t="t" r="r" b="b"/>
              <a:pathLst>
                <a:path w="2634" h="421" extrusionOk="0">
                  <a:moveTo>
                    <a:pt x="258" y="1"/>
                  </a:moveTo>
                  <a:cubicBezTo>
                    <a:pt x="0" y="20"/>
                    <a:pt x="0" y="402"/>
                    <a:pt x="258" y="421"/>
                  </a:cubicBezTo>
                  <a:lnTo>
                    <a:pt x="2385" y="421"/>
                  </a:lnTo>
                  <a:cubicBezTo>
                    <a:pt x="2633" y="402"/>
                    <a:pt x="2633" y="20"/>
                    <a:pt x="2385"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2" name="Google Shape;10812;p64"/>
            <p:cNvSpPr/>
            <p:nvPr/>
          </p:nvSpPr>
          <p:spPr>
            <a:xfrm>
              <a:off x="1775845" y="1604099"/>
              <a:ext cx="53758" cy="50066"/>
            </a:xfrm>
            <a:custGeom>
              <a:avLst/>
              <a:gdLst/>
              <a:ahLst/>
              <a:cxnLst/>
              <a:rect l="l" t="t" r="r" b="b"/>
              <a:pathLst>
                <a:path w="2053" h="1912" extrusionOk="0">
                  <a:moveTo>
                    <a:pt x="282" y="0"/>
                  </a:moveTo>
                  <a:cubicBezTo>
                    <a:pt x="129" y="0"/>
                    <a:pt x="0" y="191"/>
                    <a:pt x="127" y="347"/>
                  </a:cubicBezTo>
                  <a:lnTo>
                    <a:pt x="1625" y="1845"/>
                  </a:lnTo>
                  <a:cubicBezTo>
                    <a:pt x="1662" y="1882"/>
                    <a:pt x="1717" y="1910"/>
                    <a:pt x="1773" y="1912"/>
                  </a:cubicBezTo>
                  <a:lnTo>
                    <a:pt x="1773" y="1912"/>
                  </a:lnTo>
                  <a:cubicBezTo>
                    <a:pt x="1960" y="1907"/>
                    <a:pt x="2053" y="1682"/>
                    <a:pt x="1920" y="1559"/>
                  </a:cubicBezTo>
                  <a:lnTo>
                    <a:pt x="413" y="51"/>
                  </a:lnTo>
                  <a:cubicBezTo>
                    <a:pt x="371" y="15"/>
                    <a:pt x="325" y="0"/>
                    <a:pt x="282" y="0"/>
                  </a:cubicBezTo>
                  <a:close/>
                  <a:moveTo>
                    <a:pt x="1773" y="1912"/>
                  </a:moveTo>
                  <a:cubicBezTo>
                    <a:pt x="1771" y="1912"/>
                    <a:pt x="1769" y="1912"/>
                    <a:pt x="1768" y="1912"/>
                  </a:cubicBezTo>
                  <a:lnTo>
                    <a:pt x="1777" y="1912"/>
                  </a:lnTo>
                  <a:cubicBezTo>
                    <a:pt x="1776" y="1912"/>
                    <a:pt x="1774" y="1912"/>
                    <a:pt x="1773" y="1912"/>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3" name="Google Shape;10813;p64"/>
            <p:cNvSpPr/>
            <p:nvPr/>
          </p:nvSpPr>
          <p:spPr>
            <a:xfrm>
              <a:off x="1775400" y="1755029"/>
              <a:ext cx="55303" cy="50773"/>
            </a:xfrm>
            <a:custGeom>
              <a:avLst/>
              <a:gdLst/>
              <a:ahLst/>
              <a:cxnLst/>
              <a:rect l="l" t="t" r="r" b="b"/>
              <a:pathLst>
                <a:path w="2112" h="1939" extrusionOk="0">
                  <a:moveTo>
                    <a:pt x="1793" y="1"/>
                  </a:moveTo>
                  <a:cubicBezTo>
                    <a:pt x="1741" y="1"/>
                    <a:pt x="1687" y="23"/>
                    <a:pt x="1642" y="78"/>
                  </a:cubicBezTo>
                  <a:lnTo>
                    <a:pt x="144" y="1585"/>
                  </a:lnTo>
                  <a:cubicBezTo>
                    <a:pt x="1" y="1709"/>
                    <a:pt x="96" y="1938"/>
                    <a:pt x="287" y="1938"/>
                  </a:cubicBezTo>
                  <a:cubicBezTo>
                    <a:pt x="344" y="1938"/>
                    <a:pt x="392" y="1919"/>
                    <a:pt x="430" y="1881"/>
                  </a:cubicBezTo>
                  <a:lnTo>
                    <a:pt x="1937" y="374"/>
                  </a:lnTo>
                  <a:cubicBezTo>
                    <a:pt x="2111" y="229"/>
                    <a:pt x="1960" y="1"/>
                    <a:pt x="1793"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4" name="Google Shape;10814;p64"/>
            <p:cNvSpPr/>
            <p:nvPr/>
          </p:nvSpPr>
          <p:spPr>
            <a:xfrm>
              <a:off x="1943010" y="1775296"/>
              <a:ext cx="69495" cy="11024"/>
            </a:xfrm>
            <a:custGeom>
              <a:avLst/>
              <a:gdLst/>
              <a:ahLst/>
              <a:cxnLst/>
              <a:rect l="l" t="t" r="r" b="b"/>
              <a:pathLst>
                <a:path w="2654" h="421" extrusionOk="0">
                  <a:moveTo>
                    <a:pt x="259" y="0"/>
                  </a:moveTo>
                  <a:cubicBezTo>
                    <a:pt x="1" y="20"/>
                    <a:pt x="1" y="392"/>
                    <a:pt x="259" y="411"/>
                  </a:cubicBezTo>
                  <a:cubicBezTo>
                    <a:pt x="659" y="420"/>
                    <a:pt x="1060" y="420"/>
                    <a:pt x="1461" y="420"/>
                  </a:cubicBezTo>
                  <a:cubicBezTo>
                    <a:pt x="1861" y="420"/>
                    <a:pt x="2262" y="411"/>
                    <a:pt x="2653" y="411"/>
                  </a:cubicBezTo>
                  <a:lnTo>
                    <a:pt x="2653" y="0"/>
                  </a:lnTo>
                  <a:lnTo>
                    <a:pt x="2644" y="0"/>
                  </a:lnTo>
                  <a:cubicBezTo>
                    <a:pt x="2252" y="5"/>
                    <a:pt x="1856" y="8"/>
                    <a:pt x="1458" y="8"/>
                  </a:cubicBezTo>
                  <a:cubicBezTo>
                    <a:pt x="1060" y="8"/>
                    <a:pt x="659" y="5"/>
                    <a:pt x="259"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5" name="Google Shape;10815;p64"/>
            <p:cNvSpPr/>
            <p:nvPr/>
          </p:nvSpPr>
          <p:spPr>
            <a:xfrm>
              <a:off x="1854348" y="1775296"/>
              <a:ext cx="76958" cy="11024"/>
            </a:xfrm>
            <a:custGeom>
              <a:avLst/>
              <a:gdLst/>
              <a:ahLst/>
              <a:cxnLst/>
              <a:rect l="l" t="t" r="r" b="b"/>
              <a:pathLst>
                <a:path w="2939" h="421" extrusionOk="0">
                  <a:moveTo>
                    <a:pt x="0" y="0"/>
                  </a:moveTo>
                  <a:lnTo>
                    <a:pt x="0" y="411"/>
                  </a:lnTo>
                  <a:cubicBezTo>
                    <a:pt x="439" y="420"/>
                    <a:pt x="897" y="420"/>
                    <a:pt x="1364" y="420"/>
                  </a:cubicBezTo>
                  <a:cubicBezTo>
                    <a:pt x="1822" y="420"/>
                    <a:pt x="2290" y="411"/>
                    <a:pt x="2738" y="411"/>
                  </a:cubicBezTo>
                  <a:cubicBezTo>
                    <a:pt x="2853" y="411"/>
                    <a:pt x="2939" y="315"/>
                    <a:pt x="2939" y="210"/>
                  </a:cubicBezTo>
                  <a:cubicBezTo>
                    <a:pt x="2939" y="86"/>
                    <a:pt x="2843" y="0"/>
                    <a:pt x="2729" y="0"/>
                  </a:cubicBezTo>
                  <a:cubicBezTo>
                    <a:pt x="2280" y="5"/>
                    <a:pt x="1820" y="8"/>
                    <a:pt x="1361" y="8"/>
                  </a:cubicBezTo>
                  <a:cubicBezTo>
                    <a:pt x="902" y="8"/>
                    <a:pt x="444" y="5"/>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16" name="Google Shape;10816;p64"/>
          <p:cNvGrpSpPr/>
          <p:nvPr/>
        </p:nvGrpSpPr>
        <p:grpSpPr>
          <a:xfrm>
            <a:off x="3492757" y="2263123"/>
            <a:ext cx="360227" cy="359311"/>
            <a:chOff x="3519295" y="2413660"/>
            <a:chExt cx="360227" cy="359311"/>
          </a:xfrm>
        </p:grpSpPr>
        <p:sp>
          <p:nvSpPr>
            <p:cNvPr id="10817" name="Google Shape;10817;p64"/>
            <p:cNvSpPr/>
            <p:nvPr/>
          </p:nvSpPr>
          <p:spPr>
            <a:xfrm>
              <a:off x="3639693" y="2545240"/>
              <a:ext cx="225846" cy="214298"/>
            </a:xfrm>
            <a:custGeom>
              <a:avLst/>
              <a:gdLst/>
              <a:ahLst/>
              <a:cxnLst/>
              <a:rect l="l" t="t" r="r" b="b"/>
              <a:pathLst>
                <a:path w="8625" h="8184" extrusionOk="0">
                  <a:moveTo>
                    <a:pt x="2924" y="1"/>
                  </a:moveTo>
                  <a:cubicBezTo>
                    <a:pt x="2819" y="1"/>
                    <a:pt x="2714" y="41"/>
                    <a:pt x="2633" y="122"/>
                  </a:cubicBezTo>
                  <a:lnTo>
                    <a:pt x="2557" y="208"/>
                  </a:lnTo>
                  <a:cubicBezTo>
                    <a:pt x="2400" y="356"/>
                    <a:pt x="2395" y="611"/>
                    <a:pt x="2542" y="775"/>
                  </a:cubicBezTo>
                  <a:lnTo>
                    <a:pt x="2542" y="775"/>
                  </a:lnTo>
                  <a:lnTo>
                    <a:pt x="2376" y="599"/>
                  </a:lnTo>
                  <a:cubicBezTo>
                    <a:pt x="2290" y="518"/>
                    <a:pt x="2180" y="478"/>
                    <a:pt x="2070" y="478"/>
                  </a:cubicBezTo>
                  <a:cubicBezTo>
                    <a:pt x="1961" y="478"/>
                    <a:pt x="1851" y="518"/>
                    <a:pt x="1765" y="599"/>
                  </a:cubicBezTo>
                  <a:lnTo>
                    <a:pt x="1708" y="666"/>
                  </a:lnTo>
                  <a:cubicBezTo>
                    <a:pt x="1546" y="828"/>
                    <a:pt x="1546" y="1095"/>
                    <a:pt x="1708" y="1267"/>
                  </a:cubicBezTo>
                  <a:lnTo>
                    <a:pt x="1622" y="1181"/>
                  </a:lnTo>
                  <a:cubicBezTo>
                    <a:pt x="1536" y="1095"/>
                    <a:pt x="1424" y="1053"/>
                    <a:pt x="1312" y="1053"/>
                  </a:cubicBezTo>
                  <a:cubicBezTo>
                    <a:pt x="1200" y="1053"/>
                    <a:pt x="1088" y="1095"/>
                    <a:pt x="1002" y="1181"/>
                  </a:cubicBezTo>
                  <a:lnTo>
                    <a:pt x="954" y="1229"/>
                  </a:lnTo>
                  <a:cubicBezTo>
                    <a:pt x="783" y="1391"/>
                    <a:pt x="783" y="1668"/>
                    <a:pt x="954" y="1840"/>
                  </a:cubicBezTo>
                  <a:lnTo>
                    <a:pt x="840" y="1725"/>
                  </a:lnTo>
                  <a:cubicBezTo>
                    <a:pt x="754" y="1634"/>
                    <a:pt x="639" y="1589"/>
                    <a:pt x="525" y="1589"/>
                  </a:cubicBezTo>
                  <a:cubicBezTo>
                    <a:pt x="410" y="1589"/>
                    <a:pt x="296" y="1634"/>
                    <a:pt x="210" y="1725"/>
                  </a:cubicBezTo>
                  <a:lnTo>
                    <a:pt x="172" y="1754"/>
                  </a:lnTo>
                  <a:cubicBezTo>
                    <a:pt x="0" y="1925"/>
                    <a:pt x="0" y="2212"/>
                    <a:pt x="172" y="2383"/>
                  </a:cubicBezTo>
                  <a:lnTo>
                    <a:pt x="3511" y="5722"/>
                  </a:lnTo>
                  <a:lnTo>
                    <a:pt x="2299" y="6218"/>
                  </a:lnTo>
                  <a:cubicBezTo>
                    <a:pt x="2042" y="6362"/>
                    <a:pt x="1908" y="6676"/>
                    <a:pt x="1994" y="6963"/>
                  </a:cubicBezTo>
                  <a:cubicBezTo>
                    <a:pt x="1994" y="6963"/>
                    <a:pt x="2159" y="7222"/>
                    <a:pt x="2265" y="7222"/>
                  </a:cubicBezTo>
                  <a:cubicBezTo>
                    <a:pt x="2270" y="7222"/>
                    <a:pt x="2275" y="7221"/>
                    <a:pt x="2280" y="7220"/>
                  </a:cubicBezTo>
                  <a:cubicBezTo>
                    <a:pt x="2757" y="7058"/>
                    <a:pt x="3931" y="6982"/>
                    <a:pt x="4637" y="6943"/>
                  </a:cubicBezTo>
                  <a:cubicBezTo>
                    <a:pt x="4660" y="6942"/>
                    <a:pt x="4683" y="6942"/>
                    <a:pt x="4706" y="6942"/>
                  </a:cubicBezTo>
                  <a:cubicBezTo>
                    <a:pt x="5026" y="6942"/>
                    <a:pt x="5341" y="7065"/>
                    <a:pt x="5581" y="7296"/>
                  </a:cubicBezTo>
                  <a:lnTo>
                    <a:pt x="6459" y="8184"/>
                  </a:lnTo>
                  <a:lnTo>
                    <a:pt x="8624" y="6009"/>
                  </a:lnTo>
                  <a:lnTo>
                    <a:pt x="7546" y="4931"/>
                  </a:lnTo>
                  <a:cubicBezTo>
                    <a:pt x="7460" y="4854"/>
                    <a:pt x="7422" y="4749"/>
                    <a:pt x="7413" y="4644"/>
                  </a:cubicBezTo>
                  <a:cubicBezTo>
                    <a:pt x="7394" y="4415"/>
                    <a:pt x="7298" y="4205"/>
                    <a:pt x="7136" y="4043"/>
                  </a:cubicBezTo>
                  <a:lnTo>
                    <a:pt x="3215" y="122"/>
                  </a:lnTo>
                  <a:cubicBezTo>
                    <a:pt x="3134" y="41"/>
                    <a:pt x="3029" y="1"/>
                    <a:pt x="2924"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8" name="Google Shape;10818;p64"/>
            <p:cNvSpPr/>
            <p:nvPr/>
          </p:nvSpPr>
          <p:spPr>
            <a:xfrm>
              <a:off x="3639693" y="2545162"/>
              <a:ext cx="118932" cy="125452"/>
            </a:xfrm>
            <a:custGeom>
              <a:avLst/>
              <a:gdLst/>
              <a:ahLst/>
              <a:cxnLst/>
              <a:rect l="l" t="t" r="r" b="b"/>
              <a:pathLst>
                <a:path w="4542" h="4791" extrusionOk="0">
                  <a:moveTo>
                    <a:pt x="2919" y="0"/>
                  </a:moveTo>
                  <a:cubicBezTo>
                    <a:pt x="2814" y="0"/>
                    <a:pt x="2712" y="47"/>
                    <a:pt x="2633" y="125"/>
                  </a:cubicBezTo>
                  <a:lnTo>
                    <a:pt x="2557" y="202"/>
                  </a:lnTo>
                  <a:cubicBezTo>
                    <a:pt x="2395" y="364"/>
                    <a:pt x="2395" y="621"/>
                    <a:pt x="2557" y="784"/>
                  </a:cubicBezTo>
                  <a:lnTo>
                    <a:pt x="2376" y="602"/>
                  </a:lnTo>
                  <a:cubicBezTo>
                    <a:pt x="2290" y="517"/>
                    <a:pt x="2180" y="474"/>
                    <a:pt x="2070" y="474"/>
                  </a:cubicBezTo>
                  <a:cubicBezTo>
                    <a:pt x="1961" y="474"/>
                    <a:pt x="1851" y="517"/>
                    <a:pt x="1765" y="602"/>
                  </a:cubicBezTo>
                  <a:lnTo>
                    <a:pt x="1708" y="660"/>
                  </a:lnTo>
                  <a:cubicBezTo>
                    <a:pt x="1546" y="831"/>
                    <a:pt x="1546" y="1098"/>
                    <a:pt x="1708" y="1261"/>
                  </a:cubicBezTo>
                  <a:lnTo>
                    <a:pt x="1622" y="1175"/>
                  </a:lnTo>
                  <a:cubicBezTo>
                    <a:pt x="1536" y="1089"/>
                    <a:pt x="1424" y="1046"/>
                    <a:pt x="1312" y="1046"/>
                  </a:cubicBezTo>
                  <a:cubicBezTo>
                    <a:pt x="1200" y="1046"/>
                    <a:pt x="1088" y="1089"/>
                    <a:pt x="1002" y="1175"/>
                  </a:cubicBezTo>
                  <a:lnTo>
                    <a:pt x="954" y="1223"/>
                  </a:lnTo>
                  <a:cubicBezTo>
                    <a:pt x="791" y="1386"/>
                    <a:pt x="783" y="1644"/>
                    <a:pt x="930" y="1816"/>
                  </a:cubicBezTo>
                  <a:lnTo>
                    <a:pt x="930" y="1816"/>
                  </a:lnTo>
                  <a:lnTo>
                    <a:pt x="840" y="1719"/>
                  </a:lnTo>
                  <a:cubicBezTo>
                    <a:pt x="754" y="1633"/>
                    <a:pt x="639" y="1590"/>
                    <a:pt x="525" y="1590"/>
                  </a:cubicBezTo>
                  <a:cubicBezTo>
                    <a:pt x="410" y="1590"/>
                    <a:pt x="296" y="1633"/>
                    <a:pt x="210" y="1719"/>
                  </a:cubicBezTo>
                  <a:lnTo>
                    <a:pt x="172" y="1757"/>
                  </a:lnTo>
                  <a:cubicBezTo>
                    <a:pt x="0" y="1928"/>
                    <a:pt x="0" y="2205"/>
                    <a:pt x="172" y="2386"/>
                  </a:cubicBezTo>
                  <a:lnTo>
                    <a:pt x="2586" y="4790"/>
                  </a:lnTo>
                  <a:lnTo>
                    <a:pt x="4303" y="3064"/>
                  </a:lnTo>
                  <a:cubicBezTo>
                    <a:pt x="4455" y="2911"/>
                    <a:pt x="4541" y="2701"/>
                    <a:pt x="4541" y="2482"/>
                  </a:cubicBezTo>
                  <a:cubicBezTo>
                    <a:pt x="4541" y="2262"/>
                    <a:pt x="4455" y="2052"/>
                    <a:pt x="4303" y="1900"/>
                  </a:cubicBezTo>
                  <a:lnTo>
                    <a:pt x="4217" y="1814"/>
                  </a:lnTo>
                  <a:cubicBezTo>
                    <a:pt x="4169" y="1766"/>
                    <a:pt x="4122" y="1728"/>
                    <a:pt x="4064" y="1690"/>
                  </a:cubicBezTo>
                  <a:cubicBezTo>
                    <a:pt x="4083" y="1451"/>
                    <a:pt x="4007" y="1223"/>
                    <a:pt x="3835" y="1041"/>
                  </a:cubicBezTo>
                  <a:lnTo>
                    <a:pt x="3826" y="1032"/>
                  </a:lnTo>
                  <a:lnTo>
                    <a:pt x="3759" y="965"/>
                  </a:lnTo>
                  <a:cubicBezTo>
                    <a:pt x="3683" y="889"/>
                    <a:pt x="3597" y="831"/>
                    <a:pt x="3492" y="784"/>
                  </a:cubicBezTo>
                  <a:cubicBezTo>
                    <a:pt x="3473" y="602"/>
                    <a:pt x="3396" y="431"/>
                    <a:pt x="3272" y="297"/>
                  </a:cubicBezTo>
                  <a:lnTo>
                    <a:pt x="3244" y="259"/>
                  </a:lnTo>
                  <a:lnTo>
                    <a:pt x="3196" y="211"/>
                  </a:lnTo>
                  <a:cubicBezTo>
                    <a:pt x="3129" y="145"/>
                    <a:pt x="3044" y="87"/>
                    <a:pt x="2948" y="40"/>
                  </a:cubicBezTo>
                  <a:lnTo>
                    <a:pt x="2948" y="1"/>
                  </a:lnTo>
                  <a:cubicBezTo>
                    <a:pt x="2938" y="1"/>
                    <a:pt x="2929" y="0"/>
                    <a:pt x="2919"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9" name="Google Shape;10819;p64"/>
            <p:cNvSpPr/>
            <p:nvPr/>
          </p:nvSpPr>
          <p:spPr>
            <a:xfrm>
              <a:off x="3703637" y="2545004"/>
              <a:ext cx="161902" cy="168082"/>
            </a:xfrm>
            <a:custGeom>
              <a:avLst/>
              <a:gdLst/>
              <a:ahLst/>
              <a:cxnLst/>
              <a:rect l="l" t="t" r="r" b="b"/>
              <a:pathLst>
                <a:path w="6183" h="6419" extrusionOk="0">
                  <a:moveTo>
                    <a:pt x="482" y="0"/>
                  </a:moveTo>
                  <a:cubicBezTo>
                    <a:pt x="377" y="0"/>
                    <a:pt x="272" y="41"/>
                    <a:pt x="191" y="122"/>
                  </a:cubicBezTo>
                  <a:lnTo>
                    <a:pt x="105" y="208"/>
                  </a:lnTo>
                  <a:cubicBezTo>
                    <a:pt x="58" y="255"/>
                    <a:pt x="20" y="332"/>
                    <a:pt x="0" y="408"/>
                  </a:cubicBezTo>
                  <a:cubicBezTo>
                    <a:pt x="32" y="399"/>
                    <a:pt x="64" y="395"/>
                    <a:pt x="95" y="395"/>
                  </a:cubicBezTo>
                  <a:cubicBezTo>
                    <a:pt x="199" y="395"/>
                    <a:pt x="302" y="440"/>
                    <a:pt x="382" y="513"/>
                  </a:cubicBezTo>
                  <a:lnTo>
                    <a:pt x="4293" y="4434"/>
                  </a:lnTo>
                  <a:cubicBezTo>
                    <a:pt x="4456" y="4596"/>
                    <a:pt x="4551" y="4806"/>
                    <a:pt x="4570" y="5035"/>
                  </a:cubicBezTo>
                  <a:cubicBezTo>
                    <a:pt x="4580" y="5149"/>
                    <a:pt x="4627" y="5245"/>
                    <a:pt x="4704" y="5331"/>
                  </a:cubicBezTo>
                  <a:lnTo>
                    <a:pt x="5791" y="6418"/>
                  </a:lnTo>
                  <a:lnTo>
                    <a:pt x="6182" y="6018"/>
                  </a:lnTo>
                  <a:lnTo>
                    <a:pt x="5095" y="4930"/>
                  </a:lnTo>
                  <a:cubicBezTo>
                    <a:pt x="5018" y="4854"/>
                    <a:pt x="4971" y="4749"/>
                    <a:pt x="4961" y="4644"/>
                  </a:cubicBezTo>
                  <a:cubicBezTo>
                    <a:pt x="4952" y="4415"/>
                    <a:pt x="4856" y="4205"/>
                    <a:pt x="4694" y="4043"/>
                  </a:cubicBezTo>
                  <a:lnTo>
                    <a:pt x="773" y="122"/>
                  </a:lnTo>
                  <a:cubicBezTo>
                    <a:pt x="692" y="41"/>
                    <a:pt x="587" y="0"/>
                    <a:pt x="482"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0" name="Google Shape;10820;p64"/>
            <p:cNvSpPr/>
            <p:nvPr/>
          </p:nvSpPr>
          <p:spPr>
            <a:xfrm>
              <a:off x="3782087" y="2676087"/>
              <a:ext cx="83452" cy="83452"/>
            </a:xfrm>
            <a:custGeom>
              <a:avLst/>
              <a:gdLst/>
              <a:ahLst/>
              <a:cxnLst/>
              <a:rect l="l" t="t" r="r" b="b"/>
              <a:pathLst>
                <a:path w="3187" h="3187" extrusionOk="0">
                  <a:moveTo>
                    <a:pt x="2175" y="0"/>
                  </a:moveTo>
                  <a:lnTo>
                    <a:pt x="0" y="2175"/>
                  </a:lnTo>
                  <a:cubicBezTo>
                    <a:pt x="48" y="2214"/>
                    <a:pt x="95" y="2261"/>
                    <a:pt x="143" y="2299"/>
                  </a:cubicBezTo>
                  <a:lnTo>
                    <a:pt x="1021" y="3187"/>
                  </a:lnTo>
                  <a:lnTo>
                    <a:pt x="3186" y="1021"/>
                  </a:lnTo>
                  <a:lnTo>
                    <a:pt x="2175"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1" name="Google Shape;10821;p64"/>
            <p:cNvSpPr/>
            <p:nvPr/>
          </p:nvSpPr>
          <p:spPr>
            <a:xfrm>
              <a:off x="3792561" y="2687137"/>
              <a:ext cx="86960" cy="85834"/>
            </a:xfrm>
            <a:custGeom>
              <a:avLst/>
              <a:gdLst/>
              <a:ahLst/>
              <a:cxnLst/>
              <a:rect l="l" t="t" r="r" b="b"/>
              <a:pathLst>
                <a:path w="3321" h="3278" extrusionOk="0">
                  <a:moveTo>
                    <a:pt x="2429" y="0"/>
                  </a:moveTo>
                  <a:cubicBezTo>
                    <a:pt x="2371" y="0"/>
                    <a:pt x="2314" y="22"/>
                    <a:pt x="2271" y="65"/>
                  </a:cubicBezTo>
                  <a:lnTo>
                    <a:pt x="96" y="2240"/>
                  </a:lnTo>
                  <a:cubicBezTo>
                    <a:pt x="1" y="2326"/>
                    <a:pt x="1" y="2478"/>
                    <a:pt x="96" y="2564"/>
                  </a:cubicBezTo>
                  <a:lnTo>
                    <a:pt x="735" y="3213"/>
                  </a:lnTo>
                  <a:cubicBezTo>
                    <a:pt x="783" y="3256"/>
                    <a:pt x="840" y="3277"/>
                    <a:pt x="897" y="3277"/>
                  </a:cubicBezTo>
                  <a:cubicBezTo>
                    <a:pt x="955" y="3277"/>
                    <a:pt x="1012" y="3256"/>
                    <a:pt x="1060" y="3213"/>
                  </a:cubicBezTo>
                  <a:lnTo>
                    <a:pt x="3235" y="1019"/>
                  </a:lnTo>
                  <a:cubicBezTo>
                    <a:pt x="3321" y="933"/>
                    <a:pt x="3321" y="790"/>
                    <a:pt x="3235" y="704"/>
                  </a:cubicBezTo>
                  <a:lnTo>
                    <a:pt x="2586" y="65"/>
                  </a:lnTo>
                  <a:cubicBezTo>
                    <a:pt x="2543" y="22"/>
                    <a:pt x="2486" y="0"/>
                    <a:pt x="2429"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2" name="Google Shape;10822;p64"/>
            <p:cNvSpPr/>
            <p:nvPr/>
          </p:nvSpPr>
          <p:spPr>
            <a:xfrm>
              <a:off x="3842522" y="2687189"/>
              <a:ext cx="36999" cy="36135"/>
            </a:xfrm>
            <a:custGeom>
              <a:avLst/>
              <a:gdLst/>
              <a:ahLst/>
              <a:cxnLst/>
              <a:rect l="l" t="t" r="r" b="b"/>
              <a:pathLst>
                <a:path w="1413" h="1380" extrusionOk="0">
                  <a:moveTo>
                    <a:pt x="517" y="1"/>
                  </a:moveTo>
                  <a:cubicBezTo>
                    <a:pt x="461" y="1"/>
                    <a:pt x="406" y="25"/>
                    <a:pt x="363" y="72"/>
                  </a:cubicBezTo>
                  <a:lnTo>
                    <a:pt x="1" y="425"/>
                  </a:lnTo>
                  <a:lnTo>
                    <a:pt x="974" y="1379"/>
                  </a:lnTo>
                  <a:lnTo>
                    <a:pt x="1327" y="1017"/>
                  </a:lnTo>
                  <a:cubicBezTo>
                    <a:pt x="1413" y="931"/>
                    <a:pt x="1413" y="788"/>
                    <a:pt x="1327" y="702"/>
                  </a:cubicBezTo>
                  <a:lnTo>
                    <a:pt x="678" y="72"/>
                  </a:lnTo>
                  <a:cubicBezTo>
                    <a:pt x="630" y="25"/>
                    <a:pt x="573" y="1"/>
                    <a:pt x="51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3" name="Google Shape;10823;p64"/>
            <p:cNvSpPr/>
            <p:nvPr/>
          </p:nvSpPr>
          <p:spPr>
            <a:xfrm>
              <a:off x="3656609" y="2587529"/>
              <a:ext cx="80990" cy="77089"/>
            </a:xfrm>
            <a:custGeom>
              <a:avLst/>
              <a:gdLst/>
              <a:ahLst/>
              <a:cxnLst/>
              <a:rect l="l" t="t" r="r" b="b"/>
              <a:pathLst>
                <a:path w="3093" h="2944" extrusionOk="0">
                  <a:moveTo>
                    <a:pt x="311" y="1"/>
                  </a:moveTo>
                  <a:cubicBezTo>
                    <a:pt x="148" y="1"/>
                    <a:pt x="1" y="211"/>
                    <a:pt x="156" y="358"/>
                  </a:cubicBezTo>
                  <a:lnTo>
                    <a:pt x="2674" y="2877"/>
                  </a:lnTo>
                  <a:cubicBezTo>
                    <a:pt x="2711" y="2914"/>
                    <a:pt x="2767" y="2942"/>
                    <a:pt x="2822" y="2943"/>
                  </a:cubicBezTo>
                  <a:lnTo>
                    <a:pt x="2822" y="2943"/>
                  </a:lnTo>
                  <a:cubicBezTo>
                    <a:pt x="3010" y="2939"/>
                    <a:pt x="3093" y="2713"/>
                    <a:pt x="2970" y="2581"/>
                  </a:cubicBezTo>
                  <a:lnTo>
                    <a:pt x="451" y="62"/>
                  </a:lnTo>
                  <a:cubicBezTo>
                    <a:pt x="408" y="19"/>
                    <a:pt x="359" y="1"/>
                    <a:pt x="311" y="1"/>
                  </a:cubicBezTo>
                  <a:close/>
                  <a:moveTo>
                    <a:pt x="2822" y="2943"/>
                  </a:moveTo>
                  <a:cubicBezTo>
                    <a:pt x="2821" y="2943"/>
                    <a:pt x="2819" y="2943"/>
                    <a:pt x="2817" y="2943"/>
                  </a:cubicBezTo>
                  <a:lnTo>
                    <a:pt x="2827" y="2943"/>
                  </a:lnTo>
                  <a:cubicBezTo>
                    <a:pt x="2825" y="2943"/>
                    <a:pt x="2824" y="2943"/>
                    <a:pt x="2822" y="2943"/>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4" name="Google Shape;10824;p64"/>
            <p:cNvSpPr/>
            <p:nvPr/>
          </p:nvSpPr>
          <p:spPr>
            <a:xfrm>
              <a:off x="3676379" y="2572446"/>
              <a:ext cx="84997" cy="80938"/>
            </a:xfrm>
            <a:custGeom>
              <a:avLst/>
              <a:gdLst/>
              <a:ahLst/>
              <a:cxnLst/>
              <a:rect l="l" t="t" r="r" b="b"/>
              <a:pathLst>
                <a:path w="3246" h="3091" extrusionOk="0">
                  <a:moveTo>
                    <a:pt x="307" y="0"/>
                  </a:moveTo>
                  <a:cubicBezTo>
                    <a:pt x="145" y="0"/>
                    <a:pt x="0" y="215"/>
                    <a:pt x="154" y="362"/>
                  </a:cubicBezTo>
                  <a:lnTo>
                    <a:pt x="2816" y="3023"/>
                  </a:lnTo>
                  <a:cubicBezTo>
                    <a:pt x="2854" y="3062"/>
                    <a:pt x="2911" y="3090"/>
                    <a:pt x="2969" y="3090"/>
                  </a:cubicBezTo>
                  <a:cubicBezTo>
                    <a:pt x="3150" y="3081"/>
                    <a:pt x="3245" y="2861"/>
                    <a:pt x="3112" y="2728"/>
                  </a:cubicBezTo>
                  <a:lnTo>
                    <a:pt x="450" y="66"/>
                  </a:lnTo>
                  <a:cubicBezTo>
                    <a:pt x="406" y="20"/>
                    <a:pt x="356" y="0"/>
                    <a:pt x="307"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5" name="Google Shape;10825;p64"/>
            <p:cNvSpPr/>
            <p:nvPr/>
          </p:nvSpPr>
          <p:spPr>
            <a:xfrm>
              <a:off x="3698636" y="2559930"/>
              <a:ext cx="73973" cy="69966"/>
            </a:xfrm>
            <a:custGeom>
              <a:avLst/>
              <a:gdLst/>
              <a:ahLst/>
              <a:cxnLst/>
              <a:rect l="l" t="t" r="r" b="b"/>
              <a:pathLst>
                <a:path w="2825" h="2672" extrusionOk="0">
                  <a:moveTo>
                    <a:pt x="300" y="0"/>
                  </a:moveTo>
                  <a:cubicBezTo>
                    <a:pt x="137" y="0"/>
                    <a:pt x="0" y="209"/>
                    <a:pt x="153" y="363"/>
                  </a:cubicBezTo>
                  <a:lnTo>
                    <a:pt x="2395" y="2605"/>
                  </a:lnTo>
                  <a:cubicBezTo>
                    <a:pt x="2433" y="2643"/>
                    <a:pt x="2491" y="2671"/>
                    <a:pt x="2548" y="2671"/>
                  </a:cubicBezTo>
                  <a:cubicBezTo>
                    <a:pt x="2729" y="2671"/>
                    <a:pt x="2825" y="2442"/>
                    <a:pt x="2691" y="2309"/>
                  </a:cubicBezTo>
                  <a:lnTo>
                    <a:pt x="449" y="67"/>
                  </a:lnTo>
                  <a:cubicBezTo>
                    <a:pt x="402" y="20"/>
                    <a:pt x="350" y="0"/>
                    <a:pt x="300"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6" name="Google Shape;10826;p64"/>
            <p:cNvSpPr/>
            <p:nvPr/>
          </p:nvSpPr>
          <p:spPr>
            <a:xfrm>
              <a:off x="3533278" y="2427041"/>
              <a:ext cx="226081" cy="214272"/>
            </a:xfrm>
            <a:custGeom>
              <a:avLst/>
              <a:gdLst/>
              <a:ahLst/>
              <a:cxnLst/>
              <a:rect l="l" t="t" r="r" b="b"/>
              <a:pathLst>
                <a:path w="8634" h="8183" extrusionOk="0">
                  <a:moveTo>
                    <a:pt x="2166" y="0"/>
                  </a:moveTo>
                  <a:lnTo>
                    <a:pt x="0" y="2175"/>
                  </a:lnTo>
                  <a:lnTo>
                    <a:pt x="1088" y="3253"/>
                  </a:lnTo>
                  <a:cubicBezTo>
                    <a:pt x="1164" y="3339"/>
                    <a:pt x="1212" y="3434"/>
                    <a:pt x="1221" y="3549"/>
                  </a:cubicBezTo>
                  <a:cubicBezTo>
                    <a:pt x="1240" y="3778"/>
                    <a:pt x="1336" y="3988"/>
                    <a:pt x="1498" y="4150"/>
                  </a:cubicBezTo>
                  <a:lnTo>
                    <a:pt x="3396" y="6048"/>
                  </a:lnTo>
                  <a:lnTo>
                    <a:pt x="5409" y="8061"/>
                  </a:lnTo>
                  <a:cubicBezTo>
                    <a:pt x="5490" y="8142"/>
                    <a:pt x="5595" y="8183"/>
                    <a:pt x="5700" y="8183"/>
                  </a:cubicBezTo>
                  <a:cubicBezTo>
                    <a:pt x="5805" y="8183"/>
                    <a:pt x="5910" y="8142"/>
                    <a:pt x="5991" y="8061"/>
                  </a:cubicBezTo>
                  <a:lnTo>
                    <a:pt x="6077" y="7985"/>
                  </a:lnTo>
                  <a:cubicBezTo>
                    <a:pt x="6234" y="7828"/>
                    <a:pt x="6239" y="7574"/>
                    <a:pt x="6094" y="7419"/>
                  </a:cubicBezTo>
                  <a:lnTo>
                    <a:pt x="6094" y="7419"/>
                  </a:lnTo>
                  <a:lnTo>
                    <a:pt x="6258" y="7584"/>
                  </a:lnTo>
                  <a:cubicBezTo>
                    <a:pt x="6340" y="7665"/>
                    <a:pt x="6449" y="7706"/>
                    <a:pt x="6559" y="7706"/>
                  </a:cubicBezTo>
                  <a:cubicBezTo>
                    <a:pt x="6669" y="7706"/>
                    <a:pt x="6778" y="7665"/>
                    <a:pt x="6859" y="7584"/>
                  </a:cubicBezTo>
                  <a:lnTo>
                    <a:pt x="6917" y="7527"/>
                  </a:lnTo>
                  <a:cubicBezTo>
                    <a:pt x="7088" y="7355"/>
                    <a:pt x="7088" y="7088"/>
                    <a:pt x="6917" y="6917"/>
                  </a:cubicBezTo>
                  <a:lnTo>
                    <a:pt x="6917" y="6917"/>
                  </a:lnTo>
                  <a:lnTo>
                    <a:pt x="7012" y="7012"/>
                  </a:lnTo>
                  <a:cubicBezTo>
                    <a:pt x="7098" y="7093"/>
                    <a:pt x="7208" y="7133"/>
                    <a:pt x="7317" y="7133"/>
                  </a:cubicBezTo>
                  <a:cubicBezTo>
                    <a:pt x="7427" y="7133"/>
                    <a:pt x="7537" y="7093"/>
                    <a:pt x="7623" y="7012"/>
                  </a:cubicBezTo>
                  <a:lnTo>
                    <a:pt x="7670" y="6964"/>
                  </a:lnTo>
                  <a:cubicBezTo>
                    <a:pt x="7842" y="6792"/>
                    <a:pt x="7842" y="6516"/>
                    <a:pt x="7670" y="6344"/>
                  </a:cubicBezTo>
                  <a:lnTo>
                    <a:pt x="7670" y="6344"/>
                  </a:lnTo>
                  <a:lnTo>
                    <a:pt x="7794" y="6468"/>
                  </a:lnTo>
                  <a:cubicBezTo>
                    <a:pt x="7880" y="6554"/>
                    <a:pt x="7995" y="6597"/>
                    <a:pt x="8109" y="6597"/>
                  </a:cubicBezTo>
                  <a:cubicBezTo>
                    <a:pt x="8224" y="6597"/>
                    <a:pt x="8338" y="6554"/>
                    <a:pt x="8424" y="6468"/>
                  </a:cubicBezTo>
                  <a:lnTo>
                    <a:pt x="8453" y="6430"/>
                  </a:lnTo>
                  <a:cubicBezTo>
                    <a:pt x="8634" y="6258"/>
                    <a:pt x="8624" y="5972"/>
                    <a:pt x="8453" y="5800"/>
                  </a:cubicBezTo>
                  <a:lnTo>
                    <a:pt x="6974" y="4312"/>
                  </a:lnTo>
                  <a:lnTo>
                    <a:pt x="6382" y="3730"/>
                  </a:lnTo>
                  <a:lnTo>
                    <a:pt x="5114" y="2461"/>
                  </a:lnTo>
                  <a:lnTo>
                    <a:pt x="6325" y="1965"/>
                  </a:lnTo>
                  <a:cubicBezTo>
                    <a:pt x="6592" y="1822"/>
                    <a:pt x="6716" y="1507"/>
                    <a:pt x="6631" y="1212"/>
                  </a:cubicBezTo>
                  <a:cubicBezTo>
                    <a:pt x="6631" y="1212"/>
                    <a:pt x="6475" y="961"/>
                    <a:pt x="6370" y="961"/>
                  </a:cubicBezTo>
                  <a:cubicBezTo>
                    <a:pt x="6364" y="961"/>
                    <a:pt x="6359" y="962"/>
                    <a:pt x="6354" y="964"/>
                  </a:cubicBezTo>
                  <a:cubicBezTo>
                    <a:pt x="5867" y="1126"/>
                    <a:pt x="4694" y="1202"/>
                    <a:pt x="3997" y="1240"/>
                  </a:cubicBezTo>
                  <a:cubicBezTo>
                    <a:pt x="3974" y="1241"/>
                    <a:pt x="3950" y="1242"/>
                    <a:pt x="3927" y="1242"/>
                  </a:cubicBezTo>
                  <a:cubicBezTo>
                    <a:pt x="3599" y="1242"/>
                    <a:pt x="3284" y="1119"/>
                    <a:pt x="3053" y="887"/>
                  </a:cubicBezTo>
                  <a:lnTo>
                    <a:pt x="2166" y="0"/>
                  </a:ln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7" name="Google Shape;10827;p64"/>
            <p:cNvSpPr/>
            <p:nvPr/>
          </p:nvSpPr>
          <p:spPr>
            <a:xfrm>
              <a:off x="3622202" y="2523454"/>
              <a:ext cx="131684" cy="117859"/>
            </a:xfrm>
            <a:custGeom>
              <a:avLst/>
              <a:gdLst/>
              <a:ahLst/>
              <a:cxnLst/>
              <a:rect l="l" t="t" r="r" b="b"/>
              <a:pathLst>
                <a:path w="5029" h="4501" extrusionOk="0">
                  <a:moveTo>
                    <a:pt x="2716" y="0"/>
                  </a:moveTo>
                  <a:cubicBezTo>
                    <a:pt x="2495" y="0"/>
                    <a:pt x="2276" y="86"/>
                    <a:pt x="2109" y="258"/>
                  </a:cubicBezTo>
                  <a:lnTo>
                    <a:pt x="0" y="2366"/>
                  </a:lnTo>
                  <a:lnTo>
                    <a:pt x="2013" y="4379"/>
                  </a:lnTo>
                  <a:cubicBezTo>
                    <a:pt x="2094" y="4460"/>
                    <a:pt x="2199" y="4501"/>
                    <a:pt x="2304" y="4501"/>
                  </a:cubicBezTo>
                  <a:cubicBezTo>
                    <a:pt x="2409" y="4501"/>
                    <a:pt x="2514" y="4460"/>
                    <a:pt x="2595" y="4379"/>
                  </a:cubicBezTo>
                  <a:lnTo>
                    <a:pt x="2681" y="4293"/>
                  </a:lnTo>
                  <a:cubicBezTo>
                    <a:pt x="2834" y="4141"/>
                    <a:pt x="2834" y="3874"/>
                    <a:pt x="2681" y="3721"/>
                  </a:cubicBezTo>
                  <a:lnTo>
                    <a:pt x="2681" y="3721"/>
                  </a:lnTo>
                  <a:lnTo>
                    <a:pt x="2862" y="3902"/>
                  </a:lnTo>
                  <a:cubicBezTo>
                    <a:pt x="2944" y="3983"/>
                    <a:pt x="3053" y="4024"/>
                    <a:pt x="3163" y="4024"/>
                  </a:cubicBezTo>
                  <a:cubicBezTo>
                    <a:pt x="3273" y="4024"/>
                    <a:pt x="3382" y="3983"/>
                    <a:pt x="3463" y="3902"/>
                  </a:cubicBezTo>
                  <a:lnTo>
                    <a:pt x="3521" y="3845"/>
                  </a:lnTo>
                  <a:cubicBezTo>
                    <a:pt x="3692" y="3673"/>
                    <a:pt x="3692" y="3406"/>
                    <a:pt x="3521" y="3235"/>
                  </a:cubicBezTo>
                  <a:lnTo>
                    <a:pt x="3521" y="3235"/>
                  </a:lnTo>
                  <a:lnTo>
                    <a:pt x="3616" y="3330"/>
                  </a:lnTo>
                  <a:cubicBezTo>
                    <a:pt x="3697" y="3411"/>
                    <a:pt x="3807" y="3451"/>
                    <a:pt x="3918" y="3451"/>
                  </a:cubicBezTo>
                  <a:cubicBezTo>
                    <a:pt x="4029" y="3451"/>
                    <a:pt x="4141" y="3411"/>
                    <a:pt x="4227" y="3330"/>
                  </a:cubicBezTo>
                  <a:lnTo>
                    <a:pt x="4274" y="3282"/>
                  </a:lnTo>
                  <a:cubicBezTo>
                    <a:pt x="4446" y="3110"/>
                    <a:pt x="4446" y="2834"/>
                    <a:pt x="4274" y="2662"/>
                  </a:cubicBezTo>
                  <a:lnTo>
                    <a:pt x="4274" y="2662"/>
                  </a:lnTo>
                  <a:lnTo>
                    <a:pt x="4398" y="2786"/>
                  </a:lnTo>
                  <a:cubicBezTo>
                    <a:pt x="4484" y="2872"/>
                    <a:pt x="4596" y="2915"/>
                    <a:pt x="4710" y="2915"/>
                  </a:cubicBezTo>
                  <a:cubicBezTo>
                    <a:pt x="4823" y="2915"/>
                    <a:pt x="4937" y="2872"/>
                    <a:pt x="5028" y="2786"/>
                  </a:cubicBezTo>
                  <a:cubicBezTo>
                    <a:pt x="5009" y="2757"/>
                    <a:pt x="4990" y="2738"/>
                    <a:pt x="4961" y="2710"/>
                  </a:cubicBezTo>
                  <a:lnTo>
                    <a:pt x="4885" y="2633"/>
                  </a:lnTo>
                  <a:cubicBezTo>
                    <a:pt x="4837" y="2586"/>
                    <a:pt x="4790" y="2548"/>
                    <a:pt x="4732" y="2509"/>
                  </a:cubicBezTo>
                  <a:cubicBezTo>
                    <a:pt x="4751" y="2271"/>
                    <a:pt x="4665" y="2032"/>
                    <a:pt x="4503" y="1861"/>
                  </a:cubicBezTo>
                  <a:lnTo>
                    <a:pt x="4484" y="1842"/>
                  </a:lnTo>
                  <a:lnTo>
                    <a:pt x="4427" y="1784"/>
                  </a:lnTo>
                  <a:cubicBezTo>
                    <a:pt x="4351" y="1708"/>
                    <a:pt x="4255" y="1641"/>
                    <a:pt x="4160" y="1603"/>
                  </a:cubicBezTo>
                  <a:cubicBezTo>
                    <a:pt x="4141" y="1422"/>
                    <a:pt x="4064" y="1241"/>
                    <a:pt x="3940" y="1107"/>
                  </a:cubicBezTo>
                  <a:lnTo>
                    <a:pt x="3912" y="1078"/>
                  </a:lnTo>
                  <a:lnTo>
                    <a:pt x="3864" y="1031"/>
                  </a:lnTo>
                  <a:cubicBezTo>
                    <a:pt x="3788" y="954"/>
                    <a:pt x="3702" y="897"/>
                    <a:pt x="3616" y="859"/>
                  </a:cubicBezTo>
                  <a:cubicBezTo>
                    <a:pt x="3607" y="659"/>
                    <a:pt x="3530" y="477"/>
                    <a:pt x="3406" y="334"/>
                  </a:cubicBezTo>
                  <a:cubicBezTo>
                    <a:pt x="3387" y="315"/>
                    <a:pt x="3368" y="296"/>
                    <a:pt x="3359" y="287"/>
                  </a:cubicBezTo>
                  <a:lnTo>
                    <a:pt x="3330" y="258"/>
                  </a:lnTo>
                  <a:cubicBezTo>
                    <a:pt x="3158" y="86"/>
                    <a:pt x="2936" y="0"/>
                    <a:pt x="2716"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8" name="Google Shape;10828;p64"/>
            <p:cNvSpPr/>
            <p:nvPr/>
          </p:nvSpPr>
          <p:spPr>
            <a:xfrm>
              <a:off x="3533278" y="2473493"/>
              <a:ext cx="161902" cy="168082"/>
            </a:xfrm>
            <a:custGeom>
              <a:avLst/>
              <a:gdLst/>
              <a:ahLst/>
              <a:cxnLst/>
              <a:rect l="l" t="t" r="r" b="b"/>
              <a:pathLst>
                <a:path w="6183" h="6419" extrusionOk="0">
                  <a:moveTo>
                    <a:pt x="391" y="0"/>
                  </a:moveTo>
                  <a:lnTo>
                    <a:pt x="0" y="392"/>
                  </a:lnTo>
                  <a:lnTo>
                    <a:pt x="1088" y="1479"/>
                  </a:lnTo>
                  <a:cubicBezTo>
                    <a:pt x="1164" y="1565"/>
                    <a:pt x="1212" y="1660"/>
                    <a:pt x="1221" y="1775"/>
                  </a:cubicBezTo>
                  <a:cubicBezTo>
                    <a:pt x="1240" y="2004"/>
                    <a:pt x="1336" y="2214"/>
                    <a:pt x="1498" y="2376"/>
                  </a:cubicBezTo>
                  <a:lnTo>
                    <a:pt x="5409" y="6297"/>
                  </a:lnTo>
                  <a:cubicBezTo>
                    <a:pt x="5490" y="6378"/>
                    <a:pt x="5595" y="6418"/>
                    <a:pt x="5700" y="6418"/>
                  </a:cubicBezTo>
                  <a:cubicBezTo>
                    <a:pt x="5805" y="6418"/>
                    <a:pt x="5910" y="6378"/>
                    <a:pt x="5991" y="6297"/>
                  </a:cubicBezTo>
                  <a:lnTo>
                    <a:pt x="6077" y="6211"/>
                  </a:lnTo>
                  <a:cubicBezTo>
                    <a:pt x="6125" y="6154"/>
                    <a:pt x="6163" y="6087"/>
                    <a:pt x="6182" y="6011"/>
                  </a:cubicBezTo>
                  <a:lnTo>
                    <a:pt x="6182" y="6011"/>
                  </a:lnTo>
                  <a:cubicBezTo>
                    <a:pt x="6153" y="6017"/>
                    <a:pt x="6124" y="6020"/>
                    <a:pt x="6094" y="6020"/>
                  </a:cubicBezTo>
                  <a:cubicBezTo>
                    <a:pt x="5989" y="6020"/>
                    <a:pt x="5885" y="5980"/>
                    <a:pt x="5810" y="5906"/>
                  </a:cubicBezTo>
                  <a:lnTo>
                    <a:pt x="1889" y="1985"/>
                  </a:lnTo>
                  <a:cubicBezTo>
                    <a:pt x="1727" y="1823"/>
                    <a:pt x="1632" y="1603"/>
                    <a:pt x="1612" y="1384"/>
                  </a:cubicBezTo>
                  <a:cubicBezTo>
                    <a:pt x="1603" y="1269"/>
                    <a:pt x="1555" y="1164"/>
                    <a:pt x="1479" y="1088"/>
                  </a:cubicBezTo>
                  <a:lnTo>
                    <a:pt x="391" y="0"/>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9" name="Google Shape;10829;p64"/>
            <p:cNvSpPr/>
            <p:nvPr/>
          </p:nvSpPr>
          <p:spPr>
            <a:xfrm>
              <a:off x="3533278" y="2427041"/>
              <a:ext cx="83713" cy="83452"/>
            </a:xfrm>
            <a:custGeom>
              <a:avLst/>
              <a:gdLst/>
              <a:ahLst/>
              <a:cxnLst/>
              <a:rect l="l" t="t" r="r" b="b"/>
              <a:pathLst>
                <a:path w="3197" h="3187" extrusionOk="0">
                  <a:moveTo>
                    <a:pt x="2166" y="0"/>
                  </a:moveTo>
                  <a:lnTo>
                    <a:pt x="0" y="2175"/>
                  </a:lnTo>
                  <a:lnTo>
                    <a:pt x="1011" y="3186"/>
                  </a:lnTo>
                  <a:lnTo>
                    <a:pt x="3196" y="1011"/>
                  </a:lnTo>
                  <a:cubicBezTo>
                    <a:pt x="3139" y="973"/>
                    <a:pt x="3091" y="925"/>
                    <a:pt x="3053" y="887"/>
                  </a:cubicBezTo>
                  <a:lnTo>
                    <a:pt x="2166" y="0"/>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0" name="Google Shape;10830;p64"/>
            <p:cNvSpPr/>
            <p:nvPr/>
          </p:nvSpPr>
          <p:spPr>
            <a:xfrm>
              <a:off x="3519295" y="2413660"/>
              <a:ext cx="86934" cy="85782"/>
            </a:xfrm>
            <a:custGeom>
              <a:avLst/>
              <a:gdLst/>
              <a:ahLst/>
              <a:cxnLst/>
              <a:rect l="l" t="t" r="r" b="b"/>
              <a:pathLst>
                <a:path w="3320" h="3276" extrusionOk="0">
                  <a:moveTo>
                    <a:pt x="2428" y="1"/>
                  </a:moveTo>
                  <a:cubicBezTo>
                    <a:pt x="2371" y="1"/>
                    <a:pt x="2313" y="24"/>
                    <a:pt x="2271" y="72"/>
                  </a:cubicBezTo>
                  <a:lnTo>
                    <a:pt x="86" y="2247"/>
                  </a:lnTo>
                  <a:cubicBezTo>
                    <a:pt x="0" y="2333"/>
                    <a:pt x="0" y="2476"/>
                    <a:pt x="86" y="2562"/>
                  </a:cubicBezTo>
                  <a:lnTo>
                    <a:pt x="735" y="3211"/>
                  </a:lnTo>
                  <a:cubicBezTo>
                    <a:pt x="782" y="3254"/>
                    <a:pt x="840" y="3275"/>
                    <a:pt x="897" y="3275"/>
                  </a:cubicBezTo>
                  <a:cubicBezTo>
                    <a:pt x="954" y="3275"/>
                    <a:pt x="1011" y="3254"/>
                    <a:pt x="1059" y="3211"/>
                  </a:cubicBezTo>
                  <a:lnTo>
                    <a:pt x="3234" y="1026"/>
                  </a:lnTo>
                  <a:cubicBezTo>
                    <a:pt x="3320" y="940"/>
                    <a:pt x="3320" y="797"/>
                    <a:pt x="3225" y="711"/>
                  </a:cubicBezTo>
                  <a:lnTo>
                    <a:pt x="2585" y="72"/>
                  </a:lnTo>
                  <a:cubicBezTo>
                    <a:pt x="2542" y="24"/>
                    <a:pt x="2485" y="1"/>
                    <a:pt x="2428"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1" name="Google Shape;10831;p64"/>
            <p:cNvSpPr/>
            <p:nvPr/>
          </p:nvSpPr>
          <p:spPr>
            <a:xfrm>
              <a:off x="3519295" y="2462993"/>
              <a:ext cx="36973" cy="36188"/>
            </a:xfrm>
            <a:custGeom>
              <a:avLst/>
              <a:gdLst/>
              <a:ahLst/>
              <a:cxnLst/>
              <a:rect l="l" t="t" r="r" b="b"/>
              <a:pathLst>
                <a:path w="1412" h="1382" extrusionOk="0">
                  <a:moveTo>
                    <a:pt x="448" y="1"/>
                  </a:moveTo>
                  <a:lnTo>
                    <a:pt x="86" y="363"/>
                  </a:lnTo>
                  <a:cubicBezTo>
                    <a:pt x="0" y="449"/>
                    <a:pt x="0" y="592"/>
                    <a:pt x="86" y="678"/>
                  </a:cubicBezTo>
                  <a:lnTo>
                    <a:pt x="735" y="1317"/>
                  </a:lnTo>
                  <a:cubicBezTo>
                    <a:pt x="778" y="1360"/>
                    <a:pt x="835" y="1382"/>
                    <a:pt x="892" y="1382"/>
                  </a:cubicBezTo>
                  <a:cubicBezTo>
                    <a:pt x="949" y="1382"/>
                    <a:pt x="1006" y="1360"/>
                    <a:pt x="1049" y="1317"/>
                  </a:cubicBezTo>
                  <a:lnTo>
                    <a:pt x="1412" y="964"/>
                  </a:lnTo>
                  <a:lnTo>
                    <a:pt x="448"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2" name="Google Shape;10832;p64"/>
            <p:cNvSpPr/>
            <p:nvPr/>
          </p:nvSpPr>
          <p:spPr>
            <a:xfrm>
              <a:off x="3660353" y="2521831"/>
              <a:ext cx="81278" cy="77089"/>
            </a:xfrm>
            <a:custGeom>
              <a:avLst/>
              <a:gdLst/>
              <a:ahLst/>
              <a:cxnLst/>
              <a:rect l="l" t="t" r="r" b="b"/>
              <a:pathLst>
                <a:path w="3104" h="2944" extrusionOk="0">
                  <a:moveTo>
                    <a:pt x="311" y="1"/>
                  </a:moveTo>
                  <a:cubicBezTo>
                    <a:pt x="148" y="1"/>
                    <a:pt x="1" y="213"/>
                    <a:pt x="156" y="368"/>
                  </a:cubicBezTo>
                  <a:lnTo>
                    <a:pt x="2674" y="2877"/>
                  </a:lnTo>
                  <a:cubicBezTo>
                    <a:pt x="2712" y="2915"/>
                    <a:pt x="2770" y="2943"/>
                    <a:pt x="2827" y="2943"/>
                  </a:cubicBezTo>
                  <a:cubicBezTo>
                    <a:pt x="3008" y="2943"/>
                    <a:pt x="3104" y="2715"/>
                    <a:pt x="2970" y="2581"/>
                  </a:cubicBezTo>
                  <a:lnTo>
                    <a:pt x="451" y="62"/>
                  </a:lnTo>
                  <a:cubicBezTo>
                    <a:pt x="408" y="19"/>
                    <a:pt x="359" y="1"/>
                    <a:pt x="311"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3" name="Google Shape;10833;p64"/>
            <p:cNvSpPr/>
            <p:nvPr/>
          </p:nvSpPr>
          <p:spPr>
            <a:xfrm>
              <a:off x="3637075" y="2533090"/>
              <a:ext cx="84813" cy="80807"/>
            </a:xfrm>
            <a:custGeom>
              <a:avLst/>
              <a:gdLst/>
              <a:ahLst/>
              <a:cxnLst/>
              <a:rect l="l" t="t" r="r" b="b"/>
              <a:pathLst>
                <a:path w="3239" h="3086" extrusionOk="0">
                  <a:moveTo>
                    <a:pt x="305" y="0"/>
                  </a:moveTo>
                  <a:cubicBezTo>
                    <a:pt x="144" y="0"/>
                    <a:pt x="0" y="212"/>
                    <a:pt x="148" y="367"/>
                  </a:cubicBezTo>
                  <a:lnTo>
                    <a:pt x="2810" y="3019"/>
                  </a:lnTo>
                  <a:cubicBezTo>
                    <a:pt x="2848" y="3067"/>
                    <a:pt x="2905" y="3086"/>
                    <a:pt x="2962" y="3086"/>
                  </a:cubicBezTo>
                  <a:cubicBezTo>
                    <a:pt x="3144" y="3086"/>
                    <a:pt x="3239" y="2857"/>
                    <a:pt x="3105" y="2723"/>
                  </a:cubicBezTo>
                  <a:lnTo>
                    <a:pt x="444" y="62"/>
                  </a:lnTo>
                  <a:cubicBezTo>
                    <a:pt x="400" y="18"/>
                    <a:pt x="352" y="0"/>
                    <a:pt x="305"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4" name="Google Shape;10834;p64"/>
            <p:cNvSpPr/>
            <p:nvPr/>
          </p:nvSpPr>
          <p:spPr>
            <a:xfrm>
              <a:off x="3625841" y="2556552"/>
              <a:ext cx="73816" cy="69835"/>
            </a:xfrm>
            <a:custGeom>
              <a:avLst/>
              <a:gdLst/>
              <a:ahLst/>
              <a:cxnLst/>
              <a:rect l="l" t="t" r="r" b="b"/>
              <a:pathLst>
                <a:path w="2819" h="2667" extrusionOk="0">
                  <a:moveTo>
                    <a:pt x="304" y="1"/>
                  </a:moveTo>
                  <a:cubicBezTo>
                    <a:pt x="143" y="1"/>
                    <a:pt x="0" y="213"/>
                    <a:pt x="148" y="368"/>
                  </a:cubicBezTo>
                  <a:lnTo>
                    <a:pt x="2399" y="2610"/>
                  </a:lnTo>
                  <a:cubicBezTo>
                    <a:pt x="2437" y="2648"/>
                    <a:pt x="2485" y="2667"/>
                    <a:pt x="2542" y="2667"/>
                  </a:cubicBezTo>
                  <a:cubicBezTo>
                    <a:pt x="2733" y="2667"/>
                    <a:pt x="2819" y="2438"/>
                    <a:pt x="2695" y="2314"/>
                  </a:cubicBezTo>
                  <a:lnTo>
                    <a:pt x="443" y="62"/>
                  </a:lnTo>
                  <a:cubicBezTo>
                    <a:pt x="400" y="19"/>
                    <a:pt x="351" y="1"/>
                    <a:pt x="304"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5" name="Google Shape;10835;p64"/>
            <p:cNvSpPr/>
            <p:nvPr/>
          </p:nvSpPr>
          <p:spPr>
            <a:xfrm>
              <a:off x="3650429" y="2427277"/>
              <a:ext cx="215110" cy="224484"/>
            </a:xfrm>
            <a:custGeom>
              <a:avLst/>
              <a:gdLst/>
              <a:ahLst/>
              <a:cxnLst/>
              <a:rect l="l" t="t" r="r" b="b"/>
              <a:pathLst>
                <a:path w="8215" h="8573" extrusionOk="0">
                  <a:moveTo>
                    <a:pt x="6049" y="1"/>
                  </a:moveTo>
                  <a:lnTo>
                    <a:pt x="4961" y="1088"/>
                  </a:lnTo>
                  <a:cubicBezTo>
                    <a:pt x="4885" y="1164"/>
                    <a:pt x="4780" y="1212"/>
                    <a:pt x="4675" y="1222"/>
                  </a:cubicBezTo>
                  <a:cubicBezTo>
                    <a:pt x="4446" y="1231"/>
                    <a:pt x="4227" y="1336"/>
                    <a:pt x="4074" y="1489"/>
                  </a:cubicBezTo>
                  <a:lnTo>
                    <a:pt x="1851" y="3712"/>
                  </a:lnTo>
                  <a:lnTo>
                    <a:pt x="153" y="5400"/>
                  </a:lnTo>
                  <a:cubicBezTo>
                    <a:pt x="0" y="5562"/>
                    <a:pt x="0" y="5820"/>
                    <a:pt x="153" y="5982"/>
                  </a:cubicBezTo>
                  <a:lnTo>
                    <a:pt x="239" y="6068"/>
                  </a:lnTo>
                  <a:cubicBezTo>
                    <a:pt x="320" y="6149"/>
                    <a:pt x="425" y="6190"/>
                    <a:pt x="530" y="6190"/>
                  </a:cubicBezTo>
                  <a:cubicBezTo>
                    <a:pt x="635" y="6190"/>
                    <a:pt x="740" y="6149"/>
                    <a:pt x="821" y="6068"/>
                  </a:cubicBezTo>
                  <a:lnTo>
                    <a:pt x="821" y="6068"/>
                  </a:lnTo>
                  <a:lnTo>
                    <a:pt x="640" y="6249"/>
                  </a:lnTo>
                  <a:cubicBezTo>
                    <a:pt x="468" y="6411"/>
                    <a:pt x="468" y="6688"/>
                    <a:pt x="640" y="6850"/>
                  </a:cubicBezTo>
                  <a:lnTo>
                    <a:pt x="697" y="6907"/>
                  </a:lnTo>
                  <a:cubicBezTo>
                    <a:pt x="778" y="6993"/>
                    <a:pt x="888" y="7036"/>
                    <a:pt x="997" y="7036"/>
                  </a:cubicBezTo>
                  <a:cubicBezTo>
                    <a:pt x="1107" y="7036"/>
                    <a:pt x="1217" y="6993"/>
                    <a:pt x="1298" y="6907"/>
                  </a:cubicBezTo>
                  <a:lnTo>
                    <a:pt x="1298" y="6907"/>
                  </a:lnTo>
                  <a:lnTo>
                    <a:pt x="1212" y="7003"/>
                  </a:lnTo>
                  <a:cubicBezTo>
                    <a:pt x="1040" y="7175"/>
                    <a:pt x="1040" y="7442"/>
                    <a:pt x="1212" y="7613"/>
                  </a:cubicBezTo>
                  <a:lnTo>
                    <a:pt x="1260" y="7661"/>
                  </a:lnTo>
                  <a:cubicBezTo>
                    <a:pt x="1346" y="7747"/>
                    <a:pt x="1458" y="7790"/>
                    <a:pt x="1569" y="7790"/>
                  </a:cubicBezTo>
                  <a:cubicBezTo>
                    <a:pt x="1680" y="7790"/>
                    <a:pt x="1789" y="7747"/>
                    <a:pt x="1870" y="7661"/>
                  </a:cubicBezTo>
                  <a:lnTo>
                    <a:pt x="1870" y="7661"/>
                  </a:lnTo>
                  <a:lnTo>
                    <a:pt x="1756" y="7785"/>
                  </a:lnTo>
                  <a:cubicBezTo>
                    <a:pt x="1584" y="7957"/>
                    <a:pt x="1584" y="8243"/>
                    <a:pt x="1756" y="8415"/>
                  </a:cubicBezTo>
                  <a:lnTo>
                    <a:pt x="1784" y="8443"/>
                  </a:lnTo>
                  <a:cubicBezTo>
                    <a:pt x="1875" y="8529"/>
                    <a:pt x="1990" y="8572"/>
                    <a:pt x="2103" y="8572"/>
                  </a:cubicBezTo>
                  <a:cubicBezTo>
                    <a:pt x="2216" y="8572"/>
                    <a:pt x="2328" y="8529"/>
                    <a:pt x="2414" y="8443"/>
                  </a:cubicBezTo>
                  <a:lnTo>
                    <a:pt x="5753" y="5104"/>
                  </a:lnTo>
                  <a:lnTo>
                    <a:pt x="6249" y="6316"/>
                  </a:lnTo>
                  <a:cubicBezTo>
                    <a:pt x="6372" y="6531"/>
                    <a:pt x="6593" y="6653"/>
                    <a:pt x="6829" y="6653"/>
                  </a:cubicBezTo>
                  <a:cubicBezTo>
                    <a:pt x="6887" y="6653"/>
                    <a:pt x="6945" y="6646"/>
                    <a:pt x="7003" y="6631"/>
                  </a:cubicBezTo>
                  <a:cubicBezTo>
                    <a:pt x="7003" y="6631"/>
                    <a:pt x="7279" y="6450"/>
                    <a:pt x="7251" y="6345"/>
                  </a:cubicBezTo>
                  <a:cubicBezTo>
                    <a:pt x="7098" y="5858"/>
                    <a:pt x="7012" y="4685"/>
                    <a:pt x="6974" y="3988"/>
                  </a:cubicBezTo>
                  <a:cubicBezTo>
                    <a:pt x="6955" y="3702"/>
                    <a:pt x="7041" y="3416"/>
                    <a:pt x="7213" y="3187"/>
                  </a:cubicBezTo>
                  <a:cubicBezTo>
                    <a:pt x="7251" y="3130"/>
                    <a:pt x="7289" y="3091"/>
                    <a:pt x="7337" y="3044"/>
                  </a:cubicBezTo>
                  <a:lnTo>
                    <a:pt x="8214" y="2166"/>
                  </a:lnTo>
                  <a:lnTo>
                    <a:pt x="6049" y="1"/>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6" name="Google Shape;10836;p64"/>
            <p:cNvSpPr/>
            <p:nvPr/>
          </p:nvSpPr>
          <p:spPr>
            <a:xfrm>
              <a:off x="3650167" y="2524449"/>
              <a:ext cx="107699" cy="127311"/>
            </a:xfrm>
            <a:custGeom>
              <a:avLst/>
              <a:gdLst/>
              <a:ahLst/>
              <a:cxnLst/>
              <a:rect l="l" t="t" r="r" b="b"/>
              <a:pathLst>
                <a:path w="4113" h="4862" extrusionOk="0">
                  <a:moveTo>
                    <a:pt x="1861" y="1"/>
                  </a:moveTo>
                  <a:lnTo>
                    <a:pt x="163" y="1689"/>
                  </a:lnTo>
                  <a:cubicBezTo>
                    <a:pt x="1" y="1851"/>
                    <a:pt x="1" y="2109"/>
                    <a:pt x="163" y="2271"/>
                  </a:cubicBezTo>
                  <a:lnTo>
                    <a:pt x="249" y="2357"/>
                  </a:lnTo>
                  <a:cubicBezTo>
                    <a:pt x="330" y="2438"/>
                    <a:pt x="435" y="2479"/>
                    <a:pt x="540" y="2479"/>
                  </a:cubicBezTo>
                  <a:cubicBezTo>
                    <a:pt x="645" y="2479"/>
                    <a:pt x="750" y="2438"/>
                    <a:pt x="831" y="2357"/>
                  </a:cubicBezTo>
                  <a:lnTo>
                    <a:pt x="831" y="2357"/>
                  </a:lnTo>
                  <a:lnTo>
                    <a:pt x="650" y="2538"/>
                  </a:lnTo>
                  <a:cubicBezTo>
                    <a:pt x="478" y="2700"/>
                    <a:pt x="478" y="2977"/>
                    <a:pt x="650" y="3139"/>
                  </a:cubicBezTo>
                  <a:lnTo>
                    <a:pt x="707" y="3196"/>
                  </a:lnTo>
                  <a:cubicBezTo>
                    <a:pt x="788" y="3282"/>
                    <a:pt x="898" y="3325"/>
                    <a:pt x="1007" y="3325"/>
                  </a:cubicBezTo>
                  <a:cubicBezTo>
                    <a:pt x="1117" y="3325"/>
                    <a:pt x="1227" y="3282"/>
                    <a:pt x="1308" y="3196"/>
                  </a:cubicBezTo>
                  <a:lnTo>
                    <a:pt x="1308" y="3196"/>
                  </a:lnTo>
                  <a:lnTo>
                    <a:pt x="1222" y="3292"/>
                  </a:lnTo>
                  <a:cubicBezTo>
                    <a:pt x="1050" y="3464"/>
                    <a:pt x="1050" y="3731"/>
                    <a:pt x="1222" y="3902"/>
                  </a:cubicBezTo>
                  <a:lnTo>
                    <a:pt x="1270" y="3950"/>
                  </a:lnTo>
                  <a:cubicBezTo>
                    <a:pt x="1356" y="4036"/>
                    <a:pt x="1465" y="4079"/>
                    <a:pt x="1575" y="4079"/>
                  </a:cubicBezTo>
                  <a:cubicBezTo>
                    <a:pt x="1685" y="4079"/>
                    <a:pt x="1794" y="4036"/>
                    <a:pt x="1880" y="3950"/>
                  </a:cubicBezTo>
                  <a:lnTo>
                    <a:pt x="1880" y="3950"/>
                  </a:lnTo>
                  <a:lnTo>
                    <a:pt x="1766" y="4074"/>
                  </a:lnTo>
                  <a:cubicBezTo>
                    <a:pt x="1594" y="4246"/>
                    <a:pt x="1594" y="4532"/>
                    <a:pt x="1766" y="4704"/>
                  </a:cubicBezTo>
                  <a:lnTo>
                    <a:pt x="1794" y="4732"/>
                  </a:lnTo>
                  <a:cubicBezTo>
                    <a:pt x="1880" y="4818"/>
                    <a:pt x="1995" y="4861"/>
                    <a:pt x="2109" y="4861"/>
                  </a:cubicBezTo>
                  <a:cubicBezTo>
                    <a:pt x="2224" y="4861"/>
                    <a:pt x="2338" y="4818"/>
                    <a:pt x="2424" y="4732"/>
                  </a:cubicBezTo>
                  <a:lnTo>
                    <a:pt x="4113" y="3053"/>
                  </a:lnTo>
                  <a:cubicBezTo>
                    <a:pt x="4074" y="2910"/>
                    <a:pt x="3998" y="2786"/>
                    <a:pt x="3903" y="2681"/>
                  </a:cubicBezTo>
                  <a:lnTo>
                    <a:pt x="3817" y="2605"/>
                  </a:lnTo>
                  <a:cubicBezTo>
                    <a:pt x="3769" y="2557"/>
                    <a:pt x="3722" y="2519"/>
                    <a:pt x="3664" y="2481"/>
                  </a:cubicBezTo>
                  <a:cubicBezTo>
                    <a:pt x="3683" y="2242"/>
                    <a:pt x="3597" y="2004"/>
                    <a:pt x="3435" y="1832"/>
                  </a:cubicBezTo>
                  <a:lnTo>
                    <a:pt x="3426" y="1823"/>
                  </a:lnTo>
                  <a:lnTo>
                    <a:pt x="3359" y="1756"/>
                  </a:lnTo>
                  <a:cubicBezTo>
                    <a:pt x="3283" y="1680"/>
                    <a:pt x="3197" y="1622"/>
                    <a:pt x="3092" y="1575"/>
                  </a:cubicBezTo>
                  <a:cubicBezTo>
                    <a:pt x="3073" y="1393"/>
                    <a:pt x="2996" y="1222"/>
                    <a:pt x="2872" y="1079"/>
                  </a:cubicBezTo>
                  <a:lnTo>
                    <a:pt x="2844" y="1050"/>
                  </a:lnTo>
                  <a:lnTo>
                    <a:pt x="2796" y="1002"/>
                  </a:lnTo>
                  <a:cubicBezTo>
                    <a:pt x="2729" y="936"/>
                    <a:pt x="2644" y="869"/>
                    <a:pt x="2548" y="831"/>
                  </a:cubicBezTo>
                  <a:cubicBezTo>
                    <a:pt x="2539" y="640"/>
                    <a:pt x="2462" y="449"/>
                    <a:pt x="2338" y="306"/>
                  </a:cubicBezTo>
                  <a:cubicBezTo>
                    <a:pt x="2319" y="287"/>
                    <a:pt x="2310" y="268"/>
                    <a:pt x="2300" y="258"/>
                  </a:cubicBezTo>
                  <a:lnTo>
                    <a:pt x="2262" y="230"/>
                  </a:lnTo>
                  <a:cubicBezTo>
                    <a:pt x="2157" y="115"/>
                    <a:pt x="2014" y="39"/>
                    <a:pt x="1861"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7" name="Google Shape;10837;p64"/>
            <p:cNvSpPr/>
            <p:nvPr/>
          </p:nvSpPr>
          <p:spPr>
            <a:xfrm>
              <a:off x="3782323" y="2427041"/>
              <a:ext cx="83216" cy="83687"/>
            </a:xfrm>
            <a:custGeom>
              <a:avLst/>
              <a:gdLst/>
              <a:ahLst/>
              <a:cxnLst/>
              <a:rect l="l" t="t" r="r" b="b"/>
              <a:pathLst>
                <a:path w="3178" h="3196" extrusionOk="0">
                  <a:moveTo>
                    <a:pt x="1012" y="0"/>
                  </a:moveTo>
                  <a:lnTo>
                    <a:pt x="1" y="1021"/>
                  </a:lnTo>
                  <a:lnTo>
                    <a:pt x="2176" y="3196"/>
                  </a:lnTo>
                  <a:cubicBezTo>
                    <a:pt x="2214" y="3139"/>
                    <a:pt x="2252" y="3091"/>
                    <a:pt x="2300" y="3053"/>
                  </a:cubicBezTo>
                  <a:lnTo>
                    <a:pt x="3177" y="2175"/>
                  </a:lnTo>
                  <a:lnTo>
                    <a:pt x="1012"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8" name="Google Shape;10838;p64"/>
            <p:cNvSpPr/>
            <p:nvPr/>
          </p:nvSpPr>
          <p:spPr>
            <a:xfrm>
              <a:off x="3650167" y="2427041"/>
              <a:ext cx="168893" cy="162138"/>
            </a:xfrm>
            <a:custGeom>
              <a:avLst/>
              <a:gdLst/>
              <a:ahLst/>
              <a:cxnLst/>
              <a:rect l="l" t="t" r="r" b="b"/>
              <a:pathLst>
                <a:path w="6450" h="6192" extrusionOk="0">
                  <a:moveTo>
                    <a:pt x="6059" y="0"/>
                  </a:moveTo>
                  <a:lnTo>
                    <a:pt x="4971" y="1088"/>
                  </a:lnTo>
                  <a:cubicBezTo>
                    <a:pt x="4895" y="1164"/>
                    <a:pt x="4790" y="1212"/>
                    <a:pt x="4685" y="1221"/>
                  </a:cubicBezTo>
                  <a:cubicBezTo>
                    <a:pt x="4456" y="1240"/>
                    <a:pt x="4237" y="1336"/>
                    <a:pt x="4074" y="1498"/>
                  </a:cubicBezTo>
                  <a:lnTo>
                    <a:pt x="163" y="5419"/>
                  </a:lnTo>
                  <a:cubicBezTo>
                    <a:pt x="1" y="5571"/>
                    <a:pt x="1" y="5838"/>
                    <a:pt x="163" y="6001"/>
                  </a:cubicBezTo>
                  <a:lnTo>
                    <a:pt x="239" y="6077"/>
                  </a:lnTo>
                  <a:cubicBezTo>
                    <a:pt x="297" y="6134"/>
                    <a:pt x="363" y="6172"/>
                    <a:pt x="440" y="6191"/>
                  </a:cubicBezTo>
                  <a:cubicBezTo>
                    <a:pt x="411" y="6048"/>
                    <a:pt x="449" y="5905"/>
                    <a:pt x="554" y="5810"/>
                  </a:cubicBezTo>
                  <a:lnTo>
                    <a:pt x="4475" y="1889"/>
                  </a:lnTo>
                  <a:cubicBezTo>
                    <a:pt x="4637" y="1727"/>
                    <a:pt x="4847" y="1631"/>
                    <a:pt x="5076" y="1612"/>
                  </a:cubicBezTo>
                  <a:cubicBezTo>
                    <a:pt x="5181" y="1612"/>
                    <a:pt x="5286" y="1565"/>
                    <a:pt x="5362" y="1479"/>
                  </a:cubicBezTo>
                  <a:lnTo>
                    <a:pt x="6450" y="391"/>
                  </a:lnTo>
                  <a:lnTo>
                    <a:pt x="6059"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9" name="Google Shape;10839;p64"/>
            <p:cNvSpPr/>
            <p:nvPr/>
          </p:nvSpPr>
          <p:spPr>
            <a:xfrm>
              <a:off x="3792823" y="2413660"/>
              <a:ext cx="86699" cy="85782"/>
            </a:xfrm>
            <a:custGeom>
              <a:avLst/>
              <a:gdLst/>
              <a:ahLst/>
              <a:cxnLst/>
              <a:rect l="l" t="t" r="r" b="b"/>
              <a:pathLst>
                <a:path w="3311" h="3276" extrusionOk="0">
                  <a:moveTo>
                    <a:pt x="889" y="1"/>
                  </a:moveTo>
                  <a:cubicBezTo>
                    <a:pt x="833" y="1"/>
                    <a:pt x="778" y="24"/>
                    <a:pt x="735" y="72"/>
                  </a:cubicBezTo>
                  <a:lnTo>
                    <a:pt x="86" y="711"/>
                  </a:lnTo>
                  <a:cubicBezTo>
                    <a:pt x="0" y="797"/>
                    <a:pt x="0" y="940"/>
                    <a:pt x="86" y="1026"/>
                  </a:cubicBezTo>
                  <a:lnTo>
                    <a:pt x="2261" y="3211"/>
                  </a:lnTo>
                  <a:cubicBezTo>
                    <a:pt x="2304" y="3254"/>
                    <a:pt x="2361" y="3275"/>
                    <a:pt x="2419" y="3275"/>
                  </a:cubicBezTo>
                  <a:cubicBezTo>
                    <a:pt x="2476" y="3275"/>
                    <a:pt x="2533" y="3254"/>
                    <a:pt x="2576" y="3211"/>
                  </a:cubicBezTo>
                  <a:lnTo>
                    <a:pt x="3225" y="2562"/>
                  </a:lnTo>
                  <a:cubicBezTo>
                    <a:pt x="3311" y="2476"/>
                    <a:pt x="3311" y="2333"/>
                    <a:pt x="3225" y="2247"/>
                  </a:cubicBezTo>
                  <a:lnTo>
                    <a:pt x="1050" y="72"/>
                  </a:lnTo>
                  <a:cubicBezTo>
                    <a:pt x="1002" y="24"/>
                    <a:pt x="945" y="1"/>
                    <a:pt x="88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0" name="Google Shape;10840;p64"/>
            <p:cNvSpPr/>
            <p:nvPr/>
          </p:nvSpPr>
          <p:spPr>
            <a:xfrm>
              <a:off x="3792823" y="2413844"/>
              <a:ext cx="36999" cy="36450"/>
            </a:xfrm>
            <a:custGeom>
              <a:avLst/>
              <a:gdLst/>
              <a:ahLst/>
              <a:cxnLst/>
              <a:rect l="l" t="t" r="r" b="b"/>
              <a:pathLst>
                <a:path w="1413" h="1392" extrusionOk="0">
                  <a:moveTo>
                    <a:pt x="892" y="1"/>
                  </a:moveTo>
                  <a:cubicBezTo>
                    <a:pt x="835" y="1"/>
                    <a:pt x="778" y="22"/>
                    <a:pt x="735" y="65"/>
                  </a:cubicBezTo>
                  <a:lnTo>
                    <a:pt x="86" y="714"/>
                  </a:lnTo>
                  <a:cubicBezTo>
                    <a:pt x="0" y="800"/>
                    <a:pt x="0" y="943"/>
                    <a:pt x="86" y="1029"/>
                  </a:cubicBezTo>
                  <a:lnTo>
                    <a:pt x="449" y="1391"/>
                  </a:lnTo>
                  <a:lnTo>
                    <a:pt x="1412" y="428"/>
                  </a:lnTo>
                  <a:lnTo>
                    <a:pt x="1050" y="65"/>
                  </a:lnTo>
                  <a:cubicBezTo>
                    <a:pt x="1007" y="22"/>
                    <a:pt x="949" y="1"/>
                    <a:pt x="892"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1" name="Google Shape;10841;p64"/>
            <p:cNvSpPr/>
            <p:nvPr/>
          </p:nvSpPr>
          <p:spPr>
            <a:xfrm>
              <a:off x="3691906" y="2556683"/>
              <a:ext cx="81226" cy="76958"/>
            </a:xfrm>
            <a:custGeom>
              <a:avLst/>
              <a:gdLst/>
              <a:ahLst/>
              <a:cxnLst/>
              <a:rect l="l" t="t" r="r" b="b"/>
              <a:pathLst>
                <a:path w="3102" h="2939" extrusionOk="0">
                  <a:moveTo>
                    <a:pt x="2801" y="0"/>
                  </a:moveTo>
                  <a:cubicBezTo>
                    <a:pt x="2752" y="0"/>
                    <a:pt x="2699" y="20"/>
                    <a:pt x="2652" y="67"/>
                  </a:cubicBezTo>
                  <a:lnTo>
                    <a:pt x="134" y="2576"/>
                  </a:lnTo>
                  <a:cubicBezTo>
                    <a:pt x="0" y="2710"/>
                    <a:pt x="96" y="2939"/>
                    <a:pt x="286" y="2939"/>
                  </a:cubicBezTo>
                  <a:cubicBezTo>
                    <a:pt x="334" y="2939"/>
                    <a:pt x="391" y="2919"/>
                    <a:pt x="429" y="2881"/>
                  </a:cubicBezTo>
                  <a:lnTo>
                    <a:pt x="2948" y="363"/>
                  </a:lnTo>
                  <a:cubicBezTo>
                    <a:pt x="3101" y="209"/>
                    <a:pt x="2964" y="0"/>
                    <a:pt x="2801"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2" name="Google Shape;10842;p64"/>
            <p:cNvSpPr/>
            <p:nvPr/>
          </p:nvSpPr>
          <p:spPr>
            <a:xfrm>
              <a:off x="3676902" y="2533195"/>
              <a:ext cx="84970" cy="80702"/>
            </a:xfrm>
            <a:custGeom>
              <a:avLst/>
              <a:gdLst/>
              <a:ahLst/>
              <a:cxnLst/>
              <a:rect l="l" t="t" r="r" b="b"/>
              <a:pathLst>
                <a:path w="3245" h="3082" extrusionOk="0">
                  <a:moveTo>
                    <a:pt x="2945" y="1"/>
                  </a:moveTo>
                  <a:cubicBezTo>
                    <a:pt x="2895" y="1"/>
                    <a:pt x="2843" y="20"/>
                    <a:pt x="2796" y="67"/>
                  </a:cubicBezTo>
                  <a:lnTo>
                    <a:pt x="134" y="2719"/>
                  </a:lnTo>
                  <a:cubicBezTo>
                    <a:pt x="1" y="2853"/>
                    <a:pt x="96" y="3082"/>
                    <a:pt x="287" y="3082"/>
                  </a:cubicBezTo>
                  <a:cubicBezTo>
                    <a:pt x="335" y="3082"/>
                    <a:pt x="392" y="3063"/>
                    <a:pt x="430" y="3025"/>
                  </a:cubicBezTo>
                  <a:lnTo>
                    <a:pt x="3092" y="363"/>
                  </a:lnTo>
                  <a:cubicBezTo>
                    <a:pt x="3245" y="210"/>
                    <a:pt x="3108" y="1"/>
                    <a:pt x="2945"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3" name="Google Shape;10843;p64"/>
            <p:cNvSpPr/>
            <p:nvPr/>
          </p:nvSpPr>
          <p:spPr>
            <a:xfrm>
              <a:off x="3664412" y="2522433"/>
              <a:ext cx="72768" cy="69233"/>
            </a:xfrm>
            <a:custGeom>
              <a:avLst/>
              <a:gdLst/>
              <a:ahLst/>
              <a:cxnLst/>
              <a:rect l="l" t="t" r="r" b="b"/>
              <a:pathLst>
                <a:path w="2779" h="2644" extrusionOk="0">
                  <a:moveTo>
                    <a:pt x="2498" y="1"/>
                  </a:moveTo>
                  <a:cubicBezTo>
                    <a:pt x="2458" y="1"/>
                    <a:pt x="2417" y="12"/>
                    <a:pt x="2376" y="39"/>
                  </a:cubicBezTo>
                  <a:lnTo>
                    <a:pt x="134" y="2291"/>
                  </a:lnTo>
                  <a:cubicBezTo>
                    <a:pt x="1" y="2415"/>
                    <a:pt x="96" y="2644"/>
                    <a:pt x="287" y="2644"/>
                  </a:cubicBezTo>
                  <a:cubicBezTo>
                    <a:pt x="335" y="2644"/>
                    <a:pt x="392" y="2625"/>
                    <a:pt x="430" y="2587"/>
                  </a:cubicBezTo>
                  <a:lnTo>
                    <a:pt x="2672" y="345"/>
                  </a:lnTo>
                  <a:cubicBezTo>
                    <a:pt x="2778" y="185"/>
                    <a:pt x="2654" y="1"/>
                    <a:pt x="2498"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4" name="Google Shape;10844;p64"/>
            <p:cNvSpPr/>
            <p:nvPr/>
          </p:nvSpPr>
          <p:spPr>
            <a:xfrm>
              <a:off x="3533278" y="2534557"/>
              <a:ext cx="215607" cy="224746"/>
            </a:xfrm>
            <a:custGeom>
              <a:avLst/>
              <a:gdLst/>
              <a:ahLst/>
              <a:cxnLst/>
              <a:rect l="l" t="t" r="r" b="b"/>
              <a:pathLst>
                <a:path w="8234" h="8583" extrusionOk="0">
                  <a:moveTo>
                    <a:pt x="6112" y="1"/>
                  </a:moveTo>
                  <a:cubicBezTo>
                    <a:pt x="5998" y="1"/>
                    <a:pt x="5886" y="44"/>
                    <a:pt x="5801" y="130"/>
                  </a:cubicBezTo>
                  <a:lnTo>
                    <a:pt x="2462" y="3469"/>
                  </a:lnTo>
                  <a:lnTo>
                    <a:pt x="1965" y="2257"/>
                  </a:lnTo>
                  <a:cubicBezTo>
                    <a:pt x="1844" y="2052"/>
                    <a:pt x="1626" y="1926"/>
                    <a:pt x="1393" y="1926"/>
                  </a:cubicBezTo>
                  <a:cubicBezTo>
                    <a:pt x="1333" y="1926"/>
                    <a:pt x="1272" y="1934"/>
                    <a:pt x="1212" y="1952"/>
                  </a:cubicBezTo>
                  <a:cubicBezTo>
                    <a:pt x="1212" y="1952"/>
                    <a:pt x="935" y="2133"/>
                    <a:pt x="964" y="2238"/>
                  </a:cubicBezTo>
                  <a:cubicBezTo>
                    <a:pt x="1116" y="2715"/>
                    <a:pt x="1202" y="3888"/>
                    <a:pt x="1240" y="4594"/>
                  </a:cubicBezTo>
                  <a:cubicBezTo>
                    <a:pt x="1260" y="4947"/>
                    <a:pt x="1126" y="5291"/>
                    <a:pt x="878" y="5539"/>
                  </a:cubicBezTo>
                  <a:lnTo>
                    <a:pt x="0" y="6417"/>
                  </a:lnTo>
                  <a:lnTo>
                    <a:pt x="2166" y="8582"/>
                  </a:lnTo>
                  <a:lnTo>
                    <a:pt x="3253" y="7495"/>
                  </a:lnTo>
                  <a:cubicBezTo>
                    <a:pt x="3330" y="7418"/>
                    <a:pt x="3435" y="7371"/>
                    <a:pt x="3549" y="7371"/>
                  </a:cubicBezTo>
                  <a:cubicBezTo>
                    <a:pt x="3769" y="7351"/>
                    <a:pt x="3988" y="7256"/>
                    <a:pt x="4150" y="7094"/>
                  </a:cubicBezTo>
                  <a:lnTo>
                    <a:pt x="8071" y="3173"/>
                  </a:lnTo>
                  <a:cubicBezTo>
                    <a:pt x="8233" y="3011"/>
                    <a:pt x="8233" y="2753"/>
                    <a:pt x="8071" y="2591"/>
                  </a:cubicBezTo>
                  <a:lnTo>
                    <a:pt x="7985" y="2505"/>
                  </a:lnTo>
                  <a:cubicBezTo>
                    <a:pt x="7902" y="2427"/>
                    <a:pt x="7797" y="2386"/>
                    <a:pt x="7692" y="2386"/>
                  </a:cubicBezTo>
                  <a:cubicBezTo>
                    <a:pt x="7604" y="2386"/>
                    <a:pt x="7516" y="2416"/>
                    <a:pt x="7441" y="2477"/>
                  </a:cubicBezTo>
                  <a:lnTo>
                    <a:pt x="7394" y="2515"/>
                  </a:lnTo>
                  <a:lnTo>
                    <a:pt x="7575" y="2333"/>
                  </a:lnTo>
                  <a:cubicBezTo>
                    <a:pt x="7737" y="2162"/>
                    <a:pt x="7747" y="1904"/>
                    <a:pt x="7585" y="1732"/>
                  </a:cubicBezTo>
                  <a:lnTo>
                    <a:pt x="7575" y="1723"/>
                  </a:lnTo>
                  <a:lnTo>
                    <a:pt x="7518" y="1666"/>
                  </a:lnTo>
                  <a:cubicBezTo>
                    <a:pt x="7436" y="1584"/>
                    <a:pt x="7328" y="1544"/>
                    <a:pt x="7218" y="1544"/>
                  </a:cubicBezTo>
                  <a:cubicBezTo>
                    <a:pt x="7122" y="1544"/>
                    <a:pt x="7025" y="1575"/>
                    <a:pt x="6945" y="1637"/>
                  </a:cubicBezTo>
                  <a:lnTo>
                    <a:pt x="7003" y="1580"/>
                  </a:lnTo>
                  <a:cubicBezTo>
                    <a:pt x="7165" y="1418"/>
                    <a:pt x="7174" y="1151"/>
                    <a:pt x="7022" y="979"/>
                  </a:cubicBezTo>
                  <a:lnTo>
                    <a:pt x="7003" y="960"/>
                  </a:lnTo>
                  <a:lnTo>
                    <a:pt x="6955" y="912"/>
                  </a:lnTo>
                  <a:cubicBezTo>
                    <a:pt x="6872" y="830"/>
                    <a:pt x="6762" y="786"/>
                    <a:pt x="6651" y="786"/>
                  </a:cubicBezTo>
                  <a:cubicBezTo>
                    <a:pt x="6557" y="786"/>
                    <a:pt x="6461" y="818"/>
                    <a:pt x="6382" y="883"/>
                  </a:cubicBezTo>
                  <a:cubicBezTo>
                    <a:pt x="6363" y="893"/>
                    <a:pt x="6354" y="902"/>
                    <a:pt x="6344" y="912"/>
                  </a:cubicBezTo>
                  <a:lnTo>
                    <a:pt x="6344" y="912"/>
                  </a:lnTo>
                  <a:lnTo>
                    <a:pt x="6459" y="798"/>
                  </a:lnTo>
                  <a:cubicBezTo>
                    <a:pt x="6621" y="635"/>
                    <a:pt x="6631" y="368"/>
                    <a:pt x="6478" y="187"/>
                  </a:cubicBezTo>
                  <a:lnTo>
                    <a:pt x="6459" y="168"/>
                  </a:lnTo>
                  <a:lnTo>
                    <a:pt x="6430" y="130"/>
                  </a:lnTo>
                  <a:cubicBezTo>
                    <a:pt x="6340" y="44"/>
                    <a:pt x="6225" y="1"/>
                    <a:pt x="6112"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5" name="Google Shape;10845;p64"/>
            <p:cNvSpPr/>
            <p:nvPr/>
          </p:nvSpPr>
          <p:spPr>
            <a:xfrm>
              <a:off x="3579730" y="2597401"/>
              <a:ext cx="168893" cy="161902"/>
            </a:xfrm>
            <a:custGeom>
              <a:avLst/>
              <a:gdLst/>
              <a:ahLst/>
              <a:cxnLst/>
              <a:rect l="l" t="t" r="r" b="b"/>
              <a:pathLst>
                <a:path w="6450" h="6183" extrusionOk="0">
                  <a:moveTo>
                    <a:pt x="6011" y="0"/>
                  </a:moveTo>
                  <a:lnTo>
                    <a:pt x="6011" y="0"/>
                  </a:lnTo>
                  <a:cubicBezTo>
                    <a:pt x="6039" y="134"/>
                    <a:pt x="6001" y="277"/>
                    <a:pt x="5906" y="382"/>
                  </a:cubicBezTo>
                  <a:lnTo>
                    <a:pt x="1985" y="4303"/>
                  </a:lnTo>
                  <a:cubicBezTo>
                    <a:pt x="1823" y="4455"/>
                    <a:pt x="1603" y="4560"/>
                    <a:pt x="1384" y="4570"/>
                  </a:cubicBezTo>
                  <a:cubicBezTo>
                    <a:pt x="1269" y="4579"/>
                    <a:pt x="1165" y="4627"/>
                    <a:pt x="1088" y="4703"/>
                  </a:cubicBezTo>
                  <a:lnTo>
                    <a:pt x="1" y="5791"/>
                  </a:lnTo>
                  <a:lnTo>
                    <a:pt x="392" y="6182"/>
                  </a:lnTo>
                  <a:lnTo>
                    <a:pt x="1479" y="5095"/>
                  </a:lnTo>
                  <a:cubicBezTo>
                    <a:pt x="1556" y="5018"/>
                    <a:pt x="1661" y="4971"/>
                    <a:pt x="1775" y="4971"/>
                  </a:cubicBezTo>
                  <a:cubicBezTo>
                    <a:pt x="2004" y="4951"/>
                    <a:pt x="2214" y="4856"/>
                    <a:pt x="2376" y="4694"/>
                  </a:cubicBezTo>
                  <a:lnTo>
                    <a:pt x="6297" y="773"/>
                  </a:lnTo>
                  <a:cubicBezTo>
                    <a:pt x="6450" y="611"/>
                    <a:pt x="6450" y="353"/>
                    <a:pt x="6297" y="191"/>
                  </a:cubicBezTo>
                  <a:lnTo>
                    <a:pt x="6211" y="115"/>
                  </a:lnTo>
                  <a:cubicBezTo>
                    <a:pt x="6154" y="57"/>
                    <a:pt x="6087" y="19"/>
                    <a:pt x="6011"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6" name="Google Shape;10846;p64"/>
            <p:cNvSpPr/>
            <p:nvPr/>
          </p:nvSpPr>
          <p:spPr>
            <a:xfrm>
              <a:off x="3533278" y="2675825"/>
              <a:ext cx="83216" cy="83713"/>
            </a:xfrm>
            <a:custGeom>
              <a:avLst/>
              <a:gdLst/>
              <a:ahLst/>
              <a:cxnLst/>
              <a:rect l="l" t="t" r="r" b="b"/>
              <a:pathLst>
                <a:path w="3178" h="3197" extrusionOk="0">
                  <a:moveTo>
                    <a:pt x="1002" y="1"/>
                  </a:moveTo>
                  <a:cubicBezTo>
                    <a:pt x="964" y="48"/>
                    <a:pt x="926" y="96"/>
                    <a:pt x="878" y="144"/>
                  </a:cubicBezTo>
                  <a:lnTo>
                    <a:pt x="0" y="1022"/>
                  </a:lnTo>
                  <a:lnTo>
                    <a:pt x="2166" y="3197"/>
                  </a:lnTo>
                  <a:lnTo>
                    <a:pt x="3177" y="2176"/>
                  </a:lnTo>
                  <a:lnTo>
                    <a:pt x="1002"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7" name="Google Shape;10847;p64"/>
            <p:cNvSpPr/>
            <p:nvPr/>
          </p:nvSpPr>
          <p:spPr>
            <a:xfrm>
              <a:off x="3519295" y="2687137"/>
              <a:ext cx="86934" cy="85834"/>
            </a:xfrm>
            <a:custGeom>
              <a:avLst/>
              <a:gdLst/>
              <a:ahLst/>
              <a:cxnLst/>
              <a:rect l="l" t="t" r="r" b="b"/>
              <a:pathLst>
                <a:path w="3320" h="3278" extrusionOk="0">
                  <a:moveTo>
                    <a:pt x="893" y="0"/>
                  </a:moveTo>
                  <a:cubicBezTo>
                    <a:pt x="835" y="0"/>
                    <a:pt x="778" y="22"/>
                    <a:pt x="735" y="65"/>
                  </a:cubicBezTo>
                  <a:lnTo>
                    <a:pt x="86" y="714"/>
                  </a:lnTo>
                  <a:cubicBezTo>
                    <a:pt x="0" y="799"/>
                    <a:pt x="0" y="943"/>
                    <a:pt x="86" y="1028"/>
                  </a:cubicBezTo>
                  <a:lnTo>
                    <a:pt x="2271" y="3213"/>
                  </a:lnTo>
                  <a:cubicBezTo>
                    <a:pt x="2313" y="3256"/>
                    <a:pt x="2371" y="3277"/>
                    <a:pt x="2428" y="3277"/>
                  </a:cubicBezTo>
                  <a:cubicBezTo>
                    <a:pt x="2485" y="3277"/>
                    <a:pt x="2542" y="3256"/>
                    <a:pt x="2585" y="3213"/>
                  </a:cubicBezTo>
                  <a:lnTo>
                    <a:pt x="3234" y="2555"/>
                  </a:lnTo>
                  <a:cubicBezTo>
                    <a:pt x="3320" y="2469"/>
                    <a:pt x="3320" y="2326"/>
                    <a:pt x="3234" y="2240"/>
                  </a:cubicBezTo>
                  <a:lnTo>
                    <a:pt x="1059" y="65"/>
                  </a:lnTo>
                  <a:cubicBezTo>
                    <a:pt x="1011" y="22"/>
                    <a:pt x="952" y="0"/>
                    <a:pt x="893"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8" name="Google Shape;10848;p64"/>
            <p:cNvSpPr/>
            <p:nvPr/>
          </p:nvSpPr>
          <p:spPr>
            <a:xfrm>
              <a:off x="3569230" y="2736286"/>
              <a:ext cx="36764" cy="36685"/>
            </a:xfrm>
            <a:custGeom>
              <a:avLst/>
              <a:gdLst/>
              <a:ahLst/>
              <a:cxnLst/>
              <a:rect l="l" t="t" r="r" b="b"/>
              <a:pathLst>
                <a:path w="1404" h="1401" extrusionOk="0">
                  <a:moveTo>
                    <a:pt x="965" y="0"/>
                  </a:moveTo>
                  <a:lnTo>
                    <a:pt x="1" y="964"/>
                  </a:lnTo>
                  <a:lnTo>
                    <a:pt x="364" y="1336"/>
                  </a:lnTo>
                  <a:cubicBezTo>
                    <a:pt x="406" y="1379"/>
                    <a:pt x="464" y="1400"/>
                    <a:pt x="521" y="1400"/>
                  </a:cubicBezTo>
                  <a:cubicBezTo>
                    <a:pt x="578" y="1400"/>
                    <a:pt x="635" y="1379"/>
                    <a:pt x="678" y="1336"/>
                  </a:cubicBezTo>
                  <a:lnTo>
                    <a:pt x="1318" y="678"/>
                  </a:lnTo>
                  <a:cubicBezTo>
                    <a:pt x="1403" y="592"/>
                    <a:pt x="1403" y="449"/>
                    <a:pt x="1318" y="363"/>
                  </a:cubicBezTo>
                  <a:lnTo>
                    <a:pt x="965" y="0"/>
                  </a:ln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9" name="Google Shape;10849;p64"/>
            <p:cNvSpPr/>
            <p:nvPr/>
          </p:nvSpPr>
          <p:spPr>
            <a:xfrm>
              <a:off x="3623694" y="2539427"/>
              <a:ext cx="83478" cy="86646"/>
            </a:xfrm>
            <a:custGeom>
              <a:avLst/>
              <a:gdLst/>
              <a:ahLst/>
              <a:cxnLst/>
              <a:rect l="l" t="t" r="r" b="b"/>
              <a:pathLst>
                <a:path w="3188" h="3309" extrusionOk="0">
                  <a:moveTo>
                    <a:pt x="3034" y="1"/>
                  </a:moveTo>
                  <a:lnTo>
                    <a:pt x="87" y="2949"/>
                  </a:lnTo>
                  <a:cubicBezTo>
                    <a:pt x="1" y="3025"/>
                    <a:pt x="1" y="3159"/>
                    <a:pt x="87" y="3245"/>
                  </a:cubicBezTo>
                  <a:cubicBezTo>
                    <a:pt x="125" y="3287"/>
                    <a:pt x="177" y="3309"/>
                    <a:pt x="231" y="3309"/>
                  </a:cubicBezTo>
                  <a:cubicBezTo>
                    <a:pt x="285" y="3309"/>
                    <a:pt x="339" y="3287"/>
                    <a:pt x="382" y="3245"/>
                  </a:cubicBezTo>
                  <a:lnTo>
                    <a:pt x="2891" y="726"/>
                  </a:lnTo>
                  <a:lnTo>
                    <a:pt x="3015" y="612"/>
                  </a:lnTo>
                  <a:cubicBezTo>
                    <a:pt x="3178" y="440"/>
                    <a:pt x="3187" y="182"/>
                    <a:pt x="3034"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0" name="Google Shape;10850;p64"/>
            <p:cNvSpPr/>
            <p:nvPr/>
          </p:nvSpPr>
          <p:spPr>
            <a:xfrm>
              <a:off x="3633147" y="2559930"/>
              <a:ext cx="88243" cy="89657"/>
            </a:xfrm>
            <a:custGeom>
              <a:avLst/>
              <a:gdLst/>
              <a:ahLst/>
              <a:cxnLst/>
              <a:rect l="l" t="t" r="r" b="b"/>
              <a:pathLst>
                <a:path w="3370" h="3424" extrusionOk="0">
                  <a:moveTo>
                    <a:pt x="3208" y="0"/>
                  </a:moveTo>
                  <a:lnTo>
                    <a:pt x="155" y="3063"/>
                  </a:lnTo>
                  <a:cubicBezTo>
                    <a:pt x="1" y="3209"/>
                    <a:pt x="140" y="3424"/>
                    <a:pt x="304" y="3424"/>
                  </a:cubicBezTo>
                  <a:cubicBezTo>
                    <a:pt x="353" y="3424"/>
                    <a:pt x="404" y="3405"/>
                    <a:pt x="451" y="3358"/>
                  </a:cubicBezTo>
                  <a:lnTo>
                    <a:pt x="3112" y="697"/>
                  </a:lnTo>
                  <a:lnTo>
                    <a:pt x="3198" y="601"/>
                  </a:lnTo>
                  <a:cubicBezTo>
                    <a:pt x="3360" y="439"/>
                    <a:pt x="3370" y="172"/>
                    <a:pt x="3208"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1" name="Google Shape;10851;p64"/>
            <p:cNvSpPr/>
            <p:nvPr/>
          </p:nvSpPr>
          <p:spPr>
            <a:xfrm>
              <a:off x="3656635" y="2579909"/>
              <a:ext cx="79760" cy="80938"/>
            </a:xfrm>
            <a:custGeom>
              <a:avLst/>
              <a:gdLst/>
              <a:ahLst/>
              <a:cxnLst/>
              <a:rect l="l" t="t" r="r" b="b"/>
              <a:pathLst>
                <a:path w="3046" h="3091" extrusionOk="0">
                  <a:moveTo>
                    <a:pt x="2883" y="0"/>
                  </a:moveTo>
                  <a:lnTo>
                    <a:pt x="155" y="2729"/>
                  </a:lnTo>
                  <a:cubicBezTo>
                    <a:pt x="1" y="2876"/>
                    <a:pt x="140" y="3090"/>
                    <a:pt x="304" y="3090"/>
                  </a:cubicBezTo>
                  <a:cubicBezTo>
                    <a:pt x="353" y="3090"/>
                    <a:pt x="404" y="3071"/>
                    <a:pt x="450" y="3025"/>
                  </a:cubicBezTo>
                  <a:lnTo>
                    <a:pt x="2692" y="773"/>
                  </a:lnTo>
                  <a:lnTo>
                    <a:pt x="2874" y="592"/>
                  </a:lnTo>
                  <a:cubicBezTo>
                    <a:pt x="3036" y="430"/>
                    <a:pt x="3045" y="163"/>
                    <a:pt x="2883"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52" name="Google Shape;10852;p64"/>
          <p:cNvGrpSpPr/>
          <p:nvPr/>
        </p:nvGrpSpPr>
        <p:grpSpPr>
          <a:xfrm>
            <a:off x="1303717" y="3695181"/>
            <a:ext cx="358996" cy="250774"/>
            <a:chOff x="1330255" y="3845718"/>
            <a:chExt cx="358996" cy="250774"/>
          </a:xfrm>
        </p:grpSpPr>
        <p:sp>
          <p:nvSpPr>
            <p:cNvPr id="10853" name="Google Shape;10853;p64"/>
            <p:cNvSpPr/>
            <p:nvPr/>
          </p:nvSpPr>
          <p:spPr>
            <a:xfrm>
              <a:off x="1445417" y="3845718"/>
              <a:ext cx="243835" cy="247762"/>
            </a:xfrm>
            <a:custGeom>
              <a:avLst/>
              <a:gdLst/>
              <a:ahLst/>
              <a:cxnLst/>
              <a:rect l="l" t="t" r="r" b="b"/>
              <a:pathLst>
                <a:path w="9312" h="9462" extrusionOk="0">
                  <a:moveTo>
                    <a:pt x="6267" y="0"/>
                  </a:moveTo>
                  <a:cubicBezTo>
                    <a:pt x="6153" y="0"/>
                    <a:pt x="6050" y="20"/>
                    <a:pt x="6020" y="84"/>
                  </a:cubicBezTo>
                  <a:cubicBezTo>
                    <a:pt x="5629" y="828"/>
                    <a:pt x="4360" y="2297"/>
                    <a:pt x="3587" y="3156"/>
                  </a:cubicBezTo>
                  <a:cubicBezTo>
                    <a:pt x="3215" y="3566"/>
                    <a:pt x="2700" y="3814"/>
                    <a:pt x="2156" y="3843"/>
                  </a:cubicBezTo>
                  <a:lnTo>
                    <a:pt x="0" y="3843"/>
                  </a:lnTo>
                  <a:lnTo>
                    <a:pt x="0" y="8889"/>
                  </a:lnTo>
                  <a:lnTo>
                    <a:pt x="2538" y="8889"/>
                  </a:lnTo>
                  <a:cubicBezTo>
                    <a:pt x="2719" y="8889"/>
                    <a:pt x="2891" y="8956"/>
                    <a:pt x="3034" y="9071"/>
                  </a:cubicBezTo>
                  <a:cubicBezTo>
                    <a:pt x="3311" y="9319"/>
                    <a:pt x="3683" y="9452"/>
                    <a:pt x="4055" y="9462"/>
                  </a:cubicBezTo>
                  <a:lnTo>
                    <a:pt x="7680" y="9462"/>
                  </a:lnTo>
                  <a:cubicBezTo>
                    <a:pt x="8052" y="9462"/>
                    <a:pt x="8357" y="9156"/>
                    <a:pt x="8357" y="8775"/>
                  </a:cubicBezTo>
                  <a:lnTo>
                    <a:pt x="8357" y="8584"/>
                  </a:lnTo>
                  <a:cubicBezTo>
                    <a:pt x="8357" y="8212"/>
                    <a:pt x="8052" y="7907"/>
                    <a:pt x="7680" y="7907"/>
                  </a:cubicBezTo>
                  <a:lnTo>
                    <a:pt x="8100" y="7907"/>
                  </a:lnTo>
                  <a:cubicBezTo>
                    <a:pt x="8491" y="7907"/>
                    <a:pt x="8806" y="7592"/>
                    <a:pt x="8806" y="7201"/>
                  </a:cubicBezTo>
                  <a:lnTo>
                    <a:pt x="8806" y="7067"/>
                  </a:lnTo>
                  <a:cubicBezTo>
                    <a:pt x="8806" y="6676"/>
                    <a:pt x="8491" y="6361"/>
                    <a:pt x="8100" y="6361"/>
                  </a:cubicBezTo>
                  <a:lnTo>
                    <a:pt x="8310" y="6361"/>
                  </a:lnTo>
                  <a:cubicBezTo>
                    <a:pt x="8710" y="6361"/>
                    <a:pt x="9025" y="6037"/>
                    <a:pt x="9025" y="5646"/>
                  </a:cubicBezTo>
                  <a:lnTo>
                    <a:pt x="9025" y="5531"/>
                  </a:lnTo>
                  <a:cubicBezTo>
                    <a:pt x="9025" y="5140"/>
                    <a:pt x="8710" y="4816"/>
                    <a:pt x="8310" y="4816"/>
                  </a:cubicBezTo>
                  <a:lnTo>
                    <a:pt x="8577" y="4816"/>
                  </a:lnTo>
                  <a:cubicBezTo>
                    <a:pt x="8987" y="4816"/>
                    <a:pt x="9311" y="4491"/>
                    <a:pt x="9311" y="4081"/>
                  </a:cubicBezTo>
                  <a:lnTo>
                    <a:pt x="9311" y="4005"/>
                  </a:lnTo>
                  <a:cubicBezTo>
                    <a:pt x="9311" y="3595"/>
                    <a:pt x="8987" y="3270"/>
                    <a:pt x="8577" y="3270"/>
                  </a:cubicBezTo>
                  <a:lnTo>
                    <a:pt x="6316" y="3270"/>
                  </a:lnTo>
                  <a:lnTo>
                    <a:pt x="7155" y="1286"/>
                  </a:lnTo>
                  <a:cubicBezTo>
                    <a:pt x="7289" y="799"/>
                    <a:pt x="7069" y="294"/>
                    <a:pt x="6640" y="46"/>
                  </a:cubicBezTo>
                  <a:cubicBezTo>
                    <a:pt x="6640" y="46"/>
                    <a:pt x="6441" y="0"/>
                    <a:pt x="6267"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4" name="Google Shape;10854;p64"/>
            <p:cNvSpPr/>
            <p:nvPr/>
          </p:nvSpPr>
          <p:spPr>
            <a:xfrm>
              <a:off x="1445417" y="4055250"/>
              <a:ext cx="218854" cy="38492"/>
            </a:xfrm>
            <a:custGeom>
              <a:avLst/>
              <a:gdLst/>
              <a:ahLst/>
              <a:cxnLst/>
              <a:rect l="l" t="t" r="r" b="b"/>
              <a:pathLst>
                <a:path w="8358" h="1470" extrusionOk="0">
                  <a:moveTo>
                    <a:pt x="0" y="0"/>
                  </a:moveTo>
                  <a:lnTo>
                    <a:pt x="0" y="897"/>
                  </a:lnTo>
                  <a:lnTo>
                    <a:pt x="2538" y="897"/>
                  </a:lnTo>
                  <a:cubicBezTo>
                    <a:pt x="2719" y="897"/>
                    <a:pt x="2901" y="964"/>
                    <a:pt x="3034" y="1078"/>
                  </a:cubicBezTo>
                  <a:cubicBezTo>
                    <a:pt x="3320" y="1326"/>
                    <a:pt x="3683" y="1460"/>
                    <a:pt x="4055" y="1469"/>
                  </a:cubicBezTo>
                  <a:lnTo>
                    <a:pt x="7680" y="1469"/>
                  </a:lnTo>
                  <a:cubicBezTo>
                    <a:pt x="8052" y="1469"/>
                    <a:pt x="8357" y="1164"/>
                    <a:pt x="8357" y="782"/>
                  </a:cubicBezTo>
                  <a:lnTo>
                    <a:pt x="8357" y="592"/>
                  </a:lnTo>
                  <a:cubicBezTo>
                    <a:pt x="8357" y="468"/>
                    <a:pt x="8329" y="344"/>
                    <a:pt x="8262" y="239"/>
                  </a:cubicBezTo>
                  <a:cubicBezTo>
                    <a:pt x="8138" y="439"/>
                    <a:pt x="7919" y="563"/>
                    <a:pt x="7680" y="572"/>
                  </a:cubicBezTo>
                  <a:lnTo>
                    <a:pt x="4055" y="572"/>
                  </a:lnTo>
                  <a:cubicBezTo>
                    <a:pt x="3683" y="563"/>
                    <a:pt x="3311" y="429"/>
                    <a:pt x="3034" y="181"/>
                  </a:cubicBezTo>
                  <a:cubicBezTo>
                    <a:pt x="2891" y="67"/>
                    <a:pt x="2719" y="0"/>
                    <a:pt x="2538"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5" name="Google Shape;10855;p64"/>
            <p:cNvSpPr/>
            <p:nvPr/>
          </p:nvSpPr>
          <p:spPr>
            <a:xfrm>
              <a:off x="1445417" y="3946085"/>
              <a:ext cx="56219" cy="132653"/>
            </a:xfrm>
            <a:custGeom>
              <a:avLst/>
              <a:gdLst/>
              <a:ahLst/>
              <a:cxnLst/>
              <a:rect l="l" t="t" r="r" b="b"/>
              <a:pathLst>
                <a:path w="2147" h="5066" extrusionOk="0">
                  <a:moveTo>
                    <a:pt x="2147" y="0"/>
                  </a:moveTo>
                  <a:lnTo>
                    <a:pt x="2061" y="10"/>
                  </a:lnTo>
                  <a:lnTo>
                    <a:pt x="0" y="10"/>
                  </a:lnTo>
                  <a:lnTo>
                    <a:pt x="0" y="5066"/>
                  </a:lnTo>
                  <a:lnTo>
                    <a:pt x="2147" y="5066"/>
                  </a:lnTo>
                  <a:lnTo>
                    <a:pt x="2147"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6" name="Google Shape;10856;p64"/>
            <p:cNvSpPr/>
            <p:nvPr/>
          </p:nvSpPr>
          <p:spPr>
            <a:xfrm>
              <a:off x="1418446" y="3936083"/>
              <a:ext cx="58969" cy="152659"/>
            </a:xfrm>
            <a:custGeom>
              <a:avLst/>
              <a:gdLst/>
              <a:ahLst/>
              <a:cxnLst/>
              <a:rect l="l" t="t" r="r" b="b"/>
              <a:pathLst>
                <a:path w="2252" h="5830" extrusionOk="0">
                  <a:moveTo>
                    <a:pt x="0" y="1"/>
                  </a:moveTo>
                  <a:lnTo>
                    <a:pt x="0" y="5829"/>
                  </a:lnTo>
                  <a:lnTo>
                    <a:pt x="2023" y="5829"/>
                  </a:lnTo>
                  <a:cubicBezTo>
                    <a:pt x="2147" y="5829"/>
                    <a:pt x="2251" y="5734"/>
                    <a:pt x="2251" y="5610"/>
                  </a:cubicBezTo>
                  <a:lnTo>
                    <a:pt x="2251" y="220"/>
                  </a:lnTo>
                  <a:cubicBezTo>
                    <a:pt x="2251" y="106"/>
                    <a:pt x="2147" y="1"/>
                    <a:pt x="2023"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7" name="Google Shape;10857;p64"/>
            <p:cNvSpPr/>
            <p:nvPr/>
          </p:nvSpPr>
          <p:spPr>
            <a:xfrm>
              <a:off x="1418446" y="4056743"/>
              <a:ext cx="58969" cy="31998"/>
            </a:xfrm>
            <a:custGeom>
              <a:avLst/>
              <a:gdLst/>
              <a:ahLst/>
              <a:cxnLst/>
              <a:rect l="l" t="t" r="r" b="b"/>
              <a:pathLst>
                <a:path w="2252" h="1222" extrusionOk="0">
                  <a:moveTo>
                    <a:pt x="0" y="0"/>
                  </a:moveTo>
                  <a:lnTo>
                    <a:pt x="0" y="1221"/>
                  </a:lnTo>
                  <a:lnTo>
                    <a:pt x="2023" y="1221"/>
                  </a:lnTo>
                  <a:cubicBezTo>
                    <a:pt x="2147" y="1221"/>
                    <a:pt x="2251" y="1126"/>
                    <a:pt x="2251" y="1002"/>
                  </a:cubicBezTo>
                  <a:lnTo>
                    <a:pt x="2251"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8" name="Google Shape;10858;p64"/>
            <p:cNvSpPr/>
            <p:nvPr/>
          </p:nvSpPr>
          <p:spPr>
            <a:xfrm>
              <a:off x="1330255" y="3928332"/>
              <a:ext cx="92459" cy="168160"/>
            </a:xfrm>
            <a:custGeom>
              <a:avLst/>
              <a:gdLst/>
              <a:ahLst/>
              <a:cxnLst/>
              <a:rect l="l" t="t" r="r" b="b"/>
              <a:pathLst>
                <a:path w="3531" h="6422" extrusionOk="0">
                  <a:moveTo>
                    <a:pt x="229" y="1"/>
                  </a:moveTo>
                  <a:cubicBezTo>
                    <a:pt x="105" y="1"/>
                    <a:pt x="0" y="96"/>
                    <a:pt x="0" y="220"/>
                  </a:cubicBezTo>
                  <a:lnTo>
                    <a:pt x="0" y="6202"/>
                  </a:lnTo>
                  <a:cubicBezTo>
                    <a:pt x="0" y="6326"/>
                    <a:pt x="105" y="6421"/>
                    <a:pt x="229" y="6421"/>
                  </a:cubicBezTo>
                  <a:lnTo>
                    <a:pt x="3311" y="6421"/>
                  </a:lnTo>
                  <a:cubicBezTo>
                    <a:pt x="3435" y="6421"/>
                    <a:pt x="3530" y="6326"/>
                    <a:pt x="3530" y="6202"/>
                  </a:cubicBezTo>
                  <a:lnTo>
                    <a:pt x="3530" y="220"/>
                  </a:lnTo>
                  <a:cubicBezTo>
                    <a:pt x="3530" y="96"/>
                    <a:pt x="3435" y="1"/>
                    <a:pt x="3320" y="1"/>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59" name="Google Shape;10859;p64"/>
            <p:cNvSpPr/>
            <p:nvPr/>
          </p:nvSpPr>
          <p:spPr>
            <a:xfrm>
              <a:off x="1330255" y="4056743"/>
              <a:ext cx="92459" cy="39749"/>
            </a:xfrm>
            <a:custGeom>
              <a:avLst/>
              <a:gdLst/>
              <a:ahLst/>
              <a:cxnLst/>
              <a:rect l="l" t="t" r="r" b="b"/>
              <a:pathLst>
                <a:path w="3531" h="1518" extrusionOk="0">
                  <a:moveTo>
                    <a:pt x="0" y="0"/>
                  </a:moveTo>
                  <a:lnTo>
                    <a:pt x="0" y="1298"/>
                  </a:lnTo>
                  <a:cubicBezTo>
                    <a:pt x="0" y="1422"/>
                    <a:pt x="105" y="1517"/>
                    <a:pt x="229" y="1517"/>
                  </a:cubicBezTo>
                  <a:lnTo>
                    <a:pt x="3311" y="1517"/>
                  </a:lnTo>
                  <a:cubicBezTo>
                    <a:pt x="3435" y="1517"/>
                    <a:pt x="3530" y="1422"/>
                    <a:pt x="3530" y="1298"/>
                  </a:cubicBezTo>
                  <a:lnTo>
                    <a:pt x="3530"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0" name="Google Shape;10860;p64"/>
            <p:cNvSpPr/>
            <p:nvPr/>
          </p:nvSpPr>
          <p:spPr>
            <a:xfrm>
              <a:off x="1631435" y="3961037"/>
              <a:ext cx="56062" cy="10841"/>
            </a:xfrm>
            <a:custGeom>
              <a:avLst/>
              <a:gdLst/>
              <a:ahLst/>
              <a:cxnLst/>
              <a:rect l="l" t="t" r="r" b="b"/>
              <a:pathLst>
                <a:path w="2141" h="414" extrusionOk="0">
                  <a:moveTo>
                    <a:pt x="272" y="1"/>
                  </a:moveTo>
                  <a:cubicBezTo>
                    <a:pt x="3" y="1"/>
                    <a:pt x="0" y="413"/>
                    <a:pt x="264" y="413"/>
                  </a:cubicBezTo>
                  <a:cubicBezTo>
                    <a:pt x="272" y="413"/>
                    <a:pt x="281" y="413"/>
                    <a:pt x="290" y="412"/>
                  </a:cubicBezTo>
                  <a:lnTo>
                    <a:pt x="1473" y="412"/>
                  </a:lnTo>
                  <a:cubicBezTo>
                    <a:pt x="1759" y="412"/>
                    <a:pt x="2017" y="250"/>
                    <a:pt x="2141" y="2"/>
                  </a:cubicBezTo>
                  <a:lnTo>
                    <a:pt x="290" y="2"/>
                  </a:lnTo>
                  <a:cubicBezTo>
                    <a:pt x="284" y="1"/>
                    <a:pt x="278" y="1"/>
                    <a:pt x="272"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1" name="Google Shape;10861;p64"/>
            <p:cNvSpPr/>
            <p:nvPr/>
          </p:nvSpPr>
          <p:spPr>
            <a:xfrm>
              <a:off x="1632273" y="4001545"/>
              <a:ext cx="47971" cy="10998"/>
            </a:xfrm>
            <a:custGeom>
              <a:avLst/>
              <a:gdLst/>
              <a:ahLst/>
              <a:cxnLst/>
              <a:rect l="l" t="t" r="r" b="b"/>
              <a:pathLst>
                <a:path w="1832" h="420" extrusionOk="0">
                  <a:moveTo>
                    <a:pt x="258" y="0"/>
                  </a:moveTo>
                  <a:cubicBezTo>
                    <a:pt x="0" y="19"/>
                    <a:pt x="0" y="391"/>
                    <a:pt x="258" y="420"/>
                  </a:cubicBezTo>
                  <a:lnTo>
                    <a:pt x="1174" y="420"/>
                  </a:lnTo>
                  <a:cubicBezTo>
                    <a:pt x="1460" y="420"/>
                    <a:pt x="1708" y="258"/>
                    <a:pt x="1832"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2" name="Google Shape;10862;p64"/>
            <p:cNvSpPr/>
            <p:nvPr/>
          </p:nvSpPr>
          <p:spPr>
            <a:xfrm>
              <a:off x="1631435" y="4041975"/>
              <a:ext cx="43074" cy="10814"/>
            </a:xfrm>
            <a:custGeom>
              <a:avLst/>
              <a:gdLst/>
              <a:ahLst/>
              <a:cxnLst/>
              <a:rect l="l" t="t" r="r" b="b"/>
              <a:pathLst>
                <a:path w="1645" h="413" extrusionOk="0">
                  <a:moveTo>
                    <a:pt x="272" y="1"/>
                  </a:moveTo>
                  <a:cubicBezTo>
                    <a:pt x="3" y="1"/>
                    <a:pt x="0" y="413"/>
                    <a:pt x="264" y="413"/>
                  </a:cubicBezTo>
                  <a:cubicBezTo>
                    <a:pt x="272" y="413"/>
                    <a:pt x="281" y="413"/>
                    <a:pt x="290" y="412"/>
                  </a:cubicBezTo>
                  <a:lnTo>
                    <a:pt x="996" y="412"/>
                  </a:lnTo>
                  <a:cubicBezTo>
                    <a:pt x="1272" y="412"/>
                    <a:pt x="1530" y="250"/>
                    <a:pt x="1645" y="1"/>
                  </a:cubicBezTo>
                  <a:lnTo>
                    <a:pt x="290" y="1"/>
                  </a:lnTo>
                  <a:cubicBezTo>
                    <a:pt x="284" y="1"/>
                    <a:pt x="278" y="1"/>
                    <a:pt x="272"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63" name="Google Shape;10863;p64"/>
          <p:cNvGrpSpPr/>
          <p:nvPr/>
        </p:nvGrpSpPr>
        <p:grpSpPr>
          <a:xfrm>
            <a:off x="3088566" y="3640847"/>
            <a:ext cx="373424" cy="359311"/>
            <a:chOff x="3115103" y="3791384"/>
            <a:chExt cx="373424" cy="359311"/>
          </a:xfrm>
        </p:grpSpPr>
        <p:sp>
          <p:nvSpPr>
            <p:cNvPr id="10864" name="Google Shape;10864;p64"/>
            <p:cNvSpPr/>
            <p:nvPr/>
          </p:nvSpPr>
          <p:spPr>
            <a:xfrm>
              <a:off x="3115103" y="3891908"/>
              <a:ext cx="159152" cy="180598"/>
            </a:xfrm>
            <a:custGeom>
              <a:avLst/>
              <a:gdLst/>
              <a:ahLst/>
              <a:cxnLst/>
              <a:rect l="l" t="t" r="r" b="b"/>
              <a:pathLst>
                <a:path w="6078" h="6897" extrusionOk="0">
                  <a:moveTo>
                    <a:pt x="2429" y="0"/>
                  </a:moveTo>
                  <a:cubicBezTo>
                    <a:pt x="1860" y="0"/>
                    <a:pt x="1292" y="220"/>
                    <a:pt x="859" y="657"/>
                  </a:cubicBezTo>
                  <a:cubicBezTo>
                    <a:pt x="0" y="1525"/>
                    <a:pt x="10" y="2918"/>
                    <a:pt x="878" y="3777"/>
                  </a:cubicBezTo>
                  <a:lnTo>
                    <a:pt x="1651" y="4550"/>
                  </a:lnTo>
                  <a:cubicBezTo>
                    <a:pt x="2080" y="4979"/>
                    <a:pt x="2214" y="5628"/>
                    <a:pt x="1985" y="6190"/>
                  </a:cubicBezTo>
                  <a:cubicBezTo>
                    <a:pt x="1908" y="6372"/>
                    <a:pt x="1956" y="6582"/>
                    <a:pt x="2090" y="6725"/>
                  </a:cubicBezTo>
                  <a:lnTo>
                    <a:pt x="2118" y="6753"/>
                  </a:lnTo>
                  <a:cubicBezTo>
                    <a:pt x="2212" y="6851"/>
                    <a:pt x="2334" y="6897"/>
                    <a:pt x="2455" y="6897"/>
                  </a:cubicBezTo>
                  <a:cubicBezTo>
                    <a:pt x="2641" y="6897"/>
                    <a:pt x="2825" y="6788"/>
                    <a:pt x="2901" y="6591"/>
                  </a:cubicBezTo>
                  <a:cubicBezTo>
                    <a:pt x="3292" y="5656"/>
                    <a:pt x="3072" y="4569"/>
                    <a:pt x="2357" y="3853"/>
                  </a:cubicBezTo>
                  <a:lnTo>
                    <a:pt x="1565" y="3061"/>
                  </a:lnTo>
                  <a:cubicBezTo>
                    <a:pt x="1097" y="2594"/>
                    <a:pt x="1097" y="1840"/>
                    <a:pt x="1546" y="1363"/>
                  </a:cubicBezTo>
                  <a:cubicBezTo>
                    <a:pt x="1789" y="1120"/>
                    <a:pt x="2106" y="998"/>
                    <a:pt x="2422" y="998"/>
                  </a:cubicBezTo>
                  <a:cubicBezTo>
                    <a:pt x="2738" y="998"/>
                    <a:pt x="3053" y="1120"/>
                    <a:pt x="3292" y="1363"/>
                  </a:cubicBezTo>
                  <a:lnTo>
                    <a:pt x="5181" y="3252"/>
                  </a:lnTo>
                  <a:cubicBezTo>
                    <a:pt x="5277" y="3349"/>
                    <a:pt x="5403" y="3396"/>
                    <a:pt x="5530" y="3396"/>
                  </a:cubicBezTo>
                  <a:cubicBezTo>
                    <a:pt x="5654" y="3396"/>
                    <a:pt x="5778" y="3351"/>
                    <a:pt x="5877" y="3262"/>
                  </a:cubicBezTo>
                  <a:cubicBezTo>
                    <a:pt x="6077" y="3061"/>
                    <a:pt x="6077" y="2746"/>
                    <a:pt x="5877" y="2546"/>
                  </a:cubicBezTo>
                  <a:lnTo>
                    <a:pt x="3979" y="648"/>
                  </a:lnTo>
                  <a:lnTo>
                    <a:pt x="3979" y="638"/>
                  </a:lnTo>
                  <a:cubicBezTo>
                    <a:pt x="3548" y="212"/>
                    <a:pt x="2989" y="0"/>
                    <a:pt x="2429"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5" name="Google Shape;10865;p64"/>
            <p:cNvSpPr/>
            <p:nvPr/>
          </p:nvSpPr>
          <p:spPr>
            <a:xfrm>
              <a:off x="3232517" y="3940586"/>
              <a:ext cx="45798" cy="40561"/>
            </a:xfrm>
            <a:custGeom>
              <a:avLst/>
              <a:gdLst/>
              <a:ahLst/>
              <a:cxnLst/>
              <a:rect l="l" t="t" r="r" b="b"/>
              <a:pathLst>
                <a:path w="1749" h="1549" extrusionOk="0">
                  <a:moveTo>
                    <a:pt x="706" y="0"/>
                  </a:moveTo>
                  <a:lnTo>
                    <a:pt x="0" y="697"/>
                  </a:lnTo>
                  <a:lnTo>
                    <a:pt x="697" y="1403"/>
                  </a:lnTo>
                  <a:cubicBezTo>
                    <a:pt x="803" y="1505"/>
                    <a:pt x="922" y="1548"/>
                    <a:pt x="1035" y="1548"/>
                  </a:cubicBezTo>
                  <a:cubicBezTo>
                    <a:pt x="1419" y="1548"/>
                    <a:pt x="1748" y="1057"/>
                    <a:pt x="1403" y="697"/>
                  </a:cubicBezTo>
                  <a:lnTo>
                    <a:pt x="706"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6" name="Google Shape;10866;p64"/>
            <p:cNvSpPr/>
            <p:nvPr/>
          </p:nvSpPr>
          <p:spPr>
            <a:xfrm>
              <a:off x="3242493" y="3950956"/>
              <a:ext cx="43991" cy="43598"/>
            </a:xfrm>
            <a:custGeom>
              <a:avLst/>
              <a:gdLst/>
              <a:ahLst/>
              <a:cxnLst/>
              <a:rect l="l" t="t" r="r" b="b"/>
              <a:pathLst>
                <a:path w="1680" h="1665" extrusionOk="0">
                  <a:moveTo>
                    <a:pt x="931" y="0"/>
                  </a:moveTo>
                  <a:cubicBezTo>
                    <a:pt x="874" y="0"/>
                    <a:pt x="816" y="24"/>
                    <a:pt x="773" y="72"/>
                  </a:cubicBezTo>
                  <a:lnTo>
                    <a:pt x="87" y="759"/>
                  </a:lnTo>
                  <a:cubicBezTo>
                    <a:pt x="1" y="844"/>
                    <a:pt x="1" y="978"/>
                    <a:pt x="87" y="1073"/>
                  </a:cubicBezTo>
                  <a:lnTo>
                    <a:pt x="688" y="1665"/>
                  </a:lnTo>
                  <a:lnTo>
                    <a:pt x="1680" y="673"/>
                  </a:lnTo>
                  <a:lnTo>
                    <a:pt x="1088" y="72"/>
                  </a:lnTo>
                  <a:cubicBezTo>
                    <a:pt x="1045" y="24"/>
                    <a:pt x="988" y="0"/>
                    <a:pt x="93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7" name="Google Shape;10867;p64"/>
            <p:cNvSpPr/>
            <p:nvPr/>
          </p:nvSpPr>
          <p:spPr>
            <a:xfrm>
              <a:off x="3319948" y="3791384"/>
              <a:ext cx="168579" cy="141478"/>
            </a:xfrm>
            <a:custGeom>
              <a:avLst/>
              <a:gdLst/>
              <a:ahLst/>
              <a:cxnLst/>
              <a:rect l="l" t="t" r="r" b="b"/>
              <a:pathLst>
                <a:path w="6438" h="5403" extrusionOk="0">
                  <a:moveTo>
                    <a:pt x="3241" y="1"/>
                  </a:moveTo>
                  <a:cubicBezTo>
                    <a:pt x="3204" y="1"/>
                    <a:pt x="3167" y="1"/>
                    <a:pt x="3129" y="3"/>
                  </a:cubicBezTo>
                  <a:cubicBezTo>
                    <a:pt x="1088" y="79"/>
                    <a:pt x="0" y="2455"/>
                    <a:pt x="1278" y="4057"/>
                  </a:cubicBezTo>
                  <a:lnTo>
                    <a:pt x="1221" y="5174"/>
                  </a:lnTo>
                  <a:cubicBezTo>
                    <a:pt x="1214" y="5304"/>
                    <a:pt x="1322" y="5403"/>
                    <a:pt x="1444" y="5403"/>
                  </a:cubicBezTo>
                  <a:cubicBezTo>
                    <a:pt x="1475" y="5403"/>
                    <a:pt x="1506" y="5397"/>
                    <a:pt x="1536" y="5383"/>
                  </a:cubicBezTo>
                  <a:lnTo>
                    <a:pt x="2547" y="4906"/>
                  </a:lnTo>
                  <a:cubicBezTo>
                    <a:pt x="2775" y="4971"/>
                    <a:pt x="3007" y="5003"/>
                    <a:pt x="3236" y="5003"/>
                  </a:cubicBezTo>
                  <a:cubicBezTo>
                    <a:pt x="4055" y="5003"/>
                    <a:pt x="4844" y="4603"/>
                    <a:pt x="5314" y="3895"/>
                  </a:cubicBezTo>
                  <a:cubicBezTo>
                    <a:pt x="6438" y="2228"/>
                    <a:pt x="5226" y="1"/>
                    <a:pt x="324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8" name="Google Shape;10868;p64"/>
            <p:cNvSpPr/>
            <p:nvPr/>
          </p:nvSpPr>
          <p:spPr>
            <a:xfrm>
              <a:off x="3233747" y="3945614"/>
              <a:ext cx="213879" cy="205081"/>
            </a:xfrm>
            <a:custGeom>
              <a:avLst/>
              <a:gdLst/>
              <a:ahLst/>
              <a:cxnLst/>
              <a:rect l="l" t="t" r="r" b="b"/>
              <a:pathLst>
                <a:path w="8168" h="7832" extrusionOk="0">
                  <a:moveTo>
                    <a:pt x="3095" y="0"/>
                  </a:moveTo>
                  <a:cubicBezTo>
                    <a:pt x="2719" y="0"/>
                    <a:pt x="2345" y="144"/>
                    <a:pt x="2061" y="428"/>
                  </a:cubicBezTo>
                  <a:lnTo>
                    <a:pt x="573" y="1917"/>
                  </a:lnTo>
                  <a:cubicBezTo>
                    <a:pt x="49" y="2441"/>
                    <a:pt x="1" y="3271"/>
                    <a:pt x="459" y="3853"/>
                  </a:cubicBezTo>
                  <a:lnTo>
                    <a:pt x="468" y="3872"/>
                  </a:lnTo>
                  <a:lnTo>
                    <a:pt x="3120" y="7268"/>
                  </a:lnTo>
                  <a:cubicBezTo>
                    <a:pt x="3412" y="7642"/>
                    <a:pt x="3843" y="7832"/>
                    <a:pt x="4277" y="7832"/>
                  </a:cubicBezTo>
                  <a:cubicBezTo>
                    <a:pt x="4651" y="7832"/>
                    <a:pt x="5027" y="7690"/>
                    <a:pt x="5315" y="7402"/>
                  </a:cubicBezTo>
                  <a:lnTo>
                    <a:pt x="7547" y="5170"/>
                  </a:lnTo>
                  <a:cubicBezTo>
                    <a:pt x="8167" y="4550"/>
                    <a:pt x="8110" y="3519"/>
                    <a:pt x="7413" y="2976"/>
                  </a:cubicBezTo>
                  <a:lnTo>
                    <a:pt x="4027" y="323"/>
                  </a:lnTo>
                  <a:lnTo>
                    <a:pt x="4008" y="314"/>
                  </a:lnTo>
                  <a:cubicBezTo>
                    <a:pt x="3736" y="104"/>
                    <a:pt x="3415" y="0"/>
                    <a:pt x="3095"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69" name="Google Shape;10869;p64"/>
            <p:cNvSpPr/>
            <p:nvPr/>
          </p:nvSpPr>
          <p:spPr>
            <a:xfrm>
              <a:off x="3311438" y="4019272"/>
              <a:ext cx="136424" cy="131423"/>
            </a:xfrm>
            <a:custGeom>
              <a:avLst/>
              <a:gdLst/>
              <a:ahLst/>
              <a:cxnLst/>
              <a:rect l="l" t="t" r="r" b="b"/>
              <a:pathLst>
                <a:path w="5210" h="5019" extrusionOk="0">
                  <a:moveTo>
                    <a:pt x="4246" y="0"/>
                  </a:moveTo>
                  <a:lnTo>
                    <a:pt x="4246" y="0"/>
                  </a:lnTo>
                  <a:cubicBezTo>
                    <a:pt x="4599" y="582"/>
                    <a:pt x="4504" y="1317"/>
                    <a:pt x="4027" y="1803"/>
                  </a:cubicBezTo>
                  <a:lnTo>
                    <a:pt x="1794" y="4026"/>
                  </a:lnTo>
                  <a:cubicBezTo>
                    <a:pt x="1511" y="4310"/>
                    <a:pt x="1133" y="4458"/>
                    <a:pt x="753" y="4458"/>
                  </a:cubicBezTo>
                  <a:cubicBezTo>
                    <a:pt x="494" y="4458"/>
                    <a:pt x="233" y="4389"/>
                    <a:pt x="1" y="4246"/>
                  </a:cubicBezTo>
                  <a:lnTo>
                    <a:pt x="1" y="4246"/>
                  </a:lnTo>
                  <a:lnTo>
                    <a:pt x="153" y="4455"/>
                  </a:lnTo>
                  <a:cubicBezTo>
                    <a:pt x="445" y="4829"/>
                    <a:pt x="876" y="5019"/>
                    <a:pt x="1311" y="5019"/>
                  </a:cubicBezTo>
                  <a:cubicBezTo>
                    <a:pt x="1687" y="5019"/>
                    <a:pt x="2065" y="4877"/>
                    <a:pt x="2357" y="4589"/>
                  </a:cubicBezTo>
                  <a:lnTo>
                    <a:pt x="4580" y="2357"/>
                  </a:lnTo>
                  <a:cubicBezTo>
                    <a:pt x="5210" y="1737"/>
                    <a:pt x="5143" y="706"/>
                    <a:pt x="4446" y="163"/>
                  </a:cubicBezTo>
                  <a:lnTo>
                    <a:pt x="4246"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0" name="Google Shape;10870;p64"/>
            <p:cNvSpPr/>
            <p:nvPr/>
          </p:nvSpPr>
          <p:spPr>
            <a:xfrm>
              <a:off x="3233747" y="3945614"/>
              <a:ext cx="164154" cy="156115"/>
            </a:xfrm>
            <a:custGeom>
              <a:avLst/>
              <a:gdLst/>
              <a:ahLst/>
              <a:cxnLst/>
              <a:rect l="l" t="t" r="r" b="b"/>
              <a:pathLst>
                <a:path w="6269" h="5962" extrusionOk="0">
                  <a:moveTo>
                    <a:pt x="3095" y="0"/>
                  </a:moveTo>
                  <a:cubicBezTo>
                    <a:pt x="2719" y="0"/>
                    <a:pt x="2345" y="144"/>
                    <a:pt x="2061" y="428"/>
                  </a:cubicBezTo>
                  <a:lnTo>
                    <a:pt x="573" y="1917"/>
                  </a:lnTo>
                  <a:cubicBezTo>
                    <a:pt x="49" y="2441"/>
                    <a:pt x="1" y="3271"/>
                    <a:pt x="459" y="3863"/>
                  </a:cubicBezTo>
                  <a:lnTo>
                    <a:pt x="468" y="3882"/>
                  </a:lnTo>
                  <a:lnTo>
                    <a:pt x="2414" y="5485"/>
                  </a:lnTo>
                  <a:cubicBezTo>
                    <a:pt x="2796" y="5800"/>
                    <a:pt x="3241" y="5961"/>
                    <a:pt x="3654" y="5961"/>
                  </a:cubicBezTo>
                  <a:cubicBezTo>
                    <a:pt x="4014" y="5961"/>
                    <a:pt x="4350" y="5838"/>
                    <a:pt x="4599" y="5589"/>
                  </a:cubicBezTo>
                  <a:lnTo>
                    <a:pt x="5734" y="4454"/>
                  </a:lnTo>
                  <a:cubicBezTo>
                    <a:pt x="6269" y="3920"/>
                    <a:pt x="6230" y="2976"/>
                    <a:pt x="5629" y="2260"/>
                  </a:cubicBezTo>
                  <a:lnTo>
                    <a:pt x="4027" y="323"/>
                  </a:lnTo>
                  <a:lnTo>
                    <a:pt x="4008" y="314"/>
                  </a:lnTo>
                  <a:cubicBezTo>
                    <a:pt x="3736" y="104"/>
                    <a:pt x="3415" y="0"/>
                    <a:pt x="309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1" name="Google Shape;10871;p64"/>
            <p:cNvSpPr/>
            <p:nvPr/>
          </p:nvSpPr>
          <p:spPr>
            <a:xfrm>
              <a:off x="3236261" y="3945509"/>
              <a:ext cx="151402" cy="146715"/>
            </a:xfrm>
            <a:custGeom>
              <a:avLst/>
              <a:gdLst/>
              <a:ahLst/>
              <a:cxnLst/>
              <a:rect l="l" t="t" r="r" b="b"/>
              <a:pathLst>
                <a:path w="5782" h="5603" extrusionOk="0">
                  <a:moveTo>
                    <a:pt x="3007" y="1"/>
                  </a:moveTo>
                  <a:cubicBezTo>
                    <a:pt x="2617" y="1"/>
                    <a:pt x="2245" y="153"/>
                    <a:pt x="1965" y="432"/>
                  </a:cubicBezTo>
                  <a:lnTo>
                    <a:pt x="477" y="1921"/>
                  </a:lnTo>
                  <a:cubicBezTo>
                    <a:pt x="153" y="2235"/>
                    <a:pt x="0" y="2693"/>
                    <a:pt x="57" y="3151"/>
                  </a:cubicBezTo>
                  <a:lnTo>
                    <a:pt x="2547" y="5202"/>
                  </a:lnTo>
                  <a:cubicBezTo>
                    <a:pt x="2865" y="5467"/>
                    <a:pt x="3229" y="5602"/>
                    <a:pt x="3559" y="5602"/>
                  </a:cubicBezTo>
                  <a:cubicBezTo>
                    <a:pt x="3824" y="5602"/>
                    <a:pt x="4067" y="5514"/>
                    <a:pt x="4246" y="5336"/>
                  </a:cubicBezTo>
                  <a:lnTo>
                    <a:pt x="5381" y="4201"/>
                  </a:lnTo>
                  <a:cubicBezTo>
                    <a:pt x="5781" y="3810"/>
                    <a:pt x="5724" y="3075"/>
                    <a:pt x="5257" y="2503"/>
                  </a:cubicBezTo>
                  <a:lnTo>
                    <a:pt x="3196" y="13"/>
                  </a:lnTo>
                  <a:cubicBezTo>
                    <a:pt x="3133" y="5"/>
                    <a:pt x="3070" y="1"/>
                    <a:pt x="3007"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2" name="Google Shape;10872;p64"/>
            <p:cNvSpPr/>
            <p:nvPr/>
          </p:nvSpPr>
          <p:spPr>
            <a:xfrm>
              <a:off x="3236261" y="3945509"/>
              <a:ext cx="151402" cy="146715"/>
            </a:xfrm>
            <a:custGeom>
              <a:avLst/>
              <a:gdLst/>
              <a:ahLst/>
              <a:cxnLst/>
              <a:rect l="l" t="t" r="r" b="b"/>
              <a:pathLst>
                <a:path w="5782" h="5603" extrusionOk="0">
                  <a:moveTo>
                    <a:pt x="1813" y="585"/>
                  </a:moveTo>
                  <a:lnTo>
                    <a:pt x="1784" y="614"/>
                  </a:lnTo>
                  <a:lnTo>
                    <a:pt x="1813" y="585"/>
                  </a:lnTo>
                  <a:close/>
                  <a:moveTo>
                    <a:pt x="648" y="1749"/>
                  </a:moveTo>
                  <a:lnTo>
                    <a:pt x="630" y="1768"/>
                  </a:lnTo>
                  <a:lnTo>
                    <a:pt x="630" y="1768"/>
                  </a:lnTo>
                  <a:lnTo>
                    <a:pt x="648" y="1749"/>
                  </a:lnTo>
                  <a:close/>
                  <a:moveTo>
                    <a:pt x="3001" y="1"/>
                  </a:moveTo>
                  <a:cubicBezTo>
                    <a:pt x="2617" y="1"/>
                    <a:pt x="2245" y="153"/>
                    <a:pt x="1965" y="432"/>
                  </a:cubicBezTo>
                  <a:lnTo>
                    <a:pt x="1813" y="585"/>
                  </a:lnTo>
                  <a:lnTo>
                    <a:pt x="1813" y="585"/>
                  </a:lnTo>
                  <a:cubicBezTo>
                    <a:pt x="1978" y="437"/>
                    <a:pt x="2183" y="365"/>
                    <a:pt x="2386" y="365"/>
                  </a:cubicBezTo>
                  <a:cubicBezTo>
                    <a:pt x="2630" y="365"/>
                    <a:pt x="2872" y="468"/>
                    <a:pt x="3043" y="671"/>
                  </a:cubicBezTo>
                  <a:lnTo>
                    <a:pt x="4637" y="2541"/>
                  </a:lnTo>
                  <a:cubicBezTo>
                    <a:pt x="5066" y="3046"/>
                    <a:pt x="5161" y="3647"/>
                    <a:pt x="4856" y="3953"/>
                  </a:cubicBezTo>
                  <a:lnTo>
                    <a:pt x="3997" y="4811"/>
                  </a:lnTo>
                  <a:cubicBezTo>
                    <a:pt x="3878" y="4927"/>
                    <a:pt x="3712" y="4983"/>
                    <a:pt x="3524" y="4983"/>
                  </a:cubicBezTo>
                  <a:cubicBezTo>
                    <a:pt x="3232" y="4983"/>
                    <a:pt x="2888" y="4847"/>
                    <a:pt x="2586" y="4592"/>
                  </a:cubicBezTo>
                  <a:lnTo>
                    <a:pt x="716" y="2999"/>
                  </a:lnTo>
                  <a:cubicBezTo>
                    <a:pt x="344" y="2684"/>
                    <a:pt x="306" y="2121"/>
                    <a:pt x="630" y="1768"/>
                  </a:cubicBezTo>
                  <a:lnTo>
                    <a:pt x="630" y="1768"/>
                  </a:lnTo>
                  <a:lnTo>
                    <a:pt x="477" y="1921"/>
                  </a:lnTo>
                  <a:cubicBezTo>
                    <a:pt x="153" y="2245"/>
                    <a:pt x="0" y="2693"/>
                    <a:pt x="57" y="3142"/>
                  </a:cubicBezTo>
                  <a:lnTo>
                    <a:pt x="2547" y="5202"/>
                  </a:lnTo>
                  <a:cubicBezTo>
                    <a:pt x="2859" y="5467"/>
                    <a:pt x="3224" y="5602"/>
                    <a:pt x="3555" y="5602"/>
                  </a:cubicBezTo>
                  <a:cubicBezTo>
                    <a:pt x="3822" y="5602"/>
                    <a:pt x="4067" y="5514"/>
                    <a:pt x="4246" y="5336"/>
                  </a:cubicBezTo>
                  <a:lnTo>
                    <a:pt x="5381" y="4201"/>
                  </a:lnTo>
                  <a:cubicBezTo>
                    <a:pt x="5781" y="3800"/>
                    <a:pt x="5724" y="3065"/>
                    <a:pt x="5247" y="2503"/>
                  </a:cubicBezTo>
                  <a:lnTo>
                    <a:pt x="3187" y="13"/>
                  </a:lnTo>
                  <a:cubicBezTo>
                    <a:pt x="3125" y="5"/>
                    <a:pt x="3063" y="1"/>
                    <a:pt x="3001"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3" name="Google Shape;10873;p64"/>
            <p:cNvSpPr/>
            <p:nvPr/>
          </p:nvSpPr>
          <p:spPr>
            <a:xfrm>
              <a:off x="3264488" y="3972558"/>
              <a:ext cx="87955" cy="87196"/>
            </a:xfrm>
            <a:custGeom>
              <a:avLst/>
              <a:gdLst/>
              <a:ahLst/>
              <a:cxnLst/>
              <a:rect l="l" t="t" r="r" b="b"/>
              <a:pathLst>
                <a:path w="3359" h="3330" extrusionOk="0">
                  <a:moveTo>
                    <a:pt x="296" y="0"/>
                  </a:moveTo>
                  <a:lnTo>
                    <a:pt x="0" y="296"/>
                  </a:lnTo>
                  <a:lnTo>
                    <a:pt x="2977" y="3273"/>
                  </a:lnTo>
                  <a:cubicBezTo>
                    <a:pt x="3020" y="3311"/>
                    <a:pt x="3075" y="3330"/>
                    <a:pt x="3128" y="3330"/>
                  </a:cubicBezTo>
                  <a:cubicBezTo>
                    <a:pt x="3182" y="3330"/>
                    <a:pt x="3234" y="3311"/>
                    <a:pt x="3272" y="3273"/>
                  </a:cubicBezTo>
                  <a:cubicBezTo>
                    <a:pt x="3358" y="3196"/>
                    <a:pt x="3358" y="3063"/>
                    <a:pt x="3272" y="2977"/>
                  </a:cubicBezTo>
                  <a:lnTo>
                    <a:pt x="296"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4" name="Google Shape;10874;p64"/>
            <p:cNvSpPr/>
            <p:nvPr/>
          </p:nvSpPr>
          <p:spPr>
            <a:xfrm>
              <a:off x="3283473" y="3992668"/>
              <a:ext cx="36999" cy="34302"/>
            </a:xfrm>
            <a:custGeom>
              <a:avLst/>
              <a:gdLst/>
              <a:ahLst/>
              <a:cxnLst/>
              <a:rect l="l" t="t" r="r" b="b"/>
              <a:pathLst>
                <a:path w="1413" h="1310" extrusionOk="0">
                  <a:moveTo>
                    <a:pt x="587" y="0"/>
                  </a:moveTo>
                  <a:cubicBezTo>
                    <a:pt x="451" y="0"/>
                    <a:pt x="315" y="53"/>
                    <a:pt x="210" y="158"/>
                  </a:cubicBezTo>
                  <a:cubicBezTo>
                    <a:pt x="0" y="368"/>
                    <a:pt x="0" y="711"/>
                    <a:pt x="210" y="921"/>
                  </a:cubicBezTo>
                  <a:lnTo>
                    <a:pt x="449" y="1159"/>
                  </a:lnTo>
                  <a:cubicBezTo>
                    <a:pt x="554" y="1260"/>
                    <a:pt x="690" y="1310"/>
                    <a:pt x="826" y="1310"/>
                  </a:cubicBezTo>
                  <a:cubicBezTo>
                    <a:pt x="961" y="1310"/>
                    <a:pt x="1097" y="1260"/>
                    <a:pt x="1202" y="1159"/>
                  </a:cubicBezTo>
                  <a:cubicBezTo>
                    <a:pt x="1412" y="950"/>
                    <a:pt x="1412" y="606"/>
                    <a:pt x="1202" y="396"/>
                  </a:cubicBezTo>
                  <a:lnTo>
                    <a:pt x="964" y="158"/>
                  </a:lnTo>
                  <a:cubicBezTo>
                    <a:pt x="859" y="53"/>
                    <a:pt x="723" y="0"/>
                    <a:pt x="587" y="0"/>
                  </a:cubicBezTo>
                  <a:close/>
                </a:path>
              </a:pathLst>
            </a:custGeom>
            <a:solidFill>
              <a:srgbClr val="A7B5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5" name="Google Shape;10875;p64"/>
            <p:cNvSpPr/>
            <p:nvPr/>
          </p:nvSpPr>
          <p:spPr>
            <a:xfrm>
              <a:off x="3392140" y="3828174"/>
              <a:ext cx="43729" cy="43493"/>
            </a:xfrm>
            <a:custGeom>
              <a:avLst/>
              <a:gdLst/>
              <a:ahLst/>
              <a:cxnLst/>
              <a:rect l="l" t="t" r="r" b="b"/>
              <a:pathLst>
                <a:path w="1670" h="1661" extrusionOk="0">
                  <a:moveTo>
                    <a:pt x="840" y="0"/>
                  </a:moveTo>
                  <a:cubicBezTo>
                    <a:pt x="372" y="0"/>
                    <a:pt x="0" y="372"/>
                    <a:pt x="0" y="830"/>
                  </a:cubicBezTo>
                  <a:cubicBezTo>
                    <a:pt x="0" y="1288"/>
                    <a:pt x="372" y="1660"/>
                    <a:pt x="840" y="1660"/>
                  </a:cubicBezTo>
                  <a:cubicBezTo>
                    <a:pt x="1298" y="1660"/>
                    <a:pt x="1670" y="1288"/>
                    <a:pt x="1670" y="830"/>
                  </a:cubicBezTo>
                  <a:cubicBezTo>
                    <a:pt x="1670" y="372"/>
                    <a:pt x="1298" y="0"/>
                    <a:pt x="840"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6" name="Google Shape;10876;p64"/>
            <p:cNvSpPr/>
            <p:nvPr/>
          </p:nvSpPr>
          <p:spPr>
            <a:xfrm>
              <a:off x="3376141" y="3822649"/>
              <a:ext cx="75360" cy="54517"/>
            </a:xfrm>
            <a:custGeom>
              <a:avLst/>
              <a:gdLst/>
              <a:ahLst/>
              <a:cxnLst/>
              <a:rect l="l" t="t" r="r" b="b"/>
              <a:pathLst>
                <a:path w="2878" h="2082" extrusionOk="0">
                  <a:moveTo>
                    <a:pt x="1451" y="412"/>
                  </a:moveTo>
                  <a:lnTo>
                    <a:pt x="1451" y="421"/>
                  </a:lnTo>
                  <a:cubicBezTo>
                    <a:pt x="1461" y="421"/>
                    <a:pt x="1471" y="420"/>
                    <a:pt x="1481" y="420"/>
                  </a:cubicBezTo>
                  <a:cubicBezTo>
                    <a:pt x="1632" y="420"/>
                    <a:pt x="1773" y="486"/>
                    <a:pt x="1890" y="593"/>
                  </a:cubicBezTo>
                  <a:cubicBezTo>
                    <a:pt x="2309" y="1013"/>
                    <a:pt x="1969" y="1667"/>
                    <a:pt x="1464" y="1667"/>
                  </a:cubicBezTo>
                  <a:cubicBezTo>
                    <a:pt x="1383" y="1667"/>
                    <a:pt x="1299" y="1650"/>
                    <a:pt x="1212" y="1614"/>
                  </a:cubicBezTo>
                  <a:cubicBezTo>
                    <a:pt x="573" y="1356"/>
                    <a:pt x="764" y="412"/>
                    <a:pt x="1451" y="412"/>
                  </a:cubicBezTo>
                  <a:close/>
                  <a:moveTo>
                    <a:pt x="1466" y="0"/>
                  </a:moveTo>
                  <a:cubicBezTo>
                    <a:pt x="1333" y="0"/>
                    <a:pt x="1193" y="27"/>
                    <a:pt x="1050" y="87"/>
                  </a:cubicBezTo>
                  <a:cubicBezTo>
                    <a:pt x="1" y="517"/>
                    <a:pt x="306" y="2081"/>
                    <a:pt x="1451" y="2081"/>
                  </a:cubicBezTo>
                  <a:cubicBezTo>
                    <a:pt x="1718" y="2081"/>
                    <a:pt x="1985" y="1976"/>
                    <a:pt x="2185" y="1776"/>
                  </a:cubicBezTo>
                  <a:cubicBezTo>
                    <a:pt x="2877" y="1084"/>
                    <a:pt x="2310" y="0"/>
                    <a:pt x="1466"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77" name="Google Shape;10877;p64"/>
            <p:cNvSpPr/>
            <p:nvPr/>
          </p:nvSpPr>
          <p:spPr>
            <a:xfrm>
              <a:off x="3366165" y="3859230"/>
              <a:ext cx="40953" cy="36659"/>
            </a:xfrm>
            <a:custGeom>
              <a:avLst/>
              <a:gdLst/>
              <a:ahLst/>
              <a:cxnLst/>
              <a:rect l="l" t="t" r="r" b="b"/>
              <a:pathLst>
                <a:path w="1564" h="1400" extrusionOk="0">
                  <a:moveTo>
                    <a:pt x="1253" y="1"/>
                  </a:moveTo>
                  <a:cubicBezTo>
                    <a:pt x="1199" y="1"/>
                    <a:pt x="1144" y="25"/>
                    <a:pt x="1097" y="83"/>
                  </a:cubicBezTo>
                  <a:lnTo>
                    <a:pt x="143" y="1037"/>
                  </a:lnTo>
                  <a:cubicBezTo>
                    <a:pt x="0" y="1171"/>
                    <a:pt x="95" y="1400"/>
                    <a:pt x="286" y="1400"/>
                  </a:cubicBezTo>
                  <a:cubicBezTo>
                    <a:pt x="343" y="1390"/>
                    <a:pt x="391" y="1371"/>
                    <a:pt x="429" y="1333"/>
                  </a:cubicBezTo>
                  <a:lnTo>
                    <a:pt x="1383" y="379"/>
                  </a:lnTo>
                  <a:cubicBezTo>
                    <a:pt x="1563" y="228"/>
                    <a:pt x="1417" y="1"/>
                    <a:pt x="1253"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78" name="Google Shape;10878;p64"/>
          <p:cNvGrpSpPr/>
          <p:nvPr/>
        </p:nvGrpSpPr>
        <p:grpSpPr>
          <a:xfrm>
            <a:off x="857316" y="3642104"/>
            <a:ext cx="378190" cy="357059"/>
            <a:chOff x="883853" y="3792641"/>
            <a:chExt cx="378190" cy="357059"/>
          </a:xfrm>
        </p:grpSpPr>
        <p:sp>
          <p:nvSpPr>
            <p:cNvPr id="10879" name="Google Shape;10879;p64"/>
            <p:cNvSpPr/>
            <p:nvPr/>
          </p:nvSpPr>
          <p:spPr>
            <a:xfrm>
              <a:off x="1012500" y="4093219"/>
              <a:ext cx="42734" cy="38989"/>
            </a:xfrm>
            <a:custGeom>
              <a:avLst/>
              <a:gdLst/>
              <a:ahLst/>
              <a:cxnLst/>
              <a:rect l="l" t="t" r="r" b="b"/>
              <a:pathLst>
                <a:path w="1632" h="1489" extrusionOk="0">
                  <a:moveTo>
                    <a:pt x="335" y="0"/>
                  </a:moveTo>
                  <a:lnTo>
                    <a:pt x="1" y="1488"/>
                  </a:lnTo>
                  <a:lnTo>
                    <a:pt x="1632" y="1488"/>
                  </a:lnTo>
                  <a:lnTo>
                    <a:pt x="1298"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0" name="Google Shape;10880;p64"/>
            <p:cNvSpPr/>
            <p:nvPr/>
          </p:nvSpPr>
          <p:spPr>
            <a:xfrm>
              <a:off x="983277" y="4128673"/>
              <a:ext cx="101205" cy="21027"/>
            </a:xfrm>
            <a:custGeom>
              <a:avLst/>
              <a:gdLst/>
              <a:ahLst/>
              <a:cxnLst/>
              <a:rect l="l" t="t" r="r" b="b"/>
              <a:pathLst>
                <a:path w="3865" h="803" extrusionOk="0">
                  <a:moveTo>
                    <a:pt x="220" y="1"/>
                  </a:moveTo>
                  <a:cubicBezTo>
                    <a:pt x="96" y="1"/>
                    <a:pt x="0" y="96"/>
                    <a:pt x="0" y="220"/>
                  </a:cubicBezTo>
                  <a:lnTo>
                    <a:pt x="0" y="583"/>
                  </a:lnTo>
                  <a:cubicBezTo>
                    <a:pt x="0" y="697"/>
                    <a:pt x="105" y="802"/>
                    <a:pt x="229" y="802"/>
                  </a:cubicBezTo>
                  <a:lnTo>
                    <a:pt x="3645" y="802"/>
                  </a:lnTo>
                  <a:cubicBezTo>
                    <a:pt x="3759" y="802"/>
                    <a:pt x="3864" y="697"/>
                    <a:pt x="3864" y="583"/>
                  </a:cubicBezTo>
                  <a:lnTo>
                    <a:pt x="3864" y="220"/>
                  </a:lnTo>
                  <a:cubicBezTo>
                    <a:pt x="3864" y="96"/>
                    <a:pt x="3759" y="1"/>
                    <a:pt x="3645"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1" name="Google Shape;10881;p64"/>
            <p:cNvSpPr/>
            <p:nvPr/>
          </p:nvSpPr>
          <p:spPr>
            <a:xfrm>
              <a:off x="883853" y="3900602"/>
              <a:ext cx="300054" cy="196126"/>
            </a:xfrm>
            <a:custGeom>
              <a:avLst/>
              <a:gdLst/>
              <a:ahLst/>
              <a:cxnLst/>
              <a:rect l="l" t="t" r="r" b="b"/>
              <a:pathLst>
                <a:path w="11459" h="7490" extrusionOk="0">
                  <a:moveTo>
                    <a:pt x="220" y="1"/>
                  </a:moveTo>
                  <a:cubicBezTo>
                    <a:pt x="96" y="1"/>
                    <a:pt x="1" y="96"/>
                    <a:pt x="1" y="220"/>
                  </a:cubicBezTo>
                  <a:lnTo>
                    <a:pt x="1" y="7270"/>
                  </a:lnTo>
                  <a:cubicBezTo>
                    <a:pt x="1" y="7394"/>
                    <a:pt x="96" y="7490"/>
                    <a:pt x="220" y="7490"/>
                  </a:cubicBezTo>
                  <a:lnTo>
                    <a:pt x="11239" y="7490"/>
                  </a:lnTo>
                  <a:cubicBezTo>
                    <a:pt x="11363" y="7490"/>
                    <a:pt x="11458" y="7394"/>
                    <a:pt x="11458" y="7270"/>
                  </a:cubicBezTo>
                  <a:lnTo>
                    <a:pt x="11458" y="220"/>
                  </a:lnTo>
                  <a:cubicBezTo>
                    <a:pt x="11458" y="96"/>
                    <a:pt x="11363" y="1"/>
                    <a:pt x="1124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2" name="Google Shape;10882;p64"/>
            <p:cNvSpPr/>
            <p:nvPr/>
          </p:nvSpPr>
          <p:spPr>
            <a:xfrm>
              <a:off x="883853" y="4081462"/>
              <a:ext cx="300290" cy="15266"/>
            </a:xfrm>
            <a:custGeom>
              <a:avLst/>
              <a:gdLst/>
              <a:ahLst/>
              <a:cxnLst/>
              <a:rect l="l" t="t" r="r" b="b"/>
              <a:pathLst>
                <a:path w="11468" h="583" extrusionOk="0">
                  <a:moveTo>
                    <a:pt x="1" y="1"/>
                  </a:moveTo>
                  <a:lnTo>
                    <a:pt x="1" y="363"/>
                  </a:lnTo>
                  <a:cubicBezTo>
                    <a:pt x="1" y="487"/>
                    <a:pt x="96" y="583"/>
                    <a:pt x="220" y="583"/>
                  </a:cubicBezTo>
                  <a:lnTo>
                    <a:pt x="11248" y="583"/>
                  </a:lnTo>
                  <a:cubicBezTo>
                    <a:pt x="11363" y="583"/>
                    <a:pt x="11468" y="487"/>
                    <a:pt x="11468" y="363"/>
                  </a:cubicBezTo>
                  <a:lnTo>
                    <a:pt x="11468"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3" name="Google Shape;10883;p64"/>
            <p:cNvSpPr/>
            <p:nvPr/>
          </p:nvSpPr>
          <p:spPr>
            <a:xfrm>
              <a:off x="902837" y="3920843"/>
              <a:ext cx="262086" cy="145667"/>
            </a:xfrm>
            <a:custGeom>
              <a:avLst/>
              <a:gdLst/>
              <a:ahLst/>
              <a:cxnLst/>
              <a:rect l="l" t="t" r="r" b="b"/>
              <a:pathLst>
                <a:path w="10009" h="5563" extrusionOk="0">
                  <a:moveTo>
                    <a:pt x="230" y="1"/>
                  </a:moveTo>
                  <a:cubicBezTo>
                    <a:pt x="106" y="1"/>
                    <a:pt x="1" y="106"/>
                    <a:pt x="10" y="230"/>
                  </a:cubicBezTo>
                  <a:lnTo>
                    <a:pt x="10" y="5343"/>
                  </a:lnTo>
                  <a:cubicBezTo>
                    <a:pt x="10" y="5467"/>
                    <a:pt x="106" y="5562"/>
                    <a:pt x="230" y="5562"/>
                  </a:cubicBezTo>
                  <a:lnTo>
                    <a:pt x="10008" y="5562"/>
                  </a:lnTo>
                  <a:lnTo>
                    <a:pt x="10008" y="230"/>
                  </a:lnTo>
                  <a:cubicBezTo>
                    <a:pt x="10008" y="106"/>
                    <a:pt x="9903" y="1"/>
                    <a:pt x="977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4" name="Google Shape;10884;p64"/>
            <p:cNvSpPr/>
            <p:nvPr/>
          </p:nvSpPr>
          <p:spPr>
            <a:xfrm>
              <a:off x="902837" y="3920843"/>
              <a:ext cx="262086" cy="145667"/>
            </a:xfrm>
            <a:custGeom>
              <a:avLst/>
              <a:gdLst/>
              <a:ahLst/>
              <a:cxnLst/>
              <a:rect l="l" t="t" r="r" b="b"/>
              <a:pathLst>
                <a:path w="10009" h="5563" extrusionOk="0">
                  <a:moveTo>
                    <a:pt x="230" y="1"/>
                  </a:moveTo>
                  <a:cubicBezTo>
                    <a:pt x="106" y="1"/>
                    <a:pt x="1" y="106"/>
                    <a:pt x="1" y="230"/>
                  </a:cubicBezTo>
                  <a:lnTo>
                    <a:pt x="1" y="5343"/>
                  </a:lnTo>
                  <a:cubicBezTo>
                    <a:pt x="10" y="5467"/>
                    <a:pt x="106" y="5562"/>
                    <a:pt x="230" y="5562"/>
                  </a:cubicBezTo>
                  <a:lnTo>
                    <a:pt x="10008" y="5562"/>
                  </a:lnTo>
                  <a:lnTo>
                    <a:pt x="10008" y="5095"/>
                  </a:lnTo>
                  <a:lnTo>
                    <a:pt x="506" y="5095"/>
                  </a:lnTo>
                  <a:lnTo>
                    <a:pt x="506"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5" name="Google Shape;10885;p64"/>
            <p:cNvSpPr/>
            <p:nvPr/>
          </p:nvSpPr>
          <p:spPr>
            <a:xfrm>
              <a:off x="1013495" y="4076225"/>
              <a:ext cx="40744" cy="11024"/>
            </a:xfrm>
            <a:custGeom>
              <a:avLst/>
              <a:gdLst/>
              <a:ahLst/>
              <a:cxnLst/>
              <a:rect l="l" t="t" r="r" b="b"/>
              <a:pathLst>
                <a:path w="1556" h="421" extrusionOk="0">
                  <a:moveTo>
                    <a:pt x="258" y="0"/>
                  </a:moveTo>
                  <a:cubicBezTo>
                    <a:pt x="1" y="20"/>
                    <a:pt x="1" y="401"/>
                    <a:pt x="258" y="420"/>
                  </a:cubicBezTo>
                  <a:lnTo>
                    <a:pt x="1298" y="420"/>
                  </a:lnTo>
                  <a:cubicBezTo>
                    <a:pt x="1556" y="401"/>
                    <a:pt x="1556" y="20"/>
                    <a:pt x="1298"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6" name="Google Shape;10886;p64"/>
            <p:cNvSpPr/>
            <p:nvPr/>
          </p:nvSpPr>
          <p:spPr>
            <a:xfrm>
              <a:off x="1084456" y="3792641"/>
              <a:ext cx="177587" cy="149228"/>
            </a:xfrm>
            <a:custGeom>
              <a:avLst/>
              <a:gdLst/>
              <a:ahLst/>
              <a:cxnLst/>
              <a:rect l="l" t="t" r="r" b="b"/>
              <a:pathLst>
                <a:path w="6782" h="5699" extrusionOk="0">
                  <a:moveTo>
                    <a:pt x="3413" y="0"/>
                  </a:moveTo>
                  <a:cubicBezTo>
                    <a:pt x="3376" y="0"/>
                    <a:pt x="3339" y="1"/>
                    <a:pt x="3301" y="3"/>
                  </a:cubicBezTo>
                  <a:cubicBezTo>
                    <a:pt x="1145" y="89"/>
                    <a:pt x="0" y="2588"/>
                    <a:pt x="1345" y="4277"/>
                  </a:cubicBezTo>
                  <a:lnTo>
                    <a:pt x="1288" y="5469"/>
                  </a:lnTo>
                  <a:cubicBezTo>
                    <a:pt x="1280" y="5599"/>
                    <a:pt x="1389" y="5698"/>
                    <a:pt x="1511" y="5698"/>
                  </a:cubicBezTo>
                  <a:cubicBezTo>
                    <a:pt x="1541" y="5698"/>
                    <a:pt x="1573" y="5692"/>
                    <a:pt x="1603" y="5679"/>
                  </a:cubicBezTo>
                  <a:lnTo>
                    <a:pt x="2681" y="5173"/>
                  </a:lnTo>
                  <a:cubicBezTo>
                    <a:pt x="2923" y="5242"/>
                    <a:pt x="3168" y="5275"/>
                    <a:pt x="3411" y="5275"/>
                  </a:cubicBezTo>
                  <a:cubicBezTo>
                    <a:pt x="4278" y="5275"/>
                    <a:pt x="5108" y="4850"/>
                    <a:pt x="5600" y="4105"/>
                  </a:cubicBezTo>
                  <a:cubicBezTo>
                    <a:pt x="6781" y="2343"/>
                    <a:pt x="5503" y="0"/>
                    <a:pt x="3413"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7" name="Google Shape;10887;p64"/>
            <p:cNvSpPr/>
            <p:nvPr/>
          </p:nvSpPr>
          <p:spPr>
            <a:xfrm>
              <a:off x="1157800" y="3841633"/>
              <a:ext cx="21341" cy="52998"/>
            </a:xfrm>
            <a:custGeom>
              <a:avLst/>
              <a:gdLst/>
              <a:ahLst/>
              <a:cxnLst/>
              <a:rect l="l" t="t" r="r" b="b"/>
              <a:pathLst>
                <a:path w="815" h="2024" extrusionOk="0">
                  <a:moveTo>
                    <a:pt x="272" y="1"/>
                  </a:moveTo>
                  <a:cubicBezTo>
                    <a:pt x="0" y="1"/>
                    <a:pt x="0" y="422"/>
                    <a:pt x="272" y="422"/>
                  </a:cubicBezTo>
                  <a:cubicBezTo>
                    <a:pt x="278" y="422"/>
                    <a:pt x="284" y="422"/>
                    <a:pt x="290" y="421"/>
                  </a:cubicBezTo>
                  <a:lnTo>
                    <a:pt x="405" y="421"/>
                  </a:lnTo>
                  <a:lnTo>
                    <a:pt x="405" y="1814"/>
                  </a:lnTo>
                  <a:cubicBezTo>
                    <a:pt x="405" y="1929"/>
                    <a:pt x="490" y="2024"/>
                    <a:pt x="614" y="2024"/>
                  </a:cubicBezTo>
                  <a:cubicBezTo>
                    <a:pt x="719" y="2024"/>
                    <a:pt x="815" y="1929"/>
                    <a:pt x="815" y="1824"/>
                  </a:cubicBezTo>
                  <a:lnTo>
                    <a:pt x="815" y="211"/>
                  </a:lnTo>
                  <a:cubicBezTo>
                    <a:pt x="815" y="97"/>
                    <a:pt x="729" y="1"/>
                    <a:pt x="614" y="1"/>
                  </a:cubicBezTo>
                  <a:lnTo>
                    <a:pt x="290" y="1"/>
                  </a:lnTo>
                  <a:cubicBezTo>
                    <a:pt x="284" y="1"/>
                    <a:pt x="278" y="1"/>
                    <a:pt x="272"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8" name="Google Shape;10888;p64"/>
            <p:cNvSpPr/>
            <p:nvPr/>
          </p:nvSpPr>
          <p:spPr>
            <a:xfrm>
              <a:off x="1157041" y="3886095"/>
              <a:ext cx="32338" cy="10814"/>
            </a:xfrm>
            <a:custGeom>
              <a:avLst/>
              <a:gdLst/>
              <a:ahLst/>
              <a:cxnLst/>
              <a:rect l="l" t="t" r="r" b="b"/>
              <a:pathLst>
                <a:path w="1235" h="413" extrusionOk="0">
                  <a:moveTo>
                    <a:pt x="273" y="0"/>
                  </a:moveTo>
                  <a:cubicBezTo>
                    <a:pt x="1" y="0"/>
                    <a:pt x="4" y="412"/>
                    <a:pt x="282" y="412"/>
                  </a:cubicBezTo>
                  <a:cubicBezTo>
                    <a:pt x="288" y="412"/>
                    <a:pt x="294" y="412"/>
                    <a:pt x="300" y="412"/>
                  </a:cubicBezTo>
                  <a:lnTo>
                    <a:pt x="977" y="412"/>
                  </a:lnTo>
                  <a:cubicBezTo>
                    <a:pt x="1235" y="393"/>
                    <a:pt x="1235" y="21"/>
                    <a:pt x="977" y="2"/>
                  </a:cubicBezTo>
                  <a:lnTo>
                    <a:pt x="300" y="2"/>
                  </a:lnTo>
                  <a:cubicBezTo>
                    <a:pt x="291" y="1"/>
                    <a:pt x="282" y="0"/>
                    <a:pt x="27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89" name="Google Shape;10889;p64"/>
            <p:cNvSpPr/>
            <p:nvPr/>
          </p:nvSpPr>
          <p:spPr>
            <a:xfrm>
              <a:off x="1160628" y="3825058"/>
              <a:ext cx="18513" cy="15868"/>
            </a:xfrm>
            <a:custGeom>
              <a:avLst/>
              <a:gdLst/>
              <a:ahLst/>
              <a:cxnLst/>
              <a:rect l="l" t="t" r="r" b="b"/>
              <a:pathLst>
                <a:path w="707" h="606" extrusionOk="0">
                  <a:moveTo>
                    <a:pt x="404" y="1"/>
                  </a:moveTo>
                  <a:cubicBezTo>
                    <a:pt x="330" y="1"/>
                    <a:pt x="254" y="29"/>
                    <a:pt x="192" y="91"/>
                  </a:cubicBezTo>
                  <a:cubicBezTo>
                    <a:pt x="1" y="282"/>
                    <a:pt x="134" y="606"/>
                    <a:pt x="402" y="606"/>
                  </a:cubicBezTo>
                  <a:cubicBezTo>
                    <a:pt x="573" y="606"/>
                    <a:pt x="707" y="472"/>
                    <a:pt x="707" y="301"/>
                  </a:cubicBezTo>
                  <a:cubicBezTo>
                    <a:pt x="707" y="120"/>
                    <a:pt x="559" y="1"/>
                    <a:pt x="40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0" name="Google Shape;10890;p64"/>
            <p:cNvSpPr/>
            <p:nvPr/>
          </p:nvSpPr>
          <p:spPr>
            <a:xfrm>
              <a:off x="976784" y="3861639"/>
              <a:ext cx="26997" cy="26997"/>
            </a:xfrm>
            <a:custGeom>
              <a:avLst/>
              <a:gdLst/>
              <a:ahLst/>
              <a:cxnLst/>
              <a:rect l="l" t="t" r="r" b="b"/>
              <a:pathLst>
                <a:path w="1031" h="1031" extrusionOk="0">
                  <a:moveTo>
                    <a:pt x="516" y="1"/>
                  </a:moveTo>
                  <a:cubicBezTo>
                    <a:pt x="229" y="1"/>
                    <a:pt x="0" y="230"/>
                    <a:pt x="0" y="516"/>
                  </a:cubicBezTo>
                  <a:cubicBezTo>
                    <a:pt x="0" y="802"/>
                    <a:pt x="229" y="1031"/>
                    <a:pt x="516" y="1031"/>
                  </a:cubicBezTo>
                  <a:cubicBezTo>
                    <a:pt x="802" y="1031"/>
                    <a:pt x="1031" y="802"/>
                    <a:pt x="1031" y="516"/>
                  </a:cubicBezTo>
                  <a:cubicBezTo>
                    <a:pt x="1031" y="230"/>
                    <a:pt x="802" y="1"/>
                    <a:pt x="516"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1" name="Google Shape;10891;p64"/>
            <p:cNvSpPr/>
            <p:nvPr/>
          </p:nvSpPr>
          <p:spPr>
            <a:xfrm>
              <a:off x="1063953" y="3861639"/>
              <a:ext cx="27023" cy="26997"/>
            </a:xfrm>
            <a:custGeom>
              <a:avLst/>
              <a:gdLst/>
              <a:ahLst/>
              <a:cxnLst/>
              <a:rect l="l" t="t" r="r" b="b"/>
              <a:pathLst>
                <a:path w="1032" h="1031" extrusionOk="0">
                  <a:moveTo>
                    <a:pt x="516" y="1"/>
                  </a:moveTo>
                  <a:cubicBezTo>
                    <a:pt x="230" y="1"/>
                    <a:pt x="1" y="230"/>
                    <a:pt x="1" y="516"/>
                  </a:cubicBezTo>
                  <a:cubicBezTo>
                    <a:pt x="1" y="802"/>
                    <a:pt x="230" y="1031"/>
                    <a:pt x="516" y="1031"/>
                  </a:cubicBezTo>
                  <a:cubicBezTo>
                    <a:pt x="802" y="1031"/>
                    <a:pt x="1031" y="802"/>
                    <a:pt x="1031" y="516"/>
                  </a:cubicBezTo>
                  <a:cubicBezTo>
                    <a:pt x="1031" y="230"/>
                    <a:pt x="802" y="1"/>
                    <a:pt x="516"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2" name="Google Shape;10892;p64"/>
            <p:cNvSpPr/>
            <p:nvPr/>
          </p:nvSpPr>
          <p:spPr>
            <a:xfrm>
              <a:off x="1013259" y="3901361"/>
              <a:ext cx="41241" cy="74208"/>
            </a:xfrm>
            <a:custGeom>
              <a:avLst/>
              <a:gdLst/>
              <a:ahLst/>
              <a:cxnLst/>
              <a:rect l="l" t="t" r="r" b="b"/>
              <a:pathLst>
                <a:path w="1575" h="2834" extrusionOk="0">
                  <a:moveTo>
                    <a:pt x="0" y="1"/>
                  </a:moveTo>
                  <a:lnTo>
                    <a:pt x="0" y="2157"/>
                  </a:lnTo>
                  <a:lnTo>
                    <a:pt x="783" y="2834"/>
                  </a:lnTo>
                  <a:lnTo>
                    <a:pt x="792" y="2834"/>
                  </a:lnTo>
                  <a:lnTo>
                    <a:pt x="1574" y="2157"/>
                  </a:lnTo>
                  <a:lnTo>
                    <a:pt x="1574"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3" name="Google Shape;10893;p64"/>
            <p:cNvSpPr/>
            <p:nvPr/>
          </p:nvSpPr>
          <p:spPr>
            <a:xfrm>
              <a:off x="928813" y="3947316"/>
              <a:ext cx="210108" cy="89710"/>
            </a:xfrm>
            <a:custGeom>
              <a:avLst/>
              <a:gdLst/>
              <a:ahLst/>
              <a:cxnLst/>
              <a:rect l="l" t="t" r="r" b="b"/>
              <a:pathLst>
                <a:path w="8024" h="3426" extrusionOk="0">
                  <a:moveTo>
                    <a:pt x="3225" y="1"/>
                  </a:moveTo>
                  <a:lnTo>
                    <a:pt x="1432" y="573"/>
                  </a:lnTo>
                  <a:cubicBezTo>
                    <a:pt x="583" y="850"/>
                    <a:pt x="1" y="1651"/>
                    <a:pt x="10" y="2548"/>
                  </a:cubicBezTo>
                  <a:lnTo>
                    <a:pt x="10" y="3216"/>
                  </a:lnTo>
                  <a:cubicBezTo>
                    <a:pt x="10" y="3330"/>
                    <a:pt x="106" y="3426"/>
                    <a:pt x="220" y="3426"/>
                  </a:cubicBezTo>
                  <a:lnTo>
                    <a:pt x="7804" y="3426"/>
                  </a:lnTo>
                  <a:cubicBezTo>
                    <a:pt x="7919" y="3426"/>
                    <a:pt x="8024" y="3330"/>
                    <a:pt x="8024" y="3216"/>
                  </a:cubicBezTo>
                  <a:lnTo>
                    <a:pt x="8024" y="2548"/>
                  </a:lnTo>
                  <a:cubicBezTo>
                    <a:pt x="8014" y="1642"/>
                    <a:pt x="7442" y="850"/>
                    <a:pt x="6583" y="573"/>
                  </a:cubicBezTo>
                  <a:lnTo>
                    <a:pt x="4799" y="1"/>
                  </a:lnTo>
                  <a:lnTo>
                    <a:pt x="4008" y="554"/>
                  </a:lnTo>
                  <a:lnTo>
                    <a:pt x="3225"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4" name="Google Shape;10894;p64"/>
            <p:cNvSpPr/>
            <p:nvPr/>
          </p:nvSpPr>
          <p:spPr>
            <a:xfrm>
              <a:off x="990269" y="3804686"/>
              <a:ext cx="87222" cy="120058"/>
            </a:xfrm>
            <a:custGeom>
              <a:avLst/>
              <a:gdLst/>
              <a:ahLst/>
              <a:cxnLst/>
              <a:rect l="l" t="t" r="r" b="b"/>
              <a:pathLst>
                <a:path w="3331" h="4585" extrusionOk="0">
                  <a:moveTo>
                    <a:pt x="1298" y="1"/>
                  </a:moveTo>
                  <a:cubicBezTo>
                    <a:pt x="1250" y="1"/>
                    <a:pt x="1193" y="10"/>
                    <a:pt x="1145" y="10"/>
                  </a:cubicBezTo>
                  <a:cubicBezTo>
                    <a:pt x="497" y="86"/>
                    <a:pt x="1" y="640"/>
                    <a:pt x="1" y="1298"/>
                  </a:cubicBezTo>
                  <a:lnTo>
                    <a:pt x="1" y="2624"/>
                  </a:lnTo>
                  <a:cubicBezTo>
                    <a:pt x="1" y="3320"/>
                    <a:pt x="363" y="3960"/>
                    <a:pt x="964" y="4313"/>
                  </a:cubicBezTo>
                  <a:lnTo>
                    <a:pt x="1203" y="4456"/>
                  </a:lnTo>
                  <a:cubicBezTo>
                    <a:pt x="1346" y="4542"/>
                    <a:pt x="1503" y="4585"/>
                    <a:pt x="1661" y="4585"/>
                  </a:cubicBezTo>
                  <a:cubicBezTo>
                    <a:pt x="1818" y="4585"/>
                    <a:pt x="1975" y="4542"/>
                    <a:pt x="2118" y="4456"/>
                  </a:cubicBezTo>
                  <a:lnTo>
                    <a:pt x="2366" y="4313"/>
                  </a:lnTo>
                  <a:cubicBezTo>
                    <a:pt x="2968" y="3960"/>
                    <a:pt x="3330" y="3320"/>
                    <a:pt x="3330" y="2624"/>
                  </a:cubicBezTo>
                  <a:lnTo>
                    <a:pt x="3330" y="1298"/>
                  </a:lnTo>
                  <a:cubicBezTo>
                    <a:pt x="3330" y="583"/>
                    <a:pt x="2748" y="1"/>
                    <a:pt x="2033"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5" name="Google Shape;10895;p64"/>
            <p:cNvSpPr/>
            <p:nvPr/>
          </p:nvSpPr>
          <p:spPr>
            <a:xfrm>
              <a:off x="990269" y="3804948"/>
              <a:ext cx="30008" cy="39487"/>
            </a:xfrm>
            <a:custGeom>
              <a:avLst/>
              <a:gdLst/>
              <a:ahLst/>
              <a:cxnLst/>
              <a:rect l="l" t="t" r="r" b="b"/>
              <a:pathLst>
                <a:path w="1146" h="1508" extrusionOk="0">
                  <a:moveTo>
                    <a:pt x="1145" y="0"/>
                  </a:moveTo>
                  <a:cubicBezTo>
                    <a:pt x="497" y="76"/>
                    <a:pt x="1" y="630"/>
                    <a:pt x="1" y="1288"/>
                  </a:cubicBezTo>
                  <a:lnTo>
                    <a:pt x="1" y="1507"/>
                  </a:lnTo>
                  <a:cubicBezTo>
                    <a:pt x="1" y="1507"/>
                    <a:pt x="840" y="1250"/>
                    <a:pt x="1145"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6" name="Google Shape;10896;p64"/>
            <p:cNvSpPr/>
            <p:nvPr/>
          </p:nvSpPr>
          <p:spPr>
            <a:xfrm>
              <a:off x="1020251" y="3804686"/>
              <a:ext cx="57240" cy="56979"/>
            </a:xfrm>
            <a:custGeom>
              <a:avLst/>
              <a:gdLst/>
              <a:ahLst/>
              <a:cxnLst/>
              <a:rect l="l" t="t" r="r" b="b"/>
              <a:pathLst>
                <a:path w="2186" h="2176" extrusionOk="0">
                  <a:moveTo>
                    <a:pt x="153" y="1"/>
                  </a:moveTo>
                  <a:cubicBezTo>
                    <a:pt x="105" y="1"/>
                    <a:pt x="48" y="10"/>
                    <a:pt x="0" y="10"/>
                  </a:cubicBezTo>
                  <a:cubicBezTo>
                    <a:pt x="0" y="10"/>
                    <a:pt x="229" y="2176"/>
                    <a:pt x="2185" y="2176"/>
                  </a:cubicBezTo>
                  <a:lnTo>
                    <a:pt x="2185" y="1298"/>
                  </a:lnTo>
                  <a:cubicBezTo>
                    <a:pt x="2185" y="583"/>
                    <a:pt x="1603" y="1"/>
                    <a:pt x="888" y="1"/>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7" name="Google Shape;10897;p64"/>
            <p:cNvSpPr/>
            <p:nvPr/>
          </p:nvSpPr>
          <p:spPr>
            <a:xfrm>
              <a:off x="1023000" y="3858837"/>
              <a:ext cx="22598" cy="32312"/>
            </a:xfrm>
            <a:custGeom>
              <a:avLst/>
              <a:gdLst/>
              <a:ahLst/>
              <a:cxnLst/>
              <a:rect l="l" t="t" r="r" b="b"/>
              <a:pathLst>
                <a:path w="863" h="1234" extrusionOk="0">
                  <a:moveTo>
                    <a:pt x="220" y="0"/>
                  </a:moveTo>
                  <a:cubicBezTo>
                    <a:pt x="110" y="0"/>
                    <a:pt x="0" y="74"/>
                    <a:pt x="10" y="222"/>
                  </a:cubicBezTo>
                  <a:lnTo>
                    <a:pt x="10" y="1024"/>
                  </a:lnTo>
                  <a:cubicBezTo>
                    <a:pt x="10" y="1138"/>
                    <a:pt x="105" y="1233"/>
                    <a:pt x="220" y="1233"/>
                  </a:cubicBezTo>
                  <a:lnTo>
                    <a:pt x="573" y="1233"/>
                  </a:lnTo>
                  <a:cubicBezTo>
                    <a:pt x="579" y="1234"/>
                    <a:pt x="585" y="1234"/>
                    <a:pt x="590" y="1234"/>
                  </a:cubicBezTo>
                  <a:cubicBezTo>
                    <a:pt x="860" y="1234"/>
                    <a:pt x="863" y="822"/>
                    <a:pt x="599" y="822"/>
                  </a:cubicBezTo>
                  <a:cubicBezTo>
                    <a:pt x="590" y="822"/>
                    <a:pt x="582" y="822"/>
                    <a:pt x="573" y="823"/>
                  </a:cubicBezTo>
                  <a:lnTo>
                    <a:pt x="430" y="823"/>
                  </a:lnTo>
                  <a:lnTo>
                    <a:pt x="430" y="222"/>
                  </a:lnTo>
                  <a:cubicBezTo>
                    <a:pt x="439" y="74"/>
                    <a:pt x="329" y="0"/>
                    <a:pt x="220"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8" name="Google Shape;10898;p64"/>
            <p:cNvSpPr/>
            <p:nvPr/>
          </p:nvSpPr>
          <p:spPr>
            <a:xfrm>
              <a:off x="1019256" y="3961822"/>
              <a:ext cx="29249" cy="75203"/>
            </a:xfrm>
            <a:custGeom>
              <a:avLst/>
              <a:gdLst/>
              <a:ahLst/>
              <a:cxnLst/>
              <a:rect l="l" t="t" r="r" b="b"/>
              <a:pathLst>
                <a:path w="1117" h="2872" extrusionOk="0">
                  <a:moveTo>
                    <a:pt x="0" y="0"/>
                  </a:moveTo>
                  <a:lnTo>
                    <a:pt x="0" y="678"/>
                  </a:lnTo>
                  <a:lnTo>
                    <a:pt x="181" y="1164"/>
                  </a:lnTo>
                  <a:lnTo>
                    <a:pt x="0" y="2872"/>
                  </a:lnTo>
                  <a:lnTo>
                    <a:pt x="1116" y="2872"/>
                  </a:lnTo>
                  <a:lnTo>
                    <a:pt x="935" y="1164"/>
                  </a:lnTo>
                  <a:lnTo>
                    <a:pt x="1116" y="678"/>
                  </a:lnTo>
                  <a:lnTo>
                    <a:pt x="1116"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99" name="Google Shape;10899;p64"/>
            <p:cNvSpPr/>
            <p:nvPr/>
          </p:nvSpPr>
          <p:spPr>
            <a:xfrm>
              <a:off x="1013259" y="3947316"/>
              <a:ext cx="20765" cy="39016"/>
            </a:xfrm>
            <a:custGeom>
              <a:avLst/>
              <a:gdLst/>
              <a:ahLst/>
              <a:cxnLst/>
              <a:rect l="l" t="t" r="r" b="b"/>
              <a:pathLst>
                <a:path w="793" h="1490" extrusionOk="0">
                  <a:moveTo>
                    <a:pt x="0" y="1"/>
                  </a:moveTo>
                  <a:lnTo>
                    <a:pt x="0" y="1489"/>
                  </a:lnTo>
                  <a:lnTo>
                    <a:pt x="792" y="554"/>
                  </a:lnTo>
                  <a:lnTo>
                    <a:pt x="0"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0" name="Google Shape;10900;p64"/>
            <p:cNvSpPr/>
            <p:nvPr/>
          </p:nvSpPr>
          <p:spPr>
            <a:xfrm>
              <a:off x="1033736" y="3947316"/>
              <a:ext cx="20765" cy="39016"/>
            </a:xfrm>
            <a:custGeom>
              <a:avLst/>
              <a:gdLst/>
              <a:ahLst/>
              <a:cxnLst/>
              <a:rect l="l" t="t" r="r" b="b"/>
              <a:pathLst>
                <a:path w="793" h="1490" extrusionOk="0">
                  <a:moveTo>
                    <a:pt x="792" y="1"/>
                  </a:moveTo>
                  <a:lnTo>
                    <a:pt x="1" y="554"/>
                  </a:lnTo>
                  <a:lnTo>
                    <a:pt x="792" y="1489"/>
                  </a:lnTo>
                  <a:lnTo>
                    <a:pt x="792"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1" name="Google Shape;10901;p64"/>
            <p:cNvSpPr/>
            <p:nvPr/>
          </p:nvSpPr>
          <p:spPr>
            <a:xfrm>
              <a:off x="928813" y="3947316"/>
              <a:ext cx="84473" cy="89710"/>
            </a:xfrm>
            <a:custGeom>
              <a:avLst/>
              <a:gdLst/>
              <a:ahLst/>
              <a:cxnLst/>
              <a:rect l="l" t="t" r="r" b="b"/>
              <a:pathLst>
                <a:path w="3226" h="3426" extrusionOk="0">
                  <a:moveTo>
                    <a:pt x="3225" y="1"/>
                  </a:moveTo>
                  <a:lnTo>
                    <a:pt x="2224" y="325"/>
                  </a:lnTo>
                  <a:lnTo>
                    <a:pt x="1432" y="573"/>
                  </a:lnTo>
                  <a:cubicBezTo>
                    <a:pt x="583" y="850"/>
                    <a:pt x="1" y="1651"/>
                    <a:pt x="10" y="2548"/>
                  </a:cubicBezTo>
                  <a:lnTo>
                    <a:pt x="10" y="3216"/>
                  </a:lnTo>
                  <a:cubicBezTo>
                    <a:pt x="10" y="3330"/>
                    <a:pt x="106" y="3426"/>
                    <a:pt x="220" y="3426"/>
                  </a:cubicBezTo>
                  <a:lnTo>
                    <a:pt x="3225" y="3426"/>
                  </a:lnTo>
                  <a:lnTo>
                    <a:pt x="3225"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2" name="Google Shape;10902;p64"/>
            <p:cNvSpPr/>
            <p:nvPr/>
          </p:nvSpPr>
          <p:spPr>
            <a:xfrm>
              <a:off x="928813" y="3955826"/>
              <a:ext cx="58497" cy="81200"/>
            </a:xfrm>
            <a:custGeom>
              <a:avLst/>
              <a:gdLst/>
              <a:ahLst/>
              <a:cxnLst/>
              <a:rect l="l" t="t" r="r" b="b"/>
              <a:pathLst>
                <a:path w="2234" h="3101" extrusionOk="0">
                  <a:moveTo>
                    <a:pt x="2233" y="0"/>
                  </a:moveTo>
                  <a:lnTo>
                    <a:pt x="1432" y="248"/>
                  </a:lnTo>
                  <a:cubicBezTo>
                    <a:pt x="583" y="525"/>
                    <a:pt x="1" y="1326"/>
                    <a:pt x="10" y="2223"/>
                  </a:cubicBezTo>
                  <a:lnTo>
                    <a:pt x="10" y="2891"/>
                  </a:lnTo>
                  <a:cubicBezTo>
                    <a:pt x="10" y="3005"/>
                    <a:pt x="106" y="3101"/>
                    <a:pt x="220" y="3101"/>
                  </a:cubicBezTo>
                  <a:lnTo>
                    <a:pt x="525" y="3101"/>
                  </a:lnTo>
                  <a:lnTo>
                    <a:pt x="525" y="2223"/>
                  </a:lnTo>
                  <a:cubicBezTo>
                    <a:pt x="525" y="1326"/>
                    <a:pt x="964" y="525"/>
                    <a:pt x="1623" y="248"/>
                  </a:cubicBezTo>
                  <a:lnTo>
                    <a:pt x="2233"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3" name="Google Shape;10903;p64"/>
            <p:cNvSpPr/>
            <p:nvPr/>
          </p:nvSpPr>
          <p:spPr>
            <a:xfrm>
              <a:off x="1054474" y="3947316"/>
              <a:ext cx="84211" cy="89710"/>
            </a:xfrm>
            <a:custGeom>
              <a:avLst/>
              <a:gdLst/>
              <a:ahLst/>
              <a:cxnLst/>
              <a:rect l="l" t="t" r="r" b="b"/>
              <a:pathLst>
                <a:path w="3216" h="3426" extrusionOk="0">
                  <a:moveTo>
                    <a:pt x="0" y="1"/>
                  </a:moveTo>
                  <a:lnTo>
                    <a:pt x="0" y="3426"/>
                  </a:lnTo>
                  <a:lnTo>
                    <a:pt x="3005" y="3426"/>
                  </a:lnTo>
                  <a:cubicBezTo>
                    <a:pt x="3120" y="3426"/>
                    <a:pt x="3215" y="3330"/>
                    <a:pt x="3215" y="3216"/>
                  </a:cubicBezTo>
                  <a:lnTo>
                    <a:pt x="3215" y="2548"/>
                  </a:lnTo>
                  <a:cubicBezTo>
                    <a:pt x="3215" y="1642"/>
                    <a:pt x="2643" y="850"/>
                    <a:pt x="1784" y="573"/>
                  </a:cubicBezTo>
                  <a:lnTo>
                    <a:pt x="1355" y="440"/>
                  </a:lnTo>
                  <a:lnTo>
                    <a:pt x="0"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4" name="Google Shape;10904;p64"/>
            <p:cNvSpPr/>
            <p:nvPr/>
          </p:nvSpPr>
          <p:spPr>
            <a:xfrm>
              <a:off x="1089955" y="3958811"/>
              <a:ext cx="48730" cy="78215"/>
            </a:xfrm>
            <a:custGeom>
              <a:avLst/>
              <a:gdLst/>
              <a:ahLst/>
              <a:cxnLst/>
              <a:rect l="l" t="t" r="r" b="b"/>
              <a:pathLst>
                <a:path w="1861" h="2987" extrusionOk="0">
                  <a:moveTo>
                    <a:pt x="0" y="1"/>
                  </a:moveTo>
                  <a:lnTo>
                    <a:pt x="334" y="134"/>
                  </a:lnTo>
                  <a:cubicBezTo>
                    <a:pt x="983" y="411"/>
                    <a:pt x="1431" y="1203"/>
                    <a:pt x="1431" y="2109"/>
                  </a:cubicBezTo>
                  <a:lnTo>
                    <a:pt x="1431" y="2987"/>
                  </a:lnTo>
                  <a:lnTo>
                    <a:pt x="1650" y="2987"/>
                  </a:lnTo>
                  <a:cubicBezTo>
                    <a:pt x="1765" y="2987"/>
                    <a:pt x="1860" y="2891"/>
                    <a:pt x="1860" y="2777"/>
                  </a:cubicBezTo>
                  <a:lnTo>
                    <a:pt x="1860" y="2109"/>
                  </a:lnTo>
                  <a:cubicBezTo>
                    <a:pt x="1860" y="1203"/>
                    <a:pt x="1288" y="411"/>
                    <a:pt x="429" y="134"/>
                  </a:cubicBezTo>
                  <a:lnTo>
                    <a:pt x="0"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05" name="Google Shape;10905;p64"/>
          <p:cNvGrpSpPr/>
          <p:nvPr/>
        </p:nvGrpSpPr>
        <p:grpSpPr>
          <a:xfrm>
            <a:off x="3907659" y="2334268"/>
            <a:ext cx="401207" cy="214036"/>
            <a:chOff x="3934196" y="2484805"/>
            <a:chExt cx="401207" cy="214036"/>
          </a:xfrm>
        </p:grpSpPr>
        <p:sp>
          <p:nvSpPr>
            <p:cNvPr id="10906" name="Google Shape;10906;p64"/>
            <p:cNvSpPr/>
            <p:nvPr/>
          </p:nvSpPr>
          <p:spPr>
            <a:xfrm>
              <a:off x="4120555" y="2484805"/>
              <a:ext cx="214848" cy="214036"/>
            </a:xfrm>
            <a:custGeom>
              <a:avLst/>
              <a:gdLst/>
              <a:ahLst/>
              <a:cxnLst/>
              <a:rect l="l" t="t" r="r" b="b"/>
              <a:pathLst>
                <a:path w="8205" h="8174" extrusionOk="0">
                  <a:moveTo>
                    <a:pt x="4063" y="0"/>
                  </a:moveTo>
                  <a:cubicBezTo>
                    <a:pt x="3028" y="0"/>
                    <a:pt x="1999" y="432"/>
                    <a:pt x="1269" y="1276"/>
                  </a:cubicBezTo>
                  <a:cubicBezTo>
                    <a:pt x="1222" y="1333"/>
                    <a:pt x="1165" y="1391"/>
                    <a:pt x="1117" y="1448"/>
                  </a:cubicBezTo>
                  <a:cubicBezTo>
                    <a:pt x="1088" y="1486"/>
                    <a:pt x="1069" y="1515"/>
                    <a:pt x="1041" y="1543"/>
                  </a:cubicBezTo>
                  <a:cubicBezTo>
                    <a:pt x="67" y="2802"/>
                    <a:pt x="1" y="4548"/>
                    <a:pt x="888" y="5874"/>
                  </a:cubicBezTo>
                  <a:cubicBezTo>
                    <a:pt x="936" y="5951"/>
                    <a:pt x="993" y="6017"/>
                    <a:pt x="1041" y="6084"/>
                  </a:cubicBezTo>
                  <a:cubicBezTo>
                    <a:pt x="1069" y="6122"/>
                    <a:pt x="1088" y="6151"/>
                    <a:pt x="1117" y="6189"/>
                  </a:cubicBezTo>
                  <a:cubicBezTo>
                    <a:pt x="1155" y="6227"/>
                    <a:pt x="1193" y="6275"/>
                    <a:pt x="1241" y="6323"/>
                  </a:cubicBezTo>
                  <a:cubicBezTo>
                    <a:pt x="1951" y="7098"/>
                    <a:pt x="2948" y="7522"/>
                    <a:pt x="3971" y="7522"/>
                  </a:cubicBezTo>
                  <a:cubicBezTo>
                    <a:pt x="4308" y="7522"/>
                    <a:pt x="4647" y="7476"/>
                    <a:pt x="4981" y="7382"/>
                  </a:cubicBezTo>
                  <a:lnTo>
                    <a:pt x="6631" y="8154"/>
                  </a:lnTo>
                  <a:cubicBezTo>
                    <a:pt x="6661" y="8168"/>
                    <a:pt x="6692" y="8174"/>
                    <a:pt x="6723" y="8174"/>
                  </a:cubicBezTo>
                  <a:cubicBezTo>
                    <a:pt x="6845" y="8174"/>
                    <a:pt x="6953" y="8074"/>
                    <a:pt x="6946" y="7944"/>
                  </a:cubicBezTo>
                  <a:lnTo>
                    <a:pt x="6860" y="6122"/>
                  </a:lnTo>
                  <a:lnTo>
                    <a:pt x="6869" y="6122"/>
                  </a:lnTo>
                  <a:cubicBezTo>
                    <a:pt x="8205" y="4577"/>
                    <a:pt x="8033" y="2240"/>
                    <a:pt x="6488" y="904"/>
                  </a:cubicBezTo>
                  <a:cubicBezTo>
                    <a:pt x="5787" y="298"/>
                    <a:pt x="4922" y="0"/>
                    <a:pt x="406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7" name="Google Shape;10907;p64"/>
            <p:cNvSpPr/>
            <p:nvPr/>
          </p:nvSpPr>
          <p:spPr>
            <a:xfrm>
              <a:off x="4120555" y="2522695"/>
              <a:ext cx="54727" cy="124195"/>
            </a:xfrm>
            <a:custGeom>
              <a:avLst/>
              <a:gdLst/>
              <a:ahLst/>
              <a:cxnLst/>
              <a:rect l="l" t="t" r="r" b="b"/>
              <a:pathLst>
                <a:path w="2090" h="4743" extrusionOk="0">
                  <a:moveTo>
                    <a:pt x="1117" y="1"/>
                  </a:moveTo>
                  <a:cubicBezTo>
                    <a:pt x="1088" y="39"/>
                    <a:pt x="1060" y="68"/>
                    <a:pt x="1041" y="96"/>
                  </a:cubicBezTo>
                  <a:cubicBezTo>
                    <a:pt x="58" y="1355"/>
                    <a:pt x="1" y="3101"/>
                    <a:pt x="888" y="4427"/>
                  </a:cubicBezTo>
                  <a:cubicBezTo>
                    <a:pt x="936" y="4504"/>
                    <a:pt x="983" y="4570"/>
                    <a:pt x="1041" y="4637"/>
                  </a:cubicBezTo>
                  <a:cubicBezTo>
                    <a:pt x="1060" y="4675"/>
                    <a:pt x="1088" y="4704"/>
                    <a:pt x="1117" y="4742"/>
                  </a:cubicBezTo>
                  <a:lnTo>
                    <a:pt x="1136" y="4704"/>
                  </a:lnTo>
                  <a:cubicBezTo>
                    <a:pt x="2090" y="3283"/>
                    <a:pt x="2080" y="1422"/>
                    <a:pt x="1117"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8" name="Google Shape;10908;p64"/>
            <p:cNvSpPr/>
            <p:nvPr/>
          </p:nvSpPr>
          <p:spPr>
            <a:xfrm>
              <a:off x="3934196" y="2488131"/>
              <a:ext cx="248548" cy="210475"/>
            </a:xfrm>
            <a:custGeom>
              <a:avLst/>
              <a:gdLst/>
              <a:ahLst/>
              <a:cxnLst/>
              <a:rect l="l" t="t" r="r" b="b"/>
              <a:pathLst>
                <a:path w="9492" h="8038" extrusionOk="0">
                  <a:moveTo>
                    <a:pt x="4789" y="1"/>
                  </a:moveTo>
                  <a:cubicBezTo>
                    <a:pt x="4736" y="1"/>
                    <a:pt x="4682" y="2"/>
                    <a:pt x="4628" y="4"/>
                  </a:cubicBezTo>
                  <a:cubicBezTo>
                    <a:pt x="1604" y="128"/>
                    <a:pt x="1" y="3620"/>
                    <a:pt x="1871" y="5986"/>
                  </a:cubicBezTo>
                  <a:lnTo>
                    <a:pt x="1785" y="7808"/>
                  </a:lnTo>
                  <a:cubicBezTo>
                    <a:pt x="1777" y="7938"/>
                    <a:pt x="1886" y="8037"/>
                    <a:pt x="2008" y="8037"/>
                  </a:cubicBezTo>
                  <a:cubicBezTo>
                    <a:pt x="2038" y="8037"/>
                    <a:pt x="2069" y="8031"/>
                    <a:pt x="2100" y="8018"/>
                  </a:cubicBezTo>
                  <a:lnTo>
                    <a:pt x="3750" y="7245"/>
                  </a:lnTo>
                  <a:cubicBezTo>
                    <a:pt x="4087" y="7341"/>
                    <a:pt x="4429" y="7387"/>
                    <a:pt x="4768" y="7387"/>
                  </a:cubicBezTo>
                  <a:cubicBezTo>
                    <a:pt x="5982" y="7387"/>
                    <a:pt x="7149" y="6792"/>
                    <a:pt x="7843" y="5747"/>
                  </a:cubicBezTo>
                  <a:cubicBezTo>
                    <a:pt x="9491" y="3284"/>
                    <a:pt x="7709" y="1"/>
                    <a:pt x="478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9" name="Google Shape;10909;p64"/>
            <p:cNvSpPr/>
            <p:nvPr/>
          </p:nvSpPr>
          <p:spPr>
            <a:xfrm>
              <a:off x="4005393" y="2538353"/>
              <a:ext cx="104269" cy="97618"/>
            </a:xfrm>
            <a:custGeom>
              <a:avLst/>
              <a:gdLst/>
              <a:ahLst/>
              <a:cxnLst/>
              <a:rect l="l" t="t" r="r" b="b"/>
              <a:pathLst>
                <a:path w="3982" h="3728" extrusionOk="0">
                  <a:moveTo>
                    <a:pt x="1946" y="403"/>
                  </a:moveTo>
                  <a:cubicBezTo>
                    <a:pt x="2950" y="403"/>
                    <a:pt x="3717" y="1597"/>
                    <a:pt x="3025" y="2551"/>
                  </a:cubicBezTo>
                  <a:lnTo>
                    <a:pt x="2090" y="1616"/>
                  </a:lnTo>
                  <a:cubicBezTo>
                    <a:pt x="2041" y="1557"/>
                    <a:pt x="1983" y="1533"/>
                    <a:pt x="1928" y="1533"/>
                  </a:cubicBezTo>
                  <a:cubicBezTo>
                    <a:pt x="1760" y="1533"/>
                    <a:pt x="1614" y="1758"/>
                    <a:pt x="1794" y="1902"/>
                  </a:cubicBezTo>
                  <a:lnTo>
                    <a:pt x="2729" y="2847"/>
                  </a:lnTo>
                  <a:cubicBezTo>
                    <a:pt x="2500" y="3009"/>
                    <a:pt x="2224" y="3104"/>
                    <a:pt x="1937" y="3104"/>
                  </a:cubicBezTo>
                  <a:cubicBezTo>
                    <a:pt x="525" y="3104"/>
                    <a:pt x="68" y="1206"/>
                    <a:pt x="1327" y="557"/>
                  </a:cubicBezTo>
                  <a:cubicBezTo>
                    <a:pt x="1536" y="451"/>
                    <a:pt x="1746" y="403"/>
                    <a:pt x="1946" y="403"/>
                  </a:cubicBezTo>
                  <a:close/>
                  <a:moveTo>
                    <a:pt x="1948" y="0"/>
                  </a:moveTo>
                  <a:cubicBezTo>
                    <a:pt x="1494" y="0"/>
                    <a:pt x="1041" y="175"/>
                    <a:pt x="697" y="519"/>
                  </a:cubicBezTo>
                  <a:cubicBezTo>
                    <a:pt x="39" y="1177"/>
                    <a:pt x="1" y="2227"/>
                    <a:pt x="621" y="2923"/>
                  </a:cubicBezTo>
                  <a:cubicBezTo>
                    <a:pt x="969" y="3314"/>
                    <a:pt x="1456" y="3516"/>
                    <a:pt x="1945" y="3516"/>
                  </a:cubicBezTo>
                  <a:cubicBezTo>
                    <a:pt x="2325" y="3516"/>
                    <a:pt x="2707" y="3393"/>
                    <a:pt x="3025" y="3142"/>
                  </a:cubicBezTo>
                  <a:lnTo>
                    <a:pt x="3569" y="3677"/>
                  </a:lnTo>
                  <a:cubicBezTo>
                    <a:pt x="3611" y="3713"/>
                    <a:pt x="3656" y="3728"/>
                    <a:pt x="3700" y="3728"/>
                  </a:cubicBezTo>
                  <a:cubicBezTo>
                    <a:pt x="3853" y="3728"/>
                    <a:pt x="3981" y="3537"/>
                    <a:pt x="3855" y="3381"/>
                  </a:cubicBezTo>
                  <a:lnTo>
                    <a:pt x="3321" y="2847"/>
                  </a:lnTo>
                  <a:cubicBezTo>
                    <a:pt x="3893" y="2112"/>
                    <a:pt x="3807" y="1063"/>
                    <a:pt x="3111" y="443"/>
                  </a:cubicBezTo>
                  <a:cubicBezTo>
                    <a:pt x="2778" y="146"/>
                    <a:pt x="2363" y="0"/>
                    <a:pt x="194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0" name="Google Shape;10910;p64"/>
            <p:cNvSpPr/>
            <p:nvPr/>
          </p:nvSpPr>
          <p:spPr>
            <a:xfrm>
              <a:off x="4182849" y="2537070"/>
              <a:ext cx="81174" cy="92381"/>
            </a:xfrm>
            <a:custGeom>
              <a:avLst/>
              <a:gdLst/>
              <a:ahLst/>
              <a:cxnLst/>
              <a:rect l="l" t="t" r="r" b="b"/>
              <a:pathLst>
                <a:path w="3100" h="3528" extrusionOk="0">
                  <a:moveTo>
                    <a:pt x="1571" y="749"/>
                  </a:moveTo>
                  <a:lnTo>
                    <a:pt x="2039" y="1865"/>
                  </a:lnTo>
                  <a:lnTo>
                    <a:pt x="1104" y="1865"/>
                  </a:lnTo>
                  <a:lnTo>
                    <a:pt x="1571" y="749"/>
                  </a:lnTo>
                  <a:close/>
                  <a:moveTo>
                    <a:pt x="1568" y="0"/>
                  </a:moveTo>
                  <a:cubicBezTo>
                    <a:pt x="1490" y="0"/>
                    <a:pt x="1414" y="43"/>
                    <a:pt x="1380" y="129"/>
                  </a:cubicBezTo>
                  <a:lnTo>
                    <a:pt x="608" y="1989"/>
                  </a:lnTo>
                  <a:lnTo>
                    <a:pt x="93" y="3220"/>
                  </a:lnTo>
                  <a:cubicBezTo>
                    <a:pt x="1" y="3391"/>
                    <a:pt x="144" y="3527"/>
                    <a:pt x="284" y="3527"/>
                  </a:cubicBezTo>
                  <a:cubicBezTo>
                    <a:pt x="363" y="3527"/>
                    <a:pt x="440" y="3485"/>
                    <a:pt x="474" y="3382"/>
                  </a:cubicBezTo>
                  <a:lnTo>
                    <a:pt x="932" y="2276"/>
                  </a:lnTo>
                  <a:lnTo>
                    <a:pt x="2210" y="2276"/>
                  </a:lnTo>
                  <a:lnTo>
                    <a:pt x="2668" y="3382"/>
                  </a:lnTo>
                  <a:cubicBezTo>
                    <a:pt x="2712" y="3460"/>
                    <a:pt x="2782" y="3493"/>
                    <a:pt x="2851" y="3493"/>
                  </a:cubicBezTo>
                  <a:cubicBezTo>
                    <a:pt x="2977" y="3493"/>
                    <a:pt x="3099" y="3381"/>
                    <a:pt x="3050" y="3220"/>
                  </a:cubicBezTo>
                  <a:lnTo>
                    <a:pt x="2535" y="1989"/>
                  </a:lnTo>
                  <a:lnTo>
                    <a:pt x="1762" y="129"/>
                  </a:lnTo>
                  <a:cubicBezTo>
                    <a:pt x="1724" y="43"/>
                    <a:pt x="1645" y="0"/>
                    <a:pt x="1568"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11" name="Google Shape;10911;p64"/>
          <p:cNvGrpSpPr/>
          <p:nvPr/>
        </p:nvGrpSpPr>
        <p:grpSpPr>
          <a:xfrm>
            <a:off x="3973357" y="1349659"/>
            <a:ext cx="342474" cy="359232"/>
            <a:chOff x="3999894" y="1500197"/>
            <a:chExt cx="342474" cy="359232"/>
          </a:xfrm>
        </p:grpSpPr>
        <p:sp>
          <p:nvSpPr>
            <p:cNvPr id="10912" name="Google Shape;10912;p64"/>
            <p:cNvSpPr/>
            <p:nvPr/>
          </p:nvSpPr>
          <p:spPr>
            <a:xfrm>
              <a:off x="4165279" y="1500197"/>
              <a:ext cx="177089" cy="149412"/>
            </a:xfrm>
            <a:custGeom>
              <a:avLst/>
              <a:gdLst/>
              <a:ahLst/>
              <a:cxnLst/>
              <a:rect l="l" t="t" r="r" b="b"/>
              <a:pathLst>
                <a:path w="6763" h="5706" extrusionOk="0">
                  <a:moveTo>
                    <a:pt x="3404" y="1"/>
                  </a:moveTo>
                  <a:cubicBezTo>
                    <a:pt x="3367" y="1"/>
                    <a:pt x="3329" y="1"/>
                    <a:pt x="3292" y="3"/>
                  </a:cubicBezTo>
                  <a:cubicBezTo>
                    <a:pt x="1145" y="89"/>
                    <a:pt x="0" y="2579"/>
                    <a:pt x="1345" y="4267"/>
                  </a:cubicBezTo>
                  <a:lnTo>
                    <a:pt x="1288" y="5508"/>
                  </a:lnTo>
                  <a:cubicBezTo>
                    <a:pt x="1281" y="5622"/>
                    <a:pt x="1370" y="5706"/>
                    <a:pt x="1475" y="5706"/>
                  </a:cubicBezTo>
                  <a:cubicBezTo>
                    <a:pt x="1501" y="5706"/>
                    <a:pt x="1528" y="5700"/>
                    <a:pt x="1555" y="5689"/>
                  </a:cubicBezTo>
                  <a:lnTo>
                    <a:pt x="2681" y="5164"/>
                  </a:lnTo>
                  <a:cubicBezTo>
                    <a:pt x="2917" y="5230"/>
                    <a:pt x="3156" y="5261"/>
                    <a:pt x="3392" y="5261"/>
                  </a:cubicBezTo>
                  <a:cubicBezTo>
                    <a:pt x="4257" y="5261"/>
                    <a:pt x="5089" y="4837"/>
                    <a:pt x="5591" y="4096"/>
                  </a:cubicBezTo>
                  <a:cubicBezTo>
                    <a:pt x="6762" y="2334"/>
                    <a:pt x="5494" y="1"/>
                    <a:pt x="340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3" name="Google Shape;10913;p64"/>
            <p:cNvSpPr/>
            <p:nvPr/>
          </p:nvSpPr>
          <p:spPr>
            <a:xfrm>
              <a:off x="4210238" y="1533871"/>
              <a:ext cx="82457" cy="71773"/>
            </a:xfrm>
            <a:custGeom>
              <a:avLst/>
              <a:gdLst/>
              <a:ahLst/>
              <a:cxnLst/>
              <a:rect l="l" t="t" r="r" b="b"/>
              <a:pathLst>
                <a:path w="3149" h="2741" extrusionOk="0">
                  <a:moveTo>
                    <a:pt x="1543" y="0"/>
                  </a:moveTo>
                  <a:cubicBezTo>
                    <a:pt x="1528" y="0"/>
                    <a:pt x="1513" y="2"/>
                    <a:pt x="1498" y="5"/>
                  </a:cubicBezTo>
                  <a:cubicBezTo>
                    <a:pt x="411" y="215"/>
                    <a:pt x="1" y="1550"/>
                    <a:pt x="783" y="2333"/>
                  </a:cubicBezTo>
                  <a:cubicBezTo>
                    <a:pt x="1062" y="2612"/>
                    <a:pt x="1413" y="2741"/>
                    <a:pt x="1757" y="2741"/>
                  </a:cubicBezTo>
                  <a:cubicBezTo>
                    <a:pt x="2377" y="2741"/>
                    <a:pt x="2979" y="2325"/>
                    <a:pt x="3120" y="1627"/>
                  </a:cubicBezTo>
                  <a:cubicBezTo>
                    <a:pt x="3149" y="1493"/>
                    <a:pt x="3044" y="1360"/>
                    <a:pt x="2901" y="1360"/>
                  </a:cubicBezTo>
                  <a:lnTo>
                    <a:pt x="1985" y="1360"/>
                  </a:lnTo>
                  <a:cubicBezTo>
                    <a:pt x="1861" y="1360"/>
                    <a:pt x="1765" y="1264"/>
                    <a:pt x="1765" y="1140"/>
                  </a:cubicBezTo>
                  <a:lnTo>
                    <a:pt x="1765" y="224"/>
                  </a:lnTo>
                  <a:cubicBezTo>
                    <a:pt x="1765" y="97"/>
                    <a:pt x="1660" y="0"/>
                    <a:pt x="154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4" name="Google Shape;10914;p64"/>
            <p:cNvSpPr/>
            <p:nvPr/>
          </p:nvSpPr>
          <p:spPr>
            <a:xfrm>
              <a:off x="4017883" y="1549477"/>
              <a:ext cx="292303" cy="292539"/>
            </a:xfrm>
            <a:custGeom>
              <a:avLst/>
              <a:gdLst/>
              <a:ahLst/>
              <a:cxnLst/>
              <a:rect l="l" t="t" r="r" b="b"/>
              <a:pathLst>
                <a:path w="11163" h="11172" extrusionOk="0">
                  <a:moveTo>
                    <a:pt x="3616" y="0"/>
                  </a:moveTo>
                  <a:lnTo>
                    <a:pt x="1" y="3616"/>
                  </a:lnTo>
                  <a:lnTo>
                    <a:pt x="1813" y="5429"/>
                  </a:lnTo>
                  <a:cubicBezTo>
                    <a:pt x="2306" y="5921"/>
                    <a:pt x="2960" y="6179"/>
                    <a:pt x="3622" y="6179"/>
                  </a:cubicBezTo>
                  <a:cubicBezTo>
                    <a:pt x="4075" y="6179"/>
                    <a:pt x="4532" y="6058"/>
                    <a:pt x="4942" y="5810"/>
                  </a:cubicBezTo>
                  <a:lnTo>
                    <a:pt x="5362" y="6230"/>
                  </a:lnTo>
                  <a:cubicBezTo>
                    <a:pt x="4752" y="7241"/>
                    <a:pt x="4914" y="8529"/>
                    <a:pt x="5744" y="9369"/>
                  </a:cubicBezTo>
                  <a:lnTo>
                    <a:pt x="7547" y="11172"/>
                  </a:lnTo>
                  <a:lnTo>
                    <a:pt x="11162" y="7556"/>
                  </a:lnTo>
                  <a:lnTo>
                    <a:pt x="9359" y="5753"/>
                  </a:lnTo>
                  <a:cubicBezTo>
                    <a:pt x="8867" y="5260"/>
                    <a:pt x="8209" y="5003"/>
                    <a:pt x="7546" y="5003"/>
                  </a:cubicBezTo>
                  <a:cubicBezTo>
                    <a:pt x="7093" y="5003"/>
                    <a:pt x="6637" y="5123"/>
                    <a:pt x="6230" y="5371"/>
                  </a:cubicBezTo>
                  <a:lnTo>
                    <a:pt x="5801" y="4952"/>
                  </a:lnTo>
                  <a:cubicBezTo>
                    <a:pt x="6412" y="3940"/>
                    <a:pt x="6249" y="2652"/>
                    <a:pt x="5419" y="1822"/>
                  </a:cubicBezTo>
                  <a:lnTo>
                    <a:pt x="3616"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5" name="Google Shape;10915;p64"/>
            <p:cNvSpPr/>
            <p:nvPr/>
          </p:nvSpPr>
          <p:spPr>
            <a:xfrm>
              <a:off x="4098324" y="1549713"/>
              <a:ext cx="211863" cy="211863"/>
            </a:xfrm>
            <a:custGeom>
              <a:avLst/>
              <a:gdLst/>
              <a:ahLst/>
              <a:cxnLst/>
              <a:rect l="l" t="t" r="r" b="b"/>
              <a:pathLst>
                <a:path w="8091" h="8091" extrusionOk="0">
                  <a:moveTo>
                    <a:pt x="544" y="1"/>
                  </a:moveTo>
                  <a:lnTo>
                    <a:pt x="1" y="545"/>
                  </a:lnTo>
                  <a:lnTo>
                    <a:pt x="1804" y="2348"/>
                  </a:lnTo>
                  <a:cubicBezTo>
                    <a:pt x="2567" y="3111"/>
                    <a:pt x="2767" y="4265"/>
                    <a:pt x="2319" y="5229"/>
                  </a:cubicBezTo>
                  <a:cubicBezTo>
                    <a:pt x="2242" y="5381"/>
                    <a:pt x="2271" y="5572"/>
                    <a:pt x="2395" y="5687"/>
                  </a:cubicBezTo>
                  <a:cubicBezTo>
                    <a:pt x="2470" y="5767"/>
                    <a:pt x="2576" y="5808"/>
                    <a:pt x="2684" y="5808"/>
                  </a:cubicBezTo>
                  <a:cubicBezTo>
                    <a:pt x="2742" y="5808"/>
                    <a:pt x="2800" y="5796"/>
                    <a:pt x="2853" y="5773"/>
                  </a:cubicBezTo>
                  <a:cubicBezTo>
                    <a:pt x="3198" y="5610"/>
                    <a:pt x="3566" y="5532"/>
                    <a:pt x="3930" y="5532"/>
                  </a:cubicBezTo>
                  <a:cubicBezTo>
                    <a:pt x="4594" y="5532"/>
                    <a:pt x="5248" y="5792"/>
                    <a:pt x="5734" y="6278"/>
                  </a:cubicBezTo>
                  <a:lnTo>
                    <a:pt x="7547" y="8091"/>
                  </a:lnTo>
                  <a:lnTo>
                    <a:pt x="8090" y="7547"/>
                  </a:lnTo>
                  <a:lnTo>
                    <a:pt x="6278" y="5734"/>
                  </a:lnTo>
                  <a:cubicBezTo>
                    <a:pt x="5786" y="5242"/>
                    <a:pt x="5129" y="4988"/>
                    <a:pt x="4468" y="4988"/>
                  </a:cubicBezTo>
                  <a:cubicBezTo>
                    <a:pt x="4013" y="4988"/>
                    <a:pt x="3557" y="5108"/>
                    <a:pt x="3149" y="5353"/>
                  </a:cubicBezTo>
                  <a:lnTo>
                    <a:pt x="2729" y="4933"/>
                  </a:lnTo>
                  <a:cubicBezTo>
                    <a:pt x="3330" y="3931"/>
                    <a:pt x="3177" y="2643"/>
                    <a:pt x="2347" y="1813"/>
                  </a:cubicBezTo>
                  <a:lnTo>
                    <a:pt x="544" y="1"/>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6" name="Google Shape;10916;p64"/>
            <p:cNvSpPr/>
            <p:nvPr/>
          </p:nvSpPr>
          <p:spPr>
            <a:xfrm>
              <a:off x="3999894" y="1532300"/>
              <a:ext cx="130427" cy="129302"/>
            </a:xfrm>
            <a:custGeom>
              <a:avLst/>
              <a:gdLst/>
              <a:ahLst/>
              <a:cxnLst/>
              <a:rect l="l" t="t" r="r" b="b"/>
              <a:pathLst>
                <a:path w="4981" h="4938" extrusionOk="0">
                  <a:moveTo>
                    <a:pt x="4308" y="0"/>
                  </a:moveTo>
                  <a:cubicBezTo>
                    <a:pt x="4251" y="0"/>
                    <a:pt x="4194" y="22"/>
                    <a:pt x="4151" y="65"/>
                  </a:cubicBezTo>
                  <a:lnTo>
                    <a:pt x="87" y="4129"/>
                  </a:lnTo>
                  <a:cubicBezTo>
                    <a:pt x="1" y="4215"/>
                    <a:pt x="1" y="4358"/>
                    <a:pt x="87" y="4444"/>
                  </a:cubicBezTo>
                  <a:lnTo>
                    <a:pt x="516" y="4873"/>
                  </a:lnTo>
                  <a:cubicBezTo>
                    <a:pt x="559" y="4916"/>
                    <a:pt x="614" y="4937"/>
                    <a:pt x="670" y="4937"/>
                  </a:cubicBezTo>
                  <a:cubicBezTo>
                    <a:pt x="726" y="4937"/>
                    <a:pt x="783" y="4916"/>
                    <a:pt x="831" y="4873"/>
                  </a:cubicBezTo>
                  <a:lnTo>
                    <a:pt x="4895" y="809"/>
                  </a:lnTo>
                  <a:cubicBezTo>
                    <a:pt x="4981" y="723"/>
                    <a:pt x="4981" y="580"/>
                    <a:pt x="4895" y="494"/>
                  </a:cubicBezTo>
                  <a:lnTo>
                    <a:pt x="4466" y="65"/>
                  </a:lnTo>
                  <a:cubicBezTo>
                    <a:pt x="4423" y="22"/>
                    <a:pt x="4365" y="0"/>
                    <a:pt x="430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7" name="Google Shape;10917;p64"/>
            <p:cNvSpPr/>
            <p:nvPr/>
          </p:nvSpPr>
          <p:spPr>
            <a:xfrm>
              <a:off x="4007907" y="1539736"/>
              <a:ext cx="122415" cy="121865"/>
            </a:xfrm>
            <a:custGeom>
              <a:avLst/>
              <a:gdLst/>
              <a:ahLst/>
              <a:cxnLst/>
              <a:rect l="l" t="t" r="r" b="b"/>
              <a:pathLst>
                <a:path w="4675" h="4654" extrusionOk="0">
                  <a:moveTo>
                    <a:pt x="4379" y="0"/>
                  </a:moveTo>
                  <a:lnTo>
                    <a:pt x="0" y="4379"/>
                  </a:lnTo>
                  <a:lnTo>
                    <a:pt x="210" y="4589"/>
                  </a:lnTo>
                  <a:cubicBezTo>
                    <a:pt x="253" y="4632"/>
                    <a:pt x="308" y="4653"/>
                    <a:pt x="364" y="4653"/>
                  </a:cubicBezTo>
                  <a:cubicBezTo>
                    <a:pt x="420" y="4653"/>
                    <a:pt x="477" y="4632"/>
                    <a:pt x="525" y="4589"/>
                  </a:cubicBezTo>
                  <a:lnTo>
                    <a:pt x="4589" y="525"/>
                  </a:lnTo>
                  <a:cubicBezTo>
                    <a:pt x="4675" y="439"/>
                    <a:pt x="4675" y="296"/>
                    <a:pt x="4589" y="210"/>
                  </a:cubicBezTo>
                  <a:lnTo>
                    <a:pt x="4379"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8" name="Google Shape;10918;p64"/>
            <p:cNvSpPr/>
            <p:nvPr/>
          </p:nvSpPr>
          <p:spPr>
            <a:xfrm>
              <a:off x="4197748" y="1730153"/>
              <a:ext cx="130427" cy="129275"/>
            </a:xfrm>
            <a:custGeom>
              <a:avLst/>
              <a:gdLst/>
              <a:ahLst/>
              <a:cxnLst/>
              <a:rect l="l" t="t" r="r" b="b"/>
              <a:pathLst>
                <a:path w="4981" h="4937" extrusionOk="0">
                  <a:moveTo>
                    <a:pt x="4308" y="0"/>
                  </a:moveTo>
                  <a:cubicBezTo>
                    <a:pt x="4251" y="0"/>
                    <a:pt x="4193" y="22"/>
                    <a:pt x="4150" y="64"/>
                  </a:cubicBezTo>
                  <a:lnTo>
                    <a:pt x="86" y="4128"/>
                  </a:lnTo>
                  <a:cubicBezTo>
                    <a:pt x="1" y="4214"/>
                    <a:pt x="1" y="4357"/>
                    <a:pt x="86" y="4443"/>
                  </a:cubicBezTo>
                  <a:lnTo>
                    <a:pt x="516" y="4873"/>
                  </a:lnTo>
                  <a:cubicBezTo>
                    <a:pt x="559" y="4916"/>
                    <a:pt x="616" y="4937"/>
                    <a:pt x="673" y="4937"/>
                  </a:cubicBezTo>
                  <a:cubicBezTo>
                    <a:pt x="730" y="4937"/>
                    <a:pt x="788" y="4916"/>
                    <a:pt x="830" y="4873"/>
                  </a:cubicBezTo>
                  <a:lnTo>
                    <a:pt x="4894" y="809"/>
                  </a:lnTo>
                  <a:cubicBezTo>
                    <a:pt x="4980" y="723"/>
                    <a:pt x="4980" y="580"/>
                    <a:pt x="4894" y="494"/>
                  </a:cubicBezTo>
                  <a:lnTo>
                    <a:pt x="4465" y="64"/>
                  </a:lnTo>
                  <a:cubicBezTo>
                    <a:pt x="4422" y="22"/>
                    <a:pt x="4365" y="0"/>
                    <a:pt x="4308"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9" name="Google Shape;10919;p64"/>
            <p:cNvSpPr/>
            <p:nvPr/>
          </p:nvSpPr>
          <p:spPr>
            <a:xfrm>
              <a:off x="4205499" y="1737328"/>
              <a:ext cx="122677" cy="122101"/>
            </a:xfrm>
            <a:custGeom>
              <a:avLst/>
              <a:gdLst/>
              <a:ahLst/>
              <a:cxnLst/>
              <a:rect l="l" t="t" r="r" b="b"/>
              <a:pathLst>
                <a:path w="4685" h="4663" extrusionOk="0">
                  <a:moveTo>
                    <a:pt x="4379" y="0"/>
                  </a:moveTo>
                  <a:lnTo>
                    <a:pt x="0" y="4379"/>
                  </a:lnTo>
                  <a:lnTo>
                    <a:pt x="220" y="4599"/>
                  </a:lnTo>
                  <a:cubicBezTo>
                    <a:pt x="263" y="4642"/>
                    <a:pt x="320" y="4663"/>
                    <a:pt x="377" y="4663"/>
                  </a:cubicBezTo>
                  <a:cubicBezTo>
                    <a:pt x="434" y="4663"/>
                    <a:pt x="492" y="4642"/>
                    <a:pt x="534" y="4599"/>
                  </a:cubicBezTo>
                  <a:lnTo>
                    <a:pt x="4598" y="535"/>
                  </a:lnTo>
                  <a:cubicBezTo>
                    <a:pt x="4684" y="449"/>
                    <a:pt x="4684" y="306"/>
                    <a:pt x="4598" y="220"/>
                  </a:cubicBezTo>
                  <a:lnTo>
                    <a:pt x="4379"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0" name="Google Shape;10920;p64"/>
            <p:cNvSpPr/>
            <p:nvPr/>
          </p:nvSpPr>
          <p:spPr>
            <a:xfrm>
              <a:off x="4065854" y="1663879"/>
              <a:ext cx="86463" cy="32155"/>
            </a:xfrm>
            <a:custGeom>
              <a:avLst/>
              <a:gdLst/>
              <a:ahLst/>
              <a:cxnLst/>
              <a:rect l="l" t="t" r="r" b="b"/>
              <a:pathLst>
                <a:path w="3302" h="1228" extrusionOk="0">
                  <a:moveTo>
                    <a:pt x="287" y="1"/>
                  </a:moveTo>
                  <a:cubicBezTo>
                    <a:pt x="105" y="10"/>
                    <a:pt x="0" y="220"/>
                    <a:pt x="115" y="363"/>
                  </a:cubicBezTo>
                  <a:lnTo>
                    <a:pt x="268" y="554"/>
                  </a:lnTo>
                  <a:cubicBezTo>
                    <a:pt x="654" y="1005"/>
                    <a:pt x="1150" y="1227"/>
                    <a:pt x="1646" y="1227"/>
                  </a:cubicBezTo>
                  <a:cubicBezTo>
                    <a:pt x="2178" y="1227"/>
                    <a:pt x="2711" y="972"/>
                    <a:pt x="3110" y="468"/>
                  </a:cubicBezTo>
                  <a:lnTo>
                    <a:pt x="3187" y="363"/>
                  </a:lnTo>
                  <a:cubicBezTo>
                    <a:pt x="3301" y="211"/>
                    <a:pt x="3196" y="1"/>
                    <a:pt x="301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1" name="Google Shape;10921;p64"/>
            <p:cNvSpPr/>
            <p:nvPr/>
          </p:nvSpPr>
          <p:spPr>
            <a:xfrm>
              <a:off x="4164519" y="1753301"/>
              <a:ext cx="90705" cy="51689"/>
            </a:xfrm>
            <a:custGeom>
              <a:avLst/>
              <a:gdLst/>
              <a:ahLst/>
              <a:cxnLst/>
              <a:rect l="l" t="t" r="r" b="b"/>
              <a:pathLst>
                <a:path w="3464" h="1974" extrusionOk="0">
                  <a:moveTo>
                    <a:pt x="1" y="1"/>
                  </a:moveTo>
                  <a:cubicBezTo>
                    <a:pt x="10" y="278"/>
                    <a:pt x="115" y="535"/>
                    <a:pt x="306" y="735"/>
                  </a:cubicBezTo>
                  <a:lnTo>
                    <a:pt x="1479" y="1909"/>
                  </a:lnTo>
                  <a:cubicBezTo>
                    <a:pt x="1527" y="1952"/>
                    <a:pt x="1584" y="1973"/>
                    <a:pt x="1640" y="1973"/>
                  </a:cubicBezTo>
                  <a:cubicBezTo>
                    <a:pt x="1696" y="1973"/>
                    <a:pt x="1751" y="1952"/>
                    <a:pt x="1794" y="1909"/>
                  </a:cubicBezTo>
                  <a:lnTo>
                    <a:pt x="3321" y="383"/>
                  </a:lnTo>
                  <a:cubicBezTo>
                    <a:pt x="3464" y="239"/>
                    <a:pt x="3368" y="1"/>
                    <a:pt x="316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22" name="Google Shape;10922;p64"/>
          <p:cNvGrpSpPr/>
          <p:nvPr/>
        </p:nvGrpSpPr>
        <p:grpSpPr>
          <a:xfrm>
            <a:off x="2207257" y="2731625"/>
            <a:ext cx="232601" cy="366747"/>
            <a:chOff x="2233795" y="2882162"/>
            <a:chExt cx="232601" cy="366747"/>
          </a:xfrm>
        </p:grpSpPr>
        <p:sp>
          <p:nvSpPr>
            <p:cNvPr id="10923" name="Google Shape;10923;p64"/>
            <p:cNvSpPr/>
            <p:nvPr/>
          </p:nvSpPr>
          <p:spPr>
            <a:xfrm>
              <a:off x="2350946" y="2946368"/>
              <a:ext cx="115188" cy="214979"/>
            </a:xfrm>
            <a:custGeom>
              <a:avLst/>
              <a:gdLst/>
              <a:ahLst/>
              <a:cxnLst/>
              <a:rect l="l" t="t" r="r" b="b"/>
              <a:pathLst>
                <a:path w="4399" h="8210" extrusionOk="0">
                  <a:moveTo>
                    <a:pt x="726" y="0"/>
                  </a:moveTo>
                  <a:lnTo>
                    <a:pt x="726" y="2080"/>
                  </a:lnTo>
                  <a:cubicBezTo>
                    <a:pt x="325" y="2080"/>
                    <a:pt x="1" y="2376"/>
                    <a:pt x="1" y="2729"/>
                  </a:cubicBezTo>
                  <a:lnTo>
                    <a:pt x="1" y="7680"/>
                  </a:lnTo>
                  <a:cubicBezTo>
                    <a:pt x="15" y="8033"/>
                    <a:pt x="282" y="8210"/>
                    <a:pt x="549" y="8210"/>
                  </a:cubicBezTo>
                  <a:cubicBezTo>
                    <a:pt x="816" y="8210"/>
                    <a:pt x="1083" y="8033"/>
                    <a:pt x="1098" y="7680"/>
                  </a:cubicBezTo>
                  <a:lnTo>
                    <a:pt x="1098" y="5839"/>
                  </a:lnTo>
                  <a:lnTo>
                    <a:pt x="4399" y="5839"/>
                  </a:lnTo>
                  <a:lnTo>
                    <a:pt x="4399" y="2729"/>
                  </a:lnTo>
                  <a:cubicBezTo>
                    <a:pt x="4399" y="2381"/>
                    <a:pt x="4093" y="2080"/>
                    <a:pt x="3692" y="2080"/>
                  </a:cubicBezTo>
                  <a:cubicBezTo>
                    <a:pt x="3686" y="2080"/>
                    <a:pt x="3680" y="2080"/>
                    <a:pt x="3674" y="2080"/>
                  </a:cubicBezTo>
                  <a:lnTo>
                    <a:pt x="3674" y="0"/>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4" name="Google Shape;10924;p64"/>
            <p:cNvSpPr/>
            <p:nvPr/>
          </p:nvSpPr>
          <p:spPr>
            <a:xfrm>
              <a:off x="2379933" y="3052679"/>
              <a:ext cx="86463" cy="46583"/>
            </a:xfrm>
            <a:custGeom>
              <a:avLst/>
              <a:gdLst/>
              <a:ahLst/>
              <a:cxnLst/>
              <a:rect l="l" t="t" r="r" b="b"/>
              <a:pathLst>
                <a:path w="3302" h="1779" extrusionOk="0">
                  <a:moveTo>
                    <a:pt x="549" y="1"/>
                  </a:moveTo>
                  <a:cubicBezTo>
                    <a:pt x="358" y="1"/>
                    <a:pt x="166" y="58"/>
                    <a:pt x="0" y="176"/>
                  </a:cubicBezTo>
                  <a:lnTo>
                    <a:pt x="0" y="1779"/>
                  </a:lnTo>
                  <a:lnTo>
                    <a:pt x="3301" y="1779"/>
                  </a:lnTo>
                  <a:lnTo>
                    <a:pt x="3301" y="510"/>
                  </a:lnTo>
                  <a:cubicBezTo>
                    <a:pt x="3160" y="413"/>
                    <a:pt x="3001" y="356"/>
                    <a:pt x="2827" y="356"/>
                  </a:cubicBezTo>
                  <a:cubicBezTo>
                    <a:pt x="2813" y="356"/>
                    <a:pt x="2800" y="357"/>
                    <a:pt x="2786" y="357"/>
                  </a:cubicBezTo>
                  <a:lnTo>
                    <a:pt x="2700" y="357"/>
                  </a:lnTo>
                  <a:cubicBezTo>
                    <a:pt x="2576" y="357"/>
                    <a:pt x="2462" y="377"/>
                    <a:pt x="2347" y="424"/>
                  </a:cubicBezTo>
                  <a:cubicBezTo>
                    <a:pt x="2166" y="233"/>
                    <a:pt x="1918" y="119"/>
                    <a:pt x="1660" y="119"/>
                  </a:cubicBezTo>
                  <a:lnTo>
                    <a:pt x="1641" y="119"/>
                  </a:lnTo>
                  <a:cubicBezTo>
                    <a:pt x="1479" y="119"/>
                    <a:pt x="1317" y="157"/>
                    <a:pt x="1183" y="243"/>
                  </a:cubicBezTo>
                  <a:cubicBezTo>
                    <a:pt x="1002" y="82"/>
                    <a:pt x="776" y="1"/>
                    <a:pt x="549"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5" name="Google Shape;10925;p64"/>
            <p:cNvSpPr/>
            <p:nvPr/>
          </p:nvSpPr>
          <p:spPr>
            <a:xfrm>
              <a:off x="2369930" y="2946368"/>
              <a:ext cx="77220" cy="44750"/>
            </a:xfrm>
            <a:custGeom>
              <a:avLst/>
              <a:gdLst/>
              <a:ahLst/>
              <a:cxnLst/>
              <a:rect l="l" t="t" r="r" b="b"/>
              <a:pathLst>
                <a:path w="2949" h="1709" extrusionOk="0">
                  <a:moveTo>
                    <a:pt x="1" y="0"/>
                  </a:moveTo>
                  <a:lnTo>
                    <a:pt x="1" y="1708"/>
                  </a:lnTo>
                  <a:lnTo>
                    <a:pt x="2949" y="1708"/>
                  </a:lnTo>
                  <a:lnTo>
                    <a:pt x="2949"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6" name="Google Shape;10926;p64"/>
            <p:cNvSpPr/>
            <p:nvPr/>
          </p:nvSpPr>
          <p:spPr>
            <a:xfrm>
              <a:off x="2357440" y="2882162"/>
              <a:ext cx="102200" cy="67976"/>
            </a:xfrm>
            <a:custGeom>
              <a:avLst/>
              <a:gdLst/>
              <a:ahLst/>
              <a:cxnLst/>
              <a:rect l="l" t="t" r="r" b="b"/>
              <a:pathLst>
                <a:path w="3903" h="2596" extrusionOk="0">
                  <a:moveTo>
                    <a:pt x="230" y="1"/>
                  </a:moveTo>
                  <a:cubicBezTo>
                    <a:pt x="106" y="1"/>
                    <a:pt x="1" y="96"/>
                    <a:pt x="1" y="220"/>
                  </a:cubicBezTo>
                  <a:lnTo>
                    <a:pt x="1" y="2596"/>
                  </a:lnTo>
                  <a:lnTo>
                    <a:pt x="3903" y="2596"/>
                  </a:lnTo>
                  <a:lnTo>
                    <a:pt x="3903" y="220"/>
                  </a:lnTo>
                  <a:cubicBezTo>
                    <a:pt x="3903" y="96"/>
                    <a:pt x="3807" y="1"/>
                    <a:pt x="3683" y="1"/>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7" name="Google Shape;10927;p64"/>
            <p:cNvSpPr/>
            <p:nvPr/>
          </p:nvSpPr>
          <p:spPr>
            <a:xfrm>
              <a:off x="2379671" y="3062787"/>
              <a:ext cx="29013" cy="60959"/>
            </a:xfrm>
            <a:custGeom>
              <a:avLst/>
              <a:gdLst/>
              <a:ahLst/>
              <a:cxnLst/>
              <a:rect l="l" t="t" r="r" b="b"/>
              <a:pathLst>
                <a:path w="1108" h="2328" extrusionOk="0">
                  <a:moveTo>
                    <a:pt x="554" y="0"/>
                  </a:moveTo>
                  <a:cubicBezTo>
                    <a:pt x="249" y="0"/>
                    <a:pt x="10" y="248"/>
                    <a:pt x="1" y="553"/>
                  </a:cubicBezTo>
                  <a:lnTo>
                    <a:pt x="1" y="1774"/>
                  </a:lnTo>
                  <a:cubicBezTo>
                    <a:pt x="1" y="2080"/>
                    <a:pt x="249" y="2328"/>
                    <a:pt x="554" y="2328"/>
                  </a:cubicBezTo>
                  <a:cubicBezTo>
                    <a:pt x="859" y="2328"/>
                    <a:pt x="1107" y="2080"/>
                    <a:pt x="1107" y="1774"/>
                  </a:cubicBezTo>
                  <a:lnTo>
                    <a:pt x="1107" y="553"/>
                  </a:lnTo>
                  <a:cubicBezTo>
                    <a:pt x="1107" y="248"/>
                    <a:pt x="859" y="0"/>
                    <a:pt x="554"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8" name="Google Shape;10928;p64"/>
            <p:cNvSpPr/>
            <p:nvPr/>
          </p:nvSpPr>
          <p:spPr>
            <a:xfrm>
              <a:off x="2379671" y="3062787"/>
              <a:ext cx="16758" cy="60723"/>
            </a:xfrm>
            <a:custGeom>
              <a:avLst/>
              <a:gdLst/>
              <a:ahLst/>
              <a:cxnLst/>
              <a:rect l="l" t="t" r="r" b="b"/>
              <a:pathLst>
                <a:path w="640" h="2319" extrusionOk="0">
                  <a:moveTo>
                    <a:pt x="554" y="0"/>
                  </a:moveTo>
                  <a:cubicBezTo>
                    <a:pt x="249" y="0"/>
                    <a:pt x="1" y="248"/>
                    <a:pt x="1" y="553"/>
                  </a:cubicBezTo>
                  <a:lnTo>
                    <a:pt x="1" y="1774"/>
                  </a:lnTo>
                  <a:cubicBezTo>
                    <a:pt x="1" y="2080"/>
                    <a:pt x="249" y="2318"/>
                    <a:pt x="554" y="2318"/>
                  </a:cubicBezTo>
                  <a:lnTo>
                    <a:pt x="640" y="2318"/>
                  </a:lnTo>
                  <a:cubicBezTo>
                    <a:pt x="373" y="2271"/>
                    <a:pt x="172" y="2042"/>
                    <a:pt x="172" y="1774"/>
                  </a:cubicBezTo>
                  <a:lnTo>
                    <a:pt x="172" y="553"/>
                  </a:lnTo>
                  <a:cubicBezTo>
                    <a:pt x="172" y="277"/>
                    <a:pt x="373" y="48"/>
                    <a:pt x="640" y="10"/>
                  </a:cubicBezTo>
                  <a:cubicBezTo>
                    <a:pt x="611" y="0"/>
                    <a:pt x="583" y="0"/>
                    <a:pt x="554"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9" name="Google Shape;10929;p64"/>
            <p:cNvSpPr/>
            <p:nvPr/>
          </p:nvSpPr>
          <p:spPr>
            <a:xfrm>
              <a:off x="2408658" y="3066034"/>
              <a:ext cx="29013" cy="57712"/>
            </a:xfrm>
            <a:custGeom>
              <a:avLst/>
              <a:gdLst/>
              <a:ahLst/>
              <a:cxnLst/>
              <a:rect l="l" t="t" r="r" b="b"/>
              <a:pathLst>
                <a:path w="1108" h="2204" extrusionOk="0">
                  <a:moveTo>
                    <a:pt x="544" y="0"/>
                  </a:moveTo>
                  <a:cubicBezTo>
                    <a:pt x="248" y="0"/>
                    <a:pt x="0" y="239"/>
                    <a:pt x="0" y="534"/>
                  </a:cubicBezTo>
                  <a:lnTo>
                    <a:pt x="0" y="1660"/>
                  </a:lnTo>
                  <a:cubicBezTo>
                    <a:pt x="0" y="1956"/>
                    <a:pt x="248" y="2204"/>
                    <a:pt x="544" y="2204"/>
                  </a:cubicBezTo>
                  <a:lnTo>
                    <a:pt x="573" y="2204"/>
                  </a:lnTo>
                  <a:cubicBezTo>
                    <a:pt x="859" y="2204"/>
                    <a:pt x="1107" y="1956"/>
                    <a:pt x="1107" y="1660"/>
                  </a:cubicBezTo>
                  <a:lnTo>
                    <a:pt x="1107" y="534"/>
                  </a:lnTo>
                  <a:cubicBezTo>
                    <a:pt x="1107" y="239"/>
                    <a:pt x="859" y="0"/>
                    <a:pt x="573"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0" name="Google Shape;10930;p64"/>
            <p:cNvSpPr/>
            <p:nvPr/>
          </p:nvSpPr>
          <p:spPr>
            <a:xfrm>
              <a:off x="2408658" y="3066034"/>
              <a:ext cx="17020" cy="57712"/>
            </a:xfrm>
            <a:custGeom>
              <a:avLst/>
              <a:gdLst/>
              <a:ahLst/>
              <a:cxnLst/>
              <a:rect l="l" t="t" r="r" b="b"/>
              <a:pathLst>
                <a:path w="650" h="2204" extrusionOk="0">
                  <a:moveTo>
                    <a:pt x="544" y="0"/>
                  </a:moveTo>
                  <a:cubicBezTo>
                    <a:pt x="248" y="0"/>
                    <a:pt x="0" y="239"/>
                    <a:pt x="0" y="534"/>
                  </a:cubicBezTo>
                  <a:lnTo>
                    <a:pt x="0" y="1660"/>
                  </a:lnTo>
                  <a:cubicBezTo>
                    <a:pt x="0" y="1956"/>
                    <a:pt x="248" y="2204"/>
                    <a:pt x="544" y="2204"/>
                  </a:cubicBezTo>
                  <a:lnTo>
                    <a:pt x="573" y="2204"/>
                  </a:lnTo>
                  <a:cubicBezTo>
                    <a:pt x="592" y="2194"/>
                    <a:pt x="621" y="2194"/>
                    <a:pt x="649" y="2194"/>
                  </a:cubicBezTo>
                  <a:cubicBezTo>
                    <a:pt x="382" y="2156"/>
                    <a:pt x="182" y="1927"/>
                    <a:pt x="182" y="1660"/>
                  </a:cubicBezTo>
                  <a:lnTo>
                    <a:pt x="182" y="534"/>
                  </a:lnTo>
                  <a:cubicBezTo>
                    <a:pt x="182" y="267"/>
                    <a:pt x="382" y="38"/>
                    <a:pt x="640"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1" name="Google Shape;10931;p64"/>
            <p:cNvSpPr/>
            <p:nvPr/>
          </p:nvSpPr>
          <p:spPr>
            <a:xfrm>
              <a:off x="2437383" y="3072030"/>
              <a:ext cx="28751" cy="51715"/>
            </a:xfrm>
            <a:custGeom>
              <a:avLst/>
              <a:gdLst/>
              <a:ahLst/>
              <a:cxnLst/>
              <a:rect l="l" t="t" r="r" b="b"/>
              <a:pathLst>
                <a:path w="1098" h="1975" extrusionOk="0">
                  <a:moveTo>
                    <a:pt x="506" y="0"/>
                  </a:moveTo>
                  <a:cubicBezTo>
                    <a:pt x="229" y="0"/>
                    <a:pt x="1" y="229"/>
                    <a:pt x="1" y="506"/>
                  </a:cubicBezTo>
                  <a:lnTo>
                    <a:pt x="1" y="1460"/>
                  </a:lnTo>
                  <a:cubicBezTo>
                    <a:pt x="1" y="1746"/>
                    <a:pt x="229" y="1975"/>
                    <a:pt x="506" y="1975"/>
                  </a:cubicBezTo>
                  <a:lnTo>
                    <a:pt x="592" y="1975"/>
                  </a:lnTo>
                  <a:cubicBezTo>
                    <a:pt x="878" y="1975"/>
                    <a:pt x="1098" y="1746"/>
                    <a:pt x="1098" y="1460"/>
                  </a:cubicBezTo>
                  <a:lnTo>
                    <a:pt x="1098" y="506"/>
                  </a:lnTo>
                  <a:cubicBezTo>
                    <a:pt x="1098" y="229"/>
                    <a:pt x="878" y="0"/>
                    <a:pt x="592"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2" name="Google Shape;10932;p64"/>
            <p:cNvSpPr/>
            <p:nvPr/>
          </p:nvSpPr>
          <p:spPr>
            <a:xfrm>
              <a:off x="2437383" y="3072266"/>
              <a:ext cx="17020" cy="51480"/>
            </a:xfrm>
            <a:custGeom>
              <a:avLst/>
              <a:gdLst/>
              <a:ahLst/>
              <a:cxnLst/>
              <a:rect l="l" t="t" r="r" b="b"/>
              <a:pathLst>
                <a:path w="650" h="1966" extrusionOk="0">
                  <a:moveTo>
                    <a:pt x="506" y="1"/>
                  </a:moveTo>
                  <a:cubicBezTo>
                    <a:pt x="229" y="1"/>
                    <a:pt x="1" y="220"/>
                    <a:pt x="1" y="506"/>
                  </a:cubicBezTo>
                  <a:lnTo>
                    <a:pt x="1" y="1460"/>
                  </a:lnTo>
                  <a:cubicBezTo>
                    <a:pt x="1" y="1737"/>
                    <a:pt x="229" y="1966"/>
                    <a:pt x="506" y="1966"/>
                  </a:cubicBezTo>
                  <a:lnTo>
                    <a:pt x="649" y="1966"/>
                  </a:lnTo>
                  <a:cubicBezTo>
                    <a:pt x="392" y="1937"/>
                    <a:pt x="191" y="1718"/>
                    <a:pt x="191" y="1460"/>
                  </a:cubicBezTo>
                  <a:lnTo>
                    <a:pt x="191" y="506"/>
                  </a:lnTo>
                  <a:cubicBezTo>
                    <a:pt x="191" y="239"/>
                    <a:pt x="392" y="20"/>
                    <a:pt x="649"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3" name="Google Shape;10933;p64"/>
            <p:cNvSpPr/>
            <p:nvPr/>
          </p:nvSpPr>
          <p:spPr>
            <a:xfrm>
              <a:off x="2357440" y="2944614"/>
              <a:ext cx="102462" cy="28751"/>
            </a:xfrm>
            <a:custGeom>
              <a:avLst/>
              <a:gdLst/>
              <a:ahLst/>
              <a:cxnLst/>
              <a:rect l="l" t="t" r="r" b="b"/>
              <a:pathLst>
                <a:path w="3913" h="1098" extrusionOk="0">
                  <a:moveTo>
                    <a:pt x="1" y="1"/>
                  </a:moveTo>
                  <a:lnTo>
                    <a:pt x="1" y="878"/>
                  </a:lnTo>
                  <a:cubicBezTo>
                    <a:pt x="1" y="1002"/>
                    <a:pt x="106" y="1098"/>
                    <a:pt x="230" y="1098"/>
                  </a:cubicBezTo>
                  <a:lnTo>
                    <a:pt x="3683" y="1098"/>
                  </a:lnTo>
                  <a:cubicBezTo>
                    <a:pt x="3807" y="1098"/>
                    <a:pt x="3912" y="1002"/>
                    <a:pt x="3912" y="878"/>
                  </a:cubicBezTo>
                  <a:lnTo>
                    <a:pt x="3912"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4" name="Google Shape;10934;p64"/>
            <p:cNvSpPr/>
            <p:nvPr/>
          </p:nvSpPr>
          <p:spPr>
            <a:xfrm>
              <a:off x="2350946" y="3028301"/>
              <a:ext cx="76722" cy="58969"/>
            </a:xfrm>
            <a:custGeom>
              <a:avLst/>
              <a:gdLst/>
              <a:ahLst/>
              <a:cxnLst/>
              <a:rect l="l" t="t" r="r" b="b"/>
              <a:pathLst>
                <a:path w="2930" h="2252" extrusionOk="0">
                  <a:moveTo>
                    <a:pt x="525" y="1"/>
                  </a:moveTo>
                  <a:cubicBezTo>
                    <a:pt x="335" y="1"/>
                    <a:pt x="153" y="58"/>
                    <a:pt x="1" y="172"/>
                  </a:cubicBezTo>
                  <a:lnTo>
                    <a:pt x="1" y="2090"/>
                  </a:lnTo>
                  <a:cubicBezTo>
                    <a:pt x="153" y="2195"/>
                    <a:pt x="335" y="2252"/>
                    <a:pt x="525" y="2252"/>
                  </a:cubicBezTo>
                  <a:lnTo>
                    <a:pt x="2338" y="2252"/>
                  </a:lnTo>
                  <a:cubicBezTo>
                    <a:pt x="2662" y="2252"/>
                    <a:pt x="2929" y="1985"/>
                    <a:pt x="2929" y="1661"/>
                  </a:cubicBezTo>
                  <a:lnTo>
                    <a:pt x="2929" y="916"/>
                  </a:lnTo>
                  <a:cubicBezTo>
                    <a:pt x="2929" y="411"/>
                    <a:pt x="2529" y="10"/>
                    <a:pt x="2033"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5" name="Google Shape;10935;p64"/>
            <p:cNvSpPr/>
            <p:nvPr/>
          </p:nvSpPr>
          <p:spPr>
            <a:xfrm>
              <a:off x="2350946" y="3038539"/>
              <a:ext cx="66719" cy="38754"/>
            </a:xfrm>
            <a:custGeom>
              <a:avLst/>
              <a:gdLst/>
              <a:ahLst/>
              <a:cxnLst/>
              <a:rect l="l" t="t" r="r" b="b"/>
              <a:pathLst>
                <a:path w="2548" h="1480" extrusionOk="0">
                  <a:moveTo>
                    <a:pt x="525" y="1"/>
                  </a:moveTo>
                  <a:cubicBezTo>
                    <a:pt x="230" y="1"/>
                    <a:pt x="1" y="230"/>
                    <a:pt x="1" y="525"/>
                  </a:cubicBezTo>
                  <a:lnTo>
                    <a:pt x="1" y="955"/>
                  </a:lnTo>
                  <a:cubicBezTo>
                    <a:pt x="1" y="1241"/>
                    <a:pt x="239" y="1479"/>
                    <a:pt x="525" y="1479"/>
                  </a:cubicBezTo>
                  <a:lnTo>
                    <a:pt x="2348" y="1479"/>
                  </a:lnTo>
                  <a:cubicBezTo>
                    <a:pt x="2452" y="1479"/>
                    <a:pt x="2548" y="1384"/>
                    <a:pt x="2548" y="1279"/>
                  </a:cubicBezTo>
                  <a:lnTo>
                    <a:pt x="2548" y="525"/>
                  </a:lnTo>
                  <a:cubicBezTo>
                    <a:pt x="2548" y="230"/>
                    <a:pt x="2309" y="1"/>
                    <a:pt x="2023"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6" name="Google Shape;10936;p64"/>
            <p:cNvSpPr/>
            <p:nvPr/>
          </p:nvSpPr>
          <p:spPr>
            <a:xfrm>
              <a:off x="2282499" y="3193921"/>
              <a:ext cx="166641" cy="54988"/>
            </a:xfrm>
            <a:custGeom>
              <a:avLst/>
              <a:gdLst/>
              <a:ahLst/>
              <a:cxnLst/>
              <a:rect l="l" t="t" r="r" b="b"/>
              <a:pathLst>
                <a:path w="6364" h="2100" extrusionOk="0">
                  <a:moveTo>
                    <a:pt x="907" y="1"/>
                  </a:moveTo>
                  <a:lnTo>
                    <a:pt x="87" y="1737"/>
                  </a:lnTo>
                  <a:cubicBezTo>
                    <a:pt x="1" y="1909"/>
                    <a:pt x="134" y="2099"/>
                    <a:pt x="325" y="2099"/>
                  </a:cubicBezTo>
                  <a:lnTo>
                    <a:pt x="6049" y="2099"/>
                  </a:lnTo>
                  <a:cubicBezTo>
                    <a:pt x="6240" y="2099"/>
                    <a:pt x="6364" y="1909"/>
                    <a:pt x="6288" y="1737"/>
                  </a:cubicBezTo>
                  <a:lnTo>
                    <a:pt x="5477"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7" name="Google Shape;10937;p64"/>
            <p:cNvSpPr/>
            <p:nvPr/>
          </p:nvSpPr>
          <p:spPr>
            <a:xfrm>
              <a:off x="2306248" y="3178681"/>
              <a:ext cx="119665" cy="30506"/>
            </a:xfrm>
            <a:custGeom>
              <a:avLst/>
              <a:gdLst/>
              <a:ahLst/>
              <a:cxnLst/>
              <a:rect l="l" t="t" r="r" b="b"/>
              <a:pathLst>
                <a:path w="4570" h="1165" extrusionOk="0">
                  <a:moveTo>
                    <a:pt x="2290" y="1"/>
                  </a:moveTo>
                  <a:cubicBezTo>
                    <a:pt x="1021" y="1"/>
                    <a:pt x="0" y="258"/>
                    <a:pt x="0" y="583"/>
                  </a:cubicBezTo>
                  <a:cubicBezTo>
                    <a:pt x="0" y="907"/>
                    <a:pt x="1021" y="1164"/>
                    <a:pt x="2290" y="1164"/>
                  </a:cubicBezTo>
                  <a:cubicBezTo>
                    <a:pt x="3549" y="1164"/>
                    <a:pt x="4570" y="907"/>
                    <a:pt x="4570" y="583"/>
                  </a:cubicBezTo>
                  <a:cubicBezTo>
                    <a:pt x="4570" y="258"/>
                    <a:pt x="3549" y="1"/>
                    <a:pt x="2290"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8" name="Google Shape;10938;p64"/>
            <p:cNvSpPr/>
            <p:nvPr/>
          </p:nvSpPr>
          <p:spPr>
            <a:xfrm>
              <a:off x="2322719" y="3108296"/>
              <a:ext cx="11024" cy="59178"/>
            </a:xfrm>
            <a:custGeom>
              <a:avLst/>
              <a:gdLst/>
              <a:ahLst/>
              <a:cxnLst/>
              <a:rect l="l" t="t" r="r" b="b"/>
              <a:pathLst>
                <a:path w="421" h="2260" extrusionOk="0">
                  <a:moveTo>
                    <a:pt x="211" y="1"/>
                  </a:moveTo>
                  <a:cubicBezTo>
                    <a:pt x="106" y="1"/>
                    <a:pt x="1" y="70"/>
                    <a:pt x="1" y="208"/>
                  </a:cubicBezTo>
                  <a:lnTo>
                    <a:pt x="1" y="2049"/>
                  </a:lnTo>
                  <a:cubicBezTo>
                    <a:pt x="1" y="2164"/>
                    <a:pt x="96" y="2259"/>
                    <a:pt x="211" y="2259"/>
                  </a:cubicBezTo>
                  <a:cubicBezTo>
                    <a:pt x="325" y="2259"/>
                    <a:pt x="420" y="2164"/>
                    <a:pt x="420" y="2049"/>
                  </a:cubicBezTo>
                  <a:lnTo>
                    <a:pt x="420" y="208"/>
                  </a:lnTo>
                  <a:cubicBezTo>
                    <a:pt x="420" y="70"/>
                    <a:pt x="315" y="1"/>
                    <a:pt x="21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9" name="Google Shape;10939;p64"/>
            <p:cNvSpPr/>
            <p:nvPr/>
          </p:nvSpPr>
          <p:spPr>
            <a:xfrm>
              <a:off x="2264928" y="3128668"/>
              <a:ext cx="48573" cy="44803"/>
            </a:xfrm>
            <a:custGeom>
              <a:avLst/>
              <a:gdLst/>
              <a:ahLst/>
              <a:cxnLst/>
              <a:rect l="l" t="t" r="r" b="b"/>
              <a:pathLst>
                <a:path w="1855" h="1711" extrusionOk="0">
                  <a:moveTo>
                    <a:pt x="290" y="0"/>
                  </a:moveTo>
                  <a:cubicBezTo>
                    <a:pt x="132" y="0"/>
                    <a:pt x="1" y="197"/>
                    <a:pt x="128" y="346"/>
                  </a:cubicBezTo>
                  <a:lnTo>
                    <a:pt x="1425" y="1643"/>
                  </a:lnTo>
                  <a:cubicBezTo>
                    <a:pt x="1464" y="1682"/>
                    <a:pt x="1521" y="1710"/>
                    <a:pt x="1578" y="1710"/>
                  </a:cubicBezTo>
                  <a:lnTo>
                    <a:pt x="1578" y="1701"/>
                  </a:lnTo>
                  <a:cubicBezTo>
                    <a:pt x="1759" y="1701"/>
                    <a:pt x="1855" y="1481"/>
                    <a:pt x="1721" y="1348"/>
                  </a:cubicBezTo>
                  <a:lnTo>
                    <a:pt x="424" y="50"/>
                  </a:lnTo>
                  <a:cubicBezTo>
                    <a:pt x="380" y="15"/>
                    <a:pt x="334" y="0"/>
                    <a:pt x="29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0" name="Google Shape;10940;p64"/>
            <p:cNvSpPr/>
            <p:nvPr/>
          </p:nvSpPr>
          <p:spPr>
            <a:xfrm>
              <a:off x="2233795" y="3181928"/>
              <a:ext cx="62713" cy="11024"/>
            </a:xfrm>
            <a:custGeom>
              <a:avLst/>
              <a:gdLst/>
              <a:ahLst/>
              <a:cxnLst/>
              <a:rect l="l" t="t" r="r" b="b"/>
              <a:pathLst>
                <a:path w="2395" h="421" extrusionOk="0">
                  <a:moveTo>
                    <a:pt x="277" y="1"/>
                  </a:moveTo>
                  <a:cubicBezTo>
                    <a:pt x="0" y="1"/>
                    <a:pt x="0" y="420"/>
                    <a:pt x="277" y="420"/>
                  </a:cubicBezTo>
                  <a:lnTo>
                    <a:pt x="2118" y="420"/>
                  </a:lnTo>
                  <a:cubicBezTo>
                    <a:pt x="2395" y="420"/>
                    <a:pt x="2395" y="1"/>
                    <a:pt x="211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41" name="Google Shape;10941;p64"/>
          <p:cNvGrpSpPr/>
          <p:nvPr/>
        </p:nvGrpSpPr>
        <p:grpSpPr>
          <a:xfrm>
            <a:off x="3497235" y="3253885"/>
            <a:ext cx="362008" cy="244175"/>
            <a:chOff x="3523772" y="3404422"/>
            <a:chExt cx="362008" cy="244175"/>
          </a:xfrm>
        </p:grpSpPr>
        <p:sp>
          <p:nvSpPr>
            <p:cNvPr id="10942" name="Google Shape;10942;p64"/>
            <p:cNvSpPr/>
            <p:nvPr/>
          </p:nvSpPr>
          <p:spPr>
            <a:xfrm>
              <a:off x="3566244" y="3404579"/>
              <a:ext cx="122677" cy="233256"/>
            </a:xfrm>
            <a:custGeom>
              <a:avLst/>
              <a:gdLst/>
              <a:ahLst/>
              <a:cxnLst/>
              <a:rect l="l" t="t" r="r" b="b"/>
              <a:pathLst>
                <a:path w="4685" h="8908" extrusionOk="0">
                  <a:moveTo>
                    <a:pt x="1882" y="1"/>
                  </a:moveTo>
                  <a:cubicBezTo>
                    <a:pt x="1557" y="1"/>
                    <a:pt x="1231" y="211"/>
                    <a:pt x="1203" y="637"/>
                  </a:cubicBezTo>
                  <a:cubicBezTo>
                    <a:pt x="1107" y="503"/>
                    <a:pt x="955" y="408"/>
                    <a:pt x="792" y="379"/>
                  </a:cubicBezTo>
                  <a:cubicBezTo>
                    <a:pt x="754" y="370"/>
                    <a:pt x="716" y="370"/>
                    <a:pt x="668" y="370"/>
                  </a:cubicBezTo>
                  <a:cubicBezTo>
                    <a:pt x="296" y="370"/>
                    <a:pt x="1" y="675"/>
                    <a:pt x="1" y="1047"/>
                  </a:cubicBezTo>
                  <a:lnTo>
                    <a:pt x="1" y="8908"/>
                  </a:lnTo>
                  <a:lnTo>
                    <a:pt x="4685" y="8908"/>
                  </a:lnTo>
                  <a:lnTo>
                    <a:pt x="4666" y="2068"/>
                  </a:lnTo>
                  <a:cubicBezTo>
                    <a:pt x="4666" y="1744"/>
                    <a:pt x="4407" y="1531"/>
                    <a:pt x="4136" y="1531"/>
                  </a:cubicBezTo>
                  <a:cubicBezTo>
                    <a:pt x="4007" y="1531"/>
                    <a:pt x="3876" y="1579"/>
                    <a:pt x="3769" y="1686"/>
                  </a:cubicBezTo>
                  <a:lnTo>
                    <a:pt x="3769" y="1219"/>
                  </a:lnTo>
                  <a:cubicBezTo>
                    <a:pt x="3763" y="806"/>
                    <a:pt x="3426" y="544"/>
                    <a:pt x="3081" y="544"/>
                  </a:cubicBezTo>
                  <a:cubicBezTo>
                    <a:pt x="2891" y="544"/>
                    <a:pt x="2699" y="623"/>
                    <a:pt x="2557" y="799"/>
                  </a:cubicBezTo>
                  <a:lnTo>
                    <a:pt x="2557" y="675"/>
                  </a:lnTo>
                  <a:cubicBezTo>
                    <a:pt x="2557" y="228"/>
                    <a:pt x="2220" y="1"/>
                    <a:pt x="1882"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3" name="Google Shape;10943;p64"/>
            <p:cNvSpPr/>
            <p:nvPr/>
          </p:nvSpPr>
          <p:spPr>
            <a:xfrm>
              <a:off x="3566244" y="3511179"/>
              <a:ext cx="78476" cy="126657"/>
            </a:xfrm>
            <a:custGeom>
              <a:avLst/>
              <a:gdLst/>
              <a:ahLst/>
              <a:cxnLst/>
              <a:rect l="l" t="t" r="r" b="b"/>
              <a:pathLst>
                <a:path w="2997" h="4837" extrusionOk="0">
                  <a:moveTo>
                    <a:pt x="1" y="0"/>
                  </a:moveTo>
                  <a:lnTo>
                    <a:pt x="1" y="4837"/>
                  </a:lnTo>
                  <a:lnTo>
                    <a:pt x="2996" y="4837"/>
                  </a:lnTo>
                  <a:lnTo>
                    <a:pt x="2996" y="2996"/>
                  </a:lnTo>
                  <a:cubicBezTo>
                    <a:pt x="2996" y="1345"/>
                    <a:pt x="1651" y="0"/>
                    <a:pt x="1"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4" name="Google Shape;10944;p64"/>
            <p:cNvSpPr/>
            <p:nvPr/>
          </p:nvSpPr>
          <p:spPr>
            <a:xfrm>
              <a:off x="3586852" y="3414504"/>
              <a:ext cx="11390" cy="95759"/>
            </a:xfrm>
            <a:custGeom>
              <a:avLst/>
              <a:gdLst/>
              <a:ahLst/>
              <a:cxnLst/>
              <a:rect l="l" t="t" r="r" b="b"/>
              <a:pathLst>
                <a:path w="435" h="3657" extrusionOk="0">
                  <a:moveTo>
                    <a:pt x="15" y="0"/>
                  </a:moveTo>
                  <a:lnTo>
                    <a:pt x="15" y="3435"/>
                  </a:lnTo>
                  <a:cubicBezTo>
                    <a:pt x="1" y="3582"/>
                    <a:pt x="108" y="3656"/>
                    <a:pt x="216" y="3656"/>
                  </a:cubicBezTo>
                  <a:cubicBezTo>
                    <a:pt x="325" y="3656"/>
                    <a:pt x="435" y="3582"/>
                    <a:pt x="425" y="3435"/>
                  </a:cubicBezTo>
                  <a:lnTo>
                    <a:pt x="425" y="258"/>
                  </a:lnTo>
                  <a:cubicBezTo>
                    <a:pt x="320" y="124"/>
                    <a:pt x="177" y="29"/>
                    <a:pt x="15"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5" name="Google Shape;10945;p64"/>
            <p:cNvSpPr/>
            <p:nvPr/>
          </p:nvSpPr>
          <p:spPr>
            <a:xfrm>
              <a:off x="3622202" y="3405758"/>
              <a:ext cx="11521" cy="103928"/>
            </a:xfrm>
            <a:custGeom>
              <a:avLst/>
              <a:gdLst/>
              <a:ahLst/>
              <a:cxnLst/>
              <a:rect l="l" t="t" r="r" b="b"/>
              <a:pathLst>
                <a:path w="440" h="3969" extrusionOk="0">
                  <a:moveTo>
                    <a:pt x="10" y="0"/>
                  </a:moveTo>
                  <a:cubicBezTo>
                    <a:pt x="10" y="10"/>
                    <a:pt x="10" y="29"/>
                    <a:pt x="10" y="39"/>
                  </a:cubicBezTo>
                  <a:cubicBezTo>
                    <a:pt x="29" y="229"/>
                    <a:pt x="20" y="2719"/>
                    <a:pt x="0" y="3759"/>
                  </a:cubicBezTo>
                  <a:cubicBezTo>
                    <a:pt x="0" y="3874"/>
                    <a:pt x="96" y="3969"/>
                    <a:pt x="210" y="3969"/>
                  </a:cubicBezTo>
                  <a:cubicBezTo>
                    <a:pt x="325" y="3969"/>
                    <a:pt x="411" y="3883"/>
                    <a:pt x="411" y="3769"/>
                  </a:cubicBezTo>
                  <a:cubicBezTo>
                    <a:pt x="411" y="3759"/>
                    <a:pt x="420" y="3034"/>
                    <a:pt x="430" y="2299"/>
                  </a:cubicBezTo>
                  <a:cubicBezTo>
                    <a:pt x="439" y="1660"/>
                    <a:pt x="439" y="1145"/>
                    <a:pt x="430" y="754"/>
                  </a:cubicBezTo>
                  <a:lnTo>
                    <a:pt x="430" y="630"/>
                  </a:lnTo>
                  <a:cubicBezTo>
                    <a:pt x="430" y="353"/>
                    <a:pt x="268" y="105"/>
                    <a:pt x="10"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6" name="Google Shape;10946;p64"/>
            <p:cNvSpPr/>
            <p:nvPr/>
          </p:nvSpPr>
          <p:spPr>
            <a:xfrm>
              <a:off x="3654174" y="3420002"/>
              <a:ext cx="11024" cy="89317"/>
            </a:xfrm>
            <a:custGeom>
              <a:avLst/>
              <a:gdLst/>
              <a:ahLst/>
              <a:cxnLst/>
              <a:rect l="l" t="t" r="r" b="b"/>
              <a:pathLst>
                <a:path w="421" h="3411" extrusionOk="0">
                  <a:moveTo>
                    <a:pt x="1" y="0"/>
                  </a:moveTo>
                  <a:lnTo>
                    <a:pt x="1" y="3225"/>
                  </a:lnTo>
                  <a:cubicBezTo>
                    <a:pt x="10" y="3349"/>
                    <a:pt x="110" y="3411"/>
                    <a:pt x="210" y="3411"/>
                  </a:cubicBezTo>
                  <a:cubicBezTo>
                    <a:pt x="311" y="3411"/>
                    <a:pt x="411" y="3349"/>
                    <a:pt x="420" y="3225"/>
                  </a:cubicBezTo>
                  <a:lnTo>
                    <a:pt x="420" y="630"/>
                  </a:lnTo>
                  <a:cubicBezTo>
                    <a:pt x="420" y="353"/>
                    <a:pt x="258" y="105"/>
                    <a:pt x="1"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7" name="Google Shape;10947;p64"/>
            <p:cNvSpPr/>
            <p:nvPr/>
          </p:nvSpPr>
          <p:spPr>
            <a:xfrm>
              <a:off x="3523772" y="3493320"/>
              <a:ext cx="90469" cy="144515"/>
            </a:xfrm>
            <a:custGeom>
              <a:avLst/>
              <a:gdLst/>
              <a:ahLst/>
              <a:cxnLst/>
              <a:rect l="l" t="t" r="r" b="b"/>
              <a:pathLst>
                <a:path w="3455" h="5519" extrusionOk="0">
                  <a:moveTo>
                    <a:pt x="683" y="0"/>
                  </a:moveTo>
                  <a:cubicBezTo>
                    <a:pt x="523" y="0"/>
                    <a:pt x="363" y="62"/>
                    <a:pt x="239" y="186"/>
                  </a:cubicBezTo>
                  <a:cubicBezTo>
                    <a:pt x="1" y="425"/>
                    <a:pt x="1" y="825"/>
                    <a:pt x="239" y="1064"/>
                  </a:cubicBezTo>
                  <a:lnTo>
                    <a:pt x="1623" y="2447"/>
                  </a:lnTo>
                  <a:lnTo>
                    <a:pt x="1623" y="5519"/>
                  </a:lnTo>
                  <a:lnTo>
                    <a:pt x="3454" y="5519"/>
                  </a:lnTo>
                  <a:lnTo>
                    <a:pt x="3454" y="4107"/>
                  </a:lnTo>
                  <a:cubicBezTo>
                    <a:pt x="3454" y="3067"/>
                    <a:pt x="3034" y="2075"/>
                    <a:pt x="2300" y="1350"/>
                  </a:cubicBezTo>
                  <a:lnTo>
                    <a:pt x="1126" y="186"/>
                  </a:lnTo>
                  <a:cubicBezTo>
                    <a:pt x="1002" y="62"/>
                    <a:pt x="843" y="0"/>
                    <a:pt x="68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8" name="Google Shape;10948;p64"/>
            <p:cNvSpPr/>
            <p:nvPr/>
          </p:nvSpPr>
          <p:spPr>
            <a:xfrm>
              <a:off x="3557263" y="3624324"/>
              <a:ext cx="140404" cy="24273"/>
            </a:xfrm>
            <a:custGeom>
              <a:avLst/>
              <a:gdLst/>
              <a:ahLst/>
              <a:cxnLst/>
              <a:rect l="l" t="t" r="r" b="b"/>
              <a:pathLst>
                <a:path w="5362" h="927" extrusionOk="0">
                  <a:moveTo>
                    <a:pt x="219" y="1"/>
                  </a:moveTo>
                  <a:cubicBezTo>
                    <a:pt x="105" y="1"/>
                    <a:pt x="0" y="106"/>
                    <a:pt x="0" y="230"/>
                  </a:cubicBezTo>
                  <a:lnTo>
                    <a:pt x="0" y="707"/>
                  </a:lnTo>
                  <a:cubicBezTo>
                    <a:pt x="0" y="821"/>
                    <a:pt x="105" y="926"/>
                    <a:pt x="219" y="926"/>
                  </a:cubicBezTo>
                  <a:lnTo>
                    <a:pt x="5142" y="926"/>
                  </a:lnTo>
                  <a:cubicBezTo>
                    <a:pt x="5266" y="926"/>
                    <a:pt x="5362" y="821"/>
                    <a:pt x="5362" y="707"/>
                  </a:cubicBezTo>
                  <a:lnTo>
                    <a:pt x="5362" y="230"/>
                  </a:lnTo>
                  <a:cubicBezTo>
                    <a:pt x="5362" y="106"/>
                    <a:pt x="5266" y="1"/>
                    <a:pt x="5142"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9" name="Google Shape;10949;p64"/>
            <p:cNvSpPr/>
            <p:nvPr/>
          </p:nvSpPr>
          <p:spPr>
            <a:xfrm>
              <a:off x="3720631" y="3404422"/>
              <a:ext cx="122677" cy="233413"/>
            </a:xfrm>
            <a:custGeom>
              <a:avLst/>
              <a:gdLst/>
              <a:ahLst/>
              <a:cxnLst/>
              <a:rect l="l" t="t" r="r" b="b"/>
              <a:pathLst>
                <a:path w="4685" h="8914" extrusionOk="0">
                  <a:moveTo>
                    <a:pt x="2786" y="1"/>
                  </a:moveTo>
                  <a:cubicBezTo>
                    <a:pt x="2473" y="1"/>
                    <a:pt x="2160" y="199"/>
                    <a:pt x="2118" y="605"/>
                  </a:cubicBezTo>
                  <a:cubicBezTo>
                    <a:pt x="2118" y="624"/>
                    <a:pt x="2118" y="652"/>
                    <a:pt x="2118" y="681"/>
                  </a:cubicBezTo>
                  <a:lnTo>
                    <a:pt x="2118" y="815"/>
                  </a:lnTo>
                  <a:cubicBezTo>
                    <a:pt x="1986" y="642"/>
                    <a:pt x="1789" y="548"/>
                    <a:pt x="1585" y="548"/>
                  </a:cubicBezTo>
                  <a:cubicBezTo>
                    <a:pt x="1496" y="548"/>
                    <a:pt x="1404" y="567"/>
                    <a:pt x="1317" y="605"/>
                  </a:cubicBezTo>
                  <a:cubicBezTo>
                    <a:pt x="1069" y="710"/>
                    <a:pt x="906" y="958"/>
                    <a:pt x="906" y="1225"/>
                  </a:cubicBezTo>
                  <a:lnTo>
                    <a:pt x="906" y="1683"/>
                  </a:lnTo>
                  <a:cubicBezTo>
                    <a:pt x="797" y="1579"/>
                    <a:pt x="666" y="1533"/>
                    <a:pt x="537" y="1533"/>
                  </a:cubicBezTo>
                  <a:cubicBezTo>
                    <a:pt x="262" y="1533"/>
                    <a:pt x="0" y="1746"/>
                    <a:pt x="0" y="2064"/>
                  </a:cubicBezTo>
                  <a:lnTo>
                    <a:pt x="0" y="8914"/>
                  </a:lnTo>
                  <a:lnTo>
                    <a:pt x="4684" y="8914"/>
                  </a:lnTo>
                  <a:lnTo>
                    <a:pt x="4684" y="1053"/>
                  </a:lnTo>
                  <a:cubicBezTo>
                    <a:pt x="4684" y="677"/>
                    <a:pt x="4388" y="375"/>
                    <a:pt x="4015" y="375"/>
                  </a:cubicBezTo>
                  <a:cubicBezTo>
                    <a:pt x="4009" y="375"/>
                    <a:pt x="4003" y="376"/>
                    <a:pt x="3997" y="376"/>
                  </a:cubicBezTo>
                  <a:cubicBezTo>
                    <a:pt x="3959" y="376"/>
                    <a:pt x="3921" y="376"/>
                    <a:pt x="3883" y="385"/>
                  </a:cubicBezTo>
                  <a:cubicBezTo>
                    <a:pt x="3711" y="414"/>
                    <a:pt x="3568" y="509"/>
                    <a:pt x="3463" y="643"/>
                  </a:cubicBezTo>
                  <a:cubicBezTo>
                    <a:pt x="3444" y="218"/>
                    <a:pt x="3115" y="1"/>
                    <a:pt x="2786"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0" name="Google Shape;10950;p64"/>
            <p:cNvSpPr/>
            <p:nvPr/>
          </p:nvSpPr>
          <p:spPr>
            <a:xfrm>
              <a:off x="3764831" y="3511179"/>
              <a:ext cx="78476" cy="126657"/>
            </a:xfrm>
            <a:custGeom>
              <a:avLst/>
              <a:gdLst/>
              <a:ahLst/>
              <a:cxnLst/>
              <a:rect l="l" t="t" r="r" b="b"/>
              <a:pathLst>
                <a:path w="2997" h="4837" extrusionOk="0">
                  <a:moveTo>
                    <a:pt x="2996" y="0"/>
                  </a:moveTo>
                  <a:cubicBezTo>
                    <a:pt x="1336" y="0"/>
                    <a:pt x="1" y="1345"/>
                    <a:pt x="1" y="2996"/>
                  </a:cubicBezTo>
                  <a:lnTo>
                    <a:pt x="1" y="4837"/>
                  </a:lnTo>
                  <a:lnTo>
                    <a:pt x="2996" y="4837"/>
                  </a:lnTo>
                  <a:lnTo>
                    <a:pt x="2996"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1" name="Google Shape;10951;p64"/>
            <p:cNvSpPr/>
            <p:nvPr/>
          </p:nvSpPr>
          <p:spPr>
            <a:xfrm>
              <a:off x="3811546" y="3414504"/>
              <a:ext cx="10762" cy="94764"/>
            </a:xfrm>
            <a:custGeom>
              <a:avLst/>
              <a:gdLst/>
              <a:ahLst/>
              <a:cxnLst/>
              <a:rect l="l" t="t" r="r" b="b"/>
              <a:pathLst>
                <a:path w="411" h="3619" extrusionOk="0">
                  <a:moveTo>
                    <a:pt x="411" y="0"/>
                  </a:moveTo>
                  <a:cubicBezTo>
                    <a:pt x="249" y="29"/>
                    <a:pt x="96" y="124"/>
                    <a:pt x="1" y="258"/>
                  </a:cubicBezTo>
                  <a:lnTo>
                    <a:pt x="1" y="3425"/>
                  </a:lnTo>
                  <a:cubicBezTo>
                    <a:pt x="10" y="3554"/>
                    <a:pt x="108" y="3618"/>
                    <a:pt x="206" y="3618"/>
                  </a:cubicBezTo>
                  <a:cubicBezTo>
                    <a:pt x="304" y="3618"/>
                    <a:pt x="401" y="3554"/>
                    <a:pt x="411" y="3425"/>
                  </a:cubicBezTo>
                  <a:lnTo>
                    <a:pt x="411"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2" name="Google Shape;10952;p64"/>
            <p:cNvSpPr/>
            <p:nvPr/>
          </p:nvSpPr>
          <p:spPr>
            <a:xfrm>
              <a:off x="3776091" y="3472372"/>
              <a:ext cx="11260" cy="37340"/>
            </a:xfrm>
            <a:custGeom>
              <a:avLst/>
              <a:gdLst/>
              <a:ahLst/>
              <a:cxnLst/>
              <a:rect l="l" t="t" r="r" b="b"/>
              <a:pathLst>
                <a:path w="430" h="1426" extrusionOk="0">
                  <a:moveTo>
                    <a:pt x="205" y="1"/>
                  </a:moveTo>
                  <a:cubicBezTo>
                    <a:pt x="103" y="1"/>
                    <a:pt x="0" y="70"/>
                    <a:pt x="0" y="204"/>
                  </a:cubicBezTo>
                  <a:cubicBezTo>
                    <a:pt x="10" y="481"/>
                    <a:pt x="10" y="805"/>
                    <a:pt x="10" y="1215"/>
                  </a:cubicBezTo>
                  <a:cubicBezTo>
                    <a:pt x="10" y="1330"/>
                    <a:pt x="95" y="1425"/>
                    <a:pt x="210" y="1425"/>
                  </a:cubicBezTo>
                  <a:cubicBezTo>
                    <a:pt x="215" y="1425"/>
                    <a:pt x="221" y="1426"/>
                    <a:pt x="226" y="1426"/>
                  </a:cubicBezTo>
                  <a:cubicBezTo>
                    <a:pt x="333" y="1426"/>
                    <a:pt x="420" y="1334"/>
                    <a:pt x="420" y="1225"/>
                  </a:cubicBezTo>
                  <a:cubicBezTo>
                    <a:pt x="429" y="805"/>
                    <a:pt x="429" y="471"/>
                    <a:pt x="410" y="185"/>
                  </a:cubicBezTo>
                  <a:cubicBezTo>
                    <a:pt x="397" y="61"/>
                    <a:pt x="301" y="1"/>
                    <a:pt x="205"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3" name="Google Shape;10953;p64"/>
            <p:cNvSpPr/>
            <p:nvPr/>
          </p:nvSpPr>
          <p:spPr>
            <a:xfrm>
              <a:off x="3744355" y="3420238"/>
              <a:ext cx="10762" cy="89265"/>
            </a:xfrm>
            <a:custGeom>
              <a:avLst/>
              <a:gdLst/>
              <a:ahLst/>
              <a:cxnLst/>
              <a:rect l="l" t="t" r="r" b="b"/>
              <a:pathLst>
                <a:path w="411" h="3409" extrusionOk="0">
                  <a:moveTo>
                    <a:pt x="411" y="1"/>
                  </a:moveTo>
                  <a:cubicBezTo>
                    <a:pt x="163" y="106"/>
                    <a:pt x="0" y="354"/>
                    <a:pt x="0" y="621"/>
                  </a:cubicBezTo>
                  <a:lnTo>
                    <a:pt x="0" y="3216"/>
                  </a:lnTo>
                  <a:cubicBezTo>
                    <a:pt x="10" y="3344"/>
                    <a:pt x="108" y="3409"/>
                    <a:pt x="206" y="3409"/>
                  </a:cubicBezTo>
                  <a:cubicBezTo>
                    <a:pt x="303" y="3409"/>
                    <a:pt x="401" y="3344"/>
                    <a:pt x="411" y="3216"/>
                  </a:cubicBezTo>
                  <a:lnTo>
                    <a:pt x="411" y="1"/>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4" name="Google Shape;10954;p64"/>
            <p:cNvSpPr/>
            <p:nvPr/>
          </p:nvSpPr>
          <p:spPr>
            <a:xfrm>
              <a:off x="3795311" y="3493320"/>
              <a:ext cx="90469" cy="144515"/>
            </a:xfrm>
            <a:custGeom>
              <a:avLst/>
              <a:gdLst/>
              <a:ahLst/>
              <a:cxnLst/>
              <a:rect l="l" t="t" r="r" b="b"/>
              <a:pathLst>
                <a:path w="3455" h="5519" extrusionOk="0">
                  <a:moveTo>
                    <a:pt x="2773" y="0"/>
                  </a:moveTo>
                  <a:cubicBezTo>
                    <a:pt x="2615" y="0"/>
                    <a:pt x="2457" y="62"/>
                    <a:pt x="2338" y="186"/>
                  </a:cubicBezTo>
                  <a:lnTo>
                    <a:pt x="1155" y="1350"/>
                  </a:lnTo>
                  <a:cubicBezTo>
                    <a:pt x="420" y="2075"/>
                    <a:pt x="1" y="3067"/>
                    <a:pt x="1" y="4107"/>
                  </a:cubicBezTo>
                  <a:lnTo>
                    <a:pt x="1" y="5519"/>
                  </a:lnTo>
                  <a:lnTo>
                    <a:pt x="1832" y="5519"/>
                  </a:lnTo>
                  <a:lnTo>
                    <a:pt x="1832" y="2447"/>
                  </a:lnTo>
                  <a:lnTo>
                    <a:pt x="3216" y="1064"/>
                  </a:lnTo>
                  <a:cubicBezTo>
                    <a:pt x="3454" y="825"/>
                    <a:pt x="3454" y="425"/>
                    <a:pt x="3216" y="186"/>
                  </a:cubicBezTo>
                  <a:cubicBezTo>
                    <a:pt x="3092" y="62"/>
                    <a:pt x="2932" y="0"/>
                    <a:pt x="2773"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5" name="Google Shape;10955;p64"/>
            <p:cNvSpPr/>
            <p:nvPr/>
          </p:nvSpPr>
          <p:spPr>
            <a:xfrm>
              <a:off x="3711624" y="3624324"/>
              <a:ext cx="140666" cy="24273"/>
            </a:xfrm>
            <a:custGeom>
              <a:avLst/>
              <a:gdLst/>
              <a:ahLst/>
              <a:cxnLst/>
              <a:rect l="l" t="t" r="r" b="b"/>
              <a:pathLst>
                <a:path w="5372" h="927" extrusionOk="0">
                  <a:moveTo>
                    <a:pt x="230" y="1"/>
                  </a:moveTo>
                  <a:cubicBezTo>
                    <a:pt x="106" y="1"/>
                    <a:pt x="1" y="106"/>
                    <a:pt x="10" y="230"/>
                  </a:cubicBezTo>
                  <a:lnTo>
                    <a:pt x="10" y="707"/>
                  </a:lnTo>
                  <a:cubicBezTo>
                    <a:pt x="10" y="831"/>
                    <a:pt x="106" y="926"/>
                    <a:pt x="230" y="926"/>
                  </a:cubicBezTo>
                  <a:lnTo>
                    <a:pt x="5143" y="926"/>
                  </a:lnTo>
                  <a:cubicBezTo>
                    <a:pt x="5267" y="926"/>
                    <a:pt x="5372" y="821"/>
                    <a:pt x="5362" y="707"/>
                  </a:cubicBezTo>
                  <a:lnTo>
                    <a:pt x="5362" y="230"/>
                  </a:lnTo>
                  <a:cubicBezTo>
                    <a:pt x="5362" y="106"/>
                    <a:pt x="5267" y="1"/>
                    <a:pt x="514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6" name="Google Shape;10956;p64"/>
            <p:cNvSpPr/>
            <p:nvPr/>
          </p:nvSpPr>
          <p:spPr>
            <a:xfrm>
              <a:off x="3776327" y="3405758"/>
              <a:ext cx="10762" cy="56795"/>
            </a:xfrm>
            <a:custGeom>
              <a:avLst/>
              <a:gdLst/>
              <a:ahLst/>
              <a:cxnLst/>
              <a:rect l="l" t="t" r="r" b="b"/>
              <a:pathLst>
                <a:path w="411" h="2169" extrusionOk="0">
                  <a:moveTo>
                    <a:pt x="411" y="0"/>
                  </a:moveTo>
                  <a:cubicBezTo>
                    <a:pt x="182" y="96"/>
                    <a:pt x="20" y="306"/>
                    <a:pt x="1" y="554"/>
                  </a:cubicBezTo>
                  <a:lnTo>
                    <a:pt x="1" y="1975"/>
                  </a:lnTo>
                  <a:cubicBezTo>
                    <a:pt x="10" y="2104"/>
                    <a:pt x="108" y="2168"/>
                    <a:pt x="206" y="2168"/>
                  </a:cubicBezTo>
                  <a:cubicBezTo>
                    <a:pt x="304" y="2168"/>
                    <a:pt x="401" y="2104"/>
                    <a:pt x="411" y="1975"/>
                  </a:cubicBezTo>
                  <a:lnTo>
                    <a:pt x="411"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57" name="Google Shape;10957;p64"/>
          <p:cNvGrpSpPr/>
          <p:nvPr/>
        </p:nvGrpSpPr>
        <p:grpSpPr>
          <a:xfrm>
            <a:off x="3504488" y="1826776"/>
            <a:ext cx="359232" cy="327836"/>
            <a:chOff x="3531026" y="1977314"/>
            <a:chExt cx="359232" cy="327836"/>
          </a:xfrm>
        </p:grpSpPr>
        <p:sp>
          <p:nvSpPr>
            <p:cNvPr id="10958" name="Google Shape;10958;p64"/>
            <p:cNvSpPr/>
            <p:nvPr/>
          </p:nvSpPr>
          <p:spPr>
            <a:xfrm>
              <a:off x="3668156" y="1977314"/>
              <a:ext cx="96806" cy="92590"/>
            </a:xfrm>
            <a:custGeom>
              <a:avLst/>
              <a:gdLst/>
              <a:ahLst/>
              <a:cxnLst/>
              <a:rect l="l" t="t" r="r" b="b"/>
              <a:pathLst>
                <a:path w="3697" h="3536" extrusionOk="0">
                  <a:moveTo>
                    <a:pt x="1845" y="862"/>
                  </a:moveTo>
                  <a:cubicBezTo>
                    <a:pt x="2066" y="862"/>
                    <a:pt x="2290" y="944"/>
                    <a:pt x="2472" y="1129"/>
                  </a:cubicBezTo>
                  <a:cubicBezTo>
                    <a:pt x="3044" y="1701"/>
                    <a:pt x="2643" y="2674"/>
                    <a:pt x="1832" y="2674"/>
                  </a:cubicBezTo>
                  <a:cubicBezTo>
                    <a:pt x="1336" y="2674"/>
                    <a:pt x="936" y="2264"/>
                    <a:pt x="936" y="1768"/>
                  </a:cubicBezTo>
                  <a:cubicBezTo>
                    <a:pt x="936" y="1225"/>
                    <a:pt x="1382" y="862"/>
                    <a:pt x="1845" y="862"/>
                  </a:cubicBezTo>
                  <a:close/>
                  <a:moveTo>
                    <a:pt x="1832" y="1"/>
                  </a:moveTo>
                  <a:cubicBezTo>
                    <a:pt x="1732" y="1"/>
                    <a:pt x="1632" y="65"/>
                    <a:pt x="1623" y="194"/>
                  </a:cubicBezTo>
                  <a:lnTo>
                    <a:pt x="1623" y="461"/>
                  </a:lnTo>
                  <a:cubicBezTo>
                    <a:pt x="1422" y="499"/>
                    <a:pt x="1231" y="576"/>
                    <a:pt x="1060" y="700"/>
                  </a:cubicBezTo>
                  <a:lnTo>
                    <a:pt x="869" y="509"/>
                  </a:lnTo>
                  <a:cubicBezTo>
                    <a:pt x="826" y="470"/>
                    <a:pt x="779" y="454"/>
                    <a:pt x="733" y="454"/>
                  </a:cubicBezTo>
                  <a:cubicBezTo>
                    <a:pt x="576" y="454"/>
                    <a:pt x="440" y="649"/>
                    <a:pt x="573" y="805"/>
                  </a:cubicBezTo>
                  <a:lnTo>
                    <a:pt x="764" y="995"/>
                  </a:lnTo>
                  <a:cubicBezTo>
                    <a:pt x="640" y="1158"/>
                    <a:pt x="564" y="1358"/>
                    <a:pt x="526" y="1558"/>
                  </a:cubicBezTo>
                  <a:lnTo>
                    <a:pt x="258" y="1558"/>
                  </a:lnTo>
                  <a:cubicBezTo>
                    <a:pt x="1" y="1577"/>
                    <a:pt x="1" y="1949"/>
                    <a:pt x="258" y="1978"/>
                  </a:cubicBezTo>
                  <a:lnTo>
                    <a:pt x="526" y="1978"/>
                  </a:lnTo>
                  <a:cubicBezTo>
                    <a:pt x="564" y="2178"/>
                    <a:pt x="640" y="2369"/>
                    <a:pt x="764" y="2541"/>
                  </a:cubicBezTo>
                  <a:lnTo>
                    <a:pt x="573" y="2732"/>
                  </a:lnTo>
                  <a:cubicBezTo>
                    <a:pt x="407" y="2876"/>
                    <a:pt x="552" y="3097"/>
                    <a:pt x="715" y="3097"/>
                  </a:cubicBezTo>
                  <a:cubicBezTo>
                    <a:pt x="768" y="3097"/>
                    <a:pt x="822" y="3074"/>
                    <a:pt x="869" y="3018"/>
                  </a:cubicBezTo>
                  <a:lnTo>
                    <a:pt x="1060" y="2837"/>
                  </a:lnTo>
                  <a:cubicBezTo>
                    <a:pt x="1231" y="2951"/>
                    <a:pt x="1422" y="3037"/>
                    <a:pt x="1623" y="3075"/>
                  </a:cubicBezTo>
                  <a:lnTo>
                    <a:pt x="1623" y="3342"/>
                  </a:lnTo>
                  <a:cubicBezTo>
                    <a:pt x="1632" y="3471"/>
                    <a:pt x="1732" y="3535"/>
                    <a:pt x="1832" y="3535"/>
                  </a:cubicBezTo>
                  <a:cubicBezTo>
                    <a:pt x="1933" y="3535"/>
                    <a:pt x="2033" y="3471"/>
                    <a:pt x="2042" y="3342"/>
                  </a:cubicBezTo>
                  <a:lnTo>
                    <a:pt x="2042" y="3066"/>
                  </a:lnTo>
                  <a:cubicBezTo>
                    <a:pt x="2243" y="3037"/>
                    <a:pt x="2443" y="2951"/>
                    <a:pt x="2605" y="2827"/>
                  </a:cubicBezTo>
                  <a:lnTo>
                    <a:pt x="2796" y="3018"/>
                  </a:lnTo>
                  <a:cubicBezTo>
                    <a:pt x="2838" y="3054"/>
                    <a:pt x="2884" y="3069"/>
                    <a:pt x="2929" y="3069"/>
                  </a:cubicBezTo>
                  <a:cubicBezTo>
                    <a:pt x="3084" y="3069"/>
                    <a:pt x="3218" y="2880"/>
                    <a:pt x="3092" y="2732"/>
                  </a:cubicBezTo>
                  <a:lnTo>
                    <a:pt x="2901" y="2541"/>
                  </a:lnTo>
                  <a:cubicBezTo>
                    <a:pt x="3025" y="2369"/>
                    <a:pt x="3101" y="2178"/>
                    <a:pt x="3139" y="1968"/>
                  </a:cubicBezTo>
                  <a:lnTo>
                    <a:pt x="3407" y="1968"/>
                  </a:lnTo>
                  <a:cubicBezTo>
                    <a:pt x="3416" y="1969"/>
                    <a:pt x="3424" y="1970"/>
                    <a:pt x="3433" y="1970"/>
                  </a:cubicBezTo>
                  <a:cubicBezTo>
                    <a:pt x="3696" y="1970"/>
                    <a:pt x="3694" y="1558"/>
                    <a:pt x="3424" y="1558"/>
                  </a:cubicBezTo>
                  <a:cubicBezTo>
                    <a:pt x="3419" y="1558"/>
                    <a:pt x="3413" y="1558"/>
                    <a:pt x="3407" y="1558"/>
                  </a:cubicBezTo>
                  <a:lnTo>
                    <a:pt x="3139" y="1558"/>
                  </a:lnTo>
                  <a:cubicBezTo>
                    <a:pt x="3101" y="1358"/>
                    <a:pt x="3025" y="1158"/>
                    <a:pt x="2901" y="995"/>
                  </a:cubicBezTo>
                  <a:lnTo>
                    <a:pt x="3092" y="805"/>
                  </a:lnTo>
                  <a:cubicBezTo>
                    <a:pt x="3218" y="648"/>
                    <a:pt x="3084" y="458"/>
                    <a:pt x="2928" y="458"/>
                  </a:cubicBezTo>
                  <a:cubicBezTo>
                    <a:pt x="2884" y="458"/>
                    <a:pt x="2838" y="473"/>
                    <a:pt x="2796" y="509"/>
                  </a:cubicBezTo>
                  <a:lnTo>
                    <a:pt x="2605" y="700"/>
                  </a:lnTo>
                  <a:cubicBezTo>
                    <a:pt x="2443" y="576"/>
                    <a:pt x="2243" y="499"/>
                    <a:pt x="2042" y="461"/>
                  </a:cubicBezTo>
                  <a:lnTo>
                    <a:pt x="2042" y="194"/>
                  </a:lnTo>
                  <a:cubicBezTo>
                    <a:pt x="2033" y="65"/>
                    <a:pt x="1933" y="1"/>
                    <a:pt x="1832"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9" name="Google Shape;10959;p64"/>
            <p:cNvSpPr/>
            <p:nvPr/>
          </p:nvSpPr>
          <p:spPr>
            <a:xfrm>
              <a:off x="3692901" y="2005960"/>
              <a:ext cx="40744" cy="35140"/>
            </a:xfrm>
            <a:custGeom>
              <a:avLst/>
              <a:gdLst/>
              <a:ahLst/>
              <a:cxnLst/>
              <a:rect l="l" t="t" r="r" b="b"/>
              <a:pathLst>
                <a:path w="1556" h="1342" extrusionOk="0">
                  <a:moveTo>
                    <a:pt x="887" y="417"/>
                  </a:moveTo>
                  <a:cubicBezTo>
                    <a:pt x="1031" y="417"/>
                    <a:pt x="1145" y="531"/>
                    <a:pt x="1145" y="674"/>
                  </a:cubicBezTo>
                  <a:cubicBezTo>
                    <a:pt x="1145" y="824"/>
                    <a:pt x="1016" y="925"/>
                    <a:pt x="882" y="925"/>
                  </a:cubicBezTo>
                  <a:cubicBezTo>
                    <a:pt x="820" y="925"/>
                    <a:pt x="757" y="904"/>
                    <a:pt x="706" y="855"/>
                  </a:cubicBezTo>
                  <a:cubicBezTo>
                    <a:pt x="554" y="693"/>
                    <a:pt x="668" y="417"/>
                    <a:pt x="887" y="417"/>
                  </a:cubicBezTo>
                  <a:close/>
                  <a:moveTo>
                    <a:pt x="886" y="0"/>
                  </a:moveTo>
                  <a:cubicBezTo>
                    <a:pt x="722" y="0"/>
                    <a:pt x="556" y="61"/>
                    <a:pt x="420" y="197"/>
                  </a:cubicBezTo>
                  <a:cubicBezTo>
                    <a:pt x="0" y="617"/>
                    <a:pt x="296" y="1342"/>
                    <a:pt x="887" y="1342"/>
                  </a:cubicBezTo>
                  <a:cubicBezTo>
                    <a:pt x="1260" y="1342"/>
                    <a:pt x="1555" y="1037"/>
                    <a:pt x="1555" y="674"/>
                  </a:cubicBezTo>
                  <a:cubicBezTo>
                    <a:pt x="1555" y="267"/>
                    <a:pt x="1228" y="0"/>
                    <a:pt x="886"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0" name="Google Shape;10960;p64"/>
            <p:cNvSpPr/>
            <p:nvPr/>
          </p:nvSpPr>
          <p:spPr>
            <a:xfrm>
              <a:off x="3531026" y="2088286"/>
              <a:ext cx="276068" cy="216864"/>
            </a:xfrm>
            <a:custGeom>
              <a:avLst/>
              <a:gdLst/>
              <a:ahLst/>
              <a:cxnLst/>
              <a:rect l="l" t="t" r="r" b="b"/>
              <a:pathLst>
                <a:path w="10543" h="8282" extrusionOk="0">
                  <a:moveTo>
                    <a:pt x="220" y="1"/>
                  </a:moveTo>
                  <a:cubicBezTo>
                    <a:pt x="96" y="1"/>
                    <a:pt x="0" y="96"/>
                    <a:pt x="0" y="220"/>
                  </a:cubicBezTo>
                  <a:lnTo>
                    <a:pt x="0" y="8062"/>
                  </a:lnTo>
                  <a:cubicBezTo>
                    <a:pt x="0" y="8186"/>
                    <a:pt x="96" y="8282"/>
                    <a:pt x="220" y="8282"/>
                  </a:cubicBezTo>
                  <a:lnTo>
                    <a:pt x="10361" y="8282"/>
                  </a:lnTo>
                  <a:cubicBezTo>
                    <a:pt x="10437" y="8282"/>
                    <a:pt x="10504" y="8243"/>
                    <a:pt x="10542" y="8186"/>
                  </a:cubicBezTo>
                  <a:lnTo>
                    <a:pt x="10542" y="1594"/>
                  </a:lnTo>
                  <a:cubicBezTo>
                    <a:pt x="10542" y="1470"/>
                    <a:pt x="10437" y="1375"/>
                    <a:pt x="10313" y="1375"/>
                  </a:cubicBezTo>
                  <a:lnTo>
                    <a:pt x="4265" y="1375"/>
                  </a:lnTo>
                  <a:lnTo>
                    <a:pt x="2948" y="58"/>
                  </a:lnTo>
                  <a:cubicBezTo>
                    <a:pt x="2910" y="20"/>
                    <a:pt x="2853" y="1"/>
                    <a:pt x="2796"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1" name="Google Shape;10961;p64"/>
            <p:cNvSpPr/>
            <p:nvPr/>
          </p:nvSpPr>
          <p:spPr>
            <a:xfrm>
              <a:off x="3743360" y="2124264"/>
              <a:ext cx="63472" cy="51742"/>
            </a:xfrm>
            <a:custGeom>
              <a:avLst/>
              <a:gdLst/>
              <a:ahLst/>
              <a:cxnLst/>
              <a:rect l="l" t="t" r="r" b="b"/>
              <a:pathLst>
                <a:path w="2424" h="1976" extrusionOk="0">
                  <a:moveTo>
                    <a:pt x="449" y="1"/>
                  </a:moveTo>
                  <a:lnTo>
                    <a:pt x="86" y="363"/>
                  </a:lnTo>
                  <a:cubicBezTo>
                    <a:pt x="0" y="449"/>
                    <a:pt x="0" y="583"/>
                    <a:pt x="86" y="678"/>
                  </a:cubicBezTo>
                  <a:lnTo>
                    <a:pt x="773" y="1365"/>
                  </a:lnTo>
                  <a:cubicBezTo>
                    <a:pt x="816" y="1403"/>
                    <a:pt x="873" y="1422"/>
                    <a:pt x="930" y="1422"/>
                  </a:cubicBezTo>
                  <a:cubicBezTo>
                    <a:pt x="988" y="1422"/>
                    <a:pt x="1045" y="1403"/>
                    <a:pt x="1088" y="1365"/>
                  </a:cubicBezTo>
                  <a:lnTo>
                    <a:pt x="1536" y="917"/>
                  </a:lnTo>
                  <a:cubicBezTo>
                    <a:pt x="1698" y="1002"/>
                    <a:pt x="1861" y="1069"/>
                    <a:pt x="2042" y="1126"/>
                  </a:cubicBezTo>
                  <a:lnTo>
                    <a:pt x="2042" y="1756"/>
                  </a:lnTo>
                  <a:cubicBezTo>
                    <a:pt x="2042" y="1880"/>
                    <a:pt x="2137" y="1975"/>
                    <a:pt x="2261" y="1975"/>
                  </a:cubicBezTo>
                  <a:lnTo>
                    <a:pt x="2423" y="1975"/>
                  </a:lnTo>
                  <a:lnTo>
                    <a:pt x="2423" y="220"/>
                  </a:lnTo>
                  <a:cubicBezTo>
                    <a:pt x="2423" y="106"/>
                    <a:pt x="2328" y="1"/>
                    <a:pt x="2204"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2" name="Google Shape;10962;p64"/>
            <p:cNvSpPr/>
            <p:nvPr/>
          </p:nvSpPr>
          <p:spPr>
            <a:xfrm>
              <a:off x="3531026" y="2193471"/>
              <a:ext cx="276068" cy="111443"/>
            </a:xfrm>
            <a:custGeom>
              <a:avLst/>
              <a:gdLst/>
              <a:ahLst/>
              <a:cxnLst/>
              <a:rect l="l" t="t" r="r" b="b"/>
              <a:pathLst>
                <a:path w="10543" h="4256" extrusionOk="0">
                  <a:moveTo>
                    <a:pt x="0" y="0"/>
                  </a:moveTo>
                  <a:lnTo>
                    <a:pt x="0" y="4036"/>
                  </a:lnTo>
                  <a:cubicBezTo>
                    <a:pt x="0" y="4160"/>
                    <a:pt x="96" y="4255"/>
                    <a:pt x="220" y="4255"/>
                  </a:cubicBezTo>
                  <a:lnTo>
                    <a:pt x="10361" y="4255"/>
                  </a:lnTo>
                  <a:cubicBezTo>
                    <a:pt x="10437" y="4255"/>
                    <a:pt x="10504" y="4217"/>
                    <a:pt x="10542" y="4160"/>
                  </a:cubicBezTo>
                  <a:lnTo>
                    <a:pt x="10542"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3" name="Google Shape;10963;p64"/>
            <p:cNvSpPr/>
            <p:nvPr/>
          </p:nvSpPr>
          <p:spPr>
            <a:xfrm>
              <a:off x="3531785" y="2179462"/>
              <a:ext cx="298535" cy="125688"/>
            </a:xfrm>
            <a:custGeom>
              <a:avLst/>
              <a:gdLst/>
              <a:ahLst/>
              <a:cxnLst/>
              <a:rect l="l" t="t" r="r" b="b"/>
              <a:pathLst>
                <a:path w="11401" h="4800" extrusionOk="0">
                  <a:moveTo>
                    <a:pt x="1068" y="1"/>
                  </a:moveTo>
                  <a:cubicBezTo>
                    <a:pt x="964" y="1"/>
                    <a:pt x="868" y="77"/>
                    <a:pt x="849" y="182"/>
                  </a:cubicBezTo>
                  <a:lnTo>
                    <a:pt x="782" y="535"/>
                  </a:lnTo>
                  <a:lnTo>
                    <a:pt x="134" y="3951"/>
                  </a:lnTo>
                  <a:lnTo>
                    <a:pt x="0" y="4676"/>
                  </a:lnTo>
                  <a:cubicBezTo>
                    <a:pt x="38" y="4752"/>
                    <a:pt x="114" y="4800"/>
                    <a:pt x="191" y="4800"/>
                  </a:cubicBezTo>
                  <a:lnTo>
                    <a:pt x="10332" y="4800"/>
                  </a:lnTo>
                  <a:cubicBezTo>
                    <a:pt x="10437" y="4790"/>
                    <a:pt x="10523" y="4723"/>
                    <a:pt x="10542" y="4618"/>
                  </a:cubicBezTo>
                  <a:lnTo>
                    <a:pt x="10675" y="3951"/>
                  </a:lnTo>
                  <a:lnTo>
                    <a:pt x="11372" y="259"/>
                  </a:lnTo>
                  <a:cubicBezTo>
                    <a:pt x="11400" y="125"/>
                    <a:pt x="11295" y="1"/>
                    <a:pt x="1116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4" name="Google Shape;10964;p64"/>
            <p:cNvSpPr/>
            <p:nvPr/>
          </p:nvSpPr>
          <p:spPr>
            <a:xfrm>
              <a:off x="3531785" y="2282893"/>
              <a:ext cx="279551" cy="22257"/>
            </a:xfrm>
            <a:custGeom>
              <a:avLst/>
              <a:gdLst/>
              <a:ahLst/>
              <a:cxnLst/>
              <a:rect l="l" t="t" r="r" b="b"/>
              <a:pathLst>
                <a:path w="10676" h="850" extrusionOk="0">
                  <a:moveTo>
                    <a:pt x="134" y="1"/>
                  </a:moveTo>
                  <a:lnTo>
                    <a:pt x="29" y="592"/>
                  </a:lnTo>
                  <a:lnTo>
                    <a:pt x="0" y="726"/>
                  </a:lnTo>
                  <a:cubicBezTo>
                    <a:pt x="38" y="802"/>
                    <a:pt x="114" y="850"/>
                    <a:pt x="191" y="850"/>
                  </a:cubicBezTo>
                  <a:lnTo>
                    <a:pt x="10332" y="850"/>
                  </a:lnTo>
                  <a:cubicBezTo>
                    <a:pt x="10437" y="840"/>
                    <a:pt x="10523" y="773"/>
                    <a:pt x="10542" y="668"/>
                  </a:cubicBezTo>
                  <a:lnTo>
                    <a:pt x="10675"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5" name="Google Shape;10965;p64"/>
            <p:cNvSpPr/>
            <p:nvPr/>
          </p:nvSpPr>
          <p:spPr>
            <a:xfrm>
              <a:off x="3740846" y="2015596"/>
              <a:ext cx="149412" cy="149176"/>
            </a:xfrm>
            <a:custGeom>
              <a:avLst/>
              <a:gdLst/>
              <a:ahLst/>
              <a:cxnLst/>
              <a:rect l="l" t="t" r="r" b="b"/>
              <a:pathLst>
                <a:path w="5706" h="5697" extrusionOk="0">
                  <a:moveTo>
                    <a:pt x="2843" y="1622"/>
                  </a:moveTo>
                  <a:cubicBezTo>
                    <a:pt x="3468" y="1622"/>
                    <a:pt x="4065" y="2109"/>
                    <a:pt x="4065" y="2844"/>
                  </a:cubicBezTo>
                  <a:cubicBezTo>
                    <a:pt x="4065" y="3511"/>
                    <a:pt x="3521" y="4055"/>
                    <a:pt x="2853" y="4055"/>
                  </a:cubicBezTo>
                  <a:cubicBezTo>
                    <a:pt x="1766" y="4055"/>
                    <a:pt x="1222" y="2748"/>
                    <a:pt x="1985" y="1985"/>
                  </a:cubicBezTo>
                  <a:cubicBezTo>
                    <a:pt x="2236" y="1734"/>
                    <a:pt x="2543" y="1622"/>
                    <a:pt x="2843" y="1622"/>
                  </a:cubicBezTo>
                  <a:close/>
                  <a:moveTo>
                    <a:pt x="2787" y="1"/>
                  </a:moveTo>
                  <a:cubicBezTo>
                    <a:pt x="2663" y="1"/>
                    <a:pt x="2567" y="96"/>
                    <a:pt x="2567" y="220"/>
                  </a:cubicBezTo>
                  <a:lnTo>
                    <a:pt x="2567" y="764"/>
                  </a:lnTo>
                  <a:cubicBezTo>
                    <a:pt x="2205" y="812"/>
                    <a:pt x="1861" y="955"/>
                    <a:pt x="1565" y="1184"/>
                  </a:cubicBezTo>
                  <a:lnTo>
                    <a:pt x="1174" y="793"/>
                  </a:lnTo>
                  <a:cubicBezTo>
                    <a:pt x="1131" y="750"/>
                    <a:pt x="1077" y="728"/>
                    <a:pt x="1022" y="728"/>
                  </a:cubicBezTo>
                  <a:cubicBezTo>
                    <a:pt x="967" y="728"/>
                    <a:pt x="912" y="750"/>
                    <a:pt x="869" y="793"/>
                  </a:cubicBezTo>
                  <a:lnTo>
                    <a:pt x="783" y="878"/>
                  </a:lnTo>
                  <a:cubicBezTo>
                    <a:pt x="697" y="964"/>
                    <a:pt x="697" y="1098"/>
                    <a:pt x="783" y="1184"/>
                  </a:cubicBezTo>
                  <a:lnTo>
                    <a:pt x="1174" y="1575"/>
                  </a:lnTo>
                  <a:cubicBezTo>
                    <a:pt x="945" y="1871"/>
                    <a:pt x="802" y="2214"/>
                    <a:pt x="755" y="2577"/>
                  </a:cubicBezTo>
                  <a:lnTo>
                    <a:pt x="230" y="2577"/>
                  </a:lnTo>
                  <a:cubicBezTo>
                    <a:pt x="106" y="2577"/>
                    <a:pt x="1" y="2672"/>
                    <a:pt x="1" y="2796"/>
                  </a:cubicBezTo>
                  <a:lnTo>
                    <a:pt x="1" y="2920"/>
                  </a:lnTo>
                  <a:cubicBezTo>
                    <a:pt x="10" y="3035"/>
                    <a:pt x="106" y="3120"/>
                    <a:pt x="230" y="3120"/>
                  </a:cubicBezTo>
                  <a:lnTo>
                    <a:pt x="774" y="3120"/>
                  </a:lnTo>
                  <a:cubicBezTo>
                    <a:pt x="821" y="3483"/>
                    <a:pt x="964" y="3826"/>
                    <a:pt x="1193" y="4122"/>
                  </a:cubicBezTo>
                  <a:lnTo>
                    <a:pt x="802" y="4513"/>
                  </a:lnTo>
                  <a:cubicBezTo>
                    <a:pt x="716" y="4599"/>
                    <a:pt x="716" y="4733"/>
                    <a:pt x="802" y="4818"/>
                  </a:cubicBezTo>
                  <a:lnTo>
                    <a:pt x="888" y="4904"/>
                  </a:lnTo>
                  <a:cubicBezTo>
                    <a:pt x="931" y="4947"/>
                    <a:pt x="986" y="4969"/>
                    <a:pt x="1041" y="4969"/>
                  </a:cubicBezTo>
                  <a:cubicBezTo>
                    <a:pt x="1096" y="4969"/>
                    <a:pt x="1151" y="4947"/>
                    <a:pt x="1193" y="4904"/>
                  </a:cubicBezTo>
                  <a:lnTo>
                    <a:pt x="1585" y="4513"/>
                  </a:lnTo>
                  <a:cubicBezTo>
                    <a:pt x="1880" y="4742"/>
                    <a:pt x="2224" y="4885"/>
                    <a:pt x="2586" y="4933"/>
                  </a:cubicBezTo>
                  <a:lnTo>
                    <a:pt x="2586" y="5477"/>
                  </a:lnTo>
                  <a:cubicBezTo>
                    <a:pt x="2586" y="5601"/>
                    <a:pt x="2682" y="5696"/>
                    <a:pt x="2806" y="5696"/>
                  </a:cubicBezTo>
                  <a:lnTo>
                    <a:pt x="2930" y="5696"/>
                  </a:lnTo>
                  <a:cubicBezTo>
                    <a:pt x="3044" y="5696"/>
                    <a:pt x="3149" y="5601"/>
                    <a:pt x="3149" y="5477"/>
                  </a:cubicBezTo>
                  <a:lnTo>
                    <a:pt x="3149" y="4933"/>
                  </a:lnTo>
                  <a:cubicBezTo>
                    <a:pt x="3512" y="4885"/>
                    <a:pt x="3855" y="4742"/>
                    <a:pt x="4151" y="4513"/>
                  </a:cubicBezTo>
                  <a:lnTo>
                    <a:pt x="4532" y="4904"/>
                  </a:lnTo>
                  <a:cubicBezTo>
                    <a:pt x="4575" y="4947"/>
                    <a:pt x="4633" y="4969"/>
                    <a:pt x="4690" y="4969"/>
                  </a:cubicBezTo>
                  <a:cubicBezTo>
                    <a:pt x="4747" y="4969"/>
                    <a:pt x="4804" y="4947"/>
                    <a:pt x="4847" y="4904"/>
                  </a:cubicBezTo>
                  <a:lnTo>
                    <a:pt x="4933" y="4818"/>
                  </a:lnTo>
                  <a:cubicBezTo>
                    <a:pt x="5019" y="4733"/>
                    <a:pt x="5019" y="4599"/>
                    <a:pt x="4933" y="4513"/>
                  </a:cubicBezTo>
                  <a:lnTo>
                    <a:pt x="4523" y="4113"/>
                  </a:lnTo>
                  <a:cubicBezTo>
                    <a:pt x="4742" y="3826"/>
                    <a:pt x="4885" y="3483"/>
                    <a:pt x="4933" y="3111"/>
                  </a:cubicBezTo>
                  <a:lnTo>
                    <a:pt x="5486" y="3111"/>
                  </a:lnTo>
                  <a:cubicBezTo>
                    <a:pt x="5601" y="3111"/>
                    <a:pt x="5696" y="3015"/>
                    <a:pt x="5706" y="2901"/>
                  </a:cubicBezTo>
                  <a:lnTo>
                    <a:pt x="5706" y="2777"/>
                  </a:lnTo>
                  <a:cubicBezTo>
                    <a:pt x="5706" y="2662"/>
                    <a:pt x="5601" y="2558"/>
                    <a:pt x="5477" y="2558"/>
                  </a:cubicBezTo>
                  <a:lnTo>
                    <a:pt x="4933" y="2558"/>
                  </a:lnTo>
                  <a:cubicBezTo>
                    <a:pt x="4885" y="2195"/>
                    <a:pt x="4742" y="1852"/>
                    <a:pt x="4513" y="1556"/>
                  </a:cubicBezTo>
                  <a:lnTo>
                    <a:pt x="4904" y="1174"/>
                  </a:lnTo>
                  <a:cubicBezTo>
                    <a:pt x="4990" y="1079"/>
                    <a:pt x="4990" y="945"/>
                    <a:pt x="4904" y="859"/>
                  </a:cubicBezTo>
                  <a:lnTo>
                    <a:pt x="4819" y="774"/>
                  </a:lnTo>
                  <a:cubicBezTo>
                    <a:pt x="4776" y="731"/>
                    <a:pt x="4721" y="709"/>
                    <a:pt x="4666" y="709"/>
                  </a:cubicBezTo>
                  <a:cubicBezTo>
                    <a:pt x="4611" y="709"/>
                    <a:pt x="4556" y="731"/>
                    <a:pt x="4513" y="774"/>
                  </a:cubicBezTo>
                  <a:lnTo>
                    <a:pt x="4122" y="1165"/>
                  </a:lnTo>
                  <a:cubicBezTo>
                    <a:pt x="3826" y="936"/>
                    <a:pt x="3483" y="793"/>
                    <a:pt x="3121" y="745"/>
                  </a:cubicBezTo>
                  <a:lnTo>
                    <a:pt x="3121" y="201"/>
                  </a:lnTo>
                  <a:cubicBezTo>
                    <a:pt x="3111" y="87"/>
                    <a:pt x="3016" y="1"/>
                    <a:pt x="2911"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6" name="Google Shape;10966;p64"/>
            <p:cNvSpPr/>
            <p:nvPr/>
          </p:nvSpPr>
          <p:spPr>
            <a:xfrm>
              <a:off x="3789576" y="2070532"/>
              <a:ext cx="45221" cy="38780"/>
            </a:xfrm>
            <a:custGeom>
              <a:avLst/>
              <a:gdLst/>
              <a:ahLst/>
              <a:cxnLst/>
              <a:rect l="l" t="t" r="r" b="b"/>
              <a:pathLst>
                <a:path w="1727" h="1481" extrusionOk="0">
                  <a:moveTo>
                    <a:pt x="989" y="0"/>
                  </a:moveTo>
                  <a:cubicBezTo>
                    <a:pt x="807" y="0"/>
                    <a:pt x="620" y="69"/>
                    <a:pt x="468" y="221"/>
                  </a:cubicBezTo>
                  <a:cubicBezTo>
                    <a:pt x="0" y="679"/>
                    <a:pt x="334" y="1480"/>
                    <a:pt x="992" y="1480"/>
                  </a:cubicBezTo>
                  <a:cubicBezTo>
                    <a:pt x="1393" y="1480"/>
                    <a:pt x="1727" y="1146"/>
                    <a:pt x="1727" y="736"/>
                  </a:cubicBezTo>
                  <a:cubicBezTo>
                    <a:pt x="1727" y="292"/>
                    <a:pt x="1367" y="0"/>
                    <a:pt x="989"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7" name="Google Shape;10967;p64"/>
            <p:cNvSpPr/>
            <p:nvPr/>
          </p:nvSpPr>
          <p:spPr>
            <a:xfrm>
              <a:off x="3531026" y="2088286"/>
              <a:ext cx="111679" cy="36004"/>
            </a:xfrm>
            <a:custGeom>
              <a:avLst/>
              <a:gdLst/>
              <a:ahLst/>
              <a:cxnLst/>
              <a:rect l="l" t="t" r="r" b="b"/>
              <a:pathLst>
                <a:path w="4265" h="1375" extrusionOk="0">
                  <a:moveTo>
                    <a:pt x="220" y="1"/>
                  </a:moveTo>
                  <a:cubicBezTo>
                    <a:pt x="96" y="1"/>
                    <a:pt x="0" y="96"/>
                    <a:pt x="0" y="220"/>
                  </a:cubicBezTo>
                  <a:lnTo>
                    <a:pt x="0" y="1375"/>
                  </a:lnTo>
                  <a:lnTo>
                    <a:pt x="4265" y="1375"/>
                  </a:lnTo>
                  <a:lnTo>
                    <a:pt x="2948" y="58"/>
                  </a:lnTo>
                  <a:cubicBezTo>
                    <a:pt x="2910" y="20"/>
                    <a:pt x="2853" y="1"/>
                    <a:pt x="2796"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68" name="Google Shape;10968;p64"/>
          <p:cNvGrpSpPr/>
          <p:nvPr/>
        </p:nvGrpSpPr>
        <p:grpSpPr>
          <a:xfrm>
            <a:off x="3096814" y="1349738"/>
            <a:ext cx="296781" cy="359232"/>
            <a:chOff x="3123351" y="1500275"/>
            <a:chExt cx="296781" cy="359232"/>
          </a:xfrm>
        </p:grpSpPr>
        <p:sp>
          <p:nvSpPr>
            <p:cNvPr id="10969" name="Google Shape;10969;p64"/>
            <p:cNvSpPr/>
            <p:nvPr/>
          </p:nvSpPr>
          <p:spPr>
            <a:xfrm>
              <a:off x="3123351" y="1562700"/>
              <a:ext cx="296781" cy="296545"/>
            </a:xfrm>
            <a:custGeom>
              <a:avLst/>
              <a:gdLst/>
              <a:ahLst/>
              <a:cxnLst/>
              <a:rect l="l" t="t" r="r" b="b"/>
              <a:pathLst>
                <a:path w="11334" h="11325" extrusionOk="0">
                  <a:moveTo>
                    <a:pt x="220" y="1"/>
                  </a:moveTo>
                  <a:cubicBezTo>
                    <a:pt x="96" y="1"/>
                    <a:pt x="0" y="96"/>
                    <a:pt x="0" y="220"/>
                  </a:cubicBezTo>
                  <a:lnTo>
                    <a:pt x="0" y="8806"/>
                  </a:lnTo>
                  <a:lnTo>
                    <a:pt x="258" y="9073"/>
                  </a:lnTo>
                  <a:lnTo>
                    <a:pt x="1813" y="10676"/>
                  </a:lnTo>
                  <a:lnTo>
                    <a:pt x="2452" y="11325"/>
                  </a:lnTo>
                  <a:lnTo>
                    <a:pt x="11114" y="11325"/>
                  </a:lnTo>
                  <a:cubicBezTo>
                    <a:pt x="11238" y="11325"/>
                    <a:pt x="11334" y="11229"/>
                    <a:pt x="11334" y="11105"/>
                  </a:cubicBezTo>
                  <a:lnTo>
                    <a:pt x="11334" y="220"/>
                  </a:lnTo>
                  <a:cubicBezTo>
                    <a:pt x="11334" y="96"/>
                    <a:pt x="11229" y="1"/>
                    <a:pt x="11114"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0" name="Google Shape;10970;p64"/>
            <p:cNvSpPr/>
            <p:nvPr/>
          </p:nvSpPr>
          <p:spPr>
            <a:xfrm>
              <a:off x="3276979" y="1562465"/>
              <a:ext cx="99189" cy="33569"/>
            </a:xfrm>
            <a:custGeom>
              <a:avLst/>
              <a:gdLst/>
              <a:ahLst/>
              <a:cxnLst/>
              <a:rect l="l" t="t" r="r" b="b"/>
              <a:pathLst>
                <a:path w="3788" h="1282" extrusionOk="0">
                  <a:moveTo>
                    <a:pt x="0" y="0"/>
                  </a:moveTo>
                  <a:cubicBezTo>
                    <a:pt x="344" y="854"/>
                    <a:pt x="1119" y="1281"/>
                    <a:pt x="1894" y="1281"/>
                  </a:cubicBezTo>
                  <a:cubicBezTo>
                    <a:pt x="2669" y="1281"/>
                    <a:pt x="3444" y="854"/>
                    <a:pt x="3788"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1" name="Google Shape;10971;p64"/>
            <p:cNvSpPr/>
            <p:nvPr/>
          </p:nvSpPr>
          <p:spPr>
            <a:xfrm>
              <a:off x="3130081" y="1800277"/>
              <a:ext cx="75963" cy="59230"/>
            </a:xfrm>
            <a:custGeom>
              <a:avLst/>
              <a:gdLst/>
              <a:ahLst/>
              <a:cxnLst/>
              <a:rect l="l" t="t" r="r" b="b"/>
              <a:pathLst>
                <a:path w="2901" h="2262" extrusionOk="0">
                  <a:moveTo>
                    <a:pt x="1" y="0"/>
                  </a:moveTo>
                  <a:lnTo>
                    <a:pt x="2195" y="2261"/>
                  </a:lnTo>
                  <a:lnTo>
                    <a:pt x="2901" y="2261"/>
                  </a:lnTo>
                  <a:lnTo>
                    <a:pt x="2901" y="172"/>
                  </a:lnTo>
                  <a:cubicBezTo>
                    <a:pt x="2901" y="77"/>
                    <a:pt x="2825" y="0"/>
                    <a:pt x="2729"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2" name="Google Shape;10972;p64"/>
            <p:cNvSpPr/>
            <p:nvPr/>
          </p:nvSpPr>
          <p:spPr>
            <a:xfrm>
              <a:off x="3170799" y="1562465"/>
              <a:ext cx="249334" cy="296781"/>
            </a:xfrm>
            <a:custGeom>
              <a:avLst/>
              <a:gdLst/>
              <a:ahLst/>
              <a:cxnLst/>
              <a:rect l="l" t="t" r="r" b="b"/>
              <a:pathLst>
                <a:path w="9522" h="11334" extrusionOk="0">
                  <a:moveTo>
                    <a:pt x="8882" y="0"/>
                  </a:moveTo>
                  <a:lnTo>
                    <a:pt x="8882" y="10685"/>
                  </a:lnTo>
                  <a:lnTo>
                    <a:pt x="1" y="10685"/>
                  </a:lnTo>
                  <a:lnTo>
                    <a:pt x="640" y="11334"/>
                  </a:lnTo>
                  <a:lnTo>
                    <a:pt x="9302" y="11334"/>
                  </a:lnTo>
                  <a:cubicBezTo>
                    <a:pt x="9426" y="11334"/>
                    <a:pt x="9522" y="11238"/>
                    <a:pt x="9522" y="11114"/>
                  </a:cubicBezTo>
                  <a:lnTo>
                    <a:pt x="9522" y="229"/>
                  </a:lnTo>
                  <a:cubicBezTo>
                    <a:pt x="9522" y="105"/>
                    <a:pt x="9426" y="10"/>
                    <a:pt x="9302"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3" name="Google Shape;10973;p64"/>
            <p:cNvSpPr/>
            <p:nvPr/>
          </p:nvSpPr>
          <p:spPr>
            <a:xfrm>
              <a:off x="3123351" y="1793285"/>
              <a:ext cx="64206" cy="66222"/>
            </a:xfrm>
            <a:custGeom>
              <a:avLst/>
              <a:gdLst/>
              <a:ahLst/>
              <a:cxnLst/>
              <a:rect l="l" t="t" r="r" b="b"/>
              <a:pathLst>
                <a:path w="2452" h="2529" extrusionOk="0">
                  <a:moveTo>
                    <a:pt x="0" y="0"/>
                  </a:moveTo>
                  <a:lnTo>
                    <a:pt x="2452" y="2528"/>
                  </a:lnTo>
                  <a:lnTo>
                    <a:pt x="2452" y="220"/>
                  </a:lnTo>
                  <a:cubicBezTo>
                    <a:pt x="2452" y="96"/>
                    <a:pt x="2347" y="0"/>
                    <a:pt x="222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4" name="Google Shape;10974;p64"/>
            <p:cNvSpPr/>
            <p:nvPr/>
          </p:nvSpPr>
          <p:spPr>
            <a:xfrm>
              <a:off x="3251998" y="1787787"/>
              <a:ext cx="131658" cy="11024"/>
            </a:xfrm>
            <a:custGeom>
              <a:avLst/>
              <a:gdLst/>
              <a:ahLst/>
              <a:cxnLst/>
              <a:rect l="l" t="t" r="r" b="b"/>
              <a:pathLst>
                <a:path w="5028" h="421" extrusionOk="0">
                  <a:moveTo>
                    <a:pt x="258" y="0"/>
                  </a:moveTo>
                  <a:cubicBezTo>
                    <a:pt x="0" y="20"/>
                    <a:pt x="0" y="401"/>
                    <a:pt x="258" y="420"/>
                  </a:cubicBezTo>
                  <a:lnTo>
                    <a:pt x="4770" y="420"/>
                  </a:lnTo>
                  <a:cubicBezTo>
                    <a:pt x="5028" y="401"/>
                    <a:pt x="5028" y="20"/>
                    <a:pt x="4770"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5" name="Google Shape;10975;p64"/>
            <p:cNvSpPr/>
            <p:nvPr/>
          </p:nvSpPr>
          <p:spPr>
            <a:xfrm>
              <a:off x="3259304" y="1537432"/>
              <a:ext cx="74234" cy="70516"/>
            </a:xfrm>
            <a:custGeom>
              <a:avLst/>
              <a:gdLst/>
              <a:ahLst/>
              <a:cxnLst/>
              <a:rect l="l" t="t" r="r" b="b"/>
              <a:pathLst>
                <a:path w="2835" h="2693" extrusionOk="0">
                  <a:moveTo>
                    <a:pt x="2549" y="0"/>
                  </a:moveTo>
                  <a:cubicBezTo>
                    <a:pt x="2507" y="0"/>
                    <a:pt x="2462" y="15"/>
                    <a:pt x="2421" y="50"/>
                  </a:cubicBezTo>
                  <a:lnTo>
                    <a:pt x="131" y="2340"/>
                  </a:lnTo>
                  <a:cubicBezTo>
                    <a:pt x="1" y="2461"/>
                    <a:pt x="90" y="2693"/>
                    <a:pt x="273" y="2693"/>
                  </a:cubicBezTo>
                  <a:cubicBezTo>
                    <a:pt x="277" y="2693"/>
                    <a:pt x="280" y="2693"/>
                    <a:pt x="284" y="2693"/>
                  </a:cubicBezTo>
                  <a:cubicBezTo>
                    <a:pt x="332" y="2693"/>
                    <a:pt x="389" y="2674"/>
                    <a:pt x="427" y="2635"/>
                  </a:cubicBezTo>
                  <a:lnTo>
                    <a:pt x="2707" y="346"/>
                  </a:lnTo>
                  <a:cubicBezTo>
                    <a:pt x="2834" y="196"/>
                    <a:pt x="2704" y="0"/>
                    <a:pt x="254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6" name="Google Shape;10976;p64"/>
            <p:cNvSpPr/>
            <p:nvPr/>
          </p:nvSpPr>
          <p:spPr>
            <a:xfrm>
              <a:off x="3283970" y="1500275"/>
              <a:ext cx="84944" cy="84944"/>
            </a:xfrm>
            <a:custGeom>
              <a:avLst/>
              <a:gdLst/>
              <a:ahLst/>
              <a:cxnLst/>
              <a:rect l="l" t="t" r="r" b="b"/>
              <a:pathLst>
                <a:path w="3244" h="3244" extrusionOk="0">
                  <a:moveTo>
                    <a:pt x="1622" y="0"/>
                  </a:moveTo>
                  <a:cubicBezTo>
                    <a:pt x="725" y="0"/>
                    <a:pt x="0" y="725"/>
                    <a:pt x="0" y="1622"/>
                  </a:cubicBezTo>
                  <a:cubicBezTo>
                    <a:pt x="0" y="2519"/>
                    <a:pt x="725" y="3244"/>
                    <a:pt x="1622" y="3244"/>
                  </a:cubicBezTo>
                  <a:cubicBezTo>
                    <a:pt x="2519" y="3244"/>
                    <a:pt x="3244" y="2519"/>
                    <a:pt x="3244" y="1622"/>
                  </a:cubicBezTo>
                  <a:cubicBezTo>
                    <a:pt x="3244" y="725"/>
                    <a:pt x="2519" y="0"/>
                    <a:pt x="1622"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7" name="Google Shape;10977;p64"/>
            <p:cNvSpPr/>
            <p:nvPr/>
          </p:nvSpPr>
          <p:spPr>
            <a:xfrm>
              <a:off x="3185803" y="1633662"/>
              <a:ext cx="171878" cy="19743"/>
            </a:xfrm>
            <a:custGeom>
              <a:avLst/>
              <a:gdLst/>
              <a:ahLst/>
              <a:cxnLst/>
              <a:rect l="l" t="t" r="r" b="b"/>
              <a:pathLst>
                <a:path w="6564" h="754" extrusionOk="0">
                  <a:moveTo>
                    <a:pt x="220" y="0"/>
                  </a:moveTo>
                  <a:cubicBezTo>
                    <a:pt x="96" y="0"/>
                    <a:pt x="0" y="96"/>
                    <a:pt x="0" y="220"/>
                  </a:cubicBezTo>
                  <a:lnTo>
                    <a:pt x="0" y="525"/>
                  </a:lnTo>
                  <a:cubicBezTo>
                    <a:pt x="0" y="649"/>
                    <a:pt x="96" y="754"/>
                    <a:pt x="220" y="754"/>
                  </a:cubicBezTo>
                  <a:lnTo>
                    <a:pt x="6344" y="754"/>
                  </a:lnTo>
                  <a:cubicBezTo>
                    <a:pt x="6468" y="744"/>
                    <a:pt x="6564" y="649"/>
                    <a:pt x="6564" y="525"/>
                  </a:cubicBezTo>
                  <a:lnTo>
                    <a:pt x="6564" y="220"/>
                  </a:lnTo>
                  <a:cubicBezTo>
                    <a:pt x="6564" y="96"/>
                    <a:pt x="6468" y="0"/>
                    <a:pt x="6344" y="0"/>
                  </a:cubicBez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8" name="Google Shape;10978;p64"/>
            <p:cNvSpPr/>
            <p:nvPr/>
          </p:nvSpPr>
          <p:spPr>
            <a:xfrm>
              <a:off x="3179047" y="1674851"/>
              <a:ext cx="186463" cy="10814"/>
            </a:xfrm>
            <a:custGeom>
              <a:avLst/>
              <a:gdLst/>
              <a:ahLst/>
              <a:cxnLst/>
              <a:rect l="l" t="t" r="r" b="b"/>
              <a:pathLst>
                <a:path w="7121" h="413" extrusionOk="0">
                  <a:moveTo>
                    <a:pt x="6849" y="0"/>
                  </a:moveTo>
                  <a:cubicBezTo>
                    <a:pt x="6840" y="0"/>
                    <a:pt x="6831" y="1"/>
                    <a:pt x="6822" y="1"/>
                  </a:cubicBezTo>
                  <a:lnTo>
                    <a:pt x="258" y="1"/>
                  </a:lnTo>
                  <a:cubicBezTo>
                    <a:pt x="1" y="20"/>
                    <a:pt x="1" y="393"/>
                    <a:pt x="258" y="412"/>
                  </a:cubicBezTo>
                  <a:lnTo>
                    <a:pt x="6822" y="412"/>
                  </a:lnTo>
                  <a:cubicBezTo>
                    <a:pt x="6828" y="412"/>
                    <a:pt x="6834" y="412"/>
                    <a:pt x="6840" y="412"/>
                  </a:cubicBezTo>
                  <a:cubicBezTo>
                    <a:pt x="7118" y="412"/>
                    <a:pt x="7121" y="0"/>
                    <a:pt x="6849"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9" name="Google Shape;10979;p64"/>
            <p:cNvSpPr/>
            <p:nvPr/>
          </p:nvSpPr>
          <p:spPr>
            <a:xfrm>
              <a:off x="3179047" y="1701847"/>
              <a:ext cx="185390" cy="10762"/>
            </a:xfrm>
            <a:custGeom>
              <a:avLst/>
              <a:gdLst/>
              <a:ahLst/>
              <a:cxnLst/>
              <a:rect l="l" t="t" r="r" b="b"/>
              <a:pathLst>
                <a:path w="7080" h="411" extrusionOk="0">
                  <a:moveTo>
                    <a:pt x="258" y="1"/>
                  </a:moveTo>
                  <a:cubicBezTo>
                    <a:pt x="1" y="20"/>
                    <a:pt x="1" y="392"/>
                    <a:pt x="258" y="411"/>
                  </a:cubicBezTo>
                  <a:lnTo>
                    <a:pt x="6822" y="411"/>
                  </a:lnTo>
                  <a:cubicBezTo>
                    <a:pt x="7079" y="392"/>
                    <a:pt x="7079" y="20"/>
                    <a:pt x="6822"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80" name="Google Shape;10980;p64"/>
          <p:cNvGrpSpPr/>
          <p:nvPr/>
        </p:nvGrpSpPr>
        <p:grpSpPr>
          <a:xfrm>
            <a:off x="2632920" y="1349738"/>
            <a:ext cx="332261" cy="359232"/>
            <a:chOff x="2659458" y="1500275"/>
            <a:chExt cx="332261" cy="359232"/>
          </a:xfrm>
        </p:grpSpPr>
        <p:sp>
          <p:nvSpPr>
            <p:cNvPr id="10981" name="Google Shape;10981;p64"/>
            <p:cNvSpPr/>
            <p:nvPr/>
          </p:nvSpPr>
          <p:spPr>
            <a:xfrm>
              <a:off x="2957234" y="1800015"/>
              <a:ext cx="34486" cy="59361"/>
            </a:xfrm>
            <a:custGeom>
              <a:avLst/>
              <a:gdLst/>
              <a:ahLst/>
              <a:cxnLst/>
              <a:rect l="l" t="t" r="r" b="b"/>
              <a:pathLst>
                <a:path w="1317" h="2267" extrusionOk="0">
                  <a:moveTo>
                    <a:pt x="0" y="1"/>
                  </a:moveTo>
                  <a:lnTo>
                    <a:pt x="248" y="1909"/>
                  </a:lnTo>
                  <a:cubicBezTo>
                    <a:pt x="277" y="2147"/>
                    <a:pt x="465" y="2267"/>
                    <a:pt x="655" y="2267"/>
                  </a:cubicBezTo>
                  <a:cubicBezTo>
                    <a:pt x="844" y="2267"/>
                    <a:pt x="1035" y="2147"/>
                    <a:pt x="1069" y="1909"/>
                  </a:cubicBezTo>
                  <a:lnTo>
                    <a:pt x="1317" y="1"/>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2" name="Google Shape;10982;p64"/>
            <p:cNvSpPr/>
            <p:nvPr/>
          </p:nvSpPr>
          <p:spPr>
            <a:xfrm>
              <a:off x="2974463" y="1800015"/>
              <a:ext cx="17256" cy="59492"/>
            </a:xfrm>
            <a:custGeom>
              <a:avLst/>
              <a:gdLst/>
              <a:ahLst/>
              <a:cxnLst/>
              <a:rect l="l" t="t" r="r" b="b"/>
              <a:pathLst>
                <a:path w="659" h="2272" extrusionOk="0">
                  <a:moveTo>
                    <a:pt x="0" y="1"/>
                  </a:moveTo>
                  <a:lnTo>
                    <a:pt x="0" y="2271"/>
                  </a:lnTo>
                  <a:cubicBezTo>
                    <a:pt x="201" y="2262"/>
                    <a:pt x="382" y="2109"/>
                    <a:pt x="411" y="1909"/>
                  </a:cubicBezTo>
                  <a:lnTo>
                    <a:pt x="659" y="1"/>
                  </a:ln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3" name="Google Shape;10983;p64"/>
            <p:cNvSpPr/>
            <p:nvPr/>
          </p:nvSpPr>
          <p:spPr>
            <a:xfrm>
              <a:off x="2659458" y="1500275"/>
              <a:ext cx="266066" cy="358970"/>
            </a:xfrm>
            <a:custGeom>
              <a:avLst/>
              <a:gdLst/>
              <a:ahLst/>
              <a:cxnLst/>
              <a:rect l="l" t="t" r="r" b="b"/>
              <a:pathLst>
                <a:path w="10161" h="13709" extrusionOk="0">
                  <a:moveTo>
                    <a:pt x="3034" y="0"/>
                  </a:moveTo>
                  <a:lnTo>
                    <a:pt x="1" y="3034"/>
                  </a:lnTo>
                  <a:lnTo>
                    <a:pt x="1" y="13489"/>
                  </a:lnTo>
                  <a:cubicBezTo>
                    <a:pt x="1" y="13613"/>
                    <a:pt x="105" y="13709"/>
                    <a:pt x="220" y="13709"/>
                  </a:cubicBezTo>
                  <a:lnTo>
                    <a:pt x="9941" y="13709"/>
                  </a:lnTo>
                  <a:cubicBezTo>
                    <a:pt x="10065" y="13709"/>
                    <a:pt x="10161" y="13613"/>
                    <a:pt x="10161" y="13489"/>
                  </a:cubicBezTo>
                  <a:lnTo>
                    <a:pt x="10161" y="219"/>
                  </a:lnTo>
                  <a:cubicBezTo>
                    <a:pt x="10161" y="95"/>
                    <a:pt x="10056" y="0"/>
                    <a:pt x="9932" y="0"/>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4" name="Google Shape;10984;p64"/>
            <p:cNvSpPr/>
            <p:nvPr/>
          </p:nvSpPr>
          <p:spPr>
            <a:xfrm>
              <a:off x="2659458" y="1500275"/>
              <a:ext cx="92459" cy="92197"/>
            </a:xfrm>
            <a:custGeom>
              <a:avLst/>
              <a:gdLst/>
              <a:ahLst/>
              <a:cxnLst/>
              <a:rect l="l" t="t" r="r" b="b"/>
              <a:pathLst>
                <a:path w="3531" h="3521" extrusionOk="0">
                  <a:moveTo>
                    <a:pt x="3034" y="0"/>
                  </a:moveTo>
                  <a:lnTo>
                    <a:pt x="1" y="3034"/>
                  </a:lnTo>
                  <a:lnTo>
                    <a:pt x="1" y="3520"/>
                  </a:lnTo>
                  <a:lnTo>
                    <a:pt x="3301" y="3520"/>
                  </a:lnTo>
                  <a:cubicBezTo>
                    <a:pt x="3425" y="3520"/>
                    <a:pt x="3530" y="3425"/>
                    <a:pt x="3530" y="3301"/>
                  </a:cubicBezTo>
                  <a:lnTo>
                    <a:pt x="3530"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5" name="Google Shape;10985;p64"/>
            <p:cNvSpPr/>
            <p:nvPr/>
          </p:nvSpPr>
          <p:spPr>
            <a:xfrm>
              <a:off x="2659458" y="1500275"/>
              <a:ext cx="266066" cy="358970"/>
            </a:xfrm>
            <a:custGeom>
              <a:avLst/>
              <a:gdLst/>
              <a:ahLst/>
              <a:cxnLst/>
              <a:rect l="l" t="t" r="r" b="b"/>
              <a:pathLst>
                <a:path w="10161" h="13709" extrusionOk="0">
                  <a:moveTo>
                    <a:pt x="9254" y="0"/>
                  </a:moveTo>
                  <a:lnTo>
                    <a:pt x="9254" y="12774"/>
                  </a:lnTo>
                  <a:lnTo>
                    <a:pt x="1" y="12774"/>
                  </a:lnTo>
                  <a:lnTo>
                    <a:pt x="1" y="13489"/>
                  </a:lnTo>
                  <a:cubicBezTo>
                    <a:pt x="1" y="13613"/>
                    <a:pt x="105" y="13709"/>
                    <a:pt x="229" y="13709"/>
                  </a:cubicBezTo>
                  <a:lnTo>
                    <a:pt x="9932" y="13709"/>
                  </a:lnTo>
                  <a:cubicBezTo>
                    <a:pt x="10056" y="13709"/>
                    <a:pt x="10161" y="13613"/>
                    <a:pt x="10161" y="13489"/>
                  </a:cubicBezTo>
                  <a:lnTo>
                    <a:pt x="10161" y="219"/>
                  </a:lnTo>
                  <a:cubicBezTo>
                    <a:pt x="10161" y="95"/>
                    <a:pt x="10056" y="0"/>
                    <a:pt x="9932" y="0"/>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6" name="Google Shape;10986;p64"/>
            <p:cNvSpPr/>
            <p:nvPr/>
          </p:nvSpPr>
          <p:spPr>
            <a:xfrm>
              <a:off x="2659458" y="1500275"/>
              <a:ext cx="79471" cy="79445"/>
            </a:xfrm>
            <a:custGeom>
              <a:avLst/>
              <a:gdLst/>
              <a:ahLst/>
              <a:cxnLst/>
              <a:rect l="l" t="t" r="r" b="b"/>
              <a:pathLst>
                <a:path w="3035" h="3034" extrusionOk="0">
                  <a:moveTo>
                    <a:pt x="3034" y="0"/>
                  </a:moveTo>
                  <a:lnTo>
                    <a:pt x="1" y="3034"/>
                  </a:lnTo>
                  <a:lnTo>
                    <a:pt x="2815" y="3034"/>
                  </a:lnTo>
                  <a:cubicBezTo>
                    <a:pt x="2939" y="3034"/>
                    <a:pt x="3034" y="2929"/>
                    <a:pt x="3034" y="2814"/>
                  </a:cubicBezTo>
                  <a:lnTo>
                    <a:pt x="3034" y="0"/>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7" name="Google Shape;10987;p64"/>
            <p:cNvSpPr/>
            <p:nvPr/>
          </p:nvSpPr>
          <p:spPr>
            <a:xfrm>
              <a:off x="2710414" y="1744817"/>
              <a:ext cx="164154" cy="11024"/>
            </a:xfrm>
            <a:custGeom>
              <a:avLst/>
              <a:gdLst/>
              <a:ahLst/>
              <a:cxnLst/>
              <a:rect l="l" t="t" r="r" b="b"/>
              <a:pathLst>
                <a:path w="6269" h="421" extrusionOk="0">
                  <a:moveTo>
                    <a:pt x="258" y="1"/>
                  </a:moveTo>
                  <a:cubicBezTo>
                    <a:pt x="1" y="20"/>
                    <a:pt x="1" y="401"/>
                    <a:pt x="258" y="420"/>
                  </a:cubicBezTo>
                  <a:lnTo>
                    <a:pt x="6011" y="420"/>
                  </a:lnTo>
                  <a:cubicBezTo>
                    <a:pt x="6268" y="401"/>
                    <a:pt x="6268" y="20"/>
                    <a:pt x="6011"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8" name="Google Shape;10988;p64"/>
            <p:cNvSpPr/>
            <p:nvPr/>
          </p:nvSpPr>
          <p:spPr>
            <a:xfrm>
              <a:off x="2785853" y="1811013"/>
              <a:ext cx="88715" cy="11024"/>
            </a:xfrm>
            <a:custGeom>
              <a:avLst/>
              <a:gdLst/>
              <a:ahLst/>
              <a:cxnLst/>
              <a:rect l="l" t="t" r="r" b="b"/>
              <a:pathLst>
                <a:path w="3388" h="421" extrusionOk="0">
                  <a:moveTo>
                    <a:pt x="258" y="1"/>
                  </a:moveTo>
                  <a:cubicBezTo>
                    <a:pt x="1" y="20"/>
                    <a:pt x="1" y="392"/>
                    <a:pt x="258" y="420"/>
                  </a:cubicBezTo>
                  <a:lnTo>
                    <a:pt x="3130" y="420"/>
                  </a:lnTo>
                  <a:cubicBezTo>
                    <a:pt x="3387" y="392"/>
                    <a:pt x="3387" y="20"/>
                    <a:pt x="313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9" name="Google Shape;10989;p64"/>
            <p:cNvSpPr/>
            <p:nvPr/>
          </p:nvSpPr>
          <p:spPr>
            <a:xfrm>
              <a:off x="2710414" y="1717349"/>
              <a:ext cx="164154" cy="10998"/>
            </a:xfrm>
            <a:custGeom>
              <a:avLst/>
              <a:gdLst/>
              <a:ahLst/>
              <a:cxnLst/>
              <a:rect l="l" t="t" r="r" b="b"/>
              <a:pathLst>
                <a:path w="6269" h="420" extrusionOk="0">
                  <a:moveTo>
                    <a:pt x="258" y="0"/>
                  </a:moveTo>
                  <a:cubicBezTo>
                    <a:pt x="1" y="19"/>
                    <a:pt x="1" y="391"/>
                    <a:pt x="258" y="420"/>
                  </a:cubicBezTo>
                  <a:lnTo>
                    <a:pt x="6011" y="420"/>
                  </a:lnTo>
                  <a:cubicBezTo>
                    <a:pt x="6268" y="391"/>
                    <a:pt x="6268" y="19"/>
                    <a:pt x="6011"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0" name="Google Shape;10990;p64"/>
            <p:cNvSpPr/>
            <p:nvPr/>
          </p:nvSpPr>
          <p:spPr>
            <a:xfrm>
              <a:off x="2710414" y="1689855"/>
              <a:ext cx="164154" cy="11024"/>
            </a:xfrm>
            <a:custGeom>
              <a:avLst/>
              <a:gdLst/>
              <a:ahLst/>
              <a:cxnLst/>
              <a:rect l="l" t="t" r="r" b="b"/>
              <a:pathLst>
                <a:path w="6269" h="421" extrusionOk="0">
                  <a:moveTo>
                    <a:pt x="258" y="1"/>
                  </a:moveTo>
                  <a:cubicBezTo>
                    <a:pt x="1" y="20"/>
                    <a:pt x="1" y="401"/>
                    <a:pt x="258" y="421"/>
                  </a:cubicBezTo>
                  <a:lnTo>
                    <a:pt x="6011" y="421"/>
                  </a:lnTo>
                  <a:cubicBezTo>
                    <a:pt x="6268" y="401"/>
                    <a:pt x="6268" y="20"/>
                    <a:pt x="6011"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1" name="Google Shape;10991;p64"/>
            <p:cNvSpPr/>
            <p:nvPr/>
          </p:nvSpPr>
          <p:spPr>
            <a:xfrm>
              <a:off x="2709576" y="1662360"/>
              <a:ext cx="165830" cy="11050"/>
            </a:xfrm>
            <a:custGeom>
              <a:avLst/>
              <a:gdLst/>
              <a:ahLst/>
              <a:cxnLst/>
              <a:rect l="l" t="t" r="r" b="b"/>
              <a:pathLst>
                <a:path w="6333" h="422" extrusionOk="0">
                  <a:moveTo>
                    <a:pt x="272" y="1"/>
                  </a:moveTo>
                  <a:cubicBezTo>
                    <a:pt x="0" y="1"/>
                    <a:pt x="0" y="422"/>
                    <a:pt x="272" y="422"/>
                  </a:cubicBezTo>
                  <a:cubicBezTo>
                    <a:pt x="278" y="422"/>
                    <a:pt x="284" y="422"/>
                    <a:pt x="290" y="421"/>
                  </a:cubicBezTo>
                  <a:lnTo>
                    <a:pt x="6043" y="421"/>
                  </a:lnTo>
                  <a:cubicBezTo>
                    <a:pt x="6049" y="422"/>
                    <a:pt x="6055" y="422"/>
                    <a:pt x="6061" y="422"/>
                  </a:cubicBezTo>
                  <a:cubicBezTo>
                    <a:pt x="6333" y="422"/>
                    <a:pt x="6333" y="1"/>
                    <a:pt x="6061" y="1"/>
                  </a:cubicBezTo>
                  <a:cubicBezTo>
                    <a:pt x="6055" y="1"/>
                    <a:pt x="6049" y="1"/>
                    <a:pt x="6043" y="1"/>
                  </a:cubicBezTo>
                  <a:lnTo>
                    <a:pt x="290" y="1"/>
                  </a:lnTo>
                  <a:cubicBezTo>
                    <a:pt x="284" y="1"/>
                    <a:pt x="278" y="1"/>
                    <a:pt x="272"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2" name="Google Shape;10992;p64"/>
            <p:cNvSpPr/>
            <p:nvPr/>
          </p:nvSpPr>
          <p:spPr>
            <a:xfrm>
              <a:off x="2774515" y="1581423"/>
              <a:ext cx="23357" cy="62242"/>
            </a:xfrm>
            <a:custGeom>
              <a:avLst/>
              <a:gdLst/>
              <a:ahLst/>
              <a:cxnLst/>
              <a:rect l="l" t="t" r="r" b="b"/>
              <a:pathLst>
                <a:path w="892" h="2377" extrusionOk="0">
                  <a:moveTo>
                    <a:pt x="273" y="1"/>
                  </a:moveTo>
                  <a:cubicBezTo>
                    <a:pt x="1" y="1"/>
                    <a:pt x="1" y="422"/>
                    <a:pt x="273" y="422"/>
                  </a:cubicBezTo>
                  <a:cubicBezTo>
                    <a:pt x="279" y="422"/>
                    <a:pt x="285" y="422"/>
                    <a:pt x="291" y="421"/>
                  </a:cubicBezTo>
                  <a:lnTo>
                    <a:pt x="472" y="421"/>
                  </a:lnTo>
                  <a:lnTo>
                    <a:pt x="472" y="2167"/>
                  </a:lnTo>
                  <a:cubicBezTo>
                    <a:pt x="472" y="2282"/>
                    <a:pt x="567" y="2377"/>
                    <a:pt x="682" y="2377"/>
                  </a:cubicBezTo>
                  <a:cubicBezTo>
                    <a:pt x="796" y="2377"/>
                    <a:pt x="892" y="2282"/>
                    <a:pt x="892" y="2167"/>
                  </a:cubicBezTo>
                  <a:lnTo>
                    <a:pt x="892" y="211"/>
                  </a:lnTo>
                  <a:cubicBezTo>
                    <a:pt x="892" y="97"/>
                    <a:pt x="796" y="1"/>
                    <a:pt x="682" y="1"/>
                  </a:cubicBezTo>
                  <a:lnTo>
                    <a:pt x="291" y="1"/>
                  </a:lnTo>
                  <a:cubicBezTo>
                    <a:pt x="285" y="1"/>
                    <a:pt x="279" y="1"/>
                    <a:pt x="273"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3" name="Google Shape;10993;p64"/>
            <p:cNvSpPr/>
            <p:nvPr/>
          </p:nvSpPr>
          <p:spPr>
            <a:xfrm>
              <a:off x="2773782" y="1635364"/>
              <a:ext cx="37183" cy="10814"/>
            </a:xfrm>
            <a:custGeom>
              <a:avLst/>
              <a:gdLst/>
              <a:ahLst/>
              <a:cxnLst/>
              <a:rect l="l" t="t" r="r" b="b"/>
              <a:pathLst>
                <a:path w="1420" h="413" extrusionOk="0">
                  <a:moveTo>
                    <a:pt x="273" y="1"/>
                  </a:moveTo>
                  <a:cubicBezTo>
                    <a:pt x="0" y="1"/>
                    <a:pt x="3" y="413"/>
                    <a:pt x="281" y="413"/>
                  </a:cubicBezTo>
                  <a:cubicBezTo>
                    <a:pt x="287" y="413"/>
                    <a:pt x="293" y="413"/>
                    <a:pt x="300" y="412"/>
                  </a:cubicBezTo>
                  <a:lnTo>
                    <a:pt x="1130" y="412"/>
                  </a:lnTo>
                  <a:cubicBezTo>
                    <a:pt x="1136" y="413"/>
                    <a:pt x="1141" y="413"/>
                    <a:pt x="1147" y="413"/>
                  </a:cubicBezTo>
                  <a:cubicBezTo>
                    <a:pt x="1417" y="413"/>
                    <a:pt x="1419" y="1"/>
                    <a:pt x="1156" y="1"/>
                  </a:cubicBezTo>
                  <a:cubicBezTo>
                    <a:pt x="1147" y="1"/>
                    <a:pt x="1138" y="1"/>
                    <a:pt x="1130" y="2"/>
                  </a:cubicBezTo>
                  <a:lnTo>
                    <a:pt x="300" y="2"/>
                  </a:lnTo>
                  <a:cubicBezTo>
                    <a:pt x="290" y="1"/>
                    <a:pt x="281" y="1"/>
                    <a:pt x="273"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4" name="Google Shape;10994;p64"/>
            <p:cNvSpPr/>
            <p:nvPr/>
          </p:nvSpPr>
          <p:spPr>
            <a:xfrm>
              <a:off x="2777866" y="1561103"/>
              <a:ext cx="20005" cy="17125"/>
            </a:xfrm>
            <a:custGeom>
              <a:avLst/>
              <a:gdLst/>
              <a:ahLst/>
              <a:cxnLst/>
              <a:rect l="l" t="t" r="r" b="b"/>
              <a:pathLst>
                <a:path w="764" h="654" extrusionOk="0">
                  <a:moveTo>
                    <a:pt x="439" y="0"/>
                  </a:moveTo>
                  <a:cubicBezTo>
                    <a:pt x="358" y="0"/>
                    <a:pt x="276" y="31"/>
                    <a:pt x="210" y="100"/>
                  </a:cubicBezTo>
                  <a:cubicBezTo>
                    <a:pt x="0" y="300"/>
                    <a:pt x="153" y="653"/>
                    <a:pt x="439" y="653"/>
                  </a:cubicBezTo>
                  <a:cubicBezTo>
                    <a:pt x="621" y="653"/>
                    <a:pt x="764" y="501"/>
                    <a:pt x="764" y="329"/>
                  </a:cubicBezTo>
                  <a:cubicBezTo>
                    <a:pt x="764" y="130"/>
                    <a:pt x="604" y="0"/>
                    <a:pt x="439"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5" name="Google Shape;10995;p64"/>
            <p:cNvSpPr/>
            <p:nvPr/>
          </p:nvSpPr>
          <p:spPr>
            <a:xfrm>
              <a:off x="2957234" y="1582941"/>
              <a:ext cx="34486" cy="229852"/>
            </a:xfrm>
            <a:custGeom>
              <a:avLst/>
              <a:gdLst/>
              <a:ahLst/>
              <a:cxnLst/>
              <a:rect l="l" t="t" r="r" b="b"/>
              <a:pathLst>
                <a:path w="1317" h="8778" extrusionOk="0">
                  <a:moveTo>
                    <a:pt x="0" y="1"/>
                  </a:moveTo>
                  <a:lnTo>
                    <a:pt x="0" y="8777"/>
                  </a:lnTo>
                  <a:lnTo>
                    <a:pt x="1317" y="8777"/>
                  </a:lnTo>
                  <a:lnTo>
                    <a:pt x="1317"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6" name="Google Shape;10996;p64"/>
            <p:cNvSpPr/>
            <p:nvPr/>
          </p:nvSpPr>
          <p:spPr>
            <a:xfrm>
              <a:off x="2974463" y="1582941"/>
              <a:ext cx="17256" cy="229852"/>
            </a:xfrm>
            <a:custGeom>
              <a:avLst/>
              <a:gdLst/>
              <a:ahLst/>
              <a:cxnLst/>
              <a:rect l="l" t="t" r="r" b="b"/>
              <a:pathLst>
                <a:path w="659" h="8778" extrusionOk="0">
                  <a:moveTo>
                    <a:pt x="0" y="1"/>
                  </a:moveTo>
                  <a:lnTo>
                    <a:pt x="0" y="8777"/>
                  </a:lnTo>
                  <a:lnTo>
                    <a:pt x="659" y="8777"/>
                  </a:lnTo>
                  <a:lnTo>
                    <a:pt x="659"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7" name="Google Shape;10997;p64"/>
            <p:cNvSpPr/>
            <p:nvPr/>
          </p:nvSpPr>
          <p:spPr>
            <a:xfrm>
              <a:off x="2957234" y="1550210"/>
              <a:ext cx="34486" cy="40246"/>
            </a:xfrm>
            <a:custGeom>
              <a:avLst/>
              <a:gdLst/>
              <a:ahLst/>
              <a:cxnLst/>
              <a:rect l="l" t="t" r="r" b="b"/>
              <a:pathLst>
                <a:path w="1317" h="1537" extrusionOk="0">
                  <a:moveTo>
                    <a:pt x="0" y="1"/>
                  </a:moveTo>
                  <a:lnTo>
                    <a:pt x="0" y="1537"/>
                  </a:lnTo>
                  <a:lnTo>
                    <a:pt x="1317" y="1537"/>
                  </a:lnTo>
                  <a:lnTo>
                    <a:pt x="1317"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8" name="Google Shape;10998;p64"/>
            <p:cNvSpPr/>
            <p:nvPr/>
          </p:nvSpPr>
          <p:spPr>
            <a:xfrm>
              <a:off x="2974463" y="1550210"/>
              <a:ext cx="17256" cy="40246"/>
            </a:xfrm>
            <a:custGeom>
              <a:avLst/>
              <a:gdLst/>
              <a:ahLst/>
              <a:cxnLst/>
              <a:rect l="l" t="t" r="r" b="b"/>
              <a:pathLst>
                <a:path w="659" h="1537" extrusionOk="0">
                  <a:moveTo>
                    <a:pt x="0" y="1"/>
                  </a:moveTo>
                  <a:lnTo>
                    <a:pt x="0" y="1537"/>
                  </a:lnTo>
                  <a:lnTo>
                    <a:pt x="659" y="1537"/>
                  </a:lnTo>
                  <a:lnTo>
                    <a:pt x="659"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9" name="Google Shape;10999;p64"/>
            <p:cNvSpPr/>
            <p:nvPr/>
          </p:nvSpPr>
          <p:spPr>
            <a:xfrm>
              <a:off x="2957234" y="1500275"/>
              <a:ext cx="34486" cy="49961"/>
            </a:xfrm>
            <a:custGeom>
              <a:avLst/>
              <a:gdLst/>
              <a:ahLst/>
              <a:cxnLst/>
              <a:rect l="l" t="t" r="r" b="b"/>
              <a:pathLst>
                <a:path w="1317" h="1908" extrusionOk="0">
                  <a:moveTo>
                    <a:pt x="658" y="0"/>
                  </a:moveTo>
                  <a:cubicBezTo>
                    <a:pt x="296" y="0"/>
                    <a:pt x="0" y="296"/>
                    <a:pt x="0" y="658"/>
                  </a:cubicBezTo>
                  <a:lnTo>
                    <a:pt x="0" y="1908"/>
                  </a:lnTo>
                  <a:lnTo>
                    <a:pt x="1317" y="1908"/>
                  </a:lnTo>
                  <a:lnTo>
                    <a:pt x="1317" y="658"/>
                  </a:lnTo>
                  <a:cubicBezTo>
                    <a:pt x="1317" y="296"/>
                    <a:pt x="1021" y="0"/>
                    <a:pt x="658"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0" name="Google Shape;11000;p64"/>
            <p:cNvSpPr/>
            <p:nvPr/>
          </p:nvSpPr>
          <p:spPr>
            <a:xfrm>
              <a:off x="2974463" y="1500275"/>
              <a:ext cx="17256" cy="49961"/>
            </a:xfrm>
            <a:custGeom>
              <a:avLst/>
              <a:gdLst/>
              <a:ahLst/>
              <a:cxnLst/>
              <a:rect l="l" t="t" r="r" b="b"/>
              <a:pathLst>
                <a:path w="659" h="1908" extrusionOk="0">
                  <a:moveTo>
                    <a:pt x="0" y="0"/>
                  </a:moveTo>
                  <a:lnTo>
                    <a:pt x="0" y="1908"/>
                  </a:lnTo>
                  <a:lnTo>
                    <a:pt x="659" y="1908"/>
                  </a:lnTo>
                  <a:lnTo>
                    <a:pt x="659" y="658"/>
                  </a:lnTo>
                  <a:cubicBezTo>
                    <a:pt x="659" y="296"/>
                    <a:pt x="363" y="0"/>
                    <a:pt x="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01" name="Google Shape;11001;p64"/>
          <p:cNvGrpSpPr/>
          <p:nvPr/>
        </p:nvGrpSpPr>
        <p:grpSpPr>
          <a:xfrm>
            <a:off x="1723646" y="2262992"/>
            <a:ext cx="359730" cy="359441"/>
            <a:chOff x="1750184" y="2413530"/>
            <a:chExt cx="359730" cy="359441"/>
          </a:xfrm>
        </p:grpSpPr>
        <p:sp>
          <p:nvSpPr>
            <p:cNvPr id="11002" name="Google Shape;11002;p64"/>
            <p:cNvSpPr/>
            <p:nvPr/>
          </p:nvSpPr>
          <p:spPr>
            <a:xfrm>
              <a:off x="1867074" y="2496981"/>
              <a:ext cx="58000" cy="64965"/>
            </a:xfrm>
            <a:custGeom>
              <a:avLst/>
              <a:gdLst/>
              <a:ahLst/>
              <a:cxnLst/>
              <a:rect l="l" t="t" r="r" b="b"/>
              <a:pathLst>
                <a:path w="2215" h="2481" extrusionOk="0">
                  <a:moveTo>
                    <a:pt x="1203" y="0"/>
                  </a:moveTo>
                  <a:lnTo>
                    <a:pt x="335" y="878"/>
                  </a:lnTo>
                  <a:cubicBezTo>
                    <a:pt x="1" y="1202"/>
                    <a:pt x="1" y="1736"/>
                    <a:pt x="335" y="2070"/>
                  </a:cubicBezTo>
                  <a:lnTo>
                    <a:pt x="745" y="2481"/>
                  </a:lnTo>
                  <a:lnTo>
                    <a:pt x="2214" y="1011"/>
                  </a:lnTo>
                  <a:lnTo>
                    <a:pt x="1203"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3" name="Google Shape;11003;p64"/>
            <p:cNvSpPr/>
            <p:nvPr/>
          </p:nvSpPr>
          <p:spPr>
            <a:xfrm>
              <a:off x="1824863" y="2413530"/>
              <a:ext cx="285050" cy="285312"/>
            </a:xfrm>
            <a:custGeom>
              <a:avLst/>
              <a:gdLst/>
              <a:ahLst/>
              <a:cxnLst/>
              <a:rect l="l" t="t" r="r" b="b"/>
              <a:pathLst>
                <a:path w="10886" h="10896" extrusionOk="0">
                  <a:moveTo>
                    <a:pt x="2033" y="1"/>
                  </a:moveTo>
                  <a:cubicBezTo>
                    <a:pt x="1851" y="1"/>
                    <a:pt x="1670" y="29"/>
                    <a:pt x="1498" y="77"/>
                  </a:cubicBezTo>
                  <a:cubicBezTo>
                    <a:pt x="1336" y="125"/>
                    <a:pt x="1279" y="335"/>
                    <a:pt x="1403" y="449"/>
                  </a:cubicBezTo>
                  <a:lnTo>
                    <a:pt x="2519" y="1565"/>
                  </a:lnTo>
                  <a:cubicBezTo>
                    <a:pt x="2586" y="1632"/>
                    <a:pt x="2643" y="1718"/>
                    <a:pt x="2672" y="1804"/>
                  </a:cubicBezTo>
                  <a:cubicBezTo>
                    <a:pt x="2843" y="2243"/>
                    <a:pt x="2510" y="2720"/>
                    <a:pt x="2033" y="2720"/>
                  </a:cubicBezTo>
                  <a:cubicBezTo>
                    <a:pt x="1956" y="2720"/>
                    <a:pt x="1870" y="2701"/>
                    <a:pt x="1794" y="2672"/>
                  </a:cubicBezTo>
                  <a:cubicBezTo>
                    <a:pt x="1708" y="2643"/>
                    <a:pt x="1622" y="2586"/>
                    <a:pt x="1556" y="2519"/>
                  </a:cubicBezTo>
                  <a:lnTo>
                    <a:pt x="439" y="1403"/>
                  </a:lnTo>
                  <a:cubicBezTo>
                    <a:pt x="397" y="1360"/>
                    <a:pt x="341" y="1340"/>
                    <a:pt x="285" y="1340"/>
                  </a:cubicBezTo>
                  <a:cubicBezTo>
                    <a:pt x="192" y="1340"/>
                    <a:pt x="101" y="1397"/>
                    <a:pt x="77" y="1499"/>
                  </a:cubicBezTo>
                  <a:cubicBezTo>
                    <a:pt x="20" y="1680"/>
                    <a:pt x="1" y="1861"/>
                    <a:pt x="1" y="2042"/>
                  </a:cubicBezTo>
                  <a:cubicBezTo>
                    <a:pt x="1" y="3120"/>
                    <a:pt x="831" y="4008"/>
                    <a:pt x="1909" y="4065"/>
                  </a:cubicBezTo>
                  <a:lnTo>
                    <a:pt x="2042" y="4084"/>
                  </a:lnTo>
                  <a:cubicBezTo>
                    <a:pt x="2242" y="4084"/>
                    <a:pt x="2443" y="4055"/>
                    <a:pt x="2634" y="3989"/>
                  </a:cubicBezTo>
                  <a:cubicBezTo>
                    <a:pt x="2681" y="3979"/>
                    <a:pt x="2719" y="3960"/>
                    <a:pt x="2758" y="3950"/>
                  </a:cubicBezTo>
                  <a:lnTo>
                    <a:pt x="6946" y="8138"/>
                  </a:lnTo>
                  <a:cubicBezTo>
                    <a:pt x="6927" y="8177"/>
                    <a:pt x="6917" y="8215"/>
                    <a:pt x="6907" y="8262"/>
                  </a:cubicBezTo>
                  <a:cubicBezTo>
                    <a:pt x="6841" y="8453"/>
                    <a:pt x="6812" y="8654"/>
                    <a:pt x="6812" y="8854"/>
                  </a:cubicBezTo>
                  <a:lnTo>
                    <a:pt x="6831" y="8987"/>
                  </a:lnTo>
                  <a:cubicBezTo>
                    <a:pt x="6888" y="10065"/>
                    <a:pt x="7776" y="10895"/>
                    <a:pt x="8854" y="10895"/>
                  </a:cubicBezTo>
                  <a:cubicBezTo>
                    <a:pt x="9035" y="10895"/>
                    <a:pt x="9216" y="10876"/>
                    <a:pt x="9388" y="10819"/>
                  </a:cubicBezTo>
                  <a:cubicBezTo>
                    <a:pt x="9569" y="10781"/>
                    <a:pt x="9617" y="10552"/>
                    <a:pt x="9483" y="10438"/>
                  </a:cubicBezTo>
                  <a:lnTo>
                    <a:pt x="8367" y="9331"/>
                  </a:lnTo>
                  <a:cubicBezTo>
                    <a:pt x="8300" y="9264"/>
                    <a:pt x="8243" y="9178"/>
                    <a:pt x="8214" y="9092"/>
                  </a:cubicBezTo>
                  <a:cubicBezTo>
                    <a:pt x="8043" y="8644"/>
                    <a:pt x="8367" y="8177"/>
                    <a:pt x="8844" y="8177"/>
                  </a:cubicBezTo>
                  <a:cubicBezTo>
                    <a:pt x="8920" y="8177"/>
                    <a:pt x="9006" y="8186"/>
                    <a:pt x="9083" y="8224"/>
                  </a:cubicBezTo>
                  <a:cubicBezTo>
                    <a:pt x="9178" y="8253"/>
                    <a:pt x="9254" y="8301"/>
                    <a:pt x="9331" y="8377"/>
                  </a:cubicBezTo>
                  <a:lnTo>
                    <a:pt x="10437" y="9484"/>
                  </a:lnTo>
                  <a:cubicBezTo>
                    <a:pt x="10485" y="9531"/>
                    <a:pt x="10543" y="9553"/>
                    <a:pt x="10600" y="9553"/>
                  </a:cubicBezTo>
                  <a:cubicBezTo>
                    <a:pt x="10692" y="9553"/>
                    <a:pt x="10780" y="9494"/>
                    <a:pt x="10809" y="9388"/>
                  </a:cubicBezTo>
                  <a:cubicBezTo>
                    <a:pt x="10867" y="9216"/>
                    <a:pt x="10886" y="9035"/>
                    <a:pt x="10886" y="8854"/>
                  </a:cubicBezTo>
                  <a:cubicBezTo>
                    <a:pt x="10886" y="7785"/>
                    <a:pt x="10046" y="6898"/>
                    <a:pt x="8978" y="6831"/>
                  </a:cubicBezTo>
                  <a:lnTo>
                    <a:pt x="8844" y="6812"/>
                  </a:lnTo>
                  <a:cubicBezTo>
                    <a:pt x="8644" y="6812"/>
                    <a:pt x="8443" y="6851"/>
                    <a:pt x="8253" y="6908"/>
                  </a:cubicBezTo>
                  <a:lnTo>
                    <a:pt x="8129" y="6946"/>
                  </a:lnTo>
                  <a:lnTo>
                    <a:pt x="3941" y="2758"/>
                  </a:lnTo>
                  <a:cubicBezTo>
                    <a:pt x="3960" y="2720"/>
                    <a:pt x="3969" y="2682"/>
                    <a:pt x="3979" y="2643"/>
                  </a:cubicBezTo>
                  <a:cubicBezTo>
                    <a:pt x="4045" y="2453"/>
                    <a:pt x="4074" y="2252"/>
                    <a:pt x="4074" y="2052"/>
                  </a:cubicBezTo>
                  <a:lnTo>
                    <a:pt x="4065" y="1909"/>
                  </a:lnTo>
                  <a:cubicBezTo>
                    <a:pt x="3998" y="840"/>
                    <a:pt x="3111" y="10"/>
                    <a:pt x="2033"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4" name="Google Shape;11004;p64"/>
            <p:cNvSpPr/>
            <p:nvPr/>
          </p:nvSpPr>
          <p:spPr>
            <a:xfrm>
              <a:off x="1893808" y="2482737"/>
              <a:ext cx="147160" cy="146898"/>
            </a:xfrm>
            <a:custGeom>
              <a:avLst/>
              <a:gdLst/>
              <a:ahLst/>
              <a:cxnLst/>
              <a:rect l="l" t="t" r="r" b="b"/>
              <a:pathLst>
                <a:path w="5620" h="5610" extrusionOk="0">
                  <a:moveTo>
                    <a:pt x="1365" y="0"/>
                  </a:moveTo>
                  <a:lnTo>
                    <a:pt x="1" y="1346"/>
                  </a:lnTo>
                  <a:cubicBezTo>
                    <a:pt x="39" y="1336"/>
                    <a:pt x="77" y="1317"/>
                    <a:pt x="115" y="1307"/>
                  </a:cubicBezTo>
                  <a:lnTo>
                    <a:pt x="4303" y="5495"/>
                  </a:lnTo>
                  <a:cubicBezTo>
                    <a:pt x="4294" y="5534"/>
                    <a:pt x="4274" y="5572"/>
                    <a:pt x="4265" y="5610"/>
                  </a:cubicBezTo>
                  <a:lnTo>
                    <a:pt x="5620" y="4255"/>
                  </a:lnTo>
                  <a:lnTo>
                    <a:pt x="5620" y="4255"/>
                  </a:lnTo>
                  <a:lnTo>
                    <a:pt x="5505" y="4303"/>
                  </a:lnTo>
                  <a:lnTo>
                    <a:pt x="1327" y="115"/>
                  </a:lnTo>
                  <a:cubicBezTo>
                    <a:pt x="1336" y="77"/>
                    <a:pt x="1346" y="39"/>
                    <a:pt x="1365"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5" name="Google Shape;11005;p64"/>
            <p:cNvSpPr/>
            <p:nvPr/>
          </p:nvSpPr>
          <p:spPr>
            <a:xfrm>
              <a:off x="1787654" y="2492294"/>
              <a:ext cx="245065" cy="246767"/>
            </a:xfrm>
            <a:custGeom>
              <a:avLst/>
              <a:gdLst/>
              <a:ahLst/>
              <a:cxnLst/>
              <a:rect l="l" t="t" r="r" b="b"/>
              <a:pathLst>
                <a:path w="9359" h="9424" extrusionOk="0">
                  <a:moveTo>
                    <a:pt x="6073" y="0"/>
                  </a:moveTo>
                  <a:cubicBezTo>
                    <a:pt x="5922" y="0"/>
                    <a:pt x="5772" y="60"/>
                    <a:pt x="5657" y="179"/>
                  </a:cubicBezTo>
                  <a:lnTo>
                    <a:pt x="2853" y="2984"/>
                  </a:lnTo>
                  <a:cubicBezTo>
                    <a:pt x="2557" y="3270"/>
                    <a:pt x="2557" y="3747"/>
                    <a:pt x="2853" y="4033"/>
                  </a:cubicBezTo>
                  <a:lnTo>
                    <a:pt x="2957" y="4148"/>
                  </a:lnTo>
                  <a:lnTo>
                    <a:pt x="0" y="7105"/>
                  </a:lnTo>
                  <a:lnTo>
                    <a:pt x="2318" y="9423"/>
                  </a:lnTo>
                  <a:lnTo>
                    <a:pt x="5266" y="6456"/>
                  </a:lnTo>
                  <a:cubicBezTo>
                    <a:pt x="5414" y="6604"/>
                    <a:pt x="5607" y="6678"/>
                    <a:pt x="5799" y="6678"/>
                  </a:cubicBezTo>
                  <a:cubicBezTo>
                    <a:pt x="5991" y="6678"/>
                    <a:pt x="6182" y="6604"/>
                    <a:pt x="6325" y="6456"/>
                  </a:cubicBezTo>
                  <a:lnTo>
                    <a:pt x="9130" y="3652"/>
                  </a:lnTo>
                  <a:cubicBezTo>
                    <a:pt x="9359" y="3423"/>
                    <a:pt x="9359" y="3041"/>
                    <a:pt x="9120" y="2812"/>
                  </a:cubicBezTo>
                  <a:lnTo>
                    <a:pt x="9101" y="2793"/>
                  </a:lnTo>
                  <a:cubicBezTo>
                    <a:pt x="8984" y="2676"/>
                    <a:pt x="8829" y="2616"/>
                    <a:pt x="8673" y="2616"/>
                  </a:cubicBezTo>
                  <a:cubicBezTo>
                    <a:pt x="8537" y="2616"/>
                    <a:pt x="8401" y="2662"/>
                    <a:pt x="8290" y="2755"/>
                  </a:cubicBezTo>
                  <a:cubicBezTo>
                    <a:pt x="8287" y="2758"/>
                    <a:pt x="8284" y="2761"/>
                    <a:pt x="8280" y="2764"/>
                  </a:cubicBezTo>
                  <a:lnTo>
                    <a:pt x="8280" y="2764"/>
                  </a:lnTo>
                  <a:cubicBezTo>
                    <a:pt x="8490" y="2525"/>
                    <a:pt x="8481" y="2173"/>
                    <a:pt x="8252" y="1944"/>
                  </a:cubicBezTo>
                  <a:lnTo>
                    <a:pt x="8224" y="1925"/>
                  </a:lnTo>
                  <a:cubicBezTo>
                    <a:pt x="8185" y="1877"/>
                    <a:pt x="8138" y="1839"/>
                    <a:pt x="8080" y="1811"/>
                  </a:cubicBezTo>
                  <a:cubicBezTo>
                    <a:pt x="7994" y="1767"/>
                    <a:pt x="7900" y="1746"/>
                    <a:pt x="7807" y="1746"/>
                  </a:cubicBezTo>
                  <a:cubicBezTo>
                    <a:pt x="7655" y="1746"/>
                    <a:pt x="7506" y="1803"/>
                    <a:pt x="7394" y="1915"/>
                  </a:cubicBezTo>
                  <a:cubicBezTo>
                    <a:pt x="7623" y="1677"/>
                    <a:pt x="7623" y="1305"/>
                    <a:pt x="7394" y="1066"/>
                  </a:cubicBezTo>
                  <a:lnTo>
                    <a:pt x="7365" y="1047"/>
                  </a:lnTo>
                  <a:cubicBezTo>
                    <a:pt x="7250" y="928"/>
                    <a:pt x="7098" y="868"/>
                    <a:pt x="6945" y="868"/>
                  </a:cubicBezTo>
                  <a:cubicBezTo>
                    <a:pt x="6793" y="868"/>
                    <a:pt x="6640" y="928"/>
                    <a:pt x="6525" y="1047"/>
                  </a:cubicBezTo>
                  <a:cubicBezTo>
                    <a:pt x="6754" y="809"/>
                    <a:pt x="6754" y="437"/>
                    <a:pt x="6525" y="198"/>
                  </a:cubicBezTo>
                  <a:lnTo>
                    <a:pt x="6497" y="179"/>
                  </a:lnTo>
                  <a:cubicBezTo>
                    <a:pt x="6378" y="60"/>
                    <a:pt x="6225" y="0"/>
                    <a:pt x="6073"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6" name="Google Shape;11006;p64"/>
            <p:cNvSpPr/>
            <p:nvPr/>
          </p:nvSpPr>
          <p:spPr>
            <a:xfrm>
              <a:off x="1806141" y="2613871"/>
              <a:ext cx="106442" cy="106442"/>
            </a:xfrm>
            <a:custGeom>
              <a:avLst/>
              <a:gdLst/>
              <a:ahLst/>
              <a:cxnLst/>
              <a:rect l="l" t="t" r="r" b="b"/>
              <a:pathLst>
                <a:path w="4065" h="4065" extrusionOk="0">
                  <a:moveTo>
                    <a:pt x="1746" y="1"/>
                  </a:moveTo>
                  <a:lnTo>
                    <a:pt x="0" y="1747"/>
                  </a:lnTo>
                  <a:lnTo>
                    <a:pt x="2318" y="4065"/>
                  </a:lnTo>
                  <a:lnTo>
                    <a:pt x="4064" y="2310"/>
                  </a:lnTo>
                  <a:lnTo>
                    <a:pt x="1746" y="1"/>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7" name="Google Shape;11007;p64"/>
            <p:cNvSpPr/>
            <p:nvPr/>
          </p:nvSpPr>
          <p:spPr>
            <a:xfrm>
              <a:off x="1923790" y="2515075"/>
              <a:ext cx="52972" cy="46321"/>
            </a:xfrm>
            <a:custGeom>
              <a:avLst/>
              <a:gdLst/>
              <a:ahLst/>
              <a:cxnLst/>
              <a:rect l="l" t="t" r="r" b="b"/>
              <a:pathLst>
                <a:path w="2023" h="1769" extrusionOk="0">
                  <a:moveTo>
                    <a:pt x="1741" y="1"/>
                  </a:moveTo>
                  <a:cubicBezTo>
                    <a:pt x="1588" y="1"/>
                    <a:pt x="1438" y="60"/>
                    <a:pt x="1326" y="177"/>
                  </a:cubicBezTo>
                  <a:lnTo>
                    <a:pt x="77" y="1408"/>
                  </a:lnTo>
                  <a:cubicBezTo>
                    <a:pt x="0" y="1494"/>
                    <a:pt x="0" y="1627"/>
                    <a:pt x="77" y="1704"/>
                  </a:cubicBezTo>
                  <a:cubicBezTo>
                    <a:pt x="120" y="1747"/>
                    <a:pt x="172" y="1768"/>
                    <a:pt x="225" y="1768"/>
                  </a:cubicBezTo>
                  <a:cubicBezTo>
                    <a:pt x="277" y="1768"/>
                    <a:pt x="329" y="1747"/>
                    <a:pt x="372" y="1704"/>
                  </a:cubicBezTo>
                  <a:lnTo>
                    <a:pt x="2023" y="72"/>
                  </a:lnTo>
                  <a:cubicBezTo>
                    <a:pt x="1934" y="24"/>
                    <a:pt x="1837" y="1"/>
                    <a:pt x="1741"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8" name="Google Shape;11008;p64"/>
            <p:cNvSpPr/>
            <p:nvPr/>
          </p:nvSpPr>
          <p:spPr>
            <a:xfrm>
              <a:off x="1944215" y="2537882"/>
              <a:ext cx="55277" cy="46766"/>
            </a:xfrm>
            <a:custGeom>
              <a:avLst/>
              <a:gdLst/>
              <a:ahLst/>
              <a:cxnLst/>
              <a:rect l="l" t="t" r="r" b="b"/>
              <a:pathLst>
                <a:path w="2111" h="1786" extrusionOk="0">
                  <a:moveTo>
                    <a:pt x="1839" y="0"/>
                  </a:moveTo>
                  <a:cubicBezTo>
                    <a:pt x="1686" y="0"/>
                    <a:pt x="1533" y="62"/>
                    <a:pt x="1415" y="174"/>
                  </a:cubicBezTo>
                  <a:lnTo>
                    <a:pt x="174" y="1415"/>
                  </a:lnTo>
                  <a:cubicBezTo>
                    <a:pt x="0" y="1567"/>
                    <a:pt x="146" y="1785"/>
                    <a:pt x="313" y="1785"/>
                  </a:cubicBezTo>
                  <a:cubicBezTo>
                    <a:pt x="367" y="1785"/>
                    <a:pt x="422" y="1763"/>
                    <a:pt x="470" y="1710"/>
                  </a:cubicBezTo>
                  <a:lnTo>
                    <a:pt x="2111" y="70"/>
                  </a:lnTo>
                  <a:cubicBezTo>
                    <a:pt x="2025" y="23"/>
                    <a:pt x="1932" y="0"/>
                    <a:pt x="1839"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9" name="Google Shape;11009;p64"/>
            <p:cNvSpPr/>
            <p:nvPr/>
          </p:nvSpPr>
          <p:spPr>
            <a:xfrm>
              <a:off x="1968252" y="2560611"/>
              <a:ext cx="53993" cy="46243"/>
            </a:xfrm>
            <a:custGeom>
              <a:avLst/>
              <a:gdLst/>
              <a:ahLst/>
              <a:cxnLst/>
              <a:rect l="l" t="t" r="r" b="b"/>
              <a:pathLst>
                <a:path w="2062" h="1766" extrusionOk="0">
                  <a:moveTo>
                    <a:pt x="1790" y="0"/>
                  </a:moveTo>
                  <a:cubicBezTo>
                    <a:pt x="1653" y="0"/>
                    <a:pt x="1516" y="50"/>
                    <a:pt x="1403" y="146"/>
                  </a:cubicBezTo>
                  <a:lnTo>
                    <a:pt x="134" y="1415"/>
                  </a:lnTo>
                  <a:cubicBezTo>
                    <a:pt x="1" y="1570"/>
                    <a:pt x="132" y="1766"/>
                    <a:pt x="290" y="1766"/>
                  </a:cubicBezTo>
                  <a:cubicBezTo>
                    <a:pt x="336" y="1766"/>
                    <a:pt x="385" y="1749"/>
                    <a:pt x="430" y="1711"/>
                  </a:cubicBezTo>
                  <a:lnTo>
                    <a:pt x="2061" y="70"/>
                  </a:lnTo>
                  <a:cubicBezTo>
                    <a:pt x="1976" y="23"/>
                    <a:pt x="1883" y="0"/>
                    <a:pt x="1790"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0" name="Google Shape;11010;p64"/>
            <p:cNvSpPr/>
            <p:nvPr/>
          </p:nvSpPr>
          <p:spPr>
            <a:xfrm>
              <a:off x="1792630" y="2614945"/>
              <a:ext cx="116707" cy="115869"/>
            </a:xfrm>
            <a:custGeom>
              <a:avLst/>
              <a:gdLst/>
              <a:ahLst/>
              <a:cxnLst/>
              <a:rect l="l" t="t" r="r" b="b"/>
              <a:pathLst>
                <a:path w="4457" h="4425" extrusionOk="0">
                  <a:moveTo>
                    <a:pt x="1122" y="0"/>
                  </a:moveTo>
                  <a:cubicBezTo>
                    <a:pt x="1065" y="0"/>
                    <a:pt x="1007" y="22"/>
                    <a:pt x="964" y="65"/>
                  </a:cubicBezTo>
                  <a:lnTo>
                    <a:pt x="1" y="1028"/>
                  </a:lnTo>
                  <a:lnTo>
                    <a:pt x="3407" y="4425"/>
                  </a:lnTo>
                  <a:lnTo>
                    <a:pt x="4370" y="3471"/>
                  </a:lnTo>
                  <a:cubicBezTo>
                    <a:pt x="4456" y="3375"/>
                    <a:pt x="4456" y="3242"/>
                    <a:pt x="4370" y="3156"/>
                  </a:cubicBezTo>
                  <a:lnTo>
                    <a:pt x="1279" y="65"/>
                  </a:lnTo>
                  <a:cubicBezTo>
                    <a:pt x="1236" y="22"/>
                    <a:pt x="1179" y="0"/>
                    <a:pt x="1122" y="0"/>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1" name="Google Shape;11011;p64"/>
            <p:cNvSpPr/>
            <p:nvPr/>
          </p:nvSpPr>
          <p:spPr>
            <a:xfrm>
              <a:off x="1750184" y="2637621"/>
              <a:ext cx="135900" cy="135350"/>
            </a:xfrm>
            <a:custGeom>
              <a:avLst/>
              <a:gdLst/>
              <a:ahLst/>
              <a:cxnLst/>
              <a:rect l="l" t="t" r="r" b="b"/>
              <a:pathLst>
                <a:path w="5190" h="5169" extrusionOk="0">
                  <a:moveTo>
                    <a:pt x="1784" y="0"/>
                  </a:moveTo>
                  <a:lnTo>
                    <a:pt x="86" y="1698"/>
                  </a:lnTo>
                  <a:cubicBezTo>
                    <a:pt x="0" y="1784"/>
                    <a:pt x="0" y="1927"/>
                    <a:pt x="86" y="2013"/>
                  </a:cubicBezTo>
                  <a:lnTo>
                    <a:pt x="3177" y="5104"/>
                  </a:lnTo>
                  <a:cubicBezTo>
                    <a:pt x="3220" y="5147"/>
                    <a:pt x="3277" y="5168"/>
                    <a:pt x="3334" y="5168"/>
                  </a:cubicBezTo>
                  <a:cubicBezTo>
                    <a:pt x="3392" y="5168"/>
                    <a:pt x="3449" y="5147"/>
                    <a:pt x="3492" y="5104"/>
                  </a:cubicBezTo>
                  <a:lnTo>
                    <a:pt x="5190" y="3396"/>
                  </a:lnTo>
                  <a:lnTo>
                    <a:pt x="1784" y="0"/>
                  </a:ln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2" name="Google Shape;11012;p64"/>
            <p:cNvSpPr/>
            <p:nvPr/>
          </p:nvSpPr>
          <p:spPr>
            <a:xfrm>
              <a:off x="1750184" y="2665586"/>
              <a:ext cx="107673" cy="107385"/>
            </a:xfrm>
            <a:custGeom>
              <a:avLst/>
              <a:gdLst/>
              <a:ahLst/>
              <a:cxnLst/>
              <a:rect l="l" t="t" r="r" b="b"/>
              <a:pathLst>
                <a:path w="4112" h="4101" extrusionOk="0">
                  <a:moveTo>
                    <a:pt x="716" y="1"/>
                  </a:moveTo>
                  <a:lnTo>
                    <a:pt x="86" y="630"/>
                  </a:lnTo>
                  <a:cubicBezTo>
                    <a:pt x="0" y="716"/>
                    <a:pt x="0" y="859"/>
                    <a:pt x="86" y="945"/>
                  </a:cubicBezTo>
                  <a:lnTo>
                    <a:pt x="3177" y="4036"/>
                  </a:lnTo>
                  <a:cubicBezTo>
                    <a:pt x="3220" y="4079"/>
                    <a:pt x="3277" y="4100"/>
                    <a:pt x="3334" y="4100"/>
                  </a:cubicBezTo>
                  <a:cubicBezTo>
                    <a:pt x="3392" y="4100"/>
                    <a:pt x="3449" y="4079"/>
                    <a:pt x="3492" y="4036"/>
                  </a:cubicBezTo>
                  <a:lnTo>
                    <a:pt x="4112" y="3406"/>
                  </a:lnTo>
                  <a:lnTo>
                    <a:pt x="716" y="1"/>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13" name="Google Shape;11013;p64"/>
          <p:cNvGrpSpPr/>
          <p:nvPr/>
        </p:nvGrpSpPr>
        <p:grpSpPr>
          <a:xfrm>
            <a:off x="2203513" y="1349685"/>
            <a:ext cx="316524" cy="359284"/>
            <a:chOff x="2230050" y="1500223"/>
            <a:chExt cx="316524" cy="359284"/>
          </a:xfrm>
        </p:grpSpPr>
        <p:sp>
          <p:nvSpPr>
            <p:cNvPr id="11014" name="Google Shape;11014;p64"/>
            <p:cNvSpPr/>
            <p:nvPr/>
          </p:nvSpPr>
          <p:spPr>
            <a:xfrm>
              <a:off x="2230050" y="1584958"/>
              <a:ext cx="189632" cy="274550"/>
            </a:xfrm>
            <a:custGeom>
              <a:avLst/>
              <a:gdLst/>
              <a:ahLst/>
              <a:cxnLst/>
              <a:rect l="l" t="t" r="r" b="b"/>
              <a:pathLst>
                <a:path w="7242" h="10485" extrusionOk="0">
                  <a:moveTo>
                    <a:pt x="229" y="0"/>
                  </a:moveTo>
                  <a:cubicBezTo>
                    <a:pt x="105" y="0"/>
                    <a:pt x="0" y="105"/>
                    <a:pt x="0" y="229"/>
                  </a:cubicBezTo>
                  <a:lnTo>
                    <a:pt x="0" y="10255"/>
                  </a:lnTo>
                  <a:cubicBezTo>
                    <a:pt x="0" y="10379"/>
                    <a:pt x="105" y="10484"/>
                    <a:pt x="229" y="10484"/>
                  </a:cubicBezTo>
                  <a:lnTo>
                    <a:pt x="7012" y="10484"/>
                  </a:lnTo>
                  <a:cubicBezTo>
                    <a:pt x="7146" y="10484"/>
                    <a:pt x="7241" y="10379"/>
                    <a:pt x="7241" y="10255"/>
                  </a:cubicBezTo>
                  <a:lnTo>
                    <a:pt x="7241" y="229"/>
                  </a:lnTo>
                  <a:cubicBezTo>
                    <a:pt x="7241" y="95"/>
                    <a:pt x="7136" y="0"/>
                    <a:pt x="7012"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5" name="Google Shape;11015;p64"/>
            <p:cNvSpPr/>
            <p:nvPr/>
          </p:nvSpPr>
          <p:spPr>
            <a:xfrm>
              <a:off x="2230050" y="1849243"/>
              <a:ext cx="189632" cy="10265"/>
            </a:xfrm>
            <a:custGeom>
              <a:avLst/>
              <a:gdLst/>
              <a:ahLst/>
              <a:cxnLst/>
              <a:rect l="l" t="t" r="r" b="b"/>
              <a:pathLst>
                <a:path w="7242" h="392" extrusionOk="0">
                  <a:moveTo>
                    <a:pt x="0" y="0"/>
                  </a:moveTo>
                  <a:lnTo>
                    <a:pt x="0" y="162"/>
                  </a:lnTo>
                  <a:cubicBezTo>
                    <a:pt x="0" y="286"/>
                    <a:pt x="105" y="391"/>
                    <a:pt x="229" y="391"/>
                  </a:cubicBezTo>
                  <a:lnTo>
                    <a:pt x="7012" y="391"/>
                  </a:lnTo>
                  <a:cubicBezTo>
                    <a:pt x="7136" y="391"/>
                    <a:pt x="7241" y="286"/>
                    <a:pt x="7241" y="162"/>
                  </a:cubicBezTo>
                  <a:lnTo>
                    <a:pt x="7241" y="0"/>
                  </a:ln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6" name="Google Shape;11016;p64"/>
            <p:cNvSpPr/>
            <p:nvPr/>
          </p:nvSpPr>
          <p:spPr>
            <a:xfrm>
              <a:off x="2266028" y="1585193"/>
              <a:ext cx="117675" cy="37759"/>
            </a:xfrm>
            <a:custGeom>
              <a:avLst/>
              <a:gdLst/>
              <a:ahLst/>
              <a:cxnLst/>
              <a:rect l="l" t="t" r="r" b="b"/>
              <a:pathLst>
                <a:path w="4494" h="1442" extrusionOk="0">
                  <a:moveTo>
                    <a:pt x="0" y="1"/>
                  </a:moveTo>
                  <a:lnTo>
                    <a:pt x="0" y="1126"/>
                  </a:lnTo>
                  <a:cubicBezTo>
                    <a:pt x="0" y="1298"/>
                    <a:pt x="143" y="1441"/>
                    <a:pt x="315" y="1441"/>
                  </a:cubicBezTo>
                  <a:lnTo>
                    <a:pt x="4169" y="1441"/>
                  </a:lnTo>
                  <a:cubicBezTo>
                    <a:pt x="4350" y="1441"/>
                    <a:pt x="4493" y="1298"/>
                    <a:pt x="4493" y="1126"/>
                  </a:cubicBezTo>
                  <a:lnTo>
                    <a:pt x="4493" y="1"/>
                  </a:lnTo>
                  <a:close/>
                </a:path>
              </a:pathLst>
            </a:custGeom>
            <a:solidFill>
              <a:srgbClr val="7E93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7" name="Google Shape;11017;p64"/>
            <p:cNvSpPr/>
            <p:nvPr/>
          </p:nvSpPr>
          <p:spPr>
            <a:xfrm>
              <a:off x="2248039" y="1603680"/>
              <a:ext cx="153654" cy="229852"/>
            </a:xfrm>
            <a:custGeom>
              <a:avLst/>
              <a:gdLst/>
              <a:ahLst/>
              <a:cxnLst/>
              <a:rect l="l" t="t" r="r" b="b"/>
              <a:pathLst>
                <a:path w="5868" h="8778" extrusionOk="0">
                  <a:moveTo>
                    <a:pt x="220" y="1"/>
                  </a:moveTo>
                  <a:cubicBezTo>
                    <a:pt x="105" y="1"/>
                    <a:pt x="0" y="105"/>
                    <a:pt x="0" y="229"/>
                  </a:cubicBezTo>
                  <a:lnTo>
                    <a:pt x="0" y="8548"/>
                  </a:lnTo>
                  <a:cubicBezTo>
                    <a:pt x="0" y="8672"/>
                    <a:pt x="105" y="8777"/>
                    <a:pt x="220" y="8777"/>
                  </a:cubicBezTo>
                  <a:lnTo>
                    <a:pt x="5638" y="8777"/>
                  </a:lnTo>
                  <a:cubicBezTo>
                    <a:pt x="5762" y="8777"/>
                    <a:pt x="5867" y="8672"/>
                    <a:pt x="5867" y="8548"/>
                  </a:cubicBezTo>
                  <a:lnTo>
                    <a:pt x="5867" y="229"/>
                  </a:lnTo>
                  <a:cubicBezTo>
                    <a:pt x="5867" y="105"/>
                    <a:pt x="5762" y="1"/>
                    <a:pt x="5648"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8" name="Google Shape;11018;p64"/>
            <p:cNvSpPr/>
            <p:nvPr/>
          </p:nvSpPr>
          <p:spPr>
            <a:xfrm>
              <a:off x="2248039" y="1603680"/>
              <a:ext cx="153654" cy="229852"/>
            </a:xfrm>
            <a:custGeom>
              <a:avLst/>
              <a:gdLst/>
              <a:ahLst/>
              <a:cxnLst/>
              <a:rect l="l" t="t" r="r" b="b"/>
              <a:pathLst>
                <a:path w="5868" h="8778" extrusionOk="0">
                  <a:moveTo>
                    <a:pt x="220" y="1"/>
                  </a:moveTo>
                  <a:cubicBezTo>
                    <a:pt x="105" y="1"/>
                    <a:pt x="0" y="105"/>
                    <a:pt x="0" y="229"/>
                  </a:cubicBezTo>
                  <a:lnTo>
                    <a:pt x="0" y="8777"/>
                  </a:lnTo>
                  <a:lnTo>
                    <a:pt x="5638" y="8777"/>
                  </a:lnTo>
                  <a:cubicBezTo>
                    <a:pt x="5762" y="8777"/>
                    <a:pt x="5867" y="8672"/>
                    <a:pt x="5867" y="8548"/>
                  </a:cubicBezTo>
                  <a:lnTo>
                    <a:pt x="5867" y="8310"/>
                  </a:lnTo>
                  <a:lnTo>
                    <a:pt x="382" y="8310"/>
                  </a:lnTo>
                  <a:lnTo>
                    <a:pt x="382"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9" name="Google Shape;11019;p64"/>
            <p:cNvSpPr/>
            <p:nvPr/>
          </p:nvSpPr>
          <p:spPr>
            <a:xfrm>
              <a:off x="2266028" y="1603680"/>
              <a:ext cx="117675" cy="19272"/>
            </a:xfrm>
            <a:custGeom>
              <a:avLst/>
              <a:gdLst/>
              <a:ahLst/>
              <a:cxnLst/>
              <a:rect l="l" t="t" r="r" b="b"/>
              <a:pathLst>
                <a:path w="4494" h="736" extrusionOk="0">
                  <a:moveTo>
                    <a:pt x="0" y="1"/>
                  </a:moveTo>
                  <a:lnTo>
                    <a:pt x="0" y="420"/>
                  </a:lnTo>
                  <a:cubicBezTo>
                    <a:pt x="0" y="592"/>
                    <a:pt x="143" y="735"/>
                    <a:pt x="315" y="735"/>
                  </a:cubicBezTo>
                  <a:lnTo>
                    <a:pt x="4169" y="735"/>
                  </a:lnTo>
                  <a:cubicBezTo>
                    <a:pt x="4350" y="735"/>
                    <a:pt x="4493" y="592"/>
                    <a:pt x="4493" y="420"/>
                  </a:cubicBezTo>
                  <a:lnTo>
                    <a:pt x="4493"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0" name="Google Shape;11020;p64"/>
            <p:cNvSpPr/>
            <p:nvPr/>
          </p:nvSpPr>
          <p:spPr>
            <a:xfrm>
              <a:off x="2275272" y="1546466"/>
              <a:ext cx="99189" cy="67243"/>
            </a:xfrm>
            <a:custGeom>
              <a:avLst/>
              <a:gdLst/>
              <a:ahLst/>
              <a:cxnLst/>
              <a:rect l="l" t="t" r="r" b="b"/>
              <a:pathLst>
                <a:path w="3788" h="2568" extrusionOk="0">
                  <a:moveTo>
                    <a:pt x="1899" y="1"/>
                  </a:moveTo>
                  <a:cubicBezTo>
                    <a:pt x="1374" y="1"/>
                    <a:pt x="945" y="411"/>
                    <a:pt x="916" y="936"/>
                  </a:cubicBezTo>
                  <a:lnTo>
                    <a:pt x="229" y="936"/>
                  </a:lnTo>
                  <a:cubicBezTo>
                    <a:pt x="105" y="936"/>
                    <a:pt x="0" y="1031"/>
                    <a:pt x="0" y="1155"/>
                  </a:cubicBezTo>
                  <a:lnTo>
                    <a:pt x="0" y="2348"/>
                  </a:lnTo>
                  <a:cubicBezTo>
                    <a:pt x="0" y="2472"/>
                    <a:pt x="105" y="2567"/>
                    <a:pt x="229" y="2567"/>
                  </a:cubicBezTo>
                  <a:lnTo>
                    <a:pt x="3568" y="2567"/>
                  </a:lnTo>
                  <a:cubicBezTo>
                    <a:pt x="3682" y="2567"/>
                    <a:pt x="3787" y="2472"/>
                    <a:pt x="3787" y="2348"/>
                  </a:cubicBezTo>
                  <a:lnTo>
                    <a:pt x="3787" y="1155"/>
                  </a:lnTo>
                  <a:cubicBezTo>
                    <a:pt x="3787" y="1031"/>
                    <a:pt x="3682" y="936"/>
                    <a:pt x="3568" y="936"/>
                  </a:cubicBezTo>
                  <a:lnTo>
                    <a:pt x="2872" y="936"/>
                  </a:lnTo>
                  <a:cubicBezTo>
                    <a:pt x="2853" y="411"/>
                    <a:pt x="2414" y="1"/>
                    <a:pt x="1899"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1" name="Google Shape;11021;p64"/>
            <p:cNvSpPr/>
            <p:nvPr/>
          </p:nvSpPr>
          <p:spPr>
            <a:xfrm>
              <a:off x="2275272" y="1599935"/>
              <a:ext cx="99189" cy="13773"/>
            </a:xfrm>
            <a:custGeom>
              <a:avLst/>
              <a:gdLst/>
              <a:ahLst/>
              <a:cxnLst/>
              <a:rect l="l" t="t" r="r" b="b"/>
              <a:pathLst>
                <a:path w="3788" h="526" extrusionOk="0">
                  <a:moveTo>
                    <a:pt x="0" y="0"/>
                  </a:moveTo>
                  <a:lnTo>
                    <a:pt x="0" y="306"/>
                  </a:lnTo>
                  <a:cubicBezTo>
                    <a:pt x="0" y="430"/>
                    <a:pt x="105" y="525"/>
                    <a:pt x="229" y="525"/>
                  </a:cubicBezTo>
                  <a:lnTo>
                    <a:pt x="3568" y="525"/>
                  </a:lnTo>
                  <a:cubicBezTo>
                    <a:pt x="3682" y="525"/>
                    <a:pt x="3787" y="430"/>
                    <a:pt x="3787" y="306"/>
                  </a:cubicBezTo>
                  <a:lnTo>
                    <a:pt x="3787"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2" name="Google Shape;11022;p64"/>
            <p:cNvSpPr/>
            <p:nvPr/>
          </p:nvSpPr>
          <p:spPr>
            <a:xfrm>
              <a:off x="2272156" y="1710070"/>
              <a:ext cx="105395" cy="10814"/>
            </a:xfrm>
            <a:custGeom>
              <a:avLst/>
              <a:gdLst/>
              <a:ahLst/>
              <a:cxnLst/>
              <a:rect l="l" t="t" r="r" b="b"/>
              <a:pathLst>
                <a:path w="4025" h="413" extrusionOk="0">
                  <a:moveTo>
                    <a:pt x="265" y="0"/>
                  </a:moveTo>
                  <a:cubicBezTo>
                    <a:pt x="1" y="0"/>
                    <a:pt x="4" y="412"/>
                    <a:pt x="273" y="412"/>
                  </a:cubicBezTo>
                  <a:cubicBezTo>
                    <a:pt x="279" y="412"/>
                    <a:pt x="285" y="412"/>
                    <a:pt x="291" y="412"/>
                  </a:cubicBezTo>
                  <a:lnTo>
                    <a:pt x="3735" y="412"/>
                  </a:lnTo>
                  <a:cubicBezTo>
                    <a:pt x="3741" y="412"/>
                    <a:pt x="3747" y="412"/>
                    <a:pt x="3752" y="412"/>
                  </a:cubicBezTo>
                  <a:cubicBezTo>
                    <a:pt x="4022" y="412"/>
                    <a:pt x="4025" y="0"/>
                    <a:pt x="3761" y="0"/>
                  </a:cubicBezTo>
                  <a:cubicBezTo>
                    <a:pt x="3752" y="0"/>
                    <a:pt x="3744" y="1"/>
                    <a:pt x="3735" y="2"/>
                  </a:cubicBezTo>
                  <a:lnTo>
                    <a:pt x="291" y="2"/>
                  </a:lnTo>
                  <a:cubicBezTo>
                    <a:pt x="282" y="1"/>
                    <a:pt x="273" y="0"/>
                    <a:pt x="26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3" name="Google Shape;11023;p64"/>
            <p:cNvSpPr/>
            <p:nvPr/>
          </p:nvSpPr>
          <p:spPr>
            <a:xfrm>
              <a:off x="2272156" y="1730808"/>
              <a:ext cx="105395" cy="10814"/>
            </a:xfrm>
            <a:custGeom>
              <a:avLst/>
              <a:gdLst/>
              <a:ahLst/>
              <a:cxnLst/>
              <a:rect l="l" t="t" r="r" b="b"/>
              <a:pathLst>
                <a:path w="4025" h="413" extrusionOk="0">
                  <a:moveTo>
                    <a:pt x="265" y="0"/>
                  </a:moveTo>
                  <a:cubicBezTo>
                    <a:pt x="1" y="0"/>
                    <a:pt x="4" y="412"/>
                    <a:pt x="273" y="412"/>
                  </a:cubicBezTo>
                  <a:cubicBezTo>
                    <a:pt x="279" y="412"/>
                    <a:pt x="285" y="412"/>
                    <a:pt x="291" y="412"/>
                  </a:cubicBezTo>
                  <a:lnTo>
                    <a:pt x="3735" y="412"/>
                  </a:lnTo>
                  <a:cubicBezTo>
                    <a:pt x="3741" y="412"/>
                    <a:pt x="3747" y="412"/>
                    <a:pt x="3752" y="412"/>
                  </a:cubicBezTo>
                  <a:cubicBezTo>
                    <a:pt x="4022" y="412"/>
                    <a:pt x="4025" y="0"/>
                    <a:pt x="3761" y="0"/>
                  </a:cubicBezTo>
                  <a:cubicBezTo>
                    <a:pt x="3752" y="0"/>
                    <a:pt x="3744" y="0"/>
                    <a:pt x="3735" y="1"/>
                  </a:cubicBezTo>
                  <a:lnTo>
                    <a:pt x="291" y="1"/>
                  </a:lnTo>
                  <a:cubicBezTo>
                    <a:pt x="282" y="0"/>
                    <a:pt x="273" y="0"/>
                    <a:pt x="26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4" name="Google Shape;11024;p64"/>
            <p:cNvSpPr/>
            <p:nvPr/>
          </p:nvSpPr>
          <p:spPr>
            <a:xfrm>
              <a:off x="2272156" y="1751547"/>
              <a:ext cx="105395" cy="10814"/>
            </a:xfrm>
            <a:custGeom>
              <a:avLst/>
              <a:gdLst/>
              <a:ahLst/>
              <a:cxnLst/>
              <a:rect l="l" t="t" r="r" b="b"/>
              <a:pathLst>
                <a:path w="4025" h="413" extrusionOk="0">
                  <a:moveTo>
                    <a:pt x="273" y="1"/>
                  </a:moveTo>
                  <a:cubicBezTo>
                    <a:pt x="4" y="1"/>
                    <a:pt x="1" y="413"/>
                    <a:pt x="265" y="413"/>
                  </a:cubicBezTo>
                  <a:cubicBezTo>
                    <a:pt x="273" y="413"/>
                    <a:pt x="282" y="412"/>
                    <a:pt x="291" y="411"/>
                  </a:cubicBezTo>
                  <a:lnTo>
                    <a:pt x="3735" y="411"/>
                  </a:lnTo>
                  <a:cubicBezTo>
                    <a:pt x="3744" y="412"/>
                    <a:pt x="3752" y="413"/>
                    <a:pt x="3761" y="413"/>
                  </a:cubicBezTo>
                  <a:cubicBezTo>
                    <a:pt x="4025" y="413"/>
                    <a:pt x="4022" y="1"/>
                    <a:pt x="3752" y="1"/>
                  </a:cubicBezTo>
                  <a:cubicBezTo>
                    <a:pt x="3747" y="1"/>
                    <a:pt x="3741" y="1"/>
                    <a:pt x="3735" y="1"/>
                  </a:cubicBezTo>
                  <a:lnTo>
                    <a:pt x="291" y="1"/>
                  </a:lnTo>
                  <a:cubicBezTo>
                    <a:pt x="285" y="1"/>
                    <a:pt x="279" y="1"/>
                    <a:pt x="273"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5" name="Google Shape;11025;p64"/>
            <p:cNvSpPr/>
            <p:nvPr/>
          </p:nvSpPr>
          <p:spPr>
            <a:xfrm>
              <a:off x="2272156" y="1772285"/>
              <a:ext cx="105395" cy="11050"/>
            </a:xfrm>
            <a:custGeom>
              <a:avLst/>
              <a:gdLst/>
              <a:ahLst/>
              <a:cxnLst/>
              <a:rect l="l" t="t" r="r" b="b"/>
              <a:pathLst>
                <a:path w="4025" h="422" extrusionOk="0">
                  <a:moveTo>
                    <a:pt x="273" y="0"/>
                  </a:moveTo>
                  <a:cubicBezTo>
                    <a:pt x="1" y="0"/>
                    <a:pt x="1" y="421"/>
                    <a:pt x="273" y="421"/>
                  </a:cubicBezTo>
                  <a:cubicBezTo>
                    <a:pt x="279" y="421"/>
                    <a:pt x="285" y="421"/>
                    <a:pt x="291" y="421"/>
                  </a:cubicBezTo>
                  <a:lnTo>
                    <a:pt x="3735" y="421"/>
                  </a:lnTo>
                  <a:cubicBezTo>
                    <a:pt x="3741" y="421"/>
                    <a:pt x="3747" y="421"/>
                    <a:pt x="3752" y="421"/>
                  </a:cubicBezTo>
                  <a:cubicBezTo>
                    <a:pt x="4025" y="421"/>
                    <a:pt x="4025" y="0"/>
                    <a:pt x="3752" y="0"/>
                  </a:cubicBezTo>
                  <a:cubicBezTo>
                    <a:pt x="3747" y="0"/>
                    <a:pt x="3741" y="1"/>
                    <a:pt x="3735" y="1"/>
                  </a:cubicBezTo>
                  <a:lnTo>
                    <a:pt x="291" y="1"/>
                  </a:lnTo>
                  <a:cubicBezTo>
                    <a:pt x="285" y="1"/>
                    <a:pt x="279" y="0"/>
                    <a:pt x="273"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6" name="Google Shape;11026;p64"/>
            <p:cNvSpPr/>
            <p:nvPr/>
          </p:nvSpPr>
          <p:spPr>
            <a:xfrm>
              <a:off x="2382918" y="1500223"/>
              <a:ext cx="163656" cy="137209"/>
            </a:xfrm>
            <a:custGeom>
              <a:avLst/>
              <a:gdLst/>
              <a:ahLst/>
              <a:cxnLst/>
              <a:rect l="l" t="t" r="r" b="b"/>
              <a:pathLst>
                <a:path w="6250" h="5240" extrusionOk="0">
                  <a:moveTo>
                    <a:pt x="3144" y="0"/>
                  </a:moveTo>
                  <a:cubicBezTo>
                    <a:pt x="3111" y="0"/>
                    <a:pt x="3078" y="1"/>
                    <a:pt x="3044" y="2"/>
                  </a:cubicBezTo>
                  <a:cubicBezTo>
                    <a:pt x="1060" y="78"/>
                    <a:pt x="1" y="2377"/>
                    <a:pt x="1241" y="3942"/>
                  </a:cubicBezTo>
                  <a:lnTo>
                    <a:pt x="1193" y="5010"/>
                  </a:lnTo>
                  <a:cubicBezTo>
                    <a:pt x="1186" y="5140"/>
                    <a:pt x="1294" y="5240"/>
                    <a:pt x="1411" y="5240"/>
                  </a:cubicBezTo>
                  <a:cubicBezTo>
                    <a:pt x="1441" y="5240"/>
                    <a:pt x="1470" y="5234"/>
                    <a:pt x="1499" y="5220"/>
                  </a:cubicBezTo>
                  <a:lnTo>
                    <a:pt x="2481" y="4772"/>
                  </a:lnTo>
                  <a:cubicBezTo>
                    <a:pt x="2699" y="4834"/>
                    <a:pt x="2920" y="4863"/>
                    <a:pt x="3140" y="4863"/>
                  </a:cubicBezTo>
                  <a:cubicBezTo>
                    <a:pt x="3938" y="4863"/>
                    <a:pt x="4705" y="4468"/>
                    <a:pt x="5162" y="3780"/>
                  </a:cubicBezTo>
                  <a:cubicBezTo>
                    <a:pt x="6250" y="2157"/>
                    <a:pt x="5070" y="0"/>
                    <a:pt x="314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7" name="Google Shape;11027;p64"/>
            <p:cNvSpPr/>
            <p:nvPr/>
          </p:nvSpPr>
          <p:spPr>
            <a:xfrm>
              <a:off x="2427380" y="1560396"/>
              <a:ext cx="11521" cy="12333"/>
            </a:xfrm>
            <a:custGeom>
              <a:avLst/>
              <a:gdLst/>
              <a:ahLst/>
              <a:cxnLst/>
              <a:rect l="l" t="t" r="r" b="b"/>
              <a:pathLst>
                <a:path w="440" h="471" extrusionOk="0">
                  <a:moveTo>
                    <a:pt x="220" y="1"/>
                  </a:moveTo>
                  <a:cubicBezTo>
                    <a:pt x="111" y="1"/>
                    <a:pt x="1" y="75"/>
                    <a:pt x="10" y="223"/>
                  </a:cubicBezTo>
                  <a:lnTo>
                    <a:pt x="10" y="261"/>
                  </a:lnTo>
                  <a:cubicBezTo>
                    <a:pt x="10" y="375"/>
                    <a:pt x="106" y="471"/>
                    <a:pt x="220" y="471"/>
                  </a:cubicBezTo>
                  <a:cubicBezTo>
                    <a:pt x="335" y="471"/>
                    <a:pt x="430" y="375"/>
                    <a:pt x="430" y="261"/>
                  </a:cubicBezTo>
                  <a:lnTo>
                    <a:pt x="430" y="223"/>
                  </a:lnTo>
                  <a:cubicBezTo>
                    <a:pt x="440" y="75"/>
                    <a:pt x="330" y="1"/>
                    <a:pt x="220"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8" name="Google Shape;11028;p64"/>
            <p:cNvSpPr/>
            <p:nvPr/>
          </p:nvSpPr>
          <p:spPr>
            <a:xfrm>
              <a:off x="2448878" y="1560396"/>
              <a:ext cx="11390" cy="12333"/>
            </a:xfrm>
            <a:custGeom>
              <a:avLst/>
              <a:gdLst/>
              <a:ahLst/>
              <a:cxnLst/>
              <a:rect l="l" t="t" r="r" b="b"/>
              <a:pathLst>
                <a:path w="435" h="471" extrusionOk="0">
                  <a:moveTo>
                    <a:pt x="219" y="1"/>
                  </a:moveTo>
                  <a:cubicBezTo>
                    <a:pt x="110" y="1"/>
                    <a:pt x="0" y="75"/>
                    <a:pt x="10" y="223"/>
                  </a:cubicBezTo>
                  <a:lnTo>
                    <a:pt x="10" y="261"/>
                  </a:lnTo>
                  <a:cubicBezTo>
                    <a:pt x="10" y="375"/>
                    <a:pt x="105" y="471"/>
                    <a:pt x="220" y="471"/>
                  </a:cubicBezTo>
                  <a:cubicBezTo>
                    <a:pt x="334" y="471"/>
                    <a:pt x="420" y="375"/>
                    <a:pt x="420" y="261"/>
                  </a:cubicBezTo>
                  <a:lnTo>
                    <a:pt x="420" y="223"/>
                  </a:lnTo>
                  <a:cubicBezTo>
                    <a:pt x="434" y="75"/>
                    <a:pt x="327" y="1"/>
                    <a:pt x="219"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9" name="Google Shape;11029;p64"/>
            <p:cNvSpPr/>
            <p:nvPr/>
          </p:nvSpPr>
          <p:spPr>
            <a:xfrm>
              <a:off x="2470114" y="1560396"/>
              <a:ext cx="11521" cy="12333"/>
            </a:xfrm>
            <a:custGeom>
              <a:avLst/>
              <a:gdLst/>
              <a:ahLst/>
              <a:cxnLst/>
              <a:rect l="l" t="t" r="r" b="b"/>
              <a:pathLst>
                <a:path w="440" h="471" extrusionOk="0">
                  <a:moveTo>
                    <a:pt x="220" y="1"/>
                  </a:moveTo>
                  <a:cubicBezTo>
                    <a:pt x="110" y="1"/>
                    <a:pt x="0" y="75"/>
                    <a:pt x="10" y="223"/>
                  </a:cubicBezTo>
                  <a:lnTo>
                    <a:pt x="10" y="261"/>
                  </a:lnTo>
                  <a:cubicBezTo>
                    <a:pt x="10" y="375"/>
                    <a:pt x="105" y="471"/>
                    <a:pt x="220" y="471"/>
                  </a:cubicBezTo>
                  <a:cubicBezTo>
                    <a:pt x="334" y="471"/>
                    <a:pt x="430" y="375"/>
                    <a:pt x="430" y="261"/>
                  </a:cubicBezTo>
                  <a:lnTo>
                    <a:pt x="430" y="223"/>
                  </a:lnTo>
                  <a:cubicBezTo>
                    <a:pt x="439" y="75"/>
                    <a:pt x="329" y="1"/>
                    <a:pt x="220"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0" name="Google Shape;11030;p64"/>
            <p:cNvSpPr/>
            <p:nvPr/>
          </p:nvSpPr>
          <p:spPr>
            <a:xfrm>
              <a:off x="2491455" y="1560396"/>
              <a:ext cx="11390" cy="12333"/>
            </a:xfrm>
            <a:custGeom>
              <a:avLst/>
              <a:gdLst/>
              <a:ahLst/>
              <a:cxnLst/>
              <a:rect l="l" t="t" r="r" b="b"/>
              <a:pathLst>
                <a:path w="435" h="471" extrusionOk="0">
                  <a:moveTo>
                    <a:pt x="217" y="1"/>
                  </a:moveTo>
                  <a:cubicBezTo>
                    <a:pt x="108" y="1"/>
                    <a:pt x="1" y="75"/>
                    <a:pt x="15" y="223"/>
                  </a:cubicBezTo>
                  <a:lnTo>
                    <a:pt x="15" y="261"/>
                  </a:lnTo>
                  <a:cubicBezTo>
                    <a:pt x="15" y="375"/>
                    <a:pt x="101" y="471"/>
                    <a:pt x="225" y="471"/>
                  </a:cubicBezTo>
                  <a:cubicBezTo>
                    <a:pt x="330" y="471"/>
                    <a:pt x="425" y="375"/>
                    <a:pt x="425" y="261"/>
                  </a:cubicBezTo>
                  <a:lnTo>
                    <a:pt x="425" y="223"/>
                  </a:lnTo>
                  <a:cubicBezTo>
                    <a:pt x="435" y="75"/>
                    <a:pt x="325" y="1"/>
                    <a:pt x="217"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1" name="Google Shape;11031;p64"/>
            <p:cNvSpPr/>
            <p:nvPr/>
          </p:nvSpPr>
          <p:spPr>
            <a:xfrm>
              <a:off x="2310229" y="1645393"/>
              <a:ext cx="20005" cy="49490"/>
            </a:xfrm>
            <a:custGeom>
              <a:avLst/>
              <a:gdLst/>
              <a:ahLst/>
              <a:cxnLst/>
              <a:rect l="l" t="t" r="r" b="b"/>
              <a:pathLst>
                <a:path w="764" h="1890" extrusionOk="0">
                  <a:moveTo>
                    <a:pt x="258" y="1"/>
                  </a:moveTo>
                  <a:cubicBezTo>
                    <a:pt x="1" y="20"/>
                    <a:pt x="1" y="392"/>
                    <a:pt x="258" y="411"/>
                  </a:cubicBezTo>
                  <a:lnTo>
                    <a:pt x="344" y="411"/>
                  </a:lnTo>
                  <a:lnTo>
                    <a:pt x="344" y="1689"/>
                  </a:lnTo>
                  <a:cubicBezTo>
                    <a:pt x="344" y="1804"/>
                    <a:pt x="440" y="1890"/>
                    <a:pt x="554" y="1890"/>
                  </a:cubicBezTo>
                  <a:cubicBezTo>
                    <a:pt x="668" y="1890"/>
                    <a:pt x="764" y="1804"/>
                    <a:pt x="764" y="1689"/>
                  </a:cubicBezTo>
                  <a:lnTo>
                    <a:pt x="764" y="211"/>
                  </a:lnTo>
                  <a:cubicBezTo>
                    <a:pt x="764" y="96"/>
                    <a:pt x="668" y="1"/>
                    <a:pt x="554"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2" name="Google Shape;11032;p64"/>
            <p:cNvSpPr/>
            <p:nvPr/>
          </p:nvSpPr>
          <p:spPr>
            <a:xfrm>
              <a:off x="2308893" y="1686110"/>
              <a:ext cx="31946" cy="11050"/>
            </a:xfrm>
            <a:custGeom>
              <a:avLst/>
              <a:gdLst/>
              <a:ahLst/>
              <a:cxnLst/>
              <a:rect l="l" t="t" r="r" b="b"/>
              <a:pathLst>
                <a:path w="1220" h="422" extrusionOk="0">
                  <a:moveTo>
                    <a:pt x="281" y="0"/>
                  </a:moveTo>
                  <a:cubicBezTo>
                    <a:pt x="1" y="0"/>
                    <a:pt x="1" y="421"/>
                    <a:pt x="281" y="421"/>
                  </a:cubicBezTo>
                  <a:cubicBezTo>
                    <a:pt x="287" y="421"/>
                    <a:pt x="293" y="421"/>
                    <a:pt x="300" y="420"/>
                  </a:cubicBezTo>
                  <a:lnTo>
                    <a:pt x="929" y="420"/>
                  </a:lnTo>
                  <a:cubicBezTo>
                    <a:pt x="935" y="421"/>
                    <a:pt x="941" y="421"/>
                    <a:pt x="947" y="421"/>
                  </a:cubicBezTo>
                  <a:cubicBezTo>
                    <a:pt x="1219" y="421"/>
                    <a:pt x="1219" y="0"/>
                    <a:pt x="947" y="0"/>
                  </a:cubicBezTo>
                  <a:cubicBezTo>
                    <a:pt x="941" y="0"/>
                    <a:pt x="935" y="0"/>
                    <a:pt x="929" y="1"/>
                  </a:cubicBezTo>
                  <a:lnTo>
                    <a:pt x="300" y="1"/>
                  </a:lnTo>
                  <a:cubicBezTo>
                    <a:pt x="293" y="0"/>
                    <a:pt x="287" y="0"/>
                    <a:pt x="281"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3" name="Google Shape;11033;p64"/>
            <p:cNvSpPr/>
            <p:nvPr/>
          </p:nvSpPr>
          <p:spPr>
            <a:xfrm>
              <a:off x="2311983" y="1627063"/>
              <a:ext cx="18251" cy="15606"/>
            </a:xfrm>
            <a:custGeom>
              <a:avLst/>
              <a:gdLst/>
              <a:ahLst/>
              <a:cxnLst/>
              <a:rect l="l" t="t" r="r" b="b"/>
              <a:pathLst>
                <a:path w="697" h="596" extrusionOk="0">
                  <a:moveTo>
                    <a:pt x="397" y="0"/>
                  </a:moveTo>
                  <a:cubicBezTo>
                    <a:pt x="324" y="0"/>
                    <a:pt x="250" y="28"/>
                    <a:pt x="191" y="90"/>
                  </a:cubicBezTo>
                  <a:cubicBezTo>
                    <a:pt x="0" y="271"/>
                    <a:pt x="134" y="596"/>
                    <a:pt x="401" y="596"/>
                  </a:cubicBezTo>
                  <a:cubicBezTo>
                    <a:pt x="563" y="596"/>
                    <a:pt x="697" y="462"/>
                    <a:pt x="697" y="300"/>
                  </a:cubicBezTo>
                  <a:cubicBezTo>
                    <a:pt x="697" y="120"/>
                    <a:pt x="549" y="0"/>
                    <a:pt x="397"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34" name="Google Shape;11034;p64"/>
          <p:cNvGrpSpPr/>
          <p:nvPr/>
        </p:nvGrpSpPr>
        <p:grpSpPr>
          <a:xfrm>
            <a:off x="2663504" y="4112229"/>
            <a:ext cx="359389" cy="359232"/>
            <a:chOff x="2690042" y="4262767"/>
            <a:chExt cx="359389" cy="359232"/>
          </a:xfrm>
        </p:grpSpPr>
        <p:sp>
          <p:nvSpPr>
            <p:cNvPr id="11035" name="Google Shape;11035;p64"/>
            <p:cNvSpPr/>
            <p:nvPr/>
          </p:nvSpPr>
          <p:spPr>
            <a:xfrm>
              <a:off x="2690042" y="4262767"/>
              <a:ext cx="205002" cy="173214"/>
            </a:xfrm>
            <a:custGeom>
              <a:avLst/>
              <a:gdLst/>
              <a:ahLst/>
              <a:cxnLst/>
              <a:rect l="l" t="t" r="r" b="b"/>
              <a:pathLst>
                <a:path w="7829" h="6615" extrusionOk="0">
                  <a:moveTo>
                    <a:pt x="3888" y="0"/>
                  </a:moveTo>
                  <a:cubicBezTo>
                    <a:pt x="1472" y="0"/>
                    <a:pt x="1" y="2709"/>
                    <a:pt x="1361" y="4744"/>
                  </a:cubicBezTo>
                  <a:cubicBezTo>
                    <a:pt x="1935" y="5609"/>
                    <a:pt x="2895" y="6102"/>
                    <a:pt x="3897" y="6102"/>
                  </a:cubicBezTo>
                  <a:cubicBezTo>
                    <a:pt x="4176" y="6102"/>
                    <a:pt x="4459" y="6063"/>
                    <a:pt x="4738" y="5984"/>
                  </a:cubicBezTo>
                  <a:lnTo>
                    <a:pt x="6035" y="6595"/>
                  </a:lnTo>
                  <a:cubicBezTo>
                    <a:pt x="6065" y="6608"/>
                    <a:pt x="6096" y="6614"/>
                    <a:pt x="6126" y="6614"/>
                  </a:cubicBezTo>
                  <a:cubicBezTo>
                    <a:pt x="6249" y="6614"/>
                    <a:pt x="6358" y="6513"/>
                    <a:pt x="6350" y="6375"/>
                  </a:cubicBezTo>
                  <a:lnTo>
                    <a:pt x="6283" y="4944"/>
                  </a:lnTo>
                  <a:cubicBezTo>
                    <a:pt x="7829" y="2998"/>
                    <a:pt x="6512" y="108"/>
                    <a:pt x="4013" y="3"/>
                  </a:cubicBezTo>
                  <a:cubicBezTo>
                    <a:pt x="3971" y="1"/>
                    <a:pt x="3929" y="0"/>
                    <a:pt x="388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6" name="Google Shape;11036;p64"/>
            <p:cNvSpPr/>
            <p:nvPr/>
          </p:nvSpPr>
          <p:spPr>
            <a:xfrm>
              <a:off x="2729293" y="4277456"/>
              <a:ext cx="124038" cy="125086"/>
            </a:xfrm>
            <a:custGeom>
              <a:avLst/>
              <a:gdLst/>
              <a:ahLst/>
              <a:cxnLst/>
              <a:rect l="l" t="t" r="r" b="b"/>
              <a:pathLst>
                <a:path w="4737" h="4777" extrusionOk="0">
                  <a:moveTo>
                    <a:pt x="3048" y="0"/>
                  </a:moveTo>
                  <a:cubicBezTo>
                    <a:pt x="2905" y="0"/>
                    <a:pt x="2762" y="155"/>
                    <a:pt x="2867" y="319"/>
                  </a:cubicBezTo>
                  <a:lnTo>
                    <a:pt x="2962" y="491"/>
                  </a:lnTo>
                  <a:cubicBezTo>
                    <a:pt x="2773" y="440"/>
                    <a:pt x="2582" y="415"/>
                    <a:pt x="2393" y="415"/>
                  </a:cubicBezTo>
                  <a:cubicBezTo>
                    <a:pt x="1637" y="415"/>
                    <a:pt x="917" y="812"/>
                    <a:pt x="520" y="1483"/>
                  </a:cubicBezTo>
                  <a:cubicBezTo>
                    <a:pt x="14" y="2332"/>
                    <a:pt x="148" y="3401"/>
                    <a:pt x="825" y="4107"/>
                  </a:cubicBezTo>
                  <a:cubicBezTo>
                    <a:pt x="1245" y="4544"/>
                    <a:pt x="1815" y="4776"/>
                    <a:pt x="2394" y="4776"/>
                  </a:cubicBezTo>
                  <a:cubicBezTo>
                    <a:pt x="2750" y="4776"/>
                    <a:pt x="3109" y="4689"/>
                    <a:pt x="3439" y="4507"/>
                  </a:cubicBezTo>
                  <a:cubicBezTo>
                    <a:pt x="4298" y="4040"/>
                    <a:pt x="4737" y="3057"/>
                    <a:pt x="4517" y="2103"/>
                  </a:cubicBezTo>
                  <a:lnTo>
                    <a:pt x="4527" y="2103"/>
                  </a:lnTo>
                  <a:cubicBezTo>
                    <a:pt x="4507" y="1979"/>
                    <a:pt x="4416" y="1926"/>
                    <a:pt x="4324" y="1926"/>
                  </a:cubicBezTo>
                  <a:cubicBezTo>
                    <a:pt x="4197" y="1926"/>
                    <a:pt x="4067" y="2029"/>
                    <a:pt x="4116" y="2189"/>
                  </a:cubicBezTo>
                  <a:cubicBezTo>
                    <a:pt x="4407" y="3419"/>
                    <a:pt x="3424" y="4371"/>
                    <a:pt x="2382" y="4371"/>
                  </a:cubicBezTo>
                  <a:cubicBezTo>
                    <a:pt x="1953" y="4371"/>
                    <a:pt x="1514" y="4210"/>
                    <a:pt x="1149" y="3840"/>
                  </a:cubicBezTo>
                  <a:cubicBezTo>
                    <a:pt x="1" y="2691"/>
                    <a:pt x="892" y="828"/>
                    <a:pt x="2375" y="828"/>
                  </a:cubicBezTo>
                  <a:cubicBezTo>
                    <a:pt x="2518" y="828"/>
                    <a:pt x="2666" y="845"/>
                    <a:pt x="2819" y="882"/>
                  </a:cubicBezTo>
                  <a:lnTo>
                    <a:pt x="2590" y="930"/>
                  </a:lnTo>
                  <a:cubicBezTo>
                    <a:pt x="2323" y="973"/>
                    <a:pt x="2383" y="1344"/>
                    <a:pt x="2608" y="1344"/>
                  </a:cubicBezTo>
                  <a:cubicBezTo>
                    <a:pt x="2632" y="1344"/>
                    <a:pt x="2658" y="1340"/>
                    <a:pt x="2685" y="1331"/>
                  </a:cubicBezTo>
                  <a:lnTo>
                    <a:pt x="3515" y="1140"/>
                  </a:lnTo>
                  <a:cubicBezTo>
                    <a:pt x="3649" y="1111"/>
                    <a:pt x="3716" y="959"/>
                    <a:pt x="3649" y="835"/>
                  </a:cubicBezTo>
                  <a:lnTo>
                    <a:pt x="3220" y="110"/>
                  </a:lnTo>
                  <a:cubicBezTo>
                    <a:pt x="3178" y="32"/>
                    <a:pt x="3113" y="0"/>
                    <a:pt x="3048"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7" name="Google Shape;11037;p64"/>
            <p:cNvSpPr/>
            <p:nvPr/>
          </p:nvSpPr>
          <p:spPr>
            <a:xfrm>
              <a:off x="2762365" y="4322285"/>
              <a:ext cx="37261" cy="45981"/>
            </a:xfrm>
            <a:custGeom>
              <a:avLst/>
              <a:gdLst/>
              <a:ahLst/>
              <a:cxnLst/>
              <a:rect l="l" t="t" r="r" b="b"/>
              <a:pathLst>
                <a:path w="1423" h="1756" extrusionOk="0">
                  <a:moveTo>
                    <a:pt x="650" y="0"/>
                  </a:moveTo>
                  <a:cubicBezTo>
                    <a:pt x="325" y="0"/>
                    <a:pt x="68" y="258"/>
                    <a:pt x="58" y="573"/>
                  </a:cubicBezTo>
                  <a:cubicBezTo>
                    <a:pt x="68" y="701"/>
                    <a:pt x="166" y="766"/>
                    <a:pt x="263" y="766"/>
                  </a:cubicBezTo>
                  <a:cubicBezTo>
                    <a:pt x="361" y="766"/>
                    <a:pt x="459" y="701"/>
                    <a:pt x="468" y="573"/>
                  </a:cubicBezTo>
                  <a:cubicBezTo>
                    <a:pt x="477" y="492"/>
                    <a:pt x="546" y="419"/>
                    <a:pt x="634" y="419"/>
                  </a:cubicBezTo>
                  <a:cubicBezTo>
                    <a:pt x="639" y="419"/>
                    <a:pt x="644" y="419"/>
                    <a:pt x="650" y="420"/>
                  </a:cubicBezTo>
                  <a:lnTo>
                    <a:pt x="716" y="420"/>
                  </a:lnTo>
                  <a:cubicBezTo>
                    <a:pt x="726" y="420"/>
                    <a:pt x="745" y="420"/>
                    <a:pt x="755" y="439"/>
                  </a:cubicBezTo>
                  <a:cubicBezTo>
                    <a:pt x="755" y="439"/>
                    <a:pt x="755" y="449"/>
                    <a:pt x="755" y="458"/>
                  </a:cubicBezTo>
                  <a:lnTo>
                    <a:pt x="96" y="1431"/>
                  </a:lnTo>
                  <a:cubicBezTo>
                    <a:pt x="1" y="1565"/>
                    <a:pt x="106" y="1756"/>
                    <a:pt x="268" y="1756"/>
                  </a:cubicBezTo>
                  <a:lnTo>
                    <a:pt x="1165" y="1756"/>
                  </a:lnTo>
                  <a:cubicBezTo>
                    <a:pt x="1422" y="1737"/>
                    <a:pt x="1422" y="1364"/>
                    <a:pt x="1165" y="1345"/>
                  </a:cubicBezTo>
                  <a:lnTo>
                    <a:pt x="659" y="1345"/>
                  </a:lnTo>
                  <a:lnTo>
                    <a:pt x="1098" y="687"/>
                  </a:lnTo>
                  <a:cubicBezTo>
                    <a:pt x="1184" y="554"/>
                    <a:pt x="1193" y="382"/>
                    <a:pt x="1117" y="239"/>
                  </a:cubicBezTo>
                  <a:cubicBezTo>
                    <a:pt x="1041" y="96"/>
                    <a:pt x="879" y="0"/>
                    <a:pt x="716"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8" name="Google Shape;11038;p64"/>
            <p:cNvSpPr/>
            <p:nvPr/>
          </p:nvSpPr>
          <p:spPr>
            <a:xfrm>
              <a:off x="2795594" y="4322285"/>
              <a:ext cx="26761" cy="45536"/>
            </a:xfrm>
            <a:custGeom>
              <a:avLst/>
              <a:gdLst/>
              <a:ahLst/>
              <a:cxnLst/>
              <a:rect l="l" t="t" r="r" b="b"/>
              <a:pathLst>
                <a:path w="1022" h="1739" extrusionOk="0">
                  <a:moveTo>
                    <a:pt x="812" y="0"/>
                  </a:moveTo>
                  <a:cubicBezTo>
                    <a:pt x="697" y="0"/>
                    <a:pt x="602" y="96"/>
                    <a:pt x="602" y="210"/>
                  </a:cubicBezTo>
                  <a:lnTo>
                    <a:pt x="602" y="716"/>
                  </a:lnTo>
                  <a:lnTo>
                    <a:pt x="411" y="716"/>
                  </a:lnTo>
                  <a:lnTo>
                    <a:pt x="411" y="210"/>
                  </a:lnTo>
                  <a:cubicBezTo>
                    <a:pt x="401" y="81"/>
                    <a:pt x="304" y="17"/>
                    <a:pt x="206" y="17"/>
                  </a:cubicBezTo>
                  <a:cubicBezTo>
                    <a:pt x="108" y="17"/>
                    <a:pt x="10" y="81"/>
                    <a:pt x="1" y="210"/>
                  </a:cubicBezTo>
                  <a:lnTo>
                    <a:pt x="1" y="916"/>
                  </a:lnTo>
                  <a:cubicBezTo>
                    <a:pt x="1" y="1031"/>
                    <a:pt x="96" y="1126"/>
                    <a:pt x="211" y="1126"/>
                  </a:cubicBezTo>
                  <a:lnTo>
                    <a:pt x="602" y="1126"/>
                  </a:lnTo>
                  <a:lnTo>
                    <a:pt x="602" y="1546"/>
                  </a:lnTo>
                  <a:cubicBezTo>
                    <a:pt x="611" y="1675"/>
                    <a:pt x="712" y="1739"/>
                    <a:pt x="812" y="1739"/>
                  </a:cubicBezTo>
                  <a:cubicBezTo>
                    <a:pt x="912" y="1739"/>
                    <a:pt x="1012" y="1675"/>
                    <a:pt x="1022" y="1546"/>
                  </a:cubicBezTo>
                  <a:lnTo>
                    <a:pt x="1022" y="210"/>
                  </a:lnTo>
                  <a:cubicBezTo>
                    <a:pt x="1022" y="96"/>
                    <a:pt x="926" y="0"/>
                    <a:pt x="812"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9" name="Google Shape;11039;p64"/>
            <p:cNvSpPr/>
            <p:nvPr/>
          </p:nvSpPr>
          <p:spPr>
            <a:xfrm>
              <a:off x="2753122" y="4328439"/>
              <a:ext cx="296309" cy="293560"/>
            </a:xfrm>
            <a:custGeom>
              <a:avLst/>
              <a:gdLst/>
              <a:ahLst/>
              <a:cxnLst/>
              <a:rect l="l" t="t" r="r" b="b"/>
              <a:pathLst>
                <a:path w="11316" h="11211" extrusionOk="0">
                  <a:moveTo>
                    <a:pt x="8125" y="1"/>
                  </a:moveTo>
                  <a:cubicBezTo>
                    <a:pt x="8028" y="1"/>
                    <a:pt x="7931" y="5"/>
                    <a:pt x="7833" y="13"/>
                  </a:cubicBezTo>
                  <a:cubicBezTo>
                    <a:pt x="6355" y="128"/>
                    <a:pt x="4990" y="1511"/>
                    <a:pt x="4895" y="2999"/>
                  </a:cubicBezTo>
                  <a:cubicBezTo>
                    <a:pt x="4866" y="3534"/>
                    <a:pt x="4962" y="4077"/>
                    <a:pt x="5200" y="4564"/>
                  </a:cubicBezTo>
                  <a:lnTo>
                    <a:pt x="478" y="8618"/>
                  </a:lnTo>
                  <a:cubicBezTo>
                    <a:pt x="30" y="9000"/>
                    <a:pt x="1" y="9677"/>
                    <a:pt x="411" y="10097"/>
                  </a:cubicBezTo>
                  <a:lnTo>
                    <a:pt x="1213" y="10908"/>
                  </a:lnTo>
                  <a:cubicBezTo>
                    <a:pt x="1410" y="11110"/>
                    <a:pt x="1671" y="11210"/>
                    <a:pt x="1932" y="11210"/>
                  </a:cubicBezTo>
                  <a:cubicBezTo>
                    <a:pt x="2215" y="11210"/>
                    <a:pt x="2498" y="11093"/>
                    <a:pt x="2701" y="10860"/>
                  </a:cubicBezTo>
                  <a:lnTo>
                    <a:pt x="6793" y="6119"/>
                  </a:lnTo>
                  <a:cubicBezTo>
                    <a:pt x="7194" y="6307"/>
                    <a:pt x="7636" y="6404"/>
                    <a:pt x="8078" y="6404"/>
                  </a:cubicBezTo>
                  <a:cubicBezTo>
                    <a:pt x="8153" y="6404"/>
                    <a:pt x="8227" y="6401"/>
                    <a:pt x="8301" y="6395"/>
                  </a:cubicBezTo>
                  <a:cubicBezTo>
                    <a:pt x="9789" y="6300"/>
                    <a:pt x="11182" y="4936"/>
                    <a:pt x="11287" y="3438"/>
                  </a:cubicBezTo>
                  <a:cubicBezTo>
                    <a:pt x="11315" y="3095"/>
                    <a:pt x="11287" y="2751"/>
                    <a:pt x="11201" y="2427"/>
                  </a:cubicBezTo>
                  <a:cubicBezTo>
                    <a:pt x="11164" y="2281"/>
                    <a:pt x="11035" y="2193"/>
                    <a:pt x="10904" y="2193"/>
                  </a:cubicBezTo>
                  <a:cubicBezTo>
                    <a:pt x="10829" y="2193"/>
                    <a:pt x="10754" y="2222"/>
                    <a:pt x="10695" y="2284"/>
                  </a:cubicBezTo>
                  <a:lnTo>
                    <a:pt x="9341" y="3629"/>
                  </a:lnTo>
                  <a:cubicBezTo>
                    <a:pt x="9193" y="3782"/>
                    <a:pt x="8997" y="3858"/>
                    <a:pt x="8802" y="3858"/>
                  </a:cubicBezTo>
                  <a:cubicBezTo>
                    <a:pt x="8606" y="3858"/>
                    <a:pt x="8410" y="3782"/>
                    <a:pt x="8263" y="3629"/>
                  </a:cubicBezTo>
                  <a:lnTo>
                    <a:pt x="7633" y="3009"/>
                  </a:lnTo>
                  <a:cubicBezTo>
                    <a:pt x="7337" y="2713"/>
                    <a:pt x="7337" y="2227"/>
                    <a:pt x="7633" y="1931"/>
                  </a:cubicBezTo>
                  <a:lnTo>
                    <a:pt x="8969" y="595"/>
                  </a:lnTo>
                  <a:cubicBezTo>
                    <a:pt x="9140" y="424"/>
                    <a:pt x="9054" y="137"/>
                    <a:pt x="8825" y="80"/>
                  </a:cubicBezTo>
                  <a:cubicBezTo>
                    <a:pt x="8596" y="26"/>
                    <a:pt x="8361" y="1"/>
                    <a:pt x="8125"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0" name="Google Shape;11040;p64"/>
            <p:cNvSpPr/>
            <p:nvPr/>
          </p:nvSpPr>
          <p:spPr>
            <a:xfrm>
              <a:off x="2753122" y="4543103"/>
              <a:ext cx="81985" cy="78895"/>
            </a:xfrm>
            <a:custGeom>
              <a:avLst/>
              <a:gdLst/>
              <a:ahLst/>
              <a:cxnLst/>
              <a:rect l="l" t="t" r="r" b="b"/>
              <a:pathLst>
                <a:path w="3131" h="3013" extrusionOk="0">
                  <a:moveTo>
                    <a:pt x="965" y="1"/>
                  </a:moveTo>
                  <a:lnTo>
                    <a:pt x="478" y="420"/>
                  </a:lnTo>
                  <a:cubicBezTo>
                    <a:pt x="30" y="802"/>
                    <a:pt x="1" y="1479"/>
                    <a:pt x="411" y="1899"/>
                  </a:cubicBezTo>
                  <a:lnTo>
                    <a:pt x="1213" y="2710"/>
                  </a:lnTo>
                  <a:cubicBezTo>
                    <a:pt x="1410" y="2912"/>
                    <a:pt x="1671" y="3012"/>
                    <a:pt x="1932" y="3012"/>
                  </a:cubicBezTo>
                  <a:cubicBezTo>
                    <a:pt x="2215" y="3012"/>
                    <a:pt x="2498" y="2895"/>
                    <a:pt x="2701" y="2662"/>
                  </a:cubicBezTo>
                  <a:lnTo>
                    <a:pt x="3130" y="2176"/>
                  </a:lnTo>
                  <a:lnTo>
                    <a:pt x="3130" y="2176"/>
                  </a:lnTo>
                  <a:cubicBezTo>
                    <a:pt x="2981" y="2250"/>
                    <a:pt x="2822" y="2286"/>
                    <a:pt x="2665" y="2286"/>
                  </a:cubicBezTo>
                  <a:cubicBezTo>
                    <a:pt x="2399" y="2286"/>
                    <a:pt x="2139" y="2183"/>
                    <a:pt x="1947" y="1985"/>
                  </a:cubicBezTo>
                  <a:lnTo>
                    <a:pt x="1146" y="1164"/>
                  </a:lnTo>
                  <a:cubicBezTo>
                    <a:pt x="841" y="859"/>
                    <a:pt x="764" y="392"/>
                    <a:pt x="965"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1" name="Google Shape;11041;p64"/>
            <p:cNvSpPr/>
            <p:nvPr/>
          </p:nvSpPr>
          <p:spPr>
            <a:xfrm>
              <a:off x="2926990" y="4373241"/>
              <a:ext cx="70726" cy="73711"/>
            </a:xfrm>
            <a:custGeom>
              <a:avLst/>
              <a:gdLst/>
              <a:ahLst/>
              <a:cxnLst/>
              <a:rect l="l" t="t" r="r" b="b"/>
              <a:pathLst>
                <a:path w="2701" h="2815" extrusionOk="0">
                  <a:moveTo>
                    <a:pt x="1222" y="0"/>
                  </a:moveTo>
                  <a:lnTo>
                    <a:pt x="993" y="220"/>
                  </a:lnTo>
                  <a:cubicBezTo>
                    <a:pt x="974" y="239"/>
                    <a:pt x="955" y="259"/>
                    <a:pt x="939" y="280"/>
                  </a:cubicBezTo>
                  <a:lnTo>
                    <a:pt x="939" y="280"/>
                  </a:lnTo>
                  <a:lnTo>
                    <a:pt x="1222" y="0"/>
                  </a:lnTo>
                  <a:close/>
                  <a:moveTo>
                    <a:pt x="2701" y="1918"/>
                  </a:moveTo>
                  <a:lnTo>
                    <a:pt x="2692" y="1926"/>
                  </a:lnTo>
                  <a:lnTo>
                    <a:pt x="2692" y="1926"/>
                  </a:lnTo>
                  <a:cubicBezTo>
                    <a:pt x="2695" y="1924"/>
                    <a:pt x="2698" y="1921"/>
                    <a:pt x="2701" y="1918"/>
                  </a:cubicBezTo>
                  <a:close/>
                  <a:moveTo>
                    <a:pt x="939" y="280"/>
                  </a:moveTo>
                  <a:lnTo>
                    <a:pt x="421" y="792"/>
                  </a:lnTo>
                  <a:cubicBezTo>
                    <a:pt x="1" y="1212"/>
                    <a:pt x="1" y="1899"/>
                    <a:pt x="421" y="2319"/>
                  </a:cubicBezTo>
                  <a:lnTo>
                    <a:pt x="602" y="2500"/>
                  </a:lnTo>
                  <a:cubicBezTo>
                    <a:pt x="812" y="2710"/>
                    <a:pt x="1088" y="2815"/>
                    <a:pt x="1365" y="2815"/>
                  </a:cubicBezTo>
                  <a:cubicBezTo>
                    <a:pt x="1642" y="2815"/>
                    <a:pt x="1918" y="2710"/>
                    <a:pt x="2128" y="2500"/>
                  </a:cubicBezTo>
                  <a:lnTo>
                    <a:pt x="2692" y="1926"/>
                  </a:lnTo>
                  <a:lnTo>
                    <a:pt x="2692" y="1926"/>
                  </a:lnTo>
                  <a:cubicBezTo>
                    <a:pt x="2545" y="2073"/>
                    <a:pt x="2354" y="2147"/>
                    <a:pt x="2162" y="2147"/>
                  </a:cubicBezTo>
                  <a:cubicBezTo>
                    <a:pt x="1966" y="2147"/>
                    <a:pt x="1770" y="2071"/>
                    <a:pt x="1623" y="1918"/>
                  </a:cubicBezTo>
                  <a:lnTo>
                    <a:pt x="993" y="1298"/>
                  </a:lnTo>
                  <a:cubicBezTo>
                    <a:pt x="717" y="1021"/>
                    <a:pt x="698" y="579"/>
                    <a:pt x="939" y="28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42" name="Google Shape;11042;p64"/>
          <p:cNvGrpSpPr/>
          <p:nvPr/>
        </p:nvGrpSpPr>
        <p:grpSpPr>
          <a:xfrm>
            <a:off x="2662902" y="2731625"/>
            <a:ext cx="222337" cy="366721"/>
            <a:chOff x="2689440" y="2882162"/>
            <a:chExt cx="222337" cy="366721"/>
          </a:xfrm>
        </p:grpSpPr>
        <p:sp>
          <p:nvSpPr>
            <p:cNvPr id="11043" name="Google Shape;11043;p64"/>
            <p:cNvSpPr/>
            <p:nvPr/>
          </p:nvSpPr>
          <p:spPr>
            <a:xfrm>
              <a:off x="2689440" y="3022566"/>
              <a:ext cx="30741" cy="46976"/>
            </a:xfrm>
            <a:custGeom>
              <a:avLst/>
              <a:gdLst/>
              <a:ahLst/>
              <a:cxnLst/>
              <a:rect l="l" t="t" r="r" b="b"/>
              <a:pathLst>
                <a:path w="1174" h="1794" extrusionOk="0">
                  <a:moveTo>
                    <a:pt x="735" y="0"/>
                  </a:moveTo>
                  <a:lnTo>
                    <a:pt x="77" y="1469"/>
                  </a:lnTo>
                  <a:cubicBezTo>
                    <a:pt x="0" y="1622"/>
                    <a:pt x="115" y="1794"/>
                    <a:pt x="277" y="1794"/>
                  </a:cubicBezTo>
                  <a:lnTo>
                    <a:pt x="1174" y="1794"/>
                  </a:lnTo>
                  <a:lnTo>
                    <a:pt x="1174"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4" name="Google Shape;11044;p64"/>
            <p:cNvSpPr/>
            <p:nvPr/>
          </p:nvSpPr>
          <p:spPr>
            <a:xfrm>
              <a:off x="2719422" y="3061268"/>
              <a:ext cx="162635" cy="187616"/>
            </a:xfrm>
            <a:custGeom>
              <a:avLst/>
              <a:gdLst/>
              <a:ahLst/>
              <a:cxnLst/>
              <a:rect l="l" t="t" r="r" b="b"/>
              <a:pathLst>
                <a:path w="6211" h="7165" extrusionOk="0">
                  <a:moveTo>
                    <a:pt x="1622" y="1"/>
                  </a:moveTo>
                  <a:lnTo>
                    <a:pt x="1622" y="4466"/>
                  </a:lnTo>
                  <a:cubicBezTo>
                    <a:pt x="1622" y="4513"/>
                    <a:pt x="1603" y="4561"/>
                    <a:pt x="1584" y="4599"/>
                  </a:cubicBezTo>
                  <a:lnTo>
                    <a:pt x="76" y="6812"/>
                  </a:lnTo>
                  <a:cubicBezTo>
                    <a:pt x="0" y="6908"/>
                    <a:pt x="19" y="7041"/>
                    <a:pt x="115" y="7108"/>
                  </a:cubicBezTo>
                  <a:cubicBezTo>
                    <a:pt x="154" y="7148"/>
                    <a:pt x="204" y="7165"/>
                    <a:pt x="256" y="7165"/>
                  </a:cubicBezTo>
                  <a:cubicBezTo>
                    <a:pt x="278" y="7165"/>
                    <a:pt x="301" y="7162"/>
                    <a:pt x="324" y="7156"/>
                  </a:cubicBezTo>
                  <a:lnTo>
                    <a:pt x="5991" y="5477"/>
                  </a:lnTo>
                  <a:cubicBezTo>
                    <a:pt x="6153" y="5429"/>
                    <a:pt x="6211" y="5238"/>
                    <a:pt x="6096" y="5114"/>
                  </a:cubicBezTo>
                  <a:lnTo>
                    <a:pt x="5314" y="4217"/>
                  </a:lnTo>
                  <a:lnTo>
                    <a:pt x="5314"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5" name="Google Shape;11045;p64"/>
            <p:cNvSpPr/>
            <p:nvPr/>
          </p:nvSpPr>
          <p:spPr>
            <a:xfrm>
              <a:off x="2761867" y="3061268"/>
              <a:ext cx="96701" cy="86227"/>
            </a:xfrm>
            <a:custGeom>
              <a:avLst/>
              <a:gdLst/>
              <a:ahLst/>
              <a:cxnLst/>
              <a:rect l="l" t="t" r="r" b="b"/>
              <a:pathLst>
                <a:path w="3693" h="3293" extrusionOk="0">
                  <a:moveTo>
                    <a:pt x="1" y="1"/>
                  </a:moveTo>
                  <a:lnTo>
                    <a:pt x="1" y="3292"/>
                  </a:lnTo>
                  <a:lnTo>
                    <a:pt x="106" y="3292"/>
                  </a:lnTo>
                  <a:lnTo>
                    <a:pt x="3483" y="1432"/>
                  </a:lnTo>
                  <a:cubicBezTo>
                    <a:pt x="3550" y="1394"/>
                    <a:pt x="3626" y="1356"/>
                    <a:pt x="3693" y="1317"/>
                  </a:cubicBezTo>
                  <a:lnTo>
                    <a:pt x="3693" y="1"/>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6" name="Google Shape;11046;p64"/>
            <p:cNvSpPr/>
            <p:nvPr/>
          </p:nvSpPr>
          <p:spPr>
            <a:xfrm>
              <a:off x="2722407" y="3171690"/>
              <a:ext cx="159650" cy="77193"/>
            </a:xfrm>
            <a:custGeom>
              <a:avLst/>
              <a:gdLst/>
              <a:ahLst/>
              <a:cxnLst/>
              <a:rect l="l" t="t" r="r" b="b"/>
              <a:pathLst>
                <a:path w="6097" h="2948" extrusionOk="0">
                  <a:moveTo>
                    <a:pt x="5200" y="0"/>
                  </a:moveTo>
                  <a:cubicBezTo>
                    <a:pt x="5181" y="0"/>
                    <a:pt x="1279" y="2176"/>
                    <a:pt x="1" y="2891"/>
                  </a:cubicBezTo>
                  <a:cubicBezTo>
                    <a:pt x="40" y="2931"/>
                    <a:pt x="90" y="2948"/>
                    <a:pt x="142" y="2948"/>
                  </a:cubicBezTo>
                  <a:cubicBezTo>
                    <a:pt x="164" y="2948"/>
                    <a:pt x="187" y="2945"/>
                    <a:pt x="210" y="2939"/>
                  </a:cubicBezTo>
                  <a:lnTo>
                    <a:pt x="5877" y="1260"/>
                  </a:lnTo>
                  <a:cubicBezTo>
                    <a:pt x="6039" y="1212"/>
                    <a:pt x="6097" y="1012"/>
                    <a:pt x="5982" y="888"/>
                  </a:cubicBezTo>
                  <a:lnTo>
                    <a:pt x="5200"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7" name="Google Shape;11047;p64"/>
            <p:cNvSpPr/>
            <p:nvPr/>
          </p:nvSpPr>
          <p:spPr>
            <a:xfrm>
              <a:off x="2708659" y="2882162"/>
              <a:ext cx="203117" cy="254335"/>
            </a:xfrm>
            <a:custGeom>
              <a:avLst/>
              <a:gdLst/>
              <a:ahLst/>
              <a:cxnLst/>
              <a:rect l="l" t="t" r="r" b="b"/>
              <a:pathLst>
                <a:path w="7757" h="9713" extrusionOk="0">
                  <a:moveTo>
                    <a:pt x="3874" y="1"/>
                  </a:moveTo>
                  <a:cubicBezTo>
                    <a:pt x="1737" y="1"/>
                    <a:pt x="1" y="1680"/>
                    <a:pt x="1" y="3750"/>
                  </a:cubicBezTo>
                  <a:cubicBezTo>
                    <a:pt x="1" y="3807"/>
                    <a:pt x="1" y="6259"/>
                    <a:pt x="1" y="7995"/>
                  </a:cubicBezTo>
                  <a:lnTo>
                    <a:pt x="1" y="8424"/>
                  </a:lnTo>
                  <a:lnTo>
                    <a:pt x="1" y="9025"/>
                  </a:lnTo>
                  <a:cubicBezTo>
                    <a:pt x="1" y="9398"/>
                    <a:pt x="316" y="9712"/>
                    <a:pt x="688" y="9712"/>
                  </a:cubicBezTo>
                  <a:lnTo>
                    <a:pt x="2033" y="9712"/>
                  </a:lnTo>
                  <a:lnTo>
                    <a:pt x="5305" y="7900"/>
                  </a:lnTo>
                  <a:cubicBezTo>
                    <a:pt x="6822" y="7070"/>
                    <a:pt x="7757" y="5477"/>
                    <a:pt x="7757" y="3750"/>
                  </a:cubicBezTo>
                  <a:cubicBezTo>
                    <a:pt x="7757" y="1680"/>
                    <a:pt x="6021" y="1"/>
                    <a:pt x="3874"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8" name="Google Shape;11048;p64"/>
            <p:cNvSpPr/>
            <p:nvPr/>
          </p:nvSpPr>
          <p:spPr>
            <a:xfrm>
              <a:off x="2708659" y="3091512"/>
              <a:ext cx="40246" cy="11260"/>
            </a:xfrm>
            <a:custGeom>
              <a:avLst/>
              <a:gdLst/>
              <a:ahLst/>
              <a:cxnLst/>
              <a:rect l="l" t="t" r="r" b="b"/>
              <a:pathLst>
                <a:path w="1537" h="430" extrusionOk="0">
                  <a:moveTo>
                    <a:pt x="1" y="0"/>
                  </a:moveTo>
                  <a:lnTo>
                    <a:pt x="1" y="429"/>
                  </a:lnTo>
                  <a:lnTo>
                    <a:pt x="1317" y="429"/>
                  </a:lnTo>
                  <a:cubicBezTo>
                    <a:pt x="1441" y="429"/>
                    <a:pt x="1537" y="334"/>
                    <a:pt x="1537" y="220"/>
                  </a:cubicBezTo>
                  <a:cubicBezTo>
                    <a:pt x="1537" y="96"/>
                    <a:pt x="1441" y="0"/>
                    <a:pt x="1327"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9" name="Google Shape;11049;p64"/>
            <p:cNvSpPr/>
            <p:nvPr/>
          </p:nvSpPr>
          <p:spPr>
            <a:xfrm>
              <a:off x="2755871" y="2907641"/>
              <a:ext cx="127181" cy="127181"/>
            </a:xfrm>
            <a:custGeom>
              <a:avLst/>
              <a:gdLst/>
              <a:ahLst/>
              <a:cxnLst/>
              <a:rect l="l" t="t" r="r" b="b"/>
              <a:pathLst>
                <a:path w="4857" h="4857" extrusionOk="0">
                  <a:moveTo>
                    <a:pt x="2434" y="1"/>
                  </a:moveTo>
                  <a:cubicBezTo>
                    <a:pt x="1088" y="1"/>
                    <a:pt x="1" y="1088"/>
                    <a:pt x="1" y="2424"/>
                  </a:cubicBezTo>
                  <a:cubicBezTo>
                    <a:pt x="1" y="3769"/>
                    <a:pt x="1088" y="4857"/>
                    <a:pt x="2434" y="4857"/>
                  </a:cubicBezTo>
                  <a:cubicBezTo>
                    <a:pt x="3769" y="4857"/>
                    <a:pt x="4857" y="3769"/>
                    <a:pt x="4857" y="2424"/>
                  </a:cubicBezTo>
                  <a:cubicBezTo>
                    <a:pt x="4857" y="1088"/>
                    <a:pt x="3769" y="1"/>
                    <a:pt x="2434" y="1"/>
                  </a:cubicBez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0" name="Google Shape;11050;p64"/>
            <p:cNvSpPr/>
            <p:nvPr/>
          </p:nvSpPr>
          <p:spPr>
            <a:xfrm>
              <a:off x="2788602" y="2927122"/>
              <a:ext cx="84028" cy="60985"/>
            </a:xfrm>
            <a:custGeom>
              <a:avLst/>
              <a:gdLst/>
              <a:ahLst/>
              <a:cxnLst/>
              <a:rect l="l" t="t" r="r" b="b"/>
              <a:pathLst>
                <a:path w="3209" h="2329" extrusionOk="0">
                  <a:moveTo>
                    <a:pt x="1613" y="430"/>
                  </a:moveTo>
                  <a:cubicBezTo>
                    <a:pt x="2262" y="430"/>
                    <a:pt x="2586" y="1222"/>
                    <a:pt x="2128" y="1680"/>
                  </a:cubicBezTo>
                  <a:cubicBezTo>
                    <a:pt x="1981" y="1827"/>
                    <a:pt x="1794" y="1897"/>
                    <a:pt x="1611" y="1897"/>
                  </a:cubicBezTo>
                  <a:cubicBezTo>
                    <a:pt x="1331" y="1897"/>
                    <a:pt x="1057" y="1735"/>
                    <a:pt x="936" y="1441"/>
                  </a:cubicBezTo>
                  <a:cubicBezTo>
                    <a:pt x="735" y="964"/>
                    <a:pt x="1088" y="430"/>
                    <a:pt x="1613" y="430"/>
                  </a:cubicBezTo>
                  <a:close/>
                  <a:moveTo>
                    <a:pt x="1628" y="0"/>
                  </a:moveTo>
                  <a:cubicBezTo>
                    <a:pt x="1480" y="0"/>
                    <a:pt x="1324" y="30"/>
                    <a:pt x="1165" y="96"/>
                  </a:cubicBezTo>
                  <a:cubicBezTo>
                    <a:pt x="1" y="583"/>
                    <a:pt x="344" y="2329"/>
                    <a:pt x="1613" y="2329"/>
                  </a:cubicBezTo>
                  <a:cubicBezTo>
                    <a:pt x="1918" y="2329"/>
                    <a:pt x="2214" y="2205"/>
                    <a:pt x="2433" y="1985"/>
                  </a:cubicBezTo>
                  <a:cubicBezTo>
                    <a:pt x="3208" y="1210"/>
                    <a:pt x="2572" y="0"/>
                    <a:pt x="1628"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1" name="Google Shape;11051;p64"/>
            <p:cNvSpPr/>
            <p:nvPr/>
          </p:nvSpPr>
          <p:spPr>
            <a:xfrm>
              <a:off x="2777369" y="2969385"/>
              <a:ext cx="44017" cy="39696"/>
            </a:xfrm>
            <a:custGeom>
              <a:avLst/>
              <a:gdLst/>
              <a:ahLst/>
              <a:cxnLst/>
              <a:rect l="l" t="t" r="r" b="b"/>
              <a:pathLst>
                <a:path w="1681" h="1516" extrusionOk="0">
                  <a:moveTo>
                    <a:pt x="1369" y="1"/>
                  </a:moveTo>
                  <a:cubicBezTo>
                    <a:pt x="1319" y="1"/>
                    <a:pt x="1268" y="20"/>
                    <a:pt x="1221" y="66"/>
                  </a:cubicBezTo>
                  <a:lnTo>
                    <a:pt x="143" y="1153"/>
                  </a:lnTo>
                  <a:cubicBezTo>
                    <a:pt x="0" y="1287"/>
                    <a:pt x="96" y="1516"/>
                    <a:pt x="296" y="1516"/>
                  </a:cubicBezTo>
                  <a:cubicBezTo>
                    <a:pt x="344" y="1516"/>
                    <a:pt x="401" y="1497"/>
                    <a:pt x="439" y="1449"/>
                  </a:cubicBezTo>
                  <a:lnTo>
                    <a:pt x="1527" y="371"/>
                  </a:lnTo>
                  <a:cubicBezTo>
                    <a:pt x="1681" y="217"/>
                    <a:pt x="1536" y="1"/>
                    <a:pt x="1369"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052" name="Google Shape;11052;p64"/>
          <p:cNvSpPr/>
          <p:nvPr/>
        </p:nvSpPr>
        <p:spPr>
          <a:xfrm>
            <a:off x="2611449" y="2130365"/>
            <a:ext cx="303039" cy="21000"/>
          </a:xfrm>
          <a:custGeom>
            <a:avLst/>
            <a:gdLst/>
            <a:ahLst/>
            <a:cxnLst/>
            <a:rect l="l" t="t" r="r" b="b"/>
            <a:pathLst>
              <a:path w="11573" h="802" extrusionOk="0">
                <a:moveTo>
                  <a:pt x="0" y="0"/>
                </a:moveTo>
                <a:lnTo>
                  <a:pt x="0" y="582"/>
                </a:lnTo>
                <a:cubicBezTo>
                  <a:pt x="0" y="706"/>
                  <a:pt x="105" y="802"/>
                  <a:pt x="219" y="802"/>
                </a:cubicBezTo>
                <a:lnTo>
                  <a:pt x="11343" y="802"/>
                </a:lnTo>
                <a:cubicBezTo>
                  <a:pt x="11467" y="802"/>
                  <a:pt x="11572" y="706"/>
                  <a:pt x="11572" y="582"/>
                </a:cubicBezTo>
                <a:lnTo>
                  <a:pt x="11572"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053" name="Google Shape;11053;p64"/>
          <p:cNvGrpSpPr/>
          <p:nvPr/>
        </p:nvGrpSpPr>
        <p:grpSpPr>
          <a:xfrm>
            <a:off x="2611449" y="1829604"/>
            <a:ext cx="359232" cy="322023"/>
            <a:chOff x="2637986" y="1980142"/>
            <a:chExt cx="359232" cy="322023"/>
          </a:xfrm>
        </p:grpSpPr>
        <p:sp>
          <p:nvSpPr>
            <p:cNvPr id="11054" name="Google Shape;11054;p64"/>
            <p:cNvSpPr/>
            <p:nvPr/>
          </p:nvSpPr>
          <p:spPr>
            <a:xfrm>
              <a:off x="2637986" y="2064065"/>
              <a:ext cx="303039" cy="238100"/>
            </a:xfrm>
            <a:custGeom>
              <a:avLst/>
              <a:gdLst/>
              <a:ahLst/>
              <a:cxnLst/>
              <a:rect l="l" t="t" r="r" b="b"/>
              <a:pathLst>
                <a:path w="11573" h="9093" extrusionOk="0">
                  <a:moveTo>
                    <a:pt x="219" y="1"/>
                  </a:moveTo>
                  <a:cubicBezTo>
                    <a:pt x="105" y="1"/>
                    <a:pt x="0" y="105"/>
                    <a:pt x="0" y="220"/>
                  </a:cubicBezTo>
                  <a:lnTo>
                    <a:pt x="0" y="8873"/>
                  </a:lnTo>
                  <a:cubicBezTo>
                    <a:pt x="0" y="8997"/>
                    <a:pt x="105" y="9092"/>
                    <a:pt x="219" y="9092"/>
                  </a:cubicBezTo>
                  <a:lnTo>
                    <a:pt x="11343" y="9092"/>
                  </a:lnTo>
                  <a:cubicBezTo>
                    <a:pt x="11467" y="9092"/>
                    <a:pt x="11572" y="8997"/>
                    <a:pt x="11572" y="8873"/>
                  </a:cubicBezTo>
                  <a:lnTo>
                    <a:pt x="11572" y="1517"/>
                  </a:lnTo>
                  <a:lnTo>
                    <a:pt x="4684" y="1517"/>
                  </a:lnTo>
                  <a:lnTo>
                    <a:pt x="3234" y="67"/>
                  </a:lnTo>
                  <a:cubicBezTo>
                    <a:pt x="3196" y="29"/>
                    <a:pt x="3139" y="1"/>
                    <a:pt x="307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5" name="Google Shape;11055;p64"/>
            <p:cNvSpPr/>
            <p:nvPr/>
          </p:nvSpPr>
          <p:spPr>
            <a:xfrm>
              <a:off x="2638222" y="2064065"/>
              <a:ext cx="122441" cy="39749"/>
            </a:xfrm>
            <a:custGeom>
              <a:avLst/>
              <a:gdLst/>
              <a:ahLst/>
              <a:cxnLst/>
              <a:rect l="l" t="t" r="r" b="b"/>
              <a:pathLst>
                <a:path w="4676" h="1518" extrusionOk="0">
                  <a:moveTo>
                    <a:pt x="220" y="1"/>
                  </a:moveTo>
                  <a:cubicBezTo>
                    <a:pt x="96" y="1"/>
                    <a:pt x="1" y="105"/>
                    <a:pt x="1" y="220"/>
                  </a:cubicBezTo>
                  <a:lnTo>
                    <a:pt x="1" y="1517"/>
                  </a:lnTo>
                  <a:lnTo>
                    <a:pt x="4675" y="1517"/>
                  </a:lnTo>
                  <a:lnTo>
                    <a:pt x="3225" y="67"/>
                  </a:lnTo>
                  <a:cubicBezTo>
                    <a:pt x="3187" y="29"/>
                    <a:pt x="3130" y="1"/>
                    <a:pt x="3072"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6" name="Google Shape;11056;p64"/>
            <p:cNvSpPr/>
            <p:nvPr/>
          </p:nvSpPr>
          <p:spPr>
            <a:xfrm>
              <a:off x="2918742" y="2110019"/>
              <a:ext cx="22022" cy="192146"/>
            </a:xfrm>
            <a:custGeom>
              <a:avLst/>
              <a:gdLst/>
              <a:ahLst/>
              <a:cxnLst/>
              <a:rect l="l" t="t" r="r" b="b"/>
              <a:pathLst>
                <a:path w="841" h="7338" extrusionOk="0">
                  <a:moveTo>
                    <a:pt x="1" y="1"/>
                  </a:moveTo>
                  <a:lnTo>
                    <a:pt x="1" y="7337"/>
                  </a:lnTo>
                  <a:lnTo>
                    <a:pt x="621" y="7337"/>
                  </a:lnTo>
                  <a:cubicBezTo>
                    <a:pt x="736" y="7337"/>
                    <a:pt x="840" y="7242"/>
                    <a:pt x="840" y="7118"/>
                  </a:cubicBezTo>
                  <a:lnTo>
                    <a:pt x="840"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7" name="Google Shape;11057;p64"/>
            <p:cNvSpPr/>
            <p:nvPr/>
          </p:nvSpPr>
          <p:spPr>
            <a:xfrm>
              <a:off x="2835814" y="2103787"/>
              <a:ext cx="105211" cy="49149"/>
            </a:xfrm>
            <a:custGeom>
              <a:avLst/>
              <a:gdLst/>
              <a:ahLst/>
              <a:cxnLst/>
              <a:rect l="l" t="t" r="r" b="b"/>
              <a:pathLst>
                <a:path w="4018" h="1877" extrusionOk="0">
                  <a:moveTo>
                    <a:pt x="1" y="0"/>
                  </a:moveTo>
                  <a:cubicBezTo>
                    <a:pt x="656" y="1177"/>
                    <a:pt x="1888" y="1877"/>
                    <a:pt x="3196" y="1877"/>
                  </a:cubicBezTo>
                  <a:cubicBezTo>
                    <a:pt x="3468" y="1877"/>
                    <a:pt x="3743" y="1847"/>
                    <a:pt x="4017" y="1784"/>
                  </a:cubicBezTo>
                  <a:lnTo>
                    <a:pt x="4017"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8" name="Google Shape;11058;p64"/>
            <p:cNvSpPr/>
            <p:nvPr/>
          </p:nvSpPr>
          <p:spPr>
            <a:xfrm>
              <a:off x="2842072" y="1980142"/>
              <a:ext cx="155146" cy="154884"/>
            </a:xfrm>
            <a:custGeom>
              <a:avLst/>
              <a:gdLst/>
              <a:ahLst/>
              <a:cxnLst/>
              <a:rect l="l" t="t" r="r" b="b"/>
              <a:pathLst>
                <a:path w="5925" h="5915" extrusionOk="0">
                  <a:moveTo>
                    <a:pt x="2958" y="0"/>
                  </a:moveTo>
                  <a:cubicBezTo>
                    <a:pt x="1326" y="0"/>
                    <a:pt x="0" y="1317"/>
                    <a:pt x="0" y="2958"/>
                  </a:cubicBezTo>
                  <a:cubicBezTo>
                    <a:pt x="0" y="4589"/>
                    <a:pt x="1326" y="5915"/>
                    <a:pt x="2958" y="5915"/>
                  </a:cubicBezTo>
                  <a:cubicBezTo>
                    <a:pt x="4598" y="5915"/>
                    <a:pt x="5925" y="4589"/>
                    <a:pt x="5925" y="2958"/>
                  </a:cubicBezTo>
                  <a:cubicBezTo>
                    <a:pt x="5925" y="1317"/>
                    <a:pt x="4598" y="0"/>
                    <a:pt x="2958"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9" name="Google Shape;11059;p64"/>
            <p:cNvSpPr/>
            <p:nvPr/>
          </p:nvSpPr>
          <p:spPr>
            <a:xfrm>
              <a:off x="2885277" y="2043326"/>
              <a:ext cx="66719" cy="47997"/>
            </a:xfrm>
            <a:custGeom>
              <a:avLst/>
              <a:gdLst/>
              <a:ahLst/>
              <a:cxnLst/>
              <a:rect l="l" t="t" r="r" b="b"/>
              <a:pathLst>
                <a:path w="2548" h="1833" extrusionOk="0">
                  <a:moveTo>
                    <a:pt x="230" y="1"/>
                  </a:moveTo>
                  <a:cubicBezTo>
                    <a:pt x="106" y="1"/>
                    <a:pt x="1" y="96"/>
                    <a:pt x="1" y="220"/>
                  </a:cubicBezTo>
                  <a:lnTo>
                    <a:pt x="1" y="1613"/>
                  </a:lnTo>
                  <a:cubicBezTo>
                    <a:pt x="1" y="1727"/>
                    <a:pt x="106" y="1832"/>
                    <a:pt x="230" y="1832"/>
                  </a:cubicBezTo>
                  <a:lnTo>
                    <a:pt x="2338" y="1832"/>
                  </a:lnTo>
                  <a:cubicBezTo>
                    <a:pt x="2452" y="1832"/>
                    <a:pt x="2548" y="1727"/>
                    <a:pt x="2548" y="1613"/>
                  </a:cubicBezTo>
                  <a:lnTo>
                    <a:pt x="2548" y="220"/>
                  </a:lnTo>
                  <a:cubicBezTo>
                    <a:pt x="2548" y="96"/>
                    <a:pt x="2452" y="1"/>
                    <a:pt x="232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0" name="Google Shape;11060;p64"/>
            <p:cNvSpPr/>
            <p:nvPr/>
          </p:nvSpPr>
          <p:spPr>
            <a:xfrm>
              <a:off x="2723166" y="2183232"/>
              <a:ext cx="33255" cy="33229"/>
            </a:xfrm>
            <a:custGeom>
              <a:avLst/>
              <a:gdLst/>
              <a:ahLst/>
              <a:cxnLst/>
              <a:rect l="l" t="t" r="r" b="b"/>
              <a:pathLst>
                <a:path w="1270" h="1269" extrusionOk="0">
                  <a:moveTo>
                    <a:pt x="220" y="0"/>
                  </a:moveTo>
                  <a:cubicBezTo>
                    <a:pt x="96" y="0"/>
                    <a:pt x="0" y="95"/>
                    <a:pt x="0" y="220"/>
                  </a:cubicBezTo>
                  <a:lnTo>
                    <a:pt x="0" y="1049"/>
                  </a:lnTo>
                  <a:cubicBezTo>
                    <a:pt x="0" y="1164"/>
                    <a:pt x="96" y="1269"/>
                    <a:pt x="220" y="1269"/>
                  </a:cubicBezTo>
                  <a:lnTo>
                    <a:pt x="1050" y="1269"/>
                  </a:lnTo>
                  <a:cubicBezTo>
                    <a:pt x="1174" y="1269"/>
                    <a:pt x="1269" y="1164"/>
                    <a:pt x="1269" y="1049"/>
                  </a:cubicBezTo>
                  <a:lnTo>
                    <a:pt x="1269" y="220"/>
                  </a:lnTo>
                  <a:cubicBezTo>
                    <a:pt x="1269" y="95"/>
                    <a:pt x="1174" y="0"/>
                    <a:pt x="1050"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1" name="Google Shape;11061;p64"/>
            <p:cNvSpPr/>
            <p:nvPr/>
          </p:nvSpPr>
          <p:spPr>
            <a:xfrm>
              <a:off x="2770613" y="2177734"/>
              <a:ext cx="91962" cy="10762"/>
            </a:xfrm>
            <a:custGeom>
              <a:avLst/>
              <a:gdLst/>
              <a:ahLst/>
              <a:cxnLst/>
              <a:rect l="l" t="t" r="r" b="b"/>
              <a:pathLst>
                <a:path w="3512" h="411" extrusionOk="0">
                  <a:moveTo>
                    <a:pt x="258" y="0"/>
                  </a:moveTo>
                  <a:cubicBezTo>
                    <a:pt x="1" y="19"/>
                    <a:pt x="1" y="391"/>
                    <a:pt x="258" y="410"/>
                  </a:cubicBezTo>
                  <a:lnTo>
                    <a:pt x="3254" y="410"/>
                  </a:lnTo>
                  <a:cubicBezTo>
                    <a:pt x="3511" y="391"/>
                    <a:pt x="3511" y="19"/>
                    <a:pt x="3254"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2" name="Google Shape;11062;p64"/>
            <p:cNvSpPr/>
            <p:nvPr/>
          </p:nvSpPr>
          <p:spPr>
            <a:xfrm>
              <a:off x="2770613" y="2194204"/>
              <a:ext cx="92800" cy="11050"/>
            </a:xfrm>
            <a:custGeom>
              <a:avLst/>
              <a:gdLst/>
              <a:ahLst/>
              <a:cxnLst/>
              <a:rect l="l" t="t" r="r" b="b"/>
              <a:pathLst>
                <a:path w="3544" h="422" extrusionOk="0">
                  <a:moveTo>
                    <a:pt x="3272" y="0"/>
                  </a:moveTo>
                  <a:cubicBezTo>
                    <a:pt x="3266" y="0"/>
                    <a:pt x="3260" y="0"/>
                    <a:pt x="3254" y="1"/>
                  </a:cubicBezTo>
                  <a:lnTo>
                    <a:pt x="258" y="1"/>
                  </a:lnTo>
                  <a:cubicBezTo>
                    <a:pt x="1" y="20"/>
                    <a:pt x="1" y="402"/>
                    <a:pt x="258" y="421"/>
                  </a:cubicBezTo>
                  <a:lnTo>
                    <a:pt x="3254" y="421"/>
                  </a:lnTo>
                  <a:cubicBezTo>
                    <a:pt x="3260" y="421"/>
                    <a:pt x="3266" y="421"/>
                    <a:pt x="3272" y="421"/>
                  </a:cubicBezTo>
                  <a:cubicBezTo>
                    <a:pt x="3544" y="421"/>
                    <a:pt x="3544" y="0"/>
                    <a:pt x="3272"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3" name="Google Shape;11063;p64"/>
            <p:cNvSpPr/>
            <p:nvPr/>
          </p:nvSpPr>
          <p:spPr>
            <a:xfrm>
              <a:off x="2770613" y="2210962"/>
              <a:ext cx="91962" cy="10762"/>
            </a:xfrm>
            <a:custGeom>
              <a:avLst/>
              <a:gdLst/>
              <a:ahLst/>
              <a:cxnLst/>
              <a:rect l="l" t="t" r="r" b="b"/>
              <a:pathLst>
                <a:path w="3512" h="411" extrusionOk="0">
                  <a:moveTo>
                    <a:pt x="258" y="0"/>
                  </a:moveTo>
                  <a:cubicBezTo>
                    <a:pt x="1" y="19"/>
                    <a:pt x="1" y="391"/>
                    <a:pt x="258" y="410"/>
                  </a:cubicBezTo>
                  <a:lnTo>
                    <a:pt x="3254" y="410"/>
                  </a:lnTo>
                  <a:cubicBezTo>
                    <a:pt x="3511" y="391"/>
                    <a:pt x="3511" y="19"/>
                    <a:pt x="3254"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4" name="Google Shape;11064;p64"/>
            <p:cNvSpPr/>
            <p:nvPr/>
          </p:nvSpPr>
          <p:spPr>
            <a:xfrm>
              <a:off x="2909420" y="2057780"/>
              <a:ext cx="20686" cy="10814"/>
            </a:xfrm>
            <a:custGeom>
              <a:avLst/>
              <a:gdLst/>
              <a:ahLst/>
              <a:cxnLst/>
              <a:rect l="l" t="t" r="r" b="b"/>
              <a:pathLst>
                <a:path w="790" h="413" extrusionOk="0">
                  <a:moveTo>
                    <a:pt x="264" y="1"/>
                  </a:moveTo>
                  <a:cubicBezTo>
                    <a:pt x="0" y="1"/>
                    <a:pt x="3" y="413"/>
                    <a:pt x="272" y="413"/>
                  </a:cubicBezTo>
                  <a:cubicBezTo>
                    <a:pt x="278" y="413"/>
                    <a:pt x="284" y="413"/>
                    <a:pt x="290" y="412"/>
                  </a:cubicBezTo>
                  <a:lnTo>
                    <a:pt x="500" y="412"/>
                  </a:lnTo>
                  <a:cubicBezTo>
                    <a:pt x="506" y="413"/>
                    <a:pt x="512" y="413"/>
                    <a:pt x="518" y="413"/>
                  </a:cubicBezTo>
                  <a:cubicBezTo>
                    <a:pt x="787" y="413"/>
                    <a:pt x="790" y="1"/>
                    <a:pt x="526" y="1"/>
                  </a:cubicBezTo>
                  <a:cubicBezTo>
                    <a:pt x="518" y="1"/>
                    <a:pt x="509" y="1"/>
                    <a:pt x="500" y="2"/>
                  </a:cubicBezTo>
                  <a:lnTo>
                    <a:pt x="290" y="2"/>
                  </a:lnTo>
                  <a:cubicBezTo>
                    <a:pt x="281" y="1"/>
                    <a:pt x="273" y="1"/>
                    <a:pt x="264"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5" name="Google Shape;11065;p64"/>
            <p:cNvSpPr/>
            <p:nvPr/>
          </p:nvSpPr>
          <p:spPr>
            <a:xfrm>
              <a:off x="2914264" y="2058016"/>
              <a:ext cx="10762" cy="18827"/>
            </a:xfrm>
            <a:custGeom>
              <a:avLst/>
              <a:gdLst/>
              <a:ahLst/>
              <a:cxnLst/>
              <a:rect l="l" t="t" r="r" b="b"/>
              <a:pathLst>
                <a:path w="411" h="719" extrusionOk="0">
                  <a:moveTo>
                    <a:pt x="205" y="0"/>
                  </a:moveTo>
                  <a:cubicBezTo>
                    <a:pt x="108" y="0"/>
                    <a:pt x="10" y="65"/>
                    <a:pt x="0" y="193"/>
                  </a:cubicBezTo>
                  <a:lnTo>
                    <a:pt x="0" y="508"/>
                  </a:lnTo>
                  <a:cubicBezTo>
                    <a:pt x="0" y="623"/>
                    <a:pt x="86" y="718"/>
                    <a:pt x="201" y="718"/>
                  </a:cubicBezTo>
                  <a:cubicBezTo>
                    <a:pt x="315" y="718"/>
                    <a:pt x="410" y="623"/>
                    <a:pt x="410" y="508"/>
                  </a:cubicBezTo>
                  <a:lnTo>
                    <a:pt x="410" y="193"/>
                  </a:lnTo>
                  <a:cubicBezTo>
                    <a:pt x="401" y="65"/>
                    <a:pt x="303" y="0"/>
                    <a:pt x="205"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6" name="Google Shape;11066;p64"/>
            <p:cNvSpPr/>
            <p:nvPr/>
          </p:nvSpPr>
          <p:spPr>
            <a:xfrm>
              <a:off x="2898265" y="2004363"/>
              <a:ext cx="40744" cy="38989"/>
            </a:xfrm>
            <a:custGeom>
              <a:avLst/>
              <a:gdLst/>
              <a:ahLst/>
              <a:cxnLst/>
              <a:rect l="l" t="t" r="r" b="b"/>
              <a:pathLst>
                <a:path w="1556" h="1489" extrusionOk="0">
                  <a:moveTo>
                    <a:pt x="783" y="1"/>
                  </a:moveTo>
                  <a:cubicBezTo>
                    <a:pt x="354" y="1"/>
                    <a:pt x="1" y="344"/>
                    <a:pt x="1" y="773"/>
                  </a:cubicBezTo>
                  <a:lnTo>
                    <a:pt x="1" y="1489"/>
                  </a:lnTo>
                  <a:lnTo>
                    <a:pt x="420" y="1489"/>
                  </a:lnTo>
                  <a:lnTo>
                    <a:pt x="420" y="773"/>
                  </a:lnTo>
                  <a:cubicBezTo>
                    <a:pt x="420" y="535"/>
                    <a:pt x="599" y="416"/>
                    <a:pt x="778" y="416"/>
                  </a:cubicBezTo>
                  <a:cubicBezTo>
                    <a:pt x="957" y="416"/>
                    <a:pt x="1136" y="535"/>
                    <a:pt x="1136" y="773"/>
                  </a:cubicBezTo>
                  <a:lnTo>
                    <a:pt x="1136" y="1489"/>
                  </a:lnTo>
                  <a:lnTo>
                    <a:pt x="1556" y="1489"/>
                  </a:lnTo>
                  <a:lnTo>
                    <a:pt x="1556" y="773"/>
                  </a:lnTo>
                  <a:cubicBezTo>
                    <a:pt x="1556" y="344"/>
                    <a:pt x="1203" y="1"/>
                    <a:pt x="78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67" name="Google Shape;11067;p64"/>
          <p:cNvGrpSpPr/>
          <p:nvPr/>
        </p:nvGrpSpPr>
        <p:grpSpPr>
          <a:xfrm>
            <a:off x="1279994" y="3196435"/>
            <a:ext cx="323018" cy="359075"/>
            <a:chOff x="1306531" y="3346972"/>
            <a:chExt cx="323018" cy="359075"/>
          </a:xfrm>
        </p:grpSpPr>
        <p:sp>
          <p:nvSpPr>
            <p:cNvPr id="11068" name="Google Shape;11068;p64"/>
            <p:cNvSpPr/>
            <p:nvPr/>
          </p:nvSpPr>
          <p:spPr>
            <a:xfrm>
              <a:off x="1314020" y="3592614"/>
              <a:ext cx="98194" cy="97880"/>
            </a:xfrm>
            <a:custGeom>
              <a:avLst/>
              <a:gdLst/>
              <a:ahLst/>
              <a:cxnLst/>
              <a:rect l="l" t="t" r="r" b="b"/>
              <a:pathLst>
                <a:path w="3750" h="3738" extrusionOk="0">
                  <a:moveTo>
                    <a:pt x="2280" y="0"/>
                  </a:moveTo>
                  <a:lnTo>
                    <a:pt x="0" y="2280"/>
                  </a:lnTo>
                  <a:lnTo>
                    <a:pt x="1384" y="3673"/>
                  </a:lnTo>
                  <a:cubicBezTo>
                    <a:pt x="1427" y="3716"/>
                    <a:pt x="1484" y="3737"/>
                    <a:pt x="1541" y="3737"/>
                  </a:cubicBezTo>
                  <a:cubicBezTo>
                    <a:pt x="1598" y="3737"/>
                    <a:pt x="1656" y="3716"/>
                    <a:pt x="1698" y="3673"/>
                  </a:cubicBezTo>
                  <a:lnTo>
                    <a:pt x="1842" y="3530"/>
                  </a:lnTo>
                  <a:cubicBezTo>
                    <a:pt x="1927" y="3435"/>
                    <a:pt x="1927" y="3301"/>
                    <a:pt x="1842" y="3215"/>
                  </a:cubicBezTo>
                  <a:lnTo>
                    <a:pt x="1574" y="2948"/>
                  </a:lnTo>
                  <a:cubicBezTo>
                    <a:pt x="1489" y="2862"/>
                    <a:pt x="1489" y="2719"/>
                    <a:pt x="1574" y="2633"/>
                  </a:cubicBezTo>
                  <a:lnTo>
                    <a:pt x="1718" y="2490"/>
                  </a:lnTo>
                  <a:cubicBezTo>
                    <a:pt x="1760" y="2447"/>
                    <a:pt x="1815" y="2426"/>
                    <a:pt x="1871" y="2426"/>
                  </a:cubicBezTo>
                  <a:cubicBezTo>
                    <a:pt x="1927" y="2426"/>
                    <a:pt x="1985" y="2447"/>
                    <a:pt x="2032" y="2490"/>
                  </a:cubicBezTo>
                  <a:lnTo>
                    <a:pt x="2299" y="2757"/>
                  </a:lnTo>
                  <a:cubicBezTo>
                    <a:pt x="2342" y="2800"/>
                    <a:pt x="2397" y="2822"/>
                    <a:pt x="2452" y="2822"/>
                  </a:cubicBezTo>
                  <a:cubicBezTo>
                    <a:pt x="2507" y="2822"/>
                    <a:pt x="2562" y="2800"/>
                    <a:pt x="2605" y="2757"/>
                  </a:cubicBezTo>
                  <a:lnTo>
                    <a:pt x="2757" y="2614"/>
                  </a:lnTo>
                  <a:cubicBezTo>
                    <a:pt x="2843" y="2528"/>
                    <a:pt x="2843" y="2385"/>
                    <a:pt x="2757" y="2299"/>
                  </a:cubicBezTo>
                  <a:lnTo>
                    <a:pt x="2481" y="2032"/>
                  </a:lnTo>
                  <a:cubicBezTo>
                    <a:pt x="2395" y="1946"/>
                    <a:pt x="2395" y="1803"/>
                    <a:pt x="2481" y="1717"/>
                  </a:cubicBezTo>
                  <a:lnTo>
                    <a:pt x="2624" y="1574"/>
                  </a:lnTo>
                  <a:cubicBezTo>
                    <a:pt x="2667" y="1531"/>
                    <a:pt x="2724" y="1510"/>
                    <a:pt x="2781" y="1510"/>
                  </a:cubicBezTo>
                  <a:cubicBezTo>
                    <a:pt x="2838" y="1510"/>
                    <a:pt x="2896" y="1531"/>
                    <a:pt x="2939" y="1574"/>
                  </a:cubicBezTo>
                  <a:lnTo>
                    <a:pt x="3206" y="1851"/>
                  </a:lnTo>
                  <a:cubicBezTo>
                    <a:pt x="3249" y="1894"/>
                    <a:pt x="3306" y="1915"/>
                    <a:pt x="3363" y="1915"/>
                  </a:cubicBezTo>
                  <a:cubicBezTo>
                    <a:pt x="3420" y="1915"/>
                    <a:pt x="3478" y="1894"/>
                    <a:pt x="3521" y="1851"/>
                  </a:cubicBezTo>
                  <a:lnTo>
                    <a:pt x="3664" y="1698"/>
                  </a:lnTo>
                  <a:cubicBezTo>
                    <a:pt x="3750" y="1612"/>
                    <a:pt x="3750" y="1479"/>
                    <a:pt x="3664" y="1393"/>
                  </a:cubicBezTo>
                  <a:lnTo>
                    <a:pt x="2280"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9" name="Google Shape;11069;p64"/>
            <p:cNvSpPr/>
            <p:nvPr/>
          </p:nvSpPr>
          <p:spPr>
            <a:xfrm>
              <a:off x="1444657" y="3534326"/>
              <a:ext cx="170909" cy="171721"/>
            </a:xfrm>
            <a:custGeom>
              <a:avLst/>
              <a:gdLst/>
              <a:ahLst/>
              <a:cxnLst/>
              <a:rect l="l" t="t" r="r" b="b"/>
              <a:pathLst>
                <a:path w="6527" h="6558" extrusionOk="0">
                  <a:moveTo>
                    <a:pt x="2243" y="0"/>
                  </a:moveTo>
                  <a:cubicBezTo>
                    <a:pt x="2165" y="0"/>
                    <a:pt x="2090" y="46"/>
                    <a:pt x="2061" y="127"/>
                  </a:cubicBezTo>
                  <a:lnTo>
                    <a:pt x="1613" y="1368"/>
                  </a:lnTo>
                  <a:cubicBezTo>
                    <a:pt x="554" y="1950"/>
                    <a:pt x="1" y="3142"/>
                    <a:pt x="239" y="4325"/>
                  </a:cubicBezTo>
                  <a:cubicBezTo>
                    <a:pt x="516" y="5729"/>
                    <a:pt x="1726" y="6558"/>
                    <a:pt x="2966" y="6558"/>
                  </a:cubicBezTo>
                  <a:cubicBezTo>
                    <a:pt x="3690" y="6558"/>
                    <a:pt x="4424" y="6276"/>
                    <a:pt x="4990" y="5661"/>
                  </a:cubicBezTo>
                  <a:cubicBezTo>
                    <a:pt x="6526" y="4001"/>
                    <a:pt x="5524" y="1291"/>
                    <a:pt x="3273" y="1034"/>
                  </a:cubicBezTo>
                  <a:lnTo>
                    <a:pt x="2386" y="61"/>
                  </a:lnTo>
                  <a:cubicBezTo>
                    <a:pt x="2345" y="19"/>
                    <a:pt x="2293" y="0"/>
                    <a:pt x="224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0" name="Google Shape;11070;p64"/>
            <p:cNvSpPr/>
            <p:nvPr/>
          </p:nvSpPr>
          <p:spPr>
            <a:xfrm>
              <a:off x="1503364" y="3585125"/>
              <a:ext cx="36240" cy="39723"/>
            </a:xfrm>
            <a:custGeom>
              <a:avLst/>
              <a:gdLst/>
              <a:ahLst/>
              <a:cxnLst/>
              <a:rect l="l" t="t" r="r" b="b"/>
              <a:pathLst>
                <a:path w="1384" h="1517" extrusionOk="0">
                  <a:moveTo>
                    <a:pt x="697" y="0"/>
                  </a:moveTo>
                  <a:cubicBezTo>
                    <a:pt x="306" y="0"/>
                    <a:pt x="1" y="315"/>
                    <a:pt x="1" y="696"/>
                  </a:cubicBezTo>
                  <a:lnTo>
                    <a:pt x="1" y="1307"/>
                  </a:lnTo>
                  <a:cubicBezTo>
                    <a:pt x="1" y="1421"/>
                    <a:pt x="87" y="1517"/>
                    <a:pt x="211" y="1517"/>
                  </a:cubicBezTo>
                  <a:cubicBezTo>
                    <a:pt x="315" y="1517"/>
                    <a:pt x="411" y="1421"/>
                    <a:pt x="411" y="1307"/>
                  </a:cubicBezTo>
                  <a:lnTo>
                    <a:pt x="411" y="696"/>
                  </a:lnTo>
                  <a:cubicBezTo>
                    <a:pt x="411" y="510"/>
                    <a:pt x="552" y="417"/>
                    <a:pt x="692" y="417"/>
                  </a:cubicBezTo>
                  <a:cubicBezTo>
                    <a:pt x="833" y="417"/>
                    <a:pt x="974" y="510"/>
                    <a:pt x="974" y="696"/>
                  </a:cubicBezTo>
                  <a:cubicBezTo>
                    <a:pt x="983" y="825"/>
                    <a:pt x="1081" y="890"/>
                    <a:pt x="1179" y="890"/>
                  </a:cubicBezTo>
                  <a:cubicBezTo>
                    <a:pt x="1277" y="890"/>
                    <a:pt x="1374" y="825"/>
                    <a:pt x="1384" y="696"/>
                  </a:cubicBezTo>
                  <a:cubicBezTo>
                    <a:pt x="1384" y="315"/>
                    <a:pt x="1079" y="0"/>
                    <a:pt x="697"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1" name="Google Shape;11071;p64"/>
            <p:cNvSpPr/>
            <p:nvPr/>
          </p:nvSpPr>
          <p:spPr>
            <a:xfrm>
              <a:off x="1492628" y="3619584"/>
              <a:ext cx="57476" cy="41241"/>
            </a:xfrm>
            <a:custGeom>
              <a:avLst/>
              <a:gdLst/>
              <a:ahLst/>
              <a:cxnLst/>
              <a:rect l="l" t="t" r="r" b="b"/>
              <a:pathLst>
                <a:path w="2195" h="1575" extrusionOk="0">
                  <a:moveTo>
                    <a:pt x="229" y="1"/>
                  </a:moveTo>
                  <a:cubicBezTo>
                    <a:pt x="105" y="1"/>
                    <a:pt x="0" y="96"/>
                    <a:pt x="0" y="220"/>
                  </a:cubicBezTo>
                  <a:lnTo>
                    <a:pt x="0" y="1346"/>
                  </a:lnTo>
                  <a:cubicBezTo>
                    <a:pt x="0" y="1470"/>
                    <a:pt x="105" y="1575"/>
                    <a:pt x="229" y="1575"/>
                  </a:cubicBezTo>
                  <a:lnTo>
                    <a:pt x="1975" y="1575"/>
                  </a:lnTo>
                  <a:cubicBezTo>
                    <a:pt x="2099" y="1565"/>
                    <a:pt x="2195" y="1470"/>
                    <a:pt x="2195" y="1346"/>
                  </a:cubicBezTo>
                  <a:lnTo>
                    <a:pt x="2195" y="220"/>
                  </a:lnTo>
                  <a:cubicBezTo>
                    <a:pt x="2195" y="96"/>
                    <a:pt x="2090" y="1"/>
                    <a:pt x="197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2" name="Google Shape;11072;p64"/>
            <p:cNvSpPr/>
            <p:nvPr/>
          </p:nvSpPr>
          <p:spPr>
            <a:xfrm>
              <a:off x="1306531" y="3459463"/>
              <a:ext cx="200368" cy="202122"/>
            </a:xfrm>
            <a:custGeom>
              <a:avLst/>
              <a:gdLst/>
              <a:ahLst/>
              <a:cxnLst/>
              <a:rect l="l" t="t" r="r" b="b"/>
              <a:pathLst>
                <a:path w="7652" h="7719" extrusionOk="0">
                  <a:moveTo>
                    <a:pt x="6955" y="0"/>
                  </a:moveTo>
                  <a:lnTo>
                    <a:pt x="86" y="6860"/>
                  </a:lnTo>
                  <a:cubicBezTo>
                    <a:pt x="0" y="6945"/>
                    <a:pt x="0" y="7089"/>
                    <a:pt x="86" y="7174"/>
                  </a:cubicBezTo>
                  <a:lnTo>
                    <a:pt x="630" y="7718"/>
                  </a:lnTo>
                  <a:lnTo>
                    <a:pt x="7651" y="697"/>
                  </a:lnTo>
                  <a:lnTo>
                    <a:pt x="6955"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3" name="Google Shape;11073;p64"/>
            <p:cNvSpPr/>
            <p:nvPr/>
          </p:nvSpPr>
          <p:spPr>
            <a:xfrm>
              <a:off x="1470633" y="3462710"/>
              <a:ext cx="33019" cy="32993"/>
            </a:xfrm>
            <a:custGeom>
              <a:avLst/>
              <a:gdLst/>
              <a:ahLst/>
              <a:cxnLst/>
              <a:rect l="l" t="t" r="r" b="b"/>
              <a:pathLst>
                <a:path w="1261" h="1260" extrusionOk="0">
                  <a:moveTo>
                    <a:pt x="554" y="0"/>
                  </a:moveTo>
                  <a:lnTo>
                    <a:pt x="1" y="554"/>
                  </a:lnTo>
                  <a:cubicBezTo>
                    <a:pt x="211" y="811"/>
                    <a:pt x="449" y="1040"/>
                    <a:pt x="707" y="1260"/>
                  </a:cubicBezTo>
                  <a:lnTo>
                    <a:pt x="1260" y="706"/>
                  </a:lnTo>
                  <a:lnTo>
                    <a:pt x="554"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4" name="Google Shape;11074;p64"/>
            <p:cNvSpPr/>
            <p:nvPr/>
          </p:nvSpPr>
          <p:spPr>
            <a:xfrm>
              <a:off x="1450156" y="3346972"/>
              <a:ext cx="179393" cy="158995"/>
            </a:xfrm>
            <a:custGeom>
              <a:avLst/>
              <a:gdLst/>
              <a:ahLst/>
              <a:cxnLst/>
              <a:rect l="l" t="t" r="r" b="b"/>
              <a:pathLst>
                <a:path w="6851" h="6072" extrusionOk="0">
                  <a:moveTo>
                    <a:pt x="2872" y="825"/>
                  </a:moveTo>
                  <a:cubicBezTo>
                    <a:pt x="3511" y="825"/>
                    <a:pt x="4219" y="1121"/>
                    <a:pt x="4780" y="1683"/>
                  </a:cubicBezTo>
                  <a:cubicBezTo>
                    <a:pt x="5744" y="2646"/>
                    <a:pt x="5925" y="4029"/>
                    <a:pt x="5171" y="4783"/>
                  </a:cubicBezTo>
                  <a:cubicBezTo>
                    <a:pt x="4860" y="5094"/>
                    <a:pt x="4437" y="5245"/>
                    <a:pt x="3979" y="5245"/>
                  </a:cubicBezTo>
                  <a:cubicBezTo>
                    <a:pt x="3342" y="5245"/>
                    <a:pt x="2637" y="4953"/>
                    <a:pt x="2071" y="4392"/>
                  </a:cubicBezTo>
                  <a:cubicBezTo>
                    <a:pt x="1107" y="3428"/>
                    <a:pt x="936" y="2035"/>
                    <a:pt x="1680" y="1291"/>
                  </a:cubicBezTo>
                  <a:cubicBezTo>
                    <a:pt x="1990" y="977"/>
                    <a:pt x="2414" y="825"/>
                    <a:pt x="2872" y="825"/>
                  </a:cubicBezTo>
                  <a:close/>
                  <a:moveTo>
                    <a:pt x="2665" y="1"/>
                  </a:moveTo>
                  <a:cubicBezTo>
                    <a:pt x="2037" y="1"/>
                    <a:pt x="1457" y="207"/>
                    <a:pt x="1031" y="633"/>
                  </a:cubicBezTo>
                  <a:cubicBezTo>
                    <a:pt x="1" y="1663"/>
                    <a:pt x="239" y="3571"/>
                    <a:pt x="1565" y="4897"/>
                  </a:cubicBezTo>
                  <a:cubicBezTo>
                    <a:pt x="2336" y="5669"/>
                    <a:pt x="3304" y="6072"/>
                    <a:pt x="4180" y="6072"/>
                  </a:cubicBezTo>
                  <a:cubicBezTo>
                    <a:pt x="4810" y="6072"/>
                    <a:pt x="5393" y="5863"/>
                    <a:pt x="5820" y="5432"/>
                  </a:cubicBezTo>
                  <a:cubicBezTo>
                    <a:pt x="6850" y="4411"/>
                    <a:pt x="6612" y="2503"/>
                    <a:pt x="5286" y="1177"/>
                  </a:cubicBezTo>
                  <a:cubicBezTo>
                    <a:pt x="4513" y="404"/>
                    <a:pt x="3542" y="1"/>
                    <a:pt x="266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5" name="Google Shape;11075;p64"/>
            <p:cNvSpPr/>
            <p:nvPr/>
          </p:nvSpPr>
          <p:spPr>
            <a:xfrm>
              <a:off x="1511272" y="3631551"/>
              <a:ext cx="19613" cy="10814"/>
            </a:xfrm>
            <a:custGeom>
              <a:avLst/>
              <a:gdLst/>
              <a:ahLst/>
              <a:cxnLst/>
              <a:rect l="l" t="t" r="r" b="b"/>
              <a:pathLst>
                <a:path w="749" h="413" extrusionOk="0">
                  <a:moveTo>
                    <a:pt x="264" y="0"/>
                  </a:moveTo>
                  <a:cubicBezTo>
                    <a:pt x="0" y="0"/>
                    <a:pt x="3" y="412"/>
                    <a:pt x="272" y="412"/>
                  </a:cubicBezTo>
                  <a:cubicBezTo>
                    <a:pt x="278" y="412"/>
                    <a:pt x="284" y="412"/>
                    <a:pt x="290" y="412"/>
                  </a:cubicBezTo>
                  <a:lnTo>
                    <a:pt x="490" y="412"/>
                  </a:lnTo>
                  <a:cubicBezTo>
                    <a:pt x="748" y="393"/>
                    <a:pt x="748" y="21"/>
                    <a:pt x="490" y="1"/>
                  </a:cubicBezTo>
                  <a:lnTo>
                    <a:pt x="290" y="1"/>
                  </a:lnTo>
                  <a:cubicBezTo>
                    <a:pt x="281" y="1"/>
                    <a:pt x="272" y="0"/>
                    <a:pt x="264" y="0"/>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6" name="Google Shape;11076;p64"/>
            <p:cNvSpPr/>
            <p:nvPr/>
          </p:nvSpPr>
          <p:spPr>
            <a:xfrm>
              <a:off x="1516116" y="3631760"/>
              <a:ext cx="10762" cy="18827"/>
            </a:xfrm>
            <a:custGeom>
              <a:avLst/>
              <a:gdLst/>
              <a:ahLst/>
              <a:cxnLst/>
              <a:rect l="l" t="t" r="r" b="b"/>
              <a:pathLst>
                <a:path w="411" h="719" extrusionOk="0">
                  <a:moveTo>
                    <a:pt x="205" y="1"/>
                  </a:moveTo>
                  <a:cubicBezTo>
                    <a:pt x="108" y="1"/>
                    <a:pt x="10" y="65"/>
                    <a:pt x="0" y="194"/>
                  </a:cubicBezTo>
                  <a:lnTo>
                    <a:pt x="0" y="518"/>
                  </a:lnTo>
                  <a:cubicBezTo>
                    <a:pt x="0" y="633"/>
                    <a:pt x="86" y="718"/>
                    <a:pt x="210" y="718"/>
                  </a:cubicBezTo>
                  <a:cubicBezTo>
                    <a:pt x="315" y="718"/>
                    <a:pt x="410" y="623"/>
                    <a:pt x="410" y="518"/>
                  </a:cubicBezTo>
                  <a:lnTo>
                    <a:pt x="410" y="194"/>
                  </a:lnTo>
                  <a:cubicBezTo>
                    <a:pt x="401" y="65"/>
                    <a:pt x="303" y="1"/>
                    <a:pt x="205"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077" name="Google Shape;11077;p64"/>
          <p:cNvGrpSpPr/>
          <p:nvPr/>
        </p:nvGrpSpPr>
        <p:grpSpPr>
          <a:xfrm>
            <a:off x="1281486" y="2263437"/>
            <a:ext cx="360253" cy="357111"/>
            <a:chOff x="1308024" y="2413975"/>
            <a:chExt cx="360253" cy="357111"/>
          </a:xfrm>
        </p:grpSpPr>
        <p:sp>
          <p:nvSpPr>
            <p:cNvPr id="11078" name="Google Shape;11078;p64"/>
            <p:cNvSpPr/>
            <p:nvPr/>
          </p:nvSpPr>
          <p:spPr>
            <a:xfrm>
              <a:off x="1403939" y="2569173"/>
              <a:ext cx="212622" cy="201913"/>
            </a:xfrm>
            <a:custGeom>
              <a:avLst/>
              <a:gdLst/>
              <a:ahLst/>
              <a:cxnLst/>
              <a:rect l="l" t="t" r="r" b="b"/>
              <a:pathLst>
                <a:path w="8120" h="7711" extrusionOk="0">
                  <a:moveTo>
                    <a:pt x="6078" y="0"/>
                  </a:moveTo>
                  <a:lnTo>
                    <a:pt x="5257" y="830"/>
                  </a:lnTo>
                  <a:cubicBezTo>
                    <a:pt x="5210" y="878"/>
                    <a:pt x="5162" y="916"/>
                    <a:pt x="5114" y="954"/>
                  </a:cubicBezTo>
                  <a:cubicBezTo>
                    <a:pt x="4924" y="1093"/>
                    <a:pt x="4686" y="1176"/>
                    <a:pt x="4437" y="1176"/>
                  </a:cubicBezTo>
                  <a:cubicBezTo>
                    <a:pt x="4412" y="1176"/>
                    <a:pt x="4386" y="1175"/>
                    <a:pt x="4360" y="1174"/>
                  </a:cubicBezTo>
                  <a:cubicBezTo>
                    <a:pt x="3702" y="1135"/>
                    <a:pt x="2605" y="1059"/>
                    <a:pt x="2147" y="916"/>
                  </a:cubicBezTo>
                  <a:cubicBezTo>
                    <a:pt x="2142" y="915"/>
                    <a:pt x="2137" y="914"/>
                    <a:pt x="2132" y="914"/>
                  </a:cubicBezTo>
                  <a:cubicBezTo>
                    <a:pt x="2035" y="914"/>
                    <a:pt x="1880" y="1155"/>
                    <a:pt x="1880" y="1155"/>
                  </a:cubicBezTo>
                  <a:cubicBezTo>
                    <a:pt x="1804" y="1431"/>
                    <a:pt x="1918" y="1727"/>
                    <a:pt x="2176" y="1870"/>
                  </a:cubicBezTo>
                  <a:lnTo>
                    <a:pt x="3311" y="2328"/>
                  </a:lnTo>
                  <a:lnTo>
                    <a:pt x="697" y="4932"/>
                  </a:lnTo>
                  <a:lnTo>
                    <a:pt x="172" y="5467"/>
                  </a:lnTo>
                  <a:cubicBezTo>
                    <a:pt x="1" y="5629"/>
                    <a:pt x="1" y="5896"/>
                    <a:pt x="172" y="6058"/>
                  </a:cubicBezTo>
                  <a:lnTo>
                    <a:pt x="201" y="6096"/>
                  </a:lnTo>
                  <a:cubicBezTo>
                    <a:pt x="282" y="6177"/>
                    <a:pt x="389" y="6218"/>
                    <a:pt x="498" y="6218"/>
                  </a:cubicBezTo>
                  <a:cubicBezTo>
                    <a:pt x="607" y="6218"/>
                    <a:pt x="716" y="6177"/>
                    <a:pt x="802" y="6096"/>
                  </a:cubicBezTo>
                  <a:lnTo>
                    <a:pt x="892" y="5998"/>
                  </a:lnTo>
                  <a:lnTo>
                    <a:pt x="892" y="5998"/>
                  </a:lnTo>
                  <a:cubicBezTo>
                    <a:pt x="888" y="6004"/>
                    <a:pt x="883" y="6011"/>
                    <a:pt x="878" y="6020"/>
                  </a:cubicBezTo>
                  <a:cubicBezTo>
                    <a:pt x="745" y="6182"/>
                    <a:pt x="754" y="6411"/>
                    <a:pt x="907" y="6564"/>
                  </a:cubicBezTo>
                  <a:lnTo>
                    <a:pt x="955" y="6611"/>
                  </a:lnTo>
                  <a:cubicBezTo>
                    <a:pt x="1031" y="6688"/>
                    <a:pt x="1136" y="6726"/>
                    <a:pt x="1241" y="6726"/>
                  </a:cubicBezTo>
                  <a:cubicBezTo>
                    <a:pt x="1346" y="6726"/>
                    <a:pt x="1451" y="6688"/>
                    <a:pt x="1527" y="6611"/>
                  </a:cubicBezTo>
                  <a:lnTo>
                    <a:pt x="1613" y="6526"/>
                  </a:lnTo>
                  <a:lnTo>
                    <a:pt x="1594" y="6554"/>
                  </a:lnTo>
                  <a:cubicBezTo>
                    <a:pt x="1460" y="6707"/>
                    <a:pt x="1470" y="6945"/>
                    <a:pt x="1613" y="7088"/>
                  </a:cubicBezTo>
                  <a:lnTo>
                    <a:pt x="1670" y="7146"/>
                  </a:lnTo>
                  <a:cubicBezTo>
                    <a:pt x="1747" y="7227"/>
                    <a:pt x="1849" y="7267"/>
                    <a:pt x="1953" y="7267"/>
                  </a:cubicBezTo>
                  <a:cubicBezTo>
                    <a:pt x="2057" y="7267"/>
                    <a:pt x="2162" y="7227"/>
                    <a:pt x="2243" y="7146"/>
                  </a:cubicBezTo>
                  <a:lnTo>
                    <a:pt x="2386" y="7003"/>
                  </a:lnTo>
                  <a:lnTo>
                    <a:pt x="2386" y="7003"/>
                  </a:lnTo>
                  <a:cubicBezTo>
                    <a:pt x="2262" y="7155"/>
                    <a:pt x="2271" y="7384"/>
                    <a:pt x="2414" y="7518"/>
                  </a:cubicBezTo>
                  <a:lnTo>
                    <a:pt x="2491" y="7604"/>
                  </a:lnTo>
                  <a:cubicBezTo>
                    <a:pt x="2562" y="7675"/>
                    <a:pt x="2660" y="7711"/>
                    <a:pt x="2759" y="7711"/>
                  </a:cubicBezTo>
                  <a:cubicBezTo>
                    <a:pt x="2858" y="7711"/>
                    <a:pt x="2958" y="7675"/>
                    <a:pt x="3034" y="7604"/>
                  </a:cubicBezTo>
                  <a:lnTo>
                    <a:pt x="3206" y="7432"/>
                  </a:lnTo>
                  <a:lnTo>
                    <a:pt x="6087" y="4541"/>
                  </a:lnTo>
                  <a:lnTo>
                    <a:pt x="6717" y="3912"/>
                  </a:lnTo>
                  <a:cubicBezTo>
                    <a:pt x="6870" y="3759"/>
                    <a:pt x="6965" y="3559"/>
                    <a:pt x="6974" y="3349"/>
                  </a:cubicBezTo>
                  <a:cubicBezTo>
                    <a:pt x="6984" y="3244"/>
                    <a:pt x="7022" y="3148"/>
                    <a:pt x="7098" y="3072"/>
                  </a:cubicBezTo>
                  <a:lnTo>
                    <a:pt x="8119" y="2051"/>
                  </a:lnTo>
                  <a:lnTo>
                    <a:pt x="6078"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9" name="Google Shape;11079;p64"/>
            <p:cNvSpPr/>
            <p:nvPr/>
          </p:nvSpPr>
          <p:spPr>
            <a:xfrm>
              <a:off x="1422426" y="2593080"/>
              <a:ext cx="140928" cy="170700"/>
            </a:xfrm>
            <a:custGeom>
              <a:avLst/>
              <a:gdLst/>
              <a:ahLst/>
              <a:cxnLst/>
              <a:rect l="l" t="t" r="r" b="b"/>
              <a:pathLst>
                <a:path w="5382" h="6519" extrusionOk="0">
                  <a:moveTo>
                    <a:pt x="1426" y="1"/>
                  </a:moveTo>
                  <a:cubicBezTo>
                    <a:pt x="1329" y="1"/>
                    <a:pt x="1174" y="242"/>
                    <a:pt x="1174" y="242"/>
                  </a:cubicBezTo>
                  <a:cubicBezTo>
                    <a:pt x="1098" y="518"/>
                    <a:pt x="1212" y="814"/>
                    <a:pt x="1470" y="957"/>
                  </a:cubicBezTo>
                  <a:lnTo>
                    <a:pt x="2605" y="1415"/>
                  </a:lnTo>
                  <a:lnTo>
                    <a:pt x="1" y="4019"/>
                  </a:lnTo>
                  <a:lnTo>
                    <a:pt x="2491" y="6519"/>
                  </a:lnTo>
                  <a:lnTo>
                    <a:pt x="5381" y="3628"/>
                  </a:lnTo>
                  <a:lnTo>
                    <a:pt x="2910" y="1148"/>
                  </a:lnTo>
                  <a:lnTo>
                    <a:pt x="3674" y="833"/>
                  </a:lnTo>
                  <a:lnTo>
                    <a:pt x="3693" y="823"/>
                  </a:lnTo>
                  <a:cubicBezTo>
                    <a:pt x="3931" y="690"/>
                    <a:pt x="4093" y="461"/>
                    <a:pt x="4131" y="184"/>
                  </a:cubicBezTo>
                  <a:lnTo>
                    <a:pt x="4131" y="184"/>
                  </a:lnTo>
                  <a:cubicBezTo>
                    <a:pt x="3998" y="234"/>
                    <a:pt x="3858" y="262"/>
                    <a:pt x="3716" y="262"/>
                  </a:cubicBezTo>
                  <a:cubicBezTo>
                    <a:pt x="3696" y="262"/>
                    <a:pt x="3675" y="262"/>
                    <a:pt x="3654" y="261"/>
                  </a:cubicBezTo>
                  <a:cubicBezTo>
                    <a:pt x="2996" y="222"/>
                    <a:pt x="1899" y="146"/>
                    <a:pt x="1441" y="3"/>
                  </a:cubicBezTo>
                  <a:cubicBezTo>
                    <a:pt x="1436" y="2"/>
                    <a:pt x="1431" y="1"/>
                    <a:pt x="1426"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0" name="Google Shape;11080;p64"/>
            <p:cNvSpPr/>
            <p:nvPr/>
          </p:nvSpPr>
          <p:spPr>
            <a:xfrm>
              <a:off x="1464139" y="2613138"/>
              <a:ext cx="152161" cy="157896"/>
            </a:xfrm>
            <a:custGeom>
              <a:avLst/>
              <a:gdLst/>
              <a:ahLst/>
              <a:cxnLst/>
              <a:rect l="l" t="t" r="r" b="b"/>
              <a:pathLst>
                <a:path w="5811" h="6030" extrusionOk="0">
                  <a:moveTo>
                    <a:pt x="5448" y="0"/>
                  </a:moveTo>
                  <a:lnTo>
                    <a:pt x="4418" y="1021"/>
                  </a:lnTo>
                  <a:cubicBezTo>
                    <a:pt x="4351" y="1097"/>
                    <a:pt x="4303" y="1193"/>
                    <a:pt x="4303" y="1298"/>
                  </a:cubicBezTo>
                  <a:cubicBezTo>
                    <a:pt x="4284" y="1508"/>
                    <a:pt x="4198" y="1708"/>
                    <a:pt x="4046" y="1861"/>
                  </a:cubicBezTo>
                  <a:lnTo>
                    <a:pt x="363" y="5552"/>
                  </a:lnTo>
                  <a:cubicBezTo>
                    <a:pt x="289" y="5619"/>
                    <a:pt x="192" y="5657"/>
                    <a:pt x="89" y="5657"/>
                  </a:cubicBezTo>
                  <a:cubicBezTo>
                    <a:pt x="60" y="5657"/>
                    <a:pt x="30" y="5654"/>
                    <a:pt x="1" y="5648"/>
                  </a:cubicBezTo>
                  <a:lnTo>
                    <a:pt x="1" y="5648"/>
                  </a:lnTo>
                  <a:cubicBezTo>
                    <a:pt x="20" y="5724"/>
                    <a:pt x="58" y="5781"/>
                    <a:pt x="106" y="5839"/>
                  </a:cubicBezTo>
                  <a:lnTo>
                    <a:pt x="182" y="5915"/>
                  </a:lnTo>
                  <a:cubicBezTo>
                    <a:pt x="258" y="5991"/>
                    <a:pt x="359" y="6029"/>
                    <a:pt x="458" y="6029"/>
                  </a:cubicBezTo>
                  <a:cubicBezTo>
                    <a:pt x="557" y="6029"/>
                    <a:pt x="654" y="5991"/>
                    <a:pt x="726" y="5915"/>
                  </a:cubicBezTo>
                  <a:lnTo>
                    <a:pt x="4418" y="2233"/>
                  </a:lnTo>
                  <a:cubicBezTo>
                    <a:pt x="4561" y="2080"/>
                    <a:pt x="4656" y="1880"/>
                    <a:pt x="4675" y="1660"/>
                  </a:cubicBezTo>
                  <a:cubicBezTo>
                    <a:pt x="4675" y="1565"/>
                    <a:pt x="4723" y="1460"/>
                    <a:pt x="4790" y="1393"/>
                  </a:cubicBezTo>
                  <a:lnTo>
                    <a:pt x="5811" y="372"/>
                  </a:lnTo>
                  <a:lnTo>
                    <a:pt x="5448"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1" name="Google Shape;11081;p64"/>
            <p:cNvSpPr/>
            <p:nvPr/>
          </p:nvSpPr>
          <p:spPr>
            <a:xfrm>
              <a:off x="1537850" y="2569671"/>
              <a:ext cx="78712" cy="78215"/>
            </a:xfrm>
            <a:custGeom>
              <a:avLst/>
              <a:gdLst/>
              <a:ahLst/>
              <a:cxnLst/>
              <a:rect l="l" t="t" r="r" b="b"/>
              <a:pathLst>
                <a:path w="3006" h="2987" extrusionOk="0">
                  <a:moveTo>
                    <a:pt x="964" y="0"/>
                  </a:moveTo>
                  <a:lnTo>
                    <a:pt x="143" y="821"/>
                  </a:lnTo>
                  <a:cubicBezTo>
                    <a:pt x="96" y="868"/>
                    <a:pt x="48" y="907"/>
                    <a:pt x="0" y="945"/>
                  </a:cubicBezTo>
                  <a:lnTo>
                    <a:pt x="2051" y="2986"/>
                  </a:lnTo>
                  <a:lnTo>
                    <a:pt x="3005" y="2032"/>
                  </a:lnTo>
                  <a:lnTo>
                    <a:pt x="964" y="0"/>
                  </a:ln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2" name="Google Shape;11082;p64"/>
            <p:cNvSpPr/>
            <p:nvPr/>
          </p:nvSpPr>
          <p:spPr>
            <a:xfrm>
              <a:off x="1548088" y="2554667"/>
              <a:ext cx="83216" cy="82666"/>
            </a:xfrm>
            <a:custGeom>
              <a:avLst/>
              <a:gdLst/>
              <a:ahLst/>
              <a:cxnLst/>
              <a:rect l="l" t="t" r="r" b="b"/>
              <a:pathLst>
                <a:path w="3178" h="3157" extrusionOk="0">
                  <a:moveTo>
                    <a:pt x="830" y="1"/>
                  </a:moveTo>
                  <a:lnTo>
                    <a:pt x="86" y="745"/>
                  </a:lnTo>
                  <a:cubicBezTo>
                    <a:pt x="0" y="831"/>
                    <a:pt x="0" y="974"/>
                    <a:pt x="86" y="1060"/>
                  </a:cubicBezTo>
                  <a:lnTo>
                    <a:pt x="2118" y="3092"/>
                  </a:lnTo>
                  <a:cubicBezTo>
                    <a:pt x="2161" y="3135"/>
                    <a:pt x="2218" y="3156"/>
                    <a:pt x="2276" y="3156"/>
                  </a:cubicBezTo>
                  <a:cubicBezTo>
                    <a:pt x="2333" y="3156"/>
                    <a:pt x="2390" y="3135"/>
                    <a:pt x="2433" y="3092"/>
                  </a:cubicBezTo>
                  <a:lnTo>
                    <a:pt x="3177" y="2348"/>
                  </a:lnTo>
                  <a:lnTo>
                    <a:pt x="830" y="1"/>
                  </a:ln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3" name="Google Shape;11083;p64"/>
            <p:cNvSpPr/>
            <p:nvPr/>
          </p:nvSpPr>
          <p:spPr>
            <a:xfrm>
              <a:off x="1594802" y="2603397"/>
              <a:ext cx="36502" cy="33936"/>
            </a:xfrm>
            <a:custGeom>
              <a:avLst/>
              <a:gdLst/>
              <a:ahLst/>
              <a:cxnLst/>
              <a:rect l="l" t="t" r="r" b="b"/>
              <a:pathLst>
                <a:path w="1394" h="1296" extrusionOk="0">
                  <a:moveTo>
                    <a:pt x="907" y="0"/>
                  </a:moveTo>
                  <a:lnTo>
                    <a:pt x="0" y="897"/>
                  </a:lnTo>
                  <a:lnTo>
                    <a:pt x="334" y="1231"/>
                  </a:lnTo>
                  <a:cubicBezTo>
                    <a:pt x="377" y="1274"/>
                    <a:pt x="434" y="1295"/>
                    <a:pt x="492" y="1295"/>
                  </a:cubicBezTo>
                  <a:cubicBezTo>
                    <a:pt x="549" y="1295"/>
                    <a:pt x="606" y="1274"/>
                    <a:pt x="649" y="1231"/>
                  </a:cubicBezTo>
                  <a:lnTo>
                    <a:pt x="1393" y="487"/>
                  </a:lnTo>
                  <a:lnTo>
                    <a:pt x="907" y="0"/>
                  </a:ln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4" name="Google Shape;11084;p64"/>
            <p:cNvSpPr/>
            <p:nvPr/>
          </p:nvSpPr>
          <p:spPr>
            <a:xfrm>
              <a:off x="1566810" y="2518531"/>
              <a:ext cx="101205" cy="99817"/>
            </a:xfrm>
            <a:custGeom>
              <a:avLst/>
              <a:gdLst/>
              <a:ahLst/>
              <a:cxnLst/>
              <a:rect l="l" t="t" r="r" b="b"/>
              <a:pathLst>
                <a:path w="3865" h="3812" extrusionOk="0">
                  <a:moveTo>
                    <a:pt x="1357" y="0"/>
                  </a:moveTo>
                  <a:cubicBezTo>
                    <a:pt x="1301" y="0"/>
                    <a:pt x="1246" y="21"/>
                    <a:pt x="1203" y="64"/>
                  </a:cubicBezTo>
                  <a:lnTo>
                    <a:pt x="96" y="1171"/>
                  </a:lnTo>
                  <a:cubicBezTo>
                    <a:pt x="1" y="1257"/>
                    <a:pt x="1" y="1400"/>
                    <a:pt x="96" y="1486"/>
                  </a:cubicBezTo>
                  <a:lnTo>
                    <a:pt x="2357" y="3747"/>
                  </a:lnTo>
                  <a:cubicBezTo>
                    <a:pt x="2400" y="3790"/>
                    <a:pt x="2457" y="3811"/>
                    <a:pt x="2515" y="3811"/>
                  </a:cubicBezTo>
                  <a:cubicBezTo>
                    <a:pt x="2572" y="3811"/>
                    <a:pt x="2629" y="3790"/>
                    <a:pt x="2672" y="3747"/>
                  </a:cubicBezTo>
                  <a:lnTo>
                    <a:pt x="3779" y="2640"/>
                  </a:lnTo>
                  <a:cubicBezTo>
                    <a:pt x="3864" y="2554"/>
                    <a:pt x="3864" y="2411"/>
                    <a:pt x="3779" y="2325"/>
                  </a:cubicBezTo>
                  <a:lnTo>
                    <a:pt x="1518" y="64"/>
                  </a:lnTo>
                  <a:cubicBezTo>
                    <a:pt x="1470" y="21"/>
                    <a:pt x="1413" y="0"/>
                    <a:pt x="1357" y="0"/>
                  </a:cubicBezTo>
                  <a:close/>
                </a:path>
              </a:pathLst>
            </a:custGeom>
            <a:solidFill>
              <a:srgbClr val="A7B5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5" name="Google Shape;11085;p64"/>
            <p:cNvSpPr/>
            <p:nvPr/>
          </p:nvSpPr>
          <p:spPr>
            <a:xfrm>
              <a:off x="1616771" y="2567654"/>
              <a:ext cx="51506" cy="50930"/>
            </a:xfrm>
            <a:custGeom>
              <a:avLst/>
              <a:gdLst/>
              <a:ahLst/>
              <a:cxnLst/>
              <a:rect l="l" t="t" r="r" b="b"/>
              <a:pathLst>
                <a:path w="1967" h="1945" extrusionOk="0">
                  <a:moveTo>
                    <a:pt x="1422" y="1"/>
                  </a:moveTo>
                  <a:lnTo>
                    <a:pt x="1" y="1422"/>
                  </a:lnTo>
                  <a:lnTo>
                    <a:pt x="459" y="1880"/>
                  </a:lnTo>
                  <a:cubicBezTo>
                    <a:pt x="502" y="1923"/>
                    <a:pt x="559" y="1945"/>
                    <a:pt x="616" y="1945"/>
                  </a:cubicBezTo>
                  <a:cubicBezTo>
                    <a:pt x="673" y="1945"/>
                    <a:pt x="731" y="1923"/>
                    <a:pt x="774" y="1880"/>
                  </a:cubicBezTo>
                  <a:lnTo>
                    <a:pt x="1880" y="774"/>
                  </a:lnTo>
                  <a:cubicBezTo>
                    <a:pt x="1966" y="688"/>
                    <a:pt x="1966" y="545"/>
                    <a:pt x="1880" y="459"/>
                  </a:cubicBezTo>
                  <a:lnTo>
                    <a:pt x="1422" y="1"/>
                  </a:lnTo>
                  <a:close/>
                </a:path>
              </a:pathLst>
            </a:custGeom>
            <a:solidFill>
              <a:srgbClr val="93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6" name="Google Shape;11086;p64"/>
            <p:cNvSpPr/>
            <p:nvPr/>
          </p:nvSpPr>
          <p:spPr>
            <a:xfrm>
              <a:off x="1409203" y="2654379"/>
              <a:ext cx="84237" cy="77612"/>
            </a:xfrm>
            <a:custGeom>
              <a:avLst/>
              <a:gdLst/>
              <a:ahLst/>
              <a:cxnLst/>
              <a:rect l="l" t="t" r="r" b="b"/>
              <a:pathLst>
                <a:path w="3217" h="2964" extrusionOk="0">
                  <a:moveTo>
                    <a:pt x="2913" y="1"/>
                  </a:moveTo>
                  <a:cubicBezTo>
                    <a:pt x="2864" y="1"/>
                    <a:pt x="2813" y="20"/>
                    <a:pt x="2767" y="66"/>
                  </a:cubicBezTo>
                  <a:lnTo>
                    <a:pt x="0" y="2842"/>
                  </a:lnTo>
                  <a:cubicBezTo>
                    <a:pt x="81" y="2923"/>
                    <a:pt x="188" y="2964"/>
                    <a:pt x="296" y="2964"/>
                  </a:cubicBezTo>
                  <a:cubicBezTo>
                    <a:pt x="403" y="2964"/>
                    <a:pt x="510" y="2923"/>
                    <a:pt x="592" y="2842"/>
                  </a:cubicBezTo>
                  <a:lnTo>
                    <a:pt x="706" y="2728"/>
                  </a:lnTo>
                  <a:lnTo>
                    <a:pt x="3072" y="362"/>
                  </a:lnTo>
                  <a:lnTo>
                    <a:pt x="3062" y="362"/>
                  </a:lnTo>
                  <a:cubicBezTo>
                    <a:pt x="3217" y="215"/>
                    <a:pt x="3077" y="1"/>
                    <a:pt x="2913"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7" name="Google Shape;11087;p64"/>
            <p:cNvSpPr/>
            <p:nvPr/>
          </p:nvSpPr>
          <p:spPr>
            <a:xfrm>
              <a:off x="1428422" y="2665351"/>
              <a:ext cx="86987" cy="80152"/>
            </a:xfrm>
            <a:custGeom>
              <a:avLst/>
              <a:gdLst/>
              <a:ahLst/>
              <a:cxnLst/>
              <a:rect l="l" t="t" r="r" b="b"/>
              <a:pathLst>
                <a:path w="3322" h="3061" extrusionOk="0">
                  <a:moveTo>
                    <a:pt x="3021" y="0"/>
                  </a:moveTo>
                  <a:cubicBezTo>
                    <a:pt x="2972" y="0"/>
                    <a:pt x="2919" y="20"/>
                    <a:pt x="2872" y="67"/>
                  </a:cubicBezTo>
                  <a:lnTo>
                    <a:pt x="1" y="2929"/>
                  </a:lnTo>
                  <a:lnTo>
                    <a:pt x="10" y="2938"/>
                  </a:lnTo>
                  <a:cubicBezTo>
                    <a:pt x="91" y="3019"/>
                    <a:pt x="196" y="3060"/>
                    <a:pt x="301" y="3060"/>
                  </a:cubicBezTo>
                  <a:cubicBezTo>
                    <a:pt x="406" y="3060"/>
                    <a:pt x="511" y="3019"/>
                    <a:pt x="592" y="2938"/>
                  </a:cubicBezTo>
                  <a:lnTo>
                    <a:pt x="678" y="2853"/>
                  </a:lnTo>
                  <a:lnTo>
                    <a:pt x="3168" y="363"/>
                  </a:lnTo>
                  <a:cubicBezTo>
                    <a:pt x="3321" y="209"/>
                    <a:pt x="3184" y="0"/>
                    <a:pt x="3021"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8" name="Google Shape;11088;p64"/>
            <p:cNvSpPr/>
            <p:nvPr/>
          </p:nvSpPr>
          <p:spPr>
            <a:xfrm>
              <a:off x="1447171" y="2687084"/>
              <a:ext cx="78974" cy="72218"/>
            </a:xfrm>
            <a:custGeom>
              <a:avLst/>
              <a:gdLst/>
              <a:ahLst/>
              <a:cxnLst/>
              <a:rect l="l" t="t" r="r" b="b"/>
              <a:pathLst>
                <a:path w="3016" h="2758" extrusionOk="0">
                  <a:moveTo>
                    <a:pt x="2716" y="0"/>
                  </a:moveTo>
                  <a:cubicBezTo>
                    <a:pt x="2666" y="0"/>
                    <a:pt x="2613" y="20"/>
                    <a:pt x="2566" y="67"/>
                  </a:cubicBezTo>
                  <a:lnTo>
                    <a:pt x="0" y="2633"/>
                  </a:lnTo>
                  <a:lnTo>
                    <a:pt x="10" y="2643"/>
                  </a:lnTo>
                  <a:cubicBezTo>
                    <a:pt x="91" y="2719"/>
                    <a:pt x="196" y="2757"/>
                    <a:pt x="299" y="2757"/>
                  </a:cubicBezTo>
                  <a:cubicBezTo>
                    <a:pt x="403" y="2757"/>
                    <a:pt x="506" y="2719"/>
                    <a:pt x="582" y="2643"/>
                  </a:cubicBezTo>
                  <a:lnTo>
                    <a:pt x="754" y="2471"/>
                  </a:lnTo>
                  <a:lnTo>
                    <a:pt x="2862" y="363"/>
                  </a:lnTo>
                  <a:cubicBezTo>
                    <a:pt x="3015" y="209"/>
                    <a:pt x="2878" y="0"/>
                    <a:pt x="2716"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9" name="Google Shape;11089;p64"/>
            <p:cNvSpPr/>
            <p:nvPr/>
          </p:nvSpPr>
          <p:spPr>
            <a:xfrm>
              <a:off x="1482756" y="2624502"/>
              <a:ext cx="64101" cy="60095"/>
            </a:xfrm>
            <a:custGeom>
              <a:avLst/>
              <a:gdLst/>
              <a:ahLst/>
              <a:cxnLst/>
              <a:rect l="l" t="t" r="r" b="b"/>
              <a:pathLst>
                <a:path w="2448" h="2295" extrusionOk="0">
                  <a:moveTo>
                    <a:pt x="309" y="1"/>
                  </a:moveTo>
                  <a:cubicBezTo>
                    <a:pt x="144" y="1"/>
                    <a:pt x="1" y="213"/>
                    <a:pt x="148" y="368"/>
                  </a:cubicBezTo>
                  <a:lnTo>
                    <a:pt x="2028" y="2237"/>
                  </a:lnTo>
                  <a:cubicBezTo>
                    <a:pt x="2066" y="2276"/>
                    <a:pt x="2114" y="2295"/>
                    <a:pt x="2171" y="2295"/>
                  </a:cubicBezTo>
                  <a:cubicBezTo>
                    <a:pt x="2362" y="2295"/>
                    <a:pt x="2448" y="2066"/>
                    <a:pt x="2324" y="1942"/>
                  </a:cubicBezTo>
                  <a:lnTo>
                    <a:pt x="454" y="62"/>
                  </a:lnTo>
                  <a:cubicBezTo>
                    <a:pt x="408" y="19"/>
                    <a:pt x="358" y="1"/>
                    <a:pt x="309" y="1"/>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0" name="Google Shape;11090;p64"/>
            <p:cNvSpPr/>
            <p:nvPr/>
          </p:nvSpPr>
          <p:spPr>
            <a:xfrm>
              <a:off x="1359739" y="2560166"/>
              <a:ext cx="212360" cy="201363"/>
            </a:xfrm>
            <a:custGeom>
              <a:avLst/>
              <a:gdLst/>
              <a:ahLst/>
              <a:cxnLst/>
              <a:rect l="l" t="t" r="r" b="b"/>
              <a:pathLst>
                <a:path w="8110" h="7690" extrusionOk="0">
                  <a:moveTo>
                    <a:pt x="2042" y="1"/>
                  </a:moveTo>
                  <a:lnTo>
                    <a:pt x="0" y="2033"/>
                  </a:lnTo>
                  <a:lnTo>
                    <a:pt x="1021" y="3054"/>
                  </a:lnTo>
                  <a:cubicBezTo>
                    <a:pt x="1059" y="3092"/>
                    <a:pt x="1088" y="3130"/>
                    <a:pt x="1107" y="3178"/>
                  </a:cubicBezTo>
                  <a:cubicBezTo>
                    <a:pt x="1135" y="3225"/>
                    <a:pt x="1145" y="3283"/>
                    <a:pt x="1145" y="3330"/>
                  </a:cubicBezTo>
                  <a:cubicBezTo>
                    <a:pt x="1164" y="3540"/>
                    <a:pt x="1259" y="3740"/>
                    <a:pt x="1403" y="3893"/>
                  </a:cubicBezTo>
                  <a:lnTo>
                    <a:pt x="5095" y="7575"/>
                  </a:lnTo>
                  <a:cubicBezTo>
                    <a:pt x="5166" y="7652"/>
                    <a:pt x="5264" y="7690"/>
                    <a:pt x="5363" y="7690"/>
                  </a:cubicBezTo>
                  <a:cubicBezTo>
                    <a:pt x="5462" y="7690"/>
                    <a:pt x="5562" y="7652"/>
                    <a:pt x="5638" y="7575"/>
                  </a:cubicBezTo>
                  <a:lnTo>
                    <a:pt x="5715" y="7499"/>
                  </a:lnTo>
                  <a:cubicBezTo>
                    <a:pt x="5848" y="7366"/>
                    <a:pt x="5867" y="7165"/>
                    <a:pt x="5762" y="7013"/>
                  </a:cubicBezTo>
                  <a:cubicBezTo>
                    <a:pt x="5743" y="6994"/>
                    <a:pt x="5734" y="6974"/>
                    <a:pt x="5715" y="6955"/>
                  </a:cubicBezTo>
                  <a:lnTo>
                    <a:pt x="5715" y="6955"/>
                  </a:lnTo>
                  <a:lnTo>
                    <a:pt x="5886" y="7127"/>
                  </a:lnTo>
                  <a:cubicBezTo>
                    <a:pt x="5963" y="7203"/>
                    <a:pt x="6065" y="7242"/>
                    <a:pt x="6169" y="7242"/>
                  </a:cubicBezTo>
                  <a:cubicBezTo>
                    <a:pt x="6273" y="7242"/>
                    <a:pt x="6378" y="7203"/>
                    <a:pt x="6459" y="7127"/>
                  </a:cubicBezTo>
                  <a:lnTo>
                    <a:pt x="6506" y="7070"/>
                  </a:lnTo>
                  <a:cubicBezTo>
                    <a:pt x="6650" y="6936"/>
                    <a:pt x="6669" y="6717"/>
                    <a:pt x="6554" y="6564"/>
                  </a:cubicBezTo>
                  <a:cubicBezTo>
                    <a:pt x="6551" y="6557"/>
                    <a:pt x="6546" y="6549"/>
                    <a:pt x="6540" y="6541"/>
                  </a:cubicBezTo>
                  <a:lnTo>
                    <a:pt x="6540" y="6541"/>
                  </a:lnTo>
                  <a:lnTo>
                    <a:pt x="6592" y="6593"/>
                  </a:lnTo>
                  <a:cubicBezTo>
                    <a:pt x="6673" y="6669"/>
                    <a:pt x="6778" y="6707"/>
                    <a:pt x="6883" y="6707"/>
                  </a:cubicBezTo>
                  <a:cubicBezTo>
                    <a:pt x="6988" y="6707"/>
                    <a:pt x="7093" y="6669"/>
                    <a:pt x="7174" y="6593"/>
                  </a:cubicBezTo>
                  <a:lnTo>
                    <a:pt x="7212" y="6545"/>
                  </a:lnTo>
                  <a:cubicBezTo>
                    <a:pt x="7355" y="6402"/>
                    <a:pt x="7375" y="6173"/>
                    <a:pt x="7260" y="6011"/>
                  </a:cubicBezTo>
                  <a:lnTo>
                    <a:pt x="7260" y="6011"/>
                  </a:lnTo>
                  <a:lnTo>
                    <a:pt x="7327" y="6078"/>
                  </a:lnTo>
                  <a:cubicBezTo>
                    <a:pt x="7408" y="6159"/>
                    <a:pt x="7513" y="6199"/>
                    <a:pt x="7618" y="6199"/>
                  </a:cubicBezTo>
                  <a:cubicBezTo>
                    <a:pt x="7723" y="6199"/>
                    <a:pt x="7828" y="6159"/>
                    <a:pt x="7909" y="6078"/>
                  </a:cubicBezTo>
                  <a:lnTo>
                    <a:pt x="7947" y="6040"/>
                  </a:lnTo>
                  <a:cubicBezTo>
                    <a:pt x="8109" y="5877"/>
                    <a:pt x="8109" y="5620"/>
                    <a:pt x="7947" y="5458"/>
                  </a:cubicBezTo>
                  <a:lnTo>
                    <a:pt x="4808" y="2319"/>
                  </a:lnTo>
                  <a:lnTo>
                    <a:pt x="5953" y="1861"/>
                  </a:lnTo>
                  <a:cubicBezTo>
                    <a:pt x="6201" y="1718"/>
                    <a:pt x="6316" y="1422"/>
                    <a:pt x="6239" y="1146"/>
                  </a:cubicBezTo>
                  <a:cubicBezTo>
                    <a:pt x="6239" y="1146"/>
                    <a:pt x="6085" y="905"/>
                    <a:pt x="5987" y="905"/>
                  </a:cubicBezTo>
                  <a:cubicBezTo>
                    <a:pt x="5982" y="905"/>
                    <a:pt x="5977" y="906"/>
                    <a:pt x="5972" y="907"/>
                  </a:cubicBezTo>
                  <a:cubicBezTo>
                    <a:pt x="5514" y="1050"/>
                    <a:pt x="4417" y="1136"/>
                    <a:pt x="3759" y="1174"/>
                  </a:cubicBezTo>
                  <a:cubicBezTo>
                    <a:pt x="3744" y="1175"/>
                    <a:pt x="3728" y="1175"/>
                    <a:pt x="3713" y="1175"/>
                  </a:cubicBezTo>
                  <a:cubicBezTo>
                    <a:pt x="3453" y="1175"/>
                    <a:pt x="3203" y="1098"/>
                    <a:pt x="3005" y="945"/>
                  </a:cubicBezTo>
                  <a:cubicBezTo>
                    <a:pt x="2958" y="907"/>
                    <a:pt x="2910" y="869"/>
                    <a:pt x="2862" y="821"/>
                  </a:cubicBezTo>
                  <a:lnTo>
                    <a:pt x="2042" y="1"/>
                  </a:ln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1" name="Google Shape;11091;p64"/>
            <p:cNvSpPr/>
            <p:nvPr/>
          </p:nvSpPr>
          <p:spPr>
            <a:xfrm>
              <a:off x="1359739" y="2603633"/>
              <a:ext cx="152397" cy="157974"/>
            </a:xfrm>
            <a:custGeom>
              <a:avLst/>
              <a:gdLst/>
              <a:ahLst/>
              <a:cxnLst/>
              <a:rect l="l" t="t" r="r" b="b"/>
              <a:pathLst>
                <a:path w="5820" h="6033" extrusionOk="0">
                  <a:moveTo>
                    <a:pt x="372" y="1"/>
                  </a:moveTo>
                  <a:lnTo>
                    <a:pt x="0" y="373"/>
                  </a:lnTo>
                  <a:lnTo>
                    <a:pt x="1030" y="1394"/>
                  </a:lnTo>
                  <a:cubicBezTo>
                    <a:pt x="1097" y="1470"/>
                    <a:pt x="1135" y="1565"/>
                    <a:pt x="1145" y="1670"/>
                  </a:cubicBezTo>
                  <a:cubicBezTo>
                    <a:pt x="1164" y="1880"/>
                    <a:pt x="1250" y="2080"/>
                    <a:pt x="1403" y="2233"/>
                  </a:cubicBezTo>
                  <a:lnTo>
                    <a:pt x="5085" y="5925"/>
                  </a:lnTo>
                  <a:cubicBezTo>
                    <a:pt x="5161" y="5997"/>
                    <a:pt x="5261" y="6032"/>
                    <a:pt x="5362" y="6032"/>
                  </a:cubicBezTo>
                  <a:cubicBezTo>
                    <a:pt x="5462" y="6032"/>
                    <a:pt x="5562" y="5997"/>
                    <a:pt x="5638" y="5925"/>
                  </a:cubicBezTo>
                  <a:lnTo>
                    <a:pt x="5715" y="5839"/>
                  </a:lnTo>
                  <a:cubicBezTo>
                    <a:pt x="5762" y="5791"/>
                    <a:pt x="5800" y="5725"/>
                    <a:pt x="5820" y="5658"/>
                  </a:cubicBezTo>
                  <a:lnTo>
                    <a:pt x="5820" y="5658"/>
                  </a:lnTo>
                  <a:cubicBezTo>
                    <a:pt x="5790" y="5664"/>
                    <a:pt x="5761" y="5667"/>
                    <a:pt x="5733" y="5667"/>
                  </a:cubicBezTo>
                  <a:cubicBezTo>
                    <a:pt x="5630" y="5667"/>
                    <a:pt x="5532" y="5628"/>
                    <a:pt x="5457" y="5553"/>
                  </a:cubicBezTo>
                  <a:lnTo>
                    <a:pt x="1775" y="1871"/>
                  </a:lnTo>
                  <a:cubicBezTo>
                    <a:pt x="1622" y="1718"/>
                    <a:pt x="1527" y="1518"/>
                    <a:pt x="1517" y="1298"/>
                  </a:cubicBezTo>
                  <a:cubicBezTo>
                    <a:pt x="1507" y="1193"/>
                    <a:pt x="1469" y="1098"/>
                    <a:pt x="1393" y="1031"/>
                  </a:cubicBezTo>
                  <a:lnTo>
                    <a:pt x="372" y="1"/>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2" name="Google Shape;11092;p64"/>
            <p:cNvSpPr/>
            <p:nvPr/>
          </p:nvSpPr>
          <p:spPr>
            <a:xfrm>
              <a:off x="1359739" y="2560166"/>
              <a:ext cx="78450" cy="78215"/>
            </a:xfrm>
            <a:custGeom>
              <a:avLst/>
              <a:gdLst/>
              <a:ahLst/>
              <a:cxnLst/>
              <a:rect l="l" t="t" r="r" b="b"/>
              <a:pathLst>
                <a:path w="2996" h="2987" extrusionOk="0">
                  <a:moveTo>
                    <a:pt x="2032" y="1"/>
                  </a:moveTo>
                  <a:lnTo>
                    <a:pt x="0" y="2033"/>
                  </a:lnTo>
                  <a:lnTo>
                    <a:pt x="954" y="2987"/>
                  </a:lnTo>
                  <a:lnTo>
                    <a:pt x="2996" y="945"/>
                  </a:lnTo>
                  <a:cubicBezTo>
                    <a:pt x="2948" y="907"/>
                    <a:pt x="2910" y="869"/>
                    <a:pt x="2862" y="831"/>
                  </a:cubicBezTo>
                  <a:lnTo>
                    <a:pt x="2032" y="1"/>
                  </a:ln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3" name="Google Shape;11093;p64"/>
            <p:cNvSpPr/>
            <p:nvPr/>
          </p:nvSpPr>
          <p:spPr>
            <a:xfrm>
              <a:off x="1344997" y="2545188"/>
              <a:ext cx="83216" cy="82640"/>
            </a:xfrm>
            <a:custGeom>
              <a:avLst/>
              <a:gdLst/>
              <a:ahLst/>
              <a:cxnLst/>
              <a:rect l="l" t="t" r="r" b="b"/>
              <a:pathLst>
                <a:path w="3178" h="3156" extrusionOk="0">
                  <a:moveTo>
                    <a:pt x="2347" y="0"/>
                  </a:moveTo>
                  <a:lnTo>
                    <a:pt x="0" y="2347"/>
                  </a:lnTo>
                  <a:lnTo>
                    <a:pt x="744" y="3091"/>
                  </a:lnTo>
                  <a:cubicBezTo>
                    <a:pt x="787" y="3134"/>
                    <a:pt x="845" y="3156"/>
                    <a:pt x="902" y="3156"/>
                  </a:cubicBezTo>
                  <a:cubicBezTo>
                    <a:pt x="959" y="3156"/>
                    <a:pt x="1016" y="3134"/>
                    <a:pt x="1059" y="3091"/>
                  </a:cubicBezTo>
                  <a:lnTo>
                    <a:pt x="3091" y="1069"/>
                  </a:lnTo>
                  <a:cubicBezTo>
                    <a:pt x="3177" y="983"/>
                    <a:pt x="3177" y="840"/>
                    <a:pt x="3091" y="745"/>
                  </a:cubicBezTo>
                  <a:lnTo>
                    <a:pt x="2347"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4" name="Google Shape;11094;p64"/>
            <p:cNvSpPr/>
            <p:nvPr/>
          </p:nvSpPr>
          <p:spPr>
            <a:xfrm>
              <a:off x="1344735" y="2593892"/>
              <a:ext cx="36764" cy="33936"/>
            </a:xfrm>
            <a:custGeom>
              <a:avLst/>
              <a:gdLst/>
              <a:ahLst/>
              <a:cxnLst/>
              <a:rect l="l" t="t" r="r" b="b"/>
              <a:pathLst>
                <a:path w="1404" h="1296" extrusionOk="0">
                  <a:moveTo>
                    <a:pt x="497" y="1"/>
                  </a:moveTo>
                  <a:lnTo>
                    <a:pt x="1" y="487"/>
                  </a:lnTo>
                  <a:lnTo>
                    <a:pt x="754" y="1231"/>
                  </a:lnTo>
                  <a:cubicBezTo>
                    <a:pt x="797" y="1274"/>
                    <a:pt x="852" y="1296"/>
                    <a:pt x="908" y="1296"/>
                  </a:cubicBezTo>
                  <a:cubicBezTo>
                    <a:pt x="964" y="1296"/>
                    <a:pt x="1022" y="1274"/>
                    <a:pt x="1069" y="1231"/>
                  </a:cubicBezTo>
                  <a:lnTo>
                    <a:pt x="1403" y="907"/>
                  </a:lnTo>
                  <a:lnTo>
                    <a:pt x="497" y="1"/>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5" name="Google Shape;11095;p64"/>
            <p:cNvSpPr/>
            <p:nvPr/>
          </p:nvSpPr>
          <p:spPr>
            <a:xfrm>
              <a:off x="1308024" y="2509026"/>
              <a:ext cx="101205" cy="100079"/>
            </a:xfrm>
            <a:custGeom>
              <a:avLst/>
              <a:gdLst/>
              <a:ahLst/>
              <a:cxnLst/>
              <a:rect l="l" t="t" r="r" b="b"/>
              <a:pathLst>
                <a:path w="3865" h="3822" extrusionOk="0">
                  <a:moveTo>
                    <a:pt x="2514" y="1"/>
                  </a:moveTo>
                  <a:cubicBezTo>
                    <a:pt x="2457" y="1"/>
                    <a:pt x="2400" y="22"/>
                    <a:pt x="2357" y="65"/>
                  </a:cubicBezTo>
                  <a:lnTo>
                    <a:pt x="96" y="2326"/>
                  </a:lnTo>
                  <a:cubicBezTo>
                    <a:pt x="0" y="2421"/>
                    <a:pt x="0" y="2555"/>
                    <a:pt x="96" y="2650"/>
                  </a:cubicBezTo>
                  <a:lnTo>
                    <a:pt x="1202" y="3757"/>
                  </a:lnTo>
                  <a:cubicBezTo>
                    <a:pt x="1245" y="3800"/>
                    <a:pt x="1300" y="3821"/>
                    <a:pt x="1356" y="3821"/>
                  </a:cubicBezTo>
                  <a:cubicBezTo>
                    <a:pt x="1412" y="3821"/>
                    <a:pt x="1470" y="3800"/>
                    <a:pt x="1517" y="3757"/>
                  </a:cubicBezTo>
                  <a:lnTo>
                    <a:pt x="3778" y="1486"/>
                  </a:lnTo>
                  <a:cubicBezTo>
                    <a:pt x="3864" y="1400"/>
                    <a:pt x="3864" y="1257"/>
                    <a:pt x="3778" y="1172"/>
                  </a:cubicBezTo>
                  <a:lnTo>
                    <a:pt x="2672" y="65"/>
                  </a:lnTo>
                  <a:cubicBezTo>
                    <a:pt x="2629" y="22"/>
                    <a:pt x="2571" y="1"/>
                    <a:pt x="2514" y="1"/>
                  </a:cubicBezTo>
                  <a:close/>
                </a:path>
              </a:pathLst>
            </a:custGeom>
            <a:solidFill>
              <a:srgbClr val="9DAB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6" name="Google Shape;11096;p64"/>
            <p:cNvSpPr/>
            <p:nvPr/>
          </p:nvSpPr>
          <p:spPr>
            <a:xfrm>
              <a:off x="1308024" y="2558437"/>
              <a:ext cx="51480" cy="50668"/>
            </a:xfrm>
            <a:custGeom>
              <a:avLst/>
              <a:gdLst/>
              <a:ahLst/>
              <a:cxnLst/>
              <a:rect l="l" t="t" r="r" b="b"/>
              <a:pathLst>
                <a:path w="1966" h="1935" extrusionOk="0">
                  <a:moveTo>
                    <a:pt x="535" y="0"/>
                  </a:moveTo>
                  <a:lnTo>
                    <a:pt x="86" y="448"/>
                  </a:lnTo>
                  <a:cubicBezTo>
                    <a:pt x="0" y="534"/>
                    <a:pt x="0" y="677"/>
                    <a:pt x="86" y="763"/>
                  </a:cubicBezTo>
                  <a:lnTo>
                    <a:pt x="1193" y="1870"/>
                  </a:lnTo>
                  <a:cubicBezTo>
                    <a:pt x="1236" y="1913"/>
                    <a:pt x="1293" y="1934"/>
                    <a:pt x="1350" y="1934"/>
                  </a:cubicBezTo>
                  <a:cubicBezTo>
                    <a:pt x="1408" y="1934"/>
                    <a:pt x="1465" y="1913"/>
                    <a:pt x="1508" y="1870"/>
                  </a:cubicBezTo>
                  <a:lnTo>
                    <a:pt x="1966" y="1421"/>
                  </a:lnTo>
                  <a:lnTo>
                    <a:pt x="535" y="0"/>
                  </a:ln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7" name="Google Shape;11097;p64"/>
            <p:cNvSpPr/>
            <p:nvPr/>
          </p:nvSpPr>
          <p:spPr>
            <a:xfrm>
              <a:off x="1482625" y="2645110"/>
              <a:ext cx="84211" cy="77403"/>
            </a:xfrm>
            <a:custGeom>
              <a:avLst/>
              <a:gdLst/>
              <a:ahLst/>
              <a:cxnLst/>
              <a:rect l="l" t="t" r="r" b="b"/>
              <a:pathLst>
                <a:path w="3216" h="2956" extrusionOk="0">
                  <a:moveTo>
                    <a:pt x="300" y="0"/>
                  </a:moveTo>
                  <a:cubicBezTo>
                    <a:pt x="137" y="0"/>
                    <a:pt x="0" y="210"/>
                    <a:pt x="153" y="363"/>
                  </a:cubicBezTo>
                  <a:lnTo>
                    <a:pt x="2519" y="2729"/>
                  </a:lnTo>
                  <a:lnTo>
                    <a:pt x="2634" y="2834"/>
                  </a:lnTo>
                  <a:cubicBezTo>
                    <a:pt x="2715" y="2915"/>
                    <a:pt x="2820" y="2955"/>
                    <a:pt x="2925" y="2955"/>
                  </a:cubicBezTo>
                  <a:cubicBezTo>
                    <a:pt x="3030" y="2955"/>
                    <a:pt x="3135" y="2915"/>
                    <a:pt x="3216" y="2834"/>
                  </a:cubicBezTo>
                  <a:lnTo>
                    <a:pt x="449" y="67"/>
                  </a:lnTo>
                  <a:cubicBezTo>
                    <a:pt x="402" y="20"/>
                    <a:pt x="350" y="0"/>
                    <a:pt x="300"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8" name="Google Shape;11098;p64"/>
            <p:cNvSpPr/>
            <p:nvPr/>
          </p:nvSpPr>
          <p:spPr>
            <a:xfrm>
              <a:off x="1460630" y="2655610"/>
              <a:ext cx="86987" cy="80205"/>
            </a:xfrm>
            <a:custGeom>
              <a:avLst/>
              <a:gdLst/>
              <a:ahLst/>
              <a:cxnLst/>
              <a:rect l="l" t="t" r="r" b="b"/>
              <a:pathLst>
                <a:path w="3322" h="3063" extrusionOk="0">
                  <a:moveTo>
                    <a:pt x="300" y="0"/>
                  </a:moveTo>
                  <a:cubicBezTo>
                    <a:pt x="138" y="0"/>
                    <a:pt x="1" y="209"/>
                    <a:pt x="154" y="363"/>
                  </a:cubicBezTo>
                  <a:lnTo>
                    <a:pt x="2653" y="2862"/>
                  </a:lnTo>
                  <a:lnTo>
                    <a:pt x="2739" y="2948"/>
                  </a:lnTo>
                  <a:cubicBezTo>
                    <a:pt x="2820" y="3024"/>
                    <a:pt x="2925" y="3062"/>
                    <a:pt x="3030" y="3062"/>
                  </a:cubicBezTo>
                  <a:cubicBezTo>
                    <a:pt x="3135" y="3062"/>
                    <a:pt x="3240" y="3024"/>
                    <a:pt x="3321" y="2948"/>
                  </a:cubicBezTo>
                  <a:lnTo>
                    <a:pt x="450" y="67"/>
                  </a:lnTo>
                  <a:cubicBezTo>
                    <a:pt x="403" y="20"/>
                    <a:pt x="350" y="0"/>
                    <a:pt x="300"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9" name="Google Shape;11099;p64"/>
            <p:cNvSpPr/>
            <p:nvPr/>
          </p:nvSpPr>
          <p:spPr>
            <a:xfrm>
              <a:off x="1449894" y="2677841"/>
              <a:ext cx="78974" cy="72140"/>
            </a:xfrm>
            <a:custGeom>
              <a:avLst/>
              <a:gdLst/>
              <a:ahLst/>
              <a:cxnLst/>
              <a:rect l="l" t="t" r="r" b="b"/>
              <a:pathLst>
                <a:path w="3016" h="2755" extrusionOk="0">
                  <a:moveTo>
                    <a:pt x="300" y="0"/>
                  </a:moveTo>
                  <a:cubicBezTo>
                    <a:pt x="138" y="0"/>
                    <a:pt x="0" y="209"/>
                    <a:pt x="154" y="363"/>
                  </a:cubicBezTo>
                  <a:lnTo>
                    <a:pt x="2272" y="2461"/>
                  </a:lnTo>
                  <a:lnTo>
                    <a:pt x="2443" y="2633"/>
                  </a:lnTo>
                  <a:cubicBezTo>
                    <a:pt x="2520" y="2714"/>
                    <a:pt x="2622" y="2755"/>
                    <a:pt x="2725" y="2755"/>
                  </a:cubicBezTo>
                  <a:cubicBezTo>
                    <a:pt x="2827" y="2755"/>
                    <a:pt x="2930" y="2714"/>
                    <a:pt x="3006" y="2633"/>
                  </a:cubicBezTo>
                  <a:lnTo>
                    <a:pt x="3016" y="2633"/>
                  </a:lnTo>
                  <a:lnTo>
                    <a:pt x="449" y="67"/>
                  </a:lnTo>
                  <a:cubicBezTo>
                    <a:pt x="402" y="20"/>
                    <a:pt x="350" y="0"/>
                    <a:pt x="300"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0" name="Google Shape;11100;p64"/>
            <p:cNvSpPr/>
            <p:nvPr/>
          </p:nvSpPr>
          <p:spPr>
            <a:xfrm>
              <a:off x="1478383" y="2413975"/>
              <a:ext cx="97199" cy="94764"/>
            </a:xfrm>
            <a:custGeom>
              <a:avLst/>
              <a:gdLst/>
              <a:ahLst/>
              <a:cxnLst/>
              <a:rect l="l" t="t" r="r" b="b"/>
              <a:pathLst>
                <a:path w="3712" h="3619" extrusionOk="0">
                  <a:moveTo>
                    <a:pt x="1842" y="0"/>
                  </a:moveTo>
                  <a:cubicBezTo>
                    <a:pt x="1375" y="0"/>
                    <a:pt x="910" y="195"/>
                    <a:pt x="583" y="575"/>
                  </a:cubicBezTo>
                  <a:cubicBezTo>
                    <a:pt x="544" y="614"/>
                    <a:pt x="506" y="661"/>
                    <a:pt x="478" y="699"/>
                  </a:cubicBezTo>
                  <a:cubicBezTo>
                    <a:pt x="29" y="1272"/>
                    <a:pt x="1" y="2054"/>
                    <a:pt x="411" y="2655"/>
                  </a:cubicBezTo>
                  <a:cubicBezTo>
                    <a:pt x="420" y="2684"/>
                    <a:pt x="449" y="2712"/>
                    <a:pt x="478" y="2750"/>
                  </a:cubicBezTo>
                  <a:cubicBezTo>
                    <a:pt x="506" y="2789"/>
                    <a:pt x="535" y="2827"/>
                    <a:pt x="564" y="2855"/>
                  </a:cubicBezTo>
                  <a:cubicBezTo>
                    <a:pt x="885" y="3205"/>
                    <a:pt x="1334" y="3400"/>
                    <a:pt x="1796" y="3400"/>
                  </a:cubicBezTo>
                  <a:cubicBezTo>
                    <a:pt x="1951" y="3400"/>
                    <a:pt x="2108" y="3378"/>
                    <a:pt x="2262" y="3332"/>
                  </a:cubicBezTo>
                  <a:lnTo>
                    <a:pt x="2815" y="3599"/>
                  </a:lnTo>
                  <a:cubicBezTo>
                    <a:pt x="2845" y="3613"/>
                    <a:pt x="2876" y="3619"/>
                    <a:pt x="2907" y="3619"/>
                  </a:cubicBezTo>
                  <a:cubicBezTo>
                    <a:pt x="3029" y="3619"/>
                    <a:pt x="3139" y="3520"/>
                    <a:pt x="3139" y="3390"/>
                  </a:cubicBezTo>
                  <a:lnTo>
                    <a:pt x="3111" y="2770"/>
                  </a:lnTo>
                  <a:cubicBezTo>
                    <a:pt x="3712" y="2073"/>
                    <a:pt x="3635" y="1014"/>
                    <a:pt x="2939" y="413"/>
                  </a:cubicBezTo>
                  <a:cubicBezTo>
                    <a:pt x="2622" y="136"/>
                    <a:pt x="2231" y="0"/>
                    <a:pt x="184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1" name="Google Shape;11101;p64"/>
            <p:cNvSpPr/>
            <p:nvPr/>
          </p:nvSpPr>
          <p:spPr>
            <a:xfrm>
              <a:off x="1394199" y="2415755"/>
              <a:ext cx="112334" cy="92983"/>
            </a:xfrm>
            <a:custGeom>
              <a:avLst/>
              <a:gdLst/>
              <a:ahLst/>
              <a:cxnLst/>
              <a:rect l="l" t="t" r="r" b="b"/>
              <a:pathLst>
                <a:path w="4290" h="3551" extrusionOk="0">
                  <a:moveTo>
                    <a:pt x="2165" y="0"/>
                  </a:moveTo>
                  <a:cubicBezTo>
                    <a:pt x="2140" y="0"/>
                    <a:pt x="2115" y="1"/>
                    <a:pt x="2090" y="2"/>
                  </a:cubicBezTo>
                  <a:cubicBezTo>
                    <a:pt x="735" y="49"/>
                    <a:pt x="1" y="1633"/>
                    <a:pt x="850" y="2702"/>
                  </a:cubicBezTo>
                  <a:lnTo>
                    <a:pt x="821" y="3322"/>
                  </a:lnTo>
                  <a:cubicBezTo>
                    <a:pt x="813" y="3452"/>
                    <a:pt x="922" y="3551"/>
                    <a:pt x="1044" y="3551"/>
                  </a:cubicBezTo>
                  <a:cubicBezTo>
                    <a:pt x="1075" y="3551"/>
                    <a:pt x="1106" y="3545"/>
                    <a:pt x="1136" y="3531"/>
                  </a:cubicBezTo>
                  <a:lnTo>
                    <a:pt x="1699" y="3264"/>
                  </a:lnTo>
                  <a:cubicBezTo>
                    <a:pt x="1853" y="3309"/>
                    <a:pt x="2009" y="3330"/>
                    <a:pt x="2164" y="3330"/>
                  </a:cubicBezTo>
                  <a:cubicBezTo>
                    <a:pt x="2711" y="3330"/>
                    <a:pt x="3237" y="3063"/>
                    <a:pt x="3550" y="2587"/>
                  </a:cubicBezTo>
                  <a:cubicBezTo>
                    <a:pt x="4289" y="1473"/>
                    <a:pt x="3485" y="0"/>
                    <a:pt x="2165"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2" name="Google Shape;11102;p64"/>
            <p:cNvSpPr/>
            <p:nvPr/>
          </p:nvSpPr>
          <p:spPr>
            <a:xfrm>
              <a:off x="1429679" y="2455373"/>
              <a:ext cx="11024" cy="11888"/>
            </a:xfrm>
            <a:custGeom>
              <a:avLst/>
              <a:gdLst/>
              <a:ahLst/>
              <a:cxnLst/>
              <a:rect l="l" t="t" r="r" b="b"/>
              <a:pathLst>
                <a:path w="421" h="454" extrusionOk="0">
                  <a:moveTo>
                    <a:pt x="210" y="1"/>
                  </a:moveTo>
                  <a:cubicBezTo>
                    <a:pt x="105" y="1"/>
                    <a:pt x="0" y="72"/>
                    <a:pt x="0" y="215"/>
                  </a:cubicBezTo>
                  <a:lnTo>
                    <a:pt x="0" y="244"/>
                  </a:lnTo>
                  <a:cubicBezTo>
                    <a:pt x="0" y="359"/>
                    <a:pt x="96" y="454"/>
                    <a:pt x="210" y="454"/>
                  </a:cubicBezTo>
                  <a:cubicBezTo>
                    <a:pt x="325" y="454"/>
                    <a:pt x="420" y="359"/>
                    <a:pt x="420" y="244"/>
                  </a:cubicBezTo>
                  <a:lnTo>
                    <a:pt x="420" y="215"/>
                  </a:lnTo>
                  <a:cubicBezTo>
                    <a:pt x="420" y="72"/>
                    <a:pt x="315" y="1"/>
                    <a:pt x="210"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3" name="Google Shape;11103;p64"/>
            <p:cNvSpPr/>
            <p:nvPr/>
          </p:nvSpPr>
          <p:spPr>
            <a:xfrm>
              <a:off x="1445155" y="2455373"/>
              <a:ext cx="11024" cy="11888"/>
            </a:xfrm>
            <a:custGeom>
              <a:avLst/>
              <a:gdLst/>
              <a:ahLst/>
              <a:cxnLst/>
              <a:rect l="l" t="t" r="r" b="b"/>
              <a:pathLst>
                <a:path w="421" h="454" extrusionOk="0">
                  <a:moveTo>
                    <a:pt x="211" y="1"/>
                  </a:moveTo>
                  <a:cubicBezTo>
                    <a:pt x="106" y="1"/>
                    <a:pt x="1" y="72"/>
                    <a:pt x="1" y="215"/>
                  </a:cubicBezTo>
                  <a:lnTo>
                    <a:pt x="1" y="244"/>
                  </a:lnTo>
                  <a:cubicBezTo>
                    <a:pt x="1" y="359"/>
                    <a:pt x="96" y="454"/>
                    <a:pt x="211" y="454"/>
                  </a:cubicBezTo>
                  <a:cubicBezTo>
                    <a:pt x="325" y="454"/>
                    <a:pt x="421" y="359"/>
                    <a:pt x="421" y="244"/>
                  </a:cubicBezTo>
                  <a:lnTo>
                    <a:pt x="421" y="215"/>
                  </a:lnTo>
                  <a:cubicBezTo>
                    <a:pt x="421" y="72"/>
                    <a:pt x="316" y="1"/>
                    <a:pt x="21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4" name="Google Shape;11104;p64"/>
            <p:cNvSpPr/>
            <p:nvPr/>
          </p:nvSpPr>
          <p:spPr>
            <a:xfrm>
              <a:off x="1460787" y="2455373"/>
              <a:ext cx="11129" cy="11888"/>
            </a:xfrm>
            <a:custGeom>
              <a:avLst/>
              <a:gdLst/>
              <a:ahLst/>
              <a:cxnLst/>
              <a:rect l="l" t="t" r="r" b="b"/>
              <a:pathLst>
                <a:path w="425" h="454" extrusionOk="0">
                  <a:moveTo>
                    <a:pt x="208" y="1"/>
                  </a:moveTo>
                  <a:cubicBezTo>
                    <a:pt x="103" y="1"/>
                    <a:pt x="0" y="72"/>
                    <a:pt x="5" y="215"/>
                  </a:cubicBezTo>
                  <a:lnTo>
                    <a:pt x="5" y="244"/>
                  </a:lnTo>
                  <a:cubicBezTo>
                    <a:pt x="5" y="359"/>
                    <a:pt x="91" y="454"/>
                    <a:pt x="215" y="454"/>
                  </a:cubicBezTo>
                  <a:cubicBezTo>
                    <a:pt x="329" y="454"/>
                    <a:pt x="425" y="359"/>
                    <a:pt x="425" y="244"/>
                  </a:cubicBezTo>
                  <a:lnTo>
                    <a:pt x="425" y="215"/>
                  </a:lnTo>
                  <a:cubicBezTo>
                    <a:pt x="420" y="72"/>
                    <a:pt x="313" y="1"/>
                    <a:pt x="20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5" name="Google Shape;11105;p64"/>
            <p:cNvSpPr/>
            <p:nvPr/>
          </p:nvSpPr>
          <p:spPr>
            <a:xfrm>
              <a:off x="1505878" y="2455373"/>
              <a:ext cx="10998" cy="11888"/>
            </a:xfrm>
            <a:custGeom>
              <a:avLst/>
              <a:gdLst/>
              <a:ahLst/>
              <a:cxnLst/>
              <a:rect l="l" t="t" r="r" b="b"/>
              <a:pathLst>
                <a:path w="420" h="454" extrusionOk="0">
                  <a:moveTo>
                    <a:pt x="210" y="1"/>
                  </a:moveTo>
                  <a:cubicBezTo>
                    <a:pt x="105" y="1"/>
                    <a:pt x="0" y="72"/>
                    <a:pt x="0" y="215"/>
                  </a:cubicBezTo>
                  <a:lnTo>
                    <a:pt x="0" y="244"/>
                  </a:lnTo>
                  <a:cubicBezTo>
                    <a:pt x="0" y="359"/>
                    <a:pt x="86" y="454"/>
                    <a:pt x="210" y="454"/>
                  </a:cubicBezTo>
                  <a:cubicBezTo>
                    <a:pt x="324" y="454"/>
                    <a:pt x="420" y="359"/>
                    <a:pt x="420" y="244"/>
                  </a:cubicBezTo>
                  <a:lnTo>
                    <a:pt x="420" y="215"/>
                  </a:lnTo>
                  <a:cubicBezTo>
                    <a:pt x="420" y="72"/>
                    <a:pt x="315" y="1"/>
                    <a:pt x="210"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6" name="Google Shape;11106;p64"/>
            <p:cNvSpPr/>
            <p:nvPr/>
          </p:nvSpPr>
          <p:spPr>
            <a:xfrm>
              <a:off x="1521353" y="2455373"/>
              <a:ext cx="11024" cy="11888"/>
            </a:xfrm>
            <a:custGeom>
              <a:avLst/>
              <a:gdLst/>
              <a:ahLst/>
              <a:cxnLst/>
              <a:rect l="l" t="t" r="r" b="b"/>
              <a:pathLst>
                <a:path w="421" h="454" extrusionOk="0">
                  <a:moveTo>
                    <a:pt x="210" y="1"/>
                  </a:moveTo>
                  <a:cubicBezTo>
                    <a:pt x="105" y="1"/>
                    <a:pt x="1" y="72"/>
                    <a:pt x="1" y="215"/>
                  </a:cubicBezTo>
                  <a:lnTo>
                    <a:pt x="1" y="244"/>
                  </a:lnTo>
                  <a:cubicBezTo>
                    <a:pt x="1" y="359"/>
                    <a:pt x="96" y="454"/>
                    <a:pt x="210" y="454"/>
                  </a:cubicBezTo>
                  <a:cubicBezTo>
                    <a:pt x="325" y="454"/>
                    <a:pt x="420" y="359"/>
                    <a:pt x="420" y="244"/>
                  </a:cubicBezTo>
                  <a:lnTo>
                    <a:pt x="420" y="215"/>
                  </a:lnTo>
                  <a:cubicBezTo>
                    <a:pt x="420" y="72"/>
                    <a:pt x="315" y="1"/>
                    <a:pt x="210"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7" name="Google Shape;11107;p64"/>
            <p:cNvSpPr/>
            <p:nvPr/>
          </p:nvSpPr>
          <p:spPr>
            <a:xfrm>
              <a:off x="1536724" y="2455373"/>
              <a:ext cx="11129" cy="11888"/>
            </a:xfrm>
            <a:custGeom>
              <a:avLst/>
              <a:gdLst/>
              <a:ahLst/>
              <a:cxnLst/>
              <a:rect l="l" t="t" r="r" b="b"/>
              <a:pathLst>
                <a:path w="425" h="454" extrusionOk="0">
                  <a:moveTo>
                    <a:pt x="208" y="1"/>
                  </a:moveTo>
                  <a:cubicBezTo>
                    <a:pt x="103" y="1"/>
                    <a:pt x="0" y="72"/>
                    <a:pt x="5" y="215"/>
                  </a:cubicBezTo>
                  <a:lnTo>
                    <a:pt x="5" y="244"/>
                  </a:lnTo>
                  <a:cubicBezTo>
                    <a:pt x="5" y="359"/>
                    <a:pt x="91" y="454"/>
                    <a:pt x="215" y="454"/>
                  </a:cubicBezTo>
                  <a:cubicBezTo>
                    <a:pt x="329" y="454"/>
                    <a:pt x="425" y="359"/>
                    <a:pt x="425" y="244"/>
                  </a:cubicBezTo>
                  <a:lnTo>
                    <a:pt x="425" y="215"/>
                  </a:lnTo>
                  <a:cubicBezTo>
                    <a:pt x="420" y="72"/>
                    <a:pt x="313" y="1"/>
                    <a:pt x="208"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08" name="Google Shape;11108;p64"/>
          <p:cNvGrpSpPr/>
          <p:nvPr/>
        </p:nvGrpSpPr>
        <p:grpSpPr>
          <a:xfrm>
            <a:off x="1271981" y="1819785"/>
            <a:ext cx="378452" cy="341321"/>
            <a:chOff x="1298519" y="1970322"/>
            <a:chExt cx="378452" cy="341321"/>
          </a:xfrm>
        </p:grpSpPr>
        <p:sp>
          <p:nvSpPr>
            <p:cNvPr id="11109" name="Google Shape;11109;p64"/>
            <p:cNvSpPr/>
            <p:nvPr/>
          </p:nvSpPr>
          <p:spPr>
            <a:xfrm>
              <a:off x="1498624" y="1970322"/>
              <a:ext cx="178346" cy="149857"/>
            </a:xfrm>
            <a:custGeom>
              <a:avLst/>
              <a:gdLst/>
              <a:ahLst/>
              <a:cxnLst/>
              <a:rect l="l" t="t" r="r" b="b"/>
              <a:pathLst>
                <a:path w="6811" h="5723" extrusionOk="0">
                  <a:moveTo>
                    <a:pt x="3433" y="1"/>
                  </a:moveTo>
                  <a:cubicBezTo>
                    <a:pt x="3396" y="1"/>
                    <a:pt x="3358" y="2"/>
                    <a:pt x="3320" y="3"/>
                  </a:cubicBezTo>
                  <a:cubicBezTo>
                    <a:pt x="1155" y="89"/>
                    <a:pt x="0" y="2598"/>
                    <a:pt x="1355" y="4296"/>
                  </a:cubicBezTo>
                  <a:lnTo>
                    <a:pt x="1298" y="5489"/>
                  </a:lnTo>
                  <a:cubicBezTo>
                    <a:pt x="1290" y="5623"/>
                    <a:pt x="1394" y="5723"/>
                    <a:pt x="1513" y="5723"/>
                  </a:cubicBezTo>
                  <a:cubicBezTo>
                    <a:pt x="1546" y="5723"/>
                    <a:pt x="1580" y="5715"/>
                    <a:pt x="1613" y="5698"/>
                  </a:cubicBezTo>
                  <a:lnTo>
                    <a:pt x="2700" y="5193"/>
                  </a:lnTo>
                  <a:cubicBezTo>
                    <a:pt x="2942" y="5262"/>
                    <a:pt x="3188" y="5295"/>
                    <a:pt x="3430" y="5295"/>
                  </a:cubicBezTo>
                  <a:cubicBezTo>
                    <a:pt x="4298" y="5295"/>
                    <a:pt x="5129" y="4870"/>
                    <a:pt x="5629" y="4124"/>
                  </a:cubicBezTo>
                  <a:cubicBezTo>
                    <a:pt x="6810" y="2353"/>
                    <a:pt x="5532" y="1"/>
                    <a:pt x="343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0" name="Google Shape;11110;p64"/>
            <p:cNvSpPr/>
            <p:nvPr/>
          </p:nvSpPr>
          <p:spPr>
            <a:xfrm>
              <a:off x="1571969" y="2019576"/>
              <a:ext cx="21603" cy="53260"/>
            </a:xfrm>
            <a:custGeom>
              <a:avLst/>
              <a:gdLst/>
              <a:ahLst/>
              <a:cxnLst/>
              <a:rect l="l" t="t" r="r" b="b"/>
              <a:pathLst>
                <a:path w="825" h="2034" extrusionOk="0">
                  <a:moveTo>
                    <a:pt x="282" y="1"/>
                  </a:moveTo>
                  <a:cubicBezTo>
                    <a:pt x="1" y="1"/>
                    <a:pt x="1" y="422"/>
                    <a:pt x="282" y="422"/>
                  </a:cubicBezTo>
                  <a:cubicBezTo>
                    <a:pt x="288" y="422"/>
                    <a:pt x="294" y="422"/>
                    <a:pt x="300" y="421"/>
                  </a:cubicBezTo>
                  <a:lnTo>
                    <a:pt x="414" y="421"/>
                  </a:lnTo>
                  <a:lnTo>
                    <a:pt x="414" y="1824"/>
                  </a:lnTo>
                  <a:cubicBezTo>
                    <a:pt x="414" y="1938"/>
                    <a:pt x="510" y="2033"/>
                    <a:pt x="624" y="2033"/>
                  </a:cubicBezTo>
                  <a:cubicBezTo>
                    <a:pt x="729" y="2024"/>
                    <a:pt x="825" y="1938"/>
                    <a:pt x="825" y="1824"/>
                  </a:cubicBezTo>
                  <a:lnTo>
                    <a:pt x="825" y="211"/>
                  </a:lnTo>
                  <a:cubicBezTo>
                    <a:pt x="825" y="97"/>
                    <a:pt x="729" y="1"/>
                    <a:pt x="615" y="1"/>
                  </a:cubicBezTo>
                  <a:lnTo>
                    <a:pt x="300" y="1"/>
                  </a:lnTo>
                  <a:cubicBezTo>
                    <a:pt x="294" y="1"/>
                    <a:pt x="288" y="1"/>
                    <a:pt x="282"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1" name="Google Shape;11111;p64"/>
            <p:cNvSpPr/>
            <p:nvPr/>
          </p:nvSpPr>
          <p:spPr>
            <a:xfrm>
              <a:off x="1571707" y="2064038"/>
              <a:ext cx="33203" cy="10814"/>
            </a:xfrm>
            <a:custGeom>
              <a:avLst/>
              <a:gdLst/>
              <a:ahLst/>
              <a:cxnLst/>
              <a:rect l="l" t="t" r="r" b="b"/>
              <a:pathLst>
                <a:path w="1268" h="413" extrusionOk="0">
                  <a:moveTo>
                    <a:pt x="265" y="0"/>
                  </a:moveTo>
                  <a:cubicBezTo>
                    <a:pt x="1" y="0"/>
                    <a:pt x="4" y="412"/>
                    <a:pt x="273" y="412"/>
                  </a:cubicBezTo>
                  <a:cubicBezTo>
                    <a:pt x="279" y="412"/>
                    <a:pt x="285" y="412"/>
                    <a:pt x="291" y="412"/>
                  </a:cubicBezTo>
                  <a:lnTo>
                    <a:pt x="978" y="412"/>
                  </a:lnTo>
                  <a:cubicBezTo>
                    <a:pt x="984" y="412"/>
                    <a:pt x="990" y="412"/>
                    <a:pt x="995" y="412"/>
                  </a:cubicBezTo>
                  <a:cubicBezTo>
                    <a:pt x="1265" y="412"/>
                    <a:pt x="1267" y="0"/>
                    <a:pt x="1004" y="0"/>
                  </a:cubicBezTo>
                  <a:cubicBezTo>
                    <a:pt x="995" y="0"/>
                    <a:pt x="987" y="1"/>
                    <a:pt x="978" y="2"/>
                  </a:cubicBezTo>
                  <a:lnTo>
                    <a:pt x="291" y="2"/>
                  </a:lnTo>
                  <a:cubicBezTo>
                    <a:pt x="282" y="1"/>
                    <a:pt x="273" y="0"/>
                    <a:pt x="26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2" name="Google Shape;11112;p64"/>
            <p:cNvSpPr/>
            <p:nvPr/>
          </p:nvSpPr>
          <p:spPr>
            <a:xfrm>
              <a:off x="1575058" y="2003001"/>
              <a:ext cx="18775" cy="15868"/>
            </a:xfrm>
            <a:custGeom>
              <a:avLst/>
              <a:gdLst/>
              <a:ahLst/>
              <a:cxnLst/>
              <a:rect l="l" t="t" r="r" b="b"/>
              <a:pathLst>
                <a:path w="717" h="606" extrusionOk="0">
                  <a:moveTo>
                    <a:pt x="407" y="1"/>
                  </a:moveTo>
                  <a:cubicBezTo>
                    <a:pt x="331" y="1"/>
                    <a:pt x="253" y="29"/>
                    <a:pt x="191" y="91"/>
                  </a:cubicBezTo>
                  <a:cubicBezTo>
                    <a:pt x="1" y="281"/>
                    <a:pt x="134" y="606"/>
                    <a:pt x="411" y="606"/>
                  </a:cubicBezTo>
                  <a:cubicBezTo>
                    <a:pt x="573" y="606"/>
                    <a:pt x="707" y="472"/>
                    <a:pt x="716" y="301"/>
                  </a:cubicBezTo>
                  <a:cubicBezTo>
                    <a:pt x="716" y="120"/>
                    <a:pt x="564" y="1"/>
                    <a:pt x="407"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3" name="Google Shape;11113;p64"/>
            <p:cNvSpPr/>
            <p:nvPr/>
          </p:nvSpPr>
          <p:spPr>
            <a:xfrm>
              <a:off x="1345495" y="2004625"/>
              <a:ext cx="170150" cy="171119"/>
            </a:xfrm>
            <a:custGeom>
              <a:avLst/>
              <a:gdLst/>
              <a:ahLst/>
              <a:cxnLst/>
              <a:rect l="l" t="t" r="r" b="b"/>
              <a:pathLst>
                <a:path w="6498" h="6535" extrusionOk="0">
                  <a:moveTo>
                    <a:pt x="3254" y="0"/>
                  </a:moveTo>
                  <a:cubicBezTo>
                    <a:pt x="1842" y="0"/>
                    <a:pt x="649" y="1059"/>
                    <a:pt x="477" y="2461"/>
                  </a:cubicBezTo>
                  <a:lnTo>
                    <a:pt x="19" y="6287"/>
                  </a:lnTo>
                  <a:cubicBezTo>
                    <a:pt x="0" y="6420"/>
                    <a:pt x="105" y="6535"/>
                    <a:pt x="239" y="6535"/>
                  </a:cubicBezTo>
                  <a:lnTo>
                    <a:pt x="6278" y="6535"/>
                  </a:lnTo>
                  <a:cubicBezTo>
                    <a:pt x="6402" y="6525"/>
                    <a:pt x="6497" y="6411"/>
                    <a:pt x="6488" y="6287"/>
                  </a:cubicBezTo>
                  <a:lnTo>
                    <a:pt x="6030" y="2461"/>
                  </a:lnTo>
                  <a:cubicBezTo>
                    <a:pt x="5858" y="1059"/>
                    <a:pt x="4665" y="0"/>
                    <a:pt x="3254"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4" name="Google Shape;11114;p64"/>
            <p:cNvSpPr/>
            <p:nvPr/>
          </p:nvSpPr>
          <p:spPr>
            <a:xfrm>
              <a:off x="1404935" y="2140760"/>
              <a:ext cx="51742" cy="93454"/>
            </a:xfrm>
            <a:custGeom>
              <a:avLst/>
              <a:gdLst/>
              <a:ahLst/>
              <a:cxnLst/>
              <a:rect l="l" t="t" r="r" b="b"/>
              <a:pathLst>
                <a:path w="1976" h="3569" extrusionOk="0">
                  <a:moveTo>
                    <a:pt x="1" y="0"/>
                  </a:moveTo>
                  <a:lnTo>
                    <a:pt x="1" y="2710"/>
                  </a:lnTo>
                  <a:lnTo>
                    <a:pt x="984" y="3559"/>
                  </a:lnTo>
                  <a:lnTo>
                    <a:pt x="984" y="3568"/>
                  </a:lnTo>
                  <a:lnTo>
                    <a:pt x="993" y="3568"/>
                  </a:lnTo>
                  <a:lnTo>
                    <a:pt x="993" y="3559"/>
                  </a:lnTo>
                  <a:lnTo>
                    <a:pt x="1976" y="2710"/>
                  </a:lnTo>
                  <a:lnTo>
                    <a:pt x="1976" y="0"/>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5" name="Google Shape;11115;p64"/>
            <p:cNvSpPr/>
            <p:nvPr/>
          </p:nvSpPr>
          <p:spPr>
            <a:xfrm>
              <a:off x="1298519" y="2198708"/>
              <a:ext cx="264338" cy="112936"/>
            </a:xfrm>
            <a:custGeom>
              <a:avLst/>
              <a:gdLst/>
              <a:ahLst/>
              <a:cxnLst/>
              <a:rect l="l" t="t" r="r" b="b"/>
              <a:pathLst>
                <a:path w="10095" h="4313" extrusionOk="0">
                  <a:moveTo>
                    <a:pt x="4065" y="1"/>
                  </a:moveTo>
                  <a:lnTo>
                    <a:pt x="2739" y="420"/>
                  </a:lnTo>
                  <a:lnTo>
                    <a:pt x="1813" y="726"/>
                  </a:lnTo>
                  <a:cubicBezTo>
                    <a:pt x="735" y="1069"/>
                    <a:pt x="1" y="2071"/>
                    <a:pt x="10" y="3196"/>
                  </a:cubicBezTo>
                  <a:lnTo>
                    <a:pt x="10" y="4093"/>
                  </a:lnTo>
                  <a:cubicBezTo>
                    <a:pt x="1" y="4217"/>
                    <a:pt x="106" y="4313"/>
                    <a:pt x="230" y="4313"/>
                  </a:cubicBezTo>
                  <a:lnTo>
                    <a:pt x="9875" y="4313"/>
                  </a:lnTo>
                  <a:cubicBezTo>
                    <a:pt x="9999" y="4313"/>
                    <a:pt x="10094" y="4217"/>
                    <a:pt x="10094" y="4093"/>
                  </a:cubicBezTo>
                  <a:lnTo>
                    <a:pt x="10094" y="3196"/>
                  </a:lnTo>
                  <a:cubicBezTo>
                    <a:pt x="10094" y="2071"/>
                    <a:pt x="9369" y="1069"/>
                    <a:pt x="8291" y="716"/>
                  </a:cubicBezTo>
                  <a:lnTo>
                    <a:pt x="7242" y="382"/>
                  </a:lnTo>
                  <a:lnTo>
                    <a:pt x="6040" y="1"/>
                  </a:lnTo>
                  <a:lnTo>
                    <a:pt x="5057" y="697"/>
                  </a:lnTo>
                  <a:lnTo>
                    <a:pt x="4065"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6" name="Google Shape;11116;p64"/>
            <p:cNvSpPr/>
            <p:nvPr/>
          </p:nvSpPr>
          <p:spPr>
            <a:xfrm>
              <a:off x="1488124" y="2208710"/>
              <a:ext cx="74732" cy="102933"/>
            </a:xfrm>
            <a:custGeom>
              <a:avLst/>
              <a:gdLst/>
              <a:ahLst/>
              <a:cxnLst/>
              <a:rect l="l" t="t" r="r" b="b"/>
              <a:pathLst>
                <a:path w="2854" h="3931" extrusionOk="0">
                  <a:moveTo>
                    <a:pt x="1" y="0"/>
                  </a:moveTo>
                  <a:lnTo>
                    <a:pt x="783" y="344"/>
                  </a:lnTo>
                  <a:cubicBezTo>
                    <a:pt x="1584" y="687"/>
                    <a:pt x="2128" y="1689"/>
                    <a:pt x="2128" y="2814"/>
                  </a:cubicBezTo>
                  <a:lnTo>
                    <a:pt x="2128" y="3931"/>
                  </a:lnTo>
                  <a:lnTo>
                    <a:pt x="2634" y="3931"/>
                  </a:lnTo>
                  <a:cubicBezTo>
                    <a:pt x="2758" y="3931"/>
                    <a:pt x="2853" y="3835"/>
                    <a:pt x="2853" y="3711"/>
                  </a:cubicBezTo>
                  <a:lnTo>
                    <a:pt x="2853" y="2814"/>
                  </a:lnTo>
                  <a:cubicBezTo>
                    <a:pt x="2853" y="1689"/>
                    <a:pt x="2128" y="687"/>
                    <a:pt x="1050" y="344"/>
                  </a:cubicBezTo>
                  <a:lnTo>
                    <a:pt x="1"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7" name="Google Shape;11117;p64"/>
            <p:cNvSpPr/>
            <p:nvPr/>
          </p:nvSpPr>
          <p:spPr>
            <a:xfrm>
              <a:off x="1298519" y="2209941"/>
              <a:ext cx="71721" cy="101703"/>
            </a:xfrm>
            <a:custGeom>
              <a:avLst/>
              <a:gdLst/>
              <a:ahLst/>
              <a:cxnLst/>
              <a:rect l="l" t="t" r="r" b="b"/>
              <a:pathLst>
                <a:path w="2739" h="3884" extrusionOk="0">
                  <a:moveTo>
                    <a:pt x="2739" y="1"/>
                  </a:moveTo>
                  <a:lnTo>
                    <a:pt x="1813" y="297"/>
                  </a:lnTo>
                  <a:cubicBezTo>
                    <a:pt x="735" y="640"/>
                    <a:pt x="1" y="1642"/>
                    <a:pt x="10" y="2767"/>
                  </a:cubicBezTo>
                  <a:lnTo>
                    <a:pt x="10" y="3664"/>
                  </a:lnTo>
                  <a:cubicBezTo>
                    <a:pt x="1" y="3788"/>
                    <a:pt x="106" y="3884"/>
                    <a:pt x="220" y="3884"/>
                  </a:cubicBezTo>
                  <a:lnTo>
                    <a:pt x="697" y="3884"/>
                  </a:lnTo>
                  <a:lnTo>
                    <a:pt x="697" y="2767"/>
                  </a:lnTo>
                  <a:cubicBezTo>
                    <a:pt x="697" y="1642"/>
                    <a:pt x="1251" y="640"/>
                    <a:pt x="2052" y="297"/>
                  </a:cubicBezTo>
                  <a:lnTo>
                    <a:pt x="2739"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8" name="Google Shape;11118;p64"/>
            <p:cNvSpPr/>
            <p:nvPr/>
          </p:nvSpPr>
          <p:spPr>
            <a:xfrm>
              <a:off x="1425045" y="2243615"/>
              <a:ext cx="11390" cy="12333"/>
            </a:xfrm>
            <a:custGeom>
              <a:avLst/>
              <a:gdLst/>
              <a:ahLst/>
              <a:cxnLst/>
              <a:rect l="l" t="t" r="r" b="b"/>
              <a:pathLst>
                <a:path w="435" h="471" extrusionOk="0">
                  <a:moveTo>
                    <a:pt x="217" y="0"/>
                  </a:moveTo>
                  <a:cubicBezTo>
                    <a:pt x="108" y="0"/>
                    <a:pt x="1" y="74"/>
                    <a:pt x="15" y="222"/>
                  </a:cubicBezTo>
                  <a:lnTo>
                    <a:pt x="15" y="260"/>
                  </a:lnTo>
                  <a:cubicBezTo>
                    <a:pt x="15" y="375"/>
                    <a:pt x="101" y="470"/>
                    <a:pt x="216" y="470"/>
                  </a:cubicBezTo>
                  <a:cubicBezTo>
                    <a:pt x="330" y="470"/>
                    <a:pt x="425" y="375"/>
                    <a:pt x="425" y="260"/>
                  </a:cubicBezTo>
                  <a:lnTo>
                    <a:pt x="425" y="222"/>
                  </a:lnTo>
                  <a:cubicBezTo>
                    <a:pt x="435" y="74"/>
                    <a:pt x="325" y="0"/>
                    <a:pt x="217"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9" name="Google Shape;11119;p64"/>
            <p:cNvSpPr/>
            <p:nvPr/>
          </p:nvSpPr>
          <p:spPr>
            <a:xfrm>
              <a:off x="1425045" y="2262102"/>
              <a:ext cx="11390" cy="12333"/>
            </a:xfrm>
            <a:custGeom>
              <a:avLst/>
              <a:gdLst/>
              <a:ahLst/>
              <a:cxnLst/>
              <a:rect l="l" t="t" r="r" b="b"/>
              <a:pathLst>
                <a:path w="435" h="471" extrusionOk="0">
                  <a:moveTo>
                    <a:pt x="217" y="0"/>
                  </a:moveTo>
                  <a:cubicBezTo>
                    <a:pt x="108" y="0"/>
                    <a:pt x="1" y="74"/>
                    <a:pt x="15" y="222"/>
                  </a:cubicBezTo>
                  <a:lnTo>
                    <a:pt x="15" y="270"/>
                  </a:lnTo>
                  <a:cubicBezTo>
                    <a:pt x="15" y="384"/>
                    <a:pt x="101" y="470"/>
                    <a:pt x="216" y="470"/>
                  </a:cubicBezTo>
                  <a:cubicBezTo>
                    <a:pt x="330" y="470"/>
                    <a:pt x="425" y="384"/>
                    <a:pt x="425" y="270"/>
                  </a:cubicBezTo>
                  <a:lnTo>
                    <a:pt x="425" y="222"/>
                  </a:lnTo>
                  <a:cubicBezTo>
                    <a:pt x="435" y="74"/>
                    <a:pt x="325" y="0"/>
                    <a:pt x="217"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0" name="Google Shape;11120;p64"/>
            <p:cNvSpPr/>
            <p:nvPr/>
          </p:nvSpPr>
          <p:spPr>
            <a:xfrm>
              <a:off x="1404935" y="2198708"/>
              <a:ext cx="26028" cy="38963"/>
            </a:xfrm>
            <a:custGeom>
              <a:avLst/>
              <a:gdLst/>
              <a:ahLst/>
              <a:cxnLst/>
              <a:rect l="l" t="t" r="r" b="b"/>
              <a:pathLst>
                <a:path w="994" h="1488" extrusionOk="0">
                  <a:moveTo>
                    <a:pt x="1" y="1"/>
                  </a:moveTo>
                  <a:lnTo>
                    <a:pt x="1" y="1269"/>
                  </a:lnTo>
                  <a:cubicBezTo>
                    <a:pt x="1" y="1401"/>
                    <a:pt x="109" y="1488"/>
                    <a:pt x="220" y="1488"/>
                  </a:cubicBezTo>
                  <a:cubicBezTo>
                    <a:pt x="278" y="1488"/>
                    <a:pt x="337" y="1465"/>
                    <a:pt x="382" y="1412"/>
                  </a:cubicBezTo>
                  <a:lnTo>
                    <a:pt x="993" y="697"/>
                  </a:lnTo>
                  <a:lnTo>
                    <a:pt x="1" y="1"/>
                  </a:ln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1" name="Google Shape;11121;p64"/>
            <p:cNvSpPr/>
            <p:nvPr/>
          </p:nvSpPr>
          <p:spPr>
            <a:xfrm>
              <a:off x="1430674" y="2198708"/>
              <a:ext cx="26002" cy="38963"/>
            </a:xfrm>
            <a:custGeom>
              <a:avLst/>
              <a:gdLst/>
              <a:ahLst/>
              <a:cxnLst/>
              <a:rect l="l" t="t" r="r" b="b"/>
              <a:pathLst>
                <a:path w="993" h="1488" extrusionOk="0">
                  <a:moveTo>
                    <a:pt x="993" y="1"/>
                  </a:moveTo>
                  <a:lnTo>
                    <a:pt x="1" y="697"/>
                  </a:lnTo>
                  <a:lnTo>
                    <a:pt x="602" y="1412"/>
                  </a:lnTo>
                  <a:cubicBezTo>
                    <a:pt x="647" y="1465"/>
                    <a:pt x="707" y="1488"/>
                    <a:pt x="766" y="1488"/>
                  </a:cubicBezTo>
                  <a:cubicBezTo>
                    <a:pt x="881" y="1488"/>
                    <a:pt x="993" y="1401"/>
                    <a:pt x="993" y="1269"/>
                  </a:cubicBezTo>
                  <a:lnTo>
                    <a:pt x="993" y="1"/>
                  </a:ln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2" name="Google Shape;11122;p64"/>
            <p:cNvSpPr/>
            <p:nvPr/>
          </p:nvSpPr>
          <p:spPr>
            <a:xfrm>
              <a:off x="1467648" y="2266658"/>
              <a:ext cx="53732" cy="20503"/>
            </a:xfrm>
            <a:custGeom>
              <a:avLst/>
              <a:gdLst/>
              <a:ahLst/>
              <a:cxnLst/>
              <a:rect l="l" t="t" r="r" b="b"/>
              <a:pathLst>
                <a:path w="2052" h="783" extrusionOk="0">
                  <a:moveTo>
                    <a:pt x="287" y="0"/>
                  </a:moveTo>
                  <a:cubicBezTo>
                    <a:pt x="124" y="0"/>
                    <a:pt x="0" y="134"/>
                    <a:pt x="0" y="287"/>
                  </a:cubicBezTo>
                  <a:lnTo>
                    <a:pt x="0" y="496"/>
                  </a:lnTo>
                  <a:cubicBezTo>
                    <a:pt x="0" y="649"/>
                    <a:pt x="124" y="783"/>
                    <a:pt x="287" y="783"/>
                  </a:cubicBezTo>
                  <a:lnTo>
                    <a:pt x="1765" y="783"/>
                  </a:lnTo>
                  <a:cubicBezTo>
                    <a:pt x="1918" y="783"/>
                    <a:pt x="2052" y="649"/>
                    <a:pt x="2052" y="496"/>
                  </a:cubicBezTo>
                  <a:lnTo>
                    <a:pt x="2052" y="287"/>
                  </a:lnTo>
                  <a:cubicBezTo>
                    <a:pt x="2052" y="134"/>
                    <a:pt x="1918" y="0"/>
                    <a:pt x="1765" y="0"/>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3" name="Google Shape;11123;p64"/>
            <p:cNvSpPr/>
            <p:nvPr/>
          </p:nvSpPr>
          <p:spPr>
            <a:xfrm>
              <a:off x="1375712" y="2026358"/>
              <a:ext cx="109951" cy="150328"/>
            </a:xfrm>
            <a:custGeom>
              <a:avLst/>
              <a:gdLst/>
              <a:ahLst/>
              <a:cxnLst/>
              <a:rect l="l" t="t" r="r" b="b"/>
              <a:pathLst>
                <a:path w="4199" h="5741" extrusionOk="0">
                  <a:moveTo>
                    <a:pt x="1375" y="0"/>
                  </a:moveTo>
                  <a:cubicBezTo>
                    <a:pt x="1375" y="0"/>
                    <a:pt x="1375" y="0"/>
                    <a:pt x="1374" y="0"/>
                  </a:cubicBezTo>
                  <a:cubicBezTo>
                    <a:pt x="945" y="1336"/>
                    <a:pt x="10" y="1622"/>
                    <a:pt x="10" y="1622"/>
                  </a:cubicBezTo>
                  <a:lnTo>
                    <a:pt x="10" y="3282"/>
                  </a:lnTo>
                  <a:cubicBezTo>
                    <a:pt x="1" y="4159"/>
                    <a:pt x="468" y="4961"/>
                    <a:pt x="1222" y="5409"/>
                  </a:cubicBezTo>
                  <a:lnTo>
                    <a:pt x="1527" y="5590"/>
                  </a:lnTo>
                  <a:cubicBezTo>
                    <a:pt x="1704" y="5691"/>
                    <a:pt x="1902" y="5741"/>
                    <a:pt x="2101" y="5741"/>
                  </a:cubicBezTo>
                  <a:cubicBezTo>
                    <a:pt x="2300" y="5741"/>
                    <a:pt x="2500" y="5691"/>
                    <a:pt x="2681" y="5590"/>
                  </a:cubicBezTo>
                  <a:lnTo>
                    <a:pt x="2987" y="5409"/>
                  </a:lnTo>
                  <a:cubicBezTo>
                    <a:pt x="3740" y="4961"/>
                    <a:pt x="4198" y="4150"/>
                    <a:pt x="4198" y="3282"/>
                  </a:cubicBezTo>
                  <a:lnTo>
                    <a:pt x="4198" y="2709"/>
                  </a:lnTo>
                  <a:cubicBezTo>
                    <a:pt x="1741" y="2709"/>
                    <a:pt x="1404" y="0"/>
                    <a:pt x="1375"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4" name="Google Shape;11124;p64"/>
            <p:cNvSpPr/>
            <p:nvPr/>
          </p:nvSpPr>
          <p:spPr>
            <a:xfrm>
              <a:off x="1342483" y="2077026"/>
              <a:ext cx="21524" cy="46766"/>
            </a:xfrm>
            <a:custGeom>
              <a:avLst/>
              <a:gdLst/>
              <a:ahLst/>
              <a:cxnLst/>
              <a:rect l="l" t="t" r="r" b="b"/>
              <a:pathLst>
                <a:path w="822" h="1786" extrusionOk="0">
                  <a:moveTo>
                    <a:pt x="645" y="1"/>
                  </a:moveTo>
                  <a:cubicBezTo>
                    <a:pt x="640" y="1"/>
                    <a:pt x="635" y="1"/>
                    <a:pt x="631" y="2"/>
                  </a:cubicBezTo>
                  <a:cubicBezTo>
                    <a:pt x="287" y="2"/>
                    <a:pt x="1" y="278"/>
                    <a:pt x="1" y="631"/>
                  </a:cubicBezTo>
                  <a:lnTo>
                    <a:pt x="1" y="1156"/>
                  </a:lnTo>
                  <a:cubicBezTo>
                    <a:pt x="1" y="1509"/>
                    <a:pt x="287" y="1786"/>
                    <a:pt x="631" y="1786"/>
                  </a:cubicBezTo>
                  <a:cubicBezTo>
                    <a:pt x="735" y="1786"/>
                    <a:pt x="821" y="1700"/>
                    <a:pt x="821" y="1595"/>
                  </a:cubicBezTo>
                  <a:lnTo>
                    <a:pt x="821" y="192"/>
                  </a:lnTo>
                  <a:cubicBezTo>
                    <a:pt x="821" y="92"/>
                    <a:pt x="743" y="1"/>
                    <a:pt x="645"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5" name="Google Shape;11125;p64"/>
            <p:cNvSpPr/>
            <p:nvPr/>
          </p:nvSpPr>
          <p:spPr>
            <a:xfrm>
              <a:off x="1419179" y="2091742"/>
              <a:ext cx="25111" cy="37575"/>
            </a:xfrm>
            <a:custGeom>
              <a:avLst/>
              <a:gdLst/>
              <a:ahLst/>
              <a:cxnLst/>
              <a:rect l="l" t="t" r="r" b="b"/>
              <a:pathLst>
                <a:path w="959" h="1435" extrusionOk="0">
                  <a:moveTo>
                    <a:pt x="219" y="0"/>
                  </a:moveTo>
                  <a:cubicBezTo>
                    <a:pt x="110" y="0"/>
                    <a:pt x="1" y="74"/>
                    <a:pt x="10" y="222"/>
                  </a:cubicBezTo>
                  <a:lnTo>
                    <a:pt x="10" y="1224"/>
                  </a:lnTo>
                  <a:cubicBezTo>
                    <a:pt x="10" y="1338"/>
                    <a:pt x="106" y="1433"/>
                    <a:pt x="220" y="1433"/>
                  </a:cubicBezTo>
                  <a:lnTo>
                    <a:pt x="659" y="1433"/>
                  </a:lnTo>
                  <a:cubicBezTo>
                    <a:pt x="668" y="1434"/>
                    <a:pt x="677" y="1435"/>
                    <a:pt x="686" y="1435"/>
                  </a:cubicBezTo>
                  <a:cubicBezTo>
                    <a:pt x="958" y="1435"/>
                    <a:pt x="955" y="1023"/>
                    <a:pt x="677" y="1023"/>
                  </a:cubicBezTo>
                  <a:cubicBezTo>
                    <a:pt x="671" y="1023"/>
                    <a:pt x="665" y="1023"/>
                    <a:pt x="659" y="1023"/>
                  </a:cubicBezTo>
                  <a:lnTo>
                    <a:pt x="420" y="1023"/>
                  </a:lnTo>
                  <a:lnTo>
                    <a:pt x="420" y="222"/>
                  </a:lnTo>
                  <a:cubicBezTo>
                    <a:pt x="435" y="74"/>
                    <a:pt x="327" y="0"/>
                    <a:pt x="219" y="0"/>
                  </a:cubicBezTo>
                  <a:close/>
                </a:path>
              </a:pathLst>
            </a:custGeom>
            <a:solidFill>
              <a:srgbClr val="B5C4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6" name="Google Shape;11126;p64"/>
            <p:cNvSpPr/>
            <p:nvPr/>
          </p:nvSpPr>
          <p:spPr>
            <a:xfrm>
              <a:off x="1429418" y="2118267"/>
              <a:ext cx="78974" cy="78712"/>
            </a:xfrm>
            <a:custGeom>
              <a:avLst/>
              <a:gdLst/>
              <a:ahLst/>
              <a:cxnLst/>
              <a:rect l="l" t="t" r="r" b="b"/>
              <a:pathLst>
                <a:path w="3016" h="3006" extrusionOk="0">
                  <a:moveTo>
                    <a:pt x="2605" y="1"/>
                  </a:moveTo>
                  <a:lnTo>
                    <a:pt x="2605" y="249"/>
                  </a:lnTo>
                  <a:lnTo>
                    <a:pt x="2605" y="793"/>
                  </a:lnTo>
                  <a:cubicBezTo>
                    <a:pt x="2596" y="1785"/>
                    <a:pt x="1794" y="2586"/>
                    <a:pt x="802" y="2596"/>
                  </a:cubicBezTo>
                  <a:lnTo>
                    <a:pt x="258" y="2596"/>
                  </a:lnTo>
                  <a:cubicBezTo>
                    <a:pt x="1" y="2615"/>
                    <a:pt x="1" y="2987"/>
                    <a:pt x="258" y="3006"/>
                  </a:cubicBezTo>
                  <a:lnTo>
                    <a:pt x="802" y="3006"/>
                  </a:lnTo>
                  <a:cubicBezTo>
                    <a:pt x="2023" y="3006"/>
                    <a:pt x="3015" y="2014"/>
                    <a:pt x="3015" y="793"/>
                  </a:cubicBezTo>
                  <a:lnTo>
                    <a:pt x="3015"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7" name="Google Shape;11127;p64"/>
            <p:cNvSpPr/>
            <p:nvPr/>
          </p:nvSpPr>
          <p:spPr>
            <a:xfrm>
              <a:off x="1497394" y="2077026"/>
              <a:ext cx="21734" cy="46766"/>
            </a:xfrm>
            <a:custGeom>
              <a:avLst/>
              <a:gdLst/>
              <a:ahLst/>
              <a:cxnLst/>
              <a:rect l="l" t="t" r="r" b="b"/>
              <a:pathLst>
                <a:path w="830" h="1786" extrusionOk="0">
                  <a:moveTo>
                    <a:pt x="184" y="1"/>
                  </a:moveTo>
                  <a:cubicBezTo>
                    <a:pt x="78" y="1"/>
                    <a:pt x="0" y="92"/>
                    <a:pt x="9" y="192"/>
                  </a:cubicBezTo>
                  <a:lnTo>
                    <a:pt x="9" y="1595"/>
                  </a:lnTo>
                  <a:cubicBezTo>
                    <a:pt x="9" y="1700"/>
                    <a:pt x="86" y="1786"/>
                    <a:pt x="200" y="1786"/>
                  </a:cubicBezTo>
                  <a:cubicBezTo>
                    <a:pt x="543" y="1786"/>
                    <a:pt x="830" y="1509"/>
                    <a:pt x="830" y="1156"/>
                  </a:cubicBezTo>
                  <a:lnTo>
                    <a:pt x="830" y="631"/>
                  </a:lnTo>
                  <a:cubicBezTo>
                    <a:pt x="830" y="278"/>
                    <a:pt x="543" y="2"/>
                    <a:pt x="200" y="2"/>
                  </a:cubicBezTo>
                  <a:cubicBezTo>
                    <a:pt x="195" y="1"/>
                    <a:pt x="189" y="1"/>
                    <a:pt x="184"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8" name="Google Shape;11128;p64"/>
            <p:cNvSpPr/>
            <p:nvPr/>
          </p:nvSpPr>
          <p:spPr>
            <a:xfrm>
              <a:off x="1419677" y="2180483"/>
              <a:ext cx="22257" cy="22257"/>
            </a:xfrm>
            <a:custGeom>
              <a:avLst/>
              <a:gdLst/>
              <a:ahLst/>
              <a:cxnLst/>
              <a:rect l="l" t="t" r="r" b="b"/>
              <a:pathLst>
                <a:path w="850" h="850" extrusionOk="0">
                  <a:moveTo>
                    <a:pt x="421" y="0"/>
                  </a:moveTo>
                  <a:cubicBezTo>
                    <a:pt x="192" y="0"/>
                    <a:pt x="1" y="191"/>
                    <a:pt x="1" y="420"/>
                  </a:cubicBezTo>
                  <a:cubicBezTo>
                    <a:pt x="1" y="658"/>
                    <a:pt x="192" y="849"/>
                    <a:pt x="421" y="849"/>
                  </a:cubicBezTo>
                  <a:cubicBezTo>
                    <a:pt x="659" y="849"/>
                    <a:pt x="850" y="658"/>
                    <a:pt x="850" y="420"/>
                  </a:cubicBezTo>
                  <a:cubicBezTo>
                    <a:pt x="850" y="191"/>
                    <a:pt x="659" y="0"/>
                    <a:pt x="421"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29" name="Google Shape;11129;p64"/>
          <p:cNvGrpSpPr/>
          <p:nvPr/>
        </p:nvGrpSpPr>
        <p:grpSpPr>
          <a:xfrm>
            <a:off x="3088278" y="3196330"/>
            <a:ext cx="283217" cy="359180"/>
            <a:chOff x="3114815" y="3346868"/>
            <a:chExt cx="283217" cy="359180"/>
          </a:xfrm>
        </p:grpSpPr>
        <p:sp>
          <p:nvSpPr>
            <p:cNvPr id="11130" name="Google Shape;11130;p64"/>
            <p:cNvSpPr/>
            <p:nvPr/>
          </p:nvSpPr>
          <p:spPr>
            <a:xfrm>
              <a:off x="3180304" y="3473446"/>
              <a:ext cx="152397" cy="176146"/>
            </a:xfrm>
            <a:custGeom>
              <a:avLst/>
              <a:gdLst/>
              <a:ahLst/>
              <a:cxnLst/>
              <a:rect l="l" t="t" r="r" b="b"/>
              <a:pathLst>
                <a:path w="5820" h="6727" extrusionOk="0">
                  <a:moveTo>
                    <a:pt x="2893" y="1"/>
                  </a:moveTo>
                  <a:cubicBezTo>
                    <a:pt x="1298" y="1"/>
                    <a:pt x="0" y="1304"/>
                    <a:pt x="0" y="2910"/>
                  </a:cubicBezTo>
                  <a:lnTo>
                    <a:pt x="0" y="6726"/>
                  </a:lnTo>
                  <a:lnTo>
                    <a:pt x="5820" y="6726"/>
                  </a:lnTo>
                  <a:lnTo>
                    <a:pt x="5820" y="2910"/>
                  </a:lnTo>
                  <a:cubicBezTo>
                    <a:pt x="5820" y="1304"/>
                    <a:pt x="4522" y="1"/>
                    <a:pt x="2927" y="1"/>
                  </a:cubicBezTo>
                  <a:cubicBezTo>
                    <a:pt x="2922" y="1"/>
                    <a:pt x="2916" y="1"/>
                    <a:pt x="2910" y="1"/>
                  </a:cubicBezTo>
                  <a:cubicBezTo>
                    <a:pt x="2904" y="1"/>
                    <a:pt x="2898" y="1"/>
                    <a:pt x="2893"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1" name="Google Shape;11131;p64"/>
            <p:cNvSpPr/>
            <p:nvPr/>
          </p:nvSpPr>
          <p:spPr>
            <a:xfrm>
              <a:off x="3180304" y="3473394"/>
              <a:ext cx="92197" cy="176199"/>
            </a:xfrm>
            <a:custGeom>
              <a:avLst/>
              <a:gdLst/>
              <a:ahLst/>
              <a:cxnLst/>
              <a:rect l="l" t="t" r="r" b="b"/>
              <a:pathLst>
                <a:path w="3521" h="6729" extrusionOk="0">
                  <a:moveTo>
                    <a:pt x="2989" y="1"/>
                  </a:moveTo>
                  <a:cubicBezTo>
                    <a:pt x="2963" y="1"/>
                    <a:pt x="2936" y="1"/>
                    <a:pt x="2910" y="3"/>
                  </a:cubicBezTo>
                  <a:cubicBezTo>
                    <a:pt x="1298" y="3"/>
                    <a:pt x="0" y="1300"/>
                    <a:pt x="0" y="2912"/>
                  </a:cubicBezTo>
                  <a:lnTo>
                    <a:pt x="0" y="6728"/>
                  </a:lnTo>
                  <a:lnTo>
                    <a:pt x="1221" y="6728"/>
                  </a:lnTo>
                  <a:lnTo>
                    <a:pt x="1221" y="2912"/>
                  </a:lnTo>
                  <a:cubicBezTo>
                    <a:pt x="1221" y="1539"/>
                    <a:pt x="2175" y="346"/>
                    <a:pt x="3521" y="60"/>
                  </a:cubicBezTo>
                  <a:cubicBezTo>
                    <a:pt x="3347" y="27"/>
                    <a:pt x="3165" y="1"/>
                    <a:pt x="2989"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2" name="Google Shape;11132;p64"/>
            <p:cNvSpPr/>
            <p:nvPr/>
          </p:nvSpPr>
          <p:spPr>
            <a:xfrm>
              <a:off x="3244509" y="3603585"/>
              <a:ext cx="22257" cy="46007"/>
            </a:xfrm>
            <a:custGeom>
              <a:avLst/>
              <a:gdLst/>
              <a:ahLst/>
              <a:cxnLst/>
              <a:rect l="l" t="t" r="r" b="b"/>
              <a:pathLst>
                <a:path w="850" h="1757" extrusionOk="0">
                  <a:moveTo>
                    <a:pt x="0" y="1"/>
                  </a:moveTo>
                  <a:lnTo>
                    <a:pt x="0" y="1756"/>
                  </a:lnTo>
                  <a:lnTo>
                    <a:pt x="849" y="1756"/>
                  </a:lnTo>
                  <a:lnTo>
                    <a:pt x="849" y="1"/>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3" name="Google Shape;11133;p64"/>
            <p:cNvSpPr/>
            <p:nvPr/>
          </p:nvSpPr>
          <p:spPr>
            <a:xfrm>
              <a:off x="3165300" y="3638333"/>
              <a:ext cx="182405" cy="35245"/>
            </a:xfrm>
            <a:custGeom>
              <a:avLst/>
              <a:gdLst/>
              <a:ahLst/>
              <a:cxnLst/>
              <a:rect l="l" t="t" r="r" b="b"/>
              <a:pathLst>
                <a:path w="6966" h="1346" extrusionOk="0">
                  <a:moveTo>
                    <a:pt x="220" y="0"/>
                  </a:moveTo>
                  <a:cubicBezTo>
                    <a:pt x="96" y="0"/>
                    <a:pt x="1" y="95"/>
                    <a:pt x="1" y="210"/>
                  </a:cubicBezTo>
                  <a:lnTo>
                    <a:pt x="1" y="1345"/>
                  </a:lnTo>
                  <a:lnTo>
                    <a:pt x="6965" y="1345"/>
                  </a:lnTo>
                  <a:lnTo>
                    <a:pt x="6965" y="219"/>
                  </a:lnTo>
                  <a:cubicBezTo>
                    <a:pt x="6965" y="95"/>
                    <a:pt x="6860" y="0"/>
                    <a:pt x="6746" y="0"/>
                  </a:cubicBez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4" name="Google Shape;11134;p64"/>
            <p:cNvSpPr/>
            <p:nvPr/>
          </p:nvSpPr>
          <p:spPr>
            <a:xfrm>
              <a:off x="3165300" y="3638333"/>
              <a:ext cx="15266" cy="35245"/>
            </a:xfrm>
            <a:custGeom>
              <a:avLst/>
              <a:gdLst/>
              <a:ahLst/>
              <a:cxnLst/>
              <a:rect l="l" t="t" r="r" b="b"/>
              <a:pathLst>
                <a:path w="583" h="1346" extrusionOk="0">
                  <a:moveTo>
                    <a:pt x="220" y="0"/>
                  </a:moveTo>
                  <a:cubicBezTo>
                    <a:pt x="96" y="0"/>
                    <a:pt x="1" y="95"/>
                    <a:pt x="1" y="210"/>
                  </a:cubicBezTo>
                  <a:lnTo>
                    <a:pt x="1" y="1345"/>
                  </a:lnTo>
                  <a:lnTo>
                    <a:pt x="583" y="1345"/>
                  </a:lnTo>
                  <a:lnTo>
                    <a:pt x="583"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5" name="Google Shape;11135;p64"/>
            <p:cNvSpPr/>
            <p:nvPr/>
          </p:nvSpPr>
          <p:spPr>
            <a:xfrm>
              <a:off x="3149563" y="3664308"/>
              <a:ext cx="213879" cy="41739"/>
            </a:xfrm>
            <a:custGeom>
              <a:avLst/>
              <a:gdLst/>
              <a:ahLst/>
              <a:cxnLst/>
              <a:rect l="l" t="t" r="r" b="b"/>
              <a:pathLst>
                <a:path w="8168" h="1594" extrusionOk="0">
                  <a:moveTo>
                    <a:pt x="211" y="0"/>
                  </a:moveTo>
                  <a:cubicBezTo>
                    <a:pt x="96" y="0"/>
                    <a:pt x="1" y="96"/>
                    <a:pt x="1" y="220"/>
                  </a:cubicBezTo>
                  <a:lnTo>
                    <a:pt x="1" y="1374"/>
                  </a:lnTo>
                  <a:cubicBezTo>
                    <a:pt x="1" y="1498"/>
                    <a:pt x="96" y="1593"/>
                    <a:pt x="211" y="1593"/>
                  </a:cubicBezTo>
                  <a:lnTo>
                    <a:pt x="7948" y="1593"/>
                  </a:lnTo>
                  <a:cubicBezTo>
                    <a:pt x="8072" y="1593"/>
                    <a:pt x="8167" y="1498"/>
                    <a:pt x="8167" y="1374"/>
                  </a:cubicBezTo>
                  <a:lnTo>
                    <a:pt x="8167" y="220"/>
                  </a:lnTo>
                  <a:cubicBezTo>
                    <a:pt x="8167" y="96"/>
                    <a:pt x="8072" y="0"/>
                    <a:pt x="7948" y="0"/>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6" name="Google Shape;11136;p64"/>
            <p:cNvSpPr/>
            <p:nvPr/>
          </p:nvSpPr>
          <p:spPr>
            <a:xfrm>
              <a:off x="3149327" y="3664308"/>
              <a:ext cx="15999" cy="41739"/>
            </a:xfrm>
            <a:custGeom>
              <a:avLst/>
              <a:gdLst/>
              <a:ahLst/>
              <a:cxnLst/>
              <a:rect l="l" t="t" r="r" b="b"/>
              <a:pathLst>
                <a:path w="611" h="1594" extrusionOk="0">
                  <a:moveTo>
                    <a:pt x="220" y="0"/>
                  </a:moveTo>
                  <a:cubicBezTo>
                    <a:pt x="105" y="0"/>
                    <a:pt x="0" y="96"/>
                    <a:pt x="0" y="210"/>
                  </a:cubicBezTo>
                  <a:lnTo>
                    <a:pt x="0" y="1374"/>
                  </a:lnTo>
                  <a:cubicBezTo>
                    <a:pt x="0" y="1498"/>
                    <a:pt x="105" y="1593"/>
                    <a:pt x="220" y="1593"/>
                  </a:cubicBezTo>
                  <a:lnTo>
                    <a:pt x="611" y="1593"/>
                  </a:lnTo>
                  <a:lnTo>
                    <a:pt x="611" y="0"/>
                  </a:ln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7" name="Google Shape;11137;p64"/>
            <p:cNvSpPr/>
            <p:nvPr/>
          </p:nvSpPr>
          <p:spPr>
            <a:xfrm>
              <a:off x="3251239" y="3346868"/>
              <a:ext cx="10762" cy="101886"/>
            </a:xfrm>
            <a:custGeom>
              <a:avLst/>
              <a:gdLst/>
              <a:ahLst/>
              <a:cxnLst/>
              <a:rect l="l" t="t" r="r" b="b"/>
              <a:pathLst>
                <a:path w="411" h="3891" extrusionOk="0">
                  <a:moveTo>
                    <a:pt x="201" y="0"/>
                  </a:moveTo>
                  <a:cubicBezTo>
                    <a:pt x="101" y="0"/>
                    <a:pt x="1" y="69"/>
                    <a:pt x="1" y="208"/>
                  </a:cubicBezTo>
                  <a:lnTo>
                    <a:pt x="1" y="3690"/>
                  </a:lnTo>
                  <a:cubicBezTo>
                    <a:pt x="1" y="3795"/>
                    <a:pt x="87" y="3890"/>
                    <a:pt x="201" y="3890"/>
                  </a:cubicBezTo>
                  <a:cubicBezTo>
                    <a:pt x="315" y="3890"/>
                    <a:pt x="411" y="3795"/>
                    <a:pt x="401" y="3680"/>
                  </a:cubicBezTo>
                  <a:lnTo>
                    <a:pt x="401" y="208"/>
                  </a:lnTo>
                  <a:cubicBezTo>
                    <a:pt x="401" y="69"/>
                    <a:pt x="301" y="0"/>
                    <a:pt x="20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8" name="Google Shape;11138;p64"/>
            <p:cNvSpPr/>
            <p:nvPr/>
          </p:nvSpPr>
          <p:spPr>
            <a:xfrm>
              <a:off x="3173155" y="3365485"/>
              <a:ext cx="58131" cy="90260"/>
            </a:xfrm>
            <a:custGeom>
              <a:avLst/>
              <a:gdLst/>
              <a:ahLst/>
              <a:cxnLst/>
              <a:rect l="l" t="t" r="r" b="b"/>
              <a:pathLst>
                <a:path w="2220" h="3447" extrusionOk="0">
                  <a:moveTo>
                    <a:pt x="281" y="0"/>
                  </a:moveTo>
                  <a:cubicBezTo>
                    <a:pt x="141" y="0"/>
                    <a:pt x="1" y="145"/>
                    <a:pt x="92" y="308"/>
                  </a:cubicBezTo>
                  <a:lnTo>
                    <a:pt x="1781" y="3341"/>
                  </a:lnTo>
                  <a:cubicBezTo>
                    <a:pt x="1819" y="3408"/>
                    <a:pt x="1886" y="3446"/>
                    <a:pt x="1962" y="3446"/>
                  </a:cubicBezTo>
                  <a:cubicBezTo>
                    <a:pt x="2115" y="3446"/>
                    <a:pt x="2219" y="3275"/>
                    <a:pt x="2143" y="3141"/>
                  </a:cubicBezTo>
                  <a:lnTo>
                    <a:pt x="455" y="107"/>
                  </a:lnTo>
                  <a:cubicBezTo>
                    <a:pt x="412" y="32"/>
                    <a:pt x="347" y="0"/>
                    <a:pt x="28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9" name="Google Shape;11139;p64"/>
            <p:cNvSpPr/>
            <p:nvPr/>
          </p:nvSpPr>
          <p:spPr>
            <a:xfrm>
              <a:off x="3114815" y="3419767"/>
              <a:ext cx="94999" cy="53208"/>
            </a:xfrm>
            <a:custGeom>
              <a:avLst/>
              <a:gdLst/>
              <a:ahLst/>
              <a:cxnLst/>
              <a:rect l="l" t="t" r="r" b="b"/>
              <a:pathLst>
                <a:path w="3628" h="2032" extrusionOk="0">
                  <a:moveTo>
                    <a:pt x="289" y="1"/>
                  </a:moveTo>
                  <a:cubicBezTo>
                    <a:pt x="107" y="1"/>
                    <a:pt x="0" y="255"/>
                    <a:pt x="183" y="372"/>
                  </a:cubicBezTo>
                  <a:lnTo>
                    <a:pt x="3245" y="2003"/>
                  </a:lnTo>
                  <a:cubicBezTo>
                    <a:pt x="3274" y="2013"/>
                    <a:pt x="3312" y="2022"/>
                    <a:pt x="3341" y="2022"/>
                  </a:cubicBezTo>
                  <a:lnTo>
                    <a:pt x="3341" y="2032"/>
                  </a:lnTo>
                  <a:cubicBezTo>
                    <a:pt x="3560" y="2022"/>
                    <a:pt x="3627" y="1745"/>
                    <a:pt x="3436" y="1640"/>
                  </a:cubicBezTo>
                  <a:lnTo>
                    <a:pt x="374" y="19"/>
                  </a:lnTo>
                  <a:cubicBezTo>
                    <a:pt x="345" y="6"/>
                    <a:pt x="316" y="1"/>
                    <a:pt x="289"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0" name="Google Shape;11140;p64"/>
            <p:cNvSpPr/>
            <p:nvPr/>
          </p:nvSpPr>
          <p:spPr>
            <a:xfrm>
              <a:off x="3281718" y="3365485"/>
              <a:ext cx="57947" cy="90260"/>
            </a:xfrm>
            <a:custGeom>
              <a:avLst/>
              <a:gdLst/>
              <a:ahLst/>
              <a:cxnLst/>
              <a:rect l="l" t="t" r="r" b="b"/>
              <a:pathLst>
                <a:path w="2213" h="3447" extrusionOk="0">
                  <a:moveTo>
                    <a:pt x="1937" y="0"/>
                  </a:moveTo>
                  <a:cubicBezTo>
                    <a:pt x="1872" y="0"/>
                    <a:pt x="1808" y="32"/>
                    <a:pt x="1765" y="107"/>
                  </a:cubicBezTo>
                  <a:lnTo>
                    <a:pt x="77" y="3141"/>
                  </a:lnTo>
                  <a:cubicBezTo>
                    <a:pt x="1" y="3275"/>
                    <a:pt x="96" y="3446"/>
                    <a:pt x="258" y="3446"/>
                  </a:cubicBezTo>
                  <a:cubicBezTo>
                    <a:pt x="325" y="3446"/>
                    <a:pt x="401" y="3408"/>
                    <a:pt x="439" y="3341"/>
                  </a:cubicBezTo>
                  <a:lnTo>
                    <a:pt x="2128" y="308"/>
                  </a:lnTo>
                  <a:cubicBezTo>
                    <a:pt x="2213" y="145"/>
                    <a:pt x="2075" y="0"/>
                    <a:pt x="193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1" name="Google Shape;11141;p64"/>
            <p:cNvSpPr/>
            <p:nvPr/>
          </p:nvSpPr>
          <p:spPr>
            <a:xfrm>
              <a:off x="3303190" y="3419610"/>
              <a:ext cx="94842" cy="53129"/>
            </a:xfrm>
            <a:custGeom>
              <a:avLst/>
              <a:gdLst/>
              <a:ahLst/>
              <a:cxnLst/>
              <a:rect l="l" t="t" r="r" b="b"/>
              <a:pathLst>
                <a:path w="3622" h="2029" extrusionOk="0">
                  <a:moveTo>
                    <a:pt x="3333" y="0"/>
                  </a:moveTo>
                  <a:cubicBezTo>
                    <a:pt x="3308" y="0"/>
                    <a:pt x="3282" y="5"/>
                    <a:pt x="3254" y="15"/>
                  </a:cubicBezTo>
                  <a:lnTo>
                    <a:pt x="182" y="1646"/>
                  </a:lnTo>
                  <a:cubicBezTo>
                    <a:pt x="1" y="1742"/>
                    <a:pt x="68" y="2028"/>
                    <a:pt x="278" y="2028"/>
                  </a:cubicBezTo>
                  <a:cubicBezTo>
                    <a:pt x="316" y="2028"/>
                    <a:pt x="344" y="2019"/>
                    <a:pt x="373" y="2009"/>
                  </a:cubicBezTo>
                  <a:lnTo>
                    <a:pt x="3445" y="378"/>
                  </a:lnTo>
                  <a:cubicBezTo>
                    <a:pt x="3621" y="252"/>
                    <a:pt x="3517" y="0"/>
                    <a:pt x="3333"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2" name="Google Shape;11142;p64"/>
            <p:cNvSpPr/>
            <p:nvPr/>
          </p:nvSpPr>
          <p:spPr>
            <a:xfrm>
              <a:off x="3228510" y="3561375"/>
              <a:ext cx="54229" cy="53993"/>
            </a:xfrm>
            <a:custGeom>
              <a:avLst/>
              <a:gdLst/>
              <a:ahLst/>
              <a:cxnLst/>
              <a:rect l="l" t="t" r="r" b="b"/>
              <a:pathLst>
                <a:path w="2071" h="2062" extrusionOk="0">
                  <a:moveTo>
                    <a:pt x="1031" y="1"/>
                  </a:moveTo>
                  <a:cubicBezTo>
                    <a:pt x="468" y="1"/>
                    <a:pt x="1" y="468"/>
                    <a:pt x="1" y="1031"/>
                  </a:cubicBezTo>
                  <a:cubicBezTo>
                    <a:pt x="1" y="1603"/>
                    <a:pt x="468" y="2061"/>
                    <a:pt x="1031" y="2061"/>
                  </a:cubicBezTo>
                  <a:cubicBezTo>
                    <a:pt x="1603" y="2061"/>
                    <a:pt x="2071" y="1603"/>
                    <a:pt x="2071" y="1031"/>
                  </a:cubicBezTo>
                  <a:cubicBezTo>
                    <a:pt x="2071" y="468"/>
                    <a:pt x="1603" y="1"/>
                    <a:pt x="103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43" name="Google Shape;11143;p64"/>
          <p:cNvGrpSpPr/>
          <p:nvPr/>
        </p:nvGrpSpPr>
        <p:grpSpPr>
          <a:xfrm>
            <a:off x="3946648" y="3202693"/>
            <a:ext cx="378661" cy="346558"/>
            <a:chOff x="3973186" y="3353231"/>
            <a:chExt cx="378661" cy="346558"/>
          </a:xfrm>
        </p:grpSpPr>
        <p:sp>
          <p:nvSpPr>
            <p:cNvPr id="11144" name="Google Shape;11144;p64"/>
            <p:cNvSpPr/>
            <p:nvPr/>
          </p:nvSpPr>
          <p:spPr>
            <a:xfrm>
              <a:off x="4033882" y="3477190"/>
              <a:ext cx="34486" cy="34512"/>
            </a:xfrm>
            <a:custGeom>
              <a:avLst/>
              <a:gdLst/>
              <a:ahLst/>
              <a:cxnLst/>
              <a:rect l="l" t="t" r="r" b="b"/>
              <a:pathLst>
                <a:path w="1317" h="1318" extrusionOk="0">
                  <a:moveTo>
                    <a:pt x="659" y="1"/>
                  </a:moveTo>
                  <a:cubicBezTo>
                    <a:pt x="296" y="1"/>
                    <a:pt x="0" y="297"/>
                    <a:pt x="0" y="659"/>
                  </a:cubicBezTo>
                  <a:cubicBezTo>
                    <a:pt x="0" y="1022"/>
                    <a:pt x="296" y="1317"/>
                    <a:pt x="659" y="1317"/>
                  </a:cubicBezTo>
                  <a:cubicBezTo>
                    <a:pt x="1021" y="1317"/>
                    <a:pt x="1317" y="1022"/>
                    <a:pt x="1317" y="659"/>
                  </a:cubicBezTo>
                  <a:cubicBezTo>
                    <a:pt x="1317" y="297"/>
                    <a:pt x="1021" y="1"/>
                    <a:pt x="659"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5" name="Google Shape;11145;p64"/>
            <p:cNvSpPr/>
            <p:nvPr/>
          </p:nvSpPr>
          <p:spPr>
            <a:xfrm>
              <a:off x="4144278" y="3477190"/>
              <a:ext cx="34512" cy="34512"/>
            </a:xfrm>
            <a:custGeom>
              <a:avLst/>
              <a:gdLst/>
              <a:ahLst/>
              <a:cxnLst/>
              <a:rect l="l" t="t" r="r" b="b"/>
              <a:pathLst>
                <a:path w="1318" h="1318" extrusionOk="0">
                  <a:moveTo>
                    <a:pt x="659" y="1"/>
                  </a:moveTo>
                  <a:cubicBezTo>
                    <a:pt x="297" y="1"/>
                    <a:pt x="1" y="297"/>
                    <a:pt x="1" y="659"/>
                  </a:cubicBezTo>
                  <a:cubicBezTo>
                    <a:pt x="1" y="1022"/>
                    <a:pt x="297" y="1317"/>
                    <a:pt x="659" y="1317"/>
                  </a:cubicBezTo>
                  <a:cubicBezTo>
                    <a:pt x="1022" y="1317"/>
                    <a:pt x="1317" y="1022"/>
                    <a:pt x="1317" y="659"/>
                  </a:cubicBezTo>
                  <a:cubicBezTo>
                    <a:pt x="1317" y="297"/>
                    <a:pt x="1022" y="1"/>
                    <a:pt x="659"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6" name="Google Shape;11146;p64"/>
            <p:cNvSpPr/>
            <p:nvPr/>
          </p:nvSpPr>
          <p:spPr>
            <a:xfrm>
              <a:off x="4172768" y="3353231"/>
              <a:ext cx="179079" cy="150852"/>
            </a:xfrm>
            <a:custGeom>
              <a:avLst/>
              <a:gdLst/>
              <a:ahLst/>
              <a:cxnLst/>
              <a:rect l="l" t="t" r="r" b="b"/>
              <a:pathLst>
                <a:path w="6839" h="5761" extrusionOk="0">
                  <a:moveTo>
                    <a:pt x="3442" y="1"/>
                  </a:moveTo>
                  <a:cubicBezTo>
                    <a:pt x="3405" y="1"/>
                    <a:pt x="3368" y="1"/>
                    <a:pt x="3330" y="3"/>
                  </a:cubicBezTo>
                  <a:cubicBezTo>
                    <a:pt x="1155" y="98"/>
                    <a:pt x="1" y="2617"/>
                    <a:pt x="1355" y="4325"/>
                  </a:cubicBezTo>
                  <a:lnTo>
                    <a:pt x="1298" y="5527"/>
                  </a:lnTo>
                  <a:cubicBezTo>
                    <a:pt x="1290" y="5661"/>
                    <a:pt x="1394" y="5761"/>
                    <a:pt x="1513" y="5761"/>
                  </a:cubicBezTo>
                  <a:cubicBezTo>
                    <a:pt x="1546" y="5761"/>
                    <a:pt x="1580" y="5753"/>
                    <a:pt x="1613" y="5736"/>
                  </a:cubicBezTo>
                  <a:lnTo>
                    <a:pt x="2710" y="5231"/>
                  </a:lnTo>
                  <a:cubicBezTo>
                    <a:pt x="2949" y="5299"/>
                    <a:pt x="3192" y="5332"/>
                    <a:pt x="3432" y="5332"/>
                  </a:cubicBezTo>
                  <a:cubicBezTo>
                    <a:pt x="4306" y="5332"/>
                    <a:pt x="5147" y="4899"/>
                    <a:pt x="5648" y="4143"/>
                  </a:cubicBezTo>
                  <a:cubicBezTo>
                    <a:pt x="6839" y="2371"/>
                    <a:pt x="5551" y="1"/>
                    <a:pt x="3442"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7" name="Google Shape;11147;p64"/>
            <p:cNvSpPr/>
            <p:nvPr/>
          </p:nvSpPr>
          <p:spPr>
            <a:xfrm>
              <a:off x="4080335" y="3527649"/>
              <a:ext cx="52003" cy="93952"/>
            </a:xfrm>
            <a:custGeom>
              <a:avLst/>
              <a:gdLst/>
              <a:ahLst/>
              <a:cxnLst/>
              <a:rect l="l" t="t" r="r" b="b"/>
              <a:pathLst>
                <a:path w="1986" h="3588" extrusionOk="0">
                  <a:moveTo>
                    <a:pt x="1" y="1"/>
                  </a:moveTo>
                  <a:lnTo>
                    <a:pt x="1" y="2729"/>
                  </a:lnTo>
                  <a:lnTo>
                    <a:pt x="993" y="3588"/>
                  </a:lnTo>
                  <a:lnTo>
                    <a:pt x="1985" y="2729"/>
                  </a:lnTo>
                  <a:lnTo>
                    <a:pt x="1985"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8" name="Google Shape;11148;p64"/>
            <p:cNvSpPr/>
            <p:nvPr/>
          </p:nvSpPr>
          <p:spPr>
            <a:xfrm>
              <a:off x="3973186" y="3585858"/>
              <a:ext cx="265804" cy="113695"/>
            </a:xfrm>
            <a:custGeom>
              <a:avLst/>
              <a:gdLst/>
              <a:ahLst/>
              <a:cxnLst/>
              <a:rect l="l" t="t" r="r" b="b"/>
              <a:pathLst>
                <a:path w="10151" h="4342" extrusionOk="0">
                  <a:moveTo>
                    <a:pt x="4083" y="1"/>
                  </a:moveTo>
                  <a:lnTo>
                    <a:pt x="1822" y="726"/>
                  </a:lnTo>
                  <a:cubicBezTo>
                    <a:pt x="735" y="1069"/>
                    <a:pt x="0" y="2080"/>
                    <a:pt x="0" y="3216"/>
                  </a:cubicBezTo>
                  <a:lnTo>
                    <a:pt x="0" y="4122"/>
                  </a:lnTo>
                  <a:cubicBezTo>
                    <a:pt x="0" y="4236"/>
                    <a:pt x="95" y="4341"/>
                    <a:pt x="220" y="4341"/>
                  </a:cubicBezTo>
                  <a:lnTo>
                    <a:pt x="9931" y="4341"/>
                  </a:lnTo>
                  <a:cubicBezTo>
                    <a:pt x="10046" y="4341"/>
                    <a:pt x="10151" y="4236"/>
                    <a:pt x="10151" y="4122"/>
                  </a:cubicBezTo>
                  <a:lnTo>
                    <a:pt x="10151" y="3216"/>
                  </a:lnTo>
                  <a:cubicBezTo>
                    <a:pt x="10151" y="2080"/>
                    <a:pt x="9416" y="1079"/>
                    <a:pt x="8338" y="726"/>
                  </a:cubicBezTo>
                  <a:lnTo>
                    <a:pt x="6077" y="1"/>
                  </a:lnTo>
                  <a:lnTo>
                    <a:pt x="5085" y="697"/>
                  </a:lnTo>
                  <a:lnTo>
                    <a:pt x="4083"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9" name="Google Shape;11149;p64"/>
            <p:cNvSpPr/>
            <p:nvPr/>
          </p:nvSpPr>
          <p:spPr>
            <a:xfrm>
              <a:off x="4051112" y="3405260"/>
              <a:ext cx="110448" cy="151768"/>
            </a:xfrm>
            <a:custGeom>
              <a:avLst/>
              <a:gdLst/>
              <a:ahLst/>
              <a:cxnLst/>
              <a:rect l="l" t="t" r="r" b="b"/>
              <a:pathLst>
                <a:path w="4218" h="5796" extrusionOk="0">
                  <a:moveTo>
                    <a:pt x="1651" y="0"/>
                  </a:moveTo>
                  <a:cubicBezTo>
                    <a:pt x="1584" y="0"/>
                    <a:pt x="1517" y="0"/>
                    <a:pt x="1460" y="10"/>
                  </a:cubicBezTo>
                  <a:cubicBezTo>
                    <a:pt x="630" y="105"/>
                    <a:pt x="1" y="811"/>
                    <a:pt x="1" y="1641"/>
                  </a:cubicBezTo>
                  <a:lnTo>
                    <a:pt x="1" y="3320"/>
                  </a:lnTo>
                  <a:cubicBezTo>
                    <a:pt x="1" y="4198"/>
                    <a:pt x="468" y="5009"/>
                    <a:pt x="1222" y="5457"/>
                  </a:cubicBezTo>
                  <a:lnTo>
                    <a:pt x="1527" y="5638"/>
                  </a:lnTo>
                  <a:cubicBezTo>
                    <a:pt x="1708" y="5743"/>
                    <a:pt x="1909" y="5796"/>
                    <a:pt x="2109" y="5796"/>
                  </a:cubicBezTo>
                  <a:cubicBezTo>
                    <a:pt x="2309" y="5796"/>
                    <a:pt x="2510" y="5743"/>
                    <a:pt x="2691" y="5638"/>
                  </a:cubicBezTo>
                  <a:lnTo>
                    <a:pt x="2996" y="5457"/>
                  </a:lnTo>
                  <a:cubicBezTo>
                    <a:pt x="3750" y="5009"/>
                    <a:pt x="4217" y="4198"/>
                    <a:pt x="4217" y="3320"/>
                  </a:cubicBezTo>
                  <a:lnTo>
                    <a:pt x="4217" y="1641"/>
                  </a:lnTo>
                  <a:cubicBezTo>
                    <a:pt x="4217" y="735"/>
                    <a:pt x="3483" y="0"/>
                    <a:pt x="2576"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0" name="Google Shape;11150;p64"/>
            <p:cNvSpPr/>
            <p:nvPr/>
          </p:nvSpPr>
          <p:spPr>
            <a:xfrm>
              <a:off x="4051112" y="3405496"/>
              <a:ext cx="37994" cy="49987"/>
            </a:xfrm>
            <a:custGeom>
              <a:avLst/>
              <a:gdLst/>
              <a:ahLst/>
              <a:cxnLst/>
              <a:rect l="l" t="t" r="r" b="b"/>
              <a:pathLst>
                <a:path w="1451" h="1909" extrusionOk="0">
                  <a:moveTo>
                    <a:pt x="1451" y="1"/>
                  </a:moveTo>
                  <a:lnTo>
                    <a:pt x="1451" y="1"/>
                  </a:lnTo>
                  <a:cubicBezTo>
                    <a:pt x="621" y="96"/>
                    <a:pt x="1" y="802"/>
                    <a:pt x="1" y="1642"/>
                  </a:cubicBezTo>
                  <a:lnTo>
                    <a:pt x="1" y="1909"/>
                  </a:lnTo>
                  <a:cubicBezTo>
                    <a:pt x="1" y="1909"/>
                    <a:pt x="1069" y="1584"/>
                    <a:pt x="1451" y="1"/>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1" name="Google Shape;11151;p64"/>
            <p:cNvSpPr/>
            <p:nvPr/>
          </p:nvSpPr>
          <p:spPr>
            <a:xfrm>
              <a:off x="4089080" y="3405260"/>
              <a:ext cx="72480" cy="71956"/>
            </a:xfrm>
            <a:custGeom>
              <a:avLst/>
              <a:gdLst/>
              <a:ahLst/>
              <a:cxnLst/>
              <a:rect l="l" t="t" r="r" b="b"/>
              <a:pathLst>
                <a:path w="2768" h="2748" extrusionOk="0">
                  <a:moveTo>
                    <a:pt x="191" y="0"/>
                  </a:moveTo>
                  <a:cubicBezTo>
                    <a:pt x="134" y="0"/>
                    <a:pt x="67" y="0"/>
                    <a:pt x="1" y="10"/>
                  </a:cubicBezTo>
                  <a:cubicBezTo>
                    <a:pt x="1" y="10"/>
                    <a:pt x="296" y="2748"/>
                    <a:pt x="2767" y="2748"/>
                  </a:cubicBezTo>
                  <a:lnTo>
                    <a:pt x="2767" y="1641"/>
                  </a:lnTo>
                  <a:cubicBezTo>
                    <a:pt x="2767" y="735"/>
                    <a:pt x="2033" y="0"/>
                    <a:pt x="1126" y="0"/>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2" name="Google Shape;11152;p64"/>
            <p:cNvSpPr/>
            <p:nvPr/>
          </p:nvSpPr>
          <p:spPr>
            <a:xfrm>
              <a:off x="4094317" y="3475384"/>
              <a:ext cx="24012" cy="37811"/>
            </a:xfrm>
            <a:custGeom>
              <a:avLst/>
              <a:gdLst/>
              <a:ahLst/>
              <a:cxnLst/>
              <a:rect l="l" t="t" r="r" b="b"/>
              <a:pathLst>
                <a:path w="917" h="1444" extrusionOk="0">
                  <a:moveTo>
                    <a:pt x="219" y="1"/>
                  </a:moveTo>
                  <a:cubicBezTo>
                    <a:pt x="111" y="1"/>
                    <a:pt x="1" y="75"/>
                    <a:pt x="11" y="222"/>
                  </a:cubicBezTo>
                  <a:lnTo>
                    <a:pt x="11" y="1234"/>
                  </a:lnTo>
                  <a:cubicBezTo>
                    <a:pt x="11" y="1348"/>
                    <a:pt x="106" y="1444"/>
                    <a:pt x="220" y="1444"/>
                  </a:cubicBezTo>
                  <a:lnTo>
                    <a:pt x="659" y="1444"/>
                  </a:lnTo>
                  <a:cubicBezTo>
                    <a:pt x="917" y="1424"/>
                    <a:pt x="917" y="1043"/>
                    <a:pt x="659" y="1024"/>
                  </a:cubicBezTo>
                  <a:lnTo>
                    <a:pt x="421" y="1024"/>
                  </a:lnTo>
                  <a:lnTo>
                    <a:pt x="421" y="222"/>
                  </a:lnTo>
                  <a:cubicBezTo>
                    <a:pt x="435" y="75"/>
                    <a:pt x="328" y="1"/>
                    <a:pt x="219" y="1"/>
                  </a:cubicBez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3" name="Google Shape;11153;p64"/>
            <p:cNvSpPr/>
            <p:nvPr/>
          </p:nvSpPr>
          <p:spPr>
            <a:xfrm>
              <a:off x="4087823" y="3604345"/>
              <a:ext cx="36999" cy="95209"/>
            </a:xfrm>
            <a:custGeom>
              <a:avLst/>
              <a:gdLst/>
              <a:ahLst/>
              <a:cxnLst/>
              <a:rect l="l" t="t" r="r" b="b"/>
              <a:pathLst>
                <a:path w="1413" h="3636" extrusionOk="0">
                  <a:moveTo>
                    <a:pt x="1" y="1"/>
                  </a:moveTo>
                  <a:lnTo>
                    <a:pt x="1" y="859"/>
                  </a:lnTo>
                  <a:lnTo>
                    <a:pt x="230" y="1222"/>
                  </a:lnTo>
                  <a:lnTo>
                    <a:pt x="1" y="3635"/>
                  </a:lnTo>
                  <a:lnTo>
                    <a:pt x="1413" y="3635"/>
                  </a:lnTo>
                  <a:lnTo>
                    <a:pt x="1193" y="1222"/>
                  </a:lnTo>
                  <a:lnTo>
                    <a:pt x="1413" y="859"/>
                  </a:lnTo>
                  <a:lnTo>
                    <a:pt x="1413"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4" name="Google Shape;11154;p64"/>
            <p:cNvSpPr/>
            <p:nvPr/>
          </p:nvSpPr>
          <p:spPr>
            <a:xfrm>
              <a:off x="4080335" y="3586120"/>
              <a:ext cx="26002" cy="38963"/>
            </a:xfrm>
            <a:custGeom>
              <a:avLst/>
              <a:gdLst/>
              <a:ahLst/>
              <a:cxnLst/>
              <a:rect l="l" t="t" r="r" b="b"/>
              <a:pathLst>
                <a:path w="993" h="1488" extrusionOk="0">
                  <a:moveTo>
                    <a:pt x="1" y="0"/>
                  </a:moveTo>
                  <a:lnTo>
                    <a:pt x="1" y="1269"/>
                  </a:lnTo>
                  <a:cubicBezTo>
                    <a:pt x="1" y="1401"/>
                    <a:pt x="112" y="1487"/>
                    <a:pt x="227" y="1487"/>
                  </a:cubicBezTo>
                  <a:cubicBezTo>
                    <a:pt x="286" y="1487"/>
                    <a:pt x="346" y="1464"/>
                    <a:pt x="392" y="1412"/>
                  </a:cubicBezTo>
                  <a:lnTo>
                    <a:pt x="993" y="697"/>
                  </a:lnTo>
                  <a:lnTo>
                    <a:pt x="1"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5" name="Google Shape;11155;p64"/>
            <p:cNvSpPr/>
            <p:nvPr/>
          </p:nvSpPr>
          <p:spPr>
            <a:xfrm>
              <a:off x="4106310" y="3586120"/>
              <a:ext cx="26028" cy="38963"/>
            </a:xfrm>
            <a:custGeom>
              <a:avLst/>
              <a:gdLst/>
              <a:ahLst/>
              <a:cxnLst/>
              <a:rect l="l" t="t" r="r" b="b"/>
              <a:pathLst>
                <a:path w="994" h="1488" extrusionOk="0">
                  <a:moveTo>
                    <a:pt x="993" y="0"/>
                  </a:moveTo>
                  <a:lnTo>
                    <a:pt x="1" y="697"/>
                  </a:lnTo>
                  <a:lnTo>
                    <a:pt x="611" y="1412"/>
                  </a:lnTo>
                  <a:cubicBezTo>
                    <a:pt x="657" y="1464"/>
                    <a:pt x="716" y="1487"/>
                    <a:pt x="774" y="1487"/>
                  </a:cubicBezTo>
                  <a:cubicBezTo>
                    <a:pt x="885" y="1487"/>
                    <a:pt x="993" y="1401"/>
                    <a:pt x="993" y="1269"/>
                  </a:cubicBezTo>
                  <a:lnTo>
                    <a:pt x="993"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6" name="Google Shape;11156;p64"/>
            <p:cNvSpPr/>
            <p:nvPr/>
          </p:nvSpPr>
          <p:spPr>
            <a:xfrm>
              <a:off x="3973421" y="3586120"/>
              <a:ext cx="106940" cy="113669"/>
            </a:xfrm>
            <a:custGeom>
              <a:avLst/>
              <a:gdLst/>
              <a:ahLst/>
              <a:cxnLst/>
              <a:rect l="l" t="t" r="r" b="b"/>
              <a:pathLst>
                <a:path w="4084" h="4341" extrusionOk="0">
                  <a:moveTo>
                    <a:pt x="4084" y="0"/>
                  </a:moveTo>
                  <a:lnTo>
                    <a:pt x="1823" y="716"/>
                  </a:lnTo>
                  <a:cubicBezTo>
                    <a:pt x="735" y="1069"/>
                    <a:pt x="1" y="2080"/>
                    <a:pt x="1" y="3215"/>
                  </a:cubicBezTo>
                  <a:lnTo>
                    <a:pt x="1" y="4121"/>
                  </a:lnTo>
                  <a:cubicBezTo>
                    <a:pt x="1" y="4236"/>
                    <a:pt x="106" y="4341"/>
                    <a:pt x="220" y="4341"/>
                  </a:cubicBezTo>
                  <a:lnTo>
                    <a:pt x="4084" y="4341"/>
                  </a:lnTo>
                  <a:lnTo>
                    <a:pt x="4084"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7" name="Google Shape;11157;p64"/>
            <p:cNvSpPr/>
            <p:nvPr/>
          </p:nvSpPr>
          <p:spPr>
            <a:xfrm>
              <a:off x="4132312" y="3586120"/>
              <a:ext cx="106940" cy="113433"/>
            </a:xfrm>
            <a:custGeom>
              <a:avLst/>
              <a:gdLst/>
              <a:ahLst/>
              <a:cxnLst/>
              <a:rect l="l" t="t" r="r" b="b"/>
              <a:pathLst>
                <a:path w="4084" h="4332" extrusionOk="0">
                  <a:moveTo>
                    <a:pt x="0" y="0"/>
                  </a:moveTo>
                  <a:lnTo>
                    <a:pt x="0" y="4331"/>
                  </a:lnTo>
                  <a:lnTo>
                    <a:pt x="3864" y="4331"/>
                  </a:lnTo>
                  <a:cubicBezTo>
                    <a:pt x="3988" y="4331"/>
                    <a:pt x="4083" y="4236"/>
                    <a:pt x="4083" y="4112"/>
                  </a:cubicBezTo>
                  <a:lnTo>
                    <a:pt x="4083" y="3215"/>
                  </a:lnTo>
                  <a:cubicBezTo>
                    <a:pt x="4083" y="2080"/>
                    <a:pt x="3349" y="1069"/>
                    <a:pt x="2271" y="725"/>
                  </a:cubicBezTo>
                  <a:lnTo>
                    <a:pt x="0" y="0"/>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8" name="Google Shape;11158;p64"/>
            <p:cNvSpPr/>
            <p:nvPr/>
          </p:nvSpPr>
          <p:spPr>
            <a:xfrm>
              <a:off x="3973421" y="3598610"/>
              <a:ext cx="67714" cy="100943"/>
            </a:xfrm>
            <a:custGeom>
              <a:avLst/>
              <a:gdLst/>
              <a:ahLst/>
              <a:cxnLst/>
              <a:rect l="l" t="t" r="r" b="b"/>
              <a:pathLst>
                <a:path w="2586" h="3855" extrusionOk="0">
                  <a:moveTo>
                    <a:pt x="2586" y="0"/>
                  </a:moveTo>
                  <a:lnTo>
                    <a:pt x="1823" y="239"/>
                  </a:lnTo>
                  <a:cubicBezTo>
                    <a:pt x="735" y="582"/>
                    <a:pt x="1" y="1593"/>
                    <a:pt x="1" y="2738"/>
                  </a:cubicBezTo>
                  <a:lnTo>
                    <a:pt x="1" y="3635"/>
                  </a:lnTo>
                  <a:cubicBezTo>
                    <a:pt x="1" y="3759"/>
                    <a:pt x="106" y="3854"/>
                    <a:pt x="220" y="3854"/>
                  </a:cubicBezTo>
                  <a:lnTo>
                    <a:pt x="602" y="3854"/>
                  </a:lnTo>
                  <a:lnTo>
                    <a:pt x="602" y="2738"/>
                  </a:lnTo>
                  <a:cubicBezTo>
                    <a:pt x="602" y="1603"/>
                    <a:pt x="1165" y="592"/>
                    <a:pt x="1994" y="248"/>
                  </a:cubicBezTo>
                  <a:lnTo>
                    <a:pt x="2586"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9" name="Google Shape;11159;p64"/>
            <p:cNvSpPr/>
            <p:nvPr/>
          </p:nvSpPr>
          <p:spPr>
            <a:xfrm>
              <a:off x="4171773" y="3598610"/>
              <a:ext cx="67479" cy="100943"/>
            </a:xfrm>
            <a:custGeom>
              <a:avLst/>
              <a:gdLst/>
              <a:ahLst/>
              <a:cxnLst/>
              <a:rect l="l" t="t" r="r" b="b"/>
              <a:pathLst>
                <a:path w="2577" h="3855" extrusionOk="0">
                  <a:moveTo>
                    <a:pt x="0" y="0"/>
                  </a:moveTo>
                  <a:lnTo>
                    <a:pt x="582" y="239"/>
                  </a:lnTo>
                  <a:cubicBezTo>
                    <a:pt x="1412" y="592"/>
                    <a:pt x="1975" y="1593"/>
                    <a:pt x="1975" y="2738"/>
                  </a:cubicBezTo>
                  <a:lnTo>
                    <a:pt x="1975" y="3854"/>
                  </a:lnTo>
                  <a:lnTo>
                    <a:pt x="2357" y="3854"/>
                  </a:lnTo>
                  <a:cubicBezTo>
                    <a:pt x="2481" y="3854"/>
                    <a:pt x="2576" y="3759"/>
                    <a:pt x="2576" y="3635"/>
                  </a:cubicBezTo>
                  <a:lnTo>
                    <a:pt x="2576" y="2738"/>
                  </a:lnTo>
                  <a:cubicBezTo>
                    <a:pt x="2576" y="1593"/>
                    <a:pt x="1842" y="582"/>
                    <a:pt x="754" y="239"/>
                  </a:cubicBezTo>
                  <a:lnTo>
                    <a:pt x="0"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0" name="Google Shape;11160;p64"/>
            <p:cNvSpPr/>
            <p:nvPr/>
          </p:nvSpPr>
          <p:spPr>
            <a:xfrm>
              <a:off x="4241320" y="3379232"/>
              <a:ext cx="45379" cy="65017"/>
            </a:xfrm>
            <a:custGeom>
              <a:avLst/>
              <a:gdLst/>
              <a:ahLst/>
              <a:cxnLst/>
              <a:rect l="l" t="t" r="r" b="b"/>
              <a:pathLst>
                <a:path w="1733" h="2483" extrusionOk="0">
                  <a:moveTo>
                    <a:pt x="839" y="1"/>
                  </a:moveTo>
                  <a:cubicBezTo>
                    <a:pt x="529" y="1"/>
                    <a:pt x="218" y="161"/>
                    <a:pt x="63" y="508"/>
                  </a:cubicBezTo>
                  <a:cubicBezTo>
                    <a:pt x="0" y="665"/>
                    <a:pt x="133" y="790"/>
                    <a:pt x="266" y="790"/>
                  </a:cubicBezTo>
                  <a:cubicBezTo>
                    <a:pt x="334" y="790"/>
                    <a:pt x="403" y="757"/>
                    <a:pt x="445" y="679"/>
                  </a:cubicBezTo>
                  <a:cubicBezTo>
                    <a:pt x="517" y="501"/>
                    <a:pt x="681" y="404"/>
                    <a:pt x="849" y="404"/>
                  </a:cubicBezTo>
                  <a:cubicBezTo>
                    <a:pt x="968" y="404"/>
                    <a:pt x="1088" y="453"/>
                    <a:pt x="1179" y="555"/>
                  </a:cubicBezTo>
                  <a:cubicBezTo>
                    <a:pt x="1389" y="794"/>
                    <a:pt x="1284" y="1176"/>
                    <a:pt x="979" y="1271"/>
                  </a:cubicBezTo>
                  <a:cubicBezTo>
                    <a:pt x="683" y="1366"/>
                    <a:pt x="502" y="1462"/>
                    <a:pt x="502" y="1643"/>
                  </a:cubicBezTo>
                  <a:lnTo>
                    <a:pt x="502" y="2282"/>
                  </a:lnTo>
                  <a:cubicBezTo>
                    <a:pt x="502" y="2397"/>
                    <a:pt x="588" y="2483"/>
                    <a:pt x="712" y="2483"/>
                  </a:cubicBezTo>
                  <a:cubicBezTo>
                    <a:pt x="817" y="2483"/>
                    <a:pt x="912" y="2397"/>
                    <a:pt x="912" y="2282"/>
                  </a:cubicBezTo>
                  <a:lnTo>
                    <a:pt x="912" y="1738"/>
                  </a:lnTo>
                  <a:cubicBezTo>
                    <a:pt x="979" y="1710"/>
                    <a:pt x="1036" y="1691"/>
                    <a:pt x="1103" y="1672"/>
                  </a:cubicBezTo>
                  <a:cubicBezTo>
                    <a:pt x="1485" y="1557"/>
                    <a:pt x="1733" y="1185"/>
                    <a:pt x="1704" y="794"/>
                  </a:cubicBezTo>
                  <a:cubicBezTo>
                    <a:pt x="1666" y="286"/>
                    <a:pt x="1253" y="1"/>
                    <a:pt x="83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1" name="Google Shape;11161;p64"/>
            <p:cNvSpPr/>
            <p:nvPr/>
          </p:nvSpPr>
          <p:spPr>
            <a:xfrm>
              <a:off x="4250458" y="3449644"/>
              <a:ext cx="17020" cy="14349"/>
            </a:xfrm>
            <a:custGeom>
              <a:avLst/>
              <a:gdLst/>
              <a:ahLst/>
              <a:cxnLst/>
              <a:rect l="l" t="t" r="r" b="b"/>
              <a:pathLst>
                <a:path w="650" h="548" extrusionOk="0">
                  <a:moveTo>
                    <a:pt x="368" y="0"/>
                  </a:moveTo>
                  <a:cubicBezTo>
                    <a:pt x="300" y="0"/>
                    <a:pt x="230" y="25"/>
                    <a:pt x="172" y="80"/>
                  </a:cubicBezTo>
                  <a:cubicBezTo>
                    <a:pt x="0" y="251"/>
                    <a:pt x="124" y="547"/>
                    <a:pt x="372" y="547"/>
                  </a:cubicBezTo>
                  <a:cubicBezTo>
                    <a:pt x="525" y="547"/>
                    <a:pt x="649" y="423"/>
                    <a:pt x="649" y="280"/>
                  </a:cubicBezTo>
                  <a:cubicBezTo>
                    <a:pt x="649" y="111"/>
                    <a:pt x="512" y="0"/>
                    <a:pt x="368"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62" name="Google Shape;11162;p64"/>
          <p:cNvGrpSpPr/>
          <p:nvPr/>
        </p:nvGrpSpPr>
        <p:grpSpPr>
          <a:xfrm>
            <a:off x="2126319" y="4112465"/>
            <a:ext cx="373241" cy="359127"/>
            <a:chOff x="2152857" y="4263002"/>
            <a:chExt cx="373241" cy="359127"/>
          </a:xfrm>
        </p:grpSpPr>
        <p:sp>
          <p:nvSpPr>
            <p:cNvPr id="11163" name="Google Shape;11163;p64"/>
            <p:cNvSpPr/>
            <p:nvPr/>
          </p:nvSpPr>
          <p:spPr>
            <a:xfrm>
              <a:off x="2152857" y="4354493"/>
              <a:ext cx="275309" cy="267637"/>
            </a:xfrm>
            <a:custGeom>
              <a:avLst/>
              <a:gdLst/>
              <a:ahLst/>
              <a:cxnLst/>
              <a:rect l="l" t="t" r="r" b="b"/>
              <a:pathLst>
                <a:path w="10514" h="10221" extrusionOk="0">
                  <a:moveTo>
                    <a:pt x="2452" y="1"/>
                  </a:moveTo>
                  <a:lnTo>
                    <a:pt x="1632" y="430"/>
                  </a:lnTo>
                  <a:lnTo>
                    <a:pt x="1403" y="554"/>
                  </a:lnTo>
                  <a:cubicBezTo>
                    <a:pt x="401" y="1079"/>
                    <a:pt x="1" y="2310"/>
                    <a:pt x="506" y="3321"/>
                  </a:cubicBezTo>
                  <a:cubicBezTo>
                    <a:pt x="1174" y="4666"/>
                    <a:pt x="5848" y="9340"/>
                    <a:pt x="7194" y="10008"/>
                  </a:cubicBezTo>
                  <a:cubicBezTo>
                    <a:pt x="7487" y="10152"/>
                    <a:pt x="7800" y="10221"/>
                    <a:pt x="8108" y="10221"/>
                  </a:cubicBezTo>
                  <a:cubicBezTo>
                    <a:pt x="8860" y="10221"/>
                    <a:pt x="9588" y="9813"/>
                    <a:pt x="9960" y="9102"/>
                  </a:cubicBezTo>
                  <a:lnTo>
                    <a:pt x="10075" y="8873"/>
                  </a:lnTo>
                  <a:lnTo>
                    <a:pt x="10514" y="8053"/>
                  </a:lnTo>
                  <a:lnTo>
                    <a:pt x="8129" y="6717"/>
                  </a:lnTo>
                  <a:lnTo>
                    <a:pt x="7909" y="7232"/>
                  </a:lnTo>
                  <a:cubicBezTo>
                    <a:pt x="7752" y="7616"/>
                    <a:pt x="7387" y="7834"/>
                    <a:pt x="7012" y="7834"/>
                  </a:cubicBezTo>
                  <a:cubicBezTo>
                    <a:pt x="6818" y="7834"/>
                    <a:pt x="6622" y="7775"/>
                    <a:pt x="6450" y="7652"/>
                  </a:cubicBezTo>
                  <a:cubicBezTo>
                    <a:pt x="6211" y="7480"/>
                    <a:pt x="3025" y="4294"/>
                    <a:pt x="2853" y="4055"/>
                  </a:cubicBezTo>
                  <a:cubicBezTo>
                    <a:pt x="2490" y="3550"/>
                    <a:pt x="2691" y="2834"/>
                    <a:pt x="3273" y="2596"/>
                  </a:cubicBezTo>
                  <a:lnTo>
                    <a:pt x="3788" y="2386"/>
                  </a:lnTo>
                  <a:lnTo>
                    <a:pt x="2452"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4" name="Google Shape;11164;p64"/>
            <p:cNvSpPr/>
            <p:nvPr/>
          </p:nvSpPr>
          <p:spPr>
            <a:xfrm>
              <a:off x="2195564" y="4354257"/>
              <a:ext cx="56481" cy="72454"/>
            </a:xfrm>
            <a:custGeom>
              <a:avLst/>
              <a:gdLst/>
              <a:ahLst/>
              <a:cxnLst/>
              <a:rect l="l" t="t" r="r" b="b"/>
              <a:pathLst>
                <a:path w="2157" h="2767" extrusionOk="0">
                  <a:moveTo>
                    <a:pt x="821" y="0"/>
                  </a:moveTo>
                  <a:lnTo>
                    <a:pt x="1" y="439"/>
                  </a:lnTo>
                  <a:lnTo>
                    <a:pt x="1375" y="2767"/>
                  </a:lnTo>
                  <a:cubicBezTo>
                    <a:pt x="1451" y="2700"/>
                    <a:pt x="1546" y="2643"/>
                    <a:pt x="1642" y="2605"/>
                  </a:cubicBezTo>
                  <a:lnTo>
                    <a:pt x="2157" y="2385"/>
                  </a:lnTo>
                  <a:lnTo>
                    <a:pt x="821"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5" name="Google Shape;11165;p64"/>
            <p:cNvSpPr/>
            <p:nvPr/>
          </p:nvSpPr>
          <p:spPr>
            <a:xfrm>
              <a:off x="2355686" y="4530351"/>
              <a:ext cx="72480" cy="56743"/>
            </a:xfrm>
            <a:custGeom>
              <a:avLst/>
              <a:gdLst/>
              <a:ahLst/>
              <a:cxnLst/>
              <a:rect l="l" t="t" r="r" b="b"/>
              <a:pathLst>
                <a:path w="2768" h="2167" extrusionOk="0">
                  <a:moveTo>
                    <a:pt x="383" y="1"/>
                  </a:moveTo>
                  <a:lnTo>
                    <a:pt x="173" y="516"/>
                  </a:lnTo>
                  <a:cubicBezTo>
                    <a:pt x="125" y="612"/>
                    <a:pt x="68" y="707"/>
                    <a:pt x="1" y="793"/>
                  </a:cubicBezTo>
                  <a:lnTo>
                    <a:pt x="2329" y="2167"/>
                  </a:lnTo>
                  <a:lnTo>
                    <a:pt x="2768" y="1337"/>
                  </a:lnTo>
                  <a:lnTo>
                    <a:pt x="383"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6" name="Google Shape;11166;p64"/>
            <p:cNvSpPr/>
            <p:nvPr/>
          </p:nvSpPr>
          <p:spPr>
            <a:xfrm>
              <a:off x="2276764" y="4263002"/>
              <a:ext cx="249334" cy="210946"/>
            </a:xfrm>
            <a:custGeom>
              <a:avLst/>
              <a:gdLst/>
              <a:ahLst/>
              <a:cxnLst/>
              <a:rect l="l" t="t" r="r" b="b"/>
              <a:pathLst>
                <a:path w="9522" h="8056" extrusionOk="0">
                  <a:moveTo>
                    <a:pt x="4787" y="0"/>
                  </a:moveTo>
                  <a:cubicBezTo>
                    <a:pt x="4737" y="0"/>
                    <a:pt x="4687" y="1"/>
                    <a:pt x="4637" y="3"/>
                  </a:cubicBezTo>
                  <a:cubicBezTo>
                    <a:pt x="1613" y="127"/>
                    <a:pt x="0" y="3628"/>
                    <a:pt x="1880" y="6004"/>
                  </a:cubicBezTo>
                  <a:lnTo>
                    <a:pt x="1803" y="7826"/>
                  </a:lnTo>
                  <a:cubicBezTo>
                    <a:pt x="1796" y="7956"/>
                    <a:pt x="1904" y="8055"/>
                    <a:pt x="2022" y="8055"/>
                  </a:cubicBezTo>
                  <a:cubicBezTo>
                    <a:pt x="2051" y="8055"/>
                    <a:pt x="2080" y="8049"/>
                    <a:pt x="2109" y="8036"/>
                  </a:cubicBezTo>
                  <a:lnTo>
                    <a:pt x="3769" y="7263"/>
                  </a:lnTo>
                  <a:cubicBezTo>
                    <a:pt x="4105" y="7359"/>
                    <a:pt x="4447" y="7405"/>
                    <a:pt x="4785" y="7405"/>
                  </a:cubicBezTo>
                  <a:cubicBezTo>
                    <a:pt x="5998" y="7405"/>
                    <a:pt x="7160" y="6810"/>
                    <a:pt x="7861" y="5765"/>
                  </a:cubicBezTo>
                  <a:cubicBezTo>
                    <a:pt x="9522" y="3289"/>
                    <a:pt x="7723" y="0"/>
                    <a:pt x="4787"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7" name="Google Shape;11167;p64"/>
            <p:cNvSpPr/>
            <p:nvPr/>
          </p:nvSpPr>
          <p:spPr>
            <a:xfrm>
              <a:off x="2203080" y="4331502"/>
              <a:ext cx="78948" cy="97906"/>
            </a:xfrm>
            <a:custGeom>
              <a:avLst/>
              <a:gdLst/>
              <a:ahLst/>
              <a:cxnLst/>
              <a:rect l="l" t="t" r="r" b="b"/>
              <a:pathLst>
                <a:path w="3015" h="3739" extrusionOk="0">
                  <a:moveTo>
                    <a:pt x="1127" y="1"/>
                  </a:moveTo>
                  <a:cubicBezTo>
                    <a:pt x="1087" y="1"/>
                    <a:pt x="1047" y="10"/>
                    <a:pt x="1011" y="30"/>
                  </a:cubicBezTo>
                  <a:lnTo>
                    <a:pt x="143" y="545"/>
                  </a:lnTo>
                  <a:cubicBezTo>
                    <a:pt x="38" y="602"/>
                    <a:pt x="0" y="736"/>
                    <a:pt x="67" y="850"/>
                  </a:cubicBezTo>
                  <a:lnTo>
                    <a:pt x="1708" y="3626"/>
                  </a:lnTo>
                  <a:cubicBezTo>
                    <a:pt x="1747" y="3698"/>
                    <a:pt x="1822" y="3739"/>
                    <a:pt x="1899" y="3739"/>
                  </a:cubicBezTo>
                  <a:cubicBezTo>
                    <a:pt x="1934" y="3739"/>
                    <a:pt x="1970" y="3730"/>
                    <a:pt x="2003" y="3712"/>
                  </a:cubicBezTo>
                  <a:lnTo>
                    <a:pt x="2881" y="3197"/>
                  </a:lnTo>
                  <a:cubicBezTo>
                    <a:pt x="2986" y="3140"/>
                    <a:pt x="3015" y="3006"/>
                    <a:pt x="2957" y="2901"/>
                  </a:cubicBezTo>
                  <a:lnTo>
                    <a:pt x="1317" y="106"/>
                  </a:lnTo>
                  <a:cubicBezTo>
                    <a:pt x="1279" y="37"/>
                    <a:pt x="1204" y="1"/>
                    <a:pt x="1127"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8" name="Google Shape;11168;p64"/>
            <p:cNvSpPr/>
            <p:nvPr/>
          </p:nvSpPr>
          <p:spPr>
            <a:xfrm>
              <a:off x="2352203" y="4501129"/>
              <a:ext cx="99451" cy="77350"/>
            </a:xfrm>
            <a:custGeom>
              <a:avLst/>
              <a:gdLst/>
              <a:ahLst/>
              <a:cxnLst/>
              <a:rect l="l" t="t" r="r" b="b"/>
              <a:pathLst>
                <a:path w="3798" h="2954" extrusionOk="0">
                  <a:moveTo>
                    <a:pt x="767" y="1"/>
                  </a:moveTo>
                  <a:cubicBezTo>
                    <a:pt x="693" y="1"/>
                    <a:pt x="620" y="39"/>
                    <a:pt x="582" y="115"/>
                  </a:cubicBezTo>
                  <a:lnTo>
                    <a:pt x="67" y="983"/>
                  </a:lnTo>
                  <a:cubicBezTo>
                    <a:pt x="0" y="1088"/>
                    <a:pt x="39" y="1222"/>
                    <a:pt x="143" y="1279"/>
                  </a:cubicBezTo>
                  <a:lnTo>
                    <a:pt x="2929" y="2920"/>
                  </a:lnTo>
                  <a:cubicBezTo>
                    <a:pt x="2965" y="2943"/>
                    <a:pt x="3004" y="2953"/>
                    <a:pt x="3042" y="2953"/>
                  </a:cubicBezTo>
                  <a:cubicBezTo>
                    <a:pt x="3116" y="2953"/>
                    <a:pt x="3187" y="2913"/>
                    <a:pt x="3225" y="2844"/>
                  </a:cubicBezTo>
                  <a:lnTo>
                    <a:pt x="3740" y="1976"/>
                  </a:lnTo>
                  <a:cubicBezTo>
                    <a:pt x="3797" y="1871"/>
                    <a:pt x="3769" y="1728"/>
                    <a:pt x="3664" y="1670"/>
                  </a:cubicBezTo>
                  <a:lnTo>
                    <a:pt x="878" y="29"/>
                  </a:lnTo>
                  <a:cubicBezTo>
                    <a:pt x="843" y="10"/>
                    <a:pt x="805" y="1"/>
                    <a:pt x="767"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9" name="Google Shape;11169;p64"/>
            <p:cNvSpPr/>
            <p:nvPr/>
          </p:nvSpPr>
          <p:spPr>
            <a:xfrm>
              <a:off x="2324971" y="4303039"/>
              <a:ext cx="134669" cy="115135"/>
            </a:xfrm>
            <a:custGeom>
              <a:avLst/>
              <a:gdLst/>
              <a:ahLst/>
              <a:cxnLst/>
              <a:rect l="l" t="t" r="r" b="b"/>
              <a:pathLst>
                <a:path w="5143" h="4397" extrusionOk="0">
                  <a:moveTo>
                    <a:pt x="2956" y="1"/>
                  </a:moveTo>
                  <a:cubicBezTo>
                    <a:pt x="2951" y="1"/>
                    <a:pt x="2945" y="1"/>
                    <a:pt x="2939" y="1"/>
                  </a:cubicBezTo>
                  <a:cubicBezTo>
                    <a:pt x="983" y="1"/>
                    <a:pt x="1" y="2367"/>
                    <a:pt x="1384" y="3750"/>
                  </a:cubicBezTo>
                  <a:cubicBezTo>
                    <a:pt x="1834" y="4197"/>
                    <a:pt x="2385" y="4397"/>
                    <a:pt x="2926" y="4397"/>
                  </a:cubicBezTo>
                  <a:cubicBezTo>
                    <a:pt x="4058" y="4397"/>
                    <a:pt x="5143" y="3519"/>
                    <a:pt x="5143" y="2195"/>
                  </a:cubicBezTo>
                  <a:cubicBezTo>
                    <a:pt x="5143" y="980"/>
                    <a:pt x="4169" y="1"/>
                    <a:pt x="2956"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0" name="Google Shape;11170;p64"/>
            <p:cNvSpPr/>
            <p:nvPr/>
          </p:nvSpPr>
          <p:spPr>
            <a:xfrm>
              <a:off x="2347464" y="4313775"/>
              <a:ext cx="109427" cy="93219"/>
            </a:xfrm>
            <a:custGeom>
              <a:avLst/>
              <a:gdLst/>
              <a:ahLst/>
              <a:cxnLst/>
              <a:rect l="l" t="t" r="r" b="b"/>
              <a:pathLst>
                <a:path w="4179" h="3560" extrusionOk="0">
                  <a:moveTo>
                    <a:pt x="801" y="1"/>
                  </a:moveTo>
                  <a:cubicBezTo>
                    <a:pt x="420" y="268"/>
                    <a:pt x="143" y="650"/>
                    <a:pt x="0" y="1088"/>
                  </a:cubicBezTo>
                  <a:lnTo>
                    <a:pt x="3387" y="3559"/>
                  </a:lnTo>
                  <a:cubicBezTo>
                    <a:pt x="3759" y="3283"/>
                    <a:pt x="4036" y="2901"/>
                    <a:pt x="4179" y="2472"/>
                  </a:cubicBezTo>
                  <a:lnTo>
                    <a:pt x="801"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71" name="Google Shape;11171;p64"/>
          <p:cNvGrpSpPr/>
          <p:nvPr/>
        </p:nvGrpSpPr>
        <p:grpSpPr>
          <a:xfrm>
            <a:off x="833094" y="3196435"/>
            <a:ext cx="303537" cy="359127"/>
            <a:chOff x="859632" y="3346972"/>
            <a:chExt cx="303537" cy="359127"/>
          </a:xfrm>
        </p:grpSpPr>
        <p:sp>
          <p:nvSpPr>
            <p:cNvPr id="11172" name="Google Shape;11172;p64"/>
            <p:cNvSpPr/>
            <p:nvPr/>
          </p:nvSpPr>
          <p:spPr>
            <a:xfrm>
              <a:off x="859632" y="3346972"/>
              <a:ext cx="303537" cy="359127"/>
            </a:xfrm>
            <a:custGeom>
              <a:avLst/>
              <a:gdLst/>
              <a:ahLst/>
              <a:cxnLst/>
              <a:rect l="l" t="t" r="r" b="b"/>
              <a:pathLst>
                <a:path w="11592" h="13715" extrusionOk="0">
                  <a:moveTo>
                    <a:pt x="5935" y="1"/>
                  </a:moveTo>
                  <a:cubicBezTo>
                    <a:pt x="4754" y="1"/>
                    <a:pt x="3581" y="368"/>
                    <a:pt x="2595" y="1091"/>
                  </a:cubicBezTo>
                  <a:cubicBezTo>
                    <a:pt x="868" y="2341"/>
                    <a:pt x="0" y="4459"/>
                    <a:pt x="344" y="6567"/>
                  </a:cubicBezTo>
                  <a:cubicBezTo>
                    <a:pt x="678" y="8666"/>
                    <a:pt x="2175" y="10402"/>
                    <a:pt x="4198" y="11060"/>
                  </a:cubicBezTo>
                  <a:lnTo>
                    <a:pt x="5743" y="13607"/>
                  </a:lnTo>
                  <a:cubicBezTo>
                    <a:pt x="5786" y="13679"/>
                    <a:pt x="5860" y="13715"/>
                    <a:pt x="5934" y="13715"/>
                  </a:cubicBezTo>
                  <a:cubicBezTo>
                    <a:pt x="6008" y="13715"/>
                    <a:pt x="6082" y="13679"/>
                    <a:pt x="6125" y="13607"/>
                  </a:cubicBezTo>
                  <a:lnTo>
                    <a:pt x="7670" y="11060"/>
                  </a:lnTo>
                  <a:cubicBezTo>
                    <a:pt x="10008" y="10297"/>
                    <a:pt x="11591" y="8122"/>
                    <a:pt x="11591" y="5661"/>
                  </a:cubicBezTo>
                  <a:cubicBezTo>
                    <a:pt x="11591" y="3533"/>
                    <a:pt x="10399" y="1578"/>
                    <a:pt x="8500" y="614"/>
                  </a:cubicBezTo>
                  <a:cubicBezTo>
                    <a:pt x="7691" y="203"/>
                    <a:pt x="6811" y="1"/>
                    <a:pt x="5935"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3" name="Google Shape;11173;p64"/>
            <p:cNvSpPr/>
            <p:nvPr/>
          </p:nvSpPr>
          <p:spPr>
            <a:xfrm>
              <a:off x="926063" y="3427989"/>
              <a:ext cx="153156" cy="145903"/>
            </a:xfrm>
            <a:custGeom>
              <a:avLst/>
              <a:gdLst/>
              <a:ahLst/>
              <a:cxnLst/>
              <a:rect l="l" t="t" r="r" b="b"/>
              <a:pathLst>
                <a:path w="5849" h="5572" extrusionOk="0">
                  <a:moveTo>
                    <a:pt x="1575" y="0"/>
                  </a:moveTo>
                  <a:cubicBezTo>
                    <a:pt x="1489" y="0"/>
                    <a:pt x="1403" y="0"/>
                    <a:pt x="1308" y="10"/>
                  </a:cubicBezTo>
                  <a:cubicBezTo>
                    <a:pt x="745" y="67"/>
                    <a:pt x="77" y="592"/>
                    <a:pt x="1" y="1603"/>
                  </a:cubicBezTo>
                  <a:lnTo>
                    <a:pt x="1" y="1937"/>
                  </a:lnTo>
                  <a:cubicBezTo>
                    <a:pt x="77" y="2901"/>
                    <a:pt x="802" y="4083"/>
                    <a:pt x="2920" y="5572"/>
                  </a:cubicBezTo>
                  <a:cubicBezTo>
                    <a:pt x="5047" y="4083"/>
                    <a:pt x="5772" y="2901"/>
                    <a:pt x="5849" y="1937"/>
                  </a:cubicBezTo>
                  <a:lnTo>
                    <a:pt x="5849" y="1603"/>
                  </a:lnTo>
                  <a:cubicBezTo>
                    <a:pt x="5772" y="592"/>
                    <a:pt x="5114" y="67"/>
                    <a:pt x="4542" y="10"/>
                  </a:cubicBezTo>
                  <a:cubicBezTo>
                    <a:pt x="4446" y="0"/>
                    <a:pt x="4361" y="0"/>
                    <a:pt x="4275" y="0"/>
                  </a:cubicBezTo>
                  <a:lnTo>
                    <a:pt x="4265" y="0"/>
                  </a:lnTo>
                  <a:cubicBezTo>
                    <a:pt x="3597" y="0"/>
                    <a:pt x="3283" y="287"/>
                    <a:pt x="2920" y="716"/>
                  </a:cubicBezTo>
                  <a:cubicBezTo>
                    <a:pt x="2558" y="287"/>
                    <a:pt x="2233" y="0"/>
                    <a:pt x="157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4" name="Google Shape;11174;p64"/>
            <p:cNvSpPr/>
            <p:nvPr/>
          </p:nvSpPr>
          <p:spPr>
            <a:xfrm>
              <a:off x="1011767" y="3492928"/>
              <a:ext cx="64703" cy="74470"/>
            </a:xfrm>
            <a:custGeom>
              <a:avLst/>
              <a:gdLst/>
              <a:ahLst/>
              <a:cxnLst/>
              <a:rect l="l" t="t" r="r" b="b"/>
              <a:pathLst>
                <a:path w="2471" h="2844" extrusionOk="0">
                  <a:moveTo>
                    <a:pt x="1259" y="1"/>
                  </a:moveTo>
                  <a:cubicBezTo>
                    <a:pt x="1097" y="1"/>
                    <a:pt x="964" y="134"/>
                    <a:pt x="964" y="297"/>
                  </a:cubicBezTo>
                  <a:lnTo>
                    <a:pt x="964" y="974"/>
                  </a:lnTo>
                  <a:lnTo>
                    <a:pt x="286" y="974"/>
                  </a:lnTo>
                  <a:cubicBezTo>
                    <a:pt x="124" y="974"/>
                    <a:pt x="0" y="1098"/>
                    <a:pt x="0" y="1260"/>
                  </a:cubicBezTo>
                  <a:lnTo>
                    <a:pt x="0" y="2844"/>
                  </a:lnTo>
                  <a:cubicBezTo>
                    <a:pt x="1498" y="1737"/>
                    <a:pt x="2213" y="802"/>
                    <a:pt x="2471"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5" name="Google Shape;11175;p64"/>
            <p:cNvSpPr/>
            <p:nvPr/>
          </p:nvSpPr>
          <p:spPr>
            <a:xfrm>
              <a:off x="998020" y="3428224"/>
              <a:ext cx="81462" cy="145667"/>
            </a:xfrm>
            <a:custGeom>
              <a:avLst/>
              <a:gdLst/>
              <a:ahLst/>
              <a:cxnLst/>
              <a:rect l="l" t="t" r="r" b="b"/>
              <a:pathLst>
                <a:path w="3111" h="5563" extrusionOk="0">
                  <a:moveTo>
                    <a:pt x="1536" y="1"/>
                  </a:moveTo>
                  <a:cubicBezTo>
                    <a:pt x="1479" y="1"/>
                    <a:pt x="1412" y="10"/>
                    <a:pt x="1355" y="10"/>
                  </a:cubicBezTo>
                  <a:lnTo>
                    <a:pt x="1431" y="10"/>
                  </a:lnTo>
                  <a:cubicBezTo>
                    <a:pt x="1994" y="68"/>
                    <a:pt x="2662" y="592"/>
                    <a:pt x="2738" y="1594"/>
                  </a:cubicBezTo>
                  <a:lnTo>
                    <a:pt x="2738" y="1928"/>
                  </a:lnTo>
                  <a:cubicBezTo>
                    <a:pt x="2662" y="2863"/>
                    <a:pt x="1975" y="4008"/>
                    <a:pt x="0" y="5439"/>
                  </a:cubicBezTo>
                  <a:lnTo>
                    <a:pt x="182" y="5563"/>
                  </a:lnTo>
                  <a:cubicBezTo>
                    <a:pt x="2309" y="4074"/>
                    <a:pt x="3034" y="2892"/>
                    <a:pt x="3110" y="1928"/>
                  </a:cubicBezTo>
                  <a:lnTo>
                    <a:pt x="3110" y="1594"/>
                  </a:lnTo>
                  <a:cubicBezTo>
                    <a:pt x="3024" y="583"/>
                    <a:pt x="2366" y="58"/>
                    <a:pt x="1803" y="10"/>
                  </a:cubicBezTo>
                  <a:cubicBezTo>
                    <a:pt x="1708" y="1"/>
                    <a:pt x="1622" y="1"/>
                    <a:pt x="1536" y="1"/>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6" name="Google Shape;11176;p64"/>
            <p:cNvSpPr/>
            <p:nvPr/>
          </p:nvSpPr>
          <p:spPr>
            <a:xfrm>
              <a:off x="1022738" y="3503925"/>
              <a:ext cx="80964" cy="81200"/>
            </a:xfrm>
            <a:custGeom>
              <a:avLst/>
              <a:gdLst/>
              <a:ahLst/>
              <a:cxnLst/>
              <a:rect l="l" t="t" r="r" b="b"/>
              <a:pathLst>
                <a:path w="3092" h="3101" extrusionOk="0">
                  <a:moveTo>
                    <a:pt x="1193" y="1"/>
                  </a:moveTo>
                  <a:cubicBezTo>
                    <a:pt x="1069" y="1"/>
                    <a:pt x="964" y="105"/>
                    <a:pt x="964" y="229"/>
                  </a:cubicBezTo>
                  <a:lnTo>
                    <a:pt x="964" y="974"/>
                  </a:lnTo>
                  <a:lnTo>
                    <a:pt x="220" y="974"/>
                  </a:lnTo>
                  <a:cubicBezTo>
                    <a:pt x="96" y="974"/>
                    <a:pt x="1" y="1069"/>
                    <a:pt x="1" y="1193"/>
                  </a:cubicBezTo>
                  <a:lnTo>
                    <a:pt x="1" y="1909"/>
                  </a:lnTo>
                  <a:cubicBezTo>
                    <a:pt x="1" y="2023"/>
                    <a:pt x="96" y="2128"/>
                    <a:pt x="220" y="2128"/>
                  </a:cubicBezTo>
                  <a:lnTo>
                    <a:pt x="964" y="2128"/>
                  </a:lnTo>
                  <a:lnTo>
                    <a:pt x="964" y="2872"/>
                  </a:lnTo>
                  <a:cubicBezTo>
                    <a:pt x="964" y="2996"/>
                    <a:pt x="1069" y="3101"/>
                    <a:pt x="1193" y="3101"/>
                  </a:cubicBezTo>
                  <a:lnTo>
                    <a:pt x="1899" y="3101"/>
                  </a:lnTo>
                  <a:cubicBezTo>
                    <a:pt x="2023" y="3101"/>
                    <a:pt x="2119" y="2996"/>
                    <a:pt x="2119" y="2872"/>
                  </a:cubicBezTo>
                  <a:lnTo>
                    <a:pt x="2119" y="2128"/>
                  </a:lnTo>
                  <a:lnTo>
                    <a:pt x="2863" y="2128"/>
                  </a:lnTo>
                  <a:cubicBezTo>
                    <a:pt x="2987" y="2128"/>
                    <a:pt x="3092" y="2023"/>
                    <a:pt x="3092" y="1909"/>
                  </a:cubicBezTo>
                  <a:lnTo>
                    <a:pt x="3092" y="1193"/>
                  </a:lnTo>
                  <a:cubicBezTo>
                    <a:pt x="3092" y="1069"/>
                    <a:pt x="2987" y="974"/>
                    <a:pt x="2863" y="974"/>
                  </a:cubicBezTo>
                  <a:lnTo>
                    <a:pt x="2119" y="974"/>
                  </a:lnTo>
                  <a:lnTo>
                    <a:pt x="2119" y="229"/>
                  </a:lnTo>
                  <a:cubicBezTo>
                    <a:pt x="2119" y="105"/>
                    <a:pt x="2023" y="1"/>
                    <a:pt x="189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77" name="Google Shape;11177;p64"/>
          <p:cNvGrpSpPr/>
          <p:nvPr/>
        </p:nvGrpSpPr>
        <p:grpSpPr>
          <a:xfrm>
            <a:off x="1741373" y="2731704"/>
            <a:ext cx="265306" cy="366799"/>
            <a:chOff x="1767911" y="2882241"/>
            <a:chExt cx="265306" cy="366799"/>
          </a:xfrm>
        </p:grpSpPr>
        <p:sp>
          <p:nvSpPr>
            <p:cNvPr id="11178" name="Google Shape;11178;p64"/>
            <p:cNvSpPr/>
            <p:nvPr/>
          </p:nvSpPr>
          <p:spPr>
            <a:xfrm>
              <a:off x="1767911" y="3066269"/>
              <a:ext cx="265306" cy="182771"/>
            </a:xfrm>
            <a:custGeom>
              <a:avLst/>
              <a:gdLst/>
              <a:ahLst/>
              <a:cxnLst/>
              <a:rect l="l" t="t" r="r" b="b"/>
              <a:pathLst>
                <a:path w="10132" h="6980" extrusionOk="0">
                  <a:moveTo>
                    <a:pt x="0" y="1"/>
                  </a:moveTo>
                  <a:lnTo>
                    <a:pt x="0" y="5200"/>
                  </a:lnTo>
                  <a:cubicBezTo>
                    <a:pt x="0" y="5305"/>
                    <a:pt x="67" y="5391"/>
                    <a:pt x="163" y="5419"/>
                  </a:cubicBezTo>
                  <a:lnTo>
                    <a:pt x="4999" y="6965"/>
                  </a:lnTo>
                  <a:cubicBezTo>
                    <a:pt x="5023" y="6974"/>
                    <a:pt x="5047" y="6979"/>
                    <a:pt x="5070" y="6979"/>
                  </a:cubicBezTo>
                  <a:cubicBezTo>
                    <a:pt x="5092" y="6979"/>
                    <a:pt x="5114" y="6974"/>
                    <a:pt x="5133" y="6965"/>
                  </a:cubicBezTo>
                  <a:lnTo>
                    <a:pt x="9970" y="5419"/>
                  </a:lnTo>
                  <a:cubicBezTo>
                    <a:pt x="10065" y="5391"/>
                    <a:pt x="10132" y="5305"/>
                    <a:pt x="10132" y="5200"/>
                  </a:cubicBezTo>
                  <a:lnTo>
                    <a:pt x="10132" y="1"/>
                  </a:lnTo>
                  <a:lnTo>
                    <a:pt x="5066" y="1622"/>
                  </a:lnTo>
                  <a:lnTo>
                    <a:pt x="0"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9" name="Google Shape;11179;p64"/>
            <p:cNvSpPr/>
            <p:nvPr/>
          </p:nvSpPr>
          <p:spPr>
            <a:xfrm>
              <a:off x="1818867" y="2882241"/>
              <a:ext cx="147422" cy="155905"/>
            </a:xfrm>
            <a:custGeom>
              <a:avLst/>
              <a:gdLst/>
              <a:ahLst/>
              <a:cxnLst/>
              <a:rect l="l" t="t" r="r" b="b"/>
              <a:pathLst>
                <a:path w="5630" h="5954" extrusionOk="0">
                  <a:moveTo>
                    <a:pt x="3120" y="0"/>
                  </a:moveTo>
                  <a:cubicBezTo>
                    <a:pt x="2622" y="0"/>
                    <a:pt x="2111" y="151"/>
                    <a:pt x="1651" y="484"/>
                  </a:cubicBezTo>
                  <a:cubicBezTo>
                    <a:pt x="1" y="1686"/>
                    <a:pt x="411" y="4253"/>
                    <a:pt x="2357" y="4892"/>
                  </a:cubicBezTo>
                  <a:lnTo>
                    <a:pt x="2929" y="5846"/>
                  </a:lnTo>
                  <a:cubicBezTo>
                    <a:pt x="2972" y="5917"/>
                    <a:pt x="3046" y="5953"/>
                    <a:pt x="3120" y="5953"/>
                  </a:cubicBezTo>
                  <a:cubicBezTo>
                    <a:pt x="3194" y="5953"/>
                    <a:pt x="3268" y="5917"/>
                    <a:pt x="3311" y="5846"/>
                  </a:cubicBezTo>
                  <a:lnTo>
                    <a:pt x="3893" y="4892"/>
                  </a:lnTo>
                  <a:cubicBezTo>
                    <a:pt x="4923" y="4558"/>
                    <a:pt x="5629" y="3594"/>
                    <a:pt x="5629" y="2507"/>
                  </a:cubicBezTo>
                  <a:cubicBezTo>
                    <a:pt x="5629" y="1024"/>
                    <a:pt x="4418" y="0"/>
                    <a:pt x="3120"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0" name="Google Shape;11180;p64"/>
            <p:cNvSpPr/>
            <p:nvPr/>
          </p:nvSpPr>
          <p:spPr>
            <a:xfrm>
              <a:off x="1886817" y="2912144"/>
              <a:ext cx="47735" cy="47500"/>
            </a:xfrm>
            <a:custGeom>
              <a:avLst/>
              <a:gdLst/>
              <a:ahLst/>
              <a:cxnLst/>
              <a:rect l="l" t="t" r="r" b="b"/>
              <a:pathLst>
                <a:path w="1823" h="1814" extrusionOk="0">
                  <a:moveTo>
                    <a:pt x="916" y="1"/>
                  </a:moveTo>
                  <a:cubicBezTo>
                    <a:pt x="411" y="1"/>
                    <a:pt x="0" y="401"/>
                    <a:pt x="0" y="907"/>
                  </a:cubicBezTo>
                  <a:cubicBezTo>
                    <a:pt x="0" y="1412"/>
                    <a:pt x="411" y="1813"/>
                    <a:pt x="916" y="1813"/>
                  </a:cubicBezTo>
                  <a:cubicBezTo>
                    <a:pt x="1412" y="1813"/>
                    <a:pt x="1823" y="1412"/>
                    <a:pt x="1823" y="907"/>
                  </a:cubicBezTo>
                  <a:cubicBezTo>
                    <a:pt x="1823" y="401"/>
                    <a:pt x="1412" y="1"/>
                    <a:pt x="916"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1" name="Google Shape;11181;p64"/>
            <p:cNvSpPr/>
            <p:nvPr/>
          </p:nvSpPr>
          <p:spPr>
            <a:xfrm>
              <a:off x="1858799" y="2906488"/>
              <a:ext cx="84237" cy="79079"/>
            </a:xfrm>
            <a:custGeom>
              <a:avLst/>
              <a:gdLst/>
              <a:ahLst/>
              <a:cxnLst/>
              <a:rect l="l" t="t" r="r" b="b"/>
              <a:pathLst>
                <a:path w="3217" h="3020" extrusionOk="0">
                  <a:moveTo>
                    <a:pt x="1989" y="422"/>
                  </a:moveTo>
                  <a:cubicBezTo>
                    <a:pt x="2159" y="422"/>
                    <a:pt x="2332" y="485"/>
                    <a:pt x="2473" y="627"/>
                  </a:cubicBezTo>
                  <a:cubicBezTo>
                    <a:pt x="2749" y="903"/>
                    <a:pt x="2749" y="1342"/>
                    <a:pt x="2482" y="1619"/>
                  </a:cubicBezTo>
                  <a:lnTo>
                    <a:pt x="2473" y="1619"/>
                  </a:lnTo>
                  <a:cubicBezTo>
                    <a:pt x="2332" y="1760"/>
                    <a:pt x="2159" y="1823"/>
                    <a:pt x="1989" y="1823"/>
                  </a:cubicBezTo>
                  <a:cubicBezTo>
                    <a:pt x="1632" y="1823"/>
                    <a:pt x="1290" y="1543"/>
                    <a:pt x="1290" y="1123"/>
                  </a:cubicBezTo>
                  <a:cubicBezTo>
                    <a:pt x="1290" y="702"/>
                    <a:pt x="1632" y="422"/>
                    <a:pt x="1989" y="422"/>
                  </a:cubicBezTo>
                  <a:close/>
                  <a:moveTo>
                    <a:pt x="2006" y="0"/>
                  </a:moveTo>
                  <a:cubicBezTo>
                    <a:pt x="1213" y="0"/>
                    <a:pt x="509" y="906"/>
                    <a:pt x="1061" y="1752"/>
                  </a:cubicBezTo>
                  <a:lnTo>
                    <a:pt x="155" y="2649"/>
                  </a:lnTo>
                  <a:cubicBezTo>
                    <a:pt x="0" y="2803"/>
                    <a:pt x="140" y="3020"/>
                    <a:pt x="304" y="3020"/>
                  </a:cubicBezTo>
                  <a:cubicBezTo>
                    <a:pt x="353" y="3020"/>
                    <a:pt x="404" y="3001"/>
                    <a:pt x="450" y="2954"/>
                  </a:cubicBezTo>
                  <a:lnTo>
                    <a:pt x="1357" y="2048"/>
                  </a:lnTo>
                  <a:cubicBezTo>
                    <a:pt x="1547" y="2178"/>
                    <a:pt x="1765" y="2240"/>
                    <a:pt x="1981" y="2240"/>
                  </a:cubicBezTo>
                  <a:cubicBezTo>
                    <a:pt x="2306" y="2240"/>
                    <a:pt x="2627" y="2098"/>
                    <a:pt x="2845" y="1829"/>
                  </a:cubicBezTo>
                  <a:cubicBezTo>
                    <a:pt x="3217" y="1390"/>
                    <a:pt x="3188" y="732"/>
                    <a:pt x="2778" y="331"/>
                  </a:cubicBezTo>
                  <a:cubicBezTo>
                    <a:pt x="2539" y="99"/>
                    <a:pt x="2268" y="0"/>
                    <a:pt x="2006"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2" name="Google Shape;11182;p64"/>
            <p:cNvSpPr/>
            <p:nvPr/>
          </p:nvSpPr>
          <p:spPr>
            <a:xfrm>
              <a:off x="1767911" y="3041001"/>
              <a:ext cx="132679" cy="180676"/>
            </a:xfrm>
            <a:custGeom>
              <a:avLst/>
              <a:gdLst/>
              <a:ahLst/>
              <a:cxnLst/>
              <a:rect l="l" t="t" r="r" b="b"/>
              <a:pathLst>
                <a:path w="5067" h="6900" extrusionOk="0">
                  <a:moveTo>
                    <a:pt x="225" y="0"/>
                  </a:moveTo>
                  <a:cubicBezTo>
                    <a:pt x="107" y="0"/>
                    <a:pt x="0" y="94"/>
                    <a:pt x="0" y="222"/>
                  </a:cubicBezTo>
                  <a:lnTo>
                    <a:pt x="0" y="5278"/>
                  </a:lnTo>
                  <a:lnTo>
                    <a:pt x="5066" y="6899"/>
                  </a:lnTo>
                  <a:lnTo>
                    <a:pt x="5066" y="1538"/>
                  </a:lnTo>
                  <a:lnTo>
                    <a:pt x="296" y="12"/>
                  </a:lnTo>
                  <a:cubicBezTo>
                    <a:pt x="272" y="4"/>
                    <a:pt x="249" y="0"/>
                    <a:pt x="22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3" name="Google Shape;11183;p64"/>
            <p:cNvSpPr/>
            <p:nvPr/>
          </p:nvSpPr>
          <p:spPr>
            <a:xfrm>
              <a:off x="1767911" y="3041001"/>
              <a:ext cx="132679" cy="180676"/>
            </a:xfrm>
            <a:custGeom>
              <a:avLst/>
              <a:gdLst/>
              <a:ahLst/>
              <a:cxnLst/>
              <a:rect l="l" t="t" r="r" b="b"/>
              <a:pathLst>
                <a:path w="5067" h="6900" extrusionOk="0">
                  <a:moveTo>
                    <a:pt x="225" y="0"/>
                  </a:moveTo>
                  <a:cubicBezTo>
                    <a:pt x="107" y="0"/>
                    <a:pt x="0" y="94"/>
                    <a:pt x="0" y="222"/>
                  </a:cubicBezTo>
                  <a:lnTo>
                    <a:pt x="0" y="5278"/>
                  </a:lnTo>
                  <a:lnTo>
                    <a:pt x="5066" y="6899"/>
                  </a:lnTo>
                  <a:lnTo>
                    <a:pt x="5066" y="6136"/>
                  </a:lnTo>
                  <a:lnTo>
                    <a:pt x="582" y="4696"/>
                  </a:lnTo>
                  <a:lnTo>
                    <a:pt x="582" y="98"/>
                  </a:lnTo>
                  <a:lnTo>
                    <a:pt x="296" y="12"/>
                  </a:lnTo>
                  <a:cubicBezTo>
                    <a:pt x="272" y="4"/>
                    <a:pt x="249" y="0"/>
                    <a:pt x="225"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4" name="Google Shape;11184;p64"/>
            <p:cNvSpPr/>
            <p:nvPr/>
          </p:nvSpPr>
          <p:spPr>
            <a:xfrm>
              <a:off x="1783151" y="3029008"/>
              <a:ext cx="117440" cy="159938"/>
            </a:xfrm>
            <a:custGeom>
              <a:avLst/>
              <a:gdLst/>
              <a:ahLst/>
              <a:cxnLst/>
              <a:rect l="l" t="t" r="r" b="b"/>
              <a:pathLst>
                <a:path w="4485" h="6108" extrusionOk="0">
                  <a:moveTo>
                    <a:pt x="226" y="1"/>
                  </a:moveTo>
                  <a:cubicBezTo>
                    <a:pt x="102" y="1"/>
                    <a:pt x="0" y="102"/>
                    <a:pt x="0" y="231"/>
                  </a:cubicBezTo>
                  <a:lnTo>
                    <a:pt x="0" y="4677"/>
                  </a:lnTo>
                  <a:lnTo>
                    <a:pt x="4484" y="6108"/>
                  </a:lnTo>
                  <a:lnTo>
                    <a:pt x="4484" y="1357"/>
                  </a:lnTo>
                  <a:lnTo>
                    <a:pt x="296" y="12"/>
                  </a:lnTo>
                  <a:cubicBezTo>
                    <a:pt x="272" y="4"/>
                    <a:pt x="249" y="1"/>
                    <a:pt x="226"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5" name="Google Shape;11185;p64"/>
            <p:cNvSpPr/>
            <p:nvPr/>
          </p:nvSpPr>
          <p:spPr>
            <a:xfrm>
              <a:off x="1813290" y="3067212"/>
              <a:ext cx="65305" cy="26578"/>
            </a:xfrm>
            <a:custGeom>
              <a:avLst/>
              <a:gdLst/>
              <a:ahLst/>
              <a:cxnLst/>
              <a:rect l="l" t="t" r="r" b="b"/>
              <a:pathLst>
                <a:path w="2494" h="1015" extrusionOk="0">
                  <a:moveTo>
                    <a:pt x="294" y="0"/>
                  </a:moveTo>
                  <a:cubicBezTo>
                    <a:pt x="79" y="0"/>
                    <a:pt x="1" y="335"/>
                    <a:pt x="242" y="413"/>
                  </a:cubicBezTo>
                  <a:lnTo>
                    <a:pt x="2131" y="1004"/>
                  </a:lnTo>
                  <a:cubicBezTo>
                    <a:pt x="2160" y="1004"/>
                    <a:pt x="2179" y="1014"/>
                    <a:pt x="2198" y="1014"/>
                  </a:cubicBezTo>
                  <a:cubicBezTo>
                    <a:pt x="2446" y="1014"/>
                    <a:pt x="2494" y="671"/>
                    <a:pt x="2265" y="594"/>
                  </a:cubicBezTo>
                  <a:lnTo>
                    <a:pt x="366" y="12"/>
                  </a:lnTo>
                  <a:cubicBezTo>
                    <a:pt x="341" y="4"/>
                    <a:pt x="316" y="0"/>
                    <a:pt x="294"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6" name="Google Shape;11186;p64"/>
            <p:cNvSpPr/>
            <p:nvPr/>
          </p:nvSpPr>
          <p:spPr>
            <a:xfrm>
              <a:off x="1813237" y="3086746"/>
              <a:ext cx="65279" cy="26525"/>
            </a:xfrm>
            <a:custGeom>
              <a:avLst/>
              <a:gdLst/>
              <a:ahLst/>
              <a:cxnLst/>
              <a:rect l="l" t="t" r="r" b="b"/>
              <a:pathLst>
                <a:path w="2493" h="1013" extrusionOk="0">
                  <a:moveTo>
                    <a:pt x="303" y="1"/>
                  </a:moveTo>
                  <a:cubicBezTo>
                    <a:pt x="83" y="1"/>
                    <a:pt x="0" y="342"/>
                    <a:pt x="244" y="421"/>
                  </a:cubicBezTo>
                  <a:lnTo>
                    <a:pt x="2133" y="1003"/>
                  </a:lnTo>
                  <a:cubicBezTo>
                    <a:pt x="2162" y="1012"/>
                    <a:pt x="2181" y="1012"/>
                    <a:pt x="2200" y="1012"/>
                  </a:cubicBezTo>
                  <a:cubicBezTo>
                    <a:pt x="2203" y="1012"/>
                    <a:pt x="2206" y="1012"/>
                    <a:pt x="2210" y="1012"/>
                  </a:cubicBezTo>
                  <a:cubicBezTo>
                    <a:pt x="2449" y="1012"/>
                    <a:pt x="2493" y="668"/>
                    <a:pt x="2267" y="602"/>
                  </a:cubicBezTo>
                  <a:lnTo>
                    <a:pt x="368" y="10"/>
                  </a:lnTo>
                  <a:cubicBezTo>
                    <a:pt x="345" y="4"/>
                    <a:pt x="323" y="1"/>
                    <a:pt x="303"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7" name="Google Shape;11187;p64"/>
            <p:cNvSpPr/>
            <p:nvPr/>
          </p:nvSpPr>
          <p:spPr>
            <a:xfrm>
              <a:off x="1813290" y="3106437"/>
              <a:ext cx="65227" cy="26552"/>
            </a:xfrm>
            <a:custGeom>
              <a:avLst/>
              <a:gdLst/>
              <a:ahLst/>
              <a:cxnLst/>
              <a:rect l="l" t="t" r="r" b="b"/>
              <a:pathLst>
                <a:path w="2491" h="1014" extrusionOk="0">
                  <a:moveTo>
                    <a:pt x="295" y="0"/>
                  </a:moveTo>
                  <a:cubicBezTo>
                    <a:pt x="79" y="0"/>
                    <a:pt x="0" y="344"/>
                    <a:pt x="242" y="413"/>
                  </a:cubicBezTo>
                  <a:lnTo>
                    <a:pt x="2131" y="1004"/>
                  </a:lnTo>
                  <a:cubicBezTo>
                    <a:pt x="2160" y="1014"/>
                    <a:pt x="2179" y="1014"/>
                    <a:pt x="2198" y="1014"/>
                  </a:cubicBezTo>
                  <a:cubicBezTo>
                    <a:pt x="2201" y="1014"/>
                    <a:pt x="2204" y="1014"/>
                    <a:pt x="2208" y="1014"/>
                  </a:cubicBezTo>
                  <a:cubicBezTo>
                    <a:pt x="2447" y="1014"/>
                    <a:pt x="2491" y="669"/>
                    <a:pt x="2265" y="604"/>
                  </a:cubicBezTo>
                  <a:lnTo>
                    <a:pt x="366" y="12"/>
                  </a:lnTo>
                  <a:cubicBezTo>
                    <a:pt x="341" y="4"/>
                    <a:pt x="317" y="0"/>
                    <a:pt x="29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8" name="Google Shape;11188;p64"/>
            <p:cNvSpPr/>
            <p:nvPr/>
          </p:nvSpPr>
          <p:spPr>
            <a:xfrm>
              <a:off x="1900564" y="3041001"/>
              <a:ext cx="132653" cy="180676"/>
            </a:xfrm>
            <a:custGeom>
              <a:avLst/>
              <a:gdLst/>
              <a:ahLst/>
              <a:cxnLst/>
              <a:rect l="l" t="t" r="r" b="b"/>
              <a:pathLst>
                <a:path w="5066" h="6900" extrusionOk="0">
                  <a:moveTo>
                    <a:pt x="4841" y="0"/>
                  </a:moveTo>
                  <a:cubicBezTo>
                    <a:pt x="4818" y="0"/>
                    <a:pt x="4794" y="4"/>
                    <a:pt x="4770" y="12"/>
                  </a:cubicBezTo>
                  <a:lnTo>
                    <a:pt x="0" y="1538"/>
                  </a:lnTo>
                  <a:lnTo>
                    <a:pt x="0" y="6899"/>
                  </a:lnTo>
                  <a:lnTo>
                    <a:pt x="5066" y="5278"/>
                  </a:lnTo>
                  <a:lnTo>
                    <a:pt x="5066" y="222"/>
                  </a:lnTo>
                  <a:cubicBezTo>
                    <a:pt x="5066" y="94"/>
                    <a:pt x="4960" y="0"/>
                    <a:pt x="4841"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9" name="Google Shape;11189;p64"/>
            <p:cNvSpPr/>
            <p:nvPr/>
          </p:nvSpPr>
          <p:spPr>
            <a:xfrm>
              <a:off x="1900564" y="3041001"/>
              <a:ext cx="132653" cy="180676"/>
            </a:xfrm>
            <a:custGeom>
              <a:avLst/>
              <a:gdLst/>
              <a:ahLst/>
              <a:cxnLst/>
              <a:rect l="l" t="t" r="r" b="b"/>
              <a:pathLst>
                <a:path w="5066" h="6900" extrusionOk="0">
                  <a:moveTo>
                    <a:pt x="4841" y="0"/>
                  </a:moveTo>
                  <a:cubicBezTo>
                    <a:pt x="4818" y="0"/>
                    <a:pt x="4794" y="4"/>
                    <a:pt x="4770" y="12"/>
                  </a:cubicBezTo>
                  <a:lnTo>
                    <a:pt x="4484" y="98"/>
                  </a:lnTo>
                  <a:lnTo>
                    <a:pt x="4484" y="4724"/>
                  </a:lnTo>
                  <a:lnTo>
                    <a:pt x="0" y="6136"/>
                  </a:lnTo>
                  <a:lnTo>
                    <a:pt x="0" y="6899"/>
                  </a:lnTo>
                  <a:lnTo>
                    <a:pt x="5066" y="5278"/>
                  </a:lnTo>
                  <a:lnTo>
                    <a:pt x="5066" y="222"/>
                  </a:lnTo>
                  <a:cubicBezTo>
                    <a:pt x="5066" y="94"/>
                    <a:pt x="4960" y="0"/>
                    <a:pt x="4841"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0" name="Google Shape;11190;p64"/>
            <p:cNvSpPr/>
            <p:nvPr/>
          </p:nvSpPr>
          <p:spPr>
            <a:xfrm>
              <a:off x="1900564" y="3029008"/>
              <a:ext cx="117414" cy="159938"/>
            </a:xfrm>
            <a:custGeom>
              <a:avLst/>
              <a:gdLst/>
              <a:ahLst/>
              <a:cxnLst/>
              <a:rect l="l" t="t" r="r" b="b"/>
              <a:pathLst>
                <a:path w="4484" h="6108" extrusionOk="0">
                  <a:moveTo>
                    <a:pt x="4259" y="1"/>
                  </a:moveTo>
                  <a:cubicBezTo>
                    <a:pt x="4236" y="1"/>
                    <a:pt x="4212" y="4"/>
                    <a:pt x="4188" y="12"/>
                  </a:cubicBezTo>
                  <a:lnTo>
                    <a:pt x="0" y="1357"/>
                  </a:lnTo>
                  <a:lnTo>
                    <a:pt x="0" y="6108"/>
                  </a:lnTo>
                  <a:lnTo>
                    <a:pt x="4484" y="4677"/>
                  </a:lnTo>
                  <a:lnTo>
                    <a:pt x="4484" y="231"/>
                  </a:lnTo>
                  <a:cubicBezTo>
                    <a:pt x="4484" y="102"/>
                    <a:pt x="4382" y="1"/>
                    <a:pt x="425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1" name="Google Shape;11191;p64"/>
            <p:cNvSpPr/>
            <p:nvPr/>
          </p:nvSpPr>
          <p:spPr>
            <a:xfrm>
              <a:off x="1900564" y="3029244"/>
              <a:ext cx="117414" cy="159702"/>
            </a:xfrm>
            <a:custGeom>
              <a:avLst/>
              <a:gdLst/>
              <a:ahLst/>
              <a:cxnLst/>
              <a:rect l="l" t="t" r="r" b="b"/>
              <a:pathLst>
                <a:path w="4484" h="6099" extrusionOk="0">
                  <a:moveTo>
                    <a:pt x="4268" y="1"/>
                  </a:moveTo>
                  <a:cubicBezTo>
                    <a:pt x="4245" y="1"/>
                    <a:pt x="4221" y="4"/>
                    <a:pt x="4198" y="12"/>
                  </a:cubicBezTo>
                  <a:lnTo>
                    <a:pt x="3816" y="127"/>
                  </a:lnTo>
                  <a:lnTo>
                    <a:pt x="3816" y="4019"/>
                  </a:lnTo>
                  <a:lnTo>
                    <a:pt x="0" y="5231"/>
                  </a:lnTo>
                  <a:lnTo>
                    <a:pt x="0" y="6099"/>
                  </a:lnTo>
                  <a:lnTo>
                    <a:pt x="4484" y="4668"/>
                  </a:lnTo>
                  <a:lnTo>
                    <a:pt x="4484" y="222"/>
                  </a:lnTo>
                  <a:cubicBezTo>
                    <a:pt x="4484" y="95"/>
                    <a:pt x="4384" y="1"/>
                    <a:pt x="4268"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2" name="Google Shape;11192;p64"/>
            <p:cNvSpPr/>
            <p:nvPr/>
          </p:nvSpPr>
          <p:spPr>
            <a:xfrm>
              <a:off x="1941282" y="3069988"/>
              <a:ext cx="29484" cy="36345"/>
            </a:xfrm>
            <a:custGeom>
              <a:avLst/>
              <a:gdLst/>
              <a:ahLst/>
              <a:cxnLst/>
              <a:rect l="l" t="t" r="r" b="b"/>
              <a:pathLst>
                <a:path w="1126" h="1388" extrusionOk="0">
                  <a:moveTo>
                    <a:pt x="897" y="0"/>
                  </a:moveTo>
                  <a:cubicBezTo>
                    <a:pt x="875" y="0"/>
                    <a:pt x="853" y="4"/>
                    <a:pt x="830" y="11"/>
                  </a:cubicBezTo>
                  <a:lnTo>
                    <a:pt x="153" y="231"/>
                  </a:lnTo>
                  <a:cubicBezTo>
                    <a:pt x="67" y="259"/>
                    <a:pt x="0" y="345"/>
                    <a:pt x="0" y="450"/>
                  </a:cubicBezTo>
                  <a:lnTo>
                    <a:pt x="0" y="1166"/>
                  </a:lnTo>
                  <a:cubicBezTo>
                    <a:pt x="0" y="1293"/>
                    <a:pt x="100" y="1387"/>
                    <a:pt x="221" y="1387"/>
                  </a:cubicBezTo>
                  <a:cubicBezTo>
                    <a:pt x="246" y="1387"/>
                    <a:pt x="271" y="1383"/>
                    <a:pt x="296" y="1375"/>
                  </a:cubicBezTo>
                  <a:lnTo>
                    <a:pt x="964" y="1156"/>
                  </a:lnTo>
                  <a:cubicBezTo>
                    <a:pt x="1059" y="1127"/>
                    <a:pt x="1126" y="1042"/>
                    <a:pt x="1126" y="946"/>
                  </a:cubicBezTo>
                  <a:lnTo>
                    <a:pt x="1126" y="231"/>
                  </a:lnTo>
                  <a:cubicBezTo>
                    <a:pt x="1126" y="102"/>
                    <a:pt x="1017" y="0"/>
                    <a:pt x="89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93" name="Google Shape;11193;p64"/>
          <p:cNvGrpSpPr/>
          <p:nvPr/>
        </p:nvGrpSpPr>
        <p:grpSpPr>
          <a:xfrm>
            <a:off x="1305472" y="1349397"/>
            <a:ext cx="331895" cy="359311"/>
            <a:chOff x="1332009" y="1499935"/>
            <a:chExt cx="331895" cy="359311"/>
          </a:xfrm>
        </p:grpSpPr>
        <p:sp>
          <p:nvSpPr>
            <p:cNvPr id="11194" name="Google Shape;11194;p64"/>
            <p:cNvSpPr/>
            <p:nvPr/>
          </p:nvSpPr>
          <p:spPr>
            <a:xfrm>
              <a:off x="1435414" y="1570451"/>
              <a:ext cx="28515" cy="79210"/>
            </a:xfrm>
            <a:custGeom>
              <a:avLst/>
              <a:gdLst/>
              <a:ahLst/>
              <a:cxnLst/>
              <a:rect l="l" t="t" r="r" b="b"/>
              <a:pathLst>
                <a:path w="1089" h="3025" extrusionOk="0">
                  <a:moveTo>
                    <a:pt x="545" y="1"/>
                  </a:moveTo>
                  <a:cubicBezTo>
                    <a:pt x="273" y="1"/>
                    <a:pt x="1" y="182"/>
                    <a:pt x="1" y="544"/>
                  </a:cubicBezTo>
                  <a:lnTo>
                    <a:pt x="1" y="3025"/>
                  </a:lnTo>
                  <a:lnTo>
                    <a:pt x="1088" y="3025"/>
                  </a:lnTo>
                  <a:lnTo>
                    <a:pt x="1088" y="544"/>
                  </a:lnTo>
                  <a:cubicBezTo>
                    <a:pt x="1088" y="182"/>
                    <a:pt x="816" y="1"/>
                    <a:pt x="54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5" name="Google Shape;11195;p64"/>
            <p:cNvSpPr/>
            <p:nvPr/>
          </p:nvSpPr>
          <p:spPr>
            <a:xfrm>
              <a:off x="1435414" y="1627665"/>
              <a:ext cx="28515" cy="21995"/>
            </a:xfrm>
            <a:custGeom>
              <a:avLst/>
              <a:gdLst/>
              <a:ahLst/>
              <a:cxnLst/>
              <a:rect l="l" t="t" r="r" b="b"/>
              <a:pathLst>
                <a:path w="1089" h="840" extrusionOk="0">
                  <a:moveTo>
                    <a:pt x="1" y="0"/>
                  </a:moveTo>
                  <a:lnTo>
                    <a:pt x="1" y="840"/>
                  </a:lnTo>
                  <a:lnTo>
                    <a:pt x="1088" y="840"/>
                  </a:lnTo>
                  <a:lnTo>
                    <a:pt x="1088"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6" name="Google Shape;11196;p64"/>
            <p:cNvSpPr/>
            <p:nvPr/>
          </p:nvSpPr>
          <p:spPr>
            <a:xfrm>
              <a:off x="1350496" y="1570451"/>
              <a:ext cx="28254" cy="79210"/>
            </a:xfrm>
            <a:custGeom>
              <a:avLst/>
              <a:gdLst/>
              <a:ahLst/>
              <a:cxnLst/>
              <a:rect l="l" t="t" r="r" b="b"/>
              <a:pathLst>
                <a:path w="1079" h="3025" extrusionOk="0">
                  <a:moveTo>
                    <a:pt x="539" y="1"/>
                  </a:moveTo>
                  <a:cubicBezTo>
                    <a:pt x="270" y="1"/>
                    <a:pt x="0" y="182"/>
                    <a:pt x="0" y="544"/>
                  </a:cubicBezTo>
                  <a:lnTo>
                    <a:pt x="0" y="3025"/>
                  </a:lnTo>
                  <a:lnTo>
                    <a:pt x="1078" y="3025"/>
                  </a:lnTo>
                  <a:lnTo>
                    <a:pt x="1078" y="544"/>
                  </a:lnTo>
                  <a:cubicBezTo>
                    <a:pt x="1078" y="182"/>
                    <a:pt x="809" y="1"/>
                    <a:pt x="53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7" name="Google Shape;11197;p64"/>
            <p:cNvSpPr/>
            <p:nvPr/>
          </p:nvSpPr>
          <p:spPr>
            <a:xfrm>
              <a:off x="1350496" y="1627665"/>
              <a:ext cx="28254" cy="21995"/>
            </a:xfrm>
            <a:custGeom>
              <a:avLst/>
              <a:gdLst/>
              <a:ahLst/>
              <a:cxnLst/>
              <a:rect l="l" t="t" r="r" b="b"/>
              <a:pathLst>
                <a:path w="1079" h="840" extrusionOk="0">
                  <a:moveTo>
                    <a:pt x="0" y="0"/>
                  </a:moveTo>
                  <a:lnTo>
                    <a:pt x="0" y="840"/>
                  </a:lnTo>
                  <a:lnTo>
                    <a:pt x="1078" y="840"/>
                  </a:lnTo>
                  <a:lnTo>
                    <a:pt x="1078"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8" name="Google Shape;11198;p64"/>
            <p:cNvSpPr/>
            <p:nvPr/>
          </p:nvSpPr>
          <p:spPr>
            <a:xfrm>
              <a:off x="1392706" y="1791531"/>
              <a:ext cx="28751" cy="67714"/>
            </a:xfrm>
            <a:custGeom>
              <a:avLst/>
              <a:gdLst/>
              <a:ahLst/>
              <a:cxnLst/>
              <a:rect l="l" t="t" r="r" b="b"/>
              <a:pathLst>
                <a:path w="1098" h="2586" extrusionOk="0">
                  <a:moveTo>
                    <a:pt x="0" y="1"/>
                  </a:moveTo>
                  <a:lnTo>
                    <a:pt x="0" y="2366"/>
                  </a:lnTo>
                  <a:cubicBezTo>
                    <a:pt x="0" y="2490"/>
                    <a:pt x="105" y="2586"/>
                    <a:pt x="229" y="2586"/>
                  </a:cubicBezTo>
                  <a:lnTo>
                    <a:pt x="869" y="2586"/>
                  </a:lnTo>
                  <a:cubicBezTo>
                    <a:pt x="993" y="2586"/>
                    <a:pt x="1098" y="2490"/>
                    <a:pt x="1098" y="2366"/>
                  </a:cubicBezTo>
                  <a:lnTo>
                    <a:pt x="1098"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9" name="Google Shape;11199;p64"/>
            <p:cNvSpPr/>
            <p:nvPr/>
          </p:nvSpPr>
          <p:spPr>
            <a:xfrm>
              <a:off x="1392942" y="1791531"/>
              <a:ext cx="28515" cy="22519"/>
            </a:xfrm>
            <a:custGeom>
              <a:avLst/>
              <a:gdLst/>
              <a:ahLst/>
              <a:cxnLst/>
              <a:rect l="l" t="t" r="r" b="b"/>
              <a:pathLst>
                <a:path w="1089" h="860" extrusionOk="0">
                  <a:moveTo>
                    <a:pt x="1" y="1"/>
                  </a:moveTo>
                  <a:lnTo>
                    <a:pt x="1" y="859"/>
                  </a:lnTo>
                  <a:lnTo>
                    <a:pt x="1089" y="859"/>
                  </a:lnTo>
                  <a:lnTo>
                    <a:pt x="1089"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0" name="Google Shape;11200;p64"/>
            <p:cNvSpPr/>
            <p:nvPr/>
          </p:nvSpPr>
          <p:spPr>
            <a:xfrm>
              <a:off x="1386448" y="1765294"/>
              <a:ext cx="41503" cy="33255"/>
            </a:xfrm>
            <a:custGeom>
              <a:avLst/>
              <a:gdLst/>
              <a:ahLst/>
              <a:cxnLst/>
              <a:rect l="l" t="t" r="r" b="b"/>
              <a:pathLst>
                <a:path w="1585" h="1270" extrusionOk="0">
                  <a:moveTo>
                    <a:pt x="1" y="1"/>
                  </a:moveTo>
                  <a:lnTo>
                    <a:pt x="1" y="1041"/>
                  </a:lnTo>
                  <a:cubicBezTo>
                    <a:pt x="1" y="1165"/>
                    <a:pt x="106" y="1270"/>
                    <a:pt x="230" y="1270"/>
                  </a:cubicBezTo>
                  <a:lnTo>
                    <a:pt x="1356" y="1270"/>
                  </a:lnTo>
                  <a:cubicBezTo>
                    <a:pt x="1480" y="1270"/>
                    <a:pt x="1585" y="1165"/>
                    <a:pt x="1585" y="1041"/>
                  </a:cubicBezTo>
                  <a:lnTo>
                    <a:pt x="1585" y="1"/>
                  </a:ln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1" name="Google Shape;11201;p64"/>
            <p:cNvSpPr/>
            <p:nvPr/>
          </p:nvSpPr>
          <p:spPr>
            <a:xfrm>
              <a:off x="1411428" y="1765294"/>
              <a:ext cx="16287" cy="33255"/>
            </a:xfrm>
            <a:custGeom>
              <a:avLst/>
              <a:gdLst/>
              <a:ahLst/>
              <a:cxnLst/>
              <a:rect l="l" t="t" r="r" b="b"/>
              <a:pathLst>
                <a:path w="622" h="1270" extrusionOk="0">
                  <a:moveTo>
                    <a:pt x="1" y="1"/>
                  </a:moveTo>
                  <a:lnTo>
                    <a:pt x="1" y="1270"/>
                  </a:lnTo>
                  <a:lnTo>
                    <a:pt x="402" y="1270"/>
                  </a:lnTo>
                  <a:cubicBezTo>
                    <a:pt x="526" y="1270"/>
                    <a:pt x="621" y="1165"/>
                    <a:pt x="621" y="1041"/>
                  </a:cubicBezTo>
                  <a:lnTo>
                    <a:pt x="621"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2" name="Google Shape;11202;p64"/>
            <p:cNvSpPr/>
            <p:nvPr/>
          </p:nvSpPr>
          <p:spPr>
            <a:xfrm>
              <a:off x="1381473" y="1738585"/>
              <a:ext cx="51480" cy="33517"/>
            </a:xfrm>
            <a:custGeom>
              <a:avLst/>
              <a:gdLst/>
              <a:ahLst/>
              <a:cxnLst/>
              <a:rect l="l" t="t" r="r" b="b"/>
              <a:pathLst>
                <a:path w="1966" h="1280" extrusionOk="0">
                  <a:moveTo>
                    <a:pt x="0" y="0"/>
                  </a:moveTo>
                  <a:lnTo>
                    <a:pt x="0" y="1059"/>
                  </a:lnTo>
                  <a:cubicBezTo>
                    <a:pt x="0" y="1183"/>
                    <a:pt x="96" y="1278"/>
                    <a:pt x="220" y="1278"/>
                  </a:cubicBezTo>
                  <a:lnTo>
                    <a:pt x="1746" y="1278"/>
                  </a:lnTo>
                  <a:cubicBezTo>
                    <a:pt x="1751" y="1279"/>
                    <a:pt x="1756" y="1279"/>
                    <a:pt x="1762" y="1279"/>
                  </a:cubicBezTo>
                  <a:cubicBezTo>
                    <a:pt x="1878" y="1279"/>
                    <a:pt x="1965" y="1178"/>
                    <a:pt x="1965" y="1059"/>
                  </a:cubicBezTo>
                  <a:lnTo>
                    <a:pt x="1965" y="0"/>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3" name="Google Shape;11203;p64"/>
            <p:cNvSpPr/>
            <p:nvPr/>
          </p:nvSpPr>
          <p:spPr>
            <a:xfrm>
              <a:off x="1411428" y="1738585"/>
              <a:ext cx="21524" cy="33517"/>
            </a:xfrm>
            <a:custGeom>
              <a:avLst/>
              <a:gdLst/>
              <a:ahLst/>
              <a:cxnLst/>
              <a:rect l="l" t="t" r="r" b="b"/>
              <a:pathLst>
                <a:path w="822" h="1280" extrusionOk="0">
                  <a:moveTo>
                    <a:pt x="1" y="0"/>
                  </a:moveTo>
                  <a:lnTo>
                    <a:pt x="1" y="1278"/>
                  </a:lnTo>
                  <a:lnTo>
                    <a:pt x="592" y="1278"/>
                  </a:lnTo>
                  <a:cubicBezTo>
                    <a:pt x="598" y="1279"/>
                    <a:pt x="603" y="1279"/>
                    <a:pt x="608" y="1279"/>
                  </a:cubicBezTo>
                  <a:cubicBezTo>
                    <a:pt x="725" y="1279"/>
                    <a:pt x="821" y="1178"/>
                    <a:pt x="821" y="1059"/>
                  </a:cubicBezTo>
                  <a:lnTo>
                    <a:pt x="821"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4" name="Google Shape;11204;p64"/>
            <p:cNvSpPr/>
            <p:nvPr/>
          </p:nvSpPr>
          <p:spPr>
            <a:xfrm>
              <a:off x="1339001" y="1668619"/>
              <a:ext cx="136162" cy="77220"/>
            </a:xfrm>
            <a:custGeom>
              <a:avLst/>
              <a:gdLst/>
              <a:ahLst/>
              <a:cxnLst/>
              <a:rect l="l" t="t" r="r" b="b"/>
              <a:pathLst>
                <a:path w="5200" h="2949" extrusionOk="0">
                  <a:moveTo>
                    <a:pt x="0" y="1"/>
                  </a:moveTo>
                  <a:lnTo>
                    <a:pt x="0" y="888"/>
                  </a:lnTo>
                  <a:cubicBezTo>
                    <a:pt x="0" y="936"/>
                    <a:pt x="19" y="984"/>
                    <a:pt x="48" y="1031"/>
                  </a:cubicBezTo>
                  <a:lnTo>
                    <a:pt x="1613" y="2949"/>
                  </a:lnTo>
                  <a:lnTo>
                    <a:pt x="3587" y="2949"/>
                  </a:lnTo>
                  <a:lnTo>
                    <a:pt x="5152" y="1022"/>
                  </a:lnTo>
                  <a:cubicBezTo>
                    <a:pt x="5181" y="984"/>
                    <a:pt x="5200" y="936"/>
                    <a:pt x="5200" y="888"/>
                  </a:cubicBezTo>
                  <a:lnTo>
                    <a:pt x="5200" y="1"/>
                  </a:ln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5" name="Google Shape;11205;p64"/>
            <p:cNvSpPr/>
            <p:nvPr/>
          </p:nvSpPr>
          <p:spPr>
            <a:xfrm>
              <a:off x="1411428" y="1668619"/>
              <a:ext cx="63996" cy="77220"/>
            </a:xfrm>
            <a:custGeom>
              <a:avLst/>
              <a:gdLst/>
              <a:ahLst/>
              <a:cxnLst/>
              <a:rect l="l" t="t" r="r" b="b"/>
              <a:pathLst>
                <a:path w="2444" h="2949" extrusionOk="0">
                  <a:moveTo>
                    <a:pt x="1737" y="1"/>
                  </a:moveTo>
                  <a:lnTo>
                    <a:pt x="1737" y="793"/>
                  </a:lnTo>
                  <a:lnTo>
                    <a:pt x="1" y="2949"/>
                  </a:lnTo>
                  <a:lnTo>
                    <a:pt x="831" y="2949"/>
                  </a:lnTo>
                  <a:lnTo>
                    <a:pt x="2395" y="1022"/>
                  </a:lnTo>
                  <a:cubicBezTo>
                    <a:pt x="2424" y="984"/>
                    <a:pt x="2443" y="936"/>
                    <a:pt x="2443" y="888"/>
                  </a:cubicBezTo>
                  <a:lnTo>
                    <a:pt x="2443"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6" name="Google Shape;11206;p64"/>
            <p:cNvSpPr/>
            <p:nvPr/>
          </p:nvSpPr>
          <p:spPr>
            <a:xfrm>
              <a:off x="1332009" y="1640889"/>
              <a:ext cx="150145" cy="27756"/>
            </a:xfrm>
            <a:custGeom>
              <a:avLst/>
              <a:gdLst/>
              <a:ahLst/>
              <a:cxnLst/>
              <a:rect l="l" t="t" r="r" b="b"/>
              <a:pathLst>
                <a:path w="5734" h="1060" extrusionOk="0">
                  <a:moveTo>
                    <a:pt x="205" y="0"/>
                  </a:moveTo>
                  <a:cubicBezTo>
                    <a:pt x="96" y="0"/>
                    <a:pt x="0" y="102"/>
                    <a:pt x="0" y="220"/>
                  </a:cubicBezTo>
                  <a:lnTo>
                    <a:pt x="0" y="831"/>
                  </a:lnTo>
                  <a:cubicBezTo>
                    <a:pt x="0" y="955"/>
                    <a:pt x="105" y="1060"/>
                    <a:pt x="220" y="1060"/>
                  </a:cubicBezTo>
                  <a:lnTo>
                    <a:pt x="5514" y="1060"/>
                  </a:lnTo>
                  <a:cubicBezTo>
                    <a:pt x="5638" y="1060"/>
                    <a:pt x="5734" y="955"/>
                    <a:pt x="5734" y="831"/>
                  </a:cubicBezTo>
                  <a:lnTo>
                    <a:pt x="5734" y="220"/>
                  </a:lnTo>
                  <a:cubicBezTo>
                    <a:pt x="5734" y="102"/>
                    <a:pt x="5646" y="0"/>
                    <a:pt x="5530" y="0"/>
                  </a:cubicBezTo>
                  <a:cubicBezTo>
                    <a:pt x="5525" y="0"/>
                    <a:pt x="5520" y="1"/>
                    <a:pt x="5514" y="1"/>
                  </a:cubicBezTo>
                  <a:lnTo>
                    <a:pt x="220" y="1"/>
                  </a:lnTo>
                  <a:cubicBezTo>
                    <a:pt x="215" y="1"/>
                    <a:pt x="210" y="0"/>
                    <a:pt x="205" y="0"/>
                  </a:cubicBezTo>
                  <a:close/>
                </a:path>
              </a:pathLst>
            </a:custGeom>
            <a:solidFill>
              <a:srgbClr val="BAC2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7" name="Google Shape;11207;p64"/>
            <p:cNvSpPr/>
            <p:nvPr/>
          </p:nvSpPr>
          <p:spPr>
            <a:xfrm>
              <a:off x="1461651" y="1640889"/>
              <a:ext cx="20503" cy="27756"/>
            </a:xfrm>
            <a:custGeom>
              <a:avLst/>
              <a:gdLst/>
              <a:ahLst/>
              <a:cxnLst/>
              <a:rect l="l" t="t" r="r" b="b"/>
              <a:pathLst>
                <a:path w="783" h="1060" extrusionOk="0">
                  <a:moveTo>
                    <a:pt x="579" y="0"/>
                  </a:moveTo>
                  <a:cubicBezTo>
                    <a:pt x="574" y="0"/>
                    <a:pt x="569" y="1"/>
                    <a:pt x="563" y="1"/>
                  </a:cubicBezTo>
                  <a:lnTo>
                    <a:pt x="0" y="1"/>
                  </a:lnTo>
                  <a:lnTo>
                    <a:pt x="0" y="1060"/>
                  </a:lnTo>
                  <a:lnTo>
                    <a:pt x="563" y="1060"/>
                  </a:lnTo>
                  <a:cubicBezTo>
                    <a:pt x="687" y="1060"/>
                    <a:pt x="783" y="955"/>
                    <a:pt x="783" y="840"/>
                  </a:cubicBezTo>
                  <a:lnTo>
                    <a:pt x="783" y="220"/>
                  </a:lnTo>
                  <a:cubicBezTo>
                    <a:pt x="783" y="102"/>
                    <a:pt x="695" y="0"/>
                    <a:pt x="579"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8" name="Google Shape;11208;p64"/>
            <p:cNvSpPr/>
            <p:nvPr/>
          </p:nvSpPr>
          <p:spPr>
            <a:xfrm>
              <a:off x="1467386" y="1499935"/>
              <a:ext cx="196518" cy="165725"/>
            </a:xfrm>
            <a:custGeom>
              <a:avLst/>
              <a:gdLst/>
              <a:ahLst/>
              <a:cxnLst/>
              <a:rect l="l" t="t" r="r" b="b"/>
              <a:pathLst>
                <a:path w="7505" h="6329" extrusionOk="0">
                  <a:moveTo>
                    <a:pt x="3779" y="1"/>
                  </a:moveTo>
                  <a:cubicBezTo>
                    <a:pt x="3738" y="1"/>
                    <a:pt x="3697" y="2"/>
                    <a:pt x="3655" y="3"/>
                  </a:cubicBezTo>
                  <a:cubicBezTo>
                    <a:pt x="1270" y="108"/>
                    <a:pt x="1" y="2865"/>
                    <a:pt x="1489" y="4735"/>
                  </a:cubicBezTo>
                  <a:lnTo>
                    <a:pt x="1413" y="6099"/>
                  </a:lnTo>
                  <a:cubicBezTo>
                    <a:pt x="1413" y="6229"/>
                    <a:pt x="1523" y="6329"/>
                    <a:pt x="1640" y="6329"/>
                  </a:cubicBezTo>
                  <a:cubicBezTo>
                    <a:pt x="1670" y="6329"/>
                    <a:pt x="1699" y="6323"/>
                    <a:pt x="1728" y="6309"/>
                  </a:cubicBezTo>
                  <a:lnTo>
                    <a:pt x="2968" y="5737"/>
                  </a:lnTo>
                  <a:cubicBezTo>
                    <a:pt x="3234" y="5814"/>
                    <a:pt x="3504" y="5851"/>
                    <a:pt x="3771" y="5851"/>
                  </a:cubicBezTo>
                  <a:cubicBezTo>
                    <a:pt x="4730" y="5851"/>
                    <a:pt x="5650" y="5373"/>
                    <a:pt x="6202" y="4544"/>
                  </a:cubicBezTo>
                  <a:cubicBezTo>
                    <a:pt x="7505" y="2595"/>
                    <a:pt x="6091" y="1"/>
                    <a:pt x="377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9" name="Google Shape;11209;p64"/>
            <p:cNvSpPr/>
            <p:nvPr/>
          </p:nvSpPr>
          <p:spPr>
            <a:xfrm>
              <a:off x="1369873" y="1679852"/>
              <a:ext cx="74653" cy="11050"/>
            </a:xfrm>
            <a:custGeom>
              <a:avLst/>
              <a:gdLst/>
              <a:ahLst/>
              <a:cxnLst/>
              <a:rect l="l" t="t" r="r" b="b"/>
              <a:pathLst>
                <a:path w="2851" h="422" extrusionOk="0">
                  <a:moveTo>
                    <a:pt x="273" y="1"/>
                  </a:moveTo>
                  <a:cubicBezTo>
                    <a:pt x="1" y="1"/>
                    <a:pt x="1" y="422"/>
                    <a:pt x="273" y="422"/>
                  </a:cubicBezTo>
                  <a:cubicBezTo>
                    <a:pt x="279" y="422"/>
                    <a:pt x="284" y="421"/>
                    <a:pt x="291" y="421"/>
                  </a:cubicBezTo>
                  <a:lnTo>
                    <a:pt x="2551" y="421"/>
                  </a:lnTo>
                  <a:cubicBezTo>
                    <a:pt x="2558" y="421"/>
                    <a:pt x="2564" y="422"/>
                    <a:pt x="2570" y="422"/>
                  </a:cubicBezTo>
                  <a:cubicBezTo>
                    <a:pt x="2851" y="422"/>
                    <a:pt x="2851" y="1"/>
                    <a:pt x="2570" y="1"/>
                  </a:cubicBezTo>
                  <a:cubicBezTo>
                    <a:pt x="2564" y="1"/>
                    <a:pt x="2558" y="1"/>
                    <a:pt x="2551" y="1"/>
                  </a:cubicBezTo>
                  <a:lnTo>
                    <a:pt x="291" y="1"/>
                  </a:lnTo>
                  <a:cubicBezTo>
                    <a:pt x="284" y="1"/>
                    <a:pt x="279" y="1"/>
                    <a:pt x="273" y="1"/>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0" name="Google Shape;11210;p64"/>
            <p:cNvSpPr/>
            <p:nvPr/>
          </p:nvSpPr>
          <p:spPr>
            <a:xfrm>
              <a:off x="1533346" y="1524496"/>
              <a:ext cx="60487" cy="92459"/>
            </a:xfrm>
            <a:custGeom>
              <a:avLst/>
              <a:gdLst/>
              <a:ahLst/>
              <a:cxnLst/>
              <a:rect l="l" t="t" r="r" b="b"/>
              <a:pathLst>
                <a:path w="2310" h="3531" extrusionOk="0">
                  <a:moveTo>
                    <a:pt x="1136" y="0"/>
                  </a:moveTo>
                  <a:cubicBezTo>
                    <a:pt x="1088" y="0"/>
                    <a:pt x="1050" y="29"/>
                    <a:pt x="1031" y="67"/>
                  </a:cubicBezTo>
                  <a:lnTo>
                    <a:pt x="39" y="1822"/>
                  </a:lnTo>
                  <a:cubicBezTo>
                    <a:pt x="0" y="1899"/>
                    <a:pt x="48" y="1994"/>
                    <a:pt x="144" y="1994"/>
                  </a:cubicBezTo>
                  <a:lnTo>
                    <a:pt x="1021" y="1994"/>
                  </a:lnTo>
                  <a:lnTo>
                    <a:pt x="401" y="3377"/>
                  </a:lnTo>
                  <a:cubicBezTo>
                    <a:pt x="373" y="3462"/>
                    <a:pt x="443" y="3531"/>
                    <a:pt x="516" y="3531"/>
                  </a:cubicBezTo>
                  <a:cubicBezTo>
                    <a:pt x="543" y="3531"/>
                    <a:pt x="569" y="3522"/>
                    <a:pt x="592" y="3502"/>
                  </a:cubicBezTo>
                  <a:lnTo>
                    <a:pt x="2252" y="1498"/>
                  </a:lnTo>
                  <a:cubicBezTo>
                    <a:pt x="2309" y="1422"/>
                    <a:pt x="2261" y="1317"/>
                    <a:pt x="2166" y="1307"/>
                  </a:cubicBezTo>
                  <a:lnTo>
                    <a:pt x="1183" y="1307"/>
                  </a:lnTo>
                  <a:lnTo>
                    <a:pt x="2032" y="191"/>
                  </a:lnTo>
                  <a:cubicBezTo>
                    <a:pt x="2080" y="115"/>
                    <a:pt x="2032" y="10"/>
                    <a:pt x="193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11" name="Google Shape;11211;p64"/>
          <p:cNvGrpSpPr/>
          <p:nvPr/>
        </p:nvGrpSpPr>
        <p:grpSpPr>
          <a:xfrm>
            <a:off x="2636927" y="3196278"/>
            <a:ext cx="289528" cy="359232"/>
            <a:chOff x="2663464" y="3346815"/>
            <a:chExt cx="289528" cy="359232"/>
          </a:xfrm>
        </p:grpSpPr>
        <p:sp>
          <p:nvSpPr>
            <p:cNvPr id="11212" name="Google Shape;11212;p64"/>
            <p:cNvSpPr/>
            <p:nvPr/>
          </p:nvSpPr>
          <p:spPr>
            <a:xfrm>
              <a:off x="2663464" y="3490676"/>
              <a:ext cx="133674" cy="140666"/>
            </a:xfrm>
            <a:custGeom>
              <a:avLst/>
              <a:gdLst/>
              <a:ahLst/>
              <a:cxnLst/>
              <a:rect l="l" t="t" r="r" b="b"/>
              <a:pathLst>
                <a:path w="5105" h="5372" extrusionOk="0">
                  <a:moveTo>
                    <a:pt x="105" y="1"/>
                  </a:moveTo>
                  <a:cubicBezTo>
                    <a:pt x="48" y="1"/>
                    <a:pt x="0" y="49"/>
                    <a:pt x="0" y="115"/>
                  </a:cubicBezTo>
                  <a:lnTo>
                    <a:pt x="0" y="2023"/>
                  </a:lnTo>
                  <a:cubicBezTo>
                    <a:pt x="0" y="2128"/>
                    <a:pt x="48" y="2233"/>
                    <a:pt x="143" y="2300"/>
                  </a:cubicBezTo>
                  <a:lnTo>
                    <a:pt x="2862" y="4179"/>
                  </a:lnTo>
                  <a:cubicBezTo>
                    <a:pt x="2958" y="4246"/>
                    <a:pt x="3015" y="4351"/>
                    <a:pt x="3015" y="4466"/>
                  </a:cubicBezTo>
                  <a:lnTo>
                    <a:pt x="3015" y="5372"/>
                  </a:lnTo>
                  <a:lnTo>
                    <a:pt x="5104" y="5372"/>
                  </a:lnTo>
                  <a:lnTo>
                    <a:pt x="5104" y="2701"/>
                  </a:lnTo>
                  <a:cubicBezTo>
                    <a:pt x="5104" y="2596"/>
                    <a:pt x="5056" y="2500"/>
                    <a:pt x="4980" y="2434"/>
                  </a:cubicBezTo>
                  <a:lnTo>
                    <a:pt x="3387" y="1184"/>
                  </a:lnTo>
                  <a:cubicBezTo>
                    <a:pt x="3369" y="1171"/>
                    <a:pt x="3345" y="1163"/>
                    <a:pt x="3321" y="1163"/>
                  </a:cubicBezTo>
                  <a:cubicBezTo>
                    <a:pt x="3293" y="1163"/>
                    <a:pt x="3264" y="1173"/>
                    <a:pt x="3244" y="1193"/>
                  </a:cubicBezTo>
                  <a:lnTo>
                    <a:pt x="2910" y="1527"/>
                  </a:lnTo>
                  <a:cubicBezTo>
                    <a:pt x="2824" y="1613"/>
                    <a:pt x="2834" y="1756"/>
                    <a:pt x="2919" y="1842"/>
                  </a:cubicBezTo>
                  <a:lnTo>
                    <a:pt x="3778" y="2624"/>
                  </a:lnTo>
                  <a:cubicBezTo>
                    <a:pt x="3864" y="2691"/>
                    <a:pt x="3864" y="2815"/>
                    <a:pt x="3788" y="2901"/>
                  </a:cubicBezTo>
                  <a:lnTo>
                    <a:pt x="3721" y="2958"/>
                  </a:lnTo>
                  <a:cubicBezTo>
                    <a:pt x="3654" y="3035"/>
                    <a:pt x="3559" y="3082"/>
                    <a:pt x="3454" y="3082"/>
                  </a:cubicBezTo>
                  <a:lnTo>
                    <a:pt x="3311" y="3082"/>
                  </a:lnTo>
                  <a:cubicBezTo>
                    <a:pt x="3158" y="3082"/>
                    <a:pt x="3005" y="3035"/>
                    <a:pt x="2881" y="2949"/>
                  </a:cubicBezTo>
                  <a:lnTo>
                    <a:pt x="1030" y="1689"/>
                  </a:lnTo>
                  <a:cubicBezTo>
                    <a:pt x="935" y="1632"/>
                    <a:pt x="878" y="1527"/>
                    <a:pt x="878" y="1413"/>
                  </a:cubicBezTo>
                  <a:lnTo>
                    <a:pt x="878" y="688"/>
                  </a:lnTo>
                  <a:cubicBezTo>
                    <a:pt x="878" y="306"/>
                    <a:pt x="573" y="1"/>
                    <a:pt x="200"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3" name="Google Shape;11213;p64"/>
            <p:cNvSpPr/>
            <p:nvPr/>
          </p:nvSpPr>
          <p:spPr>
            <a:xfrm>
              <a:off x="2742386" y="3610839"/>
              <a:ext cx="54753" cy="20503"/>
            </a:xfrm>
            <a:custGeom>
              <a:avLst/>
              <a:gdLst/>
              <a:ahLst/>
              <a:cxnLst/>
              <a:rect l="l" t="t" r="r" b="b"/>
              <a:pathLst>
                <a:path w="2091" h="783" extrusionOk="0">
                  <a:moveTo>
                    <a:pt x="1" y="1"/>
                  </a:moveTo>
                  <a:lnTo>
                    <a:pt x="1" y="783"/>
                  </a:lnTo>
                  <a:lnTo>
                    <a:pt x="2090" y="783"/>
                  </a:lnTo>
                  <a:lnTo>
                    <a:pt x="2090"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4" name="Google Shape;11214;p64"/>
            <p:cNvSpPr/>
            <p:nvPr/>
          </p:nvSpPr>
          <p:spPr>
            <a:xfrm>
              <a:off x="2819082" y="3490676"/>
              <a:ext cx="133910" cy="140666"/>
            </a:xfrm>
            <a:custGeom>
              <a:avLst/>
              <a:gdLst/>
              <a:ahLst/>
              <a:cxnLst/>
              <a:rect l="l" t="t" r="r" b="b"/>
              <a:pathLst>
                <a:path w="5114" h="5372" extrusionOk="0">
                  <a:moveTo>
                    <a:pt x="4914" y="1"/>
                  </a:moveTo>
                  <a:cubicBezTo>
                    <a:pt x="4532" y="1"/>
                    <a:pt x="4227" y="306"/>
                    <a:pt x="4227" y="688"/>
                  </a:cubicBezTo>
                  <a:lnTo>
                    <a:pt x="4227" y="1413"/>
                  </a:lnTo>
                  <a:cubicBezTo>
                    <a:pt x="4227" y="1527"/>
                    <a:pt x="4169" y="1632"/>
                    <a:pt x="4084" y="1689"/>
                  </a:cubicBezTo>
                  <a:lnTo>
                    <a:pt x="2233" y="2949"/>
                  </a:lnTo>
                  <a:cubicBezTo>
                    <a:pt x="2099" y="3035"/>
                    <a:pt x="1956" y="3082"/>
                    <a:pt x="1804" y="3082"/>
                  </a:cubicBezTo>
                  <a:lnTo>
                    <a:pt x="1651" y="3082"/>
                  </a:lnTo>
                  <a:cubicBezTo>
                    <a:pt x="1546" y="3082"/>
                    <a:pt x="1451" y="3035"/>
                    <a:pt x="1384" y="2958"/>
                  </a:cubicBezTo>
                  <a:lnTo>
                    <a:pt x="1317" y="2901"/>
                  </a:lnTo>
                  <a:cubicBezTo>
                    <a:pt x="1241" y="2815"/>
                    <a:pt x="1250" y="2691"/>
                    <a:pt x="1327" y="2624"/>
                  </a:cubicBezTo>
                  <a:lnTo>
                    <a:pt x="2185" y="1842"/>
                  </a:lnTo>
                  <a:cubicBezTo>
                    <a:pt x="2281" y="1756"/>
                    <a:pt x="2281" y="1613"/>
                    <a:pt x="2195" y="1527"/>
                  </a:cubicBezTo>
                  <a:lnTo>
                    <a:pt x="1861" y="1193"/>
                  </a:lnTo>
                  <a:cubicBezTo>
                    <a:pt x="1840" y="1173"/>
                    <a:pt x="1812" y="1163"/>
                    <a:pt x="1784" y="1163"/>
                  </a:cubicBezTo>
                  <a:cubicBezTo>
                    <a:pt x="1759" y="1163"/>
                    <a:pt x="1735" y="1171"/>
                    <a:pt x="1718" y="1184"/>
                  </a:cubicBezTo>
                  <a:lnTo>
                    <a:pt x="134" y="2443"/>
                  </a:lnTo>
                  <a:cubicBezTo>
                    <a:pt x="48" y="2500"/>
                    <a:pt x="1" y="2596"/>
                    <a:pt x="1" y="2701"/>
                  </a:cubicBezTo>
                  <a:lnTo>
                    <a:pt x="1" y="5372"/>
                  </a:lnTo>
                  <a:lnTo>
                    <a:pt x="2099" y="5372"/>
                  </a:lnTo>
                  <a:lnTo>
                    <a:pt x="2099" y="4466"/>
                  </a:lnTo>
                  <a:cubicBezTo>
                    <a:pt x="2090" y="4351"/>
                    <a:pt x="2147" y="4246"/>
                    <a:pt x="2242" y="4179"/>
                  </a:cubicBezTo>
                  <a:lnTo>
                    <a:pt x="4971" y="2300"/>
                  </a:lnTo>
                  <a:cubicBezTo>
                    <a:pt x="5057" y="2233"/>
                    <a:pt x="5114" y="2128"/>
                    <a:pt x="5114" y="2023"/>
                  </a:cubicBezTo>
                  <a:lnTo>
                    <a:pt x="5114" y="115"/>
                  </a:lnTo>
                  <a:cubicBezTo>
                    <a:pt x="5114" y="49"/>
                    <a:pt x="5057" y="1"/>
                    <a:pt x="4999"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5" name="Google Shape;11215;p64"/>
            <p:cNvSpPr/>
            <p:nvPr/>
          </p:nvSpPr>
          <p:spPr>
            <a:xfrm>
              <a:off x="2819082" y="3610839"/>
              <a:ext cx="54988" cy="20503"/>
            </a:xfrm>
            <a:custGeom>
              <a:avLst/>
              <a:gdLst/>
              <a:ahLst/>
              <a:cxnLst/>
              <a:rect l="l" t="t" r="r" b="b"/>
              <a:pathLst>
                <a:path w="2100" h="783" extrusionOk="0">
                  <a:moveTo>
                    <a:pt x="1" y="1"/>
                  </a:moveTo>
                  <a:lnTo>
                    <a:pt x="1" y="783"/>
                  </a:lnTo>
                  <a:lnTo>
                    <a:pt x="2099" y="783"/>
                  </a:lnTo>
                  <a:lnTo>
                    <a:pt x="2099" y="1"/>
                  </a:lnTo>
                  <a:close/>
                </a:path>
              </a:pathLst>
            </a:custGeom>
            <a:solidFill>
              <a:srgbClr val="C8D3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6" name="Google Shape;11216;p64"/>
            <p:cNvSpPr/>
            <p:nvPr/>
          </p:nvSpPr>
          <p:spPr>
            <a:xfrm>
              <a:off x="2714918" y="3346815"/>
              <a:ext cx="167898" cy="178189"/>
            </a:xfrm>
            <a:custGeom>
              <a:avLst/>
              <a:gdLst/>
              <a:ahLst/>
              <a:cxnLst/>
              <a:rect l="l" t="t" r="r" b="b"/>
              <a:pathLst>
                <a:path w="6412" h="6805" extrusionOk="0">
                  <a:moveTo>
                    <a:pt x="3548" y="1"/>
                  </a:moveTo>
                  <a:cubicBezTo>
                    <a:pt x="2981" y="1"/>
                    <a:pt x="2401" y="173"/>
                    <a:pt x="1880" y="553"/>
                  </a:cubicBezTo>
                  <a:cubicBezTo>
                    <a:pt x="0" y="1927"/>
                    <a:pt x="468" y="4856"/>
                    <a:pt x="2691" y="5571"/>
                  </a:cubicBezTo>
                  <a:lnTo>
                    <a:pt x="3368" y="6697"/>
                  </a:lnTo>
                  <a:cubicBezTo>
                    <a:pt x="3411" y="6769"/>
                    <a:pt x="3485" y="6804"/>
                    <a:pt x="3559" y="6804"/>
                  </a:cubicBezTo>
                  <a:cubicBezTo>
                    <a:pt x="3633" y="6804"/>
                    <a:pt x="3707" y="6769"/>
                    <a:pt x="3750" y="6697"/>
                  </a:cubicBezTo>
                  <a:lnTo>
                    <a:pt x="4436" y="5571"/>
                  </a:lnTo>
                  <a:cubicBezTo>
                    <a:pt x="5610" y="5190"/>
                    <a:pt x="6411" y="4093"/>
                    <a:pt x="6411" y="2852"/>
                  </a:cubicBezTo>
                  <a:cubicBezTo>
                    <a:pt x="6411" y="1170"/>
                    <a:pt x="5026" y="1"/>
                    <a:pt x="3548" y="1"/>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7" name="Google Shape;11217;p64"/>
            <p:cNvSpPr/>
            <p:nvPr/>
          </p:nvSpPr>
          <p:spPr>
            <a:xfrm>
              <a:off x="2757887" y="3372293"/>
              <a:ext cx="101467" cy="98744"/>
            </a:xfrm>
            <a:custGeom>
              <a:avLst/>
              <a:gdLst/>
              <a:ahLst/>
              <a:cxnLst/>
              <a:rect l="l" t="t" r="r" b="b"/>
              <a:pathLst>
                <a:path w="3875" h="3771" extrusionOk="0">
                  <a:moveTo>
                    <a:pt x="1919" y="918"/>
                  </a:moveTo>
                  <a:cubicBezTo>
                    <a:pt x="2099" y="918"/>
                    <a:pt x="2280" y="968"/>
                    <a:pt x="2442" y="1068"/>
                  </a:cubicBezTo>
                  <a:cubicBezTo>
                    <a:pt x="2557" y="1145"/>
                    <a:pt x="2652" y="1240"/>
                    <a:pt x="2729" y="1364"/>
                  </a:cubicBezTo>
                  <a:cubicBezTo>
                    <a:pt x="2939" y="1679"/>
                    <a:pt x="2939" y="2080"/>
                    <a:pt x="2729" y="2404"/>
                  </a:cubicBezTo>
                  <a:cubicBezTo>
                    <a:pt x="2652" y="2519"/>
                    <a:pt x="2557" y="2623"/>
                    <a:pt x="2442" y="2700"/>
                  </a:cubicBezTo>
                  <a:cubicBezTo>
                    <a:pt x="2280" y="2800"/>
                    <a:pt x="2099" y="2850"/>
                    <a:pt x="1919" y="2850"/>
                  </a:cubicBezTo>
                  <a:cubicBezTo>
                    <a:pt x="1739" y="2850"/>
                    <a:pt x="1560" y="2800"/>
                    <a:pt x="1403" y="2700"/>
                  </a:cubicBezTo>
                  <a:cubicBezTo>
                    <a:pt x="1279" y="2623"/>
                    <a:pt x="1183" y="2519"/>
                    <a:pt x="1107" y="2404"/>
                  </a:cubicBezTo>
                  <a:cubicBezTo>
                    <a:pt x="907" y="2080"/>
                    <a:pt x="907" y="1679"/>
                    <a:pt x="1107" y="1364"/>
                  </a:cubicBezTo>
                  <a:cubicBezTo>
                    <a:pt x="1183" y="1240"/>
                    <a:pt x="1279" y="1145"/>
                    <a:pt x="1403" y="1068"/>
                  </a:cubicBezTo>
                  <a:cubicBezTo>
                    <a:pt x="1560" y="968"/>
                    <a:pt x="1739" y="918"/>
                    <a:pt x="1919" y="918"/>
                  </a:cubicBezTo>
                  <a:close/>
                  <a:moveTo>
                    <a:pt x="1918" y="0"/>
                  </a:moveTo>
                  <a:cubicBezTo>
                    <a:pt x="1808" y="0"/>
                    <a:pt x="1698" y="76"/>
                    <a:pt x="1708" y="229"/>
                  </a:cubicBezTo>
                  <a:lnTo>
                    <a:pt x="1708" y="515"/>
                  </a:lnTo>
                  <a:cubicBezTo>
                    <a:pt x="1488" y="553"/>
                    <a:pt x="1279" y="639"/>
                    <a:pt x="1097" y="773"/>
                  </a:cubicBezTo>
                  <a:lnTo>
                    <a:pt x="897" y="563"/>
                  </a:lnTo>
                  <a:cubicBezTo>
                    <a:pt x="851" y="519"/>
                    <a:pt x="801" y="501"/>
                    <a:pt x="752" y="501"/>
                  </a:cubicBezTo>
                  <a:cubicBezTo>
                    <a:pt x="588" y="501"/>
                    <a:pt x="447" y="711"/>
                    <a:pt x="601" y="859"/>
                  </a:cubicBezTo>
                  <a:lnTo>
                    <a:pt x="811" y="1068"/>
                  </a:lnTo>
                  <a:cubicBezTo>
                    <a:pt x="678" y="1250"/>
                    <a:pt x="592" y="1460"/>
                    <a:pt x="554" y="1679"/>
                  </a:cubicBezTo>
                  <a:lnTo>
                    <a:pt x="258" y="1679"/>
                  </a:lnTo>
                  <a:cubicBezTo>
                    <a:pt x="0" y="1698"/>
                    <a:pt x="0" y="2070"/>
                    <a:pt x="258" y="2089"/>
                  </a:cubicBezTo>
                  <a:lnTo>
                    <a:pt x="563" y="2089"/>
                  </a:lnTo>
                  <a:cubicBezTo>
                    <a:pt x="592" y="2318"/>
                    <a:pt x="678" y="2519"/>
                    <a:pt x="811" y="2700"/>
                  </a:cubicBezTo>
                  <a:lnTo>
                    <a:pt x="601" y="2910"/>
                  </a:lnTo>
                  <a:cubicBezTo>
                    <a:pt x="455" y="3064"/>
                    <a:pt x="595" y="3268"/>
                    <a:pt x="755" y="3268"/>
                  </a:cubicBezTo>
                  <a:cubicBezTo>
                    <a:pt x="803" y="3268"/>
                    <a:pt x="853" y="3250"/>
                    <a:pt x="897" y="3205"/>
                  </a:cubicBezTo>
                  <a:lnTo>
                    <a:pt x="1107" y="2996"/>
                  </a:lnTo>
                  <a:cubicBezTo>
                    <a:pt x="1288" y="3129"/>
                    <a:pt x="1498" y="3215"/>
                    <a:pt x="1717" y="3253"/>
                  </a:cubicBezTo>
                  <a:lnTo>
                    <a:pt x="1717" y="3549"/>
                  </a:lnTo>
                  <a:cubicBezTo>
                    <a:pt x="1703" y="3697"/>
                    <a:pt x="1813" y="3771"/>
                    <a:pt x="1924" y="3771"/>
                  </a:cubicBezTo>
                  <a:cubicBezTo>
                    <a:pt x="2035" y="3771"/>
                    <a:pt x="2147" y="3697"/>
                    <a:pt x="2137" y="3549"/>
                  </a:cubicBezTo>
                  <a:lnTo>
                    <a:pt x="2137" y="3253"/>
                  </a:lnTo>
                  <a:cubicBezTo>
                    <a:pt x="2357" y="3215"/>
                    <a:pt x="2566" y="3129"/>
                    <a:pt x="2738" y="2996"/>
                  </a:cubicBezTo>
                  <a:lnTo>
                    <a:pt x="2948" y="3205"/>
                  </a:lnTo>
                  <a:cubicBezTo>
                    <a:pt x="2995" y="3250"/>
                    <a:pt x="3046" y="3268"/>
                    <a:pt x="3095" y="3268"/>
                  </a:cubicBezTo>
                  <a:cubicBezTo>
                    <a:pt x="3259" y="3268"/>
                    <a:pt x="3398" y="3064"/>
                    <a:pt x="3244" y="2910"/>
                  </a:cubicBezTo>
                  <a:lnTo>
                    <a:pt x="3034" y="2700"/>
                  </a:lnTo>
                  <a:cubicBezTo>
                    <a:pt x="3168" y="2519"/>
                    <a:pt x="3253" y="2318"/>
                    <a:pt x="3292" y="2089"/>
                  </a:cubicBezTo>
                  <a:lnTo>
                    <a:pt x="3587" y="2089"/>
                  </a:lnTo>
                  <a:cubicBezTo>
                    <a:pt x="3596" y="2090"/>
                    <a:pt x="3605" y="2091"/>
                    <a:pt x="3613" y="2091"/>
                  </a:cubicBezTo>
                  <a:cubicBezTo>
                    <a:pt x="3874" y="2091"/>
                    <a:pt x="3874" y="1678"/>
                    <a:pt x="3613" y="1678"/>
                  </a:cubicBezTo>
                  <a:cubicBezTo>
                    <a:pt x="3605" y="1678"/>
                    <a:pt x="3596" y="1678"/>
                    <a:pt x="3587" y="1679"/>
                  </a:cubicBezTo>
                  <a:lnTo>
                    <a:pt x="3578" y="1669"/>
                  </a:lnTo>
                  <a:lnTo>
                    <a:pt x="3282" y="1669"/>
                  </a:lnTo>
                  <a:cubicBezTo>
                    <a:pt x="3253" y="1450"/>
                    <a:pt x="3168" y="1240"/>
                    <a:pt x="3034" y="1059"/>
                  </a:cubicBezTo>
                  <a:lnTo>
                    <a:pt x="3234" y="859"/>
                  </a:lnTo>
                  <a:cubicBezTo>
                    <a:pt x="3388" y="705"/>
                    <a:pt x="3250" y="496"/>
                    <a:pt x="3092" y="496"/>
                  </a:cubicBezTo>
                  <a:cubicBezTo>
                    <a:pt x="3043" y="496"/>
                    <a:pt x="2993" y="516"/>
                    <a:pt x="2948" y="563"/>
                  </a:cubicBezTo>
                  <a:lnTo>
                    <a:pt x="2738" y="773"/>
                  </a:lnTo>
                  <a:cubicBezTo>
                    <a:pt x="2557" y="639"/>
                    <a:pt x="2347" y="553"/>
                    <a:pt x="2128" y="515"/>
                  </a:cubicBezTo>
                  <a:lnTo>
                    <a:pt x="2128" y="229"/>
                  </a:lnTo>
                  <a:cubicBezTo>
                    <a:pt x="2137" y="76"/>
                    <a:pt x="2027" y="0"/>
                    <a:pt x="1918"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8" name="Google Shape;11218;p64"/>
            <p:cNvSpPr/>
            <p:nvPr/>
          </p:nvSpPr>
          <p:spPr>
            <a:xfrm>
              <a:off x="2789597" y="3403323"/>
              <a:ext cx="36999" cy="36423"/>
            </a:xfrm>
            <a:custGeom>
              <a:avLst/>
              <a:gdLst/>
              <a:ahLst/>
              <a:cxnLst/>
              <a:rect l="l" t="t" r="r" b="b"/>
              <a:pathLst>
                <a:path w="1413" h="1391" extrusionOk="0">
                  <a:moveTo>
                    <a:pt x="726" y="418"/>
                  </a:moveTo>
                  <a:cubicBezTo>
                    <a:pt x="783" y="418"/>
                    <a:pt x="850" y="446"/>
                    <a:pt x="888" y="484"/>
                  </a:cubicBezTo>
                  <a:lnTo>
                    <a:pt x="917" y="513"/>
                  </a:lnTo>
                  <a:cubicBezTo>
                    <a:pt x="955" y="561"/>
                    <a:pt x="983" y="618"/>
                    <a:pt x="983" y="675"/>
                  </a:cubicBezTo>
                  <a:lnTo>
                    <a:pt x="983" y="694"/>
                  </a:lnTo>
                  <a:lnTo>
                    <a:pt x="983" y="713"/>
                  </a:lnTo>
                  <a:cubicBezTo>
                    <a:pt x="983" y="771"/>
                    <a:pt x="955" y="837"/>
                    <a:pt x="917" y="885"/>
                  </a:cubicBezTo>
                  <a:lnTo>
                    <a:pt x="888" y="904"/>
                  </a:lnTo>
                  <a:cubicBezTo>
                    <a:pt x="850" y="942"/>
                    <a:pt x="783" y="971"/>
                    <a:pt x="726" y="971"/>
                  </a:cubicBezTo>
                  <a:lnTo>
                    <a:pt x="697" y="971"/>
                  </a:lnTo>
                  <a:cubicBezTo>
                    <a:pt x="630" y="971"/>
                    <a:pt x="573" y="942"/>
                    <a:pt x="526" y="904"/>
                  </a:cubicBezTo>
                  <a:lnTo>
                    <a:pt x="497" y="885"/>
                  </a:lnTo>
                  <a:cubicBezTo>
                    <a:pt x="459" y="837"/>
                    <a:pt x="430" y="771"/>
                    <a:pt x="430" y="713"/>
                  </a:cubicBezTo>
                  <a:lnTo>
                    <a:pt x="430" y="694"/>
                  </a:lnTo>
                  <a:lnTo>
                    <a:pt x="430" y="675"/>
                  </a:lnTo>
                  <a:cubicBezTo>
                    <a:pt x="430" y="618"/>
                    <a:pt x="459" y="561"/>
                    <a:pt x="497" y="513"/>
                  </a:cubicBezTo>
                  <a:lnTo>
                    <a:pt x="526" y="484"/>
                  </a:lnTo>
                  <a:cubicBezTo>
                    <a:pt x="573" y="446"/>
                    <a:pt x="630" y="418"/>
                    <a:pt x="697" y="418"/>
                  </a:cubicBezTo>
                  <a:close/>
                  <a:moveTo>
                    <a:pt x="707" y="0"/>
                  </a:moveTo>
                  <a:cubicBezTo>
                    <a:pt x="635" y="0"/>
                    <a:pt x="564" y="12"/>
                    <a:pt x="497" y="36"/>
                  </a:cubicBezTo>
                  <a:cubicBezTo>
                    <a:pt x="459" y="46"/>
                    <a:pt x="421" y="65"/>
                    <a:pt x="382" y="84"/>
                  </a:cubicBezTo>
                  <a:cubicBezTo>
                    <a:pt x="258" y="151"/>
                    <a:pt x="153" y="246"/>
                    <a:pt x="87" y="380"/>
                  </a:cubicBezTo>
                  <a:cubicBezTo>
                    <a:pt x="68" y="408"/>
                    <a:pt x="58" y="446"/>
                    <a:pt x="39" y="484"/>
                  </a:cubicBezTo>
                  <a:cubicBezTo>
                    <a:pt x="1" y="628"/>
                    <a:pt x="1" y="771"/>
                    <a:pt x="39" y="904"/>
                  </a:cubicBezTo>
                  <a:cubicBezTo>
                    <a:pt x="58" y="942"/>
                    <a:pt x="68" y="981"/>
                    <a:pt x="87" y="1019"/>
                  </a:cubicBezTo>
                  <a:cubicBezTo>
                    <a:pt x="153" y="1143"/>
                    <a:pt x="258" y="1248"/>
                    <a:pt x="382" y="1314"/>
                  </a:cubicBezTo>
                  <a:cubicBezTo>
                    <a:pt x="421" y="1334"/>
                    <a:pt x="459" y="1343"/>
                    <a:pt x="497" y="1362"/>
                  </a:cubicBezTo>
                  <a:cubicBezTo>
                    <a:pt x="564" y="1381"/>
                    <a:pt x="635" y="1391"/>
                    <a:pt x="707" y="1391"/>
                  </a:cubicBezTo>
                  <a:cubicBezTo>
                    <a:pt x="778" y="1391"/>
                    <a:pt x="850" y="1381"/>
                    <a:pt x="917" y="1362"/>
                  </a:cubicBezTo>
                  <a:cubicBezTo>
                    <a:pt x="955" y="1343"/>
                    <a:pt x="993" y="1334"/>
                    <a:pt x="1031" y="1314"/>
                  </a:cubicBezTo>
                  <a:cubicBezTo>
                    <a:pt x="1155" y="1248"/>
                    <a:pt x="1260" y="1143"/>
                    <a:pt x="1327" y="1019"/>
                  </a:cubicBezTo>
                  <a:cubicBezTo>
                    <a:pt x="1346" y="981"/>
                    <a:pt x="1355" y="942"/>
                    <a:pt x="1375" y="904"/>
                  </a:cubicBezTo>
                  <a:cubicBezTo>
                    <a:pt x="1413" y="771"/>
                    <a:pt x="1413" y="628"/>
                    <a:pt x="1375" y="484"/>
                  </a:cubicBezTo>
                  <a:cubicBezTo>
                    <a:pt x="1355" y="446"/>
                    <a:pt x="1346" y="408"/>
                    <a:pt x="1327" y="380"/>
                  </a:cubicBezTo>
                  <a:cubicBezTo>
                    <a:pt x="1260" y="246"/>
                    <a:pt x="1155" y="151"/>
                    <a:pt x="1031" y="84"/>
                  </a:cubicBezTo>
                  <a:cubicBezTo>
                    <a:pt x="993" y="65"/>
                    <a:pt x="955" y="46"/>
                    <a:pt x="917" y="36"/>
                  </a:cubicBezTo>
                  <a:cubicBezTo>
                    <a:pt x="850" y="12"/>
                    <a:pt x="778" y="0"/>
                    <a:pt x="707" y="0"/>
                  </a:cubicBezTo>
                  <a:close/>
                </a:path>
              </a:pathLst>
            </a:custGeom>
            <a:solidFill>
              <a:srgbClr val="53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9" name="Google Shape;11219;p64"/>
            <p:cNvSpPr/>
            <p:nvPr/>
          </p:nvSpPr>
          <p:spPr>
            <a:xfrm>
              <a:off x="2734137" y="3660564"/>
              <a:ext cx="63001" cy="45483"/>
            </a:xfrm>
            <a:custGeom>
              <a:avLst/>
              <a:gdLst/>
              <a:ahLst/>
              <a:cxnLst/>
              <a:rect l="l" t="t" r="r" b="b"/>
              <a:pathLst>
                <a:path w="2406" h="1737" extrusionOk="0">
                  <a:moveTo>
                    <a:pt x="1" y="0"/>
                  </a:moveTo>
                  <a:lnTo>
                    <a:pt x="1" y="1517"/>
                  </a:lnTo>
                  <a:cubicBezTo>
                    <a:pt x="1" y="1641"/>
                    <a:pt x="96" y="1736"/>
                    <a:pt x="220" y="1736"/>
                  </a:cubicBezTo>
                  <a:lnTo>
                    <a:pt x="2186" y="1736"/>
                  </a:lnTo>
                  <a:cubicBezTo>
                    <a:pt x="2300" y="1736"/>
                    <a:pt x="2405" y="1641"/>
                    <a:pt x="2405" y="1517"/>
                  </a:cubicBezTo>
                  <a:lnTo>
                    <a:pt x="2405" y="0"/>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0" name="Google Shape;11220;p64"/>
            <p:cNvSpPr/>
            <p:nvPr/>
          </p:nvSpPr>
          <p:spPr>
            <a:xfrm>
              <a:off x="2734137" y="3629325"/>
              <a:ext cx="63001" cy="31265"/>
            </a:xfrm>
            <a:custGeom>
              <a:avLst/>
              <a:gdLst/>
              <a:ahLst/>
              <a:cxnLst/>
              <a:rect l="l" t="t" r="r" b="b"/>
              <a:pathLst>
                <a:path w="2406" h="1194" extrusionOk="0">
                  <a:moveTo>
                    <a:pt x="220" y="1"/>
                  </a:moveTo>
                  <a:cubicBezTo>
                    <a:pt x="106" y="1"/>
                    <a:pt x="1" y="96"/>
                    <a:pt x="1" y="220"/>
                  </a:cubicBezTo>
                  <a:lnTo>
                    <a:pt x="1" y="1193"/>
                  </a:lnTo>
                  <a:lnTo>
                    <a:pt x="2405" y="1193"/>
                  </a:lnTo>
                  <a:lnTo>
                    <a:pt x="2405" y="1"/>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1" name="Google Shape;11221;p64"/>
            <p:cNvSpPr/>
            <p:nvPr/>
          </p:nvSpPr>
          <p:spPr>
            <a:xfrm>
              <a:off x="2819082" y="3660564"/>
              <a:ext cx="62975" cy="45483"/>
            </a:xfrm>
            <a:custGeom>
              <a:avLst/>
              <a:gdLst/>
              <a:ahLst/>
              <a:cxnLst/>
              <a:rect l="l" t="t" r="r" b="b"/>
              <a:pathLst>
                <a:path w="2405" h="1737" extrusionOk="0">
                  <a:moveTo>
                    <a:pt x="1" y="0"/>
                  </a:moveTo>
                  <a:lnTo>
                    <a:pt x="1" y="1517"/>
                  </a:lnTo>
                  <a:cubicBezTo>
                    <a:pt x="1" y="1641"/>
                    <a:pt x="105" y="1736"/>
                    <a:pt x="229" y="1736"/>
                  </a:cubicBezTo>
                  <a:lnTo>
                    <a:pt x="2185" y="1736"/>
                  </a:lnTo>
                  <a:cubicBezTo>
                    <a:pt x="2309" y="1736"/>
                    <a:pt x="2405" y="1641"/>
                    <a:pt x="2405" y="1517"/>
                  </a:cubicBezTo>
                  <a:lnTo>
                    <a:pt x="2405" y="0"/>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2" name="Google Shape;11222;p64"/>
            <p:cNvSpPr/>
            <p:nvPr/>
          </p:nvSpPr>
          <p:spPr>
            <a:xfrm>
              <a:off x="2819082" y="3629090"/>
              <a:ext cx="62975" cy="31239"/>
            </a:xfrm>
            <a:custGeom>
              <a:avLst/>
              <a:gdLst/>
              <a:ahLst/>
              <a:cxnLst/>
              <a:rect l="l" t="t" r="r" b="b"/>
              <a:pathLst>
                <a:path w="2405" h="1193" extrusionOk="0">
                  <a:moveTo>
                    <a:pt x="1" y="0"/>
                  </a:moveTo>
                  <a:lnTo>
                    <a:pt x="1" y="1193"/>
                  </a:lnTo>
                  <a:lnTo>
                    <a:pt x="2405" y="1193"/>
                  </a:lnTo>
                  <a:lnTo>
                    <a:pt x="2405" y="219"/>
                  </a:lnTo>
                  <a:cubicBezTo>
                    <a:pt x="2405" y="95"/>
                    <a:pt x="2309" y="0"/>
                    <a:pt x="2185"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23" name="Google Shape;11223;p64"/>
          <p:cNvGrpSpPr/>
          <p:nvPr/>
        </p:nvGrpSpPr>
        <p:grpSpPr>
          <a:xfrm>
            <a:off x="1289237" y="2731389"/>
            <a:ext cx="269051" cy="366983"/>
            <a:chOff x="1315775" y="2881927"/>
            <a:chExt cx="269051" cy="366983"/>
          </a:xfrm>
        </p:grpSpPr>
        <p:sp>
          <p:nvSpPr>
            <p:cNvPr id="11224" name="Google Shape;11224;p64"/>
            <p:cNvSpPr/>
            <p:nvPr/>
          </p:nvSpPr>
          <p:spPr>
            <a:xfrm>
              <a:off x="1319755" y="3230397"/>
              <a:ext cx="185390" cy="13250"/>
            </a:xfrm>
            <a:custGeom>
              <a:avLst/>
              <a:gdLst/>
              <a:ahLst/>
              <a:cxnLst/>
              <a:rect l="l" t="t" r="r" b="b"/>
              <a:pathLst>
                <a:path w="7080" h="506" extrusionOk="0">
                  <a:moveTo>
                    <a:pt x="1" y="0"/>
                  </a:moveTo>
                  <a:lnTo>
                    <a:pt x="1" y="277"/>
                  </a:lnTo>
                  <a:cubicBezTo>
                    <a:pt x="1" y="401"/>
                    <a:pt x="96" y="506"/>
                    <a:pt x="220" y="506"/>
                  </a:cubicBezTo>
                  <a:lnTo>
                    <a:pt x="6860" y="506"/>
                  </a:lnTo>
                  <a:cubicBezTo>
                    <a:pt x="6984" y="506"/>
                    <a:pt x="7079" y="401"/>
                    <a:pt x="7079" y="277"/>
                  </a:cubicBezTo>
                  <a:lnTo>
                    <a:pt x="7079" y="0"/>
                  </a:ln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5" name="Google Shape;11225;p64"/>
            <p:cNvSpPr/>
            <p:nvPr/>
          </p:nvSpPr>
          <p:spPr>
            <a:xfrm>
              <a:off x="1315775" y="2917146"/>
              <a:ext cx="191124" cy="331764"/>
            </a:xfrm>
            <a:custGeom>
              <a:avLst/>
              <a:gdLst/>
              <a:ahLst/>
              <a:cxnLst/>
              <a:rect l="l" t="t" r="r" b="b"/>
              <a:pathLst>
                <a:path w="7299" h="12670" extrusionOk="0">
                  <a:moveTo>
                    <a:pt x="229" y="0"/>
                  </a:moveTo>
                  <a:cubicBezTo>
                    <a:pt x="105" y="0"/>
                    <a:pt x="0" y="96"/>
                    <a:pt x="0" y="229"/>
                  </a:cubicBezTo>
                  <a:lnTo>
                    <a:pt x="0" y="12450"/>
                  </a:lnTo>
                  <a:cubicBezTo>
                    <a:pt x="0" y="12574"/>
                    <a:pt x="105" y="12669"/>
                    <a:pt x="229" y="12669"/>
                  </a:cubicBezTo>
                  <a:lnTo>
                    <a:pt x="7069" y="12669"/>
                  </a:lnTo>
                  <a:cubicBezTo>
                    <a:pt x="7193" y="12669"/>
                    <a:pt x="7298" y="12574"/>
                    <a:pt x="7298" y="12450"/>
                  </a:cubicBezTo>
                  <a:lnTo>
                    <a:pt x="7298" y="229"/>
                  </a:lnTo>
                  <a:cubicBezTo>
                    <a:pt x="7298" y="96"/>
                    <a:pt x="7193" y="0"/>
                    <a:pt x="706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6" name="Google Shape;11226;p64"/>
            <p:cNvSpPr/>
            <p:nvPr/>
          </p:nvSpPr>
          <p:spPr>
            <a:xfrm>
              <a:off x="1430674" y="2917146"/>
              <a:ext cx="76225" cy="118435"/>
            </a:xfrm>
            <a:custGeom>
              <a:avLst/>
              <a:gdLst/>
              <a:ahLst/>
              <a:cxnLst/>
              <a:rect l="l" t="t" r="r" b="b"/>
              <a:pathLst>
                <a:path w="2911" h="4523" extrusionOk="0">
                  <a:moveTo>
                    <a:pt x="258" y="0"/>
                  </a:moveTo>
                  <a:cubicBezTo>
                    <a:pt x="86" y="401"/>
                    <a:pt x="1" y="830"/>
                    <a:pt x="1" y="1269"/>
                  </a:cubicBezTo>
                  <a:lnTo>
                    <a:pt x="1" y="1288"/>
                  </a:lnTo>
                  <a:cubicBezTo>
                    <a:pt x="10" y="2662"/>
                    <a:pt x="878" y="3893"/>
                    <a:pt x="2176" y="4351"/>
                  </a:cubicBezTo>
                  <a:cubicBezTo>
                    <a:pt x="2414" y="4436"/>
                    <a:pt x="2653" y="4494"/>
                    <a:pt x="2910" y="4522"/>
                  </a:cubicBezTo>
                  <a:lnTo>
                    <a:pt x="2910" y="229"/>
                  </a:lnTo>
                  <a:cubicBezTo>
                    <a:pt x="2910" y="96"/>
                    <a:pt x="2805" y="0"/>
                    <a:pt x="2681"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7" name="Google Shape;11227;p64"/>
            <p:cNvSpPr/>
            <p:nvPr/>
          </p:nvSpPr>
          <p:spPr>
            <a:xfrm>
              <a:off x="1335256" y="2950872"/>
              <a:ext cx="152397" cy="239069"/>
            </a:xfrm>
            <a:custGeom>
              <a:avLst/>
              <a:gdLst/>
              <a:ahLst/>
              <a:cxnLst/>
              <a:rect l="l" t="t" r="r" b="b"/>
              <a:pathLst>
                <a:path w="5820" h="9130" extrusionOk="0">
                  <a:moveTo>
                    <a:pt x="229" y="0"/>
                  </a:moveTo>
                  <a:cubicBezTo>
                    <a:pt x="96" y="0"/>
                    <a:pt x="0" y="105"/>
                    <a:pt x="0" y="229"/>
                  </a:cubicBezTo>
                  <a:lnTo>
                    <a:pt x="0" y="8910"/>
                  </a:lnTo>
                  <a:cubicBezTo>
                    <a:pt x="0" y="9034"/>
                    <a:pt x="96" y="9130"/>
                    <a:pt x="229" y="9130"/>
                  </a:cubicBezTo>
                  <a:lnTo>
                    <a:pt x="5591" y="9130"/>
                  </a:lnTo>
                  <a:cubicBezTo>
                    <a:pt x="5715" y="9130"/>
                    <a:pt x="5820" y="9034"/>
                    <a:pt x="5820" y="8910"/>
                  </a:cubicBezTo>
                  <a:lnTo>
                    <a:pt x="5820" y="229"/>
                  </a:lnTo>
                  <a:cubicBezTo>
                    <a:pt x="5820" y="105"/>
                    <a:pt x="5715" y="0"/>
                    <a:pt x="5591"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8" name="Google Shape;11228;p64"/>
            <p:cNvSpPr/>
            <p:nvPr/>
          </p:nvSpPr>
          <p:spPr>
            <a:xfrm>
              <a:off x="1430674" y="2950872"/>
              <a:ext cx="56979" cy="80467"/>
            </a:xfrm>
            <a:custGeom>
              <a:avLst/>
              <a:gdLst/>
              <a:ahLst/>
              <a:cxnLst/>
              <a:rect l="l" t="t" r="r" b="b"/>
              <a:pathLst>
                <a:path w="2176" h="3073" extrusionOk="0">
                  <a:moveTo>
                    <a:pt x="1" y="0"/>
                  </a:moveTo>
                  <a:cubicBezTo>
                    <a:pt x="10" y="1383"/>
                    <a:pt x="878" y="2605"/>
                    <a:pt x="2176" y="3072"/>
                  </a:cubicBezTo>
                  <a:lnTo>
                    <a:pt x="2176" y="229"/>
                  </a:lnTo>
                  <a:cubicBezTo>
                    <a:pt x="2176" y="105"/>
                    <a:pt x="2071" y="0"/>
                    <a:pt x="1947"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9" name="Google Shape;11229;p64"/>
            <p:cNvSpPr/>
            <p:nvPr/>
          </p:nvSpPr>
          <p:spPr>
            <a:xfrm>
              <a:off x="1334994" y="2950872"/>
              <a:ext cx="152423" cy="239069"/>
            </a:xfrm>
            <a:custGeom>
              <a:avLst/>
              <a:gdLst/>
              <a:ahLst/>
              <a:cxnLst/>
              <a:rect l="l" t="t" r="r" b="b"/>
              <a:pathLst>
                <a:path w="5821" h="9130" extrusionOk="0">
                  <a:moveTo>
                    <a:pt x="230" y="0"/>
                  </a:moveTo>
                  <a:cubicBezTo>
                    <a:pt x="106" y="0"/>
                    <a:pt x="1" y="105"/>
                    <a:pt x="1" y="229"/>
                  </a:cubicBezTo>
                  <a:lnTo>
                    <a:pt x="1" y="8910"/>
                  </a:lnTo>
                  <a:cubicBezTo>
                    <a:pt x="1" y="9034"/>
                    <a:pt x="106" y="9130"/>
                    <a:pt x="230" y="9130"/>
                  </a:cubicBezTo>
                  <a:lnTo>
                    <a:pt x="5591" y="9130"/>
                  </a:lnTo>
                  <a:cubicBezTo>
                    <a:pt x="5715" y="9130"/>
                    <a:pt x="5820" y="9034"/>
                    <a:pt x="5820" y="8910"/>
                  </a:cubicBezTo>
                  <a:lnTo>
                    <a:pt x="5820" y="8624"/>
                  </a:lnTo>
                  <a:lnTo>
                    <a:pt x="459" y="8624"/>
                  </a:lnTo>
                  <a:lnTo>
                    <a:pt x="459" y="0"/>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0" name="Google Shape;11230;p64"/>
            <p:cNvSpPr/>
            <p:nvPr/>
          </p:nvSpPr>
          <p:spPr>
            <a:xfrm>
              <a:off x="1398938" y="3203662"/>
              <a:ext cx="24771" cy="24771"/>
            </a:xfrm>
            <a:custGeom>
              <a:avLst/>
              <a:gdLst/>
              <a:ahLst/>
              <a:cxnLst/>
              <a:rect l="l" t="t" r="r" b="b"/>
              <a:pathLst>
                <a:path w="946" h="946" extrusionOk="0">
                  <a:moveTo>
                    <a:pt x="478" y="1"/>
                  </a:moveTo>
                  <a:cubicBezTo>
                    <a:pt x="211" y="1"/>
                    <a:pt x="1" y="210"/>
                    <a:pt x="1" y="478"/>
                  </a:cubicBezTo>
                  <a:cubicBezTo>
                    <a:pt x="1" y="735"/>
                    <a:pt x="211" y="945"/>
                    <a:pt x="478" y="945"/>
                  </a:cubicBezTo>
                  <a:cubicBezTo>
                    <a:pt x="736" y="945"/>
                    <a:pt x="945" y="735"/>
                    <a:pt x="945" y="478"/>
                  </a:cubicBezTo>
                  <a:cubicBezTo>
                    <a:pt x="945" y="210"/>
                    <a:pt x="736" y="1"/>
                    <a:pt x="478"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1" name="Google Shape;11231;p64"/>
            <p:cNvSpPr/>
            <p:nvPr/>
          </p:nvSpPr>
          <p:spPr>
            <a:xfrm>
              <a:off x="1448166" y="2881927"/>
              <a:ext cx="136660" cy="136660"/>
            </a:xfrm>
            <a:custGeom>
              <a:avLst/>
              <a:gdLst/>
              <a:ahLst/>
              <a:cxnLst/>
              <a:rect l="l" t="t" r="r" b="b"/>
              <a:pathLst>
                <a:path w="5219" h="5219" extrusionOk="0">
                  <a:moveTo>
                    <a:pt x="2605" y="0"/>
                  </a:moveTo>
                  <a:cubicBezTo>
                    <a:pt x="1164" y="0"/>
                    <a:pt x="0" y="1174"/>
                    <a:pt x="0" y="2614"/>
                  </a:cubicBezTo>
                  <a:cubicBezTo>
                    <a:pt x="0" y="4055"/>
                    <a:pt x="1164" y="5219"/>
                    <a:pt x="2605" y="5219"/>
                  </a:cubicBezTo>
                  <a:cubicBezTo>
                    <a:pt x="4045" y="5219"/>
                    <a:pt x="5219" y="4055"/>
                    <a:pt x="5219" y="2614"/>
                  </a:cubicBezTo>
                  <a:cubicBezTo>
                    <a:pt x="5219" y="1174"/>
                    <a:pt x="4045" y="0"/>
                    <a:pt x="2605"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2" name="Google Shape;11232;p64"/>
            <p:cNvSpPr/>
            <p:nvPr/>
          </p:nvSpPr>
          <p:spPr>
            <a:xfrm>
              <a:off x="1477127" y="2911149"/>
              <a:ext cx="78738" cy="77717"/>
            </a:xfrm>
            <a:custGeom>
              <a:avLst/>
              <a:gdLst/>
              <a:ahLst/>
              <a:cxnLst/>
              <a:rect l="l" t="t" r="r" b="b"/>
              <a:pathLst>
                <a:path w="3007" h="2968" extrusionOk="0">
                  <a:moveTo>
                    <a:pt x="1508" y="0"/>
                  </a:moveTo>
                  <a:cubicBezTo>
                    <a:pt x="678" y="0"/>
                    <a:pt x="1" y="668"/>
                    <a:pt x="10" y="1498"/>
                  </a:cubicBezTo>
                  <a:lnTo>
                    <a:pt x="10" y="1527"/>
                  </a:lnTo>
                  <a:cubicBezTo>
                    <a:pt x="39" y="2332"/>
                    <a:pt x="697" y="2967"/>
                    <a:pt x="1500" y="2967"/>
                  </a:cubicBezTo>
                  <a:cubicBezTo>
                    <a:pt x="1506" y="2967"/>
                    <a:pt x="1512" y="2967"/>
                    <a:pt x="1518" y="2967"/>
                  </a:cubicBezTo>
                  <a:cubicBezTo>
                    <a:pt x="2329" y="2967"/>
                    <a:pt x="2987" y="2309"/>
                    <a:pt x="2996" y="1498"/>
                  </a:cubicBezTo>
                  <a:lnTo>
                    <a:pt x="3006" y="1498"/>
                  </a:lnTo>
                  <a:cubicBezTo>
                    <a:pt x="3006" y="668"/>
                    <a:pt x="2329" y="0"/>
                    <a:pt x="1508"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3" name="Google Shape;11233;p64"/>
            <p:cNvSpPr/>
            <p:nvPr/>
          </p:nvSpPr>
          <p:spPr>
            <a:xfrm>
              <a:off x="1399462" y="2924923"/>
              <a:ext cx="20739" cy="17963"/>
            </a:xfrm>
            <a:custGeom>
              <a:avLst/>
              <a:gdLst/>
              <a:ahLst/>
              <a:cxnLst/>
              <a:rect l="l" t="t" r="r" b="b"/>
              <a:pathLst>
                <a:path w="792" h="686" extrusionOk="0">
                  <a:moveTo>
                    <a:pt x="453" y="0"/>
                  </a:moveTo>
                  <a:cubicBezTo>
                    <a:pt x="368" y="0"/>
                    <a:pt x="281" y="32"/>
                    <a:pt x="210" y="104"/>
                  </a:cubicBezTo>
                  <a:cubicBezTo>
                    <a:pt x="0" y="314"/>
                    <a:pt x="153" y="686"/>
                    <a:pt x="458" y="686"/>
                  </a:cubicBezTo>
                  <a:cubicBezTo>
                    <a:pt x="639" y="686"/>
                    <a:pt x="792" y="533"/>
                    <a:pt x="792" y="342"/>
                  </a:cubicBezTo>
                  <a:cubicBezTo>
                    <a:pt x="792" y="137"/>
                    <a:pt x="627" y="0"/>
                    <a:pt x="453"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4" name="Google Shape;11234;p64"/>
            <p:cNvSpPr/>
            <p:nvPr/>
          </p:nvSpPr>
          <p:spPr>
            <a:xfrm>
              <a:off x="1363484" y="3032045"/>
              <a:ext cx="95706" cy="22519"/>
            </a:xfrm>
            <a:custGeom>
              <a:avLst/>
              <a:gdLst/>
              <a:ahLst/>
              <a:cxnLst/>
              <a:rect l="l" t="t" r="r" b="b"/>
              <a:pathLst>
                <a:path w="3655" h="860" extrusionOk="0">
                  <a:moveTo>
                    <a:pt x="229" y="1"/>
                  </a:moveTo>
                  <a:cubicBezTo>
                    <a:pt x="105" y="1"/>
                    <a:pt x="0" y="106"/>
                    <a:pt x="0" y="230"/>
                  </a:cubicBezTo>
                  <a:lnTo>
                    <a:pt x="0" y="640"/>
                  </a:lnTo>
                  <a:cubicBezTo>
                    <a:pt x="0" y="764"/>
                    <a:pt x="105" y="859"/>
                    <a:pt x="229" y="859"/>
                  </a:cubicBezTo>
                  <a:lnTo>
                    <a:pt x="3425" y="859"/>
                  </a:lnTo>
                  <a:cubicBezTo>
                    <a:pt x="3549" y="859"/>
                    <a:pt x="3654" y="764"/>
                    <a:pt x="3654" y="640"/>
                  </a:cubicBezTo>
                  <a:lnTo>
                    <a:pt x="3654" y="230"/>
                  </a:lnTo>
                  <a:cubicBezTo>
                    <a:pt x="3654" y="106"/>
                    <a:pt x="3549" y="1"/>
                    <a:pt x="3425" y="1"/>
                  </a:cubicBezTo>
                  <a:close/>
                </a:path>
              </a:pathLst>
            </a:custGeom>
            <a:solidFill>
              <a:srgbClr val="7B8B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5" name="Google Shape;11235;p64"/>
            <p:cNvSpPr/>
            <p:nvPr/>
          </p:nvSpPr>
          <p:spPr>
            <a:xfrm>
              <a:off x="1363484" y="3073261"/>
              <a:ext cx="95706" cy="22519"/>
            </a:xfrm>
            <a:custGeom>
              <a:avLst/>
              <a:gdLst/>
              <a:ahLst/>
              <a:cxnLst/>
              <a:rect l="l" t="t" r="r" b="b"/>
              <a:pathLst>
                <a:path w="3655" h="860" extrusionOk="0">
                  <a:moveTo>
                    <a:pt x="229" y="1"/>
                  </a:moveTo>
                  <a:cubicBezTo>
                    <a:pt x="105" y="1"/>
                    <a:pt x="0" y="96"/>
                    <a:pt x="0" y="220"/>
                  </a:cubicBezTo>
                  <a:lnTo>
                    <a:pt x="0" y="630"/>
                  </a:lnTo>
                  <a:cubicBezTo>
                    <a:pt x="0" y="754"/>
                    <a:pt x="105" y="859"/>
                    <a:pt x="229" y="859"/>
                  </a:cubicBezTo>
                  <a:lnTo>
                    <a:pt x="3425" y="859"/>
                  </a:lnTo>
                  <a:cubicBezTo>
                    <a:pt x="3549" y="859"/>
                    <a:pt x="3654" y="754"/>
                    <a:pt x="3654" y="630"/>
                  </a:cubicBezTo>
                  <a:lnTo>
                    <a:pt x="3654" y="220"/>
                  </a:lnTo>
                  <a:cubicBezTo>
                    <a:pt x="3654" y="96"/>
                    <a:pt x="3549" y="1"/>
                    <a:pt x="3425"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6" name="Google Shape;11236;p64"/>
            <p:cNvSpPr/>
            <p:nvPr/>
          </p:nvSpPr>
          <p:spPr>
            <a:xfrm>
              <a:off x="1363484" y="3114240"/>
              <a:ext cx="95706" cy="22493"/>
            </a:xfrm>
            <a:custGeom>
              <a:avLst/>
              <a:gdLst/>
              <a:ahLst/>
              <a:cxnLst/>
              <a:rect l="l" t="t" r="r" b="b"/>
              <a:pathLst>
                <a:path w="3655" h="859" extrusionOk="0">
                  <a:moveTo>
                    <a:pt x="229" y="0"/>
                  </a:moveTo>
                  <a:cubicBezTo>
                    <a:pt x="105" y="0"/>
                    <a:pt x="0" y="96"/>
                    <a:pt x="0" y="220"/>
                  </a:cubicBezTo>
                  <a:lnTo>
                    <a:pt x="0" y="630"/>
                  </a:lnTo>
                  <a:cubicBezTo>
                    <a:pt x="0" y="754"/>
                    <a:pt x="105" y="859"/>
                    <a:pt x="229" y="859"/>
                  </a:cubicBezTo>
                  <a:lnTo>
                    <a:pt x="3425" y="859"/>
                  </a:lnTo>
                  <a:cubicBezTo>
                    <a:pt x="3549" y="859"/>
                    <a:pt x="3654" y="754"/>
                    <a:pt x="3654" y="630"/>
                  </a:cubicBezTo>
                  <a:lnTo>
                    <a:pt x="3654" y="220"/>
                  </a:lnTo>
                  <a:cubicBezTo>
                    <a:pt x="3654" y="96"/>
                    <a:pt x="3549" y="0"/>
                    <a:pt x="3425" y="0"/>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7" name="Google Shape;11237;p64"/>
            <p:cNvSpPr/>
            <p:nvPr/>
          </p:nvSpPr>
          <p:spPr>
            <a:xfrm>
              <a:off x="1508863" y="2912406"/>
              <a:ext cx="46740" cy="77193"/>
            </a:xfrm>
            <a:custGeom>
              <a:avLst/>
              <a:gdLst/>
              <a:ahLst/>
              <a:cxnLst/>
              <a:rect l="l" t="t" r="r" b="b"/>
              <a:pathLst>
                <a:path w="1785" h="2948" extrusionOk="0">
                  <a:moveTo>
                    <a:pt x="668" y="0"/>
                  </a:moveTo>
                  <a:cubicBezTo>
                    <a:pt x="373" y="229"/>
                    <a:pt x="115" y="515"/>
                    <a:pt x="287" y="754"/>
                  </a:cubicBezTo>
                  <a:cubicBezTo>
                    <a:pt x="611" y="1202"/>
                    <a:pt x="1250" y="868"/>
                    <a:pt x="1269" y="1469"/>
                  </a:cubicBezTo>
                  <a:cubicBezTo>
                    <a:pt x="1279" y="2032"/>
                    <a:pt x="1" y="2213"/>
                    <a:pt x="1" y="2919"/>
                  </a:cubicBezTo>
                  <a:cubicBezTo>
                    <a:pt x="99" y="2939"/>
                    <a:pt x="196" y="2948"/>
                    <a:pt x="292" y="2948"/>
                  </a:cubicBezTo>
                  <a:cubicBezTo>
                    <a:pt x="1099" y="2948"/>
                    <a:pt x="1784" y="2294"/>
                    <a:pt x="1784" y="1450"/>
                  </a:cubicBezTo>
                  <a:cubicBezTo>
                    <a:pt x="1784" y="773"/>
                    <a:pt x="1327" y="172"/>
                    <a:pt x="668"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8" name="Google Shape;11238;p64"/>
            <p:cNvSpPr/>
            <p:nvPr/>
          </p:nvSpPr>
          <p:spPr>
            <a:xfrm>
              <a:off x="1477127" y="2938879"/>
              <a:ext cx="32757" cy="35245"/>
            </a:xfrm>
            <a:custGeom>
              <a:avLst/>
              <a:gdLst/>
              <a:ahLst/>
              <a:cxnLst/>
              <a:rect l="l" t="t" r="r" b="b"/>
              <a:pathLst>
                <a:path w="1251" h="1346" extrusionOk="0">
                  <a:moveTo>
                    <a:pt x="68" y="0"/>
                  </a:moveTo>
                  <a:cubicBezTo>
                    <a:pt x="30" y="143"/>
                    <a:pt x="1" y="286"/>
                    <a:pt x="1" y="439"/>
                  </a:cubicBezTo>
                  <a:lnTo>
                    <a:pt x="1" y="468"/>
                  </a:lnTo>
                  <a:cubicBezTo>
                    <a:pt x="10" y="783"/>
                    <a:pt x="115" y="1097"/>
                    <a:pt x="306" y="1345"/>
                  </a:cubicBezTo>
                  <a:cubicBezTo>
                    <a:pt x="1251" y="926"/>
                    <a:pt x="1079" y="496"/>
                    <a:pt x="430" y="239"/>
                  </a:cubicBezTo>
                  <a:cubicBezTo>
                    <a:pt x="297" y="191"/>
                    <a:pt x="173" y="105"/>
                    <a:pt x="68"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39" name="Google Shape;11239;p64"/>
          <p:cNvGrpSpPr/>
          <p:nvPr/>
        </p:nvGrpSpPr>
        <p:grpSpPr>
          <a:xfrm>
            <a:off x="3950890" y="1829604"/>
            <a:ext cx="359232" cy="322023"/>
            <a:chOff x="3977427" y="1980142"/>
            <a:chExt cx="359232" cy="322023"/>
          </a:xfrm>
        </p:grpSpPr>
        <p:sp>
          <p:nvSpPr>
            <p:cNvPr id="11240" name="Google Shape;11240;p64"/>
            <p:cNvSpPr/>
            <p:nvPr/>
          </p:nvSpPr>
          <p:spPr>
            <a:xfrm>
              <a:off x="3977427" y="2064065"/>
              <a:ext cx="303039" cy="238100"/>
            </a:xfrm>
            <a:custGeom>
              <a:avLst/>
              <a:gdLst/>
              <a:ahLst/>
              <a:cxnLst/>
              <a:rect l="l" t="t" r="r" b="b"/>
              <a:pathLst>
                <a:path w="11573" h="9093" extrusionOk="0">
                  <a:moveTo>
                    <a:pt x="229" y="1"/>
                  </a:moveTo>
                  <a:cubicBezTo>
                    <a:pt x="105" y="1"/>
                    <a:pt x="0" y="105"/>
                    <a:pt x="0" y="220"/>
                  </a:cubicBezTo>
                  <a:lnTo>
                    <a:pt x="0" y="8873"/>
                  </a:lnTo>
                  <a:cubicBezTo>
                    <a:pt x="0" y="8997"/>
                    <a:pt x="105" y="9092"/>
                    <a:pt x="229" y="9092"/>
                  </a:cubicBezTo>
                  <a:lnTo>
                    <a:pt x="11343" y="9092"/>
                  </a:lnTo>
                  <a:cubicBezTo>
                    <a:pt x="11467" y="9092"/>
                    <a:pt x="11572" y="8997"/>
                    <a:pt x="11572" y="8873"/>
                  </a:cubicBezTo>
                  <a:lnTo>
                    <a:pt x="11572" y="1517"/>
                  </a:lnTo>
                  <a:lnTo>
                    <a:pt x="4684" y="1517"/>
                  </a:lnTo>
                  <a:lnTo>
                    <a:pt x="3234" y="67"/>
                  </a:lnTo>
                  <a:cubicBezTo>
                    <a:pt x="3196" y="29"/>
                    <a:pt x="3139" y="1"/>
                    <a:pt x="3082" y="1"/>
                  </a:cubicBez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1" name="Google Shape;11241;p64"/>
            <p:cNvSpPr/>
            <p:nvPr/>
          </p:nvSpPr>
          <p:spPr>
            <a:xfrm>
              <a:off x="3977427" y="2179724"/>
              <a:ext cx="303039" cy="122441"/>
            </a:xfrm>
            <a:custGeom>
              <a:avLst/>
              <a:gdLst/>
              <a:ahLst/>
              <a:cxnLst/>
              <a:rect l="l" t="t" r="r" b="b"/>
              <a:pathLst>
                <a:path w="11573" h="4676" extrusionOk="0">
                  <a:moveTo>
                    <a:pt x="10" y="1"/>
                  </a:moveTo>
                  <a:lnTo>
                    <a:pt x="10" y="4456"/>
                  </a:lnTo>
                  <a:cubicBezTo>
                    <a:pt x="0" y="4494"/>
                    <a:pt x="10" y="4522"/>
                    <a:pt x="29" y="4551"/>
                  </a:cubicBezTo>
                  <a:cubicBezTo>
                    <a:pt x="67" y="4627"/>
                    <a:pt x="143" y="4675"/>
                    <a:pt x="229" y="4675"/>
                  </a:cubicBezTo>
                  <a:lnTo>
                    <a:pt x="11353" y="4675"/>
                  </a:lnTo>
                  <a:cubicBezTo>
                    <a:pt x="11467" y="4675"/>
                    <a:pt x="11572" y="4580"/>
                    <a:pt x="11572" y="4456"/>
                  </a:cubicBezTo>
                  <a:lnTo>
                    <a:pt x="11572" y="1"/>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2" name="Google Shape;11242;p64"/>
            <p:cNvSpPr/>
            <p:nvPr/>
          </p:nvSpPr>
          <p:spPr>
            <a:xfrm>
              <a:off x="4175517" y="2103787"/>
              <a:ext cx="104949" cy="49149"/>
            </a:xfrm>
            <a:custGeom>
              <a:avLst/>
              <a:gdLst/>
              <a:ahLst/>
              <a:cxnLst/>
              <a:rect l="l" t="t" r="r" b="b"/>
              <a:pathLst>
                <a:path w="4008" h="1877" extrusionOk="0">
                  <a:moveTo>
                    <a:pt x="0" y="0"/>
                  </a:moveTo>
                  <a:cubicBezTo>
                    <a:pt x="648" y="1177"/>
                    <a:pt x="1878" y="1877"/>
                    <a:pt x="3186" y="1877"/>
                  </a:cubicBezTo>
                  <a:cubicBezTo>
                    <a:pt x="3458" y="1877"/>
                    <a:pt x="3733" y="1847"/>
                    <a:pt x="4007" y="1784"/>
                  </a:cubicBezTo>
                  <a:lnTo>
                    <a:pt x="4007" y="0"/>
                  </a:ln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3" name="Google Shape;11243;p64"/>
            <p:cNvSpPr/>
            <p:nvPr/>
          </p:nvSpPr>
          <p:spPr>
            <a:xfrm>
              <a:off x="3978161" y="2164248"/>
              <a:ext cx="327784" cy="137916"/>
            </a:xfrm>
            <a:custGeom>
              <a:avLst/>
              <a:gdLst/>
              <a:ahLst/>
              <a:cxnLst/>
              <a:rect l="l" t="t" r="r" b="b"/>
              <a:pathLst>
                <a:path w="12518" h="5267" extrusionOk="0">
                  <a:moveTo>
                    <a:pt x="1165" y="0"/>
                  </a:moveTo>
                  <a:cubicBezTo>
                    <a:pt x="1060" y="0"/>
                    <a:pt x="964" y="76"/>
                    <a:pt x="945" y="181"/>
                  </a:cubicBezTo>
                  <a:lnTo>
                    <a:pt x="154" y="4331"/>
                  </a:lnTo>
                  <a:lnTo>
                    <a:pt x="30" y="5009"/>
                  </a:lnTo>
                  <a:cubicBezTo>
                    <a:pt x="1" y="5133"/>
                    <a:pt x="96" y="5257"/>
                    <a:pt x="230" y="5266"/>
                  </a:cubicBezTo>
                  <a:lnTo>
                    <a:pt x="11363" y="5266"/>
                  </a:lnTo>
                  <a:cubicBezTo>
                    <a:pt x="11468" y="5257"/>
                    <a:pt x="11554" y="5190"/>
                    <a:pt x="11573" y="5085"/>
                  </a:cubicBezTo>
                  <a:lnTo>
                    <a:pt x="11716" y="4331"/>
                  </a:lnTo>
                  <a:lnTo>
                    <a:pt x="12489" y="267"/>
                  </a:lnTo>
                  <a:cubicBezTo>
                    <a:pt x="12517" y="124"/>
                    <a:pt x="12412" y="0"/>
                    <a:pt x="1227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4" name="Google Shape;11244;p64"/>
            <p:cNvSpPr/>
            <p:nvPr/>
          </p:nvSpPr>
          <p:spPr>
            <a:xfrm>
              <a:off x="3978161" y="2277891"/>
              <a:ext cx="306783" cy="24273"/>
            </a:xfrm>
            <a:custGeom>
              <a:avLst/>
              <a:gdLst/>
              <a:ahLst/>
              <a:cxnLst/>
              <a:rect l="l" t="t" r="r" b="b"/>
              <a:pathLst>
                <a:path w="11716" h="927" extrusionOk="0">
                  <a:moveTo>
                    <a:pt x="154" y="1"/>
                  </a:moveTo>
                  <a:lnTo>
                    <a:pt x="30" y="669"/>
                  </a:lnTo>
                  <a:lnTo>
                    <a:pt x="1" y="812"/>
                  </a:lnTo>
                  <a:cubicBezTo>
                    <a:pt x="39" y="878"/>
                    <a:pt x="115" y="926"/>
                    <a:pt x="201" y="926"/>
                  </a:cubicBezTo>
                  <a:lnTo>
                    <a:pt x="11363" y="926"/>
                  </a:lnTo>
                  <a:cubicBezTo>
                    <a:pt x="11468" y="926"/>
                    <a:pt x="11554" y="850"/>
                    <a:pt x="11573" y="745"/>
                  </a:cubicBezTo>
                  <a:lnTo>
                    <a:pt x="11716" y="1"/>
                  </a:lnTo>
                  <a:close/>
                </a:path>
              </a:pathLst>
            </a:custGeom>
            <a:solidFill>
              <a:srgbClr val="A4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5" name="Google Shape;11245;p64"/>
            <p:cNvSpPr/>
            <p:nvPr/>
          </p:nvSpPr>
          <p:spPr>
            <a:xfrm>
              <a:off x="4181513" y="1980142"/>
              <a:ext cx="155146" cy="154884"/>
            </a:xfrm>
            <a:custGeom>
              <a:avLst/>
              <a:gdLst/>
              <a:ahLst/>
              <a:cxnLst/>
              <a:rect l="l" t="t" r="r" b="b"/>
              <a:pathLst>
                <a:path w="5925" h="5915" extrusionOk="0">
                  <a:moveTo>
                    <a:pt x="2958" y="0"/>
                  </a:moveTo>
                  <a:cubicBezTo>
                    <a:pt x="1326" y="0"/>
                    <a:pt x="0" y="1317"/>
                    <a:pt x="0" y="2958"/>
                  </a:cubicBezTo>
                  <a:cubicBezTo>
                    <a:pt x="0" y="4589"/>
                    <a:pt x="1326" y="5915"/>
                    <a:pt x="2958" y="5915"/>
                  </a:cubicBezTo>
                  <a:cubicBezTo>
                    <a:pt x="4599" y="5915"/>
                    <a:pt x="5925" y="4589"/>
                    <a:pt x="5925" y="2958"/>
                  </a:cubicBezTo>
                  <a:cubicBezTo>
                    <a:pt x="5925" y="1317"/>
                    <a:pt x="4599" y="0"/>
                    <a:pt x="2958" y="0"/>
                  </a:cubicBez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6" name="Google Shape;11246;p64"/>
            <p:cNvSpPr/>
            <p:nvPr/>
          </p:nvSpPr>
          <p:spPr>
            <a:xfrm>
              <a:off x="4241870" y="2033585"/>
              <a:ext cx="23357" cy="62242"/>
            </a:xfrm>
            <a:custGeom>
              <a:avLst/>
              <a:gdLst/>
              <a:ahLst/>
              <a:cxnLst/>
              <a:rect l="l" t="t" r="r" b="b"/>
              <a:pathLst>
                <a:path w="892" h="2377" extrusionOk="0">
                  <a:moveTo>
                    <a:pt x="273" y="0"/>
                  </a:moveTo>
                  <a:cubicBezTo>
                    <a:pt x="0" y="0"/>
                    <a:pt x="0" y="421"/>
                    <a:pt x="273" y="421"/>
                  </a:cubicBezTo>
                  <a:cubicBezTo>
                    <a:pt x="278" y="421"/>
                    <a:pt x="284" y="421"/>
                    <a:pt x="290" y="420"/>
                  </a:cubicBezTo>
                  <a:lnTo>
                    <a:pt x="481" y="420"/>
                  </a:lnTo>
                  <a:lnTo>
                    <a:pt x="481" y="2176"/>
                  </a:lnTo>
                  <a:cubicBezTo>
                    <a:pt x="481" y="2290"/>
                    <a:pt x="567" y="2376"/>
                    <a:pt x="681" y="2376"/>
                  </a:cubicBezTo>
                  <a:cubicBezTo>
                    <a:pt x="796" y="2376"/>
                    <a:pt x="891" y="2281"/>
                    <a:pt x="891" y="2176"/>
                  </a:cubicBezTo>
                  <a:lnTo>
                    <a:pt x="891" y="211"/>
                  </a:lnTo>
                  <a:cubicBezTo>
                    <a:pt x="891" y="96"/>
                    <a:pt x="796" y="1"/>
                    <a:pt x="681" y="1"/>
                  </a:cubicBezTo>
                  <a:lnTo>
                    <a:pt x="290" y="1"/>
                  </a:lnTo>
                  <a:cubicBezTo>
                    <a:pt x="284" y="0"/>
                    <a:pt x="278" y="0"/>
                    <a:pt x="273"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7" name="Google Shape;11247;p64"/>
            <p:cNvSpPr/>
            <p:nvPr/>
          </p:nvSpPr>
          <p:spPr>
            <a:xfrm>
              <a:off x="4241372" y="2087762"/>
              <a:ext cx="37183" cy="10814"/>
            </a:xfrm>
            <a:custGeom>
              <a:avLst/>
              <a:gdLst/>
              <a:ahLst/>
              <a:cxnLst/>
              <a:rect l="l" t="t" r="r" b="b"/>
              <a:pathLst>
                <a:path w="1420" h="413" extrusionOk="0">
                  <a:moveTo>
                    <a:pt x="264" y="1"/>
                  </a:moveTo>
                  <a:cubicBezTo>
                    <a:pt x="0" y="1"/>
                    <a:pt x="3" y="413"/>
                    <a:pt x="272" y="413"/>
                  </a:cubicBezTo>
                  <a:cubicBezTo>
                    <a:pt x="278" y="413"/>
                    <a:pt x="284" y="412"/>
                    <a:pt x="290" y="412"/>
                  </a:cubicBezTo>
                  <a:lnTo>
                    <a:pt x="1120" y="412"/>
                  </a:lnTo>
                  <a:cubicBezTo>
                    <a:pt x="1126" y="412"/>
                    <a:pt x="1133" y="413"/>
                    <a:pt x="1138" y="413"/>
                  </a:cubicBezTo>
                  <a:cubicBezTo>
                    <a:pt x="1416" y="413"/>
                    <a:pt x="1419" y="1"/>
                    <a:pt x="1147" y="1"/>
                  </a:cubicBezTo>
                  <a:cubicBezTo>
                    <a:pt x="1138" y="1"/>
                    <a:pt x="1129" y="1"/>
                    <a:pt x="1120" y="2"/>
                  </a:cubicBezTo>
                  <a:lnTo>
                    <a:pt x="290" y="2"/>
                  </a:lnTo>
                  <a:cubicBezTo>
                    <a:pt x="281" y="1"/>
                    <a:pt x="273" y="1"/>
                    <a:pt x="264"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8" name="Google Shape;11248;p64"/>
            <p:cNvSpPr/>
            <p:nvPr/>
          </p:nvSpPr>
          <p:spPr>
            <a:xfrm>
              <a:off x="4245221" y="2013239"/>
              <a:ext cx="20005" cy="17125"/>
            </a:xfrm>
            <a:custGeom>
              <a:avLst/>
              <a:gdLst/>
              <a:ahLst/>
              <a:cxnLst/>
              <a:rect l="l" t="t" r="r" b="b"/>
              <a:pathLst>
                <a:path w="764" h="654" extrusionOk="0">
                  <a:moveTo>
                    <a:pt x="433" y="1"/>
                  </a:moveTo>
                  <a:cubicBezTo>
                    <a:pt x="352" y="1"/>
                    <a:pt x="269" y="32"/>
                    <a:pt x="200" y="100"/>
                  </a:cubicBezTo>
                  <a:cubicBezTo>
                    <a:pt x="0" y="301"/>
                    <a:pt x="153" y="654"/>
                    <a:pt x="439" y="654"/>
                  </a:cubicBezTo>
                  <a:cubicBezTo>
                    <a:pt x="620" y="644"/>
                    <a:pt x="763" y="501"/>
                    <a:pt x="763" y="329"/>
                  </a:cubicBezTo>
                  <a:cubicBezTo>
                    <a:pt x="757" y="131"/>
                    <a:pt x="600" y="1"/>
                    <a:pt x="433"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9" name="Google Shape;11249;p64"/>
            <p:cNvSpPr/>
            <p:nvPr/>
          </p:nvSpPr>
          <p:spPr>
            <a:xfrm>
              <a:off x="3977663" y="2064065"/>
              <a:ext cx="122441" cy="39749"/>
            </a:xfrm>
            <a:custGeom>
              <a:avLst/>
              <a:gdLst/>
              <a:ahLst/>
              <a:cxnLst/>
              <a:rect l="l" t="t" r="r" b="b"/>
              <a:pathLst>
                <a:path w="4676" h="1518" extrusionOk="0">
                  <a:moveTo>
                    <a:pt x="220" y="1"/>
                  </a:moveTo>
                  <a:cubicBezTo>
                    <a:pt x="96" y="1"/>
                    <a:pt x="1" y="105"/>
                    <a:pt x="1" y="220"/>
                  </a:cubicBezTo>
                  <a:lnTo>
                    <a:pt x="1" y="1517"/>
                  </a:lnTo>
                  <a:lnTo>
                    <a:pt x="4675" y="1517"/>
                  </a:lnTo>
                  <a:lnTo>
                    <a:pt x="3225" y="67"/>
                  </a:lnTo>
                  <a:cubicBezTo>
                    <a:pt x="3187" y="29"/>
                    <a:pt x="3130" y="1"/>
                    <a:pt x="3073" y="1"/>
                  </a:cubicBezTo>
                  <a:close/>
                </a:path>
              </a:pathLst>
            </a:custGeom>
            <a:solidFill>
              <a:srgbClr val="9CAC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50" name="Google Shape;11250;p64"/>
          <p:cNvGrpSpPr/>
          <p:nvPr/>
        </p:nvGrpSpPr>
        <p:grpSpPr>
          <a:xfrm>
            <a:off x="839091" y="2263071"/>
            <a:ext cx="361720" cy="359180"/>
            <a:chOff x="865628" y="2413608"/>
            <a:chExt cx="361720" cy="359180"/>
          </a:xfrm>
        </p:grpSpPr>
        <p:sp>
          <p:nvSpPr>
            <p:cNvPr id="11251" name="Google Shape;11251;p64"/>
            <p:cNvSpPr/>
            <p:nvPr/>
          </p:nvSpPr>
          <p:spPr>
            <a:xfrm>
              <a:off x="865628" y="2710048"/>
              <a:ext cx="63472" cy="62739"/>
            </a:xfrm>
            <a:custGeom>
              <a:avLst/>
              <a:gdLst/>
              <a:ahLst/>
              <a:cxnLst/>
              <a:rect l="l" t="t" r="r" b="b"/>
              <a:pathLst>
                <a:path w="2424" h="2396" extrusionOk="0">
                  <a:moveTo>
                    <a:pt x="1183" y="1"/>
                  </a:moveTo>
                  <a:lnTo>
                    <a:pt x="86" y="1088"/>
                  </a:lnTo>
                  <a:cubicBezTo>
                    <a:pt x="0" y="1174"/>
                    <a:pt x="0" y="1317"/>
                    <a:pt x="86" y="1403"/>
                  </a:cubicBezTo>
                  <a:lnTo>
                    <a:pt x="1021" y="2338"/>
                  </a:lnTo>
                  <a:cubicBezTo>
                    <a:pt x="1064" y="2376"/>
                    <a:pt x="1121" y="2395"/>
                    <a:pt x="1178" y="2395"/>
                  </a:cubicBezTo>
                  <a:cubicBezTo>
                    <a:pt x="1236" y="2395"/>
                    <a:pt x="1293" y="2376"/>
                    <a:pt x="1336" y="2338"/>
                  </a:cubicBezTo>
                  <a:lnTo>
                    <a:pt x="2423" y="1241"/>
                  </a:lnTo>
                  <a:lnTo>
                    <a:pt x="1183"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2" name="Google Shape;11252;p64"/>
            <p:cNvSpPr/>
            <p:nvPr/>
          </p:nvSpPr>
          <p:spPr>
            <a:xfrm>
              <a:off x="880370" y="2726283"/>
              <a:ext cx="48730" cy="46505"/>
            </a:xfrm>
            <a:custGeom>
              <a:avLst/>
              <a:gdLst/>
              <a:ahLst/>
              <a:cxnLst/>
              <a:rect l="l" t="t" r="r" b="b"/>
              <a:pathLst>
                <a:path w="1861" h="1776" extrusionOk="0">
                  <a:moveTo>
                    <a:pt x="1240" y="1"/>
                  </a:moveTo>
                  <a:lnTo>
                    <a:pt x="0" y="1241"/>
                  </a:lnTo>
                  <a:lnTo>
                    <a:pt x="458" y="1718"/>
                  </a:lnTo>
                  <a:cubicBezTo>
                    <a:pt x="501" y="1756"/>
                    <a:pt x="558" y="1775"/>
                    <a:pt x="615" y="1775"/>
                  </a:cubicBezTo>
                  <a:cubicBezTo>
                    <a:pt x="673" y="1775"/>
                    <a:pt x="730" y="1756"/>
                    <a:pt x="773" y="1718"/>
                  </a:cubicBezTo>
                  <a:lnTo>
                    <a:pt x="1860" y="621"/>
                  </a:lnTo>
                  <a:lnTo>
                    <a:pt x="1240" y="1"/>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3" name="Google Shape;11253;p64"/>
            <p:cNvSpPr/>
            <p:nvPr/>
          </p:nvSpPr>
          <p:spPr>
            <a:xfrm>
              <a:off x="879349" y="2579909"/>
              <a:ext cx="179891" cy="179132"/>
            </a:xfrm>
            <a:custGeom>
              <a:avLst/>
              <a:gdLst/>
              <a:ahLst/>
              <a:cxnLst/>
              <a:rect l="l" t="t" r="r" b="b"/>
              <a:pathLst>
                <a:path w="6870" h="6841" extrusionOk="0">
                  <a:moveTo>
                    <a:pt x="5181" y="0"/>
                  </a:moveTo>
                  <a:lnTo>
                    <a:pt x="87" y="5095"/>
                  </a:lnTo>
                  <a:cubicBezTo>
                    <a:pt x="1" y="5181"/>
                    <a:pt x="1" y="5324"/>
                    <a:pt x="87" y="5410"/>
                  </a:cubicBezTo>
                  <a:lnTo>
                    <a:pt x="1460" y="6783"/>
                  </a:lnTo>
                  <a:cubicBezTo>
                    <a:pt x="1503" y="6821"/>
                    <a:pt x="1561" y="6841"/>
                    <a:pt x="1618" y="6841"/>
                  </a:cubicBezTo>
                  <a:cubicBezTo>
                    <a:pt x="1675" y="6841"/>
                    <a:pt x="1732" y="6821"/>
                    <a:pt x="1775" y="6783"/>
                  </a:cubicBezTo>
                  <a:lnTo>
                    <a:pt x="6870" y="1689"/>
                  </a:lnTo>
                  <a:lnTo>
                    <a:pt x="5181"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4" name="Google Shape;11254;p64"/>
            <p:cNvSpPr/>
            <p:nvPr/>
          </p:nvSpPr>
          <p:spPr>
            <a:xfrm>
              <a:off x="899590" y="2602140"/>
              <a:ext cx="159650" cy="156901"/>
            </a:xfrm>
            <a:custGeom>
              <a:avLst/>
              <a:gdLst/>
              <a:ahLst/>
              <a:cxnLst/>
              <a:rect l="l" t="t" r="r" b="b"/>
              <a:pathLst>
                <a:path w="6097" h="5992" extrusionOk="0">
                  <a:moveTo>
                    <a:pt x="5248" y="0"/>
                  </a:moveTo>
                  <a:lnTo>
                    <a:pt x="1" y="5247"/>
                  </a:lnTo>
                  <a:lnTo>
                    <a:pt x="687" y="5934"/>
                  </a:lnTo>
                  <a:cubicBezTo>
                    <a:pt x="730" y="5972"/>
                    <a:pt x="788" y="5992"/>
                    <a:pt x="845" y="5992"/>
                  </a:cubicBezTo>
                  <a:cubicBezTo>
                    <a:pt x="902" y="5992"/>
                    <a:pt x="959" y="5972"/>
                    <a:pt x="1002" y="5934"/>
                  </a:cubicBezTo>
                  <a:lnTo>
                    <a:pt x="6097" y="840"/>
                  </a:lnTo>
                  <a:lnTo>
                    <a:pt x="5248" y="0"/>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5" name="Google Shape;11255;p64"/>
            <p:cNvSpPr/>
            <p:nvPr/>
          </p:nvSpPr>
          <p:spPr>
            <a:xfrm>
              <a:off x="971782" y="2617432"/>
              <a:ext cx="50485" cy="49359"/>
            </a:xfrm>
            <a:custGeom>
              <a:avLst/>
              <a:gdLst/>
              <a:ahLst/>
              <a:cxnLst/>
              <a:rect l="l" t="t" r="r" b="b"/>
              <a:pathLst>
                <a:path w="1928" h="1885" extrusionOk="0">
                  <a:moveTo>
                    <a:pt x="1408" y="1"/>
                  </a:moveTo>
                  <a:cubicBezTo>
                    <a:pt x="1351" y="1"/>
                    <a:pt x="1293" y="22"/>
                    <a:pt x="1250" y="65"/>
                  </a:cubicBezTo>
                  <a:lnTo>
                    <a:pt x="86" y="1229"/>
                  </a:lnTo>
                  <a:cubicBezTo>
                    <a:pt x="1" y="1315"/>
                    <a:pt x="1" y="1458"/>
                    <a:pt x="86" y="1544"/>
                  </a:cubicBezTo>
                  <a:lnTo>
                    <a:pt x="363" y="1821"/>
                  </a:lnTo>
                  <a:cubicBezTo>
                    <a:pt x="406" y="1863"/>
                    <a:pt x="463" y="1885"/>
                    <a:pt x="521" y="1885"/>
                  </a:cubicBezTo>
                  <a:cubicBezTo>
                    <a:pt x="578" y="1885"/>
                    <a:pt x="635" y="1863"/>
                    <a:pt x="678" y="1821"/>
                  </a:cubicBezTo>
                  <a:lnTo>
                    <a:pt x="1842" y="647"/>
                  </a:lnTo>
                  <a:cubicBezTo>
                    <a:pt x="1928" y="561"/>
                    <a:pt x="1928" y="428"/>
                    <a:pt x="1842" y="342"/>
                  </a:cubicBezTo>
                  <a:lnTo>
                    <a:pt x="1565" y="65"/>
                  </a:lnTo>
                  <a:cubicBezTo>
                    <a:pt x="1522" y="22"/>
                    <a:pt x="1465" y="1"/>
                    <a:pt x="140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6" name="Google Shape;11256;p64"/>
            <p:cNvSpPr/>
            <p:nvPr/>
          </p:nvSpPr>
          <p:spPr>
            <a:xfrm>
              <a:off x="1033500" y="2509707"/>
              <a:ext cx="95942" cy="95968"/>
            </a:xfrm>
            <a:custGeom>
              <a:avLst/>
              <a:gdLst/>
              <a:ahLst/>
              <a:cxnLst/>
              <a:rect l="l" t="t" r="r" b="b"/>
              <a:pathLst>
                <a:path w="3664" h="3665" extrusionOk="0">
                  <a:moveTo>
                    <a:pt x="1832" y="1"/>
                  </a:moveTo>
                  <a:cubicBezTo>
                    <a:pt x="820" y="1"/>
                    <a:pt x="0" y="821"/>
                    <a:pt x="0" y="1832"/>
                  </a:cubicBezTo>
                  <a:cubicBezTo>
                    <a:pt x="0" y="2844"/>
                    <a:pt x="820" y="3664"/>
                    <a:pt x="1832" y="3664"/>
                  </a:cubicBezTo>
                  <a:cubicBezTo>
                    <a:pt x="2843" y="3664"/>
                    <a:pt x="3663" y="2844"/>
                    <a:pt x="3663" y="1832"/>
                  </a:cubicBezTo>
                  <a:cubicBezTo>
                    <a:pt x="3663" y="821"/>
                    <a:pt x="2843" y="1"/>
                    <a:pt x="183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7" name="Google Shape;11257;p64"/>
            <p:cNvSpPr/>
            <p:nvPr/>
          </p:nvSpPr>
          <p:spPr>
            <a:xfrm>
              <a:off x="1001502" y="2559171"/>
              <a:ext cx="78712" cy="77900"/>
            </a:xfrm>
            <a:custGeom>
              <a:avLst/>
              <a:gdLst/>
              <a:ahLst/>
              <a:cxnLst/>
              <a:rect l="l" t="t" r="r" b="b"/>
              <a:pathLst>
                <a:path w="3006" h="2975" extrusionOk="0">
                  <a:moveTo>
                    <a:pt x="650" y="1"/>
                  </a:moveTo>
                  <a:lnTo>
                    <a:pt x="87" y="563"/>
                  </a:lnTo>
                  <a:cubicBezTo>
                    <a:pt x="1" y="649"/>
                    <a:pt x="1" y="792"/>
                    <a:pt x="87" y="878"/>
                  </a:cubicBezTo>
                  <a:lnTo>
                    <a:pt x="2119" y="2910"/>
                  </a:lnTo>
                  <a:cubicBezTo>
                    <a:pt x="2162" y="2953"/>
                    <a:pt x="2219" y="2975"/>
                    <a:pt x="2276" y="2975"/>
                  </a:cubicBezTo>
                  <a:cubicBezTo>
                    <a:pt x="2333" y="2975"/>
                    <a:pt x="2391" y="2953"/>
                    <a:pt x="2434" y="2910"/>
                  </a:cubicBezTo>
                  <a:lnTo>
                    <a:pt x="3006" y="2338"/>
                  </a:lnTo>
                  <a:lnTo>
                    <a:pt x="650" y="1"/>
                  </a:ln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8" name="Google Shape;11258;p64"/>
            <p:cNvSpPr/>
            <p:nvPr/>
          </p:nvSpPr>
          <p:spPr>
            <a:xfrm>
              <a:off x="1030227" y="2589912"/>
              <a:ext cx="49987" cy="47159"/>
            </a:xfrm>
            <a:custGeom>
              <a:avLst/>
              <a:gdLst/>
              <a:ahLst/>
              <a:cxnLst/>
              <a:rect l="l" t="t" r="r" b="b"/>
              <a:pathLst>
                <a:path w="1909" h="1801" extrusionOk="0">
                  <a:moveTo>
                    <a:pt x="726" y="0"/>
                  </a:moveTo>
                  <a:lnTo>
                    <a:pt x="1" y="725"/>
                  </a:lnTo>
                  <a:lnTo>
                    <a:pt x="1022" y="1736"/>
                  </a:lnTo>
                  <a:cubicBezTo>
                    <a:pt x="1065" y="1779"/>
                    <a:pt x="1122" y="1801"/>
                    <a:pt x="1179" y="1801"/>
                  </a:cubicBezTo>
                  <a:cubicBezTo>
                    <a:pt x="1236" y="1801"/>
                    <a:pt x="1294" y="1779"/>
                    <a:pt x="1337" y="1736"/>
                  </a:cubicBezTo>
                  <a:lnTo>
                    <a:pt x="1909" y="1164"/>
                  </a:lnTo>
                  <a:lnTo>
                    <a:pt x="726"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9" name="Google Shape;11259;p64"/>
            <p:cNvSpPr/>
            <p:nvPr/>
          </p:nvSpPr>
          <p:spPr>
            <a:xfrm>
              <a:off x="1128159" y="2454719"/>
              <a:ext cx="58209" cy="54282"/>
            </a:xfrm>
            <a:custGeom>
              <a:avLst/>
              <a:gdLst/>
              <a:ahLst/>
              <a:cxnLst/>
              <a:rect l="l" t="t" r="r" b="b"/>
              <a:pathLst>
                <a:path w="2223" h="2073" extrusionOk="0">
                  <a:moveTo>
                    <a:pt x="1941" y="0"/>
                  </a:moveTo>
                  <a:cubicBezTo>
                    <a:pt x="1895" y="0"/>
                    <a:pt x="1847" y="18"/>
                    <a:pt x="1804" y="59"/>
                  </a:cubicBezTo>
                  <a:lnTo>
                    <a:pt x="134" y="1729"/>
                  </a:lnTo>
                  <a:cubicBezTo>
                    <a:pt x="1" y="1853"/>
                    <a:pt x="96" y="2072"/>
                    <a:pt x="277" y="2072"/>
                  </a:cubicBezTo>
                  <a:cubicBezTo>
                    <a:pt x="335" y="2072"/>
                    <a:pt x="382" y="2053"/>
                    <a:pt x="420" y="2015"/>
                  </a:cubicBezTo>
                  <a:lnTo>
                    <a:pt x="2090" y="345"/>
                  </a:lnTo>
                  <a:cubicBezTo>
                    <a:pt x="2222" y="198"/>
                    <a:pt x="2094" y="0"/>
                    <a:pt x="194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0" name="Google Shape;11260;p64"/>
            <p:cNvSpPr/>
            <p:nvPr/>
          </p:nvSpPr>
          <p:spPr>
            <a:xfrm>
              <a:off x="1099932" y="2413608"/>
              <a:ext cx="10762" cy="72899"/>
            </a:xfrm>
            <a:custGeom>
              <a:avLst/>
              <a:gdLst/>
              <a:ahLst/>
              <a:cxnLst/>
              <a:rect l="l" t="t" r="r" b="b"/>
              <a:pathLst>
                <a:path w="411" h="2784" extrusionOk="0">
                  <a:moveTo>
                    <a:pt x="206" y="0"/>
                  </a:moveTo>
                  <a:cubicBezTo>
                    <a:pt x="103" y="0"/>
                    <a:pt x="1" y="69"/>
                    <a:pt x="1" y="208"/>
                  </a:cubicBezTo>
                  <a:lnTo>
                    <a:pt x="1" y="2574"/>
                  </a:lnTo>
                  <a:cubicBezTo>
                    <a:pt x="1" y="2688"/>
                    <a:pt x="96" y="2784"/>
                    <a:pt x="211" y="2784"/>
                  </a:cubicBezTo>
                  <a:cubicBezTo>
                    <a:pt x="325" y="2784"/>
                    <a:pt x="411" y="2688"/>
                    <a:pt x="411" y="2574"/>
                  </a:cubicBezTo>
                  <a:lnTo>
                    <a:pt x="411" y="208"/>
                  </a:lnTo>
                  <a:cubicBezTo>
                    <a:pt x="411" y="69"/>
                    <a:pt x="308" y="0"/>
                    <a:pt x="206"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1" name="Google Shape;11261;p64"/>
            <p:cNvSpPr/>
            <p:nvPr/>
          </p:nvSpPr>
          <p:spPr>
            <a:xfrm>
              <a:off x="1150888" y="2528194"/>
              <a:ext cx="76460" cy="10762"/>
            </a:xfrm>
            <a:custGeom>
              <a:avLst/>
              <a:gdLst/>
              <a:ahLst/>
              <a:cxnLst/>
              <a:rect l="l" t="t" r="r" b="b"/>
              <a:pathLst>
                <a:path w="2920" h="411" extrusionOk="0">
                  <a:moveTo>
                    <a:pt x="277" y="1"/>
                  </a:moveTo>
                  <a:cubicBezTo>
                    <a:pt x="1" y="1"/>
                    <a:pt x="1" y="411"/>
                    <a:pt x="277" y="411"/>
                  </a:cubicBezTo>
                  <a:lnTo>
                    <a:pt x="2643" y="411"/>
                  </a:lnTo>
                  <a:cubicBezTo>
                    <a:pt x="2920" y="411"/>
                    <a:pt x="2920" y="1"/>
                    <a:pt x="2643"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2" name="Google Shape;11262;p64"/>
            <p:cNvSpPr/>
            <p:nvPr/>
          </p:nvSpPr>
          <p:spPr>
            <a:xfrm>
              <a:off x="1002262" y="2486533"/>
              <a:ext cx="150904" cy="145484"/>
            </a:xfrm>
            <a:custGeom>
              <a:avLst/>
              <a:gdLst/>
              <a:ahLst/>
              <a:cxnLst/>
              <a:rect l="l" t="t" r="r" b="b"/>
              <a:pathLst>
                <a:path w="5763" h="5556" extrusionOk="0">
                  <a:moveTo>
                    <a:pt x="1446" y="1"/>
                  </a:moveTo>
                  <a:cubicBezTo>
                    <a:pt x="1389" y="1"/>
                    <a:pt x="1331" y="22"/>
                    <a:pt x="1288" y="65"/>
                  </a:cubicBezTo>
                  <a:lnTo>
                    <a:pt x="745" y="609"/>
                  </a:lnTo>
                  <a:cubicBezTo>
                    <a:pt x="1" y="1353"/>
                    <a:pt x="1" y="2565"/>
                    <a:pt x="745" y="3309"/>
                  </a:cubicBezTo>
                  <a:lnTo>
                    <a:pt x="2433" y="4997"/>
                  </a:lnTo>
                  <a:cubicBezTo>
                    <a:pt x="2805" y="5369"/>
                    <a:pt x="3292" y="5556"/>
                    <a:pt x="3778" y="5556"/>
                  </a:cubicBezTo>
                  <a:cubicBezTo>
                    <a:pt x="4265" y="5556"/>
                    <a:pt x="4751" y="5369"/>
                    <a:pt x="5123" y="4997"/>
                  </a:cubicBezTo>
                  <a:lnTo>
                    <a:pt x="5677" y="4444"/>
                  </a:lnTo>
                  <a:cubicBezTo>
                    <a:pt x="5763" y="4358"/>
                    <a:pt x="5763" y="4225"/>
                    <a:pt x="5677" y="4139"/>
                  </a:cubicBezTo>
                  <a:lnTo>
                    <a:pt x="1603" y="65"/>
                  </a:lnTo>
                  <a:cubicBezTo>
                    <a:pt x="1560" y="22"/>
                    <a:pt x="1503" y="1"/>
                    <a:pt x="1446"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3" name="Google Shape;11263;p64"/>
            <p:cNvSpPr/>
            <p:nvPr/>
          </p:nvSpPr>
          <p:spPr>
            <a:xfrm>
              <a:off x="1039470" y="2572656"/>
              <a:ext cx="113695" cy="59361"/>
            </a:xfrm>
            <a:custGeom>
              <a:avLst/>
              <a:gdLst/>
              <a:ahLst/>
              <a:cxnLst/>
              <a:rect l="l" t="t" r="r" b="b"/>
              <a:pathLst>
                <a:path w="4342" h="2267" extrusionOk="0">
                  <a:moveTo>
                    <a:pt x="1" y="707"/>
                  </a:moveTo>
                  <a:cubicBezTo>
                    <a:pt x="5" y="711"/>
                    <a:pt x="10" y="715"/>
                    <a:pt x="14" y="720"/>
                  </a:cubicBezTo>
                  <a:lnTo>
                    <a:pt x="14" y="720"/>
                  </a:lnTo>
                  <a:lnTo>
                    <a:pt x="1" y="707"/>
                  </a:lnTo>
                  <a:close/>
                  <a:moveTo>
                    <a:pt x="3407" y="1"/>
                  </a:moveTo>
                  <a:lnTo>
                    <a:pt x="2701" y="707"/>
                  </a:lnTo>
                  <a:cubicBezTo>
                    <a:pt x="2329" y="1079"/>
                    <a:pt x="1840" y="1265"/>
                    <a:pt x="1351" y="1265"/>
                  </a:cubicBezTo>
                  <a:cubicBezTo>
                    <a:pt x="868" y="1265"/>
                    <a:pt x="384" y="1083"/>
                    <a:pt x="14" y="720"/>
                  </a:cubicBezTo>
                  <a:lnTo>
                    <a:pt x="14" y="720"/>
                  </a:lnTo>
                  <a:lnTo>
                    <a:pt x="1012" y="1708"/>
                  </a:lnTo>
                  <a:cubicBezTo>
                    <a:pt x="1384" y="2080"/>
                    <a:pt x="1871" y="2267"/>
                    <a:pt x="2357" y="2267"/>
                  </a:cubicBezTo>
                  <a:cubicBezTo>
                    <a:pt x="2844" y="2267"/>
                    <a:pt x="3330" y="2080"/>
                    <a:pt x="3702" y="1708"/>
                  </a:cubicBezTo>
                  <a:lnTo>
                    <a:pt x="4256" y="1155"/>
                  </a:lnTo>
                  <a:cubicBezTo>
                    <a:pt x="4342" y="1069"/>
                    <a:pt x="4342" y="936"/>
                    <a:pt x="4256" y="850"/>
                  </a:cubicBezTo>
                  <a:lnTo>
                    <a:pt x="3407"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64" name="Google Shape;11264;p64"/>
          <p:cNvGrpSpPr/>
          <p:nvPr/>
        </p:nvGrpSpPr>
        <p:grpSpPr>
          <a:xfrm>
            <a:off x="3090556" y="2731389"/>
            <a:ext cx="268815" cy="366983"/>
            <a:chOff x="3117093" y="2881927"/>
            <a:chExt cx="268815" cy="366983"/>
          </a:xfrm>
        </p:grpSpPr>
        <p:sp>
          <p:nvSpPr>
            <p:cNvPr id="11265" name="Google Shape;11265;p64"/>
            <p:cNvSpPr/>
            <p:nvPr/>
          </p:nvSpPr>
          <p:spPr>
            <a:xfrm>
              <a:off x="3117093" y="2917146"/>
              <a:ext cx="191124" cy="331764"/>
            </a:xfrm>
            <a:custGeom>
              <a:avLst/>
              <a:gdLst/>
              <a:ahLst/>
              <a:cxnLst/>
              <a:rect l="l" t="t" r="r" b="b"/>
              <a:pathLst>
                <a:path w="7299" h="12670" extrusionOk="0">
                  <a:moveTo>
                    <a:pt x="220" y="0"/>
                  </a:moveTo>
                  <a:cubicBezTo>
                    <a:pt x="96" y="0"/>
                    <a:pt x="1" y="96"/>
                    <a:pt x="1" y="229"/>
                  </a:cubicBezTo>
                  <a:lnTo>
                    <a:pt x="1" y="12450"/>
                  </a:lnTo>
                  <a:cubicBezTo>
                    <a:pt x="1" y="12574"/>
                    <a:pt x="96" y="12669"/>
                    <a:pt x="220" y="12669"/>
                  </a:cubicBezTo>
                  <a:lnTo>
                    <a:pt x="7070" y="12669"/>
                  </a:lnTo>
                  <a:cubicBezTo>
                    <a:pt x="7194" y="12669"/>
                    <a:pt x="7299" y="12574"/>
                    <a:pt x="7299" y="12450"/>
                  </a:cubicBezTo>
                  <a:lnTo>
                    <a:pt x="7299" y="0"/>
                  </a:lnTo>
                  <a:close/>
                </a:path>
              </a:pathLst>
            </a:custGeom>
            <a:solidFill>
              <a:srgbClr val="94A3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6" name="Google Shape;11266;p64"/>
            <p:cNvSpPr/>
            <p:nvPr/>
          </p:nvSpPr>
          <p:spPr>
            <a:xfrm>
              <a:off x="3232019" y="2917146"/>
              <a:ext cx="76198" cy="118670"/>
            </a:xfrm>
            <a:custGeom>
              <a:avLst/>
              <a:gdLst/>
              <a:ahLst/>
              <a:cxnLst/>
              <a:rect l="l" t="t" r="r" b="b"/>
              <a:pathLst>
                <a:path w="2910" h="4532" extrusionOk="0">
                  <a:moveTo>
                    <a:pt x="258" y="0"/>
                  </a:moveTo>
                  <a:cubicBezTo>
                    <a:pt x="86" y="401"/>
                    <a:pt x="0" y="840"/>
                    <a:pt x="0" y="1279"/>
                  </a:cubicBezTo>
                  <a:lnTo>
                    <a:pt x="0" y="1298"/>
                  </a:lnTo>
                  <a:cubicBezTo>
                    <a:pt x="10" y="2671"/>
                    <a:pt x="878" y="3893"/>
                    <a:pt x="2166" y="4360"/>
                  </a:cubicBezTo>
                  <a:cubicBezTo>
                    <a:pt x="2404" y="4446"/>
                    <a:pt x="2652" y="4503"/>
                    <a:pt x="2910" y="4532"/>
                  </a:cubicBezTo>
                  <a:lnTo>
                    <a:pt x="2910"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7" name="Google Shape;11267;p64"/>
            <p:cNvSpPr/>
            <p:nvPr/>
          </p:nvSpPr>
          <p:spPr>
            <a:xfrm>
              <a:off x="3117093" y="3235398"/>
              <a:ext cx="191124" cy="13511"/>
            </a:xfrm>
            <a:custGeom>
              <a:avLst/>
              <a:gdLst/>
              <a:ahLst/>
              <a:cxnLst/>
              <a:rect l="l" t="t" r="r" b="b"/>
              <a:pathLst>
                <a:path w="7299" h="516" extrusionOk="0">
                  <a:moveTo>
                    <a:pt x="1" y="0"/>
                  </a:moveTo>
                  <a:lnTo>
                    <a:pt x="1" y="296"/>
                  </a:lnTo>
                  <a:cubicBezTo>
                    <a:pt x="1" y="420"/>
                    <a:pt x="96" y="515"/>
                    <a:pt x="220" y="515"/>
                  </a:cubicBezTo>
                  <a:lnTo>
                    <a:pt x="7070" y="515"/>
                  </a:lnTo>
                  <a:cubicBezTo>
                    <a:pt x="7194" y="515"/>
                    <a:pt x="7299" y="420"/>
                    <a:pt x="7299" y="296"/>
                  </a:cubicBezTo>
                  <a:lnTo>
                    <a:pt x="7299"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8" name="Google Shape;11268;p64"/>
            <p:cNvSpPr/>
            <p:nvPr/>
          </p:nvSpPr>
          <p:spPr>
            <a:xfrm>
              <a:off x="3136575" y="2950872"/>
              <a:ext cx="152161" cy="239069"/>
            </a:xfrm>
            <a:custGeom>
              <a:avLst/>
              <a:gdLst/>
              <a:ahLst/>
              <a:cxnLst/>
              <a:rect l="l" t="t" r="r" b="b"/>
              <a:pathLst>
                <a:path w="5811" h="9130" extrusionOk="0">
                  <a:moveTo>
                    <a:pt x="220" y="0"/>
                  </a:moveTo>
                  <a:cubicBezTo>
                    <a:pt x="96" y="0"/>
                    <a:pt x="1" y="105"/>
                    <a:pt x="1" y="229"/>
                  </a:cubicBezTo>
                  <a:lnTo>
                    <a:pt x="1" y="8910"/>
                  </a:lnTo>
                  <a:cubicBezTo>
                    <a:pt x="1" y="9034"/>
                    <a:pt x="96" y="9130"/>
                    <a:pt x="220" y="9130"/>
                  </a:cubicBezTo>
                  <a:lnTo>
                    <a:pt x="5591" y="9130"/>
                  </a:lnTo>
                  <a:cubicBezTo>
                    <a:pt x="5715" y="9130"/>
                    <a:pt x="5811" y="9034"/>
                    <a:pt x="5811" y="8910"/>
                  </a:cubicBezTo>
                  <a:lnTo>
                    <a:pt x="5811" y="229"/>
                  </a:lnTo>
                  <a:cubicBezTo>
                    <a:pt x="5811" y="105"/>
                    <a:pt x="5715" y="0"/>
                    <a:pt x="5591"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9" name="Google Shape;11269;p64"/>
            <p:cNvSpPr/>
            <p:nvPr/>
          </p:nvSpPr>
          <p:spPr>
            <a:xfrm>
              <a:off x="3232019" y="2950872"/>
              <a:ext cx="56717" cy="80467"/>
            </a:xfrm>
            <a:custGeom>
              <a:avLst/>
              <a:gdLst/>
              <a:ahLst/>
              <a:cxnLst/>
              <a:rect l="l" t="t" r="r" b="b"/>
              <a:pathLst>
                <a:path w="2166" h="3073" extrusionOk="0">
                  <a:moveTo>
                    <a:pt x="0" y="0"/>
                  </a:moveTo>
                  <a:cubicBezTo>
                    <a:pt x="10" y="1383"/>
                    <a:pt x="878" y="2605"/>
                    <a:pt x="2166" y="3072"/>
                  </a:cubicBezTo>
                  <a:lnTo>
                    <a:pt x="2166" y="229"/>
                  </a:lnTo>
                  <a:cubicBezTo>
                    <a:pt x="2166" y="105"/>
                    <a:pt x="2070" y="0"/>
                    <a:pt x="1946"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0" name="Google Shape;11270;p64"/>
            <p:cNvSpPr/>
            <p:nvPr/>
          </p:nvSpPr>
          <p:spPr>
            <a:xfrm>
              <a:off x="3136339" y="2951108"/>
              <a:ext cx="152397" cy="239095"/>
            </a:xfrm>
            <a:custGeom>
              <a:avLst/>
              <a:gdLst/>
              <a:ahLst/>
              <a:cxnLst/>
              <a:rect l="l" t="t" r="r" b="b"/>
              <a:pathLst>
                <a:path w="5820" h="9131" extrusionOk="0">
                  <a:moveTo>
                    <a:pt x="229" y="1"/>
                  </a:moveTo>
                  <a:cubicBezTo>
                    <a:pt x="96" y="1"/>
                    <a:pt x="0" y="96"/>
                    <a:pt x="0" y="230"/>
                  </a:cubicBezTo>
                  <a:lnTo>
                    <a:pt x="0" y="8901"/>
                  </a:lnTo>
                  <a:cubicBezTo>
                    <a:pt x="0" y="9025"/>
                    <a:pt x="96" y="9130"/>
                    <a:pt x="229" y="9130"/>
                  </a:cubicBezTo>
                  <a:lnTo>
                    <a:pt x="5591" y="9130"/>
                  </a:lnTo>
                  <a:cubicBezTo>
                    <a:pt x="5715" y="9130"/>
                    <a:pt x="5820" y="9025"/>
                    <a:pt x="5820" y="8901"/>
                  </a:cubicBezTo>
                  <a:lnTo>
                    <a:pt x="5820" y="8711"/>
                  </a:lnTo>
                  <a:lnTo>
                    <a:pt x="449" y="8711"/>
                  </a:lnTo>
                  <a:lnTo>
                    <a:pt x="458" y="8701"/>
                  </a:lnTo>
                  <a:lnTo>
                    <a:pt x="458"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1" name="Google Shape;11271;p64"/>
            <p:cNvSpPr/>
            <p:nvPr/>
          </p:nvSpPr>
          <p:spPr>
            <a:xfrm>
              <a:off x="3190778" y="2927882"/>
              <a:ext cx="43755" cy="11024"/>
            </a:xfrm>
            <a:custGeom>
              <a:avLst/>
              <a:gdLst/>
              <a:ahLst/>
              <a:cxnLst/>
              <a:rect l="l" t="t" r="r" b="b"/>
              <a:pathLst>
                <a:path w="1671" h="421" extrusionOk="0">
                  <a:moveTo>
                    <a:pt x="278" y="1"/>
                  </a:moveTo>
                  <a:cubicBezTo>
                    <a:pt x="1" y="1"/>
                    <a:pt x="1" y="420"/>
                    <a:pt x="278" y="420"/>
                  </a:cubicBezTo>
                  <a:lnTo>
                    <a:pt x="1384" y="420"/>
                  </a:lnTo>
                  <a:cubicBezTo>
                    <a:pt x="1670" y="420"/>
                    <a:pt x="1670" y="1"/>
                    <a:pt x="1384"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2" name="Google Shape;11272;p64"/>
            <p:cNvSpPr/>
            <p:nvPr/>
          </p:nvSpPr>
          <p:spPr>
            <a:xfrm>
              <a:off x="3164802" y="3041289"/>
              <a:ext cx="95706" cy="22519"/>
            </a:xfrm>
            <a:custGeom>
              <a:avLst/>
              <a:gdLst/>
              <a:ahLst/>
              <a:cxnLst/>
              <a:rect l="l" t="t" r="r" b="b"/>
              <a:pathLst>
                <a:path w="3655" h="860" extrusionOk="0">
                  <a:moveTo>
                    <a:pt x="3441" y="0"/>
                  </a:moveTo>
                  <a:cubicBezTo>
                    <a:pt x="3436" y="0"/>
                    <a:pt x="3431" y="0"/>
                    <a:pt x="3426" y="1"/>
                  </a:cubicBezTo>
                  <a:lnTo>
                    <a:pt x="220" y="1"/>
                  </a:lnTo>
                  <a:cubicBezTo>
                    <a:pt x="96" y="1"/>
                    <a:pt x="1" y="96"/>
                    <a:pt x="1" y="220"/>
                  </a:cubicBezTo>
                  <a:lnTo>
                    <a:pt x="1" y="630"/>
                  </a:lnTo>
                  <a:cubicBezTo>
                    <a:pt x="1" y="754"/>
                    <a:pt x="96" y="859"/>
                    <a:pt x="220" y="859"/>
                  </a:cubicBezTo>
                  <a:lnTo>
                    <a:pt x="3426" y="859"/>
                  </a:lnTo>
                  <a:cubicBezTo>
                    <a:pt x="3550" y="859"/>
                    <a:pt x="3655" y="754"/>
                    <a:pt x="3655" y="630"/>
                  </a:cubicBezTo>
                  <a:lnTo>
                    <a:pt x="3655" y="220"/>
                  </a:lnTo>
                  <a:cubicBezTo>
                    <a:pt x="3655" y="101"/>
                    <a:pt x="3558" y="0"/>
                    <a:pt x="3441" y="0"/>
                  </a:cubicBezTo>
                  <a:close/>
                </a:path>
              </a:pathLst>
            </a:custGeom>
            <a:solidFill>
              <a:srgbClr val="BF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3" name="Google Shape;11273;p64"/>
            <p:cNvSpPr/>
            <p:nvPr/>
          </p:nvSpPr>
          <p:spPr>
            <a:xfrm>
              <a:off x="3157313" y="3083263"/>
              <a:ext cx="110448" cy="11024"/>
            </a:xfrm>
            <a:custGeom>
              <a:avLst/>
              <a:gdLst/>
              <a:ahLst/>
              <a:cxnLst/>
              <a:rect l="l" t="t" r="r" b="b"/>
              <a:pathLst>
                <a:path w="4218" h="421" extrusionOk="0">
                  <a:moveTo>
                    <a:pt x="287" y="0"/>
                  </a:moveTo>
                  <a:cubicBezTo>
                    <a:pt x="1" y="0"/>
                    <a:pt x="1" y="420"/>
                    <a:pt x="287" y="420"/>
                  </a:cubicBezTo>
                  <a:lnTo>
                    <a:pt x="3941" y="420"/>
                  </a:lnTo>
                  <a:cubicBezTo>
                    <a:pt x="4217" y="420"/>
                    <a:pt x="4217" y="0"/>
                    <a:pt x="3941"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4" name="Google Shape;11274;p64"/>
            <p:cNvSpPr/>
            <p:nvPr/>
          </p:nvSpPr>
          <p:spPr>
            <a:xfrm>
              <a:off x="3157313" y="3109998"/>
              <a:ext cx="110448" cy="11260"/>
            </a:xfrm>
            <a:custGeom>
              <a:avLst/>
              <a:gdLst/>
              <a:ahLst/>
              <a:cxnLst/>
              <a:rect l="l" t="t" r="r" b="b"/>
              <a:pathLst>
                <a:path w="4218" h="430" extrusionOk="0">
                  <a:moveTo>
                    <a:pt x="287" y="0"/>
                  </a:moveTo>
                  <a:cubicBezTo>
                    <a:pt x="1" y="0"/>
                    <a:pt x="1" y="429"/>
                    <a:pt x="287" y="429"/>
                  </a:cubicBezTo>
                  <a:lnTo>
                    <a:pt x="3941" y="429"/>
                  </a:lnTo>
                  <a:cubicBezTo>
                    <a:pt x="4217" y="429"/>
                    <a:pt x="4217" y="0"/>
                    <a:pt x="3941"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5" name="Google Shape;11275;p64"/>
            <p:cNvSpPr/>
            <p:nvPr/>
          </p:nvSpPr>
          <p:spPr>
            <a:xfrm>
              <a:off x="3200283" y="3203662"/>
              <a:ext cx="24745" cy="24771"/>
            </a:xfrm>
            <a:custGeom>
              <a:avLst/>
              <a:gdLst/>
              <a:ahLst/>
              <a:cxnLst/>
              <a:rect l="l" t="t" r="r" b="b"/>
              <a:pathLst>
                <a:path w="945" h="946" extrusionOk="0">
                  <a:moveTo>
                    <a:pt x="468" y="1"/>
                  </a:moveTo>
                  <a:cubicBezTo>
                    <a:pt x="210" y="1"/>
                    <a:pt x="0" y="210"/>
                    <a:pt x="0" y="478"/>
                  </a:cubicBezTo>
                  <a:cubicBezTo>
                    <a:pt x="0" y="735"/>
                    <a:pt x="210" y="945"/>
                    <a:pt x="468" y="945"/>
                  </a:cubicBezTo>
                  <a:cubicBezTo>
                    <a:pt x="726" y="945"/>
                    <a:pt x="945" y="735"/>
                    <a:pt x="945" y="478"/>
                  </a:cubicBezTo>
                  <a:cubicBezTo>
                    <a:pt x="945" y="210"/>
                    <a:pt x="726" y="1"/>
                    <a:pt x="468"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6" name="Google Shape;11276;p64"/>
            <p:cNvSpPr/>
            <p:nvPr/>
          </p:nvSpPr>
          <p:spPr>
            <a:xfrm>
              <a:off x="3249249" y="2881927"/>
              <a:ext cx="136660" cy="136660"/>
            </a:xfrm>
            <a:custGeom>
              <a:avLst/>
              <a:gdLst/>
              <a:ahLst/>
              <a:cxnLst/>
              <a:rect l="l" t="t" r="r" b="b"/>
              <a:pathLst>
                <a:path w="5219" h="5219" extrusionOk="0">
                  <a:moveTo>
                    <a:pt x="2614" y="0"/>
                  </a:moveTo>
                  <a:cubicBezTo>
                    <a:pt x="1174" y="0"/>
                    <a:pt x="0" y="1174"/>
                    <a:pt x="0" y="2614"/>
                  </a:cubicBezTo>
                  <a:cubicBezTo>
                    <a:pt x="0" y="4055"/>
                    <a:pt x="1174" y="5219"/>
                    <a:pt x="2614" y="5219"/>
                  </a:cubicBezTo>
                  <a:cubicBezTo>
                    <a:pt x="4055" y="5219"/>
                    <a:pt x="5219" y="4055"/>
                    <a:pt x="5219" y="2614"/>
                  </a:cubicBezTo>
                  <a:cubicBezTo>
                    <a:pt x="5219" y="1174"/>
                    <a:pt x="4055" y="0"/>
                    <a:pt x="261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7" name="Google Shape;11277;p64"/>
            <p:cNvSpPr/>
            <p:nvPr/>
          </p:nvSpPr>
          <p:spPr>
            <a:xfrm>
              <a:off x="3301959" y="2928641"/>
              <a:ext cx="21995" cy="56219"/>
            </a:xfrm>
            <a:custGeom>
              <a:avLst/>
              <a:gdLst/>
              <a:ahLst/>
              <a:cxnLst/>
              <a:rect l="l" t="t" r="r" b="b"/>
              <a:pathLst>
                <a:path w="840" h="2147" extrusionOk="0">
                  <a:moveTo>
                    <a:pt x="286" y="0"/>
                  </a:moveTo>
                  <a:cubicBezTo>
                    <a:pt x="0" y="0"/>
                    <a:pt x="0" y="429"/>
                    <a:pt x="286" y="429"/>
                  </a:cubicBezTo>
                  <a:lnTo>
                    <a:pt x="420" y="429"/>
                  </a:lnTo>
                  <a:lnTo>
                    <a:pt x="420" y="1937"/>
                  </a:lnTo>
                  <a:cubicBezTo>
                    <a:pt x="420" y="2051"/>
                    <a:pt x="506" y="2147"/>
                    <a:pt x="630" y="2147"/>
                  </a:cubicBezTo>
                  <a:cubicBezTo>
                    <a:pt x="744" y="2147"/>
                    <a:pt x="840" y="2061"/>
                    <a:pt x="840" y="1937"/>
                  </a:cubicBezTo>
                  <a:lnTo>
                    <a:pt x="840" y="210"/>
                  </a:lnTo>
                  <a:cubicBezTo>
                    <a:pt x="840" y="96"/>
                    <a:pt x="744" y="0"/>
                    <a:pt x="630"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8" name="Google Shape;11278;p64"/>
            <p:cNvSpPr/>
            <p:nvPr/>
          </p:nvSpPr>
          <p:spPr>
            <a:xfrm>
              <a:off x="3301462" y="2976088"/>
              <a:ext cx="33988" cy="11286"/>
            </a:xfrm>
            <a:custGeom>
              <a:avLst/>
              <a:gdLst/>
              <a:ahLst/>
              <a:cxnLst/>
              <a:rect l="l" t="t" r="r" b="b"/>
              <a:pathLst>
                <a:path w="1298" h="431" extrusionOk="0">
                  <a:moveTo>
                    <a:pt x="277" y="1"/>
                  </a:moveTo>
                  <a:cubicBezTo>
                    <a:pt x="0" y="1"/>
                    <a:pt x="0" y="430"/>
                    <a:pt x="277" y="430"/>
                  </a:cubicBezTo>
                  <a:lnTo>
                    <a:pt x="1021" y="430"/>
                  </a:lnTo>
                  <a:cubicBezTo>
                    <a:pt x="1298" y="430"/>
                    <a:pt x="1298" y="1"/>
                    <a:pt x="1021"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9" name="Google Shape;11279;p64"/>
            <p:cNvSpPr/>
            <p:nvPr/>
          </p:nvSpPr>
          <p:spPr>
            <a:xfrm>
              <a:off x="3304709" y="2910704"/>
              <a:ext cx="19246" cy="16706"/>
            </a:xfrm>
            <a:custGeom>
              <a:avLst/>
              <a:gdLst/>
              <a:ahLst/>
              <a:cxnLst/>
              <a:rect l="l" t="t" r="r" b="b"/>
              <a:pathLst>
                <a:path w="735" h="638" extrusionOk="0">
                  <a:moveTo>
                    <a:pt x="413" y="0"/>
                  </a:moveTo>
                  <a:cubicBezTo>
                    <a:pt x="335" y="0"/>
                    <a:pt x="255" y="29"/>
                    <a:pt x="191" y="94"/>
                  </a:cubicBezTo>
                  <a:cubicBezTo>
                    <a:pt x="0" y="294"/>
                    <a:pt x="134" y="637"/>
                    <a:pt x="420" y="637"/>
                  </a:cubicBezTo>
                  <a:cubicBezTo>
                    <a:pt x="592" y="637"/>
                    <a:pt x="735" y="494"/>
                    <a:pt x="735" y="323"/>
                  </a:cubicBezTo>
                  <a:cubicBezTo>
                    <a:pt x="735" y="129"/>
                    <a:pt x="577" y="0"/>
                    <a:pt x="413"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80" name="Google Shape;11280;p64"/>
          <p:cNvGrpSpPr/>
          <p:nvPr/>
        </p:nvGrpSpPr>
        <p:grpSpPr>
          <a:xfrm>
            <a:off x="3507971" y="1357462"/>
            <a:ext cx="368502" cy="343521"/>
            <a:chOff x="3534508" y="1508000"/>
            <a:chExt cx="368502" cy="343521"/>
          </a:xfrm>
        </p:grpSpPr>
        <p:sp>
          <p:nvSpPr>
            <p:cNvPr id="11281" name="Google Shape;11281;p64"/>
            <p:cNvSpPr/>
            <p:nvPr/>
          </p:nvSpPr>
          <p:spPr>
            <a:xfrm>
              <a:off x="3591984" y="1754322"/>
              <a:ext cx="45719" cy="45719"/>
            </a:xfrm>
            <a:custGeom>
              <a:avLst/>
              <a:gdLst/>
              <a:ahLst/>
              <a:cxnLst/>
              <a:rect l="l" t="t" r="r" b="b"/>
              <a:pathLst>
                <a:path w="1746" h="1746" extrusionOk="0">
                  <a:moveTo>
                    <a:pt x="220" y="0"/>
                  </a:moveTo>
                  <a:cubicBezTo>
                    <a:pt x="96" y="0"/>
                    <a:pt x="0" y="95"/>
                    <a:pt x="0" y="219"/>
                  </a:cubicBezTo>
                  <a:lnTo>
                    <a:pt x="0" y="1526"/>
                  </a:lnTo>
                  <a:cubicBezTo>
                    <a:pt x="0" y="1650"/>
                    <a:pt x="96" y="1746"/>
                    <a:pt x="220" y="1746"/>
                  </a:cubicBezTo>
                  <a:lnTo>
                    <a:pt x="1527" y="1746"/>
                  </a:lnTo>
                  <a:cubicBezTo>
                    <a:pt x="1651" y="1746"/>
                    <a:pt x="1746" y="1650"/>
                    <a:pt x="1746" y="1526"/>
                  </a:cubicBezTo>
                  <a:lnTo>
                    <a:pt x="1746" y="219"/>
                  </a:lnTo>
                  <a:cubicBezTo>
                    <a:pt x="1746" y="95"/>
                    <a:pt x="1651" y="0"/>
                    <a:pt x="1527"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2" name="Google Shape;11282;p64"/>
            <p:cNvSpPr/>
            <p:nvPr/>
          </p:nvSpPr>
          <p:spPr>
            <a:xfrm>
              <a:off x="3742600" y="1633897"/>
              <a:ext cx="106940" cy="91805"/>
            </a:xfrm>
            <a:custGeom>
              <a:avLst/>
              <a:gdLst/>
              <a:ahLst/>
              <a:cxnLst/>
              <a:rect l="l" t="t" r="r" b="b"/>
              <a:pathLst>
                <a:path w="4084" h="3506" extrusionOk="0">
                  <a:moveTo>
                    <a:pt x="2338" y="1"/>
                  </a:moveTo>
                  <a:cubicBezTo>
                    <a:pt x="773" y="1"/>
                    <a:pt x="1" y="1890"/>
                    <a:pt x="1098" y="2987"/>
                  </a:cubicBezTo>
                  <a:cubicBezTo>
                    <a:pt x="1456" y="3345"/>
                    <a:pt x="1896" y="3506"/>
                    <a:pt x="2326" y="3506"/>
                  </a:cubicBezTo>
                  <a:cubicBezTo>
                    <a:pt x="3225" y="3506"/>
                    <a:pt x="4084" y="2807"/>
                    <a:pt x="4084" y="1756"/>
                  </a:cubicBezTo>
                  <a:cubicBezTo>
                    <a:pt x="4084" y="793"/>
                    <a:pt x="3302" y="10"/>
                    <a:pt x="2338" y="1"/>
                  </a:cubicBezTo>
                  <a:close/>
                </a:path>
              </a:pathLst>
            </a:custGeom>
            <a:solidFill>
              <a:srgbClr val="B3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3" name="Google Shape;11283;p64"/>
            <p:cNvSpPr/>
            <p:nvPr/>
          </p:nvSpPr>
          <p:spPr>
            <a:xfrm>
              <a:off x="3753336" y="1671132"/>
              <a:ext cx="100969" cy="54465"/>
            </a:xfrm>
            <a:custGeom>
              <a:avLst/>
              <a:gdLst/>
              <a:ahLst/>
              <a:cxnLst/>
              <a:rect l="l" t="t" r="r" b="b"/>
              <a:pathLst>
                <a:path w="3856" h="2080" extrusionOk="0">
                  <a:moveTo>
                    <a:pt x="211" y="0"/>
                  </a:moveTo>
                  <a:cubicBezTo>
                    <a:pt x="1" y="1078"/>
                    <a:pt x="821" y="2080"/>
                    <a:pt x="1928" y="2080"/>
                  </a:cubicBezTo>
                  <a:cubicBezTo>
                    <a:pt x="3025" y="2080"/>
                    <a:pt x="3855" y="1078"/>
                    <a:pt x="3645" y="0"/>
                  </a:cubicBezTo>
                  <a:lnTo>
                    <a:pt x="3645" y="0"/>
                  </a:lnTo>
                  <a:cubicBezTo>
                    <a:pt x="3483" y="830"/>
                    <a:pt x="2768" y="1422"/>
                    <a:pt x="1928" y="1422"/>
                  </a:cubicBezTo>
                  <a:cubicBezTo>
                    <a:pt x="1088" y="1422"/>
                    <a:pt x="363" y="830"/>
                    <a:pt x="211" y="0"/>
                  </a:cubicBezTo>
                  <a:close/>
                </a:path>
              </a:pathLst>
            </a:custGeom>
            <a:solidFill>
              <a:srgbClr val="CED8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4" name="Google Shape;11284;p64"/>
            <p:cNvSpPr/>
            <p:nvPr/>
          </p:nvSpPr>
          <p:spPr>
            <a:xfrm>
              <a:off x="3620447" y="1530990"/>
              <a:ext cx="154649" cy="297645"/>
            </a:xfrm>
            <a:custGeom>
              <a:avLst/>
              <a:gdLst/>
              <a:ahLst/>
              <a:cxnLst/>
              <a:rect l="l" t="t" r="r" b="b"/>
              <a:pathLst>
                <a:path w="5906" h="11367" extrusionOk="0">
                  <a:moveTo>
                    <a:pt x="5681" y="1"/>
                  </a:moveTo>
                  <a:cubicBezTo>
                    <a:pt x="5608" y="1"/>
                    <a:pt x="5542" y="38"/>
                    <a:pt x="5505" y="105"/>
                  </a:cubicBezTo>
                  <a:cubicBezTo>
                    <a:pt x="5085" y="773"/>
                    <a:pt x="4589" y="1384"/>
                    <a:pt x="4027" y="1927"/>
                  </a:cubicBezTo>
                  <a:cubicBezTo>
                    <a:pt x="3187" y="2748"/>
                    <a:pt x="1842" y="3721"/>
                    <a:pt x="220" y="3721"/>
                  </a:cubicBezTo>
                  <a:cubicBezTo>
                    <a:pt x="215" y="3721"/>
                    <a:pt x="210" y="3720"/>
                    <a:pt x="206" y="3720"/>
                  </a:cubicBezTo>
                  <a:cubicBezTo>
                    <a:pt x="97" y="3720"/>
                    <a:pt x="1" y="3821"/>
                    <a:pt x="1" y="3931"/>
                  </a:cubicBezTo>
                  <a:lnTo>
                    <a:pt x="1" y="7432"/>
                  </a:lnTo>
                  <a:cubicBezTo>
                    <a:pt x="1" y="7556"/>
                    <a:pt x="106" y="7651"/>
                    <a:pt x="220" y="7651"/>
                  </a:cubicBezTo>
                  <a:cubicBezTo>
                    <a:pt x="1842" y="7651"/>
                    <a:pt x="3187" y="8624"/>
                    <a:pt x="4027" y="9445"/>
                  </a:cubicBezTo>
                  <a:cubicBezTo>
                    <a:pt x="4589" y="9989"/>
                    <a:pt x="5085" y="10599"/>
                    <a:pt x="5496" y="11257"/>
                  </a:cubicBezTo>
                  <a:cubicBezTo>
                    <a:pt x="5541" y="11332"/>
                    <a:pt x="5614" y="11366"/>
                    <a:pt x="5686" y="11366"/>
                  </a:cubicBezTo>
                  <a:cubicBezTo>
                    <a:pt x="5797" y="11366"/>
                    <a:pt x="5906" y="11286"/>
                    <a:pt x="5906" y="11153"/>
                  </a:cubicBezTo>
                  <a:lnTo>
                    <a:pt x="5906" y="220"/>
                  </a:lnTo>
                  <a:cubicBezTo>
                    <a:pt x="5906" y="115"/>
                    <a:pt x="5839" y="29"/>
                    <a:pt x="5744" y="10"/>
                  </a:cubicBezTo>
                  <a:cubicBezTo>
                    <a:pt x="5723" y="4"/>
                    <a:pt x="5702" y="1"/>
                    <a:pt x="568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5" name="Google Shape;11285;p64"/>
            <p:cNvSpPr/>
            <p:nvPr/>
          </p:nvSpPr>
          <p:spPr>
            <a:xfrm>
              <a:off x="3620447" y="1708603"/>
              <a:ext cx="154649" cy="120032"/>
            </a:xfrm>
            <a:custGeom>
              <a:avLst/>
              <a:gdLst/>
              <a:ahLst/>
              <a:cxnLst/>
              <a:rect l="l" t="t" r="r" b="b"/>
              <a:pathLst>
                <a:path w="5906" h="4584" extrusionOk="0">
                  <a:moveTo>
                    <a:pt x="1" y="0"/>
                  </a:moveTo>
                  <a:lnTo>
                    <a:pt x="1" y="649"/>
                  </a:lnTo>
                  <a:cubicBezTo>
                    <a:pt x="1" y="773"/>
                    <a:pt x="106" y="868"/>
                    <a:pt x="220" y="868"/>
                  </a:cubicBezTo>
                  <a:cubicBezTo>
                    <a:pt x="1842" y="868"/>
                    <a:pt x="3187" y="1841"/>
                    <a:pt x="4027" y="2662"/>
                  </a:cubicBezTo>
                  <a:cubicBezTo>
                    <a:pt x="4589" y="3206"/>
                    <a:pt x="5085" y="3816"/>
                    <a:pt x="5496" y="4474"/>
                  </a:cubicBezTo>
                  <a:cubicBezTo>
                    <a:pt x="5541" y="4549"/>
                    <a:pt x="5614" y="4583"/>
                    <a:pt x="5686" y="4583"/>
                  </a:cubicBezTo>
                  <a:cubicBezTo>
                    <a:pt x="5797" y="4583"/>
                    <a:pt x="5906" y="4503"/>
                    <a:pt x="5906" y="4370"/>
                  </a:cubicBezTo>
                  <a:lnTo>
                    <a:pt x="5906" y="3272"/>
                  </a:lnTo>
                  <a:cubicBezTo>
                    <a:pt x="5906" y="3368"/>
                    <a:pt x="5849" y="3454"/>
                    <a:pt x="5763" y="3482"/>
                  </a:cubicBezTo>
                  <a:cubicBezTo>
                    <a:pt x="5740" y="3489"/>
                    <a:pt x="5716" y="3492"/>
                    <a:pt x="5694" y="3492"/>
                  </a:cubicBezTo>
                  <a:cubicBezTo>
                    <a:pt x="5614" y="3492"/>
                    <a:pt x="5540" y="3454"/>
                    <a:pt x="5496" y="3387"/>
                  </a:cubicBezTo>
                  <a:cubicBezTo>
                    <a:pt x="5496" y="3377"/>
                    <a:pt x="4952" y="2900"/>
                    <a:pt x="4027" y="2004"/>
                  </a:cubicBezTo>
                  <a:cubicBezTo>
                    <a:pt x="3187" y="1183"/>
                    <a:pt x="1842" y="210"/>
                    <a:pt x="220" y="210"/>
                  </a:cubicBezTo>
                  <a:cubicBezTo>
                    <a:pt x="96" y="210"/>
                    <a:pt x="1" y="115"/>
                    <a:pt x="1"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6" name="Google Shape;11286;p64"/>
            <p:cNvSpPr/>
            <p:nvPr/>
          </p:nvSpPr>
          <p:spPr>
            <a:xfrm>
              <a:off x="3763601" y="1508000"/>
              <a:ext cx="45981" cy="343521"/>
            </a:xfrm>
            <a:custGeom>
              <a:avLst/>
              <a:gdLst/>
              <a:ahLst/>
              <a:cxnLst/>
              <a:rect l="l" t="t" r="r" b="b"/>
              <a:pathLst>
                <a:path w="1756" h="13119" extrusionOk="0">
                  <a:moveTo>
                    <a:pt x="219" y="1"/>
                  </a:moveTo>
                  <a:cubicBezTo>
                    <a:pt x="105" y="1"/>
                    <a:pt x="0" y="96"/>
                    <a:pt x="0" y="220"/>
                  </a:cubicBezTo>
                  <a:lnTo>
                    <a:pt x="0" y="12908"/>
                  </a:lnTo>
                  <a:cubicBezTo>
                    <a:pt x="0" y="13023"/>
                    <a:pt x="105" y="13118"/>
                    <a:pt x="219" y="13118"/>
                  </a:cubicBezTo>
                  <a:lnTo>
                    <a:pt x="1536" y="13118"/>
                  </a:lnTo>
                  <a:cubicBezTo>
                    <a:pt x="1650" y="13118"/>
                    <a:pt x="1755" y="13023"/>
                    <a:pt x="1755" y="12908"/>
                  </a:cubicBezTo>
                  <a:lnTo>
                    <a:pt x="1755" y="220"/>
                  </a:lnTo>
                  <a:cubicBezTo>
                    <a:pt x="1755" y="96"/>
                    <a:pt x="1650" y="1"/>
                    <a:pt x="1536" y="1"/>
                  </a:cubicBez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7" name="Google Shape;11287;p64"/>
            <p:cNvSpPr/>
            <p:nvPr/>
          </p:nvSpPr>
          <p:spPr>
            <a:xfrm>
              <a:off x="3763601" y="1823005"/>
              <a:ext cx="45981" cy="28515"/>
            </a:xfrm>
            <a:custGeom>
              <a:avLst/>
              <a:gdLst/>
              <a:ahLst/>
              <a:cxnLst/>
              <a:rect l="l" t="t" r="r" b="b"/>
              <a:pathLst>
                <a:path w="1756" h="1089" extrusionOk="0">
                  <a:moveTo>
                    <a:pt x="0" y="1"/>
                  </a:moveTo>
                  <a:lnTo>
                    <a:pt x="0" y="869"/>
                  </a:lnTo>
                  <a:cubicBezTo>
                    <a:pt x="0" y="993"/>
                    <a:pt x="105" y="1088"/>
                    <a:pt x="219" y="1088"/>
                  </a:cubicBezTo>
                  <a:lnTo>
                    <a:pt x="1536" y="1088"/>
                  </a:lnTo>
                  <a:cubicBezTo>
                    <a:pt x="1650" y="1088"/>
                    <a:pt x="1755" y="993"/>
                    <a:pt x="1755" y="869"/>
                  </a:cubicBezTo>
                  <a:lnTo>
                    <a:pt x="1755" y="1"/>
                  </a:lnTo>
                  <a:cubicBezTo>
                    <a:pt x="1755" y="115"/>
                    <a:pt x="1650" y="220"/>
                    <a:pt x="1536" y="220"/>
                  </a:cubicBezTo>
                  <a:lnTo>
                    <a:pt x="219" y="220"/>
                  </a:lnTo>
                  <a:cubicBezTo>
                    <a:pt x="105" y="220"/>
                    <a:pt x="0" y="115"/>
                    <a:pt x="0" y="1"/>
                  </a:cubicBez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8" name="Google Shape;11288;p64"/>
            <p:cNvSpPr/>
            <p:nvPr/>
          </p:nvSpPr>
          <p:spPr>
            <a:xfrm>
              <a:off x="3534508" y="1628399"/>
              <a:ext cx="46007" cy="102959"/>
            </a:xfrm>
            <a:custGeom>
              <a:avLst/>
              <a:gdLst/>
              <a:ahLst/>
              <a:cxnLst/>
              <a:rect l="l" t="t" r="r" b="b"/>
              <a:pathLst>
                <a:path w="1757" h="3932" extrusionOk="0">
                  <a:moveTo>
                    <a:pt x="1098" y="1"/>
                  </a:moveTo>
                  <a:cubicBezTo>
                    <a:pt x="497" y="1"/>
                    <a:pt x="1" y="488"/>
                    <a:pt x="1" y="1089"/>
                  </a:cubicBezTo>
                  <a:lnTo>
                    <a:pt x="1" y="2834"/>
                  </a:lnTo>
                  <a:cubicBezTo>
                    <a:pt x="1" y="3445"/>
                    <a:pt x="497" y="3931"/>
                    <a:pt x="1098" y="3931"/>
                  </a:cubicBezTo>
                  <a:lnTo>
                    <a:pt x="1537" y="3931"/>
                  </a:lnTo>
                  <a:cubicBezTo>
                    <a:pt x="1661" y="3931"/>
                    <a:pt x="1756" y="3836"/>
                    <a:pt x="1756" y="3712"/>
                  </a:cubicBezTo>
                  <a:lnTo>
                    <a:pt x="1756" y="211"/>
                  </a:lnTo>
                  <a:cubicBezTo>
                    <a:pt x="1756" y="96"/>
                    <a:pt x="1661" y="1"/>
                    <a:pt x="1537"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9" name="Google Shape;11289;p64"/>
            <p:cNvSpPr/>
            <p:nvPr/>
          </p:nvSpPr>
          <p:spPr>
            <a:xfrm>
              <a:off x="3534508" y="1633400"/>
              <a:ext cx="46007" cy="97958"/>
            </a:xfrm>
            <a:custGeom>
              <a:avLst/>
              <a:gdLst/>
              <a:ahLst/>
              <a:cxnLst/>
              <a:rect l="l" t="t" r="r" b="b"/>
              <a:pathLst>
                <a:path w="1757" h="3741" extrusionOk="0">
                  <a:moveTo>
                    <a:pt x="468" y="1"/>
                  </a:moveTo>
                  <a:lnTo>
                    <a:pt x="468" y="1"/>
                  </a:lnTo>
                  <a:cubicBezTo>
                    <a:pt x="182" y="211"/>
                    <a:pt x="1" y="545"/>
                    <a:pt x="1" y="898"/>
                  </a:cubicBezTo>
                  <a:lnTo>
                    <a:pt x="1" y="2643"/>
                  </a:lnTo>
                  <a:cubicBezTo>
                    <a:pt x="1" y="3254"/>
                    <a:pt x="497" y="3740"/>
                    <a:pt x="1098" y="3740"/>
                  </a:cubicBezTo>
                  <a:lnTo>
                    <a:pt x="1537" y="3740"/>
                  </a:lnTo>
                  <a:cubicBezTo>
                    <a:pt x="1661" y="3740"/>
                    <a:pt x="1756" y="3645"/>
                    <a:pt x="1756" y="3521"/>
                  </a:cubicBezTo>
                  <a:lnTo>
                    <a:pt x="1756" y="3082"/>
                  </a:lnTo>
                  <a:lnTo>
                    <a:pt x="1098" y="3082"/>
                  </a:lnTo>
                  <a:cubicBezTo>
                    <a:pt x="736" y="3082"/>
                    <a:pt x="440" y="2786"/>
                    <a:pt x="440" y="2433"/>
                  </a:cubicBezTo>
                  <a:lnTo>
                    <a:pt x="440" y="239"/>
                  </a:lnTo>
                  <a:cubicBezTo>
                    <a:pt x="440" y="163"/>
                    <a:pt x="449" y="77"/>
                    <a:pt x="468" y="1"/>
                  </a:cubicBez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0" name="Google Shape;11290;p64"/>
            <p:cNvSpPr/>
            <p:nvPr/>
          </p:nvSpPr>
          <p:spPr>
            <a:xfrm>
              <a:off x="3574728" y="1628163"/>
              <a:ext cx="57240" cy="103195"/>
            </a:xfrm>
            <a:custGeom>
              <a:avLst/>
              <a:gdLst/>
              <a:ahLst/>
              <a:cxnLst/>
              <a:rect l="l" t="t" r="r" b="b"/>
              <a:pathLst>
                <a:path w="2186" h="3941" extrusionOk="0">
                  <a:moveTo>
                    <a:pt x="1" y="0"/>
                  </a:moveTo>
                  <a:lnTo>
                    <a:pt x="1" y="3940"/>
                  </a:lnTo>
                  <a:lnTo>
                    <a:pt x="2186" y="3940"/>
                  </a:lnTo>
                  <a:lnTo>
                    <a:pt x="2186" y="0"/>
                  </a:lnTo>
                  <a:close/>
                </a:path>
              </a:pathLst>
            </a:custGeom>
            <a:solidFill>
              <a:srgbClr val="AEBE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1" name="Google Shape;11291;p64"/>
            <p:cNvSpPr/>
            <p:nvPr/>
          </p:nvSpPr>
          <p:spPr>
            <a:xfrm>
              <a:off x="3574728" y="1714102"/>
              <a:ext cx="57240" cy="17256"/>
            </a:xfrm>
            <a:custGeom>
              <a:avLst/>
              <a:gdLst/>
              <a:ahLst/>
              <a:cxnLst/>
              <a:rect l="l" t="t" r="r" b="b"/>
              <a:pathLst>
                <a:path w="2186" h="659" extrusionOk="0">
                  <a:moveTo>
                    <a:pt x="1" y="0"/>
                  </a:moveTo>
                  <a:lnTo>
                    <a:pt x="1" y="658"/>
                  </a:lnTo>
                  <a:lnTo>
                    <a:pt x="2186" y="658"/>
                  </a:lnTo>
                  <a:lnTo>
                    <a:pt x="2186" y="0"/>
                  </a:lnTo>
                  <a:close/>
                </a:path>
              </a:pathLst>
            </a:custGeom>
            <a:solidFill>
              <a:srgbClr val="96A7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2" name="Google Shape;11292;p64"/>
            <p:cNvSpPr/>
            <p:nvPr/>
          </p:nvSpPr>
          <p:spPr>
            <a:xfrm>
              <a:off x="3574728" y="1731332"/>
              <a:ext cx="57240" cy="91700"/>
            </a:xfrm>
            <a:custGeom>
              <a:avLst/>
              <a:gdLst/>
              <a:ahLst/>
              <a:cxnLst/>
              <a:rect l="l" t="t" r="r" b="b"/>
              <a:pathLst>
                <a:path w="2186" h="3502" extrusionOk="0">
                  <a:moveTo>
                    <a:pt x="1" y="0"/>
                  </a:moveTo>
                  <a:lnTo>
                    <a:pt x="1" y="3282"/>
                  </a:lnTo>
                  <a:cubicBezTo>
                    <a:pt x="1" y="3406"/>
                    <a:pt x="96" y="3502"/>
                    <a:pt x="220" y="3502"/>
                  </a:cubicBezTo>
                  <a:lnTo>
                    <a:pt x="1088" y="3502"/>
                  </a:lnTo>
                  <a:cubicBezTo>
                    <a:pt x="1193" y="3502"/>
                    <a:pt x="1279" y="3435"/>
                    <a:pt x="1308" y="3339"/>
                  </a:cubicBezTo>
                  <a:lnTo>
                    <a:pt x="2186" y="0"/>
                  </a:lnTo>
                  <a:close/>
                </a:path>
              </a:pathLst>
            </a:custGeom>
            <a:solidFill>
              <a:srgbClr val="ACBD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3" name="Google Shape;11293;p64"/>
            <p:cNvSpPr/>
            <p:nvPr/>
          </p:nvSpPr>
          <p:spPr>
            <a:xfrm>
              <a:off x="3870514" y="1674118"/>
              <a:ext cx="32496" cy="11521"/>
            </a:xfrm>
            <a:custGeom>
              <a:avLst/>
              <a:gdLst/>
              <a:ahLst/>
              <a:cxnLst/>
              <a:rect l="l" t="t" r="r" b="b"/>
              <a:pathLst>
                <a:path w="1241" h="440" extrusionOk="0">
                  <a:moveTo>
                    <a:pt x="296" y="1"/>
                  </a:moveTo>
                  <a:cubicBezTo>
                    <a:pt x="0" y="1"/>
                    <a:pt x="0" y="440"/>
                    <a:pt x="296" y="440"/>
                  </a:cubicBezTo>
                  <a:lnTo>
                    <a:pt x="954" y="440"/>
                  </a:lnTo>
                  <a:cubicBezTo>
                    <a:pt x="1240" y="440"/>
                    <a:pt x="1240" y="1"/>
                    <a:pt x="954" y="1"/>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4" name="Google Shape;11294;p64"/>
            <p:cNvSpPr/>
            <p:nvPr/>
          </p:nvSpPr>
          <p:spPr>
            <a:xfrm>
              <a:off x="3848781" y="1609493"/>
              <a:ext cx="27232" cy="23436"/>
            </a:xfrm>
            <a:custGeom>
              <a:avLst/>
              <a:gdLst/>
              <a:ahLst/>
              <a:cxnLst/>
              <a:rect l="l" t="t" r="r" b="b"/>
              <a:pathLst>
                <a:path w="1040" h="895" extrusionOk="0">
                  <a:moveTo>
                    <a:pt x="741" y="0"/>
                  </a:moveTo>
                  <a:cubicBezTo>
                    <a:pt x="695" y="0"/>
                    <a:pt x="646" y="17"/>
                    <a:pt x="601" y="55"/>
                  </a:cubicBezTo>
                  <a:lnTo>
                    <a:pt x="134" y="523"/>
                  </a:lnTo>
                  <a:cubicBezTo>
                    <a:pt x="0" y="656"/>
                    <a:pt x="96" y="885"/>
                    <a:pt x="286" y="895"/>
                  </a:cubicBezTo>
                  <a:cubicBezTo>
                    <a:pt x="353" y="895"/>
                    <a:pt x="401" y="866"/>
                    <a:pt x="449" y="828"/>
                  </a:cubicBezTo>
                  <a:lnTo>
                    <a:pt x="906" y="360"/>
                  </a:lnTo>
                  <a:cubicBezTo>
                    <a:pt x="1040" y="198"/>
                    <a:pt x="903" y="0"/>
                    <a:pt x="741" y="0"/>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5" name="Google Shape;11295;p64"/>
            <p:cNvSpPr/>
            <p:nvPr/>
          </p:nvSpPr>
          <p:spPr>
            <a:xfrm>
              <a:off x="3848231" y="1726618"/>
              <a:ext cx="27808" cy="23724"/>
            </a:xfrm>
            <a:custGeom>
              <a:avLst/>
              <a:gdLst/>
              <a:ahLst/>
              <a:cxnLst/>
              <a:rect l="l" t="t" r="r" b="b"/>
              <a:pathLst>
                <a:path w="1062" h="906" extrusionOk="0">
                  <a:moveTo>
                    <a:pt x="317" y="1"/>
                  </a:moveTo>
                  <a:cubicBezTo>
                    <a:pt x="146" y="1"/>
                    <a:pt x="0" y="219"/>
                    <a:pt x="155" y="381"/>
                  </a:cubicBezTo>
                  <a:lnTo>
                    <a:pt x="622" y="839"/>
                  </a:lnTo>
                  <a:cubicBezTo>
                    <a:pt x="660" y="886"/>
                    <a:pt x="718" y="905"/>
                    <a:pt x="775" y="905"/>
                  </a:cubicBezTo>
                  <a:cubicBezTo>
                    <a:pt x="966" y="905"/>
                    <a:pt x="1061" y="667"/>
                    <a:pt x="927" y="533"/>
                  </a:cubicBezTo>
                  <a:lnTo>
                    <a:pt x="470" y="66"/>
                  </a:lnTo>
                  <a:cubicBezTo>
                    <a:pt x="421" y="20"/>
                    <a:pt x="368" y="1"/>
                    <a:pt x="317" y="1"/>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96" name="Google Shape;11296;p64"/>
          <p:cNvGrpSpPr/>
          <p:nvPr/>
        </p:nvGrpSpPr>
        <p:grpSpPr>
          <a:xfrm>
            <a:off x="7131161" y="1349424"/>
            <a:ext cx="279054" cy="354754"/>
            <a:chOff x="7147436" y="1502999"/>
            <a:chExt cx="279054" cy="354754"/>
          </a:xfrm>
        </p:grpSpPr>
        <p:sp>
          <p:nvSpPr>
            <p:cNvPr id="11297" name="Google Shape;11297;p64"/>
            <p:cNvSpPr/>
            <p:nvPr/>
          </p:nvSpPr>
          <p:spPr>
            <a:xfrm>
              <a:off x="7147436" y="1745576"/>
              <a:ext cx="279054" cy="112177"/>
            </a:xfrm>
            <a:custGeom>
              <a:avLst/>
              <a:gdLst/>
              <a:ahLst/>
              <a:cxnLst/>
              <a:rect l="l" t="t" r="r" b="b"/>
              <a:pathLst>
                <a:path w="10657" h="4284" extrusionOk="0">
                  <a:moveTo>
                    <a:pt x="3234" y="0"/>
                  </a:moveTo>
                  <a:lnTo>
                    <a:pt x="954" y="668"/>
                  </a:lnTo>
                  <a:cubicBezTo>
                    <a:pt x="391" y="840"/>
                    <a:pt x="0" y="1355"/>
                    <a:pt x="0" y="1946"/>
                  </a:cubicBezTo>
                  <a:lnTo>
                    <a:pt x="0" y="3616"/>
                  </a:lnTo>
                  <a:cubicBezTo>
                    <a:pt x="0" y="3988"/>
                    <a:pt x="296" y="4284"/>
                    <a:pt x="668" y="4284"/>
                  </a:cubicBezTo>
                  <a:lnTo>
                    <a:pt x="9989" y="4284"/>
                  </a:lnTo>
                  <a:cubicBezTo>
                    <a:pt x="10361" y="4284"/>
                    <a:pt x="10656" y="3988"/>
                    <a:pt x="10656" y="3616"/>
                  </a:cubicBezTo>
                  <a:lnTo>
                    <a:pt x="10656" y="1946"/>
                  </a:lnTo>
                  <a:cubicBezTo>
                    <a:pt x="10656" y="1355"/>
                    <a:pt x="10265" y="840"/>
                    <a:pt x="9702" y="668"/>
                  </a:cubicBezTo>
                  <a:lnTo>
                    <a:pt x="7422" y="0"/>
                  </a:lnTo>
                  <a:lnTo>
                    <a:pt x="5696" y="1155"/>
                  </a:lnTo>
                  <a:cubicBezTo>
                    <a:pt x="5586" y="1226"/>
                    <a:pt x="5457" y="1262"/>
                    <a:pt x="5328" y="1262"/>
                  </a:cubicBezTo>
                  <a:cubicBezTo>
                    <a:pt x="5199" y="1262"/>
                    <a:pt x="5071" y="1226"/>
                    <a:pt x="4961" y="1155"/>
                  </a:cubicBezTo>
                  <a:lnTo>
                    <a:pt x="3234" y="0"/>
                  </a:ln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8" name="Google Shape;11298;p64"/>
            <p:cNvSpPr/>
            <p:nvPr/>
          </p:nvSpPr>
          <p:spPr>
            <a:xfrm>
              <a:off x="7187892" y="1694856"/>
              <a:ext cx="197618" cy="104688"/>
            </a:xfrm>
            <a:custGeom>
              <a:avLst/>
              <a:gdLst/>
              <a:ahLst/>
              <a:cxnLst/>
              <a:rect l="l" t="t" r="r" b="b"/>
              <a:pathLst>
                <a:path w="7547" h="3998" extrusionOk="0">
                  <a:moveTo>
                    <a:pt x="1336" y="1"/>
                  </a:moveTo>
                  <a:cubicBezTo>
                    <a:pt x="602" y="1"/>
                    <a:pt x="1" y="602"/>
                    <a:pt x="1" y="1336"/>
                  </a:cubicBezTo>
                  <a:cubicBezTo>
                    <a:pt x="1" y="2805"/>
                    <a:pt x="1193" y="3998"/>
                    <a:pt x="2662" y="3998"/>
                  </a:cubicBezTo>
                  <a:lnTo>
                    <a:pt x="4885" y="3998"/>
                  </a:lnTo>
                  <a:cubicBezTo>
                    <a:pt x="6354" y="3998"/>
                    <a:pt x="7547" y="2805"/>
                    <a:pt x="7547" y="1336"/>
                  </a:cubicBezTo>
                  <a:cubicBezTo>
                    <a:pt x="7547" y="602"/>
                    <a:pt x="6955" y="10"/>
                    <a:pt x="6221" y="1"/>
                  </a:cubicBezTo>
                  <a:close/>
                </a:path>
              </a:pathLst>
            </a:custGeom>
            <a:solidFill>
              <a:srgbClr val="ACBD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9" name="Google Shape;11299;p64"/>
            <p:cNvSpPr/>
            <p:nvPr/>
          </p:nvSpPr>
          <p:spPr>
            <a:xfrm>
              <a:off x="7206876" y="1712348"/>
              <a:ext cx="159912" cy="66274"/>
            </a:xfrm>
            <a:custGeom>
              <a:avLst/>
              <a:gdLst/>
              <a:ahLst/>
              <a:cxnLst/>
              <a:rect l="l" t="t" r="r" b="b"/>
              <a:pathLst>
                <a:path w="6107" h="2531" extrusionOk="0">
                  <a:moveTo>
                    <a:pt x="668" y="0"/>
                  </a:moveTo>
                  <a:cubicBezTo>
                    <a:pt x="191" y="0"/>
                    <a:pt x="1" y="630"/>
                    <a:pt x="401" y="897"/>
                  </a:cubicBezTo>
                  <a:lnTo>
                    <a:pt x="2691" y="2424"/>
                  </a:lnTo>
                  <a:cubicBezTo>
                    <a:pt x="2801" y="2495"/>
                    <a:pt x="2929" y="2531"/>
                    <a:pt x="3058" y="2531"/>
                  </a:cubicBezTo>
                  <a:cubicBezTo>
                    <a:pt x="3187" y="2531"/>
                    <a:pt x="3316" y="2495"/>
                    <a:pt x="3426" y="2424"/>
                  </a:cubicBezTo>
                  <a:lnTo>
                    <a:pt x="5715" y="897"/>
                  </a:lnTo>
                  <a:cubicBezTo>
                    <a:pt x="6106" y="630"/>
                    <a:pt x="5925" y="0"/>
                    <a:pt x="5438"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0" name="Google Shape;11300;p64"/>
            <p:cNvSpPr/>
            <p:nvPr/>
          </p:nvSpPr>
          <p:spPr>
            <a:xfrm>
              <a:off x="7232118" y="1700852"/>
              <a:ext cx="109689" cy="77769"/>
            </a:xfrm>
            <a:custGeom>
              <a:avLst/>
              <a:gdLst/>
              <a:ahLst/>
              <a:cxnLst/>
              <a:rect l="l" t="t" r="r" b="b"/>
              <a:pathLst>
                <a:path w="4189" h="2970" extrusionOk="0">
                  <a:moveTo>
                    <a:pt x="544" y="1"/>
                  </a:moveTo>
                  <a:lnTo>
                    <a:pt x="544" y="1050"/>
                  </a:lnTo>
                  <a:cubicBezTo>
                    <a:pt x="544" y="1346"/>
                    <a:pt x="344" y="1603"/>
                    <a:pt x="67" y="1689"/>
                  </a:cubicBezTo>
                  <a:lnTo>
                    <a:pt x="0" y="1708"/>
                  </a:lnTo>
                  <a:lnTo>
                    <a:pt x="1727" y="2863"/>
                  </a:lnTo>
                  <a:cubicBezTo>
                    <a:pt x="1837" y="2934"/>
                    <a:pt x="1965" y="2970"/>
                    <a:pt x="2094" y="2970"/>
                  </a:cubicBezTo>
                  <a:cubicBezTo>
                    <a:pt x="2223" y="2970"/>
                    <a:pt x="2352" y="2934"/>
                    <a:pt x="2462" y="2863"/>
                  </a:cubicBezTo>
                  <a:lnTo>
                    <a:pt x="4188" y="1708"/>
                  </a:lnTo>
                  <a:lnTo>
                    <a:pt x="4121" y="1689"/>
                  </a:lnTo>
                  <a:cubicBezTo>
                    <a:pt x="3845" y="1603"/>
                    <a:pt x="3644" y="1346"/>
                    <a:pt x="3644" y="1050"/>
                  </a:cubicBezTo>
                  <a:lnTo>
                    <a:pt x="3644"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1" name="Google Shape;11301;p64"/>
            <p:cNvSpPr/>
            <p:nvPr/>
          </p:nvSpPr>
          <p:spPr>
            <a:xfrm>
              <a:off x="7246101" y="1700852"/>
              <a:ext cx="81462" cy="23121"/>
            </a:xfrm>
            <a:custGeom>
              <a:avLst/>
              <a:gdLst/>
              <a:ahLst/>
              <a:cxnLst/>
              <a:rect l="l" t="t" r="r" b="b"/>
              <a:pathLst>
                <a:path w="3111" h="883" extrusionOk="0">
                  <a:moveTo>
                    <a:pt x="0" y="1"/>
                  </a:moveTo>
                  <a:lnTo>
                    <a:pt x="0" y="497"/>
                  </a:lnTo>
                  <a:cubicBezTo>
                    <a:pt x="487" y="754"/>
                    <a:pt x="1021" y="883"/>
                    <a:pt x="1555" y="883"/>
                  </a:cubicBezTo>
                  <a:cubicBezTo>
                    <a:pt x="2090" y="883"/>
                    <a:pt x="2624" y="754"/>
                    <a:pt x="3110" y="497"/>
                  </a:cubicBezTo>
                  <a:lnTo>
                    <a:pt x="3110"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2" name="Google Shape;11302;p64"/>
            <p:cNvSpPr/>
            <p:nvPr/>
          </p:nvSpPr>
          <p:spPr>
            <a:xfrm>
              <a:off x="7189149" y="1543716"/>
              <a:ext cx="190627" cy="168658"/>
            </a:xfrm>
            <a:custGeom>
              <a:avLst/>
              <a:gdLst/>
              <a:ahLst/>
              <a:cxnLst/>
              <a:rect l="l" t="t" r="r" b="b"/>
              <a:pathLst>
                <a:path w="7280" h="6441" extrusionOk="0">
                  <a:moveTo>
                    <a:pt x="6621" y="1"/>
                  </a:moveTo>
                  <a:lnTo>
                    <a:pt x="849" y="449"/>
                  </a:lnTo>
                  <a:lnTo>
                    <a:pt x="849" y="2672"/>
                  </a:lnTo>
                  <a:lnTo>
                    <a:pt x="735" y="2672"/>
                  </a:lnTo>
                  <a:cubicBezTo>
                    <a:pt x="0" y="2672"/>
                    <a:pt x="0" y="3779"/>
                    <a:pt x="735" y="3779"/>
                  </a:cubicBezTo>
                  <a:lnTo>
                    <a:pt x="859" y="3779"/>
                  </a:lnTo>
                  <a:cubicBezTo>
                    <a:pt x="973" y="5277"/>
                    <a:pt x="2223" y="6440"/>
                    <a:pt x="3730" y="6440"/>
                  </a:cubicBezTo>
                  <a:cubicBezTo>
                    <a:pt x="5238" y="6440"/>
                    <a:pt x="6488" y="5277"/>
                    <a:pt x="6602" y="3779"/>
                  </a:cubicBezTo>
                  <a:lnTo>
                    <a:pt x="6726" y="3779"/>
                  </a:lnTo>
                  <a:cubicBezTo>
                    <a:pt x="7031" y="3779"/>
                    <a:pt x="7279" y="3531"/>
                    <a:pt x="7279" y="3225"/>
                  </a:cubicBezTo>
                  <a:cubicBezTo>
                    <a:pt x="7279" y="2920"/>
                    <a:pt x="7031" y="2672"/>
                    <a:pt x="6726" y="2672"/>
                  </a:cubicBezTo>
                  <a:lnTo>
                    <a:pt x="6621" y="2672"/>
                  </a:lnTo>
                  <a:lnTo>
                    <a:pt x="6621"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3" name="Google Shape;11303;p64"/>
            <p:cNvSpPr/>
            <p:nvPr/>
          </p:nvSpPr>
          <p:spPr>
            <a:xfrm>
              <a:off x="7192893" y="1549713"/>
              <a:ext cx="146400" cy="162635"/>
            </a:xfrm>
            <a:custGeom>
              <a:avLst/>
              <a:gdLst/>
              <a:ahLst/>
              <a:cxnLst/>
              <a:rect l="l" t="t" r="r" b="b"/>
              <a:pathLst>
                <a:path w="5591" h="6211" extrusionOk="0">
                  <a:moveTo>
                    <a:pt x="5591" y="1"/>
                  </a:moveTo>
                  <a:lnTo>
                    <a:pt x="697" y="220"/>
                  </a:lnTo>
                  <a:lnTo>
                    <a:pt x="697" y="2443"/>
                  </a:lnTo>
                  <a:lnTo>
                    <a:pt x="621" y="2443"/>
                  </a:lnTo>
                  <a:cubicBezTo>
                    <a:pt x="614" y="2443"/>
                    <a:pt x="608" y="2443"/>
                    <a:pt x="601" y="2443"/>
                  </a:cubicBezTo>
                  <a:cubicBezTo>
                    <a:pt x="314" y="2443"/>
                    <a:pt x="76" y="2650"/>
                    <a:pt x="39" y="2939"/>
                  </a:cubicBezTo>
                  <a:cubicBezTo>
                    <a:pt x="0" y="3264"/>
                    <a:pt x="258" y="3550"/>
                    <a:pt x="592" y="3550"/>
                  </a:cubicBezTo>
                  <a:lnTo>
                    <a:pt x="706" y="3550"/>
                  </a:lnTo>
                  <a:cubicBezTo>
                    <a:pt x="810" y="5072"/>
                    <a:pt x="2090" y="6210"/>
                    <a:pt x="3566" y="6210"/>
                  </a:cubicBezTo>
                  <a:cubicBezTo>
                    <a:pt x="3718" y="6210"/>
                    <a:pt x="3871" y="6198"/>
                    <a:pt x="4026" y="6173"/>
                  </a:cubicBezTo>
                  <a:cubicBezTo>
                    <a:pt x="2624" y="5944"/>
                    <a:pt x="1594" y="4742"/>
                    <a:pt x="1594" y="3330"/>
                  </a:cubicBezTo>
                  <a:lnTo>
                    <a:pt x="1594" y="1556"/>
                  </a:lnTo>
                  <a:cubicBezTo>
                    <a:pt x="1594" y="1060"/>
                    <a:pt x="1994" y="659"/>
                    <a:pt x="2481" y="659"/>
                  </a:cubicBezTo>
                  <a:lnTo>
                    <a:pt x="5142" y="659"/>
                  </a:lnTo>
                  <a:cubicBezTo>
                    <a:pt x="5391" y="659"/>
                    <a:pt x="5591" y="459"/>
                    <a:pt x="5591" y="220"/>
                  </a:cubicBezTo>
                  <a:lnTo>
                    <a:pt x="5591"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4" name="Google Shape;11304;p64"/>
            <p:cNvSpPr/>
            <p:nvPr/>
          </p:nvSpPr>
          <p:spPr>
            <a:xfrm>
              <a:off x="7246101" y="1613604"/>
              <a:ext cx="11757" cy="17334"/>
            </a:xfrm>
            <a:custGeom>
              <a:avLst/>
              <a:gdLst/>
              <a:ahLst/>
              <a:cxnLst/>
              <a:rect l="l" t="t" r="r" b="b"/>
              <a:pathLst>
                <a:path w="449" h="662" extrusionOk="0">
                  <a:moveTo>
                    <a:pt x="225" y="1"/>
                  </a:moveTo>
                  <a:cubicBezTo>
                    <a:pt x="113" y="1"/>
                    <a:pt x="0" y="75"/>
                    <a:pt x="0" y="223"/>
                  </a:cubicBezTo>
                  <a:lnTo>
                    <a:pt x="0" y="442"/>
                  </a:lnTo>
                  <a:cubicBezTo>
                    <a:pt x="0" y="566"/>
                    <a:pt x="105" y="661"/>
                    <a:pt x="229" y="661"/>
                  </a:cubicBezTo>
                  <a:cubicBezTo>
                    <a:pt x="353" y="661"/>
                    <a:pt x="449" y="566"/>
                    <a:pt x="449" y="442"/>
                  </a:cubicBezTo>
                  <a:lnTo>
                    <a:pt x="449" y="223"/>
                  </a:lnTo>
                  <a:cubicBezTo>
                    <a:pt x="449" y="75"/>
                    <a:pt x="337" y="1"/>
                    <a:pt x="22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5" name="Google Shape;11305;p64"/>
            <p:cNvSpPr/>
            <p:nvPr/>
          </p:nvSpPr>
          <p:spPr>
            <a:xfrm>
              <a:off x="7316041" y="1613604"/>
              <a:ext cx="11521" cy="17334"/>
            </a:xfrm>
            <a:custGeom>
              <a:avLst/>
              <a:gdLst/>
              <a:ahLst/>
              <a:cxnLst/>
              <a:rect l="l" t="t" r="r" b="b"/>
              <a:pathLst>
                <a:path w="440" h="662" extrusionOk="0">
                  <a:moveTo>
                    <a:pt x="220" y="1"/>
                  </a:moveTo>
                  <a:cubicBezTo>
                    <a:pt x="110" y="1"/>
                    <a:pt x="1" y="75"/>
                    <a:pt x="1" y="223"/>
                  </a:cubicBezTo>
                  <a:lnTo>
                    <a:pt x="1" y="442"/>
                  </a:lnTo>
                  <a:cubicBezTo>
                    <a:pt x="1" y="566"/>
                    <a:pt x="96" y="661"/>
                    <a:pt x="220" y="661"/>
                  </a:cubicBezTo>
                  <a:cubicBezTo>
                    <a:pt x="344" y="661"/>
                    <a:pt x="439" y="566"/>
                    <a:pt x="439" y="442"/>
                  </a:cubicBezTo>
                  <a:lnTo>
                    <a:pt x="439" y="223"/>
                  </a:lnTo>
                  <a:cubicBezTo>
                    <a:pt x="439" y="75"/>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6" name="Google Shape;11306;p64"/>
            <p:cNvSpPr/>
            <p:nvPr/>
          </p:nvSpPr>
          <p:spPr>
            <a:xfrm>
              <a:off x="7238115" y="1593834"/>
              <a:ext cx="28097" cy="13878"/>
            </a:xfrm>
            <a:custGeom>
              <a:avLst/>
              <a:gdLst/>
              <a:ahLst/>
              <a:cxnLst/>
              <a:rect l="l" t="t" r="r" b="b"/>
              <a:pathLst>
                <a:path w="1073" h="530" extrusionOk="0">
                  <a:moveTo>
                    <a:pt x="759" y="1"/>
                  </a:moveTo>
                  <a:cubicBezTo>
                    <a:pt x="745" y="1"/>
                    <a:pt x="731" y="2"/>
                    <a:pt x="716" y="4"/>
                  </a:cubicBezTo>
                  <a:lnTo>
                    <a:pt x="267" y="90"/>
                  </a:lnTo>
                  <a:cubicBezTo>
                    <a:pt x="0" y="138"/>
                    <a:pt x="38" y="529"/>
                    <a:pt x="305" y="529"/>
                  </a:cubicBezTo>
                  <a:lnTo>
                    <a:pt x="353" y="529"/>
                  </a:lnTo>
                  <a:lnTo>
                    <a:pt x="792" y="443"/>
                  </a:lnTo>
                  <a:cubicBezTo>
                    <a:pt x="1072" y="389"/>
                    <a:pt x="1010" y="1"/>
                    <a:pt x="759"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7" name="Google Shape;11307;p64"/>
            <p:cNvSpPr/>
            <p:nvPr/>
          </p:nvSpPr>
          <p:spPr>
            <a:xfrm>
              <a:off x="7307767" y="1594044"/>
              <a:ext cx="27782" cy="13904"/>
            </a:xfrm>
            <a:custGeom>
              <a:avLst/>
              <a:gdLst/>
              <a:ahLst/>
              <a:cxnLst/>
              <a:rect l="l" t="t" r="r" b="b"/>
              <a:pathLst>
                <a:path w="1061" h="531" extrusionOk="0">
                  <a:moveTo>
                    <a:pt x="305" y="1"/>
                  </a:moveTo>
                  <a:cubicBezTo>
                    <a:pt x="60" y="1"/>
                    <a:pt x="0" y="391"/>
                    <a:pt x="269" y="445"/>
                  </a:cubicBezTo>
                  <a:lnTo>
                    <a:pt x="717" y="521"/>
                  </a:lnTo>
                  <a:lnTo>
                    <a:pt x="755" y="521"/>
                  </a:lnTo>
                  <a:lnTo>
                    <a:pt x="755" y="531"/>
                  </a:lnTo>
                  <a:cubicBezTo>
                    <a:pt x="1032" y="531"/>
                    <a:pt x="1061" y="140"/>
                    <a:pt x="803" y="92"/>
                  </a:cubicBezTo>
                  <a:lnTo>
                    <a:pt x="355" y="6"/>
                  </a:lnTo>
                  <a:cubicBezTo>
                    <a:pt x="337" y="3"/>
                    <a:pt x="321" y="1"/>
                    <a:pt x="305"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8" name="Google Shape;11308;p64"/>
            <p:cNvSpPr/>
            <p:nvPr/>
          </p:nvSpPr>
          <p:spPr>
            <a:xfrm>
              <a:off x="7211380" y="1502999"/>
              <a:ext cx="174392" cy="52501"/>
            </a:xfrm>
            <a:custGeom>
              <a:avLst/>
              <a:gdLst/>
              <a:ahLst/>
              <a:cxnLst/>
              <a:rect l="l" t="t" r="r" b="b"/>
              <a:pathLst>
                <a:path w="6660" h="2005" extrusionOk="0">
                  <a:moveTo>
                    <a:pt x="1994" y="1"/>
                  </a:moveTo>
                  <a:cubicBezTo>
                    <a:pt x="888" y="1"/>
                    <a:pt x="0" y="898"/>
                    <a:pt x="0" y="2004"/>
                  </a:cubicBezTo>
                  <a:lnTo>
                    <a:pt x="4656" y="2004"/>
                  </a:lnTo>
                  <a:cubicBezTo>
                    <a:pt x="5667" y="2004"/>
                    <a:pt x="6516" y="1251"/>
                    <a:pt x="6640" y="259"/>
                  </a:cubicBezTo>
                  <a:cubicBezTo>
                    <a:pt x="6659" y="125"/>
                    <a:pt x="6554" y="1"/>
                    <a:pt x="6421"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9" name="Google Shape;11309;p64"/>
            <p:cNvSpPr/>
            <p:nvPr/>
          </p:nvSpPr>
          <p:spPr>
            <a:xfrm>
              <a:off x="7257832" y="1502999"/>
              <a:ext cx="127940" cy="40744"/>
            </a:xfrm>
            <a:custGeom>
              <a:avLst/>
              <a:gdLst/>
              <a:ahLst/>
              <a:cxnLst/>
              <a:rect l="l" t="t" r="r" b="b"/>
              <a:pathLst>
                <a:path w="4886" h="1556" extrusionOk="0">
                  <a:moveTo>
                    <a:pt x="745" y="1"/>
                  </a:moveTo>
                  <a:cubicBezTo>
                    <a:pt x="430" y="259"/>
                    <a:pt x="192" y="602"/>
                    <a:pt x="77" y="993"/>
                  </a:cubicBezTo>
                  <a:cubicBezTo>
                    <a:pt x="1" y="1279"/>
                    <a:pt x="220" y="1556"/>
                    <a:pt x="506" y="1556"/>
                  </a:cubicBezTo>
                  <a:lnTo>
                    <a:pt x="4141" y="1556"/>
                  </a:lnTo>
                  <a:cubicBezTo>
                    <a:pt x="4542" y="1232"/>
                    <a:pt x="4809" y="764"/>
                    <a:pt x="4866" y="249"/>
                  </a:cubicBezTo>
                  <a:cubicBezTo>
                    <a:pt x="4885" y="115"/>
                    <a:pt x="4780" y="1"/>
                    <a:pt x="4647"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0" name="Google Shape;11310;p64"/>
            <p:cNvSpPr/>
            <p:nvPr/>
          </p:nvSpPr>
          <p:spPr>
            <a:xfrm>
              <a:off x="7252097" y="1782262"/>
              <a:ext cx="11521" cy="75491"/>
            </a:xfrm>
            <a:custGeom>
              <a:avLst/>
              <a:gdLst/>
              <a:ahLst/>
              <a:cxnLst/>
              <a:rect l="l" t="t" r="r" b="b"/>
              <a:pathLst>
                <a:path w="440" h="2883" extrusionOk="0">
                  <a:moveTo>
                    <a:pt x="235" y="1"/>
                  </a:moveTo>
                  <a:cubicBezTo>
                    <a:pt x="230" y="1"/>
                    <a:pt x="225" y="1"/>
                    <a:pt x="220" y="2"/>
                  </a:cubicBezTo>
                  <a:cubicBezTo>
                    <a:pt x="96" y="2"/>
                    <a:pt x="0" y="97"/>
                    <a:pt x="0" y="221"/>
                  </a:cubicBezTo>
                  <a:lnTo>
                    <a:pt x="0" y="2883"/>
                  </a:lnTo>
                  <a:lnTo>
                    <a:pt x="439" y="2883"/>
                  </a:lnTo>
                  <a:lnTo>
                    <a:pt x="439" y="221"/>
                  </a:lnTo>
                  <a:cubicBezTo>
                    <a:pt x="439" y="102"/>
                    <a:pt x="352" y="1"/>
                    <a:pt x="235"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1" name="Google Shape;11311;p64"/>
            <p:cNvSpPr/>
            <p:nvPr/>
          </p:nvSpPr>
          <p:spPr>
            <a:xfrm>
              <a:off x="7310045" y="1782262"/>
              <a:ext cx="11783" cy="75491"/>
            </a:xfrm>
            <a:custGeom>
              <a:avLst/>
              <a:gdLst/>
              <a:ahLst/>
              <a:cxnLst/>
              <a:rect l="l" t="t" r="r" b="b"/>
              <a:pathLst>
                <a:path w="450" h="2883" extrusionOk="0">
                  <a:moveTo>
                    <a:pt x="244" y="1"/>
                  </a:moveTo>
                  <a:cubicBezTo>
                    <a:pt x="239" y="1"/>
                    <a:pt x="235" y="1"/>
                    <a:pt x="230" y="2"/>
                  </a:cubicBezTo>
                  <a:cubicBezTo>
                    <a:pt x="106" y="2"/>
                    <a:pt x="1" y="97"/>
                    <a:pt x="1" y="221"/>
                  </a:cubicBezTo>
                  <a:lnTo>
                    <a:pt x="1" y="2883"/>
                  </a:lnTo>
                  <a:lnTo>
                    <a:pt x="449" y="2883"/>
                  </a:lnTo>
                  <a:lnTo>
                    <a:pt x="449" y="221"/>
                  </a:lnTo>
                  <a:cubicBezTo>
                    <a:pt x="449" y="102"/>
                    <a:pt x="353" y="1"/>
                    <a:pt x="244"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2" name="Google Shape;11312;p64"/>
            <p:cNvSpPr/>
            <p:nvPr/>
          </p:nvSpPr>
          <p:spPr>
            <a:xfrm>
              <a:off x="7260896" y="1654112"/>
              <a:ext cx="51872" cy="17570"/>
            </a:xfrm>
            <a:custGeom>
              <a:avLst/>
              <a:gdLst/>
              <a:ahLst/>
              <a:cxnLst/>
              <a:rect l="l" t="t" r="r" b="b"/>
              <a:pathLst>
                <a:path w="1981" h="671" extrusionOk="0">
                  <a:moveTo>
                    <a:pt x="331" y="0"/>
                  </a:moveTo>
                  <a:cubicBezTo>
                    <a:pt x="155" y="0"/>
                    <a:pt x="1" y="229"/>
                    <a:pt x="170" y="383"/>
                  </a:cubicBezTo>
                  <a:cubicBezTo>
                    <a:pt x="389" y="574"/>
                    <a:pt x="668" y="670"/>
                    <a:pt x="950" y="670"/>
                  </a:cubicBezTo>
                  <a:cubicBezTo>
                    <a:pt x="964" y="670"/>
                    <a:pt x="977" y="670"/>
                    <a:pt x="990" y="669"/>
                  </a:cubicBezTo>
                  <a:cubicBezTo>
                    <a:pt x="1004" y="670"/>
                    <a:pt x="1018" y="670"/>
                    <a:pt x="1032" y="670"/>
                  </a:cubicBezTo>
                  <a:cubicBezTo>
                    <a:pt x="1322" y="670"/>
                    <a:pt x="1592" y="574"/>
                    <a:pt x="1811" y="383"/>
                  </a:cubicBezTo>
                  <a:cubicBezTo>
                    <a:pt x="1980" y="229"/>
                    <a:pt x="1832" y="0"/>
                    <a:pt x="1658" y="0"/>
                  </a:cubicBezTo>
                  <a:cubicBezTo>
                    <a:pt x="1607" y="0"/>
                    <a:pt x="1554" y="20"/>
                    <a:pt x="1506" y="68"/>
                  </a:cubicBezTo>
                  <a:cubicBezTo>
                    <a:pt x="1353" y="173"/>
                    <a:pt x="1174" y="226"/>
                    <a:pt x="995" y="226"/>
                  </a:cubicBezTo>
                  <a:cubicBezTo>
                    <a:pt x="816" y="226"/>
                    <a:pt x="637" y="173"/>
                    <a:pt x="485" y="68"/>
                  </a:cubicBezTo>
                  <a:cubicBezTo>
                    <a:pt x="437" y="20"/>
                    <a:pt x="383" y="0"/>
                    <a:pt x="331"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13" name="Google Shape;11313;p64"/>
          <p:cNvGrpSpPr/>
          <p:nvPr/>
        </p:nvGrpSpPr>
        <p:grpSpPr>
          <a:xfrm>
            <a:off x="7586806" y="1819497"/>
            <a:ext cx="276802" cy="354807"/>
            <a:chOff x="7603081" y="1973072"/>
            <a:chExt cx="276802" cy="354807"/>
          </a:xfrm>
        </p:grpSpPr>
        <p:sp>
          <p:nvSpPr>
            <p:cNvPr id="11314" name="Google Shape;11314;p64"/>
            <p:cNvSpPr/>
            <p:nvPr/>
          </p:nvSpPr>
          <p:spPr>
            <a:xfrm>
              <a:off x="7603081" y="2189465"/>
              <a:ext cx="276802" cy="138414"/>
            </a:xfrm>
            <a:custGeom>
              <a:avLst/>
              <a:gdLst/>
              <a:ahLst/>
              <a:cxnLst/>
              <a:rect l="l" t="t" r="r" b="b"/>
              <a:pathLst>
                <a:path w="10571" h="5286" extrusionOk="0">
                  <a:moveTo>
                    <a:pt x="3081" y="1"/>
                  </a:moveTo>
                  <a:cubicBezTo>
                    <a:pt x="2967" y="1"/>
                    <a:pt x="2862" y="96"/>
                    <a:pt x="2862" y="220"/>
                  </a:cubicBezTo>
                  <a:lnTo>
                    <a:pt x="2862" y="1269"/>
                  </a:lnTo>
                  <a:cubicBezTo>
                    <a:pt x="2862" y="1565"/>
                    <a:pt x="2671" y="1823"/>
                    <a:pt x="2395" y="1909"/>
                  </a:cubicBezTo>
                  <a:lnTo>
                    <a:pt x="935" y="2357"/>
                  </a:lnTo>
                  <a:cubicBezTo>
                    <a:pt x="382" y="2529"/>
                    <a:pt x="0" y="3034"/>
                    <a:pt x="0" y="3616"/>
                  </a:cubicBezTo>
                  <a:lnTo>
                    <a:pt x="0" y="4627"/>
                  </a:lnTo>
                  <a:cubicBezTo>
                    <a:pt x="0" y="4990"/>
                    <a:pt x="296" y="5286"/>
                    <a:pt x="658" y="5286"/>
                  </a:cubicBezTo>
                  <a:lnTo>
                    <a:pt x="9912" y="5286"/>
                  </a:lnTo>
                  <a:cubicBezTo>
                    <a:pt x="10275" y="5286"/>
                    <a:pt x="10570" y="4990"/>
                    <a:pt x="10570" y="4627"/>
                  </a:cubicBezTo>
                  <a:lnTo>
                    <a:pt x="10570" y="3616"/>
                  </a:lnTo>
                  <a:cubicBezTo>
                    <a:pt x="10570" y="3034"/>
                    <a:pt x="10198" y="2529"/>
                    <a:pt x="9645" y="2357"/>
                  </a:cubicBezTo>
                  <a:lnTo>
                    <a:pt x="8176" y="1909"/>
                  </a:lnTo>
                  <a:cubicBezTo>
                    <a:pt x="7899" y="1823"/>
                    <a:pt x="7708" y="1565"/>
                    <a:pt x="7708" y="1269"/>
                  </a:cubicBezTo>
                  <a:lnTo>
                    <a:pt x="7708" y="220"/>
                  </a:lnTo>
                  <a:cubicBezTo>
                    <a:pt x="7708" y="96"/>
                    <a:pt x="7613" y="1"/>
                    <a:pt x="7489" y="1"/>
                  </a:cubicBezTo>
                  <a:close/>
                </a:path>
              </a:pathLst>
            </a:custGeom>
            <a:solidFill>
              <a:srgbClr val="D1D8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5" name="Google Shape;11315;p64"/>
            <p:cNvSpPr/>
            <p:nvPr/>
          </p:nvSpPr>
          <p:spPr>
            <a:xfrm>
              <a:off x="7666527" y="2189465"/>
              <a:ext cx="149909" cy="92197"/>
            </a:xfrm>
            <a:custGeom>
              <a:avLst/>
              <a:gdLst/>
              <a:ahLst/>
              <a:cxnLst/>
              <a:rect l="l" t="t" r="r" b="b"/>
              <a:pathLst>
                <a:path w="5725" h="3521" extrusionOk="0">
                  <a:moveTo>
                    <a:pt x="649" y="1"/>
                  </a:moveTo>
                  <a:cubicBezTo>
                    <a:pt x="525" y="1"/>
                    <a:pt x="429" y="96"/>
                    <a:pt x="429" y="220"/>
                  </a:cubicBezTo>
                  <a:lnTo>
                    <a:pt x="429" y="1269"/>
                  </a:lnTo>
                  <a:cubicBezTo>
                    <a:pt x="429" y="1556"/>
                    <a:pt x="258" y="1804"/>
                    <a:pt x="0" y="1899"/>
                  </a:cubicBezTo>
                  <a:cubicBezTo>
                    <a:pt x="344" y="2834"/>
                    <a:pt x="1488" y="3521"/>
                    <a:pt x="2862" y="3521"/>
                  </a:cubicBezTo>
                  <a:cubicBezTo>
                    <a:pt x="4226" y="3521"/>
                    <a:pt x="5390" y="2834"/>
                    <a:pt x="5724" y="1899"/>
                  </a:cubicBezTo>
                  <a:cubicBezTo>
                    <a:pt x="5457" y="1804"/>
                    <a:pt x="5276" y="1556"/>
                    <a:pt x="5276" y="1269"/>
                  </a:cubicBezTo>
                  <a:lnTo>
                    <a:pt x="5276" y="220"/>
                  </a:lnTo>
                  <a:cubicBezTo>
                    <a:pt x="5276" y="96"/>
                    <a:pt x="5180" y="1"/>
                    <a:pt x="5056" y="1"/>
                  </a:cubicBez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6" name="Google Shape;11316;p64"/>
            <p:cNvSpPr/>
            <p:nvPr/>
          </p:nvSpPr>
          <p:spPr>
            <a:xfrm>
              <a:off x="7679751" y="2189465"/>
              <a:ext cx="123698" cy="34564"/>
            </a:xfrm>
            <a:custGeom>
              <a:avLst/>
              <a:gdLst/>
              <a:ahLst/>
              <a:cxnLst/>
              <a:rect l="l" t="t" r="r" b="b"/>
              <a:pathLst>
                <a:path w="4724" h="1320" extrusionOk="0">
                  <a:moveTo>
                    <a:pt x="163" y="1"/>
                  </a:moveTo>
                  <a:cubicBezTo>
                    <a:pt x="96" y="1"/>
                    <a:pt x="39" y="20"/>
                    <a:pt x="1" y="67"/>
                  </a:cubicBezTo>
                  <a:cubicBezTo>
                    <a:pt x="568" y="902"/>
                    <a:pt x="1465" y="1319"/>
                    <a:pt x="2362" y="1319"/>
                  </a:cubicBezTo>
                  <a:cubicBezTo>
                    <a:pt x="3259" y="1319"/>
                    <a:pt x="4155" y="902"/>
                    <a:pt x="4723" y="67"/>
                  </a:cubicBezTo>
                  <a:cubicBezTo>
                    <a:pt x="4685" y="20"/>
                    <a:pt x="4628" y="1"/>
                    <a:pt x="4561"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7" name="Google Shape;11317;p64"/>
            <p:cNvSpPr/>
            <p:nvPr/>
          </p:nvSpPr>
          <p:spPr>
            <a:xfrm>
              <a:off x="7644532" y="2033585"/>
              <a:ext cx="189370" cy="155408"/>
            </a:xfrm>
            <a:custGeom>
              <a:avLst/>
              <a:gdLst/>
              <a:ahLst/>
              <a:cxnLst/>
              <a:rect l="l" t="t" r="r" b="b"/>
              <a:pathLst>
                <a:path w="7232" h="5935" extrusionOk="0">
                  <a:moveTo>
                    <a:pt x="850" y="1"/>
                  </a:moveTo>
                  <a:lnTo>
                    <a:pt x="850" y="2204"/>
                  </a:lnTo>
                  <a:lnTo>
                    <a:pt x="735" y="2204"/>
                  </a:lnTo>
                  <a:cubicBezTo>
                    <a:pt x="1" y="2204"/>
                    <a:pt x="1" y="3311"/>
                    <a:pt x="735" y="3311"/>
                  </a:cubicBezTo>
                  <a:lnTo>
                    <a:pt x="859" y="3311"/>
                  </a:lnTo>
                  <a:cubicBezTo>
                    <a:pt x="974" y="4790"/>
                    <a:pt x="2214" y="5935"/>
                    <a:pt x="3712" y="5935"/>
                  </a:cubicBezTo>
                  <a:cubicBezTo>
                    <a:pt x="5200" y="5935"/>
                    <a:pt x="6440" y="4790"/>
                    <a:pt x="6564" y="3311"/>
                  </a:cubicBezTo>
                  <a:lnTo>
                    <a:pt x="6679" y="3311"/>
                  </a:lnTo>
                  <a:cubicBezTo>
                    <a:pt x="6984" y="3311"/>
                    <a:pt x="7232" y="3063"/>
                    <a:pt x="7232" y="2758"/>
                  </a:cubicBezTo>
                  <a:cubicBezTo>
                    <a:pt x="7232" y="2452"/>
                    <a:pt x="6984" y="2204"/>
                    <a:pt x="6679" y="2204"/>
                  </a:cubicBezTo>
                  <a:lnTo>
                    <a:pt x="6574" y="2204"/>
                  </a:lnTo>
                  <a:lnTo>
                    <a:pt x="6574"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8" name="Google Shape;11318;p64"/>
            <p:cNvSpPr/>
            <p:nvPr/>
          </p:nvSpPr>
          <p:spPr>
            <a:xfrm>
              <a:off x="7701249" y="2092292"/>
              <a:ext cx="11521" cy="17020"/>
            </a:xfrm>
            <a:custGeom>
              <a:avLst/>
              <a:gdLst/>
              <a:ahLst/>
              <a:cxnLst/>
              <a:rect l="l" t="t" r="r" b="b"/>
              <a:pathLst>
                <a:path w="440" h="650" extrusionOk="0">
                  <a:moveTo>
                    <a:pt x="220" y="1"/>
                  </a:moveTo>
                  <a:cubicBezTo>
                    <a:pt x="115" y="1"/>
                    <a:pt x="10" y="67"/>
                    <a:pt x="0" y="201"/>
                  </a:cubicBezTo>
                  <a:lnTo>
                    <a:pt x="0" y="420"/>
                  </a:lnTo>
                  <a:cubicBezTo>
                    <a:pt x="0" y="544"/>
                    <a:pt x="96" y="649"/>
                    <a:pt x="220" y="649"/>
                  </a:cubicBezTo>
                  <a:cubicBezTo>
                    <a:pt x="334" y="640"/>
                    <a:pt x="439" y="544"/>
                    <a:pt x="439" y="420"/>
                  </a:cubicBezTo>
                  <a:lnTo>
                    <a:pt x="439" y="201"/>
                  </a:lnTo>
                  <a:cubicBezTo>
                    <a:pt x="430" y="67"/>
                    <a:pt x="325"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9" name="Google Shape;11319;p64"/>
            <p:cNvSpPr/>
            <p:nvPr/>
          </p:nvSpPr>
          <p:spPr>
            <a:xfrm>
              <a:off x="7770429" y="2092292"/>
              <a:ext cx="11521" cy="17020"/>
            </a:xfrm>
            <a:custGeom>
              <a:avLst/>
              <a:gdLst/>
              <a:ahLst/>
              <a:cxnLst/>
              <a:rect l="l" t="t" r="r" b="b"/>
              <a:pathLst>
                <a:path w="440" h="650" extrusionOk="0">
                  <a:moveTo>
                    <a:pt x="220" y="1"/>
                  </a:moveTo>
                  <a:cubicBezTo>
                    <a:pt x="115" y="1"/>
                    <a:pt x="10" y="67"/>
                    <a:pt x="1" y="201"/>
                  </a:cubicBezTo>
                  <a:lnTo>
                    <a:pt x="1" y="420"/>
                  </a:lnTo>
                  <a:cubicBezTo>
                    <a:pt x="1" y="544"/>
                    <a:pt x="96" y="640"/>
                    <a:pt x="220" y="649"/>
                  </a:cubicBezTo>
                  <a:cubicBezTo>
                    <a:pt x="344" y="640"/>
                    <a:pt x="440" y="544"/>
                    <a:pt x="440" y="420"/>
                  </a:cubicBezTo>
                  <a:lnTo>
                    <a:pt x="440" y="201"/>
                  </a:lnTo>
                  <a:cubicBezTo>
                    <a:pt x="430" y="67"/>
                    <a:pt x="325"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0" name="Google Shape;11320;p64"/>
            <p:cNvSpPr/>
            <p:nvPr/>
          </p:nvSpPr>
          <p:spPr>
            <a:xfrm>
              <a:off x="7693995" y="2074067"/>
              <a:ext cx="25766" cy="11495"/>
            </a:xfrm>
            <a:custGeom>
              <a:avLst/>
              <a:gdLst/>
              <a:ahLst/>
              <a:cxnLst/>
              <a:rect l="l" t="t" r="r" b="b"/>
              <a:pathLst>
                <a:path w="984" h="439" extrusionOk="0">
                  <a:moveTo>
                    <a:pt x="277" y="0"/>
                  </a:moveTo>
                  <a:cubicBezTo>
                    <a:pt x="1" y="19"/>
                    <a:pt x="1" y="420"/>
                    <a:pt x="277" y="439"/>
                  </a:cubicBezTo>
                  <a:lnTo>
                    <a:pt x="716" y="439"/>
                  </a:lnTo>
                  <a:cubicBezTo>
                    <a:pt x="983" y="420"/>
                    <a:pt x="983" y="19"/>
                    <a:pt x="7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1" name="Google Shape;11321;p64"/>
            <p:cNvSpPr/>
            <p:nvPr/>
          </p:nvSpPr>
          <p:spPr>
            <a:xfrm>
              <a:off x="7763202" y="2074067"/>
              <a:ext cx="25740" cy="11495"/>
            </a:xfrm>
            <a:custGeom>
              <a:avLst/>
              <a:gdLst/>
              <a:ahLst/>
              <a:cxnLst/>
              <a:rect l="l" t="t" r="r" b="b"/>
              <a:pathLst>
                <a:path w="983" h="439" extrusionOk="0">
                  <a:moveTo>
                    <a:pt x="277" y="0"/>
                  </a:moveTo>
                  <a:cubicBezTo>
                    <a:pt x="0" y="19"/>
                    <a:pt x="0" y="420"/>
                    <a:pt x="277" y="439"/>
                  </a:cubicBezTo>
                  <a:lnTo>
                    <a:pt x="716" y="439"/>
                  </a:lnTo>
                  <a:cubicBezTo>
                    <a:pt x="983" y="420"/>
                    <a:pt x="983" y="19"/>
                    <a:pt x="7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2" name="Google Shape;11322;p64"/>
            <p:cNvSpPr/>
            <p:nvPr/>
          </p:nvSpPr>
          <p:spPr>
            <a:xfrm>
              <a:off x="7647281" y="2033585"/>
              <a:ext cx="140430" cy="155879"/>
            </a:xfrm>
            <a:custGeom>
              <a:avLst/>
              <a:gdLst/>
              <a:ahLst/>
              <a:cxnLst/>
              <a:rect l="l" t="t" r="r" b="b"/>
              <a:pathLst>
                <a:path w="5363" h="5953" extrusionOk="0">
                  <a:moveTo>
                    <a:pt x="735" y="1"/>
                  </a:moveTo>
                  <a:lnTo>
                    <a:pt x="735" y="2204"/>
                  </a:lnTo>
                  <a:lnTo>
                    <a:pt x="649" y="2204"/>
                  </a:lnTo>
                  <a:cubicBezTo>
                    <a:pt x="392" y="2204"/>
                    <a:pt x="172" y="2367"/>
                    <a:pt x="96" y="2605"/>
                  </a:cubicBezTo>
                  <a:cubicBezTo>
                    <a:pt x="1" y="2958"/>
                    <a:pt x="258" y="3311"/>
                    <a:pt x="630" y="3311"/>
                  </a:cubicBezTo>
                  <a:lnTo>
                    <a:pt x="745" y="3311"/>
                  </a:lnTo>
                  <a:cubicBezTo>
                    <a:pt x="849" y="4816"/>
                    <a:pt x="2113" y="5952"/>
                    <a:pt x="3578" y="5952"/>
                  </a:cubicBezTo>
                  <a:cubicBezTo>
                    <a:pt x="3729" y="5952"/>
                    <a:pt x="3882" y="5940"/>
                    <a:pt x="4036" y="5915"/>
                  </a:cubicBezTo>
                  <a:cubicBezTo>
                    <a:pt x="2643" y="5696"/>
                    <a:pt x="1613" y="4494"/>
                    <a:pt x="1613" y="3092"/>
                  </a:cubicBezTo>
                  <a:lnTo>
                    <a:pt x="1613" y="1766"/>
                  </a:lnTo>
                  <a:cubicBezTo>
                    <a:pt x="1613" y="1155"/>
                    <a:pt x="2109" y="668"/>
                    <a:pt x="2720" y="668"/>
                  </a:cubicBezTo>
                  <a:lnTo>
                    <a:pt x="4923" y="668"/>
                  </a:lnTo>
                  <a:cubicBezTo>
                    <a:pt x="5162" y="668"/>
                    <a:pt x="5362" y="468"/>
                    <a:pt x="5362" y="230"/>
                  </a:cubicBezTo>
                  <a:lnTo>
                    <a:pt x="5362"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3" name="Google Shape;11323;p64"/>
            <p:cNvSpPr/>
            <p:nvPr/>
          </p:nvSpPr>
          <p:spPr>
            <a:xfrm>
              <a:off x="7652518" y="1983127"/>
              <a:ext cx="106206" cy="108694"/>
            </a:xfrm>
            <a:custGeom>
              <a:avLst/>
              <a:gdLst/>
              <a:ahLst/>
              <a:cxnLst/>
              <a:rect l="l" t="t" r="r" b="b"/>
              <a:pathLst>
                <a:path w="4056" h="4151" extrusionOk="0">
                  <a:moveTo>
                    <a:pt x="1861" y="1"/>
                  </a:moveTo>
                  <a:cubicBezTo>
                    <a:pt x="755" y="230"/>
                    <a:pt x="1" y="1260"/>
                    <a:pt x="115" y="2386"/>
                  </a:cubicBezTo>
                  <a:lnTo>
                    <a:pt x="306" y="4150"/>
                  </a:lnTo>
                  <a:lnTo>
                    <a:pt x="526" y="4150"/>
                  </a:lnTo>
                  <a:cubicBezTo>
                    <a:pt x="774" y="4141"/>
                    <a:pt x="964" y="3950"/>
                    <a:pt x="964" y="3702"/>
                  </a:cubicBezTo>
                  <a:lnTo>
                    <a:pt x="964" y="2815"/>
                  </a:lnTo>
                  <a:cubicBezTo>
                    <a:pt x="964" y="2452"/>
                    <a:pt x="1260" y="2157"/>
                    <a:pt x="1623" y="2157"/>
                  </a:cubicBezTo>
                  <a:lnTo>
                    <a:pt x="4055" y="2157"/>
                  </a:lnTo>
                  <a:lnTo>
                    <a:pt x="186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4" name="Google Shape;11324;p64"/>
            <p:cNvSpPr/>
            <p:nvPr/>
          </p:nvSpPr>
          <p:spPr>
            <a:xfrm>
              <a:off x="7678023" y="2126018"/>
              <a:ext cx="126919" cy="86463"/>
            </a:xfrm>
            <a:custGeom>
              <a:avLst/>
              <a:gdLst/>
              <a:ahLst/>
              <a:cxnLst/>
              <a:rect l="l" t="t" r="r" b="b"/>
              <a:pathLst>
                <a:path w="4847" h="3302" extrusionOk="0">
                  <a:moveTo>
                    <a:pt x="668" y="0"/>
                  </a:moveTo>
                  <a:cubicBezTo>
                    <a:pt x="296" y="0"/>
                    <a:pt x="0" y="296"/>
                    <a:pt x="0" y="659"/>
                  </a:cubicBezTo>
                  <a:lnTo>
                    <a:pt x="0" y="878"/>
                  </a:lnTo>
                  <a:cubicBezTo>
                    <a:pt x="0" y="2214"/>
                    <a:pt x="1088" y="3301"/>
                    <a:pt x="2423" y="3301"/>
                  </a:cubicBezTo>
                  <a:cubicBezTo>
                    <a:pt x="3768" y="3301"/>
                    <a:pt x="4846" y="2214"/>
                    <a:pt x="4846" y="878"/>
                  </a:cubicBezTo>
                  <a:lnTo>
                    <a:pt x="4846" y="659"/>
                  </a:lnTo>
                  <a:cubicBezTo>
                    <a:pt x="4846" y="296"/>
                    <a:pt x="4551" y="0"/>
                    <a:pt x="4188" y="0"/>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5" name="Google Shape;11325;p64"/>
            <p:cNvSpPr/>
            <p:nvPr/>
          </p:nvSpPr>
          <p:spPr>
            <a:xfrm>
              <a:off x="7715493" y="2142881"/>
              <a:ext cx="51165" cy="17701"/>
            </a:xfrm>
            <a:custGeom>
              <a:avLst/>
              <a:gdLst/>
              <a:ahLst/>
              <a:cxnLst/>
              <a:rect l="l" t="t" r="r" b="b"/>
              <a:pathLst>
                <a:path w="1954" h="676" extrusionOk="0">
                  <a:moveTo>
                    <a:pt x="323" y="0"/>
                  </a:moveTo>
                  <a:cubicBezTo>
                    <a:pt x="149" y="0"/>
                    <a:pt x="0" y="237"/>
                    <a:pt x="181" y="396"/>
                  </a:cubicBezTo>
                  <a:cubicBezTo>
                    <a:pt x="384" y="572"/>
                    <a:pt x="651" y="675"/>
                    <a:pt x="923" y="675"/>
                  </a:cubicBezTo>
                  <a:cubicBezTo>
                    <a:pt x="946" y="675"/>
                    <a:pt x="969" y="674"/>
                    <a:pt x="992" y="673"/>
                  </a:cubicBezTo>
                  <a:cubicBezTo>
                    <a:pt x="1015" y="674"/>
                    <a:pt x="1038" y="675"/>
                    <a:pt x="1061" y="675"/>
                  </a:cubicBezTo>
                  <a:cubicBezTo>
                    <a:pt x="1334" y="675"/>
                    <a:pt x="1601" y="572"/>
                    <a:pt x="1813" y="396"/>
                  </a:cubicBezTo>
                  <a:cubicBezTo>
                    <a:pt x="1954" y="233"/>
                    <a:pt x="1812" y="24"/>
                    <a:pt x="1643" y="24"/>
                  </a:cubicBezTo>
                  <a:cubicBezTo>
                    <a:pt x="1595" y="24"/>
                    <a:pt x="1545" y="41"/>
                    <a:pt x="1498" y="81"/>
                  </a:cubicBezTo>
                  <a:cubicBezTo>
                    <a:pt x="1345" y="186"/>
                    <a:pt x="1169" y="239"/>
                    <a:pt x="992" y="239"/>
                  </a:cubicBezTo>
                  <a:cubicBezTo>
                    <a:pt x="816" y="239"/>
                    <a:pt x="639" y="186"/>
                    <a:pt x="487" y="81"/>
                  </a:cubicBezTo>
                  <a:cubicBezTo>
                    <a:pt x="436" y="24"/>
                    <a:pt x="378" y="0"/>
                    <a:pt x="323"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6" name="Google Shape;11326;p64"/>
            <p:cNvSpPr/>
            <p:nvPr/>
          </p:nvSpPr>
          <p:spPr>
            <a:xfrm>
              <a:off x="7678023" y="2126018"/>
              <a:ext cx="78215" cy="86463"/>
            </a:xfrm>
            <a:custGeom>
              <a:avLst/>
              <a:gdLst/>
              <a:ahLst/>
              <a:cxnLst/>
              <a:rect l="l" t="t" r="r" b="b"/>
              <a:pathLst>
                <a:path w="2987" h="3302" extrusionOk="0">
                  <a:moveTo>
                    <a:pt x="668" y="0"/>
                  </a:moveTo>
                  <a:cubicBezTo>
                    <a:pt x="296" y="0"/>
                    <a:pt x="0" y="296"/>
                    <a:pt x="0" y="659"/>
                  </a:cubicBezTo>
                  <a:lnTo>
                    <a:pt x="0" y="878"/>
                  </a:lnTo>
                  <a:cubicBezTo>
                    <a:pt x="0" y="2247"/>
                    <a:pt x="1117" y="3301"/>
                    <a:pt x="2419" y="3301"/>
                  </a:cubicBezTo>
                  <a:cubicBezTo>
                    <a:pt x="2605" y="3301"/>
                    <a:pt x="2795" y="3280"/>
                    <a:pt x="2986" y="3234"/>
                  </a:cubicBezTo>
                  <a:cubicBezTo>
                    <a:pt x="1879" y="2986"/>
                    <a:pt x="1107" y="2004"/>
                    <a:pt x="1107" y="878"/>
                  </a:cubicBezTo>
                  <a:lnTo>
                    <a:pt x="1107" y="659"/>
                  </a:lnTo>
                  <a:cubicBezTo>
                    <a:pt x="1107" y="296"/>
                    <a:pt x="1402" y="0"/>
                    <a:pt x="176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7" name="Google Shape;11327;p64"/>
            <p:cNvSpPr/>
            <p:nvPr/>
          </p:nvSpPr>
          <p:spPr>
            <a:xfrm>
              <a:off x="7666030" y="1973072"/>
              <a:ext cx="164625" cy="118749"/>
            </a:xfrm>
            <a:custGeom>
              <a:avLst/>
              <a:gdLst/>
              <a:ahLst/>
              <a:cxnLst/>
              <a:rect l="l" t="t" r="r" b="b"/>
              <a:pathLst>
                <a:path w="6287" h="4535" extrusionOk="0">
                  <a:moveTo>
                    <a:pt x="123" y="1"/>
                  </a:moveTo>
                  <a:cubicBezTo>
                    <a:pt x="58" y="1"/>
                    <a:pt x="0" y="56"/>
                    <a:pt x="0" y="127"/>
                  </a:cubicBezTo>
                  <a:cubicBezTo>
                    <a:pt x="0" y="785"/>
                    <a:pt x="315" y="2541"/>
                    <a:pt x="3539" y="2541"/>
                  </a:cubicBezTo>
                  <a:lnTo>
                    <a:pt x="4646" y="2541"/>
                  </a:lnTo>
                  <a:cubicBezTo>
                    <a:pt x="5009" y="2541"/>
                    <a:pt x="5304" y="2836"/>
                    <a:pt x="5304" y="3199"/>
                  </a:cubicBezTo>
                  <a:lnTo>
                    <a:pt x="5304" y="4086"/>
                  </a:lnTo>
                  <a:cubicBezTo>
                    <a:pt x="5304" y="4325"/>
                    <a:pt x="5495" y="4525"/>
                    <a:pt x="5734" y="4525"/>
                  </a:cubicBezTo>
                  <a:lnTo>
                    <a:pt x="5963" y="4534"/>
                  </a:lnTo>
                  <a:lnTo>
                    <a:pt x="6153" y="2770"/>
                  </a:lnTo>
                  <a:cubicBezTo>
                    <a:pt x="6287" y="1463"/>
                    <a:pt x="5266" y="337"/>
                    <a:pt x="3959" y="337"/>
                  </a:cubicBezTo>
                  <a:lnTo>
                    <a:pt x="1784" y="337"/>
                  </a:lnTo>
                  <a:cubicBezTo>
                    <a:pt x="1221" y="337"/>
                    <a:pt x="573" y="251"/>
                    <a:pt x="191" y="22"/>
                  </a:cubicBezTo>
                  <a:cubicBezTo>
                    <a:pt x="169" y="7"/>
                    <a:pt x="146" y="1"/>
                    <a:pt x="123"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28" name="Google Shape;11328;p64"/>
          <p:cNvGrpSpPr/>
          <p:nvPr/>
        </p:nvGrpSpPr>
        <p:grpSpPr>
          <a:xfrm>
            <a:off x="6680517" y="1349424"/>
            <a:ext cx="276802" cy="354754"/>
            <a:chOff x="6696792" y="1502999"/>
            <a:chExt cx="276802" cy="354754"/>
          </a:xfrm>
        </p:grpSpPr>
        <p:sp>
          <p:nvSpPr>
            <p:cNvPr id="11329" name="Google Shape;11329;p64"/>
            <p:cNvSpPr/>
            <p:nvPr/>
          </p:nvSpPr>
          <p:spPr>
            <a:xfrm>
              <a:off x="6696792" y="1702345"/>
              <a:ext cx="276540" cy="155408"/>
            </a:xfrm>
            <a:custGeom>
              <a:avLst/>
              <a:gdLst/>
              <a:ahLst/>
              <a:cxnLst/>
              <a:rect l="l" t="t" r="r" b="b"/>
              <a:pathLst>
                <a:path w="10561" h="5935" extrusionOk="0">
                  <a:moveTo>
                    <a:pt x="3749" y="1"/>
                  </a:moveTo>
                  <a:lnTo>
                    <a:pt x="3749" y="1041"/>
                  </a:lnTo>
                  <a:cubicBezTo>
                    <a:pt x="3749" y="1336"/>
                    <a:pt x="3549" y="1594"/>
                    <a:pt x="3272" y="1680"/>
                  </a:cubicBezTo>
                  <a:lnTo>
                    <a:pt x="954" y="2357"/>
                  </a:lnTo>
                  <a:cubicBezTo>
                    <a:pt x="391" y="2519"/>
                    <a:pt x="0" y="3034"/>
                    <a:pt x="10" y="3626"/>
                  </a:cubicBezTo>
                  <a:lnTo>
                    <a:pt x="10" y="5276"/>
                  </a:lnTo>
                  <a:cubicBezTo>
                    <a:pt x="10" y="5639"/>
                    <a:pt x="296" y="5935"/>
                    <a:pt x="668" y="5935"/>
                  </a:cubicBezTo>
                  <a:lnTo>
                    <a:pt x="9903" y="5935"/>
                  </a:lnTo>
                  <a:cubicBezTo>
                    <a:pt x="10265" y="5935"/>
                    <a:pt x="10561" y="5639"/>
                    <a:pt x="10561" y="5276"/>
                  </a:cubicBezTo>
                  <a:lnTo>
                    <a:pt x="10561" y="3626"/>
                  </a:lnTo>
                  <a:cubicBezTo>
                    <a:pt x="10561" y="3034"/>
                    <a:pt x="10179" y="2529"/>
                    <a:pt x="9616" y="2357"/>
                  </a:cubicBezTo>
                  <a:lnTo>
                    <a:pt x="7308" y="1680"/>
                  </a:lnTo>
                  <a:cubicBezTo>
                    <a:pt x="7022" y="1594"/>
                    <a:pt x="6831" y="1336"/>
                    <a:pt x="6831" y="1041"/>
                  </a:cubicBezTo>
                  <a:lnTo>
                    <a:pt x="6831"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0" name="Google Shape;11330;p64"/>
            <p:cNvSpPr/>
            <p:nvPr/>
          </p:nvSpPr>
          <p:spPr>
            <a:xfrm>
              <a:off x="6697028" y="1747069"/>
              <a:ext cx="276566" cy="110684"/>
            </a:xfrm>
            <a:custGeom>
              <a:avLst/>
              <a:gdLst/>
              <a:ahLst/>
              <a:cxnLst/>
              <a:rect l="l" t="t" r="r" b="b"/>
              <a:pathLst>
                <a:path w="10562" h="4227" extrusionOk="0">
                  <a:moveTo>
                    <a:pt x="3168" y="0"/>
                  </a:moveTo>
                  <a:lnTo>
                    <a:pt x="945" y="649"/>
                  </a:lnTo>
                  <a:cubicBezTo>
                    <a:pt x="382" y="811"/>
                    <a:pt x="1" y="1326"/>
                    <a:pt x="1" y="1918"/>
                  </a:cubicBezTo>
                  <a:lnTo>
                    <a:pt x="1" y="3568"/>
                  </a:lnTo>
                  <a:cubicBezTo>
                    <a:pt x="1" y="3931"/>
                    <a:pt x="296" y="4227"/>
                    <a:pt x="659" y="4227"/>
                  </a:cubicBezTo>
                  <a:lnTo>
                    <a:pt x="9894" y="4227"/>
                  </a:lnTo>
                  <a:cubicBezTo>
                    <a:pt x="10266" y="4227"/>
                    <a:pt x="10561" y="3931"/>
                    <a:pt x="10561" y="3568"/>
                  </a:cubicBezTo>
                  <a:lnTo>
                    <a:pt x="10561" y="1918"/>
                  </a:lnTo>
                  <a:cubicBezTo>
                    <a:pt x="10552" y="1326"/>
                    <a:pt x="10170" y="811"/>
                    <a:pt x="9607" y="649"/>
                  </a:cubicBezTo>
                  <a:lnTo>
                    <a:pt x="7394" y="0"/>
                  </a:lnTo>
                  <a:cubicBezTo>
                    <a:pt x="7117" y="935"/>
                    <a:pt x="6259" y="1584"/>
                    <a:pt x="5276" y="1584"/>
                  </a:cubicBezTo>
                  <a:cubicBezTo>
                    <a:pt x="4303" y="1584"/>
                    <a:pt x="3435" y="935"/>
                    <a:pt x="3168"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1" name="Google Shape;11331;p64"/>
            <p:cNvSpPr/>
            <p:nvPr/>
          </p:nvSpPr>
          <p:spPr>
            <a:xfrm>
              <a:off x="6794960" y="1708106"/>
              <a:ext cx="80702" cy="22886"/>
            </a:xfrm>
            <a:custGeom>
              <a:avLst/>
              <a:gdLst/>
              <a:ahLst/>
              <a:cxnLst/>
              <a:rect l="l" t="t" r="r" b="b"/>
              <a:pathLst>
                <a:path w="3082" h="874" extrusionOk="0">
                  <a:moveTo>
                    <a:pt x="0" y="0"/>
                  </a:moveTo>
                  <a:lnTo>
                    <a:pt x="0" y="487"/>
                  </a:lnTo>
                  <a:cubicBezTo>
                    <a:pt x="482" y="744"/>
                    <a:pt x="1012" y="873"/>
                    <a:pt x="1541" y="873"/>
                  </a:cubicBezTo>
                  <a:cubicBezTo>
                    <a:pt x="2070" y="873"/>
                    <a:pt x="2600" y="744"/>
                    <a:pt x="3082" y="487"/>
                  </a:cubicBezTo>
                  <a:lnTo>
                    <a:pt x="3082"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2" name="Google Shape;11332;p64"/>
            <p:cNvSpPr/>
            <p:nvPr/>
          </p:nvSpPr>
          <p:spPr>
            <a:xfrm>
              <a:off x="6738243" y="1592944"/>
              <a:ext cx="189134" cy="124929"/>
            </a:xfrm>
            <a:custGeom>
              <a:avLst/>
              <a:gdLst/>
              <a:ahLst/>
              <a:cxnLst/>
              <a:rect l="l" t="t" r="r" b="b"/>
              <a:pathLst>
                <a:path w="7223" h="4771" extrusionOk="0">
                  <a:moveTo>
                    <a:pt x="850" y="0"/>
                  </a:moveTo>
                  <a:lnTo>
                    <a:pt x="850" y="1097"/>
                  </a:lnTo>
                  <a:lnTo>
                    <a:pt x="735" y="1097"/>
                  </a:lnTo>
                  <a:cubicBezTo>
                    <a:pt x="1" y="1097"/>
                    <a:pt x="1" y="2194"/>
                    <a:pt x="735" y="2194"/>
                  </a:cubicBezTo>
                  <a:lnTo>
                    <a:pt x="859" y="2194"/>
                  </a:lnTo>
                  <a:cubicBezTo>
                    <a:pt x="1002" y="3654"/>
                    <a:pt x="2233" y="4770"/>
                    <a:pt x="3702" y="4770"/>
                  </a:cubicBezTo>
                  <a:cubicBezTo>
                    <a:pt x="5171" y="4770"/>
                    <a:pt x="6402" y="3654"/>
                    <a:pt x="6555" y="2194"/>
                  </a:cubicBezTo>
                  <a:lnTo>
                    <a:pt x="6669" y="2194"/>
                  </a:lnTo>
                  <a:cubicBezTo>
                    <a:pt x="6974" y="2194"/>
                    <a:pt x="7222" y="1946"/>
                    <a:pt x="7222" y="1641"/>
                  </a:cubicBezTo>
                  <a:cubicBezTo>
                    <a:pt x="7222" y="1345"/>
                    <a:pt x="6974" y="1097"/>
                    <a:pt x="6669" y="1097"/>
                  </a:cubicBezTo>
                  <a:lnTo>
                    <a:pt x="6564" y="1097"/>
                  </a:lnTo>
                  <a:lnTo>
                    <a:pt x="6564"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3" name="Google Shape;11333;p64"/>
            <p:cNvSpPr/>
            <p:nvPr/>
          </p:nvSpPr>
          <p:spPr>
            <a:xfrm>
              <a:off x="6742249" y="1592944"/>
              <a:ext cx="144908" cy="126683"/>
            </a:xfrm>
            <a:custGeom>
              <a:avLst/>
              <a:gdLst/>
              <a:ahLst/>
              <a:cxnLst/>
              <a:rect l="l" t="t" r="r" b="b"/>
              <a:pathLst>
                <a:path w="5534" h="4838" extrusionOk="0">
                  <a:moveTo>
                    <a:pt x="697" y="0"/>
                  </a:moveTo>
                  <a:lnTo>
                    <a:pt x="697" y="1097"/>
                  </a:lnTo>
                  <a:lnTo>
                    <a:pt x="611" y="1097"/>
                  </a:lnTo>
                  <a:cubicBezTo>
                    <a:pt x="605" y="1097"/>
                    <a:pt x="598" y="1097"/>
                    <a:pt x="592" y="1097"/>
                  </a:cubicBezTo>
                  <a:cubicBezTo>
                    <a:pt x="314" y="1097"/>
                    <a:pt x="76" y="1304"/>
                    <a:pt x="39" y="1584"/>
                  </a:cubicBezTo>
                  <a:cubicBezTo>
                    <a:pt x="0" y="1908"/>
                    <a:pt x="258" y="2194"/>
                    <a:pt x="582" y="2194"/>
                  </a:cubicBezTo>
                  <a:lnTo>
                    <a:pt x="706" y="2194"/>
                  </a:lnTo>
                  <a:cubicBezTo>
                    <a:pt x="821" y="3683"/>
                    <a:pt x="2061" y="4827"/>
                    <a:pt x="3549" y="4837"/>
                  </a:cubicBezTo>
                  <a:lnTo>
                    <a:pt x="3549" y="4608"/>
                  </a:lnTo>
                  <a:cubicBezTo>
                    <a:pt x="2490" y="4169"/>
                    <a:pt x="1794" y="3129"/>
                    <a:pt x="1794" y="1975"/>
                  </a:cubicBezTo>
                  <a:lnTo>
                    <a:pt x="1794" y="1756"/>
                  </a:lnTo>
                  <a:cubicBezTo>
                    <a:pt x="1794" y="1145"/>
                    <a:pt x="2280" y="659"/>
                    <a:pt x="2891" y="659"/>
                  </a:cubicBezTo>
                  <a:lnTo>
                    <a:pt x="5095" y="659"/>
                  </a:lnTo>
                  <a:cubicBezTo>
                    <a:pt x="5333" y="659"/>
                    <a:pt x="5534" y="458"/>
                    <a:pt x="5534" y="220"/>
                  </a:cubicBezTo>
                  <a:lnTo>
                    <a:pt x="553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4" name="Google Shape;11334;p64"/>
            <p:cNvSpPr/>
            <p:nvPr/>
          </p:nvSpPr>
          <p:spPr>
            <a:xfrm>
              <a:off x="6702291" y="1503129"/>
              <a:ext cx="266066" cy="95575"/>
            </a:xfrm>
            <a:custGeom>
              <a:avLst/>
              <a:gdLst/>
              <a:ahLst/>
              <a:cxnLst/>
              <a:rect l="l" t="t" r="r" b="b"/>
              <a:pathLst>
                <a:path w="10161" h="3650" extrusionOk="0">
                  <a:moveTo>
                    <a:pt x="5075" y="1"/>
                  </a:moveTo>
                  <a:cubicBezTo>
                    <a:pt x="4989" y="1"/>
                    <a:pt x="4904" y="25"/>
                    <a:pt x="4827" y="72"/>
                  </a:cubicBezTo>
                  <a:lnTo>
                    <a:pt x="181" y="3249"/>
                  </a:lnTo>
                  <a:cubicBezTo>
                    <a:pt x="0" y="3364"/>
                    <a:pt x="76" y="3640"/>
                    <a:pt x="296" y="3650"/>
                  </a:cubicBezTo>
                  <a:lnTo>
                    <a:pt x="9864" y="3650"/>
                  </a:lnTo>
                  <a:cubicBezTo>
                    <a:pt x="10074" y="3640"/>
                    <a:pt x="10160" y="3364"/>
                    <a:pt x="9979" y="3249"/>
                  </a:cubicBezTo>
                  <a:lnTo>
                    <a:pt x="5323" y="72"/>
                  </a:lnTo>
                  <a:cubicBezTo>
                    <a:pt x="5247" y="25"/>
                    <a:pt x="5161" y="1"/>
                    <a:pt x="5075"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5" name="Google Shape;11335;p64"/>
            <p:cNvSpPr/>
            <p:nvPr/>
          </p:nvSpPr>
          <p:spPr>
            <a:xfrm>
              <a:off x="6787209" y="1621669"/>
              <a:ext cx="26997" cy="11521"/>
            </a:xfrm>
            <a:custGeom>
              <a:avLst/>
              <a:gdLst/>
              <a:ahLst/>
              <a:cxnLst/>
              <a:rect l="l" t="t" r="r" b="b"/>
              <a:pathLst>
                <a:path w="1031" h="440" extrusionOk="0">
                  <a:moveTo>
                    <a:pt x="296" y="0"/>
                  </a:moveTo>
                  <a:cubicBezTo>
                    <a:pt x="1" y="0"/>
                    <a:pt x="1" y="439"/>
                    <a:pt x="296" y="439"/>
                  </a:cubicBezTo>
                  <a:lnTo>
                    <a:pt x="735" y="439"/>
                  </a:lnTo>
                  <a:cubicBezTo>
                    <a:pt x="1031" y="439"/>
                    <a:pt x="1031" y="0"/>
                    <a:pt x="73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6" name="Google Shape;11336;p64"/>
            <p:cNvSpPr/>
            <p:nvPr/>
          </p:nvSpPr>
          <p:spPr>
            <a:xfrm>
              <a:off x="6856416" y="1621669"/>
              <a:ext cx="26735" cy="11521"/>
            </a:xfrm>
            <a:custGeom>
              <a:avLst/>
              <a:gdLst/>
              <a:ahLst/>
              <a:cxnLst/>
              <a:rect l="l" t="t" r="r" b="b"/>
              <a:pathLst>
                <a:path w="1021" h="440" extrusionOk="0">
                  <a:moveTo>
                    <a:pt x="286" y="0"/>
                  </a:moveTo>
                  <a:cubicBezTo>
                    <a:pt x="0" y="0"/>
                    <a:pt x="0" y="439"/>
                    <a:pt x="286" y="439"/>
                  </a:cubicBezTo>
                  <a:lnTo>
                    <a:pt x="735" y="439"/>
                  </a:lnTo>
                  <a:cubicBezTo>
                    <a:pt x="1021" y="439"/>
                    <a:pt x="1021" y="0"/>
                    <a:pt x="73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7" name="Google Shape;11337;p64"/>
            <p:cNvSpPr/>
            <p:nvPr/>
          </p:nvSpPr>
          <p:spPr>
            <a:xfrm>
              <a:off x="6702291" y="1502999"/>
              <a:ext cx="136660" cy="95706"/>
            </a:xfrm>
            <a:custGeom>
              <a:avLst/>
              <a:gdLst/>
              <a:ahLst/>
              <a:cxnLst/>
              <a:rect l="l" t="t" r="r" b="b"/>
              <a:pathLst>
                <a:path w="5219" h="3655" extrusionOk="0">
                  <a:moveTo>
                    <a:pt x="5083" y="1"/>
                  </a:moveTo>
                  <a:cubicBezTo>
                    <a:pt x="4993" y="1"/>
                    <a:pt x="4904" y="26"/>
                    <a:pt x="4827" y="77"/>
                  </a:cubicBezTo>
                  <a:lnTo>
                    <a:pt x="181" y="3254"/>
                  </a:lnTo>
                  <a:cubicBezTo>
                    <a:pt x="0" y="3369"/>
                    <a:pt x="76" y="3645"/>
                    <a:pt x="296" y="3655"/>
                  </a:cubicBezTo>
                  <a:lnTo>
                    <a:pt x="3196" y="3655"/>
                  </a:lnTo>
                  <a:cubicBezTo>
                    <a:pt x="3100" y="3655"/>
                    <a:pt x="3062" y="3369"/>
                    <a:pt x="3139" y="3235"/>
                  </a:cubicBezTo>
                  <a:lnTo>
                    <a:pt x="5218" y="20"/>
                  </a:lnTo>
                  <a:cubicBezTo>
                    <a:pt x="5174" y="7"/>
                    <a:pt x="5128" y="1"/>
                    <a:pt x="5083"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8" name="Google Shape;11338;p64"/>
            <p:cNvSpPr/>
            <p:nvPr/>
          </p:nvSpPr>
          <p:spPr>
            <a:xfrm>
              <a:off x="6748979" y="1598679"/>
              <a:ext cx="23017" cy="25766"/>
            </a:xfrm>
            <a:custGeom>
              <a:avLst/>
              <a:gdLst/>
              <a:ahLst/>
              <a:cxnLst/>
              <a:rect l="l" t="t" r="r" b="b"/>
              <a:pathLst>
                <a:path w="879" h="984" extrusionOk="0">
                  <a:moveTo>
                    <a:pt x="1" y="1"/>
                  </a:moveTo>
                  <a:lnTo>
                    <a:pt x="1" y="983"/>
                  </a:lnTo>
                  <a:lnTo>
                    <a:pt x="306" y="945"/>
                  </a:lnTo>
                  <a:cubicBezTo>
                    <a:pt x="631" y="907"/>
                    <a:pt x="879" y="630"/>
                    <a:pt x="879" y="296"/>
                  </a:cubicBezTo>
                  <a:lnTo>
                    <a:pt x="879"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9" name="Google Shape;11339;p64"/>
            <p:cNvSpPr/>
            <p:nvPr/>
          </p:nvSpPr>
          <p:spPr>
            <a:xfrm>
              <a:off x="6898626" y="1598679"/>
              <a:ext cx="23017" cy="25766"/>
            </a:xfrm>
            <a:custGeom>
              <a:avLst/>
              <a:gdLst/>
              <a:ahLst/>
              <a:cxnLst/>
              <a:rect l="l" t="t" r="r" b="b"/>
              <a:pathLst>
                <a:path w="879" h="984" extrusionOk="0">
                  <a:moveTo>
                    <a:pt x="0" y="1"/>
                  </a:moveTo>
                  <a:lnTo>
                    <a:pt x="0" y="296"/>
                  </a:lnTo>
                  <a:cubicBezTo>
                    <a:pt x="0" y="630"/>
                    <a:pt x="248" y="907"/>
                    <a:pt x="573" y="945"/>
                  </a:cubicBezTo>
                  <a:lnTo>
                    <a:pt x="878" y="983"/>
                  </a:lnTo>
                  <a:lnTo>
                    <a:pt x="878"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0" name="Google Shape;11340;p64"/>
            <p:cNvSpPr/>
            <p:nvPr/>
          </p:nvSpPr>
          <p:spPr>
            <a:xfrm>
              <a:off x="6812189" y="1667624"/>
              <a:ext cx="45981" cy="17256"/>
            </a:xfrm>
            <a:custGeom>
              <a:avLst/>
              <a:gdLst/>
              <a:ahLst/>
              <a:cxnLst/>
              <a:rect l="l" t="t" r="r" b="b"/>
              <a:pathLst>
                <a:path w="1756" h="659" extrusionOk="0">
                  <a:moveTo>
                    <a:pt x="1" y="1"/>
                  </a:moveTo>
                  <a:lnTo>
                    <a:pt x="1" y="220"/>
                  </a:lnTo>
                  <a:cubicBezTo>
                    <a:pt x="1" y="468"/>
                    <a:pt x="201" y="659"/>
                    <a:pt x="439" y="659"/>
                  </a:cubicBezTo>
                  <a:lnTo>
                    <a:pt x="1317" y="659"/>
                  </a:lnTo>
                  <a:cubicBezTo>
                    <a:pt x="1565" y="659"/>
                    <a:pt x="1756" y="468"/>
                    <a:pt x="1756" y="220"/>
                  </a:cubicBezTo>
                  <a:lnTo>
                    <a:pt x="1756"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1" name="Google Shape;11341;p64"/>
            <p:cNvSpPr/>
            <p:nvPr/>
          </p:nvSpPr>
          <p:spPr>
            <a:xfrm>
              <a:off x="6794960" y="1661889"/>
              <a:ext cx="80702" cy="34617"/>
            </a:xfrm>
            <a:custGeom>
              <a:avLst/>
              <a:gdLst/>
              <a:ahLst/>
              <a:cxnLst/>
              <a:rect l="l" t="t" r="r" b="b"/>
              <a:pathLst>
                <a:path w="3082" h="1322" extrusionOk="0">
                  <a:moveTo>
                    <a:pt x="659" y="0"/>
                  </a:moveTo>
                  <a:cubicBezTo>
                    <a:pt x="296" y="0"/>
                    <a:pt x="0" y="296"/>
                    <a:pt x="0" y="659"/>
                  </a:cubicBezTo>
                  <a:lnTo>
                    <a:pt x="0" y="1107"/>
                  </a:lnTo>
                  <a:cubicBezTo>
                    <a:pt x="0" y="1250"/>
                    <a:pt x="110" y="1322"/>
                    <a:pt x="220" y="1322"/>
                  </a:cubicBezTo>
                  <a:cubicBezTo>
                    <a:pt x="329" y="1322"/>
                    <a:pt x="439" y="1250"/>
                    <a:pt x="439" y="1107"/>
                  </a:cubicBezTo>
                  <a:lnTo>
                    <a:pt x="439" y="888"/>
                  </a:lnTo>
                  <a:cubicBezTo>
                    <a:pt x="439" y="764"/>
                    <a:pt x="535" y="668"/>
                    <a:pt x="659" y="668"/>
                  </a:cubicBezTo>
                  <a:lnTo>
                    <a:pt x="878" y="668"/>
                  </a:lnTo>
                  <a:cubicBezTo>
                    <a:pt x="1021" y="668"/>
                    <a:pt x="1155" y="620"/>
                    <a:pt x="1269" y="535"/>
                  </a:cubicBezTo>
                  <a:cubicBezTo>
                    <a:pt x="1345" y="477"/>
                    <a:pt x="1441" y="449"/>
                    <a:pt x="1546" y="449"/>
                  </a:cubicBezTo>
                  <a:cubicBezTo>
                    <a:pt x="1641" y="449"/>
                    <a:pt x="1737" y="477"/>
                    <a:pt x="1813" y="535"/>
                  </a:cubicBezTo>
                  <a:cubicBezTo>
                    <a:pt x="1927" y="620"/>
                    <a:pt x="2061" y="668"/>
                    <a:pt x="2204" y="668"/>
                  </a:cubicBezTo>
                  <a:lnTo>
                    <a:pt x="2423" y="668"/>
                  </a:lnTo>
                  <a:cubicBezTo>
                    <a:pt x="2547" y="668"/>
                    <a:pt x="2643" y="764"/>
                    <a:pt x="2643" y="888"/>
                  </a:cubicBezTo>
                  <a:lnTo>
                    <a:pt x="2643" y="1107"/>
                  </a:lnTo>
                  <a:cubicBezTo>
                    <a:pt x="2643" y="1250"/>
                    <a:pt x="2753" y="1322"/>
                    <a:pt x="2862" y="1322"/>
                  </a:cubicBezTo>
                  <a:cubicBezTo>
                    <a:pt x="2972" y="1322"/>
                    <a:pt x="3082" y="1250"/>
                    <a:pt x="3082" y="1107"/>
                  </a:cubicBezTo>
                  <a:lnTo>
                    <a:pt x="3082" y="659"/>
                  </a:lnTo>
                  <a:cubicBezTo>
                    <a:pt x="3082" y="296"/>
                    <a:pt x="2786" y="0"/>
                    <a:pt x="2423"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2" name="Google Shape;11342;p64"/>
            <p:cNvSpPr/>
            <p:nvPr/>
          </p:nvSpPr>
          <p:spPr>
            <a:xfrm>
              <a:off x="6823920" y="1702345"/>
              <a:ext cx="22519" cy="46007"/>
            </a:xfrm>
            <a:custGeom>
              <a:avLst/>
              <a:gdLst/>
              <a:ahLst/>
              <a:cxnLst/>
              <a:rect l="l" t="t" r="r" b="b"/>
              <a:pathLst>
                <a:path w="860" h="1757" extrusionOk="0">
                  <a:moveTo>
                    <a:pt x="410" y="0"/>
                  </a:moveTo>
                  <a:cubicBezTo>
                    <a:pt x="285" y="0"/>
                    <a:pt x="180" y="83"/>
                    <a:pt x="144" y="201"/>
                  </a:cubicBezTo>
                  <a:lnTo>
                    <a:pt x="49" y="487"/>
                  </a:lnTo>
                  <a:cubicBezTo>
                    <a:pt x="10" y="602"/>
                    <a:pt x="1" y="716"/>
                    <a:pt x="30" y="831"/>
                  </a:cubicBezTo>
                  <a:lnTo>
                    <a:pt x="173" y="1546"/>
                  </a:lnTo>
                  <a:cubicBezTo>
                    <a:pt x="192" y="1670"/>
                    <a:pt x="306" y="1756"/>
                    <a:pt x="430" y="1756"/>
                  </a:cubicBezTo>
                  <a:cubicBezTo>
                    <a:pt x="564" y="1756"/>
                    <a:pt x="669" y="1670"/>
                    <a:pt x="697" y="1546"/>
                  </a:cubicBezTo>
                  <a:lnTo>
                    <a:pt x="840" y="831"/>
                  </a:lnTo>
                  <a:cubicBezTo>
                    <a:pt x="860" y="716"/>
                    <a:pt x="850" y="602"/>
                    <a:pt x="812" y="487"/>
                  </a:cubicBezTo>
                  <a:lnTo>
                    <a:pt x="716" y="201"/>
                  </a:lnTo>
                  <a:cubicBezTo>
                    <a:pt x="678" y="77"/>
                    <a:pt x="564" y="1"/>
                    <a:pt x="430" y="1"/>
                  </a:cubicBezTo>
                  <a:cubicBezTo>
                    <a:pt x="423" y="0"/>
                    <a:pt x="417" y="0"/>
                    <a:pt x="41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3" name="Google Shape;11343;p64"/>
            <p:cNvSpPr/>
            <p:nvPr/>
          </p:nvSpPr>
          <p:spPr>
            <a:xfrm>
              <a:off x="6757986" y="1747069"/>
              <a:ext cx="154649" cy="110684"/>
            </a:xfrm>
            <a:custGeom>
              <a:avLst/>
              <a:gdLst/>
              <a:ahLst/>
              <a:cxnLst/>
              <a:rect l="l" t="t" r="r" b="b"/>
              <a:pathLst>
                <a:path w="5906" h="4227" extrusionOk="0">
                  <a:moveTo>
                    <a:pt x="840" y="0"/>
                  </a:moveTo>
                  <a:lnTo>
                    <a:pt x="0" y="248"/>
                  </a:lnTo>
                  <a:cubicBezTo>
                    <a:pt x="315" y="1355"/>
                    <a:pt x="1231" y="2185"/>
                    <a:pt x="2366" y="2414"/>
                  </a:cubicBezTo>
                  <a:cubicBezTo>
                    <a:pt x="2576" y="2452"/>
                    <a:pt x="2729" y="2633"/>
                    <a:pt x="2729" y="2843"/>
                  </a:cubicBezTo>
                  <a:lnTo>
                    <a:pt x="2729" y="4227"/>
                  </a:lnTo>
                  <a:lnTo>
                    <a:pt x="3168" y="4227"/>
                  </a:lnTo>
                  <a:lnTo>
                    <a:pt x="3168" y="2843"/>
                  </a:lnTo>
                  <a:cubicBezTo>
                    <a:pt x="3168" y="2633"/>
                    <a:pt x="3320" y="2452"/>
                    <a:pt x="3521" y="2414"/>
                  </a:cubicBezTo>
                  <a:cubicBezTo>
                    <a:pt x="4665" y="2195"/>
                    <a:pt x="5581" y="1355"/>
                    <a:pt x="5906" y="248"/>
                  </a:cubicBezTo>
                  <a:lnTo>
                    <a:pt x="5066" y="0"/>
                  </a:lnTo>
                  <a:cubicBezTo>
                    <a:pt x="4789" y="935"/>
                    <a:pt x="3931" y="1584"/>
                    <a:pt x="2948" y="1584"/>
                  </a:cubicBezTo>
                  <a:cubicBezTo>
                    <a:pt x="1975" y="1584"/>
                    <a:pt x="1107" y="935"/>
                    <a:pt x="84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344" name="Google Shape;11344;p64"/>
          <p:cNvSpPr/>
          <p:nvPr/>
        </p:nvSpPr>
        <p:spPr>
          <a:xfrm>
            <a:off x="6344511" y="1501824"/>
            <a:ext cx="23017" cy="26264"/>
          </a:xfrm>
          <a:custGeom>
            <a:avLst/>
            <a:gdLst/>
            <a:ahLst/>
            <a:cxnLst/>
            <a:rect l="l" t="t" r="r" b="b"/>
            <a:pathLst>
              <a:path w="879" h="1003" extrusionOk="0">
                <a:moveTo>
                  <a:pt x="879" y="1"/>
                </a:moveTo>
                <a:cubicBezTo>
                  <a:pt x="583" y="1"/>
                  <a:pt x="287" y="49"/>
                  <a:pt x="1" y="125"/>
                </a:cubicBezTo>
                <a:lnTo>
                  <a:pt x="1" y="1003"/>
                </a:lnTo>
                <a:cubicBezTo>
                  <a:pt x="220" y="611"/>
                  <a:pt x="516" y="278"/>
                  <a:pt x="879"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345" name="Google Shape;11345;p64"/>
          <p:cNvGrpSpPr/>
          <p:nvPr/>
        </p:nvGrpSpPr>
        <p:grpSpPr>
          <a:xfrm>
            <a:off x="6207118" y="1349424"/>
            <a:ext cx="320295" cy="354754"/>
            <a:chOff x="6223393" y="1502999"/>
            <a:chExt cx="320295" cy="354754"/>
          </a:xfrm>
        </p:grpSpPr>
        <p:sp>
          <p:nvSpPr>
            <p:cNvPr id="11346" name="Google Shape;11346;p64"/>
            <p:cNvSpPr/>
            <p:nvPr/>
          </p:nvSpPr>
          <p:spPr>
            <a:xfrm>
              <a:off x="6246384" y="1691871"/>
              <a:ext cx="274550" cy="165882"/>
            </a:xfrm>
            <a:custGeom>
              <a:avLst/>
              <a:gdLst/>
              <a:ahLst/>
              <a:cxnLst/>
              <a:rect l="l" t="t" r="r" b="b"/>
              <a:pathLst>
                <a:path w="10485" h="6335" extrusionOk="0">
                  <a:moveTo>
                    <a:pt x="3712" y="0"/>
                  </a:moveTo>
                  <a:lnTo>
                    <a:pt x="3712" y="1040"/>
                  </a:lnTo>
                  <a:cubicBezTo>
                    <a:pt x="3712" y="1326"/>
                    <a:pt x="3521" y="1584"/>
                    <a:pt x="3244" y="1670"/>
                  </a:cubicBezTo>
                  <a:lnTo>
                    <a:pt x="936" y="2347"/>
                  </a:lnTo>
                  <a:cubicBezTo>
                    <a:pt x="382" y="2509"/>
                    <a:pt x="1" y="3015"/>
                    <a:pt x="1" y="3597"/>
                  </a:cubicBezTo>
                  <a:lnTo>
                    <a:pt x="1" y="5686"/>
                  </a:lnTo>
                  <a:cubicBezTo>
                    <a:pt x="1" y="6039"/>
                    <a:pt x="296" y="6335"/>
                    <a:pt x="659" y="6335"/>
                  </a:cubicBezTo>
                  <a:lnTo>
                    <a:pt x="9827" y="6335"/>
                  </a:lnTo>
                  <a:cubicBezTo>
                    <a:pt x="10189" y="6335"/>
                    <a:pt x="10485" y="6039"/>
                    <a:pt x="10485" y="5686"/>
                  </a:cubicBezTo>
                  <a:lnTo>
                    <a:pt x="10485" y="3606"/>
                  </a:lnTo>
                  <a:cubicBezTo>
                    <a:pt x="10485" y="3015"/>
                    <a:pt x="10103" y="2509"/>
                    <a:pt x="9541" y="2347"/>
                  </a:cubicBezTo>
                  <a:lnTo>
                    <a:pt x="7241" y="1660"/>
                  </a:lnTo>
                  <a:cubicBezTo>
                    <a:pt x="6965" y="1584"/>
                    <a:pt x="6774" y="1326"/>
                    <a:pt x="6774" y="1040"/>
                  </a:cubicBezTo>
                  <a:lnTo>
                    <a:pt x="6774"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7" name="Google Shape;11347;p64"/>
            <p:cNvSpPr/>
            <p:nvPr/>
          </p:nvSpPr>
          <p:spPr>
            <a:xfrm>
              <a:off x="6223393" y="1709101"/>
              <a:ext cx="320295" cy="97199"/>
            </a:xfrm>
            <a:custGeom>
              <a:avLst/>
              <a:gdLst/>
              <a:ahLst/>
              <a:cxnLst/>
              <a:rect l="l" t="t" r="r" b="b"/>
              <a:pathLst>
                <a:path w="12232" h="3712" extrusionOk="0">
                  <a:moveTo>
                    <a:pt x="1317" y="0"/>
                  </a:moveTo>
                  <a:cubicBezTo>
                    <a:pt x="592" y="0"/>
                    <a:pt x="1" y="582"/>
                    <a:pt x="1" y="1307"/>
                  </a:cubicBezTo>
                  <a:lnTo>
                    <a:pt x="1" y="2834"/>
                  </a:lnTo>
                  <a:cubicBezTo>
                    <a:pt x="1" y="3320"/>
                    <a:pt x="392" y="3711"/>
                    <a:pt x="879" y="3711"/>
                  </a:cubicBezTo>
                  <a:lnTo>
                    <a:pt x="11363" y="3711"/>
                  </a:lnTo>
                  <a:cubicBezTo>
                    <a:pt x="11840" y="3711"/>
                    <a:pt x="12231" y="3320"/>
                    <a:pt x="12231" y="2834"/>
                  </a:cubicBezTo>
                  <a:lnTo>
                    <a:pt x="12231" y="1307"/>
                  </a:lnTo>
                  <a:cubicBezTo>
                    <a:pt x="12231" y="582"/>
                    <a:pt x="11649" y="0"/>
                    <a:pt x="10924" y="0"/>
                  </a:cubicBezTo>
                  <a:lnTo>
                    <a:pt x="10848" y="0"/>
                  </a:lnTo>
                  <a:cubicBezTo>
                    <a:pt x="10619" y="0"/>
                    <a:pt x="10390" y="77"/>
                    <a:pt x="10199" y="210"/>
                  </a:cubicBezTo>
                  <a:lnTo>
                    <a:pt x="9903" y="430"/>
                  </a:lnTo>
                  <a:cubicBezTo>
                    <a:pt x="9713" y="573"/>
                    <a:pt x="9484" y="649"/>
                    <a:pt x="9255" y="649"/>
                  </a:cubicBezTo>
                  <a:lnTo>
                    <a:pt x="8873" y="649"/>
                  </a:lnTo>
                  <a:cubicBezTo>
                    <a:pt x="8797" y="649"/>
                    <a:pt x="8720" y="697"/>
                    <a:pt x="8682" y="773"/>
                  </a:cubicBezTo>
                  <a:cubicBezTo>
                    <a:pt x="8167" y="1708"/>
                    <a:pt x="7366" y="2471"/>
                    <a:pt x="6393" y="2939"/>
                  </a:cubicBezTo>
                  <a:cubicBezTo>
                    <a:pt x="6307" y="2977"/>
                    <a:pt x="6214" y="2996"/>
                    <a:pt x="6120" y="2996"/>
                  </a:cubicBezTo>
                  <a:cubicBezTo>
                    <a:pt x="6025" y="2996"/>
                    <a:pt x="5930" y="2977"/>
                    <a:pt x="5839" y="2939"/>
                  </a:cubicBezTo>
                  <a:cubicBezTo>
                    <a:pt x="4876" y="2471"/>
                    <a:pt x="4074" y="1718"/>
                    <a:pt x="3559" y="773"/>
                  </a:cubicBezTo>
                  <a:cubicBezTo>
                    <a:pt x="3521" y="697"/>
                    <a:pt x="3445" y="649"/>
                    <a:pt x="3369" y="649"/>
                  </a:cubicBezTo>
                  <a:lnTo>
                    <a:pt x="2987" y="649"/>
                  </a:lnTo>
                  <a:cubicBezTo>
                    <a:pt x="2758" y="649"/>
                    <a:pt x="2529" y="573"/>
                    <a:pt x="2338" y="439"/>
                  </a:cubicBezTo>
                  <a:lnTo>
                    <a:pt x="2042" y="220"/>
                  </a:lnTo>
                  <a:cubicBezTo>
                    <a:pt x="1852" y="77"/>
                    <a:pt x="1623" y="0"/>
                    <a:pt x="1384"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8" name="Google Shape;11348;p64"/>
            <p:cNvSpPr/>
            <p:nvPr/>
          </p:nvSpPr>
          <p:spPr>
            <a:xfrm>
              <a:off x="6292103" y="1724576"/>
              <a:ext cx="183138" cy="133177"/>
            </a:xfrm>
            <a:custGeom>
              <a:avLst/>
              <a:gdLst/>
              <a:ahLst/>
              <a:cxnLst/>
              <a:rect l="l" t="t" r="r" b="b"/>
              <a:pathLst>
                <a:path w="6994" h="5086" extrusionOk="0">
                  <a:moveTo>
                    <a:pt x="0" y="1"/>
                  </a:moveTo>
                  <a:lnTo>
                    <a:pt x="0" y="5086"/>
                  </a:lnTo>
                  <a:lnTo>
                    <a:pt x="6993" y="5086"/>
                  </a:lnTo>
                  <a:lnTo>
                    <a:pt x="6993" y="1"/>
                  </a:lnTo>
                  <a:cubicBezTo>
                    <a:pt x="6879" y="39"/>
                    <a:pt x="6755" y="58"/>
                    <a:pt x="6621" y="58"/>
                  </a:cubicBezTo>
                  <a:lnTo>
                    <a:pt x="6249" y="58"/>
                  </a:lnTo>
                  <a:cubicBezTo>
                    <a:pt x="6173" y="58"/>
                    <a:pt x="6096" y="106"/>
                    <a:pt x="6058" y="182"/>
                  </a:cubicBezTo>
                  <a:cubicBezTo>
                    <a:pt x="5543" y="1127"/>
                    <a:pt x="4742" y="1880"/>
                    <a:pt x="3769" y="2348"/>
                  </a:cubicBezTo>
                  <a:cubicBezTo>
                    <a:pt x="3683" y="2391"/>
                    <a:pt x="3590" y="2412"/>
                    <a:pt x="3496" y="2412"/>
                  </a:cubicBezTo>
                  <a:cubicBezTo>
                    <a:pt x="3401" y="2412"/>
                    <a:pt x="3306" y="2391"/>
                    <a:pt x="3215" y="2348"/>
                  </a:cubicBezTo>
                  <a:cubicBezTo>
                    <a:pt x="2252" y="1880"/>
                    <a:pt x="1450" y="1127"/>
                    <a:pt x="935" y="182"/>
                  </a:cubicBezTo>
                  <a:cubicBezTo>
                    <a:pt x="897" y="106"/>
                    <a:pt x="821" y="58"/>
                    <a:pt x="745" y="58"/>
                  </a:cubicBezTo>
                  <a:lnTo>
                    <a:pt x="363" y="58"/>
                  </a:lnTo>
                  <a:cubicBezTo>
                    <a:pt x="248" y="58"/>
                    <a:pt x="124" y="39"/>
                    <a:pt x="0"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9" name="Google Shape;11349;p64"/>
            <p:cNvSpPr/>
            <p:nvPr/>
          </p:nvSpPr>
          <p:spPr>
            <a:xfrm>
              <a:off x="6343556" y="1691871"/>
              <a:ext cx="80205" cy="22886"/>
            </a:xfrm>
            <a:custGeom>
              <a:avLst/>
              <a:gdLst/>
              <a:ahLst/>
              <a:cxnLst/>
              <a:rect l="l" t="t" r="r" b="b"/>
              <a:pathLst>
                <a:path w="3063" h="874" extrusionOk="0">
                  <a:moveTo>
                    <a:pt x="1" y="0"/>
                  </a:moveTo>
                  <a:lnTo>
                    <a:pt x="1" y="487"/>
                  </a:lnTo>
                  <a:cubicBezTo>
                    <a:pt x="478" y="744"/>
                    <a:pt x="1002" y="873"/>
                    <a:pt x="1528" y="873"/>
                  </a:cubicBezTo>
                  <a:cubicBezTo>
                    <a:pt x="2054" y="873"/>
                    <a:pt x="2581" y="744"/>
                    <a:pt x="3063" y="487"/>
                  </a:cubicBezTo>
                  <a:lnTo>
                    <a:pt x="3063"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0" name="Google Shape;11350;p64"/>
            <p:cNvSpPr/>
            <p:nvPr/>
          </p:nvSpPr>
          <p:spPr>
            <a:xfrm>
              <a:off x="6287363" y="1588938"/>
              <a:ext cx="192355" cy="114428"/>
            </a:xfrm>
            <a:custGeom>
              <a:avLst/>
              <a:gdLst/>
              <a:ahLst/>
              <a:cxnLst/>
              <a:rect l="l" t="t" r="r" b="b"/>
              <a:pathLst>
                <a:path w="7346" h="4370" extrusionOk="0">
                  <a:moveTo>
                    <a:pt x="840" y="1"/>
                  </a:moveTo>
                  <a:lnTo>
                    <a:pt x="840" y="659"/>
                  </a:lnTo>
                  <a:lnTo>
                    <a:pt x="725" y="659"/>
                  </a:lnTo>
                  <a:cubicBezTo>
                    <a:pt x="0" y="659"/>
                    <a:pt x="0" y="1746"/>
                    <a:pt x="725" y="1746"/>
                  </a:cubicBezTo>
                  <a:lnTo>
                    <a:pt x="840" y="1746"/>
                  </a:lnTo>
                  <a:cubicBezTo>
                    <a:pt x="954" y="3225"/>
                    <a:pt x="2194" y="4370"/>
                    <a:pt x="3673" y="4370"/>
                  </a:cubicBezTo>
                  <a:cubicBezTo>
                    <a:pt x="5152" y="4370"/>
                    <a:pt x="6392" y="3225"/>
                    <a:pt x="6506" y="1746"/>
                  </a:cubicBezTo>
                  <a:lnTo>
                    <a:pt x="6621" y="1746"/>
                  </a:lnTo>
                  <a:cubicBezTo>
                    <a:pt x="7343" y="1746"/>
                    <a:pt x="7346" y="659"/>
                    <a:pt x="6630" y="659"/>
                  </a:cubicBezTo>
                  <a:cubicBezTo>
                    <a:pt x="6627" y="659"/>
                    <a:pt x="6624" y="659"/>
                    <a:pt x="6621" y="659"/>
                  </a:cubicBezTo>
                  <a:lnTo>
                    <a:pt x="6516" y="659"/>
                  </a:lnTo>
                  <a:lnTo>
                    <a:pt x="6516"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1" name="Google Shape;11351;p64"/>
            <p:cNvSpPr/>
            <p:nvPr/>
          </p:nvSpPr>
          <p:spPr>
            <a:xfrm>
              <a:off x="6289851" y="1588938"/>
              <a:ext cx="156665" cy="114428"/>
            </a:xfrm>
            <a:custGeom>
              <a:avLst/>
              <a:gdLst/>
              <a:ahLst/>
              <a:cxnLst/>
              <a:rect l="l" t="t" r="r" b="b"/>
              <a:pathLst>
                <a:path w="5983" h="4370" extrusionOk="0">
                  <a:moveTo>
                    <a:pt x="735" y="1"/>
                  </a:moveTo>
                  <a:lnTo>
                    <a:pt x="735" y="649"/>
                  </a:lnTo>
                  <a:lnTo>
                    <a:pt x="649" y="649"/>
                  </a:lnTo>
                  <a:cubicBezTo>
                    <a:pt x="392" y="649"/>
                    <a:pt x="172" y="812"/>
                    <a:pt x="105" y="1050"/>
                  </a:cubicBezTo>
                  <a:cubicBezTo>
                    <a:pt x="1" y="1403"/>
                    <a:pt x="268" y="1746"/>
                    <a:pt x="630" y="1746"/>
                  </a:cubicBezTo>
                  <a:lnTo>
                    <a:pt x="745" y="1746"/>
                  </a:lnTo>
                  <a:cubicBezTo>
                    <a:pt x="848" y="3242"/>
                    <a:pt x="2103" y="4369"/>
                    <a:pt x="3559" y="4369"/>
                  </a:cubicBezTo>
                  <a:cubicBezTo>
                    <a:pt x="3710" y="4369"/>
                    <a:pt x="3863" y="4357"/>
                    <a:pt x="4017" y="4332"/>
                  </a:cubicBezTo>
                  <a:cubicBezTo>
                    <a:pt x="2634" y="4112"/>
                    <a:pt x="1622" y="2920"/>
                    <a:pt x="1622" y="1527"/>
                  </a:cubicBezTo>
                  <a:cubicBezTo>
                    <a:pt x="1622" y="1050"/>
                    <a:pt x="2013" y="659"/>
                    <a:pt x="2490" y="659"/>
                  </a:cubicBezTo>
                  <a:lnTo>
                    <a:pt x="5553" y="659"/>
                  </a:lnTo>
                  <a:cubicBezTo>
                    <a:pt x="5791" y="649"/>
                    <a:pt x="5982" y="459"/>
                    <a:pt x="5982" y="220"/>
                  </a:cubicBezTo>
                  <a:lnTo>
                    <a:pt x="5982"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2" name="Google Shape;11352;p64"/>
            <p:cNvSpPr/>
            <p:nvPr/>
          </p:nvSpPr>
          <p:spPr>
            <a:xfrm>
              <a:off x="6346568" y="1606063"/>
              <a:ext cx="11260" cy="17125"/>
            </a:xfrm>
            <a:custGeom>
              <a:avLst/>
              <a:gdLst/>
              <a:ahLst/>
              <a:cxnLst/>
              <a:rect l="l" t="t" r="r" b="b"/>
              <a:pathLst>
                <a:path w="430" h="654" extrusionOk="0">
                  <a:moveTo>
                    <a:pt x="215" y="0"/>
                  </a:moveTo>
                  <a:cubicBezTo>
                    <a:pt x="107" y="0"/>
                    <a:pt x="0" y="72"/>
                    <a:pt x="0" y="215"/>
                  </a:cubicBezTo>
                  <a:lnTo>
                    <a:pt x="0" y="434"/>
                  </a:lnTo>
                  <a:cubicBezTo>
                    <a:pt x="0" y="558"/>
                    <a:pt x="96" y="654"/>
                    <a:pt x="210" y="654"/>
                  </a:cubicBezTo>
                  <a:cubicBezTo>
                    <a:pt x="334" y="654"/>
                    <a:pt x="429" y="558"/>
                    <a:pt x="429" y="434"/>
                  </a:cubicBezTo>
                  <a:lnTo>
                    <a:pt x="429" y="215"/>
                  </a:lnTo>
                  <a:cubicBezTo>
                    <a:pt x="429" y="72"/>
                    <a:pt x="322"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3" name="Google Shape;11353;p64"/>
            <p:cNvSpPr/>
            <p:nvPr/>
          </p:nvSpPr>
          <p:spPr>
            <a:xfrm>
              <a:off x="6409255" y="1606063"/>
              <a:ext cx="11521" cy="17125"/>
            </a:xfrm>
            <a:custGeom>
              <a:avLst/>
              <a:gdLst/>
              <a:ahLst/>
              <a:cxnLst/>
              <a:rect l="l" t="t" r="r" b="b"/>
              <a:pathLst>
                <a:path w="440" h="654" extrusionOk="0">
                  <a:moveTo>
                    <a:pt x="220" y="0"/>
                  </a:moveTo>
                  <a:cubicBezTo>
                    <a:pt x="110" y="0"/>
                    <a:pt x="1" y="72"/>
                    <a:pt x="1" y="215"/>
                  </a:cubicBezTo>
                  <a:lnTo>
                    <a:pt x="1" y="434"/>
                  </a:lnTo>
                  <a:cubicBezTo>
                    <a:pt x="1" y="558"/>
                    <a:pt x="96" y="654"/>
                    <a:pt x="220" y="654"/>
                  </a:cubicBezTo>
                  <a:cubicBezTo>
                    <a:pt x="344" y="654"/>
                    <a:pt x="439" y="558"/>
                    <a:pt x="439" y="434"/>
                  </a:cubicBezTo>
                  <a:lnTo>
                    <a:pt x="439" y="215"/>
                  </a:lnTo>
                  <a:cubicBezTo>
                    <a:pt x="439"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4" name="Google Shape;11354;p64"/>
            <p:cNvSpPr/>
            <p:nvPr/>
          </p:nvSpPr>
          <p:spPr>
            <a:xfrm>
              <a:off x="6297837" y="1502999"/>
              <a:ext cx="171905" cy="85965"/>
            </a:xfrm>
            <a:custGeom>
              <a:avLst/>
              <a:gdLst/>
              <a:ahLst/>
              <a:cxnLst/>
              <a:rect l="l" t="t" r="r" b="b"/>
              <a:pathLst>
                <a:path w="6565" h="3283" extrusionOk="0">
                  <a:moveTo>
                    <a:pt x="3273" y="1"/>
                  </a:moveTo>
                  <a:cubicBezTo>
                    <a:pt x="1470" y="10"/>
                    <a:pt x="1" y="1470"/>
                    <a:pt x="1" y="3283"/>
                  </a:cubicBezTo>
                  <a:lnTo>
                    <a:pt x="6564" y="3283"/>
                  </a:lnTo>
                  <a:cubicBezTo>
                    <a:pt x="6555" y="1470"/>
                    <a:pt x="5086" y="1"/>
                    <a:pt x="3273"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5" name="Google Shape;11355;p64"/>
            <p:cNvSpPr/>
            <p:nvPr/>
          </p:nvSpPr>
          <p:spPr>
            <a:xfrm>
              <a:off x="6360786" y="1502999"/>
              <a:ext cx="45745" cy="85965"/>
            </a:xfrm>
            <a:custGeom>
              <a:avLst/>
              <a:gdLst/>
              <a:ahLst/>
              <a:cxnLst/>
              <a:rect l="l" t="t" r="r" b="b"/>
              <a:pathLst>
                <a:path w="1747" h="3283" extrusionOk="0">
                  <a:moveTo>
                    <a:pt x="869" y="1"/>
                  </a:moveTo>
                  <a:cubicBezTo>
                    <a:pt x="573" y="1"/>
                    <a:pt x="278" y="49"/>
                    <a:pt x="1" y="125"/>
                  </a:cubicBezTo>
                  <a:lnTo>
                    <a:pt x="1" y="3283"/>
                  </a:lnTo>
                  <a:lnTo>
                    <a:pt x="1747" y="3283"/>
                  </a:lnTo>
                  <a:lnTo>
                    <a:pt x="1747" y="125"/>
                  </a:lnTo>
                  <a:cubicBezTo>
                    <a:pt x="1461" y="49"/>
                    <a:pt x="1165" y="1"/>
                    <a:pt x="869"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6" name="Google Shape;11356;p64"/>
            <p:cNvSpPr/>
            <p:nvPr/>
          </p:nvSpPr>
          <p:spPr>
            <a:xfrm>
              <a:off x="6297837" y="1502999"/>
              <a:ext cx="171905" cy="85965"/>
            </a:xfrm>
            <a:custGeom>
              <a:avLst/>
              <a:gdLst/>
              <a:ahLst/>
              <a:cxnLst/>
              <a:rect l="l" t="t" r="r" b="b"/>
              <a:pathLst>
                <a:path w="6565" h="3283" extrusionOk="0">
                  <a:moveTo>
                    <a:pt x="3283" y="1"/>
                  </a:moveTo>
                  <a:cubicBezTo>
                    <a:pt x="1470" y="1"/>
                    <a:pt x="1" y="1470"/>
                    <a:pt x="1" y="3283"/>
                  </a:cubicBezTo>
                  <a:lnTo>
                    <a:pt x="6564" y="3283"/>
                  </a:lnTo>
                  <a:cubicBezTo>
                    <a:pt x="6564" y="3063"/>
                    <a:pt x="6536" y="2844"/>
                    <a:pt x="6498" y="2624"/>
                  </a:cubicBezTo>
                  <a:lnTo>
                    <a:pt x="2443" y="2624"/>
                  </a:lnTo>
                  <a:cubicBezTo>
                    <a:pt x="2166" y="2624"/>
                    <a:pt x="1957" y="2386"/>
                    <a:pt x="2004" y="2109"/>
                  </a:cubicBezTo>
                  <a:cubicBezTo>
                    <a:pt x="2138" y="1270"/>
                    <a:pt x="2596" y="516"/>
                    <a:pt x="3283"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7" name="Google Shape;11357;p64"/>
            <p:cNvSpPr/>
            <p:nvPr/>
          </p:nvSpPr>
          <p:spPr>
            <a:xfrm>
              <a:off x="6364531" y="1651886"/>
              <a:ext cx="38021" cy="11521"/>
            </a:xfrm>
            <a:custGeom>
              <a:avLst/>
              <a:gdLst/>
              <a:ahLst/>
              <a:cxnLst/>
              <a:rect l="l" t="t" r="r" b="b"/>
              <a:pathLst>
                <a:path w="1452" h="440" extrusionOk="0">
                  <a:moveTo>
                    <a:pt x="287" y="1"/>
                  </a:moveTo>
                  <a:cubicBezTo>
                    <a:pt x="1" y="1"/>
                    <a:pt x="1" y="440"/>
                    <a:pt x="287" y="440"/>
                  </a:cubicBezTo>
                  <a:lnTo>
                    <a:pt x="1165" y="440"/>
                  </a:lnTo>
                  <a:cubicBezTo>
                    <a:pt x="1451" y="430"/>
                    <a:pt x="1451" y="1"/>
                    <a:pt x="116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8" name="Google Shape;11358;p64"/>
            <p:cNvSpPr/>
            <p:nvPr/>
          </p:nvSpPr>
          <p:spPr>
            <a:xfrm>
              <a:off x="6291658" y="1634343"/>
              <a:ext cx="183819" cy="74523"/>
            </a:xfrm>
            <a:custGeom>
              <a:avLst/>
              <a:gdLst/>
              <a:ahLst/>
              <a:cxnLst/>
              <a:rect l="l" t="t" r="r" b="b"/>
              <a:pathLst>
                <a:path w="7020" h="2846" extrusionOk="0">
                  <a:moveTo>
                    <a:pt x="4539" y="1758"/>
                  </a:moveTo>
                  <a:lnTo>
                    <a:pt x="4492" y="2054"/>
                  </a:lnTo>
                  <a:cubicBezTo>
                    <a:pt x="4453" y="2264"/>
                    <a:pt x="4272" y="2417"/>
                    <a:pt x="4053" y="2417"/>
                  </a:cubicBezTo>
                  <a:lnTo>
                    <a:pt x="2965" y="2417"/>
                  </a:lnTo>
                  <a:cubicBezTo>
                    <a:pt x="2755" y="2417"/>
                    <a:pt x="2574" y="2264"/>
                    <a:pt x="2536" y="2054"/>
                  </a:cubicBezTo>
                  <a:lnTo>
                    <a:pt x="2479" y="1758"/>
                  </a:lnTo>
                  <a:close/>
                  <a:moveTo>
                    <a:pt x="1992" y="1"/>
                  </a:moveTo>
                  <a:cubicBezTo>
                    <a:pt x="1865" y="1"/>
                    <a:pt x="1735" y="101"/>
                    <a:pt x="1773" y="270"/>
                  </a:cubicBezTo>
                  <a:lnTo>
                    <a:pt x="1964" y="1319"/>
                  </a:lnTo>
                  <a:lnTo>
                    <a:pt x="828" y="1319"/>
                  </a:lnTo>
                  <a:cubicBezTo>
                    <a:pt x="723" y="1319"/>
                    <a:pt x="628" y="1243"/>
                    <a:pt x="609" y="1138"/>
                  </a:cubicBezTo>
                  <a:lnTo>
                    <a:pt x="456" y="194"/>
                  </a:lnTo>
                  <a:cubicBezTo>
                    <a:pt x="431" y="67"/>
                    <a:pt x="335" y="10"/>
                    <a:pt x="239" y="10"/>
                  </a:cubicBezTo>
                  <a:cubicBezTo>
                    <a:pt x="119" y="10"/>
                    <a:pt x="0" y="101"/>
                    <a:pt x="27" y="261"/>
                  </a:cubicBezTo>
                  <a:lnTo>
                    <a:pt x="180" y="1205"/>
                  </a:lnTo>
                  <a:cubicBezTo>
                    <a:pt x="227" y="1520"/>
                    <a:pt x="504" y="1758"/>
                    <a:pt x="828" y="1758"/>
                  </a:cubicBezTo>
                  <a:lnTo>
                    <a:pt x="2040" y="1758"/>
                  </a:lnTo>
                  <a:lnTo>
                    <a:pt x="2107" y="2130"/>
                  </a:lnTo>
                  <a:cubicBezTo>
                    <a:pt x="2183" y="2541"/>
                    <a:pt x="2545" y="2846"/>
                    <a:pt x="2965" y="2846"/>
                  </a:cubicBezTo>
                  <a:lnTo>
                    <a:pt x="4053" y="2846"/>
                  </a:lnTo>
                  <a:cubicBezTo>
                    <a:pt x="4473" y="2846"/>
                    <a:pt x="4835" y="2541"/>
                    <a:pt x="4911" y="2130"/>
                  </a:cubicBezTo>
                  <a:lnTo>
                    <a:pt x="4978" y="1758"/>
                  </a:lnTo>
                  <a:lnTo>
                    <a:pt x="6199" y="1758"/>
                  </a:lnTo>
                  <a:cubicBezTo>
                    <a:pt x="6524" y="1758"/>
                    <a:pt x="6791" y="1520"/>
                    <a:pt x="6848" y="1205"/>
                  </a:cubicBezTo>
                  <a:lnTo>
                    <a:pt x="7001" y="261"/>
                  </a:lnTo>
                  <a:cubicBezTo>
                    <a:pt x="7020" y="146"/>
                    <a:pt x="6943" y="32"/>
                    <a:pt x="6829" y="12"/>
                  </a:cubicBezTo>
                  <a:cubicBezTo>
                    <a:pt x="6817" y="11"/>
                    <a:pt x="6806" y="10"/>
                    <a:pt x="6794" y="10"/>
                  </a:cubicBezTo>
                  <a:cubicBezTo>
                    <a:pt x="6684" y="10"/>
                    <a:pt x="6589" y="90"/>
                    <a:pt x="6571" y="194"/>
                  </a:cubicBezTo>
                  <a:lnTo>
                    <a:pt x="6419" y="1138"/>
                  </a:lnTo>
                  <a:cubicBezTo>
                    <a:pt x="6400" y="1243"/>
                    <a:pt x="6304" y="1319"/>
                    <a:pt x="6199" y="1319"/>
                  </a:cubicBezTo>
                  <a:lnTo>
                    <a:pt x="5064" y="1319"/>
                  </a:lnTo>
                  <a:lnTo>
                    <a:pt x="5255" y="270"/>
                  </a:lnTo>
                  <a:cubicBezTo>
                    <a:pt x="5293" y="103"/>
                    <a:pt x="5165" y="2"/>
                    <a:pt x="5039" y="2"/>
                  </a:cubicBezTo>
                  <a:cubicBezTo>
                    <a:pt x="4942" y="2"/>
                    <a:pt x="4846" y="61"/>
                    <a:pt x="4826" y="194"/>
                  </a:cubicBezTo>
                  <a:lnTo>
                    <a:pt x="4625" y="1319"/>
                  </a:lnTo>
                  <a:lnTo>
                    <a:pt x="2402" y="1319"/>
                  </a:lnTo>
                  <a:lnTo>
                    <a:pt x="2202" y="184"/>
                  </a:lnTo>
                  <a:cubicBezTo>
                    <a:pt x="2182" y="57"/>
                    <a:pt x="2087" y="1"/>
                    <a:pt x="1992"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9" name="Google Shape;11359;p64"/>
            <p:cNvSpPr/>
            <p:nvPr/>
          </p:nvSpPr>
          <p:spPr>
            <a:xfrm>
              <a:off x="6337822" y="1812008"/>
              <a:ext cx="91700" cy="45745"/>
            </a:xfrm>
            <a:custGeom>
              <a:avLst/>
              <a:gdLst/>
              <a:ahLst/>
              <a:cxnLst/>
              <a:rect l="l" t="t" r="r" b="b"/>
              <a:pathLst>
                <a:path w="3502" h="1747" extrusionOk="0">
                  <a:moveTo>
                    <a:pt x="1746" y="1"/>
                  </a:moveTo>
                  <a:cubicBezTo>
                    <a:pt x="782" y="1"/>
                    <a:pt x="0" y="783"/>
                    <a:pt x="0" y="1747"/>
                  </a:cubicBezTo>
                  <a:lnTo>
                    <a:pt x="3501" y="1747"/>
                  </a:lnTo>
                  <a:cubicBezTo>
                    <a:pt x="3501" y="783"/>
                    <a:pt x="2710" y="1"/>
                    <a:pt x="1746"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0" name="Google Shape;11360;p64"/>
            <p:cNvSpPr/>
            <p:nvPr/>
          </p:nvSpPr>
          <p:spPr>
            <a:xfrm>
              <a:off x="6360786" y="1571708"/>
              <a:ext cx="45745" cy="17256"/>
            </a:xfrm>
            <a:custGeom>
              <a:avLst/>
              <a:gdLst/>
              <a:ahLst/>
              <a:cxnLst/>
              <a:rect l="l" t="t" r="r" b="b"/>
              <a:pathLst>
                <a:path w="1747" h="659" extrusionOk="0">
                  <a:moveTo>
                    <a:pt x="1" y="0"/>
                  </a:moveTo>
                  <a:lnTo>
                    <a:pt x="1" y="659"/>
                  </a:lnTo>
                  <a:lnTo>
                    <a:pt x="1747" y="659"/>
                  </a:lnTo>
                  <a:lnTo>
                    <a:pt x="1747"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1" name="Google Shape;11361;p64"/>
            <p:cNvSpPr/>
            <p:nvPr/>
          </p:nvSpPr>
          <p:spPr>
            <a:xfrm>
              <a:off x="6280608" y="1582941"/>
              <a:ext cx="206128" cy="63237"/>
            </a:xfrm>
            <a:custGeom>
              <a:avLst/>
              <a:gdLst/>
              <a:ahLst/>
              <a:cxnLst/>
              <a:rect l="l" t="t" r="r" b="b"/>
              <a:pathLst>
                <a:path w="7872" h="2415" extrusionOk="0">
                  <a:moveTo>
                    <a:pt x="7222" y="440"/>
                  </a:moveTo>
                  <a:cubicBezTo>
                    <a:pt x="7337" y="440"/>
                    <a:pt x="7432" y="535"/>
                    <a:pt x="7432" y="659"/>
                  </a:cubicBezTo>
                  <a:lnTo>
                    <a:pt x="7432" y="1756"/>
                  </a:lnTo>
                  <a:cubicBezTo>
                    <a:pt x="7432" y="1871"/>
                    <a:pt x="7337" y="1975"/>
                    <a:pt x="7222" y="1975"/>
                  </a:cubicBezTo>
                  <a:lnTo>
                    <a:pt x="659" y="1975"/>
                  </a:lnTo>
                  <a:cubicBezTo>
                    <a:pt x="535" y="1975"/>
                    <a:pt x="439" y="1880"/>
                    <a:pt x="430" y="1756"/>
                  </a:cubicBezTo>
                  <a:lnTo>
                    <a:pt x="430" y="669"/>
                  </a:lnTo>
                  <a:cubicBezTo>
                    <a:pt x="430" y="544"/>
                    <a:pt x="535" y="449"/>
                    <a:pt x="649" y="449"/>
                  </a:cubicBezTo>
                  <a:lnTo>
                    <a:pt x="7222" y="440"/>
                  </a:lnTo>
                  <a:close/>
                  <a:moveTo>
                    <a:pt x="649" y="1"/>
                  </a:moveTo>
                  <a:cubicBezTo>
                    <a:pt x="287" y="1"/>
                    <a:pt x="1" y="296"/>
                    <a:pt x="1" y="659"/>
                  </a:cubicBezTo>
                  <a:lnTo>
                    <a:pt x="1" y="1756"/>
                  </a:lnTo>
                  <a:cubicBezTo>
                    <a:pt x="1" y="2119"/>
                    <a:pt x="287" y="2414"/>
                    <a:pt x="649" y="2414"/>
                  </a:cubicBezTo>
                  <a:lnTo>
                    <a:pt x="7213" y="2414"/>
                  </a:lnTo>
                  <a:cubicBezTo>
                    <a:pt x="7575" y="2414"/>
                    <a:pt x="7871" y="2119"/>
                    <a:pt x="7871" y="1756"/>
                  </a:cubicBezTo>
                  <a:lnTo>
                    <a:pt x="7871" y="659"/>
                  </a:lnTo>
                  <a:cubicBezTo>
                    <a:pt x="7871" y="296"/>
                    <a:pt x="7575" y="1"/>
                    <a:pt x="7213"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2" name="Google Shape;11362;p64"/>
            <p:cNvSpPr/>
            <p:nvPr/>
          </p:nvSpPr>
          <p:spPr>
            <a:xfrm>
              <a:off x="6292103" y="1777548"/>
              <a:ext cx="11521" cy="80205"/>
            </a:xfrm>
            <a:custGeom>
              <a:avLst/>
              <a:gdLst/>
              <a:ahLst/>
              <a:cxnLst/>
              <a:rect l="l" t="t" r="r" b="b"/>
              <a:pathLst>
                <a:path w="440" h="3063" extrusionOk="0">
                  <a:moveTo>
                    <a:pt x="0" y="0"/>
                  </a:moveTo>
                  <a:lnTo>
                    <a:pt x="0" y="3063"/>
                  </a:lnTo>
                  <a:lnTo>
                    <a:pt x="439" y="3063"/>
                  </a:lnTo>
                  <a:lnTo>
                    <a:pt x="439" y="439"/>
                  </a:lnTo>
                  <a:cubicBezTo>
                    <a:pt x="439" y="201"/>
                    <a:pt x="239" y="0"/>
                    <a:pt x="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3" name="Google Shape;11363;p64"/>
            <p:cNvSpPr/>
            <p:nvPr/>
          </p:nvSpPr>
          <p:spPr>
            <a:xfrm>
              <a:off x="6274873" y="1777548"/>
              <a:ext cx="17256" cy="28751"/>
            </a:xfrm>
            <a:custGeom>
              <a:avLst/>
              <a:gdLst/>
              <a:ahLst/>
              <a:cxnLst/>
              <a:rect l="l" t="t" r="r" b="b"/>
              <a:pathLst>
                <a:path w="659" h="1098" extrusionOk="0">
                  <a:moveTo>
                    <a:pt x="658" y="0"/>
                  </a:moveTo>
                  <a:cubicBezTo>
                    <a:pt x="296" y="0"/>
                    <a:pt x="0" y="296"/>
                    <a:pt x="0" y="659"/>
                  </a:cubicBezTo>
                  <a:lnTo>
                    <a:pt x="0" y="1097"/>
                  </a:lnTo>
                  <a:lnTo>
                    <a:pt x="658" y="1097"/>
                  </a:lnTo>
                  <a:lnTo>
                    <a:pt x="658"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4" name="Google Shape;11364;p64"/>
            <p:cNvSpPr/>
            <p:nvPr/>
          </p:nvSpPr>
          <p:spPr>
            <a:xfrm>
              <a:off x="6246384" y="1806273"/>
              <a:ext cx="45745" cy="51480"/>
            </a:xfrm>
            <a:custGeom>
              <a:avLst/>
              <a:gdLst/>
              <a:ahLst/>
              <a:cxnLst/>
              <a:rect l="l" t="t" r="r" b="b"/>
              <a:pathLst>
                <a:path w="1747" h="1966" extrusionOk="0">
                  <a:moveTo>
                    <a:pt x="1" y="0"/>
                  </a:moveTo>
                  <a:lnTo>
                    <a:pt x="1" y="439"/>
                  </a:lnTo>
                  <a:lnTo>
                    <a:pt x="659" y="439"/>
                  </a:lnTo>
                  <a:cubicBezTo>
                    <a:pt x="897" y="439"/>
                    <a:pt x="1088" y="630"/>
                    <a:pt x="1088" y="878"/>
                  </a:cubicBezTo>
                  <a:lnTo>
                    <a:pt x="1088" y="1966"/>
                  </a:lnTo>
                  <a:lnTo>
                    <a:pt x="1746" y="1966"/>
                  </a:lnTo>
                  <a:lnTo>
                    <a:pt x="1746"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5" name="Google Shape;11365;p64"/>
            <p:cNvSpPr/>
            <p:nvPr/>
          </p:nvSpPr>
          <p:spPr>
            <a:xfrm>
              <a:off x="6463719" y="1777548"/>
              <a:ext cx="11521" cy="80205"/>
            </a:xfrm>
            <a:custGeom>
              <a:avLst/>
              <a:gdLst/>
              <a:ahLst/>
              <a:cxnLst/>
              <a:rect l="l" t="t" r="r" b="b"/>
              <a:pathLst>
                <a:path w="440" h="3063" extrusionOk="0">
                  <a:moveTo>
                    <a:pt x="439" y="0"/>
                  </a:moveTo>
                  <a:cubicBezTo>
                    <a:pt x="191" y="0"/>
                    <a:pt x="0" y="201"/>
                    <a:pt x="0" y="439"/>
                  </a:cubicBezTo>
                  <a:lnTo>
                    <a:pt x="0" y="3063"/>
                  </a:lnTo>
                  <a:lnTo>
                    <a:pt x="439" y="3063"/>
                  </a:lnTo>
                  <a:lnTo>
                    <a:pt x="439"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6" name="Google Shape;11366;p64"/>
            <p:cNvSpPr/>
            <p:nvPr/>
          </p:nvSpPr>
          <p:spPr>
            <a:xfrm>
              <a:off x="6475215" y="1777548"/>
              <a:ext cx="16994" cy="28751"/>
            </a:xfrm>
            <a:custGeom>
              <a:avLst/>
              <a:gdLst/>
              <a:ahLst/>
              <a:cxnLst/>
              <a:rect l="l" t="t" r="r" b="b"/>
              <a:pathLst>
                <a:path w="649" h="1098" extrusionOk="0">
                  <a:moveTo>
                    <a:pt x="0" y="0"/>
                  </a:moveTo>
                  <a:lnTo>
                    <a:pt x="0" y="1097"/>
                  </a:lnTo>
                  <a:lnTo>
                    <a:pt x="649" y="1097"/>
                  </a:lnTo>
                  <a:lnTo>
                    <a:pt x="649" y="659"/>
                  </a:lnTo>
                  <a:cubicBezTo>
                    <a:pt x="649" y="296"/>
                    <a:pt x="353" y="0"/>
                    <a:pt x="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7" name="Google Shape;11367;p64"/>
            <p:cNvSpPr/>
            <p:nvPr/>
          </p:nvSpPr>
          <p:spPr>
            <a:xfrm>
              <a:off x="6475215" y="1806273"/>
              <a:ext cx="45719" cy="51480"/>
            </a:xfrm>
            <a:custGeom>
              <a:avLst/>
              <a:gdLst/>
              <a:ahLst/>
              <a:cxnLst/>
              <a:rect l="l" t="t" r="r" b="b"/>
              <a:pathLst>
                <a:path w="1746" h="1966" extrusionOk="0">
                  <a:moveTo>
                    <a:pt x="0" y="0"/>
                  </a:moveTo>
                  <a:lnTo>
                    <a:pt x="0" y="1966"/>
                  </a:lnTo>
                  <a:lnTo>
                    <a:pt x="649" y="1966"/>
                  </a:lnTo>
                  <a:lnTo>
                    <a:pt x="649" y="878"/>
                  </a:lnTo>
                  <a:cubicBezTo>
                    <a:pt x="649" y="630"/>
                    <a:pt x="849" y="439"/>
                    <a:pt x="1088" y="439"/>
                  </a:cubicBezTo>
                  <a:lnTo>
                    <a:pt x="1746" y="439"/>
                  </a:lnTo>
                  <a:lnTo>
                    <a:pt x="1746"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8" name="Google Shape;11368;p64"/>
            <p:cNvSpPr/>
            <p:nvPr/>
          </p:nvSpPr>
          <p:spPr>
            <a:xfrm>
              <a:off x="6349317" y="1823503"/>
              <a:ext cx="68709" cy="34250"/>
            </a:xfrm>
            <a:custGeom>
              <a:avLst/>
              <a:gdLst/>
              <a:ahLst/>
              <a:cxnLst/>
              <a:rect l="l" t="t" r="r" b="b"/>
              <a:pathLst>
                <a:path w="2624" h="1308" extrusionOk="0">
                  <a:moveTo>
                    <a:pt x="1307" y="1"/>
                  </a:moveTo>
                  <a:cubicBezTo>
                    <a:pt x="582" y="1"/>
                    <a:pt x="0" y="583"/>
                    <a:pt x="0" y="1308"/>
                  </a:cubicBezTo>
                  <a:lnTo>
                    <a:pt x="2624" y="1308"/>
                  </a:lnTo>
                  <a:cubicBezTo>
                    <a:pt x="2624" y="583"/>
                    <a:pt x="2032" y="1"/>
                    <a:pt x="1307"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69" name="Google Shape;11369;p64"/>
          <p:cNvGrpSpPr/>
          <p:nvPr/>
        </p:nvGrpSpPr>
        <p:grpSpPr>
          <a:xfrm>
            <a:off x="5294336" y="1349397"/>
            <a:ext cx="339515" cy="354781"/>
            <a:chOff x="5310611" y="1502972"/>
            <a:chExt cx="339515" cy="354781"/>
          </a:xfrm>
        </p:grpSpPr>
        <p:sp>
          <p:nvSpPr>
            <p:cNvPr id="11370" name="Google Shape;11370;p64"/>
            <p:cNvSpPr/>
            <p:nvPr/>
          </p:nvSpPr>
          <p:spPr>
            <a:xfrm>
              <a:off x="5310611" y="1502972"/>
              <a:ext cx="339515" cy="343285"/>
            </a:xfrm>
            <a:custGeom>
              <a:avLst/>
              <a:gdLst/>
              <a:ahLst/>
              <a:cxnLst/>
              <a:rect l="l" t="t" r="r" b="b"/>
              <a:pathLst>
                <a:path w="12966" h="13110" extrusionOk="0">
                  <a:moveTo>
                    <a:pt x="5684" y="1"/>
                  </a:moveTo>
                  <a:cubicBezTo>
                    <a:pt x="5669" y="1"/>
                    <a:pt x="5654" y="1"/>
                    <a:pt x="5639" y="2"/>
                  </a:cubicBezTo>
                  <a:cubicBezTo>
                    <a:pt x="4656" y="2"/>
                    <a:pt x="2672" y="956"/>
                    <a:pt x="2453" y="2788"/>
                  </a:cubicBezTo>
                  <a:cubicBezTo>
                    <a:pt x="2329" y="3875"/>
                    <a:pt x="1909" y="4009"/>
                    <a:pt x="1670" y="4772"/>
                  </a:cubicBezTo>
                  <a:cubicBezTo>
                    <a:pt x="1422" y="5592"/>
                    <a:pt x="1642" y="6098"/>
                    <a:pt x="1432" y="6842"/>
                  </a:cubicBezTo>
                  <a:cubicBezTo>
                    <a:pt x="1222" y="7586"/>
                    <a:pt x="802" y="7796"/>
                    <a:pt x="821" y="9055"/>
                  </a:cubicBezTo>
                  <a:cubicBezTo>
                    <a:pt x="840" y="10505"/>
                    <a:pt x="1" y="10839"/>
                    <a:pt x="325" y="11793"/>
                  </a:cubicBezTo>
                  <a:cubicBezTo>
                    <a:pt x="573" y="12509"/>
                    <a:pt x="1890" y="13110"/>
                    <a:pt x="1890" y="13110"/>
                  </a:cubicBezTo>
                  <a:lnTo>
                    <a:pt x="11067" y="13110"/>
                  </a:lnTo>
                  <a:cubicBezTo>
                    <a:pt x="11067" y="13110"/>
                    <a:pt x="12393" y="12509"/>
                    <a:pt x="12632" y="11793"/>
                  </a:cubicBezTo>
                  <a:cubicBezTo>
                    <a:pt x="12966" y="10839"/>
                    <a:pt x="12117" y="10515"/>
                    <a:pt x="12145" y="9055"/>
                  </a:cubicBezTo>
                  <a:cubicBezTo>
                    <a:pt x="12164" y="7796"/>
                    <a:pt x="11745" y="7577"/>
                    <a:pt x="11535" y="6842"/>
                  </a:cubicBezTo>
                  <a:cubicBezTo>
                    <a:pt x="11325" y="6098"/>
                    <a:pt x="11535" y="5592"/>
                    <a:pt x="11287" y="4772"/>
                  </a:cubicBezTo>
                  <a:cubicBezTo>
                    <a:pt x="11058" y="4009"/>
                    <a:pt x="10638" y="3875"/>
                    <a:pt x="10504" y="2788"/>
                  </a:cubicBezTo>
                  <a:cubicBezTo>
                    <a:pt x="10285" y="956"/>
                    <a:pt x="8301" y="2"/>
                    <a:pt x="7318" y="2"/>
                  </a:cubicBezTo>
                  <a:cubicBezTo>
                    <a:pt x="7303" y="1"/>
                    <a:pt x="7288" y="1"/>
                    <a:pt x="7273" y="1"/>
                  </a:cubicBezTo>
                  <a:cubicBezTo>
                    <a:pt x="7078" y="1"/>
                    <a:pt x="6886" y="58"/>
                    <a:pt x="6727" y="164"/>
                  </a:cubicBezTo>
                  <a:cubicBezTo>
                    <a:pt x="6650" y="212"/>
                    <a:pt x="6564" y="236"/>
                    <a:pt x="6480" y="236"/>
                  </a:cubicBezTo>
                  <a:cubicBezTo>
                    <a:pt x="6395" y="236"/>
                    <a:pt x="6312" y="212"/>
                    <a:pt x="6240" y="164"/>
                  </a:cubicBezTo>
                  <a:cubicBezTo>
                    <a:pt x="6072" y="58"/>
                    <a:pt x="5879" y="1"/>
                    <a:pt x="5684"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1" name="Google Shape;11371;p64"/>
            <p:cNvSpPr/>
            <p:nvPr/>
          </p:nvSpPr>
          <p:spPr>
            <a:xfrm>
              <a:off x="5310611" y="1502972"/>
              <a:ext cx="169914" cy="343285"/>
            </a:xfrm>
            <a:custGeom>
              <a:avLst/>
              <a:gdLst/>
              <a:ahLst/>
              <a:cxnLst/>
              <a:rect l="l" t="t" r="r" b="b"/>
              <a:pathLst>
                <a:path w="6489" h="13110" extrusionOk="0">
                  <a:moveTo>
                    <a:pt x="5694" y="1"/>
                  </a:moveTo>
                  <a:cubicBezTo>
                    <a:pt x="5679" y="1"/>
                    <a:pt x="5664" y="1"/>
                    <a:pt x="5649" y="2"/>
                  </a:cubicBezTo>
                  <a:cubicBezTo>
                    <a:pt x="4666" y="2"/>
                    <a:pt x="2682" y="956"/>
                    <a:pt x="2462" y="2788"/>
                  </a:cubicBezTo>
                  <a:cubicBezTo>
                    <a:pt x="2329" y="3875"/>
                    <a:pt x="1909" y="4009"/>
                    <a:pt x="1680" y="4772"/>
                  </a:cubicBezTo>
                  <a:cubicBezTo>
                    <a:pt x="1432" y="5592"/>
                    <a:pt x="1642" y="6098"/>
                    <a:pt x="1432" y="6842"/>
                  </a:cubicBezTo>
                  <a:cubicBezTo>
                    <a:pt x="1222" y="7586"/>
                    <a:pt x="802" y="7796"/>
                    <a:pt x="821" y="9055"/>
                  </a:cubicBezTo>
                  <a:cubicBezTo>
                    <a:pt x="850" y="10505"/>
                    <a:pt x="1" y="10839"/>
                    <a:pt x="335" y="11793"/>
                  </a:cubicBezTo>
                  <a:cubicBezTo>
                    <a:pt x="573" y="12509"/>
                    <a:pt x="1899" y="13110"/>
                    <a:pt x="1899" y="13110"/>
                  </a:cubicBezTo>
                  <a:lnTo>
                    <a:pt x="6488" y="13110"/>
                  </a:lnTo>
                  <a:lnTo>
                    <a:pt x="6479" y="231"/>
                  </a:lnTo>
                  <a:cubicBezTo>
                    <a:pt x="6393" y="231"/>
                    <a:pt x="6316" y="212"/>
                    <a:pt x="6240" y="164"/>
                  </a:cubicBezTo>
                  <a:cubicBezTo>
                    <a:pt x="6072" y="58"/>
                    <a:pt x="5887" y="1"/>
                    <a:pt x="5694"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2" name="Google Shape;11372;p64"/>
            <p:cNvSpPr/>
            <p:nvPr/>
          </p:nvSpPr>
          <p:spPr>
            <a:xfrm>
              <a:off x="5348841" y="1709101"/>
              <a:ext cx="263081" cy="148652"/>
            </a:xfrm>
            <a:custGeom>
              <a:avLst/>
              <a:gdLst/>
              <a:ahLst/>
              <a:cxnLst/>
              <a:rect l="l" t="t" r="r" b="b"/>
              <a:pathLst>
                <a:path w="10047" h="5677" extrusionOk="0">
                  <a:moveTo>
                    <a:pt x="3712" y="0"/>
                  </a:moveTo>
                  <a:lnTo>
                    <a:pt x="3712" y="1126"/>
                  </a:lnTo>
                  <a:cubicBezTo>
                    <a:pt x="3712" y="1498"/>
                    <a:pt x="3473" y="1822"/>
                    <a:pt x="3130" y="1946"/>
                  </a:cubicBezTo>
                  <a:lnTo>
                    <a:pt x="869" y="2748"/>
                  </a:lnTo>
                  <a:cubicBezTo>
                    <a:pt x="344" y="2929"/>
                    <a:pt x="1" y="3425"/>
                    <a:pt x="1" y="3978"/>
                  </a:cubicBezTo>
                  <a:lnTo>
                    <a:pt x="1" y="5028"/>
                  </a:lnTo>
                  <a:cubicBezTo>
                    <a:pt x="1" y="5381"/>
                    <a:pt x="287" y="5677"/>
                    <a:pt x="649" y="5677"/>
                  </a:cubicBezTo>
                  <a:lnTo>
                    <a:pt x="9388" y="5677"/>
                  </a:lnTo>
                  <a:cubicBezTo>
                    <a:pt x="9750" y="5677"/>
                    <a:pt x="10046" y="5381"/>
                    <a:pt x="10046" y="5028"/>
                  </a:cubicBezTo>
                  <a:lnTo>
                    <a:pt x="10046" y="3988"/>
                  </a:lnTo>
                  <a:cubicBezTo>
                    <a:pt x="10046" y="3425"/>
                    <a:pt x="9693" y="2929"/>
                    <a:pt x="9178" y="2748"/>
                  </a:cubicBezTo>
                  <a:lnTo>
                    <a:pt x="6917" y="1946"/>
                  </a:lnTo>
                  <a:cubicBezTo>
                    <a:pt x="6564" y="1822"/>
                    <a:pt x="6335" y="1498"/>
                    <a:pt x="6335" y="1126"/>
                  </a:cubicBezTo>
                  <a:lnTo>
                    <a:pt x="6335"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3" name="Google Shape;11373;p64"/>
            <p:cNvSpPr/>
            <p:nvPr/>
          </p:nvSpPr>
          <p:spPr>
            <a:xfrm>
              <a:off x="5348841" y="1767048"/>
              <a:ext cx="263081" cy="90705"/>
            </a:xfrm>
            <a:custGeom>
              <a:avLst/>
              <a:gdLst/>
              <a:ahLst/>
              <a:cxnLst/>
              <a:rect l="l" t="t" r="r" b="b"/>
              <a:pathLst>
                <a:path w="10047" h="3464" extrusionOk="0">
                  <a:moveTo>
                    <a:pt x="2376" y="1"/>
                  </a:moveTo>
                  <a:lnTo>
                    <a:pt x="878" y="535"/>
                  </a:lnTo>
                  <a:cubicBezTo>
                    <a:pt x="354" y="716"/>
                    <a:pt x="1" y="1212"/>
                    <a:pt x="1" y="1765"/>
                  </a:cubicBezTo>
                  <a:lnTo>
                    <a:pt x="1" y="2815"/>
                  </a:lnTo>
                  <a:cubicBezTo>
                    <a:pt x="1" y="3168"/>
                    <a:pt x="296" y="3464"/>
                    <a:pt x="659" y="3464"/>
                  </a:cubicBezTo>
                  <a:lnTo>
                    <a:pt x="9397" y="3464"/>
                  </a:lnTo>
                  <a:cubicBezTo>
                    <a:pt x="9760" y="3464"/>
                    <a:pt x="10046" y="3168"/>
                    <a:pt x="10046" y="2815"/>
                  </a:cubicBezTo>
                  <a:lnTo>
                    <a:pt x="10046" y="1775"/>
                  </a:lnTo>
                  <a:cubicBezTo>
                    <a:pt x="10046" y="1212"/>
                    <a:pt x="9703" y="716"/>
                    <a:pt x="9178" y="535"/>
                  </a:cubicBezTo>
                  <a:lnTo>
                    <a:pt x="7671" y="1"/>
                  </a:lnTo>
                  <a:cubicBezTo>
                    <a:pt x="7070" y="821"/>
                    <a:pt x="6268" y="1727"/>
                    <a:pt x="5333" y="2223"/>
                  </a:cubicBezTo>
                  <a:cubicBezTo>
                    <a:pt x="5238" y="2276"/>
                    <a:pt x="5131" y="2302"/>
                    <a:pt x="5023" y="2302"/>
                  </a:cubicBezTo>
                  <a:cubicBezTo>
                    <a:pt x="4916" y="2302"/>
                    <a:pt x="4809" y="2276"/>
                    <a:pt x="4713" y="2223"/>
                  </a:cubicBezTo>
                  <a:cubicBezTo>
                    <a:pt x="3778" y="1727"/>
                    <a:pt x="2977" y="821"/>
                    <a:pt x="2376" y="1"/>
                  </a:cubicBezTo>
                  <a:close/>
                </a:path>
              </a:pathLst>
            </a:custGeom>
            <a:solidFill>
              <a:srgbClr val="A2B5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4" name="Google Shape;11374;p64"/>
            <p:cNvSpPr/>
            <p:nvPr/>
          </p:nvSpPr>
          <p:spPr>
            <a:xfrm>
              <a:off x="5446013" y="1708839"/>
              <a:ext cx="68736" cy="23069"/>
            </a:xfrm>
            <a:custGeom>
              <a:avLst/>
              <a:gdLst/>
              <a:ahLst/>
              <a:cxnLst/>
              <a:rect l="l" t="t" r="r" b="b"/>
              <a:pathLst>
                <a:path w="2625" h="881" extrusionOk="0">
                  <a:moveTo>
                    <a:pt x="1" y="1"/>
                  </a:moveTo>
                  <a:lnTo>
                    <a:pt x="1" y="602"/>
                  </a:lnTo>
                  <a:cubicBezTo>
                    <a:pt x="416" y="788"/>
                    <a:pt x="862" y="881"/>
                    <a:pt x="1309" y="881"/>
                  </a:cubicBezTo>
                  <a:cubicBezTo>
                    <a:pt x="1756" y="881"/>
                    <a:pt x="2204" y="788"/>
                    <a:pt x="2624" y="602"/>
                  </a:cubicBezTo>
                  <a:lnTo>
                    <a:pt x="2624"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5" name="Google Shape;11375;p64"/>
            <p:cNvSpPr/>
            <p:nvPr/>
          </p:nvSpPr>
          <p:spPr>
            <a:xfrm>
              <a:off x="5406055" y="1548979"/>
              <a:ext cx="148652" cy="171381"/>
            </a:xfrm>
            <a:custGeom>
              <a:avLst/>
              <a:gdLst/>
              <a:ahLst/>
              <a:cxnLst/>
              <a:rect l="l" t="t" r="r" b="b"/>
              <a:pathLst>
                <a:path w="5677" h="6545" extrusionOk="0">
                  <a:moveTo>
                    <a:pt x="0" y="0"/>
                  </a:moveTo>
                  <a:lnTo>
                    <a:pt x="0" y="3711"/>
                  </a:lnTo>
                  <a:cubicBezTo>
                    <a:pt x="0" y="5276"/>
                    <a:pt x="1269" y="6545"/>
                    <a:pt x="2834" y="6545"/>
                  </a:cubicBezTo>
                  <a:cubicBezTo>
                    <a:pt x="4408" y="6545"/>
                    <a:pt x="5676" y="5276"/>
                    <a:pt x="5676" y="3711"/>
                  </a:cubicBezTo>
                  <a:lnTo>
                    <a:pt x="5676" y="0"/>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6" name="Google Shape;11376;p64"/>
            <p:cNvSpPr/>
            <p:nvPr/>
          </p:nvSpPr>
          <p:spPr>
            <a:xfrm>
              <a:off x="5405584" y="1548979"/>
              <a:ext cx="149124" cy="171590"/>
            </a:xfrm>
            <a:custGeom>
              <a:avLst/>
              <a:gdLst/>
              <a:ahLst/>
              <a:cxnLst/>
              <a:rect l="l" t="t" r="r" b="b"/>
              <a:pathLst>
                <a:path w="5695" h="6553" extrusionOk="0">
                  <a:moveTo>
                    <a:pt x="18" y="0"/>
                  </a:moveTo>
                  <a:lnTo>
                    <a:pt x="18" y="3711"/>
                  </a:lnTo>
                  <a:cubicBezTo>
                    <a:pt x="1" y="5302"/>
                    <a:pt x="1299" y="6552"/>
                    <a:pt x="2836" y="6552"/>
                  </a:cubicBezTo>
                  <a:cubicBezTo>
                    <a:pt x="2985" y="6552"/>
                    <a:pt x="3137" y="6541"/>
                    <a:pt x="3290" y="6516"/>
                  </a:cubicBezTo>
                  <a:cubicBezTo>
                    <a:pt x="1907" y="6297"/>
                    <a:pt x="886" y="5104"/>
                    <a:pt x="886" y="3711"/>
                  </a:cubicBezTo>
                  <a:lnTo>
                    <a:pt x="886" y="2576"/>
                  </a:lnTo>
                  <a:cubicBezTo>
                    <a:pt x="886" y="2395"/>
                    <a:pt x="944" y="2223"/>
                    <a:pt x="1039" y="2070"/>
                  </a:cubicBezTo>
                  <a:cubicBezTo>
                    <a:pt x="1392" y="1489"/>
                    <a:pt x="1735" y="1412"/>
                    <a:pt x="2117" y="1307"/>
                  </a:cubicBezTo>
                  <a:cubicBezTo>
                    <a:pt x="2384" y="1260"/>
                    <a:pt x="2632" y="1164"/>
                    <a:pt x="2852" y="1021"/>
                  </a:cubicBezTo>
                  <a:cubicBezTo>
                    <a:pt x="3081" y="1164"/>
                    <a:pt x="3329" y="1260"/>
                    <a:pt x="3586" y="1307"/>
                  </a:cubicBezTo>
                  <a:cubicBezTo>
                    <a:pt x="3977" y="1412"/>
                    <a:pt x="4311" y="1489"/>
                    <a:pt x="4664" y="2070"/>
                  </a:cubicBezTo>
                  <a:cubicBezTo>
                    <a:pt x="4931" y="2490"/>
                    <a:pt x="5284" y="2853"/>
                    <a:pt x="5694" y="3129"/>
                  </a:cubicBezTo>
                  <a:lnTo>
                    <a:pt x="5694"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7" name="Google Shape;11377;p64"/>
            <p:cNvSpPr/>
            <p:nvPr/>
          </p:nvSpPr>
          <p:spPr>
            <a:xfrm>
              <a:off x="5455047" y="1668802"/>
              <a:ext cx="50668" cy="17361"/>
            </a:xfrm>
            <a:custGeom>
              <a:avLst/>
              <a:gdLst/>
              <a:ahLst/>
              <a:cxnLst/>
              <a:rect l="l" t="t" r="r" b="b"/>
              <a:pathLst>
                <a:path w="1935" h="663" extrusionOk="0">
                  <a:moveTo>
                    <a:pt x="312" y="1"/>
                  </a:moveTo>
                  <a:cubicBezTo>
                    <a:pt x="143" y="1"/>
                    <a:pt x="0" y="224"/>
                    <a:pt x="161" y="385"/>
                  </a:cubicBezTo>
                  <a:cubicBezTo>
                    <a:pt x="371" y="567"/>
                    <a:pt x="641" y="662"/>
                    <a:pt x="922" y="662"/>
                  </a:cubicBezTo>
                  <a:cubicBezTo>
                    <a:pt x="936" y="662"/>
                    <a:pt x="949" y="662"/>
                    <a:pt x="963" y="662"/>
                  </a:cubicBezTo>
                  <a:cubicBezTo>
                    <a:pt x="976" y="662"/>
                    <a:pt x="990" y="662"/>
                    <a:pt x="1003" y="662"/>
                  </a:cubicBezTo>
                  <a:cubicBezTo>
                    <a:pt x="1284" y="662"/>
                    <a:pt x="1555" y="567"/>
                    <a:pt x="1773" y="385"/>
                  </a:cubicBezTo>
                  <a:cubicBezTo>
                    <a:pt x="1935" y="224"/>
                    <a:pt x="1792" y="1"/>
                    <a:pt x="1622" y="1"/>
                  </a:cubicBezTo>
                  <a:cubicBezTo>
                    <a:pt x="1571" y="1"/>
                    <a:pt x="1517" y="21"/>
                    <a:pt x="1468" y="70"/>
                  </a:cubicBezTo>
                  <a:cubicBezTo>
                    <a:pt x="1316" y="175"/>
                    <a:pt x="1139" y="228"/>
                    <a:pt x="964" y="228"/>
                  </a:cubicBezTo>
                  <a:cubicBezTo>
                    <a:pt x="788" y="228"/>
                    <a:pt x="614" y="175"/>
                    <a:pt x="467" y="70"/>
                  </a:cubicBezTo>
                  <a:cubicBezTo>
                    <a:pt x="418" y="21"/>
                    <a:pt x="364" y="1"/>
                    <a:pt x="312"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8" name="Google Shape;11378;p64"/>
            <p:cNvSpPr/>
            <p:nvPr/>
          </p:nvSpPr>
          <p:spPr>
            <a:xfrm>
              <a:off x="5440279" y="1628844"/>
              <a:ext cx="11521" cy="17334"/>
            </a:xfrm>
            <a:custGeom>
              <a:avLst/>
              <a:gdLst/>
              <a:ahLst/>
              <a:cxnLst/>
              <a:rect l="l" t="t" r="r" b="b"/>
              <a:pathLst>
                <a:path w="440" h="662" extrusionOk="0">
                  <a:moveTo>
                    <a:pt x="220" y="1"/>
                  </a:moveTo>
                  <a:cubicBezTo>
                    <a:pt x="110" y="1"/>
                    <a:pt x="0" y="75"/>
                    <a:pt x="0" y="222"/>
                  </a:cubicBezTo>
                  <a:lnTo>
                    <a:pt x="0" y="442"/>
                  </a:lnTo>
                  <a:cubicBezTo>
                    <a:pt x="0" y="566"/>
                    <a:pt x="96" y="661"/>
                    <a:pt x="220" y="661"/>
                  </a:cubicBezTo>
                  <a:cubicBezTo>
                    <a:pt x="344" y="661"/>
                    <a:pt x="439" y="556"/>
                    <a:pt x="439" y="432"/>
                  </a:cubicBezTo>
                  <a:lnTo>
                    <a:pt x="439" y="222"/>
                  </a:lnTo>
                  <a:cubicBezTo>
                    <a:pt x="439" y="75"/>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9" name="Google Shape;11379;p64"/>
            <p:cNvSpPr/>
            <p:nvPr/>
          </p:nvSpPr>
          <p:spPr>
            <a:xfrm>
              <a:off x="5508962" y="1628844"/>
              <a:ext cx="11521" cy="17334"/>
            </a:xfrm>
            <a:custGeom>
              <a:avLst/>
              <a:gdLst/>
              <a:ahLst/>
              <a:cxnLst/>
              <a:rect l="l" t="t" r="r" b="b"/>
              <a:pathLst>
                <a:path w="440" h="662" extrusionOk="0">
                  <a:moveTo>
                    <a:pt x="220" y="1"/>
                  </a:moveTo>
                  <a:cubicBezTo>
                    <a:pt x="110" y="1"/>
                    <a:pt x="1" y="75"/>
                    <a:pt x="1" y="222"/>
                  </a:cubicBezTo>
                  <a:lnTo>
                    <a:pt x="1" y="442"/>
                  </a:lnTo>
                  <a:cubicBezTo>
                    <a:pt x="1" y="566"/>
                    <a:pt x="96" y="661"/>
                    <a:pt x="220" y="661"/>
                  </a:cubicBezTo>
                  <a:cubicBezTo>
                    <a:pt x="335" y="661"/>
                    <a:pt x="440" y="556"/>
                    <a:pt x="440" y="432"/>
                  </a:cubicBezTo>
                  <a:lnTo>
                    <a:pt x="440" y="222"/>
                  </a:lnTo>
                  <a:cubicBezTo>
                    <a:pt x="440" y="75"/>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0" name="Google Shape;11380;p64"/>
            <p:cNvSpPr/>
            <p:nvPr/>
          </p:nvSpPr>
          <p:spPr>
            <a:xfrm>
              <a:off x="5432528" y="1611666"/>
              <a:ext cx="26761" cy="11521"/>
            </a:xfrm>
            <a:custGeom>
              <a:avLst/>
              <a:gdLst/>
              <a:ahLst/>
              <a:cxnLst/>
              <a:rect l="l" t="t" r="r" b="b"/>
              <a:pathLst>
                <a:path w="1022" h="440" extrusionOk="0">
                  <a:moveTo>
                    <a:pt x="296" y="1"/>
                  </a:moveTo>
                  <a:cubicBezTo>
                    <a:pt x="0" y="1"/>
                    <a:pt x="0" y="440"/>
                    <a:pt x="296" y="440"/>
                  </a:cubicBezTo>
                  <a:lnTo>
                    <a:pt x="735" y="440"/>
                  </a:lnTo>
                  <a:cubicBezTo>
                    <a:pt x="1021" y="440"/>
                    <a:pt x="1021" y="1"/>
                    <a:pt x="73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1" name="Google Shape;11381;p64"/>
            <p:cNvSpPr/>
            <p:nvPr/>
          </p:nvSpPr>
          <p:spPr>
            <a:xfrm>
              <a:off x="5501211" y="1611666"/>
              <a:ext cx="26761" cy="11521"/>
            </a:xfrm>
            <a:custGeom>
              <a:avLst/>
              <a:gdLst/>
              <a:ahLst/>
              <a:cxnLst/>
              <a:rect l="l" t="t" r="r" b="b"/>
              <a:pathLst>
                <a:path w="1022" h="440" extrusionOk="0">
                  <a:moveTo>
                    <a:pt x="297" y="1"/>
                  </a:moveTo>
                  <a:cubicBezTo>
                    <a:pt x="1" y="1"/>
                    <a:pt x="1" y="440"/>
                    <a:pt x="297" y="440"/>
                  </a:cubicBezTo>
                  <a:lnTo>
                    <a:pt x="736" y="440"/>
                  </a:lnTo>
                  <a:cubicBezTo>
                    <a:pt x="1022" y="440"/>
                    <a:pt x="1022" y="1"/>
                    <a:pt x="736"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2" name="Google Shape;11382;p64"/>
            <p:cNvSpPr/>
            <p:nvPr/>
          </p:nvSpPr>
          <p:spPr>
            <a:xfrm>
              <a:off x="5353842" y="1786792"/>
              <a:ext cx="46740" cy="70961"/>
            </a:xfrm>
            <a:custGeom>
              <a:avLst/>
              <a:gdLst/>
              <a:ahLst/>
              <a:cxnLst/>
              <a:rect l="l" t="t" r="r" b="b"/>
              <a:pathLst>
                <a:path w="1785" h="2710" extrusionOk="0">
                  <a:moveTo>
                    <a:pt x="287" y="0"/>
                  </a:moveTo>
                  <a:cubicBezTo>
                    <a:pt x="172" y="96"/>
                    <a:pt x="77" y="210"/>
                    <a:pt x="0" y="334"/>
                  </a:cubicBezTo>
                  <a:lnTo>
                    <a:pt x="1117" y="1298"/>
                  </a:lnTo>
                  <a:cubicBezTo>
                    <a:pt x="1260" y="1422"/>
                    <a:pt x="1346" y="1603"/>
                    <a:pt x="1346" y="1794"/>
                  </a:cubicBezTo>
                  <a:lnTo>
                    <a:pt x="1346" y="2710"/>
                  </a:lnTo>
                  <a:lnTo>
                    <a:pt x="1784" y="2710"/>
                  </a:lnTo>
                  <a:lnTo>
                    <a:pt x="1784" y="1794"/>
                  </a:lnTo>
                  <a:cubicBezTo>
                    <a:pt x="1784" y="1479"/>
                    <a:pt x="1641" y="1174"/>
                    <a:pt x="1403" y="973"/>
                  </a:cubicBezTo>
                  <a:lnTo>
                    <a:pt x="28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3" name="Google Shape;11383;p64"/>
            <p:cNvSpPr/>
            <p:nvPr/>
          </p:nvSpPr>
          <p:spPr>
            <a:xfrm>
              <a:off x="5560415" y="1786792"/>
              <a:ext cx="46740" cy="70961"/>
            </a:xfrm>
            <a:custGeom>
              <a:avLst/>
              <a:gdLst/>
              <a:ahLst/>
              <a:cxnLst/>
              <a:rect l="l" t="t" r="r" b="b"/>
              <a:pathLst>
                <a:path w="1785" h="2710" extrusionOk="0">
                  <a:moveTo>
                    <a:pt x="1489" y="0"/>
                  </a:moveTo>
                  <a:lnTo>
                    <a:pt x="383" y="973"/>
                  </a:lnTo>
                  <a:cubicBezTo>
                    <a:pt x="134" y="1174"/>
                    <a:pt x="1" y="1479"/>
                    <a:pt x="1" y="1794"/>
                  </a:cubicBezTo>
                  <a:lnTo>
                    <a:pt x="1" y="2710"/>
                  </a:lnTo>
                  <a:lnTo>
                    <a:pt x="440" y="2710"/>
                  </a:lnTo>
                  <a:lnTo>
                    <a:pt x="440" y="1794"/>
                  </a:lnTo>
                  <a:cubicBezTo>
                    <a:pt x="440" y="1603"/>
                    <a:pt x="516" y="1422"/>
                    <a:pt x="669" y="1298"/>
                  </a:cubicBezTo>
                  <a:lnTo>
                    <a:pt x="1785" y="334"/>
                  </a:lnTo>
                  <a:cubicBezTo>
                    <a:pt x="1699" y="210"/>
                    <a:pt x="1604" y="96"/>
                    <a:pt x="148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4" name="Google Shape;11384;p64"/>
            <p:cNvSpPr/>
            <p:nvPr/>
          </p:nvSpPr>
          <p:spPr>
            <a:xfrm>
              <a:off x="5480499" y="1502972"/>
              <a:ext cx="149909" cy="256613"/>
            </a:xfrm>
            <a:custGeom>
              <a:avLst/>
              <a:gdLst/>
              <a:ahLst/>
              <a:cxnLst/>
              <a:rect l="l" t="t" r="r" b="b"/>
              <a:pathLst>
                <a:path w="5725" h="9800" extrusionOk="0">
                  <a:moveTo>
                    <a:pt x="785" y="1"/>
                  </a:moveTo>
                  <a:cubicBezTo>
                    <a:pt x="590" y="1"/>
                    <a:pt x="398" y="58"/>
                    <a:pt x="239" y="164"/>
                  </a:cubicBezTo>
                  <a:cubicBezTo>
                    <a:pt x="162" y="212"/>
                    <a:pt x="76" y="231"/>
                    <a:pt x="0" y="231"/>
                  </a:cubicBezTo>
                  <a:lnTo>
                    <a:pt x="0" y="2187"/>
                  </a:lnTo>
                  <a:cubicBezTo>
                    <a:pt x="563" y="2902"/>
                    <a:pt x="1393" y="2330"/>
                    <a:pt x="2185" y="3589"/>
                  </a:cubicBezTo>
                  <a:cubicBezTo>
                    <a:pt x="2843" y="4667"/>
                    <a:pt x="3683" y="4629"/>
                    <a:pt x="3969" y="5468"/>
                  </a:cubicBezTo>
                  <a:cubicBezTo>
                    <a:pt x="4055" y="5707"/>
                    <a:pt x="4007" y="5974"/>
                    <a:pt x="4026" y="6222"/>
                  </a:cubicBezTo>
                  <a:cubicBezTo>
                    <a:pt x="4150" y="7653"/>
                    <a:pt x="5238" y="8302"/>
                    <a:pt x="5724" y="9799"/>
                  </a:cubicBezTo>
                  <a:cubicBezTo>
                    <a:pt x="5676" y="9551"/>
                    <a:pt x="5648" y="9303"/>
                    <a:pt x="5657" y="9055"/>
                  </a:cubicBezTo>
                  <a:cubicBezTo>
                    <a:pt x="5676" y="7796"/>
                    <a:pt x="5257" y="7577"/>
                    <a:pt x="5047" y="6842"/>
                  </a:cubicBezTo>
                  <a:cubicBezTo>
                    <a:pt x="4837" y="6098"/>
                    <a:pt x="5047" y="5592"/>
                    <a:pt x="4799" y="4772"/>
                  </a:cubicBezTo>
                  <a:cubicBezTo>
                    <a:pt x="4570" y="4009"/>
                    <a:pt x="4150" y="3875"/>
                    <a:pt x="4016" y="2788"/>
                  </a:cubicBezTo>
                  <a:cubicBezTo>
                    <a:pt x="3797" y="956"/>
                    <a:pt x="1813" y="2"/>
                    <a:pt x="830" y="2"/>
                  </a:cubicBezTo>
                  <a:cubicBezTo>
                    <a:pt x="815" y="1"/>
                    <a:pt x="800" y="1"/>
                    <a:pt x="78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5" name="Google Shape;11385;p64"/>
            <p:cNvSpPr/>
            <p:nvPr/>
          </p:nvSpPr>
          <p:spPr>
            <a:xfrm>
              <a:off x="5330354" y="1502972"/>
              <a:ext cx="149909" cy="256351"/>
            </a:xfrm>
            <a:custGeom>
              <a:avLst/>
              <a:gdLst/>
              <a:ahLst/>
              <a:cxnLst/>
              <a:rect l="l" t="t" r="r" b="b"/>
              <a:pathLst>
                <a:path w="5725" h="9790" extrusionOk="0">
                  <a:moveTo>
                    <a:pt x="4938" y="1"/>
                  </a:moveTo>
                  <a:cubicBezTo>
                    <a:pt x="4923" y="1"/>
                    <a:pt x="4909" y="1"/>
                    <a:pt x="4895" y="2"/>
                  </a:cubicBezTo>
                  <a:cubicBezTo>
                    <a:pt x="3902" y="2"/>
                    <a:pt x="1928" y="956"/>
                    <a:pt x="1699" y="2788"/>
                  </a:cubicBezTo>
                  <a:cubicBezTo>
                    <a:pt x="1575" y="3875"/>
                    <a:pt x="1155" y="4009"/>
                    <a:pt x="926" y="4772"/>
                  </a:cubicBezTo>
                  <a:cubicBezTo>
                    <a:pt x="678" y="5592"/>
                    <a:pt x="888" y="6098"/>
                    <a:pt x="678" y="6842"/>
                  </a:cubicBezTo>
                  <a:cubicBezTo>
                    <a:pt x="468" y="7577"/>
                    <a:pt x="48" y="7796"/>
                    <a:pt x="67" y="9055"/>
                  </a:cubicBezTo>
                  <a:cubicBezTo>
                    <a:pt x="77" y="9303"/>
                    <a:pt x="48" y="9551"/>
                    <a:pt x="1" y="9790"/>
                  </a:cubicBezTo>
                  <a:cubicBezTo>
                    <a:pt x="487" y="8302"/>
                    <a:pt x="1584" y="7653"/>
                    <a:pt x="1689" y="6222"/>
                  </a:cubicBezTo>
                  <a:cubicBezTo>
                    <a:pt x="1718" y="5974"/>
                    <a:pt x="1670" y="5707"/>
                    <a:pt x="1756" y="5468"/>
                  </a:cubicBezTo>
                  <a:cubicBezTo>
                    <a:pt x="2042" y="4629"/>
                    <a:pt x="2872" y="4667"/>
                    <a:pt x="3540" y="3589"/>
                  </a:cubicBezTo>
                  <a:cubicBezTo>
                    <a:pt x="4322" y="2330"/>
                    <a:pt x="5162" y="2902"/>
                    <a:pt x="5725" y="2187"/>
                  </a:cubicBezTo>
                  <a:lnTo>
                    <a:pt x="5725" y="231"/>
                  </a:lnTo>
                  <a:cubicBezTo>
                    <a:pt x="5639" y="231"/>
                    <a:pt x="5553" y="212"/>
                    <a:pt x="5486" y="164"/>
                  </a:cubicBezTo>
                  <a:cubicBezTo>
                    <a:pt x="5318" y="58"/>
                    <a:pt x="5125" y="1"/>
                    <a:pt x="4938"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386" name="Google Shape;11386;p64"/>
          <p:cNvGrpSpPr/>
          <p:nvPr/>
        </p:nvGrpSpPr>
        <p:grpSpPr>
          <a:xfrm>
            <a:off x="6237362" y="3636526"/>
            <a:ext cx="274550" cy="354833"/>
            <a:chOff x="6253637" y="3790101"/>
            <a:chExt cx="274550" cy="354833"/>
          </a:xfrm>
        </p:grpSpPr>
        <p:sp>
          <p:nvSpPr>
            <p:cNvPr id="11387" name="Google Shape;11387;p64"/>
            <p:cNvSpPr/>
            <p:nvPr/>
          </p:nvSpPr>
          <p:spPr>
            <a:xfrm>
              <a:off x="6253637" y="3987300"/>
              <a:ext cx="274550" cy="157634"/>
            </a:xfrm>
            <a:custGeom>
              <a:avLst/>
              <a:gdLst/>
              <a:ahLst/>
              <a:cxnLst/>
              <a:rect l="l" t="t" r="r" b="b"/>
              <a:pathLst>
                <a:path w="10485" h="6020" extrusionOk="0">
                  <a:moveTo>
                    <a:pt x="3702" y="0"/>
                  </a:moveTo>
                  <a:cubicBezTo>
                    <a:pt x="3702" y="678"/>
                    <a:pt x="3253" y="1279"/>
                    <a:pt x="2605" y="1469"/>
                  </a:cubicBezTo>
                  <a:lnTo>
                    <a:pt x="935" y="1956"/>
                  </a:lnTo>
                  <a:cubicBezTo>
                    <a:pt x="382" y="2128"/>
                    <a:pt x="0" y="2633"/>
                    <a:pt x="0" y="3215"/>
                  </a:cubicBezTo>
                  <a:lnTo>
                    <a:pt x="0" y="5362"/>
                  </a:lnTo>
                  <a:cubicBezTo>
                    <a:pt x="0" y="5724"/>
                    <a:pt x="286" y="6020"/>
                    <a:pt x="649" y="6020"/>
                  </a:cubicBezTo>
                  <a:lnTo>
                    <a:pt x="9826" y="6020"/>
                  </a:lnTo>
                  <a:cubicBezTo>
                    <a:pt x="10189" y="6020"/>
                    <a:pt x="10485" y="5724"/>
                    <a:pt x="10485" y="5362"/>
                  </a:cubicBezTo>
                  <a:lnTo>
                    <a:pt x="10485" y="3215"/>
                  </a:lnTo>
                  <a:cubicBezTo>
                    <a:pt x="10485" y="2633"/>
                    <a:pt x="10094" y="2118"/>
                    <a:pt x="9531" y="1956"/>
                  </a:cubicBezTo>
                  <a:lnTo>
                    <a:pt x="7861" y="1469"/>
                  </a:lnTo>
                  <a:cubicBezTo>
                    <a:pt x="7212" y="1279"/>
                    <a:pt x="6764" y="678"/>
                    <a:pt x="6764"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8" name="Google Shape;11388;p64"/>
            <p:cNvSpPr/>
            <p:nvPr/>
          </p:nvSpPr>
          <p:spPr>
            <a:xfrm>
              <a:off x="6310590" y="3801701"/>
              <a:ext cx="160147" cy="244830"/>
            </a:xfrm>
            <a:custGeom>
              <a:avLst/>
              <a:gdLst/>
              <a:ahLst/>
              <a:cxnLst/>
              <a:rect l="l" t="t" r="r" b="b"/>
              <a:pathLst>
                <a:path w="6116" h="9350" extrusionOk="0">
                  <a:moveTo>
                    <a:pt x="3063" y="0"/>
                  </a:moveTo>
                  <a:cubicBezTo>
                    <a:pt x="1374" y="0"/>
                    <a:pt x="0" y="1364"/>
                    <a:pt x="0" y="3053"/>
                  </a:cubicBezTo>
                  <a:lnTo>
                    <a:pt x="0" y="4579"/>
                  </a:lnTo>
                  <a:cubicBezTo>
                    <a:pt x="0" y="6344"/>
                    <a:pt x="1117" y="7403"/>
                    <a:pt x="2099" y="8348"/>
                  </a:cubicBezTo>
                  <a:cubicBezTo>
                    <a:pt x="2443" y="8653"/>
                    <a:pt x="2767" y="8987"/>
                    <a:pt x="3053" y="9349"/>
                  </a:cubicBezTo>
                  <a:cubicBezTo>
                    <a:pt x="3349" y="8987"/>
                    <a:pt x="3664" y="8653"/>
                    <a:pt x="4007" y="8348"/>
                  </a:cubicBezTo>
                  <a:cubicBezTo>
                    <a:pt x="4999" y="7403"/>
                    <a:pt x="6106" y="6344"/>
                    <a:pt x="6106" y="4579"/>
                  </a:cubicBezTo>
                  <a:lnTo>
                    <a:pt x="6115" y="3053"/>
                  </a:lnTo>
                  <a:cubicBezTo>
                    <a:pt x="6115" y="1364"/>
                    <a:pt x="4751" y="0"/>
                    <a:pt x="3063"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9" name="Google Shape;11389;p64"/>
            <p:cNvSpPr/>
            <p:nvPr/>
          </p:nvSpPr>
          <p:spPr>
            <a:xfrm>
              <a:off x="6373276" y="3984551"/>
              <a:ext cx="34512" cy="68709"/>
            </a:xfrm>
            <a:custGeom>
              <a:avLst/>
              <a:gdLst/>
              <a:ahLst/>
              <a:cxnLst/>
              <a:rect l="l" t="t" r="r" b="b"/>
              <a:pathLst>
                <a:path w="1318" h="2624" extrusionOk="0">
                  <a:moveTo>
                    <a:pt x="1" y="0"/>
                  </a:moveTo>
                  <a:lnTo>
                    <a:pt x="1" y="1966"/>
                  </a:lnTo>
                  <a:lnTo>
                    <a:pt x="659" y="2624"/>
                  </a:lnTo>
                  <a:lnTo>
                    <a:pt x="1317" y="1966"/>
                  </a:lnTo>
                  <a:lnTo>
                    <a:pt x="131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0" name="Google Shape;11390;p64"/>
            <p:cNvSpPr/>
            <p:nvPr/>
          </p:nvSpPr>
          <p:spPr>
            <a:xfrm>
              <a:off x="6373276" y="4001781"/>
              <a:ext cx="34512" cy="11521"/>
            </a:xfrm>
            <a:custGeom>
              <a:avLst/>
              <a:gdLst/>
              <a:ahLst/>
              <a:cxnLst/>
              <a:rect l="l" t="t" r="r" b="b"/>
              <a:pathLst>
                <a:path w="1318" h="440" extrusionOk="0">
                  <a:moveTo>
                    <a:pt x="1" y="1"/>
                  </a:moveTo>
                  <a:lnTo>
                    <a:pt x="1" y="439"/>
                  </a:lnTo>
                  <a:lnTo>
                    <a:pt x="1317" y="439"/>
                  </a:lnTo>
                  <a:lnTo>
                    <a:pt x="1317" y="1"/>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1" name="Google Shape;11391;p64"/>
            <p:cNvSpPr/>
            <p:nvPr/>
          </p:nvSpPr>
          <p:spPr>
            <a:xfrm>
              <a:off x="6373276" y="4024771"/>
              <a:ext cx="34512" cy="11260"/>
            </a:xfrm>
            <a:custGeom>
              <a:avLst/>
              <a:gdLst/>
              <a:ahLst/>
              <a:cxnLst/>
              <a:rect l="l" t="t" r="r" b="b"/>
              <a:pathLst>
                <a:path w="1318" h="430" extrusionOk="0">
                  <a:moveTo>
                    <a:pt x="1" y="0"/>
                  </a:moveTo>
                  <a:lnTo>
                    <a:pt x="1" y="430"/>
                  </a:lnTo>
                  <a:lnTo>
                    <a:pt x="1317" y="430"/>
                  </a:lnTo>
                  <a:lnTo>
                    <a:pt x="1317" y="0"/>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2" name="Google Shape;11392;p64"/>
            <p:cNvSpPr/>
            <p:nvPr/>
          </p:nvSpPr>
          <p:spPr>
            <a:xfrm>
              <a:off x="6333318" y="3927337"/>
              <a:ext cx="114428" cy="65724"/>
            </a:xfrm>
            <a:custGeom>
              <a:avLst/>
              <a:gdLst/>
              <a:ahLst/>
              <a:cxnLst/>
              <a:rect l="l" t="t" r="r" b="b"/>
              <a:pathLst>
                <a:path w="4370" h="2510" extrusionOk="0">
                  <a:moveTo>
                    <a:pt x="1" y="1"/>
                  </a:moveTo>
                  <a:lnTo>
                    <a:pt x="1" y="1165"/>
                  </a:lnTo>
                  <a:cubicBezTo>
                    <a:pt x="1" y="1518"/>
                    <a:pt x="220" y="1842"/>
                    <a:pt x="544" y="1975"/>
                  </a:cubicBezTo>
                  <a:lnTo>
                    <a:pt x="1613" y="2395"/>
                  </a:lnTo>
                  <a:cubicBezTo>
                    <a:pt x="1799" y="2472"/>
                    <a:pt x="1992" y="2510"/>
                    <a:pt x="2184" y="2510"/>
                  </a:cubicBezTo>
                  <a:cubicBezTo>
                    <a:pt x="2376" y="2510"/>
                    <a:pt x="2567" y="2472"/>
                    <a:pt x="2748" y="2395"/>
                  </a:cubicBezTo>
                  <a:lnTo>
                    <a:pt x="3816" y="1975"/>
                  </a:lnTo>
                  <a:cubicBezTo>
                    <a:pt x="4150" y="1842"/>
                    <a:pt x="4370" y="1518"/>
                    <a:pt x="4370" y="1165"/>
                  </a:cubicBezTo>
                  <a:lnTo>
                    <a:pt x="4370"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3" name="Google Shape;11393;p64"/>
            <p:cNvSpPr/>
            <p:nvPr/>
          </p:nvSpPr>
          <p:spPr>
            <a:xfrm>
              <a:off x="6333318" y="3927337"/>
              <a:ext cx="114428" cy="34512"/>
            </a:xfrm>
            <a:custGeom>
              <a:avLst/>
              <a:gdLst/>
              <a:ahLst/>
              <a:cxnLst/>
              <a:rect l="l" t="t" r="r" b="b"/>
              <a:pathLst>
                <a:path w="4370" h="1318" extrusionOk="0">
                  <a:moveTo>
                    <a:pt x="1" y="1"/>
                  </a:moveTo>
                  <a:lnTo>
                    <a:pt x="1" y="611"/>
                  </a:lnTo>
                  <a:lnTo>
                    <a:pt x="506" y="783"/>
                  </a:lnTo>
                  <a:cubicBezTo>
                    <a:pt x="640" y="1107"/>
                    <a:pt x="954" y="1317"/>
                    <a:pt x="1307" y="1317"/>
                  </a:cubicBezTo>
                  <a:lnTo>
                    <a:pt x="3063" y="1317"/>
                  </a:lnTo>
                  <a:cubicBezTo>
                    <a:pt x="3406" y="1317"/>
                    <a:pt x="3731" y="1107"/>
                    <a:pt x="3864" y="783"/>
                  </a:cubicBezTo>
                  <a:lnTo>
                    <a:pt x="4370" y="611"/>
                  </a:lnTo>
                  <a:lnTo>
                    <a:pt x="4370" y="1"/>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4" name="Google Shape;11394;p64"/>
            <p:cNvSpPr/>
            <p:nvPr/>
          </p:nvSpPr>
          <p:spPr>
            <a:xfrm>
              <a:off x="6321823" y="3812935"/>
              <a:ext cx="137419" cy="143232"/>
            </a:xfrm>
            <a:custGeom>
              <a:avLst/>
              <a:gdLst/>
              <a:ahLst/>
              <a:cxnLst/>
              <a:rect l="l" t="t" r="r" b="b"/>
              <a:pathLst>
                <a:path w="5248" h="5470" extrusionOk="0">
                  <a:moveTo>
                    <a:pt x="2612" y="0"/>
                  </a:moveTo>
                  <a:cubicBezTo>
                    <a:pt x="2600" y="0"/>
                    <a:pt x="2588" y="0"/>
                    <a:pt x="2576" y="0"/>
                  </a:cubicBezTo>
                  <a:cubicBezTo>
                    <a:pt x="1136" y="29"/>
                    <a:pt x="1" y="1269"/>
                    <a:pt x="1" y="2710"/>
                  </a:cubicBezTo>
                  <a:lnTo>
                    <a:pt x="1" y="3902"/>
                  </a:lnTo>
                  <a:cubicBezTo>
                    <a:pt x="1" y="4188"/>
                    <a:pt x="182" y="4436"/>
                    <a:pt x="449" y="4522"/>
                  </a:cubicBezTo>
                  <a:lnTo>
                    <a:pt x="1088" y="4742"/>
                  </a:lnTo>
                  <a:cubicBezTo>
                    <a:pt x="1203" y="4780"/>
                    <a:pt x="1298" y="4866"/>
                    <a:pt x="1346" y="4980"/>
                  </a:cubicBezTo>
                  <a:cubicBezTo>
                    <a:pt x="1413" y="5142"/>
                    <a:pt x="1575" y="5247"/>
                    <a:pt x="1746" y="5247"/>
                  </a:cubicBezTo>
                  <a:cubicBezTo>
                    <a:pt x="1746" y="5395"/>
                    <a:pt x="1856" y="5469"/>
                    <a:pt x="1966" y="5469"/>
                  </a:cubicBezTo>
                  <a:cubicBezTo>
                    <a:pt x="2076" y="5469"/>
                    <a:pt x="2185" y="5395"/>
                    <a:pt x="2185" y="5247"/>
                  </a:cubicBezTo>
                  <a:lnTo>
                    <a:pt x="2405" y="5247"/>
                  </a:lnTo>
                  <a:cubicBezTo>
                    <a:pt x="2405" y="5395"/>
                    <a:pt x="2514" y="5469"/>
                    <a:pt x="2624" y="5469"/>
                  </a:cubicBezTo>
                  <a:cubicBezTo>
                    <a:pt x="2734" y="5469"/>
                    <a:pt x="2844" y="5395"/>
                    <a:pt x="2844" y="5247"/>
                  </a:cubicBezTo>
                  <a:lnTo>
                    <a:pt x="3063" y="5247"/>
                  </a:lnTo>
                  <a:cubicBezTo>
                    <a:pt x="3063" y="5395"/>
                    <a:pt x="3170" y="5469"/>
                    <a:pt x="3278" y="5469"/>
                  </a:cubicBezTo>
                  <a:cubicBezTo>
                    <a:pt x="3385" y="5469"/>
                    <a:pt x="3492" y="5395"/>
                    <a:pt x="3492" y="5247"/>
                  </a:cubicBezTo>
                  <a:cubicBezTo>
                    <a:pt x="3674" y="5247"/>
                    <a:pt x="3836" y="5142"/>
                    <a:pt x="3903" y="4980"/>
                  </a:cubicBezTo>
                  <a:cubicBezTo>
                    <a:pt x="3950" y="4866"/>
                    <a:pt x="4046" y="4780"/>
                    <a:pt x="4160" y="4742"/>
                  </a:cubicBezTo>
                  <a:lnTo>
                    <a:pt x="4799" y="4522"/>
                  </a:lnTo>
                  <a:cubicBezTo>
                    <a:pt x="5066" y="4436"/>
                    <a:pt x="5248" y="4188"/>
                    <a:pt x="5248" y="3902"/>
                  </a:cubicBezTo>
                  <a:lnTo>
                    <a:pt x="5248" y="2624"/>
                  </a:lnTo>
                  <a:cubicBezTo>
                    <a:pt x="5248" y="1167"/>
                    <a:pt x="4055" y="0"/>
                    <a:pt x="2612"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5" name="Google Shape;11395;p64"/>
            <p:cNvSpPr/>
            <p:nvPr/>
          </p:nvSpPr>
          <p:spPr>
            <a:xfrm>
              <a:off x="6384772" y="3915972"/>
              <a:ext cx="11521" cy="17151"/>
            </a:xfrm>
            <a:custGeom>
              <a:avLst/>
              <a:gdLst/>
              <a:ahLst/>
              <a:cxnLst/>
              <a:rect l="l" t="t" r="r" b="b"/>
              <a:pathLst>
                <a:path w="440" h="655" extrusionOk="0">
                  <a:moveTo>
                    <a:pt x="220" y="1"/>
                  </a:moveTo>
                  <a:cubicBezTo>
                    <a:pt x="110" y="1"/>
                    <a:pt x="1" y="72"/>
                    <a:pt x="1" y="215"/>
                  </a:cubicBezTo>
                  <a:lnTo>
                    <a:pt x="1" y="435"/>
                  </a:lnTo>
                  <a:cubicBezTo>
                    <a:pt x="1" y="559"/>
                    <a:pt x="96" y="654"/>
                    <a:pt x="220" y="654"/>
                  </a:cubicBezTo>
                  <a:cubicBezTo>
                    <a:pt x="344" y="654"/>
                    <a:pt x="440" y="559"/>
                    <a:pt x="440" y="435"/>
                  </a:cubicBezTo>
                  <a:lnTo>
                    <a:pt x="440" y="215"/>
                  </a:lnTo>
                  <a:cubicBezTo>
                    <a:pt x="440" y="72"/>
                    <a:pt x="330" y="1"/>
                    <a:pt x="220" y="1"/>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6" name="Google Shape;11396;p64"/>
            <p:cNvSpPr/>
            <p:nvPr/>
          </p:nvSpPr>
          <p:spPr>
            <a:xfrm>
              <a:off x="6321823" y="3812935"/>
              <a:ext cx="85965" cy="128909"/>
            </a:xfrm>
            <a:custGeom>
              <a:avLst/>
              <a:gdLst/>
              <a:ahLst/>
              <a:cxnLst/>
              <a:rect l="l" t="t" r="r" b="b"/>
              <a:pathLst>
                <a:path w="3283" h="4923" extrusionOk="0">
                  <a:moveTo>
                    <a:pt x="2576" y="0"/>
                  </a:moveTo>
                  <a:cubicBezTo>
                    <a:pt x="1136" y="29"/>
                    <a:pt x="1" y="1269"/>
                    <a:pt x="1" y="2710"/>
                  </a:cubicBezTo>
                  <a:lnTo>
                    <a:pt x="1" y="3902"/>
                  </a:lnTo>
                  <a:cubicBezTo>
                    <a:pt x="1" y="4188"/>
                    <a:pt x="182" y="4436"/>
                    <a:pt x="449" y="4522"/>
                  </a:cubicBezTo>
                  <a:lnTo>
                    <a:pt x="1088" y="4742"/>
                  </a:lnTo>
                  <a:cubicBezTo>
                    <a:pt x="1184" y="4770"/>
                    <a:pt x="1260" y="4837"/>
                    <a:pt x="1317" y="4923"/>
                  </a:cubicBezTo>
                  <a:lnTo>
                    <a:pt x="1317" y="2624"/>
                  </a:lnTo>
                  <a:cubicBezTo>
                    <a:pt x="1317" y="1431"/>
                    <a:pt x="2119" y="392"/>
                    <a:pt x="3282" y="86"/>
                  </a:cubicBezTo>
                  <a:cubicBezTo>
                    <a:pt x="3053" y="29"/>
                    <a:pt x="2815" y="0"/>
                    <a:pt x="2576"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7" name="Google Shape;11397;p64"/>
            <p:cNvSpPr/>
            <p:nvPr/>
          </p:nvSpPr>
          <p:spPr>
            <a:xfrm>
              <a:off x="6344813" y="3881618"/>
              <a:ext cx="34250" cy="34512"/>
            </a:xfrm>
            <a:custGeom>
              <a:avLst/>
              <a:gdLst/>
              <a:ahLst/>
              <a:cxnLst/>
              <a:rect l="l" t="t" r="r" b="b"/>
              <a:pathLst>
                <a:path w="1308" h="1318" extrusionOk="0">
                  <a:moveTo>
                    <a:pt x="649" y="1"/>
                  </a:moveTo>
                  <a:cubicBezTo>
                    <a:pt x="287" y="1"/>
                    <a:pt x="0" y="297"/>
                    <a:pt x="0" y="659"/>
                  </a:cubicBezTo>
                  <a:cubicBezTo>
                    <a:pt x="0" y="1022"/>
                    <a:pt x="287" y="1317"/>
                    <a:pt x="649" y="1317"/>
                  </a:cubicBezTo>
                  <a:cubicBezTo>
                    <a:pt x="1012" y="1317"/>
                    <a:pt x="1307" y="1022"/>
                    <a:pt x="1307" y="659"/>
                  </a:cubicBezTo>
                  <a:cubicBezTo>
                    <a:pt x="1307" y="297"/>
                    <a:pt x="1012" y="1"/>
                    <a:pt x="649"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8" name="Google Shape;11398;p64"/>
            <p:cNvSpPr/>
            <p:nvPr/>
          </p:nvSpPr>
          <p:spPr>
            <a:xfrm>
              <a:off x="6341566" y="3881382"/>
              <a:ext cx="40482" cy="23252"/>
            </a:xfrm>
            <a:custGeom>
              <a:avLst/>
              <a:gdLst/>
              <a:ahLst/>
              <a:cxnLst/>
              <a:rect l="l" t="t" r="r" b="b"/>
              <a:pathLst>
                <a:path w="1546" h="888" extrusionOk="0">
                  <a:moveTo>
                    <a:pt x="773" y="0"/>
                  </a:moveTo>
                  <a:cubicBezTo>
                    <a:pt x="325" y="0"/>
                    <a:pt x="0" y="458"/>
                    <a:pt x="162" y="888"/>
                  </a:cubicBezTo>
                  <a:cubicBezTo>
                    <a:pt x="258" y="620"/>
                    <a:pt x="496" y="449"/>
                    <a:pt x="773" y="449"/>
                  </a:cubicBezTo>
                  <a:cubicBezTo>
                    <a:pt x="1050" y="449"/>
                    <a:pt x="1298" y="620"/>
                    <a:pt x="1393" y="888"/>
                  </a:cubicBezTo>
                  <a:cubicBezTo>
                    <a:pt x="1546" y="458"/>
                    <a:pt x="1231" y="0"/>
                    <a:pt x="773"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9" name="Google Shape;11399;p64"/>
            <p:cNvSpPr/>
            <p:nvPr/>
          </p:nvSpPr>
          <p:spPr>
            <a:xfrm>
              <a:off x="6402001" y="3881618"/>
              <a:ext cx="34250" cy="34512"/>
            </a:xfrm>
            <a:custGeom>
              <a:avLst/>
              <a:gdLst/>
              <a:ahLst/>
              <a:cxnLst/>
              <a:rect l="l" t="t" r="r" b="b"/>
              <a:pathLst>
                <a:path w="1308" h="1318" extrusionOk="0">
                  <a:moveTo>
                    <a:pt x="650" y="1"/>
                  </a:moveTo>
                  <a:cubicBezTo>
                    <a:pt x="287" y="1"/>
                    <a:pt x="1" y="297"/>
                    <a:pt x="1" y="659"/>
                  </a:cubicBezTo>
                  <a:cubicBezTo>
                    <a:pt x="1" y="1022"/>
                    <a:pt x="287" y="1317"/>
                    <a:pt x="650" y="1317"/>
                  </a:cubicBezTo>
                  <a:cubicBezTo>
                    <a:pt x="1012" y="1317"/>
                    <a:pt x="1308" y="1022"/>
                    <a:pt x="1308" y="659"/>
                  </a:cubicBezTo>
                  <a:cubicBezTo>
                    <a:pt x="1308" y="297"/>
                    <a:pt x="1012" y="1"/>
                    <a:pt x="650"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0" name="Google Shape;11400;p64"/>
            <p:cNvSpPr/>
            <p:nvPr/>
          </p:nvSpPr>
          <p:spPr>
            <a:xfrm>
              <a:off x="6398754" y="3881382"/>
              <a:ext cx="40744" cy="23252"/>
            </a:xfrm>
            <a:custGeom>
              <a:avLst/>
              <a:gdLst/>
              <a:ahLst/>
              <a:cxnLst/>
              <a:rect l="l" t="t" r="r" b="b"/>
              <a:pathLst>
                <a:path w="1556" h="888" extrusionOk="0">
                  <a:moveTo>
                    <a:pt x="783" y="0"/>
                  </a:moveTo>
                  <a:cubicBezTo>
                    <a:pt x="325" y="0"/>
                    <a:pt x="1" y="458"/>
                    <a:pt x="163" y="888"/>
                  </a:cubicBezTo>
                  <a:cubicBezTo>
                    <a:pt x="249" y="630"/>
                    <a:pt x="497" y="449"/>
                    <a:pt x="774" y="449"/>
                  </a:cubicBezTo>
                  <a:cubicBezTo>
                    <a:pt x="1060" y="449"/>
                    <a:pt x="1298" y="620"/>
                    <a:pt x="1394" y="888"/>
                  </a:cubicBezTo>
                  <a:cubicBezTo>
                    <a:pt x="1556" y="458"/>
                    <a:pt x="1232" y="0"/>
                    <a:pt x="783"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1" name="Google Shape;11401;p64"/>
            <p:cNvSpPr/>
            <p:nvPr/>
          </p:nvSpPr>
          <p:spPr>
            <a:xfrm>
              <a:off x="6299094" y="3790101"/>
              <a:ext cx="182876" cy="354833"/>
            </a:xfrm>
            <a:custGeom>
              <a:avLst/>
              <a:gdLst/>
              <a:ahLst/>
              <a:cxnLst/>
              <a:rect l="l" t="t" r="r" b="b"/>
              <a:pathLst>
                <a:path w="6984" h="13551" extrusionOk="0">
                  <a:moveTo>
                    <a:pt x="3502" y="443"/>
                  </a:moveTo>
                  <a:cubicBezTo>
                    <a:pt x="5190" y="443"/>
                    <a:pt x="6554" y="1807"/>
                    <a:pt x="6554" y="3496"/>
                  </a:cubicBezTo>
                  <a:lnTo>
                    <a:pt x="6545" y="5032"/>
                  </a:lnTo>
                  <a:cubicBezTo>
                    <a:pt x="6545" y="6787"/>
                    <a:pt x="5438" y="7846"/>
                    <a:pt x="4446" y="8791"/>
                  </a:cubicBezTo>
                  <a:cubicBezTo>
                    <a:pt x="4103" y="9096"/>
                    <a:pt x="3788" y="9430"/>
                    <a:pt x="3492" y="9792"/>
                  </a:cubicBezTo>
                  <a:cubicBezTo>
                    <a:pt x="3206" y="9430"/>
                    <a:pt x="2882" y="9096"/>
                    <a:pt x="2538" y="8791"/>
                  </a:cubicBezTo>
                  <a:cubicBezTo>
                    <a:pt x="1556" y="7846"/>
                    <a:pt x="439" y="6787"/>
                    <a:pt x="439" y="5032"/>
                  </a:cubicBezTo>
                  <a:lnTo>
                    <a:pt x="439" y="3496"/>
                  </a:lnTo>
                  <a:cubicBezTo>
                    <a:pt x="439" y="1807"/>
                    <a:pt x="1813" y="443"/>
                    <a:pt x="3502" y="443"/>
                  </a:cubicBezTo>
                  <a:close/>
                  <a:moveTo>
                    <a:pt x="3490" y="0"/>
                  </a:moveTo>
                  <a:cubicBezTo>
                    <a:pt x="3434" y="0"/>
                    <a:pt x="3377" y="2"/>
                    <a:pt x="3320" y="4"/>
                  </a:cubicBezTo>
                  <a:cubicBezTo>
                    <a:pt x="1441" y="100"/>
                    <a:pt x="1" y="1712"/>
                    <a:pt x="1" y="3601"/>
                  </a:cubicBezTo>
                  <a:lnTo>
                    <a:pt x="1" y="5032"/>
                  </a:lnTo>
                  <a:cubicBezTo>
                    <a:pt x="1" y="7617"/>
                    <a:pt x="2176" y="8848"/>
                    <a:pt x="3101" y="10002"/>
                  </a:cubicBezTo>
                  <a:cubicBezTo>
                    <a:pt x="3215" y="10145"/>
                    <a:pt x="3273" y="10336"/>
                    <a:pt x="3273" y="10527"/>
                  </a:cubicBezTo>
                  <a:lnTo>
                    <a:pt x="3273" y="13551"/>
                  </a:lnTo>
                  <a:lnTo>
                    <a:pt x="3712" y="13551"/>
                  </a:lnTo>
                  <a:lnTo>
                    <a:pt x="3712" y="10527"/>
                  </a:lnTo>
                  <a:cubicBezTo>
                    <a:pt x="3712" y="10336"/>
                    <a:pt x="3769" y="10145"/>
                    <a:pt x="3883" y="10002"/>
                  </a:cubicBezTo>
                  <a:cubicBezTo>
                    <a:pt x="4799" y="8838"/>
                    <a:pt x="6984" y="7617"/>
                    <a:pt x="6984" y="5022"/>
                  </a:cubicBezTo>
                  <a:lnTo>
                    <a:pt x="6984" y="3496"/>
                  </a:lnTo>
                  <a:cubicBezTo>
                    <a:pt x="6984" y="1559"/>
                    <a:pt x="5408" y="0"/>
                    <a:pt x="3490"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2" name="Google Shape;11402;p64"/>
            <p:cNvSpPr/>
            <p:nvPr/>
          </p:nvSpPr>
          <p:spPr>
            <a:xfrm>
              <a:off x="6256387" y="4048233"/>
              <a:ext cx="53967" cy="96701"/>
            </a:xfrm>
            <a:custGeom>
              <a:avLst/>
              <a:gdLst/>
              <a:ahLst/>
              <a:cxnLst/>
              <a:rect l="l" t="t" r="r" b="b"/>
              <a:pathLst>
                <a:path w="2061" h="3693" extrusionOk="0">
                  <a:moveTo>
                    <a:pt x="239" y="1"/>
                  </a:moveTo>
                  <a:cubicBezTo>
                    <a:pt x="134" y="106"/>
                    <a:pt x="57" y="239"/>
                    <a:pt x="0" y="373"/>
                  </a:cubicBezTo>
                  <a:lnTo>
                    <a:pt x="1412" y="1632"/>
                  </a:lnTo>
                  <a:cubicBezTo>
                    <a:pt x="1555" y="1756"/>
                    <a:pt x="1632" y="1928"/>
                    <a:pt x="1632" y="2119"/>
                  </a:cubicBezTo>
                  <a:lnTo>
                    <a:pt x="1632" y="3693"/>
                  </a:lnTo>
                  <a:lnTo>
                    <a:pt x="2061" y="3693"/>
                  </a:lnTo>
                  <a:lnTo>
                    <a:pt x="2061" y="2119"/>
                  </a:lnTo>
                  <a:cubicBezTo>
                    <a:pt x="2061" y="1804"/>
                    <a:pt x="1927" y="1508"/>
                    <a:pt x="1698" y="1298"/>
                  </a:cubicBezTo>
                  <a:lnTo>
                    <a:pt x="239" y="1"/>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3" name="Google Shape;11403;p64"/>
            <p:cNvSpPr/>
            <p:nvPr/>
          </p:nvSpPr>
          <p:spPr>
            <a:xfrm>
              <a:off x="6470449" y="4048233"/>
              <a:ext cx="54255" cy="96701"/>
            </a:xfrm>
            <a:custGeom>
              <a:avLst/>
              <a:gdLst/>
              <a:ahLst/>
              <a:cxnLst/>
              <a:rect l="l" t="t" r="r" b="b"/>
              <a:pathLst>
                <a:path w="2072" h="3693" extrusionOk="0">
                  <a:moveTo>
                    <a:pt x="1833" y="1"/>
                  </a:moveTo>
                  <a:lnTo>
                    <a:pt x="373" y="1298"/>
                  </a:lnTo>
                  <a:cubicBezTo>
                    <a:pt x="134" y="1508"/>
                    <a:pt x="1" y="1804"/>
                    <a:pt x="1" y="2119"/>
                  </a:cubicBezTo>
                  <a:lnTo>
                    <a:pt x="1" y="3693"/>
                  </a:lnTo>
                  <a:lnTo>
                    <a:pt x="440" y="3693"/>
                  </a:lnTo>
                  <a:lnTo>
                    <a:pt x="440" y="2119"/>
                  </a:lnTo>
                  <a:cubicBezTo>
                    <a:pt x="440" y="1928"/>
                    <a:pt x="516" y="1747"/>
                    <a:pt x="659" y="1623"/>
                  </a:cubicBezTo>
                  <a:lnTo>
                    <a:pt x="2071" y="363"/>
                  </a:lnTo>
                  <a:cubicBezTo>
                    <a:pt x="2014" y="230"/>
                    <a:pt x="1938" y="106"/>
                    <a:pt x="1833" y="1"/>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04" name="Google Shape;11404;p64"/>
          <p:cNvGrpSpPr/>
          <p:nvPr/>
        </p:nvGrpSpPr>
        <p:grpSpPr>
          <a:xfrm>
            <a:off x="5786456" y="3636605"/>
            <a:ext cx="274576" cy="354754"/>
            <a:chOff x="5802731" y="3790180"/>
            <a:chExt cx="274576" cy="354754"/>
          </a:xfrm>
        </p:grpSpPr>
        <p:sp>
          <p:nvSpPr>
            <p:cNvPr id="11405" name="Google Shape;11405;p64"/>
            <p:cNvSpPr/>
            <p:nvPr/>
          </p:nvSpPr>
          <p:spPr>
            <a:xfrm>
              <a:off x="5802731" y="4026761"/>
              <a:ext cx="274576" cy="117937"/>
            </a:xfrm>
            <a:custGeom>
              <a:avLst/>
              <a:gdLst/>
              <a:ahLst/>
              <a:cxnLst/>
              <a:rect l="l" t="t" r="r" b="b"/>
              <a:pathLst>
                <a:path w="10486" h="4504" extrusionOk="0">
                  <a:moveTo>
                    <a:pt x="3244" y="1"/>
                  </a:moveTo>
                  <a:lnTo>
                    <a:pt x="936" y="678"/>
                  </a:lnTo>
                  <a:cubicBezTo>
                    <a:pt x="382" y="840"/>
                    <a:pt x="1" y="1355"/>
                    <a:pt x="1" y="1937"/>
                  </a:cubicBezTo>
                  <a:lnTo>
                    <a:pt x="1" y="3845"/>
                  </a:lnTo>
                  <a:cubicBezTo>
                    <a:pt x="1" y="4208"/>
                    <a:pt x="296" y="4503"/>
                    <a:pt x="659" y="4503"/>
                  </a:cubicBezTo>
                  <a:lnTo>
                    <a:pt x="9827" y="4503"/>
                  </a:lnTo>
                  <a:cubicBezTo>
                    <a:pt x="10189" y="4503"/>
                    <a:pt x="10485" y="4208"/>
                    <a:pt x="10485" y="3845"/>
                  </a:cubicBezTo>
                  <a:lnTo>
                    <a:pt x="10485" y="1937"/>
                  </a:lnTo>
                  <a:cubicBezTo>
                    <a:pt x="10485" y="1355"/>
                    <a:pt x="10103" y="840"/>
                    <a:pt x="9541" y="678"/>
                  </a:cubicBezTo>
                  <a:lnTo>
                    <a:pt x="7241"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6" name="Google Shape;11406;p64"/>
            <p:cNvSpPr/>
            <p:nvPr/>
          </p:nvSpPr>
          <p:spPr>
            <a:xfrm>
              <a:off x="5899904" y="4030270"/>
              <a:ext cx="80231" cy="114428"/>
            </a:xfrm>
            <a:custGeom>
              <a:avLst/>
              <a:gdLst/>
              <a:ahLst/>
              <a:cxnLst/>
              <a:rect l="l" t="t" r="r" b="b"/>
              <a:pathLst>
                <a:path w="3064" h="4370" extrusionOk="0">
                  <a:moveTo>
                    <a:pt x="1" y="0"/>
                  </a:moveTo>
                  <a:lnTo>
                    <a:pt x="440" y="4369"/>
                  </a:lnTo>
                  <a:lnTo>
                    <a:pt x="2624" y="4369"/>
                  </a:lnTo>
                  <a:lnTo>
                    <a:pt x="3063"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7" name="Google Shape;11407;p64"/>
            <p:cNvSpPr/>
            <p:nvPr/>
          </p:nvSpPr>
          <p:spPr>
            <a:xfrm>
              <a:off x="5899904" y="4030506"/>
              <a:ext cx="80231" cy="34250"/>
            </a:xfrm>
            <a:custGeom>
              <a:avLst/>
              <a:gdLst/>
              <a:ahLst/>
              <a:cxnLst/>
              <a:rect l="l" t="t" r="r" b="b"/>
              <a:pathLst>
                <a:path w="3064" h="1308" extrusionOk="0">
                  <a:moveTo>
                    <a:pt x="1" y="1"/>
                  </a:moveTo>
                  <a:lnTo>
                    <a:pt x="67" y="649"/>
                  </a:lnTo>
                  <a:cubicBezTo>
                    <a:pt x="459" y="1088"/>
                    <a:pt x="995" y="1308"/>
                    <a:pt x="1532" y="1308"/>
                  </a:cubicBezTo>
                  <a:cubicBezTo>
                    <a:pt x="2068" y="1308"/>
                    <a:pt x="2605" y="1088"/>
                    <a:pt x="2996" y="649"/>
                  </a:cubicBezTo>
                  <a:lnTo>
                    <a:pt x="3063"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8" name="Google Shape;11408;p64"/>
            <p:cNvSpPr/>
            <p:nvPr/>
          </p:nvSpPr>
          <p:spPr>
            <a:xfrm>
              <a:off x="5899904" y="3973318"/>
              <a:ext cx="80231" cy="79943"/>
            </a:xfrm>
            <a:custGeom>
              <a:avLst/>
              <a:gdLst/>
              <a:ahLst/>
              <a:cxnLst/>
              <a:rect l="l" t="t" r="r" b="b"/>
              <a:pathLst>
                <a:path w="3064" h="3053" extrusionOk="0">
                  <a:moveTo>
                    <a:pt x="1" y="0"/>
                  </a:moveTo>
                  <a:lnTo>
                    <a:pt x="1" y="1526"/>
                  </a:lnTo>
                  <a:cubicBezTo>
                    <a:pt x="1" y="2366"/>
                    <a:pt x="688" y="3053"/>
                    <a:pt x="1527" y="3053"/>
                  </a:cubicBezTo>
                  <a:cubicBezTo>
                    <a:pt x="2376" y="3053"/>
                    <a:pt x="3053" y="2375"/>
                    <a:pt x="3063" y="1526"/>
                  </a:cubicBezTo>
                  <a:lnTo>
                    <a:pt x="3063"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9" name="Google Shape;11409;p64"/>
            <p:cNvSpPr/>
            <p:nvPr/>
          </p:nvSpPr>
          <p:spPr>
            <a:xfrm>
              <a:off x="5899904" y="3973318"/>
              <a:ext cx="80231" cy="34119"/>
            </a:xfrm>
            <a:custGeom>
              <a:avLst/>
              <a:gdLst/>
              <a:ahLst/>
              <a:cxnLst/>
              <a:rect l="l" t="t" r="r" b="b"/>
              <a:pathLst>
                <a:path w="3064" h="1303" extrusionOk="0">
                  <a:moveTo>
                    <a:pt x="1" y="0"/>
                  </a:moveTo>
                  <a:lnTo>
                    <a:pt x="1" y="916"/>
                  </a:lnTo>
                  <a:cubicBezTo>
                    <a:pt x="478" y="1173"/>
                    <a:pt x="1002" y="1302"/>
                    <a:pt x="1528" y="1302"/>
                  </a:cubicBezTo>
                  <a:cubicBezTo>
                    <a:pt x="2054" y="1302"/>
                    <a:pt x="2581" y="1173"/>
                    <a:pt x="3063" y="916"/>
                  </a:cubicBezTo>
                  <a:lnTo>
                    <a:pt x="306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0" name="Google Shape;11410;p64"/>
            <p:cNvSpPr/>
            <p:nvPr/>
          </p:nvSpPr>
          <p:spPr>
            <a:xfrm>
              <a:off x="5843711" y="3841659"/>
              <a:ext cx="192355" cy="154413"/>
            </a:xfrm>
            <a:custGeom>
              <a:avLst/>
              <a:gdLst/>
              <a:ahLst/>
              <a:cxnLst/>
              <a:rect l="l" t="t" r="r" b="b"/>
              <a:pathLst>
                <a:path w="7346" h="5897" extrusionOk="0">
                  <a:moveTo>
                    <a:pt x="830" y="0"/>
                  </a:moveTo>
                  <a:lnTo>
                    <a:pt x="830" y="2185"/>
                  </a:lnTo>
                  <a:lnTo>
                    <a:pt x="725" y="2185"/>
                  </a:lnTo>
                  <a:cubicBezTo>
                    <a:pt x="0" y="2185"/>
                    <a:pt x="0" y="3273"/>
                    <a:pt x="725" y="3273"/>
                  </a:cubicBezTo>
                  <a:lnTo>
                    <a:pt x="840" y="3273"/>
                  </a:lnTo>
                  <a:cubicBezTo>
                    <a:pt x="954" y="4751"/>
                    <a:pt x="2194" y="5896"/>
                    <a:pt x="3673" y="5896"/>
                  </a:cubicBezTo>
                  <a:cubicBezTo>
                    <a:pt x="5152" y="5896"/>
                    <a:pt x="6392" y="4751"/>
                    <a:pt x="6497" y="3273"/>
                  </a:cubicBezTo>
                  <a:lnTo>
                    <a:pt x="6621" y="3273"/>
                  </a:lnTo>
                  <a:cubicBezTo>
                    <a:pt x="7346" y="3273"/>
                    <a:pt x="7346" y="2185"/>
                    <a:pt x="6621" y="2185"/>
                  </a:cubicBezTo>
                  <a:lnTo>
                    <a:pt x="6516" y="2185"/>
                  </a:lnTo>
                  <a:lnTo>
                    <a:pt x="6516" y="0"/>
                  </a:ln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1" name="Google Shape;11411;p64"/>
            <p:cNvSpPr/>
            <p:nvPr/>
          </p:nvSpPr>
          <p:spPr>
            <a:xfrm>
              <a:off x="5899904" y="3899293"/>
              <a:ext cx="11521" cy="17334"/>
            </a:xfrm>
            <a:custGeom>
              <a:avLst/>
              <a:gdLst/>
              <a:ahLst/>
              <a:cxnLst/>
              <a:rect l="l" t="t" r="r" b="b"/>
              <a:pathLst>
                <a:path w="440" h="662" extrusionOk="0">
                  <a:moveTo>
                    <a:pt x="220" y="1"/>
                  </a:moveTo>
                  <a:cubicBezTo>
                    <a:pt x="110" y="1"/>
                    <a:pt x="1" y="75"/>
                    <a:pt x="1" y="223"/>
                  </a:cubicBezTo>
                  <a:lnTo>
                    <a:pt x="1" y="442"/>
                  </a:lnTo>
                  <a:cubicBezTo>
                    <a:pt x="1" y="557"/>
                    <a:pt x="96" y="661"/>
                    <a:pt x="220" y="661"/>
                  </a:cubicBezTo>
                  <a:cubicBezTo>
                    <a:pt x="335" y="661"/>
                    <a:pt x="440" y="557"/>
                    <a:pt x="440" y="442"/>
                  </a:cubicBezTo>
                  <a:lnTo>
                    <a:pt x="440" y="223"/>
                  </a:lnTo>
                  <a:cubicBezTo>
                    <a:pt x="440" y="75"/>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2" name="Google Shape;11412;p64"/>
            <p:cNvSpPr/>
            <p:nvPr/>
          </p:nvSpPr>
          <p:spPr>
            <a:xfrm>
              <a:off x="5968613" y="3899293"/>
              <a:ext cx="11521" cy="17334"/>
            </a:xfrm>
            <a:custGeom>
              <a:avLst/>
              <a:gdLst/>
              <a:ahLst/>
              <a:cxnLst/>
              <a:rect l="l" t="t" r="r" b="b"/>
              <a:pathLst>
                <a:path w="440" h="662" extrusionOk="0">
                  <a:moveTo>
                    <a:pt x="220" y="1"/>
                  </a:moveTo>
                  <a:cubicBezTo>
                    <a:pt x="110" y="1"/>
                    <a:pt x="0" y="75"/>
                    <a:pt x="0" y="223"/>
                  </a:cubicBezTo>
                  <a:lnTo>
                    <a:pt x="0" y="442"/>
                  </a:lnTo>
                  <a:cubicBezTo>
                    <a:pt x="0" y="557"/>
                    <a:pt x="96" y="661"/>
                    <a:pt x="220" y="661"/>
                  </a:cubicBezTo>
                  <a:cubicBezTo>
                    <a:pt x="334" y="661"/>
                    <a:pt x="429" y="557"/>
                    <a:pt x="439" y="442"/>
                  </a:cubicBezTo>
                  <a:lnTo>
                    <a:pt x="439" y="223"/>
                  </a:lnTo>
                  <a:cubicBezTo>
                    <a:pt x="439" y="75"/>
                    <a:pt x="329"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3" name="Google Shape;11413;p64"/>
            <p:cNvSpPr/>
            <p:nvPr/>
          </p:nvSpPr>
          <p:spPr>
            <a:xfrm>
              <a:off x="5892415" y="3881618"/>
              <a:ext cx="26499" cy="11521"/>
            </a:xfrm>
            <a:custGeom>
              <a:avLst/>
              <a:gdLst/>
              <a:ahLst/>
              <a:cxnLst/>
              <a:rect l="l" t="t" r="r" b="b"/>
              <a:pathLst>
                <a:path w="1012" h="440" extrusionOk="0">
                  <a:moveTo>
                    <a:pt x="287" y="1"/>
                  </a:moveTo>
                  <a:cubicBezTo>
                    <a:pt x="0" y="1"/>
                    <a:pt x="0" y="440"/>
                    <a:pt x="287" y="440"/>
                  </a:cubicBezTo>
                  <a:lnTo>
                    <a:pt x="726" y="440"/>
                  </a:lnTo>
                  <a:cubicBezTo>
                    <a:pt x="1012" y="440"/>
                    <a:pt x="1012" y="1"/>
                    <a:pt x="72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4" name="Google Shape;11414;p64"/>
            <p:cNvSpPr/>
            <p:nvPr/>
          </p:nvSpPr>
          <p:spPr>
            <a:xfrm>
              <a:off x="5960863" y="3881618"/>
              <a:ext cx="26761" cy="11521"/>
            </a:xfrm>
            <a:custGeom>
              <a:avLst/>
              <a:gdLst/>
              <a:ahLst/>
              <a:cxnLst/>
              <a:rect l="l" t="t" r="r" b="b"/>
              <a:pathLst>
                <a:path w="1022" h="440" extrusionOk="0">
                  <a:moveTo>
                    <a:pt x="296" y="1"/>
                  </a:moveTo>
                  <a:cubicBezTo>
                    <a:pt x="0" y="1"/>
                    <a:pt x="0" y="440"/>
                    <a:pt x="296" y="440"/>
                  </a:cubicBezTo>
                  <a:lnTo>
                    <a:pt x="735" y="440"/>
                  </a:lnTo>
                  <a:cubicBezTo>
                    <a:pt x="1021" y="440"/>
                    <a:pt x="1021" y="1"/>
                    <a:pt x="73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5" name="Google Shape;11415;p64"/>
            <p:cNvSpPr/>
            <p:nvPr/>
          </p:nvSpPr>
          <p:spPr>
            <a:xfrm>
              <a:off x="5846460" y="3841659"/>
              <a:ext cx="154884" cy="154387"/>
            </a:xfrm>
            <a:custGeom>
              <a:avLst/>
              <a:gdLst/>
              <a:ahLst/>
              <a:cxnLst/>
              <a:rect l="l" t="t" r="r" b="b"/>
              <a:pathLst>
                <a:path w="5915" h="5896" extrusionOk="0">
                  <a:moveTo>
                    <a:pt x="735" y="0"/>
                  </a:moveTo>
                  <a:lnTo>
                    <a:pt x="735" y="2185"/>
                  </a:lnTo>
                  <a:lnTo>
                    <a:pt x="639" y="2185"/>
                  </a:lnTo>
                  <a:cubicBezTo>
                    <a:pt x="632" y="2185"/>
                    <a:pt x="625" y="2185"/>
                    <a:pt x="619" y="2185"/>
                  </a:cubicBezTo>
                  <a:cubicBezTo>
                    <a:pt x="379" y="2185"/>
                    <a:pt x="170" y="2345"/>
                    <a:pt x="96" y="2586"/>
                  </a:cubicBezTo>
                  <a:cubicBezTo>
                    <a:pt x="0" y="2929"/>
                    <a:pt x="258" y="3273"/>
                    <a:pt x="620" y="3273"/>
                  </a:cubicBezTo>
                  <a:lnTo>
                    <a:pt x="744" y="3273"/>
                  </a:lnTo>
                  <a:cubicBezTo>
                    <a:pt x="848" y="4776"/>
                    <a:pt x="2093" y="5895"/>
                    <a:pt x="3546" y="5895"/>
                  </a:cubicBezTo>
                  <a:cubicBezTo>
                    <a:pt x="3698" y="5895"/>
                    <a:pt x="3852" y="5883"/>
                    <a:pt x="4007" y="5858"/>
                  </a:cubicBezTo>
                  <a:cubicBezTo>
                    <a:pt x="2624" y="5648"/>
                    <a:pt x="1603" y="4456"/>
                    <a:pt x="1603" y="3063"/>
                  </a:cubicBezTo>
                  <a:lnTo>
                    <a:pt x="1603" y="1727"/>
                  </a:lnTo>
                  <a:cubicBezTo>
                    <a:pt x="1603" y="1234"/>
                    <a:pt x="1996" y="838"/>
                    <a:pt x="2481" y="838"/>
                  </a:cubicBezTo>
                  <a:cubicBezTo>
                    <a:pt x="2503" y="838"/>
                    <a:pt x="2525" y="838"/>
                    <a:pt x="2547" y="840"/>
                  </a:cubicBezTo>
                  <a:cubicBezTo>
                    <a:pt x="2690" y="850"/>
                    <a:pt x="2843" y="859"/>
                    <a:pt x="2996" y="859"/>
                  </a:cubicBezTo>
                  <a:cubicBezTo>
                    <a:pt x="3711" y="850"/>
                    <a:pt x="4417" y="745"/>
                    <a:pt x="5104" y="563"/>
                  </a:cubicBezTo>
                  <a:cubicBezTo>
                    <a:pt x="5428" y="468"/>
                    <a:pt x="5715" y="277"/>
                    <a:pt x="5915"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6" name="Google Shape;11416;p64"/>
            <p:cNvSpPr/>
            <p:nvPr/>
          </p:nvSpPr>
          <p:spPr>
            <a:xfrm>
              <a:off x="5854185" y="3818643"/>
              <a:ext cx="40011" cy="83006"/>
            </a:xfrm>
            <a:custGeom>
              <a:avLst/>
              <a:gdLst/>
              <a:ahLst/>
              <a:cxnLst/>
              <a:rect l="l" t="t" r="r" b="b"/>
              <a:pathLst>
                <a:path w="1528" h="3170" extrusionOk="0">
                  <a:moveTo>
                    <a:pt x="1444" y="1"/>
                  </a:moveTo>
                  <a:cubicBezTo>
                    <a:pt x="648" y="1"/>
                    <a:pt x="1" y="609"/>
                    <a:pt x="1" y="1318"/>
                  </a:cubicBezTo>
                  <a:lnTo>
                    <a:pt x="1" y="3169"/>
                  </a:lnTo>
                  <a:lnTo>
                    <a:pt x="487" y="3112"/>
                  </a:lnTo>
                  <a:cubicBezTo>
                    <a:pt x="707" y="3083"/>
                    <a:pt x="869" y="2902"/>
                    <a:pt x="869" y="2673"/>
                  </a:cubicBezTo>
                  <a:lnTo>
                    <a:pt x="869" y="2406"/>
                  </a:lnTo>
                  <a:cubicBezTo>
                    <a:pt x="869" y="1538"/>
                    <a:pt x="1527" y="879"/>
                    <a:pt x="1527" y="879"/>
                  </a:cubicBezTo>
                  <a:lnTo>
                    <a:pt x="1499" y="2"/>
                  </a:lnTo>
                  <a:cubicBezTo>
                    <a:pt x="1480" y="1"/>
                    <a:pt x="1462" y="1"/>
                    <a:pt x="1444"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7" name="Google Shape;11417;p64"/>
            <p:cNvSpPr/>
            <p:nvPr/>
          </p:nvSpPr>
          <p:spPr>
            <a:xfrm>
              <a:off x="5939888" y="4007515"/>
              <a:ext cx="72951" cy="137419"/>
            </a:xfrm>
            <a:custGeom>
              <a:avLst/>
              <a:gdLst/>
              <a:ahLst/>
              <a:cxnLst/>
              <a:rect l="l" t="t" r="r" b="b"/>
              <a:pathLst>
                <a:path w="2786" h="5248" extrusionOk="0">
                  <a:moveTo>
                    <a:pt x="1536" y="1"/>
                  </a:moveTo>
                  <a:lnTo>
                    <a:pt x="0" y="5248"/>
                  </a:lnTo>
                  <a:lnTo>
                    <a:pt x="1317" y="5248"/>
                  </a:lnTo>
                  <a:lnTo>
                    <a:pt x="2700" y="2462"/>
                  </a:lnTo>
                  <a:cubicBezTo>
                    <a:pt x="2786" y="2300"/>
                    <a:pt x="2757" y="2090"/>
                    <a:pt x="2624" y="1966"/>
                  </a:cubicBezTo>
                  <a:lnTo>
                    <a:pt x="2185" y="1527"/>
                  </a:lnTo>
                  <a:lnTo>
                    <a:pt x="2652" y="907"/>
                  </a:lnTo>
                  <a:cubicBezTo>
                    <a:pt x="2748" y="774"/>
                    <a:pt x="2709" y="583"/>
                    <a:pt x="2557" y="516"/>
                  </a:cubicBezTo>
                  <a:lnTo>
                    <a:pt x="1536"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8" name="Google Shape;11418;p64"/>
            <p:cNvSpPr/>
            <p:nvPr/>
          </p:nvSpPr>
          <p:spPr>
            <a:xfrm>
              <a:off x="6012316" y="4093323"/>
              <a:ext cx="43755" cy="40011"/>
            </a:xfrm>
            <a:custGeom>
              <a:avLst/>
              <a:gdLst/>
              <a:ahLst/>
              <a:cxnLst/>
              <a:rect l="l" t="t" r="r" b="b"/>
              <a:pathLst>
                <a:path w="1671" h="1528" extrusionOk="0">
                  <a:moveTo>
                    <a:pt x="840" y="1"/>
                  </a:moveTo>
                  <a:cubicBezTo>
                    <a:pt x="730" y="1"/>
                    <a:pt x="621" y="72"/>
                    <a:pt x="621" y="216"/>
                  </a:cubicBezTo>
                  <a:lnTo>
                    <a:pt x="621" y="549"/>
                  </a:lnTo>
                  <a:lnTo>
                    <a:pt x="296" y="549"/>
                  </a:lnTo>
                  <a:cubicBezTo>
                    <a:pt x="293" y="549"/>
                    <a:pt x="290" y="549"/>
                    <a:pt x="287" y="549"/>
                  </a:cubicBezTo>
                  <a:cubicBezTo>
                    <a:pt x="1" y="549"/>
                    <a:pt x="4" y="979"/>
                    <a:pt x="296" y="979"/>
                  </a:cubicBezTo>
                  <a:lnTo>
                    <a:pt x="621" y="979"/>
                  </a:lnTo>
                  <a:lnTo>
                    <a:pt x="621" y="1313"/>
                  </a:lnTo>
                  <a:cubicBezTo>
                    <a:pt x="621" y="1456"/>
                    <a:pt x="730" y="1527"/>
                    <a:pt x="840" y="1527"/>
                  </a:cubicBezTo>
                  <a:cubicBezTo>
                    <a:pt x="950" y="1527"/>
                    <a:pt x="1060" y="1456"/>
                    <a:pt x="1060" y="1313"/>
                  </a:cubicBezTo>
                  <a:lnTo>
                    <a:pt x="1060" y="979"/>
                  </a:lnTo>
                  <a:lnTo>
                    <a:pt x="1384" y="979"/>
                  </a:lnTo>
                  <a:cubicBezTo>
                    <a:pt x="1670" y="979"/>
                    <a:pt x="1670" y="549"/>
                    <a:pt x="1384" y="549"/>
                  </a:cubicBezTo>
                  <a:lnTo>
                    <a:pt x="1060" y="549"/>
                  </a:lnTo>
                  <a:lnTo>
                    <a:pt x="1060" y="216"/>
                  </a:lnTo>
                  <a:cubicBezTo>
                    <a:pt x="1060" y="72"/>
                    <a:pt x="950" y="1"/>
                    <a:pt x="840"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9" name="Google Shape;11419;p64"/>
            <p:cNvSpPr/>
            <p:nvPr/>
          </p:nvSpPr>
          <p:spPr>
            <a:xfrm>
              <a:off x="5985843" y="3801649"/>
              <a:ext cx="39984" cy="100001"/>
            </a:xfrm>
            <a:custGeom>
              <a:avLst/>
              <a:gdLst/>
              <a:ahLst/>
              <a:cxnLst/>
              <a:rect l="l" t="t" r="r" b="b"/>
              <a:pathLst>
                <a:path w="1527" h="3819" extrusionOk="0">
                  <a:moveTo>
                    <a:pt x="91" y="0"/>
                  </a:moveTo>
                  <a:cubicBezTo>
                    <a:pt x="68" y="0"/>
                    <a:pt x="44" y="1"/>
                    <a:pt x="20" y="2"/>
                  </a:cubicBezTo>
                  <a:lnTo>
                    <a:pt x="0" y="1528"/>
                  </a:lnTo>
                  <a:cubicBezTo>
                    <a:pt x="0" y="1528"/>
                    <a:pt x="649" y="2187"/>
                    <a:pt x="649" y="3055"/>
                  </a:cubicBezTo>
                  <a:lnTo>
                    <a:pt x="649" y="3322"/>
                  </a:lnTo>
                  <a:cubicBezTo>
                    <a:pt x="649" y="3541"/>
                    <a:pt x="811" y="3732"/>
                    <a:pt x="1031" y="3761"/>
                  </a:cubicBezTo>
                  <a:lnTo>
                    <a:pt x="1527" y="3818"/>
                  </a:lnTo>
                  <a:lnTo>
                    <a:pt x="1527" y="1309"/>
                  </a:lnTo>
                  <a:cubicBezTo>
                    <a:pt x="1527" y="605"/>
                    <a:pt x="880" y="0"/>
                    <a:pt x="91"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0" name="Google Shape;11420;p64"/>
            <p:cNvSpPr/>
            <p:nvPr/>
          </p:nvSpPr>
          <p:spPr>
            <a:xfrm>
              <a:off x="5914672" y="3938753"/>
              <a:ext cx="50668" cy="17361"/>
            </a:xfrm>
            <a:custGeom>
              <a:avLst/>
              <a:gdLst/>
              <a:ahLst/>
              <a:cxnLst/>
              <a:rect l="l" t="t" r="r" b="b"/>
              <a:pathLst>
                <a:path w="1935" h="663" extrusionOk="0">
                  <a:moveTo>
                    <a:pt x="312" y="1"/>
                  </a:moveTo>
                  <a:cubicBezTo>
                    <a:pt x="143" y="1"/>
                    <a:pt x="1" y="222"/>
                    <a:pt x="162" y="376"/>
                  </a:cubicBezTo>
                  <a:cubicBezTo>
                    <a:pt x="372" y="558"/>
                    <a:pt x="643" y="662"/>
                    <a:pt x="926" y="662"/>
                  </a:cubicBezTo>
                  <a:cubicBezTo>
                    <a:pt x="938" y="662"/>
                    <a:pt x="951" y="662"/>
                    <a:pt x="963" y="662"/>
                  </a:cubicBezTo>
                  <a:cubicBezTo>
                    <a:pt x="975" y="662"/>
                    <a:pt x="988" y="662"/>
                    <a:pt x="1000" y="662"/>
                  </a:cubicBezTo>
                  <a:cubicBezTo>
                    <a:pt x="1283" y="662"/>
                    <a:pt x="1564" y="558"/>
                    <a:pt x="1774" y="376"/>
                  </a:cubicBezTo>
                  <a:cubicBezTo>
                    <a:pt x="1935" y="222"/>
                    <a:pt x="1793" y="1"/>
                    <a:pt x="1623" y="1"/>
                  </a:cubicBezTo>
                  <a:cubicBezTo>
                    <a:pt x="1572" y="1"/>
                    <a:pt x="1518" y="21"/>
                    <a:pt x="1469" y="70"/>
                  </a:cubicBezTo>
                  <a:cubicBezTo>
                    <a:pt x="1316" y="170"/>
                    <a:pt x="1140" y="221"/>
                    <a:pt x="964" y="221"/>
                  </a:cubicBezTo>
                  <a:cubicBezTo>
                    <a:pt x="789" y="221"/>
                    <a:pt x="615" y="170"/>
                    <a:pt x="467" y="70"/>
                  </a:cubicBezTo>
                  <a:cubicBezTo>
                    <a:pt x="418" y="21"/>
                    <a:pt x="364" y="1"/>
                    <a:pt x="312"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1" name="Google Shape;11421;p64"/>
            <p:cNvSpPr/>
            <p:nvPr/>
          </p:nvSpPr>
          <p:spPr>
            <a:xfrm>
              <a:off x="5866937" y="4007515"/>
              <a:ext cx="72978" cy="137419"/>
            </a:xfrm>
            <a:custGeom>
              <a:avLst/>
              <a:gdLst/>
              <a:ahLst/>
              <a:cxnLst/>
              <a:rect l="l" t="t" r="r" b="b"/>
              <a:pathLst>
                <a:path w="2787" h="5248" extrusionOk="0">
                  <a:moveTo>
                    <a:pt x="1260" y="1"/>
                  </a:moveTo>
                  <a:lnTo>
                    <a:pt x="239" y="516"/>
                  </a:lnTo>
                  <a:cubicBezTo>
                    <a:pt x="86" y="583"/>
                    <a:pt x="39" y="774"/>
                    <a:pt x="144" y="907"/>
                  </a:cubicBezTo>
                  <a:lnTo>
                    <a:pt x="601" y="1527"/>
                  </a:lnTo>
                  <a:lnTo>
                    <a:pt x="172" y="1966"/>
                  </a:lnTo>
                  <a:cubicBezTo>
                    <a:pt x="39" y="2100"/>
                    <a:pt x="0" y="2300"/>
                    <a:pt x="86" y="2472"/>
                  </a:cubicBezTo>
                  <a:lnTo>
                    <a:pt x="1479" y="5248"/>
                  </a:lnTo>
                  <a:lnTo>
                    <a:pt x="2786" y="5248"/>
                  </a:lnTo>
                  <a:lnTo>
                    <a:pt x="1260"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2" name="Google Shape;11422;p64"/>
            <p:cNvSpPr/>
            <p:nvPr/>
          </p:nvSpPr>
          <p:spPr>
            <a:xfrm>
              <a:off x="5853687" y="3790180"/>
              <a:ext cx="145170" cy="62582"/>
            </a:xfrm>
            <a:custGeom>
              <a:avLst/>
              <a:gdLst/>
              <a:ahLst/>
              <a:cxnLst/>
              <a:rect l="l" t="t" r="r" b="b"/>
              <a:pathLst>
                <a:path w="5544" h="2390" extrusionOk="0">
                  <a:moveTo>
                    <a:pt x="3780" y="1"/>
                  </a:moveTo>
                  <a:cubicBezTo>
                    <a:pt x="3761" y="1"/>
                    <a:pt x="3741" y="1"/>
                    <a:pt x="3721" y="1"/>
                  </a:cubicBezTo>
                  <a:cubicBezTo>
                    <a:pt x="1899" y="1"/>
                    <a:pt x="1546" y="555"/>
                    <a:pt x="144" y="1003"/>
                  </a:cubicBezTo>
                  <a:cubicBezTo>
                    <a:pt x="39" y="1032"/>
                    <a:pt x="1" y="1146"/>
                    <a:pt x="58" y="1232"/>
                  </a:cubicBezTo>
                  <a:cubicBezTo>
                    <a:pt x="289" y="1593"/>
                    <a:pt x="989" y="2390"/>
                    <a:pt x="2711" y="2390"/>
                  </a:cubicBezTo>
                  <a:cubicBezTo>
                    <a:pt x="3266" y="2390"/>
                    <a:pt x="3928" y="2307"/>
                    <a:pt x="4714" y="2100"/>
                  </a:cubicBezTo>
                  <a:cubicBezTo>
                    <a:pt x="5086" y="2005"/>
                    <a:pt x="5381" y="1699"/>
                    <a:pt x="5458" y="1318"/>
                  </a:cubicBezTo>
                  <a:cubicBezTo>
                    <a:pt x="5544" y="879"/>
                    <a:pt x="5276" y="440"/>
                    <a:pt x="4866" y="240"/>
                  </a:cubicBezTo>
                  <a:cubicBezTo>
                    <a:pt x="4522" y="86"/>
                    <a:pt x="4152" y="1"/>
                    <a:pt x="3780"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3" name="Google Shape;11423;p64"/>
            <p:cNvSpPr/>
            <p:nvPr/>
          </p:nvSpPr>
          <p:spPr>
            <a:xfrm>
              <a:off x="5831221" y="4110448"/>
              <a:ext cx="57214" cy="34250"/>
            </a:xfrm>
            <a:custGeom>
              <a:avLst/>
              <a:gdLst/>
              <a:ahLst/>
              <a:cxnLst/>
              <a:rect l="l" t="t" r="r" b="b"/>
              <a:pathLst>
                <a:path w="2185" h="1308" extrusionOk="0">
                  <a:moveTo>
                    <a:pt x="220" y="0"/>
                  </a:moveTo>
                  <a:cubicBezTo>
                    <a:pt x="105" y="0"/>
                    <a:pt x="0" y="96"/>
                    <a:pt x="0" y="220"/>
                  </a:cubicBezTo>
                  <a:lnTo>
                    <a:pt x="0" y="1098"/>
                  </a:lnTo>
                  <a:cubicBezTo>
                    <a:pt x="0" y="1212"/>
                    <a:pt x="105" y="1307"/>
                    <a:pt x="220" y="1307"/>
                  </a:cubicBezTo>
                  <a:lnTo>
                    <a:pt x="1965" y="1307"/>
                  </a:lnTo>
                  <a:cubicBezTo>
                    <a:pt x="2089" y="1307"/>
                    <a:pt x="2185" y="1212"/>
                    <a:pt x="2185" y="1098"/>
                  </a:cubicBezTo>
                  <a:lnTo>
                    <a:pt x="2185" y="220"/>
                  </a:lnTo>
                  <a:cubicBezTo>
                    <a:pt x="2185" y="96"/>
                    <a:pt x="2089" y="0"/>
                    <a:pt x="1965"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4" name="Google Shape;11424;p64"/>
            <p:cNvSpPr/>
            <p:nvPr/>
          </p:nvSpPr>
          <p:spPr>
            <a:xfrm>
              <a:off x="5854185" y="4093323"/>
              <a:ext cx="11521" cy="28646"/>
            </a:xfrm>
            <a:custGeom>
              <a:avLst/>
              <a:gdLst/>
              <a:ahLst/>
              <a:cxnLst/>
              <a:rect l="l" t="t" r="r" b="b"/>
              <a:pathLst>
                <a:path w="440" h="1094" extrusionOk="0">
                  <a:moveTo>
                    <a:pt x="220" y="1"/>
                  </a:moveTo>
                  <a:cubicBezTo>
                    <a:pt x="111" y="1"/>
                    <a:pt x="1" y="72"/>
                    <a:pt x="1" y="216"/>
                  </a:cubicBezTo>
                  <a:lnTo>
                    <a:pt x="1" y="874"/>
                  </a:lnTo>
                  <a:cubicBezTo>
                    <a:pt x="1" y="998"/>
                    <a:pt x="96" y="1093"/>
                    <a:pt x="220" y="1093"/>
                  </a:cubicBezTo>
                  <a:cubicBezTo>
                    <a:pt x="335" y="1093"/>
                    <a:pt x="440" y="998"/>
                    <a:pt x="440" y="874"/>
                  </a:cubicBezTo>
                  <a:lnTo>
                    <a:pt x="440" y="216"/>
                  </a:lnTo>
                  <a:cubicBezTo>
                    <a:pt x="440" y="72"/>
                    <a:pt x="330" y="1"/>
                    <a:pt x="22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5" name="Google Shape;11425;p64"/>
            <p:cNvSpPr/>
            <p:nvPr/>
          </p:nvSpPr>
          <p:spPr>
            <a:xfrm>
              <a:off x="5831221" y="4127678"/>
              <a:ext cx="57214" cy="17020"/>
            </a:xfrm>
            <a:custGeom>
              <a:avLst/>
              <a:gdLst/>
              <a:ahLst/>
              <a:cxnLst/>
              <a:rect l="l" t="t" r="r" b="b"/>
              <a:pathLst>
                <a:path w="2185" h="650" extrusionOk="0">
                  <a:moveTo>
                    <a:pt x="0" y="1"/>
                  </a:moveTo>
                  <a:lnTo>
                    <a:pt x="0" y="440"/>
                  </a:lnTo>
                  <a:cubicBezTo>
                    <a:pt x="0" y="554"/>
                    <a:pt x="105" y="649"/>
                    <a:pt x="220" y="649"/>
                  </a:cubicBezTo>
                  <a:lnTo>
                    <a:pt x="1965" y="649"/>
                  </a:lnTo>
                  <a:cubicBezTo>
                    <a:pt x="2089" y="649"/>
                    <a:pt x="2185" y="554"/>
                    <a:pt x="2185" y="440"/>
                  </a:cubicBezTo>
                  <a:lnTo>
                    <a:pt x="2185" y="1"/>
                  </a:lnTo>
                  <a:cubicBezTo>
                    <a:pt x="2185" y="115"/>
                    <a:pt x="2089" y="220"/>
                    <a:pt x="1965" y="220"/>
                  </a:cubicBezTo>
                  <a:lnTo>
                    <a:pt x="220" y="220"/>
                  </a:lnTo>
                  <a:cubicBezTo>
                    <a:pt x="105" y="220"/>
                    <a:pt x="0" y="115"/>
                    <a:pt x="0"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26" name="Google Shape;11426;p64"/>
          <p:cNvGrpSpPr/>
          <p:nvPr/>
        </p:nvGrpSpPr>
        <p:grpSpPr>
          <a:xfrm>
            <a:off x="5335813" y="3636631"/>
            <a:ext cx="274550" cy="354728"/>
            <a:chOff x="5352088" y="3790206"/>
            <a:chExt cx="274550" cy="354728"/>
          </a:xfrm>
        </p:grpSpPr>
        <p:sp>
          <p:nvSpPr>
            <p:cNvPr id="11427" name="Google Shape;11427;p64"/>
            <p:cNvSpPr/>
            <p:nvPr/>
          </p:nvSpPr>
          <p:spPr>
            <a:xfrm>
              <a:off x="5352088" y="3978790"/>
              <a:ext cx="274550" cy="165908"/>
            </a:xfrm>
            <a:custGeom>
              <a:avLst/>
              <a:gdLst/>
              <a:ahLst/>
              <a:cxnLst/>
              <a:rect l="l" t="t" r="r" b="b"/>
              <a:pathLst>
                <a:path w="10485" h="6336" extrusionOk="0">
                  <a:moveTo>
                    <a:pt x="3721" y="1"/>
                  </a:moveTo>
                  <a:lnTo>
                    <a:pt x="3721" y="1489"/>
                  </a:lnTo>
                  <a:cubicBezTo>
                    <a:pt x="3721" y="1775"/>
                    <a:pt x="3530" y="2033"/>
                    <a:pt x="3244" y="2119"/>
                  </a:cubicBezTo>
                  <a:lnTo>
                    <a:pt x="945" y="2796"/>
                  </a:lnTo>
                  <a:cubicBezTo>
                    <a:pt x="382" y="2958"/>
                    <a:pt x="1" y="3464"/>
                    <a:pt x="1" y="4046"/>
                  </a:cubicBezTo>
                  <a:lnTo>
                    <a:pt x="1" y="5687"/>
                  </a:lnTo>
                  <a:cubicBezTo>
                    <a:pt x="1" y="6049"/>
                    <a:pt x="296" y="6335"/>
                    <a:pt x="659" y="6335"/>
                  </a:cubicBezTo>
                  <a:lnTo>
                    <a:pt x="9827" y="6335"/>
                  </a:lnTo>
                  <a:cubicBezTo>
                    <a:pt x="10189" y="6335"/>
                    <a:pt x="10485" y="6049"/>
                    <a:pt x="10485" y="5687"/>
                  </a:cubicBezTo>
                  <a:lnTo>
                    <a:pt x="10485" y="4046"/>
                  </a:lnTo>
                  <a:cubicBezTo>
                    <a:pt x="10485" y="3473"/>
                    <a:pt x="10103" y="2958"/>
                    <a:pt x="9550" y="2796"/>
                  </a:cubicBezTo>
                  <a:lnTo>
                    <a:pt x="7241" y="2119"/>
                  </a:lnTo>
                  <a:cubicBezTo>
                    <a:pt x="6965" y="2033"/>
                    <a:pt x="6774" y="1775"/>
                    <a:pt x="6774" y="1489"/>
                  </a:cubicBezTo>
                  <a:lnTo>
                    <a:pt x="6774"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8" name="Google Shape;11428;p64"/>
            <p:cNvSpPr/>
            <p:nvPr/>
          </p:nvSpPr>
          <p:spPr>
            <a:xfrm>
              <a:off x="5352088" y="4034512"/>
              <a:ext cx="274550" cy="110186"/>
            </a:xfrm>
            <a:custGeom>
              <a:avLst/>
              <a:gdLst/>
              <a:ahLst/>
              <a:cxnLst/>
              <a:rect l="l" t="t" r="r" b="b"/>
              <a:pathLst>
                <a:path w="10485" h="4208" extrusionOk="0">
                  <a:moveTo>
                    <a:pt x="3196" y="0"/>
                  </a:moveTo>
                  <a:lnTo>
                    <a:pt x="945" y="668"/>
                  </a:lnTo>
                  <a:cubicBezTo>
                    <a:pt x="382" y="830"/>
                    <a:pt x="1" y="1336"/>
                    <a:pt x="1" y="1918"/>
                  </a:cubicBezTo>
                  <a:lnTo>
                    <a:pt x="1" y="3559"/>
                  </a:lnTo>
                  <a:cubicBezTo>
                    <a:pt x="1" y="3921"/>
                    <a:pt x="296" y="4207"/>
                    <a:pt x="659" y="4207"/>
                  </a:cubicBezTo>
                  <a:lnTo>
                    <a:pt x="9836" y="4207"/>
                  </a:lnTo>
                  <a:cubicBezTo>
                    <a:pt x="10199" y="4207"/>
                    <a:pt x="10485" y="3921"/>
                    <a:pt x="10485" y="3559"/>
                  </a:cubicBezTo>
                  <a:lnTo>
                    <a:pt x="10485" y="1918"/>
                  </a:lnTo>
                  <a:cubicBezTo>
                    <a:pt x="10485" y="1336"/>
                    <a:pt x="10103" y="830"/>
                    <a:pt x="9550" y="668"/>
                  </a:cubicBezTo>
                  <a:lnTo>
                    <a:pt x="7299" y="0"/>
                  </a:lnTo>
                  <a:cubicBezTo>
                    <a:pt x="6831" y="768"/>
                    <a:pt x="6039" y="1152"/>
                    <a:pt x="5248" y="1152"/>
                  </a:cubicBezTo>
                  <a:cubicBezTo>
                    <a:pt x="4456" y="1152"/>
                    <a:pt x="3664" y="768"/>
                    <a:pt x="3196"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9" name="Google Shape;11429;p64"/>
            <p:cNvSpPr/>
            <p:nvPr/>
          </p:nvSpPr>
          <p:spPr>
            <a:xfrm>
              <a:off x="5424542" y="4034512"/>
              <a:ext cx="129904" cy="41739"/>
            </a:xfrm>
            <a:custGeom>
              <a:avLst/>
              <a:gdLst/>
              <a:ahLst/>
              <a:cxnLst/>
              <a:rect l="l" t="t" r="r" b="b"/>
              <a:pathLst>
                <a:path w="4961" h="1594" extrusionOk="0">
                  <a:moveTo>
                    <a:pt x="429" y="0"/>
                  </a:moveTo>
                  <a:lnTo>
                    <a:pt x="0" y="134"/>
                  </a:lnTo>
                  <a:cubicBezTo>
                    <a:pt x="539" y="1107"/>
                    <a:pt x="1510" y="1593"/>
                    <a:pt x="2481" y="1593"/>
                  </a:cubicBezTo>
                  <a:cubicBezTo>
                    <a:pt x="3451" y="1593"/>
                    <a:pt x="4422" y="1107"/>
                    <a:pt x="4961" y="134"/>
                  </a:cubicBezTo>
                  <a:lnTo>
                    <a:pt x="4522" y="0"/>
                  </a:lnTo>
                  <a:cubicBezTo>
                    <a:pt x="4059" y="768"/>
                    <a:pt x="3270" y="1152"/>
                    <a:pt x="2479" y="1152"/>
                  </a:cubicBezTo>
                  <a:cubicBezTo>
                    <a:pt x="1689" y="1152"/>
                    <a:pt x="897" y="768"/>
                    <a:pt x="429"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0" name="Google Shape;11430;p64"/>
            <p:cNvSpPr/>
            <p:nvPr/>
          </p:nvSpPr>
          <p:spPr>
            <a:xfrm>
              <a:off x="5398042" y="4037261"/>
              <a:ext cx="28515" cy="78948"/>
            </a:xfrm>
            <a:custGeom>
              <a:avLst/>
              <a:gdLst/>
              <a:ahLst/>
              <a:cxnLst/>
              <a:rect l="l" t="t" r="r" b="b"/>
              <a:pathLst>
                <a:path w="1089" h="3015" extrusionOk="0">
                  <a:moveTo>
                    <a:pt x="1088" y="0"/>
                  </a:moveTo>
                  <a:lnTo>
                    <a:pt x="1" y="325"/>
                  </a:lnTo>
                  <a:lnTo>
                    <a:pt x="1" y="3015"/>
                  </a:lnTo>
                  <a:lnTo>
                    <a:pt x="1088" y="3015"/>
                  </a:lnTo>
                  <a:lnTo>
                    <a:pt x="1088"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1" name="Google Shape;11431;p64"/>
            <p:cNvSpPr/>
            <p:nvPr/>
          </p:nvSpPr>
          <p:spPr>
            <a:xfrm>
              <a:off x="5552429" y="4037261"/>
              <a:ext cx="28515" cy="78948"/>
            </a:xfrm>
            <a:custGeom>
              <a:avLst/>
              <a:gdLst/>
              <a:ahLst/>
              <a:cxnLst/>
              <a:rect l="l" t="t" r="r" b="b"/>
              <a:pathLst>
                <a:path w="1089" h="3015" extrusionOk="0">
                  <a:moveTo>
                    <a:pt x="1" y="0"/>
                  </a:moveTo>
                  <a:lnTo>
                    <a:pt x="1" y="3015"/>
                  </a:lnTo>
                  <a:lnTo>
                    <a:pt x="1088" y="3015"/>
                  </a:lnTo>
                  <a:lnTo>
                    <a:pt x="1088" y="325"/>
                  </a:lnTo>
                  <a:lnTo>
                    <a:pt x="1"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2" name="Google Shape;11432;p64"/>
            <p:cNvSpPr/>
            <p:nvPr/>
          </p:nvSpPr>
          <p:spPr>
            <a:xfrm>
              <a:off x="5397807" y="4093219"/>
              <a:ext cx="183138" cy="51715"/>
            </a:xfrm>
            <a:custGeom>
              <a:avLst/>
              <a:gdLst/>
              <a:ahLst/>
              <a:cxnLst/>
              <a:rect l="l" t="t" r="r" b="b"/>
              <a:pathLst>
                <a:path w="6994" h="1975" extrusionOk="0">
                  <a:moveTo>
                    <a:pt x="659" y="0"/>
                  </a:moveTo>
                  <a:cubicBezTo>
                    <a:pt x="296" y="0"/>
                    <a:pt x="0" y="296"/>
                    <a:pt x="0" y="658"/>
                  </a:cubicBezTo>
                  <a:lnTo>
                    <a:pt x="0" y="1975"/>
                  </a:lnTo>
                  <a:lnTo>
                    <a:pt x="6993" y="1975"/>
                  </a:lnTo>
                  <a:lnTo>
                    <a:pt x="6993" y="658"/>
                  </a:lnTo>
                  <a:cubicBezTo>
                    <a:pt x="6993" y="296"/>
                    <a:pt x="6697" y="0"/>
                    <a:pt x="6344"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3" name="Google Shape;11433;p64"/>
            <p:cNvSpPr/>
            <p:nvPr/>
          </p:nvSpPr>
          <p:spPr>
            <a:xfrm>
              <a:off x="5449522" y="3984551"/>
              <a:ext cx="79943" cy="28620"/>
            </a:xfrm>
            <a:custGeom>
              <a:avLst/>
              <a:gdLst/>
              <a:ahLst/>
              <a:cxnLst/>
              <a:rect l="l" t="t" r="r" b="b"/>
              <a:pathLst>
                <a:path w="3053" h="1093" extrusionOk="0">
                  <a:moveTo>
                    <a:pt x="0" y="0"/>
                  </a:moveTo>
                  <a:lnTo>
                    <a:pt x="0" y="706"/>
                  </a:lnTo>
                  <a:cubicBezTo>
                    <a:pt x="477" y="964"/>
                    <a:pt x="1002" y="1093"/>
                    <a:pt x="1527" y="1093"/>
                  </a:cubicBezTo>
                  <a:cubicBezTo>
                    <a:pt x="2051" y="1093"/>
                    <a:pt x="2576" y="964"/>
                    <a:pt x="3053" y="706"/>
                  </a:cubicBezTo>
                  <a:lnTo>
                    <a:pt x="305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4" name="Google Shape;11434;p64"/>
            <p:cNvSpPr/>
            <p:nvPr/>
          </p:nvSpPr>
          <p:spPr>
            <a:xfrm>
              <a:off x="5392386" y="3801701"/>
              <a:ext cx="193952" cy="200106"/>
            </a:xfrm>
            <a:custGeom>
              <a:avLst/>
              <a:gdLst/>
              <a:ahLst/>
              <a:cxnLst/>
              <a:rect l="l" t="t" r="r" b="b"/>
              <a:pathLst>
                <a:path w="7407" h="7642" extrusionOk="0">
                  <a:moveTo>
                    <a:pt x="3709" y="0"/>
                  </a:moveTo>
                  <a:cubicBezTo>
                    <a:pt x="2020" y="0"/>
                    <a:pt x="646" y="1364"/>
                    <a:pt x="646" y="3053"/>
                  </a:cubicBezTo>
                  <a:lnTo>
                    <a:pt x="646" y="3940"/>
                  </a:lnTo>
                  <a:cubicBezTo>
                    <a:pt x="1" y="4073"/>
                    <a:pt x="101" y="5018"/>
                    <a:pt x="751" y="5018"/>
                  </a:cubicBezTo>
                  <a:cubicBezTo>
                    <a:pt x="754" y="5018"/>
                    <a:pt x="757" y="5018"/>
                    <a:pt x="761" y="5018"/>
                  </a:cubicBezTo>
                  <a:lnTo>
                    <a:pt x="875" y="5018"/>
                  </a:lnTo>
                  <a:cubicBezTo>
                    <a:pt x="990" y="6497"/>
                    <a:pt x="2220" y="7642"/>
                    <a:pt x="3709" y="7642"/>
                  </a:cubicBezTo>
                  <a:cubicBezTo>
                    <a:pt x="5187" y="7642"/>
                    <a:pt x="6418" y="6497"/>
                    <a:pt x="6532" y="5018"/>
                  </a:cubicBezTo>
                  <a:lnTo>
                    <a:pt x="6656" y="5018"/>
                  </a:lnTo>
                  <a:cubicBezTo>
                    <a:pt x="6660" y="5018"/>
                    <a:pt x="6663" y="5018"/>
                    <a:pt x="6666" y="5018"/>
                  </a:cubicBezTo>
                  <a:cubicBezTo>
                    <a:pt x="7316" y="5018"/>
                    <a:pt x="7407" y="4073"/>
                    <a:pt x="6761" y="3940"/>
                  </a:cubicBezTo>
                  <a:lnTo>
                    <a:pt x="6761" y="3053"/>
                  </a:lnTo>
                  <a:cubicBezTo>
                    <a:pt x="6761" y="1364"/>
                    <a:pt x="5397" y="0"/>
                    <a:pt x="3709"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5" name="Google Shape;11435;p64"/>
            <p:cNvSpPr/>
            <p:nvPr/>
          </p:nvSpPr>
          <p:spPr>
            <a:xfrm>
              <a:off x="5397807" y="3795940"/>
              <a:ext cx="183138" cy="91464"/>
            </a:xfrm>
            <a:custGeom>
              <a:avLst/>
              <a:gdLst/>
              <a:ahLst/>
              <a:cxnLst/>
              <a:rect l="l" t="t" r="r" b="b"/>
              <a:pathLst>
                <a:path w="6994" h="3493" extrusionOk="0">
                  <a:moveTo>
                    <a:pt x="3502" y="1"/>
                  </a:moveTo>
                  <a:cubicBezTo>
                    <a:pt x="1565" y="1"/>
                    <a:pt x="0" y="1565"/>
                    <a:pt x="0" y="3492"/>
                  </a:cubicBezTo>
                  <a:lnTo>
                    <a:pt x="6993" y="3492"/>
                  </a:lnTo>
                  <a:cubicBezTo>
                    <a:pt x="6993" y="1565"/>
                    <a:pt x="5429" y="1"/>
                    <a:pt x="3502"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6" name="Google Shape;11436;p64"/>
            <p:cNvSpPr/>
            <p:nvPr/>
          </p:nvSpPr>
          <p:spPr>
            <a:xfrm>
              <a:off x="5397807" y="3795940"/>
              <a:ext cx="91700" cy="91464"/>
            </a:xfrm>
            <a:custGeom>
              <a:avLst/>
              <a:gdLst/>
              <a:ahLst/>
              <a:cxnLst/>
              <a:rect l="l" t="t" r="r" b="b"/>
              <a:pathLst>
                <a:path w="3502" h="3493" extrusionOk="0">
                  <a:moveTo>
                    <a:pt x="3502" y="1"/>
                  </a:moveTo>
                  <a:cubicBezTo>
                    <a:pt x="1565" y="1"/>
                    <a:pt x="0" y="1565"/>
                    <a:pt x="0" y="3492"/>
                  </a:cubicBezTo>
                  <a:lnTo>
                    <a:pt x="1975" y="3492"/>
                  </a:lnTo>
                  <a:cubicBezTo>
                    <a:pt x="1966" y="2338"/>
                    <a:pt x="2538" y="1250"/>
                    <a:pt x="3502" y="602"/>
                  </a:cubicBezTo>
                  <a:lnTo>
                    <a:pt x="3502"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7" name="Google Shape;11437;p64"/>
            <p:cNvSpPr/>
            <p:nvPr/>
          </p:nvSpPr>
          <p:spPr>
            <a:xfrm>
              <a:off x="5396812" y="3887378"/>
              <a:ext cx="161404" cy="114455"/>
            </a:xfrm>
            <a:custGeom>
              <a:avLst/>
              <a:gdLst/>
              <a:ahLst/>
              <a:cxnLst/>
              <a:rect l="l" t="t" r="r" b="b"/>
              <a:pathLst>
                <a:path w="6164" h="4371" extrusionOk="0">
                  <a:moveTo>
                    <a:pt x="477" y="0"/>
                  </a:moveTo>
                  <a:lnTo>
                    <a:pt x="477" y="668"/>
                  </a:lnTo>
                  <a:cubicBezTo>
                    <a:pt x="191" y="725"/>
                    <a:pt x="0" y="1012"/>
                    <a:pt x="48" y="1298"/>
                  </a:cubicBezTo>
                  <a:cubicBezTo>
                    <a:pt x="104" y="1558"/>
                    <a:pt x="332" y="1746"/>
                    <a:pt x="592" y="1746"/>
                  </a:cubicBezTo>
                  <a:cubicBezTo>
                    <a:pt x="598" y="1746"/>
                    <a:pt x="604" y="1746"/>
                    <a:pt x="611" y="1746"/>
                  </a:cubicBezTo>
                  <a:lnTo>
                    <a:pt x="706" y="1746"/>
                  </a:lnTo>
                  <a:cubicBezTo>
                    <a:pt x="822" y="3257"/>
                    <a:pt x="2080" y="4370"/>
                    <a:pt x="3523" y="4370"/>
                  </a:cubicBezTo>
                  <a:cubicBezTo>
                    <a:pt x="3738" y="4370"/>
                    <a:pt x="3958" y="4345"/>
                    <a:pt x="4179" y="4293"/>
                  </a:cubicBezTo>
                  <a:cubicBezTo>
                    <a:pt x="2786" y="3978"/>
                    <a:pt x="1794" y="2738"/>
                    <a:pt x="1794" y="1317"/>
                  </a:cubicBezTo>
                  <a:cubicBezTo>
                    <a:pt x="1794" y="954"/>
                    <a:pt x="2089" y="659"/>
                    <a:pt x="2452" y="659"/>
                  </a:cubicBezTo>
                  <a:lnTo>
                    <a:pt x="5724" y="659"/>
                  </a:lnTo>
                  <a:cubicBezTo>
                    <a:pt x="5963" y="659"/>
                    <a:pt x="6163" y="458"/>
                    <a:pt x="6163" y="220"/>
                  </a:cubicBezTo>
                  <a:lnTo>
                    <a:pt x="6163"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8" name="Google Shape;11438;p64"/>
            <p:cNvSpPr/>
            <p:nvPr/>
          </p:nvSpPr>
          <p:spPr>
            <a:xfrm>
              <a:off x="5455518" y="3944567"/>
              <a:ext cx="67714" cy="66615"/>
            </a:xfrm>
            <a:custGeom>
              <a:avLst/>
              <a:gdLst/>
              <a:ahLst/>
              <a:cxnLst/>
              <a:rect l="l" t="t" r="r" b="b"/>
              <a:pathLst>
                <a:path w="2586" h="2544" extrusionOk="0">
                  <a:moveTo>
                    <a:pt x="792" y="1"/>
                  </a:moveTo>
                  <a:cubicBezTo>
                    <a:pt x="458" y="1"/>
                    <a:pt x="172" y="249"/>
                    <a:pt x="143" y="583"/>
                  </a:cubicBezTo>
                  <a:lnTo>
                    <a:pt x="38" y="1508"/>
                  </a:lnTo>
                  <a:cubicBezTo>
                    <a:pt x="0" y="1785"/>
                    <a:pt x="143" y="2052"/>
                    <a:pt x="391" y="2166"/>
                  </a:cubicBezTo>
                  <a:lnTo>
                    <a:pt x="1002" y="2472"/>
                  </a:lnTo>
                  <a:cubicBezTo>
                    <a:pt x="1092" y="2519"/>
                    <a:pt x="1193" y="2543"/>
                    <a:pt x="1294" y="2543"/>
                  </a:cubicBezTo>
                  <a:cubicBezTo>
                    <a:pt x="1395" y="2543"/>
                    <a:pt x="1498" y="2519"/>
                    <a:pt x="1593" y="2472"/>
                  </a:cubicBezTo>
                  <a:lnTo>
                    <a:pt x="2194" y="2166"/>
                  </a:lnTo>
                  <a:cubicBezTo>
                    <a:pt x="2442" y="2052"/>
                    <a:pt x="2585" y="1785"/>
                    <a:pt x="2557" y="1508"/>
                  </a:cubicBezTo>
                  <a:lnTo>
                    <a:pt x="2452" y="583"/>
                  </a:lnTo>
                  <a:cubicBezTo>
                    <a:pt x="2414" y="249"/>
                    <a:pt x="2137" y="1"/>
                    <a:pt x="1803"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9" name="Google Shape;11439;p64"/>
            <p:cNvSpPr/>
            <p:nvPr/>
          </p:nvSpPr>
          <p:spPr>
            <a:xfrm>
              <a:off x="5455754" y="3944567"/>
              <a:ext cx="41739" cy="66615"/>
            </a:xfrm>
            <a:custGeom>
              <a:avLst/>
              <a:gdLst/>
              <a:ahLst/>
              <a:cxnLst/>
              <a:rect l="l" t="t" r="r" b="b"/>
              <a:pathLst>
                <a:path w="1594" h="2544" extrusionOk="0">
                  <a:moveTo>
                    <a:pt x="783" y="1"/>
                  </a:moveTo>
                  <a:cubicBezTo>
                    <a:pt x="449" y="1"/>
                    <a:pt x="172" y="249"/>
                    <a:pt x="134" y="583"/>
                  </a:cubicBezTo>
                  <a:lnTo>
                    <a:pt x="29" y="1518"/>
                  </a:lnTo>
                  <a:cubicBezTo>
                    <a:pt x="1" y="1785"/>
                    <a:pt x="144" y="2052"/>
                    <a:pt x="382" y="2176"/>
                  </a:cubicBezTo>
                  <a:lnTo>
                    <a:pt x="993" y="2472"/>
                  </a:lnTo>
                  <a:cubicBezTo>
                    <a:pt x="1083" y="2519"/>
                    <a:pt x="1184" y="2543"/>
                    <a:pt x="1285" y="2543"/>
                  </a:cubicBezTo>
                  <a:cubicBezTo>
                    <a:pt x="1386" y="2543"/>
                    <a:pt x="1489" y="2519"/>
                    <a:pt x="1584" y="2472"/>
                  </a:cubicBezTo>
                  <a:lnTo>
                    <a:pt x="1594" y="2472"/>
                  </a:lnTo>
                  <a:lnTo>
                    <a:pt x="1212" y="2243"/>
                  </a:lnTo>
                  <a:cubicBezTo>
                    <a:pt x="955" y="2052"/>
                    <a:pt x="812" y="1747"/>
                    <a:pt x="859" y="1432"/>
                  </a:cubicBezTo>
                  <a:lnTo>
                    <a:pt x="955" y="287"/>
                  </a:lnTo>
                  <a:cubicBezTo>
                    <a:pt x="964" y="182"/>
                    <a:pt x="993" y="87"/>
                    <a:pt x="1031"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0" name="Google Shape;11440;p64"/>
            <p:cNvSpPr/>
            <p:nvPr/>
          </p:nvSpPr>
          <p:spPr>
            <a:xfrm>
              <a:off x="5471439" y="3956978"/>
              <a:ext cx="35873" cy="16339"/>
            </a:xfrm>
            <a:custGeom>
              <a:avLst/>
              <a:gdLst/>
              <a:ahLst/>
              <a:cxnLst/>
              <a:rect l="l" t="t" r="r" b="b"/>
              <a:pathLst>
                <a:path w="1370" h="624" extrusionOk="0">
                  <a:moveTo>
                    <a:pt x="272" y="0"/>
                  </a:moveTo>
                  <a:cubicBezTo>
                    <a:pt x="132" y="0"/>
                    <a:pt x="0" y="150"/>
                    <a:pt x="69" y="309"/>
                  </a:cubicBezTo>
                  <a:cubicBezTo>
                    <a:pt x="213" y="510"/>
                    <a:pt x="442" y="624"/>
                    <a:pt x="690" y="624"/>
                  </a:cubicBezTo>
                  <a:cubicBezTo>
                    <a:pt x="928" y="624"/>
                    <a:pt x="1157" y="510"/>
                    <a:pt x="1300" y="309"/>
                  </a:cubicBezTo>
                  <a:cubicBezTo>
                    <a:pt x="1369" y="150"/>
                    <a:pt x="1237" y="0"/>
                    <a:pt x="1094" y="0"/>
                  </a:cubicBezTo>
                  <a:cubicBezTo>
                    <a:pt x="1040" y="0"/>
                    <a:pt x="984" y="21"/>
                    <a:pt x="938" y="71"/>
                  </a:cubicBezTo>
                  <a:cubicBezTo>
                    <a:pt x="871" y="147"/>
                    <a:pt x="778" y="185"/>
                    <a:pt x="684" y="185"/>
                  </a:cubicBezTo>
                  <a:cubicBezTo>
                    <a:pt x="589" y="185"/>
                    <a:pt x="494" y="147"/>
                    <a:pt x="422" y="71"/>
                  </a:cubicBezTo>
                  <a:cubicBezTo>
                    <a:pt x="378" y="21"/>
                    <a:pt x="325" y="0"/>
                    <a:pt x="272"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1" name="Google Shape;11441;p64"/>
            <p:cNvSpPr/>
            <p:nvPr/>
          </p:nvSpPr>
          <p:spPr>
            <a:xfrm>
              <a:off x="5452271" y="3904556"/>
              <a:ext cx="11260" cy="17073"/>
            </a:xfrm>
            <a:custGeom>
              <a:avLst/>
              <a:gdLst/>
              <a:ahLst/>
              <a:cxnLst/>
              <a:rect l="l" t="t" r="r" b="b"/>
              <a:pathLst>
                <a:path w="430" h="652" extrusionOk="0">
                  <a:moveTo>
                    <a:pt x="215" y="0"/>
                  </a:moveTo>
                  <a:cubicBezTo>
                    <a:pt x="107" y="0"/>
                    <a:pt x="0" y="74"/>
                    <a:pt x="0" y="222"/>
                  </a:cubicBezTo>
                  <a:lnTo>
                    <a:pt x="0" y="441"/>
                  </a:lnTo>
                  <a:cubicBezTo>
                    <a:pt x="0" y="556"/>
                    <a:pt x="96" y="651"/>
                    <a:pt x="220" y="651"/>
                  </a:cubicBezTo>
                  <a:cubicBezTo>
                    <a:pt x="334" y="651"/>
                    <a:pt x="429" y="556"/>
                    <a:pt x="429" y="441"/>
                  </a:cubicBezTo>
                  <a:lnTo>
                    <a:pt x="429" y="222"/>
                  </a:lnTo>
                  <a:cubicBezTo>
                    <a:pt x="429" y="74"/>
                    <a:pt x="322" y="0"/>
                    <a:pt x="2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2" name="Google Shape;11442;p64"/>
            <p:cNvSpPr/>
            <p:nvPr/>
          </p:nvSpPr>
          <p:spPr>
            <a:xfrm>
              <a:off x="5515220" y="3904556"/>
              <a:ext cx="11521" cy="17073"/>
            </a:xfrm>
            <a:custGeom>
              <a:avLst/>
              <a:gdLst/>
              <a:ahLst/>
              <a:cxnLst/>
              <a:rect l="l" t="t" r="r" b="b"/>
              <a:pathLst>
                <a:path w="440" h="652" extrusionOk="0">
                  <a:moveTo>
                    <a:pt x="220" y="0"/>
                  </a:moveTo>
                  <a:cubicBezTo>
                    <a:pt x="110" y="0"/>
                    <a:pt x="0" y="74"/>
                    <a:pt x="0" y="222"/>
                  </a:cubicBezTo>
                  <a:lnTo>
                    <a:pt x="0" y="441"/>
                  </a:lnTo>
                  <a:cubicBezTo>
                    <a:pt x="0" y="556"/>
                    <a:pt x="96" y="651"/>
                    <a:pt x="220" y="651"/>
                  </a:cubicBezTo>
                  <a:cubicBezTo>
                    <a:pt x="334" y="651"/>
                    <a:pt x="439" y="556"/>
                    <a:pt x="439" y="441"/>
                  </a:cubicBezTo>
                  <a:lnTo>
                    <a:pt x="439" y="222"/>
                  </a:lnTo>
                  <a:cubicBezTo>
                    <a:pt x="439" y="74"/>
                    <a:pt x="329"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3" name="Google Shape;11443;p64"/>
            <p:cNvSpPr/>
            <p:nvPr/>
          </p:nvSpPr>
          <p:spPr>
            <a:xfrm>
              <a:off x="5472251" y="3790206"/>
              <a:ext cx="34486" cy="74208"/>
            </a:xfrm>
            <a:custGeom>
              <a:avLst/>
              <a:gdLst/>
              <a:ahLst/>
              <a:cxnLst/>
              <a:rect l="l" t="t" r="r" b="b"/>
              <a:pathLst>
                <a:path w="1317" h="2834" extrusionOk="0">
                  <a:moveTo>
                    <a:pt x="220" y="0"/>
                  </a:moveTo>
                  <a:cubicBezTo>
                    <a:pt x="96" y="0"/>
                    <a:pt x="0" y="96"/>
                    <a:pt x="0" y="220"/>
                  </a:cubicBezTo>
                  <a:lnTo>
                    <a:pt x="0" y="2624"/>
                  </a:lnTo>
                  <a:cubicBezTo>
                    <a:pt x="0" y="2738"/>
                    <a:pt x="96" y="2834"/>
                    <a:pt x="220" y="2834"/>
                  </a:cubicBezTo>
                  <a:lnTo>
                    <a:pt x="1097" y="2834"/>
                  </a:lnTo>
                  <a:cubicBezTo>
                    <a:pt x="1212" y="2834"/>
                    <a:pt x="1317" y="2738"/>
                    <a:pt x="1317" y="2624"/>
                  </a:cubicBezTo>
                  <a:lnTo>
                    <a:pt x="1317" y="220"/>
                  </a:lnTo>
                  <a:cubicBezTo>
                    <a:pt x="1317" y="96"/>
                    <a:pt x="1212" y="0"/>
                    <a:pt x="1097" y="0"/>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4" name="Google Shape;11444;p64"/>
            <p:cNvSpPr/>
            <p:nvPr/>
          </p:nvSpPr>
          <p:spPr>
            <a:xfrm>
              <a:off x="5535199" y="3805079"/>
              <a:ext cx="23017" cy="59361"/>
            </a:xfrm>
            <a:custGeom>
              <a:avLst/>
              <a:gdLst/>
              <a:ahLst/>
              <a:cxnLst/>
              <a:rect l="l" t="t" r="r" b="b"/>
              <a:pathLst>
                <a:path w="879" h="2267" extrusionOk="0">
                  <a:moveTo>
                    <a:pt x="140" y="1"/>
                  </a:moveTo>
                  <a:cubicBezTo>
                    <a:pt x="67" y="1"/>
                    <a:pt x="0" y="60"/>
                    <a:pt x="0" y="148"/>
                  </a:cubicBezTo>
                  <a:lnTo>
                    <a:pt x="0" y="2056"/>
                  </a:lnTo>
                  <a:cubicBezTo>
                    <a:pt x="0" y="2170"/>
                    <a:pt x="96" y="2266"/>
                    <a:pt x="220" y="2266"/>
                  </a:cubicBezTo>
                  <a:lnTo>
                    <a:pt x="659" y="2266"/>
                  </a:lnTo>
                  <a:cubicBezTo>
                    <a:pt x="664" y="2266"/>
                    <a:pt x="669" y="2266"/>
                    <a:pt x="674" y="2266"/>
                  </a:cubicBezTo>
                  <a:cubicBezTo>
                    <a:pt x="791" y="2266"/>
                    <a:pt x="878" y="2165"/>
                    <a:pt x="878" y="2046"/>
                  </a:cubicBezTo>
                  <a:lnTo>
                    <a:pt x="878" y="739"/>
                  </a:lnTo>
                  <a:cubicBezTo>
                    <a:pt x="878" y="596"/>
                    <a:pt x="811" y="472"/>
                    <a:pt x="706" y="386"/>
                  </a:cubicBezTo>
                  <a:lnTo>
                    <a:pt x="229" y="33"/>
                  </a:lnTo>
                  <a:cubicBezTo>
                    <a:pt x="201" y="11"/>
                    <a:pt x="170" y="1"/>
                    <a:pt x="140"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5" name="Google Shape;11445;p64"/>
            <p:cNvSpPr/>
            <p:nvPr/>
          </p:nvSpPr>
          <p:spPr>
            <a:xfrm>
              <a:off x="5420797" y="3805079"/>
              <a:ext cx="22990" cy="59361"/>
            </a:xfrm>
            <a:custGeom>
              <a:avLst/>
              <a:gdLst/>
              <a:ahLst/>
              <a:cxnLst/>
              <a:rect l="l" t="t" r="r" b="b"/>
              <a:pathLst>
                <a:path w="878" h="2267" extrusionOk="0">
                  <a:moveTo>
                    <a:pt x="741" y="1"/>
                  </a:moveTo>
                  <a:cubicBezTo>
                    <a:pt x="713" y="1"/>
                    <a:pt x="683" y="11"/>
                    <a:pt x="658" y="33"/>
                  </a:cubicBezTo>
                  <a:lnTo>
                    <a:pt x="181" y="386"/>
                  </a:lnTo>
                  <a:cubicBezTo>
                    <a:pt x="67" y="472"/>
                    <a:pt x="0" y="596"/>
                    <a:pt x="0" y="739"/>
                  </a:cubicBezTo>
                  <a:lnTo>
                    <a:pt x="0" y="2046"/>
                  </a:lnTo>
                  <a:cubicBezTo>
                    <a:pt x="0" y="2165"/>
                    <a:pt x="96" y="2266"/>
                    <a:pt x="213" y="2266"/>
                  </a:cubicBezTo>
                  <a:cubicBezTo>
                    <a:pt x="219" y="2266"/>
                    <a:pt x="224" y="2266"/>
                    <a:pt x="229" y="2266"/>
                  </a:cubicBezTo>
                  <a:lnTo>
                    <a:pt x="658" y="2266"/>
                  </a:lnTo>
                  <a:cubicBezTo>
                    <a:pt x="782" y="2266"/>
                    <a:pt x="878" y="2170"/>
                    <a:pt x="878" y="2056"/>
                  </a:cubicBezTo>
                  <a:lnTo>
                    <a:pt x="878" y="148"/>
                  </a:lnTo>
                  <a:cubicBezTo>
                    <a:pt x="878" y="60"/>
                    <a:pt x="811" y="1"/>
                    <a:pt x="741"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6" name="Google Shape;11446;p64"/>
            <p:cNvSpPr/>
            <p:nvPr/>
          </p:nvSpPr>
          <p:spPr>
            <a:xfrm>
              <a:off x="5386573" y="3881618"/>
              <a:ext cx="205866" cy="11521"/>
            </a:xfrm>
            <a:custGeom>
              <a:avLst/>
              <a:gdLst/>
              <a:ahLst/>
              <a:cxnLst/>
              <a:rect l="l" t="t" r="r" b="b"/>
              <a:pathLst>
                <a:path w="7862" h="440" extrusionOk="0">
                  <a:moveTo>
                    <a:pt x="220" y="1"/>
                  </a:moveTo>
                  <a:cubicBezTo>
                    <a:pt x="96" y="1"/>
                    <a:pt x="0" y="96"/>
                    <a:pt x="0" y="220"/>
                  </a:cubicBezTo>
                  <a:cubicBezTo>
                    <a:pt x="0" y="344"/>
                    <a:pt x="96" y="440"/>
                    <a:pt x="220" y="440"/>
                  </a:cubicBezTo>
                  <a:lnTo>
                    <a:pt x="7642" y="440"/>
                  </a:lnTo>
                  <a:cubicBezTo>
                    <a:pt x="7766" y="440"/>
                    <a:pt x="7861" y="344"/>
                    <a:pt x="7861" y="220"/>
                  </a:cubicBezTo>
                  <a:cubicBezTo>
                    <a:pt x="7861" y="96"/>
                    <a:pt x="7766" y="1"/>
                    <a:pt x="7651"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7" name="Google Shape;11447;p64"/>
            <p:cNvSpPr/>
            <p:nvPr/>
          </p:nvSpPr>
          <p:spPr>
            <a:xfrm>
              <a:off x="5415036" y="4110448"/>
              <a:ext cx="11521" cy="11521"/>
            </a:xfrm>
            <a:custGeom>
              <a:avLst/>
              <a:gdLst/>
              <a:ahLst/>
              <a:cxnLst/>
              <a:rect l="l" t="t" r="r" b="b"/>
              <a:pathLst>
                <a:path w="440" h="440" extrusionOk="0">
                  <a:moveTo>
                    <a:pt x="220" y="0"/>
                  </a:moveTo>
                  <a:cubicBezTo>
                    <a:pt x="96" y="0"/>
                    <a:pt x="1" y="96"/>
                    <a:pt x="1" y="220"/>
                  </a:cubicBezTo>
                  <a:cubicBezTo>
                    <a:pt x="1" y="344"/>
                    <a:pt x="96" y="439"/>
                    <a:pt x="220" y="439"/>
                  </a:cubicBezTo>
                  <a:cubicBezTo>
                    <a:pt x="344" y="439"/>
                    <a:pt x="439" y="344"/>
                    <a:pt x="439" y="220"/>
                  </a:cubicBezTo>
                  <a:cubicBezTo>
                    <a:pt x="439" y="96"/>
                    <a:pt x="344" y="0"/>
                    <a:pt x="22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8" name="Google Shape;11448;p64"/>
            <p:cNvSpPr/>
            <p:nvPr/>
          </p:nvSpPr>
          <p:spPr>
            <a:xfrm>
              <a:off x="5552429" y="4110448"/>
              <a:ext cx="11260" cy="11521"/>
            </a:xfrm>
            <a:custGeom>
              <a:avLst/>
              <a:gdLst/>
              <a:ahLst/>
              <a:cxnLst/>
              <a:rect l="l" t="t" r="r" b="b"/>
              <a:pathLst>
                <a:path w="430" h="440" extrusionOk="0">
                  <a:moveTo>
                    <a:pt x="211" y="0"/>
                  </a:moveTo>
                  <a:cubicBezTo>
                    <a:pt x="96" y="0"/>
                    <a:pt x="1" y="96"/>
                    <a:pt x="1" y="220"/>
                  </a:cubicBezTo>
                  <a:cubicBezTo>
                    <a:pt x="1" y="344"/>
                    <a:pt x="96" y="439"/>
                    <a:pt x="211" y="439"/>
                  </a:cubicBezTo>
                  <a:cubicBezTo>
                    <a:pt x="335" y="439"/>
                    <a:pt x="430" y="344"/>
                    <a:pt x="430" y="220"/>
                  </a:cubicBezTo>
                  <a:cubicBezTo>
                    <a:pt x="430" y="96"/>
                    <a:pt x="335" y="0"/>
                    <a:pt x="211"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9" name="Google Shape;11449;p64"/>
            <p:cNvSpPr/>
            <p:nvPr/>
          </p:nvSpPr>
          <p:spPr>
            <a:xfrm>
              <a:off x="5380813" y="4093219"/>
              <a:ext cx="17020" cy="51480"/>
            </a:xfrm>
            <a:custGeom>
              <a:avLst/>
              <a:gdLst/>
              <a:ahLst/>
              <a:cxnLst/>
              <a:rect l="l" t="t" r="r" b="b"/>
              <a:pathLst>
                <a:path w="650" h="1966" extrusionOk="0">
                  <a:moveTo>
                    <a:pt x="649" y="0"/>
                  </a:moveTo>
                  <a:cubicBezTo>
                    <a:pt x="287" y="0"/>
                    <a:pt x="1" y="296"/>
                    <a:pt x="1" y="658"/>
                  </a:cubicBezTo>
                  <a:lnTo>
                    <a:pt x="1" y="1965"/>
                  </a:lnTo>
                  <a:lnTo>
                    <a:pt x="649" y="1965"/>
                  </a:lnTo>
                  <a:lnTo>
                    <a:pt x="649"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0" name="Google Shape;11450;p64"/>
            <p:cNvSpPr/>
            <p:nvPr/>
          </p:nvSpPr>
          <p:spPr>
            <a:xfrm>
              <a:off x="5580918" y="4093219"/>
              <a:ext cx="17256" cy="51480"/>
            </a:xfrm>
            <a:custGeom>
              <a:avLst/>
              <a:gdLst/>
              <a:ahLst/>
              <a:cxnLst/>
              <a:rect l="l" t="t" r="r" b="b"/>
              <a:pathLst>
                <a:path w="659" h="1966" extrusionOk="0">
                  <a:moveTo>
                    <a:pt x="0" y="0"/>
                  </a:moveTo>
                  <a:lnTo>
                    <a:pt x="0" y="1965"/>
                  </a:lnTo>
                  <a:lnTo>
                    <a:pt x="658" y="1965"/>
                  </a:lnTo>
                  <a:lnTo>
                    <a:pt x="658" y="658"/>
                  </a:lnTo>
                  <a:cubicBezTo>
                    <a:pt x="658" y="296"/>
                    <a:pt x="363" y="0"/>
                    <a:pt x="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51" name="Google Shape;11451;p64"/>
          <p:cNvGrpSpPr/>
          <p:nvPr/>
        </p:nvGrpSpPr>
        <p:grpSpPr>
          <a:xfrm>
            <a:off x="4885431" y="3636500"/>
            <a:ext cx="274550" cy="354859"/>
            <a:chOff x="4901706" y="3790075"/>
            <a:chExt cx="274550" cy="354859"/>
          </a:xfrm>
        </p:grpSpPr>
        <p:sp>
          <p:nvSpPr>
            <p:cNvPr id="11452" name="Google Shape;11452;p64"/>
            <p:cNvSpPr/>
            <p:nvPr/>
          </p:nvSpPr>
          <p:spPr>
            <a:xfrm>
              <a:off x="4901706" y="4007777"/>
              <a:ext cx="274550" cy="137157"/>
            </a:xfrm>
            <a:custGeom>
              <a:avLst/>
              <a:gdLst/>
              <a:ahLst/>
              <a:cxnLst/>
              <a:rect l="l" t="t" r="r" b="b"/>
              <a:pathLst>
                <a:path w="10485" h="5238" extrusionOk="0">
                  <a:moveTo>
                    <a:pt x="3711" y="1"/>
                  </a:moveTo>
                  <a:lnTo>
                    <a:pt x="3711" y="1622"/>
                  </a:lnTo>
                  <a:cubicBezTo>
                    <a:pt x="3711" y="1918"/>
                    <a:pt x="3520" y="2176"/>
                    <a:pt x="3244" y="2252"/>
                  </a:cubicBezTo>
                  <a:lnTo>
                    <a:pt x="945" y="2929"/>
                  </a:lnTo>
                  <a:cubicBezTo>
                    <a:pt x="382" y="3091"/>
                    <a:pt x="0" y="3607"/>
                    <a:pt x="0" y="4189"/>
                  </a:cubicBezTo>
                  <a:lnTo>
                    <a:pt x="0" y="4580"/>
                  </a:lnTo>
                  <a:cubicBezTo>
                    <a:pt x="0" y="4942"/>
                    <a:pt x="296" y="5238"/>
                    <a:pt x="649" y="5238"/>
                  </a:cubicBezTo>
                  <a:lnTo>
                    <a:pt x="9826" y="5238"/>
                  </a:lnTo>
                  <a:cubicBezTo>
                    <a:pt x="10189" y="5238"/>
                    <a:pt x="10484" y="4942"/>
                    <a:pt x="10484" y="4580"/>
                  </a:cubicBezTo>
                  <a:lnTo>
                    <a:pt x="10484" y="4189"/>
                  </a:lnTo>
                  <a:cubicBezTo>
                    <a:pt x="10484" y="3607"/>
                    <a:pt x="10103" y="3091"/>
                    <a:pt x="9540" y="2929"/>
                  </a:cubicBezTo>
                  <a:lnTo>
                    <a:pt x="7241" y="2252"/>
                  </a:lnTo>
                  <a:cubicBezTo>
                    <a:pt x="6964" y="2166"/>
                    <a:pt x="6773" y="1908"/>
                    <a:pt x="6773" y="1622"/>
                  </a:cubicBezTo>
                  <a:lnTo>
                    <a:pt x="6773"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3" name="Google Shape;11453;p64"/>
            <p:cNvSpPr/>
            <p:nvPr/>
          </p:nvSpPr>
          <p:spPr>
            <a:xfrm>
              <a:off x="4935929" y="4007777"/>
              <a:ext cx="206102" cy="124169"/>
            </a:xfrm>
            <a:custGeom>
              <a:avLst/>
              <a:gdLst/>
              <a:ahLst/>
              <a:cxnLst/>
              <a:rect l="l" t="t" r="r" b="b"/>
              <a:pathLst>
                <a:path w="7871" h="4742" extrusionOk="0">
                  <a:moveTo>
                    <a:pt x="2404" y="1"/>
                  </a:moveTo>
                  <a:lnTo>
                    <a:pt x="2404" y="1622"/>
                  </a:lnTo>
                  <a:cubicBezTo>
                    <a:pt x="2404" y="1918"/>
                    <a:pt x="2213" y="2166"/>
                    <a:pt x="1937" y="2252"/>
                  </a:cubicBezTo>
                  <a:lnTo>
                    <a:pt x="0" y="2824"/>
                  </a:lnTo>
                  <a:cubicBezTo>
                    <a:pt x="468" y="3979"/>
                    <a:pt x="1593" y="4742"/>
                    <a:pt x="2843" y="4742"/>
                  </a:cubicBezTo>
                  <a:lnTo>
                    <a:pt x="5028" y="4742"/>
                  </a:lnTo>
                  <a:cubicBezTo>
                    <a:pt x="6277" y="4742"/>
                    <a:pt x="7403" y="3979"/>
                    <a:pt x="7870" y="2815"/>
                  </a:cubicBezTo>
                  <a:lnTo>
                    <a:pt x="5934" y="2252"/>
                  </a:lnTo>
                  <a:cubicBezTo>
                    <a:pt x="5657" y="2166"/>
                    <a:pt x="5466" y="1908"/>
                    <a:pt x="5466" y="1622"/>
                  </a:cubicBezTo>
                  <a:lnTo>
                    <a:pt x="546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4" name="Google Shape;11454;p64"/>
            <p:cNvSpPr/>
            <p:nvPr/>
          </p:nvSpPr>
          <p:spPr>
            <a:xfrm>
              <a:off x="4941664" y="4017518"/>
              <a:ext cx="194633" cy="103195"/>
            </a:xfrm>
            <a:custGeom>
              <a:avLst/>
              <a:gdLst/>
              <a:ahLst/>
              <a:cxnLst/>
              <a:rect l="l" t="t" r="r" b="b"/>
              <a:pathLst>
                <a:path w="7433" h="3941" extrusionOk="0">
                  <a:moveTo>
                    <a:pt x="1317" y="1"/>
                  </a:moveTo>
                  <a:cubicBezTo>
                    <a:pt x="592" y="1"/>
                    <a:pt x="0" y="592"/>
                    <a:pt x="0" y="1317"/>
                  </a:cubicBezTo>
                  <a:cubicBezTo>
                    <a:pt x="0" y="2758"/>
                    <a:pt x="1174" y="3941"/>
                    <a:pt x="2624" y="3941"/>
                  </a:cubicBezTo>
                  <a:lnTo>
                    <a:pt x="4809" y="3941"/>
                  </a:lnTo>
                  <a:cubicBezTo>
                    <a:pt x="6259" y="3941"/>
                    <a:pt x="7432" y="2758"/>
                    <a:pt x="7432" y="1317"/>
                  </a:cubicBezTo>
                  <a:cubicBezTo>
                    <a:pt x="7432" y="592"/>
                    <a:pt x="6841" y="1"/>
                    <a:pt x="6125"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5" name="Google Shape;11455;p64"/>
            <p:cNvSpPr/>
            <p:nvPr/>
          </p:nvSpPr>
          <p:spPr>
            <a:xfrm>
              <a:off x="4959967" y="4034512"/>
              <a:ext cx="157922" cy="65279"/>
            </a:xfrm>
            <a:custGeom>
              <a:avLst/>
              <a:gdLst/>
              <a:ahLst/>
              <a:cxnLst/>
              <a:rect l="l" t="t" r="r" b="b"/>
              <a:pathLst>
                <a:path w="6031" h="2493" extrusionOk="0">
                  <a:moveTo>
                    <a:pt x="664" y="0"/>
                  </a:moveTo>
                  <a:cubicBezTo>
                    <a:pt x="186" y="0"/>
                    <a:pt x="1" y="622"/>
                    <a:pt x="408" y="887"/>
                  </a:cubicBezTo>
                  <a:lnTo>
                    <a:pt x="2650" y="2385"/>
                  </a:lnTo>
                  <a:cubicBezTo>
                    <a:pt x="2760" y="2457"/>
                    <a:pt x="2886" y="2493"/>
                    <a:pt x="3013" y="2493"/>
                  </a:cubicBezTo>
                  <a:cubicBezTo>
                    <a:pt x="3139" y="2493"/>
                    <a:pt x="3265" y="2457"/>
                    <a:pt x="3375" y="2385"/>
                  </a:cubicBezTo>
                  <a:lnTo>
                    <a:pt x="5626" y="887"/>
                  </a:lnTo>
                  <a:cubicBezTo>
                    <a:pt x="6031" y="634"/>
                    <a:pt x="5851" y="9"/>
                    <a:pt x="5381" y="9"/>
                  </a:cubicBezTo>
                  <a:cubicBezTo>
                    <a:pt x="5374" y="9"/>
                    <a:pt x="5366" y="10"/>
                    <a:pt x="5359" y="10"/>
                  </a:cubicBezTo>
                  <a:lnTo>
                    <a:pt x="675" y="0"/>
                  </a:lnTo>
                  <a:cubicBezTo>
                    <a:pt x="672" y="0"/>
                    <a:pt x="668" y="0"/>
                    <a:pt x="664"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6" name="Google Shape;11456;p64"/>
            <p:cNvSpPr/>
            <p:nvPr/>
          </p:nvSpPr>
          <p:spPr>
            <a:xfrm>
              <a:off x="4984869" y="4013276"/>
              <a:ext cx="107961" cy="86515"/>
            </a:xfrm>
            <a:custGeom>
              <a:avLst/>
              <a:gdLst/>
              <a:ahLst/>
              <a:cxnLst/>
              <a:rect l="l" t="t" r="r" b="b"/>
              <a:pathLst>
                <a:path w="4123" h="3304" extrusionOk="0">
                  <a:moveTo>
                    <a:pt x="535" y="0"/>
                  </a:moveTo>
                  <a:lnTo>
                    <a:pt x="535" y="1422"/>
                  </a:lnTo>
                  <a:cubicBezTo>
                    <a:pt x="535" y="1708"/>
                    <a:pt x="344" y="1966"/>
                    <a:pt x="68" y="2051"/>
                  </a:cubicBezTo>
                  <a:lnTo>
                    <a:pt x="10" y="2071"/>
                  </a:lnTo>
                  <a:lnTo>
                    <a:pt x="1" y="2071"/>
                  </a:lnTo>
                  <a:lnTo>
                    <a:pt x="1699" y="3196"/>
                  </a:lnTo>
                  <a:cubicBezTo>
                    <a:pt x="1809" y="3268"/>
                    <a:pt x="1935" y="3304"/>
                    <a:pt x="2062" y="3304"/>
                  </a:cubicBezTo>
                  <a:cubicBezTo>
                    <a:pt x="2188" y="3304"/>
                    <a:pt x="2314" y="3268"/>
                    <a:pt x="2424" y="3196"/>
                  </a:cubicBezTo>
                  <a:lnTo>
                    <a:pt x="4122" y="2071"/>
                  </a:lnTo>
                  <a:lnTo>
                    <a:pt x="4065" y="2051"/>
                  </a:lnTo>
                  <a:cubicBezTo>
                    <a:pt x="3788" y="1966"/>
                    <a:pt x="3597" y="1708"/>
                    <a:pt x="3597" y="1422"/>
                  </a:cubicBezTo>
                  <a:lnTo>
                    <a:pt x="3597"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7" name="Google Shape;11457;p64"/>
            <p:cNvSpPr/>
            <p:nvPr/>
          </p:nvSpPr>
          <p:spPr>
            <a:xfrm>
              <a:off x="4998878" y="4013276"/>
              <a:ext cx="80205" cy="28620"/>
            </a:xfrm>
            <a:custGeom>
              <a:avLst/>
              <a:gdLst/>
              <a:ahLst/>
              <a:cxnLst/>
              <a:rect l="l" t="t" r="r" b="b"/>
              <a:pathLst>
                <a:path w="3063" h="1093" extrusionOk="0">
                  <a:moveTo>
                    <a:pt x="0" y="0"/>
                  </a:moveTo>
                  <a:lnTo>
                    <a:pt x="0" y="706"/>
                  </a:lnTo>
                  <a:cubicBezTo>
                    <a:pt x="477" y="964"/>
                    <a:pt x="1002" y="1093"/>
                    <a:pt x="1528" y="1093"/>
                  </a:cubicBezTo>
                  <a:cubicBezTo>
                    <a:pt x="2054" y="1093"/>
                    <a:pt x="2581" y="964"/>
                    <a:pt x="3062" y="706"/>
                  </a:cubicBezTo>
                  <a:lnTo>
                    <a:pt x="3062"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8" name="Google Shape;11458;p64"/>
            <p:cNvSpPr/>
            <p:nvPr/>
          </p:nvSpPr>
          <p:spPr>
            <a:xfrm>
              <a:off x="4942161" y="3830164"/>
              <a:ext cx="193612" cy="200132"/>
            </a:xfrm>
            <a:custGeom>
              <a:avLst/>
              <a:gdLst/>
              <a:ahLst/>
              <a:cxnLst/>
              <a:rect l="l" t="t" r="r" b="b"/>
              <a:pathLst>
                <a:path w="7394" h="7643" extrusionOk="0">
                  <a:moveTo>
                    <a:pt x="3693" y="1"/>
                  </a:moveTo>
                  <a:cubicBezTo>
                    <a:pt x="2004" y="1"/>
                    <a:pt x="640" y="1374"/>
                    <a:pt x="640" y="3063"/>
                  </a:cubicBezTo>
                  <a:lnTo>
                    <a:pt x="640" y="3941"/>
                  </a:lnTo>
                  <a:cubicBezTo>
                    <a:pt x="1" y="4084"/>
                    <a:pt x="96" y="5019"/>
                    <a:pt x="745" y="5028"/>
                  </a:cubicBezTo>
                  <a:lnTo>
                    <a:pt x="869" y="5028"/>
                  </a:lnTo>
                  <a:cubicBezTo>
                    <a:pt x="983" y="6507"/>
                    <a:pt x="2214" y="7642"/>
                    <a:pt x="3693" y="7642"/>
                  </a:cubicBezTo>
                  <a:cubicBezTo>
                    <a:pt x="5181" y="7642"/>
                    <a:pt x="6411" y="6507"/>
                    <a:pt x="6526" y="5028"/>
                  </a:cubicBezTo>
                  <a:lnTo>
                    <a:pt x="6640" y="5028"/>
                  </a:lnTo>
                  <a:cubicBezTo>
                    <a:pt x="7299" y="5019"/>
                    <a:pt x="7394" y="4084"/>
                    <a:pt x="6755" y="3941"/>
                  </a:cubicBezTo>
                  <a:lnTo>
                    <a:pt x="6755" y="3063"/>
                  </a:lnTo>
                  <a:cubicBezTo>
                    <a:pt x="6755" y="1374"/>
                    <a:pt x="5381" y="1"/>
                    <a:pt x="3693" y="1"/>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9" name="Google Shape;11459;p64"/>
            <p:cNvSpPr/>
            <p:nvPr/>
          </p:nvSpPr>
          <p:spPr>
            <a:xfrm>
              <a:off x="4946168" y="3860984"/>
              <a:ext cx="109689" cy="169338"/>
            </a:xfrm>
            <a:custGeom>
              <a:avLst/>
              <a:gdLst/>
              <a:ahLst/>
              <a:cxnLst/>
              <a:rect l="l" t="t" r="r" b="b"/>
              <a:pathLst>
                <a:path w="4189" h="6467" extrusionOk="0">
                  <a:moveTo>
                    <a:pt x="1356" y="0"/>
                  </a:moveTo>
                  <a:cubicBezTo>
                    <a:pt x="1222" y="0"/>
                    <a:pt x="1086" y="61"/>
                    <a:pt x="992" y="197"/>
                  </a:cubicBezTo>
                  <a:cubicBezTo>
                    <a:pt x="658" y="693"/>
                    <a:pt x="487" y="1285"/>
                    <a:pt x="487" y="1886"/>
                  </a:cubicBezTo>
                  <a:lnTo>
                    <a:pt x="487" y="2764"/>
                  </a:lnTo>
                  <a:cubicBezTo>
                    <a:pt x="191" y="2830"/>
                    <a:pt x="0" y="3107"/>
                    <a:pt x="57" y="3403"/>
                  </a:cubicBezTo>
                  <a:cubicBezTo>
                    <a:pt x="115" y="3670"/>
                    <a:pt x="353" y="3851"/>
                    <a:pt x="620" y="3851"/>
                  </a:cubicBezTo>
                  <a:lnTo>
                    <a:pt x="716" y="3851"/>
                  </a:lnTo>
                  <a:cubicBezTo>
                    <a:pt x="823" y="5361"/>
                    <a:pt x="2085" y="6466"/>
                    <a:pt x="3528" y="6466"/>
                  </a:cubicBezTo>
                  <a:cubicBezTo>
                    <a:pt x="3745" y="6466"/>
                    <a:pt x="3966" y="6441"/>
                    <a:pt x="4188" y="6389"/>
                  </a:cubicBezTo>
                  <a:cubicBezTo>
                    <a:pt x="2786" y="6084"/>
                    <a:pt x="1794" y="4843"/>
                    <a:pt x="1794" y="3412"/>
                  </a:cubicBezTo>
                  <a:lnTo>
                    <a:pt x="1794" y="436"/>
                  </a:lnTo>
                  <a:cubicBezTo>
                    <a:pt x="1794" y="168"/>
                    <a:pt x="1578" y="0"/>
                    <a:pt x="1356"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0" name="Google Shape;11460;p64"/>
            <p:cNvSpPr/>
            <p:nvPr/>
          </p:nvSpPr>
          <p:spPr>
            <a:xfrm>
              <a:off x="4998878" y="3935035"/>
              <a:ext cx="11495" cy="17308"/>
            </a:xfrm>
            <a:custGeom>
              <a:avLst/>
              <a:gdLst/>
              <a:ahLst/>
              <a:cxnLst/>
              <a:rect l="l" t="t" r="r" b="b"/>
              <a:pathLst>
                <a:path w="439" h="661" extrusionOk="0">
                  <a:moveTo>
                    <a:pt x="220" y="0"/>
                  </a:moveTo>
                  <a:cubicBezTo>
                    <a:pt x="110" y="0"/>
                    <a:pt x="0" y="74"/>
                    <a:pt x="0" y="222"/>
                  </a:cubicBezTo>
                  <a:lnTo>
                    <a:pt x="0" y="441"/>
                  </a:lnTo>
                  <a:cubicBezTo>
                    <a:pt x="0" y="556"/>
                    <a:pt x="96" y="661"/>
                    <a:pt x="220" y="661"/>
                  </a:cubicBezTo>
                  <a:cubicBezTo>
                    <a:pt x="344" y="661"/>
                    <a:pt x="439" y="556"/>
                    <a:pt x="439" y="441"/>
                  </a:cubicBezTo>
                  <a:lnTo>
                    <a:pt x="439" y="222"/>
                  </a:lnTo>
                  <a:cubicBezTo>
                    <a:pt x="439" y="74"/>
                    <a:pt x="329"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1" name="Google Shape;11461;p64"/>
            <p:cNvSpPr/>
            <p:nvPr/>
          </p:nvSpPr>
          <p:spPr>
            <a:xfrm>
              <a:off x="5067561" y="3935035"/>
              <a:ext cx="11521" cy="17308"/>
            </a:xfrm>
            <a:custGeom>
              <a:avLst/>
              <a:gdLst/>
              <a:ahLst/>
              <a:cxnLst/>
              <a:rect l="l" t="t" r="r" b="b"/>
              <a:pathLst>
                <a:path w="440" h="661" extrusionOk="0">
                  <a:moveTo>
                    <a:pt x="216" y="0"/>
                  </a:moveTo>
                  <a:cubicBezTo>
                    <a:pt x="108" y="0"/>
                    <a:pt x="1" y="74"/>
                    <a:pt x="1" y="222"/>
                  </a:cubicBezTo>
                  <a:lnTo>
                    <a:pt x="1" y="441"/>
                  </a:lnTo>
                  <a:cubicBezTo>
                    <a:pt x="1" y="556"/>
                    <a:pt x="96" y="661"/>
                    <a:pt x="220" y="661"/>
                  </a:cubicBezTo>
                  <a:cubicBezTo>
                    <a:pt x="334" y="661"/>
                    <a:pt x="439" y="556"/>
                    <a:pt x="439" y="441"/>
                  </a:cubicBezTo>
                  <a:lnTo>
                    <a:pt x="439" y="222"/>
                  </a:lnTo>
                  <a:cubicBezTo>
                    <a:pt x="435" y="74"/>
                    <a:pt x="325" y="0"/>
                    <a:pt x="2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2" name="Google Shape;11462;p64"/>
            <p:cNvSpPr/>
            <p:nvPr/>
          </p:nvSpPr>
          <p:spPr>
            <a:xfrm>
              <a:off x="5013646" y="3974993"/>
              <a:ext cx="50668" cy="17334"/>
            </a:xfrm>
            <a:custGeom>
              <a:avLst/>
              <a:gdLst/>
              <a:ahLst/>
              <a:cxnLst/>
              <a:rect l="l" t="t" r="r" b="b"/>
              <a:pathLst>
                <a:path w="1935" h="662" extrusionOk="0">
                  <a:moveTo>
                    <a:pt x="312" y="0"/>
                  </a:moveTo>
                  <a:cubicBezTo>
                    <a:pt x="142" y="0"/>
                    <a:pt x="0" y="221"/>
                    <a:pt x="161" y="375"/>
                  </a:cubicBezTo>
                  <a:cubicBezTo>
                    <a:pt x="371" y="566"/>
                    <a:pt x="641" y="662"/>
                    <a:pt x="922" y="662"/>
                  </a:cubicBezTo>
                  <a:cubicBezTo>
                    <a:pt x="936" y="662"/>
                    <a:pt x="949" y="661"/>
                    <a:pt x="963" y="661"/>
                  </a:cubicBezTo>
                  <a:cubicBezTo>
                    <a:pt x="976" y="661"/>
                    <a:pt x="989" y="662"/>
                    <a:pt x="1003" y="662"/>
                  </a:cubicBezTo>
                  <a:cubicBezTo>
                    <a:pt x="1284" y="662"/>
                    <a:pt x="1555" y="566"/>
                    <a:pt x="1773" y="375"/>
                  </a:cubicBezTo>
                  <a:cubicBezTo>
                    <a:pt x="1934" y="221"/>
                    <a:pt x="1792" y="0"/>
                    <a:pt x="1623" y="0"/>
                  </a:cubicBezTo>
                  <a:cubicBezTo>
                    <a:pt x="1571" y="0"/>
                    <a:pt x="1517" y="21"/>
                    <a:pt x="1468" y="70"/>
                  </a:cubicBezTo>
                  <a:cubicBezTo>
                    <a:pt x="1315" y="175"/>
                    <a:pt x="1139" y="227"/>
                    <a:pt x="964" y="227"/>
                  </a:cubicBezTo>
                  <a:cubicBezTo>
                    <a:pt x="788" y="227"/>
                    <a:pt x="614" y="175"/>
                    <a:pt x="466" y="70"/>
                  </a:cubicBezTo>
                  <a:cubicBezTo>
                    <a:pt x="418" y="21"/>
                    <a:pt x="363" y="0"/>
                    <a:pt x="312"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3" name="Google Shape;11463;p64"/>
            <p:cNvSpPr/>
            <p:nvPr/>
          </p:nvSpPr>
          <p:spPr>
            <a:xfrm>
              <a:off x="4990368" y="3917727"/>
              <a:ext cx="33752" cy="17387"/>
            </a:xfrm>
            <a:custGeom>
              <a:avLst/>
              <a:gdLst/>
              <a:ahLst/>
              <a:cxnLst/>
              <a:rect l="l" t="t" r="r" b="b"/>
              <a:pathLst>
                <a:path w="1289" h="664" extrusionOk="0">
                  <a:moveTo>
                    <a:pt x="314" y="1"/>
                  </a:moveTo>
                  <a:cubicBezTo>
                    <a:pt x="91" y="1"/>
                    <a:pt x="0" y="357"/>
                    <a:pt x="258" y="434"/>
                  </a:cubicBezTo>
                  <a:lnTo>
                    <a:pt x="907" y="654"/>
                  </a:lnTo>
                  <a:cubicBezTo>
                    <a:pt x="936" y="663"/>
                    <a:pt x="955" y="663"/>
                    <a:pt x="983" y="663"/>
                  </a:cubicBezTo>
                  <a:cubicBezTo>
                    <a:pt x="1231" y="663"/>
                    <a:pt x="1289" y="310"/>
                    <a:pt x="1050" y="234"/>
                  </a:cubicBezTo>
                  <a:lnTo>
                    <a:pt x="392" y="15"/>
                  </a:lnTo>
                  <a:cubicBezTo>
                    <a:pt x="364" y="5"/>
                    <a:pt x="338" y="1"/>
                    <a:pt x="314"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4" name="Google Shape;11464;p64"/>
            <p:cNvSpPr/>
            <p:nvPr/>
          </p:nvSpPr>
          <p:spPr>
            <a:xfrm>
              <a:off x="5053814" y="3917727"/>
              <a:ext cx="33779" cy="17387"/>
            </a:xfrm>
            <a:custGeom>
              <a:avLst/>
              <a:gdLst/>
              <a:ahLst/>
              <a:cxnLst/>
              <a:rect l="l" t="t" r="r" b="b"/>
              <a:pathLst>
                <a:path w="1290" h="664" extrusionOk="0">
                  <a:moveTo>
                    <a:pt x="969" y="1"/>
                  </a:moveTo>
                  <a:cubicBezTo>
                    <a:pt x="943" y="1"/>
                    <a:pt x="916" y="5"/>
                    <a:pt x="888" y="15"/>
                  </a:cubicBezTo>
                  <a:lnTo>
                    <a:pt x="239" y="234"/>
                  </a:lnTo>
                  <a:cubicBezTo>
                    <a:pt x="1" y="310"/>
                    <a:pt x="58" y="663"/>
                    <a:pt x="306" y="663"/>
                  </a:cubicBezTo>
                  <a:cubicBezTo>
                    <a:pt x="325" y="663"/>
                    <a:pt x="354" y="654"/>
                    <a:pt x="373" y="654"/>
                  </a:cubicBezTo>
                  <a:lnTo>
                    <a:pt x="1031" y="434"/>
                  </a:lnTo>
                  <a:cubicBezTo>
                    <a:pt x="1289" y="357"/>
                    <a:pt x="1198" y="1"/>
                    <a:pt x="969"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5" name="Google Shape;11465;p64"/>
            <p:cNvSpPr/>
            <p:nvPr/>
          </p:nvSpPr>
          <p:spPr>
            <a:xfrm>
              <a:off x="5022104" y="3790075"/>
              <a:ext cx="33255" cy="67793"/>
            </a:xfrm>
            <a:custGeom>
              <a:avLst/>
              <a:gdLst/>
              <a:ahLst/>
              <a:cxnLst/>
              <a:rect l="l" t="t" r="r" b="b"/>
              <a:pathLst>
                <a:path w="1270" h="2589" extrusionOk="0">
                  <a:moveTo>
                    <a:pt x="640" y="0"/>
                  </a:moveTo>
                  <a:cubicBezTo>
                    <a:pt x="599" y="0"/>
                    <a:pt x="558" y="24"/>
                    <a:pt x="544" y="72"/>
                  </a:cubicBezTo>
                  <a:lnTo>
                    <a:pt x="48" y="1560"/>
                  </a:lnTo>
                  <a:cubicBezTo>
                    <a:pt x="0" y="1684"/>
                    <a:pt x="19" y="1818"/>
                    <a:pt x="86" y="1923"/>
                  </a:cubicBezTo>
                  <a:lnTo>
                    <a:pt x="449" y="2495"/>
                  </a:lnTo>
                  <a:cubicBezTo>
                    <a:pt x="492" y="2557"/>
                    <a:pt x="563" y="2588"/>
                    <a:pt x="635" y="2588"/>
                  </a:cubicBezTo>
                  <a:cubicBezTo>
                    <a:pt x="706" y="2588"/>
                    <a:pt x="778" y="2557"/>
                    <a:pt x="821" y="2495"/>
                  </a:cubicBezTo>
                  <a:lnTo>
                    <a:pt x="1183" y="1923"/>
                  </a:lnTo>
                  <a:cubicBezTo>
                    <a:pt x="1250" y="1818"/>
                    <a:pt x="1269" y="1684"/>
                    <a:pt x="1231" y="1560"/>
                  </a:cubicBezTo>
                  <a:lnTo>
                    <a:pt x="735" y="72"/>
                  </a:lnTo>
                  <a:cubicBezTo>
                    <a:pt x="721" y="24"/>
                    <a:pt x="680" y="0"/>
                    <a:pt x="640"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6" name="Google Shape;11466;p64"/>
            <p:cNvSpPr/>
            <p:nvPr/>
          </p:nvSpPr>
          <p:spPr>
            <a:xfrm>
              <a:off x="5022340" y="3790206"/>
              <a:ext cx="16785" cy="67976"/>
            </a:xfrm>
            <a:custGeom>
              <a:avLst/>
              <a:gdLst/>
              <a:ahLst/>
              <a:cxnLst/>
              <a:rect l="l" t="t" r="r" b="b"/>
              <a:pathLst>
                <a:path w="641" h="2596" extrusionOk="0">
                  <a:moveTo>
                    <a:pt x="631" y="0"/>
                  </a:moveTo>
                  <a:cubicBezTo>
                    <a:pt x="592" y="0"/>
                    <a:pt x="554" y="29"/>
                    <a:pt x="535" y="67"/>
                  </a:cubicBezTo>
                  <a:lnTo>
                    <a:pt x="39" y="1555"/>
                  </a:lnTo>
                  <a:cubicBezTo>
                    <a:pt x="1" y="1679"/>
                    <a:pt x="20" y="1813"/>
                    <a:pt x="87" y="1918"/>
                  </a:cubicBezTo>
                  <a:lnTo>
                    <a:pt x="440" y="2490"/>
                  </a:lnTo>
                  <a:cubicBezTo>
                    <a:pt x="487" y="2557"/>
                    <a:pt x="564" y="2595"/>
                    <a:pt x="640" y="2595"/>
                  </a:cubicBezTo>
                  <a:lnTo>
                    <a:pt x="640"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7" name="Google Shape;11467;p64"/>
            <p:cNvSpPr/>
            <p:nvPr/>
          </p:nvSpPr>
          <p:spPr>
            <a:xfrm>
              <a:off x="4987383" y="4104688"/>
              <a:ext cx="11521" cy="40246"/>
            </a:xfrm>
            <a:custGeom>
              <a:avLst/>
              <a:gdLst/>
              <a:ahLst/>
              <a:cxnLst/>
              <a:rect l="l" t="t" r="r" b="b"/>
              <a:pathLst>
                <a:path w="440" h="1537" extrusionOk="0">
                  <a:moveTo>
                    <a:pt x="220" y="1"/>
                  </a:moveTo>
                  <a:cubicBezTo>
                    <a:pt x="96" y="1"/>
                    <a:pt x="0" y="96"/>
                    <a:pt x="0" y="220"/>
                  </a:cubicBezTo>
                  <a:lnTo>
                    <a:pt x="0" y="1537"/>
                  </a:lnTo>
                  <a:lnTo>
                    <a:pt x="439" y="1537"/>
                  </a:lnTo>
                  <a:lnTo>
                    <a:pt x="439" y="220"/>
                  </a:lnTo>
                  <a:cubicBezTo>
                    <a:pt x="439" y="96"/>
                    <a:pt x="344" y="1"/>
                    <a:pt x="220" y="1"/>
                  </a:cubicBezTo>
                  <a:close/>
                </a:path>
              </a:pathLst>
            </a:custGeom>
            <a:solidFill>
              <a:srgbClr val="82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8" name="Google Shape;11468;p64"/>
            <p:cNvSpPr/>
            <p:nvPr/>
          </p:nvSpPr>
          <p:spPr>
            <a:xfrm>
              <a:off x="5079057" y="4104688"/>
              <a:ext cx="11260" cy="40246"/>
            </a:xfrm>
            <a:custGeom>
              <a:avLst/>
              <a:gdLst/>
              <a:ahLst/>
              <a:cxnLst/>
              <a:rect l="l" t="t" r="r" b="b"/>
              <a:pathLst>
                <a:path w="430" h="1537" extrusionOk="0">
                  <a:moveTo>
                    <a:pt x="210" y="1"/>
                  </a:moveTo>
                  <a:cubicBezTo>
                    <a:pt x="96" y="1"/>
                    <a:pt x="0" y="96"/>
                    <a:pt x="0" y="220"/>
                  </a:cubicBezTo>
                  <a:lnTo>
                    <a:pt x="0" y="1537"/>
                  </a:lnTo>
                  <a:lnTo>
                    <a:pt x="430" y="1537"/>
                  </a:lnTo>
                  <a:lnTo>
                    <a:pt x="430" y="220"/>
                  </a:lnTo>
                  <a:cubicBezTo>
                    <a:pt x="430" y="96"/>
                    <a:pt x="334" y="1"/>
                    <a:pt x="210" y="1"/>
                  </a:cubicBezTo>
                  <a:close/>
                </a:path>
              </a:pathLst>
            </a:custGeom>
            <a:solidFill>
              <a:srgbClr val="82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69" name="Google Shape;11469;p64"/>
          <p:cNvGrpSpPr/>
          <p:nvPr/>
        </p:nvGrpSpPr>
        <p:grpSpPr>
          <a:xfrm>
            <a:off x="8036429" y="1349633"/>
            <a:ext cx="275073" cy="354545"/>
            <a:chOff x="8052704" y="1503208"/>
            <a:chExt cx="275073" cy="354545"/>
          </a:xfrm>
        </p:grpSpPr>
        <p:sp>
          <p:nvSpPr>
            <p:cNvPr id="11470" name="Google Shape;11470;p64"/>
            <p:cNvSpPr/>
            <p:nvPr/>
          </p:nvSpPr>
          <p:spPr>
            <a:xfrm>
              <a:off x="8052704" y="1697344"/>
              <a:ext cx="274812" cy="160409"/>
            </a:xfrm>
            <a:custGeom>
              <a:avLst/>
              <a:gdLst/>
              <a:ahLst/>
              <a:cxnLst/>
              <a:rect l="l" t="t" r="r" b="b"/>
              <a:pathLst>
                <a:path w="10495" h="6126" extrusionOk="0">
                  <a:moveTo>
                    <a:pt x="3722" y="1"/>
                  </a:moveTo>
                  <a:lnTo>
                    <a:pt x="3722" y="1270"/>
                  </a:lnTo>
                  <a:cubicBezTo>
                    <a:pt x="3722" y="1556"/>
                    <a:pt x="3531" y="1814"/>
                    <a:pt x="3254" y="1899"/>
                  </a:cubicBezTo>
                  <a:lnTo>
                    <a:pt x="945" y="2577"/>
                  </a:lnTo>
                  <a:cubicBezTo>
                    <a:pt x="383" y="2739"/>
                    <a:pt x="1" y="3254"/>
                    <a:pt x="1" y="3836"/>
                  </a:cubicBezTo>
                  <a:lnTo>
                    <a:pt x="1" y="5477"/>
                  </a:lnTo>
                  <a:cubicBezTo>
                    <a:pt x="1" y="5830"/>
                    <a:pt x="297" y="6126"/>
                    <a:pt x="659" y="6126"/>
                  </a:cubicBezTo>
                  <a:lnTo>
                    <a:pt x="9846" y="6126"/>
                  </a:lnTo>
                  <a:cubicBezTo>
                    <a:pt x="10199" y="6126"/>
                    <a:pt x="10495" y="5830"/>
                    <a:pt x="10495" y="5477"/>
                  </a:cubicBezTo>
                  <a:lnTo>
                    <a:pt x="10495" y="3836"/>
                  </a:lnTo>
                  <a:cubicBezTo>
                    <a:pt x="10495" y="3254"/>
                    <a:pt x="10113" y="2739"/>
                    <a:pt x="9560" y="2577"/>
                  </a:cubicBezTo>
                  <a:lnTo>
                    <a:pt x="7251" y="1899"/>
                  </a:lnTo>
                  <a:cubicBezTo>
                    <a:pt x="6975" y="1814"/>
                    <a:pt x="6784" y="1556"/>
                    <a:pt x="6784" y="1270"/>
                  </a:cubicBezTo>
                  <a:lnTo>
                    <a:pt x="6784"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1" name="Google Shape;11471;p64"/>
            <p:cNvSpPr/>
            <p:nvPr/>
          </p:nvSpPr>
          <p:spPr>
            <a:xfrm>
              <a:off x="8098685" y="1823267"/>
              <a:ext cx="11260" cy="34486"/>
            </a:xfrm>
            <a:custGeom>
              <a:avLst/>
              <a:gdLst/>
              <a:ahLst/>
              <a:cxnLst/>
              <a:rect l="l" t="t" r="r" b="b"/>
              <a:pathLst>
                <a:path w="430" h="1317" extrusionOk="0">
                  <a:moveTo>
                    <a:pt x="0" y="0"/>
                  </a:moveTo>
                  <a:lnTo>
                    <a:pt x="0" y="1317"/>
                  </a:lnTo>
                  <a:lnTo>
                    <a:pt x="430" y="1317"/>
                  </a:lnTo>
                  <a:lnTo>
                    <a:pt x="430"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2" name="Google Shape;11472;p64"/>
            <p:cNvSpPr/>
            <p:nvPr/>
          </p:nvSpPr>
          <p:spPr>
            <a:xfrm>
              <a:off x="8270301" y="1823267"/>
              <a:ext cx="11521" cy="34486"/>
            </a:xfrm>
            <a:custGeom>
              <a:avLst/>
              <a:gdLst/>
              <a:ahLst/>
              <a:cxnLst/>
              <a:rect l="l" t="t" r="r" b="b"/>
              <a:pathLst>
                <a:path w="440" h="1317" extrusionOk="0">
                  <a:moveTo>
                    <a:pt x="0" y="0"/>
                  </a:moveTo>
                  <a:lnTo>
                    <a:pt x="0" y="1317"/>
                  </a:lnTo>
                  <a:lnTo>
                    <a:pt x="439" y="1317"/>
                  </a:lnTo>
                  <a:lnTo>
                    <a:pt x="439"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3" name="Google Shape;11473;p64"/>
            <p:cNvSpPr/>
            <p:nvPr/>
          </p:nvSpPr>
          <p:spPr>
            <a:xfrm>
              <a:off x="8052704" y="1747069"/>
              <a:ext cx="275073" cy="110684"/>
            </a:xfrm>
            <a:custGeom>
              <a:avLst/>
              <a:gdLst/>
              <a:ahLst/>
              <a:cxnLst/>
              <a:rect l="l" t="t" r="r" b="b"/>
              <a:pathLst>
                <a:path w="10505" h="4227" extrusionOk="0">
                  <a:moveTo>
                    <a:pt x="3245" y="0"/>
                  </a:moveTo>
                  <a:lnTo>
                    <a:pt x="945" y="678"/>
                  </a:lnTo>
                  <a:cubicBezTo>
                    <a:pt x="383" y="840"/>
                    <a:pt x="1" y="1346"/>
                    <a:pt x="1" y="1927"/>
                  </a:cubicBezTo>
                  <a:lnTo>
                    <a:pt x="1" y="2910"/>
                  </a:lnTo>
                  <a:lnTo>
                    <a:pt x="2186" y="3349"/>
                  </a:lnTo>
                  <a:lnTo>
                    <a:pt x="2186" y="4227"/>
                  </a:lnTo>
                  <a:lnTo>
                    <a:pt x="8310" y="4227"/>
                  </a:lnTo>
                  <a:lnTo>
                    <a:pt x="8310" y="3349"/>
                  </a:lnTo>
                  <a:lnTo>
                    <a:pt x="10504" y="2910"/>
                  </a:lnTo>
                  <a:lnTo>
                    <a:pt x="10504" y="1937"/>
                  </a:lnTo>
                  <a:cubicBezTo>
                    <a:pt x="10504" y="1355"/>
                    <a:pt x="10113" y="840"/>
                    <a:pt x="9560" y="678"/>
                  </a:cubicBezTo>
                  <a:lnTo>
                    <a:pt x="7251" y="0"/>
                  </a:lnTo>
                  <a:lnTo>
                    <a:pt x="5248" y="287"/>
                  </a:lnTo>
                  <a:lnTo>
                    <a:pt x="3245"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4" name="Google Shape;11474;p64"/>
            <p:cNvSpPr/>
            <p:nvPr/>
          </p:nvSpPr>
          <p:spPr>
            <a:xfrm>
              <a:off x="8150138" y="1697344"/>
              <a:ext cx="80205" cy="34381"/>
            </a:xfrm>
            <a:custGeom>
              <a:avLst/>
              <a:gdLst/>
              <a:ahLst/>
              <a:cxnLst/>
              <a:rect l="l" t="t" r="r" b="b"/>
              <a:pathLst>
                <a:path w="3063" h="1313" extrusionOk="0">
                  <a:moveTo>
                    <a:pt x="1" y="1"/>
                  </a:moveTo>
                  <a:lnTo>
                    <a:pt x="1" y="926"/>
                  </a:lnTo>
                  <a:cubicBezTo>
                    <a:pt x="478" y="1184"/>
                    <a:pt x="1005" y="1313"/>
                    <a:pt x="1532" y="1313"/>
                  </a:cubicBezTo>
                  <a:cubicBezTo>
                    <a:pt x="2059" y="1313"/>
                    <a:pt x="2586" y="1184"/>
                    <a:pt x="3063" y="926"/>
                  </a:cubicBezTo>
                  <a:lnTo>
                    <a:pt x="3063"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5" name="Google Shape;11475;p64"/>
            <p:cNvSpPr/>
            <p:nvPr/>
          </p:nvSpPr>
          <p:spPr>
            <a:xfrm>
              <a:off x="8087687" y="1503208"/>
              <a:ext cx="205107" cy="136974"/>
            </a:xfrm>
            <a:custGeom>
              <a:avLst/>
              <a:gdLst/>
              <a:ahLst/>
              <a:cxnLst/>
              <a:rect l="l" t="t" r="r" b="b"/>
              <a:pathLst>
                <a:path w="7833" h="5231" extrusionOk="0">
                  <a:moveTo>
                    <a:pt x="5157" y="0"/>
                  </a:moveTo>
                  <a:cubicBezTo>
                    <a:pt x="5146" y="0"/>
                    <a:pt x="5135" y="1"/>
                    <a:pt x="5124" y="2"/>
                  </a:cubicBezTo>
                  <a:lnTo>
                    <a:pt x="3693" y="203"/>
                  </a:lnTo>
                  <a:lnTo>
                    <a:pt x="2920" y="12"/>
                  </a:lnTo>
                  <a:cubicBezTo>
                    <a:pt x="2901" y="6"/>
                    <a:pt x="2881" y="2"/>
                    <a:pt x="2860" y="2"/>
                  </a:cubicBezTo>
                  <a:cubicBezTo>
                    <a:pt x="2819" y="2"/>
                    <a:pt x="2777" y="15"/>
                    <a:pt x="2739" y="41"/>
                  </a:cubicBezTo>
                  <a:lnTo>
                    <a:pt x="1947" y="642"/>
                  </a:lnTo>
                  <a:lnTo>
                    <a:pt x="1069" y="642"/>
                  </a:lnTo>
                  <a:cubicBezTo>
                    <a:pt x="955" y="642"/>
                    <a:pt x="859" y="737"/>
                    <a:pt x="859" y="861"/>
                  </a:cubicBezTo>
                  <a:lnTo>
                    <a:pt x="859" y="1729"/>
                  </a:lnTo>
                  <a:lnTo>
                    <a:pt x="287" y="1729"/>
                  </a:lnTo>
                  <a:cubicBezTo>
                    <a:pt x="134" y="1729"/>
                    <a:pt x="29" y="1882"/>
                    <a:pt x="77" y="2025"/>
                  </a:cubicBezTo>
                  <a:lnTo>
                    <a:pt x="420" y="3046"/>
                  </a:lnTo>
                  <a:lnTo>
                    <a:pt x="77" y="3380"/>
                  </a:lnTo>
                  <a:cubicBezTo>
                    <a:pt x="20" y="3446"/>
                    <a:pt x="1" y="3532"/>
                    <a:pt x="29" y="3618"/>
                  </a:cubicBezTo>
                  <a:lnTo>
                    <a:pt x="640" y="5230"/>
                  </a:lnTo>
                  <a:lnTo>
                    <a:pt x="7194" y="5230"/>
                  </a:lnTo>
                  <a:lnTo>
                    <a:pt x="7804" y="3618"/>
                  </a:lnTo>
                  <a:cubicBezTo>
                    <a:pt x="7833" y="3532"/>
                    <a:pt x="7814" y="3446"/>
                    <a:pt x="7757" y="3380"/>
                  </a:cubicBezTo>
                  <a:lnTo>
                    <a:pt x="7413" y="3046"/>
                  </a:lnTo>
                  <a:lnTo>
                    <a:pt x="7757" y="2025"/>
                  </a:lnTo>
                  <a:cubicBezTo>
                    <a:pt x="7804" y="1882"/>
                    <a:pt x="7699" y="1729"/>
                    <a:pt x="7547" y="1729"/>
                  </a:cubicBezTo>
                  <a:lnTo>
                    <a:pt x="6755" y="1729"/>
                  </a:lnTo>
                  <a:lnTo>
                    <a:pt x="7079" y="937"/>
                  </a:lnTo>
                  <a:cubicBezTo>
                    <a:pt x="7136" y="794"/>
                    <a:pt x="7022" y="642"/>
                    <a:pt x="6869" y="642"/>
                  </a:cubicBezTo>
                  <a:lnTo>
                    <a:pt x="5887" y="642"/>
                  </a:lnTo>
                  <a:lnTo>
                    <a:pt x="5305" y="60"/>
                  </a:lnTo>
                  <a:cubicBezTo>
                    <a:pt x="5265" y="20"/>
                    <a:pt x="5212" y="0"/>
                    <a:pt x="5157"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6" name="Google Shape;11476;p64"/>
            <p:cNvSpPr/>
            <p:nvPr/>
          </p:nvSpPr>
          <p:spPr>
            <a:xfrm>
              <a:off x="8087687" y="1515751"/>
              <a:ext cx="190889" cy="124431"/>
            </a:xfrm>
            <a:custGeom>
              <a:avLst/>
              <a:gdLst/>
              <a:ahLst/>
              <a:cxnLst/>
              <a:rect l="l" t="t" r="r" b="b"/>
              <a:pathLst>
                <a:path w="7290" h="4752" extrusionOk="0">
                  <a:moveTo>
                    <a:pt x="2166" y="0"/>
                  </a:moveTo>
                  <a:lnTo>
                    <a:pt x="1947" y="163"/>
                  </a:lnTo>
                  <a:lnTo>
                    <a:pt x="1069" y="163"/>
                  </a:lnTo>
                  <a:cubicBezTo>
                    <a:pt x="955" y="163"/>
                    <a:pt x="859" y="258"/>
                    <a:pt x="859" y="382"/>
                  </a:cubicBezTo>
                  <a:lnTo>
                    <a:pt x="859" y="1260"/>
                  </a:lnTo>
                  <a:lnTo>
                    <a:pt x="287" y="1260"/>
                  </a:lnTo>
                  <a:cubicBezTo>
                    <a:pt x="134" y="1260"/>
                    <a:pt x="29" y="1403"/>
                    <a:pt x="77" y="1546"/>
                  </a:cubicBezTo>
                  <a:lnTo>
                    <a:pt x="420" y="2567"/>
                  </a:lnTo>
                  <a:lnTo>
                    <a:pt x="77" y="2910"/>
                  </a:lnTo>
                  <a:cubicBezTo>
                    <a:pt x="20" y="2967"/>
                    <a:pt x="1" y="3053"/>
                    <a:pt x="29" y="3139"/>
                  </a:cubicBezTo>
                  <a:lnTo>
                    <a:pt x="640" y="4751"/>
                  </a:lnTo>
                  <a:lnTo>
                    <a:pt x="7194" y="4751"/>
                  </a:lnTo>
                  <a:lnTo>
                    <a:pt x="7289" y="4503"/>
                  </a:lnTo>
                  <a:lnTo>
                    <a:pt x="7289" y="4503"/>
                  </a:lnTo>
                  <a:cubicBezTo>
                    <a:pt x="7117" y="4522"/>
                    <a:pt x="6936" y="4532"/>
                    <a:pt x="6755" y="4541"/>
                  </a:cubicBezTo>
                  <a:cubicBezTo>
                    <a:pt x="4246" y="4532"/>
                    <a:pt x="2195" y="2509"/>
                    <a:pt x="2166"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7" name="Google Shape;11477;p64"/>
            <p:cNvSpPr/>
            <p:nvPr/>
          </p:nvSpPr>
          <p:spPr>
            <a:xfrm>
              <a:off x="8097690" y="1577207"/>
              <a:ext cx="184866" cy="143415"/>
            </a:xfrm>
            <a:custGeom>
              <a:avLst/>
              <a:gdLst/>
              <a:ahLst/>
              <a:cxnLst/>
              <a:rect l="l" t="t" r="r" b="b"/>
              <a:pathLst>
                <a:path w="7060" h="5477" extrusionOk="0">
                  <a:moveTo>
                    <a:pt x="3091" y="0"/>
                  </a:moveTo>
                  <a:lnTo>
                    <a:pt x="2757" y="506"/>
                  </a:lnTo>
                  <a:cubicBezTo>
                    <a:pt x="2715" y="569"/>
                    <a:pt x="2642" y="607"/>
                    <a:pt x="2568" y="607"/>
                  </a:cubicBezTo>
                  <a:cubicBezTo>
                    <a:pt x="2542" y="607"/>
                    <a:pt x="2515" y="602"/>
                    <a:pt x="2490" y="592"/>
                  </a:cubicBezTo>
                  <a:lnTo>
                    <a:pt x="1431" y="134"/>
                  </a:lnTo>
                  <a:cubicBezTo>
                    <a:pt x="1403" y="120"/>
                    <a:pt x="1373" y="114"/>
                    <a:pt x="1344" y="114"/>
                  </a:cubicBezTo>
                  <a:cubicBezTo>
                    <a:pt x="1230" y="114"/>
                    <a:pt x="1126" y="212"/>
                    <a:pt x="1126" y="334"/>
                  </a:cubicBezTo>
                  <a:lnTo>
                    <a:pt x="1126" y="1317"/>
                  </a:lnTo>
                  <a:cubicBezTo>
                    <a:pt x="1126" y="1555"/>
                    <a:pt x="926" y="1756"/>
                    <a:pt x="687" y="1756"/>
                  </a:cubicBezTo>
                  <a:lnTo>
                    <a:pt x="611" y="1756"/>
                  </a:lnTo>
                  <a:cubicBezTo>
                    <a:pt x="604" y="1755"/>
                    <a:pt x="598" y="1755"/>
                    <a:pt x="592" y="1755"/>
                  </a:cubicBezTo>
                  <a:cubicBezTo>
                    <a:pt x="314" y="1755"/>
                    <a:pt x="76" y="1962"/>
                    <a:pt x="38" y="2242"/>
                  </a:cubicBezTo>
                  <a:cubicBezTo>
                    <a:pt x="0" y="2567"/>
                    <a:pt x="258" y="2843"/>
                    <a:pt x="582" y="2843"/>
                  </a:cubicBezTo>
                  <a:lnTo>
                    <a:pt x="697" y="2843"/>
                  </a:lnTo>
                  <a:cubicBezTo>
                    <a:pt x="811" y="4331"/>
                    <a:pt x="2042" y="5476"/>
                    <a:pt x="3530" y="5476"/>
                  </a:cubicBezTo>
                  <a:cubicBezTo>
                    <a:pt x="5018" y="5476"/>
                    <a:pt x="6249" y="4331"/>
                    <a:pt x="6363" y="2843"/>
                  </a:cubicBezTo>
                  <a:lnTo>
                    <a:pt x="6478" y="2843"/>
                  </a:lnTo>
                  <a:cubicBezTo>
                    <a:pt x="6802" y="2843"/>
                    <a:pt x="7060" y="2567"/>
                    <a:pt x="7022" y="2242"/>
                  </a:cubicBezTo>
                  <a:cubicBezTo>
                    <a:pt x="6983" y="1956"/>
                    <a:pt x="6745" y="1746"/>
                    <a:pt x="6449" y="1746"/>
                  </a:cubicBezTo>
                  <a:lnTo>
                    <a:pt x="6373" y="1746"/>
                  </a:lnTo>
                  <a:cubicBezTo>
                    <a:pt x="6134" y="1746"/>
                    <a:pt x="5934" y="1555"/>
                    <a:pt x="5934" y="1307"/>
                  </a:cubicBezTo>
                  <a:lnTo>
                    <a:pt x="5934" y="878"/>
                  </a:lnTo>
                  <a:lnTo>
                    <a:pt x="4627" y="0"/>
                  </a:lnTo>
                  <a:lnTo>
                    <a:pt x="4627" y="506"/>
                  </a:lnTo>
                  <a:cubicBezTo>
                    <a:pt x="4627" y="628"/>
                    <a:pt x="4524" y="718"/>
                    <a:pt x="4412" y="718"/>
                  </a:cubicBezTo>
                  <a:cubicBezTo>
                    <a:pt x="4375" y="718"/>
                    <a:pt x="4338" y="708"/>
                    <a:pt x="4303" y="687"/>
                  </a:cubicBezTo>
                  <a:lnTo>
                    <a:pt x="3091" y="0"/>
                  </a:ln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8" name="Google Shape;11478;p64"/>
            <p:cNvSpPr/>
            <p:nvPr/>
          </p:nvSpPr>
          <p:spPr>
            <a:xfrm>
              <a:off x="8150138" y="1623031"/>
              <a:ext cx="11521" cy="17151"/>
            </a:xfrm>
            <a:custGeom>
              <a:avLst/>
              <a:gdLst/>
              <a:ahLst/>
              <a:cxnLst/>
              <a:rect l="l" t="t" r="r" b="b"/>
              <a:pathLst>
                <a:path w="440" h="655" extrusionOk="0">
                  <a:moveTo>
                    <a:pt x="220" y="1"/>
                  </a:moveTo>
                  <a:cubicBezTo>
                    <a:pt x="110" y="1"/>
                    <a:pt x="1" y="72"/>
                    <a:pt x="1" y="216"/>
                  </a:cubicBezTo>
                  <a:lnTo>
                    <a:pt x="1" y="435"/>
                  </a:lnTo>
                  <a:cubicBezTo>
                    <a:pt x="1" y="559"/>
                    <a:pt x="96" y="654"/>
                    <a:pt x="220" y="654"/>
                  </a:cubicBezTo>
                  <a:cubicBezTo>
                    <a:pt x="334" y="654"/>
                    <a:pt x="430" y="559"/>
                    <a:pt x="439" y="444"/>
                  </a:cubicBezTo>
                  <a:lnTo>
                    <a:pt x="439" y="216"/>
                  </a:lnTo>
                  <a:cubicBezTo>
                    <a:pt x="439" y="72"/>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9" name="Google Shape;11479;p64"/>
            <p:cNvSpPr/>
            <p:nvPr/>
          </p:nvSpPr>
          <p:spPr>
            <a:xfrm>
              <a:off x="8218848" y="1623031"/>
              <a:ext cx="11495" cy="17151"/>
            </a:xfrm>
            <a:custGeom>
              <a:avLst/>
              <a:gdLst/>
              <a:ahLst/>
              <a:cxnLst/>
              <a:rect l="l" t="t" r="r" b="b"/>
              <a:pathLst>
                <a:path w="439" h="655" extrusionOk="0">
                  <a:moveTo>
                    <a:pt x="219" y="1"/>
                  </a:moveTo>
                  <a:cubicBezTo>
                    <a:pt x="110" y="1"/>
                    <a:pt x="0" y="72"/>
                    <a:pt x="0" y="216"/>
                  </a:cubicBezTo>
                  <a:lnTo>
                    <a:pt x="0" y="435"/>
                  </a:lnTo>
                  <a:cubicBezTo>
                    <a:pt x="0" y="559"/>
                    <a:pt x="95" y="654"/>
                    <a:pt x="219" y="654"/>
                  </a:cubicBezTo>
                  <a:cubicBezTo>
                    <a:pt x="334" y="654"/>
                    <a:pt x="429" y="559"/>
                    <a:pt x="439" y="444"/>
                  </a:cubicBezTo>
                  <a:lnTo>
                    <a:pt x="439" y="216"/>
                  </a:lnTo>
                  <a:cubicBezTo>
                    <a:pt x="439" y="72"/>
                    <a:pt x="329" y="1"/>
                    <a:pt x="219"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0" name="Google Shape;11480;p64"/>
            <p:cNvSpPr/>
            <p:nvPr/>
          </p:nvSpPr>
          <p:spPr>
            <a:xfrm>
              <a:off x="8164618" y="1662963"/>
              <a:ext cx="50799" cy="17439"/>
            </a:xfrm>
            <a:custGeom>
              <a:avLst/>
              <a:gdLst/>
              <a:ahLst/>
              <a:cxnLst/>
              <a:rect l="l" t="t" r="r" b="b"/>
              <a:pathLst>
                <a:path w="1940" h="666" extrusionOk="0">
                  <a:moveTo>
                    <a:pt x="323" y="0"/>
                  </a:moveTo>
                  <a:cubicBezTo>
                    <a:pt x="153" y="0"/>
                    <a:pt x="0" y="224"/>
                    <a:pt x="163" y="379"/>
                  </a:cubicBezTo>
                  <a:cubicBezTo>
                    <a:pt x="382" y="562"/>
                    <a:pt x="654" y="666"/>
                    <a:pt x="937" y="666"/>
                  </a:cubicBezTo>
                  <a:cubicBezTo>
                    <a:pt x="949" y="666"/>
                    <a:pt x="962" y="666"/>
                    <a:pt x="974" y="665"/>
                  </a:cubicBezTo>
                  <a:cubicBezTo>
                    <a:pt x="986" y="666"/>
                    <a:pt x="999" y="666"/>
                    <a:pt x="1011" y="666"/>
                  </a:cubicBezTo>
                  <a:cubicBezTo>
                    <a:pt x="1294" y="666"/>
                    <a:pt x="1565" y="562"/>
                    <a:pt x="1785" y="379"/>
                  </a:cubicBezTo>
                  <a:cubicBezTo>
                    <a:pt x="1940" y="224"/>
                    <a:pt x="1792" y="0"/>
                    <a:pt x="1624" y="0"/>
                  </a:cubicBezTo>
                  <a:cubicBezTo>
                    <a:pt x="1575" y="0"/>
                    <a:pt x="1525" y="19"/>
                    <a:pt x="1480" y="64"/>
                  </a:cubicBezTo>
                  <a:cubicBezTo>
                    <a:pt x="1327" y="169"/>
                    <a:pt x="1150" y="222"/>
                    <a:pt x="974" y="222"/>
                  </a:cubicBezTo>
                  <a:cubicBezTo>
                    <a:pt x="797" y="222"/>
                    <a:pt x="621" y="169"/>
                    <a:pt x="468" y="64"/>
                  </a:cubicBezTo>
                  <a:cubicBezTo>
                    <a:pt x="423" y="19"/>
                    <a:pt x="372" y="0"/>
                    <a:pt x="323"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1" name="Google Shape;11481;p64"/>
            <p:cNvSpPr/>
            <p:nvPr/>
          </p:nvSpPr>
          <p:spPr>
            <a:xfrm>
              <a:off x="8097690" y="1577207"/>
              <a:ext cx="155382" cy="143389"/>
            </a:xfrm>
            <a:custGeom>
              <a:avLst/>
              <a:gdLst/>
              <a:ahLst/>
              <a:cxnLst/>
              <a:rect l="l" t="t" r="r" b="b"/>
              <a:pathLst>
                <a:path w="5934" h="5476" extrusionOk="0">
                  <a:moveTo>
                    <a:pt x="3101" y="0"/>
                  </a:moveTo>
                  <a:lnTo>
                    <a:pt x="2757" y="506"/>
                  </a:lnTo>
                  <a:cubicBezTo>
                    <a:pt x="2715" y="569"/>
                    <a:pt x="2642" y="607"/>
                    <a:pt x="2568" y="607"/>
                  </a:cubicBezTo>
                  <a:cubicBezTo>
                    <a:pt x="2542" y="607"/>
                    <a:pt x="2515" y="602"/>
                    <a:pt x="2490" y="592"/>
                  </a:cubicBezTo>
                  <a:lnTo>
                    <a:pt x="1431" y="134"/>
                  </a:lnTo>
                  <a:cubicBezTo>
                    <a:pt x="1403" y="120"/>
                    <a:pt x="1373" y="114"/>
                    <a:pt x="1344" y="114"/>
                  </a:cubicBezTo>
                  <a:cubicBezTo>
                    <a:pt x="1230" y="114"/>
                    <a:pt x="1126" y="212"/>
                    <a:pt x="1126" y="334"/>
                  </a:cubicBezTo>
                  <a:lnTo>
                    <a:pt x="1126" y="1317"/>
                  </a:lnTo>
                  <a:cubicBezTo>
                    <a:pt x="1126" y="1555"/>
                    <a:pt x="935" y="1756"/>
                    <a:pt x="687" y="1756"/>
                  </a:cubicBezTo>
                  <a:lnTo>
                    <a:pt x="611" y="1756"/>
                  </a:lnTo>
                  <a:cubicBezTo>
                    <a:pt x="604" y="1755"/>
                    <a:pt x="598" y="1755"/>
                    <a:pt x="592" y="1755"/>
                  </a:cubicBezTo>
                  <a:cubicBezTo>
                    <a:pt x="314" y="1755"/>
                    <a:pt x="76" y="1962"/>
                    <a:pt x="38" y="2242"/>
                  </a:cubicBezTo>
                  <a:cubicBezTo>
                    <a:pt x="0" y="2567"/>
                    <a:pt x="258" y="2843"/>
                    <a:pt x="582" y="2843"/>
                  </a:cubicBezTo>
                  <a:lnTo>
                    <a:pt x="697" y="2843"/>
                  </a:lnTo>
                  <a:cubicBezTo>
                    <a:pt x="809" y="4347"/>
                    <a:pt x="2057" y="5475"/>
                    <a:pt x="3511" y="5475"/>
                  </a:cubicBezTo>
                  <a:cubicBezTo>
                    <a:pt x="3662" y="5475"/>
                    <a:pt x="3815" y="5463"/>
                    <a:pt x="3969" y="5438"/>
                  </a:cubicBezTo>
                  <a:cubicBezTo>
                    <a:pt x="2585" y="5219"/>
                    <a:pt x="1565" y="4026"/>
                    <a:pt x="1565" y="2624"/>
                  </a:cubicBezTo>
                  <a:lnTo>
                    <a:pt x="1565" y="1479"/>
                  </a:lnTo>
                  <a:cubicBezTo>
                    <a:pt x="1565" y="1172"/>
                    <a:pt x="1818" y="939"/>
                    <a:pt x="2105" y="939"/>
                  </a:cubicBezTo>
                  <a:cubicBezTo>
                    <a:pt x="2175" y="939"/>
                    <a:pt x="2247" y="953"/>
                    <a:pt x="2318" y="983"/>
                  </a:cubicBezTo>
                  <a:cubicBezTo>
                    <a:pt x="2414" y="1031"/>
                    <a:pt x="2519" y="1040"/>
                    <a:pt x="2624" y="1040"/>
                  </a:cubicBezTo>
                  <a:cubicBezTo>
                    <a:pt x="2834" y="1012"/>
                    <a:pt x="3024" y="897"/>
                    <a:pt x="3139" y="716"/>
                  </a:cubicBezTo>
                  <a:lnTo>
                    <a:pt x="3225" y="582"/>
                  </a:lnTo>
                  <a:lnTo>
                    <a:pt x="4074" y="1069"/>
                  </a:lnTo>
                  <a:cubicBezTo>
                    <a:pt x="4177" y="1128"/>
                    <a:pt x="4290" y="1156"/>
                    <a:pt x="4401" y="1156"/>
                  </a:cubicBezTo>
                  <a:cubicBezTo>
                    <a:pt x="4648" y="1156"/>
                    <a:pt x="4887" y="1017"/>
                    <a:pt x="4999" y="773"/>
                  </a:cubicBezTo>
                  <a:lnTo>
                    <a:pt x="5695" y="1240"/>
                  </a:lnTo>
                  <a:lnTo>
                    <a:pt x="5715" y="1250"/>
                  </a:lnTo>
                  <a:lnTo>
                    <a:pt x="5734" y="1269"/>
                  </a:lnTo>
                  <a:lnTo>
                    <a:pt x="5934" y="1364"/>
                  </a:lnTo>
                  <a:cubicBezTo>
                    <a:pt x="5934" y="1345"/>
                    <a:pt x="5934" y="1326"/>
                    <a:pt x="5934" y="1307"/>
                  </a:cubicBezTo>
                  <a:lnTo>
                    <a:pt x="5934" y="878"/>
                  </a:lnTo>
                  <a:lnTo>
                    <a:pt x="4627" y="0"/>
                  </a:lnTo>
                  <a:lnTo>
                    <a:pt x="4627" y="506"/>
                  </a:lnTo>
                  <a:cubicBezTo>
                    <a:pt x="4627" y="628"/>
                    <a:pt x="4524" y="718"/>
                    <a:pt x="4412" y="718"/>
                  </a:cubicBezTo>
                  <a:cubicBezTo>
                    <a:pt x="4375" y="718"/>
                    <a:pt x="4338" y="708"/>
                    <a:pt x="4303" y="687"/>
                  </a:cubicBezTo>
                  <a:lnTo>
                    <a:pt x="3101"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2" name="Google Shape;11482;p64"/>
            <p:cNvSpPr/>
            <p:nvPr/>
          </p:nvSpPr>
          <p:spPr>
            <a:xfrm>
              <a:off x="8178863" y="1754558"/>
              <a:ext cx="22755" cy="63237"/>
            </a:xfrm>
            <a:custGeom>
              <a:avLst/>
              <a:gdLst/>
              <a:ahLst/>
              <a:cxnLst/>
              <a:rect l="l" t="t" r="r" b="b"/>
              <a:pathLst>
                <a:path w="869" h="2415" extrusionOk="0">
                  <a:moveTo>
                    <a:pt x="1" y="1"/>
                  </a:moveTo>
                  <a:lnTo>
                    <a:pt x="1" y="2195"/>
                  </a:lnTo>
                  <a:cubicBezTo>
                    <a:pt x="1" y="2309"/>
                    <a:pt x="96" y="2414"/>
                    <a:pt x="211" y="2414"/>
                  </a:cubicBezTo>
                  <a:lnTo>
                    <a:pt x="649" y="2414"/>
                  </a:lnTo>
                  <a:cubicBezTo>
                    <a:pt x="773" y="2405"/>
                    <a:pt x="869" y="2309"/>
                    <a:pt x="869" y="2195"/>
                  </a:cubicBezTo>
                  <a:lnTo>
                    <a:pt x="869"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3" name="Google Shape;11483;p64"/>
            <p:cNvSpPr/>
            <p:nvPr/>
          </p:nvSpPr>
          <p:spPr>
            <a:xfrm>
              <a:off x="8127645" y="1728137"/>
              <a:ext cx="62477" cy="57921"/>
            </a:xfrm>
            <a:custGeom>
              <a:avLst/>
              <a:gdLst/>
              <a:ahLst/>
              <a:cxnLst/>
              <a:rect l="l" t="t" r="r" b="b"/>
              <a:pathLst>
                <a:path w="2386" h="2212" extrusionOk="0">
                  <a:moveTo>
                    <a:pt x="512" y="1"/>
                  </a:moveTo>
                  <a:cubicBezTo>
                    <a:pt x="431" y="1"/>
                    <a:pt x="355" y="43"/>
                    <a:pt x="316" y="122"/>
                  </a:cubicBezTo>
                  <a:lnTo>
                    <a:pt x="30" y="685"/>
                  </a:lnTo>
                  <a:cubicBezTo>
                    <a:pt x="1" y="752"/>
                    <a:pt x="1" y="828"/>
                    <a:pt x="30" y="895"/>
                  </a:cubicBezTo>
                  <a:lnTo>
                    <a:pt x="716" y="2097"/>
                  </a:lnTo>
                  <a:cubicBezTo>
                    <a:pt x="756" y="2171"/>
                    <a:pt x="833" y="2211"/>
                    <a:pt x="912" y="2211"/>
                  </a:cubicBezTo>
                  <a:cubicBezTo>
                    <a:pt x="964" y="2211"/>
                    <a:pt x="1018" y="2193"/>
                    <a:pt x="1060" y="2154"/>
                  </a:cubicBezTo>
                  <a:lnTo>
                    <a:pt x="2386" y="1010"/>
                  </a:lnTo>
                  <a:lnTo>
                    <a:pt x="621" y="27"/>
                  </a:lnTo>
                  <a:cubicBezTo>
                    <a:pt x="586" y="9"/>
                    <a:pt x="548" y="1"/>
                    <a:pt x="512"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4" name="Google Shape;11484;p64"/>
            <p:cNvSpPr/>
            <p:nvPr/>
          </p:nvSpPr>
          <p:spPr>
            <a:xfrm>
              <a:off x="8190096" y="1728137"/>
              <a:ext cx="62477" cy="57816"/>
            </a:xfrm>
            <a:custGeom>
              <a:avLst/>
              <a:gdLst/>
              <a:ahLst/>
              <a:cxnLst/>
              <a:rect l="l" t="t" r="r" b="b"/>
              <a:pathLst>
                <a:path w="2386" h="2208" extrusionOk="0">
                  <a:moveTo>
                    <a:pt x="1875" y="1"/>
                  </a:moveTo>
                  <a:cubicBezTo>
                    <a:pt x="1839" y="1"/>
                    <a:pt x="1801" y="9"/>
                    <a:pt x="1766" y="27"/>
                  </a:cubicBezTo>
                  <a:lnTo>
                    <a:pt x="1" y="1010"/>
                  </a:lnTo>
                  <a:lnTo>
                    <a:pt x="1337" y="2154"/>
                  </a:lnTo>
                  <a:cubicBezTo>
                    <a:pt x="1376" y="2190"/>
                    <a:pt x="1427" y="2207"/>
                    <a:pt x="1480" y="2207"/>
                  </a:cubicBezTo>
                  <a:cubicBezTo>
                    <a:pt x="1555" y="2207"/>
                    <a:pt x="1631" y="2170"/>
                    <a:pt x="1670" y="2097"/>
                  </a:cubicBezTo>
                  <a:lnTo>
                    <a:pt x="2357" y="895"/>
                  </a:lnTo>
                  <a:cubicBezTo>
                    <a:pt x="2386" y="828"/>
                    <a:pt x="2386" y="752"/>
                    <a:pt x="2357" y="685"/>
                  </a:cubicBezTo>
                  <a:lnTo>
                    <a:pt x="2071" y="122"/>
                  </a:lnTo>
                  <a:cubicBezTo>
                    <a:pt x="2032" y="43"/>
                    <a:pt x="1956" y="1"/>
                    <a:pt x="1875"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5" name="Google Shape;11485;p64"/>
            <p:cNvSpPr/>
            <p:nvPr/>
          </p:nvSpPr>
          <p:spPr>
            <a:xfrm>
              <a:off x="8058464" y="1770557"/>
              <a:ext cx="51480" cy="64206"/>
            </a:xfrm>
            <a:custGeom>
              <a:avLst/>
              <a:gdLst/>
              <a:ahLst/>
              <a:cxnLst/>
              <a:rect l="l" t="t" r="r" b="b"/>
              <a:pathLst>
                <a:path w="1966" h="2452" extrusionOk="0">
                  <a:moveTo>
                    <a:pt x="296" y="0"/>
                  </a:moveTo>
                  <a:cubicBezTo>
                    <a:pt x="182" y="96"/>
                    <a:pt x="86" y="201"/>
                    <a:pt x="0" y="325"/>
                  </a:cubicBezTo>
                  <a:lnTo>
                    <a:pt x="1317" y="1488"/>
                  </a:lnTo>
                  <a:cubicBezTo>
                    <a:pt x="1450" y="1612"/>
                    <a:pt x="1536" y="1794"/>
                    <a:pt x="1536" y="1975"/>
                  </a:cubicBezTo>
                  <a:lnTo>
                    <a:pt x="1536" y="2376"/>
                  </a:lnTo>
                  <a:lnTo>
                    <a:pt x="1966" y="2452"/>
                  </a:lnTo>
                  <a:lnTo>
                    <a:pt x="1966" y="1975"/>
                  </a:lnTo>
                  <a:cubicBezTo>
                    <a:pt x="1966" y="1670"/>
                    <a:pt x="1832" y="1364"/>
                    <a:pt x="1603" y="1164"/>
                  </a:cubicBezTo>
                  <a:lnTo>
                    <a:pt x="296"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6" name="Google Shape;11486;p64"/>
            <p:cNvSpPr/>
            <p:nvPr/>
          </p:nvSpPr>
          <p:spPr>
            <a:xfrm>
              <a:off x="8270301" y="1770557"/>
              <a:ext cx="51480" cy="64206"/>
            </a:xfrm>
            <a:custGeom>
              <a:avLst/>
              <a:gdLst/>
              <a:ahLst/>
              <a:cxnLst/>
              <a:rect l="l" t="t" r="r" b="b"/>
              <a:pathLst>
                <a:path w="1966" h="2452" extrusionOk="0">
                  <a:moveTo>
                    <a:pt x="1670" y="0"/>
                  </a:moveTo>
                  <a:lnTo>
                    <a:pt x="372" y="1164"/>
                  </a:lnTo>
                  <a:cubicBezTo>
                    <a:pt x="134" y="1364"/>
                    <a:pt x="0" y="1670"/>
                    <a:pt x="0" y="1975"/>
                  </a:cubicBezTo>
                  <a:lnTo>
                    <a:pt x="0" y="2452"/>
                  </a:lnTo>
                  <a:lnTo>
                    <a:pt x="439" y="2376"/>
                  </a:lnTo>
                  <a:lnTo>
                    <a:pt x="439" y="1975"/>
                  </a:lnTo>
                  <a:cubicBezTo>
                    <a:pt x="439" y="1794"/>
                    <a:pt x="515" y="1612"/>
                    <a:pt x="659" y="1488"/>
                  </a:cubicBezTo>
                  <a:lnTo>
                    <a:pt x="1965" y="325"/>
                  </a:lnTo>
                  <a:cubicBezTo>
                    <a:pt x="1889" y="201"/>
                    <a:pt x="1784" y="96"/>
                    <a:pt x="167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87" name="Google Shape;11487;p64"/>
          <p:cNvGrpSpPr/>
          <p:nvPr/>
        </p:nvGrpSpPr>
        <p:grpSpPr>
          <a:xfrm>
            <a:off x="5778470" y="1349424"/>
            <a:ext cx="274550" cy="354754"/>
            <a:chOff x="5794745" y="1502999"/>
            <a:chExt cx="274550" cy="354754"/>
          </a:xfrm>
        </p:grpSpPr>
        <p:sp>
          <p:nvSpPr>
            <p:cNvPr id="11488" name="Google Shape;11488;p64"/>
            <p:cNvSpPr/>
            <p:nvPr/>
          </p:nvSpPr>
          <p:spPr>
            <a:xfrm>
              <a:off x="5794745" y="1703340"/>
              <a:ext cx="274550" cy="154413"/>
            </a:xfrm>
            <a:custGeom>
              <a:avLst/>
              <a:gdLst/>
              <a:ahLst/>
              <a:cxnLst/>
              <a:rect l="l" t="t" r="r" b="b"/>
              <a:pathLst>
                <a:path w="10485" h="5897" extrusionOk="0">
                  <a:moveTo>
                    <a:pt x="3711" y="1"/>
                  </a:moveTo>
                  <a:lnTo>
                    <a:pt x="3711" y="1031"/>
                  </a:lnTo>
                  <a:cubicBezTo>
                    <a:pt x="3711" y="1327"/>
                    <a:pt x="3521" y="1585"/>
                    <a:pt x="3244" y="1661"/>
                  </a:cubicBezTo>
                  <a:lnTo>
                    <a:pt x="935" y="2338"/>
                  </a:lnTo>
                  <a:cubicBezTo>
                    <a:pt x="382" y="2500"/>
                    <a:pt x="0" y="3016"/>
                    <a:pt x="0" y="3597"/>
                  </a:cubicBezTo>
                  <a:lnTo>
                    <a:pt x="0" y="5248"/>
                  </a:lnTo>
                  <a:cubicBezTo>
                    <a:pt x="0" y="5601"/>
                    <a:pt x="296" y="5897"/>
                    <a:pt x="659" y="5897"/>
                  </a:cubicBezTo>
                  <a:lnTo>
                    <a:pt x="9827" y="5897"/>
                  </a:lnTo>
                  <a:cubicBezTo>
                    <a:pt x="10189" y="5897"/>
                    <a:pt x="10485" y="5601"/>
                    <a:pt x="10485" y="5248"/>
                  </a:cubicBezTo>
                  <a:lnTo>
                    <a:pt x="10485" y="3597"/>
                  </a:lnTo>
                  <a:cubicBezTo>
                    <a:pt x="10485" y="3016"/>
                    <a:pt x="10103" y="2510"/>
                    <a:pt x="9540" y="2348"/>
                  </a:cubicBezTo>
                  <a:lnTo>
                    <a:pt x="7241" y="1670"/>
                  </a:lnTo>
                  <a:cubicBezTo>
                    <a:pt x="6965" y="1585"/>
                    <a:pt x="6774" y="1327"/>
                    <a:pt x="6774" y="1041"/>
                  </a:cubicBezTo>
                  <a:lnTo>
                    <a:pt x="6774"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9" name="Google Shape;11489;p64"/>
            <p:cNvSpPr/>
            <p:nvPr/>
          </p:nvSpPr>
          <p:spPr>
            <a:xfrm>
              <a:off x="5891918" y="1703340"/>
              <a:ext cx="80205" cy="22886"/>
            </a:xfrm>
            <a:custGeom>
              <a:avLst/>
              <a:gdLst/>
              <a:ahLst/>
              <a:cxnLst/>
              <a:rect l="l" t="t" r="r" b="b"/>
              <a:pathLst>
                <a:path w="3063" h="874" extrusionOk="0">
                  <a:moveTo>
                    <a:pt x="0" y="1"/>
                  </a:moveTo>
                  <a:lnTo>
                    <a:pt x="0" y="487"/>
                  </a:lnTo>
                  <a:cubicBezTo>
                    <a:pt x="477" y="745"/>
                    <a:pt x="1002" y="874"/>
                    <a:pt x="1528" y="874"/>
                  </a:cubicBezTo>
                  <a:cubicBezTo>
                    <a:pt x="2054" y="874"/>
                    <a:pt x="2581" y="745"/>
                    <a:pt x="3063" y="487"/>
                  </a:cubicBezTo>
                  <a:lnTo>
                    <a:pt x="3063"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0" name="Google Shape;11490;p64"/>
            <p:cNvSpPr/>
            <p:nvPr/>
          </p:nvSpPr>
          <p:spPr>
            <a:xfrm>
              <a:off x="5835698" y="1554478"/>
              <a:ext cx="192381" cy="160147"/>
            </a:xfrm>
            <a:custGeom>
              <a:avLst/>
              <a:gdLst/>
              <a:ahLst/>
              <a:cxnLst/>
              <a:rect l="l" t="t" r="r" b="b"/>
              <a:pathLst>
                <a:path w="7347" h="6116" extrusionOk="0">
                  <a:moveTo>
                    <a:pt x="840" y="0"/>
                  </a:moveTo>
                  <a:lnTo>
                    <a:pt x="840" y="2404"/>
                  </a:lnTo>
                  <a:lnTo>
                    <a:pt x="726" y="2404"/>
                  </a:lnTo>
                  <a:cubicBezTo>
                    <a:pt x="1" y="2404"/>
                    <a:pt x="1" y="3501"/>
                    <a:pt x="726" y="3501"/>
                  </a:cubicBezTo>
                  <a:lnTo>
                    <a:pt x="850" y="3501"/>
                  </a:lnTo>
                  <a:cubicBezTo>
                    <a:pt x="955" y="4980"/>
                    <a:pt x="2195" y="6115"/>
                    <a:pt x="3674" y="6115"/>
                  </a:cubicBezTo>
                  <a:cubicBezTo>
                    <a:pt x="5152" y="6115"/>
                    <a:pt x="6393" y="4980"/>
                    <a:pt x="6507" y="3501"/>
                  </a:cubicBezTo>
                  <a:lnTo>
                    <a:pt x="6622" y="3501"/>
                  </a:lnTo>
                  <a:cubicBezTo>
                    <a:pt x="7347" y="3501"/>
                    <a:pt x="7347" y="2404"/>
                    <a:pt x="6622" y="2404"/>
                  </a:cubicBezTo>
                  <a:lnTo>
                    <a:pt x="6517" y="2404"/>
                  </a:lnTo>
                  <a:lnTo>
                    <a:pt x="6517" y="0"/>
                  </a:lnTo>
                  <a:close/>
                </a:path>
              </a:pathLst>
            </a:custGeom>
            <a:solidFill>
              <a:srgbClr val="F0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1" name="Google Shape;11491;p64"/>
            <p:cNvSpPr/>
            <p:nvPr/>
          </p:nvSpPr>
          <p:spPr>
            <a:xfrm>
              <a:off x="5839705" y="1554478"/>
              <a:ext cx="143677" cy="160357"/>
            </a:xfrm>
            <a:custGeom>
              <a:avLst/>
              <a:gdLst/>
              <a:ahLst/>
              <a:cxnLst/>
              <a:rect l="l" t="t" r="r" b="b"/>
              <a:pathLst>
                <a:path w="5487" h="6124" extrusionOk="0">
                  <a:moveTo>
                    <a:pt x="687" y="0"/>
                  </a:moveTo>
                  <a:lnTo>
                    <a:pt x="687" y="2404"/>
                  </a:lnTo>
                  <a:lnTo>
                    <a:pt x="602" y="2404"/>
                  </a:lnTo>
                  <a:cubicBezTo>
                    <a:pt x="315" y="2404"/>
                    <a:pt x="67" y="2614"/>
                    <a:pt x="29" y="2900"/>
                  </a:cubicBezTo>
                  <a:cubicBezTo>
                    <a:pt x="1" y="3215"/>
                    <a:pt x="249" y="3501"/>
                    <a:pt x="573" y="3501"/>
                  </a:cubicBezTo>
                  <a:lnTo>
                    <a:pt x="697" y="3501"/>
                  </a:lnTo>
                  <a:cubicBezTo>
                    <a:pt x="801" y="4997"/>
                    <a:pt x="2048" y="6124"/>
                    <a:pt x="3502" y="6124"/>
                  </a:cubicBezTo>
                  <a:cubicBezTo>
                    <a:pt x="3652" y="6124"/>
                    <a:pt x="3805" y="6112"/>
                    <a:pt x="3960" y="6087"/>
                  </a:cubicBezTo>
                  <a:cubicBezTo>
                    <a:pt x="2576" y="5867"/>
                    <a:pt x="1556" y="4684"/>
                    <a:pt x="1556" y="3282"/>
                  </a:cubicBezTo>
                  <a:lnTo>
                    <a:pt x="1556" y="2185"/>
                  </a:lnTo>
                  <a:cubicBezTo>
                    <a:pt x="1556" y="1708"/>
                    <a:pt x="1947" y="1317"/>
                    <a:pt x="2433" y="1317"/>
                  </a:cubicBezTo>
                  <a:lnTo>
                    <a:pt x="5057" y="1317"/>
                  </a:lnTo>
                  <a:cubicBezTo>
                    <a:pt x="5295" y="1317"/>
                    <a:pt x="5486" y="1116"/>
                    <a:pt x="5486" y="878"/>
                  </a:cubicBezTo>
                  <a:lnTo>
                    <a:pt x="5486"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2" name="Google Shape;11492;p64"/>
            <p:cNvSpPr/>
            <p:nvPr/>
          </p:nvSpPr>
          <p:spPr>
            <a:xfrm>
              <a:off x="5842716" y="1502999"/>
              <a:ext cx="187118" cy="114455"/>
            </a:xfrm>
            <a:custGeom>
              <a:avLst/>
              <a:gdLst/>
              <a:ahLst/>
              <a:cxnLst/>
              <a:rect l="l" t="t" r="r" b="b"/>
              <a:pathLst>
                <a:path w="7146" h="4371" extrusionOk="0">
                  <a:moveTo>
                    <a:pt x="6000" y="1"/>
                  </a:moveTo>
                  <a:cubicBezTo>
                    <a:pt x="5994" y="1"/>
                    <a:pt x="5988" y="1"/>
                    <a:pt x="5982" y="1"/>
                  </a:cubicBezTo>
                  <a:lnTo>
                    <a:pt x="1841" y="1"/>
                  </a:lnTo>
                  <a:cubicBezTo>
                    <a:pt x="811" y="1"/>
                    <a:pt x="0" y="898"/>
                    <a:pt x="105" y="1928"/>
                  </a:cubicBezTo>
                  <a:lnTo>
                    <a:pt x="353" y="4370"/>
                  </a:lnTo>
                  <a:lnTo>
                    <a:pt x="572" y="4370"/>
                  </a:lnTo>
                  <a:cubicBezTo>
                    <a:pt x="811" y="4370"/>
                    <a:pt x="1002" y="4179"/>
                    <a:pt x="1002" y="3931"/>
                  </a:cubicBezTo>
                  <a:lnTo>
                    <a:pt x="1002" y="2844"/>
                  </a:lnTo>
                  <a:lnTo>
                    <a:pt x="5819" y="2844"/>
                  </a:lnTo>
                  <a:lnTo>
                    <a:pt x="5819" y="3931"/>
                  </a:lnTo>
                  <a:cubicBezTo>
                    <a:pt x="5819" y="4179"/>
                    <a:pt x="6010" y="4370"/>
                    <a:pt x="6249" y="4370"/>
                  </a:cubicBezTo>
                  <a:lnTo>
                    <a:pt x="6468" y="4370"/>
                  </a:lnTo>
                  <a:lnTo>
                    <a:pt x="6649" y="2014"/>
                  </a:lnTo>
                  <a:lnTo>
                    <a:pt x="6640" y="2014"/>
                  </a:lnTo>
                  <a:cubicBezTo>
                    <a:pt x="6964" y="1794"/>
                    <a:pt x="7145" y="1413"/>
                    <a:pt x="7117" y="1022"/>
                  </a:cubicBezTo>
                  <a:cubicBezTo>
                    <a:pt x="7070" y="446"/>
                    <a:pt x="6583" y="1"/>
                    <a:pt x="6000"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3" name="Google Shape;11493;p64"/>
            <p:cNvSpPr/>
            <p:nvPr/>
          </p:nvSpPr>
          <p:spPr>
            <a:xfrm>
              <a:off x="5842716" y="1502999"/>
              <a:ext cx="72218" cy="114455"/>
            </a:xfrm>
            <a:custGeom>
              <a:avLst/>
              <a:gdLst/>
              <a:ahLst/>
              <a:cxnLst/>
              <a:rect l="l" t="t" r="r" b="b"/>
              <a:pathLst>
                <a:path w="2758" h="4371" extrusionOk="0">
                  <a:moveTo>
                    <a:pt x="1841" y="1"/>
                  </a:moveTo>
                  <a:cubicBezTo>
                    <a:pt x="811" y="1"/>
                    <a:pt x="0" y="898"/>
                    <a:pt x="105" y="1928"/>
                  </a:cubicBezTo>
                  <a:lnTo>
                    <a:pt x="353" y="4370"/>
                  </a:lnTo>
                  <a:lnTo>
                    <a:pt x="572" y="4370"/>
                  </a:lnTo>
                  <a:cubicBezTo>
                    <a:pt x="811" y="4370"/>
                    <a:pt x="1002" y="4179"/>
                    <a:pt x="1002" y="3931"/>
                  </a:cubicBezTo>
                  <a:lnTo>
                    <a:pt x="1002" y="1756"/>
                  </a:lnTo>
                  <a:cubicBezTo>
                    <a:pt x="1002" y="783"/>
                    <a:pt x="1784" y="1"/>
                    <a:pt x="2757"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4" name="Google Shape;11494;p64"/>
            <p:cNvSpPr/>
            <p:nvPr/>
          </p:nvSpPr>
          <p:spPr>
            <a:xfrm>
              <a:off x="5891918" y="1617532"/>
              <a:ext cx="11521" cy="17151"/>
            </a:xfrm>
            <a:custGeom>
              <a:avLst/>
              <a:gdLst/>
              <a:ahLst/>
              <a:cxnLst/>
              <a:rect l="l" t="t" r="r" b="b"/>
              <a:pathLst>
                <a:path w="440" h="655" extrusionOk="0">
                  <a:moveTo>
                    <a:pt x="220" y="1"/>
                  </a:moveTo>
                  <a:cubicBezTo>
                    <a:pt x="110" y="1"/>
                    <a:pt x="0" y="73"/>
                    <a:pt x="0" y="216"/>
                  </a:cubicBezTo>
                  <a:lnTo>
                    <a:pt x="0" y="435"/>
                  </a:lnTo>
                  <a:cubicBezTo>
                    <a:pt x="0" y="550"/>
                    <a:pt x="96" y="654"/>
                    <a:pt x="220" y="654"/>
                  </a:cubicBezTo>
                  <a:cubicBezTo>
                    <a:pt x="334" y="654"/>
                    <a:pt x="439" y="550"/>
                    <a:pt x="439" y="435"/>
                  </a:cubicBezTo>
                  <a:lnTo>
                    <a:pt x="439" y="216"/>
                  </a:lnTo>
                  <a:cubicBezTo>
                    <a:pt x="439" y="73"/>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5" name="Google Shape;11495;p64"/>
            <p:cNvSpPr/>
            <p:nvPr/>
          </p:nvSpPr>
          <p:spPr>
            <a:xfrm>
              <a:off x="5960601" y="1617532"/>
              <a:ext cx="11521" cy="17151"/>
            </a:xfrm>
            <a:custGeom>
              <a:avLst/>
              <a:gdLst/>
              <a:ahLst/>
              <a:cxnLst/>
              <a:rect l="l" t="t" r="r" b="b"/>
              <a:pathLst>
                <a:path w="440" h="655" extrusionOk="0">
                  <a:moveTo>
                    <a:pt x="220" y="1"/>
                  </a:moveTo>
                  <a:cubicBezTo>
                    <a:pt x="111" y="1"/>
                    <a:pt x="1" y="73"/>
                    <a:pt x="1" y="216"/>
                  </a:cubicBezTo>
                  <a:lnTo>
                    <a:pt x="1" y="435"/>
                  </a:lnTo>
                  <a:cubicBezTo>
                    <a:pt x="1" y="550"/>
                    <a:pt x="96" y="654"/>
                    <a:pt x="220" y="654"/>
                  </a:cubicBezTo>
                  <a:cubicBezTo>
                    <a:pt x="335" y="654"/>
                    <a:pt x="430" y="550"/>
                    <a:pt x="440" y="435"/>
                  </a:cubicBezTo>
                  <a:lnTo>
                    <a:pt x="440" y="216"/>
                  </a:lnTo>
                  <a:cubicBezTo>
                    <a:pt x="440" y="73"/>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6" name="Google Shape;11496;p64"/>
            <p:cNvSpPr/>
            <p:nvPr/>
          </p:nvSpPr>
          <p:spPr>
            <a:xfrm>
              <a:off x="5906424" y="1657438"/>
              <a:ext cx="50773" cy="17282"/>
            </a:xfrm>
            <a:custGeom>
              <a:avLst/>
              <a:gdLst/>
              <a:ahLst/>
              <a:cxnLst/>
              <a:rect l="l" t="t" r="r" b="b"/>
              <a:pathLst>
                <a:path w="1939" h="660" extrusionOk="0">
                  <a:moveTo>
                    <a:pt x="315" y="0"/>
                  </a:moveTo>
                  <a:cubicBezTo>
                    <a:pt x="144" y="0"/>
                    <a:pt x="0" y="218"/>
                    <a:pt x="162" y="380"/>
                  </a:cubicBezTo>
                  <a:cubicBezTo>
                    <a:pt x="373" y="556"/>
                    <a:pt x="633" y="659"/>
                    <a:pt x="904" y="659"/>
                  </a:cubicBezTo>
                  <a:cubicBezTo>
                    <a:pt x="927" y="659"/>
                    <a:pt x="950" y="658"/>
                    <a:pt x="973" y="657"/>
                  </a:cubicBezTo>
                  <a:cubicBezTo>
                    <a:pt x="986" y="657"/>
                    <a:pt x="1000" y="658"/>
                    <a:pt x="1013" y="658"/>
                  </a:cubicBezTo>
                  <a:cubicBezTo>
                    <a:pt x="1294" y="658"/>
                    <a:pt x="1565" y="562"/>
                    <a:pt x="1784" y="380"/>
                  </a:cubicBezTo>
                  <a:cubicBezTo>
                    <a:pt x="1938" y="218"/>
                    <a:pt x="1792" y="0"/>
                    <a:pt x="1621" y="0"/>
                  </a:cubicBezTo>
                  <a:cubicBezTo>
                    <a:pt x="1570" y="0"/>
                    <a:pt x="1517" y="19"/>
                    <a:pt x="1469" y="65"/>
                  </a:cubicBezTo>
                  <a:cubicBezTo>
                    <a:pt x="1321" y="170"/>
                    <a:pt x="1147" y="223"/>
                    <a:pt x="972" y="223"/>
                  </a:cubicBezTo>
                  <a:cubicBezTo>
                    <a:pt x="796" y="223"/>
                    <a:pt x="620" y="170"/>
                    <a:pt x="467" y="65"/>
                  </a:cubicBezTo>
                  <a:cubicBezTo>
                    <a:pt x="419" y="19"/>
                    <a:pt x="366" y="0"/>
                    <a:pt x="315"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7" name="Google Shape;11497;p64"/>
            <p:cNvSpPr/>
            <p:nvPr/>
          </p:nvSpPr>
          <p:spPr>
            <a:xfrm>
              <a:off x="5884429" y="1600433"/>
              <a:ext cx="26499" cy="11260"/>
            </a:xfrm>
            <a:custGeom>
              <a:avLst/>
              <a:gdLst/>
              <a:ahLst/>
              <a:cxnLst/>
              <a:rect l="l" t="t" r="r" b="b"/>
              <a:pathLst>
                <a:path w="1012" h="430" extrusionOk="0">
                  <a:moveTo>
                    <a:pt x="286" y="1"/>
                  </a:moveTo>
                  <a:cubicBezTo>
                    <a:pt x="0" y="1"/>
                    <a:pt x="0" y="430"/>
                    <a:pt x="286" y="430"/>
                  </a:cubicBezTo>
                  <a:lnTo>
                    <a:pt x="725" y="430"/>
                  </a:lnTo>
                  <a:cubicBezTo>
                    <a:pt x="1011" y="430"/>
                    <a:pt x="1011" y="1"/>
                    <a:pt x="72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8" name="Google Shape;11498;p64"/>
            <p:cNvSpPr/>
            <p:nvPr/>
          </p:nvSpPr>
          <p:spPr>
            <a:xfrm>
              <a:off x="5953112" y="1600433"/>
              <a:ext cx="26499" cy="11260"/>
            </a:xfrm>
            <a:custGeom>
              <a:avLst/>
              <a:gdLst/>
              <a:ahLst/>
              <a:cxnLst/>
              <a:rect l="l" t="t" r="r" b="b"/>
              <a:pathLst>
                <a:path w="1012" h="430" extrusionOk="0">
                  <a:moveTo>
                    <a:pt x="287" y="1"/>
                  </a:moveTo>
                  <a:cubicBezTo>
                    <a:pt x="1" y="1"/>
                    <a:pt x="1" y="430"/>
                    <a:pt x="287" y="430"/>
                  </a:cubicBezTo>
                  <a:lnTo>
                    <a:pt x="726" y="430"/>
                  </a:lnTo>
                  <a:cubicBezTo>
                    <a:pt x="1012" y="430"/>
                    <a:pt x="1012" y="1"/>
                    <a:pt x="72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9" name="Google Shape;11499;p64"/>
            <p:cNvSpPr/>
            <p:nvPr/>
          </p:nvSpPr>
          <p:spPr>
            <a:xfrm>
              <a:off x="5846199" y="1748326"/>
              <a:ext cx="171643" cy="109427"/>
            </a:xfrm>
            <a:custGeom>
              <a:avLst/>
              <a:gdLst/>
              <a:ahLst/>
              <a:cxnLst/>
              <a:rect l="l" t="t" r="r" b="b"/>
              <a:pathLst>
                <a:path w="6555" h="4179" extrusionOk="0">
                  <a:moveTo>
                    <a:pt x="1088" y="0"/>
                  </a:moveTo>
                  <a:lnTo>
                    <a:pt x="1" y="324"/>
                  </a:lnTo>
                  <a:lnTo>
                    <a:pt x="1" y="4179"/>
                  </a:lnTo>
                  <a:lnTo>
                    <a:pt x="6555" y="4179"/>
                  </a:lnTo>
                  <a:lnTo>
                    <a:pt x="6555" y="324"/>
                  </a:lnTo>
                  <a:lnTo>
                    <a:pt x="5467" y="0"/>
                  </a:lnTo>
                  <a:lnTo>
                    <a:pt x="5467" y="468"/>
                  </a:lnTo>
                  <a:cubicBezTo>
                    <a:pt x="5467" y="1670"/>
                    <a:pt x="4484" y="2652"/>
                    <a:pt x="3282" y="2652"/>
                  </a:cubicBezTo>
                  <a:cubicBezTo>
                    <a:pt x="2071" y="2652"/>
                    <a:pt x="1098" y="1670"/>
                    <a:pt x="1098" y="468"/>
                  </a:cubicBezTo>
                  <a:lnTo>
                    <a:pt x="1088" y="468"/>
                  </a:lnTo>
                  <a:lnTo>
                    <a:pt x="1088"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0" name="Google Shape;11500;p64"/>
            <p:cNvSpPr/>
            <p:nvPr/>
          </p:nvSpPr>
          <p:spPr>
            <a:xfrm>
              <a:off x="5845439" y="1548979"/>
              <a:ext cx="177901" cy="28489"/>
            </a:xfrm>
            <a:custGeom>
              <a:avLst/>
              <a:gdLst/>
              <a:ahLst/>
              <a:cxnLst/>
              <a:rect l="l" t="t" r="r" b="b"/>
              <a:pathLst>
                <a:path w="6794" h="1088" extrusionOk="0">
                  <a:moveTo>
                    <a:pt x="1" y="0"/>
                  </a:moveTo>
                  <a:cubicBezTo>
                    <a:pt x="1" y="58"/>
                    <a:pt x="1" y="115"/>
                    <a:pt x="11" y="172"/>
                  </a:cubicBezTo>
                  <a:lnTo>
                    <a:pt x="96" y="1088"/>
                  </a:lnTo>
                  <a:lnTo>
                    <a:pt x="6479" y="1088"/>
                  </a:lnTo>
                  <a:lnTo>
                    <a:pt x="6545" y="258"/>
                  </a:lnTo>
                  <a:lnTo>
                    <a:pt x="6526" y="258"/>
                  </a:lnTo>
                  <a:cubicBezTo>
                    <a:pt x="6631" y="182"/>
                    <a:pt x="6727" y="96"/>
                    <a:pt x="6793"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1" name="Google Shape;11501;p64"/>
            <p:cNvSpPr/>
            <p:nvPr/>
          </p:nvSpPr>
          <p:spPr>
            <a:xfrm>
              <a:off x="5932635" y="1548979"/>
              <a:ext cx="90941" cy="22781"/>
            </a:xfrm>
            <a:custGeom>
              <a:avLst/>
              <a:gdLst/>
              <a:ahLst/>
              <a:cxnLst/>
              <a:rect l="l" t="t" r="r" b="b"/>
              <a:pathLst>
                <a:path w="3473" h="870" extrusionOk="0">
                  <a:moveTo>
                    <a:pt x="0" y="0"/>
                  </a:moveTo>
                  <a:cubicBezTo>
                    <a:pt x="105" y="506"/>
                    <a:pt x="554" y="868"/>
                    <a:pt x="1069" y="868"/>
                  </a:cubicBezTo>
                  <a:cubicBezTo>
                    <a:pt x="1317" y="868"/>
                    <a:pt x="1565" y="783"/>
                    <a:pt x="1756" y="620"/>
                  </a:cubicBezTo>
                  <a:cubicBezTo>
                    <a:pt x="2006" y="785"/>
                    <a:pt x="2298" y="869"/>
                    <a:pt x="2591" y="869"/>
                  </a:cubicBezTo>
                  <a:cubicBezTo>
                    <a:pt x="2789" y="869"/>
                    <a:pt x="2989" y="831"/>
                    <a:pt x="3177" y="754"/>
                  </a:cubicBezTo>
                  <a:lnTo>
                    <a:pt x="3215" y="258"/>
                  </a:lnTo>
                  <a:lnTo>
                    <a:pt x="3206" y="258"/>
                  </a:lnTo>
                  <a:cubicBezTo>
                    <a:pt x="3301" y="182"/>
                    <a:pt x="3397" y="96"/>
                    <a:pt x="3473"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2" name="Google Shape;11502;p64"/>
            <p:cNvSpPr/>
            <p:nvPr/>
          </p:nvSpPr>
          <p:spPr>
            <a:xfrm>
              <a:off x="5932373" y="1537484"/>
              <a:ext cx="17282" cy="11521"/>
            </a:xfrm>
            <a:custGeom>
              <a:avLst/>
              <a:gdLst/>
              <a:ahLst/>
              <a:cxnLst/>
              <a:rect l="l" t="t" r="r" b="b"/>
              <a:pathLst>
                <a:path w="660" h="440" extrusionOk="0">
                  <a:moveTo>
                    <a:pt x="440" y="0"/>
                  </a:moveTo>
                  <a:cubicBezTo>
                    <a:pt x="201" y="0"/>
                    <a:pt x="1" y="191"/>
                    <a:pt x="10" y="439"/>
                  </a:cubicBezTo>
                  <a:lnTo>
                    <a:pt x="659" y="439"/>
                  </a:lnTo>
                  <a:lnTo>
                    <a:pt x="659"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3" name="Google Shape;11503;p64"/>
            <p:cNvSpPr/>
            <p:nvPr/>
          </p:nvSpPr>
          <p:spPr>
            <a:xfrm>
              <a:off x="5972096" y="1502999"/>
              <a:ext cx="57240" cy="57240"/>
            </a:xfrm>
            <a:custGeom>
              <a:avLst/>
              <a:gdLst/>
              <a:ahLst/>
              <a:cxnLst/>
              <a:rect l="l" t="t" r="r" b="b"/>
              <a:pathLst>
                <a:path w="2186" h="2186" extrusionOk="0">
                  <a:moveTo>
                    <a:pt x="1088" y="1"/>
                  </a:moveTo>
                  <a:cubicBezTo>
                    <a:pt x="487" y="1"/>
                    <a:pt x="1" y="497"/>
                    <a:pt x="1" y="1098"/>
                  </a:cubicBezTo>
                  <a:cubicBezTo>
                    <a:pt x="1" y="1699"/>
                    <a:pt x="487" y="2186"/>
                    <a:pt x="1088" y="2186"/>
                  </a:cubicBezTo>
                  <a:cubicBezTo>
                    <a:pt x="1689" y="2186"/>
                    <a:pt x="2185" y="1699"/>
                    <a:pt x="2185" y="1098"/>
                  </a:cubicBezTo>
                  <a:cubicBezTo>
                    <a:pt x="2185" y="497"/>
                    <a:pt x="1689" y="1"/>
                    <a:pt x="1088"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4" name="Google Shape;11504;p64"/>
            <p:cNvSpPr/>
            <p:nvPr/>
          </p:nvSpPr>
          <p:spPr>
            <a:xfrm>
              <a:off x="5943371" y="1525989"/>
              <a:ext cx="34250" cy="34250"/>
            </a:xfrm>
            <a:custGeom>
              <a:avLst/>
              <a:gdLst/>
              <a:ahLst/>
              <a:cxnLst/>
              <a:rect l="l" t="t" r="r" b="b"/>
              <a:pathLst>
                <a:path w="1308" h="1308" extrusionOk="0">
                  <a:moveTo>
                    <a:pt x="659" y="1"/>
                  </a:moveTo>
                  <a:cubicBezTo>
                    <a:pt x="296" y="1"/>
                    <a:pt x="1" y="296"/>
                    <a:pt x="1" y="659"/>
                  </a:cubicBezTo>
                  <a:cubicBezTo>
                    <a:pt x="1" y="1021"/>
                    <a:pt x="296" y="1308"/>
                    <a:pt x="659" y="1308"/>
                  </a:cubicBezTo>
                  <a:cubicBezTo>
                    <a:pt x="1021" y="1308"/>
                    <a:pt x="1308" y="1021"/>
                    <a:pt x="1308" y="659"/>
                  </a:cubicBezTo>
                  <a:cubicBezTo>
                    <a:pt x="1308" y="296"/>
                    <a:pt x="1021" y="1"/>
                    <a:pt x="659"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5" name="Google Shape;11505;p64"/>
            <p:cNvSpPr/>
            <p:nvPr/>
          </p:nvSpPr>
          <p:spPr>
            <a:xfrm>
              <a:off x="5845204" y="1548979"/>
              <a:ext cx="23750" cy="28489"/>
            </a:xfrm>
            <a:custGeom>
              <a:avLst/>
              <a:gdLst/>
              <a:ahLst/>
              <a:cxnLst/>
              <a:rect l="l" t="t" r="r" b="b"/>
              <a:pathLst>
                <a:path w="907" h="1088" extrusionOk="0">
                  <a:moveTo>
                    <a:pt x="0" y="0"/>
                  </a:moveTo>
                  <a:cubicBezTo>
                    <a:pt x="0" y="58"/>
                    <a:pt x="0" y="115"/>
                    <a:pt x="10" y="172"/>
                  </a:cubicBezTo>
                  <a:lnTo>
                    <a:pt x="105" y="1088"/>
                  </a:lnTo>
                  <a:lnTo>
                    <a:pt x="907" y="1088"/>
                  </a:lnTo>
                  <a:lnTo>
                    <a:pt x="907"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6" name="Google Shape;11506;p64"/>
            <p:cNvSpPr/>
            <p:nvPr/>
          </p:nvSpPr>
          <p:spPr>
            <a:xfrm>
              <a:off x="5863428" y="1748326"/>
              <a:ext cx="137419" cy="80964"/>
            </a:xfrm>
            <a:custGeom>
              <a:avLst/>
              <a:gdLst/>
              <a:ahLst/>
              <a:cxnLst/>
              <a:rect l="l" t="t" r="r" b="b"/>
              <a:pathLst>
                <a:path w="5248" h="3092" extrusionOk="0">
                  <a:moveTo>
                    <a:pt x="430" y="0"/>
                  </a:moveTo>
                  <a:lnTo>
                    <a:pt x="1" y="134"/>
                  </a:lnTo>
                  <a:lnTo>
                    <a:pt x="1" y="468"/>
                  </a:lnTo>
                  <a:cubicBezTo>
                    <a:pt x="1" y="1918"/>
                    <a:pt x="1174" y="3091"/>
                    <a:pt x="2624" y="3091"/>
                  </a:cubicBezTo>
                  <a:cubicBezTo>
                    <a:pt x="4065" y="3091"/>
                    <a:pt x="5248" y="1918"/>
                    <a:pt x="5248" y="468"/>
                  </a:cubicBezTo>
                  <a:lnTo>
                    <a:pt x="5248" y="134"/>
                  </a:lnTo>
                  <a:lnTo>
                    <a:pt x="4799" y="0"/>
                  </a:lnTo>
                  <a:lnTo>
                    <a:pt x="4799" y="468"/>
                  </a:lnTo>
                  <a:cubicBezTo>
                    <a:pt x="4799" y="1670"/>
                    <a:pt x="3826" y="2652"/>
                    <a:pt x="2615" y="2652"/>
                  </a:cubicBezTo>
                  <a:cubicBezTo>
                    <a:pt x="1413" y="2652"/>
                    <a:pt x="430" y="1670"/>
                    <a:pt x="430" y="468"/>
                  </a:cubicBezTo>
                  <a:lnTo>
                    <a:pt x="430"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7" name="Google Shape;11507;p64"/>
            <p:cNvSpPr/>
            <p:nvPr/>
          </p:nvSpPr>
          <p:spPr>
            <a:xfrm>
              <a:off x="5828969" y="1817768"/>
              <a:ext cx="17256" cy="39984"/>
            </a:xfrm>
            <a:custGeom>
              <a:avLst/>
              <a:gdLst/>
              <a:ahLst/>
              <a:cxnLst/>
              <a:rect l="l" t="t" r="r" b="b"/>
              <a:pathLst>
                <a:path w="659" h="1527" extrusionOk="0">
                  <a:moveTo>
                    <a:pt x="659" y="0"/>
                  </a:moveTo>
                  <a:cubicBezTo>
                    <a:pt x="296" y="0"/>
                    <a:pt x="0" y="286"/>
                    <a:pt x="0" y="649"/>
                  </a:cubicBezTo>
                  <a:lnTo>
                    <a:pt x="0" y="1527"/>
                  </a:lnTo>
                  <a:lnTo>
                    <a:pt x="659" y="1527"/>
                  </a:lnTo>
                  <a:lnTo>
                    <a:pt x="659"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8" name="Google Shape;11508;p64"/>
            <p:cNvSpPr/>
            <p:nvPr/>
          </p:nvSpPr>
          <p:spPr>
            <a:xfrm>
              <a:off x="5846199" y="1817768"/>
              <a:ext cx="11521" cy="39984"/>
            </a:xfrm>
            <a:custGeom>
              <a:avLst/>
              <a:gdLst/>
              <a:ahLst/>
              <a:cxnLst/>
              <a:rect l="l" t="t" r="r" b="b"/>
              <a:pathLst>
                <a:path w="440" h="1527" extrusionOk="0">
                  <a:moveTo>
                    <a:pt x="1" y="0"/>
                  </a:moveTo>
                  <a:lnTo>
                    <a:pt x="1" y="1527"/>
                  </a:lnTo>
                  <a:lnTo>
                    <a:pt x="439" y="1527"/>
                  </a:lnTo>
                  <a:lnTo>
                    <a:pt x="439" y="439"/>
                  </a:lnTo>
                  <a:cubicBezTo>
                    <a:pt x="439" y="191"/>
                    <a:pt x="239" y="0"/>
                    <a:pt x="1"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9" name="Google Shape;11509;p64"/>
            <p:cNvSpPr/>
            <p:nvPr/>
          </p:nvSpPr>
          <p:spPr>
            <a:xfrm>
              <a:off x="6017815" y="1817768"/>
              <a:ext cx="17256" cy="39984"/>
            </a:xfrm>
            <a:custGeom>
              <a:avLst/>
              <a:gdLst/>
              <a:ahLst/>
              <a:cxnLst/>
              <a:rect l="l" t="t" r="r" b="b"/>
              <a:pathLst>
                <a:path w="659" h="1527" extrusionOk="0">
                  <a:moveTo>
                    <a:pt x="1" y="0"/>
                  </a:moveTo>
                  <a:lnTo>
                    <a:pt x="1" y="1527"/>
                  </a:lnTo>
                  <a:lnTo>
                    <a:pt x="659" y="1527"/>
                  </a:lnTo>
                  <a:lnTo>
                    <a:pt x="659" y="649"/>
                  </a:lnTo>
                  <a:cubicBezTo>
                    <a:pt x="649" y="286"/>
                    <a:pt x="363" y="0"/>
                    <a:pt x="1"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0" name="Google Shape;11510;p64"/>
            <p:cNvSpPr/>
            <p:nvPr/>
          </p:nvSpPr>
          <p:spPr>
            <a:xfrm>
              <a:off x="6006320" y="1817768"/>
              <a:ext cx="11521" cy="39984"/>
            </a:xfrm>
            <a:custGeom>
              <a:avLst/>
              <a:gdLst/>
              <a:ahLst/>
              <a:cxnLst/>
              <a:rect l="l" t="t" r="r" b="b"/>
              <a:pathLst>
                <a:path w="440" h="1527" extrusionOk="0">
                  <a:moveTo>
                    <a:pt x="440" y="0"/>
                  </a:moveTo>
                  <a:cubicBezTo>
                    <a:pt x="192" y="0"/>
                    <a:pt x="1" y="191"/>
                    <a:pt x="1" y="439"/>
                  </a:cubicBezTo>
                  <a:lnTo>
                    <a:pt x="1" y="1527"/>
                  </a:lnTo>
                  <a:lnTo>
                    <a:pt x="440" y="1527"/>
                  </a:lnTo>
                  <a:lnTo>
                    <a:pt x="440"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11" name="Google Shape;11511;p64"/>
          <p:cNvGrpSpPr/>
          <p:nvPr/>
        </p:nvGrpSpPr>
        <p:grpSpPr>
          <a:xfrm>
            <a:off x="4880665" y="1349424"/>
            <a:ext cx="263316" cy="354754"/>
            <a:chOff x="4896940" y="1502999"/>
            <a:chExt cx="263316" cy="354754"/>
          </a:xfrm>
        </p:grpSpPr>
        <p:sp>
          <p:nvSpPr>
            <p:cNvPr id="11512" name="Google Shape;11512;p64"/>
            <p:cNvSpPr/>
            <p:nvPr/>
          </p:nvSpPr>
          <p:spPr>
            <a:xfrm>
              <a:off x="4904193" y="1594384"/>
              <a:ext cx="113433" cy="103221"/>
            </a:xfrm>
            <a:custGeom>
              <a:avLst/>
              <a:gdLst/>
              <a:ahLst/>
              <a:cxnLst/>
              <a:rect l="l" t="t" r="r" b="b"/>
              <a:pathLst>
                <a:path w="4332" h="3942" extrusionOk="0">
                  <a:moveTo>
                    <a:pt x="1253" y="1"/>
                  </a:moveTo>
                  <a:cubicBezTo>
                    <a:pt x="1048" y="1"/>
                    <a:pt x="839" y="58"/>
                    <a:pt x="649" y="184"/>
                  </a:cubicBezTo>
                  <a:cubicBezTo>
                    <a:pt x="10" y="623"/>
                    <a:pt x="0" y="1567"/>
                    <a:pt x="649" y="2006"/>
                  </a:cubicBezTo>
                  <a:cubicBezTo>
                    <a:pt x="764" y="2092"/>
                    <a:pt x="830" y="2235"/>
                    <a:pt x="821" y="2378"/>
                  </a:cubicBezTo>
                  <a:cubicBezTo>
                    <a:pt x="821" y="2540"/>
                    <a:pt x="840" y="2693"/>
                    <a:pt x="888" y="2845"/>
                  </a:cubicBezTo>
                  <a:cubicBezTo>
                    <a:pt x="1099" y="3553"/>
                    <a:pt x="1724" y="3941"/>
                    <a:pt x="2357" y="3941"/>
                  </a:cubicBezTo>
                  <a:cubicBezTo>
                    <a:pt x="2808" y="3941"/>
                    <a:pt x="3264" y="3743"/>
                    <a:pt x="3578" y="3322"/>
                  </a:cubicBezTo>
                  <a:cubicBezTo>
                    <a:pt x="4332" y="2311"/>
                    <a:pt x="3607" y="880"/>
                    <a:pt x="2357" y="880"/>
                  </a:cubicBezTo>
                  <a:lnTo>
                    <a:pt x="2328" y="880"/>
                  </a:lnTo>
                  <a:cubicBezTo>
                    <a:pt x="2220" y="340"/>
                    <a:pt x="1749" y="1"/>
                    <a:pt x="125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3" name="Google Shape;11513;p64"/>
            <p:cNvSpPr/>
            <p:nvPr/>
          </p:nvSpPr>
          <p:spPr>
            <a:xfrm>
              <a:off x="5039831" y="1594620"/>
              <a:ext cx="113198" cy="102907"/>
            </a:xfrm>
            <a:custGeom>
              <a:avLst/>
              <a:gdLst/>
              <a:ahLst/>
              <a:cxnLst/>
              <a:rect l="l" t="t" r="r" b="b"/>
              <a:pathLst>
                <a:path w="4323" h="3930" extrusionOk="0">
                  <a:moveTo>
                    <a:pt x="3071" y="1"/>
                  </a:moveTo>
                  <a:cubicBezTo>
                    <a:pt x="2577" y="1"/>
                    <a:pt x="2109" y="338"/>
                    <a:pt x="1995" y="871"/>
                  </a:cubicBezTo>
                  <a:lnTo>
                    <a:pt x="1985" y="871"/>
                  </a:lnTo>
                  <a:cubicBezTo>
                    <a:pt x="726" y="871"/>
                    <a:pt x="1" y="2302"/>
                    <a:pt x="754" y="3313"/>
                  </a:cubicBezTo>
                  <a:cubicBezTo>
                    <a:pt x="1067" y="3733"/>
                    <a:pt x="1521" y="3929"/>
                    <a:pt x="1971" y="3929"/>
                  </a:cubicBezTo>
                  <a:cubicBezTo>
                    <a:pt x="2606" y="3929"/>
                    <a:pt x="3233" y="3540"/>
                    <a:pt x="3445" y="2836"/>
                  </a:cubicBezTo>
                  <a:cubicBezTo>
                    <a:pt x="3492" y="2684"/>
                    <a:pt x="3511" y="2531"/>
                    <a:pt x="3511" y="2369"/>
                  </a:cubicBezTo>
                  <a:cubicBezTo>
                    <a:pt x="3502" y="2226"/>
                    <a:pt x="3569" y="2083"/>
                    <a:pt x="3683" y="1997"/>
                  </a:cubicBezTo>
                  <a:cubicBezTo>
                    <a:pt x="4322" y="1558"/>
                    <a:pt x="4322" y="614"/>
                    <a:pt x="3674" y="184"/>
                  </a:cubicBezTo>
                  <a:cubicBezTo>
                    <a:pt x="3484" y="59"/>
                    <a:pt x="3275" y="1"/>
                    <a:pt x="307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4" name="Google Shape;11514;p64"/>
            <p:cNvSpPr/>
            <p:nvPr/>
          </p:nvSpPr>
          <p:spPr>
            <a:xfrm>
              <a:off x="4937160" y="1502999"/>
              <a:ext cx="183138" cy="123200"/>
            </a:xfrm>
            <a:custGeom>
              <a:avLst/>
              <a:gdLst/>
              <a:ahLst/>
              <a:cxnLst/>
              <a:rect l="l" t="t" r="r" b="b"/>
              <a:pathLst>
                <a:path w="6994" h="4705" extrusionOk="0">
                  <a:moveTo>
                    <a:pt x="3492" y="1"/>
                  </a:moveTo>
                  <a:cubicBezTo>
                    <a:pt x="1565" y="1"/>
                    <a:pt x="1" y="1565"/>
                    <a:pt x="1" y="3502"/>
                  </a:cubicBezTo>
                  <a:lnTo>
                    <a:pt x="1" y="4704"/>
                  </a:lnTo>
                  <a:lnTo>
                    <a:pt x="6994" y="4704"/>
                  </a:lnTo>
                  <a:lnTo>
                    <a:pt x="6994" y="3502"/>
                  </a:lnTo>
                  <a:cubicBezTo>
                    <a:pt x="6994" y="1565"/>
                    <a:pt x="5429" y="1"/>
                    <a:pt x="3492"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5" name="Google Shape;11515;p64"/>
            <p:cNvSpPr/>
            <p:nvPr/>
          </p:nvSpPr>
          <p:spPr>
            <a:xfrm>
              <a:off x="4896940" y="1680376"/>
              <a:ext cx="263316" cy="177377"/>
            </a:xfrm>
            <a:custGeom>
              <a:avLst/>
              <a:gdLst/>
              <a:ahLst/>
              <a:cxnLst/>
              <a:rect l="l" t="t" r="r" b="b"/>
              <a:pathLst>
                <a:path w="10056" h="6774" extrusionOk="0">
                  <a:moveTo>
                    <a:pt x="3721" y="0"/>
                  </a:moveTo>
                  <a:lnTo>
                    <a:pt x="3721" y="1355"/>
                  </a:lnTo>
                  <a:cubicBezTo>
                    <a:pt x="3721" y="1717"/>
                    <a:pt x="3483" y="2051"/>
                    <a:pt x="3130" y="2175"/>
                  </a:cubicBezTo>
                  <a:lnTo>
                    <a:pt x="878" y="2967"/>
                  </a:lnTo>
                  <a:cubicBezTo>
                    <a:pt x="354" y="3158"/>
                    <a:pt x="1" y="3654"/>
                    <a:pt x="1" y="4207"/>
                  </a:cubicBezTo>
                  <a:lnTo>
                    <a:pt x="1" y="6115"/>
                  </a:lnTo>
                  <a:cubicBezTo>
                    <a:pt x="1" y="6478"/>
                    <a:pt x="297" y="6774"/>
                    <a:pt x="659" y="6774"/>
                  </a:cubicBezTo>
                  <a:lnTo>
                    <a:pt x="9398" y="6774"/>
                  </a:lnTo>
                  <a:cubicBezTo>
                    <a:pt x="9760" y="6774"/>
                    <a:pt x="10056" y="6478"/>
                    <a:pt x="10056" y="6115"/>
                  </a:cubicBezTo>
                  <a:lnTo>
                    <a:pt x="10056" y="4207"/>
                  </a:lnTo>
                  <a:cubicBezTo>
                    <a:pt x="10056" y="3654"/>
                    <a:pt x="9703" y="3158"/>
                    <a:pt x="9178" y="2967"/>
                  </a:cubicBezTo>
                  <a:lnTo>
                    <a:pt x="6927" y="2175"/>
                  </a:lnTo>
                  <a:cubicBezTo>
                    <a:pt x="6574" y="2051"/>
                    <a:pt x="6345" y="1717"/>
                    <a:pt x="6345" y="1345"/>
                  </a:cubicBezTo>
                  <a:lnTo>
                    <a:pt x="634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6" name="Google Shape;11516;p64"/>
            <p:cNvSpPr/>
            <p:nvPr/>
          </p:nvSpPr>
          <p:spPr>
            <a:xfrm>
              <a:off x="4897202" y="1730834"/>
              <a:ext cx="263055" cy="126919"/>
            </a:xfrm>
            <a:custGeom>
              <a:avLst/>
              <a:gdLst/>
              <a:ahLst/>
              <a:cxnLst/>
              <a:rect l="l" t="t" r="r" b="b"/>
              <a:pathLst>
                <a:path w="10046" h="4847" extrusionOk="0">
                  <a:moveTo>
                    <a:pt x="6554" y="0"/>
                  </a:moveTo>
                  <a:lnTo>
                    <a:pt x="6554" y="372"/>
                  </a:lnTo>
                  <a:cubicBezTo>
                    <a:pt x="6554" y="1269"/>
                    <a:pt x="5820" y="2004"/>
                    <a:pt x="4913" y="2004"/>
                  </a:cubicBezTo>
                  <a:cubicBezTo>
                    <a:pt x="4007" y="2004"/>
                    <a:pt x="3273" y="1269"/>
                    <a:pt x="3273" y="372"/>
                  </a:cubicBezTo>
                  <a:lnTo>
                    <a:pt x="3273" y="182"/>
                  </a:lnTo>
                  <a:cubicBezTo>
                    <a:pt x="3225" y="201"/>
                    <a:pt x="3177" y="229"/>
                    <a:pt x="3129" y="248"/>
                  </a:cubicBezTo>
                  <a:lnTo>
                    <a:pt x="868" y="1040"/>
                  </a:lnTo>
                  <a:cubicBezTo>
                    <a:pt x="344" y="1231"/>
                    <a:pt x="0" y="1727"/>
                    <a:pt x="0" y="2280"/>
                  </a:cubicBezTo>
                  <a:lnTo>
                    <a:pt x="0" y="4188"/>
                  </a:lnTo>
                  <a:cubicBezTo>
                    <a:pt x="0" y="4551"/>
                    <a:pt x="287" y="4847"/>
                    <a:pt x="649" y="4847"/>
                  </a:cubicBezTo>
                  <a:lnTo>
                    <a:pt x="9388" y="4847"/>
                  </a:lnTo>
                  <a:cubicBezTo>
                    <a:pt x="9750" y="4847"/>
                    <a:pt x="10046" y="4551"/>
                    <a:pt x="10046" y="4188"/>
                  </a:cubicBezTo>
                  <a:lnTo>
                    <a:pt x="10046" y="2280"/>
                  </a:lnTo>
                  <a:cubicBezTo>
                    <a:pt x="10046" y="1727"/>
                    <a:pt x="9693" y="1231"/>
                    <a:pt x="9168" y="1040"/>
                  </a:cubicBezTo>
                  <a:lnTo>
                    <a:pt x="6917" y="248"/>
                  </a:lnTo>
                  <a:cubicBezTo>
                    <a:pt x="6774" y="191"/>
                    <a:pt x="6650" y="105"/>
                    <a:pt x="6554" y="0"/>
                  </a:cubicBezTo>
                  <a:close/>
                </a:path>
              </a:pathLst>
            </a:custGeom>
            <a:solidFill>
              <a:srgbClr val="ACBD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7" name="Google Shape;11517;p64"/>
            <p:cNvSpPr/>
            <p:nvPr/>
          </p:nvSpPr>
          <p:spPr>
            <a:xfrm>
              <a:off x="4953395" y="1730834"/>
              <a:ext cx="150407" cy="81697"/>
            </a:xfrm>
            <a:custGeom>
              <a:avLst/>
              <a:gdLst/>
              <a:ahLst/>
              <a:cxnLst/>
              <a:rect l="l" t="t" r="r" b="b"/>
              <a:pathLst>
                <a:path w="5744" h="3120" extrusionOk="0">
                  <a:moveTo>
                    <a:pt x="4399" y="0"/>
                  </a:moveTo>
                  <a:lnTo>
                    <a:pt x="4399" y="363"/>
                  </a:lnTo>
                  <a:cubicBezTo>
                    <a:pt x="4399" y="1269"/>
                    <a:pt x="3664" y="2004"/>
                    <a:pt x="2758" y="2004"/>
                  </a:cubicBezTo>
                  <a:cubicBezTo>
                    <a:pt x="1861" y="2004"/>
                    <a:pt x="1127" y="1269"/>
                    <a:pt x="1127" y="363"/>
                  </a:cubicBezTo>
                  <a:lnTo>
                    <a:pt x="1127" y="172"/>
                  </a:lnTo>
                  <a:cubicBezTo>
                    <a:pt x="1079" y="201"/>
                    <a:pt x="1031" y="229"/>
                    <a:pt x="974" y="248"/>
                  </a:cubicBezTo>
                  <a:lnTo>
                    <a:pt x="1" y="592"/>
                  </a:lnTo>
                  <a:cubicBezTo>
                    <a:pt x="10" y="1183"/>
                    <a:pt x="125" y="1765"/>
                    <a:pt x="354" y="2309"/>
                  </a:cubicBezTo>
                  <a:cubicBezTo>
                    <a:pt x="561" y="2810"/>
                    <a:pt x="1047" y="3119"/>
                    <a:pt x="1567" y="3119"/>
                  </a:cubicBezTo>
                  <a:cubicBezTo>
                    <a:pt x="1671" y="3119"/>
                    <a:pt x="1776" y="3107"/>
                    <a:pt x="1880" y="3082"/>
                  </a:cubicBezTo>
                  <a:lnTo>
                    <a:pt x="2872" y="2834"/>
                  </a:lnTo>
                  <a:lnTo>
                    <a:pt x="3865" y="3082"/>
                  </a:lnTo>
                  <a:cubicBezTo>
                    <a:pt x="3969" y="3107"/>
                    <a:pt x="4074" y="3119"/>
                    <a:pt x="4178" y="3119"/>
                  </a:cubicBezTo>
                  <a:cubicBezTo>
                    <a:pt x="4701" y="3119"/>
                    <a:pt x="5194" y="2810"/>
                    <a:pt x="5400" y="2309"/>
                  </a:cubicBezTo>
                  <a:cubicBezTo>
                    <a:pt x="5620" y="1765"/>
                    <a:pt x="5744" y="1183"/>
                    <a:pt x="5744" y="592"/>
                  </a:cubicBezTo>
                  <a:lnTo>
                    <a:pt x="4761" y="248"/>
                  </a:lnTo>
                  <a:cubicBezTo>
                    <a:pt x="4628" y="191"/>
                    <a:pt x="4504" y="105"/>
                    <a:pt x="439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8" name="Google Shape;11518;p64"/>
            <p:cNvSpPr/>
            <p:nvPr/>
          </p:nvSpPr>
          <p:spPr>
            <a:xfrm>
              <a:off x="4994374" y="1691871"/>
              <a:ext cx="68709" cy="28620"/>
            </a:xfrm>
            <a:custGeom>
              <a:avLst/>
              <a:gdLst/>
              <a:ahLst/>
              <a:cxnLst/>
              <a:rect l="l" t="t" r="r" b="b"/>
              <a:pathLst>
                <a:path w="2624" h="1093" extrusionOk="0">
                  <a:moveTo>
                    <a:pt x="0" y="0"/>
                  </a:moveTo>
                  <a:lnTo>
                    <a:pt x="0" y="821"/>
                  </a:lnTo>
                  <a:cubicBezTo>
                    <a:pt x="420" y="1002"/>
                    <a:pt x="866" y="1092"/>
                    <a:pt x="1312" y="1092"/>
                  </a:cubicBezTo>
                  <a:cubicBezTo>
                    <a:pt x="1758" y="1092"/>
                    <a:pt x="2204" y="1002"/>
                    <a:pt x="2624" y="821"/>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9" name="Google Shape;11519;p64"/>
            <p:cNvSpPr/>
            <p:nvPr/>
          </p:nvSpPr>
          <p:spPr>
            <a:xfrm>
              <a:off x="4936427" y="1559846"/>
              <a:ext cx="184630" cy="149019"/>
            </a:xfrm>
            <a:custGeom>
              <a:avLst/>
              <a:gdLst/>
              <a:ahLst/>
              <a:cxnLst/>
              <a:rect l="l" t="t" r="r" b="b"/>
              <a:pathLst>
                <a:path w="7051" h="5691" extrusionOk="0">
                  <a:moveTo>
                    <a:pt x="3520" y="0"/>
                  </a:moveTo>
                  <a:cubicBezTo>
                    <a:pt x="3451" y="0"/>
                    <a:pt x="3382" y="34"/>
                    <a:pt x="3339" y="100"/>
                  </a:cubicBezTo>
                  <a:cubicBezTo>
                    <a:pt x="2528" y="1360"/>
                    <a:pt x="1450" y="1789"/>
                    <a:pt x="954" y="1923"/>
                  </a:cubicBezTo>
                  <a:cubicBezTo>
                    <a:pt x="868" y="1951"/>
                    <a:pt x="573" y="1980"/>
                    <a:pt x="573" y="1980"/>
                  </a:cubicBezTo>
                  <a:cubicBezTo>
                    <a:pt x="248" y="1980"/>
                    <a:pt x="0" y="2266"/>
                    <a:pt x="29" y="2590"/>
                  </a:cubicBezTo>
                  <a:cubicBezTo>
                    <a:pt x="66" y="2861"/>
                    <a:pt x="305" y="3077"/>
                    <a:pt x="583" y="3077"/>
                  </a:cubicBezTo>
                  <a:cubicBezTo>
                    <a:pt x="589" y="3077"/>
                    <a:pt x="595" y="3077"/>
                    <a:pt x="601" y="3077"/>
                  </a:cubicBezTo>
                  <a:lnTo>
                    <a:pt x="697" y="3077"/>
                  </a:lnTo>
                  <a:cubicBezTo>
                    <a:pt x="811" y="4556"/>
                    <a:pt x="2042" y="5691"/>
                    <a:pt x="3520" y="5691"/>
                  </a:cubicBezTo>
                  <a:cubicBezTo>
                    <a:pt x="5009" y="5691"/>
                    <a:pt x="6239" y="4556"/>
                    <a:pt x="6354" y="3077"/>
                  </a:cubicBezTo>
                  <a:lnTo>
                    <a:pt x="6440" y="3077"/>
                  </a:lnTo>
                  <a:cubicBezTo>
                    <a:pt x="6446" y="3077"/>
                    <a:pt x="6452" y="3077"/>
                    <a:pt x="6458" y="3077"/>
                  </a:cubicBezTo>
                  <a:cubicBezTo>
                    <a:pt x="6736" y="3077"/>
                    <a:pt x="6975" y="2861"/>
                    <a:pt x="7012" y="2590"/>
                  </a:cubicBezTo>
                  <a:cubicBezTo>
                    <a:pt x="7050" y="2266"/>
                    <a:pt x="6793" y="1980"/>
                    <a:pt x="6468" y="1980"/>
                  </a:cubicBezTo>
                  <a:cubicBezTo>
                    <a:pt x="6468" y="1980"/>
                    <a:pt x="6182" y="1951"/>
                    <a:pt x="6087" y="1923"/>
                  </a:cubicBezTo>
                  <a:cubicBezTo>
                    <a:pt x="5591" y="1789"/>
                    <a:pt x="4522" y="1360"/>
                    <a:pt x="3702" y="100"/>
                  </a:cubicBezTo>
                  <a:cubicBezTo>
                    <a:pt x="3659" y="34"/>
                    <a:pt x="3590" y="0"/>
                    <a:pt x="352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0" name="Google Shape;11520;p64"/>
            <p:cNvSpPr/>
            <p:nvPr/>
          </p:nvSpPr>
          <p:spPr>
            <a:xfrm>
              <a:off x="4936427" y="1560082"/>
              <a:ext cx="169391" cy="149019"/>
            </a:xfrm>
            <a:custGeom>
              <a:avLst/>
              <a:gdLst/>
              <a:ahLst/>
              <a:cxnLst/>
              <a:rect l="l" t="t" r="r" b="b"/>
              <a:pathLst>
                <a:path w="6469" h="5691" extrusionOk="0">
                  <a:moveTo>
                    <a:pt x="3520" y="1"/>
                  </a:moveTo>
                  <a:cubicBezTo>
                    <a:pt x="3451" y="1"/>
                    <a:pt x="3382" y="34"/>
                    <a:pt x="3339" y="101"/>
                  </a:cubicBezTo>
                  <a:cubicBezTo>
                    <a:pt x="2900" y="778"/>
                    <a:pt x="2280" y="1332"/>
                    <a:pt x="1555" y="1685"/>
                  </a:cubicBezTo>
                  <a:cubicBezTo>
                    <a:pt x="1364" y="1780"/>
                    <a:pt x="1164" y="1856"/>
                    <a:pt x="954" y="1914"/>
                  </a:cubicBezTo>
                  <a:cubicBezTo>
                    <a:pt x="868" y="1942"/>
                    <a:pt x="573" y="1971"/>
                    <a:pt x="573" y="1971"/>
                  </a:cubicBezTo>
                  <a:cubicBezTo>
                    <a:pt x="248" y="1971"/>
                    <a:pt x="0" y="2257"/>
                    <a:pt x="29" y="2581"/>
                  </a:cubicBezTo>
                  <a:cubicBezTo>
                    <a:pt x="66" y="2852"/>
                    <a:pt x="305" y="3068"/>
                    <a:pt x="592" y="3068"/>
                  </a:cubicBezTo>
                  <a:cubicBezTo>
                    <a:pt x="598" y="3068"/>
                    <a:pt x="604" y="3068"/>
                    <a:pt x="611" y="3068"/>
                  </a:cubicBezTo>
                  <a:lnTo>
                    <a:pt x="697" y="3068"/>
                  </a:lnTo>
                  <a:cubicBezTo>
                    <a:pt x="800" y="4563"/>
                    <a:pt x="2055" y="5690"/>
                    <a:pt x="3503" y="5690"/>
                  </a:cubicBezTo>
                  <a:cubicBezTo>
                    <a:pt x="3654" y="5690"/>
                    <a:pt x="3806" y="5678"/>
                    <a:pt x="3959" y="5653"/>
                  </a:cubicBezTo>
                  <a:cubicBezTo>
                    <a:pt x="2709" y="5453"/>
                    <a:pt x="1736" y="4451"/>
                    <a:pt x="1574" y="3192"/>
                  </a:cubicBezTo>
                  <a:cubicBezTo>
                    <a:pt x="1555" y="3011"/>
                    <a:pt x="1555" y="2820"/>
                    <a:pt x="1574" y="2629"/>
                  </a:cubicBezTo>
                  <a:cubicBezTo>
                    <a:pt x="1593" y="2476"/>
                    <a:pt x="1641" y="2333"/>
                    <a:pt x="1727" y="2200"/>
                  </a:cubicBezTo>
                  <a:cubicBezTo>
                    <a:pt x="1803" y="2095"/>
                    <a:pt x="1908" y="1999"/>
                    <a:pt x="2023" y="1933"/>
                  </a:cubicBezTo>
                  <a:cubicBezTo>
                    <a:pt x="2614" y="1599"/>
                    <a:pt x="3120" y="1141"/>
                    <a:pt x="3511" y="597"/>
                  </a:cubicBezTo>
                  <a:cubicBezTo>
                    <a:pt x="3969" y="1227"/>
                    <a:pt x="4579" y="1732"/>
                    <a:pt x="5276" y="2076"/>
                  </a:cubicBezTo>
                  <a:cubicBezTo>
                    <a:pt x="5439" y="2151"/>
                    <a:pt x="5612" y="2189"/>
                    <a:pt x="5784" y="2189"/>
                  </a:cubicBezTo>
                  <a:cubicBezTo>
                    <a:pt x="6024" y="2189"/>
                    <a:pt x="6262" y="2115"/>
                    <a:pt x="6468" y="1971"/>
                  </a:cubicBezTo>
                  <a:cubicBezTo>
                    <a:pt x="6468" y="1971"/>
                    <a:pt x="6182" y="1942"/>
                    <a:pt x="6087" y="1914"/>
                  </a:cubicBezTo>
                  <a:cubicBezTo>
                    <a:pt x="5591" y="1780"/>
                    <a:pt x="4522" y="1351"/>
                    <a:pt x="3702" y="101"/>
                  </a:cubicBezTo>
                  <a:cubicBezTo>
                    <a:pt x="3659" y="34"/>
                    <a:pt x="3590" y="1"/>
                    <a:pt x="3520"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1" name="Google Shape;11521;p64"/>
            <p:cNvSpPr/>
            <p:nvPr/>
          </p:nvSpPr>
          <p:spPr>
            <a:xfrm>
              <a:off x="4988614" y="1612295"/>
              <a:ext cx="11521" cy="17151"/>
            </a:xfrm>
            <a:custGeom>
              <a:avLst/>
              <a:gdLst/>
              <a:ahLst/>
              <a:cxnLst/>
              <a:rect l="l" t="t" r="r" b="b"/>
              <a:pathLst>
                <a:path w="440" h="655" extrusionOk="0">
                  <a:moveTo>
                    <a:pt x="220" y="1"/>
                  </a:moveTo>
                  <a:cubicBezTo>
                    <a:pt x="111" y="1"/>
                    <a:pt x="1" y="72"/>
                    <a:pt x="1" y="215"/>
                  </a:cubicBezTo>
                  <a:lnTo>
                    <a:pt x="1" y="435"/>
                  </a:lnTo>
                  <a:cubicBezTo>
                    <a:pt x="1" y="559"/>
                    <a:pt x="96" y="654"/>
                    <a:pt x="220" y="654"/>
                  </a:cubicBezTo>
                  <a:cubicBezTo>
                    <a:pt x="344" y="654"/>
                    <a:pt x="440" y="559"/>
                    <a:pt x="440" y="435"/>
                  </a:cubicBezTo>
                  <a:lnTo>
                    <a:pt x="440" y="215"/>
                  </a:lnTo>
                  <a:cubicBezTo>
                    <a:pt x="440"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2" name="Google Shape;11522;p64"/>
            <p:cNvSpPr/>
            <p:nvPr/>
          </p:nvSpPr>
          <p:spPr>
            <a:xfrm>
              <a:off x="5057323" y="1612295"/>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3" name="Google Shape;11523;p64"/>
            <p:cNvSpPr/>
            <p:nvPr/>
          </p:nvSpPr>
          <p:spPr>
            <a:xfrm>
              <a:off x="5003382" y="1652174"/>
              <a:ext cx="50694" cy="17282"/>
            </a:xfrm>
            <a:custGeom>
              <a:avLst/>
              <a:gdLst/>
              <a:ahLst/>
              <a:cxnLst/>
              <a:rect l="l" t="t" r="r" b="b"/>
              <a:pathLst>
                <a:path w="1936" h="660" extrusionOk="0">
                  <a:moveTo>
                    <a:pt x="315" y="1"/>
                  </a:moveTo>
                  <a:cubicBezTo>
                    <a:pt x="144" y="1"/>
                    <a:pt x="0" y="219"/>
                    <a:pt x="162" y="381"/>
                  </a:cubicBezTo>
                  <a:cubicBezTo>
                    <a:pt x="364" y="557"/>
                    <a:pt x="623" y="660"/>
                    <a:pt x="894" y="660"/>
                  </a:cubicBezTo>
                  <a:cubicBezTo>
                    <a:pt x="917" y="660"/>
                    <a:pt x="940" y="659"/>
                    <a:pt x="963" y="658"/>
                  </a:cubicBezTo>
                  <a:cubicBezTo>
                    <a:pt x="986" y="659"/>
                    <a:pt x="1009" y="660"/>
                    <a:pt x="1032" y="660"/>
                  </a:cubicBezTo>
                  <a:cubicBezTo>
                    <a:pt x="1303" y="660"/>
                    <a:pt x="1563" y="557"/>
                    <a:pt x="1774" y="381"/>
                  </a:cubicBezTo>
                  <a:cubicBezTo>
                    <a:pt x="1936" y="219"/>
                    <a:pt x="1792" y="1"/>
                    <a:pt x="1621" y="1"/>
                  </a:cubicBezTo>
                  <a:cubicBezTo>
                    <a:pt x="1570" y="1"/>
                    <a:pt x="1517" y="20"/>
                    <a:pt x="1469" y="66"/>
                  </a:cubicBezTo>
                  <a:cubicBezTo>
                    <a:pt x="1316" y="171"/>
                    <a:pt x="1140" y="223"/>
                    <a:pt x="965" y="223"/>
                  </a:cubicBezTo>
                  <a:cubicBezTo>
                    <a:pt x="789" y="223"/>
                    <a:pt x="615" y="171"/>
                    <a:pt x="467" y="66"/>
                  </a:cubicBezTo>
                  <a:cubicBezTo>
                    <a:pt x="419" y="20"/>
                    <a:pt x="366" y="1"/>
                    <a:pt x="315"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4" name="Google Shape;11524;p64"/>
            <p:cNvSpPr/>
            <p:nvPr/>
          </p:nvSpPr>
          <p:spPr>
            <a:xfrm>
              <a:off x="5040093" y="1504255"/>
              <a:ext cx="79943" cy="90469"/>
            </a:xfrm>
            <a:custGeom>
              <a:avLst/>
              <a:gdLst/>
              <a:ahLst/>
              <a:cxnLst/>
              <a:rect l="l" t="t" r="r" b="b"/>
              <a:pathLst>
                <a:path w="3053" h="3455" extrusionOk="0">
                  <a:moveTo>
                    <a:pt x="77" y="1"/>
                  </a:moveTo>
                  <a:cubicBezTo>
                    <a:pt x="29" y="201"/>
                    <a:pt x="0" y="401"/>
                    <a:pt x="0" y="611"/>
                  </a:cubicBezTo>
                  <a:cubicBezTo>
                    <a:pt x="0" y="2176"/>
                    <a:pt x="1269" y="3454"/>
                    <a:pt x="2843" y="3454"/>
                  </a:cubicBezTo>
                  <a:cubicBezTo>
                    <a:pt x="2910" y="3454"/>
                    <a:pt x="2986" y="3454"/>
                    <a:pt x="3053" y="3445"/>
                  </a:cubicBezTo>
                  <a:cubicBezTo>
                    <a:pt x="3053" y="1708"/>
                    <a:pt x="1784" y="249"/>
                    <a:pt x="77"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5" name="Google Shape;11525;p64"/>
            <p:cNvSpPr/>
            <p:nvPr/>
          </p:nvSpPr>
          <p:spPr>
            <a:xfrm>
              <a:off x="5020114" y="1789043"/>
              <a:ext cx="17256" cy="57214"/>
            </a:xfrm>
            <a:custGeom>
              <a:avLst/>
              <a:gdLst/>
              <a:ahLst/>
              <a:cxnLst/>
              <a:rect l="l" t="t" r="r" b="b"/>
              <a:pathLst>
                <a:path w="659" h="2185" extrusionOk="0">
                  <a:moveTo>
                    <a:pt x="0" y="0"/>
                  </a:moveTo>
                  <a:lnTo>
                    <a:pt x="0" y="1965"/>
                  </a:lnTo>
                  <a:cubicBezTo>
                    <a:pt x="0" y="2089"/>
                    <a:pt x="95" y="2185"/>
                    <a:pt x="219" y="2185"/>
                  </a:cubicBezTo>
                  <a:lnTo>
                    <a:pt x="439" y="2185"/>
                  </a:lnTo>
                  <a:cubicBezTo>
                    <a:pt x="553" y="2185"/>
                    <a:pt x="649" y="2089"/>
                    <a:pt x="658" y="1975"/>
                  </a:cubicBezTo>
                  <a:lnTo>
                    <a:pt x="658"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6" name="Google Shape;11526;p64"/>
            <p:cNvSpPr/>
            <p:nvPr/>
          </p:nvSpPr>
          <p:spPr>
            <a:xfrm>
              <a:off x="4899689" y="1767546"/>
              <a:ext cx="48992" cy="90207"/>
            </a:xfrm>
            <a:custGeom>
              <a:avLst/>
              <a:gdLst/>
              <a:ahLst/>
              <a:cxnLst/>
              <a:rect l="l" t="t" r="r" b="b"/>
              <a:pathLst>
                <a:path w="1871" h="3445" extrusionOk="0">
                  <a:moveTo>
                    <a:pt x="239" y="1"/>
                  </a:moveTo>
                  <a:cubicBezTo>
                    <a:pt x="134" y="115"/>
                    <a:pt x="58" y="239"/>
                    <a:pt x="1" y="373"/>
                  </a:cubicBezTo>
                  <a:lnTo>
                    <a:pt x="1193" y="1394"/>
                  </a:lnTo>
                  <a:cubicBezTo>
                    <a:pt x="1336" y="1518"/>
                    <a:pt x="1422" y="1699"/>
                    <a:pt x="1422" y="1890"/>
                  </a:cubicBezTo>
                  <a:lnTo>
                    <a:pt x="1422" y="3445"/>
                  </a:lnTo>
                  <a:lnTo>
                    <a:pt x="1871" y="3445"/>
                  </a:lnTo>
                  <a:lnTo>
                    <a:pt x="1871" y="1899"/>
                  </a:lnTo>
                  <a:cubicBezTo>
                    <a:pt x="1871" y="1575"/>
                    <a:pt x="1727" y="1270"/>
                    <a:pt x="1479" y="1060"/>
                  </a:cubicBezTo>
                  <a:lnTo>
                    <a:pt x="239"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7" name="Google Shape;11527;p64"/>
            <p:cNvSpPr/>
            <p:nvPr/>
          </p:nvSpPr>
          <p:spPr>
            <a:xfrm>
              <a:off x="5108777" y="1767546"/>
              <a:ext cx="48992" cy="90207"/>
            </a:xfrm>
            <a:custGeom>
              <a:avLst/>
              <a:gdLst/>
              <a:ahLst/>
              <a:cxnLst/>
              <a:rect l="l" t="t" r="r" b="b"/>
              <a:pathLst>
                <a:path w="1871" h="3445" extrusionOk="0">
                  <a:moveTo>
                    <a:pt x="1632" y="1"/>
                  </a:moveTo>
                  <a:lnTo>
                    <a:pt x="382" y="1060"/>
                  </a:lnTo>
                  <a:cubicBezTo>
                    <a:pt x="134" y="1270"/>
                    <a:pt x="1" y="1575"/>
                    <a:pt x="1" y="1899"/>
                  </a:cubicBezTo>
                  <a:lnTo>
                    <a:pt x="1" y="3445"/>
                  </a:lnTo>
                  <a:lnTo>
                    <a:pt x="440" y="3445"/>
                  </a:lnTo>
                  <a:lnTo>
                    <a:pt x="440" y="1890"/>
                  </a:lnTo>
                  <a:cubicBezTo>
                    <a:pt x="440" y="1699"/>
                    <a:pt x="525" y="1518"/>
                    <a:pt x="678" y="1394"/>
                  </a:cubicBezTo>
                  <a:lnTo>
                    <a:pt x="1871" y="373"/>
                  </a:lnTo>
                  <a:cubicBezTo>
                    <a:pt x="1813" y="239"/>
                    <a:pt x="1727" y="115"/>
                    <a:pt x="1632"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8" name="Google Shape;11528;p64"/>
            <p:cNvSpPr/>
            <p:nvPr/>
          </p:nvSpPr>
          <p:spPr>
            <a:xfrm>
              <a:off x="5020114" y="1789043"/>
              <a:ext cx="17256" cy="17989"/>
            </a:xfrm>
            <a:custGeom>
              <a:avLst/>
              <a:gdLst/>
              <a:ahLst/>
              <a:cxnLst/>
              <a:rect l="l" t="t" r="r" b="b"/>
              <a:pathLst>
                <a:path w="659" h="687" extrusionOk="0">
                  <a:moveTo>
                    <a:pt x="0" y="0"/>
                  </a:moveTo>
                  <a:lnTo>
                    <a:pt x="0" y="687"/>
                  </a:lnTo>
                  <a:lnTo>
                    <a:pt x="324" y="611"/>
                  </a:lnTo>
                  <a:lnTo>
                    <a:pt x="658" y="687"/>
                  </a:lnTo>
                  <a:lnTo>
                    <a:pt x="658" y="0"/>
                  </a:ln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9" name="Google Shape;11529;p64"/>
            <p:cNvSpPr/>
            <p:nvPr/>
          </p:nvSpPr>
          <p:spPr>
            <a:xfrm>
              <a:off x="4963895" y="1720334"/>
              <a:ext cx="129432" cy="80650"/>
            </a:xfrm>
            <a:custGeom>
              <a:avLst/>
              <a:gdLst/>
              <a:ahLst/>
              <a:cxnLst/>
              <a:rect l="l" t="t" r="r" b="b"/>
              <a:pathLst>
                <a:path w="4943" h="3080" extrusionOk="0">
                  <a:moveTo>
                    <a:pt x="1164" y="1"/>
                  </a:moveTo>
                  <a:lnTo>
                    <a:pt x="344" y="287"/>
                  </a:lnTo>
                  <a:cubicBezTo>
                    <a:pt x="172" y="344"/>
                    <a:pt x="58" y="497"/>
                    <a:pt x="48" y="678"/>
                  </a:cubicBezTo>
                  <a:cubicBezTo>
                    <a:pt x="1" y="1317"/>
                    <a:pt x="115" y="1956"/>
                    <a:pt x="353" y="2548"/>
                  </a:cubicBezTo>
                  <a:cubicBezTo>
                    <a:pt x="496" y="2873"/>
                    <a:pt x="817" y="3080"/>
                    <a:pt x="1163" y="3080"/>
                  </a:cubicBezTo>
                  <a:cubicBezTo>
                    <a:pt x="1233" y="3080"/>
                    <a:pt x="1304" y="3071"/>
                    <a:pt x="1374" y="3053"/>
                  </a:cubicBezTo>
                  <a:lnTo>
                    <a:pt x="2471" y="2786"/>
                  </a:lnTo>
                  <a:lnTo>
                    <a:pt x="3578" y="3053"/>
                  </a:lnTo>
                  <a:cubicBezTo>
                    <a:pt x="3649" y="3071"/>
                    <a:pt x="3720" y="3080"/>
                    <a:pt x="3790" y="3080"/>
                  </a:cubicBezTo>
                  <a:cubicBezTo>
                    <a:pt x="4135" y="3080"/>
                    <a:pt x="4456" y="2873"/>
                    <a:pt x="4599" y="2548"/>
                  </a:cubicBezTo>
                  <a:cubicBezTo>
                    <a:pt x="4837" y="1956"/>
                    <a:pt x="4942" y="1317"/>
                    <a:pt x="4904" y="678"/>
                  </a:cubicBezTo>
                  <a:cubicBezTo>
                    <a:pt x="4895" y="497"/>
                    <a:pt x="4780" y="344"/>
                    <a:pt x="4608" y="287"/>
                  </a:cubicBezTo>
                  <a:lnTo>
                    <a:pt x="3788" y="1"/>
                  </a:lnTo>
                  <a:lnTo>
                    <a:pt x="3788" y="659"/>
                  </a:lnTo>
                  <a:cubicBezTo>
                    <a:pt x="3788" y="1384"/>
                    <a:pt x="3206" y="1966"/>
                    <a:pt x="2481" y="1966"/>
                  </a:cubicBezTo>
                  <a:cubicBezTo>
                    <a:pt x="1756" y="1966"/>
                    <a:pt x="1164" y="1384"/>
                    <a:pt x="1164" y="659"/>
                  </a:cubicBezTo>
                  <a:lnTo>
                    <a:pt x="1164" y="1"/>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0" name="Google Shape;11530;p64"/>
            <p:cNvSpPr/>
            <p:nvPr/>
          </p:nvSpPr>
          <p:spPr>
            <a:xfrm>
              <a:off x="5063058" y="1720334"/>
              <a:ext cx="26" cy="288"/>
            </a:xfrm>
            <a:custGeom>
              <a:avLst/>
              <a:gdLst/>
              <a:ahLst/>
              <a:cxnLst/>
              <a:rect l="l" t="t" r="r" b="b"/>
              <a:pathLst>
                <a:path w="1" h="11" extrusionOk="0">
                  <a:moveTo>
                    <a:pt x="1" y="10"/>
                  </a:moveTo>
                  <a:lnTo>
                    <a:pt x="1" y="10"/>
                  </a:lnTo>
                  <a:lnTo>
                    <a:pt x="1"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1" name="Google Shape;11531;p64"/>
            <p:cNvSpPr/>
            <p:nvPr/>
          </p:nvSpPr>
          <p:spPr>
            <a:xfrm>
              <a:off x="4994374" y="1720334"/>
              <a:ext cx="26" cy="288"/>
            </a:xfrm>
            <a:custGeom>
              <a:avLst/>
              <a:gdLst/>
              <a:ahLst/>
              <a:cxnLst/>
              <a:rect l="l" t="t" r="r" b="b"/>
              <a:pathLst>
                <a:path w="1" h="11" extrusionOk="0">
                  <a:moveTo>
                    <a:pt x="0" y="1"/>
                  </a:moveTo>
                  <a:lnTo>
                    <a:pt x="0" y="10"/>
                  </a:lnTo>
                  <a:lnTo>
                    <a:pt x="0" y="1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2" name="Google Shape;11532;p64"/>
            <p:cNvSpPr/>
            <p:nvPr/>
          </p:nvSpPr>
          <p:spPr>
            <a:xfrm>
              <a:off x="4982879" y="1720334"/>
              <a:ext cx="91464" cy="62975"/>
            </a:xfrm>
            <a:custGeom>
              <a:avLst/>
              <a:gdLst/>
              <a:ahLst/>
              <a:cxnLst/>
              <a:rect l="l" t="t" r="r" b="b"/>
              <a:pathLst>
                <a:path w="3493" h="2405" extrusionOk="0">
                  <a:moveTo>
                    <a:pt x="3063" y="1"/>
                  </a:moveTo>
                  <a:lnTo>
                    <a:pt x="3063" y="659"/>
                  </a:lnTo>
                  <a:cubicBezTo>
                    <a:pt x="3063" y="1384"/>
                    <a:pt x="2471" y="1966"/>
                    <a:pt x="1746" y="1966"/>
                  </a:cubicBezTo>
                  <a:cubicBezTo>
                    <a:pt x="1021" y="1966"/>
                    <a:pt x="439" y="1384"/>
                    <a:pt x="439" y="659"/>
                  </a:cubicBezTo>
                  <a:lnTo>
                    <a:pt x="439" y="10"/>
                  </a:lnTo>
                  <a:lnTo>
                    <a:pt x="1" y="153"/>
                  </a:lnTo>
                  <a:lnTo>
                    <a:pt x="1" y="659"/>
                  </a:lnTo>
                  <a:cubicBezTo>
                    <a:pt x="1" y="1622"/>
                    <a:pt x="783" y="2405"/>
                    <a:pt x="1746" y="2405"/>
                  </a:cubicBezTo>
                  <a:cubicBezTo>
                    <a:pt x="2710" y="2405"/>
                    <a:pt x="3492" y="1622"/>
                    <a:pt x="3492" y="659"/>
                  </a:cubicBezTo>
                  <a:lnTo>
                    <a:pt x="3492" y="153"/>
                  </a:lnTo>
                  <a:lnTo>
                    <a:pt x="3063"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33" name="Google Shape;11533;p64"/>
          <p:cNvGrpSpPr/>
          <p:nvPr/>
        </p:nvGrpSpPr>
        <p:grpSpPr>
          <a:xfrm>
            <a:off x="6239117" y="4114507"/>
            <a:ext cx="274550" cy="354728"/>
            <a:chOff x="6255392" y="4268082"/>
            <a:chExt cx="274550" cy="354728"/>
          </a:xfrm>
        </p:grpSpPr>
        <p:sp>
          <p:nvSpPr>
            <p:cNvPr id="11534" name="Google Shape;11534;p64"/>
            <p:cNvSpPr/>
            <p:nvPr/>
          </p:nvSpPr>
          <p:spPr>
            <a:xfrm>
              <a:off x="6286342" y="4268082"/>
              <a:ext cx="213120" cy="206102"/>
            </a:xfrm>
            <a:custGeom>
              <a:avLst/>
              <a:gdLst/>
              <a:ahLst/>
              <a:cxnLst/>
              <a:rect l="l" t="t" r="r" b="b"/>
              <a:pathLst>
                <a:path w="8139" h="7871" extrusionOk="0">
                  <a:moveTo>
                    <a:pt x="4065" y="0"/>
                  </a:moveTo>
                  <a:cubicBezTo>
                    <a:pt x="2014" y="0"/>
                    <a:pt x="354" y="1670"/>
                    <a:pt x="354" y="3721"/>
                  </a:cubicBezTo>
                  <a:lnTo>
                    <a:pt x="354" y="4808"/>
                  </a:lnTo>
                  <a:cubicBezTo>
                    <a:pt x="354" y="5543"/>
                    <a:pt x="211" y="6010"/>
                    <a:pt x="87" y="6277"/>
                  </a:cubicBezTo>
                  <a:cubicBezTo>
                    <a:pt x="1" y="6468"/>
                    <a:pt x="49" y="6688"/>
                    <a:pt x="220" y="6812"/>
                  </a:cubicBezTo>
                  <a:cubicBezTo>
                    <a:pt x="640" y="7136"/>
                    <a:pt x="2100" y="7871"/>
                    <a:pt x="4065" y="7871"/>
                  </a:cubicBezTo>
                  <a:cubicBezTo>
                    <a:pt x="6040" y="7871"/>
                    <a:pt x="7490" y="7136"/>
                    <a:pt x="7919" y="6812"/>
                  </a:cubicBezTo>
                  <a:cubicBezTo>
                    <a:pt x="8081" y="6688"/>
                    <a:pt x="8139" y="6468"/>
                    <a:pt x="8053" y="6277"/>
                  </a:cubicBezTo>
                  <a:cubicBezTo>
                    <a:pt x="7938" y="6010"/>
                    <a:pt x="7786" y="5543"/>
                    <a:pt x="7786" y="4808"/>
                  </a:cubicBezTo>
                  <a:lnTo>
                    <a:pt x="7786" y="3721"/>
                  </a:lnTo>
                  <a:cubicBezTo>
                    <a:pt x="7786" y="1670"/>
                    <a:pt x="6116" y="0"/>
                    <a:pt x="4065"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5" name="Google Shape;11535;p64"/>
            <p:cNvSpPr/>
            <p:nvPr/>
          </p:nvSpPr>
          <p:spPr>
            <a:xfrm>
              <a:off x="6352800" y="4451168"/>
              <a:ext cx="80205" cy="68736"/>
            </a:xfrm>
            <a:custGeom>
              <a:avLst/>
              <a:gdLst/>
              <a:ahLst/>
              <a:cxnLst/>
              <a:rect l="l" t="t" r="r" b="b"/>
              <a:pathLst>
                <a:path w="3063" h="2625" extrusionOk="0">
                  <a:moveTo>
                    <a:pt x="1" y="1"/>
                  </a:moveTo>
                  <a:lnTo>
                    <a:pt x="1" y="2624"/>
                  </a:lnTo>
                  <a:lnTo>
                    <a:pt x="3063" y="2624"/>
                  </a:lnTo>
                  <a:lnTo>
                    <a:pt x="3063"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6" name="Google Shape;11536;p64"/>
            <p:cNvSpPr/>
            <p:nvPr/>
          </p:nvSpPr>
          <p:spPr>
            <a:xfrm>
              <a:off x="6352800" y="4451168"/>
              <a:ext cx="80205" cy="34381"/>
            </a:xfrm>
            <a:custGeom>
              <a:avLst/>
              <a:gdLst/>
              <a:ahLst/>
              <a:cxnLst/>
              <a:rect l="l" t="t" r="r" b="b"/>
              <a:pathLst>
                <a:path w="3063" h="1313" extrusionOk="0">
                  <a:moveTo>
                    <a:pt x="1" y="1"/>
                  </a:moveTo>
                  <a:lnTo>
                    <a:pt x="1" y="926"/>
                  </a:lnTo>
                  <a:cubicBezTo>
                    <a:pt x="478" y="1184"/>
                    <a:pt x="1005" y="1313"/>
                    <a:pt x="1532" y="1313"/>
                  </a:cubicBezTo>
                  <a:cubicBezTo>
                    <a:pt x="2059" y="1313"/>
                    <a:pt x="2586" y="1184"/>
                    <a:pt x="3063" y="926"/>
                  </a:cubicBezTo>
                  <a:lnTo>
                    <a:pt x="3063"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7" name="Google Shape;11537;p64"/>
            <p:cNvSpPr/>
            <p:nvPr/>
          </p:nvSpPr>
          <p:spPr>
            <a:xfrm>
              <a:off x="6296842" y="4307464"/>
              <a:ext cx="192381" cy="166458"/>
            </a:xfrm>
            <a:custGeom>
              <a:avLst/>
              <a:gdLst/>
              <a:ahLst/>
              <a:cxnLst/>
              <a:rect l="l" t="t" r="r" b="b"/>
              <a:pathLst>
                <a:path w="7347" h="6357" extrusionOk="0">
                  <a:moveTo>
                    <a:pt x="2397" y="0"/>
                  </a:moveTo>
                  <a:cubicBezTo>
                    <a:pt x="2313" y="0"/>
                    <a:pt x="2229" y="26"/>
                    <a:pt x="2157" y="80"/>
                  </a:cubicBezTo>
                  <a:cubicBezTo>
                    <a:pt x="1432" y="585"/>
                    <a:pt x="1021" y="1425"/>
                    <a:pt x="1050" y="2303"/>
                  </a:cubicBezTo>
                  <a:cubicBezTo>
                    <a:pt x="1060" y="2493"/>
                    <a:pt x="917" y="2646"/>
                    <a:pt x="726" y="2646"/>
                  </a:cubicBezTo>
                  <a:cubicBezTo>
                    <a:pt x="1" y="2646"/>
                    <a:pt x="1" y="3743"/>
                    <a:pt x="726" y="3743"/>
                  </a:cubicBezTo>
                  <a:lnTo>
                    <a:pt x="850" y="3743"/>
                  </a:lnTo>
                  <a:cubicBezTo>
                    <a:pt x="955" y="5222"/>
                    <a:pt x="2195" y="6357"/>
                    <a:pt x="3674" y="6357"/>
                  </a:cubicBezTo>
                  <a:cubicBezTo>
                    <a:pt x="5152" y="6357"/>
                    <a:pt x="6392" y="5222"/>
                    <a:pt x="6507" y="3743"/>
                  </a:cubicBezTo>
                  <a:lnTo>
                    <a:pt x="6621" y="3743"/>
                  </a:lnTo>
                  <a:cubicBezTo>
                    <a:pt x="7346" y="3743"/>
                    <a:pt x="7346" y="2646"/>
                    <a:pt x="6621" y="2646"/>
                  </a:cubicBezTo>
                  <a:cubicBezTo>
                    <a:pt x="6431" y="2646"/>
                    <a:pt x="6278" y="2493"/>
                    <a:pt x="6287" y="2303"/>
                  </a:cubicBezTo>
                  <a:cubicBezTo>
                    <a:pt x="6316" y="1425"/>
                    <a:pt x="5906" y="585"/>
                    <a:pt x="5190" y="80"/>
                  </a:cubicBezTo>
                  <a:cubicBezTo>
                    <a:pt x="5115" y="26"/>
                    <a:pt x="5028" y="0"/>
                    <a:pt x="4943" y="0"/>
                  </a:cubicBezTo>
                  <a:cubicBezTo>
                    <a:pt x="4802" y="0"/>
                    <a:pt x="4663" y="69"/>
                    <a:pt x="4580" y="194"/>
                  </a:cubicBezTo>
                  <a:cubicBezTo>
                    <a:pt x="4365" y="519"/>
                    <a:pt x="4017" y="681"/>
                    <a:pt x="3669" y="681"/>
                  </a:cubicBezTo>
                  <a:cubicBezTo>
                    <a:pt x="3321" y="681"/>
                    <a:pt x="2972" y="519"/>
                    <a:pt x="2758" y="194"/>
                  </a:cubicBezTo>
                  <a:cubicBezTo>
                    <a:pt x="2675" y="69"/>
                    <a:pt x="2536" y="0"/>
                    <a:pt x="2397"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8" name="Google Shape;11538;p64"/>
            <p:cNvSpPr/>
            <p:nvPr/>
          </p:nvSpPr>
          <p:spPr>
            <a:xfrm>
              <a:off x="6296607" y="4320033"/>
              <a:ext cx="107935" cy="154125"/>
            </a:xfrm>
            <a:custGeom>
              <a:avLst/>
              <a:gdLst/>
              <a:ahLst/>
              <a:cxnLst/>
              <a:rect l="l" t="t" r="r" b="b"/>
              <a:pathLst>
                <a:path w="4122" h="5886" extrusionOk="0">
                  <a:moveTo>
                    <a:pt x="1708" y="0"/>
                  </a:moveTo>
                  <a:cubicBezTo>
                    <a:pt x="1269" y="506"/>
                    <a:pt x="1030" y="1155"/>
                    <a:pt x="1059" y="1823"/>
                  </a:cubicBezTo>
                  <a:cubicBezTo>
                    <a:pt x="1069" y="2013"/>
                    <a:pt x="916" y="2166"/>
                    <a:pt x="735" y="2175"/>
                  </a:cubicBezTo>
                  <a:cubicBezTo>
                    <a:pt x="0" y="2175"/>
                    <a:pt x="0" y="3263"/>
                    <a:pt x="735" y="3263"/>
                  </a:cubicBezTo>
                  <a:lnTo>
                    <a:pt x="849" y="3263"/>
                  </a:lnTo>
                  <a:cubicBezTo>
                    <a:pt x="953" y="4758"/>
                    <a:pt x="2208" y="5886"/>
                    <a:pt x="3663" y="5886"/>
                  </a:cubicBezTo>
                  <a:cubicBezTo>
                    <a:pt x="3814" y="5886"/>
                    <a:pt x="3967" y="5873"/>
                    <a:pt x="4121" y="5848"/>
                  </a:cubicBezTo>
                  <a:cubicBezTo>
                    <a:pt x="2729" y="5638"/>
                    <a:pt x="1708" y="4446"/>
                    <a:pt x="1708" y="3044"/>
                  </a:cubicBezTo>
                  <a:lnTo>
                    <a:pt x="1708"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9" name="Google Shape;11539;p64"/>
            <p:cNvSpPr/>
            <p:nvPr/>
          </p:nvSpPr>
          <p:spPr>
            <a:xfrm>
              <a:off x="6352800" y="4376855"/>
              <a:ext cx="11521" cy="17151"/>
            </a:xfrm>
            <a:custGeom>
              <a:avLst/>
              <a:gdLst/>
              <a:ahLst/>
              <a:cxnLst/>
              <a:rect l="l" t="t" r="r" b="b"/>
              <a:pathLst>
                <a:path w="440" h="655" extrusionOk="0">
                  <a:moveTo>
                    <a:pt x="220" y="1"/>
                  </a:moveTo>
                  <a:cubicBezTo>
                    <a:pt x="110" y="1"/>
                    <a:pt x="1" y="72"/>
                    <a:pt x="1" y="215"/>
                  </a:cubicBezTo>
                  <a:lnTo>
                    <a:pt x="1" y="435"/>
                  </a:lnTo>
                  <a:cubicBezTo>
                    <a:pt x="1" y="559"/>
                    <a:pt x="96" y="654"/>
                    <a:pt x="220" y="654"/>
                  </a:cubicBezTo>
                  <a:cubicBezTo>
                    <a:pt x="344" y="654"/>
                    <a:pt x="439" y="559"/>
                    <a:pt x="439" y="435"/>
                  </a:cubicBezTo>
                  <a:lnTo>
                    <a:pt x="439" y="215"/>
                  </a:lnTo>
                  <a:cubicBezTo>
                    <a:pt x="439"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0" name="Google Shape;11540;p64"/>
            <p:cNvSpPr/>
            <p:nvPr/>
          </p:nvSpPr>
          <p:spPr>
            <a:xfrm>
              <a:off x="6421509" y="4376855"/>
              <a:ext cx="11495" cy="17151"/>
            </a:xfrm>
            <a:custGeom>
              <a:avLst/>
              <a:gdLst/>
              <a:ahLst/>
              <a:cxnLst/>
              <a:rect l="l" t="t" r="r" b="b"/>
              <a:pathLst>
                <a:path w="439" h="655" extrusionOk="0">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1" name="Google Shape;11541;p64"/>
            <p:cNvSpPr/>
            <p:nvPr/>
          </p:nvSpPr>
          <p:spPr>
            <a:xfrm>
              <a:off x="6345311" y="4359756"/>
              <a:ext cx="26499" cy="11521"/>
            </a:xfrm>
            <a:custGeom>
              <a:avLst/>
              <a:gdLst/>
              <a:ahLst/>
              <a:cxnLst/>
              <a:rect l="l" t="t" r="r" b="b"/>
              <a:pathLst>
                <a:path w="1012" h="440" extrusionOk="0">
                  <a:moveTo>
                    <a:pt x="287" y="0"/>
                  </a:moveTo>
                  <a:cubicBezTo>
                    <a:pt x="0" y="0"/>
                    <a:pt x="0" y="439"/>
                    <a:pt x="287" y="439"/>
                  </a:cubicBezTo>
                  <a:lnTo>
                    <a:pt x="725" y="439"/>
                  </a:lnTo>
                  <a:cubicBezTo>
                    <a:pt x="1012" y="430"/>
                    <a:pt x="1012" y="0"/>
                    <a:pt x="72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2" name="Google Shape;11542;p64"/>
            <p:cNvSpPr/>
            <p:nvPr/>
          </p:nvSpPr>
          <p:spPr>
            <a:xfrm>
              <a:off x="6413758" y="4359756"/>
              <a:ext cx="26761" cy="11521"/>
            </a:xfrm>
            <a:custGeom>
              <a:avLst/>
              <a:gdLst/>
              <a:ahLst/>
              <a:cxnLst/>
              <a:rect l="l" t="t" r="r" b="b"/>
              <a:pathLst>
                <a:path w="1022" h="440" extrusionOk="0">
                  <a:moveTo>
                    <a:pt x="296" y="0"/>
                  </a:moveTo>
                  <a:cubicBezTo>
                    <a:pt x="0" y="0"/>
                    <a:pt x="0" y="439"/>
                    <a:pt x="296" y="439"/>
                  </a:cubicBezTo>
                  <a:lnTo>
                    <a:pt x="735" y="439"/>
                  </a:lnTo>
                  <a:cubicBezTo>
                    <a:pt x="1021" y="430"/>
                    <a:pt x="1021" y="0"/>
                    <a:pt x="735"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3" name="Google Shape;11543;p64"/>
            <p:cNvSpPr/>
            <p:nvPr/>
          </p:nvSpPr>
          <p:spPr>
            <a:xfrm>
              <a:off x="6255392" y="4508382"/>
              <a:ext cx="274550" cy="114428"/>
            </a:xfrm>
            <a:custGeom>
              <a:avLst/>
              <a:gdLst/>
              <a:ahLst/>
              <a:cxnLst/>
              <a:rect l="l" t="t" r="r" b="b"/>
              <a:pathLst>
                <a:path w="10485" h="4370" extrusionOk="0">
                  <a:moveTo>
                    <a:pt x="2843" y="0"/>
                  </a:moveTo>
                  <a:lnTo>
                    <a:pt x="1231" y="497"/>
                  </a:lnTo>
                  <a:cubicBezTo>
                    <a:pt x="506" y="726"/>
                    <a:pt x="0" y="1393"/>
                    <a:pt x="0" y="2166"/>
                  </a:cubicBezTo>
                  <a:lnTo>
                    <a:pt x="0" y="3711"/>
                  </a:lnTo>
                  <a:cubicBezTo>
                    <a:pt x="0" y="4074"/>
                    <a:pt x="296" y="4370"/>
                    <a:pt x="658" y="4370"/>
                  </a:cubicBezTo>
                  <a:lnTo>
                    <a:pt x="9836" y="4370"/>
                  </a:lnTo>
                  <a:cubicBezTo>
                    <a:pt x="10198" y="4370"/>
                    <a:pt x="10484" y="4074"/>
                    <a:pt x="10484" y="3711"/>
                  </a:cubicBezTo>
                  <a:lnTo>
                    <a:pt x="10484" y="2166"/>
                  </a:lnTo>
                  <a:cubicBezTo>
                    <a:pt x="10484" y="1393"/>
                    <a:pt x="9988" y="716"/>
                    <a:pt x="9254" y="497"/>
                  </a:cubicBezTo>
                  <a:lnTo>
                    <a:pt x="7651" y="0"/>
                  </a:lnTo>
                  <a:lnTo>
                    <a:pt x="5247" y="220"/>
                  </a:lnTo>
                  <a:lnTo>
                    <a:pt x="2843"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4" name="Google Shape;11544;p64"/>
            <p:cNvSpPr/>
            <p:nvPr/>
          </p:nvSpPr>
          <p:spPr>
            <a:xfrm>
              <a:off x="6376785" y="4456667"/>
              <a:ext cx="32260" cy="28751"/>
            </a:xfrm>
            <a:custGeom>
              <a:avLst/>
              <a:gdLst/>
              <a:ahLst/>
              <a:cxnLst/>
              <a:rect l="l" t="t" r="r" b="b"/>
              <a:pathLst>
                <a:path w="1232" h="1098" extrusionOk="0">
                  <a:moveTo>
                    <a:pt x="182" y="1"/>
                  </a:moveTo>
                  <a:cubicBezTo>
                    <a:pt x="77" y="1"/>
                    <a:pt x="0" y="115"/>
                    <a:pt x="48" y="211"/>
                  </a:cubicBezTo>
                  <a:lnTo>
                    <a:pt x="315" y="897"/>
                  </a:lnTo>
                  <a:cubicBezTo>
                    <a:pt x="363" y="1021"/>
                    <a:pt x="487" y="1098"/>
                    <a:pt x="611" y="1098"/>
                  </a:cubicBezTo>
                  <a:cubicBezTo>
                    <a:pt x="745" y="1098"/>
                    <a:pt x="869" y="1021"/>
                    <a:pt x="916" y="897"/>
                  </a:cubicBezTo>
                  <a:lnTo>
                    <a:pt x="1183" y="211"/>
                  </a:lnTo>
                  <a:cubicBezTo>
                    <a:pt x="1231" y="115"/>
                    <a:pt x="1155" y="1"/>
                    <a:pt x="1040"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5" name="Google Shape;11545;p64"/>
            <p:cNvSpPr/>
            <p:nvPr/>
          </p:nvSpPr>
          <p:spPr>
            <a:xfrm>
              <a:off x="6370029" y="4422705"/>
              <a:ext cx="45745" cy="16994"/>
            </a:xfrm>
            <a:custGeom>
              <a:avLst/>
              <a:gdLst/>
              <a:ahLst/>
              <a:cxnLst/>
              <a:rect l="l" t="t" r="r" b="b"/>
              <a:pathLst>
                <a:path w="1747" h="649" extrusionOk="0">
                  <a:moveTo>
                    <a:pt x="1" y="0"/>
                  </a:moveTo>
                  <a:lnTo>
                    <a:pt x="1" y="220"/>
                  </a:lnTo>
                  <a:cubicBezTo>
                    <a:pt x="1" y="458"/>
                    <a:pt x="192" y="649"/>
                    <a:pt x="440" y="649"/>
                  </a:cubicBezTo>
                  <a:lnTo>
                    <a:pt x="1308" y="649"/>
                  </a:lnTo>
                  <a:cubicBezTo>
                    <a:pt x="1546" y="649"/>
                    <a:pt x="1747" y="458"/>
                    <a:pt x="1747" y="220"/>
                  </a:cubicBezTo>
                  <a:lnTo>
                    <a:pt x="1747"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6" name="Google Shape;11546;p64"/>
            <p:cNvSpPr/>
            <p:nvPr/>
          </p:nvSpPr>
          <p:spPr>
            <a:xfrm>
              <a:off x="6352800" y="4416944"/>
              <a:ext cx="79969" cy="28568"/>
            </a:xfrm>
            <a:custGeom>
              <a:avLst/>
              <a:gdLst/>
              <a:ahLst/>
              <a:cxnLst/>
              <a:rect l="l" t="t" r="r" b="b"/>
              <a:pathLst>
                <a:path w="3054" h="1091" extrusionOk="0">
                  <a:moveTo>
                    <a:pt x="659" y="1"/>
                  </a:moveTo>
                  <a:cubicBezTo>
                    <a:pt x="296" y="1"/>
                    <a:pt x="1" y="297"/>
                    <a:pt x="1" y="659"/>
                  </a:cubicBezTo>
                  <a:lnTo>
                    <a:pt x="1" y="869"/>
                  </a:lnTo>
                  <a:cubicBezTo>
                    <a:pt x="1" y="1017"/>
                    <a:pt x="110" y="1091"/>
                    <a:pt x="220" y="1091"/>
                  </a:cubicBezTo>
                  <a:cubicBezTo>
                    <a:pt x="330" y="1091"/>
                    <a:pt x="439" y="1017"/>
                    <a:pt x="439" y="869"/>
                  </a:cubicBezTo>
                  <a:cubicBezTo>
                    <a:pt x="439" y="755"/>
                    <a:pt x="535" y="659"/>
                    <a:pt x="659" y="659"/>
                  </a:cubicBezTo>
                  <a:lnTo>
                    <a:pt x="869" y="659"/>
                  </a:lnTo>
                  <a:cubicBezTo>
                    <a:pt x="1012" y="659"/>
                    <a:pt x="1145" y="611"/>
                    <a:pt x="1260" y="526"/>
                  </a:cubicBezTo>
                  <a:cubicBezTo>
                    <a:pt x="1336" y="468"/>
                    <a:pt x="1432" y="440"/>
                    <a:pt x="1527" y="440"/>
                  </a:cubicBezTo>
                  <a:cubicBezTo>
                    <a:pt x="1622" y="440"/>
                    <a:pt x="1718" y="468"/>
                    <a:pt x="1794" y="526"/>
                  </a:cubicBezTo>
                  <a:cubicBezTo>
                    <a:pt x="1909" y="611"/>
                    <a:pt x="2042" y="659"/>
                    <a:pt x="2185" y="659"/>
                  </a:cubicBezTo>
                  <a:lnTo>
                    <a:pt x="2405" y="659"/>
                  </a:lnTo>
                  <a:cubicBezTo>
                    <a:pt x="2519" y="659"/>
                    <a:pt x="2615" y="755"/>
                    <a:pt x="2615" y="869"/>
                  </a:cubicBezTo>
                  <a:cubicBezTo>
                    <a:pt x="2615" y="1017"/>
                    <a:pt x="2724" y="1091"/>
                    <a:pt x="2834" y="1091"/>
                  </a:cubicBezTo>
                  <a:cubicBezTo>
                    <a:pt x="2944" y="1091"/>
                    <a:pt x="3053" y="1017"/>
                    <a:pt x="3053" y="869"/>
                  </a:cubicBezTo>
                  <a:lnTo>
                    <a:pt x="3053" y="659"/>
                  </a:lnTo>
                  <a:cubicBezTo>
                    <a:pt x="3053" y="297"/>
                    <a:pt x="2767" y="1"/>
                    <a:pt x="240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7" name="Google Shape;11547;p64"/>
            <p:cNvSpPr/>
            <p:nvPr/>
          </p:nvSpPr>
          <p:spPr>
            <a:xfrm>
              <a:off x="6262619" y="4532106"/>
              <a:ext cx="50249" cy="90705"/>
            </a:xfrm>
            <a:custGeom>
              <a:avLst/>
              <a:gdLst/>
              <a:ahLst/>
              <a:cxnLst/>
              <a:rect l="l" t="t" r="r" b="b"/>
              <a:pathLst>
                <a:path w="1919" h="3464" extrusionOk="0">
                  <a:moveTo>
                    <a:pt x="277" y="1"/>
                  </a:moveTo>
                  <a:cubicBezTo>
                    <a:pt x="172" y="96"/>
                    <a:pt x="77" y="211"/>
                    <a:pt x="1" y="335"/>
                  </a:cubicBezTo>
                  <a:lnTo>
                    <a:pt x="1250" y="1413"/>
                  </a:lnTo>
                  <a:cubicBezTo>
                    <a:pt x="1394" y="1537"/>
                    <a:pt x="1479" y="1718"/>
                    <a:pt x="1479" y="1909"/>
                  </a:cubicBezTo>
                  <a:lnTo>
                    <a:pt x="1479" y="3464"/>
                  </a:lnTo>
                  <a:lnTo>
                    <a:pt x="1918" y="3464"/>
                  </a:lnTo>
                  <a:lnTo>
                    <a:pt x="1918" y="1899"/>
                  </a:lnTo>
                  <a:cubicBezTo>
                    <a:pt x="1918" y="1584"/>
                    <a:pt x="1775" y="1279"/>
                    <a:pt x="1537" y="1069"/>
                  </a:cubicBezTo>
                  <a:lnTo>
                    <a:pt x="277"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8" name="Google Shape;11548;p64"/>
            <p:cNvSpPr/>
            <p:nvPr/>
          </p:nvSpPr>
          <p:spPr>
            <a:xfrm>
              <a:off x="6472963" y="4532106"/>
              <a:ext cx="49987" cy="90705"/>
            </a:xfrm>
            <a:custGeom>
              <a:avLst/>
              <a:gdLst/>
              <a:ahLst/>
              <a:cxnLst/>
              <a:rect l="l" t="t" r="r" b="b"/>
              <a:pathLst>
                <a:path w="1909" h="3464" extrusionOk="0">
                  <a:moveTo>
                    <a:pt x="1641" y="1"/>
                  </a:moveTo>
                  <a:lnTo>
                    <a:pt x="382" y="1069"/>
                  </a:lnTo>
                  <a:cubicBezTo>
                    <a:pt x="134" y="1279"/>
                    <a:pt x="0" y="1584"/>
                    <a:pt x="0" y="1899"/>
                  </a:cubicBezTo>
                  <a:lnTo>
                    <a:pt x="0" y="3464"/>
                  </a:lnTo>
                  <a:lnTo>
                    <a:pt x="439" y="3464"/>
                  </a:lnTo>
                  <a:lnTo>
                    <a:pt x="439" y="1909"/>
                  </a:lnTo>
                  <a:cubicBezTo>
                    <a:pt x="439" y="1718"/>
                    <a:pt x="515" y="1537"/>
                    <a:pt x="668" y="1413"/>
                  </a:cubicBezTo>
                  <a:lnTo>
                    <a:pt x="1908" y="335"/>
                  </a:lnTo>
                  <a:cubicBezTo>
                    <a:pt x="1832" y="211"/>
                    <a:pt x="1746" y="96"/>
                    <a:pt x="1641" y="1"/>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9" name="Google Shape;11549;p64"/>
            <p:cNvSpPr/>
            <p:nvPr/>
          </p:nvSpPr>
          <p:spPr>
            <a:xfrm>
              <a:off x="6387285" y="4548340"/>
              <a:ext cx="11260" cy="11521"/>
            </a:xfrm>
            <a:custGeom>
              <a:avLst/>
              <a:gdLst/>
              <a:ahLst/>
              <a:cxnLst/>
              <a:rect l="l" t="t" r="r" b="b"/>
              <a:pathLst>
                <a:path w="430" h="440" extrusionOk="0">
                  <a:moveTo>
                    <a:pt x="210" y="1"/>
                  </a:moveTo>
                  <a:cubicBezTo>
                    <a:pt x="96" y="1"/>
                    <a:pt x="0" y="106"/>
                    <a:pt x="0" y="220"/>
                  </a:cubicBezTo>
                  <a:cubicBezTo>
                    <a:pt x="0" y="344"/>
                    <a:pt x="96" y="440"/>
                    <a:pt x="210" y="440"/>
                  </a:cubicBezTo>
                  <a:cubicBezTo>
                    <a:pt x="334" y="440"/>
                    <a:pt x="429" y="344"/>
                    <a:pt x="429" y="220"/>
                  </a:cubicBezTo>
                  <a:cubicBezTo>
                    <a:pt x="429" y="106"/>
                    <a:pt x="334" y="1"/>
                    <a:pt x="21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0" name="Google Shape;11550;p64"/>
            <p:cNvSpPr/>
            <p:nvPr/>
          </p:nvSpPr>
          <p:spPr>
            <a:xfrm>
              <a:off x="6387285" y="4588560"/>
              <a:ext cx="11260" cy="11286"/>
            </a:xfrm>
            <a:custGeom>
              <a:avLst/>
              <a:gdLst/>
              <a:ahLst/>
              <a:cxnLst/>
              <a:rect l="l" t="t" r="r" b="b"/>
              <a:pathLst>
                <a:path w="430" h="431" extrusionOk="0">
                  <a:moveTo>
                    <a:pt x="210" y="1"/>
                  </a:moveTo>
                  <a:cubicBezTo>
                    <a:pt x="96" y="1"/>
                    <a:pt x="0" y="96"/>
                    <a:pt x="0" y="220"/>
                  </a:cubicBezTo>
                  <a:cubicBezTo>
                    <a:pt x="0" y="335"/>
                    <a:pt x="96" y="430"/>
                    <a:pt x="210" y="430"/>
                  </a:cubicBezTo>
                  <a:cubicBezTo>
                    <a:pt x="334" y="430"/>
                    <a:pt x="429" y="335"/>
                    <a:pt x="429" y="220"/>
                  </a:cubicBezTo>
                  <a:cubicBezTo>
                    <a:pt x="429" y="96"/>
                    <a:pt x="334" y="1"/>
                    <a:pt x="21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1" name="Google Shape;11551;p64"/>
            <p:cNvSpPr/>
            <p:nvPr/>
          </p:nvSpPr>
          <p:spPr>
            <a:xfrm>
              <a:off x="6318838" y="4508382"/>
              <a:ext cx="148155" cy="48495"/>
            </a:xfrm>
            <a:custGeom>
              <a:avLst/>
              <a:gdLst/>
              <a:ahLst/>
              <a:cxnLst/>
              <a:rect l="l" t="t" r="r" b="b"/>
              <a:pathLst>
                <a:path w="5658" h="1852" extrusionOk="0">
                  <a:moveTo>
                    <a:pt x="429" y="0"/>
                  </a:moveTo>
                  <a:lnTo>
                    <a:pt x="0" y="134"/>
                  </a:lnTo>
                  <a:lnTo>
                    <a:pt x="48" y="220"/>
                  </a:lnTo>
                  <a:lnTo>
                    <a:pt x="792" y="1517"/>
                  </a:lnTo>
                  <a:cubicBezTo>
                    <a:pt x="906" y="1718"/>
                    <a:pt x="1126" y="1851"/>
                    <a:pt x="1355" y="1851"/>
                  </a:cubicBezTo>
                  <a:cubicBezTo>
                    <a:pt x="1517" y="1851"/>
                    <a:pt x="1660" y="1794"/>
                    <a:pt x="1784" y="1689"/>
                  </a:cubicBezTo>
                  <a:lnTo>
                    <a:pt x="2824" y="792"/>
                  </a:lnTo>
                  <a:lnTo>
                    <a:pt x="3873" y="1689"/>
                  </a:lnTo>
                  <a:cubicBezTo>
                    <a:pt x="3999" y="1795"/>
                    <a:pt x="4149" y="1846"/>
                    <a:pt x="4298" y="1846"/>
                  </a:cubicBezTo>
                  <a:cubicBezTo>
                    <a:pt x="4524" y="1846"/>
                    <a:pt x="4745" y="1730"/>
                    <a:pt x="4866" y="1517"/>
                  </a:cubicBezTo>
                  <a:lnTo>
                    <a:pt x="5610" y="220"/>
                  </a:lnTo>
                  <a:lnTo>
                    <a:pt x="5657" y="134"/>
                  </a:lnTo>
                  <a:lnTo>
                    <a:pt x="5228" y="0"/>
                  </a:lnTo>
                  <a:lnTo>
                    <a:pt x="2824" y="220"/>
                  </a:lnTo>
                  <a:lnTo>
                    <a:pt x="429"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2" name="Google Shape;11552;p64"/>
            <p:cNvSpPr/>
            <p:nvPr/>
          </p:nvSpPr>
          <p:spPr>
            <a:xfrm>
              <a:off x="6329809" y="4487853"/>
              <a:ext cx="62975" cy="57581"/>
            </a:xfrm>
            <a:custGeom>
              <a:avLst/>
              <a:gdLst/>
              <a:ahLst/>
              <a:cxnLst/>
              <a:rect l="l" t="t" r="r" b="b"/>
              <a:pathLst>
                <a:path w="2405" h="2199" extrusionOk="0">
                  <a:moveTo>
                    <a:pt x="533" y="0"/>
                  </a:moveTo>
                  <a:cubicBezTo>
                    <a:pt x="454" y="0"/>
                    <a:pt x="377" y="45"/>
                    <a:pt x="344" y="117"/>
                  </a:cubicBezTo>
                  <a:lnTo>
                    <a:pt x="1" y="794"/>
                  </a:lnTo>
                  <a:lnTo>
                    <a:pt x="745" y="2091"/>
                  </a:lnTo>
                  <a:cubicBezTo>
                    <a:pt x="785" y="2161"/>
                    <a:pt x="861" y="2199"/>
                    <a:pt x="937" y="2199"/>
                  </a:cubicBezTo>
                  <a:cubicBezTo>
                    <a:pt x="987" y="2199"/>
                    <a:pt x="1038" y="2183"/>
                    <a:pt x="1079" y="2149"/>
                  </a:cubicBezTo>
                  <a:lnTo>
                    <a:pt x="2405" y="1004"/>
                  </a:lnTo>
                  <a:lnTo>
                    <a:pt x="640" y="31"/>
                  </a:lnTo>
                  <a:cubicBezTo>
                    <a:pt x="607" y="10"/>
                    <a:pt x="570" y="0"/>
                    <a:pt x="533"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3" name="Google Shape;11553;p64"/>
            <p:cNvSpPr/>
            <p:nvPr/>
          </p:nvSpPr>
          <p:spPr>
            <a:xfrm>
              <a:off x="6392784" y="4487853"/>
              <a:ext cx="62975" cy="57581"/>
            </a:xfrm>
            <a:custGeom>
              <a:avLst/>
              <a:gdLst/>
              <a:ahLst/>
              <a:cxnLst/>
              <a:rect l="l" t="t" r="r" b="b"/>
              <a:pathLst>
                <a:path w="2405" h="2199" extrusionOk="0">
                  <a:moveTo>
                    <a:pt x="1879" y="0"/>
                  </a:moveTo>
                  <a:cubicBezTo>
                    <a:pt x="1844" y="0"/>
                    <a:pt x="1808" y="10"/>
                    <a:pt x="1774" y="31"/>
                  </a:cubicBezTo>
                  <a:lnTo>
                    <a:pt x="0" y="1004"/>
                  </a:lnTo>
                  <a:lnTo>
                    <a:pt x="1336" y="2149"/>
                  </a:lnTo>
                  <a:cubicBezTo>
                    <a:pt x="1377" y="2183"/>
                    <a:pt x="1426" y="2199"/>
                    <a:pt x="1474" y="2199"/>
                  </a:cubicBezTo>
                  <a:cubicBezTo>
                    <a:pt x="1548" y="2199"/>
                    <a:pt x="1620" y="2161"/>
                    <a:pt x="1660" y="2091"/>
                  </a:cubicBezTo>
                  <a:lnTo>
                    <a:pt x="2404" y="794"/>
                  </a:lnTo>
                  <a:lnTo>
                    <a:pt x="2070" y="117"/>
                  </a:lnTo>
                  <a:cubicBezTo>
                    <a:pt x="2031" y="45"/>
                    <a:pt x="1956" y="0"/>
                    <a:pt x="1879"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54" name="Google Shape;11554;p64"/>
          <p:cNvGrpSpPr/>
          <p:nvPr/>
        </p:nvGrpSpPr>
        <p:grpSpPr>
          <a:xfrm>
            <a:off x="7587801" y="3636500"/>
            <a:ext cx="275807" cy="354859"/>
            <a:chOff x="7604076" y="3790075"/>
            <a:chExt cx="275807" cy="354859"/>
          </a:xfrm>
        </p:grpSpPr>
        <p:sp>
          <p:nvSpPr>
            <p:cNvPr id="11555" name="Google Shape;11555;p64"/>
            <p:cNvSpPr/>
            <p:nvPr/>
          </p:nvSpPr>
          <p:spPr>
            <a:xfrm>
              <a:off x="7623558" y="3790075"/>
              <a:ext cx="237341" cy="113800"/>
            </a:xfrm>
            <a:custGeom>
              <a:avLst/>
              <a:gdLst/>
              <a:ahLst/>
              <a:cxnLst/>
              <a:rect l="l" t="t" r="r" b="b"/>
              <a:pathLst>
                <a:path w="9064" h="4346" extrusionOk="0">
                  <a:moveTo>
                    <a:pt x="4531" y="0"/>
                  </a:moveTo>
                  <a:cubicBezTo>
                    <a:pt x="4436" y="0"/>
                    <a:pt x="4341" y="15"/>
                    <a:pt x="4246" y="43"/>
                  </a:cubicBezTo>
                  <a:lnTo>
                    <a:pt x="1508" y="768"/>
                  </a:lnTo>
                  <a:cubicBezTo>
                    <a:pt x="1336" y="816"/>
                    <a:pt x="1202" y="921"/>
                    <a:pt x="1107" y="1074"/>
                  </a:cubicBezTo>
                  <a:lnTo>
                    <a:pt x="105" y="2743"/>
                  </a:lnTo>
                  <a:cubicBezTo>
                    <a:pt x="0" y="2915"/>
                    <a:pt x="29" y="3134"/>
                    <a:pt x="172" y="3277"/>
                  </a:cubicBezTo>
                  <a:lnTo>
                    <a:pt x="1250" y="4346"/>
                  </a:lnTo>
                  <a:lnTo>
                    <a:pt x="7823" y="4346"/>
                  </a:lnTo>
                  <a:lnTo>
                    <a:pt x="8892" y="3277"/>
                  </a:lnTo>
                  <a:cubicBezTo>
                    <a:pt x="9035" y="3134"/>
                    <a:pt x="9063" y="2915"/>
                    <a:pt x="8958" y="2743"/>
                  </a:cubicBezTo>
                  <a:lnTo>
                    <a:pt x="7957" y="1074"/>
                  </a:lnTo>
                  <a:cubicBezTo>
                    <a:pt x="7871" y="921"/>
                    <a:pt x="7718" y="816"/>
                    <a:pt x="7556" y="768"/>
                  </a:cubicBezTo>
                  <a:lnTo>
                    <a:pt x="4808" y="43"/>
                  </a:lnTo>
                  <a:cubicBezTo>
                    <a:pt x="4718" y="15"/>
                    <a:pt x="4625" y="0"/>
                    <a:pt x="4531"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6" name="Google Shape;11556;p64"/>
            <p:cNvSpPr/>
            <p:nvPr/>
          </p:nvSpPr>
          <p:spPr>
            <a:xfrm>
              <a:off x="7604076" y="4018513"/>
              <a:ext cx="275545" cy="126186"/>
            </a:xfrm>
            <a:custGeom>
              <a:avLst/>
              <a:gdLst/>
              <a:ahLst/>
              <a:cxnLst/>
              <a:rect l="l" t="t" r="r" b="b"/>
              <a:pathLst>
                <a:path w="10523" h="4819" extrusionOk="0">
                  <a:moveTo>
                    <a:pt x="3730" y="1"/>
                  </a:moveTo>
                  <a:lnTo>
                    <a:pt x="3730" y="831"/>
                  </a:lnTo>
                  <a:cubicBezTo>
                    <a:pt x="3730" y="1117"/>
                    <a:pt x="3540" y="1374"/>
                    <a:pt x="3253" y="1460"/>
                  </a:cubicBezTo>
                  <a:lnTo>
                    <a:pt x="945" y="2138"/>
                  </a:lnTo>
                  <a:cubicBezTo>
                    <a:pt x="382" y="2300"/>
                    <a:pt x="0" y="2815"/>
                    <a:pt x="0" y="3397"/>
                  </a:cubicBezTo>
                  <a:lnTo>
                    <a:pt x="0" y="4170"/>
                  </a:lnTo>
                  <a:cubicBezTo>
                    <a:pt x="0" y="4532"/>
                    <a:pt x="296" y="4818"/>
                    <a:pt x="658" y="4818"/>
                  </a:cubicBezTo>
                  <a:lnTo>
                    <a:pt x="9865" y="4818"/>
                  </a:lnTo>
                  <a:cubicBezTo>
                    <a:pt x="10227" y="4818"/>
                    <a:pt x="10513" y="4532"/>
                    <a:pt x="10513" y="4170"/>
                  </a:cubicBezTo>
                  <a:lnTo>
                    <a:pt x="10513" y="3406"/>
                  </a:lnTo>
                  <a:cubicBezTo>
                    <a:pt x="10523" y="2815"/>
                    <a:pt x="10141" y="2300"/>
                    <a:pt x="9588" y="2138"/>
                  </a:cubicBezTo>
                  <a:lnTo>
                    <a:pt x="7279" y="1460"/>
                  </a:lnTo>
                  <a:cubicBezTo>
                    <a:pt x="6993" y="1374"/>
                    <a:pt x="6802" y="1117"/>
                    <a:pt x="6802" y="831"/>
                  </a:cubicBezTo>
                  <a:lnTo>
                    <a:pt x="6802"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7" name="Google Shape;11557;p64"/>
            <p:cNvSpPr/>
            <p:nvPr/>
          </p:nvSpPr>
          <p:spPr>
            <a:xfrm>
              <a:off x="7604312" y="4049987"/>
              <a:ext cx="275571" cy="94711"/>
            </a:xfrm>
            <a:custGeom>
              <a:avLst/>
              <a:gdLst/>
              <a:ahLst/>
              <a:cxnLst/>
              <a:rect l="l" t="t" r="r" b="b"/>
              <a:pathLst>
                <a:path w="10524" h="3617" extrusionOk="0">
                  <a:moveTo>
                    <a:pt x="3607" y="1"/>
                  </a:moveTo>
                  <a:cubicBezTo>
                    <a:pt x="3521" y="125"/>
                    <a:pt x="3397" y="211"/>
                    <a:pt x="3254" y="258"/>
                  </a:cubicBezTo>
                  <a:lnTo>
                    <a:pt x="945" y="936"/>
                  </a:lnTo>
                  <a:cubicBezTo>
                    <a:pt x="392" y="1098"/>
                    <a:pt x="1" y="1613"/>
                    <a:pt x="1" y="2195"/>
                  </a:cubicBezTo>
                  <a:lnTo>
                    <a:pt x="1" y="2968"/>
                  </a:lnTo>
                  <a:cubicBezTo>
                    <a:pt x="1" y="3330"/>
                    <a:pt x="296" y="3616"/>
                    <a:pt x="659" y="3616"/>
                  </a:cubicBezTo>
                  <a:lnTo>
                    <a:pt x="9865" y="3616"/>
                  </a:lnTo>
                  <a:cubicBezTo>
                    <a:pt x="10228" y="3616"/>
                    <a:pt x="10523" y="3330"/>
                    <a:pt x="10523" y="2968"/>
                  </a:cubicBezTo>
                  <a:lnTo>
                    <a:pt x="10523" y="2204"/>
                  </a:lnTo>
                  <a:cubicBezTo>
                    <a:pt x="10523" y="1613"/>
                    <a:pt x="10142" y="1098"/>
                    <a:pt x="9579" y="936"/>
                  </a:cubicBezTo>
                  <a:lnTo>
                    <a:pt x="7270" y="258"/>
                  </a:lnTo>
                  <a:cubicBezTo>
                    <a:pt x="7127" y="211"/>
                    <a:pt x="7003" y="125"/>
                    <a:pt x="6917" y="1"/>
                  </a:cubicBezTo>
                  <a:lnTo>
                    <a:pt x="5257" y="554"/>
                  </a:lnTo>
                  <a:lnTo>
                    <a:pt x="3607"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8" name="Google Shape;11558;p64"/>
            <p:cNvSpPr/>
            <p:nvPr/>
          </p:nvSpPr>
          <p:spPr>
            <a:xfrm>
              <a:off x="7726962" y="4096204"/>
              <a:ext cx="30270" cy="48495"/>
            </a:xfrm>
            <a:custGeom>
              <a:avLst/>
              <a:gdLst/>
              <a:ahLst/>
              <a:cxnLst/>
              <a:rect l="l" t="t" r="r" b="b"/>
              <a:pathLst>
                <a:path w="1156" h="1852" extrusionOk="0">
                  <a:moveTo>
                    <a:pt x="936" y="1"/>
                  </a:moveTo>
                  <a:lnTo>
                    <a:pt x="220" y="29"/>
                  </a:lnTo>
                  <a:lnTo>
                    <a:pt x="1" y="1851"/>
                  </a:lnTo>
                  <a:lnTo>
                    <a:pt x="1155" y="1851"/>
                  </a:lnTo>
                  <a:lnTo>
                    <a:pt x="936" y="1"/>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9" name="Google Shape;11559;p64"/>
            <p:cNvSpPr/>
            <p:nvPr/>
          </p:nvSpPr>
          <p:spPr>
            <a:xfrm>
              <a:off x="7668779" y="4049987"/>
              <a:ext cx="146400" cy="57319"/>
            </a:xfrm>
            <a:custGeom>
              <a:avLst/>
              <a:gdLst/>
              <a:ahLst/>
              <a:cxnLst/>
              <a:rect l="l" t="t" r="r" b="b"/>
              <a:pathLst>
                <a:path w="5591" h="2189" extrusionOk="0">
                  <a:moveTo>
                    <a:pt x="1145" y="1"/>
                  </a:moveTo>
                  <a:cubicBezTo>
                    <a:pt x="1059" y="115"/>
                    <a:pt x="935" y="211"/>
                    <a:pt x="792" y="249"/>
                  </a:cubicBezTo>
                  <a:lnTo>
                    <a:pt x="0" y="487"/>
                  </a:lnTo>
                  <a:cubicBezTo>
                    <a:pt x="10" y="545"/>
                    <a:pt x="29" y="602"/>
                    <a:pt x="57" y="649"/>
                  </a:cubicBezTo>
                  <a:lnTo>
                    <a:pt x="744" y="1852"/>
                  </a:lnTo>
                  <a:cubicBezTo>
                    <a:pt x="871" y="2071"/>
                    <a:pt x="1096" y="2189"/>
                    <a:pt x="1323" y="2189"/>
                  </a:cubicBezTo>
                  <a:cubicBezTo>
                    <a:pt x="1472" y="2189"/>
                    <a:pt x="1621" y="2138"/>
                    <a:pt x="1746" y="2033"/>
                  </a:cubicBezTo>
                  <a:lnTo>
                    <a:pt x="2795" y="1126"/>
                  </a:lnTo>
                  <a:lnTo>
                    <a:pt x="3845" y="2033"/>
                  </a:lnTo>
                  <a:cubicBezTo>
                    <a:pt x="3965" y="2138"/>
                    <a:pt x="4114" y="2189"/>
                    <a:pt x="4263" y="2189"/>
                  </a:cubicBezTo>
                  <a:cubicBezTo>
                    <a:pt x="4490" y="2189"/>
                    <a:pt x="4716" y="2071"/>
                    <a:pt x="4837" y="1852"/>
                  </a:cubicBezTo>
                  <a:lnTo>
                    <a:pt x="5533" y="649"/>
                  </a:lnTo>
                  <a:cubicBezTo>
                    <a:pt x="5562" y="602"/>
                    <a:pt x="5581" y="545"/>
                    <a:pt x="5590" y="487"/>
                  </a:cubicBezTo>
                  <a:lnTo>
                    <a:pt x="4808" y="249"/>
                  </a:lnTo>
                  <a:cubicBezTo>
                    <a:pt x="4665" y="211"/>
                    <a:pt x="4541" y="115"/>
                    <a:pt x="4455" y="1"/>
                  </a:cubicBezTo>
                  <a:lnTo>
                    <a:pt x="2795" y="554"/>
                  </a:lnTo>
                  <a:lnTo>
                    <a:pt x="1145"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0" name="Google Shape;11560;p64"/>
            <p:cNvSpPr/>
            <p:nvPr/>
          </p:nvSpPr>
          <p:spPr>
            <a:xfrm>
              <a:off x="7719238" y="4064494"/>
              <a:ext cx="45981" cy="35245"/>
            </a:xfrm>
            <a:custGeom>
              <a:avLst/>
              <a:gdLst/>
              <a:ahLst/>
              <a:cxnLst/>
              <a:rect l="l" t="t" r="r" b="b"/>
              <a:pathLst>
                <a:path w="1756" h="1346" extrusionOk="0">
                  <a:moveTo>
                    <a:pt x="0" y="0"/>
                  </a:moveTo>
                  <a:lnTo>
                    <a:pt x="305" y="1002"/>
                  </a:lnTo>
                  <a:cubicBezTo>
                    <a:pt x="363" y="1202"/>
                    <a:pt x="544" y="1336"/>
                    <a:pt x="754" y="1345"/>
                  </a:cubicBezTo>
                  <a:lnTo>
                    <a:pt x="992" y="1345"/>
                  </a:lnTo>
                  <a:cubicBezTo>
                    <a:pt x="1202" y="1345"/>
                    <a:pt x="1383" y="1202"/>
                    <a:pt x="1450" y="1002"/>
                  </a:cubicBezTo>
                  <a:lnTo>
                    <a:pt x="1755"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1" name="Google Shape;11561;p64"/>
            <p:cNvSpPr/>
            <p:nvPr/>
          </p:nvSpPr>
          <p:spPr>
            <a:xfrm>
              <a:off x="7701982" y="4018513"/>
              <a:ext cx="80231" cy="23148"/>
            </a:xfrm>
            <a:custGeom>
              <a:avLst/>
              <a:gdLst/>
              <a:ahLst/>
              <a:cxnLst/>
              <a:rect l="l" t="t" r="r" b="b"/>
              <a:pathLst>
                <a:path w="3064" h="884" extrusionOk="0">
                  <a:moveTo>
                    <a:pt x="1" y="1"/>
                  </a:moveTo>
                  <a:lnTo>
                    <a:pt x="1" y="497"/>
                  </a:lnTo>
                  <a:cubicBezTo>
                    <a:pt x="478" y="754"/>
                    <a:pt x="1005" y="883"/>
                    <a:pt x="1532" y="883"/>
                  </a:cubicBezTo>
                  <a:cubicBezTo>
                    <a:pt x="2059" y="883"/>
                    <a:pt x="2586" y="754"/>
                    <a:pt x="3063" y="497"/>
                  </a:cubicBezTo>
                  <a:lnTo>
                    <a:pt x="3063"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2" name="Google Shape;11562;p64"/>
            <p:cNvSpPr/>
            <p:nvPr/>
          </p:nvSpPr>
          <p:spPr>
            <a:xfrm>
              <a:off x="7645527" y="3875124"/>
              <a:ext cx="188139" cy="154675"/>
            </a:xfrm>
            <a:custGeom>
              <a:avLst/>
              <a:gdLst/>
              <a:ahLst/>
              <a:cxnLst/>
              <a:rect l="l" t="t" r="r" b="b"/>
              <a:pathLst>
                <a:path w="7185" h="5907" extrusionOk="0">
                  <a:moveTo>
                    <a:pt x="840" y="1"/>
                  </a:moveTo>
                  <a:lnTo>
                    <a:pt x="840" y="2195"/>
                  </a:lnTo>
                  <a:lnTo>
                    <a:pt x="726" y="2195"/>
                  </a:lnTo>
                  <a:cubicBezTo>
                    <a:pt x="1" y="2195"/>
                    <a:pt x="1" y="3283"/>
                    <a:pt x="726" y="3292"/>
                  </a:cubicBezTo>
                  <a:lnTo>
                    <a:pt x="850" y="3292"/>
                  </a:lnTo>
                  <a:cubicBezTo>
                    <a:pt x="964" y="4771"/>
                    <a:pt x="2205" y="5906"/>
                    <a:pt x="3683" y="5906"/>
                  </a:cubicBezTo>
                  <a:cubicBezTo>
                    <a:pt x="5171" y="5906"/>
                    <a:pt x="6402" y="4771"/>
                    <a:pt x="6517" y="3292"/>
                  </a:cubicBezTo>
                  <a:lnTo>
                    <a:pt x="6641" y="3292"/>
                  </a:lnTo>
                  <a:cubicBezTo>
                    <a:pt x="6946" y="3292"/>
                    <a:pt x="7184" y="3044"/>
                    <a:pt x="7184" y="2739"/>
                  </a:cubicBezTo>
                  <a:cubicBezTo>
                    <a:pt x="7184" y="2434"/>
                    <a:pt x="6946" y="2195"/>
                    <a:pt x="6641" y="2195"/>
                  </a:cubicBezTo>
                  <a:lnTo>
                    <a:pt x="6536" y="2195"/>
                  </a:lnTo>
                  <a:lnTo>
                    <a:pt x="6536"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3" name="Google Shape;11563;p64"/>
            <p:cNvSpPr/>
            <p:nvPr/>
          </p:nvSpPr>
          <p:spPr>
            <a:xfrm>
              <a:off x="7701982" y="3933412"/>
              <a:ext cx="11521" cy="16942"/>
            </a:xfrm>
            <a:custGeom>
              <a:avLst/>
              <a:gdLst/>
              <a:ahLst/>
              <a:cxnLst/>
              <a:rect l="l" t="t" r="r" b="b"/>
              <a:pathLst>
                <a:path w="440" h="647" extrusionOk="0">
                  <a:moveTo>
                    <a:pt x="216" y="0"/>
                  </a:moveTo>
                  <a:cubicBezTo>
                    <a:pt x="113" y="0"/>
                    <a:pt x="10" y="69"/>
                    <a:pt x="1" y="208"/>
                  </a:cubicBezTo>
                  <a:lnTo>
                    <a:pt x="1" y="427"/>
                  </a:lnTo>
                  <a:cubicBezTo>
                    <a:pt x="1" y="541"/>
                    <a:pt x="96" y="646"/>
                    <a:pt x="220" y="646"/>
                  </a:cubicBezTo>
                  <a:cubicBezTo>
                    <a:pt x="335" y="646"/>
                    <a:pt x="440" y="541"/>
                    <a:pt x="430" y="427"/>
                  </a:cubicBezTo>
                  <a:lnTo>
                    <a:pt x="430" y="208"/>
                  </a:lnTo>
                  <a:cubicBezTo>
                    <a:pt x="421" y="69"/>
                    <a:pt x="318" y="0"/>
                    <a:pt x="21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4" name="Google Shape;11564;p64"/>
            <p:cNvSpPr/>
            <p:nvPr/>
          </p:nvSpPr>
          <p:spPr>
            <a:xfrm>
              <a:off x="7770691" y="3933412"/>
              <a:ext cx="11521" cy="16942"/>
            </a:xfrm>
            <a:custGeom>
              <a:avLst/>
              <a:gdLst/>
              <a:ahLst/>
              <a:cxnLst/>
              <a:rect l="l" t="t" r="r" b="b"/>
              <a:pathLst>
                <a:path w="440" h="647" extrusionOk="0">
                  <a:moveTo>
                    <a:pt x="220" y="0"/>
                  </a:moveTo>
                  <a:cubicBezTo>
                    <a:pt x="115" y="0"/>
                    <a:pt x="10" y="69"/>
                    <a:pt x="0" y="208"/>
                  </a:cubicBezTo>
                  <a:lnTo>
                    <a:pt x="0" y="427"/>
                  </a:lnTo>
                  <a:cubicBezTo>
                    <a:pt x="0" y="541"/>
                    <a:pt x="105" y="646"/>
                    <a:pt x="220" y="646"/>
                  </a:cubicBezTo>
                  <a:cubicBezTo>
                    <a:pt x="344" y="646"/>
                    <a:pt x="439" y="541"/>
                    <a:pt x="439" y="427"/>
                  </a:cubicBezTo>
                  <a:lnTo>
                    <a:pt x="439" y="208"/>
                  </a:lnTo>
                  <a:cubicBezTo>
                    <a:pt x="430" y="69"/>
                    <a:pt x="325"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5" name="Google Shape;11565;p64"/>
            <p:cNvSpPr/>
            <p:nvPr/>
          </p:nvSpPr>
          <p:spPr>
            <a:xfrm>
              <a:off x="7648276" y="3875124"/>
              <a:ext cx="168396" cy="154884"/>
            </a:xfrm>
            <a:custGeom>
              <a:avLst/>
              <a:gdLst/>
              <a:ahLst/>
              <a:cxnLst/>
              <a:rect l="l" t="t" r="r" b="b"/>
              <a:pathLst>
                <a:path w="6431" h="5915" extrusionOk="0">
                  <a:moveTo>
                    <a:pt x="735" y="1"/>
                  </a:moveTo>
                  <a:lnTo>
                    <a:pt x="735" y="2195"/>
                  </a:lnTo>
                  <a:lnTo>
                    <a:pt x="640" y="2195"/>
                  </a:lnTo>
                  <a:cubicBezTo>
                    <a:pt x="633" y="2195"/>
                    <a:pt x="626" y="2195"/>
                    <a:pt x="619" y="2195"/>
                  </a:cubicBezTo>
                  <a:cubicBezTo>
                    <a:pt x="380" y="2195"/>
                    <a:pt x="170" y="2355"/>
                    <a:pt x="96" y="2596"/>
                  </a:cubicBezTo>
                  <a:cubicBezTo>
                    <a:pt x="1" y="2939"/>
                    <a:pt x="258" y="3292"/>
                    <a:pt x="621" y="3292"/>
                  </a:cubicBezTo>
                  <a:lnTo>
                    <a:pt x="745" y="3292"/>
                  </a:lnTo>
                  <a:cubicBezTo>
                    <a:pt x="849" y="4795"/>
                    <a:pt x="2102" y="5915"/>
                    <a:pt x="3556" y="5915"/>
                  </a:cubicBezTo>
                  <a:cubicBezTo>
                    <a:pt x="3708" y="5915"/>
                    <a:pt x="3862" y="5903"/>
                    <a:pt x="4017" y="5877"/>
                  </a:cubicBezTo>
                  <a:cubicBezTo>
                    <a:pt x="2634" y="5668"/>
                    <a:pt x="1613" y="4475"/>
                    <a:pt x="1613" y="3073"/>
                  </a:cubicBezTo>
                  <a:lnTo>
                    <a:pt x="1613" y="2767"/>
                  </a:lnTo>
                  <a:cubicBezTo>
                    <a:pt x="1613" y="2399"/>
                    <a:pt x="1911" y="2112"/>
                    <a:pt x="2263" y="2112"/>
                  </a:cubicBezTo>
                  <a:cubicBezTo>
                    <a:pt x="2294" y="2112"/>
                    <a:pt x="2325" y="2114"/>
                    <a:pt x="2357" y="2119"/>
                  </a:cubicBezTo>
                  <a:cubicBezTo>
                    <a:pt x="2767" y="2166"/>
                    <a:pt x="3178" y="2195"/>
                    <a:pt x="3578" y="2195"/>
                  </a:cubicBezTo>
                  <a:cubicBezTo>
                    <a:pt x="4618" y="2195"/>
                    <a:pt x="5706" y="2033"/>
                    <a:pt x="6431" y="1689"/>
                  </a:cubicBezTo>
                  <a:lnTo>
                    <a:pt x="6431"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6" name="Google Shape;11566;p64"/>
            <p:cNvSpPr/>
            <p:nvPr/>
          </p:nvSpPr>
          <p:spPr>
            <a:xfrm>
              <a:off x="7656027" y="3892380"/>
              <a:ext cx="23017" cy="42970"/>
            </a:xfrm>
            <a:custGeom>
              <a:avLst/>
              <a:gdLst/>
              <a:ahLst/>
              <a:cxnLst/>
              <a:rect l="l" t="t" r="r" b="b"/>
              <a:pathLst>
                <a:path w="879" h="1641" extrusionOk="0">
                  <a:moveTo>
                    <a:pt x="1" y="0"/>
                  </a:moveTo>
                  <a:lnTo>
                    <a:pt x="1" y="1641"/>
                  </a:lnTo>
                  <a:lnTo>
                    <a:pt x="497" y="1584"/>
                  </a:lnTo>
                  <a:cubicBezTo>
                    <a:pt x="716" y="1555"/>
                    <a:pt x="878" y="1374"/>
                    <a:pt x="878" y="1145"/>
                  </a:cubicBezTo>
                  <a:lnTo>
                    <a:pt x="87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7" name="Google Shape;11567;p64"/>
            <p:cNvSpPr/>
            <p:nvPr/>
          </p:nvSpPr>
          <p:spPr>
            <a:xfrm>
              <a:off x="7805151" y="3892380"/>
              <a:ext cx="23017" cy="42970"/>
            </a:xfrm>
            <a:custGeom>
              <a:avLst/>
              <a:gdLst/>
              <a:ahLst/>
              <a:cxnLst/>
              <a:rect l="l" t="t" r="r" b="b"/>
              <a:pathLst>
                <a:path w="879" h="1641" extrusionOk="0">
                  <a:moveTo>
                    <a:pt x="1" y="0"/>
                  </a:moveTo>
                  <a:lnTo>
                    <a:pt x="1" y="1145"/>
                  </a:lnTo>
                  <a:cubicBezTo>
                    <a:pt x="1" y="1374"/>
                    <a:pt x="163" y="1555"/>
                    <a:pt x="382" y="1584"/>
                  </a:cubicBezTo>
                  <a:lnTo>
                    <a:pt x="879" y="1641"/>
                  </a:lnTo>
                  <a:lnTo>
                    <a:pt x="87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8" name="Google Shape;11568;p64"/>
            <p:cNvSpPr/>
            <p:nvPr/>
          </p:nvSpPr>
          <p:spPr>
            <a:xfrm>
              <a:off x="7679515" y="4038073"/>
              <a:ext cx="62477" cy="57659"/>
            </a:xfrm>
            <a:custGeom>
              <a:avLst/>
              <a:gdLst/>
              <a:ahLst/>
              <a:cxnLst/>
              <a:rect l="l" t="t" r="r" b="b"/>
              <a:pathLst>
                <a:path w="2386" h="2202" extrusionOk="0">
                  <a:moveTo>
                    <a:pt x="508" y="0"/>
                  </a:moveTo>
                  <a:cubicBezTo>
                    <a:pt x="431" y="0"/>
                    <a:pt x="355" y="43"/>
                    <a:pt x="315" y="122"/>
                  </a:cubicBezTo>
                  <a:lnTo>
                    <a:pt x="29" y="685"/>
                  </a:lnTo>
                  <a:cubicBezTo>
                    <a:pt x="0" y="751"/>
                    <a:pt x="0" y="828"/>
                    <a:pt x="29" y="895"/>
                  </a:cubicBezTo>
                  <a:lnTo>
                    <a:pt x="716" y="2087"/>
                  </a:lnTo>
                  <a:cubicBezTo>
                    <a:pt x="756" y="2161"/>
                    <a:pt x="829" y="2201"/>
                    <a:pt x="905" y="2201"/>
                  </a:cubicBezTo>
                  <a:cubicBezTo>
                    <a:pt x="956" y="2201"/>
                    <a:pt x="1007" y="2183"/>
                    <a:pt x="1050" y="2144"/>
                  </a:cubicBezTo>
                  <a:lnTo>
                    <a:pt x="2385" y="1009"/>
                  </a:lnTo>
                  <a:lnTo>
                    <a:pt x="611" y="26"/>
                  </a:lnTo>
                  <a:cubicBezTo>
                    <a:pt x="578" y="9"/>
                    <a:pt x="543" y="0"/>
                    <a:pt x="508"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9" name="Google Shape;11569;p64"/>
            <p:cNvSpPr/>
            <p:nvPr/>
          </p:nvSpPr>
          <p:spPr>
            <a:xfrm>
              <a:off x="7741966" y="4037942"/>
              <a:ext cx="62477" cy="57843"/>
            </a:xfrm>
            <a:custGeom>
              <a:avLst/>
              <a:gdLst/>
              <a:ahLst/>
              <a:cxnLst/>
              <a:rect l="l" t="t" r="r" b="b"/>
              <a:pathLst>
                <a:path w="2386" h="2209" extrusionOk="0">
                  <a:moveTo>
                    <a:pt x="1880" y="1"/>
                  </a:moveTo>
                  <a:cubicBezTo>
                    <a:pt x="1844" y="1"/>
                    <a:pt x="1807" y="11"/>
                    <a:pt x="1775" y="31"/>
                  </a:cubicBezTo>
                  <a:lnTo>
                    <a:pt x="0" y="1014"/>
                  </a:lnTo>
                  <a:lnTo>
                    <a:pt x="1336" y="2159"/>
                  </a:lnTo>
                  <a:cubicBezTo>
                    <a:pt x="1377" y="2193"/>
                    <a:pt x="1426" y="2209"/>
                    <a:pt x="1475" y="2209"/>
                  </a:cubicBezTo>
                  <a:cubicBezTo>
                    <a:pt x="1549" y="2209"/>
                    <a:pt x="1624" y="2171"/>
                    <a:pt x="1670" y="2102"/>
                  </a:cubicBezTo>
                  <a:lnTo>
                    <a:pt x="2357" y="900"/>
                  </a:lnTo>
                  <a:cubicBezTo>
                    <a:pt x="2385" y="833"/>
                    <a:pt x="2385" y="756"/>
                    <a:pt x="2357" y="690"/>
                  </a:cubicBezTo>
                  <a:lnTo>
                    <a:pt x="2080" y="127"/>
                  </a:lnTo>
                  <a:cubicBezTo>
                    <a:pt x="2041" y="48"/>
                    <a:pt x="1961" y="1"/>
                    <a:pt x="1880"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0" name="Google Shape;11570;p64"/>
            <p:cNvSpPr/>
            <p:nvPr/>
          </p:nvSpPr>
          <p:spPr>
            <a:xfrm>
              <a:off x="7722694" y="3978528"/>
              <a:ext cx="38806" cy="11312"/>
            </a:xfrm>
            <a:custGeom>
              <a:avLst/>
              <a:gdLst/>
              <a:ahLst/>
              <a:cxnLst/>
              <a:rect l="l" t="t" r="r" b="b"/>
              <a:pathLst>
                <a:path w="1482" h="432" extrusionOk="0">
                  <a:moveTo>
                    <a:pt x="281" y="0"/>
                  </a:moveTo>
                  <a:cubicBezTo>
                    <a:pt x="1" y="0"/>
                    <a:pt x="1" y="432"/>
                    <a:pt x="281" y="432"/>
                  </a:cubicBezTo>
                  <a:cubicBezTo>
                    <a:pt x="289" y="432"/>
                    <a:pt x="298" y="431"/>
                    <a:pt x="307" y="431"/>
                  </a:cubicBezTo>
                  <a:lnTo>
                    <a:pt x="1175" y="431"/>
                  </a:lnTo>
                  <a:cubicBezTo>
                    <a:pt x="1184" y="431"/>
                    <a:pt x="1193" y="432"/>
                    <a:pt x="1201" y="432"/>
                  </a:cubicBezTo>
                  <a:cubicBezTo>
                    <a:pt x="1481" y="432"/>
                    <a:pt x="1481" y="0"/>
                    <a:pt x="1201" y="0"/>
                  </a:cubicBezTo>
                  <a:cubicBezTo>
                    <a:pt x="1193" y="0"/>
                    <a:pt x="1184" y="1"/>
                    <a:pt x="1175" y="1"/>
                  </a:cubicBezTo>
                  <a:lnTo>
                    <a:pt x="307" y="1"/>
                  </a:lnTo>
                  <a:cubicBezTo>
                    <a:pt x="298" y="1"/>
                    <a:pt x="289" y="0"/>
                    <a:pt x="281"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1" name="Google Shape;11571;p64"/>
            <p:cNvSpPr/>
            <p:nvPr/>
          </p:nvSpPr>
          <p:spPr>
            <a:xfrm>
              <a:off x="7656027" y="3892380"/>
              <a:ext cx="172140" cy="28751"/>
            </a:xfrm>
            <a:custGeom>
              <a:avLst/>
              <a:gdLst/>
              <a:ahLst/>
              <a:cxnLst/>
              <a:rect l="l" t="t" r="r" b="b"/>
              <a:pathLst>
                <a:path w="6574" h="1098" extrusionOk="0">
                  <a:moveTo>
                    <a:pt x="1" y="0"/>
                  </a:moveTo>
                  <a:cubicBezTo>
                    <a:pt x="1" y="611"/>
                    <a:pt x="1470" y="1097"/>
                    <a:pt x="3282" y="1097"/>
                  </a:cubicBezTo>
                  <a:cubicBezTo>
                    <a:pt x="5104" y="1097"/>
                    <a:pt x="6574" y="611"/>
                    <a:pt x="6574"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2" name="Google Shape;11572;p64"/>
            <p:cNvSpPr/>
            <p:nvPr/>
          </p:nvSpPr>
          <p:spPr>
            <a:xfrm>
              <a:off x="7656027" y="3857894"/>
              <a:ext cx="172140" cy="34512"/>
            </a:xfrm>
            <a:custGeom>
              <a:avLst/>
              <a:gdLst/>
              <a:ahLst/>
              <a:cxnLst/>
              <a:rect l="l" t="t" r="r" b="b"/>
              <a:pathLst>
                <a:path w="6574" h="1318" extrusionOk="0">
                  <a:moveTo>
                    <a:pt x="220" y="1"/>
                  </a:moveTo>
                  <a:cubicBezTo>
                    <a:pt x="96" y="1"/>
                    <a:pt x="1" y="106"/>
                    <a:pt x="1" y="220"/>
                  </a:cubicBezTo>
                  <a:lnTo>
                    <a:pt x="1" y="1317"/>
                  </a:lnTo>
                  <a:lnTo>
                    <a:pt x="6574" y="1317"/>
                  </a:lnTo>
                  <a:lnTo>
                    <a:pt x="6574" y="220"/>
                  </a:lnTo>
                  <a:cubicBezTo>
                    <a:pt x="6574" y="106"/>
                    <a:pt x="6478" y="1"/>
                    <a:pt x="6354"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3" name="Google Shape;11573;p64"/>
            <p:cNvSpPr/>
            <p:nvPr/>
          </p:nvSpPr>
          <p:spPr>
            <a:xfrm>
              <a:off x="7724972" y="3823670"/>
              <a:ext cx="34250" cy="39984"/>
            </a:xfrm>
            <a:custGeom>
              <a:avLst/>
              <a:gdLst/>
              <a:ahLst/>
              <a:cxnLst/>
              <a:rect l="l" t="t" r="r" b="b"/>
              <a:pathLst>
                <a:path w="1308" h="1527" extrusionOk="0">
                  <a:moveTo>
                    <a:pt x="220" y="1"/>
                  </a:moveTo>
                  <a:cubicBezTo>
                    <a:pt x="96" y="1"/>
                    <a:pt x="1" y="96"/>
                    <a:pt x="1" y="220"/>
                  </a:cubicBezTo>
                  <a:lnTo>
                    <a:pt x="1" y="869"/>
                  </a:lnTo>
                  <a:cubicBezTo>
                    <a:pt x="1" y="1231"/>
                    <a:pt x="287" y="1527"/>
                    <a:pt x="649" y="1527"/>
                  </a:cubicBezTo>
                  <a:cubicBezTo>
                    <a:pt x="1012" y="1527"/>
                    <a:pt x="1308" y="1231"/>
                    <a:pt x="1308" y="869"/>
                  </a:cubicBezTo>
                  <a:lnTo>
                    <a:pt x="1308" y="220"/>
                  </a:lnTo>
                  <a:cubicBezTo>
                    <a:pt x="1308" y="96"/>
                    <a:pt x="1212" y="1"/>
                    <a:pt x="1088"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4" name="Google Shape;11574;p64"/>
            <p:cNvSpPr/>
            <p:nvPr/>
          </p:nvSpPr>
          <p:spPr>
            <a:xfrm>
              <a:off x="7724763" y="3823670"/>
              <a:ext cx="22964" cy="40115"/>
            </a:xfrm>
            <a:custGeom>
              <a:avLst/>
              <a:gdLst/>
              <a:ahLst/>
              <a:cxnLst/>
              <a:rect l="l" t="t" r="r" b="b"/>
              <a:pathLst>
                <a:path w="877" h="1532" extrusionOk="0">
                  <a:moveTo>
                    <a:pt x="228" y="1"/>
                  </a:moveTo>
                  <a:cubicBezTo>
                    <a:pt x="104" y="1"/>
                    <a:pt x="9" y="96"/>
                    <a:pt x="9" y="220"/>
                  </a:cubicBezTo>
                  <a:lnTo>
                    <a:pt x="9" y="869"/>
                  </a:lnTo>
                  <a:cubicBezTo>
                    <a:pt x="1" y="1245"/>
                    <a:pt x="309" y="1531"/>
                    <a:pt x="652" y="1531"/>
                  </a:cubicBezTo>
                  <a:cubicBezTo>
                    <a:pt x="726" y="1531"/>
                    <a:pt x="802" y="1518"/>
                    <a:pt x="877" y="1489"/>
                  </a:cubicBezTo>
                  <a:cubicBezTo>
                    <a:pt x="619" y="1393"/>
                    <a:pt x="447" y="1145"/>
                    <a:pt x="438" y="869"/>
                  </a:cubicBezTo>
                  <a:lnTo>
                    <a:pt x="438" y="220"/>
                  </a:lnTo>
                  <a:cubicBezTo>
                    <a:pt x="438" y="96"/>
                    <a:pt x="543" y="1"/>
                    <a:pt x="667"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5" name="Google Shape;11575;p64"/>
            <p:cNvSpPr/>
            <p:nvPr/>
          </p:nvSpPr>
          <p:spPr>
            <a:xfrm>
              <a:off x="7609811" y="4080729"/>
              <a:ext cx="51977" cy="64206"/>
            </a:xfrm>
            <a:custGeom>
              <a:avLst/>
              <a:gdLst/>
              <a:ahLst/>
              <a:cxnLst/>
              <a:rect l="l" t="t" r="r" b="b"/>
              <a:pathLst>
                <a:path w="1985" h="2452" extrusionOk="0">
                  <a:moveTo>
                    <a:pt x="287" y="0"/>
                  </a:moveTo>
                  <a:cubicBezTo>
                    <a:pt x="172" y="96"/>
                    <a:pt x="77" y="201"/>
                    <a:pt x="1" y="334"/>
                  </a:cubicBezTo>
                  <a:lnTo>
                    <a:pt x="1317" y="1479"/>
                  </a:lnTo>
                  <a:cubicBezTo>
                    <a:pt x="1460" y="1603"/>
                    <a:pt x="1546" y="1784"/>
                    <a:pt x="1546" y="1975"/>
                  </a:cubicBezTo>
                  <a:lnTo>
                    <a:pt x="1546" y="2452"/>
                  </a:lnTo>
                  <a:lnTo>
                    <a:pt x="1985" y="2452"/>
                  </a:lnTo>
                  <a:lnTo>
                    <a:pt x="1985" y="1975"/>
                  </a:lnTo>
                  <a:cubicBezTo>
                    <a:pt x="1985" y="1651"/>
                    <a:pt x="1842" y="1355"/>
                    <a:pt x="1603" y="1145"/>
                  </a:cubicBezTo>
                  <a:lnTo>
                    <a:pt x="287"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6" name="Google Shape;11576;p64"/>
            <p:cNvSpPr/>
            <p:nvPr/>
          </p:nvSpPr>
          <p:spPr>
            <a:xfrm>
              <a:off x="7822407" y="4080729"/>
              <a:ext cx="51977" cy="64206"/>
            </a:xfrm>
            <a:custGeom>
              <a:avLst/>
              <a:gdLst/>
              <a:ahLst/>
              <a:cxnLst/>
              <a:rect l="l" t="t" r="r" b="b"/>
              <a:pathLst>
                <a:path w="1985" h="2452" extrusionOk="0">
                  <a:moveTo>
                    <a:pt x="1698" y="0"/>
                  </a:moveTo>
                  <a:lnTo>
                    <a:pt x="382" y="1145"/>
                  </a:lnTo>
                  <a:cubicBezTo>
                    <a:pt x="134" y="1355"/>
                    <a:pt x="0" y="1651"/>
                    <a:pt x="0" y="1975"/>
                  </a:cubicBezTo>
                  <a:lnTo>
                    <a:pt x="0" y="2452"/>
                  </a:lnTo>
                  <a:lnTo>
                    <a:pt x="439" y="2452"/>
                  </a:lnTo>
                  <a:lnTo>
                    <a:pt x="439" y="1975"/>
                  </a:lnTo>
                  <a:cubicBezTo>
                    <a:pt x="439" y="1784"/>
                    <a:pt x="525" y="1603"/>
                    <a:pt x="668" y="1479"/>
                  </a:cubicBezTo>
                  <a:lnTo>
                    <a:pt x="1984" y="334"/>
                  </a:lnTo>
                  <a:cubicBezTo>
                    <a:pt x="1908" y="201"/>
                    <a:pt x="1813" y="96"/>
                    <a:pt x="1698"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77" name="Google Shape;11577;p64"/>
          <p:cNvGrpSpPr/>
          <p:nvPr/>
        </p:nvGrpSpPr>
        <p:grpSpPr>
          <a:xfrm>
            <a:off x="7138152" y="3636631"/>
            <a:ext cx="274550" cy="354493"/>
            <a:chOff x="7154427" y="3790206"/>
            <a:chExt cx="274550" cy="354493"/>
          </a:xfrm>
        </p:grpSpPr>
        <p:sp>
          <p:nvSpPr>
            <p:cNvPr id="11578" name="Google Shape;11578;p64"/>
            <p:cNvSpPr/>
            <p:nvPr/>
          </p:nvSpPr>
          <p:spPr>
            <a:xfrm>
              <a:off x="7154427" y="3978790"/>
              <a:ext cx="274550" cy="165908"/>
            </a:xfrm>
            <a:custGeom>
              <a:avLst/>
              <a:gdLst/>
              <a:ahLst/>
              <a:cxnLst/>
              <a:rect l="l" t="t" r="r" b="b"/>
              <a:pathLst>
                <a:path w="10485" h="6336" extrusionOk="0">
                  <a:moveTo>
                    <a:pt x="3711" y="1"/>
                  </a:moveTo>
                  <a:lnTo>
                    <a:pt x="3711" y="1041"/>
                  </a:lnTo>
                  <a:cubicBezTo>
                    <a:pt x="3711" y="1336"/>
                    <a:pt x="3521" y="1585"/>
                    <a:pt x="3244" y="1670"/>
                  </a:cubicBezTo>
                  <a:lnTo>
                    <a:pt x="935" y="2348"/>
                  </a:lnTo>
                  <a:cubicBezTo>
                    <a:pt x="382" y="2510"/>
                    <a:pt x="0" y="3025"/>
                    <a:pt x="0" y="3607"/>
                  </a:cubicBezTo>
                  <a:lnTo>
                    <a:pt x="0" y="5687"/>
                  </a:lnTo>
                  <a:cubicBezTo>
                    <a:pt x="0" y="6049"/>
                    <a:pt x="287" y="6335"/>
                    <a:pt x="649" y="6335"/>
                  </a:cubicBezTo>
                  <a:lnTo>
                    <a:pt x="9826" y="6335"/>
                  </a:lnTo>
                  <a:cubicBezTo>
                    <a:pt x="10189" y="6335"/>
                    <a:pt x="10485" y="6049"/>
                    <a:pt x="10485" y="5687"/>
                  </a:cubicBezTo>
                  <a:lnTo>
                    <a:pt x="10485" y="3607"/>
                  </a:lnTo>
                  <a:cubicBezTo>
                    <a:pt x="10485" y="3025"/>
                    <a:pt x="10094" y="2510"/>
                    <a:pt x="9540" y="2348"/>
                  </a:cubicBezTo>
                  <a:lnTo>
                    <a:pt x="7241" y="1670"/>
                  </a:lnTo>
                  <a:cubicBezTo>
                    <a:pt x="6955" y="1585"/>
                    <a:pt x="6764" y="1336"/>
                    <a:pt x="6764" y="1041"/>
                  </a:cubicBezTo>
                  <a:lnTo>
                    <a:pt x="6764" y="1"/>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9" name="Google Shape;11579;p64"/>
            <p:cNvSpPr/>
            <p:nvPr/>
          </p:nvSpPr>
          <p:spPr>
            <a:xfrm>
              <a:off x="7154427" y="4035743"/>
              <a:ext cx="274550" cy="108956"/>
            </a:xfrm>
            <a:custGeom>
              <a:avLst/>
              <a:gdLst/>
              <a:ahLst/>
              <a:cxnLst/>
              <a:rect l="l" t="t" r="r" b="b"/>
              <a:pathLst>
                <a:path w="10485" h="4161" extrusionOk="0">
                  <a:moveTo>
                    <a:pt x="1517" y="1"/>
                  </a:moveTo>
                  <a:lnTo>
                    <a:pt x="945" y="173"/>
                  </a:lnTo>
                  <a:cubicBezTo>
                    <a:pt x="382" y="335"/>
                    <a:pt x="0" y="840"/>
                    <a:pt x="0" y="1422"/>
                  </a:cubicBezTo>
                  <a:lnTo>
                    <a:pt x="0" y="3502"/>
                  </a:lnTo>
                  <a:cubicBezTo>
                    <a:pt x="0" y="3865"/>
                    <a:pt x="296" y="4160"/>
                    <a:pt x="659" y="4160"/>
                  </a:cubicBezTo>
                  <a:lnTo>
                    <a:pt x="9826" y="4160"/>
                  </a:lnTo>
                  <a:cubicBezTo>
                    <a:pt x="10189" y="4160"/>
                    <a:pt x="10485" y="3865"/>
                    <a:pt x="10485" y="3502"/>
                  </a:cubicBezTo>
                  <a:lnTo>
                    <a:pt x="10485" y="1432"/>
                  </a:lnTo>
                  <a:cubicBezTo>
                    <a:pt x="10485" y="850"/>
                    <a:pt x="10094" y="335"/>
                    <a:pt x="9540" y="173"/>
                  </a:cubicBezTo>
                  <a:lnTo>
                    <a:pt x="8968" y="11"/>
                  </a:lnTo>
                  <a:lnTo>
                    <a:pt x="5238" y="1871"/>
                  </a:lnTo>
                  <a:lnTo>
                    <a:pt x="1517" y="1"/>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0" name="Google Shape;11580;p64"/>
            <p:cNvSpPr/>
            <p:nvPr/>
          </p:nvSpPr>
          <p:spPr>
            <a:xfrm>
              <a:off x="7251600" y="3978790"/>
              <a:ext cx="79969" cy="22964"/>
            </a:xfrm>
            <a:custGeom>
              <a:avLst/>
              <a:gdLst/>
              <a:ahLst/>
              <a:cxnLst/>
              <a:rect l="l" t="t" r="r" b="b"/>
              <a:pathLst>
                <a:path w="3054" h="877" extrusionOk="0">
                  <a:moveTo>
                    <a:pt x="0" y="1"/>
                  </a:moveTo>
                  <a:lnTo>
                    <a:pt x="0" y="497"/>
                  </a:lnTo>
                  <a:cubicBezTo>
                    <a:pt x="477" y="750"/>
                    <a:pt x="1002" y="876"/>
                    <a:pt x="1527" y="876"/>
                  </a:cubicBezTo>
                  <a:cubicBezTo>
                    <a:pt x="2051" y="876"/>
                    <a:pt x="2576" y="750"/>
                    <a:pt x="3053" y="497"/>
                  </a:cubicBezTo>
                  <a:lnTo>
                    <a:pt x="3053" y="1"/>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1" name="Google Shape;11581;p64"/>
            <p:cNvSpPr/>
            <p:nvPr/>
          </p:nvSpPr>
          <p:spPr>
            <a:xfrm>
              <a:off x="7195145" y="3835925"/>
              <a:ext cx="192381" cy="154387"/>
            </a:xfrm>
            <a:custGeom>
              <a:avLst/>
              <a:gdLst/>
              <a:ahLst/>
              <a:cxnLst/>
              <a:rect l="l" t="t" r="r" b="b"/>
              <a:pathLst>
                <a:path w="7347" h="5896" extrusionOk="0">
                  <a:moveTo>
                    <a:pt x="840" y="0"/>
                  </a:moveTo>
                  <a:lnTo>
                    <a:pt x="840" y="2185"/>
                  </a:lnTo>
                  <a:lnTo>
                    <a:pt x="725" y="2185"/>
                  </a:lnTo>
                  <a:cubicBezTo>
                    <a:pt x="0" y="2185"/>
                    <a:pt x="0" y="3282"/>
                    <a:pt x="725" y="3282"/>
                  </a:cubicBezTo>
                  <a:lnTo>
                    <a:pt x="849" y="3282"/>
                  </a:lnTo>
                  <a:cubicBezTo>
                    <a:pt x="964" y="4751"/>
                    <a:pt x="2195" y="5896"/>
                    <a:pt x="3673" y="5896"/>
                  </a:cubicBezTo>
                  <a:cubicBezTo>
                    <a:pt x="5161" y="5896"/>
                    <a:pt x="6392" y="4751"/>
                    <a:pt x="6507" y="3282"/>
                  </a:cubicBezTo>
                  <a:lnTo>
                    <a:pt x="6621" y="3282"/>
                  </a:lnTo>
                  <a:cubicBezTo>
                    <a:pt x="7346" y="3272"/>
                    <a:pt x="7346" y="2185"/>
                    <a:pt x="6621" y="2185"/>
                  </a:cubicBezTo>
                  <a:lnTo>
                    <a:pt x="6516" y="2185"/>
                  </a:lnTo>
                  <a:lnTo>
                    <a:pt x="6516" y="0"/>
                  </a:ln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2" name="Google Shape;11582;p64"/>
            <p:cNvSpPr/>
            <p:nvPr/>
          </p:nvSpPr>
          <p:spPr>
            <a:xfrm>
              <a:off x="7195145" y="3835925"/>
              <a:ext cx="107935" cy="154387"/>
            </a:xfrm>
            <a:custGeom>
              <a:avLst/>
              <a:gdLst/>
              <a:ahLst/>
              <a:cxnLst/>
              <a:rect l="l" t="t" r="r" b="b"/>
              <a:pathLst>
                <a:path w="4122" h="5896" extrusionOk="0">
                  <a:moveTo>
                    <a:pt x="840" y="0"/>
                  </a:moveTo>
                  <a:lnTo>
                    <a:pt x="840" y="2185"/>
                  </a:lnTo>
                  <a:lnTo>
                    <a:pt x="735" y="2185"/>
                  </a:lnTo>
                  <a:cubicBezTo>
                    <a:pt x="0" y="2185"/>
                    <a:pt x="0" y="3282"/>
                    <a:pt x="735" y="3282"/>
                  </a:cubicBezTo>
                  <a:lnTo>
                    <a:pt x="849" y="3282"/>
                  </a:lnTo>
                  <a:cubicBezTo>
                    <a:pt x="953" y="4776"/>
                    <a:pt x="2206" y="5895"/>
                    <a:pt x="3660" y="5895"/>
                  </a:cubicBezTo>
                  <a:cubicBezTo>
                    <a:pt x="3812" y="5895"/>
                    <a:pt x="3966" y="5883"/>
                    <a:pt x="4122" y="5858"/>
                  </a:cubicBezTo>
                  <a:cubicBezTo>
                    <a:pt x="2738" y="5648"/>
                    <a:pt x="1718" y="4455"/>
                    <a:pt x="1718" y="3062"/>
                  </a:cubicBezTo>
                  <a:lnTo>
                    <a:pt x="1718"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3" name="Google Shape;11583;p64"/>
            <p:cNvSpPr/>
            <p:nvPr/>
          </p:nvSpPr>
          <p:spPr>
            <a:xfrm>
              <a:off x="7205619" y="3790206"/>
              <a:ext cx="171905" cy="91438"/>
            </a:xfrm>
            <a:custGeom>
              <a:avLst/>
              <a:gdLst/>
              <a:ahLst/>
              <a:cxnLst/>
              <a:rect l="l" t="t" r="r" b="b"/>
              <a:pathLst>
                <a:path w="6565" h="3492" extrusionOk="0">
                  <a:moveTo>
                    <a:pt x="3300" y="0"/>
                  </a:moveTo>
                  <a:cubicBezTo>
                    <a:pt x="3294" y="0"/>
                    <a:pt x="3289" y="0"/>
                    <a:pt x="3283" y="0"/>
                  </a:cubicBezTo>
                  <a:cubicBezTo>
                    <a:pt x="1470" y="0"/>
                    <a:pt x="1" y="1469"/>
                    <a:pt x="1" y="3272"/>
                  </a:cubicBezTo>
                  <a:lnTo>
                    <a:pt x="1" y="3492"/>
                  </a:lnTo>
                  <a:lnTo>
                    <a:pt x="6564" y="3492"/>
                  </a:lnTo>
                  <a:lnTo>
                    <a:pt x="6564" y="3272"/>
                  </a:lnTo>
                  <a:cubicBezTo>
                    <a:pt x="6564" y="1466"/>
                    <a:pt x="5105" y="0"/>
                    <a:pt x="3300"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4" name="Google Shape;11584;p64"/>
            <p:cNvSpPr/>
            <p:nvPr/>
          </p:nvSpPr>
          <p:spPr>
            <a:xfrm>
              <a:off x="7245839" y="3790206"/>
              <a:ext cx="91464" cy="91438"/>
            </a:xfrm>
            <a:custGeom>
              <a:avLst/>
              <a:gdLst/>
              <a:ahLst/>
              <a:cxnLst/>
              <a:rect l="l" t="t" r="r" b="b"/>
              <a:pathLst>
                <a:path w="3493" h="3492" extrusionOk="0">
                  <a:moveTo>
                    <a:pt x="1747" y="0"/>
                  </a:moveTo>
                  <a:cubicBezTo>
                    <a:pt x="1127" y="0"/>
                    <a:pt x="516" y="172"/>
                    <a:pt x="1" y="506"/>
                  </a:cubicBezTo>
                  <a:lnTo>
                    <a:pt x="1" y="3492"/>
                  </a:lnTo>
                  <a:lnTo>
                    <a:pt x="3493" y="3492"/>
                  </a:lnTo>
                  <a:lnTo>
                    <a:pt x="3493" y="506"/>
                  </a:lnTo>
                  <a:cubicBezTo>
                    <a:pt x="2968" y="172"/>
                    <a:pt x="2367" y="0"/>
                    <a:pt x="1747"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5" name="Google Shape;11585;p64"/>
            <p:cNvSpPr/>
            <p:nvPr/>
          </p:nvSpPr>
          <p:spPr>
            <a:xfrm>
              <a:off x="7274328" y="3875883"/>
              <a:ext cx="34486" cy="34486"/>
            </a:xfrm>
            <a:custGeom>
              <a:avLst/>
              <a:gdLst/>
              <a:ahLst/>
              <a:cxnLst/>
              <a:rect l="l" t="t" r="r" b="b"/>
              <a:pathLst>
                <a:path w="1317" h="1317" extrusionOk="0">
                  <a:moveTo>
                    <a:pt x="0" y="0"/>
                  </a:moveTo>
                  <a:lnTo>
                    <a:pt x="0" y="1317"/>
                  </a:lnTo>
                  <a:lnTo>
                    <a:pt x="1317" y="1317"/>
                  </a:lnTo>
                  <a:lnTo>
                    <a:pt x="1317" y="0"/>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6" name="Google Shape;11586;p64"/>
            <p:cNvSpPr/>
            <p:nvPr/>
          </p:nvSpPr>
          <p:spPr>
            <a:xfrm>
              <a:off x="7266106" y="3933019"/>
              <a:ext cx="50747" cy="17334"/>
            </a:xfrm>
            <a:custGeom>
              <a:avLst/>
              <a:gdLst/>
              <a:ahLst/>
              <a:cxnLst/>
              <a:rect l="l" t="t" r="r" b="b"/>
              <a:pathLst>
                <a:path w="1938" h="662" extrusionOk="0">
                  <a:moveTo>
                    <a:pt x="316" y="1"/>
                  </a:moveTo>
                  <a:cubicBezTo>
                    <a:pt x="149" y="1"/>
                    <a:pt x="1" y="222"/>
                    <a:pt x="162" y="375"/>
                  </a:cubicBezTo>
                  <a:cubicBezTo>
                    <a:pt x="380" y="566"/>
                    <a:pt x="651" y="662"/>
                    <a:pt x="932" y="662"/>
                  </a:cubicBezTo>
                  <a:cubicBezTo>
                    <a:pt x="946" y="662"/>
                    <a:pt x="959" y="662"/>
                    <a:pt x="973" y="661"/>
                  </a:cubicBezTo>
                  <a:cubicBezTo>
                    <a:pt x="986" y="662"/>
                    <a:pt x="1000" y="662"/>
                    <a:pt x="1013" y="662"/>
                  </a:cubicBezTo>
                  <a:cubicBezTo>
                    <a:pt x="1294" y="662"/>
                    <a:pt x="1565" y="566"/>
                    <a:pt x="1784" y="375"/>
                  </a:cubicBezTo>
                  <a:cubicBezTo>
                    <a:pt x="1937" y="222"/>
                    <a:pt x="1794" y="1"/>
                    <a:pt x="1628" y="1"/>
                  </a:cubicBezTo>
                  <a:cubicBezTo>
                    <a:pt x="1577" y="1"/>
                    <a:pt x="1525" y="21"/>
                    <a:pt x="1478" y="70"/>
                  </a:cubicBezTo>
                  <a:cubicBezTo>
                    <a:pt x="1326" y="170"/>
                    <a:pt x="1149" y="220"/>
                    <a:pt x="973" y="220"/>
                  </a:cubicBezTo>
                  <a:cubicBezTo>
                    <a:pt x="796" y="220"/>
                    <a:pt x="620" y="170"/>
                    <a:pt x="467" y="70"/>
                  </a:cubicBezTo>
                  <a:cubicBezTo>
                    <a:pt x="420" y="21"/>
                    <a:pt x="368" y="1"/>
                    <a:pt x="316"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7" name="Google Shape;11587;p64"/>
            <p:cNvSpPr/>
            <p:nvPr/>
          </p:nvSpPr>
          <p:spPr>
            <a:xfrm>
              <a:off x="7205619" y="3875883"/>
              <a:ext cx="74470" cy="49804"/>
            </a:xfrm>
            <a:custGeom>
              <a:avLst/>
              <a:gdLst/>
              <a:ahLst/>
              <a:cxnLst/>
              <a:rect l="l" t="t" r="r" b="b"/>
              <a:pathLst>
                <a:path w="2844" h="1902" extrusionOk="0">
                  <a:moveTo>
                    <a:pt x="1" y="0"/>
                  </a:moveTo>
                  <a:lnTo>
                    <a:pt x="1" y="430"/>
                  </a:lnTo>
                  <a:cubicBezTo>
                    <a:pt x="1" y="573"/>
                    <a:pt x="77" y="706"/>
                    <a:pt x="192" y="792"/>
                  </a:cubicBezTo>
                  <a:lnTo>
                    <a:pt x="1585" y="1756"/>
                  </a:lnTo>
                  <a:cubicBezTo>
                    <a:pt x="1729" y="1856"/>
                    <a:pt x="1888" y="1902"/>
                    <a:pt x="2042" y="1902"/>
                  </a:cubicBezTo>
                  <a:cubicBezTo>
                    <a:pt x="2458" y="1902"/>
                    <a:pt x="2844" y="1571"/>
                    <a:pt x="2844" y="1098"/>
                  </a:cubicBezTo>
                  <a:lnTo>
                    <a:pt x="2844" y="220"/>
                  </a:lnTo>
                  <a:cubicBezTo>
                    <a:pt x="2844" y="96"/>
                    <a:pt x="2748" y="0"/>
                    <a:pt x="2634"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8" name="Google Shape;11588;p64"/>
            <p:cNvSpPr/>
            <p:nvPr/>
          </p:nvSpPr>
          <p:spPr>
            <a:xfrm>
              <a:off x="7303053" y="3875883"/>
              <a:ext cx="74208" cy="49699"/>
            </a:xfrm>
            <a:custGeom>
              <a:avLst/>
              <a:gdLst/>
              <a:ahLst/>
              <a:cxnLst/>
              <a:rect l="l" t="t" r="r" b="b"/>
              <a:pathLst>
                <a:path w="2834" h="1898" extrusionOk="0">
                  <a:moveTo>
                    <a:pt x="210" y="0"/>
                  </a:moveTo>
                  <a:cubicBezTo>
                    <a:pt x="96" y="0"/>
                    <a:pt x="1" y="96"/>
                    <a:pt x="1" y="220"/>
                  </a:cubicBezTo>
                  <a:lnTo>
                    <a:pt x="1" y="1098"/>
                  </a:lnTo>
                  <a:cubicBezTo>
                    <a:pt x="1" y="1572"/>
                    <a:pt x="388" y="1898"/>
                    <a:pt x="801" y="1898"/>
                  </a:cubicBezTo>
                  <a:cubicBezTo>
                    <a:pt x="953" y="1898"/>
                    <a:pt x="1109" y="1853"/>
                    <a:pt x="1250" y="1756"/>
                  </a:cubicBezTo>
                  <a:lnTo>
                    <a:pt x="2643" y="792"/>
                  </a:lnTo>
                  <a:cubicBezTo>
                    <a:pt x="2767" y="706"/>
                    <a:pt x="2834" y="573"/>
                    <a:pt x="2834" y="430"/>
                  </a:cubicBezTo>
                  <a:lnTo>
                    <a:pt x="2834" y="10"/>
                  </a:lnTo>
                  <a:lnTo>
                    <a:pt x="2834" y="0"/>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9" name="Google Shape;11589;p64"/>
            <p:cNvSpPr/>
            <p:nvPr/>
          </p:nvSpPr>
          <p:spPr>
            <a:xfrm>
              <a:off x="7254349" y="3893061"/>
              <a:ext cx="11521" cy="17308"/>
            </a:xfrm>
            <a:custGeom>
              <a:avLst/>
              <a:gdLst/>
              <a:ahLst/>
              <a:cxnLst/>
              <a:rect l="l" t="t" r="r" b="b"/>
              <a:pathLst>
                <a:path w="440" h="661" extrusionOk="0">
                  <a:moveTo>
                    <a:pt x="220" y="0"/>
                  </a:moveTo>
                  <a:cubicBezTo>
                    <a:pt x="110" y="0"/>
                    <a:pt x="0" y="74"/>
                    <a:pt x="0" y="222"/>
                  </a:cubicBezTo>
                  <a:lnTo>
                    <a:pt x="0" y="442"/>
                  </a:lnTo>
                  <a:cubicBezTo>
                    <a:pt x="0" y="556"/>
                    <a:pt x="96" y="661"/>
                    <a:pt x="220" y="661"/>
                  </a:cubicBezTo>
                  <a:cubicBezTo>
                    <a:pt x="344" y="661"/>
                    <a:pt x="439" y="566"/>
                    <a:pt x="439" y="442"/>
                  </a:cubicBezTo>
                  <a:lnTo>
                    <a:pt x="439" y="222"/>
                  </a:lnTo>
                  <a:cubicBezTo>
                    <a:pt x="439" y="74"/>
                    <a:pt x="329" y="0"/>
                    <a:pt x="22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0" name="Google Shape;11590;p64"/>
            <p:cNvSpPr/>
            <p:nvPr/>
          </p:nvSpPr>
          <p:spPr>
            <a:xfrm>
              <a:off x="7317298" y="3893061"/>
              <a:ext cx="11521" cy="17308"/>
            </a:xfrm>
            <a:custGeom>
              <a:avLst/>
              <a:gdLst/>
              <a:ahLst/>
              <a:cxnLst/>
              <a:rect l="l" t="t" r="r" b="b"/>
              <a:pathLst>
                <a:path w="440" h="661" extrusionOk="0">
                  <a:moveTo>
                    <a:pt x="220" y="0"/>
                  </a:moveTo>
                  <a:cubicBezTo>
                    <a:pt x="110" y="0"/>
                    <a:pt x="0" y="74"/>
                    <a:pt x="0" y="222"/>
                  </a:cubicBezTo>
                  <a:lnTo>
                    <a:pt x="0" y="442"/>
                  </a:lnTo>
                  <a:cubicBezTo>
                    <a:pt x="0" y="556"/>
                    <a:pt x="96" y="661"/>
                    <a:pt x="220" y="661"/>
                  </a:cubicBezTo>
                  <a:cubicBezTo>
                    <a:pt x="334" y="661"/>
                    <a:pt x="439" y="566"/>
                    <a:pt x="439" y="442"/>
                  </a:cubicBezTo>
                  <a:lnTo>
                    <a:pt x="439" y="222"/>
                  </a:lnTo>
                  <a:cubicBezTo>
                    <a:pt x="439" y="74"/>
                    <a:pt x="329" y="0"/>
                    <a:pt x="22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1" name="Google Shape;11591;p64"/>
            <p:cNvSpPr/>
            <p:nvPr/>
          </p:nvSpPr>
          <p:spPr>
            <a:xfrm>
              <a:off x="7257099" y="4058890"/>
              <a:ext cx="63158" cy="85808"/>
            </a:xfrm>
            <a:custGeom>
              <a:avLst/>
              <a:gdLst/>
              <a:ahLst/>
              <a:cxnLst/>
              <a:rect l="l" t="t" r="r" b="b"/>
              <a:pathLst>
                <a:path w="2412" h="3277" extrusionOk="0">
                  <a:moveTo>
                    <a:pt x="1316" y="1"/>
                  </a:moveTo>
                  <a:cubicBezTo>
                    <a:pt x="1118" y="1"/>
                    <a:pt x="914" y="56"/>
                    <a:pt x="725" y="176"/>
                  </a:cubicBezTo>
                  <a:cubicBezTo>
                    <a:pt x="0" y="634"/>
                    <a:pt x="77" y="1721"/>
                    <a:pt x="859" y="2084"/>
                  </a:cubicBezTo>
                  <a:cubicBezTo>
                    <a:pt x="1011" y="2160"/>
                    <a:pt x="1107" y="2313"/>
                    <a:pt x="1107" y="2475"/>
                  </a:cubicBezTo>
                  <a:lnTo>
                    <a:pt x="1107" y="3276"/>
                  </a:lnTo>
                  <a:lnTo>
                    <a:pt x="1536" y="3276"/>
                  </a:lnTo>
                  <a:lnTo>
                    <a:pt x="1536" y="2475"/>
                  </a:lnTo>
                  <a:cubicBezTo>
                    <a:pt x="1536" y="2313"/>
                    <a:pt x="1632" y="2160"/>
                    <a:pt x="1784" y="2084"/>
                  </a:cubicBezTo>
                  <a:cubicBezTo>
                    <a:pt x="2166" y="1903"/>
                    <a:pt x="2404" y="1521"/>
                    <a:pt x="2404" y="1092"/>
                  </a:cubicBezTo>
                  <a:cubicBezTo>
                    <a:pt x="2411" y="454"/>
                    <a:pt x="1887" y="1"/>
                    <a:pt x="13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2" name="Google Shape;11592;p64"/>
            <p:cNvSpPr/>
            <p:nvPr/>
          </p:nvSpPr>
          <p:spPr>
            <a:xfrm>
              <a:off x="7267232" y="3835873"/>
              <a:ext cx="49594" cy="23043"/>
            </a:xfrm>
            <a:custGeom>
              <a:avLst/>
              <a:gdLst/>
              <a:ahLst/>
              <a:cxnLst/>
              <a:rect l="l" t="t" r="r" b="b"/>
              <a:pathLst>
                <a:path w="1894" h="880" extrusionOk="0">
                  <a:moveTo>
                    <a:pt x="1559" y="0"/>
                  </a:moveTo>
                  <a:cubicBezTo>
                    <a:pt x="1526" y="0"/>
                    <a:pt x="1494" y="12"/>
                    <a:pt x="1464" y="40"/>
                  </a:cubicBezTo>
                  <a:lnTo>
                    <a:pt x="930" y="403"/>
                  </a:lnTo>
                  <a:lnTo>
                    <a:pt x="395" y="40"/>
                  </a:lnTo>
                  <a:cubicBezTo>
                    <a:pt x="364" y="27"/>
                    <a:pt x="333" y="21"/>
                    <a:pt x="304" y="21"/>
                  </a:cubicBezTo>
                  <a:cubicBezTo>
                    <a:pt x="121" y="21"/>
                    <a:pt x="1" y="255"/>
                    <a:pt x="157" y="403"/>
                  </a:cubicBezTo>
                  <a:lnTo>
                    <a:pt x="806" y="842"/>
                  </a:lnTo>
                  <a:cubicBezTo>
                    <a:pt x="844" y="861"/>
                    <a:pt x="882" y="870"/>
                    <a:pt x="930" y="880"/>
                  </a:cubicBezTo>
                  <a:cubicBezTo>
                    <a:pt x="968" y="870"/>
                    <a:pt x="1006" y="861"/>
                    <a:pt x="1044" y="842"/>
                  </a:cubicBezTo>
                  <a:lnTo>
                    <a:pt x="1702" y="403"/>
                  </a:lnTo>
                  <a:cubicBezTo>
                    <a:pt x="1894" y="315"/>
                    <a:pt x="1725" y="0"/>
                    <a:pt x="155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3" name="Google Shape;11593;p64"/>
            <p:cNvSpPr/>
            <p:nvPr/>
          </p:nvSpPr>
          <p:spPr>
            <a:xfrm>
              <a:off x="7285824" y="3818800"/>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4" name="Google Shape;11594;p64"/>
            <p:cNvSpPr/>
            <p:nvPr/>
          </p:nvSpPr>
          <p:spPr>
            <a:xfrm>
              <a:off x="7371501" y="4046505"/>
              <a:ext cx="51742" cy="98194"/>
            </a:xfrm>
            <a:custGeom>
              <a:avLst/>
              <a:gdLst/>
              <a:ahLst/>
              <a:cxnLst/>
              <a:rect l="l" t="t" r="r" b="b"/>
              <a:pathLst>
                <a:path w="1976" h="3750" extrusionOk="0">
                  <a:moveTo>
                    <a:pt x="1689" y="0"/>
                  </a:moveTo>
                  <a:lnTo>
                    <a:pt x="382" y="1145"/>
                  </a:lnTo>
                  <a:cubicBezTo>
                    <a:pt x="144" y="1345"/>
                    <a:pt x="1" y="1651"/>
                    <a:pt x="1" y="1965"/>
                  </a:cubicBezTo>
                  <a:lnTo>
                    <a:pt x="1" y="3749"/>
                  </a:lnTo>
                  <a:lnTo>
                    <a:pt x="439" y="3749"/>
                  </a:lnTo>
                  <a:lnTo>
                    <a:pt x="439" y="1965"/>
                  </a:lnTo>
                  <a:cubicBezTo>
                    <a:pt x="439" y="1775"/>
                    <a:pt x="525" y="1593"/>
                    <a:pt x="668" y="1469"/>
                  </a:cubicBezTo>
                  <a:lnTo>
                    <a:pt x="1975" y="325"/>
                  </a:lnTo>
                  <a:cubicBezTo>
                    <a:pt x="1899" y="201"/>
                    <a:pt x="1804" y="86"/>
                    <a:pt x="1689"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5" name="Google Shape;11595;p64"/>
            <p:cNvSpPr/>
            <p:nvPr/>
          </p:nvSpPr>
          <p:spPr>
            <a:xfrm>
              <a:off x="7159664" y="4046505"/>
              <a:ext cx="51742" cy="98194"/>
            </a:xfrm>
            <a:custGeom>
              <a:avLst/>
              <a:gdLst/>
              <a:ahLst/>
              <a:cxnLst/>
              <a:rect l="l" t="t" r="r" b="b"/>
              <a:pathLst>
                <a:path w="1976" h="3750" extrusionOk="0">
                  <a:moveTo>
                    <a:pt x="296" y="0"/>
                  </a:moveTo>
                  <a:cubicBezTo>
                    <a:pt x="182" y="86"/>
                    <a:pt x="77" y="201"/>
                    <a:pt x="1" y="325"/>
                  </a:cubicBezTo>
                  <a:lnTo>
                    <a:pt x="1317" y="1469"/>
                  </a:lnTo>
                  <a:cubicBezTo>
                    <a:pt x="1460" y="1593"/>
                    <a:pt x="1537" y="1775"/>
                    <a:pt x="1546" y="1965"/>
                  </a:cubicBezTo>
                  <a:lnTo>
                    <a:pt x="1546" y="3749"/>
                  </a:lnTo>
                  <a:lnTo>
                    <a:pt x="1975" y="3749"/>
                  </a:lnTo>
                  <a:lnTo>
                    <a:pt x="1975" y="1965"/>
                  </a:lnTo>
                  <a:cubicBezTo>
                    <a:pt x="1975" y="1651"/>
                    <a:pt x="1842" y="1345"/>
                    <a:pt x="1603" y="1145"/>
                  </a:cubicBezTo>
                  <a:lnTo>
                    <a:pt x="296"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6" name="Google Shape;11596;p64"/>
            <p:cNvSpPr/>
            <p:nvPr/>
          </p:nvSpPr>
          <p:spPr>
            <a:xfrm>
              <a:off x="7274328" y="4070490"/>
              <a:ext cx="34486" cy="34224"/>
            </a:xfrm>
            <a:custGeom>
              <a:avLst/>
              <a:gdLst/>
              <a:ahLst/>
              <a:cxnLst/>
              <a:rect l="l" t="t" r="r" b="b"/>
              <a:pathLst>
                <a:path w="1317" h="1307" extrusionOk="0">
                  <a:moveTo>
                    <a:pt x="659" y="0"/>
                  </a:moveTo>
                  <a:cubicBezTo>
                    <a:pt x="296" y="0"/>
                    <a:pt x="0" y="286"/>
                    <a:pt x="0" y="649"/>
                  </a:cubicBezTo>
                  <a:cubicBezTo>
                    <a:pt x="0" y="1011"/>
                    <a:pt x="296" y="1307"/>
                    <a:pt x="659" y="1307"/>
                  </a:cubicBezTo>
                  <a:cubicBezTo>
                    <a:pt x="1021" y="1307"/>
                    <a:pt x="1317" y="1011"/>
                    <a:pt x="1317" y="649"/>
                  </a:cubicBezTo>
                  <a:cubicBezTo>
                    <a:pt x="1317" y="286"/>
                    <a:pt x="1021" y="0"/>
                    <a:pt x="659"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7" name="Google Shape;11597;p64"/>
            <p:cNvSpPr/>
            <p:nvPr/>
          </p:nvSpPr>
          <p:spPr>
            <a:xfrm>
              <a:off x="7270820" y="4071983"/>
              <a:ext cx="36502" cy="32757"/>
            </a:xfrm>
            <a:custGeom>
              <a:avLst/>
              <a:gdLst/>
              <a:ahLst/>
              <a:cxnLst/>
              <a:rect l="l" t="t" r="r" b="b"/>
              <a:pathLst>
                <a:path w="1394" h="1251" extrusionOk="0">
                  <a:moveTo>
                    <a:pt x="526" y="0"/>
                  </a:moveTo>
                  <a:lnTo>
                    <a:pt x="526" y="0"/>
                  </a:lnTo>
                  <a:cubicBezTo>
                    <a:pt x="106" y="182"/>
                    <a:pt x="1" y="735"/>
                    <a:pt x="325" y="1059"/>
                  </a:cubicBezTo>
                  <a:cubicBezTo>
                    <a:pt x="455" y="1189"/>
                    <a:pt x="622" y="1250"/>
                    <a:pt x="788" y="1250"/>
                  </a:cubicBezTo>
                  <a:cubicBezTo>
                    <a:pt x="1035" y="1250"/>
                    <a:pt x="1279" y="1114"/>
                    <a:pt x="1394" y="868"/>
                  </a:cubicBezTo>
                  <a:lnTo>
                    <a:pt x="1394" y="868"/>
                  </a:lnTo>
                  <a:cubicBezTo>
                    <a:pt x="1308" y="907"/>
                    <a:pt x="1212" y="926"/>
                    <a:pt x="1127" y="926"/>
                  </a:cubicBezTo>
                  <a:cubicBezTo>
                    <a:pt x="650" y="926"/>
                    <a:pt x="325" y="430"/>
                    <a:pt x="526"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98" name="Google Shape;11598;p64"/>
          <p:cNvGrpSpPr/>
          <p:nvPr/>
        </p:nvGrpSpPr>
        <p:grpSpPr>
          <a:xfrm>
            <a:off x="8038183" y="1819575"/>
            <a:ext cx="274576" cy="354728"/>
            <a:chOff x="8054458" y="1973150"/>
            <a:chExt cx="274576" cy="354728"/>
          </a:xfrm>
        </p:grpSpPr>
        <p:sp>
          <p:nvSpPr>
            <p:cNvPr id="11599" name="Google Shape;11599;p64"/>
            <p:cNvSpPr/>
            <p:nvPr/>
          </p:nvSpPr>
          <p:spPr>
            <a:xfrm>
              <a:off x="8054458" y="2150501"/>
              <a:ext cx="274576" cy="177377"/>
            </a:xfrm>
            <a:custGeom>
              <a:avLst/>
              <a:gdLst/>
              <a:ahLst/>
              <a:cxnLst/>
              <a:rect l="l" t="t" r="r" b="b"/>
              <a:pathLst>
                <a:path w="10486" h="6774" extrusionOk="0">
                  <a:moveTo>
                    <a:pt x="3721" y="0"/>
                  </a:moveTo>
                  <a:lnTo>
                    <a:pt x="3721" y="1632"/>
                  </a:lnTo>
                  <a:cubicBezTo>
                    <a:pt x="3712" y="1918"/>
                    <a:pt x="3521" y="2175"/>
                    <a:pt x="3244" y="2261"/>
                  </a:cubicBezTo>
                  <a:lnTo>
                    <a:pt x="945" y="2939"/>
                  </a:lnTo>
                  <a:cubicBezTo>
                    <a:pt x="382" y="3101"/>
                    <a:pt x="1" y="3616"/>
                    <a:pt x="1" y="4198"/>
                  </a:cubicBezTo>
                  <a:lnTo>
                    <a:pt x="1" y="6115"/>
                  </a:lnTo>
                  <a:cubicBezTo>
                    <a:pt x="1" y="6478"/>
                    <a:pt x="296" y="6774"/>
                    <a:pt x="659" y="6774"/>
                  </a:cubicBezTo>
                  <a:lnTo>
                    <a:pt x="9836" y="6774"/>
                  </a:lnTo>
                  <a:cubicBezTo>
                    <a:pt x="10189" y="6774"/>
                    <a:pt x="10485" y="6478"/>
                    <a:pt x="10485" y="6115"/>
                  </a:cubicBezTo>
                  <a:lnTo>
                    <a:pt x="10485" y="4198"/>
                  </a:lnTo>
                  <a:cubicBezTo>
                    <a:pt x="10485" y="3616"/>
                    <a:pt x="10104" y="3101"/>
                    <a:pt x="9550" y="2939"/>
                  </a:cubicBezTo>
                  <a:lnTo>
                    <a:pt x="7242" y="2261"/>
                  </a:lnTo>
                  <a:cubicBezTo>
                    <a:pt x="6965" y="2175"/>
                    <a:pt x="6774" y="1918"/>
                    <a:pt x="6774" y="1632"/>
                  </a:cubicBezTo>
                  <a:lnTo>
                    <a:pt x="677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0" name="Google Shape;11600;p64"/>
            <p:cNvSpPr/>
            <p:nvPr/>
          </p:nvSpPr>
          <p:spPr>
            <a:xfrm>
              <a:off x="8088944" y="2150501"/>
              <a:ext cx="205866" cy="124431"/>
            </a:xfrm>
            <a:custGeom>
              <a:avLst/>
              <a:gdLst/>
              <a:ahLst/>
              <a:cxnLst/>
              <a:rect l="l" t="t" r="r" b="b"/>
              <a:pathLst>
                <a:path w="7862" h="4752" extrusionOk="0">
                  <a:moveTo>
                    <a:pt x="2404" y="0"/>
                  </a:moveTo>
                  <a:lnTo>
                    <a:pt x="2404" y="1632"/>
                  </a:lnTo>
                  <a:cubicBezTo>
                    <a:pt x="2395" y="1918"/>
                    <a:pt x="2204" y="2175"/>
                    <a:pt x="1927" y="2261"/>
                  </a:cubicBezTo>
                  <a:lnTo>
                    <a:pt x="0" y="2824"/>
                  </a:lnTo>
                  <a:cubicBezTo>
                    <a:pt x="468" y="3988"/>
                    <a:pt x="1584" y="4751"/>
                    <a:pt x="2834" y="4751"/>
                  </a:cubicBezTo>
                  <a:lnTo>
                    <a:pt x="5018" y="4751"/>
                  </a:lnTo>
                  <a:cubicBezTo>
                    <a:pt x="6268" y="4751"/>
                    <a:pt x="7394" y="3988"/>
                    <a:pt x="7861" y="2824"/>
                  </a:cubicBezTo>
                  <a:lnTo>
                    <a:pt x="5925" y="2261"/>
                  </a:lnTo>
                  <a:cubicBezTo>
                    <a:pt x="5648" y="2175"/>
                    <a:pt x="5457" y="1918"/>
                    <a:pt x="5457" y="1632"/>
                  </a:cubicBezTo>
                  <a:lnTo>
                    <a:pt x="5457" y="0"/>
                  </a:ln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1" name="Google Shape;11601;p64"/>
            <p:cNvSpPr/>
            <p:nvPr/>
          </p:nvSpPr>
          <p:spPr>
            <a:xfrm>
              <a:off x="8157391" y="2246417"/>
              <a:ext cx="11521" cy="81462"/>
            </a:xfrm>
            <a:custGeom>
              <a:avLst/>
              <a:gdLst/>
              <a:ahLst/>
              <a:cxnLst/>
              <a:rect l="l" t="t" r="r" b="b"/>
              <a:pathLst>
                <a:path w="440" h="3111" extrusionOk="0">
                  <a:moveTo>
                    <a:pt x="220" y="1"/>
                  </a:moveTo>
                  <a:cubicBezTo>
                    <a:pt x="105" y="1"/>
                    <a:pt x="0" y="96"/>
                    <a:pt x="0" y="220"/>
                  </a:cubicBezTo>
                  <a:lnTo>
                    <a:pt x="0" y="3111"/>
                  </a:lnTo>
                  <a:lnTo>
                    <a:pt x="439" y="3111"/>
                  </a:lnTo>
                  <a:lnTo>
                    <a:pt x="439" y="220"/>
                  </a:lnTo>
                  <a:cubicBezTo>
                    <a:pt x="439" y="96"/>
                    <a:pt x="344" y="1"/>
                    <a:pt x="220" y="1"/>
                  </a:cubicBezTo>
                  <a:close/>
                </a:path>
              </a:pathLst>
            </a:custGeom>
            <a:solidFill>
              <a:srgbClr val="697D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2" name="Google Shape;11602;p64"/>
            <p:cNvSpPr/>
            <p:nvPr/>
          </p:nvSpPr>
          <p:spPr>
            <a:xfrm>
              <a:off x="8214579" y="2246417"/>
              <a:ext cx="11521" cy="81462"/>
            </a:xfrm>
            <a:custGeom>
              <a:avLst/>
              <a:gdLst/>
              <a:ahLst/>
              <a:cxnLst/>
              <a:rect l="l" t="t" r="r" b="b"/>
              <a:pathLst>
                <a:path w="440" h="3111" extrusionOk="0">
                  <a:moveTo>
                    <a:pt x="220" y="1"/>
                  </a:moveTo>
                  <a:cubicBezTo>
                    <a:pt x="96" y="1"/>
                    <a:pt x="1" y="96"/>
                    <a:pt x="1" y="220"/>
                  </a:cubicBezTo>
                  <a:lnTo>
                    <a:pt x="1" y="3111"/>
                  </a:lnTo>
                  <a:lnTo>
                    <a:pt x="440" y="3111"/>
                  </a:lnTo>
                  <a:lnTo>
                    <a:pt x="440" y="220"/>
                  </a:lnTo>
                  <a:cubicBezTo>
                    <a:pt x="440" y="96"/>
                    <a:pt x="344" y="1"/>
                    <a:pt x="220" y="1"/>
                  </a:cubicBezTo>
                  <a:close/>
                </a:path>
              </a:pathLst>
            </a:custGeom>
            <a:solidFill>
              <a:srgbClr val="697D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3" name="Google Shape;11603;p64"/>
            <p:cNvSpPr/>
            <p:nvPr/>
          </p:nvSpPr>
          <p:spPr>
            <a:xfrm>
              <a:off x="8094443" y="2160478"/>
              <a:ext cx="194607" cy="103195"/>
            </a:xfrm>
            <a:custGeom>
              <a:avLst/>
              <a:gdLst/>
              <a:ahLst/>
              <a:cxnLst/>
              <a:rect l="l" t="t" r="r" b="b"/>
              <a:pathLst>
                <a:path w="7432" h="3941" extrusionOk="0">
                  <a:moveTo>
                    <a:pt x="1317" y="1"/>
                  </a:moveTo>
                  <a:cubicBezTo>
                    <a:pt x="592" y="1"/>
                    <a:pt x="0" y="592"/>
                    <a:pt x="0" y="1317"/>
                  </a:cubicBezTo>
                  <a:cubicBezTo>
                    <a:pt x="0" y="2768"/>
                    <a:pt x="1174" y="3941"/>
                    <a:pt x="2624" y="3941"/>
                  </a:cubicBezTo>
                  <a:lnTo>
                    <a:pt x="4808" y="3941"/>
                  </a:lnTo>
                  <a:cubicBezTo>
                    <a:pt x="6258" y="3941"/>
                    <a:pt x="7432" y="2768"/>
                    <a:pt x="7432" y="1317"/>
                  </a:cubicBezTo>
                  <a:cubicBezTo>
                    <a:pt x="7432" y="592"/>
                    <a:pt x="6850" y="1"/>
                    <a:pt x="612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4" name="Google Shape;11604;p64"/>
            <p:cNvSpPr/>
            <p:nvPr/>
          </p:nvSpPr>
          <p:spPr>
            <a:xfrm>
              <a:off x="8112746" y="2177734"/>
              <a:ext cx="158000" cy="65227"/>
            </a:xfrm>
            <a:custGeom>
              <a:avLst/>
              <a:gdLst/>
              <a:ahLst/>
              <a:cxnLst/>
              <a:rect l="l" t="t" r="r" b="b"/>
              <a:pathLst>
                <a:path w="6034" h="2491" extrusionOk="0">
                  <a:moveTo>
                    <a:pt x="664" y="0"/>
                  </a:moveTo>
                  <a:cubicBezTo>
                    <a:pt x="186" y="0"/>
                    <a:pt x="1" y="622"/>
                    <a:pt x="408" y="878"/>
                  </a:cubicBezTo>
                  <a:lnTo>
                    <a:pt x="2659" y="2376"/>
                  </a:lnTo>
                  <a:cubicBezTo>
                    <a:pt x="2769" y="2452"/>
                    <a:pt x="2895" y="2490"/>
                    <a:pt x="3022" y="2490"/>
                  </a:cubicBezTo>
                  <a:cubicBezTo>
                    <a:pt x="3148" y="2490"/>
                    <a:pt x="3275" y="2452"/>
                    <a:pt x="3384" y="2376"/>
                  </a:cubicBezTo>
                  <a:lnTo>
                    <a:pt x="5626" y="878"/>
                  </a:lnTo>
                  <a:cubicBezTo>
                    <a:pt x="6033" y="622"/>
                    <a:pt x="5848" y="0"/>
                    <a:pt x="5370" y="0"/>
                  </a:cubicBezTo>
                  <a:cubicBezTo>
                    <a:pt x="5366" y="0"/>
                    <a:pt x="5363" y="0"/>
                    <a:pt x="5359" y="0"/>
                  </a:cubicBezTo>
                  <a:lnTo>
                    <a:pt x="675" y="0"/>
                  </a:lnTo>
                  <a:cubicBezTo>
                    <a:pt x="671" y="0"/>
                    <a:pt x="668" y="0"/>
                    <a:pt x="664" y="0"/>
                  </a:cubicBezTo>
                  <a:close/>
                </a:path>
              </a:pathLst>
            </a:custGeom>
            <a:solidFill>
              <a:srgbClr val="82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5" name="Google Shape;11605;p64"/>
            <p:cNvSpPr/>
            <p:nvPr/>
          </p:nvSpPr>
          <p:spPr>
            <a:xfrm>
              <a:off x="8137910" y="2156236"/>
              <a:ext cx="107935" cy="86725"/>
            </a:xfrm>
            <a:custGeom>
              <a:avLst/>
              <a:gdLst/>
              <a:ahLst/>
              <a:cxnLst/>
              <a:rect l="l" t="t" r="r" b="b"/>
              <a:pathLst>
                <a:path w="4122" h="3312" extrusionOk="0">
                  <a:moveTo>
                    <a:pt x="534" y="1"/>
                  </a:moveTo>
                  <a:lnTo>
                    <a:pt x="534" y="1422"/>
                  </a:lnTo>
                  <a:cubicBezTo>
                    <a:pt x="534" y="1708"/>
                    <a:pt x="344" y="1966"/>
                    <a:pt x="57" y="2052"/>
                  </a:cubicBezTo>
                  <a:lnTo>
                    <a:pt x="0" y="2071"/>
                  </a:lnTo>
                  <a:lnTo>
                    <a:pt x="1698" y="3197"/>
                  </a:lnTo>
                  <a:cubicBezTo>
                    <a:pt x="1808" y="3273"/>
                    <a:pt x="1934" y="3311"/>
                    <a:pt x="2061" y="3311"/>
                  </a:cubicBezTo>
                  <a:cubicBezTo>
                    <a:pt x="2187" y="3311"/>
                    <a:pt x="2314" y="3273"/>
                    <a:pt x="2423" y="3197"/>
                  </a:cubicBezTo>
                  <a:lnTo>
                    <a:pt x="4121" y="2071"/>
                  </a:lnTo>
                  <a:lnTo>
                    <a:pt x="4055" y="2052"/>
                  </a:lnTo>
                  <a:cubicBezTo>
                    <a:pt x="3778" y="1966"/>
                    <a:pt x="3587" y="1708"/>
                    <a:pt x="3587" y="1422"/>
                  </a:cubicBezTo>
                  <a:lnTo>
                    <a:pt x="3587"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6" name="Google Shape;11606;p64"/>
            <p:cNvSpPr/>
            <p:nvPr/>
          </p:nvSpPr>
          <p:spPr>
            <a:xfrm>
              <a:off x="8151631" y="2156236"/>
              <a:ext cx="80231" cy="28646"/>
            </a:xfrm>
            <a:custGeom>
              <a:avLst/>
              <a:gdLst/>
              <a:ahLst/>
              <a:cxnLst/>
              <a:rect l="l" t="t" r="r" b="b"/>
              <a:pathLst>
                <a:path w="3064" h="1094" extrusionOk="0">
                  <a:moveTo>
                    <a:pt x="1" y="1"/>
                  </a:moveTo>
                  <a:lnTo>
                    <a:pt x="1" y="707"/>
                  </a:lnTo>
                  <a:cubicBezTo>
                    <a:pt x="478" y="964"/>
                    <a:pt x="1005" y="1093"/>
                    <a:pt x="1532" y="1093"/>
                  </a:cubicBezTo>
                  <a:cubicBezTo>
                    <a:pt x="2059" y="1093"/>
                    <a:pt x="2586" y="964"/>
                    <a:pt x="3063" y="707"/>
                  </a:cubicBezTo>
                  <a:lnTo>
                    <a:pt x="3063"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7" name="Google Shape;11607;p64"/>
            <p:cNvSpPr/>
            <p:nvPr/>
          </p:nvSpPr>
          <p:spPr>
            <a:xfrm>
              <a:off x="8094678" y="1973150"/>
              <a:ext cx="194136" cy="200368"/>
            </a:xfrm>
            <a:custGeom>
              <a:avLst/>
              <a:gdLst/>
              <a:ahLst/>
              <a:cxnLst/>
              <a:rect l="l" t="t" r="r" b="b"/>
              <a:pathLst>
                <a:path w="7414" h="7652" extrusionOk="0">
                  <a:moveTo>
                    <a:pt x="3712" y="0"/>
                  </a:moveTo>
                  <a:cubicBezTo>
                    <a:pt x="2023" y="0"/>
                    <a:pt x="649" y="1374"/>
                    <a:pt x="649" y="3062"/>
                  </a:cubicBezTo>
                  <a:lnTo>
                    <a:pt x="649" y="3950"/>
                  </a:lnTo>
                  <a:cubicBezTo>
                    <a:pt x="1" y="4074"/>
                    <a:pt x="96" y="5028"/>
                    <a:pt x="764" y="5028"/>
                  </a:cubicBezTo>
                  <a:lnTo>
                    <a:pt x="878" y="5028"/>
                  </a:lnTo>
                  <a:cubicBezTo>
                    <a:pt x="993" y="6506"/>
                    <a:pt x="2223" y="7651"/>
                    <a:pt x="3712" y="7651"/>
                  </a:cubicBezTo>
                  <a:cubicBezTo>
                    <a:pt x="5190" y="7651"/>
                    <a:pt x="6421" y="6506"/>
                    <a:pt x="6536" y="5028"/>
                  </a:cubicBezTo>
                  <a:lnTo>
                    <a:pt x="6660" y="5028"/>
                  </a:lnTo>
                  <a:cubicBezTo>
                    <a:pt x="7318" y="5028"/>
                    <a:pt x="7413" y="4074"/>
                    <a:pt x="6764" y="3950"/>
                  </a:cubicBezTo>
                  <a:lnTo>
                    <a:pt x="6764" y="3062"/>
                  </a:lnTo>
                  <a:cubicBezTo>
                    <a:pt x="6764" y="1374"/>
                    <a:pt x="5400" y="0"/>
                    <a:pt x="3712"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8" name="Google Shape;11608;p64"/>
            <p:cNvSpPr/>
            <p:nvPr/>
          </p:nvSpPr>
          <p:spPr>
            <a:xfrm>
              <a:off x="8099182" y="2003970"/>
              <a:ext cx="109427" cy="169548"/>
            </a:xfrm>
            <a:custGeom>
              <a:avLst/>
              <a:gdLst/>
              <a:ahLst/>
              <a:cxnLst/>
              <a:rect l="l" t="t" r="r" b="b"/>
              <a:pathLst>
                <a:path w="4179" h="6475" extrusionOk="0">
                  <a:moveTo>
                    <a:pt x="1348" y="0"/>
                  </a:moveTo>
                  <a:cubicBezTo>
                    <a:pt x="1215" y="0"/>
                    <a:pt x="1082" y="61"/>
                    <a:pt x="993" y="197"/>
                  </a:cubicBezTo>
                  <a:cubicBezTo>
                    <a:pt x="659" y="693"/>
                    <a:pt x="477" y="1284"/>
                    <a:pt x="477" y="1885"/>
                  </a:cubicBezTo>
                  <a:lnTo>
                    <a:pt x="477" y="2773"/>
                  </a:lnTo>
                  <a:cubicBezTo>
                    <a:pt x="191" y="2830"/>
                    <a:pt x="0" y="3106"/>
                    <a:pt x="48" y="3402"/>
                  </a:cubicBezTo>
                  <a:cubicBezTo>
                    <a:pt x="104" y="3663"/>
                    <a:pt x="332" y="3851"/>
                    <a:pt x="592" y="3851"/>
                  </a:cubicBezTo>
                  <a:cubicBezTo>
                    <a:pt x="598" y="3851"/>
                    <a:pt x="605" y="3851"/>
                    <a:pt x="611" y="3851"/>
                  </a:cubicBezTo>
                  <a:lnTo>
                    <a:pt x="706" y="3851"/>
                  </a:lnTo>
                  <a:cubicBezTo>
                    <a:pt x="823" y="5361"/>
                    <a:pt x="2080" y="6475"/>
                    <a:pt x="3523" y="6475"/>
                  </a:cubicBezTo>
                  <a:cubicBezTo>
                    <a:pt x="3738" y="6475"/>
                    <a:pt x="3958" y="6450"/>
                    <a:pt x="4179" y="6398"/>
                  </a:cubicBezTo>
                  <a:cubicBezTo>
                    <a:pt x="2786" y="6083"/>
                    <a:pt x="1794" y="4843"/>
                    <a:pt x="1794" y="3412"/>
                  </a:cubicBezTo>
                  <a:lnTo>
                    <a:pt x="1794" y="445"/>
                  </a:lnTo>
                  <a:cubicBezTo>
                    <a:pt x="1788" y="170"/>
                    <a:pt x="1569" y="0"/>
                    <a:pt x="1348"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9" name="Google Shape;11609;p64"/>
            <p:cNvSpPr/>
            <p:nvPr/>
          </p:nvSpPr>
          <p:spPr>
            <a:xfrm>
              <a:off x="8157889" y="2116277"/>
              <a:ext cx="67714" cy="66588"/>
            </a:xfrm>
            <a:custGeom>
              <a:avLst/>
              <a:gdLst/>
              <a:ahLst/>
              <a:cxnLst/>
              <a:rect l="l" t="t" r="r" b="b"/>
              <a:pathLst>
                <a:path w="2586" h="2543" extrusionOk="0">
                  <a:moveTo>
                    <a:pt x="792" y="0"/>
                  </a:moveTo>
                  <a:cubicBezTo>
                    <a:pt x="458" y="0"/>
                    <a:pt x="172" y="248"/>
                    <a:pt x="143" y="582"/>
                  </a:cubicBezTo>
                  <a:lnTo>
                    <a:pt x="38" y="1508"/>
                  </a:lnTo>
                  <a:cubicBezTo>
                    <a:pt x="0" y="1784"/>
                    <a:pt x="143" y="2042"/>
                    <a:pt x="391" y="2166"/>
                  </a:cubicBezTo>
                  <a:lnTo>
                    <a:pt x="1002" y="2471"/>
                  </a:lnTo>
                  <a:cubicBezTo>
                    <a:pt x="1093" y="2519"/>
                    <a:pt x="1193" y="2543"/>
                    <a:pt x="1294" y="2543"/>
                  </a:cubicBezTo>
                  <a:cubicBezTo>
                    <a:pt x="1395" y="2543"/>
                    <a:pt x="1498" y="2519"/>
                    <a:pt x="1593" y="2471"/>
                  </a:cubicBezTo>
                  <a:lnTo>
                    <a:pt x="2194" y="2166"/>
                  </a:lnTo>
                  <a:cubicBezTo>
                    <a:pt x="2443" y="2042"/>
                    <a:pt x="2586" y="1784"/>
                    <a:pt x="2557" y="1508"/>
                  </a:cubicBezTo>
                  <a:lnTo>
                    <a:pt x="2452" y="582"/>
                  </a:lnTo>
                  <a:cubicBezTo>
                    <a:pt x="2414" y="248"/>
                    <a:pt x="2137" y="0"/>
                    <a:pt x="1803"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0" name="Google Shape;11610;p64"/>
            <p:cNvSpPr/>
            <p:nvPr/>
          </p:nvSpPr>
          <p:spPr>
            <a:xfrm>
              <a:off x="8157889" y="2116016"/>
              <a:ext cx="41739" cy="66667"/>
            </a:xfrm>
            <a:custGeom>
              <a:avLst/>
              <a:gdLst/>
              <a:ahLst/>
              <a:cxnLst/>
              <a:rect l="l" t="t" r="r" b="b"/>
              <a:pathLst>
                <a:path w="1594" h="2546" extrusionOk="0">
                  <a:moveTo>
                    <a:pt x="792" y="1"/>
                  </a:moveTo>
                  <a:cubicBezTo>
                    <a:pt x="458" y="1"/>
                    <a:pt x="172" y="258"/>
                    <a:pt x="134" y="583"/>
                  </a:cubicBezTo>
                  <a:lnTo>
                    <a:pt x="38" y="1518"/>
                  </a:lnTo>
                  <a:cubicBezTo>
                    <a:pt x="0" y="1785"/>
                    <a:pt x="143" y="2052"/>
                    <a:pt x="391" y="2176"/>
                  </a:cubicBezTo>
                  <a:lnTo>
                    <a:pt x="1002" y="2481"/>
                  </a:lnTo>
                  <a:cubicBezTo>
                    <a:pt x="1093" y="2524"/>
                    <a:pt x="1193" y="2546"/>
                    <a:pt x="1294" y="2546"/>
                  </a:cubicBezTo>
                  <a:cubicBezTo>
                    <a:pt x="1395" y="2546"/>
                    <a:pt x="1498" y="2524"/>
                    <a:pt x="1593" y="2481"/>
                  </a:cubicBezTo>
                  <a:lnTo>
                    <a:pt x="1221" y="2243"/>
                  </a:lnTo>
                  <a:cubicBezTo>
                    <a:pt x="964" y="2061"/>
                    <a:pt x="821" y="1747"/>
                    <a:pt x="859" y="1432"/>
                  </a:cubicBezTo>
                  <a:lnTo>
                    <a:pt x="964" y="287"/>
                  </a:lnTo>
                  <a:cubicBezTo>
                    <a:pt x="973" y="192"/>
                    <a:pt x="1002" y="96"/>
                    <a:pt x="103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1" name="Google Shape;11611;p64"/>
            <p:cNvSpPr/>
            <p:nvPr/>
          </p:nvSpPr>
          <p:spPr>
            <a:xfrm>
              <a:off x="8172317" y="2128034"/>
              <a:ext cx="37366" cy="16758"/>
            </a:xfrm>
            <a:custGeom>
              <a:avLst/>
              <a:gdLst/>
              <a:ahLst/>
              <a:cxnLst/>
              <a:rect l="l" t="t" r="r" b="b"/>
              <a:pathLst>
                <a:path w="1427" h="640" extrusionOk="0">
                  <a:moveTo>
                    <a:pt x="355" y="1"/>
                  </a:moveTo>
                  <a:cubicBezTo>
                    <a:pt x="199" y="1"/>
                    <a:pt x="0" y="191"/>
                    <a:pt x="127" y="324"/>
                  </a:cubicBezTo>
                  <a:cubicBezTo>
                    <a:pt x="265" y="517"/>
                    <a:pt x="482" y="639"/>
                    <a:pt x="720" y="639"/>
                  </a:cubicBezTo>
                  <a:cubicBezTo>
                    <a:pt x="729" y="639"/>
                    <a:pt x="738" y="639"/>
                    <a:pt x="747" y="639"/>
                  </a:cubicBezTo>
                  <a:cubicBezTo>
                    <a:pt x="985" y="639"/>
                    <a:pt x="1214" y="524"/>
                    <a:pt x="1357" y="324"/>
                  </a:cubicBezTo>
                  <a:cubicBezTo>
                    <a:pt x="1427" y="164"/>
                    <a:pt x="1293" y="19"/>
                    <a:pt x="1149" y="19"/>
                  </a:cubicBezTo>
                  <a:cubicBezTo>
                    <a:pt x="1096" y="19"/>
                    <a:pt x="1041" y="39"/>
                    <a:pt x="995" y="86"/>
                  </a:cubicBezTo>
                  <a:cubicBezTo>
                    <a:pt x="928" y="162"/>
                    <a:pt x="835" y="200"/>
                    <a:pt x="742" y="200"/>
                  </a:cubicBezTo>
                  <a:cubicBezTo>
                    <a:pt x="649" y="200"/>
                    <a:pt x="556" y="162"/>
                    <a:pt x="489" y="86"/>
                  </a:cubicBezTo>
                  <a:cubicBezTo>
                    <a:pt x="461" y="25"/>
                    <a:pt x="411" y="1"/>
                    <a:pt x="355"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2" name="Google Shape;11612;p64"/>
            <p:cNvSpPr/>
            <p:nvPr/>
          </p:nvSpPr>
          <p:spPr>
            <a:xfrm>
              <a:off x="8144142" y="2047568"/>
              <a:ext cx="32496" cy="11521"/>
            </a:xfrm>
            <a:custGeom>
              <a:avLst/>
              <a:gdLst/>
              <a:ahLst/>
              <a:cxnLst/>
              <a:rect l="l" t="t" r="r" b="b"/>
              <a:pathLst>
                <a:path w="1241" h="440" extrusionOk="0">
                  <a:moveTo>
                    <a:pt x="287" y="1"/>
                  </a:moveTo>
                  <a:cubicBezTo>
                    <a:pt x="1" y="1"/>
                    <a:pt x="1" y="440"/>
                    <a:pt x="287" y="440"/>
                  </a:cubicBezTo>
                  <a:lnTo>
                    <a:pt x="945" y="440"/>
                  </a:lnTo>
                  <a:cubicBezTo>
                    <a:pt x="1241" y="440"/>
                    <a:pt x="1241" y="1"/>
                    <a:pt x="94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3" name="Google Shape;11613;p64"/>
            <p:cNvSpPr/>
            <p:nvPr/>
          </p:nvSpPr>
          <p:spPr>
            <a:xfrm>
              <a:off x="8207091" y="2047568"/>
              <a:ext cx="32260" cy="11521"/>
            </a:xfrm>
            <a:custGeom>
              <a:avLst/>
              <a:gdLst/>
              <a:ahLst/>
              <a:cxnLst/>
              <a:rect l="l" t="t" r="r" b="b"/>
              <a:pathLst>
                <a:path w="1232" h="440" extrusionOk="0">
                  <a:moveTo>
                    <a:pt x="287" y="1"/>
                  </a:moveTo>
                  <a:cubicBezTo>
                    <a:pt x="1" y="1"/>
                    <a:pt x="1" y="440"/>
                    <a:pt x="287" y="440"/>
                  </a:cubicBezTo>
                  <a:lnTo>
                    <a:pt x="945" y="440"/>
                  </a:lnTo>
                  <a:cubicBezTo>
                    <a:pt x="1231" y="440"/>
                    <a:pt x="1231" y="1"/>
                    <a:pt x="94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4" name="Google Shape;11614;p64"/>
            <p:cNvSpPr/>
            <p:nvPr/>
          </p:nvSpPr>
          <p:spPr>
            <a:xfrm>
              <a:off x="8104183" y="2070558"/>
              <a:ext cx="43729" cy="11260"/>
            </a:xfrm>
            <a:custGeom>
              <a:avLst/>
              <a:gdLst/>
              <a:ahLst/>
              <a:cxnLst/>
              <a:rect l="l" t="t" r="r" b="b"/>
              <a:pathLst>
                <a:path w="1670" h="430" extrusionOk="0">
                  <a:moveTo>
                    <a:pt x="286" y="1"/>
                  </a:moveTo>
                  <a:cubicBezTo>
                    <a:pt x="0" y="1"/>
                    <a:pt x="0" y="430"/>
                    <a:pt x="286" y="430"/>
                  </a:cubicBezTo>
                  <a:lnTo>
                    <a:pt x="1383" y="430"/>
                  </a:lnTo>
                  <a:cubicBezTo>
                    <a:pt x="1670" y="430"/>
                    <a:pt x="1670" y="1"/>
                    <a:pt x="1383"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5" name="Google Shape;11615;p64"/>
            <p:cNvSpPr/>
            <p:nvPr/>
          </p:nvSpPr>
          <p:spPr>
            <a:xfrm>
              <a:off x="8235580" y="2070558"/>
              <a:ext cx="43729" cy="11260"/>
            </a:xfrm>
            <a:custGeom>
              <a:avLst/>
              <a:gdLst/>
              <a:ahLst/>
              <a:cxnLst/>
              <a:rect l="l" t="t" r="r" b="b"/>
              <a:pathLst>
                <a:path w="1670" h="430" extrusionOk="0">
                  <a:moveTo>
                    <a:pt x="296" y="1"/>
                  </a:moveTo>
                  <a:cubicBezTo>
                    <a:pt x="0" y="1"/>
                    <a:pt x="0" y="430"/>
                    <a:pt x="296" y="430"/>
                  </a:cubicBezTo>
                  <a:lnTo>
                    <a:pt x="1383" y="430"/>
                  </a:lnTo>
                  <a:cubicBezTo>
                    <a:pt x="1670" y="430"/>
                    <a:pt x="1670" y="1"/>
                    <a:pt x="1383"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6" name="Google Shape;11616;p64"/>
            <p:cNvSpPr/>
            <p:nvPr/>
          </p:nvSpPr>
          <p:spPr>
            <a:xfrm>
              <a:off x="8174621" y="2070558"/>
              <a:ext cx="34486" cy="22833"/>
            </a:xfrm>
            <a:custGeom>
              <a:avLst/>
              <a:gdLst/>
              <a:ahLst/>
              <a:cxnLst/>
              <a:rect l="l" t="t" r="r" b="b"/>
              <a:pathLst>
                <a:path w="1317" h="872" extrusionOk="0">
                  <a:moveTo>
                    <a:pt x="659" y="1"/>
                  </a:moveTo>
                  <a:cubicBezTo>
                    <a:pt x="296" y="1"/>
                    <a:pt x="0" y="287"/>
                    <a:pt x="0" y="649"/>
                  </a:cubicBezTo>
                  <a:cubicBezTo>
                    <a:pt x="0" y="797"/>
                    <a:pt x="110" y="871"/>
                    <a:pt x="220" y="871"/>
                  </a:cubicBezTo>
                  <a:cubicBezTo>
                    <a:pt x="330" y="871"/>
                    <a:pt x="439" y="797"/>
                    <a:pt x="439" y="649"/>
                  </a:cubicBezTo>
                  <a:cubicBezTo>
                    <a:pt x="439" y="506"/>
                    <a:pt x="549" y="435"/>
                    <a:pt x="659" y="435"/>
                  </a:cubicBezTo>
                  <a:cubicBezTo>
                    <a:pt x="768" y="435"/>
                    <a:pt x="878" y="506"/>
                    <a:pt x="878" y="649"/>
                  </a:cubicBezTo>
                  <a:cubicBezTo>
                    <a:pt x="878" y="773"/>
                    <a:pt x="974" y="869"/>
                    <a:pt x="1088" y="869"/>
                  </a:cubicBezTo>
                  <a:cubicBezTo>
                    <a:pt x="1212" y="869"/>
                    <a:pt x="1317" y="773"/>
                    <a:pt x="1317" y="649"/>
                  </a:cubicBezTo>
                  <a:cubicBezTo>
                    <a:pt x="1317" y="287"/>
                    <a:pt x="1021" y="1"/>
                    <a:pt x="659"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7" name="Google Shape;11617;p64"/>
            <p:cNvSpPr/>
            <p:nvPr/>
          </p:nvSpPr>
          <p:spPr>
            <a:xfrm>
              <a:off x="8134663" y="2064824"/>
              <a:ext cx="51480" cy="39984"/>
            </a:xfrm>
            <a:custGeom>
              <a:avLst/>
              <a:gdLst/>
              <a:ahLst/>
              <a:cxnLst/>
              <a:rect l="l" t="t" r="r" b="b"/>
              <a:pathLst>
                <a:path w="1966" h="1527" extrusionOk="0">
                  <a:moveTo>
                    <a:pt x="1526" y="429"/>
                  </a:moveTo>
                  <a:lnTo>
                    <a:pt x="1526" y="868"/>
                  </a:lnTo>
                  <a:cubicBezTo>
                    <a:pt x="1526" y="992"/>
                    <a:pt x="1431" y="1088"/>
                    <a:pt x="1307" y="1088"/>
                  </a:cubicBezTo>
                  <a:lnTo>
                    <a:pt x="649" y="1088"/>
                  </a:lnTo>
                  <a:cubicBezTo>
                    <a:pt x="534" y="1088"/>
                    <a:pt x="439" y="992"/>
                    <a:pt x="439" y="868"/>
                  </a:cubicBezTo>
                  <a:lnTo>
                    <a:pt x="439" y="429"/>
                  </a:lnTo>
                  <a:close/>
                  <a:moveTo>
                    <a:pt x="219" y="0"/>
                  </a:moveTo>
                  <a:cubicBezTo>
                    <a:pt x="95" y="0"/>
                    <a:pt x="0" y="96"/>
                    <a:pt x="0" y="210"/>
                  </a:cubicBezTo>
                  <a:lnTo>
                    <a:pt x="0" y="868"/>
                  </a:lnTo>
                  <a:cubicBezTo>
                    <a:pt x="0" y="1231"/>
                    <a:pt x="286" y="1527"/>
                    <a:pt x="649" y="1527"/>
                  </a:cubicBezTo>
                  <a:lnTo>
                    <a:pt x="1307" y="1527"/>
                  </a:lnTo>
                  <a:cubicBezTo>
                    <a:pt x="1670" y="1527"/>
                    <a:pt x="1965" y="1231"/>
                    <a:pt x="1965" y="868"/>
                  </a:cubicBezTo>
                  <a:lnTo>
                    <a:pt x="1965" y="210"/>
                  </a:lnTo>
                  <a:cubicBezTo>
                    <a:pt x="1965" y="96"/>
                    <a:pt x="1860" y="0"/>
                    <a:pt x="174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8" name="Google Shape;11618;p64"/>
            <p:cNvSpPr/>
            <p:nvPr/>
          </p:nvSpPr>
          <p:spPr>
            <a:xfrm>
              <a:off x="8197612" y="2064824"/>
              <a:ext cx="51218" cy="39984"/>
            </a:xfrm>
            <a:custGeom>
              <a:avLst/>
              <a:gdLst/>
              <a:ahLst/>
              <a:cxnLst/>
              <a:rect l="l" t="t" r="r" b="b"/>
              <a:pathLst>
                <a:path w="1956" h="1527" extrusionOk="0">
                  <a:moveTo>
                    <a:pt x="1527" y="429"/>
                  </a:moveTo>
                  <a:lnTo>
                    <a:pt x="1527" y="868"/>
                  </a:lnTo>
                  <a:cubicBezTo>
                    <a:pt x="1527" y="992"/>
                    <a:pt x="1431" y="1088"/>
                    <a:pt x="1307" y="1088"/>
                  </a:cubicBezTo>
                  <a:lnTo>
                    <a:pt x="649" y="1088"/>
                  </a:lnTo>
                  <a:cubicBezTo>
                    <a:pt x="534" y="1088"/>
                    <a:pt x="429" y="992"/>
                    <a:pt x="429" y="868"/>
                  </a:cubicBezTo>
                  <a:lnTo>
                    <a:pt x="429" y="429"/>
                  </a:lnTo>
                  <a:close/>
                  <a:moveTo>
                    <a:pt x="210" y="0"/>
                  </a:moveTo>
                  <a:cubicBezTo>
                    <a:pt x="96" y="0"/>
                    <a:pt x="0" y="96"/>
                    <a:pt x="0" y="210"/>
                  </a:cubicBezTo>
                  <a:lnTo>
                    <a:pt x="0" y="868"/>
                  </a:lnTo>
                  <a:cubicBezTo>
                    <a:pt x="0" y="1231"/>
                    <a:pt x="286" y="1527"/>
                    <a:pt x="649" y="1527"/>
                  </a:cubicBezTo>
                  <a:lnTo>
                    <a:pt x="1307" y="1527"/>
                  </a:lnTo>
                  <a:cubicBezTo>
                    <a:pt x="1670" y="1527"/>
                    <a:pt x="1956" y="1231"/>
                    <a:pt x="1956" y="868"/>
                  </a:cubicBezTo>
                  <a:lnTo>
                    <a:pt x="1956" y="210"/>
                  </a:lnTo>
                  <a:cubicBezTo>
                    <a:pt x="1956" y="96"/>
                    <a:pt x="1860" y="0"/>
                    <a:pt x="174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9" name="Google Shape;11619;p64"/>
            <p:cNvSpPr/>
            <p:nvPr/>
          </p:nvSpPr>
          <p:spPr>
            <a:xfrm>
              <a:off x="8154642" y="2076319"/>
              <a:ext cx="11521" cy="11312"/>
            </a:xfrm>
            <a:custGeom>
              <a:avLst/>
              <a:gdLst/>
              <a:ahLst/>
              <a:cxnLst/>
              <a:rect l="l" t="t" r="r" b="b"/>
              <a:pathLst>
                <a:path w="440" h="432" extrusionOk="0">
                  <a:moveTo>
                    <a:pt x="0" y="0"/>
                  </a:moveTo>
                  <a:lnTo>
                    <a:pt x="0" y="210"/>
                  </a:lnTo>
                  <a:cubicBezTo>
                    <a:pt x="0" y="358"/>
                    <a:pt x="110" y="432"/>
                    <a:pt x="220" y="432"/>
                  </a:cubicBezTo>
                  <a:cubicBezTo>
                    <a:pt x="329" y="432"/>
                    <a:pt x="439" y="358"/>
                    <a:pt x="439" y="210"/>
                  </a:cubicBezTo>
                  <a:lnTo>
                    <a:pt x="43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0" name="Google Shape;11620;p64"/>
            <p:cNvSpPr/>
            <p:nvPr/>
          </p:nvSpPr>
          <p:spPr>
            <a:xfrm>
              <a:off x="8217591" y="2076319"/>
              <a:ext cx="11521" cy="11312"/>
            </a:xfrm>
            <a:custGeom>
              <a:avLst/>
              <a:gdLst/>
              <a:ahLst/>
              <a:cxnLst/>
              <a:rect l="l" t="t" r="r" b="b"/>
              <a:pathLst>
                <a:path w="440" h="432" extrusionOk="0">
                  <a:moveTo>
                    <a:pt x="0" y="0"/>
                  </a:moveTo>
                  <a:lnTo>
                    <a:pt x="0" y="210"/>
                  </a:lnTo>
                  <a:cubicBezTo>
                    <a:pt x="0" y="358"/>
                    <a:pt x="108" y="432"/>
                    <a:pt x="216" y="432"/>
                  </a:cubicBezTo>
                  <a:cubicBezTo>
                    <a:pt x="325" y="432"/>
                    <a:pt x="434" y="358"/>
                    <a:pt x="439" y="210"/>
                  </a:cubicBezTo>
                  <a:lnTo>
                    <a:pt x="43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21" name="Google Shape;11621;p64"/>
          <p:cNvGrpSpPr/>
          <p:nvPr/>
        </p:nvGrpSpPr>
        <p:grpSpPr>
          <a:xfrm>
            <a:off x="7137655" y="1819575"/>
            <a:ext cx="274812" cy="354728"/>
            <a:chOff x="7153930" y="1973150"/>
            <a:chExt cx="274812" cy="354728"/>
          </a:xfrm>
        </p:grpSpPr>
        <p:sp>
          <p:nvSpPr>
            <p:cNvPr id="11622" name="Google Shape;11622;p64"/>
            <p:cNvSpPr/>
            <p:nvPr/>
          </p:nvSpPr>
          <p:spPr>
            <a:xfrm>
              <a:off x="7153930" y="2212691"/>
              <a:ext cx="274812" cy="115188"/>
            </a:xfrm>
            <a:custGeom>
              <a:avLst/>
              <a:gdLst/>
              <a:ahLst/>
              <a:cxnLst/>
              <a:rect l="l" t="t" r="r" b="b"/>
              <a:pathLst>
                <a:path w="10495" h="4399" extrusionOk="0">
                  <a:moveTo>
                    <a:pt x="3063" y="1"/>
                  </a:moveTo>
                  <a:lnTo>
                    <a:pt x="945" y="630"/>
                  </a:lnTo>
                  <a:cubicBezTo>
                    <a:pt x="391" y="793"/>
                    <a:pt x="10" y="1298"/>
                    <a:pt x="0" y="1880"/>
                  </a:cubicBezTo>
                  <a:lnTo>
                    <a:pt x="0" y="3740"/>
                  </a:lnTo>
                  <a:cubicBezTo>
                    <a:pt x="0" y="4103"/>
                    <a:pt x="296" y="4399"/>
                    <a:pt x="658" y="4399"/>
                  </a:cubicBezTo>
                  <a:lnTo>
                    <a:pt x="9836" y="4399"/>
                  </a:lnTo>
                  <a:cubicBezTo>
                    <a:pt x="10198" y="4399"/>
                    <a:pt x="10494" y="4103"/>
                    <a:pt x="10494" y="3740"/>
                  </a:cubicBezTo>
                  <a:lnTo>
                    <a:pt x="10494" y="1880"/>
                  </a:lnTo>
                  <a:cubicBezTo>
                    <a:pt x="10494" y="1298"/>
                    <a:pt x="10103" y="793"/>
                    <a:pt x="9550" y="630"/>
                  </a:cubicBezTo>
                  <a:lnTo>
                    <a:pt x="7441" y="1"/>
                  </a:lnTo>
                  <a:lnTo>
                    <a:pt x="5247" y="1995"/>
                  </a:lnTo>
                  <a:lnTo>
                    <a:pt x="3063"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3" name="Google Shape;11623;p64"/>
            <p:cNvSpPr/>
            <p:nvPr/>
          </p:nvSpPr>
          <p:spPr>
            <a:xfrm>
              <a:off x="7184409" y="2116277"/>
              <a:ext cx="213591" cy="211601"/>
            </a:xfrm>
            <a:custGeom>
              <a:avLst/>
              <a:gdLst/>
              <a:ahLst/>
              <a:cxnLst/>
              <a:rect l="l" t="t" r="r" b="b"/>
              <a:pathLst>
                <a:path w="8157" h="8081" extrusionOk="0">
                  <a:moveTo>
                    <a:pt x="4083" y="0"/>
                  </a:moveTo>
                  <a:lnTo>
                    <a:pt x="229" y="611"/>
                  </a:lnTo>
                  <a:cubicBezTo>
                    <a:pt x="86" y="630"/>
                    <a:pt x="0" y="792"/>
                    <a:pt x="76" y="926"/>
                  </a:cubicBezTo>
                  <a:lnTo>
                    <a:pt x="2557" y="5677"/>
                  </a:lnTo>
                  <a:lnTo>
                    <a:pt x="2232" y="6316"/>
                  </a:lnTo>
                  <a:cubicBezTo>
                    <a:pt x="2156" y="6459"/>
                    <a:pt x="2175" y="6631"/>
                    <a:pt x="2271" y="6764"/>
                  </a:cubicBezTo>
                  <a:lnTo>
                    <a:pt x="3206" y="8081"/>
                  </a:lnTo>
                  <a:lnTo>
                    <a:pt x="4951" y="8081"/>
                  </a:lnTo>
                  <a:lnTo>
                    <a:pt x="5896" y="6764"/>
                  </a:lnTo>
                  <a:cubicBezTo>
                    <a:pt x="5991" y="6631"/>
                    <a:pt x="6001" y="6459"/>
                    <a:pt x="5934" y="6316"/>
                  </a:cubicBezTo>
                  <a:lnTo>
                    <a:pt x="5610" y="5677"/>
                  </a:lnTo>
                  <a:lnTo>
                    <a:pt x="8090" y="926"/>
                  </a:lnTo>
                  <a:cubicBezTo>
                    <a:pt x="8157" y="792"/>
                    <a:pt x="8080" y="630"/>
                    <a:pt x="7937" y="611"/>
                  </a:cubicBezTo>
                  <a:lnTo>
                    <a:pt x="4083"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4" name="Google Shape;11624;p64"/>
            <p:cNvSpPr/>
            <p:nvPr/>
          </p:nvSpPr>
          <p:spPr>
            <a:xfrm>
              <a:off x="7185640" y="2116277"/>
              <a:ext cx="211365" cy="145458"/>
            </a:xfrm>
            <a:custGeom>
              <a:avLst/>
              <a:gdLst/>
              <a:ahLst/>
              <a:cxnLst/>
              <a:rect l="l" t="t" r="r" b="b"/>
              <a:pathLst>
                <a:path w="8072" h="5555" extrusionOk="0">
                  <a:moveTo>
                    <a:pt x="4036" y="0"/>
                  </a:moveTo>
                  <a:lnTo>
                    <a:pt x="192" y="611"/>
                  </a:lnTo>
                  <a:cubicBezTo>
                    <a:pt x="87" y="620"/>
                    <a:pt x="10" y="706"/>
                    <a:pt x="1" y="802"/>
                  </a:cubicBezTo>
                  <a:lnTo>
                    <a:pt x="3864" y="5476"/>
                  </a:lnTo>
                  <a:cubicBezTo>
                    <a:pt x="3907" y="5529"/>
                    <a:pt x="3969" y="5555"/>
                    <a:pt x="4033" y="5555"/>
                  </a:cubicBezTo>
                  <a:cubicBezTo>
                    <a:pt x="4096" y="5555"/>
                    <a:pt x="4160" y="5529"/>
                    <a:pt x="4208" y="5476"/>
                  </a:cubicBezTo>
                  <a:lnTo>
                    <a:pt x="8072" y="802"/>
                  </a:lnTo>
                  <a:cubicBezTo>
                    <a:pt x="8062" y="706"/>
                    <a:pt x="7986" y="630"/>
                    <a:pt x="7890" y="611"/>
                  </a:cubicBezTo>
                  <a:lnTo>
                    <a:pt x="4036"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5" name="Google Shape;11625;p64"/>
            <p:cNvSpPr/>
            <p:nvPr/>
          </p:nvSpPr>
          <p:spPr>
            <a:xfrm>
              <a:off x="7244608" y="2167731"/>
              <a:ext cx="93454" cy="94004"/>
            </a:xfrm>
            <a:custGeom>
              <a:avLst/>
              <a:gdLst/>
              <a:ahLst/>
              <a:cxnLst/>
              <a:rect l="l" t="t" r="r" b="b"/>
              <a:pathLst>
                <a:path w="3569" h="3590" extrusionOk="0">
                  <a:moveTo>
                    <a:pt x="258" y="1"/>
                  </a:moveTo>
                  <a:lnTo>
                    <a:pt x="258" y="1040"/>
                  </a:lnTo>
                  <a:cubicBezTo>
                    <a:pt x="258" y="1241"/>
                    <a:pt x="162" y="1432"/>
                    <a:pt x="0" y="1556"/>
                  </a:cubicBezTo>
                  <a:lnTo>
                    <a:pt x="1612" y="3511"/>
                  </a:lnTo>
                  <a:cubicBezTo>
                    <a:pt x="1655" y="3564"/>
                    <a:pt x="1717" y="3590"/>
                    <a:pt x="1781" y="3590"/>
                  </a:cubicBezTo>
                  <a:cubicBezTo>
                    <a:pt x="1844" y="3590"/>
                    <a:pt x="1908" y="3564"/>
                    <a:pt x="1956" y="3511"/>
                  </a:cubicBezTo>
                  <a:lnTo>
                    <a:pt x="3568" y="1556"/>
                  </a:lnTo>
                  <a:cubicBezTo>
                    <a:pt x="3406" y="1432"/>
                    <a:pt x="3311" y="1241"/>
                    <a:pt x="3311" y="1040"/>
                  </a:cubicBezTo>
                  <a:lnTo>
                    <a:pt x="3311"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6" name="Google Shape;11626;p64"/>
            <p:cNvSpPr/>
            <p:nvPr/>
          </p:nvSpPr>
          <p:spPr>
            <a:xfrm>
              <a:off x="7157177" y="2238430"/>
              <a:ext cx="48233" cy="89448"/>
            </a:xfrm>
            <a:custGeom>
              <a:avLst/>
              <a:gdLst/>
              <a:ahLst/>
              <a:cxnLst/>
              <a:rect l="l" t="t" r="r" b="b"/>
              <a:pathLst>
                <a:path w="1842" h="3416" extrusionOk="0">
                  <a:moveTo>
                    <a:pt x="248" y="0"/>
                  </a:moveTo>
                  <a:cubicBezTo>
                    <a:pt x="143" y="105"/>
                    <a:pt x="67" y="229"/>
                    <a:pt x="0" y="363"/>
                  </a:cubicBezTo>
                  <a:lnTo>
                    <a:pt x="1174" y="1355"/>
                  </a:lnTo>
                  <a:cubicBezTo>
                    <a:pt x="1326" y="1479"/>
                    <a:pt x="1412" y="1670"/>
                    <a:pt x="1412" y="1861"/>
                  </a:cubicBezTo>
                  <a:lnTo>
                    <a:pt x="1412" y="3416"/>
                  </a:lnTo>
                  <a:lnTo>
                    <a:pt x="1841" y="3416"/>
                  </a:lnTo>
                  <a:lnTo>
                    <a:pt x="1841" y="1851"/>
                  </a:lnTo>
                  <a:cubicBezTo>
                    <a:pt x="1841" y="1536"/>
                    <a:pt x="1698" y="1231"/>
                    <a:pt x="1460" y="1031"/>
                  </a:cubicBezTo>
                  <a:lnTo>
                    <a:pt x="24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7" name="Google Shape;11627;p64"/>
            <p:cNvSpPr/>
            <p:nvPr/>
          </p:nvSpPr>
          <p:spPr>
            <a:xfrm>
              <a:off x="7377000" y="2238430"/>
              <a:ext cx="48495" cy="89448"/>
            </a:xfrm>
            <a:custGeom>
              <a:avLst/>
              <a:gdLst/>
              <a:ahLst/>
              <a:cxnLst/>
              <a:rect l="l" t="t" r="r" b="b"/>
              <a:pathLst>
                <a:path w="1852" h="3416" extrusionOk="0">
                  <a:moveTo>
                    <a:pt x="1603" y="0"/>
                  </a:moveTo>
                  <a:lnTo>
                    <a:pt x="392" y="1031"/>
                  </a:lnTo>
                  <a:cubicBezTo>
                    <a:pt x="143" y="1231"/>
                    <a:pt x="0" y="1536"/>
                    <a:pt x="0" y="1851"/>
                  </a:cubicBezTo>
                  <a:lnTo>
                    <a:pt x="0" y="3416"/>
                  </a:lnTo>
                  <a:lnTo>
                    <a:pt x="439" y="3416"/>
                  </a:lnTo>
                  <a:lnTo>
                    <a:pt x="439" y="1861"/>
                  </a:lnTo>
                  <a:cubicBezTo>
                    <a:pt x="439" y="1670"/>
                    <a:pt x="525" y="1479"/>
                    <a:pt x="668" y="1355"/>
                  </a:cubicBezTo>
                  <a:lnTo>
                    <a:pt x="1851" y="363"/>
                  </a:lnTo>
                  <a:cubicBezTo>
                    <a:pt x="1784" y="229"/>
                    <a:pt x="1708" y="105"/>
                    <a:pt x="1603"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8" name="Google Shape;11628;p64"/>
            <p:cNvSpPr/>
            <p:nvPr/>
          </p:nvSpPr>
          <p:spPr>
            <a:xfrm>
              <a:off x="7251338" y="2167731"/>
              <a:ext cx="79969" cy="22886"/>
            </a:xfrm>
            <a:custGeom>
              <a:avLst/>
              <a:gdLst/>
              <a:ahLst/>
              <a:cxnLst/>
              <a:rect l="l" t="t" r="r" b="b"/>
              <a:pathLst>
                <a:path w="3054" h="874" extrusionOk="0">
                  <a:moveTo>
                    <a:pt x="1" y="1"/>
                  </a:moveTo>
                  <a:lnTo>
                    <a:pt x="1" y="487"/>
                  </a:lnTo>
                  <a:cubicBezTo>
                    <a:pt x="478" y="745"/>
                    <a:pt x="1002" y="874"/>
                    <a:pt x="1527" y="874"/>
                  </a:cubicBezTo>
                  <a:cubicBezTo>
                    <a:pt x="2052" y="874"/>
                    <a:pt x="2577" y="745"/>
                    <a:pt x="3054" y="487"/>
                  </a:cubicBezTo>
                  <a:lnTo>
                    <a:pt x="305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9" name="Google Shape;11629;p64"/>
            <p:cNvSpPr/>
            <p:nvPr/>
          </p:nvSpPr>
          <p:spPr>
            <a:xfrm>
              <a:off x="7195145" y="2013109"/>
              <a:ext cx="192381" cy="165882"/>
            </a:xfrm>
            <a:custGeom>
              <a:avLst/>
              <a:gdLst/>
              <a:ahLst/>
              <a:cxnLst/>
              <a:rect l="l" t="t" r="r" b="b"/>
              <a:pathLst>
                <a:path w="7347" h="6335" extrusionOk="0">
                  <a:moveTo>
                    <a:pt x="840" y="0"/>
                  </a:moveTo>
                  <a:lnTo>
                    <a:pt x="840" y="2624"/>
                  </a:lnTo>
                  <a:lnTo>
                    <a:pt x="725" y="2624"/>
                  </a:lnTo>
                  <a:cubicBezTo>
                    <a:pt x="0" y="2624"/>
                    <a:pt x="0" y="3721"/>
                    <a:pt x="725" y="3721"/>
                  </a:cubicBezTo>
                  <a:lnTo>
                    <a:pt x="849" y="3721"/>
                  </a:lnTo>
                  <a:cubicBezTo>
                    <a:pt x="964" y="5200"/>
                    <a:pt x="2195" y="6335"/>
                    <a:pt x="3673" y="6335"/>
                  </a:cubicBezTo>
                  <a:cubicBezTo>
                    <a:pt x="5161" y="6335"/>
                    <a:pt x="6392" y="5200"/>
                    <a:pt x="6507" y="3721"/>
                  </a:cubicBezTo>
                  <a:lnTo>
                    <a:pt x="6621" y="3721"/>
                  </a:lnTo>
                  <a:cubicBezTo>
                    <a:pt x="7346" y="3721"/>
                    <a:pt x="7346" y="2624"/>
                    <a:pt x="6621" y="2624"/>
                  </a:cubicBezTo>
                  <a:lnTo>
                    <a:pt x="6516" y="2624"/>
                  </a:lnTo>
                  <a:lnTo>
                    <a:pt x="6516" y="0"/>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0" name="Google Shape;11630;p64"/>
            <p:cNvSpPr/>
            <p:nvPr/>
          </p:nvSpPr>
          <p:spPr>
            <a:xfrm>
              <a:off x="7274067" y="2122012"/>
              <a:ext cx="34512" cy="17020"/>
            </a:xfrm>
            <a:custGeom>
              <a:avLst/>
              <a:gdLst/>
              <a:ahLst/>
              <a:cxnLst/>
              <a:rect l="l" t="t" r="r" b="b"/>
              <a:pathLst>
                <a:path w="1318" h="650" extrusionOk="0">
                  <a:moveTo>
                    <a:pt x="1" y="1"/>
                  </a:moveTo>
                  <a:cubicBezTo>
                    <a:pt x="1" y="363"/>
                    <a:pt x="297" y="650"/>
                    <a:pt x="659" y="650"/>
                  </a:cubicBezTo>
                  <a:cubicBezTo>
                    <a:pt x="1022" y="650"/>
                    <a:pt x="1317" y="363"/>
                    <a:pt x="1317"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1" name="Google Shape;11631;p64"/>
            <p:cNvSpPr/>
            <p:nvPr/>
          </p:nvSpPr>
          <p:spPr>
            <a:xfrm>
              <a:off x="7197633" y="2013344"/>
              <a:ext cx="145170" cy="165882"/>
            </a:xfrm>
            <a:custGeom>
              <a:avLst/>
              <a:gdLst/>
              <a:ahLst/>
              <a:cxnLst/>
              <a:rect l="l" t="t" r="r" b="b"/>
              <a:pathLst>
                <a:path w="5544" h="6335" extrusionOk="0">
                  <a:moveTo>
                    <a:pt x="735" y="1"/>
                  </a:moveTo>
                  <a:lnTo>
                    <a:pt x="735" y="2624"/>
                  </a:lnTo>
                  <a:lnTo>
                    <a:pt x="649" y="2624"/>
                  </a:lnTo>
                  <a:cubicBezTo>
                    <a:pt x="392" y="2624"/>
                    <a:pt x="172" y="2787"/>
                    <a:pt x="106" y="3025"/>
                  </a:cubicBezTo>
                  <a:cubicBezTo>
                    <a:pt x="1" y="3369"/>
                    <a:pt x="268" y="3712"/>
                    <a:pt x="630" y="3722"/>
                  </a:cubicBezTo>
                  <a:lnTo>
                    <a:pt x="745" y="3722"/>
                  </a:lnTo>
                  <a:cubicBezTo>
                    <a:pt x="848" y="5216"/>
                    <a:pt x="2102" y="6335"/>
                    <a:pt x="3556" y="6335"/>
                  </a:cubicBezTo>
                  <a:cubicBezTo>
                    <a:pt x="3708" y="6335"/>
                    <a:pt x="3862" y="6323"/>
                    <a:pt x="4017" y="6297"/>
                  </a:cubicBezTo>
                  <a:cubicBezTo>
                    <a:pt x="2634" y="6087"/>
                    <a:pt x="1613" y="4895"/>
                    <a:pt x="1613" y="3493"/>
                  </a:cubicBezTo>
                  <a:lnTo>
                    <a:pt x="1613" y="2586"/>
                  </a:lnTo>
                  <a:cubicBezTo>
                    <a:pt x="1613" y="1957"/>
                    <a:pt x="1794" y="1337"/>
                    <a:pt x="2157" y="821"/>
                  </a:cubicBezTo>
                  <a:lnTo>
                    <a:pt x="2166" y="802"/>
                  </a:lnTo>
                  <a:cubicBezTo>
                    <a:pt x="2206" y="740"/>
                    <a:pt x="2272" y="708"/>
                    <a:pt x="2339" y="708"/>
                  </a:cubicBezTo>
                  <a:cubicBezTo>
                    <a:pt x="2386" y="708"/>
                    <a:pt x="2433" y="723"/>
                    <a:pt x="2472" y="755"/>
                  </a:cubicBezTo>
                  <a:cubicBezTo>
                    <a:pt x="2739" y="955"/>
                    <a:pt x="3034" y="1127"/>
                    <a:pt x="3349" y="1251"/>
                  </a:cubicBezTo>
                  <a:cubicBezTo>
                    <a:pt x="3421" y="1279"/>
                    <a:pt x="3499" y="1294"/>
                    <a:pt x="3579" y="1294"/>
                  </a:cubicBezTo>
                  <a:cubicBezTo>
                    <a:pt x="3659" y="1294"/>
                    <a:pt x="3740" y="1279"/>
                    <a:pt x="3817" y="1251"/>
                  </a:cubicBezTo>
                  <a:cubicBezTo>
                    <a:pt x="4198" y="1108"/>
                    <a:pt x="5267" y="230"/>
                    <a:pt x="5543"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2" name="Google Shape;11632;p64"/>
            <p:cNvSpPr/>
            <p:nvPr/>
          </p:nvSpPr>
          <p:spPr>
            <a:xfrm>
              <a:off x="7251338" y="2081923"/>
              <a:ext cx="11286" cy="17151"/>
            </a:xfrm>
            <a:custGeom>
              <a:avLst/>
              <a:gdLst/>
              <a:ahLst/>
              <a:cxnLst/>
              <a:rect l="l" t="t" r="r" b="b"/>
              <a:pathLst>
                <a:path w="431" h="655" extrusionOk="0">
                  <a:moveTo>
                    <a:pt x="215" y="1"/>
                  </a:moveTo>
                  <a:cubicBezTo>
                    <a:pt x="108" y="1"/>
                    <a:pt x="1" y="72"/>
                    <a:pt x="1" y="215"/>
                  </a:cubicBezTo>
                  <a:lnTo>
                    <a:pt x="1" y="435"/>
                  </a:lnTo>
                  <a:cubicBezTo>
                    <a:pt x="1" y="559"/>
                    <a:pt x="96" y="654"/>
                    <a:pt x="220" y="654"/>
                  </a:cubicBezTo>
                  <a:cubicBezTo>
                    <a:pt x="335" y="654"/>
                    <a:pt x="430" y="559"/>
                    <a:pt x="430" y="435"/>
                  </a:cubicBezTo>
                  <a:lnTo>
                    <a:pt x="430" y="215"/>
                  </a:lnTo>
                  <a:cubicBezTo>
                    <a:pt x="430" y="72"/>
                    <a:pt x="323" y="1"/>
                    <a:pt x="215"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3" name="Google Shape;11633;p64"/>
            <p:cNvSpPr/>
            <p:nvPr/>
          </p:nvSpPr>
          <p:spPr>
            <a:xfrm>
              <a:off x="7319786" y="2081923"/>
              <a:ext cx="11521" cy="17151"/>
            </a:xfrm>
            <a:custGeom>
              <a:avLst/>
              <a:gdLst/>
              <a:ahLst/>
              <a:cxnLst/>
              <a:rect l="l" t="t" r="r" b="b"/>
              <a:pathLst>
                <a:path w="440" h="655" extrusionOk="0">
                  <a:moveTo>
                    <a:pt x="220" y="1"/>
                  </a:moveTo>
                  <a:cubicBezTo>
                    <a:pt x="110" y="1"/>
                    <a:pt x="1" y="72"/>
                    <a:pt x="1" y="215"/>
                  </a:cubicBezTo>
                  <a:lnTo>
                    <a:pt x="1" y="435"/>
                  </a:lnTo>
                  <a:cubicBezTo>
                    <a:pt x="1" y="559"/>
                    <a:pt x="106" y="654"/>
                    <a:pt x="220" y="654"/>
                  </a:cubicBezTo>
                  <a:cubicBezTo>
                    <a:pt x="344" y="654"/>
                    <a:pt x="440" y="559"/>
                    <a:pt x="440" y="435"/>
                  </a:cubicBezTo>
                  <a:lnTo>
                    <a:pt x="440" y="215"/>
                  </a:lnTo>
                  <a:cubicBezTo>
                    <a:pt x="440" y="72"/>
                    <a:pt x="330" y="1"/>
                    <a:pt x="220"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4" name="Google Shape;11634;p64"/>
            <p:cNvSpPr/>
            <p:nvPr/>
          </p:nvSpPr>
          <p:spPr>
            <a:xfrm>
              <a:off x="7242671" y="2064641"/>
              <a:ext cx="33674" cy="17439"/>
            </a:xfrm>
            <a:custGeom>
              <a:avLst/>
              <a:gdLst/>
              <a:ahLst/>
              <a:cxnLst/>
              <a:rect l="l" t="t" r="r" b="b"/>
              <a:pathLst>
                <a:path w="1286" h="666" extrusionOk="0">
                  <a:moveTo>
                    <a:pt x="311" y="0"/>
                  </a:moveTo>
                  <a:cubicBezTo>
                    <a:pt x="87" y="0"/>
                    <a:pt x="0" y="350"/>
                    <a:pt x="255" y="427"/>
                  </a:cubicBezTo>
                  <a:lnTo>
                    <a:pt x="914" y="646"/>
                  </a:lnTo>
                  <a:cubicBezTo>
                    <a:pt x="933" y="656"/>
                    <a:pt x="961" y="656"/>
                    <a:pt x="981" y="656"/>
                  </a:cubicBezTo>
                  <a:lnTo>
                    <a:pt x="981" y="665"/>
                  </a:lnTo>
                  <a:cubicBezTo>
                    <a:pt x="1238" y="665"/>
                    <a:pt x="1286" y="312"/>
                    <a:pt x="1057" y="236"/>
                  </a:cubicBezTo>
                  <a:lnTo>
                    <a:pt x="399" y="17"/>
                  </a:lnTo>
                  <a:cubicBezTo>
                    <a:pt x="368" y="5"/>
                    <a:pt x="339" y="0"/>
                    <a:pt x="31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5" name="Google Shape;11635;p64"/>
            <p:cNvSpPr/>
            <p:nvPr/>
          </p:nvSpPr>
          <p:spPr>
            <a:xfrm>
              <a:off x="7306143" y="2064745"/>
              <a:ext cx="33255" cy="17099"/>
            </a:xfrm>
            <a:custGeom>
              <a:avLst/>
              <a:gdLst/>
              <a:ahLst/>
              <a:cxnLst/>
              <a:rect l="l" t="t" r="r" b="b"/>
              <a:pathLst>
                <a:path w="1270" h="653" extrusionOk="0">
                  <a:moveTo>
                    <a:pt x="967" y="1"/>
                  </a:moveTo>
                  <a:cubicBezTo>
                    <a:pt x="944" y="1"/>
                    <a:pt x="919" y="5"/>
                    <a:pt x="894" y="13"/>
                  </a:cubicBezTo>
                  <a:lnTo>
                    <a:pt x="236" y="232"/>
                  </a:lnTo>
                  <a:cubicBezTo>
                    <a:pt x="0" y="307"/>
                    <a:pt x="53" y="652"/>
                    <a:pt x="302" y="652"/>
                  </a:cubicBezTo>
                  <a:cubicBezTo>
                    <a:pt x="305" y="652"/>
                    <a:pt x="308" y="652"/>
                    <a:pt x="312" y="652"/>
                  </a:cubicBezTo>
                  <a:cubicBezTo>
                    <a:pt x="331" y="652"/>
                    <a:pt x="350" y="652"/>
                    <a:pt x="379" y="642"/>
                  </a:cubicBezTo>
                  <a:lnTo>
                    <a:pt x="1037" y="423"/>
                  </a:lnTo>
                  <a:cubicBezTo>
                    <a:pt x="1270" y="337"/>
                    <a:pt x="1183" y="1"/>
                    <a:pt x="967"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6" name="Google Shape;11636;p64"/>
            <p:cNvSpPr/>
            <p:nvPr/>
          </p:nvSpPr>
          <p:spPr>
            <a:xfrm>
              <a:off x="7205383" y="1973150"/>
              <a:ext cx="171643" cy="111679"/>
            </a:xfrm>
            <a:custGeom>
              <a:avLst/>
              <a:gdLst/>
              <a:ahLst/>
              <a:cxnLst/>
              <a:rect l="l" t="t" r="r" b="b"/>
              <a:pathLst>
                <a:path w="6555" h="4265" extrusionOk="0">
                  <a:moveTo>
                    <a:pt x="2624" y="0"/>
                  </a:moveTo>
                  <a:cubicBezTo>
                    <a:pt x="1174" y="0"/>
                    <a:pt x="0" y="1173"/>
                    <a:pt x="0" y="2624"/>
                  </a:cubicBezTo>
                  <a:lnTo>
                    <a:pt x="0" y="4264"/>
                  </a:lnTo>
                  <a:cubicBezTo>
                    <a:pt x="96" y="4198"/>
                    <a:pt x="210" y="4159"/>
                    <a:pt x="334" y="4159"/>
                  </a:cubicBezTo>
                  <a:lnTo>
                    <a:pt x="477" y="4159"/>
                  </a:lnTo>
                  <a:cubicBezTo>
                    <a:pt x="582" y="4159"/>
                    <a:pt x="668" y="4083"/>
                    <a:pt x="687" y="3988"/>
                  </a:cubicBezTo>
                  <a:cubicBezTo>
                    <a:pt x="783" y="3577"/>
                    <a:pt x="1059" y="2538"/>
                    <a:pt x="1823" y="1689"/>
                  </a:cubicBezTo>
                  <a:cubicBezTo>
                    <a:pt x="1862" y="1644"/>
                    <a:pt x="1916" y="1623"/>
                    <a:pt x="1972" y="1623"/>
                  </a:cubicBezTo>
                  <a:cubicBezTo>
                    <a:pt x="2024" y="1623"/>
                    <a:pt x="2077" y="1642"/>
                    <a:pt x="2118" y="1679"/>
                  </a:cubicBezTo>
                  <a:cubicBezTo>
                    <a:pt x="2443" y="1975"/>
                    <a:pt x="2805" y="2204"/>
                    <a:pt x="3206" y="2385"/>
                  </a:cubicBezTo>
                  <a:cubicBezTo>
                    <a:pt x="3230" y="2395"/>
                    <a:pt x="3256" y="2399"/>
                    <a:pt x="3282" y="2399"/>
                  </a:cubicBezTo>
                  <a:cubicBezTo>
                    <a:pt x="3308" y="2399"/>
                    <a:pt x="3335" y="2395"/>
                    <a:pt x="3359" y="2385"/>
                  </a:cubicBezTo>
                  <a:cubicBezTo>
                    <a:pt x="3750" y="2204"/>
                    <a:pt x="4122" y="1975"/>
                    <a:pt x="4437" y="1679"/>
                  </a:cubicBezTo>
                  <a:cubicBezTo>
                    <a:pt x="4478" y="1642"/>
                    <a:pt x="4531" y="1623"/>
                    <a:pt x="4584" y="1623"/>
                  </a:cubicBezTo>
                  <a:cubicBezTo>
                    <a:pt x="4641" y="1623"/>
                    <a:pt x="4698" y="1644"/>
                    <a:pt x="4742" y="1689"/>
                  </a:cubicBezTo>
                  <a:cubicBezTo>
                    <a:pt x="5495" y="2538"/>
                    <a:pt x="5782" y="3577"/>
                    <a:pt x="5868" y="3988"/>
                  </a:cubicBezTo>
                  <a:cubicBezTo>
                    <a:pt x="5887" y="4083"/>
                    <a:pt x="5982" y="4159"/>
                    <a:pt x="6087" y="4159"/>
                  </a:cubicBezTo>
                  <a:lnTo>
                    <a:pt x="6230" y="4159"/>
                  </a:lnTo>
                  <a:cubicBezTo>
                    <a:pt x="6345" y="4159"/>
                    <a:pt x="6459" y="4198"/>
                    <a:pt x="6554" y="4264"/>
                  </a:cubicBezTo>
                  <a:lnTo>
                    <a:pt x="6554" y="2624"/>
                  </a:lnTo>
                  <a:cubicBezTo>
                    <a:pt x="6554" y="1173"/>
                    <a:pt x="5381" y="0"/>
                    <a:pt x="3931"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7" name="Google Shape;11637;p64"/>
            <p:cNvSpPr/>
            <p:nvPr/>
          </p:nvSpPr>
          <p:spPr>
            <a:xfrm>
              <a:off x="7297057" y="2120284"/>
              <a:ext cx="23017" cy="21236"/>
            </a:xfrm>
            <a:custGeom>
              <a:avLst/>
              <a:gdLst/>
              <a:ahLst/>
              <a:cxnLst/>
              <a:rect l="l" t="t" r="r" b="b"/>
              <a:pathLst>
                <a:path w="879" h="811" extrusionOk="0">
                  <a:moveTo>
                    <a:pt x="878" y="0"/>
                  </a:moveTo>
                  <a:lnTo>
                    <a:pt x="1" y="67"/>
                  </a:lnTo>
                  <a:lnTo>
                    <a:pt x="344" y="754"/>
                  </a:lnTo>
                  <a:cubicBezTo>
                    <a:pt x="363" y="792"/>
                    <a:pt x="399" y="811"/>
                    <a:pt x="435" y="811"/>
                  </a:cubicBezTo>
                  <a:cubicBezTo>
                    <a:pt x="470" y="811"/>
                    <a:pt x="506" y="792"/>
                    <a:pt x="525" y="754"/>
                  </a:cubicBezTo>
                  <a:lnTo>
                    <a:pt x="87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8" name="Google Shape;11638;p64"/>
            <p:cNvSpPr/>
            <p:nvPr/>
          </p:nvSpPr>
          <p:spPr>
            <a:xfrm>
              <a:off x="7262598" y="2120284"/>
              <a:ext cx="22990" cy="21236"/>
            </a:xfrm>
            <a:custGeom>
              <a:avLst/>
              <a:gdLst/>
              <a:ahLst/>
              <a:cxnLst/>
              <a:rect l="l" t="t" r="r" b="b"/>
              <a:pathLst>
                <a:path w="878" h="811" extrusionOk="0">
                  <a:moveTo>
                    <a:pt x="0" y="0"/>
                  </a:moveTo>
                  <a:lnTo>
                    <a:pt x="353" y="754"/>
                  </a:lnTo>
                  <a:cubicBezTo>
                    <a:pt x="372" y="792"/>
                    <a:pt x="408" y="811"/>
                    <a:pt x="444" y="811"/>
                  </a:cubicBezTo>
                  <a:cubicBezTo>
                    <a:pt x="479" y="811"/>
                    <a:pt x="515" y="792"/>
                    <a:pt x="534" y="754"/>
                  </a:cubicBezTo>
                  <a:lnTo>
                    <a:pt x="878" y="67"/>
                  </a:lnTo>
                  <a:lnTo>
                    <a:pt x="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9" name="Google Shape;11639;p64"/>
            <p:cNvSpPr/>
            <p:nvPr/>
          </p:nvSpPr>
          <p:spPr>
            <a:xfrm>
              <a:off x="7248877" y="2112350"/>
              <a:ext cx="84918" cy="15449"/>
            </a:xfrm>
            <a:custGeom>
              <a:avLst/>
              <a:gdLst/>
              <a:ahLst/>
              <a:cxnLst/>
              <a:rect l="l" t="t" r="r" b="b"/>
              <a:pathLst>
                <a:path w="3243" h="590" extrusionOk="0">
                  <a:moveTo>
                    <a:pt x="303" y="0"/>
                  </a:moveTo>
                  <a:cubicBezTo>
                    <a:pt x="64" y="0"/>
                    <a:pt x="0" y="375"/>
                    <a:pt x="257" y="437"/>
                  </a:cubicBezTo>
                  <a:cubicBezTo>
                    <a:pt x="705" y="542"/>
                    <a:pt x="1163" y="589"/>
                    <a:pt x="1621" y="589"/>
                  </a:cubicBezTo>
                  <a:cubicBezTo>
                    <a:pt x="2079" y="589"/>
                    <a:pt x="2537" y="542"/>
                    <a:pt x="2985" y="437"/>
                  </a:cubicBezTo>
                  <a:cubicBezTo>
                    <a:pt x="3242" y="375"/>
                    <a:pt x="3178" y="0"/>
                    <a:pt x="2939" y="0"/>
                  </a:cubicBezTo>
                  <a:cubicBezTo>
                    <a:pt x="2921" y="0"/>
                    <a:pt x="2901" y="3"/>
                    <a:pt x="2880" y="7"/>
                  </a:cubicBezTo>
                  <a:cubicBezTo>
                    <a:pt x="2465" y="98"/>
                    <a:pt x="2043" y="143"/>
                    <a:pt x="1621" y="143"/>
                  </a:cubicBezTo>
                  <a:cubicBezTo>
                    <a:pt x="1199" y="143"/>
                    <a:pt x="777" y="98"/>
                    <a:pt x="362" y="7"/>
                  </a:cubicBezTo>
                  <a:cubicBezTo>
                    <a:pt x="341" y="3"/>
                    <a:pt x="322" y="0"/>
                    <a:pt x="30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0" name="Google Shape;11640;p64"/>
            <p:cNvSpPr/>
            <p:nvPr/>
          </p:nvSpPr>
          <p:spPr>
            <a:xfrm>
              <a:off x="7285562" y="2257912"/>
              <a:ext cx="11521" cy="69966"/>
            </a:xfrm>
            <a:custGeom>
              <a:avLst/>
              <a:gdLst/>
              <a:ahLst/>
              <a:cxnLst/>
              <a:rect l="l" t="t" r="r" b="b"/>
              <a:pathLst>
                <a:path w="440" h="2672" extrusionOk="0">
                  <a:moveTo>
                    <a:pt x="1" y="1"/>
                  </a:moveTo>
                  <a:lnTo>
                    <a:pt x="1" y="2672"/>
                  </a:lnTo>
                  <a:lnTo>
                    <a:pt x="440" y="2672"/>
                  </a:lnTo>
                  <a:lnTo>
                    <a:pt x="440" y="1"/>
                  </a:lnTo>
                  <a:lnTo>
                    <a:pt x="392" y="67"/>
                  </a:lnTo>
                  <a:cubicBezTo>
                    <a:pt x="344" y="120"/>
                    <a:pt x="280" y="146"/>
                    <a:pt x="217" y="146"/>
                  </a:cubicBezTo>
                  <a:cubicBezTo>
                    <a:pt x="153" y="146"/>
                    <a:pt x="91" y="120"/>
                    <a:pt x="48" y="67"/>
                  </a:cubicBezTo>
                  <a:lnTo>
                    <a:pt x="1"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41" name="Google Shape;11641;p64"/>
          <p:cNvGrpSpPr/>
          <p:nvPr/>
        </p:nvGrpSpPr>
        <p:grpSpPr>
          <a:xfrm>
            <a:off x="6687247" y="1819523"/>
            <a:ext cx="274812" cy="354781"/>
            <a:chOff x="6703522" y="1973098"/>
            <a:chExt cx="274812" cy="354781"/>
          </a:xfrm>
        </p:grpSpPr>
        <p:sp>
          <p:nvSpPr>
            <p:cNvPr id="11642" name="Google Shape;11642;p64"/>
            <p:cNvSpPr/>
            <p:nvPr/>
          </p:nvSpPr>
          <p:spPr>
            <a:xfrm>
              <a:off x="6761233" y="1973150"/>
              <a:ext cx="160147" cy="57214"/>
            </a:xfrm>
            <a:custGeom>
              <a:avLst/>
              <a:gdLst/>
              <a:ahLst/>
              <a:cxnLst/>
              <a:rect l="l" t="t" r="r" b="b"/>
              <a:pathLst>
                <a:path w="6116" h="2185" extrusionOk="0">
                  <a:moveTo>
                    <a:pt x="3053" y="0"/>
                  </a:moveTo>
                  <a:cubicBezTo>
                    <a:pt x="1565" y="0"/>
                    <a:pt x="325" y="935"/>
                    <a:pt x="0" y="2185"/>
                  </a:cubicBezTo>
                  <a:lnTo>
                    <a:pt x="6116" y="2185"/>
                  </a:lnTo>
                  <a:cubicBezTo>
                    <a:pt x="5782" y="935"/>
                    <a:pt x="4532" y="0"/>
                    <a:pt x="3053"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3" name="Google Shape;11643;p64"/>
            <p:cNvSpPr/>
            <p:nvPr/>
          </p:nvSpPr>
          <p:spPr>
            <a:xfrm>
              <a:off x="6724758" y="2116277"/>
              <a:ext cx="232601" cy="112177"/>
            </a:xfrm>
            <a:custGeom>
              <a:avLst/>
              <a:gdLst/>
              <a:ahLst/>
              <a:cxnLst/>
              <a:rect l="l" t="t" r="r" b="b"/>
              <a:pathLst>
                <a:path w="8883" h="4284" extrusionOk="0">
                  <a:moveTo>
                    <a:pt x="1327" y="0"/>
                  </a:moveTo>
                  <a:cubicBezTo>
                    <a:pt x="1203" y="697"/>
                    <a:pt x="783" y="745"/>
                    <a:pt x="764" y="1737"/>
                  </a:cubicBezTo>
                  <a:cubicBezTo>
                    <a:pt x="745" y="2261"/>
                    <a:pt x="773" y="2548"/>
                    <a:pt x="468" y="3015"/>
                  </a:cubicBezTo>
                  <a:cubicBezTo>
                    <a:pt x="1" y="3721"/>
                    <a:pt x="334" y="4284"/>
                    <a:pt x="334" y="4284"/>
                  </a:cubicBezTo>
                  <a:lnTo>
                    <a:pt x="8548" y="4284"/>
                  </a:lnTo>
                  <a:cubicBezTo>
                    <a:pt x="8548" y="4284"/>
                    <a:pt x="8882" y="3721"/>
                    <a:pt x="8424" y="3015"/>
                  </a:cubicBezTo>
                  <a:cubicBezTo>
                    <a:pt x="8110" y="2548"/>
                    <a:pt x="8138" y="2261"/>
                    <a:pt x="8129" y="1737"/>
                  </a:cubicBezTo>
                  <a:cubicBezTo>
                    <a:pt x="8100" y="745"/>
                    <a:pt x="7680" y="697"/>
                    <a:pt x="755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4" name="Google Shape;11644;p64"/>
            <p:cNvSpPr/>
            <p:nvPr/>
          </p:nvSpPr>
          <p:spPr>
            <a:xfrm>
              <a:off x="6703522" y="2201955"/>
              <a:ext cx="274812" cy="125924"/>
            </a:xfrm>
            <a:custGeom>
              <a:avLst/>
              <a:gdLst/>
              <a:ahLst/>
              <a:cxnLst/>
              <a:rect l="l" t="t" r="r" b="b"/>
              <a:pathLst>
                <a:path w="10495" h="4809" extrusionOk="0">
                  <a:moveTo>
                    <a:pt x="4380" y="1"/>
                  </a:moveTo>
                  <a:lnTo>
                    <a:pt x="945" y="1040"/>
                  </a:lnTo>
                  <a:cubicBezTo>
                    <a:pt x="392" y="1203"/>
                    <a:pt x="10" y="1708"/>
                    <a:pt x="1" y="2290"/>
                  </a:cubicBezTo>
                  <a:lnTo>
                    <a:pt x="1" y="4150"/>
                  </a:lnTo>
                  <a:cubicBezTo>
                    <a:pt x="1" y="4513"/>
                    <a:pt x="296" y="4809"/>
                    <a:pt x="659" y="4809"/>
                  </a:cubicBezTo>
                  <a:lnTo>
                    <a:pt x="9836" y="4809"/>
                  </a:lnTo>
                  <a:cubicBezTo>
                    <a:pt x="10199" y="4809"/>
                    <a:pt x="10495" y="4513"/>
                    <a:pt x="10495" y="4150"/>
                  </a:cubicBezTo>
                  <a:lnTo>
                    <a:pt x="10495" y="2290"/>
                  </a:lnTo>
                  <a:cubicBezTo>
                    <a:pt x="10495" y="1708"/>
                    <a:pt x="10104" y="1203"/>
                    <a:pt x="9550" y="1040"/>
                  </a:cubicBezTo>
                  <a:lnTo>
                    <a:pt x="6125" y="1"/>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5" name="Google Shape;11645;p64"/>
            <p:cNvSpPr/>
            <p:nvPr/>
          </p:nvSpPr>
          <p:spPr>
            <a:xfrm>
              <a:off x="6769717" y="2201955"/>
              <a:ext cx="142918" cy="68736"/>
            </a:xfrm>
            <a:custGeom>
              <a:avLst/>
              <a:gdLst/>
              <a:ahLst/>
              <a:cxnLst/>
              <a:rect l="l" t="t" r="r" b="b"/>
              <a:pathLst>
                <a:path w="5458" h="2625" extrusionOk="0">
                  <a:moveTo>
                    <a:pt x="1852" y="1"/>
                  </a:moveTo>
                  <a:lnTo>
                    <a:pt x="1" y="563"/>
                  </a:lnTo>
                  <a:cubicBezTo>
                    <a:pt x="344" y="1785"/>
                    <a:pt x="1460" y="2624"/>
                    <a:pt x="2729" y="2624"/>
                  </a:cubicBezTo>
                  <a:cubicBezTo>
                    <a:pt x="3998" y="2624"/>
                    <a:pt x="5105" y="1785"/>
                    <a:pt x="5458" y="563"/>
                  </a:cubicBezTo>
                  <a:lnTo>
                    <a:pt x="3607"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6" name="Google Shape;11646;p64"/>
            <p:cNvSpPr/>
            <p:nvPr/>
          </p:nvSpPr>
          <p:spPr>
            <a:xfrm>
              <a:off x="6755237" y="2212455"/>
              <a:ext cx="28751" cy="115423"/>
            </a:xfrm>
            <a:custGeom>
              <a:avLst/>
              <a:gdLst/>
              <a:ahLst/>
              <a:cxnLst/>
              <a:rect l="l" t="t" r="r" b="b"/>
              <a:pathLst>
                <a:path w="1098" h="4408" extrusionOk="0">
                  <a:moveTo>
                    <a:pt x="1098" y="0"/>
                  </a:moveTo>
                  <a:lnTo>
                    <a:pt x="0" y="325"/>
                  </a:lnTo>
                  <a:lnTo>
                    <a:pt x="0" y="4408"/>
                  </a:lnTo>
                  <a:lnTo>
                    <a:pt x="1098" y="4408"/>
                  </a:lnTo>
                  <a:lnTo>
                    <a:pt x="1098"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7" name="Google Shape;11647;p64"/>
            <p:cNvSpPr/>
            <p:nvPr/>
          </p:nvSpPr>
          <p:spPr>
            <a:xfrm>
              <a:off x="6898364" y="2212455"/>
              <a:ext cx="28515" cy="115423"/>
            </a:xfrm>
            <a:custGeom>
              <a:avLst/>
              <a:gdLst/>
              <a:ahLst/>
              <a:cxnLst/>
              <a:rect l="l" t="t" r="r" b="b"/>
              <a:pathLst>
                <a:path w="1089" h="4408" extrusionOk="0">
                  <a:moveTo>
                    <a:pt x="1" y="0"/>
                  </a:moveTo>
                  <a:lnTo>
                    <a:pt x="1" y="4408"/>
                  </a:lnTo>
                  <a:lnTo>
                    <a:pt x="1088" y="4408"/>
                  </a:lnTo>
                  <a:lnTo>
                    <a:pt x="1088" y="325"/>
                  </a:lnTo>
                  <a:lnTo>
                    <a:pt x="1"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8" name="Google Shape;11648;p64"/>
            <p:cNvSpPr/>
            <p:nvPr/>
          </p:nvSpPr>
          <p:spPr>
            <a:xfrm>
              <a:off x="6744737" y="2053329"/>
              <a:ext cx="192643" cy="137157"/>
            </a:xfrm>
            <a:custGeom>
              <a:avLst/>
              <a:gdLst/>
              <a:ahLst/>
              <a:cxnLst/>
              <a:rect l="l" t="t" r="r" b="b"/>
              <a:pathLst>
                <a:path w="7357" h="5238" extrusionOk="0">
                  <a:moveTo>
                    <a:pt x="840" y="0"/>
                  </a:moveTo>
                  <a:lnTo>
                    <a:pt x="840" y="1527"/>
                  </a:lnTo>
                  <a:lnTo>
                    <a:pt x="726" y="1527"/>
                  </a:lnTo>
                  <a:cubicBezTo>
                    <a:pt x="1" y="1527"/>
                    <a:pt x="1" y="2624"/>
                    <a:pt x="726" y="2624"/>
                  </a:cubicBezTo>
                  <a:lnTo>
                    <a:pt x="850" y="2624"/>
                  </a:lnTo>
                  <a:cubicBezTo>
                    <a:pt x="964" y="4102"/>
                    <a:pt x="2195" y="5238"/>
                    <a:pt x="3674" y="5238"/>
                  </a:cubicBezTo>
                  <a:cubicBezTo>
                    <a:pt x="5162" y="5238"/>
                    <a:pt x="6393" y="4102"/>
                    <a:pt x="6507" y="2624"/>
                  </a:cubicBezTo>
                  <a:lnTo>
                    <a:pt x="6622" y="2624"/>
                  </a:lnTo>
                  <a:cubicBezTo>
                    <a:pt x="7356" y="2624"/>
                    <a:pt x="7356" y="1527"/>
                    <a:pt x="6622" y="1527"/>
                  </a:cubicBezTo>
                  <a:lnTo>
                    <a:pt x="6517" y="1527"/>
                  </a:lnTo>
                  <a:lnTo>
                    <a:pt x="6517"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9" name="Google Shape;11649;p64"/>
            <p:cNvSpPr/>
            <p:nvPr/>
          </p:nvSpPr>
          <p:spPr>
            <a:xfrm>
              <a:off x="6748743" y="2053329"/>
              <a:ext cx="166641" cy="116419"/>
            </a:xfrm>
            <a:custGeom>
              <a:avLst/>
              <a:gdLst/>
              <a:ahLst/>
              <a:cxnLst/>
              <a:rect l="l" t="t" r="r" b="b"/>
              <a:pathLst>
                <a:path w="6364" h="4446" extrusionOk="0">
                  <a:moveTo>
                    <a:pt x="687" y="0"/>
                  </a:moveTo>
                  <a:lnTo>
                    <a:pt x="687" y="1527"/>
                  </a:lnTo>
                  <a:lnTo>
                    <a:pt x="611" y="1527"/>
                  </a:lnTo>
                  <a:cubicBezTo>
                    <a:pt x="605" y="1527"/>
                    <a:pt x="599" y="1526"/>
                    <a:pt x="592" y="1526"/>
                  </a:cubicBezTo>
                  <a:cubicBezTo>
                    <a:pt x="305" y="1526"/>
                    <a:pt x="66" y="1743"/>
                    <a:pt x="29" y="2023"/>
                  </a:cubicBezTo>
                  <a:cubicBezTo>
                    <a:pt x="0" y="2338"/>
                    <a:pt x="248" y="2624"/>
                    <a:pt x="573" y="2624"/>
                  </a:cubicBezTo>
                  <a:lnTo>
                    <a:pt x="697" y="2624"/>
                  </a:lnTo>
                  <a:cubicBezTo>
                    <a:pt x="745" y="3311"/>
                    <a:pt x="1059" y="3969"/>
                    <a:pt x="1555" y="4446"/>
                  </a:cubicBezTo>
                  <a:lnTo>
                    <a:pt x="1555" y="1966"/>
                  </a:lnTo>
                  <a:cubicBezTo>
                    <a:pt x="1555" y="1365"/>
                    <a:pt x="2052" y="868"/>
                    <a:pt x="2653" y="868"/>
                  </a:cubicBezTo>
                  <a:lnTo>
                    <a:pt x="6364" y="868"/>
                  </a:lnTo>
                  <a:lnTo>
                    <a:pt x="636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0" name="Google Shape;11650;p64"/>
            <p:cNvSpPr/>
            <p:nvPr/>
          </p:nvSpPr>
          <p:spPr>
            <a:xfrm>
              <a:off x="6801192" y="2093418"/>
              <a:ext cx="11286" cy="17125"/>
            </a:xfrm>
            <a:custGeom>
              <a:avLst/>
              <a:gdLst/>
              <a:ahLst/>
              <a:cxnLst/>
              <a:rect l="l" t="t" r="r" b="b"/>
              <a:pathLst>
                <a:path w="431" h="654" extrusionOk="0">
                  <a:moveTo>
                    <a:pt x="215" y="0"/>
                  </a:moveTo>
                  <a:cubicBezTo>
                    <a:pt x="108" y="0"/>
                    <a:pt x="1" y="72"/>
                    <a:pt x="1" y="215"/>
                  </a:cubicBezTo>
                  <a:lnTo>
                    <a:pt x="1" y="435"/>
                  </a:lnTo>
                  <a:cubicBezTo>
                    <a:pt x="1" y="559"/>
                    <a:pt x="96" y="654"/>
                    <a:pt x="220" y="654"/>
                  </a:cubicBezTo>
                  <a:cubicBezTo>
                    <a:pt x="335" y="654"/>
                    <a:pt x="430" y="559"/>
                    <a:pt x="430" y="435"/>
                  </a:cubicBezTo>
                  <a:lnTo>
                    <a:pt x="430" y="215"/>
                  </a:lnTo>
                  <a:cubicBezTo>
                    <a:pt x="430" y="72"/>
                    <a:pt x="323"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1" name="Google Shape;11651;p64"/>
            <p:cNvSpPr/>
            <p:nvPr/>
          </p:nvSpPr>
          <p:spPr>
            <a:xfrm>
              <a:off x="6869901" y="2093418"/>
              <a:ext cx="11260" cy="17125"/>
            </a:xfrm>
            <a:custGeom>
              <a:avLst/>
              <a:gdLst/>
              <a:ahLst/>
              <a:cxnLst/>
              <a:rect l="l" t="t" r="r" b="b"/>
              <a:pathLst>
                <a:path w="430" h="654" extrusionOk="0">
                  <a:moveTo>
                    <a:pt x="215" y="0"/>
                  </a:moveTo>
                  <a:cubicBezTo>
                    <a:pt x="108" y="0"/>
                    <a:pt x="0" y="72"/>
                    <a:pt x="0" y="215"/>
                  </a:cubicBezTo>
                  <a:lnTo>
                    <a:pt x="0" y="435"/>
                  </a:lnTo>
                  <a:cubicBezTo>
                    <a:pt x="0" y="559"/>
                    <a:pt x="96" y="654"/>
                    <a:pt x="220" y="654"/>
                  </a:cubicBezTo>
                  <a:cubicBezTo>
                    <a:pt x="334" y="654"/>
                    <a:pt x="430" y="559"/>
                    <a:pt x="430" y="435"/>
                  </a:cubicBezTo>
                  <a:lnTo>
                    <a:pt x="430" y="215"/>
                  </a:lnTo>
                  <a:cubicBezTo>
                    <a:pt x="430" y="72"/>
                    <a:pt x="322"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2" name="Google Shape;11652;p64"/>
            <p:cNvSpPr/>
            <p:nvPr/>
          </p:nvSpPr>
          <p:spPr>
            <a:xfrm>
              <a:off x="6792970" y="2076057"/>
              <a:ext cx="27887" cy="14768"/>
            </a:xfrm>
            <a:custGeom>
              <a:avLst/>
              <a:gdLst/>
              <a:ahLst/>
              <a:cxnLst/>
              <a:rect l="l" t="t" r="r" b="b"/>
              <a:pathLst>
                <a:path w="1065" h="564" extrusionOk="0">
                  <a:moveTo>
                    <a:pt x="752" y="1"/>
                  </a:moveTo>
                  <a:cubicBezTo>
                    <a:pt x="732" y="1"/>
                    <a:pt x="710" y="4"/>
                    <a:pt x="687" y="10"/>
                  </a:cubicBezTo>
                  <a:lnTo>
                    <a:pt x="248" y="134"/>
                  </a:lnTo>
                  <a:cubicBezTo>
                    <a:pt x="0" y="191"/>
                    <a:pt x="48" y="563"/>
                    <a:pt x="305" y="563"/>
                  </a:cubicBezTo>
                  <a:cubicBezTo>
                    <a:pt x="324" y="563"/>
                    <a:pt x="353" y="554"/>
                    <a:pt x="372" y="554"/>
                  </a:cubicBezTo>
                  <a:lnTo>
                    <a:pt x="811" y="430"/>
                  </a:lnTo>
                  <a:cubicBezTo>
                    <a:pt x="1065" y="360"/>
                    <a:pt x="981" y="1"/>
                    <a:pt x="752"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3" name="Google Shape;11653;p64"/>
            <p:cNvSpPr/>
            <p:nvPr/>
          </p:nvSpPr>
          <p:spPr>
            <a:xfrm>
              <a:off x="6861496" y="2076057"/>
              <a:ext cx="27651" cy="14768"/>
            </a:xfrm>
            <a:custGeom>
              <a:avLst/>
              <a:gdLst/>
              <a:ahLst/>
              <a:cxnLst/>
              <a:rect l="l" t="t" r="r" b="b"/>
              <a:pathLst>
                <a:path w="1056" h="564" extrusionOk="0">
                  <a:moveTo>
                    <a:pt x="311" y="1"/>
                  </a:moveTo>
                  <a:cubicBezTo>
                    <a:pt x="76" y="1"/>
                    <a:pt x="1" y="360"/>
                    <a:pt x="255" y="430"/>
                  </a:cubicBezTo>
                  <a:lnTo>
                    <a:pt x="693" y="554"/>
                  </a:lnTo>
                  <a:cubicBezTo>
                    <a:pt x="712" y="554"/>
                    <a:pt x="732" y="563"/>
                    <a:pt x="751" y="563"/>
                  </a:cubicBezTo>
                  <a:cubicBezTo>
                    <a:pt x="1008" y="563"/>
                    <a:pt x="1056" y="191"/>
                    <a:pt x="808" y="134"/>
                  </a:cubicBezTo>
                  <a:lnTo>
                    <a:pt x="379" y="10"/>
                  </a:lnTo>
                  <a:cubicBezTo>
                    <a:pt x="355" y="4"/>
                    <a:pt x="332" y="1"/>
                    <a:pt x="311"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4" name="Google Shape;11654;p64"/>
            <p:cNvSpPr/>
            <p:nvPr/>
          </p:nvSpPr>
          <p:spPr>
            <a:xfrm>
              <a:off x="6755237" y="2064824"/>
              <a:ext cx="23017" cy="31501"/>
            </a:xfrm>
            <a:custGeom>
              <a:avLst/>
              <a:gdLst/>
              <a:ahLst/>
              <a:cxnLst/>
              <a:rect l="l" t="t" r="r" b="b"/>
              <a:pathLst>
                <a:path w="879" h="1203" extrusionOk="0">
                  <a:moveTo>
                    <a:pt x="0" y="0"/>
                  </a:moveTo>
                  <a:lnTo>
                    <a:pt x="0" y="1202"/>
                  </a:lnTo>
                  <a:lnTo>
                    <a:pt x="497" y="1135"/>
                  </a:lnTo>
                  <a:cubicBezTo>
                    <a:pt x="716" y="1107"/>
                    <a:pt x="878" y="926"/>
                    <a:pt x="878" y="706"/>
                  </a:cubicBezTo>
                  <a:lnTo>
                    <a:pt x="878"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5" name="Google Shape;11655;p64"/>
            <p:cNvSpPr/>
            <p:nvPr/>
          </p:nvSpPr>
          <p:spPr>
            <a:xfrm>
              <a:off x="6903863" y="2064824"/>
              <a:ext cx="23017" cy="31501"/>
            </a:xfrm>
            <a:custGeom>
              <a:avLst/>
              <a:gdLst/>
              <a:ahLst/>
              <a:cxnLst/>
              <a:rect l="l" t="t" r="r" b="b"/>
              <a:pathLst>
                <a:path w="879" h="1203" extrusionOk="0">
                  <a:moveTo>
                    <a:pt x="1" y="0"/>
                  </a:moveTo>
                  <a:lnTo>
                    <a:pt x="1" y="706"/>
                  </a:lnTo>
                  <a:cubicBezTo>
                    <a:pt x="1" y="926"/>
                    <a:pt x="163" y="1107"/>
                    <a:pt x="392" y="1135"/>
                  </a:cubicBezTo>
                  <a:lnTo>
                    <a:pt x="878" y="1202"/>
                  </a:lnTo>
                  <a:lnTo>
                    <a:pt x="878"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6" name="Google Shape;11656;p64"/>
            <p:cNvSpPr/>
            <p:nvPr/>
          </p:nvSpPr>
          <p:spPr>
            <a:xfrm>
              <a:off x="6898364" y="2212455"/>
              <a:ext cx="14271" cy="31239"/>
            </a:xfrm>
            <a:custGeom>
              <a:avLst/>
              <a:gdLst/>
              <a:ahLst/>
              <a:cxnLst/>
              <a:rect l="l" t="t" r="r" b="b"/>
              <a:pathLst>
                <a:path w="545" h="1193" extrusionOk="0">
                  <a:moveTo>
                    <a:pt x="1" y="0"/>
                  </a:moveTo>
                  <a:lnTo>
                    <a:pt x="1" y="1193"/>
                  </a:lnTo>
                  <a:cubicBezTo>
                    <a:pt x="249" y="887"/>
                    <a:pt x="430" y="534"/>
                    <a:pt x="545" y="162"/>
                  </a:cubicBezTo>
                  <a:lnTo>
                    <a:pt x="1" y="0"/>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7" name="Google Shape;11657;p64"/>
            <p:cNvSpPr/>
            <p:nvPr/>
          </p:nvSpPr>
          <p:spPr>
            <a:xfrm>
              <a:off x="6769717" y="2212193"/>
              <a:ext cx="14271" cy="31501"/>
            </a:xfrm>
            <a:custGeom>
              <a:avLst/>
              <a:gdLst/>
              <a:ahLst/>
              <a:cxnLst/>
              <a:rect l="l" t="t" r="r" b="b"/>
              <a:pathLst>
                <a:path w="545" h="1203" extrusionOk="0">
                  <a:moveTo>
                    <a:pt x="545" y="1"/>
                  </a:moveTo>
                  <a:lnTo>
                    <a:pt x="1" y="163"/>
                  </a:lnTo>
                  <a:cubicBezTo>
                    <a:pt x="106" y="544"/>
                    <a:pt x="287" y="897"/>
                    <a:pt x="545" y="1203"/>
                  </a:cubicBezTo>
                  <a:lnTo>
                    <a:pt x="545" y="1"/>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8" name="Google Shape;11658;p64"/>
            <p:cNvSpPr/>
            <p:nvPr/>
          </p:nvSpPr>
          <p:spPr>
            <a:xfrm>
              <a:off x="6777966" y="2127773"/>
              <a:ext cx="126186" cy="131423"/>
            </a:xfrm>
            <a:custGeom>
              <a:avLst/>
              <a:gdLst/>
              <a:ahLst/>
              <a:cxnLst/>
              <a:rect l="l" t="t" r="r" b="b"/>
              <a:pathLst>
                <a:path w="4819" h="5019" extrusionOk="0">
                  <a:moveTo>
                    <a:pt x="4177" y="0"/>
                  </a:moveTo>
                  <a:cubicBezTo>
                    <a:pt x="4171" y="0"/>
                    <a:pt x="4166" y="0"/>
                    <a:pt x="4160" y="0"/>
                  </a:cubicBezTo>
                  <a:lnTo>
                    <a:pt x="659" y="0"/>
                  </a:lnTo>
                  <a:cubicBezTo>
                    <a:pt x="296" y="0"/>
                    <a:pt x="10" y="286"/>
                    <a:pt x="10" y="649"/>
                  </a:cubicBezTo>
                  <a:lnTo>
                    <a:pt x="10" y="2614"/>
                  </a:lnTo>
                  <a:cubicBezTo>
                    <a:pt x="1" y="3950"/>
                    <a:pt x="1088" y="5018"/>
                    <a:pt x="2414" y="5018"/>
                  </a:cubicBezTo>
                  <a:cubicBezTo>
                    <a:pt x="3740" y="5018"/>
                    <a:pt x="4818" y="3940"/>
                    <a:pt x="4818" y="2614"/>
                  </a:cubicBezTo>
                  <a:lnTo>
                    <a:pt x="4818" y="649"/>
                  </a:lnTo>
                  <a:cubicBezTo>
                    <a:pt x="4818" y="292"/>
                    <a:pt x="4532" y="0"/>
                    <a:pt x="4177"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9" name="Google Shape;11659;p64"/>
            <p:cNvSpPr/>
            <p:nvPr/>
          </p:nvSpPr>
          <p:spPr>
            <a:xfrm>
              <a:off x="6815908" y="2144688"/>
              <a:ext cx="50537" cy="17334"/>
            </a:xfrm>
            <a:custGeom>
              <a:avLst/>
              <a:gdLst/>
              <a:ahLst/>
              <a:cxnLst/>
              <a:rect l="l" t="t" r="r" b="b"/>
              <a:pathLst>
                <a:path w="1930" h="662" extrusionOk="0">
                  <a:moveTo>
                    <a:pt x="310" y="0"/>
                  </a:moveTo>
                  <a:cubicBezTo>
                    <a:pt x="144" y="0"/>
                    <a:pt x="1" y="221"/>
                    <a:pt x="154" y="375"/>
                  </a:cubicBezTo>
                  <a:cubicBezTo>
                    <a:pt x="373" y="566"/>
                    <a:pt x="644" y="662"/>
                    <a:pt x="925" y="662"/>
                  </a:cubicBezTo>
                  <a:cubicBezTo>
                    <a:pt x="938" y="662"/>
                    <a:pt x="952" y="662"/>
                    <a:pt x="965" y="661"/>
                  </a:cubicBezTo>
                  <a:cubicBezTo>
                    <a:pt x="979" y="662"/>
                    <a:pt x="992" y="662"/>
                    <a:pt x="1005" y="662"/>
                  </a:cubicBezTo>
                  <a:cubicBezTo>
                    <a:pt x="1287" y="662"/>
                    <a:pt x="1558" y="566"/>
                    <a:pt x="1776" y="375"/>
                  </a:cubicBezTo>
                  <a:cubicBezTo>
                    <a:pt x="1930" y="221"/>
                    <a:pt x="1786" y="0"/>
                    <a:pt x="1620" y="0"/>
                  </a:cubicBezTo>
                  <a:cubicBezTo>
                    <a:pt x="1570" y="0"/>
                    <a:pt x="1518" y="21"/>
                    <a:pt x="1471" y="70"/>
                  </a:cubicBezTo>
                  <a:cubicBezTo>
                    <a:pt x="1318" y="170"/>
                    <a:pt x="1142" y="220"/>
                    <a:pt x="965" y="220"/>
                  </a:cubicBezTo>
                  <a:cubicBezTo>
                    <a:pt x="789" y="220"/>
                    <a:pt x="612" y="170"/>
                    <a:pt x="460" y="70"/>
                  </a:cubicBezTo>
                  <a:cubicBezTo>
                    <a:pt x="413" y="21"/>
                    <a:pt x="360" y="0"/>
                    <a:pt x="31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0" name="Google Shape;11660;p64"/>
            <p:cNvSpPr/>
            <p:nvPr/>
          </p:nvSpPr>
          <p:spPr>
            <a:xfrm>
              <a:off x="6778044" y="2127773"/>
              <a:ext cx="100131" cy="131658"/>
            </a:xfrm>
            <a:custGeom>
              <a:avLst/>
              <a:gdLst/>
              <a:ahLst/>
              <a:cxnLst/>
              <a:rect l="l" t="t" r="r" b="b"/>
              <a:pathLst>
                <a:path w="3824" h="5028" extrusionOk="0">
                  <a:moveTo>
                    <a:pt x="665" y="0"/>
                  </a:moveTo>
                  <a:cubicBezTo>
                    <a:pt x="303" y="0"/>
                    <a:pt x="7" y="286"/>
                    <a:pt x="7" y="649"/>
                  </a:cubicBezTo>
                  <a:lnTo>
                    <a:pt x="7" y="2614"/>
                  </a:lnTo>
                  <a:cubicBezTo>
                    <a:pt x="0" y="4036"/>
                    <a:pt x="1171" y="5028"/>
                    <a:pt x="2419" y="5028"/>
                  </a:cubicBezTo>
                  <a:cubicBezTo>
                    <a:pt x="2896" y="5028"/>
                    <a:pt x="3385" y="4882"/>
                    <a:pt x="3823" y="4560"/>
                  </a:cubicBezTo>
                  <a:lnTo>
                    <a:pt x="3823" y="4560"/>
                  </a:lnTo>
                  <a:cubicBezTo>
                    <a:pt x="3718" y="4570"/>
                    <a:pt x="3604" y="4579"/>
                    <a:pt x="3499" y="4579"/>
                  </a:cubicBezTo>
                  <a:cubicBezTo>
                    <a:pt x="2173" y="4579"/>
                    <a:pt x="1095" y="3501"/>
                    <a:pt x="1104" y="2185"/>
                  </a:cubicBezTo>
                  <a:lnTo>
                    <a:pt x="110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1" name="Google Shape;11661;p64"/>
            <p:cNvSpPr/>
            <p:nvPr/>
          </p:nvSpPr>
          <p:spPr>
            <a:xfrm>
              <a:off x="6749503" y="2030338"/>
              <a:ext cx="183112" cy="34512"/>
            </a:xfrm>
            <a:custGeom>
              <a:avLst/>
              <a:gdLst/>
              <a:ahLst/>
              <a:cxnLst/>
              <a:rect l="l" t="t" r="r" b="b"/>
              <a:pathLst>
                <a:path w="6993" h="1318" extrusionOk="0">
                  <a:moveTo>
                    <a:pt x="219" y="1"/>
                  </a:moveTo>
                  <a:cubicBezTo>
                    <a:pt x="95" y="1"/>
                    <a:pt x="0" y="96"/>
                    <a:pt x="0" y="220"/>
                  </a:cubicBezTo>
                  <a:lnTo>
                    <a:pt x="0" y="1098"/>
                  </a:lnTo>
                  <a:cubicBezTo>
                    <a:pt x="0" y="1212"/>
                    <a:pt x="95" y="1317"/>
                    <a:pt x="219" y="1317"/>
                  </a:cubicBezTo>
                  <a:lnTo>
                    <a:pt x="6773" y="1317"/>
                  </a:lnTo>
                  <a:cubicBezTo>
                    <a:pt x="6897" y="1317"/>
                    <a:pt x="6993" y="1212"/>
                    <a:pt x="6993" y="1098"/>
                  </a:cubicBezTo>
                  <a:lnTo>
                    <a:pt x="6993" y="220"/>
                  </a:lnTo>
                  <a:cubicBezTo>
                    <a:pt x="6993" y="96"/>
                    <a:pt x="6897" y="1"/>
                    <a:pt x="6773"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2" name="Google Shape;11662;p64"/>
            <p:cNvSpPr/>
            <p:nvPr/>
          </p:nvSpPr>
          <p:spPr>
            <a:xfrm>
              <a:off x="6810697" y="1973098"/>
              <a:ext cx="106678" cy="45771"/>
            </a:xfrm>
            <a:custGeom>
              <a:avLst/>
              <a:gdLst/>
              <a:ahLst/>
              <a:cxnLst/>
              <a:rect l="l" t="t" r="r" b="b"/>
              <a:pathLst>
                <a:path w="4074" h="1748" extrusionOk="0">
                  <a:moveTo>
                    <a:pt x="1150" y="1"/>
                  </a:moveTo>
                  <a:cubicBezTo>
                    <a:pt x="1117" y="1"/>
                    <a:pt x="1083" y="1"/>
                    <a:pt x="1050" y="2"/>
                  </a:cubicBezTo>
                  <a:lnTo>
                    <a:pt x="1040" y="2"/>
                  </a:lnTo>
                  <a:cubicBezTo>
                    <a:pt x="754" y="193"/>
                    <a:pt x="515" y="431"/>
                    <a:pt x="325" y="708"/>
                  </a:cubicBezTo>
                  <a:cubicBezTo>
                    <a:pt x="0" y="1137"/>
                    <a:pt x="315" y="1748"/>
                    <a:pt x="849" y="1748"/>
                  </a:cubicBezTo>
                  <a:lnTo>
                    <a:pt x="4074" y="1748"/>
                  </a:lnTo>
                  <a:cubicBezTo>
                    <a:pt x="3581" y="725"/>
                    <a:pt x="2462" y="1"/>
                    <a:pt x="1150"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3" name="Google Shape;11663;p64"/>
            <p:cNvSpPr/>
            <p:nvPr/>
          </p:nvSpPr>
          <p:spPr>
            <a:xfrm>
              <a:off x="6738243" y="2276399"/>
              <a:ext cx="17020" cy="51480"/>
            </a:xfrm>
            <a:custGeom>
              <a:avLst/>
              <a:gdLst/>
              <a:ahLst/>
              <a:cxnLst/>
              <a:rect l="l" t="t" r="r" b="b"/>
              <a:pathLst>
                <a:path w="650" h="1966" extrusionOk="0">
                  <a:moveTo>
                    <a:pt x="649" y="0"/>
                  </a:moveTo>
                  <a:cubicBezTo>
                    <a:pt x="287" y="0"/>
                    <a:pt x="1" y="287"/>
                    <a:pt x="1" y="649"/>
                  </a:cubicBezTo>
                  <a:lnTo>
                    <a:pt x="1" y="1966"/>
                  </a:lnTo>
                  <a:lnTo>
                    <a:pt x="649" y="1966"/>
                  </a:lnTo>
                  <a:lnTo>
                    <a:pt x="649"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4" name="Google Shape;11664;p64"/>
            <p:cNvSpPr/>
            <p:nvPr/>
          </p:nvSpPr>
          <p:spPr>
            <a:xfrm>
              <a:off x="6755237" y="2276399"/>
              <a:ext cx="11521" cy="51480"/>
            </a:xfrm>
            <a:custGeom>
              <a:avLst/>
              <a:gdLst/>
              <a:ahLst/>
              <a:cxnLst/>
              <a:rect l="l" t="t" r="r" b="b"/>
              <a:pathLst>
                <a:path w="440" h="1966" extrusionOk="0">
                  <a:moveTo>
                    <a:pt x="0" y="0"/>
                  </a:moveTo>
                  <a:lnTo>
                    <a:pt x="0" y="1966"/>
                  </a:lnTo>
                  <a:lnTo>
                    <a:pt x="439" y="1966"/>
                  </a:lnTo>
                  <a:lnTo>
                    <a:pt x="439" y="439"/>
                  </a:lnTo>
                  <a:cubicBezTo>
                    <a:pt x="439" y="191"/>
                    <a:pt x="239" y="0"/>
                    <a:pt x="0"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5" name="Google Shape;11665;p64"/>
            <p:cNvSpPr/>
            <p:nvPr/>
          </p:nvSpPr>
          <p:spPr>
            <a:xfrm>
              <a:off x="6926854" y="2276399"/>
              <a:ext cx="17256" cy="51480"/>
            </a:xfrm>
            <a:custGeom>
              <a:avLst/>
              <a:gdLst/>
              <a:ahLst/>
              <a:cxnLst/>
              <a:rect l="l" t="t" r="r" b="b"/>
              <a:pathLst>
                <a:path w="659" h="1966" extrusionOk="0">
                  <a:moveTo>
                    <a:pt x="0" y="0"/>
                  </a:moveTo>
                  <a:lnTo>
                    <a:pt x="0" y="1966"/>
                  </a:lnTo>
                  <a:lnTo>
                    <a:pt x="659" y="1966"/>
                  </a:lnTo>
                  <a:lnTo>
                    <a:pt x="659" y="649"/>
                  </a:lnTo>
                  <a:cubicBezTo>
                    <a:pt x="649" y="287"/>
                    <a:pt x="363" y="0"/>
                    <a:pt x="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6" name="Google Shape;11666;p64"/>
            <p:cNvSpPr/>
            <p:nvPr/>
          </p:nvSpPr>
          <p:spPr>
            <a:xfrm>
              <a:off x="6915358" y="2276399"/>
              <a:ext cx="11521" cy="51480"/>
            </a:xfrm>
            <a:custGeom>
              <a:avLst/>
              <a:gdLst/>
              <a:ahLst/>
              <a:cxnLst/>
              <a:rect l="l" t="t" r="r" b="b"/>
              <a:pathLst>
                <a:path w="440" h="1966" extrusionOk="0">
                  <a:moveTo>
                    <a:pt x="439" y="0"/>
                  </a:moveTo>
                  <a:cubicBezTo>
                    <a:pt x="201" y="0"/>
                    <a:pt x="1" y="191"/>
                    <a:pt x="1" y="439"/>
                  </a:cubicBezTo>
                  <a:lnTo>
                    <a:pt x="1" y="1966"/>
                  </a:lnTo>
                  <a:lnTo>
                    <a:pt x="439" y="1966"/>
                  </a:lnTo>
                  <a:lnTo>
                    <a:pt x="439" y="0"/>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67" name="Google Shape;11667;p64"/>
          <p:cNvGrpSpPr/>
          <p:nvPr/>
        </p:nvGrpSpPr>
        <p:grpSpPr>
          <a:xfrm>
            <a:off x="6237100" y="1819575"/>
            <a:ext cx="274812" cy="354728"/>
            <a:chOff x="6253375" y="1973150"/>
            <a:chExt cx="274812" cy="354728"/>
          </a:xfrm>
        </p:grpSpPr>
        <p:sp>
          <p:nvSpPr>
            <p:cNvPr id="11668" name="Google Shape;11668;p64"/>
            <p:cNvSpPr/>
            <p:nvPr/>
          </p:nvSpPr>
          <p:spPr>
            <a:xfrm>
              <a:off x="6253637" y="2173492"/>
              <a:ext cx="274550" cy="154387"/>
            </a:xfrm>
            <a:custGeom>
              <a:avLst/>
              <a:gdLst/>
              <a:ahLst/>
              <a:cxnLst/>
              <a:rect l="l" t="t" r="r" b="b"/>
              <a:pathLst>
                <a:path w="10485" h="5896" extrusionOk="0">
                  <a:moveTo>
                    <a:pt x="3711" y="0"/>
                  </a:moveTo>
                  <a:lnTo>
                    <a:pt x="3711" y="1040"/>
                  </a:lnTo>
                  <a:cubicBezTo>
                    <a:pt x="3711" y="1326"/>
                    <a:pt x="3520" y="1584"/>
                    <a:pt x="3244" y="1670"/>
                  </a:cubicBezTo>
                  <a:lnTo>
                    <a:pt x="935" y="2347"/>
                  </a:lnTo>
                  <a:cubicBezTo>
                    <a:pt x="382" y="2509"/>
                    <a:pt x="0" y="3015"/>
                    <a:pt x="0" y="3597"/>
                  </a:cubicBezTo>
                  <a:lnTo>
                    <a:pt x="0" y="5237"/>
                  </a:lnTo>
                  <a:cubicBezTo>
                    <a:pt x="0" y="5600"/>
                    <a:pt x="286" y="5896"/>
                    <a:pt x="649" y="5896"/>
                  </a:cubicBezTo>
                  <a:lnTo>
                    <a:pt x="9826" y="5896"/>
                  </a:lnTo>
                  <a:cubicBezTo>
                    <a:pt x="10189" y="5896"/>
                    <a:pt x="10485" y="5600"/>
                    <a:pt x="10485" y="5237"/>
                  </a:cubicBezTo>
                  <a:lnTo>
                    <a:pt x="10485" y="3597"/>
                  </a:lnTo>
                  <a:cubicBezTo>
                    <a:pt x="10485" y="3015"/>
                    <a:pt x="10094" y="2509"/>
                    <a:pt x="9540" y="2347"/>
                  </a:cubicBezTo>
                  <a:lnTo>
                    <a:pt x="7241" y="1670"/>
                  </a:lnTo>
                  <a:cubicBezTo>
                    <a:pt x="6955" y="1584"/>
                    <a:pt x="6764" y="1326"/>
                    <a:pt x="6764" y="1040"/>
                  </a:cubicBezTo>
                  <a:lnTo>
                    <a:pt x="676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9" name="Google Shape;11669;p64"/>
            <p:cNvSpPr/>
            <p:nvPr/>
          </p:nvSpPr>
          <p:spPr>
            <a:xfrm>
              <a:off x="6253375" y="2210439"/>
              <a:ext cx="274812" cy="117440"/>
            </a:xfrm>
            <a:custGeom>
              <a:avLst/>
              <a:gdLst/>
              <a:ahLst/>
              <a:cxnLst/>
              <a:rect l="l" t="t" r="r" b="b"/>
              <a:pathLst>
                <a:path w="10495" h="4485" extrusionOk="0">
                  <a:moveTo>
                    <a:pt x="3597" y="1"/>
                  </a:moveTo>
                  <a:cubicBezTo>
                    <a:pt x="3511" y="125"/>
                    <a:pt x="3387" y="211"/>
                    <a:pt x="3244" y="259"/>
                  </a:cubicBezTo>
                  <a:lnTo>
                    <a:pt x="945" y="936"/>
                  </a:lnTo>
                  <a:cubicBezTo>
                    <a:pt x="392" y="1098"/>
                    <a:pt x="1" y="1604"/>
                    <a:pt x="1" y="2186"/>
                  </a:cubicBezTo>
                  <a:lnTo>
                    <a:pt x="1" y="3826"/>
                  </a:lnTo>
                  <a:cubicBezTo>
                    <a:pt x="1" y="4189"/>
                    <a:pt x="296" y="4485"/>
                    <a:pt x="659" y="4485"/>
                  </a:cubicBezTo>
                  <a:lnTo>
                    <a:pt x="9836" y="4485"/>
                  </a:lnTo>
                  <a:cubicBezTo>
                    <a:pt x="10199" y="4485"/>
                    <a:pt x="10495" y="4189"/>
                    <a:pt x="10495" y="3826"/>
                  </a:cubicBezTo>
                  <a:lnTo>
                    <a:pt x="10495" y="2186"/>
                  </a:lnTo>
                  <a:cubicBezTo>
                    <a:pt x="10485" y="1604"/>
                    <a:pt x="10104" y="1098"/>
                    <a:pt x="9550" y="936"/>
                  </a:cubicBezTo>
                  <a:lnTo>
                    <a:pt x="7251" y="259"/>
                  </a:lnTo>
                  <a:cubicBezTo>
                    <a:pt x="7108" y="211"/>
                    <a:pt x="6984" y="125"/>
                    <a:pt x="6898" y="1"/>
                  </a:cubicBezTo>
                  <a:lnTo>
                    <a:pt x="5248" y="554"/>
                  </a:lnTo>
                  <a:lnTo>
                    <a:pt x="3597"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0" name="Google Shape;11670;p64"/>
            <p:cNvSpPr/>
            <p:nvPr/>
          </p:nvSpPr>
          <p:spPr>
            <a:xfrm>
              <a:off x="6315591" y="2210439"/>
              <a:ext cx="150407" cy="49542"/>
            </a:xfrm>
            <a:custGeom>
              <a:avLst/>
              <a:gdLst/>
              <a:ahLst/>
              <a:cxnLst/>
              <a:rect l="l" t="t" r="r" b="b"/>
              <a:pathLst>
                <a:path w="5744" h="1892" extrusionOk="0">
                  <a:moveTo>
                    <a:pt x="1221" y="1"/>
                  </a:moveTo>
                  <a:cubicBezTo>
                    <a:pt x="1135" y="125"/>
                    <a:pt x="1011" y="211"/>
                    <a:pt x="878" y="259"/>
                  </a:cubicBezTo>
                  <a:lnTo>
                    <a:pt x="0" y="507"/>
                  </a:lnTo>
                  <a:lnTo>
                    <a:pt x="1374" y="1680"/>
                  </a:lnTo>
                  <a:cubicBezTo>
                    <a:pt x="1537" y="1823"/>
                    <a:pt x="1740" y="1891"/>
                    <a:pt x="1941" y="1891"/>
                  </a:cubicBezTo>
                  <a:cubicBezTo>
                    <a:pt x="2198" y="1891"/>
                    <a:pt x="2453" y="1779"/>
                    <a:pt x="2624" y="1565"/>
                  </a:cubicBezTo>
                  <a:lnTo>
                    <a:pt x="2872" y="1251"/>
                  </a:lnTo>
                  <a:lnTo>
                    <a:pt x="3120" y="1565"/>
                  </a:lnTo>
                  <a:cubicBezTo>
                    <a:pt x="3296" y="1779"/>
                    <a:pt x="3551" y="1891"/>
                    <a:pt x="3807" y="1891"/>
                  </a:cubicBezTo>
                  <a:cubicBezTo>
                    <a:pt x="4009" y="1891"/>
                    <a:pt x="4211" y="1823"/>
                    <a:pt x="4379" y="1680"/>
                  </a:cubicBezTo>
                  <a:lnTo>
                    <a:pt x="5743" y="507"/>
                  </a:lnTo>
                  <a:lnTo>
                    <a:pt x="4875" y="259"/>
                  </a:lnTo>
                  <a:cubicBezTo>
                    <a:pt x="4732" y="211"/>
                    <a:pt x="4608" y="125"/>
                    <a:pt x="4522" y="1"/>
                  </a:cubicBezTo>
                  <a:lnTo>
                    <a:pt x="2872" y="554"/>
                  </a:lnTo>
                  <a:lnTo>
                    <a:pt x="1221"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1" name="Google Shape;11671;p64"/>
            <p:cNvSpPr/>
            <p:nvPr/>
          </p:nvSpPr>
          <p:spPr>
            <a:xfrm>
              <a:off x="6350810" y="2173492"/>
              <a:ext cx="79969" cy="22860"/>
            </a:xfrm>
            <a:custGeom>
              <a:avLst/>
              <a:gdLst/>
              <a:ahLst/>
              <a:cxnLst/>
              <a:rect l="l" t="t" r="r" b="b"/>
              <a:pathLst>
                <a:path w="3054" h="873" extrusionOk="0">
                  <a:moveTo>
                    <a:pt x="0" y="0"/>
                  </a:moveTo>
                  <a:lnTo>
                    <a:pt x="0" y="487"/>
                  </a:lnTo>
                  <a:cubicBezTo>
                    <a:pt x="477" y="744"/>
                    <a:pt x="1002" y="873"/>
                    <a:pt x="1527" y="873"/>
                  </a:cubicBezTo>
                  <a:cubicBezTo>
                    <a:pt x="2051" y="873"/>
                    <a:pt x="2576" y="744"/>
                    <a:pt x="3053" y="487"/>
                  </a:cubicBezTo>
                  <a:lnTo>
                    <a:pt x="3053"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2" name="Google Shape;11672;p64"/>
            <p:cNvSpPr/>
            <p:nvPr/>
          </p:nvSpPr>
          <p:spPr>
            <a:xfrm>
              <a:off x="6294355" y="2059063"/>
              <a:ext cx="192617" cy="125688"/>
            </a:xfrm>
            <a:custGeom>
              <a:avLst/>
              <a:gdLst/>
              <a:ahLst/>
              <a:cxnLst/>
              <a:rect l="l" t="t" r="r" b="b"/>
              <a:pathLst>
                <a:path w="7356" h="4800" extrusionOk="0">
                  <a:moveTo>
                    <a:pt x="849" y="1"/>
                  </a:moveTo>
                  <a:lnTo>
                    <a:pt x="849" y="1088"/>
                  </a:lnTo>
                  <a:lnTo>
                    <a:pt x="735" y="1088"/>
                  </a:lnTo>
                  <a:cubicBezTo>
                    <a:pt x="0" y="1088"/>
                    <a:pt x="0" y="2185"/>
                    <a:pt x="735" y="2185"/>
                  </a:cubicBezTo>
                  <a:lnTo>
                    <a:pt x="849" y="2185"/>
                  </a:lnTo>
                  <a:cubicBezTo>
                    <a:pt x="964" y="3664"/>
                    <a:pt x="2194" y="4799"/>
                    <a:pt x="3683" y="4799"/>
                  </a:cubicBezTo>
                  <a:cubicBezTo>
                    <a:pt x="5161" y="4799"/>
                    <a:pt x="6392" y="3664"/>
                    <a:pt x="6507" y="2185"/>
                  </a:cubicBezTo>
                  <a:lnTo>
                    <a:pt x="6631" y="2185"/>
                  </a:lnTo>
                  <a:cubicBezTo>
                    <a:pt x="7356" y="2185"/>
                    <a:pt x="7356" y="1088"/>
                    <a:pt x="6631" y="1088"/>
                  </a:cubicBezTo>
                  <a:lnTo>
                    <a:pt x="6526" y="1088"/>
                  </a:lnTo>
                  <a:lnTo>
                    <a:pt x="6526"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3" name="Google Shape;11673;p64"/>
            <p:cNvSpPr/>
            <p:nvPr/>
          </p:nvSpPr>
          <p:spPr>
            <a:xfrm>
              <a:off x="6297340" y="2059063"/>
              <a:ext cx="144908" cy="125897"/>
            </a:xfrm>
            <a:custGeom>
              <a:avLst/>
              <a:gdLst/>
              <a:ahLst/>
              <a:cxnLst/>
              <a:rect l="l" t="t" r="r" b="b"/>
              <a:pathLst>
                <a:path w="5534" h="4808" extrusionOk="0">
                  <a:moveTo>
                    <a:pt x="735" y="1"/>
                  </a:moveTo>
                  <a:lnTo>
                    <a:pt x="735" y="1088"/>
                  </a:lnTo>
                  <a:lnTo>
                    <a:pt x="649" y="1088"/>
                  </a:lnTo>
                  <a:cubicBezTo>
                    <a:pt x="392" y="1088"/>
                    <a:pt x="172" y="1250"/>
                    <a:pt x="96" y="1489"/>
                  </a:cubicBezTo>
                  <a:cubicBezTo>
                    <a:pt x="1" y="1842"/>
                    <a:pt x="268" y="2185"/>
                    <a:pt x="630" y="2185"/>
                  </a:cubicBezTo>
                  <a:lnTo>
                    <a:pt x="745" y="2185"/>
                  </a:lnTo>
                  <a:cubicBezTo>
                    <a:pt x="849" y="3681"/>
                    <a:pt x="2103" y="4808"/>
                    <a:pt x="3559" y="4808"/>
                  </a:cubicBezTo>
                  <a:cubicBezTo>
                    <a:pt x="3710" y="4808"/>
                    <a:pt x="3863" y="4796"/>
                    <a:pt x="4017" y="4771"/>
                  </a:cubicBezTo>
                  <a:cubicBezTo>
                    <a:pt x="2634" y="4551"/>
                    <a:pt x="1613" y="3368"/>
                    <a:pt x="1613" y="1966"/>
                  </a:cubicBezTo>
                  <a:lnTo>
                    <a:pt x="1613" y="1527"/>
                  </a:lnTo>
                  <a:cubicBezTo>
                    <a:pt x="1613" y="1050"/>
                    <a:pt x="2004" y="659"/>
                    <a:pt x="2481" y="659"/>
                  </a:cubicBezTo>
                  <a:lnTo>
                    <a:pt x="5105" y="659"/>
                  </a:lnTo>
                  <a:cubicBezTo>
                    <a:pt x="5343" y="649"/>
                    <a:pt x="5534" y="459"/>
                    <a:pt x="5534" y="220"/>
                  </a:cubicBezTo>
                  <a:lnTo>
                    <a:pt x="553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4" name="Google Shape;11674;p64"/>
            <p:cNvSpPr/>
            <p:nvPr/>
          </p:nvSpPr>
          <p:spPr>
            <a:xfrm>
              <a:off x="6316822" y="2116775"/>
              <a:ext cx="147919" cy="67976"/>
            </a:xfrm>
            <a:custGeom>
              <a:avLst/>
              <a:gdLst/>
              <a:ahLst/>
              <a:cxnLst/>
              <a:rect l="l" t="t" r="r" b="b"/>
              <a:pathLst>
                <a:path w="5649" h="2596" extrusionOk="0">
                  <a:moveTo>
                    <a:pt x="1" y="0"/>
                  </a:moveTo>
                  <a:lnTo>
                    <a:pt x="1" y="0"/>
                  </a:lnTo>
                  <a:cubicBezTo>
                    <a:pt x="125" y="1470"/>
                    <a:pt x="1356" y="2595"/>
                    <a:pt x="2825" y="2595"/>
                  </a:cubicBezTo>
                  <a:cubicBezTo>
                    <a:pt x="4294" y="2595"/>
                    <a:pt x="5524" y="1470"/>
                    <a:pt x="5649" y="0"/>
                  </a:cubicBezTo>
                  <a:lnTo>
                    <a:pt x="5649" y="0"/>
                  </a:lnTo>
                  <a:cubicBezTo>
                    <a:pt x="5019" y="382"/>
                    <a:pt x="3989" y="630"/>
                    <a:pt x="2825" y="630"/>
                  </a:cubicBezTo>
                  <a:cubicBezTo>
                    <a:pt x="1661" y="630"/>
                    <a:pt x="640" y="382"/>
                    <a:pt x="1" y="0"/>
                  </a:cubicBez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5" name="Google Shape;11675;p64"/>
            <p:cNvSpPr/>
            <p:nvPr/>
          </p:nvSpPr>
          <p:spPr>
            <a:xfrm>
              <a:off x="6305091" y="2059063"/>
              <a:ext cx="22755" cy="28515"/>
            </a:xfrm>
            <a:custGeom>
              <a:avLst/>
              <a:gdLst/>
              <a:ahLst/>
              <a:cxnLst/>
              <a:rect l="l" t="t" r="r" b="b"/>
              <a:pathLst>
                <a:path w="869" h="1089" extrusionOk="0">
                  <a:moveTo>
                    <a:pt x="0" y="1"/>
                  </a:moveTo>
                  <a:lnTo>
                    <a:pt x="0" y="1088"/>
                  </a:lnTo>
                  <a:lnTo>
                    <a:pt x="869" y="1088"/>
                  </a:lnTo>
                  <a:lnTo>
                    <a:pt x="869" y="1"/>
                  </a:ln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6" name="Google Shape;11676;p64"/>
            <p:cNvSpPr/>
            <p:nvPr/>
          </p:nvSpPr>
          <p:spPr>
            <a:xfrm>
              <a:off x="6453717" y="2059063"/>
              <a:ext cx="23017" cy="28515"/>
            </a:xfrm>
            <a:custGeom>
              <a:avLst/>
              <a:gdLst/>
              <a:ahLst/>
              <a:cxnLst/>
              <a:rect l="l" t="t" r="r" b="b"/>
              <a:pathLst>
                <a:path w="879" h="1089" extrusionOk="0">
                  <a:moveTo>
                    <a:pt x="1" y="1"/>
                  </a:moveTo>
                  <a:lnTo>
                    <a:pt x="1" y="1088"/>
                  </a:lnTo>
                  <a:lnTo>
                    <a:pt x="878" y="1088"/>
                  </a:lnTo>
                  <a:lnTo>
                    <a:pt x="878" y="1"/>
                  </a:ln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7" name="Google Shape;11677;p64"/>
            <p:cNvSpPr/>
            <p:nvPr/>
          </p:nvSpPr>
          <p:spPr>
            <a:xfrm>
              <a:off x="6328579" y="2198525"/>
              <a:ext cx="62216" cy="50197"/>
            </a:xfrm>
            <a:custGeom>
              <a:avLst/>
              <a:gdLst/>
              <a:ahLst/>
              <a:cxnLst/>
              <a:rect l="l" t="t" r="r" b="b"/>
              <a:pathLst>
                <a:path w="2376" h="1917" extrusionOk="0">
                  <a:moveTo>
                    <a:pt x="511" y="0"/>
                  </a:moveTo>
                  <a:cubicBezTo>
                    <a:pt x="430" y="0"/>
                    <a:pt x="355" y="43"/>
                    <a:pt x="315" y="122"/>
                  </a:cubicBezTo>
                  <a:lnTo>
                    <a:pt x="29" y="694"/>
                  </a:lnTo>
                  <a:cubicBezTo>
                    <a:pt x="0" y="752"/>
                    <a:pt x="10" y="818"/>
                    <a:pt x="57" y="857"/>
                  </a:cubicBezTo>
                  <a:lnTo>
                    <a:pt x="1164" y="1811"/>
                  </a:lnTo>
                  <a:cubicBezTo>
                    <a:pt x="1248" y="1882"/>
                    <a:pt x="1348" y="1916"/>
                    <a:pt x="1448" y="1916"/>
                  </a:cubicBezTo>
                  <a:cubicBezTo>
                    <a:pt x="1576" y="1916"/>
                    <a:pt x="1703" y="1860"/>
                    <a:pt x="1794" y="1753"/>
                  </a:cubicBezTo>
                  <a:lnTo>
                    <a:pt x="2376" y="1009"/>
                  </a:lnTo>
                  <a:lnTo>
                    <a:pt x="620" y="27"/>
                  </a:lnTo>
                  <a:cubicBezTo>
                    <a:pt x="585" y="9"/>
                    <a:pt x="548" y="0"/>
                    <a:pt x="511"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8" name="Google Shape;11678;p64"/>
            <p:cNvSpPr/>
            <p:nvPr/>
          </p:nvSpPr>
          <p:spPr>
            <a:xfrm>
              <a:off x="6390768" y="2198525"/>
              <a:ext cx="62477" cy="50197"/>
            </a:xfrm>
            <a:custGeom>
              <a:avLst/>
              <a:gdLst/>
              <a:ahLst/>
              <a:cxnLst/>
              <a:rect l="l" t="t" r="r" b="b"/>
              <a:pathLst>
                <a:path w="2386" h="1917" extrusionOk="0">
                  <a:moveTo>
                    <a:pt x="1875" y="0"/>
                  </a:moveTo>
                  <a:cubicBezTo>
                    <a:pt x="1838" y="0"/>
                    <a:pt x="1801" y="9"/>
                    <a:pt x="1766" y="27"/>
                  </a:cubicBezTo>
                  <a:lnTo>
                    <a:pt x="1" y="1009"/>
                  </a:lnTo>
                  <a:lnTo>
                    <a:pt x="592" y="1753"/>
                  </a:lnTo>
                  <a:cubicBezTo>
                    <a:pt x="678" y="1860"/>
                    <a:pt x="805" y="1916"/>
                    <a:pt x="934" y="1916"/>
                  </a:cubicBezTo>
                  <a:cubicBezTo>
                    <a:pt x="1036" y="1916"/>
                    <a:pt x="1138" y="1882"/>
                    <a:pt x="1222" y="1811"/>
                  </a:cubicBezTo>
                  <a:lnTo>
                    <a:pt x="2328" y="857"/>
                  </a:lnTo>
                  <a:cubicBezTo>
                    <a:pt x="2376" y="818"/>
                    <a:pt x="2386" y="752"/>
                    <a:pt x="2357" y="694"/>
                  </a:cubicBezTo>
                  <a:lnTo>
                    <a:pt x="2071" y="122"/>
                  </a:lnTo>
                  <a:cubicBezTo>
                    <a:pt x="2031" y="43"/>
                    <a:pt x="1955" y="0"/>
                    <a:pt x="187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9" name="Google Shape;11679;p64"/>
            <p:cNvSpPr/>
            <p:nvPr/>
          </p:nvSpPr>
          <p:spPr>
            <a:xfrm>
              <a:off x="6353559" y="2081923"/>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0" name="Google Shape;11680;p64"/>
            <p:cNvSpPr/>
            <p:nvPr/>
          </p:nvSpPr>
          <p:spPr>
            <a:xfrm>
              <a:off x="6416508" y="2081923"/>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1" name="Google Shape;11681;p64"/>
            <p:cNvSpPr/>
            <p:nvPr/>
          </p:nvSpPr>
          <p:spPr>
            <a:xfrm>
              <a:off x="6373669" y="2081792"/>
              <a:ext cx="34355" cy="23017"/>
            </a:xfrm>
            <a:custGeom>
              <a:avLst/>
              <a:gdLst/>
              <a:ahLst/>
              <a:cxnLst/>
              <a:rect l="l" t="t" r="r" b="b"/>
              <a:pathLst>
                <a:path w="1312" h="879" extrusionOk="0">
                  <a:moveTo>
                    <a:pt x="654" y="1"/>
                  </a:moveTo>
                  <a:cubicBezTo>
                    <a:pt x="291" y="1"/>
                    <a:pt x="5" y="297"/>
                    <a:pt x="5" y="659"/>
                  </a:cubicBezTo>
                  <a:cubicBezTo>
                    <a:pt x="0" y="802"/>
                    <a:pt x="108" y="874"/>
                    <a:pt x="216" y="874"/>
                  </a:cubicBezTo>
                  <a:cubicBezTo>
                    <a:pt x="325" y="874"/>
                    <a:pt x="434" y="802"/>
                    <a:pt x="434" y="659"/>
                  </a:cubicBezTo>
                  <a:cubicBezTo>
                    <a:pt x="434" y="516"/>
                    <a:pt x="544" y="444"/>
                    <a:pt x="654" y="444"/>
                  </a:cubicBezTo>
                  <a:cubicBezTo>
                    <a:pt x="763" y="444"/>
                    <a:pt x="873" y="516"/>
                    <a:pt x="873" y="659"/>
                  </a:cubicBezTo>
                  <a:cubicBezTo>
                    <a:pt x="873" y="783"/>
                    <a:pt x="969" y="879"/>
                    <a:pt x="1093" y="879"/>
                  </a:cubicBezTo>
                  <a:cubicBezTo>
                    <a:pt x="1217" y="879"/>
                    <a:pt x="1312" y="783"/>
                    <a:pt x="1312" y="659"/>
                  </a:cubicBezTo>
                  <a:cubicBezTo>
                    <a:pt x="1312" y="297"/>
                    <a:pt x="1016" y="1"/>
                    <a:pt x="654"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2" name="Google Shape;11682;p64"/>
            <p:cNvSpPr/>
            <p:nvPr/>
          </p:nvSpPr>
          <p:spPr>
            <a:xfrm>
              <a:off x="6305091" y="1973150"/>
              <a:ext cx="171643" cy="85939"/>
            </a:xfrm>
            <a:custGeom>
              <a:avLst/>
              <a:gdLst/>
              <a:ahLst/>
              <a:cxnLst/>
              <a:rect l="l" t="t" r="r" b="b"/>
              <a:pathLst>
                <a:path w="6555" h="3282" extrusionOk="0">
                  <a:moveTo>
                    <a:pt x="1880" y="0"/>
                  </a:moveTo>
                  <a:cubicBezTo>
                    <a:pt x="1288" y="0"/>
                    <a:pt x="764" y="401"/>
                    <a:pt x="611" y="973"/>
                  </a:cubicBezTo>
                  <a:lnTo>
                    <a:pt x="0" y="3282"/>
                  </a:lnTo>
                  <a:lnTo>
                    <a:pt x="6554" y="3282"/>
                  </a:lnTo>
                  <a:lnTo>
                    <a:pt x="5934" y="973"/>
                  </a:lnTo>
                  <a:cubicBezTo>
                    <a:pt x="5782" y="401"/>
                    <a:pt x="5267" y="0"/>
                    <a:pt x="4666"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3" name="Google Shape;11683;p64"/>
            <p:cNvSpPr/>
            <p:nvPr/>
          </p:nvSpPr>
          <p:spPr>
            <a:xfrm>
              <a:off x="6377545" y="2156236"/>
              <a:ext cx="26499" cy="11521"/>
            </a:xfrm>
            <a:custGeom>
              <a:avLst/>
              <a:gdLst/>
              <a:ahLst/>
              <a:cxnLst/>
              <a:rect l="l" t="t" r="r" b="b"/>
              <a:pathLst>
                <a:path w="1012" h="440" extrusionOk="0">
                  <a:moveTo>
                    <a:pt x="286" y="1"/>
                  </a:moveTo>
                  <a:cubicBezTo>
                    <a:pt x="0" y="1"/>
                    <a:pt x="0" y="440"/>
                    <a:pt x="286" y="440"/>
                  </a:cubicBezTo>
                  <a:lnTo>
                    <a:pt x="725" y="440"/>
                  </a:lnTo>
                  <a:cubicBezTo>
                    <a:pt x="1011" y="440"/>
                    <a:pt x="1011" y="1"/>
                    <a:pt x="725"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4" name="Google Shape;11684;p64"/>
            <p:cNvSpPr/>
            <p:nvPr/>
          </p:nvSpPr>
          <p:spPr>
            <a:xfrm>
              <a:off x="6303101" y="2081792"/>
              <a:ext cx="43729" cy="11521"/>
            </a:xfrm>
            <a:custGeom>
              <a:avLst/>
              <a:gdLst/>
              <a:ahLst/>
              <a:cxnLst/>
              <a:rect l="l" t="t" r="r" b="b"/>
              <a:pathLst>
                <a:path w="1670" h="440" extrusionOk="0">
                  <a:moveTo>
                    <a:pt x="296" y="1"/>
                  </a:moveTo>
                  <a:cubicBezTo>
                    <a:pt x="0" y="1"/>
                    <a:pt x="0" y="440"/>
                    <a:pt x="296" y="440"/>
                  </a:cubicBezTo>
                  <a:lnTo>
                    <a:pt x="1383" y="440"/>
                  </a:lnTo>
                  <a:cubicBezTo>
                    <a:pt x="1670" y="440"/>
                    <a:pt x="1670" y="1"/>
                    <a:pt x="138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5" name="Google Shape;11685;p64"/>
            <p:cNvSpPr/>
            <p:nvPr/>
          </p:nvSpPr>
          <p:spPr>
            <a:xfrm>
              <a:off x="6434733" y="2081792"/>
              <a:ext cx="43755" cy="11521"/>
            </a:xfrm>
            <a:custGeom>
              <a:avLst/>
              <a:gdLst/>
              <a:ahLst/>
              <a:cxnLst/>
              <a:rect l="l" t="t" r="r" b="b"/>
              <a:pathLst>
                <a:path w="1671" h="440" extrusionOk="0">
                  <a:moveTo>
                    <a:pt x="287" y="1"/>
                  </a:moveTo>
                  <a:cubicBezTo>
                    <a:pt x="1" y="1"/>
                    <a:pt x="1" y="440"/>
                    <a:pt x="287" y="440"/>
                  </a:cubicBezTo>
                  <a:lnTo>
                    <a:pt x="1384" y="440"/>
                  </a:lnTo>
                  <a:cubicBezTo>
                    <a:pt x="1670" y="440"/>
                    <a:pt x="1670" y="1"/>
                    <a:pt x="1384"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6" name="Google Shape;11686;p64"/>
            <p:cNvSpPr/>
            <p:nvPr/>
          </p:nvSpPr>
          <p:spPr>
            <a:xfrm>
              <a:off x="6333580" y="2076057"/>
              <a:ext cx="51480" cy="40246"/>
            </a:xfrm>
            <a:custGeom>
              <a:avLst/>
              <a:gdLst/>
              <a:ahLst/>
              <a:cxnLst/>
              <a:rect l="l" t="t" r="r" b="b"/>
              <a:pathLst>
                <a:path w="1966" h="1537" extrusionOk="0">
                  <a:moveTo>
                    <a:pt x="1526" y="439"/>
                  </a:moveTo>
                  <a:lnTo>
                    <a:pt x="1526" y="878"/>
                  </a:lnTo>
                  <a:cubicBezTo>
                    <a:pt x="1526" y="1002"/>
                    <a:pt x="1431" y="1098"/>
                    <a:pt x="1317" y="1098"/>
                  </a:cubicBezTo>
                  <a:lnTo>
                    <a:pt x="658" y="1098"/>
                  </a:lnTo>
                  <a:cubicBezTo>
                    <a:pt x="534" y="1098"/>
                    <a:pt x="439" y="1002"/>
                    <a:pt x="439" y="878"/>
                  </a:cubicBezTo>
                  <a:lnTo>
                    <a:pt x="439" y="439"/>
                  </a:lnTo>
                  <a:close/>
                  <a:moveTo>
                    <a:pt x="219" y="0"/>
                  </a:moveTo>
                  <a:cubicBezTo>
                    <a:pt x="95" y="0"/>
                    <a:pt x="0" y="105"/>
                    <a:pt x="0" y="220"/>
                  </a:cubicBezTo>
                  <a:lnTo>
                    <a:pt x="0" y="878"/>
                  </a:lnTo>
                  <a:cubicBezTo>
                    <a:pt x="0" y="1241"/>
                    <a:pt x="296" y="1536"/>
                    <a:pt x="658" y="1536"/>
                  </a:cubicBezTo>
                  <a:lnTo>
                    <a:pt x="1317" y="1536"/>
                  </a:lnTo>
                  <a:cubicBezTo>
                    <a:pt x="1670" y="1536"/>
                    <a:pt x="1965" y="1241"/>
                    <a:pt x="1965" y="878"/>
                  </a:cubicBezTo>
                  <a:lnTo>
                    <a:pt x="1965" y="220"/>
                  </a:lnTo>
                  <a:cubicBezTo>
                    <a:pt x="1965" y="105"/>
                    <a:pt x="1870" y="0"/>
                    <a:pt x="174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7" name="Google Shape;11687;p64"/>
            <p:cNvSpPr/>
            <p:nvPr/>
          </p:nvSpPr>
          <p:spPr>
            <a:xfrm>
              <a:off x="6396529" y="2076057"/>
              <a:ext cx="51480" cy="40246"/>
            </a:xfrm>
            <a:custGeom>
              <a:avLst/>
              <a:gdLst/>
              <a:ahLst/>
              <a:cxnLst/>
              <a:rect l="l" t="t" r="r" b="b"/>
              <a:pathLst>
                <a:path w="1966" h="1537" extrusionOk="0">
                  <a:moveTo>
                    <a:pt x="1526" y="439"/>
                  </a:moveTo>
                  <a:lnTo>
                    <a:pt x="1526" y="878"/>
                  </a:lnTo>
                  <a:cubicBezTo>
                    <a:pt x="1526" y="1002"/>
                    <a:pt x="1431" y="1098"/>
                    <a:pt x="1307" y="1098"/>
                  </a:cubicBezTo>
                  <a:lnTo>
                    <a:pt x="658" y="1098"/>
                  </a:lnTo>
                  <a:cubicBezTo>
                    <a:pt x="534" y="1098"/>
                    <a:pt x="439" y="1002"/>
                    <a:pt x="439" y="878"/>
                  </a:cubicBezTo>
                  <a:lnTo>
                    <a:pt x="439" y="439"/>
                  </a:lnTo>
                  <a:close/>
                  <a:moveTo>
                    <a:pt x="220" y="0"/>
                  </a:moveTo>
                  <a:cubicBezTo>
                    <a:pt x="96" y="0"/>
                    <a:pt x="0" y="105"/>
                    <a:pt x="0" y="220"/>
                  </a:cubicBezTo>
                  <a:lnTo>
                    <a:pt x="0" y="878"/>
                  </a:lnTo>
                  <a:cubicBezTo>
                    <a:pt x="0" y="1241"/>
                    <a:pt x="296" y="1536"/>
                    <a:pt x="658" y="1536"/>
                  </a:cubicBezTo>
                  <a:lnTo>
                    <a:pt x="1307" y="1536"/>
                  </a:lnTo>
                  <a:cubicBezTo>
                    <a:pt x="1670" y="1536"/>
                    <a:pt x="1965" y="1241"/>
                    <a:pt x="1965" y="878"/>
                  </a:cubicBezTo>
                  <a:lnTo>
                    <a:pt x="1965" y="220"/>
                  </a:lnTo>
                  <a:cubicBezTo>
                    <a:pt x="1965" y="105"/>
                    <a:pt x="1870" y="0"/>
                    <a:pt x="174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8" name="Google Shape;11688;p64"/>
            <p:cNvSpPr/>
            <p:nvPr/>
          </p:nvSpPr>
          <p:spPr>
            <a:xfrm>
              <a:off x="6316822" y="2116775"/>
              <a:ext cx="85468" cy="68133"/>
            </a:xfrm>
            <a:custGeom>
              <a:avLst/>
              <a:gdLst/>
              <a:ahLst/>
              <a:cxnLst/>
              <a:rect l="l" t="t" r="r" b="b"/>
              <a:pathLst>
                <a:path w="3264" h="2602" extrusionOk="0">
                  <a:moveTo>
                    <a:pt x="1" y="0"/>
                  </a:moveTo>
                  <a:cubicBezTo>
                    <a:pt x="113" y="1490"/>
                    <a:pt x="1366" y="2602"/>
                    <a:pt x="2816" y="2602"/>
                  </a:cubicBezTo>
                  <a:cubicBezTo>
                    <a:pt x="2963" y="2602"/>
                    <a:pt x="3113" y="2590"/>
                    <a:pt x="3264" y="2567"/>
                  </a:cubicBezTo>
                  <a:cubicBezTo>
                    <a:pt x="2119" y="2385"/>
                    <a:pt x="1193" y="1517"/>
                    <a:pt x="936" y="392"/>
                  </a:cubicBezTo>
                  <a:cubicBezTo>
                    <a:pt x="611" y="296"/>
                    <a:pt x="297" y="172"/>
                    <a:pt x="1" y="0"/>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9" name="Google Shape;11689;p64"/>
            <p:cNvSpPr/>
            <p:nvPr/>
          </p:nvSpPr>
          <p:spPr>
            <a:xfrm>
              <a:off x="6367804" y="2133507"/>
              <a:ext cx="45981" cy="17020"/>
            </a:xfrm>
            <a:custGeom>
              <a:avLst/>
              <a:gdLst/>
              <a:ahLst/>
              <a:cxnLst/>
              <a:rect l="l" t="t" r="r" b="b"/>
              <a:pathLst>
                <a:path w="1756" h="650" extrusionOk="0">
                  <a:moveTo>
                    <a:pt x="10" y="1"/>
                  </a:moveTo>
                  <a:lnTo>
                    <a:pt x="10" y="211"/>
                  </a:lnTo>
                  <a:cubicBezTo>
                    <a:pt x="0" y="459"/>
                    <a:pt x="200" y="649"/>
                    <a:pt x="439" y="649"/>
                  </a:cubicBezTo>
                  <a:lnTo>
                    <a:pt x="1317" y="649"/>
                  </a:lnTo>
                  <a:cubicBezTo>
                    <a:pt x="1555" y="649"/>
                    <a:pt x="1755" y="459"/>
                    <a:pt x="1755" y="211"/>
                  </a:cubicBezTo>
                  <a:lnTo>
                    <a:pt x="1755" y="1"/>
                  </a:ln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0" name="Google Shape;11690;p64"/>
            <p:cNvSpPr/>
            <p:nvPr/>
          </p:nvSpPr>
          <p:spPr>
            <a:xfrm>
              <a:off x="6356544" y="2127746"/>
              <a:ext cx="68474" cy="17020"/>
            </a:xfrm>
            <a:custGeom>
              <a:avLst/>
              <a:gdLst/>
              <a:ahLst/>
              <a:cxnLst/>
              <a:rect l="l" t="t" r="r" b="b"/>
              <a:pathLst>
                <a:path w="2615" h="650" extrusionOk="0">
                  <a:moveTo>
                    <a:pt x="630" y="1"/>
                  </a:moveTo>
                  <a:cubicBezTo>
                    <a:pt x="342" y="1"/>
                    <a:pt x="85" y="208"/>
                    <a:pt x="20" y="497"/>
                  </a:cubicBezTo>
                  <a:cubicBezTo>
                    <a:pt x="1" y="574"/>
                    <a:pt x="58" y="650"/>
                    <a:pt x="144" y="650"/>
                  </a:cubicBezTo>
                  <a:lnTo>
                    <a:pt x="649" y="650"/>
                  </a:lnTo>
                  <a:cubicBezTo>
                    <a:pt x="793" y="650"/>
                    <a:pt x="926" y="602"/>
                    <a:pt x="1041" y="516"/>
                  </a:cubicBezTo>
                  <a:cubicBezTo>
                    <a:pt x="1117" y="459"/>
                    <a:pt x="1203" y="431"/>
                    <a:pt x="1298" y="431"/>
                  </a:cubicBezTo>
                  <a:lnTo>
                    <a:pt x="1308" y="431"/>
                  </a:lnTo>
                  <a:cubicBezTo>
                    <a:pt x="1403" y="431"/>
                    <a:pt x="1498" y="459"/>
                    <a:pt x="1575" y="516"/>
                  </a:cubicBezTo>
                  <a:cubicBezTo>
                    <a:pt x="1680" y="602"/>
                    <a:pt x="1823" y="650"/>
                    <a:pt x="1956" y="650"/>
                  </a:cubicBezTo>
                  <a:lnTo>
                    <a:pt x="2472" y="650"/>
                  </a:lnTo>
                  <a:cubicBezTo>
                    <a:pt x="2548" y="650"/>
                    <a:pt x="2615" y="574"/>
                    <a:pt x="2596" y="497"/>
                  </a:cubicBezTo>
                  <a:cubicBezTo>
                    <a:pt x="2519" y="202"/>
                    <a:pt x="2262" y="1"/>
                    <a:pt x="1966" y="1"/>
                  </a:cubicBezTo>
                  <a:lnTo>
                    <a:pt x="649" y="1"/>
                  </a:lnTo>
                  <a:cubicBezTo>
                    <a:pt x="643" y="1"/>
                    <a:pt x="637" y="1"/>
                    <a:pt x="63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1" name="Google Shape;11691;p64"/>
            <p:cNvSpPr/>
            <p:nvPr/>
          </p:nvSpPr>
          <p:spPr>
            <a:xfrm>
              <a:off x="6305091" y="1973150"/>
              <a:ext cx="71956" cy="85939"/>
            </a:xfrm>
            <a:custGeom>
              <a:avLst/>
              <a:gdLst/>
              <a:ahLst/>
              <a:cxnLst/>
              <a:rect l="l" t="t" r="r" b="b"/>
              <a:pathLst>
                <a:path w="2748" h="3282" extrusionOk="0">
                  <a:moveTo>
                    <a:pt x="1880" y="0"/>
                  </a:moveTo>
                  <a:cubicBezTo>
                    <a:pt x="1288" y="0"/>
                    <a:pt x="764" y="401"/>
                    <a:pt x="611" y="973"/>
                  </a:cubicBezTo>
                  <a:lnTo>
                    <a:pt x="0" y="3282"/>
                  </a:lnTo>
                  <a:lnTo>
                    <a:pt x="869" y="3282"/>
                  </a:lnTo>
                  <a:lnTo>
                    <a:pt x="1489" y="973"/>
                  </a:lnTo>
                  <a:cubicBezTo>
                    <a:pt x="1641" y="401"/>
                    <a:pt x="2157" y="0"/>
                    <a:pt x="2748"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2" name="Google Shape;11692;p64"/>
            <p:cNvSpPr/>
            <p:nvPr/>
          </p:nvSpPr>
          <p:spPr>
            <a:xfrm>
              <a:off x="6274611" y="2053329"/>
              <a:ext cx="232601" cy="11521"/>
            </a:xfrm>
            <a:custGeom>
              <a:avLst/>
              <a:gdLst/>
              <a:ahLst/>
              <a:cxnLst/>
              <a:rect l="l" t="t" r="r" b="b"/>
              <a:pathLst>
                <a:path w="8883" h="440" extrusionOk="0">
                  <a:moveTo>
                    <a:pt x="296" y="0"/>
                  </a:moveTo>
                  <a:cubicBezTo>
                    <a:pt x="1" y="0"/>
                    <a:pt x="1" y="439"/>
                    <a:pt x="296" y="439"/>
                  </a:cubicBezTo>
                  <a:lnTo>
                    <a:pt x="8596" y="439"/>
                  </a:lnTo>
                  <a:cubicBezTo>
                    <a:pt x="8882" y="439"/>
                    <a:pt x="8882" y="0"/>
                    <a:pt x="8596"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3" name="Google Shape;11693;p64"/>
            <p:cNvSpPr/>
            <p:nvPr/>
          </p:nvSpPr>
          <p:spPr>
            <a:xfrm>
              <a:off x="6377283" y="1973150"/>
              <a:ext cx="25792" cy="22990"/>
            </a:xfrm>
            <a:custGeom>
              <a:avLst/>
              <a:gdLst/>
              <a:ahLst/>
              <a:cxnLst/>
              <a:rect l="l" t="t" r="r" b="b"/>
              <a:pathLst>
                <a:path w="985" h="878" extrusionOk="0">
                  <a:moveTo>
                    <a:pt x="1" y="0"/>
                  </a:moveTo>
                  <a:cubicBezTo>
                    <a:pt x="201" y="0"/>
                    <a:pt x="373" y="143"/>
                    <a:pt x="430" y="334"/>
                  </a:cubicBezTo>
                  <a:lnTo>
                    <a:pt x="516" y="716"/>
                  </a:lnTo>
                  <a:cubicBezTo>
                    <a:pt x="547" y="828"/>
                    <a:pt x="634" y="877"/>
                    <a:pt x="723" y="877"/>
                  </a:cubicBezTo>
                  <a:cubicBezTo>
                    <a:pt x="853" y="877"/>
                    <a:pt x="985" y="771"/>
                    <a:pt x="945" y="601"/>
                  </a:cubicBezTo>
                  <a:lnTo>
                    <a:pt x="850" y="229"/>
                  </a:lnTo>
                  <a:cubicBezTo>
                    <a:pt x="831" y="153"/>
                    <a:pt x="792" y="76"/>
                    <a:pt x="754"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4" name="Google Shape;11694;p64"/>
            <p:cNvSpPr/>
            <p:nvPr/>
          </p:nvSpPr>
          <p:spPr>
            <a:xfrm>
              <a:off x="6306583" y="2036099"/>
              <a:ext cx="168658" cy="17256"/>
            </a:xfrm>
            <a:custGeom>
              <a:avLst/>
              <a:gdLst/>
              <a:ahLst/>
              <a:cxnLst/>
              <a:rect l="l" t="t" r="r" b="b"/>
              <a:pathLst>
                <a:path w="6441" h="659" extrusionOk="0">
                  <a:moveTo>
                    <a:pt x="172" y="0"/>
                  </a:moveTo>
                  <a:lnTo>
                    <a:pt x="1" y="658"/>
                  </a:lnTo>
                  <a:lnTo>
                    <a:pt x="6440" y="658"/>
                  </a:lnTo>
                  <a:lnTo>
                    <a:pt x="6259" y="0"/>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5" name="Google Shape;11695;p64"/>
            <p:cNvSpPr/>
            <p:nvPr/>
          </p:nvSpPr>
          <p:spPr>
            <a:xfrm>
              <a:off x="6306583" y="2036099"/>
              <a:ext cx="27520" cy="17256"/>
            </a:xfrm>
            <a:custGeom>
              <a:avLst/>
              <a:gdLst/>
              <a:ahLst/>
              <a:cxnLst/>
              <a:rect l="l" t="t" r="r" b="b"/>
              <a:pathLst>
                <a:path w="1051" h="659" extrusionOk="0">
                  <a:moveTo>
                    <a:pt x="172" y="0"/>
                  </a:moveTo>
                  <a:lnTo>
                    <a:pt x="1" y="658"/>
                  </a:lnTo>
                  <a:lnTo>
                    <a:pt x="869" y="658"/>
                  </a:lnTo>
                  <a:lnTo>
                    <a:pt x="1050"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6" name="Google Shape;11696;p64"/>
            <p:cNvSpPr/>
            <p:nvPr/>
          </p:nvSpPr>
          <p:spPr>
            <a:xfrm>
              <a:off x="6305091" y="2220180"/>
              <a:ext cx="22755" cy="107699"/>
            </a:xfrm>
            <a:custGeom>
              <a:avLst/>
              <a:gdLst/>
              <a:ahLst/>
              <a:cxnLst/>
              <a:rect l="l" t="t" r="r" b="b"/>
              <a:pathLst>
                <a:path w="869" h="4113" extrusionOk="0">
                  <a:moveTo>
                    <a:pt x="869" y="1"/>
                  </a:moveTo>
                  <a:lnTo>
                    <a:pt x="0" y="259"/>
                  </a:lnTo>
                  <a:lnTo>
                    <a:pt x="0" y="4113"/>
                  </a:lnTo>
                  <a:lnTo>
                    <a:pt x="869" y="4113"/>
                  </a:lnTo>
                  <a:lnTo>
                    <a:pt x="869"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7" name="Google Shape;11697;p64"/>
            <p:cNvSpPr/>
            <p:nvPr/>
          </p:nvSpPr>
          <p:spPr>
            <a:xfrm>
              <a:off x="6453717" y="2220180"/>
              <a:ext cx="23017" cy="107699"/>
            </a:xfrm>
            <a:custGeom>
              <a:avLst/>
              <a:gdLst/>
              <a:ahLst/>
              <a:cxnLst/>
              <a:rect l="l" t="t" r="r" b="b"/>
              <a:pathLst>
                <a:path w="879" h="4113" extrusionOk="0">
                  <a:moveTo>
                    <a:pt x="1" y="1"/>
                  </a:moveTo>
                  <a:lnTo>
                    <a:pt x="1" y="4113"/>
                  </a:lnTo>
                  <a:lnTo>
                    <a:pt x="878" y="4113"/>
                  </a:lnTo>
                  <a:lnTo>
                    <a:pt x="878" y="259"/>
                  </a:lnTo>
                  <a:lnTo>
                    <a:pt x="1"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8" name="Google Shape;11698;p64"/>
            <p:cNvSpPr/>
            <p:nvPr/>
          </p:nvSpPr>
          <p:spPr>
            <a:xfrm>
              <a:off x="6453717" y="2220180"/>
              <a:ext cx="12281" cy="14035"/>
            </a:xfrm>
            <a:custGeom>
              <a:avLst/>
              <a:gdLst/>
              <a:ahLst/>
              <a:cxnLst/>
              <a:rect l="l" t="t" r="r" b="b"/>
              <a:pathLst>
                <a:path w="469" h="536" extrusionOk="0">
                  <a:moveTo>
                    <a:pt x="1" y="1"/>
                  </a:moveTo>
                  <a:lnTo>
                    <a:pt x="1" y="535"/>
                  </a:lnTo>
                  <a:lnTo>
                    <a:pt x="468" y="135"/>
                  </a:lnTo>
                  <a:lnTo>
                    <a:pt x="172" y="49"/>
                  </a:lnTo>
                  <a:lnTo>
                    <a:pt x="1"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9" name="Google Shape;11699;p64"/>
            <p:cNvSpPr/>
            <p:nvPr/>
          </p:nvSpPr>
          <p:spPr>
            <a:xfrm>
              <a:off x="6315591" y="2220180"/>
              <a:ext cx="12255" cy="14035"/>
            </a:xfrm>
            <a:custGeom>
              <a:avLst/>
              <a:gdLst/>
              <a:ahLst/>
              <a:cxnLst/>
              <a:rect l="l" t="t" r="r" b="b"/>
              <a:pathLst>
                <a:path w="468" h="536" extrusionOk="0">
                  <a:moveTo>
                    <a:pt x="468" y="1"/>
                  </a:moveTo>
                  <a:lnTo>
                    <a:pt x="296" y="49"/>
                  </a:lnTo>
                  <a:lnTo>
                    <a:pt x="0" y="135"/>
                  </a:lnTo>
                  <a:lnTo>
                    <a:pt x="468" y="535"/>
                  </a:lnTo>
                  <a:lnTo>
                    <a:pt x="468"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0" name="Google Shape;11700;p64"/>
            <p:cNvSpPr/>
            <p:nvPr/>
          </p:nvSpPr>
          <p:spPr>
            <a:xfrm>
              <a:off x="6287861" y="2276399"/>
              <a:ext cx="17256" cy="51480"/>
            </a:xfrm>
            <a:custGeom>
              <a:avLst/>
              <a:gdLst/>
              <a:ahLst/>
              <a:cxnLst/>
              <a:rect l="l" t="t" r="r" b="b"/>
              <a:pathLst>
                <a:path w="659" h="1966" extrusionOk="0">
                  <a:moveTo>
                    <a:pt x="658" y="0"/>
                  </a:moveTo>
                  <a:cubicBezTo>
                    <a:pt x="296" y="0"/>
                    <a:pt x="0" y="287"/>
                    <a:pt x="0" y="649"/>
                  </a:cubicBezTo>
                  <a:lnTo>
                    <a:pt x="0" y="1966"/>
                  </a:lnTo>
                  <a:lnTo>
                    <a:pt x="658" y="1966"/>
                  </a:lnTo>
                  <a:lnTo>
                    <a:pt x="658"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1" name="Google Shape;11701;p64"/>
            <p:cNvSpPr/>
            <p:nvPr/>
          </p:nvSpPr>
          <p:spPr>
            <a:xfrm>
              <a:off x="6305091" y="2276399"/>
              <a:ext cx="11521" cy="51480"/>
            </a:xfrm>
            <a:custGeom>
              <a:avLst/>
              <a:gdLst/>
              <a:ahLst/>
              <a:cxnLst/>
              <a:rect l="l" t="t" r="r" b="b"/>
              <a:pathLst>
                <a:path w="440" h="1966" extrusionOk="0">
                  <a:moveTo>
                    <a:pt x="0" y="0"/>
                  </a:moveTo>
                  <a:lnTo>
                    <a:pt x="0" y="1966"/>
                  </a:lnTo>
                  <a:lnTo>
                    <a:pt x="439" y="1966"/>
                  </a:lnTo>
                  <a:lnTo>
                    <a:pt x="439" y="439"/>
                  </a:lnTo>
                  <a:cubicBezTo>
                    <a:pt x="439" y="191"/>
                    <a:pt x="249" y="0"/>
                    <a:pt x="0"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2" name="Google Shape;11702;p64"/>
            <p:cNvSpPr/>
            <p:nvPr/>
          </p:nvSpPr>
          <p:spPr>
            <a:xfrm>
              <a:off x="6476707" y="2276399"/>
              <a:ext cx="17020" cy="51480"/>
            </a:xfrm>
            <a:custGeom>
              <a:avLst/>
              <a:gdLst/>
              <a:ahLst/>
              <a:cxnLst/>
              <a:rect l="l" t="t" r="r" b="b"/>
              <a:pathLst>
                <a:path w="650" h="1966" extrusionOk="0">
                  <a:moveTo>
                    <a:pt x="0" y="0"/>
                  </a:moveTo>
                  <a:lnTo>
                    <a:pt x="0" y="1966"/>
                  </a:lnTo>
                  <a:lnTo>
                    <a:pt x="649" y="1966"/>
                  </a:lnTo>
                  <a:lnTo>
                    <a:pt x="649" y="649"/>
                  </a:lnTo>
                  <a:cubicBezTo>
                    <a:pt x="649" y="287"/>
                    <a:pt x="353" y="0"/>
                    <a:pt x="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3" name="Google Shape;11703;p64"/>
            <p:cNvSpPr/>
            <p:nvPr/>
          </p:nvSpPr>
          <p:spPr>
            <a:xfrm>
              <a:off x="6465212" y="2276399"/>
              <a:ext cx="11521" cy="51480"/>
            </a:xfrm>
            <a:custGeom>
              <a:avLst/>
              <a:gdLst/>
              <a:ahLst/>
              <a:cxnLst/>
              <a:rect l="l" t="t" r="r" b="b"/>
              <a:pathLst>
                <a:path w="440" h="1966" extrusionOk="0">
                  <a:moveTo>
                    <a:pt x="439" y="0"/>
                  </a:moveTo>
                  <a:cubicBezTo>
                    <a:pt x="191" y="0"/>
                    <a:pt x="1" y="191"/>
                    <a:pt x="1" y="439"/>
                  </a:cubicBezTo>
                  <a:lnTo>
                    <a:pt x="1" y="1966"/>
                  </a:lnTo>
                  <a:lnTo>
                    <a:pt x="439" y="1966"/>
                  </a:lnTo>
                  <a:lnTo>
                    <a:pt x="439"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4" name="Google Shape;11704;p64"/>
            <p:cNvSpPr/>
            <p:nvPr/>
          </p:nvSpPr>
          <p:spPr>
            <a:xfrm>
              <a:off x="6385033" y="2264903"/>
              <a:ext cx="11521" cy="11521"/>
            </a:xfrm>
            <a:custGeom>
              <a:avLst/>
              <a:gdLst/>
              <a:ahLst/>
              <a:cxnLst/>
              <a:rect l="l" t="t" r="r" b="b"/>
              <a:pathLst>
                <a:path w="440" h="440" extrusionOk="0">
                  <a:moveTo>
                    <a:pt x="220" y="1"/>
                  </a:moveTo>
                  <a:cubicBezTo>
                    <a:pt x="96" y="1"/>
                    <a:pt x="0" y="96"/>
                    <a:pt x="0" y="220"/>
                  </a:cubicBezTo>
                  <a:cubicBezTo>
                    <a:pt x="0" y="344"/>
                    <a:pt x="96" y="439"/>
                    <a:pt x="220" y="439"/>
                  </a:cubicBezTo>
                  <a:cubicBezTo>
                    <a:pt x="344" y="439"/>
                    <a:pt x="439" y="344"/>
                    <a:pt x="439" y="220"/>
                  </a:cubicBezTo>
                  <a:cubicBezTo>
                    <a:pt x="439" y="96"/>
                    <a:pt x="344" y="1"/>
                    <a:pt x="220"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5" name="Google Shape;11705;p64"/>
            <p:cNvSpPr/>
            <p:nvPr/>
          </p:nvSpPr>
          <p:spPr>
            <a:xfrm>
              <a:off x="6385033" y="2299127"/>
              <a:ext cx="11521" cy="11521"/>
            </a:xfrm>
            <a:custGeom>
              <a:avLst/>
              <a:gdLst/>
              <a:ahLst/>
              <a:cxnLst/>
              <a:rect l="l" t="t" r="r" b="b"/>
              <a:pathLst>
                <a:path w="440" h="440" extrusionOk="0">
                  <a:moveTo>
                    <a:pt x="220" y="1"/>
                  </a:moveTo>
                  <a:cubicBezTo>
                    <a:pt x="96" y="1"/>
                    <a:pt x="0" y="106"/>
                    <a:pt x="0" y="220"/>
                  </a:cubicBezTo>
                  <a:cubicBezTo>
                    <a:pt x="0" y="344"/>
                    <a:pt x="96" y="439"/>
                    <a:pt x="220" y="439"/>
                  </a:cubicBezTo>
                  <a:cubicBezTo>
                    <a:pt x="344" y="439"/>
                    <a:pt x="439" y="344"/>
                    <a:pt x="439" y="220"/>
                  </a:cubicBezTo>
                  <a:cubicBezTo>
                    <a:pt x="439" y="106"/>
                    <a:pt x="344" y="1"/>
                    <a:pt x="220"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06" name="Google Shape;11706;p64"/>
          <p:cNvGrpSpPr/>
          <p:nvPr/>
        </p:nvGrpSpPr>
        <p:grpSpPr>
          <a:xfrm>
            <a:off x="5786221" y="1819575"/>
            <a:ext cx="275309" cy="354728"/>
            <a:chOff x="5802496" y="1973150"/>
            <a:chExt cx="275309" cy="354728"/>
          </a:xfrm>
        </p:grpSpPr>
        <p:sp>
          <p:nvSpPr>
            <p:cNvPr id="11707" name="Google Shape;11707;p64"/>
            <p:cNvSpPr/>
            <p:nvPr/>
          </p:nvSpPr>
          <p:spPr>
            <a:xfrm>
              <a:off x="5803229" y="2210439"/>
              <a:ext cx="274576" cy="117440"/>
            </a:xfrm>
            <a:custGeom>
              <a:avLst/>
              <a:gdLst/>
              <a:ahLst/>
              <a:cxnLst/>
              <a:rect l="l" t="t" r="r" b="b"/>
              <a:pathLst>
                <a:path w="10486" h="4485" extrusionOk="0">
                  <a:moveTo>
                    <a:pt x="3597" y="1"/>
                  </a:moveTo>
                  <a:cubicBezTo>
                    <a:pt x="3511" y="125"/>
                    <a:pt x="3387" y="211"/>
                    <a:pt x="3244" y="259"/>
                  </a:cubicBezTo>
                  <a:lnTo>
                    <a:pt x="945" y="936"/>
                  </a:lnTo>
                  <a:cubicBezTo>
                    <a:pt x="382" y="1098"/>
                    <a:pt x="1" y="1604"/>
                    <a:pt x="1" y="2186"/>
                  </a:cubicBezTo>
                  <a:lnTo>
                    <a:pt x="1" y="3826"/>
                  </a:lnTo>
                  <a:cubicBezTo>
                    <a:pt x="1" y="4189"/>
                    <a:pt x="296" y="4485"/>
                    <a:pt x="659" y="4485"/>
                  </a:cubicBezTo>
                  <a:lnTo>
                    <a:pt x="9827" y="4485"/>
                  </a:lnTo>
                  <a:cubicBezTo>
                    <a:pt x="10189" y="4485"/>
                    <a:pt x="10485" y="4189"/>
                    <a:pt x="10485" y="3826"/>
                  </a:cubicBezTo>
                  <a:lnTo>
                    <a:pt x="10485" y="2186"/>
                  </a:lnTo>
                  <a:cubicBezTo>
                    <a:pt x="10485" y="1604"/>
                    <a:pt x="10104" y="1098"/>
                    <a:pt x="9550" y="936"/>
                  </a:cubicBezTo>
                  <a:lnTo>
                    <a:pt x="7242" y="259"/>
                  </a:lnTo>
                  <a:cubicBezTo>
                    <a:pt x="7098" y="211"/>
                    <a:pt x="6984" y="125"/>
                    <a:pt x="6898"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8" name="Google Shape;11708;p64"/>
            <p:cNvSpPr/>
            <p:nvPr/>
          </p:nvSpPr>
          <p:spPr>
            <a:xfrm>
              <a:off x="5885162" y="2210439"/>
              <a:ext cx="110946" cy="20267"/>
            </a:xfrm>
            <a:custGeom>
              <a:avLst/>
              <a:gdLst/>
              <a:ahLst/>
              <a:cxnLst/>
              <a:rect l="l" t="t" r="r" b="b"/>
              <a:pathLst>
                <a:path w="4237" h="774" extrusionOk="0">
                  <a:moveTo>
                    <a:pt x="468" y="1"/>
                  </a:moveTo>
                  <a:cubicBezTo>
                    <a:pt x="382" y="125"/>
                    <a:pt x="258" y="211"/>
                    <a:pt x="125" y="259"/>
                  </a:cubicBezTo>
                  <a:lnTo>
                    <a:pt x="1" y="297"/>
                  </a:lnTo>
                  <a:cubicBezTo>
                    <a:pt x="659" y="611"/>
                    <a:pt x="1384" y="774"/>
                    <a:pt x="2119" y="774"/>
                  </a:cubicBezTo>
                  <a:cubicBezTo>
                    <a:pt x="2853" y="774"/>
                    <a:pt x="3578" y="611"/>
                    <a:pt x="4237" y="297"/>
                  </a:cubicBezTo>
                  <a:lnTo>
                    <a:pt x="4122" y="259"/>
                  </a:lnTo>
                  <a:cubicBezTo>
                    <a:pt x="3979" y="211"/>
                    <a:pt x="3855" y="125"/>
                    <a:pt x="376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9" name="Google Shape;11709;p64"/>
            <p:cNvSpPr/>
            <p:nvPr/>
          </p:nvSpPr>
          <p:spPr>
            <a:xfrm>
              <a:off x="5992075" y="1973150"/>
              <a:ext cx="68736" cy="68709"/>
            </a:xfrm>
            <a:custGeom>
              <a:avLst/>
              <a:gdLst/>
              <a:ahLst/>
              <a:cxnLst/>
              <a:rect l="l" t="t" r="r" b="b"/>
              <a:pathLst>
                <a:path w="2625" h="2624" extrusionOk="0">
                  <a:moveTo>
                    <a:pt x="1308" y="0"/>
                  </a:moveTo>
                  <a:cubicBezTo>
                    <a:pt x="583" y="0"/>
                    <a:pt x="1" y="592"/>
                    <a:pt x="1" y="1317"/>
                  </a:cubicBezTo>
                  <a:cubicBezTo>
                    <a:pt x="1" y="2032"/>
                    <a:pt x="583" y="2624"/>
                    <a:pt x="1308" y="2624"/>
                  </a:cubicBezTo>
                  <a:cubicBezTo>
                    <a:pt x="2033" y="2624"/>
                    <a:pt x="2624" y="2032"/>
                    <a:pt x="2624" y="1317"/>
                  </a:cubicBezTo>
                  <a:cubicBezTo>
                    <a:pt x="2624" y="592"/>
                    <a:pt x="2033" y="0"/>
                    <a:pt x="1308"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0" name="Google Shape;11710;p64"/>
            <p:cNvSpPr/>
            <p:nvPr/>
          </p:nvSpPr>
          <p:spPr>
            <a:xfrm>
              <a:off x="6009069" y="1990380"/>
              <a:ext cx="34512" cy="34250"/>
            </a:xfrm>
            <a:custGeom>
              <a:avLst/>
              <a:gdLst/>
              <a:ahLst/>
              <a:cxnLst/>
              <a:rect l="l" t="t" r="r" b="b"/>
              <a:pathLst>
                <a:path w="1318" h="1308" extrusionOk="0">
                  <a:moveTo>
                    <a:pt x="659" y="0"/>
                  </a:moveTo>
                  <a:cubicBezTo>
                    <a:pt x="296" y="0"/>
                    <a:pt x="1" y="296"/>
                    <a:pt x="1" y="659"/>
                  </a:cubicBezTo>
                  <a:cubicBezTo>
                    <a:pt x="1" y="1021"/>
                    <a:pt x="296" y="1307"/>
                    <a:pt x="659" y="1307"/>
                  </a:cubicBezTo>
                  <a:cubicBezTo>
                    <a:pt x="1021" y="1307"/>
                    <a:pt x="1317" y="1021"/>
                    <a:pt x="1317" y="659"/>
                  </a:cubicBezTo>
                  <a:cubicBezTo>
                    <a:pt x="1317" y="296"/>
                    <a:pt x="1021" y="0"/>
                    <a:pt x="65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1" name="Google Shape;11711;p64"/>
            <p:cNvSpPr/>
            <p:nvPr/>
          </p:nvSpPr>
          <p:spPr>
            <a:xfrm>
              <a:off x="5988593" y="1987133"/>
              <a:ext cx="60723" cy="54255"/>
            </a:xfrm>
            <a:custGeom>
              <a:avLst/>
              <a:gdLst/>
              <a:ahLst/>
              <a:cxnLst/>
              <a:rect l="l" t="t" r="r" b="b"/>
              <a:pathLst>
                <a:path w="2319" h="2072" extrusionOk="0">
                  <a:moveTo>
                    <a:pt x="392" y="0"/>
                  </a:moveTo>
                  <a:cubicBezTo>
                    <a:pt x="0" y="544"/>
                    <a:pt x="86" y="1288"/>
                    <a:pt x="573" y="1737"/>
                  </a:cubicBezTo>
                  <a:cubicBezTo>
                    <a:pt x="825" y="1960"/>
                    <a:pt x="1141" y="2072"/>
                    <a:pt x="1457" y="2072"/>
                  </a:cubicBezTo>
                  <a:cubicBezTo>
                    <a:pt x="1764" y="2072"/>
                    <a:pt x="2070" y="1967"/>
                    <a:pt x="2319" y="1756"/>
                  </a:cubicBezTo>
                  <a:cubicBezTo>
                    <a:pt x="1842" y="1011"/>
                    <a:pt x="1174" y="401"/>
                    <a:pt x="392"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2" name="Google Shape;11712;p64"/>
            <p:cNvSpPr/>
            <p:nvPr/>
          </p:nvSpPr>
          <p:spPr>
            <a:xfrm>
              <a:off x="6006817" y="1996114"/>
              <a:ext cx="32260" cy="29170"/>
            </a:xfrm>
            <a:custGeom>
              <a:avLst/>
              <a:gdLst/>
              <a:ahLst/>
              <a:cxnLst/>
              <a:rect l="l" t="t" r="r" b="b"/>
              <a:pathLst>
                <a:path w="1232" h="1114" extrusionOk="0">
                  <a:moveTo>
                    <a:pt x="268" y="1"/>
                  </a:moveTo>
                  <a:cubicBezTo>
                    <a:pt x="1" y="258"/>
                    <a:pt x="10" y="688"/>
                    <a:pt x="287" y="945"/>
                  </a:cubicBezTo>
                  <a:cubicBezTo>
                    <a:pt x="413" y="1058"/>
                    <a:pt x="571" y="1114"/>
                    <a:pt x="728" y="1114"/>
                  </a:cubicBezTo>
                  <a:cubicBezTo>
                    <a:pt x="915" y="1114"/>
                    <a:pt x="1102" y="1034"/>
                    <a:pt x="1231" y="878"/>
                  </a:cubicBezTo>
                  <a:cubicBezTo>
                    <a:pt x="945" y="544"/>
                    <a:pt x="621" y="249"/>
                    <a:pt x="268"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3" name="Google Shape;11713;p64"/>
            <p:cNvSpPr/>
            <p:nvPr/>
          </p:nvSpPr>
          <p:spPr>
            <a:xfrm>
              <a:off x="5820459" y="1973150"/>
              <a:ext cx="68736" cy="68709"/>
            </a:xfrm>
            <a:custGeom>
              <a:avLst/>
              <a:gdLst/>
              <a:ahLst/>
              <a:cxnLst/>
              <a:rect l="l" t="t" r="r" b="b"/>
              <a:pathLst>
                <a:path w="2625" h="2624" extrusionOk="0">
                  <a:moveTo>
                    <a:pt x="1308" y="0"/>
                  </a:moveTo>
                  <a:cubicBezTo>
                    <a:pt x="583" y="0"/>
                    <a:pt x="1" y="592"/>
                    <a:pt x="1" y="1317"/>
                  </a:cubicBezTo>
                  <a:cubicBezTo>
                    <a:pt x="1" y="2032"/>
                    <a:pt x="583" y="2624"/>
                    <a:pt x="1308" y="2624"/>
                  </a:cubicBezTo>
                  <a:cubicBezTo>
                    <a:pt x="2033" y="2624"/>
                    <a:pt x="2624" y="2032"/>
                    <a:pt x="2624" y="1317"/>
                  </a:cubicBezTo>
                  <a:cubicBezTo>
                    <a:pt x="2624" y="592"/>
                    <a:pt x="2033" y="0"/>
                    <a:pt x="1308"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4" name="Google Shape;11714;p64"/>
            <p:cNvSpPr/>
            <p:nvPr/>
          </p:nvSpPr>
          <p:spPr>
            <a:xfrm>
              <a:off x="5837453" y="1990380"/>
              <a:ext cx="34512" cy="34250"/>
            </a:xfrm>
            <a:custGeom>
              <a:avLst/>
              <a:gdLst/>
              <a:ahLst/>
              <a:cxnLst/>
              <a:rect l="l" t="t" r="r" b="b"/>
              <a:pathLst>
                <a:path w="1318" h="1308" extrusionOk="0">
                  <a:moveTo>
                    <a:pt x="659" y="0"/>
                  </a:moveTo>
                  <a:cubicBezTo>
                    <a:pt x="296" y="0"/>
                    <a:pt x="1" y="296"/>
                    <a:pt x="1" y="659"/>
                  </a:cubicBezTo>
                  <a:cubicBezTo>
                    <a:pt x="1" y="1021"/>
                    <a:pt x="296" y="1307"/>
                    <a:pt x="659" y="1307"/>
                  </a:cubicBezTo>
                  <a:cubicBezTo>
                    <a:pt x="1021" y="1307"/>
                    <a:pt x="1317" y="1021"/>
                    <a:pt x="1317" y="659"/>
                  </a:cubicBezTo>
                  <a:cubicBezTo>
                    <a:pt x="1317" y="296"/>
                    <a:pt x="1021" y="0"/>
                    <a:pt x="65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5" name="Google Shape;11715;p64"/>
            <p:cNvSpPr/>
            <p:nvPr/>
          </p:nvSpPr>
          <p:spPr>
            <a:xfrm>
              <a:off x="5831954" y="1987133"/>
              <a:ext cx="60487" cy="54255"/>
            </a:xfrm>
            <a:custGeom>
              <a:avLst/>
              <a:gdLst/>
              <a:ahLst/>
              <a:cxnLst/>
              <a:rect l="l" t="t" r="r" b="b"/>
              <a:pathLst>
                <a:path w="2310" h="2072" extrusionOk="0">
                  <a:moveTo>
                    <a:pt x="1928" y="0"/>
                  </a:moveTo>
                  <a:lnTo>
                    <a:pt x="1928" y="0"/>
                  </a:lnTo>
                  <a:cubicBezTo>
                    <a:pt x="1136" y="401"/>
                    <a:pt x="468" y="1011"/>
                    <a:pt x="1" y="1756"/>
                  </a:cubicBezTo>
                  <a:cubicBezTo>
                    <a:pt x="245" y="1967"/>
                    <a:pt x="551" y="2072"/>
                    <a:pt x="857" y="2072"/>
                  </a:cubicBezTo>
                  <a:cubicBezTo>
                    <a:pt x="1174" y="2072"/>
                    <a:pt x="1490" y="1960"/>
                    <a:pt x="1737" y="1737"/>
                  </a:cubicBezTo>
                  <a:cubicBezTo>
                    <a:pt x="2233" y="1288"/>
                    <a:pt x="2309" y="544"/>
                    <a:pt x="1928"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6" name="Google Shape;11716;p64"/>
            <p:cNvSpPr/>
            <p:nvPr/>
          </p:nvSpPr>
          <p:spPr>
            <a:xfrm>
              <a:off x="5842192" y="1996114"/>
              <a:ext cx="32024" cy="29170"/>
            </a:xfrm>
            <a:custGeom>
              <a:avLst/>
              <a:gdLst/>
              <a:ahLst/>
              <a:cxnLst/>
              <a:rect l="l" t="t" r="r" b="b"/>
              <a:pathLst>
                <a:path w="1223" h="1114" extrusionOk="0">
                  <a:moveTo>
                    <a:pt x="965" y="1"/>
                  </a:moveTo>
                  <a:cubicBezTo>
                    <a:pt x="602" y="249"/>
                    <a:pt x="278" y="544"/>
                    <a:pt x="1" y="878"/>
                  </a:cubicBezTo>
                  <a:cubicBezTo>
                    <a:pt x="131" y="1034"/>
                    <a:pt x="314" y="1114"/>
                    <a:pt x="499" y="1114"/>
                  </a:cubicBezTo>
                  <a:cubicBezTo>
                    <a:pt x="654" y="1114"/>
                    <a:pt x="810" y="1058"/>
                    <a:pt x="936" y="945"/>
                  </a:cubicBezTo>
                  <a:cubicBezTo>
                    <a:pt x="1213" y="688"/>
                    <a:pt x="1222" y="258"/>
                    <a:pt x="96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7" name="Google Shape;11717;p64"/>
            <p:cNvSpPr/>
            <p:nvPr/>
          </p:nvSpPr>
          <p:spPr>
            <a:xfrm>
              <a:off x="5823208" y="1984619"/>
              <a:ext cx="234591" cy="234591"/>
            </a:xfrm>
            <a:custGeom>
              <a:avLst/>
              <a:gdLst/>
              <a:ahLst/>
              <a:cxnLst/>
              <a:rect l="l" t="t" r="r" b="b"/>
              <a:pathLst>
                <a:path w="8959" h="8959" extrusionOk="0">
                  <a:moveTo>
                    <a:pt x="4485" y="1"/>
                  </a:moveTo>
                  <a:cubicBezTo>
                    <a:pt x="2014" y="1"/>
                    <a:pt x="1" y="2004"/>
                    <a:pt x="1" y="4475"/>
                  </a:cubicBezTo>
                  <a:cubicBezTo>
                    <a:pt x="1" y="6955"/>
                    <a:pt x="2014" y="8959"/>
                    <a:pt x="4485" y="8959"/>
                  </a:cubicBezTo>
                  <a:cubicBezTo>
                    <a:pt x="6956" y="8959"/>
                    <a:pt x="8959" y="6955"/>
                    <a:pt x="8959" y="4475"/>
                  </a:cubicBezTo>
                  <a:cubicBezTo>
                    <a:pt x="8959" y="2004"/>
                    <a:pt x="6956" y="1"/>
                    <a:pt x="4485"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8" name="Google Shape;11718;p64"/>
            <p:cNvSpPr/>
            <p:nvPr/>
          </p:nvSpPr>
          <p:spPr>
            <a:xfrm>
              <a:off x="5866178" y="2036099"/>
              <a:ext cx="148678" cy="148652"/>
            </a:xfrm>
            <a:custGeom>
              <a:avLst/>
              <a:gdLst/>
              <a:ahLst/>
              <a:cxnLst/>
              <a:rect l="l" t="t" r="r" b="b"/>
              <a:pathLst>
                <a:path w="5678" h="5677" extrusionOk="0">
                  <a:moveTo>
                    <a:pt x="2844" y="0"/>
                  </a:moveTo>
                  <a:cubicBezTo>
                    <a:pt x="1270" y="0"/>
                    <a:pt x="1" y="1278"/>
                    <a:pt x="1" y="2843"/>
                  </a:cubicBezTo>
                  <a:cubicBezTo>
                    <a:pt x="1" y="4408"/>
                    <a:pt x="1270" y="5676"/>
                    <a:pt x="2844" y="5676"/>
                  </a:cubicBezTo>
                  <a:cubicBezTo>
                    <a:pt x="4408" y="5676"/>
                    <a:pt x="5677" y="4408"/>
                    <a:pt x="5677" y="2843"/>
                  </a:cubicBezTo>
                  <a:cubicBezTo>
                    <a:pt x="5677" y="1278"/>
                    <a:pt x="4408" y="0"/>
                    <a:pt x="2844"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9" name="Google Shape;11719;p64"/>
            <p:cNvSpPr/>
            <p:nvPr/>
          </p:nvSpPr>
          <p:spPr>
            <a:xfrm>
              <a:off x="5865680" y="2036125"/>
              <a:ext cx="86463" cy="148836"/>
            </a:xfrm>
            <a:custGeom>
              <a:avLst/>
              <a:gdLst/>
              <a:ahLst/>
              <a:cxnLst/>
              <a:rect l="l" t="t" r="r" b="b"/>
              <a:pathLst>
                <a:path w="3302" h="5684" extrusionOk="0">
                  <a:moveTo>
                    <a:pt x="2842" y="1"/>
                  </a:moveTo>
                  <a:cubicBezTo>
                    <a:pt x="1299" y="1"/>
                    <a:pt x="1" y="1243"/>
                    <a:pt x="1" y="2842"/>
                  </a:cubicBezTo>
                  <a:cubicBezTo>
                    <a:pt x="1" y="4433"/>
                    <a:pt x="1300" y="5683"/>
                    <a:pt x="2844" y="5683"/>
                  </a:cubicBezTo>
                  <a:cubicBezTo>
                    <a:pt x="2995" y="5683"/>
                    <a:pt x="3147" y="5671"/>
                    <a:pt x="3302" y="5647"/>
                  </a:cubicBezTo>
                  <a:cubicBezTo>
                    <a:pt x="1918" y="5427"/>
                    <a:pt x="897" y="4235"/>
                    <a:pt x="897" y="2842"/>
                  </a:cubicBezTo>
                  <a:cubicBezTo>
                    <a:pt x="897" y="1440"/>
                    <a:pt x="1918" y="257"/>
                    <a:pt x="3302" y="37"/>
                  </a:cubicBezTo>
                  <a:cubicBezTo>
                    <a:pt x="3147" y="13"/>
                    <a:pt x="2993" y="1"/>
                    <a:pt x="2842"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0" name="Google Shape;11720;p64"/>
            <p:cNvSpPr/>
            <p:nvPr/>
          </p:nvSpPr>
          <p:spPr>
            <a:xfrm>
              <a:off x="5900663" y="2093418"/>
              <a:ext cx="11260" cy="17125"/>
            </a:xfrm>
            <a:custGeom>
              <a:avLst/>
              <a:gdLst/>
              <a:ahLst/>
              <a:cxnLst/>
              <a:rect l="l" t="t" r="r" b="b"/>
              <a:pathLst>
                <a:path w="430" h="654" extrusionOk="0">
                  <a:moveTo>
                    <a:pt x="215" y="0"/>
                  </a:moveTo>
                  <a:cubicBezTo>
                    <a:pt x="108" y="0"/>
                    <a:pt x="0" y="72"/>
                    <a:pt x="0" y="215"/>
                  </a:cubicBezTo>
                  <a:lnTo>
                    <a:pt x="0" y="435"/>
                  </a:lnTo>
                  <a:cubicBezTo>
                    <a:pt x="0" y="559"/>
                    <a:pt x="96" y="654"/>
                    <a:pt x="210" y="654"/>
                  </a:cubicBezTo>
                  <a:cubicBezTo>
                    <a:pt x="334" y="654"/>
                    <a:pt x="430" y="559"/>
                    <a:pt x="430" y="435"/>
                  </a:cubicBezTo>
                  <a:lnTo>
                    <a:pt x="430" y="215"/>
                  </a:lnTo>
                  <a:cubicBezTo>
                    <a:pt x="430" y="72"/>
                    <a:pt x="322"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1" name="Google Shape;11721;p64"/>
            <p:cNvSpPr/>
            <p:nvPr/>
          </p:nvSpPr>
          <p:spPr>
            <a:xfrm>
              <a:off x="5969111" y="2093418"/>
              <a:ext cx="11521" cy="17125"/>
            </a:xfrm>
            <a:custGeom>
              <a:avLst/>
              <a:gdLst/>
              <a:ahLst/>
              <a:cxnLst/>
              <a:rect l="l" t="t" r="r" b="b"/>
              <a:pathLst>
                <a:path w="440" h="654" extrusionOk="0">
                  <a:moveTo>
                    <a:pt x="220" y="0"/>
                  </a:moveTo>
                  <a:cubicBezTo>
                    <a:pt x="110" y="0"/>
                    <a:pt x="0" y="72"/>
                    <a:pt x="0" y="215"/>
                  </a:cubicBezTo>
                  <a:lnTo>
                    <a:pt x="0" y="435"/>
                  </a:lnTo>
                  <a:cubicBezTo>
                    <a:pt x="0" y="559"/>
                    <a:pt x="96" y="654"/>
                    <a:pt x="220" y="654"/>
                  </a:cubicBezTo>
                  <a:cubicBezTo>
                    <a:pt x="344" y="654"/>
                    <a:pt x="439" y="559"/>
                    <a:pt x="439" y="435"/>
                  </a:cubicBezTo>
                  <a:lnTo>
                    <a:pt x="439" y="215"/>
                  </a:lnTo>
                  <a:cubicBezTo>
                    <a:pt x="439" y="72"/>
                    <a:pt x="329"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2" name="Google Shape;11722;p64"/>
            <p:cNvSpPr/>
            <p:nvPr/>
          </p:nvSpPr>
          <p:spPr>
            <a:xfrm>
              <a:off x="5892913" y="2076293"/>
              <a:ext cx="26761" cy="11286"/>
            </a:xfrm>
            <a:custGeom>
              <a:avLst/>
              <a:gdLst/>
              <a:ahLst/>
              <a:cxnLst/>
              <a:rect l="l" t="t" r="r" b="b"/>
              <a:pathLst>
                <a:path w="1022" h="431" extrusionOk="0">
                  <a:moveTo>
                    <a:pt x="735" y="1"/>
                  </a:moveTo>
                  <a:cubicBezTo>
                    <a:pt x="732" y="1"/>
                    <a:pt x="729" y="1"/>
                    <a:pt x="726" y="1"/>
                  </a:cubicBezTo>
                  <a:lnTo>
                    <a:pt x="296" y="1"/>
                  </a:lnTo>
                  <a:cubicBezTo>
                    <a:pt x="1" y="1"/>
                    <a:pt x="1" y="430"/>
                    <a:pt x="296" y="430"/>
                  </a:cubicBezTo>
                  <a:lnTo>
                    <a:pt x="726" y="430"/>
                  </a:lnTo>
                  <a:cubicBezTo>
                    <a:pt x="1018" y="430"/>
                    <a:pt x="1021" y="1"/>
                    <a:pt x="73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3" name="Google Shape;11723;p64"/>
            <p:cNvSpPr/>
            <p:nvPr/>
          </p:nvSpPr>
          <p:spPr>
            <a:xfrm>
              <a:off x="5961622" y="2076293"/>
              <a:ext cx="26499" cy="11286"/>
            </a:xfrm>
            <a:custGeom>
              <a:avLst/>
              <a:gdLst/>
              <a:ahLst/>
              <a:cxnLst/>
              <a:rect l="l" t="t" r="r" b="b"/>
              <a:pathLst>
                <a:path w="1012" h="431" extrusionOk="0">
                  <a:moveTo>
                    <a:pt x="734" y="1"/>
                  </a:moveTo>
                  <a:cubicBezTo>
                    <a:pt x="731" y="1"/>
                    <a:pt x="728" y="1"/>
                    <a:pt x="725" y="1"/>
                  </a:cubicBezTo>
                  <a:lnTo>
                    <a:pt x="286" y="1"/>
                  </a:lnTo>
                  <a:cubicBezTo>
                    <a:pt x="0" y="1"/>
                    <a:pt x="0" y="430"/>
                    <a:pt x="286" y="430"/>
                  </a:cubicBezTo>
                  <a:lnTo>
                    <a:pt x="725" y="430"/>
                  </a:lnTo>
                  <a:cubicBezTo>
                    <a:pt x="1008" y="430"/>
                    <a:pt x="1011" y="1"/>
                    <a:pt x="734"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4" name="Google Shape;11724;p64"/>
            <p:cNvSpPr/>
            <p:nvPr/>
          </p:nvSpPr>
          <p:spPr>
            <a:xfrm>
              <a:off x="5887178" y="2013475"/>
              <a:ext cx="13511" cy="11390"/>
            </a:xfrm>
            <a:custGeom>
              <a:avLst/>
              <a:gdLst/>
              <a:ahLst/>
              <a:cxnLst/>
              <a:rect l="l" t="t" r="r" b="b"/>
              <a:pathLst>
                <a:path w="516" h="435" extrusionOk="0">
                  <a:moveTo>
                    <a:pt x="293" y="0"/>
                  </a:moveTo>
                  <a:cubicBezTo>
                    <a:pt x="240" y="0"/>
                    <a:pt x="186" y="20"/>
                    <a:pt x="143" y="63"/>
                  </a:cubicBezTo>
                  <a:cubicBezTo>
                    <a:pt x="0" y="196"/>
                    <a:pt x="96" y="435"/>
                    <a:pt x="296" y="435"/>
                  </a:cubicBezTo>
                  <a:cubicBezTo>
                    <a:pt x="410" y="435"/>
                    <a:pt x="515" y="339"/>
                    <a:pt x="515" y="215"/>
                  </a:cubicBezTo>
                  <a:cubicBezTo>
                    <a:pt x="515" y="86"/>
                    <a:pt x="406" y="0"/>
                    <a:pt x="293"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5" name="Google Shape;11725;p64"/>
            <p:cNvSpPr/>
            <p:nvPr/>
          </p:nvSpPr>
          <p:spPr>
            <a:xfrm>
              <a:off x="5978852" y="2013475"/>
              <a:ext cx="13250" cy="11390"/>
            </a:xfrm>
            <a:custGeom>
              <a:avLst/>
              <a:gdLst/>
              <a:ahLst/>
              <a:cxnLst/>
              <a:rect l="l" t="t" r="r" b="b"/>
              <a:pathLst>
                <a:path w="506" h="435" extrusionOk="0">
                  <a:moveTo>
                    <a:pt x="288" y="0"/>
                  </a:moveTo>
                  <a:cubicBezTo>
                    <a:pt x="235" y="0"/>
                    <a:pt x="180" y="20"/>
                    <a:pt x="134" y="63"/>
                  </a:cubicBezTo>
                  <a:cubicBezTo>
                    <a:pt x="0" y="196"/>
                    <a:pt x="96" y="435"/>
                    <a:pt x="287" y="435"/>
                  </a:cubicBezTo>
                  <a:cubicBezTo>
                    <a:pt x="411" y="435"/>
                    <a:pt x="506" y="339"/>
                    <a:pt x="506" y="215"/>
                  </a:cubicBezTo>
                  <a:cubicBezTo>
                    <a:pt x="506" y="86"/>
                    <a:pt x="401" y="0"/>
                    <a:pt x="288"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6" name="Google Shape;11726;p64"/>
            <p:cNvSpPr/>
            <p:nvPr/>
          </p:nvSpPr>
          <p:spPr>
            <a:xfrm>
              <a:off x="5914908" y="2130522"/>
              <a:ext cx="51480" cy="22755"/>
            </a:xfrm>
            <a:custGeom>
              <a:avLst/>
              <a:gdLst/>
              <a:ahLst/>
              <a:cxnLst/>
              <a:rect l="l" t="t" r="r" b="b"/>
              <a:pathLst>
                <a:path w="1966" h="869" extrusionOk="0">
                  <a:moveTo>
                    <a:pt x="143" y="0"/>
                  </a:moveTo>
                  <a:cubicBezTo>
                    <a:pt x="57" y="0"/>
                    <a:pt x="0" y="76"/>
                    <a:pt x="10" y="153"/>
                  </a:cubicBezTo>
                  <a:cubicBezTo>
                    <a:pt x="95" y="563"/>
                    <a:pt x="496" y="868"/>
                    <a:pt x="983" y="868"/>
                  </a:cubicBezTo>
                  <a:cubicBezTo>
                    <a:pt x="1460" y="868"/>
                    <a:pt x="1860" y="563"/>
                    <a:pt x="1946" y="153"/>
                  </a:cubicBezTo>
                  <a:cubicBezTo>
                    <a:pt x="1965" y="76"/>
                    <a:pt x="1899" y="0"/>
                    <a:pt x="18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7" name="Google Shape;11727;p64"/>
            <p:cNvSpPr/>
            <p:nvPr/>
          </p:nvSpPr>
          <p:spPr>
            <a:xfrm>
              <a:off x="5802496" y="2011616"/>
              <a:ext cx="228333" cy="207673"/>
            </a:xfrm>
            <a:custGeom>
              <a:avLst/>
              <a:gdLst/>
              <a:ahLst/>
              <a:cxnLst/>
              <a:rect l="l" t="t" r="r" b="b"/>
              <a:pathLst>
                <a:path w="8720" h="7931" extrusionOk="0">
                  <a:moveTo>
                    <a:pt x="2414" y="0"/>
                  </a:moveTo>
                  <a:cubicBezTo>
                    <a:pt x="372" y="1679"/>
                    <a:pt x="229" y="4751"/>
                    <a:pt x="2099" y="6621"/>
                  </a:cubicBezTo>
                  <a:cubicBezTo>
                    <a:pt x="2977" y="7499"/>
                    <a:pt x="4120" y="7931"/>
                    <a:pt x="5259" y="7931"/>
                  </a:cubicBezTo>
                  <a:cubicBezTo>
                    <a:pt x="6546" y="7931"/>
                    <a:pt x="7829" y="7379"/>
                    <a:pt x="8720" y="6297"/>
                  </a:cubicBezTo>
                  <a:lnTo>
                    <a:pt x="8720" y="6297"/>
                  </a:lnTo>
                  <a:cubicBezTo>
                    <a:pt x="7918" y="6964"/>
                    <a:pt x="6917" y="7327"/>
                    <a:pt x="5877" y="7327"/>
                  </a:cubicBezTo>
                  <a:cubicBezTo>
                    <a:pt x="2080" y="7327"/>
                    <a:pt x="0" y="2919"/>
                    <a:pt x="2414"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8" name="Google Shape;11728;p64"/>
            <p:cNvSpPr/>
            <p:nvPr/>
          </p:nvSpPr>
          <p:spPr>
            <a:xfrm>
              <a:off x="5843449" y="2287894"/>
              <a:ext cx="11260" cy="39984"/>
            </a:xfrm>
            <a:custGeom>
              <a:avLst/>
              <a:gdLst/>
              <a:ahLst/>
              <a:cxnLst/>
              <a:rect l="l" t="t" r="r" b="b"/>
              <a:pathLst>
                <a:path w="430" h="1527" extrusionOk="0">
                  <a:moveTo>
                    <a:pt x="211" y="0"/>
                  </a:moveTo>
                  <a:cubicBezTo>
                    <a:pt x="96" y="0"/>
                    <a:pt x="1" y="96"/>
                    <a:pt x="1" y="220"/>
                  </a:cubicBezTo>
                  <a:lnTo>
                    <a:pt x="1" y="1527"/>
                  </a:lnTo>
                  <a:lnTo>
                    <a:pt x="430" y="1527"/>
                  </a:lnTo>
                  <a:lnTo>
                    <a:pt x="430" y="210"/>
                  </a:lnTo>
                  <a:cubicBezTo>
                    <a:pt x="430" y="96"/>
                    <a:pt x="335" y="0"/>
                    <a:pt x="211"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9" name="Google Shape;11729;p64"/>
            <p:cNvSpPr/>
            <p:nvPr/>
          </p:nvSpPr>
          <p:spPr>
            <a:xfrm>
              <a:off x="6026299" y="2287894"/>
              <a:ext cx="11521" cy="39984"/>
            </a:xfrm>
            <a:custGeom>
              <a:avLst/>
              <a:gdLst/>
              <a:ahLst/>
              <a:cxnLst/>
              <a:rect l="l" t="t" r="r" b="b"/>
              <a:pathLst>
                <a:path w="440" h="1527" extrusionOk="0">
                  <a:moveTo>
                    <a:pt x="220" y="0"/>
                  </a:moveTo>
                  <a:cubicBezTo>
                    <a:pt x="96" y="0"/>
                    <a:pt x="1" y="96"/>
                    <a:pt x="1" y="220"/>
                  </a:cubicBezTo>
                  <a:lnTo>
                    <a:pt x="1" y="1527"/>
                  </a:lnTo>
                  <a:lnTo>
                    <a:pt x="440" y="1527"/>
                  </a:lnTo>
                  <a:lnTo>
                    <a:pt x="440" y="210"/>
                  </a:lnTo>
                  <a:cubicBezTo>
                    <a:pt x="440" y="96"/>
                    <a:pt x="344" y="0"/>
                    <a:pt x="22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0" name="Google Shape;11730;p64"/>
            <p:cNvSpPr/>
            <p:nvPr/>
          </p:nvSpPr>
          <p:spPr>
            <a:xfrm>
              <a:off x="5872933" y="2270664"/>
              <a:ext cx="135167" cy="57214"/>
            </a:xfrm>
            <a:custGeom>
              <a:avLst/>
              <a:gdLst/>
              <a:ahLst/>
              <a:cxnLst/>
              <a:rect l="l" t="t" r="r" b="b"/>
              <a:pathLst>
                <a:path w="5162" h="2185" extrusionOk="0">
                  <a:moveTo>
                    <a:pt x="2586" y="0"/>
                  </a:moveTo>
                  <a:cubicBezTo>
                    <a:pt x="1307" y="0"/>
                    <a:pt x="220" y="925"/>
                    <a:pt x="0" y="2185"/>
                  </a:cubicBezTo>
                  <a:lnTo>
                    <a:pt x="5161" y="2185"/>
                  </a:lnTo>
                  <a:cubicBezTo>
                    <a:pt x="4952" y="925"/>
                    <a:pt x="3864" y="0"/>
                    <a:pt x="2586"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1" name="Google Shape;11731;p64"/>
            <p:cNvSpPr/>
            <p:nvPr/>
          </p:nvSpPr>
          <p:spPr>
            <a:xfrm>
              <a:off x="5911897" y="2018843"/>
              <a:ext cx="57240" cy="34512"/>
            </a:xfrm>
            <a:custGeom>
              <a:avLst/>
              <a:gdLst/>
              <a:ahLst/>
              <a:cxnLst/>
              <a:rect l="l" t="t" r="r" b="b"/>
              <a:pathLst>
                <a:path w="2186" h="1318" extrusionOk="0">
                  <a:moveTo>
                    <a:pt x="659" y="1"/>
                  </a:moveTo>
                  <a:cubicBezTo>
                    <a:pt x="296" y="1"/>
                    <a:pt x="1" y="297"/>
                    <a:pt x="1" y="659"/>
                  </a:cubicBezTo>
                  <a:cubicBezTo>
                    <a:pt x="1" y="1022"/>
                    <a:pt x="296" y="1317"/>
                    <a:pt x="659" y="1317"/>
                  </a:cubicBezTo>
                  <a:lnTo>
                    <a:pt x="1537" y="1317"/>
                  </a:lnTo>
                  <a:cubicBezTo>
                    <a:pt x="1890" y="1317"/>
                    <a:pt x="2185" y="1022"/>
                    <a:pt x="2185" y="659"/>
                  </a:cubicBezTo>
                  <a:cubicBezTo>
                    <a:pt x="2185" y="297"/>
                    <a:pt x="1890" y="1"/>
                    <a:pt x="1537"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2" name="Google Shape;11732;p64"/>
            <p:cNvSpPr/>
            <p:nvPr/>
          </p:nvSpPr>
          <p:spPr>
            <a:xfrm>
              <a:off x="5929126" y="2007610"/>
              <a:ext cx="22755" cy="22755"/>
            </a:xfrm>
            <a:custGeom>
              <a:avLst/>
              <a:gdLst/>
              <a:ahLst/>
              <a:cxnLst/>
              <a:rect l="l" t="t" r="r" b="b"/>
              <a:pathLst>
                <a:path w="869" h="869" extrusionOk="0">
                  <a:moveTo>
                    <a:pt x="440" y="1"/>
                  </a:moveTo>
                  <a:cubicBezTo>
                    <a:pt x="192" y="1"/>
                    <a:pt x="1" y="191"/>
                    <a:pt x="1" y="430"/>
                  </a:cubicBezTo>
                  <a:cubicBezTo>
                    <a:pt x="1" y="678"/>
                    <a:pt x="192" y="869"/>
                    <a:pt x="440" y="869"/>
                  </a:cubicBezTo>
                  <a:cubicBezTo>
                    <a:pt x="678" y="869"/>
                    <a:pt x="869" y="678"/>
                    <a:pt x="869" y="430"/>
                  </a:cubicBezTo>
                  <a:cubicBezTo>
                    <a:pt x="869" y="191"/>
                    <a:pt x="678" y="1"/>
                    <a:pt x="44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33" name="Google Shape;11733;p64"/>
          <p:cNvGrpSpPr/>
          <p:nvPr/>
        </p:nvGrpSpPr>
        <p:grpSpPr>
          <a:xfrm>
            <a:off x="5336808" y="1819575"/>
            <a:ext cx="274576" cy="354728"/>
            <a:chOff x="5353083" y="1973150"/>
            <a:chExt cx="274576" cy="354728"/>
          </a:xfrm>
        </p:grpSpPr>
        <p:sp>
          <p:nvSpPr>
            <p:cNvPr id="11734" name="Google Shape;11734;p64"/>
            <p:cNvSpPr/>
            <p:nvPr/>
          </p:nvSpPr>
          <p:spPr>
            <a:xfrm>
              <a:off x="5353083" y="2167731"/>
              <a:ext cx="274576" cy="160147"/>
            </a:xfrm>
            <a:custGeom>
              <a:avLst/>
              <a:gdLst/>
              <a:ahLst/>
              <a:cxnLst/>
              <a:rect l="l" t="t" r="r" b="b"/>
              <a:pathLst>
                <a:path w="10486" h="6116" extrusionOk="0">
                  <a:moveTo>
                    <a:pt x="3712" y="1"/>
                  </a:moveTo>
                  <a:lnTo>
                    <a:pt x="3712" y="1632"/>
                  </a:lnTo>
                  <a:cubicBezTo>
                    <a:pt x="3712" y="1918"/>
                    <a:pt x="3521" y="2176"/>
                    <a:pt x="3244" y="2252"/>
                  </a:cubicBezTo>
                  <a:lnTo>
                    <a:pt x="945" y="2929"/>
                  </a:lnTo>
                  <a:cubicBezTo>
                    <a:pt x="382" y="3101"/>
                    <a:pt x="1" y="3607"/>
                    <a:pt x="1" y="4189"/>
                  </a:cubicBezTo>
                  <a:lnTo>
                    <a:pt x="1" y="5457"/>
                  </a:lnTo>
                  <a:cubicBezTo>
                    <a:pt x="1" y="5820"/>
                    <a:pt x="296" y="6116"/>
                    <a:pt x="659" y="6116"/>
                  </a:cubicBezTo>
                  <a:lnTo>
                    <a:pt x="9827" y="6116"/>
                  </a:lnTo>
                  <a:cubicBezTo>
                    <a:pt x="10189" y="6116"/>
                    <a:pt x="10485" y="5820"/>
                    <a:pt x="10485" y="5457"/>
                  </a:cubicBezTo>
                  <a:lnTo>
                    <a:pt x="10485" y="4189"/>
                  </a:lnTo>
                  <a:cubicBezTo>
                    <a:pt x="10485" y="3607"/>
                    <a:pt x="10104" y="3101"/>
                    <a:pt x="9541" y="2939"/>
                  </a:cubicBezTo>
                  <a:lnTo>
                    <a:pt x="7242" y="2262"/>
                  </a:lnTo>
                  <a:cubicBezTo>
                    <a:pt x="6965" y="2176"/>
                    <a:pt x="6774" y="1918"/>
                    <a:pt x="6774" y="1632"/>
                  </a:cubicBezTo>
                  <a:lnTo>
                    <a:pt x="6774"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5" name="Google Shape;11735;p64"/>
            <p:cNvSpPr/>
            <p:nvPr/>
          </p:nvSpPr>
          <p:spPr>
            <a:xfrm>
              <a:off x="5484479" y="2276399"/>
              <a:ext cx="11521" cy="51480"/>
            </a:xfrm>
            <a:custGeom>
              <a:avLst/>
              <a:gdLst/>
              <a:ahLst/>
              <a:cxnLst/>
              <a:rect l="l" t="t" r="r" b="b"/>
              <a:pathLst>
                <a:path w="440" h="1966" extrusionOk="0">
                  <a:moveTo>
                    <a:pt x="1" y="0"/>
                  </a:moveTo>
                  <a:lnTo>
                    <a:pt x="1" y="1966"/>
                  </a:lnTo>
                  <a:lnTo>
                    <a:pt x="440" y="1966"/>
                  </a:lnTo>
                  <a:lnTo>
                    <a:pt x="440" y="0"/>
                  </a:ln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6" name="Google Shape;11736;p64"/>
            <p:cNvSpPr/>
            <p:nvPr/>
          </p:nvSpPr>
          <p:spPr>
            <a:xfrm>
              <a:off x="5393067" y="2177734"/>
              <a:ext cx="194607" cy="102933"/>
            </a:xfrm>
            <a:custGeom>
              <a:avLst/>
              <a:gdLst/>
              <a:ahLst/>
              <a:cxnLst/>
              <a:rect l="l" t="t" r="r" b="b"/>
              <a:pathLst>
                <a:path w="7432" h="3931" extrusionOk="0">
                  <a:moveTo>
                    <a:pt x="1317" y="0"/>
                  </a:moveTo>
                  <a:cubicBezTo>
                    <a:pt x="592" y="0"/>
                    <a:pt x="0" y="582"/>
                    <a:pt x="0" y="1307"/>
                  </a:cubicBezTo>
                  <a:cubicBezTo>
                    <a:pt x="0" y="2757"/>
                    <a:pt x="1174" y="3931"/>
                    <a:pt x="2624" y="3931"/>
                  </a:cubicBezTo>
                  <a:lnTo>
                    <a:pt x="4808" y="3931"/>
                  </a:lnTo>
                  <a:cubicBezTo>
                    <a:pt x="6258" y="3931"/>
                    <a:pt x="7432" y="2757"/>
                    <a:pt x="7432" y="1307"/>
                  </a:cubicBezTo>
                  <a:cubicBezTo>
                    <a:pt x="7432" y="582"/>
                    <a:pt x="6840" y="0"/>
                    <a:pt x="6115" y="0"/>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7" name="Google Shape;11737;p64"/>
            <p:cNvSpPr/>
            <p:nvPr/>
          </p:nvSpPr>
          <p:spPr>
            <a:xfrm>
              <a:off x="5411213" y="2194963"/>
              <a:ext cx="157817" cy="65044"/>
            </a:xfrm>
            <a:custGeom>
              <a:avLst/>
              <a:gdLst/>
              <a:ahLst/>
              <a:cxnLst/>
              <a:rect l="l" t="t" r="r" b="b"/>
              <a:pathLst>
                <a:path w="6027" h="2484" extrusionOk="0">
                  <a:moveTo>
                    <a:pt x="650" y="0"/>
                  </a:moveTo>
                  <a:cubicBezTo>
                    <a:pt x="179" y="0"/>
                    <a:pt x="0" y="624"/>
                    <a:pt x="404" y="878"/>
                  </a:cubicBezTo>
                  <a:lnTo>
                    <a:pt x="2656" y="2376"/>
                  </a:lnTo>
                  <a:cubicBezTo>
                    <a:pt x="2765" y="2447"/>
                    <a:pt x="2892" y="2483"/>
                    <a:pt x="3018" y="2483"/>
                  </a:cubicBezTo>
                  <a:cubicBezTo>
                    <a:pt x="3145" y="2483"/>
                    <a:pt x="3271" y="2447"/>
                    <a:pt x="3381" y="2376"/>
                  </a:cubicBezTo>
                  <a:lnTo>
                    <a:pt x="5632" y="878"/>
                  </a:lnTo>
                  <a:cubicBezTo>
                    <a:pt x="6027" y="624"/>
                    <a:pt x="5847" y="0"/>
                    <a:pt x="5386" y="0"/>
                  </a:cubicBezTo>
                  <a:cubicBezTo>
                    <a:pt x="5379" y="0"/>
                    <a:pt x="5372" y="0"/>
                    <a:pt x="5365" y="0"/>
                  </a:cubicBezTo>
                  <a:lnTo>
                    <a:pt x="671" y="0"/>
                  </a:lnTo>
                  <a:cubicBezTo>
                    <a:pt x="664" y="0"/>
                    <a:pt x="657" y="0"/>
                    <a:pt x="65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8" name="Google Shape;11738;p64"/>
            <p:cNvSpPr/>
            <p:nvPr/>
          </p:nvSpPr>
          <p:spPr>
            <a:xfrm>
              <a:off x="5436272" y="2173492"/>
              <a:ext cx="107935" cy="86515"/>
            </a:xfrm>
            <a:custGeom>
              <a:avLst/>
              <a:gdLst/>
              <a:ahLst/>
              <a:cxnLst/>
              <a:rect l="l" t="t" r="r" b="b"/>
              <a:pathLst>
                <a:path w="4122" h="3304" extrusionOk="0">
                  <a:moveTo>
                    <a:pt x="1" y="2061"/>
                  </a:moveTo>
                  <a:lnTo>
                    <a:pt x="10" y="2070"/>
                  </a:lnTo>
                  <a:lnTo>
                    <a:pt x="13" y="2069"/>
                  </a:lnTo>
                  <a:lnTo>
                    <a:pt x="13" y="2069"/>
                  </a:lnTo>
                  <a:lnTo>
                    <a:pt x="1" y="2061"/>
                  </a:lnTo>
                  <a:close/>
                  <a:moveTo>
                    <a:pt x="535" y="0"/>
                  </a:moveTo>
                  <a:lnTo>
                    <a:pt x="535" y="1421"/>
                  </a:lnTo>
                  <a:cubicBezTo>
                    <a:pt x="535" y="1708"/>
                    <a:pt x="344" y="1965"/>
                    <a:pt x="67" y="2051"/>
                  </a:cubicBezTo>
                  <a:lnTo>
                    <a:pt x="13" y="2069"/>
                  </a:lnTo>
                  <a:lnTo>
                    <a:pt x="13" y="2069"/>
                  </a:lnTo>
                  <a:lnTo>
                    <a:pt x="1699" y="3196"/>
                  </a:lnTo>
                  <a:cubicBezTo>
                    <a:pt x="1808" y="3267"/>
                    <a:pt x="1935" y="3303"/>
                    <a:pt x="2061" y="3303"/>
                  </a:cubicBezTo>
                  <a:cubicBezTo>
                    <a:pt x="2188" y="3303"/>
                    <a:pt x="2314" y="3267"/>
                    <a:pt x="2424" y="3196"/>
                  </a:cubicBezTo>
                  <a:lnTo>
                    <a:pt x="4122" y="2061"/>
                  </a:lnTo>
                  <a:lnTo>
                    <a:pt x="4065" y="2051"/>
                  </a:lnTo>
                  <a:cubicBezTo>
                    <a:pt x="3788" y="1965"/>
                    <a:pt x="3597" y="1708"/>
                    <a:pt x="3597" y="1421"/>
                  </a:cubicBezTo>
                  <a:lnTo>
                    <a:pt x="3597"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9" name="Google Shape;11739;p64"/>
            <p:cNvSpPr/>
            <p:nvPr/>
          </p:nvSpPr>
          <p:spPr>
            <a:xfrm>
              <a:off x="5450255" y="2173492"/>
              <a:ext cx="80231" cy="28620"/>
            </a:xfrm>
            <a:custGeom>
              <a:avLst/>
              <a:gdLst/>
              <a:ahLst/>
              <a:cxnLst/>
              <a:rect l="l" t="t" r="r" b="b"/>
              <a:pathLst>
                <a:path w="3064" h="1093" extrusionOk="0">
                  <a:moveTo>
                    <a:pt x="1" y="0"/>
                  </a:moveTo>
                  <a:lnTo>
                    <a:pt x="1" y="706"/>
                  </a:lnTo>
                  <a:cubicBezTo>
                    <a:pt x="478" y="964"/>
                    <a:pt x="1002" y="1092"/>
                    <a:pt x="1528" y="1092"/>
                  </a:cubicBezTo>
                  <a:cubicBezTo>
                    <a:pt x="2054" y="1092"/>
                    <a:pt x="2581" y="964"/>
                    <a:pt x="3063" y="706"/>
                  </a:cubicBezTo>
                  <a:lnTo>
                    <a:pt x="306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0" name="Google Shape;11740;p64"/>
            <p:cNvSpPr/>
            <p:nvPr/>
          </p:nvSpPr>
          <p:spPr>
            <a:xfrm>
              <a:off x="5394062" y="2076057"/>
              <a:ext cx="192381" cy="114428"/>
            </a:xfrm>
            <a:custGeom>
              <a:avLst/>
              <a:gdLst/>
              <a:ahLst/>
              <a:cxnLst/>
              <a:rect l="l" t="t" r="r" b="b"/>
              <a:pathLst>
                <a:path w="7347" h="4370" extrusionOk="0">
                  <a:moveTo>
                    <a:pt x="830" y="0"/>
                  </a:moveTo>
                  <a:lnTo>
                    <a:pt x="830" y="659"/>
                  </a:lnTo>
                  <a:lnTo>
                    <a:pt x="725" y="659"/>
                  </a:lnTo>
                  <a:cubicBezTo>
                    <a:pt x="0" y="659"/>
                    <a:pt x="0" y="1756"/>
                    <a:pt x="725" y="1756"/>
                  </a:cubicBezTo>
                  <a:lnTo>
                    <a:pt x="840" y="1756"/>
                  </a:lnTo>
                  <a:cubicBezTo>
                    <a:pt x="954" y="3234"/>
                    <a:pt x="2194" y="4370"/>
                    <a:pt x="3673" y="4370"/>
                  </a:cubicBezTo>
                  <a:cubicBezTo>
                    <a:pt x="5152" y="4370"/>
                    <a:pt x="6392" y="3234"/>
                    <a:pt x="6497" y="1756"/>
                  </a:cubicBezTo>
                  <a:lnTo>
                    <a:pt x="6621" y="1756"/>
                  </a:lnTo>
                  <a:cubicBezTo>
                    <a:pt x="7346" y="1756"/>
                    <a:pt x="7346" y="659"/>
                    <a:pt x="6621" y="659"/>
                  </a:cubicBezTo>
                  <a:lnTo>
                    <a:pt x="6516" y="659"/>
                  </a:lnTo>
                  <a:lnTo>
                    <a:pt x="6516" y="0"/>
                  </a:ln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1" name="Google Shape;11741;p64"/>
            <p:cNvSpPr/>
            <p:nvPr/>
          </p:nvSpPr>
          <p:spPr>
            <a:xfrm>
              <a:off x="5394062" y="2076319"/>
              <a:ext cx="107699" cy="114402"/>
            </a:xfrm>
            <a:custGeom>
              <a:avLst/>
              <a:gdLst/>
              <a:ahLst/>
              <a:cxnLst/>
              <a:rect l="l" t="t" r="r" b="b"/>
              <a:pathLst>
                <a:path w="4113" h="4369" extrusionOk="0">
                  <a:moveTo>
                    <a:pt x="840" y="0"/>
                  </a:moveTo>
                  <a:lnTo>
                    <a:pt x="840" y="649"/>
                  </a:lnTo>
                  <a:lnTo>
                    <a:pt x="725" y="649"/>
                  </a:lnTo>
                  <a:cubicBezTo>
                    <a:pt x="0" y="649"/>
                    <a:pt x="0" y="1746"/>
                    <a:pt x="725" y="1746"/>
                  </a:cubicBezTo>
                  <a:lnTo>
                    <a:pt x="849" y="1746"/>
                  </a:lnTo>
                  <a:cubicBezTo>
                    <a:pt x="953" y="3241"/>
                    <a:pt x="2200" y="4368"/>
                    <a:pt x="3654" y="4368"/>
                  </a:cubicBezTo>
                  <a:cubicBezTo>
                    <a:pt x="3805" y="4368"/>
                    <a:pt x="3958" y="4356"/>
                    <a:pt x="4112" y="4331"/>
                  </a:cubicBezTo>
                  <a:cubicBezTo>
                    <a:pt x="2729" y="4112"/>
                    <a:pt x="1708" y="2919"/>
                    <a:pt x="1708" y="1526"/>
                  </a:cubicBezTo>
                  <a:lnTo>
                    <a:pt x="1708"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2" name="Google Shape;11742;p64"/>
            <p:cNvSpPr/>
            <p:nvPr/>
          </p:nvSpPr>
          <p:spPr>
            <a:xfrm>
              <a:off x="5470994" y="2139006"/>
              <a:ext cx="38256" cy="11521"/>
            </a:xfrm>
            <a:custGeom>
              <a:avLst/>
              <a:gdLst/>
              <a:ahLst/>
              <a:cxnLst/>
              <a:rect l="l" t="t" r="r" b="b"/>
              <a:pathLst>
                <a:path w="1461" h="440" extrusionOk="0">
                  <a:moveTo>
                    <a:pt x="296" y="1"/>
                  </a:moveTo>
                  <a:cubicBezTo>
                    <a:pt x="1" y="1"/>
                    <a:pt x="1" y="439"/>
                    <a:pt x="296" y="439"/>
                  </a:cubicBezTo>
                  <a:lnTo>
                    <a:pt x="1174" y="439"/>
                  </a:lnTo>
                  <a:cubicBezTo>
                    <a:pt x="1460" y="439"/>
                    <a:pt x="1460" y="1"/>
                    <a:pt x="1174"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3" name="Google Shape;11743;p64"/>
            <p:cNvSpPr/>
            <p:nvPr/>
          </p:nvSpPr>
          <p:spPr>
            <a:xfrm>
              <a:off x="5405296" y="1973150"/>
              <a:ext cx="170150" cy="74444"/>
            </a:xfrm>
            <a:custGeom>
              <a:avLst/>
              <a:gdLst/>
              <a:ahLst/>
              <a:cxnLst/>
              <a:rect l="l" t="t" r="r" b="b"/>
              <a:pathLst>
                <a:path w="6498" h="2843" extrusionOk="0">
                  <a:moveTo>
                    <a:pt x="3244" y="0"/>
                  </a:moveTo>
                  <a:cubicBezTo>
                    <a:pt x="1613" y="0"/>
                    <a:pt x="220" y="1221"/>
                    <a:pt x="1" y="2843"/>
                  </a:cubicBezTo>
                  <a:lnTo>
                    <a:pt x="6497" y="2843"/>
                  </a:lnTo>
                  <a:cubicBezTo>
                    <a:pt x="6278" y="1212"/>
                    <a:pt x="4885" y="0"/>
                    <a:pt x="3244"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4" name="Google Shape;11744;p64"/>
            <p:cNvSpPr/>
            <p:nvPr/>
          </p:nvSpPr>
          <p:spPr>
            <a:xfrm>
              <a:off x="5478980" y="2270664"/>
              <a:ext cx="22781" cy="22990"/>
            </a:xfrm>
            <a:custGeom>
              <a:avLst/>
              <a:gdLst/>
              <a:ahLst/>
              <a:cxnLst/>
              <a:rect l="l" t="t" r="r" b="b"/>
              <a:pathLst>
                <a:path w="870" h="878" extrusionOk="0">
                  <a:moveTo>
                    <a:pt x="430" y="0"/>
                  </a:moveTo>
                  <a:cubicBezTo>
                    <a:pt x="192" y="0"/>
                    <a:pt x="1" y="191"/>
                    <a:pt x="1" y="439"/>
                  </a:cubicBezTo>
                  <a:cubicBezTo>
                    <a:pt x="1" y="677"/>
                    <a:pt x="192" y="878"/>
                    <a:pt x="430" y="878"/>
                  </a:cubicBezTo>
                  <a:cubicBezTo>
                    <a:pt x="678" y="878"/>
                    <a:pt x="869" y="677"/>
                    <a:pt x="869" y="439"/>
                  </a:cubicBezTo>
                  <a:cubicBezTo>
                    <a:pt x="869" y="191"/>
                    <a:pt x="678" y="0"/>
                    <a:pt x="43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5" name="Google Shape;11745;p64"/>
            <p:cNvSpPr/>
            <p:nvPr/>
          </p:nvSpPr>
          <p:spPr>
            <a:xfrm>
              <a:off x="5356330" y="2253670"/>
              <a:ext cx="48233" cy="74208"/>
            </a:xfrm>
            <a:custGeom>
              <a:avLst/>
              <a:gdLst/>
              <a:ahLst/>
              <a:cxnLst/>
              <a:rect l="l" t="t" r="r" b="b"/>
              <a:pathLst>
                <a:path w="1842" h="2834" extrusionOk="0">
                  <a:moveTo>
                    <a:pt x="249" y="0"/>
                  </a:moveTo>
                  <a:cubicBezTo>
                    <a:pt x="144" y="96"/>
                    <a:pt x="68" y="220"/>
                    <a:pt x="1" y="353"/>
                  </a:cubicBezTo>
                  <a:lnTo>
                    <a:pt x="1174" y="1365"/>
                  </a:lnTo>
                  <a:cubicBezTo>
                    <a:pt x="1327" y="1489"/>
                    <a:pt x="1403" y="1670"/>
                    <a:pt x="1403" y="1861"/>
                  </a:cubicBezTo>
                  <a:lnTo>
                    <a:pt x="1403" y="2834"/>
                  </a:lnTo>
                  <a:lnTo>
                    <a:pt x="1842" y="2834"/>
                  </a:lnTo>
                  <a:lnTo>
                    <a:pt x="1842" y="1870"/>
                  </a:lnTo>
                  <a:cubicBezTo>
                    <a:pt x="1842" y="1546"/>
                    <a:pt x="1699" y="1250"/>
                    <a:pt x="1460" y="1040"/>
                  </a:cubicBezTo>
                  <a:lnTo>
                    <a:pt x="24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6" name="Google Shape;11746;p64"/>
            <p:cNvSpPr/>
            <p:nvPr/>
          </p:nvSpPr>
          <p:spPr>
            <a:xfrm>
              <a:off x="5575917" y="2253670"/>
              <a:ext cx="48233" cy="74208"/>
            </a:xfrm>
            <a:custGeom>
              <a:avLst/>
              <a:gdLst/>
              <a:ahLst/>
              <a:cxnLst/>
              <a:rect l="l" t="t" r="r" b="b"/>
              <a:pathLst>
                <a:path w="1842" h="2834" extrusionOk="0">
                  <a:moveTo>
                    <a:pt x="1594" y="0"/>
                  </a:moveTo>
                  <a:lnTo>
                    <a:pt x="382" y="1040"/>
                  </a:lnTo>
                  <a:cubicBezTo>
                    <a:pt x="143" y="1250"/>
                    <a:pt x="0" y="1546"/>
                    <a:pt x="0" y="1870"/>
                  </a:cubicBezTo>
                  <a:lnTo>
                    <a:pt x="0" y="2834"/>
                  </a:lnTo>
                  <a:lnTo>
                    <a:pt x="439" y="2834"/>
                  </a:lnTo>
                  <a:lnTo>
                    <a:pt x="439" y="1861"/>
                  </a:lnTo>
                  <a:cubicBezTo>
                    <a:pt x="439" y="1670"/>
                    <a:pt x="525" y="1489"/>
                    <a:pt x="668" y="1365"/>
                  </a:cubicBezTo>
                  <a:lnTo>
                    <a:pt x="1842" y="353"/>
                  </a:lnTo>
                  <a:cubicBezTo>
                    <a:pt x="1784" y="220"/>
                    <a:pt x="1698" y="96"/>
                    <a:pt x="1594"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7" name="Google Shape;11747;p64"/>
            <p:cNvSpPr/>
            <p:nvPr/>
          </p:nvSpPr>
          <p:spPr>
            <a:xfrm>
              <a:off x="5398566" y="2047568"/>
              <a:ext cx="183374" cy="28777"/>
            </a:xfrm>
            <a:custGeom>
              <a:avLst/>
              <a:gdLst/>
              <a:ahLst/>
              <a:cxnLst/>
              <a:rect l="l" t="t" r="r" b="b"/>
              <a:pathLst>
                <a:path w="7003" h="1099" extrusionOk="0">
                  <a:moveTo>
                    <a:pt x="219" y="1"/>
                  </a:moveTo>
                  <a:cubicBezTo>
                    <a:pt x="105" y="1"/>
                    <a:pt x="0" y="96"/>
                    <a:pt x="0" y="220"/>
                  </a:cubicBezTo>
                  <a:lnTo>
                    <a:pt x="0" y="879"/>
                  </a:lnTo>
                  <a:cubicBezTo>
                    <a:pt x="0" y="993"/>
                    <a:pt x="105" y="1098"/>
                    <a:pt x="219" y="1098"/>
                  </a:cubicBezTo>
                  <a:lnTo>
                    <a:pt x="6783" y="1098"/>
                  </a:lnTo>
                  <a:cubicBezTo>
                    <a:pt x="6897" y="1098"/>
                    <a:pt x="7002" y="993"/>
                    <a:pt x="7002" y="879"/>
                  </a:cubicBezTo>
                  <a:lnTo>
                    <a:pt x="7002" y="220"/>
                  </a:lnTo>
                  <a:cubicBezTo>
                    <a:pt x="7002" y="96"/>
                    <a:pt x="6897" y="1"/>
                    <a:pt x="6783" y="1"/>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8" name="Google Shape;11748;p64"/>
            <p:cNvSpPr/>
            <p:nvPr/>
          </p:nvSpPr>
          <p:spPr>
            <a:xfrm>
              <a:off x="5427788" y="1973150"/>
              <a:ext cx="62713" cy="74444"/>
            </a:xfrm>
            <a:custGeom>
              <a:avLst/>
              <a:gdLst/>
              <a:ahLst/>
              <a:cxnLst/>
              <a:rect l="l" t="t" r="r" b="b"/>
              <a:pathLst>
                <a:path w="2395" h="2843" extrusionOk="0">
                  <a:moveTo>
                    <a:pt x="2395" y="0"/>
                  </a:moveTo>
                  <a:cubicBezTo>
                    <a:pt x="1880" y="0"/>
                    <a:pt x="1374" y="124"/>
                    <a:pt x="916" y="363"/>
                  </a:cubicBezTo>
                  <a:cubicBezTo>
                    <a:pt x="420" y="954"/>
                    <a:pt x="77" y="1832"/>
                    <a:pt x="0" y="2843"/>
                  </a:cubicBezTo>
                  <a:lnTo>
                    <a:pt x="439" y="2843"/>
                  </a:lnTo>
                  <a:cubicBezTo>
                    <a:pt x="544" y="1603"/>
                    <a:pt x="1059" y="592"/>
                    <a:pt x="1746" y="191"/>
                  </a:cubicBezTo>
                  <a:lnTo>
                    <a:pt x="1746" y="191"/>
                  </a:lnTo>
                  <a:cubicBezTo>
                    <a:pt x="1460" y="868"/>
                    <a:pt x="1336" y="1984"/>
                    <a:pt x="1307" y="2843"/>
                  </a:cubicBezTo>
                  <a:lnTo>
                    <a:pt x="1746" y="2843"/>
                  </a:lnTo>
                  <a:cubicBezTo>
                    <a:pt x="1803" y="992"/>
                    <a:pt x="2223" y="0"/>
                    <a:pt x="2395"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9" name="Google Shape;11749;p64"/>
            <p:cNvSpPr/>
            <p:nvPr/>
          </p:nvSpPr>
          <p:spPr>
            <a:xfrm>
              <a:off x="5490240" y="1973150"/>
              <a:ext cx="62477" cy="74208"/>
            </a:xfrm>
            <a:custGeom>
              <a:avLst/>
              <a:gdLst/>
              <a:ahLst/>
              <a:cxnLst/>
              <a:rect l="l" t="t" r="r" b="b"/>
              <a:pathLst>
                <a:path w="2386" h="2834" extrusionOk="0">
                  <a:moveTo>
                    <a:pt x="0" y="0"/>
                  </a:moveTo>
                  <a:cubicBezTo>
                    <a:pt x="181" y="0"/>
                    <a:pt x="592" y="992"/>
                    <a:pt x="649" y="2833"/>
                  </a:cubicBezTo>
                  <a:lnTo>
                    <a:pt x="1088" y="2833"/>
                  </a:lnTo>
                  <a:cubicBezTo>
                    <a:pt x="1059" y="1984"/>
                    <a:pt x="935" y="868"/>
                    <a:pt x="649" y="181"/>
                  </a:cubicBezTo>
                  <a:lnTo>
                    <a:pt x="649" y="181"/>
                  </a:lnTo>
                  <a:cubicBezTo>
                    <a:pt x="1336" y="582"/>
                    <a:pt x="1851" y="1603"/>
                    <a:pt x="1956" y="2833"/>
                  </a:cubicBezTo>
                  <a:lnTo>
                    <a:pt x="2385" y="2833"/>
                  </a:lnTo>
                  <a:cubicBezTo>
                    <a:pt x="2309" y="1832"/>
                    <a:pt x="1975" y="954"/>
                    <a:pt x="1479" y="353"/>
                  </a:cubicBezTo>
                  <a:cubicBezTo>
                    <a:pt x="1021" y="124"/>
                    <a:pt x="515" y="0"/>
                    <a:pt x="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0" name="Google Shape;11750;p64"/>
            <p:cNvSpPr/>
            <p:nvPr/>
          </p:nvSpPr>
          <p:spPr>
            <a:xfrm>
              <a:off x="5398802" y="2047568"/>
              <a:ext cx="39984" cy="28515"/>
            </a:xfrm>
            <a:custGeom>
              <a:avLst/>
              <a:gdLst/>
              <a:ahLst/>
              <a:cxnLst/>
              <a:rect l="l" t="t" r="r" b="b"/>
              <a:pathLst>
                <a:path w="1527" h="1089" extrusionOk="0">
                  <a:moveTo>
                    <a:pt x="220" y="1"/>
                  </a:moveTo>
                  <a:cubicBezTo>
                    <a:pt x="96" y="1"/>
                    <a:pt x="1" y="96"/>
                    <a:pt x="1" y="220"/>
                  </a:cubicBezTo>
                  <a:lnTo>
                    <a:pt x="1" y="879"/>
                  </a:lnTo>
                  <a:cubicBezTo>
                    <a:pt x="1" y="993"/>
                    <a:pt x="96" y="1088"/>
                    <a:pt x="220" y="1088"/>
                  </a:cubicBezTo>
                  <a:lnTo>
                    <a:pt x="1527" y="1088"/>
                  </a:lnTo>
                  <a:cubicBezTo>
                    <a:pt x="1412" y="1088"/>
                    <a:pt x="1308" y="993"/>
                    <a:pt x="1308" y="879"/>
                  </a:cubicBezTo>
                  <a:lnTo>
                    <a:pt x="1308" y="220"/>
                  </a:lnTo>
                  <a:cubicBezTo>
                    <a:pt x="1308" y="96"/>
                    <a:pt x="1412" y="1"/>
                    <a:pt x="1527"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1" name="Google Shape;11751;p64"/>
            <p:cNvSpPr/>
            <p:nvPr/>
          </p:nvSpPr>
          <p:spPr>
            <a:xfrm>
              <a:off x="5404536" y="2076057"/>
              <a:ext cx="171643" cy="49699"/>
            </a:xfrm>
            <a:custGeom>
              <a:avLst/>
              <a:gdLst/>
              <a:ahLst/>
              <a:cxnLst/>
              <a:rect l="l" t="t" r="r" b="b"/>
              <a:pathLst>
                <a:path w="6555" h="1898" extrusionOk="0">
                  <a:moveTo>
                    <a:pt x="1" y="0"/>
                  </a:moveTo>
                  <a:lnTo>
                    <a:pt x="1" y="430"/>
                  </a:lnTo>
                  <a:cubicBezTo>
                    <a:pt x="1" y="573"/>
                    <a:pt x="68" y="706"/>
                    <a:pt x="192" y="792"/>
                  </a:cubicBezTo>
                  <a:lnTo>
                    <a:pt x="1585" y="1756"/>
                  </a:lnTo>
                  <a:cubicBezTo>
                    <a:pt x="1723" y="1852"/>
                    <a:pt x="1881" y="1898"/>
                    <a:pt x="2037" y="1898"/>
                  </a:cubicBezTo>
                  <a:cubicBezTo>
                    <a:pt x="2344" y="1898"/>
                    <a:pt x="2644" y="1722"/>
                    <a:pt x="2777" y="1412"/>
                  </a:cubicBezTo>
                  <a:cubicBezTo>
                    <a:pt x="2860" y="1219"/>
                    <a:pt x="3049" y="1097"/>
                    <a:pt x="3251" y="1097"/>
                  </a:cubicBezTo>
                  <a:cubicBezTo>
                    <a:pt x="3258" y="1097"/>
                    <a:pt x="3266" y="1097"/>
                    <a:pt x="3273" y="1098"/>
                  </a:cubicBezTo>
                  <a:cubicBezTo>
                    <a:pt x="3281" y="1097"/>
                    <a:pt x="3289" y="1097"/>
                    <a:pt x="3297" y="1097"/>
                  </a:cubicBezTo>
                  <a:cubicBezTo>
                    <a:pt x="3507" y="1097"/>
                    <a:pt x="3696" y="1219"/>
                    <a:pt x="3779" y="1412"/>
                  </a:cubicBezTo>
                  <a:cubicBezTo>
                    <a:pt x="3912" y="1722"/>
                    <a:pt x="4208" y="1898"/>
                    <a:pt x="4515" y="1898"/>
                  </a:cubicBezTo>
                  <a:cubicBezTo>
                    <a:pt x="4671" y="1898"/>
                    <a:pt x="4830" y="1852"/>
                    <a:pt x="4971" y="1756"/>
                  </a:cubicBezTo>
                  <a:lnTo>
                    <a:pt x="6364" y="792"/>
                  </a:lnTo>
                  <a:cubicBezTo>
                    <a:pt x="6479" y="706"/>
                    <a:pt x="6555" y="573"/>
                    <a:pt x="6555" y="430"/>
                  </a:cubicBezTo>
                  <a:lnTo>
                    <a:pt x="6555" y="0"/>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2" name="Google Shape;11752;p64"/>
            <p:cNvSpPr/>
            <p:nvPr/>
          </p:nvSpPr>
          <p:spPr>
            <a:xfrm>
              <a:off x="5450255" y="2093418"/>
              <a:ext cx="11521" cy="17125"/>
            </a:xfrm>
            <a:custGeom>
              <a:avLst/>
              <a:gdLst/>
              <a:ahLst/>
              <a:cxnLst/>
              <a:rect l="l" t="t" r="r" b="b"/>
              <a:pathLst>
                <a:path w="440" h="654" extrusionOk="0">
                  <a:moveTo>
                    <a:pt x="220" y="0"/>
                  </a:moveTo>
                  <a:cubicBezTo>
                    <a:pt x="111" y="0"/>
                    <a:pt x="1" y="72"/>
                    <a:pt x="1" y="215"/>
                  </a:cubicBezTo>
                  <a:lnTo>
                    <a:pt x="1" y="435"/>
                  </a:lnTo>
                  <a:cubicBezTo>
                    <a:pt x="1" y="559"/>
                    <a:pt x="96" y="654"/>
                    <a:pt x="220" y="654"/>
                  </a:cubicBezTo>
                  <a:cubicBezTo>
                    <a:pt x="344" y="654"/>
                    <a:pt x="440" y="559"/>
                    <a:pt x="440" y="435"/>
                  </a:cubicBezTo>
                  <a:lnTo>
                    <a:pt x="440" y="215"/>
                  </a:lnTo>
                  <a:cubicBezTo>
                    <a:pt x="440" y="72"/>
                    <a:pt x="330" y="0"/>
                    <a:pt x="220"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3" name="Google Shape;11753;p64"/>
            <p:cNvSpPr/>
            <p:nvPr/>
          </p:nvSpPr>
          <p:spPr>
            <a:xfrm>
              <a:off x="5518965" y="2093418"/>
              <a:ext cx="11521" cy="17125"/>
            </a:xfrm>
            <a:custGeom>
              <a:avLst/>
              <a:gdLst/>
              <a:ahLst/>
              <a:cxnLst/>
              <a:rect l="l" t="t" r="r" b="b"/>
              <a:pathLst>
                <a:path w="440" h="654" extrusionOk="0">
                  <a:moveTo>
                    <a:pt x="220" y="0"/>
                  </a:moveTo>
                  <a:cubicBezTo>
                    <a:pt x="110" y="0"/>
                    <a:pt x="0" y="72"/>
                    <a:pt x="0" y="215"/>
                  </a:cubicBezTo>
                  <a:lnTo>
                    <a:pt x="0" y="435"/>
                  </a:lnTo>
                  <a:cubicBezTo>
                    <a:pt x="0" y="559"/>
                    <a:pt x="96" y="654"/>
                    <a:pt x="220" y="654"/>
                  </a:cubicBezTo>
                  <a:cubicBezTo>
                    <a:pt x="334" y="654"/>
                    <a:pt x="439" y="559"/>
                    <a:pt x="439" y="435"/>
                  </a:cubicBezTo>
                  <a:lnTo>
                    <a:pt x="439" y="215"/>
                  </a:lnTo>
                  <a:cubicBezTo>
                    <a:pt x="439" y="72"/>
                    <a:pt x="329" y="0"/>
                    <a:pt x="220"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4" name="Google Shape;11754;p64"/>
            <p:cNvSpPr/>
            <p:nvPr/>
          </p:nvSpPr>
          <p:spPr>
            <a:xfrm>
              <a:off x="5404301" y="2076057"/>
              <a:ext cx="171878" cy="11521"/>
            </a:xfrm>
            <a:custGeom>
              <a:avLst/>
              <a:gdLst/>
              <a:ahLst/>
              <a:cxnLst/>
              <a:rect l="l" t="t" r="r" b="b"/>
              <a:pathLst>
                <a:path w="6564" h="440" extrusionOk="0">
                  <a:moveTo>
                    <a:pt x="0" y="0"/>
                  </a:moveTo>
                  <a:lnTo>
                    <a:pt x="0" y="430"/>
                  </a:lnTo>
                  <a:cubicBezTo>
                    <a:pt x="0" y="430"/>
                    <a:pt x="10" y="439"/>
                    <a:pt x="10" y="439"/>
                  </a:cubicBezTo>
                  <a:lnTo>
                    <a:pt x="6564" y="439"/>
                  </a:lnTo>
                  <a:lnTo>
                    <a:pt x="6564" y="430"/>
                  </a:lnTo>
                  <a:lnTo>
                    <a:pt x="6564"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55" name="Google Shape;11755;p64"/>
          <p:cNvGrpSpPr/>
          <p:nvPr/>
        </p:nvGrpSpPr>
        <p:grpSpPr>
          <a:xfrm>
            <a:off x="4886426" y="1819575"/>
            <a:ext cx="274812" cy="354728"/>
            <a:chOff x="4902701" y="1973150"/>
            <a:chExt cx="274812" cy="354728"/>
          </a:xfrm>
        </p:grpSpPr>
        <p:sp>
          <p:nvSpPr>
            <p:cNvPr id="11756" name="Google Shape;11756;p64"/>
            <p:cNvSpPr/>
            <p:nvPr/>
          </p:nvSpPr>
          <p:spPr>
            <a:xfrm>
              <a:off x="4902936" y="2161996"/>
              <a:ext cx="274576" cy="165882"/>
            </a:xfrm>
            <a:custGeom>
              <a:avLst/>
              <a:gdLst/>
              <a:ahLst/>
              <a:cxnLst/>
              <a:rect l="l" t="t" r="r" b="b"/>
              <a:pathLst>
                <a:path w="10486" h="6335" extrusionOk="0">
                  <a:moveTo>
                    <a:pt x="3712" y="0"/>
                  </a:moveTo>
                  <a:lnTo>
                    <a:pt x="3712" y="1040"/>
                  </a:lnTo>
                  <a:cubicBezTo>
                    <a:pt x="3712" y="1326"/>
                    <a:pt x="3521" y="1584"/>
                    <a:pt x="3244" y="1670"/>
                  </a:cubicBezTo>
                  <a:lnTo>
                    <a:pt x="945" y="2347"/>
                  </a:lnTo>
                  <a:cubicBezTo>
                    <a:pt x="382" y="2509"/>
                    <a:pt x="1" y="3015"/>
                    <a:pt x="1" y="3597"/>
                  </a:cubicBezTo>
                  <a:lnTo>
                    <a:pt x="1" y="5676"/>
                  </a:lnTo>
                  <a:cubicBezTo>
                    <a:pt x="1" y="6039"/>
                    <a:pt x="297" y="6335"/>
                    <a:pt x="659" y="6335"/>
                  </a:cubicBezTo>
                  <a:lnTo>
                    <a:pt x="9827" y="6335"/>
                  </a:lnTo>
                  <a:cubicBezTo>
                    <a:pt x="10189" y="6335"/>
                    <a:pt x="10485" y="6039"/>
                    <a:pt x="10485" y="5676"/>
                  </a:cubicBezTo>
                  <a:lnTo>
                    <a:pt x="10485" y="3606"/>
                  </a:lnTo>
                  <a:cubicBezTo>
                    <a:pt x="10485" y="3015"/>
                    <a:pt x="10104" y="2509"/>
                    <a:pt x="9541" y="2347"/>
                  </a:cubicBezTo>
                  <a:lnTo>
                    <a:pt x="7242" y="1670"/>
                  </a:lnTo>
                  <a:cubicBezTo>
                    <a:pt x="6965" y="1584"/>
                    <a:pt x="6774" y="1326"/>
                    <a:pt x="6774" y="1040"/>
                  </a:cubicBezTo>
                  <a:lnTo>
                    <a:pt x="677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7" name="Google Shape;11757;p64"/>
            <p:cNvSpPr/>
            <p:nvPr/>
          </p:nvSpPr>
          <p:spPr>
            <a:xfrm>
              <a:off x="4902701" y="2208710"/>
              <a:ext cx="274550" cy="119168"/>
            </a:xfrm>
            <a:custGeom>
              <a:avLst/>
              <a:gdLst/>
              <a:ahLst/>
              <a:cxnLst/>
              <a:rect l="l" t="t" r="r" b="b"/>
              <a:pathLst>
                <a:path w="10485" h="4551" extrusionOk="0">
                  <a:moveTo>
                    <a:pt x="2843" y="0"/>
                  </a:moveTo>
                  <a:lnTo>
                    <a:pt x="945" y="563"/>
                  </a:lnTo>
                  <a:cubicBezTo>
                    <a:pt x="382" y="725"/>
                    <a:pt x="0" y="1231"/>
                    <a:pt x="0" y="1813"/>
                  </a:cubicBezTo>
                  <a:lnTo>
                    <a:pt x="0" y="3892"/>
                  </a:lnTo>
                  <a:cubicBezTo>
                    <a:pt x="0" y="4255"/>
                    <a:pt x="296" y="4551"/>
                    <a:pt x="658" y="4551"/>
                  </a:cubicBezTo>
                  <a:lnTo>
                    <a:pt x="9836" y="4551"/>
                  </a:lnTo>
                  <a:cubicBezTo>
                    <a:pt x="10198" y="4551"/>
                    <a:pt x="10485" y="4255"/>
                    <a:pt x="10485" y="3892"/>
                  </a:cubicBezTo>
                  <a:lnTo>
                    <a:pt x="10485" y="1822"/>
                  </a:lnTo>
                  <a:cubicBezTo>
                    <a:pt x="10485" y="1240"/>
                    <a:pt x="10103" y="725"/>
                    <a:pt x="9550" y="563"/>
                  </a:cubicBezTo>
                  <a:lnTo>
                    <a:pt x="7651" y="0"/>
                  </a:lnTo>
                  <a:cubicBezTo>
                    <a:pt x="7251" y="620"/>
                    <a:pt x="6325" y="1059"/>
                    <a:pt x="5247" y="1059"/>
                  </a:cubicBezTo>
                  <a:cubicBezTo>
                    <a:pt x="4169" y="1059"/>
                    <a:pt x="3244" y="620"/>
                    <a:pt x="2843"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8" name="Google Shape;11758;p64"/>
            <p:cNvSpPr/>
            <p:nvPr/>
          </p:nvSpPr>
          <p:spPr>
            <a:xfrm>
              <a:off x="5000109" y="2161996"/>
              <a:ext cx="79969" cy="22886"/>
            </a:xfrm>
            <a:custGeom>
              <a:avLst/>
              <a:gdLst/>
              <a:ahLst/>
              <a:cxnLst/>
              <a:rect l="l" t="t" r="r" b="b"/>
              <a:pathLst>
                <a:path w="3054" h="874" extrusionOk="0">
                  <a:moveTo>
                    <a:pt x="1" y="0"/>
                  </a:moveTo>
                  <a:lnTo>
                    <a:pt x="1" y="487"/>
                  </a:lnTo>
                  <a:cubicBezTo>
                    <a:pt x="478" y="744"/>
                    <a:pt x="1003" y="873"/>
                    <a:pt x="1527" y="873"/>
                  </a:cubicBezTo>
                  <a:cubicBezTo>
                    <a:pt x="2052" y="873"/>
                    <a:pt x="2577" y="744"/>
                    <a:pt x="3054" y="487"/>
                  </a:cubicBezTo>
                  <a:lnTo>
                    <a:pt x="305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9" name="Google Shape;11759;p64"/>
            <p:cNvSpPr/>
            <p:nvPr/>
          </p:nvSpPr>
          <p:spPr>
            <a:xfrm>
              <a:off x="4943654" y="2019105"/>
              <a:ext cx="192643" cy="154413"/>
            </a:xfrm>
            <a:custGeom>
              <a:avLst/>
              <a:gdLst/>
              <a:ahLst/>
              <a:cxnLst/>
              <a:rect l="l" t="t" r="r" b="b"/>
              <a:pathLst>
                <a:path w="7357" h="5897" extrusionOk="0">
                  <a:moveTo>
                    <a:pt x="840" y="0"/>
                  </a:moveTo>
                  <a:lnTo>
                    <a:pt x="840" y="2185"/>
                  </a:lnTo>
                  <a:lnTo>
                    <a:pt x="735" y="2185"/>
                  </a:lnTo>
                  <a:cubicBezTo>
                    <a:pt x="732" y="2185"/>
                    <a:pt x="729" y="2185"/>
                    <a:pt x="726" y="2185"/>
                  </a:cubicBezTo>
                  <a:cubicBezTo>
                    <a:pt x="1" y="2185"/>
                    <a:pt x="4" y="3273"/>
                    <a:pt x="735" y="3273"/>
                  </a:cubicBezTo>
                  <a:lnTo>
                    <a:pt x="850" y="3273"/>
                  </a:lnTo>
                  <a:cubicBezTo>
                    <a:pt x="964" y="4751"/>
                    <a:pt x="2195" y="5896"/>
                    <a:pt x="3683" y="5896"/>
                  </a:cubicBezTo>
                  <a:cubicBezTo>
                    <a:pt x="5162" y="5896"/>
                    <a:pt x="6393" y="4751"/>
                    <a:pt x="6507" y="3273"/>
                  </a:cubicBezTo>
                  <a:lnTo>
                    <a:pt x="6631" y="3273"/>
                  </a:lnTo>
                  <a:cubicBezTo>
                    <a:pt x="7356" y="3273"/>
                    <a:pt x="7356" y="2185"/>
                    <a:pt x="6631" y="2185"/>
                  </a:cubicBezTo>
                  <a:lnTo>
                    <a:pt x="6526" y="2185"/>
                  </a:lnTo>
                  <a:lnTo>
                    <a:pt x="6526"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0" name="Google Shape;11760;p64"/>
            <p:cNvSpPr/>
            <p:nvPr/>
          </p:nvSpPr>
          <p:spPr>
            <a:xfrm>
              <a:off x="4946403" y="2041833"/>
              <a:ext cx="145170" cy="131658"/>
            </a:xfrm>
            <a:custGeom>
              <a:avLst/>
              <a:gdLst/>
              <a:ahLst/>
              <a:cxnLst/>
              <a:rect l="l" t="t" r="r" b="b"/>
              <a:pathLst>
                <a:path w="5544" h="5028" extrusionOk="0">
                  <a:moveTo>
                    <a:pt x="735" y="1"/>
                  </a:moveTo>
                  <a:lnTo>
                    <a:pt x="735" y="1317"/>
                  </a:lnTo>
                  <a:lnTo>
                    <a:pt x="649" y="1317"/>
                  </a:lnTo>
                  <a:cubicBezTo>
                    <a:pt x="642" y="1317"/>
                    <a:pt x="635" y="1317"/>
                    <a:pt x="628" y="1317"/>
                  </a:cubicBezTo>
                  <a:cubicBezTo>
                    <a:pt x="380" y="1317"/>
                    <a:pt x="171" y="1476"/>
                    <a:pt x="106" y="1708"/>
                  </a:cubicBezTo>
                  <a:cubicBezTo>
                    <a:pt x="1" y="2061"/>
                    <a:pt x="268" y="2405"/>
                    <a:pt x="630" y="2405"/>
                  </a:cubicBezTo>
                  <a:lnTo>
                    <a:pt x="745" y="2405"/>
                  </a:lnTo>
                  <a:cubicBezTo>
                    <a:pt x="848" y="3908"/>
                    <a:pt x="2102" y="5027"/>
                    <a:pt x="3556" y="5027"/>
                  </a:cubicBezTo>
                  <a:cubicBezTo>
                    <a:pt x="3708" y="5027"/>
                    <a:pt x="3862" y="5015"/>
                    <a:pt x="4017" y="4990"/>
                  </a:cubicBezTo>
                  <a:cubicBezTo>
                    <a:pt x="2634" y="4780"/>
                    <a:pt x="1613" y="3588"/>
                    <a:pt x="1613" y="2185"/>
                  </a:cubicBezTo>
                  <a:lnTo>
                    <a:pt x="1613" y="1746"/>
                  </a:lnTo>
                  <a:cubicBezTo>
                    <a:pt x="1613" y="1021"/>
                    <a:pt x="2195" y="439"/>
                    <a:pt x="2920" y="439"/>
                  </a:cubicBezTo>
                  <a:lnTo>
                    <a:pt x="5105" y="439"/>
                  </a:lnTo>
                  <a:cubicBezTo>
                    <a:pt x="5343" y="439"/>
                    <a:pt x="5543" y="239"/>
                    <a:pt x="5543"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1" name="Google Shape;11761;p64"/>
            <p:cNvSpPr/>
            <p:nvPr/>
          </p:nvSpPr>
          <p:spPr>
            <a:xfrm>
              <a:off x="5000109" y="2076686"/>
              <a:ext cx="11286" cy="17125"/>
            </a:xfrm>
            <a:custGeom>
              <a:avLst/>
              <a:gdLst/>
              <a:ahLst/>
              <a:cxnLst/>
              <a:rect l="l" t="t" r="r" b="b"/>
              <a:pathLst>
                <a:path w="431" h="654" extrusionOk="0">
                  <a:moveTo>
                    <a:pt x="215" y="0"/>
                  </a:moveTo>
                  <a:cubicBezTo>
                    <a:pt x="108" y="0"/>
                    <a:pt x="1" y="72"/>
                    <a:pt x="1" y="215"/>
                  </a:cubicBezTo>
                  <a:lnTo>
                    <a:pt x="1" y="434"/>
                  </a:lnTo>
                  <a:cubicBezTo>
                    <a:pt x="1" y="558"/>
                    <a:pt x="96" y="654"/>
                    <a:pt x="220" y="654"/>
                  </a:cubicBezTo>
                  <a:cubicBezTo>
                    <a:pt x="335" y="654"/>
                    <a:pt x="430" y="558"/>
                    <a:pt x="430" y="434"/>
                  </a:cubicBezTo>
                  <a:lnTo>
                    <a:pt x="430" y="215"/>
                  </a:lnTo>
                  <a:cubicBezTo>
                    <a:pt x="430" y="72"/>
                    <a:pt x="323" y="0"/>
                    <a:pt x="2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2" name="Google Shape;11762;p64"/>
            <p:cNvSpPr/>
            <p:nvPr/>
          </p:nvSpPr>
          <p:spPr>
            <a:xfrm>
              <a:off x="5068556" y="2076686"/>
              <a:ext cx="11521" cy="17125"/>
            </a:xfrm>
            <a:custGeom>
              <a:avLst/>
              <a:gdLst/>
              <a:ahLst/>
              <a:cxnLst/>
              <a:rect l="l" t="t" r="r" b="b"/>
              <a:pathLst>
                <a:path w="440" h="654" extrusionOk="0">
                  <a:moveTo>
                    <a:pt x="220" y="0"/>
                  </a:moveTo>
                  <a:cubicBezTo>
                    <a:pt x="110" y="0"/>
                    <a:pt x="1" y="72"/>
                    <a:pt x="1" y="215"/>
                  </a:cubicBezTo>
                  <a:lnTo>
                    <a:pt x="1" y="434"/>
                  </a:lnTo>
                  <a:cubicBezTo>
                    <a:pt x="1" y="558"/>
                    <a:pt x="106" y="654"/>
                    <a:pt x="220" y="654"/>
                  </a:cubicBezTo>
                  <a:cubicBezTo>
                    <a:pt x="344" y="654"/>
                    <a:pt x="440" y="558"/>
                    <a:pt x="440" y="434"/>
                  </a:cubicBezTo>
                  <a:lnTo>
                    <a:pt x="440" y="215"/>
                  </a:lnTo>
                  <a:cubicBezTo>
                    <a:pt x="440" y="72"/>
                    <a:pt x="330"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3" name="Google Shape;11763;p64"/>
            <p:cNvSpPr/>
            <p:nvPr/>
          </p:nvSpPr>
          <p:spPr>
            <a:xfrm>
              <a:off x="4992384" y="2059063"/>
              <a:ext cx="26499" cy="11521"/>
            </a:xfrm>
            <a:custGeom>
              <a:avLst/>
              <a:gdLst/>
              <a:ahLst/>
              <a:cxnLst/>
              <a:rect l="l" t="t" r="r" b="b"/>
              <a:pathLst>
                <a:path w="1012" h="440" extrusionOk="0">
                  <a:moveTo>
                    <a:pt x="286" y="1"/>
                  </a:moveTo>
                  <a:cubicBezTo>
                    <a:pt x="0" y="1"/>
                    <a:pt x="0" y="430"/>
                    <a:pt x="286" y="440"/>
                  </a:cubicBezTo>
                  <a:lnTo>
                    <a:pt x="725" y="440"/>
                  </a:lnTo>
                  <a:cubicBezTo>
                    <a:pt x="1011" y="440"/>
                    <a:pt x="1011" y="1"/>
                    <a:pt x="72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4" name="Google Shape;11764;p64"/>
            <p:cNvSpPr/>
            <p:nvPr/>
          </p:nvSpPr>
          <p:spPr>
            <a:xfrm>
              <a:off x="5061068" y="2059063"/>
              <a:ext cx="26499" cy="11521"/>
            </a:xfrm>
            <a:custGeom>
              <a:avLst/>
              <a:gdLst/>
              <a:ahLst/>
              <a:cxnLst/>
              <a:rect l="l" t="t" r="r" b="b"/>
              <a:pathLst>
                <a:path w="1012" h="440" extrusionOk="0">
                  <a:moveTo>
                    <a:pt x="287" y="1"/>
                  </a:moveTo>
                  <a:cubicBezTo>
                    <a:pt x="1" y="1"/>
                    <a:pt x="1" y="430"/>
                    <a:pt x="287" y="440"/>
                  </a:cubicBezTo>
                  <a:lnTo>
                    <a:pt x="726" y="440"/>
                  </a:lnTo>
                  <a:cubicBezTo>
                    <a:pt x="1012" y="440"/>
                    <a:pt x="1012" y="1"/>
                    <a:pt x="72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5" name="Google Shape;11765;p64"/>
            <p:cNvSpPr/>
            <p:nvPr/>
          </p:nvSpPr>
          <p:spPr>
            <a:xfrm>
              <a:off x="5014615" y="2116068"/>
              <a:ext cx="50773" cy="17282"/>
            </a:xfrm>
            <a:custGeom>
              <a:avLst/>
              <a:gdLst/>
              <a:ahLst/>
              <a:cxnLst/>
              <a:rect l="l" t="t" r="r" b="b"/>
              <a:pathLst>
                <a:path w="1939" h="660" extrusionOk="0">
                  <a:moveTo>
                    <a:pt x="319" y="0"/>
                  </a:moveTo>
                  <a:cubicBezTo>
                    <a:pt x="150" y="0"/>
                    <a:pt x="1" y="219"/>
                    <a:pt x="162" y="380"/>
                  </a:cubicBezTo>
                  <a:cubicBezTo>
                    <a:pt x="373" y="556"/>
                    <a:pt x="633" y="659"/>
                    <a:pt x="904" y="659"/>
                  </a:cubicBezTo>
                  <a:cubicBezTo>
                    <a:pt x="927" y="659"/>
                    <a:pt x="950" y="659"/>
                    <a:pt x="973" y="657"/>
                  </a:cubicBezTo>
                  <a:cubicBezTo>
                    <a:pt x="996" y="659"/>
                    <a:pt x="1019" y="659"/>
                    <a:pt x="1042" y="659"/>
                  </a:cubicBezTo>
                  <a:cubicBezTo>
                    <a:pt x="1313" y="659"/>
                    <a:pt x="1573" y="556"/>
                    <a:pt x="1784" y="380"/>
                  </a:cubicBezTo>
                  <a:cubicBezTo>
                    <a:pt x="1938" y="219"/>
                    <a:pt x="1793" y="0"/>
                    <a:pt x="1626" y="0"/>
                  </a:cubicBezTo>
                  <a:cubicBezTo>
                    <a:pt x="1576" y="0"/>
                    <a:pt x="1525" y="20"/>
                    <a:pt x="1479" y="66"/>
                  </a:cubicBezTo>
                  <a:cubicBezTo>
                    <a:pt x="1326" y="171"/>
                    <a:pt x="1150" y="223"/>
                    <a:pt x="973" y="223"/>
                  </a:cubicBezTo>
                  <a:cubicBezTo>
                    <a:pt x="797" y="223"/>
                    <a:pt x="620" y="171"/>
                    <a:pt x="468" y="66"/>
                  </a:cubicBezTo>
                  <a:cubicBezTo>
                    <a:pt x="422" y="20"/>
                    <a:pt x="370" y="0"/>
                    <a:pt x="319"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6" name="Google Shape;11766;p64"/>
            <p:cNvSpPr/>
            <p:nvPr/>
          </p:nvSpPr>
          <p:spPr>
            <a:xfrm>
              <a:off x="4954154" y="1973150"/>
              <a:ext cx="171643" cy="68709"/>
            </a:xfrm>
            <a:custGeom>
              <a:avLst/>
              <a:gdLst/>
              <a:ahLst/>
              <a:cxnLst/>
              <a:rect l="l" t="t" r="r" b="b"/>
              <a:pathLst>
                <a:path w="6555" h="2624" extrusionOk="0">
                  <a:moveTo>
                    <a:pt x="1164" y="0"/>
                  </a:moveTo>
                  <a:cubicBezTo>
                    <a:pt x="869" y="0"/>
                    <a:pt x="601" y="210"/>
                    <a:pt x="535" y="496"/>
                  </a:cubicBezTo>
                  <a:lnTo>
                    <a:pt x="0" y="2624"/>
                  </a:lnTo>
                  <a:lnTo>
                    <a:pt x="6554" y="2624"/>
                  </a:lnTo>
                  <a:lnTo>
                    <a:pt x="6020" y="496"/>
                  </a:lnTo>
                  <a:cubicBezTo>
                    <a:pt x="5944" y="210"/>
                    <a:pt x="5686" y="0"/>
                    <a:pt x="5381"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7" name="Google Shape;11767;p64"/>
            <p:cNvSpPr/>
            <p:nvPr/>
          </p:nvSpPr>
          <p:spPr>
            <a:xfrm>
              <a:off x="4973400" y="2185118"/>
              <a:ext cx="55224" cy="50589"/>
            </a:xfrm>
            <a:custGeom>
              <a:avLst/>
              <a:gdLst/>
              <a:ahLst/>
              <a:cxnLst/>
              <a:rect l="l" t="t" r="r" b="b"/>
              <a:pathLst>
                <a:path w="2109" h="1932" extrusionOk="0">
                  <a:moveTo>
                    <a:pt x="834" y="0"/>
                  </a:moveTo>
                  <a:cubicBezTo>
                    <a:pt x="746" y="0"/>
                    <a:pt x="658" y="41"/>
                    <a:pt x="601" y="119"/>
                  </a:cubicBezTo>
                  <a:lnTo>
                    <a:pt x="0" y="911"/>
                  </a:lnTo>
                  <a:cubicBezTo>
                    <a:pt x="467" y="1454"/>
                    <a:pt x="1221" y="1836"/>
                    <a:pt x="2108" y="1931"/>
                  </a:cubicBezTo>
                  <a:lnTo>
                    <a:pt x="2108" y="787"/>
                  </a:lnTo>
                  <a:cubicBezTo>
                    <a:pt x="2108" y="682"/>
                    <a:pt x="2042" y="596"/>
                    <a:pt x="1946" y="577"/>
                  </a:cubicBezTo>
                  <a:cubicBezTo>
                    <a:pt x="1603" y="500"/>
                    <a:pt x="1288" y="329"/>
                    <a:pt x="1040" y="90"/>
                  </a:cubicBezTo>
                  <a:cubicBezTo>
                    <a:pt x="983" y="29"/>
                    <a:pt x="909" y="0"/>
                    <a:pt x="834"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8" name="Google Shape;11768;p64"/>
            <p:cNvSpPr/>
            <p:nvPr/>
          </p:nvSpPr>
          <p:spPr>
            <a:xfrm>
              <a:off x="5051327" y="2184987"/>
              <a:ext cx="55486" cy="50720"/>
            </a:xfrm>
            <a:custGeom>
              <a:avLst/>
              <a:gdLst/>
              <a:ahLst/>
              <a:cxnLst/>
              <a:rect l="l" t="t" r="r" b="b"/>
              <a:pathLst>
                <a:path w="2119" h="1937" extrusionOk="0">
                  <a:moveTo>
                    <a:pt x="1284" y="0"/>
                  </a:moveTo>
                  <a:cubicBezTo>
                    <a:pt x="1210" y="0"/>
                    <a:pt x="1135" y="29"/>
                    <a:pt x="1079" y="86"/>
                  </a:cubicBezTo>
                  <a:cubicBezTo>
                    <a:pt x="830" y="334"/>
                    <a:pt x="506" y="505"/>
                    <a:pt x="163" y="582"/>
                  </a:cubicBezTo>
                  <a:cubicBezTo>
                    <a:pt x="67" y="601"/>
                    <a:pt x="0" y="687"/>
                    <a:pt x="10" y="792"/>
                  </a:cubicBezTo>
                  <a:lnTo>
                    <a:pt x="10" y="1936"/>
                  </a:lnTo>
                  <a:cubicBezTo>
                    <a:pt x="888" y="1841"/>
                    <a:pt x="1641" y="1459"/>
                    <a:pt x="2118" y="906"/>
                  </a:cubicBezTo>
                  <a:lnTo>
                    <a:pt x="1517" y="124"/>
                  </a:lnTo>
                  <a:cubicBezTo>
                    <a:pt x="1460" y="41"/>
                    <a:pt x="1372" y="0"/>
                    <a:pt x="1284"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9" name="Google Shape;11769;p64"/>
            <p:cNvSpPr/>
            <p:nvPr/>
          </p:nvSpPr>
          <p:spPr>
            <a:xfrm>
              <a:off x="4963895" y="2253408"/>
              <a:ext cx="15266" cy="11521"/>
            </a:xfrm>
            <a:custGeom>
              <a:avLst/>
              <a:gdLst/>
              <a:ahLst/>
              <a:cxnLst/>
              <a:rect l="l" t="t" r="r" b="b"/>
              <a:pathLst>
                <a:path w="583" h="440" extrusionOk="0">
                  <a:moveTo>
                    <a:pt x="287" y="1"/>
                  </a:moveTo>
                  <a:cubicBezTo>
                    <a:pt x="1" y="1"/>
                    <a:pt x="1" y="440"/>
                    <a:pt x="287" y="440"/>
                  </a:cubicBezTo>
                  <a:cubicBezTo>
                    <a:pt x="582" y="440"/>
                    <a:pt x="582" y="1"/>
                    <a:pt x="287"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0" name="Google Shape;11770;p64"/>
            <p:cNvSpPr/>
            <p:nvPr/>
          </p:nvSpPr>
          <p:spPr>
            <a:xfrm>
              <a:off x="5101026" y="2253408"/>
              <a:ext cx="15266" cy="11521"/>
            </a:xfrm>
            <a:custGeom>
              <a:avLst/>
              <a:gdLst/>
              <a:ahLst/>
              <a:cxnLst/>
              <a:rect l="l" t="t" r="r" b="b"/>
              <a:pathLst>
                <a:path w="583" h="440" extrusionOk="0">
                  <a:moveTo>
                    <a:pt x="297" y="1"/>
                  </a:moveTo>
                  <a:cubicBezTo>
                    <a:pt x="1" y="1"/>
                    <a:pt x="1" y="440"/>
                    <a:pt x="297" y="440"/>
                  </a:cubicBezTo>
                  <a:cubicBezTo>
                    <a:pt x="583" y="440"/>
                    <a:pt x="583" y="1"/>
                    <a:pt x="297"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1" name="Google Shape;11771;p64"/>
            <p:cNvSpPr/>
            <p:nvPr/>
          </p:nvSpPr>
          <p:spPr>
            <a:xfrm>
              <a:off x="5101026" y="2281898"/>
              <a:ext cx="15266" cy="11521"/>
            </a:xfrm>
            <a:custGeom>
              <a:avLst/>
              <a:gdLst/>
              <a:ahLst/>
              <a:cxnLst/>
              <a:rect l="l" t="t" r="r" b="b"/>
              <a:pathLst>
                <a:path w="583" h="440" extrusionOk="0">
                  <a:moveTo>
                    <a:pt x="297" y="0"/>
                  </a:moveTo>
                  <a:cubicBezTo>
                    <a:pt x="1" y="0"/>
                    <a:pt x="1" y="439"/>
                    <a:pt x="297" y="439"/>
                  </a:cubicBezTo>
                  <a:cubicBezTo>
                    <a:pt x="583" y="439"/>
                    <a:pt x="583" y="0"/>
                    <a:pt x="297"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2" name="Google Shape;11772;p64"/>
            <p:cNvSpPr/>
            <p:nvPr/>
          </p:nvSpPr>
          <p:spPr>
            <a:xfrm>
              <a:off x="4963895" y="2281898"/>
              <a:ext cx="15266" cy="11521"/>
            </a:xfrm>
            <a:custGeom>
              <a:avLst/>
              <a:gdLst/>
              <a:ahLst/>
              <a:cxnLst/>
              <a:rect l="l" t="t" r="r" b="b"/>
              <a:pathLst>
                <a:path w="583" h="440" extrusionOk="0">
                  <a:moveTo>
                    <a:pt x="287" y="0"/>
                  </a:moveTo>
                  <a:cubicBezTo>
                    <a:pt x="1" y="0"/>
                    <a:pt x="1" y="439"/>
                    <a:pt x="287" y="439"/>
                  </a:cubicBezTo>
                  <a:cubicBezTo>
                    <a:pt x="582" y="439"/>
                    <a:pt x="582" y="0"/>
                    <a:pt x="287"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3" name="Google Shape;11773;p64"/>
            <p:cNvSpPr/>
            <p:nvPr/>
          </p:nvSpPr>
          <p:spPr>
            <a:xfrm>
              <a:off x="5101026" y="2310623"/>
              <a:ext cx="15266" cy="11521"/>
            </a:xfrm>
            <a:custGeom>
              <a:avLst/>
              <a:gdLst/>
              <a:ahLst/>
              <a:cxnLst/>
              <a:rect l="l" t="t" r="r" b="b"/>
              <a:pathLst>
                <a:path w="583" h="440" extrusionOk="0">
                  <a:moveTo>
                    <a:pt x="297" y="0"/>
                  </a:moveTo>
                  <a:cubicBezTo>
                    <a:pt x="1" y="0"/>
                    <a:pt x="1" y="439"/>
                    <a:pt x="297" y="439"/>
                  </a:cubicBezTo>
                  <a:cubicBezTo>
                    <a:pt x="583" y="439"/>
                    <a:pt x="583" y="0"/>
                    <a:pt x="297"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4" name="Google Shape;11774;p64"/>
            <p:cNvSpPr/>
            <p:nvPr/>
          </p:nvSpPr>
          <p:spPr>
            <a:xfrm>
              <a:off x="4963895" y="2310623"/>
              <a:ext cx="15266" cy="11521"/>
            </a:xfrm>
            <a:custGeom>
              <a:avLst/>
              <a:gdLst/>
              <a:ahLst/>
              <a:cxnLst/>
              <a:rect l="l" t="t" r="r" b="b"/>
              <a:pathLst>
                <a:path w="583" h="440" extrusionOk="0">
                  <a:moveTo>
                    <a:pt x="287" y="0"/>
                  </a:moveTo>
                  <a:cubicBezTo>
                    <a:pt x="1" y="0"/>
                    <a:pt x="1" y="439"/>
                    <a:pt x="287" y="439"/>
                  </a:cubicBezTo>
                  <a:cubicBezTo>
                    <a:pt x="582" y="439"/>
                    <a:pt x="582" y="0"/>
                    <a:pt x="287"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5" name="Google Shape;11775;p64"/>
            <p:cNvSpPr/>
            <p:nvPr/>
          </p:nvSpPr>
          <p:spPr>
            <a:xfrm>
              <a:off x="4954390" y="2041833"/>
              <a:ext cx="22781" cy="37235"/>
            </a:xfrm>
            <a:custGeom>
              <a:avLst/>
              <a:gdLst/>
              <a:ahLst/>
              <a:cxnLst/>
              <a:rect l="l" t="t" r="r" b="b"/>
              <a:pathLst>
                <a:path w="870" h="1422" extrusionOk="0">
                  <a:moveTo>
                    <a:pt x="1" y="1"/>
                  </a:moveTo>
                  <a:lnTo>
                    <a:pt x="1" y="1422"/>
                  </a:lnTo>
                  <a:lnTo>
                    <a:pt x="488" y="1355"/>
                  </a:lnTo>
                  <a:cubicBezTo>
                    <a:pt x="707" y="1327"/>
                    <a:pt x="869" y="1145"/>
                    <a:pt x="869" y="926"/>
                  </a:cubicBezTo>
                  <a:lnTo>
                    <a:pt x="869"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6" name="Google Shape;11776;p64"/>
            <p:cNvSpPr/>
            <p:nvPr/>
          </p:nvSpPr>
          <p:spPr>
            <a:xfrm>
              <a:off x="5103042" y="2041833"/>
              <a:ext cx="22755" cy="37235"/>
            </a:xfrm>
            <a:custGeom>
              <a:avLst/>
              <a:gdLst/>
              <a:ahLst/>
              <a:cxnLst/>
              <a:rect l="l" t="t" r="r" b="b"/>
              <a:pathLst>
                <a:path w="869" h="1422" extrusionOk="0">
                  <a:moveTo>
                    <a:pt x="0" y="1"/>
                  </a:moveTo>
                  <a:lnTo>
                    <a:pt x="0" y="926"/>
                  </a:lnTo>
                  <a:cubicBezTo>
                    <a:pt x="0" y="1145"/>
                    <a:pt x="162" y="1336"/>
                    <a:pt x="382" y="1355"/>
                  </a:cubicBezTo>
                  <a:lnTo>
                    <a:pt x="868" y="1422"/>
                  </a:lnTo>
                  <a:lnTo>
                    <a:pt x="868"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7" name="Google Shape;11777;p64"/>
            <p:cNvSpPr/>
            <p:nvPr/>
          </p:nvSpPr>
          <p:spPr>
            <a:xfrm>
              <a:off x="4954390" y="1973150"/>
              <a:ext cx="70490" cy="68709"/>
            </a:xfrm>
            <a:custGeom>
              <a:avLst/>
              <a:gdLst/>
              <a:ahLst/>
              <a:cxnLst/>
              <a:rect l="l" t="t" r="r" b="b"/>
              <a:pathLst>
                <a:path w="2692" h="2624" extrusionOk="0">
                  <a:moveTo>
                    <a:pt x="1165" y="0"/>
                  </a:moveTo>
                  <a:cubicBezTo>
                    <a:pt x="860" y="0"/>
                    <a:pt x="602" y="210"/>
                    <a:pt x="526" y="496"/>
                  </a:cubicBezTo>
                  <a:lnTo>
                    <a:pt x="1" y="2624"/>
                  </a:lnTo>
                  <a:lnTo>
                    <a:pt x="1527" y="2624"/>
                  </a:lnTo>
                  <a:lnTo>
                    <a:pt x="2052" y="496"/>
                  </a:lnTo>
                  <a:cubicBezTo>
                    <a:pt x="2128" y="210"/>
                    <a:pt x="2396" y="0"/>
                    <a:pt x="2691"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8" name="Google Shape;11778;p64"/>
            <p:cNvSpPr/>
            <p:nvPr/>
          </p:nvSpPr>
          <p:spPr>
            <a:xfrm>
              <a:off x="4958658" y="2013344"/>
              <a:ext cx="162897" cy="11286"/>
            </a:xfrm>
            <a:custGeom>
              <a:avLst/>
              <a:gdLst/>
              <a:ahLst/>
              <a:cxnLst/>
              <a:rect l="l" t="t" r="r" b="b"/>
              <a:pathLst>
                <a:path w="6221" h="431" extrusionOk="0">
                  <a:moveTo>
                    <a:pt x="105" y="1"/>
                  </a:moveTo>
                  <a:lnTo>
                    <a:pt x="0" y="430"/>
                  </a:lnTo>
                  <a:lnTo>
                    <a:pt x="6220" y="430"/>
                  </a:lnTo>
                  <a:lnTo>
                    <a:pt x="6115" y="1"/>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9" name="Google Shape;11779;p64"/>
            <p:cNvSpPr/>
            <p:nvPr/>
          </p:nvSpPr>
          <p:spPr>
            <a:xfrm>
              <a:off x="4958658" y="2013344"/>
              <a:ext cx="42734" cy="11286"/>
            </a:xfrm>
            <a:custGeom>
              <a:avLst/>
              <a:gdLst/>
              <a:ahLst/>
              <a:cxnLst/>
              <a:rect l="l" t="t" r="r" b="b"/>
              <a:pathLst>
                <a:path w="1632" h="431" extrusionOk="0">
                  <a:moveTo>
                    <a:pt x="105" y="1"/>
                  </a:moveTo>
                  <a:lnTo>
                    <a:pt x="0" y="430"/>
                  </a:lnTo>
                  <a:lnTo>
                    <a:pt x="1527" y="430"/>
                  </a:lnTo>
                  <a:lnTo>
                    <a:pt x="1632"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0" name="Google Shape;11780;p64"/>
            <p:cNvSpPr/>
            <p:nvPr/>
          </p:nvSpPr>
          <p:spPr>
            <a:xfrm>
              <a:off x="4942659" y="2224945"/>
              <a:ext cx="97199" cy="102933"/>
            </a:xfrm>
            <a:custGeom>
              <a:avLst/>
              <a:gdLst/>
              <a:ahLst/>
              <a:cxnLst/>
              <a:rect l="l" t="t" r="r" b="b"/>
              <a:pathLst>
                <a:path w="3712" h="3931" extrusionOk="0">
                  <a:moveTo>
                    <a:pt x="1317" y="0"/>
                  </a:moveTo>
                  <a:cubicBezTo>
                    <a:pt x="592" y="0"/>
                    <a:pt x="1" y="582"/>
                    <a:pt x="1" y="1307"/>
                  </a:cubicBezTo>
                  <a:lnTo>
                    <a:pt x="1" y="3931"/>
                  </a:lnTo>
                  <a:lnTo>
                    <a:pt x="439" y="3931"/>
                  </a:lnTo>
                  <a:lnTo>
                    <a:pt x="439" y="1307"/>
                  </a:lnTo>
                  <a:cubicBezTo>
                    <a:pt x="439" y="836"/>
                    <a:pt x="822" y="439"/>
                    <a:pt x="1300" y="439"/>
                  </a:cubicBezTo>
                  <a:cubicBezTo>
                    <a:pt x="1306" y="439"/>
                    <a:pt x="1311" y="439"/>
                    <a:pt x="1317" y="439"/>
                  </a:cubicBezTo>
                  <a:lnTo>
                    <a:pt x="3712" y="439"/>
                  </a:lnTo>
                  <a:cubicBezTo>
                    <a:pt x="3111" y="439"/>
                    <a:pt x="2510" y="296"/>
                    <a:pt x="1985"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81" name="Google Shape;11781;p64"/>
          <p:cNvGrpSpPr/>
          <p:nvPr/>
        </p:nvGrpSpPr>
        <p:grpSpPr>
          <a:xfrm>
            <a:off x="4886426" y="2726414"/>
            <a:ext cx="272560" cy="354676"/>
            <a:chOff x="4902701" y="2879989"/>
            <a:chExt cx="272560" cy="354676"/>
          </a:xfrm>
        </p:grpSpPr>
        <p:sp>
          <p:nvSpPr>
            <p:cNvPr id="11782" name="Google Shape;11782;p64"/>
            <p:cNvSpPr/>
            <p:nvPr/>
          </p:nvSpPr>
          <p:spPr>
            <a:xfrm>
              <a:off x="4902701" y="3081273"/>
              <a:ext cx="272560" cy="153392"/>
            </a:xfrm>
            <a:custGeom>
              <a:avLst/>
              <a:gdLst/>
              <a:ahLst/>
              <a:cxnLst/>
              <a:rect l="l" t="t" r="r" b="b"/>
              <a:pathLst>
                <a:path w="10409" h="5858" extrusionOk="0">
                  <a:moveTo>
                    <a:pt x="3673" y="0"/>
                  </a:moveTo>
                  <a:lnTo>
                    <a:pt x="3673" y="1040"/>
                  </a:lnTo>
                  <a:cubicBezTo>
                    <a:pt x="3673" y="1326"/>
                    <a:pt x="3482" y="1574"/>
                    <a:pt x="3206" y="1660"/>
                  </a:cubicBezTo>
                  <a:lnTo>
                    <a:pt x="935" y="2328"/>
                  </a:lnTo>
                  <a:cubicBezTo>
                    <a:pt x="372" y="2490"/>
                    <a:pt x="0" y="2996"/>
                    <a:pt x="0" y="3577"/>
                  </a:cubicBezTo>
                  <a:lnTo>
                    <a:pt x="0" y="5209"/>
                  </a:lnTo>
                  <a:cubicBezTo>
                    <a:pt x="0" y="5571"/>
                    <a:pt x="286" y="5858"/>
                    <a:pt x="649" y="5858"/>
                  </a:cubicBezTo>
                  <a:lnTo>
                    <a:pt x="9760" y="5858"/>
                  </a:lnTo>
                  <a:cubicBezTo>
                    <a:pt x="10113" y="5858"/>
                    <a:pt x="10408" y="5571"/>
                    <a:pt x="10408" y="5209"/>
                  </a:cubicBezTo>
                  <a:lnTo>
                    <a:pt x="10408" y="3577"/>
                  </a:lnTo>
                  <a:cubicBezTo>
                    <a:pt x="10408" y="2996"/>
                    <a:pt x="10027" y="2490"/>
                    <a:pt x="9464" y="2328"/>
                  </a:cubicBezTo>
                  <a:lnTo>
                    <a:pt x="7184" y="1660"/>
                  </a:lnTo>
                  <a:cubicBezTo>
                    <a:pt x="6907" y="1574"/>
                    <a:pt x="6716" y="1317"/>
                    <a:pt x="6716" y="1030"/>
                  </a:cubicBezTo>
                  <a:lnTo>
                    <a:pt x="6716"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3" name="Google Shape;11783;p64"/>
            <p:cNvSpPr/>
            <p:nvPr/>
          </p:nvSpPr>
          <p:spPr>
            <a:xfrm>
              <a:off x="4902701" y="3123483"/>
              <a:ext cx="272560" cy="111182"/>
            </a:xfrm>
            <a:custGeom>
              <a:avLst/>
              <a:gdLst/>
              <a:ahLst/>
              <a:cxnLst/>
              <a:rect l="l" t="t" r="r" b="b"/>
              <a:pathLst>
                <a:path w="10409" h="4246" extrusionOk="0">
                  <a:moveTo>
                    <a:pt x="3320" y="0"/>
                  </a:moveTo>
                  <a:cubicBezTo>
                    <a:pt x="3282" y="19"/>
                    <a:pt x="3244" y="29"/>
                    <a:pt x="3206" y="48"/>
                  </a:cubicBezTo>
                  <a:lnTo>
                    <a:pt x="935" y="716"/>
                  </a:lnTo>
                  <a:cubicBezTo>
                    <a:pt x="372" y="878"/>
                    <a:pt x="0" y="1384"/>
                    <a:pt x="0" y="1965"/>
                  </a:cubicBezTo>
                  <a:lnTo>
                    <a:pt x="0" y="3597"/>
                  </a:lnTo>
                  <a:cubicBezTo>
                    <a:pt x="0" y="3959"/>
                    <a:pt x="286" y="4246"/>
                    <a:pt x="649" y="4246"/>
                  </a:cubicBezTo>
                  <a:lnTo>
                    <a:pt x="9760" y="4246"/>
                  </a:lnTo>
                  <a:cubicBezTo>
                    <a:pt x="10113" y="4246"/>
                    <a:pt x="10408" y="3959"/>
                    <a:pt x="10408" y="3597"/>
                  </a:cubicBezTo>
                  <a:lnTo>
                    <a:pt x="10408" y="1965"/>
                  </a:lnTo>
                  <a:cubicBezTo>
                    <a:pt x="10408" y="1384"/>
                    <a:pt x="10027" y="878"/>
                    <a:pt x="9464" y="716"/>
                  </a:cubicBezTo>
                  <a:lnTo>
                    <a:pt x="7184" y="48"/>
                  </a:lnTo>
                  <a:cubicBezTo>
                    <a:pt x="7146" y="29"/>
                    <a:pt x="7107" y="19"/>
                    <a:pt x="7069" y="0"/>
                  </a:cubicBezTo>
                  <a:lnTo>
                    <a:pt x="5200" y="344"/>
                  </a:lnTo>
                  <a:lnTo>
                    <a:pt x="3320"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4" name="Google Shape;11784;p64"/>
            <p:cNvSpPr/>
            <p:nvPr/>
          </p:nvSpPr>
          <p:spPr>
            <a:xfrm>
              <a:off x="4966644" y="3123483"/>
              <a:ext cx="143913" cy="43781"/>
            </a:xfrm>
            <a:custGeom>
              <a:avLst/>
              <a:gdLst/>
              <a:ahLst/>
              <a:cxnLst/>
              <a:rect l="l" t="t" r="r" b="b"/>
              <a:pathLst>
                <a:path w="5496" h="1672" extrusionOk="0">
                  <a:moveTo>
                    <a:pt x="878" y="0"/>
                  </a:moveTo>
                  <a:cubicBezTo>
                    <a:pt x="840" y="19"/>
                    <a:pt x="802" y="29"/>
                    <a:pt x="764" y="48"/>
                  </a:cubicBezTo>
                  <a:lnTo>
                    <a:pt x="0" y="267"/>
                  </a:lnTo>
                  <a:cubicBezTo>
                    <a:pt x="39" y="372"/>
                    <a:pt x="105" y="468"/>
                    <a:pt x="191" y="544"/>
                  </a:cubicBezTo>
                  <a:lnTo>
                    <a:pt x="1260" y="1460"/>
                  </a:lnTo>
                  <a:cubicBezTo>
                    <a:pt x="1423" y="1602"/>
                    <a:pt x="1624" y="1671"/>
                    <a:pt x="1823" y="1671"/>
                  </a:cubicBezTo>
                  <a:cubicBezTo>
                    <a:pt x="2077" y="1671"/>
                    <a:pt x="2329" y="1559"/>
                    <a:pt x="2500" y="1345"/>
                  </a:cubicBezTo>
                  <a:lnTo>
                    <a:pt x="2748" y="1031"/>
                  </a:lnTo>
                  <a:lnTo>
                    <a:pt x="2996" y="1345"/>
                  </a:lnTo>
                  <a:cubicBezTo>
                    <a:pt x="3167" y="1559"/>
                    <a:pt x="3419" y="1671"/>
                    <a:pt x="3675" y="1671"/>
                  </a:cubicBezTo>
                  <a:cubicBezTo>
                    <a:pt x="3875" y="1671"/>
                    <a:pt x="4078" y="1602"/>
                    <a:pt x="4246" y="1460"/>
                  </a:cubicBezTo>
                  <a:lnTo>
                    <a:pt x="5314" y="544"/>
                  </a:lnTo>
                  <a:cubicBezTo>
                    <a:pt x="5400" y="468"/>
                    <a:pt x="5457" y="372"/>
                    <a:pt x="5495" y="267"/>
                  </a:cubicBezTo>
                  <a:lnTo>
                    <a:pt x="4732" y="48"/>
                  </a:lnTo>
                  <a:cubicBezTo>
                    <a:pt x="4694" y="29"/>
                    <a:pt x="4656" y="19"/>
                    <a:pt x="4627" y="0"/>
                  </a:cubicBezTo>
                  <a:lnTo>
                    <a:pt x="2748" y="344"/>
                  </a:lnTo>
                  <a:lnTo>
                    <a:pt x="878" y="0"/>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5" name="Google Shape;11785;p64"/>
            <p:cNvSpPr/>
            <p:nvPr/>
          </p:nvSpPr>
          <p:spPr>
            <a:xfrm>
              <a:off x="4998878" y="3081273"/>
              <a:ext cx="79445" cy="22676"/>
            </a:xfrm>
            <a:custGeom>
              <a:avLst/>
              <a:gdLst/>
              <a:ahLst/>
              <a:cxnLst/>
              <a:rect l="l" t="t" r="r" b="b"/>
              <a:pathLst>
                <a:path w="3034" h="866" extrusionOk="0">
                  <a:moveTo>
                    <a:pt x="0" y="0"/>
                  </a:moveTo>
                  <a:lnTo>
                    <a:pt x="0" y="487"/>
                  </a:lnTo>
                  <a:cubicBezTo>
                    <a:pt x="472" y="739"/>
                    <a:pt x="995" y="866"/>
                    <a:pt x="1517" y="866"/>
                  </a:cubicBezTo>
                  <a:cubicBezTo>
                    <a:pt x="2039" y="866"/>
                    <a:pt x="2562" y="739"/>
                    <a:pt x="3034" y="487"/>
                  </a:cubicBezTo>
                  <a:lnTo>
                    <a:pt x="303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6" name="Google Shape;11786;p64"/>
            <p:cNvSpPr/>
            <p:nvPr/>
          </p:nvSpPr>
          <p:spPr>
            <a:xfrm>
              <a:off x="4942397" y="2933616"/>
              <a:ext cx="187904" cy="158917"/>
            </a:xfrm>
            <a:custGeom>
              <a:avLst/>
              <a:gdLst/>
              <a:ahLst/>
              <a:cxnLst/>
              <a:rect l="l" t="t" r="r" b="b"/>
              <a:pathLst>
                <a:path w="7176" h="6069" extrusionOk="0">
                  <a:moveTo>
                    <a:pt x="860" y="1"/>
                  </a:moveTo>
                  <a:lnTo>
                    <a:pt x="860" y="2386"/>
                  </a:lnTo>
                  <a:lnTo>
                    <a:pt x="755" y="2386"/>
                  </a:lnTo>
                  <a:cubicBezTo>
                    <a:pt x="745" y="2386"/>
                    <a:pt x="736" y="2385"/>
                    <a:pt x="727" y="2385"/>
                  </a:cubicBezTo>
                  <a:cubicBezTo>
                    <a:pt x="4" y="2385"/>
                    <a:pt x="1" y="3474"/>
                    <a:pt x="718" y="3474"/>
                  </a:cubicBezTo>
                  <a:cubicBezTo>
                    <a:pt x="730" y="3474"/>
                    <a:pt x="742" y="3474"/>
                    <a:pt x="755" y="3473"/>
                  </a:cubicBezTo>
                  <a:lnTo>
                    <a:pt x="869" y="3473"/>
                  </a:lnTo>
                  <a:cubicBezTo>
                    <a:pt x="993" y="4933"/>
                    <a:pt x="2214" y="6068"/>
                    <a:pt x="3684" y="6068"/>
                  </a:cubicBezTo>
                  <a:cubicBezTo>
                    <a:pt x="5153" y="6068"/>
                    <a:pt x="6374" y="4933"/>
                    <a:pt x="6488" y="3473"/>
                  </a:cubicBezTo>
                  <a:lnTo>
                    <a:pt x="6603" y="3473"/>
                  </a:lnTo>
                  <a:cubicBezTo>
                    <a:pt x="6609" y="3474"/>
                    <a:pt x="6615" y="3474"/>
                    <a:pt x="6621" y="3474"/>
                  </a:cubicBezTo>
                  <a:cubicBezTo>
                    <a:pt x="6927" y="3474"/>
                    <a:pt x="7175" y="3238"/>
                    <a:pt x="7175" y="2930"/>
                  </a:cubicBezTo>
                  <a:cubicBezTo>
                    <a:pt x="7175" y="2630"/>
                    <a:pt x="6927" y="2386"/>
                    <a:pt x="6620" y="2386"/>
                  </a:cubicBezTo>
                  <a:cubicBezTo>
                    <a:pt x="6614" y="2386"/>
                    <a:pt x="6609" y="2386"/>
                    <a:pt x="6603" y="2386"/>
                  </a:cubicBezTo>
                  <a:lnTo>
                    <a:pt x="6498" y="2386"/>
                  </a:lnTo>
                  <a:lnTo>
                    <a:pt x="6498"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7" name="Google Shape;11787;p64"/>
            <p:cNvSpPr/>
            <p:nvPr/>
          </p:nvSpPr>
          <p:spPr>
            <a:xfrm>
              <a:off x="4947163" y="2933616"/>
              <a:ext cx="142656" cy="159074"/>
            </a:xfrm>
            <a:custGeom>
              <a:avLst/>
              <a:gdLst/>
              <a:ahLst/>
              <a:cxnLst/>
              <a:rect l="l" t="t" r="r" b="b"/>
              <a:pathLst>
                <a:path w="5448" h="6075" extrusionOk="0">
                  <a:moveTo>
                    <a:pt x="678" y="1"/>
                  </a:moveTo>
                  <a:lnTo>
                    <a:pt x="678" y="2386"/>
                  </a:lnTo>
                  <a:lnTo>
                    <a:pt x="601" y="2386"/>
                  </a:lnTo>
                  <a:cubicBezTo>
                    <a:pt x="595" y="2386"/>
                    <a:pt x="589" y="2386"/>
                    <a:pt x="583" y="2386"/>
                  </a:cubicBezTo>
                  <a:cubicBezTo>
                    <a:pt x="304" y="2386"/>
                    <a:pt x="66" y="2593"/>
                    <a:pt x="29" y="2872"/>
                  </a:cubicBezTo>
                  <a:cubicBezTo>
                    <a:pt x="0" y="3197"/>
                    <a:pt x="248" y="3473"/>
                    <a:pt x="573" y="3473"/>
                  </a:cubicBezTo>
                  <a:lnTo>
                    <a:pt x="687" y="3473"/>
                  </a:lnTo>
                  <a:cubicBezTo>
                    <a:pt x="800" y="4963"/>
                    <a:pt x="2044" y="6075"/>
                    <a:pt x="3486" y="6075"/>
                  </a:cubicBezTo>
                  <a:cubicBezTo>
                    <a:pt x="3632" y="6075"/>
                    <a:pt x="3781" y="6063"/>
                    <a:pt x="3931" y="6040"/>
                  </a:cubicBezTo>
                  <a:cubicBezTo>
                    <a:pt x="2567" y="5820"/>
                    <a:pt x="1546" y="4637"/>
                    <a:pt x="1546" y="3254"/>
                  </a:cubicBezTo>
                  <a:lnTo>
                    <a:pt x="1546" y="1737"/>
                  </a:lnTo>
                  <a:cubicBezTo>
                    <a:pt x="1546" y="1260"/>
                    <a:pt x="1937" y="869"/>
                    <a:pt x="2414" y="869"/>
                  </a:cubicBezTo>
                  <a:lnTo>
                    <a:pt x="5018" y="869"/>
                  </a:lnTo>
                  <a:cubicBezTo>
                    <a:pt x="5257" y="869"/>
                    <a:pt x="5448" y="678"/>
                    <a:pt x="5448" y="440"/>
                  </a:cubicBezTo>
                  <a:lnTo>
                    <a:pt x="5448"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8" name="Google Shape;11788;p64"/>
            <p:cNvSpPr/>
            <p:nvPr/>
          </p:nvSpPr>
          <p:spPr>
            <a:xfrm>
              <a:off x="4976883" y="3106175"/>
              <a:ext cx="61980" cy="49725"/>
            </a:xfrm>
            <a:custGeom>
              <a:avLst/>
              <a:gdLst/>
              <a:ahLst/>
              <a:cxnLst/>
              <a:rect l="l" t="t" r="r" b="b"/>
              <a:pathLst>
                <a:path w="2367" h="1899" extrusionOk="0">
                  <a:moveTo>
                    <a:pt x="500" y="1"/>
                  </a:moveTo>
                  <a:cubicBezTo>
                    <a:pt x="420" y="1"/>
                    <a:pt x="345" y="46"/>
                    <a:pt x="306" y="117"/>
                  </a:cubicBezTo>
                  <a:lnTo>
                    <a:pt x="39" y="661"/>
                  </a:lnTo>
                  <a:cubicBezTo>
                    <a:pt x="1" y="738"/>
                    <a:pt x="20" y="823"/>
                    <a:pt x="77" y="871"/>
                  </a:cubicBezTo>
                  <a:lnTo>
                    <a:pt x="1155" y="1797"/>
                  </a:lnTo>
                  <a:cubicBezTo>
                    <a:pt x="1235" y="1864"/>
                    <a:pt x="1337" y="1898"/>
                    <a:pt x="1438" y="1898"/>
                  </a:cubicBezTo>
                  <a:cubicBezTo>
                    <a:pt x="1564" y="1898"/>
                    <a:pt x="1690" y="1845"/>
                    <a:pt x="1775" y="1739"/>
                  </a:cubicBezTo>
                  <a:lnTo>
                    <a:pt x="2367" y="1005"/>
                  </a:lnTo>
                  <a:lnTo>
                    <a:pt x="611" y="32"/>
                  </a:lnTo>
                  <a:cubicBezTo>
                    <a:pt x="575" y="10"/>
                    <a:pt x="537" y="1"/>
                    <a:pt x="500"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9" name="Google Shape;11789;p64"/>
            <p:cNvSpPr/>
            <p:nvPr/>
          </p:nvSpPr>
          <p:spPr>
            <a:xfrm>
              <a:off x="5038836" y="3106175"/>
              <a:ext cx="61718" cy="49725"/>
            </a:xfrm>
            <a:custGeom>
              <a:avLst/>
              <a:gdLst/>
              <a:ahLst/>
              <a:cxnLst/>
              <a:rect l="l" t="t" r="r" b="b"/>
              <a:pathLst>
                <a:path w="2357" h="1899" extrusionOk="0">
                  <a:moveTo>
                    <a:pt x="1861" y="1"/>
                  </a:moveTo>
                  <a:cubicBezTo>
                    <a:pt x="1825" y="1"/>
                    <a:pt x="1789" y="10"/>
                    <a:pt x="1756" y="32"/>
                  </a:cubicBezTo>
                  <a:lnTo>
                    <a:pt x="1" y="1005"/>
                  </a:lnTo>
                  <a:lnTo>
                    <a:pt x="582" y="1739"/>
                  </a:lnTo>
                  <a:cubicBezTo>
                    <a:pt x="667" y="1845"/>
                    <a:pt x="793" y="1898"/>
                    <a:pt x="921" y="1898"/>
                  </a:cubicBezTo>
                  <a:cubicBezTo>
                    <a:pt x="1024" y="1898"/>
                    <a:pt x="1127" y="1864"/>
                    <a:pt x="1212" y="1797"/>
                  </a:cubicBezTo>
                  <a:lnTo>
                    <a:pt x="2281" y="871"/>
                  </a:lnTo>
                  <a:cubicBezTo>
                    <a:pt x="2338" y="823"/>
                    <a:pt x="2357" y="738"/>
                    <a:pt x="2319" y="661"/>
                  </a:cubicBezTo>
                  <a:lnTo>
                    <a:pt x="2052" y="117"/>
                  </a:lnTo>
                  <a:cubicBezTo>
                    <a:pt x="2012" y="46"/>
                    <a:pt x="1938" y="1"/>
                    <a:pt x="1861"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0" name="Google Shape;11790;p64"/>
            <p:cNvSpPr/>
            <p:nvPr/>
          </p:nvSpPr>
          <p:spPr>
            <a:xfrm>
              <a:off x="4999114" y="2996512"/>
              <a:ext cx="11260" cy="17073"/>
            </a:xfrm>
            <a:custGeom>
              <a:avLst/>
              <a:gdLst/>
              <a:ahLst/>
              <a:cxnLst/>
              <a:rect l="l" t="t" r="r" b="b"/>
              <a:pathLst>
                <a:path w="430" h="652" extrusionOk="0">
                  <a:moveTo>
                    <a:pt x="215" y="1"/>
                  </a:moveTo>
                  <a:cubicBezTo>
                    <a:pt x="108" y="1"/>
                    <a:pt x="1" y="75"/>
                    <a:pt x="1" y="222"/>
                  </a:cubicBezTo>
                  <a:lnTo>
                    <a:pt x="1" y="442"/>
                  </a:lnTo>
                  <a:cubicBezTo>
                    <a:pt x="1" y="556"/>
                    <a:pt x="96" y="652"/>
                    <a:pt x="211" y="652"/>
                  </a:cubicBezTo>
                  <a:cubicBezTo>
                    <a:pt x="335" y="652"/>
                    <a:pt x="430" y="556"/>
                    <a:pt x="430" y="432"/>
                  </a:cubicBezTo>
                  <a:lnTo>
                    <a:pt x="430" y="222"/>
                  </a:lnTo>
                  <a:cubicBezTo>
                    <a:pt x="430" y="75"/>
                    <a:pt x="323"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1" name="Google Shape;11791;p64"/>
            <p:cNvSpPr/>
            <p:nvPr/>
          </p:nvSpPr>
          <p:spPr>
            <a:xfrm>
              <a:off x="5067064" y="2996512"/>
              <a:ext cx="11521" cy="17073"/>
            </a:xfrm>
            <a:custGeom>
              <a:avLst/>
              <a:gdLst/>
              <a:ahLst/>
              <a:cxnLst/>
              <a:rect l="l" t="t" r="r" b="b"/>
              <a:pathLst>
                <a:path w="440" h="652" extrusionOk="0">
                  <a:moveTo>
                    <a:pt x="220" y="1"/>
                  </a:moveTo>
                  <a:cubicBezTo>
                    <a:pt x="110" y="1"/>
                    <a:pt x="1" y="75"/>
                    <a:pt x="1" y="222"/>
                  </a:cubicBezTo>
                  <a:lnTo>
                    <a:pt x="1" y="442"/>
                  </a:lnTo>
                  <a:cubicBezTo>
                    <a:pt x="1" y="556"/>
                    <a:pt x="96" y="652"/>
                    <a:pt x="220" y="652"/>
                  </a:cubicBezTo>
                  <a:cubicBezTo>
                    <a:pt x="344" y="652"/>
                    <a:pt x="439" y="556"/>
                    <a:pt x="439" y="432"/>
                  </a:cubicBezTo>
                  <a:lnTo>
                    <a:pt x="439" y="222"/>
                  </a:lnTo>
                  <a:cubicBezTo>
                    <a:pt x="439" y="75"/>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2" name="Google Shape;11792;p64"/>
            <p:cNvSpPr/>
            <p:nvPr/>
          </p:nvSpPr>
          <p:spPr>
            <a:xfrm>
              <a:off x="4991363" y="2979099"/>
              <a:ext cx="26525" cy="11521"/>
            </a:xfrm>
            <a:custGeom>
              <a:avLst/>
              <a:gdLst/>
              <a:ahLst/>
              <a:cxnLst/>
              <a:rect l="l" t="t" r="r" b="b"/>
              <a:pathLst>
                <a:path w="1013" h="440" extrusionOk="0">
                  <a:moveTo>
                    <a:pt x="287" y="0"/>
                  </a:moveTo>
                  <a:cubicBezTo>
                    <a:pt x="1" y="0"/>
                    <a:pt x="1" y="430"/>
                    <a:pt x="287" y="439"/>
                  </a:cubicBezTo>
                  <a:lnTo>
                    <a:pt x="726" y="439"/>
                  </a:lnTo>
                  <a:cubicBezTo>
                    <a:pt x="1012" y="430"/>
                    <a:pt x="1012" y="0"/>
                    <a:pt x="72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3" name="Google Shape;11793;p64"/>
            <p:cNvSpPr/>
            <p:nvPr/>
          </p:nvSpPr>
          <p:spPr>
            <a:xfrm>
              <a:off x="5059575" y="2979099"/>
              <a:ext cx="26499" cy="11521"/>
            </a:xfrm>
            <a:custGeom>
              <a:avLst/>
              <a:gdLst/>
              <a:ahLst/>
              <a:cxnLst/>
              <a:rect l="l" t="t" r="r" b="b"/>
              <a:pathLst>
                <a:path w="1012" h="440" extrusionOk="0">
                  <a:moveTo>
                    <a:pt x="287" y="0"/>
                  </a:moveTo>
                  <a:cubicBezTo>
                    <a:pt x="0" y="0"/>
                    <a:pt x="0" y="439"/>
                    <a:pt x="287" y="439"/>
                  </a:cubicBezTo>
                  <a:lnTo>
                    <a:pt x="725" y="439"/>
                  </a:lnTo>
                  <a:cubicBezTo>
                    <a:pt x="1012" y="430"/>
                    <a:pt x="1012" y="0"/>
                    <a:pt x="72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4" name="Google Shape;11794;p64"/>
            <p:cNvSpPr/>
            <p:nvPr/>
          </p:nvSpPr>
          <p:spPr>
            <a:xfrm>
              <a:off x="5013097" y="3033538"/>
              <a:ext cx="51244" cy="22781"/>
            </a:xfrm>
            <a:custGeom>
              <a:avLst/>
              <a:gdLst/>
              <a:ahLst/>
              <a:cxnLst/>
              <a:rect l="l" t="t" r="r" b="b"/>
              <a:pathLst>
                <a:path w="1957" h="870" extrusionOk="0">
                  <a:moveTo>
                    <a:pt x="125" y="1"/>
                  </a:moveTo>
                  <a:cubicBezTo>
                    <a:pt x="58" y="1"/>
                    <a:pt x="1" y="58"/>
                    <a:pt x="10" y="125"/>
                  </a:cubicBezTo>
                  <a:cubicBezTo>
                    <a:pt x="87" y="545"/>
                    <a:pt x="487" y="869"/>
                    <a:pt x="984" y="869"/>
                  </a:cubicBezTo>
                  <a:cubicBezTo>
                    <a:pt x="1470" y="869"/>
                    <a:pt x="1871" y="545"/>
                    <a:pt x="1947" y="125"/>
                  </a:cubicBezTo>
                  <a:cubicBezTo>
                    <a:pt x="1957" y="58"/>
                    <a:pt x="1909" y="1"/>
                    <a:pt x="18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5" name="Google Shape;11795;p64"/>
            <p:cNvSpPr/>
            <p:nvPr/>
          </p:nvSpPr>
          <p:spPr>
            <a:xfrm>
              <a:off x="5033102" y="3172188"/>
              <a:ext cx="11260" cy="11260"/>
            </a:xfrm>
            <a:custGeom>
              <a:avLst/>
              <a:gdLst/>
              <a:ahLst/>
              <a:cxnLst/>
              <a:rect l="l" t="t" r="r" b="b"/>
              <a:pathLst>
                <a:path w="430" h="430" extrusionOk="0">
                  <a:moveTo>
                    <a:pt x="220" y="1"/>
                  </a:moveTo>
                  <a:cubicBezTo>
                    <a:pt x="95" y="1"/>
                    <a:pt x="0" y="96"/>
                    <a:pt x="0" y="220"/>
                  </a:cubicBezTo>
                  <a:cubicBezTo>
                    <a:pt x="0" y="334"/>
                    <a:pt x="95" y="430"/>
                    <a:pt x="220" y="430"/>
                  </a:cubicBezTo>
                  <a:cubicBezTo>
                    <a:pt x="334" y="430"/>
                    <a:pt x="429" y="334"/>
                    <a:pt x="429" y="220"/>
                  </a:cubicBezTo>
                  <a:cubicBezTo>
                    <a:pt x="429" y="96"/>
                    <a:pt x="334" y="1"/>
                    <a:pt x="220" y="1"/>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6" name="Google Shape;11796;p64"/>
            <p:cNvSpPr/>
            <p:nvPr/>
          </p:nvSpPr>
          <p:spPr>
            <a:xfrm>
              <a:off x="5033102" y="3206150"/>
              <a:ext cx="11260" cy="11521"/>
            </a:xfrm>
            <a:custGeom>
              <a:avLst/>
              <a:gdLst/>
              <a:ahLst/>
              <a:cxnLst/>
              <a:rect l="l" t="t" r="r" b="b"/>
              <a:pathLst>
                <a:path w="430" h="440" extrusionOk="0">
                  <a:moveTo>
                    <a:pt x="220" y="1"/>
                  </a:moveTo>
                  <a:cubicBezTo>
                    <a:pt x="95" y="1"/>
                    <a:pt x="0" y="96"/>
                    <a:pt x="0" y="220"/>
                  </a:cubicBezTo>
                  <a:cubicBezTo>
                    <a:pt x="0" y="344"/>
                    <a:pt x="95" y="440"/>
                    <a:pt x="220" y="440"/>
                  </a:cubicBezTo>
                  <a:cubicBezTo>
                    <a:pt x="334" y="440"/>
                    <a:pt x="429" y="344"/>
                    <a:pt x="429" y="220"/>
                  </a:cubicBezTo>
                  <a:cubicBezTo>
                    <a:pt x="429" y="96"/>
                    <a:pt x="334" y="1"/>
                    <a:pt x="220" y="1"/>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7" name="Google Shape;11797;p64"/>
            <p:cNvSpPr/>
            <p:nvPr/>
          </p:nvSpPr>
          <p:spPr>
            <a:xfrm>
              <a:off x="4944413" y="2922383"/>
              <a:ext cx="188637" cy="76460"/>
            </a:xfrm>
            <a:custGeom>
              <a:avLst/>
              <a:gdLst/>
              <a:ahLst/>
              <a:cxnLst/>
              <a:rect l="l" t="t" r="r" b="b"/>
              <a:pathLst>
                <a:path w="7204" h="2920" extrusionOk="0">
                  <a:moveTo>
                    <a:pt x="1174" y="1"/>
                  </a:moveTo>
                  <a:cubicBezTo>
                    <a:pt x="516" y="1"/>
                    <a:pt x="0" y="583"/>
                    <a:pt x="105" y="1241"/>
                  </a:cubicBezTo>
                  <a:lnTo>
                    <a:pt x="353" y="2920"/>
                  </a:lnTo>
                  <a:lnTo>
                    <a:pt x="840" y="2863"/>
                  </a:lnTo>
                  <a:cubicBezTo>
                    <a:pt x="1050" y="2834"/>
                    <a:pt x="1212" y="2653"/>
                    <a:pt x="1222" y="2433"/>
                  </a:cubicBezTo>
                  <a:lnTo>
                    <a:pt x="1222" y="1298"/>
                  </a:lnTo>
                  <a:cubicBezTo>
                    <a:pt x="1222" y="1060"/>
                    <a:pt x="1412" y="869"/>
                    <a:pt x="1651" y="869"/>
                  </a:cubicBezTo>
                  <a:lnTo>
                    <a:pt x="5553" y="869"/>
                  </a:lnTo>
                  <a:cubicBezTo>
                    <a:pt x="5791" y="869"/>
                    <a:pt x="5991" y="1060"/>
                    <a:pt x="5991" y="1298"/>
                  </a:cubicBezTo>
                  <a:lnTo>
                    <a:pt x="5991" y="2433"/>
                  </a:lnTo>
                  <a:cubicBezTo>
                    <a:pt x="5991" y="2653"/>
                    <a:pt x="6154" y="2834"/>
                    <a:pt x="6373" y="2863"/>
                  </a:cubicBezTo>
                  <a:lnTo>
                    <a:pt x="6860" y="2920"/>
                  </a:lnTo>
                  <a:lnTo>
                    <a:pt x="7108" y="1241"/>
                  </a:lnTo>
                  <a:cubicBezTo>
                    <a:pt x="7203" y="583"/>
                    <a:pt x="6697" y="1"/>
                    <a:pt x="603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8" name="Google Shape;11798;p64"/>
            <p:cNvSpPr/>
            <p:nvPr/>
          </p:nvSpPr>
          <p:spPr>
            <a:xfrm>
              <a:off x="4976385" y="2879989"/>
              <a:ext cx="150668" cy="65148"/>
            </a:xfrm>
            <a:custGeom>
              <a:avLst/>
              <a:gdLst/>
              <a:ahLst/>
              <a:cxnLst/>
              <a:rect l="l" t="t" r="r" b="b"/>
              <a:pathLst>
                <a:path w="5754" h="2488" extrusionOk="0">
                  <a:moveTo>
                    <a:pt x="5093" y="0"/>
                  </a:moveTo>
                  <a:cubicBezTo>
                    <a:pt x="5059" y="0"/>
                    <a:pt x="5024" y="8"/>
                    <a:pt x="4990" y="26"/>
                  </a:cubicBezTo>
                  <a:cubicBezTo>
                    <a:pt x="4770" y="151"/>
                    <a:pt x="4351" y="313"/>
                    <a:pt x="3683" y="313"/>
                  </a:cubicBezTo>
                  <a:lnTo>
                    <a:pt x="1517" y="313"/>
                  </a:lnTo>
                  <a:cubicBezTo>
                    <a:pt x="678" y="313"/>
                    <a:pt x="1" y="1000"/>
                    <a:pt x="1" y="1839"/>
                  </a:cubicBezTo>
                  <a:cubicBezTo>
                    <a:pt x="1" y="2192"/>
                    <a:pt x="287" y="2488"/>
                    <a:pt x="649" y="2488"/>
                  </a:cubicBezTo>
                  <a:lnTo>
                    <a:pt x="4122" y="2488"/>
                  </a:lnTo>
                  <a:cubicBezTo>
                    <a:pt x="4933" y="2488"/>
                    <a:pt x="5753" y="1524"/>
                    <a:pt x="5305" y="151"/>
                  </a:cubicBezTo>
                  <a:cubicBezTo>
                    <a:pt x="5270" y="60"/>
                    <a:pt x="5184" y="0"/>
                    <a:pt x="5093"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9" name="Google Shape;11799;p64"/>
            <p:cNvSpPr/>
            <p:nvPr/>
          </p:nvSpPr>
          <p:spPr>
            <a:xfrm>
              <a:off x="4936427" y="3183421"/>
              <a:ext cx="17256" cy="51244"/>
            </a:xfrm>
            <a:custGeom>
              <a:avLst/>
              <a:gdLst/>
              <a:ahLst/>
              <a:cxnLst/>
              <a:rect l="l" t="t" r="r" b="b"/>
              <a:pathLst>
                <a:path w="659" h="1957" extrusionOk="0">
                  <a:moveTo>
                    <a:pt x="658" y="1"/>
                  </a:moveTo>
                  <a:cubicBezTo>
                    <a:pt x="296" y="1"/>
                    <a:pt x="0" y="297"/>
                    <a:pt x="0" y="659"/>
                  </a:cubicBezTo>
                  <a:lnTo>
                    <a:pt x="0" y="1957"/>
                  </a:lnTo>
                  <a:lnTo>
                    <a:pt x="658" y="1957"/>
                  </a:lnTo>
                  <a:lnTo>
                    <a:pt x="658" y="1"/>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0" name="Google Shape;11800;p64"/>
            <p:cNvSpPr/>
            <p:nvPr/>
          </p:nvSpPr>
          <p:spPr>
            <a:xfrm>
              <a:off x="5123781" y="3183421"/>
              <a:ext cx="16994" cy="51244"/>
            </a:xfrm>
            <a:custGeom>
              <a:avLst/>
              <a:gdLst/>
              <a:ahLst/>
              <a:cxnLst/>
              <a:rect l="l" t="t" r="r" b="b"/>
              <a:pathLst>
                <a:path w="649" h="1957" extrusionOk="0">
                  <a:moveTo>
                    <a:pt x="0" y="1"/>
                  </a:moveTo>
                  <a:lnTo>
                    <a:pt x="0" y="1957"/>
                  </a:lnTo>
                  <a:lnTo>
                    <a:pt x="649" y="1957"/>
                  </a:lnTo>
                  <a:lnTo>
                    <a:pt x="649" y="659"/>
                  </a:lnTo>
                  <a:cubicBezTo>
                    <a:pt x="649" y="297"/>
                    <a:pt x="363" y="1"/>
                    <a:pt x="0" y="1"/>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1" name="Google Shape;11801;p64"/>
            <p:cNvSpPr/>
            <p:nvPr/>
          </p:nvSpPr>
          <p:spPr>
            <a:xfrm>
              <a:off x="4953657" y="3127725"/>
              <a:ext cx="22755" cy="106940"/>
            </a:xfrm>
            <a:custGeom>
              <a:avLst/>
              <a:gdLst/>
              <a:ahLst/>
              <a:cxnLst/>
              <a:rect l="l" t="t" r="r" b="b"/>
              <a:pathLst>
                <a:path w="869" h="4084" extrusionOk="0">
                  <a:moveTo>
                    <a:pt x="869" y="0"/>
                  </a:moveTo>
                  <a:lnTo>
                    <a:pt x="0" y="258"/>
                  </a:lnTo>
                  <a:lnTo>
                    <a:pt x="0" y="4084"/>
                  </a:lnTo>
                  <a:lnTo>
                    <a:pt x="869" y="4084"/>
                  </a:lnTo>
                  <a:lnTo>
                    <a:pt x="869"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2" name="Google Shape;11802;p64"/>
            <p:cNvSpPr/>
            <p:nvPr/>
          </p:nvSpPr>
          <p:spPr>
            <a:xfrm>
              <a:off x="5101288" y="3127725"/>
              <a:ext cx="22755" cy="106940"/>
            </a:xfrm>
            <a:custGeom>
              <a:avLst/>
              <a:gdLst/>
              <a:ahLst/>
              <a:cxnLst/>
              <a:rect l="l" t="t" r="r" b="b"/>
              <a:pathLst>
                <a:path w="869" h="4084" extrusionOk="0">
                  <a:moveTo>
                    <a:pt x="0" y="0"/>
                  </a:moveTo>
                  <a:lnTo>
                    <a:pt x="0" y="4084"/>
                  </a:lnTo>
                  <a:lnTo>
                    <a:pt x="869" y="4084"/>
                  </a:lnTo>
                  <a:lnTo>
                    <a:pt x="869" y="258"/>
                  </a:lnTo>
                  <a:lnTo>
                    <a:pt x="0"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3" name="Google Shape;11803;p64"/>
            <p:cNvSpPr/>
            <p:nvPr/>
          </p:nvSpPr>
          <p:spPr>
            <a:xfrm>
              <a:off x="4953657" y="3183421"/>
              <a:ext cx="11260" cy="51244"/>
            </a:xfrm>
            <a:custGeom>
              <a:avLst/>
              <a:gdLst/>
              <a:ahLst/>
              <a:cxnLst/>
              <a:rect l="l" t="t" r="r" b="b"/>
              <a:pathLst>
                <a:path w="430" h="1957" extrusionOk="0">
                  <a:moveTo>
                    <a:pt x="0" y="1"/>
                  </a:moveTo>
                  <a:lnTo>
                    <a:pt x="0" y="1957"/>
                  </a:lnTo>
                  <a:lnTo>
                    <a:pt x="430" y="1957"/>
                  </a:lnTo>
                  <a:lnTo>
                    <a:pt x="430" y="440"/>
                  </a:lnTo>
                  <a:cubicBezTo>
                    <a:pt x="430" y="201"/>
                    <a:pt x="239" y="1"/>
                    <a:pt x="0"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4" name="Google Shape;11804;p64"/>
            <p:cNvSpPr/>
            <p:nvPr/>
          </p:nvSpPr>
          <p:spPr>
            <a:xfrm>
              <a:off x="5112521" y="3183421"/>
              <a:ext cx="11286" cy="51244"/>
            </a:xfrm>
            <a:custGeom>
              <a:avLst/>
              <a:gdLst/>
              <a:ahLst/>
              <a:cxnLst/>
              <a:rect l="l" t="t" r="r" b="b"/>
              <a:pathLst>
                <a:path w="431" h="1957" extrusionOk="0">
                  <a:moveTo>
                    <a:pt x="430" y="1"/>
                  </a:moveTo>
                  <a:cubicBezTo>
                    <a:pt x="192" y="1"/>
                    <a:pt x="1" y="201"/>
                    <a:pt x="1" y="440"/>
                  </a:cubicBezTo>
                  <a:lnTo>
                    <a:pt x="1" y="1957"/>
                  </a:lnTo>
                  <a:lnTo>
                    <a:pt x="430" y="1957"/>
                  </a:lnTo>
                  <a:lnTo>
                    <a:pt x="430"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5" name="Google Shape;11805;p64"/>
            <p:cNvSpPr/>
            <p:nvPr/>
          </p:nvSpPr>
          <p:spPr>
            <a:xfrm>
              <a:off x="5010112" y="2880172"/>
              <a:ext cx="110448" cy="44488"/>
            </a:xfrm>
            <a:custGeom>
              <a:avLst/>
              <a:gdLst/>
              <a:ahLst/>
              <a:cxnLst/>
              <a:rect l="l" t="t" r="r" b="b"/>
              <a:pathLst>
                <a:path w="4218" h="1699" extrusionOk="0">
                  <a:moveTo>
                    <a:pt x="3811" y="1"/>
                  </a:moveTo>
                  <a:cubicBezTo>
                    <a:pt x="3775" y="1"/>
                    <a:pt x="3738" y="10"/>
                    <a:pt x="3702" y="29"/>
                  </a:cubicBezTo>
                  <a:cubicBezTo>
                    <a:pt x="3482" y="153"/>
                    <a:pt x="3063" y="315"/>
                    <a:pt x="2395" y="315"/>
                  </a:cubicBezTo>
                  <a:lnTo>
                    <a:pt x="229" y="315"/>
                  </a:lnTo>
                  <a:lnTo>
                    <a:pt x="182" y="344"/>
                  </a:lnTo>
                  <a:cubicBezTo>
                    <a:pt x="67" y="563"/>
                    <a:pt x="0" y="811"/>
                    <a:pt x="0" y="1059"/>
                  </a:cubicBezTo>
                  <a:lnTo>
                    <a:pt x="0" y="1069"/>
                  </a:lnTo>
                  <a:cubicBezTo>
                    <a:pt x="10" y="1374"/>
                    <a:pt x="277" y="1613"/>
                    <a:pt x="582" y="1613"/>
                  </a:cubicBezTo>
                  <a:lnTo>
                    <a:pt x="3521" y="1613"/>
                  </a:lnTo>
                  <a:cubicBezTo>
                    <a:pt x="3673" y="1613"/>
                    <a:pt x="3826" y="1641"/>
                    <a:pt x="3959" y="1699"/>
                  </a:cubicBezTo>
                  <a:cubicBezTo>
                    <a:pt x="4160" y="1298"/>
                    <a:pt x="4217" y="764"/>
                    <a:pt x="4017" y="144"/>
                  </a:cubicBezTo>
                  <a:cubicBezTo>
                    <a:pt x="3983" y="55"/>
                    <a:pt x="3901" y="1"/>
                    <a:pt x="3811"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06" name="Google Shape;11806;p64"/>
          <p:cNvGrpSpPr/>
          <p:nvPr/>
        </p:nvGrpSpPr>
        <p:grpSpPr>
          <a:xfrm>
            <a:off x="5787713" y="4114507"/>
            <a:ext cx="274550" cy="354728"/>
            <a:chOff x="5803988" y="4268082"/>
            <a:chExt cx="274550" cy="354728"/>
          </a:xfrm>
        </p:grpSpPr>
        <p:sp>
          <p:nvSpPr>
            <p:cNvPr id="11807" name="Google Shape;11807;p64"/>
            <p:cNvSpPr/>
            <p:nvPr/>
          </p:nvSpPr>
          <p:spPr>
            <a:xfrm>
              <a:off x="5803988" y="4519877"/>
              <a:ext cx="274550" cy="102933"/>
            </a:xfrm>
            <a:custGeom>
              <a:avLst/>
              <a:gdLst/>
              <a:ahLst/>
              <a:cxnLst/>
              <a:rect l="l" t="t" r="r" b="b"/>
              <a:pathLst>
                <a:path w="10485" h="3931" extrusionOk="0">
                  <a:moveTo>
                    <a:pt x="3721" y="0"/>
                  </a:moveTo>
                  <a:lnTo>
                    <a:pt x="945" y="811"/>
                  </a:lnTo>
                  <a:cubicBezTo>
                    <a:pt x="382" y="973"/>
                    <a:pt x="0" y="1489"/>
                    <a:pt x="0" y="2070"/>
                  </a:cubicBezTo>
                  <a:lnTo>
                    <a:pt x="0" y="3272"/>
                  </a:lnTo>
                  <a:cubicBezTo>
                    <a:pt x="0" y="3635"/>
                    <a:pt x="296" y="3931"/>
                    <a:pt x="659" y="3931"/>
                  </a:cubicBezTo>
                  <a:lnTo>
                    <a:pt x="9836" y="3931"/>
                  </a:lnTo>
                  <a:cubicBezTo>
                    <a:pt x="10199" y="3931"/>
                    <a:pt x="10485" y="3635"/>
                    <a:pt x="10485" y="3272"/>
                  </a:cubicBezTo>
                  <a:lnTo>
                    <a:pt x="10485" y="2070"/>
                  </a:lnTo>
                  <a:cubicBezTo>
                    <a:pt x="10485" y="1489"/>
                    <a:pt x="10103" y="973"/>
                    <a:pt x="9540" y="811"/>
                  </a:cubicBezTo>
                  <a:lnTo>
                    <a:pt x="6774" y="0"/>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8" name="Google Shape;11808;p64"/>
            <p:cNvSpPr/>
            <p:nvPr/>
          </p:nvSpPr>
          <p:spPr>
            <a:xfrm>
              <a:off x="5870943" y="4519877"/>
              <a:ext cx="140666" cy="45745"/>
            </a:xfrm>
            <a:custGeom>
              <a:avLst/>
              <a:gdLst/>
              <a:ahLst/>
              <a:cxnLst/>
              <a:rect l="l" t="t" r="r" b="b"/>
              <a:pathLst>
                <a:path w="5372" h="1747" extrusionOk="0">
                  <a:moveTo>
                    <a:pt x="1164" y="0"/>
                  </a:moveTo>
                  <a:lnTo>
                    <a:pt x="0" y="344"/>
                  </a:lnTo>
                  <a:cubicBezTo>
                    <a:pt x="611" y="1221"/>
                    <a:pt x="1612" y="1746"/>
                    <a:pt x="2690" y="1746"/>
                  </a:cubicBezTo>
                  <a:cubicBezTo>
                    <a:pt x="3759" y="1746"/>
                    <a:pt x="4760" y="1221"/>
                    <a:pt x="5371" y="344"/>
                  </a:cubicBezTo>
                  <a:lnTo>
                    <a:pt x="4217"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9" name="Google Shape;11809;p64"/>
            <p:cNvSpPr/>
            <p:nvPr/>
          </p:nvSpPr>
          <p:spPr>
            <a:xfrm>
              <a:off x="5849707" y="4523124"/>
              <a:ext cx="39984" cy="99686"/>
            </a:xfrm>
            <a:custGeom>
              <a:avLst/>
              <a:gdLst/>
              <a:ahLst/>
              <a:cxnLst/>
              <a:rect l="l" t="t" r="r" b="b"/>
              <a:pathLst>
                <a:path w="1527" h="3807" extrusionOk="0">
                  <a:moveTo>
                    <a:pt x="1527" y="0"/>
                  </a:moveTo>
                  <a:lnTo>
                    <a:pt x="0" y="458"/>
                  </a:lnTo>
                  <a:lnTo>
                    <a:pt x="0" y="3807"/>
                  </a:lnTo>
                  <a:lnTo>
                    <a:pt x="1527" y="3807"/>
                  </a:lnTo>
                  <a:lnTo>
                    <a:pt x="1527"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0" name="Google Shape;11810;p64"/>
            <p:cNvSpPr/>
            <p:nvPr/>
          </p:nvSpPr>
          <p:spPr>
            <a:xfrm>
              <a:off x="5870943" y="4523360"/>
              <a:ext cx="18748" cy="25007"/>
            </a:xfrm>
            <a:custGeom>
              <a:avLst/>
              <a:gdLst/>
              <a:ahLst/>
              <a:cxnLst/>
              <a:rect l="l" t="t" r="r" b="b"/>
              <a:pathLst>
                <a:path w="716" h="955" extrusionOk="0">
                  <a:moveTo>
                    <a:pt x="716" y="1"/>
                  </a:moveTo>
                  <a:lnTo>
                    <a:pt x="0" y="211"/>
                  </a:lnTo>
                  <a:cubicBezTo>
                    <a:pt x="200" y="497"/>
                    <a:pt x="439" y="745"/>
                    <a:pt x="716" y="955"/>
                  </a:cubicBezTo>
                  <a:lnTo>
                    <a:pt x="716"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1" name="Google Shape;11811;p64"/>
            <p:cNvSpPr/>
            <p:nvPr/>
          </p:nvSpPr>
          <p:spPr>
            <a:xfrm>
              <a:off x="5992835" y="4523124"/>
              <a:ext cx="39984" cy="99686"/>
            </a:xfrm>
            <a:custGeom>
              <a:avLst/>
              <a:gdLst/>
              <a:ahLst/>
              <a:cxnLst/>
              <a:rect l="l" t="t" r="r" b="b"/>
              <a:pathLst>
                <a:path w="1527" h="3807" extrusionOk="0">
                  <a:moveTo>
                    <a:pt x="1" y="0"/>
                  </a:moveTo>
                  <a:lnTo>
                    <a:pt x="1" y="3807"/>
                  </a:lnTo>
                  <a:lnTo>
                    <a:pt x="1527" y="3807"/>
                  </a:lnTo>
                  <a:lnTo>
                    <a:pt x="1527" y="458"/>
                  </a:lnTo>
                  <a:lnTo>
                    <a:pt x="1"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2" name="Google Shape;11812;p64"/>
            <p:cNvSpPr/>
            <p:nvPr/>
          </p:nvSpPr>
          <p:spPr>
            <a:xfrm>
              <a:off x="5992835" y="4523124"/>
              <a:ext cx="18775" cy="25007"/>
            </a:xfrm>
            <a:custGeom>
              <a:avLst/>
              <a:gdLst/>
              <a:ahLst/>
              <a:cxnLst/>
              <a:rect l="l" t="t" r="r" b="b"/>
              <a:pathLst>
                <a:path w="717" h="955" extrusionOk="0">
                  <a:moveTo>
                    <a:pt x="1" y="0"/>
                  </a:moveTo>
                  <a:lnTo>
                    <a:pt x="1" y="954"/>
                  </a:lnTo>
                  <a:cubicBezTo>
                    <a:pt x="277" y="744"/>
                    <a:pt x="516" y="496"/>
                    <a:pt x="716" y="220"/>
                  </a:cubicBezTo>
                  <a:lnTo>
                    <a:pt x="1" y="0"/>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3" name="Google Shape;11813;p64"/>
            <p:cNvSpPr/>
            <p:nvPr/>
          </p:nvSpPr>
          <p:spPr>
            <a:xfrm>
              <a:off x="5866924" y="4342500"/>
              <a:ext cx="157395" cy="36274"/>
            </a:xfrm>
            <a:custGeom>
              <a:avLst/>
              <a:gdLst/>
              <a:ahLst/>
              <a:cxnLst/>
              <a:rect l="l" t="t" r="r" b="b"/>
              <a:pathLst>
                <a:path w="5677" h="1308" extrusionOk="0">
                  <a:moveTo>
                    <a:pt x="0" y="1"/>
                  </a:moveTo>
                  <a:lnTo>
                    <a:pt x="0" y="1308"/>
                  </a:lnTo>
                  <a:lnTo>
                    <a:pt x="5677" y="1308"/>
                  </a:lnTo>
                  <a:lnTo>
                    <a:pt x="5677"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4" name="Google Shape;11814;p64"/>
            <p:cNvSpPr/>
            <p:nvPr/>
          </p:nvSpPr>
          <p:spPr>
            <a:xfrm>
              <a:off x="5844942" y="4376724"/>
              <a:ext cx="192643" cy="74470"/>
            </a:xfrm>
            <a:custGeom>
              <a:avLst/>
              <a:gdLst/>
              <a:ahLst/>
              <a:cxnLst/>
              <a:rect l="l" t="t" r="r" b="b"/>
              <a:pathLst>
                <a:path w="7357" h="2844" extrusionOk="0">
                  <a:moveTo>
                    <a:pt x="840" y="1"/>
                  </a:moveTo>
                  <a:lnTo>
                    <a:pt x="840" y="1098"/>
                  </a:lnTo>
                  <a:lnTo>
                    <a:pt x="735" y="1098"/>
                  </a:lnTo>
                  <a:cubicBezTo>
                    <a:pt x="1" y="1098"/>
                    <a:pt x="1" y="2186"/>
                    <a:pt x="735" y="2186"/>
                  </a:cubicBezTo>
                  <a:lnTo>
                    <a:pt x="840" y="2186"/>
                  </a:lnTo>
                  <a:lnTo>
                    <a:pt x="840" y="2844"/>
                  </a:lnTo>
                  <a:lnTo>
                    <a:pt x="6517" y="2844"/>
                  </a:lnTo>
                  <a:lnTo>
                    <a:pt x="6517" y="2186"/>
                  </a:lnTo>
                  <a:lnTo>
                    <a:pt x="6631" y="2186"/>
                  </a:lnTo>
                  <a:cubicBezTo>
                    <a:pt x="7356" y="2186"/>
                    <a:pt x="7356" y="1088"/>
                    <a:pt x="6631" y="1088"/>
                  </a:cubicBezTo>
                  <a:lnTo>
                    <a:pt x="6631" y="1098"/>
                  </a:lnTo>
                  <a:lnTo>
                    <a:pt x="6517" y="1098"/>
                  </a:lnTo>
                  <a:lnTo>
                    <a:pt x="6517"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5" name="Google Shape;11815;p64"/>
            <p:cNvSpPr/>
            <p:nvPr/>
          </p:nvSpPr>
          <p:spPr>
            <a:xfrm>
              <a:off x="5848948" y="4376724"/>
              <a:ext cx="166903" cy="74470"/>
            </a:xfrm>
            <a:custGeom>
              <a:avLst/>
              <a:gdLst/>
              <a:ahLst/>
              <a:cxnLst/>
              <a:rect l="l" t="t" r="r" b="b"/>
              <a:pathLst>
                <a:path w="6374" h="2844" extrusionOk="0">
                  <a:moveTo>
                    <a:pt x="687" y="1"/>
                  </a:moveTo>
                  <a:lnTo>
                    <a:pt x="687" y="1098"/>
                  </a:lnTo>
                  <a:lnTo>
                    <a:pt x="611" y="1098"/>
                  </a:lnTo>
                  <a:cubicBezTo>
                    <a:pt x="605" y="1098"/>
                    <a:pt x="599" y="1098"/>
                    <a:pt x="592" y="1098"/>
                  </a:cubicBezTo>
                  <a:cubicBezTo>
                    <a:pt x="314" y="1098"/>
                    <a:pt x="76" y="1305"/>
                    <a:pt x="39" y="1585"/>
                  </a:cubicBezTo>
                  <a:cubicBezTo>
                    <a:pt x="1" y="1909"/>
                    <a:pt x="258" y="2186"/>
                    <a:pt x="582" y="2186"/>
                  </a:cubicBezTo>
                  <a:lnTo>
                    <a:pt x="687" y="2186"/>
                  </a:lnTo>
                  <a:lnTo>
                    <a:pt x="687" y="2844"/>
                  </a:lnTo>
                  <a:lnTo>
                    <a:pt x="1565" y="2844"/>
                  </a:lnTo>
                  <a:lnTo>
                    <a:pt x="1565" y="1747"/>
                  </a:lnTo>
                  <a:cubicBezTo>
                    <a:pt x="1565" y="1022"/>
                    <a:pt x="2147" y="440"/>
                    <a:pt x="2872" y="440"/>
                  </a:cubicBezTo>
                  <a:lnTo>
                    <a:pt x="6373" y="440"/>
                  </a:lnTo>
                  <a:lnTo>
                    <a:pt x="6373"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6" name="Google Shape;11816;p64"/>
            <p:cNvSpPr/>
            <p:nvPr/>
          </p:nvSpPr>
          <p:spPr>
            <a:xfrm>
              <a:off x="5866937" y="4439699"/>
              <a:ext cx="148652" cy="114428"/>
            </a:xfrm>
            <a:custGeom>
              <a:avLst/>
              <a:gdLst/>
              <a:ahLst/>
              <a:cxnLst/>
              <a:rect l="l" t="t" r="r" b="b"/>
              <a:pathLst>
                <a:path w="5677" h="4370" extrusionOk="0">
                  <a:moveTo>
                    <a:pt x="0" y="0"/>
                  </a:moveTo>
                  <a:lnTo>
                    <a:pt x="0" y="1536"/>
                  </a:lnTo>
                  <a:cubicBezTo>
                    <a:pt x="0" y="3100"/>
                    <a:pt x="1269" y="4369"/>
                    <a:pt x="2843" y="4369"/>
                  </a:cubicBezTo>
                  <a:cubicBezTo>
                    <a:pt x="4408" y="4369"/>
                    <a:pt x="5677" y="3100"/>
                    <a:pt x="5677" y="1536"/>
                  </a:cubicBezTo>
                  <a:lnTo>
                    <a:pt x="5677" y="0"/>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7" name="Google Shape;11817;p64"/>
            <p:cNvSpPr/>
            <p:nvPr/>
          </p:nvSpPr>
          <p:spPr>
            <a:xfrm>
              <a:off x="5901161" y="4405396"/>
              <a:ext cx="11521" cy="17334"/>
            </a:xfrm>
            <a:custGeom>
              <a:avLst/>
              <a:gdLst/>
              <a:ahLst/>
              <a:cxnLst/>
              <a:rect l="l" t="t" r="r" b="b"/>
              <a:pathLst>
                <a:path w="440" h="662" extrusionOk="0">
                  <a:moveTo>
                    <a:pt x="220" y="1"/>
                  </a:moveTo>
                  <a:cubicBezTo>
                    <a:pt x="110" y="1"/>
                    <a:pt x="0" y="75"/>
                    <a:pt x="0" y="222"/>
                  </a:cubicBezTo>
                  <a:lnTo>
                    <a:pt x="0" y="442"/>
                  </a:lnTo>
                  <a:cubicBezTo>
                    <a:pt x="0" y="556"/>
                    <a:pt x="96" y="661"/>
                    <a:pt x="220" y="661"/>
                  </a:cubicBezTo>
                  <a:cubicBezTo>
                    <a:pt x="344" y="661"/>
                    <a:pt x="439" y="556"/>
                    <a:pt x="439" y="442"/>
                  </a:cubicBezTo>
                  <a:lnTo>
                    <a:pt x="439" y="222"/>
                  </a:lnTo>
                  <a:cubicBezTo>
                    <a:pt x="439" y="75"/>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8" name="Google Shape;11818;p64"/>
            <p:cNvSpPr/>
            <p:nvPr/>
          </p:nvSpPr>
          <p:spPr>
            <a:xfrm>
              <a:off x="5969844" y="4405396"/>
              <a:ext cx="11521" cy="17334"/>
            </a:xfrm>
            <a:custGeom>
              <a:avLst/>
              <a:gdLst/>
              <a:ahLst/>
              <a:cxnLst/>
              <a:rect l="l" t="t" r="r" b="b"/>
              <a:pathLst>
                <a:path w="440" h="662" extrusionOk="0">
                  <a:moveTo>
                    <a:pt x="220" y="1"/>
                  </a:moveTo>
                  <a:cubicBezTo>
                    <a:pt x="111" y="1"/>
                    <a:pt x="1" y="75"/>
                    <a:pt x="1" y="222"/>
                  </a:cubicBezTo>
                  <a:lnTo>
                    <a:pt x="1" y="442"/>
                  </a:lnTo>
                  <a:cubicBezTo>
                    <a:pt x="1" y="556"/>
                    <a:pt x="96" y="661"/>
                    <a:pt x="220" y="661"/>
                  </a:cubicBezTo>
                  <a:cubicBezTo>
                    <a:pt x="344" y="661"/>
                    <a:pt x="440" y="556"/>
                    <a:pt x="440" y="442"/>
                  </a:cubicBezTo>
                  <a:lnTo>
                    <a:pt x="440" y="222"/>
                  </a:lnTo>
                  <a:cubicBezTo>
                    <a:pt x="440" y="75"/>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9" name="Google Shape;11819;p64"/>
            <p:cNvSpPr/>
            <p:nvPr/>
          </p:nvSpPr>
          <p:spPr>
            <a:xfrm>
              <a:off x="5915877" y="4456745"/>
              <a:ext cx="50773" cy="17465"/>
            </a:xfrm>
            <a:custGeom>
              <a:avLst/>
              <a:gdLst/>
              <a:ahLst/>
              <a:cxnLst/>
              <a:rect l="l" t="t" r="r" b="b"/>
              <a:pathLst>
                <a:path w="1939" h="667" extrusionOk="0">
                  <a:moveTo>
                    <a:pt x="319" y="0"/>
                  </a:moveTo>
                  <a:cubicBezTo>
                    <a:pt x="147" y="0"/>
                    <a:pt x="1" y="224"/>
                    <a:pt x="163" y="379"/>
                  </a:cubicBezTo>
                  <a:cubicBezTo>
                    <a:pt x="374" y="562"/>
                    <a:pt x="645" y="666"/>
                    <a:pt x="936" y="666"/>
                  </a:cubicBezTo>
                  <a:cubicBezTo>
                    <a:pt x="949" y="666"/>
                    <a:pt x="962" y="666"/>
                    <a:pt x="974" y="666"/>
                  </a:cubicBezTo>
                  <a:cubicBezTo>
                    <a:pt x="986" y="666"/>
                    <a:pt x="998" y="666"/>
                    <a:pt x="1010" y="666"/>
                  </a:cubicBezTo>
                  <a:cubicBezTo>
                    <a:pt x="1285" y="666"/>
                    <a:pt x="1565" y="562"/>
                    <a:pt x="1776" y="379"/>
                  </a:cubicBezTo>
                  <a:cubicBezTo>
                    <a:pt x="1938" y="224"/>
                    <a:pt x="1792" y="0"/>
                    <a:pt x="1620" y="0"/>
                  </a:cubicBezTo>
                  <a:cubicBezTo>
                    <a:pt x="1570" y="0"/>
                    <a:pt x="1518" y="19"/>
                    <a:pt x="1470" y="64"/>
                  </a:cubicBezTo>
                  <a:cubicBezTo>
                    <a:pt x="1318" y="169"/>
                    <a:pt x="1141" y="222"/>
                    <a:pt x="966" y="222"/>
                  </a:cubicBezTo>
                  <a:cubicBezTo>
                    <a:pt x="791" y="222"/>
                    <a:pt x="617" y="169"/>
                    <a:pt x="469" y="64"/>
                  </a:cubicBezTo>
                  <a:cubicBezTo>
                    <a:pt x="421" y="19"/>
                    <a:pt x="369" y="0"/>
                    <a:pt x="319"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0" name="Google Shape;11820;p64"/>
            <p:cNvSpPr/>
            <p:nvPr/>
          </p:nvSpPr>
          <p:spPr>
            <a:xfrm>
              <a:off x="5884167" y="4268082"/>
              <a:ext cx="160147" cy="138492"/>
            </a:xfrm>
            <a:custGeom>
              <a:avLst/>
              <a:gdLst/>
              <a:ahLst/>
              <a:cxnLst/>
              <a:rect l="l" t="t" r="r" b="b"/>
              <a:pathLst>
                <a:path w="6116" h="5289" extrusionOk="0">
                  <a:moveTo>
                    <a:pt x="2176" y="0"/>
                  </a:moveTo>
                  <a:cubicBezTo>
                    <a:pt x="1413" y="0"/>
                    <a:pt x="668" y="191"/>
                    <a:pt x="1" y="553"/>
                  </a:cubicBezTo>
                  <a:cubicBezTo>
                    <a:pt x="2109" y="3635"/>
                    <a:pt x="4542" y="5018"/>
                    <a:pt x="5019" y="5247"/>
                  </a:cubicBezTo>
                  <a:cubicBezTo>
                    <a:pt x="5092" y="5276"/>
                    <a:pt x="5170" y="5289"/>
                    <a:pt x="5250" y="5289"/>
                  </a:cubicBezTo>
                  <a:cubicBezTo>
                    <a:pt x="5274" y="5289"/>
                    <a:pt x="5299" y="5287"/>
                    <a:pt x="5324" y="5285"/>
                  </a:cubicBezTo>
                  <a:cubicBezTo>
                    <a:pt x="5830" y="4732"/>
                    <a:pt x="6106" y="4026"/>
                    <a:pt x="6116" y="3282"/>
                  </a:cubicBezTo>
                  <a:cubicBezTo>
                    <a:pt x="6116" y="1469"/>
                    <a:pt x="4351" y="0"/>
                    <a:pt x="2176"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1" name="Google Shape;11821;p64"/>
            <p:cNvSpPr/>
            <p:nvPr/>
          </p:nvSpPr>
          <p:spPr>
            <a:xfrm>
              <a:off x="5838212" y="4268082"/>
              <a:ext cx="160147" cy="138492"/>
            </a:xfrm>
            <a:custGeom>
              <a:avLst/>
              <a:gdLst/>
              <a:ahLst/>
              <a:cxnLst/>
              <a:rect l="l" t="t" r="r" b="b"/>
              <a:pathLst>
                <a:path w="6116" h="5289" extrusionOk="0">
                  <a:moveTo>
                    <a:pt x="3940" y="0"/>
                  </a:moveTo>
                  <a:cubicBezTo>
                    <a:pt x="1765" y="0"/>
                    <a:pt x="0" y="1469"/>
                    <a:pt x="0" y="3282"/>
                  </a:cubicBezTo>
                  <a:cubicBezTo>
                    <a:pt x="10" y="4026"/>
                    <a:pt x="287" y="4732"/>
                    <a:pt x="792" y="5285"/>
                  </a:cubicBezTo>
                  <a:cubicBezTo>
                    <a:pt x="815" y="5287"/>
                    <a:pt x="838" y="5289"/>
                    <a:pt x="862" y="5289"/>
                  </a:cubicBezTo>
                  <a:cubicBezTo>
                    <a:pt x="941" y="5289"/>
                    <a:pt x="1025" y="5276"/>
                    <a:pt x="1097" y="5247"/>
                  </a:cubicBezTo>
                  <a:cubicBezTo>
                    <a:pt x="1574" y="5018"/>
                    <a:pt x="4007" y="3635"/>
                    <a:pt x="6115" y="553"/>
                  </a:cubicBezTo>
                  <a:cubicBezTo>
                    <a:pt x="5448" y="191"/>
                    <a:pt x="4704" y="0"/>
                    <a:pt x="3940"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2" name="Google Shape;11822;p64"/>
            <p:cNvSpPr/>
            <p:nvPr/>
          </p:nvSpPr>
          <p:spPr>
            <a:xfrm>
              <a:off x="5866701" y="4439699"/>
              <a:ext cx="86201" cy="114428"/>
            </a:xfrm>
            <a:custGeom>
              <a:avLst/>
              <a:gdLst/>
              <a:ahLst/>
              <a:cxnLst/>
              <a:rect l="l" t="t" r="r" b="b"/>
              <a:pathLst>
                <a:path w="3292" h="4370" extrusionOk="0">
                  <a:moveTo>
                    <a:pt x="9" y="0"/>
                  </a:moveTo>
                  <a:lnTo>
                    <a:pt x="9" y="1536"/>
                  </a:lnTo>
                  <a:cubicBezTo>
                    <a:pt x="1" y="3122"/>
                    <a:pt x="1292" y="4370"/>
                    <a:pt x="2823" y="4370"/>
                  </a:cubicBezTo>
                  <a:cubicBezTo>
                    <a:pt x="2977" y="4370"/>
                    <a:pt x="3133" y="4357"/>
                    <a:pt x="3291" y="4331"/>
                  </a:cubicBezTo>
                  <a:cubicBezTo>
                    <a:pt x="1908" y="4121"/>
                    <a:pt x="887" y="2929"/>
                    <a:pt x="878" y="1536"/>
                  </a:cubicBezTo>
                  <a:lnTo>
                    <a:pt x="878"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3" name="Google Shape;11823;p64"/>
            <p:cNvSpPr/>
            <p:nvPr/>
          </p:nvSpPr>
          <p:spPr>
            <a:xfrm>
              <a:off x="5935620" y="4571331"/>
              <a:ext cx="11286" cy="11521"/>
            </a:xfrm>
            <a:custGeom>
              <a:avLst/>
              <a:gdLst/>
              <a:ahLst/>
              <a:cxnLst/>
              <a:rect l="l" t="t" r="r" b="b"/>
              <a:pathLst>
                <a:path w="431" h="440" extrusionOk="0">
                  <a:moveTo>
                    <a:pt x="220" y="1"/>
                  </a:moveTo>
                  <a:cubicBezTo>
                    <a:pt x="96" y="1"/>
                    <a:pt x="1" y="96"/>
                    <a:pt x="1" y="220"/>
                  </a:cubicBezTo>
                  <a:cubicBezTo>
                    <a:pt x="1" y="344"/>
                    <a:pt x="96" y="439"/>
                    <a:pt x="220" y="439"/>
                  </a:cubicBezTo>
                  <a:cubicBezTo>
                    <a:pt x="335" y="439"/>
                    <a:pt x="430" y="344"/>
                    <a:pt x="430" y="220"/>
                  </a:cubicBezTo>
                  <a:cubicBezTo>
                    <a:pt x="430" y="96"/>
                    <a:pt x="335" y="1"/>
                    <a:pt x="22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4" name="Google Shape;11824;p64"/>
            <p:cNvSpPr/>
            <p:nvPr/>
          </p:nvSpPr>
          <p:spPr>
            <a:xfrm>
              <a:off x="5935620" y="4600056"/>
              <a:ext cx="11286" cy="11260"/>
            </a:xfrm>
            <a:custGeom>
              <a:avLst/>
              <a:gdLst/>
              <a:ahLst/>
              <a:cxnLst/>
              <a:rect l="l" t="t" r="r" b="b"/>
              <a:pathLst>
                <a:path w="431" h="430" extrusionOk="0">
                  <a:moveTo>
                    <a:pt x="220" y="1"/>
                  </a:moveTo>
                  <a:cubicBezTo>
                    <a:pt x="96" y="1"/>
                    <a:pt x="1" y="96"/>
                    <a:pt x="1" y="210"/>
                  </a:cubicBezTo>
                  <a:cubicBezTo>
                    <a:pt x="1" y="335"/>
                    <a:pt x="96" y="430"/>
                    <a:pt x="220" y="430"/>
                  </a:cubicBezTo>
                  <a:cubicBezTo>
                    <a:pt x="335" y="430"/>
                    <a:pt x="430" y="335"/>
                    <a:pt x="430" y="210"/>
                  </a:cubicBezTo>
                  <a:cubicBezTo>
                    <a:pt x="430" y="96"/>
                    <a:pt x="335" y="1"/>
                    <a:pt x="22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5" name="Google Shape;11825;p64"/>
            <p:cNvSpPr/>
            <p:nvPr/>
          </p:nvSpPr>
          <p:spPr>
            <a:xfrm>
              <a:off x="5832713" y="4571331"/>
              <a:ext cx="17020" cy="51480"/>
            </a:xfrm>
            <a:custGeom>
              <a:avLst/>
              <a:gdLst/>
              <a:ahLst/>
              <a:cxnLst/>
              <a:rect l="l" t="t" r="r" b="b"/>
              <a:pathLst>
                <a:path w="650" h="1966" extrusionOk="0">
                  <a:moveTo>
                    <a:pt x="649" y="1"/>
                  </a:moveTo>
                  <a:cubicBezTo>
                    <a:pt x="287" y="1"/>
                    <a:pt x="0" y="296"/>
                    <a:pt x="0" y="659"/>
                  </a:cubicBezTo>
                  <a:lnTo>
                    <a:pt x="0" y="1966"/>
                  </a:lnTo>
                  <a:lnTo>
                    <a:pt x="649" y="1966"/>
                  </a:lnTo>
                  <a:lnTo>
                    <a:pt x="649"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6" name="Google Shape;11826;p64"/>
            <p:cNvSpPr/>
            <p:nvPr/>
          </p:nvSpPr>
          <p:spPr>
            <a:xfrm>
              <a:off x="5849707" y="4571331"/>
              <a:ext cx="11495" cy="51480"/>
            </a:xfrm>
            <a:custGeom>
              <a:avLst/>
              <a:gdLst/>
              <a:ahLst/>
              <a:cxnLst/>
              <a:rect l="l" t="t" r="r" b="b"/>
              <a:pathLst>
                <a:path w="439" h="1966" extrusionOk="0">
                  <a:moveTo>
                    <a:pt x="0" y="1"/>
                  </a:moveTo>
                  <a:lnTo>
                    <a:pt x="0" y="1966"/>
                  </a:lnTo>
                  <a:lnTo>
                    <a:pt x="439" y="1966"/>
                  </a:lnTo>
                  <a:lnTo>
                    <a:pt x="439" y="439"/>
                  </a:lnTo>
                  <a:cubicBezTo>
                    <a:pt x="439" y="191"/>
                    <a:pt x="239" y="1"/>
                    <a:pt x="0"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7" name="Google Shape;11827;p64"/>
            <p:cNvSpPr/>
            <p:nvPr/>
          </p:nvSpPr>
          <p:spPr>
            <a:xfrm>
              <a:off x="6032793" y="4571331"/>
              <a:ext cx="17282" cy="51480"/>
            </a:xfrm>
            <a:custGeom>
              <a:avLst/>
              <a:gdLst/>
              <a:ahLst/>
              <a:cxnLst/>
              <a:rect l="l" t="t" r="r" b="b"/>
              <a:pathLst>
                <a:path w="660" h="1966" extrusionOk="0">
                  <a:moveTo>
                    <a:pt x="1" y="1"/>
                  </a:moveTo>
                  <a:lnTo>
                    <a:pt x="1" y="1966"/>
                  </a:lnTo>
                  <a:lnTo>
                    <a:pt x="659" y="1966"/>
                  </a:lnTo>
                  <a:lnTo>
                    <a:pt x="659" y="659"/>
                  </a:lnTo>
                  <a:cubicBezTo>
                    <a:pt x="650" y="296"/>
                    <a:pt x="363" y="1"/>
                    <a:pt x="1"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8" name="Google Shape;11828;p64"/>
            <p:cNvSpPr/>
            <p:nvPr/>
          </p:nvSpPr>
          <p:spPr>
            <a:xfrm>
              <a:off x="6021324" y="4571331"/>
              <a:ext cx="11495" cy="51480"/>
            </a:xfrm>
            <a:custGeom>
              <a:avLst/>
              <a:gdLst/>
              <a:ahLst/>
              <a:cxnLst/>
              <a:rect l="l" t="t" r="r" b="b"/>
              <a:pathLst>
                <a:path w="439" h="1966" extrusionOk="0">
                  <a:moveTo>
                    <a:pt x="439" y="1"/>
                  </a:moveTo>
                  <a:cubicBezTo>
                    <a:pt x="191" y="1"/>
                    <a:pt x="0" y="191"/>
                    <a:pt x="0" y="439"/>
                  </a:cubicBezTo>
                  <a:lnTo>
                    <a:pt x="0" y="1966"/>
                  </a:lnTo>
                  <a:lnTo>
                    <a:pt x="439" y="1966"/>
                  </a:lnTo>
                  <a:lnTo>
                    <a:pt x="439"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29" name="Google Shape;11829;p64"/>
          <p:cNvGrpSpPr/>
          <p:nvPr/>
        </p:nvGrpSpPr>
        <p:grpSpPr>
          <a:xfrm>
            <a:off x="5336074" y="4114507"/>
            <a:ext cx="274550" cy="354728"/>
            <a:chOff x="5352349" y="4268082"/>
            <a:chExt cx="274550" cy="354728"/>
          </a:xfrm>
        </p:grpSpPr>
        <p:sp>
          <p:nvSpPr>
            <p:cNvPr id="11830" name="Google Shape;11830;p64"/>
            <p:cNvSpPr/>
            <p:nvPr/>
          </p:nvSpPr>
          <p:spPr>
            <a:xfrm>
              <a:off x="5352349" y="4502647"/>
              <a:ext cx="274550" cy="120163"/>
            </a:xfrm>
            <a:custGeom>
              <a:avLst/>
              <a:gdLst/>
              <a:ahLst/>
              <a:cxnLst/>
              <a:rect l="l" t="t" r="r" b="b"/>
              <a:pathLst>
                <a:path w="10485" h="4589" extrusionOk="0">
                  <a:moveTo>
                    <a:pt x="5247" y="0"/>
                  </a:moveTo>
                  <a:lnTo>
                    <a:pt x="1097" y="1212"/>
                  </a:lnTo>
                  <a:cubicBezTo>
                    <a:pt x="449" y="1402"/>
                    <a:pt x="0" y="2003"/>
                    <a:pt x="0" y="2681"/>
                  </a:cubicBezTo>
                  <a:lnTo>
                    <a:pt x="0" y="3930"/>
                  </a:lnTo>
                  <a:cubicBezTo>
                    <a:pt x="0" y="4293"/>
                    <a:pt x="296" y="4589"/>
                    <a:pt x="658" y="4589"/>
                  </a:cubicBezTo>
                  <a:lnTo>
                    <a:pt x="9826" y="4589"/>
                  </a:lnTo>
                  <a:cubicBezTo>
                    <a:pt x="10189" y="4589"/>
                    <a:pt x="10485" y="4293"/>
                    <a:pt x="10485" y="3930"/>
                  </a:cubicBezTo>
                  <a:lnTo>
                    <a:pt x="10485" y="2681"/>
                  </a:lnTo>
                  <a:cubicBezTo>
                    <a:pt x="10485" y="2003"/>
                    <a:pt x="10036" y="1402"/>
                    <a:pt x="9387" y="1212"/>
                  </a:cubicBezTo>
                  <a:lnTo>
                    <a:pt x="5247"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1" name="Google Shape;11831;p64"/>
            <p:cNvSpPr/>
            <p:nvPr/>
          </p:nvSpPr>
          <p:spPr>
            <a:xfrm>
              <a:off x="5449522" y="4468424"/>
              <a:ext cx="80205" cy="154387"/>
            </a:xfrm>
            <a:custGeom>
              <a:avLst/>
              <a:gdLst/>
              <a:ahLst/>
              <a:cxnLst/>
              <a:rect l="l" t="t" r="r" b="b"/>
              <a:pathLst>
                <a:path w="3063" h="5896" extrusionOk="0">
                  <a:moveTo>
                    <a:pt x="0" y="0"/>
                  </a:moveTo>
                  <a:lnTo>
                    <a:pt x="0" y="5896"/>
                  </a:lnTo>
                  <a:lnTo>
                    <a:pt x="3062" y="5896"/>
                  </a:lnTo>
                  <a:lnTo>
                    <a:pt x="3062"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2" name="Google Shape;11832;p64"/>
            <p:cNvSpPr/>
            <p:nvPr/>
          </p:nvSpPr>
          <p:spPr>
            <a:xfrm>
              <a:off x="5449522" y="4468162"/>
              <a:ext cx="80205" cy="28882"/>
            </a:xfrm>
            <a:custGeom>
              <a:avLst/>
              <a:gdLst/>
              <a:ahLst/>
              <a:cxnLst/>
              <a:rect l="l" t="t" r="r" b="b"/>
              <a:pathLst>
                <a:path w="3063" h="1103" extrusionOk="0">
                  <a:moveTo>
                    <a:pt x="0" y="1"/>
                  </a:moveTo>
                  <a:lnTo>
                    <a:pt x="0" y="716"/>
                  </a:lnTo>
                  <a:cubicBezTo>
                    <a:pt x="477" y="974"/>
                    <a:pt x="1004" y="1102"/>
                    <a:pt x="1531" y="1102"/>
                  </a:cubicBezTo>
                  <a:cubicBezTo>
                    <a:pt x="2058" y="1102"/>
                    <a:pt x="2585" y="974"/>
                    <a:pt x="3062" y="716"/>
                  </a:cubicBezTo>
                  <a:lnTo>
                    <a:pt x="306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3" name="Google Shape;11833;p64"/>
            <p:cNvSpPr/>
            <p:nvPr/>
          </p:nvSpPr>
          <p:spPr>
            <a:xfrm>
              <a:off x="5529700" y="4456928"/>
              <a:ext cx="64729" cy="165882"/>
            </a:xfrm>
            <a:custGeom>
              <a:avLst/>
              <a:gdLst/>
              <a:ahLst/>
              <a:cxnLst/>
              <a:rect l="l" t="t" r="r" b="b"/>
              <a:pathLst>
                <a:path w="2472" h="6335" extrusionOk="0">
                  <a:moveTo>
                    <a:pt x="0" y="0"/>
                  </a:moveTo>
                  <a:lnTo>
                    <a:pt x="0" y="6335"/>
                  </a:lnTo>
                  <a:lnTo>
                    <a:pt x="878" y="6335"/>
                  </a:lnTo>
                  <a:lnTo>
                    <a:pt x="878" y="3940"/>
                  </a:lnTo>
                  <a:cubicBezTo>
                    <a:pt x="878" y="3797"/>
                    <a:pt x="926" y="3654"/>
                    <a:pt x="1021" y="3540"/>
                  </a:cubicBezTo>
                  <a:lnTo>
                    <a:pt x="2309" y="1927"/>
                  </a:lnTo>
                  <a:cubicBezTo>
                    <a:pt x="2471" y="1717"/>
                    <a:pt x="2424" y="1412"/>
                    <a:pt x="2195" y="1269"/>
                  </a:cubicBezTo>
                  <a:lnTo>
                    <a:pt x="0" y="0"/>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4" name="Google Shape;11834;p64"/>
            <p:cNvSpPr/>
            <p:nvPr/>
          </p:nvSpPr>
          <p:spPr>
            <a:xfrm>
              <a:off x="5384819" y="4456928"/>
              <a:ext cx="64965" cy="165882"/>
            </a:xfrm>
            <a:custGeom>
              <a:avLst/>
              <a:gdLst/>
              <a:ahLst/>
              <a:cxnLst/>
              <a:rect l="l" t="t" r="r" b="b"/>
              <a:pathLst>
                <a:path w="2481" h="6335" extrusionOk="0">
                  <a:moveTo>
                    <a:pt x="2481" y="0"/>
                  </a:moveTo>
                  <a:lnTo>
                    <a:pt x="287" y="1269"/>
                  </a:lnTo>
                  <a:cubicBezTo>
                    <a:pt x="58" y="1412"/>
                    <a:pt x="0" y="1717"/>
                    <a:pt x="172" y="1927"/>
                  </a:cubicBezTo>
                  <a:lnTo>
                    <a:pt x="1460" y="3540"/>
                  </a:lnTo>
                  <a:cubicBezTo>
                    <a:pt x="1546" y="3654"/>
                    <a:pt x="1603" y="3797"/>
                    <a:pt x="1603" y="3940"/>
                  </a:cubicBezTo>
                  <a:lnTo>
                    <a:pt x="1603" y="6335"/>
                  </a:lnTo>
                  <a:lnTo>
                    <a:pt x="2481" y="6335"/>
                  </a:lnTo>
                  <a:lnTo>
                    <a:pt x="2481" y="0"/>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5" name="Google Shape;11835;p64"/>
            <p:cNvSpPr/>
            <p:nvPr/>
          </p:nvSpPr>
          <p:spPr>
            <a:xfrm>
              <a:off x="5449522" y="4523622"/>
              <a:ext cx="80205" cy="99189"/>
            </a:xfrm>
            <a:custGeom>
              <a:avLst/>
              <a:gdLst/>
              <a:ahLst/>
              <a:cxnLst/>
              <a:rect l="l" t="t" r="r" b="b"/>
              <a:pathLst>
                <a:path w="3063" h="3788" extrusionOk="0">
                  <a:moveTo>
                    <a:pt x="0" y="0"/>
                  </a:moveTo>
                  <a:lnTo>
                    <a:pt x="0" y="3788"/>
                  </a:lnTo>
                  <a:lnTo>
                    <a:pt x="3062" y="3788"/>
                  </a:lnTo>
                  <a:lnTo>
                    <a:pt x="3062" y="0"/>
                  </a:lnTo>
                  <a:cubicBezTo>
                    <a:pt x="2690" y="458"/>
                    <a:pt x="2128" y="735"/>
                    <a:pt x="1536" y="735"/>
                  </a:cubicBezTo>
                  <a:cubicBezTo>
                    <a:pt x="935" y="735"/>
                    <a:pt x="372" y="458"/>
                    <a:pt x="0" y="0"/>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6" name="Google Shape;11836;p64"/>
            <p:cNvSpPr/>
            <p:nvPr/>
          </p:nvSpPr>
          <p:spPr>
            <a:xfrm>
              <a:off x="5449522" y="4523622"/>
              <a:ext cx="80205" cy="42053"/>
            </a:xfrm>
            <a:custGeom>
              <a:avLst/>
              <a:gdLst/>
              <a:ahLst/>
              <a:cxnLst/>
              <a:rect l="l" t="t" r="r" b="b"/>
              <a:pathLst>
                <a:path w="3063" h="1606" extrusionOk="0">
                  <a:moveTo>
                    <a:pt x="0" y="0"/>
                  </a:moveTo>
                  <a:lnTo>
                    <a:pt x="0" y="1155"/>
                  </a:lnTo>
                  <a:cubicBezTo>
                    <a:pt x="468" y="1455"/>
                    <a:pt x="999" y="1605"/>
                    <a:pt x="1531" y="1605"/>
                  </a:cubicBezTo>
                  <a:cubicBezTo>
                    <a:pt x="2063" y="1605"/>
                    <a:pt x="2595" y="1455"/>
                    <a:pt x="3062" y="1155"/>
                  </a:cubicBezTo>
                  <a:lnTo>
                    <a:pt x="3062" y="0"/>
                  </a:lnTo>
                  <a:cubicBezTo>
                    <a:pt x="2690" y="458"/>
                    <a:pt x="2128" y="735"/>
                    <a:pt x="1536" y="735"/>
                  </a:cubicBezTo>
                  <a:cubicBezTo>
                    <a:pt x="935" y="735"/>
                    <a:pt x="372" y="458"/>
                    <a:pt x="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7" name="Google Shape;11837;p64"/>
            <p:cNvSpPr/>
            <p:nvPr/>
          </p:nvSpPr>
          <p:spPr>
            <a:xfrm>
              <a:off x="5398042" y="4273817"/>
              <a:ext cx="183138" cy="125924"/>
            </a:xfrm>
            <a:custGeom>
              <a:avLst/>
              <a:gdLst/>
              <a:ahLst/>
              <a:cxnLst/>
              <a:rect l="l" t="t" r="r" b="b"/>
              <a:pathLst>
                <a:path w="6994" h="4809" extrusionOk="0">
                  <a:moveTo>
                    <a:pt x="3502" y="1"/>
                  </a:moveTo>
                  <a:cubicBezTo>
                    <a:pt x="1565" y="1"/>
                    <a:pt x="1" y="1565"/>
                    <a:pt x="1" y="3502"/>
                  </a:cubicBezTo>
                  <a:lnTo>
                    <a:pt x="1" y="4809"/>
                  </a:lnTo>
                  <a:lnTo>
                    <a:pt x="6994" y="4809"/>
                  </a:lnTo>
                  <a:lnTo>
                    <a:pt x="6994" y="3502"/>
                  </a:lnTo>
                  <a:cubicBezTo>
                    <a:pt x="6994" y="1565"/>
                    <a:pt x="5429" y="1"/>
                    <a:pt x="3502"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8" name="Google Shape;11838;p64"/>
            <p:cNvSpPr/>
            <p:nvPr/>
          </p:nvSpPr>
          <p:spPr>
            <a:xfrm>
              <a:off x="5397833" y="4273817"/>
              <a:ext cx="106154" cy="125924"/>
            </a:xfrm>
            <a:custGeom>
              <a:avLst/>
              <a:gdLst/>
              <a:ahLst/>
              <a:cxnLst/>
              <a:rect l="l" t="t" r="r" b="b"/>
              <a:pathLst>
                <a:path w="4054" h="4809" extrusionOk="0">
                  <a:moveTo>
                    <a:pt x="3478" y="0"/>
                  </a:moveTo>
                  <a:cubicBezTo>
                    <a:pt x="1591" y="0"/>
                    <a:pt x="0" y="1542"/>
                    <a:pt x="9" y="3502"/>
                  </a:cubicBezTo>
                  <a:lnTo>
                    <a:pt x="9" y="4809"/>
                  </a:lnTo>
                  <a:lnTo>
                    <a:pt x="1106" y="4809"/>
                  </a:lnTo>
                  <a:lnTo>
                    <a:pt x="1106" y="3502"/>
                  </a:lnTo>
                  <a:cubicBezTo>
                    <a:pt x="1106" y="1784"/>
                    <a:pt x="2356" y="315"/>
                    <a:pt x="4054" y="48"/>
                  </a:cubicBezTo>
                  <a:cubicBezTo>
                    <a:pt x="3860" y="16"/>
                    <a:pt x="3667" y="0"/>
                    <a:pt x="3478"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9" name="Google Shape;11839;p64"/>
            <p:cNvSpPr/>
            <p:nvPr/>
          </p:nvSpPr>
          <p:spPr>
            <a:xfrm>
              <a:off x="5363818" y="4348261"/>
              <a:ext cx="251585" cy="91438"/>
            </a:xfrm>
            <a:custGeom>
              <a:avLst/>
              <a:gdLst/>
              <a:ahLst/>
              <a:cxnLst/>
              <a:rect l="l" t="t" r="r" b="b"/>
              <a:pathLst>
                <a:path w="9608" h="3492" extrusionOk="0">
                  <a:moveTo>
                    <a:pt x="1747" y="0"/>
                  </a:moveTo>
                  <a:cubicBezTo>
                    <a:pt x="783" y="0"/>
                    <a:pt x="1" y="783"/>
                    <a:pt x="1" y="1746"/>
                  </a:cubicBezTo>
                  <a:cubicBezTo>
                    <a:pt x="1" y="2710"/>
                    <a:pt x="783" y="3492"/>
                    <a:pt x="1747" y="3492"/>
                  </a:cubicBezTo>
                  <a:lnTo>
                    <a:pt x="7862" y="3492"/>
                  </a:lnTo>
                  <a:cubicBezTo>
                    <a:pt x="8825" y="3492"/>
                    <a:pt x="9608" y="2710"/>
                    <a:pt x="9608" y="1746"/>
                  </a:cubicBezTo>
                  <a:cubicBezTo>
                    <a:pt x="9608" y="783"/>
                    <a:pt x="8825" y="0"/>
                    <a:pt x="7862"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0" name="Google Shape;11840;p64"/>
            <p:cNvSpPr/>
            <p:nvPr/>
          </p:nvSpPr>
          <p:spPr>
            <a:xfrm>
              <a:off x="5363818" y="4359494"/>
              <a:ext cx="251585" cy="91700"/>
            </a:xfrm>
            <a:custGeom>
              <a:avLst/>
              <a:gdLst/>
              <a:ahLst/>
              <a:cxnLst/>
              <a:rect l="l" t="t" r="r" b="b"/>
              <a:pathLst>
                <a:path w="9608" h="3502" extrusionOk="0">
                  <a:moveTo>
                    <a:pt x="1747" y="1"/>
                  </a:moveTo>
                  <a:cubicBezTo>
                    <a:pt x="783" y="1"/>
                    <a:pt x="1" y="783"/>
                    <a:pt x="1" y="1746"/>
                  </a:cubicBezTo>
                  <a:cubicBezTo>
                    <a:pt x="1" y="2720"/>
                    <a:pt x="783" y="3502"/>
                    <a:pt x="1747" y="3502"/>
                  </a:cubicBezTo>
                  <a:lnTo>
                    <a:pt x="7862" y="3502"/>
                  </a:lnTo>
                  <a:cubicBezTo>
                    <a:pt x="8825" y="3502"/>
                    <a:pt x="9608" y="2720"/>
                    <a:pt x="9608" y="1746"/>
                  </a:cubicBezTo>
                  <a:cubicBezTo>
                    <a:pt x="9608" y="783"/>
                    <a:pt x="8825" y="1"/>
                    <a:pt x="7862"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1" name="Google Shape;11841;p64"/>
            <p:cNvSpPr/>
            <p:nvPr/>
          </p:nvSpPr>
          <p:spPr>
            <a:xfrm>
              <a:off x="5394298" y="4359756"/>
              <a:ext cx="190627" cy="125924"/>
            </a:xfrm>
            <a:custGeom>
              <a:avLst/>
              <a:gdLst/>
              <a:ahLst/>
              <a:cxnLst/>
              <a:rect l="l" t="t" r="r" b="b"/>
              <a:pathLst>
                <a:path w="7280" h="4809" extrusionOk="0">
                  <a:moveTo>
                    <a:pt x="802" y="0"/>
                  </a:moveTo>
                  <a:lnTo>
                    <a:pt x="802" y="1088"/>
                  </a:lnTo>
                  <a:lnTo>
                    <a:pt x="583" y="1088"/>
                  </a:lnTo>
                  <a:cubicBezTo>
                    <a:pt x="1" y="1088"/>
                    <a:pt x="1" y="1965"/>
                    <a:pt x="583" y="1965"/>
                  </a:cubicBezTo>
                  <a:lnTo>
                    <a:pt x="802" y="1965"/>
                  </a:lnTo>
                  <a:cubicBezTo>
                    <a:pt x="802" y="3530"/>
                    <a:pt x="2071" y="4808"/>
                    <a:pt x="3645" y="4808"/>
                  </a:cubicBezTo>
                  <a:cubicBezTo>
                    <a:pt x="5210" y="4808"/>
                    <a:pt x="6488" y="3530"/>
                    <a:pt x="6488" y="1965"/>
                  </a:cubicBezTo>
                  <a:lnTo>
                    <a:pt x="6698" y="1965"/>
                  </a:lnTo>
                  <a:cubicBezTo>
                    <a:pt x="7280" y="1965"/>
                    <a:pt x="7280" y="1088"/>
                    <a:pt x="6698" y="1088"/>
                  </a:cubicBezTo>
                  <a:lnTo>
                    <a:pt x="6488" y="1088"/>
                  </a:lnTo>
                  <a:lnTo>
                    <a:pt x="6488"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2" name="Google Shape;11842;p64"/>
            <p:cNvSpPr/>
            <p:nvPr/>
          </p:nvSpPr>
          <p:spPr>
            <a:xfrm>
              <a:off x="5397047" y="4359756"/>
              <a:ext cx="144175" cy="125688"/>
            </a:xfrm>
            <a:custGeom>
              <a:avLst/>
              <a:gdLst/>
              <a:ahLst/>
              <a:cxnLst/>
              <a:rect l="l" t="t" r="r" b="b"/>
              <a:pathLst>
                <a:path w="5506" h="4800" extrusionOk="0">
                  <a:moveTo>
                    <a:pt x="697" y="0"/>
                  </a:moveTo>
                  <a:lnTo>
                    <a:pt x="697" y="1088"/>
                  </a:lnTo>
                  <a:lnTo>
                    <a:pt x="497" y="1088"/>
                  </a:lnTo>
                  <a:cubicBezTo>
                    <a:pt x="287" y="1088"/>
                    <a:pt x="96" y="1231"/>
                    <a:pt x="48" y="1450"/>
                  </a:cubicBezTo>
                  <a:cubicBezTo>
                    <a:pt x="1" y="1717"/>
                    <a:pt x="211" y="1956"/>
                    <a:pt x="478" y="1956"/>
                  </a:cubicBezTo>
                  <a:lnTo>
                    <a:pt x="697" y="1956"/>
                  </a:lnTo>
                  <a:cubicBezTo>
                    <a:pt x="680" y="3543"/>
                    <a:pt x="1972" y="4799"/>
                    <a:pt x="3504" y="4799"/>
                  </a:cubicBezTo>
                  <a:cubicBezTo>
                    <a:pt x="3657" y="4799"/>
                    <a:pt x="3813" y="4787"/>
                    <a:pt x="3969" y="4761"/>
                  </a:cubicBezTo>
                  <a:cubicBezTo>
                    <a:pt x="2586" y="4551"/>
                    <a:pt x="1565" y="3358"/>
                    <a:pt x="1565" y="1956"/>
                  </a:cubicBezTo>
                  <a:lnTo>
                    <a:pt x="1565" y="1736"/>
                  </a:lnTo>
                  <a:cubicBezTo>
                    <a:pt x="1565" y="1011"/>
                    <a:pt x="2157" y="430"/>
                    <a:pt x="2882" y="430"/>
                  </a:cubicBezTo>
                  <a:lnTo>
                    <a:pt x="5066" y="430"/>
                  </a:lnTo>
                  <a:cubicBezTo>
                    <a:pt x="5305" y="430"/>
                    <a:pt x="5496" y="239"/>
                    <a:pt x="5505"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3" name="Google Shape;11843;p64"/>
            <p:cNvSpPr/>
            <p:nvPr/>
          </p:nvSpPr>
          <p:spPr>
            <a:xfrm>
              <a:off x="5466752" y="4268082"/>
              <a:ext cx="45745" cy="65201"/>
            </a:xfrm>
            <a:custGeom>
              <a:avLst/>
              <a:gdLst/>
              <a:ahLst/>
              <a:cxnLst/>
              <a:rect l="l" t="t" r="r" b="b"/>
              <a:pathLst>
                <a:path w="1747" h="2490" extrusionOk="0">
                  <a:moveTo>
                    <a:pt x="220" y="0"/>
                  </a:moveTo>
                  <a:cubicBezTo>
                    <a:pt x="96" y="0"/>
                    <a:pt x="0" y="95"/>
                    <a:pt x="0" y="220"/>
                  </a:cubicBezTo>
                  <a:lnTo>
                    <a:pt x="0" y="1145"/>
                  </a:lnTo>
                  <a:cubicBezTo>
                    <a:pt x="0" y="1393"/>
                    <a:pt x="86" y="1631"/>
                    <a:pt x="239" y="1832"/>
                  </a:cubicBezTo>
                  <a:lnTo>
                    <a:pt x="706" y="2404"/>
                  </a:lnTo>
                  <a:cubicBezTo>
                    <a:pt x="749" y="2461"/>
                    <a:pt x="811" y="2490"/>
                    <a:pt x="875" y="2490"/>
                  </a:cubicBezTo>
                  <a:cubicBezTo>
                    <a:pt x="938" y="2490"/>
                    <a:pt x="1002" y="2461"/>
                    <a:pt x="1050" y="2404"/>
                  </a:cubicBezTo>
                  <a:lnTo>
                    <a:pt x="1508" y="1832"/>
                  </a:lnTo>
                  <a:cubicBezTo>
                    <a:pt x="1660" y="1631"/>
                    <a:pt x="1746" y="1393"/>
                    <a:pt x="1746" y="1145"/>
                  </a:cubicBezTo>
                  <a:lnTo>
                    <a:pt x="1746" y="220"/>
                  </a:lnTo>
                  <a:cubicBezTo>
                    <a:pt x="1746" y="105"/>
                    <a:pt x="1651" y="0"/>
                    <a:pt x="1527"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4" name="Google Shape;11844;p64"/>
            <p:cNvSpPr/>
            <p:nvPr/>
          </p:nvSpPr>
          <p:spPr>
            <a:xfrm>
              <a:off x="5466752" y="4268082"/>
              <a:ext cx="22755" cy="65201"/>
            </a:xfrm>
            <a:custGeom>
              <a:avLst/>
              <a:gdLst/>
              <a:ahLst/>
              <a:cxnLst/>
              <a:rect l="l" t="t" r="r" b="b"/>
              <a:pathLst>
                <a:path w="869" h="2490" extrusionOk="0">
                  <a:moveTo>
                    <a:pt x="220" y="0"/>
                  </a:moveTo>
                  <a:cubicBezTo>
                    <a:pt x="96" y="0"/>
                    <a:pt x="0" y="105"/>
                    <a:pt x="0" y="220"/>
                  </a:cubicBezTo>
                  <a:lnTo>
                    <a:pt x="0" y="1145"/>
                  </a:lnTo>
                  <a:cubicBezTo>
                    <a:pt x="0" y="1393"/>
                    <a:pt x="86" y="1631"/>
                    <a:pt x="239" y="1832"/>
                  </a:cubicBezTo>
                  <a:lnTo>
                    <a:pt x="706" y="2404"/>
                  </a:lnTo>
                  <a:cubicBezTo>
                    <a:pt x="745" y="2461"/>
                    <a:pt x="802" y="2490"/>
                    <a:pt x="869" y="2490"/>
                  </a:cubicBezTo>
                  <a:lnTo>
                    <a:pt x="869"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5" name="Google Shape;11845;p64"/>
            <p:cNvSpPr/>
            <p:nvPr/>
          </p:nvSpPr>
          <p:spPr>
            <a:xfrm>
              <a:off x="5449522" y="4388350"/>
              <a:ext cx="11495" cy="17151"/>
            </a:xfrm>
            <a:custGeom>
              <a:avLst/>
              <a:gdLst/>
              <a:ahLst/>
              <a:cxnLst/>
              <a:rect l="l" t="t" r="r" b="b"/>
              <a:pathLst>
                <a:path w="439" h="655" extrusionOk="0">
                  <a:moveTo>
                    <a:pt x="220" y="1"/>
                  </a:moveTo>
                  <a:cubicBezTo>
                    <a:pt x="110" y="1"/>
                    <a:pt x="0" y="72"/>
                    <a:pt x="0" y="215"/>
                  </a:cubicBezTo>
                  <a:lnTo>
                    <a:pt x="0" y="435"/>
                  </a:lnTo>
                  <a:cubicBezTo>
                    <a:pt x="0" y="559"/>
                    <a:pt x="96"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6" name="Google Shape;11846;p64"/>
            <p:cNvSpPr/>
            <p:nvPr/>
          </p:nvSpPr>
          <p:spPr>
            <a:xfrm>
              <a:off x="5518205" y="4388350"/>
              <a:ext cx="11521" cy="17151"/>
            </a:xfrm>
            <a:custGeom>
              <a:avLst/>
              <a:gdLst/>
              <a:ahLst/>
              <a:cxnLst/>
              <a:rect l="l" t="t" r="r" b="b"/>
              <a:pathLst>
                <a:path w="440" h="655" extrusionOk="0">
                  <a:moveTo>
                    <a:pt x="220" y="1"/>
                  </a:moveTo>
                  <a:cubicBezTo>
                    <a:pt x="110" y="1"/>
                    <a:pt x="1" y="72"/>
                    <a:pt x="1" y="215"/>
                  </a:cubicBezTo>
                  <a:lnTo>
                    <a:pt x="1" y="435"/>
                  </a:lnTo>
                  <a:cubicBezTo>
                    <a:pt x="1" y="559"/>
                    <a:pt x="96" y="654"/>
                    <a:pt x="220" y="654"/>
                  </a:cubicBezTo>
                  <a:cubicBezTo>
                    <a:pt x="344" y="654"/>
                    <a:pt x="439" y="559"/>
                    <a:pt x="439" y="435"/>
                  </a:cubicBezTo>
                  <a:lnTo>
                    <a:pt x="439" y="215"/>
                  </a:lnTo>
                  <a:cubicBezTo>
                    <a:pt x="439"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7" name="Google Shape;11847;p64"/>
            <p:cNvSpPr/>
            <p:nvPr/>
          </p:nvSpPr>
          <p:spPr>
            <a:xfrm>
              <a:off x="5442007" y="4371251"/>
              <a:ext cx="26525" cy="11260"/>
            </a:xfrm>
            <a:custGeom>
              <a:avLst/>
              <a:gdLst/>
              <a:ahLst/>
              <a:cxnLst/>
              <a:rect l="l" t="t" r="r" b="b"/>
              <a:pathLst>
                <a:path w="1013" h="430" extrusionOk="0">
                  <a:moveTo>
                    <a:pt x="287" y="0"/>
                  </a:moveTo>
                  <a:cubicBezTo>
                    <a:pt x="1" y="0"/>
                    <a:pt x="1" y="429"/>
                    <a:pt x="287" y="429"/>
                  </a:cubicBezTo>
                  <a:lnTo>
                    <a:pt x="726" y="429"/>
                  </a:lnTo>
                  <a:cubicBezTo>
                    <a:pt x="1012" y="429"/>
                    <a:pt x="1012" y="0"/>
                    <a:pt x="72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8" name="Google Shape;11848;p64"/>
            <p:cNvSpPr/>
            <p:nvPr/>
          </p:nvSpPr>
          <p:spPr>
            <a:xfrm>
              <a:off x="5464264" y="4428230"/>
              <a:ext cx="50720" cy="17256"/>
            </a:xfrm>
            <a:custGeom>
              <a:avLst/>
              <a:gdLst/>
              <a:ahLst/>
              <a:cxnLst/>
              <a:rect l="l" t="t" r="r" b="b"/>
              <a:pathLst>
                <a:path w="1937" h="659" extrusionOk="0">
                  <a:moveTo>
                    <a:pt x="315" y="1"/>
                  </a:moveTo>
                  <a:cubicBezTo>
                    <a:pt x="145" y="1"/>
                    <a:pt x="0" y="219"/>
                    <a:pt x="162" y="381"/>
                  </a:cubicBezTo>
                  <a:cubicBezTo>
                    <a:pt x="372" y="563"/>
                    <a:pt x="651" y="658"/>
                    <a:pt x="933" y="658"/>
                  </a:cubicBezTo>
                  <a:cubicBezTo>
                    <a:pt x="946" y="658"/>
                    <a:pt x="960" y="658"/>
                    <a:pt x="973" y="657"/>
                  </a:cubicBezTo>
                  <a:cubicBezTo>
                    <a:pt x="986" y="658"/>
                    <a:pt x="999" y="658"/>
                    <a:pt x="1012" y="658"/>
                  </a:cubicBezTo>
                  <a:cubicBezTo>
                    <a:pt x="1286" y="658"/>
                    <a:pt x="1565" y="563"/>
                    <a:pt x="1774" y="381"/>
                  </a:cubicBezTo>
                  <a:cubicBezTo>
                    <a:pt x="1936" y="219"/>
                    <a:pt x="1792" y="1"/>
                    <a:pt x="1621" y="1"/>
                  </a:cubicBezTo>
                  <a:cubicBezTo>
                    <a:pt x="1570" y="1"/>
                    <a:pt x="1517" y="20"/>
                    <a:pt x="1469" y="66"/>
                  </a:cubicBezTo>
                  <a:cubicBezTo>
                    <a:pt x="1317" y="171"/>
                    <a:pt x="1142" y="223"/>
                    <a:pt x="968" y="223"/>
                  </a:cubicBezTo>
                  <a:cubicBezTo>
                    <a:pt x="794" y="223"/>
                    <a:pt x="620" y="171"/>
                    <a:pt x="467" y="66"/>
                  </a:cubicBezTo>
                  <a:cubicBezTo>
                    <a:pt x="419" y="20"/>
                    <a:pt x="366" y="1"/>
                    <a:pt x="315"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9" name="Google Shape;11849;p64"/>
            <p:cNvSpPr/>
            <p:nvPr/>
          </p:nvSpPr>
          <p:spPr>
            <a:xfrm>
              <a:off x="5510716" y="4371251"/>
              <a:ext cx="26499" cy="11260"/>
            </a:xfrm>
            <a:custGeom>
              <a:avLst/>
              <a:gdLst/>
              <a:ahLst/>
              <a:cxnLst/>
              <a:rect l="l" t="t" r="r" b="b"/>
              <a:pathLst>
                <a:path w="1012" h="430" extrusionOk="0">
                  <a:moveTo>
                    <a:pt x="287" y="0"/>
                  </a:moveTo>
                  <a:cubicBezTo>
                    <a:pt x="0" y="0"/>
                    <a:pt x="0" y="429"/>
                    <a:pt x="287" y="429"/>
                  </a:cubicBezTo>
                  <a:lnTo>
                    <a:pt x="725" y="429"/>
                  </a:lnTo>
                  <a:cubicBezTo>
                    <a:pt x="1012" y="429"/>
                    <a:pt x="1012" y="0"/>
                    <a:pt x="72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0" name="Google Shape;11850;p64"/>
            <p:cNvSpPr/>
            <p:nvPr/>
          </p:nvSpPr>
          <p:spPr>
            <a:xfrm>
              <a:off x="5403803" y="4359756"/>
              <a:ext cx="23017" cy="30244"/>
            </a:xfrm>
            <a:custGeom>
              <a:avLst/>
              <a:gdLst/>
              <a:ahLst/>
              <a:cxnLst/>
              <a:rect l="l" t="t" r="r" b="b"/>
              <a:pathLst>
                <a:path w="879" h="1155" extrusionOk="0">
                  <a:moveTo>
                    <a:pt x="220" y="0"/>
                  </a:moveTo>
                  <a:cubicBezTo>
                    <a:pt x="143" y="0"/>
                    <a:pt x="77" y="0"/>
                    <a:pt x="0" y="10"/>
                  </a:cubicBezTo>
                  <a:lnTo>
                    <a:pt x="0" y="1155"/>
                  </a:lnTo>
                  <a:lnTo>
                    <a:pt x="468" y="1116"/>
                  </a:lnTo>
                  <a:cubicBezTo>
                    <a:pt x="697" y="1097"/>
                    <a:pt x="878" y="916"/>
                    <a:pt x="878" y="687"/>
                  </a:cubicBezTo>
                  <a:lnTo>
                    <a:pt x="878"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1" name="Google Shape;11851;p64"/>
            <p:cNvSpPr/>
            <p:nvPr/>
          </p:nvSpPr>
          <p:spPr>
            <a:xfrm>
              <a:off x="5552429" y="4359756"/>
              <a:ext cx="23017" cy="30244"/>
            </a:xfrm>
            <a:custGeom>
              <a:avLst/>
              <a:gdLst/>
              <a:ahLst/>
              <a:cxnLst/>
              <a:rect l="l" t="t" r="r" b="b"/>
              <a:pathLst>
                <a:path w="879" h="1155" extrusionOk="0">
                  <a:moveTo>
                    <a:pt x="1" y="0"/>
                  </a:moveTo>
                  <a:lnTo>
                    <a:pt x="1" y="687"/>
                  </a:lnTo>
                  <a:cubicBezTo>
                    <a:pt x="1" y="916"/>
                    <a:pt x="182" y="1107"/>
                    <a:pt x="411" y="1116"/>
                  </a:cubicBezTo>
                  <a:lnTo>
                    <a:pt x="878" y="1155"/>
                  </a:lnTo>
                  <a:lnTo>
                    <a:pt x="878" y="10"/>
                  </a:lnTo>
                  <a:cubicBezTo>
                    <a:pt x="802" y="0"/>
                    <a:pt x="735" y="0"/>
                    <a:pt x="659"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52" name="Google Shape;11852;p64"/>
          <p:cNvGrpSpPr/>
          <p:nvPr/>
        </p:nvGrpSpPr>
        <p:grpSpPr>
          <a:xfrm>
            <a:off x="7590551" y="2265715"/>
            <a:ext cx="274550" cy="354728"/>
            <a:chOff x="7606826" y="2419290"/>
            <a:chExt cx="274550" cy="354728"/>
          </a:xfrm>
        </p:grpSpPr>
        <p:sp>
          <p:nvSpPr>
            <p:cNvPr id="11853" name="Google Shape;11853;p64"/>
            <p:cNvSpPr/>
            <p:nvPr/>
          </p:nvSpPr>
          <p:spPr>
            <a:xfrm>
              <a:off x="7606826" y="2619370"/>
              <a:ext cx="274550" cy="154649"/>
            </a:xfrm>
            <a:custGeom>
              <a:avLst/>
              <a:gdLst/>
              <a:ahLst/>
              <a:cxnLst/>
              <a:rect l="l" t="t" r="r" b="b"/>
              <a:pathLst>
                <a:path w="10485" h="5906" extrusionOk="0">
                  <a:moveTo>
                    <a:pt x="3711" y="1"/>
                  </a:moveTo>
                  <a:lnTo>
                    <a:pt x="3711" y="1041"/>
                  </a:lnTo>
                  <a:cubicBezTo>
                    <a:pt x="3711" y="1336"/>
                    <a:pt x="3520" y="1584"/>
                    <a:pt x="3244" y="1670"/>
                  </a:cubicBezTo>
                  <a:lnTo>
                    <a:pt x="935" y="2348"/>
                  </a:lnTo>
                  <a:cubicBezTo>
                    <a:pt x="382" y="2510"/>
                    <a:pt x="0" y="3025"/>
                    <a:pt x="0" y="3607"/>
                  </a:cubicBezTo>
                  <a:lnTo>
                    <a:pt x="0" y="5248"/>
                  </a:lnTo>
                  <a:cubicBezTo>
                    <a:pt x="0" y="5610"/>
                    <a:pt x="286" y="5906"/>
                    <a:pt x="649" y="5906"/>
                  </a:cubicBezTo>
                  <a:lnTo>
                    <a:pt x="9826" y="5906"/>
                  </a:lnTo>
                  <a:cubicBezTo>
                    <a:pt x="10189" y="5906"/>
                    <a:pt x="10485" y="5610"/>
                    <a:pt x="10485" y="5248"/>
                  </a:cubicBezTo>
                  <a:lnTo>
                    <a:pt x="10485" y="3607"/>
                  </a:lnTo>
                  <a:cubicBezTo>
                    <a:pt x="10485" y="3025"/>
                    <a:pt x="10093" y="2510"/>
                    <a:pt x="9540" y="2348"/>
                  </a:cubicBezTo>
                  <a:lnTo>
                    <a:pt x="7241" y="1670"/>
                  </a:lnTo>
                  <a:cubicBezTo>
                    <a:pt x="6955" y="1584"/>
                    <a:pt x="6764" y="1336"/>
                    <a:pt x="6764" y="1041"/>
                  </a:cubicBezTo>
                  <a:lnTo>
                    <a:pt x="676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4" name="Google Shape;11854;p64"/>
            <p:cNvSpPr/>
            <p:nvPr/>
          </p:nvSpPr>
          <p:spPr>
            <a:xfrm>
              <a:off x="7606826" y="2667576"/>
              <a:ext cx="274550" cy="106442"/>
            </a:xfrm>
            <a:custGeom>
              <a:avLst/>
              <a:gdLst/>
              <a:ahLst/>
              <a:cxnLst/>
              <a:rect l="l" t="t" r="r" b="b"/>
              <a:pathLst>
                <a:path w="10485" h="4065" extrusionOk="0">
                  <a:moveTo>
                    <a:pt x="2671" y="1"/>
                  </a:moveTo>
                  <a:lnTo>
                    <a:pt x="935" y="507"/>
                  </a:lnTo>
                  <a:cubicBezTo>
                    <a:pt x="382" y="669"/>
                    <a:pt x="0" y="1184"/>
                    <a:pt x="0" y="1766"/>
                  </a:cubicBezTo>
                  <a:lnTo>
                    <a:pt x="0" y="3407"/>
                  </a:lnTo>
                  <a:cubicBezTo>
                    <a:pt x="0" y="3769"/>
                    <a:pt x="286" y="4065"/>
                    <a:pt x="649" y="4065"/>
                  </a:cubicBezTo>
                  <a:lnTo>
                    <a:pt x="9826" y="4065"/>
                  </a:lnTo>
                  <a:cubicBezTo>
                    <a:pt x="10189" y="4065"/>
                    <a:pt x="10485" y="3769"/>
                    <a:pt x="10485" y="3407"/>
                  </a:cubicBezTo>
                  <a:lnTo>
                    <a:pt x="10485" y="1766"/>
                  </a:lnTo>
                  <a:cubicBezTo>
                    <a:pt x="10485" y="1184"/>
                    <a:pt x="10093" y="669"/>
                    <a:pt x="9540" y="507"/>
                  </a:cubicBezTo>
                  <a:lnTo>
                    <a:pt x="7804" y="1"/>
                  </a:lnTo>
                  <a:cubicBezTo>
                    <a:pt x="7556" y="1213"/>
                    <a:pt x="6478" y="2090"/>
                    <a:pt x="5238" y="2090"/>
                  </a:cubicBezTo>
                  <a:cubicBezTo>
                    <a:pt x="3997" y="2090"/>
                    <a:pt x="2919" y="1213"/>
                    <a:pt x="2671"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5" name="Google Shape;11855;p64"/>
            <p:cNvSpPr/>
            <p:nvPr/>
          </p:nvSpPr>
          <p:spPr>
            <a:xfrm>
              <a:off x="7703998" y="2619370"/>
              <a:ext cx="79943" cy="22886"/>
            </a:xfrm>
            <a:custGeom>
              <a:avLst/>
              <a:gdLst/>
              <a:ahLst/>
              <a:cxnLst/>
              <a:rect l="l" t="t" r="r" b="b"/>
              <a:pathLst>
                <a:path w="3053" h="874" extrusionOk="0">
                  <a:moveTo>
                    <a:pt x="0" y="1"/>
                  </a:moveTo>
                  <a:lnTo>
                    <a:pt x="0" y="487"/>
                  </a:lnTo>
                  <a:cubicBezTo>
                    <a:pt x="477" y="745"/>
                    <a:pt x="1002" y="874"/>
                    <a:pt x="1527" y="874"/>
                  </a:cubicBezTo>
                  <a:cubicBezTo>
                    <a:pt x="2051" y="874"/>
                    <a:pt x="2576" y="745"/>
                    <a:pt x="3053" y="487"/>
                  </a:cubicBezTo>
                  <a:lnTo>
                    <a:pt x="3053"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6" name="Google Shape;11856;p64"/>
            <p:cNvSpPr/>
            <p:nvPr/>
          </p:nvSpPr>
          <p:spPr>
            <a:xfrm>
              <a:off x="7647543" y="2470744"/>
              <a:ext cx="192617" cy="160147"/>
            </a:xfrm>
            <a:custGeom>
              <a:avLst/>
              <a:gdLst/>
              <a:ahLst/>
              <a:cxnLst/>
              <a:rect l="l" t="t" r="r" b="b"/>
              <a:pathLst>
                <a:path w="7356" h="6116" extrusionOk="0">
                  <a:moveTo>
                    <a:pt x="840" y="1"/>
                  </a:moveTo>
                  <a:lnTo>
                    <a:pt x="840" y="2405"/>
                  </a:lnTo>
                  <a:lnTo>
                    <a:pt x="735" y="2405"/>
                  </a:lnTo>
                  <a:cubicBezTo>
                    <a:pt x="0" y="2405"/>
                    <a:pt x="0" y="3492"/>
                    <a:pt x="735" y="3492"/>
                  </a:cubicBezTo>
                  <a:lnTo>
                    <a:pt x="849" y="3492"/>
                  </a:lnTo>
                  <a:cubicBezTo>
                    <a:pt x="964" y="4971"/>
                    <a:pt x="2194" y="6116"/>
                    <a:pt x="3683" y="6116"/>
                  </a:cubicBezTo>
                  <a:cubicBezTo>
                    <a:pt x="5161" y="6116"/>
                    <a:pt x="6392" y="4971"/>
                    <a:pt x="6506" y="3492"/>
                  </a:cubicBezTo>
                  <a:lnTo>
                    <a:pt x="6630" y="3492"/>
                  </a:lnTo>
                  <a:cubicBezTo>
                    <a:pt x="7355" y="3492"/>
                    <a:pt x="7355" y="2405"/>
                    <a:pt x="6630" y="2405"/>
                  </a:cubicBezTo>
                  <a:lnTo>
                    <a:pt x="6525" y="2405"/>
                  </a:lnTo>
                  <a:lnTo>
                    <a:pt x="6525"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7" name="Google Shape;11857;p64"/>
            <p:cNvSpPr/>
            <p:nvPr/>
          </p:nvSpPr>
          <p:spPr>
            <a:xfrm>
              <a:off x="7651785" y="2470744"/>
              <a:ext cx="166379" cy="160121"/>
            </a:xfrm>
            <a:custGeom>
              <a:avLst/>
              <a:gdLst/>
              <a:ahLst/>
              <a:cxnLst/>
              <a:rect l="l" t="t" r="r" b="b"/>
              <a:pathLst>
                <a:path w="6354" h="6115" extrusionOk="0">
                  <a:moveTo>
                    <a:pt x="678" y="1"/>
                  </a:moveTo>
                  <a:lnTo>
                    <a:pt x="678" y="2405"/>
                  </a:lnTo>
                  <a:lnTo>
                    <a:pt x="601" y="2405"/>
                  </a:lnTo>
                  <a:cubicBezTo>
                    <a:pt x="595" y="2404"/>
                    <a:pt x="589" y="2404"/>
                    <a:pt x="583" y="2404"/>
                  </a:cubicBezTo>
                  <a:cubicBezTo>
                    <a:pt x="304" y="2404"/>
                    <a:pt x="66" y="2611"/>
                    <a:pt x="29" y="2891"/>
                  </a:cubicBezTo>
                  <a:cubicBezTo>
                    <a:pt x="0" y="3215"/>
                    <a:pt x="248" y="3492"/>
                    <a:pt x="573" y="3492"/>
                  </a:cubicBezTo>
                  <a:lnTo>
                    <a:pt x="687" y="3492"/>
                  </a:lnTo>
                  <a:cubicBezTo>
                    <a:pt x="800" y="4995"/>
                    <a:pt x="2046" y="6115"/>
                    <a:pt x="3499" y="6115"/>
                  </a:cubicBezTo>
                  <a:cubicBezTo>
                    <a:pt x="3650" y="6115"/>
                    <a:pt x="3804" y="6103"/>
                    <a:pt x="3959" y="6077"/>
                  </a:cubicBezTo>
                  <a:cubicBezTo>
                    <a:pt x="2576" y="5868"/>
                    <a:pt x="1555" y="4675"/>
                    <a:pt x="1555" y="3282"/>
                  </a:cubicBezTo>
                  <a:lnTo>
                    <a:pt x="1555" y="1527"/>
                  </a:lnTo>
                  <a:cubicBezTo>
                    <a:pt x="1555" y="1050"/>
                    <a:pt x="1946" y="659"/>
                    <a:pt x="2433" y="659"/>
                  </a:cubicBezTo>
                  <a:lnTo>
                    <a:pt x="3740" y="659"/>
                  </a:lnTo>
                  <a:cubicBezTo>
                    <a:pt x="3932" y="802"/>
                    <a:pt x="4163" y="875"/>
                    <a:pt x="4392" y="875"/>
                  </a:cubicBezTo>
                  <a:cubicBezTo>
                    <a:pt x="4562" y="875"/>
                    <a:pt x="4731" y="835"/>
                    <a:pt x="4885" y="754"/>
                  </a:cubicBezTo>
                  <a:cubicBezTo>
                    <a:pt x="5184" y="972"/>
                    <a:pt x="5547" y="1088"/>
                    <a:pt x="5914" y="1088"/>
                  </a:cubicBezTo>
                  <a:cubicBezTo>
                    <a:pt x="6061" y="1088"/>
                    <a:pt x="6209" y="1069"/>
                    <a:pt x="6354" y="1031"/>
                  </a:cubicBezTo>
                  <a:lnTo>
                    <a:pt x="635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8" name="Google Shape;11858;p64"/>
            <p:cNvSpPr/>
            <p:nvPr/>
          </p:nvSpPr>
          <p:spPr>
            <a:xfrm>
              <a:off x="7654770" y="2419290"/>
              <a:ext cx="174156" cy="114428"/>
            </a:xfrm>
            <a:custGeom>
              <a:avLst/>
              <a:gdLst/>
              <a:ahLst/>
              <a:cxnLst/>
              <a:rect l="l" t="t" r="r" b="b"/>
              <a:pathLst>
                <a:path w="6651" h="4370" extrusionOk="0">
                  <a:moveTo>
                    <a:pt x="1842" y="0"/>
                  </a:moveTo>
                  <a:cubicBezTo>
                    <a:pt x="812" y="0"/>
                    <a:pt x="1" y="897"/>
                    <a:pt x="106" y="1918"/>
                  </a:cubicBezTo>
                  <a:lnTo>
                    <a:pt x="344" y="4370"/>
                  </a:lnTo>
                  <a:lnTo>
                    <a:pt x="564" y="4370"/>
                  </a:lnTo>
                  <a:cubicBezTo>
                    <a:pt x="812" y="4370"/>
                    <a:pt x="1003" y="4169"/>
                    <a:pt x="1003" y="3931"/>
                  </a:cubicBezTo>
                  <a:lnTo>
                    <a:pt x="1003" y="2967"/>
                  </a:lnTo>
                  <a:cubicBezTo>
                    <a:pt x="1003" y="2481"/>
                    <a:pt x="1394" y="2090"/>
                    <a:pt x="1880" y="2090"/>
                  </a:cubicBezTo>
                  <a:lnTo>
                    <a:pt x="5811" y="2090"/>
                  </a:lnTo>
                  <a:lnTo>
                    <a:pt x="5811" y="3931"/>
                  </a:lnTo>
                  <a:cubicBezTo>
                    <a:pt x="5811" y="4169"/>
                    <a:pt x="6011" y="4370"/>
                    <a:pt x="6249" y="4370"/>
                  </a:cubicBezTo>
                  <a:lnTo>
                    <a:pt x="6469" y="4370"/>
                  </a:lnTo>
                  <a:lnTo>
                    <a:pt x="6650" y="2004"/>
                  </a:lnTo>
                  <a:lnTo>
                    <a:pt x="6631" y="2004"/>
                  </a:lnTo>
                  <a:lnTo>
                    <a:pt x="5811"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9" name="Google Shape;11859;p64"/>
            <p:cNvSpPr/>
            <p:nvPr/>
          </p:nvSpPr>
          <p:spPr>
            <a:xfrm>
              <a:off x="7654770" y="2419290"/>
              <a:ext cx="71983" cy="114428"/>
            </a:xfrm>
            <a:custGeom>
              <a:avLst/>
              <a:gdLst/>
              <a:ahLst/>
              <a:cxnLst/>
              <a:rect l="l" t="t" r="r" b="b"/>
              <a:pathLst>
                <a:path w="2749" h="4370" extrusionOk="0">
                  <a:moveTo>
                    <a:pt x="1842" y="0"/>
                  </a:moveTo>
                  <a:cubicBezTo>
                    <a:pt x="812" y="0"/>
                    <a:pt x="1" y="888"/>
                    <a:pt x="106" y="1918"/>
                  </a:cubicBezTo>
                  <a:lnTo>
                    <a:pt x="344" y="4370"/>
                  </a:lnTo>
                  <a:lnTo>
                    <a:pt x="564" y="4370"/>
                  </a:lnTo>
                  <a:cubicBezTo>
                    <a:pt x="812" y="4370"/>
                    <a:pt x="1003" y="4169"/>
                    <a:pt x="1003" y="3931"/>
                  </a:cubicBezTo>
                  <a:lnTo>
                    <a:pt x="1003" y="1756"/>
                  </a:lnTo>
                  <a:cubicBezTo>
                    <a:pt x="1003" y="783"/>
                    <a:pt x="1785" y="0"/>
                    <a:pt x="2748"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0" name="Google Shape;11860;p64"/>
            <p:cNvSpPr/>
            <p:nvPr/>
          </p:nvSpPr>
          <p:spPr>
            <a:xfrm>
              <a:off x="7703998" y="2533640"/>
              <a:ext cx="11495" cy="17308"/>
            </a:xfrm>
            <a:custGeom>
              <a:avLst/>
              <a:gdLst/>
              <a:ahLst/>
              <a:cxnLst/>
              <a:rect l="l" t="t" r="r" b="b"/>
              <a:pathLst>
                <a:path w="439" h="661" extrusionOk="0">
                  <a:moveTo>
                    <a:pt x="220" y="0"/>
                  </a:moveTo>
                  <a:cubicBezTo>
                    <a:pt x="110" y="0"/>
                    <a:pt x="0" y="74"/>
                    <a:pt x="0" y="222"/>
                  </a:cubicBezTo>
                  <a:lnTo>
                    <a:pt x="0" y="441"/>
                  </a:lnTo>
                  <a:cubicBezTo>
                    <a:pt x="0" y="556"/>
                    <a:pt x="96" y="661"/>
                    <a:pt x="220" y="661"/>
                  </a:cubicBezTo>
                  <a:cubicBezTo>
                    <a:pt x="334" y="661"/>
                    <a:pt x="439" y="556"/>
                    <a:pt x="439" y="441"/>
                  </a:cubicBezTo>
                  <a:lnTo>
                    <a:pt x="439" y="222"/>
                  </a:lnTo>
                  <a:cubicBezTo>
                    <a:pt x="439" y="74"/>
                    <a:pt x="329"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1" name="Google Shape;11861;p64"/>
            <p:cNvSpPr/>
            <p:nvPr/>
          </p:nvSpPr>
          <p:spPr>
            <a:xfrm>
              <a:off x="7772681" y="2533640"/>
              <a:ext cx="11260" cy="17308"/>
            </a:xfrm>
            <a:custGeom>
              <a:avLst/>
              <a:gdLst/>
              <a:ahLst/>
              <a:cxnLst/>
              <a:rect l="l" t="t" r="r" b="b"/>
              <a:pathLst>
                <a:path w="430" h="661" extrusionOk="0">
                  <a:moveTo>
                    <a:pt x="215" y="0"/>
                  </a:moveTo>
                  <a:cubicBezTo>
                    <a:pt x="108" y="0"/>
                    <a:pt x="1" y="74"/>
                    <a:pt x="1" y="222"/>
                  </a:cubicBezTo>
                  <a:lnTo>
                    <a:pt x="1" y="441"/>
                  </a:lnTo>
                  <a:cubicBezTo>
                    <a:pt x="1" y="556"/>
                    <a:pt x="96" y="661"/>
                    <a:pt x="220" y="661"/>
                  </a:cubicBezTo>
                  <a:cubicBezTo>
                    <a:pt x="335" y="661"/>
                    <a:pt x="430" y="556"/>
                    <a:pt x="430" y="441"/>
                  </a:cubicBezTo>
                  <a:lnTo>
                    <a:pt x="430" y="222"/>
                  </a:lnTo>
                  <a:cubicBezTo>
                    <a:pt x="430" y="74"/>
                    <a:pt x="323"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2" name="Google Shape;11862;p64"/>
            <p:cNvSpPr/>
            <p:nvPr/>
          </p:nvSpPr>
          <p:spPr>
            <a:xfrm>
              <a:off x="7718714" y="2573598"/>
              <a:ext cx="50720" cy="17334"/>
            </a:xfrm>
            <a:custGeom>
              <a:avLst/>
              <a:gdLst/>
              <a:ahLst/>
              <a:cxnLst/>
              <a:rect l="l" t="t" r="r" b="b"/>
              <a:pathLst>
                <a:path w="1937" h="662" extrusionOk="0">
                  <a:moveTo>
                    <a:pt x="314" y="0"/>
                  </a:moveTo>
                  <a:cubicBezTo>
                    <a:pt x="144" y="0"/>
                    <a:pt x="0" y="221"/>
                    <a:pt x="154" y="375"/>
                  </a:cubicBezTo>
                  <a:cubicBezTo>
                    <a:pt x="372" y="566"/>
                    <a:pt x="643" y="662"/>
                    <a:pt x="924" y="662"/>
                  </a:cubicBezTo>
                  <a:cubicBezTo>
                    <a:pt x="938" y="662"/>
                    <a:pt x="951" y="662"/>
                    <a:pt x="965" y="661"/>
                  </a:cubicBezTo>
                  <a:cubicBezTo>
                    <a:pt x="978" y="662"/>
                    <a:pt x="991" y="662"/>
                    <a:pt x="1005" y="662"/>
                  </a:cubicBezTo>
                  <a:cubicBezTo>
                    <a:pt x="1286" y="662"/>
                    <a:pt x="1557" y="566"/>
                    <a:pt x="1775" y="375"/>
                  </a:cubicBezTo>
                  <a:cubicBezTo>
                    <a:pt x="1936" y="221"/>
                    <a:pt x="1789" y="0"/>
                    <a:pt x="1621" y="0"/>
                  </a:cubicBezTo>
                  <a:cubicBezTo>
                    <a:pt x="1570" y="0"/>
                    <a:pt x="1517" y="21"/>
                    <a:pt x="1470" y="70"/>
                  </a:cubicBezTo>
                  <a:cubicBezTo>
                    <a:pt x="1318" y="170"/>
                    <a:pt x="1141" y="220"/>
                    <a:pt x="966" y="220"/>
                  </a:cubicBezTo>
                  <a:cubicBezTo>
                    <a:pt x="790" y="220"/>
                    <a:pt x="616" y="170"/>
                    <a:pt x="469" y="70"/>
                  </a:cubicBezTo>
                  <a:cubicBezTo>
                    <a:pt x="420" y="21"/>
                    <a:pt x="365" y="0"/>
                    <a:pt x="314"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3" name="Google Shape;11863;p64"/>
            <p:cNvSpPr/>
            <p:nvPr/>
          </p:nvSpPr>
          <p:spPr>
            <a:xfrm>
              <a:off x="7696483" y="2516463"/>
              <a:ext cx="26525" cy="11521"/>
            </a:xfrm>
            <a:custGeom>
              <a:avLst/>
              <a:gdLst/>
              <a:ahLst/>
              <a:cxnLst/>
              <a:rect l="l" t="t" r="r" b="b"/>
              <a:pathLst>
                <a:path w="1013" h="440" extrusionOk="0">
                  <a:moveTo>
                    <a:pt x="287" y="0"/>
                  </a:moveTo>
                  <a:cubicBezTo>
                    <a:pt x="1" y="0"/>
                    <a:pt x="1" y="439"/>
                    <a:pt x="287" y="439"/>
                  </a:cubicBezTo>
                  <a:lnTo>
                    <a:pt x="726" y="439"/>
                  </a:lnTo>
                  <a:cubicBezTo>
                    <a:pt x="1012" y="439"/>
                    <a:pt x="1012" y="0"/>
                    <a:pt x="726"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4" name="Google Shape;11864;p64"/>
            <p:cNvSpPr/>
            <p:nvPr/>
          </p:nvSpPr>
          <p:spPr>
            <a:xfrm>
              <a:off x="7764931" y="2516463"/>
              <a:ext cx="26761" cy="11521"/>
            </a:xfrm>
            <a:custGeom>
              <a:avLst/>
              <a:gdLst/>
              <a:ahLst/>
              <a:cxnLst/>
              <a:rect l="l" t="t" r="r" b="b"/>
              <a:pathLst>
                <a:path w="1022" h="440" extrusionOk="0">
                  <a:moveTo>
                    <a:pt x="297" y="0"/>
                  </a:moveTo>
                  <a:cubicBezTo>
                    <a:pt x="1" y="0"/>
                    <a:pt x="1" y="439"/>
                    <a:pt x="297" y="439"/>
                  </a:cubicBezTo>
                  <a:lnTo>
                    <a:pt x="726" y="439"/>
                  </a:lnTo>
                  <a:cubicBezTo>
                    <a:pt x="1022" y="439"/>
                    <a:pt x="1022" y="0"/>
                    <a:pt x="726"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5" name="Google Shape;11865;p64"/>
            <p:cNvSpPr/>
            <p:nvPr/>
          </p:nvSpPr>
          <p:spPr>
            <a:xfrm>
              <a:off x="7772681" y="2419290"/>
              <a:ext cx="68474" cy="68709"/>
            </a:xfrm>
            <a:custGeom>
              <a:avLst/>
              <a:gdLst/>
              <a:ahLst/>
              <a:cxnLst/>
              <a:rect l="l" t="t" r="r" b="b"/>
              <a:pathLst>
                <a:path w="2615" h="2624" extrusionOk="0">
                  <a:moveTo>
                    <a:pt x="1308" y="0"/>
                  </a:moveTo>
                  <a:cubicBezTo>
                    <a:pt x="583" y="0"/>
                    <a:pt x="1" y="582"/>
                    <a:pt x="1" y="1307"/>
                  </a:cubicBezTo>
                  <a:cubicBezTo>
                    <a:pt x="1" y="2032"/>
                    <a:pt x="583" y="2624"/>
                    <a:pt x="1308" y="2624"/>
                  </a:cubicBezTo>
                  <a:cubicBezTo>
                    <a:pt x="2033" y="2624"/>
                    <a:pt x="2615" y="2032"/>
                    <a:pt x="2615" y="1307"/>
                  </a:cubicBezTo>
                  <a:cubicBezTo>
                    <a:pt x="2615" y="582"/>
                    <a:pt x="2033" y="0"/>
                    <a:pt x="1308"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6" name="Google Shape;11866;p64"/>
            <p:cNvSpPr/>
            <p:nvPr/>
          </p:nvSpPr>
          <p:spPr>
            <a:xfrm>
              <a:off x="7749717" y="2447753"/>
              <a:ext cx="34224" cy="34512"/>
            </a:xfrm>
            <a:custGeom>
              <a:avLst/>
              <a:gdLst/>
              <a:ahLst/>
              <a:cxnLst/>
              <a:rect l="l" t="t" r="r" b="b"/>
              <a:pathLst>
                <a:path w="1307" h="1318" extrusionOk="0">
                  <a:moveTo>
                    <a:pt x="658" y="1"/>
                  </a:moveTo>
                  <a:cubicBezTo>
                    <a:pt x="296" y="1"/>
                    <a:pt x="0" y="297"/>
                    <a:pt x="0" y="659"/>
                  </a:cubicBezTo>
                  <a:cubicBezTo>
                    <a:pt x="0" y="1022"/>
                    <a:pt x="296" y="1317"/>
                    <a:pt x="658" y="1317"/>
                  </a:cubicBezTo>
                  <a:cubicBezTo>
                    <a:pt x="1021" y="1317"/>
                    <a:pt x="1307" y="1022"/>
                    <a:pt x="1307" y="659"/>
                  </a:cubicBezTo>
                  <a:cubicBezTo>
                    <a:pt x="1307" y="297"/>
                    <a:pt x="1021" y="1"/>
                    <a:pt x="658"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7" name="Google Shape;11867;p64"/>
            <p:cNvSpPr/>
            <p:nvPr/>
          </p:nvSpPr>
          <p:spPr>
            <a:xfrm>
              <a:off x="7654770" y="2667576"/>
              <a:ext cx="178398" cy="77717"/>
            </a:xfrm>
            <a:custGeom>
              <a:avLst/>
              <a:gdLst/>
              <a:ahLst/>
              <a:cxnLst/>
              <a:rect l="l" t="t" r="r" b="b"/>
              <a:pathLst>
                <a:path w="6813" h="2968" extrusionOk="0">
                  <a:moveTo>
                    <a:pt x="840" y="1"/>
                  </a:moveTo>
                  <a:lnTo>
                    <a:pt x="1" y="249"/>
                  </a:lnTo>
                  <a:cubicBezTo>
                    <a:pt x="363" y="1833"/>
                    <a:pt x="1775" y="2968"/>
                    <a:pt x="3407" y="2968"/>
                  </a:cubicBezTo>
                  <a:cubicBezTo>
                    <a:pt x="5038" y="2968"/>
                    <a:pt x="6459" y="1833"/>
                    <a:pt x="6812" y="249"/>
                  </a:cubicBezTo>
                  <a:lnTo>
                    <a:pt x="5982" y="1"/>
                  </a:lnTo>
                  <a:cubicBezTo>
                    <a:pt x="5725" y="1213"/>
                    <a:pt x="4656" y="2090"/>
                    <a:pt x="3416" y="2090"/>
                  </a:cubicBezTo>
                  <a:cubicBezTo>
                    <a:pt x="2166" y="2090"/>
                    <a:pt x="1098" y="1213"/>
                    <a:pt x="840"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68" name="Google Shape;11868;p64"/>
          <p:cNvGrpSpPr/>
          <p:nvPr/>
        </p:nvGrpSpPr>
        <p:grpSpPr>
          <a:xfrm>
            <a:off x="7139907" y="2265715"/>
            <a:ext cx="274550" cy="354728"/>
            <a:chOff x="7156182" y="2419290"/>
            <a:chExt cx="274550" cy="354728"/>
          </a:xfrm>
        </p:grpSpPr>
        <p:sp>
          <p:nvSpPr>
            <p:cNvPr id="11869" name="Google Shape;11869;p64"/>
            <p:cNvSpPr/>
            <p:nvPr/>
          </p:nvSpPr>
          <p:spPr>
            <a:xfrm>
              <a:off x="7156182" y="2602402"/>
              <a:ext cx="274550" cy="171616"/>
            </a:xfrm>
            <a:custGeom>
              <a:avLst/>
              <a:gdLst/>
              <a:ahLst/>
              <a:cxnLst/>
              <a:rect l="l" t="t" r="r" b="b"/>
              <a:pathLst>
                <a:path w="10485" h="6554" extrusionOk="0">
                  <a:moveTo>
                    <a:pt x="3711" y="0"/>
                  </a:moveTo>
                  <a:lnTo>
                    <a:pt x="3711" y="1250"/>
                  </a:lnTo>
                  <a:cubicBezTo>
                    <a:pt x="3711" y="1546"/>
                    <a:pt x="3520" y="1803"/>
                    <a:pt x="3244" y="1879"/>
                  </a:cubicBezTo>
                  <a:lnTo>
                    <a:pt x="935" y="2557"/>
                  </a:lnTo>
                  <a:cubicBezTo>
                    <a:pt x="382" y="2719"/>
                    <a:pt x="0" y="3234"/>
                    <a:pt x="0" y="3816"/>
                  </a:cubicBezTo>
                  <a:lnTo>
                    <a:pt x="0" y="5896"/>
                  </a:lnTo>
                  <a:cubicBezTo>
                    <a:pt x="0" y="6258"/>
                    <a:pt x="296" y="6554"/>
                    <a:pt x="658" y="6554"/>
                  </a:cubicBezTo>
                  <a:lnTo>
                    <a:pt x="9826" y="6554"/>
                  </a:lnTo>
                  <a:cubicBezTo>
                    <a:pt x="10189" y="6554"/>
                    <a:pt x="10484" y="6258"/>
                    <a:pt x="10484" y="5896"/>
                  </a:cubicBezTo>
                  <a:lnTo>
                    <a:pt x="10484" y="3826"/>
                  </a:lnTo>
                  <a:cubicBezTo>
                    <a:pt x="10484" y="3234"/>
                    <a:pt x="10103" y="2719"/>
                    <a:pt x="9540" y="2557"/>
                  </a:cubicBezTo>
                  <a:lnTo>
                    <a:pt x="7241" y="1879"/>
                  </a:lnTo>
                  <a:cubicBezTo>
                    <a:pt x="6955" y="1803"/>
                    <a:pt x="6764" y="1546"/>
                    <a:pt x="6764" y="1250"/>
                  </a:cubicBezTo>
                  <a:lnTo>
                    <a:pt x="6764"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0" name="Google Shape;11870;p64"/>
            <p:cNvSpPr/>
            <p:nvPr/>
          </p:nvSpPr>
          <p:spPr>
            <a:xfrm>
              <a:off x="7156182" y="2654353"/>
              <a:ext cx="274550" cy="119665"/>
            </a:xfrm>
            <a:custGeom>
              <a:avLst/>
              <a:gdLst/>
              <a:ahLst/>
              <a:cxnLst/>
              <a:rect l="l" t="t" r="r" b="b"/>
              <a:pathLst>
                <a:path w="10485" h="4570" extrusionOk="0">
                  <a:moveTo>
                    <a:pt x="2881" y="0"/>
                  </a:moveTo>
                  <a:lnTo>
                    <a:pt x="935" y="573"/>
                  </a:lnTo>
                  <a:cubicBezTo>
                    <a:pt x="382" y="735"/>
                    <a:pt x="0" y="1250"/>
                    <a:pt x="0" y="1832"/>
                  </a:cubicBezTo>
                  <a:lnTo>
                    <a:pt x="0" y="3912"/>
                  </a:lnTo>
                  <a:cubicBezTo>
                    <a:pt x="0" y="4274"/>
                    <a:pt x="286" y="4570"/>
                    <a:pt x="649" y="4570"/>
                  </a:cubicBezTo>
                  <a:lnTo>
                    <a:pt x="9826" y="4570"/>
                  </a:lnTo>
                  <a:cubicBezTo>
                    <a:pt x="10189" y="4570"/>
                    <a:pt x="10484" y="4274"/>
                    <a:pt x="10484" y="3912"/>
                  </a:cubicBezTo>
                  <a:lnTo>
                    <a:pt x="10484" y="1842"/>
                  </a:lnTo>
                  <a:cubicBezTo>
                    <a:pt x="10484" y="1250"/>
                    <a:pt x="10103" y="735"/>
                    <a:pt x="9540" y="573"/>
                  </a:cubicBezTo>
                  <a:lnTo>
                    <a:pt x="7594" y="0"/>
                  </a:lnTo>
                  <a:cubicBezTo>
                    <a:pt x="7374" y="1136"/>
                    <a:pt x="6392" y="1946"/>
                    <a:pt x="5238" y="1946"/>
                  </a:cubicBezTo>
                  <a:cubicBezTo>
                    <a:pt x="4093" y="1946"/>
                    <a:pt x="3101" y="1136"/>
                    <a:pt x="2881"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1" name="Google Shape;11871;p64"/>
            <p:cNvSpPr/>
            <p:nvPr/>
          </p:nvSpPr>
          <p:spPr>
            <a:xfrm>
              <a:off x="7253354" y="2602402"/>
              <a:ext cx="80205" cy="28620"/>
            </a:xfrm>
            <a:custGeom>
              <a:avLst/>
              <a:gdLst/>
              <a:ahLst/>
              <a:cxnLst/>
              <a:rect l="l" t="t" r="r" b="b"/>
              <a:pathLst>
                <a:path w="3063" h="1093" extrusionOk="0">
                  <a:moveTo>
                    <a:pt x="0" y="0"/>
                  </a:moveTo>
                  <a:lnTo>
                    <a:pt x="0" y="706"/>
                  </a:lnTo>
                  <a:cubicBezTo>
                    <a:pt x="477" y="964"/>
                    <a:pt x="1002" y="1092"/>
                    <a:pt x="1528" y="1092"/>
                  </a:cubicBezTo>
                  <a:cubicBezTo>
                    <a:pt x="2054" y="1092"/>
                    <a:pt x="2581" y="964"/>
                    <a:pt x="3062" y="706"/>
                  </a:cubicBezTo>
                  <a:lnTo>
                    <a:pt x="3062"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2" name="Google Shape;11872;p64"/>
            <p:cNvSpPr/>
            <p:nvPr/>
          </p:nvSpPr>
          <p:spPr>
            <a:xfrm>
              <a:off x="7197135" y="2487974"/>
              <a:ext cx="192381" cy="131423"/>
            </a:xfrm>
            <a:custGeom>
              <a:avLst/>
              <a:gdLst/>
              <a:ahLst/>
              <a:cxnLst/>
              <a:rect l="l" t="t" r="r" b="b"/>
              <a:pathLst>
                <a:path w="7347" h="5019" extrusionOk="0">
                  <a:moveTo>
                    <a:pt x="840" y="1"/>
                  </a:moveTo>
                  <a:lnTo>
                    <a:pt x="840" y="1308"/>
                  </a:lnTo>
                  <a:lnTo>
                    <a:pt x="726" y="1308"/>
                  </a:lnTo>
                  <a:cubicBezTo>
                    <a:pt x="1" y="1308"/>
                    <a:pt x="1" y="2405"/>
                    <a:pt x="726" y="2405"/>
                  </a:cubicBezTo>
                  <a:lnTo>
                    <a:pt x="850" y="2405"/>
                  </a:lnTo>
                  <a:cubicBezTo>
                    <a:pt x="955" y="3884"/>
                    <a:pt x="2195" y="5019"/>
                    <a:pt x="3674" y="5019"/>
                  </a:cubicBezTo>
                  <a:cubicBezTo>
                    <a:pt x="5152" y="5019"/>
                    <a:pt x="6392" y="3884"/>
                    <a:pt x="6507" y="2405"/>
                  </a:cubicBezTo>
                  <a:lnTo>
                    <a:pt x="6621" y="2405"/>
                  </a:lnTo>
                  <a:cubicBezTo>
                    <a:pt x="7346" y="2405"/>
                    <a:pt x="7346" y="1308"/>
                    <a:pt x="6621" y="1308"/>
                  </a:cubicBezTo>
                  <a:lnTo>
                    <a:pt x="6516" y="1308"/>
                  </a:lnTo>
                  <a:lnTo>
                    <a:pt x="6516" y="1"/>
                  </a:ln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3" name="Google Shape;11873;p64"/>
            <p:cNvSpPr/>
            <p:nvPr/>
          </p:nvSpPr>
          <p:spPr>
            <a:xfrm>
              <a:off x="7201141" y="2499469"/>
              <a:ext cx="155408" cy="120163"/>
            </a:xfrm>
            <a:custGeom>
              <a:avLst/>
              <a:gdLst/>
              <a:ahLst/>
              <a:cxnLst/>
              <a:rect l="l" t="t" r="r" b="b"/>
              <a:pathLst>
                <a:path w="5935" h="4589" extrusionOk="0">
                  <a:moveTo>
                    <a:pt x="687" y="1"/>
                  </a:moveTo>
                  <a:lnTo>
                    <a:pt x="687" y="878"/>
                  </a:lnTo>
                  <a:lnTo>
                    <a:pt x="601" y="878"/>
                  </a:lnTo>
                  <a:cubicBezTo>
                    <a:pt x="595" y="878"/>
                    <a:pt x="589" y="878"/>
                    <a:pt x="583" y="878"/>
                  </a:cubicBezTo>
                  <a:cubicBezTo>
                    <a:pt x="304" y="878"/>
                    <a:pt x="66" y="1085"/>
                    <a:pt x="29" y="1365"/>
                  </a:cubicBezTo>
                  <a:cubicBezTo>
                    <a:pt x="0" y="1689"/>
                    <a:pt x="248" y="1966"/>
                    <a:pt x="573" y="1966"/>
                  </a:cubicBezTo>
                  <a:lnTo>
                    <a:pt x="697" y="1966"/>
                  </a:lnTo>
                  <a:cubicBezTo>
                    <a:pt x="800" y="3469"/>
                    <a:pt x="2046" y="4589"/>
                    <a:pt x="3499" y="4589"/>
                  </a:cubicBezTo>
                  <a:cubicBezTo>
                    <a:pt x="3650" y="4589"/>
                    <a:pt x="3804" y="4576"/>
                    <a:pt x="3959" y="4551"/>
                  </a:cubicBezTo>
                  <a:cubicBezTo>
                    <a:pt x="2576" y="4341"/>
                    <a:pt x="1555" y="3149"/>
                    <a:pt x="1555" y="1746"/>
                  </a:cubicBezTo>
                  <a:cubicBezTo>
                    <a:pt x="1555" y="1269"/>
                    <a:pt x="1946" y="878"/>
                    <a:pt x="2433" y="878"/>
                  </a:cubicBezTo>
                  <a:lnTo>
                    <a:pt x="5486" y="878"/>
                  </a:lnTo>
                  <a:cubicBezTo>
                    <a:pt x="5734" y="878"/>
                    <a:pt x="5934" y="678"/>
                    <a:pt x="5934" y="430"/>
                  </a:cubicBezTo>
                  <a:lnTo>
                    <a:pt x="5934"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4" name="Google Shape;11874;p64"/>
            <p:cNvSpPr/>
            <p:nvPr/>
          </p:nvSpPr>
          <p:spPr>
            <a:xfrm>
              <a:off x="7253354" y="2522328"/>
              <a:ext cx="11495" cy="17125"/>
            </a:xfrm>
            <a:custGeom>
              <a:avLst/>
              <a:gdLst/>
              <a:ahLst/>
              <a:cxnLst/>
              <a:rect l="l" t="t" r="r" b="b"/>
              <a:pathLst>
                <a:path w="439" h="654" extrusionOk="0">
                  <a:moveTo>
                    <a:pt x="216" y="1"/>
                  </a:moveTo>
                  <a:cubicBezTo>
                    <a:pt x="107" y="1"/>
                    <a:pt x="0" y="72"/>
                    <a:pt x="0" y="215"/>
                  </a:cubicBezTo>
                  <a:lnTo>
                    <a:pt x="0" y="435"/>
                  </a:lnTo>
                  <a:cubicBezTo>
                    <a:pt x="0" y="559"/>
                    <a:pt x="96" y="654"/>
                    <a:pt x="220" y="654"/>
                  </a:cubicBezTo>
                  <a:cubicBezTo>
                    <a:pt x="334" y="654"/>
                    <a:pt x="439" y="559"/>
                    <a:pt x="439" y="435"/>
                  </a:cubicBezTo>
                  <a:lnTo>
                    <a:pt x="439" y="215"/>
                  </a:lnTo>
                  <a:cubicBezTo>
                    <a:pt x="434" y="72"/>
                    <a:pt x="324" y="1"/>
                    <a:pt x="216"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5" name="Google Shape;11875;p64"/>
            <p:cNvSpPr/>
            <p:nvPr/>
          </p:nvSpPr>
          <p:spPr>
            <a:xfrm>
              <a:off x="7322038" y="2522328"/>
              <a:ext cx="11260" cy="17125"/>
            </a:xfrm>
            <a:custGeom>
              <a:avLst/>
              <a:gdLst/>
              <a:ahLst/>
              <a:cxnLst/>
              <a:rect l="l" t="t" r="r" b="b"/>
              <a:pathLst>
                <a:path w="430" h="654" extrusionOk="0">
                  <a:moveTo>
                    <a:pt x="215" y="1"/>
                  </a:moveTo>
                  <a:cubicBezTo>
                    <a:pt x="108" y="1"/>
                    <a:pt x="1" y="72"/>
                    <a:pt x="1" y="215"/>
                  </a:cubicBezTo>
                  <a:lnTo>
                    <a:pt x="1" y="435"/>
                  </a:lnTo>
                  <a:cubicBezTo>
                    <a:pt x="1" y="559"/>
                    <a:pt x="96" y="654"/>
                    <a:pt x="220" y="654"/>
                  </a:cubicBezTo>
                  <a:cubicBezTo>
                    <a:pt x="335" y="654"/>
                    <a:pt x="430" y="559"/>
                    <a:pt x="430" y="435"/>
                  </a:cubicBezTo>
                  <a:lnTo>
                    <a:pt x="430" y="215"/>
                  </a:lnTo>
                  <a:cubicBezTo>
                    <a:pt x="430" y="72"/>
                    <a:pt x="323"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6" name="Google Shape;11876;p64"/>
            <p:cNvSpPr/>
            <p:nvPr/>
          </p:nvSpPr>
          <p:spPr>
            <a:xfrm>
              <a:off x="7197109" y="2657574"/>
              <a:ext cx="191439" cy="81750"/>
            </a:xfrm>
            <a:custGeom>
              <a:avLst/>
              <a:gdLst/>
              <a:ahLst/>
              <a:cxnLst/>
              <a:rect l="l" t="t" r="r" b="b"/>
              <a:pathLst>
                <a:path w="7311" h="3122" extrusionOk="0">
                  <a:moveTo>
                    <a:pt x="257" y="0"/>
                  </a:moveTo>
                  <a:cubicBezTo>
                    <a:pt x="130" y="0"/>
                    <a:pt x="1" y="102"/>
                    <a:pt x="40" y="268"/>
                  </a:cubicBezTo>
                  <a:cubicBezTo>
                    <a:pt x="59" y="335"/>
                    <a:pt x="78" y="402"/>
                    <a:pt x="97" y="459"/>
                  </a:cubicBezTo>
                  <a:cubicBezTo>
                    <a:pt x="116" y="555"/>
                    <a:pt x="202" y="621"/>
                    <a:pt x="307" y="621"/>
                  </a:cubicBezTo>
                  <a:cubicBezTo>
                    <a:pt x="326" y="621"/>
                    <a:pt x="345" y="621"/>
                    <a:pt x="364" y="612"/>
                  </a:cubicBezTo>
                  <a:cubicBezTo>
                    <a:pt x="479" y="574"/>
                    <a:pt x="545" y="450"/>
                    <a:pt x="517" y="335"/>
                  </a:cubicBezTo>
                  <a:cubicBezTo>
                    <a:pt x="498" y="288"/>
                    <a:pt x="479" y="230"/>
                    <a:pt x="469" y="173"/>
                  </a:cubicBezTo>
                  <a:cubicBezTo>
                    <a:pt x="441" y="53"/>
                    <a:pt x="350" y="0"/>
                    <a:pt x="257" y="0"/>
                  </a:cubicBezTo>
                  <a:close/>
                  <a:moveTo>
                    <a:pt x="7052" y="3"/>
                  </a:moveTo>
                  <a:cubicBezTo>
                    <a:pt x="6962" y="3"/>
                    <a:pt x="6875" y="55"/>
                    <a:pt x="6851" y="173"/>
                  </a:cubicBezTo>
                  <a:cubicBezTo>
                    <a:pt x="6813" y="307"/>
                    <a:pt x="6775" y="440"/>
                    <a:pt x="6727" y="564"/>
                  </a:cubicBezTo>
                  <a:cubicBezTo>
                    <a:pt x="6670" y="707"/>
                    <a:pt x="6785" y="860"/>
                    <a:pt x="6937" y="860"/>
                  </a:cubicBezTo>
                  <a:cubicBezTo>
                    <a:pt x="7023" y="860"/>
                    <a:pt x="7109" y="803"/>
                    <a:pt x="7138" y="717"/>
                  </a:cubicBezTo>
                  <a:cubicBezTo>
                    <a:pt x="7195" y="574"/>
                    <a:pt x="7233" y="421"/>
                    <a:pt x="7271" y="268"/>
                  </a:cubicBezTo>
                  <a:cubicBezTo>
                    <a:pt x="7310" y="106"/>
                    <a:pt x="7179" y="3"/>
                    <a:pt x="7052" y="3"/>
                  </a:cubicBezTo>
                  <a:close/>
                  <a:moveTo>
                    <a:pt x="656" y="976"/>
                  </a:moveTo>
                  <a:cubicBezTo>
                    <a:pt x="503" y="976"/>
                    <a:pt x="354" y="1140"/>
                    <a:pt x="460" y="1318"/>
                  </a:cubicBezTo>
                  <a:cubicBezTo>
                    <a:pt x="545" y="1451"/>
                    <a:pt x="631" y="1575"/>
                    <a:pt x="727" y="1699"/>
                  </a:cubicBezTo>
                  <a:cubicBezTo>
                    <a:pt x="765" y="1747"/>
                    <a:pt x="832" y="1785"/>
                    <a:pt x="898" y="1785"/>
                  </a:cubicBezTo>
                  <a:cubicBezTo>
                    <a:pt x="1080" y="1785"/>
                    <a:pt x="1185" y="1575"/>
                    <a:pt x="1070" y="1432"/>
                  </a:cubicBezTo>
                  <a:cubicBezTo>
                    <a:pt x="984" y="1318"/>
                    <a:pt x="908" y="1203"/>
                    <a:pt x="841" y="1089"/>
                  </a:cubicBezTo>
                  <a:cubicBezTo>
                    <a:pt x="794" y="1009"/>
                    <a:pt x="725" y="976"/>
                    <a:pt x="656" y="976"/>
                  </a:cubicBezTo>
                  <a:close/>
                  <a:moveTo>
                    <a:pt x="6523" y="1184"/>
                  </a:moveTo>
                  <a:cubicBezTo>
                    <a:pt x="6458" y="1184"/>
                    <a:pt x="6393" y="1215"/>
                    <a:pt x="6346" y="1289"/>
                  </a:cubicBezTo>
                  <a:cubicBezTo>
                    <a:pt x="6269" y="1404"/>
                    <a:pt x="6184" y="1509"/>
                    <a:pt x="6098" y="1604"/>
                  </a:cubicBezTo>
                  <a:cubicBezTo>
                    <a:pt x="5964" y="1747"/>
                    <a:pt x="6069" y="1976"/>
                    <a:pt x="6260" y="1976"/>
                  </a:cubicBezTo>
                  <a:cubicBezTo>
                    <a:pt x="6317" y="1967"/>
                    <a:pt x="6374" y="1947"/>
                    <a:pt x="6422" y="1900"/>
                  </a:cubicBezTo>
                  <a:cubicBezTo>
                    <a:pt x="6517" y="1785"/>
                    <a:pt x="6622" y="1661"/>
                    <a:pt x="6708" y="1537"/>
                  </a:cubicBezTo>
                  <a:cubicBezTo>
                    <a:pt x="6837" y="1368"/>
                    <a:pt x="6682" y="1184"/>
                    <a:pt x="6523" y="1184"/>
                  </a:cubicBezTo>
                  <a:close/>
                  <a:moveTo>
                    <a:pt x="1519" y="1958"/>
                  </a:moveTo>
                  <a:cubicBezTo>
                    <a:pt x="1336" y="1958"/>
                    <a:pt x="1190" y="2209"/>
                    <a:pt x="1375" y="2348"/>
                  </a:cubicBezTo>
                  <a:cubicBezTo>
                    <a:pt x="1499" y="2444"/>
                    <a:pt x="1633" y="2529"/>
                    <a:pt x="1767" y="2615"/>
                  </a:cubicBezTo>
                  <a:cubicBezTo>
                    <a:pt x="1795" y="2634"/>
                    <a:pt x="1833" y="2644"/>
                    <a:pt x="1871" y="2644"/>
                  </a:cubicBezTo>
                  <a:cubicBezTo>
                    <a:pt x="2100" y="2644"/>
                    <a:pt x="2177" y="2348"/>
                    <a:pt x="1986" y="2243"/>
                  </a:cubicBezTo>
                  <a:cubicBezTo>
                    <a:pt x="1871" y="2167"/>
                    <a:pt x="1757" y="2091"/>
                    <a:pt x="1652" y="2005"/>
                  </a:cubicBezTo>
                  <a:cubicBezTo>
                    <a:pt x="1608" y="1972"/>
                    <a:pt x="1563" y="1958"/>
                    <a:pt x="1519" y="1958"/>
                  </a:cubicBezTo>
                  <a:close/>
                  <a:moveTo>
                    <a:pt x="5576" y="2098"/>
                  </a:moveTo>
                  <a:cubicBezTo>
                    <a:pt x="5542" y="2098"/>
                    <a:pt x="5509" y="2110"/>
                    <a:pt x="5478" y="2138"/>
                  </a:cubicBezTo>
                  <a:cubicBezTo>
                    <a:pt x="5363" y="2215"/>
                    <a:pt x="5249" y="2291"/>
                    <a:pt x="5125" y="2348"/>
                  </a:cubicBezTo>
                  <a:cubicBezTo>
                    <a:pt x="4918" y="2452"/>
                    <a:pt x="4989" y="2759"/>
                    <a:pt x="5210" y="2759"/>
                  </a:cubicBezTo>
                  <a:cubicBezTo>
                    <a:pt x="5213" y="2759"/>
                    <a:pt x="5217" y="2759"/>
                    <a:pt x="5220" y="2758"/>
                  </a:cubicBezTo>
                  <a:cubicBezTo>
                    <a:pt x="5258" y="2758"/>
                    <a:pt x="5287" y="2758"/>
                    <a:pt x="5315" y="2739"/>
                  </a:cubicBezTo>
                  <a:cubicBezTo>
                    <a:pt x="5458" y="2673"/>
                    <a:pt x="5592" y="2587"/>
                    <a:pt x="5716" y="2501"/>
                  </a:cubicBezTo>
                  <a:cubicBezTo>
                    <a:pt x="5916" y="2413"/>
                    <a:pt x="5748" y="2098"/>
                    <a:pt x="5576" y="2098"/>
                  </a:cubicBezTo>
                  <a:close/>
                  <a:moveTo>
                    <a:pt x="2657" y="2556"/>
                  </a:moveTo>
                  <a:cubicBezTo>
                    <a:pt x="2426" y="2556"/>
                    <a:pt x="2355" y="2918"/>
                    <a:pt x="2616" y="2987"/>
                  </a:cubicBezTo>
                  <a:cubicBezTo>
                    <a:pt x="2759" y="3026"/>
                    <a:pt x="2911" y="3064"/>
                    <a:pt x="3064" y="3092"/>
                  </a:cubicBezTo>
                  <a:lnTo>
                    <a:pt x="3093" y="3092"/>
                  </a:lnTo>
                  <a:cubicBezTo>
                    <a:pt x="3369" y="3092"/>
                    <a:pt x="3398" y="2692"/>
                    <a:pt x="3131" y="2653"/>
                  </a:cubicBezTo>
                  <a:cubicBezTo>
                    <a:pt x="2997" y="2634"/>
                    <a:pt x="2864" y="2606"/>
                    <a:pt x="2730" y="2568"/>
                  </a:cubicBezTo>
                  <a:cubicBezTo>
                    <a:pt x="2704" y="2560"/>
                    <a:pt x="2680" y="2556"/>
                    <a:pt x="2657" y="2556"/>
                  </a:cubicBezTo>
                  <a:close/>
                  <a:moveTo>
                    <a:pt x="4410" y="2618"/>
                  </a:moveTo>
                  <a:cubicBezTo>
                    <a:pt x="4392" y="2618"/>
                    <a:pt x="4372" y="2620"/>
                    <a:pt x="4352" y="2625"/>
                  </a:cubicBezTo>
                  <a:cubicBezTo>
                    <a:pt x="4218" y="2653"/>
                    <a:pt x="4085" y="2673"/>
                    <a:pt x="3951" y="2682"/>
                  </a:cubicBezTo>
                  <a:cubicBezTo>
                    <a:pt x="3659" y="2692"/>
                    <a:pt x="3674" y="3121"/>
                    <a:pt x="3961" y="3121"/>
                  </a:cubicBezTo>
                  <a:cubicBezTo>
                    <a:pt x="3964" y="3121"/>
                    <a:pt x="3967" y="3121"/>
                    <a:pt x="3970" y="3121"/>
                  </a:cubicBezTo>
                  <a:lnTo>
                    <a:pt x="3989" y="3111"/>
                  </a:lnTo>
                  <a:cubicBezTo>
                    <a:pt x="4142" y="3102"/>
                    <a:pt x="4295" y="3083"/>
                    <a:pt x="4447" y="3045"/>
                  </a:cubicBezTo>
                  <a:cubicBezTo>
                    <a:pt x="4713" y="2991"/>
                    <a:pt x="4650" y="2618"/>
                    <a:pt x="4410" y="2618"/>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7" name="Google Shape;11877;p64"/>
            <p:cNvSpPr/>
            <p:nvPr/>
          </p:nvSpPr>
          <p:spPr>
            <a:xfrm>
              <a:off x="7159926" y="2476478"/>
              <a:ext cx="64729" cy="11521"/>
            </a:xfrm>
            <a:custGeom>
              <a:avLst/>
              <a:gdLst/>
              <a:ahLst/>
              <a:cxnLst/>
              <a:rect l="l" t="t" r="r" b="b"/>
              <a:pathLst>
                <a:path w="2472" h="440" extrusionOk="0">
                  <a:moveTo>
                    <a:pt x="286" y="1"/>
                  </a:moveTo>
                  <a:cubicBezTo>
                    <a:pt x="0" y="1"/>
                    <a:pt x="0" y="440"/>
                    <a:pt x="286" y="440"/>
                  </a:cubicBezTo>
                  <a:lnTo>
                    <a:pt x="2471" y="440"/>
                  </a:lnTo>
                  <a:lnTo>
                    <a:pt x="2471" y="1"/>
                  </a:ln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8" name="Google Shape;11878;p64"/>
            <p:cNvSpPr/>
            <p:nvPr/>
          </p:nvSpPr>
          <p:spPr>
            <a:xfrm>
              <a:off x="7285824" y="2562182"/>
              <a:ext cx="26499" cy="11495"/>
            </a:xfrm>
            <a:custGeom>
              <a:avLst/>
              <a:gdLst/>
              <a:ahLst/>
              <a:cxnLst/>
              <a:rect l="l" t="t" r="r" b="b"/>
              <a:pathLst>
                <a:path w="1012" h="439" extrusionOk="0">
                  <a:moveTo>
                    <a:pt x="287" y="0"/>
                  </a:moveTo>
                  <a:cubicBezTo>
                    <a:pt x="0" y="0"/>
                    <a:pt x="0" y="439"/>
                    <a:pt x="287" y="439"/>
                  </a:cubicBezTo>
                  <a:lnTo>
                    <a:pt x="725" y="439"/>
                  </a:lnTo>
                  <a:cubicBezTo>
                    <a:pt x="1012" y="439"/>
                    <a:pt x="1012" y="0"/>
                    <a:pt x="72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9" name="Google Shape;11879;p64"/>
            <p:cNvSpPr/>
            <p:nvPr/>
          </p:nvSpPr>
          <p:spPr>
            <a:xfrm>
              <a:off x="7220623" y="2654589"/>
              <a:ext cx="145405" cy="62242"/>
            </a:xfrm>
            <a:custGeom>
              <a:avLst/>
              <a:gdLst/>
              <a:ahLst/>
              <a:cxnLst/>
              <a:rect l="l" t="t" r="r" b="b"/>
              <a:pathLst>
                <a:path w="5553" h="2377" extrusionOk="0">
                  <a:moveTo>
                    <a:pt x="420" y="1"/>
                  </a:moveTo>
                  <a:lnTo>
                    <a:pt x="0" y="115"/>
                  </a:lnTo>
                  <a:cubicBezTo>
                    <a:pt x="277" y="1432"/>
                    <a:pt x="1431" y="2376"/>
                    <a:pt x="2777" y="2376"/>
                  </a:cubicBezTo>
                  <a:cubicBezTo>
                    <a:pt x="4122" y="2376"/>
                    <a:pt x="5276" y="1432"/>
                    <a:pt x="5553" y="115"/>
                  </a:cubicBezTo>
                  <a:lnTo>
                    <a:pt x="5133" y="1"/>
                  </a:lnTo>
                  <a:cubicBezTo>
                    <a:pt x="4913" y="1127"/>
                    <a:pt x="3931" y="1947"/>
                    <a:pt x="2777" y="1947"/>
                  </a:cubicBezTo>
                  <a:cubicBezTo>
                    <a:pt x="1632" y="1947"/>
                    <a:pt x="640" y="1127"/>
                    <a:pt x="420" y="1"/>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0" name="Google Shape;11880;p64"/>
            <p:cNvSpPr/>
            <p:nvPr/>
          </p:nvSpPr>
          <p:spPr>
            <a:xfrm>
              <a:off x="7218869" y="2487974"/>
              <a:ext cx="148914" cy="22755"/>
            </a:xfrm>
            <a:custGeom>
              <a:avLst/>
              <a:gdLst/>
              <a:ahLst/>
              <a:cxnLst/>
              <a:rect l="l" t="t" r="r" b="b"/>
              <a:pathLst>
                <a:path w="5687" h="869" extrusionOk="0">
                  <a:moveTo>
                    <a:pt x="1" y="1"/>
                  </a:moveTo>
                  <a:lnTo>
                    <a:pt x="1" y="869"/>
                  </a:lnTo>
                  <a:lnTo>
                    <a:pt x="5686" y="869"/>
                  </a:lnTo>
                  <a:lnTo>
                    <a:pt x="5686" y="1"/>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1" name="Google Shape;11881;p64"/>
            <p:cNvSpPr/>
            <p:nvPr/>
          </p:nvSpPr>
          <p:spPr>
            <a:xfrm>
              <a:off x="7213370" y="2419290"/>
              <a:ext cx="159912" cy="68709"/>
            </a:xfrm>
            <a:custGeom>
              <a:avLst/>
              <a:gdLst/>
              <a:ahLst/>
              <a:cxnLst/>
              <a:rect l="l" t="t" r="r" b="b"/>
              <a:pathLst>
                <a:path w="6107" h="2624" extrusionOk="0">
                  <a:moveTo>
                    <a:pt x="2615" y="0"/>
                  </a:moveTo>
                  <a:cubicBezTo>
                    <a:pt x="1260" y="0"/>
                    <a:pt x="134" y="1031"/>
                    <a:pt x="10" y="2385"/>
                  </a:cubicBezTo>
                  <a:cubicBezTo>
                    <a:pt x="1" y="2509"/>
                    <a:pt x="96" y="2624"/>
                    <a:pt x="220" y="2624"/>
                  </a:cubicBezTo>
                  <a:lnTo>
                    <a:pt x="5877" y="2624"/>
                  </a:lnTo>
                  <a:cubicBezTo>
                    <a:pt x="6011" y="2624"/>
                    <a:pt x="6106" y="2509"/>
                    <a:pt x="6097" y="2385"/>
                  </a:cubicBezTo>
                  <a:cubicBezTo>
                    <a:pt x="6097" y="2318"/>
                    <a:pt x="6087" y="2252"/>
                    <a:pt x="6068" y="2185"/>
                  </a:cubicBezTo>
                  <a:cubicBezTo>
                    <a:pt x="6049" y="2061"/>
                    <a:pt x="5944" y="1966"/>
                    <a:pt x="5820" y="1966"/>
                  </a:cubicBezTo>
                  <a:lnTo>
                    <a:pt x="5343" y="1966"/>
                  </a:lnTo>
                  <a:cubicBezTo>
                    <a:pt x="5162" y="1966"/>
                    <a:pt x="5019" y="1822"/>
                    <a:pt x="5019" y="1641"/>
                  </a:cubicBezTo>
                  <a:cubicBezTo>
                    <a:pt x="5019" y="1460"/>
                    <a:pt x="5171" y="1307"/>
                    <a:pt x="5353" y="1307"/>
                  </a:cubicBezTo>
                  <a:lnTo>
                    <a:pt x="5553" y="1307"/>
                  </a:lnTo>
                  <a:cubicBezTo>
                    <a:pt x="5639" y="1298"/>
                    <a:pt x="5687" y="1202"/>
                    <a:pt x="5648" y="1126"/>
                  </a:cubicBezTo>
                  <a:cubicBezTo>
                    <a:pt x="5152" y="420"/>
                    <a:pt x="4351" y="0"/>
                    <a:pt x="3492"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2" name="Google Shape;11882;p64"/>
            <p:cNvSpPr/>
            <p:nvPr/>
          </p:nvSpPr>
          <p:spPr>
            <a:xfrm>
              <a:off x="7213370" y="2419290"/>
              <a:ext cx="100210" cy="68709"/>
            </a:xfrm>
            <a:custGeom>
              <a:avLst/>
              <a:gdLst/>
              <a:ahLst/>
              <a:cxnLst/>
              <a:rect l="l" t="t" r="r" b="b"/>
              <a:pathLst>
                <a:path w="3827" h="2624" extrusionOk="0">
                  <a:moveTo>
                    <a:pt x="2615" y="0"/>
                  </a:moveTo>
                  <a:cubicBezTo>
                    <a:pt x="1260" y="0"/>
                    <a:pt x="134" y="1031"/>
                    <a:pt x="10" y="2385"/>
                  </a:cubicBezTo>
                  <a:cubicBezTo>
                    <a:pt x="1" y="2509"/>
                    <a:pt x="96" y="2624"/>
                    <a:pt x="220" y="2624"/>
                  </a:cubicBezTo>
                  <a:lnTo>
                    <a:pt x="1766" y="2624"/>
                  </a:lnTo>
                  <a:cubicBezTo>
                    <a:pt x="1632" y="2624"/>
                    <a:pt x="1537" y="2509"/>
                    <a:pt x="1546" y="2376"/>
                  </a:cubicBezTo>
                  <a:cubicBezTo>
                    <a:pt x="1661" y="1155"/>
                    <a:pt x="2605" y="182"/>
                    <a:pt x="3826" y="29"/>
                  </a:cubicBezTo>
                  <a:cubicBezTo>
                    <a:pt x="3712" y="10"/>
                    <a:pt x="3607" y="0"/>
                    <a:pt x="3492"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3" name="Google Shape;11883;p64"/>
            <p:cNvSpPr/>
            <p:nvPr/>
          </p:nvSpPr>
          <p:spPr>
            <a:xfrm>
              <a:off x="7341781" y="2453514"/>
              <a:ext cx="23514" cy="17256"/>
            </a:xfrm>
            <a:custGeom>
              <a:avLst/>
              <a:gdLst/>
              <a:ahLst/>
              <a:cxnLst/>
              <a:rect l="l" t="t" r="r" b="b"/>
              <a:pathLst>
                <a:path w="898" h="659" extrusionOk="0">
                  <a:moveTo>
                    <a:pt x="439" y="0"/>
                  </a:moveTo>
                  <a:cubicBezTo>
                    <a:pt x="0" y="0"/>
                    <a:pt x="0" y="659"/>
                    <a:pt x="439" y="659"/>
                  </a:cubicBezTo>
                  <a:lnTo>
                    <a:pt x="897" y="659"/>
                  </a:lnTo>
                  <a:cubicBezTo>
                    <a:pt x="840" y="430"/>
                    <a:pt x="754" y="210"/>
                    <a:pt x="630"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84" name="Google Shape;11884;p64"/>
          <p:cNvGrpSpPr/>
          <p:nvPr/>
        </p:nvGrpSpPr>
        <p:grpSpPr>
          <a:xfrm>
            <a:off x="6689001" y="2265715"/>
            <a:ext cx="274812" cy="354728"/>
            <a:chOff x="6705276" y="2419290"/>
            <a:chExt cx="274812" cy="354728"/>
          </a:xfrm>
        </p:grpSpPr>
        <p:sp>
          <p:nvSpPr>
            <p:cNvPr id="11885" name="Google Shape;11885;p64"/>
            <p:cNvSpPr/>
            <p:nvPr/>
          </p:nvSpPr>
          <p:spPr>
            <a:xfrm>
              <a:off x="6705538" y="2608136"/>
              <a:ext cx="274550" cy="165882"/>
            </a:xfrm>
            <a:custGeom>
              <a:avLst/>
              <a:gdLst/>
              <a:ahLst/>
              <a:cxnLst/>
              <a:rect l="l" t="t" r="r" b="b"/>
              <a:pathLst>
                <a:path w="10485" h="6335" extrusionOk="0">
                  <a:moveTo>
                    <a:pt x="3711" y="0"/>
                  </a:moveTo>
                  <a:lnTo>
                    <a:pt x="3711" y="1031"/>
                  </a:lnTo>
                  <a:cubicBezTo>
                    <a:pt x="3711" y="1327"/>
                    <a:pt x="3520" y="1584"/>
                    <a:pt x="3244" y="1660"/>
                  </a:cubicBezTo>
                  <a:lnTo>
                    <a:pt x="935" y="2338"/>
                  </a:lnTo>
                  <a:cubicBezTo>
                    <a:pt x="382" y="2500"/>
                    <a:pt x="0" y="3015"/>
                    <a:pt x="0" y="3597"/>
                  </a:cubicBezTo>
                  <a:lnTo>
                    <a:pt x="0" y="5238"/>
                  </a:lnTo>
                  <a:cubicBezTo>
                    <a:pt x="0" y="5600"/>
                    <a:pt x="286" y="6335"/>
                    <a:pt x="649" y="6335"/>
                  </a:cubicBezTo>
                  <a:lnTo>
                    <a:pt x="9836" y="6335"/>
                  </a:lnTo>
                  <a:cubicBezTo>
                    <a:pt x="10189" y="6335"/>
                    <a:pt x="10484" y="5600"/>
                    <a:pt x="10484" y="5238"/>
                  </a:cubicBezTo>
                  <a:lnTo>
                    <a:pt x="10484" y="3607"/>
                  </a:lnTo>
                  <a:cubicBezTo>
                    <a:pt x="10484" y="3015"/>
                    <a:pt x="10103" y="2500"/>
                    <a:pt x="9540" y="2338"/>
                  </a:cubicBezTo>
                  <a:lnTo>
                    <a:pt x="7241" y="1660"/>
                  </a:lnTo>
                  <a:cubicBezTo>
                    <a:pt x="6955" y="1584"/>
                    <a:pt x="6764" y="1327"/>
                    <a:pt x="6764" y="1031"/>
                  </a:cubicBezTo>
                  <a:lnTo>
                    <a:pt x="6764"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6" name="Google Shape;11886;p64"/>
            <p:cNvSpPr/>
            <p:nvPr/>
          </p:nvSpPr>
          <p:spPr>
            <a:xfrm>
              <a:off x="6705276" y="2651604"/>
              <a:ext cx="274812" cy="122415"/>
            </a:xfrm>
            <a:custGeom>
              <a:avLst/>
              <a:gdLst/>
              <a:ahLst/>
              <a:cxnLst/>
              <a:rect l="l" t="t" r="r" b="b"/>
              <a:pathLst>
                <a:path w="10495" h="4675" extrusionOk="0">
                  <a:moveTo>
                    <a:pt x="3244" y="0"/>
                  </a:moveTo>
                  <a:lnTo>
                    <a:pt x="945" y="678"/>
                  </a:lnTo>
                  <a:cubicBezTo>
                    <a:pt x="392" y="840"/>
                    <a:pt x="0" y="1355"/>
                    <a:pt x="0" y="1937"/>
                  </a:cubicBezTo>
                  <a:lnTo>
                    <a:pt x="0" y="4017"/>
                  </a:lnTo>
                  <a:cubicBezTo>
                    <a:pt x="0" y="4379"/>
                    <a:pt x="296" y="4675"/>
                    <a:pt x="659" y="4675"/>
                  </a:cubicBezTo>
                  <a:lnTo>
                    <a:pt x="9846" y="4675"/>
                  </a:lnTo>
                  <a:cubicBezTo>
                    <a:pt x="10199" y="4675"/>
                    <a:pt x="10494" y="4379"/>
                    <a:pt x="10494" y="4017"/>
                  </a:cubicBezTo>
                  <a:lnTo>
                    <a:pt x="10494" y="1947"/>
                  </a:lnTo>
                  <a:cubicBezTo>
                    <a:pt x="10494" y="1355"/>
                    <a:pt x="10113" y="840"/>
                    <a:pt x="9550" y="678"/>
                  </a:cubicBezTo>
                  <a:lnTo>
                    <a:pt x="7251" y="0"/>
                  </a:lnTo>
                  <a:lnTo>
                    <a:pt x="7251" y="0"/>
                  </a:lnTo>
                  <a:cubicBezTo>
                    <a:pt x="7308" y="29"/>
                    <a:pt x="7365" y="58"/>
                    <a:pt x="7432" y="86"/>
                  </a:cubicBezTo>
                  <a:lnTo>
                    <a:pt x="5247" y="735"/>
                  </a:lnTo>
                  <a:lnTo>
                    <a:pt x="3063" y="86"/>
                  </a:lnTo>
                  <a:cubicBezTo>
                    <a:pt x="3130" y="58"/>
                    <a:pt x="3187" y="29"/>
                    <a:pt x="3244"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7" name="Google Shape;11887;p64"/>
            <p:cNvSpPr/>
            <p:nvPr/>
          </p:nvSpPr>
          <p:spPr>
            <a:xfrm>
              <a:off x="6773959" y="2656343"/>
              <a:ext cx="137681" cy="117675"/>
            </a:xfrm>
            <a:custGeom>
              <a:avLst/>
              <a:gdLst/>
              <a:ahLst/>
              <a:cxnLst/>
              <a:rect l="l" t="t" r="r" b="b"/>
              <a:pathLst>
                <a:path w="5258" h="4494" extrusionOk="0">
                  <a:moveTo>
                    <a:pt x="774" y="1"/>
                  </a:moveTo>
                  <a:lnTo>
                    <a:pt x="516" y="268"/>
                  </a:lnTo>
                  <a:cubicBezTo>
                    <a:pt x="192" y="592"/>
                    <a:pt x="1" y="1041"/>
                    <a:pt x="11" y="1498"/>
                  </a:cubicBezTo>
                  <a:lnTo>
                    <a:pt x="11" y="4494"/>
                  </a:lnTo>
                  <a:lnTo>
                    <a:pt x="5257" y="4494"/>
                  </a:lnTo>
                  <a:lnTo>
                    <a:pt x="5257" y="1498"/>
                  </a:lnTo>
                  <a:cubicBezTo>
                    <a:pt x="5248" y="1031"/>
                    <a:pt x="5067" y="592"/>
                    <a:pt x="4733" y="268"/>
                  </a:cubicBezTo>
                  <a:lnTo>
                    <a:pt x="4475" y="1"/>
                  </a:lnTo>
                  <a:lnTo>
                    <a:pt x="2624" y="344"/>
                  </a:lnTo>
                  <a:lnTo>
                    <a:pt x="774"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8" name="Google Shape;11888;p64"/>
            <p:cNvSpPr/>
            <p:nvPr/>
          </p:nvSpPr>
          <p:spPr>
            <a:xfrm>
              <a:off x="6780479" y="2656343"/>
              <a:ext cx="124405" cy="46321"/>
            </a:xfrm>
            <a:custGeom>
              <a:avLst/>
              <a:gdLst/>
              <a:ahLst/>
              <a:cxnLst/>
              <a:rect l="l" t="t" r="r" b="b"/>
              <a:pathLst>
                <a:path w="4751" h="1769" extrusionOk="0">
                  <a:moveTo>
                    <a:pt x="525" y="1"/>
                  </a:moveTo>
                  <a:lnTo>
                    <a:pt x="267" y="268"/>
                  </a:lnTo>
                  <a:cubicBezTo>
                    <a:pt x="162" y="373"/>
                    <a:pt x="67" y="487"/>
                    <a:pt x="0" y="621"/>
                  </a:cubicBezTo>
                  <a:lnTo>
                    <a:pt x="801" y="1546"/>
                  </a:lnTo>
                  <a:cubicBezTo>
                    <a:pt x="930" y="1694"/>
                    <a:pt x="1109" y="1768"/>
                    <a:pt x="1289" y="1768"/>
                  </a:cubicBezTo>
                  <a:cubicBezTo>
                    <a:pt x="1457" y="1768"/>
                    <a:pt x="1626" y="1704"/>
                    <a:pt x="1755" y="1575"/>
                  </a:cubicBezTo>
                  <a:lnTo>
                    <a:pt x="2375" y="964"/>
                  </a:lnTo>
                  <a:lnTo>
                    <a:pt x="2996" y="1575"/>
                  </a:lnTo>
                  <a:cubicBezTo>
                    <a:pt x="3125" y="1704"/>
                    <a:pt x="3293" y="1768"/>
                    <a:pt x="3462" y="1768"/>
                  </a:cubicBezTo>
                  <a:cubicBezTo>
                    <a:pt x="3642" y="1768"/>
                    <a:pt x="3821" y="1694"/>
                    <a:pt x="3950" y="1546"/>
                  </a:cubicBezTo>
                  <a:lnTo>
                    <a:pt x="4751" y="621"/>
                  </a:lnTo>
                  <a:cubicBezTo>
                    <a:pt x="4684" y="497"/>
                    <a:pt x="4589" y="373"/>
                    <a:pt x="4484" y="268"/>
                  </a:cubicBezTo>
                  <a:lnTo>
                    <a:pt x="4226" y="1"/>
                  </a:lnTo>
                  <a:lnTo>
                    <a:pt x="2375" y="344"/>
                  </a:lnTo>
                  <a:lnTo>
                    <a:pt x="525"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9" name="Google Shape;11889;p64"/>
            <p:cNvSpPr/>
            <p:nvPr/>
          </p:nvSpPr>
          <p:spPr>
            <a:xfrm>
              <a:off x="6825439" y="2693814"/>
              <a:ext cx="34486" cy="80205"/>
            </a:xfrm>
            <a:custGeom>
              <a:avLst/>
              <a:gdLst/>
              <a:ahLst/>
              <a:cxnLst/>
              <a:rect l="l" t="t" r="r" b="b"/>
              <a:pathLst>
                <a:path w="1317" h="3063" extrusionOk="0">
                  <a:moveTo>
                    <a:pt x="344" y="1"/>
                  </a:moveTo>
                  <a:lnTo>
                    <a:pt x="0" y="3063"/>
                  </a:lnTo>
                  <a:lnTo>
                    <a:pt x="1317" y="3063"/>
                  </a:lnTo>
                  <a:lnTo>
                    <a:pt x="973"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0" name="Google Shape;11890;p64"/>
            <p:cNvSpPr/>
            <p:nvPr/>
          </p:nvSpPr>
          <p:spPr>
            <a:xfrm>
              <a:off x="6819678" y="2665351"/>
              <a:ext cx="46007" cy="34250"/>
            </a:xfrm>
            <a:custGeom>
              <a:avLst/>
              <a:gdLst/>
              <a:ahLst/>
              <a:cxnLst/>
              <a:rect l="l" t="t" r="r" b="b"/>
              <a:pathLst>
                <a:path w="1757" h="1308" extrusionOk="0">
                  <a:moveTo>
                    <a:pt x="1" y="0"/>
                  </a:moveTo>
                  <a:lnTo>
                    <a:pt x="392" y="1154"/>
                  </a:lnTo>
                  <a:cubicBezTo>
                    <a:pt x="421" y="1250"/>
                    <a:pt x="506" y="1307"/>
                    <a:pt x="602" y="1307"/>
                  </a:cubicBezTo>
                  <a:lnTo>
                    <a:pt x="1155" y="1307"/>
                  </a:lnTo>
                  <a:cubicBezTo>
                    <a:pt x="1251" y="1307"/>
                    <a:pt x="1336" y="1250"/>
                    <a:pt x="1365" y="1154"/>
                  </a:cubicBezTo>
                  <a:lnTo>
                    <a:pt x="175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1" name="Google Shape;11891;p64"/>
            <p:cNvSpPr/>
            <p:nvPr/>
          </p:nvSpPr>
          <p:spPr>
            <a:xfrm>
              <a:off x="6802710" y="2608136"/>
              <a:ext cx="79943" cy="22886"/>
            </a:xfrm>
            <a:custGeom>
              <a:avLst/>
              <a:gdLst/>
              <a:ahLst/>
              <a:cxnLst/>
              <a:rect l="l" t="t" r="r" b="b"/>
              <a:pathLst>
                <a:path w="3053" h="874" extrusionOk="0">
                  <a:moveTo>
                    <a:pt x="0" y="0"/>
                  </a:moveTo>
                  <a:lnTo>
                    <a:pt x="0" y="487"/>
                  </a:lnTo>
                  <a:cubicBezTo>
                    <a:pt x="477" y="745"/>
                    <a:pt x="1002" y="873"/>
                    <a:pt x="1526" y="873"/>
                  </a:cubicBezTo>
                  <a:cubicBezTo>
                    <a:pt x="2051" y="873"/>
                    <a:pt x="2576" y="745"/>
                    <a:pt x="3053" y="487"/>
                  </a:cubicBezTo>
                  <a:lnTo>
                    <a:pt x="3053"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2" name="Google Shape;11892;p64"/>
            <p:cNvSpPr/>
            <p:nvPr/>
          </p:nvSpPr>
          <p:spPr>
            <a:xfrm>
              <a:off x="6722768" y="2447753"/>
              <a:ext cx="62713" cy="143180"/>
            </a:xfrm>
            <a:custGeom>
              <a:avLst/>
              <a:gdLst/>
              <a:ahLst/>
              <a:cxnLst/>
              <a:rect l="l" t="t" r="r" b="b"/>
              <a:pathLst>
                <a:path w="2395" h="5468" extrusionOk="0">
                  <a:moveTo>
                    <a:pt x="2395" y="1"/>
                  </a:moveTo>
                  <a:cubicBezTo>
                    <a:pt x="763" y="545"/>
                    <a:pt x="182" y="2453"/>
                    <a:pt x="38" y="3082"/>
                  </a:cubicBezTo>
                  <a:cubicBezTo>
                    <a:pt x="0" y="3206"/>
                    <a:pt x="29" y="3340"/>
                    <a:pt x="115" y="3445"/>
                  </a:cubicBezTo>
                  <a:lnTo>
                    <a:pt x="592" y="4084"/>
                  </a:lnTo>
                  <a:cubicBezTo>
                    <a:pt x="630" y="4132"/>
                    <a:pt x="649" y="4198"/>
                    <a:pt x="639" y="4256"/>
                  </a:cubicBezTo>
                  <a:cubicBezTo>
                    <a:pt x="620" y="4332"/>
                    <a:pt x="601" y="4408"/>
                    <a:pt x="573" y="4475"/>
                  </a:cubicBezTo>
                  <a:cubicBezTo>
                    <a:pt x="496" y="4685"/>
                    <a:pt x="592" y="4923"/>
                    <a:pt x="792" y="5019"/>
                  </a:cubicBezTo>
                  <a:cubicBezTo>
                    <a:pt x="1298" y="5267"/>
                    <a:pt x="1832" y="5410"/>
                    <a:pt x="2395" y="5467"/>
                  </a:cubicBezTo>
                  <a:lnTo>
                    <a:pt x="2395" y="1"/>
                  </a:ln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3" name="Google Shape;11893;p64"/>
            <p:cNvSpPr/>
            <p:nvPr/>
          </p:nvSpPr>
          <p:spPr>
            <a:xfrm>
              <a:off x="6900119" y="2447753"/>
              <a:ext cx="62477" cy="143180"/>
            </a:xfrm>
            <a:custGeom>
              <a:avLst/>
              <a:gdLst/>
              <a:ahLst/>
              <a:cxnLst/>
              <a:rect l="l" t="t" r="r" b="b"/>
              <a:pathLst>
                <a:path w="2386" h="5468" extrusionOk="0">
                  <a:moveTo>
                    <a:pt x="1" y="1"/>
                  </a:moveTo>
                  <a:lnTo>
                    <a:pt x="1" y="5467"/>
                  </a:lnTo>
                  <a:cubicBezTo>
                    <a:pt x="554" y="5410"/>
                    <a:pt x="1098" y="5267"/>
                    <a:pt x="1603" y="5019"/>
                  </a:cubicBezTo>
                  <a:cubicBezTo>
                    <a:pt x="1804" y="4923"/>
                    <a:pt x="1899" y="4685"/>
                    <a:pt x="1823" y="4475"/>
                  </a:cubicBezTo>
                  <a:cubicBezTo>
                    <a:pt x="1794" y="4408"/>
                    <a:pt x="1775" y="4332"/>
                    <a:pt x="1756" y="4256"/>
                  </a:cubicBezTo>
                  <a:cubicBezTo>
                    <a:pt x="1746" y="4198"/>
                    <a:pt x="1756" y="4132"/>
                    <a:pt x="1794" y="4084"/>
                  </a:cubicBezTo>
                  <a:lnTo>
                    <a:pt x="2281" y="3445"/>
                  </a:lnTo>
                  <a:cubicBezTo>
                    <a:pt x="2357" y="3340"/>
                    <a:pt x="2386" y="3206"/>
                    <a:pt x="2357" y="3082"/>
                  </a:cubicBezTo>
                  <a:cubicBezTo>
                    <a:pt x="2204" y="2453"/>
                    <a:pt x="1632" y="545"/>
                    <a:pt x="1" y="1"/>
                  </a:cubicBez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4" name="Google Shape;11894;p64"/>
            <p:cNvSpPr/>
            <p:nvPr/>
          </p:nvSpPr>
          <p:spPr>
            <a:xfrm>
              <a:off x="6745732" y="2419290"/>
              <a:ext cx="193874" cy="200368"/>
            </a:xfrm>
            <a:custGeom>
              <a:avLst/>
              <a:gdLst/>
              <a:ahLst/>
              <a:cxnLst/>
              <a:rect l="l" t="t" r="r" b="b"/>
              <a:pathLst>
                <a:path w="7404" h="7652" extrusionOk="0">
                  <a:moveTo>
                    <a:pt x="3702" y="0"/>
                  </a:moveTo>
                  <a:cubicBezTo>
                    <a:pt x="2014" y="0"/>
                    <a:pt x="650" y="1374"/>
                    <a:pt x="650" y="3063"/>
                  </a:cubicBezTo>
                  <a:lnTo>
                    <a:pt x="650" y="3950"/>
                  </a:lnTo>
                  <a:cubicBezTo>
                    <a:pt x="1" y="4074"/>
                    <a:pt x="96" y="5028"/>
                    <a:pt x="755" y="5028"/>
                  </a:cubicBezTo>
                  <a:lnTo>
                    <a:pt x="879" y="5028"/>
                  </a:lnTo>
                  <a:cubicBezTo>
                    <a:pt x="984" y="6507"/>
                    <a:pt x="2224" y="7651"/>
                    <a:pt x="3702" y="7651"/>
                  </a:cubicBezTo>
                  <a:cubicBezTo>
                    <a:pt x="5181" y="7651"/>
                    <a:pt x="6421" y="6507"/>
                    <a:pt x="6536" y="5028"/>
                  </a:cubicBezTo>
                  <a:lnTo>
                    <a:pt x="6650" y="5028"/>
                  </a:lnTo>
                  <a:cubicBezTo>
                    <a:pt x="7309" y="5028"/>
                    <a:pt x="7404" y="4074"/>
                    <a:pt x="6765" y="3950"/>
                  </a:cubicBezTo>
                  <a:lnTo>
                    <a:pt x="6765" y="3940"/>
                  </a:lnTo>
                  <a:lnTo>
                    <a:pt x="6765" y="3063"/>
                  </a:lnTo>
                  <a:cubicBezTo>
                    <a:pt x="6765" y="1374"/>
                    <a:pt x="5391" y="0"/>
                    <a:pt x="3702"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5" name="Google Shape;11895;p64"/>
            <p:cNvSpPr/>
            <p:nvPr/>
          </p:nvSpPr>
          <p:spPr>
            <a:xfrm>
              <a:off x="6796950" y="2516463"/>
              <a:ext cx="28515" cy="14271"/>
            </a:xfrm>
            <a:custGeom>
              <a:avLst/>
              <a:gdLst/>
              <a:ahLst/>
              <a:cxnLst/>
              <a:rect l="l" t="t" r="r" b="b"/>
              <a:pathLst>
                <a:path w="1089" h="545" extrusionOk="0">
                  <a:moveTo>
                    <a:pt x="1" y="0"/>
                  </a:moveTo>
                  <a:lnTo>
                    <a:pt x="1" y="544"/>
                  </a:lnTo>
                  <a:lnTo>
                    <a:pt x="1088" y="544"/>
                  </a:lnTo>
                  <a:lnTo>
                    <a:pt x="1088"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6" name="Google Shape;11896;p64"/>
            <p:cNvSpPr/>
            <p:nvPr/>
          </p:nvSpPr>
          <p:spPr>
            <a:xfrm>
              <a:off x="6859898" y="2516463"/>
              <a:ext cx="28515" cy="14271"/>
            </a:xfrm>
            <a:custGeom>
              <a:avLst/>
              <a:gdLst/>
              <a:ahLst/>
              <a:cxnLst/>
              <a:rect l="l" t="t" r="r" b="b"/>
              <a:pathLst>
                <a:path w="1089" h="545" extrusionOk="0">
                  <a:moveTo>
                    <a:pt x="1" y="0"/>
                  </a:moveTo>
                  <a:lnTo>
                    <a:pt x="1" y="544"/>
                  </a:lnTo>
                  <a:lnTo>
                    <a:pt x="1088" y="544"/>
                  </a:lnTo>
                  <a:lnTo>
                    <a:pt x="1088"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7" name="Google Shape;11897;p64"/>
            <p:cNvSpPr/>
            <p:nvPr/>
          </p:nvSpPr>
          <p:spPr>
            <a:xfrm>
              <a:off x="6745732" y="2419316"/>
              <a:ext cx="111443" cy="200237"/>
            </a:xfrm>
            <a:custGeom>
              <a:avLst/>
              <a:gdLst/>
              <a:ahLst/>
              <a:cxnLst/>
              <a:rect l="l" t="t" r="r" b="b"/>
              <a:pathLst>
                <a:path w="4256" h="7647" extrusionOk="0">
                  <a:moveTo>
                    <a:pt x="3676" y="1"/>
                  </a:moveTo>
                  <a:cubicBezTo>
                    <a:pt x="2034" y="1"/>
                    <a:pt x="641" y="1343"/>
                    <a:pt x="650" y="3052"/>
                  </a:cubicBezTo>
                  <a:lnTo>
                    <a:pt x="650" y="3939"/>
                  </a:lnTo>
                  <a:cubicBezTo>
                    <a:pt x="1" y="4073"/>
                    <a:pt x="96" y="5027"/>
                    <a:pt x="755" y="5027"/>
                  </a:cubicBezTo>
                  <a:lnTo>
                    <a:pt x="879" y="5027"/>
                  </a:lnTo>
                  <a:cubicBezTo>
                    <a:pt x="989" y="6529"/>
                    <a:pt x="2254" y="7646"/>
                    <a:pt x="3708" y="7646"/>
                  </a:cubicBezTo>
                  <a:cubicBezTo>
                    <a:pt x="3888" y="7646"/>
                    <a:pt x="4071" y="7629"/>
                    <a:pt x="4256" y="7593"/>
                  </a:cubicBezTo>
                  <a:cubicBezTo>
                    <a:pt x="2920" y="7335"/>
                    <a:pt x="1957" y="6162"/>
                    <a:pt x="1957" y="4807"/>
                  </a:cubicBezTo>
                  <a:lnTo>
                    <a:pt x="1957" y="2842"/>
                  </a:lnTo>
                  <a:cubicBezTo>
                    <a:pt x="1957" y="1478"/>
                    <a:pt x="2920" y="314"/>
                    <a:pt x="4256" y="57"/>
                  </a:cubicBezTo>
                  <a:cubicBezTo>
                    <a:pt x="4060" y="19"/>
                    <a:pt x="3866" y="1"/>
                    <a:pt x="3676"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8" name="Google Shape;11898;p64"/>
            <p:cNvSpPr/>
            <p:nvPr/>
          </p:nvSpPr>
          <p:spPr>
            <a:xfrm>
              <a:off x="6805434" y="2516594"/>
              <a:ext cx="11521" cy="17125"/>
            </a:xfrm>
            <a:custGeom>
              <a:avLst/>
              <a:gdLst/>
              <a:ahLst/>
              <a:cxnLst/>
              <a:rect l="l" t="t" r="r" b="b"/>
              <a:pathLst>
                <a:path w="440" h="654" extrusionOk="0">
                  <a:moveTo>
                    <a:pt x="220" y="0"/>
                  </a:moveTo>
                  <a:cubicBezTo>
                    <a:pt x="111" y="0"/>
                    <a:pt x="1" y="72"/>
                    <a:pt x="1" y="215"/>
                  </a:cubicBezTo>
                  <a:lnTo>
                    <a:pt x="1" y="434"/>
                  </a:lnTo>
                  <a:cubicBezTo>
                    <a:pt x="1" y="558"/>
                    <a:pt x="96" y="654"/>
                    <a:pt x="220" y="654"/>
                  </a:cubicBezTo>
                  <a:cubicBezTo>
                    <a:pt x="344" y="654"/>
                    <a:pt x="440" y="558"/>
                    <a:pt x="440" y="434"/>
                  </a:cubicBezTo>
                  <a:lnTo>
                    <a:pt x="440" y="215"/>
                  </a:lnTo>
                  <a:cubicBezTo>
                    <a:pt x="440" y="72"/>
                    <a:pt x="330"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9" name="Google Shape;11899;p64"/>
            <p:cNvSpPr/>
            <p:nvPr/>
          </p:nvSpPr>
          <p:spPr>
            <a:xfrm>
              <a:off x="6817400" y="2562103"/>
              <a:ext cx="50563" cy="17361"/>
            </a:xfrm>
            <a:custGeom>
              <a:avLst/>
              <a:gdLst/>
              <a:ahLst/>
              <a:cxnLst/>
              <a:rect l="l" t="t" r="r" b="b"/>
              <a:pathLst>
                <a:path w="1931" h="663" extrusionOk="0">
                  <a:moveTo>
                    <a:pt x="311" y="1"/>
                  </a:moveTo>
                  <a:cubicBezTo>
                    <a:pt x="145" y="1"/>
                    <a:pt x="1" y="224"/>
                    <a:pt x="155" y="385"/>
                  </a:cubicBezTo>
                  <a:cubicBezTo>
                    <a:pt x="373" y="567"/>
                    <a:pt x="644" y="662"/>
                    <a:pt x="925" y="662"/>
                  </a:cubicBezTo>
                  <a:cubicBezTo>
                    <a:pt x="939" y="662"/>
                    <a:pt x="952" y="662"/>
                    <a:pt x="965" y="661"/>
                  </a:cubicBezTo>
                  <a:cubicBezTo>
                    <a:pt x="979" y="662"/>
                    <a:pt x="992" y="662"/>
                    <a:pt x="1006" y="662"/>
                  </a:cubicBezTo>
                  <a:cubicBezTo>
                    <a:pt x="1287" y="662"/>
                    <a:pt x="1558" y="567"/>
                    <a:pt x="1776" y="385"/>
                  </a:cubicBezTo>
                  <a:cubicBezTo>
                    <a:pt x="1930" y="224"/>
                    <a:pt x="1786" y="1"/>
                    <a:pt x="1620" y="1"/>
                  </a:cubicBezTo>
                  <a:cubicBezTo>
                    <a:pt x="1570" y="1"/>
                    <a:pt x="1518" y="21"/>
                    <a:pt x="1471" y="70"/>
                  </a:cubicBezTo>
                  <a:cubicBezTo>
                    <a:pt x="1318" y="175"/>
                    <a:pt x="1142" y="227"/>
                    <a:pt x="965" y="227"/>
                  </a:cubicBezTo>
                  <a:cubicBezTo>
                    <a:pt x="789" y="227"/>
                    <a:pt x="612" y="175"/>
                    <a:pt x="460" y="70"/>
                  </a:cubicBezTo>
                  <a:cubicBezTo>
                    <a:pt x="413" y="21"/>
                    <a:pt x="361" y="1"/>
                    <a:pt x="311"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0" name="Google Shape;11900;p64"/>
            <p:cNvSpPr/>
            <p:nvPr/>
          </p:nvSpPr>
          <p:spPr>
            <a:xfrm>
              <a:off x="6794960" y="2493734"/>
              <a:ext cx="32496" cy="11260"/>
            </a:xfrm>
            <a:custGeom>
              <a:avLst/>
              <a:gdLst/>
              <a:ahLst/>
              <a:cxnLst/>
              <a:rect l="l" t="t" r="r" b="b"/>
              <a:pathLst>
                <a:path w="1241" h="430" extrusionOk="0">
                  <a:moveTo>
                    <a:pt x="296" y="0"/>
                  </a:moveTo>
                  <a:cubicBezTo>
                    <a:pt x="0" y="0"/>
                    <a:pt x="0" y="429"/>
                    <a:pt x="296" y="429"/>
                  </a:cubicBezTo>
                  <a:lnTo>
                    <a:pt x="954" y="429"/>
                  </a:lnTo>
                  <a:cubicBezTo>
                    <a:pt x="1241" y="429"/>
                    <a:pt x="1241" y="0"/>
                    <a:pt x="954"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1" name="Google Shape;11901;p64"/>
            <p:cNvSpPr/>
            <p:nvPr/>
          </p:nvSpPr>
          <p:spPr>
            <a:xfrm>
              <a:off x="6868409" y="2516594"/>
              <a:ext cx="11495" cy="17125"/>
            </a:xfrm>
            <a:custGeom>
              <a:avLst/>
              <a:gdLst/>
              <a:ahLst/>
              <a:cxnLst/>
              <a:rect l="l" t="t" r="r" b="b"/>
              <a:pathLst>
                <a:path w="439" h="654" extrusionOk="0">
                  <a:moveTo>
                    <a:pt x="219" y="0"/>
                  </a:moveTo>
                  <a:cubicBezTo>
                    <a:pt x="110" y="0"/>
                    <a:pt x="0" y="72"/>
                    <a:pt x="0" y="215"/>
                  </a:cubicBezTo>
                  <a:lnTo>
                    <a:pt x="0" y="434"/>
                  </a:lnTo>
                  <a:cubicBezTo>
                    <a:pt x="0" y="558"/>
                    <a:pt x="95" y="654"/>
                    <a:pt x="219" y="654"/>
                  </a:cubicBezTo>
                  <a:cubicBezTo>
                    <a:pt x="344" y="654"/>
                    <a:pt x="439" y="558"/>
                    <a:pt x="439" y="434"/>
                  </a:cubicBezTo>
                  <a:lnTo>
                    <a:pt x="439" y="215"/>
                  </a:lnTo>
                  <a:cubicBezTo>
                    <a:pt x="439" y="72"/>
                    <a:pt x="329" y="0"/>
                    <a:pt x="21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2" name="Google Shape;11902;p64"/>
            <p:cNvSpPr/>
            <p:nvPr/>
          </p:nvSpPr>
          <p:spPr>
            <a:xfrm>
              <a:off x="6857908" y="2493734"/>
              <a:ext cx="32496" cy="11260"/>
            </a:xfrm>
            <a:custGeom>
              <a:avLst/>
              <a:gdLst/>
              <a:ahLst/>
              <a:cxnLst/>
              <a:rect l="l" t="t" r="r" b="b"/>
              <a:pathLst>
                <a:path w="1241" h="430" extrusionOk="0">
                  <a:moveTo>
                    <a:pt x="296" y="0"/>
                  </a:moveTo>
                  <a:cubicBezTo>
                    <a:pt x="0" y="0"/>
                    <a:pt x="0" y="429"/>
                    <a:pt x="296" y="429"/>
                  </a:cubicBezTo>
                  <a:lnTo>
                    <a:pt x="945" y="429"/>
                  </a:lnTo>
                  <a:cubicBezTo>
                    <a:pt x="1241" y="429"/>
                    <a:pt x="1241" y="0"/>
                    <a:pt x="945" y="0"/>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3" name="Google Shape;11903;p64"/>
            <p:cNvSpPr/>
            <p:nvPr/>
          </p:nvSpPr>
          <p:spPr>
            <a:xfrm>
              <a:off x="6754975" y="2516463"/>
              <a:ext cx="43755" cy="11521"/>
            </a:xfrm>
            <a:custGeom>
              <a:avLst/>
              <a:gdLst/>
              <a:ahLst/>
              <a:cxnLst/>
              <a:rect l="l" t="t" r="r" b="b"/>
              <a:pathLst>
                <a:path w="1671" h="440" extrusionOk="0">
                  <a:moveTo>
                    <a:pt x="297" y="0"/>
                  </a:moveTo>
                  <a:cubicBezTo>
                    <a:pt x="1" y="0"/>
                    <a:pt x="1" y="439"/>
                    <a:pt x="297" y="439"/>
                  </a:cubicBezTo>
                  <a:lnTo>
                    <a:pt x="1384" y="439"/>
                  </a:lnTo>
                  <a:cubicBezTo>
                    <a:pt x="1670" y="439"/>
                    <a:pt x="1670" y="0"/>
                    <a:pt x="1384"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4" name="Google Shape;11904;p64"/>
            <p:cNvSpPr/>
            <p:nvPr/>
          </p:nvSpPr>
          <p:spPr>
            <a:xfrm>
              <a:off x="6886633" y="2516463"/>
              <a:ext cx="43729" cy="11521"/>
            </a:xfrm>
            <a:custGeom>
              <a:avLst/>
              <a:gdLst/>
              <a:ahLst/>
              <a:cxnLst/>
              <a:rect l="l" t="t" r="r" b="b"/>
              <a:pathLst>
                <a:path w="1670" h="440" extrusionOk="0">
                  <a:moveTo>
                    <a:pt x="296" y="0"/>
                  </a:moveTo>
                  <a:cubicBezTo>
                    <a:pt x="0" y="0"/>
                    <a:pt x="0" y="439"/>
                    <a:pt x="296" y="439"/>
                  </a:cubicBezTo>
                  <a:lnTo>
                    <a:pt x="1384" y="439"/>
                  </a:lnTo>
                  <a:cubicBezTo>
                    <a:pt x="1670" y="439"/>
                    <a:pt x="1670" y="0"/>
                    <a:pt x="1384"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5" name="Google Shape;11905;p64"/>
            <p:cNvSpPr/>
            <p:nvPr/>
          </p:nvSpPr>
          <p:spPr>
            <a:xfrm>
              <a:off x="6825675" y="2516463"/>
              <a:ext cx="34250" cy="22990"/>
            </a:xfrm>
            <a:custGeom>
              <a:avLst/>
              <a:gdLst/>
              <a:ahLst/>
              <a:cxnLst/>
              <a:rect l="l" t="t" r="r" b="b"/>
              <a:pathLst>
                <a:path w="1308" h="878" extrusionOk="0">
                  <a:moveTo>
                    <a:pt x="649" y="0"/>
                  </a:moveTo>
                  <a:cubicBezTo>
                    <a:pt x="287" y="0"/>
                    <a:pt x="1" y="296"/>
                    <a:pt x="1" y="659"/>
                  </a:cubicBezTo>
                  <a:cubicBezTo>
                    <a:pt x="1" y="802"/>
                    <a:pt x="108" y="873"/>
                    <a:pt x="215" y="873"/>
                  </a:cubicBezTo>
                  <a:cubicBezTo>
                    <a:pt x="323" y="873"/>
                    <a:pt x="430" y="802"/>
                    <a:pt x="430" y="659"/>
                  </a:cubicBezTo>
                  <a:cubicBezTo>
                    <a:pt x="430" y="511"/>
                    <a:pt x="540" y="437"/>
                    <a:pt x="649" y="437"/>
                  </a:cubicBezTo>
                  <a:cubicBezTo>
                    <a:pt x="759" y="437"/>
                    <a:pt x="869" y="511"/>
                    <a:pt x="869" y="659"/>
                  </a:cubicBezTo>
                  <a:cubicBezTo>
                    <a:pt x="869" y="783"/>
                    <a:pt x="964" y="878"/>
                    <a:pt x="1088" y="878"/>
                  </a:cubicBezTo>
                  <a:cubicBezTo>
                    <a:pt x="1212" y="878"/>
                    <a:pt x="1308" y="783"/>
                    <a:pt x="1308" y="659"/>
                  </a:cubicBezTo>
                  <a:cubicBezTo>
                    <a:pt x="1308" y="296"/>
                    <a:pt x="1012" y="0"/>
                    <a:pt x="649"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6" name="Google Shape;11906;p64"/>
            <p:cNvSpPr/>
            <p:nvPr/>
          </p:nvSpPr>
          <p:spPr>
            <a:xfrm>
              <a:off x="6825439" y="2596641"/>
              <a:ext cx="34486" cy="34250"/>
            </a:xfrm>
            <a:custGeom>
              <a:avLst/>
              <a:gdLst/>
              <a:ahLst/>
              <a:cxnLst/>
              <a:rect l="l" t="t" r="r" b="b"/>
              <a:pathLst>
                <a:path w="1317" h="1308" extrusionOk="0">
                  <a:moveTo>
                    <a:pt x="220" y="1"/>
                  </a:moveTo>
                  <a:cubicBezTo>
                    <a:pt x="96" y="1"/>
                    <a:pt x="0" y="96"/>
                    <a:pt x="0" y="220"/>
                  </a:cubicBezTo>
                  <a:lnTo>
                    <a:pt x="0" y="649"/>
                  </a:lnTo>
                  <a:cubicBezTo>
                    <a:pt x="0" y="1012"/>
                    <a:pt x="296" y="1308"/>
                    <a:pt x="658" y="1308"/>
                  </a:cubicBezTo>
                  <a:cubicBezTo>
                    <a:pt x="1021" y="1308"/>
                    <a:pt x="1317" y="1012"/>
                    <a:pt x="1317" y="649"/>
                  </a:cubicBezTo>
                  <a:lnTo>
                    <a:pt x="1317" y="220"/>
                  </a:lnTo>
                  <a:cubicBezTo>
                    <a:pt x="1317" y="96"/>
                    <a:pt x="1212" y="1"/>
                    <a:pt x="1097"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7" name="Google Shape;11907;p64"/>
            <p:cNvSpPr/>
            <p:nvPr/>
          </p:nvSpPr>
          <p:spPr>
            <a:xfrm>
              <a:off x="6783726" y="2640868"/>
              <a:ext cx="58969" cy="50380"/>
            </a:xfrm>
            <a:custGeom>
              <a:avLst/>
              <a:gdLst/>
              <a:ahLst/>
              <a:cxnLst/>
              <a:rect l="l" t="t" r="r" b="b"/>
              <a:pathLst>
                <a:path w="2252" h="1924" extrusionOk="0">
                  <a:moveTo>
                    <a:pt x="582" y="0"/>
                  </a:moveTo>
                  <a:lnTo>
                    <a:pt x="0" y="697"/>
                  </a:lnTo>
                  <a:lnTo>
                    <a:pt x="1002" y="1851"/>
                  </a:lnTo>
                  <a:cubicBezTo>
                    <a:pt x="1046" y="1900"/>
                    <a:pt x="1105" y="1924"/>
                    <a:pt x="1165" y="1924"/>
                  </a:cubicBezTo>
                  <a:cubicBezTo>
                    <a:pt x="1222" y="1924"/>
                    <a:pt x="1280" y="1902"/>
                    <a:pt x="1326" y="1860"/>
                  </a:cubicBezTo>
                  <a:lnTo>
                    <a:pt x="2251" y="935"/>
                  </a:lnTo>
                  <a:lnTo>
                    <a:pt x="58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8" name="Google Shape;11908;p64"/>
            <p:cNvSpPr/>
            <p:nvPr/>
          </p:nvSpPr>
          <p:spPr>
            <a:xfrm>
              <a:off x="6842669" y="2640868"/>
              <a:ext cx="58969" cy="50380"/>
            </a:xfrm>
            <a:custGeom>
              <a:avLst/>
              <a:gdLst/>
              <a:ahLst/>
              <a:cxnLst/>
              <a:rect l="l" t="t" r="r" b="b"/>
              <a:pathLst>
                <a:path w="2252" h="1924" extrusionOk="0">
                  <a:moveTo>
                    <a:pt x="1679" y="0"/>
                  </a:moveTo>
                  <a:lnTo>
                    <a:pt x="0" y="935"/>
                  </a:lnTo>
                  <a:lnTo>
                    <a:pt x="926" y="1860"/>
                  </a:lnTo>
                  <a:cubicBezTo>
                    <a:pt x="972" y="1902"/>
                    <a:pt x="1030" y="1924"/>
                    <a:pt x="1087" y="1924"/>
                  </a:cubicBezTo>
                  <a:cubicBezTo>
                    <a:pt x="1147" y="1924"/>
                    <a:pt x="1206" y="1900"/>
                    <a:pt x="1250" y="1851"/>
                  </a:cubicBezTo>
                  <a:lnTo>
                    <a:pt x="2252" y="697"/>
                  </a:lnTo>
                  <a:lnTo>
                    <a:pt x="167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9" name="Google Shape;11909;p64"/>
            <p:cNvSpPr/>
            <p:nvPr/>
          </p:nvSpPr>
          <p:spPr>
            <a:xfrm>
              <a:off x="6734499" y="2625131"/>
              <a:ext cx="68238" cy="148888"/>
            </a:xfrm>
            <a:custGeom>
              <a:avLst/>
              <a:gdLst/>
              <a:ahLst/>
              <a:cxnLst/>
              <a:rect l="l" t="t" r="r" b="b"/>
              <a:pathLst>
                <a:path w="2606" h="5686" extrusionOk="0">
                  <a:moveTo>
                    <a:pt x="2605" y="0"/>
                  </a:moveTo>
                  <a:cubicBezTo>
                    <a:pt x="2605" y="0"/>
                    <a:pt x="1002" y="401"/>
                    <a:pt x="487" y="1965"/>
                  </a:cubicBezTo>
                  <a:cubicBezTo>
                    <a:pt x="439" y="2099"/>
                    <a:pt x="459" y="2242"/>
                    <a:pt x="535" y="2357"/>
                  </a:cubicBezTo>
                  <a:lnTo>
                    <a:pt x="859" y="2843"/>
                  </a:lnTo>
                  <a:lnTo>
                    <a:pt x="153" y="3549"/>
                  </a:lnTo>
                  <a:cubicBezTo>
                    <a:pt x="48" y="3654"/>
                    <a:pt x="1" y="3807"/>
                    <a:pt x="39" y="3950"/>
                  </a:cubicBezTo>
                  <a:lnTo>
                    <a:pt x="420" y="5686"/>
                  </a:lnTo>
                  <a:lnTo>
                    <a:pt x="1508" y="5676"/>
                  </a:lnTo>
                  <a:lnTo>
                    <a:pt x="1508" y="2690"/>
                  </a:lnTo>
                  <a:cubicBezTo>
                    <a:pt x="1508" y="2223"/>
                    <a:pt x="1699" y="1784"/>
                    <a:pt x="2023" y="1460"/>
                  </a:cubicBezTo>
                  <a:lnTo>
                    <a:pt x="2281" y="1193"/>
                  </a:lnTo>
                  <a:cubicBezTo>
                    <a:pt x="2491" y="992"/>
                    <a:pt x="2605" y="716"/>
                    <a:pt x="2605" y="420"/>
                  </a:cubicBezTo>
                  <a:lnTo>
                    <a:pt x="2605"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0" name="Google Shape;11910;p64"/>
            <p:cNvSpPr/>
            <p:nvPr/>
          </p:nvSpPr>
          <p:spPr>
            <a:xfrm>
              <a:off x="6882627" y="2625131"/>
              <a:ext cx="68238" cy="148888"/>
            </a:xfrm>
            <a:custGeom>
              <a:avLst/>
              <a:gdLst/>
              <a:ahLst/>
              <a:cxnLst/>
              <a:rect l="l" t="t" r="r" b="b"/>
              <a:pathLst>
                <a:path w="2606" h="5686" extrusionOk="0">
                  <a:moveTo>
                    <a:pt x="1" y="0"/>
                  </a:moveTo>
                  <a:lnTo>
                    <a:pt x="1" y="420"/>
                  </a:lnTo>
                  <a:cubicBezTo>
                    <a:pt x="1" y="716"/>
                    <a:pt x="115" y="992"/>
                    <a:pt x="325" y="1193"/>
                  </a:cubicBezTo>
                  <a:lnTo>
                    <a:pt x="583" y="1460"/>
                  </a:lnTo>
                  <a:cubicBezTo>
                    <a:pt x="907" y="1784"/>
                    <a:pt x="1098" y="2223"/>
                    <a:pt x="1098" y="2690"/>
                  </a:cubicBezTo>
                  <a:lnTo>
                    <a:pt x="1098" y="5676"/>
                  </a:lnTo>
                  <a:lnTo>
                    <a:pt x="2185" y="5686"/>
                  </a:lnTo>
                  <a:lnTo>
                    <a:pt x="2577" y="3950"/>
                  </a:lnTo>
                  <a:cubicBezTo>
                    <a:pt x="2605" y="3807"/>
                    <a:pt x="2558" y="3654"/>
                    <a:pt x="2453" y="3549"/>
                  </a:cubicBezTo>
                  <a:lnTo>
                    <a:pt x="1747" y="2843"/>
                  </a:lnTo>
                  <a:lnTo>
                    <a:pt x="2071" y="2357"/>
                  </a:lnTo>
                  <a:cubicBezTo>
                    <a:pt x="2147" y="2242"/>
                    <a:pt x="2166" y="2099"/>
                    <a:pt x="2128" y="1965"/>
                  </a:cubicBezTo>
                  <a:cubicBezTo>
                    <a:pt x="1604" y="401"/>
                    <a:pt x="1" y="0"/>
                    <a:pt x="1"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1" name="Google Shape;11911;p64"/>
            <p:cNvSpPr/>
            <p:nvPr/>
          </p:nvSpPr>
          <p:spPr>
            <a:xfrm>
              <a:off x="6785455" y="2510702"/>
              <a:ext cx="51506" cy="40246"/>
            </a:xfrm>
            <a:custGeom>
              <a:avLst/>
              <a:gdLst/>
              <a:ahLst/>
              <a:cxnLst/>
              <a:rect l="l" t="t" r="r" b="b"/>
              <a:pathLst>
                <a:path w="1967" h="1537" extrusionOk="0">
                  <a:moveTo>
                    <a:pt x="1527" y="440"/>
                  </a:moveTo>
                  <a:lnTo>
                    <a:pt x="1527" y="879"/>
                  </a:lnTo>
                  <a:cubicBezTo>
                    <a:pt x="1527" y="993"/>
                    <a:pt x="1432" y="1098"/>
                    <a:pt x="1317" y="1098"/>
                  </a:cubicBezTo>
                  <a:lnTo>
                    <a:pt x="659" y="1098"/>
                  </a:lnTo>
                  <a:cubicBezTo>
                    <a:pt x="535" y="1098"/>
                    <a:pt x="440" y="993"/>
                    <a:pt x="440" y="879"/>
                  </a:cubicBezTo>
                  <a:lnTo>
                    <a:pt x="440" y="440"/>
                  </a:lnTo>
                  <a:close/>
                  <a:moveTo>
                    <a:pt x="220" y="1"/>
                  </a:moveTo>
                  <a:cubicBezTo>
                    <a:pt x="96" y="1"/>
                    <a:pt x="1" y="96"/>
                    <a:pt x="1" y="220"/>
                  </a:cubicBezTo>
                  <a:lnTo>
                    <a:pt x="1" y="879"/>
                  </a:lnTo>
                  <a:cubicBezTo>
                    <a:pt x="1" y="1241"/>
                    <a:pt x="297" y="1537"/>
                    <a:pt x="659" y="1537"/>
                  </a:cubicBezTo>
                  <a:lnTo>
                    <a:pt x="1317" y="1537"/>
                  </a:lnTo>
                  <a:cubicBezTo>
                    <a:pt x="1670" y="1527"/>
                    <a:pt x="1966" y="1241"/>
                    <a:pt x="1966" y="879"/>
                  </a:cubicBezTo>
                  <a:lnTo>
                    <a:pt x="1966" y="220"/>
                  </a:lnTo>
                  <a:cubicBezTo>
                    <a:pt x="1966" y="96"/>
                    <a:pt x="1871" y="1"/>
                    <a:pt x="1747" y="1"/>
                  </a:cubicBezTo>
                  <a:close/>
                </a:path>
              </a:pathLst>
            </a:custGeom>
            <a:solidFill>
              <a:srgbClr val="697D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2" name="Google Shape;11912;p64"/>
            <p:cNvSpPr/>
            <p:nvPr/>
          </p:nvSpPr>
          <p:spPr>
            <a:xfrm>
              <a:off x="6848403" y="2510702"/>
              <a:ext cx="51506" cy="40246"/>
            </a:xfrm>
            <a:custGeom>
              <a:avLst/>
              <a:gdLst/>
              <a:ahLst/>
              <a:cxnLst/>
              <a:rect l="l" t="t" r="r" b="b"/>
              <a:pathLst>
                <a:path w="1967" h="1537" extrusionOk="0">
                  <a:moveTo>
                    <a:pt x="1527" y="440"/>
                  </a:moveTo>
                  <a:lnTo>
                    <a:pt x="1527" y="879"/>
                  </a:lnTo>
                  <a:cubicBezTo>
                    <a:pt x="1527" y="993"/>
                    <a:pt x="1432" y="1098"/>
                    <a:pt x="1308" y="1098"/>
                  </a:cubicBezTo>
                  <a:lnTo>
                    <a:pt x="659" y="1098"/>
                  </a:lnTo>
                  <a:cubicBezTo>
                    <a:pt x="535" y="1098"/>
                    <a:pt x="440" y="993"/>
                    <a:pt x="440" y="879"/>
                  </a:cubicBezTo>
                  <a:lnTo>
                    <a:pt x="440" y="440"/>
                  </a:lnTo>
                  <a:close/>
                  <a:moveTo>
                    <a:pt x="220" y="1"/>
                  </a:moveTo>
                  <a:cubicBezTo>
                    <a:pt x="96" y="1"/>
                    <a:pt x="1" y="96"/>
                    <a:pt x="1" y="220"/>
                  </a:cubicBezTo>
                  <a:lnTo>
                    <a:pt x="1" y="879"/>
                  </a:lnTo>
                  <a:cubicBezTo>
                    <a:pt x="1" y="1241"/>
                    <a:pt x="297" y="1537"/>
                    <a:pt x="659" y="1537"/>
                  </a:cubicBezTo>
                  <a:lnTo>
                    <a:pt x="1308" y="1537"/>
                  </a:lnTo>
                  <a:cubicBezTo>
                    <a:pt x="1670" y="1537"/>
                    <a:pt x="1966" y="1241"/>
                    <a:pt x="1966" y="879"/>
                  </a:cubicBezTo>
                  <a:lnTo>
                    <a:pt x="1966" y="220"/>
                  </a:lnTo>
                  <a:cubicBezTo>
                    <a:pt x="1966" y="96"/>
                    <a:pt x="1871" y="1"/>
                    <a:pt x="1756" y="1"/>
                  </a:cubicBezTo>
                  <a:close/>
                </a:path>
              </a:pathLst>
            </a:custGeom>
            <a:solidFill>
              <a:srgbClr val="697D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13" name="Google Shape;11913;p64"/>
          <p:cNvGrpSpPr/>
          <p:nvPr/>
        </p:nvGrpSpPr>
        <p:grpSpPr>
          <a:xfrm>
            <a:off x="4886661" y="2265715"/>
            <a:ext cx="274576" cy="354728"/>
            <a:chOff x="4902936" y="2419290"/>
            <a:chExt cx="274576" cy="354728"/>
          </a:xfrm>
        </p:grpSpPr>
        <p:sp>
          <p:nvSpPr>
            <p:cNvPr id="11914" name="Google Shape;11914;p64"/>
            <p:cNvSpPr/>
            <p:nvPr/>
          </p:nvSpPr>
          <p:spPr>
            <a:xfrm>
              <a:off x="4943418" y="2419290"/>
              <a:ext cx="193376" cy="131658"/>
            </a:xfrm>
            <a:custGeom>
              <a:avLst/>
              <a:gdLst/>
              <a:ahLst/>
              <a:cxnLst/>
              <a:rect l="l" t="t" r="r" b="b"/>
              <a:pathLst>
                <a:path w="7385" h="5028" extrusionOk="0">
                  <a:moveTo>
                    <a:pt x="3072" y="0"/>
                  </a:moveTo>
                  <a:cubicBezTo>
                    <a:pt x="1336" y="0"/>
                    <a:pt x="0" y="1546"/>
                    <a:pt x="267" y="3272"/>
                  </a:cubicBezTo>
                  <a:lnTo>
                    <a:pt x="534" y="5028"/>
                  </a:lnTo>
                  <a:lnTo>
                    <a:pt x="6850" y="5028"/>
                  </a:lnTo>
                  <a:lnTo>
                    <a:pt x="7127" y="3272"/>
                  </a:lnTo>
                  <a:cubicBezTo>
                    <a:pt x="7384" y="1546"/>
                    <a:pt x="6058" y="0"/>
                    <a:pt x="4312"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5" name="Google Shape;11915;p64"/>
            <p:cNvSpPr/>
            <p:nvPr/>
          </p:nvSpPr>
          <p:spPr>
            <a:xfrm>
              <a:off x="4902936" y="2613871"/>
              <a:ext cx="274576" cy="160147"/>
            </a:xfrm>
            <a:custGeom>
              <a:avLst/>
              <a:gdLst/>
              <a:ahLst/>
              <a:cxnLst/>
              <a:rect l="l" t="t" r="r" b="b"/>
              <a:pathLst>
                <a:path w="10486" h="6116" extrusionOk="0">
                  <a:moveTo>
                    <a:pt x="3712" y="1"/>
                  </a:moveTo>
                  <a:lnTo>
                    <a:pt x="3712" y="1031"/>
                  </a:lnTo>
                  <a:cubicBezTo>
                    <a:pt x="3712" y="1327"/>
                    <a:pt x="3521" y="1584"/>
                    <a:pt x="3244" y="1661"/>
                  </a:cubicBezTo>
                  <a:lnTo>
                    <a:pt x="945" y="2338"/>
                  </a:lnTo>
                  <a:cubicBezTo>
                    <a:pt x="382" y="2500"/>
                    <a:pt x="1" y="3015"/>
                    <a:pt x="1" y="3597"/>
                  </a:cubicBezTo>
                  <a:lnTo>
                    <a:pt x="1" y="5458"/>
                  </a:lnTo>
                  <a:cubicBezTo>
                    <a:pt x="1" y="5820"/>
                    <a:pt x="297" y="6116"/>
                    <a:pt x="659" y="6116"/>
                  </a:cubicBezTo>
                  <a:lnTo>
                    <a:pt x="9827" y="6116"/>
                  </a:lnTo>
                  <a:cubicBezTo>
                    <a:pt x="10189" y="6116"/>
                    <a:pt x="10485" y="5820"/>
                    <a:pt x="10485" y="5458"/>
                  </a:cubicBezTo>
                  <a:lnTo>
                    <a:pt x="10485" y="3597"/>
                  </a:lnTo>
                  <a:cubicBezTo>
                    <a:pt x="10485" y="3015"/>
                    <a:pt x="10104" y="2500"/>
                    <a:pt x="9541" y="2338"/>
                  </a:cubicBezTo>
                  <a:lnTo>
                    <a:pt x="7242" y="1661"/>
                  </a:lnTo>
                  <a:cubicBezTo>
                    <a:pt x="6965" y="1584"/>
                    <a:pt x="6774" y="1327"/>
                    <a:pt x="6774" y="1031"/>
                  </a:cubicBezTo>
                  <a:lnTo>
                    <a:pt x="6774"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6" name="Google Shape;11916;p64"/>
            <p:cNvSpPr/>
            <p:nvPr/>
          </p:nvSpPr>
          <p:spPr>
            <a:xfrm>
              <a:off x="4902936" y="2657338"/>
              <a:ext cx="274576" cy="116680"/>
            </a:xfrm>
            <a:custGeom>
              <a:avLst/>
              <a:gdLst/>
              <a:ahLst/>
              <a:cxnLst/>
              <a:rect l="l" t="t" r="r" b="b"/>
              <a:pathLst>
                <a:path w="10486" h="4456" extrusionOk="0">
                  <a:moveTo>
                    <a:pt x="7242" y="1"/>
                  </a:moveTo>
                  <a:lnTo>
                    <a:pt x="7242" y="1"/>
                  </a:lnTo>
                  <a:cubicBezTo>
                    <a:pt x="7299" y="29"/>
                    <a:pt x="7366" y="58"/>
                    <a:pt x="7423" y="87"/>
                  </a:cubicBezTo>
                  <a:lnTo>
                    <a:pt x="5238" y="735"/>
                  </a:lnTo>
                  <a:lnTo>
                    <a:pt x="3054" y="87"/>
                  </a:lnTo>
                  <a:cubicBezTo>
                    <a:pt x="3120" y="58"/>
                    <a:pt x="3178" y="29"/>
                    <a:pt x="3244" y="1"/>
                  </a:cubicBezTo>
                  <a:lnTo>
                    <a:pt x="3244" y="1"/>
                  </a:lnTo>
                  <a:lnTo>
                    <a:pt x="936" y="678"/>
                  </a:lnTo>
                  <a:cubicBezTo>
                    <a:pt x="382" y="840"/>
                    <a:pt x="1" y="1355"/>
                    <a:pt x="1" y="1937"/>
                  </a:cubicBezTo>
                  <a:lnTo>
                    <a:pt x="1" y="3798"/>
                  </a:lnTo>
                  <a:cubicBezTo>
                    <a:pt x="1" y="4160"/>
                    <a:pt x="297" y="4456"/>
                    <a:pt x="659" y="4456"/>
                  </a:cubicBezTo>
                  <a:lnTo>
                    <a:pt x="9827" y="4456"/>
                  </a:lnTo>
                  <a:cubicBezTo>
                    <a:pt x="10189" y="4456"/>
                    <a:pt x="10485" y="4160"/>
                    <a:pt x="10485" y="3798"/>
                  </a:cubicBezTo>
                  <a:lnTo>
                    <a:pt x="10485" y="1937"/>
                  </a:lnTo>
                  <a:cubicBezTo>
                    <a:pt x="10485" y="1355"/>
                    <a:pt x="10094" y="840"/>
                    <a:pt x="9541" y="678"/>
                  </a:cubicBezTo>
                  <a:lnTo>
                    <a:pt x="7242"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7" name="Google Shape;11917;p64"/>
            <p:cNvSpPr/>
            <p:nvPr/>
          </p:nvSpPr>
          <p:spPr>
            <a:xfrm>
              <a:off x="4971384" y="2662104"/>
              <a:ext cx="137681" cy="111915"/>
            </a:xfrm>
            <a:custGeom>
              <a:avLst/>
              <a:gdLst/>
              <a:ahLst/>
              <a:cxnLst/>
              <a:rect l="l" t="t" r="r" b="b"/>
              <a:pathLst>
                <a:path w="5258" h="4274" extrusionOk="0">
                  <a:moveTo>
                    <a:pt x="773" y="0"/>
                  </a:moveTo>
                  <a:lnTo>
                    <a:pt x="516" y="267"/>
                  </a:lnTo>
                  <a:cubicBezTo>
                    <a:pt x="192" y="592"/>
                    <a:pt x="1" y="1030"/>
                    <a:pt x="10" y="1498"/>
                  </a:cubicBezTo>
                  <a:lnTo>
                    <a:pt x="10" y="4274"/>
                  </a:lnTo>
                  <a:lnTo>
                    <a:pt x="5257" y="4274"/>
                  </a:lnTo>
                  <a:lnTo>
                    <a:pt x="5257" y="1498"/>
                  </a:lnTo>
                  <a:cubicBezTo>
                    <a:pt x="5248" y="1030"/>
                    <a:pt x="5066" y="592"/>
                    <a:pt x="4733" y="267"/>
                  </a:cubicBezTo>
                  <a:lnTo>
                    <a:pt x="4475" y="0"/>
                  </a:lnTo>
                  <a:lnTo>
                    <a:pt x="2624" y="334"/>
                  </a:lnTo>
                  <a:lnTo>
                    <a:pt x="773"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8" name="Google Shape;11918;p64"/>
            <p:cNvSpPr/>
            <p:nvPr/>
          </p:nvSpPr>
          <p:spPr>
            <a:xfrm>
              <a:off x="4977878" y="2662104"/>
              <a:ext cx="124431" cy="46217"/>
            </a:xfrm>
            <a:custGeom>
              <a:avLst/>
              <a:gdLst/>
              <a:ahLst/>
              <a:cxnLst/>
              <a:rect l="l" t="t" r="r" b="b"/>
              <a:pathLst>
                <a:path w="4752" h="1765" extrusionOk="0">
                  <a:moveTo>
                    <a:pt x="525" y="0"/>
                  </a:moveTo>
                  <a:lnTo>
                    <a:pt x="268" y="267"/>
                  </a:lnTo>
                  <a:cubicBezTo>
                    <a:pt x="163" y="372"/>
                    <a:pt x="68" y="487"/>
                    <a:pt x="1" y="620"/>
                  </a:cubicBezTo>
                  <a:lnTo>
                    <a:pt x="802" y="1546"/>
                  </a:lnTo>
                  <a:cubicBezTo>
                    <a:pt x="932" y="1690"/>
                    <a:pt x="1113" y="1764"/>
                    <a:pt x="1295" y="1764"/>
                  </a:cubicBezTo>
                  <a:cubicBezTo>
                    <a:pt x="1461" y="1764"/>
                    <a:pt x="1628" y="1702"/>
                    <a:pt x="1756" y="1574"/>
                  </a:cubicBezTo>
                  <a:lnTo>
                    <a:pt x="2376" y="954"/>
                  </a:lnTo>
                  <a:lnTo>
                    <a:pt x="2996" y="1574"/>
                  </a:lnTo>
                  <a:cubicBezTo>
                    <a:pt x="3124" y="1702"/>
                    <a:pt x="3289" y="1764"/>
                    <a:pt x="3454" y="1764"/>
                  </a:cubicBezTo>
                  <a:cubicBezTo>
                    <a:pt x="3635" y="1764"/>
                    <a:pt x="3816" y="1690"/>
                    <a:pt x="3950" y="1546"/>
                  </a:cubicBezTo>
                  <a:lnTo>
                    <a:pt x="4752" y="620"/>
                  </a:lnTo>
                  <a:cubicBezTo>
                    <a:pt x="4675" y="487"/>
                    <a:pt x="4589" y="372"/>
                    <a:pt x="4485" y="267"/>
                  </a:cubicBezTo>
                  <a:lnTo>
                    <a:pt x="4227" y="0"/>
                  </a:lnTo>
                  <a:lnTo>
                    <a:pt x="2376" y="334"/>
                  </a:lnTo>
                  <a:lnTo>
                    <a:pt x="525"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9" name="Google Shape;11919;p64"/>
            <p:cNvSpPr/>
            <p:nvPr/>
          </p:nvSpPr>
          <p:spPr>
            <a:xfrm>
              <a:off x="5022837" y="2699574"/>
              <a:ext cx="34512" cy="74444"/>
            </a:xfrm>
            <a:custGeom>
              <a:avLst/>
              <a:gdLst/>
              <a:ahLst/>
              <a:cxnLst/>
              <a:rect l="l" t="t" r="r" b="b"/>
              <a:pathLst>
                <a:path w="1318" h="2843" extrusionOk="0">
                  <a:moveTo>
                    <a:pt x="344" y="0"/>
                  </a:moveTo>
                  <a:lnTo>
                    <a:pt x="1" y="2843"/>
                  </a:lnTo>
                  <a:lnTo>
                    <a:pt x="1317" y="2843"/>
                  </a:lnTo>
                  <a:lnTo>
                    <a:pt x="974"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0" name="Google Shape;11920;p64"/>
            <p:cNvSpPr/>
            <p:nvPr/>
          </p:nvSpPr>
          <p:spPr>
            <a:xfrm>
              <a:off x="5017103" y="2670823"/>
              <a:ext cx="45745" cy="34512"/>
            </a:xfrm>
            <a:custGeom>
              <a:avLst/>
              <a:gdLst/>
              <a:ahLst/>
              <a:cxnLst/>
              <a:rect l="l" t="t" r="r" b="b"/>
              <a:pathLst>
                <a:path w="1747" h="1318" extrusionOk="0">
                  <a:moveTo>
                    <a:pt x="1" y="1"/>
                  </a:moveTo>
                  <a:lnTo>
                    <a:pt x="392" y="1165"/>
                  </a:lnTo>
                  <a:cubicBezTo>
                    <a:pt x="420" y="1251"/>
                    <a:pt x="506" y="1317"/>
                    <a:pt x="602" y="1317"/>
                  </a:cubicBezTo>
                  <a:lnTo>
                    <a:pt x="1155" y="1317"/>
                  </a:lnTo>
                  <a:cubicBezTo>
                    <a:pt x="1250" y="1317"/>
                    <a:pt x="1336" y="1251"/>
                    <a:pt x="1365" y="1165"/>
                  </a:cubicBezTo>
                  <a:lnTo>
                    <a:pt x="1746" y="1"/>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1" name="Google Shape;11921;p64"/>
            <p:cNvSpPr/>
            <p:nvPr/>
          </p:nvSpPr>
          <p:spPr>
            <a:xfrm>
              <a:off x="5000109" y="2613635"/>
              <a:ext cx="79969" cy="22938"/>
            </a:xfrm>
            <a:custGeom>
              <a:avLst/>
              <a:gdLst/>
              <a:ahLst/>
              <a:cxnLst/>
              <a:rect l="l" t="t" r="r" b="b"/>
              <a:pathLst>
                <a:path w="3054" h="876" extrusionOk="0">
                  <a:moveTo>
                    <a:pt x="1" y="0"/>
                  </a:moveTo>
                  <a:lnTo>
                    <a:pt x="1" y="496"/>
                  </a:lnTo>
                  <a:cubicBezTo>
                    <a:pt x="478" y="749"/>
                    <a:pt x="1003" y="876"/>
                    <a:pt x="1527" y="876"/>
                  </a:cubicBezTo>
                  <a:cubicBezTo>
                    <a:pt x="2052" y="876"/>
                    <a:pt x="2577" y="749"/>
                    <a:pt x="3054" y="496"/>
                  </a:cubicBezTo>
                  <a:lnTo>
                    <a:pt x="3054"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2" name="Google Shape;11922;p64"/>
            <p:cNvSpPr/>
            <p:nvPr/>
          </p:nvSpPr>
          <p:spPr>
            <a:xfrm>
              <a:off x="4981125" y="2646602"/>
              <a:ext cx="58995" cy="50301"/>
            </a:xfrm>
            <a:custGeom>
              <a:avLst/>
              <a:gdLst/>
              <a:ahLst/>
              <a:cxnLst/>
              <a:rect l="l" t="t" r="r" b="b"/>
              <a:pathLst>
                <a:path w="2253" h="1921" extrusionOk="0">
                  <a:moveTo>
                    <a:pt x="583" y="1"/>
                  </a:moveTo>
                  <a:lnTo>
                    <a:pt x="1" y="697"/>
                  </a:lnTo>
                  <a:lnTo>
                    <a:pt x="1002" y="1851"/>
                  </a:lnTo>
                  <a:cubicBezTo>
                    <a:pt x="1048" y="1897"/>
                    <a:pt x="1109" y="1921"/>
                    <a:pt x="1171" y="1921"/>
                  </a:cubicBezTo>
                  <a:cubicBezTo>
                    <a:pt x="1226" y="1921"/>
                    <a:pt x="1282" y="1901"/>
                    <a:pt x="1327" y="1861"/>
                  </a:cubicBezTo>
                  <a:lnTo>
                    <a:pt x="2252" y="936"/>
                  </a:lnTo>
                  <a:lnTo>
                    <a:pt x="583" y="1"/>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3" name="Google Shape;11923;p64"/>
            <p:cNvSpPr/>
            <p:nvPr/>
          </p:nvSpPr>
          <p:spPr>
            <a:xfrm>
              <a:off x="5040093" y="2646602"/>
              <a:ext cx="58969" cy="50301"/>
            </a:xfrm>
            <a:custGeom>
              <a:avLst/>
              <a:gdLst/>
              <a:ahLst/>
              <a:cxnLst/>
              <a:rect l="l" t="t" r="r" b="b"/>
              <a:pathLst>
                <a:path w="2252" h="1921" extrusionOk="0">
                  <a:moveTo>
                    <a:pt x="1679" y="1"/>
                  </a:moveTo>
                  <a:lnTo>
                    <a:pt x="0" y="936"/>
                  </a:lnTo>
                  <a:lnTo>
                    <a:pt x="926" y="1861"/>
                  </a:lnTo>
                  <a:cubicBezTo>
                    <a:pt x="971" y="1901"/>
                    <a:pt x="1026" y="1921"/>
                    <a:pt x="1082" y="1921"/>
                  </a:cubicBezTo>
                  <a:cubicBezTo>
                    <a:pt x="1143" y="1921"/>
                    <a:pt x="1205" y="1897"/>
                    <a:pt x="1250" y="1851"/>
                  </a:cubicBezTo>
                  <a:lnTo>
                    <a:pt x="2252" y="697"/>
                  </a:lnTo>
                  <a:lnTo>
                    <a:pt x="1679" y="1"/>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4" name="Google Shape;11924;p64"/>
            <p:cNvSpPr/>
            <p:nvPr/>
          </p:nvSpPr>
          <p:spPr>
            <a:xfrm>
              <a:off x="4931923" y="2630865"/>
              <a:ext cx="68212" cy="143153"/>
            </a:xfrm>
            <a:custGeom>
              <a:avLst/>
              <a:gdLst/>
              <a:ahLst/>
              <a:cxnLst/>
              <a:rect l="l" t="t" r="r" b="b"/>
              <a:pathLst>
                <a:path w="2605" h="5467" extrusionOk="0">
                  <a:moveTo>
                    <a:pt x="2605" y="1"/>
                  </a:moveTo>
                  <a:cubicBezTo>
                    <a:pt x="2605" y="1"/>
                    <a:pt x="1002" y="401"/>
                    <a:pt x="477" y="1966"/>
                  </a:cubicBezTo>
                  <a:cubicBezTo>
                    <a:pt x="439" y="2099"/>
                    <a:pt x="458" y="2242"/>
                    <a:pt x="535" y="2357"/>
                  </a:cubicBezTo>
                  <a:lnTo>
                    <a:pt x="859" y="2843"/>
                  </a:lnTo>
                  <a:lnTo>
                    <a:pt x="153" y="3549"/>
                  </a:lnTo>
                  <a:cubicBezTo>
                    <a:pt x="48" y="3654"/>
                    <a:pt x="0" y="3807"/>
                    <a:pt x="29" y="3950"/>
                  </a:cubicBezTo>
                  <a:lnTo>
                    <a:pt x="420" y="5467"/>
                  </a:lnTo>
                  <a:lnTo>
                    <a:pt x="1508" y="5457"/>
                  </a:lnTo>
                  <a:lnTo>
                    <a:pt x="1508" y="2691"/>
                  </a:lnTo>
                  <a:cubicBezTo>
                    <a:pt x="1508" y="2223"/>
                    <a:pt x="1699" y="1785"/>
                    <a:pt x="2023" y="1451"/>
                  </a:cubicBezTo>
                  <a:lnTo>
                    <a:pt x="2280" y="1193"/>
                  </a:lnTo>
                  <a:cubicBezTo>
                    <a:pt x="2490" y="993"/>
                    <a:pt x="2605" y="707"/>
                    <a:pt x="2605" y="420"/>
                  </a:cubicBezTo>
                  <a:lnTo>
                    <a:pt x="2605" y="1"/>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5" name="Google Shape;11925;p64"/>
            <p:cNvSpPr/>
            <p:nvPr/>
          </p:nvSpPr>
          <p:spPr>
            <a:xfrm>
              <a:off x="5080052" y="2630865"/>
              <a:ext cx="68212" cy="143153"/>
            </a:xfrm>
            <a:custGeom>
              <a:avLst/>
              <a:gdLst/>
              <a:ahLst/>
              <a:cxnLst/>
              <a:rect l="l" t="t" r="r" b="b"/>
              <a:pathLst>
                <a:path w="2605" h="5467" extrusionOk="0">
                  <a:moveTo>
                    <a:pt x="1" y="1"/>
                  </a:moveTo>
                  <a:lnTo>
                    <a:pt x="1" y="420"/>
                  </a:lnTo>
                  <a:cubicBezTo>
                    <a:pt x="1" y="707"/>
                    <a:pt x="115" y="993"/>
                    <a:pt x="325" y="1193"/>
                  </a:cubicBezTo>
                  <a:lnTo>
                    <a:pt x="583" y="1451"/>
                  </a:lnTo>
                  <a:cubicBezTo>
                    <a:pt x="907" y="1785"/>
                    <a:pt x="1098" y="2223"/>
                    <a:pt x="1098" y="2691"/>
                  </a:cubicBezTo>
                  <a:lnTo>
                    <a:pt x="1098" y="5457"/>
                  </a:lnTo>
                  <a:lnTo>
                    <a:pt x="2185" y="5467"/>
                  </a:lnTo>
                  <a:lnTo>
                    <a:pt x="2576" y="3950"/>
                  </a:lnTo>
                  <a:cubicBezTo>
                    <a:pt x="2605" y="3807"/>
                    <a:pt x="2557" y="3654"/>
                    <a:pt x="2452" y="3549"/>
                  </a:cubicBezTo>
                  <a:lnTo>
                    <a:pt x="1746" y="2843"/>
                  </a:lnTo>
                  <a:lnTo>
                    <a:pt x="2071" y="2357"/>
                  </a:lnTo>
                  <a:cubicBezTo>
                    <a:pt x="2147" y="2242"/>
                    <a:pt x="2166" y="2099"/>
                    <a:pt x="2128" y="1966"/>
                  </a:cubicBezTo>
                  <a:cubicBezTo>
                    <a:pt x="1603" y="401"/>
                    <a:pt x="1" y="1"/>
                    <a:pt x="1"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6" name="Google Shape;11926;p64"/>
            <p:cNvSpPr/>
            <p:nvPr/>
          </p:nvSpPr>
          <p:spPr>
            <a:xfrm>
              <a:off x="4946403" y="2476478"/>
              <a:ext cx="187144" cy="148678"/>
            </a:xfrm>
            <a:custGeom>
              <a:avLst/>
              <a:gdLst/>
              <a:ahLst/>
              <a:cxnLst/>
              <a:rect l="l" t="t" r="r" b="b"/>
              <a:pathLst>
                <a:path w="7147" h="5678" extrusionOk="0">
                  <a:moveTo>
                    <a:pt x="2233" y="1"/>
                  </a:moveTo>
                  <a:cubicBezTo>
                    <a:pt x="1470" y="1"/>
                    <a:pt x="897" y="707"/>
                    <a:pt x="1060" y="1461"/>
                  </a:cubicBezTo>
                  <a:cubicBezTo>
                    <a:pt x="1117" y="1718"/>
                    <a:pt x="926" y="1966"/>
                    <a:pt x="659" y="1966"/>
                  </a:cubicBezTo>
                  <a:lnTo>
                    <a:pt x="649" y="1966"/>
                  </a:lnTo>
                  <a:cubicBezTo>
                    <a:pt x="392" y="1966"/>
                    <a:pt x="172" y="2128"/>
                    <a:pt x="106" y="2367"/>
                  </a:cubicBezTo>
                  <a:cubicBezTo>
                    <a:pt x="1" y="2710"/>
                    <a:pt x="268" y="3054"/>
                    <a:pt x="630" y="3063"/>
                  </a:cubicBezTo>
                  <a:lnTo>
                    <a:pt x="745" y="3063"/>
                  </a:lnTo>
                  <a:cubicBezTo>
                    <a:pt x="859" y="4532"/>
                    <a:pt x="2090" y="5677"/>
                    <a:pt x="3578" y="5677"/>
                  </a:cubicBezTo>
                  <a:cubicBezTo>
                    <a:pt x="5057" y="5677"/>
                    <a:pt x="6288" y="4532"/>
                    <a:pt x="6402" y="3063"/>
                  </a:cubicBezTo>
                  <a:lnTo>
                    <a:pt x="6526" y="3063"/>
                  </a:lnTo>
                  <a:cubicBezTo>
                    <a:pt x="6889" y="3054"/>
                    <a:pt x="7146" y="2710"/>
                    <a:pt x="7051" y="2367"/>
                  </a:cubicBezTo>
                  <a:cubicBezTo>
                    <a:pt x="6974" y="2128"/>
                    <a:pt x="6755" y="1966"/>
                    <a:pt x="6507" y="1966"/>
                  </a:cubicBezTo>
                  <a:lnTo>
                    <a:pt x="6497" y="1966"/>
                  </a:lnTo>
                  <a:cubicBezTo>
                    <a:pt x="6230" y="1966"/>
                    <a:pt x="6040" y="1718"/>
                    <a:pt x="6097" y="1461"/>
                  </a:cubicBezTo>
                  <a:cubicBezTo>
                    <a:pt x="6259" y="707"/>
                    <a:pt x="5687" y="1"/>
                    <a:pt x="4923" y="1"/>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7" name="Google Shape;11927;p64"/>
            <p:cNvSpPr/>
            <p:nvPr/>
          </p:nvSpPr>
          <p:spPr>
            <a:xfrm>
              <a:off x="4946665" y="2476478"/>
              <a:ext cx="127678" cy="148652"/>
            </a:xfrm>
            <a:custGeom>
              <a:avLst/>
              <a:gdLst/>
              <a:ahLst/>
              <a:cxnLst/>
              <a:rect l="l" t="t" r="r" b="b"/>
              <a:pathLst>
                <a:path w="4876" h="5677" extrusionOk="0">
                  <a:moveTo>
                    <a:pt x="2223" y="1"/>
                  </a:moveTo>
                  <a:cubicBezTo>
                    <a:pt x="1460" y="1"/>
                    <a:pt x="887" y="707"/>
                    <a:pt x="1059" y="1461"/>
                  </a:cubicBezTo>
                  <a:cubicBezTo>
                    <a:pt x="1107" y="1718"/>
                    <a:pt x="916" y="1966"/>
                    <a:pt x="649" y="1966"/>
                  </a:cubicBezTo>
                  <a:lnTo>
                    <a:pt x="639" y="1966"/>
                  </a:lnTo>
                  <a:cubicBezTo>
                    <a:pt x="632" y="1966"/>
                    <a:pt x="626" y="1966"/>
                    <a:pt x="619" y="1966"/>
                  </a:cubicBezTo>
                  <a:cubicBezTo>
                    <a:pt x="379" y="1966"/>
                    <a:pt x="161" y="2125"/>
                    <a:pt x="96" y="2357"/>
                  </a:cubicBezTo>
                  <a:cubicBezTo>
                    <a:pt x="0" y="2710"/>
                    <a:pt x="258" y="3054"/>
                    <a:pt x="620" y="3054"/>
                  </a:cubicBezTo>
                  <a:lnTo>
                    <a:pt x="744" y="3054"/>
                  </a:lnTo>
                  <a:cubicBezTo>
                    <a:pt x="848" y="4557"/>
                    <a:pt x="2094" y="5676"/>
                    <a:pt x="3546" y="5676"/>
                  </a:cubicBezTo>
                  <a:cubicBezTo>
                    <a:pt x="3698" y="5676"/>
                    <a:pt x="3852" y="5664"/>
                    <a:pt x="4007" y="5639"/>
                  </a:cubicBezTo>
                  <a:cubicBezTo>
                    <a:pt x="2624" y="5429"/>
                    <a:pt x="1603" y="4237"/>
                    <a:pt x="1603" y="2844"/>
                  </a:cubicBezTo>
                  <a:lnTo>
                    <a:pt x="1603" y="1527"/>
                  </a:lnTo>
                  <a:cubicBezTo>
                    <a:pt x="1603" y="926"/>
                    <a:pt x="2090" y="440"/>
                    <a:pt x="2700" y="430"/>
                  </a:cubicBezTo>
                  <a:lnTo>
                    <a:pt x="4446" y="430"/>
                  </a:lnTo>
                  <a:cubicBezTo>
                    <a:pt x="4684" y="430"/>
                    <a:pt x="4875" y="239"/>
                    <a:pt x="4875"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8" name="Google Shape;11928;p64"/>
            <p:cNvSpPr/>
            <p:nvPr/>
          </p:nvSpPr>
          <p:spPr>
            <a:xfrm>
              <a:off x="5005608" y="2419290"/>
              <a:ext cx="119430" cy="45981"/>
            </a:xfrm>
            <a:custGeom>
              <a:avLst/>
              <a:gdLst/>
              <a:ahLst/>
              <a:cxnLst/>
              <a:rect l="l" t="t" r="r" b="b"/>
              <a:pathLst>
                <a:path w="4561" h="1756" extrusionOk="0">
                  <a:moveTo>
                    <a:pt x="697" y="0"/>
                  </a:moveTo>
                  <a:cubicBezTo>
                    <a:pt x="468" y="0"/>
                    <a:pt x="230" y="29"/>
                    <a:pt x="10" y="86"/>
                  </a:cubicBezTo>
                  <a:lnTo>
                    <a:pt x="10" y="220"/>
                  </a:lnTo>
                  <a:cubicBezTo>
                    <a:pt x="1" y="1059"/>
                    <a:pt x="688" y="1746"/>
                    <a:pt x="1537" y="1756"/>
                  </a:cubicBezTo>
                  <a:lnTo>
                    <a:pt x="4561" y="1756"/>
                  </a:lnTo>
                  <a:cubicBezTo>
                    <a:pt x="4122" y="697"/>
                    <a:pt x="3082" y="0"/>
                    <a:pt x="1937"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9" name="Google Shape;11929;p64"/>
            <p:cNvSpPr/>
            <p:nvPr/>
          </p:nvSpPr>
          <p:spPr>
            <a:xfrm>
              <a:off x="5000109" y="2527879"/>
              <a:ext cx="11521" cy="17334"/>
            </a:xfrm>
            <a:custGeom>
              <a:avLst/>
              <a:gdLst/>
              <a:ahLst/>
              <a:cxnLst/>
              <a:rect l="l" t="t" r="r" b="b"/>
              <a:pathLst>
                <a:path w="440" h="662" extrusionOk="0">
                  <a:moveTo>
                    <a:pt x="217" y="1"/>
                  </a:moveTo>
                  <a:cubicBezTo>
                    <a:pt x="108" y="1"/>
                    <a:pt x="1" y="75"/>
                    <a:pt x="1" y="223"/>
                  </a:cubicBezTo>
                  <a:lnTo>
                    <a:pt x="1" y="442"/>
                  </a:lnTo>
                  <a:cubicBezTo>
                    <a:pt x="1" y="556"/>
                    <a:pt x="96" y="661"/>
                    <a:pt x="220" y="661"/>
                  </a:cubicBezTo>
                  <a:cubicBezTo>
                    <a:pt x="335" y="661"/>
                    <a:pt x="440" y="556"/>
                    <a:pt x="440" y="442"/>
                  </a:cubicBezTo>
                  <a:lnTo>
                    <a:pt x="440" y="223"/>
                  </a:lnTo>
                  <a:cubicBezTo>
                    <a:pt x="435" y="75"/>
                    <a:pt x="325" y="1"/>
                    <a:pt x="217"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0" name="Google Shape;11930;p64"/>
            <p:cNvSpPr/>
            <p:nvPr/>
          </p:nvSpPr>
          <p:spPr>
            <a:xfrm>
              <a:off x="5068818" y="2527879"/>
              <a:ext cx="11260" cy="17334"/>
            </a:xfrm>
            <a:custGeom>
              <a:avLst/>
              <a:gdLst/>
              <a:ahLst/>
              <a:cxnLst/>
              <a:rect l="l" t="t" r="r" b="b"/>
              <a:pathLst>
                <a:path w="430" h="662" extrusionOk="0">
                  <a:moveTo>
                    <a:pt x="215" y="1"/>
                  </a:moveTo>
                  <a:cubicBezTo>
                    <a:pt x="108" y="1"/>
                    <a:pt x="0" y="75"/>
                    <a:pt x="0" y="223"/>
                  </a:cubicBezTo>
                  <a:lnTo>
                    <a:pt x="0" y="442"/>
                  </a:lnTo>
                  <a:cubicBezTo>
                    <a:pt x="0" y="556"/>
                    <a:pt x="96" y="661"/>
                    <a:pt x="210" y="661"/>
                  </a:cubicBezTo>
                  <a:cubicBezTo>
                    <a:pt x="334" y="661"/>
                    <a:pt x="430" y="556"/>
                    <a:pt x="430" y="442"/>
                  </a:cubicBezTo>
                  <a:lnTo>
                    <a:pt x="430" y="223"/>
                  </a:lnTo>
                  <a:cubicBezTo>
                    <a:pt x="430" y="75"/>
                    <a:pt x="322"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1" name="Google Shape;11931;p64"/>
            <p:cNvSpPr/>
            <p:nvPr/>
          </p:nvSpPr>
          <p:spPr>
            <a:xfrm>
              <a:off x="5014825" y="2567864"/>
              <a:ext cx="50537" cy="17334"/>
            </a:xfrm>
            <a:custGeom>
              <a:avLst/>
              <a:gdLst/>
              <a:ahLst/>
              <a:cxnLst/>
              <a:rect l="l" t="t" r="r" b="b"/>
              <a:pathLst>
                <a:path w="1930" h="662" extrusionOk="0">
                  <a:moveTo>
                    <a:pt x="311" y="0"/>
                  </a:moveTo>
                  <a:cubicBezTo>
                    <a:pt x="145" y="0"/>
                    <a:pt x="1" y="223"/>
                    <a:pt x="154" y="384"/>
                  </a:cubicBezTo>
                  <a:cubicBezTo>
                    <a:pt x="373" y="566"/>
                    <a:pt x="644" y="661"/>
                    <a:pt x="925" y="661"/>
                  </a:cubicBezTo>
                  <a:cubicBezTo>
                    <a:pt x="938" y="661"/>
                    <a:pt x="952" y="661"/>
                    <a:pt x="965" y="661"/>
                  </a:cubicBezTo>
                  <a:cubicBezTo>
                    <a:pt x="979" y="661"/>
                    <a:pt x="992" y="661"/>
                    <a:pt x="1006" y="661"/>
                  </a:cubicBezTo>
                  <a:cubicBezTo>
                    <a:pt x="1287" y="661"/>
                    <a:pt x="1558" y="566"/>
                    <a:pt x="1776" y="384"/>
                  </a:cubicBezTo>
                  <a:cubicBezTo>
                    <a:pt x="1930" y="223"/>
                    <a:pt x="1786" y="0"/>
                    <a:pt x="1620" y="0"/>
                  </a:cubicBezTo>
                  <a:cubicBezTo>
                    <a:pt x="1570" y="0"/>
                    <a:pt x="1517" y="21"/>
                    <a:pt x="1471" y="69"/>
                  </a:cubicBezTo>
                  <a:cubicBezTo>
                    <a:pt x="1318" y="174"/>
                    <a:pt x="1142" y="227"/>
                    <a:pt x="965" y="227"/>
                  </a:cubicBezTo>
                  <a:cubicBezTo>
                    <a:pt x="789" y="227"/>
                    <a:pt x="612" y="174"/>
                    <a:pt x="460" y="69"/>
                  </a:cubicBezTo>
                  <a:cubicBezTo>
                    <a:pt x="413" y="21"/>
                    <a:pt x="361" y="0"/>
                    <a:pt x="311"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2" name="Google Shape;11932;p64"/>
            <p:cNvSpPr/>
            <p:nvPr/>
          </p:nvSpPr>
          <p:spPr>
            <a:xfrm>
              <a:off x="4992384" y="2510702"/>
              <a:ext cx="26499" cy="11521"/>
            </a:xfrm>
            <a:custGeom>
              <a:avLst/>
              <a:gdLst/>
              <a:ahLst/>
              <a:cxnLst/>
              <a:rect l="l" t="t" r="r" b="b"/>
              <a:pathLst>
                <a:path w="1012" h="440" extrusionOk="0">
                  <a:moveTo>
                    <a:pt x="286" y="1"/>
                  </a:moveTo>
                  <a:cubicBezTo>
                    <a:pt x="0" y="1"/>
                    <a:pt x="0" y="440"/>
                    <a:pt x="286" y="440"/>
                  </a:cubicBezTo>
                  <a:lnTo>
                    <a:pt x="725" y="440"/>
                  </a:lnTo>
                  <a:cubicBezTo>
                    <a:pt x="1011" y="440"/>
                    <a:pt x="1011" y="1"/>
                    <a:pt x="725"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3" name="Google Shape;11933;p64"/>
            <p:cNvSpPr/>
            <p:nvPr/>
          </p:nvSpPr>
          <p:spPr>
            <a:xfrm>
              <a:off x="5061068" y="2510702"/>
              <a:ext cx="26499" cy="11521"/>
            </a:xfrm>
            <a:custGeom>
              <a:avLst/>
              <a:gdLst/>
              <a:ahLst/>
              <a:cxnLst/>
              <a:rect l="l" t="t" r="r" b="b"/>
              <a:pathLst>
                <a:path w="1012" h="440" extrusionOk="0">
                  <a:moveTo>
                    <a:pt x="287" y="1"/>
                  </a:moveTo>
                  <a:cubicBezTo>
                    <a:pt x="1" y="1"/>
                    <a:pt x="1" y="440"/>
                    <a:pt x="287" y="440"/>
                  </a:cubicBezTo>
                  <a:lnTo>
                    <a:pt x="726" y="440"/>
                  </a:lnTo>
                  <a:cubicBezTo>
                    <a:pt x="1012" y="440"/>
                    <a:pt x="1012" y="1"/>
                    <a:pt x="726"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34" name="Google Shape;11934;p64"/>
          <p:cNvGrpSpPr/>
          <p:nvPr/>
        </p:nvGrpSpPr>
        <p:grpSpPr>
          <a:xfrm>
            <a:off x="7591781" y="3192219"/>
            <a:ext cx="270334" cy="354754"/>
            <a:chOff x="7608056" y="3345794"/>
            <a:chExt cx="270334" cy="354754"/>
          </a:xfrm>
        </p:grpSpPr>
        <p:sp>
          <p:nvSpPr>
            <p:cNvPr id="11935" name="Google Shape;11935;p64"/>
            <p:cNvSpPr/>
            <p:nvPr/>
          </p:nvSpPr>
          <p:spPr>
            <a:xfrm>
              <a:off x="7636284" y="3351293"/>
              <a:ext cx="213879" cy="276068"/>
            </a:xfrm>
            <a:custGeom>
              <a:avLst/>
              <a:gdLst/>
              <a:ahLst/>
              <a:cxnLst/>
              <a:rect l="l" t="t" r="r" b="b"/>
              <a:pathLst>
                <a:path w="8168" h="10543" extrusionOk="0">
                  <a:moveTo>
                    <a:pt x="4084" y="1"/>
                  </a:moveTo>
                  <a:cubicBezTo>
                    <a:pt x="1823" y="1"/>
                    <a:pt x="1" y="1832"/>
                    <a:pt x="1" y="4084"/>
                  </a:cubicBezTo>
                  <a:lnTo>
                    <a:pt x="1" y="4694"/>
                  </a:lnTo>
                  <a:cubicBezTo>
                    <a:pt x="1" y="6221"/>
                    <a:pt x="669" y="7661"/>
                    <a:pt x="1833" y="8644"/>
                  </a:cubicBezTo>
                  <a:lnTo>
                    <a:pt x="4084" y="10542"/>
                  </a:lnTo>
                  <a:lnTo>
                    <a:pt x="6335" y="8644"/>
                  </a:lnTo>
                  <a:cubicBezTo>
                    <a:pt x="7499" y="7661"/>
                    <a:pt x="8167" y="6221"/>
                    <a:pt x="8167" y="4694"/>
                  </a:cubicBezTo>
                  <a:lnTo>
                    <a:pt x="8167" y="4084"/>
                  </a:lnTo>
                  <a:cubicBezTo>
                    <a:pt x="8167" y="1832"/>
                    <a:pt x="6335" y="1"/>
                    <a:pt x="4084"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6" name="Google Shape;11936;p64"/>
            <p:cNvSpPr/>
            <p:nvPr/>
          </p:nvSpPr>
          <p:spPr>
            <a:xfrm>
              <a:off x="7608056" y="3548387"/>
              <a:ext cx="270334" cy="151925"/>
            </a:xfrm>
            <a:custGeom>
              <a:avLst/>
              <a:gdLst/>
              <a:ahLst/>
              <a:cxnLst/>
              <a:rect l="l" t="t" r="r" b="b"/>
              <a:pathLst>
                <a:path w="10324" h="5802" extrusionOk="0">
                  <a:moveTo>
                    <a:pt x="3655" y="1"/>
                  </a:moveTo>
                  <a:lnTo>
                    <a:pt x="3655" y="1021"/>
                  </a:lnTo>
                  <a:cubicBezTo>
                    <a:pt x="3655" y="1308"/>
                    <a:pt x="3473" y="1565"/>
                    <a:pt x="3197" y="1642"/>
                  </a:cubicBezTo>
                  <a:lnTo>
                    <a:pt x="926" y="2309"/>
                  </a:lnTo>
                  <a:cubicBezTo>
                    <a:pt x="382" y="2471"/>
                    <a:pt x="1" y="2977"/>
                    <a:pt x="1" y="3549"/>
                  </a:cubicBezTo>
                  <a:lnTo>
                    <a:pt x="1" y="5162"/>
                  </a:lnTo>
                  <a:cubicBezTo>
                    <a:pt x="1" y="5509"/>
                    <a:pt x="287" y="5801"/>
                    <a:pt x="633" y="5801"/>
                  </a:cubicBezTo>
                  <a:cubicBezTo>
                    <a:pt x="638" y="5801"/>
                    <a:pt x="644" y="5801"/>
                    <a:pt x="650" y="5801"/>
                  </a:cubicBezTo>
                  <a:lnTo>
                    <a:pt x="9674" y="5801"/>
                  </a:lnTo>
                  <a:cubicBezTo>
                    <a:pt x="10037" y="5801"/>
                    <a:pt x="10323" y="5515"/>
                    <a:pt x="10323" y="5162"/>
                  </a:cubicBezTo>
                  <a:lnTo>
                    <a:pt x="10323" y="3549"/>
                  </a:lnTo>
                  <a:cubicBezTo>
                    <a:pt x="10323" y="2977"/>
                    <a:pt x="9941" y="2471"/>
                    <a:pt x="9398" y="2309"/>
                  </a:cubicBezTo>
                  <a:lnTo>
                    <a:pt x="7127" y="1642"/>
                  </a:lnTo>
                  <a:cubicBezTo>
                    <a:pt x="6851" y="1565"/>
                    <a:pt x="6669" y="1308"/>
                    <a:pt x="6669" y="1021"/>
                  </a:cubicBezTo>
                  <a:lnTo>
                    <a:pt x="6669"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7" name="Google Shape;11937;p64"/>
            <p:cNvSpPr/>
            <p:nvPr/>
          </p:nvSpPr>
          <p:spPr>
            <a:xfrm>
              <a:off x="7608056" y="3590100"/>
              <a:ext cx="270334" cy="110213"/>
            </a:xfrm>
            <a:custGeom>
              <a:avLst/>
              <a:gdLst/>
              <a:ahLst/>
              <a:cxnLst/>
              <a:rect l="l" t="t" r="r" b="b"/>
              <a:pathLst>
                <a:path w="10324" h="4209" extrusionOk="0">
                  <a:moveTo>
                    <a:pt x="3302" y="1"/>
                  </a:moveTo>
                  <a:cubicBezTo>
                    <a:pt x="3264" y="20"/>
                    <a:pt x="3235" y="39"/>
                    <a:pt x="3197" y="49"/>
                  </a:cubicBezTo>
                  <a:lnTo>
                    <a:pt x="926" y="716"/>
                  </a:lnTo>
                  <a:cubicBezTo>
                    <a:pt x="382" y="878"/>
                    <a:pt x="1" y="1384"/>
                    <a:pt x="1" y="1956"/>
                  </a:cubicBezTo>
                  <a:lnTo>
                    <a:pt x="1" y="3569"/>
                  </a:lnTo>
                  <a:cubicBezTo>
                    <a:pt x="1" y="3916"/>
                    <a:pt x="278" y="4208"/>
                    <a:pt x="633" y="4208"/>
                  </a:cubicBezTo>
                  <a:cubicBezTo>
                    <a:pt x="638" y="4208"/>
                    <a:pt x="644" y="4208"/>
                    <a:pt x="650" y="4208"/>
                  </a:cubicBezTo>
                  <a:lnTo>
                    <a:pt x="9674" y="4208"/>
                  </a:lnTo>
                  <a:cubicBezTo>
                    <a:pt x="10027" y="4208"/>
                    <a:pt x="10323" y="3922"/>
                    <a:pt x="10323" y="3569"/>
                  </a:cubicBezTo>
                  <a:lnTo>
                    <a:pt x="10323" y="1956"/>
                  </a:lnTo>
                  <a:cubicBezTo>
                    <a:pt x="10323" y="1384"/>
                    <a:pt x="9941" y="878"/>
                    <a:pt x="9398" y="716"/>
                  </a:cubicBezTo>
                  <a:lnTo>
                    <a:pt x="7127" y="49"/>
                  </a:lnTo>
                  <a:cubicBezTo>
                    <a:pt x="7089" y="39"/>
                    <a:pt x="7051" y="20"/>
                    <a:pt x="7022" y="1"/>
                  </a:cubicBezTo>
                  <a:lnTo>
                    <a:pt x="5162" y="1422"/>
                  </a:lnTo>
                  <a:lnTo>
                    <a:pt x="3302"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8" name="Google Shape;11938;p64"/>
            <p:cNvSpPr/>
            <p:nvPr/>
          </p:nvSpPr>
          <p:spPr>
            <a:xfrm>
              <a:off x="7703736" y="3548387"/>
              <a:ext cx="78974" cy="22441"/>
            </a:xfrm>
            <a:custGeom>
              <a:avLst/>
              <a:gdLst/>
              <a:ahLst/>
              <a:cxnLst/>
              <a:rect l="l" t="t" r="r" b="b"/>
              <a:pathLst>
                <a:path w="3016" h="857" extrusionOk="0">
                  <a:moveTo>
                    <a:pt x="1" y="1"/>
                  </a:moveTo>
                  <a:lnTo>
                    <a:pt x="1" y="478"/>
                  </a:lnTo>
                  <a:cubicBezTo>
                    <a:pt x="473" y="730"/>
                    <a:pt x="990" y="857"/>
                    <a:pt x="1508" y="857"/>
                  </a:cubicBezTo>
                  <a:cubicBezTo>
                    <a:pt x="2026" y="857"/>
                    <a:pt x="2543" y="730"/>
                    <a:pt x="3015" y="478"/>
                  </a:cubicBezTo>
                  <a:lnTo>
                    <a:pt x="3015"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9" name="Google Shape;11939;p64"/>
            <p:cNvSpPr/>
            <p:nvPr/>
          </p:nvSpPr>
          <p:spPr>
            <a:xfrm>
              <a:off x="7649795" y="3402013"/>
              <a:ext cx="187118" cy="157634"/>
            </a:xfrm>
            <a:custGeom>
              <a:avLst/>
              <a:gdLst/>
              <a:ahLst/>
              <a:cxnLst/>
              <a:rect l="l" t="t" r="r" b="b"/>
              <a:pathLst>
                <a:path w="7146" h="6020" extrusionOk="0">
                  <a:moveTo>
                    <a:pt x="773" y="0"/>
                  </a:moveTo>
                  <a:lnTo>
                    <a:pt x="773" y="2357"/>
                  </a:lnTo>
                  <a:lnTo>
                    <a:pt x="668" y="2357"/>
                  </a:lnTo>
                  <a:cubicBezTo>
                    <a:pt x="0" y="2404"/>
                    <a:pt x="0" y="3387"/>
                    <a:pt x="668" y="3435"/>
                  </a:cubicBezTo>
                  <a:lnTo>
                    <a:pt x="782" y="3435"/>
                  </a:lnTo>
                  <a:cubicBezTo>
                    <a:pt x="897" y="4894"/>
                    <a:pt x="2108" y="6020"/>
                    <a:pt x="3568" y="6020"/>
                  </a:cubicBezTo>
                  <a:cubicBezTo>
                    <a:pt x="5028" y="6020"/>
                    <a:pt x="6239" y="4894"/>
                    <a:pt x="6354" y="3435"/>
                  </a:cubicBezTo>
                  <a:lnTo>
                    <a:pt x="6468" y="3435"/>
                  </a:lnTo>
                  <a:cubicBezTo>
                    <a:pt x="7145" y="3387"/>
                    <a:pt x="7145" y="2404"/>
                    <a:pt x="6468" y="2357"/>
                  </a:cubicBezTo>
                  <a:lnTo>
                    <a:pt x="6468" y="2366"/>
                  </a:lnTo>
                  <a:lnTo>
                    <a:pt x="6363" y="2366"/>
                  </a:lnTo>
                  <a:lnTo>
                    <a:pt x="6363"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0" name="Google Shape;11940;p64"/>
            <p:cNvSpPr/>
            <p:nvPr/>
          </p:nvSpPr>
          <p:spPr>
            <a:xfrm>
              <a:off x="7652283" y="3402013"/>
              <a:ext cx="164154" cy="157581"/>
            </a:xfrm>
            <a:custGeom>
              <a:avLst/>
              <a:gdLst/>
              <a:ahLst/>
              <a:cxnLst/>
              <a:rect l="l" t="t" r="r" b="b"/>
              <a:pathLst>
                <a:path w="6269" h="6018" extrusionOk="0">
                  <a:moveTo>
                    <a:pt x="678" y="0"/>
                  </a:moveTo>
                  <a:lnTo>
                    <a:pt x="678" y="2357"/>
                  </a:lnTo>
                  <a:lnTo>
                    <a:pt x="601" y="2357"/>
                  </a:lnTo>
                  <a:cubicBezTo>
                    <a:pt x="315" y="2357"/>
                    <a:pt x="77" y="2557"/>
                    <a:pt x="39" y="2834"/>
                  </a:cubicBezTo>
                  <a:cubicBezTo>
                    <a:pt x="0" y="3158"/>
                    <a:pt x="248" y="3435"/>
                    <a:pt x="573" y="3435"/>
                  </a:cubicBezTo>
                  <a:lnTo>
                    <a:pt x="687" y="3435"/>
                  </a:lnTo>
                  <a:cubicBezTo>
                    <a:pt x="791" y="4914"/>
                    <a:pt x="2033" y="6017"/>
                    <a:pt x="3466" y="6017"/>
                  </a:cubicBezTo>
                  <a:cubicBezTo>
                    <a:pt x="3613" y="6017"/>
                    <a:pt x="3762" y="6006"/>
                    <a:pt x="3912" y="5982"/>
                  </a:cubicBezTo>
                  <a:cubicBezTo>
                    <a:pt x="2548" y="5762"/>
                    <a:pt x="1546" y="4598"/>
                    <a:pt x="1546" y="3215"/>
                  </a:cubicBezTo>
                  <a:lnTo>
                    <a:pt x="1546" y="1670"/>
                  </a:lnTo>
                  <a:cubicBezTo>
                    <a:pt x="1546" y="1428"/>
                    <a:pt x="1742" y="1237"/>
                    <a:pt x="1976" y="1237"/>
                  </a:cubicBezTo>
                  <a:cubicBezTo>
                    <a:pt x="2010" y="1237"/>
                    <a:pt x="2045" y="1242"/>
                    <a:pt x="2080" y="1250"/>
                  </a:cubicBezTo>
                  <a:cubicBezTo>
                    <a:pt x="2433" y="1345"/>
                    <a:pt x="2796" y="1412"/>
                    <a:pt x="3168" y="1460"/>
                  </a:cubicBezTo>
                  <a:lnTo>
                    <a:pt x="3244" y="1460"/>
                  </a:lnTo>
                  <a:cubicBezTo>
                    <a:pt x="3597" y="1460"/>
                    <a:pt x="3864" y="1145"/>
                    <a:pt x="3816" y="802"/>
                  </a:cubicBezTo>
                  <a:lnTo>
                    <a:pt x="3816" y="802"/>
                  </a:lnTo>
                  <a:cubicBezTo>
                    <a:pt x="4732" y="1031"/>
                    <a:pt x="5572" y="1479"/>
                    <a:pt x="6268" y="2109"/>
                  </a:cubicBezTo>
                  <a:lnTo>
                    <a:pt x="6268"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1" name="Google Shape;11941;p64"/>
            <p:cNvSpPr/>
            <p:nvPr/>
          </p:nvSpPr>
          <p:spPr>
            <a:xfrm>
              <a:off x="7703736" y="3464386"/>
              <a:ext cx="11260" cy="17073"/>
            </a:xfrm>
            <a:custGeom>
              <a:avLst/>
              <a:gdLst/>
              <a:ahLst/>
              <a:cxnLst/>
              <a:rect l="l" t="t" r="r" b="b"/>
              <a:pathLst>
                <a:path w="430" h="652" extrusionOk="0">
                  <a:moveTo>
                    <a:pt x="215" y="1"/>
                  </a:moveTo>
                  <a:cubicBezTo>
                    <a:pt x="108" y="1"/>
                    <a:pt x="1" y="75"/>
                    <a:pt x="1" y="223"/>
                  </a:cubicBezTo>
                  <a:lnTo>
                    <a:pt x="1" y="433"/>
                  </a:lnTo>
                  <a:cubicBezTo>
                    <a:pt x="1" y="547"/>
                    <a:pt x="96" y="652"/>
                    <a:pt x="220" y="652"/>
                  </a:cubicBezTo>
                  <a:cubicBezTo>
                    <a:pt x="335" y="652"/>
                    <a:pt x="430" y="547"/>
                    <a:pt x="430" y="433"/>
                  </a:cubicBezTo>
                  <a:lnTo>
                    <a:pt x="430" y="223"/>
                  </a:lnTo>
                  <a:cubicBezTo>
                    <a:pt x="430" y="75"/>
                    <a:pt x="323"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2" name="Google Shape;11942;p64"/>
            <p:cNvSpPr/>
            <p:nvPr/>
          </p:nvSpPr>
          <p:spPr>
            <a:xfrm>
              <a:off x="7771425" y="3464386"/>
              <a:ext cx="11286" cy="17073"/>
            </a:xfrm>
            <a:custGeom>
              <a:avLst/>
              <a:gdLst/>
              <a:ahLst/>
              <a:cxnLst/>
              <a:rect l="l" t="t" r="r" b="b"/>
              <a:pathLst>
                <a:path w="431" h="652" extrusionOk="0">
                  <a:moveTo>
                    <a:pt x="216" y="1"/>
                  </a:moveTo>
                  <a:cubicBezTo>
                    <a:pt x="108" y="1"/>
                    <a:pt x="1" y="75"/>
                    <a:pt x="1" y="223"/>
                  </a:cubicBezTo>
                  <a:lnTo>
                    <a:pt x="1" y="433"/>
                  </a:lnTo>
                  <a:cubicBezTo>
                    <a:pt x="1" y="547"/>
                    <a:pt x="96" y="652"/>
                    <a:pt x="211" y="652"/>
                  </a:cubicBezTo>
                  <a:cubicBezTo>
                    <a:pt x="335" y="652"/>
                    <a:pt x="430" y="547"/>
                    <a:pt x="430" y="433"/>
                  </a:cubicBezTo>
                  <a:lnTo>
                    <a:pt x="430" y="223"/>
                  </a:lnTo>
                  <a:cubicBezTo>
                    <a:pt x="430" y="75"/>
                    <a:pt x="323" y="1"/>
                    <a:pt x="216"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3" name="Google Shape;11943;p64"/>
            <p:cNvSpPr/>
            <p:nvPr/>
          </p:nvSpPr>
          <p:spPr>
            <a:xfrm>
              <a:off x="7696247" y="3446973"/>
              <a:ext cx="26264" cy="11521"/>
            </a:xfrm>
            <a:custGeom>
              <a:avLst/>
              <a:gdLst/>
              <a:ahLst/>
              <a:cxnLst/>
              <a:rect l="l" t="t" r="r" b="b"/>
              <a:pathLst>
                <a:path w="1003" h="440" extrusionOk="0">
                  <a:moveTo>
                    <a:pt x="287" y="0"/>
                  </a:moveTo>
                  <a:cubicBezTo>
                    <a:pt x="0" y="0"/>
                    <a:pt x="0" y="439"/>
                    <a:pt x="287" y="439"/>
                  </a:cubicBezTo>
                  <a:lnTo>
                    <a:pt x="716" y="439"/>
                  </a:lnTo>
                  <a:cubicBezTo>
                    <a:pt x="1002" y="439"/>
                    <a:pt x="1002" y="0"/>
                    <a:pt x="7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4" name="Google Shape;11944;p64"/>
            <p:cNvSpPr/>
            <p:nvPr/>
          </p:nvSpPr>
          <p:spPr>
            <a:xfrm>
              <a:off x="7763936" y="3446973"/>
              <a:ext cx="26264" cy="11521"/>
            </a:xfrm>
            <a:custGeom>
              <a:avLst/>
              <a:gdLst/>
              <a:ahLst/>
              <a:cxnLst/>
              <a:rect l="l" t="t" r="r" b="b"/>
              <a:pathLst>
                <a:path w="1003" h="440" extrusionOk="0">
                  <a:moveTo>
                    <a:pt x="287" y="0"/>
                  </a:moveTo>
                  <a:cubicBezTo>
                    <a:pt x="1" y="0"/>
                    <a:pt x="1" y="439"/>
                    <a:pt x="287" y="439"/>
                  </a:cubicBezTo>
                  <a:lnTo>
                    <a:pt x="716" y="439"/>
                  </a:lnTo>
                  <a:cubicBezTo>
                    <a:pt x="1002" y="439"/>
                    <a:pt x="1002" y="0"/>
                    <a:pt x="7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5" name="Google Shape;11945;p64"/>
            <p:cNvSpPr/>
            <p:nvPr/>
          </p:nvSpPr>
          <p:spPr>
            <a:xfrm>
              <a:off x="7718243" y="3503218"/>
              <a:ext cx="49961" cy="16994"/>
            </a:xfrm>
            <a:custGeom>
              <a:avLst/>
              <a:gdLst/>
              <a:ahLst/>
              <a:cxnLst/>
              <a:rect l="l" t="t" r="r" b="b"/>
              <a:pathLst>
                <a:path w="1908" h="649" extrusionOk="0">
                  <a:moveTo>
                    <a:pt x="310" y="0"/>
                  </a:moveTo>
                  <a:cubicBezTo>
                    <a:pt x="144" y="0"/>
                    <a:pt x="1" y="217"/>
                    <a:pt x="162" y="371"/>
                  </a:cubicBezTo>
                  <a:cubicBezTo>
                    <a:pt x="372" y="553"/>
                    <a:pt x="642" y="648"/>
                    <a:pt x="915" y="648"/>
                  </a:cubicBezTo>
                  <a:cubicBezTo>
                    <a:pt x="928" y="648"/>
                    <a:pt x="941" y="648"/>
                    <a:pt x="954" y="648"/>
                  </a:cubicBezTo>
                  <a:cubicBezTo>
                    <a:pt x="967" y="648"/>
                    <a:pt x="980" y="648"/>
                    <a:pt x="993" y="648"/>
                  </a:cubicBezTo>
                  <a:cubicBezTo>
                    <a:pt x="1266" y="648"/>
                    <a:pt x="1536" y="553"/>
                    <a:pt x="1746" y="371"/>
                  </a:cubicBezTo>
                  <a:cubicBezTo>
                    <a:pt x="1907" y="217"/>
                    <a:pt x="1764" y="0"/>
                    <a:pt x="1597" y="0"/>
                  </a:cubicBezTo>
                  <a:cubicBezTo>
                    <a:pt x="1548" y="0"/>
                    <a:pt x="1496" y="20"/>
                    <a:pt x="1450" y="66"/>
                  </a:cubicBezTo>
                  <a:cubicBezTo>
                    <a:pt x="1302" y="166"/>
                    <a:pt x="1128" y="216"/>
                    <a:pt x="954" y="216"/>
                  </a:cubicBezTo>
                  <a:cubicBezTo>
                    <a:pt x="780" y="216"/>
                    <a:pt x="606" y="166"/>
                    <a:pt x="458" y="66"/>
                  </a:cubicBezTo>
                  <a:cubicBezTo>
                    <a:pt x="412" y="20"/>
                    <a:pt x="360" y="0"/>
                    <a:pt x="310"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6" name="Google Shape;11946;p64"/>
            <p:cNvSpPr/>
            <p:nvPr/>
          </p:nvSpPr>
          <p:spPr>
            <a:xfrm>
              <a:off x="7658777" y="3402013"/>
              <a:ext cx="22519" cy="64729"/>
            </a:xfrm>
            <a:custGeom>
              <a:avLst/>
              <a:gdLst/>
              <a:ahLst/>
              <a:cxnLst/>
              <a:rect l="l" t="t" r="r" b="b"/>
              <a:pathLst>
                <a:path w="860" h="2472" extrusionOk="0">
                  <a:moveTo>
                    <a:pt x="0" y="0"/>
                  </a:moveTo>
                  <a:lnTo>
                    <a:pt x="0" y="2471"/>
                  </a:lnTo>
                  <a:lnTo>
                    <a:pt x="477" y="2414"/>
                  </a:lnTo>
                  <a:cubicBezTo>
                    <a:pt x="697" y="2385"/>
                    <a:pt x="859" y="2204"/>
                    <a:pt x="859" y="1985"/>
                  </a:cubicBezTo>
                  <a:lnTo>
                    <a:pt x="85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7" name="Google Shape;11947;p64"/>
            <p:cNvSpPr/>
            <p:nvPr/>
          </p:nvSpPr>
          <p:spPr>
            <a:xfrm>
              <a:off x="7805151" y="3402013"/>
              <a:ext cx="22519" cy="64729"/>
            </a:xfrm>
            <a:custGeom>
              <a:avLst/>
              <a:gdLst/>
              <a:ahLst/>
              <a:cxnLst/>
              <a:rect l="l" t="t" r="r" b="b"/>
              <a:pathLst>
                <a:path w="860" h="2472" extrusionOk="0">
                  <a:moveTo>
                    <a:pt x="1" y="0"/>
                  </a:moveTo>
                  <a:lnTo>
                    <a:pt x="1" y="1985"/>
                  </a:lnTo>
                  <a:cubicBezTo>
                    <a:pt x="1" y="2204"/>
                    <a:pt x="163" y="2385"/>
                    <a:pt x="382" y="2414"/>
                  </a:cubicBezTo>
                  <a:lnTo>
                    <a:pt x="859" y="2471"/>
                  </a:lnTo>
                  <a:lnTo>
                    <a:pt x="859"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8" name="Google Shape;11948;p64"/>
            <p:cNvSpPr/>
            <p:nvPr/>
          </p:nvSpPr>
          <p:spPr>
            <a:xfrm>
              <a:off x="7652021" y="3351345"/>
              <a:ext cx="183635" cy="101388"/>
            </a:xfrm>
            <a:custGeom>
              <a:avLst/>
              <a:gdLst/>
              <a:ahLst/>
              <a:cxnLst/>
              <a:rect l="l" t="t" r="r" b="b"/>
              <a:pathLst>
                <a:path w="7013" h="3872" extrusionOk="0">
                  <a:moveTo>
                    <a:pt x="3481" y="1"/>
                  </a:moveTo>
                  <a:cubicBezTo>
                    <a:pt x="2139" y="1"/>
                    <a:pt x="797" y="650"/>
                    <a:pt x="1" y="1954"/>
                  </a:cubicBezTo>
                  <a:lnTo>
                    <a:pt x="1" y="2021"/>
                  </a:lnTo>
                  <a:cubicBezTo>
                    <a:pt x="1022" y="2489"/>
                    <a:pt x="2109" y="2813"/>
                    <a:pt x="3225" y="2985"/>
                  </a:cubicBezTo>
                  <a:cubicBezTo>
                    <a:pt x="3230" y="2985"/>
                    <a:pt x="3234" y="2985"/>
                    <a:pt x="3239" y="2985"/>
                  </a:cubicBezTo>
                  <a:cubicBezTo>
                    <a:pt x="3346" y="2985"/>
                    <a:pt x="3424" y="2876"/>
                    <a:pt x="3388" y="2775"/>
                  </a:cubicBezTo>
                  <a:lnTo>
                    <a:pt x="3244" y="2431"/>
                  </a:lnTo>
                  <a:cubicBezTo>
                    <a:pt x="3200" y="2325"/>
                    <a:pt x="3279" y="2219"/>
                    <a:pt x="3389" y="2219"/>
                  </a:cubicBezTo>
                  <a:cubicBezTo>
                    <a:pt x="3398" y="2219"/>
                    <a:pt x="3407" y="2220"/>
                    <a:pt x="3416" y="2221"/>
                  </a:cubicBezTo>
                  <a:cubicBezTo>
                    <a:pt x="4017" y="2326"/>
                    <a:pt x="5525" y="2698"/>
                    <a:pt x="6698" y="3872"/>
                  </a:cubicBezTo>
                  <a:lnTo>
                    <a:pt x="7013" y="2040"/>
                  </a:lnTo>
                  <a:cubicBezTo>
                    <a:pt x="6230" y="683"/>
                    <a:pt x="4856" y="1"/>
                    <a:pt x="3481"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9" name="Google Shape;11949;p64"/>
            <p:cNvSpPr/>
            <p:nvPr/>
          </p:nvSpPr>
          <p:spPr>
            <a:xfrm>
              <a:off x="7652021" y="3351293"/>
              <a:ext cx="183635" cy="84970"/>
            </a:xfrm>
            <a:custGeom>
              <a:avLst/>
              <a:gdLst/>
              <a:ahLst/>
              <a:cxnLst/>
              <a:rect l="l" t="t" r="r" b="b"/>
              <a:pathLst>
                <a:path w="7013" h="3245" extrusionOk="0">
                  <a:moveTo>
                    <a:pt x="3483" y="1"/>
                  </a:moveTo>
                  <a:cubicBezTo>
                    <a:pt x="2062" y="1"/>
                    <a:pt x="745" y="745"/>
                    <a:pt x="1" y="1956"/>
                  </a:cubicBezTo>
                  <a:lnTo>
                    <a:pt x="1" y="2023"/>
                  </a:lnTo>
                  <a:cubicBezTo>
                    <a:pt x="163" y="2099"/>
                    <a:pt x="363" y="2176"/>
                    <a:pt x="573" y="2262"/>
                  </a:cubicBezTo>
                  <a:cubicBezTo>
                    <a:pt x="1260" y="1162"/>
                    <a:pt x="2369" y="646"/>
                    <a:pt x="3469" y="646"/>
                  </a:cubicBezTo>
                  <a:cubicBezTo>
                    <a:pt x="4938" y="646"/>
                    <a:pt x="6393" y="1565"/>
                    <a:pt x="6812" y="3244"/>
                  </a:cubicBezTo>
                  <a:lnTo>
                    <a:pt x="7013" y="2042"/>
                  </a:lnTo>
                  <a:cubicBezTo>
                    <a:pt x="6288" y="783"/>
                    <a:pt x="4943" y="1"/>
                    <a:pt x="3483"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0" name="Google Shape;11950;p64"/>
            <p:cNvSpPr/>
            <p:nvPr/>
          </p:nvSpPr>
          <p:spPr>
            <a:xfrm>
              <a:off x="7630549" y="3345794"/>
              <a:ext cx="225086" cy="354493"/>
            </a:xfrm>
            <a:custGeom>
              <a:avLst/>
              <a:gdLst/>
              <a:ahLst/>
              <a:cxnLst/>
              <a:rect l="l" t="t" r="r" b="b"/>
              <a:pathLst>
                <a:path w="8596" h="13538" extrusionOk="0">
                  <a:moveTo>
                    <a:pt x="4303" y="430"/>
                  </a:moveTo>
                  <a:cubicBezTo>
                    <a:pt x="6440" y="430"/>
                    <a:pt x="8176" y="2157"/>
                    <a:pt x="8176" y="4294"/>
                  </a:cubicBezTo>
                  <a:lnTo>
                    <a:pt x="8176" y="4904"/>
                  </a:lnTo>
                  <a:cubicBezTo>
                    <a:pt x="8176" y="6364"/>
                    <a:pt x="7527" y="7747"/>
                    <a:pt x="6411" y="8682"/>
                  </a:cubicBezTo>
                  <a:lnTo>
                    <a:pt x="4303" y="10466"/>
                  </a:lnTo>
                  <a:lnTo>
                    <a:pt x="2195" y="8682"/>
                  </a:lnTo>
                  <a:cubicBezTo>
                    <a:pt x="1078" y="7747"/>
                    <a:pt x="430" y="6364"/>
                    <a:pt x="430" y="4904"/>
                  </a:cubicBezTo>
                  <a:lnTo>
                    <a:pt x="430" y="4294"/>
                  </a:lnTo>
                  <a:cubicBezTo>
                    <a:pt x="430" y="2157"/>
                    <a:pt x="2166" y="430"/>
                    <a:pt x="4303" y="430"/>
                  </a:cubicBezTo>
                  <a:close/>
                  <a:moveTo>
                    <a:pt x="4303" y="1"/>
                  </a:moveTo>
                  <a:cubicBezTo>
                    <a:pt x="1928" y="1"/>
                    <a:pt x="10" y="1918"/>
                    <a:pt x="0" y="4294"/>
                  </a:cubicBezTo>
                  <a:lnTo>
                    <a:pt x="0" y="4904"/>
                  </a:lnTo>
                  <a:cubicBezTo>
                    <a:pt x="0" y="6488"/>
                    <a:pt x="697" y="7995"/>
                    <a:pt x="1908" y="9016"/>
                  </a:cubicBezTo>
                  <a:lnTo>
                    <a:pt x="4093" y="10848"/>
                  </a:lnTo>
                  <a:lnTo>
                    <a:pt x="4093" y="13538"/>
                  </a:lnTo>
                  <a:lnTo>
                    <a:pt x="4522" y="13538"/>
                  </a:lnTo>
                  <a:lnTo>
                    <a:pt x="4522" y="10848"/>
                  </a:lnTo>
                  <a:lnTo>
                    <a:pt x="6688" y="9016"/>
                  </a:lnTo>
                  <a:cubicBezTo>
                    <a:pt x="7900" y="7995"/>
                    <a:pt x="8596" y="6488"/>
                    <a:pt x="8596" y="4904"/>
                  </a:cubicBezTo>
                  <a:lnTo>
                    <a:pt x="8596" y="4294"/>
                  </a:lnTo>
                  <a:cubicBezTo>
                    <a:pt x="8596" y="1928"/>
                    <a:pt x="6678" y="1"/>
                    <a:pt x="4303"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1" name="Google Shape;11951;p64"/>
            <p:cNvSpPr/>
            <p:nvPr/>
          </p:nvSpPr>
          <p:spPr>
            <a:xfrm>
              <a:off x="7731964" y="3627335"/>
              <a:ext cx="22519" cy="33752"/>
            </a:xfrm>
            <a:custGeom>
              <a:avLst/>
              <a:gdLst/>
              <a:ahLst/>
              <a:cxnLst/>
              <a:rect l="l" t="t" r="r" b="b"/>
              <a:pathLst>
                <a:path w="860" h="1289" extrusionOk="0">
                  <a:moveTo>
                    <a:pt x="430" y="0"/>
                  </a:moveTo>
                  <a:cubicBezTo>
                    <a:pt x="191" y="0"/>
                    <a:pt x="1" y="191"/>
                    <a:pt x="1" y="430"/>
                  </a:cubicBezTo>
                  <a:lnTo>
                    <a:pt x="1" y="859"/>
                  </a:lnTo>
                  <a:cubicBezTo>
                    <a:pt x="1" y="1097"/>
                    <a:pt x="191" y="1288"/>
                    <a:pt x="430" y="1288"/>
                  </a:cubicBezTo>
                  <a:cubicBezTo>
                    <a:pt x="668" y="1288"/>
                    <a:pt x="859" y="1097"/>
                    <a:pt x="859" y="859"/>
                  </a:cubicBezTo>
                  <a:lnTo>
                    <a:pt x="859" y="430"/>
                  </a:lnTo>
                  <a:cubicBezTo>
                    <a:pt x="859" y="191"/>
                    <a:pt x="668" y="0"/>
                    <a:pt x="43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2" name="Google Shape;11952;p64"/>
            <p:cNvSpPr/>
            <p:nvPr/>
          </p:nvSpPr>
          <p:spPr>
            <a:xfrm>
              <a:off x="7611565" y="3617333"/>
              <a:ext cx="52972" cy="83216"/>
            </a:xfrm>
            <a:custGeom>
              <a:avLst/>
              <a:gdLst/>
              <a:ahLst/>
              <a:cxnLst/>
              <a:rect l="l" t="t" r="r" b="b"/>
              <a:pathLst>
                <a:path w="2023" h="3178" extrusionOk="0">
                  <a:moveTo>
                    <a:pt x="248" y="1"/>
                  </a:moveTo>
                  <a:cubicBezTo>
                    <a:pt x="144" y="106"/>
                    <a:pt x="58" y="230"/>
                    <a:pt x="0" y="363"/>
                  </a:cubicBezTo>
                  <a:lnTo>
                    <a:pt x="1374" y="1575"/>
                  </a:lnTo>
                  <a:cubicBezTo>
                    <a:pt x="1508" y="1699"/>
                    <a:pt x="1584" y="1870"/>
                    <a:pt x="1594" y="2052"/>
                  </a:cubicBezTo>
                  <a:lnTo>
                    <a:pt x="1594" y="3177"/>
                  </a:lnTo>
                  <a:lnTo>
                    <a:pt x="2023" y="3177"/>
                  </a:lnTo>
                  <a:lnTo>
                    <a:pt x="2023" y="2052"/>
                  </a:lnTo>
                  <a:cubicBezTo>
                    <a:pt x="2023" y="1746"/>
                    <a:pt x="1889" y="1451"/>
                    <a:pt x="1660" y="1250"/>
                  </a:cubicBezTo>
                  <a:lnTo>
                    <a:pt x="248" y="1"/>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3" name="Google Shape;11953;p64"/>
            <p:cNvSpPr/>
            <p:nvPr/>
          </p:nvSpPr>
          <p:spPr>
            <a:xfrm>
              <a:off x="7821909" y="3617333"/>
              <a:ext cx="52972" cy="82954"/>
            </a:xfrm>
            <a:custGeom>
              <a:avLst/>
              <a:gdLst/>
              <a:ahLst/>
              <a:cxnLst/>
              <a:rect l="l" t="t" r="r" b="b"/>
              <a:pathLst>
                <a:path w="2023" h="3168" extrusionOk="0">
                  <a:moveTo>
                    <a:pt x="1774" y="1"/>
                  </a:moveTo>
                  <a:lnTo>
                    <a:pt x="363" y="1250"/>
                  </a:lnTo>
                  <a:cubicBezTo>
                    <a:pt x="134" y="1451"/>
                    <a:pt x="0" y="1746"/>
                    <a:pt x="0" y="2052"/>
                  </a:cubicBezTo>
                  <a:lnTo>
                    <a:pt x="0" y="3168"/>
                  </a:lnTo>
                  <a:lnTo>
                    <a:pt x="429" y="3168"/>
                  </a:lnTo>
                  <a:lnTo>
                    <a:pt x="429" y="2052"/>
                  </a:lnTo>
                  <a:cubicBezTo>
                    <a:pt x="439" y="1870"/>
                    <a:pt x="515" y="1699"/>
                    <a:pt x="649" y="1575"/>
                  </a:cubicBezTo>
                  <a:lnTo>
                    <a:pt x="2023" y="354"/>
                  </a:lnTo>
                  <a:cubicBezTo>
                    <a:pt x="1956" y="220"/>
                    <a:pt x="1879" y="106"/>
                    <a:pt x="1774"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54" name="Google Shape;11954;p64"/>
          <p:cNvGrpSpPr/>
          <p:nvPr/>
        </p:nvGrpSpPr>
        <p:grpSpPr>
          <a:xfrm>
            <a:off x="6696490" y="4114507"/>
            <a:ext cx="263316" cy="354728"/>
            <a:chOff x="6712765" y="4268082"/>
            <a:chExt cx="263316" cy="354728"/>
          </a:xfrm>
        </p:grpSpPr>
        <p:sp>
          <p:nvSpPr>
            <p:cNvPr id="11955" name="Google Shape;11955;p64"/>
            <p:cNvSpPr/>
            <p:nvPr/>
          </p:nvSpPr>
          <p:spPr>
            <a:xfrm>
              <a:off x="6907372" y="4411209"/>
              <a:ext cx="36004" cy="131658"/>
            </a:xfrm>
            <a:custGeom>
              <a:avLst/>
              <a:gdLst/>
              <a:ahLst/>
              <a:cxnLst/>
              <a:rect l="l" t="t" r="r" b="b"/>
              <a:pathLst>
                <a:path w="1375" h="5028" extrusionOk="0">
                  <a:moveTo>
                    <a:pt x="0" y="0"/>
                  </a:moveTo>
                  <a:lnTo>
                    <a:pt x="0" y="1632"/>
                  </a:lnTo>
                  <a:cubicBezTo>
                    <a:pt x="0" y="1842"/>
                    <a:pt x="67" y="2042"/>
                    <a:pt x="201" y="2204"/>
                  </a:cubicBezTo>
                  <a:cubicBezTo>
                    <a:pt x="277" y="2300"/>
                    <a:pt x="277" y="2433"/>
                    <a:pt x="201" y="2529"/>
                  </a:cubicBezTo>
                  <a:cubicBezTo>
                    <a:pt x="67" y="2691"/>
                    <a:pt x="0" y="2891"/>
                    <a:pt x="0" y="3101"/>
                  </a:cubicBezTo>
                  <a:cubicBezTo>
                    <a:pt x="0" y="3311"/>
                    <a:pt x="77" y="3511"/>
                    <a:pt x="210" y="3683"/>
                  </a:cubicBezTo>
                  <a:cubicBezTo>
                    <a:pt x="286" y="3788"/>
                    <a:pt x="286" y="3931"/>
                    <a:pt x="210" y="4036"/>
                  </a:cubicBezTo>
                  <a:cubicBezTo>
                    <a:pt x="77" y="4274"/>
                    <a:pt x="0" y="4541"/>
                    <a:pt x="0" y="4809"/>
                  </a:cubicBezTo>
                  <a:lnTo>
                    <a:pt x="868" y="5028"/>
                  </a:lnTo>
                  <a:cubicBezTo>
                    <a:pt x="868" y="5028"/>
                    <a:pt x="1307" y="4589"/>
                    <a:pt x="1307" y="4074"/>
                  </a:cubicBezTo>
                  <a:cubicBezTo>
                    <a:pt x="1307" y="3845"/>
                    <a:pt x="1231" y="3626"/>
                    <a:pt x="1097" y="3444"/>
                  </a:cubicBezTo>
                  <a:cubicBezTo>
                    <a:pt x="1012" y="3339"/>
                    <a:pt x="1012" y="3177"/>
                    <a:pt x="1097" y="3072"/>
                  </a:cubicBezTo>
                  <a:cubicBezTo>
                    <a:pt x="1374" y="2710"/>
                    <a:pt x="1374" y="2204"/>
                    <a:pt x="1107" y="1842"/>
                  </a:cubicBezTo>
                  <a:cubicBezTo>
                    <a:pt x="1040" y="1737"/>
                    <a:pt x="1040" y="1603"/>
                    <a:pt x="1107" y="1498"/>
                  </a:cubicBezTo>
                  <a:cubicBezTo>
                    <a:pt x="1240" y="1327"/>
                    <a:pt x="1307" y="1107"/>
                    <a:pt x="1307" y="888"/>
                  </a:cubicBezTo>
                  <a:cubicBezTo>
                    <a:pt x="1317" y="516"/>
                    <a:pt x="1107" y="163"/>
                    <a:pt x="763"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6" name="Google Shape;11956;p64"/>
            <p:cNvSpPr/>
            <p:nvPr/>
          </p:nvSpPr>
          <p:spPr>
            <a:xfrm>
              <a:off x="6745496" y="4411209"/>
              <a:ext cx="36240" cy="131658"/>
            </a:xfrm>
            <a:custGeom>
              <a:avLst/>
              <a:gdLst/>
              <a:ahLst/>
              <a:cxnLst/>
              <a:rect l="l" t="t" r="r" b="b"/>
              <a:pathLst>
                <a:path w="1384" h="5028" extrusionOk="0">
                  <a:moveTo>
                    <a:pt x="621" y="0"/>
                  </a:moveTo>
                  <a:cubicBezTo>
                    <a:pt x="277" y="163"/>
                    <a:pt x="58" y="516"/>
                    <a:pt x="67" y="888"/>
                  </a:cubicBezTo>
                  <a:cubicBezTo>
                    <a:pt x="67" y="1107"/>
                    <a:pt x="144" y="1327"/>
                    <a:pt x="268" y="1498"/>
                  </a:cubicBezTo>
                  <a:cubicBezTo>
                    <a:pt x="344" y="1603"/>
                    <a:pt x="344" y="1737"/>
                    <a:pt x="268" y="1842"/>
                  </a:cubicBezTo>
                  <a:cubicBezTo>
                    <a:pt x="0" y="2204"/>
                    <a:pt x="10" y="2710"/>
                    <a:pt x="287" y="3072"/>
                  </a:cubicBezTo>
                  <a:cubicBezTo>
                    <a:pt x="372" y="3177"/>
                    <a:pt x="372" y="3339"/>
                    <a:pt x="287" y="3444"/>
                  </a:cubicBezTo>
                  <a:cubicBezTo>
                    <a:pt x="144" y="3626"/>
                    <a:pt x="67" y="3845"/>
                    <a:pt x="77" y="4074"/>
                  </a:cubicBezTo>
                  <a:cubicBezTo>
                    <a:pt x="77" y="4589"/>
                    <a:pt x="506" y="5028"/>
                    <a:pt x="506" y="5028"/>
                  </a:cubicBezTo>
                  <a:lnTo>
                    <a:pt x="1384" y="4809"/>
                  </a:lnTo>
                  <a:cubicBezTo>
                    <a:pt x="1374" y="4541"/>
                    <a:pt x="1307" y="4274"/>
                    <a:pt x="1174" y="4036"/>
                  </a:cubicBezTo>
                  <a:cubicBezTo>
                    <a:pt x="1088" y="3931"/>
                    <a:pt x="1088" y="3788"/>
                    <a:pt x="1174" y="3683"/>
                  </a:cubicBezTo>
                  <a:cubicBezTo>
                    <a:pt x="1307" y="3511"/>
                    <a:pt x="1384" y="3311"/>
                    <a:pt x="1374" y="3101"/>
                  </a:cubicBezTo>
                  <a:cubicBezTo>
                    <a:pt x="1374" y="2891"/>
                    <a:pt x="1307" y="2691"/>
                    <a:pt x="1183" y="2529"/>
                  </a:cubicBezTo>
                  <a:cubicBezTo>
                    <a:pt x="1107" y="2433"/>
                    <a:pt x="1107" y="2300"/>
                    <a:pt x="1183" y="2204"/>
                  </a:cubicBezTo>
                  <a:cubicBezTo>
                    <a:pt x="1307" y="2042"/>
                    <a:pt x="1374" y="1842"/>
                    <a:pt x="1374" y="1632"/>
                  </a:cubicBezTo>
                  <a:lnTo>
                    <a:pt x="1374"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7" name="Google Shape;11957;p64"/>
            <p:cNvSpPr/>
            <p:nvPr/>
          </p:nvSpPr>
          <p:spPr>
            <a:xfrm>
              <a:off x="6752985" y="4268082"/>
              <a:ext cx="183138" cy="134669"/>
            </a:xfrm>
            <a:custGeom>
              <a:avLst/>
              <a:gdLst/>
              <a:ahLst/>
              <a:cxnLst/>
              <a:rect l="l" t="t" r="r" b="b"/>
              <a:pathLst>
                <a:path w="6994" h="5143" extrusionOk="0">
                  <a:moveTo>
                    <a:pt x="3492" y="0"/>
                  </a:moveTo>
                  <a:cubicBezTo>
                    <a:pt x="1565" y="0"/>
                    <a:pt x="1" y="1565"/>
                    <a:pt x="1" y="3501"/>
                  </a:cubicBezTo>
                  <a:lnTo>
                    <a:pt x="1" y="5142"/>
                  </a:lnTo>
                  <a:lnTo>
                    <a:pt x="6993" y="5142"/>
                  </a:lnTo>
                  <a:lnTo>
                    <a:pt x="6993" y="3501"/>
                  </a:lnTo>
                  <a:cubicBezTo>
                    <a:pt x="6993" y="1565"/>
                    <a:pt x="5429" y="0"/>
                    <a:pt x="3492"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8" name="Google Shape;11958;p64"/>
            <p:cNvSpPr/>
            <p:nvPr/>
          </p:nvSpPr>
          <p:spPr>
            <a:xfrm>
              <a:off x="6712765" y="4456928"/>
              <a:ext cx="263316" cy="165882"/>
            </a:xfrm>
            <a:custGeom>
              <a:avLst/>
              <a:gdLst/>
              <a:ahLst/>
              <a:cxnLst/>
              <a:rect l="l" t="t" r="r" b="b"/>
              <a:pathLst>
                <a:path w="10056" h="6335" extrusionOk="0">
                  <a:moveTo>
                    <a:pt x="3721" y="0"/>
                  </a:moveTo>
                  <a:lnTo>
                    <a:pt x="3721" y="1784"/>
                  </a:lnTo>
                  <a:cubicBezTo>
                    <a:pt x="3721" y="2156"/>
                    <a:pt x="3483" y="2481"/>
                    <a:pt x="3130" y="2605"/>
                  </a:cubicBezTo>
                  <a:lnTo>
                    <a:pt x="878" y="3406"/>
                  </a:lnTo>
                  <a:cubicBezTo>
                    <a:pt x="354" y="3587"/>
                    <a:pt x="1" y="4083"/>
                    <a:pt x="1" y="4637"/>
                  </a:cubicBezTo>
                  <a:lnTo>
                    <a:pt x="1" y="5676"/>
                  </a:lnTo>
                  <a:cubicBezTo>
                    <a:pt x="1" y="6039"/>
                    <a:pt x="296" y="6335"/>
                    <a:pt x="659" y="6335"/>
                  </a:cubicBezTo>
                  <a:lnTo>
                    <a:pt x="9398" y="6335"/>
                  </a:lnTo>
                  <a:cubicBezTo>
                    <a:pt x="9760" y="6335"/>
                    <a:pt x="10056" y="6039"/>
                    <a:pt x="10056" y="5676"/>
                  </a:cubicBezTo>
                  <a:lnTo>
                    <a:pt x="10056" y="4637"/>
                  </a:lnTo>
                  <a:cubicBezTo>
                    <a:pt x="10056" y="4083"/>
                    <a:pt x="9703" y="3587"/>
                    <a:pt x="9178" y="3406"/>
                  </a:cubicBezTo>
                  <a:lnTo>
                    <a:pt x="6927" y="2605"/>
                  </a:lnTo>
                  <a:cubicBezTo>
                    <a:pt x="6574" y="2481"/>
                    <a:pt x="6345" y="2156"/>
                    <a:pt x="6345" y="1784"/>
                  </a:cubicBezTo>
                  <a:lnTo>
                    <a:pt x="6345"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9" name="Google Shape;11959;p64"/>
            <p:cNvSpPr/>
            <p:nvPr/>
          </p:nvSpPr>
          <p:spPr>
            <a:xfrm>
              <a:off x="6713027" y="4529854"/>
              <a:ext cx="263055" cy="92957"/>
            </a:xfrm>
            <a:custGeom>
              <a:avLst/>
              <a:gdLst/>
              <a:ahLst/>
              <a:cxnLst/>
              <a:rect l="l" t="t" r="r" b="b"/>
              <a:pathLst>
                <a:path w="10046" h="3550" extrusionOk="0">
                  <a:moveTo>
                    <a:pt x="2624" y="1"/>
                  </a:moveTo>
                  <a:lnTo>
                    <a:pt x="868" y="621"/>
                  </a:lnTo>
                  <a:cubicBezTo>
                    <a:pt x="344" y="802"/>
                    <a:pt x="0" y="1298"/>
                    <a:pt x="0" y="1852"/>
                  </a:cubicBezTo>
                  <a:lnTo>
                    <a:pt x="0" y="2891"/>
                  </a:lnTo>
                  <a:cubicBezTo>
                    <a:pt x="0" y="3254"/>
                    <a:pt x="286" y="3550"/>
                    <a:pt x="649" y="3550"/>
                  </a:cubicBezTo>
                  <a:lnTo>
                    <a:pt x="9388" y="3550"/>
                  </a:lnTo>
                  <a:cubicBezTo>
                    <a:pt x="9750" y="3550"/>
                    <a:pt x="10046" y="3254"/>
                    <a:pt x="10046" y="2891"/>
                  </a:cubicBezTo>
                  <a:lnTo>
                    <a:pt x="10046" y="1852"/>
                  </a:lnTo>
                  <a:cubicBezTo>
                    <a:pt x="10046" y="1298"/>
                    <a:pt x="9693" y="802"/>
                    <a:pt x="9168" y="621"/>
                  </a:cubicBezTo>
                  <a:lnTo>
                    <a:pt x="7413" y="1"/>
                  </a:lnTo>
                  <a:cubicBezTo>
                    <a:pt x="7327" y="1260"/>
                    <a:pt x="6278" y="2233"/>
                    <a:pt x="5018" y="2233"/>
                  </a:cubicBezTo>
                  <a:cubicBezTo>
                    <a:pt x="3759" y="2233"/>
                    <a:pt x="2719" y="1260"/>
                    <a:pt x="2624"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0" name="Google Shape;11960;p64"/>
            <p:cNvSpPr/>
            <p:nvPr/>
          </p:nvSpPr>
          <p:spPr>
            <a:xfrm>
              <a:off x="6810199" y="4468424"/>
              <a:ext cx="68709" cy="28620"/>
            </a:xfrm>
            <a:custGeom>
              <a:avLst/>
              <a:gdLst/>
              <a:ahLst/>
              <a:cxnLst/>
              <a:rect l="l" t="t" r="r" b="b"/>
              <a:pathLst>
                <a:path w="2624" h="1093" extrusionOk="0">
                  <a:moveTo>
                    <a:pt x="0" y="0"/>
                  </a:moveTo>
                  <a:lnTo>
                    <a:pt x="0" y="821"/>
                  </a:lnTo>
                  <a:cubicBezTo>
                    <a:pt x="420" y="1002"/>
                    <a:pt x="866" y="1092"/>
                    <a:pt x="1312" y="1092"/>
                  </a:cubicBezTo>
                  <a:cubicBezTo>
                    <a:pt x="1758" y="1092"/>
                    <a:pt x="2204" y="1002"/>
                    <a:pt x="2624" y="821"/>
                  </a:cubicBezTo>
                  <a:lnTo>
                    <a:pt x="2624"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1" name="Google Shape;11961;p64"/>
            <p:cNvSpPr/>
            <p:nvPr/>
          </p:nvSpPr>
          <p:spPr>
            <a:xfrm>
              <a:off x="6752226" y="4336399"/>
              <a:ext cx="184630" cy="149019"/>
            </a:xfrm>
            <a:custGeom>
              <a:avLst/>
              <a:gdLst/>
              <a:ahLst/>
              <a:cxnLst/>
              <a:rect l="l" t="t" r="r" b="b"/>
              <a:pathLst>
                <a:path w="7051" h="5691" extrusionOk="0">
                  <a:moveTo>
                    <a:pt x="3521" y="0"/>
                  </a:moveTo>
                  <a:cubicBezTo>
                    <a:pt x="3452" y="0"/>
                    <a:pt x="3383" y="34"/>
                    <a:pt x="3340" y="100"/>
                  </a:cubicBezTo>
                  <a:cubicBezTo>
                    <a:pt x="2529" y="1360"/>
                    <a:pt x="1451" y="1789"/>
                    <a:pt x="955" y="1923"/>
                  </a:cubicBezTo>
                  <a:cubicBezTo>
                    <a:pt x="869" y="1951"/>
                    <a:pt x="573" y="1980"/>
                    <a:pt x="573" y="1980"/>
                  </a:cubicBezTo>
                  <a:cubicBezTo>
                    <a:pt x="249" y="1980"/>
                    <a:pt x="1" y="2266"/>
                    <a:pt x="30" y="2581"/>
                  </a:cubicBezTo>
                  <a:cubicBezTo>
                    <a:pt x="68" y="2867"/>
                    <a:pt x="316" y="3077"/>
                    <a:pt x="602" y="3077"/>
                  </a:cubicBezTo>
                  <a:lnTo>
                    <a:pt x="697" y="3077"/>
                  </a:lnTo>
                  <a:cubicBezTo>
                    <a:pt x="812" y="4556"/>
                    <a:pt x="2043" y="5691"/>
                    <a:pt x="3521" y="5691"/>
                  </a:cubicBezTo>
                  <a:cubicBezTo>
                    <a:pt x="5009" y="5691"/>
                    <a:pt x="6240" y="4556"/>
                    <a:pt x="6355" y="3077"/>
                  </a:cubicBezTo>
                  <a:lnTo>
                    <a:pt x="6440" y="3077"/>
                  </a:lnTo>
                  <a:cubicBezTo>
                    <a:pt x="6727" y="3077"/>
                    <a:pt x="6975" y="2867"/>
                    <a:pt x="7013" y="2581"/>
                  </a:cubicBezTo>
                  <a:cubicBezTo>
                    <a:pt x="7051" y="2266"/>
                    <a:pt x="6793" y="1980"/>
                    <a:pt x="6469" y="1980"/>
                  </a:cubicBezTo>
                  <a:cubicBezTo>
                    <a:pt x="6469" y="1980"/>
                    <a:pt x="6183" y="1951"/>
                    <a:pt x="6087" y="1923"/>
                  </a:cubicBezTo>
                  <a:cubicBezTo>
                    <a:pt x="5591" y="1789"/>
                    <a:pt x="4523" y="1360"/>
                    <a:pt x="3702" y="100"/>
                  </a:cubicBezTo>
                  <a:cubicBezTo>
                    <a:pt x="3660" y="34"/>
                    <a:pt x="3590" y="0"/>
                    <a:pt x="3521"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2" name="Google Shape;11962;p64"/>
            <p:cNvSpPr/>
            <p:nvPr/>
          </p:nvSpPr>
          <p:spPr>
            <a:xfrm>
              <a:off x="6752226" y="4336451"/>
              <a:ext cx="169417" cy="149202"/>
            </a:xfrm>
            <a:custGeom>
              <a:avLst/>
              <a:gdLst/>
              <a:ahLst/>
              <a:cxnLst/>
              <a:rect l="l" t="t" r="r" b="b"/>
              <a:pathLst>
                <a:path w="6470" h="5698" extrusionOk="0">
                  <a:moveTo>
                    <a:pt x="3521" y="1"/>
                  </a:moveTo>
                  <a:cubicBezTo>
                    <a:pt x="3452" y="1"/>
                    <a:pt x="3383" y="36"/>
                    <a:pt x="3340" y="108"/>
                  </a:cubicBezTo>
                  <a:cubicBezTo>
                    <a:pt x="2901" y="785"/>
                    <a:pt x="2281" y="1339"/>
                    <a:pt x="1556" y="1692"/>
                  </a:cubicBezTo>
                  <a:cubicBezTo>
                    <a:pt x="1365" y="1787"/>
                    <a:pt x="1165" y="1863"/>
                    <a:pt x="955" y="1921"/>
                  </a:cubicBezTo>
                  <a:cubicBezTo>
                    <a:pt x="869" y="1949"/>
                    <a:pt x="573" y="1978"/>
                    <a:pt x="573" y="1978"/>
                  </a:cubicBezTo>
                  <a:cubicBezTo>
                    <a:pt x="249" y="1978"/>
                    <a:pt x="1" y="2264"/>
                    <a:pt x="30" y="2579"/>
                  </a:cubicBezTo>
                  <a:cubicBezTo>
                    <a:pt x="68" y="2865"/>
                    <a:pt x="316" y="3075"/>
                    <a:pt x="612" y="3075"/>
                  </a:cubicBezTo>
                  <a:lnTo>
                    <a:pt x="697" y="3075"/>
                  </a:lnTo>
                  <a:cubicBezTo>
                    <a:pt x="801" y="4570"/>
                    <a:pt x="2056" y="5697"/>
                    <a:pt x="3504" y="5697"/>
                  </a:cubicBezTo>
                  <a:cubicBezTo>
                    <a:pt x="3654" y="5697"/>
                    <a:pt x="3807" y="5685"/>
                    <a:pt x="3960" y="5660"/>
                  </a:cubicBezTo>
                  <a:cubicBezTo>
                    <a:pt x="2710" y="5460"/>
                    <a:pt x="1737" y="4458"/>
                    <a:pt x="1575" y="3199"/>
                  </a:cubicBezTo>
                  <a:cubicBezTo>
                    <a:pt x="1556" y="3018"/>
                    <a:pt x="1556" y="2827"/>
                    <a:pt x="1575" y="2636"/>
                  </a:cubicBezTo>
                  <a:cubicBezTo>
                    <a:pt x="1594" y="2483"/>
                    <a:pt x="1642" y="2340"/>
                    <a:pt x="1728" y="2207"/>
                  </a:cubicBezTo>
                  <a:cubicBezTo>
                    <a:pt x="1804" y="2102"/>
                    <a:pt x="1909" y="2006"/>
                    <a:pt x="2033" y="1940"/>
                  </a:cubicBezTo>
                  <a:cubicBezTo>
                    <a:pt x="2615" y="1606"/>
                    <a:pt x="3121" y="1148"/>
                    <a:pt x="3521" y="604"/>
                  </a:cubicBezTo>
                  <a:cubicBezTo>
                    <a:pt x="3970" y="1234"/>
                    <a:pt x="4580" y="1739"/>
                    <a:pt x="5286" y="2083"/>
                  </a:cubicBezTo>
                  <a:cubicBezTo>
                    <a:pt x="5445" y="2158"/>
                    <a:pt x="5616" y="2196"/>
                    <a:pt x="5786" y="2196"/>
                  </a:cubicBezTo>
                  <a:cubicBezTo>
                    <a:pt x="6025" y="2196"/>
                    <a:pt x="6263" y="2122"/>
                    <a:pt x="6469" y="1978"/>
                  </a:cubicBezTo>
                  <a:cubicBezTo>
                    <a:pt x="6469" y="1978"/>
                    <a:pt x="6183" y="1949"/>
                    <a:pt x="6087" y="1921"/>
                  </a:cubicBezTo>
                  <a:cubicBezTo>
                    <a:pt x="5591" y="1787"/>
                    <a:pt x="4523" y="1358"/>
                    <a:pt x="3702" y="108"/>
                  </a:cubicBezTo>
                  <a:cubicBezTo>
                    <a:pt x="3660" y="36"/>
                    <a:pt x="3590" y="1"/>
                    <a:pt x="3521"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3" name="Google Shape;11963;p64"/>
            <p:cNvSpPr/>
            <p:nvPr/>
          </p:nvSpPr>
          <p:spPr>
            <a:xfrm>
              <a:off x="6804439" y="4388847"/>
              <a:ext cx="11521" cy="17151"/>
            </a:xfrm>
            <a:custGeom>
              <a:avLst/>
              <a:gdLst/>
              <a:ahLst/>
              <a:cxnLst/>
              <a:rect l="l" t="t" r="r" b="b"/>
              <a:pathLst>
                <a:path w="440" h="655" extrusionOk="0">
                  <a:moveTo>
                    <a:pt x="220" y="1"/>
                  </a:moveTo>
                  <a:cubicBezTo>
                    <a:pt x="111" y="1"/>
                    <a:pt x="1" y="72"/>
                    <a:pt x="1" y="215"/>
                  </a:cubicBezTo>
                  <a:lnTo>
                    <a:pt x="1" y="435"/>
                  </a:lnTo>
                  <a:cubicBezTo>
                    <a:pt x="1" y="559"/>
                    <a:pt x="96" y="654"/>
                    <a:pt x="220" y="654"/>
                  </a:cubicBezTo>
                  <a:cubicBezTo>
                    <a:pt x="344" y="654"/>
                    <a:pt x="440" y="559"/>
                    <a:pt x="440" y="435"/>
                  </a:cubicBezTo>
                  <a:lnTo>
                    <a:pt x="440" y="215"/>
                  </a:lnTo>
                  <a:cubicBezTo>
                    <a:pt x="440" y="72"/>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4" name="Google Shape;11964;p64"/>
            <p:cNvSpPr/>
            <p:nvPr/>
          </p:nvSpPr>
          <p:spPr>
            <a:xfrm>
              <a:off x="6873148" y="4388847"/>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29"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5" name="Google Shape;11965;p64"/>
            <p:cNvSpPr/>
            <p:nvPr/>
          </p:nvSpPr>
          <p:spPr>
            <a:xfrm>
              <a:off x="6878883" y="4496887"/>
              <a:ext cx="26" cy="26"/>
            </a:xfrm>
            <a:custGeom>
              <a:avLst/>
              <a:gdLst/>
              <a:ahLst/>
              <a:cxnLst/>
              <a:rect l="l" t="t" r="r" b="b"/>
              <a:pathLst>
                <a:path w="1" h="1" extrusionOk="0">
                  <a:moveTo>
                    <a:pt x="1" y="1"/>
                  </a:moveTo>
                  <a:lnTo>
                    <a:pt x="1" y="1"/>
                  </a:lnTo>
                  <a:lnTo>
                    <a:pt x="1"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6" name="Google Shape;11966;p64"/>
            <p:cNvSpPr/>
            <p:nvPr/>
          </p:nvSpPr>
          <p:spPr>
            <a:xfrm>
              <a:off x="6810199" y="4496887"/>
              <a:ext cx="26" cy="26"/>
            </a:xfrm>
            <a:custGeom>
              <a:avLst/>
              <a:gdLst/>
              <a:ahLst/>
              <a:cxnLst/>
              <a:rect l="l" t="t" r="r" b="b"/>
              <a:pathLst>
                <a:path w="1" h="1" extrusionOk="0">
                  <a:moveTo>
                    <a:pt x="0" y="1"/>
                  </a:moveTo>
                  <a:lnTo>
                    <a:pt x="0" y="1"/>
                  </a:lnTo>
                  <a:lnTo>
                    <a:pt x="0"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7" name="Google Shape;11967;p64"/>
            <p:cNvSpPr/>
            <p:nvPr/>
          </p:nvSpPr>
          <p:spPr>
            <a:xfrm>
              <a:off x="6841909" y="4269810"/>
              <a:ext cx="94214" cy="101467"/>
            </a:xfrm>
            <a:custGeom>
              <a:avLst/>
              <a:gdLst/>
              <a:ahLst/>
              <a:cxnLst/>
              <a:rect l="l" t="t" r="r" b="b"/>
              <a:pathLst>
                <a:path w="3598" h="3875" extrusionOk="0">
                  <a:moveTo>
                    <a:pt x="735" y="1"/>
                  </a:moveTo>
                  <a:cubicBezTo>
                    <a:pt x="1" y="1861"/>
                    <a:pt x="1375" y="3874"/>
                    <a:pt x="3378" y="3874"/>
                  </a:cubicBezTo>
                  <a:cubicBezTo>
                    <a:pt x="3454" y="3874"/>
                    <a:pt x="3521" y="3874"/>
                    <a:pt x="3597" y="3865"/>
                  </a:cubicBezTo>
                  <a:lnTo>
                    <a:pt x="3597" y="3435"/>
                  </a:lnTo>
                  <a:cubicBezTo>
                    <a:pt x="3597" y="1747"/>
                    <a:pt x="2386" y="306"/>
                    <a:pt x="735"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8" name="Google Shape;11968;p64"/>
            <p:cNvSpPr/>
            <p:nvPr/>
          </p:nvSpPr>
          <p:spPr>
            <a:xfrm>
              <a:off x="6818683" y="4426187"/>
              <a:ext cx="51480" cy="22755"/>
            </a:xfrm>
            <a:custGeom>
              <a:avLst/>
              <a:gdLst/>
              <a:ahLst/>
              <a:cxnLst/>
              <a:rect l="l" t="t" r="r" b="b"/>
              <a:pathLst>
                <a:path w="1966" h="869" extrusionOk="0">
                  <a:moveTo>
                    <a:pt x="125" y="1"/>
                  </a:moveTo>
                  <a:cubicBezTo>
                    <a:pt x="58" y="1"/>
                    <a:pt x="1" y="58"/>
                    <a:pt x="10" y="125"/>
                  </a:cubicBezTo>
                  <a:cubicBezTo>
                    <a:pt x="86" y="545"/>
                    <a:pt x="487" y="869"/>
                    <a:pt x="983" y="869"/>
                  </a:cubicBezTo>
                  <a:cubicBezTo>
                    <a:pt x="1479" y="869"/>
                    <a:pt x="1890" y="545"/>
                    <a:pt x="1956" y="125"/>
                  </a:cubicBezTo>
                  <a:cubicBezTo>
                    <a:pt x="1966" y="58"/>
                    <a:pt x="1918" y="1"/>
                    <a:pt x="185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9" name="Google Shape;11969;p64"/>
            <p:cNvSpPr/>
            <p:nvPr/>
          </p:nvSpPr>
          <p:spPr>
            <a:xfrm>
              <a:off x="6754242" y="4529854"/>
              <a:ext cx="180624" cy="87222"/>
            </a:xfrm>
            <a:custGeom>
              <a:avLst/>
              <a:gdLst/>
              <a:ahLst/>
              <a:cxnLst/>
              <a:rect l="l" t="t" r="r" b="b"/>
              <a:pathLst>
                <a:path w="6898" h="3331" extrusionOk="0">
                  <a:moveTo>
                    <a:pt x="1050" y="1"/>
                  </a:moveTo>
                  <a:lnTo>
                    <a:pt x="0" y="373"/>
                  </a:lnTo>
                  <a:cubicBezTo>
                    <a:pt x="258" y="2071"/>
                    <a:pt x="1727" y="3330"/>
                    <a:pt x="3444" y="3330"/>
                  </a:cubicBezTo>
                  <a:cubicBezTo>
                    <a:pt x="5171" y="3330"/>
                    <a:pt x="6631" y="2071"/>
                    <a:pt x="6898" y="373"/>
                  </a:cubicBezTo>
                  <a:lnTo>
                    <a:pt x="5839" y="1"/>
                  </a:lnTo>
                  <a:cubicBezTo>
                    <a:pt x="5753" y="1260"/>
                    <a:pt x="4704" y="2233"/>
                    <a:pt x="3444" y="2233"/>
                  </a:cubicBezTo>
                  <a:cubicBezTo>
                    <a:pt x="2185" y="2233"/>
                    <a:pt x="1145" y="1260"/>
                    <a:pt x="105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0" name="Google Shape;11970;p64"/>
            <p:cNvSpPr/>
            <p:nvPr/>
          </p:nvSpPr>
          <p:spPr>
            <a:xfrm>
              <a:off x="6764978" y="4525874"/>
              <a:ext cx="158891" cy="79707"/>
            </a:xfrm>
            <a:custGeom>
              <a:avLst/>
              <a:gdLst/>
              <a:ahLst/>
              <a:cxnLst/>
              <a:rect l="l" t="t" r="r" b="b"/>
              <a:pathLst>
                <a:path w="6068" h="3044" extrusionOk="0">
                  <a:moveTo>
                    <a:pt x="1069" y="0"/>
                  </a:moveTo>
                  <a:lnTo>
                    <a:pt x="1" y="372"/>
                  </a:lnTo>
                  <a:cubicBezTo>
                    <a:pt x="201" y="1899"/>
                    <a:pt x="1498" y="3043"/>
                    <a:pt x="3034" y="3043"/>
                  </a:cubicBezTo>
                  <a:cubicBezTo>
                    <a:pt x="4570" y="3043"/>
                    <a:pt x="5868" y="1899"/>
                    <a:pt x="6068" y="372"/>
                  </a:cubicBezTo>
                  <a:lnTo>
                    <a:pt x="4999" y="0"/>
                  </a:lnTo>
                  <a:cubicBezTo>
                    <a:pt x="4999" y="1088"/>
                    <a:pt x="4122" y="1965"/>
                    <a:pt x="3034" y="1965"/>
                  </a:cubicBezTo>
                  <a:cubicBezTo>
                    <a:pt x="1947" y="1965"/>
                    <a:pt x="1069" y="1088"/>
                    <a:pt x="1069"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71" name="Google Shape;11971;p64"/>
          <p:cNvGrpSpPr/>
          <p:nvPr/>
        </p:nvGrpSpPr>
        <p:grpSpPr>
          <a:xfrm>
            <a:off x="5343066" y="2265584"/>
            <a:ext cx="262819" cy="354859"/>
            <a:chOff x="5359341" y="2419159"/>
            <a:chExt cx="262819" cy="354859"/>
          </a:xfrm>
        </p:grpSpPr>
        <p:sp>
          <p:nvSpPr>
            <p:cNvPr id="11972" name="Google Shape;11972;p64"/>
            <p:cNvSpPr/>
            <p:nvPr/>
          </p:nvSpPr>
          <p:spPr>
            <a:xfrm>
              <a:off x="5359341" y="2636364"/>
              <a:ext cx="262819" cy="137655"/>
            </a:xfrm>
            <a:custGeom>
              <a:avLst/>
              <a:gdLst/>
              <a:ahLst/>
              <a:cxnLst/>
              <a:rect l="l" t="t" r="r" b="b"/>
              <a:pathLst>
                <a:path w="10037" h="5257" extrusionOk="0">
                  <a:moveTo>
                    <a:pt x="4360" y="0"/>
                  </a:moveTo>
                  <a:lnTo>
                    <a:pt x="1021" y="1174"/>
                  </a:lnTo>
                  <a:cubicBezTo>
                    <a:pt x="410" y="1393"/>
                    <a:pt x="0" y="1966"/>
                    <a:pt x="0" y="2614"/>
                  </a:cubicBezTo>
                  <a:lnTo>
                    <a:pt x="0" y="4599"/>
                  </a:lnTo>
                  <a:cubicBezTo>
                    <a:pt x="0" y="4961"/>
                    <a:pt x="296" y="5257"/>
                    <a:pt x="659" y="5257"/>
                  </a:cubicBezTo>
                  <a:lnTo>
                    <a:pt x="9378" y="5257"/>
                  </a:lnTo>
                  <a:cubicBezTo>
                    <a:pt x="9741" y="5257"/>
                    <a:pt x="10036" y="4961"/>
                    <a:pt x="10036" y="4599"/>
                  </a:cubicBezTo>
                  <a:lnTo>
                    <a:pt x="10036" y="2614"/>
                  </a:lnTo>
                  <a:cubicBezTo>
                    <a:pt x="10036" y="1966"/>
                    <a:pt x="9626" y="1393"/>
                    <a:pt x="9016" y="1174"/>
                  </a:cubicBezTo>
                  <a:lnTo>
                    <a:pt x="5677"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3" name="Google Shape;11973;p64"/>
            <p:cNvSpPr/>
            <p:nvPr/>
          </p:nvSpPr>
          <p:spPr>
            <a:xfrm>
              <a:off x="5400556" y="2636364"/>
              <a:ext cx="180388" cy="102698"/>
            </a:xfrm>
            <a:custGeom>
              <a:avLst/>
              <a:gdLst/>
              <a:ahLst/>
              <a:cxnLst/>
              <a:rect l="l" t="t" r="r" b="b"/>
              <a:pathLst>
                <a:path w="6889" h="3922" extrusionOk="0">
                  <a:moveTo>
                    <a:pt x="2786" y="0"/>
                  </a:moveTo>
                  <a:lnTo>
                    <a:pt x="0" y="983"/>
                  </a:lnTo>
                  <a:cubicBezTo>
                    <a:pt x="267" y="2672"/>
                    <a:pt x="1727" y="3921"/>
                    <a:pt x="3444" y="3921"/>
                  </a:cubicBezTo>
                  <a:cubicBezTo>
                    <a:pt x="5152" y="3921"/>
                    <a:pt x="6612" y="2672"/>
                    <a:pt x="6879" y="983"/>
                  </a:cubicBezTo>
                  <a:lnTo>
                    <a:pt x="6888" y="983"/>
                  </a:lnTo>
                  <a:lnTo>
                    <a:pt x="4103"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4" name="Google Shape;11974;p64"/>
            <p:cNvSpPr/>
            <p:nvPr/>
          </p:nvSpPr>
          <p:spPr>
            <a:xfrm>
              <a:off x="5359341" y="2636364"/>
              <a:ext cx="131423" cy="137655"/>
            </a:xfrm>
            <a:custGeom>
              <a:avLst/>
              <a:gdLst/>
              <a:ahLst/>
              <a:cxnLst/>
              <a:rect l="l" t="t" r="r" b="b"/>
              <a:pathLst>
                <a:path w="5019" h="5257" extrusionOk="0">
                  <a:moveTo>
                    <a:pt x="4360" y="0"/>
                  </a:moveTo>
                  <a:lnTo>
                    <a:pt x="1021" y="1174"/>
                  </a:lnTo>
                  <a:cubicBezTo>
                    <a:pt x="410" y="1393"/>
                    <a:pt x="0" y="1966"/>
                    <a:pt x="0" y="2614"/>
                  </a:cubicBezTo>
                  <a:lnTo>
                    <a:pt x="0" y="4599"/>
                  </a:lnTo>
                  <a:cubicBezTo>
                    <a:pt x="0" y="4961"/>
                    <a:pt x="296" y="5257"/>
                    <a:pt x="659" y="5257"/>
                  </a:cubicBezTo>
                  <a:lnTo>
                    <a:pt x="5018" y="5257"/>
                  </a:lnTo>
                  <a:lnTo>
                    <a:pt x="5018"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5" name="Google Shape;11975;p64"/>
            <p:cNvSpPr/>
            <p:nvPr/>
          </p:nvSpPr>
          <p:spPr>
            <a:xfrm>
              <a:off x="5400556" y="2636364"/>
              <a:ext cx="90207" cy="102698"/>
            </a:xfrm>
            <a:custGeom>
              <a:avLst/>
              <a:gdLst/>
              <a:ahLst/>
              <a:cxnLst/>
              <a:rect l="l" t="t" r="r" b="b"/>
              <a:pathLst>
                <a:path w="3445" h="3922" extrusionOk="0">
                  <a:moveTo>
                    <a:pt x="2786" y="0"/>
                  </a:moveTo>
                  <a:lnTo>
                    <a:pt x="0" y="983"/>
                  </a:lnTo>
                  <a:cubicBezTo>
                    <a:pt x="257" y="2675"/>
                    <a:pt x="1706" y="3921"/>
                    <a:pt x="3425" y="3921"/>
                  </a:cubicBezTo>
                  <a:cubicBezTo>
                    <a:pt x="3431" y="3921"/>
                    <a:pt x="3438" y="3921"/>
                    <a:pt x="3444" y="3921"/>
                  </a:cubicBezTo>
                  <a:lnTo>
                    <a:pt x="3444"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6" name="Google Shape;11976;p64"/>
            <p:cNvSpPr/>
            <p:nvPr/>
          </p:nvSpPr>
          <p:spPr>
            <a:xfrm>
              <a:off x="5411056" y="2636364"/>
              <a:ext cx="159388" cy="91464"/>
            </a:xfrm>
            <a:custGeom>
              <a:avLst/>
              <a:gdLst/>
              <a:ahLst/>
              <a:cxnLst/>
              <a:rect l="l" t="t" r="r" b="b"/>
              <a:pathLst>
                <a:path w="6087" h="3493" extrusionOk="0">
                  <a:moveTo>
                    <a:pt x="3043" y="0"/>
                  </a:moveTo>
                  <a:cubicBezTo>
                    <a:pt x="2065" y="0"/>
                    <a:pt x="1088" y="163"/>
                    <a:pt x="153" y="487"/>
                  </a:cubicBezTo>
                  <a:cubicBezTo>
                    <a:pt x="57" y="516"/>
                    <a:pt x="0" y="611"/>
                    <a:pt x="10" y="706"/>
                  </a:cubicBezTo>
                  <a:cubicBezTo>
                    <a:pt x="143" y="2281"/>
                    <a:pt x="1460" y="3483"/>
                    <a:pt x="3043" y="3492"/>
                  </a:cubicBezTo>
                  <a:cubicBezTo>
                    <a:pt x="4627" y="3492"/>
                    <a:pt x="5943" y="2281"/>
                    <a:pt x="6087" y="706"/>
                  </a:cubicBezTo>
                  <a:cubicBezTo>
                    <a:pt x="6087" y="611"/>
                    <a:pt x="6029" y="516"/>
                    <a:pt x="5934" y="487"/>
                  </a:cubicBezTo>
                  <a:cubicBezTo>
                    <a:pt x="4999" y="163"/>
                    <a:pt x="4021" y="0"/>
                    <a:pt x="3043"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7" name="Google Shape;11977;p64"/>
            <p:cNvSpPr/>
            <p:nvPr/>
          </p:nvSpPr>
          <p:spPr>
            <a:xfrm>
              <a:off x="5456513" y="2619134"/>
              <a:ext cx="68709" cy="62975"/>
            </a:xfrm>
            <a:custGeom>
              <a:avLst/>
              <a:gdLst/>
              <a:ahLst/>
              <a:cxnLst/>
              <a:rect l="l" t="t" r="r" b="b"/>
              <a:pathLst>
                <a:path w="2624" h="2405" extrusionOk="0">
                  <a:moveTo>
                    <a:pt x="0" y="0"/>
                  </a:moveTo>
                  <a:lnTo>
                    <a:pt x="0" y="1088"/>
                  </a:lnTo>
                  <a:cubicBezTo>
                    <a:pt x="0" y="1813"/>
                    <a:pt x="582" y="2404"/>
                    <a:pt x="1307" y="2404"/>
                  </a:cubicBezTo>
                  <a:cubicBezTo>
                    <a:pt x="2032" y="2404"/>
                    <a:pt x="2624" y="1813"/>
                    <a:pt x="2624" y="1088"/>
                  </a:cubicBezTo>
                  <a:lnTo>
                    <a:pt x="262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8" name="Google Shape;11978;p64"/>
            <p:cNvSpPr/>
            <p:nvPr/>
          </p:nvSpPr>
          <p:spPr>
            <a:xfrm>
              <a:off x="5456513" y="2619134"/>
              <a:ext cx="68709" cy="28620"/>
            </a:xfrm>
            <a:custGeom>
              <a:avLst/>
              <a:gdLst/>
              <a:ahLst/>
              <a:cxnLst/>
              <a:rect l="l" t="t" r="r" b="b"/>
              <a:pathLst>
                <a:path w="2624" h="1093" extrusionOk="0">
                  <a:moveTo>
                    <a:pt x="0" y="0"/>
                  </a:moveTo>
                  <a:lnTo>
                    <a:pt x="0" y="821"/>
                  </a:lnTo>
                  <a:cubicBezTo>
                    <a:pt x="415" y="1002"/>
                    <a:pt x="861" y="1093"/>
                    <a:pt x="1308" y="1093"/>
                  </a:cubicBezTo>
                  <a:cubicBezTo>
                    <a:pt x="1756" y="1093"/>
                    <a:pt x="2204" y="1002"/>
                    <a:pt x="2624" y="821"/>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9" name="Google Shape;11979;p64"/>
            <p:cNvSpPr/>
            <p:nvPr/>
          </p:nvSpPr>
          <p:spPr>
            <a:xfrm>
              <a:off x="5360833" y="2482082"/>
              <a:ext cx="92957" cy="131711"/>
            </a:xfrm>
            <a:custGeom>
              <a:avLst/>
              <a:gdLst/>
              <a:ahLst/>
              <a:cxnLst/>
              <a:rect l="l" t="t" r="r" b="b"/>
              <a:pathLst>
                <a:path w="3550" h="5030" extrusionOk="0">
                  <a:moveTo>
                    <a:pt x="1684" y="0"/>
                  </a:moveTo>
                  <a:cubicBezTo>
                    <a:pt x="1160" y="0"/>
                    <a:pt x="709" y="489"/>
                    <a:pt x="840" y="1065"/>
                  </a:cubicBezTo>
                  <a:cubicBezTo>
                    <a:pt x="869" y="1237"/>
                    <a:pt x="792" y="1409"/>
                    <a:pt x="640" y="1504"/>
                  </a:cubicBezTo>
                  <a:cubicBezTo>
                    <a:pt x="67" y="1886"/>
                    <a:pt x="0" y="2697"/>
                    <a:pt x="497" y="3183"/>
                  </a:cubicBezTo>
                  <a:cubicBezTo>
                    <a:pt x="592" y="3279"/>
                    <a:pt x="630" y="3422"/>
                    <a:pt x="611" y="3555"/>
                  </a:cubicBezTo>
                  <a:cubicBezTo>
                    <a:pt x="510" y="4389"/>
                    <a:pt x="1179" y="5030"/>
                    <a:pt x="1917" y="5030"/>
                  </a:cubicBezTo>
                  <a:cubicBezTo>
                    <a:pt x="2150" y="5030"/>
                    <a:pt x="2390" y="4966"/>
                    <a:pt x="2614" y="4824"/>
                  </a:cubicBezTo>
                  <a:cubicBezTo>
                    <a:pt x="3549" y="4242"/>
                    <a:pt x="3387" y="2830"/>
                    <a:pt x="2338" y="2477"/>
                  </a:cubicBezTo>
                  <a:cubicBezTo>
                    <a:pt x="2338" y="2449"/>
                    <a:pt x="2347" y="2429"/>
                    <a:pt x="2347" y="2401"/>
                  </a:cubicBezTo>
                  <a:cubicBezTo>
                    <a:pt x="2347" y="2124"/>
                    <a:pt x="2242" y="1867"/>
                    <a:pt x="2052" y="1666"/>
                  </a:cubicBezTo>
                  <a:cubicBezTo>
                    <a:pt x="2719" y="1361"/>
                    <a:pt x="2729" y="417"/>
                    <a:pt x="2071" y="92"/>
                  </a:cubicBezTo>
                  <a:cubicBezTo>
                    <a:pt x="1942" y="29"/>
                    <a:pt x="1811" y="0"/>
                    <a:pt x="1684"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0" name="Google Shape;11980;p64"/>
            <p:cNvSpPr/>
            <p:nvPr/>
          </p:nvSpPr>
          <p:spPr>
            <a:xfrm>
              <a:off x="5527946" y="2482082"/>
              <a:ext cx="92957" cy="131711"/>
            </a:xfrm>
            <a:custGeom>
              <a:avLst/>
              <a:gdLst/>
              <a:ahLst/>
              <a:cxnLst/>
              <a:rect l="l" t="t" r="r" b="b"/>
              <a:pathLst>
                <a:path w="3550" h="5030" extrusionOk="0">
                  <a:moveTo>
                    <a:pt x="1857" y="0"/>
                  </a:moveTo>
                  <a:cubicBezTo>
                    <a:pt x="1730" y="0"/>
                    <a:pt x="1598" y="29"/>
                    <a:pt x="1470" y="92"/>
                  </a:cubicBezTo>
                  <a:cubicBezTo>
                    <a:pt x="812" y="417"/>
                    <a:pt x="821" y="1361"/>
                    <a:pt x="1489" y="1666"/>
                  </a:cubicBezTo>
                  <a:cubicBezTo>
                    <a:pt x="1298" y="1867"/>
                    <a:pt x="1193" y="2124"/>
                    <a:pt x="1193" y="2401"/>
                  </a:cubicBezTo>
                  <a:cubicBezTo>
                    <a:pt x="1193" y="2429"/>
                    <a:pt x="1203" y="2449"/>
                    <a:pt x="1203" y="2477"/>
                  </a:cubicBezTo>
                  <a:cubicBezTo>
                    <a:pt x="153" y="2830"/>
                    <a:pt x="1" y="4242"/>
                    <a:pt x="936" y="4824"/>
                  </a:cubicBezTo>
                  <a:cubicBezTo>
                    <a:pt x="1160" y="4966"/>
                    <a:pt x="1399" y="5030"/>
                    <a:pt x="1631" y="5030"/>
                  </a:cubicBezTo>
                  <a:cubicBezTo>
                    <a:pt x="2367" y="5030"/>
                    <a:pt x="3031" y="4389"/>
                    <a:pt x="2929" y="3555"/>
                  </a:cubicBezTo>
                  <a:cubicBezTo>
                    <a:pt x="2910" y="3422"/>
                    <a:pt x="2949" y="3279"/>
                    <a:pt x="3053" y="3183"/>
                  </a:cubicBezTo>
                  <a:cubicBezTo>
                    <a:pt x="3550" y="2697"/>
                    <a:pt x="3473" y="1886"/>
                    <a:pt x="2901" y="1504"/>
                  </a:cubicBezTo>
                  <a:cubicBezTo>
                    <a:pt x="2748" y="1409"/>
                    <a:pt x="2672" y="1237"/>
                    <a:pt x="2701" y="1065"/>
                  </a:cubicBezTo>
                  <a:cubicBezTo>
                    <a:pt x="2831" y="489"/>
                    <a:pt x="2381" y="0"/>
                    <a:pt x="1857"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1" name="Google Shape;11981;p64"/>
            <p:cNvSpPr/>
            <p:nvPr/>
          </p:nvSpPr>
          <p:spPr>
            <a:xfrm>
              <a:off x="5394560" y="2442019"/>
              <a:ext cx="192381" cy="194109"/>
            </a:xfrm>
            <a:custGeom>
              <a:avLst/>
              <a:gdLst/>
              <a:ahLst/>
              <a:cxnLst/>
              <a:rect l="l" t="t" r="r" b="b"/>
              <a:pathLst>
                <a:path w="7347" h="7413" extrusionOk="0">
                  <a:moveTo>
                    <a:pt x="3673" y="0"/>
                  </a:moveTo>
                  <a:cubicBezTo>
                    <a:pt x="2109" y="0"/>
                    <a:pt x="840" y="1269"/>
                    <a:pt x="840" y="2843"/>
                  </a:cubicBezTo>
                  <a:lnTo>
                    <a:pt x="840" y="3273"/>
                  </a:lnTo>
                  <a:lnTo>
                    <a:pt x="735" y="3273"/>
                  </a:lnTo>
                  <a:cubicBezTo>
                    <a:pt x="0" y="3273"/>
                    <a:pt x="0" y="4370"/>
                    <a:pt x="735" y="4370"/>
                  </a:cubicBezTo>
                  <a:lnTo>
                    <a:pt x="840" y="4370"/>
                  </a:lnTo>
                  <a:lnTo>
                    <a:pt x="840" y="4580"/>
                  </a:lnTo>
                  <a:cubicBezTo>
                    <a:pt x="840" y="6144"/>
                    <a:pt x="2109" y="7413"/>
                    <a:pt x="3673" y="7413"/>
                  </a:cubicBezTo>
                  <a:cubicBezTo>
                    <a:pt x="5238" y="7413"/>
                    <a:pt x="6507" y="6144"/>
                    <a:pt x="6507" y="4580"/>
                  </a:cubicBezTo>
                  <a:lnTo>
                    <a:pt x="6507" y="4360"/>
                  </a:lnTo>
                  <a:lnTo>
                    <a:pt x="6621" y="4360"/>
                  </a:lnTo>
                  <a:cubicBezTo>
                    <a:pt x="7346" y="4360"/>
                    <a:pt x="7346" y="3273"/>
                    <a:pt x="6621" y="3273"/>
                  </a:cubicBezTo>
                  <a:lnTo>
                    <a:pt x="6507" y="3273"/>
                  </a:lnTo>
                  <a:lnTo>
                    <a:pt x="6507" y="2843"/>
                  </a:lnTo>
                  <a:cubicBezTo>
                    <a:pt x="6507" y="1269"/>
                    <a:pt x="5238" y="0"/>
                    <a:pt x="3673"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2" name="Google Shape;11982;p64"/>
            <p:cNvSpPr/>
            <p:nvPr/>
          </p:nvSpPr>
          <p:spPr>
            <a:xfrm>
              <a:off x="5394560" y="2462757"/>
              <a:ext cx="107699" cy="173397"/>
            </a:xfrm>
            <a:custGeom>
              <a:avLst/>
              <a:gdLst/>
              <a:ahLst/>
              <a:cxnLst/>
              <a:rect l="l" t="t" r="r" b="b"/>
              <a:pathLst>
                <a:path w="4113" h="6622" extrusionOk="0">
                  <a:moveTo>
                    <a:pt x="1708" y="0"/>
                  </a:moveTo>
                  <a:cubicBezTo>
                    <a:pt x="1155" y="534"/>
                    <a:pt x="840" y="1279"/>
                    <a:pt x="840" y="2051"/>
                  </a:cubicBezTo>
                  <a:lnTo>
                    <a:pt x="840" y="2481"/>
                  </a:lnTo>
                  <a:lnTo>
                    <a:pt x="725" y="2481"/>
                  </a:lnTo>
                  <a:cubicBezTo>
                    <a:pt x="0" y="2481"/>
                    <a:pt x="0" y="3578"/>
                    <a:pt x="725" y="3578"/>
                  </a:cubicBezTo>
                  <a:lnTo>
                    <a:pt x="840" y="3578"/>
                  </a:lnTo>
                  <a:lnTo>
                    <a:pt x="840" y="3788"/>
                  </a:lnTo>
                  <a:cubicBezTo>
                    <a:pt x="831" y="5374"/>
                    <a:pt x="2114" y="6622"/>
                    <a:pt x="3644" y="6622"/>
                  </a:cubicBezTo>
                  <a:cubicBezTo>
                    <a:pt x="3798" y="6622"/>
                    <a:pt x="3954" y="6609"/>
                    <a:pt x="4112" y="6583"/>
                  </a:cubicBezTo>
                  <a:cubicBezTo>
                    <a:pt x="2729" y="6373"/>
                    <a:pt x="1708" y="5180"/>
                    <a:pt x="1708" y="3788"/>
                  </a:cubicBezTo>
                  <a:lnTo>
                    <a:pt x="1708"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3" name="Google Shape;11983;p64"/>
            <p:cNvSpPr/>
            <p:nvPr/>
          </p:nvSpPr>
          <p:spPr>
            <a:xfrm>
              <a:off x="5450753" y="2528325"/>
              <a:ext cx="11521" cy="17125"/>
            </a:xfrm>
            <a:custGeom>
              <a:avLst/>
              <a:gdLst/>
              <a:ahLst/>
              <a:cxnLst/>
              <a:rect l="l" t="t" r="r" b="b"/>
              <a:pathLst>
                <a:path w="440" h="654" extrusionOk="0">
                  <a:moveTo>
                    <a:pt x="220" y="0"/>
                  </a:moveTo>
                  <a:cubicBezTo>
                    <a:pt x="111" y="0"/>
                    <a:pt x="1" y="72"/>
                    <a:pt x="1" y="215"/>
                  </a:cubicBezTo>
                  <a:lnTo>
                    <a:pt x="1" y="435"/>
                  </a:lnTo>
                  <a:cubicBezTo>
                    <a:pt x="1" y="559"/>
                    <a:pt x="96" y="654"/>
                    <a:pt x="220" y="654"/>
                  </a:cubicBezTo>
                  <a:cubicBezTo>
                    <a:pt x="344" y="654"/>
                    <a:pt x="440" y="559"/>
                    <a:pt x="440" y="435"/>
                  </a:cubicBezTo>
                  <a:lnTo>
                    <a:pt x="440" y="215"/>
                  </a:lnTo>
                  <a:cubicBezTo>
                    <a:pt x="440"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4" name="Google Shape;11984;p64"/>
            <p:cNvSpPr/>
            <p:nvPr/>
          </p:nvSpPr>
          <p:spPr>
            <a:xfrm>
              <a:off x="5519200" y="2528325"/>
              <a:ext cx="11521" cy="17125"/>
            </a:xfrm>
            <a:custGeom>
              <a:avLst/>
              <a:gdLst/>
              <a:ahLst/>
              <a:cxnLst/>
              <a:rect l="l" t="t" r="r" b="b"/>
              <a:pathLst>
                <a:path w="440" h="654" extrusionOk="0">
                  <a:moveTo>
                    <a:pt x="220" y="0"/>
                  </a:moveTo>
                  <a:cubicBezTo>
                    <a:pt x="111" y="0"/>
                    <a:pt x="1" y="72"/>
                    <a:pt x="1" y="215"/>
                  </a:cubicBezTo>
                  <a:lnTo>
                    <a:pt x="1" y="435"/>
                  </a:lnTo>
                  <a:cubicBezTo>
                    <a:pt x="1" y="559"/>
                    <a:pt x="106" y="654"/>
                    <a:pt x="220" y="654"/>
                  </a:cubicBezTo>
                  <a:cubicBezTo>
                    <a:pt x="344" y="654"/>
                    <a:pt x="440" y="559"/>
                    <a:pt x="440" y="435"/>
                  </a:cubicBezTo>
                  <a:lnTo>
                    <a:pt x="440" y="215"/>
                  </a:lnTo>
                  <a:cubicBezTo>
                    <a:pt x="440"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5" name="Google Shape;11985;p64"/>
            <p:cNvSpPr/>
            <p:nvPr/>
          </p:nvSpPr>
          <p:spPr>
            <a:xfrm>
              <a:off x="5462248" y="2573415"/>
              <a:ext cx="56979" cy="28489"/>
            </a:xfrm>
            <a:custGeom>
              <a:avLst/>
              <a:gdLst/>
              <a:ahLst/>
              <a:cxnLst/>
              <a:rect l="l" t="t" r="r" b="b"/>
              <a:pathLst>
                <a:path w="2176" h="1088" extrusionOk="0">
                  <a:moveTo>
                    <a:pt x="144" y="0"/>
                  </a:moveTo>
                  <a:cubicBezTo>
                    <a:pt x="58" y="0"/>
                    <a:pt x="1" y="77"/>
                    <a:pt x="10" y="153"/>
                  </a:cubicBezTo>
                  <a:cubicBezTo>
                    <a:pt x="87" y="697"/>
                    <a:pt x="544" y="1088"/>
                    <a:pt x="1088" y="1088"/>
                  </a:cubicBezTo>
                  <a:cubicBezTo>
                    <a:pt x="1632" y="1088"/>
                    <a:pt x="2090" y="697"/>
                    <a:pt x="2166" y="153"/>
                  </a:cubicBezTo>
                  <a:cubicBezTo>
                    <a:pt x="2176" y="77"/>
                    <a:pt x="2119" y="0"/>
                    <a:pt x="204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6" name="Google Shape;11986;p64"/>
            <p:cNvSpPr/>
            <p:nvPr/>
          </p:nvSpPr>
          <p:spPr>
            <a:xfrm>
              <a:off x="5442766" y="2504680"/>
              <a:ext cx="28201" cy="17544"/>
            </a:xfrm>
            <a:custGeom>
              <a:avLst/>
              <a:gdLst/>
              <a:ahLst/>
              <a:cxnLst/>
              <a:rect l="l" t="t" r="r" b="b"/>
              <a:pathLst>
                <a:path w="1077" h="670" extrusionOk="0">
                  <a:moveTo>
                    <a:pt x="757" y="1"/>
                  </a:moveTo>
                  <a:cubicBezTo>
                    <a:pt x="723" y="1"/>
                    <a:pt x="687" y="10"/>
                    <a:pt x="649" y="31"/>
                  </a:cubicBezTo>
                  <a:lnTo>
                    <a:pt x="210" y="250"/>
                  </a:lnTo>
                  <a:cubicBezTo>
                    <a:pt x="1" y="355"/>
                    <a:pt x="77" y="670"/>
                    <a:pt x="306" y="670"/>
                  </a:cubicBezTo>
                  <a:cubicBezTo>
                    <a:pt x="344" y="660"/>
                    <a:pt x="373" y="660"/>
                    <a:pt x="401" y="641"/>
                  </a:cubicBezTo>
                  <a:lnTo>
                    <a:pt x="840" y="422"/>
                  </a:lnTo>
                  <a:cubicBezTo>
                    <a:pt x="1077" y="316"/>
                    <a:pt x="958" y="1"/>
                    <a:pt x="757"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7" name="Google Shape;11987;p64"/>
            <p:cNvSpPr/>
            <p:nvPr/>
          </p:nvSpPr>
          <p:spPr>
            <a:xfrm>
              <a:off x="5511057" y="2504889"/>
              <a:ext cx="27651" cy="17334"/>
            </a:xfrm>
            <a:custGeom>
              <a:avLst/>
              <a:gdLst/>
              <a:ahLst/>
              <a:cxnLst/>
              <a:rect l="l" t="t" r="r" b="b"/>
              <a:pathLst>
                <a:path w="1056" h="662" extrusionOk="0">
                  <a:moveTo>
                    <a:pt x="320" y="1"/>
                  </a:moveTo>
                  <a:cubicBezTo>
                    <a:pt x="117" y="1"/>
                    <a:pt x="1" y="298"/>
                    <a:pt x="216" y="414"/>
                  </a:cubicBezTo>
                  <a:lnTo>
                    <a:pt x="655" y="633"/>
                  </a:lnTo>
                  <a:cubicBezTo>
                    <a:pt x="684" y="652"/>
                    <a:pt x="722" y="652"/>
                    <a:pt x="751" y="662"/>
                  </a:cubicBezTo>
                  <a:cubicBezTo>
                    <a:pt x="980" y="662"/>
                    <a:pt x="1056" y="347"/>
                    <a:pt x="846" y="242"/>
                  </a:cubicBezTo>
                  <a:lnTo>
                    <a:pt x="417" y="23"/>
                  </a:lnTo>
                  <a:cubicBezTo>
                    <a:pt x="383" y="8"/>
                    <a:pt x="351" y="1"/>
                    <a:pt x="320"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8" name="Google Shape;11988;p64"/>
            <p:cNvSpPr/>
            <p:nvPr/>
          </p:nvSpPr>
          <p:spPr>
            <a:xfrm>
              <a:off x="5470758" y="2536442"/>
              <a:ext cx="39984" cy="39984"/>
            </a:xfrm>
            <a:custGeom>
              <a:avLst/>
              <a:gdLst/>
              <a:ahLst/>
              <a:cxnLst/>
              <a:rect l="l" t="t" r="r" b="b"/>
              <a:pathLst>
                <a:path w="1527" h="1527" extrusionOk="0">
                  <a:moveTo>
                    <a:pt x="763" y="1"/>
                  </a:moveTo>
                  <a:cubicBezTo>
                    <a:pt x="344" y="1"/>
                    <a:pt x="0" y="344"/>
                    <a:pt x="0" y="764"/>
                  </a:cubicBezTo>
                  <a:cubicBezTo>
                    <a:pt x="0" y="1183"/>
                    <a:pt x="344" y="1527"/>
                    <a:pt x="763" y="1527"/>
                  </a:cubicBezTo>
                  <a:cubicBezTo>
                    <a:pt x="1183" y="1527"/>
                    <a:pt x="1526" y="1183"/>
                    <a:pt x="1526" y="764"/>
                  </a:cubicBezTo>
                  <a:cubicBezTo>
                    <a:pt x="1526" y="344"/>
                    <a:pt x="1183" y="1"/>
                    <a:pt x="763"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9" name="Google Shape;11989;p64"/>
            <p:cNvSpPr/>
            <p:nvPr/>
          </p:nvSpPr>
          <p:spPr>
            <a:xfrm>
              <a:off x="5466987" y="2538694"/>
              <a:ext cx="41503" cy="37549"/>
            </a:xfrm>
            <a:custGeom>
              <a:avLst/>
              <a:gdLst/>
              <a:ahLst/>
              <a:cxnLst/>
              <a:rect l="l" t="t" r="r" b="b"/>
              <a:pathLst>
                <a:path w="1585" h="1434" extrusionOk="0">
                  <a:moveTo>
                    <a:pt x="564" y="0"/>
                  </a:moveTo>
                  <a:cubicBezTo>
                    <a:pt x="106" y="239"/>
                    <a:pt x="1" y="849"/>
                    <a:pt x="373" y="1212"/>
                  </a:cubicBezTo>
                  <a:cubicBezTo>
                    <a:pt x="523" y="1362"/>
                    <a:pt x="715" y="1433"/>
                    <a:pt x="906" y="1433"/>
                  </a:cubicBezTo>
                  <a:cubicBezTo>
                    <a:pt x="1177" y="1433"/>
                    <a:pt x="1445" y="1290"/>
                    <a:pt x="1585" y="1021"/>
                  </a:cubicBezTo>
                  <a:lnTo>
                    <a:pt x="1585" y="1021"/>
                  </a:lnTo>
                  <a:cubicBezTo>
                    <a:pt x="1480" y="1078"/>
                    <a:pt x="1356" y="1107"/>
                    <a:pt x="1232" y="1107"/>
                  </a:cubicBezTo>
                  <a:cubicBezTo>
                    <a:pt x="812" y="1107"/>
                    <a:pt x="468" y="773"/>
                    <a:pt x="468" y="344"/>
                  </a:cubicBezTo>
                  <a:cubicBezTo>
                    <a:pt x="468" y="229"/>
                    <a:pt x="507" y="105"/>
                    <a:pt x="564"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0" name="Google Shape;11990;p64"/>
            <p:cNvSpPr/>
            <p:nvPr/>
          </p:nvSpPr>
          <p:spPr>
            <a:xfrm>
              <a:off x="5405060" y="2430655"/>
              <a:ext cx="171616" cy="100079"/>
            </a:xfrm>
            <a:custGeom>
              <a:avLst/>
              <a:gdLst/>
              <a:ahLst/>
              <a:cxnLst/>
              <a:rect l="l" t="t" r="r" b="b"/>
              <a:pathLst>
                <a:path w="6554" h="3822" extrusionOk="0">
                  <a:moveTo>
                    <a:pt x="3289" y="1"/>
                  </a:moveTo>
                  <a:cubicBezTo>
                    <a:pt x="3233" y="1"/>
                    <a:pt x="3176" y="2"/>
                    <a:pt x="3120" y="5"/>
                  </a:cubicBezTo>
                  <a:cubicBezTo>
                    <a:pt x="1355" y="91"/>
                    <a:pt x="0" y="1608"/>
                    <a:pt x="0" y="3363"/>
                  </a:cubicBezTo>
                  <a:lnTo>
                    <a:pt x="0" y="3821"/>
                  </a:lnTo>
                  <a:lnTo>
                    <a:pt x="525" y="3754"/>
                  </a:lnTo>
                  <a:cubicBezTo>
                    <a:pt x="725" y="3735"/>
                    <a:pt x="878" y="3564"/>
                    <a:pt x="878" y="3354"/>
                  </a:cubicBezTo>
                  <a:cubicBezTo>
                    <a:pt x="878" y="2037"/>
                    <a:pt x="1908" y="902"/>
                    <a:pt x="3234" y="873"/>
                  </a:cubicBezTo>
                  <a:cubicBezTo>
                    <a:pt x="3246" y="873"/>
                    <a:pt x="3258" y="873"/>
                    <a:pt x="3269" y="873"/>
                  </a:cubicBezTo>
                  <a:cubicBezTo>
                    <a:pt x="4598" y="873"/>
                    <a:pt x="5676" y="1944"/>
                    <a:pt x="5676" y="3277"/>
                  </a:cubicBezTo>
                  <a:lnTo>
                    <a:pt x="5676" y="3354"/>
                  </a:lnTo>
                  <a:cubicBezTo>
                    <a:pt x="5676" y="3564"/>
                    <a:pt x="5829" y="3735"/>
                    <a:pt x="6039" y="3754"/>
                  </a:cubicBezTo>
                  <a:lnTo>
                    <a:pt x="6554" y="3821"/>
                  </a:lnTo>
                  <a:lnTo>
                    <a:pt x="6554" y="3277"/>
                  </a:lnTo>
                  <a:cubicBezTo>
                    <a:pt x="6554" y="1464"/>
                    <a:pt x="5083" y="1"/>
                    <a:pt x="3289"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1" name="Google Shape;11991;p64"/>
            <p:cNvSpPr/>
            <p:nvPr/>
          </p:nvSpPr>
          <p:spPr>
            <a:xfrm>
              <a:off x="5456749" y="2419159"/>
              <a:ext cx="119692" cy="91307"/>
            </a:xfrm>
            <a:custGeom>
              <a:avLst/>
              <a:gdLst/>
              <a:ahLst/>
              <a:cxnLst/>
              <a:rect l="l" t="t" r="r" b="b"/>
              <a:pathLst>
                <a:path w="4571" h="3487" extrusionOk="0">
                  <a:moveTo>
                    <a:pt x="1192" y="0"/>
                  </a:moveTo>
                  <a:cubicBezTo>
                    <a:pt x="833" y="0"/>
                    <a:pt x="479" y="197"/>
                    <a:pt x="306" y="559"/>
                  </a:cubicBezTo>
                  <a:cubicBezTo>
                    <a:pt x="1" y="1179"/>
                    <a:pt x="421" y="1904"/>
                    <a:pt x="1107" y="1951"/>
                  </a:cubicBezTo>
                  <a:cubicBezTo>
                    <a:pt x="1088" y="2028"/>
                    <a:pt x="1079" y="2104"/>
                    <a:pt x="1079" y="2180"/>
                  </a:cubicBezTo>
                  <a:cubicBezTo>
                    <a:pt x="1079" y="2667"/>
                    <a:pt x="1470" y="3058"/>
                    <a:pt x="1947" y="3058"/>
                  </a:cubicBezTo>
                  <a:cubicBezTo>
                    <a:pt x="2081" y="3058"/>
                    <a:pt x="2214" y="3020"/>
                    <a:pt x="2329" y="2963"/>
                  </a:cubicBezTo>
                  <a:cubicBezTo>
                    <a:pt x="2538" y="3308"/>
                    <a:pt x="2899" y="3487"/>
                    <a:pt x="3263" y="3487"/>
                  </a:cubicBezTo>
                  <a:cubicBezTo>
                    <a:pt x="3563" y="3487"/>
                    <a:pt x="3864" y="3365"/>
                    <a:pt x="4084" y="3115"/>
                  </a:cubicBezTo>
                  <a:cubicBezTo>
                    <a:pt x="4570" y="2552"/>
                    <a:pt x="4370" y="1684"/>
                    <a:pt x="3693" y="1398"/>
                  </a:cubicBezTo>
                  <a:cubicBezTo>
                    <a:pt x="3624" y="701"/>
                    <a:pt x="3032" y="219"/>
                    <a:pt x="2382" y="219"/>
                  </a:cubicBezTo>
                  <a:cubicBezTo>
                    <a:pt x="2222" y="219"/>
                    <a:pt x="2059" y="248"/>
                    <a:pt x="1899" y="311"/>
                  </a:cubicBezTo>
                  <a:cubicBezTo>
                    <a:pt x="1705" y="100"/>
                    <a:pt x="1447" y="0"/>
                    <a:pt x="1192"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2" name="Google Shape;11992;p64"/>
            <p:cNvSpPr/>
            <p:nvPr/>
          </p:nvSpPr>
          <p:spPr>
            <a:xfrm>
              <a:off x="5410794" y="2646864"/>
              <a:ext cx="159650" cy="81697"/>
            </a:xfrm>
            <a:custGeom>
              <a:avLst/>
              <a:gdLst/>
              <a:ahLst/>
              <a:cxnLst/>
              <a:rect l="l" t="t" r="r" b="b"/>
              <a:pathLst>
                <a:path w="6097" h="3120" extrusionOk="0">
                  <a:moveTo>
                    <a:pt x="439" y="0"/>
                  </a:moveTo>
                  <a:cubicBezTo>
                    <a:pt x="344" y="29"/>
                    <a:pt x="249" y="57"/>
                    <a:pt x="163" y="86"/>
                  </a:cubicBezTo>
                  <a:cubicBezTo>
                    <a:pt x="67" y="115"/>
                    <a:pt x="0" y="210"/>
                    <a:pt x="10" y="305"/>
                  </a:cubicBezTo>
                  <a:cubicBezTo>
                    <a:pt x="134" y="1889"/>
                    <a:pt x="1460" y="3120"/>
                    <a:pt x="3053" y="3120"/>
                  </a:cubicBezTo>
                  <a:cubicBezTo>
                    <a:pt x="4646" y="3120"/>
                    <a:pt x="5972" y="1889"/>
                    <a:pt x="6097" y="305"/>
                  </a:cubicBezTo>
                  <a:cubicBezTo>
                    <a:pt x="6097" y="210"/>
                    <a:pt x="6039" y="115"/>
                    <a:pt x="5944" y="86"/>
                  </a:cubicBezTo>
                  <a:cubicBezTo>
                    <a:pt x="5848" y="57"/>
                    <a:pt x="5763" y="29"/>
                    <a:pt x="5667" y="0"/>
                  </a:cubicBezTo>
                  <a:lnTo>
                    <a:pt x="5667" y="38"/>
                  </a:lnTo>
                  <a:cubicBezTo>
                    <a:pt x="5581" y="1412"/>
                    <a:pt x="4437" y="2481"/>
                    <a:pt x="3053" y="2481"/>
                  </a:cubicBezTo>
                  <a:cubicBezTo>
                    <a:pt x="1670" y="2481"/>
                    <a:pt x="525" y="1412"/>
                    <a:pt x="439" y="38"/>
                  </a:cubicBezTo>
                  <a:lnTo>
                    <a:pt x="439" y="0"/>
                  </a:lnTo>
                  <a:close/>
                </a:path>
              </a:pathLst>
            </a:custGeom>
            <a:solidFill>
              <a:srgbClr val="A2B5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93" name="Google Shape;11993;p64"/>
          <p:cNvGrpSpPr/>
          <p:nvPr/>
        </p:nvGrpSpPr>
        <p:grpSpPr>
          <a:xfrm>
            <a:off x="6693007" y="3636631"/>
            <a:ext cx="263316" cy="354493"/>
            <a:chOff x="6709282" y="3790206"/>
            <a:chExt cx="263316" cy="354493"/>
          </a:xfrm>
        </p:grpSpPr>
        <p:sp>
          <p:nvSpPr>
            <p:cNvPr id="11994" name="Google Shape;11994;p64"/>
            <p:cNvSpPr/>
            <p:nvPr/>
          </p:nvSpPr>
          <p:spPr>
            <a:xfrm>
              <a:off x="6743742" y="3790206"/>
              <a:ext cx="194371" cy="256822"/>
            </a:xfrm>
            <a:custGeom>
              <a:avLst/>
              <a:gdLst/>
              <a:ahLst/>
              <a:cxnLst/>
              <a:rect l="l" t="t" r="r" b="b"/>
              <a:pathLst>
                <a:path w="7423" h="9808" extrusionOk="0">
                  <a:moveTo>
                    <a:pt x="3712" y="0"/>
                  </a:moveTo>
                  <a:cubicBezTo>
                    <a:pt x="1661" y="0"/>
                    <a:pt x="1" y="1660"/>
                    <a:pt x="1" y="3711"/>
                  </a:cubicBezTo>
                  <a:lnTo>
                    <a:pt x="1" y="5381"/>
                  </a:lnTo>
                  <a:cubicBezTo>
                    <a:pt x="1" y="8310"/>
                    <a:pt x="1823" y="9807"/>
                    <a:pt x="1823" y="9807"/>
                  </a:cubicBezTo>
                  <a:lnTo>
                    <a:pt x="7423" y="9807"/>
                  </a:lnTo>
                  <a:lnTo>
                    <a:pt x="7423" y="3711"/>
                  </a:lnTo>
                  <a:cubicBezTo>
                    <a:pt x="7423" y="1660"/>
                    <a:pt x="5763" y="0"/>
                    <a:pt x="3712"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5" name="Google Shape;11995;p64"/>
            <p:cNvSpPr/>
            <p:nvPr/>
          </p:nvSpPr>
          <p:spPr>
            <a:xfrm>
              <a:off x="6743742" y="3790206"/>
              <a:ext cx="97199" cy="256822"/>
            </a:xfrm>
            <a:custGeom>
              <a:avLst/>
              <a:gdLst/>
              <a:ahLst/>
              <a:cxnLst/>
              <a:rect l="l" t="t" r="r" b="b"/>
              <a:pathLst>
                <a:path w="3712" h="9808" extrusionOk="0">
                  <a:moveTo>
                    <a:pt x="3712" y="0"/>
                  </a:moveTo>
                  <a:cubicBezTo>
                    <a:pt x="1661" y="0"/>
                    <a:pt x="1" y="1660"/>
                    <a:pt x="1" y="3711"/>
                  </a:cubicBezTo>
                  <a:lnTo>
                    <a:pt x="1" y="5381"/>
                  </a:lnTo>
                  <a:cubicBezTo>
                    <a:pt x="1" y="8310"/>
                    <a:pt x="1823" y="9807"/>
                    <a:pt x="1823" y="9807"/>
                  </a:cubicBezTo>
                  <a:lnTo>
                    <a:pt x="3712" y="9807"/>
                  </a:lnTo>
                  <a:lnTo>
                    <a:pt x="3712"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6" name="Google Shape;11996;p64"/>
            <p:cNvSpPr/>
            <p:nvPr/>
          </p:nvSpPr>
          <p:spPr>
            <a:xfrm>
              <a:off x="6709282" y="3990286"/>
              <a:ext cx="263316" cy="154413"/>
            </a:xfrm>
            <a:custGeom>
              <a:avLst/>
              <a:gdLst/>
              <a:ahLst/>
              <a:cxnLst/>
              <a:rect l="l" t="t" r="r" b="b"/>
              <a:pathLst>
                <a:path w="10056" h="5897" extrusionOk="0">
                  <a:moveTo>
                    <a:pt x="3721" y="1"/>
                  </a:moveTo>
                  <a:lnTo>
                    <a:pt x="3721" y="1346"/>
                  </a:lnTo>
                  <a:cubicBezTo>
                    <a:pt x="3721" y="1718"/>
                    <a:pt x="3482" y="2052"/>
                    <a:pt x="3139" y="2176"/>
                  </a:cubicBezTo>
                  <a:lnTo>
                    <a:pt x="878" y="2968"/>
                  </a:lnTo>
                  <a:cubicBezTo>
                    <a:pt x="353" y="3158"/>
                    <a:pt x="10" y="3655"/>
                    <a:pt x="0" y="4208"/>
                  </a:cubicBezTo>
                  <a:lnTo>
                    <a:pt x="0" y="5248"/>
                  </a:lnTo>
                  <a:cubicBezTo>
                    <a:pt x="0" y="5610"/>
                    <a:pt x="296" y="5896"/>
                    <a:pt x="658" y="5896"/>
                  </a:cubicBezTo>
                  <a:lnTo>
                    <a:pt x="9397" y="5896"/>
                  </a:lnTo>
                  <a:cubicBezTo>
                    <a:pt x="9759" y="5896"/>
                    <a:pt x="10055" y="5610"/>
                    <a:pt x="10055" y="5248"/>
                  </a:cubicBezTo>
                  <a:lnTo>
                    <a:pt x="10055" y="4208"/>
                  </a:lnTo>
                  <a:cubicBezTo>
                    <a:pt x="10055" y="3655"/>
                    <a:pt x="9702" y="3158"/>
                    <a:pt x="9178" y="2968"/>
                  </a:cubicBezTo>
                  <a:lnTo>
                    <a:pt x="6926" y="2176"/>
                  </a:lnTo>
                  <a:cubicBezTo>
                    <a:pt x="6573" y="2052"/>
                    <a:pt x="6344" y="1718"/>
                    <a:pt x="6344" y="1346"/>
                  </a:cubicBezTo>
                  <a:lnTo>
                    <a:pt x="6344"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7" name="Google Shape;11997;p64"/>
            <p:cNvSpPr/>
            <p:nvPr/>
          </p:nvSpPr>
          <p:spPr>
            <a:xfrm>
              <a:off x="6709518" y="4050747"/>
              <a:ext cx="263081" cy="93952"/>
            </a:xfrm>
            <a:custGeom>
              <a:avLst/>
              <a:gdLst/>
              <a:ahLst/>
              <a:cxnLst/>
              <a:rect l="l" t="t" r="r" b="b"/>
              <a:pathLst>
                <a:path w="10047" h="3588" extrusionOk="0">
                  <a:moveTo>
                    <a:pt x="2748" y="0"/>
                  </a:moveTo>
                  <a:lnTo>
                    <a:pt x="869" y="659"/>
                  </a:lnTo>
                  <a:cubicBezTo>
                    <a:pt x="354" y="849"/>
                    <a:pt x="1" y="1346"/>
                    <a:pt x="1" y="1899"/>
                  </a:cubicBezTo>
                  <a:lnTo>
                    <a:pt x="1" y="2939"/>
                  </a:lnTo>
                  <a:cubicBezTo>
                    <a:pt x="1" y="3301"/>
                    <a:pt x="296" y="3587"/>
                    <a:pt x="659" y="3587"/>
                  </a:cubicBezTo>
                  <a:lnTo>
                    <a:pt x="9388" y="3587"/>
                  </a:lnTo>
                  <a:cubicBezTo>
                    <a:pt x="9750" y="3587"/>
                    <a:pt x="10046" y="3301"/>
                    <a:pt x="10046" y="2939"/>
                  </a:cubicBezTo>
                  <a:lnTo>
                    <a:pt x="10046" y="1899"/>
                  </a:lnTo>
                  <a:cubicBezTo>
                    <a:pt x="10046" y="1346"/>
                    <a:pt x="9693" y="849"/>
                    <a:pt x="9169" y="659"/>
                  </a:cubicBezTo>
                  <a:lnTo>
                    <a:pt x="7299" y="0"/>
                  </a:lnTo>
                  <a:cubicBezTo>
                    <a:pt x="6965" y="973"/>
                    <a:pt x="6049" y="1622"/>
                    <a:pt x="5019" y="1622"/>
                  </a:cubicBezTo>
                  <a:cubicBezTo>
                    <a:pt x="3998" y="1622"/>
                    <a:pt x="3082" y="973"/>
                    <a:pt x="2748"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8" name="Google Shape;11998;p64"/>
            <p:cNvSpPr/>
            <p:nvPr/>
          </p:nvSpPr>
          <p:spPr>
            <a:xfrm>
              <a:off x="6760238" y="4050747"/>
              <a:ext cx="161902" cy="65463"/>
            </a:xfrm>
            <a:custGeom>
              <a:avLst/>
              <a:gdLst/>
              <a:ahLst/>
              <a:cxnLst/>
              <a:rect l="l" t="t" r="r" b="b"/>
              <a:pathLst>
                <a:path w="6183" h="2500" extrusionOk="0">
                  <a:moveTo>
                    <a:pt x="821" y="0"/>
                  </a:moveTo>
                  <a:lnTo>
                    <a:pt x="0" y="287"/>
                  </a:lnTo>
                  <a:cubicBezTo>
                    <a:pt x="449" y="1613"/>
                    <a:pt x="1689" y="2500"/>
                    <a:pt x="3082" y="2500"/>
                  </a:cubicBezTo>
                  <a:cubicBezTo>
                    <a:pt x="4484" y="2500"/>
                    <a:pt x="5734" y="1613"/>
                    <a:pt x="6182" y="287"/>
                  </a:cubicBezTo>
                  <a:lnTo>
                    <a:pt x="5362" y="0"/>
                  </a:lnTo>
                  <a:cubicBezTo>
                    <a:pt x="5028" y="973"/>
                    <a:pt x="4122" y="1622"/>
                    <a:pt x="3091" y="1622"/>
                  </a:cubicBezTo>
                  <a:cubicBezTo>
                    <a:pt x="2061" y="1622"/>
                    <a:pt x="1145" y="973"/>
                    <a:pt x="821"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99" name="Google Shape;11999;p64"/>
            <p:cNvSpPr/>
            <p:nvPr/>
          </p:nvSpPr>
          <p:spPr>
            <a:xfrm>
              <a:off x="6712267" y="4077220"/>
              <a:ext cx="48730" cy="67479"/>
            </a:xfrm>
            <a:custGeom>
              <a:avLst/>
              <a:gdLst/>
              <a:ahLst/>
              <a:cxnLst/>
              <a:rect l="l" t="t" r="r" b="b"/>
              <a:pathLst>
                <a:path w="1861" h="2577" extrusionOk="0">
                  <a:moveTo>
                    <a:pt x="239" y="1"/>
                  </a:moveTo>
                  <a:cubicBezTo>
                    <a:pt x="144" y="106"/>
                    <a:pt x="58" y="239"/>
                    <a:pt x="1" y="373"/>
                  </a:cubicBezTo>
                  <a:lnTo>
                    <a:pt x="1193" y="1393"/>
                  </a:lnTo>
                  <a:cubicBezTo>
                    <a:pt x="1336" y="1517"/>
                    <a:pt x="1422" y="1699"/>
                    <a:pt x="1422" y="1890"/>
                  </a:cubicBezTo>
                  <a:lnTo>
                    <a:pt x="1422" y="2576"/>
                  </a:lnTo>
                  <a:lnTo>
                    <a:pt x="1861" y="2576"/>
                  </a:lnTo>
                  <a:lnTo>
                    <a:pt x="1861" y="1890"/>
                  </a:lnTo>
                  <a:cubicBezTo>
                    <a:pt x="1861" y="1575"/>
                    <a:pt x="1718" y="1269"/>
                    <a:pt x="1479" y="1060"/>
                  </a:cubicBezTo>
                  <a:lnTo>
                    <a:pt x="239"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0" name="Google Shape;12000;p64"/>
            <p:cNvSpPr/>
            <p:nvPr/>
          </p:nvSpPr>
          <p:spPr>
            <a:xfrm>
              <a:off x="6806691" y="3990286"/>
              <a:ext cx="68736" cy="28515"/>
            </a:xfrm>
            <a:custGeom>
              <a:avLst/>
              <a:gdLst/>
              <a:ahLst/>
              <a:cxnLst/>
              <a:rect l="l" t="t" r="r" b="b"/>
              <a:pathLst>
                <a:path w="2625" h="1089" extrusionOk="0">
                  <a:moveTo>
                    <a:pt x="1" y="1"/>
                  </a:moveTo>
                  <a:lnTo>
                    <a:pt x="1" y="812"/>
                  </a:lnTo>
                  <a:lnTo>
                    <a:pt x="10" y="812"/>
                  </a:lnTo>
                  <a:cubicBezTo>
                    <a:pt x="373" y="974"/>
                    <a:pt x="764" y="1069"/>
                    <a:pt x="1155" y="1088"/>
                  </a:cubicBezTo>
                  <a:lnTo>
                    <a:pt x="1317" y="1088"/>
                  </a:lnTo>
                  <a:cubicBezTo>
                    <a:pt x="1766" y="1088"/>
                    <a:pt x="2214" y="993"/>
                    <a:pt x="2624" y="812"/>
                  </a:cubicBezTo>
                  <a:lnTo>
                    <a:pt x="2624"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1" name="Google Shape;12001;p64"/>
            <p:cNvSpPr/>
            <p:nvPr/>
          </p:nvSpPr>
          <p:spPr>
            <a:xfrm>
              <a:off x="6748743" y="3858889"/>
              <a:ext cx="184369" cy="148652"/>
            </a:xfrm>
            <a:custGeom>
              <a:avLst/>
              <a:gdLst/>
              <a:ahLst/>
              <a:cxnLst/>
              <a:rect l="l" t="t" r="r" b="b"/>
              <a:pathLst>
                <a:path w="7041" h="5677" extrusionOk="0">
                  <a:moveTo>
                    <a:pt x="2214" y="1"/>
                  </a:moveTo>
                  <a:cubicBezTo>
                    <a:pt x="1613" y="1"/>
                    <a:pt x="1117" y="487"/>
                    <a:pt x="1117" y="1088"/>
                  </a:cubicBezTo>
                  <a:lnTo>
                    <a:pt x="1117" y="1451"/>
                  </a:lnTo>
                  <a:cubicBezTo>
                    <a:pt x="1117" y="1727"/>
                    <a:pt x="888" y="1966"/>
                    <a:pt x="601" y="1966"/>
                  </a:cubicBezTo>
                  <a:cubicBezTo>
                    <a:pt x="595" y="1966"/>
                    <a:pt x="589" y="1966"/>
                    <a:pt x="583" y="1966"/>
                  </a:cubicBezTo>
                  <a:cubicBezTo>
                    <a:pt x="304" y="1966"/>
                    <a:pt x="66" y="2173"/>
                    <a:pt x="29" y="2452"/>
                  </a:cubicBezTo>
                  <a:cubicBezTo>
                    <a:pt x="0" y="2777"/>
                    <a:pt x="248" y="3054"/>
                    <a:pt x="573" y="3054"/>
                  </a:cubicBezTo>
                  <a:lnTo>
                    <a:pt x="697" y="3054"/>
                  </a:lnTo>
                  <a:cubicBezTo>
                    <a:pt x="802" y="4532"/>
                    <a:pt x="2042" y="5677"/>
                    <a:pt x="3521" y="5677"/>
                  </a:cubicBezTo>
                  <a:cubicBezTo>
                    <a:pt x="4999" y="5677"/>
                    <a:pt x="6240" y="4532"/>
                    <a:pt x="6354" y="3054"/>
                  </a:cubicBezTo>
                  <a:lnTo>
                    <a:pt x="6469" y="3054"/>
                  </a:lnTo>
                  <a:cubicBezTo>
                    <a:pt x="6793" y="3054"/>
                    <a:pt x="7041" y="2777"/>
                    <a:pt x="7012" y="2452"/>
                  </a:cubicBezTo>
                  <a:cubicBezTo>
                    <a:pt x="6975" y="2173"/>
                    <a:pt x="6737" y="1966"/>
                    <a:pt x="6459" y="1966"/>
                  </a:cubicBezTo>
                  <a:cubicBezTo>
                    <a:pt x="6452" y="1966"/>
                    <a:pt x="6446" y="1966"/>
                    <a:pt x="6440" y="1966"/>
                  </a:cubicBezTo>
                  <a:cubicBezTo>
                    <a:pt x="6154" y="1966"/>
                    <a:pt x="5925" y="1727"/>
                    <a:pt x="5925" y="1451"/>
                  </a:cubicBezTo>
                  <a:lnTo>
                    <a:pt x="5925" y="1088"/>
                  </a:lnTo>
                  <a:cubicBezTo>
                    <a:pt x="5925" y="487"/>
                    <a:pt x="5438" y="1"/>
                    <a:pt x="4837" y="1"/>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2" name="Google Shape;12002;p64"/>
            <p:cNvSpPr/>
            <p:nvPr/>
          </p:nvSpPr>
          <p:spPr>
            <a:xfrm>
              <a:off x="6748743" y="3858889"/>
              <a:ext cx="183635" cy="148652"/>
            </a:xfrm>
            <a:custGeom>
              <a:avLst/>
              <a:gdLst/>
              <a:ahLst/>
              <a:cxnLst/>
              <a:rect l="l" t="t" r="r" b="b"/>
              <a:pathLst>
                <a:path w="7013" h="5677" extrusionOk="0">
                  <a:moveTo>
                    <a:pt x="2214" y="1"/>
                  </a:moveTo>
                  <a:cubicBezTo>
                    <a:pt x="1975" y="1"/>
                    <a:pt x="1746" y="77"/>
                    <a:pt x="1555" y="220"/>
                  </a:cubicBezTo>
                  <a:cubicBezTo>
                    <a:pt x="1288" y="430"/>
                    <a:pt x="1126" y="745"/>
                    <a:pt x="1126" y="1088"/>
                  </a:cubicBezTo>
                  <a:lnTo>
                    <a:pt x="1126" y="1470"/>
                  </a:lnTo>
                  <a:cubicBezTo>
                    <a:pt x="1117" y="1750"/>
                    <a:pt x="888" y="1966"/>
                    <a:pt x="619" y="1966"/>
                  </a:cubicBezTo>
                  <a:cubicBezTo>
                    <a:pt x="613" y="1966"/>
                    <a:pt x="607" y="1966"/>
                    <a:pt x="601" y="1966"/>
                  </a:cubicBezTo>
                  <a:cubicBezTo>
                    <a:pt x="315" y="1966"/>
                    <a:pt x="67" y="2176"/>
                    <a:pt x="29" y="2452"/>
                  </a:cubicBezTo>
                  <a:cubicBezTo>
                    <a:pt x="0" y="2777"/>
                    <a:pt x="248" y="3063"/>
                    <a:pt x="573" y="3063"/>
                  </a:cubicBezTo>
                  <a:lnTo>
                    <a:pt x="697" y="3063"/>
                  </a:lnTo>
                  <a:cubicBezTo>
                    <a:pt x="800" y="4557"/>
                    <a:pt x="2054" y="5676"/>
                    <a:pt x="3501" y="5676"/>
                  </a:cubicBezTo>
                  <a:cubicBezTo>
                    <a:pt x="3652" y="5676"/>
                    <a:pt x="3805" y="5664"/>
                    <a:pt x="3960" y="5639"/>
                  </a:cubicBezTo>
                  <a:cubicBezTo>
                    <a:pt x="2576" y="5429"/>
                    <a:pt x="1555" y="4236"/>
                    <a:pt x="1555" y="2844"/>
                  </a:cubicBezTo>
                  <a:lnTo>
                    <a:pt x="1555" y="1499"/>
                  </a:lnTo>
                  <a:cubicBezTo>
                    <a:pt x="1555" y="1117"/>
                    <a:pt x="1842" y="802"/>
                    <a:pt x="2214" y="745"/>
                  </a:cubicBezTo>
                  <a:lnTo>
                    <a:pt x="2223" y="745"/>
                  </a:lnTo>
                  <a:cubicBezTo>
                    <a:pt x="2258" y="740"/>
                    <a:pt x="2293" y="738"/>
                    <a:pt x="2329" y="738"/>
                  </a:cubicBezTo>
                  <a:cubicBezTo>
                    <a:pt x="2505" y="738"/>
                    <a:pt x="2680" y="797"/>
                    <a:pt x="2815" y="917"/>
                  </a:cubicBezTo>
                  <a:cubicBezTo>
                    <a:pt x="3912" y="1862"/>
                    <a:pt x="5318" y="2395"/>
                    <a:pt x="6764" y="2395"/>
                  </a:cubicBezTo>
                  <a:cubicBezTo>
                    <a:pt x="6777" y="2395"/>
                    <a:pt x="6790" y="2395"/>
                    <a:pt x="6802" y="2395"/>
                  </a:cubicBezTo>
                  <a:lnTo>
                    <a:pt x="7012" y="2395"/>
                  </a:lnTo>
                  <a:cubicBezTo>
                    <a:pt x="6947" y="2144"/>
                    <a:pt x="6719" y="1966"/>
                    <a:pt x="6460" y="1966"/>
                  </a:cubicBezTo>
                  <a:cubicBezTo>
                    <a:pt x="6453" y="1966"/>
                    <a:pt x="6447" y="1966"/>
                    <a:pt x="6440" y="1966"/>
                  </a:cubicBezTo>
                  <a:cubicBezTo>
                    <a:pt x="6154" y="1966"/>
                    <a:pt x="5925" y="1737"/>
                    <a:pt x="5934" y="1451"/>
                  </a:cubicBezTo>
                  <a:lnTo>
                    <a:pt x="5934" y="1098"/>
                  </a:lnTo>
                  <a:cubicBezTo>
                    <a:pt x="5934" y="487"/>
                    <a:pt x="5438" y="1"/>
                    <a:pt x="4837"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3" name="Google Shape;12003;p64"/>
            <p:cNvSpPr/>
            <p:nvPr/>
          </p:nvSpPr>
          <p:spPr>
            <a:xfrm>
              <a:off x="6801192" y="3910238"/>
              <a:ext cx="11286" cy="17125"/>
            </a:xfrm>
            <a:custGeom>
              <a:avLst/>
              <a:gdLst/>
              <a:ahLst/>
              <a:cxnLst/>
              <a:rect l="l" t="t" r="r" b="b"/>
              <a:pathLst>
                <a:path w="431" h="654" extrusionOk="0">
                  <a:moveTo>
                    <a:pt x="215" y="0"/>
                  </a:moveTo>
                  <a:cubicBezTo>
                    <a:pt x="108" y="0"/>
                    <a:pt x="1" y="72"/>
                    <a:pt x="1" y="215"/>
                  </a:cubicBezTo>
                  <a:lnTo>
                    <a:pt x="1" y="434"/>
                  </a:lnTo>
                  <a:cubicBezTo>
                    <a:pt x="1" y="558"/>
                    <a:pt x="96" y="654"/>
                    <a:pt x="220" y="654"/>
                  </a:cubicBezTo>
                  <a:cubicBezTo>
                    <a:pt x="335" y="654"/>
                    <a:pt x="430" y="558"/>
                    <a:pt x="430" y="434"/>
                  </a:cubicBezTo>
                  <a:lnTo>
                    <a:pt x="430" y="215"/>
                  </a:lnTo>
                  <a:cubicBezTo>
                    <a:pt x="430" y="72"/>
                    <a:pt x="323" y="0"/>
                    <a:pt x="2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4" name="Google Shape;12004;p64"/>
            <p:cNvSpPr/>
            <p:nvPr/>
          </p:nvSpPr>
          <p:spPr>
            <a:xfrm>
              <a:off x="6869639" y="3910238"/>
              <a:ext cx="11521" cy="17125"/>
            </a:xfrm>
            <a:custGeom>
              <a:avLst/>
              <a:gdLst/>
              <a:ahLst/>
              <a:cxnLst/>
              <a:rect l="l" t="t" r="r" b="b"/>
              <a:pathLst>
                <a:path w="440" h="654" extrusionOk="0">
                  <a:moveTo>
                    <a:pt x="220" y="0"/>
                  </a:moveTo>
                  <a:cubicBezTo>
                    <a:pt x="110" y="0"/>
                    <a:pt x="1" y="72"/>
                    <a:pt x="1" y="215"/>
                  </a:cubicBezTo>
                  <a:lnTo>
                    <a:pt x="1" y="434"/>
                  </a:lnTo>
                  <a:cubicBezTo>
                    <a:pt x="1" y="558"/>
                    <a:pt x="96" y="654"/>
                    <a:pt x="220" y="654"/>
                  </a:cubicBezTo>
                  <a:cubicBezTo>
                    <a:pt x="335" y="654"/>
                    <a:pt x="440" y="558"/>
                    <a:pt x="440" y="434"/>
                  </a:cubicBezTo>
                  <a:lnTo>
                    <a:pt x="440" y="215"/>
                  </a:lnTo>
                  <a:cubicBezTo>
                    <a:pt x="440" y="72"/>
                    <a:pt x="330"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5" name="Google Shape;12005;p64"/>
            <p:cNvSpPr/>
            <p:nvPr/>
          </p:nvSpPr>
          <p:spPr>
            <a:xfrm>
              <a:off x="6815724" y="3950249"/>
              <a:ext cx="50668" cy="17361"/>
            </a:xfrm>
            <a:custGeom>
              <a:avLst/>
              <a:gdLst/>
              <a:ahLst/>
              <a:cxnLst/>
              <a:rect l="l" t="t" r="r" b="b"/>
              <a:pathLst>
                <a:path w="1935" h="663" extrusionOk="0">
                  <a:moveTo>
                    <a:pt x="312" y="1"/>
                  </a:moveTo>
                  <a:cubicBezTo>
                    <a:pt x="142" y="1"/>
                    <a:pt x="0" y="222"/>
                    <a:pt x="161" y="375"/>
                  </a:cubicBezTo>
                  <a:cubicBezTo>
                    <a:pt x="372" y="558"/>
                    <a:pt x="643" y="662"/>
                    <a:pt x="926" y="662"/>
                  </a:cubicBezTo>
                  <a:cubicBezTo>
                    <a:pt x="938" y="662"/>
                    <a:pt x="950" y="662"/>
                    <a:pt x="963" y="662"/>
                  </a:cubicBezTo>
                  <a:cubicBezTo>
                    <a:pt x="975" y="662"/>
                    <a:pt x="987" y="662"/>
                    <a:pt x="1000" y="662"/>
                  </a:cubicBezTo>
                  <a:cubicBezTo>
                    <a:pt x="1283" y="662"/>
                    <a:pt x="1563" y="558"/>
                    <a:pt x="1774" y="375"/>
                  </a:cubicBezTo>
                  <a:cubicBezTo>
                    <a:pt x="1935" y="222"/>
                    <a:pt x="1792" y="1"/>
                    <a:pt x="1623" y="1"/>
                  </a:cubicBezTo>
                  <a:cubicBezTo>
                    <a:pt x="1571" y="1"/>
                    <a:pt x="1517" y="21"/>
                    <a:pt x="1468" y="70"/>
                  </a:cubicBezTo>
                  <a:cubicBezTo>
                    <a:pt x="1316" y="170"/>
                    <a:pt x="1139" y="220"/>
                    <a:pt x="964" y="220"/>
                  </a:cubicBezTo>
                  <a:cubicBezTo>
                    <a:pt x="789" y="220"/>
                    <a:pt x="614" y="170"/>
                    <a:pt x="467" y="70"/>
                  </a:cubicBezTo>
                  <a:cubicBezTo>
                    <a:pt x="418" y="21"/>
                    <a:pt x="364" y="1"/>
                    <a:pt x="312"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6" name="Google Shape;12006;p64"/>
            <p:cNvSpPr/>
            <p:nvPr/>
          </p:nvSpPr>
          <p:spPr>
            <a:xfrm>
              <a:off x="6921093" y="4077220"/>
              <a:ext cx="48756" cy="67479"/>
            </a:xfrm>
            <a:custGeom>
              <a:avLst/>
              <a:gdLst/>
              <a:ahLst/>
              <a:cxnLst/>
              <a:rect l="l" t="t" r="r" b="b"/>
              <a:pathLst>
                <a:path w="1862" h="2577" extrusionOk="0">
                  <a:moveTo>
                    <a:pt x="1623" y="1"/>
                  </a:moveTo>
                  <a:lnTo>
                    <a:pt x="383" y="1060"/>
                  </a:lnTo>
                  <a:cubicBezTo>
                    <a:pt x="135" y="1269"/>
                    <a:pt x="1" y="1575"/>
                    <a:pt x="1" y="1890"/>
                  </a:cubicBezTo>
                  <a:lnTo>
                    <a:pt x="1" y="2576"/>
                  </a:lnTo>
                  <a:lnTo>
                    <a:pt x="430" y="2576"/>
                  </a:lnTo>
                  <a:lnTo>
                    <a:pt x="430" y="1890"/>
                  </a:lnTo>
                  <a:cubicBezTo>
                    <a:pt x="440" y="1699"/>
                    <a:pt x="516" y="1517"/>
                    <a:pt x="669" y="1393"/>
                  </a:cubicBezTo>
                  <a:lnTo>
                    <a:pt x="1861" y="373"/>
                  </a:lnTo>
                  <a:cubicBezTo>
                    <a:pt x="1795" y="239"/>
                    <a:pt x="1718" y="106"/>
                    <a:pt x="1623"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7" name="Google Shape;12007;p64"/>
            <p:cNvSpPr/>
            <p:nvPr/>
          </p:nvSpPr>
          <p:spPr>
            <a:xfrm>
              <a:off x="6787209" y="3887326"/>
              <a:ext cx="33569" cy="17308"/>
            </a:xfrm>
            <a:custGeom>
              <a:avLst/>
              <a:gdLst/>
              <a:ahLst/>
              <a:cxnLst/>
              <a:rect l="l" t="t" r="r" b="b"/>
              <a:pathLst>
                <a:path w="1282" h="661" extrusionOk="0">
                  <a:moveTo>
                    <a:pt x="971" y="0"/>
                  </a:moveTo>
                  <a:cubicBezTo>
                    <a:pt x="948" y="0"/>
                    <a:pt x="923" y="4"/>
                    <a:pt x="897" y="12"/>
                  </a:cubicBezTo>
                  <a:lnTo>
                    <a:pt x="239" y="231"/>
                  </a:lnTo>
                  <a:cubicBezTo>
                    <a:pt x="1" y="308"/>
                    <a:pt x="58" y="661"/>
                    <a:pt x="306" y="661"/>
                  </a:cubicBezTo>
                  <a:cubicBezTo>
                    <a:pt x="334" y="661"/>
                    <a:pt x="354" y="661"/>
                    <a:pt x="382" y="651"/>
                  </a:cubicBezTo>
                  <a:lnTo>
                    <a:pt x="1031" y="432"/>
                  </a:lnTo>
                  <a:cubicBezTo>
                    <a:pt x="1282" y="345"/>
                    <a:pt x="1195" y="0"/>
                    <a:pt x="971"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8" name="Google Shape;12008;p64"/>
            <p:cNvSpPr/>
            <p:nvPr/>
          </p:nvSpPr>
          <p:spPr>
            <a:xfrm>
              <a:off x="6785455" y="3790206"/>
              <a:ext cx="152920" cy="120163"/>
            </a:xfrm>
            <a:custGeom>
              <a:avLst/>
              <a:gdLst/>
              <a:ahLst/>
              <a:cxnLst/>
              <a:rect l="l" t="t" r="r" b="b"/>
              <a:pathLst>
                <a:path w="5840" h="4589" extrusionOk="0">
                  <a:moveTo>
                    <a:pt x="2119" y="0"/>
                  </a:moveTo>
                  <a:cubicBezTo>
                    <a:pt x="1365" y="0"/>
                    <a:pt x="621" y="229"/>
                    <a:pt x="1" y="668"/>
                  </a:cubicBezTo>
                  <a:cubicBezTo>
                    <a:pt x="764" y="3005"/>
                    <a:pt x="2939" y="4589"/>
                    <a:pt x="5400" y="4589"/>
                  </a:cubicBezTo>
                  <a:cubicBezTo>
                    <a:pt x="5544" y="4589"/>
                    <a:pt x="5696" y="4579"/>
                    <a:pt x="5839" y="4570"/>
                  </a:cubicBezTo>
                  <a:lnTo>
                    <a:pt x="5839" y="3711"/>
                  </a:lnTo>
                  <a:cubicBezTo>
                    <a:pt x="5839" y="1660"/>
                    <a:pt x="4170" y="0"/>
                    <a:pt x="2119"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09" name="Google Shape;12009;p64"/>
            <p:cNvSpPr/>
            <p:nvPr/>
          </p:nvSpPr>
          <p:spPr>
            <a:xfrm>
              <a:off x="6875400" y="4007280"/>
              <a:ext cx="62975" cy="137419"/>
            </a:xfrm>
            <a:custGeom>
              <a:avLst/>
              <a:gdLst/>
              <a:ahLst/>
              <a:cxnLst/>
              <a:rect l="l" t="t" r="r" b="b"/>
              <a:pathLst>
                <a:path w="2405" h="5248" extrusionOk="0">
                  <a:moveTo>
                    <a:pt x="2404" y="0"/>
                  </a:moveTo>
                  <a:lnTo>
                    <a:pt x="0" y="10"/>
                  </a:lnTo>
                  <a:lnTo>
                    <a:pt x="0" y="888"/>
                  </a:lnTo>
                  <a:cubicBezTo>
                    <a:pt x="0" y="2815"/>
                    <a:pt x="1527" y="3511"/>
                    <a:pt x="1527" y="5247"/>
                  </a:cubicBezTo>
                  <a:lnTo>
                    <a:pt x="2404" y="5247"/>
                  </a:lnTo>
                  <a:lnTo>
                    <a:pt x="240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10" name="Google Shape;12010;p64"/>
          <p:cNvGrpSpPr/>
          <p:nvPr/>
        </p:nvGrpSpPr>
        <p:grpSpPr>
          <a:xfrm>
            <a:off x="6244354" y="2265715"/>
            <a:ext cx="263055" cy="354493"/>
            <a:chOff x="6260629" y="2419290"/>
            <a:chExt cx="263055" cy="354493"/>
          </a:xfrm>
        </p:grpSpPr>
        <p:sp>
          <p:nvSpPr>
            <p:cNvPr id="12011" name="Google Shape;12011;p64"/>
            <p:cNvSpPr/>
            <p:nvPr/>
          </p:nvSpPr>
          <p:spPr>
            <a:xfrm>
              <a:off x="6317581" y="2419290"/>
              <a:ext cx="148914" cy="57214"/>
            </a:xfrm>
            <a:custGeom>
              <a:avLst/>
              <a:gdLst/>
              <a:ahLst/>
              <a:cxnLst/>
              <a:rect l="l" t="t" r="r" b="b"/>
              <a:pathLst>
                <a:path w="5687" h="2185" extrusionOk="0">
                  <a:moveTo>
                    <a:pt x="2843" y="0"/>
                  </a:moveTo>
                  <a:cubicBezTo>
                    <a:pt x="1279" y="0"/>
                    <a:pt x="0" y="487"/>
                    <a:pt x="0" y="1088"/>
                  </a:cubicBezTo>
                  <a:lnTo>
                    <a:pt x="0" y="2185"/>
                  </a:lnTo>
                  <a:lnTo>
                    <a:pt x="5686" y="2185"/>
                  </a:lnTo>
                  <a:lnTo>
                    <a:pt x="5686" y="1088"/>
                  </a:lnTo>
                  <a:cubicBezTo>
                    <a:pt x="5686" y="487"/>
                    <a:pt x="4408" y="0"/>
                    <a:pt x="2843"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2" name="Google Shape;12012;p64"/>
            <p:cNvSpPr/>
            <p:nvPr/>
          </p:nvSpPr>
          <p:spPr>
            <a:xfrm>
              <a:off x="6271862" y="2453514"/>
              <a:ext cx="240352" cy="148914"/>
            </a:xfrm>
            <a:custGeom>
              <a:avLst/>
              <a:gdLst/>
              <a:ahLst/>
              <a:cxnLst/>
              <a:rect l="l" t="t" r="r" b="b"/>
              <a:pathLst>
                <a:path w="9179" h="5687" extrusionOk="0">
                  <a:moveTo>
                    <a:pt x="4589" y="0"/>
                  </a:moveTo>
                  <a:cubicBezTo>
                    <a:pt x="2052" y="0"/>
                    <a:pt x="1" y="1279"/>
                    <a:pt x="1" y="2843"/>
                  </a:cubicBezTo>
                  <a:cubicBezTo>
                    <a:pt x="1" y="4408"/>
                    <a:pt x="2052" y="5686"/>
                    <a:pt x="4589" y="5686"/>
                  </a:cubicBezTo>
                  <a:cubicBezTo>
                    <a:pt x="7127" y="5686"/>
                    <a:pt x="9178" y="4408"/>
                    <a:pt x="9178" y="2843"/>
                  </a:cubicBezTo>
                  <a:cubicBezTo>
                    <a:pt x="9178" y="1279"/>
                    <a:pt x="7127" y="0"/>
                    <a:pt x="4589"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3" name="Google Shape;12013;p64"/>
            <p:cNvSpPr/>
            <p:nvPr/>
          </p:nvSpPr>
          <p:spPr>
            <a:xfrm>
              <a:off x="6284614" y="2476478"/>
              <a:ext cx="214848" cy="232470"/>
            </a:xfrm>
            <a:custGeom>
              <a:avLst/>
              <a:gdLst/>
              <a:ahLst/>
              <a:cxnLst/>
              <a:rect l="l" t="t" r="r" b="b"/>
              <a:pathLst>
                <a:path w="8205" h="8878" extrusionOk="0">
                  <a:moveTo>
                    <a:pt x="4102" y="1"/>
                  </a:moveTo>
                  <a:cubicBezTo>
                    <a:pt x="2051" y="1"/>
                    <a:pt x="391" y="879"/>
                    <a:pt x="391" y="1966"/>
                  </a:cubicBezTo>
                  <a:lnTo>
                    <a:pt x="391" y="5458"/>
                  </a:lnTo>
                  <a:cubicBezTo>
                    <a:pt x="382" y="6040"/>
                    <a:pt x="277" y="6603"/>
                    <a:pt x="67" y="7146"/>
                  </a:cubicBezTo>
                  <a:cubicBezTo>
                    <a:pt x="0" y="7328"/>
                    <a:pt x="57" y="7537"/>
                    <a:pt x="220" y="7652"/>
                  </a:cubicBezTo>
                  <a:cubicBezTo>
                    <a:pt x="630" y="7948"/>
                    <a:pt x="1069" y="8196"/>
                    <a:pt x="1536" y="8377"/>
                  </a:cubicBezTo>
                  <a:cubicBezTo>
                    <a:pt x="2361" y="8711"/>
                    <a:pt x="3232" y="8878"/>
                    <a:pt x="4102" y="8878"/>
                  </a:cubicBezTo>
                  <a:cubicBezTo>
                    <a:pt x="4973" y="8878"/>
                    <a:pt x="5843" y="8711"/>
                    <a:pt x="6669" y="8377"/>
                  </a:cubicBezTo>
                  <a:cubicBezTo>
                    <a:pt x="7136" y="8196"/>
                    <a:pt x="7575" y="7948"/>
                    <a:pt x="7985" y="7652"/>
                  </a:cubicBezTo>
                  <a:cubicBezTo>
                    <a:pt x="8147" y="7537"/>
                    <a:pt x="8205" y="7328"/>
                    <a:pt x="8138" y="7146"/>
                  </a:cubicBezTo>
                  <a:cubicBezTo>
                    <a:pt x="7937" y="6603"/>
                    <a:pt x="7823" y="6030"/>
                    <a:pt x="7823" y="5458"/>
                  </a:cubicBezTo>
                  <a:lnTo>
                    <a:pt x="7823" y="1966"/>
                  </a:lnTo>
                  <a:cubicBezTo>
                    <a:pt x="7823" y="879"/>
                    <a:pt x="6163" y="1"/>
                    <a:pt x="4102"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4" name="Google Shape;12014;p64"/>
            <p:cNvSpPr/>
            <p:nvPr/>
          </p:nvSpPr>
          <p:spPr>
            <a:xfrm>
              <a:off x="6260629" y="2630865"/>
              <a:ext cx="263055" cy="142918"/>
            </a:xfrm>
            <a:custGeom>
              <a:avLst/>
              <a:gdLst/>
              <a:ahLst/>
              <a:cxnLst/>
              <a:rect l="l" t="t" r="r" b="b"/>
              <a:pathLst>
                <a:path w="10046" h="5458" extrusionOk="0">
                  <a:moveTo>
                    <a:pt x="3702" y="1"/>
                  </a:moveTo>
                  <a:lnTo>
                    <a:pt x="3702" y="1346"/>
                  </a:lnTo>
                  <a:cubicBezTo>
                    <a:pt x="3702" y="1718"/>
                    <a:pt x="3463" y="2052"/>
                    <a:pt x="3120" y="2176"/>
                  </a:cubicBezTo>
                  <a:lnTo>
                    <a:pt x="869" y="2977"/>
                  </a:lnTo>
                  <a:cubicBezTo>
                    <a:pt x="344" y="3158"/>
                    <a:pt x="0" y="3654"/>
                    <a:pt x="0" y="4208"/>
                  </a:cubicBezTo>
                  <a:lnTo>
                    <a:pt x="0" y="4809"/>
                  </a:lnTo>
                  <a:cubicBezTo>
                    <a:pt x="0" y="5162"/>
                    <a:pt x="287" y="5457"/>
                    <a:pt x="649" y="5457"/>
                  </a:cubicBezTo>
                  <a:lnTo>
                    <a:pt x="9388" y="5457"/>
                  </a:lnTo>
                  <a:cubicBezTo>
                    <a:pt x="9750" y="5457"/>
                    <a:pt x="10046" y="5162"/>
                    <a:pt x="10046" y="4809"/>
                  </a:cubicBezTo>
                  <a:lnTo>
                    <a:pt x="10046" y="4208"/>
                  </a:lnTo>
                  <a:cubicBezTo>
                    <a:pt x="10046" y="3654"/>
                    <a:pt x="9693" y="3158"/>
                    <a:pt x="9178" y="2977"/>
                  </a:cubicBezTo>
                  <a:lnTo>
                    <a:pt x="6907" y="2176"/>
                  </a:lnTo>
                  <a:cubicBezTo>
                    <a:pt x="6554" y="2052"/>
                    <a:pt x="6325" y="1718"/>
                    <a:pt x="6325" y="1346"/>
                  </a:cubicBezTo>
                  <a:lnTo>
                    <a:pt x="6325"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5" name="Google Shape;12015;p64"/>
            <p:cNvSpPr/>
            <p:nvPr/>
          </p:nvSpPr>
          <p:spPr>
            <a:xfrm>
              <a:off x="6357801" y="2630865"/>
              <a:ext cx="68709" cy="28515"/>
            </a:xfrm>
            <a:custGeom>
              <a:avLst/>
              <a:gdLst/>
              <a:ahLst/>
              <a:cxnLst/>
              <a:rect l="l" t="t" r="r" b="b"/>
              <a:pathLst>
                <a:path w="2624" h="1089" extrusionOk="0">
                  <a:moveTo>
                    <a:pt x="0" y="1"/>
                  </a:moveTo>
                  <a:lnTo>
                    <a:pt x="0" y="811"/>
                  </a:lnTo>
                  <a:cubicBezTo>
                    <a:pt x="363" y="974"/>
                    <a:pt x="754" y="1069"/>
                    <a:pt x="1155" y="1088"/>
                  </a:cubicBezTo>
                  <a:lnTo>
                    <a:pt x="1307" y="1088"/>
                  </a:lnTo>
                  <a:cubicBezTo>
                    <a:pt x="1756" y="1088"/>
                    <a:pt x="2204" y="993"/>
                    <a:pt x="2624" y="811"/>
                  </a:cubicBezTo>
                  <a:lnTo>
                    <a:pt x="2624"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6" name="Google Shape;12016;p64"/>
            <p:cNvSpPr/>
            <p:nvPr/>
          </p:nvSpPr>
          <p:spPr>
            <a:xfrm>
              <a:off x="6317581" y="2504156"/>
              <a:ext cx="148914" cy="143834"/>
            </a:xfrm>
            <a:custGeom>
              <a:avLst/>
              <a:gdLst/>
              <a:ahLst/>
              <a:cxnLst/>
              <a:rect l="l" t="t" r="r" b="b"/>
              <a:pathLst>
                <a:path w="5687" h="5493" extrusionOk="0">
                  <a:moveTo>
                    <a:pt x="3412" y="0"/>
                  </a:moveTo>
                  <a:cubicBezTo>
                    <a:pt x="3347" y="0"/>
                    <a:pt x="3282" y="53"/>
                    <a:pt x="3282" y="136"/>
                  </a:cubicBezTo>
                  <a:lnTo>
                    <a:pt x="3282" y="690"/>
                  </a:lnTo>
                  <a:cubicBezTo>
                    <a:pt x="3282" y="814"/>
                    <a:pt x="3187" y="909"/>
                    <a:pt x="3063" y="909"/>
                  </a:cubicBezTo>
                  <a:lnTo>
                    <a:pt x="878" y="909"/>
                  </a:lnTo>
                  <a:cubicBezTo>
                    <a:pt x="392" y="909"/>
                    <a:pt x="0" y="1300"/>
                    <a:pt x="0" y="1777"/>
                  </a:cubicBezTo>
                  <a:lnTo>
                    <a:pt x="0" y="2579"/>
                  </a:lnTo>
                  <a:cubicBezTo>
                    <a:pt x="0" y="4105"/>
                    <a:pt x="1174" y="5422"/>
                    <a:pt x="2710" y="5488"/>
                  </a:cubicBezTo>
                  <a:cubicBezTo>
                    <a:pt x="2761" y="5491"/>
                    <a:pt x="2811" y="5492"/>
                    <a:pt x="2862" y="5492"/>
                  </a:cubicBezTo>
                  <a:cubicBezTo>
                    <a:pt x="4415" y="5492"/>
                    <a:pt x="5686" y="4226"/>
                    <a:pt x="5686" y="2655"/>
                  </a:cubicBezTo>
                  <a:lnTo>
                    <a:pt x="5686" y="1777"/>
                  </a:lnTo>
                  <a:cubicBezTo>
                    <a:pt x="5686" y="1300"/>
                    <a:pt x="5295" y="909"/>
                    <a:pt x="4809" y="909"/>
                  </a:cubicBezTo>
                  <a:lnTo>
                    <a:pt x="4465" y="909"/>
                  </a:lnTo>
                  <a:cubicBezTo>
                    <a:pt x="4408" y="909"/>
                    <a:pt x="4351" y="890"/>
                    <a:pt x="4313" y="842"/>
                  </a:cubicBezTo>
                  <a:lnTo>
                    <a:pt x="3502" y="41"/>
                  </a:lnTo>
                  <a:cubicBezTo>
                    <a:pt x="3477" y="13"/>
                    <a:pt x="3444" y="0"/>
                    <a:pt x="3412"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7" name="Google Shape;12017;p64"/>
            <p:cNvSpPr/>
            <p:nvPr/>
          </p:nvSpPr>
          <p:spPr>
            <a:xfrm>
              <a:off x="6317581" y="2504156"/>
              <a:ext cx="125924" cy="143913"/>
            </a:xfrm>
            <a:custGeom>
              <a:avLst/>
              <a:gdLst/>
              <a:ahLst/>
              <a:cxnLst/>
              <a:rect l="l" t="t" r="r" b="b"/>
              <a:pathLst>
                <a:path w="4809" h="5496" extrusionOk="0">
                  <a:moveTo>
                    <a:pt x="3412" y="0"/>
                  </a:moveTo>
                  <a:cubicBezTo>
                    <a:pt x="3347" y="0"/>
                    <a:pt x="3282" y="53"/>
                    <a:pt x="3282" y="136"/>
                  </a:cubicBezTo>
                  <a:lnTo>
                    <a:pt x="3282" y="690"/>
                  </a:lnTo>
                  <a:cubicBezTo>
                    <a:pt x="3282" y="814"/>
                    <a:pt x="3187" y="909"/>
                    <a:pt x="3063" y="909"/>
                  </a:cubicBezTo>
                  <a:lnTo>
                    <a:pt x="878" y="909"/>
                  </a:lnTo>
                  <a:cubicBezTo>
                    <a:pt x="392" y="909"/>
                    <a:pt x="0" y="1300"/>
                    <a:pt x="0" y="1777"/>
                  </a:cubicBezTo>
                  <a:lnTo>
                    <a:pt x="0" y="2569"/>
                  </a:lnTo>
                  <a:cubicBezTo>
                    <a:pt x="0" y="3847"/>
                    <a:pt x="821" y="5021"/>
                    <a:pt x="2052" y="5383"/>
                  </a:cubicBezTo>
                  <a:cubicBezTo>
                    <a:pt x="2309" y="5457"/>
                    <a:pt x="2575" y="5495"/>
                    <a:pt x="2841" y="5495"/>
                  </a:cubicBezTo>
                  <a:cubicBezTo>
                    <a:pt x="2989" y="5495"/>
                    <a:pt x="3136" y="5483"/>
                    <a:pt x="3282" y="5460"/>
                  </a:cubicBezTo>
                  <a:cubicBezTo>
                    <a:pt x="1899" y="5240"/>
                    <a:pt x="878" y="4000"/>
                    <a:pt x="878" y="2569"/>
                  </a:cubicBezTo>
                  <a:lnTo>
                    <a:pt x="878" y="2216"/>
                  </a:lnTo>
                  <a:cubicBezTo>
                    <a:pt x="878" y="1730"/>
                    <a:pt x="1269" y="1338"/>
                    <a:pt x="1756" y="1338"/>
                  </a:cubicBezTo>
                  <a:lnTo>
                    <a:pt x="4379" y="1338"/>
                  </a:lnTo>
                  <a:cubicBezTo>
                    <a:pt x="4608" y="1338"/>
                    <a:pt x="4809" y="1148"/>
                    <a:pt x="4809" y="909"/>
                  </a:cubicBezTo>
                  <a:lnTo>
                    <a:pt x="4465" y="909"/>
                  </a:lnTo>
                  <a:cubicBezTo>
                    <a:pt x="4408" y="909"/>
                    <a:pt x="4351" y="890"/>
                    <a:pt x="4313" y="842"/>
                  </a:cubicBezTo>
                  <a:lnTo>
                    <a:pt x="3502" y="41"/>
                  </a:lnTo>
                  <a:cubicBezTo>
                    <a:pt x="3477" y="13"/>
                    <a:pt x="3444" y="0"/>
                    <a:pt x="3412"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8" name="Google Shape;12018;p64"/>
            <p:cNvSpPr/>
            <p:nvPr/>
          </p:nvSpPr>
          <p:spPr>
            <a:xfrm>
              <a:off x="6352040" y="2556552"/>
              <a:ext cx="11521" cy="17125"/>
            </a:xfrm>
            <a:custGeom>
              <a:avLst/>
              <a:gdLst/>
              <a:ahLst/>
              <a:cxnLst/>
              <a:rect l="l" t="t" r="r" b="b"/>
              <a:pathLst>
                <a:path w="440" h="654" extrusionOk="0">
                  <a:moveTo>
                    <a:pt x="217" y="0"/>
                  </a:moveTo>
                  <a:cubicBezTo>
                    <a:pt x="108" y="0"/>
                    <a:pt x="1" y="72"/>
                    <a:pt x="1" y="215"/>
                  </a:cubicBezTo>
                  <a:lnTo>
                    <a:pt x="1" y="435"/>
                  </a:lnTo>
                  <a:cubicBezTo>
                    <a:pt x="1" y="559"/>
                    <a:pt x="96" y="654"/>
                    <a:pt x="220" y="654"/>
                  </a:cubicBezTo>
                  <a:cubicBezTo>
                    <a:pt x="335" y="654"/>
                    <a:pt x="440" y="559"/>
                    <a:pt x="440" y="435"/>
                  </a:cubicBezTo>
                  <a:lnTo>
                    <a:pt x="440" y="215"/>
                  </a:lnTo>
                  <a:cubicBezTo>
                    <a:pt x="435" y="72"/>
                    <a:pt x="325" y="0"/>
                    <a:pt x="217"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19" name="Google Shape;12019;p64"/>
            <p:cNvSpPr/>
            <p:nvPr/>
          </p:nvSpPr>
          <p:spPr>
            <a:xfrm>
              <a:off x="6420750" y="2556552"/>
              <a:ext cx="11260" cy="17125"/>
            </a:xfrm>
            <a:custGeom>
              <a:avLst/>
              <a:gdLst/>
              <a:ahLst/>
              <a:cxnLst/>
              <a:rect l="l" t="t" r="r" b="b"/>
              <a:pathLst>
                <a:path w="430" h="654" extrusionOk="0">
                  <a:moveTo>
                    <a:pt x="215" y="0"/>
                  </a:moveTo>
                  <a:cubicBezTo>
                    <a:pt x="108" y="0"/>
                    <a:pt x="0" y="72"/>
                    <a:pt x="0" y="215"/>
                  </a:cubicBezTo>
                  <a:lnTo>
                    <a:pt x="0" y="435"/>
                  </a:lnTo>
                  <a:cubicBezTo>
                    <a:pt x="0" y="559"/>
                    <a:pt x="96" y="654"/>
                    <a:pt x="210" y="654"/>
                  </a:cubicBezTo>
                  <a:cubicBezTo>
                    <a:pt x="334" y="654"/>
                    <a:pt x="430" y="559"/>
                    <a:pt x="430" y="435"/>
                  </a:cubicBezTo>
                  <a:lnTo>
                    <a:pt x="430" y="215"/>
                  </a:lnTo>
                  <a:cubicBezTo>
                    <a:pt x="430" y="72"/>
                    <a:pt x="322" y="0"/>
                    <a:pt x="2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0" name="Google Shape;12020;p64"/>
            <p:cNvSpPr/>
            <p:nvPr/>
          </p:nvSpPr>
          <p:spPr>
            <a:xfrm>
              <a:off x="6366756" y="2596432"/>
              <a:ext cx="50563" cy="17282"/>
            </a:xfrm>
            <a:custGeom>
              <a:avLst/>
              <a:gdLst/>
              <a:ahLst/>
              <a:cxnLst/>
              <a:rect l="l" t="t" r="r" b="b"/>
              <a:pathLst>
                <a:path w="1931" h="660" extrusionOk="0">
                  <a:moveTo>
                    <a:pt x="313" y="1"/>
                  </a:moveTo>
                  <a:cubicBezTo>
                    <a:pt x="146" y="1"/>
                    <a:pt x="0" y="219"/>
                    <a:pt x="154" y="381"/>
                  </a:cubicBezTo>
                  <a:cubicBezTo>
                    <a:pt x="366" y="557"/>
                    <a:pt x="625" y="660"/>
                    <a:pt x="897" y="660"/>
                  </a:cubicBezTo>
                  <a:cubicBezTo>
                    <a:pt x="919" y="660"/>
                    <a:pt x="942" y="659"/>
                    <a:pt x="965" y="657"/>
                  </a:cubicBezTo>
                  <a:cubicBezTo>
                    <a:pt x="988" y="659"/>
                    <a:pt x="1011" y="660"/>
                    <a:pt x="1034" y="660"/>
                  </a:cubicBezTo>
                  <a:cubicBezTo>
                    <a:pt x="1305" y="660"/>
                    <a:pt x="1565" y="557"/>
                    <a:pt x="1776" y="381"/>
                  </a:cubicBezTo>
                  <a:cubicBezTo>
                    <a:pt x="1931" y="219"/>
                    <a:pt x="1785" y="1"/>
                    <a:pt x="1618" y="1"/>
                  </a:cubicBezTo>
                  <a:cubicBezTo>
                    <a:pt x="1568" y="1"/>
                    <a:pt x="1517" y="20"/>
                    <a:pt x="1471" y="66"/>
                  </a:cubicBezTo>
                  <a:cubicBezTo>
                    <a:pt x="1318" y="171"/>
                    <a:pt x="1142" y="223"/>
                    <a:pt x="965" y="223"/>
                  </a:cubicBezTo>
                  <a:cubicBezTo>
                    <a:pt x="789" y="223"/>
                    <a:pt x="612" y="171"/>
                    <a:pt x="460" y="66"/>
                  </a:cubicBezTo>
                  <a:cubicBezTo>
                    <a:pt x="414" y="20"/>
                    <a:pt x="362" y="1"/>
                    <a:pt x="313"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1" name="Google Shape;12021;p64"/>
            <p:cNvSpPr/>
            <p:nvPr/>
          </p:nvSpPr>
          <p:spPr>
            <a:xfrm>
              <a:off x="6344133" y="2537542"/>
              <a:ext cx="27468" cy="13930"/>
            </a:xfrm>
            <a:custGeom>
              <a:avLst/>
              <a:gdLst/>
              <a:ahLst/>
              <a:cxnLst/>
              <a:rect l="l" t="t" r="r" b="b"/>
              <a:pathLst>
                <a:path w="1049" h="532" extrusionOk="0">
                  <a:moveTo>
                    <a:pt x="745" y="1"/>
                  </a:moveTo>
                  <a:cubicBezTo>
                    <a:pt x="729" y="1"/>
                    <a:pt x="712" y="3"/>
                    <a:pt x="694" y="6"/>
                  </a:cubicBezTo>
                  <a:lnTo>
                    <a:pt x="255" y="102"/>
                  </a:lnTo>
                  <a:cubicBezTo>
                    <a:pt x="1" y="158"/>
                    <a:pt x="35" y="531"/>
                    <a:pt x="293" y="531"/>
                  </a:cubicBezTo>
                  <a:cubicBezTo>
                    <a:pt x="296" y="531"/>
                    <a:pt x="300" y="531"/>
                    <a:pt x="303" y="531"/>
                  </a:cubicBezTo>
                  <a:lnTo>
                    <a:pt x="351" y="531"/>
                  </a:lnTo>
                  <a:lnTo>
                    <a:pt x="780" y="436"/>
                  </a:lnTo>
                  <a:cubicBezTo>
                    <a:pt x="1048" y="373"/>
                    <a:pt x="981" y="1"/>
                    <a:pt x="74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2" name="Google Shape;12022;p64"/>
            <p:cNvSpPr/>
            <p:nvPr/>
          </p:nvSpPr>
          <p:spPr>
            <a:xfrm>
              <a:off x="6412554" y="2537751"/>
              <a:ext cx="27468" cy="13957"/>
            </a:xfrm>
            <a:custGeom>
              <a:avLst/>
              <a:gdLst/>
              <a:ahLst/>
              <a:cxnLst/>
              <a:rect l="l" t="t" r="r" b="b"/>
              <a:pathLst>
                <a:path w="1049" h="533" extrusionOk="0">
                  <a:moveTo>
                    <a:pt x="303" y="1"/>
                  </a:moveTo>
                  <a:cubicBezTo>
                    <a:pt x="63" y="1"/>
                    <a:pt x="0" y="374"/>
                    <a:pt x="266" y="428"/>
                  </a:cubicBezTo>
                  <a:lnTo>
                    <a:pt x="705" y="523"/>
                  </a:lnTo>
                  <a:cubicBezTo>
                    <a:pt x="709" y="528"/>
                    <a:pt x="717" y="530"/>
                    <a:pt x="725" y="530"/>
                  </a:cubicBezTo>
                  <a:cubicBezTo>
                    <a:pt x="733" y="530"/>
                    <a:pt x="743" y="528"/>
                    <a:pt x="752" y="523"/>
                  </a:cubicBezTo>
                  <a:lnTo>
                    <a:pt x="752" y="523"/>
                  </a:lnTo>
                  <a:lnTo>
                    <a:pt x="743" y="532"/>
                  </a:lnTo>
                  <a:cubicBezTo>
                    <a:pt x="1010" y="532"/>
                    <a:pt x="1048" y="151"/>
                    <a:pt x="790" y="103"/>
                  </a:cubicBezTo>
                  <a:lnTo>
                    <a:pt x="361" y="8"/>
                  </a:lnTo>
                  <a:cubicBezTo>
                    <a:pt x="341" y="3"/>
                    <a:pt x="321" y="1"/>
                    <a:pt x="303"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3" name="Google Shape;12023;p64"/>
            <p:cNvSpPr/>
            <p:nvPr/>
          </p:nvSpPr>
          <p:spPr>
            <a:xfrm>
              <a:off x="6260629" y="2697061"/>
              <a:ext cx="263055" cy="76722"/>
            </a:xfrm>
            <a:custGeom>
              <a:avLst/>
              <a:gdLst/>
              <a:ahLst/>
              <a:cxnLst/>
              <a:rect l="l" t="t" r="r" b="b"/>
              <a:pathLst>
                <a:path w="10046" h="2930" extrusionOk="0">
                  <a:moveTo>
                    <a:pt x="2137" y="1"/>
                  </a:moveTo>
                  <a:lnTo>
                    <a:pt x="869" y="449"/>
                  </a:lnTo>
                  <a:cubicBezTo>
                    <a:pt x="344" y="630"/>
                    <a:pt x="0" y="1126"/>
                    <a:pt x="0" y="1680"/>
                  </a:cubicBezTo>
                  <a:lnTo>
                    <a:pt x="0" y="2281"/>
                  </a:lnTo>
                  <a:cubicBezTo>
                    <a:pt x="0" y="2634"/>
                    <a:pt x="287" y="2929"/>
                    <a:pt x="649" y="2929"/>
                  </a:cubicBezTo>
                  <a:lnTo>
                    <a:pt x="9388" y="2929"/>
                  </a:lnTo>
                  <a:cubicBezTo>
                    <a:pt x="9750" y="2929"/>
                    <a:pt x="10046" y="2634"/>
                    <a:pt x="10046" y="2281"/>
                  </a:cubicBezTo>
                  <a:lnTo>
                    <a:pt x="10046" y="1680"/>
                  </a:lnTo>
                  <a:cubicBezTo>
                    <a:pt x="10046" y="1126"/>
                    <a:pt x="9693" y="630"/>
                    <a:pt x="9178" y="449"/>
                  </a:cubicBezTo>
                  <a:lnTo>
                    <a:pt x="7909" y="1"/>
                  </a:lnTo>
                  <a:cubicBezTo>
                    <a:pt x="7489" y="1231"/>
                    <a:pt x="6325" y="2061"/>
                    <a:pt x="5028" y="2061"/>
                  </a:cubicBezTo>
                  <a:cubicBezTo>
                    <a:pt x="3721" y="2061"/>
                    <a:pt x="2557" y="1231"/>
                    <a:pt x="213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4" name="Google Shape;12024;p64"/>
            <p:cNvSpPr/>
            <p:nvPr/>
          </p:nvSpPr>
          <p:spPr>
            <a:xfrm>
              <a:off x="6305588" y="2697061"/>
              <a:ext cx="172900" cy="65489"/>
            </a:xfrm>
            <a:custGeom>
              <a:avLst/>
              <a:gdLst/>
              <a:ahLst/>
              <a:cxnLst/>
              <a:rect l="l" t="t" r="r" b="b"/>
              <a:pathLst>
                <a:path w="6603" h="2501" extrusionOk="0">
                  <a:moveTo>
                    <a:pt x="411" y="1"/>
                  </a:moveTo>
                  <a:lnTo>
                    <a:pt x="1" y="144"/>
                  </a:lnTo>
                  <a:cubicBezTo>
                    <a:pt x="487" y="1556"/>
                    <a:pt x="1813" y="2500"/>
                    <a:pt x="3301" y="2500"/>
                  </a:cubicBezTo>
                  <a:cubicBezTo>
                    <a:pt x="4790" y="2500"/>
                    <a:pt x="6116" y="1556"/>
                    <a:pt x="6602" y="144"/>
                  </a:cubicBezTo>
                  <a:lnTo>
                    <a:pt x="6192" y="1"/>
                  </a:lnTo>
                  <a:cubicBezTo>
                    <a:pt x="5772" y="1231"/>
                    <a:pt x="4608" y="2061"/>
                    <a:pt x="3301" y="2061"/>
                  </a:cubicBezTo>
                  <a:cubicBezTo>
                    <a:pt x="1994" y="2061"/>
                    <a:pt x="840" y="1231"/>
                    <a:pt x="411" y="1"/>
                  </a:cubicBezTo>
                  <a:close/>
                </a:path>
              </a:pathLst>
            </a:custGeom>
            <a:solidFill>
              <a:srgbClr val="BD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5" name="Google Shape;12025;p64"/>
            <p:cNvSpPr/>
            <p:nvPr/>
          </p:nvSpPr>
          <p:spPr>
            <a:xfrm>
              <a:off x="6294852" y="2476478"/>
              <a:ext cx="194371" cy="65227"/>
            </a:xfrm>
            <a:custGeom>
              <a:avLst/>
              <a:gdLst/>
              <a:ahLst/>
              <a:cxnLst/>
              <a:rect l="l" t="t" r="r" b="b"/>
              <a:pathLst>
                <a:path w="7423" h="2491" extrusionOk="0">
                  <a:moveTo>
                    <a:pt x="3711" y="1"/>
                  </a:moveTo>
                  <a:cubicBezTo>
                    <a:pt x="1660" y="1"/>
                    <a:pt x="0" y="879"/>
                    <a:pt x="0" y="1966"/>
                  </a:cubicBezTo>
                  <a:lnTo>
                    <a:pt x="0" y="2481"/>
                  </a:lnTo>
                  <a:cubicBezTo>
                    <a:pt x="0" y="1403"/>
                    <a:pt x="1670" y="526"/>
                    <a:pt x="3711" y="526"/>
                  </a:cubicBezTo>
                  <a:cubicBezTo>
                    <a:pt x="5762" y="526"/>
                    <a:pt x="7422" y="1403"/>
                    <a:pt x="7422" y="2491"/>
                  </a:cubicBezTo>
                  <a:lnTo>
                    <a:pt x="7422" y="1966"/>
                  </a:lnTo>
                  <a:cubicBezTo>
                    <a:pt x="7422" y="879"/>
                    <a:pt x="5762" y="1"/>
                    <a:pt x="3711"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26" name="Google Shape;12026;p64"/>
          <p:cNvGrpSpPr/>
          <p:nvPr/>
        </p:nvGrpSpPr>
        <p:grpSpPr>
          <a:xfrm>
            <a:off x="6244589" y="2726336"/>
            <a:ext cx="263343" cy="354754"/>
            <a:chOff x="6260864" y="2879911"/>
            <a:chExt cx="263343" cy="354754"/>
          </a:xfrm>
        </p:grpSpPr>
        <p:sp>
          <p:nvSpPr>
            <p:cNvPr id="12027" name="Google Shape;12027;p64"/>
            <p:cNvSpPr/>
            <p:nvPr/>
          </p:nvSpPr>
          <p:spPr>
            <a:xfrm>
              <a:off x="6290610" y="2960115"/>
              <a:ext cx="203850" cy="208354"/>
            </a:xfrm>
            <a:custGeom>
              <a:avLst/>
              <a:gdLst/>
              <a:ahLst/>
              <a:cxnLst/>
              <a:rect l="l" t="t" r="r" b="b"/>
              <a:pathLst>
                <a:path w="7785" h="7957" extrusionOk="0">
                  <a:moveTo>
                    <a:pt x="3892" y="0"/>
                  </a:moveTo>
                  <a:lnTo>
                    <a:pt x="611" y="439"/>
                  </a:lnTo>
                  <a:lnTo>
                    <a:pt x="611" y="2624"/>
                  </a:lnTo>
                  <a:cubicBezTo>
                    <a:pt x="582" y="3454"/>
                    <a:pt x="391" y="4284"/>
                    <a:pt x="48" y="5047"/>
                  </a:cubicBezTo>
                  <a:cubicBezTo>
                    <a:pt x="0" y="5152"/>
                    <a:pt x="48" y="5285"/>
                    <a:pt x="153" y="5333"/>
                  </a:cubicBezTo>
                  <a:lnTo>
                    <a:pt x="830" y="5676"/>
                  </a:lnTo>
                  <a:lnTo>
                    <a:pt x="115" y="6583"/>
                  </a:lnTo>
                  <a:cubicBezTo>
                    <a:pt x="29" y="6678"/>
                    <a:pt x="57" y="6831"/>
                    <a:pt x="162" y="6898"/>
                  </a:cubicBezTo>
                  <a:cubicBezTo>
                    <a:pt x="1307" y="7603"/>
                    <a:pt x="2600" y="7956"/>
                    <a:pt x="3892" y="7956"/>
                  </a:cubicBezTo>
                  <a:cubicBezTo>
                    <a:pt x="5185" y="7956"/>
                    <a:pt x="6478" y="7603"/>
                    <a:pt x="7623" y="6898"/>
                  </a:cubicBezTo>
                  <a:cubicBezTo>
                    <a:pt x="7728" y="6831"/>
                    <a:pt x="7756" y="6678"/>
                    <a:pt x="7670" y="6583"/>
                  </a:cubicBezTo>
                  <a:lnTo>
                    <a:pt x="6945" y="5676"/>
                  </a:lnTo>
                  <a:lnTo>
                    <a:pt x="7632" y="5333"/>
                  </a:lnTo>
                  <a:cubicBezTo>
                    <a:pt x="7737" y="5285"/>
                    <a:pt x="7785" y="5152"/>
                    <a:pt x="7728" y="5047"/>
                  </a:cubicBezTo>
                  <a:cubicBezTo>
                    <a:pt x="7394" y="4284"/>
                    <a:pt x="7203" y="3454"/>
                    <a:pt x="7165" y="2624"/>
                  </a:cubicBezTo>
                  <a:lnTo>
                    <a:pt x="7165" y="439"/>
                  </a:lnTo>
                  <a:lnTo>
                    <a:pt x="3892" y="0"/>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8" name="Google Shape;12028;p64"/>
            <p:cNvSpPr/>
            <p:nvPr/>
          </p:nvSpPr>
          <p:spPr>
            <a:xfrm>
              <a:off x="6260864" y="3086013"/>
              <a:ext cx="263081" cy="148652"/>
            </a:xfrm>
            <a:custGeom>
              <a:avLst/>
              <a:gdLst/>
              <a:ahLst/>
              <a:cxnLst/>
              <a:rect l="l" t="t" r="r" b="b"/>
              <a:pathLst>
                <a:path w="10047" h="5677" extrusionOk="0">
                  <a:moveTo>
                    <a:pt x="3712" y="0"/>
                  </a:moveTo>
                  <a:lnTo>
                    <a:pt x="3712" y="1126"/>
                  </a:lnTo>
                  <a:cubicBezTo>
                    <a:pt x="3712" y="1498"/>
                    <a:pt x="3483" y="1822"/>
                    <a:pt x="3130" y="1946"/>
                  </a:cubicBezTo>
                  <a:lnTo>
                    <a:pt x="879" y="2748"/>
                  </a:lnTo>
                  <a:cubicBezTo>
                    <a:pt x="354" y="2929"/>
                    <a:pt x="1" y="3425"/>
                    <a:pt x="1" y="3978"/>
                  </a:cubicBezTo>
                  <a:lnTo>
                    <a:pt x="1" y="5018"/>
                  </a:lnTo>
                  <a:cubicBezTo>
                    <a:pt x="1" y="5381"/>
                    <a:pt x="297" y="5677"/>
                    <a:pt x="659" y="5677"/>
                  </a:cubicBezTo>
                  <a:lnTo>
                    <a:pt x="9398" y="5677"/>
                  </a:lnTo>
                  <a:cubicBezTo>
                    <a:pt x="9760" y="5677"/>
                    <a:pt x="10046" y="5381"/>
                    <a:pt x="10046" y="5018"/>
                  </a:cubicBezTo>
                  <a:lnTo>
                    <a:pt x="10046" y="3978"/>
                  </a:lnTo>
                  <a:cubicBezTo>
                    <a:pt x="10046" y="3425"/>
                    <a:pt x="9703" y="2929"/>
                    <a:pt x="9178" y="2748"/>
                  </a:cubicBezTo>
                  <a:lnTo>
                    <a:pt x="6917" y="1946"/>
                  </a:lnTo>
                  <a:cubicBezTo>
                    <a:pt x="6574" y="1822"/>
                    <a:pt x="6335" y="1498"/>
                    <a:pt x="6335" y="1126"/>
                  </a:cubicBezTo>
                  <a:lnTo>
                    <a:pt x="6335"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29" name="Google Shape;12029;p64"/>
            <p:cNvSpPr/>
            <p:nvPr/>
          </p:nvSpPr>
          <p:spPr>
            <a:xfrm>
              <a:off x="6260864" y="3137204"/>
              <a:ext cx="263343" cy="97461"/>
            </a:xfrm>
            <a:custGeom>
              <a:avLst/>
              <a:gdLst/>
              <a:ahLst/>
              <a:cxnLst/>
              <a:rect l="l" t="t" r="r" b="b"/>
              <a:pathLst>
                <a:path w="10057" h="3722" extrusionOk="0">
                  <a:moveTo>
                    <a:pt x="3111" y="1"/>
                  </a:moveTo>
                  <a:lnTo>
                    <a:pt x="879" y="793"/>
                  </a:lnTo>
                  <a:cubicBezTo>
                    <a:pt x="354" y="974"/>
                    <a:pt x="1" y="1470"/>
                    <a:pt x="1" y="2023"/>
                  </a:cubicBezTo>
                  <a:lnTo>
                    <a:pt x="1" y="3063"/>
                  </a:lnTo>
                  <a:cubicBezTo>
                    <a:pt x="1" y="3426"/>
                    <a:pt x="297" y="3722"/>
                    <a:pt x="659" y="3722"/>
                  </a:cubicBezTo>
                  <a:lnTo>
                    <a:pt x="9398" y="3722"/>
                  </a:lnTo>
                  <a:cubicBezTo>
                    <a:pt x="9760" y="3722"/>
                    <a:pt x="10056" y="3426"/>
                    <a:pt x="10056" y="3063"/>
                  </a:cubicBezTo>
                  <a:lnTo>
                    <a:pt x="10056" y="2023"/>
                  </a:lnTo>
                  <a:cubicBezTo>
                    <a:pt x="10056" y="1470"/>
                    <a:pt x="9703" y="974"/>
                    <a:pt x="9178" y="793"/>
                  </a:cubicBezTo>
                  <a:lnTo>
                    <a:pt x="6946" y="1"/>
                  </a:lnTo>
                  <a:cubicBezTo>
                    <a:pt x="6746" y="898"/>
                    <a:pt x="5944" y="1537"/>
                    <a:pt x="5028" y="1537"/>
                  </a:cubicBezTo>
                  <a:cubicBezTo>
                    <a:pt x="4113" y="1537"/>
                    <a:pt x="3311" y="898"/>
                    <a:pt x="3111"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0" name="Google Shape;12030;p64"/>
            <p:cNvSpPr/>
            <p:nvPr/>
          </p:nvSpPr>
          <p:spPr>
            <a:xfrm>
              <a:off x="6320566" y="3137204"/>
              <a:ext cx="143677" cy="63237"/>
            </a:xfrm>
            <a:custGeom>
              <a:avLst/>
              <a:gdLst/>
              <a:ahLst/>
              <a:cxnLst/>
              <a:rect l="l" t="t" r="r" b="b"/>
              <a:pathLst>
                <a:path w="5487" h="2415" extrusionOk="0">
                  <a:moveTo>
                    <a:pt x="831" y="1"/>
                  </a:moveTo>
                  <a:lnTo>
                    <a:pt x="1" y="297"/>
                  </a:lnTo>
                  <a:cubicBezTo>
                    <a:pt x="335" y="1537"/>
                    <a:pt x="1461" y="2405"/>
                    <a:pt x="2748" y="2415"/>
                  </a:cubicBezTo>
                  <a:cubicBezTo>
                    <a:pt x="4036" y="2405"/>
                    <a:pt x="5162" y="1537"/>
                    <a:pt x="5486" y="297"/>
                  </a:cubicBezTo>
                  <a:lnTo>
                    <a:pt x="4666" y="1"/>
                  </a:lnTo>
                  <a:cubicBezTo>
                    <a:pt x="4466" y="898"/>
                    <a:pt x="3664" y="1537"/>
                    <a:pt x="2748" y="1537"/>
                  </a:cubicBezTo>
                  <a:cubicBezTo>
                    <a:pt x="1823" y="1537"/>
                    <a:pt x="1031" y="898"/>
                    <a:pt x="831"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1" name="Google Shape;12031;p64"/>
            <p:cNvSpPr/>
            <p:nvPr/>
          </p:nvSpPr>
          <p:spPr>
            <a:xfrm>
              <a:off x="6358299" y="3085751"/>
              <a:ext cx="68709" cy="23069"/>
            </a:xfrm>
            <a:custGeom>
              <a:avLst/>
              <a:gdLst/>
              <a:ahLst/>
              <a:cxnLst/>
              <a:rect l="l" t="t" r="r" b="b"/>
              <a:pathLst>
                <a:path w="2624" h="881" extrusionOk="0">
                  <a:moveTo>
                    <a:pt x="0" y="1"/>
                  </a:moveTo>
                  <a:lnTo>
                    <a:pt x="0" y="602"/>
                  </a:lnTo>
                  <a:cubicBezTo>
                    <a:pt x="415" y="788"/>
                    <a:pt x="861" y="881"/>
                    <a:pt x="1309" y="881"/>
                  </a:cubicBezTo>
                  <a:cubicBezTo>
                    <a:pt x="1756" y="881"/>
                    <a:pt x="2204" y="788"/>
                    <a:pt x="2624" y="602"/>
                  </a:cubicBezTo>
                  <a:lnTo>
                    <a:pt x="2624"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2" name="Google Shape;12032;p64"/>
            <p:cNvSpPr/>
            <p:nvPr/>
          </p:nvSpPr>
          <p:spPr>
            <a:xfrm>
              <a:off x="6379273" y="2879911"/>
              <a:ext cx="26525" cy="11521"/>
            </a:xfrm>
            <a:custGeom>
              <a:avLst/>
              <a:gdLst/>
              <a:ahLst/>
              <a:cxnLst/>
              <a:rect l="l" t="t" r="r" b="b"/>
              <a:pathLst>
                <a:path w="1013" h="440" extrusionOk="0">
                  <a:moveTo>
                    <a:pt x="287" y="1"/>
                  </a:moveTo>
                  <a:cubicBezTo>
                    <a:pt x="1" y="1"/>
                    <a:pt x="1" y="440"/>
                    <a:pt x="287" y="440"/>
                  </a:cubicBezTo>
                  <a:lnTo>
                    <a:pt x="726" y="440"/>
                  </a:lnTo>
                  <a:cubicBezTo>
                    <a:pt x="1012" y="440"/>
                    <a:pt x="1012" y="1"/>
                    <a:pt x="726"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3" name="Google Shape;12033;p64"/>
            <p:cNvSpPr/>
            <p:nvPr/>
          </p:nvSpPr>
          <p:spPr>
            <a:xfrm>
              <a:off x="6296109" y="2960115"/>
              <a:ext cx="170621" cy="137209"/>
            </a:xfrm>
            <a:custGeom>
              <a:avLst/>
              <a:gdLst/>
              <a:ahLst/>
              <a:cxnLst/>
              <a:rect l="l" t="t" r="r" b="b"/>
              <a:pathLst>
                <a:path w="6516" h="5240" extrusionOk="0">
                  <a:moveTo>
                    <a:pt x="840" y="0"/>
                  </a:moveTo>
                  <a:lnTo>
                    <a:pt x="840" y="1527"/>
                  </a:lnTo>
                  <a:lnTo>
                    <a:pt x="735" y="1527"/>
                  </a:lnTo>
                  <a:cubicBezTo>
                    <a:pt x="0" y="1527"/>
                    <a:pt x="0" y="2624"/>
                    <a:pt x="735" y="2624"/>
                  </a:cubicBezTo>
                  <a:lnTo>
                    <a:pt x="849" y="2624"/>
                  </a:lnTo>
                  <a:cubicBezTo>
                    <a:pt x="970" y="4104"/>
                    <a:pt x="2209" y="5240"/>
                    <a:pt x="3679" y="5240"/>
                  </a:cubicBezTo>
                  <a:cubicBezTo>
                    <a:pt x="3715" y="5240"/>
                    <a:pt x="3751" y="5239"/>
                    <a:pt x="3787" y="5238"/>
                  </a:cubicBezTo>
                  <a:cubicBezTo>
                    <a:pt x="5314" y="5180"/>
                    <a:pt x="6516" y="3931"/>
                    <a:pt x="6516" y="2404"/>
                  </a:cubicBezTo>
                  <a:lnTo>
                    <a:pt x="6516" y="0"/>
                  </a:ln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4" name="Google Shape;12034;p64"/>
            <p:cNvSpPr/>
            <p:nvPr/>
          </p:nvSpPr>
          <p:spPr>
            <a:xfrm>
              <a:off x="6300089" y="2960115"/>
              <a:ext cx="166903" cy="137393"/>
            </a:xfrm>
            <a:custGeom>
              <a:avLst/>
              <a:gdLst/>
              <a:ahLst/>
              <a:cxnLst/>
              <a:rect l="l" t="t" r="r" b="b"/>
              <a:pathLst>
                <a:path w="6374" h="5247" extrusionOk="0">
                  <a:moveTo>
                    <a:pt x="688" y="0"/>
                  </a:moveTo>
                  <a:lnTo>
                    <a:pt x="688" y="1527"/>
                  </a:lnTo>
                  <a:lnTo>
                    <a:pt x="611" y="1527"/>
                  </a:lnTo>
                  <a:cubicBezTo>
                    <a:pt x="605" y="1526"/>
                    <a:pt x="599" y="1526"/>
                    <a:pt x="593" y="1526"/>
                  </a:cubicBezTo>
                  <a:cubicBezTo>
                    <a:pt x="315" y="1526"/>
                    <a:pt x="76" y="1742"/>
                    <a:pt x="39" y="2023"/>
                  </a:cubicBezTo>
                  <a:cubicBezTo>
                    <a:pt x="1" y="2337"/>
                    <a:pt x="258" y="2624"/>
                    <a:pt x="583" y="2624"/>
                  </a:cubicBezTo>
                  <a:lnTo>
                    <a:pt x="697" y="2624"/>
                  </a:lnTo>
                  <a:cubicBezTo>
                    <a:pt x="801" y="4119"/>
                    <a:pt x="2056" y="5246"/>
                    <a:pt x="3511" y="5246"/>
                  </a:cubicBezTo>
                  <a:cubicBezTo>
                    <a:pt x="3662" y="5246"/>
                    <a:pt x="3815" y="5234"/>
                    <a:pt x="3969" y="5209"/>
                  </a:cubicBezTo>
                  <a:cubicBezTo>
                    <a:pt x="2586" y="4990"/>
                    <a:pt x="1565" y="3797"/>
                    <a:pt x="1565" y="2404"/>
                  </a:cubicBezTo>
                  <a:lnTo>
                    <a:pt x="1565" y="1784"/>
                  </a:lnTo>
                  <a:cubicBezTo>
                    <a:pt x="1565" y="1212"/>
                    <a:pt x="2014" y="735"/>
                    <a:pt x="2576" y="697"/>
                  </a:cubicBezTo>
                  <a:cubicBezTo>
                    <a:pt x="2767" y="678"/>
                    <a:pt x="2968" y="668"/>
                    <a:pt x="3168" y="668"/>
                  </a:cubicBezTo>
                  <a:cubicBezTo>
                    <a:pt x="4561" y="1307"/>
                    <a:pt x="5753" y="2280"/>
                    <a:pt x="6345" y="2795"/>
                  </a:cubicBezTo>
                  <a:cubicBezTo>
                    <a:pt x="6364" y="2671"/>
                    <a:pt x="6373" y="2538"/>
                    <a:pt x="6373" y="2404"/>
                  </a:cubicBezTo>
                  <a:lnTo>
                    <a:pt x="6373"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5" name="Google Shape;12035;p64"/>
            <p:cNvSpPr/>
            <p:nvPr/>
          </p:nvSpPr>
          <p:spPr>
            <a:xfrm>
              <a:off x="6352564" y="3000702"/>
              <a:ext cx="11260" cy="17125"/>
            </a:xfrm>
            <a:custGeom>
              <a:avLst/>
              <a:gdLst/>
              <a:ahLst/>
              <a:cxnLst/>
              <a:rect l="l" t="t" r="r" b="b"/>
              <a:pathLst>
                <a:path w="430" h="654" extrusionOk="0">
                  <a:moveTo>
                    <a:pt x="215" y="0"/>
                  </a:moveTo>
                  <a:cubicBezTo>
                    <a:pt x="107" y="0"/>
                    <a:pt x="0" y="72"/>
                    <a:pt x="0" y="215"/>
                  </a:cubicBezTo>
                  <a:lnTo>
                    <a:pt x="0" y="434"/>
                  </a:lnTo>
                  <a:cubicBezTo>
                    <a:pt x="0" y="558"/>
                    <a:pt x="95" y="654"/>
                    <a:pt x="219" y="654"/>
                  </a:cubicBezTo>
                  <a:cubicBezTo>
                    <a:pt x="334" y="654"/>
                    <a:pt x="429" y="558"/>
                    <a:pt x="429" y="434"/>
                  </a:cubicBezTo>
                  <a:lnTo>
                    <a:pt x="429" y="215"/>
                  </a:lnTo>
                  <a:cubicBezTo>
                    <a:pt x="429" y="72"/>
                    <a:pt x="322" y="0"/>
                    <a:pt x="2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6" name="Google Shape;12036;p64"/>
            <p:cNvSpPr/>
            <p:nvPr/>
          </p:nvSpPr>
          <p:spPr>
            <a:xfrm>
              <a:off x="6421012" y="3000702"/>
              <a:ext cx="11495" cy="17125"/>
            </a:xfrm>
            <a:custGeom>
              <a:avLst/>
              <a:gdLst/>
              <a:ahLst/>
              <a:cxnLst/>
              <a:rect l="l" t="t" r="r" b="b"/>
              <a:pathLst>
                <a:path w="439" h="654" extrusionOk="0">
                  <a:moveTo>
                    <a:pt x="219" y="0"/>
                  </a:moveTo>
                  <a:cubicBezTo>
                    <a:pt x="110" y="0"/>
                    <a:pt x="0" y="72"/>
                    <a:pt x="0" y="215"/>
                  </a:cubicBezTo>
                  <a:lnTo>
                    <a:pt x="0" y="434"/>
                  </a:lnTo>
                  <a:cubicBezTo>
                    <a:pt x="0" y="558"/>
                    <a:pt x="105" y="654"/>
                    <a:pt x="219" y="654"/>
                  </a:cubicBezTo>
                  <a:cubicBezTo>
                    <a:pt x="343" y="654"/>
                    <a:pt x="439" y="558"/>
                    <a:pt x="439" y="434"/>
                  </a:cubicBezTo>
                  <a:lnTo>
                    <a:pt x="439" y="215"/>
                  </a:lnTo>
                  <a:cubicBezTo>
                    <a:pt x="439" y="72"/>
                    <a:pt x="329" y="0"/>
                    <a:pt x="21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7" name="Google Shape;12037;p64"/>
            <p:cNvSpPr/>
            <p:nvPr/>
          </p:nvSpPr>
          <p:spPr>
            <a:xfrm>
              <a:off x="6344813" y="2983079"/>
              <a:ext cx="26761" cy="11286"/>
            </a:xfrm>
            <a:custGeom>
              <a:avLst/>
              <a:gdLst/>
              <a:ahLst/>
              <a:cxnLst/>
              <a:rect l="l" t="t" r="r" b="b"/>
              <a:pathLst>
                <a:path w="1022" h="431" extrusionOk="0">
                  <a:moveTo>
                    <a:pt x="735" y="1"/>
                  </a:moveTo>
                  <a:cubicBezTo>
                    <a:pt x="732" y="1"/>
                    <a:pt x="729" y="1"/>
                    <a:pt x="725" y="1"/>
                  </a:cubicBezTo>
                  <a:lnTo>
                    <a:pt x="296" y="1"/>
                  </a:lnTo>
                  <a:cubicBezTo>
                    <a:pt x="0" y="1"/>
                    <a:pt x="0" y="430"/>
                    <a:pt x="296" y="430"/>
                  </a:cubicBezTo>
                  <a:lnTo>
                    <a:pt x="725" y="430"/>
                  </a:lnTo>
                  <a:cubicBezTo>
                    <a:pt x="1018" y="430"/>
                    <a:pt x="1021" y="1"/>
                    <a:pt x="735" y="1"/>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8" name="Google Shape;12038;p64"/>
            <p:cNvSpPr/>
            <p:nvPr/>
          </p:nvSpPr>
          <p:spPr>
            <a:xfrm>
              <a:off x="6413497" y="2983079"/>
              <a:ext cx="26761" cy="11286"/>
            </a:xfrm>
            <a:custGeom>
              <a:avLst/>
              <a:gdLst/>
              <a:ahLst/>
              <a:cxnLst/>
              <a:rect l="l" t="t" r="r" b="b"/>
              <a:pathLst>
                <a:path w="1022" h="431" extrusionOk="0">
                  <a:moveTo>
                    <a:pt x="735" y="1"/>
                  </a:moveTo>
                  <a:cubicBezTo>
                    <a:pt x="732" y="1"/>
                    <a:pt x="729" y="1"/>
                    <a:pt x="726" y="1"/>
                  </a:cubicBezTo>
                  <a:lnTo>
                    <a:pt x="287" y="1"/>
                  </a:lnTo>
                  <a:cubicBezTo>
                    <a:pt x="1" y="1"/>
                    <a:pt x="1" y="430"/>
                    <a:pt x="287" y="430"/>
                  </a:cubicBezTo>
                  <a:lnTo>
                    <a:pt x="726" y="430"/>
                  </a:lnTo>
                  <a:cubicBezTo>
                    <a:pt x="1018" y="430"/>
                    <a:pt x="1022" y="1"/>
                    <a:pt x="735" y="1"/>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9" name="Google Shape;12039;p64"/>
            <p:cNvSpPr/>
            <p:nvPr/>
          </p:nvSpPr>
          <p:spPr>
            <a:xfrm>
              <a:off x="6366783" y="3037309"/>
              <a:ext cx="51506" cy="22990"/>
            </a:xfrm>
            <a:custGeom>
              <a:avLst/>
              <a:gdLst/>
              <a:ahLst/>
              <a:cxnLst/>
              <a:rect l="l" t="t" r="r" b="b"/>
              <a:pathLst>
                <a:path w="1967" h="878" extrusionOk="0">
                  <a:moveTo>
                    <a:pt x="115" y="0"/>
                  </a:moveTo>
                  <a:cubicBezTo>
                    <a:pt x="49" y="0"/>
                    <a:pt x="1" y="57"/>
                    <a:pt x="10" y="134"/>
                  </a:cubicBezTo>
                  <a:cubicBezTo>
                    <a:pt x="77" y="553"/>
                    <a:pt x="487" y="878"/>
                    <a:pt x="983" y="878"/>
                  </a:cubicBezTo>
                  <a:cubicBezTo>
                    <a:pt x="1480" y="878"/>
                    <a:pt x="1880" y="553"/>
                    <a:pt x="1957" y="134"/>
                  </a:cubicBezTo>
                  <a:cubicBezTo>
                    <a:pt x="1966" y="57"/>
                    <a:pt x="1918" y="0"/>
                    <a:pt x="184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0" name="Google Shape;12040;p64"/>
            <p:cNvSpPr/>
            <p:nvPr/>
          </p:nvSpPr>
          <p:spPr>
            <a:xfrm>
              <a:off x="6306583" y="2965850"/>
              <a:ext cx="23017" cy="37261"/>
            </a:xfrm>
            <a:custGeom>
              <a:avLst/>
              <a:gdLst/>
              <a:ahLst/>
              <a:cxnLst/>
              <a:rect l="l" t="t" r="r" b="b"/>
              <a:pathLst>
                <a:path w="879" h="1423" extrusionOk="0">
                  <a:moveTo>
                    <a:pt x="878" y="1"/>
                  </a:moveTo>
                  <a:lnTo>
                    <a:pt x="1" y="220"/>
                  </a:lnTo>
                  <a:lnTo>
                    <a:pt x="1" y="1422"/>
                  </a:lnTo>
                  <a:lnTo>
                    <a:pt x="306" y="1384"/>
                  </a:lnTo>
                  <a:cubicBezTo>
                    <a:pt x="630" y="1336"/>
                    <a:pt x="878" y="1060"/>
                    <a:pt x="878" y="735"/>
                  </a:cubicBezTo>
                  <a:lnTo>
                    <a:pt x="878" y="1"/>
                  </a:ln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1" name="Google Shape;12041;p64"/>
            <p:cNvSpPr/>
            <p:nvPr/>
          </p:nvSpPr>
          <p:spPr>
            <a:xfrm>
              <a:off x="6352564" y="2954355"/>
              <a:ext cx="125662" cy="74732"/>
            </a:xfrm>
            <a:custGeom>
              <a:avLst/>
              <a:gdLst/>
              <a:ahLst/>
              <a:cxnLst/>
              <a:rect l="l" t="t" r="r" b="b"/>
              <a:pathLst>
                <a:path w="4799" h="2854" extrusionOk="0">
                  <a:moveTo>
                    <a:pt x="0" y="1"/>
                  </a:moveTo>
                  <a:lnTo>
                    <a:pt x="0" y="1"/>
                  </a:lnTo>
                  <a:cubicBezTo>
                    <a:pt x="2147" y="535"/>
                    <a:pt x="4159" y="2252"/>
                    <a:pt x="4799" y="2853"/>
                  </a:cubicBezTo>
                  <a:lnTo>
                    <a:pt x="4799" y="659"/>
                  </a:lnTo>
                  <a:lnTo>
                    <a:pt x="0" y="1"/>
                  </a:ln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2" name="Google Shape;12042;p64"/>
            <p:cNvSpPr/>
            <p:nvPr/>
          </p:nvSpPr>
          <p:spPr>
            <a:xfrm>
              <a:off x="6306583" y="2885671"/>
              <a:ext cx="171643" cy="85965"/>
            </a:xfrm>
            <a:custGeom>
              <a:avLst/>
              <a:gdLst/>
              <a:ahLst/>
              <a:cxnLst/>
              <a:rect l="l" t="t" r="r" b="b"/>
              <a:pathLst>
                <a:path w="6555" h="3283" extrusionOk="0">
                  <a:moveTo>
                    <a:pt x="3282" y="0"/>
                  </a:moveTo>
                  <a:cubicBezTo>
                    <a:pt x="1470" y="0"/>
                    <a:pt x="1" y="1469"/>
                    <a:pt x="1" y="3282"/>
                  </a:cubicBezTo>
                  <a:cubicBezTo>
                    <a:pt x="1" y="3282"/>
                    <a:pt x="1241" y="2843"/>
                    <a:pt x="3282" y="2843"/>
                  </a:cubicBezTo>
                  <a:cubicBezTo>
                    <a:pt x="5324" y="2843"/>
                    <a:pt x="6555" y="3282"/>
                    <a:pt x="6555" y="3282"/>
                  </a:cubicBezTo>
                  <a:cubicBezTo>
                    <a:pt x="6555" y="1469"/>
                    <a:pt x="5086" y="0"/>
                    <a:pt x="3282"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3" name="Google Shape;12043;p64"/>
            <p:cNvSpPr/>
            <p:nvPr/>
          </p:nvSpPr>
          <p:spPr>
            <a:xfrm>
              <a:off x="6306583" y="2885619"/>
              <a:ext cx="171643" cy="86018"/>
            </a:xfrm>
            <a:custGeom>
              <a:avLst/>
              <a:gdLst/>
              <a:ahLst/>
              <a:cxnLst/>
              <a:rect l="l" t="t" r="r" b="b"/>
              <a:pathLst>
                <a:path w="6555" h="3285" extrusionOk="0">
                  <a:moveTo>
                    <a:pt x="3272" y="0"/>
                  </a:moveTo>
                  <a:cubicBezTo>
                    <a:pt x="1509" y="0"/>
                    <a:pt x="1" y="1435"/>
                    <a:pt x="1" y="3284"/>
                  </a:cubicBezTo>
                  <a:cubicBezTo>
                    <a:pt x="430" y="3141"/>
                    <a:pt x="869" y="3046"/>
                    <a:pt x="1317" y="2988"/>
                  </a:cubicBezTo>
                  <a:cubicBezTo>
                    <a:pt x="1966" y="2893"/>
                    <a:pt x="2624" y="2845"/>
                    <a:pt x="3282" y="2845"/>
                  </a:cubicBezTo>
                  <a:cubicBezTo>
                    <a:pt x="5324" y="2845"/>
                    <a:pt x="6555" y="3284"/>
                    <a:pt x="6555" y="3284"/>
                  </a:cubicBezTo>
                  <a:cubicBezTo>
                    <a:pt x="6555" y="3055"/>
                    <a:pt x="6536" y="2836"/>
                    <a:pt x="6488" y="2616"/>
                  </a:cubicBezTo>
                  <a:cubicBezTo>
                    <a:pt x="5481" y="2330"/>
                    <a:pt x="4437" y="2186"/>
                    <a:pt x="3384" y="2186"/>
                  </a:cubicBezTo>
                  <a:cubicBezTo>
                    <a:pt x="3350" y="2186"/>
                    <a:pt x="3316" y="2187"/>
                    <a:pt x="3282" y="2187"/>
                  </a:cubicBezTo>
                  <a:cubicBezTo>
                    <a:pt x="2910" y="2187"/>
                    <a:pt x="2557" y="2206"/>
                    <a:pt x="2204" y="2235"/>
                  </a:cubicBezTo>
                  <a:cubicBezTo>
                    <a:pt x="2196" y="2235"/>
                    <a:pt x="2188" y="2235"/>
                    <a:pt x="2180" y="2235"/>
                  </a:cubicBezTo>
                  <a:cubicBezTo>
                    <a:pt x="1840" y="2235"/>
                    <a:pt x="1617" y="1856"/>
                    <a:pt x="1804" y="1567"/>
                  </a:cubicBezTo>
                  <a:cubicBezTo>
                    <a:pt x="2281" y="794"/>
                    <a:pt x="3054" y="250"/>
                    <a:pt x="3941" y="69"/>
                  </a:cubicBezTo>
                  <a:cubicBezTo>
                    <a:pt x="3716" y="23"/>
                    <a:pt x="3492" y="0"/>
                    <a:pt x="3272"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4" name="Google Shape;12044;p64"/>
            <p:cNvSpPr/>
            <p:nvPr/>
          </p:nvSpPr>
          <p:spPr>
            <a:xfrm>
              <a:off x="6293857" y="2954355"/>
              <a:ext cx="197121" cy="26499"/>
            </a:xfrm>
            <a:custGeom>
              <a:avLst/>
              <a:gdLst/>
              <a:ahLst/>
              <a:cxnLst/>
              <a:rect l="l" t="t" r="r" b="b"/>
              <a:pathLst>
                <a:path w="7528" h="1012" extrusionOk="0">
                  <a:moveTo>
                    <a:pt x="3768" y="1"/>
                  </a:moveTo>
                  <a:cubicBezTo>
                    <a:pt x="2395" y="1"/>
                    <a:pt x="1097" y="211"/>
                    <a:pt x="172" y="583"/>
                  </a:cubicBezTo>
                  <a:cubicBezTo>
                    <a:pt x="57" y="630"/>
                    <a:pt x="0" y="764"/>
                    <a:pt x="57" y="878"/>
                  </a:cubicBezTo>
                  <a:cubicBezTo>
                    <a:pt x="93" y="956"/>
                    <a:pt x="169" y="1002"/>
                    <a:pt x="253" y="1002"/>
                  </a:cubicBezTo>
                  <a:cubicBezTo>
                    <a:pt x="283" y="1002"/>
                    <a:pt x="313" y="996"/>
                    <a:pt x="344" y="983"/>
                  </a:cubicBezTo>
                  <a:cubicBezTo>
                    <a:pt x="1212" y="630"/>
                    <a:pt x="2452" y="440"/>
                    <a:pt x="3768" y="440"/>
                  </a:cubicBezTo>
                  <a:cubicBezTo>
                    <a:pt x="5085" y="440"/>
                    <a:pt x="6316" y="640"/>
                    <a:pt x="7193" y="993"/>
                  </a:cubicBezTo>
                  <a:cubicBezTo>
                    <a:pt x="7221" y="1005"/>
                    <a:pt x="7250" y="1011"/>
                    <a:pt x="7279" y="1011"/>
                  </a:cubicBezTo>
                  <a:cubicBezTo>
                    <a:pt x="7358" y="1011"/>
                    <a:pt x="7435" y="965"/>
                    <a:pt x="7470" y="888"/>
                  </a:cubicBezTo>
                  <a:cubicBezTo>
                    <a:pt x="7527" y="773"/>
                    <a:pt x="7470" y="640"/>
                    <a:pt x="7365" y="592"/>
                  </a:cubicBezTo>
                  <a:cubicBezTo>
                    <a:pt x="6440" y="211"/>
                    <a:pt x="5142" y="1"/>
                    <a:pt x="3768"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45" name="Google Shape;12045;p64"/>
          <p:cNvGrpSpPr/>
          <p:nvPr/>
        </p:nvGrpSpPr>
        <p:grpSpPr>
          <a:xfrm>
            <a:off x="8046693" y="2265715"/>
            <a:ext cx="263316" cy="354728"/>
            <a:chOff x="8062968" y="2419290"/>
            <a:chExt cx="263316" cy="354728"/>
          </a:xfrm>
        </p:grpSpPr>
        <p:sp>
          <p:nvSpPr>
            <p:cNvPr id="12046" name="Google Shape;12046;p64"/>
            <p:cNvSpPr/>
            <p:nvPr/>
          </p:nvSpPr>
          <p:spPr>
            <a:xfrm>
              <a:off x="8080198" y="2436520"/>
              <a:ext cx="97434" cy="257320"/>
            </a:xfrm>
            <a:custGeom>
              <a:avLst/>
              <a:gdLst/>
              <a:ahLst/>
              <a:cxnLst/>
              <a:rect l="l" t="t" r="r" b="b"/>
              <a:pathLst>
                <a:path w="3721" h="9827" extrusionOk="0">
                  <a:moveTo>
                    <a:pt x="2404" y="1"/>
                  </a:moveTo>
                  <a:cubicBezTo>
                    <a:pt x="878" y="869"/>
                    <a:pt x="0" y="2338"/>
                    <a:pt x="0" y="3988"/>
                  </a:cubicBezTo>
                  <a:cubicBezTo>
                    <a:pt x="0" y="6946"/>
                    <a:pt x="1527" y="9827"/>
                    <a:pt x="1527" y="9827"/>
                  </a:cubicBezTo>
                  <a:lnTo>
                    <a:pt x="3721" y="9827"/>
                  </a:lnTo>
                  <a:lnTo>
                    <a:pt x="3721"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7" name="Google Shape;12047;p64"/>
            <p:cNvSpPr/>
            <p:nvPr/>
          </p:nvSpPr>
          <p:spPr>
            <a:xfrm>
              <a:off x="8131652" y="2419290"/>
              <a:ext cx="183138" cy="268815"/>
            </a:xfrm>
            <a:custGeom>
              <a:avLst/>
              <a:gdLst/>
              <a:ahLst/>
              <a:cxnLst/>
              <a:rect l="l" t="t" r="r" b="b"/>
              <a:pathLst>
                <a:path w="6994" h="10266" extrusionOk="0">
                  <a:moveTo>
                    <a:pt x="1966" y="0"/>
                  </a:moveTo>
                  <a:cubicBezTo>
                    <a:pt x="878" y="0"/>
                    <a:pt x="1" y="687"/>
                    <a:pt x="1" y="1527"/>
                  </a:cubicBezTo>
                  <a:cubicBezTo>
                    <a:pt x="1" y="2013"/>
                    <a:pt x="392" y="2404"/>
                    <a:pt x="878" y="2404"/>
                  </a:cubicBezTo>
                  <a:lnTo>
                    <a:pt x="1756" y="2404"/>
                  </a:lnTo>
                  <a:lnTo>
                    <a:pt x="1756" y="10265"/>
                  </a:lnTo>
                  <a:lnTo>
                    <a:pt x="5248" y="10265"/>
                  </a:lnTo>
                  <a:cubicBezTo>
                    <a:pt x="5248" y="10265"/>
                    <a:pt x="6993" y="7432"/>
                    <a:pt x="6993" y="4589"/>
                  </a:cubicBezTo>
                  <a:cubicBezTo>
                    <a:pt x="6993" y="2051"/>
                    <a:pt x="4942" y="0"/>
                    <a:pt x="2405"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8" name="Google Shape;12048;p64"/>
            <p:cNvSpPr/>
            <p:nvPr/>
          </p:nvSpPr>
          <p:spPr>
            <a:xfrm>
              <a:off x="8103188" y="2562182"/>
              <a:ext cx="22755" cy="45928"/>
            </a:xfrm>
            <a:custGeom>
              <a:avLst/>
              <a:gdLst/>
              <a:ahLst/>
              <a:cxnLst/>
              <a:rect l="l" t="t" r="r" b="b"/>
              <a:pathLst>
                <a:path w="869" h="1754" extrusionOk="0">
                  <a:moveTo>
                    <a:pt x="429" y="0"/>
                  </a:moveTo>
                  <a:cubicBezTo>
                    <a:pt x="429" y="0"/>
                    <a:pt x="0" y="878"/>
                    <a:pt x="0" y="1317"/>
                  </a:cubicBezTo>
                  <a:cubicBezTo>
                    <a:pt x="0" y="1608"/>
                    <a:pt x="217" y="1753"/>
                    <a:pt x="434" y="1753"/>
                  </a:cubicBezTo>
                  <a:cubicBezTo>
                    <a:pt x="651" y="1753"/>
                    <a:pt x="868" y="1608"/>
                    <a:pt x="868" y="1317"/>
                  </a:cubicBezTo>
                  <a:cubicBezTo>
                    <a:pt x="868" y="878"/>
                    <a:pt x="429" y="0"/>
                    <a:pt x="429"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9" name="Google Shape;12049;p64"/>
            <p:cNvSpPr/>
            <p:nvPr/>
          </p:nvSpPr>
          <p:spPr>
            <a:xfrm>
              <a:off x="8103188" y="2562182"/>
              <a:ext cx="11495" cy="45981"/>
            </a:xfrm>
            <a:custGeom>
              <a:avLst/>
              <a:gdLst/>
              <a:ahLst/>
              <a:cxnLst/>
              <a:rect l="l" t="t" r="r" b="b"/>
              <a:pathLst>
                <a:path w="439" h="1756" extrusionOk="0">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0" name="Google Shape;12050;p64"/>
            <p:cNvSpPr/>
            <p:nvPr/>
          </p:nvSpPr>
          <p:spPr>
            <a:xfrm>
              <a:off x="8263310" y="2562182"/>
              <a:ext cx="22755" cy="45928"/>
            </a:xfrm>
            <a:custGeom>
              <a:avLst/>
              <a:gdLst/>
              <a:ahLst/>
              <a:cxnLst/>
              <a:rect l="l" t="t" r="r" b="b"/>
              <a:pathLst>
                <a:path w="869" h="1754" extrusionOk="0">
                  <a:moveTo>
                    <a:pt x="439" y="0"/>
                  </a:moveTo>
                  <a:cubicBezTo>
                    <a:pt x="439" y="0"/>
                    <a:pt x="0" y="878"/>
                    <a:pt x="0" y="1317"/>
                  </a:cubicBezTo>
                  <a:cubicBezTo>
                    <a:pt x="0" y="1608"/>
                    <a:pt x="217" y="1753"/>
                    <a:pt x="434" y="1753"/>
                  </a:cubicBezTo>
                  <a:cubicBezTo>
                    <a:pt x="651" y="1753"/>
                    <a:pt x="868" y="1608"/>
                    <a:pt x="868" y="1317"/>
                  </a:cubicBezTo>
                  <a:cubicBezTo>
                    <a:pt x="868" y="878"/>
                    <a:pt x="439" y="0"/>
                    <a:pt x="439"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1" name="Google Shape;12051;p64"/>
            <p:cNvSpPr/>
            <p:nvPr/>
          </p:nvSpPr>
          <p:spPr>
            <a:xfrm>
              <a:off x="8263310" y="2562182"/>
              <a:ext cx="11495" cy="45981"/>
            </a:xfrm>
            <a:custGeom>
              <a:avLst/>
              <a:gdLst/>
              <a:ahLst/>
              <a:cxnLst/>
              <a:rect l="l" t="t" r="r" b="b"/>
              <a:pathLst>
                <a:path w="439" h="1756" extrusionOk="0">
                  <a:moveTo>
                    <a:pt x="439" y="0"/>
                  </a:moveTo>
                  <a:cubicBezTo>
                    <a:pt x="439" y="0"/>
                    <a:pt x="0" y="878"/>
                    <a:pt x="0" y="1317"/>
                  </a:cubicBezTo>
                  <a:cubicBezTo>
                    <a:pt x="0" y="1555"/>
                    <a:pt x="191" y="1755"/>
                    <a:pt x="439" y="1755"/>
                  </a:cubicBezTo>
                  <a:lnTo>
                    <a:pt x="439"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2" name="Google Shape;12052;p64"/>
            <p:cNvSpPr/>
            <p:nvPr/>
          </p:nvSpPr>
          <p:spPr>
            <a:xfrm>
              <a:off x="8062968" y="2625131"/>
              <a:ext cx="263316" cy="148888"/>
            </a:xfrm>
            <a:custGeom>
              <a:avLst/>
              <a:gdLst/>
              <a:ahLst/>
              <a:cxnLst/>
              <a:rect l="l" t="t" r="r" b="b"/>
              <a:pathLst>
                <a:path w="10056" h="5686" extrusionOk="0">
                  <a:moveTo>
                    <a:pt x="3711" y="0"/>
                  </a:moveTo>
                  <a:lnTo>
                    <a:pt x="3711" y="1135"/>
                  </a:lnTo>
                  <a:cubicBezTo>
                    <a:pt x="3711" y="1498"/>
                    <a:pt x="3482" y="1832"/>
                    <a:pt x="3129" y="1956"/>
                  </a:cubicBezTo>
                  <a:lnTo>
                    <a:pt x="878" y="2748"/>
                  </a:lnTo>
                  <a:cubicBezTo>
                    <a:pt x="353" y="2938"/>
                    <a:pt x="0" y="3435"/>
                    <a:pt x="0" y="3988"/>
                  </a:cubicBezTo>
                  <a:lnTo>
                    <a:pt x="0" y="5028"/>
                  </a:lnTo>
                  <a:cubicBezTo>
                    <a:pt x="0" y="5390"/>
                    <a:pt x="296" y="5686"/>
                    <a:pt x="658" y="5686"/>
                  </a:cubicBezTo>
                  <a:lnTo>
                    <a:pt x="9397" y="5686"/>
                  </a:lnTo>
                  <a:cubicBezTo>
                    <a:pt x="9759" y="5686"/>
                    <a:pt x="10055" y="5390"/>
                    <a:pt x="10055" y="5028"/>
                  </a:cubicBezTo>
                  <a:lnTo>
                    <a:pt x="10055" y="3988"/>
                  </a:lnTo>
                  <a:cubicBezTo>
                    <a:pt x="10046" y="3435"/>
                    <a:pt x="9702" y="2938"/>
                    <a:pt x="9178" y="2748"/>
                  </a:cubicBezTo>
                  <a:lnTo>
                    <a:pt x="6917" y="1956"/>
                  </a:lnTo>
                  <a:cubicBezTo>
                    <a:pt x="6573" y="1832"/>
                    <a:pt x="6335" y="1498"/>
                    <a:pt x="6335" y="1135"/>
                  </a:cubicBezTo>
                  <a:lnTo>
                    <a:pt x="633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3" name="Google Shape;12053;p64"/>
            <p:cNvSpPr/>
            <p:nvPr/>
          </p:nvSpPr>
          <p:spPr>
            <a:xfrm>
              <a:off x="8160376" y="2625131"/>
              <a:ext cx="68736" cy="22990"/>
            </a:xfrm>
            <a:custGeom>
              <a:avLst/>
              <a:gdLst/>
              <a:ahLst/>
              <a:cxnLst/>
              <a:rect l="l" t="t" r="r" b="b"/>
              <a:pathLst>
                <a:path w="2625" h="878" extrusionOk="0">
                  <a:moveTo>
                    <a:pt x="1" y="0"/>
                  </a:moveTo>
                  <a:lnTo>
                    <a:pt x="1" y="601"/>
                  </a:lnTo>
                  <a:cubicBezTo>
                    <a:pt x="411" y="782"/>
                    <a:pt x="859" y="878"/>
                    <a:pt x="1308" y="878"/>
                  </a:cubicBezTo>
                  <a:cubicBezTo>
                    <a:pt x="1756" y="878"/>
                    <a:pt x="2204" y="782"/>
                    <a:pt x="2624" y="601"/>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4" name="Google Shape;12054;p64"/>
            <p:cNvSpPr/>
            <p:nvPr/>
          </p:nvSpPr>
          <p:spPr>
            <a:xfrm>
              <a:off x="8098187" y="2482239"/>
              <a:ext cx="192617" cy="154387"/>
            </a:xfrm>
            <a:custGeom>
              <a:avLst/>
              <a:gdLst/>
              <a:ahLst/>
              <a:cxnLst/>
              <a:rect l="l" t="t" r="r" b="b"/>
              <a:pathLst>
                <a:path w="7356" h="5896" extrusionOk="0">
                  <a:moveTo>
                    <a:pt x="2156" y="0"/>
                  </a:moveTo>
                  <a:cubicBezTo>
                    <a:pt x="1431" y="0"/>
                    <a:pt x="840" y="582"/>
                    <a:pt x="840" y="1307"/>
                  </a:cubicBezTo>
                  <a:lnTo>
                    <a:pt x="840" y="2185"/>
                  </a:lnTo>
                  <a:lnTo>
                    <a:pt x="735" y="2185"/>
                  </a:lnTo>
                  <a:cubicBezTo>
                    <a:pt x="0" y="2185"/>
                    <a:pt x="0" y="3273"/>
                    <a:pt x="735" y="3273"/>
                  </a:cubicBezTo>
                  <a:lnTo>
                    <a:pt x="849" y="3273"/>
                  </a:lnTo>
                  <a:cubicBezTo>
                    <a:pt x="964" y="4751"/>
                    <a:pt x="2194" y="5896"/>
                    <a:pt x="3683" y="5896"/>
                  </a:cubicBezTo>
                  <a:cubicBezTo>
                    <a:pt x="5161" y="5896"/>
                    <a:pt x="6392" y="4751"/>
                    <a:pt x="6506" y="3273"/>
                  </a:cubicBezTo>
                  <a:lnTo>
                    <a:pt x="6630" y="3273"/>
                  </a:lnTo>
                  <a:cubicBezTo>
                    <a:pt x="7356" y="3273"/>
                    <a:pt x="7356" y="2185"/>
                    <a:pt x="6630" y="2185"/>
                  </a:cubicBezTo>
                  <a:lnTo>
                    <a:pt x="6526" y="2185"/>
                  </a:lnTo>
                  <a:lnTo>
                    <a:pt x="6526" y="1307"/>
                  </a:lnTo>
                  <a:cubicBezTo>
                    <a:pt x="6526" y="582"/>
                    <a:pt x="5934" y="0"/>
                    <a:pt x="520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5" name="Google Shape;12055;p64"/>
            <p:cNvSpPr/>
            <p:nvPr/>
          </p:nvSpPr>
          <p:spPr>
            <a:xfrm>
              <a:off x="8154642" y="2539872"/>
              <a:ext cx="11521" cy="17334"/>
            </a:xfrm>
            <a:custGeom>
              <a:avLst/>
              <a:gdLst/>
              <a:ahLst/>
              <a:cxnLst/>
              <a:rect l="l" t="t" r="r" b="b"/>
              <a:pathLst>
                <a:path w="440" h="662" extrusionOk="0">
                  <a:moveTo>
                    <a:pt x="220" y="1"/>
                  </a:moveTo>
                  <a:cubicBezTo>
                    <a:pt x="110" y="1"/>
                    <a:pt x="0" y="75"/>
                    <a:pt x="0" y="222"/>
                  </a:cubicBezTo>
                  <a:lnTo>
                    <a:pt x="0" y="442"/>
                  </a:lnTo>
                  <a:cubicBezTo>
                    <a:pt x="0" y="556"/>
                    <a:pt x="96" y="661"/>
                    <a:pt x="220" y="661"/>
                  </a:cubicBezTo>
                  <a:cubicBezTo>
                    <a:pt x="334" y="652"/>
                    <a:pt x="439" y="556"/>
                    <a:pt x="439" y="442"/>
                  </a:cubicBezTo>
                  <a:lnTo>
                    <a:pt x="439" y="222"/>
                  </a:lnTo>
                  <a:cubicBezTo>
                    <a:pt x="439" y="75"/>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6" name="Google Shape;12056;p64"/>
            <p:cNvSpPr/>
            <p:nvPr/>
          </p:nvSpPr>
          <p:spPr>
            <a:xfrm>
              <a:off x="8223325" y="2539872"/>
              <a:ext cx="11286" cy="17334"/>
            </a:xfrm>
            <a:custGeom>
              <a:avLst/>
              <a:gdLst/>
              <a:ahLst/>
              <a:cxnLst/>
              <a:rect l="l" t="t" r="r" b="b"/>
              <a:pathLst>
                <a:path w="431" h="662" extrusionOk="0">
                  <a:moveTo>
                    <a:pt x="215" y="1"/>
                  </a:moveTo>
                  <a:cubicBezTo>
                    <a:pt x="108" y="1"/>
                    <a:pt x="1" y="75"/>
                    <a:pt x="1" y="222"/>
                  </a:cubicBezTo>
                  <a:lnTo>
                    <a:pt x="1" y="442"/>
                  </a:lnTo>
                  <a:cubicBezTo>
                    <a:pt x="1" y="556"/>
                    <a:pt x="96" y="661"/>
                    <a:pt x="220" y="661"/>
                  </a:cubicBezTo>
                  <a:cubicBezTo>
                    <a:pt x="335" y="652"/>
                    <a:pt x="430" y="556"/>
                    <a:pt x="430" y="442"/>
                  </a:cubicBezTo>
                  <a:lnTo>
                    <a:pt x="430" y="222"/>
                  </a:lnTo>
                  <a:cubicBezTo>
                    <a:pt x="430" y="75"/>
                    <a:pt x="323"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7" name="Google Shape;12057;p64"/>
            <p:cNvSpPr/>
            <p:nvPr/>
          </p:nvSpPr>
          <p:spPr>
            <a:xfrm>
              <a:off x="8169358" y="2585094"/>
              <a:ext cx="50720" cy="17334"/>
            </a:xfrm>
            <a:custGeom>
              <a:avLst/>
              <a:gdLst/>
              <a:ahLst/>
              <a:cxnLst/>
              <a:rect l="l" t="t" r="r" b="b"/>
              <a:pathLst>
                <a:path w="1937" h="662" extrusionOk="0">
                  <a:moveTo>
                    <a:pt x="310" y="0"/>
                  </a:moveTo>
                  <a:cubicBezTo>
                    <a:pt x="144" y="0"/>
                    <a:pt x="0" y="221"/>
                    <a:pt x="154" y="375"/>
                  </a:cubicBezTo>
                  <a:cubicBezTo>
                    <a:pt x="373" y="558"/>
                    <a:pt x="645" y="662"/>
                    <a:pt x="928" y="662"/>
                  </a:cubicBezTo>
                  <a:cubicBezTo>
                    <a:pt x="940" y="662"/>
                    <a:pt x="952" y="661"/>
                    <a:pt x="965" y="661"/>
                  </a:cubicBezTo>
                  <a:cubicBezTo>
                    <a:pt x="977" y="661"/>
                    <a:pt x="989" y="662"/>
                    <a:pt x="1002" y="662"/>
                  </a:cubicBezTo>
                  <a:cubicBezTo>
                    <a:pt x="1284" y="662"/>
                    <a:pt x="1556" y="558"/>
                    <a:pt x="1776" y="375"/>
                  </a:cubicBezTo>
                  <a:cubicBezTo>
                    <a:pt x="1936" y="221"/>
                    <a:pt x="1789" y="0"/>
                    <a:pt x="1621" y="0"/>
                  </a:cubicBezTo>
                  <a:cubicBezTo>
                    <a:pt x="1570" y="0"/>
                    <a:pt x="1517" y="21"/>
                    <a:pt x="1470" y="70"/>
                  </a:cubicBezTo>
                  <a:cubicBezTo>
                    <a:pt x="1318" y="170"/>
                    <a:pt x="1141" y="220"/>
                    <a:pt x="965" y="220"/>
                  </a:cubicBezTo>
                  <a:cubicBezTo>
                    <a:pt x="788" y="220"/>
                    <a:pt x="612" y="170"/>
                    <a:pt x="459" y="70"/>
                  </a:cubicBezTo>
                  <a:cubicBezTo>
                    <a:pt x="412" y="21"/>
                    <a:pt x="360" y="0"/>
                    <a:pt x="310"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8" name="Google Shape;12058;p64"/>
            <p:cNvSpPr/>
            <p:nvPr/>
          </p:nvSpPr>
          <p:spPr>
            <a:xfrm>
              <a:off x="8146734" y="2519317"/>
              <a:ext cx="23017" cy="14664"/>
            </a:xfrm>
            <a:custGeom>
              <a:avLst/>
              <a:gdLst/>
              <a:ahLst/>
              <a:cxnLst/>
              <a:rect l="l" t="t" r="r" b="b"/>
              <a:pathLst>
                <a:path w="879" h="560" extrusionOk="0">
                  <a:moveTo>
                    <a:pt x="566" y="1"/>
                  </a:moveTo>
                  <a:cubicBezTo>
                    <a:pt x="534" y="1"/>
                    <a:pt x="500" y="8"/>
                    <a:pt x="464" y="25"/>
                  </a:cubicBezTo>
                  <a:lnTo>
                    <a:pt x="207" y="149"/>
                  </a:lnTo>
                  <a:cubicBezTo>
                    <a:pt x="0" y="243"/>
                    <a:pt x="62" y="559"/>
                    <a:pt x="292" y="559"/>
                  </a:cubicBezTo>
                  <a:cubicBezTo>
                    <a:pt x="295" y="559"/>
                    <a:pt x="299" y="559"/>
                    <a:pt x="302" y="559"/>
                  </a:cubicBezTo>
                  <a:cubicBezTo>
                    <a:pt x="331" y="559"/>
                    <a:pt x="369" y="550"/>
                    <a:pt x="398" y="540"/>
                  </a:cubicBezTo>
                  <a:lnTo>
                    <a:pt x="655" y="426"/>
                  </a:lnTo>
                  <a:cubicBezTo>
                    <a:pt x="878" y="310"/>
                    <a:pt x="772" y="1"/>
                    <a:pt x="56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9" name="Google Shape;12059;p64"/>
            <p:cNvSpPr/>
            <p:nvPr/>
          </p:nvSpPr>
          <p:spPr>
            <a:xfrm>
              <a:off x="8219476" y="2519317"/>
              <a:ext cx="23278" cy="14664"/>
            </a:xfrm>
            <a:custGeom>
              <a:avLst/>
              <a:gdLst/>
              <a:ahLst/>
              <a:cxnLst/>
              <a:rect l="l" t="t" r="r" b="b"/>
              <a:pathLst>
                <a:path w="889" h="560" extrusionOk="0">
                  <a:moveTo>
                    <a:pt x="313" y="1"/>
                  </a:moveTo>
                  <a:cubicBezTo>
                    <a:pt x="107" y="1"/>
                    <a:pt x="1" y="310"/>
                    <a:pt x="224" y="426"/>
                  </a:cubicBezTo>
                  <a:lnTo>
                    <a:pt x="491" y="540"/>
                  </a:lnTo>
                  <a:cubicBezTo>
                    <a:pt x="520" y="550"/>
                    <a:pt x="548" y="559"/>
                    <a:pt x="577" y="559"/>
                  </a:cubicBezTo>
                  <a:cubicBezTo>
                    <a:pt x="580" y="559"/>
                    <a:pt x="584" y="559"/>
                    <a:pt x="587" y="559"/>
                  </a:cubicBezTo>
                  <a:cubicBezTo>
                    <a:pt x="818" y="559"/>
                    <a:pt x="889" y="243"/>
                    <a:pt x="672" y="149"/>
                  </a:cubicBezTo>
                  <a:lnTo>
                    <a:pt x="415" y="25"/>
                  </a:lnTo>
                  <a:cubicBezTo>
                    <a:pt x="379" y="8"/>
                    <a:pt x="345" y="1"/>
                    <a:pt x="313"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0" name="Google Shape;12060;p64"/>
            <p:cNvSpPr/>
            <p:nvPr/>
          </p:nvSpPr>
          <p:spPr>
            <a:xfrm>
              <a:off x="8062968" y="2692321"/>
              <a:ext cx="263316" cy="81697"/>
            </a:xfrm>
            <a:custGeom>
              <a:avLst/>
              <a:gdLst/>
              <a:ahLst/>
              <a:cxnLst/>
              <a:rect l="l" t="t" r="r" b="b"/>
              <a:pathLst>
                <a:path w="10056" h="3120" extrusionOk="0">
                  <a:moveTo>
                    <a:pt x="1393" y="0"/>
                  </a:moveTo>
                  <a:lnTo>
                    <a:pt x="878" y="182"/>
                  </a:lnTo>
                  <a:cubicBezTo>
                    <a:pt x="353" y="372"/>
                    <a:pt x="0" y="869"/>
                    <a:pt x="0" y="1422"/>
                  </a:cubicBezTo>
                  <a:lnTo>
                    <a:pt x="0" y="2462"/>
                  </a:lnTo>
                  <a:cubicBezTo>
                    <a:pt x="0" y="2824"/>
                    <a:pt x="296" y="3120"/>
                    <a:pt x="658" y="3120"/>
                  </a:cubicBezTo>
                  <a:lnTo>
                    <a:pt x="9397" y="3120"/>
                  </a:lnTo>
                  <a:cubicBezTo>
                    <a:pt x="9759" y="3120"/>
                    <a:pt x="10055" y="2824"/>
                    <a:pt x="10055" y="2462"/>
                  </a:cubicBezTo>
                  <a:lnTo>
                    <a:pt x="10055" y="1422"/>
                  </a:lnTo>
                  <a:cubicBezTo>
                    <a:pt x="10055" y="869"/>
                    <a:pt x="9702" y="372"/>
                    <a:pt x="9178" y="182"/>
                  </a:cubicBezTo>
                  <a:lnTo>
                    <a:pt x="8662" y="0"/>
                  </a:lnTo>
                  <a:cubicBezTo>
                    <a:pt x="7747" y="1202"/>
                    <a:pt x="6387" y="1803"/>
                    <a:pt x="5028" y="1803"/>
                  </a:cubicBezTo>
                  <a:cubicBezTo>
                    <a:pt x="3668" y="1803"/>
                    <a:pt x="2309" y="1202"/>
                    <a:pt x="1393" y="0"/>
                  </a:cubicBezTo>
                  <a:close/>
                </a:path>
              </a:pathLst>
            </a:custGeom>
            <a:solidFill>
              <a:srgbClr val="E1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1" name="Google Shape;12061;p64"/>
            <p:cNvSpPr/>
            <p:nvPr/>
          </p:nvSpPr>
          <p:spPr>
            <a:xfrm>
              <a:off x="8087949" y="2692557"/>
              <a:ext cx="213355" cy="58550"/>
            </a:xfrm>
            <a:custGeom>
              <a:avLst/>
              <a:gdLst/>
              <a:ahLst/>
              <a:cxnLst/>
              <a:rect l="l" t="t" r="r" b="b"/>
              <a:pathLst>
                <a:path w="8148" h="2236" extrusionOk="0">
                  <a:moveTo>
                    <a:pt x="439" y="1"/>
                  </a:moveTo>
                  <a:lnTo>
                    <a:pt x="0" y="154"/>
                  </a:lnTo>
                  <a:cubicBezTo>
                    <a:pt x="1002" y="1542"/>
                    <a:pt x="2538" y="2236"/>
                    <a:pt x="4074" y="2236"/>
                  </a:cubicBezTo>
                  <a:cubicBezTo>
                    <a:pt x="5610" y="2236"/>
                    <a:pt x="7146" y="1542"/>
                    <a:pt x="8147" y="154"/>
                  </a:cubicBezTo>
                  <a:lnTo>
                    <a:pt x="7708" y="1"/>
                  </a:lnTo>
                  <a:cubicBezTo>
                    <a:pt x="6850" y="1127"/>
                    <a:pt x="5505" y="1794"/>
                    <a:pt x="4074" y="1794"/>
                  </a:cubicBezTo>
                  <a:cubicBezTo>
                    <a:pt x="2652" y="1794"/>
                    <a:pt x="1307" y="1127"/>
                    <a:pt x="439"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2" name="Google Shape;12062;p64"/>
            <p:cNvSpPr/>
            <p:nvPr/>
          </p:nvSpPr>
          <p:spPr>
            <a:xfrm>
              <a:off x="8102429" y="2482239"/>
              <a:ext cx="138152" cy="154387"/>
            </a:xfrm>
            <a:custGeom>
              <a:avLst/>
              <a:gdLst/>
              <a:ahLst/>
              <a:cxnLst/>
              <a:rect l="l" t="t" r="r" b="b"/>
              <a:pathLst>
                <a:path w="5276" h="5896" extrusionOk="0">
                  <a:moveTo>
                    <a:pt x="1994" y="0"/>
                  </a:moveTo>
                  <a:cubicBezTo>
                    <a:pt x="1269" y="0"/>
                    <a:pt x="678" y="582"/>
                    <a:pt x="678" y="1307"/>
                  </a:cubicBezTo>
                  <a:lnTo>
                    <a:pt x="678" y="2185"/>
                  </a:lnTo>
                  <a:lnTo>
                    <a:pt x="611" y="2185"/>
                  </a:lnTo>
                  <a:cubicBezTo>
                    <a:pt x="604" y="2185"/>
                    <a:pt x="598" y="2185"/>
                    <a:pt x="592" y="2185"/>
                  </a:cubicBezTo>
                  <a:cubicBezTo>
                    <a:pt x="304" y="2185"/>
                    <a:pt x="66" y="2392"/>
                    <a:pt x="29" y="2672"/>
                  </a:cubicBezTo>
                  <a:cubicBezTo>
                    <a:pt x="0" y="2996"/>
                    <a:pt x="248" y="3273"/>
                    <a:pt x="573" y="3273"/>
                  </a:cubicBezTo>
                  <a:lnTo>
                    <a:pt x="697" y="3273"/>
                  </a:lnTo>
                  <a:cubicBezTo>
                    <a:pt x="800" y="4776"/>
                    <a:pt x="2054" y="5895"/>
                    <a:pt x="3501" y="5895"/>
                  </a:cubicBezTo>
                  <a:cubicBezTo>
                    <a:pt x="3652" y="5895"/>
                    <a:pt x="3805" y="5883"/>
                    <a:pt x="3959" y="5858"/>
                  </a:cubicBezTo>
                  <a:cubicBezTo>
                    <a:pt x="2576" y="5648"/>
                    <a:pt x="1555" y="4455"/>
                    <a:pt x="1555" y="3053"/>
                  </a:cubicBezTo>
                  <a:lnTo>
                    <a:pt x="1555" y="1307"/>
                  </a:lnTo>
                  <a:cubicBezTo>
                    <a:pt x="1555" y="830"/>
                    <a:pt x="1947" y="439"/>
                    <a:pt x="2433" y="439"/>
                  </a:cubicBezTo>
                  <a:lnTo>
                    <a:pt x="4837" y="439"/>
                  </a:lnTo>
                  <a:cubicBezTo>
                    <a:pt x="5076" y="439"/>
                    <a:pt x="5276" y="239"/>
                    <a:pt x="5276"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63" name="Google Shape;12063;p64"/>
          <p:cNvGrpSpPr/>
          <p:nvPr/>
        </p:nvGrpSpPr>
        <p:grpSpPr>
          <a:xfrm>
            <a:off x="5793448" y="2265715"/>
            <a:ext cx="263316" cy="354728"/>
            <a:chOff x="5809723" y="2419290"/>
            <a:chExt cx="263316" cy="354728"/>
          </a:xfrm>
        </p:grpSpPr>
        <p:sp>
          <p:nvSpPr>
            <p:cNvPr id="12064" name="Google Shape;12064;p64"/>
            <p:cNvSpPr/>
            <p:nvPr/>
          </p:nvSpPr>
          <p:spPr>
            <a:xfrm>
              <a:off x="5815484" y="2419290"/>
              <a:ext cx="80205" cy="80205"/>
            </a:xfrm>
            <a:custGeom>
              <a:avLst/>
              <a:gdLst/>
              <a:ahLst/>
              <a:cxnLst/>
              <a:rect l="l" t="t" r="r" b="b"/>
              <a:pathLst>
                <a:path w="3063" h="3063" extrusionOk="0">
                  <a:moveTo>
                    <a:pt x="1536" y="0"/>
                  </a:moveTo>
                  <a:cubicBezTo>
                    <a:pt x="687" y="0"/>
                    <a:pt x="0" y="687"/>
                    <a:pt x="0" y="1527"/>
                  </a:cubicBezTo>
                  <a:cubicBezTo>
                    <a:pt x="0" y="2376"/>
                    <a:pt x="687" y="3063"/>
                    <a:pt x="1536" y="3063"/>
                  </a:cubicBezTo>
                  <a:cubicBezTo>
                    <a:pt x="2376" y="3063"/>
                    <a:pt x="3063" y="2376"/>
                    <a:pt x="3063" y="1527"/>
                  </a:cubicBezTo>
                  <a:cubicBezTo>
                    <a:pt x="3063" y="687"/>
                    <a:pt x="2376" y="0"/>
                    <a:pt x="1536"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5" name="Google Shape;12065;p64"/>
            <p:cNvSpPr/>
            <p:nvPr/>
          </p:nvSpPr>
          <p:spPr>
            <a:xfrm>
              <a:off x="5987100" y="2419290"/>
              <a:ext cx="80205" cy="80205"/>
            </a:xfrm>
            <a:custGeom>
              <a:avLst/>
              <a:gdLst/>
              <a:ahLst/>
              <a:cxnLst/>
              <a:rect l="l" t="t" r="r" b="b"/>
              <a:pathLst>
                <a:path w="3063" h="3063" extrusionOk="0">
                  <a:moveTo>
                    <a:pt x="1527" y="0"/>
                  </a:moveTo>
                  <a:cubicBezTo>
                    <a:pt x="687" y="0"/>
                    <a:pt x="0" y="687"/>
                    <a:pt x="0" y="1527"/>
                  </a:cubicBezTo>
                  <a:cubicBezTo>
                    <a:pt x="0" y="2376"/>
                    <a:pt x="687" y="3063"/>
                    <a:pt x="1527" y="3063"/>
                  </a:cubicBezTo>
                  <a:cubicBezTo>
                    <a:pt x="2376" y="3063"/>
                    <a:pt x="3062" y="2376"/>
                    <a:pt x="3062" y="1527"/>
                  </a:cubicBezTo>
                  <a:cubicBezTo>
                    <a:pt x="3062" y="687"/>
                    <a:pt x="2376" y="0"/>
                    <a:pt x="1527"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6" name="Google Shape;12066;p64"/>
            <p:cNvSpPr/>
            <p:nvPr/>
          </p:nvSpPr>
          <p:spPr>
            <a:xfrm>
              <a:off x="5823732" y="2424789"/>
              <a:ext cx="235325" cy="137419"/>
            </a:xfrm>
            <a:custGeom>
              <a:avLst/>
              <a:gdLst/>
              <a:ahLst/>
              <a:cxnLst/>
              <a:rect l="l" t="t" r="r" b="b"/>
              <a:pathLst>
                <a:path w="8987" h="5248" extrusionOk="0">
                  <a:moveTo>
                    <a:pt x="4493" y="0"/>
                  </a:moveTo>
                  <a:cubicBezTo>
                    <a:pt x="1794" y="0"/>
                    <a:pt x="0" y="2795"/>
                    <a:pt x="1116" y="5247"/>
                  </a:cubicBezTo>
                  <a:lnTo>
                    <a:pt x="7880" y="5247"/>
                  </a:lnTo>
                  <a:cubicBezTo>
                    <a:pt x="8987" y="2795"/>
                    <a:pt x="7193" y="0"/>
                    <a:pt x="4493"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7" name="Google Shape;12067;p64"/>
            <p:cNvSpPr/>
            <p:nvPr/>
          </p:nvSpPr>
          <p:spPr>
            <a:xfrm>
              <a:off x="5809723" y="2630865"/>
              <a:ext cx="263081" cy="143153"/>
            </a:xfrm>
            <a:custGeom>
              <a:avLst/>
              <a:gdLst/>
              <a:ahLst/>
              <a:cxnLst/>
              <a:rect l="l" t="t" r="r" b="b"/>
              <a:pathLst>
                <a:path w="10047" h="5467" extrusionOk="0">
                  <a:moveTo>
                    <a:pt x="3712" y="1"/>
                  </a:moveTo>
                  <a:lnTo>
                    <a:pt x="3712" y="1126"/>
                  </a:lnTo>
                  <a:cubicBezTo>
                    <a:pt x="3712" y="1498"/>
                    <a:pt x="3483" y="1832"/>
                    <a:pt x="3130" y="1956"/>
                  </a:cubicBezTo>
                  <a:lnTo>
                    <a:pt x="878" y="2748"/>
                  </a:lnTo>
                  <a:cubicBezTo>
                    <a:pt x="354" y="2939"/>
                    <a:pt x="1" y="3435"/>
                    <a:pt x="1" y="3988"/>
                  </a:cubicBezTo>
                  <a:lnTo>
                    <a:pt x="1" y="4809"/>
                  </a:lnTo>
                  <a:cubicBezTo>
                    <a:pt x="1" y="5171"/>
                    <a:pt x="297" y="5467"/>
                    <a:pt x="659" y="5467"/>
                  </a:cubicBezTo>
                  <a:lnTo>
                    <a:pt x="9398" y="5467"/>
                  </a:lnTo>
                  <a:cubicBezTo>
                    <a:pt x="9751" y="5467"/>
                    <a:pt x="10046" y="5171"/>
                    <a:pt x="10046" y="4809"/>
                  </a:cubicBezTo>
                  <a:lnTo>
                    <a:pt x="10046" y="3988"/>
                  </a:lnTo>
                  <a:cubicBezTo>
                    <a:pt x="10046" y="3435"/>
                    <a:pt x="9703" y="2939"/>
                    <a:pt x="9178" y="2748"/>
                  </a:cubicBezTo>
                  <a:lnTo>
                    <a:pt x="6927" y="1956"/>
                  </a:lnTo>
                  <a:cubicBezTo>
                    <a:pt x="6574" y="1832"/>
                    <a:pt x="6335" y="1498"/>
                    <a:pt x="6335" y="1126"/>
                  </a:cubicBezTo>
                  <a:lnTo>
                    <a:pt x="6335"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8" name="Google Shape;12068;p64"/>
            <p:cNvSpPr/>
            <p:nvPr/>
          </p:nvSpPr>
          <p:spPr>
            <a:xfrm>
              <a:off x="5809985" y="2694809"/>
              <a:ext cx="263055" cy="79210"/>
            </a:xfrm>
            <a:custGeom>
              <a:avLst/>
              <a:gdLst/>
              <a:ahLst/>
              <a:cxnLst/>
              <a:rect l="l" t="t" r="r" b="b"/>
              <a:pathLst>
                <a:path w="10046" h="3025" extrusionOk="0">
                  <a:moveTo>
                    <a:pt x="1737" y="1"/>
                  </a:moveTo>
                  <a:lnTo>
                    <a:pt x="868" y="306"/>
                  </a:lnTo>
                  <a:cubicBezTo>
                    <a:pt x="344" y="497"/>
                    <a:pt x="0" y="993"/>
                    <a:pt x="0" y="1546"/>
                  </a:cubicBezTo>
                  <a:lnTo>
                    <a:pt x="0" y="2367"/>
                  </a:lnTo>
                  <a:cubicBezTo>
                    <a:pt x="0" y="2729"/>
                    <a:pt x="287" y="3025"/>
                    <a:pt x="649" y="3025"/>
                  </a:cubicBezTo>
                  <a:lnTo>
                    <a:pt x="9388" y="3025"/>
                  </a:lnTo>
                  <a:cubicBezTo>
                    <a:pt x="9750" y="3025"/>
                    <a:pt x="10046" y="2729"/>
                    <a:pt x="10046" y="2367"/>
                  </a:cubicBezTo>
                  <a:lnTo>
                    <a:pt x="10046" y="1546"/>
                  </a:lnTo>
                  <a:cubicBezTo>
                    <a:pt x="10046" y="993"/>
                    <a:pt x="9693" y="497"/>
                    <a:pt x="9168" y="306"/>
                  </a:cubicBezTo>
                  <a:lnTo>
                    <a:pt x="8300" y="1"/>
                  </a:lnTo>
                  <a:cubicBezTo>
                    <a:pt x="7432" y="993"/>
                    <a:pt x="6225" y="1489"/>
                    <a:pt x="5018" y="1489"/>
                  </a:cubicBezTo>
                  <a:cubicBezTo>
                    <a:pt x="3812" y="1489"/>
                    <a:pt x="2605" y="993"/>
                    <a:pt x="1737"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9" name="Google Shape;12069;p64"/>
            <p:cNvSpPr/>
            <p:nvPr/>
          </p:nvSpPr>
          <p:spPr>
            <a:xfrm>
              <a:off x="5907157" y="2630865"/>
              <a:ext cx="68709" cy="23017"/>
            </a:xfrm>
            <a:custGeom>
              <a:avLst/>
              <a:gdLst/>
              <a:ahLst/>
              <a:cxnLst/>
              <a:rect l="l" t="t" r="r" b="b"/>
              <a:pathLst>
                <a:path w="2624" h="879" extrusionOk="0">
                  <a:moveTo>
                    <a:pt x="0" y="1"/>
                  </a:moveTo>
                  <a:lnTo>
                    <a:pt x="0" y="592"/>
                  </a:lnTo>
                  <a:cubicBezTo>
                    <a:pt x="415" y="783"/>
                    <a:pt x="861" y="878"/>
                    <a:pt x="1309" y="878"/>
                  </a:cubicBezTo>
                  <a:cubicBezTo>
                    <a:pt x="1756" y="878"/>
                    <a:pt x="2204" y="783"/>
                    <a:pt x="2624" y="592"/>
                  </a:cubicBezTo>
                  <a:lnTo>
                    <a:pt x="262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0" name="Google Shape;12070;p64"/>
            <p:cNvSpPr/>
            <p:nvPr/>
          </p:nvSpPr>
          <p:spPr>
            <a:xfrm>
              <a:off x="5844942" y="2465009"/>
              <a:ext cx="192643" cy="177377"/>
            </a:xfrm>
            <a:custGeom>
              <a:avLst/>
              <a:gdLst/>
              <a:ahLst/>
              <a:cxnLst/>
              <a:rect l="l" t="t" r="r" b="b"/>
              <a:pathLst>
                <a:path w="7357" h="6774" extrusionOk="0">
                  <a:moveTo>
                    <a:pt x="3683" y="0"/>
                  </a:moveTo>
                  <a:cubicBezTo>
                    <a:pt x="2119" y="0"/>
                    <a:pt x="840" y="1269"/>
                    <a:pt x="840" y="2843"/>
                  </a:cubicBezTo>
                  <a:lnTo>
                    <a:pt x="840" y="3062"/>
                  </a:lnTo>
                  <a:lnTo>
                    <a:pt x="735" y="3062"/>
                  </a:lnTo>
                  <a:cubicBezTo>
                    <a:pt x="1" y="3062"/>
                    <a:pt x="1" y="4150"/>
                    <a:pt x="735" y="4150"/>
                  </a:cubicBezTo>
                  <a:lnTo>
                    <a:pt x="850" y="4150"/>
                  </a:lnTo>
                  <a:cubicBezTo>
                    <a:pt x="964" y="5629"/>
                    <a:pt x="2195" y="6773"/>
                    <a:pt x="3683" y="6773"/>
                  </a:cubicBezTo>
                  <a:cubicBezTo>
                    <a:pt x="5162" y="6773"/>
                    <a:pt x="6393" y="5629"/>
                    <a:pt x="6507" y="4150"/>
                  </a:cubicBezTo>
                  <a:lnTo>
                    <a:pt x="6631" y="4150"/>
                  </a:lnTo>
                  <a:cubicBezTo>
                    <a:pt x="7356" y="4150"/>
                    <a:pt x="7356" y="3062"/>
                    <a:pt x="6631" y="3062"/>
                  </a:cubicBezTo>
                  <a:lnTo>
                    <a:pt x="6526" y="3062"/>
                  </a:lnTo>
                  <a:lnTo>
                    <a:pt x="6526" y="2843"/>
                  </a:lnTo>
                  <a:cubicBezTo>
                    <a:pt x="6526" y="1269"/>
                    <a:pt x="5248" y="0"/>
                    <a:pt x="3683"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1" name="Google Shape;12071;p64"/>
            <p:cNvSpPr/>
            <p:nvPr/>
          </p:nvSpPr>
          <p:spPr>
            <a:xfrm>
              <a:off x="5845439" y="2464931"/>
              <a:ext cx="170150" cy="177430"/>
            </a:xfrm>
            <a:custGeom>
              <a:avLst/>
              <a:gdLst/>
              <a:ahLst/>
              <a:cxnLst/>
              <a:rect l="l" t="t" r="r" b="b"/>
              <a:pathLst>
                <a:path w="6498" h="6776" extrusionOk="0">
                  <a:moveTo>
                    <a:pt x="3657" y="0"/>
                  </a:moveTo>
                  <a:cubicBezTo>
                    <a:pt x="3615" y="0"/>
                    <a:pt x="3573" y="1"/>
                    <a:pt x="3531" y="3"/>
                  </a:cubicBezTo>
                  <a:cubicBezTo>
                    <a:pt x="2004" y="79"/>
                    <a:pt x="821" y="1281"/>
                    <a:pt x="821" y="2894"/>
                  </a:cubicBezTo>
                  <a:lnTo>
                    <a:pt x="821" y="3065"/>
                  </a:lnTo>
                  <a:lnTo>
                    <a:pt x="745" y="3065"/>
                  </a:lnTo>
                  <a:cubicBezTo>
                    <a:pt x="736" y="3065"/>
                    <a:pt x="727" y="3065"/>
                    <a:pt x="717" y="3065"/>
                  </a:cubicBezTo>
                  <a:cubicBezTo>
                    <a:pt x="19" y="3065"/>
                    <a:pt x="1" y="4134"/>
                    <a:pt x="716" y="4153"/>
                  </a:cubicBezTo>
                  <a:lnTo>
                    <a:pt x="841" y="4153"/>
                  </a:lnTo>
                  <a:cubicBezTo>
                    <a:pt x="944" y="5656"/>
                    <a:pt x="2190" y="6776"/>
                    <a:pt x="3642" y="6776"/>
                  </a:cubicBezTo>
                  <a:cubicBezTo>
                    <a:pt x="3794" y="6776"/>
                    <a:pt x="3948" y="6764"/>
                    <a:pt x="4103" y="6738"/>
                  </a:cubicBezTo>
                  <a:cubicBezTo>
                    <a:pt x="2720" y="6528"/>
                    <a:pt x="1699" y="5336"/>
                    <a:pt x="1699" y="3934"/>
                  </a:cubicBezTo>
                  <a:lnTo>
                    <a:pt x="1699" y="2846"/>
                  </a:lnTo>
                  <a:cubicBezTo>
                    <a:pt x="1699" y="2636"/>
                    <a:pt x="1718" y="2417"/>
                    <a:pt x="1766" y="2216"/>
                  </a:cubicBezTo>
                  <a:cubicBezTo>
                    <a:pt x="1869" y="1802"/>
                    <a:pt x="2237" y="1543"/>
                    <a:pt x="2624" y="1543"/>
                  </a:cubicBezTo>
                  <a:cubicBezTo>
                    <a:pt x="2772" y="1543"/>
                    <a:pt x="2923" y="1581"/>
                    <a:pt x="3063" y="1663"/>
                  </a:cubicBezTo>
                  <a:cubicBezTo>
                    <a:pt x="4113" y="2255"/>
                    <a:pt x="5286" y="2588"/>
                    <a:pt x="6498" y="2617"/>
                  </a:cubicBezTo>
                  <a:cubicBezTo>
                    <a:pt x="6377" y="1133"/>
                    <a:pt x="5129" y="0"/>
                    <a:pt x="3657"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2" name="Google Shape;12072;p64"/>
            <p:cNvSpPr/>
            <p:nvPr/>
          </p:nvSpPr>
          <p:spPr>
            <a:xfrm>
              <a:off x="5916086" y="2590723"/>
              <a:ext cx="50616" cy="17465"/>
            </a:xfrm>
            <a:custGeom>
              <a:avLst/>
              <a:gdLst/>
              <a:ahLst/>
              <a:cxnLst/>
              <a:rect l="l" t="t" r="r" b="b"/>
              <a:pathLst>
                <a:path w="1933" h="667" extrusionOk="0">
                  <a:moveTo>
                    <a:pt x="316" y="0"/>
                  </a:moveTo>
                  <a:cubicBezTo>
                    <a:pt x="148" y="0"/>
                    <a:pt x="0" y="224"/>
                    <a:pt x="155" y="379"/>
                  </a:cubicBezTo>
                  <a:cubicBezTo>
                    <a:pt x="375" y="562"/>
                    <a:pt x="647" y="666"/>
                    <a:pt x="929" y="666"/>
                  </a:cubicBezTo>
                  <a:cubicBezTo>
                    <a:pt x="942" y="666"/>
                    <a:pt x="954" y="666"/>
                    <a:pt x="966" y="665"/>
                  </a:cubicBezTo>
                  <a:cubicBezTo>
                    <a:pt x="979" y="666"/>
                    <a:pt x="991" y="666"/>
                    <a:pt x="1003" y="666"/>
                  </a:cubicBezTo>
                  <a:cubicBezTo>
                    <a:pt x="1286" y="666"/>
                    <a:pt x="1558" y="562"/>
                    <a:pt x="1777" y="379"/>
                  </a:cubicBezTo>
                  <a:cubicBezTo>
                    <a:pt x="1932" y="224"/>
                    <a:pt x="1784" y="0"/>
                    <a:pt x="1616" y="0"/>
                  </a:cubicBezTo>
                  <a:cubicBezTo>
                    <a:pt x="1568" y="0"/>
                    <a:pt x="1517" y="19"/>
                    <a:pt x="1472" y="64"/>
                  </a:cubicBezTo>
                  <a:cubicBezTo>
                    <a:pt x="1319" y="169"/>
                    <a:pt x="1143" y="222"/>
                    <a:pt x="966" y="222"/>
                  </a:cubicBezTo>
                  <a:cubicBezTo>
                    <a:pt x="790" y="222"/>
                    <a:pt x="613" y="169"/>
                    <a:pt x="461" y="64"/>
                  </a:cubicBezTo>
                  <a:cubicBezTo>
                    <a:pt x="416" y="19"/>
                    <a:pt x="365" y="0"/>
                    <a:pt x="316"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3" name="Google Shape;12073;p64"/>
            <p:cNvSpPr/>
            <p:nvPr/>
          </p:nvSpPr>
          <p:spPr>
            <a:xfrm>
              <a:off x="5901397" y="2545135"/>
              <a:ext cx="11521" cy="17073"/>
            </a:xfrm>
            <a:custGeom>
              <a:avLst/>
              <a:gdLst/>
              <a:ahLst/>
              <a:cxnLst/>
              <a:rect l="l" t="t" r="r" b="b"/>
              <a:pathLst>
                <a:path w="440" h="652" extrusionOk="0">
                  <a:moveTo>
                    <a:pt x="220" y="0"/>
                  </a:moveTo>
                  <a:cubicBezTo>
                    <a:pt x="111" y="0"/>
                    <a:pt x="1" y="74"/>
                    <a:pt x="1" y="222"/>
                  </a:cubicBezTo>
                  <a:lnTo>
                    <a:pt x="1" y="441"/>
                  </a:lnTo>
                  <a:cubicBezTo>
                    <a:pt x="1" y="556"/>
                    <a:pt x="96" y="651"/>
                    <a:pt x="220" y="651"/>
                  </a:cubicBezTo>
                  <a:cubicBezTo>
                    <a:pt x="335" y="651"/>
                    <a:pt x="440" y="556"/>
                    <a:pt x="440" y="441"/>
                  </a:cubicBezTo>
                  <a:lnTo>
                    <a:pt x="440" y="222"/>
                  </a:lnTo>
                  <a:cubicBezTo>
                    <a:pt x="440" y="74"/>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4" name="Google Shape;12074;p64"/>
            <p:cNvSpPr/>
            <p:nvPr/>
          </p:nvSpPr>
          <p:spPr>
            <a:xfrm>
              <a:off x="5970106" y="2545135"/>
              <a:ext cx="11260" cy="17073"/>
            </a:xfrm>
            <a:custGeom>
              <a:avLst/>
              <a:gdLst/>
              <a:ahLst/>
              <a:cxnLst/>
              <a:rect l="l" t="t" r="r" b="b"/>
              <a:pathLst>
                <a:path w="430" h="652" extrusionOk="0">
                  <a:moveTo>
                    <a:pt x="215" y="0"/>
                  </a:moveTo>
                  <a:cubicBezTo>
                    <a:pt x="108" y="0"/>
                    <a:pt x="0" y="74"/>
                    <a:pt x="0" y="222"/>
                  </a:cubicBezTo>
                  <a:lnTo>
                    <a:pt x="0" y="441"/>
                  </a:lnTo>
                  <a:cubicBezTo>
                    <a:pt x="0" y="556"/>
                    <a:pt x="96" y="651"/>
                    <a:pt x="210" y="651"/>
                  </a:cubicBezTo>
                  <a:cubicBezTo>
                    <a:pt x="334" y="651"/>
                    <a:pt x="430" y="556"/>
                    <a:pt x="430" y="441"/>
                  </a:cubicBezTo>
                  <a:lnTo>
                    <a:pt x="430" y="222"/>
                  </a:lnTo>
                  <a:cubicBezTo>
                    <a:pt x="430" y="74"/>
                    <a:pt x="322"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5" name="Google Shape;12075;p64"/>
            <p:cNvSpPr/>
            <p:nvPr/>
          </p:nvSpPr>
          <p:spPr>
            <a:xfrm>
              <a:off x="5893672" y="2527958"/>
              <a:ext cx="21000" cy="11495"/>
            </a:xfrm>
            <a:custGeom>
              <a:avLst/>
              <a:gdLst/>
              <a:ahLst/>
              <a:cxnLst/>
              <a:rect l="l" t="t" r="r" b="b"/>
              <a:pathLst>
                <a:path w="802" h="439" extrusionOk="0">
                  <a:moveTo>
                    <a:pt x="296" y="0"/>
                  </a:moveTo>
                  <a:cubicBezTo>
                    <a:pt x="0" y="0"/>
                    <a:pt x="0" y="439"/>
                    <a:pt x="296" y="439"/>
                  </a:cubicBezTo>
                  <a:lnTo>
                    <a:pt x="515" y="439"/>
                  </a:lnTo>
                  <a:cubicBezTo>
                    <a:pt x="802" y="439"/>
                    <a:pt x="802" y="0"/>
                    <a:pt x="51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6" name="Google Shape;12076;p64"/>
            <p:cNvSpPr/>
            <p:nvPr/>
          </p:nvSpPr>
          <p:spPr>
            <a:xfrm>
              <a:off x="5968116" y="2527932"/>
              <a:ext cx="19246" cy="11521"/>
            </a:xfrm>
            <a:custGeom>
              <a:avLst/>
              <a:gdLst/>
              <a:ahLst/>
              <a:cxnLst/>
              <a:rect l="l" t="t" r="r" b="b"/>
              <a:pathLst>
                <a:path w="735" h="440" extrusionOk="0">
                  <a:moveTo>
                    <a:pt x="521" y="1"/>
                  </a:moveTo>
                  <a:cubicBezTo>
                    <a:pt x="516" y="1"/>
                    <a:pt x="511" y="1"/>
                    <a:pt x="506" y="1"/>
                  </a:cubicBezTo>
                  <a:lnTo>
                    <a:pt x="286" y="1"/>
                  </a:lnTo>
                  <a:cubicBezTo>
                    <a:pt x="0" y="1"/>
                    <a:pt x="0" y="440"/>
                    <a:pt x="286" y="440"/>
                  </a:cubicBezTo>
                  <a:lnTo>
                    <a:pt x="515" y="440"/>
                  </a:lnTo>
                  <a:cubicBezTo>
                    <a:pt x="639" y="440"/>
                    <a:pt x="735" y="335"/>
                    <a:pt x="735" y="211"/>
                  </a:cubicBezTo>
                  <a:cubicBezTo>
                    <a:pt x="735" y="101"/>
                    <a:pt x="638" y="1"/>
                    <a:pt x="521"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7" name="Google Shape;12077;p64"/>
            <p:cNvSpPr/>
            <p:nvPr/>
          </p:nvSpPr>
          <p:spPr>
            <a:xfrm>
              <a:off x="5875919" y="2425025"/>
              <a:ext cx="162661" cy="97199"/>
            </a:xfrm>
            <a:custGeom>
              <a:avLst/>
              <a:gdLst/>
              <a:ahLst/>
              <a:cxnLst/>
              <a:rect l="l" t="t" r="r" b="b"/>
              <a:pathLst>
                <a:path w="6212" h="3712" extrusionOk="0">
                  <a:moveTo>
                    <a:pt x="2500" y="1"/>
                  </a:moveTo>
                  <a:cubicBezTo>
                    <a:pt x="1575" y="1"/>
                    <a:pt x="688" y="344"/>
                    <a:pt x="1" y="964"/>
                  </a:cubicBezTo>
                  <a:cubicBezTo>
                    <a:pt x="1327" y="2701"/>
                    <a:pt x="3378" y="3712"/>
                    <a:pt x="5553" y="3712"/>
                  </a:cubicBezTo>
                  <a:cubicBezTo>
                    <a:pt x="5782" y="3712"/>
                    <a:pt x="6001" y="3702"/>
                    <a:pt x="6211" y="3683"/>
                  </a:cubicBezTo>
                  <a:cubicBezTo>
                    <a:pt x="6192" y="1642"/>
                    <a:pt x="4542" y="1"/>
                    <a:pt x="2500"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8" name="Google Shape;12078;p64"/>
            <p:cNvSpPr/>
            <p:nvPr/>
          </p:nvSpPr>
          <p:spPr>
            <a:xfrm>
              <a:off x="5843947" y="2694809"/>
              <a:ext cx="194869" cy="50485"/>
            </a:xfrm>
            <a:custGeom>
              <a:avLst/>
              <a:gdLst/>
              <a:ahLst/>
              <a:cxnLst/>
              <a:rect l="l" t="t" r="r" b="b"/>
              <a:pathLst>
                <a:path w="7442" h="1928" extrusionOk="0">
                  <a:moveTo>
                    <a:pt x="440" y="1"/>
                  </a:moveTo>
                  <a:lnTo>
                    <a:pt x="1" y="163"/>
                  </a:lnTo>
                  <a:cubicBezTo>
                    <a:pt x="907" y="1279"/>
                    <a:pt x="2281" y="1928"/>
                    <a:pt x="3721" y="1928"/>
                  </a:cubicBezTo>
                  <a:cubicBezTo>
                    <a:pt x="5162" y="1928"/>
                    <a:pt x="6536" y="1279"/>
                    <a:pt x="7442" y="163"/>
                  </a:cubicBezTo>
                  <a:lnTo>
                    <a:pt x="7003" y="1"/>
                  </a:lnTo>
                  <a:cubicBezTo>
                    <a:pt x="6135" y="993"/>
                    <a:pt x="4928" y="1489"/>
                    <a:pt x="3721" y="1489"/>
                  </a:cubicBezTo>
                  <a:cubicBezTo>
                    <a:pt x="2515" y="1489"/>
                    <a:pt x="1308" y="993"/>
                    <a:pt x="440" y="1"/>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9" name="Google Shape;12079;p64"/>
            <p:cNvSpPr/>
            <p:nvPr/>
          </p:nvSpPr>
          <p:spPr>
            <a:xfrm>
              <a:off x="5809723" y="2688577"/>
              <a:ext cx="85965" cy="85442"/>
            </a:xfrm>
            <a:custGeom>
              <a:avLst/>
              <a:gdLst/>
              <a:ahLst/>
              <a:cxnLst/>
              <a:rect l="l" t="t" r="r" b="b"/>
              <a:pathLst>
                <a:path w="3283" h="3263" extrusionOk="0">
                  <a:moveTo>
                    <a:pt x="2424" y="0"/>
                  </a:moveTo>
                  <a:lnTo>
                    <a:pt x="878" y="544"/>
                  </a:lnTo>
                  <a:cubicBezTo>
                    <a:pt x="354" y="735"/>
                    <a:pt x="1" y="1231"/>
                    <a:pt x="1" y="1784"/>
                  </a:cubicBezTo>
                  <a:lnTo>
                    <a:pt x="1" y="2605"/>
                  </a:lnTo>
                  <a:cubicBezTo>
                    <a:pt x="1" y="2967"/>
                    <a:pt x="297" y="3263"/>
                    <a:pt x="659" y="3263"/>
                  </a:cubicBezTo>
                  <a:lnTo>
                    <a:pt x="3283" y="3263"/>
                  </a:lnTo>
                  <a:lnTo>
                    <a:pt x="3283" y="1126"/>
                  </a:lnTo>
                  <a:cubicBezTo>
                    <a:pt x="3283" y="954"/>
                    <a:pt x="3216" y="783"/>
                    <a:pt x="3092" y="668"/>
                  </a:cubicBezTo>
                  <a:lnTo>
                    <a:pt x="2424"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0" name="Google Shape;12080;p64"/>
            <p:cNvSpPr/>
            <p:nvPr/>
          </p:nvSpPr>
          <p:spPr>
            <a:xfrm>
              <a:off x="5987100" y="2688577"/>
              <a:ext cx="85939" cy="85442"/>
            </a:xfrm>
            <a:custGeom>
              <a:avLst/>
              <a:gdLst/>
              <a:ahLst/>
              <a:cxnLst/>
              <a:rect l="l" t="t" r="r" b="b"/>
              <a:pathLst>
                <a:path w="3282" h="3263" extrusionOk="0">
                  <a:moveTo>
                    <a:pt x="859" y="0"/>
                  </a:moveTo>
                  <a:lnTo>
                    <a:pt x="191" y="668"/>
                  </a:lnTo>
                  <a:cubicBezTo>
                    <a:pt x="76" y="783"/>
                    <a:pt x="0" y="954"/>
                    <a:pt x="0" y="1126"/>
                  </a:cubicBezTo>
                  <a:lnTo>
                    <a:pt x="0" y="3263"/>
                  </a:lnTo>
                  <a:lnTo>
                    <a:pt x="2624" y="3263"/>
                  </a:lnTo>
                  <a:cubicBezTo>
                    <a:pt x="2986" y="3263"/>
                    <a:pt x="3282" y="2967"/>
                    <a:pt x="3282" y="2605"/>
                  </a:cubicBezTo>
                  <a:lnTo>
                    <a:pt x="3282" y="1784"/>
                  </a:lnTo>
                  <a:cubicBezTo>
                    <a:pt x="3282" y="1231"/>
                    <a:pt x="2929" y="735"/>
                    <a:pt x="2404" y="544"/>
                  </a:cubicBezTo>
                  <a:lnTo>
                    <a:pt x="859"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81" name="Google Shape;12081;p64"/>
          <p:cNvGrpSpPr/>
          <p:nvPr/>
        </p:nvGrpSpPr>
        <p:grpSpPr>
          <a:xfrm>
            <a:off x="7590551" y="1349424"/>
            <a:ext cx="263552" cy="354754"/>
            <a:chOff x="7606826" y="1502999"/>
            <a:chExt cx="263552" cy="354754"/>
          </a:xfrm>
        </p:grpSpPr>
        <p:sp>
          <p:nvSpPr>
            <p:cNvPr id="12082" name="Google Shape;12082;p64"/>
            <p:cNvSpPr/>
            <p:nvPr/>
          </p:nvSpPr>
          <p:spPr>
            <a:xfrm>
              <a:off x="7606826" y="1703340"/>
              <a:ext cx="263552" cy="154413"/>
            </a:xfrm>
            <a:custGeom>
              <a:avLst/>
              <a:gdLst/>
              <a:ahLst/>
              <a:cxnLst/>
              <a:rect l="l" t="t" r="r" b="b"/>
              <a:pathLst>
                <a:path w="10065" h="5897" extrusionOk="0">
                  <a:moveTo>
                    <a:pt x="3721" y="1"/>
                  </a:moveTo>
                  <a:lnTo>
                    <a:pt x="3721" y="1337"/>
                  </a:lnTo>
                  <a:cubicBezTo>
                    <a:pt x="3721" y="1709"/>
                    <a:pt x="3482" y="2042"/>
                    <a:pt x="3139" y="2166"/>
                  </a:cubicBezTo>
                  <a:lnTo>
                    <a:pt x="878" y="2968"/>
                  </a:lnTo>
                  <a:cubicBezTo>
                    <a:pt x="353" y="3149"/>
                    <a:pt x="0" y="3645"/>
                    <a:pt x="0" y="4198"/>
                  </a:cubicBezTo>
                  <a:lnTo>
                    <a:pt x="0" y="5248"/>
                  </a:lnTo>
                  <a:cubicBezTo>
                    <a:pt x="0" y="5601"/>
                    <a:pt x="296" y="5897"/>
                    <a:pt x="658" y="5897"/>
                  </a:cubicBezTo>
                  <a:lnTo>
                    <a:pt x="9407" y="5897"/>
                  </a:lnTo>
                  <a:cubicBezTo>
                    <a:pt x="9769" y="5897"/>
                    <a:pt x="10065" y="5601"/>
                    <a:pt x="10065" y="5248"/>
                  </a:cubicBezTo>
                  <a:lnTo>
                    <a:pt x="10065" y="4208"/>
                  </a:lnTo>
                  <a:cubicBezTo>
                    <a:pt x="10065" y="3645"/>
                    <a:pt x="9712" y="3149"/>
                    <a:pt x="9187" y="2958"/>
                  </a:cubicBezTo>
                  <a:lnTo>
                    <a:pt x="6926" y="2166"/>
                  </a:lnTo>
                  <a:cubicBezTo>
                    <a:pt x="6573" y="2042"/>
                    <a:pt x="6344" y="1709"/>
                    <a:pt x="6344" y="1337"/>
                  </a:cubicBezTo>
                  <a:lnTo>
                    <a:pt x="6344" y="1"/>
                  </a:lnTo>
                  <a:close/>
                </a:path>
              </a:pathLst>
            </a:custGeom>
            <a:solidFill>
              <a:srgbClr val="ACBD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3" name="Google Shape;12083;p64"/>
            <p:cNvSpPr/>
            <p:nvPr/>
          </p:nvSpPr>
          <p:spPr>
            <a:xfrm>
              <a:off x="7626543" y="1502999"/>
              <a:ext cx="223856" cy="240090"/>
            </a:xfrm>
            <a:custGeom>
              <a:avLst/>
              <a:gdLst/>
              <a:ahLst/>
              <a:cxnLst/>
              <a:rect l="l" t="t" r="r" b="b"/>
              <a:pathLst>
                <a:path w="8549" h="9169" extrusionOk="0">
                  <a:moveTo>
                    <a:pt x="4275" y="1"/>
                  </a:moveTo>
                  <a:cubicBezTo>
                    <a:pt x="2224" y="1"/>
                    <a:pt x="564" y="1670"/>
                    <a:pt x="564" y="3722"/>
                  </a:cubicBezTo>
                  <a:lnTo>
                    <a:pt x="564" y="5257"/>
                  </a:lnTo>
                  <a:cubicBezTo>
                    <a:pt x="564" y="6097"/>
                    <a:pt x="401" y="6927"/>
                    <a:pt x="87" y="7709"/>
                  </a:cubicBezTo>
                  <a:cubicBezTo>
                    <a:pt x="1" y="7929"/>
                    <a:pt x="106" y="8186"/>
                    <a:pt x="325" y="8282"/>
                  </a:cubicBezTo>
                  <a:cubicBezTo>
                    <a:pt x="878" y="8491"/>
                    <a:pt x="2968" y="9169"/>
                    <a:pt x="4275" y="9169"/>
                  </a:cubicBezTo>
                  <a:cubicBezTo>
                    <a:pt x="5591" y="9169"/>
                    <a:pt x="7680" y="8491"/>
                    <a:pt x="8224" y="8282"/>
                  </a:cubicBezTo>
                  <a:cubicBezTo>
                    <a:pt x="8444" y="8186"/>
                    <a:pt x="8549" y="7929"/>
                    <a:pt x="8463" y="7709"/>
                  </a:cubicBezTo>
                  <a:cubicBezTo>
                    <a:pt x="8148" y="6927"/>
                    <a:pt x="7986" y="6097"/>
                    <a:pt x="7995" y="5257"/>
                  </a:cubicBezTo>
                  <a:lnTo>
                    <a:pt x="7995" y="3722"/>
                  </a:lnTo>
                  <a:cubicBezTo>
                    <a:pt x="7995" y="1670"/>
                    <a:pt x="6326" y="10"/>
                    <a:pt x="427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4" name="Google Shape;12084;p64"/>
            <p:cNvSpPr/>
            <p:nvPr/>
          </p:nvSpPr>
          <p:spPr>
            <a:xfrm>
              <a:off x="7641049" y="1708839"/>
              <a:ext cx="194869" cy="102959"/>
            </a:xfrm>
            <a:custGeom>
              <a:avLst/>
              <a:gdLst/>
              <a:ahLst/>
              <a:cxnLst/>
              <a:rect l="l" t="t" r="r" b="b"/>
              <a:pathLst>
                <a:path w="7442" h="3932" extrusionOk="0">
                  <a:moveTo>
                    <a:pt x="1317" y="1"/>
                  </a:moveTo>
                  <a:cubicBezTo>
                    <a:pt x="592" y="1"/>
                    <a:pt x="0" y="583"/>
                    <a:pt x="0" y="1308"/>
                  </a:cubicBezTo>
                  <a:cubicBezTo>
                    <a:pt x="0" y="2758"/>
                    <a:pt x="1183" y="3931"/>
                    <a:pt x="2624" y="3931"/>
                  </a:cubicBezTo>
                  <a:lnTo>
                    <a:pt x="4818" y="3931"/>
                  </a:lnTo>
                  <a:cubicBezTo>
                    <a:pt x="6268" y="3931"/>
                    <a:pt x="7441" y="2758"/>
                    <a:pt x="7441" y="1308"/>
                  </a:cubicBezTo>
                  <a:cubicBezTo>
                    <a:pt x="7441" y="583"/>
                    <a:pt x="6850" y="1"/>
                    <a:pt x="6134"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5" name="Google Shape;12085;p64"/>
            <p:cNvSpPr/>
            <p:nvPr/>
          </p:nvSpPr>
          <p:spPr>
            <a:xfrm>
              <a:off x="7659431" y="1726069"/>
              <a:ext cx="158341" cy="65227"/>
            </a:xfrm>
            <a:custGeom>
              <a:avLst/>
              <a:gdLst/>
              <a:ahLst/>
              <a:cxnLst/>
              <a:rect l="l" t="t" r="r" b="b"/>
              <a:pathLst>
                <a:path w="6047" h="2491" extrusionOk="0">
                  <a:moveTo>
                    <a:pt x="651" y="1"/>
                  </a:moveTo>
                  <a:cubicBezTo>
                    <a:pt x="180" y="1"/>
                    <a:pt x="1" y="625"/>
                    <a:pt x="405" y="879"/>
                  </a:cubicBezTo>
                  <a:lnTo>
                    <a:pt x="2656" y="2377"/>
                  </a:lnTo>
                  <a:cubicBezTo>
                    <a:pt x="2766" y="2453"/>
                    <a:pt x="2892" y="2491"/>
                    <a:pt x="3019" y="2491"/>
                  </a:cubicBezTo>
                  <a:cubicBezTo>
                    <a:pt x="3145" y="2491"/>
                    <a:pt x="3272" y="2453"/>
                    <a:pt x="3381" y="2377"/>
                  </a:cubicBezTo>
                  <a:lnTo>
                    <a:pt x="5633" y="879"/>
                  </a:lnTo>
                  <a:cubicBezTo>
                    <a:pt x="6046" y="625"/>
                    <a:pt x="5858" y="1"/>
                    <a:pt x="5387" y="1"/>
                  </a:cubicBezTo>
                  <a:cubicBezTo>
                    <a:pt x="5380" y="1"/>
                    <a:pt x="5373" y="1"/>
                    <a:pt x="5366" y="1"/>
                  </a:cubicBezTo>
                  <a:lnTo>
                    <a:pt x="672" y="1"/>
                  </a:lnTo>
                  <a:cubicBezTo>
                    <a:pt x="665" y="1"/>
                    <a:pt x="658" y="1"/>
                    <a:pt x="651" y="1"/>
                  </a:cubicBezTo>
                  <a:close/>
                </a:path>
              </a:pathLst>
            </a:custGeom>
            <a:solidFill>
              <a:srgbClr val="697D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6" name="Google Shape;12086;p64"/>
            <p:cNvSpPr/>
            <p:nvPr/>
          </p:nvSpPr>
          <p:spPr>
            <a:xfrm>
              <a:off x="7692739" y="1502999"/>
              <a:ext cx="142420" cy="85468"/>
            </a:xfrm>
            <a:custGeom>
              <a:avLst/>
              <a:gdLst/>
              <a:ahLst/>
              <a:cxnLst/>
              <a:rect l="l" t="t" r="r" b="b"/>
              <a:pathLst>
                <a:path w="5439" h="3264" extrusionOk="0">
                  <a:moveTo>
                    <a:pt x="1747" y="1"/>
                  </a:moveTo>
                  <a:cubicBezTo>
                    <a:pt x="1136" y="1"/>
                    <a:pt x="535" y="154"/>
                    <a:pt x="1" y="440"/>
                  </a:cubicBezTo>
                  <a:lnTo>
                    <a:pt x="1" y="640"/>
                  </a:lnTo>
                  <a:cubicBezTo>
                    <a:pt x="1" y="2090"/>
                    <a:pt x="1174" y="3264"/>
                    <a:pt x="2624" y="3264"/>
                  </a:cubicBezTo>
                  <a:lnTo>
                    <a:pt x="5439" y="3264"/>
                  </a:lnTo>
                  <a:cubicBezTo>
                    <a:pt x="5210" y="1403"/>
                    <a:pt x="3626" y="1"/>
                    <a:pt x="1747"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7" name="Google Shape;12087;p64"/>
            <p:cNvSpPr/>
            <p:nvPr/>
          </p:nvSpPr>
          <p:spPr>
            <a:xfrm>
              <a:off x="7687266" y="1703340"/>
              <a:ext cx="102436" cy="87955"/>
            </a:xfrm>
            <a:custGeom>
              <a:avLst/>
              <a:gdLst/>
              <a:ahLst/>
              <a:cxnLst/>
              <a:rect l="l" t="t" r="r" b="b"/>
              <a:pathLst>
                <a:path w="3912" h="3359" extrusionOk="0">
                  <a:moveTo>
                    <a:pt x="649" y="1"/>
                  </a:moveTo>
                  <a:lnTo>
                    <a:pt x="649" y="1337"/>
                  </a:lnTo>
                  <a:cubicBezTo>
                    <a:pt x="649" y="1709"/>
                    <a:pt x="410" y="2042"/>
                    <a:pt x="57" y="2166"/>
                  </a:cubicBezTo>
                  <a:lnTo>
                    <a:pt x="0" y="2186"/>
                  </a:lnTo>
                  <a:lnTo>
                    <a:pt x="1593" y="3245"/>
                  </a:lnTo>
                  <a:cubicBezTo>
                    <a:pt x="1703" y="3321"/>
                    <a:pt x="1829" y="3359"/>
                    <a:pt x="1956" y="3359"/>
                  </a:cubicBezTo>
                  <a:cubicBezTo>
                    <a:pt x="2082" y="3359"/>
                    <a:pt x="2209" y="3321"/>
                    <a:pt x="2318" y="3245"/>
                  </a:cubicBezTo>
                  <a:lnTo>
                    <a:pt x="3911" y="2186"/>
                  </a:lnTo>
                  <a:lnTo>
                    <a:pt x="3854" y="2166"/>
                  </a:lnTo>
                  <a:cubicBezTo>
                    <a:pt x="3501" y="2042"/>
                    <a:pt x="3272" y="1709"/>
                    <a:pt x="3272" y="1337"/>
                  </a:cubicBezTo>
                  <a:lnTo>
                    <a:pt x="3272"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8" name="Google Shape;12088;p64"/>
            <p:cNvSpPr/>
            <p:nvPr/>
          </p:nvSpPr>
          <p:spPr>
            <a:xfrm>
              <a:off x="7704234" y="1703340"/>
              <a:ext cx="68736" cy="28254"/>
            </a:xfrm>
            <a:custGeom>
              <a:avLst/>
              <a:gdLst/>
              <a:ahLst/>
              <a:cxnLst/>
              <a:rect l="l" t="t" r="r" b="b"/>
              <a:pathLst>
                <a:path w="2625" h="1079" extrusionOk="0">
                  <a:moveTo>
                    <a:pt x="1" y="1"/>
                  </a:moveTo>
                  <a:lnTo>
                    <a:pt x="1" y="802"/>
                  </a:lnTo>
                  <a:cubicBezTo>
                    <a:pt x="363" y="964"/>
                    <a:pt x="754" y="1060"/>
                    <a:pt x="1155" y="1079"/>
                  </a:cubicBezTo>
                  <a:lnTo>
                    <a:pt x="1308" y="1079"/>
                  </a:lnTo>
                  <a:cubicBezTo>
                    <a:pt x="1766" y="1079"/>
                    <a:pt x="2214" y="984"/>
                    <a:pt x="2624" y="802"/>
                  </a:cubicBezTo>
                  <a:lnTo>
                    <a:pt x="262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89" name="Google Shape;12089;p64"/>
            <p:cNvSpPr/>
            <p:nvPr/>
          </p:nvSpPr>
          <p:spPr>
            <a:xfrm>
              <a:off x="7664014" y="1576133"/>
              <a:ext cx="149176" cy="144070"/>
            </a:xfrm>
            <a:custGeom>
              <a:avLst/>
              <a:gdLst/>
              <a:ahLst/>
              <a:cxnLst/>
              <a:rect l="l" t="t" r="r" b="b"/>
              <a:pathLst>
                <a:path w="5697" h="5502" extrusionOk="0">
                  <a:moveTo>
                    <a:pt x="3415" y="0"/>
                  </a:moveTo>
                  <a:cubicBezTo>
                    <a:pt x="3347" y="0"/>
                    <a:pt x="3283" y="53"/>
                    <a:pt x="3283" y="137"/>
                  </a:cubicBezTo>
                  <a:lnTo>
                    <a:pt x="3283" y="690"/>
                  </a:lnTo>
                  <a:cubicBezTo>
                    <a:pt x="3283" y="814"/>
                    <a:pt x="3187" y="909"/>
                    <a:pt x="3063" y="909"/>
                  </a:cubicBezTo>
                  <a:lnTo>
                    <a:pt x="878" y="909"/>
                  </a:lnTo>
                  <a:cubicBezTo>
                    <a:pt x="392" y="909"/>
                    <a:pt x="1" y="1301"/>
                    <a:pt x="1" y="1787"/>
                  </a:cubicBezTo>
                  <a:lnTo>
                    <a:pt x="1" y="2579"/>
                  </a:lnTo>
                  <a:cubicBezTo>
                    <a:pt x="1" y="4115"/>
                    <a:pt x="1184" y="5431"/>
                    <a:pt x="2710" y="5498"/>
                  </a:cubicBezTo>
                  <a:cubicBezTo>
                    <a:pt x="2756" y="5500"/>
                    <a:pt x="2802" y="5501"/>
                    <a:pt x="2847" y="5501"/>
                  </a:cubicBezTo>
                  <a:cubicBezTo>
                    <a:pt x="4407" y="5501"/>
                    <a:pt x="5687" y="4240"/>
                    <a:pt x="5687" y="2655"/>
                  </a:cubicBezTo>
                  <a:lnTo>
                    <a:pt x="5687" y="1787"/>
                  </a:lnTo>
                  <a:cubicBezTo>
                    <a:pt x="5696" y="1301"/>
                    <a:pt x="5295" y="909"/>
                    <a:pt x="4818" y="909"/>
                  </a:cubicBezTo>
                  <a:lnTo>
                    <a:pt x="4475" y="909"/>
                  </a:lnTo>
                  <a:cubicBezTo>
                    <a:pt x="4408" y="909"/>
                    <a:pt x="4361" y="890"/>
                    <a:pt x="4313" y="843"/>
                  </a:cubicBezTo>
                  <a:lnTo>
                    <a:pt x="3512" y="41"/>
                  </a:lnTo>
                  <a:cubicBezTo>
                    <a:pt x="3483" y="13"/>
                    <a:pt x="3449" y="0"/>
                    <a:pt x="3415"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0" name="Google Shape;12090;p64"/>
            <p:cNvSpPr/>
            <p:nvPr/>
          </p:nvSpPr>
          <p:spPr>
            <a:xfrm>
              <a:off x="7664014" y="1576133"/>
              <a:ext cx="126186" cy="144148"/>
            </a:xfrm>
            <a:custGeom>
              <a:avLst/>
              <a:gdLst/>
              <a:ahLst/>
              <a:cxnLst/>
              <a:rect l="l" t="t" r="r" b="b"/>
              <a:pathLst>
                <a:path w="4819" h="5505" extrusionOk="0">
                  <a:moveTo>
                    <a:pt x="3415" y="0"/>
                  </a:moveTo>
                  <a:cubicBezTo>
                    <a:pt x="3347" y="0"/>
                    <a:pt x="3283" y="53"/>
                    <a:pt x="3283" y="137"/>
                  </a:cubicBezTo>
                  <a:lnTo>
                    <a:pt x="3283" y="690"/>
                  </a:lnTo>
                  <a:cubicBezTo>
                    <a:pt x="3283" y="814"/>
                    <a:pt x="3187" y="909"/>
                    <a:pt x="3063" y="909"/>
                  </a:cubicBezTo>
                  <a:lnTo>
                    <a:pt x="878" y="909"/>
                  </a:lnTo>
                  <a:cubicBezTo>
                    <a:pt x="392" y="909"/>
                    <a:pt x="1" y="1301"/>
                    <a:pt x="1" y="1787"/>
                  </a:cubicBezTo>
                  <a:lnTo>
                    <a:pt x="1" y="2569"/>
                  </a:lnTo>
                  <a:cubicBezTo>
                    <a:pt x="1" y="3857"/>
                    <a:pt x="821" y="5031"/>
                    <a:pt x="2052" y="5393"/>
                  </a:cubicBezTo>
                  <a:cubicBezTo>
                    <a:pt x="2310" y="5467"/>
                    <a:pt x="2576" y="5505"/>
                    <a:pt x="2842" y="5505"/>
                  </a:cubicBezTo>
                  <a:cubicBezTo>
                    <a:pt x="2989" y="5505"/>
                    <a:pt x="3136" y="5493"/>
                    <a:pt x="3283" y="5469"/>
                  </a:cubicBezTo>
                  <a:cubicBezTo>
                    <a:pt x="1909" y="5250"/>
                    <a:pt x="878" y="4010"/>
                    <a:pt x="878" y="2579"/>
                  </a:cubicBezTo>
                  <a:lnTo>
                    <a:pt x="878" y="2226"/>
                  </a:lnTo>
                  <a:cubicBezTo>
                    <a:pt x="878" y="1739"/>
                    <a:pt x="1270" y="1348"/>
                    <a:pt x="1756" y="1348"/>
                  </a:cubicBezTo>
                  <a:lnTo>
                    <a:pt x="4380" y="1348"/>
                  </a:lnTo>
                  <a:cubicBezTo>
                    <a:pt x="4618" y="1348"/>
                    <a:pt x="4818" y="1148"/>
                    <a:pt x="4818" y="909"/>
                  </a:cubicBezTo>
                  <a:lnTo>
                    <a:pt x="4475" y="909"/>
                  </a:lnTo>
                  <a:cubicBezTo>
                    <a:pt x="4408" y="909"/>
                    <a:pt x="4361" y="890"/>
                    <a:pt x="4313" y="843"/>
                  </a:cubicBezTo>
                  <a:lnTo>
                    <a:pt x="3512" y="41"/>
                  </a:lnTo>
                  <a:cubicBezTo>
                    <a:pt x="3483" y="13"/>
                    <a:pt x="3449" y="0"/>
                    <a:pt x="3415"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1" name="Google Shape;12091;p64"/>
            <p:cNvSpPr/>
            <p:nvPr/>
          </p:nvSpPr>
          <p:spPr>
            <a:xfrm>
              <a:off x="7690749" y="1611431"/>
              <a:ext cx="26761" cy="11521"/>
            </a:xfrm>
            <a:custGeom>
              <a:avLst/>
              <a:gdLst/>
              <a:ahLst/>
              <a:cxnLst/>
              <a:rect l="l" t="t" r="r" b="b"/>
              <a:pathLst>
                <a:path w="1022" h="440" extrusionOk="0">
                  <a:moveTo>
                    <a:pt x="296" y="0"/>
                  </a:moveTo>
                  <a:cubicBezTo>
                    <a:pt x="1" y="0"/>
                    <a:pt x="1" y="439"/>
                    <a:pt x="296" y="439"/>
                  </a:cubicBezTo>
                  <a:lnTo>
                    <a:pt x="735" y="439"/>
                  </a:lnTo>
                  <a:cubicBezTo>
                    <a:pt x="1021" y="439"/>
                    <a:pt x="1021" y="0"/>
                    <a:pt x="73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2" name="Google Shape;12092;p64"/>
            <p:cNvSpPr/>
            <p:nvPr/>
          </p:nvSpPr>
          <p:spPr>
            <a:xfrm>
              <a:off x="7759458" y="1611431"/>
              <a:ext cx="26735" cy="11521"/>
            </a:xfrm>
            <a:custGeom>
              <a:avLst/>
              <a:gdLst/>
              <a:ahLst/>
              <a:cxnLst/>
              <a:rect l="l" t="t" r="r" b="b"/>
              <a:pathLst>
                <a:path w="1021" h="440" extrusionOk="0">
                  <a:moveTo>
                    <a:pt x="296" y="0"/>
                  </a:moveTo>
                  <a:cubicBezTo>
                    <a:pt x="0" y="0"/>
                    <a:pt x="0" y="439"/>
                    <a:pt x="296" y="439"/>
                  </a:cubicBezTo>
                  <a:lnTo>
                    <a:pt x="735" y="439"/>
                  </a:lnTo>
                  <a:cubicBezTo>
                    <a:pt x="1021" y="439"/>
                    <a:pt x="1021" y="0"/>
                    <a:pt x="73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3" name="Google Shape;12093;p64"/>
            <p:cNvSpPr/>
            <p:nvPr/>
          </p:nvSpPr>
          <p:spPr>
            <a:xfrm>
              <a:off x="7698499" y="1629106"/>
              <a:ext cx="11521" cy="17308"/>
            </a:xfrm>
            <a:custGeom>
              <a:avLst/>
              <a:gdLst/>
              <a:ahLst/>
              <a:cxnLst/>
              <a:rect l="l" t="t" r="r" b="b"/>
              <a:pathLst>
                <a:path w="440" h="661" extrusionOk="0">
                  <a:moveTo>
                    <a:pt x="220" y="0"/>
                  </a:moveTo>
                  <a:cubicBezTo>
                    <a:pt x="110" y="0"/>
                    <a:pt x="0" y="74"/>
                    <a:pt x="0" y="222"/>
                  </a:cubicBezTo>
                  <a:lnTo>
                    <a:pt x="0" y="441"/>
                  </a:lnTo>
                  <a:cubicBezTo>
                    <a:pt x="0" y="556"/>
                    <a:pt x="96" y="661"/>
                    <a:pt x="220" y="661"/>
                  </a:cubicBezTo>
                  <a:cubicBezTo>
                    <a:pt x="334" y="661"/>
                    <a:pt x="439" y="556"/>
                    <a:pt x="439" y="441"/>
                  </a:cubicBezTo>
                  <a:lnTo>
                    <a:pt x="439" y="222"/>
                  </a:lnTo>
                  <a:cubicBezTo>
                    <a:pt x="439" y="74"/>
                    <a:pt x="329"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4" name="Google Shape;12094;p64"/>
            <p:cNvSpPr/>
            <p:nvPr/>
          </p:nvSpPr>
          <p:spPr>
            <a:xfrm>
              <a:off x="7767183" y="1629106"/>
              <a:ext cx="11521" cy="17308"/>
            </a:xfrm>
            <a:custGeom>
              <a:avLst/>
              <a:gdLst/>
              <a:ahLst/>
              <a:cxnLst/>
              <a:rect l="l" t="t" r="r" b="b"/>
              <a:pathLst>
                <a:path w="440" h="661" extrusionOk="0">
                  <a:moveTo>
                    <a:pt x="220" y="0"/>
                  </a:moveTo>
                  <a:cubicBezTo>
                    <a:pt x="111" y="0"/>
                    <a:pt x="1" y="74"/>
                    <a:pt x="1" y="222"/>
                  </a:cubicBezTo>
                  <a:lnTo>
                    <a:pt x="1" y="441"/>
                  </a:lnTo>
                  <a:cubicBezTo>
                    <a:pt x="1" y="556"/>
                    <a:pt x="96" y="661"/>
                    <a:pt x="220" y="661"/>
                  </a:cubicBezTo>
                  <a:cubicBezTo>
                    <a:pt x="344" y="661"/>
                    <a:pt x="440" y="556"/>
                    <a:pt x="440" y="441"/>
                  </a:cubicBezTo>
                  <a:lnTo>
                    <a:pt x="440" y="222"/>
                  </a:lnTo>
                  <a:cubicBezTo>
                    <a:pt x="440" y="74"/>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5" name="Google Shape;12095;p64"/>
            <p:cNvSpPr/>
            <p:nvPr/>
          </p:nvSpPr>
          <p:spPr>
            <a:xfrm>
              <a:off x="7610073" y="1789541"/>
              <a:ext cx="48233" cy="68212"/>
            </a:xfrm>
            <a:custGeom>
              <a:avLst/>
              <a:gdLst/>
              <a:ahLst/>
              <a:cxnLst/>
              <a:rect l="l" t="t" r="r" b="b"/>
              <a:pathLst>
                <a:path w="1842" h="2605" extrusionOk="0">
                  <a:moveTo>
                    <a:pt x="248" y="0"/>
                  </a:moveTo>
                  <a:cubicBezTo>
                    <a:pt x="143" y="105"/>
                    <a:pt x="67" y="229"/>
                    <a:pt x="0" y="363"/>
                  </a:cubicBezTo>
                  <a:lnTo>
                    <a:pt x="1193" y="1431"/>
                  </a:lnTo>
                  <a:cubicBezTo>
                    <a:pt x="1336" y="1555"/>
                    <a:pt x="1412" y="1736"/>
                    <a:pt x="1412" y="1927"/>
                  </a:cubicBezTo>
                  <a:lnTo>
                    <a:pt x="1412" y="2605"/>
                  </a:lnTo>
                  <a:lnTo>
                    <a:pt x="1841" y="2605"/>
                  </a:lnTo>
                  <a:lnTo>
                    <a:pt x="1841" y="1918"/>
                  </a:lnTo>
                  <a:cubicBezTo>
                    <a:pt x="1841" y="1612"/>
                    <a:pt x="1717" y="1317"/>
                    <a:pt x="1488" y="1107"/>
                  </a:cubicBezTo>
                  <a:lnTo>
                    <a:pt x="248"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6" name="Google Shape;12096;p64"/>
            <p:cNvSpPr/>
            <p:nvPr/>
          </p:nvSpPr>
          <p:spPr>
            <a:xfrm>
              <a:off x="7818662" y="1789541"/>
              <a:ext cx="48233" cy="68212"/>
            </a:xfrm>
            <a:custGeom>
              <a:avLst/>
              <a:gdLst/>
              <a:ahLst/>
              <a:cxnLst/>
              <a:rect l="l" t="t" r="r" b="b"/>
              <a:pathLst>
                <a:path w="1842" h="2605" extrusionOk="0">
                  <a:moveTo>
                    <a:pt x="1593" y="0"/>
                  </a:moveTo>
                  <a:lnTo>
                    <a:pt x="363" y="1107"/>
                  </a:lnTo>
                  <a:cubicBezTo>
                    <a:pt x="134" y="1317"/>
                    <a:pt x="0" y="1612"/>
                    <a:pt x="0" y="1918"/>
                  </a:cubicBezTo>
                  <a:lnTo>
                    <a:pt x="0" y="2605"/>
                  </a:lnTo>
                  <a:lnTo>
                    <a:pt x="429" y="2605"/>
                  </a:lnTo>
                  <a:lnTo>
                    <a:pt x="429" y="1927"/>
                  </a:lnTo>
                  <a:cubicBezTo>
                    <a:pt x="429" y="1736"/>
                    <a:pt x="515" y="1555"/>
                    <a:pt x="649" y="1431"/>
                  </a:cubicBezTo>
                  <a:lnTo>
                    <a:pt x="1841" y="363"/>
                  </a:lnTo>
                  <a:cubicBezTo>
                    <a:pt x="1784" y="229"/>
                    <a:pt x="1698" y="105"/>
                    <a:pt x="159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7" name="Google Shape;12097;p64"/>
            <p:cNvSpPr/>
            <p:nvPr/>
          </p:nvSpPr>
          <p:spPr>
            <a:xfrm>
              <a:off x="7712744" y="1666393"/>
              <a:ext cx="51480" cy="22990"/>
            </a:xfrm>
            <a:custGeom>
              <a:avLst/>
              <a:gdLst/>
              <a:ahLst/>
              <a:cxnLst/>
              <a:rect l="l" t="t" r="r" b="b"/>
              <a:pathLst>
                <a:path w="1966" h="878" extrusionOk="0">
                  <a:moveTo>
                    <a:pt x="124" y="0"/>
                  </a:moveTo>
                  <a:cubicBezTo>
                    <a:pt x="57" y="0"/>
                    <a:pt x="0" y="67"/>
                    <a:pt x="10" y="134"/>
                  </a:cubicBezTo>
                  <a:cubicBezTo>
                    <a:pt x="86" y="553"/>
                    <a:pt x="487" y="878"/>
                    <a:pt x="983" y="878"/>
                  </a:cubicBezTo>
                  <a:cubicBezTo>
                    <a:pt x="1479" y="878"/>
                    <a:pt x="1889" y="553"/>
                    <a:pt x="1956" y="134"/>
                  </a:cubicBezTo>
                  <a:cubicBezTo>
                    <a:pt x="1965" y="67"/>
                    <a:pt x="1918" y="0"/>
                    <a:pt x="185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8" name="Google Shape;12098;p64"/>
            <p:cNvSpPr/>
            <p:nvPr/>
          </p:nvSpPr>
          <p:spPr>
            <a:xfrm>
              <a:off x="7704234" y="1794778"/>
              <a:ext cx="11260" cy="62975"/>
            </a:xfrm>
            <a:custGeom>
              <a:avLst/>
              <a:gdLst/>
              <a:ahLst/>
              <a:cxnLst/>
              <a:rect l="l" t="t" r="r" b="b"/>
              <a:pathLst>
                <a:path w="430" h="2405" extrusionOk="0">
                  <a:moveTo>
                    <a:pt x="220" y="1"/>
                  </a:moveTo>
                  <a:cubicBezTo>
                    <a:pt x="96" y="1"/>
                    <a:pt x="1" y="96"/>
                    <a:pt x="1" y="220"/>
                  </a:cubicBezTo>
                  <a:lnTo>
                    <a:pt x="1" y="2405"/>
                  </a:lnTo>
                  <a:lnTo>
                    <a:pt x="430" y="2405"/>
                  </a:lnTo>
                  <a:lnTo>
                    <a:pt x="430" y="220"/>
                  </a:lnTo>
                  <a:cubicBezTo>
                    <a:pt x="430" y="96"/>
                    <a:pt x="335" y="1"/>
                    <a:pt x="22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99" name="Google Shape;12099;p64"/>
            <p:cNvSpPr/>
            <p:nvPr/>
          </p:nvSpPr>
          <p:spPr>
            <a:xfrm>
              <a:off x="7761448" y="1794778"/>
              <a:ext cx="11521" cy="62975"/>
            </a:xfrm>
            <a:custGeom>
              <a:avLst/>
              <a:gdLst/>
              <a:ahLst/>
              <a:cxnLst/>
              <a:rect l="l" t="t" r="r" b="b"/>
              <a:pathLst>
                <a:path w="440" h="2405" extrusionOk="0">
                  <a:moveTo>
                    <a:pt x="220" y="1"/>
                  </a:moveTo>
                  <a:cubicBezTo>
                    <a:pt x="96" y="1"/>
                    <a:pt x="0" y="96"/>
                    <a:pt x="0" y="220"/>
                  </a:cubicBezTo>
                  <a:lnTo>
                    <a:pt x="0" y="2405"/>
                  </a:lnTo>
                  <a:lnTo>
                    <a:pt x="439" y="2405"/>
                  </a:lnTo>
                  <a:lnTo>
                    <a:pt x="439" y="220"/>
                  </a:lnTo>
                  <a:cubicBezTo>
                    <a:pt x="439" y="96"/>
                    <a:pt x="344" y="1"/>
                    <a:pt x="22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00" name="Google Shape;12100;p64"/>
          <p:cNvGrpSpPr/>
          <p:nvPr/>
        </p:nvGrpSpPr>
        <p:grpSpPr>
          <a:xfrm>
            <a:off x="8044180" y="3636500"/>
            <a:ext cx="264076" cy="354623"/>
            <a:chOff x="8060455" y="3790075"/>
            <a:chExt cx="264076" cy="354623"/>
          </a:xfrm>
        </p:grpSpPr>
        <p:sp>
          <p:nvSpPr>
            <p:cNvPr id="12101" name="Google Shape;12101;p64"/>
            <p:cNvSpPr/>
            <p:nvPr/>
          </p:nvSpPr>
          <p:spPr>
            <a:xfrm>
              <a:off x="8074202" y="3790075"/>
              <a:ext cx="237079" cy="113800"/>
            </a:xfrm>
            <a:custGeom>
              <a:avLst/>
              <a:gdLst/>
              <a:ahLst/>
              <a:cxnLst/>
              <a:rect l="l" t="t" r="r" b="b"/>
              <a:pathLst>
                <a:path w="9054" h="4346" extrusionOk="0">
                  <a:moveTo>
                    <a:pt x="4527" y="0"/>
                  </a:moveTo>
                  <a:cubicBezTo>
                    <a:pt x="4432" y="0"/>
                    <a:pt x="4336" y="15"/>
                    <a:pt x="4246" y="43"/>
                  </a:cubicBezTo>
                  <a:lnTo>
                    <a:pt x="1498" y="768"/>
                  </a:lnTo>
                  <a:cubicBezTo>
                    <a:pt x="1336" y="816"/>
                    <a:pt x="1193" y="921"/>
                    <a:pt x="1107" y="1074"/>
                  </a:cubicBezTo>
                  <a:lnTo>
                    <a:pt x="105" y="2743"/>
                  </a:lnTo>
                  <a:cubicBezTo>
                    <a:pt x="0" y="2915"/>
                    <a:pt x="29" y="3134"/>
                    <a:pt x="172" y="3277"/>
                  </a:cubicBezTo>
                  <a:lnTo>
                    <a:pt x="1241" y="4346"/>
                  </a:lnTo>
                  <a:lnTo>
                    <a:pt x="7814" y="4346"/>
                  </a:lnTo>
                  <a:lnTo>
                    <a:pt x="8892" y="3277"/>
                  </a:lnTo>
                  <a:cubicBezTo>
                    <a:pt x="9035" y="3134"/>
                    <a:pt x="9054" y="2915"/>
                    <a:pt x="8958" y="2743"/>
                  </a:cubicBezTo>
                  <a:lnTo>
                    <a:pt x="7957" y="1074"/>
                  </a:lnTo>
                  <a:cubicBezTo>
                    <a:pt x="7861" y="921"/>
                    <a:pt x="7718" y="816"/>
                    <a:pt x="7546" y="768"/>
                  </a:cubicBezTo>
                  <a:lnTo>
                    <a:pt x="4809" y="43"/>
                  </a:lnTo>
                  <a:cubicBezTo>
                    <a:pt x="4718" y="15"/>
                    <a:pt x="4622" y="0"/>
                    <a:pt x="4527"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2" name="Google Shape;12102;p64"/>
            <p:cNvSpPr/>
            <p:nvPr/>
          </p:nvSpPr>
          <p:spPr>
            <a:xfrm>
              <a:off x="8083681" y="3955564"/>
              <a:ext cx="80231" cy="126186"/>
            </a:xfrm>
            <a:custGeom>
              <a:avLst/>
              <a:gdLst/>
              <a:ahLst/>
              <a:cxnLst/>
              <a:rect l="l" t="t" r="r" b="b"/>
              <a:pathLst>
                <a:path w="3064" h="4819" extrusionOk="0">
                  <a:moveTo>
                    <a:pt x="879" y="1"/>
                  </a:moveTo>
                  <a:cubicBezTo>
                    <a:pt x="879" y="1374"/>
                    <a:pt x="1" y="1842"/>
                    <a:pt x="1" y="3912"/>
                  </a:cubicBezTo>
                  <a:lnTo>
                    <a:pt x="1" y="4818"/>
                  </a:lnTo>
                  <a:lnTo>
                    <a:pt x="3063" y="4818"/>
                  </a:lnTo>
                  <a:lnTo>
                    <a:pt x="3063"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3" name="Google Shape;12103;p64"/>
            <p:cNvSpPr/>
            <p:nvPr/>
          </p:nvSpPr>
          <p:spPr>
            <a:xfrm>
              <a:off x="8060716" y="4018513"/>
              <a:ext cx="263814" cy="126186"/>
            </a:xfrm>
            <a:custGeom>
              <a:avLst/>
              <a:gdLst/>
              <a:ahLst/>
              <a:cxnLst/>
              <a:rect l="l" t="t" r="r" b="b"/>
              <a:pathLst>
                <a:path w="10075" h="4819" extrusionOk="0">
                  <a:moveTo>
                    <a:pt x="3721" y="1"/>
                  </a:moveTo>
                  <a:lnTo>
                    <a:pt x="3721" y="697"/>
                  </a:lnTo>
                  <a:cubicBezTo>
                    <a:pt x="3721" y="1069"/>
                    <a:pt x="3492" y="1403"/>
                    <a:pt x="3139" y="1518"/>
                  </a:cubicBezTo>
                  <a:lnTo>
                    <a:pt x="878" y="2319"/>
                  </a:lnTo>
                  <a:cubicBezTo>
                    <a:pt x="353" y="2510"/>
                    <a:pt x="0" y="3006"/>
                    <a:pt x="0" y="3559"/>
                  </a:cubicBezTo>
                  <a:lnTo>
                    <a:pt x="0" y="4170"/>
                  </a:lnTo>
                  <a:cubicBezTo>
                    <a:pt x="0" y="4532"/>
                    <a:pt x="296" y="4818"/>
                    <a:pt x="658" y="4818"/>
                  </a:cubicBezTo>
                  <a:lnTo>
                    <a:pt x="9416" y="4818"/>
                  </a:lnTo>
                  <a:cubicBezTo>
                    <a:pt x="9779" y="4818"/>
                    <a:pt x="10074" y="4532"/>
                    <a:pt x="10074" y="4170"/>
                  </a:cubicBezTo>
                  <a:lnTo>
                    <a:pt x="10074" y="3559"/>
                  </a:lnTo>
                  <a:cubicBezTo>
                    <a:pt x="10074" y="3006"/>
                    <a:pt x="9721" y="2510"/>
                    <a:pt x="9197" y="2319"/>
                  </a:cubicBezTo>
                  <a:lnTo>
                    <a:pt x="6936" y="1527"/>
                  </a:lnTo>
                  <a:cubicBezTo>
                    <a:pt x="6583" y="1403"/>
                    <a:pt x="6344" y="1069"/>
                    <a:pt x="6344" y="697"/>
                  </a:cubicBezTo>
                  <a:lnTo>
                    <a:pt x="634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4" name="Google Shape;12104;p64"/>
            <p:cNvSpPr/>
            <p:nvPr/>
          </p:nvSpPr>
          <p:spPr>
            <a:xfrm>
              <a:off x="8060455" y="4057241"/>
              <a:ext cx="264076" cy="87458"/>
            </a:xfrm>
            <a:custGeom>
              <a:avLst/>
              <a:gdLst/>
              <a:ahLst/>
              <a:cxnLst/>
              <a:rect l="l" t="t" r="r" b="b"/>
              <a:pathLst>
                <a:path w="10085" h="3340" extrusionOk="0">
                  <a:moveTo>
                    <a:pt x="3235" y="0"/>
                  </a:moveTo>
                  <a:cubicBezTo>
                    <a:pt x="3206" y="19"/>
                    <a:pt x="3177" y="29"/>
                    <a:pt x="3149" y="48"/>
                  </a:cubicBezTo>
                  <a:lnTo>
                    <a:pt x="878" y="840"/>
                  </a:lnTo>
                  <a:cubicBezTo>
                    <a:pt x="354" y="1031"/>
                    <a:pt x="1" y="1527"/>
                    <a:pt x="1" y="2080"/>
                  </a:cubicBezTo>
                  <a:lnTo>
                    <a:pt x="1" y="2691"/>
                  </a:lnTo>
                  <a:cubicBezTo>
                    <a:pt x="1" y="3053"/>
                    <a:pt x="296" y="3339"/>
                    <a:pt x="659" y="3339"/>
                  </a:cubicBezTo>
                  <a:lnTo>
                    <a:pt x="9426" y="3339"/>
                  </a:lnTo>
                  <a:cubicBezTo>
                    <a:pt x="9789" y="3339"/>
                    <a:pt x="10084" y="3053"/>
                    <a:pt x="10084" y="2691"/>
                  </a:cubicBezTo>
                  <a:lnTo>
                    <a:pt x="10084" y="2080"/>
                  </a:lnTo>
                  <a:cubicBezTo>
                    <a:pt x="10084" y="1527"/>
                    <a:pt x="9731" y="1031"/>
                    <a:pt x="9207" y="840"/>
                  </a:cubicBezTo>
                  <a:lnTo>
                    <a:pt x="6946" y="48"/>
                  </a:lnTo>
                  <a:cubicBezTo>
                    <a:pt x="6908" y="29"/>
                    <a:pt x="6879" y="19"/>
                    <a:pt x="6850" y="0"/>
                  </a:cubicBezTo>
                  <a:lnTo>
                    <a:pt x="5047" y="1155"/>
                  </a:lnTo>
                  <a:lnTo>
                    <a:pt x="3235"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5" name="Google Shape;12105;p64"/>
            <p:cNvSpPr/>
            <p:nvPr/>
          </p:nvSpPr>
          <p:spPr>
            <a:xfrm>
              <a:off x="8125420" y="4057241"/>
              <a:ext cx="134408" cy="61142"/>
            </a:xfrm>
            <a:custGeom>
              <a:avLst/>
              <a:gdLst/>
              <a:ahLst/>
              <a:cxnLst/>
              <a:rect l="l" t="t" r="r" b="b"/>
              <a:pathLst>
                <a:path w="5133" h="2335" extrusionOk="0">
                  <a:moveTo>
                    <a:pt x="763" y="0"/>
                  </a:moveTo>
                  <a:cubicBezTo>
                    <a:pt x="725" y="10"/>
                    <a:pt x="696" y="29"/>
                    <a:pt x="668" y="39"/>
                  </a:cubicBezTo>
                  <a:lnTo>
                    <a:pt x="0" y="277"/>
                  </a:lnTo>
                  <a:cubicBezTo>
                    <a:pt x="10" y="315"/>
                    <a:pt x="19" y="344"/>
                    <a:pt x="38" y="372"/>
                  </a:cubicBezTo>
                  <a:lnTo>
                    <a:pt x="735" y="1947"/>
                  </a:lnTo>
                  <a:cubicBezTo>
                    <a:pt x="843" y="2194"/>
                    <a:pt x="1089" y="2334"/>
                    <a:pt x="1340" y="2334"/>
                  </a:cubicBezTo>
                  <a:cubicBezTo>
                    <a:pt x="1485" y="2334"/>
                    <a:pt x="1633" y="2287"/>
                    <a:pt x="1755" y="2185"/>
                  </a:cubicBezTo>
                  <a:lnTo>
                    <a:pt x="2566" y="1508"/>
                  </a:lnTo>
                  <a:lnTo>
                    <a:pt x="3377" y="2185"/>
                  </a:lnTo>
                  <a:cubicBezTo>
                    <a:pt x="3500" y="2287"/>
                    <a:pt x="3646" y="2334"/>
                    <a:pt x="3791" y="2334"/>
                  </a:cubicBezTo>
                  <a:cubicBezTo>
                    <a:pt x="4039" y="2334"/>
                    <a:pt x="4283" y="2194"/>
                    <a:pt x="4398" y="1947"/>
                  </a:cubicBezTo>
                  <a:lnTo>
                    <a:pt x="5094" y="372"/>
                  </a:lnTo>
                  <a:cubicBezTo>
                    <a:pt x="5104" y="344"/>
                    <a:pt x="5123" y="315"/>
                    <a:pt x="5133" y="277"/>
                  </a:cubicBezTo>
                  <a:lnTo>
                    <a:pt x="4465" y="39"/>
                  </a:lnTo>
                  <a:cubicBezTo>
                    <a:pt x="4436" y="29"/>
                    <a:pt x="4398" y="10"/>
                    <a:pt x="4369" y="0"/>
                  </a:cubicBezTo>
                  <a:lnTo>
                    <a:pt x="2566" y="1145"/>
                  </a:lnTo>
                  <a:lnTo>
                    <a:pt x="763"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6" name="Google Shape;12106;p64"/>
            <p:cNvSpPr/>
            <p:nvPr/>
          </p:nvSpPr>
          <p:spPr>
            <a:xfrm>
              <a:off x="8158386" y="4018513"/>
              <a:ext cx="68709" cy="23017"/>
            </a:xfrm>
            <a:custGeom>
              <a:avLst/>
              <a:gdLst/>
              <a:ahLst/>
              <a:cxnLst/>
              <a:rect l="l" t="t" r="r" b="b"/>
              <a:pathLst>
                <a:path w="2624" h="879" extrusionOk="0">
                  <a:moveTo>
                    <a:pt x="0" y="1"/>
                  </a:moveTo>
                  <a:lnTo>
                    <a:pt x="0" y="602"/>
                  </a:lnTo>
                  <a:cubicBezTo>
                    <a:pt x="411" y="783"/>
                    <a:pt x="859" y="878"/>
                    <a:pt x="1307" y="878"/>
                  </a:cubicBezTo>
                  <a:cubicBezTo>
                    <a:pt x="1756" y="878"/>
                    <a:pt x="2204" y="783"/>
                    <a:pt x="2624" y="602"/>
                  </a:cubicBezTo>
                  <a:lnTo>
                    <a:pt x="262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7" name="Google Shape;12107;p64"/>
            <p:cNvSpPr/>
            <p:nvPr/>
          </p:nvSpPr>
          <p:spPr>
            <a:xfrm>
              <a:off x="8096171" y="3875386"/>
              <a:ext cx="188139" cy="154413"/>
            </a:xfrm>
            <a:custGeom>
              <a:avLst/>
              <a:gdLst/>
              <a:ahLst/>
              <a:cxnLst/>
              <a:rect l="l" t="t" r="r" b="b"/>
              <a:pathLst>
                <a:path w="7185" h="5897" extrusionOk="0">
                  <a:moveTo>
                    <a:pt x="2157" y="0"/>
                  </a:moveTo>
                  <a:cubicBezTo>
                    <a:pt x="1432" y="0"/>
                    <a:pt x="840" y="582"/>
                    <a:pt x="840" y="1307"/>
                  </a:cubicBezTo>
                  <a:lnTo>
                    <a:pt x="840" y="2185"/>
                  </a:lnTo>
                  <a:lnTo>
                    <a:pt x="726" y="2185"/>
                  </a:lnTo>
                  <a:cubicBezTo>
                    <a:pt x="1" y="2185"/>
                    <a:pt x="1" y="3282"/>
                    <a:pt x="726" y="3282"/>
                  </a:cubicBezTo>
                  <a:lnTo>
                    <a:pt x="850" y="3282"/>
                  </a:lnTo>
                  <a:cubicBezTo>
                    <a:pt x="964" y="4761"/>
                    <a:pt x="2195" y="5896"/>
                    <a:pt x="3683" y="5896"/>
                  </a:cubicBezTo>
                  <a:cubicBezTo>
                    <a:pt x="5162" y="5896"/>
                    <a:pt x="6402" y="4761"/>
                    <a:pt x="6517" y="3282"/>
                  </a:cubicBezTo>
                  <a:lnTo>
                    <a:pt x="6641" y="3282"/>
                  </a:lnTo>
                  <a:cubicBezTo>
                    <a:pt x="6936" y="3282"/>
                    <a:pt x="7184" y="3034"/>
                    <a:pt x="7184" y="2729"/>
                  </a:cubicBezTo>
                  <a:cubicBezTo>
                    <a:pt x="7184" y="2433"/>
                    <a:pt x="6936" y="2185"/>
                    <a:pt x="6641" y="2185"/>
                  </a:cubicBezTo>
                  <a:lnTo>
                    <a:pt x="6526" y="2185"/>
                  </a:lnTo>
                  <a:lnTo>
                    <a:pt x="6526" y="1307"/>
                  </a:lnTo>
                  <a:cubicBezTo>
                    <a:pt x="6526" y="582"/>
                    <a:pt x="5944" y="0"/>
                    <a:pt x="521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8" name="Google Shape;12108;p64"/>
            <p:cNvSpPr/>
            <p:nvPr/>
          </p:nvSpPr>
          <p:spPr>
            <a:xfrm>
              <a:off x="8152390" y="3933412"/>
              <a:ext cx="11521" cy="16942"/>
            </a:xfrm>
            <a:custGeom>
              <a:avLst/>
              <a:gdLst/>
              <a:ahLst/>
              <a:cxnLst/>
              <a:rect l="l" t="t" r="r" b="b"/>
              <a:pathLst>
                <a:path w="440" h="647" extrusionOk="0">
                  <a:moveTo>
                    <a:pt x="220" y="0"/>
                  </a:moveTo>
                  <a:cubicBezTo>
                    <a:pt x="115" y="0"/>
                    <a:pt x="10" y="69"/>
                    <a:pt x="0" y="208"/>
                  </a:cubicBezTo>
                  <a:lnTo>
                    <a:pt x="0" y="427"/>
                  </a:lnTo>
                  <a:cubicBezTo>
                    <a:pt x="0" y="541"/>
                    <a:pt x="105" y="646"/>
                    <a:pt x="220" y="646"/>
                  </a:cubicBezTo>
                  <a:cubicBezTo>
                    <a:pt x="344" y="646"/>
                    <a:pt x="439" y="541"/>
                    <a:pt x="439" y="427"/>
                  </a:cubicBezTo>
                  <a:lnTo>
                    <a:pt x="439" y="208"/>
                  </a:lnTo>
                  <a:cubicBezTo>
                    <a:pt x="430" y="69"/>
                    <a:pt x="325"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9" name="Google Shape;12109;p64"/>
            <p:cNvSpPr/>
            <p:nvPr/>
          </p:nvSpPr>
          <p:spPr>
            <a:xfrm>
              <a:off x="8221335" y="3933412"/>
              <a:ext cx="11521" cy="16942"/>
            </a:xfrm>
            <a:custGeom>
              <a:avLst/>
              <a:gdLst/>
              <a:ahLst/>
              <a:cxnLst/>
              <a:rect l="l" t="t" r="r" b="b"/>
              <a:pathLst>
                <a:path w="440" h="647" extrusionOk="0">
                  <a:moveTo>
                    <a:pt x="220" y="0"/>
                  </a:moveTo>
                  <a:cubicBezTo>
                    <a:pt x="115" y="0"/>
                    <a:pt x="10" y="69"/>
                    <a:pt x="0" y="208"/>
                  </a:cubicBezTo>
                  <a:lnTo>
                    <a:pt x="0" y="427"/>
                  </a:lnTo>
                  <a:cubicBezTo>
                    <a:pt x="0" y="541"/>
                    <a:pt x="96" y="646"/>
                    <a:pt x="220" y="646"/>
                  </a:cubicBezTo>
                  <a:cubicBezTo>
                    <a:pt x="334" y="646"/>
                    <a:pt x="439" y="541"/>
                    <a:pt x="439" y="427"/>
                  </a:cubicBezTo>
                  <a:lnTo>
                    <a:pt x="439" y="208"/>
                  </a:lnTo>
                  <a:cubicBezTo>
                    <a:pt x="430" y="69"/>
                    <a:pt x="325"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0" name="Google Shape;12110;p64"/>
            <p:cNvSpPr/>
            <p:nvPr/>
          </p:nvSpPr>
          <p:spPr>
            <a:xfrm>
              <a:off x="8166792" y="3978136"/>
              <a:ext cx="50930" cy="17492"/>
            </a:xfrm>
            <a:custGeom>
              <a:avLst/>
              <a:gdLst/>
              <a:ahLst/>
              <a:cxnLst/>
              <a:rect l="l" t="t" r="r" b="b"/>
              <a:pathLst>
                <a:path w="1945" h="668" extrusionOk="0">
                  <a:moveTo>
                    <a:pt x="322" y="0"/>
                  </a:moveTo>
                  <a:cubicBezTo>
                    <a:pt x="149" y="0"/>
                    <a:pt x="0" y="228"/>
                    <a:pt x="175" y="388"/>
                  </a:cubicBezTo>
                  <a:cubicBezTo>
                    <a:pt x="387" y="564"/>
                    <a:pt x="646" y="667"/>
                    <a:pt x="917" y="667"/>
                  </a:cubicBezTo>
                  <a:cubicBezTo>
                    <a:pt x="940" y="667"/>
                    <a:pt x="963" y="667"/>
                    <a:pt x="986" y="665"/>
                  </a:cubicBezTo>
                  <a:cubicBezTo>
                    <a:pt x="1009" y="667"/>
                    <a:pt x="1032" y="667"/>
                    <a:pt x="1055" y="667"/>
                  </a:cubicBezTo>
                  <a:cubicBezTo>
                    <a:pt x="1326" y="667"/>
                    <a:pt x="1586" y="564"/>
                    <a:pt x="1797" y="388"/>
                  </a:cubicBezTo>
                  <a:cubicBezTo>
                    <a:pt x="1945" y="226"/>
                    <a:pt x="1807" y="12"/>
                    <a:pt x="1640" y="12"/>
                  </a:cubicBezTo>
                  <a:cubicBezTo>
                    <a:pt x="1591" y="12"/>
                    <a:pt x="1539" y="30"/>
                    <a:pt x="1492" y="74"/>
                  </a:cubicBezTo>
                  <a:cubicBezTo>
                    <a:pt x="1339" y="179"/>
                    <a:pt x="1163" y="231"/>
                    <a:pt x="986" y="231"/>
                  </a:cubicBezTo>
                  <a:cubicBezTo>
                    <a:pt x="810" y="231"/>
                    <a:pt x="633" y="179"/>
                    <a:pt x="481" y="74"/>
                  </a:cubicBezTo>
                  <a:cubicBezTo>
                    <a:pt x="431" y="22"/>
                    <a:pt x="376" y="0"/>
                    <a:pt x="322"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1" name="Google Shape;12111;p64"/>
            <p:cNvSpPr/>
            <p:nvPr/>
          </p:nvSpPr>
          <p:spPr>
            <a:xfrm>
              <a:off x="8099942" y="3880885"/>
              <a:ext cx="167375" cy="149124"/>
            </a:xfrm>
            <a:custGeom>
              <a:avLst/>
              <a:gdLst/>
              <a:ahLst/>
              <a:cxnLst/>
              <a:rect l="l" t="t" r="r" b="b"/>
              <a:pathLst>
                <a:path w="6392" h="5695" extrusionOk="0">
                  <a:moveTo>
                    <a:pt x="1278" y="0"/>
                  </a:moveTo>
                  <a:cubicBezTo>
                    <a:pt x="916" y="248"/>
                    <a:pt x="696" y="659"/>
                    <a:pt x="696" y="1097"/>
                  </a:cubicBezTo>
                  <a:lnTo>
                    <a:pt x="696" y="1975"/>
                  </a:lnTo>
                  <a:lnTo>
                    <a:pt x="611" y="1975"/>
                  </a:lnTo>
                  <a:cubicBezTo>
                    <a:pt x="604" y="1975"/>
                    <a:pt x="598" y="1975"/>
                    <a:pt x="592" y="1975"/>
                  </a:cubicBezTo>
                  <a:cubicBezTo>
                    <a:pt x="314" y="1975"/>
                    <a:pt x="75" y="2182"/>
                    <a:pt x="38" y="2462"/>
                  </a:cubicBezTo>
                  <a:cubicBezTo>
                    <a:pt x="0" y="2786"/>
                    <a:pt x="258" y="3072"/>
                    <a:pt x="582" y="3072"/>
                  </a:cubicBezTo>
                  <a:lnTo>
                    <a:pt x="706" y="3072"/>
                  </a:lnTo>
                  <a:cubicBezTo>
                    <a:pt x="810" y="4575"/>
                    <a:pt x="2063" y="5695"/>
                    <a:pt x="3517" y="5695"/>
                  </a:cubicBezTo>
                  <a:cubicBezTo>
                    <a:pt x="3669" y="5695"/>
                    <a:pt x="3823" y="5683"/>
                    <a:pt x="3978" y="5657"/>
                  </a:cubicBezTo>
                  <a:cubicBezTo>
                    <a:pt x="2595" y="5448"/>
                    <a:pt x="1565" y="4255"/>
                    <a:pt x="1565" y="2853"/>
                  </a:cubicBezTo>
                  <a:cubicBezTo>
                    <a:pt x="1565" y="2333"/>
                    <a:pt x="1986" y="1922"/>
                    <a:pt x="2496" y="1922"/>
                  </a:cubicBezTo>
                  <a:cubicBezTo>
                    <a:pt x="2529" y="1922"/>
                    <a:pt x="2562" y="1924"/>
                    <a:pt x="2595" y="1927"/>
                  </a:cubicBezTo>
                  <a:cubicBezTo>
                    <a:pt x="2910" y="1956"/>
                    <a:pt x="3225" y="1975"/>
                    <a:pt x="3539" y="1975"/>
                  </a:cubicBezTo>
                  <a:cubicBezTo>
                    <a:pt x="4579" y="1975"/>
                    <a:pt x="5657" y="1813"/>
                    <a:pt x="6392" y="1469"/>
                  </a:cubicBezTo>
                  <a:lnTo>
                    <a:pt x="6392" y="1097"/>
                  </a:lnTo>
                  <a:cubicBezTo>
                    <a:pt x="6392" y="659"/>
                    <a:pt x="6163" y="248"/>
                    <a:pt x="5800"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2" name="Google Shape;12112;p64"/>
            <p:cNvSpPr/>
            <p:nvPr/>
          </p:nvSpPr>
          <p:spPr>
            <a:xfrm>
              <a:off x="8255795" y="3892380"/>
              <a:ext cx="22781" cy="42970"/>
            </a:xfrm>
            <a:custGeom>
              <a:avLst/>
              <a:gdLst/>
              <a:ahLst/>
              <a:cxnLst/>
              <a:rect l="l" t="t" r="r" b="b"/>
              <a:pathLst>
                <a:path w="870" h="1641" extrusionOk="0">
                  <a:moveTo>
                    <a:pt x="1" y="0"/>
                  </a:moveTo>
                  <a:lnTo>
                    <a:pt x="1" y="1145"/>
                  </a:lnTo>
                  <a:cubicBezTo>
                    <a:pt x="1" y="1364"/>
                    <a:pt x="163" y="1555"/>
                    <a:pt x="383" y="1584"/>
                  </a:cubicBezTo>
                  <a:lnTo>
                    <a:pt x="869" y="1641"/>
                  </a:lnTo>
                  <a:lnTo>
                    <a:pt x="869"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3" name="Google Shape;12113;p64"/>
            <p:cNvSpPr/>
            <p:nvPr/>
          </p:nvSpPr>
          <p:spPr>
            <a:xfrm>
              <a:off x="8106435" y="3892380"/>
              <a:ext cx="22990" cy="42970"/>
            </a:xfrm>
            <a:custGeom>
              <a:avLst/>
              <a:gdLst/>
              <a:ahLst/>
              <a:cxnLst/>
              <a:rect l="l" t="t" r="r" b="b"/>
              <a:pathLst>
                <a:path w="878" h="1641" extrusionOk="0">
                  <a:moveTo>
                    <a:pt x="0" y="0"/>
                  </a:moveTo>
                  <a:lnTo>
                    <a:pt x="0" y="1641"/>
                  </a:lnTo>
                  <a:lnTo>
                    <a:pt x="496" y="1584"/>
                  </a:lnTo>
                  <a:cubicBezTo>
                    <a:pt x="716" y="1555"/>
                    <a:pt x="878" y="1364"/>
                    <a:pt x="878" y="1145"/>
                  </a:cubicBezTo>
                  <a:lnTo>
                    <a:pt x="878"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4" name="Google Shape;12114;p64"/>
            <p:cNvSpPr/>
            <p:nvPr/>
          </p:nvSpPr>
          <p:spPr>
            <a:xfrm>
              <a:off x="8106671" y="3892380"/>
              <a:ext cx="172140" cy="28751"/>
            </a:xfrm>
            <a:custGeom>
              <a:avLst/>
              <a:gdLst/>
              <a:ahLst/>
              <a:cxnLst/>
              <a:rect l="l" t="t" r="r" b="b"/>
              <a:pathLst>
                <a:path w="6574" h="1098" extrusionOk="0">
                  <a:moveTo>
                    <a:pt x="1" y="0"/>
                  </a:moveTo>
                  <a:cubicBezTo>
                    <a:pt x="1" y="611"/>
                    <a:pt x="1470" y="1097"/>
                    <a:pt x="3282" y="1097"/>
                  </a:cubicBezTo>
                  <a:cubicBezTo>
                    <a:pt x="5095" y="1097"/>
                    <a:pt x="6564" y="611"/>
                    <a:pt x="6574"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5" name="Google Shape;12115;p64"/>
            <p:cNvSpPr/>
            <p:nvPr/>
          </p:nvSpPr>
          <p:spPr>
            <a:xfrm>
              <a:off x="8178627" y="4110448"/>
              <a:ext cx="27992" cy="34250"/>
            </a:xfrm>
            <a:custGeom>
              <a:avLst/>
              <a:gdLst/>
              <a:ahLst/>
              <a:cxnLst/>
              <a:rect l="l" t="t" r="r" b="b"/>
              <a:pathLst>
                <a:path w="1069" h="1308" extrusionOk="0">
                  <a:moveTo>
                    <a:pt x="859" y="0"/>
                  </a:moveTo>
                  <a:lnTo>
                    <a:pt x="200" y="10"/>
                  </a:lnTo>
                  <a:lnTo>
                    <a:pt x="0" y="1307"/>
                  </a:lnTo>
                  <a:lnTo>
                    <a:pt x="1069" y="1307"/>
                  </a:lnTo>
                  <a:lnTo>
                    <a:pt x="859" y="0"/>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6" name="Google Shape;12116;p64"/>
            <p:cNvSpPr/>
            <p:nvPr/>
          </p:nvSpPr>
          <p:spPr>
            <a:xfrm>
              <a:off x="8171112" y="4081724"/>
              <a:ext cx="42760" cy="31736"/>
            </a:xfrm>
            <a:custGeom>
              <a:avLst/>
              <a:gdLst/>
              <a:ahLst/>
              <a:cxnLst/>
              <a:rect l="l" t="t" r="r" b="b"/>
              <a:pathLst>
                <a:path w="1633" h="1212" extrusionOk="0">
                  <a:moveTo>
                    <a:pt x="1" y="0"/>
                  </a:moveTo>
                  <a:lnTo>
                    <a:pt x="287" y="907"/>
                  </a:lnTo>
                  <a:cubicBezTo>
                    <a:pt x="344" y="1088"/>
                    <a:pt x="516" y="1212"/>
                    <a:pt x="707" y="1212"/>
                  </a:cubicBezTo>
                  <a:lnTo>
                    <a:pt x="936" y="1212"/>
                  </a:lnTo>
                  <a:cubicBezTo>
                    <a:pt x="1127" y="1212"/>
                    <a:pt x="1298" y="1088"/>
                    <a:pt x="1346" y="907"/>
                  </a:cubicBezTo>
                  <a:lnTo>
                    <a:pt x="1632" y="0"/>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7" name="Google Shape;12117;p64"/>
            <p:cNvSpPr/>
            <p:nvPr/>
          </p:nvSpPr>
          <p:spPr>
            <a:xfrm>
              <a:off x="8135894" y="4044017"/>
              <a:ext cx="56743" cy="62844"/>
            </a:xfrm>
            <a:custGeom>
              <a:avLst/>
              <a:gdLst/>
              <a:ahLst/>
              <a:cxnLst/>
              <a:rect l="l" t="t" r="r" b="b"/>
              <a:pathLst>
                <a:path w="2167" h="2400" extrusionOk="0">
                  <a:moveTo>
                    <a:pt x="635" y="1"/>
                  </a:moveTo>
                  <a:cubicBezTo>
                    <a:pt x="579" y="1"/>
                    <a:pt x="522" y="22"/>
                    <a:pt x="478" y="67"/>
                  </a:cubicBezTo>
                  <a:lnTo>
                    <a:pt x="87" y="458"/>
                  </a:lnTo>
                  <a:cubicBezTo>
                    <a:pt x="20" y="524"/>
                    <a:pt x="1" y="620"/>
                    <a:pt x="39" y="696"/>
                  </a:cubicBezTo>
                  <a:lnTo>
                    <a:pt x="735" y="2270"/>
                  </a:lnTo>
                  <a:cubicBezTo>
                    <a:pt x="771" y="2353"/>
                    <a:pt x="851" y="2400"/>
                    <a:pt x="934" y="2400"/>
                  </a:cubicBezTo>
                  <a:cubicBezTo>
                    <a:pt x="984" y="2400"/>
                    <a:pt x="1036" y="2383"/>
                    <a:pt x="1079" y="2347"/>
                  </a:cubicBezTo>
                  <a:lnTo>
                    <a:pt x="2166" y="1440"/>
                  </a:lnTo>
                  <a:lnTo>
                    <a:pt x="783" y="57"/>
                  </a:lnTo>
                  <a:cubicBezTo>
                    <a:pt x="741" y="20"/>
                    <a:pt x="688" y="1"/>
                    <a:pt x="635"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8" name="Google Shape;12118;p64"/>
            <p:cNvSpPr/>
            <p:nvPr/>
          </p:nvSpPr>
          <p:spPr>
            <a:xfrm>
              <a:off x="8192610" y="4044017"/>
              <a:ext cx="56717" cy="62844"/>
            </a:xfrm>
            <a:custGeom>
              <a:avLst/>
              <a:gdLst/>
              <a:ahLst/>
              <a:cxnLst/>
              <a:rect l="l" t="t" r="r" b="b"/>
              <a:pathLst>
                <a:path w="2166" h="2400" extrusionOk="0">
                  <a:moveTo>
                    <a:pt x="1531" y="1"/>
                  </a:moveTo>
                  <a:cubicBezTo>
                    <a:pt x="1478" y="1"/>
                    <a:pt x="1425" y="20"/>
                    <a:pt x="1384" y="57"/>
                  </a:cubicBezTo>
                  <a:lnTo>
                    <a:pt x="0" y="1440"/>
                  </a:lnTo>
                  <a:lnTo>
                    <a:pt x="1088" y="2347"/>
                  </a:lnTo>
                  <a:cubicBezTo>
                    <a:pt x="1131" y="2383"/>
                    <a:pt x="1182" y="2400"/>
                    <a:pt x="1233" y="2400"/>
                  </a:cubicBezTo>
                  <a:cubicBezTo>
                    <a:pt x="1316" y="2400"/>
                    <a:pt x="1396" y="2353"/>
                    <a:pt x="1431" y="2270"/>
                  </a:cubicBezTo>
                  <a:lnTo>
                    <a:pt x="2128" y="696"/>
                  </a:lnTo>
                  <a:cubicBezTo>
                    <a:pt x="2166" y="620"/>
                    <a:pt x="2147" y="524"/>
                    <a:pt x="2080" y="458"/>
                  </a:cubicBezTo>
                  <a:lnTo>
                    <a:pt x="1689" y="67"/>
                  </a:lnTo>
                  <a:cubicBezTo>
                    <a:pt x="1645" y="22"/>
                    <a:pt x="1588" y="1"/>
                    <a:pt x="1531"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9" name="Google Shape;12119;p64"/>
            <p:cNvSpPr/>
            <p:nvPr/>
          </p:nvSpPr>
          <p:spPr>
            <a:xfrm>
              <a:off x="8063963" y="4087956"/>
              <a:ext cx="48468" cy="56743"/>
            </a:xfrm>
            <a:custGeom>
              <a:avLst/>
              <a:gdLst/>
              <a:ahLst/>
              <a:cxnLst/>
              <a:rect l="l" t="t" r="r" b="b"/>
              <a:pathLst>
                <a:path w="1851" h="2167" extrusionOk="0">
                  <a:moveTo>
                    <a:pt x="239" y="1"/>
                  </a:moveTo>
                  <a:cubicBezTo>
                    <a:pt x="134" y="115"/>
                    <a:pt x="57" y="239"/>
                    <a:pt x="0" y="373"/>
                  </a:cubicBezTo>
                  <a:lnTo>
                    <a:pt x="1193" y="1413"/>
                  </a:lnTo>
                  <a:cubicBezTo>
                    <a:pt x="1336" y="1537"/>
                    <a:pt x="1412" y="1718"/>
                    <a:pt x="1412" y="1909"/>
                  </a:cubicBezTo>
                  <a:lnTo>
                    <a:pt x="1412" y="2166"/>
                  </a:lnTo>
                  <a:lnTo>
                    <a:pt x="1851" y="2166"/>
                  </a:lnTo>
                  <a:lnTo>
                    <a:pt x="1851" y="1909"/>
                  </a:lnTo>
                  <a:cubicBezTo>
                    <a:pt x="1851" y="1594"/>
                    <a:pt x="1708" y="1289"/>
                    <a:pt x="1469" y="1088"/>
                  </a:cubicBezTo>
                  <a:lnTo>
                    <a:pt x="239"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0" name="Google Shape;12120;p64"/>
            <p:cNvSpPr/>
            <p:nvPr/>
          </p:nvSpPr>
          <p:spPr>
            <a:xfrm>
              <a:off x="8272789" y="4087956"/>
              <a:ext cx="48495" cy="56743"/>
            </a:xfrm>
            <a:custGeom>
              <a:avLst/>
              <a:gdLst/>
              <a:ahLst/>
              <a:cxnLst/>
              <a:rect l="l" t="t" r="r" b="b"/>
              <a:pathLst>
                <a:path w="1852" h="2167" extrusionOk="0">
                  <a:moveTo>
                    <a:pt x="1613" y="1"/>
                  </a:moveTo>
                  <a:lnTo>
                    <a:pt x="382" y="1088"/>
                  </a:lnTo>
                  <a:cubicBezTo>
                    <a:pt x="144" y="1289"/>
                    <a:pt x="1" y="1594"/>
                    <a:pt x="1" y="1909"/>
                  </a:cubicBezTo>
                  <a:lnTo>
                    <a:pt x="1" y="2166"/>
                  </a:lnTo>
                  <a:lnTo>
                    <a:pt x="439" y="2166"/>
                  </a:lnTo>
                  <a:lnTo>
                    <a:pt x="439" y="1909"/>
                  </a:lnTo>
                  <a:cubicBezTo>
                    <a:pt x="439" y="1718"/>
                    <a:pt x="516" y="1537"/>
                    <a:pt x="659" y="1413"/>
                  </a:cubicBezTo>
                  <a:lnTo>
                    <a:pt x="1851" y="373"/>
                  </a:lnTo>
                  <a:cubicBezTo>
                    <a:pt x="1794" y="239"/>
                    <a:pt x="1718" y="115"/>
                    <a:pt x="161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1" name="Google Shape;12121;p64"/>
            <p:cNvSpPr/>
            <p:nvPr/>
          </p:nvSpPr>
          <p:spPr>
            <a:xfrm>
              <a:off x="8106671" y="3857894"/>
              <a:ext cx="171905" cy="34512"/>
            </a:xfrm>
            <a:custGeom>
              <a:avLst/>
              <a:gdLst/>
              <a:ahLst/>
              <a:cxnLst/>
              <a:rect l="l" t="t" r="r" b="b"/>
              <a:pathLst>
                <a:path w="6565" h="1318" extrusionOk="0">
                  <a:moveTo>
                    <a:pt x="220" y="1"/>
                  </a:moveTo>
                  <a:cubicBezTo>
                    <a:pt x="96" y="1"/>
                    <a:pt x="1" y="106"/>
                    <a:pt x="1" y="220"/>
                  </a:cubicBezTo>
                  <a:lnTo>
                    <a:pt x="1" y="1317"/>
                  </a:lnTo>
                  <a:lnTo>
                    <a:pt x="6564" y="1317"/>
                  </a:lnTo>
                  <a:lnTo>
                    <a:pt x="6564" y="220"/>
                  </a:lnTo>
                  <a:cubicBezTo>
                    <a:pt x="6564" y="106"/>
                    <a:pt x="6469" y="1"/>
                    <a:pt x="6345"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2" name="Google Shape;12122;p64"/>
            <p:cNvSpPr/>
            <p:nvPr/>
          </p:nvSpPr>
          <p:spPr>
            <a:xfrm>
              <a:off x="8175380" y="3823670"/>
              <a:ext cx="34486" cy="39984"/>
            </a:xfrm>
            <a:custGeom>
              <a:avLst/>
              <a:gdLst/>
              <a:ahLst/>
              <a:cxnLst/>
              <a:rect l="l" t="t" r="r" b="b"/>
              <a:pathLst>
                <a:path w="1317" h="1527" extrusionOk="0">
                  <a:moveTo>
                    <a:pt x="219" y="1"/>
                  </a:moveTo>
                  <a:cubicBezTo>
                    <a:pt x="95" y="1"/>
                    <a:pt x="0" y="96"/>
                    <a:pt x="0" y="220"/>
                  </a:cubicBezTo>
                  <a:lnTo>
                    <a:pt x="0" y="869"/>
                  </a:lnTo>
                  <a:cubicBezTo>
                    <a:pt x="0" y="1231"/>
                    <a:pt x="296" y="1527"/>
                    <a:pt x="658" y="1527"/>
                  </a:cubicBezTo>
                  <a:cubicBezTo>
                    <a:pt x="1021" y="1527"/>
                    <a:pt x="1317" y="1231"/>
                    <a:pt x="1317" y="869"/>
                  </a:cubicBezTo>
                  <a:lnTo>
                    <a:pt x="1317" y="220"/>
                  </a:lnTo>
                  <a:cubicBezTo>
                    <a:pt x="1317" y="96"/>
                    <a:pt x="1221" y="1"/>
                    <a:pt x="1097"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3" name="Google Shape;12123;p64"/>
            <p:cNvSpPr/>
            <p:nvPr/>
          </p:nvSpPr>
          <p:spPr>
            <a:xfrm>
              <a:off x="8175407" y="3823670"/>
              <a:ext cx="22964" cy="40115"/>
            </a:xfrm>
            <a:custGeom>
              <a:avLst/>
              <a:gdLst/>
              <a:ahLst/>
              <a:cxnLst/>
              <a:rect l="l" t="t" r="r" b="b"/>
              <a:pathLst>
                <a:path w="877" h="1532" extrusionOk="0">
                  <a:moveTo>
                    <a:pt x="228" y="1"/>
                  </a:moveTo>
                  <a:cubicBezTo>
                    <a:pt x="104" y="1"/>
                    <a:pt x="9" y="96"/>
                    <a:pt x="9" y="220"/>
                  </a:cubicBezTo>
                  <a:lnTo>
                    <a:pt x="9" y="869"/>
                  </a:lnTo>
                  <a:cubicBezTo>
                    <a:pt x="1" y="1245"/>
                    <a:pt x="309" y="1531"/>
                    <a:pt x="652" y="1531"/>
                  </a:cubicBezTo>
                  <a:cubicBezTo>
                    <a:pt x="726" y="1531"/>
                    <a:pt x="802" y="1518"/>
                    <a:pt x="877" y="1489"/>
                  </a:cubicBezTo>
                  <a:cubicBezTo>
                    <a:pt x="619" y="1393"/>
                    <a:pt x="447" y="1145"/>
                    <a:pt x="447" y="869"/>
                  </a:cubicBezTo>
                  <a:lnTo>
                    <a:pt x="447" y="220"/>
                  </a:lnTo>
                  <a:cubicBezTo>
                    <a:pt x="447" y="96"/>
                    <a:pt x="543" y="1"/>
                    <a:pt x="667"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24" name="Google Shape;12124;p64"/>
          <p:cNvGrpSpPr/>
          <p:nvPr/>
        </p:nvGrpSpPr>
        <p:grpSpPr>
          <a:xfrm>
            <a:off x="7598275" y="2726336"/>
            <a:ext cx="263316" cy="354754"/>
            <a:chOff x="7614550" y="2879911"/>
            <a:chExt cx="263316" cy="354754"/>
          </a:xfrm>
        </p:grpSpPr>
        <p:sp>
          <p:nvSpPr>
            <p:cNvPr id="12125" name="Google Shape;12125;p64"/>
            <p:cNvSpPr/>
            <p:nvPr/>
          </p:nvSpPr>
          <p:spPr>
            <a:xfrm>
              <a:off x="7614550" y="3086013"/>
              <a:ext cx="263316" cy="148652"/>
            </a:xfrm>
            <a:custGeom>
              <a:avLst/>
              <a:gdLst/>
              <a:ahLst/>
              <a:cxnLst/>
              <a:rect l="l" t="t" r="r" b="b"/>
              <a:pathLst>
                <a:path w="10056" h="5677" extrusionOk="0">
                  <a:moveTo>
                    <a:pt x="3721" y="0"/>
                  </a:moveTo>
                  <a:lnTo>
                    <a:pt x="3721" y="1126"/>
                  </a:lnTo>
                  <a:cubicBezTo>
                    <a:pt x="3712" y="1498"/>
                    <a:pt x="3483" y="1822"/>
                    <a:pt x="3130" y="1946"/>
                  </a:cubicBezTo>
                  <a:lnTo>
                    <a:pt x="879" y="2748"/>
                  </a:lnTo>
                  <a:cubicBezTo>
                    <a:pt x="354" y="2929"/>
                    <a:pt x="1" y="3425"/>
                    <a:pt x="1" y="3978"/>
                  </a:cubicBezTo>
                  <a:lnTo>
                    <a:pt x="1" y="5018"/>
                  </a:lnTo>
                  <a:cubicBezTo>
                    <a:pt x="1" y="5381"/>
                    <a:pt x="297" y="5677"/>
                    <a:pt x="659" y="5677"/>
                  </a:cubicBezTo>
                  <a:lnTo>
                    <a:pt x="9398" y="5677"/>
                  </a:lnTo>
                  <a:cubicBezTo>
                    <a:pt x="9760" y="5677"/>
                    <a:pt x="10056" y="5381"/>
                    <a:pt x="10056" y="5018"/>
                  </a:cubicBezTo>
                  <a:lnTo>
                    <a:pt x="10056" y="3978"/>
                  </a:lnTo>
                  <a:cubicBezTo>
                    <a:pt x="10056" y="3425"/>
                    <a:pt x="9703" y="2929"/>
                    <a:pt x="9178" y="2748"/>
                  </a:cubicBezTo>
                  <a:lnTo>
                    <a:pt x="6927" y="1946"/>
                  </a:lnTo>
                  <a:cubicBezTo>
                    <a:pt x="6574" y="1822"/>
                    <a:pt x="6345" y="1498"/>
                    <a:pt x="6345" y="1126"/>
                  </a:cubicBezTo>
                  <a:lnTo>
                    <a:pt x="634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6" name="Google Shape;12126;p64"/>
            <p:cNvSpPr/>
            <p:nvPr/>
          </p:nvSpPr>
          <p:spPr>
            <a:xfrm>
              <a:off x="7614550" y="3137728"/>
              <a:ext cx="263081" cy="96937"/>
            </a:xfrm>
            <a:custGeom>
              <a:avLst/>
              <a:gdLst/>
              <a:ahLst/>
              <a:cxnLst/>
              <a:rect l="l" t="t" r="r" b="b"/>
              <a:pathLst>
                <a:path w="10047" h="3702" extrusionOk="0">
                  <a:moveTo>
                    <a:pt x="3063" y="0"/>
                  </a:moveTo>
                  <a:lnTo>
                    <a:pt x="879" y="773"/>
                  </a:lnTo>
                  <a:cubicBezTo>
                    <a:pt x="354" y="954"/>
                    <a:pt x="1" y="1450"/>
                    <a:pt x="1" y="2003"/>
                  </a:cubicBezTo>
                  <a:lnTo>
                    <a:pt x="1" y="3043"/>
                  </a:lnTo>
                  <a:cubicBezTo>
                    <a:pt x="1" y="3406"/>
                    <a:pt x="297" y="3702"/>
                    <a:pt x="659" y="3702"/>
                  </a:cubicBezTo>
                  <a:lnTo>
                    <a:pt x="9398" y="3702"/>
                  </a:lnTo>
                  <a:cubicBezTo>
                    <a:pt x="9760" y="3702"/>
                    <a:pt x="10046" y="3406"/>
                    <a:pt x="10046" y="3043"/>
                  </a:cubicBezTo>
                  <a:lnTo>
                    <a:pt x="10046" y="2003"/>
                  </a:lnTo>
                  <a:cubicBezTo>
                    <a:pt x="10046" y="1450"/>
                    <a:pt x="9703" y="954"/>
                    <a:pt x="9178" y="773"/>
                  </a:cubicBezTo>
                  <a:lnTo>
                    <a:pt x="6994" y="0"/>
                  </a:lnTo>
                  <a:cubicBezTo>
                    <a:pt x="6994" y="1088"/>
                    <a:pt x="6116" y="1965"/>
                    <a:pt x="5028" y="1965"/>
                  </a:cubicBezTo>
                  <a:cubicBezTo>
                    <a:pt x="3941" y="1965"/>
                    <a:pt x="3063" y="1088"/>
                    <a:pt x="3063"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7" name="Google Shape;12127;p64"/>
            <p:cNvSpPr/>
            <p:nvPr/>
          </p:nvSpPr>
          <p:spPr>
            <a:xfrm>
              <a:off x="7683495" y="3137728"/>
              <a:ext cx="125426" cy="62477"/>
            </a:xfrm>
            <a:custGeom>
              <a:avLst/>
              <a:gdLst/>
              <a:ahLst/>
              <a:cxnLst/>
              <a:rect l="l" t="t" r="r" b="b"/>
              <a:pathLst>
                <a:path w="4790" h="2386" extrusionOk="0">
                  <a:moveTo>
                    <a:pt x="430" y="0"/>
                  </a:moveTo>
                  <a:lnTo>
                    <a:pt x="1" y="153"/>
                  </a:lnTo>
                  <a:cubicBezTo>
                    <a:pt x="87" y="1412"/>
                    <a:pt x="1136" y="2385"/>
                    <a:pt x="2395" y="2385"/>
                  </a:cubicBezTo>
                  <a:cubicBezTo>
                    <a:pt x="3655" y="2385"/>
                    <a:pt x="4704" y="1412"/>
                    <a:pt x="4790" y="153"/>
                  </a:cubicBezTo>
                  <a:lnTo>
                    <a:pt x="4361" y="0"/>
                  </a:lnTo>
                  <a:cubicBezTo>
                    <a:pt x="4361" y="1088"/>
                    <a:pt x="3483" y="1965"/>
                    <a:pt x="2395" y="1965"/>
                  </a:cubicBezTo>
                  <a:cubicBezTo>
                    <a:pt x="1308" y="1965"/>
                    <a:pt x="430" y="1088"/>
                    <a:pt x="430" y="0"/>
                  </a:cubicBezTo>
                  <a:close/>
                </a:path>
              </a:pathLst>
            </a:custGeom>
            <a:solidFill>
              <a:srgbClr val="A2B5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8" name="Google Shape;12128;p64"/>
            <p:cNvSpPr/>
            <p:nvPr/>
          </p:nvSpPr>
          <p:spPr>
            <a:xfrm>
              <a:off x="7711985" y="3085751"/>
              <a:ext cx="68709" cy="23069"/>
            </a:xfrm>
            <a:custGeom>
              <a:avLst/>
              <a:gdLst/>
              <a:ahLst/>
              <a:cxnLst/>
              <a:rect l="l" t="t" r="r" b="b"/>
              <a:pathLst>
                <a:path w="2624" h="881" extrusionOk="0">
                  <a:moveTo>
                    <a:pt x="0" y="1"/>
                  </a:moveTo>
                  <a:lnTo>
                    <a:pt x="0" y="602"/>
                  </a:lnTo>
                  <a:cubicBezTo>
                    <a:pt x="415" y="788"/>
                    <a:pt x="861" y="881"/>
                    <a:pt x="1309" y="881"/>
                  </a:cubicBezTo>
                  <a:cubicBezTo>
                    <a:pt x="1756" y="881"/>
                    <a:pt x="2204" y="788"/>
                    <a:pt x="2624" y="602"/>
                  </a:cubicBezTo>
                  <a:lnTo>
                    <a:pt x="262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9" name="Google Shape;12129;p64"/>
            <p:cNvSpPr/>
            <p:nvPr/>
          </p:nvSpPr>
          <p:spPr>
            <a:xfrm>
              <a:off x="7780668" y="3023064"/>
              <a:ext cx="45745" cy="211601"/>
            </a:xfrm>
            <a:custGeom>
              <a:avLst/>
              <a:gdLst/>
              <a:ahLst/>
              <a:cxnLst/>
              <a:rect l="l" t="t" r="r" b="b"/>
              <a:pathLst>
                <a:path w="1747" h="8081" extrusionOk="0">
                  <a:moveTo>
                    <a:pt x="1" y="0"/>
                  </a:moveTo>
                  <a:lnTo>
                    <a:pt x="1" y="8081"/>
                  </a:lnTo>
                  <a:lnTo>
                    <a:pt x="1527" y="8081"/>
                  </a:lnTo>
                  <a:lnTo>
                    <a:pt x="1117" y="4179"/>
                  </a:lnTo>
                  <a:cubicBezTo>
                    <a:pt x="1098" y="4007"/>
                    <a:pt x="1089" y="3845"/>
                    <a:pt x="1089" y="3683"/>
                  </a:cubicBezTo>
                  <a:lnTo>
                    <a:pt x="1089" y="3520"/>
                  </a:lnTo>
                  <a:cubicBezTo>
                    <a:pt x="1089" y="3206"/>
                    <a:pt x="1117" y="2900"/>
                    <a:pt x="1184" y="2605"/>
                  </a:cubicBezTo>
                  <a:lnTo>
                    <a:pt x="1747" y="0"/>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0" name="Google Shape;12130;p64"/>
            <p:cNvSpPr/>
            <p:nvPr/>
          </p:nvSpPr>
          <p:spPr>
            <a:xfrm>
              <a:off x="7780668" y="3102981"/>
              <a:ext cx="29275" cy="23017"/>
            </a:xfrm>
            <a:custGeom>
              <a:avLst/>
              <a:gdLst/>
              <a:ahLst/>
              <a:cxnLst/>
              <a:rect l="l" t="t" r="r" b="b"/>
              <a:pathLst>
                <a:path w="1118" h="879" extrusionOk="0">
                  <a:moveTo>
                    <a:pt x="1" y="1"/>
                  </a:moveTo>
                  <a:lnTo>
                    <a:pt x="1" y="879"/>
                  </a:lnTo>
                  <a:lnTo>
                    <a:pt x="1098" y="879"/>
                  </a:lnTo>
                  <a:cubicBezTo>
                    <a:pt x="1089" y="793"/>
                    <a:pt x="1089" y="707"/>
                    <a:pt x="1089" y="631"/>
                  </a:cubicBezTo>
                  <a:lnTo>
                    <a:pt x="1089" y="468"/>
                  </a:lnTo>
                  <a:cubicBezTo>
                    <a:pt x="1089" y="316"/>
                    <a:pt x="1098" y="154"/>
                    <a:pt x="1117"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1" name="Google Shape;12131;p64"/>
            <p:cNvSpPr/>
            <p:nvPr/>
          </p:nvSpPr>
          <p:spPr>
            <a:xfrm>
              <a:off x="7666030" y="3023064"/>
              <a:ext cx="45719" cy="211601"/>
            </a:xfrm>
            <a:custGeom>
              <a:avLst/>
              <a:gdLst/>
              <a:ahLst/>
              <a:cxnLst/>
              <a:rect l="l" t="t" r="r" b="b"/>
              <a:pathLst>
                <a:path w="1746" h="8081" extrusionOk="0">
                  <a:moveTo>
                    <a:pt x="0" y="0"/>
                  </a:moveTo>
                  <a:lnTo>
                    <a:pt x="563" y="2605"/>
                  </a:lnTo>
                  <a:cubicBezTo>
                    <a:pt x="630" y="2900"/>
                    <a:pt x="658" y="3206"/>
                    <a:pt x="658" y="3520"/>
                  </a:cubicBezTo>
                  <a:lnTo>
                    <a:pt x="658" y="3683"/>
                  </a:lnTo>
                  <a:cubicBezTo>
                    <a:pt x="658" y="3845"/>
                    <a:pt x="649" y="4007"/>
                    <a:pt x="630" y="4179"/>
                  </a:cubicBezTo>
                  <a:lnTo>
                    <a:pt x="220" y="8081"/>
                  </a:lnTo>
                  <a:lnTo>
                    <a:pt x="1746" y="8081"/>
                  </a:lnTo>
                  <a:lnTo>
                    <a:pt x="1746" y="0"/>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2" name="Google Shape;12132;p64"/>
            <p:cNvSpPr/>
            <p:nvPr/>
          </p:nvSpPr>
          <p:spPr>
            <a:xfrm>
              <a:off x="7628559" y="2879911"/>
              <a:ext cx="235325" cy="137419"/>
            </a:xfrm>
            <a:custGeom>
              <a:avLst/>
              <a:gdLst/>
              <a:ahLst/>
              <a:cxnLst/>
              <a:rect l="l" t="t" r="r" b="b"/>
              <a:pathLst>
                <a:path w="8987" h="5248" extrusionOk="0">
                  <a:moveTo>
                    <a:pt x="4493" y="1"/>
                  </a:moveTo>
                  <a:cubicBezTo>
                    <a:pt x="1794" y="1"/>
                    <a:pt x="0" y="2787"/>
                    <a:pt x="1116" y="5248"/>
                  </a:cubicBezTo>
                  <a:lnTo>
                    <a:pt x="7871" y="5248"/>
                  </a:lnTo>
                  <a:cubicBezTo>
                    <a:pt x="8987" y="2787"/>
                    <a:pt x="7193" y="1"/>
                    <a:pt x="449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3" name="Google Shape;12133;p64"/>
            <p:cNvSpPr/>
            <p:nvPr/>
          </p:nvSpPr>
          <p:spPr>
            <a:xfrm>
              <a:off x="7650031" y="2920131"/>
              <a:ext cx="192381" cy="177142"/>
            </a:xfrm>
            <a:custGeom>
              <a:avLst/>
              <a:gdLst/>
              <a:ahLst/>
              <a:cxnLst/>
              <a:rect l="l" t="t" r="r" b="b"/>
              <a:pathLst>
                <a:path w="7347" h="6765" extrusionOk="0">
                  <a:moveTo>
                    <a:pt x="3673" y="1"/>
                  </a:moveTo>
                  <a:cubicBezTo>
                    <a:pt x="2109" y="1"/>
                    <a:pt x="831" y="1270"/>
                    <a:pt x="831" y="2834"/>
                  </a:cubicBezTo>
                  <a:lnTo>
                    <a:pt x="831" y="3054"/>
                  </a:lnTo>
                  <a:lnTo>
                    <a:pt x="726" y="3054"/>
                  </a:lnTo>
                  <a:cubicBezTo>
                    <a:pt x="1" y="3054"/>
                    <a:pt x="1" y="4151"/>
                    <a:pt x="726" y="4151"/>
                  </a:cubicBezTo>
                  <a:lnTo>
                    <a:pt x="840" y="4151"/>
                  </a:lnTo>
                  <a:cubicBezTo>
                    <a:pt x="955" y="5629"/>
                    <a:pt x="2185" y="6765"/>
                    <a:pt x="3673" y="6765"/>
                  </a:cubicBezTo>
                  <a:cubicBezTo>
                    <a:pt x="5152" y="6765"/>
                    <a:pt x="6383" y="5629"/>
                    <a:pt x="6497" y="4151"/>
                  </a:cubicBezTo>
                  <a:lnTo>
                    <a:pt x="6621" y="4151"/>
                  </a:lnTo>
                  <a:cubicBezTo>
                    <a:pt x="7346" y="4151"/>
                    <a:pt x="7346" y="3054"/>
                    <a:pt x="6621" y="3054"/>
                  </a:cubicBezTo>
                  <a:lnTo>
                    <a:pt x="6516" y="3054"/>
                  </a:lnTo>
                  <a:lnTo>
                    <a:pt x="6516" y="2834"/>
                  </a:lnTo>
                  <a:cubicBezTo>
                    <a:pt x="6516" y="1270"/>
                    <a:pt x="5238" y="1"/>
                    <a:pt x="3673"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4" name="Google Shape;12134;p64"/>
            <p:cNvSpPr/>
            <p:nvPr/>
          </p:nvSpPr>
          <p:spPr>
            <a:xfrm>
              <a:off x="7650188" y="2920052"/>
              <a:ext cx="170229" cy="177456"/>
            </a:xfrm>
            <a:custGeom>
              <a:avLst/>
              <a:gdLst/>
              <a:ahLst/>
              <a:cxnLst/>
              <a:rect l="l" t="t" r="r" b="b"/>
              <a:pathLst>
                <a:path w="6501" h="6777" extrusionOk="0">
                  <a:moveTo>
                    <a:pt x="3677" y="0"/>
                  </a:moveTo>
                  <a:cubicBezTo>
                    <a:pt x="3629" y="0"/>
                    <a:pt x="3582" y="1"/>
                    <a:pt x="3534" y="4"/>
                  </a:cubicBezTo>
                  <a:cubicBezTo>
                    <a:pt x="2007" y="71"/>
                    <a:pt x="825" y="1273"/>
                    <a:pt x="825" y="2894"/>
                  </a:cubicBezTo>
                  <a:lnTo>
                    <a:pt x="825" y="3057"/>
                  </a:lnTo>
                  <a:lnTo>
                    <a:pt x="748" y="3057"/>
                  </a:lnTo>
                  <a:cubicBezTo>
                    <a:pt x="742" y="3056"/>
                    <a:pt x="736" y="3056"/>
                    <a:pt x="729" y="3056"/>
                  </a:cubicBezTo>
                  <a:cubicBezTo>
                    <a:pt x="23" y="3056"/>
                    <a:pt x="1" y="4125"/>
                    <a:pt x="720" y="4154"/>
                  </a:cubicBezTo>
                  <a:lnTo>
                    <a:pt x="844" y="4154"/>
                  </a:lnTo>
                  <a:cubicBezTo>
                    <a:pt x="947" y="5649"/>
                    <a:pt x="2194" y="6776"/>
                    <a:pt x="3648" y="6776"/>
                  </a:cubicBezTo>
                  <a:cubicBezTo>
                    <a:pt x="3799" y="6776"/>
                    <a:pt x="3952" y="6764"/>
                    <a:pt x="4106" y="6739"/>
                  </a:cubicBezTo>
                  <a:cubicBezTo>
                    <a:pt x="2723" y="6520"/>
                    <a:pt x="1702" y="5327"/>
                    <a:pt x="1702" y="3934"/>
                  </a:cubicBezTo>
                  <a:lnTo>
                    <a:pt x="1702" y="2837"/>
                  </a:lnTo>
                  <a:cubicBezTo>
                    <a:pt x="1702" y="2627"/>
                    <a:pt x="1721" y="2417"/>
                    <a:pt x="1769" y="2208"/>
                  </a:cubicBezTo>
                  <a:cubicBezTo>
                    <a:pt x="1872" y="1796"/>
                    <a:pt x="2235" y="1538"/>
                    <a:pt x="2619" y="1538"/>
                  </a:cubicBezTo>
                  <a:cubicBezTo>
                    <a:pt x="2770" y="1538"/>
                    <a:pt x="2924" y="1578"/>
                    <a:pt x="3066" y="1664"/>
                  </a:cubicBezTo>
                  <a:cubicBezTo>
                    <a:pt x="4116" y="2255"/>
                    <a:pt x="5289" y="2580"/>
                    <a:pt x="6501" y="2618"/>
                  </a:cubicBezTo>
                  <a:cubicBezTo>
                    <a:pt x="6381" y="1130"/>
                    <a:pt x="5142" y="0"/>
                    <a:pt x="3677"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5" name="Google Shape;12135;p64"/>
            <p:cNvSpPr/>
            <p:nvPr/>
          </p:nvSpPr>
          <p:spPr>
            <a:xfrm>
              <a:off x="7720468" y="3037309"/>
              <a:ext cx="51506" cy="22755"/>
            </a:xfrm>
            <a:custGeom>
              <a:avLst/>
              <a:gdLst/>
              <a:ahLst/>
              <a:cxnLst/>
              <a:rect l="l" t="t" r="r" b="b"/>
              <a:pathLst>
                <a:path w="1967" h="869" extrusionOk="0">
                  <a:moveTo>
                    <a:pt x="144" y="0"/>
                  </a:moveTo>
                  <a:cubicBezTo>
                    <a:pt x="68" y="0"/>
                    <a:pt x="1" y="76"/>
                    <a:pt x="20" y="153"/>
                  </a:cubicBezTo>
                  <a:cubicBezTo>
                    <a:pt x="96" y="563"/>
                    <a:pt x="497" y="868"/>
                    <a:pt x="983" y="868"/>
                  </a:cubicBezTo>
                  <a:cubicBezTo>
                    <a:pt x="1470" y="868"/>
                    <a:pt x="1871" y="563"/>
                    <a:pt x="1957" y="153"/>
                  </a:cubicBezTo>
                  <a:cubicBezTo>
                    <a:pt x="1966" y="76"/>
                    <a:pt x="1909" y="0"/>
                    <a:pt x="182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6" name="Google Shape;12136;p64"/>
            <p:cNvSpPr/>
            <p:nvPr/>
          </p:nvSpPr>
          <p:spPr>
            <a:xfrm>
              <a:off x="7706250" y="3000204"/>
              <a:ext cx="11260" cy="17125"/>
            </a:xfrm>
            <a:custGeom>
              <a:avLst/>
              <a:gdLst/>
              <a:ahLst/>
              <a:cxnLst/>
              <a:rect l="l" t="t" r="r" b="b"/>
              <a:pathLst>
                <a:path w="430" h="654" extrusionOk="0">
                  <a:moveTo>
                    <a:pt x="215" y="0"/>
                  </a:moveTo>
                  <a:cubicBezTo>
                    <a:pt x="107" y="0"/>
                    <a:pt x="0" y="72"/>
                    <a:pt x="0" y="215"/>
                  </a:cubicBezTo>
                  <a:lnTo>
                    <a:pt x="0" y="434"/>
                  </a:lnTo>
                  <a:cubicBezTo>
                    <a:pt x="0" y="558"/>
                    <a:pt x="95" y="654"/>
                    <a:pt x="219" y="654"/>
                  </a:cubicBezTo>
                  <a:cubicBezTo>
                    <a:pt x="334" y="654"/>
                    <a:pt x="429" y="549"/>
                    <a:pt x="429" y="434"/>
                  </a:cubicBezTo>
                  <a:lnTo>
                    <a:pt x="429" y="215"/>
                  </a:lnTo>
                  <a:cubicBezTo>
                    <a:pt x="429" y="72"/>
                    <a:pt x="322"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7" name="Google Shape;12137;p64"/>
            <p:cNvSpPr/>
            <p:nvPr/>
          </p:nvSpPr>
          <p:spPr>
            <a:xfrm>
              <a:off x="7774933" y="3000204"/>
              <a:ext cx="11260" cy="17125"/>
            </a:xfrm>
            <a:custGeom>
              <a:avLst/>
              <a:gdLst/>
              <a:ahLst/>
              <a:cxnLst/>
              <a:rect l="l" t="t" r="r" b="b"/>
              <a:pathLst>
                <a:path w="430" h="654" extrusionOk="0">
                  <a:moveTo>
                    <a:pt x="215" y="0"/>
                  </a:moveTo>
                  <a:cubicBezTo>
                    <a:pt x="108" y="0"/>
                    <a:pt x="1" y="72"/>
                    <a:pt x="1" y="215"/>
                  </a:cubicBezTo>
                  <a:lnTo>
                    <a:pt x="1" y="434"/>
                  </a:lnTo>
                  <a:cubicBezTo>
                    <a:pt x="1" y="558"/>
                    <a:pt x="96" y="654"/>
                    <a:pt x="220" y="654"/>
                  </a:cubicBezTo>
                  <a:cubicBezTo>
                    <a:pt x="334" y="654"/>
                    <a:pt x="430" y="558"/>
                    <a:pt x="430" y="434"/>
                  </a:cubicBezTo>
                  <a:lnTo>
                    <a:pt x="430" y="215"/>
                  </a:lnTo>
                  <a:cubicBezTo>
                    <a:pt x="430" y="72"/>
                    <a:pt x="323" y="0"/>
                    <a:pt x="21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8" name="Google Shape;12138;p64"/>
            <p:cNvSpPr/>
            <p:nvPr/>
          </p:nvSpPr>
          <p:spPr>
            <a:xfrm>
              <a:off x="7698237" y="2981535"/>
              <a:ext cx="27206" cy="12831"/>
            </a:xfrm>
            <a:custGeom>
              <a:avLst/>
              <a:gdLst/>
              <a:ahLst/>
              <a:cxnLst/>
              <a:rect l="l" t="t" r="r" b="b"/>
              <a:pathLst>
                <a:path w="1039" h="490" extrusionOk="0">
                  <a:moveTo>
                    <a:pt x="751" y="0"/>
                  </a:moveTo>
                  <a:cubicBezTo>
                    <a:pt x="740" y="0"/>
                    <a:pt x="728" y="1"/>
                    <a:pt x="716" y="3"/>
                  </a:cubicBezTo>
                  <a:lnTo>
                    <a:pt x="277" y="50"/>
                  </a:lnTo>
                  <a:cubicBezTo>
                    <a:pt x="1" y="79"/>
                    <a:pt x="20" y="489"/>
                    <a:pt x="306" y="489"/>
                  </a:cubicBezTo>
                  <a:lnTo>
                    <a:pt x="325" y="489"/>
                  </a:lnTo>
                  <a:lnTo>
                    <a:pt x="764" y="432"/>
                  </a:lnTo>
                  <a:cubicBezTo>
                    <a:pt x="1038" y="404"/>
                    <a:pt x="1006" y="0"/>
                    <a:pt x="751"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39" name="Google Shape;12139;p64"/>
            <p:cNvSpPr/>
            <p:nvPr/>
          </p:nvSpPr>
          <p:spPr>
            <a:xfrm>
              <a:off x="7766921" y="2981561"/>
              <a:ext cx="27285" cy="12804"/>
            </a:xfrm>
            <a:custGeom>
              <a:avLst/>
              <a:gdLst/>
              <a:ahLst/>
              <a:cxnLst/>
              <a:rect l="l" t="t" r="r" b="b"/>
              <a:pathLst>
                <a:path w="1042" h="489" extrusionOk="0">
                  <a:moveTo>
                    <a:pt x="299" y="0"/>
                  </a:moveTo>
                  <a:cubicBezTo>
                    <a:pt x="37" y="0"/>
                    <a:pt x="1" y="404"/>
                    <a:pt x="278" y="440"/>
                  </a:cubicBezTo>
                  <a:lnTo>
                    <a:pt x="717" y="488"/>
                  </a:lnTo>
                  <a:lnTo>
                    <a:pt x="736" y="488"/>
                  </a:lnTo>
                  <a:cubicBezTo>
                    <a:pt x="1012" y="488"/>
                    <a:pt x="1041" y="78"/>
                    <a:pt x="764" y="49"/>
                  </a:cubicBezTo>
                  <a:lnTo>
                    <a:pt x="326" y="2"/>
                  </a:lnTo>
                  <a:cubicBezTo>
                    <a:pt x="316" y="1"/>
                    <a:pt x="307" y="0"/>
                    <a:pt x="29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0" name="Google Shape;12140;p64"/>
            <p:cNvSpPr/>
            <p:nvPr/>
          </p:nvSpPr>
          <p:spPr>
            <a:xfrm>
              <a:off x="7681008" y="2879911"/>
              <a:ext cx="162399" cy="97199"/>
            </a:xfrm>
            <a:custGeom>
              <a:avLst/>
              <a:gdLst/>
              <a:ahLst/>
              <a:cxnLst/>
              <a:rect l="l" t="t" r="r" b="b"/>
              <a:pathLst>
                <a:path w="6202" h="3712" extrusionOk="0">
                  <a:moveTo>
                    <a:pt x="2490" y="1"/>
                  </a:moveTo>
                  <a:cubicBezTo>
                    <a:pt x="1565" y="1"/>
                    <a:pt x="678" y="344"/>
                    <a:pt x="1" y="974"/>
                  </a:cubicBezTo>
                  <a:cubicBezTo>
                    <a:pt x="1317" y="2701"/>
                    <a:pt x="3368" y="3712"/>
                    <a:pt x="5553" y="3712"/>
                  </a:cubicBezTo>
                  <a:cubicBezTo>
                    <a:pt x="5772" y="3712"/>
                    <a:pt x="5992" y="3702"/>
                    <a:pt x="6201" y="3683"/>
                  </a:cubicBezTo>
                  <a:cubicBezTo>
                    <a:pt x="6182" y="1642"/>
                    <a:pt x="4532" y="1"/>
                    <a:pt x="2490"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1" name="Google Shape;12141;p64"/>
            <p:cNvSpPr/>
            <p:nvPr/>
          </p:nvSpPr>
          <p:spPr>
            <a:xfrm>
              <a:off x="7682762" y="3102981"/>
              <a:ext cx="29249" cy="23017"/>
            </a:xfrm>
            <a:custGeom>
              <a:avLst/>
              <a:gdLst/>
              <a:ahLst/>
              <a:cxnLst/>
              <a:rect l="l" t="t" r="r" b="b"/>
              <a:pathLst>
                <a:path w="1117" h="879" extrusionOk="0">
                  <a:moveTo>
                    <a:pt x="0" y="1"/>
                  </a:moveTo>
                  <a:cubicBezTo>
                    <a:pt x="10" y="154"/>
                    <a:pt x="19" y="316"/>
                    <a:pt x="19" y="468"/>
                  </a:cubicBezTo>
                  <a:lnTo>
                    <a:pt x="19" y="631"/>
                  </a:lnTo>
                  <a:cubicBezTo>
                    <a:pt x="19" y="707"/>
                    <a:pt x="19" y="793"/>
                    <a:pt x="19" y="879"/>
                  </a:cubicBezTo>
                  <a:lnTo>
                    <a:pt x="1116" y="879"/>
                  </a:lnTo>
                  <a:lnTo>
                    <a:pt x="1116" y="1"/>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2" name="Google Shape;12142;p64"/>
            <p:cNvSpPr/>
            <p:nvPr/>
          </p:nvSpPr>
          <p:spPr>
            <a:xfrm>
              <a:off x="7682762" y="3102981"/>
              <a:ext cx="29249" cy="11783"/>
            </a:xfrm>
            <a:custGeom>
              <a:avLst/>
              <a:gdLst/>
              <a:ahLst/>
              <a:cxnLst/>
              <a:rect l="l" t="t" r="r" b="b"/>
              <a:pathLst>
                <a:path w="1117" h="450" extrusionOk="0">
                  <a:moveTo>
                    <a:pt x="0" y="1"/>
                  </a:moveTo>
                  <a:cubicBezTo>
                    <a:pt x="10" y="154"/>
                    <a:pt x="19" y="297"/>
                    <a:pt x="19" y="449"/>
                  </a:cubicBezTo>
                  <a:lnTo>
                    <a:pt x="1116" y="449"/>
                  </a:lnTo>
                  <a:lnTo>
                    <a:pt x="1116" y="1"/>
                  </a:lnTo>
                  <a:close/>
                </a:path>
              </a:pathLst>
            </a:custGeom>
            <a:solidFill>
              <a:srgbClr val="A2B5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3" name="Google Shape;12143;p64"/>
            <p:cNvSpPr/>
            <p:nvPr/>
          </p:nvSpPr>
          <p:spPr>
            <a:xfrm>
              <a:off x="7780432" y="3103242"/>
              <a:ext cx="29249" cy="11521"/>
            </a:xfrm>
            <a:custGeom>
              <a:avLst/>
              <a:gdLst/>
              <a:ahLst/>
              <a:cxnLst/>
              <a:rect l="l" t="t" r="r" b="b"/>
              <a:pathLst>
                <a:path w="1117" h="440" extrusionOk="0">
                  <a:moveTo>
                    <a:pt x="0" y="1"/>
                  </a:moveTo>
                  <a:lnTo>
                    <a:pt x="0" y="439"/>
                  </a:lnTo>
                  <a:lnTo>
                    <a:pt x="1098" y="439"/>
                  </a:lnTo>
                  <a:cubicBezTo>
                    <a:pt x="1098" y="287"/>
                    <a:pt x="1107" y="144"/>
                    <a:pt x="1117" y="1"/>
                  </a:cubicBezTo>
                  <a:close/>
                </a:path>
              </a:pathLst>
            </a:custGeom>
            <a:solidFill>
              <a:srgbClr val="A2B5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44" name="Google Shape;12144;p64"/>
          <p:cNvGrpSpPr/>
          <p:nvPr/>
        </p:nvGrpSpPr>
        <p:grpSpPr>
          <a:xfrm>
            <a:off x="4884409" y="4114612"/>
            <a:ext cx="274576" cy="354623"/>
            <a:chOff x="4900684" y="4268187"/>
            <a:chExt cx="274576" cy="354623"/>
          </a:xfrm>
        </p:grpSpPr>
        <p:sp>
          <p:nvSpPr>
            <p:cNvPr id="12145" name="Google Shape;12145;p64"/>
            <p:cNvSpPr/>
            <p:nvPr/>
          </p:nvSpPr>
          <p:spPr>
            <a:xfrm>
              <a:off x="4963633" y="4268187"/>
              <a:ext cx="148678" cy="57109"/>
            </a:xfrm>
            <a:custGeom>
              <a:avLst/>
              <a:gdLst/>
              <a:ahLst/>
              <a:cxnLst/>
              <a:rect l="l" t="t" r="r" b="b"/>
              <a:pathLst>
                <a:path w="5678" h="2181" extrusionOk="0">
                  <a:moveTo>
                    <a:pt x="2839" y="1"/>
                  </a:moveTo>
                  <a:cubicBezTo>
                    <a:pt x="2021" y="1"/>
                    <a:pt x="1203" y="139"/>
                    <a:pt x="421" y="416"/>
                  </a:cubicBezTo>
                  <a:cubicBezTo>
                    <a:pt x="173" y="511"/>
                    <a:pt x="1" y="759"/>
                    <a:pt x="1" y="1036"/>
                  </a:cubicBezTo>
                  <a:lnTo>
                    <a:pt x="1" y="2181"/>
                  </a:lnTo>
                  <a:lnTo>
                    <a:pt x="5677" y="2181"/>
                  </a:lnTo>
                  <a:lnTo>
                    <a:pt x="5677" y="1036"/>
                  </a:lnTo>
                  <a:cubicBezTo>
                    <a:pt x="5677" y="759"/>
                    <a:pt x="5515" y="511"/>
                    <a:pt x="5257" y="416"/>
                  </a:cubicBezTo>
                  <a:cubicBezTo>
                    <a:pt x="4475" y="139"/>
                    <a:pt x="3657" y="1"/>
                    <a:pt x="2839"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6" name="Google Shape;12146;p64"/>
            <p:cNvSpPr/>
            <p:nvPr/>
          </p:nvSpPr>
          <p:spPr>
            <a:xfrm>
              <a:off x="4935170" y="4302542"/>
              <a:ext cx="205866" cy="102959"/>
            </a:xfrm>
            <a:custGeom>
              <a:avLst/>
              <a:gdLst/>
              <a:ahLst/>
              <a:cxnLst/>
              <a:rect l="l" t="t" r="r" b="b"/>
              <a:pathLst>
                <a:path w="7862" h="3932" extrusionOk="0">
                  <a:moveTo>
                    <a:pt x="3931" y="1"/>
                  </a:moveTo>
                  <a:cubicBezTo>
                    <a:pt x="1756" y="1"/>
                    <a:pt x="0" y="878"/>
                    <a:pt x="0" y="1966"/>
                  </a:cubicBezTo>
                  <a:cubicBezTo>
                    <a:pt x="0" y="3053"/>
                    <a:pt x="1756" y="3931"/>
                    <a:pt x="3931" y="3931"/>
                  </a:cubicBezTo>
                  <a:cubicBezTo>
                    <a:pt x="6096" y="3931"/>
                    <a:pt x="7861" y="3053"/>
                    <a:pt x="7861" y="1966"/>
                  </a:cubicBezTo>
                  <a:cubicBezTo>
                    <a:pt x="7861" y="878"/>
                    <a:pt x="6096" y="1"/>
                    <a:pt x="3931"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7" name="Google Shape;12147;p64"/>
            <p:cNvSpPr/>
            <p:nvPr/>
          </p:nvSpPr>
          <p:spPr>
            <a:xfrm>
              <a:off x="4946403" y="4405475"/>
              <a:ext cx="17256" cy="22938"/>
            </a:xfrm>
            <a:custGeom>
              <a:avLst/>
              <a:gdLst/>
              <a:ahLst/>
              <a:cxnLst/>
              <a:rect l="l" t="t" r="r" b="b"/>
              <a:pathLst>
                <a:path w="659" h="876" extrusionOk="0">
                  <a:moveTo>
                    <a:pt x="335" y="0"/>
                  </a:moveTo>
                  <a:cubicBezTo>
                    <a:pt x="335" y="0"/>
                    <a:pt x="1" y="219"/>
                    <a:pt x="1" y="553"/>
                  </a:cubicBezTo>
                  <a:cubicBezTo>
                    <a:pt x="1" y="768"/>
                    <a:pt x="165" y="875"/>
                    <a:pt x="330" y="875"/>
                  </a:cubicBezTo>
                  <a:cubicBezTo>
                    <a:pt x="494" y="875"/>
                    <a:pt x="659" y="768"/>
                    <a:pt x="659" y="553"/>
                  </a:cubicBezTo>
                  <a:cubicBezTo>
                    <a:pt x="659" y="219"/>
                    <a:pt x="335" y="0"/>
                    <a:pt x="335"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8" name="Google Shape;12148;p64"/>
            <p:cNvSpPr/>
            <p:nvPr/>
          </p:nvSpPr>
          <p:spPr>
            <a:xfrm>
              <a:off x="5112285" y="4405475"/>
              <a:ext cx="17256" cy="22938"/>
            </a:xfrm>
            <a:custGeom>
              <a:avLst/>
              <a:gdLst/>
              <a:ahLst/>
              <a:cxnLst/>
              <a:rect l="l" t="t" r="r" b="b"/>
              <a:pathLst>
                <a:path w="659" h="876" extrusionOk="0">
                  <a:moveTo>
                    <a:pt x="334" y="0"/>
                  </a:moveTo>
                  <a:cubicBezTo>
                    <a:pt x="334" y="0"/>
                    <a:pt x="0" y="219"/>
                    <a:pt x="0" y="553"/>
                  </a:cubicBezTo>
                  <a:cubicBezTo>
                    <a:pt x="0" y="768"/>
                    <a:pt x="165" y="875"/>
                    <a:pt x="329" y="875"/>
                  </a:cubicBezTo>
                  <a:cubicBezTo>
                    <a:pt x="494" y="875"/>
                    <a:pt x="659" y="768"/>
                    <a:pt x="659" y="553"/>
                  </a:cubicBezTo>
                  <a:cubicBezTo>
                    <a:pt x="659" y="219"/>
                    <a:pt x="334" y="0"/>
                    <a:pt x="334"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9" name="Google Shape;12149;p64"/>
            <p:cNvSpPr/>
            <p:nvPr/>
          </p:nvSpPr>
          <p:spPr>
            <a:xfrm>
              <a:off x="4900684" y="4468424"/>
              <a:ext cx="274576" cy="154387"/>
            </a:xfrm>
            <a:custGeom>
              <a:avLst/>
              <a:gdLst/>
              <a:ahLst/>
              <a:cxnLst/>
              <a:rect l="l" t="t" r="r" b="b"/>
              <a:pathLst>
                <a:path w="10486" h="5896" extrusionOk="0">
                  <a:moveTo>
                    <a:pt x="3712" y="0"/>
                  </a:moveTo>
                  <a:lnTo>
                    <a:pt x="3712" y="1040"/>
                  </a:lnTo>
                  <a:cubicBezTo>
                    <a:pt x="3712" y="1326"/>
                    <a:pt x="3521" y="1584"/>
                    <a:pt x="3244" y="1670"/>
                  </a:cubicBezTo>
                  <a:lnTo>
                    <a:pt x="945" y="2347"/>
                  </a:lnTo>
                  <a:cubicBezTo>
                    <a:pt x="383" y="2509"/>
                    <a:pt x="1" y="3015"/>
                    <a:pt x="1" y="3597"/>
                  </a:cubicBezTo>
                  <a:lnTo>
                    <a:pt x="1" y="5237"/>
                  </a:lnTo>
                  <a:cubicBezTo>
                    <a:pt x="1" y="5600"/>
                    <a:pt x="297" y="5896"/>
                    <a:pt x="659" y="5896"/>
                  </a:cubicBezTo>
                  <a:lnTo>
                    <a:pt x="9837" y="5896"/>
                  </a:lnTo>
                  <a:cubicBezTo>
                    <a:pt x="10190" y="5896"/>
                    <a:pt x="10485" y="5600"/>
                    <a:pt x="10485" y="5237"/>
                  </a:cubicBezTo>
                  <a:lnTo>
                    <a:pt x="10485" y="3597"/>
                  </a:lnTo>
                  <a:cubicBezTo>
                    <a:pt x="10485" y="3015"/>
                    <a:pt x="10104" y="2509"/>
                    <a:pt x="9550" y="2347"/>
                  </a:cubicBezTo>
                  <a:lnTo>
                    <a:pt x="7242" y="1670"/>
                  </a:lnTo>
                  <a:cubicBezTo>
                    <a:pt x="6965" y="1584"/>
                    <a:pt x="6774" y="1326"/>
                    <a:pt x="6774" y="1040"/>
                  </a:cubicBezTo>
                  <a:lnTo>
                    <a:pt x="677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0" name="Google Shape;12150;p64"/>
            <p:cNvSpPr/>
            <p:nvPr/>
          </p:nvSpPr>
          <p:spPr>
            <a:xfrm>
              <a:off x="4997857" y="4468424"/>
              <a:ext cx="80231" cy="22860"/>
            </a:xfrm>
            <a:custGeom>
              <a:avLst/>
              <a:gdLst/>
              <a:ahLst/>
              <a:cxnLst/>
              <a:rect l="l" t="t" r="r" b="b"/>
              <a:pathLst>
                <a:path w="3064" h="873" extrusionOk="0">
                  <a:moveTo>
                    <a:pt x="1" y="0"/>
                  </a:moveTo>
                  <a:lnTo>
                    <a:pt x="1" y="487"/>
                  </a:lnTo>
                  <a:cubicBezTo>
                    <a:pt x="478" y="744"/>
                    <a:pt x="1005" y="873"/>
                    <a:pt x="1532" y="873"/>
                  </a:cubicBezTo>
                  <a:cubicBezTo>
                    <a:pt x="2059" y="873"/>
                    <a:pt x="2586" y="744"/>
                    <a:pt x="3063" y="487"/>
                  </a:cubicBezTo>
                  <a:lnTo>
                    <a:pt x="3063"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1" name="Google Shape;12151;p64"/>
            <p:cNvSpPr/>
            <p:nvPr/>
          </p:nvSpPr>
          <p:spPr>
            <a:xfrm>
              <a:off x="4941664" y="4325270"/>
              <a:ext cx="192617" cy="154413"/>
            </a:xfrm>
            <a:custGeom>
              <a:avLst/>
              <a:gdLst/>
              <a:ahLst/>
              <a:cxnLst/>
              <a:rect l="l" t="t" r="r" b="b"/>
              <a:pathLst>
                <a:path w="7356" h="5897" extrusionOk="0">
                  <a:moveTo>
                    <a:pt x="3683" y="1"/>
                  </a:moveTo>
                  <a:cubicBezTo>
                    <a:pt x="2347" y="1"/>
                    <a:pt x="1279" y="392"/>
                    <a:pt x="1279" y="878"/>
                  </a:cubicBezTo>
                  <a:lnTo>
                    <a:pt x="1279" y="1756"/>
                  </a:lnTo>
                  <a:cubicBezTo>
                    <a:pt x="1279" y="1995"/>
                    <a:pt x="1078" y="2185"/>
                    <a:pt x="840" y="2185"/>
                  </a:cubicBezTo>
                  <a:lnTo>
                    <a:pt x="725" y="2185"/>
                  </a:lnTo>
                  <a:cubicBezTo>
                    <a:pt x="0" y="2185"/>
                    <a:pt x="0" y="3282"/>
                    <a:pt x="725" y="3282"/>
                  </a:cubicBezTo>
                  <a:lnTo>
                    <a:pt x="850" y="3282"/>
                  </a:lnTo>
                  <a:cubicBezTo>
                    <a:pt x="964" y="4761"/>
                    <a:pt x="2195" y="5896"/>
                    <a:pt x="3673" y="5896"/>
                  </a:cubicBezTo>
                  <a:cubicBezTo>
                    <a:pt x="5162" y="5896"/>
                    <a:pt x="6392" y="4761"/>
                    <a:pt x="6507" y="3282"/>
                  </a:cubicBezTo>
                  <a:lnTo>
                    <a:pt x="6621" y="3282"/>
                  </a:lnTo>
                  <a:cubicBezTo>
                    <a:pt x="7356" y="3282"/>
                    <a:pt x="7356" y="2185"/>
                    <a:pt x="6621" y="2185"/>
                  </a:cubicBezTo>
                  <a:lnTo>
                    <a:pt x="6516" y="2185"/>
                  </a:lnTo>
                  <a:cubicBezTo>
                    <a:pt x="6278" y="2185"/>
                    <a:pt x="6077" y="1995"/>
                    <a:pt x="6077" y="1756"/>
                  </a:cubicBezTo>
                  <a:lnTo>
                    <a:pt x="6077" y="878"/>
                  </a:lnTo>
                  <a:cubicBezTo>
                    <a:pt x="6077" y="401"/>
                    <a:pt x="5009" y="1"/>
                    <a:pt x="3683"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2" name="Google Shape;12152;p64"/>
            <p:cNvSpPr/>
            <p:nvPr/>
          </p:nvSpPr>
          <p:spPr>
            <a:xfrm>
              <a:off x="4945670" y="4325270"/>
              <a:ext cx="155382" cy="154622"/>
            </a:xfrm>
            <a:custGeom>
              <a:avLst/>
              <a:gdLst/>
              <a:ahLst/>
              <a:cxnLst/>
              <a:rect l="l" t="t" r="r" b="b"/>
              <a:pathLst>
                <a:path w="5934" h="5905" extrusionOk="0">
                  <a:moveTo>
                    <a:pt x="3530" y="1"/>
                  </a:moveTo>
                  <a:cubicBezTo>
                    <a:pt x="2252" y="1"/>
                    <a:pt x="1212" y="363"/>
                    <a:pt x="1135" y="821"/>
                  </a:cubicBezTo>
                  <a:cubicBezTo>
                    <a:pt x="1126" y="840"/>
                    <a:pt x="1126" y="859"/>
                    <a:pt x="1126" y="878"/>
                  </a:cubicBezTo>
                  <a:lnTo>
                    <a:pt x="1126" y="1756"/>
                  </a:lnTo>
                  <a:cubicBezTo>
                    <a:pt x="1126" y="1995"/>
                    <a:pt x="925" y="2185"/>
                    <a:pt x="687" y="2185"/>
                  </a:cubicBezTo>
                  <a:lnTo>
                    <a:pt x="611" y="2185"/>
                  </a:lnTo>
                  <a:cubicBezTo>
                    <a:pt x="324" y="2185"/>
                    <a:pt x="76" y="2395"/>
                    <a:pt x="38" y="2681"/>
                  </a:cubicBezTo>
                  <a:cubicBezTo>
                    <a:pt x="0" y="3006"/>
                    <a:pt x="258" y="3282"/>
                    <a:pt x="582" y="3282"/>
                  </a:cubicBezTo>
                  <a:lnTo>
                    <a:pt x="697" y="3282"/>
                  </a:lnTo>
                  <a:cubicBezTo>
                    <a:pt x="800" y="4778"/>
                    <a:pt x="2055" y="5905"/>
                    <a:pt x="3510" y="5905"/>
                  </a:cubicBezTo>
                  <a:cubicBezTo>
                    <a:pt x="3661" y="5905"/>
                    <a:pt x="3815" y="5893"/>
                    <a:pt x="3969" y="5868"/>
                  </a:cubicBezTo>
                  <a:cubicBezTo>
                    <a:pt x="2585" y="5648"/>
                    <a:pt x="1565" y="4465"/>
                    <a:pt x="1565" y="3063"/>
                  </a:cubicBezTo>
                  <a:lnTo>
                    <a:pt x="1565" y="1794"/>
                  </a:lnTo>
                  <a:cubicBezTo>
                    <a:pt x="1565" y="1136"/>
                    <a:pt x="2051" y="583"/>
                    <a:pt x="2700" y="497"/>
                  </a:cubicBezTo>
                  <a:cubicBezTo>
                    <a:pt x="2977" y="459"/>
                    <a:pt x="3253" y="440"/>
                    <a:pt x="3530" y="440"/>
                  </a:cubicBezTo>
                  <a:cubicBezTo>
                    <a:pt x="4856" y="440"/>
                    <a:pt x="5934" y="831"/>
                    <a:pt x="5934" y="1317"/>
                  </a:cubicBezTo>
                  <a:lnTo>
                    <a:pt x="5934" y="878"/>
                  </a:lnTo>
                  <a:cubicBezTo>
                    <a:pt x="5934" y="392"/>
                    <a:pt x="4856" y="1"/>
                    <a:pt x="3530"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3" name="Google Shape;12153;p64"/>
            <p:cNvSpPr/>
            <p:nvPr/>
          </p:nvSpPr>
          <p:spPr>
            <a:xfrm>
              <a:off x="4997857" y="4382615"/>
              <a:ext cx="11521" cy="17125"/>
            </a:xfrm>
            <a:custGeom>
              <a:avLst/>
              <a:gdLst/>
              <a:ahLst/>
              <a:cxnLst/>
              <a:rect l="l" t="t" r="r" b="b"/>
              <a:pathLst>
                <a:path w="440" h="654" extrusionOk="0">
                  <a:moveTo>
                    <a:pt x="220" y="0"/>
                  </a:moveTo>
                  <a:cubicBezTo>
                    <a:pt x="111" y="0"/>
                    <a:pt x="1" y="72"/>
                    <a:pt x="1" y="215"/>
                  </a:cubicBezTo>
                  <a:lnTo>
                    <a:pt x="1" y="434"/>
                  </a:lnTo>
                  <a:cubicBezTo>
                    <a:pt x="1" y="558"/>
                    <a:pt x="106" y="654"/>
                    <a:pt x="220" y="654"/>
                  </a:cubicBezTo>
                  <a:cubicBezTo>
                    <a:pt x="344" y="654"/>
                    <a:pt x="440" y="558"/>
                    <a:pt x="440" y="434"/>
                  </a:cubicBezTo>
                  <a:lnTo>
                    <a:pt x="440" y="215"/>
                  </a:lnTo>
                  <a:cubicBezTo>
                    <a:pt x="440"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4" name="Google Shape;12154;p64"/>
            <p:cNvSpPr/>
            <p:nvPr/>
          </p:nvSpPr>
          <p:spPr>
            <a:xfrm>
              <a:off x="5066566" y="4382615"/>
              <a:ext cx="11521" cy="17125"/>
            </a:xfrm>
            <a:custGeom>
              <a:avLst/>
              <a:gdLst/>
              <a:ahLst/>
              <a:cxnLst/>
              <a:rect l="l" t="t" r="r" b="b"/>
              <a:pathLst>
                <a:path w="440" h="654" extrusionOk="0">
                  <a:moveTo>
                    <a:pt x="220" y="0"/>
                  </a:moveTo>
                  <a:cubicBezTo>
                    <a:pt x="110" y="0"/>
                    <a:pt x="0" y="72"/>
                    <a:pt x="0" y="215"/>
                  </a:cubicBezTo>
                  <a:lnTo>
                    <a:pt x="0" y="434"/>
                  </a:lnTo>
                  <a:cubicBezTo>
                    <a:pt x="0" y="558"/>
                    <a:pt x="96" y="654"/>
                    <a:pt x="220" y="654"/>
                  </a:cubicBezTo>
                  <a:cubicBezTo>
                    <a:pt x="344" y="654"/>
                    <a:pt x="439" y="558"/>
                    <a:pt x="439" y="434"/>
                  </a:cubicBezTo>
                  <a:lnTo>
                    <a:pt x="439" y="215"/>
                  </a:lnTo>
                  <a:cubicBezTo>
                    <a:pt x="439"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5" name="Google Shape;12155;p64"/>
            <p:cNvSpPr/>
            <p:nvPr/>
          </p:nvSpPr>
          <p:spPr>
            <a:xfrm>
              <a:off x="5012625" y="4422495"/>
              <a:ext cx="50694" cy="17230"/>
            </a:xfrm>
            <a:custGeom>
              <a:avLst/>
              <a:gdLst/>
              <a:ahLst/>
              <a:cxnLst/>
              <a:rect l="l" t="t" r="r" b="b"/>
              <a:pathLst>
                <a:path w="1936" h="658" extrusionOk="0">
                  <a:moveTo>
                    <a:pt x="315" y="0"/>
                  </a:moveTo>
                  <a:cubicBezTo>
                    <a:pt x="144" y="0"/>
                    <a:pt x="0" y="219"/>
                    <a:pt x="162" y="380"/>
                  </a:cubicBezTo>
                  <a:cubicBezTo>
                    <a:pt x="371" y="562"/>
                    <a:pt x="650" y="658"/>
                    <a:pt x="932" y="658"/>
                  </a:cubicBezTo>
                  <a:cubicBezTo>
                    <a:pt x="946" y="658"/>
                    <a:pt x="959" y="657"/>
                    <a:pt x="973" y="657"/>
                  </a:cubicBezTo>
                  <a:cubicBezTo>
                    <a:pt x="986" y="657"/>
                    <a:pt x="1000" y="658"/>
                    <a:pt x="1013" y="658"/>
                  </a:cubicBezTo>
                  <a:cubicBezTo>
                    <a:pt x="1295" y="658"/>
                    <a:pt x="1565" y="562"/>
                    <a:pt x="1774" y="380"/>
                  </a:cubicBezTo>
                  <a:cubicBezTo>
                    <a:pt x="1936" y="219"/>
                    <a:pt x="1792" y="0"/>
                    <a:pt x="1621" y="0"/>
                  </a:cubicBezTo>
                  <a:cubicBezTo>
                    <a:pt x="1570" y="0"/>
                    <a:pt x="1517" y="20"/>
                    <a:pt x="1469" y="66"/>
                  </a:cubicBezTo>
                  <a:cubicBezTo>
                    <a:pt x="1321" y="170"/>
                    <a:pt x="1147" y="223"/>
                    <a:pt x="972" y="223"/>
                  </a:cubicBezTo>
                  <a:cubicBezTo>
                    <a:pt x="796" y="223"/>
                    <a:pt x="620" y="170"/>
                    <a:pt x="467" y="66"/>
                  </a:cubicBezTo>
                  <a:cubicBezTo>
                    <a:pt x="419" y="20"/>
                    <a:pt x="366" y="0"/>
                    <a:pt x="315"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6" name="Google Shape;12156;p64"/>
            <p:cNvSpPr/>
            <p:nvPr/>
          </p:nvSpPr>
          <p:spPr>
            <a:xfrm>
              <a:off x="4990368" y="4365490"/>
              <a:ext cx="26761" cy="11260"/>
            </a:xfrm>
            <a:custGeom>
              <a:avLst/>
              <a:gdLst/>
              <a:ahLst/>
              <a:cxnLst/>
              <a:rect l="l" t="t" r="r" b="b"/>
              <a:pathLst>
                <a:path w="1022" h="430" extrusionOk="0">
                  <a:moveTo>
                    <a:pt x="287" y="1"/>
                  </a:moveTo>
                  <a:cubicBezTo>
                    <a:pt x="1" y="1"/>
                    <a:pt x="1" y="430"/>
                    <a:pt x="287" y="430"/>
                  </a:cubicBezTo>
                  <a:lnTo>
                    <a:pt x="726" y="430"/>
                  </a:lnTo>
                  <a:cubicBezTo>
                    <a:pt x="1022" y="430"/>
                    <a:pt x="1022" y="1"/>
                    <a:pt x="726"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7" name="Google Shape;12157;p64"/>
            <p:cNvSpPr/>
            <p:nvPr/>
          </p:nvSpPr>
          <p:spPr>
            <a:xfrm>
              <a:off x="5059077" y="4365490"/>
              <a:ext cx="26499" cy="11260"/>
            </a:xfrm>
            <a:custGeom>
              <a:avLst/>
              <a:gdLst/>
              <a:ahLst/>
              <a:cxnLst/>
              <a:rect l="l" t="t" r="r" b="b"/>
              <a:pathLst>
                <a:path w="1012" h="430" extrusionOk="0">
                  <a:moveTo>
                    <a:pt x="286" y="1"/>
                  </a:moveTo>
                  <a:cubicBezTo>
                    <a:pt x="0" y="1"/>
                    <a:pt x="0" y="430"/>
                    <a:pt x="286" y="430"/>
                  </a:cubicBezTo>
                  <a:lnTo>
                    <a:pt x="725" y="430"/>
                  </a:lnTo>
                  <a:cubicBezTo>
                    <a:pt x="1011" y="430"/>
                    <a:pt x="1011" y="1"/>
                    <a:pt x="72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8" name="Google Shape;12158;p64"/>
            <p:cNvSpPr/>
            <p:nvPr/>
          </p:nvSpPr>
          <p:spPr>
            <a:xfrm>
              <a:off x="5009352" y="4451168"/>
              <a:ext cx="57240" cy="44384"/>
            </a:xfrm>
            <a:custGeom>
              <a:avLst/>
              <a:gdLst/>
              <a:ahLst/>
              <a:cxnLst/>
              <a:rect l="l" t="t" r="r" b="b"/>
              <a:pathLst>
                <a:path w="2186" h="1695" extrusionOk="0">
                  <a:moveTo>
                    <a:pt x="1098" y="1"/>
                  </a:moveTo>
                  <a:cubicBezTo>
                    <a:pt x="964" y="1"/>
                    <a:pt x="859" y="87"/>
                    <a:pt x="821" y="211"/>
                  </a:cubicBezTo>
                  <a:lnTo>
                    <a:pt x="783" y="373"/>
                  </a:lnTo>
                  <a:cubicBezTo>
                    <a:pt x="754" y="506"/>
                    <a:pt x="659" y="611"/>
                    <a:pt x="525" y="669"/>
                  </a:cubicBezTo>
                  <a:lnTo>
                    <a:pt x="1" y="879"/>
                  </a:lnTo>
                  <a:lnTo>
                    <a:pt x="630" y="1508"/>
                  </a:lnTo>
                  <a:cubicBezTo>
                    <a:pt x="759" y="1632"/>
                    <a:pt x="929" y="1694"/>
                    <a:pt x="1097" y="1694"/>
                  </a:cubicBezTo>
                  <a:cubicBezTo>
                    <a:pt x="1265" y="1694"/>
                    <a:pt x="1432" y="1632"/>
                    <a:pt x="1556" y="1508"/>
                  </a:cubicBezTo>
                  <a:lnTo>
                    <a:pt x="2185" y="879"/>
                  </a:lnTo>
                  <a:lnTo>
                    <a:pt x="1670" y="669"/>
                  </a:lnTo>
                  <a:cubicBezTo>
                    <a:pt x="1537" y="611"/>
                    <a:pt x="1441" y="506"/>
                    <a:pt x="1403" y="373"/>
                  </a:cubicBezTo>
                  <a:lnTo>
                    <a:pt x="1365" y="211"/>
                  </a:lnTo>
                  <a:cubicBezTo>
                    <a:pt x="1336" y="87"/>
                    <a:pt x="1222" y="1"/>
                    <a:pt x="1098"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9" name="Google Shape;12159;p64"/>
            <p:cNvSpPr/>
            <p:nvPr/>
          </p:nvSpPr>
          <p:spPr>
            <a:xfrm>
              <a:off x="4900684" y="4523622"/>
              <a:ext cx="274576" cy="99189"/>
            </a:xfrm>
            <a:custGeom>
              <a:avLst/>
              <a:gdLst/>
              <a:ahLst/>
              <a:cxnLst/>
              <a:rect l="l" t="t" r="r" b="b"/>
              <a:pathLst>
                <a:path w="10486" h="3788" extrusionOk="0">
                  <a:moveTo>
                    <a:pt x="1756" y="0"/>
                  </a:moveTo>
                  <a:lnTo>
                    <a:pt x="945" y="239"/>
                  </a:lnTo>
                  <a:cubicBezTo>
                    <a:pt x="383" y="401"/>
                    <a:pt x="1" y="907"/>
                    <a:pt x="1" y="1489"/>
                  </a:cubicBezTo>
                  <a:lnTo>
                    <a:pt x="1" y="3129"/>
                  </a:lnTo>
                  <a:cubicBezTo>
                    <a:pt x="1" y="3492"/>
                    <a:pt x="297" y="3788"/>
                    <a:pt x="659" y="3788"/>
                  </a:cubicBezTo>
                  <a:lnTo>
                    <a:pt x="9837" y="3788"/>
                  </a:lnTo>
                  <a:cubicBezTo>
                    <a:pt x="10190" y="3788"/>
                    <a:pt x="10485" y="3492"/>
                    <a:pt x="10485" y="3129"/>
                  </a:cubicBezTo>
                  <a:lnTo>
                    <a:pt x="10485" y="1489"/>
                  </a:lnTo>
                  <a:cubicBezTo>
                    <a:pt x="10485" y="907"/>
                    <a:pt x="10104" y="401"/>
                    <a:pt x="9550" y="239"/>
                  </a:cubicBezTo>
                  <a:lnTo>
                    <a:pt x="8730" y="0"/>
                  </a:lnTo>
                  <a:cubicBezTo>
                    <a:pt x="8348" y="449"/>
                    <a:pt x="7060" y="1908"/>
                    <a:pt x="5572" y="2738"/>
                  </a:cubicBezTo>
                  <a:cubicBezTo>
                    <a:pt x="5467" y="2796"/>
                    <a:pt x="5355" y="2824"/>
                    <a:pt x="5243" y="2824"/>
                  </a:cubicBezTo>
                  <a:cubicBezTo>
                    <a:pt x="5131" y="2824"/>
                    <a:pt x="5019" y="2796"/>
                    <a:pt x="4914" y="2738"/>
                  </a:cubicBezTo>
                  <a:cubicBezTo>
                    <a:pt x="3426" y="1908"/>
                    <a:pt x="2138" y="449"/>
                    <a:pt x="175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60" name="Google Shape;12160;p64"/>
          <p:cNvGrpSpPr/>
          <p:nvPr/>
        </p:nvGrpSpPr>
        <p:grpSpPr>
          <a:xfrm>
            <a:off x="7145379" y="3192219"/>
            <a:ext cx="263343" cy="354754"/>
            <a:chOff x="7161654" y="3345794"/>
            <a:chExt cx="263343" cy="354754"/>
          </a:xfrm>
        </p:grpSpPr>
        <p:sp>
          <p:nvSpPr>
            <p:cNvPr id="12161" name="Google Shape;12161;p64"/>
            <p:cNvSpPr/>
            <p:nvPr/>
          </p:nvSpPr>
          <p:spPr>
            <a:xfrm>
              <a:off x="7321802" y="3488686"/>
              <a:ext cx="68971" cy="125924"/>
            </a:xfrm>
            <a:custGeom>
              <a:avLst/>
              <a:gdLst/>
              <a:ahLst/>
              <a:cxnLst/>
              <a:rect l="l" t="t" r="r" b="b"/>
              <a:pathLst>
                <a:path w="2634" h="4809" extrusionOk="0">
                  <a:moveTo>
                    <a:pt x="0" y="1"/>
                  </a:moveTo>
                  <a:lnTo>
                    <a:pt x="0" y="4809"/>
                  </a:lnTo>
                  <a:lnTo>
                    <a:pt x="2633" y="4809"/>
                  </a:lnTo>
                  <a:cubicBezTo>
                    <a:pt x="2471" y="3635"/>
                    <a:pt x="1803" y="2758"/>
                    <a:pt x="1574" y="1699"/>
                  </a:cubicBezTo>
                  <a:cubicBezTo>
                    <a:pt x="1412" y="945"/>
                    <a:pt x="1536" y="1"/>
                    <a:pt x="1536"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2" name="Google Shape;12162;p64"/>
            <p:cNvSpPr/>
            <p:nvPr/>
          </p:nvSpPr>
          <p:spPr>
            <a:xfrm>
              <a:off x="7161654" y="3540139"/>
              <a:ext cx="263343" cy="160409"/>
            </a:xfrm>
            <a:custGeom>
              <a:avLst/>
              <a:gdLst/>
              <a:ahLst/>
              <a:cxnLst/>
              <a:rect l="l" t="t" r="r" b="b"/>
              <a:pathLst>
                <a:path w="10057" h="6126" extrusionOk="0">
                  <a:moveTo>
                    <a:pt x="3712" y="1"/>
                  </a:moveTo>
                  <a:lnTo>
                    <a:pt x="3712" y="1346"/>
                  </a:lnTo>
                  <a:cubicBezTo>
                    <a:pt x="3712" y="1718"/>
                    <a:pt x="3483" y="2052"/>
                    <a:pt x="3130" y="2176"/>
                  </a:cubicBezTo>
                  <a:lnTo>
                    <a:pt x="879" y="2968"/>
                  </a:lnTo>
                  <a:cubicBezTo>
                    <a:pt x="354" y="3159"/>
                    <a:pt x="1" y="3655"/>
                    <a:pt x="1" y="4208"/>
                  </a:cubicBezTo>
                  <a:lnTo>
                    <a:pt x="1" y="5467"/>
                  </a:lnTo>
                  <a:cubicBezTo>
                    <a:pt x="1" y="5830"/>
                    <a:pt x="297" y="6125"/>
                    <a:pt x="659" y="6125"/>
                  </a:cubicBezTo>
                  <a:lnTo>
                    <a:pt x="9398" y="6125"/>
                  </a:lnTo>
                  <a:cubicBezTo>
                    <a:pt x="9760" y="6125"/>
                    <a:pt x="10056" y="5830"/>
                    <a:pt x="10056" y="5467"/>
                  </a:cubicBezTo>
                  <a:lnTo>
                    <a:pt x="10056" y="4208"/>
                  </a:lnTo>
                  <a:cubicBezTo>
                    <a:pt x="10056" y="3655"/>
                    <a:pt x="9703" y="3159"/>
                    <a:pt x="9178" y="2968"/>
                  </a:cubicBezTo>
                  <a:lnTo>
                    <a:pt x="6917" y="2176"/>
                  </a:lnTo>
                  <a:cubicBezTo>
                    <a:pt x="6574" y="2052"/>
                    <a:pt x="6335" y="1718"/>
                    <a:pt x="6335" y="1355"/>
                  </a:cubicBezTo>
                  <a:lnTo>
                    <a:pt x="6335"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3" name="Google Shape;12163;p64"/>
            <p:cNvSpPr/>
            <p:nvPr/>
          </p:nvSpPr>
          <p:spPr>
            <a:xfrm>
              <a:off x="7224629" y="3597092"/>
              <a:ext cx="200368" cy="103457"/>
            </a:xfrm>
            <a:custGeom>
              <a:avLst/>
              <a:gdLst/>
              <a:ahLst/>
              <a:cxnLst/>
              <a:rect l="l" t="t" r="r" b="b"/>
              <a:pathLst>
                <a:path w="7652" h="3951" extrusionOk="0">
                  <a:moveTo>
                    <a:pt x="4512" y="1"/>
                  </a:moveTo>
                  <a:cubicBezTo>
                    <a:pt x="4207" y="583"/>
                    <a:pt x="3005" y="2596"/>
                    <a:pt x="0" y="3950"/>
                  </a:cubicBezTo>
                  <a:lnTo>
                    <a:pt x="6993" y="3950"/>
                  </a:lnTo>
                  <a:cubicBezTo>
                    <a:pt x="7355" y="3950"/>
                    <a:pt x="7651" y="3655"/>
                    <a:pt x="7651" y="3292"/>
                  </a:cubicBezTo>
                  <a:lnTo>
                    <a:pt x="7651" y="2033"/>
                  </a:lnTo>
                  <a:cubicBezTo>
                    <a:pt x="7642" y="1470"/>
                    <a:pt x="7298" y="984"/>
                    <a:pt x="6773" y="793"/>
                  </a:cubicBezTo>
                  <a:lnTo>
                    <a:pt x="4512" y="1"/>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4" name="Google Shape;12164;p64"/>
            <p:cNvSpPr/>
            <p:nvPr/>
          </p:nvSpPr>
          <p:spPr>
            <a:xfrm>
              <a:off x="7315806" y="3603088"/>
              <a:ext cx="54727" cy="97199"/>
            </a:xfrm>
            <a:custGeom>
              <a:avLst/>
              <a:gdLst/>
              <a:ahLst/>
              <a:cxnLst/>
              <a:rect l="l" t="t" r="r" b="b"/>
              <a:pathLst>
                <a:path w="2090" h="3712" extrusionOk="0">
                  <a:moveTo>
                    <a:pt x="1679" y="1"/>
                  </a:moveTo>
                  <a:cubicBezTo>
                    <a:pt x="1364" y="955"/>
                    <a:pt x="773" y="2643"/>
                    <a:pt x="0" y="3712"/>
                  </a:cubicBezTo>
                  <a:lnTo>
                    <a:pt x="525" y="3712"/>
                  </a:lnTo>
                  <a:cubicBezTo>
                    <a:pt x="1174" y="2729"/>
                    <a:pt x="1679" y="1394"/>
                    <a:pt x="2089" y="144"/>
                  </a:cubicBezTo>
                  <a:lnTo>
                    <a:pt x="1679" y="1"/>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5" name="Google Shape;12165;p64"/>
            <p:cNvSpPr/>
            <p:nvPr/>
          </p:nvSpPr>
          <p:spPr>
            <a:xfrm>
              <a:off x="7161654" y="3597092"/>
              <a:ext cx="200368" cy="103457"/>
            </a:xfrm>
            <a:custGeom>
              <a:avLst/>
              <a:gdLst/>
              <a:ahLst/>
              <a:cxnLst/>
              <a:rect l="l" t="t" r="r" b="b"/>
              <a:pathLst>
                <a:path w="7652" h="3951" extrusionOk="0">
                  <a:moveTo>
                    <a:pt x="3140" y="1"/>
                  </a:moveTo>
                  <a:lnTo>
                    <a:pt x="879" y="793"/>
                  </a:lnTo>
                  <a:cubicBezTo>
                    <a:pt x="354" y="984"/>
                    <a:pt x="1" y="1480"/>
                    <a:pt x="1" y="2033"/>
                  </a:cubicBezTo>
                  <a:lnTo>
                    <a:pt x="1" y="3292"/>
                  </a:lnTo>
                  <a:cubicBezTo>
                    <a:pt x="1" y="3655"/>
                    <a:pt x="297" y="3950"/>
                    <a:pt x="659" y="3950"/>
                  </a:cubicBezTo>
                  <a:lnTo>
                    <a:pt x="7652" y="3950"/>
                  </a:lnTo>
                  <a:cubicBezTo>
                    <a:pt x="4647" y="2596"/>
                    <a:pt x="3435" y="583"/>
                    <a:pt x="3149"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6" name="Google Shape;12166;p64"/>
            <p:cNvSpPr/>
            <p:nvPr/>
          </p:nvSpPr>
          <p:spPr>
            <a:xfrm>
              <a:off x="7258853" y="3540139"/>
              <a:ext cx="68709" cy="28646"/>
            </a:xfrm>
            <a:custGeom>
              <a:avLst/>
              <a:gdLst/>
              <a:ahLst/>
              <a:cxnLst/>
              <a:rect l="l" t="t" r="r" b="b"/>
              <a:pathLst>
                <a:path w="2624" h="1094" extrusionOk="0">
                  <a:moveTo>
                    <a:pt x="0" y="1"/>
                  </a:moveTo>
                  <a:lnTo>
                    <a:pt x="0" y="821"/>
                  </a:lnTo>
                  <a:cubicBezTo>
                    <a:pt x="420" y="1003"/>
                    <a:pt x="868" y="1093"/>
                    <a:pt x="1315" y="1093"/>
                  </a:cubicBezTo>
                  <a:cubicBezTo>
                    <a:pt x="1763" y="1093"/>
                    <a:pt x="2208" y="1003"/>
                    <a:pt x="2623" y="821"/>
                  </a:cubicBezTo>
                  <a:lnTo>
                    <a:pt x="2623"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7" name="Google Shape;12167;p64"/>
            <p:cNvSpPr/>
            <p:nvPr/>
          </p:nvSpPr>
          <p:spPr>
            <a:xfrm>
              <a:off x="7195878" y="3500181"/>
              <a:ext cx="46007" cy="45745"/>
            </a:xfrm>
            <a:custGeom>
              <a:avLst/>
              <a:gdLst/>
              <a:ahLst/>
              <a:cxnLst/>
              <a:rect l="l" t="t" r="r" b="b"/>
              <a:pathLst>
                <a:path w="1757" h="1747" extrusionOk="0">
                  <a:moveTo>
                    <a:pt x="879" y="0"/>
                  </a:moveTo>
                  <a:cubicBezTo>
                    <a:pt x="402" y="0"/>
                    <a:pt x="1" y="392"/>
                    <a:pt x="1" y="878"/>
                  </a:cubicBezTo>
                  <a:cubicBezTo>
                    <a:pt x="1" y="1355"/>
                    <a:pt x="402" y="1746"/>
                    <a:pt x="879" y="1746"/>
                  </a:cubicBezTo>
                  <a:cubicBezTo>
                    <a:pt x="1365" y="1746"/>
                    <a:pt x="1756" y="1355"/>
                    <a:pt x="1756" y="878"/>
                  </a:cubicBezTo>
                  <a:cubicBezTo>
                    <a:pt x="1756" y="392"/>
                    <a:pt x="1365" y="0"/>
                    <a:pt x="879"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8" name="Google Shape;12168;p64"/>
            <p:cNvSpPr/>
            <p:nvPr/>
          </p:nvSpPr>
          <p:spPr>
            <a:xfrm>
              <a:off x="7207373" y="3511676"/>
              <a:ext cx="23017" cy="22755"/>
            </a:xfrm>
            <a:custGeom>
              <a:avLst/>
              <a:gdLst/>
              <a:ahLst/>
              <a:cxnLst/>
              <a:rect l="l" t="t" r="r" b="b"/>
              <a:pathLst>
                <a:path w="879" h="869" extrusionOk="0">
                  <a:moveTo>
                    <a:pt x="440" y="0"/>
                  </a:moveTo>
                  <a:cubicBezTo>
                    <a:pt x="201" y="0"/>
                    <a:pt x="1" y="191"/>
                    <a:pt x="1" y="439"/>
                  </a:cubicBezTo>
                  <a:cubicBezTo>
                    <a:pt x="1" y="678"/>
                    <a:pt x="201" y="868"/>
                    <a:pt x="440" y="868"/>
                  </a:cubicBezTo>
                  <a:cubicBezTo>
                    <a:pt x="678" y="868"/>
                    <a:pt x="878" y="678"/>
                    <a:pt x="878" y="439"/>
                  </a:cubicBezTo>
                  <a:cubicBezTo>
                    <a:pt x="878" y="191"/>
                    <a:pt x="678" y="0"/>
                    <a:pt x="440"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9" name="Google Shape;12169;p64"/>
            <p:cNvSpPr/>
            <p:nvPr/>
          </p:nvSpPr>
          <p:spPr>
            <a:xfrm>
              <a:off x="7344766" y="3500181"/>
              <a:ext cx="45745" cy="45745"/>
            </a:xfrm>
            <a:custGeom>
              <a:avLst/>
              <a:gdLst/>
              <a:ahLst/>
              <a:cxnLst/>
              <a:rect l="l" t="t" r="r" b="b"/>
              <a:pathLst>
                <a:path w="1747" h="1747" extrusionOk="0">
                  <a:moveTo>
                    <a:pt x="878" y="0"/>
                  </a:moveTo>
                  <a:cubicBezTo>
                    <a:pt x="392" y="0"/>
                    <a:pt x="1" y="392"/>
                    <a:pt x="1" y="878"/>
                  </a:cubicBezTo>
                  <a:cubicBezTo>
                    <a:pt x="1" y="1355"/>
                    <a:pt x="392" y="1746"/>
                    <a:pt x="878" y="1746"/>
                  </a:cubicBezTo>
                  <a:cubicBezTo>
                    <a:pt x="1355" y="1746"/>
                    <a:pt x="1747" y="1355"/>
                    <a:pt x="1747" y="878"/>
                  </a:cubicBezTo>
                  <a:cubicBezTo>
                    <a:pt x="1747" y="392"/>
                    <a:pt x="1355" y="0"/>
                    <a:pt x="878"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0" name="Google Shape;12170;p64"/>
            <p:cNvSpPr/>
            <p:nvPr/>
          </p:nvSpPr>
          <p:spPr>
            <a:xfrm>
              <a:off x="7356261" y="3511676"/>
              <a:ext cx="22755" cy="22755"/>
            </a:xfrm>
            <a:custGeom>
              <a:avLst/>
              <a:gdLst/>
              <a:ahLst/>
              <a:cxnLst/>
              <a:rect l="l" t="t" r="r" b="b"/>
              <a:pathLst>
                <a:path w="869" h="869" extrusionOk="0">
                  <a:moveTo>
                    <a:pt x="439" y="0"/>
                  </a:moveTo>
                  <a:cubicBezTo>
                    <a:pt x="191" y="0"/>
                    <a:pt x="1" y="191"/>
                    <a:pt x="1" y="439"/>
                  </a:cubicBezTo>
                  <a:cubicBezTo>
                    <a:pt x="1" y="678"/>
                    <a:pt x="191" y="868"/>
                    <a:pt x="439" y="868"/>
                  </a:cubicBezTo>
                  <a:cubicBezTo>
                    <a:pt x="678" y="868"/>
                    <a:pt x="869" y="678"/>
                    <a:pt x="869" y="439"/>
                  </a:cubicBezTo>
                  <a:cubicBezTo>
                    <a:pt x="869" y="191"/>
                    <a:pt x="678" y="0"/>
                    <a:pt x="439"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1" name="Google Shape;12171;p64"/>
            <p:cNvSpPr/>
            <p:nvPr/>
          </p:nvSpPr>
          <p:spPr>
            <a:xfrm>
              <a:off x="7201639" y="3345794"/>
              <a:ext cx="183138" cy="134434"/>
            </a:xfrm>
            <a:custGeom>
              <a:avLst/>
              <a:gdLst/>
              <a:ahLst/>
              <a:cxnLst/>
              <a:rect l="l" t="t" r="r" b="b"/>
              <a:pathLst>
                <a:path w="6994" h="5134" extrusionOk="0">
                  <a:moveTo>
                    <a:pt x="3484" y="1"/>
                  </a:moveTo>
                  <a:cubicBezTo>
                    <a:pt x="1555" y="1"/>
                    <a:pt x="0" y="1571"/>
                    <a:pt x="0" y="3492"/>
                  </a:cubicBezTo>
                  <a:lnTo>
                    <a:pt x="0" y="5133"/>
                  </a:lnTo>
                  <a:lnTo>
                    <a:pt x="6993" y="5133"/>
                  </a:lnTo>
                  <a:lnTo>
                    <a:pt x="6993" y="3492"/>
                  </a:lnTo>
                  <a:cubicBezTo>
                    <a:pt x="6993" y="1571"/>
                    <a:pt x="5438" y="1"/>
                    <a:pt x="3519" y="1"/>
                  </a:cubicBezTo>
                  <a:cubicBezTo>
                    <a:pt x="3513" y="1"/>
                    <a:pt x="3507" y="1"/>
                    <a:pt x="3502" y="1"/>
                  </a:cubicBezTo>
                  <a:cubicBezTo>
                    <a:pt x="3496" y="1"/>
                    <a:pt x="3490" y="1"/>
                    <a:pt x="3484"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2" name="Google Shape;12172;p64"/>
            <p:cNvSpPr/>
            <p:nvPr/>
          </p:nvSpPr>
          <p:spPr>
            <a:xfrm>
              <a:off x="7200880" y="3414111"/>
              <a:ext cx="184866" cy="143311"/>
            </a:xfrm>
            <a:custGeom>
              <a:avLst/>
              <a:gdLst/>
              <a:ahLst/>
              <a:cxnLst/>
              <a:rect l="l" t="t" r="r" b="b"/>
              <a:pathLst>
                <a:path w="7060" h="5473" extrusionOk="0">
                  <a:moveTo>
                    <a:pt x="3531" y="1"/>
                  </a:moveTo>
                  <a:cubicBezTo>
                    <a:pt x="3461" y="1"/>
                    <a:pt x="3392" y="34"/>
                    <a:pt x="3349" y="101"/>
                  </a:cubicBezTo>
                  <a:cubicBezTo>
                    <a:pt x="2529" y="1351"/>
                    <a:pt x="1460" y="1780"/>
                    <a:pt x="964" y="1914"/>
                  </a:cubicBezTo>
                  <a:cubicBezTo>
                    <a:pt x="869" y="1942"/>
                    <a:pt x="583" y="1980"/>
                    <a:pt x="583" y="1980"/>
                  </a:cubicBezTo>
                  <a:cubicBezTo>
                    <a:pt x="258" y="1980"/>
                    <a:pt x="1" y="2257"/>
                    <a:pt x="39" y="2581"/>
                  </a:cubicBezTo>
                  <a:cubicBezTo>
                    <a:pt x="76" y="2861"/>
                    <a:pt x="314" y="3068"/>
                    <a:pt x="593" y="3068"/>
                  </a:cubicBezTo>
                  <a:cubicBezTo>
                    <a:pt x="599" y="3068"/>
                    <a:pt x="605" y="3068"/>
                    <a:pt x="611" y="3068"/>
                  </a:cubicBezTo>
                  <a:lnTo>
                    <a:pt x="726" y="3068"/>
                  </a:lnTo>
                  <a:cubicBezTo>
                    <a:pt x="945" y="4451"/>
                    <a:pt x="2138" y="5472"/>
                    <a:pt x="3531" y="5472"/>
                  </a:cubicBezTo>
                  <a:cubicBezTo>
                    <a:pt x="4933" y="5472"/>
                    <a:pt x="6116" y="4451"/>
                    <a:pt x="6335" y="3068"/>
                  </a:cubicBezTo>
                  <a:lnTo>
                    <a:pt x="6450" y="3068"/>
                  </a:lnTo>
                  <a:cubicBezTo>
                    <a:pt x="6456" y="3068"/>
                    <a:pt x="6463" y="3068"/>
                    <a:pt x="6469" y="3068"/>
                  </a:cubicBezTo>
                  <a:cubicBezTo>
                    <a:pt x="6756" y="3068"/>
                    <a:pt x="6994" y="2861"/>
                    <a:pt x="7032" y="2581"/>
                  </a:cubicBezTo>
                  <a:cubicBezTo>
                    <a:pt x="7060" y="2262"/>
                    <a:pt x="6811" y="1980"/>
                    <a:pt x="6494" y="1980"/>
                  </a:cubicBezTo>
                  <a:cubicBezTo>
                    <a:pt x="6489" y="1980"/>
                    <a:pt x="6484" y="1980"/>
                    <a:pt x="6478" y="1980"/>
                  </a:cubicBezTo>
                  <a:cubicBezTo>
                    <a:pt x="6478" y="1980"/>
                    <a:pt x="6183" y="1942"/>
                    <a:pt x="6097" y="1914"/>
                  </a:cubicBezTo>
                  <a:cubicBezTo>
                    <a:pt x="5601" y="1780"/>
                    <a:pt x="4523" y="1351"/>
                    <a:pt x="3712" y="101"/>
                  </a:cubicBezTo>
                  <a:cubicBezTo>
                    <a:pt x="3669" y="34"/>
                    <a:pt x="3600" y="1"/>
                    <a:pt x="3531" y="1"/>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3" name="Google Shape;12173;p64"/>
            <p:cNvSpPr/>
            <p:nvPr/>
          </p:nvSpPr>
          <p:spPr>
            <a:xfrm>
              <a:off x="7253223" y="3465905"/>
              <a:ext cx="11390" cy="17308"/>
            </a:xfrm>
            <a:custGeom>
              <a:avLst/>
              <a:gdLst/>
              <a:ahLst/>
              <a:cxnLst/>
              <a:rect l="l" t="t" r="r" b="b"/>
              <a:pathLst>
                <a:path w="435" h="661" extrusionOk="0">
                  <a:moveTo>
                    <a:pt x="216" y="0"/>
                  </a:moveTo>
                  <a:cubicBezTo>
                    <a:pt x="108" y="0"/>
                    <a:pt x="0" y="74"/>
                    <a:pt x="5" y="222"/>
                  </a:cubicBezTo>
                  <a:lnTo>
                    <a:pt x="5" y="441"/>
                  </a:lnTo>
                  <a:cubicBezTo>
                    <a:pt x="5" y="556"/>
                    <a:pt x="101" y="661"/>
                    <a:pt x="215" y="661"/>
                  </a:cubicBezTo>
                  <a:cubicBezTo>
                    <a:pt x="339" y="661"/>
                    <a:pt x="434" y="556"/>
                    <a:pt x="434" y="441"/>
                  </a:cubicBezTo>
                  <a:lnTo>
                    <a:pt x="434" y="222"/>
                  </a:lnTo>
                  <a:cubicBezTo>
                    <a:pt x="434" y="74"/>
                    <a:pt x="325" y="0"/>
                    <a:pt x="21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4" name="Google Shape;12174;p64"/>
            <p:cNvSpPr/>
            <p:nvPr/>
          </p:nvSpPr>
          <p:spPr>
            <a:xfrm>
              <a:off x="7321802" y="3465905"/>
              <a:ext cx="11495" cy="17308"/>
            </a:xfrm>
            <a:custGeom>
              <a:avLst/>
              <a:gdLst/>
              <a:ahLst/>
              <a:cxnLst/>
              <a:rect l="l" t="t" r="r" b="b"/>
              <a:pathLst>
                <a:path w="439" h="661" extrusionOk="0">
                  <a:moveTo>
                    <a:pt x="219" y="0"/>
                  </a:moveTo>
                  <a:cubicBezTo>
                    <a:pt x="110" y="0"/>
                    <a:pt x="0" y="74"/>
                    <a:pt x="0" y="222"/>
                  </a:cubicBezTo>
                  <a:lnTo>
                    <a:pt x="0" y="441"/>
                  </a:lnTo>
                  <a:cubicBezTo>
                    <a:pt x="0" y="556"/>
                    <a:pt x="95" y="661"/>
                    <a:pt x="219" y="661"/>
                  </a:cubicBezTo>
                  <a:cubicBezTo>
                    <a:pt x="344" y="661"/>
                    <a:pt x="439" y="556"/>
                    <a:pt x="439" y="441"/>
                  </a:cubicBezTo>
                  <a:lnTo>
                    <a:pt x="439" y="222"/>
                  </a:lnTo>
                  <a:cubicBezTo>
                    <a:pt x="439" y="74"/>
                    <a:pt x="329" y="0"/>
                    <a:pt x="219"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5" name="Google Shape;12175;p64"/>
            <p:cNvSpPr/>
            <p:nvPr/>
          </p:nvSpPr>
          <p:spPr>
            <a:xfrm>
              <a:off x="7267573" y="3502930"/>
              <a:ext cx="51506" cy="23017"/>
            </a:xfrm>
            <a:custGeom>
              <a:avLst/>
              <a:gdLst/>
              <a:ahLst/>
              <a:cxnLst/>
              <a:rect l="l" t="t" r="r" b="b"/>
              <a:pathLst>
                <a:path w="1967" h="879" extrusionOk="0">
                  <a:moveTo>
                    <a:pt x="144" y="0"/>
                  </a:moveTo>
                  <a:cubicBezTo>
                    <a:pt x="58" y="0"/>
                    <a:pt x="1" y="77"/>
                    <a:pt x="10" y="163"/>
                  </a:cubicBezTo>
                  <a:cubicBezTo>
                    <a:pt x="96" y="563"/>
                    <a:pt x="497" y="878"/>
                    <a:pt x="984" y="878"/>
                  </a:cubicBezTo>
                  <a:cubicBezTo>
                    <a:pt x="1461" y="878"/>
                    <a:pt x="1861" y="563"/>
                    <a:pt x="1947" y="163"/>
                  </a:cubicBezTo>
                  <a:cubicBezTo>
                    <a:pt x="1966" y="77"/>
                    <a:pt x="1899" y="0"/>
                    <a:pt x="182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6" name="Google Shape;12176;p64"/>
            <p:cNvSpPr/>
            <p:nvPr/>
          </p:nvSpPr>
          <p:spPr>
            <a:xfrm>
              <a:off x="7201141" y="3414111"/>
              <a:ext cx="169626" cy="143311"/>
            </a:xfrm>
            <a:custGeom>
              <a:avLst/>
              <a:gdLst/>
              <a:ahLst/>
              <a:cxnLst/>
              <a:rect l="l" t="t" r="r" b="b"/>
              <a:pathLst>
                <a:path w="6478" h="5473" extrusionOk="0">
                  <a:moveTo>
                    <a:pt x="3516" y="1"/>
                  </a:moveTo>
                  <a:cubicBezTo>
                    <a:pt x="3444" y="1"/>
                    <a:pt x="3373" y="34"/>
                    <a:pt x="3330" y="101"/>
                  </a:cubicBezTo>
                  <a:cubicBezTo>
                    <a:pt x="2900" y="788"/>
                    <a:pt x="2280" y="1332"/>
                    <a:pt x="1546" y="1694"/>
                  </a:cubicBezTo>
                  <a:cubicBezTo>
                    <a:pt x="1355" y="1780"/>
                    <a:pt x="1155" y="1856"/>
                    <a:pt x="954" y="1914"/>
                  </a:cubicBezTo>
                  <a:cubicBezTo>
                    <a:pt x="868" y="1942"/>
                    <a:pt x="573" y="1980"/>
                    <a:pt x="573" y="1980"/>
                  </a:cubicBezTo>
                  <a:cubicBezTo>
                    <a:pt x="248" y="1980"/>
                    <a:pt x="0" y="2257"/>
                    <a:pt x="29" y="2581"/>
                  </a:cubicBezTo>
                  <a:cubicBezTo>
                    <a:pt x="66" y="2861"/>
                    <a:pt x="304" y="3068"/>
                    <a:pt x="583" y="3068"/>
                  </a:cubicBezTo>
                  <a:cubicBezTo>
                    <a:pt x="589" y="3068"/>
                    <a:pt x="595" y="3068"/>
                    <a:pt x="601" y="3068"/>
                  </a:cubicBezTo>
                  <a:lnTo>
                    <a:pt x="725" y="3068"/>
                  </a:lnTo>
                  <a:cubicBezTo>
                    <a:pt x="931" y="4467"/>
                    <a:pt x="2133" y="5472"/>
                    <a:pt x="3505" y="5472"/>
                  </a:cubicBezTo>
                  <a:cubicBezTo>
                    <a:pt x="3658" y="5472"/>
                    <a:pt x="3813" y="5460"/>
                    <a:pt x="3969" y="5434"/>
                  </a:cubicBezTo>
                  <a:cubicBezTo>
                    <a:pt x="2643" y="5234"/>
                    <a:pt x="1641" y="4127"/>
                    <a:pt x="1565" y="2791"/>
                  </a:cubicBezTo>
                  <a:cubicBezTo>
                    <a:pt x="1555" y="2686"/>
                    <a:pt x="1574" y="2581"/>
                    <a:pt x="1603" y="2486"/>
                  </a:cubicBezTo>
                  <a:cubicBezTo>
                    <a:pt x="1670" y="2248"/>
                    <a:pt x="1832" y="2057"/>
                    <a:pt x="2032" y="1933"/>
                  </a:cubicBezTo>
                  <a:cubicBezTo>
                    <a:pt x="2624" y="1599"/>
                    <a:pt x="3129" y="1151"/>
                    <a:pt x="3521" y="597"/>
                  </a:cubicBezTo>
                  <a:cubicBezTo>
                    <a:pt x="3978" y="1236"/>
                    <a:pt x="4589" y="1742"/>
                    <a:pt x="5295" y="2076"/>
                  </a:cubicBezTo>
                  <a:cubicBezTo>
                    <a:pt x="5457" y="2157"/>
                    <a:pt x="5631" y="2197"/>
                    <a:pt x="5804" y="2197"/>
                  </a:cubicBezTo>
                  <a:cubicBezTo>
                    <a:pt x="6040" y="2197"/>
                    <a:pt x="6275" y="2123"/>
                    <a:pt x="6478" y="1980"/>
                  </a:cubicBezTo>
                  <a:cubicBezTo>
                    <a:pt x="6478" y="1980"/>
                    <a:pt x="6173" y="1942"/>
                    <a:pt x="6087" y="1923"/>
                  </a:cubicBezTo>
                  <a:cubicBezTo>
                    <a:pt x="5591" y="1780"/>
                    <a:pt x="4513" y="1351"/>
                    <a:pt x="3702" y="101"/>
                  </a:cubicBezTo>
                  <a:cubicBezTo>
                    <a:pt x="3659" y="34"/>
                    <a:pt x="3587" y="1"/>
                    <a:pt x="3516"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7" name="Google Shape;12177;p64"/>
            <p:cNvSpPr/>
            <p:nvPr/>
          </p:nvSpPr>
          <p:spPr>
            <a:xfrm>
              <a:off x="7290563" y="3347313"/>
              <a:ext cx="94214" cy="101441"/>
            </a:xfrm>
            <a:custGeom>
              <a:avLst/>
              <a:gdLst/>
              <a:ahLst/>
              <a:cxnLst/>
              <a:rect l="l" t="t" r="r" b="b"/>
              <a:pathLst>
                <a:path w="3598" h="3874" extrusionOk="0">
                  <a:moveTo>
                    <a:pt x="735" y="0"/>
                  </a:moveTo>
                  <a:lnTo>
                    <a:pt x="735" y="0"/>
                  </a:lnTo>
                  <a:cubicBezTo>
                    <a:pt x="1" y="1860"/>
                    <a:pt x="1384" y="3873"/>
                    <a:pt x="3378" y="3873"/>
                  </a:cubicBezTo>
                  <a:cubicBezTo>
                    <a:pt x="3454" y="3873"/>
                    <a:pt x="3530" y="3873"/>
                    <a:pt x="3597" y="3864"/>
                  </a:cubicBezTo>
                  <a:lnTo>
                    <a:pt x="3597" y="3434"/>
                  </a:lnTo>
                  <a:cubicBezTo>
                    <a:pt x="3597" y="1755"/>
                    <a:pt x="2395" y="305"/>
                    <a:pt x="735"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8" name="Google Shape;12178;p64"/>
            <p:cNvSpPr/>
            <p:nvPr/>
          </p:nvSpPr>
          <p:spPr>
            <a:xfrm>
              <a:off x="7215884" y="3603088"/>
              <a:ext cx="54962" cy="97199"/>
            </a:xfrm>
            <a:custGeom>
              <a:avLst/>
              <a:gdLst/>
              <a:ahLst/>
              <a:cxnLst/>
              <a:rect l="l" t="t" r="r" b="b"/>
              <a:pathLst>
                <a:path w="2099" h="3712" extrusionOk="0">
                  <a:moveTo>
                    <a:pt x="410" y="1"/>
                  </a:moveTo>
                  <a:lnTo>
                    <a:pt x="0" y="144"/>
                  </a:lnTo>
                  <a:cubicBezTo>
                    <a:pt x="420" y="1394"/>
                    <a:pt x="916" y="2729"/>
                    <a:pt x="1565" y="3712"/>
                  </a:cubicBezTo>
                  <a:lnTo>
                    <a:pt x="2099" y="3712"/>
                  </a:lnTo>
                  <a:cubicBezTo>
                    <a:pt x="1317" y="2643"/>
                    <a:pt x="725" y="955"/>
                    <a:pt x="410" y="1"/>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9" name="Google Shape;12179;p64"/>
            <p:cNvSpPr/>
            <p:nvPr/>
          </p:nvSpPr>
          <p:spPr>
            <a:xfrm>
              <a:off x="7198392" y="3609346"/>
              <a:ext cx="34486" cy="90941"/>
            </a:xfrm>
            <a:custGeom>
              <a:avLst/>
              <a:gdLst/>
              <a:ahLst/>
              <a:cxnLst/>
              <a:rect l="l" t="t" r="r" b="b"/>
              <a:pathLst>
                <a:path w="1317" h="3473" extrusionOk="0">
                  <a:moveTo>
                    <a:pt x="411" y="0"/>
                  </a:moveTo>
                  <a:lnTo>
                    <a:pt x="0" y="143"/>
                  </a:lnTo>
                  <a:cubicBezTo>
                    <a:pt x="267" y="1250"/>
                    <a:pt x="554" y="2395"/>
                    <a:pt x="868" y="3473"/>
                  </a:cubicBezTo>
                  <a:lnTo>
                    <a:pt x="1317" y="3473"/>
                  </a:lnTo>
                  <a:cubicBezTo>
                    <a:pt x="992" y="2357"/>
                    <a:pt x="687" y="1155"/>
                    <a:pt x="411" y="0"/>
                  </a:cubicBezTo>
                  <a:close/>
                </a:path>
              </a:pathLst>
            </a:custGeom>
            <a:solidFill>
              <a:srgbClr val="ED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80" name="Google Shape;12180;p64"/>
          <p:cNvGrpSpPr/>
          <p:nvPr/>
        </p:nvGrpSpPr>
        <p:grpSpPr>
          <a:xfrm>
            <a:off x="6695495" y="3192219"/>
            <a:ext cx="263081" cy="354754"/>
            <a:chOff x="6711770" y="3345794"/>
            <a:chExt cx="263081" cy="354754"/>
          </a:xfrm>
        </p:grpSpPr>
        <p:sp>
          <p:nvSpPr>
            <p:cNvPr id="12181" name="Google Shape;12181;p64"/>
            <p:cNvSpPr/>
            <p:nvPr/>
          </p:nvSpPr>
          <p:spPr>
            <a:xfrm>
              <a:off x="6768984" y="3465957"/>
              <a:ext cx="148652" cy="148652"/>
            </a:xfrm>
            <a:custGeom>
              <a:avLst/>
              <a:gdLst/>
              <a:ahLst/>
              <a:cxnLst/>
              <a:rect l="l" t="t" r="r" b="b"/>
              <a:pathLst>
                <a:path w="5677" h="5677" extrusionOk="0">
                  <a:moveTo>
                    <a:pt x="0" y="0"/>
                  </a:moveTo>
                  <a:lnTo>
                    <a:pt x="0" y="5677"/>
                  </a:lnTo>
                  <a:lnTo>
                    <a:pt x="5676" y="5677"/>
                  </a:lnTo>
                  <a:lnTo>
                    <a:pt x="567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2" name="Google Shape;12182;p64"/>
            <p:cNvSpPr/>
            <p:nvPr/>
          </p:nvSpPr>
          <p:spPr>
            <a:xfrm>
              <a:off x="6711770" y="3545900"/>
              <a:ext cx="263081" cy="154649"/>
            </a:xfrm>
            <a:custGeom>
              <a:avLst/>
              <a:gdLst/>
              <a:ahLst/>
              <a:cxnLst/>
              <a:rect l="l" t="t" r="r" b="b"/>
              <a:pathLst>
                <a:path w="10047" h="5906" extrusionOk="0">
                  <a:moveTo>
                    <a:pt x="3712" y="0"/>
                  </a:moveTo>
                  <a:lnTo>
                    <a:pt x="3712" y="1135"/>
                  </a:lnTo>
                  <a:cubicBezTo>
                    <a:pt x="3712" y="1498"/>
                    <a:pt x="3473" y="1832"/>
                    <a:pt x="3130" y="1956"/>
                  </a:cubicBezTo>
                  <a:lnTo>
                    <a:pt x="869" y="2748"/>
                  </a:lnTo>
                  <a:cubicBezTo>
                    <a:pt x="353" y="2939"/>
                    <a:pt x="1" y="3435"/>
                    <a:pt x="1" y="3988"/>
                  </a:cubicBezTo>
                  <a:lnTo>
                    <a:pt x="1" y="5247"/>
                  </a:lnTo>
                  <a:cubicBezTo>
                    <a:pt x="1" y="5610"/>
                    <a:pt x="296" y="5905"/>
                    <a:pt x="649" y="5905"/>
                  </a:cubicBezTo>
                  <a:lnTo>
                    <a:pt x="9388" y="5905"/>
                  </a:lnTo>
                  <a:cubicBezTo>
                    <a:pt x="9750" y="5905"/>
                    <a:pt x="10046" y="5610"/>
                    <a:pt x="10046" y="5247"/>
                  </a:cubicBezTo>
                  <a:lnTo>
                    <a:pt x="10046" y="3988"/>
                  </a:lnTo>
                  <a:cubicBezTo>
                    <a:pt x="10046" y="3435"/>
                    <a:pt x="9693" y="2939"/>
                    <a:pt x="9178" y="2748"/>
                  </a:cubicBezTo>
                  <a:lnTo>
                    <a:pt x="6917" y="1956"/>
                  </a:lnTo>
                  <a:cubicBezTo>
                    <a:pt x="6574" y="1832"/>
                    <a:pt x="6335" y="1498"/>
                    <a:pt x="6335" y="1135"/>
                  </a:cubicBezTo>
                  <a:lnTo>
                    <a:pt x="6335" y="0"/>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3" name="Google Shape;12183;p64"/>
            <p:cNvSpPr/>
            <p:nvPr/>
          </p:nvSpPr>
          <p:spPr>
            <a:xfrm>
              <a:off x="6760474" y="3545900"/>
              <a:ext cx="165646" cy="143153"/>
            </a:xfrm>
            <a:custGeom>
              <a:avLst/>
              <a:gdLst/>
              <a:ahLst/>
              <a:cxnLst/>
              <a:rect l="l" t="t" r="r" b="b"/>
              <a:pathLst>
                <a:path w="6326" h="5467" extrusionOk="0">
                  <a:moveTo>
                    <a:pt x="1852" y="0"/>
                  </a:moveTo>
                  <a:lnTo>
                    <a:pt x="1852" y="1135"/>
                  </a:lnTo>
                  <a:cubicBezTo>
                    <a:pt x="1852" y="1498"/>
                    <a:pt x="1613" y="1832"/>
                    <a:pt x="1270" y="1956"/>
                  </a:cubicBezTo>
                  <a:lnTo>
                    <a:pt x="1" y="2404"/>
                  </a:lnTo>
                  <a:cubicBezTo>
                    <a:pt x="58" y="4112"/>
                    <a:pt x="1460" y="5467"/>
                    <a:pt x="3168" y="5467"/>
                  </a:cubicBezTo>
                  <a:cubicBezTo>
                    <a:pt x="4866" y="5467"/>
                    <a:pt x="6269" y="4112"/>
                    <a:pt x="6326" y="2404"/>
                  </a:cubicBezTo>
                  <a:lnTo>
                    <a:pt x="5057" y="1956"/>
                  </a:lnTo>
                  <a:cubicBezTo>
                    <a:pt x="4704" y="1832"/>
                    <a:pt x="4475" y="1498"/>
                    <a:pt x="4475" y="1135"/>
                  </a:cubicBezTo>
                  <a:lnTo>
                    <a:pt x="4475"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4" name="Google Shape;12184;p64"/>
            <p:cNvSpPr/>
            <p:nvPr/>
          </p:nvSpPr>
          <p:spPr>
            <a:xfrm>
              <a:off x="6771969" y="3545900"/>
              <a:ext cx="142918" cy="131658"/>
            </a:xfrm>
            <a:custGeom>
              <a:avLst/>
              <a:gdLst/>
              <a:ahLst/>
              <a:cxnLst/>
              <a:rect l="l" t="t" r="r" b="b"/>
              <a:pathLst>
                <a:path w="5458" h="5028" extrusionOk="0">
                  <a:moveTo>
                    <a:pt x="1413" y="0"/>
                  </a:moveTo>
                  <a:lnTo>
                    <a:pt x="1413" y="1135"/>
                  </a:lnTo>
                  <a:cubicBezTo>
                    <a:pt x="1413" y="1498"/>
                    <a:pt x="1184" y="1832"/>
                    <a:pt x="831" y="1956"/>
                  </a:cubicBezTo>
                  <a:lnTo>
                    <a:pt x="1" y="2252"/>
                  </a:lnTo>
                  <a:lnTo>
                    <a:pt x="1" y="2299"/>
                  </a:lnTo>
                  <a:cubicBezTo>
                    <a:pt x="1" y="3797"/>
                    <a:pt x="1222" y="5028"/>
                    <a:pt x="2729" y="5028"/>
                  </a:cubicBezTo>
                  <a:cubicBezTo>
                    <a:pt x="4236" y="5028"/>
                    <a:pt x="5457" y="3807"/>
                    <a:pt x="5457" y="2299"/>
                  </a:cubicBezTo>
                  <a:lnTo>
                    <a:pt x="5457" y="2252"/>
                  </a:lnTo>
                  <a:lnTo>
                    <a:pt x="4618" y="1956"/>
                  </a:lnTo>
                  <a:cubicBezTo>
                    <a:pt x="4275" y="1832"/>
                    <a:pt x="4036" y="1498"/>
                    <a:pt x="4036" y="1135"/>
                  </a:cubicBezTo>
                  <a:lnTo>
                    <a:pt x="4036"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5" name="Google Shape;12185;p64"/>
            <p:cNvSpPr/>
            <p:nvPr/>
          </p:nvSpPr>
          <p:spPr>
            <a:xfrm>
              <a:off x="6808942" y="3545900"/>
              <a:ext cx="68736" cy="28804"/>
            </a:xfrm>
            <a:custGeom>
              <a:avLst/>
              <a:gdLst/>
              <a:ahLst/>
              <a:cxnLst/>
              <a:rect l="l" t="t" r="r" b="b"/>
              <a:pathLst>
                <a:path w="2625" h="1100" extrusionOk="0">
                  <a:moveTo>
                    <a:pt x="1" y="0"/>
                  </a:moveTo>
                  <a:lnTo>
                    <a:pt x="1" y="821"/>
                  </a:lnTo>
                  <a:cubicBezTo>
                    <a:pt x="420" y="1007"/>
                    <a:pt x="866" y="1100"/>
                    <a:pt x="1312" y="1100"/>
                  </a:cubicBezTo>
                  <a:cubicBezTo>
                    <a:pt x="1758" y="1100"/>
                    <a:pt x="2204" y="1007"/>
                    <a:pt x="2624" y="821"/>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6" name="Google Shape;12186;p64"/>
            <p:cNvSpPr/>
            <p:nvPr/>
          </p:nvSpPr>
          <p:spPr>
            <a:xfrm>
              <a:off x="6768984" y="3414504"/>
              <a:ext cx="148652" cy="148652"/>
            </a:xfrm>
            <a:custGeom>
              <a:avLst/>
              <a:gdLst/>
              <a:ahLst/>
              <a:cxnLst/>
              <a:rect l="l" t="t" r="r" b="b"/>
              <a:pathLst>
                <a:path w="5677" h="5677" extrusionOk="0">
                  <a:moveTo>
                    <a:pt x="0" y="0"/>
                  </a:moveTo>
                  <a:lnTo>
                    <a:pt x="0" y="2834"/>
                  </a:lnTo>
                  <a:cubicBezTo>
                    <a:pt x="0" y="4408"/>
                    <a:pt x="1269" y="5676"/>
                    <a:pt x="2843" y="5676"/>
                  </a:cubicBezTo>
                  <a:cubicBezTo>
                    <a:pt x="4408" y="5676"/>
                    <a:pt x="5676" y="4408"/>
                    <a:pt x="5676" y="2834"/>
                  </a:cubicBezTo>
                  <a:lnTo>
                    <a:pt x="5676"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7" name="Google Shape;12187;p64"/>
            <p:cNvSpPr/>
            <p:nvPr/>
          </p:nvSpPr>
          <p:spPr>
            <a:xfrm>
              <a:off x="6803208" y="3466324"/>
              <a:ext cx="11495" cy="17151"/>
            </a:xfrm>
            <a:custGeom>
              <a:avLst/>
              <a:gdLst/>
              <a:ahLst/>
              <a:cxnLst/>
              <a:rect l="l" t="t" r="r" b="b"/>
              <a:pathLst>
                <a:path w="439" h="655" extrusionOk="0">
                  <a:moveTo>
                    <a:pt x="220" y="1"/>
                  </a:moveTo>
                  <a:cubicBezTo>
                    <a:pt x="110" y="1"/>
                    <a:pt x="0" y="72"/>
                    <a:pt x="0" y="215"/>
                  </a:cubicBezTo>
                  <a:lnTo>
                    <a:pt x="0" y="435"/>
                  </a:lnTo>
                  <a:cubicBezTo>
                    <a:pt x="0" y="559"/>
                    <a:pt x="105" y="654"/>
                    <a:pt x="220" y="654"/>
                  </a:cubicBezTo>
                  <a:cubicBezTo>
                    <a:pt x="344" y="654"/>
                    <a:pt x="439" y="559"/>
                    <a:pt x="439" y="435"/>
                  </a:cubicBezTo>
                  <a:lnTo>
                    <a:pt x="439" y="215"/>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8" name="Google Shape;12188;p64"/>
            <p:cNvSpPr/>
            <p:nvPr/>
          </p:nvSpPr>
          <p:spPr>
            <a:xfrm>
              <a:off x="6871891" y="3466324"/>
              <a:ext cx="11521" cy="17151"/>
            </a:xfrm>
            <a:custGeom>
              <a:avLst/>
              <a:gdLst/>
              <a:ahLst/>
              <a:cxnLst/>
              <a:rect l="l" t="t" r="r" b="b"/>
              <a:pathLst>
                <a:path w="440" h="655" extrusionOk="0">
                  <a:moveTo>
                    <a:pt x="220" y="1"/>
                  </a:moveTo>
                  <a:cubicBezTo>
                    <a:pt x="110" y="1"/>
                    <a:pt x="1" y="72"/>
                    <a:pt x="1" y="215"/>
                  </a:cubicBezTo>
                  <a:lnTo>
                    <a:pt x="1" y="435"/>
                  </a:lnTo>
                  <a:cubicBezTo>
                    <a:pt x="1" y="559"/>
                    <a:pt x="96" y="654"/>
                    <a:pt x="220" y="654"/>
                  </a:cubicBezTo>
                  <a:cubicBezTo>
                    <a:pt x="344" y="654"/>
                    <a:pt x="439" y="559"/>
                    <a:pt x="439" y="435"/>
                  </a:cubicBezTo>
                  <a:lnTo>
                    <a:pt x="439" y="215"/>
                  </a:lnTo>
                  <a:cubicBezTo>
                    <a:pt x="439"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9" name="Google Shape;12189;p64"/>
            <p:cNvSpPr/>
            <p:nvPr/>
          </p:nvSpPr>
          <p:spPr>
            <a:xfrm>
              <a:off x="6817976" y="3506361"/>
              <a:ext cx="50668" cy="17334"/>
            </a:xfrm>
            <a:custGeom>
              <a:avLst/>
              <a:gdLst/>
              <a:ahLst/>
              <a:cxnLst/>
              <a:rect l="l" t="t" r="r" b="b"/>
              <a:pathLst>
                <a:path w="1935" h="662" extrusionOk="0">
                  <a:moveTo>
                    <a:pt x="312" y="1"/>
                  </a:moveTo>
                  <a:cubicBezTo>
                    <a:pt x="143" y="1"/>
                    <a:pt x="0" y="223"/>
                    <a:pt x="161" y="385"/>
                  </a:cubicBezTo>
                  <a:cubicBezTo>
                    <a:pt x="371" y="567"/>
                    <a:pt x="650" y="662"/>
                    <a:pt x="932" y="662"/>
                  </a:cubicBezTo>
                  <a:cubicBezTo>
                    <a:pt x="945" y="662"/>
                    <a:pt x="959" y="662"/>
                    <a:pt x="972" y="661"/>
                  </a:cubicBezTo>
                  <a:cubicBezTo>
                    <a:pt x="986" y="662"/>
                    <a:pt x="999" y="662"/>
                    <a:pt x="1012" y="662"/>
                  </a:cubicBezTo>
                  <a:cubicBezTo>
                    <a:pt x="1294" y="662"/>
                    <a:pt x="1564" y="567"/>
                    <a:pt x="1773" y="385"/>
                  </a:cubicBezTo>
                  <a:cubicBezTo>
                    <a:pt x="1935" y="223"/>
                    <a:pt x="1792" y="1"/>
                    <a:pt x="1622" y="1"/>
                  </a:cubicBezTo>
                  <a:cubicBezTo>
                    <a:pt x="1571" y="1"/>
                    <a:pt x="1517" y="21"/>
                    <a:pt x="1468" y="70"/>
                  </a:cubicBezTo>
                  <a:cubicBezTo>
                    <a:pt x="1320" y="175"/>
                    <a:pt x="1146" y="227"/>
                    <a:pt x="971" y="227"/>
                  </a:cubicBezTo>
                  <a:cubicBezTo>
                    <a:pt x="796" y="227"/>
                    <a:pt x="619" y="175"/>
                    <a:pt x="466" y="70"/>
                  </a:cubicBezTo>
                  <a:cubicBezTo>
                    <a:pt x="418" y="21"/>
                    <a:pt x="364" y="1"/>
                    <a:pt x="312"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0" name="Google Shape;12190;p64"/>
            <p:cNvSpPr/>
            <p:nvPr/>
          </p:nvSpPr>
          <p:spPr>
            <a:xfrm>
              <a:off x="6768748" y="3414504"/>
              <a:ext cx="148888" cy="148652"/>
            </a:xfrm>
            <a:custGeom>
              <a:avLst/>
              <a:gdLst/>
              <a:ahLst/>
              <a:cxnLst/>
              <a:rect l="l" t="t" r="r" b="b"/>
              <a:pathLst>
                <a:path w="5686" h="5677" extrusionOk="0">
                  <a:moveTo>
                    <a:pt x="9" y="0"/>
                  </a:moveTo>
                  <a:lnTo>
                    <a:pt x="9" y="2834"/>
                  </a:lnTo>
                  <a:cubicBezTo>
                    <a:pt x="0" y="4421"/>
                    <a:pt x="1293" y="5677"/>
                    <a:pt x="2825" y="5677"/>
                  </a:cubicBezTo>
                  <a:cubicBezTo>
                    <a:pt x="2979" y="5677"/>
                    <a:pt x="3134" y="5664"/>
                    <a:pt x="3291" y="5638"/>
                  </a:cubicBezTo>
                  <a:cubicBezTo>
                    <a:pt x="1908" y="5419"/>
                    <a:pt x="887" y="4236"/>
                    <a:pt x="887" y="2834"/>
                  </a:cubicBezTo>
                  <a:lnTo>
                    <a:pt x="887" y="2681"/>
                  </a:lnTo>
                  <a:cubicBezTo>
                    <a:pt x="887" y="2433"/>
                    <a:pt x="1030" y="2204"/>
                    <a:pt x="1259" y="2099"/>
                  </a:cubicBezTo>
                  <a:cubicBezTo>
                    <a:pt x="1879" y="1784"/>
                    <a:pt x="2423" y="1326"/>
                    <a:pt x="2852" y="773"/>
                  </a:cubicBezTo>
                  <a:cubicBezTo>
                    <a:pt x="3339" y="1393"/>
                    <a:pt x="4331" y="2395"/>
                    <a:pt x="5685" y="2395"/>
                  </a:cubicBezTo>
                  <a:lnTo>
                    <a:pt x="568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1" name="Google Shape;12191;p64"/>
            <p:cNvSpPr/>
            <p:nvPr/>
          </p:nvSpPr>
          <p:spPr>
            <a:xfrm>
              <a:off x="6745994" y="3345794"/>
              <a:ext cx="194633" cy="268318"/>
            </a:xfrm>
            <a:custGeom>
              <a:avLst/>
              <a:gdLst/>
              <a:ahLst/>
              <a:cxnLst/>
              <a:rect l="l" t="t" r="r" b="b"/>
              <a:pathLst>
                <a:path w="7433" h="10247" extrusionOk="0">
                  <a:moveTo>
                    <a:pt x="3712" y="1"/>
                  </a:moveTo>
                  <a:cubicBezTo>
                    <a:pt x="1670" y="1"/>
                    <a:pt x="0" y="1661"/>
                    <a:pt x="0" y="3712"/>
                  </a:cubicBezTo>
                  <a:lnTo>
                    <a:pt x="0" y="10237"/>
                  </a:lnTo>
                  <a:lnTo>
                    <a:pt x="878" y="9932"/>
                  </a:lnTo>
                  <a:lnTo>
                    <a:pt x="878" y="5009"/>
                  </a:lnTo>
                  <a:cubicBezTo>
                    <a:pt x="878" y="4790"/>
                    <a:pt x="1031" y="4599"/>
                    <a:pt x="1241" y="4561"/>
                  </a:cubicBezTo>
                  <a:cubicBezTo>
                    <a:pt x="2385" y="4380"/>
                    <a:pt x="3196" y="3397"/>
                    <a:pt x="3540" y="2901"/>
                  </a:cubicBezTo>
                  <a:cubicBezTo>
                    <a:pt x="3583" y="2839"/>
                    <a:pt x="3650" y="2808"/>
                    <a:pt x="3716" y="2808"/>
                  </a:cubicBezTo>
                  <a:cubicBezTo>
                    <a:pt x="3783" y="2808"/>
                    <a:pt x="3850" y="2839"/>
                    <a:pt x="3893" y="2901"/>
                  </a:cubicBezTo>
                  <a:cubicBezTo>
                    <a:pt x="4236" y="3397"/>
                    <a:pt x="5047" y="4380"/>
                    <a:pt x="6192" y="4561"/>
                  </a:cubicBezTo>
                  <a:cubicBezTo>
                    <a:pt x="6402" y="4599"/>
                    <a:pt x="6564" y="4790"/>
                    <a:pt x="6554" y="5009"/>
                  </a:cubicBezTo>
                  <a:lnTo>
                    <a:pt x="6554" y="9932"/>
                  </a:lnTo>
                  <a:lnTo>
                    <a:pt x="7432" y="10247"/>
                  </a:lnTo>
                  <a:lnTo>
                    <a:pt x="7432" y="3712"/>
                  </a:lnTo>
                  <a:cubicBezTo>
                    <a:pt x="7432" y="1661"/>
                    <a:pt x="5763" y="1"/>
                    <a:pt x="3712"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2" name="Google Shape;12192;p64"/>
            <p:cNvSpPr/>
            <p:nvPr/>
          </p:nvSpPr>
          <p:spPr>
            <a:xfrm>
              <a:off x="6771969" y="3592352"/>
              <a:ext cx="142918" cy="83713"/>
            </a:xfrm>
            <a:custGeom>
              <a:avLst/>
              <a:gdLst/>
              <a:ahLst/>
              <a:cxnLst/>
              <a:rect l="l" t="t" r="r" b="b"/>
              <a:pathLst>
                <a:path w="5458" h="3197" extrusionOk="0">
                  <a:moveTo>
                    <a:pt x="1126" y="1"/>
                  </a:moveTo>
                  <a:cubicBezTo>
                    <a:pt x="1041" y="87"/>
                    <a:pt x="945" y="144"/>
                    <a:pt x="831" y="182"/>
                  </a:cubicBezTo>
                  <a:lnTo>
                    <a:pt x="1" y="478"/>
                  </a:lnTo>
                  <a:lnTo>
                    <a:pt x="1" y="525"/>
                  </a:lnTo>
                  <a:cubicBezTo>
                    <a:pt x="29" y="2004"/>
                    <a:pt x="1241" y="3197"/>
                    <a:pt x="2729" y="3197"/>
                  </a:cubicBezTo>
                  <a:cubicBezTo>
                    <a:pt x="4217" y="3197"/>
                    <a:pt x="5429" y="2004"/>
                    <a:pt x="5457" y="525"/>
                  </a:cubicBezTo>
                  <a:cubicBezTo>
                    <a:pt x="5457" y="506"/>
                    <a:pt x="5457" y="487"/>
                    <a:pt x="5457" y="478"/>
                  </a:cubicBezTo>
                  <a:lnTo>
                    <a:pt x="4618" y="182"/>
                  </a:lnTo>
                  <a:cubicBezTo>
                    <a:pt x="4513" y="144"/>
                    <a:pt x="4408" y="87"/>
                    <a:pt x="4322" y="1"/>
                  </a:cubicBezTo>
                  <a:lnTo>
                    <a:pt x="2729" y="1069"/>
                  </a:lnTo>
                  <a:lnTo>
                    <a:pt x="1126"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3" name="Google Shape;12193;p64"/>
            <p:cNvSpPr/>
            <p:nvPr/>
          </p:nvSpPr>
          <p:spPr>
            <a:xfrm>
              <a:off x="6776211" y="3592352"/>
              <a:ext cx="134172" cy="64467"/>
            </a:xfrm>
            <a:custGeom>
              <a:avLst/>
              <a:gdLst/>
              <a:ahLst/>
              <a:cxnLst/>
              <a:rect l="l" t="t" r="r" b="b"/>
              <a:pathLst>
                <a:path w="5124" h="2462" extrusionOk="0">
                  <a:moveTo>
                    <a:pt x="964" y="1"/>
                  </a:moveTo>
                  <a:cubicBezTo>
                    <a:pt x="879" y="77"/>
                    <a:pt x="783" y="134"/>
                    <a:pt x="669" y="182"/>
                  </a:cubicBezTo>
                  <a:lnTo>
                    <a:pt x="1" y="420"/>
                  </a:lnTo>
                  <a:cubicBezTo>
                    <a:pt x="1" y="430"/>
                    <a:pt x="20" y="449"/>
                    <a:pt x="20" y="468"/>
                  </a:cubicBezTo>
                  <a:lnTo>
                    <a:pt x="735" y="2071"/>
                  </a:lnTo>
                  <a:cubicBezTo>
                    <a:pt x="849" y="2322"/>
                    <a:pt x="1091" y="2461"/>
                    <a:pt x="1338" y="2461"/>
                  </a:cubicBezTo>
                  <a:cubicBezTo>
                    <a:pt x="1484" y="2461"/>
                    <a:pt x="1632" y="2412"/>
                    <a:pt x="1756" y="2309"/>
                  </a:cubicBezTo>
                  <a:lnTo>
                    <a:pt x="2567" y="1642"/>
                  </a:lnTo>
                  <a:lnTo>
                    <a:pt x="3378" y="2309"/>
                  </a:lnTo>
                  <a:cubicBezTo>
                    <a:pt x="3502" y="2412"/>
                    <a:pt x="3650" y="2461"/>
                    <a:pt x="3796" y="2461"/>
                  </a:cubicBezTo>
                  <a:cubicBezTo>
                    <a:pt x="4042" y="2461"/>
                    <a:pt x="4281" y="2322"/>
                    <a:pt x="4389" y="2071"/>
                  </a:cubicBezTo>
                  <a:lnTo>
                    <a:pt x="5105" y="468"/>
                  </a:lnTo>
                  <a:cubicBezTo>
                    <a:pt x="5114" y="449"/>
                    <a:pt x="5114" y="430"/>
                    <a:pt x="5124" y="420"/>
                  </a:cubicBezTo>
                  <a:lnTo>
                    <a:pt x="4456" y="182"/>
                  </a:lnTo>
                  <a:cubicBezTo>
                    <a:pt x="4351" y="134"/>
                    <a:pt x="4246" y="77"/>
                    <a:pt x="4160" y="1"/>
                  </a:cubicBezTo>
                  <a:lnTo>
                    <a:pt x="2567" y="1069"/>
                  </a:lnTo>
                  <a:lnTo>
                    <a:pt x="964"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4" name="Google Shape;12194;p64"/>
            <p:cNvSpPr/>
            <p:nvPr/>
          </p:nvSpPr>
          <p:spPr>
            <a:xfrm>
              <a:off x="6786450" y="3582664"/>
              <a:ext cx="57005" cy="62818"/>
            </a:xfrm>
            <a:custGeom>
              <a:avLst/>
              <a:gdLst/>
              <a:ahLst/>
              <a:cxnLst/>
              <a:rect l="l" t="t" r="r" b="b"/>
              <a:pathLst>
                <a:path w="2177" h="2399" extrusionOk="0">
                  <a:moveTo>
                    <a:pt x="645" y="1"/>
                  </a:moveTo>
                  <a:cubicBezTo>
                    <a:pt x="588" y="1"/>
                    <a:pt x="530" y="22"/>
                    <a:pt x="488" y="65"/>
                  </a:cubicBezTo>
                  <a:lnTo>
                    <a:pt x="68" y="495"/>
                  </a:lnTo>
                  <a:cubicBezTo>
                    <a:pt x="20" y="533"/>
                    <a:pt x="1" y="600"/>
                    <a:pt x="30" y="666"/>
                  </a:cubicBezTo>
                  <a:lnTo>
                    <a:pt x="745" y="2269"/>
                  </a:lnTo>
                  <a:cubicBezTo>
                    <a:pt x="781" y="2352"/>
                    <a:pt x="861" y="2398"/>
                    <a:pt x="944" y="2398"/>
                  </a:cubicBezTo>
                  <a:cubicBezTo>
                    <a:pt x="994" y="2398"/>
                    <a:pt x="1045" y="2381"/>
                    <a:pt x="1089" y="2345"/>
                  </a:cubicBezTo>
                  <a:lnTo>
                    <a:pt x="2176" y="1439"/>
                  </a:lnTo>
                  <a:lnTo>
                    <a:pt x="802" y="65"/>
                  </a:lnTo>
                  <a:cubicBezTo>
                    <a:pt x="759" y="22"/>
                    <a:pt x="702" y="1"/>
                    <a:pt x="64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5" name="Google Shape;12195;p64"/>
            <p:cNvSpPr/>
            <p:nvPr/>
          </p:nvSpPr>
          <p:spPr>
            <a:xfrm>
              <a:off x="6843428" y="3582664"/>
              <a:ext cx="56717" cy="62818"/>
            </a:xfrm>
            <a:custGeom>
              <a:avLst/>
              <a:gdLst/>
              <a:ahLst/>
              <a:cxnLst/>
              <a:rect l="l" t="t" r="r" b="b"/>
              <a:pathLst>
                <a:path w="2166" h="2399" extrusionOk="0">
                  <a:moveTo>
                    <a:pt x="1526" y="1"/>
                  </a:moveTo>
                  <a:cubicBezTo>
                    <a:pt x="1472" y="1"/>
                    <a:pt x="1417" y="22"/>
                    <a:pt x="1374" y="65"/>
                  </a:cubicBezTo>
                  <a:lnTo>
                    <a:pt x="0" y="1439"/>
                  </a:lnTo>
                  <a:lnTo>
                    <a:pt x="1088" y="2345"/>
                  </a:lnTo>
                  <a:cubicBezTo>
                    <a:pt x="1127" y="2381"/>
                    <a:pt x="1176" y="2398"/>
                    <a:pt x="1225" y="2398"/>
                  </a:cubicBezTo>
                  <a:cubicBezTo>
                    <a:pt x="1306" y="2398"/>
                    <a:pt x="1386" y="2352"/>
                    <a:pt x="1422" y="2269"/>
                  </a:cubicBezTo>
                  <a:lnTo>
                    <a:pt x="2137" y="666"/>
                  </a:lnTo>
                  <a:cubicBezTo>
                    <a:pt x="2166" y="600"/>
                    <a:pt x="2156" y="533"/>
                    <a:pt x="2108" y="485"/>
                  </a:cubicBezTo>
                  <a:lnTo>
                    <a:pt x="1679" y="65"/>
                  </a:lnTo>
                  <a:cubicBezTo>
                    <a:pt x="1636" y="22"/>
                    <a:pt x="1581" y="1"/>
                    <a:pt x="152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6" name="Google Shape;12196;p64"/>
            <p:cNvSpPr/>
            <p:nvPr/>
          </p:nvSpPr>
          <p:spPr>
            <a:xfrm>
              <a:off x="6714519" y="3627335"/>
              <a:ext cx="48730" cy="72951"/>
            </a:xfrm>
            <a:custGeom>
              <a:avLst/>
              <a:gdLst/>
              <a:ahLst/>
              <a:cxnLst/>
              <a:rect l="l" t="t" r="r" b="b"/>
              <a:pathLst>
                <a:path w="1861" h="2786" extrusionOk="0">
                  <a:moveTo>
                    <a:pt x="239" y="0"/>
                  </a:moveTo>
                  <a:cubicBezTo>
                    <a:pt x="134" y="115"/>
                    <a:pt x="58" y="239"/>
                    <a:pt x="0" y="372"/>
                  </a:cubicBezTo>
                  <a:lnTo>
                    <a:pt x="1193" y="1384"/>
                  </a:lnTo>
                  <a:cubicBezTo>
                    <a:pt x="1336" y="1508"/>
                    <a:pt x="1422" y="1689"/>
                    <a:pt x="1422" y="1880"/>
                  </a:cubicBezTo>
                  <a:lnTo>
                    <a:pt x="1422" y="2786"/>
                  </a:lnTo>
                  <a:lnTo>
                    <a:pt x="1861" y="2786"/>
                  </a:lnTo>
                  <a:lnTo>
                    <a:pt x="1861" y="1889"/>
                  </a:lnTo>
                  <a:cubicBezTo>
                    <a:pt x="1861" y="1565"/>
                    <a:pt x="1718" y="1260"/>
                    <a:pt x="1479" y="1050"/>
                  </a:cubicBezTo>
                  <a:lnTo>
                    <a:pt x="239"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97" name="Google Shape;12197;p64"/>
            <p:cNvSpPr/>
            <p:nvPr/>
          </p:nvSpPr>
          <p:spPr>
            <a:xfrm>
              <a:off x="6923345" y="3627335"/>
              <a:ext cx="48992" cy="72951"/>
            </a:xfrm>
            <a:custGeom>
              <a:avLst/>
              <a:gdLst/>
              <a:ahLst/>
              <a:cxnLst/>
              <a:rect l="l" t="t" r="r" b="b"/>
              <a:pathLst>
                <a:path w="1871" h="2786" extrusionOk="0">
                  <a:moveTo>
                    <a:pt x="1632" y="0"/>
                  </a:moveTo>
                  <a:lnTo>
                    <a:pt x="392" y="1050"/>
                  </a:lnTo>
                  <a:cubicBezTo>
                    <a:pt x="144" y="1260"/>
                    <a:pt x="1" y="1565"/>
                    <a:pt x="1" y="1889"/>
                  </a:cubicBezTo>
                  <a:lnTo>
                    <a:pt x="1" y="2786"/>
                  </a:lnTo>
                  <a:lnTo>
                    <a:pt x="440" y="2786"/>
                  </a:lnTo>
                  <a:lnTo>
                    <a:pt x="440" y="1889"/>
                  </a:lnTo>
                  <a:cubicBezTo>
                    <a:pt x="440" y="1689"/>
                    <a:pt x="526" y="1508"/>
                    <a:pt x="678" y="1384"/>
                  </a:cubicBezTo>
                  <a:lnTo>
                    <a:pt x="1871" y="372"/>
                  </a:lnTo>
                  <a:cubicBezTo>
                    <a:pt x="1813" y="239"/>
                    <a:pt x="1728" y="115"/>
                    <a:pt x="1632"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98" name="Google Shape;12198;p64"/>
          <p:cNvGrpSpPr/>
          <p:nvPr/>
        </p:nvGrpSpPr>
        <p:grpSpPr>
          <a:xfrm>
            <a:off x="7147134" y="2726676"/>
            <a:ext cx="263316" cy="354414"/>
            <a:chOff x="7163409" y="2880251"/>
            <a:chExt cx="263316" cy="354414"/>
          </a:xfrm>
        </p:grpSpPr>
        <p:sp>
          <p:nvSpPr>
            <p:cNvPr id="12199" name="Google Shape;12199;p64"/>
            <p:cNvSpPr/>
            <p:nvPr/>
          </p:nvSpPr>
          <p:spPr>
            <a:xfrm>
              <a:off x="7163409" y="3125474"/>
              <a:ext cx="263316" cy="109191"/>
            </a:xfrm>
            <a:custGeom>
              <a:avLst/>
              <a:gdLst/>
              <a:ahLst/>
              <a:cxnLst/>
              <a:rect l="l" t="t" r="r" b="b"/>
              <a:pathLst>
                <a:path w="10056" h="4170" extrusionOk="0">
                  <a:moveTo>
                    <a:pt x="3130" y="1"/>
                  </a:moveTo>
                  <a:lnTo>
                    <a:pt x="878" y="802"/>
                  </a:lnTo>
                  <a:cubicBezTo>
                    <a:pt x="354" y="983"/>
                    <a:pt x="1" y="1479"/>
                    <a:pt x="1" y="2033"/>
                  </a:cubicBezTo>
                  <a:lnTo>
                    <a:pt x="1" y="3511"/>
                  </a:lnTo>
                  <a:cubicBezTo>
                    <a:pt x="1" y="3874"/>
                    <a:pt x="296" y="4170"/>
                    <a:pt x="659" y="4170"/>
                  </a:cubicBezTo>
                  <a:lnTo>
                    <a:pt x="9398" y="4170"/>
                  </a:lnTo>
                  <a:cubicBezTo>
                    <a:pt x="9760" y="4170"/>
                    <a:pt x="10056" y="3874"/>
                    <a:pt x="10056" y="3511"/>
                  </a:cubicBezTo>
                  <a:lnTo>
                    <a:pt x="10056" y="2033"/>
                  </a:lnTo>
                  <a:cubicBezTo>
                    <a:pt x="10056" y="1479"/>
                    <a:pt x="9703" y="983"/>
                    <a:pt x="9178" y="802"/>
                  </a:cubicBezTo>
                  <a:lnTo>
                    <a:pt x="6917"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0" name="Google Shape;12200;p64"/>
            <p:cNvSpPr/>
            <p:nvPr/>
          </p:nvSpPr>
          <p:spPr>
            <a:xfrm>
              <a:off x="7197633" y="2920131"/>
              <a:ext cx="194633" cy="291544"/>
            </a:xfrm>
            <a:custGeom>
              <a:avLst/>
              <a:gdLst/>
              <a:ahLst/>
              <a:cxnLst/>
              <a:rect l="l" t="t" r="r" b="b"/>
              <a:pathLst>
                <a:path w="7433" h="11134" extrusionOk="0">
                  <a:moveTo>
                    <a:pt x="3712" y="1"/>
                  </a:moveTo>
                  <a:cubicBezTo>
                    <a:pt x="2405" y="1"/>
                    <a:pt x="1088" y="3054"/>
                    <a:pt x="1088" y="5458"/>
                  </a:cubicBezTo>
                  <a:lnTo>
                    <a:pt x="1088" y="6326"/>
                  </a:lnTo>
                  <a:cubicBezTo>
                    <a:pt x="1088" y="6736"/>
                    <a:pt x="897" y="7127"/>
                    <a:pt x="564" y="7375"/>
                  </a:cubicBezTo>
                  <a:cubicBezTo>
                    <a:pt x="201" y="7642"/>
                    <a:pt x="1" y="7957"/>
                    <a:pt x="1" y="8301"/>
                  </a:cubicBezTo>
                  <a:cubicBezTo>
                    <a:pt x="1" y="9264"/>
                    <a:pt x="936" y="11134"/>
                    <a:pt x="3712" y="11134"/>
                  </a:cubicBezTo>
                  <a:cubicBezTo>
                    <a:pt x="6488" y="11134"/>
                    <a:pt x="7423" y="9264"/>
                    <a:pt x="7423" y="8301"/>
                  </a:cubicBezTo>
                  <a:cubicBezTo>
                    <a:pt x="7432" y="7957"/>
                    <a:pt x="7222" y="7642"/>
                    <a:pt x="6869" y="7375"/>
                  </a:cubicBezTo>
                  <a:cubicBezTo>
                    <a:pt x="6536" y="7127"/>
                    <a:pt x="6335" y="6736"/>
                    <a:pt x="6335" y="6326"/>
                  </a:cubicBezTo>
                  <a:lnTo>
                    <a:pt x="6335" y="5458"/>
                  </a:lnTo>
                  <a:cubicBezTo>
                    <a:pt x="6335" y="3054"/>
                    <a:pt x="5028" y="1"/>
                    <a:pt x="3712"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1" name="Google Shape;12201;p64"/>
            <p:cNvSpPr/>
            <p:nvPr/>
          </p:nvSpPr>
          <p:spPr>
            <a:xfrm>
              <a:off x="7240105" y="3114240"/>
              <a:ext cx="147657" cy="96204"/>
            </a:xfrm>
            <a:custGeom>
              <a:avLst/>
              <a:gdLst/>
              <a:ahLst/>
              <a:cxnLst/>
              <a:rect l="l" t="t" r="r" b="b"/>
              <a:pathLst>
                <a:path w="5639" h="3674" extrusionOk="0">
                  <a:moveTo>
                    <a:pt x="5295" y="0"/>
                  </a:moveTo>
                  <a:cubicBezTo>
                    <a:pt x="5066" y="763"/>
                    <a:pt x="4656" y="1460"/>
                    <a:pt x="4084" y="2013"/>
                  </a:cubicBezTo>
                  <a:cubicBezTo>
                    <a:pt x="3212" y="2843"/>
                    <a:pt x="2009" y="3283"/>
                    <a:pt x="630" y="3283"/>
                  </a:cubicBezTo>
                  <a:cubicBezTo>
                    <a:pt x="424" y="3283"/>
                    <a:pt x="214" y="3273"/>
                    <a:pt x="1" y="3253"/>
                  </a:cubicBezTo>
                  <a:lnTo>
                    <a:pt x="1" y="3253"/>
                  </a:lnTo>
                  <a:cubicBezTo>
                    <a:pt x="439" y="3473"/>
                    <a:pt x="907" y="3616"/>
                    <a:pt x="1393" y="3673"/>
                  </a:cubicBezTo>
                  <a:cubicBezTo>
                    <a:pt x="2567" y="3540"/>
                    <a:pt x="3597" y="3082"/>
                    <a:pt x="4379" y="2338"/>
                  </a:cubicBezTo>
                  <a:cubicBezTo>
                    <a:pt x="4952" y="1784"/>
                    <a:pt x="5381" y="1107"/>
                    <a:pt x="5639" y="353"/>
                  </a:cubicBezTo>
                  <a:cubicBezTo>
                    <a:pt x="5543" y="220"/>
                    <a:pt x="5429" y="96"/>
                    <a:pt x="529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2" name="Google Shape;12202;p64"/>
            <p:cNvSpPr/>
            <p:nvPr/>
          </p:nvSpPr>
          <p:spPr>
            <a:xfrm>
              <a:off x="7220623" y="3000074"/>
              <a:ext cx="148652" cy="125924"/>
            </a:xfrm>
            <a:custGeom>
              <a:avLst/>
              <a:gdLst/>
              <a:ahLst/>
              <a:cxnLst/>
              <a:rect l="l" t="t" r="r" b="b"/>
              <a:pathLst>
                <a:path w="5677" h="4809" extrusionOk="0">
                  <a:moveTo>
                    <a:pt x="2843" y="1"/>
                  </a:moveTo>
                  <a:cubicBezTo>
                    <a:pt x="1279" y="1"/>
                    <a:pt x="0" y="1079"/>
                    <a:pt x="0" y="2405"/>
                  </a:cubicBezTo>
                  <a:cubicBezTo>
                    <a:pt x="0" y="3731"/>
                    <a:pt x="1279" y="4809"/>
                    <a:pt x="2843" y="4809"/>
                  </a:cubicBezTo>
                  <a:cubicBezTo>
                    <a:pt x="4408" y="4809"/>
                    <a:pt x="5677" y="3731"/>
                    <a:pt x="5677" y="2405"/>
                  </a:cubicBezTo>
                  <a:cubicBezTo>
                    <a:pt x="5677" y="1079"/>
                    <a:pt x="4408" y="1"/>
                    <a:pt x="2843"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3" name="Google Shape;12203;p64"/>
            <p:cNvSpPr/>
            <p:nvPr/>
          </p:nvSpPr>
          <p:spPr>
            <a:xfrm>
              <a:off x="7220623" y="2954355"/>
              <a:ext cx="148914" cy="142918"/>
            </a:xfrm>
            <a:custGeom>
              <a:avLst/>
              <a:gdLst/>
              <a:ahLst/>
              <a:cxnLst/>
              <a:rect l="l" t="t" r="r" b="b"/>
              <a:pathLst>
                <a:path w="5687" h="5458" extrusionOk="0">
                  <a:moveTo>
                    <a:pt x="0" y="1"/>
                  </a:moveTo>
                  <a:lnTo>
                    <a:pt x="0" y="2624"/>
                  </a:lnTo>
                  <a:cubicBezTo>
                    <a:pt x="0" y="4189"/>
                    <a:pt x="1269" y="5458"/>
                    <a:pt x="2843" y="5458"/>
                  </a:cubicBezTo>
                  <a:cubicBezTo>
                    <a:pt x="4408" y="5458"/>
                    <a:pt x="5686" y="4189"/>
                    <a:pt x="5686" y="2624"/>
                  </a:cubicBezTo>
                  <a:lnTo>
                    <a:pt x="5686"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4" name="Google Shape;12204;p64"/>
            <p:cNvSpPr/>
            <p:nvPr/>
          </p:nvSpPr>
          <p:spPr>
            <a:xfrm>
              <a:off x="7220387" y="2954355"/>
              <a:ext cx="148888" cy="143180"/>
            </a:xfrm>
            <a:custGeom>
              <a:avLst/>
              <a:gdLst/>
              <a:ahLst/>
              <a:cxnLst/>
              <a:rect l="l" t="t" r="r" b="b"/>
              <a:pathLst>
                <a:path w="5686" h="5468" extrusionOk="0">
                  <a:moveTo>
                    <a:pt x="9" y="1"/>
                  </a:moveTo>
                  <a:lnTo>
                    <a:pt x="9" y="2624"/>
                  </a:lnTo>
                  <a:cubicBezTo>
                    <a:pt x="1" y="4211"/>
                    <a:pt x="1293" y="5467"/>
                    <a:pt x="2819" y="5467"/>
                  </a:cubicBezTo>
                  <a:cubicBezTo>
                    <a:pt x="2971" y="5467"/>
                    <a:pt x="3126" y="5455"/>
                    <a:pt x="3282" y="5429"/>
                  </a:cubicBezTo>
                  <a:cubicBezTo>
                    <a:pt x="1898" y="5210"/>
                    <a:pt x="878" y="4017"/>
                    <a:pt x="887" y="2624"/>
                  </a:cubicBezTo>
                  <a:lnTo>
                    <a:pt x="887" y="2185"/>
                  </a:lnTo>
                  <a:cubicBezTo>
                    <a:pt x="887" y="1222"/>
                    <a:pt x="1669" y="440"/>
                    <a:pt x="2633" y="440"/>
                  </a:cubicBezTo>
                  <a:lnTo>
                    <a:pt x="5686" y="440"/>
                  </a:lnTo>
                  <a:lnTo>
                    <a:pt x="5686"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5" name="Google Shape;12205;p64"/>
            <p:cNvSpPr/>
            <p:nvPr/>
          </p:nvSpPr>
          <p:spPr>
            <a:xfrm>
              <a:off x="7269851" y="3045714"/>
              <a:ext cx="50747" cy="17361"/>
            </a:xfrm>
            <a:custGeom>
              <a:avLst/>
              <a:gdLst/>
              <a:ahLst/>
              <a:cxnLst/>
              <a:rect l="l" t="t" r="r" b="b"/>
              <a:pathLst>
                <a:path w="1938" h="663" extrusionOk="0">
                  <a:moveTo>
                    <a:pt x="313" y="1"/>
                  </a:moveTo>
                  <a:cubicBezTo>
                    <a:pt x="143" y="1"/>
                    <a:pt x="1" y="224"/>
                    <a:pt x="162" y="385"/>
                  </a:cubicBezTo>
                  <a:cubicBezTo>
                    <a:pt x="380" y="567"/>
                    <a:pt x="651" y="662"/>
                    <a:pt x="932" y="662"/>
                  </a:cubicBezTo>
                  <a:cubicBezTo>
                    <a:pt x="946" y="662"/>
                    <a:pt x="959" y="662"/>
                    <a:pt x="973" y="662"/>
                  </a:cubicBezTo>
                  <a:cubicBezTo>
                    <a:pt x="986" y="662"/>
                    <a:pt x="1000" y="662"/>
                    <a:pt x="1013" y="662"/>
                  </a:cubicBezTo>
                  <a:cubicBezTo>
                    <a:pt x="1295" y="662"/>
                    <a:pt x="1565" y="567"/>
                    <a:pt x="1784" y="385"/>
                  </a:cubicBezTo>
                  <a:cubicBezTo>
                    <a:pt x="1938" y="224"/>
                    <a:pt x="1793" y="1"/>
                    <a:pt x="1623" y="1"/>
                  </a:cubicBezTo>
                  <a:cubicBezTo>
                    <a:pt x="1572" y="1"/>
                    <a:pt x="1518" y="21"/>
                    <a:pt x="1469" y="70"/>
                  </a:cubicBezTo>
                  <a:cubicBezTo>
                    <a:pt x="1321" y="175"/>
                    <a:pt x="1147" y="228"/>
                    <a:pt x="972" y="228"/>
                  </a:cubicBezTo>
                  <a:cubicBezTo>
                    <a:pt x="796" y="228"/>
                    <a:pt x="620" y="175"/>
                    <a:pt x="467" y="70"/>
                  </a:cubicBezTo>
                  <a:cubicBezTo>
                    <a:pt x="418" y="21"/>
                    <a:pt x="365" y="1"/>
                    <a:pt x="313"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6" name="Google Shape;12206;p64"/>
            <p:cNvSpPr/>
            <p:nvPr/>
          </p:nvSpPr>
          <p:spPr>
            <a:xfrm>
              <a:off x="7255344" y="3005939"/>
              <a:ext cx="11260" cy="16889"/>
            </a:xfrm>
            <a:custGeom>
              <a:avLst/>
              <a:gdLst/>
              <a:ahLst/>
              <a:cxnLst/>
              <a:rect l="l" t="t" r="r" b="b"/>
              <a:pathLst>
                <a:path w="430" h="645" extrusionOk="0">
                  <a:moveTo>
                    <a:pt x="215" y="1"/>
                  </a:moveTo>
                  <a:cubicBezTo>
                    <a:pt x="108" y="1"/>
                    <a:pt x="0" y="72"/>
                    <a:pt x="0" y="215"/>
                  </a:cubicBezTo>
                  <a:lnTo>
                    <a:pt x="0" y="435"/>
                  </a:lnTo>
                  <a:cubicBezTo>
                    <a:pt x="0" y="549"/>
                    <a:pt x="96" y="645"/>
                    <a:pt x="210" y="645"/>
                  </a:cubicBezTo>
                  <a:cubicBezTo>
                    <a:pt x="334" y="645"/>
                    <a:pt x="430" y="549"/>
                    <a:pt x="430" y="435"/>
                  </a:cubicBezTo>
                  <a:lnTo>
                    <a:pt x="430" y="215"/>
                  </a:lnTo>
                  <a:cubicBezTo>
                    <a:pt x="430" y="72"/>
                    <a:pt x="322" y="1"/>
                    <a:pt x="215"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7" name="Google Shape;12207;p64"/>
            <p:cNvSpPr/>
            <p:nvPr/>
          </p:nvSpPr>
          <p:spPr>
            <a:xfrm>
              <a:off x="7323792" y="3005939"/>
              <a:ext cx="11521" cy="16889"/>
            </a:xfrm>
            <a:custGeom>
              <a:avLst/>
              <a:gdLst/>
              <a:ahLst/>
              <a:cxnLst/>
              <a:rect l="l" t="t" r="r" b="b"/>
              <a:pathLst>
                <a:path w="440" h="645" extrusionOk="0">
                  <a:moveTo>
                    <a:pt x="220" y="1"/>
                  </a:moveTo>
                  <a:cubicBezTo>
                    <a:pt x="110" y="1"/>
                    <a:pt x="0" y="72"/>
                    <a:pt x="0" y="215"/>
                  </a:cubicBezTo>
                  <a:lnTo>
                    <a:pt x="0" y="435"/>
                  </a:lnTo>
                  <a:cubicBezTo>
                    <a:pt x="0" y="549"/>
                    <a:pt x="96" y="645"/>
                    <a:pt x="220" y="645"/>
                  </a:cubicBezTo>
                  <a:cubicBezTo>
                    <a:pt x="344" y="645"/>
                    <a:pt x="439" y="549"/>
                    <a:pt x="439" y="435"/>
                  </a:cubicBezTo>
                  <a:lnTo>
                    <a:pt x="439" y="215"/>
                  </a:lnTo>
                  <a:cubicBezTo>
                    <a:pt x="439"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8" name="Google Shape;12208;p64"/>
            <p:cNvSpPr/>
            <p:nvPr/>
          </p:nvSpPr>
          <p:spPr>
            <a:xfrm>
              <a:off x="7247594" y="2988578"/>
              <a:ext cx="26761" cy="11521"/>
            </a:xfrm>
            <a:custGeom>
              <a:avLst/>
              <a:gdLst/>
              <a:ahLst/>
              <a:cxnLst/>
              <a:rect l="l" t="t" r="r" b="b"/>
              <a:pathLst>
                <a:path w="1022" h="440" extrusionOk="0">
                  <a:moveTo>
                    <a:pt x="296" y="1"/>
                  </a:moveTo>
                  <a:cubicBezTo>
                    <a:pt x="1" y="1"/>
                    <a:pt x="1" y="440"/>
                    <a:pt x="296" y="440"/>
                  </a:cubicBezTo>
                  <a:lnTo>
                    <a:pt x="726" y="440"/>
                  </a:lnTo>
                  <a:cubicBezTo>
                    <a:pt x="1021" y="440"/>
                    <a:pt x="1021" y="1"/>
                    <a:pt x="726"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9" name="Google Shape;12209;p64"/>
            <p:cNvSpPr/>
            <p:nvPr/>
          </p:nvSpPr>
          <p:spPr>
            <a:xfrm>
              <a:off x="7316303" y="2988578"/>
              <a:ext cx="26499" cy="11521"/>
            </a:xfrm>
            <a:custGeom>
              <a:avLst/>
              <a:gdLst/>
              <a:ahLst/>
              <a:cxnLst/>
              <a:rect l="l" t="t" r="r" b="b"/>
              <a:pathLst>
                <a:path w="1012" h="440" extrusionOk="0">
                  <a:moveTo>
                    <a:pt x="286" y="1"/>
                  </a:moveTo>
                  <a:cubicBezTo>
                    <a:pt x="0" y="1"/>
                    <a:pt x="0" y="440"/>
                    <a:pt x="286" y="440"/>
                  </a:cubicBezTo>
                  <a:lnTo>
                    <a:pt x="725" y="440"/>
                  </a:lnTo>
                  <a:cubicBezTo>
                    <a:pt x="1011" y="440"/>
                    <a:pt x="1011" y="1"/>
                    <a:pt x="72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0" name="Google Shape;12210;p64"/>
            <p:cNvSpPr/>
            <p:nvPr/>
          </p:nvSpPr>
          <p:spPr>
            <a:xfrm>
              <a:off x="7189646" y="2880251"/>
              <a:ext cx="208852" cy="285469"/>
            </a:xfrm>
            <a:custGeom>
              <a:avLst/>
              <a:gdLst/>
              <a:ahLst/>
              <a:cxnLst/>
              <a:rect l="l" t="t" r="r" b="b"/>
              <a:pathLst>
                <a:path w="7976" h="10902" extrusionOk="0">
                  <a:moveTo>
                    <a:pt x="4017" y="0"/>
                  </a:moveTo>
                  <a:cubicBezTo>
                    <a:pt x="2066" y="0"/>
                    <a:pt x="435" y="1515"/>
                    <a:pt x="315" y="3489"/>
                  </a:cubicBezTo>
                  <a:lnTo>
                    <a:pt x="124" y="6771"/>
                  </a:lnTo>
                  <a:cubicBezTo>
                    <a:pt x="0" y="8908"/>
                    <a:pt x="1613" y="10749"/>
                    <a:pt x="3750" y="10902"/>
                  </a:cubicBezTo>
                  <a:cubicBezTo>
                    <a:pt x="2414" y="10758"/>
                    <a:pt x="1393" y="9633"/>
                    <a:pt x="1393" y="8288"/>
                  </a:cubicBezTo>
                  <a:lnTo>
                    <a:pt x="1393" y="6981"/>
                  </a:lnTo>
                  <a:cubicBezTo>
                    <a:pt x="1393" y="4577"/>
                    <a:pt x="2710" y="1524"/>
                    <a:pt x="4017" y="1524"/>
                  </a:cubicBezTo>
                  <a:cubicBezTo>
                    <a:pt x="5333" y="1524"/>
                    <a:pt x="6640" y="4577"/>
                    <a:pt x="6640" y="6981"/>
                  </a:cubicBezTo>
                  <a:lnTo>
                    <a:pt x="6640" y="9098"/>
                  </a:lnTo>
                  <a:cubicBezTo>
                    <a:pt x="6640" y="9287"/>
                    <a:pt x="6795" y="9405"/>
                    <a:pt x="6951" y="9405"/>
                  </a:cubicBezTo>
                  <a:cubicBezTo>
                    <a:pt x="7041" y="9405"/>
                    <a:pt x="7131" y="9366"/>
                    <a:pt x="7194" y="9280"/>
                  </a:cubicBezTo>
                  <a:cubicBezTo>
                    <a:pt x="7718" y="8555"/>
                    <a:pt x="7976" y="7667"/>
                    <a:pt x="7928" y="6771"/>
                  </a:cubicBezTo>
                  <a:lnTo>
                    <a:pt x="7737" y="3584"/>
                  </a:lnTo>
                  <a:cubicBezTo>
                    <a:pt x="7613" y="1686"/>
                    <a:pt x="6135" y="112"/>
                    <a:pt x="4246" y="7"/>
                  </a:cubicBezTo>
                  <a:cubicBezTo>
                    <a:pt x="4169" y="2"/>
                    <a:pt x="4093" y="0"/>
                    <a:pt x="4017" y="0"/>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11" name="Google Shape;12211;p64"/>
          <p:cNvGrpSpPr/>
          <p:nvPr/>
        </p:nvGrpSpPr>
        <p:grpSpPr>
          <a:xfrm>
            <a:off x="6695757" y="2726597"/>
            <a:ext cx="263316" cy="354493"/>
            <a:chOff x="6712032" y="2880172"/>
            <a:chExt cx="263316" cy="354493"/>
          </a:xfrm>
        </p:grpSpPr>
        <p:sp>
          <p:nvSpPr>
            <p:cNvPr id="12212" name="Google Shape;12212;p64"/>
            <p:cNvSpPr/>
            <p:nvPr/>
          </p:nvSpPr>
          <p:spPr>
            <a:xfrm>
              <a:off x="6729995" y="2880172"/>
              <a:ext cx="227600" cy="209113"/>
            </a:xfrm>
            <a:custGeom>
              <a:avLst/>
              <a:gdLst/>
              <a:ahLst/>
              <a:cxnLst/>
              <a:rect l="l" t="t" r="r" b="b"/>
              <a:pathLst>
                <a:path w="8692" h="7986" extrusionOk="0">
                  <a:moveTo>
                    <a:pt x="4351" y="0"/>
                  </a:moveTo>
                  <a:cubicBezTo>
                    <a:pt x="2825" y="0"/>
                    <a:pt x="640" y="1078"/>
                    <a:pt x="640" y="3273"/>
                  </a:cubicBezTo>
                  <a:lnTo>
                    <a:pt x="640" y="5839"/>
                  </a:lnTo>
                  <a:cubicBezTo>
                    <a:pt x="640" y="6278"/>
                    <a:pt x="373" y="6449"/>
                    <a:pt x="182" y="6516"/>
                  </a:cubicBezTo>
                  <a:cubicBezTo>
                    <a:pt x="68" y="6545"/>
                    <a:pt x="1" y="6678"/>
                    <a:pt x="39" y="6793"/>
                  </a:cubicBezTo>
                  <a:cubicBezTo>
                    <a:pt x="139" y="7057"/>
                    <a:pt x="387" y="7425"/>
                    <a:pt x="981" y="7425"/>
                  </a:cubicBezTo>
                  <a:cubicBezTo>
                    <a:pt x="1010" y="7425"/>
                    <a:pt x="1039" y="7424"/>
                    <a:pt x="1069" y="7422"/>
                  </a:cubicBezTo>
                  <a:cubicBezTo>
                    <a:pt x="1338" y="7780"/>
                    <a:pt x="1751" y="7985"/>
                    <a:pt x="2186" y="7985"/>
                  </a:cubicBezTo>
                  <a:cubicBezTo>
                    <a:pt x="2262" y="7985"/>
                    <a:pt x="2338" y="7979"/>
                    <a:pt x="2415" y="7966"/>
                  </a:cubicBezTo>
                  <a:cubicBezTo>
                    <a:pt x="2806" y="7909"/>
                    <a:pt x="3206" y="7871"/>
                    <a:pt x="3607" y="7861"/>
                  </a:cubicBezTo>
                  <a:lnTo>
                    <a:pt x="5095" y="7861"/>
                  </a:lnTo>
                  <a:cubicBezTo>
                    <a:pt x="5486" y="7871"/>
                    <a:pt x="5887" y="7909"/>
                    <a:pt x="6288" y="7966"/>
                  </a:cubicBezTo>
                  <a:cubicBezTo>
                    <a:pt x="6363" y="7979"/>
                    <a:pt x="6438" y="7985"/>
                    <a:pt x="6513" y="7985"/>
                  </a:cubicBezTo>
                  <a:cubicBezTo>
                    <a:pt x="6942" y="7985"/>
                    <a:pt x="7355" y="7780"/>
                    <a:pt x="7623" y="7422"/>
                  </a:cubicBezTo>
                  <a:cubicBezTo>
                    <a:pt x="7654" y="7424"/>
                    <a:pt x="7684" y="7425"/>
                    <a:pt x="7712" y="7425"/>
                  </a:cubicBezTo>
                  <a:cubicBezTo>
                    <a:pt x="8314" y="7425"/>
                    <a:pt x="8554" y="7057"/>
                    <a:pt x="8654" y="6793"/>
                  </a:cubicBezTo>
                  <a:cubicBezTo>
                    <a:pt x="8692" y="6678"/>
                    <a:pt x="8635" y="6545"/>
                    <a:pt x="8511" y="6516"/>
                  </a:cubicBezTo>
                  <a:cubicBezTo>
                    <a:pt x="8320" y="6440"/>
                    <a:pt x="8062" y="6268"/>
                    <a:pt x="8062" y="5829"/>
                  </a:cubicBezTo>
                  <a:lnTo>
                    <a:pt x="8062" y="2834"/>
                  </a:lnTo>
                  <a:cubicBezTo>
                    <a:pt x="8062" y="1718"/>
                    <a:pt x="7232" y="792"/>
                    <a:pt x="6126" y="659"/>
                  </a:cubicBezTo>
                  <a:cubicBezTo>
                    <a:pt x="5992" y="649"/>
                    <a:pt x="5868" y="582"/>
                    <a:pt x="5792" y="477"/>
                  </a:cubicBezTo>
                  <a:cubicBezTo>
                    <a:pt x="5582" y="163"/>
                    <a:pt x="5095" y="0"/>
                    <a:pt x="4351"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3" name="Google Shape;12213;p64"/>
            <p:cNvSpPr/>
            <p:nvPr/>
          </p:nvSpPr>
          <p:spPr>
            <a:xfrm>
              <a:off x="6843926" y="2880172"/>
              <a:ext cx="113669" cy="209009"/>
            </a:xfrm>
            <a:custGeom>
              <a:avLst/>
              <a:gdLst/>
              <a:ahLst/>
              <a:cxnLst/>
              <a:rect l="l" t="t" r="r" b="b"/>
              <a:pathLst>
                <a:path w="4341" h="7982" extrusionOk="0">
                  <a:moveTo>
                    <a:pt x="0" y="0"/>
                  </a:moveTo>
                  <a:lnTo>
                    <a:pt x="0" y="7861"/>
                  </a:lnTo>
                  <a:lnTo>
                    <a:pt x="744" y="7861"/>
                  </a:lnTo>
                  <a:cubicBezTo>
                    <a:pt x="1145" y="7861"/>
                    <a:pt x="1546" y="7899"/>
                    <a:pt x="1937" y="7966"/>
                  </a:cubicBezTo>
                  <a:cubicBezTo>
                    <a:pt x="2007" y="7977"/>
                    <a:pt x="2077" y="7982"/>
                    <a:pt x="2147" y="7982"/>
                  </a:cubicBezTo>
                  <a:cubicBezTo>
                    <a:pt x="2588" y="7982"/>
                    <a:pt x="3009" y="7777"/>
                    <a:pt x="3272" y="7422"/>
                  </a:cubicBezTo>
                  <a:cubicBezTo>
                    <a:pt x="3296" y="7423"/>
                    <a:pt x="3318" y="7424"/>
                    <a:pt x="3341" y="7424"/>
                  </a:cubicBezTo>
                  <a:cubicBezTo>
                    <a:pt x="3959" y="7424"/>
                    <a:pt x="4211" y="7050"/>
                    <a:pt x="4303" y="6783"/>
                  </a:cubicBezTo>
                  <a:cubicBezTo>
                    <a:pt x="4341" y="6669"/>
                    <a:pt x="4284" y="6545"/>
                    <a:pt x="4160" y="6507"/>
                  </a:cubicBezTo>
                  <a:cubicBezTo>
                    <a:pt x="3969" y="6440"/>
                    <a:pt x="3711" y="6268"/>
                    <a:pt x="3711" y="5829"/>
                  </a:cubicBezTo>
                  <a:lnTo>
                    <a:pt x="3711" y="2834"/>
                  </a:lnTo>
                  <a:cubicBezTo>
                    <a:pt x="3711" y="1718"/>
                    <a:pt x="2881" y="792"/>
                    <a:pt x="1775" y="659"/>
                  </a:cubicBezTo>
                  <a:cubicBezTo>
                    <a:pt x="1641" y="649"/>
                    <a:pt x="1517" y="582"/>
                    <a:pt x="1441" y="477"/>
                  </a:cubicBezTo>
                  <a:cubicBezTo>
                    <a:pt x="1231" y="163"/>
                    <a:pt x="744" y="0"/>
                    <a:pt x="0"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4" name="Google Shape;12214;p64"/>
            <p:cNvSpPr/>
            <p:nvPr/>
          </p:nvSpPr>
          <p:spPr>
            <a:xfrm>
              <a:off x="6712032" y="3118980"/>
              <a:ext cx="263316" cy="115685"/>
            </a:xfrm>
            <a:custGeom>
              <a:avLst/>
              <a:gdLst/>
              <a:ahLst/>
              <a:cxnLst/>
              <a:rect l="l" t="t" r="r" b="b"/>
              <a:pathLst>
                <a:path w="10056" h="4418" extrusionOk="0">
                  <a:moveTo>
                    <a:pt x="6564" y="1"/>
                  </a:moveTo>
                  <a:lnTo>
                    <a:pt x="6564" y="373"/>
                  </a:lnTo>
                  <a:cubicBezTo>
                    <a:pt x="6564" y="1279"/>
                    <a:pt x="5829" y="2013"/>
                    <a:pt x="4923" y="2013"/>
                  </a:cubicBezTo>
                  <a:cubicBezTo>
                    <a:pt x="4016" y="2013"/>
                    <a:pt x="3282" y="1279"/>
                    <a:pt x="3282" y="373"/>
                  </a:cubicBezTo>
                  <a:lnTo>
                    <a:pt x="3282" y="182"/>
                  </a:lnTo>
                  <a:cubicBezTo>
                    <a:pt x="3234" y="210"/>
                    <a:pt x="3186" y="239"/>
                    <a:pt x="3139" y="258"/>
                  </a:cubicBezTo>
                  <a:lnTo>
                    <a:pt x="878" y="1050"/>
                  </a:lnTo>
                  <a:cubicBezTo>
                    <a:pt x="353" y="1231"/>
                    <a:pt x="0" y="1727"/>
                    <a:pt x="0" y="2290"/>
                  </a:cubicBezTo>
                  <a:lnTo>
                    <a:pt x="0" y="3759"/>
                  </a:lnTo>
                  <a:cubicBezTo>
                    <a:pt x="0" y="4122"/>
                    <a:pt x="296" y="4418"/>
                    <a:pt x="658" y="4418"/>
                  </a:cubicBezTo>
                  <a:lnTo>
                    <a:pt x="9397" y="4418"/>
                  </a:lnTo>
                  <a:cubicBezTo>
                    <a:pt x="9759" y="4418"/>
                    <a:pt x="10055" y="4122"/>
                    <a:pt x="10055" y="3759"/>
                  </a:cubicBezTo>
                  <a:lnTo>
                    <a:pt x="10055" y="2281"/>
                  </a:lnTo>
                  <a:cubicBezTo>
                    <a:pt x="10055" y="1727"/>
                    <a:pt x="9702" y="1231"/>
                    <a:pt x="9177" y="1050"/>
                  </a:cubicBezTo>
                  <a:lnTo>
                    <a:pt x="6926" y="258"/>
                  </a:lnTo>
                  <a:cubicBezTo>
                    <a:pt x="6783" y="201"/>
                    <a:pt x="6659" y="115"/>
                    <a:pt x="6564"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5" name="Google Shape;12215;p64"/>
            <p:cNvSpPr/>
            <p:nvPr/>
          </p:nvSpPr>
          <p:spPr>
            <a:xfrm>
              <a:off x="6768487" y="3118980"/>
              <a:ext cx="150407" cy="81802"/>
            </a:xfrm>
            <a:custGeom>
              <a:avLst/>
              <a:gdLst/>
              <a:ahLst/>
              <a:cxnLst/>
              <a:rect l="l" t="t" r="r" b="b"/>
              <a:pathLst>
                <a:path w="5744" h="3124" extrusionOk="0">
                  <a:moveTo>
                    <a:pt x="4398" y="1"/>
                  </a:moveTo>
                  <a:lnTo>
                    <a:pt x="4398" y="373"/>
                  </a:lnTo>
                  <a:cubicBezTo>
                    <a:pt x="4398" y="1279"/>
                    <a:pt x="3663" y="2013"/>
                    <a:pt x="2767" y="2013"/>
                  </a:cubicBezTo>
                  <a:cubicBezTo>
                    <a:pt x="1860" y="2013"/>
                    <a:pt x="1126" y="1279"/>
                    <a:pt x="1126" y="373"/>
                  </a:cubicBezTo>
                  <a:lnTo>
                    <a:pt x="1126" y="182"/>
                  </a:lnTo>
                  <a:cubicBezTo>
                    <a:pt x="1078" y="210"/>
                    <a:pt x="1030" y="230"/>
                    <a:pt x="973" y="249"/>
                  </a:cubicBezTo>
                  <a:lnTo>
                    <a:pt x="0" y="602"/>
                  </a:lnTo>
                  <a:cubicBezTo>
                    <a:pt x="10" y="1183"/>
                    <a:pt x="124" y="1775"/>
                    <a:pt x="353" y="2319"/>
                  </a:cubicBezTo>
                  <a:cubicBezTo>
                    <a:pt x="558" y="2816"/>
                    <a:pt x="1037" y="3124"/>
                    <a:pt x="1553" y="3124"/>
                  </a:cubicBezTo>
                  <a:cubicBezTo>
                    <a:pt x="1661" y="3124"/>
                    <a:pt x="1770" y="3110"/>
                    <a:pt x="1879" y="3082"/>
                  </a:cubicBezTo>
                  <a:lnTo>
                    <a:pt x="2872" y="2834"/>
                  </a:lnTo>
                  <a:lnTo>
                    <a:pt x="3864" y="3082"/>
                  </a:lnTo>
                  <a:cubicBezTo>
                    <a:pt x="3973" y="3110"/>
                    <a:pt x="4083" y="3124"/>
                    <a:pt x="4191" y="3124"/>
                  </a:cubicBezTo>
                  <a:cubicBezTo>
                    <a:pt x="4709" y="3124"/>
                    <a:pt x="5195" y="2816"/>
                    <a:pt x="5400" y="2319"/>
                  </a:cubicBezTo>
                  <a:cubicBezTo>
                    <a:pt x="5619" y="1775"/>
                    <a:pt x="5743" y="1183"/>
                    <a:pt x="5743" y="602"/>
                  </a:cubicBezTo>
                  <a:lnTo>
                    <a:pt x="4761" y="249"/>
                  </a:lnTo>
                  <a:cubicBezTo>
                    <a:pt x="4627" y="201"/>
                    <a:pt x="4503" y="115"/>
                    <a:pt x="4398"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6" name="Google Shape;12216;p64"/>
            <p:cNvSpPr/>
            <p:nvPr/>
          </p:nvSpPr>
          <p:spPr>
            <a:xfrm>
              <a:off x="6714755" y="3155953"/>
              <a:ext cx="48992" cy="78712"/>
            </a:xfrm>
            <a:custGeom>
              <a:avLst/>
              <a:gdLst/>
              <a:ahLst/>
              <a:cxnLst/>
              <a:rect l="l" t="t" r="r" b="b"/>
              <a:pathLst>
                <a:path w="1871" h="3006" extrusionOk="0">
                  <a:moveTo>
                    <a:pt x="239" y="0"/>
                  </a:moveTo>
                  <a:cubicBezTo>
                    <a:pt x="135" y="105"/>
                    <a:pt x="58" y="239"/>
                    <a:pt x="1" y="373"/>
                  </a:cubicBezTo>
                  <a:lnTo>
                    <a:pt x="1193" y="1393"/>
                  </a:lnTo>
                  <a:cubicBezTo>
                    <a:pt x="1337" y="1517"/>
                    <a:pt x="1422" y="1699"/>
                    <a:pt x="1422" y="1889"/>
                  </a:cubicBezTo>
                  <a:lnTo>
                    <a:pt x="1422" y="3006"/>
                  </a:lnTo>
                  <a:lnTo>
                    <a:pt x="1871" y="3006"/>
                  </a:lnTo>
                  <a:lnTo>
                    <a:pt x="1871" y="1889"/>
                  </a:lnTo>
                  <a:cubicBezTo>
                    <a:pt x="1871" y="1575"/>
                    <a:pt x="1728" y="1269"/>
                    <a:pt x="1480" y="1059"/>
                  </a:cubicBezTo>
                  <a:lnTo>
                    <a:pt x="239"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7" name="Google Shape;12217;p64"/>
            <p:cNvSpPr/>
            <p:nvPr/>
          </p:nvSpPr>
          <p:spPr>
            <a:xfrm>
              <a:off x="6923842" y="3155953"/>
              <a:ext cx="48992" cy="78712"/>
            </a:xfrm>
            <a:custGeom>
              <a:avLst/>
              <a:gdLst/>
              <a:ahLst/>
              <a:cxnLst/>
              <a:rect l="l" t="t" r="r" b="b"/>
              <a:pathLst>
                <a:path w="1871" h="3006" extrusionOk="0">
                  <a:moveTo>
                    <a:pt x="1632" y="0"/>
                  </a:moveTo>
                  <a:lnTo>
                    <a:pt x="383" y="1059"/>
                  </a:lnTo>
                  <a:cubicBezTo>
                    <a:pt x="144" y="1269"/>
                    <a:pt x="1" y="1575"/>
                    <a:pt x="1" y="1889"/>
                  </a:cubicBezTo>
                  <a:lnTo>
                    <a:pt x="1" y="3006"/>
                  </a:lnTo>
                  <a:lnTo>
                    <a:pt x="449" y="3006"/>
                  </a:lnTo>
                  <a:lnTo>
                    <a:pt x="449" y="1889"/>
                  </a:lnTo>
                  <a:cubicBezTo>
                    <a:pt x="440" y="1699"/>
                    <a:pt x="526" y="1517"/>
                    <a:pt x="678" y="1393"/>
                  </a:cubicBezTo>
                  <a:lnTo>
                    <a:pt x="1871" y="373"/>
                  </a:lnTo>
                  <a:cubicBezTo>
                    <a:pt x="1814" y="239"/>
                    <a:pt x="1728" y="105"/>
                    <a:pt x="1632"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8" name="Google Shape;12218;p64"/>
            <p:cNvSpPr/>
            <p:nvPr/>
          </p:nvSpPr>
          <p:spPr>
            <a:xfrm>
              <a:off x="6778961" y="3108741"/>
              <a:ext cx="129432" cy="80650"/>
            </a:xfrm>
            <a:custGeom>
              <a:avLst/>
              <a:gdLst/>
              <a:ahLst/>
              <a:cxnLst/>
              <a:rect l="l" t="t" r="r" b="b"/>
              <a:pathLst>
                <a:path w="4943" h="3080" extrusionOk="0">
                  <a:moveTo>
                    <a:pt x="1165" y="0"/>
                  </a:moveTo>
                  <a:lnTo>
                    <a:pt x="344" y="287"/>
                  </a:lnTo>
                  <a:cubicBezTo>
                    <a:pt x="172" y="344"/>
                    <a:pt x="58" y="496"/>
                    <a:pt x="48" y="678"/>
                  </a:cubicBezTo>
                  <a:cubicBezTo>
                    <a:pt x="1" y="1307"/>
                    <a:pt x="115" y="1947"/>
                    <a:pt x="354" y="2538"/>
                  </a:cubicBezTo>
                  <a:cubicBezTo>
                    <a:pt x="497" y="2871"/>
                    <a:pt x="818" y="3079"/>
                    <a:pt x="1163" y="3079"/>
                  </a:cubicBezTo>
                  <a:cubicBezTo>
                    <a:pt x="1233" y="3079"/>
                    <a:pt x="1304" y="3071"/>
                    <a:pt x="1375" y="3053"/>
                  </a:cubicBezTo>
                  <a:lnTo>
                    <a:pt x="2472" y="2777"/>
                  </a:lnTo>
                  <a:lnTo>
                    <a:pt x="3578" y="3053"/>
                  </a:lnTo>
                  <a:cubicBezTo>
                    <a:pt x="3649" y="3071"/>
                    <a:pt x="3720" y="3079"/>
                    <a:pt x="3789" y="3079"/>
                  </a:cubicBezTo>
                  <a:cubicBezTo>
                    <a:pt x="4135" y="3079"/>
                    <a:pt x="4456" y="2871"/>
                    <a:pt x="4599" y="2538"/>
                  </a:cubicBezTo>
                  <a:cubicBezTo>
                    <a:pt x="4838" y="1947"/>
                    <a:pt x="4942" y="1307"/>
                    <a:pt x="4904" y="678"/>
                  </a:cubicBezTo>
                  <a:cubicBezTo>
                    <a:pt x="4895" y="496"/>
                    <a:pt x="4780" y="344"/>
                    <a:pt x="4609" y="287"/>
                  </a:cubicBezTo>
                  <a:lnTo>
                    <a:pt x="3788" y="0"/>
                  </a:lnTo>
                  <a:lnTo>
                    <a:pt x="3788" y="649"/>
                  </a:lnTo>
                  <a:cubicBezTo>
                    <a:pt x="3788" y="1374"/>
                    <a:pt x="3206" y="1966"/>
                    <a:pt x="2481" y="1966"/>
                  </a:cubicBezTo>
                  <a:cubicBezTo>
                    <a:pt x="1756" y="1966"/>
                    <a:pt x="1165" y="1374"/>
                    <a:pt x="1165" y="649"/>
                  </a:cubicBezTo>
                  <a:lnTo>
                    <a:pt x="1165" y="0"/>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9" name="Google Shape;12219;p64"/>
            <p:cNvSpPr/>
            <p:nvPr/>
          </p:nvSpPr>
          <p:spPr>
            <a:xfrm>
              <a:off x="6878149" y="3108479"/>
              <a:ext cx="26" cy="288"/>
            </a:xfrm>
            <a:custGeom>
              <a:avLst/>
              <a:gdLst/>
              <a:ahLst/>
              <a:cxnLst/>
              <a:rect l="l" t="t" r="r" b="b"/>
              <a:pathLst>
                <a:path w="1" h="11" extrusionOk="0">
                  <a:moveTo>
                    <a:pt x="0" y="10"/>
                  </a:moveTo>
                  <a:lnTo>
                    <a:pt x="0" y="10"/>
                  </a:lnTo>
                  <a:lnTo>
                    <a:pt x="0"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0" name="Google Shape;12220;p64"/>
            <p:cNvSpPr/>
            <p:nvPr/>
          </p:nvSpPr>
          <p:spPr>
            <a:xfrm>
              <a:off x="6809440" y="3108479"/>
              <a:ext cx="26" cy="288"/>
            </a:xfrm>
            <a:custGeom>
              <a:avLst/>
              <a:gdLst/>
              <a:ahLst/>
              <a:cxnLst/>
              <a:rect l="l" t="t" r="r" b="b"/>
              <a:pathLst>
                <a:path w="1" h="11" extrusionOk="0">
                  <a:moveTo>
                    <a:pt x="1" y="1"/>
                  </a:moveTo>
                  <a:lnTo>
                    <a:pt x="1" y="10"/>
                  </a:lnTo>
                  <a:lnTo>
                    <a:pt x="1" y="1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1" name="Google Shape;12221;p64"/>
            <p:cNvSpPr/>
            <p:nvPr/>
          </p:nvSpPr>
          <p:spPr>
            <a:xfrm>
              <a:off x="6797945" y="3108741"/>
              <a:ext cx="91464" cy="62975"/>
            </a:xfrm>
            <a:custGeom>
              <a:avLst/>
              <a:gdLst/>
              <a:ahLst/>
              <a:cxnLst/>
              <a:rect l="l" t="t" r="r" b="b"/>
              <a:pathLst>
                <a:path w="3493" h="2405" extrusionOk="0">
                  <a:moveTo>
                    <a:pt x="440" y="0"/>
                  </a:moveTo>
                  <a:lnTo>
                    <a:pt x="1" y="153"/>
                  </a:lnTo>
                  <a:lnTo>
                    <a:pt x="1" y="659"/>
                  </a:lnTo>
                  <a:cubicBezTo>
                    <a:pt x="1" y="1622"/>
                    <a:pt x="783" y="2404"/>
                    <a:pt x="1747" y="2404"/>
                  </a:cubicBezTo>
                  <a:cubicBezTo>
                    <a:pt x="2710" y="2404"/>
                    <a:pt x="3492" y="1622"/>
                    <a:pt x="3492" y="659"/>
                  </a:cubicBezTo>
                  <a:lnTo>
                    <a:pt x="3492" y="153"/>
                  </a:lnTo>
                  <a:lnTo>
                    <a:pt x="3063" y="0"/>
                  </a:lnTo>
                  <a:lnTo>
                    <a:pt x="3063" y="649"/>
                  </a:lnTo>
                  <a:cubicBezTo>
                    <a:pt x="3063" y="1374"/>
                    <a:pt x="2472" y="1966"/>
                    <a:pt x="1747" y="1966"/>
                  </a:cubicBezTo>
                  <a:cubicBezTo>
                    <a:pt x="1022" y="1966"/>
                    <a:pt x="440" y="1374"/>
                    <a:pt x="440" y="649"/>
                  </a:cubicBezTo>
                  <a:lnTo>
                    <a:pt x="44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2" name="Google Shape;12222;p64"/>
            <p:cNvSpPr/>
            <p:nvPr/>
          </p:nvSpPr>
          <p:spPr>
            <a:xfrm>
              <a:off x="6809440" y="3080252"/>
              <a:ext cx="68736" cy="79969"/>
            </a:xfrm>
            <a:custGeom>
              <a:avLst/>
              <a:gdLst/>
              <a:ahLst/>
              <a:cxnLst/>
              <a:rect l="l" t="t" r="r" b="b"/>
              <a:pathLst>
                <a:path w="2625" h="3054" extrusionOk="0">
                  <a:moveTo>
                    <a:pt x="1" y="1"/>
                  </a:moveTo>
                  <a:lnTo>
                    <a:pt x="1" y="1747"/>
                  </a:lnTo>
                  <a:cubicBezTo>
                    <a:pt x="1" y="2472"/>
                    <a:pt x="583" y="3054"/>
                    <a:pt x="1308" y="3054"/>
                  </a:cubicBezTo>
                  <a:cubicBezTo>
                    <a:pt x="2033" y="3054"/>
                    <a:pt x="2624" y="2472"/>
                    <a:pt x="2624" y="1747"/>
                  </a:cubicBezTo>
                  <a:lnTo>
                    <a:pt x="2624"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3" name="Google Shape;12223;p64"/>
            <p:cNvSpPr/>
            <p:nvPr/>
          </p:nvSpPr>
          <p:spPr>
            <a:xfrm>
              <a:off x="6809440" y="3080252"/>
              <a:ext cx="68736" cy="28568"/>
            </a:xfrm>
            <a:custGeom>
              <a:avLst/>
              <a:gdLst/>
              <a:ahLst/>
              <a:cxnLst/>
              <a:rect l="l" t="t" r="r" b="b"/>
              <a:pathLst>
                <a:path w="2625" h="1091" extrusionOk="0">
                  <a:moveTo>
                    <a:pt x="1" y="1"/>
                  </a:moveTo>
                  <a:lnTo>
                    <a:pt x="1" y="812"/>
                  </a:lnTo>
                  <a:cubicBezTo>
                    <a:pt x="416" y="998"/>
                    <a:pt x="862" y="1091"/>
                    <a:pt x="1309" y="1091"/>
                  </a:cubicBezTo>
                  <a:cubicBezTo>
                    <a:pt x="1756" y="1091"/>
                    <a:pt x="2204" y="998"/>
                    <a:pt x="2624" y="812"/>
                  </a:cubicBezTo>
                  <a:lnTo>
                    <a:pt x="2624" y="1"/>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4" name="Google Shape;12224;p64"/>
            <p:cNvSpPr/>
            <p:nvPr/>
          </p:nvSpPr>
          <p:spPr>
            <a:xfrm>
              <a:off x="6747251" y="2920131"/>
              <a:ext cx="192617" cy="177142"/>
            </a:xfrm>
            <a:custGeom>
              <a:avLst/>
              <a:gdLst/>
              <a:ahLst/>
              <a:cxnLst/>
              <a:rect l="l" t="t" r="r" b="b"/>
              <a:pathLst>
                <a:path w="7356" h="6765" extrusionOk="0">
                  <a:moveTo>
                    <a:pt x="840" y="1"/>
                  </a:moveTo>
                  <a:lnTo>
                    <a:pt x="840" y="3054"/>
                  </a:lnTo>
                  <a:lnTo>
                    <a:pt x="735" y="3054"/>
                  </a:lnTo>
                  <a:cubicBezTo>
                    <a:pt x="0" y="3054"/>
                    <a:pt x="0" y="4151"/>
                    <a:pt x="735" y="4151"/>
                  </a:cubicBezTo>
                  <a:lnTo>
                    <a:pt x="849" y="4151"/>
                  </a:lnTo>
                  <a:cubicBezTo>
                    <a:pt x="964" y="5629"/>
                    <a:pt x="2194" y="6765"/>
                    <a:pt x="3683" y="6765"/>
                  </a:cubicBezTo>
                  <a:cubicBezTo>
                    <a:pt x="5161" y="6765"/>
                    <a:pt x="6392" y="5629"/>
                    <a:pt x="6506" y="4151"/>
                  </a:cubicBezTo>
                  <a:lnTo>
                    <a:pt x="6630" y="4151"/>
                  </a:lnTo>
                  <a:cubicBezTo>
                    <a:pt x="7355" y="4151"/>
                    <a:pt x="7355" y="3054"/>
                    <a:pt x="6630" y="3054"/>
                  </a:cubicBezTo>
                  <a:lnTo>
                    <a:pt x="6526" y="3054"/>
                  </a:lnTo>
                  <a:lnTo>
                    <a:pt x="6526" y="2615"/>
                  </a:lnTo>
                  <a:cubicBezTo>
                    <a:pt x="6526" y="1804"/>
                    <a:pt x="5428" y="1308"/>
                    <a:pt x="4780" y="220"/>
                  </a:cubicBezTo>
                  <a:lnTo>
                    <a:pt x="4780" y="1"/>
                  </a:ln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5" name="Google Shape;12225;p64"/>
            <p:cNvSpPr/>
            <p:nvPr/>
          </p:nvSpPr>
          <p:spPr>
            <a:xfrm>
              <a:off x="6751231" y="2920131"/>
              <a:ext cx="130689" cy="177377"/>
            </a:xfrm>
            <a:custGeom>
              <a:avLst/>
              <a:gdLst/>
              <a:ahLst/>
              <a:cxnLst/>
              <a:rect l="l" t="t" r="r" b="b"/>
              <a:pathLst>
                <a:path w="4991" h="6774" extrusionOk="0">
                  <a:moveTo>
                    <a:pt x="688" y="1"/>
                  </a:moveTo>
                  <a:lnTo>
                    <a:pt x="688" y="3054"/>
                  </a:lnTo>
                  <a:lnTo>
                    <a:pt x="611" y="3054"/>
                  </a:lnTo>
                  <a:cubicBezTo>
                    <a:pt x="605" y="3053"/>
                    <a:pt x="599" y="3053"/>
                    <a:pt x="593" y="3053"/>
                  </a:cubicBezTo>
                  <a:cubicBezTo>
                    <a:pt x="315" y="3053"/>
                    <a:pt x="76" y="3269"/>
                    <a:pt x="39" y="3550"/>
                  </a:cubicBezTo>
                  <a:cubicBezTo>
                    <a:pt x="1" y="3864"/>
                    <a:pt x="258" y="4151"/>
                    <a:pt x="583" y="4151"/>
                  </a:cubicBezTo>
                  <a:lnTo>
                    <a:pt x="697" y="4151"/>
                  </a:lnTo>
                  <a:cubicBezTo>
                    <a:pt x="810" y="5646"/>
                    <a:pt x="2057" y="6773"/>
                    <a:pt x="3511" y="6773"/>
                  </a:cubicBezTo>
                  <a:cubicBezTo>
                    <a:pt x="3662" y="6773"/>
                    <a:pt x="3815" y="6761"/>
                    <a:pt x="3969" y="6736"/>
                  </a:cubicBezTo>
                  <a:cubicBezTo>
                    <a:pt x="2586" y="6517"/>
                    <a:pt x="1565" y="5324"/>
                    <a:pt x="1565" y="3931"/>
                  </a:cubicBezTo>
                  <a:lnTo>
                    <a:pt x="1565" y="2691"/>
                  </a:lnTo>
                  <a:cubicBezTo>
                    <a:pt x="1565" y="2357"/>
                    <a:pt x="1766" y="2042"/>
                    <a:pt x="2071" y="1899"/>
                  </a:cubicBezTo>
                  <a:cubicBezTo>
                    <a:pt x="2472" y="1718"/>
                    <a:pt x="2882" y="1575"/>
                    <a:pt x="3311" y="1441"/>
                  </a:cubicBezTo>
                  <a:cubicBezTo>
                    <a:pt x="3960" y="1231"/>
                    <a:pt x="4570" y="1031"/>
                    <a:pt x="4990" y="726"/>
                  </a:cubicBezTo>
                  <a:cubicBezTo>
                    <a:pt x="4857" y="564"/>
                    <a:pt x="4733" y="392"/>
                    <a:pt x="4628" y="220"/>
                  </a:cubicBezTo>
                  <a:lnTo>
                    <a:pt x="4628" y="1"/>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6" name="Google Shape;12226;p64"/>
            <p:cNvSpPr/>
            <p:nvPr/>
          </p:nvSpPr>
          <p:spPr>
            <a:xfrm>
              <a:off x="6818474" y="3045714"/>
              <a:ext cx="50668" cy="17361"/>
            </a:xfrm>
            <a:custGeom>
              <a:avLst/>
              <a:gdLst/>
              <a:ahLst/>
              <a:cxnLst/>
              <a:rect l="l" t="t" r="r" b="b"/>
              <a:pathLst>
                <a:path w="1935" h="663" extrusionOk="0">
                  <a:moveTo>
                    <a:pt x="312" y="1"/>
                  </a:moveTo>
                  <a:cubicBezTo>
                    <a:pt x="143" y="1"/>
                    <a:pt x="0" y="224"/>
                    <a:pt x="161" y="385"/>
                  </a:cubicBezTo>
                  <a:cubicBezTo>
                    <a:pt x="371" y="567"/>
                    <a:pt x="641" y="662"/>
                    <a:pt x="922" y="662"/>
                  </a:cubicBezTo>
                  <a:cubicBezTo>
                    <a:pt x="936" y="662"/>
                    <a:pt x="949" y="662"/>
                    <a:pt x="963" y="662"/>
                  </a:cubicBezTo>
                  <a:cubicBezTo>
                    <a:pt x="976" y="662"/>
                    <a:pt x="990" y="662"/>
                    <a:pt x="1003" y="662"/>
                  </a:cubicBezTo>
                  <a:cubicBezTo>
                    <a:pt x="1284" y="662"/>
                    <a:pt x="1555" y="567"/>
                    <a:pt x="1774" y="385"/>
                  </a:cubicBezTo>
                  <a:cubicBezTo>
                    <a:pt x="1935" y="224"/>
                    <a:pt x="1792" y="1"/>
                    <a:pt x="1622" y="1"/>
                  </a:cubicBezTo>
                  <a:cubicBezTo>
                    <a:pt x="1571" y="1"/>
                    <a:pt x="1517" y="21"/>
                    <a:pt x="1468" y="70"/>
                  </a:cubicBezTo>
                  <a:cubicBezTo>
                    <a:pt x="1316" y="175"/>
                    <a:pt x="1139" y="228"/>
                    <a:pt x="964" y="228"/>
                  </a:cubicBezTo>
                  <a:cubicBezTo>
                    <a:pt x="789" y="228"/>
                    <a:pt x="614" y="175"/>
                    <a:pt x="467" y="70"/>
                  </a:cubicBezTo>
                  <a:cubicBezTo>
                    <a:pt x="418" y="21"/>
                    <a:pt x="364" y="1"/>
                    <a:pt x="312"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7" name="Google Shape;12227;p64"/>
            <p:cNvSpPr/>
            <p:nvPr/>
          </p:nvSpPr>
          <p:spPr>
            <a:xfrm>
              <a:off x="6803705" y="3005939"/>
              <a:ext cx="11521" cy="16889"/>
            </a:xfrm>
            <a:custGeom>
              <a:avLst/>
              <a:gdLst/>
              <a:ahLst/>
              <a:cxnLst/>
              <a:rect l="l" t="t" r="r" b="b"/>
              <a:pathLst>
                <a:path w="440" h="645" extrusionOk="0">
                  <a:moveTo>
                    <a:pt x="220" y="1"/>
                  </a:moveTo>
                  <a:cubicBezTo>
                    <a:pt x="110" y="1"/>
                    <a:pt x="0" y="72"/>
                    <a:pt x="0" y="215"/>
                  </a:cubicBezTo>
                  <a:lnTo>
                    <a:pt x="0" y="435"/>
                  </a:lnTo>
                  <a:cubicBezTo>
                    <a:pt x="0" y="549"/>
                    <a:pt x="96" y="645"/>
                    <a:pt x="220" y="645"/>
                  </a:cubicBezTo>
                  <a:cubicBezTo>
                    <a:pt x="334" y="645"/>
                    <a:pt x="439" y="549"/>
                    <a:pt x="439" y="435"/>
                  </a:cubicBezTo>
                  <a:lnTo>
                    <a:pt x="439" y="215"/>
                  </a:lnTo>
                  <a:cubicBezTo>
                    <a:pt x="439" y="72"/>
                    <a:pt x="329"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8" name="Google Shape;12228;p64"/>
            <p:cNvSpPr/>
            <p:nvPr/>
          </p:nvSpPr>
          <p:spPr>
            <a:xfrm>
              <a:off x="6872389" y="3005939"/>
              <a:ext cx="11521" cy="16889"/>
            </a:xfrm>
            <a:custGeom>
              <a:avLst/>
              <a:gdLst/>
              <a:ahLst/>
              <a:cxnLst/>
              <a:rect l="l" t="t" r="r" b="b"/>
              <a:pathLst>
                <a:path w="440" h="645" extrusionOk="0">
                  <a:moveTo>
                    <a:pt x="220" y="1"/>
                  </a:moveTo>
                  <a:cubicBezTo>
                    <a:pt x="110" y="1"/>
                    <a:pt x="1" y="72"/>
                    <a:pt x="1" y="215"/>
                  </a:cubicBezTo>
                  <a:lnTo>
                    <a:pt x="1" y="435"/>
                  </a:lnTo>
                  <a:cubicBezTo>
                    <a:pt x="1" y="549"/>
                    <a:pt x="96" y="645"/>
                    <a:pt x="220" y="645"/>
                  </a:cubicBezTo>
                  <a:cubicBezTo>
                    <a:pt x="335" y="645"/>
                    <a:pt x="430" y="549"/>
                    <a:pt x="440" y="435"/>
                  </a:cubicBezTo>
                  <a:lnTo>
                    <a:pt x="440" y="215"/>
                  </a:lnTo>
                  <a:cubicBezTo>
                    <a:pt x="440" y="72"/>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9" name="Google Shape;12229;p64"/>
            <p:cNvSpPr/>
            <p:nvPr/>
          </p:nvSpPr>
          <p:spPr>
            <a:xfrm>
              <a:off x="6796217" y="2988578"/>
              <a:ext cx="26499" cy="11521"/>
            </a:xfrm>
            <a:custGeom>
              <a:avLst/>
              <a:gdLst/>
              <a:ahLst/>
              <a:cxnLst/>
              <a:rect l="l" t="t" r="r" b="b"/>
              <a:pathLst>
                <a:path w="1012" h="440" extrusionOk="0">
                  <a:moveTo>
                    <a:pt x="286" y="1"/>
                  </a:moveTo>
                  <a:cubicBezTo>
                    <a:pt x="0" y="1"/>
                    <a:pt x="0" y="440"/>
                    <a:pt x="286" y="440"/>
                  </a:cubicBezTo>
                  <a:lnTo>
                    <a:pt x="725" y="440"/>
                  </a:lnTo>
                  <a:cubicBezTo>
                    <a:pt x="1011" y="440"/>
                    <a:pt x="1011" y="1"/>
                    <a:pt x="72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0" name="Google Shape;12230;p64"/>
            <p:cNvSpPr/>
            <p:nvPr/>
          </p:nvSpPr>
          <p:spPr>
            <a:xfrm>
              <a:off x="6864900" y="2988578"/>
              <a:ext cx="26499" cy="11521"/>
            </a:xfrm>
            <a:custGeom>
              <a:avLst/>
              <a:gdLst/>
              <a:ahLst/>
              <a:cxnLst/>
              <a:rect l="l" t="t" r="r" b="b"/>
              <a:pathLst>
                <a:path w="1012" h="440" extrusionOk="0">
                  <a:moveTo>
                    <a:pt x="287" y="1"/>
                  </a:moveTo>
                  <a:cubicBezTo>
                    <a:pt x="1" y="1"/>
                    <a:pt x="1" y="440"/>
                    <a:pt x="287" y="440"/>
                  </a:cubicBezTo>
                  <a:lnTo>
                    <a:pt x="726" y="440"/>
                  </a:lnTo>
                  <a:cubicBezTo>
                    <a:pt x="1012" y="440"/>
                    <a:pt x="1012" y="1"/>
                    <a:pt x="726"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1" name="Google Shape;12231;p64"/>
            <p:cNvSpPr/>
            <p:nvPr/>
          </p:nvSpPr>
          <p:spPr>
            <a:xfrm>
              <a:off x="6746491" y="2880172"/>
              <a:ext cx="137419" cy="120189"/>
            </a:xfrm>
            <a:custGeom>
              <a:avLst/>
              <a:gdLst/>
              <a:ahLst/>
              <a:cxnLst/>
              <a:rect l="l" t="t" r="r" b="b"/>
              <a:pathLst>
                <a:path w="5248" h="4590" extrusionOk="0">
                  <a:moveTo>
                    <a:pt x="3712" y="0"/>
                  </a:moveTo>
                  <a:cubicBezTo>
                    <a:pt x="2185" y="0"/>
                    <a:pt x="1" y="1078"/>
                    <a:pt x="1" y="3273"/>
                  </a:cubicBezTo>
                  <a:lnTo>
                    <a:pt x="1" y="4589"/>
                  </a:lnTo>
                  <a:lnTo>
                    <a:pt x="878" y="4589"/>
                  </a:lnTo>
                  <a:cubicBezTo>
                    <a:pt x="993" y="4589"/>
                    <a:pt x="1088" y="4494"/>
                    <a:pt x="1088" y="4370"/>
                  </a:cubicBezTo>
                  <a:lnTo>
                    <a:pt x="1088" y="4150"/>
                  </a:lnTo>
                  <a:cubicBezTo>
                    <a:pt x="1088" y="2834"/>
                    <a:pt x="3855" y="2652"/>
                    <a:pt x="4895" y="1927"/>
                  </a:cubicBezTo>
                  <a:cubicBezTo>
                    <a:pt x="5114" y="1765"/>
                    <a:pt x="5248" y="1508"/>
                    <a:pt x="5248" y="1231"/>
                  </a:cubicBezTo>
                  <a:lnTo>
                    <a:pt x="5248" y="573"/>
                  </a:lnTo>
                  <a:cubicBezTo>
                    <a:pt x="5209" y="544"/>
                    <a:pt x="5181" y="516"/>
                    <a:pt x="5162" y="477"/>
                  </a:cubicBezTo>
                  <a:cubicBezTo>
                    <a:pt x="4942" y="163"/>
                    <a:pt x="4465" y="0"/>
                    <a:pt x="3712"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2" name="Google Shape;12232;p64"/>
            <p:cNvSpPr/>
            <p:nvPr/>
          </p:nvSpPr>
          <p:spPr>
            <a:xfrm>
              <a:off x="6762595" y="2940267"/>
              <a:ext cx="37628" cy="35612"/>
            </a:xfrm>
            <a:custGeom>
              <a:avLst/>
              <a:gdLst/>
              <a:ahLst/>
              <a:cxnLst/>
              <a:rect l="l" t="t" r="r" b="b"/>
              <a:pathLst>
                <a:path w="1437" h="1360" extrusionOk="0">
                  <a:moveTo>
                    <a:pt x="316" y="1"/>
                  </a:moveTo>
                  <a:cubicBezTo>
                    <a:pt x="151" y="1"/>
                    <a:pt x="0" y="219"/>
                    <a:pt x="158" y="377"/>
                  </a:cubicBezTo>
                  <a:lnTo>
                    <a:pt x="988" y="1283"/>
                  </a:lnTo>
                  <a:cubicBezTo>
                    <a:pt x="1026" y="1331"/>
                    <a:pt x="1093" y="1359"/>
                    <a:pt x="1150" y="1359"/>
                  </a:cubicBezTo>
                  <a:cubicBezTo>
                    <a:pt x="1341" y="1359"/>
                    <a:pt x="1437" y="1130"/>
                    <a:pt x="1313" y="987"/>
                  </a:cubicBezTo>
                  <a:lnTo>
                    <a:pt x="473" y="81"/>
                  </a:lnTo>
                  <a:cubicBezTo>
                    <a:pt x="426" y="24"/>
                    <a:pt x="370" y="1"/>
                    <a:pt x="316"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33" name="Google Shape;12233;p64"/>
          <p:cNvGrpSpPr/>
          <p:nvPr/>
        </p:nvGrpSpPr>
        <p:grpSpPr>
          <a:xfrm>
            <a:off x="6245349" y="3192219"/>
            <a:ext cx="263316" cy="354754"/>
            <a:chOff x="6261624" y="3345794"/>
            <a:chExt cx="263316" cy="354754"/>
          </a:xfrm>
        </p:grpSpPr>
        <p:sp>
          <p:nvSpPr>
            <p:cNvPr id="12234" name="Google Shape;12234;p64"/>
            <p:cNvSpPr/>
            <p:nvPr/>
          </p:nvSpPr>
          <p:spPr>
            <a:xfrm>
              <a:off x="6267620" y="3345794"/>
              <a:ext cx="251585" cy="236922"/>
            </a:xfrm>
            <a:custGeom>
              <a:avLst/>
              <a:gdLst/>
              <a:ahLst/>
              <a:cxnLst/>
              <a:rect l="l" t="t" r="r" b="b"/>
              <a:pathLst>
                <a:path w="9608" h="9048" extrusionOk="0">
                  <a:moveTo>
                    <a:pt x="4809" y="1"/>
                  </a:moveTo>
                  <a:cubicBezTo>
                    <a:pt x="4389" y="1"/>
                    <a:pt x="4055" y="478"/>
                    <a:pt x="3673" y="583"/>
                  </a:cubicBezTo>
                  <a:cubicBezTo>
                    <a:pt x="3601" y="603"/>
                    <a:pt x="3523" y="610"/>
                    <a:pt x="3442" y="610"/>
                  </a:cubicBezTo>
                  <a:cubicBezTo>
                    <a:pt x="3225" y="610"/>
                    <a:pt x="2985" y="559"/>
                    <a:pt x="2766" y="559"/>
                  </a:cubicBezTo>
                  <a:cubicBezTo>
                    <a:pt x="2631" y="559"/>
                    <a:pt x="2504" y="578"/>
                    <a:pt x="2395" y="640"/>
                  </a:cubicBezTo>
                  <a:cubicBezTo>
                    <a:pt x="2052" y="840"/>
                    <a:pt x="1994" y="1432"/>
                    <a:pt x="1718" y="1718"/>
                  </a:cubicBezTo>
                  <a:cubicBezTo>
                    <a:pt x="1431" y="1995"/>
                    <a:pt x="840" y="2052"/>
                    <a:pt x="640" y="2405"/>
                  </a:cubicBezTo>
                  <a:cubicBezTo>
                    <a:pt x="439" y="2748"/>
                    <a:pt x="687" y="3283"/>
                    <a:pt x="582" y="3674"/>
                  </a:cubicBezTo>
                  <a:cubicBezTo>
                    <a:pt x="477" y="4065"/>
                    <a:pt x="0" y="4389"/>
                    <a:pt x="0" y="4799"/>
                  </a:cubicBezTo>
                  <a:cubicBezTo>
                    <a:pt x="0" y="5219"/>
                    <a:pt x="477" y="5553"/>
                    <a:pt x="582" y="5935"/>
                  </a:cubicBezTo>
                  <a:cubicBezTo>
                    <a:pt x="687" y="6316"/>
                    <a:pt x="439" y="6860"/>
                    <a:pt x="640" y="7203"/>
                  </a:cubicBezTo>
                  <a:cubicBezTo>
                    <a:pt x="840" y="7547"/>
                    <a:pt x="1431" y="7614"/>
                    <a:pt x="1718" y="7890"/>
                  </a:cubicBezTo>
                  <a:cubicBezTo>
                    <a:pt x="1994" y="8176"/>
                    <a:pt x="2052" y="8768"/>
                    <a:pt x="2395" y="8968"/>
                  </a:cubicBezTo>
                  <a:cubicBezTo>
                    <a:pt x="2500" y="9029"/>
                    <a:pt x="2622" y="9048"/>
                    <a:pt x="2753" y="9048"/>
                  </a:cubicBezTo>
                  <a:cubicBezTo>
                    <a:pt x="2970" y="9048"/>
                    <a:pt x="3211" y="8995"/>
                    <a:pt x="3429" y="8995"/>
                  </a:cubicBezTo>
                  <a:cubicBezTo>
                    <a:pt x="3450" y="8995"/>
                    <a:pt x="3471" y="8996"/>
                    <a:pt x="3492" y="8997"/>
                  </a:cubicBezTo>
                  <a:lnTo>
                    <a:pt x="6116" y="8997"/>
                  </a:lnTo>
                  <a:cubicBezTo>
                    <a:pt x="6136" y="8996"/>
                    <a:pt x="6157" y="8995"/>
                    <a:pt x="6179" y="8995"/>
                  </a:cubicBezTo>
                  <a:cubicBezTo>
                    <a:pt x="6397" y="8995"/>
                    <a:pt x="6637" y="9048"/>
                    <a:pt x="6855" y="9048"/>
                  </a:cubicBezTo>
                  <a:cubicBezTo>
                    <a:pt x="6986" y="9048"/>
                    <a:pt x="7108" y="9029"/>
                    <a:pt x="7213" y="8968"/>
                  </a:cubicBezTo>
                  <a:cubicBezTo>
                    <a:pt x="7556" y="8768"/>
                    <a:pt x="7613" y="8176"/>
                    <a:pt x="7890" y="7890"/>
                  </a:cubicBezTo>
                  <a:cubicBezTo>
                    <a:pt x="8176" y="7614"/>
                    <a:pt x="8768" y="7556"/>
                    <a:pt x="8968" y="7203"/>
                  </a:cubicBezTo>
                  <a:cubicBezTo>
                    <a:pt x="9168" y="6860"/>
                    <a:pt x="8920" y="6326"/>
                    <a:pt x="9025" y="5935"/>
                  </a:cubicBezTo>
                  <a:cubicBezTo>
                    <a:pt x="9130" y="5553"/>
                    <a:pt x="9607" y="5219"/>
                    <a:pt x="9607" y="4799"/>
                  </a:cubicBezTo>
                  <a:cubicBezTo>
                    <a:pt x="9607" y="4389"/>
                    <a:pt x="9130" y="4055"/>
                    <a:pt x="9025" y="3674"/>
                  </a:cubicBezTo>
                  <a:cubicBezTo>
                    <a:pt x="8920" y="3292"/>
                    <a:pt x="9168" y="2748"/>
                    <a:pt x="8968" y="2405"/>
                  </a:cubicBezTo>
                  <a:cubicBezTo>
                    <a:pt x="8768" y="2061"/>
                    <a:pt x="8176" y="1995"/>
                    <a:pt x="7890" y="1718"/>
                  </a:cubicBezTo>
                  <a:cubicBezTo>
                    <a:pt x="7613" y="1432"/>
                    <a:pt x="7556" y="840"/>
                    <a:pt x="7213" y="640"/>
                  </a:cubicBezTo>
                  <a:cubicBezTo>
                    <a:pt x="7104" y="578"/>
                    <a:pt x="6978" y="559"/>
                    <a:pt x="6844" y="559"/>
                  </a:cubicBezTo>
                  <a:cubicBezTo>
                    <a:pt x="6626" y="559"/>
                    <a:pt x="6388" y="610"/>
                    <a:pt x="6170" y="610"/>
                  </a:cubicBezTo>
                  <a:cubicBezTo>
                    <a:pt x="6088" y="610"/>
                    <a:pt x="6008" y="603"/>
                    <a:pt x="5934" y="583"/>
                  </a:cubicBezTo>
                  <a:cubicBezTo>
                    <a:pt x="5543" y="478"/>
                    <a:pt x="5219" y="1"/>
                    <a:pt x="480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5" name="Google Shape;12235;p64"/>
            <p:cNvSpPr/>
            <p:nvPr/>
          </p:nvSpPr>
          <p:spPr>
            <a:xfrm>
              <a:off x="6341802" y="3345794"/>
              <a:ext cx="177403" cy="205133"/>
            </a:xfrm>
            <a:custGeom>
              <a:avLst/>
              <a:gdLst/>
              <a:ahLst/>
              <a:cxnLst/>
              <a:rect l="l" t="t" r="r" b="b"/>
              <a:pathLst>
                <a:path w="6775" h="7834" extrusionOk="0">
                  <a:moveTo>
                    <a:pt x="1966" y="1"/>
                  </a:moveTo>
                  <a:cubicBezTo>
                    <a:pt x="1556" y="1"/>
                    <a:pt x="1222" y="478"/>
                    <a:pt x="840" y="583"/>
                  </a:cubicBezTo>
                  <a:cubicBezTo>
                    <a:pt x="764" y="604"/>
                    <a:pt x="681" y="612"/>
                    <a:pt x="595" y="612"/>
                  </a:cubicBezTo>
                  <a:cubicBezTo>
                    <a:pt x="411" y="612"/>
                    <a:pt x="211" y="577"/>
                    <a:pt x="29" y="564"/>
                  </a:cubicBezTo>
                  <a:cubicBezTo>
                    <a:pt x="10" y="735"/>
                    <a:pt x="1" y="917"/>
                    <a:pt x="1" y="1088"/>
                  </a:cubicBezTo>
                  <a:cubicBezTo>
                    <a:pt x="1" y="4236"/>
                    <a:pt x="2109" y="6994"/>
                    <a:pt x="5133" y="7833"/>
                  </a:cubicBezTo>
                  <a:cubicBezTo>
                    <a:pt x="5439" y="7604"/>
                    <a:pt x="5944" y="7528"/>
                    <a:pt x="6135" y="7203"/>
                  </a:cubicBezTo>
                  <a:cubicBezTo>
                    <a:pt x="6326" y="6860"/>
                    <a:pt x="6087" y="6326"/>
                    <a:pt x="6192" y="5935"/>
                  </a:cubicBezTo>
                  <a:cubicBezTo>
                    <a:pt x="6297" y="5543"/>
                    <a:pt x="6774" y="5219"/>
                    <a:pt x="6774" y="4809"/>
                  </a:cubicBezTo>
                  <a:cubicBezTo>
                    <a:pt x="6774" y="4399"/>
                    <a:pt x="6297" y="4055"/>
                    <a:pt x="6192" y="3674"/>
                  </a:cubicBezTo>
                  <a:cubicBezTo>
                    <a:pt x="6087" y="3292"/>
                    <a:pt x="6335" y="2748"/>
                    <a:pt x="6135" y="2405"/>
                  </a:cubicBezTo>
                  <a:cubicBezTo>
                    <a:pt x="5935" y="2061"/>
                    <a:pt x="5343" y="1995"/>
                    <a:pt x="5057" y="1718"/>
                  </a:cubicBezTo>
                  <a:cubicBezTo>
                    <a:pt x="4780" y="1432"/>
                    <a:pt x="4723" y="840"/>
                    <a:pt x="4370" y="640"/>
                  </a:cubicBezTo>
                  <a:cubicBezTo>
                    <a:pt x="4264" y="578"/>
                    <a:pt x="4140" y="559"/>
                    <a:pt x="4008" y="559"/>
                  </a:cubicBezTo>
                  <a:cubicBezTo>
                    <a:pt x="3792" y="559"/>
                    <a:pt x="3554" y="610"/>
                    <a:pt x="3337" y="610"/>
                  </a:cubicBezTo>
                  <a:cubicBezTo>
                    <a:pt x="3255" y="610"/>
                    <a:pt x="3175" y="603"/>
                    <a:pt x="3101" y="583"/>
                  </a:cubicBezTo>
                  <a:cubicBezTo>
                    <a:pt x="2710" y="478"/>
                    <a:pt x="2386" y="1"/>
                    <a:pt x="1966"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6" name="Google Shape;12236;p64"/>
            <p:cNvSpPr/>
            <p:nvPr/>
          </p:nvSpPr>
          <p:spPr>
            <a:xfrm>
              <a:off x="6261624" y="3574625"/>
              <a:ext cx="263316" cy="125662"/>
            </a:xfrm>
            <a:custGeom>
              <a:avLst/>
              <a:gdLst/>
              <a:ahLst/>
              <a:cxnLst/>
              <a:rect l="l" t="t" r="r" b="b"/>
              <a:pathLst>
                <a:path w="10056" h="4799" extrusionOk="0">
                  <a:moveTo>
                    <a:pt x="3721" y="0"/>
                  </a:moveTo>
                  <a:lnTo>
                    <a:pt x="3721" y="687"/>
                  </a:lnTo>
                  <a:cubicBezTo>
                    <a:pt x="3721" y="1059"/>
                    <a:pt x="3483" y="1393"/>
                    <a:pt x="3139" y="1517"/>
                  </a:cubicBezTo>
                  <a:lnTo>
                    <a:pt x="878" y="2309"/>
                  </a:lnTo>
                  <a:cubicBezTo>
                    <a:pt x="354" y="2490"/>
                    <a:pt x="10" y="2986"/>
                    <a:pt x="1" y="3549"/>
                  </a:cubicBezTo>
                  <a:lnTo>
                    <a:pt x="1" y="4150"/>
                  </a:lnTo>
                  <a:cubicBezTo>
                    <a:pt x="1" y="4513"/>
                    <a:pt x="296" y="4799"/>
                    <a:pt x="659" y="4799"/>
                  </a:cubicBezTo>
                  <a:lnTo>
                    <a:pt x="9397" y="4799"/>
                  </a:lnTo>
                  <a:cubicBezTo>
                    <a:pt x="9760" y="4799"/>
                    <a:pt x="10056" y="4513"/>
                    <a:pt x="10056" y="4150"/>
                  </a:cubicBezTo>
                  <a:lnTo>
                    <a:pt x="10056" y="3540"/>
                  </a:lnTo>
                  <a:cubicBezTo>
                    <a:pt x="10056" y="2986"/>
                    <a:pt x="9703" y="2490"/>
                    <a:pt x="9178" y="2309"/>
                  </a:cubicBezTo>
                  <a:lnTo>
                    <a:pt x="6927" y="1517"/>
                  </a:lnTo>
                  <a:cubicBezTo>
                    <a:pt x="6574" y="1393"/>
                    <a:pt x="6345" y="1059"/>
                    <a:pt x="6345" y="687"/>
                  </a:cubicBezTo>
                  <a:lnTo>
                    <a:pt x="6345"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7" name="Google Shape;12237;p64"/>
            <p:cNvSpPr/>
            <p:nvPr/>
          </p:nvSpPr>
          <p:spPr>
            <a:xfrm>
              <a:off x="6343818" y="3574625"/>
              <a:ext cx="99189" cy="62975"/>
            </a:xfrm>
            <a:custGeom>
              <a:avLst/>
              <a:gdLst/>
              <a:ahLst/>
              <a:cxnLst/>
              <a:rect l="l" t="t" r="r" b="b"/>
              <a:pathLst>
                <a:path w="3788" h="2405" extrusionOk="0">
                  <a:moveTo>
                    <a:pt x="582" y="0"/>
                  </a:moveTo>
                  <a:lnTo>
                    <a:pt x="582" y="687"/>
                  </a:lnTo>
                  <a:cubicBezTo>
                    <a:pt x="582" y="1059"/>
                    <a:pt x="344" y="1393"/>
                    <a:pt x="0" y="1517"/>
                  </a:cubicBezTo>
                  <a:lnTo>
                    <a:pt x="1889" y="2404"/>
                  </a:lnTo>
                  <a:lnTo>
                    <a:pt x="3788" y="1517"/>
                  </a:lnTo>
                  <a:cubicBezTo>
                    <a:pt x="3435" y="1384"/>
                    <a:pt x="3206" y="1059"/>
                    <a:pt x="3206" y="687"/>
                  </a:cubicBezTo>
                  <a:lnTo>
                    <a:pt x="3206"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8" name="Google Shape;12238;p64"/>
            <p:cNvSpPr/>
            <p:nvPr/>
          </p:nvSpPr>
          <p:spPr>
            <a:xfrm>
              <a:off x="6307840" y="3614347"/>
              <a:ext cx="171145" cy="85939"/>
            </a:xfrm>
            <a:custGeom>
              <a:avLst/>
              <a:gdLst/>
              <a:ahLst/>
              <a:cxnLst/>
              <a:rect l="l" t="t" r="r" b="b"/>
              <a:pathLst>
                <a:path w="6536" h="3282" extrusionOk="0">
                  <a:moveTo>
                    <a:pt x="1374" y="0"/>
                  </a:moveTo>
                  <a:lnTo>
                    <a:pt x="0" y="477"/>
                  </a:lnTo>
                  <a:cubicBezTo>
                    <a:pt x="105" y="1746"/>
                    <a:pt x="916" y="2834"/>
                    <a:pt x="2099" y="3282"/>
                  </a:cubicBezTo>
                  <a:lnTo>
                    <a:pt x="4437" y="3282"/>
                  </a:lnTo>
                  <a:cubicBezTo>
                    <a:pt x="5619" y="2834"/>
                    <a:pt x="6440" y="1746"/>
                    <a:pt x="6535" y="477"/>
                  </a:cubicBezTo>
                  <a:lnTo>
                    <a:pt x="5162" y="0"/>
                  </a:lnTo>
                  <a:lnTo>
                    <a:pt x="3263" y="887"/>
                  </a:lnTo>
                  <a:lnTo>
                    <a:pt x="137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39" name="Google Shape;12239;p64"/>
            <p:cNvSpPr/>
            <p:nvPr/>
          </p:nvSpPr>
          <p:spPr>
            <a:xfrm>
              <a:off x="6319073" y="3614347"/>
              <a:ext cx="148652" cy="80702"/>
            </a:xfrm>
            <a:custGeom>
              <a:avLst/>
              <a:gdLst/>
              <a:ahLst/>
              <a:cxnLst/>
              <a:rect l="l" t="t" r="r" b="b"/>
              <a:pathLst>
                <a:path w="5677" h="3082" extrusionOk="0">
                  <a:moveTo>
                    <a:pt x="945" y="0"/>
                  </a:moveTo>
                  <a:lnTo>
                    <a:pt x="1" y="325"/>
                  </a:lnTo>
                  <a:cubicBezTo>
                    <a:pt x="48" y="1860"/>
                    <a:pt x="1308" y="3082"/>
                    <a:pt x="2844" y="3082"/>
                  </a:cubicBezTo>
                  <a:cubicBezTo>
                    <a:pt x="4370" y="3082"/>
                    <a:pt x="5629" y="1860"/>
                    <a:pt x="5677" y="325"/>
                  </a:cubicBezTo>
                  <a:lnTo>
                    <a:pt x="4733" y="0"/>
                  </a:lnTo>
                  <a:lnTo>
                    <a:pt x="2834" y="887"/>
                  </a:lnTo>
                  <a:lnTo>
                    <a:pt x="945"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0" name="Google Shape;12240;p64"/>
            <p:cNvSpPr/>
            <p:nvPr/>
          </p:nvSpPr>
          <p:spPr>
            <a:xfrm>
              <a:off x="6359058" y="3574625"/>
              <a:ext cx="68709" cy="22755"/>
            </a:xfrm>
            <a:custGeom>
              <a:avLst/>
              <a:gdLst/>
              <a:ahLst/>
              <a:cxnLst/>
              <a:rect l="l" t="t" r="r" b="b"/>
              <a:pathLst>
                <a:path w="2624" h="869" extrusionOk="0">
                  <a:moveTo>
                    <a:pt x="0" y="0"/>
                  </a:moveTo>
                  <a:lnTo>
                    <a:pt x="0" y="592"/>
                  </a:lnTo>
                  <a:cubicBezTo>
                    <a:pt x="410" y="773"/>
                    <a:pt x="859" y="868"/>
                    <a:pt x="1317" y="868"/>
                  </a:cubicBezTo>
                  <a:cubicBezTo>
                    <a:pt x="1765" y="868"/>
                    <a:pt x="2213" y="773"/>
                    <a:pt x="2624" y="592"/>
                  </a:cubicBezTo>
                  <a:lnTo>
                    <a:pt x="2624"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1" name="Google Shape;12241;p64"/>
            <p:cNvSpPr/>
            <p:nvPr/>
          </p:nvSpPr>
          <p:spPr>
            <a:xfrm>
              <a:off x="6297104" y="3431471"/>
              <a:ext cx="192617" cy="154413"/>
            </a:xfrm>
            <a:custGeom>
              <a:avLst/>
              <a:gdLst/>
              <a:ahLst/>
              <a:cxnLst/>
              <a:rect l="l" t="t" r="r" b="b"/>
              <a:pathLst>
                <a:path w="7356" h="5897" extrusionOk="0">
                  <a:moveTo>
                    <a:pt x="3673" y="1"/>
                  </a:moveTo>
                  <a:cubicBezTo>
                    <a:pt x="2109" y="1"/>
                    <a:pt x="840" y="497"/>
                    <a:pt x="840" y="1098"/>
                  </a:cubicBezTo>
                  <a:lnTo>
                    <a:pt x="840" y="2186"/>
                  </a:lnTo>
                  <a:lnTo>
                    <a:pt x="725" y="2186"/>
                  </a:lnTo>
                  <a:cubicBezTo>
                    <a:pt x="0" y="2186"/>
                    <a:pt x="0" y="3283"/>
                    <a:pt x="725" y="3283"/>
                  </a:cubicBezTo>
                  <a:lnTo>
                    <a:pt x="849" y="3283"/>
                  </a:lnTo>
                  <a:cubicBezTo>
                    <a:pt x="964" y="4761"/>
                    <a:pt x="2194" y="5897"/>
                    <a:pt x="3673" y="5897"/>
                  </a:cubicBezTo>
                  <a:cubicBezTo>
                    <a:pt x="5161" y="5897"/>
                    <a:pt x="6392" y="4761"/>
                    <a:pt x="6506" y="3283"/>
                  </a:cubicBezTo>
                  <a:lnTo>
                    <a:pt x="6621" y="3283"/>
                  </a:lnTo>
                  <a:cubicBezTo>
                    <a:pt x="7356" y="3283"/>
                    <a:pt x="7356" y="2186"/>
                    <a:pt x="6621" y="2186"/>
                  </a:cubicBezTo>
                  <a:lnTo>
                    <a:pt x="6516" y="2186"/>
                  </a:lnTo>
                  <a:lnTo>
                    <a:pt x="6516" y="1098"/>
                  </a:lnTo>
                  <a:cubicBezTo>
                    <a:pt x="6516" y="497"/>
                    <a:pt x="5247" y="1"/>
                    <a:pt x="3673" y="1"/>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2" name="Google Shape;12242;p64"/>
            <p:cNvSpPr/>
            <p:nvPr/>
          </p:nvSpPr>
          <p:spPr>
            <a:xfrm>
              <a:off x="6301084" y="3431471"/>
              <a:ext cx="141661" cy="154465"/>
            </a:xfrm>
            <a:custGeom>
              <a:avLst/>
              <a:gdLst/>
              <a:ahLst/>
              <a:cxnLst/>
              <a:rect l="l" t="t" r="r" b="b"/>
              <a:pathLst>
                <a:path w="5410" h="5899" extrusionOk="0">
                  <a:moveTo>
                    <a:pt x="3608" y="0"/>
                  </a:moveTo>
                  <a:cubicBezTo>
                    <a:pt x="3579" y="0"/>
                    <a:pt x="3550" y="1"/>
                    <a:pt x="3521" y="1"/>
                  </a:cubicBezTo>
                  <a:cubicBezTo>
                    <a:pt x="3493" y="1"/>
                    <a:pt x="3465" y="0"/>
                    <a:pt x="3438" y="0"/>
                  </a:cubicBezTo>
                  <a:cubicBezTo>
                    <a:pt x="2798" y="0"/>
                    <a:pt x="2168" y="105"/>
                    <a:pt x="1556" y="306"/>
                  </a:cubicBezTo>
                  <a:cubicBezTo>
                    <a:pt x="1022" y="507"/>
                    <a:pt x="688" y="783"/>
                    <a:pt x="688" y="1098"/>
                  </a:cubicBezTo>
                  <a:lnTo>
                    <a:pt x="688" y="2186"/>
                  </a:lnTo>
                  <a:lnTo>
                    <a:pt x="611" y="2186"/>
                  </a:lnTo>
                  <a:cubicBezTo>
                    <a:pt x="605" y="2185"/>
                    <a:pt x="599" y="2185"/>
                    <a:pt x="593" y="2185"/>
                  </a:cubicBezTo>
                  <a:cubicBezTo>
                    <a:pt x="305" y="2185"/>
                    <a:pt x="67" y="2401"/>
                    <a:pt x="29" y="2672"/>
                  </a:cubicBezTo>
                  <a:cubicBezTo>
                    <a:pt x="1" y="2996"/>
                    <a:pt x="249" y="3283"/>
                    <a:pt x="573" y="3283"/>
                  </a:cubicBezTo>
                  <a:lnTo>
                    <a:pt x="697" y="3283"/>
                  </a:lnTo>
                  <a:cubicBezTo>
                    <a:pt x="801" y="4773"/>
                    <a:pt x="2048" y="5898"/>
                    <a:pt x="3491" y="5898"/>
                  </a:cubicBezTo>
                  <a:cubicBezTo>
                    <a:pt x="3645" y="5898"/>
                    <a:pt x="3802" y="5885"/>
                    <a:pt x="3960" y="5858"/>
                  </a:cubicBezTo>
                  <a:cubicBezTo>
                    <a:pt x="2577" y="5649"/>
                    <a:pt x="1556" y="4456"/>
                    <a:pt x="1556" y="3063"/>
                  </a:cubicBezTo>
                  <a:lnTo>
                    <a:pt x="1556" y="2176"/>
                  </a:lnTo>
                  <a:cubicBezTo>
                    <a:pt x="1556" y="1976"/>
                    <a:pt x="1708" y="1794"/>
                    <a:pt x="1909" y="1756"/>
                  </a:cubicBezTo>
                  <a:cubicBezTo>
                    <a:pt x="2920" y="1546"/>
                    <a:pt x="4294" y="1136"/>
                    <a:pt x="5315" y="354"/>
                  </a:cubicBezTo>
                  <a:lnTo>
                    <a:pt x="5410" y="278"/>
                  </a:lnTo>
                  <a:cubicBezTo>
                    <a:pt x="4827" y="96"/>
                    <a:pt x="4218" y="0"/>
                    <a:pt x="3608"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3" name="Google Shape;12243;p64"/>
            <p:cNvSpPr/>
            <p:nvPr/>
          </p:nvSpPr>
          <p:spPr>
            <a:xfrm>
              <a:off x="6353297" y="3483056"/>
              <a:ext cx="11521" cy="23383"/>
            </a:xfrm>
            <a:custGeom>
              <a:avLst/>
              <a:gdLst/>
              <a:ahLst/>
              <a:cxnLst/>
              <a:rect l="l" t="t" r="r" b="b"/>
              <a:pathLst>
                <a:path w="440" h="893" extrusionOk="0">
                  <a:moveTo>
                    <a:pt x="220" y="1"/>
                  </a:moveTo>
                  <a:cubicBezTo>
                    <a:pt x="110" y="1"/>
                    <a:pt x="1" y="73"/>
                    <a:pt x="1" y="216"/>
                  </a:cubicBezTo>
                  <a:lnTo>
                    <a:pt x="1" y="674"/>
                  </a:lnTo>
                  <a:cubicBezTo>
                    <a:pt x="1" y="798"/>
                    <a:pt x="96" y="893"/>
                    <a:pt x="220" y="893"/>
                  </a:cubicBezTo>
                  <a:cubicBezTo>
                    <a:pt x="344" y="893"/>
                    <a:pt x="440" y="798"/>
                    <a:pt x="440" y="674"/>
                  </a:cubicBezTo>
                  <a:lnTo>
                    <a:pt x="440" y="216"/>
                  </a:lnTo>
                  <a:cubicBezTo>
                    <a:pt x="440" y="73"/>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4" name="Google Shape;12244;p64"/>
            <p:cNvSpPr/>
            <p:nvPr/>
          </p:nvSpPr>
          <p:spPr>
            <a:xfrm>
              <a:off x="6422007" y="3483056"/>
              <a:ext cx="11521" cy="23383"/>
            </a:xfrm>
            <a:custGeom>
              <a:avLst/>
              <a:gdLst/>
              <a:ahLst/>
              <a:cxnLst/>
              <a:rect l="l" t="t" r="r" b="b"/>
              <a:pathLst>
                <a:path w="440" h="893" extrusionOk="0">
                  <a:moveTo>
                    <a:pt x="220" y="1"/>
                  </a:moveTo>
                  <a:cubicBezTo>
                    <a:pt x="110" y="1"/>
                    <a:pt x="0" y="73"/>
                    <a:pt x="0" y="216"/>
                  </a:cubicBezTo>
                  <a:lnTo>
                    <a:pt x="0" y="674"/>
                  </a:lnTo>
                  <a:cubicBezTo>
                    <a:pt x="0" y="798"/>
                    <a:pt x="96" y="893"/>
                    <a:pt x="220" y="893"/>
                  </a:cubicBezTo>
                  <a:cubicBezTo>
                    <a:pt x="344" y="893"/>
                    <a:pt x="439" y="798"/>
                    <a:pt x="439" y="674"/>
                  </a:cubicBezTo>
                  <a:lnTo>
                    <a:pt x="439" y="216"/>
                  </a:lnTo>
                  <a:cubicBezTo>
                    <a:pt x="439" y="73"/>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5" name="Google Shape;12245;p64"/>
            <p:cNvSpPr/>
            <p:nvPr/>
          </p:nvSpPr>
          <p:spPr>
            <a:xfrm>
              <a:off x="6368066" y="3540087"/>
              <a:ext cx="50694" cy="17334"/>
            </a:xfrm>
            <a:custGeom>
              <a:avLst/>
              <a:gdLst/>
              <a:ahLst/>
              <a:cxnLst/>
              <a:rect l="l" t="t" r="r" b="b"/>
              <a:pathLst>
                <a:path w="1936" h="662" extrusionOk="0">
                  <a:moveTo>
                    <a:pt x="313" y="0"/>
                  </a:moveTo>
                  <a:cubicBezTo>
                    <a:pt x="143" y="0"/>
                    <a:pt x="1" y="223"/>
                    <a:pt x="162" y="384"/>
                  </a:cubicBezTo>
                  <a:cubicBezTo>
                    <a:pt x="371" y="567"/>
                    <a:pt x="650" y="662"/>
                    <a:pt x="932" y="662"/>
                  </a:cubicBezTo>
                  <a:cubicBezTo>
                    <a:pt x="946" y="662"/>
                    <a:pt x="959" y="662"/>
                    <a:pt x="973" y="661"/>
                  </a:cubicBezTo>
                  <a:cubicBezTo>
                    <a:pt x="986" y="662"/>
                    <a:pt x="999" y="662"/>
                    <a:pt x="1012" y="662"/>
                  </a:cubicBezTo>
                  <a:cubicBezTo>
                    <a:pt x="1286" y="662"/>
                    <a:pt x="1565" y="567"/>
                    <a:pt x="1774" y="384"/>
                  </a:cubicBezTo>
                  <a:cubicBezTo>
                    <a:pt x="1935" y="223"/>
                    <a:pt x="1793" y="0"/>
                    <a:pt x="1623" y="0"/>
                  </a:cubicBezTo>
                  <a:cubicBezTo>
                    <a:pt x="1571" y="0"/>
                    <a:pt x="1517" y="21"/>
                    <a:pt x="1469" y="70"/>
                  </a:cubicBezTo>
                  <a:cubicBezTo>
                    <a:pt x="1316" y="175"/>
                    <a:pt x="1142" y="227"/>
                    <a:pt x="968" y="227"/>
                  </a:cubicBezTo>
                  <a:cubicBezTo>
                    <a:pt x="794" y="227"/>
                    <a:pt x="620" y="175"/>
                    <a:pt x="467" y="70"/>
                  </a:cubicBezTo>
                  <a:cubicBezTo>
                    <a:pt x="418" y="21"/>
                    <a:pt x="364" y="0"/>
                    <a:pt x="313"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6" name="Google Shape;12246;p64"/>
            <p:cNvSpPr/>
            <p:nvPr/>
          </p:nvSpPr>
          <p:spPr>
            <a:xfrm>
              <a:off x="6305850" y="3482951"/>
              <a:ext cx="38230" cy="11521"/>
            </a:xfrm>
            <a:custGeom>
              <a:avLst/>
              <a:gdLst/>
              <a:ahLst/>
              <a:cxnLst/>
              <a:rect l="l" t="t" r="r" b="b"/>
              <a:pathLst>
                <a:path w="1460" h="440" extrusionOk="0">
                  <a:moveTo>
                    <a:pt x="296" y="0"/>
                  </a:moveTo>
                  <a:cubicBezTo>
                    <a:pt x="0" y="0"/>
                    <a:pt x="0" y="439"/>
                    <a:pt x="296" y="439"/>
                  </a:cubicBezTo>
                  <a:lnTo>
                    <a:pt x="1164" y="439"/>
                  </a:lnTo>
                  <a:cubicBezTo>
                    <a:pt x="1460" y="439"/>
                    <a:pt x="1460" y="0"/>
                    <a:pt x="1164"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7" name="Google Shape;12247;p64"/>
            <p:cNvSpPr/>
            <p:nvPr/>
          </p:nvSpPr>
          <p:spPr>
            <a:xfrm>
              <a:off x="6442981" y="3482951"/>
              <a:ext cx="37994" cy="11521"/>
            </a:xfrm>
            <a:custGeom>
              <a:avLst/>
              <a:gdLst/>
              <a:ahLst/>
              <a:cxnLst/>
              <a:rect l="l" t="t" r="r" b="b"/>
              <a:pathLst>
                <a:path w="1451" h="440" extrusionOk="0">
                  <a:moveTo>
                    <a:pt x="287" y="0"/>
                  </a:moveTo>
                  <a:cubicBezTo>
                    <a:pt x="1" y="0"/>
                    <a:pt x="1" y="439"/>
                    <a:pt x="287" y="439"/>
                  </a:cubicBezTo>
                  <a:lnTo>
                    <a:pt x="1164" y="439"/>
                  </a:lnTo>
                  <a:cubicBezTo>
                    <a:pt x="1451" y="439"/>
                    <a:pt x="1451" y="0"/>
                    <a:pt x="1164" y="0"/>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8" name="Google Shape;12248;p64"/>
            <p:cNvSpPr/>
            <p:nvPr/>
          </p:nvSpPr>
          <p:spPr>
            <a:xfrm>
              <a:off x="6374298" y="3488686"/>
              <a:ext cx="38230" cy="11521"/>
            </a:xfrm>
            <a:custGeom>
              <a:avLst/>
              <a:gdLst/>
              <a:ahLst/>
              <a:cxnLst/>
              <a:rect l="l" t="t" r="r" b="b"/>
              <a:pathLst>
                <a:path w="1460" h="440" extrusionOk="0">
                  <a:moveTo>
                    <a:pt x="296" y="1"/>
                  </a:moveTo>
                  <a:cubicBezTo>
                    <a:pt x="0" y="1"/>
                    <a:pt x="0" y="439"/>
                    <a:pt x="296" y="439"/>
                  </a:cubicBezTo>
                  <a:lnTo>
                    <a:pt x="1164" y="439"/>
                  </a:lnTo>
                  <a:cubicBezTo>
                    <a:pt x="1460" y="439"/>
                    <a:pt x="1460" y="1"/>
                    <a:pt x="1164"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9" name="Google Shape;12249;p64"/>
            <p:cNvSpPr/>
            <p:nvPr/>
          </p:nvSpPr>
          <p:spPr>
            <a:xfrm>
              <a:off x="6414492" y="3465957"/>
              <a:ext cx="26525" cy="11260"/>
            </a:xfrm>
            <a:custGeom>
              <a:avLst/>
              <a:gdLst/>
              <a:ahLst/>
              <a:cxnLst/>
              <a:rect l="l" t="t" r="r" b="b"/>
              <a:pathLst>
                <a:path w="1013" h="430" extrusionOk="0">
                  <a:moveTo>
                    <a:pt x="287" y="0"/>
                  </a:moveTo>
                  <a:cubicBezTo>
                    <a:pt x="1" y="0"/>
                    <a:pt x="1" y="430"/>
                    <a:pt x="287" y="430"/>
                  </a:cubicBezTo>
                  <a:lnTo>
                    <a:pt x="726" y="430"/>
                  </a:lnTo>
                  <a:cubicBezTo>
                    <a:pt x="1012" y="430"/>
                    <a:pt x="1012" y="0"/>
                    <a:pt x="72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0" name="Google Shape;12250;p64"/>
            <p:cNvSpPr/>
            <p:nvPr/>
          </p:nvSpPr>
          <p:spPr>
            <a:xfrm>
              <a:off x="6345808" y="3465957"/>
              <a:ext cx="26499" cy="11260"/>
            </a:xfrm>
            <a:custGeom>
              <a:avLst/>
              <a:gdLst/>
              <a:ahLst/>
              <a:cxnLst/>
              <a:rect l="l" t="t" r="r" b="b"/>
              <a:pathLst>
                <a:path w="1012" h="430" extrusionOk="0">
                  <a:moveTo>
                    <a:pt x="287" y="0"/>
                  </a:moveTo>
                  <a:cubicBezTo>
                    <a:pt x="0" y="0"/>
                    <a:pt x="0" y="430"/>
                    <a:pt x="287" y="430"/>
                  </a:cubicBezTo>
                  <a:lnTo>
                    <a:pt x="726" y="430"/>
                  </a:lnTo>
                  <a:cubicBezTo>
                    <a:pt x="1012" y="430"/>
                    <a:pt x="1012" y="0"/>
                    <a:pt x="72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1" name="Google Shape;12251;p64"/>
            <p:cNvSpPr/>
            <p:nvPr/>
          </p:nvSpPr>
          <p:spPr>
            <a:xfrm>
              <a:off x="6313575" y="3431471"/>
              <a:ext cx="119953" cy="40246"/>
            </a:xfrm>
            <a:custGeom>
              <a:avLst/>
              <a:gdLst/>
              <a:ahLst/>
              <a:cxnLst/>
              <a:rect l="l" t="t" r="r" b="b"/>
              <a:pathLst>
                <a:path w="4581" h="1537" extrusionOk="0">
                  <a:moveTo>
                    <a:pt x="1" y="1"/>
                  </a:moveTo>
                  <a:lnTo>
                    <a:pt x="1" y="1537"/>
                  </a:lnTo>
                  <a:cubicBezTo>
                    <a:pt x="1" y="1537"/>
                    <a:pt x="2834" y="1317"/>
                    <a:pt x="458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2" name="Google Shape;12252;p64"/>
            <p:cNvSpPr/>
            <p:nvPr/>
          </p:nvSpPr>
          <p:spPr>
            <a:xfrm>
              <a:off x="6295847" y="3513352"/>
              <a:ext cx="23252" cy="32574"/>
            </a:xfrm>
            <a:custGeom>
              <a:avLst/>
              <a:gdLst/>
              <a:ahLst/>
              <a:cxnLst/>
              <a:rect l="l" t="t" r="r" b="b"/>
              <a:pathLst>
                <a:path w="888" h="1244" extrusionOk="0">
                  <a:moveTo>
                    <a:pt x="445" y="1"/>
                  </a:moveTo>
                  <a:cubicBezTo>
                    <a:pt x="406" y="1"/>
                    <a:pt x="368" y="17"/>
                    <a:pt x="344" y="51"/>
                  </a:cubicBezTo>
                  <a:cubicBezTo>
                    <a:pt x="220" y="213"/>
                    <a:pt x="20" y="499"/>
                    <a:pt x="10" y="785"/>
                  </a:cubicBezTo>
                  <a:cubicBezTo>
                    <a:pt x="1" y="1005"/>
                    <a:pt x="153" y="1196"/>
                    <a:pt x="363" y="1234"/>
                  </a:cubicBezTo>
                  <a:cubicBezTo>
                    <a:pt x="394" y="1240"/>
                    <a:pt x="425" y="1243"/>
                    <a:pt x="454" y="1243"/>
                  </a:cubicBezTo>
                  <a:cubicBezTo>
                    <a:pt x="692" y="1243"/>
                    <a:pt x="888" y="1050"/>
                    <a:pt x="888" y="804"/>
                  </a:cubicBezTo>
                  <a:cubicBezTo>
                    <a:pt x="888" y="518"/>
                    <a:pt x="687" y="213"/>
                    <a:pt x="554" y="51"/>
                  </a:cubicBezTo>
                  <a:cubicBezTo>
                    <a:pt x="525" y="17"/>
                    <a:pt x="485" y="1"/>
                    <a:pt x="445"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3" name="Google Shape;12253;p64"/>
            <p:cNvSpPr/>
            <p:nvPr/>
          </p:nvSpPr>
          <p:spPr>
            <a:xfrm>
              <a:off x="6467464" y="3513352"/>
              <a:ext cx="23252" cy="32574"/>
            </a:xfrm>
            <a:custGeom>
              <a:avLst/>
              <a:gdLst/>
              <a:ahLst/>
              <a:cxnLst/>
              <a:rect l="l" t="t" r="r" b="b"/>
              <a:pathLst>
                <a:path w="888" h="1244" extrusionOk="0">
                  <a:moveTo>
                    <a:pt x="445" y="1"/>
                  </a:moveTo>
                  <a:cubicBezTo>
                    <a:pt x="406" y="1"/>
                    <a:pt x="368" y="17"/>
                    <a:pt x="344" y="51"/>
                  </a:cubicBezTo>
                  <a:cubicBezTo>
                    <a:pt x="220" y="213"/>
                    <a:pt x="20" y="499"/>
                    <a:pt x="10" y="785"/>
                  </a:cubicBezTo>
                  <a:cubicBezTo>
                    <a:pt x="0" y="1005"/>
                    <a:pt x="153" y="1196"/>
                    <a:pt x="363" y="1234"/>
                  </a:cubicBezTo>
                  <a:cubicBezTo>
                    <a:pt x="394" y="1240"/>
                    <a:pt x="424" y="1243"/>
                    <a:pt x="454" y="1243"/>
                  </a:cubicBezTo>
                  <a:cubicBezTo>
                    <a:pt x="692" y="1243"/>
                    <a:pt x="888" y="1050"/>
                    <a:pt x="888" y="804"/>
                  </a:cubicBezTo>
                  <a:cubicBezTo>
                    <a:pt x="888" y="518"/>
                    <a:pt x="678" y="213"/>
                    <a:pt x="554" y="51"/>
                  </a:cubicBezTo>
                  <a:cubicBezTo>
                    <a:pt x="525" y="17"/>
                    <a:pt x="485" y="1"/>
                    <a:pt x="445"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4" name="Google Shape;12254;p64"/>
            <p:cNvSpPr/>
            <p:nvPr/>
          </p:nvSpPr>
          <p:spPr>
            <a:xfrm>
              <a:off x="6319073" y="3408743"/>
              <a:ext cx="148652" cy="51506"/>
            </a:xfrm>
            <a:custGeom>
              <a:avLst/>
              <a:gdLst/>
              <a:ahLst/>
              <a:cxnLst/>
              <a:rect l="l" t="t" r="r" b="b"/>
              <a:pathLst>
                <a:path w="5677" h="1967" extrusionOk="0">
                  <a:moveTo>
                    <a:pt x="2844" y="1"/>
                  </a:moveTo>
                  <a:cubicBezTo>
                    <a:pt x="1270" y="1"/>
                    <a:pt x="1" y="487"/>
                    <a:pt x="1" y="1088"/>
                  </a:cubicBezTo>
                  <a:lnTo>
                    <a:pt x="1" y="1966"/>
                  </a:lnTo>
                  <a:cubicBezTo>
                    <a:pt x="1" y="1365"/>
                    <a:pt x="1270" y="869"/>
                    <a:pt x="2844" y="869"/>
                  </a:cubicBezTo>
                  <a:cubicBezTo>
                    <a:pt x="4408" y="869"/>
                    <a:pt x="5677" y="1365"/>
                    <a:pt x="5677" y="1966"/>
                  </a:cubicBezTo>
                  <a:lnTo>
                    <a:pt x="5677" y="1088"/>
                  </a:lnTo>
                  <a:cubicBezTo>
                    <a:pt x="5677" y="487"/>
                    <a:pt x="4408" y="1"/>
                    <a:pt x="2844"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5" name="Google Shape;12255;p64"/>
            <p:cNvSpPr/>
            <p:nvPr/>
          </p:nvSpPr>
          <p:spPr>
            <a:xfrm>
              <a:off x="6399016" y="3482951"/>
              <a:ext cx="57240" cy="45981"/>
            </a:xfrm>
            <a:custGeom>
              <a:avLst/>
              <a:gdLst/>
              <a:ahLst/>
              <a:cxnLst/>
              <a:rect l="l" t="t" r="r" b="b"/>
              <a:pathLst>
                <a:path w="2186" h="1756" extrusionOk="0">
                  <a:moveTo>
                    <a:pt x="1756" y="439"/>
                  </a:moveTo>
                  <a:lnTo>
                    <a:pt x="1756" y="658"/>
                  </a:lnTo>
                  <a:cubicBezTo>
                    <a:pt x="1756" y="1021"/>
                    <a:pt x="1460" y="1317"/>
                    <a:pt x="1098" y="1317"/>
                  </a:cubicBezTo>
                  <a:cubicBezTo>
                    <a:pt x="735" y="1317"/>
                    <a:pt x="439" y="1021"/>
                    <a:pt x="439" y="658"/>
                  </a:cubicBezTo>
                  <a:lnTo>
                    <a:pt x="439" y="439"/>
                  </a:lnTo>
                  <a:close/>
                  <a:moveTo>
                    <a:pt x="220" y="0"/>
                  </a:moveTo>
                  <a:cubicBezTo>
                    <a:pt x="105" y="0"/>
                    <a:pt x="1" y="105"/>
                    <a:pt x="1" y="220"/>
                  </a:cubicBezTo>
                  <a:lnTo>
                    <a:pt x="1" y="658"/>
                  </a:lnTo>
                  <a:cubicBezTo>
                    <a:pt x="1" y="1259"/>
                    <a:pt x="497" y="1746"/>
                    <a:pt x="1098" y="1756"/>
                  </a:cubicBezTo>
                  <a:cubicBezTo>
                    <a:pt x="1699" y="1746"/>
                    <a:pt x="2185" y="1259"/>
                    <a:pt x="2185" y="658"/>
                  </a:cubicBezTo>
                  <a:lnTo>
                    <a:pt x="2185" y="220"/>
                  </a:lnTo>
                  <a:cubicBezTo>
                    <a:pt x="2185" y="105"/>
                    <a:pt x="2090" y="0"/>
                    <a:pt x="1966"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6" name="Google Shape;12256;p64"/>
            <p:cNvSpPr/>
            <p:nvPr/>
          </p:nvSpPr>
          <p:spPr>
            <a:xfrm>
              <a:off x="6330569" y="3482951"/>
              <a:ext cx="56979" cy="45981"/>
            </a:xfrm>
            <a:custGeom>
              <a:avLst/>
              <a:gdLst/>
              <a:ahLst/>
              <a:cxnLst/>
              <a:rect l="l" t="t" r="r" b="b"/>
              <a:pathLst>
                <a:path w="2176" h="1756" extrusionOk="0">
                  <a:moveTo>
                    <a:pt x="1746" y="439"/>
                  </a:moveTo>
                  <a:lnTo>
                    <a:pt x="1746" y="658"/>
                  </a:lnTo>
                  <a:cubicBezTo>
                    <a:pt x="1746" y="1021"/>
                    <a:pt x="1451" y="1317"/>
                    <a:pt x="1088" y="1317"/>
                  </a:cubicBezTo>
                  <a:cubicBezTo>
                    <a:pt x="726" y="1317"/>
                    <a:pt x="430" y="1021"/>
                    <a:pt x="430" y="658"/>
                  </a:cubicBezTo>
                  <a:lnTo>
                    <a:pt x="430" y="439"/>
                  </a:lnTo>
                  <a:close/>
                  <a:moveTo>
                    <a:pt x="210" y="0"/>
                  </a:moveTo>
                  <a:cubicBezTo>
                    <a:pt x="96" y="0"/>
                    <a:pt x="1" y="105"/>
                    <a:pt x="1" y="220"/>
                  </a:cubicBezTo>
                  <a:lnTo>
                    <a:pt x="1" y="658"/>
                  </a:lnTo>
                  <a:cubicBezTo>
                    <a:pt x="1" y="1259"/>
                    <a:pt x="487" y="1746"/>
                    <a:pt x="1088" y="1756"/>
                  </a:cubicBezTo>
                  <a:cubicBezTo>
                    <a:pt x="1689" y="1746"/>
                    <a:pt x="2176" y="1259"/>
                    <a:pt x="2176" y="658"/>
                  </a:cubicBezTo>
                  <a:lnTo>
                    <a:pt x="2176" y="220"/>
                  </a:lnTo>
                  <a:cubicBezTo>
                    <a:pt x="2176" y="105"/>
                    <a:pt x="2080" y="0"/>
                    <a:pt x="1966"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7" name="Google Shape;12257;p64"/>
            <p:cNvSpPr/>
            <p:nvPr/>
          </p:nvSpPr>
          <p:spPr>
            <a:xfrm>
              <a:off x="6326327" y="3614347"/>
              <a:ext cx="134172" cy="80467"/>
            </a:xfrm>
            <a:custGeom>
              <a:avLst/>
              <a:gdLst/>
              <a:ahLst/>
              <a:cxnLst/>
              <a:rect l="l" t="t" r="r" b="b"/>
              <a:pathLst>
                <a:path w="5124" h="3073" extrusionOk="0">
                  <a:moveTo>
                    <a:pt x="668" y="0"/>
                  </a:moveTo>
                  <a:lnTo>
                    <a:pt x="0" y="239"/>
                  </a:lnTo>
                  <a:cubicBezTo>
                    <a:pt x="0" y="248"/>
                    <a:pt x="10" y="258"/>
                    <a:pt x="19" y="277"/>
                  </a:cubicBezTo>
                  <a:lnTo>
                    <a:pt x="735" y="1889"/>
                  </a:lnTo>
                  <a:cubicBezTo>
                    <a:pt x="843" y="2141"/>
                    <a:pt x="1082" y="2279"/>
                    <a:pt x="1328" y="2279"/>
                  </a:cubicBezTo>
                  <a:cubicBezTo>
                    <a:pt x="1474" y="2279"/>
                    <a:pt x="1622" y="2231"/>
                    <a:pt x="1746" y="2128"/>
                  </a:cubicBezTo>
                  <a:lnTo>
                    <a:pt x="2347" y="1641"/>
                  </a:lnTo>
                  <a:lnTo>
                    <a:pt x="2347" y="3062"/>
                  </a:lnTo>
                  <a:cubicBezTo>
                    <a:pt x="2414" y="3062"/>
                    <a:pt x="2490" y="3072"/>
                    <a:pt x="2567" y="3072"/>
                  </a:cubicBezTo>
                  <a:cubicBezTo>
                    <a:pt x="2633" y="3072"/>
                    <a:pt x="2710" y="3072"/>
                    <a:pt x="2777" y="3062"/>
                  </a:cubicBezTo>
                  <a:lnTo>
                    <a:pt x="2777" y="1631"/>
                  </a:lnTo>
                  <a:lnTo>
                    <a:pt x="3378" y="2128"/>
                  </a:lnTo>
                  <a:cubicBezTo>
                    <a:pt x="3502" y="2231"/>
                    <a:pt x="3650" y="2279"/>
                    <a:pt x="3796" y="2279"/>
                  </a:cubicBezTo>
                  <a:cubicBezTo>
                    <a:pt x="4043" y="2279"/>
                    <a:pt x="4285" y="2141"/>
                    <a:pt x="4398" y="1889"/>
                  </a:cubicBezTo>
                  <a:lnTo>
                    <a:pt x="5114" y="267"/>
                  </a:lnTo>
                  <a:cubicBezTo>
                    <a:pt x="5114" y="258"/>
                    <a:pt x="5123" y="248"/>
                    <a:pt x="5123" y="229"/>
                  </a:cubicBezTo>
                  <a:lnTo>
                    <a:pt x="4456" y="0"/>
                  </a:lnTo>
                  <a:lnTo>
                    <a:pt x="2557" y="887"/>
                  </a:lnTo>
                  <a:lnTo>
                    <a:pt x="668"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8" name="Google Shape;12258;p64"/>
            <p:cNvSpPr/>
            <p:nvPr/>
          </p:nvSpPr>
          <p:spPr>
            <a:xfrm>
              <a:off x="6336565" y="3599893"/>
              <a:ext cx="56979" cy="62635"/>
            </a:xfrm>
            <a:custGeom>
              <a:avLst/>
              <a:gdLst/>
              <a:ahLst/>
              <a:cxnLst/>
              <a:rect l="l" t="t" r="r" b="b"/>
              <a:pathLst>
                <a:path w="2176" h="2392" extrusionOk="0">
                  <a:moveTo>
                    <a:pt x="646" y="0"/>
                  </a:moveTo>
                  <a:cubicBezTo>
                    <a:pt x="590" y="0"/>
                    <a:pt x="536" y="21"/>
                    <a:pt x="497" y="66"/>
                  </a:cubicBezTo>
                  <a:lnTo>
                    <a:pt x="58" y="495"/>
                  </a:lnTo>
                  <a:cubicBezTo>
                    <a:pt x="20" y="533"/>
                    <a:pt x="1" y="590"/>
                    <a:pt x="29" y="648"/>
                  </a:cubicBezTo>
                  <a:lnTo>
                    <a:pt x="745" y="2260"/>
                  </a:lnTo>
                  <a:cubicBezTo>
                    <a:pt x="781" y="2345"/>
                    <a:pt x="864" y="2392"/>
                    <a:pt x="947" y="2392"/>
                  </a:cubicBezTo>
                  <a:cubicBezTo>
                    <a:pt x="994" y="2392"/>
                    <a:pt x="1041" y="2377"/>
                    <a:pt x="1079" y="2346"/>
                  </a:cubicBezTo>
                  <a:lnTo>
                    <a:pt x="2176" y="1439"/>
                  </a:lnTo>
                  <a:lnTo>
                    <a:pt x="792" y="56"/>
                  </a:lnTo>
                  <a:cubicBezTo>
                    <a:pt x="751" y="19"/>
                    <a:pt x="698" y="0"/>
                    <a:pt x="646" y="0"/>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9" name="Google Shape;12259;p64"/>
            <p:cNvSpPr/>
            <p:nvPr/>
          </p:nvSpPr>
          <p:spPr>
            <a:xfrm>
              <a:off x="6393282" y="3599658"/>
              <a:ext cx="56717" cy="62870"/>
            </a:xfrm>
            <a:custGeom>
              <a:avLst/>
              <a:gdLst/>
              <a:ahLst/>
              <a:cxnLst/>
              <a:rect l="l" t="t" r="r" b="b"/>
              <a:pathLst>
                <a:path w="2166" h="2401" extrusionOk="0">
                  <a:moveTo>
                    <a:pt x="1532" y="1"/>
                  </a:moveTo>
                  <a:cubicBezTo>
                    <a:pt x="1476" y="1"/>
                    <a:pt x="1422" y="22"/>
                    <a:pt x="1383" y="65"/>
                  </a:cubicBezTo>
                  <a:lnTo>
                    <a:pt x="0" y="1448"/>
                  </a:lnTo>
                  <a:lnTo>
                    <a:pt x="1097" y="2355"/>
                  </a:lnTo>
                  <a:cubicBezTo>
                    <a:pt x="1135" y="2386"/>
                    <a:pt x="1182" y="2401"/>
                    <a:pt x="1228" y="2401"/>
                  </a:cubicBezTo>
                  <a:cubicBezTo>
                    <a:pt x="1311" y="2401"/>
                    <a:pt x="1395" y="2354"/>
                    <a:pt x="1431" y="2269"/>
                  </a:cubicBezTo>
                  <a:lnTo>
                    <a:pt x="2147" y="657"/>
                  </a:lnTo>
                  <a:cubicBezTo>
                    <a:pt x="2166" y="599"/>
                    <a:pt x="2156" y="542"/>
                    <a:pt x="2118" y="504"/>
                  </a:cubicBezTo>
                  <a:lnTo>
                    <a:pt x="1689" y="65"/>
                  </a:lnTo>
                  <a:cubicBezTo>
                    <a:pt x="1646" y="22"/>
                    <a:pt x="1588" y="1"/>
                    <a:pt x="1532"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0" name="Google Shape;12260;p64"/>
            <p:cNvSpPr/>
            <p:nvPr/>
          </p:nvSpPr>
          <p:spPr>
            <a:xfrm>
              <a:off x="6265132" y="3644067"/>
              <a:ext cx="48468" cy="56481"/>
            </a:xfrm>
            <a:custGeom>
              <a:avLst/>
              <a:gdLst/>
              <a:ahLst/>
              <a:cxnLst/>
              <a:rect l="l" t="t" r="r" b="b"/>
              <a:pathLst>
                <a:path w="1851" h="2157" extrusionOk="0">
                  <a:moveTo>
                    <a:pt x="239" y="0"/>
                  </a:moveTo>
                  <a:cubicBezTo>
                    <a:pt x="134" y="105"/>
                    <a:pt x="57" y="229"/>
                    <a:pt x="0" y="363"/>
                  </a:cubicBezTo>
                  <a:lnTo>
                    <a:pt x="1193" y="1403"/>
                  </a:lnTo>
                  <a:cubicBezTo>
                    <a:pt x="1326" y="1527"/>
                    <a:pt x="1412" y="1708"/>
                    <a:pt x="1412" y="1899"/>
                  </a:cubicBezTo>
                  <a:lnTo>
                    <a:pt x="1412" y="2156"/>
                  </a:lnTo>
                  <a:lnTo>
                    <a:pt x="1851" y="2156"/>
                  </a:lnTo>
                  <a:lnTo>
                    <a:pt x="1851" y="1899"/>
                  </a:lnTo>
                  <a:cubicBezTo>
                    <a:pt x="1851" y="1584"/>
                    <a:pt x="1708" y="1279"/>
                    <a:pt x="1469" y="1069"/>
                  </a:cubicBezTo>
                  <a:lnTo>
                    <a:pt x="239"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1" name="Google Shape;12261;p64"/>
            <p:cNvSpPr/>
            <p:nvPr/>
          </p:nvSpPr>
          <p:spPr>
            <a:xfrm>
              <a:off x="6473198" y="3644067"/>
              <a:ext cx="48495" cy="56481"/>
            </a:xfrm>
            <a:custGeom>
              <a:avLst/>
              <a:gdLst/>
              <a:ahLst/>
              <a:cxnLst/>
              <a:rect l="l" t="t" r="r" b="b"/>
              <a:pathLst>
                <a:path w="1852" h="2157" extrusionOk="0">
                  <a:moveTo>
                    <a:pt x="1613" y="0"/>
                  </a:moveTo>
                  <a:lnTo>
                    <a:pt x="382" y="1069"/>
                  </a:lnTo>
                  <a:cubicBezTo>
                    <a:pt x="144" y="1279"/>
                    <a:pt x="1" y="1584"/>
                    <a:pt x="1" y="1899"/>
                  </a:cubicBezTo>
                  <a:lnTo>
                    <a:pt x="1" y="2156"/>
                  </a:lnTo>
                  <a:lnTo>
                    <a:pt x="440" y="2156"/>
                  </a:lnTo>
                  <a:lnTo>
                    <a:pt x="440" y="1899"/>
                  </a:lnTo>
                  <a:cubicBezTo>
                    <a:pt x="440" y="1708"/>
                    <a:pt x="516" y="1527"/>
                    <a:pt x="659" y="1403"/>
                  </a:cubicBezTo>
                  <a:lnTo>
                    <a:pt x="1852" y="363"/>
                  </a:lnTo>
                  <a:cubicBezTo>
                    <a:pt x="1794" y="229"/>
                    <a:pt x="1718" y="105"/>
                    <a:pt x="161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262" name="Google Shape;12262;p64"/>
          <p:cNvSpPr/>
          <p:nvPr/>
        </p:nvSpPr>
        <p:spPr>
          <a:xfrm>
            <a:off x="5864147" y="3209475"/>
            <a:ext cx="125924" cy="11260"/>
          </a:xfrm>
          <a:custGeom>
            <a:avLst/>
            <a:gdLst/>
            <a:ahLst/>
            <a:cxnLst/>
            <a:rect l="l" t="t" r="r" b="b"/>
            <a:pathLst>
              <a:path w="4809" h="430" extrusionOk="0">
                <a:moveTo>
                  <a:pt x="1" y="0"/>
                </a:moveTo>
                <a:cubicBezTo>
                  <a:pt x="1" y="239"/>
                  <a:pt x="201" y="429"/>
                  <a:pt x="439" y="429"/>
                </a:cubicBezTo>
                <a:lnTo>
                  <a:pt x="4379" y="429"/>
                </a:lnTo>
                <a:cubicBezTo>
                  <a:pt x="4618" y="429"/>
                  <a:pt x="4809" y="239"/>
                  <a:pt x="4809"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263" name="Google Shape;12263;p64"/>
          <p:cNvGrpSpPr/>
          <p:nvPr/>
        </p:nvGrpSpPr>
        <p:grpSpPr>
          <a:xfrm>
            <a:off x="5795464" y="3192219"/>
            <a:ext cx="263316" cy="354754"/>
            <a:chOff x="5811739" y="3345794"/>
            <a:chExt cx="263316" cy="354754"/>
          </a:xfrm>
        </p:grpSpPr>
        <p:sp>
          <p:nvSpPr>
            <p:cNvPr id="12264" name="Google Shape;12264;p64"/>
            <p:cNvSpPr/>
            <p:nvPr/>
          </p:nvSpPr>
          <p:spPr>
            <a:xfrm>
              <a:off x="5857694" y="3408743"/>
              <a:ext cx="171643" cy="57240"/>
            </a:xfrm>
            <a:custGeom>
              <a:avLst/>
              <a:gdLst/>
              <a:ahLst/>
              <a:cxnLst/>
              <a:rect l="l" t="t" r="r" b="b"/>
              <a:pathLst>
                <a:path w="6555" h="2186" extrusionOk="0">
                  <a:moveTo>
                    <a:pt x="0" y="1"/>
                  </a:moveTo>
                  <a:lnTo>
                    <a:pt x="0" y="2185"/>
                  </a:lnTo>
                  <a:lnTo>
                    <a:pt x="6554" y="2185"/>
                  </a:lnTo>
                  <a:lnTo>
                    <a:pt x="6554"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5" name="Google Shape;12265;p64"/>
            <p:cNvSpPr/>
            <p:nvPr/>
          </p:nvSpPr>
          <p:spPr>
            <a:xfrm>
              <a:off x="5854944" y="3528696"/>
              <a:ext cx="60723" cy="57371"/>
            </a:xfrm>
            <a:custGeom>
              <a:avLst/>
              <a:gdLst/>
              <a:ahLst/>
              <a:cxnLst/>
              <a:rect l="l" t="t" r="r" b="b"/>
              <a:pathLst>
                <a:path w="2319" h="2191" extrusionOk="0">
                  <a:moveTo>
                    <a:pt x="754" y="1"/>
                  </a:moveTo>
                  <a:cubicBezTo>
                    <a:pt x="630" y="1"/>
                    <a:pt x="505" y="36"/>
                    <a:pt x="392" y="113"/>
                  </a:cubicBezTo>
                  <a:cubicBezTo>
                    <a:pt x="29" y="352"/>
                    <a:pt x="1" y="877"/>
                    <a:pt x="334" y="1153"/>
                  </a:cubicBezTo>
                  <a:cubicBezTo>
                    <a:pt x="233" y="1732"/>
                    <a:pt x="692" y="2191"/>
                    <a:pt x="1198" y="2191"/>
                  </a:cubicBezTo>
                  <a:cubicBezTo>
                    <a:pt x="1359" y="2191"/>
                    <a:pt x="1525" y="2144"/>
                    <a:pt x="1680" y="2041"/>
                  </a:cubicBezTo>
                  <a:cubicBezTo>
                    <a:pt x="2319" y="1611"/>
                    <a:pt x="2137" y="619"/>
                    <a:pt x="1384" y="457"/>
                  </a:cubicBezTo>
                  <a:cubicBezTo>
                    <a:pt x="1292" y="174"/>
                    <a:pt x="1028" y="1"/>
                    <a:pt x="754"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6" name="Google Shape;12266;p64"/>
            <p:cNvSpPr/>
            <p:nvPr/>
          </p:nvSpPr>
          <p:spPr>
            <a:xfrm>
              <a:off x="5971101" y="3528696"/>
              <a:ext cx="60723" cy="57371"/>
            </a:xfrm>
            <a:custGeom>
              <a:avLst/>
              <a:gdLst/>
              <a:ahLst/>
              <a:cxnLst/>
              <a:rect l="l" t="t" r="r" b="b"/>
              <a:pathLst>
                <a:path w="2319" h="2191" extrusionOk="0">
                  <a:moveTo>
                    <a:pt x="1565" y="1"/>
                  </a:moveTo>
                  <a:cubicBezTo>
                    <a:pt x="1292" y="1"/>
                    <a:pt x="1030" y="174"/>
                    <a:pt x="945" y="457"/>
                  </a:cubicBezTo>
                  <a:cubicBezTo>
                    <a:pt x="191" y="619"/>
                    <a:pt x="1" y="1611"/>
                    <a:pt x="640" y="2041"/>
                  </a:cubicBezTo>
                  <a:cubicBezTo>
                    <a:pt x="794" y="2144"/>
                    <a:pt x="961" y="2191"/>
                    <a:pt x="1122" y="2191"/>
                  </a:cubicBezTo>
                  <a:cubicBezTo>
                    <a:pt x="1631" y="2191"/>
                    <a:pt x="2093" y="1732"/>
                    <a:pt x="1985" y="1153"/>
                  </a:cubicBezTo>
                  <a:cubicBezTo>
                    <a:pt x="2319" y="877"/>
                    <a:pt x="2290" y="352"/>
                    <a:pt x="1928" y="113"/>
                  </a:cubicBezTo>
                  <a:cubicBezTo>
                    <a:pt x="1815" y="36"/>
                    <a:pt x="1689" y="1"/>
                    <a:pt x="1565"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7" name="Google Shape;12267;p64"/>
            <p:cNvSpPr/>
            <p:nvPr/>
          </p:nvSpPr>
          <p:spPr>
            <a:xfrm>
              <a:off x="5811739" y="3563130"/>
              <a:ext cx="263316" cy="137157"/>
            </a:xfrm>
            <a:custGeom>
              <a:avLst/>
              <a:gdLst/>
              <a:ahLst/>
              <a:cxnLst/>
              <a:rect l="l" t="t" r="r" b="b"/>
              <a:pathLst>
                <a:path w="10056" h="5238" extrusionOk="0">
                  <a:moveTo>
                    <a:pt x="3721" y="0"/>
                  </a:moveTo>
                  <a:lnTo>
                    <a:pt x="3721" y="1126"/>
                  </a:lnTo>
                  <a:cubicBezTo>
                    <a:pt x="3721" y="1498"/>
                    <a:pt x="3482" y="1832"/>
                    <a:pt x="3139" y="1956"/>
                  </a:cubicBezTo>
                  <a:lnTo>
                    <a:pt x="878" y="2748"/>
                  </a:lnTo>
                  <a:cubicBezTo>
                    <a:pt x="353" y="2929"/>
                    <a:pt x="0" y="3425"/>
                    <a:pt x="0" y="3988"/>
                  </a:cubicBezTo>
                  <a:lnTo>
                    <a:pt x="0" y="4580"/>
                  </a:lnTo>
                  <a:cubicBezTo>
                    <a:pt x="0" y="4942"/>
                    <a:pt x="296" y="5238"/>
                    <a:pt x="658" y="5238"/>
                  </a:cubicBezTo>
                  <a:lnTo>
                    <a:pt x="9397" y="5238"/>
                  </a:lnTo>
                  <a:cubicBezTo>
                    <a:pt x="9759" y="5238"/>
                    <a:pt x="10055" y="4942"/>
                    <a:pt x="10055" y="4580"/>
                  </a:cubicBezTo>
                  <a:lnTo>
                    <a:pt x="10055" y="3988"/>
                  </a:lnTo>
                  <a:cubicBezTo>
                    <a:pt x="10055" y="3425"/>
                    <a:pt x="9702" y="2939"/>
                    <a:pt x="9178" y="2748"/>
                  </a:cubicBezTo>
                  <a:lnTo>
                    <a:pt x="6926" y="1956"/>
                  </a:lnTo>
                  <a:cubicBezTo>
                    <a:pt x="6573" y="1832"/>
                    <a:pt x="6344" y="1498"/>
                    <a:pt x="6344" y="1126"/>
                  </a:cubicBezTo>
                  <a:lnTo>
                    <a:pt x="6344"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8" name="Google Shape;12268;p64"/>
            <p:cNvSpPr/>
            <p:nvPr/>
          </p:nvSpPr>
          <p:spPr>
            <a:xfrm>
              <a:off x="5811975" y="3602355"/>
              <a:ext cx="263081" cy="97932"/>
            </a:xfrm>
            <a:custGeom>
              <a:avLst/>
              <a:gdLst/>
              <a:ahLst/>
              <a:cxnLst/>
              <a:rect l="l" t="t" r="r" b="b"/>
              <a:pathLst>
                <a:path w="10047" h="3740" extrusionOk="0">
                  <a:moveTo>
                    <a:pt x="3626" y="0"/>
                  </a:moveTo>
                  <a:cubicBezTo>
                    <a:pt x="3530" y="210"/>
                    <a:pt x="3349" y="372"/>
                    <a:pt x="3130" y="458"/>
                  </a:cubicBezTo>
                  <a:lnTo>
                    <a:pt x="869" y="1250"/>
                  </a:lnTo>
                  <a:cubicBezTo>
                    <a:pt x="344" y="1431"/>
                    <a:pt x="1" y="1927"/>
                    <a:pt x="1" y="2490"/>
                  </a:cubicBezTo>
                  <a:lnTo>
                    <a:pt x="1" y="3082"/>
                  </a:lnTo>
                  <a:cubicBezTo>
                    <a:pt x="1" y="3444"/>
                    <a:pt x="287" y="3740"/>
                    <a:pt x="649" y="3740"/>
                  </a:cubicBezTo>
                  <a:lnTo>
                    <a:pt x="9388" y="3740"/>
                  </a:lnTo>
                  <a:cubicBezTo>
                    <a:pt x="9750" y="3740"/>
                    <a:pt x="10046" y="3444"/>
                    <a:pt x="10046" y="3082"/>
                  </a:cubicBezTo>
                  <a:lnTo>
                    <a:pt x="10046" y="2490"/>
                  </a:lnTo>
                  <a:cubicBezTo>
                    <a:pt x="10046" y="1927"/>
                    <a:pt x="9693" y="1441"/>
                    <a:pt x="9169" y="1250"/>
                  </a:cubicBezTo>
                  <a:lnTo>
                    <a:pt x="6917" y="458"/>
                  </a:lnTo>
                  <a:cubicBezTo>
                    <a:pt x="6698" y="372"/>
                    <a:pt x="6516" y="210"/>
                    <a:pt x="6411" y="0"/>
                  </a:cubicBezTo>
                  <a:cubicBezTo>
                    <a:pt x="5963" y="167"/>
                    <a:pt x="5491" y="251"/>
                    <a:pt x="5019" y="251"/>
                  </a:cubicBezTo>
                  <a:cubicBezTo>
                    <a:pt x="4546" y="251"/>
                    <a:pt x="4074" y="167"/>
                    <a:pt x="3626"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69" name="Google Shape;12269;p64"/>
            <p:cNvSpPr/>
            <p:nvPr/>
          </p:nvSpPr>
          <p:spPr>
            <a:xfrm>
              <a:off x="5909147" y="3574625"/>
              <a:ext cx="68736" cy="22807"/>
            </a:xfrm>
            <a:custGeom>
              <a:avLst/>
              <a:gdLst/>
              <a:ahLst/>
              <a:cxnLst/>
              <a:rect l="l" t="t" r="r" b="b"/>
              <a:pathLst>
                <a:path w="2625" h="871" extrusionOk="0">
                  <a:moveTo>
                    <a:pt x="1" y="0"/>
                  </a:moveTo>
                  <a:lnTo>
                    <a:pt x="1" y="592"/>
                  </a:lnTo>
                  <a:cubicBezTo>
                    <a:pt x="416" y="778"/>
                    <a:pt x="862" y="871"/>
                    <a:pt x="1309" y="871"/>
                  </a:cubicBezTo>
                  <a:cubicBezTo>
                    <a:pt x="1756" y="871"/>
                    <a:pt x="2204" y="778"/>
                    <a:pt x="2624" y="592"/>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0" name="Google Shape;12270;p64"/>
            <p:cNvSpPr/>
            <p:nvPr/>
          </p:nvSpPr>
          <p:spPr>
            <a:xfrm>
              <a:off x="5850938" y="3465957"/>
              <a:ext cx="184630" cy="119927"/>
            </a:xfrm>
            <a:custGeom>
              <a:avLst/>
              <a:gdLst/>
              <a:ahLst/>
              <a:cxnLst/>
              <a:rect l="l" t="t" r="r" b="b"/>
              <a:pathLst>
                <a:path w="7051" h="4580" extrusionOk="0">
                  <a:moveTo>
                    <a:pt x="697" y="0"/>
                  </a:moveTo>
                  <a:lnTo>
                    <a:pt x="697" y="869"/>
                  </a:lnTo>
                  <a:lnTo>
                    <a:pt x="611" y="869"/>
                  </a:lnTo>
                  <a:cubicBezTo>
                    <a:pt x="325" y="869"/>
                    <a:pt x="77" y="1078"/>
                    <a:pt x="39" y="1365"/>
                  </a:cubicBezTo>
                  <a:cubicBezTo>
                    <a:pt x="1" y="1679"/>
                    <a:pt x="258" y="1966"/>
                    <a:pt x="583" y="1966"/>
                  </a:cubicBezTo>
                  <a:lnTo>
                    <a:pt x="697" y="1966"/>
                  </a:lnTo>
                  <a:cubicBezTo>
                    <a:pt x="812" y="3444"/>
                    <a:pt x="2042" y="4580"/>
                    <a:pt x="3531" y="4580"/>
                  </a:cubicBezTo>
                  <a:cubicBezTo>
                    <a:pt x="5009" y="4580"/>
                    <a:pt x="6240" y="3444"/>
                    <a:pt x="6354" y="1966"/>
                  </a:cubicBezTo>
                  <a:lnTo>
                    <a:pt x="6478" y="1966"/>
                  </a:lnTo>
                  <a:cubicBezTo>
                    <a:pt x="6803" y="1966"/>
                    <a:pt x="7051" y="1679"/>
                    <a:pt x="7022" y="1365"/>
                  </a:cubicBezTo>
                  <a:cubicBezTo>
                    <a:pt x="6984" y="1078"/>
                    <a:pt x="6736" y="869"/>
                    <a:pt x="6459" y="869"/>
                  </a:cubicBezTo>
                  <a:lnTo>
                    <a:pt x="6374" y="869"/>
                  </a:lnTo>
                  <a:lnTo>
                    <a:pt x="6374"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1" name="Google Shape;12271;p64"/>
            <p:cNvSpPr/>
            <p:nvPr/>
          </p:nvSpPr>
          <p:spPr>
            <a:xfrm>
              <a:off x="5918129" y="3534483"/>
              <a:ext cx="50773" cy="17439"/>
            </a:xfrm>
            <a:custGeom>
              <a:avLst/>
              <a:gdLst/>
              <a:ahLst/>
              <a:cxnLst/>
              <a:rect l="l" t="t" r="r" b="b"/>
              <a:pathLst>
                <a:path w="1939" h="666" extrusionOk="0">
                  <a:moveTo>
                    <a:pt x="319" y="0"/>
                  </a:moveTo>
                  <a:cubicBezTo>
                    <a:pt x="147" y="0"/>
                    <a:pt x="1" y="224"/>
                    <a:pt x="163" y="379"/>
                  </a:cubicBezTo>
                  <a:cubicBezTo>
                    <a:pt x="374" y="562"/>
                    <a:pt x="645" y="666"/>
                    <a:pt x="928" y="666"/>
                  </a:cubicBezTo>
                  <a:cubicBezTo>
                    <a:pt x="940" y="666"/>
                    <a:pt x="952" y="666"/>
                    <a:pt x="965" y="665"/>
                  </a:cubicBezTo>
                  <a:cubicBezTo>
                    <a:pt x="977" y="666"/>
                    <a:pt x="989" y="666"/>
                    <a:pt x="1002" y="666"/>
                  </a:cubicBezTo>
                  <a:cubicBezTo>
                    <a:pt x="1284" y="666"/>
                    <a:pt x="1556" y="562"/>
                    <a:pt x="1776" y="379"/>
                  </a:cubicBezTo>
                  <a:cubicBezTo>
                    <a:pt x="1938" y="224"/>
                    <a:pt x="1792" y="0"/>
                    <a:pt x="1620" y="0"/>
                  </a:cubicBezTo>
                  <a:cubicBezTo>
                    <a:pt x="1570" y="0"/>
                    <a:pt x="1518" y="19"/>
                    <a:pt x="1470" y="64"/>
                  </a:cubicBezTo>
                  <a:cubicBezTo>
                    <a:pt x="1318" y="169"/>
                    <a:pt x="1141" y="222"/>
                    <a:pt x="966" y="222"/>
                  </a:cubicBezTo>
                  <a:cubicBezTo>
                    <a:pt x="791" y="222"/>
                    <a:pt x="616" y="169"/>
                    <a:pt x="469" y="64"/>
                  </a:cubicBezTo>
                  <a:cubicBezTo>
                    <a:pt x="421" y="19"/>
                    <a:pt x="369" y="0"/>
                    <a:pt x="319"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2" name="Google Shape;12272;p64"/>
            <p:cNvSpPr/>
            <p:nvPr/>
          </p:nvSpPr>
          <p:spPr>
            <a:xfrm>
              <a:off x="5903413" y="3488817"/>
              <a:ext cx="11521" cy="17125"/>
            </a:xfrm>
            <a:custGeom>
              <a:avLst/>
              <a:gdLst/>
              <a:ahLst/>
              <a:cxnLst/>
              <a:rect l="l" t="t" r="r" b="b"/>
              <a:pathLst>
                <a:path w="440" h="654" extrusionOk="0">
                  <a:moveTo>
                    <a:pt x="220" y="0"/>
                  </a:moveTo>
                  <a:cubicBezTo>
                    <a:pt x="110" y="0"/>
                    <a:pt x="0" y="72"/>
                    <a:pt x="0" y="215"/>
                  </a:cubicBezTo>
                  <a:lnTo>
                    <a:pt x="0" y="434"/>
                  </a:lnTo>
                  <a:cubicBezTo>
                    <a:pt x="0" y="558"/>
                    <a:pt x="96" y="654"/>
                    <a:pt x="220" y="654"/>
                  </a:cubicBezTo>
                  <a:cubicBezTo>
                    <a:pt x="344" y="654"/>
                    <a:pt x="439" y="558"/>
                    <a:pt x="439" y="434"/>
                  </a:cubicBezTo>
                  <a:lnTo>
                    <a:pt x="439" y="215"/>
                  </a:lnTo>
                  <a:cubicBezTo>
                    <a:pt x="439" y="72"/>
                    <a:pt x="329"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3" name="Google Shape;12273;p64"/>
            <p:cNvSpPr/>
            <p:nvPr/>
          </p:nvSpPr>
          <p:spPr>
            <a:xfrm>
              <a:off x="5972096" y="3488817"/>
              <a:ext cx="11521" cy="17125"/>
            </a:xfrm>
            <a:custGeom>
              <a:avLst/>
              <a:gdLst/>
              <a:ahLst/>
              <a:cxnLst/>
              <a:rect l="l" t="t" r="r" b="b"/>
              <a:pathLst>
                <a:path w="440" h="654" extrusionOk="0">
                  <a:moveTo>
                    <a:pt x="220" y="0"/>
                  </a:moveTo>
                  <a:cubicBezTo>
                    <a:pt x="110" y="0"/>
                    <a:pt x="1" y="72"/>
                    <a:pt x="1" y="215"/>
                  </a:cubicBezTo>
                  <a:lnTo>
                    <a:pt x="1" y="434"/>
                  </a:lnTo>
                  <a:cubicBezTo>
                    <a:pt x="1" y="558"/>
                    <a:pt x="96" y="654"/>
                    <a:pt x="220" y="654"/>
                  </a:cubicBezTo>
                  <a:cubicBezTo>
                    <a:pt x="335" y="654"/>
                    <a:pt x="440" y="558"/>
                    <a:pt x="440" y="434"/>
                  </a:cubicBezTo>
                  <a:lnTo>
                    <a:pt x="440" y="215"/>
                  </a:lnTo>
                  <a:cubicBezTo>
                    <a:pt x="440"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4" name="Google Shape;12274;p64"/>
            <p:cNvSpPr/>
            <p:nvPr/>
          </p:nvSpPr>
          <p:spPr>
            <a:xfrm>
              <a:off x="5847115" y="3465957"/>
              <a:ext cx="147998" cy="120163"/>
            </a:xfrm>
            <a:custGeom>
              <a:avLst/>
              <a:gdLst/>
              <a:ahLst/>
              <a:cxnLst/>
              <a:rect l="l" t="t" r="r" b="b"/>
              <a:pathLst>
                <a:path w="5652" h="4589" extrusionOk="0">
                  <a:moveTo>
                    <a:pt x="843" y="0"/>
                  </a:moveTo>
                  <a:lnTo>
                    <a:pt x="843" y="869"/>
                  </a:lnTo>
                  <a:lnTo>
                    <a:pt x="757" y="869"/>
                  </a:lnTo>
                  <a:cubicBezTo>
                    <a:pt x="751" y="868"/>
                    <a:pt x="745" y="868"/>
                    <a:pt x="739" y="868"/>
                  </a:cubicBezTo>
                  <a:cubicBezTo>
                    <a:pt x="32" y="868"/>
                    <a:pt x="1" y="1947"/>
                    <a:pt x="729" y="1966"/>
                  </a:cubicBezTo>
                  <a:lnTo>
                    <a:pt x="843" y="1966"/>
                  </a:lnTo>
                  <a:cubicBezTo>
                    <a:pt x="947" y="3461"/>
                    <a:pt x="2202" y="4588"/>
                    <a:pt x="3657" y="4588"/>
                  </a:cubicBezTo>
                  <a:cubicBezTo>
                    <a:pt x="3808" y="4588"/>
                    <a:pt x="3961" y="4576"/>
                    <a:pt x="4115" y="4551"/>
                  </a:cubicBezTo>
                  <a:cubicBezTo>
                    <a:pt x="2732" y="4332"/>
                    <a:pt x="1711" y="3149"/>
                    <a:pt x="1711" y="1746"/>
                  </a:cubicBezTo>
                  <a:lnTo>
                    <a:pt x="1711" y="1307"/>
                  </a:lnTo>
                  <a:cubicBezTo>
                    <a:pt x="1711" y="830"/>
                    <a:pt x="2103" y="439"/>
                    <a:pt x="2580" y="439"/>
                  </a:cubicBezTo>
                  <a:lnTo>
                    <a:pt x="5203" y="439"/>
                  </a:lnTo>
                  <a:cubicBezTo>
                    <a:pt x="5451" y="439"/>
                    <a:pt x="5651" y="239"/>
                    <a:pt x="5651"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5" name="Google Shape;12275;p64"/>
            <p:cNvSpPr/>
            <p:nvPr/>
          </p:nvSpPr>
          <p:spPr>
            <a:xfrm>
              <a:off x="5857694" y="3465957"/>
              <a:ext cx="23017" cy="25766"/>
            </a:xfrm>
            <a:custGeom>
              <a:avLst/>
              <a:gdLst/>
              <a:ahLst/>
              <a:cxnLst/>
              <a:rect l="l" t="t" r="r" b="b"/>
              <a:pathLst>
                <a:path w="879" h="984" extrusionOk="0">
                  <a:moveTo>
                    <a:pt x="0" y="0"/>
                  </a:moveTo>
                  <a:lnTo>
                    <a:pt x="0" y="983"/>
                  </a:lnTo>
                  <a:lnTo>
                    <a:pt x="296" y="945"/>
                  </a:lnTo>
                  <a:cubicBezTo>
                    <a:pt x="630" y="897"/>
                    <a:pt x="869" y="621"/>
                    <a:pt x="878" y="296"/>
                  </a:cubicBezTo>
                  <a:lnTo>
                    <a:pt x="878"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6" name="Google Shape;12276;p64"/>
            <p:cNvSpPr/>
            <p:nvPr/>
          </p:nvSpPr>
          <p:spPr>
            <a:xfrm>
              <a:off x="6006320" y="3465957"/>
              <a:ext cx="23017" cy="25766"/>
            </a:xfrm>
            <a:custGeom>
              <a:avLst/>
              <a:gdLst/>
              <a:ahLst/>
              <a:cxnLst/>
              <a:rect l="l" t="t" r="r" b="b"/>
              <a:pathLst>
                <a:path w="879" h="984" extrusionOk="0">
                  <a:moveTo>
                    <a:pt x="1" y="0"/>
                  </a:moveTo>
                  <a:lnTo>
                    <a:pt x="1" y="296"/>
                  </a:lnTo>
                  <a:cubicBezTo>
                    <a:pt x="1" y="621"/>
                    <a:pt x="249" y="897"/>
                    <a:pt x="573" y="945"/>
                  </a:cubicBezTo>
                  <a:lnTo>
                    <a:pt x="878" y="983"/>
                  </a:lnTo>
                  <a:lnTo>
                    <a:pt x="878"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7" name="Google Shape;12277;p64"/>
            <p:cNvSpPr/>
            <p:nvPr/>
          </p:nvSpPr>
          <p:spPr>
            <a:xfrm>
              <a:off x="5857694" y="3414504"/>
              <a:ext cx="23017" cy="51480"/>
            </a:xfrm>
            <a:custGeom>
              <a:avLst/>
              <a:gdLst/>
              <a:ahLst/>
              <a:cxnLst/>
              <a:rect l="l" t="t" r="r" b="b"/>
              <a:pathLst>
                <a:path w="879" h="1966" extrusionOk="0">
                  <a:moveTo>
                    <a:pt x="0" y="0"/>
                  </a:moveTo>
                  <a:lnTo>
                    <a:pt x="0" y="1965"/>
                  </a:lnTo>
                  <a:lnTo>
                    <a:pt x="878" y="1965"/>
                  </a:lnTo>
                  <a:lnTo>
                    <a:pt x="878"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8" name="Google Shape;12278;p64"/>
            <p:cNvSpPr/>
            <p:nvPr/>
          </p:nvSpPr>
          <p:spPr>
            <a:xfrm>
              <a:off x="5840464" y="3362788"/>
              <a:ext cx="205866" cy="57240"/>
            </a:xfrm>
            <a:custGeom>
              <a:avLst/>
              <a:gdLst/>
              <a:ahLst/>
              <a:cxnLst/>
              <a:rect l="l" t="t" r="r" b="b"/>
              <a:pathLst>
                <a:path w="7862" h="2186" extrusionOk="0">
                  <a:moveTo>
                    <a:pt x="1088" y="0"/>
                  </a:moveTo>
                  <a:cubicBezTo>
                    <a:pt x="487" y="0"/>
                    <a:pt x="0" y="497"/>
                    <a:pt x="0" y="1098"/>
                  </a:cubicBezTo>
                  <a:cubicBezTo>
                    <a:pt x="0" y="1699"/>
                    <a:pt x="487" y="2185"/>
                    <a:pt x="1088" y="2185"/>
                  </a:cubicBezTo>
                  <a:lnTo>
                    <a:pt x="6774" y="2185"/>
                  </a:lnTo>
                  <a:cubicBezTo>
                    <a:pt x="7375" y="2185"/>
                    <a:pt x="7861" y="1699"/>
                    <a:pt x="7861" y="1098"/>
                  </a:cubicBezTo>
                  <a:cubicBezTo>
                    <a:pt x="7861" y="497"/>
                    <a:pt x="7375" y="0"/>
                    <a:pt x="6774"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9" name="Google Shape;12279;p64"/>
            <p:cNvSpPr/>
            <p:nvPr/>
          </p:nvSpPr>
          <p:spPr>
            <a:xfrm>
              <a:off x="5857694" y="3437232"/>
              <a:ext cx="171643" cy="11521"/>
            </a:xfrm>
            <a:custGeom>
              <a:avLst/>
              <a:gdLst/>
              <a:ahLst/>
              <a:cxnLst/>
              <a:rect l="l" t="t" r="r" b="b"/>
              <a:pathLst>
                <a:path w="6555" h="440" extrusionOk="0">
                  <a:moveTo>
                    <a:pt x="0" y="0"/>
                  </a:moveTo>
                  <a:lnTo>
                    <a:pt x="0" y="439"/>
                  </a:lnTo>
                  <a:lnTo>
                    <a:pt x="6554" y="439"/>
                  </a:lnTo>
                  <a:lnTo>
                    <a:pt x="6554"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0" name="Google Shape;12280;p64"/>
            <p:cNvSpPr/>
            <p:nvPr/>
          </p:nvSpPr>
          <p:spPr>
            <a:xfrm>
              <a:off x="5857694" y="3437232"/>
              <a:ext cx="23017" cy="11521"/>
            </a:xfrm>
            <a:custGeom>
              <a:avLst/>
              <a:gdLst/>
              <a:ahLst/>
              <a:cxnLst/>
              <a:rect l="l" t="t" r="r" b="b"/>
              <a:pathLst>
                <a:path w="879" h="440" extrusionOk="0">
                  <a:moveTo>
                    <a:pt x="0" y="0"/>
                  </a:moveTo>
                  <a:lnTo>
                    <a:pt x="0" y="439"/>
                  </a:lnTo>
                  <a:lnTo>
                    <a:pt x="878" y="439"/>
                  </a:lnTo>
                  <a:lnTo>
                    <a:pt x="87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1" name="Google Shape;12281;p64"/>
            <p:cNvSpPr/>
            <p:nvPr/>
          </p:nvSpPr>
          <p:spPr>
            <a:xfrm>
              <a:off x="5891918" y="3345794"/>
              <a:ext cx="103195" cy="74234"/>
            </a:xfrm>
            <a:custGeom>
              <a:avLst/>
              <a:gdLst/>
              <a:ahLst/>
              <a:cxnLst/>
              <a:rect l="l" t="t" r="r" b="b"/>
              <a:pathLst>
                <a:path w="3941" h="2835" extrusionOk="0">
                  <a:moveTo>
                    <a:pt x="1405" y="1"/>
                  </a:moveTo>
                  <a:cubicBezTo>
                    <a:pt x="630" y="1"/>
                    <a:pt x="0" y="636"/>
                    <a:pt x="0" y="1422"/>
                  </a:cubicBezTo>
                  <a:cubicBezTo>
                    <a:pt x="0" y="2204"/>
                    <a:pt x="640" y="2834"/>
                    <a:pt x="1422" y="2834"/>
                  </a:cubicBezTo>
                  <a:lnTo>
                    <a:pt x="2519" y="2834"/>
                  </a:lnTo>
                  <a:cubicBezTo>
                    <a:pt x="3301" y="2834"/>
                    <a:pt x="3931" y="2204"/>
                    <a:pt x="3940" y="1422"/>
                  </a:cubicBezTo>
                  <a:cubicBezTo>
                    <a:pt x="3940" y="636"/>
                    <a:pt x="3311" y="1"/>
                    <a:pt x="2536" y="1"/>
                  </a:cubicBezTo>
                  <a:cubicBezTo>
                    <a:pt x="2530" y="1"/>
                    <a:pt x="2525" y="1"/>
                    <a:pt x="2519" y="1"/>
                  </a:cubicBezTo>
                  <a:lnTo>
                    <a:pt x="1422" y="1"/>
                  </a:lnTo>
                  <a:cubicBezTo>
                    <a:pt x="1416" y="1"/>
                    <a:pt x="1410" y="1"/>
                    <a:pt x="1405" y="1"/>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2" name="Google Shape;12282;p64"/>
            <p:cNvSpPr/>
            <p:nvPr/>
          </p:nvSpPr>
          <p:spPr>
            <a:xfrm>
              <a:off x="5882674" y="3602355"/>
              <a:ext cx="121682" cy="98194"/>
            </a:xfrm>
            <a:custGeom>
              <a:avLst/>
              <a:gdLst/>
              <a:ahLst/>
              <a:cxnLst/>
              <a:rect l="l" t="t" r="r" b="b"/>
              <a:pathLst>
                <a:path w="4647" h="3750" extrusionOk="0">
                  <a:moveTo>
                    <a:pt x="926" y="0"/>
                  </a:moveTo>
                  <a:cubicBezTo>
                    <a:pt x="821" y="210"/>
                    <a:pt x="640" y="372"/>
                    <a:pt x="420" y="458"/>
                  </a:cubicBezTo>
                  <a:lnTo>
                    <a:pt x="0" y="611"/>
                  </a:lnTo>
                  <a:cubicBezTo>
                    <a:pt x="430" y="1174"/>
                    <a:pt x="1307" y="1565"/>
                    <a:pt x="2328" y="1565"/>
                  </a:cubicBezTo>
                  <a:cubicBezTo>
                    <a:pt x="2624" y="1565"/>
                    <a:pt x="2929" y="1527"/>
                    <a:pt x="3225" y="1450"/>
                  </a:cubicBezTo>
                  <a:lnTo>
                    <a:pt x="3444" y="1679"/>
                  </a:lnTo>
                  <a:cubicBezTo>
                    <a:pt x="3568" y="1803"/>
                    <a:pt x="3635" y="1965"/>
                    <a:pt x="3635" y="2147"/>
                  </a:cubicBezTo>
                  <a:lnTo>
                    <a:pt x="3635" y="3749"/>
                  </a:lnTo>
                  <a:lnTo>
                    <a:pt x="4074" y="3749"/>
                  </a:lnTo>
                  <a:lnTo>
                    <a:pt x="4074" y="2137"/>
                  </a:lnTo>
                  <a:cubicBezTo>
                    <a:pt x="4074" y="1851"/>
                    <a:pt x="3960" y="1574"/>
                    <a:pt x="3759" y="1364"/>
                  </a:cubicBezTo>
                  <a:lnTo>
                    <a:pt x="3692" y="1307"/>
                  </a:lnTo>
                  <a:cubicBezTo>
                    <a:pt x="4064" y="1155"/>
                    <a:pt x="4389" y="916"/>
                    <a:pt x="4646" y="611"/>
                  </a:cubicBezTo>
                  <a:lnTo>
                    <a:pt x="4208" y="458"/>
                  </a:lnTo>
                  <a:cubicBezTo>
                    <a:pt x="3988" y="372"/>
                    <a:pt x="3807" y="210"/>
                    <a:pt x="3711" y="0"/>
                  </a:cubicBezTo>
                  <a:cubicBezTo>
                    <a:pt x="3258" y="167"/>
                    <a:pt x="2786" y="251"/>
                    <a:pt x="2315" y="251"/>
                  </a:cubicBezTo>
                  <a:cubicBezTo>
                    <a:pt x="1844" y="251"/>
                    <a:pt x="1374" y="167"/>
                    <a:pt x="926"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3" name="Google Shape;12283;p64"/>
            <p:cNvSpPr/>
            <p:nvPr/>
          </p:nvSpPr>
          <p:spPr>
            <a:xfrm>
              <a:off x="5814489" y="3644827"/>
              <a:ext cx="48966" cy="55460"/>
            </a:xfrm>
            <a:custGeom>
              <a:avLst/>
              <a:gdLst/>
              <a:ahLst/>
              <a:cxnLst/>
              <a:rect l="l" t="t" r="r" b="b"/>
              <a:pathLst>
                <a:path w="1870" h="2118" extrusionOk="0">
                  <a:moveTo>
                    <a:pt x="229" y="0"/>
                  </a:moveTo>
                  <a:cubicBezTo>
                    <a:pt x="134" y="115"/>
                    <a:pt x="57" y="239"/>
                    <a:pt x="0" y="372"/>
                  </a:cubicBezTo>
                  <a:lnTo>
                    <a:pt x="1193" y="1374"/>
                  </a:lnTo>
                  <a:cubicBezTo>
                    <a:pt x="1345" y="1498"/>
                    <a:pt x="1431" y="1679"/>
                    <a:pt x="1431" y="1879"/>
                  </a:cubicBezTo>
                  <a:lnTo>
                    <a:pt x="1431" y="2118"/>
                  </a:lnTo>
                  <a:lnTo>
                    <a:pt x="1870" y="2118"/>
                  </a:lnTo>
                  <a:lnTo>
                    <a:pt x="1870" y="1879"/>
                  </a:lnTo>
                  <a:cubicBezTo>
                    <a:pt x="1870" y="1555"/>
                    <a:pt x="1727" y="1240"/>
                    <a:pt x="1479" y="1040"/>
                  </a:cubicBezTo>
                  <a:lnTo>
                    <a:pt x="229"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4" name="Google Shape;12284;p64"/>
            <p:cNvSpPr/>
            <p:nvPr/>
          </p:nvSpPr>
          <p:spPr>
            <a:xfrm>
              <a:off x="6023550" y="3644827"/>
              <a:ext cx="48992" cy="55460"/>
            </a:xfrm>
            <a:custGeom>
              <a:avLst/>
              <a:gdLst/>
              <a:ahLst/>
              <a:cxnLst/>
              <a:rect l="l" t="t" r="r" b="b"/>
              <a:pathLst>
                <a:path w="1871" h="2118" extrusionOk="0">
                  <a:moveTo>
                    <a:pt x="1632" y="0"/>
                  </a:moveTo>
                  <a:lnTo>
                    <a:pt x="392" y="1040"/>
                  </a:lnTo>
                  <a:cubicBezTo>
                    <a:pt x="144" y="1240"/>
                    <a:pt x="1" y="1555"/>
                    <a:pt x="1" y="1879"/>
                  </a:cubicBezTo>
                  <a:lnTo>
                    <a:pt x="1" y="2118"/>
                  </a:lnTo>
                  <a:lnTo>
                    <a:pt x="440" y="2118"/>
                  </a:lnTo>
                  <a:lnTo>
                    <a:pt x="440" y="1879"/>
                  </a:lnTo>
                  <a:cubicBezTo>
                    <a:pt x="440" y="1679"/>
                    <a:pt x="526" y="1498"/>
                    <a:pt x="678" y="1374"/>
                  </a:cubicBezTo>
                  <a:lnTo>
                    <a:pt x="1871" y="372"/>
                  </a:lnTo>
                  <a:cubicBezTo>
                    <a:pt x="1814" y="239"/>
                    <a:pt x="1737" y="115"/>
                    <a:pt x="1632"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85" name="Google Shape;12285;p64"/>
          <p:cNvGrpSpPr/>
          <p:nvPr/>
        </p:nvGrpSpPr>
        <p:grpSpPr>
          <a:xfrm>
            <a:off x="5347543" y="3192219"/>
            <a:ext cx="259074" cy="354493"/>
            <a:chOff x="5363818" y="3345794"/>
            <a:chExt cx="259074" cy="354493"/>
          </a:xfrm>
        </p:grpSpPr>
        <p:sp>
          <p:nvSpPr>
            <p:cNvPr id="12286" name="Google Shape;12286;p64"/>
            <p:cNvSpPr/>
            <p:nvPr/>
          </p:nvSpPr>
          <p:spPr>
            <a:xfrm>
              <a:off x="5397807" y="3514661"/>
              <a:ext cx="191360" cy="123934"/>
            </a:xfrm>
            <a:custGeom>
              <a:avLst/>
              <a:gdLst/>
              <a:ahLst/>
              <a:cxnLst/>
              <a:rect l="l" t="t" r="r" b="b"/>
              <a:pathLst>
                <a:path w="7308" h="4733" extrusionOk="0">
                  <a:moveTo>
                    <a:pt x="869" y="1"/>
                  </a:moveTo>
                  <a:cubicBezTo>
                    <a:pt x="869" y="1651"/>
                    <a:pt x="0" y="2596"/>
                    <a:pt x="430" y="4733"/>
                  </a:cubicBezTo>
                  <a:lnTo>
                    <a:pt x="6879" y="4733"/>
                  </a:lnTo>
                  <a:cubicBezTo>
                    <a:pt x="7308" y="2596"/>
                    <a:pt x="6449" y="1661"/>
                    <a:pt x="6449"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7" name="Google Shape;12287;p64"/>
            <p:cNvSpPr/>
            <p:nvPr/>
          </p:nvSpPr>
          <p:spPr>
            <a:xfrm>
              <a:off x="5397807" y="3514661"/>
              <a:ext cx="95706" cy="123934"/>
            </a:xfrm>
            <a:custGeom>
              <a:avLst/>
              <a:gdLst/>
              <a:ahLst/>
              <a:cxnLst/>
              <a:rect l="l" t="t" r="r" b="b"/>
              <a:pathLst>
                <a:path w="3655" h="4733" extrusionOk="0">
                  <a:moveTo>
                    <a:pt x="869" y="1"/>
                  </a:moveTo>
                  <a:cubicBezTo>
                    <a:pt x="869" y="1651"/>
                    <a:pt x="0" y="2596"/>
                    <a:pt x="430" y="4733"/>
                  </a:cubicBezTo>
                  <a:lnTo>
                    <a:pt x="3654" y="4733"/>
                  </a:lnTo>
                  <a:lnTo>
                    <a:pt x="3654"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8" name="Google Shape;12288;p64"/>
            <p:cNvSpPr/>
            <p:nvPr/>
          </p:nvSpPr>
          <p:spPr>
            <a:xfrm>
              <a:off x="5363818" y="3565382"/>
              <a:ext cx="259074" cy="134905"/>
            </a:xfrm>
            <a:custGeom>
              <a:avLst/>
              <a:gdLst/>
              <a:ahLst/>
              <a:cxnLst/>
              <a:rect l="l" t="t" r="r" b="b"/>
              <a:pathLst>
                <a:path w="9894" h="5152" extrusionOk="0">
                  <a:moveTo>
                    <a:pt x="3664" y="0"/>
                  </a:moveTo>
                  <a:lnTo>
                    <a:pt x="3664" y="1326"/>
                  </a:lnTo>
                  <a:cubicBezTo>
                    <a:pt x="3664" y="1689"/>
                    <a:pt x="3426" y="2013"/>
                    <a:pt x="3082" y="2137"/>
                  </a:cubicBezTo>
                  <a:lnTo>
                    <a:pt x="869" y="2920"/>
                  </a:lnTo>
                  <a:cubicBezTo>
                    <a:pt x="354" y="3101"/>
                    <a:pt x="1" y="3587"/>
                    <a:pt x="1" y="4131"/>
                  </a:cubicBezTo>
                  <a:lnTo>
                    <a:pt x="1" y="4513"/>
                  </a:lnTo>
                  <a:cubicBezTo>
                    <a:pt x="1" y="4866"/>
                    <a:pt x="297" y="5152"/>
                    <a:pt x="650" y="5152"/>
                  </a:cubicBezTo>
                  <a:lnTo>
                    <a:pt x="9245" y="5152"/>
                  </a:lnTo>
                  <a:cubicBezTo>
                    <a:pt x="9608" y="5152"/>
                    <a:pt x="9894" y="4866"/>
                    <a:pt x="9894" y="4513"/>
                  </a:cubicBezTo>
                  <a:lnTo>
                    <a:pt x="9894" y="4131"/>
                  </a:lnTo>
                  <a:cubicBezTo>
                    <a:pt x="9894" y="3587"/>
                    <a:pt x="9550" y="3101"/>
                    <a:pt x="9035" y="2920"/>
                  </a:cubicBezTo>
                  <a:lnTo>
                    <a:pt x="6812" y="2137"/>
                  </a:lnTo>
                  <a:cubicBezTo>
                    <a:pt x="6469" y="2013"/>
                    <a:pt x="6240" y="1689"/>
                    <a:pt x="6240" y="1326"/>
                  </a:cubicBezTo>
                  <a:lnTo>
                    <a:pt x="6240"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9" name="Google Shape;12289;p64"/>
            <p:cNvSpPr/>
            <p:nvPr/>
          </p:nvSpPr>
          <p:spPr>
            <a:xfrm>
              <a:off x="5364080" y="3621836"/>
              <a:ext cx="258813" cy="78450"/>
            </a:xfrm>
            <a:custGeom>
              <a:avLst/>
              <a:gdLst/>
              <a:ahLst/>
              <a:cxnLst/>
              <a:rect l="l" t="t" r="r" b="b"/>
              <a:pathLst>
                <a:path w="9884" h="2996" extrusionOk="0">
                  <a:moveTo>
                    <a:pt x="3025" y="0"/>
                  </a:moveTo>
                  <a:lnTo>
                    <a:pt x="859" y="764"/>
                  </a:lnTo>
                  <a:cubicBezTo>
                    <a:pt x="344" y="945"/>
                    <a:pt x="1" y="1431"/>
                    <a:pt x="1" y="1975"/>
                  </a:cubicBezTo>
                  <a:lnTo>
                    <a:pt x="1" y="2357"/>
                  </a:lnTo>
                  <a:cubicBezTo>
                    <a:pt x="1" y="2710"/>
                    <a:pt x="287" y="2996"/>
                    <a:pt x="640" y="2996"/>
                  </a:cubicBezTo>
                  <a:lnTo>
                    <a:pt x="9245" y="2996"/>
                  </a:lnTo>
                  <a:cubicBezTo>
                    <a:pt x="9598" y="2996"/>
                    <a:pt x="9884" y="2710"/>
                    <a:pt x="9884" y="2357"/>
                  </a:cubicBezTo>
                  <a:lnTo>
                    <a:pt x="9884" y="1975"/>
                  </a:lnTo>
                  <a:cubicBezTo>
                    <a:pt x="9884" y="1431"/>
                    <a:pt x="9540" y="945"/>
                    <a:pt x="9025" y="764"/>
                  </a:cubicBezTo>
                  <a:lnTo>
                    <a:pt x="6860" y="0"/>
                  </a:lnTo>
                  <a:cubicBezTo>
                    <a:pt x="6745" y="973"/>
                    <a:pt x="5925" y="1708"/>
                    <a:pt x="4942" y="1708"/>
                  </a:cubicBezTo>
                  <a:cubicBezTo>
                    <a:pt x="3960" y="1708"/>
                    <a:pt x="3139" y="973"/>
                    <a:pt x="3025"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0" name="Google Shape;12290;p64"/>
            <p:cNvSpPr/>
            <p:nvPr/>
          </p:nvSpPr>
          <p:spPr>
            <a:xfrm>
              <a:off x="5459760" y="3570880"/>
              <a:ext cx="67479" cy="28175"/>
            </a:xfrm>
            <a:custGeom>
              <a:avLst/>
              <a:gdLst/>
              <a:ahLst/>
              <a:cxnLst/>
              <a:rect l="l" t="t" r="r" b="b"/>
              <a:pathLst>
                <a:path w="2577" h="1076" extrusionOk="0">
                  <a:moveTo>
                    <a:pt x="0" y="0"/>
                  </a:moveTo>
                  <a:lnTo>
                    <a:pt x="0" y="811"/>
                  </a:lnTo>
                  <a:cubicBezTo>
                    <a:pt x="411" y="988"/>
                    <a:pt x="849" y="1076"/>
                    <a:pt x="1288" y="1076"/>
                  </a:cubicBezTo>
                  <a:cubicBezTo>
                    <a:pt x="1727" y="1076"/>
                    <a:pt x="2166" y="988"/>
                    <a:pt x="2576" y="811"/>
                  </a:cubicBezTo>
                  <a:lnTo>
                    <a:pt x="2576"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1" name="Google Shape;12291;p64"/>
            <p:cNvSpPr/>
            <p:nvPr/>
          </p:nvSpPr>
          <p:spPr>
            <a:xfrm>
              <a:off x="5420273" y="3435740"/>
              <a:ext cx="146427" cy="152135"/>
            </a:xfrm>
            <a:custGeom>
              <a:avLst/>
              <a:gdLst/>
              <a:ahLst/>
              <a:cxnLst/>
              <a:rect l="l" t="t" r="r" b="b"/>
              <a:pathLst>
                <a:path w="5592" h="5810" extrusionOk="0">
                  <a:moveTo>
                    <a:pt x="11" y="0"/>
                  </a:moveTo>
                  <a:lnTo>
                    <a:pt x="11" y="3015"/>
                  </a:lnTo>
                  <a:cubicBezTo>
                    <a:pt x="1" y="4551"/>
                    <a:pt x="1251" y="5810"/>
                    <a:pt x="2796" y="5810"/>
                  </a:cubicBezTo>
                  <a:cubicBezTo>
                    <a:pt x="4342" y="5810"/>
                    <a:pt x="5591" y="4560"/>
                    <a:pt x="5591" y="3015"/>
                  </a:cubicBezTo>
                  <a:lnTo>
                    <a:pt x="5591"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2" name="Google Shape;12292;p64"/>
            <p:cNvSpPr/>
            <p:nvPr/>
          </p:nvSpPr>
          <p:spPr>
            <a:xfrm>
              <a:off x="5420090" y="3435740"/>
              <a:ext cx="146610" cy="152109"/>
            </a:xfrm>
            <a:custGeom>
              <a:avLst/>
              <a:gdLst/>
              <a:ahLst/>
              <a:cxnLst/>
              <a:rect l="l" t="t" r="r" b="b"/>
              <a:pathLst>
                <a:path w="5599" h="5809" extrusionOk="0">
                  <a:moveTo>
                    <a:pt x="18" y="0"/>
                  </a:moveTo>
                  <a:lnTo>
                    <a:pt x="18" y="3015"/>
                  </a:lnTo>
                  <a:cubicBezTo>
                    <a:pt x="0" y="4578"/>
                    <a:pt x="1271" y="5809"/>
                    <a:pt x="2780" y="5809"/>
                  </a:cubicBezTo>
                  <a:cubicBezTo>
                    <a:pt x="2929" y="5809"/>
                    <a:pt x="3080" y="5797"/>
                    <a:pt x="3233" y="5772"/>
                  </a:cubicBezTo>
                  <a:cubicBezTo>
                    <a:pt x="1868" y="5562"/>
                    <a:pt x="867" y="4389"/>
                    <a:pt x="867" y="3015"/>
                  </a:cubicBezTo>
                  <a:lnTo>
                    <a:pt x="867" y="2280"/>
                  </a:lnTo>
                  <a:cubicBezTo>
                    <a:pt x="867" y="1889"/>
                    <a:pt x="1124" y="1555"/>
                    <a:pt x="1487" y="1450"/>
                  </a:cubicBezTo>
                  <a:cubicBezTo>
                    <a:pt x="2088" y="1288"/>
                    <a:pt x="2670" y="1069"/>
                    <a:pt x="3233" y="792"/>
                  </a:cubicBezTo>
                  <a:lnTo>
                    <a:pt x="3233" y="821"/>
                  </a:lnTo>
                  <a:cubicBezTo>
                    <a:pt x="3223" y="1164"/>
                    <a:pt x="3481" y="1450"/>
                    <a:pt x="3814" y="1498"/>
                  </a:cubicBezTo>
                  <a:lnTo>
                    <a:pt x="3919" y="1498"/>
                  </a:lnTo>
                  <a:cubicBezTo>
                    <a:pt x="4158" y="1479"/>
                    <a:pt x="5007" y="1326"/>
                    <a:pt x="5598" y="1183"/>
                  </a:cubicBezTo>
                  <a:lnTo>
                    <a:pt x="5598"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3" name="Google Shape;12293;p64"/>
            <p:cNvSpPr/>
            <p:nvPr/>
          </p:nvSpPr>
          <p:spPr>
            <a:xfrm>
              <a:off x="5527213" y="3598846"/>
              <a:ext cx="26" cy="288"/>
            </a:xfrm>
            <a:custGeom>
              <a:avLst/>
              <a:gdLst/>
              <a:ahLst/>
              <a:cxnLst/>
              <a:rect l="l" t="t" r="r" b="b"/>
              <a:pathLst>
                <a:path w="1" h="11" extrusionOk="0">
                  <a:moveTo>
                    <a:pt x="0" y="10"/>
                  </a:moveTo>
                  <a:lnTo>
                    <a:pt x="0" y="10"/>
                  </a:lnTo>
                  <a:lnTo>
                    <a:pt x="0"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4" name="Google Shape;12294;p64"/>
            <p:cNvSpPr/>
            <p:nvPr/>
          </p:nvSpPr>
          <p:spPr>
            <a:xfrm>
              <a:off x="5459760" y="3598846"/>
              <a:ext cx="26" cy="288"/>
            </a:xfrm>
            <a:custGeom>
              <a:avLst/>
              <a:gdLst/>
              <a:ahLst/>
              <a:cxnLst/>
              <a:rect l="l" t="t" r="r" b="b"/>
              <a:pathLst>
                <a:path w="1" h="11" extrusionOk="0">
                  <a:moveTo>
                    <a:pt x="0" y="1"/>
                  </a:moveTo>
                  <a:lnTo>
                    <a:pt x="0" y="10"/>
                  </a:lnTo>
                  <a:lnTo>
                    <a:pt x="0" y="1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5" name="Google Shape;12295;p64"/>
            <p:cNvSpPr/>
            <p:nvPr/>
          </p:nvSpPr>
          <p:spPr>
            <a:xfrm>
              <a:off x="5468506" y="3537180"/>
              <a:ext cx="50013" cy="16994"/>
            </a:xfrm>
            <a:custGeom>
              <a:avLst/>
              <a:gdLst/>
              <a:ahLst/>
              <a:cxnLst/>
              <a:rect l="l" t="t" r="r" b="b"/>
              <a:pathLst>
                <a:path w="1910" h="649" extrusionOk="0">
                  <a:moveTo>
                    <a:pt x="311" y="1"/>
                  </a:moveTo>
                  <a:cubicBezTo>
                    <a:pt x="145" y="1"/>
                    <a:pt x="1" y="217"/>
                    <a:pt x="162" y="371"/>
                  </a:cubicBezTo>
                  <a:cubicBezTo>
                    <a:pt x="372" y="554"/>
                    <a:pt x="642" y="649"/>
                    <a:pt x="915" y="649"/>
                  </a:cubicBezTo>
                  <a:cubicBezTo>
                    <a:pt x="928" y="649"/>
                    <a:pt x="941" y="648"/>
                    <a:pt x="954" y="648"/>
                  </a:cubicBezTo>
                  <a:cubicBezTo>
                    <a:pt x="968" y="648"/>
                    <a:pt x="981" y="649"/>
                    <a:pt x="994" y="649"/>
                  </a:cubicBezTo>
                  <a:cubicBezTo>
                    <a:pt x="1275" y="649"/>
                    <a:pt x="1537" y="554"/>
                    <a:pt x="1756" y="371"/>
                  </a:cubicBezTo>
                  <a:cubicBezTo>
                    <a:pt x="1910" y="217"/>
                    <a:pt x="1764" y="1"/>
                    <a:pt x="1598" y="1"/>
                  </a:cubicBezTo>
                  <a:cubicBezTo>
                    <a:pt x="1548" y="1"/>
                    <a:pt x="1496" y="20"/>
                    <a:pt x="1450" y="66"/>
                  </a:cubicBezTo>
                  <a:cubicBezTo>
                    <a:pt x="1302" y="166"/>
                    <a:pt x="1131" y="216"/>
                    <a:pt x="958" y="216"/>
                  </a:cubicBezTo>
                  <a:cubicBezTo>
                    <a:pt x="785" y="216"/>
                    <a:pt x="611" y="166"/>
                    <a:pt x="458" y="66"/>
                  </a:cubicBezTo>
                  <a:cubicBezTo>
                    <a:pt x="412" y="20"/>
                    <a:pt x="360" y="1"/>
                    <a:pt x="311"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6" name="Google Shape;12296;p64"/>
            <p:cNvSpPr/>
            <p:nvPr/>
          </p:nvSpPr>
          <p:spPr>
            <a:xfrm>
              <a:off x="5454000" y="3497798"/>
              <a:ext cx="11521" cy="16889"/>
            </a:xfrm>
            <a:custGeom>
              <a:avLst/>
              <a:gdLst/>
              <a:ahLst/>
              <a:cxnLst/>
              <a:rect l="l" t="t" r="r" b="b"/>
              <a:pathLst>
                <a:path w="440" h="645" extrusionOk="0">
                  <a:moveTo>
                    <a:pt x="220" y="1"/>
                  </a:moveTo>
                  <a:cubicBezTo>
                    <a:pt x="111" y="1"/>
                    <a:pt x="1" y="72"/>
                    <a:pt x="1" y="215"/>
                  </a:cubicBezTo>
                  <a:lnTo>
                    <a:pt x="1" y="425"/>
                  </a:lnTo>
                  <a:cubicBezTo>
                    <a:pt x="1" y="549"/>
                    <a:pt x="96" y="645"/>
                    <a:pt x="220" y="645"/>
                  </a:cubicBezTo>
                  <a:cubicBezTo>
                    <a:pt x="335" y="645"/>
                    <a:pt x="440" y="549"/>
                    <a:pt x="440" y="425"/>
                  </a:cubicBezTo>
                  <a:lnTo>
                    <a:pt x="440" y="215"/>
                  </a:lnTo>
                  <a:cubicBezTo>
                    <a:pt x="440" y="72"/>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7" name="Google Shape;12297;p64"/>
            <p:cNvSpPr/>
            <p:nvPr/>
          </p:nvSpPr>
          <p:spPr>
            <a:xfrm>
              <a:off x="5521714" y="3497798"/>
              <a:ext cx="11260" cy="16889"/>
            </a:xfrm>
            <a:custGeom>
              <a:avLst/>
              <a:gdLst/>
              <a:ahLst/>
              <a:cxnLst/>
              <a:rect l="l" t="t" r="r" b="b"/>
              <a:pathLst>
                <a:path w="430" h="645" extrusionOk="0">
                  <a:moveTo>
                    <a:pt x="215" y="1"/>
                  </a:moveTo>
                  <a:cubicBezTo>
                    <a:pt x="108" y="1"/>
                    <a:pt x="0" y="72"/>
                    <a:pt x="0" y="215"/>
                  </a:cubicBezTo>
                  <a:lnTo>
                    <a:pt x="0" y="425"/>
                  </a:lnTo>
                  <a:cubicBezTo>
                    <a:pt x="0" y="549"/>
                    <a:pt x="96" y="645"/>
                    <a:pt x="210" y="645"/>
                  </a:cubicBezTo>
                  <a:cubicBezTo>
                    <a:pt x="334" y="645"/>
                    <a:pt x="430" y="549"/>
                    <a:pt x="430" y="425"/>
                  </a:cubicBezTo>
                  <a:lnTo>
                    <a:pt x="430" y="215"/>
                  </a:lnTo>
                  <a:cubicBezTo>
                    <a:pt x="430" y="72"/>
                    <a:pt x="322" y="1"/>
                    <a:pt x="21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8" name="Google Shape;12298;p64"/>
            <p:cNvSpPr/>
            <p:nvPr/>
          </p:nvSpPr>
          <p:spPr>
            <a:xfrm>
              <a:off x="5513963" y="3480935"/>
              <a:ext cx="26499" cy="11286"/>
            </a:xfrm>
            <a:custGeom>
              <a:avLst/>
              <a:gdLst/>
              <a:ahLst/>
              <a:cxnLst/>
              <a:rect l="l" t="t" r="r" b="b"/>
              <a:pathLst>
                <a:path w="1012" h="431" extrusionOk="0">
                  <a:moveTo>
                    <a:pt x="287" y="1"/>
                  </a:moveTo>
                  <a:cubicBezTo>
                    <a:pt x="0" y="1"/>
                    <a:pt x="0" y="430"/>
                    <a:pt x="287" y="430"/>
                  </a:cubicBezTo>
                  <a:lnTo>
                    <a:pt x="726" y="430"/>
                  </a:lnTo>
                  <a:cubicBezTo>
                    <a:pt x="1012" y="430"/>
                    <a:pt x="1012" y="1"/>
                    <a:pt x="726"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99" name="Google Shape;12299;p64"/>
            <p:cNvSpPr/>
            <p:nvPr/>
          </p:nvSpPr>
          <p:spPr>
            <a:xfrm>
              <a:off x="5446511" y="3480935"/>
              <a:ext cx="26264" cy="11286"/>
            </a:xfrm>
            <a:custGeom>
              <a:avLst/>
              <a:gdLst/>
              <a:ahLst/>
              <a:cxnLst/>
              <a:rect l="l" t="t" r="r" b="b"/>
              <a:pathLst>
                <a:path w="1003" h="431" extrusionOk="0">
                  <a:moveTo>
                    <a:pt x="287" y="1"/>
                  </a:moveTo>
                  <a:cubicBezTo>
                    <a:pt x="1" y="1"/>
                    <a:pt x="1" y="430"/>
                    <a:pt x="287" y="430"/>
                  </a:cubicBezTo>
                  <a:lnTo>
                    <a:pt x="716" y="430"/>
                  </a:lnTo>
                  <a:cubicBezTo>
                    <a:pt x="1002" y="430"/>
                    <a:pt x="1002" y="1"/>
                    <a:pt x="716"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0" name="Google Shape;12300;p64"/>
            <p:cNvSpPr/>
            <p:nvPr/>
          </p:nvSpPr>
          <p:spPr>
            <a:xfrm>
              <a:off x="5386573" y="3345794"/>
              <a:ext cx="213853" cy="202620"/>
            </a:xfrm>
            <a:custGeom>
              <a:avLst/>
              <a:gdLst/>
              <a:ahLst/>
              <a:cxnLst/>
              <a:rect l="l" t="t" r="r" b="b"/>
              <a:pathLst>
                <a:path w="8167" h="7738" extrusionOk="0">
                  <a:moveTo>
                    <a:pt x="4083" y="1"/>
                  </a:moveTo>
                  <a:cubicBezTo>
                    <a:pt x="1832" y="1"/>
                    <a:pt x="0" y="1823"/>
                    <a:pt x="0" y="4084"/>
                  </a:cubicBezTo>
                  <a:lnTo>
                    <a:pt x="0" y="6879"/>
                  </a:lnTo>
                  <a:cubicBezTo>
                    <a:pt x="0" y="7356"/>
                    <a:pt x="382" y="7738"/>
                    <a:pt x="859" y="7738"/>
                  </a:cubicBezTo>
                  <a:lnTo>
                    <a:pt x="2576" y="7738"/>
                  </a:lnTo>
                  <a:cubicBezTo>
                    <a:pt x="2862" y="7738"/>
                    <a:pt x="2862" y="7308"/>
                    <a:pt x="2576" y="7308"/>
                  </a:cubicBezTo>
                  <a:lnTo>
                    <a:pt x="859" y="7308"/>
                  </a:lnTo>
                  <a:cubicBezTo>
                    <a:pt x="620" y="7308"/>
                    <a:pt x="429" y="7118"/>
                    <a:pt x="429" y="6879"/>
                  </a:cubicBezTo>
                  <a:lnTo>
                    <a:pt x="429" y="4084"/>
                  </a:lnTo>
                  <a:cubicBezTo>
                    <a:pt x="391" y="2042"/>
                    <a:pt x="2042" y="363"/>
                    <a:pt x="4083" y="363"/>
                  </a:cubicBezTo>
                  <a:cubicBezTo>
                    <a:pt x="6125" y="363"/>
                    <a:pt x="7775" y="2042"/>
                    <a:pt x="7737" y="4084"/>
                  </a:cubicBezTo>
                  <a:lnTo>
                    <a:pt x="7737" y="5801"/>
                  </a:lnTo>
                  <a:cubicBezTo>
                    <a:pt x="7737" y="5944"/>
                    <a:pt x="7844" y="6016"/>
                    <a:pt x="7952" y="6016"/>
                  </a:cubicBezTo>
                  <a:cubicBezTo>
                    <a:pt x="8059" y="6016"/>
                    <a:pt x="8166" y="5944"/>
                    <a:pt x="8166" y="5801"/>
                  </a:cubicBezTo>
                  <a:lnTo>
                    <a:pt x="8166" y="4084"/>
                  </a:lnTo>
                  <a:cubicBezTo>
                    <a:pt x="8166" y="1823"/>
                    <a:pt x="6344" y="1"/>
                    <a:pt x="4083"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1" name="Google Shape;12301;p64"/>
            <p:cNvSpPr/>
            <p:nvPr/>
          </p:nvSpPr>
          <p:spPr>
            <a:xfrm>
              <a:off x="5409040" y="3373917"/>
              <a:ext cx="169155" cy="112543"/>
            </a:xfrm>
            <a:custGeom>
              <a:avLst/>
              <a:gdLst/>
              <a:ahLst/>
              <a:cxnLst/>
              <a:rect l="l" t="t" r="r" b="b"/>
              <a:pathLst>
                <a:path w="6460" h="4298" extrusionOk="0">
                  <a:moveTo>
                    <a:pt x="3242" y="0"/>
                  </a:moveTo>
                  <a:cubicBezTo>
                    <a:pt x="3186" y="0"/>
                    <a:pt x="3129" y="2"/>
                    <a:pt x="3073" y="5"/>
                  </a:cubicBezTo>
                  <a:cubicBezTo>
                    <a:pt x="1336" y="81"/>
                    <a:pt x="1" y="1579"/>
                    <a:pt x="1" y="3315"/>
                  </a:cubicBezTo>
                  <a:lnTo>
                    <a:pt x="1" y="4298"/>
                  </a:lnTo>
                  <a:lnTo>
                    <a:pt x="440" y="4298"/>
                  </a:lnTo>
                  <a:lnTo>
                    <a:pt x="440" y="4107"/>
                  </a:lnTo>
                  <a:cubicBezTo>
                    <a:pt x="430" y="3907"/>
                    <a:pt x="564" y="3735"/>
                    <a:pt x="754" y="3687"/>
                  </a:cubicBezTo>
                  <a:cubicBezTo>
                    <a:pt x="1594" y="3468"/>
                    <a:pt x="2958" y="3067"/>
                    <a:pt x="3779" y="2581"/>
                  </a:cubicBezTo>
                  <a:cubicBezTo>
                    <a:pt x="3814" y="2559"/>
                    <a:pt x="3851" y="2550"/>
                    <a:pt x="3888" y="2550"/>
                  </a:cubicBezTo>
                  <a:cubicBezTo>
                    <a:pt x="4000" y="2550"/>
                    <a:pt x="4103" y="2640"/>
                    <a:pt x="4103" y="2762"/>
                  </a:cubicBezTo>
                  <a:lnTo>
                    <a:pt x="4103" y="3220"/>
                  </a:lnTo>
                  <a:cubicBezTo>
                    <a:pt x="4103" y="3338"/>
                    <a:pt x="4198" y="3430"/>
                    <a:pt x="4315" y="3430"/>
                  </a:cubicBezTo>
                  <a:cubicBezTo>
                    <a:pt x="4320" y="3430"/>
                    <a:pt x="4326" y="3430"/>
                    <a:pt x="4332" y="3430"/>
                  </a:cubicBezTo>
                  <a:cubicBezTo>
                    <a:pt x="4723" y="3401"/>
                    <a:pt x="5105" y="3334"/>
                    <a:pt x="5486" y="3229"/>
                  </a:cubicBezTo>
                  <a:cubicBezTo>
                    <a:pt x="5514" y="3221"/>
                    <a:pt x="5542" y="3217"/>
                    <a:pt x="5570" y="3217"/>
                  </a:cubicBezTo>
                  <a:cubicBezTo>
                    <a:pt x="5794" y="3217"/>
                    <a:pt x="6020" y="3474"/>
                    <a:pt x="6020" y="3754"/>
                  </a:cubicBezTo>
                  <a:lnTo>
                    <a:pt x="6020" y="4298"/>
                  </a:lnTo>
                  <a:lnTo>
                    <a:pt x="6459" y="4298"/>
                  </a:lnTo>
                  <a:lnTo>
                    <a:pt x="6459" y="3229"/>
                  </a:lnTo>
                  <a:cubicBezTo>
                    <a:pt x="6459" y="1436"/>
                    <a:pt x="5008" y="0"/>
                    <a:pt x="3242"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2" name="Google Shape;12302;p64"/>
            <p:cNvSpPr/>
            <p:nvPr/>
          </p:nvSpPr>
          <p:spPr>
            <a:xfrm>
              <a:off x="5454759" y="3373917"/>
              <a:ext cx="123410" cy="112543"/>
            </a:xfrm>
            <a:custGeom>
              <a:avLst/>
              <a:gdLst/>
              <a:ahLst/>
              <a:cxnLst/>
              <a:rect l="l" t="t" r="r" b="b"/>
              <a:pathLst>
                <a:path w="4713" h="4298" extrusionOk="0">
                  <a:moveTo>
                    <a:pt x="1495" y="0"/>
                  </a:moveTo>
                  <a:cubicBezTo>
                    <a:pt x="1439" y="0"/>
                    <a:pt x="1383" y="2"/>
                    <a:pt x="1327" y="5"/>
                  </a:cubicBezTo>
                  <a:cubicBezTo>
                    <a:pt x="859" y="24"/>
                    <a:pt x="411" y="157"/>
                    <a:pt x="1" y="377"/>
                  </a:cubicBezTo>
                  <a:cubicBezTo>
                    <a:pt x="105" y="1359"/>
                    <a:pt x="563" y="2266"/>
                    <a:pt x="1288" y="2953"/>
                  </a:cubicBezTo>
                  <a:cubicBezTo>
                    <a:pt x="1536" y="2838"/>
                    <a:pt x="1794" y="2724"/>
                    <a:pt x="2033" y="2581"/>
                  </a:cubicBezTo>
                  <a:cubicBezTo>
                    <a:pt x="2067" y="2560"/>
                    <a:pt x="2105" y="2550"/>
                    <a:pt x="2141" y="2550"/>
                  </a:cubicBezTo>
                  <a:cubicBezTo>
                    <a:pt x="2253" y="2550"/>
                    <a:pt x="2355" y="2642"/>
                    <a:pt x="2347" y="2771"/>
                  </a:cubicBezTo>
                  <a:lnTo>
                    <a:pt x="2347" y="3220"/>
                  </a:lnTo>
                  <a:cubicBezTo>
                    <a:pt x="2347" y="3338"/>
                    <a:pt x="2443" y="3430"/>
                    <a:pt x="2559" y="3430"/>
                  </a:cubicBezTo>
                  <a:cubicBezTo>
                    <a:pt x="2565" y="3430"/>
                    <a:pt x="2571" y="3430"/>
                    <a:pt x="2576" y="3430"/>
                  </a:cubicBezTo>
                  <a:cubicBezTo>
                    <a:pt x="2967" y="3401"/>
                    <a:pt x="3359" y="3334"/>
                    <a:pt x="3731" y="3229"/>
                  </a:cubicBezTo>
                  <a:cubicBezTo>
                    <a:pt x="3758" y="3221"/>
                    <a:pt x="3786" y="3217"/>
                    <a:pt x="3814" y="3217"/>
                  </a:cubicBezTo>
                  <a:cubicBezTo>
                    <a:pt x="4041" y="3217"/>
                    <a:pt x="4274" y="3474"/>
                    <a:pt x="4274" y="3754"/>
                  </a:cubicBezTo>
                  <a:lnTo>
                    <a:pt x="4274" y="4298"/>
                  </a:lnTo>
                  <a:lnTo>
                    <a:pt x="4704" y="4298"/>
                  </a:lnTo>
                  <a:lnTo>
                    <a:pt x="4704" y="3229"/>
                  </a:lnTo>
                  <a:cubicBezTo>
                    <a:pt x="4713" y="1445"/>
                    <a:pt x="3261" y="0"/>
                    <a:pt x="1495"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3" name="Google Shape;12303;p64"/>
            <p:cNvSpPr/>
            <p:nvPr/>
          </p:nvSpPr>
          <p:spPr>
            <a:xfrm>
              <a:off x="5369579" y="3647314"/>
              <a:ext cx="45483" cy="52972"/>
            </a:xfrm>
            <a:custGeom>
              <a:avLst/>
              <a:gdLst/>
              <a:ahLst/>
              <a:cxnLst/>
              <a:rect l="l" t="t" r="r" b="b"/>
              <a:pathLst>
                <a:path w="1737" h="2023" extrusionOk="0">
                  <a:moveTo>
                    <a:pt x="287" y="0"/>
                  </a:moveTo>
                  <a:cubicBezTo>
                    <a:pt x="172" y="86"/>
                    <a:pt x="77" y="191"/>
                    <a:pt x="0" y="315"/>
                  </a:cubicBezTo>
                  <a:lnTo>
                    <a:pt x="1088" y="1279"/>
                  </a:lnTo>
                  <a:cubicBezTo>
                    <a:pt x="1231" y="1403"/>
                    <a:pt x="1307" y="1584"/>
                    <a:pt x="1307" y="1765"/>
                  </a:cubicBezTo>
                  <a:lnTo>
                    <a:pt x="1307" y="2023"/>
                  </a:lnTo>
                  <a:lnTo>
                    <a:pt x="1737" y="2023"/>
                  </a:lnTo>
                  <a:lnTo>
                    <a:pt x="1737" y="1765"/>
                  </a:lnTo>
                  <a:cubicBezTo>
                    <a:pt x="1737" y="1460"/>
                    <a:pt x="1603" y="1164"/>
                    <a:pt x="1374" y="964"/>
                  </a:cubicBezTo>
                  <a:lnTo>
                    <a:pt x="287"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4" name="Google Shape;12304;p64"/>
            <p:cNvSpPr/>
            <p:nvPr/>
          </p:nvSpPr>
          <p:spPr>
            <a:xfrm>
              <a:off x="5572173" y="3647314"/>
              <a:ext cx="45745" cy="52972"/>
            </a:xfrm>
            <a:custGeom>
              <a:avLst/>
              <a:gdLst/>
              <a:ahLst/>
              <a:cxnLst/>
              <a:rect l="l" t="t" r="r" b="b"/>
              <a:pathLst>
                <a:path w="1747" h="2023" extrusionOk="0">
                  <a:moveTo>
                    <a:pt x="1460" y="0"/>
                  </a:moveTo>
                  <a:lnTo>
                    <a:pt x="363" y="964"/>
                  </a:lnTo>
                  <a:cubicBezTo>
                    <a:pt x="134" y="1164"/>
                    <a:pt x="0" y="1460"/>
                    <a:pt x="10" y="1765"/>
                  </a:cubicBezTo>
                  <a:lnTo>
                    <a:pt x="10" y="2023"/>
                  </a:lnTo>
                  <a:lnTo>
                    <a:pt x="430" y="2023"/>
                  </a:lnTo>
                  <a:lnTo>
                    <a:pt x="430" y="1765"/>
                  </a:lnTo>
                  <a:cubicBezTo>
                    <a:pt x="430" y="1584"/>
                    <a:pt x="506" y="1403"/>
                    <a:pt x="649" y="1279"/>
                  </a:cubicBezTo>
                  <a:lnTo>
                    <a:pt x="1746" y="315"/>
                  </a:lnTo>
                  <a:cubicBezTo>
                    <a:pt x="1660" y="191"/>
                    <a:pt x="1565" y="86"/>
                    <a:pt x="1460"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5" name="Google Shape;12305;p64"/>
            <p:cNvSpPr/>
            <p:nvPr/>
          </p:nvSpPr>
          <p:spPr>
            <a:xfrm>
              <a:off x="5432528" y="3621836"/>
              <a:ext cx="122179" cy="55984"/>
            </a:xfrm>
            <a:custGeom>
              <a:avLst/>
              <a:gdLst/>
              <a:ahLst/>
              <a:cxnLst/>
              <a:rect l="l" t="t" r="r" b="b"/>
              <a:pathLst>
                <a:path w="4666" h="2138" extrusionOk="0">
                  <a:moveTo>
                    <a:pt x="411" y="0"/>
                  </a:moveTo>
                  <a:lnTo>
                    <a:pt x="0" y="143"/>
                  </a:lnTo>
                  <a:cubicBezTo>
                    <a:pt x="172" y="1298"/>
                    <a:pt x="1164" y="2137"/>
                    <a:pt x="2328" y="2137"/>
                  </a:cubicBezTo>
                  <a:cubicBezTo>
                    <a:pt x="3492" y="2137"/>
                    <a:pt x="4484" y="1298"/>
                    <a:pt x="4665" y="143"/>
                  </a:cubicBezTo>
                  <a:lnTo>
                    <a:pt x="4246" y="0"/>
                  </a:lnTo>
                  <a:cubicBezTo>
                    <a:pt x="4131" y="973"/>
                    <a:pt x="3311" y="1708"/>
                    <a:pt x="2328" y="1708"/>
                  </a:cubicBezTo>
                  <a:cubicBezTo>
                    <a:pt x="1346" y="1708"/>
                    <a:pt x="525" y="973"/>
                    <a:pt x="411" y="0"/>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6" name="Google Shape;12306;p64"/>
            <p:cNvSpPr/>
            <p:nvPr/>
          </p:nvSpPr>
          <p:spPr>
            <a:xfrm>
              <a:off x="5392046" y="3475200"/>
              <a:ext cx="28254" cy="44986"/>
            </a:xfrm>
            <a:custGeom>
              <a:avLst/>
              <a:gdLst/>
              <a:ahLst/>
              <a:cxnLst/>
              <a:rect l="l" t="t" r="r" b="b"/>
              <a:pathLst>
                <a:path w="1079" h="1718" extrusionOk="0">
                  <a:moveTo>
                    <a:pt x="440" y="0"/>
                  </a:moveTo>
                  <a:cubicBezTo>
                    <a:pt x="201" y="0"/>
                    <a:pt x="1" y="191"/>
                    <a:pt x="1" y="430"/>
                  </a:cubicBezTo>
                  <a:lnTo>
                    <a:pt x="1" y="1288"/>
                  </a:lnTo>
                  <a:cubicBezTo>
                    <a:pt x="1" y="1527"/>
                    <a:pt x="201" y="1718"/>
                    <a:pt x="440" y="1718"/>
                  </a:cubicBezTo>
                  <a:lnTo>
                    <a:pt x="869" y="1718"/>
                  </a:lnTo>
                  <a:cubicBezTo>
                    <a:pt x="984" y="1718"/>
                    <a:pt x="1079" y="1622"/>
                    <a:pt x="1079" y="1508"/>
                  </a:cubicBezTo>
                  <a:lnTo>
                    <a:pt x="1079" y="220"/>
                  </a:lnTo>
                  <a:cubicBezTo>
                    <a:pt x="1079" y="96"/>
                    <a:pt x="984" y="0"/>
                    <a:pt x="86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7" name="Google Shape;12307;p64"/>
            <p:cNvSpPr/>
            <p:nvPr/>
          </p:nvSpPr>
          <p:spPr>
            <a:xfrm>
              <a:off x="5409040" y="3475200"/>
              <a:ext cx="11260" cy="44986"/>
            </a:xfrm>
            <a:custGeom>
              <a:avLst/>
              <a:gdLst/>
              <a:ahLst/>
              <a:cxnLst/>
              <a:rect l="l" t="t" r="r" b="b"/>
              <a:pathLst>
                <a:path w="430" h="1718" extrusionOk="0">
                  <a:moveTo>
                    <a:pt x="1" y="0"/>
                  </a:moveTo>
                  <a:lnTo>
                    <a:pt x="1" y="1718"/>
                  </a:lnTo>
                  <a:lnTo>
                    <a:pt x="220" y="1718"/>
                  </a:lnTo>
                  <a:cubicBezTo>
                    <a:pt x="335" y="1718"/>
                    <a:pt x="430" y="1622"/>
                    <a:pt x="430" y="1508"/>
                  </a:cubicBezTo>
                  <a:lnTo>
                    <a:pt x="430" y="220"/>
                  </a:lnTo>
                  <a:cubicBezTo>
                    <a:pt x="430" y="96"/>
                    <a:pt x="335" y="0"/>
                    <a:pt x="220"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8" name="Google Shape;12308;p64"/>
            <p:cNvSpPr/>
            <p:nvPr/>
          </p:nvSpPr>
          <p:spPr>
            <a:xfrm>
              <a:off x="5566674" y="3475200"/>
              <a:ext cx="28254" cy="44986"/>
            </a:xfrm>
            <a:custGeom>
              <a:avLst/>
              <a:gdLst/>
              <a:ahLst/>
              <a:cxnLst/>
              <a:rect l="l" t="t" r="r" b="b"/>
              <a:pathLst>
                <a:path w="1079" h="1718" extrusionOk="0">
                  <a:moveTo>
                    <a:pt x="220" y="0"/>
                  </a:moveTo>
                  <a:cubicBezTo>
                    <a:pt x="96" y="0"/>
                    <a:pt x="0" y="96"/>
                    <a:pt x="0" y="220"/>
                  </a:cubicBezTo>
                  <a:lnTo>
                    <a:pt x="0" y="1508"/>
                  </a:lnTo>
                  <a:cubicBezTo>
                    <a:pt x="0" y="1622"/>
                    <a:pt x="96" y="1718"/>
                    <a:pt x="220" y="1718"/>
                  </a:cubicBezTo>
                  <a:lnTo>
                    <a:pt x="649" y="1718"/>
                  </a:lnTo>
                  <a:cubicBezTo>
                    <a:pt x="878" y="1718"/>
                    <a:pt x="1078" y="1527"/>
                    <a:pt x="1078" y="1288"/>
                  </a:cubicBezTo>
                  <a:lnTo>
                    <a:pt x="1078" y="430"/>
                  </a:lnTo>
                  <a:cubicBezTo>
                    <a:pt x="1078" y="191"/>
                    <a:pt x="888" y="0"/>
                    <a:pt x="64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09" name="Google Shape;12309;p64"/>
            <p:cNvSpPr/>
            <p:nvPr/>
          </p:nvSpPr>
          <p:spPr>
            <a:xfrm>
              <a:off x="5566674" y="3475200"/>
              <a:ext cx="11260" cy="44986"/>
            </a:xfrm>
            <a:custGeom>
              <a:avLst/>
              <a:gdLst/>
              <a:ahLst/>
              <a:cxnLst/>
              <a:rect l="l" t="t" r="r" b="b"/>
              <a:pathLst>
                <a:path w="430" h="1718" extrusionOk="0">
                  <a:moveTo>
                    <a:pt x="220" y="0"/>
                  </a:moveTo>
                  <a:cubicBezTo>
                    <a:pt x="96" y="0"/>
                    <a:pt x="0" y="96"/>
                    <a:pt x="0" y="220"/>
                  </a:cubicBezTo>
                  <a:lnTo>
                    <a:pt x="0" y="1508"/>
                  </a:lnTo>
                  <a:cubicBezTo>
                    <a:pt x="0" y="1622"/>
                    <a:pt x="96" y="1718"/>
                    <a:pt x="220" y="1718"/>
                  </a:cubicBezTo>
                  <a:lnTo>
                    <a:pt x="430" y="1718"/>
                  </a:lnTo>
                  <a:lnTo>
                    <a:pt x="430" y="0"/>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0" name="Google Shape;12310;p64"/>
            <p:cNvSpPr/>
            <p:nvPr/>
          </p:nvSpPr>
          <p:spPr>
            <a:xfrm>
              <a:off x="5442766" y="3537154"/>
              <a:ext cx="17020" cy="11260"/>
            </a:xfrm>
            <a:custGeom>
              <a:avLst/>
              <a:gdLst/>
              <a:ahLst/>
              <a:cxnLst/>
              <a:rect l="l" t="t" r="r" b="b"/>
              <a:pathLst>
                <a:path w="650" h="430" extrusionOk="0">
                  <a:moveTo>
                    <a:pt x="1" y="0"/>
                  </a:moveTo>
                  <a:lnTo>
                    <a:pt x="1" y="430"/>
                  </a:lnTo>
                  <a:lnTo>
                    <a:pt x="430" y="430"/>
                  </a:lnTo>
                  <a:cubicBezTo>
                    <a:pt x="554" y="430"/>
                    <a:pt x="649" y="334"/>
                    <a:pt x="649" y="210"/>
                  </a:cubicBezTo>
                  <a:cubicBezTo>
                    <a:pt x="649" y="96"/>
                    <a:pt x="554" y="0"/>
                    <a:pt x="43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11" name="Google Shape;12311;p64"/>
          <p:cNvGrpSpPr/>
          <p:nvPr/>
        </p:nvGrpSpPr>
        <p:grpSpPr>
          <a:xfrm>
            <a:off x="4896664" y="3192088"/>
            <a:ext cx="261326" cy="354885"/>
            <a:chOff x="4912939" y="3345663"/>
            <a:chExt cx="261326" cy="354885"/>
          </a:xfrm>
        </p:grpSpPr>
        <p:sp>
          <p:nvSpPr>
            <p:cNvPr id="12312" name="Google Shape;12312;p64"/>
            <p:cNvSpPr/>
            <p:nvPr/>
          </p:nvSpPr>
          <p:spPr>
            <a:xfrm>
              <a:off x="4916683" y="3471692"/>
              <a:ext cx="253837" cy="40011"/>
            </a:xfrm>
            <a:custGeom>
              <a:avLst/>
              <a:gdLst/>
              <a:ahLst/>
              <a:cxnLst/>
              <a:rect l="l" t="t" r="r" b="b"/>
              <a:pathLst>
                <a:path w="9694" h="1528" extrusionOk="0">
                  <a:moveTo>
                    <a:pt x="2443" y="1"/>
                  </a:moveTo>
                  <a:lnTo>
                    <a:pt x="134" y="1241"/>
                  </a:lnTo>
                  <a:cubicBezTo>
                    <a:pt x="0" y="1317"/>
                    <a:pt x="48" y="1527"/>
                    <a:pt x="210" y="1527"/>
                  </a:cubicBezTo>
                  <a:lnTo>
                    <a:pt x="9483" y="1527"/>
                  </a:lnTo>
                  <a:cubicBezTo>
                    <a:pt x="9636" y="1527"/>
                    <a:pt x="9693" y="1317"/>
                    <a:pt x="9559" y="1241"/>
                  </a:cubicBezTo>
                  <a:lnTo>
                    <a:pt x="7251"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3" name="Google Shape;12313;p64"/>
            <p:cNvSpPr/>
            <p:nvPr/>
          </p:nvSpPr>
          <p:spPr>
            <a:xfrm>
              <a:off x="4912939" y="3586120"/>
              <a:ext cx="261326" cy="114428"/>
            </a:xfrm>
            <a:custGeom>
              <a:avLst/>
              <a:gdLst/>
              <a:ahLst/>
              <a:cxnLst/>
              <a:rect l="l" t="t" r="r" b="b"/>
              <a:pathLst>
                <a:path w="9980" h="4370" extrusionOk="0">
                  <a:moveTo>
                    <a:pt x="3673" y="0"/>
                  </a:moveTo>
                  <a:lnTo>
                    <a:pt x="3673" y="1345"/>
                  </a:lnTo>
                  <a:cubicBezTo>
                    <a:pt x="3673" y="1717"/>
                    <a:pt x="3444" y="2051"/>
                    <a:pt x="3091" y="2175"/>
                  </a:cubicBezTo>
                  <a:lnTo>
                    <a:pt x="993" y="2910"/>
                  </a:lnTo>
                  <a:cubicBezTo>
                    <a:pt x="716" y="3015"/>
                    <a:pt x="477" y="3186"/>
                    <a:pt x="296" y="3415"/>
                  </a:cubicBezTo>
                  <a:cubicBezTo>
                    <a:pt x="0" y="3807"/>
                    <a:pt x="277" y="4360"/>
                    <a:pt x="764" y="4369"/>
                  </a:cubicBezTo>
                  <a:lnTo>
                    <a:pt x="9216" y="4369"/>
                  </a:lnTo>
                  <a:cubicBezTo>
                    <a:pt x="9702" y="4360"/>
                    <a:pt x="9979" y="3807"/>
                    <a:pt x="9683" y="3415"/>
                  </a:cubicBezTo>
                  <a:cubicBezTo>
                    <a:pt x="9502" y="3186"/>
                    <a:pt x="9264" y="3005"/>
                    <a:pt x="8987" y="2910"/>
                  </a:cubicBezTo>
                  <a:lnTo>
                    <a:pt x="6888" y="2166"/>
                  </a:lnTo>
                  <a:cubicBezTo>
                    <a:pt x="6535" y="2042"/>
                    <a:pt x="6297" y="1708"/>
                    <a:pt x="6297" y="1345"/>
                  </a:cubicBezTo>
                  <a:lnTo>
                    <a:pt x="6297"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4" name="Google Shape;12314;p64"/>
            <p:cNvSpPr/>
            <p:nvPr/>
          </p:nvSpPr>
          <p:spPr>
            <a:xfrm>
              <a:off x="4912939" y="3630582"/>
              <a:ext cx="261326" cy="69966"/>
            </a:xfrm>
            <a:custGeom>
              <a:avLst/>
              <a:gdLst/>
              <a:ahLst/>
              <a:cxnLst/>
              <a:rect l="l" t="t" r="r" b="b"/>
              <a:pathLst>
                <a:path w="9980" h="2672" extrusionOk="0">
                  <a:moveTo>
                    <a:pt x="3597" y="0"/>
                  </a:moveTo>
                  <a:cubicBezTo>
                    <a:pt x="3502" y="220"/>
                    <a:pt x="3320" y="391"/>
                    <a:pt x="3091" y="468"/>
                  </a:cubicBezTo>
                  <a:lnTo>
                    <a:pt x="993" y="1212"/>
                  </a:lnTo>
                  <a:cubicBezTo>
                    <a:pt x="716" y="1307"/>
                    <a:pt x="477" y="1479"/>
                    <a:pt x="296" y="1717"/>
                  </a:cubicBezTo>
                  <a:cubicBezTo>
                    <a:pt x="0" y="2099"/>
                    <a:pt x="277" y="2662"/>
                    <a:pt x="764" y="2671"/>
                  </a:cubicBezTo>
                  <a:lnTo>
                    <a:pt x="9216" y="2671"/>
                  </a:lnTo>
                  <a:cubicBezTo>
                    <a:pt x="9702" y="2662"/>
                    <a:pt x="9979" y="2099"/>
                    <a:pt x="9683" y="1717"/>
                  </a:cubicBezTo>
                  <a:cubicBezTo>
                    <a:pt x="9502" y="1479"/>
                    <a:pt x="9264" y="1307"/>
                    <a:pt x="8987" y="1212"/>
                  </a:cubicBezTo>
                  <a:lnTo>
                    <a:pt x="6888" y="468"/>
                  </a:lnTo>
                  <a:cubicBezTo>
                    <a:pt x="6659" y="391"/>
                    <a:pt x="6478" y="220"/>
                    <a:pt x="6383" y="0"/>
                  </a:cubicBezTo>
                  <a:lnTo>
                    <a:pt x="4990" y="697"/>
                  </a:lnTo>
                  <a:lnTo>
                    <a:pt x="3597" y="0"/>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5" name="Google Shape;12315;p64"/>
            <p:cNvSpPr/>
            <p:nvPr/>
          </p:nvSpPr>
          <p:spPr>
            <a:xfrm>
              <a:off x="5037841" y="3654568"/>
              <a:ext cx="11521" cy="45719"/>
            </a:xfrm>
            <a:custGeom>
              <a:avLst/>
              <a:gdLst/>
              <a:ahLst/>
              <a:cxnLst/>
              <a:rect l="l" t="t" r="r" b="b"/>
              <a:pathLst>
                <a:path w="440" h="1746" extrusionOk="0">
                  <a:moveTo>
                    <a:pt x="0" y="0"/>
                  </a:moveTo>
                  <a:lnTo>
                    <a:pt x="0" y="1746"/>
                  </a:lnTo>
                  <a:lnTo>
                    <a:pt x="439" y="1746"/>
                  </a:lnTo>
                  <a:lnTo>
                    <a:pt x="439"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6" name="Google Shape;12316;p64"/>
            <p:cNvSpPr/>
            <p:nvPr/>
          </p:nvSpPr>
          <p:spPr>
            <a:xfrm>
              <a:off x="5009352" y="3586120"/>
              <a:ext cx="68736" cy="34171"/>
            </a:xfrm>
            <a:custGeom>
              <a:avLst/>
              <a:gdLst/>
              <a:ahLst/>
              <a:cxnLst/>
              <a:rect l="l" t="t" r="r" b="b"/>
              <a:pathLst>
                <a:path w="2625" h="1305" extrusionOk="0">
                  <a:moveTo>
                    <a:pt x="1" y="0"/>
                  </a:moveTo>
                  <a:lnTo>
                    <a:pt x="1" y="1040"/>
                  </a:lnTo>
                  <a:cubicBezTo>
                    <a:pt x="416" y="1217"/>
                    <a:pt x="862" y="1305"/>
                    <a:pt x="1309" y="1305"/>
                  </a:cubicBezTo>
                  <a:cubicBezTo>
                    <a:pt x="1756" y="1305"/>
                    <a:pt x="2205" y="1217"/>
                    <a:pt x="2624" y="1040"/>
                  </a:cubicBezTo>
                  <a:lnTo>
                    <a:pt x="2624"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7" name="Google Shape;12317;p64"/>
            <p:cNvSpPr/>
            <p:nvPr/>
          </p:nvSpPr>
          <p:spPr>
            <a:xfrm>
              <a:off x="4952164" y="3534405"/>
              <a:ext cx="57214" cy="165882"/>
            </a:xfrm>
            <a:custGeom>
              <a:avLst/>
              <a:gdLst/>
              <a:ahLst/>
              <a:cxnLst/>
              <a:rect l="l" t="t" r="r" b="b"/>
              <a:pathLst>
                <a:path w="2185" h="6335" extrusionOk="0">
                  <a:moveTo>
                    <a:pt x="220" y="0"/>
                  </a:moveTo>
                  <a:cubicBezTo>
                    <a:pt x="220" y="0"/>
                    <a:pt x="0" y="1975"/>
                    <a:pt x="220" y="3711"/>
                  </a:cubicBezTo>
                  <a:lnTo>
                    <a:pt x="220" y="6335"/>
                  </a:lnTo>
                  <a:lnTo>
                    <a:pt x="1746" y="6335"/>
                  </a:lnTo>
                  <a:cubicBezTo>
                    <a:pt x="1507" y="5486"/>
                    <a:pt x="1145" y="4675"/>
                    <a:pt x="649" y="3940"/>
                  </a:cubicBezTo>
                  <a:lnTo>
                    <a:pt x="649" y="3721"/>
                  </a:lnTo>
                  <a:cubicBezTo>
                    <a:pt x="649" y="3721"/>
                    <a:pt x="1880" y="2710"/>
                    <a:pt x="2118" y="2204"/>
                  </a:cubicBezTo>
                  <a:lnTo>
                    <a:pt x="2185" y="0"/>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8" name="Google Shape;12318;p64"/>
            <p:cNvSpPr/>
            <p:nvPr/>
          </p:nvSpPr>
          <p:spPr>
            <a:xfrm>
              <a:off x="4952164" y="3626078"/>
              <a:ext cx="28489" cy="22755"/>
            </a:xfrm>
            <a:custGeom>
              <a:avLst/>
              <a:gdLst/>
              <a:ahLst/>
              <a:cxnLst/>
              <a:rect l="l" t="t" r="r" b="b"/>
              <a:pathLst>
                <a:path w="1088" h="869" extrusionOk="0">
                  <a:moveTo>
                    <a:pt x="429" y="1"/>
                  </a:moveTo>
                  <a:cubicBezTo>
                    <a:pt x="191" y="1"/>
                    <a:pt x="0" y="191"/>
                    <a:pt x="0" y="439"/>
                  </a:cubicBezTo>
                  <a:cubicBezTo>
                    <a:pt x="0" y="678"/>
                    <a:pt x="191" y="869"/>
                    <a:pt x="429" y="869"/>
                  </a:cubicBezTo>
                  <a:lnTo>
                    <a:pt x="649" y="869"/>
                  </a:lnTo>
                  <a:cubicBezTo>
                    <a:pt x="897" y="869"/>
                    <a:pt x="1088" y="678"/>
                    <a:pt x="1088" y="439"/>
                  </a:cubicBezTo>
                  <a:cubicBezTo>
                    <a:pt x="1088" y="191"/>
                    <a:pt x="897" y="1"/>
                    <a:pt x="64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19" name="Google Shape;12319;p64"/>
            <p:cNvSpPr/>
            <p:nvPr/>
          </p:nvSpPr>
          <p:spPr>
            <a:xfrm>
              <a:off x="5077800" y="3534405"/>
              <a:ext cx="57240" cy="165882"/>
            </a:xfrm>
            <a:custGeom>
              <a:avLst/>
              <a:gdLst/>
              <a:ahLst/>
              <a:cxnLst/>
              <a:rect l="l" t="t" r="r" b="b"/>
              <a:pathLst>
                <a:path w="2186" h="6335" extrusionOk="0">
                  <a:moveTo>
                    <a:pt x="1" y="0"/>
                  </a:moveTo>
                  <a:lnTo>
                    <a:pt x="68" y="2204"/>
                  </a:lnTo>
                  <a:cubicBezTo>
                    <a:pt x="306" y="2710"/>
                    <a:pt x="1537" y="3721"/>
                    <a:pt x="1537" y="3721"/>
                  </a:cubicBezTo>
                  <a:lnTo>
                    <a:pt x="1537" y="3940"/>
                  </a:lnTo>
                  <a:cubicBezTo>
                    <a:pt x="1041" y="4675"/>
                    <a:pt x="678" y="5486"/>
                    <a:pt x="440" y="6335"/>
                  </a:cubicBezTo>
                  <a:lnTo>
                    <a:pt x="1966" y="6335"/>
                  </a:lnTo>
                  <a:lnTo>
                    <a:pt x="1966" y="3711"/>
                  </a:lnTo>
                  <a:cubicBezTo>
                    <a:pt x="2185" y="1975"/>
                    <a:pt x="1966" y="0"/>
                    <a:pt x="196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0" name="Google Shape;12320;p64"/>
            <p:cNvSpPr/>
            <p:nvPr/>
          </p:nvSpPr>
          <p:spPr>
            <a:xfrm>
              <a:off x="5032081" y="3637574"/>
              <a:ext cx="23017" cy="22755"/>
            </a:xfrm>
            <a:custGeom>
              <a:avLst/>
              <a:gdLst/>
              <a:ahLst/>
              <a:cxnLst/>
              <a:rect l="l" t="t" r="r" b="b"/>
              <a:pathLst>
                <a:path w="879" h="869" extrusionOk="0">
                  <a:moveTo>
                    <a:pt x="440" y="0"/>
                  </a:moveTo>
                  <a:cubicBezTo>
                    <a:pt x="201" y="0"/>
                    <a:pt x="1" y="191"/>
                    <a:pt x="1" y="430"/>
                  </a:cubicBezTo>
                  <a:cubicBezTo>
                    <a:pt x="1" y="678"/>
                    <a:pt x="201" y="869"/>
                    <a:pt x="440" y="869"/>
                  </a:cubicBezTo>
                  <a:cubicBezTo>
                    <a:pt x="678" y="869"/>
                    <a:pt x="879" y="678"/>
                    <a:pt x="879" y="430"/>
                  </a:cubicBezTo>
                  <a:cubicBezTo>
                    <a:pt x="879" y="191"/>
                    <a:pt x="678" y="0"/>
                    <a:pt x="44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1" name="Google Shape;12321;p64"/>
            <p:cNvSpPr/>
            <p:nvPr/>
          </p:nvSpPr>
          <p:spPr>
            <a:xfrm>
              <a:off x="5106525" y="3626078"/>
              <a:ext cx="28751" cy="22755"/>
            </a:xfrm>
            <a:custGeom>
              <a:avLst/>
              <a:gdLst/>
              <a:ahLst/>
              <a:cxnLst/>
              <a:rect l="l" t="t" r="r" b="b"/>
              <a:pathLst>
                <a:path w="1098" h="869" extrusionOk="0">
                  <a:moveTo>
                    <a:pt x="440" y="1"/>
                  </a:moveTo>
                  <a:cubicBezTo>
                    <a:pt x="201" y="1"/>
                    <a:pt x="1" y="191"/>
                    <a:pt x="1" y="439"/>
                  </a:cubicBezTo>
                  <a:cubicBezTo>
                    <a:pt x="1" y="678"/>
                    <a:pt x="201" y="869"/>
                    <a:pt x="440" y="869"/>
                  </a:cubicBezTo>
                  <a:lnTo>
                    <a:pt x="659" y="869"/>
                  </a:lnTo>
                  <a:cubicBezTo>
                    <a:pt x="898" y="869"/>
                    <a:pt x="1098" y="678"/>
                    <a:pt x="1098" y="439"/>
                  </a:cubicBezTo>
                  <a:cubicBezTo>
                    <a:pt x="1098" y="191"/>
                    <a:pt x="898" y="1"/>
                    <a:pt x="659"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2" name="Google Shape;12322;p64"/>
            <p:cNvSpPr/>
            <p:nvPr/>
          </p:nvSpPr>
          <p:spPr>
            <a:xfrm>
              <a:off x="5025351" y="3345663"/>
              <a:ext cx="65960" cy="57109"/>
            </a:xfrm>
            <a:custGeom>
              <a:avLst/>
              <a:gdLst/>
              <a:ahLst/>
              <a:cxnLst/>
              <a:rect l="l" t="t" r="r" b="b"/>
              <a:pathLst>
                <a:path w="2519" h="2181" extrusionOk="0">
                  <a:moveTo>
                    <a:pt x="893" y="1"/>
                  </a:moveTo>
                  <a:cubicBezTo>
                    <a:pt x="526" y="1"/>
                    <a:pt x="165" y="205"/>
                    <a:pt x="0" y="588"/>
                  </a:cubicBezTo>
                  <a:lnTo>
                    <a:pt x="1784" y="2181"/>
                  </a:lnTo>
                  <a:lnTo>
                    <a:pt x="2290" y="1809"/>
                  </a:lnTo>
                  <a:cubicBezTo>
                    <a:pt x="2481" y="1656"/>
                    <a:pt x="2519" y="1370"/>
                    <a:pt x="2357" y="1179"/>
                  </a:cubicBezTo>
                  <a:lnTo>
                    <a:pt x="1641" y="349"/>
                  </a:lnTo>
                  <a:cubicBezTo>
                    <a:pt x="1442" y="113"/>
                    <a:pt x="1166" y="1"/>
                    <a:pt x="893" y="1"/>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3" name="Google Shape;12323;p64"/>
            <p:cNvSpPr/>
            <p:nvPr/>
          </p:nvSpPr>
          <p:spPr>
            <a:xfrm>
              <a:off x="4986388" y="3345794"/>
              <a:ext cx="114428" cy="102959"/>
            </a:xfrm>
            <a:custGeom>
              <a:avLst/>
              <a:gdLst/>
              <a:ahLst/>
              <a:cxnLst/>
              <a:rect l="l" t="t" r="r" b="b"/>
              <a:pathLst>
                <a:path w="4370" h="3932" extrusionOk="0">
                  <a:moveTo>
                    <a:pt x="2362" y="1"/>
                  </a:moveTo>
                  <a:cubicBezTo>
                    <a:pt x="1980" y="1"/>
                    <a:pt x="1638" y="237"/>
                    <a:pt x="1488" y="583"/>
                  </a:cubicBezTo>
                  <a:lnTo>
                    <a:pt x="0" y="3931"/>
                  </a:lnTo>
                  <a:lnTo>
                    <a:pt x="4369" y="3931"/>
                  </a:lnTo>
                  <a:lnTo>
                    <a:pt x="2385" y="1"/>
                  </a:lnTo>
                  <a:cubicBezTo>
                    <a:pt x="2378" y="1"/>
                    <a:pt x="2370" y="1"/>
                    <a:pt x="2362" y="1"/>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4" name="Google Shape;12324;p64"/>
            <p:cNvSpPr/>
            <p:nvPr/>
          </p:nvSpPr>
          <p:spPr>
            <a:xfrm>
              <a:off x="4947163" y="3511676"/>
              <a:ext cx="192617" cy="97199"/>
            </a:xfrm>
            <a:custGeom>
              <a:avLst/>
              <a:gdLst/>
              <a:ahLst/>
              <a:cxnLst/>
              <a:rect l="l" t="t" r="r" b="b"/>
              <a:pathLst>
                <a:path w="7356" h="3712" extrusionOk="0">
                  <a:moveTo>
                    <a:pt x="725" y="0"/>
                  </a:moveTo>
                  <a:cubicBezTo>
                    <a:pt x="0" y="0"/>
                    <a:pt x="0" y="1088"/>
                    <a:pt x="725" y="1088"/>
                  </a:cubicBezTo>
                  <a:lnTo>
                    <a:pt x="849" y="1088"/>
                  </a:lnTo>
                  <a:cubicBezTo>
                    <a:pt x="964" y="2567"/>
                    <a:pt x="2195" y="3711"/>
                    <a:pt x="3673" y="3711"/>
                  </a:cubicBezTo>
                  <a:cubicBezTo>
                    <a:pt x="5161" y="3711"/>
                    <a:pt x="6392" y="2567"/>
                    <a:pt x="6507" y="1088"/>
                  </a:cubicBezTo>
                  <a:lnTo>
                    <a:pt x="6621" y="1088"/>
                  </a:lnTo>
                  <a:cubicBezTo>
                    <a:pt x="7356" y="1088"/>
                    <a:pt x="7356" y="0"/>
                    <a:pt x="6621"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5" name="Google Shape;12325;p64"/>
            <p:cNvSpPr/>
            <p:nvPr/>
          </p:nvSpPr>
          <p:spPr>
            <a:xfrm>
              <a:off x="4951143" y="3511650"/>
              <a:ext cx="149673" cy="97434"/>
            </a:xfrm>
            <a:custGeom>
              <a:avLst/>
              <a:gdLst/>
              <a:ahLst/>
              <a:cxnLst/>
              <a:rect l="l" t="t" r="r" b="b"/>
              <a:pathLst>
                <a:path w="5716" h="3721" extrusionOk="0">
                  <a:moveTo>
                    <a:pt x="593" y="1"/>
                  </a:moveTo>
                  <a:cubicBezTo>
                    <a:pt x="315" y="1"/>
                    <a:pt x="76" y="208"/>
                    <a:pt x="39" y="488"/>
                  </a:cubicBezTo>
                  <a:cubicBezTo>
                    <a:pt x="1" y="812"/>
                    <a:pt x="259" y="1089"/>
                    <a:pt x="583" y="1089"/>
                  </a:cubicBezTo>
                  <a:lnTo>
                    <a:pt x="697" y="1089"/>
                  </a:lnTo>
                  <a:cubicBezTo>
                    <a:pt x="801" y="2593"/>
                    <a:pt x="2056" y="3721"/>
                    <a:pt x="3511" y="3721"/>
                  </a:cubicBezTo>
                  <a:cubicBezTo>
                    <a:pt x="3662" y="3721"/>
                    <a:pt x="3815" y="3709"/>
                    <a:pt x="3970" y="3684"/>
                  </a:cubicBezTo>
                  <a:cubicBezTo>
                    <a:pt x="2586" y="3464"/>
                    <a:pt x="1566" y="2272"/>
                    <a:pt x="1566" y="879"/>
                  </a:cubicBezTo>
                  <a:cubicBezTo>
                    <a:pt x="1566" y="631"/>
                    <a:pt x="1756" y="440"/>
                    <a:pt x="2004" y="440"/>
                  </a:cubicBezTo>
                  <a:lnTo>
                    <a:pt x="5286" y="440"/>
                  </a:lnTo>
                  <a:cubicBezTo>
                    <a:pt x="5525" y="440"/>
                    <a:pt x="5715" y="240"/>
                    <a:pt x="5715" y="1"/>
                  </a:cubicBezTo>
                  <a:lnTo>
                    <a:pt x="612" y="1"/>
                  </a:lnTo>
                  <a:cubicBezTo>
                    <a:pt x="605" y="1"/>
                    <a:pt x="599" y="1"/>
                    <a:pt x="593"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6" name="Google Shape;12326;p64"/>
            <p:cNvSpPr/>
            <p:nvPr/>
          </p:nvSpPr>
          <p:spPr>
            <a:xfrm>
              <a:off x="5018124" y="3557317"/>
              <a:ext cx="50747" cy="17334"/>
            </a:xfrm>
            <a:custGeom>
              <a:avLst/>
              <a:gdLst/>
              <a:ahLst/>
              <a:cxnLst/>
              <a:rect l="l" t="t" r="r" b="b"/>
              <a:pathLst>
                <a:path w="1938" h="662" extrusionOk="0">
                  <a:moveTo>
                    <a:pt x="313" y="1"/>
                  </a:moveTo>
                  <a:cubicBezTo>
                    <a:pt x="143" y="1"/>
                    <a:pt x="1" y="221"/>
                    <a:pt x="162" y="375"/>
                  </a:cubicBezTo>
                  <a:cubicBezTo>
                    <a:pt x="381" y="558"/>
                    <a:pt x="653" y="662"/>
                    <a:pt x="936" y="662"/>
                  </a:cubicBezTo>
                  <a:cubicBezTo>
                    <a:pt x="948" y="662"/>
                    <a:pt x="960" y="662"/>
                    <a:pt x="973" y="661"/>
                  </a:cubicBezTo>
                  <a:cubicBezTo>
                    <a:pt x="985" y="662"/>
                    <a:pt x="998" y="662"/>
                    <a:pt x="1010" y="662"/>
                  </a:cubicBezTo>
                  <a:cubicBezTo>
                    <a:pt x="1292" y="662"/>
                    <a:pt x="1564" y="558"/>
                    <a:pt x="1784" y="375"/>
                  </a:cubicBezTo>
                  <a:cubicBezTo>
                    <a:pt x="1937" y="221"/>
                    <a:pt x="1794" y="1"/>
                    <a:pt x="1624" y="1"/>
                  </a:cubicBezTo>
                  <a:cubicBezTo>
                    <a:pt x="1572" y="1"/>
                    <a:pt x="1518" y="21"/>
                    <a:pt x="1469" y="70"/>
                  </a:cubicBezTo>
                  <a:cubicBezTo>
                    <a:pt x="1321" y="170"/>
                    <a:pt x="1147" y="220"/>
                    <a:pt x="972" y="220"/>
                  </a:cubicBezTo>
                  <a:cubicBezTo>
                    <a:pt x="796" y="220"/>
                    <a:pt x="620" y="170"/>
                    <a:pt x="467" y="70"/>
                  </a:cubicBezTo>
                  <a:cubicBezTo>
                    <a:pt x="418" y="21"/>
                    <a:pt x="364" y="1"/>
                    <a:pt x="313"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7" name="Google Shape;12327;p64"/>
            <p:cNvSpPr/>
            <p:nvPr/>
          </p:nvSpPr>
          <p:spPr>
            <a:xfrm>
              <a:off x="5003487" y="3517358"/>
              <a:ext cx="11390" cy="17073"/>
            </a:xfrm>
            <a:custGeom>
              <a:avLst/>
              <a:gdLst/>
              <a:ahLst/>
              <a:cxnLst/>
              <a:rect l="l" t="t" r="r" b="b"/>
              <a:pathLst>
                <a:path w="435" h="652" extrusionOk="0">
                  <a:moveTo>
                    <a:pt x="216" y="0"/>
                  </a:moveTo>
                  <a:cubicBezTo>
                    <a:pt x="108" y="0"/>
                    <a:pt x="1" y="74"/>
                    <a:pt x="5" y="222"/>
                  </a:cubicBezTo>
                  <a:lnTo>
                    <a:pt x="5" y="442"/>
                  </a:lnTo>
                  <a:cubicBezTo>
                    <a:pt x="5" y="556"/>
                    <a:pt x="101" y="651"/>
                    <a:pt x="215" y="651"/>
                  </a:cubicBezTo>
                  <a:cubicBezTo>
                    <a:pt x="339" y="651"/>
                    <a:pt x="435" y="556"/>
                    <a:pt x="435" y="442"/>
                  </a:cubicBezTo>
                  <a:lnTo>
                    <a:pt x="435" y="222"/>
                  </a:lnTo>
                  <a:cubicBezTo>
                    <a:pt x="435" y="74"/>
                    <a:pt x="325" y="0"/>
                    <a:pt x="216"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8" name="Google Shape;12328;p64"/>
            <p:cNvSpPr/>
            <p:nvPr/>
          </p:nvSpPr>
          <p:spPr>
            <a:xfrm>
              <a:off x="5072065" y="3517358"/>
              <a:ext cx="11521" cy="17073"/>
            </a:xfrm>
            <a:custGeom>
              <a:avLst/>
              <a:gdLst/>
              <a:ahLst/>
              <a:cxnLst/>
              <a:rect l="l" t="t" r="r" b="b"/>
              <a:pathLst>
                <a:path w="440" h="652" extrusionOk="0">
                  <a:moveTo>
                    <a:pt x="220" y="0"/>
                  </a:moveTo>
                  <a:cubicBezTo>
                    <a:pt x="110" y="0"/>
                    <a:pt x="0" y="74"/>
                    <a:pt x="0" y="222"/>
                  </a:cubicBezTo>
                  <a:lnTo>
                    <a:pt x="0" y="442"/>
                  </a:lnTo>
                  <a:cubicBezTo>
                    <a:pt x="0" y="556"/>
                    <a:pt x="96" y="651"/>
                    <a:pt x="220" y="651"/>
                  </a:cubicBezTo>
                  <a:cubicBezTo>
                    <a:pt x="344" y="651"/>
                    <a:pt x="439" y="556"/>
                    <a:pt x="439" y="442"/>
                  </a:cubicBezTo>
                  <a:lnTo>
                    <a:pt x="439" y="222"/>
                  </a:lnTo>
                  <a:cubicBezTo>
                    <a:pt x="439" y="74"/>
                    <a:pt x="329" y="0"/>
                    <a:pt x="22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9" name="Google Shape;12329;p64"/>
            <p:cNvSpPr/>
            <p:nvPr/>
          </p:nvSpPr>
          <p:spPr>
            <a:xfrm>
              <a:off x="4980627" y="3448727"/>
              <a:ext cx="125924" cy="22990"/>
            </a:xfrm>
            <a:custGeom>
              <a:avLst/>
              <a:gdLst/>
              <a:ahLst/>
              <a:cxnLst/>
              <a:rect l="l" t="t" r="r" b="b"/>
              <a:pathLst>
                <a:path w="4809" h="878" extrusionOk="0">
                  <a:moveTo>
                    <a:pt x="220" y="0"/>
                  </a:moveTo>
                  <a:cubicBezTo>
                    <a:pt x="96" y="0"/>
                    <a:pt x="1" y="96"/>
                    <a:pt x="1" y="220"/>
                  </a:cubicBezTo>
                  <a:lnTo>
                    <a:pt x="1" y="878"/>
                  </a:lnTo>
                  <a:lnTo>
                    <a:pt x="4809" y="878"/>
                  </a:lnTo>
                  <a:lnTo>
                    <a:pt x="4809" y="220"/>
                  </a:lnTo>
                  <a:cubicBezTo>
                    <a:pt x="4809" y="96"/>
                    <a:pt x="4713" y="0"/>
                    <a:pt x="458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0" name="Google Shape;12330;p64"/>
            <p:cNvSpPr/>
            <p:nvPr/>
          </p:nvSpPr>
          <p:spPr>
            <a:xfrm>
              <a:off x="4986388" y="3346789"/>
              <a:ext cx="55722" cy="101964"/>
            </a:xfrm>
            <a:custGeom>
              <a:avLst/>
              <a:gdLst/>
              <a:ahLst/>
              <a:cxnLst/>
              <a:rect l="l" t="t" r="r" b="b"/>
              <a:pathLst>
                <a:path w="2128" h="3894" extrusionOk="0">
                  <a:moveTo>
                    <a:pt x="2128" y="1"/>
                  </a:moveTo>
                  <a:cubicBezTo>
                    <a:pt x="1841" y="77"/>
                    <a:pt x="1612" y="278"/>
                    <a:pt x="1488" y="545"/>
                  </a:cubicBezTo>
                  <a:lnTo>
                    <a:pt x="0" y="3893"/>
                  </a:lnTo>
                  <a:lnTo>
                    <a:pt x="1097" y="3893"/>
                  </a:lnTo>
                  <a:lnTo>
                    <a:pt x="2128"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1" name="Google Shape;12331;p64"/>
            <p:cNvSpPr/>
            <p:nvPr/>
          </p:nvSpPr>
          <p:spPr>
            <a:xfrm>
              <a:off x="4980627" y="3448727"/>
              <a:ext cx="34250" cy="22990"/>
            </a:xfrm>
            <a:custGeom>
              <a:avLst/>
              <a:gdLst/>
              <a:ahLst/>
              <a:cxnLst/>
              <a:rect l="l" t="t" r="r" b="b"/>
              <a:pathLst>
                <a:path w="1308" h="878" extrusionOk="0">
                  <a:moveTo>
                    <a:pt x="220" y="0"/>
                  </a:moveTo>
                  <a:cubicBezTo>
                    <a:pt x="96" y="0"/>
                    <a:pt x="1" y="96"/>
                    <a:pt x="1" y="220"/>
                  </a:cubicBezTo>
                  <a:lnTo>
                    <a:pt x="1" y="878"/>
                  </a:lnTo>
                  <a:lnTo>
                    <a:pt x="1098" y="878"/>
                  </a:lnTo>
                  <a:lnTo>
                    <a:pt x="1098" y="220"/>
                  </a:lnTo>
                  <a:cubicBezTo>
                    <a:pt x="1098" y="96"/>
                    <a:pt x="1193" y="0"/>
                    <a:pt x="1308" y="0"/>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2" name="Google Shape;12332;p64"/>
            <p:cNvSpPr/>
            <p:nvPr/>
          </p:nvSpPr>
          <p:spPr>
            <a:xfrm>
              <a:off x="4916683" y="3471692"/>
              <a:ext cx="92695" cy="40011"/>
            </a:xfrm>
            <a:custGeom>
              <a:avLst/>
              <a:gdLst/>
              <a:ahLst/>
              <a:cxnLst/>
              <a:rect l="l" t="t" r="r" b="b"/>
              <a:pathLst>
                <a:path w="3540" h="1528" extrusionOk="0">
                  <a:moveTo>
                    <a:pt x="2443" y="1"/>
                  </a:moveTo>
                  <a:lnTo>
                    <a:pt x="134" y="1241"/>
                  </a:lnTo>
                  <a:cubicBezTo>
                    <a:pt x="0" y="1317"/>
                    <a:pt x="48" y="1527"/>
                    <a:pt x="210" y="1527"/>
                  </a:cubicBezTo>
                  <a:lnTo>
                    <a:pt x="2548" y="1527"/>
                  </a:lnTo>
                  <a:cubicBezTo>
                    <a:pt x="2471" y="1527"/>
                    <a:pt x="2443" y="1317"/>
                    <a:pt x="2509" y="1241"/>
                  </a:cubicBezTo>
                  <a:lnTo>
                    <a:pt x="3540"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33" name="Google Shape;12333;p64"/>
          <p:cNvGrpSpPr/>
          <p:nvPr/>
        </p:nvGrpSpPr>
        <p:grpSpPr>
          <a:xfrm>
            <a:off x="5793448" y="2726336"/>
            <a:ext cx="263081" cy="355016"/>
            <a:chOff x="5809723" y="2879911"/>
            <a:chExt cx="263081" cy="355016"/>
          </a:xfrm>
        </p:grpSpPr>
        <p:sp>
          <p:nvSpPr>
            <p:cNvPr id="12334" name="Google Shape;12334;p64"/>
            <p:cNvSpPr/>
            <p:nvPr/>
          </p:nvSpPr>
          <p:spPr>
            <a:xfrm>
              <a:off x="5809723" y="3136969"/>
              <a:ext cx="263081" cy="97696"/>
            </a:xfrm>
            <a:custGeom>
              <a:avLst/>
              <a:gdLst/>
              <a:ahLst/>
              <a:cxnLst/>
              <a:rect l="l" t="t" r="r" b="b"/>
              <a:pathLst>
                <a:path w="10047" h="3731" extrusionOk="0">
                  <a:moveTo>
                    <a:pt x="3130" y="0"/>
                  </a:moveTo>
                  <a:lnTo>
                    <a:pt x="878" y="802"/>
                  </a:lnTo>
                  <a:cubicBezTo>
                    <a:pt x="354" y="983"/>
                    <a:pt x="1" y="1479"/>
                    <a:pt x="1" y="2032"/>
                  </a:cubicBezTo>
                  <a:lnTo>
                    <a:pt x="1" y="3072"/>
                  </a:lnTo>
                  <a:cubicBezTo>
                    <a:pt x="1" y="3435"/>
                    <a:pt x="297" y="3731"/>
                    <a:pt x="659" y="3731"/>
                  </a:cubicBezTo>
                  <a:lnTo>
                    <a:pt x="9398" y="3731"/>
                  </a:lnTo>
                  <a:cubicBezTo>
                    <a:pt x="9751" y="3731"/>
                    <a:pt x="10046" y="3435"/>
                    <a:pt x="10046" y="3072"/>
                  </a:cubicBezTo>
                  <a:lnTo>
                    <a:pt x="10046" y="2032"/>
                  </a:lnTo>
                  <a:cubicBezTo>
                    <a:pt x="10046" y="1479"/>
                    <a:pt x="9693" y="983"/>
                    <a:pt x="9169" y="802"/>
                  </a:cubicBezTo>
                  <a:lnTo>
                    <a:pt x="6917" y="0"/>
                  </a:ln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5" name="Google Shape;12335;p64"/>
            <p:cNvSpPr/>
            <p:nvPr/>
          </p:nvSpPr>
          <p:spPr>
            <a:xfrm>
              <a:off x="5865942" y="3136969"/>
              <a:ext cx="150642" cy="75937"/>
            </a:xfrm>
            <a:custGeom>
              <a:avLst/>
              <a:gdLst/>
              <a:ahLst/>
              <a:cxnLst/>
              <a:rect l="l" t="t" r="r" b="b"/>
              <a:pathLst>
                <a:path w="5753" h="2900" extrusionOk="0">
                  <a:moveTo>
                    <a:pt x="983" y="0"/>
                  </a:moveTo>
                  <a:lnTo>
                    <a:pt x="0" y="353"/>
                  </a:lnTo>
                  <a:cubicBezTo>
                    <a:pt x="10" y="945"/>
                    <a:pt x="124" y="1536"/>
                    <a:pt x="353" y="2090"/>
                  </a:cubicBezTo>
                  <a:cubicBezTo>
                    <a:pt x="560" y="2591"/>
                    <a:pt x="1046" y="2900"/>
                    <a:pt x="1567" y="2900"/>
                  </a:cubicBezTo>
                  <a:cubicBezTo>
                    <a:pt x="1670" y="2900"/>
                    <a:pt x="1775" y="2888"/>
                    <a:pt x="1880" y="2862"/>
                  </a:cubicBezTo>
                  <a:lnTo>
                    <a:pt x="2767" y="2633"/>
                  </a:lnTo>
                  <a:cubicBezTo>
                    <a:pt x="2805" y="2629"/>
                    <a:pt x="2841" y="2626"/>
                    <a:pt x="2877" y="2626"/>
                  </a:cubicBezTo>
                  <a:cubicBezTo>
                    <a:pt x="2912" y="2626"/>
                    <a:pt x="2948" y="2629"/>
                    <a:pt x="2986" y="2633"/>
                  </a:cubicBezTo>
                  <a:lnTo>
                    <a:pt x="3873" y="2862"/>
                  </a:lnTo>
                  <a:cubicBezTo>
                    <a:pt x="3978" y="2888"/>
                    <a:pt x="4083" y="2900"/>
                    <a:pt x="4186" y="2900"/>
                  </a:cubicBezTo>
                  <a:cubicBezTo>
                    <a:pt x="4707" y="2900"/>
                    <a:pt x="5193" y="2591"/>
                    <a:pt x="5400" y="2090"/>
                  </a:cubicBezTo>
                  <a:cubicBezTo>
                    <a:pt x="5629" y="1536"/>
                    <a:pt x="5743" y="945"/>
                    <a:pt x="5753" y="353"/>
                  </a:cubicBezTo>
                  <a:lnTo>
                    <a:pt x="4770"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6" name="Google Shape;12336;p64"/>
            <p:cNvSpPr/>
            <p:nvPr/>
          </p:nvSpPr>
          <p:spPr>
            <a:xfrm>
              <a:off x="5876416" y="3120734"/>
              <a:ext cx="129432" cy="80650"/>
            </a:xfrm>
            <a:custGeom>
              <a:avLst/>
              <a:gdLst/>
              <a:ahLst/>
              <a:cxnLst/>
              <a:rect l="l" t="t" r="r" b="b"/>
              <a:pathLst>
                <a:path w="4943" h="3080" extrusionOk="0">
                  <a:moveTo>
                    <a:pt x="1165" y="0"/>
                  </a:moveTo>
                  <a:lnTo>
                    <a:pt x="335" y="287"/>
                  </a:lnTo>
                  <a:cubicBezTo>
                    <a:pt x="173" y="344"/>
                    <a:pt x="49" y="496"/>
                    <a:pt x="39" y="678"/>
                  </a:cubicBezTo>
                  <a:cubicBezTo>
                    <a:pt x="1" y="1307"/>
                    <a:pt x="106" y="1946"/>
                    <a:pt x="354" y="2538"/>
                  </a:cubicBezTo>
                  <a:cubicBezTo>
                    <a:pt x="489" y="2871"/>
                    <a:pt x="815" y="3079"/>
                    <a:pt x="1163" y="3079"/>
                  </a:cubicBezTo>
                  <a:cubicBezTo>
                    <a:pt x="1233" y="3079"/>
                    <a:pt x="1304" y="3071"/>
                    <a:pt x="1375" y="3053"/>
                  </a:cubicBezTo>
                  <a:lnTo>
                    <a:pt x="2262" y="2834"/>
                  </a:lnTo>
                  <a:cubicBezTo>
                    <a:pt x="2329" y="2815"/>
                    <a:pt x="2400" y="2805"/>
                    <a:pt x="2472" y="2805"/>
                  </a:cubicBezTo>
                  <a:cubicBezTo>
                    <a:pt x="2543" y="2805"/>
                    <a:pt x="2615" y="2815"/>
                    <a:pt x="2682" y="2834"/>
                  </a:cubicBezTo>
                  <a:lnTo>
                    <a:pt x="3569" y="3053"/>
                  </a:lnTo>
                  <a:cubicBezTo>
                    <a:pt x="3641" y="3071"/>
                    <a:pt x="3713" y="3079"/>
                    <a:pt x="3784" y="3079"/>
                  </a:cubicBezTo>
                  <a:cubicBezTo>
                    <a:pt x="4135" y="3079"/>
                    <a:pt x="4455" y="2871"/>
                    <a:pt x="4590" y="2538"/>
                  </a:cubicBezTo>
                  <a:cubicBezTo>
                    <a:pt x="4838" y="1946"/>
                    <a:pt x="4943" y="1317"/>
                    <a:pt x="4904" y="678"/>
                  </a:cubicBezTo>
                  <a:cubicBezTo>
                    <a:pt x="4895" y="496"/>
                    <a:pt x="4780" y="344"/>
                    <a:pt x="4609" y="287"/>
                  </a:cubicBezTo>
                  <a:lnTo>
                    <a:pt x="3788" y="0"/>
                  </a:ln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7" name="Google Shape;12337;p64"/>
            <p:cNvSpPr/>
            <p:nvPr/>
          </p:nvSpPr>
          <p:spPr>
            <a:xfrm>
              <a:off x="5895400" y="3120734"/>
              <a:ext cx="91726" cy="62477"/>
            </a:xfrm>
            <a:custGeom>
              <a:avLst/>
              <a:gdLst/>
              <a:ahLst/>
              <a:cxnLst/>
              <a:rect l="l" t="t" r="r" b="b"/>
              <a:pathLst>
                <a:path w="3503" h="2386" extrusionOk="0">
                  <a:moveTo>
                    <a:pt x="440" y="0"/>
                  </a:moveTo>
                  <a:lnTo>
                    <a:pt x="1" y="153"/>
                  </a:lnTo>
                  <a:lnTo>
                    <a:pt x="1" y="640"/>
                  </a:lnTo>
                  <a:cubicBezTo>
                    <a:pt x="1" y="1603"/>
                    <a:pt x="783" y="2385"/>
                    <a:pt x="1756" y="2385"/>
                  </a:cubicBezTo>
                  <a:cubicBezTo>
                    <a:pt x="2720" y="2385"/>
                    <a:pt x="3502" y="1603"/>
                    <a:pt x="3502" y="640"/>
                  </a:cubicBezTo>
                  <a:lnTo>
                    <a:pt x="3502" y="153"/>
                  </a:lnTo>
                  <a:lnTo>
                    <a:pt x="3063" y="0"/>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8" name="Google Shape;12338;p64"/>
            <p:cNvSpPr/>
            <p:nvPr/>
          </p:nvSpPr>
          <p:spPr>
            <a:xfrm>
              <a:off x="5906895" y="3091747"/>
              <a:ext cx="68736" cy="79969"/>
            </a:xfrm>
            <a:custGeom>
              <a:avLst/>
              <a:gdLst/>
              <a:ahLst/>
              <a:cxnLst/>
              <a:rect l="l" t="t" r="r" b="b"/>
              <a:pathLst>
                <a:path w="2625" h="3054" extrusionOk="0">
                  <a:moveTo>
                    <a:pt x="1" y="1"/>
                  </a:moveTo>
                  <a:lnTo>
                    <a:pt x="1" y="1747"/>
                  </a:lnTo>
                  <a:cubicBezTo>
                    <a:pt x="1" y="2462"/>
                    <a:pt x="592" y="3053"/>
                    <a:pt x="1317" y="3053"/>
                  </a:cubicBezTo>
                  <a:cubicBezTo>
                    <a:pt x="2033" y="3053"/>
                    <a:pt x="2624" y="2472"/>
                    <a:pt x="2624" y="1747"/>
                  </a:cubicBezTo>
                  <a:lnTo>
                    <a:pt x="2624" y="1"/>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9" name="Google Shape;12339;p64"/>
            <p:cNvSpPr/>
            <p:nvPr/>
          </p:nvSpPr>
          <p:spPr>
            <a:xfrm>
              <a:off x="5906895" y="3091747"/>
              <a:ext cx="68736" cy="28568"/>
            </a:xfrm>
            <a:custGeom>
              <a:avLst/>
              <a:gdLst/>
              <a:ahLst/>
              <a:cxnLst/>
              <a:rect l="l" t="t" r="r" b="b"/>
              <a:pathLst>
                <a:path w="2625" h="1091" extrusionOk="0">
                  <a:moveTo>
                    <a:pt x="1" y="1"/>
                  </a:moveTo>
                  <a:lnTo>
                    <a:pt x="1" y="812"/>
                  </a:lnTo>
                  <a:cubicBezTo>
                    <a:pt x="421" y="998"/>
                    <a:pt x="869" y="1091"/>
                    <a:pt x="1316" y="1091"/>
                  </a:cubicBezTo>
                  <a:cubicBezTo>
                    <a:pt x="1763" y="1091"/>
                    <a:pt x="2209" y="998"/>
                    <a:pt x="2624" y="812"/>
                  </a:cubicBezTo>
                  <a:lnTo>
                    <a:pt x="2624" y="1"/>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0" name="Google Shape;12340;p64"/>
            <p:cNvSpPr/>
            <p:nvPr/>
          </p:nvSpPr>
          <p:spPr>
            <a:xfrm>
              <a:off x="5906895" y="2879911"/>
              <a:ext cx="68736" cy="46007"/>
            </a:xfrm>
            <a:custGeom>
              <a:avLst/>
              <a:gdLst/>
              <a:ahLst/>
              <a:cxnLst/>
              <a:rect l="l" t="t" r="r" b="b"/>
              <a:pathLst>
                <a:path w="2625" h="1757" extrusionOk="0">
                  <a:moveTo>
                    <a:pt x="878" y="1"/>
                  </a:moveTo>
                  <a:cubicBezTo>
                    <a:pt x="392" y="1"/>
                    <a:pt x="1" y="392"/>
                    <a:pt x="1" y="879"/>
                  </a:cubicBezTo>
                  <a:cubicBezTo>
                    <a:pt x="1" y="1356"/>
                    <a:pt x="392" y="1756"/>
                    <a:pt x="878" y="1756"/>
                  </a:cubicBezTo>
                  <a:lnTo>
                    <a:pt x="1747" y="1756"/>
                  </a:lnTo>
                  <a:cubicBezTo>
                    <a:pt x="2233" y="1756"/>
                    <a:pt x="2624" y="1356"/>
                    <a:pt x="2624" y="879"/>
                  </a:cubicBezTo>
                  <a:cubicBezTo>
                    <a:pt x="2624" y="392"/>
                    <a:pt x="2233" y="1"/>
                    <a:pt x="1747"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1" name="Google Shape;12341;p64"/>
            <p:cNvSpPr/>
            <p:nvPr/>
          </p:nvSpPr>
          <p:spPr>
            <a:xfrm>
              <a:off x="5838212" y="2914134"/>
              <a:ext cx="206102" cy="137419"/>
            </a:xfrm>
            <a:custGeom>
              <a:avLst/>
              <a:gdLst/>
              <a:ahLst/>
              <a:cxnLst/>
              <a:rect l="l" t="t" r="r" b="b"/>
              <a:pathLst>
                <a:path w="7871" h="5248" extrusionOk="0">
                  <a:moveTo>
                    <a:pt x="2624" y="1"/>
                  </a:moveTo>
                  <a:cubicBezTo>
                    <a:pt x="1174" y="1"/>
                    <a:pt x="0" y="1174"/>
                    <a:pt x="0" y="2624"/>
                  </a:cubicBezTo>
                  <a:cubicBezTo>
                    <a:pt x="0" y="4074"/>
                    <a:pt x="1174" y="5248"/>
                    <a:pt x="2624" y="5248"/>
                  </a:cubicBezTo>
                  <a:lnTo>
                    <a:pt x="5247" y="5248"/>
                  </a:lnTo>
                  <a:cubicBezTo>
                    <a:pt x="6697" y="5248"/>
                    <a:pt x="7871" y="4074"/>
                    <a:pt x="7871" y="2624"/>
                  </a:cubicBezTo>
                  <a:cubicBezTo>
                    <a:pt x="7871" y="1174"/>
                    <a:pt x="6697" y="1"/>
                    <a:pt x="5247" y="1"/>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2" name="Google Shape;12342;p64"/>
            <p:cNvSpPr/>
            <p:nvPr/>
          </p:nvSpPr>
          <p:spPr>
            <a:xfrm>
              <a:off x="5861203" y="2948620"/>
              <a:ext cx="160147" cy="91438"/>
            </a:xfrm>
            <a:custGeom>
              <a:avLst/>
              <a:gdLst/>
              <a:ahLst/>
              <a:cxnLst/>
              <a:rect l="l" t="t" r="r" b="b"/>
              <a:pathLst>
                <a:path w="6116" h="3492" extrusionOk="0">
                  <a:moveTo>
                    <a:pt x="1746" y="0"/>
                  </a:moveTo>
                  <a:cubicBezTo>
                    <a:pt x="782" y="0"/>
                    <a:pt x="0" y="783"/>
                    <a:pt x="0" y="1746"/>
                  </a:cubicBezTo>
                  <a:cubicBezTo>
                    <a:pt x="0" y="2710"/>
                    <a:pt x="782" y="3492"/>
                    <a:pt x="1746" y="3492"/>
                  </a:cubicBezTo>
                  <a:lnTo>
                    <a:pt x="4369" y="3492"/>
                  </a:lnTo>
                  <a:cubicBezTo>
                    <a:pt x="5333" y="3492"/>
                    <a:pt x="6115" y="2710"/>
                    <a:pt x="6115" y="1746"/>
                  </a:cubicBezTo>
                  <a:cubicBezTo>
                    <a:pt x="6115" y="783"/>
                    <a:pt x="5333" y="0"/>
                    <a:pt x="4369"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3" name="Google Shape;12343;p64"/>
            <p:cNvSpPr/>
            <p:nvPr/>
          </p:nvSpPr>
          <p:spPr>
            <a:xfrm>
              <a:off x="5848712" y="2960115"/>
              <a:ext cx="184630" cy="148652"/>
            </a:xfrm>
            <a:custGeom>
              <a:avLst/>
              <a:gdLst/>
              <a:ahLst/>
              <a:cxnLst/>
              <a:rect l="l" t="t" r="r" b="b"/>
              <a:pathLst>
                <a:path w="7051" h="5677" extrusionOk="0">
                  <a:moveTo>
                    <a:pt x="2223" y="0"/>
                  </a:moveTo>
                  <a:cubicBezTo>
                    <a:pt x="1498" y="0"/>
                    <a:pt x="906" y="582"/>
                    <a:pt x="906" y="1307"/>
                  </a:cubicBezTo>
                  <a:lnTo>
                    <a:pt x="906" y="1670"/>
                  </a:lnTo>
                  <a:cubicBezTo>
                    <a:pt x="906" y="1832"/>
                    <a:pt x="773" y="1965"/>
                    <a:pt x="611" y="1965"/>
                  </a:cubicBezTo>
                  <a:cubicBezTo>
                    <a:pt x="604" y="1965"/>
                    <a:pt x="598" y="1965"/>
                    <a:pt x="592" y="1965"/>
                  </a:cubicBezTo>
                  <a:cubicBezTo>
                    <a:pt x="314" y="1965"/>
                    <a:pt x="75" y="2172"/>
                    <a:pt x="38" y="2452"/>
                  </a:cubicBezTo>
                  <a:cubicBezTo>
                    <a:pt x="0" y="2776"/>
                    <a:pt x="258" y="3062"/>
                    <a:pt x="582" y="3062"/>
                  </a:cubicBezTo>
                  <a:lnTo>
                    <a:pt x="696" y="3062"/>
                  </a:lnTo>
                  <a:cubicBezTo>
                    <a:pt x="811" y="4532"/>
                    <a:pt x="2042" y="5676"/>
                    <a:pt x="3530" y="5676"/>
                  </a:cubicBezTo>
                  <a:cubicBezTo>
                    <a:pt x="5008" y="5676"/>
                    <a:pt x="6239" y="4532"/>
                    <a:pt x="6354" y="3062"/>
                  </a:cubicBezTo>
                  <a:lnTo>
                    <a:pt x="6478" y="3062"/>
                  </a:lnTo>
                  <a:cubicBezTo>
                    <a:pt x="6802" y="3062"/>
                    <a:pt x="7050" y="2776"/>
                    <a:pt x="7021" y="2452"/>
                  </a:cubicBezTo>
                  <a:cubicBezTo>
                    <a:pt x="6983" y="2175"/>
                    <a:pt x="6735" y="1965"/>
                    <a:pt x="6449" y="1965"/>
                  </a:cubicBezTo>
                  <a:cubicBezTo>
                    <a:pt x="6287" y="1965"/>
                    <a:pt x="6153" y="1832"/>
                    <a:pt x="6153" y="1670"/>
                  </a:cubicBezTo>
                  <a:lnTo>
                    <a:pt x="6153" y="1307"/>
                  </a:lnTo>
                  <a:cubicBezTo>
                    <a:pt x="6153" y="582"/>
                    <a:pt x="5571" y="0"/>
                    <a:pt x="4846"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4" name="Google Shape;12344;p64"/>
            <p:cNvSpPr/>
            <p:nvPr/>
          </p:nvSpPr>
          <p:spPr>
            <a:xfrm>
              <a:off x="5848948" y="2960115"/>
              <a:ext cx="132418" cy="148626"/>
            </a:xfrm>
            <a:custGeom>
              <a:avLst/>
              <a:gdLst/>
              <a:ahLst/>
              <a:cxnLst/>
              <a:rect l="l" t="t" r="r" b="b"/>
              <a:pathLst>
                <a:path w="5057" h="5676" extrusionOk="0">
                  <a:moveTo>
                    <a:pt x="2214" y="0"/>
                  </a:moveTo>
                  <a:cubicBezTo>
                    <a:pt x="1489" y="0"/>
                    <a:pt x="897" y="582"/>
                    <a:pt x="897" y="1307"/>
                  </a:cubicBezTo>
                  <a:lnTo>
                    <a:pt x="897" y="1670"/>
                  </a:lnTo>
                  <a:cubicBezTo>
                    <a:pt x="897" y="1832"/>
                    <a:pt x="764" y="1965"/>
                    <a:pt x="602" y="1965"/>
                  </a:cubicBezTo>
                  <a:cubicBezTo>
                    <a:pt x="315" y="1965"/>
                    <a:pt x="67" y="2175"/>
                    <a:pt x="29" y="2452"/>
                  </a:cubicBezTo>
                  <a:cubicBezTo>
                    <a:pt x="1" y="2776"/>
                    <a:pt x="249" y="3062"/>
                    <a:pt x="573" y="3062"/>
                  </a:cubicBezTo>
                  <a:lnTo>
                    <a:pt x="697" y="3062"/>
                  </a:lnTo>
                  <a:cubicBezTo>
                    <a:pt x="801" y="4557"/>
                    <a:pt x="2046" y="5676"/>
                    <a:pt x="3499" y="5676"/>
                  </a:cubicBezTo>
                  <a:cubicBezTo>
                    <a:pt x="3650" y="5676"/>
                    <a:pt x="3804" y="5664"/>
                    <a:pt x="3960" y="5638"/>
                  </a:cubicBezTo>
                  <a:cubicBezTo>
                    <a:pt x="2576" y="5428"/>
                    <a:pt x="1556" y="4236"/>
                    <a:pt x="1556" y="2843"/>
                  </a:cubicBezTo>
                  <a:lnTo>
                    <a:pt x="1556" y="1527"/>
                  </a:lnTo>
                  <a:cubicBezTo>
                    <a:pt x="1556" y="926"/>
                    <a:pt x="2042" y="439"/>
                    <a:pt x="2653" y="439"/>
                  </a:cubicBezTo>
                  <a:lnTo>
                    <a:pt x="4627" y="439"/>
                  </a:lnTo>
                  <a:cubicBezTo>
                    <a:pt x="4856" y="439"/>
                    <a:pt x="5047" y="248"/>
                    <a:pt x="5057" y="19"/>
                  </a:cubicBezTo>
                  <a:cubicBezTo>
                    <a:pt x="4980" y="10"/>
                    <a:pt x="4914" y="0"/>
                    <a:pt x="4837"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5" name="Google Shape;12345;p64"/>
            <p:cNvSpPr/>
            <p:nvPr/>
          </p:nvSpPr>
          <p:spPr>
            <a:xfrm>
              <a:off x="5889666" y="3005808"/>
              <a:ext cx="34512" cy="22781"/>
            </a:xfrm>
            <a:custGeom>
              <a:avLst/>
              <a:gdLst/>
              <a:ahLst/>
              <a:cxnLst/>
              <a:rect l="l" t="t" r="r" b="b"/>
              <a:pathLst>
                <a:path w="1318" h="870" extrusionOk="0">
                  <a:moveTo>
                    <a:pt x="659" y="1"/>
                  </a:moveTo>
                  <a:cubicBezTo>
                    <a:pt x="296" y="1"/>
                    <a:pt x="1" y="287"/>
                    <a:pt x="1" y="650"/>
                  </a:cubicBezTo>
                  <a:cubicBezTo>
                    <a:pt x="1" y="726"/>
                    <a:pt x="20" y="802"/>
                    <a:pt x="48" y="869"/>
                  </a:cubicBezTo>
                  <a:cubicBezTo>
                    <a:pt x="134" y="612"/>
                    <a:pt x="382" y="440"/>
                    <a:pt x="659" y="440"/>
                  </a:cubicBezTo>
                  <a:cubicBezTo>
                    <a:pt x="935" y="440"/>
                    <a:pt x="1184" y="612"/>
                    <a:pt x="1279" y="869"/>
                  </a:cubicBezTo>
                  <a:cubicBezTo>
                    <a:pt x="1298" y="802"/>
                    <a:pt x="1317" y="726"/>
                    <a:pt x="1317" y="650"/>
                  </a:cubicBezTo>
                  <a:cubicBezTo>
                    <a:pt x="1317" y="287"/>
                    <a:pt x="1021" y="1"/>
                    <a:pt x="659"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6" name="Google Shape;12346;p64"/>
            <p:cNvSpPr/>
            <p:nvPr/>
          </p:nvSpPr>
          <p:spPr>
            <a:xfrm>
              <a:off x="5958375" y="3005808"/>
              <a:ext cx="34486" cy="22781"/>
            </a:xfrm>
            <a:custGeom>
              <a:avLst/>
              <a:gdLst/>
              <a:ahLst/>
              <a:cxnLst/>
              <a:rect l="l" t="t" r="r" b="b"/>
              <a:pathLst>
                <a:path w="1317" h="870" extrusionOk="0">
                  <a:moveTo>
                    <a:pt x="658" y="1"/>
                  </a:moveTo>
                  <a:cubicBezTo>
                    <a:pt x="296" y="1"/>
                    <a:pt x="0" y="287"/>
                    <a:pt x="0" y="650"/>
                  </a:cubicBezTo>
                  <a:cubicBezTo>
                    <a:pt x="0" y="726"/>
                    <a:pt x="19" y="802"/>
                    <a:pt x="38" y="869"/>
                  </a:cubicBezTo>
                  <a:cubicBezTo>
                    <a:pt x="134" y="612"/>
                    <a:pt x="382" y="440"/>
                    <a:pt x="658" y="440"/>
                  </a:cubicBezTo>
                  <a:cubicBezTo>
                    <a:pt x="935" y="440"/>
                    <a:pt x="1183" y="612"/>
                    <a:pt x="1269" y="869"/>
                  </a:cubicBezTo>
                  <a:cubicBezTo>
                    <a:pt x="1297" y="802"/>
                    <a:pt x="1307" y="726"/>
                    <a:pt x="1317" y="650"/>
                  </a:cubicBezTo>
                  <a:cubicBezTo>
                    <a:pt x="1317" y="287"/>
                    <a:pt x="1021" y="1"/>
                    <a:pt x="658"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7" name="Google Shape;12347;p64"/>
            <p:cNvSpPr/>
            <p:nvPr/>
          </p:nvSpPr>
          <p:spPr>
            <a:xfrm>
              <a:off x="5915929" y="3057707"/>
              <a:ext cx="50668" cy="17361"/>
            </a:xfrm>
            <a:custGeom>
              <a:avLst/>
              <a:gdLst/>
              <a:ahLst/>
              <a:cxnLst/>
              <a:rect l="l" t="t" r="r" b="b"/>
              <a:pathLst>
                <a:path w="1935" h="663" extrusionOk="0">
                  <a:moveTo>
                    <a:pt x="312" y="1"/>
                  </a:moveTo>
                  <a:cubicBezTo>
                    <a:pt x="143" y="1"/>
                    <a:pt x="0" y="222"/>
                    <a:pt x="161" y="375"/>
                  </a:cubicBezTo>
                  <a:cubicBezTo>
                    <a:pt x="372" y="558"/>
                    <a:pt x="652" y="662"/>
                    <a:pt x="935" y="662"/>
                  </a:cubicBezTo>
                  <a:cubicBezTo>
                    <a:pt x="948" y="662"/>
                    <a:pt x="960" y="662"/>
                    <a:pt x="972" y="662"/>
                  </a:cubicBezTo>
                  <a:cubicBezTo>
                    <a:pt x="984" y="662"/>
                    <a:pt x="996" y="662"/>
                    <a:pt x="1008" y="662"/>
                  </a:cubicBezTo>
                  <a:cubicBezTo>
                    <a:pt x="1283" y="662"/>
                    <a:pt x="1563" y="558"/>
                    <a:pt x="1774" y="375"/>
                  </a:cubicBezTo>
                  <a:cubicBezTo>
                    <a:pt x="1935" y="222"/>
                    <a:pt x="1793" y="1"/>
                    <a:pt x="1623" y="1"/>
                  </a:cubicBezTo>
                  <a:cubicBezTo>
                    <a:pt x="1571" y="1"/>
                    <a:pt x="1517" y="21"/>
                    <a:pt x="1468" y="70"/>
                  </a:cubicBezTo>
                  <a:cubicBezTo>
                    <a:pt x="1316" y="170"/>
                    <a:pt x="1142" y="220"/>
                    <a:pt x="968" y="220"/>
                  </a:cubicBezTo>
                  <a:cubicBezTo>
                    <a:pt x="793" y="220"/>
                    <a:pt x="619" y="170"/>
                    <a:pt x="467" y="70"/>
                  </a:cubicBezTo>
                  <a:cubicBezTo>
                    <a:pt x="418" y="21"/>
                    <a:pt x="364" y="1"/>
                    <a:pt x="312"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8" name="Google Shape;12348;p64"/>
            <p:cNvSpPr/>
            <p:nvPr/>
          </p:nvSpPr>
          <p:spPr>
            <a:xfrm>
              <a:off x="5901161" y="3012197"/>
              <a:ext cx="11521" cy="16889"/>
            </a:xfrm>
            <a:custGeom>
              <a:avLst/>
              <a:gdLst/>
              <a:ahLst/>
              <a:cxnLst/>
              <a:rect l="l" t="t" r="r" b="b"/>
              <a:pathLst>
                <a:path w="440" h="645" extrusionOk="0">
                  <a:moveTo>
                    <a:pt x="220" y="0"/>
                  </a:moveTo>
                  <a:cubicBezTo>
                    <a:pt x="110" y="0"/>
                    <a:pt x="0" y="72"/>
                    <a:pt x="0" y="215"/>
                  </a:cubicBezTo>
                  <a:lnTo>
                    <a:pt x="0" y="425"/>
                  </a:lnTo>
                  <a:cubicBezTo>
                    <a:pt x="0" y="549"/>
                    <a:pt x="96" y="644"/>
                    <a:pt x="220" y="644"/>
                  </a:cubicBezTo>
                  <a:cubicBezTo>
                    <a:pt x="344" y="644"/>
                    <a:pt x="439" y="549"/>
                    <a:pt x="439" y="434"/>
                  </a:cubicBezTo>
                  <a:lnTo>
                    <a:pt x="439" y="215"/>
                  </a:lnTo>
                  <a:cubicBezTo>
                    <a:pt x="439"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9" name="Google Shape;12349;p64"/>
            <p:cNvSpPr/>
            <p:nvPr/>
          </p:nvSpPr>
          <p:spPr>
            <a:xfrm>
              <a:off x="5969844" y="3012197"/>
              <a:ext cx="11521" cy="16889"/>
            </a:xfrm>
            <a:custGeom>
              <a:avLst/>
              <a:gdLst/>
              <a:ahLst/>
              <a:cxnLst/>
              <a:rect l="l" t="t" r="r" b="b"/>
              <a:pathLst>
                <a:path w="440" h="645" extrusionOk="0">
                  <a:moveTo>
                    <a:pt x="220" y="0"/>
                  </a:moveTo>
                  <a:cubicBezTo>
                    <a:pt x="111" y="0"/>
                    <a:pt x="1" y="72"/>
                    <a:pt x="1" y="215"/>
                  </a:cubicBezTo>
                  <a:lnTo>
                    <a:pt x="1" y="425"/>
                  </a:lnTo>
                  <a:cubicBezTo>
                    <a:pt x="1" y="549"/>
                    <a:pt x="96" y="644"/>
                    <a:pt x="220" y="644"/>
                  </a:cubicBezTo>
                  <a:cubicBezTo>
                    <a:pt x="335" y="644"/>
                    <a:pt x="430" y="549"/>
                    <a:pt x="440" y="434"/>
                  </a:cubicBezTo>
                  <a:lnTo>
                    <a:pt x="440" y="215"/>
                  </a:lnTo>
                  <a:cubicBezTo>
                    <a:pt x="440" y="72"/>
                    <a:pt x="330" y="0"/>
                    <a:pt x="220"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0" name="Google Shape;12350;p64"/>
            <p:cNvSpPr/>
            <p:nvPr/>
          </p:nvSpPr>
          <p:spPr>
            <a:xfrm>
              <a:off x="5922135" y="3011569"/>
              <a:ext cx="38256" cy="11260"/>
            </a:xfrm>
            <a:custGeom>
              <a:avLst/>
              <a:gdLst/>
              <a:ahLst/>
              <a:cxnLst/>
              <a:rect l="l" t="t" r="r" b="b"/>
              <a:pathLst>
                <a:path w="1461" h="430" extrusionOk="0">
                  <a:moveTo>
                    <a:pt x="296" y="0"/>
                  </a:moveTo>
                  <a:cubicBezTo>
                    <a:pt x="1" y="0"/>
                    <a:pt x="1" y="430"/>
                    <a:pt x="296" y="430"/>
                  </a:cubicBezTo>
                  <a:lnTo>
                    <a:pt x="1165" y="430"/>
                  </a:lnTo>
                  <a:cubicBezTo>
                    <a:pt x="1460" y="430"/>
                    <a:pt x="1460" y="0"/>
                    <a:pt x="1165"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1" name="Google Shape;12351;p64"/>
            <p:cNvSpPr/>
            <p:nvPr/>
          </p:nvSpPr>
          <p:spPr>
            <a:xfrm>
              <a:off x="5933630" y="3211648"/>
              <a:ext cx="15266" cy="11521"/>
            </a:xfrm>
            <a:custGeom>
              <a:avLst/>
              <a:gdLst/>
              <a:ahLst/>
              <a:cxnLst/>
              <a:rect l="l" t="t" r="r" b="b"/>
              <a:pathLst>
                <a:path w="583" h="440" extrusionOk="0">
                  <a:moveTo>
                    <a:pt x="296" y="1"/>
                  </a:moveTo>
                  <a:cubicBezTo>
                    <a:pt x="1" y="1"/>
                    <a:pt x="1" y="440"/>
                    <a:pt x="296" y="440"/>
                  </a:cubicBezTo>
                  <a:cubicBezTo>
                    <a:pt x="583" y="440"/>
                    <a:pt x="583" y="1"/>
                    <a:pt x="296"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2" name="Google Shape;12352;p64"/>
            <p:cNvSpPr/>
            <p:nvPr/>
          </p:nvSpPr>
          <p:spPr>
            <a:xfrm>
              <a:off x="5868691" y="2994156"/>
              <a:ext cx="66955" cy="57398"/>
            </a:xfrm>
            <a:custGeom>
              <a:avLst/>
              <a:gdLst/>
              <a:ahLst/>
              <a:cxnLst/>
              <a:rect l="l" t="t" r="r" b="b"/>
              <a:pathLst>
                <a:path w="2557" h="2192" extrusionOk="0">
                  <a:moveTo>
                    <a:pt x="1460" y="446"/>
                  </a:moveTo>
                  <a:cubicBezTo>
                    <a:pt x="1822" y="446"/>
                    <a:pt x="2118" y="732"/>
                    <a:pt x="2118" y="1104"/>
                  </a:cubicBezTo>
                  <a:cubicBezTo>
                    <a:pt x="2118" y="1497"/>
                    <a:pt x="1796" y="1755"/>
                    <a:pt x="1461" y="1755"/>
                  </a:cubicBezTo>
                  <a:cubicBezTo>
                    <a:pt x="1300" y="1755"/>
                    <a:pt x="1135" y="1695"/>
                    <a:pt x="1002" y="1562"/>
                  </a:cubicBezTo>
                  <a:cubicBezTo>
                    <a:pt x="582" y="1152"/>
                    <a:pt x="878" y="446"/>
                    <a:pt x="1460" y="446"/>
                  </a:cubicBezTo>
                  <a:close/>
                  <a:moveTo>
                    <a:pt x="1452" y="0"/>
                  </a:moveTo>
                  <a:cubicBezTo>
                    <a:pt x="1183" y="0"/>
                    <a:pt x="909" y="100"/>
                    <a:pt x="687" y="322"/>
                  </a:cubicBezTo>
                  <a:cubicBezTo>
                    <a:pt x="0" y="1018"/>
                    <a:pt x="487" y="2192"/>
                    <a:pt x="1460" y="2192"/>
                  </a:cubicBezTo>
                  <a:cubicBezTo>
                    <a:pt x="2061" y="2192"/>
                    <a:pt x="2557" y="1705"/>
                    <a:pt x="2557" y="1095"/>
                  </a:cubicBezTo>
                  <a:cubicBezTo>
                    <a:pt x="2557" y="436"/>
                    <a:pt x="2015" y="0"/>
                    <a:pt x="1452"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3" name="Google Shape;12353;p64"/>
            <p:cNvSpPr/>
            <p:nvPr/>
          </p:nvSpPr>
          <p:spPr>
            <a:xfrm>
              <a:off x="5937375" y="2994156"/>
              <a:ext cx="66719" cy="57398"/>
            </a:xfrm>
            <a:custGeom>
              <a:avLst/>
              <a:gdLst/>
              <a:ahLst/>
              <a:cxnLst/>
              <a:rect l="l" t="t" r="r" b="b"/>
              <a:pathLst>
                <a:path w="2548" h="2192" extrusionOk="0">
                  <a:moveTo>
                    <a:pt x="1460" y="446"/>
                  </a:moveTo>
                  <a:cubicBezTo>
                    <a:pt x="1823" y="446"/>
                    <a:pt x="2119" y="732"/>
                    <a:pt x="2119" y="1104"/>
                  </a:cubicBezTo>
                  <a:cubicBezTo>
                    <a:pt x="2119" y="1497"/>
                    <a:pt x="1797" y="1755"/>
                    <a:pt x="1459" y="1755"/>
                  </a:cubicBezTo>
                  <a:cubicBezTo>
                    <a:pt x="1296" y="1755"/>
                    <a:pt x="1129" y="1695"/>
                    <a:pt x="993" y="1562"/>
                  </a:cubicBezTo>
                  <a:cubicBezTo>
                    <a:pt x="583" y="1152"/>
                    <a:pt x="878" y="446"/>
                    <a:pt x="1460" y="446"/>
                  </a:cubicBezTo>
                  <a:close/>
                  <a:moveTo>
                    <a:pt x="1450" y="0"/>
                  </a:moveTo>
                  <a:cubicBezTo>
                    <a:pt x="1182" y="0"/>
                    <a:pt x="910" y="100"/>
                    <a:pt x="688" y="322"/>
                  </a:cubicBezTo>
                  <a:cubicBezTo>
                    <a:pt x="1" y="1018"/>
                    <a:pt x="487" y="2192"/>
                    <a:pt x="1460" y="2192"/>
                  </a:cubicBezTo>
                  <a:cubicBezTo>
                    <a:pt x="2061" y="2192"/>
                    <a:pt x="2548" y="1705"/>
                    <a:pt x="2548" y="1095"/>
                  </a:cubicBezTo>
                  <a:cubicBezTo>
                    <a:pt x="2548" y="436"/>
                    <a:pt x="2010" y="0"/>
                    <a:pt x="1450"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4" name="Google Shape;12354;p64"/>
            <p:cNvSpPr/>
            <p:nvPr/>
          </p:nvSpPr>
          <p:spPr>
            <a:xfrm>
              <a:off x="5811477" y="3169202"/>
              <a:ext cx="49725" cy="65724"/>
            </a:xfrm>
            <a:custGeom>
              <a:avLst/>
              <a:gdLst/>
              <a:ahLst/>
              <a:cxnLst/>
              <a:rect l="l" t="t" r="r" b="b"/>
              <a:pathLst>
                <a:path w="1899" h="2510" extrusionOk="0">
                  <a:moveTo>
                    <a:pt x="220" y="0"/>
                  </a:moveTo>
                  <a:cubicBezTo>
                    <a:pt x="125" y="115"/>
                    <a:pt x="48" y="248"/>
                    <a:pt x="1" y="382"/>
                  </a:cubicBezTo>
                  <a:lnTo>
                    <a:pt x="1212" y="1336"/>
                  </a:lnTo>
                  <a:cubicBezTo>
                    <a:pt x="1365" y="1460"/>
                    <a:pt x="1460" y="1650"/>
                    <a:pt x="1460" y="1860"/>
                  </a:cubicBezTo>
                  <a:lnTo>
                    <a:pt x="1460" y="2509"/>
                  </a:lnTo>
                  <a:lnTo>
                    <a:pt x="1899" y="2509"/>
                  </a:lnTo>
                  <a:lnTo>
                    <a:pt x="1899" y="2500"/>
                  </a:lnTo>
                  <a:lnTo>
                    <a:pt x="1899" y="1851"/>
                  </a:lnTo>
                  <a:cubicBezTo>
                    <a:pt x="1899" y="1517"/>
                    <a:pt x="1746" y="1202"/>
                    <a:pt x="1479" y="992"/>
                  </a:cubicBezTo>
                  <a:lnTo>
                    <a:pt x="220"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5" name="Google Shape;12355;p64"/>
            <p:cNvSpPr/>
            <p:nvPr/>
          </p:nvSpPr>
          <p:spPr>
            <a:xfrm>
              <a:off x="6021324" y="3169202"/>
              <a:ext cx="49725" cy="65724"/>
            </a:xfrm>
            <a:custGeom>
              <a:avLst/>
              <a:gdLst/>
              <a:ahLst/>
              <a:cxnLst/>
              <a:rect l="l" t="t" r="r" b="b"/>
              <a:pathLst>
                <a:path w="1899" h="2510" extrusionOk="0">
                  <a:moveTo>
                    <a:pt x="1679" y="0"/>
                  </a:moveTo>
                  <a:lnTo>
                    <a:pt x="420" y="992"/>
                  </a:lnTo>
                  <a:cubicBezTo>
                    <a:pt x="153" y="1202"/>
                    <a:pt x="0" y="1517"/>
                    <a:pt x="0" y="1851"/>
                  </a:cubicBezTo>
                  <a:lnTo>
                    <a:pt x="0" y="2500"/>
                  </a:lnTo>
                  <a:lnTo>
                    <a:pt x="0" y="2509"/>
                  </a:lnTo>
                  <a:lnTo>
                    <a:pt x="439" y="2509"/>
                  </a:lnTo>
                  <a:lnTo>
                    <a:pt x="439" y="1860"/>
                  </a:lnTo>
                  <a:cubicBezTo>
                    <a:pt x="439" y="1650"/>
                    <a:pt x="525" y="1460"/>
                    <a:pt x="687" y="1336"/>
                  </a:cubicBezTo>
                  <a:lnTo>
                    <a:pt x="1899" y="382"/>
                  </a:lnTo>
                  <a:cubicBezTo>
                    <a:pt x="1851" y="248"/>
                    <a:pt x="1775" y="115"/>
                    <a:pt x="1679" y="0"/>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56" name="Google Shape;12356;p64"/>
          <p:cNvGrpSpPr/>
          <p:nvPr/>
        </p:nvGrpSpPr>
        <p:grpSpPr>
          <a:xfrm>
            <a:off x="7599794" y="4114481"/>
            <a:ext cx="263316" cy="354754"/>
            <a:chOff x="7616069" y="4268056"/>
            <a:chExt cx="263316" cy="354754"/>
          </a:xfrm>
        </p:grpSpPr>
        <p:sp>
          <p:nvSpPr>
            <p:cNvPr id="12357" name="Google Shape;12357;p64"/>
            <p:cNvSpPr/>
            <p:nvPr/>
          </p:nvSpPr>
          <p:spPr>
            <a:xfrm>
              <a:off x="7616069" y="4513881"/>
              <a:ext cx="263316" cy="108930"/>
            </a:xfrm>
            <a:custGeom>
              <a:avLst/>
              <a:gdLst/>
              <a:ahLst/>
              <a:cxnLst/>
              <a:rect l="l" t="t" r="r" b="b"/>
              <a:pathLst>
                <a:path w="10056" h="4160" extrusionOk="0">
                  <a:moveTo>
                    <a:pt x="3129" y="0"/>
                  </a:moveTo>
                  <a:lnTo>
                    <a:pt x="878" y="792"/>
                  </a:lnTo>
                  <a:cubicBezTo>
                    <a:pt x="353" y="983"/>
                    <a:pt x="0" y="1469"/>
                    <a:pt x="0" y="2032"/>
                  </a:cubicBezTo>
                  <a:lnTo>
                    <a:pt x="0" y="3501"/>
                  </a:lnTo>
                  <a:cubicBezTo>
                    <a:pt x="0" y="3864"/>
                    <a:pt x="296" y="4160"/>
                    <a:pt x="658" y="4160"/>
                  </a:cubicBezTo>
                  <a:lnTo>
                    <a:pt x="9407" y="4160"/>
                  </a:lnTo>
                  <a:cubicBezTo>
                    <a:pt x="9759" y="4160"/>
                    <a:pt x="10055" y="3864"/>
                    <a:pt x="10055" y="3501"/>
                  </a:cubicBezTo>
                  <a:lnTo>
                    <a:pt x="10055" y="2032"/>
                  </a:lnTo>
                  <a:cubicBezTo>
                    <a:pt x="10055" y="1469"/>
                    <a:pt x="9702" y="973"/>
                    <a:pt x="9178" y="792"/>
                  </a:cubicBezTo>
                  <a:lnTo>
                    <a:pt x="6917" y="0"/>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8" name="Google Shape;12358;p64"/>
            <p:cNvSpPr/>
            <p:nvPr/>
          </p:nvSpPr>
          <p:spPr>
            <a:xfrm>
              <a:off x="7719238" y="4514116"/>
              <a:ext cx="57214" cy="108694"/>
            </a:xfrm>
            <a:custGeom>
              <a:avLst/>
              <a:gdLst/>
              <a:ahLst/>
              <a:cxnLst/>
              <a:rect l="l" t="t" r="r" b="b"/>
              <a:pathLst>
                <a:path w="2185" h="4151" extrusionOk="0">
                  <a:moveTo>
                    <a:pt x="0" y="1"/>
                  </a:moveTo>
                  <a:lnTo>
                    <a:pt x="0" y="4151"/>
                  </a:lnTo>
                  <a:lnTo>
                    <a:pt x="2185" y="4151"/>
                  </a:lnTo>
                  <a:lnTo>
                    <a:pt x="2185" y="1"/>
                  </a:ln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9" name="Google Shape;12359;p64"/>
            <p:cNvSpPr/>
            <p:nvPr/>
          </p:nvSpPr>
          <p:spPr>
            <a:xfrm>
              <a:off x="7719238" y="4514116"/>
              <a:ext cx="57214" cy="34433"/>
            </a:xfrm>
            <a:custGeom>
              <a:avLst/>
              <a:gdLst/>
              <a:ahLst/>
              <a:cxnLst/>
              <a:rect l="l" t="t" r="r" b="b"/>
              <a:pathLst>
                <a:path w="2185" h="1315" extrusionOk="0">
                  <a:moveTo>
                    <a:pt x="0" y="1"/>
                  </a:moveTo>
                  <a:lnTo>
                    <a:pt x="0" y="936"/>
                  </a:lnTo>
                  <a:cubicBezTo>
                    <a:pt x="315" y="1189"/>
                    <a:pt x="701" y="1315"/>
                    <a:pt x="1089" y="1315"/>
                  </a:cubicBezTo>
                  <a:cubicBezTo>
                    <a:pt x="1476" y="1315"/>
                    <a:pt x="1865" y="1189"/>
                    <a:pt x="2185" y="936"/>
                  </a:cubicBezTo>
                  <a:lnTo>
                    <a:pt x="2185" y="1"/>
                  </a:ln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0" name="Google Shape;12360;p64"/>
            <p:cNvSpPr/>
            <p:nvPr/>
          </p:nvSpPr>
          <p:spPr>
            <a:xfrm>
              <a:off x="7642542" y="4268082"/>
              <a:ext cx="210344" cy="208852"/>
            </a:xfrm>
            <a:custGeom>
              <a:avLst/>
              <a:gdLst/>
              <a:ahLst/>
              <a:cxnLst/>
              <a:rect l="l" t="t" r="r" b="b"/>
              <a:pathLst>
                <a:path w="8033" h="7976" extrusionOk="0">
                  <a:moveTo>
                    <a:pt x="4017" y="0"/>
                  </a:moveTo>
                  <a:cubicBezTo>
                    <a:pt x="1966" y="0"/>
                    <a:pt x="306" y="1670"/>
                    <a:pt x="306" y="3721"/>
                  </a:cubicBezTo>
                  <a:lnTo>
                    <a:pt x="306" y="5466"/>
                  </a:lnTo>
                  <a:cubicBezTo>
                    <a:pt x="315" y="5924"/>
                    <a:pt x="239" y="6382"/>
                    <a:pt x="86" y="6821"/>
                  </a:cubicBezTo>
                  <a:cubicBezTo>
                    <a:pt x="0" y="7050"/>
                    <a:pt x="124" y="7308"/>
                    <a:pt x="353" y="7384"/>
                  </a:cubicBezTo>
                  <a:cubicBezTo>
                    <a:pt x="1117" y="7651"/>
                    <a:pt x="1908" y="7842"/>
                    <a:pt x="2710" y="7975"/>
                  </a:cubicBezTo>
                  <a:lnTo>
                    <a:pt x="5333" y="7975"/>
                  </a:lnTo>
                  <a:cubicBezTo>
                    <a:pt x="6125" y="7842"/>
                    <a:pt x="6917" y="7651"/>
                    <a:pt x="7680" y="7384"/>
                  </a:cubicBezTo>
                  <a:cubicBezTo>
                    <a:pt x="7919" y="7308"/>
                    <a:pt x="8033" y="7050"/>
                    <a:pt x="7947" y="6821"/>
                  </a:cubicBezTo>
                  <a:cubicBezTo>
                    <a:pt x="7795" y="6392"/>
                    <a:pt x="7718" y="5924"/>
                    <a:pt x="7728" y="5466"/>
                  </a:cubicBezTo>
                  <a:lnTo>
                    <a:pt x="7728" y="3721"/>
                  </a:lnTo>
                  <a:cubicBezTo>
                    <a:pt x="7728" y="1670"/>
                    <a:pt x="6068" y="0"/>
                    <a:pt x="4017"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1" name="Google Shape;12361;p64"/>
            <p:cNvSpPr/>
            <p:nvPr/>
          </p:nvSpPr>
          <p:spPr>
            <a:xfrm>
              <a:off x="7713477" y="4462663"/>
              <a:ext cx="68736" cy="74470"/>
            </a:xfrm>
            <a:custGeom>
              <a:avLst/>
              <a:gdLst/>
              <a:ahLst/>
              <a:cxnLst/>
              <a:rect l="l" t="t" r="r" b="b"/>
              <a:pathLst>
                <a:path w="2625" h="2844" extrusionOk="0">
                  <a:moveTo>
                    <a:pt x="1" y="1"/>
                  </a:moveTo>
                  <a:lnTo>
                    <a:pt x="1" y="1527"/>
                  </a:lnTo>
                  <a:cubicBezTo>
                    <a:pt x="1" y="2252"/>
                    <a:pt x="583" y="2844"/>
                    <a:pt x="1308" y="2844"/>
                  </a:cubicBezTo>
                  <a:cubicBezTo>
                    <a:pt x="2033" y="2844"/>
                    <a:pt x="2615" y="2252"/>
                    <a:pt x="2624" y="1527"/>
                  </a:cubicBezTo>
                  <a:lnTo>
                    <a:pt x="2624"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2" name="Google Shape;12362;p64"/>
            <p:cNvSpPr/>
            <p:nvPr/>
          </p:nvSpPr>
          <p:spPr>
            <a:xfrm>
              <a:off x="7713477" y="4462663"/>
              <a:ext cx="68736" cy="28620"/>
            </a:xfrm>
            <a:custGeom>
              <a:avLst/>
              <a:gdLst/>
              <a:ahLst/>
              <a:cxnLst/>
              <a:rect l="l" t="t" r="r" b="b"/>
              <a:pathLst>
                <a:path w="2625" h="1093" extrusionOk="0">
                  <a:moveTo>
                    <a:pt x="1" y="1"/>
                  </a:moveTo>
                  <a:lnTo>
                    <a:pt x="1" y="821"/>
                  </a:lnTo>
                  <a:cubicBezTo>
                    <a:pt x="416" y="1002"/>
                    <a:pt x="862" y="1093"/>
                    <a:pt x="1309" y="1093"/>
                  </a:cubicBezTo>
                  <a:cubicBezTo>
                    <a:pt x="1756" y="1093"/>
                    <a:pt x="2204" y="1002"/>
                    <a:pt x="2624" y="821"/>
                  </a:cubicBezTo>
                  <a:lnTo>
                    <a:pt x="2624"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3" name="Google Shape;12363;p64"/>
            <p:cNvSpPr/>
            <p:nvPr/>
          </p:nvSpPr>
          <p:spPr>
            <a:xfrm>
              <a:off x="7673257" y="4319771"/>
              <a:ext cx="148914" cy="160147"/>
            </a:xfrm>
            <a:custGeom>
              <a:avLst/>
              <a:gdLst/>
              <a:ahLst/>
              <a:cxnLst/>
              <a:rect l="l" t="t" r="r" b="b"/>
              <a:pathLst>
                <a:path w="5687" h="6116" extrusionOk="0">
                  <a:moveTo>
                    <a:pt x="1" y="1"/>
                  </a:moveTo>
                  <a:lnTo>
                    <a:pt x="1" y="3273"/>
                  </a:lnTo>
                  <a:cubicBezTo>
                    <a:pt x="1" y="4838"/>
                    <a:pt x="1279" y="6116"/>
                    <a:pt x="2844" y="6116"/>
                  </a:cubicBezTo>
                  <a:cubicBezTo>
                    <a:pt x="4408" y="6116"/>
                    <a:pt x="5687" y="4838"/>
                    <a:pt x="5687" y="3273"/>
                  </a:cubicBezTo>
                  <a:lnTo>
                    <a:pt x="5687"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4" name="Google Shape;12364;p64"/>
            <p:cNvSpPr/>
            <p:nvPr/>
          </p:nvSpPr>
          <p:spPr>
            <a:xfrm>
              <a:off x="7673047" y="4319771"/>
              <a:ext cx="149124" cy="160174"/>
            </a:xfrm>
            <a:custGeom>
              <a:avLst/>
              <a:gdLst/>
              <a:ahLst/>
              <a:cxnLst/>
              <a:rect l="l" t="t" r="r" b="b"/>
              <a:pathLst>
                <a:path w="5695" h="6117" extrusionOk="0">
                  <a:moveTo>
                    <a:pt x="9" y="1"/>
                  </a:moveTo>
                  <a:lnTo>
                    <a:pt x="9" y="3273"/>
                  </a:lnTo>
                  <a:cubicBezTo>
                    <a:pt x="0" y="4860"/>
                    <a:pt x="1293" y="6116"/>
                    <a:pt x="2825" y="6116"/>
                  </a:cubicBezTo>
                  <a:cubicBezTo>
                    <a:pt x="2978" y="6116"/>
                    <a:pt x="3134" y="6104"/>
                    <a:pt x="3291" y="6078"/>
                  </a:cubicBezTo>
                  <a:cubicBezTo>
                    <a:pt x="1907" y="5858"/>
                    <a:pt x="886" y="4675"/>
                    <a:pt x="886" y="3273"/>
                  </a:cubicBezTo>
                  <a:lnTo>
                    <a:pt x="886" y="2042"/>
                  </a:lnTo>
                  <a:cubicBezTo>
                    <a:pt x="886" y="1747"/>
                    <a:pt x="1039" y="1460"/>
                    <a:pt x="1297" y="1308"/>
                  </a:cubicBezTo>
                  <a:cubicBezTo>
                    <a:pt x="1487" y="1184"/>
                    <a:pt x="1678" y="1041"/>
                    <a:pt x="1860" y="898"/>
                  </a:cubicBezTo>
                  <a:cubicBezTo>
                    <a:pt x="1898" y="869"/>
                    <a:pt x="1945" y="859"/>
                    <a:pt x="1984" y="859"/>
                  </a:cubicBezTo>
                  <a:cubicBezTo>
                    <a:pt x="2031" y="859"/>
                    <a:pt x="2079" y="869"/>
                    <a:pt x="2117" y="898"/>
                  </a:cubicBezTo>
                  <a:cubicBezTo>
                    <a:pt x="2709" y="1336"/>
                    <a:pt x="3901" y="2071"/>
                    <a:pt x="5695" y="2472"/>
                  </a:cubicBezTo>
                  <a:lnTo>
                    <a:pt x="5695"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5" name="Google Shape;12365;p64"/>
            <p:cNvSpPr/>
            <p:nvPr/>
          </p:nvSpPr>
          <p:spPr>
            <a:xfrm>
              <a:off x="7699992" y="4371251"/>
              <a:ext cx="26761" cy="11260"/>
            </a:xfrm>
            <a:custGeom>
              <a:avLst/>
              <a:gdLst/>
              <a:ahLst/>
              <a:cxnLst/>
              <a:rect l="l" t="t" r="r" b="b"/>
              <a:pathLst>
                <a:path w="1022" h="430" extrusionOk="0">
                  <a:moveTo>
                    <a:pt x="296" y="0"/>
                  </a:moveTo>
                  <a:cubicBezTo>
                    <a:pt x="1" y="0"/>
                    <a:pt x="1" y="429"/>
                    <a:pt x="296" y="429"/>
                  </a:cubicBezTo>
                  <a:lnTo>
                    <a:pt x="735" y="429"/>
                  </a:lnTo>
                  <a:cubicBezTo>
                    <a:pt x="1021" y="429"/>
                    <a:pt x="1021" y="0"/>
                    <a:pt x="735" y="0"/>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6" name="Google Shape;12366;p64"/>
            <p:cNvSpPr/>
            <p:nvPr/>
          </p:nvSpPr>
          <p:spPr>
            <a:xfrm>
              <a:off x="7768701" y="4371251"/>
              <a:ext cx="26735" cy="11260"/>
            </a:xfrm>
            <a:custGeom>
              <a:avLst/>
              <a:gdLst/>
              <a:ahLst/>
              <a:cxnLst/>
              <a:rect l="l" t="t" r="r" b="b"/>
              <a:pathLst>
                <a:path w="1021" h="430" extrusionOk="0">
                  <a:moveTo>
                    <a:pt x="296" y="0"/>
                  </a:moveTo>
                  <a:cubicBezTo>
                    <a:pt x="0" y="0"/>
                    <a:pt x="0" y="429"/>
                    <a:pt x="296" y="429"/>
                  </a:cubicBezTo>
                  <a:lnTo>
                    <a:pt x="725" y="429"/>
                  </a:lnTo>
                  <a:cubicBezTo>
                    <a:pt x="1021" y="429"/>
                    <a:pt x="1021" y="0"/>
                    <a:pt x="725" y="0"/>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7" name="Google Shape;12367;p64"/>
            <p:cNvSpPr/>
            <p:nvPr/>
          </p:nvSpPr>
          <p:spPr>
            <a:xfrm>
              <a:off x="7814394" y="4571278"/>
              <a:ext cx="43991" cy="40115"/>
            </a:xfrm>
            <a:custGeom>
              <a:avLst/>
              <a:gdLst/>
              <a:ahLst/>
              <a:cxnLst/>
              <a:rect l="l" t="t" r="r" b="b"/>
              <a:pathLst>
                <a:path w="1680" h="1532" extrusionOk="0">
                  <a:moveTo>
                    <a:pt x="840" y="0"/>
                  </a:moveTo>
                  <a:cubicBezTo>
                    <a:pt x="731" y="0"/>
                    <a:pt x="621" y="74"/>
                    <a:pt x="621" y="222"/>
                  </a:cubicBezTo>
                  <a:lnTo>
                    <a:pt x="621" y="546"/>
                  </a:lnTo>
                  <a:lnTo>
                    <a:pt x="297" y="546"/>
                  </a:lnTo>
                  <a:cubicBezTo>
                    <a:pt x="1" y="546"/>
                    <a:pt x="1" y="985"/>
                    <a:pt x="297" y="985"/>
                  </a:cubicBezTo>
                  <a:lnTo>
                    <a:pt x="621" y="985"/>
                  </a:lnTo>
                  <a:lnTo>
                    <a:pt x="621" y="1309"/>
                  </a:lnTo>
                  <a:cubicBezTo>
                    <a:pt x="621" y="1457"/>
                    <a:pt x="731" y="1531"/>
                    <a:pt x="840" y="1531"/>
                  </a:cubicBezTo>
                  <a:cubicBezTo>
                    <a:pt x="950" y="1531"/>
                    <a:pt x="1060" y="1457"/>
                    <a:pt x="1060" y="1309"/>
                  </a:cubicBezTo>
                  <a:lnTo>
                    <a:pt x="1060" y="985"/>
                  </a:lnTo>
                  <a:lnTo>
                    <a:pt x="1384" y="985"/>
                  </a:lnTo>
                  <a:cubicBezTo>
                    <a:pt x="1680" y="985"/>
                    <a:pt x="1680" y="546"/>
                    <a:pt x="1384" y="546"/>
                  </a:cubicBezTo>
                  <a:lnTo>
                    <a:pt x="1060" y="546"/>
                  </a:lnTo>
                  <a:lnTo>
                    <a:pt x="1060" y="222"/>
                  </a:lnTo>
                  <a:cubicBezTo>
                    <a:pt x="1060" y="74"/>
                    <a:pt x="950" y="0"/>
                    <a:pt x="840" y="0"/>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8" name="Google Shape;12368;p64"/>
            <p:cNvSpPr/>
            <p:nvPr/>
          </p:nvSpPr>
          <p:spPr>
            <a:xfrm>
              <a:off x="7644794" y="4588560"/>
              <a:ext cx="57214" cy="34250"/>
            </a:xfrm>
            <a:custGeom>
              <a:avLst/>
              <a:gdLst/>
              <a:ahLst/>
              <a:cxnLst/>
              <a:rect l="l" t="t" r="r" b="b"/>
              <a:pathLst>
                <a:path w="2185" h="1308" extrusionOk="0">
                  <a:moveTo>
                    <a:pt x="220" y="1"/>
                  </a:moveTo>
                  <a:cubicBezTo>
                    <a:pt x="96" y="1"/>
                    <a:pt x="0" y="96"/>
                    <a:pt x="0" y="211"/>
                  </a:cubicBezTo>
                  <a:lnTo>
                    <a:pt x="0" y="1088"/>
                  </a:lnTo>
                  <a:cubicBezTo>
                    <a:pt x="0" y="1212"/>
                    <a:pt x="96" y="1308"/>
                    <a:pt x="220" y="1308"/>
                  </a:cubicBezTo>
                  <a:lnTo>
                    <a:pt x="1965" y="1308"/>
                  </a:lnTo>
                  <a:cubicBezTo>
                    <a:pt x="2089" y="1308"/>
                    <a:pt x="2185" y="1212"/>
                    <a:pt x="2185" y="1088"/>
                  </a:cubicBezTo>
                  <a:lnTo>
                    <a:pt x="2185" y="211"/>
                  </a:lnTo>
                  <a:cubicBezTo>
                    <a:pt x="2185" y="96"/>
                    <a:pt x="2089" y="1"/>
                    <a:pt x="1965" y="1"/>
                  </a:cubicBezTo>
                  <a:close/>
                </a:path>
              </a:pathLst>
            </a:custGeom>
            <a:solidFill>
              <a:srgbClr val="ACB9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9" name="Google Shape;12369;p64"/>
            <p:cNvSpPr/>
            <p:nvPr/>
          </p:nvSpPr>
          <p:spPr>
            <a:xfrm>
              <a:off x="7667653" y="4571278"/>
              <a:ext cx="11390" cy="28568"/>
            </a:xfrm>
            <a:custGeom>
              <a:avLst/>
              <a:gdLst/>
              <a:ahLst/>
              <a:cxnLst/>
              <a:rect l="l" t="t" r="r" b="b"/>
              <a:pathLst>
                <a:path w="435" h="1091" extrusionOk="0">
                  <a:moveTo>
                    <a:pt x="216" y="0"/>
                  </a:moveTo>
                  <a:cubicBezTo>
                    <a:pt x="107" y="0"/>
                    <a:pt x="0" y="74"/>
                    <a:pt x="5" y="222"/>
                  </a:cubicBezTo>
                  <a:lnTo>
                    <a:pt x="5" y="871"/>
                  </a:lnTo>
                  <a:cubicBezTo>
                    <a:pt x="5" y="995"/>
                    <a:pt x="100" y="1090"/>
                    <a:pt x="215" y="1090"/>
                  </a:cubicBezTo>
                  <a:cubicBezTo>
                    <a:pt x="339" y="1090"/>
                    <a:pt x="434" y="995"/>
                    <a:pt x="434" y="871"/>
                  </a:cubicBezTo>
                  <a:lnTo>
                    <a:pt x="434" y="222"/>
                  </a:lnTo>
                  <a:cubicBezTo>
                    <a:pt x="434" y="74"/>
                    <a:pt x="324" y="0"/>
                    <a:pt x="21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0" name="Google Shape;12370;p64"/>
            <p:cNvSpPr/>
            <p:nvPr/>
          </p:nvSpPr>
          <p:spPr>
            <a:xfrm>
              <a:off x="7707743" y="4388350"/>
              <a:ext cx="11521" cy="17151"/>
            </a:xfrm>
            <a:custGeom>
              <a:avLst/>
              <a:gdLst/>
              <a:ahLst/>
              <a:cxnLst/>
              <a:rect l="l" t="t" r="r" b="b"/>
              <a:pathLst>
                <a:path w="440" h="655" extrusionOk="0">
                  <a:moveTo>
                    <a:pt x="220" y="1"/>
                  </a:moveTo>
                  <a:cubicBezTo>
                    <a:pt x="110" y="1"/>
                    <a:pt x="0" y="72"/>
                    <a:pt x="0" y="215"/>
                  </a:cubicBezTo>
                  <a:lnTo>
                    <a:pt x="0" y="435"/>
                  </a:lnTo>
                  <a:cubicBezTo>
                    <a:pt x="0" y="559"/>
                    <a:pt x="96" y="654"/>
                    <a:pt x="220" y="654"/>
                  </a:cubicBezTo>
                  <a:cubicBezTo>
                    <a:pt x="334" y="654"/>
                    <a:pt x="439" y="559"/>
                    <a:pt x="439" y="435"/>
                  </a:cubicBezTo>
                  <a:lnTo>
                    <a:pt x="439" y="215"/>
                  </a:lnTo>
                  <a:cubicBezTo>
                    <a:pt x="439" y="72"/>
                    <a:pt x="329" y="1"/>
                    <a:pt x="220"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1" name="Google Shape;12371;p64"/>
            <p:cNvSpPr/>
            <p:nvPr/>
          </p:nvSpPr>
          <p:spPr>
            <a:xfrm>
              <a:off x="7776426" y="4388350"/>
              <a:ext cx="11286" cy="17151"/>
            </a:xfrm>
            <a:custGeom>
              <a:avLst/>
              <a:gdLst/>
              <a:ahLst/>
              <a:cxnLst/>
              <a:rect l="l" t="t" r="r" b="b"/>
              <a:pathLst>
                <a:path w="431" h="655" extrusionOk="0">
                  <a:moveTo>
                    <a:pt x="215" y="1"/>
                  </a:moveTo>
                  <a:cubicBezTo>
                    <a:pt x="108" y="1"/>
                    <a:pt x="1" y="72"/>
                    <a:pt x="1" y="215"/>
                  </a:cubicBezTo>
                  <a:lnTo>
                    <a:pt x="1" y="435"/>
                  </a:lnTo>
                  <a:cubicBezTo>
                    <a:pt x="1" y="559"/>
                    <a:pt x="96" y="654"/>
                    <a:pt x="220" y="654"/>
                  </a:cubicBezTo>
                  <a:cubicBezTo>
                    <a:pt x="335" y="654"/>
                    <a:pt x="430" y="559"/>
                    <a:pt x="430" y="435"/>
                  </a:cubicBezTo>
                  <a:lnTo>
                    <a:pt x="430" y="215"/>
                  </a:lnTo>
                  <a:cubicBezTo>
                    <a:pt x="430" y="72"/>
                    <a:pt x="323" y="1"/>
                    <a:pt x="215"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2" name="Google Shape;12372;p64"/>
            <p:cNvSpPr/>
            <p:nvPr/>
          </p:nvSpPr>
          <p:spPr>
            <a:xfrm>
              <a:off x="7721987" y="4425454"/>
              <a:ext cx="51480" cy="22886"/>
            </a:xfrm>
            <a:custGeom>
              <a:avLst/>
              <a:gdLst/>
              <a:ahLst/>
              <a:cxnLst/>
              <a:rect l="l" t="t" r="r" b="b"/>
              <a:pathLst>
                <a:path w="1966" h="874" extrusionOk="0">
                  <a:moveTo>
                    <a:pt x="229" y="0"/>
                  </a:moveTo>
                  <a:cubicBezTo>
                    <a:pt x="95" y="0"/>
                    <a:pt x="0" y="134"/>
                    <a:pt x="38" y="258"/>
                  </a:cubicBezTo>
                  <a:cubicBezTo>
                    <a:pt x="219" y="668"/>
                    <a:pt x="601" y="873"/>
                    <a:pt x="981" y="873"/>
                  </a:cubicBezTo>
                  <a:cubicBezTo>
                    <a:pt x="1362" y="873"/>
                    <a:pt x="1741" y="668"/>
                    <a:pt x="1918" y="258"/>
                  </a:cubicBezTo>
                  <a:cubicBezTo>
                    <a:pt x="1965" y="134"/>
                    <a:pt x="1870" y="0"/>
                    <a:pt x="173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3" name="Google Shape;12373;p64"/>
            <p:cNvSpPr/>
            <p:nvPr/>
          </p:nvSpPr>
          <p:spPr>
            <a:xfrm>
              <a:off x="7650528" y="4268056"/>
              <a:ext cx="194371" cy="108956"/>
            </a:xfrm>
            <a:custGeom>
              <a:avLst/>
              <a:gdLst/>
              <a:ahLst/>
              <a:cxnLst/>
              <a:rect l="l" t="t" r="r" b="b"/>
              <a:pathLst>
                <a:path w="7423" h="4161" extrusionOk="0">
                  <a:moveTo>
                    <a:pt x="3711" y="0"/>
                  </a:moveTo>
                  <a:cubicBezTo>
                    <a:pt x="3689" y="0"/>
                    <a:pt x="3667" y="1"/>
                    <a:pt x="3645" y="1"/>
                  </a:cubicBezTo>
                  <a:cubicBezTo>
                    <a:pt x="1622" y="39"/>
                    <a:pt x="1" y="1690"/>
                    <a:pt x="1" y="3712"/>
                  </a:cubicBezTo>
                  <a:lnTo>
                    <a:pt x="1" y="3855"/>
                  </a:lnTo>
                  <a:cubicBezTo>
                    <a:pt x="468" y="3674"/>
                    <a:pt x="1594" y="3216"/>
                    <a:pt x="2452" y="2529"/>
                  </a:cubicBezTo>
                  <a:cubicBezTo>
                    <a:pt x="2568" y="2437"/>
                    <a:pt x="2709" y="2392"/>
                    <a:pt x="2850" y="2392"/>
                  </a:cubicBezTo>
                  <a:cubicBezTo>
                    <a:pt x="2988" y="2392"/>
                    <a:pt x="3127" y="2435"/>
                    <a:pt x="3244" y="2520"/>
                  </a:cubicBezTo>
                  <a:cubicBezTo>
                    <a:pt x="3874" y="2997"/>
                    <a:pt x="5267" y="3846"/>
                    <a:pt x="7423" y="4160"/>
                  </a:cubicBezTo>
                  <a:lnTo>
                    <a:pt x="7423" y="3817"/>
                  </a:lnTo>
                  <a:cubicBezTo>
                    <a:pt x="7423" y="1759"/>
                    <a:pt x="5760" y="0"/>
                    <a:pt x="3711"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4" name="Google Shape;12374;p64"/>
            <p:cNvSpPr/>
            <p:nvPr/>
          </p:nvSpPr>
          <p:spPr>
            <a:xfrm>
              <a:off x="7747701" y="4492147"/>
              <a:ext cx="65724" cy="130663"/>
            </a:xfrm>
            <a:custGeom>
              <a:avLst/>
              <a:gdLst/>
              <a:ahLst/>
              <a:cxnLst/>
              <a:rect l="l" t="t" r="r" b="b"/>
              <a:pathLst>
                <a:path w="2510" h="4990" extrusionOk="0">
                  <a:moveTo>
                    <a:pt x="1308" y="0"/>
                  </a:moveTo>
                  <a:lnTo>
                    <a:pt x="1" y="4990"/>
                  </a:lnTo>
                  <a:lnTo>
                    <a:pt x="1088" y="4990"/>
                  </a:lnTo>
                  <a:lnTo>
                    <a:pt x="2300" y="2366"/>
                  </a:lnTo>
                  <a:cubicBezTo>
                    <a:pt x="2367" y="2223"/>
                    <a:pt x="2348" y="2061"/>
                    <a:pt x="2271" y="1937"/>
                  </a:cubicBezTo>
                  <a:lnTo>
                    <a:pt x="1966" y="1489"/>
                  </a:lnTo>
                  <a:lnTo>
                    <a:pt x="2395" y="916"/>
                  </a:lnTo>
                  <a:cubicBezTo>
                    <a:pt x="2510" y="764"/>
                    <a:pt x="2452" y="544"/>
                    <a:pt x="2281" y="458"/>
                  </a:cubicBezTo>
                  <a:lnTo>
                    <a:pt x="1308"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5" name="Google Shape;12375;p64"/>
            <p:cNvSpPr/>
            <p:nvPr/>
          </p:nvSpPr>
          <p:spPr>
            <a:xfrm>
              <a:off x="7682003" y="4492147"/>
              <a:ext cx="65724" cy="130663"/>
            </a:xfrm>
            <a:custGeom>
              <a:avLst/>
              <a:gdLst/>
              <a:ahLst/>
              <a:cxnLst/>
              <a:rect l="l" t="t" r="r" b="b"/>
              <a:pathLst>
                <a:path w="2510" h="4990" extrusionOk="0">
                  <a:moveTo>
                    <a:pt x="1203" y="0"/>
                  </a:moveTo>
                  <a:lnTo>
                    <a:pt x="230" y="458"/>
                  </a:lnTo>
                  <a:cubicBezTo>
                    <a:pt x="58" y="544"/>
                    <a:pt x="1" y="764"/>
                    <a:pt x="115" y="916"/>
                  </a:cubicBezTo>
                  <a:lnTo>
                    <a:pt x="544" y="1489"/>
                  </a:lnTo>
                  <a:lnTo>
                    <a:pt x="239" y="1937"/>
                  </a:lnTo>
                  <a:cubicBezTo>
                    <a:pt x="153" y="2071"/>
                    <a:pt x="144" y="2233"/>
                    <a:pt x="211" y="2366"/>
                  </a:cubicBezTo>
                  <a:lnTo>
                    <a:pt x="1422" y="4990"/>
                  </a:lnTo>
                  <a:lnTo>
                    <a:pt x="2510" y="4990"/>
                  </a:lnTo>
                  <a:lnTo>
                    <a:pt x="1203"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6" name="Google Shape;12376;p64"/>
            <p:cNvSpPr/>
            <p:nvPr/>
          </p:nvSpPr>
          <p:spPr>
            <a:xfrm>
              <a:off x="7715231" y="4268082"/>
              <a:ext cx="129668" cy="92931"/>
            </a:xfrm>
            <a:custGeom>
              <a:avLst/>
              <a:gdLst/>
              <a:ahLst/>
              <a:cxnLst/>
              <a:rect l="l" t="t" r="r" b="b"/>
              <a:pathLst>
                <a:path w="4952" h="3549" extrusionOk="0">
                  <a:moveTo>
                    <a:pt x="1248" y="1"/>
                  </a:moveTo>
                  <a:cubicBezTo>
                    <a:pt x="837" y="1"/>
                    <a:pt x="417" y="71"/>
                    <a:pt x="0" y="220"/>
                  </a:cubicBezTo>
                  <a:cubicBezTo>
                    <a:pt x="859" y="1336"/>
                    <a:pt x="2509" y="2986"/>
                    <a:pt x="4952" y="3549"/>
                  </a:cubicBezTo>
                  <a:cubicBezTo>
                    <a:pt x="4858" y="1501"/>
                    <a:pt x="3156" y="1"/>
                    <a:pt x="1248" y="1"/>
                  </a:cubicBezTo>
                  <a:close/>
                </a:path>
              </a:pathLst>
            </a:custGeom>
            <a:solidFill>
              <a:srgbClr val="788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7" name="Google Shape;12377;p64"/>
            <p:cNvSpPr/>
            <p:nvPr/>
          </p:nvSpPr>
          <p:spPr>
            <a:xfrm>
              <a:off x="7644794" y="4605554"/>
              <a:ext cx="57214" cy="17256"/>
            </a:xfrm>
            <a:custGeom>
              <a:avLst/>
              <a:gdLst/>
              <a:ahLst/>
              <a:cxnLst/>
              <a:rect l="l" t="t" r="r" b="b"/>
              <a:pathLst>
                <a:path w="2185" h="659" extrusionOk="0">
                  <a:moveTo>
                    <a:pt x="0" y="0"/>
                  </a:moveTo>
                  <a:lnTo>
                    <a:pt x="0" y="439"/>
                  </a:lnTo>
                  <a:cubicBezTo>
                    <a:pt x="0" y="563"/>
                    <a:pt x="96" y="659"/>
                    <a:pt x="220" y="659"/>
                  </a:cubicBezTo>
                  <a:lnTo>
                    <a:pt x="1965" y="659"/>
                  </a:lnTo>
                  <a:cubicBezTo>
                    <a:pt x="2089" y="659"/>
                    <a:pt x="2185" y="563"/>
                    <a:pt x="2185" y="439"/>
                  </a:cubicBezTo>
                  <a:lnTo>
                    <a:pt x="2185" y="0"/>
                  </a:lnTo>
                  <a:cubicBezTo>
                    <a:pt x="2185" y="125"/>
                    <a:pt x="2089" y="220"/>
                    <a:pt x="1965" y="220"/>
                  </a:cubicBezTo>
                  <a:lnTo>
                    <a:pt x="220" y="220"/>
                  </a:lnTo>
                  <a:cubicBezTo>
                    <a:pt x="96" y="220"/>
                    <a:pt x="0" y="125"/>
                    <a:pt x="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78" name="Google Shape;12378;p64"/>
          <p:cNvGrpSpPr/>
          <p:nvPr/>
        </p:nvGrpSpPr>
        <p:grpSpPr>
          <a:xfrm>
            <a:off x="7148129" y="4114743"/>
            <a:ext cx="263316" cy="354493"/>
            <a:chOff x="7164404" y="4268318"/>
            <a:chExt cx="263316" cy="354493"/>
          </a:xfrm>
        </p:grpSpPr>
        <p:sp>
          <p:nvSpPr>
            <p:cNvPr id="12379" name="Google Shape;12379;p64"/>
            <p:cNvSpPr/>
            <p:nvPr/>
          </p:nvSpPr>
          <p:spPr>
            <a:xfrm>
              <a:off x="7170898" y="4268318"/>
              <a:ext cx="250590" cy="280049"/>
            </a:xfrm>
            <a:custGeom>
              <a:avLst/>
              <a:gdLst/>
              <a:ahLst/>
              <a:cxnLst/>
              <a:rect l="l" t="t" r="r" b="b"/>
              <a:pathLst>
                <a:path w="9570" h="10695" extrusionOk="0">
                  <a:moveTo>
                    <a:pt x="4780" y="1"/>
                  </a:moveTo>
                  <a:cubicBezTo>
                    <a:pt x="3016" y="1"/>
                    <a:pt x="1499" y="1260"/>
                    <a:pt x="1193" y="3006"/>
                  </a:cubicBezTo>
                  <a:lnTo>
                    <a:pt x="30" y="9531"/>
                  </a:lnTo>
                  <a:cubicBezTo>
                    <a:pt x="1" y="9703"/>
                    <a:pt x="77" y="9884"/>
                    <a:pt x="239" y="9979"/>
                  </a:cubicBezTo>
                  <a:lnTo>
                    <a:pt x="1508" y="10695"/>
                  </a:lnTo>
                  <a:lnTo>
                    <a:pt x="8062" y="10695"/>
                  </a:lnTo>
                  <a:lnTo>
                    <a:pt x="9341" y="9979"/>
                  </a:lnTo>
                  <a:cubicBezTo>
                    <a:pt x="9493" y="9884"/>
                    <a:pt x="9570" y="9703"/>
                    <a:pt x="9531" y="9531"/>
                  </a:cubicBezTo>
                  <a:lnTo>
                    <a:pt x="8377" y="3006"/>
                  </a:lnTo>
                  <a:cubicBezTo>
                    <a:pt x="8062" y="1260"/>
                    <a:pt x="6555" y="1"/>
                    <a:pt x="478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0" name="Google Shape;12380;p64"/>
            <p:cNvSpPr/>
            <p:nvPr/>
          </p:nvSpPr>
          <p:spPr>
            <a:xfrm>
              <a:off x="7164404" y="4474158"/>
              <a:ext cx="263316" cy="148652"/>
            </a:xfrm>
            <a:custGeom>
              <a:avLst/>
              <a:gdLst/>
              <a:ahLst/>
              <a:cxnLst/>
              <a:rect l="l" t="t" r="r" b="b"/>
              <a:pathLst>
                <a:path w="10056" h="5677" extrusionOk="0">
                  <a:moveTo>
                    <a:pt x="3712" y="1"/>
                  </a:moveTo>
                  <a:lnTo>
                    <a:pt x="3712" y="1126"/>
                  </a:lnTo>
                  <a:cubicBezTo>
                    <a:pt x="3712" y="1498"/>
                    <a:pt x="3483" y="1823"/>
                    <a:pt x="3130" y="1947"/>
                  </a:cubicBezTo>
                  <a:lnTo>
                    <a:pt x="879" y="2748"/>
                  </a:lnTo>
                  <a:cubicBezTo>
                    <a:pt x="354" y="2929"/>
                    <a:pt x="1" y="3425"/>
                    <a:pt x="1" y="3979"/>
                  </a:cubicBezTo>
                  <a:lnTo>
                    <a:pt x="1" y="5018"/>
                  </a:lnTo>
                  <a:cubicBezTo>
                    <a:pt x="1" y="5381"/>
                    <a:pt x="297" y="5677"/>
                    <a:pt x="659" y="5677"/>
                  </a:cubicBezTo>
                  <a:lnTo>
                    <a:pt x="9398" y="5677"/>
                  </a:lnTo>
                  <a:cubicBezTo>
                    <a:pt x="9760" y="5677"/>
                    <a:pt x="10056" y="5381"/>
                    <a:pt x="10056" y="5018"/>
                  </a:cubicBezTo>
                  <a:lnTo>
                    <a:pt x="10056" y="3979"/>
                  </a:lnTo>
                  <a:cubicBezTo>
                    <a:pt x="10056" y="3425"/>
                    <a:pt x="9703" y="2929"/>
                    <a:pt x="9178" y="2748"/>
                  </a:cubicBezTo>
                  <a:lnTo>
                    <a:pt x="6927" y="1947"/>
                  </a:lnTo>
                  <a:cubicBezTo>
                    <a:pt x="6574" y="1823"/>
                    <a:pt x="6345" y="1498"/>
                    <a:pt x="6335" y="1126"/>
                  </a:cubicBezTo>
                  <a:lnTo>
                    <a:pt x="6335" y="1"/>
                  </a:ln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1" name="Google Shape;12381;p64"/>
            <p:cNvSpPr/>
            <p:nvPr/>
          </p:nvSpPr>
          <p:spPr>
            <a:xfrm>
              <a:off x="7164666" y="4547607"/>
              <a:ext cx="263055" cy="75203"/>
            </a:xfrm>
            <a:custGeom>
              <a:avLst/>
              <a:gdLst/>
              <a:ahLst/>
              <a:cxnLst/>
              <a:rect l="l" t="t" r="r" b="b"/>
              <a:pathLst>
                <a:path w="10046" h="2872" extrusionOk="0">
                  <a:moveTo>
                    <a:pt x="745" y="0"/>
                  </a:moveTo>
                  <a:cubicBezTo>
                    <a:pt x="287" y="210"/>
                    <a:pt x="0" y="668"/>
                    <a:pt x="0" y="1183"/>
                  </a:cubicBezTo>
                  <a:lnTo>
                    <a:pt x="0" y="2213"/>
                  </a:lnTo>
                  <a:cubicBezTo>
                    <a:pt x="0" y="2576"/>
                    <a:pt x="287" y="2872"/>
                    <a:pt x="649" y="2872"/>
                  </a:cubicBezTo>
                  <a:lnTo>
                    <a:pt x="9388" y="2872"/>
                  </a:lnTo>
                  <a:cubicBezTo>
                    <a:pt x="9750" y="2872"/>
                    <a:pt x="10046" y="2576"/>
                    <a:pt x="10046" y="2213"/>
                  </a:cubicBezTo>
                  <a:lnTo>
                    <a:pt x="10046" y="1183"/>
                  </a:lnTo>
                  <a:cubicBezTo>
                    <a:pt x="10046" y="668"/>
                    <a:pt x="9750" y="210"/>
                    <a:pt x="9292" y="0"/>
                  </a:cubicBezTo>
                  <a:cubicBezTo>
                    <a:pt x="8405" y="802"/>
                    <a:pt x="6822" y="1345"/>
                    <a:pt x="5018" y="1345"/>
                  </a:cubicBezTo>
                  <a:cubicBezTo>
                    <a:pt x="3215" y="1345"/>
                    <a:pt x="1632" y="802"/>
                    <a:pt x="745" y="0"/>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2" name="Google Shape;12382;p64"/>
            <p:cNvSpPr/>
            <p:nvPr/>
          </p:nvSpPr>
          <p:spPr>
            <a:xfrm>
              <a:off x="7175166" y="4547607"/>
              <a:ext cx="242080" cy="46740"/>
            </a:xfrm>
            <a:custGeom>
              <a:avLst/>
              <a:gdLst/>
              <a:ahLst/>
              <a:cxnLst/>
              <a:rect l="l" t="t" r="r" b="b"/>
              <a:pathLst>
                <a:path w="9245" h="1785" extrusionOk="0">
                  <a:moveTo>
                    <a:pt x="344" y="0"/>
                  </a:moveTo>
                  <a:cubicBezTo>
                    <a:pt x="220" y="57"/>
                    <a:pt x="96" y="143"/>
                    <a:pt x="0" y="239"/>
                  </a:cubicBezTo>
                  <a:cubicBezTo>
                    <a:pt x="868" y="1164"/>
                    <a:pt x="2595" y="1784"/>
                    <a:pt x="4617" y="1784"/>
                  </a:cubicBezTo>
                  <a:cubicBezTo>
                    <a:pt x="6649" y="1784"/>
                    <a:pt x="8367" y="1164"/>
                    <a:pt x="9244" y="239"/>
                  </a:cubicBezTo>
                  <a:cubicBezTo>
                    <a:pt x="9139" y="143"/>
                    <a:pt x="9025" y="57"/>
                    <a:pt x="8891" y="0"/>
                  </a:cubicBezTo>
                  <a:cubicBezTo>
                    <a:pt x="8004" y="802"/>
                    <a:pt x="6421" y="1345"/>
                    <a:pt x="4617" y="1345"/>
                  </a:cubicBezTo>
                  <a:cubicBezTo>
                    <a:pt x="2814" y="1345"/>
                    <a:pt x="1231" y="802"/>
                    <a:pt x="344" y="0"/>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3" name="Google Shape;12383;p64"/>
            <p:cNvSpPr/>
            <p:nvPr/>
          </p:nvSpPr>
          <p:spPr>
            <a:xfrm>
              <a:off x="7261838" y="4474158"/>
              <a:ext cx="68709" cy="22833"/>
            </a:xfrm>
            <a:custGeom>
              <a:avLst/>
              <a:gdLst/>
              <a:ahLst/>
              <a:cxnLst/>
              <a:rect l="l" t="t" r="r" b="b"/>
              <a:pathLst>
                <a:path w="2624" h="872" extrusionOk="0">
                  <a:moveTo>
                    <a:pt x="0" y="1"/>
                  </a:moveTo>
                  <a:lnTo>
                    <a:pt x="0" y="592"/>
                  </a:lnTo>
                  <a:cubicBezTo>
                    <a:pt x="415" y="778"/>
                    <a:pt x="861" y="871"/>
                    <a:pt x="1309" y="871"/>
                  </a:cubicBezTo>
                  <a:cubicBezTo>
                    <a:pt x="1756" y="871"/>
                    <a:pt x="2204" y="778"/>
                    <a:pt x="2624" y="592"/>
                  </a:cubicBezTo>
                  <a:lnTo>
                    <a:pt x="2624" y="1"/>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4" name="Google Shape;12384;p64"/>
            <p:cNvSpPr/>
            <p:nvPr/>
          </p:nvSpPr>
          <p:spPr>
            <a:xfrm>
              <a:off x="7221618" y="4291046"/>
              <a:ext cx="148914" cy="194371"/>
            </a:xfrm>
            <a:custGeom>
              <a:avLst/>
              <a:gdLst/>
              <a:ahLst/>
              <a:cxnLst/>
              <a:rect l="l" t="t" r="r" b="b"/>
              <a:pathLst>
                <a:path w="5687" h="7423" extrusionOk="0">
                  <a:moveTo>
                    <a:pt x="2843" y="1"/>
                  </a:moveTo>
                  <a:cubicBezTo>
                    <a:pt x="1460" y="1"/>
                    <a:pt x="277" y="1002"/>
                    <a:pt x="48" y="2367"/>
                  </a:cubicBezTo>
                  <a:cubicBezTo>
                    <a:pt x="20" y="2538"/>
                    <a:pt x="1" y="2710"/>
                    <a:pt x="10" y="2872"/>
                  </a:cubicBezTo>
                  <a:lnTo>
                    <a:pt x="10" y="4589"/>
                  </a:lnTo>
                  <a:cubicBezTo>
                    <a:pt x="10" y="6154"/>
                    <a:pt x="1279" y="7423"/>
                    <a:pt x="2843" y="7423"/>
                  </a:cubicBezTo>
                  <a:cubicBezTo>
                    <a:pt x="4408" y="7423"/>
                    <a:pt x="5686" y="6154"/>
                    <a:pt x="5686" y="4580"/>
                  </a:cubicBezTo>
                  <a:lnTo>
                    <a:pt x="5686" y="2872"/>
                  </a:lnTo>
                  <a:cubicBezTo>
                    <a:pt x="5686" y="2710"/>
                    <a:pt x="5667" y="2538"/>
                    <a:pt x="5639" y="2367"/>
                  </a:cubicBezTo>
                  <a:cubicBezTo>
                    <a:pt x="5410" y="1002"/>
                    <a:pt x="4227" y="1"/>
                    <a:pt x="2843"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5" name="Google Shape;12385;p64"/>
            <p:cNvSpPr/>
            <p:nvPr/>
          </p:nvSpPr>
          <p:spPr>
            <a:xfrm>
              <a:off x="7221382" y="4291046"/>
              <a:ext cx="148888" cy="194397"/>
            </a:xfrm>
            <a:custGeom>
              <a:avLst/>
              <a:gdLst/>
              <a:ahLst/>
              <a:cxnLst/>
              <a:rect l="l" t="t" r="r" b="b"/>
              <a:pathLst>
                <a:path w="5686" h="7424" extrusionOk="0">
                  <a:moveTo>
                    <a:pt x="2850" y="0"/>
                  </a:moveTo>
                  <a:cubicBezTo>
                    <a:pt x="1511" y="0"/>
                    <a:pt x="349" y="946"/>
                    <a:pt x="76" y="2262"/>
                  </a:cubicBezTo>
                  <a:cubicBezTo>
                    <a:pt x="38" y="2462"/>
                    <a:pt x="10" y="2672"/>
                    <a:pt x="10" y="2872"/>
                  </a:cubicBezTo>
                  <a:lnTo>
                    <a:pt x="10" y="3044"/>
                  </a:lnTo>
                  <a:lnTo>
                    <a:pt x="10" y="4589"/>
                  </a:lnTo>
                  <a:cubicBezTo>
                    <a:pt x="1" y="6176"/>
                    <a:pt x="1292" y="7423"/>
                    <a:pt x="2823" y="7423"/>
                  </a:cubicBezTo>
                  <a:cubicBezTo>
                    <a:pt x="2977" y="7423"/>
                    <a:pt x="3134" y="7411"/>
                    <a:pt x="3291" y="7385"/>
                  </a:cubicBezTo>
                  <a:cubicBezTo>
                    <a:pt x="1908" y="7175"/>
                    <a:pt x="887" y="5982"/>
                    <a:pt x="887" y="4589"/>
                  </a:cubicBezTo>
                  <a:lnTo>
                    <a:pt x="887" y="3378"/>
                  </a:lnTo>
                  <a:cubicBezTo>
                    <a:pt x="887" y="2949"/>
                    <a:pt x="1193" y="2586"/>
                    <a:pt x="1612" y="2519"/>
                  </a:cubicBezTo>
                  <a:cubicBezTo>
                    <a:pt x="2022" y="2443"/>
                    <a:pt x="2442" y="2405"/>
                    <a:pt x="2852" y="2405"/>
                  </a:cubicBezTo>
                  <a:cubicBezTo>
                    <a:pt x="3835" y="2405"/>
                    <a:pt x="4770" y="2596"/>
                    <a:pt x="5476" y="2949"/>
                  </a:cubicBezTo>
                  <a:lnTo>
                    <a:pt x="5686" y="3044"/>
                  </a:lnTo>
                  <a:lnTo>
                    <a:pt x="5686" y="2882"/>
                  </a:lnTo>
                  <a:cubicBezTo>
                    <a:pt x="5686" y="2710"/>
                    <a:pt x="5676" y="2538"/>
                    <a:pt x="5648" y="2367"/>
                  </a:cubicBezTo>
                  <a:cubicBezTo>
                    <a:pt x="5428" y="1022"/>
                    <a:pt x="4274" y="29"/>
                    <a:pt x="2910" y="1"/>
                  </a:cubicBezTo>
                  <a:cubicBezTo>
                    <a:pt x="2890" y="0"/>
                    <a:pt x="2870" y="0"/>
                    <a:pt x="2850"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6" name="Google Shape;12386;p64"/>
            <p:cNvSpPr/>
            <p:nvPr/>
          </p:nvSpPr>
          <p:spPr>
            <a:xfrm>
              <a:off x="7270767" y="4433755"/>
              <a:ext cx="50799" cy="17465"/>
            </a:xfrm>
            <a:custGeom>
              <a:avLst/>
              <a:gdLst/>
              <a:ahLst/>
              <a:cxnLst/>
              <a:rect l="l" t="t" r="r" b="b"/>
              <a:pathLst>
                <a:path w="1940" h="667" extrusionOk="0">
                  <a:moveTo>
                    <a:pt x="321" y="1"/>
                  </a:moveTo>
                  <a:cubicBezTo>
                    <a:pt x="149" y="1"/>
                    <a:pt x="0" y="224"/>
                    <a:pt x="156" y="380"/>
                  </a:cubicBezTo>
                  <a:cubicBezTo>
                    <a:pt x="375" y="562"/>
                    <a:pt x="647" y="666"/>
                    <a:pt x="929" y="666"/>
                  </a:cubicBezTo>
                  <a:cubicBezTo>
                    <a:pt x="942" y="666"/>
                    <a:pt x="954" y="666"/>
                    <a:pt x="966" y="666"/>
                  </a:cubicBezTo>
                  <a:cubicBezTo>
                    <a:pt x="979" y="666"/>
                    <a:pt x="991" y="666"/>
                    <a:pt x="1004" y="666"/>
                  </a:cubicBezTo>
                  <a:cubicBezTo>
                    <a:pt x="1286" y="666"/>
                    <a:pt x="1558" y="562"/>
                    <a:pt x="1777" y="380"/>
                  </a:cubicBezTo>
                  <a:cubicBezTo>
                    <a:pt x="1940" y="224"/>
                    <a:pt x="1788" y="1"/>
                    <a:pt x="1618" y="1"/>
                  </a:cubicBezTo>
                  <a:cubicBezTo>
                    <a:pt x="1568" y="1"/>
                    <a:pt x="1517" y="20"/>
                    <a:pt x="1472" y="65"/>
                  </a:cubicBezTo>
                  <a:cubicBezTo>
                    <a:pt x="1319" y="170"/>
                    <a:pt x="1143" y="222"/>
                    <a:pt x="968" y="222"/>
                  </a:cubicBezTo>
                  <a:cubicBezTo>
                    <a:pt x="792" y="222"/>
                    <a:pt x="618" y="170"/>
                    <a:pt x="470" y="65"/>
                  </a:cubicBezTo>
                  <a:cubicBezTo>
                    <a:pt x="423" y="20"/>
                    <a:pt x="371" y="1"/>
                    <a:pt x="321"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7" name="Google Shape;12387;p64"/>
            <p:cNvSpPr/>
            <p:nvPr/>
          </p:nvSpPr>
          <p:spPr>
            <a:xfrm>
              <a:off x="7256104" y="4394084"/>
              <a:ext cx="11495" cy="17151"/>
            </a:xfrm>
            <a:custGeom>
              <a:avLst/>
              <a:gdLst/>
              <a:ahLst/>
              <a:cxnLst/>
              <a:rect l="l" t="t" r="r" b="b"/>
              <a:pathLst>
                <a:path w="439" h="655" extrusionOk="0">
                  <a:moveTo>
                    <a:pt x="219" y="1"/>
                  </a:moveTo>
                  <a:cubicBezTo>
                    <a:pt x="110" y="1"/>
                    <a:pt x="0" y="73"/>
                    <a:pt x="0" y="216"/>
                  </a:cubicBezTo>
                  <a:lnTo>
                    <a:pt x="0" y="435"/>
                  </a:lnTo>
                  <a:cubicBezTo>
                    <a:pt x="0" y="559"/>
                    <a:pt x="95" y="654"/>
                    <a:pt x="219" y="654"/>
                  </a:cubicBezTo>
                  <a:cubicBezTo>
                    <a:pt x="334" y="654"/>
                    <a:pt x="439" y="559"/>
                    <a:pt x="439" y="435"/>
                  </a:cubicBezTo>
                  <a:lnTo>
                    <a:pt x="439" y="216"/>
                  </a:lnTo>
                  <a:cubicBezTo>
                    <a:pt x="439" y="73"/>
                    <a:pt x="329" y="1"/>
                    <a:pt x="219"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8" name="Google Shape;12388;p64"/>
            <p:cNvSpPr/>
            <p:nvPr/>
          </p:nvSpPr>
          <p:spPr>
            <a:xfrm>
              <a:off x="7324787" y="4394084"/>
              <a:ext cx="11260" cy="17151"/>
            </a:xfrm>
            <a:custGeom>
              <a:avLst/>
              <a:gdLst/>
              <a:ahLst/>
              <a:cxnLst/>
              <a:rect l="l" t="t" r="r" b="b"/>
              <a:pathLst>
                <a:path w="430" h="655" extrusionOk="0">
                  <a:moveTo>
                    <a:pt x="215" y="1"/>
                  </a:moveTo>
                  <a:cubicBezTo>
                    <a:pt x="108" y="1"/>
                    <a:pt x="1" y="73"/>
                    <a:pt x="1" y="216"/>
                  </a:cubicBezTo>
                  <a:lnTo>
                    <a:pt x="1" y="435"/>
                  </a:lnTo>
                  <a:cubicBezTo>
                    <a:pt x="1" y="559"/>
                    <a:pt x="96" y="654"/>
                    <a:pt x="210" y="654"/>
                  </a:cubicBezTo>
                  <a:cubicBezTo>
                    <a:pt x="334" y="654"/>
                    <a:pt x="430" y="559"/>
                    <a:pt x="430" y="435"/>
                  </a:cubicBezTo>
                  <a:lnTo>
                    <a:pt x="430" y="216"/>
                  </a:lnTo>
                  <a:cubicBezTo>
                    <a:pt x="430" y="73"/>
                    <a:pt x="323" y="1"/>
                    <a:pt x="215"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89" name="Google Shape;12389;p64"/>
            <p:cNvSpPr/>
            <p:nvPr/>
          </p:nvSpPr>
          <p:spPr>
            <a:xfrm>
              <a:off x="7248353" y="4376986"/>
              <a:ext cx="26761" cy="11260"/>
            </a:xfrm>
            <a:custGeom>
              <a:avLst/>
              <a:gdLst/>
              <a:ahLst/>
              <a:cxnLst/>
              <a:rect l="l" t="t" r="r" b="b"/>
              <a:pathLst>
                <a:path w="1022" h="430" extrusionOk="0">
                  <a:moveTo>
                    <a:pt x="744" y="0"/>
                  </a:moveTo>
                  <a:cubicBezTo>
                    <a:pt x="741" y="0"/>
                    <a:pt x="738" y="0"/>
                    <a:pt x="735" y="0"/>
                  </a:cubicBezTo>
                  <a:lnTo>
                    <a:pt x="296" y="0"/>
                  </a:lnTo>
                  <a:cubicBezTo>
                    <a:pt x="0" y="0"/>
                    <a:pt x="0" y="430"/>
                    <a:pt x="296" y="430"/>
                  </a:cubicBezTo>
                  <a:lnTo>
                    <a:pt x="735" y="430"/>
                  </a:lnTo>
                  <a:cubicBezTo>
                    <a:pt x="1018" y="430"/>
                    <a:pt x="1021" y="0"/>
                    <a:pt x="744"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0" name="Google Shape;12390;p64"/>
            <p:cNvSpPr/>
            <p:nvPr/>
          </p:nvSpPr>
          <p:spPr>
            <a:xfrm>
              <a:off x="7317036" y="4376986"/>
              <a:ext cx="26761" cy="11260"/>
            </a:xfrm>
            <a:custGeom>
              <a:avLst/>
              <a:gdLst/>
              <a:ahLst/>
              <a:cxnLst/>
              <a:rect l="l" t="t" r="r" b="b"/>
              <a:pathLst>
                <a:path w="1022" h="430" extrusionOk="0">
                  <a:moveTo>
                    <a:pt x="735" y="0"/>
                  </a:moveTo>
                  <a:cubicBezTo>
                    <a:pt x="732" y="0"/>
                    <a:pt x="729" y="0"/>
                    <a:pt x="726" y="0"/>
                  </a:cubicBezTo>
                  <a:lnTo>
                    <a:pt x="297" y="0"/>
                  </a:lnTo>
                  <a:cubicBezTo>
                    <a:pt x="1" y="0"/>
                    <a:pt x="1" y="430"/>
                    <a:pt x="297" y="430"/>
                  </a:cubicBezTo>
                  <a:lnTo>
                    <a:pt x="726" y="430"/>
                  </a:lnTo>
                  <a:cubicBezTo>
                    <a:pt x="1018" y="430"/>
                    <a:pt x="1022" y="0"/>
                    <a:pt x="735"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1" name="Google Shape;12391;p64"/>
            <p:cNvSpPr/>
            <p:nvPr/>
          </p:nvSpPr>
          <p:spPr>
            <a:xfrm>
              <a:off x="7266840" y="4580836"/>
              <a:ext cx="23750" cy="41975"/>
            </a:xfrm>
            <a:custGeom>
              <a:avLst/>
              <a:gdLst/>
              <a:ahLst/>
              <a:cxnLst/>
              <a:rect l="l" t="t" r="r" b="b"/>
              <a:pathLst>
                <a:path w="907" h="1603" extrusionOk="0">
                  <a:moveTo>
                    <a:pt x="0" y="0"/>
                  </a:moveTo>
                  <a:lnTo>
                    <a:pt x="458" y="1603"/>
                  </a:lnTo>
                  <a:lnTo>
                    <a:pt x="907" y="1603"/>
                  </a:lnTo>
                  <a:lnTo>
                    <a:pt x="468" y="57"/>
                  </a:lnTo>
                  <a:cubicBezTo>
                    <a:pt x="306" y="38"/>
                    <a:pt x="153" y="19"/>
                    <a:pt x="0"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2" name="Google Shape;12392;p64"/>
            <p:cNvSpPr/>
            <p:nvPr/>
          </p:nvSpPr>
          <p:spPr>
            <a:xfrm>
              <a:off x="7301797" y="4580836"/>
              <a:ext cx="24012" cy="41975"/>
            </a:xfrm>
            <a:custGeom>
              <a:avLst/>
              <a:gdLst/>
              <a:ahLst/>
              <a:cxnLst/>
              <a:rect l="l" t="t" r="r" b="b"/>
              <a:pathLst>
                <a:path w="917" h="1603" extrusionOk="0">
                  <a:moveTo>
                    <a:pt x="917" y="0"/>
                  </a:moveTo>
                  <a:lnTo>
                    <a:pt x="917" y="0"/>
                  </a:lnTo>
                  <a:cubicBezTo>
                    <a:pt x="764" y="19"/>
                    <a:pt x="602" y="38"/>
                    <a:pt x="449" y="57"/>
                  </a:cubicBezTo>
                  <a:lnTo>
                    <a:pt x="1" y="1603"/>
                  </a:lnTo>
                  <a:lnTo>
                    <a:pt x="459" y="1603"/>
                  </a:lnTo>
                  <a:lnTo>
                    <a:pt x="917"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3" name="Google Shape;12393;p64"/>
            <p:cNvSpPr/>
            <p:nvPr/>
          </p:nvSpPr>
          <p:spPr>
            <a:xfrm>
              <a:off x="7222377" y="4291046"/>
              <a:ext cx="147657" cy="66719"/>
            </a:xfrm>
            <a:custGeom>
              <a:avLst/>
              <a:gdLst/>
              <a:ahLst/>
              <a:cxnLst/>
              <a:rect l="l" t="t" r="r" b="b"/>
              <a:pathLst>
                <a:path w="5639" h="2548" extrusionOk="0">
                  <a:moveTo>
                    <a:pt x="2814" y="1"/>
                  </a:moveTo>
                  <a:cubicBezTo>
                    <a:pt x="1431" y="1"/>
                    <a:pt x="248" y="1002"/>
                    <a:pt x="19" y="2367"/>
                  </a:cubicBezTo>
                  <a:cubicBezTo>
                    <a:pt x="10" y="2433"/>
                    <a:pt x="0" y="2491"/>
                    <a:pt x="0" y="2548"/>
                  </a:cubicBezTo>
                  <a:cubicBezTo>
                    <a:pt x="735" y="2195"/>
                    <a:pt x="1727" y="1966"/>
                    <a:pt x="2814" y="1966"/>
                  </a:cubicBezTo>
                  <a:cubicBezTo>
                    <a:pt x="3902" y="1966"/>
                    <a:pt x="4894" y="2185"/>
                    <a:pt x="5638" y="2548"/>
                  </a:cubicBezTo>
                  <a:cubicBezTo>
                    <a:pt x="5629" y="2491"/>
                    <a:pt x="5629" y="2433"/>
                    <a:pt x="5610" y="2367"/>
                  </a:cubicBezTo>
                  <a:cubicBezTo>
                    <a:pt x="5381" y="1002"/>
                    <a:pt x="4198" y="1"/>
                    <a:pt x="2814"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4" name="Google Shape;12394;p64"/>
            <p:cNvSpPr/>
            <p:nvPr/>
          </p:nvSpPr>
          <p:spPr>
            <a:xfrm>
              <a:off x="7222377" y="4291099"/>
              <a:ext cx="85206" cy="66667"/>
            </a:xfrm>
            <a:custGeom>
              <a:avLst/>
              <a:gdLst/>
              <a:ahLst/>
              <a:cxnLst/>
              <a:rect l="l" t="t" r="r" b="b"/>
              <a:pathLst>
                <a:path w="3254" h="2546" extrusionOk="0">
                  <a:moveTo>
                    <a:pt x="2799" y="0"/>
                  </a:moveTo>
                  <a:cubicBezTo>
                    <a:pt x="1441" y="0"/>
                    <a:pt x="243" y="981"/>
                    <a:pt x="19" y="2365"/>
                  </a:cubicBezTo>
                  <a:cubicBezTo>
                    <a:pt x="10" y="2431"/>
                    <a:pt x="0" y="2489"/>
                    <a:pt x="0" y="2546"/>
                  </a:cubicBezTo>
                  <a:cubicBezTo>
                    <a:pt x="296" y="2403"/>
                    <a:pt x="601" y="2288"/>
                    <a:pt x="926" y="2202"/>
                  </a:cubicBezTo>
                  <a:cubicBezTo>
                    <a:pt x="1183" y="1077"/>
                    <a:pt x="2108" y="209"/>
                    <a:pt x="3253" y="37"/>
                  </a:cubicBezTo>
                  <a:cubicBezTo>
                    <a:pt x="3101" y="12"/>
                    <a:pt x="2949" y="0"/>
                    <a:pt x="2799"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95" name="Google Shape;12395;p64"/>
          <p:cNvGrpSpPr/>
          <p:nvPr/>
        </p:nvGrpSpPr>
        <p:grpSpPr>
          <a:xfrm>
            <a:off x="5342071" y="2726336"/>
            <a:ext cx="263316" cy="354754"/>
            <a:chOff x="5358346" y="2879911"/>
            <a:chExt cx="263316" cy="354754"/>
          </a:xfrm>
        </p:grpSpPr>
        <p:sp>
          <p:nvSpPr>
            <p:cNvPr id="12396" name="Google Shape;12396;p64"/>
            <p:cNvSpPr/>
            <p:nvPr/>
          </p:nvSpPr>
          <p:spPr>
            <a:xfrm>
              <a:off x="5392805" y="3120237"/>
              <a:ext cx="194371" cy="51480"/>
            </a:xfrm>
            <a:custGeom>
              <a:avLst/>
              <a:gdLst/>
              <a:ahLst/>
              <a:cxnLst/>
              <a:rect l="l" t="t" r="r" b="b"/>
              <a:pathLst>
                <a:path w="7423" h="1966" extrusionOk="0">
                  <a:moveTo>
                    <a:pt x="869" y="0"/>
                  </a:moveTo>
                  <a:cubicBezTo>
                    <a:pt x="392" y="0"/>
                    <a:pt x="1" y="391"/>
                    <a:pt x="1" y="878"/>
                  </a:cubicBezTo>
                  <a:lnTo>
                    <a:pt x="1" y="1965"/>
                  </a:lnTo>
                  <a:lnTo>
                    <a:pt x="7423" y="1965"/>
                  </a:lnTo>
                  <a:lnTo>
                    <a:pt x="7423" y="878"/>
                  </a:lnTo>
                  <a:cubicBezTo>
                    <a:pt x="7423" y="391"/>
                    <a:pt x="7032" y="0"/>
                    <a:pt x="6555" y="0"/>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7" name="Google Shape;12397;p64"/>
            <p:cNvSpPr/>
            <p:nvPr/>
          </p:nvSpPr>
          <p:spPr>
            <a:xfrm>
              <a:off x="5450020" y="2879911"/>
              <a:ext cx="79969" cy="46007"/>
            </a:xfrm>
            <a:custGeom>
              <a:avLst/>
              <a:gdLst/>
              <a:ahLst/>
              <a:cxnLst/>
              <a:rect l="l" t="t" r="r" b="b"/>
              <a:pathLst>
                <a:path w="3054" h="1757" extrusionOk="0">
                  <a:moveTo>
                    <a:pt x="868" y="1"/>
                  </a:moveTo>
                  <a:cubicBezTo>
                    <a:pt x="391" y="1"/>
                    <a:pt x="0" y="392"/>
                    <a:pt x="0" y="879"/>
                  </a:cubicBezTo>
                  <a:cubicBezTo>
                    <a:pt x="0" y="1356"/>
                    <a:pt x="391" y="1756"/>
                    <a:pt x="868" y="1756"/>
                  </a:cubicBezTo>
                  <a:lnTo>
                    <a:pt x="2185" y="1756"/>
                  </a:lnTo>
                  <a:cubicBezTo>
                    <a:pt x="2662" y="1756"/>
                    <a:pt x="3053" y="1356"/>
                    <a:pt x="3053" y="879"/>
                  </a:cubicBezTo>
                  <a:cubicBezTo>
                    <a:pt x="3053" y="392"/>
                    <a:pt x="2662" y="1"/>
                    <a:pt x="2185" y="1"/>
                  </a:cubicBezTo>
                  <a:close/>
                </a:path>
              </a:pathLst>
            </a:custGeom>
            <a:solidFill>
              <a:srgbClr val="F4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8" name="Google Shape;12398;p64"/>
            <p:cNvSpPr/>
            <p:nvPr/>
          </p:nvSpPr>
          <p:spPr>
            <a:xfrm>
              <a:off x="5358346" y="3091512"/>
              <a:ext cx="263316" cy="143153"/>
            </a:xfrm>
            <a:custGeom>
              <a:avLst/>
              <a:gdLst/>
              <a:ahLst/>
              <a:cxnLst/>
              <a:rect l="l" t="t" r="r" b="b"/>
              <a:pathLst>
                <a:path w="10056" h="5467" extrusionOk="0">
                  <a:moveTo>
                    <a:pt x="3711" y="0"/>
                  </a:moveTo>
                  <a:lnTo>
                    <a:pt x="3711" y="1135"/>
                  </a:lnTo>
                  <a:cubicBezTo>
                    <a:pt x="3711" y="1498"/>
                    <a:pt x="3482" y="1832"/>
                    <a:pt x="3129" y="1956"/>
                  </a:cubicBezTo>
                  <a:lnTo>
                    <a:pt x="878" y="2748"/>
                  </a:lnTo>
                  <a:cubicBezTo>
                    <a:pt x="353" y="2938"/>
                    <a:pt x="0" y="3435"/>
                    <a:pt x="0" y="3988"/>
                  </a:cubicBezTo>
                  <a:lnTo>
                    <a:pt x="0" y="4808"/>
                  </a:lnTo>
                  <a:cubicBezTo>
                    <a:pt x="0" y="5171"/>
                    <a:pt x="296" y="5467"/>
                    <a:pt x="658" y="5467"/>
                  </a:cubicBezTo>
                  <a:lnTo>
                    <a:pt x="9397" y="5467"/>
                  </a:lnTo>
                  <a:cubicBezTo>
                    <a:pt x="9759" y="5467"/>
                    <a:pt x="10055" y="5171"/>
                    <a:pt x="10055" y="4808"/>
                  </a:cubicBezTo>
                  <a:lnTo>
                    <a:pt x="10055" y="3988"/>
                  </a:lnTo>
                  <a:cubicBezTo>
                    <a:pt x="10046" y="3435"/>
                    <a:pt x="9702" y="2938"/>
                    <a:pt x="9178" y="2757"/>
                  </a:cubicBezTo>
                  <a:lnTo>
                    <a:pt x="6926" y="1956"/>
                  </a:lnTo>
                  <a:cubicBezTo>
                    <a:pt x="6573" y="1832"/>
                    <a:pt x="6335" y="1498"/>
                    <a:pt x="6335" y="1135"/>
                  </a:cubicBezTo>
                  <a:lnTo>
                    <a:pt x="633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99" name="Google Shape;12399;p64"/>
            <p:cNvSpPr/>
            <p:nvPr/>
          </p:nvSpPr>
          <p:spPr>
            <a:xfrm>
              <a:off x="5358346" y="3144955"/>
              <a:ext cx="263316" cy="89710"/>
            </a:xfrm>
            <a:custGeom>
              <a:avLst/>
              <a:gdLst/>
              <a:ahLst/>
              <a:cxnLst/>
              <a:rect l="l" t="t" r="r" b="b"/>
              <a:pathLst>
                <a:path w="10056" h="3426" extrusionOk="0">
                  <a:moveTo>
                    <a:pt x="2900" y="1"/>
                  </a:moveTo>
                  <a:lnTo>
                    <a:pt x="878" y="716"/>
                  </a:lnTo>
                  <a:cubicBezTo>
                    <a:pt x="353" y="897"/>
                    <a:pt x="0" y="1394"/>
                    <a:pt x="0" y="1947"/>
                  </a:cubicBezTo>
                  <a:lnTo>
                    <a:pt x="0" y="2767"/>
                  </a:lnTo>
                  <a:cubicBezTo>
                    <a:pt x="0" y="3130"/>
                    <a:pt x="296" y="3426"/>
                    <a:pt x="658" y="3426"/>
                  </a:cubicBezTo>
                  <a:lnTo>
                    <a:pt x="9397" y="3426"/>
                  </a:lnTo>
                  <a:cubicBezTo>
                    <a:pt x="9759" y="3426"/>
                    <a:pt x="10055" y="3130"/>
                    <a:pt x="10055" y="2767"/>
                  </a:cubicBezTo>
                  <a:lnTo>
                    <a:pt x="10055" y="1947"/>
                  </a:lnTo>
                  <a:cubicBezTo>
                    <a:pt x="10055" y="1394"/>
                    <a:pt x="9702" y="897"/>
                    <a:pt x="9178" y="716"/>
                  </a:cubicBezTo>
                  <a:lnTo>
                    <a:pt x="7155" y="1"/>
                  </a:lnTo>
                  <a:cubicBezTo>
                    <a:pt x="6917" y="983"/>
                    <a:pt x="6039" y="1680"/>
                    <a:pt x="5028" y="1680"/>
                  </a:cubicBezTo>
                  <a:cubicBezTo>
                    <a:pt x="4016" y="1680"/>
                    <a:pt x="3139" y="983"/>
                    <a:pt x="2900"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0" name="Google Shape;12400;p64"/>
            <p:cNvSpPr/>
            <p:nvPr/>
          </p:nvSpPr>
          <p:spPr>
            <a:xfrm>
              <a:off x="5423546" y="3144955"/>
              <a:ext cx="132915" cy="54988"/>
            </a:xfrm>
            <a:custGeom>
              <a:avLst/>
              <a:gdLst/>
              <a:ahLst/>
              <a:cxnLst/>
              <a:rect l="l" t="t" r="r" b="b"/>
              <a:pathLst>
                <a:path w="5076" h="2100" extrusionOk="0">
                  <a:moveTo>
                    <a:pt x="410" y="1"/>
                  </a:moveTo>
                  <a:lnTo>
                    <a:pt x="0" y="144"/>
                  </a:lnTo>
                  <a:cubicBezTo>
                    <a:pt x="305" y="1298"/>
                    <a:pt x="1345" y="2099"/>
                    <a:pt x="2538" y="2099"/>
                  </a:cubicBezTo>
                  <a:cubicBezTo>
                    <a:pt x="3730" y="2099"/>
                    <a:pt x="4770" y="1298"/>
                    <a:pt x="5075" y="144"/>
                  </a:cubicBezTo>
                  <a:lnTo>
                    <a:pt x="4665" y="1"/>
                  </a:lnTo>
                  <a:cubicBezTo>
                    <a:pt x="4427" y="983"/>
                    <a:pt x="3549" y="1680"/>
                    <a:pt x="2538" y="1680"/>
                  </a:cubicBezTo>
                  <a:cubicBezTo>
                    <a:pt x="1526" y="1680"/>
                    <a:pt x="649" y="983"/>
                    <a:pt x="410" y="1"/>
                  </a:cubicBezTo>
                  <a:close/>
                </a:path>
              </a:pathLst>
            </a:custGeom>
            <a:solidFill>
              <a:srgbClr val="82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1" name="Google Shape;12401;p64"/>
            <p:cNvSpPr/>
            <p:nvPr/>
          </p:nvSpPr>
          <p:spPr>
            <a:xfrm>
              <a:off x="5455754" y="3091512"/>
              <a:ext cx="68736" cy="34564"/>
            </a:xfrm>
            <a:custGeom>
              <a:avLst/>
              <a:gdLst/>
              <a:ahLst/>
              <a:cxnLst/>
              <a:rect l="l" t="t" r="r" b="b"/>
              <a:pathLst>
                <a:path w="2625" h="1320" extrusionOk="0">
                  <a:moveTo>
                    <a:pt x="1" y="0"/>
                  </a:moveTo>
                  <a:lnTo>
                    <a:pt x="1" y="1040"/>
                  </a:lnTo>
                  <a:cubicBezTo>
                    <a:pt x="416" y="1226"/>
                    <a:pt x="862" y="1319"/>
                    <a:pt x="1309" y="1319"/>
                  </a:cubicBezTo>
                  <a:cubicBezTo>
                    <a:pt x="1756" y="1319"/>
                    <a:pt x="2204" y="1226"/>
                    <a:pt x="2624" y="1040"/>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2" name="Google Shape;12402;p64"/>
            <p:cNvSpPr/>
            <p:nvPr/>
          </p:nvSpPr>
          <p:spPr>
            <a:xfrm>
              <a:off x="5397545" y="2994339"/>
              <a:ext cx="184630" cy="119927"/>
            </a:xfrm>
            <a:custGeom>
              <a:avLst/>
              <a:gdLst/>
              <a:ahLst/>
              <a:cxnLst/>
              <a:rect l="l" t="t" r="r" b="b"/>
              <a:pathLst>
                <a:path w="7051" h="4580" extrusionOk="0">
                  <a:moveTo>
                    <a:pt x="688" y="0"/>
                  </a:moveTo>
                  <a:lnTo>
                    <a:pt x="516" y="887"/>
                  </a:lnTo>
                  <a:cubicBezTo>
                    <a:pt x="268" y="916"/>
                    <a:pt x="68" y="1116"/>
                    <a:pt x="39" y="1364"/>
                  </a:cubicBezTo>
                  <a:cubicBezTo>
                    <a:pt x="1" y="1689"/>
                    <a:pt x="258" y="1965"/>
                    <a:pt x="583" y="1965"/>
                  </a:cubicBezTo>
                  <a:lnTo>
                    <a:pt x="697" y="1965"/>
                  </a:lnTo>
                  <a:cubicBezTo>
                    <a:pt x="812" y="3444"/>
                    <a:pt x="2042" y="4579"/>
                    <a:pt x="3531" y="4579"/>
                  </a:cubicBezTo>
                  <a:cubicBezTo>
                    <a:pt x="5009" y="4579"/>
                    <a:pt x="6240" y="3444"/>
                    <a:pt x="6354" y="1965"/>
                  </a:cubicBezTo>
                  <a:lnTo>
                    <a:pt x="6478" y="1965"/>
                  </a:lnTo>
                  <a:cubicBezTo>
                    <a:pt x="6803" y="1965"/>
                    <a:pt x="7051" y="1689"/>
                    <a:pt x="7022" y="1364"/>
                  </a:cubicBezTo>
                  <a:cubicBezTo>
                    <a:pt x="6984" y="1116"/>
                    <a:pt x="6793" y="926"/>
                    <a:pt x="6545" y="887"/>
                  </a:cubicBezTo>
                  <a:lnTo>
                    <a:pt x="6374"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3" name="Google Shape;12403;p64"/>
            <p:cNvSpPr/>
            <p:nvPr/>
          </p:nvSpPr>
          <p:spPr>
            <a:xfrm>
              <a:off x="5397807" y="2982844"/>
              <a:ext cx="143651" cy="131632"/>
            </a:xfrm>
            <a:custGeom>
              <a:avLst/>
              <a:gdLst/>
              <a:ahLst/>
              <a:cxnLst/>
              <a:rect l="l" t="t" r="r" b="b"/>
              <a:pathLst>
                <a:path w="5486" h="5027" extrusionOk="0">
                  <a:moveTo>
                    <a:pt x="678" y="0"/>
                  </a:moveTo>
                  <a:lnTo>
                    <a:pt x="496" y="1326"/>
                  </a:lnTo>
                  <a:cubicBezTo>
                    <a:pt x="248" y="1355"/>
                    <a:pt x="48" y="1555"/>
                    <a:pt x="29" y="1803"/>
                  </a:cubicBezTo>
                  <a:cubicBezTo>
                    <a:pt x="0" y="2128"/>
                    <a:pt x="248" y="2404"/>
                    <a:pt x="573" y="2404"/>
                  </a:cubicBezTo>
                  <a:lnTo>
                    <a:pt x="697" y="2404"/>
                  </a:lnTo>
                  <a:cubicBezTo>
                    <a:pt x="801" y="3900"/>
                    <a:pt x="2048" y="5027"/>
                    <a:pt x="3501" y="5027"/>
                  </a:cubicBezTo>
                  <a:cubicBezTo>
                    <a:pt x="3652" y="5027"/>
                    <a:pt x="3805" y="5015"/>
                    <a:pt x="3959" y="4990"/>
                  </a:cubicBezTo>
                  <a:cubicBezTo>
                    <a:pt x="2576" y="4770"/>
                    <a:pt x="1555" y="3587"/>
                    <a:pt x="1555" y="2185"/>
                  </a:cubicBezTo>
                  <a:cubicBezTo>
                    <a:pt x="1555" y="1698"/>
                    <a:pt x="1947" y="1307"/>
                    <a:pt x="2433" y="1307"/>
                  </a:cubicBezTo>
                  <a:lnTo>
                    <a:pt x="5057" y="1307"/>
                  </a:lnTo>
                  <a:cubicBezTo>
                    <a:pt x="5295" y="1307"/>
                    <a:pt x="5486" y="1116"/>
                    <a:pt x="5486" y="878"/>
                  </a:cubicBezTo>
                  <a:lnTo>
                    <a:pt x="5486"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4" name="Google Shape;12404;p64"/>
            <p:cNvSpPr/>
            <p:nvPr/>
          </p:nvSpPr>
          <p:spPr>
            <a:xfrm>
              <a:off x="5410035" y="3139613"/>
              <a:ext cx="28515" cy="95052"/>
            </a:xfrm>
            <a:custGeom>
              <a:avLst/>
              <a:gdLst/>
              <a:ahLst/>
              <a:cxnLst/>
              <a:rect l="l" t="t" r="r" b="b"/>
              <a:pathLst>
                <a:path w="1089" h="3630" extrusionOk="0">
                  <a:moveTo>
                    <a:pt x="916" y="1"/>
                  </a:moveTo>
                  <a:cubicBezTo>
                    <a:pt x="894" y="1"/>
                    <a:pt x="872" y="5"/>
                    <a:pt x="850" y="14"/>
                  </a:cubicBezTo>
                  <a:lnTo>
                    <a:pt x="211" y="262"/>
                  </a:lnTo>
                  <a:cubicBezTo>
                    <a:pt x="87" y="319"/>
                    <a:pt x="1" y="443"/>
                    <a:pt x="1" y="586"/>
                  </a:cubicBezTo>
                  <a:lnTo>
                    <a:pt x="1" y="3630"/>
                  </a:lnTo>
                  <a:lnTo>
                    <a:pt x="1088" y="3630"/>
                  </a:lnTo>
                  <a:lnTo>
                    <a:pt x="1088" y="176"/>
                  </a:lnTo>
                  <a:cubicBezTo>
                    <a:pt x="1088" y="76"/>
                    <a:pt x="1007" y="1"/>
                    <a:pt x="916"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5" name="Google Shape;12405;p64"/>
            <p:cNvSpPr/>
            <p:nvPr/>
          </p:nvSpPr>
          <p:spPr>
            <a:xfrm>
              <a:off x="5464709" y="3062970"/>
              <a:ext cx="50563" cy="17334"/>
            </a:xfrm>
            <a:custGeom>
              <a:avLst/>
              <a:gdLst/>
              <a:ahLst/>
              <a:cxnLst/>
              <a:rect l="l" t="t" r="r" b="b"/>
              <a:pathLst>
                <a:path w="1931" h="662" extrusionOk="0">
                  <a:moveTo>
                    <a:pt x="311" y="0"/>
                  </a:moveTo>
                  <a:cubicBezTo>
                    <a:pt x="145" y="0"/>
                    <a:pt x="1" y="223"/>
                    <a:pt x="155" y="384"/>
                  </a:cubicBezTo>
                  <a:cubicBezTo>
                    <a:pt x="373" y="566"/>
                    <a:pt x="644" y="662"/>
                    <a:pt x="925" y="662"/>
                  </a:cubicBezTo>
                  <a:cubicBezTo>
                    <a:pt x="939" y="662"/>
                    <a:pt x="952" y="661"/>
                    <a:pt x="966" y="661"/>
                  </a:cubicBezTo>
                  <a:cubicBezTo>
                    <a:pt x="979" y="661"/>
                    <a:pt x="993" y="662"/>
                    <a:pt x="1006" y="662"/>
                  </a:cubicBezTo>
                  <a:cubicBezTo>
                    <a:pt x="1287" y="662"/>
                    <a:pt x="1558" y="566"/>
                    <a:pt x="1777" y="384"/>
                  </a:cubicBezTo>
                  <a:cubicBezTo>
                    <a:pt x="1930" y="223"/>
                    <a:pt x="1786" y="0"/>
                    <a:pt x="1620" y="0"/>
                  </a:cubicBezTo>
                  <a:cubicBezTo>
                    <a:pt x="1570" y="0"/>
                    <a:pt x="1518" y="21"/>
                    <a:pt x="1471" y="69"/>
                  </a:cubicBezTo>
                  <a:cubicBezTo>
                    <a:pt x="1319" y="174"/>
                    <a:pt x="1142" y="227"/>
                    <a:pt x="966" y="227"/>
                  </a:cubicBezTo>
                  <a:cubicBezTo>
                    <a:pt x="789" y="227"/>
                    <a:pt x="613" y="174"/>
                    <a:pt x="460" y="69"/>
                  </a:cubicBezTo>
                  <a:cubicBezTo>
                    <a:pt x="413" y="21"/>
                    <a:pt x="361" y="0"/>
                    <a:pt x="311"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6" name="Google Shape;12406;p64"/>
            <p:cNvSpPr/>
            <p:nvPr/>
          </p:nvSpPr>
          <p:spPr>
            <a:xfrm>
              <a:off x="5450020" y="3022933"/>
              <a:ext cx="11521" cy="17125"/>
            </a:xfrm>
            <a:custGeom>
              <a:avLst/>
              <a:gdLst/>
              <a:ahLst/>
              <a:cxnLst/>
              <a:rect l="l" t="t" r="r" b="b"/>
              <a:pathLst>
                <a:path w="440" h="654" extrusionOk="0">
                  <a:moveTo>
                    <a:pt x="216" y="0"/>
                  </a:moveTo>
                  <a:cubicBezTo>
                    <a:pt x="108" y="0"/>
                    <a:pt x="0" y="72"/>
                    <a:pt x="0" y="215"/>
                  </a:cubicBezTo>
                  <a:lnTo>
                    <a:pt x="0" y="435"/>
                  </a:lnTo>
                  <a:cubicBezTo>
                    <a:pt x="0" y="559"/>
                    <a:pt x="96" y="654"/>
                    <a:pt x="220" y="654"/>
                  </a:cubicBezTo>
                  <a:cubicBezTo>
                    <a:pt x="334" y="654"/>
                    <a:pt x="439" y="559"/>
                    <a:pt x="439" y="435"/>
                  </a:cubicBezTo>
                  <a:lnTo>
                    <a:pt x="439" y="215"/>
                  </a:lnTo>
                  <a:cubicBezTo>
                    <a:pt x="434" y="72"/>
                    <a:pt x="325" y="0"/>
                    <a:pt x="216"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7" name="Google Shape;12407;p64"/>
            <p:cNvSpPr/>
            <p:nvPr/>
          </p:nvSpPr>
          <p:spPr>
            <a:xfrm>
              <a:off x="5518572" y="3022933"/>
              <a:ext cx="11417" cy="17125"/>
            </a:xfrm>
            <a:custGeom>
              <a:avLst/>
              <a:gdLst/>
              <a:ahLst/>
              <a:cxnLst/>
              <a:rect l="l" t="t" r="r" b="b"/>
              <a:pathLst>
                <a:path w="436" h="654" extrusionOk="0">
                  <a:moveTo>
                    <a:pt x="217" y="0"/>
                  </a:moveTo>
                  <a:cubicBezTo>
                    <a:pt x="108" y="0"/>
                    <a:pt x="1" y="72"/>
                    <a:pt x="6" y="215"/>
                  </a:cubicBezTo>
                  <a:lnTo>
                    <a:pt x="6" y="435"/>
                  </a:lnTo>
                  <a:cubicBezTo>
                    <a:pt x="6" y="559"/>
                    <a:pt x="101" y="654"/>
                    <a:pt x="216" y="654"/>
                  </a:cubicBezTo>
                  <a:cubicBezTo>
                    <a:pt x="340" y="654"/>
                    <a:pt x="435" y="559"/>
                    <a:pt x="435" y="435"/>
                  </a:cubicBezTo>
                  <a:lnTo>
                    <a:pt x="435" y="215"/>
                  </a:lnTo>
                  <a:cubicBezTo>
                    <a:pt x="435" y="72"/>
                    <a:pt x="325" y="0"/>
                    <a:pt x="217" y="0"/>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8" name="Google Shape;12408;p64"/>
            <p:cNvSpPr/>
            <p:nvPr/>
          </p:nvSpPr>
          <p:spPr>
            <a:xfrm>
              <a:off x="5398566" y="2920131"/>
              <a:ext cx="183112" cy="111443"/>
            </a:xfrm>
            <a:custGeom>
              <a:avLst/>
              <a:gdLst/>
              <a:ahLst/>
              <a:cxnLst/>
              <a:rect l="l" t="t" r="r" b="b"/>
              <a:pathLst>
                <a:path w="6993" h="4256" extrusionOk="0">
                  <a:moveTo>
                    <a:pt x="4167" y="1"/>
                  </a:moveTo>
                  <a:cubicBezTo>
                    <a:pt x="4162" y="1"/>
                    <a:pt x="4156" y="1"/>
                    <a:pt x="4150" y="1"/>
                  </a:cubicBezTo>
                  <a:lnTo>
                    <a:pt x="2833" y="1"/>
                  </a:lnTo>
                  <a:cubicBezTo>
                    <a:pt x="1269" y="1"/>
                    <a:pt x="0" y="1270"/>
                    <a:pt x="0" y="2834"/>
                  </a:cubicBezTo>
                  <a:lnTo>
                    <a:pt x="0" y="4256"/>
                  </a:lnTo>
                  <a:cubicBezTo>
                    <a:pt x="0" y="3950"/>
                    <a:pt x="248" y="3712"/>
                    <a:pt x="553" y="3712"/>
                  </a:cubicBezTo>
                  <a:cubicBezTo>
                    <a:pt x="611" y="3712"/>
                    <a:pt x="658" y="3664"/>
                    <a:pt x="658" y="3597"/>
                  </a:cubicBezTo>
                  <a:lnTo>
                    <a:pt x="658" y="3492"/>
                  </a:lnTo>
                  <a:cubicBezTo>
                    <a:pt x="658" y="3368"/>
                    <a:pt x="754" y="3273"/>
                    <a:pt x="878" y="3273"/>
                  </a:cubicBezTo>
                  <a:lnTo>
                    <a:pt x="3749" y="3273"/>
                  </a:lnTo>
                  <a:cubicBezTo>
                    <a:pt x="3864" y="3273"/>
                    <a:pt x="3978" y="3225"/>
                    <a:pt x="4064" y="3149"/>
                  </a:cubicBezTo>
                  <a:lnTo>
                    <a:pt x="4541" y="2672"/>
                  </a:lnTo>
                  <a:cubicBezTo>
                    <a:pt x="4584" y="2626"/>
                    <a:pt x="4639" y="2605"/>
                    <a:pt x="4694" y="2605"/>
                  </a:cubicBezTo>
                  <a:cubicBezTo>
                    <a:pt x="4788" y="2605"/>
                    <a:pt x="4880" y="2665"/>
                    <a:pt x="4904" y="2767"/>
                  </a:cubicBezTo>
                  <a:lnTo>
                    <a:pt x="4989" y="3101"/>
                  </a:lnTo>
                  <a:cubicBezTo>
                    <a:pt x="5008" y="3206"/>
                    <a:pt x="5094" y="3273"/>
                    <a:pt x="5199" y="3273"/>
                  </a:cubicBezTo>
                  <a:lnTo>
                    <a:pt x="6125" y="3273"/>
                  </a:lnTo>
                  <a:cubicBezTo>
                    <a:pt x="6239" y="3273"/>
                    <a:pt x="6344" y="3368"/>
                    <a:pt x="6344" y="3492"/>
                  </a:cubicBezTo>
                  <a:lnTo>
                    <a:pt x="6344" y="3597"/>
                  </a:lnTo>
                  <a:cubicBezTo>
                    <a:pt x="6335" y="3655"/>
                    <a:pt x="6382" y="3702"/>
                    <a:pt x="6449" y="3712"/>
                  </a:cubicBezTo>
                  <a:cubicBezTo>
                    <a:pt x="6455" y="3712"/>
                    <a:pt x="6460" y="3712"/>
                    <a:pt x="6466" y="3712"/>
                  </a:cubicBezTo>
                  <a:cubicBezTo>
                    <a:pt x="6754" y="3712"/>
                    <a:pt x="6993" y="3956"/>
                    <a:pt x="6993" y="4256"/>
                  </a:cubicBezTo>
                  <a:lnTo>
                    <a:pt x="6993" y="2834"/>
                  </a:lnTo>
                  <a:cubicBezTo>
                    <a:pt x="6993" y="1275"/>
                    <a:pt x="5724" y="1"/>
                    <a:pt x="4167" y="1"/>
                  </a:cubicBez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9" name="Google Shape;12409;p64"/>
            <p:cNvSpPr/>
            <p:nvPr/>
          </p:nvSpPr>
          <p:spPr>
            <a:xfrm>
              <a:off x="5455754" y="2921126"/>
              <a:ext cx="125924" cy="73239"/>
            </a:xfrm>
            <a:custGeom>
              <a:avLst/>
              <a:gdLst/>
              <a:ahLst/>
              <a:cxnLst/>
              <a:rect l="l" t="t" r="r" b="b"/>
              <a:pathLst>
                <a:path w="4809" h="2797" extrusionOk="0">
                  <a:moveTo>
                    <a:pt x="2405" y="1"/>
                  </a:moveTo>
                  <a:cubicBezTo>
                    <a:pt x="1489" y="135"/>
                    <a:pt x="707" y="707"/>
                    <a:pt x="296" y="1527"/>
                  </a:cubicBezTo>
                  <a:cubicBezTo>
                    <a:pt x="1" y="2109"/>
                    <a:pt x="430" y="2796"/>
                    <a:pt x="1079" y="2796"/>
                  </a:cubicBezTo>
                  <a:lnTo>
                    <a:pt x="2185" y="2796"/>
                  </a:lnTo>
                  <a:lnTo>
                    <a:pt x="2347" y="2634"/>
                  </a:lnTo>
                  <a:cubicBezTo>
                    <a:pt x="2393" y="2588"/>
                    <a:pt x="2449" y="2567"/>
                    <a:pt x="2503" y="2567"/>
                  </a:cubicBezTo>
                  <a:cubicBezTo>
                    <a:pt x="2597" y="2567"/>
                    <a:pt x="2686" y="2630"/>
                    <a:pt x="2710" y="2739"/>
                  </a:cubicBezTo>
                  <a:lnTo>
                    <a:pt x="2729" y="2796"/>
                  </a:lnTo>
                  <a:lnTo>
                    <a:pt x="4809" y="2796"/>
                  </a:lnTo>
                  <a:cubicBezTo>
                    <a:pt x="4799" y="1403"/>
                    <a:pt x="3778" y="211"/>
                    <a:pt x="2405" y="1"/>
                  </a:cubicBez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0" name="Google Shape;12410;p64"/>
            <p:cNvSpPr/>
            <p:nvPr/>
          </p:nvSpPr>
          <p:spPr>
            <a:xfrm>
              <a:off x="5410035" y="3144222"/>
              <a:ext cx="11286" cy="90443"/>
            </a:xfrm>
            <a:custGeom>
              <a:avLst/>
              <a:gdLst/>
              <a:ahLst/>
              <a:cxnLst/>
              <a:rect l="l" t="t" r="r" b="b"/>
              <a:pathLst>
                <a:path w="431" h="3454" extrusionOk="0">
                  <a:moveTo>
                    <a:pt x="430" y="0"/>
                  </a:moveTo>
                  <a:lnTo>
                    <a:pt x="211" y="86"/>
                  </a:lnTo>
                  <a:cubicBezTo>
                    <a:pt x="87" y="143"/>
                    <a:pt x="1" y="267"/>
                    <a:pt x="1" y="410"/>
                  </a:cubicBezTo>
                  <a:lnTo>
                    <a:pt x="1" y="3454"/>
                  </a:lnTo>
                  <a:lnTo>
                    <a:pt x="430" y="3454"/>
                  </a:lnTo>
                  <a:lnTo>
                    <a:pt x="430"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1" name="Google Shape;12411;p64"/>
            <p:cNvSpPr/>
            <p:nvPr/>
          </p:nvSpPr>
          <p:spPr>
            <a:xfrm>
              <a:off x="5541431" y="3139613"/>
              <a:ext cx="28751" cy="95052"/>
            </a:xfrm>
            <a:custGeom>
              <a:avLst/>
              <a:gdLst/>
              <a:ahLst/>
              <a:cxnLst/>
              <a:rect l="l" t="t" r="r" b="b"/>
              <a:pathLst>
                <a:path w="1098" h="3630" extrusionOk="0">
                  <a:moveTo>
                    <a:pt x="178" y="1"/>
                  </a:moveTo>
                  <a:cubicBezTo>
                    <a:pt x="82" y="1"/>
                    <a:pt x="1" y="76"/>
                    <a:pt x="1" y="176"/>
                  </a:cubicBezTo>
                  <a:lnTo>
                    <a:pt x="1" y="3630"/>
                  </a:lnTo>
                  <a:lnTo>
                    <a:pt x="1098" y="3630"/>
                  </a:lnTo>
                  <a:lnTo>
                    <a:pt x="1098" y="586"/>
                  </a:lnTo>
                  <a:cubicBezTo>
                    <a:pt x="1098" y="443"/>
                    <a:pt x="1012" y="319"/>
                    <a:pt x="879" y="262"/>
                  </a:cubicBezTo>
                  <a:lnTo>
                    <a:pt x="249" y="14"/>
                  </a:lnTo>
                  <a:cubicBezTo>
                    <a:pt x="225" y="5"/>
                    <a:pt x="201" y="1"/>
                    <a:pt x="178"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2" name="Google Shape;12412;p64"/>
            <p:cNvSpPr/>
            <p:nvPr/>
          </p:nvSpPr>
          <p:spPr>
            <a:xfrm>
              <a:off x="5558687" y="3144222"/>
              <a:ext cx="11260" cy="90443"/>
            </a:xfrm>
            <a:custGeom>
              <a:avLst/>
              <a:gdLst/>
              <a:ahLst/>
              <a:cxnLst/>
              <a:rect l="l" t="t" r="r" b="b"/>
              <a:pathLst>
                <a:path w="430" h="3454" extrusionOk="0">
                  <a:moveTo>
                    <a:pt x="0" y="0"/>
                  </a:moveTo>
                  <a:lnTo>
                    <a:pt x="0" y="3454"/>
                  </a:lnTo>
                  <a:lnTo>
                    <a:pt x="429" y="3454"/>
                  </a:lnTo>
                  <a:lnTo>
                    <a:pt x="429" y="410"/>
                  </a:lnTo>
                  <a:cubicBezTo>
                    <a:pt x="429" y="267"/>
                    <a:pt x="344" y="143"/>
                    <a:pt x="220" y="86"/>
                  </a:cubicBezTo>
                  <a:lnTo>
                    <a:pt x="0" y="0"/>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3" name="Google Shape;12413;p64"/>
            <p:cNvSpPr/>
            <p:nvPr/>
          </p:nvSpPr>
          <p:spPr>
            <a:xfrm>
              <a:off x="5410035" y="3177425"/>
              <a:ext cx="28515" cy="17282"/>
            </a:xfrm>
            <a:custGeom>
              <a:avLst/>
              <a:gdLst/>
              <a:ahLst/>
              <a:cxnLst/>
              <a:rect l="l" t="t" r="r" b="b"/>
              <a:pathLst>
                <a:path w="1089" h="660" extrusionOk="0">
                  <a:moveTo>
                    <a:pt x="1" y="1"/>
                  </a:moveTo>
                  <a:lnTo>
                    <a:pt x="1" y="659"/>
                  </a:lnTo>
                  <a:lnTo>
                    <a:pt x="1088" y="659"/>
                  </a:lnTo>
                  <a:lnTo>
                    <a:pt x="1088" y="1"/>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4" name="Google Shape;12414;p64"/>
            <p:cNvSpPr/>
            <p:nvPr/>
          </p:nvSpPr>
          <p:spPr>
            <a:xfrm>
              <a:off x="5410035" y="3177425"/>
              <a:ext cx="11286" cy="17282"/>
            </a:xfrm>
            <a:custGeom>
              <a:avLst/>
              <a:gdLst/>
              <a:ahLst/>
              <a:cxnLst/>
              <a:rect l="l" t="t" r="r" b="b"/>
              <a:pathLst>
                <a:path w="431" h="660" extrusionOk="0">
                  <a:moveTo>
                    <a:pt x="1" y="1"/>
                  </a:moveTo>
                  <a:lnTo>
                    <a:pt x="1" y="659"/>
                  </a:lnTo>
                  <a:lnTo>
                    <a:pt x="430" y="659"/>
                  </a:lnTo>
                  <a:lnTo>
                    <a:pt x="430"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5" name="Google Shape;12415;p64"/>
            <p:cNvSpPr/>
            <p:nvPr/>
          </p:nvSpPr>
          <p:spPr>
            <a:xfrm>
              <a:off x="5541431" y="3177425"/>
              <a:ext cx="28751" cy="17282"/>
            </a:xfrm>
            <a:custGeom>
              <a:avLst/>
              <a:gdLst/>
              <a:ahLst/>
              <a:cxnLst/>
              <a:rect l="l" t="t" r="r" b="b"/>
              <a:pathLst>
                <a:path w="1098" h="660" extrusionOk="0">
                  <a:moveTo>
                    <a:pt x="1" y="1"/>
                  </a:moveTo>
                  <a:lnTo>
                    <a:pt x="1" y="659"/>
                  </a:lnTo>
                  <a:lnTo>
                    <a:pt x="1098" y="659"/>
                  </a:lnTo>
                  <a:lnTo>
                    <a:pt x="1098" y="1"/>
                  </a:ln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6" name="Google Shape;12416;p64"/>
            <p:cNvSpPr/>
            <p:nvPr/>
          </p:nvSpPr>
          <p:spPr>
            <a:xfrm>
              <a:off x="5558687" y="3177425"/>
              <a:ext cx="11495" cy="17282"/>
            </a:xfrm>
            <a:custGeom>
              <a:avLst/>
              <a:gdLst/>
              <a:ahLst/>
              <a:cxnLst/>
              <a:rect l="l" t="t" r="r" b="b"/>
              <a:pathLst>
                <a:path w="439" h="660" extrusionOk="0">
                  <a:moveTo>
                    <a:pt x="0" y="1"/>
                  </a:moveTo>
                  <a:lnTo>
                    <a:pt x="0" y="659"/>
                  </a:lnTo>
                  <a:lnTo>
                    <a:pt x="439" y="659"/>
                  </a:lnTo>
                  <a:lnTo>
                    <a:pt x="439" y="1"/>
                  </a:ln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17" name="Google Shape;12417;p64"/>
          <p:cNvGrpSpPr/>
          <p:nvPr/>
        </p:nvGrpSpPr>
        <p:grpSpPr>
          <a:xfrm>
            <a:off x="8045175" y="3192167"/>
            <a:ext cx="263316" cy="354807"/>
            <a:chOff x="8061450" y="3345742"/>
            <a:chExt cx="263316" cy="354807"/>
          </a:xfrm>
        </p:grpSpPr>
        <p:sp>
          <p:nvSpPr>
            <p:cNvPr id="12418" name="Google Shape;12418;p64"/>
            <p:cNvSpPr/>
            <p:nvPr/>
          </p:nvSpPr>
          <p:spPr>
            <a:xfrm>
              <a:off x="8075956" y="3345794"/>
              <a:ext cx="234591" cy="303039"/>
            </a:xfrm>
            <a:custGeom>
              <a:avLst/>
              <a:gdLst/>
              <a:ahLst/>
              <a:cxnLst/>
              <a:rect l="l" t="t" r="r" b="b"/>
              <a:pathLst>
                <a:path w="8959" h="11573" extrusionOk="0">
                  <a:moveTo>
                    <a:pt x="4502" y="1"/>
                  </a:moveTo>
                  <a:cubicBezTo>
                    <a:pt x="4496" y="1"/>
                    <a:pt x="4490" y="1"/>
                    <a:pt x="4484" y="1"/>
                  </a:cubicBezTo>
                  <a:cubicBezTo>
                    <a:pt x="2271" y="1"/>
                    <a:pt x="449" y="1718"/>
                    <a:pt x="325" y="3922"/>
                  </a:cubicBezTo>
                  <a:lnTo>
                    <a:pt x="124" y="7423"/>
                  </a:lnTo>
                  <a:cubicBezTo>
                    <a:pt x="0" y="9674"/>
                    <a:pt x="1794" y="11573"/>
                    <a:pt x="4055" y="11573"/>
                  </a:cubicBezTo>
                  <a:lnTo>
                    <a:pt x="4904" y="11573"/>
                  </a:lnTo>
                  <a:cubicBezTo>
                    <a:pt x="7165" y="11573"/>
                    <a:pt x="8958" y="9674"/>
                    <a:pt x="8834" y="7423"/>
                  </a:cubicBezTo>
                  <a:lnTo>
                    <a:pt x="8634" y="3922"/>
                  </a:lnTo>
                  <a:cubicBezTo>
                    <a:pt x="8510" y="1724"/>
                    <a:pt x="6698" y="1"/>
                    <a:pt x="4502"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9" name="Google Shape;12419;p64"/>
            <p:cNvSpPr/>
            <p:nvPr/>
          </p:nvSpPr>
          <p:spPr>
            <a:xfrm>
              <a:off x="8158884" y="3345742"/>
              <a:ext cx="151166" cy="301599"/>
            </a:xfrm>
            <a:custGeom>
              <a:avLst/>
              <a:gdLst/>
              <a:ahLst/>
              <a:cxnLst/>
              <a:rect l="l" t="t" r="r" b="b"/>
              <a:pathLst>
                <a:path w="5773" h="11518" extrusionOk="0">
                  <a:moveTo>
                    <a:pt x="1291" y="1"/>
                  </a:moveTo>
                  <a:cubicBezTo>
                    <a:pt x="853" y="1"/>
                    <a:pt x="417" y="70"/>
                    <a:pt x="0" y="213"/>
                  </a:cubicBezTo>
                  <a:lnTo>
                    <a:pt x="0" y="661"/>
                  </a:lnTo>
                  <a:cubicBezTo>
                    <a:pt x="0" y="1377"/>
                    <a:pt x="582" y="1968"/>
                    <a:pt x="1307" y="1968"/>
                  </a:cubicBezTo>
                  <a:lnTo>
                    <a:pt x="1966" y="1968"/>
                  </a:lnTo>
                  <a:cubicBezTo>
                    <a:pt x="2204" y="1968"/>
                    <a:pt x="2405" y="2159"/>
                    <a:pt x="2405" y="2407"/>
                  </a:cubicBezTo>
                  <a:lnTo>
                    <a:pt x="2405" y="11517"/>
                  </a:lnTo>
                  <a:cubicBezTo>
                    <a:pt x="4370" y="11174"/>
                    <a:pt x="5772" y="9419"/>
                    <a:pt x="5658" y="7425"/>
                  </a:cubicBezTo>
                  <a:lnTo>
                    <a:pt x="5467" y="4038"/>
                  </a:lnTo>
                  <a:cubicBezTo>
                    <a:pt x="5362" y="2206"/>
                    <a:pt x="4122" y="604"/>
                    <a:pt x="2347" y="136"/>
                  </a:cubicBezTo>
                  <a:cubicBezTo>
                    <a:pt x="2001" y="47"/>
                    <a:pt x="1646" y="1"/>
                    <a:pt x="1291"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0" name="Google Shape;12420;p64"/>
            <p:cNvSpPr/>
            <p:nvPr/>
          </p:nvSpPr>
          <p:spPr>
            <a:xfrm>
              <a:off x="8061450" y="3545900"/>
              <a:ext cx="263316" cy="154649"/>
            </a:xfrm>
            <a:custGeom>
              <a:avLst/>
              <a:gdLst/>
              <a:ahLst/>
              <a:cxnLst/>
              <a:rect l="l" t="t" r="r" b="b"/>
              <a:pathLst>
                <a:path w="10056" h="5906" extrusionOk="0">
                  <a:moveTo>
                    <a:pt x="3721" y="0"/>
                  </a:moveTo>
                  <a:lnTo>
                    <a:pt x="3721" y="1135"/>
                  </a:lnTo>
                  <a:cubicBezTo>
                    <a:pt x="3712" y="1498"/>
                    <a:pt x="3483" y="1832"/>
                    <a:pt x="3130" y="1956"/>
                  </a:cubicBezTo>
                  <a:lnTo>
                    <a:pt x="879" y="2748"/>
                  </a:lnTo>
                  <a:cubicBezTo>
                    <a:pt x="354" y="2939"/>
                    <a:pt x="1" y="3435"/>
                    <a:pt x="1" y="3988"/>
                  </a:cubicBezTo>
                  <a:lnTo>
                    <a:pt x="1" y="5247"/>
                  </a:lnTo>
                  <a:cubicBezTo>
                    <a:pt x="1" y="5610"/>
                    <a:pt x="297" y="5905"/>
                    <a:pt x="659" y="5905"/>
                  </a:cubicBezTo>
                  <a:lnTo>
                    <a:pt x="9398" y="5905"/>
                  </a:lnTo>
                  <a:cubicBezTo>
                    <a:pt x="9760" y="5905"/>
                    <a:pt x="10056" y="5610"/>
                    <a:pt x="10056" y="5247"/>
                  </a:cubicBezTo>
                  <a:lnTo>
                    <a:pt x="10056" y="3988"/>
                  </a:lnTo>
                  <a:cubicBezTo>
                    <a:pt x="10056" y="3435"/>
                    <a:pt x="9703" y="2939"/>
                    <a:pt x="9178" y="2748"/>
                  </a:cubicBezTo>
                  <a:lnTo>
                    <a:pt x="6927" y="1956"/>
                  </a:lnTo>
                  <a:cubicBezTo>
                    <a:pt x="6574" y="1832"/>
                    <a:pt x="6345" y="1498"/>
                    <a:pt x="6345" y="1135"/>
                  </a:cubicBezTo>
                  <a:lnTo>
                    <a:pt x="6345" y="0"/>
                  </a:ln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1" name="Google Shape;12421;p64"/>
            <p:cNvSpPr/>
            <p:nvPr/>
          </p:nvSpPr>
          <p:spPr>
            <a:xfrm>
              <a:off x="8061711" y="3604842"/>
              <a:ext cx="263055" cy="95706"/>
            </a:xfrm>
            <a:custGeom>
              <a:avLst/>
              <a:gdLst/>
              <a:ahLst/>
              <a:cxnLst/>
              <a:rect l="l" t="t" r="r" b="b"/>
              <a:pathLst>
                <a:path w="10046" h="3655" extrusionOk="0">
                  <a:moveTo>
                    <a:pt x="2290" y="1"/>
                  </a:moveTo>
                  <a:lnTo>
                    <a:pt x="869" y="497"/>
                  </a:lnTo>
                  <a:cubicBezTo>
                    <a:pt x="344" y="688"/>
                    <a:pt x="0" y="1184"/>
                    <a:pt x="0" y="1737"/>
                  </a:cubicBezTo>
                  <a:lnTo>
                    <a:pt x="0" y="2996"/>
                  </a:lnTo>
                  <a:cubicBezTo>
                    <a:pt x="0" y="3359"/>
                    <a:pt x="287" y="3654"/>
                    <a:pt x="649" y="3654"/>
                  </a:cubicBezTo>
                  <a:lnTo>
                    <a:pt x="9388" y="3654"/>
                  </a:lnTo>
                  <a:cubicBezTo>
                    <a:pt x="9750" y="3654"/>
                    <a:pt x="10046" y="3359"/>
                    <a:pt x="10046" y="2996"/>
                  </a:cubicBezTo>
                  <a:lnTo>
                    <a:pt x="10046" y="1737"/>
                  </a:lnTo>
                  <a:cubicBezTo>
                    <a:pt x="10046" y="1184"/>
                    <a:pt x="9693" y="688"/>
                    <a:pt x="9168" y="497"/>
                  </a:cubicBezTo>
                  <a:lnTo>
                    <a:pt x="7747" y="1"/>
                  </a:lnTo>
                  <a:cubicBezTo>
                    <a:pt x="7184" y="1122"/>
                    <a:pt x="6101" y="1682"/>
                    <a:pt x="5018" y="1682"/>
                  </a:cubicBezTo>
                  <a:cubicBezTo>
                    <a:pt x="3936" y="1682"/>
                    <a:pt x="2853" y="1122"/>
                    <a:pt x="2290"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2" name="Google Shape;12422;p64"/>
            <p:cNvSpPr/>
            <p:nvPr/>
          </p:nvSpPr>
          <p:spPr>
            <a:xfrm>
              <a:off x="8110913" y="3604842"/>
              <a:ext cx="164651" cy="55486"/>
            </a:xfrm>
            <a:custGeom>
              <a:avLst/>
              <a:gdLst/>
              <a:ahLst/>
              <a:cxnLst/>
              <a:rect l="l" t="t" r="r" b="b"/>
              <a:pathLst>
                <a:path w="6288" h="2119" extrusionOk="0">
                  <a:moveTo>
                    <a:pt x="411" y="1"/>
                  </a:moveTo>
                  <a:lnTo>
                    <a:pt x="1" y="144"/>
                  </a:lnTo>
                  <a:cubicBezTo>
                    <a:pt x="635" y="1460"/>
                    <a:pt x="1890" y="2119"/>
                    <a:pt x="3144" y="2119"/>
                  </a:cubicBezTo>
                  <a:cubicBezTo>
                    <a:pt x="4399" y="2119"/>
                    <a:pt x="5653" y="1460"/>
                    <a:pt x="6288" y="144"/>
                  </a:cubicBezTo>
                  <a:lnTo>
                    <a:pt x="5868" y="1"/>
                  </a:lnTo>
                  <a:cubicBezTo>
                    <a:pt x="5305" y="1122"/>
                    <a:pt x="4222" y="1682"/>
                    <a:pt x="3139" y="1682"/>
                  </a:cubicBezTo>
                  <a:cubicBezTo>
                    <a:pt x="2057" y="1682"/>
                    <a:pt x="974" y="1122"/>
                    <a:pt x="411"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3" name="Google Shape;12423;p64"/>
            <p:cNvSpPr/>
            <p:nvPr/>
          </p:nvSpPr>
          <p:spPr>
            <a:xfrm>
              <a:off x="8158884" y="3545900"/>
              <a:ext cx="68709" cy="23069"/>
            </a:xfrm>
            <a:custGeom>
              <a:avLst/>
              <a:gdLst/>
              <a:ahLst/>
              <a:cxnLst/>
              <a:rect l="l" t="t" r="r" b="b"/>
              <a:pathLst>
                <a:path w="2624" h="881" extrusionOk="0">
                  <a:moveTo>
                    <a:pt x="0" y="0"/>
                  </a:moveTo>
                  <a:lnTo>
                    <a:pt x="0" y="601"/>
                  </a:lnTo>
                  <a:cubicBezTo>
                    <a:pt x="415" y="787"/>
                    <a:pt x="864" y="880"/>
                    <a:pt x="1312" y="880"/>
                  </a:cubicBezTo>
                  <a:cubicBezTo>
                    <a:pt x="1761" y="880"/>
                    <a:pt x="2209" y="787"/>
                    <a:pt x="2624" y="601"/>
                  </a:cubicBezTo>
                  <a:lnTo>
                    <a:pt x="2624" y="0"/>
                  </a:ln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4" name="Google Shape;12424;p64"/>
            <p:cNvSpPr/>
            <p:nvPr/>
          </p:nvSpPr>
          <p:spPr>
            <a:xfrm>
              <a:off x="8100937" y="3408743"/>
              <a:ext cx="184630" cy="148678"/>
            </a:xfrm>
            <a:custGeom>
              <a:avLst/>
              <a:gdLst/>
              <a:ahLst/>
              <a:cxnLst/>
              <a:rect l="l" t="t" r="r" b="b"/>
              <a:pathLst>
                <a:path w="7051" h="5678" extrusionOk="0">
                  <a:moveTo>
                    <a:pt x="2433" y="1"/>
                  </a:moveTo>
                  <a:cubicBezTo>
                    <a:pt x="1584" y="1"/>
                    <a:pt x="897" y="688"/>
                    <a:pt x="906" y="1527"/>
                  </a:cubicBezTo>
                  <a:lnTo>
                    <a:pt x="906" y="1670"/>
                  </a:lnTo>
                  <a:cubicBezTo>
                    <a:pt x="906" y="1832"/>
                    <a:pt x="773" y="1966"/>
                    <a:pt x="601" y="1966"/>
                  </a:cubicBezTo>
                  <a:cubicBezTo>
                    <a:pt x="595" y="1966"/>
                    <a:pt x="589" y="1966"/>
                    <a:pt x="582" y="1966"/>
                  </a:cubicBezTo>
                  <a:cubicBezTo>
                    <a:pt x="304" y="1966"/>
                    <a:pt x="66" y="2173"/>
                    <a:pt x="29" y="2453"/>
                  </a:cubicBezTo>
                  <a:cubicBezTo>
                    <a:pt x="0" y="2777"/>
                    <a:pt x="248" y="3054"/>
                    <a:pt x="573" y="3054"/>
                  </a:cubicBezTo>
                  <a:lnTo>
                    <a:pt x="697" y="3054"/>
                  </a:lnTo>
                  <a:cubicBezTo>
                    <a:pt x="811" y="4532"/>
                    <a:pt x="2042" y="5677"/>
                    <a:pt x="3520" y="5677"/>
                  </a:cubicBezTo>
                  <a:cubicBezTo>
                    <a:pt x="5009" y="5677"/>
                    <a:pt x="6239" y="4532"/>
                    <a:pt x="6354" y="3054"/>
                  </a:cubicBezTo>
                  <a:lnTo>
                    <a:pt x="6468" y="3054"/>
                  </a:lnTo>
                  <a:cubicBezTo>
                    <a:pt x="6793" y="3054"/>
                    <a:pt x="7050" y="2777"/>
                    <a:pt x="7012" y="2453"/>
                  </a:cubicBezTo>
                  <a:cubicBezTo>
                    <a:pt x="6975" y="2173"/>
                    <a:pt x="6737" y="1966"/>
                    <a:pt x="6458" y="1966"/>
                  </a:cubicBezTo>
                  <a:cubicBezTo>
                    <a:pt x="6452" y="1966"/>
                    <a:pt x="6446" y="1966"/>
                    <a:pt x="6440" y="1966"/>
                  </a:cubicBezTo>
                  <a:cubicBezTo>
                    <a:pt x="6277" y="1966"/>
                    <a:pt x="6144" y="1832"/>
                    <a:pt x="6144" y="1670"/>
                  </a:cubicBezTo>
                  <a:lnTo>
                    <a:pt x="6144" y="1527"/>
                  </a:lnTo>
                  <a:cubicBezTo>
                    <a:pt x="6144" y="678"/>
                    <a:pt x="5457" y="1"/>
                    <a:pt x="4618" y="1"/>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5" name="Google Shape;12425;p64"/>
            <p:cNvSpPr/>
            <p:nvPr/>
          </p:nvSpPr>
          <p:spPr>
            <a:xfrm>
              <a:off x="8153149" y="3460642"/>
              <a:ext cx="11495" cy="17073"/>
            </a:xfrm>
            <a:custGeom>
              <a:avLst/>
              <a:gdLst/>
              <a:ahLst/>
              <a:cxnLst/>
              <a:rect l="l" t="t" r="r" b="b"/>
              <a:pathLst>
                <a:path w="439" h="652" extrusionOk="0">
                  <a:moveTo>
                    <a:pt x="219" y="1"/>
                  </a:moveTo>
                  <a:cubicBezTo>
                    <a:pt x="110" y="1"/>
                    <a:pt x="0" y="75"/>
                    <a:pt x="0" y="223"/>
                  </a:cubicBezTo>
                  <a:lnTo>
                    <a:pt x="0" y="432"/>
                  </a:lnTo>
                  <a:cubicBezTo>
                    <a:pt x="0" y="556"/>
                    <a:pt x="95" y="652"/>
                    <a:pt x="219" y="652"/>
                  </a:cubicBezTo>
                  <a:cubicBezTo>
                    <a:pt x="343" y="652"/>
                    <a:pt x="439" y="556"/>
                    <a:pt x="439" y="432"/>
                  </a:cubicBezTo>
                  <a:lnTo>
                    <a:pt x="439" y="223"/>
                  </a:lnTo>
                  <a:cubicBezTo>
                    <a:pt x="439" y="75"/>
                    <a:pt x="329" y="1"/>
                    <a:pt x="219"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6" name="Google Shape;12426;p64"/>
            <p:cNvSpPr/>
            <p:nvPr/>
          </p:nvSpPr>
          <p:spPr>
            <a:xfrm>
              <a:off x="8221833" y="3460642"/>
              <a:ext cx="11521" cy="17073"/>
            </a:xfrm>
            <a:custGeom>
              <a:avLst/>
              <a:gdLst/>
              <a:ahLst/>
              <a:cxnLst/>
              <a:rect l="l" t="t" r="r" b="b"/>
              <a:pathLst>
                <a:path w="440" h="652" extrusionOk="0">
                  <a:moveTo>
                    <a:pt x="220" y="1"/>
                  </a:moveTo>
                  <a:cubicBezTo>
                    <a:pt x="110" y="1"/>
                    <a:pt x="1" y="75"/>
                    <a:pt x="1" y="223"/>
                  </a:cubicBezTo>
                  <a:lnTo>
                    <a:pt x="1" y="432"/>
                  </a:lnTo>
                  <a:cubicBezTo>
                    <a:pt x="1" y="556"/>
                    <a:pt x="96" y="652"/>
                    <a:pt x="220" y="652"/>
                  </a:cubicBezTo>
                  <a:cubicBezTo>
                    <a:pt x="344" y="652"/>
                    <a:pt x="439" y="556"/>
                    <a:pt x="439" y="432"/>
                  </a:cubicBezTo>
                  <a:lnTo>
                    <a:pt x="439" y="223"/>
                  </a:lnTo>
                  <a:cubicBezTo>
                    <a:pt x="439" y="75"/>
                    <a:pt x="330" y="1"/>
                    <a:pt x="22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7" name="Google Shape;12427;p64"/>
            <p:cNvSpPr/>
            <p:nvPr/>
          </p:nvSpPr>
          <p:spPr>
            <a:xfrm>
              <a:off x="8167368" y="3500181"/>
              <a:ext cx="51480" cy="23017"/>
            </a:xfrm>
            <a:custGeom>
              <a:avLst/>
              <a:gdLst/>
              <a:ahLst/>
              <a:cxnLst/>
              <a:rect l="l" t="t" r="r" b="b"/>
              <a:pathLst>
                <a:path w="1966" h="879" extrusionOk="0">
                  <a:moveTo>
                    <a:pt x="173" y="0"/>
                  </a:moveTo>
                  <a:cubicBezTo>
                    <a:pt x="77" y="0"/>
                    <a:pt x="1" y="86"/>
                    <a:pt x="20" y="182"/>
                  </a:cubicBezTo>
                  <a:cubicBezTo>
                    <a:pt x="115" y="573"/>
                    <a:pt x="516" y="878"/>
                    <a:pt x="983" y="878"/>
                  </a:cubicBezTo>
                  <a:cubicBezTo>
                    <a:pt x="1460" y="878"/>
                    <a:pt x="1852" y="582"/>
                    <a:pt x="1947" y="182"/>
                  </a:cubicBezTo>
                  <a:cubicBezTo>
                    <a:pt x="1966" y="86"/>
                    <a:pt x="1890" y="0"/>
                    <a:pt x="179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8" name="Google Shape;12428;p64"/>
            <p:cNvSpPr/>
            <p:nvPr/>
          </p:nvSpPr>
          <p:spPr>
            <a:xfrm>
              <a:off x="8119659" y="3358494"/>
              <a:ext cx="63970" cy="28385"/>
            </a:xfrm>
            <a:custGeom>
              <a:avLst/>
              <a:gdLst/>
              <a:ahLst/>
              <a:cxnLst/>
              <a:rect l="l" t="t" r="r" b="b"/>
              <a:pathLst>
                <a:path w="2443" h="1084" extrusionOk="0">
                  <a:moveTo>
                    <a:pt x="704" y="1"/>
                  </a:moveTo>
                  <a:cubicBezTo>
                    <a:pt x="507" y="1"/>
                    <a:pt x="309" y="30"/>
                    <a:pt x="115" y="88"/>
                  </a:cubicBezTo>
                  <a:cubicBezTo>
                    <a:pt x="39" y="117"/>
                    <a:pt x="1" y="222"/>
                    <a:pt x="58" y="298"/>
                  </a:cubicBezTo>
                  <a:cubicBezTo>
                    <a:pt x="482" y="803"/>
                    <a:pt x="1103" y="1083"/>
                    <a:pt x="1744" y="1083"/>
                  </a:cubicBezTo>
                  <a:cubicBezTo>
                    <a:pt x="1938" y="1083"/>
                    <a:pt x="2135" y="1057"/>
                    <a:pt x="2328" y="1004"/>
                  </a:cubicBezTo>
                  <a:cubicBezTo>
                    <a:pt x="2414" y="966"/>
                    <a:pt x="2443" y="870"/>
                    <a:pt x="2395" y="794"/>
                  </a:cubicBezTo>
                  <a:cubicBezTo>
                    <a:pt x="2128" y="460"/>
                    <a:pt x="1766" y="222"/>
                    <a:pt x="1355" y="107"/>
                  </a:cubicBezTo>
                  <a:cubicBezTo>
                    <a:pt x="1144" y="37"/>
                    <a:pt x="924" y="1"/>
                    <a:pt x="704"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9" name="Google Shape;12429;p64"/>
            <p:cNvSpPr/>
            <p:nvPr/>
          </p:nvSpPr>
          <p:spPr>
            <a:xfrm>
              <a:off x="8202587" y="3358494"/>
              <a:ext cx="63996" cy="28385"/>
            </a:xfrm>
            <a:custGeom>
              <a:avLst/>
              <a:gdLst/>
              <a:ahLst/>
              <a:cxnLst/>
              <a:rect l="l" t="t" r="r" b="b"/>
              <a:pathLst>
                <a:path w="2444" h="1084" extrusionOk="0">
                  <a:moveTo>
                    <a:pt x="1740" y="1"/>
                  </a:moveTo>
                  <a:cubicBezTo>
                    <a:pt x="1519" y="1"/>
                    <a:pt x="1300" y="37"/>
                    <a:pt x="1088" y="107"/>
                  </a:cubicBezTo>
                  <a:cubicBezTo>
                    <a:pt x="678" y="222"/>
                    <a:pt x="316" y="460"/>
                    <a:pt x="58" y="794"/>
                  </a:cubicBezTo>
                  <a:cubicBezTo>
                    <a:pt x="1" y="870"/>
                    <a:pt x="39" y="966"/>
                    <a:pt x="115" y="1004"/>
                  </a:cubicBezTo>
                  <a:cubicBezTo>
                    <a:pt x="309" y="1057"/>
                    <a:pt x="505" y="1083"/>
                    <a:pt x="700" y="1083"/>
                  </a:cubicBezTo>
                  <a:cubicBezTo>
                    <a:pt x="1341" y="1083"/>
                    <a:pt x="1964" y="803"/>
                    <a:pt x="2395" y="298"/>
                  </a:cubicBezTo>
                  <a:cubicBezTo>
                    <a:pt x="2443" y="222"/>
                    <a:pt x="2415" y="117"/>
                    <a:pt x="2329" y="88"/>
                  </a:cubicBezTo>
                  <a:cubicBezTo>
                    <a:pt x="2135" y="30"/>
                    <a:pt x="1937" y="1"/>
                    <a:pt x="1740"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0" name="Google Shape;12430;p64"/>
            <p:cNvSpPr/>
            <p:nvPr/>
          </p:nvSpPr>
          <p:spPr>
            <a:xfrm>
              <a:off x="8100937" y="3408743"/>
              <a:ext cx="120922" cy="148652"/>
            </a:xfrm>
            <a:custGeom>
              <a:avLst/>
              <a:gdLst/>
              <a:ahLst/>
              <a:cxnLst/>
              <a:rect l="l" t="t" r="r" b="b"/>
              <a:pathLst>
                <a:path w="4618" h="5677" extrusionOk="0">
                  <a:moveTo>
                    <a:pt x="2433" y="1"/>
                  </a:moveTo>
                  <a:cubicBezTo>
                    <a:pt x="1584" y="1"/>
                    <a:pt x="897" y="678"/>
                    <a:pt x="906" y="1527"/>
                  </a:cubicBezTo>
                  <a:lnTo>
                    <a:pt x="906" y="1670"/>
                  </a:lnTo>
                  <a:cubicBezTo>
                    <a:pt x="897" y="1832"/>
                    <a:pt x="763" y="1966"/>
                    <a:pt x="601" y="1966"/>
                  </a:cubicBezTo>
                  <a:cubicBezTo>
                    <a:pt x="315" y="1966"/>
                    <a:pt x="67" y="2176"/>
                    <a:pt x="29" y="2453"/>
                  </a:cubicBezTo>
                  <a:cubicBezTo>
                    <a:pt x="0" y="2777"/>
                    <a:pt x="248" y="3054"/>
                    <a:pt x="573" y="3054"/>
                  </a:cubicBezTo>
                  <a:lnTo>
                    <a:pt x="697" y="3054"/>
                  </a:lnTo>
                  <a:cubicBezTo>
                    <a:pt x="800" y="4557"/>
                    <a:pt x="2054" y="5676"/>
                    <a:pt x="3501" y="5676"/>
                  </a:cubicBezTo>
                  <a:cubicBezTo>
                    <a:pt x="3652" y="5676"/>
                    <a:pt x="3805" y="5664"/>
                    <a:pt x="3959" y="5639"/>
                  </a:cubicBezTo>
                  <a:cubicBezTo>
                    <a:pt x="2576" y="5429"/>
                    <a:pt x="1555" y="4237"/>
                    <a:pt x="1555" y="2844"/>
                  </a:cubicBezTo>
                  <a:lnTo>
                    <a:pt x="1555" y="1308"/>
                  </a:lnTo>
                  <a:cubicBezTo>
                    <a:pt x="1555" y="821"/>
                    <a:pt x="1946" y="430"/>
                    <a:pt x="2433" y="430"/>
                  </a:cubicBezTo>
                  <a:lnTo>
                    <a:pt x="4179" y="430"/>
                  </a:lnTo>
                  <a:cubicBezTo>
                    <a:pt x="4417" y="430"/>
                    <a:pt x="4618" y="239"/>
                    <a:pt x="4618"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1" name="Google Shape;12431;p64"/>
            <p:cNvSpPr/>
            <p:nvPr/>
          </p:nvSpPr>
          <p:spPr>
            <a:xfrm>
              <a:off x="8145137" y="3440034"/>
              <a:ext cx="27704" cy="14454"/>
            </a:xfrm>
            <a:custGeom>
              <a:avLst/>
              <a:gdLst/>
              <a:ahLst/>
              <a:cxnLst/>
              <a:rect l="l" t="t" r="r" b="b"/>
              <a:pathLst>
                <a:path w="1058" h="552" extrusionOk="0">
                  <a:moveTo>
                    <a:pt x="747" y="1"/>
                  </a:moveTo>
                  <a:cubicBezTo>
                    <a:pt x="729" y="1"/>
                    <a:pt x="709" y="3"/>
                    <a:pt x="688" y="8"/>
                  </a:cubicBezTo>
                  <a:lnTo>
                    <a:pt x="249" y="122"/>
                  </a:lnTo>
                  <a:cubicBezTo>
                    <a:pt x="1" y="180"/>
                    <a:pt x="48" y="552"/>
                    <a:pt x="306" y="552"/>
                  </a:cubicBezTo>
                  <a:cubicBezTo>
                    <a:pt x="325" y="552"/>
                    <a:pt x="344" y="552"/>
                    <a:pt x="363" y="542"/>
                  </a:cubicBezTo>
                  <a:lnTo>
                    <a:pt x="793" y="437"/>
                  </a:lnTo>
                  <a:cubicBezTo>
                    <a:pt x="1058" y="366"/>
                    <a:pt x="987" y="1"/>
                    <a:pt x="747"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2" name="Google Shape;12432;p64"/>
            <p:cNvSpPr/>
            <p:nvPr/>
          </p:nvSpPr>
          <p:spPr>
            <a:xfrm>
              <a:off x="8213401" y="3440034"/>
              <a:ext cx="27704" cy="14454"/>
            </a:xfrm>
            <a:custGeom>
              <a:avLst/>
              <a:gdLst/>
              <a:ahLst/>
              <a:cxnLst/>
              <a:rect l="l" t="t" r="r" b="b"/>
              <a:pathLst>
                <a:path w="1058" h="552" extrusionOk="0">
                  <a:moveTo>
                    <a:pt x="310" y="1"/>
                  </a:moveTo>
                  <a:cubicBezTo>
                    <a:pt x="71" y="1"/>
                    <a:pt x="0" y="366"/>
                    <a:pt x="265" y="437"/>
                  </a:cubicBezTo>
                  <a:lnTo>
                    <a:pt x="704" y="542"/>
                  </a:lnTo>
                  <a:cubicBezTo>
                    <a:pt x="723" y="552"/>
                    <a:pt x="742" y="552"/>
                    <a:pt x="761" y="552"/>
                  </a:cubicBezTo>
                  <a:cubicBezTo>
                    <a:pt x="1019" y="552"/>
                    <a:pt x="1057" y="180"/>
                    <a:pt x="809" y="122"/>
                  </a:cubicBezTo>
                  <a:lnTo>
                    <a:pt x="370" y="8"/>
                  </a:lnTo>
                  <a:cubicBezTo>
                    <a:pt x="349" y="3"/>
                    <a:pt x="329" y="1"/>
                    <a:pt x="310" y="1"/>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3" name="Google Shape;12433;p64"/>
            <p:cNvSpPr/>
            <p:nvPr/>
          </p:nvSpPr>
          <p:spPr>
            <a:xfrm>
              <a:off x="8181613" y="3368523"/>
              <a:ext cx="23017" cy="23017"/>
            </a:xfrm>
            <a:custGeom>
              <a:avLst/>
              <a:gdLst/>
              <a:ahLst/>
              <a:cxnLst/>
              <a:rect l="l" t="t" r="r" b="b"/>
              <a:pathLst>
                <a:path w="879" h="879" extrusionOk="0">
                  <a:moveTo>
                    <a:pt x="439" y="1"/>
                  </a:moveTo>
                  <a:cubicBezTo>
                    <a:pt x="201" y="1"/>
                    <a:pt x="1" y="201"/>
                    <a:pt x="1" y="440"/>
                  </a:cubicBezTo>
                  <a:cubicBezTo>
                    <a:pt x="1" y="678"/>
                    <a:pt x="201" y="879"/>
                    <a:pt x="439" y="879"/>
                  </a:cubicBezTo>
                  <a:cubicBezTo>
                    <a:pt x="678" y="879"/>
                    <a:pt x="878" y="678"/>
                    <a:pt x="878" y="440"/>
                  </a:cubicBezTo>
                  <a:cubicBezTo>
                    <a:pt x="878" y="201"/>
                    <a:pt x="678" y="1"/>
                    <a:pt x="439"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34" name="Google Shape;12434;p64"/>
          <p:cNvGrpSpPr/>
          <p:nvPr/>
        </p:nvGrpSpPr>
        <p:grpSpPr>
          <a:xfrm>
            <a:off x="8049678" y="2726336"/>
            <a:ext cx="263081" cy="354754"/>
            <a:chOff x="8065953" y="2879911"/>
            <a:chExt cx="263081" cy="354754"/>
          </a:xfrm>
        </p:grpSpPr>
        <p:sp>
          <p:nvSpPr>
            <p:cNvPr id="12435" name="Google Shape;12435;p64"/>
            <p:cNvSpPr/>
            <p:nvPr/>
          </p:nvSpPr>
          <p:spPr>
            <a:xfrm>
              <a:off x="8065953" y="3074518"/>
              <a:ext cx="263081" cy="160147"/>
            </a:xfrm>
            <a:custGeom>
              <a:avLst/>
              <a:gdLst/>
              <a:ahLst/>
              <a:cxnLst/>
              <a:rect l="l" t="t" r="r" b="b"/>
              <a:pathLst>
                <a:path w="10047" h="6116" extrusionOk="0">
                  <a:moveTo>
                    <a:pt x="3712" y="0"/>
                  </a:moveTo>
                  <a:lnTo>
                    <a:pt x="3712" y="1126"/>
                  </a:lnTo>
                  <a:cubicBezTo>
                    <a:pt x="3712" y="1498"/>
                    <a:pt x="3473" y="1823"/>
                    <a:pt x="3130" y="1947"/>
                  </a:cubicBezTo>
                  <a:lnTo>
                    <a:pt x="869" y="2748"/>
                  </a:lnTo>
                  <a:cubicBezTo>
                    <a:pt x="344" y="2929"/>
                    <a:pt x="1" y="3425"/>
                    <a:pt x="1" y="3979"/>
                  </a:cubicBezTo>
                  <a:lnTo>
                    <a:pt x="1" y="5457"/>
                  </a:lnTo>
                  <a:cubicBezTo>
                    <a:pt x="1" y="5820"/>
                    <a:pt x="287" y="6116"/>
                    <a:pt x="649" y="6116"/>
                  </a:cubicBezTo>
                  <a:lnTo>
                    <a:pt x="9397" y="6116"/>
                  </a:lnTo>
                  <a:cubicBezTo>
                    <a:pt x="9750" y="6116"/>
                    <a:pt x="10046" y="5820"/>
                    <a:pt x="10046" y="5457"/>
                  </a:cubicBezTo>
                  <a:lnTo>
                    <a:pt x="10046" y="3979"/>
                  </a:lnTo>
                  <a:cubicBezTo>
                    <a:pt x="10046" y="3425"/>
                    <a:pt x="9693" y="2929"/>
                    <a:pt x="9178" y="2748"/>
                  </a:cubicBezTo>
                  <a:lnTo>
                    <a:pt x="6917" y="1947"/>
                  </a:lnTo>
                  <a:cubicBezTo>
                    <a:pt x="6564" y="1823"/>
                    <a:pt x="6335" y="1498"/>
                    <a:pt x="6335" y="1126"/>
                  </a:cubicBezTo>
                  <a:lnTo>
                    <a:pt x="6335"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6" name="Google Shape;12436;p64"/>
            <p:cNvSpPr/>
            <p:nvPr/>
          </p:nvSpPr>
          <p:spPr>
            <a:xfrm>
              <a:off x="8065953" y="3129715"/>
              <a:ext cx="263081" cy="104949"/>
            </a:xfrm>
            <a:custGeom>
              <a:avLst/>
              <a:gdLst/>
              <a:ahLst/>
              <a:cxnLst/>
              <a:rect l="l" t="t" r="r" b="b"/>
              <a:pathLst>
                <a:path w="10047" h="4008" extrusionOk="0">
                  <a:moveTo>
                    <a:pt x="2681" y="1"/>
                  </a:moveTo>
                  <a:lnTo>
                    <a:pt x="878" y="640"/>
                  </a:lnTo>
                  <a:cubicBezTo>
                    <a:pt x="354" y="821"/>
                    <a:pt x="1" y="1317"/>
                    <a:pt x="1" y="1871"/>
                  </a:cubicBezTo>
                  <a:lnTo>
                    <a:pt x="1" y="3349"/>
                  </a:lnTo>
                  <a:cubicBezTo>
                    <a:pt x="1" y="3712"/>
                    <a:pt x="296" y="4008"/>
                    <a:pt x="659" y="4008"/>
                  </a:cubicBezTo>
                  <a:lnTo>
                    <a:pt x="9397" y="4008"/>
                  </a:lnTo>
                  <a:cubicBezTo>
                    <a:pt x="9750" y="4008"/>
                    <a:pt x="10046" y="3712"/>
                    <a:pt x="10046" y="3349"/>
                  </a:cubicBezTo>
                  <a:lnTo>
                    <a:pt x="10046" y="1871"/>
                  </a:lnTo>
                  <a:cubicBezTo>
                    <a:pt x="10046" y="1317"/>
                    <a:pt x="9693" y="821"/>
                    <a:pt x="9178" y="640"/>
                  </a:cubicBezTo>
                  <a:lnTo>
                    <a:pt x="7365" y="1"/>
                  </a:lnTo>
                  <a:lnTo>
                    <a:pt x="7175" y="487"/>
                  </a:lnTo>
                  <a:cubicBezTo>
                    <a:pt x="6793" y="1432"/>
                    <a:pt x="5954" y="2042"/>
                    <a:pt x="5028" y="2042"/>
                  </a:cubicBezTo>
                  <a:cubicBezTo>
                    <a:pt x="4093" y="2042"/>
                    <a:pt x="3254" y="1432"/>
                    <a:pt x="2882" y="487"/>
                  </a:cubicBezTo>
                  <a:lnTo>
                    <a:pt x="2681" y="1"/>
                  </a:lnTo>
                  <a:close/>
                </a:path>
              </a:pathLst>
            </a:custGeom>
            <a:solidFill>
              <a:srgbClr val="F1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7" name="Google Shape;12437;p64"/>
            <p:cNvSpPr/>
            <p:nvPr/>
          </p:nvSpPr>
          <p:spPr>
            <a:xfrm>
              <a:off x="8163126" y="3074518"/>
              <a:ext cx="68736" cy="22755"/>
            </a:xfrm>
            <a:custGeom>
              <a:avLst/>
              <a:gdLst/>
              <a:ahLst/>
              <a:cxnLst/>
              <a:rect l="l" t="t" r="r" b="b"/>
              <a:pathLst>
                <a:path w="2625" h="869" extrusionOk="0">
                  <a:moveTo>
                    <a:pt x="1" y="0"/>
                  </a:moveTo>
                  <a:lnTo>
                    <a:pt x="1" y="592"/>
                  </a:lnTo>
                  <a:cubicBezTo>
                    <a:pt x="411" y="773"/>
                    <a:pt x="859" y="869"/>
                    <a:pt x="1317" y="869"/>
                  </a:cubicBezTo>
                  <a:cubicBezTo>
                    <a:pt x="1766" y="869"/>
                    <a:pt x="2214" y="773"/>
                    <a:pt x="2624" y="592"/>
                  </a:cubicBezTo>
                  <a:lnTo>
                    <a:pt x="262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8" name="Google Shape;12438;p64"/>
            <p:cNvSpPr/>
            <p:nvPr/>
          </p:nvSpPr>
          <p:spPr>
            <a:xfrm>
              <a:off x="8101172" y="2931390"/>
              <a:ext cx="192617" cy="154649"/>
            </a:xfrm>
            <a:custGeom>
              <a:avLst/>
              <a:gdLst/>
              <a:ahLst/>
              <a:cxnLst/>
              <a:rect l="l" t="t" r="r" b="b"/>
              <a:pathLst>
                <a:path w="7356" h="5906" extrusionOk="0">
                  <a:moveTo>
                    <a:pt x="840" y="0"/>
                  </a:moveTo>
                  <a:lnTo>
                    <a:pt x="840" y="2404"/>
                  </a:lnTo>
                  <a:lnTo>
                    <a:pt x="726" y="2404"/>
                  </a:lnTo>
                  <a:cubicBezTo>
                    <a:pt x="1" y="2404"/>
                    <a:pt x="1" y="3501"/>
                    <a:pt x="726" y="3501"/>
                  </a:cubicBezTo>
                  <a:lnTo>
                    <a:pt x="878" y="3501"/>
                  </a:lnTo>
                  <a:cubicBezTo>
                    <a:pt x="1088" y="4885"/>
                    <a:pt x="2281" y="5905"/>
                    <a:pt x="3674" y="5905"/>
                  </a:cubicBezTo>
                  <a:cubicBezTo>
                    <a:pt x="5076" y="5905"/>
                    <a:pt x="6268" y="4885"/>
                    <a:pt x="6478" y="3501"/>
                  </a:cubicBezTo>
                  <a:lnTo>
                    <a:pt x="6631" y="3501"/>
                  </a:lnTo>
                  <a:cubicBezTo>
                    <a:pt x="7356" y="3501"/>
                    <a:pt x="7356" y="2404"/>
                    <a:pt x="6631" y="2404"/>
                  </a:cubicBezTo>
                  <a:lnTo>
                    <a:pt x="6516" y="2404"/>
                  </a:lnTo>
                  <a:lnTo>
                    <a:pt x="6516" y="0"/>
                  </a:lnTo>
                  <a:close/>
                </a:path>
              </a:pathLst>
            </a:custGeom>
            <a:solidFill>
              <a:srgbClr val="ECF0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39" name="Google Shape;12439;p64"/>
            <p:cNvSpPr/>
            <p:nvPr/>
          </p:nvSpPr>
          <p:spPr>
            <a:xfrm>
              <a:off x="8208845" y="2988578"/>
              <a:ext cx="51742" cy="11521"/>
            </a:xfrm>
            <a:custGeom>
              <a:avLst/>
              <a:gdLst/>
              <a:ahLst/>
              <a:cxnLst/>
              <a:rect l="l" t="t" r="r" b="b"/>
              <a:pathLst>
                <a:path w="1976" h="440" extrusionOk="0">
                  <a:moveTo>
                    <a:pt x="0" y="1"/>
                  </a:moveTo>
                  <a:lnTo>
                    <a:pt x="0" y="440"/>
                  </a:lnTo>
                  <a:lnTo>
                    <a:pt x="1975" y="440"/>
                  </a:lnTo>
                  <a:lnTo>
                    <a:pt x="1975" y="1"/>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0" name="Google Shape;12440;p64"/>
            <p:cNvSpPr/>
            <p:nvPr/>
          </p:nvSpPr>
          <p:spPr>
            <a:xfrm>
              <a:off x="8176166" y="2988526"/>
              <a:ext cx="42682" cy="23828"/>
            </a:xfrm>
            <a:custGeom>
              <a:avLst/>
              <a:gdLst/>
              <a:ahLst/>
              <a:cxnLst/>
              <a:rect l="l" t="t" r="r" b="b"/>
              <a:pathLst>
                <a:path w="1630" h="910" extrusionOk="0">
                  <a:moveTo>
                    <a:pt x="819" y="0"/>
                  </a:moveTo>
                  <a:cubicBezTo>
                    <a:pt x="466" y="0"/>
                    <a:pt x="113" y="217"/>
                    <a:pt x="27" y="651"/>
                  </a:cubicBezTo>
                  <a:cubicBezTo>
                    <a:pt x="0" y="813"/>
                    <a:pt x="126" y="908"/>
                    <a:pt x="249" y="908"/>
                  </a:cubicBezTo>
                  <a:cubicBezTo>
                    <a:pt x="343" y="908"/>
                    <a:pt x="436" y="852"/>
                    <a:pt x="457" y="728"/>
                  </a:cubicBezTo>
                  <a:cubicBezTo>
                    <a:pt x="500" y="537"/>
                    <a:pt x="657" y="442"/>
                    <a:pt x="814" y="442"/>
                  </a:cubicBezTo>
                  <a:cubicBezTo>
                    <a:pt x="972" y="442"/>
                    <a:pt x="1129" y="537"/>
                    <a:pt x="1172" y="728"/>
                  </a:cubicBezTo>
                  <a:cubicBezTo>
                    <a:pt x="1191" y="833"/>
                    <a:pt x="1287" y="909"/>
                    <a:pt x="1392" y="909"/>
                  </a:cubicBezTo>
                  <a:cubicBezTo>
                    <a:pt x="1401" y="909"/>
                    <a:pt x="1420" y="909"/>
                    <a:pt x="1430" y="899"/>
                  </a:cubicBezTo>
                  <a:cubicBezTo>
                    <a:pt x="1554" y="880"/>
                    <a:pt x="1630" y="766"/>
                    <a:pt x="1611" y="651"/>
                  </a:cubicBezTo>
                  <a:cubicBezTo>
                    <a:pt x="1525" y="217"/>
                    <a:pt x="1172" y="0"/>
                    <a:pt x="819" y="0"/>
                  </a:cubicBezTo>
                  <a:close/>
                </a:path>
              </a:pathLst>
            </a:custGeom>
            <a:solidFill>
              <a:srgbClr val="F6F8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1" name="Google Shape;12441;p64"/>
            <p:cNvSpPr/>
            <p:nvPr/>
          </p:nvSpPr>
          <p:spPr>
            <a:xfrm>
              <a:off x="8105179" y="2931390"/>
              <a:ext cx="142158" cy="154596"/>
            </a:xfrm>
            <a:custGeom>
              <a:avLst/>
              <a:gdLst/>
              <a:ahLst/>
              <a:cxnLst/>
              <a:rect l="l" t="t" r="r" b="b"/>
              <a:pathLst>
                <a:path w="5429" h="5904" extrusionOk="0">
                  <a:moveTo>
                    <a:pt x="687" y="0"/>
                  </a:moveTo>
                  <a:lnTo>
                    <a:pt x="687" y="2404"/>
                  </a:lnTo>
                  <a:lnTo>
                    <a:pt x="611" y="2404"/>
                  </a:lnTo>
                  <a:cubicBezTo>
                    <a:pt x="325" y="2404"/>
                    <a:pt x="77" y="2614"/>
                    <a:pt x="39" y="2900"/>
                  </a:cubicBezTo>
                  <a:cubicBezTo>
                    <a:pt x="0" y="3215"/>
                    <a:pt x="258" y="3501"/>
                    <a:pt x="582" y="3501"/>
                  </a:cubicBezTo>
                  <a:lnTo>
                    <a:pt x="725" y="3501"/>
                  </a:lnTo>
                  <a:cubicBezTo>
                    <a:pt x="932" y="4904"/>
                    <a:pt x="2140" y="5903"/>
                    <a:pt x="3516" y="5903"/>
                  </a:cubicBezTo>
                  <a:cubicBezTo>
                    <a:pt x="3666" y="5903"/>
                    <a:pt x="3817" y="5891"/>
                    <a:pt x="3969" y="5867"/>
                  </a:cubicBezTo>
                  <a:cubicBezTo>
                    <a:pt x="2805" y="5686"/>
                    <a:pt x="1880" y="4818"/>
                    <a:pt x="1632" y="3673"/>
                  </a:cubicBezTo>
                  <a:cubicBezTo>
                    <a:pt x="1584" y="3482"/>
                    <a:pt x="1670" y="3301"/>
                    <a:pt x="1832" y="3205"/>
                  </a:cubicBezTo>
                  <a:cubicBezTo>
                    <a:pt x="2910" y="2595"/>
                    <a:pt x="3902" y="1832"/>
                    <a:pt x="4780" y="964"/>
                  </a:cubicBezTo>
                  <a:cubicBezTo>
                    <a:pt x="5047" y="677"/>
                    <a:pt x="5266" y="353"/>
                    <a:pt x="5429" y="0"/>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2" name="Google Shape;12442;p64"/>
            <p:cNvSpPr/>
            <p:nvPr/>
          </p:nvSpPr>
          <p:spPr>
            <a:xfrm>
              <a:off x="8172134" y="3034350"/>
              <a:ext cx="50720" cy="17230"/>
            </a:xfrm>
            <a:custGeom>
              <a:avLst/>
              <a:gdLst/>
              <a:ahLst/>
              <a:cxnLst/>
              <a:rect l="l" t="t" r="r" b="b"/>
              <a:pathLst>
                <a:path w="1937" h="658" extrusionOk="0">
                  <a:moveTo>
                    <a:pt x="315" y="0"/>
                  </a:moveTo>
                  <a:cubicBezTo>
                    <a:pt x="145" y="0"/>
                    <a:pt x="0" y="218"/>
                    <a:pt x="162" y="380"/>
                  </a:cubicBezTo>
                  <a:cubicBezTo>
                    <a:pt x="372" y="562"/>
                    <a:pt x="651" y="657"/>
                    <a:pt x="933" y="657"/>
                  </a:cubicBezTo>
                  <a:cubicBezTo>
                    <a:pt x="946" y="657"/>
                    <a:pt x="960" y="657"/>
                    <a:pt x="973" y="657"/>
                  </a:cubicBezTo>
                  <a:cubicBezTo>
                    <a:pt x="986" y="657"/>
                    <a:pt x="999" y="657"/>
                    <a:pt x="1012" y="657"/>
                  </a:cubicBezTo>
                  <a:cubicBezTo>
                    <a:pt x="1286" y="657"/>
                    <a:pt x="1565" y="562"/>
                    <a:pt x="1774" y="380"/>
                  </a:cubicBezTo>
                  <a:cubicBezTo>
                    <a:pt x="1936" y="218"/>
                    <a:pt x="1792" y="0"/>
                    <a:pt x="1621" y="0"/>
                  </a:cubicBezTo>
                  <a:cubicBezTo>
                    <a:pt x="1571" y="0"/>
                    <a:pt x="1517" y="19"/>
                    <a:pt x="1469" y="65"/>
                  </a:cubicBezTo>
                  <a:cubicBezTo>
                    <a:pt x="1317" y="170"/>
                    <a:pt x="1142" y="223"/>
                    <a:pt x="968" y="223"/>
                  </a:cubicBezTo>
                  <a:cubicBezTo>
                    <a:pt x="794" y="223"/>
                    <a:pt x="620" y="170"/>
                    <a:pt x="468" y="65"/>
                  </a:cubicBezTo>
                  <a:cubicBezTo>
                    <a:pt x="419" y="19"/>
                    <a:pt x="366" y="0"/>
                    <a:pt x="315"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3" name="Google Shape;12443;p64"/>
            <p:cNvSpPr/>
            <p:nvPr/>
          </p:nvSpPr>
          <p:spPr>
            <a:xfrm>
              <a:off x="8157391" y="2994444"/>
              <a:ext cx="11521" cy="17151"/>
            </a:xfrm>
            <a:custGeom>
              <a:avLst/>
              <a:gdLst/>
              <a:ahLst/>
              <a:cxnLst/>
              <a:rect l="l" t="t" r="r" b="b"/>
              <a:pathLst>
                <a:path w="440" h="655" extrusionOk="0">
                  <a:moveTo>
                    <a:pt x="220" y="1"/>
                  </a:moveTo>
                  <a:cubicBezTo>
                    <a:pt x="110" y="1"/>
                    <a:pt x="0" y="72"/>
                    <a:pt x="0" y="216"/>
                  </a:cubicBezTo>
                  <a:lnTo>
                    <a:pt x="0" y="435"/>
                  </a:lnTo>
                  <a:cubicBezTo>
                    <a:pt x="0" y="559"/>
                    <a:pt x="96" y="654"/>
                    <a:pt x="220" y="654"/>
                  </a:cubicBezTo>
                  <a:cubicBezTo>
                    <a:pt x="344" y="654"/>
                    <a:pt x="439" y="559"/>
                    <a:pt x="439" y="435"/>
                  </a:cubicBezTo>
                  <a:lnTo>
                    <a:pt x="439" y="216"/>
                  </a:lnTo>
                  <a:cubicBezTo>
                    <a:pt x="439" y="72"/>
                    <a:pt x="329"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4" name="Google Shape;12444;p64"/>
            <p:cNvSpPr/>
            <p:nvPr/>
          </p:nvSpPr>
          <p:spPr>
            <a:xfrm>
              <a:off x="8226075" y="2994444"/>
              <a:ext cx="11521" cy="17151"/>
            </a:xfrm>
            <a:custGeom>
              <a:avLst/>
              <a:gdLst/>
              <a:ahLst/>
              <a:cxnLst/>
              <a:rect l="l" t="t" r="r" b="b"/>
              <a:pathLst>
                <a:path w="440" h="655" extrusionOk="0">
                  <a:moveTo>
                    <a:pt x="220" y="1"/>
                  </a:moveTo>
                  <a:cubicBezTo>
                    <a:pt x="110" y="1"/>
                    <a:pt x="1" y="72"/>
                    <a:pt x="1" y="216"/>
                  </a:cubicBezTo>
                  <a:lnTo>
                    <a:pt x="1" y="435"/>
                  </a:lnTo>
                  <a:cubicBezTo>
                    <a:pt x="1" y="559"/>
                    <a:pt x="96" y="654"/>
                    <a:pt x="220" y="654"/>
                  </a:cubicBezTo>
                  <a:cubicBezTo>
                    <a:pt x="344" y="654"/>
                    <a:pt x="440" y="559"/>
                    <a:pt x="440" y="435"/>
                  </a:cubicBezTo>
                  <a:lnTo>
                    <a:pt x="440" y="216"/>
                  </a:lnTo>
                  <a:cubicBezTo>
                    <a:pt x="440" y="72"/>
                    <a:pt x="330" y="1"/>
                    <a:pt x="22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5" name="Google Shape;12445;p64"/>
            <p:cNvSpPr/>
            <p:nvPr/>
          </p:nvSpPr>
          <p:spPr>
            <a:xfrm>
              <a:off x="8128405" y="2977345"/>
              <a:ext cx="63734" cy="51480"/>
            </a:xfrm>
            <a:custGeom>
              <a:avLst/>
              <a:gdLst/>
              <a:ahLst/>
              <a:cxnLst/>
              <a:rect l="l" t="t" r="r" b="b"/>
              <a:pathLst>
                <a:path w="2434" h="1966" extrusionOk="0">
                  <a:moveTo>
                    <a:pt x="1956" y="430"/>
                  </a:moveTo>
                  <a:lnTo>
                    <a:pt x="1880" y="964"/>
                  </a:lnTo>
                  <a:cubicBezTo>
                    <a:pt x="1832" y="1288"/>
                    <a:pt x="1556" y="1527"/>
                    <a:pt x="1231" y="1527"/>
                  </a:cubicBezTo>
                  <a:lnTo>
                    <a:pt x="1021" y="1527"/>
                  </a:lnTo>
                  <a:cubicBezTo>
                    <a:pt x="802" y="1527"/>
                    <a:pt x="621" y="1365"/>
                    <a:pt x="592" y="1145"/>
                  </a:cubicBezTo>
                  <a:lnTo>
                    <a:pt x="487" y="430"/>
                  </a:lnTo>
                  <a:close/>
                  <a:moveTo>
                    <a:pt x="239" y="0"/>
                  </a:moveTo>
                  <a:cubicBezTo>
                    <a:pt x="105" y="0"/>
                    <a:pt x="1" y="115"/>
                    <a:pt x="20" y="248"/>
                  </a:cubicBezTo>
                  <a:lnTo>
                    <a:pt x="163" y="1212"/>
                  </a:lnTo>
                  <a:cubicBezTo>
                    <a:pt x="220" y="1641"/>
                    <a:pt x="592" y="1956"/>
                    <a:pt x="1021" y="1966"/>
                  </a:cubicBezTo>
                  <a:lnTo>
                    <a:pt x="1222" y="1966"/>
                  </a:lnTo>
                  <a:cubicBezTo>
                    <a:pt x="1765" y="1956"/>
                    <a:pt x="2223" y="1565"/>
                    <a:pt x="2309" y="1021"/>
                  </a:cubicBezTo>
                  <a:lnTo>
                    <a:pt x="2414" y="248"/>
                  </a:lnTo>
                  <a:cubicBezTo>
                    <a:pt x="2433" y="115"/>
                    <a:pt x="2338" y="0"/>
                    <a:pt x="220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6" name="Google Shape;12446;p64"/>
            <p:cNvSpPr/>
            <p:nvPr/>
          </p:nvSpPr>
          <p:spPr>
            <a:xfrm>
              <a:off x="8220340" y="2891406"/>
              <a:ext cx="62975" cy="105945"/>
            </a:xfrm>
            <a:custGeom>
              <a:avLst/>
              <a:gdLst/>
              <a:ahLst/>
              <a:cxnLst/>
              <a:rect l="l" t="t" r="r" b="b"/>
              <a:pathLst>
                <a:path w="2405" h="4046" extrusionOk="0">
                  <a:moveTo>
                    <a:pt x="0" y="1"/>
                  </a:moveTo>
                  <a:lnTo>
                    <a:pt x="0" y="1747"/>
                  </a:lnTo>
                  <a:cubicBezTo>
                    <a:pt x="1050" y="4046"/>
                    <a:pt x="2404" y="4046"/>
                    <a:pt x="2404" y="4046"/>
                  </a:cubicBezTo>
                  <a:lnTo>
                    <a:pt x="2404" y="1747"/>
                  </a:lnTo>
                  <a:cubicBezTo>
                    <a:pt x="2404" y="783"/>
                    <a:pt x="1622" y="1"/>
                    <a:pt x="659"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7" name="Google Shape;12447;p64"/>
            <p:cNvSpPr/>
            <p:nvPr/>
          </p:nvSpPr>
          <p:spPr>
            <a:xfrm>
              <a:off x="8101513" y="2879911"/>
              <a:ext cx="141085" cy="145143"/>
            </a:xfrm>
            <a:custGeom>
              <a:avLst/>
              <a:gdLst/>
              <a:ahLst/>
              <a:cxnLst/>
              <a:rect l="l" t="t" r="r" b="b"/>
              <a:pathLst>
                <a:path w="5388" h="5543" extrusionOk="0">
                  <a:moveTo>
                    <a:pt x="3670" y="1"/>
                  </a:moveTo>
                  <a:cubicBezTo>
                    <a:pt x="1867" y="1"/>
                    <a:pt x="121" y="1537"/>
                    <a:pt x="121" y="3502"/>
                  </a:cubicBezTo>
                  <a:cubicBezTo>
                    <a:pt x="131" y="4103"/>
                    <a:pt x="93" y="4704"/>
                    <a:pt x="16" y="5305"/>
                  </a:cubicBezTo>
                  <a:cubicBezTo>
                    <a:pt x="1" y="5437"/>
                    <a:pt x="105" y="5543"/>
                    <a:pt x="221" y="5543"/>
                  </a:cubicBezTo>
                  <a:cubicBezTo>
                    <a:pt x="248" y="5543"/>
                    <a:pt x="275" y="5537"/>
                    <a:pt x="303" y="5524"/>
                  </a:cubicBezTo>
                  <a:cubicBezTo>
                    <a:pt x="1905" y="4838"/>
                    <a:pt x="3365" y="3845"/>
                    <a:pt x="4605" y="2624"/>
                  </a:cubicBezTo>
                  <a:cubicBezTo>
                    <a:pt x="4863" y="2357"/>
                    <a:pt x="5072" y="2042"/>
                    <a:pt x="5216" y="1699"/>
                  </a:cubicBezTo>
                  <a:cubicBezTo>
                    <a:pt x="5387" y="1298"/>
                    <a:pt x="5340" y="831"/>
                    <a:pt x="5082" y="478"/>
                  </a:cubicBezTo>
                  <a:cubicBezTo>
                    <a:pt x="4929" y="278"/>
                    <a:pt x="4729" y="134"/>
                    <a:pt x="4491" y="68"/>
                  </a:cubicBezTo>
                  <a:cubicBezTo>
                    <a:pt x="4367" y="20"/>
                    <a:pt x="4233" y="1"/>
                    <a:pt x="409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8" name="Google Shape;12448;p64"/>
            <p:cNvSpPr/>
            <p:nvPr/>
          </p:nvSpPr>
          <p:spPr>
            <a:xfrm>
              <a:off x="8277528" y="3152706"/>
              <a:ext cx="46740" cy="81697"/>
            </a:xfrm>
            <a:custGeom>
              <a:avLst/>
              <a:gdLst/>
              <a:ahLst/>
              <a:cxnLst/>
              <a:rect l="l" t="t" r="r" b="b"/>
              <a:pathLst>
                <a:path w="1785" h="3120" extrusionOk="0">
                  <a:moveTo>
                    <a:pt x="1499" y="0"/>
                  </a:moveTo>
                  <a:lnTo>
                    <a:pt x="373" y="993"/>
                  </a:lnTo>
                  <a:cubicBezTo>
                    <a:pt x="134" y="1202"/>
                    <a:pt x="1" y="1498"/>
                    <a:pt x="1" y="1813"/>
                  </a:cubicBezTo>
                  <a:lnTo>
                    <a:pt x="1" y="3120"/>
                  </a:lnTo>
                  <a:lnTo>
                    <a:pt x="440" y="3120"/>
                  </a:lnTo>
                  <a:lnTo>
                    <a:pt x="440" y="1813"/>
                  </a:lnTo>
                  <a:cubicBezTo>
                    <a:pt x="440" y="1622"/>
                    <a:pt x="516" y="1441"/>
                    <a:pt x="659" y="1317"/>
                  </a:cubicBezTo>
                  <a:lnTo>
                    <a:pt x="1785" y="334"/>
                  </a:lnTo>
                  <a:cubicBezTo>
                    <a:pt x="1709" y="210"/>
                    <a:pt x="1613" y="96"/>
                    <a:pt x="1499"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9" name="Google Shape;12449;p64"/>
            <p:cNvSpPr/>
            <p:nvPr/>
          </p:nvSpPr>
          <p:spPr>
            <a:xfrm>
              <a:off x="8070693" y="3152706"/>
              <a:ext cx="46740" cy="81697"/>
            </a:xfrm>
            <a:custGeom>
              <a:avLst/>
              <a:gdLst/>
              <a:ahLst/>
              <a:cxnLst/>
              <a:rect l="l" t="t" r="r" b="b"/>
              <a:pathLst>
                <a:path w="1785" h="3120" extrusionOk="0">
                  <a:moveTo>
                    <a:pt x="287" y="0"/>
                  </a:moveTo>
                  <a:cubicBezTo>
                    <a:pt x="173" y="96"/>
                    <a:pt x="77" y="210"/>
                    <a:pt x="1" y="334"/>
                  </a:cubicBezTo>
                  <a:lnTo>
                    <a:pt x="1127" y="1317"/>
                  </a:lnTo>
                  <a:cubicBezTo>
                    <a:pt x="1270" y="1441"/>
                    <a:pt x="1346" y="1622"/>
                    <a:pt x="1346" y="1813"/>
                  </a:cubicBezTo>
                  <a:lnTo>
                    <a:pt x="1346" y="3120"/>
                  </a:lnTo>
                  <a:lnTo>
                    <a:pt x="1785" y="3120"/>
                  </a:lnTo>
                  <a:lnTo>
                    <a:pt x="1785" y="1813"/>
                  </a:lnTo>
                  <a:cubicBezTo>
                    <a:pt x="1785" y="1498"/>
                    <a:pt x="1651" y="1202"/>
                    <a:pt x="1413" y="993"/>
                  </a:cubicBezTo>
                  <a:lnTo>
                    <a:pt x="287"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0" name="Google Shape;12450;p64"/>
            <p:cNvSpPr/>
            <p:nvPr/>
          </p:nvSpPr>
          <p:spPr>
            <a:xfrm>
              <a:off x="8202849" y="2977345"/>
              <a:ext cx="63734" cy="51480"/>
            </a:xfrm>
            <a:custGeom>
              <a:avLst/>
              <a:gdLst/>
              <a:ahLst/>
              <a:cxnLst/>
              <a:rect l="l" t="t" r="r" b="b"/>
              <a:pathLst>
                <a:path w="2434" h="1966" extrusionOk="0">
                  <a:moveTo>
                    <a:pt x="487" y="430"/>
                  </a:moveTo>
                  <a:lnTo>
                    <a:pt x="1947" y="439"/>
                  </a:lnTo>
                  <a:lnTo>
                    <a:pt x="1842" y="1155"/>
                  </a:lnTo>
                  <a:cubicBezTo>
                    <a:pt x="1813" y="1365"/>
                    <a:pt x="1632" y="1527"/>
                    <a:pt x="1412" y="1527"/>
                  </a:cubicBezTo>
                  <a:lnTo>
                    <a:pt x="1212" y="1527"/>
                  </a:lnTo>
                  <a:cubicBezTo>
                    <a:pt x="878" y="1527"/>
                    <a:pt x="611" y="1288"/>
                    <a:pt x="563" y="964"/>
                  </a:cubicBezTo>
                  <a:lnTo>
                    <a:pt x="487" y="430"/>
                  </a:lnTo>
                  <a:close/>
                  <a:moveTo>
                    <a:pt x="229" y="0"/>
                  </a:moveTo>
                  <a:cubicBezTo>
                    <a:pt x="96" y="0"/>
                    <a:pt x="0" y="115"/>
                    <a:pt x="20" y="248"/>
                  </a:cubicBezTo>
                  <a:lnTo>
                    <a:pt x="124" y="1021"/>
                  </a:lnTo>
                  <a:cubicBezTo>
                    <a:pt x="210" y="1565"/>
                    <a:pt x="668" y="1956"/>
                    <a:pt x="1212" y="1966"/>
                  </a:cubicBezTo>
                  <a:lnTo>
                    <a:pt x="1412" y="1966"/>
                  </a:lnTo>
                  <a:cubicBezTo>
                    <a:pt x="1842" y="1956"/>
                    <a:pt x="2214" y="1641"/>
                    <a:pt x="2271" y="1212"/>
                  </a:cubicBezTo>
                  <a:lnTo>
                    <a:pt x="2414" y="248"/>
                  </a:lnTo>
                  <a:cubicBezTo>
                    <a:pt x="2433" y="115"/>
                    <a:pt x="2328" y="0"/>
                    <a:pt x="219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51" name="Google Shape;12451;p64"/>
          <p:cNvGrpSpPr/>
          <p:nvPr/>
        </p:nvGrpSpPr>
        <p:grpSpPr>
          <a:xfrm>
            <a:off x="8047924" y="4114743"/>
            <a:ext cx="270308" cy="354493"/>
            <a:chOff x="8064199" y="4268318"/>
            <a:chExt cx="270308" cy="354493"/>
          </a:xfrm>
        </p:grpSpPr>
        <p:sp>
          <p:nvSpPr>
            <p:cNvPr id="12452" name="Google Shape;12452;p64"/>
            <p:cNvSpPr/>
            <p:nvPr/>
          </p:nvSpPr>
          <p:spPr>
            <a:xfrm>
              <a:off x="8064199" y="4470911"/>
              <a:ext cx="270308" cy="151899"/>
            </a:xfrm>
            <a:custGeom>
              <a:avLst/>
              <a:gdLst/>
              <a:ahLst/>
              <a:cxnLst/>
              <a:rect l="l" t="t" r="r" b="b"/>
              <a:pathLst>
                <a:path w="10323" h="5801" extrusionOk="0">
                  <a:moveTo>
                    <a:pt x="3655" y="0"/>
                  </a:moveTo>
                  <a:lnTo>
                    <a:pt x="3655" y="1021"/>
                  </a:lnTo>
                  <a:cubicBezTo>
                    <a:pt x="3655" y="1307"/>
                    <a:pt x="3464" y="1555"/>
                    <a:pt x="3197" y="1641"/>
                  </a:cubicBezTo>
                  <a:lnTo>
                    <a:pt x="1079" y="2261"/>
                  </a:lnTo>
                  <a:cubicBezTo>
                    <a:pt x="440" y="2443"/>
                    <a:pt x="1" y="3034"/>
                    <a:pt x="1" y="3702"/>
                  </a:cubicBezTo>
                  <a:lnTo>
                    <a:pt x="1" y="5162"/>
                  </a:lnTo>
                  <a:cubicBezTo>
                    <a:pt x="1" y="5515"/>
                    <a:pt x="287" y="5801"/>
                    <a:pt x="650" y="5801"/>
                  </a:cubicBezTo>
                  <a:lnTo>
                    <a:pt x="9674" y="5801"/>
                  </a:lnTo>
                  <a:cubicBezTo>
                    <a:pt x="10027" y="5801"/>
                    <a:pt x="10323" y="5515"/>
                    <a:pt x="10323" y="5162"/>
                  </a:cubicBezTo>
                  <a:lnTo>
                    <a:pt x="10323" y="3702"/>
                  </a:lnTo>
                  <a:cubicBezTo>
                    <a:pt x="10323" y="3034"/>
                    <a:pt x="9884" y="2452"/>
                    <a:pt x="9245" y="2261"/>
                  </a:cubicBezTo>
                  <a:lnTo>
                    <a:pt x="7127" y="1641"/>
                  </a:lnTo>
                  <a:cubicBezTo>
                    <a:pt x="6850" y="1555"/>
                    <a:pt x="6669" y="1307"/>
                    <a:pt x="6669" y="1021"/>
                  </a:cubicBezTo>
                  <a:lnTo>
                    <a:pt x="6669" y="0"/>
                  </a:ln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3" name="Google Shape;12453;p64"/>
            <p:cNvSpPr/>
            <p:nvPr/>
          </p:nvSpPr>
          <p:spPr>
            <a:xfrm>
              <a:off x="8159879" y="4470911"/>
              <a:ext cx="78974" cy="22441"/>
            </a:xfrm>
            <a:custGeom>
              <a:avLst/>
              <a:gdLst/>
              <a:ahLst/>
              <a:cxnLst/>
              <a:rect l="l" t="t" r="r" b="b"/>
              <a:pathLst>
                <a:path w="3016" h="857" extrusionOk="0">
                  <a:moveTo>
                    <a:pt x="1" y="0"/>
                  </a:moveTo>
                  <a:lnTo>
                    <a:pt x="1" y="477"/>
                  </a:lnTo>
                  <a:cubicBezTo>
                    <a:pt x="473" y="730"/>
                    <a:pt x="990" y="857"/>
                    <a:pt x="1508" y="857"/>
                  </a:cubicBezTo>
                  <a:cubicBezTo>
                    <a:pt x="2025" y="857"/>
                    <a:pt x="2543" y="730"/>
                    <a:pt x="3015" y="477"/>
                  </a:cubicBezTo>
                  <a:lnTo>
                    <a:pt x="3015"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4" name="Google Shape;12454;p64"/>
            <p:cNvSpPr/>
            <p:nvPr/>
          </p:nvSpPr>
          <p:spPr>
            <a:xfrm>
              <a:off x="8159879" y="4470911"/>
              <a:ext cx="78974" cy="22441"/>
            </a:xfrm>
            <a:custGeom>
              <a:avLst/>
              <a:gdLst/>
              <a:ahLst/>
              <a:cxnLst/>
              <a:rect l="l" t="t" r="r" b="b"/>
              <a:pathLst>
                <a:path w="3016" h="857" extrusionOk="0">
                  <a:moveTo>
                    <a:pt x="1" y="0"/>
                  </a:moveTo>
                  <a:lnTo>
                    <a:pt x="1" y="477"/>
                  </a:lnTo>
                  <a:cubicBezTo>
                    <a:pt x="473" y="730"/>
                    <a:pt x="990" y="857"/>
                    <a:pt x="1508" y="857"/>
                  </a:cubicBezTo>
                  <a:cubicBezTo>
                    <a:pt x="2025" y="857"/>
                    <a:pt x="2543" y="730"/>
                    <a:pt x="3015" y="477"/>
                  </a:cubicBezTo>
                  <a:lnTo>
                    <a:pt x="3015"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5" name="Google Shape;12455;p64"/>
            <p:cNvSpPr/>
            <p:nvPr/>
          </p:nvSpPr>
          <p:spPr>
            <a:xfrm>
              <a:off x="8238827" y="4498877"/>
              <a:ext cx="95680" cy="123934"/>
            </a:xfrm>
            <a:custGeom>
              <a:avLst/>
              <a:gdLst/>
              <a:ahLst/>
              <a:cxnLst/>
              <a:rect l="l" t="t" r="r" b="b"/>
              <a:pathLst>
                <a:path w="3654" h="4733" extrusionOk="0">
                  <a:moveTo>
                    <a:pt x="0" y="1"/>
                  </a:moveTo>
                  <a:lnTo>
                    <a:pt x="0" y="4733"/>
                  </a:lnTo>
                  <a:lnTo>
                    <a:pt x="3005" y="4733"/>
                  </a:lnTo>
                  <a:cubicBezTo>
                    <a:pt x="3368" y="4733"/>
                    <a:pt x="3654" y="4447"/>
                    <a:pt x="3654" y="4084"/>
                  </a:cubicBezTo>
                  <a:lnTo>
                    <a:pt x="3654" y="2634"/>
                  </a:lnTo>
                  <a:cubicBezTo>
                    <a:pt x="3654" y="1966"/>
                    <a:pt x="3215" y="1375"/>
                    <a:pt x="2576" y="1193"/>
                  </a:cubicBezTo>
                  <a:lnTo>
                    <a:pt x="458" y="573"/>
                  </a:lnTo>
                  <a:cubicBezTo>
                    <a:pt x="201" y="497"/>
                    <a:pt x="19" y="268"/>
                    <a:pt x="0"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6" name="Google Shape;12456;p64"/>
            <p:cNvSpPr/>
            <p:nvPr/>
          </p:nvSpPr>
          <p:spPr>
            <a:xfrm>
              <a:off x="8238827" y="4497384"/>
              <a:ext cx="44226" cy="125426"/>
            </a:xfrm>
            <a:custGeom>
              <a:avLst/>
              <a:gdLst/>
              <a:ahLst/>
              <a:cxnLst/>
              <a:rect l="l" t="t" r="r" b="b"/>
              <a:pathLst>
                <a:path w="1689" h="4790" extrusionOk="0">
                  <a:moveTo>
                    <a:pt x="0" y="1"/>
                  </a:moveTo>
                  <a:lnTo>
                    <a:pt x="0" y="4790"/>
                  </a:lnTo>
                  <a:lnTo>
                    <a:pt x="1288" y="4790"/>
                  </a:lnTo>
                  <a:lnTo>
                    <a:pt x="1660" y="3120"/>
                  </a:lnTo>
                  <a:cubicBezTo>
                    <a:pt x="1689" y="2958"/>
                    <a:pt x="1632" y="2786"/>
                    <a:pt x="1498" y="2681"/>
                  </a:cubicBezTo>
                  <a:lnTo>
                    <a:pt x="1059" y="2357"/>
                  </a:lnTo>
                  <a:cubicBezTo>
                    <a:pt x="935" y="2262"/>
                    <a:pt x="868" y="2109"/>
                    <a:pt x="897" y="1956"/>
                  </a:cubicBezTo>
                  <a:lnTo>
                    <a:pt x="1050" y="878"/>
                  </a:lnTo>
                  <a:cubicBezTo>
                    <a:pt x="1059" y="754"/>
                    <a:pt x="1031" y="630"/>
                    <a:pt x="945" y="535"/>
                  </a:cubicBezTo>
                  <a:cubicBezTo>
                    <a:pt x="773" y="344"/>
                    <a:pt x="430" y="39"/>
                    <a:pt x="0"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7" name="Google Shape;12457;p64"/>
            <p:cNvSpPr/>
            <p:nvPr/>
          </p:nvSpPr>
          <p:spPr>
            <a:xfrm>
              <a:off x="8064199" y="4498877"/>
              <a:ext cx="95706" cy="123934"/>
            </a:xfrm>
            <a:custGeom>
              <a:avLst/>
              <a:gdLst/>
              <a:ahLst/>
              <a:cxnLst/>
              <a:rect l="l" t="t" r="r" b="b"/>
              <a:pathLst>
                <a:path w="3655" h="4733" extrusionOk="0">
                  <a:moveTo>
                    <a:pt x="3655" y="1"/>
                  </a:moveTo>
                  <a:cubicBezTo>
                    <a:pt x="3636" y="268"/>
                    <a:pt x="3454" y="497"/>
                    <a:pt x="3197" y="573"/>
                  </a:cubicBezTo>
                  <a:lnTo>
                    <a:pt x="1079" y="1193"/>
                  </a:lnTo>
                  <a:cubicBezTo>
                    <a:pt x="440" y="1375"/>
                    <a:pt x="1" y="1966"/>
                    <a:pt x="1" y="2634"/>
                  </a:cubicBezTo>
                  <a:lnTo>
                    <a:pt x="1" y="4084"/>
                  </a:lnTo>
                  <a:cubicBezTo>
                    <a:pt x="1" y="4447"/>
                    <a:pt x="287" y="4733"/>
                    <a:pt x="650" y="4733"/>
                  </a:cubicBezTo>
                  <a:lnTo>
                    <a:pt x="3655" y="4733"/>
                  </a:lnTo>
                  <a:lnTo>
                    <a:pt x="3655" y="1"/>
                  </a:ln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8" name="Google Shape;12458;p64"/>
            <p:cNvSpPr/>
            <p:nvPr/>
          </p:nvSpPr>
          <p:spPr>
            <a:xfrm>
              <a:off x="8115417" y="4497384"/>
              <a:ext cx="44488" cy="125426"/>
            </a:xfrm>
            <a:custGeom>
              <a:avLst/>
              <a:gdLst/>
              <a:ahLst/>
              <a:cxnLst/>
              <a:rect l="l" t="t" r="r" b="b"/>
              <a:pathLst>
                <a:path w="1699" h="4790" extrusionOk="0">
                  <a:moveTo>
                    <a:pt x="1699" y="1"/>
                  </a:moveTo>
                  <a:cubicBezTo>
                    <a:pt x="1260" y="39"/>
                    <a:pt x="926" y="344"/>
                    <a:pt x="754" y="535"/>
                  </a:cubicBezTo>
                  <a:cubicBezTo>
                    <a:pt x="668" y="630"/>
                    <a:pt x="630" y="754"/>
                    <a:pt x="649" y="878"/>
                  </a:cubicBezTo>
                  <a:lnTo>
                    <a:pt x="802" y="1956"/>
                  </a:lnTo>
                  <a:cubicBezTo>
                    <a:pt x="830" y="2109"/>
                    <a:pt x="764" y="2262"/>
                    <a:pt x="640" y="2357"/>
                  </a:cubicBezTo>
                  <a:lnTo>
                    <a:pt x="201" y="2681"/>
                  </a:lnTo>
                  <a:cubicBezTo>
                    <a:pt x="67" y="2786"/>
                    <a:pt x="0" y="2958"/>
                    <a:pt x="39" y="3120"/>
                  </a:cubicBezTo>
                  <a:lnTo>
                    <a:pt x="411" y="4790"/>
                  </a:lnTo>
                  <a:lnTo>
                    <a:pt x="1699" y="4790"/>
                  </a:lnTo>
                  <a:lnTo>
                    <a:pt x="1699" y="1"/>
                  </a:ln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9" name="Google Shape;12459;p64"/>
            <p:cNvSpPr/>
            <p:nvPr/>
          </p:nvSpPr>
          <p:spPr>
            <a:xfrm>
              <a:off x="8160141" y="4541113"/>
              <a:ext cx="78712" cy="81697"/>
            </a:xfrm>
            <a:custGeom>
              <a:avLst/>
              <a:gdLst/>
              <a:ahLst/>
              <a:cxnLst/>
              <a:rect l="l" t="t" r="r" b="b"/>
              <a:pathLst>
                <a:path w="3006" h="3120" extrusionOk="0">
                  <a:moveTo>
                    <a:pt x="0" y="0"/>
                  </a:moveTo>
                  <a:lnTo>
                    <a:pt x="0" y="3120"/>
                  </a:lnTo>
                  <a:lnTo>
                    <a:pt x="3005" y="3120"/>
                  </a:lnTo>
                  <a:lnTo>
                    <a:pt x="3005" y="0"/>
                  </a:lnTo>
                  <a:cubicBezTo>
                    <a:pt x="2585" y="353"/>
                    <a:pt x="2051" y="544"/>
                    <a:pt x="1507" y="544"/>
                  </a:cubicBezTo>
                  <a:cubicBezTo>
                    <a:pt x="954" y="544"/>
                    <a:pt x="420" y="353"/>
                    <a:pt x="0" y="0"/>
                  </a:cubicBez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0" name="Google Shape;12460;p64"/>
            <p:cNvSpPr/>
            <p:nvPr/>
          </p:nvSpPr>
          <p:spPr>
            <a:xfrm>
              <a:off x="8159879" y="4525114"/>
              <a:ext cx="78974" cy="41372"/>
            </a:xfrm>
            <a:custGeom>
              <a:avLst/>
              <a:gdLst/>
              <a:ahLst/>
              <a:cxnLst/>
              <a:rect l="l" t="t" r="r" b="b"/>
              <a:pathLst>
                <a:path w="3016" h="1580" extrusionOk="0">
                  <a:moveTo>
                    <a:pt x="1" y="1"/>
                  </a:moveTo>
                  <a:lnTo>
                    <a:pt x="1" y="1136"/>
                  </a:lnTo>
                  <a:cubicBezTo>
                    <a:pt x="459" y="1432"/>
                    <a:pt x="983" y="1580"/>
                    <a:pt x="1508" y="1580"/>
                  </a:cubicBezTo>
                  <a:cubicBezTo>
                    <a:pt x="2033" y="1580"/>
                    <a:pt x="2557" y="1432"/>
                    <a:pt x="3015" y="1136"/>
                  </a:cubicBezTo>
                  <a:lnTo>
                    <a:pt x="3015" y="1"/>
                  </a:lnTo>
                  <a:cubicBezTo>
                    <a:pt x="2629" y="482"/>
                    <a:pt x="2068" y="723"/>
                    <a:pt x="1508" y="723"/>
                  </a:cubicBezTo>
                  <a:cubicBezTo>
                    <a:pt x="947" y="723"/>
                    <a:pt x="387" y="482"/>
                    <a:pt x="1" y="1"/>
                  </a:cubicBezTo>
                  <a:close/>
                </a:path>
              </a:pathLst>
            </a:custGeom>
            <a:solidFill>
              <a:srgbClr val="909D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1" name="Google Shape;12461;p64"/>
            <p:cNvSpPr/>
            <p:nvPr/>
          </p:nvSpPr>
          <p:spPr>
            <a:xfrm>
              <a:off x="8075459" y="4268318"/>
              <a:ext cx="247815" cy="196885"/>
            </a:xfrm>
            <a:custGeom>
              <a:avLst/>
              <a:gdLst/>
              <a:ahLst/>
              <a:cxnLst/>
              <a:rect l="l" t="t" r="r" b="b"/>
              <a:pathLst>
                <a:path w="9464" h="7519" extrusionOk="0">
                  <a:moveTo>
                    <a:pt x="3768" y="1"/>
                  </a:moveTo>
                  <a:cubicBezTo>
                    <a:pt x="1689" y="1"/>
                    <a:pt x="0" y="1680"/>
                    <a:pt x="0" y="3759"/>
                  </a:cubicBezTo>
                  <a:cubicBezTo>
                    <a:pt x="0" y="5839"/>
                    <a:pt x="1689" y="7518"/>
                    <a:pt x="3768" y="7518"/>
                  </a:cubicBezTo>
                  <a:lnTo>
                    <a:pt x="5695" y="7518"/>
                  </a:lnTo>
                  <a:cubicBezTo>
                    <a:pt x="7775" y="7518"/>
                    <a:pt x="9464" y="5839"/>
                    <a:pt x="9464" y="3759"/>
                  </a:cubicBezTo>
                  <a:cubicBezTo>
                    <a:pt x="9464" y="1680"/>
                    <a:pt x="7775" y="1"/>
                    <a:pt x="5695" y="1"/>
                  </a:cubicBezTo>
                  <a:close/>
                </a:path>
              </a:pathLst>
            </a:custGeom>
            <a:solidFill>
              <a:srgbClr val="39516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2" name="Google Shape;12462;p64"/>
            <p:cNvSpPr/>
            <p:nvPr/>
          </p:nvSpPr>
          <p:spPr>
            <a:xfrm>
              <a:off x="8108164" y="4335770"/>
              <a:ext cx="181881" cy="146400"/>
            </a:xfrm>
            <a:custGeom>
              <a:avLst/>
              <a:gdLst/>
              <a:ahLst/>
              <a:cxnLst/>
              <a:rect l="l" t="t" r="r" b="b"/>
              <a:pathLst>
                <a:path w="6946" h="5591" extrusionOk="0">
                  <a:moveTo>
                    <a:pt x="1546" y="0"/>
                  </a:moveTo>
                  <a:cubicBezTo>
                    <a:pt x="1308" y="0"/>
                    <a:pt x="1117" y="191"/>
                    <a:pt x="1117" y="430"/>
                  </a:cubicBezTo>
                  <a:lnTo>
                    <a:pt x="1117" y="1508"/>
                  </a:lnTo>
                  <a:cubicBezTo>
                    <a:pt x="1117" y="1737"/>
                    <a:pt x="917" y="1937"/>
                    <a:pt x="678" y="1937"/>
                  </a:cubicBezTo>
                  <a:lnTo>
                    <a:pt x="602" y="1937"/>
                  </a:lnTo>
                  <a:cubicBezTo>
                    <a:pt x="596" y="1937"/>
                    <a:pt x="589" y="1937"/>
                    <a:pt x="583" y="1937"/>
                  </a:cubicBezTo>
                  <a:cubicBezTo>
                    <a:pt x="314" y="1937"/>
                    <a:pt x="76" y="2134"/>
                    <a:pt x="39" y="2414"/>
                  </a:cubicBezTo>
                  <a:cubicBezTo>
                    <a:pt x="1" y="2729"/>
                    <a:pt x="258" y="3005"/>
                    <a:pt x="573" y="3005"/>
                  </a:cubicBezTo>
                  <a:lnTo>
                    <a:pt x="697" y="3005"/>
                  </a:lnTo>
                  <a:cubicBezTo>
                    <a:pt x="802" y="4465"/>
                    <a:pt x="2014" y="5591"/>
                    <a:pt x="3473" y="5591"/>
                  </a:cubicBezTo>
                  <a:cubicBezTo>
                    <a:pt x="4943" y="5591"/>
                    <a:pt x="6154" y="4465"/>
                    <a:pt x="6259" y="3005"/>
                  </a:cubicBezTo>
                  <a:lnTo>
                    <a:pt x="6383" y="3005"/>
                  </a:lnTo>
                  <a:cubicBezTo>
                    <a:pt x="6698" y="3005"/>
                    <a:pt x="6946" y="2729"/>
                    <a:pt x="6917" y="2414"/>
                  </a:cubicBezTo>
                  <a:cubicBezTo>
                    <a:pt x="6871" y="2134"/>
                    <a:pt x="6642" y="1937"/>
                    <a:pt x="6373" y="1937"/>
                  </a:cubicBezTo>
                  <a:cubicBezTo>
                    <a:pt x="6367" y="1937"/>
                    <a:pt x="6361" y="1937"/>
                    <a:pt x="6354" y="1937"/>
                  </a:cubicBezTo>
                  <a:lnTo>
                    <a:pt x="6278" y="1937"/>
                  </a:lnTo>
                  <a:cubicBezTo>
                    <a:pt x="6040" y="1937"/>
                    <a:pt x="5839" y="1737"/>
                    <a:pt x="5839" y="1508"/>
                  </a:cubicBezTo>
                  <a:lnTo>
                    <a:pt x="5839" y="430"/>
                  </a:lnTo>
                  <a:cubicBezTo>
                    <a:pt x="5839" y="191"/>
                    <a:pt x="5648" y="0"/>
                    <a:pt x="5410" y="0"/>
                  </a:cubicBezTo>
                  <a:close/>
                </a:path>
              </a:pathLst>
            </a:custGeom>
            <a:solidFill>
              <a:srgbClr val="E0E7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3" name="Google Shape;12463;p64"/>
            <p:cNvSpPr/>
            <p:nvPr/>
          </p:nvSpPr>
          <p:spPr>
            <a:xfrm>
              <a:off x="8108425" y="4335770"/>
              <a:ext cx="141661" cy="146400"/>
            </a:xfrm>
            <a:custGeom>
              <a:avLst/>
              <a:gdLst/>
              <a:ahLst/>
              <a:cxnLst/>
              <a:rect l="l" t="t" r="r" b="b"/>
              <a:pathLst>
                <a:path w="5410" h="5591" extrusionOk="0">
                  <a:moveTo>
                    <a:pt x="1536" y="0"/>
                  </a:moveTo>
                  <a:cubicBezTo>
                    <a:pt x="1298" y="0"/>
                    <a:pt x="1107" y="191"/>
                    <a:pt x="1107" y="430"/>
                  </a:cubicBezTo>
                  <a:lnTo>
                    <a:pt x="1107" y="1498"/>
                  </a:lnTo>
                  <a:cubicBezTo>
                    <a:pt x="1107" y="1737"/>
                    <a:pt x="916" y="1937"/>
                    <a:pt x="678" y="1937"/>
                  </a:cubicBezTo>
                  <a:lnTo>
                    <a:pt x="601" y="1937"/>
                  </a:lnTo>
                  <a:cubicBezTo>
                    <a:pt x="595" y="1937"/>
                    <a:pt x="588" y="1937"/>
                    <a:pt x="582" y="1937"/>
                  </a:cubicBezTo>
                  <a:cubicBezTo>
                    <a:pt x="304" y="1937"/>
                    <a:pt x="76" y="2134"/>
                    <a:pt x="39" y="2414"/>
                  </a:cubicBezTo>
                  <a:cubicBezTo>
                    <a:pt x="0" y="2729"/>
                    <a:pt x="248" y="3005"/>
                    <a:pt x="573" y="3005"/>
                  </a:cubicBezTo>
                  <a:lnTo>
                    <a:pt x="687" y="3005"/>
                  </a:lnTo>
                  <a:cubicBezTo>
                    <a:pt x="791" y="4481"/>
                    <a:pt x="2027" y="5590"/>
                    <a:pt x="3455" y="5590"/>
                  </a:cubicBezTo>
                  <a:cubicBezTo>
                    <a:pt x="3606" y="5590"/>
                    <a:pt x="3758" y="5578"/>
                    <a:pt x="3912" y="5553"/>
                  </a:cubicBezTo>
                  <a:cubicBezTo>
                    <a:pt x="2548" y="5343"/>
                    <a:pt x="1546" y="4169"/>
                    <a:pt x="1546" y="2796"/>
                  </a:cubicBezTo>
                  <a:lnTo>
                    <a:pt x="1546" y="1288"/>
                  </a:lnTo>
                  <a:cubicBezTo>
                    <a:pt x="1546" y="811"/>
                    <a:pt x="1927" y="430"/>
                    <a:pt x="2404" y="430"/>
                  </a:cubicBezTo>
                  <a:lnTo>
                    <a:pt x="4980" y="430"/>
                  </a:lnTo>
                  <a:cubicBezTo>
                    <a:pt x="5219" y="430"/>
                    <a:pt x="5410" y="229"/>
                    <a:pt x="5410"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4" name="Google Shape;12464;p64"/>
            <p:cNvSpPr/>
            <p:nvPr/>
          </p:nvSpPr>
          <p:spPr>
            <a:xfrm>
              <a:off x="8174569" y="4431241"/>
              <a:ext cx="49830" cy="17230"/>
            </a:xfrm>
            <a:custGeom>
              <a:avLst/>
              <a:gdLst/>
              <a:ahLst/>
              <a:cxnLst/>
              <a:rect l="l" t="t" r="r" b="b"/>
              <a:pathLst>
                <a:path w="1903" h="658" extrusionOk="0">
                  <a:moveTo>
                    <a:pt x="309" y="0"/>
                  </a:moveTo>
                  <a:cubicBezTo>
                    <a:pt x="141" y="0"/>
                    <a:pt x="1" y="219"/>
                    <a:pt x="155" y="380"/>
                  </a:cubicBezTo>
                  <a:cubicBezTo>
                    <a:pt x="365" y="554"/>
                    <a:pt x="637" y="657"/>
                    <a:pt x="919" y="657"/>
                  </a:cubicBezTo>
                  <a:cubicBezTo>
                    <a:pt x="932" y="657"/>
                    <a:pt x="944" y="657"/>
                    <a:pt x="956" y="657"/>
                  </a:cubicBezTo>
                  <a:cubicBezTo>
                    <a:pt x="968" y="657"/>
                    <a:pt x="980" y="657"/>
                    <a:pt x="992" y="657"/>
                  </a:cubicBezTo>
                  <a:cubicBezTo>
                    <a:pt x="1267" y="657"/>
                    <a:pt x="1538" y="554"/>
                    <a:pt x="1748" y="380"/>
                  </a:cubicBezTo>
                  <a:cubicBezTo>
                    <a:pt x="1903" y="219"/>
                    <a:pt x="1762" y="0"/>
                    <a:pt x="1594" y="0"/>
                  </a:cubicBezTo>
                  <a:cubicBezTo>
                    <a:pt x="1544" y="0"/>
                    <a:pt x="1491" y="19"/>
                    <a:pt x="1443" y="65"/>
                  </a:cubicBezTo>
                  <a:cubicBezTo>
                    <a:pt x="1295" y="170"/>
                    <a:pt x="1123" y="223"/>
                    <a:pt x="952" y="223"/>
                  </a:cubicBezTo>
                  <a:cubicBezTo>
                    <a:pt x="780" y="223"/>
                    <a:pt x="608" y="170"/>
                    <a:pt x="460" y="65"/>
                  </a:cubicBezTo>
                  <a:cubicBezTo>
                    <a:pt x="412" y="19"/>
                    <a:pt x="360" y="0"/>
                    <a:pt x="309" y="0"/>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5" name="Google Shape;12465;p64"/>
            <p:cNvSpPr/>
            <p:nvPr/>
          </p:nvSpPr>
          <p:spPr>
            <a:xfrm>
              <a:off x="8134375" y="4380730"/>
              <a:ext cx="130218" cy="43572"/>
            </a:xfrm>
            <a:custGeom>
              <a:avLst/>
              <a:gdLst/>
              <a:ahLst/>
              <a:cxnLst/>
              <a:rect l="l" t="t" r="r" b="b"/>
              <a:pathLst>
                <a:path w="4973" h="1664" extrusionOk="0">
                  <a:moveTo>
                    <a:pt x="4001" y="0"/>
                  </a:moveTo>
                  <a:cubicBezTo>
                    <a:pt x="3994" y="0"/>
                    <a:pt x="3987" y="0"/>
                    <a:pt x="3980" y="1"/>
                  </a:cubicBezTo>
                  <a:lnTo>
                    <a:pt x="984" y="1"/>
                  </a:lnTo>
                  <a:cubicBezTo>
                    <a:pt x="603" y="1"/>
                    <a:pt x="269" y="239"/>
                    <a:pt x="154" y="611"/>
                  </a:cubicBezTo>
                  <a:cubicBezTo>
                    <a:pt x="0" y="1161"/>
                    <a:pt x="437" y="1664"/>
                    <a:pt x="957" y="1664"/>
                  </a:cubicBezTo>
                  <a:cubicBezTo>
                    <a:pt x="1050" y="1664"/>
                    <a:pt x="1146" y="1648"/>
                    <a:pt x="1242" y="1613"/>
                  </a:cubicBezTo>
                  <a:lnTo>
                    <a:pt x="1728" y="1432"/>
                  </a:lnTo>
                  <a:cubicBezTo>
                    <a:pt x="2053" y="1308"/>
                    <a:pt x="2272" y="993"/>
                    <a:pt x="2272" y="649"/>
                  </a:cubicBezTo>
                  <a:cubicBezTo>
                    <a:pt x="2272" y="535"/>
                    <a:pt x="2367" y="439"/>
                    <a:pt x="2482" y="439"/>
                  </a:cubicBezTo>
                  <a:cubicBezTo>
                    <a:pt x="2606" y="439"/>
                    <a:pt x="2701" y="535"/>
                    <a:pt x="2701" y="649"/>
                  </a:cubicBezTo>
                  <a:cubicBezTo>
                    <a:pt x="2701" y="993"/>
                    <a:pt x="2911" y="1308"/>
                    <a:pt x="3236" y="1432"/>
                  </a:cubicBezTo>
                  <a:lnTo>
                    <a:pt x="3732" y="1613"/>
                  </a:lnTo>
                  <a:cubicBezTo>
                    <a:pt x="3827" y="1648"/>
                    <a:pt x="3923" y="1664"/>
                    <a:pt x="4016" y="1664"/>
                  </a:cubicBezTo>
                  <a:cubicBezTo>
                    <a:pt x="4536" y="1664"/>
                    <a:pt x="4973" y="1161"/>
                    <a:pt x="4819" y="611"/>
                  </a:cubicBezTo>
                  <a:cubicBezTo>
                    <a:pt x="4707" y="246"/>
                    <a:pt x="4374" y="0"/>
                    <a:pt x="400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6" name="Google Shape;12466;p64"/>
            <p:cNvSpPr/>
            <p:nvPr/>
          </p:nvSpPr>
          <p:spPr>
            <a:xfrm>
              <a:off x="8148646" y="4391963"/>
              <a:ext cx="33752" cy="21000"/>
            </a:xfrm>
            <a:custGeom>
              <a:avLst/>
              <a:gdLst/>
              <a:ahLst/>
              <a:cxnLst/>
              <a:rect l="l" t="t" r="r" b="b"/>
              <a:pathLst>
                <a:path w="1289" h="802" extrusionOk="0">
                  <a:moveTo>
                    <a:pt x="401" y="1"/>
                  </a:moveTo>
                  <a:cubicBezTo>
                    <a:pt x="182" y="1"/>
                    <a:pt x="0" y="182"/>
                    <a:pt x="0" y="402"/>
                  </a:cubicBezTo>
                  <a:cubicBezTo>
                    <a:pt x="0" y="627"/>
                    <a:pt x="191" y="802"/>
                    <a:pt x="400" y="802"/>
                  </a:cubicBezTo>
                  <a:cubicBezTo>
                    <a:pt x="448" y="802"/>
                    <a:pt x="497" y="793"/>
                    <a:pt x="544" y="774"/>
                  </a:cubicBezTo>
                  <a:lnTo>
                    <a:pt x="1031" y="592"/>
                  </a:lnTo>
                  <a:cubicBezTo>
                    <a:pt x="1183" y="535"/>
                    <a:pt x="1288" y="392"/>
                    <a:pt x="1288" y="220"/>
                  </a:cubicBezTo>
                  <a:lnTo>
                    <a:pt x="1288" y="1"/>
                  </a:ln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7" name="Google Shape;12467;p64"/>
            <p:cNvSpPr/>
            <p:nvPr/>
          </p:nvSpPr>
          <p:spPr>
            <a:xfrm>
              <a:off x="8216334" y="4391963"/>
              <a:ext cx="33752" cy="21079"/>
            </a:xfrm>
            <a:custGeom>
              <a:avLst/>
              <a:gdLst/>
              <a:ahLst/>
              <a:cxnLst/>
              <a:rect l="l" t="t" r="r" b="b"/>
              <a:pathLst>
                <a:path w="1289" h="805" extrusionOk="0">
                  <a:moveTo>
                    <a:pt x="1" y="1"/>
                  </a:moveTo>
                  <a:lnTo>
                    <a:pt x="1" y="220"/>
                  </a:lnTo>
                  <a:cubicBezTo>
                    <a:pt x="1" y="392"/>
                    <a:pt x="106" y="535"/>
                    <a:pt x="258" y="592"/>
                  </a:cubicBezTo>
                  <a:lnTo>
                    <a:pt x="745" y="783"/>
                  </a:lnTo>
                  <a:cubicBezTo>
                    <a:pt x="791" y="797"/>
                    <a:pt x="838" y="805"/>
                    <a:pt x="886" y="805"/>
                  </a:cubicBezTo>
                  <a:cubicBezTo>
                    <a:pt x="966" y="805"/>
                    <a:pt x="1045" y="783"/>
                    <a:pt x="1117" y="735"/>
                  </a:cubicBezTo>
                  <a:cubicBezTo>
                    <a:pt x="1222" y="659"/>
                    <a:pt x="1289" y="535"/>
                    <a:pt x="1289" y="402"/>
                  </a:cubicBezTo>
                  <a:cubicBezTo>
                    <a:pt x="1289" y="182"/>
                    <a:pt x="1107" y="1"/>
                    <a:pt x="888" y="1"/>
                  </a:cubicBezTo>
                  <a:close/>
                </a:path>
              </a:pathLst>
            </a:custGeom>
            <a:solidFill>
              <a:srgbClr val="6F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8" name="Google Shape;12468;p64"/>
            <p:cNvSpPr/>
            <p:nvPr/>
          </p:nvSpPr>
          <p:spPr>
            <a:xfrm>
              <a:off x="8159879" y="4391963"/>
              <a:ext cx="11260" cy="11286"/>
            </a:xfrm>
            <a:custGeom>
              <a:avLst/>
              <a:gdLst/>
              <a:ahLst/>
              <a:cxnLst/>
              <a:rect l="l" t="t" r="r" b="b"/>
              <a:pathLst>
                <a:path w="430" h="431" extrusionOk="0">
                  <a:moveTo>
                    <a:pt x="1" y="1"/>
                  </a:moveTo>
                  <a:lnTo>
                    <a:pt x="1" y="220"/>
                  </a:lnTo>
                  <a:cubicBezTo>
                    <a:pt x="1" y="335"/>
                    <a:pt x="96" y="430"/>
                    <a:pt x="220" y="430"/>
                  </a:cubicBezTo>
                  <a:cubicBezTo>
                    <a:pt x="334" y="430"/>
                    <a:pt x="430" y="335"/>
                    <a:pt x="430" y="220"/>
                  </a:cubicBezTo>
                  <a:lnTo>
                    <a:pt x="430" y="1"/>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9" name="Google Shape;12469;p64"/>
            <p:cNvSpPr/>
            <p:nvPr/>
          </p:nvSpPr>
          <p:spPr>
            <a:xfrm>
              <a:off x="8227567" y="4391963"/>
              <a:ext cx="11286" cy="11286"/>
            </a:xfrm>
            <a:custGeom>
              <a:avLst/>
              <a:gdLst/>
              <a:ahLst/>
              <a:cxnLst/>
              <a:rect l="l" t="t" r="r" b="b"/>
              <a:pathLst>
                <a:path w="431" h="431" extrusionOk="0">
                  <a:moveTo>
                    <a:pt x="1" y="1"/>
                  </a:moveTo>
                  <a:lnTo>
                    <a:pt x="1" y="220"/>
                  </a:lnTo>
                  <a:cubicBezTo>
                    <a:pt x="1" y="335"/>
                    <a:pt x="96" y="430"/>
                    <a:pt x="211" y="430"/>
                  </a:cubicBezTo>
                  <a:cubicBezTo>
                    <a:pt x="335" y="430"/>
                    <a:pt x="430" y="335"/>
                    <a:pt x="430" y="220"/>
                  </a:cubicBezTo>
                  <a:lnTo>
                    <a:pt x="430" y="1"/>
                  </a:lnTo>
                  <a:close/>
                </a:path>
              </a:pathLst>
            </a:custGeom>
            <a:solidFill>
              <a:srgbClr val="52667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470" name="Google Shape;12470;p64"/>
          <p:cNvSpPr txBox="1"/>
          <p:nvPr/>
        </p:nvSpPr>
        <p:spPr>
          <a:xfrm>
            <a:off x="849675" y="511013"/>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Help &amp; Support Icons</a:t>
            </a:r>
            <a:endParaRPr sz="2400">
              <a:solidFill>
                <a:schemeClr val="lt1"/>
              </a:solidFill>
            </a:endParaRPr>
          </a:p>
        </p:txBody>
      </p:sp>
      <p:sp>
        <p:nvSpPr>
          <p:cNvPr id="12471" name="Google Shape;12471;p64"/>
          <p:cNvSpPr txBox="1"/>
          <p:nvPr/>
        </p:nvSpPr>
        <p:spPr>
          <a:xfrm>
            <a:off x="4858400" y="511013"/>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Avatar Icons</a:t>
            </a:r>
            <a:endParaRPr sz="2400">
              <a:solidFill>
                <a:schemeClr val="lt1"/>
              </a:solidFill>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2475"/>
        <p:cNvGrpSpPr/>
        <p:nvPr/>
      </p:nvGrpSpPr>
      <p:grpSpPr>
        <a:xfrm>
          <a:off x="0" y="0"/>
          <a:ext cx="0" cy="0"/>
          <a:chOff x="0" y="0"/>
          <a:chExt cx="0" cy="0"/>
        </a:xfrm>
      </p:grpSpPr>
      <p:grpSp>
        <p:nvGrpSpPr>
          <p:cNvPr id="12476" name="Google Shape;12476;p65"/>
          <p:cNvGrpSpPr/>
          <p:nvPr/>
        </p:nvGrpSpPr>
        <p:grpSpPr>
          <a:xfrm>
            <a:off x="3507933" y="3164345"/>
            <a:ext cx="381482" cy="366926"/>
            <a:chOff x="3511608" y="3348218"/>
            <a:chExt cx="381482" cy="366926"/>
          </a:xfrm>
        </p:grpSpPr>
        <p:sp>
          <p:nvSpPr>
            <p:cNvPr id="12477" name="Google Shape;12477;p65"/>
            <p:cNvSpPr/>
            <p:nvPr/>
          </p:nvSpPr>
          <p:spPr>
            <a:xfrm>
              <a:off x="3628211" y="3373096"/>
              <a:ext cx="133197" cy="153581"/>
            </a:xfrm>
            <a:custGeom>
              <a:avLst/>
              <a:gdLst/>
              <a:ahLst/>
              <a:cxnLst/>
              <a:rect l="l" t="t" r="r" b="b"/>
              <a:pathLst>
                <a:path w="5097" h="5877" extrusionOk="0">
                  <a:moveTo>
                    <a:pt x="539" y="1"/>
                  </a:moveTo>
                  <a:cubicBezTo>
                    <a:pt x="241" y="1"/>
                    <a:pt x="0" y="241"/>
                    <a:pt x="0" y="549"/>
                  </a:cubicBezTo>
                  <a:lnTo>
                    <a:pt x="0" y="3818"/>
                  </a:lnTo>
                  <a:cubicBezTo>
                    <a:pt x="0" y="4953"/>
                    <a:pt x="923" y="5876"/>
                    <a:pt x="2058" y="5876"/>
                  </a:cubicBezTo>
                  <a:lnTo>
                    <a:pt x="3039" y="5876"/>
                  </a:lnTo>
                  <a:cubicBezTo>
                    <a:pt x="4174" y="5876"/>
                    <a:pt x="5097" y="4953"/>
                    <a:pt x="5097" y="3818"/>
                  </a:cubicBezTo>
                  <a:lnTo>
                    <a:pt x="5097" y="549"/>
                  </a:lnTo>
                  <a:cubicBezTo>
                    <a:pt x="5097" y="241"/>
                    <a:pt x="4856" y="1"/>
                    <a:pt x="4558"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8" name="Google Shape;12478;p65"/>
            <p:cNvSpPr/>
            <p:nvPr/>
          </p:nvSpPr>
          <p:spPr>
            <a:xfrm>
              <a:off x="3511608" y="3415561"/>
              <a:ext cx="381482" cy="73406"/>
            </a:xfrm>
            <a:custGeom>
              <a:avLst/>
              <a:gdLst/>
              <a:ahLst/>
              <a:cxnLst/>
              <a:rect l="l" t="t" r="r" b="b"/>
              <a:pathLst>
                <a:path w="14598" h="2809" extrusionOk="0">
                  <a:moveTo>
                    <a:pt x="1895" y="1"/>
                  </a:moveTo>
                  <a:cubicBezTo>
                    <a:pt x="472" y="39"/>
                    <a:pt x="0" y="1943"/>
                    <a:pt x="1260" y="2636"/>
                  </a:cubicBezTo>
                  <a:cubicBezTo>
                    <a:pt x="1452" y="2742"/>
                    <a:pt x="1674" y="2799"/>
                    <a:pt x="1895" y="2809"/>
                  </a:cubicBezTo>
                  <a:lnTo>
                    <a:pt x="11963" y="2809"/>
                  </a:lnTo>
                  <a:cubicBezTo>
                    <a:pt x="12155" y="2809"/>
                    <a:pt x="12347" y="2761"/>
                    <a:pt x="12520" y="2674"/>
                  </a:cubicBezTo>
                  <a:lnTo>
                    <a:pt x="13751" y="2020"/>
                  </a:lnTo>
                  <a:lnTo>
                    <a:pt x="14376" y="1693"/>
                  </a:lnTo>
                  <a:cubicBezTo>
                    <a:pt x="14597" y="1568"/>
                    <a:pt x="14597" y="1251"/>
                    <a:pt x="14376" y="1126"/>
                  </a:cubicBezTo>
                  <a:lnTo>
                    <a:pt x="13751" y="799"/>
                  </a:lnTo>
                  <a:lnTo>
                    <a:pt x="12520" y="145"/>
                  </a:lnTo>
                  <a:cubicBezTo>
                    <a:pt x="12347" y="49"/>
                    <a:pt x="12155" y="11"/>
                    <a:pt x="11963"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9" name="Google Shape;12479;p65"/>
            <p:cNvSpPr/>
            <p:nvPr/>
          </p:nvSpPr>
          <p:spPr>
            <a:xfrm>
              <a:off x="3525171" y="3415822"/>
              <a:ext cx="35958" cy="73145"/>
            </a:xfrm>
            <a:custGeom>
              <a:avLst/>
              <a:gdLst/>
              <a:ahLst/>
              <a:cxnLst/>
              <a:rect l="l" t="t" r="r" b="b"/>
              <a:pathLst>
                <a:path w="1376" h="2799" extrusionOk="0">
                  <a:moveTo>
                    <a:pt x="1376" y="1"/>
                  </a:moveTo>
                  <a:cubicBezTo>
                    <a:pt x="606" y="10"/>
                    <a:pt x="1" y="654"/>
                    <a:pt x="10" y="1424"/>
                  </a:cubicBezTo>
                  <a:cubicBezTo>
                    <a:pt x="29" y="2174"/>
                    <a:pt x="626" y="2780"/>
                    <a:pt x="1376" y="2799"/>
                  </a:cubicBezTo>
                  <a:lnTo>
                    <a:pt x="1376" y="1"/>
                  </a:ln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0" name="Google Shape;12480;p65"/>
            <p:cNvSpPr/>
            <p:nvPr/>
          </p:nvSpPr>
          <p:spPr>
            <a:xfrm>
              <a:off x="3530188" y="3415822"/>
              <a:ext cx="30941" cy="37709"/>
            </a:xfrm>
            <a:custGeom>
              <a:avLst/>
              <a:gdLst/>
              <a:ahLst/>
              <a:cxnLst/>
              <a:rect l="l" t="t" r="r" b="b"/>
              <a:pathLst>
                <a:path w="1184" h="1443" extrusionOk="0">
                  <a:moveTo>
                    <a:pt x="1184" y="1"/>
                  </a:moveTo>
                  <a:cubicBezTo>
                    <a:pt x="693" y="10"/>
                    <a:pt x="241" y="279"/>
                    <a:pt x="1" y="722"/>
                  </a:cubicBezTo>
                  <a:cubicBezTo>
                    <a:pt x="241" y="1145"/>
                    <a:pt x="693" y="1424"/>
                    <a:pt x="1184" y="1443"/>
                  </a:cubicBezTo>
                  <a:lnTo>
                    <a:pt x="1184" y="1"/>
                  </a:ln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1" name="Google Shape;12481;p65"/>
            <p:cNvSpPr/>
            <p:nvPr/>
          </p:nvSpPr>
          <p:spPr>
            <a:xfrm>
              <a:off x="3823447" y="3415561"/>
              <a:ext cx="69643" cy="73406"/>
            </a:xfrm>
            <a:custGeom>
              <a:avLst/>
              <a:gdLst/>
              <a:ahLst/>
              <a:cxnLst/>
              <a:rect l="l" t="t" r="r" b="b"/>
              <a:pathLst>
                <a:path w="2665" h="2809" extrusionOk="0">
                  <a:moveTo>
                    <a:pt x="1" y="1"/>
                  </a:moveTo>
                  <a:lnTo>
                    <a:pt x="1" y="2780"/>
                  </a:lnTo>
                  <a:lnTo>
                    <a:pt x="1" y="2809"/>
                  </a:lnTo>
                  <a:lnTo>
                    <a:pt x="30" y="2809"/>
                  </a:lnTo>
                  <a:cubicBezTo>
                    <a:pt x="222" y="2809"/>
                    <a:pt x="414" y="2761"/>
                    <a:pt x="587" y="2674"/>
                  </a:cubicBezTo>
                  <a:lnTo>
                    <a:pt x="1818" y="2020"/>
                  </a:lnTo>
                  <a:lnTo>
                    <a:pt x="2443" y="1693"/>
                  </a:lnTo>
                  <a:cubicBezTo>
                    <a:pt x="2664" y="1568"/>
                    <a:pt x="2664" y="1241"/>
                    <a:pt x="2434" y="1126"/>
                  </a:cubicBezTo>
                  <a:lnTo>
                    <a:pt x="1809" y="789"/>
                  </a:lnTo>
                  <a:lnTo>
                    <a:pt x="578" y="145"/>
                  </a:lnTo>
                  <a:cubicBezTo>
                    <a:pt x="405" y="49"/>
                    <a:pt x="222" y="1"/>
                    <a:pt x="20"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2" name="Google Shape;12482;p65"/>
            <p:cNvSpPr/>
            <p:nvPr/>
          </p:nvSpPr>
          <p:spPr>
            <a:xfrm>
              <a:off x="3561103" y="3415822"/>
              <a:ext cx="32953" cy="73145"/>
            </a:xfrm>
            <a:custGeom>
              <a:avLst/>
              <a:gdLst/>
              <a:ahLst/>
              <a:cxnLst/>
              <a:rect l="l" t="t" r="r" b="b"/>
              <a:pathLst>
                <a:path w="1261" h="2799" extrusionOk="0">
                  <a:moveTo>
                    <a:pt x="1" y="1"/>
                  </a:moveTo>
                  <a:lnTo>
                    <a:pt x="1" y="2799"/>
                  </a:lnTo>
                  <a:lnTo>
                    <a:pt x="1260" y="2799"/>
                  </a:lnTo>
                  <a:lnTo>
                    <a:pt x="1260" y="1"/>
                  </a:ln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3" name="Google Shape;12483;p65"/>
            <p:cNvSpPr/>
            <p:nvPr/>
          </p:nvSpPr>
          <p:spPr>
            <a:xfrm>
              <a:off x="3594030" y="3453270"/>
              <a:ext cx="229705" cy="35697"/>
            </a:xfrm>
            <a:custGeom>
              <a:avLst/>
              <a:gdLst/>
              <a:ahLst/>
              <a:cxnLst/>
              <a:rect l="l" t="t" r="r" b="b"/>
              <a:pathLst>
                <a:path w="8790" h="1366" extrusionOk="0">
                  <a:moveTo>
                    <a:pt x="0" y="0"/>
                  </a:moveTo>
                  <a:lnTo>
                    <a:pt x="0" y="1366"/>
                  </a:lnTo>
                  <a:lnTo>
                    <a:pt x="8789" y="1366"/>
                  </a:lnTo>
                  <a:lnTo>
                    <a:pt x="8789" y="1347"/>
                  </a:lnTo>
                  <a:lnTo>
                    <a:pt x="8789" y="0"/>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4" name="Google Shape;12484;p65"/>
            <p:cNvSpPr/>
            <p:nvPr/>
          </p:nvSpPr>
          <p:spPr>
            <a:xfrm>
              <a:off x="3628211" y="3348218"/>
              <a:ext cx="133197" cy="86472"/>
            </a:xfrm>
            <a:custGeom>
              <a:avLst/>
              <a:gdLst/>
              <a:ahLst/>
              <a:cxnLst/>
              <a:rect l="l" t="t" r="r" b="b"/>
              <a:pathLst>
                <a:path w="5097" h="3309" extrusionOk="0">
                  <a:moveTo>
                    <a:pt x="625" y="1"/>
                  </a:moveTo>
                  <a:cubicBezTo>
                    <a:pt x="279" y="1"/>
                    <a:pt x="0" y="289"/>
                    <a:pt x="0" y="636"/>
                  </a:cubicBezTo>
                  <a:lnTo>
                    <a:pt x="0" y="2674"/>
                  </a:lnTo>
                  <a:cubicBezTo>
                    <a:pt x="0" y="3020"/>
                    <a:pt x="279" y="3299"/>
                    <a:pt x="625" y="3309"/>
                  </a:cubicBezTo>
                  <a:lnTo>
                    <a:pt x="644" y="3309"/>
                  </a:lnTo>
                  <a:cubicBezTo>
                    <a:pt x="962" y="3299"/>
                    <a:pt x="1231" y="3059"/>
                    <a:pt x="1270" y="2741"/>
                  </a:cubicBezTo>
                  <a:cubicBezTo>
                    <a:pt x="1298" y="3059"/>
                    <a:pt x="1568" y="3299"/>
                    <a:pt x="1895" y="3309"/>
                  </a:cubicBezTo>
                  <a:lnTo>
                    <a:pt x="1923" y="3309"/>
                  </a:lnTo>
                  <a:cubicBezTo>
                    <a:pt x="2231" y="3299"/>
                    <a:pt x="2491" y="3078"/>
                    <a:pt x="2539" y="2770"/>
                  </a:cubicBezTo>
                  <a:cubicBezTo>
                    <a:pt x="2587" y="3078"/>
                    <a:pt x="2847" y="3299"/>
                    <a:pt x="3164" y="3309"/>
                  </a:cubicBezTo>
                  <a:lnTo>
                    <a:pt x="3222" y="3309"/>
                  </a:lnTo>
                  <a:cubicBezTo>
                    <a:pt x="3520" y="3299"/>
                    <a:pt x="3770" y="3097"/>
                    <a:pt x="3837" y="2809"/>
                  </a:cubicBezTo>
                  <a:cubicBezTo>
                    <a:pt x="3895" y="3097"/>
                    <a:pt x="4154" y="3299"/>
                    <a:pt x="4452" y="3309"/>
                  </a:cubicBezTo>
                  <a:lnTo>
                    <a:pt x="4472" y="3309"/>
                  </a:lnTo>
                  <a:cubicBezTo>
                    <a:pt x="4818" y="3299"/>
                    <a:pt x="5097" y="3020"/>
                    <a:pt x="5097" y="2674"/>
                  </a:cubicBezTo>
                  <a:lnTo>
                    <a:pt x="5097" y="636"/>
                  </a:lnTo>
                  <a:cubicBezTo>
                    <a:pt x="5097" y="289"/>
                    <a:pt x="4818" y="1"/>
                    <a:pt x="4472" y="1"/>
                  </a:cubicBezTo>
                  <a:lnTo>
                    <a:pt x="4452" y="1"/>
                  </a:lnTo>
                  <a:cubicBezTo>
                    <a:pt x="4154" y="1"/>
                    <a:pt x="3895" y="212"/>
                    <a:pt x="3837" y="501"/>
                  </a:cubicBezTo>
                  <a:cubicBezTo>
                    <a:pt x="3770" y="212"/>
                    <a:pt x="3520" y="1"/>
                    <a:pt x="3222" y="1"/>
                  </a:cubicBezTo>
                  <a:lnTo>
                    <a:pt x="3164" y="1"/>
                  </a:lnTo>
                  <a:cubicBezTo>
                    <a:pt x="2847" y="1"/>
                    <a:pt x="2587" y="232"/>
                    <a:pt x="2539" y="539"/>
                  </a:cubicBezTo>
                  <a:cubicBezTo>
                    <a:pt x="2491" y="232"/>
                    <a:pt x="2231" y="1"/>
                    <a:pt x="1923" y="1"/>
                  </a:cubicBezTo>
                  <a:lnTo>
                    <a:pt x="1895" y="1"/>
                  </a:lnTo>
                  <a:cubicBezTo>
                    <a:pt x="1568" y="1"/>
                    <a:pt x="1298" y="251"/>
                    <a:pt x="1270" y="568"/>
                  </a:cubicBezTo>
                  <a:cubicBezTo>
                    <a:pt x="1231" y="251"/>
                    <a:pt x="962" y="1"/>
                    <a:pt x="644"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5" name="Google Shape;12485;p65"/>
            <p:cNvSpPr/>
            <p:nvPr/>
          </p:nvSpPr>
          <p:spPr>
            <a:xfrm>
              <a:off x="3683246" y="3368836"/>
              <a:ext cx="111586" cy="157840"/>
            </a:xfrm>
            <a:custGeom>
              <a:avLst/>
              <a:gdLst/>
              <a:ahLst/>
              <a:cxnLst/>
              <a:rect l="l" t="t" r="r" b="b"/>
              <a:pathLst>
                <a:path w="4270" h="6040" extrusionOk="0">
                  <a:moveTo>
                    <a:pt x="3404" y="0"/>
                  </a:moveTo>
                  <a:cubicBezTo>
                    <a:pt x="3173" y="0"/>
                    <a:pt x="2991" y="183"/>
                    <a:pt x="2991" y="414"/>
                  </a:cubicBezTo>
                  <a:lnTo>
                    <a:pt x="2991" y="1885"/>
                  </a:lnTo>
                  <a:cubicBezTo>
                    <a:pt x="2991" y="2010"/>
                    <a:pt x="2904" y="2106"/>
                    <a:pt x="2789" y="2126"/>
                  </a:cubicBezTo>
                  <a:cubicBezTo>
                    <a:pt x="1173" y="2433"/>
                    <a:pt x="0" y="3847"/>
                    <a:pt x="0" y="5491"/>
                  </a:cubicBezTo>
                  <a:cubicBezTo>
                    <a:pt x="0" y="5789"/>
                    <a:pt x="241" y="6039"/>
                    <a:pt x="548" y="6039"/>
                  </a:cubicBezTo>
                  <a:lnTo>
                    <a:pt x="1894" y="6039"/>
                  </a:lnTo>
                  <a:cubicBezTo>
                    <a:pt x="3202" y="6039"/>
                    <a:pt x="4260" y="4972"/>
                    <a:pt x="4270" y="3664"/>
                  </a:cubicBezTo>
                  <a:lnTo>
                    <a:pt x="4270" y="2626"/>
                  </a:lnTo>
                  <a:cubicBezTo>
                    <a:pt x="4270" y="2626"/>
                    <a:pt x="4260" y="2616"/>
                    <a:pt x="4260" y="2606"/>
                  </a:cubicBezTo>
                  <a:lnTo>
                    <a:pt x="4260" y="856"/>
                  </a:lnTo>
                  <a:cubicBezTo>
                    <a:pt x="4260" y="385"/>
                    <a:pt x="3875" y="0"/>
                    <a:pt x="3404"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6" name="Google Shape;12486;p65"/>
            <p:cNvSpPr/>
            <p:nvPr/>
          </p:nvSpPr>
          <p:spPr>
            <a:xfrm>
              <a:off x="3651574" y="3523122"/>
              <a:ext cx="114356" cy="192022"/>
            </a:xfrm>
            <a:custGeom>
              <a:avLst/>
              <a:gdLst/>
              <a:ahLst/>
              <a:cxnLst/>
              <a:rect l="l" t="t" r="r" b="b"/>
              <a:pathLst>
                <a:path w="4376" h="7348" extrusionOk="0">
                  <a:moveTo>
                    <a:pt x="549" y="1"/>
                  </a:moveTo>
                  <a:cubicBezTo>
                    <a:pt x="241" y="1"/>
                    <a:pt x="0" y="251"/>
                    <a:pt x="0" y="549"/>
                  </a:cubicBezTo>
                  <a:lnTo>
                    <a:pt x="0" y="6799"/>
                  </a:lnTo>
                  <a:cubicBezTo>
                    <a:pt x="0" y="7097"/>
                    <a:pt x="241" y="7338"/>
                    <a:pt x="549" y="7347"/>
                  </a:cubicBezTo>
                  <a:lnTo>
                    <a:pt x="3828" y="7347"/>
                  </a:lnTo>
                  <a:cubicBezTo>
                    <a:pt x="4126" y="7338"/>
                    <a:pt x="4366" y="7097"/>
                    <a:pt x="4376" y="6799"/>
                  </a:cubicBezTo>
                  <a:lnTo>
                    <a:pt x="4376" y="549"/>
                  </a:lnTo>
                  <a:cubicBezTo>
                    <a:pt x="4366" y="251"/>
                    <a:pt x="4126" y="1"/>
                    <a:pt x="3828"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7" name="Google Shape;12487;p65"/>
            <p:cNvSpPr/>
            <p:nvPr/>
          </p:nvSpPr>
          <p:spPr>
            <a:xfrm>
              <a:off x="3674701" y="3587461"/>
              <a:ext cx="91229" cy="127422"/>
            </a:xfrm>
            <a:custGeom>
              <a:avLst/>
              <a:gdLst/>
              <a:ahLst/>
              <a:cxnLst/>
              <a:rect l="l" t="t" r="r" b="b"/>
              <a:pathLst>
                <a:path w="3491" h="4876" extrusionOk="0">
                  <a:moveTo>
                    <a:pt x="548" y="0"/>
                  </a:moveTo>
                  <a:cubicBezTo>
                    <a:pt x="241" y="0"/>
                    <a:pt x="0" y="250"/>
                    <a:pt x="0" y="548"/>
                  </a:cubicBezTo>
                  <a:lnTo>
                    <a:pt x="0" y="4876"/>
                  </a:lnTo>
                  <a:lnTo>
                    <a:pt x="2943" y="4876"/>
                  </a:lnTo>
                  <a:cubicBezTo>
                    <a:pt x="3241" y="4876"/>
                    <a:pt x="3481" y="4635"/>
                    <a:pt x="3491" y="4328"/>
                  </a:cubicBezTo>
                  <a:lnTo>
                    <a:pt x="3491" y="0"/>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8" name="Google Shape;12488;p65"/>
            <p:cNvSpPr/>
            <p:nvPr/>
          </p:nvSpPr>
          <p:spPr>
            <a:xfrm>
              <a:off x="3626695" y="3503784"/>
              <a:ext cx="169391" cy="59321"/>
            </a:xfrm>
            <a:custGeom>
              <a:avLst/>
              <a:gdLst/>
              <a:ahLst/>
              <a:cxnLst/>
              <a:rect l="l" t="t" r="r" b="b"/>
              <a:pathLst>
                <a:path w="6482" h="2270" extrusionOk="0">
                  <a:moveTo>
                    <a:pt x="770" y="0"/>
                  </a:moveTo>
                  <a:cubicBezTo>
                    <a:pt x="347" y="10"/>
                    <a:pt x="0" y="346"/>
                    <a:pt x="0" y="779"/>
                  </a:cubicBezTo>
                  <a:lnTo>
                    <a:pt x="0" y="1500"/>
                  </a:lnTo>
                  <a:cubicBezTo>
                    <a:pt x="0" y="1923"/>
                    <a:pt x="347" y="2270"/>
                    <a:pt x="770" y="2270"/>
                  </a:cubicBezTo>
                  <a:lnTo>
                    <a:pt x="5712" y="2270"/>
                  </a:lnTo>
                  <a:cubicBezTo>
                    <a:pt x="6136" y="2270"/>
                    <a:pt x="6482" y="1923"/>
                    <a:pt x="6482" y="1500"/>
                  </a:cubicBezTo>
                  <a:lnTo>
                    <a:pt x="6482" y="779"/>
                  </a:lnTo>
                  <a:cubicBezTo>
                    <a:pt x="6482" y="346"/>
                    <a:pt x="6136" y="10"/>
                    <a:pt x="571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9" name="Google Shape;12489;p65"/>
            <p:cNvSpPr/>
            <p:nvPr/>
          </p:nvSpPr>
          <p:spPr>
            <a:xfrm>
              <a:off x="3862907" y="3436180"/>
              <a:ext cx="30183" cy="32195"/>
            </a:xfrm>
            <a:custGeom>
              <a:avLst/>
              <a:gdLst/>
              <a:ahLst/>
              <a:cxnLst/>
              <a:rect l="l" t="t" r="r" b="b"/>
              <a:pathLst>
                <a:path w="1155" h="1232" extrusionOk="0">
                  <a:moveTo>
                    <a:pt x="308" y="0"/>
                  </a:moveTo>
                  <a:cubicBezTo>
                    <a:pt x="1" y="356"/>
                    <a:pt x="1" y="885"/>
                    <a:pt x="308" y="1231"/>
                  </a:cubicBezTo>
                  <a:lnTo>
                    <a:pt x="924" y="904"/>
                  </a:lnTo>
                  <a:cubicBezTo>
                    <a:pt x="1154" y="779"/>
                    <a:pt x="1154" y="452"/>
                    <a:pt x="924" y="337"/>
                  </a:cubicBezTo>
                  <a:lnTo>
                    <a:pt x="308" y="0"/>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0" name="Google Shape;12490;p65"/>
            <p:cNvSpPr/>
            <p:nvPr/>
          </p:nvSpPr>
          <p:spPr>
            <a:xfrm>
              <a:off x="3561103" y="3453270"/>
              <a:ext cx="32953" cy="35697"/>
            </a:xfrm>
            <a:custGeom>
              <a:avLst/>
              <a:gdLst/>
              <a:ahLst/>
              <a:cxnLst/>
              <a:rect l="l" t="t" r="r" b="b"/>
              <a:pathLst>
                <a:path w="1261" h="1366" extrusionOk="0">
                  <a:moveTo>
                    <a:pt x="1" y="0"/>
                  </a:moveTo>
                  <a:lnTo>
                    <a:pt x="1" y="1366"/>
                  </a:lnTo>
                  <a:lnTo>
                    <a:pt x="1260" y="1366"/>
                  </a:lnTo>
                  <a:lnTo>
                    <a:pt x="1260"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491" name="Google Shape;12491;p65"/>
          <p:cNvGrpSpPr/>
          <p:nvPr/>
        </p:nvGrpSpPr>
        <p:grpSpPr>
          <a:xfrm>
            <a:off x="1846141" y="3623467"/>
            <a:ext cx="163616" cy="366665"/>
            <a:chOff x="1849816" y="3807339"/>
            <a:chExt cx="163616" cy="366665"/>
          </a:xfrm>
        </p:grpSpPr>
        <p:sp>
          <p:nvSpPr>
            <p:cNvPr id="12492" name="Google Shape;12492;p65"/>
            <p:cNvSpPr/>
            <p:nvPr/>
          </p:nvSpPr>
          <p:spPr>
            <a:xfrm>
              <a:off x="1849816" y="4128743"/>
              <a:ext cx="163616" cy="45261"/>
            </a:xfrm>
            <a:custGeom>
              <a:avLst/>
              <a:gdLst/>
              <a:ahLst/>
              <a:cxnLst/>
              <a:rect l="l" t="t" r="r" b="b"/>
              <a:pathLst>
                <a:path w="6261" h="1732" extrusionOk="0">
                  <a:moveTo>
                    <a:pt x="20" y="0"/>
                  </a:moveTo>
                  <a:lnTo>
                    <a:pt x="1" y="135"/>
                  </a:lnTo>
                  <a:lnTo>
                    <a:pt x="1" y="1327"/>
                  </a:lnTo>
                  <a:cubicBezTo>
                    <a:pt x="1" y="1548"/>
                    <a:pt x="183" y="1731"/>
                    <a:pt x="404" y="1731"/>
                  </a:cubicBezTo>
                  <a:lnTo>
                    <a:pt x="5876" y="1731"/>
                  </a:lnTo>
                  <a:cubicBezTo>
                    <a:pt x="6087" y="1721"/>
                    <a:pt x="6261" y="1539"/>
                    <a:pt x="6261" y="1327"/>
                  </a:cubicBezTo>
                  <a:lnTo>
                    <a:pt x="6261" y="125"/>
                  </a:lnTo>
                  <a:lnTo>
                    <a:pt x="6251" y="0"/>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3" name="Google Shape;12493;p65"/>
            <p:cNvSpPr/>
            <p:nvPr/>
          </p:nvSpPr>
          <p:spPr>
            <a:xfrm>
              <a:off x="1879712" y="4132010"/>
              <a:ext cx="133720" cy="41995"/>
            </a:xfrm>
            <a:custGeom>
              <a:avLst/>
              <a:gdLst/>
              <a:ahLst/>
              <a:cxnLst/>
              <a:rect l="l" t="t" r="r" b="b"/>
              <a:pathLst>
                <a:path w="5117" h="1607" extrusionOk="0">
                  <a:moveTo>
                    <a:pt x="5117" y="0"/>
                  </a:moveTo>
                  <a:lnTo>
                    <a:pt x="1" y="10"/>
                  </a:lnTo>
                  <a:lnTo>
                    <a:pt x="1" y="1202"/>
                  </a:lnTo>
                  <a:cubicBezTo>
                    <a:pt x="1" y="1423"/>
                    <a:pt x="184" y="1606"/>
                    <a:pt x="405" y="1606"/>
                  </a:cubicBezTo>
                  <a:lnTo>
                    <a:pt x="4732" y="1606"/>
                  </a:lnTo>
                  <a:cubicBezTo>
                    <a:pt x="4943" y="1596"/>
                    <a:pt x="5117" y="1414"/>
                    <a:pt x="5117" y="1202"/>
                  </a:cubicBezTo>
                  <a:lnTo>
                    <a:pt x="5117" y="0"/>
                  </a:ln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4" name="Google Shape;12494;p65"/>
            <p:cNvSpPr/>
            <p:nvPr/>
          </p:nvSpPr>
          <p:spPr>
            <a:xfrm>
              <a:off x="1863901" y="4145076"/>
              <a:ext cx="11315" cy="28667"/>
            </a:xfrm>
            <a:custGeom>
              <a:avLst/>
              <a:gdLst/>
              <a:ahLst/>
              <a:cxnLst/>
              <a:rect l="l" t="t" r="r" b="b"/>
              <a:pathLst>
                <a:path w="433" h="1097" extrusionOk="0">
                  <a:moveTo>
                    <a:pt x="216" y="0"/>
                  </a:moveTo>
                  <a:cubicBezTo>
                    <a:pt x="113" y="0"/>
                    <a:pt x="10" y="68"/>
                    <a:pt x="0" y="202"/>
                  </a:cubicBezTo>
                  <a:lnTo>
                    <a:pt x="0" y="1096"/>
                  </a:lnTo>
                  <a:lnTo>
                    <a:pt x="433" y="1096"/>
                  </a:lnTo>
                  <a:lnTo>
                    <a:pt x="433" y="202"/>
                  </a:lnTo>
                  <a:cubicBezTo>
                    <a:pt x="423" y="68"/>
                    <a:pt x="320" y="0"/>
                    <a:pt x="21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5" name="Google Shape;12495;p65"/>
            <p:cNvSpPr/>
            <p:nvPr/>
          </p:nvSpPr>
          <p:spPr>
            <a:xfrm>
              <a:off x="1889015" y="4145076"/>
              <a:ext cx="11080" cy="28667"/>
            </a:xfrm>
            <a:custGeom>
              <a:avLst/>
              <a:gdLst/>
              <a:ahLst/>
              <a:cxnLst/>
              <a:rect l="l" t="t" r="r" b="b"/>
              <a:pathLst>
                <a:path w="424" h="1097" extrusionOk="0">
                  <a:moveTo>
                    <a:pt x="212" y="0"/>
                  </a:moveTo>
                  <a:cubicBezTo>
                    <a:pt x="111" y="0"/>
                    <a:pt x="10" y="68"/>
                    <a:pt x="1" y="202"/>
                  </a:cubicBezTo>
                  <a:lnTo>
                    <a:pt x="1" y="1096"/>
                  </a:lnTo>
                  <a:lnTo>
                    <a:pt x="424" y="1096"/>
                  </a:lnTo>
                  <a:lnTo>
                    <a:pt x="424" y="202"/>
                  </a:lnTo>
                  <a:cubicBezTo>
                    <a:pt x="414" y="68"/>
                    <a:pt x="313" y="0"/>
                    <a:pt x="21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6" name="Google Shape;12496;p65"/>
            <p:cNvSpPr/>
            <p:nvPr/>
          </p:nvSpPr>
          <p:spPr>
            <a:xfrm>
              <a:off x="1913893" y="4145076"/>
              <a:ext cx="11342" cy="28667"/>
            </a:xfrm>
            <a:custGeom>
              <a:avLst/>
              <a:gdLst/>
              <a:ahLst/>
              <a:cxnLst/>
              <a:rect l="l" t="t" r="r" b="b"/>
              <a:pathLst>
                <a:path w="434" h="1097" extrusionOk="0">
                  <a:moveTo>
                    <a:pt x="213" y="0"/>
                  </a:moveTo>
                  <a:cubicBezTo>
                    <a:pt x="111" y="0"/>
                    <a:pt x="10" y="68"/>
                    <a:pt x="1" y="202"/>
                  </a:cubicBezTo>
                  <a:lnTo>
                    <a:pt x="1" y="1096"/>
                  </a:lnTo>
                  <a:lnTo>
                    <a:pt x="433" y="1096"/>
                  </a:lnTo>
                  <a:lnTo>
                    <a:pt x="433" y="202"/>
                  </a:lnTo>
                  <a:cubicBezTo>
                    <a:pt x="419" y="68"/>
                    <a:pt x="316" y="0"/>
                    <a:pt x="213"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7" name="Google Shape;12497;p65"/>
            <p:cNvSpPr/>
            <p:nvPr/>
          </p:nvSpPr>
          <p:spPr>
            <a:xfrm>
              <a:off x="1939032" y="4145076"/>
              <a:ext cx="11315" cy="28667"/>
            </a:xfrm>
            <a:custGeom>
              <a:avLst/>
              <a:gdLst/>
              <a:ahLst/>
              <a:cxnLst/>
              <a:rect l="l" t="t" r="r" b="b"/>
              <a:pathLst>
                <a:path w="433" h="1097" extrusionOk="0">
                  <a:moveTo>
                    <a:pt x="213" y="0"/>
                  </a:moveTo>
                  <a:cubicBezTo>
                    <a:pt x="111" y="0"/>
                    <a:pt x="10" y="68"/>
                    <a:pt x="0" y="202"/>
                  </a:cubicBezTo>
                  <a:lnTo>
                    <a:pt x="0" y="1096"/>
                  </a:lnTo>
                  <a:lnTo>
                    <a:pt x="433" y="1096"/>
                  </a:lnTo>
                  <a:lnTo>
                    <a:pt x="433" y="202"/>
                  </a:lnTo>
                  <a:cubicBezTo>
                    <a:pt x="419" y="68"/>
                    <a:pt x="315" y="0"/>
                    <a:pt x="213"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8" name="Google Shape;12498;p65"/>
            <p:cNvSpPr/>
            <p:nvPr/>
          </p:nvSpPr>
          <p:spPr>
            <a:xfrm>
              <a:off x="1964146" y="4145076"/>
              <a:ext cx="11342" cy="28667"/>
            </a:xfrm>
            <a:custGeom>
              <a:avLst/>
              <a:gdLst/>
              <a:ahLst/>
              <a:cxnLst/>
              <a:rect l="l" t="t" r="r" b="b"/>
              <a:pathLst>
                <a:path w="434" h="1097" extrusionOk="0">
                  <a:moveTo>
                    <a:pt x="214" y="0"/>
                  </a:moveTo>
                  <a:cubicBezTo>
                    <a:pt x="111" y="0"/>
                    <a:pt x="10" y="68"/>
                    <a:pt x="1" y="202"/>
                  </a:cubicBezTo>
                  <a:lnTo>
                    <a:pt x="1" y="1096"/>
                  </a:lnTo>
                  <a:lnTo>
                    <a:pt x="434" y="1096"/>
                  </a:lnTo>
                  <a:lnTo>
                    <a:pt x="434" y="202"/>
                  </a:lnTo>
                  <a:cubicBezTo>
                    <a:pt x="419" y="68"/>
                    <a:pt x="316" y="0"/>
                    <a:pt x="214"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99" name="Google Shape;12499;p65"/>
            <p:cNvSpPr/>
            <p:nvPr/>
          </p:nvSpPr>
          <p:spPr>
            <a:xfrm>
              <a:off x="1989285" y="4145076"/>
              <a:ext cx="11342" cy="28667"/>
            </a:xfrm>
            <a:custGeom>
              <a:avLst/>
              <a:gdLst/>
              <a:ahLst/>
              <a:cxnLst/>
              <a:rect l="l" t="t" r="r" b="b"/>
              <a:pathLst>
                <a:path w="434" h="1097" extrusionOk="0">
                  <a:moveTo>
                    <a:pt x="212" y="0"/>
                  </a:moveTo>
                  <a:cubicBezTo>
                    <a:pt x="111" y="0"/>
                    <a:pt x="10" y="68"/>
                    <a:pt x="0" y="202"/>
                  </a:cubicBezTo>
                  <a:lnTo>
                    <a:pt x="0" y="1096"/>
                  </a:lnTo>
                  <a:lnTo>
                    <a:pt x="433" y="1096"/>
                  </a:lnTo>
                  <a:lnTo>
                    <a:pt x="433" y="202"/>
                  </a:lnTo>
                  <a:lnTo>
                    <a:pt x="424" y="202"/>
                  </a:lnTo>
                  <a:cubicBezTo>
                    <a:pt x="414" y="68"/>
                    <a:pt x="313" y="0"/>
                    <a:pt x="21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0" name="Google Shape;12500;p65"/>
            <p:cNvSpPr/>
            <p:nvPr/>
          </p:nvSpPr>
          <p:spPr>
            <a:xfrm>
              <a:off x="1901585" y="3850798"/>
              <a:ext cx="60079" cy="68389"/>
            </a:xfrm>
            <a:custGeom>
              <a:avLst/>
              <a:gdLst/>
              <a:ahLst/>
              <a:cxnLst/>
              <a:rect l="l" t="t" r="r" b="b"/>
              <a:pathLst>
                <a:path w="2299" h="2617" extrusionOk="0">
                  <a:moveTo>
                    <a:pt x="0" y="1"/>
                  </a:moveTo>
                  <a:lnTo>
                    <a:pt x="0" y="2616"/>
                  </a:lnTo>
                  <a:lnTo>
                    <a:pt x="2299" y="2616"/>
                  </a:lnTo>
                  <a:lnTo>
                    <a:pt x="2299"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1" name="Google Shape;12501;p65"/>
            <p:cNvSpPr/>
            <p:nvPr/>
          </p:nvSpPr>
          <p:spPr>
            <a:xfrm>
              <a:off x="1929468" y="3850798"/>
              <a:ext cx="32195" cy="68389"/>
            </a:xfrm>
            <a:custGeom>
              <a:avLst/>
              <a:gdLst/>
              <a:ahLst/>
              <a:cxnLst/>
              <a:rect l="l" t="t" r="r" b="b"/>
              <a:pathLst>
                <a:path w="1232" h="2617" extrusionOk="0">
                  <a:moveTo>
                    <a:pt x="1" y="1"/>
                  </a:moveTo>
                  <a:lnTo>
                    <a:pt x="1" y="2616"/>
                  </a:lnTo>
                  <a:lnTo>
                    <a:pt x="1232" y="2616"/>
                  </a:lnTo>
                  <a:lnTo>
                    <a:pt x="1232" y="1"/>
                  </a:ln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2" name="Google Shape;12502;p65"/>
            <p:cNvSpPr/>
            <p:nvPr/>
          </p:nvSpPr>
          <p:spPr>
            <a:xfrm>
              <a:off x="1850077" y="3886233"/>
              <a:ext cx="163354" cy="245802"/>
            </a:xfrm>
            <a:custGeom>
              <a:avLst/>
              <a:gdLst/>
              <a:ahLst/>
              <a:cxnLst/>
              <a:rect l="l" t="t" r="r" b="b"/>
              <a:pathLst>
                <a:path w="6251" h="9406" extrusionOk="0">
                  <a:moveTo>
                    <a:pt x="1481" y="1"/>
                  </a:moveTo>
                  <a:cubicBezTo>
                    <a:pt x="1298" y="1"/>
                    <a:pt x="1144" y="145"/>
                    <a:pt x="1116" y="328"/>
                  </a:cubicBezTo>
                  <a:lnTo>
                    <a:pt x="10" y="9271"/>
                  </a:lnTo>
                  <a:lnTo>
                    <a:pt x="0" y="9405"/>
                  </a:lnTo>
                  <a:lnTo>
                    <a:pt x="6251" y="9405"/>
                  </a:lnTo>
                  <a:lnTo>
                    <a:pt x="6241" y="9271"/>
                  </a:lnTo>
                  <a:lnTo>
                    <a:pt x="5125" y="328"/>
                  </a:lnTo>
                  <a:cubicBezTo>
                    <a:pt x="5097" y="145"/>
                    <a:pt x="4943" y="1"/>
                    <a:pt x="4760"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3" name="Google Shape;12503;p65"/>
            <p:cNvSpPr/>
            <p:nvPr/>
          </p:nvSpPr>
          <p:spPr>
            <a:xfrm>
              <a:off x="1887003" y="3807339"/>
              <a:ext cx="88981" cy="54042"/>
            </a:xfrm>
            <a:custGeom>
              <a:avLst/>
              <a:gdLst/>
              <a:ahLst/>
              <a:cxnLst/>
              <a:rect l="l" t="t" r="r" b="b"/>
              <a:pathLst>
                <a:path w="3405" h="2068" extrusionOk="0">
                  <a:moveTo>
                    <a:pt x="347" y="0"/>
                  </a:moveTo>
                  <a:cubicBezTo>
                    <a:pt x="164" y="0"/>
                    <a:pt x="10" y="154"/>
                    <a:pt x="1" y="347"/>
                  </a:cubicBezTo>
                  <a:lnTo>
                    <a:pt x="1" y="1722"/>
                  </a:lnTo>
                  <a:cubicBezTo>
                    <a:pt x="10" y="1914"/>
                    <a:pt x="164" y="2068"/>
                    <a:pt x="347" y="2068"/>
                  </a:cubicBezTo>
                  <a:lnTo>
                    <a:pt x="3059" y="2068"/>
                  </a:lnTo>
                  <a:cubicBezTo>
                    <a:pt x="3251" y="2068"/>
                    <a:pt x="3405" y="1914"/>
                    <a:pt x="3405" y="1722"/>
                  </a:cubicBezTo>
                  <a:lnTo>
                    <a:pt x="3405" y="347"/>
                  </a:lnTo>
                  <a:cubicBezTo>
                    <a:pt x="3405" y="154"/>
                    <a:pt x="3251" y="0"/>
                    <a:pt x="3059"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4" name="Google Shape;12504;p65"/>
            <p:cNvSpPr/>
            <p:nvPr/>
          </p:nvSpPr>
          <p:spPr>
            <a:xfrm>
              <a:off x="1879712" y="3886233"/>
              <a:ext cx="133720" cy="245802"/>
            </a:xfrm>
            <a:custGeom>
              <a:avLst/>
              <a:gdLst/>
              <a:ahLst/>
              <a:cxnLst/>
              <a:rect l="l" t="t" r="r" b="b"/>
              <a:pathLst>
                <a:path w="5117" h="9406" extrusionOk="0">
                  <a:moveTo>
                    <a:pt x="1482" y="1"/>
                  </a:moveTo>
                  <a:cubicBezTo>
                    <a:pt x="1299" y="1"/>
                    <a:pt x="1145" y="145"/>
                    <a:pt x="1126" y="328"/>
                  </a:cubicBezTo>
                  <a:lnTo>
                    <a:pt x="1" y="9405"/>
                  </a:lnTo>
                  <a:lnTo>
                    <a:pt x="5117" y="9405"/>
                  </a:lnTo>
                  <a:lnTo>
                    <a:pt x="3982" y="328"/>
                  </a:lnTo>
                  <a:cubicBezTo>
                    <a:pt x="3963" y="145"/>
                    <a:pt x="3809" y="1"/>
                    <a:pt x="3626"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5" name="Google Shape;12505;p65"/>
            <p:cNvSpPr/>
            <p:nvPr/>
          </p:nvSpPr>
          <p:spPr>
            <a:xfrm>
              <a:off x="1917160" y="3807339"/>
              <a:ext cx="58824" cy="54042"/>
            </a:xfrm>
            <a:custGeom>
              <a:avLst/>
              <a:gdLst/>
              <a:ahLst/>
              <a:cxnLst/>
              <a:rect l="l" t="t" r="r" b="b"/>
              <a:pathLst>
                <a:path w="2251" h="2068" extrusionOk="0">
                  <a:moveTo>
                    <a:pt x="347" y="0"/>
                  </a:moveTo>
                  <a:cubicBezTo>
                    <a:pt x="154" y="0"/>
                    <a:pt x="1" y="154"/>
                    <a:pt x="1" y="347"/>
                  </a:cubicBezTo>
                  <a:lnTo>
                    <a:pt x="1" y="1722"/>
                  </a:lnTo>
                  <a:cubicBezTo>
                    <a:pt x="1" y="1914"/>
                    <a:pt x="154" y="2068"/>
                    <a:pt x="347" y="2068"/>
                  </a:cubicBezTo>
                  <a:lnTo>
                    <a:pt x="1905" y="2068"/>
                  </a:lnTo>
                  <a:cubicBezTo>
                    <a:pt x="2097" y="2068"/>
                    <a:pt x="2251" y="1914"/>
                    <a:pt x="2251" y="1722"/>
                  </a:cubicBezTo>
                  <a:lnTo>
                    <a:pt x="2251" y="347"/>
                  </a:lnTo>
                  <a:cubicBezTo>
                    <a:pt x="2251" y="154"/>
                    <a:pt x="2097" y="0"/>
                    <a:pt x="1905" y="0"/>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06" name="Google Shape;12506;p65"/>
          <p:cNvGrpSpPr/>
          <p:nvPr/>
        </p:nvGrpSpPr>
        <p:grpSpPr>
          <a:xfrm>
            <a:off x="2271082" y="3623441"/>
            <a:ext cx="202292" cy="366430"/>
            <a:chOff x="2274757" y="3807313"/>
            <a:chExt cx="202292" cy="366430"/>
          </a:xfrm>
        </p:grpSpPr>
        <p:sp>
          <p:nvSpPr>
            <p:cNvPr id="12507" name="Google Shape;12507;p65"/>
            <p:cNvSpPr/>
            <p:nvPr/>
          </p:nvSpPr>
          <p:spPr>
            <a:xfrm>
              <a:off x="2322579" y="3811181"/>
              <a:ext cx="39904" cy="57988"/>
            </a:xfrm>
            <a:custGeom>
              <a:avLst/>
              <a:gdLst/>
              <a:ahLst/>
              <a:cxnLst/>
              <a:rect l="l" t="t" r="r" b="b"/>
              <a:pathLst>
                <a:path w="1527" h="2219" extrusionOk="0">
                  <a:moveTo>
                    <a:pt x="764" y="0"/>
                  </a:moveTo>
                  <a:cubicBezTo>
                    <a:pt x="372" y="0"/>
                    <a:pt x="0" y="311"/>
                    <a:pt x="7" y="767"/>
                  </a:cubicBezTo>
                  <a:lnTo>
                    <a:pt x="7" y="1873"/>
                  </a:lnTo>
                  <a:cubicBezTo>
                    <a:pt x="7" y="2065"/>
                    <a:pt x="151" y="2219"/>
                    <a:pt x="343" y="2219"/>
                  </a:cubicBezTo>
                  <a:lnTo>
                    <a:pt x="1190" y="2219"/>
                  </a:lnTo>
                  <a:cubicBezTo>
                    <a:pt x="1209" y="2219"/>
                    <a:pt x="1228" y="2209"/>
                    <a:pt x="1257" y="2209"/>
                  </a:cubicBezTo>
                  <a:cubicBezTo>
                    <a:pt x="1411" y="2180"/>
                    <a:pt x="1526" y="2036"/>
                    <a:pt x="1526" y="1873"/>
                  </a:cubicBezTo>
                  <a:lnTo>
                    <a:pt x="1526" y="767"/>
                  </a:lnTo>
                  <a:cubicBezTo>
                    <a:pt x="1526" y="565"/>
                    <a:pt x="1449" y="373"/>
                    <a:pt x="1305" y="228"/>
                  </a:cubicBezTo>
                  <a:cubicBezTo>
                    <a:pt x="1286" y="219"/>
                    <a:pt x="1276" y="200"/>
                    <a:pt x="1257" y="190"/>
                  </a:cubicBezTo>
                  <a:cubicBezTo>
                    <a:pt x="1108" y="59"/>
                    <a:pt x="934" y="0"/>
                    <a:pt x="764"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8" name="Google Shape;12508;p65"/>
            <p:cNvSpPr/>
            <p:nvPr/>
          </p:nvSpPr>
          <p:spPr>
            <a:xfrm>
              <a:off x="2347379" y="3816120"/>
              <a:ext cx="16098" cy="52814"/>
            </a:xfrm>
            <a:custGeom>
              <a:avLst/>
              <a:gdLst/>
              <a:ahLst/>
              <a:cxnLst/>
              <a:rect l="l" t="t" r="r" b="b"/>
              <a:pathLst>
                <a:path w="616" h="2021" extrusionOk="0">
                  <a:moveTo>
                    <a:pt x="308" y="1"/>
                  </a:moveTo>
                  <a:cubicBezTo>
                    <a:pt x="135" y="136"/>
                    <a:pt x="39" y="347"/>
                    <a:pt x="39" y="578"/>
                  </a:cubicBezTo>
                  <a:lnTo>
                    <a:pt x="39" y="1684"/>
                  </a:lnTo>
                  <a:cubicBezTo>
                    <a:pt x="0" y="1857"/>
                    <a:pt x="125" y="2020"/>
                    <a:pt x="308" y="2020"/>
                  </a:cubicBezTo>
                  <a:cubicBezTo>
                    <a:pt x="481" y="2020"/>
                    <a:pt x="616" y="1857"/>
                    <a:pt x="577" y="1684"/>
                  </a:cubicBezTo>
                  <a:lnTo>
                    <a:pt x="577" y="578"/>
                  </a:lnTo>
                  <a:cubicBezTo>
                    <a:pt x="577" y="376"/>
                    <a:pt x="500" y="184"/>
                    <a:pt x="356" y="39"/>
                  </a:cubicBezTo>
                  <a:cubicBezTo>
                    <a:pt x="337" y="30"/>
                    <a:pt x="327" y="11"/>
                    <a:pt x="308"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09" name="Google Shape;12509;p65"/>
            <p:cNvSpPr/>
            <p:nvPr/>
          </p:nvSpPr>
          <p:spPr>
            <a:xfrm>
              <a:off x="2274757" y="3854587"/>
              <a:ext cx="135706" cy="319156"/>
            </a:xfrm>
            <a:custGeom>
              <a:avLst/>
              <a:gdLst/>
              <a:ahLst/>
              <a:cxnLst/>
              <a:rect l="l" t="t" r="r" b="b"/>
              <a:pathLst>
                <a:path w="5193" h="12213" extrusionOk="0">
                  <a:moveTo>
                    <a:pt x="2231" y="0"/>
                  </a:moveTo>
                  <a:cubicBezTo>
                    <a:pt x="1000" y="0"/>
                    <a:pt x="10" y="991"/>
                    <a:pt x="10" y="2221"/>
                  </a:cubicBezTo>
                  <a:lnTo>
                    <a:pt x="10" y="11424"/>
                  </a:lnTo>
                  <a:cubicBezTo>
                    <a:pt x="0" y="11847"/>
                    <a:pt x="337" y="12193"/>
                    <a:pt x="750" y="12212"/>
                  </a:cubicBezTo>
                  <a:lnTo>
                    <a:pt x="4443" y="12212"/>
                  </a:lnTo>
                  <a:cubicBezTo>
                    <a:pt x="4856" y="12193"/>
                    <a:pt x="5193" y="11847"/>
                    <a:pt x="5183" y="11424"/>
                  </a:cubicBezTo>
                  <a:lnTo>
                    <a:pt x="5183" y="2221"/>
                  </a:lnTo>
                  <a:cubicBezTo>
                    <a:pt x="5183" y="1029"/>
                    <a:pt x="4251" y="58"/>
                    <a:pt x="3068"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0" name="Google Shape;12510;p65"/>
            <p:cNvSpPr/>
            <p:nvPr/>
          </p:nvSpPr>
          <p:spPr>
            <a:xfrm>
              <a:off x="2297858" y="3854326"/>
              <a:ext cx="113859" cy="319418"/>
            </a:xfrm>
            <a:custGeom>
              <a:avLst/>
              <a:gdLst/>
              <a:ahLst/>
              <a:cxnLst/>
              <a:rect l="l" t="t" r="r" b="b"/>
              <a:pathLst>
                <a:path w="4357" h="12223" extrusionOk="0">
                  <a:moveTo>
                    <a:pt x="2184" y="1"/>
                  </a:moveTo>
                  <a:cubicBezTo>
                    <a:pt x="963" y="1"/>
                    <a:pt x="1" y="1020"/>
                    <a:pt x="59" y="2231"/>
                  </a:cubicBezTo>
                  <a:lnTo>
                    <a:pt x="59" y="11434"/>
                  </a:lnTo>
                  <a:cubicBezTo>
                    <a:pt x="59" y="11857"/>
                    <a:pt x="386" y="12203"/>
                    <a:pt x="799" y="12222"/>
                  </a:cubicBezTo>
                  <a:lnTo>
                    <a:pt x="3559" y="12222"/>
                  </a:lnTo>
                  <a:cubicBezTo>
                    <a:pt x="3972" y="12203"/>
                    <a:pt x="4309" y="11857"/>
                    <a:pt x="4299" y="11434"/>
                  </a:cubicBezTo>
                  <a:lnTo>
                    <a:pt x="4299" y="2231"/>
                  </a:lnTo>
                  <a:cubicBezTo>
                    <a:pt x="4357" y="1020"/>
                    <a:pt x="3395" y="1"/>
                    <a:pt x="2184" y="1"/>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1" name="Google Shape;12511;p65"/>
            <p:cNvSpPr/>
            <p:nvPr/>
          </p:nvSpPr>
          <p:spPr>
            <a:xfrm>
              <a:off x="2348372" y="3828193"/>
              <a:ext cx="12335" cy="12335"/>
            </a:xfrm>
            <a:custGeom>
              <a:avLst/>
              <a:gdLst/>
              <a:ahLst/>
              <a:cxnLst/>
              <a:rect l="l" t="t" r="r" b="b"/>
              <a:pathLst>
                <a:path w="472" h="472" extrusionOk="0">
                  <a:moveTo>
                    <a:pt x="232" y="0"/>
                  </a:moveTo>
                  <a:cubicBezTo>
                    <a:pt x="107" y="0"/>
                    <a:pt x="1" y="106"/>
                    <a:pt x="1" y="231"/>
                  </a:cubicBezTo>
                  <a:cubicBezTo>
                    <a:pt x="1" y="366"/>
                    <a:pt x="107" y="472"/>
                    <a:pt x="232" y="472"/>
                  </a:cubicBezTo>
                  <a:cubicBezTo>
                    <a:pt x="366" y="472"/>
                    <a:pt x="472" y="366"/>
                    <a:pt x="472" y="231"/>
                  </a:cubicBezTo>
                  <a:cubicBezTo>
                    <a:pt x="472" y="106"/>
                    <a:pt x="366" y="0"/>
                    <a:pt x="232"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2" name="Google Shape;12512;p65"/>
            <p:cNvSpPr/>
            <p:nvPr/>
          </p:nvSpPr>
          <p:spPr>
            <a:xfrm>
              <a:off x="2377771" y="3838463"/>
              <a:ext cx="95985" cy="40270"/>
            </a:xfrm>
            <a:custGeom>
              <a:avLst/>
              <a:gdLst/>
              <a:ahLst/>
              <a:cxnLst/>
              <a:rect l="l" t="t" r="r" b="b"/>
              <a:pathLst>
                <a:path w="3673" h="1541" extrusionOk="0">
                  <a:moveTo>
                    <a:pt x="300" y="0"/>
                  </a:moveTo>
                  <a:cubicBezTo>
                    <a:pt x="54" y="0"/>
                    <a:pt x="1" y="369"/>
                    <a:pt x="260" y="425"/>
                  </a:cubicBezTo>
                  <a:cubicBezTo>
                    <a:pt x="260" y="425"/>
                    <a:pt x="472" y="463"/>
                    <a:pt x="780" y="531"/>
                  </a:cubicBezTo>
                  <a:lnTo>
                    <a:pt x="828" y="531"/>
                  </a:lnTo>
                  <a:cubicBezTo>
                    <a:pt x="1078" y="531"/>
                    <a:pt x="1116" y="175"/>
                    <a:pt x="876" y="117"/>
                  </a:cubicBezTo>
                  <a:cubicBezTo>
                    <a:pt x="549" y="40"/>
                    <a:pt x="337" y="2"/>
                    <a:pt x="328" y="2"/>
                  </a:cubicBezTo>
                  <a:cubicBezTo>
                    <a:pt x="318" y="1"/>
                    <a:pt x="309" y="0"/>
                    <a:pt x="300" y="0"/>
                  </a:cubicBezTo>
                  <a:close/>
                  <a:moveTo>
                    <a:pt x="1652" y="321"/>
                  </a:moveTo>
                  <a:cubicBezTo>
                    <a:pt x="1436" y="321"/>
                    <a:pt x="1358" y="644"/>
                    <a:pt x="1587" y="733"/>
                  </a:cubicBezTo>
                  <a:cubicBezTo>
                    <a:pt x="1770" y="781"/>
                    <a:pt x="1934" y="838"/>
                    <a:pt x="2087" y="896"/>
                  </a:cubicBezTo>
                  <a:cubicBezTo>
                    <a:pt x="2116" y="906"/>
                    <a:pt x="2136" y="906"/>
                    <a:pt x="2164" y="906"/>
                  </a:cubicBezTo>
                  <a:cubicBezTo>
                    <a:pt x="2395" y="906"/>
                    <a:pt x="2453" y="579"/>
                    <a:pt x="2232" y="492"/>
                  </a:cubicBezTo>
                  <a:cubicBezTo>
                    <a:pt x="2068" y="434"/>
                    <a:pt x="1895" y="377"/>
                    <a:pt x="1712" y="329"/>
                  </a:cubicBezTo>
                  <a:cubicBezTo>
                    <a:pt x="1691" y="323"/>
                    <a:pt x="1671" y="321"/>
                    <a:pt x="1652" y="321"/>
                  </a:cubicBezTo>
                  <a:close/>
                  <a:moveTo>
                    <a:pt x="2948" y="828"/>
                  </a:moveTo>
                  <a:cubicBezTo>
                    <a:pt x="2758" y="828"/>
                    <a:pt x="2646" y="1098"/>
                    <a:pt x="2838" y="1223"/>
                  </a:cubicBezTo>
                  <a:cubicBezTo>
                    <a:pt x="2991" y="1290"/>
                    <a:pt x="3126" y="1386"/>
                    <a:pt x="3261" y="1492"/>
                  </a:cubicBezTo>
                  <a:cubicBezTo>
                    <a:pt x="3289" y="1520"/>
                    <a:pt x="3335" y="1539"/>
                    <a:pt x="3390" y="1540"/>
                  </a:cubicBezTo>
                  <a:lnTo>
                    <a:pt x="3390" y="1540"/>
                  </a:lnTo>
                  <a:cubicBezTo>
                    <a:pt x="3589" y="1536"/>
                    <a:pt x="3673" y="1289"/>
                    <a:pt x="3520" y="1165"/>
                  </a:cubicBezTo>
                  <a:cubicBezTo>
                    <a:pt x="3376" y="1040"/>
                    <a:pt x="3213" y="934"/>
                    <a:pt x="3039" y="848"/>
                  </a:cubicBezTo>
                  <a:cubicBezTo>
                    <a:pt x="3008" y="834"/>
                    <a:pt x="2977" y="828"/>
                    <a:pt x="2948" y="828"/>
                  </a:cubicBezTo>
                  <a:close/>
                  <a:moveTo>
                    <a:pt x="3390" y="1540"/>
                  </a:moveTo>
                  <a:lnTo>
                    <a:pt x="3390" y="1540"/>
                  </a:lnTo>
                  <a:cubicBezTo>
                    <a:pt x="3389" y="1540"/>
                    <a:pt x="3387" y="1540"/>
                    <a:pt x="3386" y="1540"/>
                  </a:cubicBezTo>
                  <a:lnTo>
                    <a:pt x="3395" y="1540"/>
                  </a:lnTo>
                  <a:cubicBezTo>
                    <a:pt x="3394" y="1540"/>
                    <a:pt x="3392" y="1540"/>
                    <a:pt x="3390" y="1540"/>
                  </a:cubicBez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3" name="Google Shape;12513;p65"/>
            <p:cNvSpPr/>
            <p:nvPr/>
          </p:nvSpPr>
          <p:spPr>
            <a:xfrm>
              <a:off x="2377274" y="3807313"/>
              <a:ext cx="99774" cy="27700"/>
            </a:xfrm>
            <a:custGeom>
              <a:avLst/>
              <a:gdLst/>
              <a:ahLst/>
              <a:cxnLst/>
              <a:rect l="l" t="t" r="r" b="b"/>
              <a:pathLst>
                <a:path w="3818" h="1060" extrusionOk="0">
                  <a:moveTo>
                    <a:pt x="3515" y="0"/>
                  </a:moveTo>
                  <a:cubicBezTo>
                    <a:pt x="3486" y="0"/>
                    <a:pt x="3456" y="7"/>
                    <a:pt x="3424" y="21"/>
                  </a:cubicBezTo>
                  <a:cubicBezTo>
                    <a:pt x="3280" y="97"/>
                    <a:pt x="3126" y="165"/>
                    <a:pt x="2972" y="213"/>
                  </a:cubicBezTo>
                  <a:cubicBezTo>
                    <a:pt x="2732" y="280"/>
                    <a:pt x="2789" y="626"/>
                    <a:pt x="3030" y="626"/>
                  </a:cubicBezTo>
                  <a:cubicBezTo>
                    <a:pt x="3049" y="626"/>
                    <a:pt x="3068" y="626"/>
                    <a:pt x="3097" y="617"/>
                  </a:cubicBezTo>
                  <a:cubicBezTo>
                    <a:pt x="3280" y="559"/>
                    <a:pt x="3453" y="482"/>
                    <a:pt x="3626" y="396"/>
                  </a:cubicBezTo>
                  <a:cubicBezTo>
                    <a:pt x="3818" y="270"/>
                    <a:pt x="3706" y="0"/>
                    <a:pt x="3515" y="0"/>
                  </a:cubicBezTo>
                  <a:close/>
                  <a:moveTo>
                    <a:pt x="2207" y="353"/>
                  </a:moveTo>
                  <a:cubicBezTo>
                    <a:pt x="2193" y="353"/>
                    <a:pt x="2179" y="355"/>
                    <a:pt x="2164" y="357"/>
                  </a:cubicBezTo>
                  <a:lnTo>
                    <a:pt x="1635" y="444"/>
                  </a:lnTo>
                  <a:cubicBezTo>
                    <a:pt x="1376" y="482"/>
                    <a:pt x="1405" y="857"/>
                    <a:pt x="1664" y="867"/>
                  </a:cubicBezTo>
                  <a:lnTo>
                    <a:pt x="1693" y="857"/>
                  </a:lnTo>
                  <a:lnTo>
                    <a:pt x="2222" y="780"/>
                  </a:lnTo>
                  <a:cubicBezTo>
                    <a:pt x="2505" y="753"/>
                    <a:pt x="2459" y="353"/>
                    <a:pt x="2207" y="353"/>
                  </a:cubicBezTo>
                  <a:close/>
                  <a:moveTo>
                    <a:pt x="832" y="555"/>
                  </a:moveTo>
                  <a:cubicBezTo>
                    <a:pt x="818" y="555"/>
                    <a:pt x="804" y="557"/>
                    <a:pt x="789" y="559"/>
                  </a:cubicBezTo>
                  <a:lnTo>
                    <a:pt x="260" y="636"/>
                  </a:lnTo>
                  <a:cubicBezTo>
                    <a:pt x="1" y="674"/>
                    <a:pt x="29" y="1059"/>
                    <a:pt x="289" y="1059"/>
                  </a:cubicBezTo>
                  <a:lnTo>
                    <a:pt x="318" y="1059"/>
                  </a:lnTo>
                  <a:lnTo>
                    <a:pt x="856" y="982"/>
                  </a:lnTo>
                  <a:cubicBezTo>
                    <a:pt x="1130" y="955"/>
                    <a:pt x="1084" y="555"/>
                    <a:pt x="832" y="555"/>
                  </a:cubicBez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4" name="Google Shape;12514;p65"/>
            <p:cNvSpPr/>
            <p:nvPr/>
          </p:nvSpPr>
          <p:spPr>
            <a:xfrm>
              <a:off x="2274992" y="3936486"/>
              <a:ext cx="135236" cy="237257"/>
            </a:xfrm>
            <a:custGeom>
              <a:avLst/>
              <a:gdLst/>
              <a:ahLst/>
              <a:cxnLst/>
              <a:rect l="l" t="t" r="r" b="b"/>
              <a:pathLst>
                <a:path w="5175" h="9079" extrusionOk="0">
                  <a:moveTo>
                    <a:pt x="1" y="1"/>
                  </a:moveTo>
                  <a:lnTo>
                    <a:pt x="1" y="8328"/>
                  </a:lnTo>
                  <a:cubicBezTo>
                    <a:pt x="1" y="8732"/>
                    <a:pt x="328" y="9069"/>
                    <a:pt x="741" y="9078"/>
                  </a:cubicBezTo>
                  <a:lnTo>
                    <a:pt x="4434" y="9078"/>
                  </a:lnTo>
                  <a:cubicBezTo>
                    <a:pt x="4847" y="9069"/>
                    <a:pt x="5174" y="8732"/>
                    <a:pt x="5174" y="8328"/>
                  </a:cubicBezTo>
                  <a:lnTo>
                    <a:pt x="5174" y="1"/>
                  </a:ln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5" name="Google Shape;12515;p65"/>
            <p:cNvSpPr/>
            <p:nvPr/>
          </p:nvSpPr>
          <p:spPr>
            <a:xfrm>
              <a:off x="2299373" y="3936486"/>
              <a:ext cx="110854" cy="211882"/>
            </a:xfrm>
            <a:custGeom>
              <a:avLst/>
              <a:gdLst/>
              <a:ahLst/>
              <a:cxnLst/>
              <a:rect l="l" t="t" r="r" b="b"/>
              <a:pathLst>
                <a:path w="4242" h="8108" extrusionOk="0">
                  <a:moveTo>
                    <a:pt x="1" y="1"/>
                  </a:moveTo>
                  <a:lnTo>
                    <a:pt x="1" y="7357"/>
                  </a:lnTo>
                  <a:cubicBezTo>
                    <a:pt x="1" y="7761"/>
                    <a:pt x="337" y="8098"/>
                    <a:pt x="741" y="8107"/>
                  </a:cubicBezTo>
                  <a:lnTo>
                    <a:pt x="3501" y="8107"/>
                  </a:lnTo>
                  <a:cubicBezTo>
                    <a:pt x="3914" y="8098"/>
                    <a:pt x="4241" y="7761"/>
                    <a:pt x="4241" y="7348"/>
                  </a:cubicBezTo>
                  <a:lnTo>
                    <a:pt x="4241" y="1"/>
                  </a:ln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6" name="Google Shape;12516;p65"/>
            <p:cNvSpPr/>
            <p:nvPr/>
          </p:nvSpPr>
          <p:spPr>
            <a:xfrm>
              <a:off x="2351142" y="3991417"/>
              <a:ext cx="59086" cy="122274"/>
            </a:xfrm>
            <a:custGeom>
              <a:avLst/>
              <a:gdLst/>
              <a:ahLst/>
              <a:cxnLst/>
              <a:rect l="l" t="t" r="r" b="b"/>
              <a:pathLst>
                <a:path w="2261" h="4679" extrusionOk="0">
                  <a:moveTo>
                    <a:pt x="696" y="1"/>
                  </a:moveTo>
                  <a:cubicBezTo>
                    <a:pt x="674" y="1"/>
                    <a:pt x="654" y="5"/>
                    <a:pt x="635" y="5"/>
                  </a:cubicBezTo>
                  <a:cubicBezTo>
                    <a:pt x="270" y="53"/>
                    <a:pt x="1" y="370"/>
                    <a:pt x="10" y="726"/>
                  </a:cubicBezTo>
                  <a:lnTo>
                    <a:pt x="10" y="3957"/>
                  </a:lnTo>
                  <a:cubicBezTo>
                    <a:pt x="10" y="4361"/>
                    <a:pt x="327" y="4678"/>
                    <a:pt x="731" y="4678"/>
                  </a:cubicBezTo>
                  <a:lnTo>
                    <a:pt x="2260" y="4678"/>
                  </a:lnTo>
                  <a:lnTo>
                    <a:pt x="2260" y="5"/>
                  </a:lnTo>
                  <a:lnTo>
                    <a:pt x="731" y="5"/>
                  </a:lnTo>
                  <a:cubicBezTo>
                    <a:pt x="719" y="2"/>
                    <a:pt x="707" y="1"/>
                    <a:pt x="696" y="1"/>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17" name="Google Shape;12517;p65"/>
          <p:cNvGrpSpPr/>
          <p:nvPr/>
        </p:nvGrpSpPr>
        <p:grpSpPr>
          <a:xfrm>
            <a:off x="3969041" y="3164345"/>
            <a:ext cx="366404" cy="366665"/>
            <a:chOff x="3972716" y="3348218"/>
            <a:chExt cx="366404" cy="366665"/>
          </a:xfrm>
        </p:grpSpPr>
        <p:sp>
          <p:nvSpPr>
            <p:cNvPr id="12518" name="Google Shape;12518;p65"/>
            <p:cNvSpPr/>
            <p:nvPr/>
          </p:nvSpPr>
          <p:spPr>
            <a:xfrm>
              <a:off x="4069223" y="3397974"/>
              <a:ext cx="172919" cy="223929"/>
            </a:xfrm>
            <a:custGeom>
              <a:avLst/>
              <a:gdLst/>
              <a:ahLst/>
              <a:cxnLst/>
              <a:rect l="l" t="t" r="r" b="b"/>
              <a:pathLst>
                <a:path w="6617" h="8569" extrusionOk="0">
                  <a:moveTo>
                    <a:pt x="3025" y="1"/>
                  </a:moveTo>
                  <a:cubicBezTo>
                    <a:pt x="3014" y="1"/>
                    <a:pt x="3002" y="4"/>
                    <a:pt x="2991" y="10"/>
                  </a:cubicBezTo>
                  <a:cubicBezTo>
                    <a:pt x="2856" y="78"/>
                    <a:pt x="2751" y="203"/>
                    <a:pt x="2683" y="347"/>
                  </a:cubicBezTo>
                  <a:lnTo>
                    <a:pt x="779" y="4732"/>
                  </a:lnTo>
                  <a:cubicBezTo>
                    <a:pt x="0" y="6501"/>
                    <a:pt x="1260" y="8521"/>
                    <a:pt x="3183" y="8569"/>
                  </a:cubicBezTo>
                  <a:lnTo>
                    <a:pt x="3520" y="8569"/>
                  </a:lnTo>
                  <a:cubicBezTo>
                    <a:pt x="5414" y="8473"/>
                    <a:pt x="6616" y="6482"/>
                    <a:pt x="5856" y="4742"/>
                  </a:cubicBezTo>
                  <a:lnTo>
                    <a:pt x="3943" y="347"/>
                  </a:lnTo>
                  <a:cubicBezTo>
                    <a:pt x="3876" y="203"/>
                    <a:pt x="3770" y="87"/>
                    <a:pt x="3635" y="20"/>
                  </a:cubicBezTo>
                  <a:cubicBezTo>
                    <a:pt x="3624" y="13"/>
                    <a:pt x="3612" y="10"/>
                    <a:pt x="3600" y="10"/>
                  </a:cubicBezTo>
                  <a:cubicBezTo>
                    <a:pt x="3563" y="10"/>
                    <a:pt x="3529" y="41"/>
                    <a:pt x="3529" y="78"/>
                  </a:cubicBezTo>
                  <a:lnTo>
                    <a:pt x="3529" y="4597"/>
                  </a:lnTo>
                  <a:cubicBezTo>
                    <a:pt x="3529" y="4597"/>
                    <a:pt x="3529" y="4607"/>
                    <a:pt x="3529" y="4617"/>
                  </a:cubicBezTo>
                  <a:cubicBezTo>
                    <a:pt x="4068" y="4722"/>
                    <a:pt x="4443" y="5232"/>
                    <a:pt x="4395" y="5780"/>
                  </a:cubicBezTo>
                  <a:cubicBezTo>
                    <a:pt x="4337" y="6338"/>
                    <a:pt x="3866" y="6761"/>
                    <a:pt x="3318" y="6761"/>
                  </a:cubicBezTo>
                  <a:cubicBezTo>
                    <a:pt x="2760" y="6761"/>
                    <a:pt x="2289" y="6338"/>
                    <a:pt x="2241" y="5780"/>
                  </a:cubicBezTo>
                  <a:cubicBezTo>
                    <a:pt x="2183" y="5232"/>
                    <a:pt x="2558" y="4722"/>
                    <a:pt x="3097" y="4617"/>
                  </a:cubicBezTo>
                  <a:cubicBezTo>
                    <a:pt x="3097" y="4607"/>
                    <a:pt x="3097" y="4597"/>
                    <a:pt x="3097" y="4597"/>
                  </a:cubicBezTo>
                  <a:lnTo>
                    <a:pt x="3097" y="78"/>
                  </a:lnTo>
                  <a:cubicBezTo>
                    <a:pt x="3097" y="34"/>
                    <a:pt x="3063" y="1"/>
                    <a:pt x="3025"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9" name="Google Shape;12519;p65"/>
            <p:cNvSpPr/>
            <p:nvPr/>
          </p:nvSpPr>
          <p:spPr>
            <a:xfrm>
              <a:off x="4069223" y="3397974"/>
              <a:ext cx="99539" cy="223929"/>
            </a:xfrm>
            <a:custGeom>
              <a:avLst/>
              <a:gdLst/>
              <a:ahLst/>
              <a:cxnLst/>
              <a:rect l="l" t="t" r="r" b="b"/>
              <a:pathLst>
                <a:path w="3809" h="8569" extrusionOk="0">
                  <a:moveTo>
                    <a:pt x="3025" y="1"/>
                  </a:moveTo>
                  <a:cubicBezTo>
                    <a:pt x="3014" y="1"/>
                    <a:pt x="3002" y="4"/>
                    <a:pt x="2991" y="10"/>
                  </a:cubicBezTo>
                  <a:cubicBezTo>
                    <a:pt x="2856" y="87"/>
                    <a:pt x="2751" y="203"/>
                    <a:pt x="2683" y="347"/>
                  </a:cubicBezTo>
                  <a:lnTo>
                    <a:pt x="779" y="4732"/>
                  </a:lnTo>
                  <a:cubicBezTo>
                    <a:pt x="0" y="6501"/>
                    <a:pt x="1260" y="8521"/>
                    <a:pt x="3183" y="8569"/>
                  </a:cubicBezTo>
                  <a:lnTo>
                    <a:pt x="3520" y="8569"/>
                  </a:lnTo>
                  <a:cubicBezTo>
                    <a:pt x="3616" y="8569"/>
                    <a:pt x="3712" y="8559"/>
                    <a:pt x="3808" y="8540"/>
                  </a:cubicBezTo>
                  <a:cubicBezTo>
                    <a:pt x="2077" y="8271"/>
                    <a:pt x="1029" y="6395"/>
                    <a:pt x="1750" y="4732"/>
                  </a:cubicBezTo>
                  <a:lnTo>
                    <a:pt x="3097" y="1626"/>
                  </a:lnTo>
                  <a:lnTo>
                    <a:pt x="3097" y="78"/>
                  </a:lnTo>
                  <a:cubicBezTo>
                    <a:pt x="3097" y="34"/>
                    <a:pt x="3063" y="1"/>
                    <a:pt x="3025"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0" name="Google Shape;12520;p65"/>
            <p:cNvSpPr/>
            <p:nvPr/>
          </p:nvSpPr>
          <p:spPr>
            <a:xfrm>
              <a:off x="3987036" y="3361806"/>
              <a:ext cx="337763" cy="174173"/>
            </a:xfrm>
            <a:custGeom>
              <a:avLst/>
              <a:gdLst/>
              <a:ahLst/>
              <a:cxnLst/>
              <a:rect l="l" t="t" r="r" b="b"/>
              <a:pathLst>
                <a:path w="12925" h="6665" extrusionOk="0">
                  <a:moveTo>
                    <a:pt x="1655" y="0"/>
                  </a:moveTo>
                  <a:cubicBezTo>
                    <a:pt x="1395" y="19"/>
                    <a:pt x="1395" y="404"/>
                    <a:pt x="1655" y="433"/>
                  </a:cubicBezTo>
                  <a:lnTo>
                    <a:pt x="4136" y="433"/>
                  </a:lnTo>
                  <a:cubicBezTo>
                    <a:pt x="1645" y="1394"/>
                    <a:pt x="1" y="3789"/>
                    <a:pt x="1" y="6462"/>
                  </a:cubicBezTo>
                  <a:cubicBezTo>
                    <a:pt x="11" y="6597"/>
                    <a:pt x="111" y="6664"/>
                    <a:pt x="212" y="6664"/>
                  </a:cubicBezTo>
                  <a:cubicBezTo>
                    <a:pt x="313" y="6664"/>
                    <a:pt x="414" y="6597"/>
                    <a:pt x="424" y="6462"/>
                  </a:cubicBezTo>
                  <a:cubicBezTo>
                    <a:pt x="434" y="3135"/>
                    <a:pt x="3126" y="433"/>
                    <a:pt x="6463" y="433"/>
                  </a:cubicBezTo>
                  <a:cubicBezTo>
                    <a:pt x="9790" y="433"/>
                    <a:pt x="12492" y="3135"/>
                    <a:pt x="12492" y="6462"/>
                  </a:cubicBezTo>
                  <a:cubicBezTo>
                    <a:pt x="12502" y="6597"/>
                    <a:pt x="12605" y="6664"/>
                    <a:pt x="12708" y="6664"/>
                  </a:cubicBezTo>
                  <a:cubicBezTo>
                    <a:pt x="12812" y="6664"/>
                    <a:pt x="12915" y="6597"/>
                    <a:pt x="12925" y="6462"/>
                  </a:cubicBezTo>
                  <a:cubicBezTo>
                    <a:pt x="12925" y="4750"/>
                    <a:pt x="12252" y="3106"/>
                    <a:pt x="11030" y="1894"/>
                  </a:cubicBezTo>
                  <a:cubicBezTo>
                    <a:pt x="10396" y="1250"/>
                    <a:pt x="9627" y="750"/>
                    <a:pt x="8790" y="433"/>
                  </a:cubicBezTo>
                  <a:lnTo>
                    <a:pt x="11377" y="433"/>
                  </a:lnTo>
                  <a:cubicBezTo>
                    <a:pt x="11646" y="404"/>
                    <a:pt x="11646" y="19"/>
                    <a:pt x="11377"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1" name="Google Shape;12521;p65"/>
            <p:cNvSpPr/>
            <p:nvPr/>
          </p:nvSpPr>
          <p:spPr>
            <a:xfrm>
              <a:off x="4136828" y="3348218"/>
              <a:ext cx="38206" cy="38232"/>
            </a:xfrm>
            <a:custGeom>
              <a:avLst/>
              <a:gdLst/>
              <a:ahLst/>
              <a:cxnLst/>
              <a:rect l="l" t="t" r="r" b="b"/>
              <a:pathLst>
                <a:path w="1462" h="1463" extrusionOk="0">
                  <a:moveTo>
                    <a:pt x="192" y="1"/>
                  </a:moveTo>
                  <a:cubicBezTo>
                    <a:pt x="87" y="1"/>
                    <a:pt x="0" y="87"/>
                    <a:pt x="0" y="193"/>
                  </a:cubicBezTo>
                  <a:lnTo>
                    <a:pt x="0" y="1270"/>
                  </a:lnTo>
                  <a:cubicBezTo>
                    <a:pt x="0" y="1376"/>
                    <a:pt x="87" y="1462"/>
                    <a:pt x="192" y="1462"/>
                  </a:cubicBezTo>
                  <a:lnTo>
                    <a:pt x="1269" y="1462"/>
                  </a:lnTo>
                  <a:cubicBezTo>
                    <a:pt x="1366" y="1462"/>
                    <a:pt x="1452" y="1376"/>
                    <a:pt x="1462" y="1280"/>
                  </a:cubicBezTo>
                  <a:lnTo>
                    <a:pt x="1462" y="193"/>
                  </a:lnTo>
                  <a:cubicBezTo>
                    <a:pt x="1462" y="87"/>
                    <a:pt x="1375" y="1"/>
                    <a:pt x="1269"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2" name="Google Shape;12522;p65"/>
            <p:cNvSpPr/>
            <p:nvPr/>
          </p:nvSpPr>
          <p:spPr>
            <a:xfrm>
              <a:off x="4300417" y="3531668"/>
              <a:ext cx="38702" cy="38467"/>
            </a:xfrm>
            <a:custGeom>
              <a:avLst/>
              <a:gdLst/>
              <a:ahLst/>
              <a:cxnLst/>
              <a:rect l="l" t="t" r="r" b="b"/>
              <a:pathLst>
                <a:path w="1481" h="1472" extrusionOk="0">
                  <a:moveTo>
                    <a:pt x="240" y="1"/>
                  </a:moveTo>
                  <a:cubicBezTo>
                    <a:pt x="106" y="1"/>
                    <a:pt x="0" y="106"/>
                    <a:pt x="0" y="241"/>
                  </a:cubicBezTo>
                  <a:lnTo>
                    <a:pt x="0" y="1231"/>
                  </a:lnTo>
                  <a:cubicBezTo>
                    <a:pt x="0" y="1366"/>
                    <a:pt x="106" y="1472"/>
                    <a:pt x="240" y="1472"/>
                  </a:cubicBezTo>
                  <a:lnTo>
                    <a:pt x="1231" y="1472"/>
                  </a:lnTo>
                  <a:cubicBezTo>
                    <a:pt x="1366" y="1472"/>
                    <a:pt x="1481" y="1366"/>
                    <a:pt x="1471" y="1231"/>
                  </a:cubicBezTo>
                  <a:lnTo>
                    <a:pt x="1471" y="241"/>
                  </a:lnTo>
                  <a:cubicBezTo>
                    <a:pt x="1471" y="106"/>
                    <a:pt x="1366" y="1"/>
                    <a:pt x="1231"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3" name="Google Shape;12523;p65"/>
            <p:cNvSpPr/>
            <p:nvPr/>
          </p:nvSpPr>
          <p:spPr>
            <a:xfrm>
              <a:off x="3972716" y="3531668"/>
              <a:ext cx="38493" cy="38467"/>
            </a:xfrm>
            <a:custGeom>
              <a:avLst/>
              <a:gdLst/>
              <a:ahLst/>
              <a:cxnLst/>
              <a:rect l="l" t="t" r="r" b="b"/>
              <a:pathLst>
                <a:path w="1473" h="1472" extrusionOk="0">
                  <a:moveTo>
                    <a:pt x="241" y="1"/>
                  </a:moveTo>
                  <a:cubicBezTo>
                    <a:pt x="107" y="1"/>
                    <a:pt x="1" y="106"/>
                    <a:pt x="1" y="241"/>
                  </a:cubicBezTo>
                  <a:lnTo>
                    <a:pt x="1" y="1231"/>
                  </a:lnTo>
                  <a:cubicBezTo>
                    <a:pt x="1" y="1366"/>
                    <a:pt x="107" y="1472"/>
                    <a:pt x="241" y="1472"/>
                  </a:cubicBezTo>
                  <a:lnTo>
                    <a:pt x="1232" y="1472"/>
                  </a:lnTo>
                  <a:cubicBezTo>
                    <a:pt x="1366" y="1472"/>
                    <a:pt x="1472" y="1366"/>
                    <a:pt x="1472" y="1231"/>
                  </a:cubicBezTo>
                  <a:lnTo>
                    <a:pt x="1472" y="241"/>
                  </a:lnTo>
                  <a:cubicBezTo>
                    <a:pt x="1472" y="106"/>
                    <a:pt x="1366" y="1"/>
                    <a:pt x="1232"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4" name="Google Shape;12524;p65"/>
            <p:cNvSpPr/>
            <p:nvPr/>
          </p:nvSpPr>
          <p:spPr>
            <a:xfrm>
              <a:off x="4096610" y="3639229"/>
              <a:ext cx="118380" cy="75654"/>
            </a:xfrm>
            <a:custGeom>
              <a:avLst/>
              <a:gdLst/>
              <a:ahLst/>
              <a:cxnLst/>
              <a:rect l="l" t="t" r="r" b="b"/>
              <a:pathLst>
                <a:path w="4530" h="2895" extrusionOk="0">
                  <a:moveTo>
                    <a:pt x="0" y="0"/>
                  </a:moveTo>
                  <a:lnTo>
                    <a:pt x="0" y="2654"/>
                  </a:lnTo>
                  <a:cubicBezTo>
                    <a:pt x="0" y="2789"/>
                    <a:pt x="106" y="2895"/>
                    <a:pt x="241" y="2895"/>
                  </a:cubicBezTo>
                  <a:lnTo>
                    <a:pt x="4289" y="2895"/>
                  </a:lnTo>
                  <a:cubicBezTo>
                    <a:pt x="4424" y="2895"/>
                    <a:pt x="4530" y="2789"/>
                    <a:pt x="4530" y="2654"/>
                  </a:cubicBezTo>
                  <a:lnTo>
                    <a:pt x="4530" y="0"/>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5" name="Google Shape;12525;p65"/>
            <p:cNvSpPr/>
            <p:nvPr/>
          </p:nvSpPr>
          <p:spPr>
            <a:xfrm>
              <a:off x="4075756" y="3612574"/>
              <a:ext cx="160088" cy="46281"/>
            </a:xfrm>
            <a:custGeom>
              <a:avLst/>
              <a:gdLst/>
              <a:ahLst/>
              <a:cxnLst/>
              <a:rect l="l" t="t" r="r" b="b"/>
              <a:pathLst>
                <a:path w="6126" h="1771" extrusionOk="0">
                  <a:moveTo>
                    <a:pt x="520" y="1"/>
                  </a:moveTo>
                  <a:cubicBezTo>
                    <a:pt x="231" y="1"/>
                    <a:pt x="0" y="232"/>
                    <a:pt x="0" y="511"/>
                  </a:cubicBezTo>
                  <a:lnTo>
                    <a:pt x="0" y="1261"/>
                  </a:lnTo>
                  <a:cubicBezTo>
                    <a:pt x="0" y="1539"/>
                    <a:pt x="231" y="1770"/>
                    <a:pt x="520" y="1770"/>
                  </a:cubicBezTo>
                  <a:lnTo>
                    <a:pt x="5616" y="1770"/>
                  </a:lnTo>
                  <a:cubicBezTo>
                    <a:pt x="5895" y="1770"/>
                    <a:pt x="6126" y="1539"/>
                    <a:pt x="6126" y="1261"/>
                  </a:cubicBezTo>
                  <a:lnTo>
                    <a:pt x="6126" y="511"/>
                  </a:lnTo>
                  <a:cubicBezTo>
                    <a:pt x="6126" y="222"/>
                    <a:pt x="5895" y="1"/>
                    <a:pt x="5616"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6" name="Google Shape;12526;p65"/>
            <p:cNvSpPr/>
            <p:nvPr/>
          </p:nvSpPr>
          <p:spPr>
            <a:xfrm>
              <a:off x="4127028" y="3639229"/>
              <a:ext cx="87962" cy="75654"/>
            </a:xfrm>
            <a:custGeom>
              <a:avLst/>
              <a:gdLst/>
              <a:ahLst/>
              <a:cxnLst/>
              <a:rect l="l" t="t" r="r" b="b"/>
              <a:pathLst>
                <a:path w="3366" h="2895" extrusionOk="0">
                  <a:moveTo>
                    <a:pt x="0" y="0"/>
                  </a:moveTo>
                  <a:lnTo>
                    <a:pt x="0" y="2654"/>
                  </a:lnTo>
                  <a:cubicBezTo>
                    <a:pt x="0" y="2789"/>
                    <a:pt x="106" y="2895"/>
                    <a:pt x="240" y="2895"/>
                  </a:cubicBezTo>
                  <a:lnTo>
                    <a:pt x="3125" y="2895"/>
                  </a:lnTo>
                  <a:cubicBezTo>
                    <a:pt x="3260" y="2895"/>
                    <a:pt x="3366" y="2789"/>
                    <a:pt x="3366" y="2654"/>
                  </a:cubicBezTo>
                  <a:lnTo>
                    <a:pt x="3366"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7" name="Google Shape;12527;p65"/>
            <p:cNvSpPr/>
            <p:nvPr/>
          </p:nvSpPr>
          <p:spPr>
            <a:xfrm>
              <a:off x="4106148" y="3612574"/>
              <a:ext cx="129696" cy="46281"/>
            </a:xfrm>
            <a:custGeom>
              <a:avLst/>
              <a:gdLst/>
              <a:ahLst/>
              <a:cxnLst/>
              <a:rect l="l" t="t" r="r" b="b"/>
              <a:pathLst>
                <a:path w="4963" h="1771" extrusionOk="0">
                  <a:moveTo>
                    <a:pt x="520" y="1"/>
                  </a:moveTo>
                  <a:cubicBezTo>
                    <a:pt x="232" y="1"/>
                    <a:pt x="1" y="232"/>
                    <a:pt x="1" y="511"/>
                  </a:cubicBezTo>
                  <a:lnTo>
                    <a:pt x="1" y="1261"/>
                  </a:lnTo>
                  <a:cubicBezTo>
                    <a:pt x="1" y="1539"/>
                    <a:pt x="232" y="1770"/>
                    <a:pt x="520" y="1770"/>
                  </a:cubicBezTo>
                  <a:lnTo>
                    <a:pt x="4453" y="1770"/>
                  </a:lnTo>
                  <a:cubicBezTo>
                    <a:pt x="4732" y="1770"/>
                    <a:pt x="4963" y="1539"/>
                    <a:pt x="4963" y="1261"/>
                  </a:cubicBezTo>
                  <a:lnTo>
                    <a:pt x="4963" y="511"/>
                  </a:lnTo>
                  <a:cubicBezTo>
                    <a:pt x="4963" y="222"/>
                    <a:pt x="4732" y="1"/>
                    <a:pt x="4453"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8" name="Google Shape;12528;p65"/>
            <p:cNvSpPr/>
            <p:nvPr/>
          </p:nvSpPr>
          <p:spPr>
            <a:xfrm>
              <a:off x="3996104" y="3348218"/>
              <a:ext cx="38206" cy="38232"/>
            </a:xfrm>
            <a:custGeom>
              <a:avLst/>
              <a:gdLst/>
              <a:ahLst/>
              <a:cxnLst/>
              <a:rect l="l" t="t" r="r" b="b"/>
              <a:pathLst>
                <a:path w="1462" h="1463" extrusionOk="0">
                  <a:moveTo>
                    <a:pt x="731" y="1"/>
                  </a:moveTo>
                  <a:cubicBezTo>
                    <a:pt x="327" y="1"/>
                    <a:pt x="0" y="328"/>
                    <a:pt x="0" y="732"/>
                  </a:cubicBezTo>
                  <a:cubicBezTo>
                    <a:pt x="0" y="1136"/>
                    <a:pt x="327" y="1462"/>
                    <a:pt x="731" y="1462"/>
                  </a:cubicBezTo>
                  <a:cubicBezTo>
                    <a:pt x="1135" y="1462"/>
                    <a:pt x="1462" y="1136"/>
                    <a:pt x="1462" y="732"/>
                  </a:cubicBezTo>
                  <a:cubicBezTo>
                    <a:pt x="1462" y="328"/>
                    <a:pt x="1135" y="1"/>
                    <a:pt x="731" y="1"/>
                  </a:cubicBezTo>
                  <a:close/>
                </a:path>
              </a:pathLst>
            </a:custGeom>
            <a:solidFill>
              <a:srgbClr val="B0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9" name="Google Shape;12529;p65"/>
            <p:cNvSpPr/>
            <p:nvPr/>
          </p:nvSpPr>
          <p:spPr>
            <a:xfrm>
              <a:off x="4277551" y="3348218"/>
              <a:ext cx="37971" cy="38232"/>
            </a:xfrm>
            <a:custGeom>
              <a:avLst/>
              <a:gdLst/>
              <a:ahLst/>
              <a:cxnLst/>
              <a:rect l="l" t="t" r="r" b="b"/>
              <a:pathLst>
                <a:path w="1453" h="1463" extrusionOk="0">
                  <a:moveTo>
                    <a:pt x="721" y="1"/>
                  </a:moveTo>
                  <a:cubicBezTo>
                    <a:pt x="327" y="1"/>
                    <a:pt x="0" y="328"/>
                    <a:pt x="0" y="732"/>
                  </a:cubicBezTo>
                  <a:cubicBezTo>
                    <a:pt x="0" y="1136"/>
                    <a:pt x="327" y="1462"/>
                    <a:pt x="721" y="1462"/>
                  </a:cubicBezTo>
                  <a:cubicBezTo>
                    <a:pt x="1125" y="1462"/>
                    <a:pt x="1452" y="1136"/>
                    <a:pt x="1452" y="732"/>
                  </a:cubicBezTo>
                  <a:cubicBezTo>
                    <a:pt x="1452" y="328"/>
                    <a:pt x="1125" y="1"/>
                    <a:pt x="721" y="1"/>
                  </a:cubicBezTo>
                  <a:close/>
                </a:path>
              </a:pathLst>
            </a:custGeom>
            <a:solidFill>
              <a:srgbClr val="B0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30" name="Google Shape;12530;p65"/>
          <p:cNvGrpSpPr/>
          <p:nvPr/>
        </p:nvGrpSpPr>
        <p:grpSpPr>
          <a:xfrm>
            <a:off x="862853" y="3164476"/>
            <a:ext cx="317405" cy="366534"/>
            <a:chOff x="866528" y="3348348"/>
            <a:chExt cx="317405" cy="366534"/>
          </a:xfrm>
        </p:grpSpPr>
        <p:sp>
          <p:nvSpPr>
            <p:cNvPr id="12531" name="Google Shape;12531;p65"/>
            <p:cNvSpPr/>
            <p:nvPr/>
          </p:nvSpPr>
          <p:spPr>
            <a:xfrm>
              <a:off x="869795" y="3526650"/>
              <a:ext cx="314139" cy="188232"/>
            </a:xfrm>
            <a:custGeom>
              <a:avLst/>
              <a:gdLst/>
              <a:ahLst/>
              <a:cxnLst/>
              <a:rect l="l" t="t" r="r" b="b"/>
              <a:pathLst>
                <a:path w="12021" h="7203" extrusionOk="0">
                  <a:moveTo>
                    <a:pt x="6011" y="0"/>
                  </a:moveTo>
                  <a:cubicBezTo>
                    <a:pt x="5933" y="0"/>
                    <a:pt x="5856" y="19"/>
                    <a:pt x="5789" y="58"/>
                  </a:cubicBezTo>
                  <a:lnTo>
                    <a:pt x="827" y="2924"/>
                  </a:lnTo>
                  <a:lnTo>
                    <a:pt x="308" y="3222"/>
                  </a:lnTo>
                  <a:cubicBezTo>
                    <a:pt x="0" y="3395"/>
                    <a:pt x="0" y="3837"/>
                    <a:pt x="308" y="4010"/>
                  </a:cubicBezTo>
                  <a:lnTo>
                    <a:pt x="5789" y="7145"/>
                  </a:lnTo>
                  <a:cubicBezTo>
                    <a:pt x="5856" y="7183"/>
                    <a:pt x="5933" y="7203"/>
                    <a:pt x="6010" y="7203"/>
                  </a:cubicBezTo>
                  <a:cubicBezTo>
                    <a:pt x="6087" y="7203"/>
                    <a:pt x="6164" y="7183"/>
                    <a:pt x="6231" y="7145"/>
                  </a:cubicBezTo>
                  <a:lnTo>
                    <a:pt x="11712" y="4010"/>
                  </a:lnTo>
                  <a:cubicBezTo>
                    <a:pt x="12020" y="3837"/>
                    <a:pt x="12020" y="3395"/>
                    <a:pt x="11712" y="3222"/>
                  </a:cubicBezTo>
                  <a:lnTo>
                    <a:pt x="11203" y="2924"/>
                  </a:lnTo>
                  <a:lnTo>
                    <a:pt x="6241" y="58"/>
                  </a:lnTo>
                  <a:cubicBezTo>
                    <a:pt x="6169" y="19"/>
                    <a:pt x="6089" y="0"/>
                    <a:pt x="6011"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2" name="Google Shape;12532;p65"/>
            <p:cNvSpPr/>
            <p:nvPr/>
          </p:nvSpPr>
          <p:spPr>
            <a:xfrm>
              <a:off x="891145" y="3526650"/>
              <a:ext cx="271177" cy="152300"/>
            </a:xfrm>
            <a:custGeom>
              <a:avLst/>
              <a:gdLst/>
              <a:ahLst/>
              <a:cxnLst/>
              <a:rect l="l" t="t" r="r" b="b"/>
              <a:pathLst>
                <a:path w="10377" h="5828" extrusionOk="0">
                  <a:moveTo>
                    <a:pt x="5193" y="0"/>
                  </a:moveTo>
                  <a:cubicBezTo>
                    <a:pt x="5114" y="0"/>
                    <a:pt x="5034" y="19"/>
                    <a:pt x="4962" y="58"/>
                  </a:cubicBezTo>
                  <a:lnTo>
                    <a:pt x="0" y="2924"/>
                  </a:lnTo>
                  <a:lnTo>
                    <a:pt x="4972" y="5770"/>
                  </a:lnTo>
                  <a:cubicBezTo>
                    <a:pt x="5039" y="5808"/>
                    <a:pt x="5116" y="5828"/>
                    <a:pt x="5193" y="5828"/>
                  </a:cubicBezTo>
                  <a:cubicBezTo>
                    <a:pt x="5270" y="5828"/>
                    <a:pt x="5347" y="5808"/>
                    <a:pt x="5414" y="5770"/>
                  </a:cubicBezTo>
                  <a:lnTo>
                    <a:pt x="10376" y="2924"/>
                  </a:lnTo>
                  <a:lnTo>
                    <a:pt x="5424" y="58"/>
                  </a:lnTo>
                  <a:cubicBezTo>
                    <a:pt x="5352" y="19"/>
                    <a:pt x="5272" y="0"/>
                    <a:pt x="5193"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3" name="Google Shape;12533;p65"/>
            <p:cNvSpPr/>
            <p:nvPr/>
          </p:nvSpPr>
          <p:spPr>
            <a:xfrm>
              <a:off x="869795" y="3466911"/>
              <a:ext cx="314139" cy="188180"/>
            </a:xfrm>
            <a:custGeom>
              <a:avLst/>
              <a:gdLst/>
              <a:ahLst/>
              <a:cxnLst/>
              <a:rect l="l" t="t" r="r" b="b"/>
              <a:pathLst>
                <a:path w="12021" h="7201" extrusionOk="0">
                  <a:moveTo>
                    <a:pt x="6011" y="0"/>
                  </a:moveTo>
                  <a:cubicBezTo>
                    <a:pt x="5933" y="0"/>
                    <a:pt x="5856" y="22"/>
                    <a:pt x="5789" y="65"/>
                  </a:cubicBezTo>
                  <a:lnTo>
                    <a:pt x="827" y="2931"/>
                  </a:lnTo>
                  <a:lnTo>
                    <a:pt x="308" y="3229"/>
                  </a:lnTo>
                  <a:cubicBezTo>
                    <a:pt x="0" y="3402"/>
                    <a:pt x="0" y="3834"/>
                    <a:pt x="308" y="4008"/>
                  </a:cubicBezTo>
                  <a:lnTo>
                    <a:pt x="5789" y="7142"/>
                  </a:lnTo>
                  <a:cubicBezTo>
                    <a:pt x="5856" y="7181"/>
                    <a:pt x="5933" y="7200"/>
                    <a:pt x="6010" y="7200"/>
                  </a:cubicBezTo>
                  <a:cubicBezTo>
                    <a:pt x="6087" y="7200"/>
                    <a:pt x="6164" y="7181"/>
                    <a:pt x="6231" y="7142"/>
                  </a:cubicBezTo>
                  <a:lnTo>
                    <a:pt x="11712" y="4008"/>
                  </a:lnTo>
                  <a:cubicBezTo>
                    <a:pt x="12010" y="3834"/>
                    <a:pt x="12020" y="3402"/>
                    <a:pt x="11712" y="3229"/>
                  </a:cubicBezTo>
                  <a:lnTo>
                    <a:pt x="11203" y="2931"/>
                  </a:lnTo>
                  <a:lnTo>
                    <a:pt x="6241" y="65"/>
                  </a:lnTo>
                  <a:cubicBezTo>
                    <a:pt x="6169" y="22"/>
                    <a:pt x="6089" y="0"/>
                    <a:pt x="6011"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4" name="Google Shape;12534;p65"/>
            <p:cNvSpPr/>
            <p:nvPr/>
          </p:nvSpPr>
          <p:spPr>
            <a:xfrm>
              <a:off x="891145" y="3466833"/>
              <a:ext cx="271177" cy="152300"/>
            </a:xfrm>
            <a:custGeom>
              <a:avLst/>
              <a:gdLst/>
              <a:ahLst/>
              <a:cxnLst/>
              <a:rect l="l" t="t" r="r" b="b"/>
              <a:pathLst>
                <a:path w="10377" h="5828" extrusionOk="0">
                  <a:moveTo>
                    <a:pt x="5193" y="1"/>
                  </a:moveTo>
                  <a:cubicBezTo>
                    <a:pt x="5114" y="1"/>
                    <a:pt x="5034" y="20"/>
                    <a:pt x="4962" y="58"/>
                  </a:cubicBezTo>
                  <a:lnTo>
                    <a:pt x="0" y="2924"/>
                  </a:lnTo>
                  <a:lnTo>
                    <a:pt x="4972" y="5770"/>
                  </a:lnTo>
                  <a:cubicBezTo>
                    <a:pt x="5039" y="5809"/>
                    <a:pt x="5116" y="5828"/>
                    <a:pt x="5193" y="5828"/>
                  </a:cubicBezTo>
                  <a:cubicBezTo>
                    <a:pt x="5270" y="5828"/>
                    <a:pt x="5347" y="5809"/>
                    <a:pt x="5414" y="5770"/>
                  </a:cubicBezTo>
                  <a:lnTo>
                    <a:pt x="10376" y="2924"/>
                  </a:lnTo>
                  <a:lnTo>
                    <a:pt x="5424" y="58"/>
                  </a:lnTo>
                  <a:cubicBezTo>
                    <a:pt x="5352" y="20"/>
                    <a:pt x="5272" y="1"/>
                    <a:pt x="5193" y="1"/>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5" name="Google Shape;12535;p65"/>
            <p:cNvSpPr/>
            <p:nvPr/>
          </p:nvSpPr>
          <p:spPr>
            <a:xfrm>
              <a:off x="869795" y="3407094"/>
              <a:ext cx="313877" cy="188180"/>
            </a:xfrm>
            <a:custGeom>
              <a:avLst/>
              <a:gdLst/>
              <a:ahLst/>
              <a:cxnLst/>
              <a:rect l="l" t="t" r="r" b="b"/>
              <a:pathLst>
                <a:path w="12011" h="7201" extrusionOk="0">
                  <a:moveTo>
                    <a:pt x="6010" y="0"/>
                  </a:moveTo>
                  <a:cubicBezTo>
                    <a:pt x="5931" y="0"/>
                    <a:pt x="5851" y="22"/>
                    <a:pt x="5779" y="65"/>
                  </a:cubicBezTo>
                  <a:lnTo>
                    <a:pt x="731" y="2979"/>
                  </a:lnTo>
                  <a:lnTo>
                    <a:pt x="308" y="3229"/>
                  </a:lnTo>
                  <a:cubicBezTo>
                    <a:pt x="0" y="3402"/>
                    <a:pt x="0" y="3835"/>
                    <a:pt x="308" y="4008"/>
                  </a:cubicBezTo>
                  <a:lnTo>
                    <a:pt x="5789" y="7143"/>
                  </a:lnTo>
                  <a:cubicBezTo>
                    <a:pt x="5856" y="7181"/>
                    <a:pt x="5933" y="7200"/>
                    <a:pt x="6010" y="7200"/>
                  </a:cubicBezTo>
                  <a:cubicBezTo>
                    <a:pt x="6087" y="7200"/>
                    <a:pt x="6164" y="7181"/>
                    <a:pt x="6231" y="7143"/>
                  </a:cubicBezTo>
                  <a:lnTo>
                    <a:pt x="11712" y="4008"/>
                  </a:lnTo>
                  <a:cubicBezTo>
                    <a:pt x="12010" y="3835"/>
                    <a:pt x="12010" y="3402"/>
                    <a:pt x="11712" y="3229"/>
                  </a:cubicBezTo>
                  <a:lnTo>
                    <a:pt x="10789" y="2690"/>
                  </a:lnTo>
                  <a:lnTo>
                    <a:pt x="6241" y="65"/>
                  </a:lnTo>
                  <a:cubicBezTo>
                    <a:pt x="6169" y="22"/>
                    <a:pt x="6089" y="0"/>
                    <a:pt x="6010"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6" name="Google Shape;12536;p65"/>
            <p:cNvSpPr/>
            <p:nvPr/>
          </p:nvSpPr>
          <p:spPr>
            <a:xfrm>
              <a:off x="888872" y="3407094"/>
              <a:ext cx="262893" cy="156690"/>
            </a:xfrm>
            <a:custGeom>
              <a:avLst/>
              <a:gdLst/>
              <a:ahLst/>
              <a:cxnLst/>
              <a:rect l="l" t="t" r="r" b="b"/>
              <a:pathLst>
                <a:path w="10060" h="5996" extrusionOk="0">
                  <a:moveTo>
                    <a:pt x="5279" y="0"/>
                  </a:moveTo>
                  <a:cubicBezTo>
                    <a:pt x="5201" y="0"/>
                    <a:pt x="5121" y="22"/>
                    <a:pt x="5049" y="65"/>
                  </a:cubicBezTo>
                  <a:lnTo>
                    <a:pt x="1" y="2979"/>
                  </a:lnTo>
                  <a:lnTo>
                    <a:pt x="5213" y="5960"/>
                  </a:lnTo>
                  <a:cubicBezTo>
                    <a:pt x="5261" y="5984"/>
                    <a:pt x="5314" y="5996"/>
                    <a:pt x="5367" y="5996"/>
                  </a:cubicBezTo>
                  <a:cubicBezTo>
                    <a:pt x="5419" y="5996"/>
                    <a:pt x="5472" y="5984"/>
                    <a:pt x="5520" y="5960"/>
                  </a:cubicBezTo>
                  <a:lnTo>
                    <a:pt x="6347" y="5479"/>
                  </a:lnTo>
                  <a:lnTo>
                    <a:pt x="9626" y="3614"/>
                  </a:lnTo>
                  <a:cubicBezTo>
                    <a:pt x="9896" y="3460"/>
                    <a:pt x="10059" y="3171"/>
                    <a:pt x="10059" y="2873"/>
                  </a:cubicBezTo>
                  <a:lnTo>
                    <a:pt x="10059" y="2690"/>
                  </a:lnTo>
                  <a:lnTo>
                    <a:pt x="5501" y="65"/>
                  </a:lnTo>
                  <a:cubicBezTo>
                    <a:pt x="5434" y="22"/>
                    <a:pt x="5357" y="0"/>
                    <a:pt x="5279"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7" name="Google Shape;12537;p65"/>
            <p:cNvSpPr/>
            <p:nvPr/>
          </p:nvSpPr>
          <p:spPr>
            <a:xfrm>
              <a:off x="866528" y="3348348"/>
              <a:ext cx="282963" cy="189304"/>
            </a:xfrm>
            <a:custGeom>
              <a:avLst/>
              <a:gdLst/>
              <a:ahLst/>
              <a:cxnLst/>
              <a:rect l="l" t="t" r="r" b="b"/>
              <a:pathLst>
                <a:path w="10828" h="7244" extrusionOk="0">
                  <a:moveTo>
                    <a:pt x="6135" y="1"/>
                  </a:moveTo>
                  <a:cubicBezTo>
                    <a:pt x="6082" y="1"/>
                    <a:pt x="6029" y="15"/>
                    <a:pt x="5981" y="44"/>
                  </a:cubicBezTo>
                  <a:lnTo>
                    <a:pt x="212" y="3371"/>
                  </a:lnTo>
                  <a:cubicBezTo>
                    <a:pt x="0" y="3486"/>
                    <a:pt x="0" y="3785"/>
                    <a:pt x="212" y="3910"/>
                  </a:cubicBezTo>
                  <a:lnTo>
                    <a:pt x="5981" y="7208"/>
                  </a:lnTo>
                  <a:cubicBezTo>
                    <a:pt x="6029" y="7232"/>
                    <a:pt x="6082" y="7244"/>
                    <a:pt x="6135" y="7244"/>
                  </a:cubicBezTo>
                  <a:cubicBezTo>
                    <a:pt x="6188" y="7244"/>
                    <a:pt x="6241" y="7232"/>
                    <a:pt x="6289" y="7208"/>
                  </a:cubicBezTo>
                  <a:lnTo>
                    <a:pt x="7116" y="6727"/>
                  </a:lnTo>
                  <a:lnTo>
                    <a:pt x="10828" y="4602"/>
                  </a:lnTo>
                  <a:lnTo>
                    <a:pt x="10828" y="2659"/>
                  </a:lnTo>
                  <a:lnTo>
                    <a:pt x="7039" y="477"/>
                  </a:lnTo>
                  <a:lnTo>
                    <a:pt x="6289" y="44"/>
                  </a:lnTo>
                  <a:cubicBezTo>
                    <a:pt x="6241" y="15"/>
                    <a:pt x="6188" y="1"/>
                    <a:pt x="6135"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38" name="Google Shape;12538;p65"/>
            <p:cNvSpPr/>
            <p:nvPr/>
          </p:nvSpPr>
          <p:spPr>
            <a:xfrm>
              <a:off x="1102975" y="3417835"/>
              <a:ext cx="46516" cy="50775"/>
            </a:xfrm>
            <a:custGeom>
              <a:avLst/>
              <a:gdLst/>
              <a:ahLst/>
              <a:cxnLst/>
              <a:rect l="l" t="t" r="r" b="b"/>
              <a:pathLst>
                <a:path w="1780" h="1943" extrusionOk="0">
                  <a:moveTo>
                    <a:pt x="1780" y="0"/>
                  </a:moveTo>
                  <a:lnTo>
                    <a:pt x="164" y="789"/>
                  </a:lnTo>
                  <a:cubicBezTo>
                    <a:pt x="1" y="866"/>
                    <a:pt x="1" y="1087"/>
                    <a:pt x="164" y="1174"/>
                  </a:cubicBezTo>
                  <a:lnTo>
                    <a:pt x="1780" y="1943"/>
                  </a:lnTo>
                  <a:lnTo>
                    <a:pt x="1780" y="0"/>
                  </a:ln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39" name="Google Shape;12539;p65"/>
          <p:cNvGrpSpPr/>
          <p:nvPr/>
        </p:nvGrpSpPr>
        <p:grpSpPr>
          <a:xfrm>
            <a:off x="1313143" y="3164423"/>
            <a:ext cx="310872" cy="366848"/>
            <a:chOff x="1316818" y="3348296"/>
            <a:chExt cx="310872" cy="366848"/>
          </a:xfrm>
        </p:grpSpPr>
        <p:sp>
          <p:nvSpPr>
            <p:cNvPr id="12540" name="Google Shape;12540;p65"/>
            <p:cNvSpPr/>
            <p:nvPr/>
          </p:nvSpPr>
          <p:spPr>
            <a:xfrm>
              <a:off x="1324631" y="3348296"/>
              <a:ext cx="58824" cy="187919"/>
            </a:xfrm>
            <a:custGeom>
              <a:avLst/>
              <a:gdLst/>
              <a:ahLst/>
              <a:cxnLst/>
              <a:rect l="l" t="t" r="r" b="b"/>
              <a:pathLst>
                <a:path w="2251" h="7191" extrusionOk="0">
                  <a:moveTo>
                    <a:pt x="1126" y="0"/>
                  </a:moveTo>
                  <a:cubicBezTo>
                    <a:pt x="1082" y="0"/>
                    <a:pt x="1039" y="22"/>
                    <a:pt x="1019" y="65"/>
                  </a:cubicBezTo>
                  <a:lnTo>
                    <a:pt x="635" y="786"/>
                  </a:lnTo>
                  <a:lnTo>
                    <a:pt x="115" y="1777"/>
                  </a:lnTo>
                  <a:cubicBezTo>
                    <a:pt x="38" y="1911"/>
                    <a:pt x="0" y="2065"/>
                    <a:pt x="0" y="2219"/>
                  </a:cubicBezTo>
                  <a:lnTo>
                    <a:pt x="0" y="6469"/>
                  </a:lnTo>
                  <a:cubicBezTo>
                    <a:pt x="0" y="6864"/>
                    <a:pt x="327" y="7191"/>
                    <a:pt x="721" y="7191"/>
                  </a:cubicBezTo>
                  <a:lnTo>
                    <a:pt x="1529" y="7191"/>
                  </a:lnTo>
                  <a:cubicBezTo>
                    <a:pt x="1933" y="7191"/>
                    <a:pt x="2250" y="6864"/>
                    <a:pt x="2250" y="6469"/>
                  </a:cubicBezTo>
                  <a:lnTo>
                    <a:pt x="2250" y="2219"/>
                  </a:lnTo>
                  <a:cubicBezTo>
                    <a:pt x="2250" y="2065"/>
                    <a:pt x="2212" y="1911"/>
                    <a:pt x="2144" y="1777"/>
                  </a:cubicBezTo>
                  <a:lnTo>
                    <a:pt x="1625" y="786"/>
                  </a:lnTo>
                  <a:lnTo>
                    <a:pt x="1240" y="65"/>
                  </a:lnTo>
                  <a:cubicBezTo>
                    <a:pt x="1216" y="22"/>
                    <a:pt x="1171" y="0"/>
                    <a:pt x="1126"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1" name="Google Shape;12541;p65"/>
            <p:cNvSpPr/>
            <p:nvPr/>
          </p:nvSpPr>
          <p:spPr>
            <a:xfrm>
              <a:off x="1341199" y="3348348"/>
              <a:ext cx="25923" cy="25479"/>
            </a:xfrm>
            <a:custGeom>
              <a:avLst/>
              <a:gdLst/>
              <a:ahLst/>
              <a:cxnLst/>
              <a:rect l="l" t="t" r="r" b="b"/>
              <a:pathLst>
                <a:path w="992" h="975" extrusionOk="0">
                  <a:moveTo>
                    <a:pt x="492" y="1"/>
                  </a:moveTo>
                  <a:cubicBezTo>
                    <a:pt x="448" y="1"/>
                    <a:pt x="405" y="25"/>
                    <a:pt x="385" y="73"/>
                  </a:cubicBezTo>
                  <a:lnTo>
                    <a:pt x="1" y="794"/>
                  </a:lnTo>
                  <a:cubicBezTo>
                    <a:pt x="140" y="914"/>
                    <a:pt x="316" y="974"/>
                    <a:pt x="492" y="974"/>
                  </a:cubicBezTo>
                  <a:cubicBezTo>
                    <a:pt x="669" y="974"/>
                    <a:pt x="847" y="914"/>
                    <a:pt x="991" y="794"/>
                  </a:cubicBezTo>
                  <a:lnTo>
                    <a:pt x="606" y="73"/>
                  </a:lnTo>
                  <a:cubicBezTo>
                    <a:pt x="582" y="25"/>
                    <a:pt x="537" y="1"/>
                    <a:pt x="492"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2" name="Google Shape;12542;p65"/>
            <p:cNvSpPr/>
            <p:nvPr/>
          </p:nvSpPr>
          <p:spPr>
            <a:xfrm>
              <a:off x="1324631" y="3400744"/>
              <a:ext cx="58824" cy="135471"/>
            </a:xfrm>
            <a:custGeom>
              <a:avLst/>
              <a:gdLst/>
              <a:ahLst/>
              <a:cxnLst/>
              <a:rect l="l" t="t" r="r" b="b"/>
              <a:pathLst>
                <a:path w="2251" h="5184" extrusionOk="0">
                  <a:moveTo>
                    <a:pt x="29" y="1"/>
                  </a:moveTo>
                  <a:cubicBezTo>
                    <a:pt x="10" y="68"/>
                    <a:pt x="0" y="145"/>
                    <a:pt x="0" y="212"/>
                  </a:cubicBezTo>
                  <a:lnTo>
                    <a:pt x="0" y="4462"/>
                  </a:lnTo>
                  <a:cubicBezTo>
                    <a:pt x="0" y="4857"/>
                    <a:pt x="327" y="5184"/>
                    <a:pt x="721" y="5184"/>
                  </a:cubicBezTo>
                  <a:lnTo>
                    <a:pt x="1529" y="5184"/>
                  </a:lnTo>
                  <a:cubicBezTo>
                    <a:pt x="1933" y="5184"/>
                    <a:pt x="2250" y="4857"/>
                    <a:pt x="2250" y="4462"/>
                  </a:cubicBezTo>
                  <a:lnTo>
                    <a:pt x="2250" y="212"/>
                  </a:lnTo>
                  <a:cubicBezTo>
                    <a:pt x="2250" y="145"/>
                    <a:pt x="2250" y="68"/>
                    <a:pt x="2231"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3" name="Google Shape;12543;p65"/>
            <p:cNvSpPr/>
            <p:nvPr/>
          </p:nvSpPr>
          <p:spPr>
            <a:xfrm>
              <a:off x="1354030" y="3400744"/>
              <a:ext cx="29425" cy="135471"/>
            </a:xfrm>
            <a:custGeom>
              <a:avLst/>
              <a:gdLst/>
              <a:ahLst/>
              <a:cxnLst/>
              <a:rect l="l" t="t" r="r" b="b"/>
              <a:pathLst>
                <a:path w="1126" h="5184" extrusionOk="0">
                  <a:moveTo>
                    <a:pt x="0" y="1"/>
                  </a:moveTo>
                  <a:lnTo>
                    <a:pt x="0" y="5184"/>
                  </a:lnTo>
                  <a:lnTo>
                    <a:pt x="404" y="5184"/>
                  </a:lnTo>
                  <a:cubicBezTo>
                    <a:pt x="808" y="5184"/>
                    <a:pt x="1125" y="4857"/>
                    <a:pt x="1125" y="4462"/>
                  </a:cubicBezTo>
                  <a:lnTo>
                    <a:pt x="1125" y="212"/>
                  </a:lnTo>
                  <a:cubicBezTo>
                    <a:pt x="1125" y="145"/>
                    <a:pt x="1125" y="68"/>
                    <a:pt x="1106"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4" name="Google Shape;12544;p65"/>
            <p:cNvSpPr/>
            <p:nvPr/>
          </p:nvSpPr>
          <p:spPr>
            <a:xfrm>
              <a:off x="1382671" y="3348296"/>
              <a:ext cx="59086" cy="187919"/>
            </a:xfrm>
            <a:custGeom>
              <a:avLst/>
              <a:gdLst/>
              <a:ahLst/>
              <a:cxnLst/>
              <a:rect l="l" t="t" r="r" b="b"/>
              <a:pathLst>
                <a:path w="2261" h="7191" extrusionOk="0">
                  <a:moveTo>
                    <a:pt x="1127" y="0"/>
                  </a:moveTo>
                  <a:cubicBezTo>
                    <a:pt x="1082" y="0"/>
                    <a:pt x="1039" y="22"/>
                    <a:pt x="1020" y="65"/>
                  </a:cubicBezTo>
                  <a:lnTo>
                    <a:pt x="635" y="786"/>
                  </a:lnTo>
                  <a:lnTo>
                    <a:pt x="116" y="1777"/>
                  </a:lnTo>
                  <a:cubicBezTo>
                    <a:pt x="39" y="1911"/>
                    <a:pt x="0" y="2065"/>
                    <a:pt x="0" y="2219"/>
                  </a:cubicBezTo>
                  <a:lnTo>
                    <a:pt x="0" y="6469"/>
                  </a:lnTo>
                  <a:cubicBezTo>
                    <a:pt x="0" y="6864"/>
                    <a:pt x="327" y="7191"/>
                    <a:pt x="722" y="7191"/>
                  </a:cubicBezTo>
                  <a:lnTo>
                    <a:pt x="1539" y="7191"/>
                  </a:lnTo>
                  <a:cubicBezTo>
                    <a:pt x="1933" y="7191"/>
                    <a:pt x="2260" y="6864"/>
                    <a:pt x="2260" y="6469"/>
                  </a:cubicBezTo>
                  <a:lnTo>
                    <a:pt x="2260" y="2219"/>
                  </a:lnTo>
                  <a:cubicBezTo>
                    <a:pt x="2260" y="2065"/>
                    <a:pt x="2222" y="1911"/>
                    <a:pt x="2145" y="1777"/>
                  </a:cubicBezTo>
                  <a:lnTo>
                    <a:pt x="1625" y="786"/>
                  </a:lnTo>
                  <a:lnTo>
                    <a:pt x="1241" y="65"/>
                  </a:lnTo>
                  <a:cubicBezTo>
                    <a:pt x="1217" y="22"/>
                    <a:pt x="1171" y="0"/>
                    <a:pt x="1127"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5" name="Google Shape;12545;p65"/>
            <p:cNvSpPr/>
            <p:nvPr/>
          </p:nvSpPr>
          <p:spPr>
            <a:xfrm>
              <a:off x="1399240" y="3348348"/>
              <a:ext cx="25923" cy="25479"/>
            </a:xfrm>
            <a:custGeom>
              <a:avLst/>
              <a:gdLst/>
              <a:ahLst/>
              <a:cxnLst/>
              <a:rect l="l" t="t" r="r" b="b"/>
              <a:pathLst>
                <a:path w="992" h="975" extrusionOk="0">
                  <a:moveTo>
                    <a:pt x="493" y="1"/>
                  </a:moveTo>
                  <a:cubicBezTo>
                    <a:pt x="448" y="1"/>
                    <a:pt x="405" y="25"/>
                    <a:pt x="386" y="73"/>
                  </a:cubicBezTo>
                  <a:lnTo>
                    <a:pt x="1" y="794"/>
                  </a:lnTo>
                  <a:cubicBezTo>
                    <a:pt x="145" y="914"/>
                    <a:pt x="321" y="974"/>
                    <a:pt x="496" y="974"/>
                  </a:cubicBezTo>
                  <a:cubicBezTo>
                    <a:pt x="672" y="974"/>
                    <a:pt x="847" y="914"/>
                    <a:pt x="991" y="794"/>
                  </a:cubicBezTo>
                  <a:lnTo>
                    <a:pt x="607" y="73"/>
                  </a:lnTo>
                  <a:cubicBezTo>
                    <a:pt x="583" y="25"/>
                    <a:pt x="537" y="1"/>
                    <a:pt x="493"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6" name="Google Shape;12546;p65"/>
            <p:cNvSpPr/>
            <p:nvPr/>
          </p:nvSpPr>
          <p:spPr>
            <a:xfrm>
              <a:off x="1382671" y="3400744"/>
              <a:ext cx="59086" cy="135471"/>
            </a:xfrm>
            <a:custGeom>
              <a:avLst/>
              <a:gdLst/>
              <a:ahLst/>
              <a:cxnLst/>
              <a:rect l="l" t="t" r="r" b="b"/>
              <a:pathLst>
                <a:path w="2261" h="5184" extrusionOk="0">
                  <a:moveTo>
                    <a:pt x="29" y="1"/>
                  </a:moveTo>
                  <a:cubicBezTo>
                    <a:pt x="10" y="68"/>
                    <a:pt x="0" y="145"/>
                    <a:pt x="0" y="212"/>
                  </a:cubicBezTo>
                  <a:lnTo>
                    <a:pt x="0" y="4462"/>
                  </a:lnTo>
                  <a:cubicBezTo>
                    <a:pt x="0" y="4857"/>
                    <a:pt x="327" y="5184"/>
                    <a:pt x="722" y="5184"/>
                  </a:cubicBezTo>
                  <a:lnTo>
                    <a:pt x="1539" y="5184"/>
                  </a:lnTo>
                  <a:cubicBezTo>
                    <a:pt x="1933" y="5184"/>
                    <a:pt x="2260" y="4857"/>
                    <a:pt x="2260" y="4462"/>
                  </a:cubicBezTo>
                  <a:lnTo>
                    <a:pt x="2260" y="212"/>
                  </a:lnTo>
                  <a:cubicBezTo>
                    <a:pt x="2260" y="145"/>
                    <a:pt x="2250" y="68"/>
                    <a:pt x="2231"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7" name="Google Shape;12547;p65"/>
            <p:cNvSpPr/>
            <p:nvPr/>
          </p:nvSpPr>
          <p:spPr>
            <a:xfrm>
              <a:off x="1412332" y="3400744"/>
              <a:ext cx="29425" cy="135471"/>
            </a:xfrm>
            <a:custGeom>
              <a:avLst/>
              <a:gdLst/>
              <a:ahLst/>
              <a:cxnLst/>
              <a:rect l="l" t="t" r="r" b="b"/>
              <a:pathLst>
                <a:path w="1126" h="5184" extrusionOk="0">
                  <a:moveTo>
                    <a:pt x="0" y="1"/>
                  </a:moveTo>
                  <a:lnTo>
                    <a:pt x="0" y="5184"/>
                  </a:lnTo>
                  <a:lnTo>
                    <a:pt x="404" y="5184"/>
                  </a:lnTo>
                  <a:cubicBezTo>
                    <a:pt x="798" y="5184"/>
                    <a:pt x="1125" y="4857"/>
                    <a:pt x="1125" y="4462"/>
                  </a:cubicBezTo>
                  <a:lnTo>
                    <a:pt x="1125" y="212"/>
                  </a:lnTo>
                  <a:cubicBezTo>
                    <a:pt x="1125" y="145"/>
                    <a:pt x="1115" y="68"/>
                    <a:pt x="1096"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8" name="Google Shape;12548;p65"/>
            <p:cNvSpPr/>
            <p:nvPr/>
          </p:nvSpPr>
          <p:spPr>
            <a:xfrm>
              <a:off x="1441208" y="3348296"/>
              <a:ext cx="59086" cy="187919"/>
            </a:xfrm>
            <a:custGeom>
              <a:avLst/>
              <a:gdLst/>
              <a:ahLst/>
              <a:cxnLst/>
              <a:rect l="l" t="t" r="r" b="b"/>
              <a:pathLst>
                <a:path w="2261" h="7191" extrusionOk="0">
                  <a:moveTo>
                    <a:pt x="1127" y="0"/>
                  </a:moveTo>
                  <a:cubicBezTo>
                    <a:pt x="1083" y="0"/>
                    <a:pt x="1039" y="22"/>
                    <a:pt x="1020" y="65"/>
                  </a:cubicBezTo>
                  <a:lnTo>
                    <a:pt x="636" y="786"/>
                  </a:lnTo>
                  <a:lnTo>
                    <a:pt x="116" y="1777"/>
                  </a:lnTo>
                  <a:cubicBezTo>
                    <a:pt x="39" y="1911"/>
                    <a:pt x="1" y="2065"/>
                    <a:pt x="10" y="2219"/>
                  </a:cubicBezTo>
                  <a:lnTo>
                    <a:pt x="10" y="6469"/>
                  </a:lnTo>
                  <a:cubicBezTo>
                    <a:pt x="10" y="6864"/>
                    <a:pt x="328" y="7191"/>
                    <a:pt x="732" y="7191"/>
                  </a:cubicBezTo>
                  <a:lnTo>
                    <a:pt x="1530" y="7191"/>
                  </a:lnTo>
                  <a:cubicBezTo>
                    <a:pt x="1924" y="7191"/>
                    <a:pt x="2251" y="6864"/>
                    <a:pt x="2251" y="6469"/>
                  </a:cubicBezTo>
                  <a:lnTo>
                    <a:pt x="2251" y="2219"/>
                  </a:lnTo>
                  <a:lnTo>
                    <a:pt x="2261" y="2219"/>
                  </a:lnTo>
                  <a:cubicBezTo>
                    <a:pt x="2261" y="2065"/>
                    <a:pt x="2222" y="1911"/>
                    <a:pt x="2145" y="1777"/>
                  </a:cubicBezTo>
                  <a:lnTo>
                    <a:pt x="1626" y="786"/>
                  </a:lnTo>
                  <a:lnTo>
                    <a:pt x="1241" y="65"/>
                  </a:lnTo>
                  <a:cubicBezTo>
                    <a:pt x="1217" y="22"/>
                    <a:pt x="1172" y="0"/>
                    <a:pt x="1127"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49" name="Google Shape;12549;p65"/>
            <p:cNvSpPr/>
            <p:nvPr/>
          </p:nvSpPr>
          <p:spPr>
            <a:xfrm>
              <a:off x="1457802" y="3348348"/>
              <a:ext cx="25662" cy="25479"/>
            </a:xfrm>
            <a:custGeom>
              <a:avLst/>
              <a:gdLst/>
              <a:ahLst/>
              <a:cxnLst/>
              <a:rect l="l" t="t" r="r" b="b"/>
              <a:pathLst>
                <a:path w="982" h="975" extrusionOk="0">
                  <a:moveTo>
                    <a:pt x="491" y="1"/>
                  </a:moveTo>
                  <a:cubicBezTo>
                    <a:pt x="448" y="1"/>
                    <a:pt x="404" y="25"/>
                    <a:pt x="385" y="73"/>
                  </a:cubicBezTo>
                  <a:lnTo>
                    <a:pt x="1" y="794"/>
                  </a:lnTo>
                  <a:cubicBezTo>
                    <a:pt x="140" y="914"/>
                    <a:pt x="315" y="974"/>
                    <a:pt x="491" y="974"/>
                  </a:cubicBezTo>
                  <a:cubicBezTo>
                    <a:pt x="666" y="974"/>
                    <a:pt x="842" y="914"/>
                    <a:pt x="981" y="794"/>
                  </a:cubicBezTo>
                  <a:lnTo>
                    <a:pt x="597" y="73"/>
                  </a:lnTo>
                  <a:cubicBezTo>
                    <a:pt x="577" y="25"/>
                    <a:pt x="534" y="1"/>
                    <a:pt x="491"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0" name="Google Shape;12550;p65"/>
            <p:cNvSpPr/>
            <p:nvPr/>
          </p:nvSpPr>
          <p:spPr>
            <a:xfrm>
              <a:off x="1441470" y="3400744"/>
              <a:ext cx="58589" cy="135471"/>
            </a:xfrm>
            <a:custGeom>
              <a:avLst/>
              <a:gdLst/>
              <a:ahLst/>
              <a:cxnLst/>
              <a:rect l="l" t="t" r="r" b="b"/>
              <a:pathLst>
                <a:path w="2242" h="5184" extrusionOk="0">
                  <a:moveTo>
                    <a:pt x="20" y="1"/>
                  </a:moveTo>
                  <a:cubicBezTo>
                    <a:pt x="0" y="68"/>
                    <a:pt x="0" y="145"/>
                    <a:pt x="0" y="212"/>
                  </a:cubicBezTo>
                  <a:lnTo>
                    <a:pt x="0" y="4462"/>
                  </a:lnTo>
                  <a:cubicBezTo>
                    <a:pt x="0" y="4857"/>
                    <a:pt x="318" y="5184"/>
                    <a:pt x="722" y="5184"/>
                  </a:cubicBezTo>
                  <a:lnTo>
                    <a:pt x="1520" y="5184"/>
                  </a:lnTo>
                  <a:cubicBezTo>
                    <a:pt x="1914" y="5184"/>
                    <a:pt x="2241" y="4857"/>
                    <a:pt x="2241" y="4462"/>
                  </a:cubicBezTo>
                  <a:lnTo>
                    <a:pt x="2241" y="212"/>
                  </a:lnTo>
                  <a:cubicBezTo>
                    <a:pt x="2241" y="145"/>
                    <a:pt x="2241" y="68"/>
                    <a:pt x="2222" y="1"/>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1" name="Google Shape;12551;p65"/>
            <p:cNvSpPr/>
            <p:nvPr/>
          </p:nvSpPr>
          <p:spPr>
            <a:xfrm>
              <a:off x="1470607" y="3400744"/>
              <a:ext cx="29451" cy="135471"/>
            </a:xfrm>
            <a:custGeom>
              <a:avLst/>
              <a:gdLst/>
              <a:ahLst/>
              <a:cxnLst/>
              <a:rect l="l" t="t" r="r" b="b"/>
              <a:pathLst>
                <a:path w="1127" h="5184" extrusionOk="0">
                  <a:moveTo>
                    <a:pt x="1" y="1"/>
                  </a:moveTo>
                  <a:lnTo>
                    <a:pt x="1" y="5184"/>
                  </a:lnTo>
                  <a:lnTo>
                    <a:pt x="405" y="5184"/>
                  </a:lnTo>
                  <a:cubicBezTo>
                    <a:pt x="799" y="5184"/>
                    <a:pt x="1126" y="4857"/>
                    <a:pt x="1126" y="4462"/>
                  </a:cubicBezTo>
                  <a:lnTo>
                    <a:pt x="1126" y="212"/>
                  </a:lnTo>
                  <a:cubicBezTo>
                    <a:pt x="1126" y="145"/>
                    <a:pt x="1116" y="68"/>
                    <a:pt x="1107"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2" name="Google Shape;12552;p65"/>
            <p:cNvSpPr/>
            <p:nvPr/>
          </p:nvSpPr>
          <p:spPr>
            <a:xfrm>
              <a:off x="1499771" y="3348296"/>
              <a:ext cx="58824" cy="187919"/>
            </a:xfrm>
            <a:custGeom>
              <a:avLst/>
              <a:gdLst/>
              <a:ahLst/>
              <a:cxnLst/>
              <a:rect l="l" t="t" r="r" b="b"/>
              <a:pathLst>
                <a:path w="2251" h="7191" extrusionOk="0">
                  <a:moveTo>
                    <a:pt x="1124" y="0"/>
                  </a:moveTo>
                  <a:cubicBezTo>
                    <a:pt x="1080" y="0"/>
                    <a:pt x="1034" y="22"/>
                    <a:pt x="1010" y="65"/>
                  </a:cubicBezTo>
                  <a:lnTo>
                    <a:pt x="635" y="786"/>
                  </a:lnTo>
                  <a:lnTo>
                    <a:pt x="106" y="1777"/>
                  </a:lnTo>
                  <a:cubicBezTo>
                    <a:pt x="39" y="1911"/>
                    <a:pt x="0" y="2065"/>
                    <a:pt x="0" y="2219"/>
                  </a:cubicBezTo>
                  <a:lnTo>
                    <a:pt x="0" y="6469"/>
                  </a:lnTo>
                  <a:cubicBezTo>
                    <a:pt x="0" y="6864"/>
                    <a:pt x="318" y="7191"/>
                    <a:pt x="722" y="7191"/>
                  </a:cubicBezTo>
                  <a:lnTo>
                    <a:pt x="1529" y="7191"/>
                  </a:lnTo>
                  <a:cubicBezTo>
                    <a:pt x="1924" y="7191"/>
                    <a:pt x="2251" y="6864"/>
                    <a:pt x="2251" y="6469"/>
                  </a:cubicBezTo>
                  <a:lnTo>
                    <a:pt x="2251" y="2219"/>
                  </a:lnTo>
                  <a:cubicBezTo>
                    <a:pt x="2251" y="2065"/>
                    <a:pt x="2212" y="1911"/>
                    <a:pt x="2135" y="1777"/>
                  </a:cubicBezTo>
                  <a:lnTo>
                    <a:pt x="1616" y="786"/>
                  </a:lnTo>
                  <a:lnTo>
                    <a:pt x="1231" y="65"/>
                  </a:lnTo>
                  <a:cubicBezTo>
                    <a:pt x="1212" y="22"/>
                    <a:pt x="1169" y="0"/>
                    <a:pt x="1124"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3" name="Google Shape;12553;p65"/>
            <p:cNvSpPr/>
            <p:nvPr/>
          </p:nvSpPr>
          <p:spPr>
            <a:xfrm>
              <a:off x="1516104" y="3348348"/>
              <a:ext cx="25897" cy="25479"/>
            </a:xfrm>
            <a:custGeom>
              <a:avLst/>
              <a:gdLst/>
              <a:ahLst/>
              <a:cxnLst/>
              <a:rect l="l" t="t" r="r" b="b"/>
              <a:pathLst>
                <a:path w="991" h="975" extrusionOk="0">
                  <a:moveTo>
                    <a:pt x="492" y="1"/>
                  </a:moveTo>
                  <a:cubicBezTo>
                    <a:pt x="448" y="1"/>
                    <a:pt x="404" y="25"/>
                    <a:pt x="385" y="73"/>
                  </a:cubicBezTo>
                  <a:lnTo>
                    <a:pt x="0" y="794"/>
                  </a:lnTo>
                  <a:cubicBezTo>
                    <a:pt x="140" y="914"/>
                    <a:pt x="315" y="974"/>
                    <a:pt x="492" y="974"/>
                  </a:cubicBezTo>
                  <a:cubicBezTo>
                    <a:pt x="669" y="974"/>
                    <a:pt x="847" y="914"/>
                    <a:pt x="991" y="794"/>
                  </a:cubicBezTo>
                  <a:lnTo>
                    <a:pt x="606" y="73"/>
                  </a:lnTo>
                  <a:cubicBezTo>
                    <a:pt x="582" y="25"/>
                    <a:pt x="537" y="1"/>
                    <a:pt x="492"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4" name="Google Shape;12554;p65"/>
            <p:cNvSpPr/>
            <p:nvPr/>
          </p:nvSpPr>
          <p:spPr>
            <a:xfrm>
              <a:off x="1499771" y="3400744"/>
              <a:ext cx="58824" cy="135471"/>
            </a:xfrm>
            <a:custGeom>
              <a:avLst/>
              <a:gdLst/>
              <a:ahLst/>
              <a:cxnLst/>
              <a:rect l="l" t="t" r="r" b="b"/>
              <a:pathLst>
                <a:path w="2251" h="5184" extrusionOk="0">
                  <a:moveTo>
                    <a:pt x="29" y="1"/>
                  </a:moveTo>
                  <a:cubicBezTo>
                    <a:pt x="10" y="68"/>
                    <a:pt x="0" y="145"/>
                    <a:pt x="0" y="212"/>
                  </a:cubicBezTo>
                  <a:lnTo>
                    <a:pt x="0" y="4462"/>
                  </a:lnTo>
                  <a:cubicBezTo>
                    <a:pt x="0" y="4857"/>
                    <a:pt x="318" y="5184"/>
                    <a:pt x="722" y="5184"/>
                  </a:cubicBezTo>
                  <a:lnTo>
                    <a:pt x="1529" y="5184"/>
                  </a:lnTo>
                  <a:cubicBezTo>
                    <a:pt x="1924" y="5184"/>
                    <a:pt x="2251" y="4857"/>
                    <a:pt x="2251" y="4462"/>
                  </a:cubicBezTo>
                  <a:lnTo>
                    <a:pt x="2251" y="212"/>
                  </a:lnTo>
                  <a:cubicBezTo>
                    <a:pt x="2251" y="145"/>
                    <a:pt x="2241" y="68"/>
                    <a:pt x="2231"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5" name="Google Shape;12555;p65"/>
            <p:cNvSpPr/>
            <p:nvPr/>
          </p:nvSpPr>
          <p:spPr>
            <a:xfrm>
              <a:off x="1529432" y="3400744"/>
              <a:ext cx="29164" cy="135471"/>
            </a:xfrm>
            <a:custGeom>
              <a:avLst/>
              <a:gdLst/>
              <a:ahLst/>
              <a:cxnLst/>
              <a:rect l="l" t="t" r="r" b="b"/>
              <a:pathLst>
                <a:path w="1116" h="5184" extrusionOk="0">
                  <a:moveTo>
                    <a:pt x="0" y="1"/>
                  </a:moveTo>
                  <a:lnTo>
                    <a:pt x="0" y="5184"/>
                  </a:lnTo>
                  <a:lnTo>
                    <a:pt x="394" y="5184"/>
                  </a:lnTo>
                  <a:cubicBezTo>
                    <a:pt x="789" y="5184"/>
                    <a:pt x="1116" y="4857"/>
                    <a:pt x="1116" y="4462"/>
                  </a:cubicBezTo>
                  <a:lnTo>
                    <a:pt x="1116" y="212"/>
                  </a:lnTo>
                  <a:cubicBezTo>
                    <a:pt x="1116" y="145"/>
                    <a:pt x="1116" y="68"/>
                    <a:pt x="1096"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6" name="Google Shape;12556;p65"/>
            <p:cNvSpPr/>
            <p:nvPr/>
          </p:nvSpPr>
          <p:spPr>
            <a:xfrm>
              <a:off x="1558569" y="3348296"/>
              <a:ext cx="58824" cy="187919"/>
            </a:xfrm>
            <a:custGeom>
              <a:avLst/>
              <a:gdLst/>
              <a:ahLst/>
              <a:cxnLst/>
              <a:rect l="l" t="t" r="r" b="b"/>
              <a:pathLst>
                <a:path w="2251" h="7191" extrusionOk="0">
                  <a:moveTo>
                    <a:pt x="1126" y="0"/>
                  </a:moveTo>
                  <a:cubicBezTo>
                    <a:pt x="1082" y="0"/>
                    <a:pt x="1039" y="22"/>
                    <a:pt x="1020" y="65"/>
                  </a:cubicBezTo>
                  <a:lnTo>
                    <a:pt x="635" y="786"/>
                  </a:lnTo>
                  <a:lnTo>
                    <a:pt x="116" y="1777"/>
                  </a:lnTo>
                  <a:cubicBezTo>
                    <a:pt x="39" y="1911"/>
                    <a:pt x="1" y="2065"/>
                    <a:pt x="1" y="2219"/>
                  </a:cubicBezTo>
                  <a:lnTo>
                    <a:pt x="1" y="6469"/>
                  </a:lnTo>
                  <a:cubicBezTo>
                    <a:pt x="1" y="6864"/>
                    <a:pt x="327" y="7191"/>
                    <a:pt x="722" y="7191"/>
                  </a:cubicBezTo>
                  <a:lnTo>
                    <a:pt x="1530" y="7191"/>
                  </a:lnTo>
                  <a:cubicBezTo>
                    <a:pt x="1933" y="7191"/>
                    <a:pt x="2251" y="6864"/>
                    <a:pt x="2251" y="6469"/>
                  </a:cubicBezTo>
                  <a:lnTo>
                    <a:pt x="2251" y="2219"/>
                  </a:lnTo>
                  <a:cubicBezTo>
                    <a:pt x="2251" y="2065"/>
                    <a:pt x="2212" y="1911"/>
                    <a:pt x="2145" y="1777"/>
                  </a:cubicBezTo>
                  <a:lnTo>
                    <a:pt x="1616" y="786"/>
                  </a:lnTo>
                  <a:lnTo>
                    <a:pt x="1231" y="65"/>
                  </a:lnTo>
                  <a:cubicBezTo>
                    <a:pt x="1212" y="22"/>
                    <a:pt x="1169" y="0"/>
                    <a:pt x="1126"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7" name="Google Shape;12557;p65"/>
            <p:cNvSpPr/>
            <p:nvPr/>
          </p:nvSpPr>
          <p:spPr>
            <a:xfrm>
              <a:off x="1575163" y="3348348"/>
              <a:ext cx="25662" cy="25479"/>
            </a:xfrm>
            <a:custGeom>
              <a:avLst/>
              <a:gdLst/>
              <a:ahLst/>
              <a:cxnLst/>
              <a:rect l="l" t="t" r="r" b="b"/>
              <a:pathLst>
                <a:path w="982" h="975" extrusionOk="0">
                  <a:moveTo>
                    <a:pt x="492" y="1"/>
                  </a:moveTo>
                  <a:cubicBezTo>
                    <a:pt x="447" y="1"/>
                    <a:pt x="404" y="25"/>
                    <a:pt x="385" y="73"/>
                  </a:cubicBezTo>
                  <a:lnTo>
                    <a:pt x="0" y="794"/>
                  </a:lnTo>
                  <a:cubicBezTo>
                    <a:pt x="140" y="914"/>
                    <a:pt x="315" y="974"/>
                    <a:pt x="491" y="974"/>
                  </a:cubicBezTo>
                  <a:cubicBezTo>
                    <a:pt x="666" y="974"/>
                    <a:pt x="842" y="914"/>
                    <a:pt x="981" y="794"/>
                  </a:cubicBezTo>
                  <a:lnTo>
                    <a:pt x="606" y="73"/>
                  </a:lnTo>
                  <a:cubicBezTo>
                    <a:pt x="582" y="25"/>
                    <a:pt x="536" y="1"/>
                    <a:pt x="492"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8" name="Google Shape;12558;p65"/>
            <p:cNvSpPr/>
            <p:nvPr/>
          </p:nvSpPr>
          <p:spPr>
            <a:xfrm>
              <a:off x="1558569" y="3400744"/>
              <a:ext cx="58824" cy="135471"/>
            </a:xfrm>
            <a:custGeom>
              <a:avLst/>
              <a:gdLst/>
              <a:ahLst/>
              <a:cxnLst/>
              <a:rect l="l" t="t" r="r" b="b"/>
              <a:pathLst>
                <a:path w="2251" h="5184" extrusionOk="0">
                  <a:moveTo>
                    <a:pt x="29" y="1"/>
                  </a:moveTo>
                  <a:cubicBezTo>
                    <a:pt x="10" y="68"/>
                    <a:pt x="1" y="145"/>
                    <a:pt x="1" y="212"/>
                  </a:cubicBezTo>
                  <a:lnTo>
                    <a:pt x="1" y="4462"/>
                  </a:lnTo>
                  <a:cubicBezTo>
                    <a:pt x="1" y="4857"/>
                    <a:pt x="327" y="5184"/>
                    <a:pt x="722" y="5184"/>
                  </a:cubicBezTo>
                  <a:lnTo>
                    <a:pt x="1530" y="5184"/>
                  </a:lnTo>
                  <a:cubicBezTo>
                    <a:pt x="1933" y="5184"/>
                    <a:pt x="2251" y="4857"/>
                    <a:pt x="2251" y="4462"/>
                  </a:cubicBezTo>
                  <a:lnTo>
                    <a:pt x="2251" y="212"/>
                  </a:lnTo>
                  <a:cubicBezTo>
                    <a:pt x="2251" y="145"/>
                    <a:pt x="2241" y="68"/>
                    <a:pt x="2231"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9" name="Google Shape;12559;p65"/>
            <p:cNvSpPr/>
            <p:nvPr/>
          </p:nvSpPr>
          <p:spPr>
            <a:xfrm>
              <a:off x="1587968" y="3400744"/>
              <a:ext cx="29425" cy="135471"/>
            </a:xfrm>
            <a:custGeom>
              <a:avLst/>
              <a:gdLst/>
              <a:ahLst/>
              <a:cxnLst/>
              <a:rect l="l" t="t" r="r" b="b"/>
              <a:pathLst>
                <a:path w="1126" h="5184" extrusionOk="0">
                  <a:moveTo>
                    <a:pt x="1" y="1"/>
                  </a:moveTo>
                  <a:lnTo>
                    <a:pt x="1" y="5184"/>
                  </a:lnTo>
                  <a:lnTo>
                    <a:pt x="405" y="5184"/>
                  </a:lnTo>
                  <a:cubicBezTo>
                    <a:pt x="808" y="5184"/>
                    <a:pt x="1126" y="4857"/>
                    <a:pt x="1126" y="4462"/>
                  </a:cubicBezTo>
                  <a:lnTo>
                    <a:pt x="1126" y="212"/>
                  </a:lnTo>
                  <a:cubicBezTo>
                    <a:pt x="1126" y="145"/>
                    <a:pt x="1116" y="68"/>
                    <a:pt x="1106"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0" name="Google Shape;12560;p65"/>
            <p:cNvSpPr/>
            <p:nvPr/>
          </p:nvSpPr>
          <p:spPr>
            <a:xfrm>
              <a:off x="1316818" y="3475117"/>
              <a:ext cx="310872" cy="240027"/>
            </a:xfrm>
            <a:custGeom>
              <a:avLst/>
              <a:gdLst/>
              <a:ahLst/>
              <a:cxnLst/>
              <a:rect l="l" t="t" r="r" b="b"/>
              <a:pathLst>
                <a:path w="11896" h="9185" extrusionOk="0">
                  <a:moveTo>
                    <a:pt x="328" y="1"/>
                  </a:moveTo>
                  <a:cubicBezTo>
                    <a:pt x="145" y="1"/>
                    <a:pt x="1" y="145"/>
                    <a:pt x="1" y="338"/>
                  </a:cubicBezTo>
                  <a:lnTo>
                    <a:pt x="1" y="8223"/>
                  </a:lnTo>
                  <a:cubicBezTo>
                    <a:pt x="10" y="8755"/>
                    <a:pt x="453" y="9184"/>
                    <a:pt x="993" y="9184"/>
                  </a:cubicBezTo>
                  <a:cubicBezTo>
                    <a:pt x="999" y="9184"/>
                    <a:pt x="1005" y="9184"/>
                    <a:pt x="1011" y="9184"/>
                  </a:cubicBezTo>
                  <a:lnTo>
                    <a:pt x="10877" y="9184"/>
                  </a:lnTo>
                  <a:cubicBezTo>
                    <a:pt x="10883" y="9184"/>
                    <a:pt x="10889" y="9184"/>
                    <a:pt x="10895" y="9184"/>
                  </a:cubicBezTo>
                  <a:cubicBezTo>
                    <a:pt x="11435" y="9184"/>
                    <a:pt x="11886" y="8755"/>
                    <a:pt x="11896" y="8223"/>
                  </a:cubicBezTo>
                  <a:lnTo>
                    <a:pt x="11896" y="8050"/>
                  </a:lnTo>
                  <a:lnTo>
                    <a:pt x="11896" y="309"/>
                  </a:lnTo>
                  <a:cubicBezTo>
                    <a:pt x="11886" y="136"/>
                    <a:pt x="11742" y="1"/>
                    <a:pt x="11559" y="1"/>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1" name="Google Shape;12561;p65"/>
            <p:cNvSpPr/>
            <p:nvPr/>
          </p:nvSpPr>
          <p:spPr>
            <a:xfrm>
              <a:off x="1347994" y="3474882"/>
              <a:ext cx="279696" cy="210367"/>
            </a:xfrm>
            <a:custGeom>
              <a:avLst/>
              <a:gdLst/>
              <a:ahLst/>
              <a:cxnLst/>
              <a:rect l="l" t="t" r="r" b="b"/>
              <a:pathLst>
                <a:path w="10703" h="8050" extrusionOk="0">
                  <a:moveTo>
                    <a:pt x="0" y="0"/>
                  </a:moveTo>
                  <a:lnTo>
                    <a:pt x="0" y="7087"/>
                  </a:lnTo>
                  <a:cubicBezTo>
                    <a:pt x="10" y="7624"/>
                    <a:pt x="452" y="8050"/>
                    <a:pt x="984" y="8050"/>
                  </a:cubicBezTo>
                  <a:cubicBezTo>
                    <a:pt x="996" y="8050"/>
                    <a:pt x="1008" y="8049"/>
                    <a:pt x="1020" y="8049"/>
                  </a:cubicBezTo>
                  <a:lnTo>
                    <a:pt x="10703" y="8049"/>
                  </a:lnTo>
                  <a:lnTo>
                    <a:pt x="10703" y="337"/>
                  </a:lnTo>
                  <a:cubicBezTo>
                    <a:pt x="10703" y="337"/>
                    <a:pt x="10703" y="327"/>
                    <a:pt x="10703" y="308"/>
                  </a:cubicBezTo>
                  <a:cubicBezTo>
                    <a:pt x="10693" y="135"/>
                    <a:pt x="10549" y="0"/>
                    <a:pt x="10366"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2" name="Google Shape;12562;p65"/>
            <p:cNvSpPr/>
            <p:nvPr/>
          </p:nvSpPr>
          <p:spPr>
            <a:xfrm>
              <a:off x="1316818" y="3581921"/>
              <a:ext cx="310872" cy="41002"/>
            </a:xfrm>
            <a:custGeom>
              <a:avLst/>
              <a:gdLst/>
              <a:ahLst/>
              <a:cxnLst/>
              <a:rect l="l" t="t" r="r" b="b"/>
              <a:pathLst>
                <a:path w="11896" h="1569" extrusionOk="0">
                  <a:moveTo>
                    <a:pt x="1" y="1"/>
                  </a:moveTo>
                  <a:lnTo>
                    <a:pt x="1" y="1568"/>
                  </a:lnTo>
                  <a:lnTo>
                    <a:pt x="11896" y="1568"/>
                  </a:lnTo>
                  <a:lnTo>
                    <a:pt x="11896" y="1"/>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3" name="Google Shape;12563;p65"/>
            <p:cNvSpPr/>
            <p:nvPr/>
          </p:nvSpPr>
          <p:spPr>
            <a:xfrm>
              <a:off x="1316818" y="3581921"/>
              <a:ext cx="31202" cy="41002"/>
            </a:xfrm>
            <a:custGeom>
              <a:avLst/>
              <a:gdLst/>
              <a:ahLst/>
              <a:cxnLst/>
              <a:rect l="l" t="t" r="r" b="b"/>
              <a:pathLst>
                <a:path w="1194" h="1569" extrusionOk="0">
                  <a:moveTo>
                    <a:pt x="1" y="1"/>
                  </a:moveTo>
                  <a:lnTo>
                    <a:pt x="1" y="1568"/>
                  </a:lnTo>
                  <a:lnTo>
                    <a:pt x="1193" y="1568"/>
                  </a:lnTo>
                  <a:lnTo>
                    <a:pt x="1193" y="1"/>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64" name="Google Shape;12564;p65"/>
          <p:cNvGrpSpPr/>
          <p:nvPr/>
        </p:nvGrpSpPr>
        <p:grpSpPr>
          <a:xfrm>
            <a:off x="3101573" y="3164371"/>
            <a:ext cx="305620" cy="366430"/>
            <a:chOff x="3105248" y="3348244"/>
            <a:chExt cx="305620" cy="366430"/>
          </a:xfrm>
        </p:grpSpPr>
        <p:sp>
          <p:nvSpPr>
            <p:cNvPr id="12565" name="Google Shape;12565;p65"/>
            <p:cNvSpPr/>
            <p:nvPr/>
          </p:nvSpPr>
          <p:spPr>
            <a:xfrm>
              <a:off x="3198750" y="3348244"/>
              <a:ext cx="99774" cy="238485"/>
            </a:xfrm>
            <a:custGeom>
              <a:avLst/>
              <a:gdLst/>
              <a:ahLst/>
              <a:cxnLst/>
              <a:rect l="l" t="t" r="r" b="b"/>
              <a:pathLst>
                <a:path w="3818" h="9126" extrusionOk="0">
                  <a:moveTo>
                    <a:pt x="1241" y="1"/>
                  </a:moveTo>
                  <a:cubicBezTo>
                    <a:pt x="1192" y="1"/>
                    <a:pt x="1143" y="13"/>
                    <a:pt x="1097" y="38"/>
                  </a:cubicBezTo>
                  <a:lnTo>
                    <a:pt x="1020" y="86"/>
                  </a:lnTo>
                  <a:cubicBezTo>
                    <a:pt x="327" y="490"/>
                    <a:pt x="0" y="1298"/>
                    <a:pt x="202" y="2077"/>
                  </a:cubicBezTo>
                  <a:lnTo>
                    <a:pt x="2106" y="9125"/>
                  </a:lnTo>
                  <a:lnTo>
                    <a:pt x="3818" y="8664"/>
                  </a:lnTo>
                  <a:lnTo>
                    <a:pt x="3587" y="7798"/>
                  </a:lnTo>
                  <a:lnTo>
                    <a:pt x="1597" y="394"/>
                  </a:lnTo>
                  <a:lnTo>
                    <a:pt x="1549" y="240"/>
                  </a:lnTo>
                  <a:cubicBezTo>
                    <a:pt x="1506" y="92"/>
                    <a:pt x="1376" y="1"/>
                    <a:pt x="1241"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6" name="Google Shape;12566;p65"/>
            <p:cNvSpPr/>
            <p:nvPr/>
          </p:nvSpPr>
          <p:spPr>
            <a:xfrm>
              <a:off x="3223366" y="3348244"/>
              <a:ext cx="69147" cy="208328"/>
            </a:xfrm>
            <a:custGeom>
              <a:avLst/>
              <a:gdLst/>
              <a:ahLst/>
              <a:cxnLst/>
              <a:rect l="l" t="t" r="r" b="b"/>
              <a:pathLst>
                <a:path w="2646" h="7972" extrusionOk="0">
                  <a:moveTo>
                    <a:pt x="289" y="1"/>
                  </a:moveTo>
                  <a:cubicBezTo>
                    <a:pt x="240" y="1"/>
                    <a:pt x="191" y="13"/>
                    <a:pt x="145" y="38"/>
                  </a:cubicBezTo>
                  <a:lnTo>
                    <a:pt x="68" y="86"/>
                  </a:lnTo>
                  <a:cubicBezTo>
                    <a:pt x="1" y="365"/>
                    <a:pt x="10" y="654"/>
                    <a:pt x="87" y="923"/>
                  </a:cubicBezTo>
                  <a:lnTo>
                    <a:pt x="1991" y="7972"/>
                  </a:lnTo>
                  <a:lnTo>
                    <a:pt x="2645" y="7798"/>
                  </a:lnTo>
                  <a:lnTo>
                    <a:pt x="645" y="404"/>
                  </a:lnTo>
                  <a:lnTo>
                    <a:pt x="597" y="240"/>
                  </a:lnTo>
                  <a:cubicBezTo>
                    <a:pt x="555" y="92"/>
                    <a:pt x="424" y="1"/>
                    <a:pt x="289"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7" name="Google Shape;12567;p65"/>
            <p:cNvSpPr/>
            <p:nvPr/>
          </p:nvSpPr>
          <p:spPr>
            <a:xfrm>
              <a:off x="3224124" y="3348244"/>
              <a:ext cx="99277" cy="238485"/>
            </a:xfrm>
            <a:custGeom>
              <a:avLst/>
              <a:gdLst/>
              <a:ahLst/>
              <a:cxnLst/>
              <a:rect l="l" t="t" r="r" b="b"/>
              <a:pathLst>
                <a:path w="3799" h="9126" extrusionOk="0">
                  <a:moveTo>
                    <a:pt x="2580" y="1"/>
                  </a:moveTo>
                  <a:cubicBezTo>
                    <a:pt x="2442" y="1"/>
                    <a:pt x="2312" y="90"/>
                    <a:pt x="2270" y="231"/>
                  </a:cubicBezTo>
                  <a:lnTo>
                    <a:pt x="2222" y="394"/>
                  </a:lnTo>
                  <a:lnTo>
                    <a:pt x="1" y="8654"/>
                  </a:lnTo>
                  <a:lnTo>
                    <a:pt x="703" y="8847"/>
                  </a:lnTo>
                  <a:lnTo>
                    <a:pt x="1712" y="9125"/>
                  </a:lnTo>
                  <a:lnTo>
                    <a:pt x="3616" y="2077"/>
                  </a:lnTo>
                  <a:cubicBezTo>
                    <a:pt x="3799" y="1423"/>
                    <a:pt x="3587" y="731"/>
                    <a:pt x="3097" y="288"/>
                  </a:cubicBezTo>
                  <a:cubicBezTo>
                    <a:pt x="2982" y="192"/>
                    <a:pt x="2866" y="106"/>
                    <a:pt x="2732" y="38"/>
                  </a:cubicBezTo>
                  <a:cubicBezTo>
                    <a:pt x="2683" y="13"/>
                    <a:pt x="2631" y="1"/>
                    <a:pt x="2580"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8" name="Google Shape;12568;p65"/>
            <p:cNvSpPr/>
            <p:nvPr/>
          </p:nvSpPr>
          <p:spPr>
            <a:xfrm>
              <a:off x="3242469" y="3355770"/>
              <a:ext cx="80697" cy="230959"/>
            </a:xfrm>
            <a:custGeom>
              <a:avLst/>
              <a:gdLst/>
              <a:ahLst/>
              <a:cxnLst/>
              <a:rect l="l" t="t" r="r" b="b"/>
              <a:pathLst>
                <a:path w="3088" h="8838" extrusionOk="0">
                  <a:moveTo>
                    <a:pt x="2385" y="0"/>
                  </a:moveTo>
                  <a:cubicBezTo>
                    <a:pt x="2318" y="39"/>
                    <a:pt x="2280" y="106"/>
                    <a:pt x="2260" y="173"/>
                  </a:cubicBezTo>
                  <a:lnTo>
                    <a:pt x="2212" y="337"/>
                  </a:lnTo>
                  <a:lnTo>
                    <a:pt x="1" y="8559"/>
                  </a:lnTo>
                  <a:lnTo>
                    <a:pt x="1010" y="8837"/>
                  </a:lnTo>
                  <a:lnTo>
                    <a:pt x="2914" y="1789"/>
                  </a:lnTo>
                  <a:cubicBezTo>
                    <a:pt x="3087" y="1135"/>
                    <a:pt x="2885" y="443"/>
                    <a:pt x="2385"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9" name="Google Shape;12569;p65"/>
            <p:cNvSpPr/>
            <p:nvPr/>
          </p:nvSpPr>
          <p:spPr>
            <a:xfrm>
              <a:off x="3235675" y="3503000"/>
              <a:ext cx="175192" cy="211255"/>
            </a:xfrm>
            <a:custGeom>
              <a:avLst/>
              <a:gdLst/>
              <a:ahLst/>
              <a:cxnLst/>
              <a:rect l="l" t="t" r="r" b="b"/>
              <a:pathLst>
                <a:path w="6704" h="8084" extrusionOk="0">
                  <a:moveTo>
                    <a:pt x="3920" y="4201"/>
                  </a:moveTo>
                  <a:cubicBezTo>
                    <a:pt x="3946" y="4201"/>
                    <a:pt x="3974" y="4202"/>
                    <a:pt x="4001" y="4204"/>
                  </a:cubicBezTo>
                  <a:cubicBezTo>
                    <a:pt x="4771" y="4242"/>
                    <a:pt x="5367" y="4896"/>
                    <a:pt x="5319" y="5665"/>
                  </a:cubicBezTo>
                  <a:cubicBezTo>
                    <a:pt x="5275" y="6470"/>
                    <a:pt x="4609" y="6979"/>
                    <a:pt x="3923" y="6979"/>
                  </a:cubicBezTo>
                  <a:cubicBezTo>
                    <a:pt x="3560" y="6979"/>
                    <a:pt x="3191" y="6837"/>
                    <a:pt x="2905" y="6521"/>
                  </a:cubicBezTo>
                  <a:cubicBezTo>
                    <a:pt x="2096" y="5618"/>
                    <a:pt x="2740" y="4201"/>
                    <a:pt x="3920" y="4201"/>
                  </a:cubicBezTo>
                  <a:close/>
                  <a:moveTo>
                    <a:pt x="979" y="0"/>
                  </a:moveTo>
                  <a:cubicBezTo>
                    <a:pt x="904" y="0"/>
                    <a:pt x="827" y="10"/>
                    <a:pt x="751" y="30"/>
                  </a:cubicBezTo>
                  <a:cubicBezTo>
                    <a:pt x="280" y="165"/>
                    <a:pt x="1" y="646"/>
                    <a:pt x="126" y="1126"/>
                  </a:cubicBezTo>
                  <a:lnTo>
                    <a:pt x="1520" y="6290"/>
                  </a:lnTo>
                  <a:cubicBezTo>
                    <a:pt x="1848" y="7376"/>
                    <a:pt x="2844" y="8084"/>
                    <a:pt x="3927" y="8084"/>
                  </a:cubicBezTo>
                  <a:cubicBezTo>
                    <a:pt x="4149" y="8084"/>
                    <a:pt x="4374" y="8054"/>
                    <a:pt x="4597" y="7992"/>
                  </a:cubicBezTo>
                  <a:cubicBezTo>
                    <a:pt x="5924" y="7617"/>
                    <a:pt x="6703" y="6261"/>
                    <a:pt x="6357" y="4934"/>
                  </a:cubicBezTo>
                  <a:lnTo>
                    <a:pt x="6357" y="4934"/>
                  </a:lnTo>
                  <a:lnTo>
                    <a:pt x="6357" y="4944"/>
                  </a:lnTo>
                  <a:cubicBezTo>
                    <a:pt x="6044" y="3788"/>
                    <a:pt x="5011" y="3079"/>
                    <a:pt x="3925" y="3079"/>
                  </a:cubicBezTo>
                  <a:cubicBezTo>
                    <a:pt x="3476" y="3079"/>
                    <a:pt x="3017" y="3201"/>
                    <a:pt x="2597" y="3463"/>
                  </a:cubicBezTo>
                  <a:lnTo>
                    <a:pt x="1838" y="655"/>
                  </a:lnTo>
                  <a:cubicBezTo>
                    <a:pt x="1733" y="260"/>
                    <a:pt x="1371" y="0"/>
                    <a:pt x="979"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0" name="Google Shape;12570;p65"/>
            <p:cNvSpPr/>
            <p:nvPr/>
          </p:nvSpPr>
          <p:spPr>
            <a:xfrm>
              <a:off x="3105248" y="3502739"/>
              <a:ext cx="181725" cy="211935"/>
            </a:xfrm>
            <a:custGeom>
              <a:avLst/>
              <a:gdLst/>
              <a:ahLst/>
              <a:cxnLst/>
              <a:rect l="l" t="t" r="r" b="b"/>
              <a:pathLst>
                <a:path w="6954" h="8110" extrusionOk="0">
                  <a:moveTo>
                    <a:pt x="3007" y="4212"/>
                  </a:moveTo>
                  <a:cubicBezTo>
                    <a:pt x="3127" y="4212"/>
                    <a:pt x="3250" y="4228"/>
                    <a:pt x="3376" y="4262"/>
                  </a:cubicBezTo>
                  <a:cubicBezTo>
                    <a:pt x="4117" y="4454"/>
                    <a:pt x="4559" y="5214"/>
                    <a:pt x="4367" y="5964"/>
                  </a:cubicBezTo>
                  <a:cubicBezTo>
                    <a:pt x="4184" y="6630"/>
                    <a:pt x="3602" y="6990"/>
                    <a:pt x="3017" y="6990"/>
                  </a:cubicBezTo>
                  <a:cubicBezTo>
                    <a:pt x="2554" y="6990"/>
                    <a:pt x="2090" y="6766"/>
                    <a:pt x="1819" y="6291"/>
                  </a:cubicBezTo>
                  <a:cubicBezTo>
                    <a:pt x="1268" y="5336"/>
                    <a:pt x="1995" y="4212"/>
                    <a:pt x="3007" y="4212"/>
                  </a:cubicBezTo>
                  <a:close/>
                  <a:moveTo>
                    <a:pt x="5975" y="1"/>
                  </a:moveTo>
                  <a:cubicBezTo>
                    <a:pt x="5583" y="1"/>
                    <a:pt x="5222" y="261"/>
                    <a:pt x="5117" y="656"/>
                  </a:cubicBezTo>
                  <a:lnTo>
                    <a:pt x="4357" y="3473"/>
                  </a:lnTo>
                  <a:cubicBezTo>
                    <a:pt x="3918" y="3196"/>
                    <a:pt x="3458" y="3073"/>
                    <a:pt x="3015" y="3073"/>
                  </a:cubicBezTo>
                  <a:cubicBezTo>
                    <a:pt x="1397" y="3073"/>
                    <a:pt x="1" y="4710"/>
                    <a:pt x="665" y="6483"/>
                  </a:cubicBezTo>
                  <a:cubicBezTo>
                    <a:pt x="1039" y="7464"/>
                    <a:pt x="1976" y="8110"/>
                    <a:pt x="3026" y="8110"/>
                  </a:cubicBezTo>
                  <a:cubicBezTo>
                    <a:pt x="3056" y="8110"/>
                    <a:pt x="3086" y="8109"/>
                    <a:pt x="3117" y="8108"/>
                  </a:cubicBezTo>
                  <a:cubicBezTo>
                    <a:pt x="4194" y="8060"/>
                    <a:pt x="5127" y="7339"/>
                    <a:pt x="5434" y="6300"/>
                  </a:cubicBezTo>
                  <a:lnTo>
                    <a:pt x="6829" y="1127"/>
                  </a:lnTo>
                  <a:cubicBezTo>
                    <a:pt x="6954" y="656"/>
                    <a:pt x="6665" y="175"/>
                    <a:pt x="6204" y="40"/>
                  </a:cubicBezTo>
                  <a:lnTo>
                    <a:pt x="6204" y="31"/>
                  </a:lnTo>
                  <a:cubicBezTo>
                    <a:pt x="6127" y="10"/>
                    <a:pt x="6051" y="1"/>
                    <a:pt x="5975"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1" name="Google Shape;12571;p65"/>
            <p:cNvSpPr/>
            <p:nvPr/>
          </p:nvSpPr>
          <p:spPr>
            <a:xfrm>
              <a:off x="3253288" y="3522365"/>
              <a:ext cx="15836" cy="16124"/>
            </a:xfrm>
            <a:custGeom>
              <a:avLst/>
              <a:gdLst/>
              <a:ahLst/>
              <a:cxnLst/>
              <a:rect l="l" t="t" r="r" b="b"/>
              <a:pathLst>
                <a:path w="606" h="617" extrusionOk="0">
                  <a:moveTo>
                    <a:pt x="308" y="1"/>
                  </a:moveTo>
                  <a:cubicBezTo>
                    <a:pt x="135" y="1"/>
                    <a:pt x="0" y="145"/>
                    <a:pt x="0" y="308"/>
                  </a:cubicBezTo>
                  <a:cubicBezTo>
                    <a:pt x="0" y="472"/>
                    <a:pt x="135" y="616"/>
                    <a:pt x="308" y="616"/>
                  </a:cubicBezTo>
                  <a:cubicBezTo>
                    <a:pt x="471" y="616"/>
                    <a:pt x="606" y="472"/>
                    <a:pt x="606" y="308"/>
                  </a:cubicBezTo>
                  <a:cubicBezTo>
                    <a:pt x="606" y="145"/>
                    <a:pt x="471" y="1"/>
                    <a:pt x="308"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72" name="Google Shape;12572;p65"/>
          <p:cNvGrpSpPr/>
          <p:nvPr/>
        </p:nvGrpSpPr>
        <p:grpSpPr>
          <a:xfrm>
            <a:off x="2658313" y="3164345"/>
            <a:ext cx="304078" cy="366665"/>
            <a:chOff x="2661988" y="3348218"/>
            <a:chExt cx="304078" cy="366665"/>
          </a:xfrm>
        </p:grpSpPr>
        <p:sp>
          <p:nvSpPr>
            <p:cNvPr id="12573" name="Google Shape;12573;p65"/>
            <p:cNvSpPr/>
            <p:nvPr/>
          </p:nvSpPr>
          <p:spPr>
            <a:xfrm>
              <a:off x="2801954" y="3540971"/>
              <a:ext cx="24146" cy="173912"/>
            </a:xfrm>
            <a:custGeom>
              <a:avLst/>
              <a:gdLst/>
              <a:ahLst/>
              <a:cxnLst/>
              <a:rect l="l" t="t" r="r" b="b"/>
              <a:pathLst>
                <a:path w="924" h="6655" extrusionOk="0">
                  <a:moveTo>
                    <a:pt x="1" y="0"/>
                  </a:moveTo>
                  <a:lnTo>
                    <a:pt x="1" y="6193"/>
                  </a:lnTo>
                  <a:cubicBezTo>
                    <a:pt x="1" y="6501"/>
                    <a:pt x="231" y="6655"/>
                    <a:pt x="462" y="6655"/>
                  </a:cubicBezTo>
                  <a:cubicBezTo>
                    <a:pt x="693" y="6655"/>
                    <a:pt x="924" y="6501"/>
                    <a:pt x="924" y="6193"/>
                  </a:cubicBezTo>
                  <a:lnTo>
                    <a:pt x="924"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4" name="Google Shape;12574;p65"/>
            <p:cNvSpPr/>
            <p:nvPr/>
          </p:nvSpPr>
          <p:spPr>
            <a:xfrm>
              <a:off x="2801954" y="3540971"/>
              <a:ext cx="24146" cy="39721"/>
            </a:xfrm>
            <a:custGeom>
              <a:avLst/>
              <a:gdLst/>
              <a:ahLst/>
              <a:cxnLst/>
              <a:rect l="l" t="t" r="r" b="b"/>
              <a:pathLst>
                <a:path w="924" h="1520" extrusionOk="0">
                  <a:moveTo>
                    <a:pt x="1" y="0"/>
                  </a:moveTo>
                  <a:lnTo>
                    <a:pt x="1" y="1520"/>
                  </a:lnTo>
                  <a:lnTo>
                    <a:pt x="924" y="1520"/>
                  </a:lnTo>
                  <a:lnTo>
                    <a:pt x="924" y="0"/>
                  </a:ln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5" name="Google Shape;12575;p65"/>
            <p:cNvSpPr/>
            <p:nvPr/>
          </p:nvSpPr>
          <p:spPr>
            <a:xfrm>
              <a:off x="2809245" y="3348218"/>
              <a:ext cx="11080" cy="39669"/>
            </a:xfrm>
            <a:custGeom>
              <a:avLst/>
              <a:gdLst/>
              <a:ahLst/>
              <a:cxnLst/>
              <a:rect l="l" t="t" r="r" b="b"/>
              <a:pathLst>
                <a:path w="424" h="1518" extrusionOk="0">
                  <a:moveTo>
                    <a:pt x="212" y="1"/>
                  </a:moveTo>
                  <a:cubicBezTo>
                    <a:pt x="97" y="1"/>
                    <a:pt x="1" y="97"/>
                    <a:pt x="1" y="212"/>
                  </a:cubicBezTo>
                  <a:lnTo>
                    <a:pt x="1" y="1309"/>
                  </a:lnTo>
                  <a:cubicBezTo>
                    <a:pt x="1" y="1448"/>
                    <a:pt x="106" y="1518"/>
                    <a:pt x="212" y="1518"/>
                  </a:cubicBezTo>
                  <a:cubicBezTo>
                    <a:pt x="318" y="1518"/>
                    <a:pt x="424" y="1448"/>
                    <a:pt x="424" y="1309"/>
                  </a:cubicBezTo>
                  <a:lnTo>
                    <a:pt x="424" y="212"/>
                  </a:lnTo>
                  <a:cubicBezTo>
                    <a:pt x="424" y="97"/>
                    <a:pt x="327" y="1"/>
                    <a:pt x="212"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6" name="Google Shape;12576;p65"/>
            <p:cNvSpPr/>
            <p:nvPr/>
          </p:nvSpPr>
          <p:spPr>
            <a:xfrm>
              <a:off x="2852207" y="3359585"/>
              <a:ext cx="24173" cy="37579"/>
            </a:xfrm>
            <a:custGeom>
              <a:avLst/>
              <a:gdLst/>
              <a:ahLst/>
              <a:cxnLst/>
              <a:rect l="l" t="t" r="r" b="b"/>
              <a:pathLst>
                <a:path w="925" h="1438" extrusionOk="0">
                  <a:moveTo>
                    <a:pt x="681" y="1"/>
                  </a:moveTo>
                  <a:cubicBezTo>
                    <a:pt x="599" y="1"/>
                    <a:pt x="520" y="53"/>
                    <a:pt x="491" y="133"/>
                  </a:cubicBezTo>
                  <a:lnTo>
                    <a:pt x="68" y="1143"/>
                  </a:lnTo>
                  <a:cubicBezTo>
                    <a:pt x="0" y="1310"/>
                    <a:pt x="139" y="1438"/>
                    <a:pt x="276" y="1438"/>
                  </a:cubicBezTo>
                  <a:cubicBezTo>
                    <a:pt x="351" y="1438"/>
                    <a:pt x="425" y="1399"/>
                    <a:pt x="462" y="1306"/>
                  </a:cubicBezTo>
                  <a:lnTo>
                    <a:pt x="876" y="297"/>
                  </a:lnTo>
                  <a:cubicBezTo>
                    <a:pt x="924" y="191"/>
                    <a:pt x="876" y="56"/>
                    <a:pt x="761" y="18"/>
                  </a:cubicBezTo>
                  <a:cubicBezTo>
                    <a:pt x="735" y="6"/>
                    <a:pt x="708" y="1"/>
                    <a:pt x="681"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7" name="Google Shape;12577;p65"/>
            <p:cNvSpPr/>
            <p:nvPr/>
          </p:nvSpPr>
          <p:spPr>
            <a:xfrm>
              <a:off x="2889158" y="3390970"/>
              <a:ext cx="35540" cy="31411"/>
            </a:xfrm>
            <a:custGeom>
              <a:avLst/>
              <a:gdLst/>
              <a:ahLst/>
              <a:cxnLst/>
              <a:rect l="l" t="t" r="r" b="b"/>
              <a:pathLst>
                <a:path w="1360" h="1202" extrusionOk="0">
                  <a:moveTo>
                    <a:pt x="1057" y="1"/>
                  </a:moveTo>
                  <a:cubicBezTo>
                    <a:pt x="1008" y="1"/>
                    <a:pt x="958" y="20"/>
                    <a:pt x="914" y="67"/>
                  </a:cubicBezTo>
                  <a:lnTo>
                    <a:pt x="135" y="846"/>
                  </a:lnTo>
                  <a:cubicBezTo>
                    <a:pt x="0" y="971"/>
                    <a:pt x="97" y="1202"/>
                    <a:pt x="289" y="1202"/>
                  </a:cubicBezTo>
                  <a:cubicBezTo>
                    <a:pt x="347" y="1202"/>
                    <a:pt x="395" y="1182"/>
                    <a:pt x="433" y="1144"/>
                  </a:cubicBezTo>
                  <a:lnTo>
                    <a:pt x="1212" y="365"/>
                  </a:lnTo>
                  <a:cubicBezTo>
                    <a:pt x="1360" y="217"/>
                    <a:pt x="1218" y="1"/>
                    <a:pt x="1057"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8" name="Google Shape;12578;p65"/>
            <p:cNvSpPr/>
            <p:nvPr/>
          </p:nvSpPr>
          <p:spPr>
            <a:xfrm>
              <a:off x="2915290" y="3438479"/>
              <a:ext cx="40688" cy="22056"/>
            </a:xfrm>
            <a:custGeom>
              <a:avLst/>
              <a:gdLst/>
              <a:ahLst/>
              <a:cxnLst/>
              <a:rect l="l" t="t" r="r" b="b"/>
              <a:pathLst>
                <a:path w="1557" h="844" extrusionOk="0">
                  <a:moveTo>
                    <a:pt x="1255" y="0"/>
                  </a:moveTo>
                  <a:cubicBezTo>
                    <a:pt x="1226" y="0"/>
                    <a:pt x="1196" y="6"/>
                    <a:pt x="1164" y="18"/>
                  </a:cubicBezTo>
                  <a:lnTo>
                    <a:pt x="164" y="432"/>
                  </a:lnTo>
                  <a:cubicBezTo>
                    <a:pt x="58" y="480"/>
                    <a:pt x="1" y="595"/>
                    <a:pt x="49" y="711"/>
                  </a:cubicBezTo>
                  <a:cubicBezTo>
                    <a:pt x="78" y="791"/>
                    <a:pt x="156" y="843"/>
                    <a:pt x="239" y="843"/>
                  </a:cubicBezTo>
                  <a:cubicBezTo>
                    <a:pt x="265" y="843"/>
                    <a:pt x="292" y="838"/>
                    <a:pt x="318" y="826"/>
                  </a:cubicBezTo>
                  <a:lnTo>
                    <a:pt x="1328" y="412"/>
                  </a:lnTo>
                  <a:cubicBezTo>
                    <a:pt x="1556" y="311"/>
                    <a:pt x="1464" y="0"/>
                    <a:pt x="1255"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79" name="Google Shape;12579;p65"/>
            <p:cNvSpPr/>
            <p:nvPr/>
          </p:nvSpPr>
          <p:spPr>
            <a:xfrm>
              <a:off x="2922817" y="3493723"/>
              <a:ext cx="43249" cy="11080"/>
            </a:xfrm>
            <a:custGeom>
              <a:avLst/>
              <a:gdLst/>
              <a:ahLst/>
              <a:cxnLst/>
              <a:rect l="l" t="t" r="r" b="b"/>
              <a:pathLst>
                <a:path w="1655" h="424" extrusionOk="0">
                  <a:moveTo>
                    <a:pt x="289" y="1"/>
                  </a:moveTo>
                  <a:cubicBezTo>
                    <a:pt x="1" y="1"/>
                    <a:pt x="1" y="424"/>
                    <a:pt x="289" y="424"/>
                  </a:cubicBezTo>
                  <a:lnTo>
                    <a:pt x="1376" y="424"/>
                  </a:lnTo>
                  <a:cubicBezTo>
                    <a:pt x="1655" y="424"/>
                    <a:pt x="1655" y="1"/>
                    <a:pt x="1376"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0" name="Google Shape;12580;p65"/>
            <p:cNvSpPr/>
            <p:nvPr/>
          </p:nvSpPr>
          <p:spPr>
            <a:xfrm>
              <a:off x="2912912" y="3538149"/>
              <a:ext cx="42570" cy="22160"/>
            </a:xfrm>
            <a:custGeom>
              <a:avLst/>
              <a:gdLst/>
              <a:ahLst/>
              <a:cxnLst/>
              <a:rect l="l" t="t" r="r" b="b"/>
              <a:pathLst>
                <a:path w="1629" h="848" extrusionOk="0">
                  <a:moveTo>
                    <a:pt x="297" y="1"/>
                  </a:moveTo>
                  <a:cubicBezTo>
                    <a:pt x="96" y="1"/>
                    <a:pt x="0" y="314"/>
                    <a:pt x="236" y="406"/>
                  </a:cubicBezTo>
                  <a:lnTo>
                    <a:pt x="1236" y="830"/>
                  </a:lnTo>
                  <a:cubicBezTo>
                    <a:pt x="1266" y="842"/>
                    <a:pt x="1295" y="847"/>
                    <a:pt x="1322" y="847"/>
                  </a:cubicBezTo>
                  <a:cubicBezTo>
                    <a:pt x="1528" y="847"/>
                    <a:pt x="1629" y="529"/>
                    <a:pt x="1399" y="435"/>
                  </a:cubicBezTo>
                  <a:lnTo>
                    <a:pt x="390" y="22"/>
                  </a:lnTo>
                  <a:cubicBezTo>
                    <a:pt x="357" y="7"/>
                    <a:pt x="326" y="1"/>
                    <a:pt x="297"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1" name="Google Shape;12581;p65"/>
            <p:cNvSpPr/>
            <p:nvPr/>
          </p:nvSpPr>
          <p:spPr>
            <a:xfrm>
              <a:off x="2887825" y="3575649"/>
              <a:ext cx="35880" cy="31411"/>
            </a:xfrm>
            <a:custGeom>
              <a:avLst/>
              <a:gdLst/>
              <a:ahLst/>
              <a:cxnLst/>
              <a:rect l="l" t="t" r="r" b="b"/>
              <a:pathLst>
                <a:path w="1373" h="1202" extrusionOk="0">
                  <a:moveTo>
                    <a:pt x="300" y="0"/>
                  </a:moveTo>
                  <a:cubicBezTo>
                    <a:pt x="140" y="0"/>
                    <a:pt x="0" y="211"/>
                    <a:pt x="148" y="366"/>
                  </a:cubicBezTo>
                  <a:lnTo>
                    <a:pt x="927" y="1135"/>
                  </a:lnTo>
                  <a:cubicBezTo>
                    <a:pt x="971" y="1182"/>
                    <a:pt x="1021" y="1201"/>
                    <a:pt x="1069" y="1201"/>
                  </a:cubicBezTo>
                  <a:cubicBezTo>
                    <a:pt x="1230" y="1201"/>
                    <a:pt x="1373" y="985"/>
                    <a:pt x="1225" y="837"/>
                  </a:cubicBezTo>
                  <a:lnTo>
                    <a:pt x="446" y="68"/>
                  </a:lnTo>
                  <a:cubicBezTo>
                    <a:pt x="401" y="20"/>
                    <a:pt x="350" y="0"/>
                    <a:pt x="300" y="0"/>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2" name="Google Shape;12582;p65"/>
            <p:cNvSpPr/>
            <p:nvPr/>
          </p:nvSpPr>
          <p:spPr>
            <a:xfrm>
              <a:off x="2850926" y="3600605"/>
              <a:ext cx="24721" cy="37552"/>
            </a:xfrm>
            <a:custGeom>
              <a:avLst/>
              <a:gdLst/>
              <a:ahLst/>
              <a:cxnLst/>
              <a:rect l="l" t="t" r="r" b="b"/>
              <a:pathLst>
                <a:path w="946" h="1437" extrusionOk="0">
                  <a:moveTo>
                    <a:pt x="270" y="1"/>
                  </a:moveTo>
                  <a:cubicBezTo>
                    <a:pt x="136" y="1"/>
                    <a:pt x="1" y="128"/>
                    <a:pt x="69" y="295"/>
                  </a:cubicBezTo>
                  <a:lnTo>
                    <a:pt x="483" y="1305"/>
                  </a:lnTo>
                  <a:cubicBezTo>
                    <a:pt x="520" y="1397"/>
                    <a:pt x="594" y="1436"/>
                    <a:pt x="669" y="1436"/>
                  </a:cubicBezTo>
                  <a:cubicBezTo>
                    <a:pt x="806" y="1436"/>
                    <a:pt x="945" y="1309"/>
                    <a:pt x="877" y="1142"/>
                  </a:cubicBezTo>
                  <a:lnTo>
                    <a:pt x="454" y="132"/>
                  </a:lnTo>
                  <a:cubicBezTo>
                    <a:pt x="416" y="40"/>
                    <a:pt x="343" y="1"/>
                    <a:pt x="270"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3" name="Google Shape;12583;p65"/>
            <p:cNvSpPr/>
            <p:nvPr/>
          </p:nvSpPr>
          <p:spPr>
            <a:xfrm>
              <a:off x="2751021" y="3600083"/>
              <a:ext cx="24068" cy="37317"/>
            </a:xfrm>
            <a:custGeom>
              <a:avLst/>
              <a:gdLst/>
              <a:ahLst/>
              <a:cxnLst/>
              <a:rect l="l" t="t" r="r" b="b"/>
              <a:pathLst>
                <a:path w="921" h="1428" extrusionOk="0">
                  <a:moveTo>
                    <a:pt x="682" y="0"/>
                  </a:moveTo>
                  <a:cubicBezTo>
                    <a:pt x="596" y="0"/>
                    <a:pt x="517" y="53"/>
                    <a:pt x="488" y="133"/>
                  </a:cubicBezTo>
                  <a:lnTo>
                    <a:pt x="75" y="1133"/>
                  </a:lnTo>
                  <a:cubicBezTo>
                    <a:pt x="0" y="1300"/>
                    <a:pt x="137" y="1427"/>
                    <a:pt x="273" y="1427"/>
                  </a:cubicBezTo>
                  <a:cubicBezTo>
                    <a:pt x="347" y="1427"/>
                    <a:pt x="422" y="1389"/>
                    <a:pt x="459" y="1296"/>
                  </a:cubicBezTo>
                  <a:lnTo>
                    <a:pt x="882" y="287"/>
                  </a:lnTo>
                  <a:cubicBezTo>
                    <a:pt x="921" y="181"/>
                    <a:pt x="873" y="56"/>
                    <a:pt x="767" y="17"/>
                  </a:cubicBezTo>
                  <a:cubicBezTo>
                    <a:pt x="739" y="6"/>
                    <a:pt x="710" y="0"/>
                    <a:pt x="682"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4" name="Google Shape;12584;p65"/>
            <p:cNvSpPr/>
            <p:nvPr/>
          </p:nvSpPr>
          <p:spPr>
            <a:xfrm>
              <a:off x="2703147" y="3574525"/>
              <a:ext cx="36063" cy="31411"/>
            </a:xfrm>
            <a:custGeom>
              <a:avLst/>
              <a:gdLst/>
              <a:ahLst/>
              <a:cxnLst/>
              <a:rect l="l" t="t" r="r" b="b"/>
              <a:pathLst>
                <a:path w="1380" h="1202" extrusionOk="0">
                  <a:moveTo>
                    <a:pt x="1071" y="1"/>
                  </a:moveTo>
                  <a:cubicBezTo>
                    <a:pt x="1022" y="1"/>
                    <a:pt x="972" y="19"/>
                    <a:pt x="926" y="63"/>
                  </a:cubicBezTo>
                  <a:lnTo>
                    <a:pt x="926" y="72"/>
                  </a:lnTo>
                  <a:lnTo>
                    <a:pt x="156" y="841"/>
                  </a:lnTo>
                  <a:cubicBezTo>
                    <a:pt x="0" y="990"/>
                    <a:pt x="143" y="1202"/>
                    <a:pt x="309" y="1202"/>
                  </a:cubicBezTo>
                  <a:cubicBezTo>
                    <a:pt x="358" y="1202"/>
                    <a:pt x="409" y="1183"/>
                    <a:pt x="455" y="1140"/>
                  </a:cubicBezTo>
                  <a:lnTo>
                    <a:pt x="1224" y="370"/>
                  </a:lnTo>
                  <a:cubicBezTo>
                    <a:pt x="1380" y="214"/>
                    <a:pt x="1237" y="1"/>
                    <a:pt x="1071"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5" name="Google Shape;12585;p65"/>
            <p:cNvSpPr/>
            <p:nvPr/>
          </p:nvSpPr>
          <p:spPr>
            <a:xfrm>
              <a:off x="2671814" y="3536607"/>
              <a:ext cx="40714" cy="22186"/>
            </a:xfrm>
            <a:custGeom>
              <a:avLst/>
              <a:gdLst/>
              <a:ahLst/>
              <a:cxnLst/>
              <a:rect l="l" t="t" r="r" b="b"/>
              <a:pathLst>
                <a:path w="1558" h="849" extrusionOk="0">
                  <a:moveTo>
                    <a:pt x="1319" y="0"/>
                  </a:moveTo>
                  <a:cubicBezTo>
                    <a:pt x="1293" y="0"/>
                    <a:pt x="1266" y="5"/>
                    <a:pt x="1240" y="13"/>
                  </a:cubicBezTo>
                  <a:lnTo>
                    <a:pt x="230" y="437"/>
                  </a:lnTo>
                  <a:cubicBezTo>
                    <a:pt x="1" y="530"/>
                    <a:pt x="102" y="849"/>
                    <a:pt x="308" y="849"/>
                  </a:cubicBezTo>
                  <a:cubicBezTo>
                    <a:pt x="335" y="849"/>
                    <a:pt x="364" y="843"/>
                    <a:pt x="394" y="831"/>
                  </a:cubicBezTo>
                  <a:lnTo>
                    <a:pt x="1404" y="408"/>
                  </a:lnTo>
                  <a:cubicBezTo>
                    <a:pt x="1509" y="369"/>
                    <a:pt x="1557" y="244"/>
                    <a:pt x="1519" y="139"/>
                  </a:cubicBezTo>
                  <a:cubicBezTo>
                    <a:pt x="1489" y="49"/>
                    <a:pt x="1408" y="0"/>
                    <a:pt x="1319"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6" name="Google Shape;12586;p65"/>
            <p:cNvSpPr/>
            <p:nvPr/>
          </p:nvSpPr>
          <p:spPr>
            <a:xfrm>
              <a:off x="2661988" y="3492208"/>
              <a:ext cx="41498" cy="11080"/>
            </a:xfrm>
            <a:custGeom>
              <a:avLst/>
              <a:gdLst/>
              <a:ahLst/>
              <a:cxnLst/>
              <a:rect l="l" t="t" r="r" b="b"/>
              <a:pathLst>
                <a:path w="1588" h="424" extrusionOk="0">
                  <a:moveTo>
                    <a:pt x="279" y="1"/>
                  </a:moveTo>
                  <a:cubicBezTo>
                    <a:pt x="1" y="1"/>
                    <a:pt x="1" y="424"/>
                    <a:pt x="279" y="424"/>
                  </a:cubicBezTo>
                  <a:lnTo>
                    <a:pt x="1376" y="424"/>
                  </a:lnTo>
                  <a:cubicBezTo>
                    <a:pt x="1491" y="424"/>
                    <a:pt x="1587" y="328"/>
                    <a:pt x="1587" y="212"/>
                  </a:cubicBezTo>
                  <a:cubicBezTo>
                    <a:pt x="1587" y="97"/>
                    <a:pt x="1491" y="1"/>
                    <a:pt x="1376"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7" name="Google Shape;12587;p65"/>
            <p:cNvSpPr/>
            <p:nvPr/>
          </p:nvSpPr>
          <p:spPr>
            <a:xfrm>
              <a:off x="2672363" y="3436728"/>
              <a:ext cx="42570" cy="22134"/>
            </a:xfrm>
            <a:custGeom>
              <a:avLst/>
              <a:gdLst/>
              <a:ahLst/>
              <a:cxnLst/>
              <a:rect l="l" t="t" r="r" b="b"/>
              <a:pathLst>
                <a:path w="1629" h="847" extrusionOk="0">
                  <a:moveTo>
                    <a:pt x="312" y="0"/>
                  </a:moveTo>
                  <a:cubicBezTo>
                    <a:pt x="100" y="0"/>
                    <a:pt x="0" y="319"/>
                    <a:pt x="238" y="412"/>
                  </a:cubicBezTo>
                  <a:lnTo>
                    <a:pt x="1238" y="826"/>
                  </a:lnTo>
                  <a:cubicBezTo>
                    <a:pt x="1272" y="840"/>
                    <a:pt x="1304" y="847"/>
                    <a:pt x="1334" y="847"/>
                  </a:cubicBezTo>
                  <a:cubicBezTo>
                    <a:pt x="1540" y="847"/>
                    <a:pt x="1629" y="534"/>
                    <a:pt x="1402" y="441"/>
                  </a:cubicBezTo>
                  <a:lnTo>
                    <a:pt x="402" y="18"/>
                  </a:lnTo>
                  <a:cubicBezTo>
                    <a:pt x="370" y="6"/>
                    <a:pt x="340" y="0"/>
                    <a:pt x="312"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8" name="Google Shape;12588;p65"/>
            <p:cNvSpPr/>
            <p:nvPr/>
          </p:nvSpPr>
          <p:spPr>
            <a:xfrm>
              <a:off x="2704349" y="3390082"/>
              <a:ext cx="35932" cy="31411"/>
            </a:xfrm>
            <a:custGeom>
              <a:avLst/>
              <a:gdLst/>
              <a:ahLst/>
              <a:cxnLst/>
              <a:rect l="l" t="t" r="r" b="b"/>
              <a:pathLst>
                <a:path w="1375" h="1202" extrusionOk="0">
                  <a:moveTo>
                    <a:pt x="307" y="0"/>
                  </a:moveTo>
                  <a:cubicBezTo>
                    <a:pt x="145" y="0"/>
                    <a:pt x="0" y="214"/>
                    <a:pt x="149" y="370"/>
                  </a:cubicBezTo>
                  <a:lnTo>
                    <a:pt x="928" y="1139"/>
                  </a:lnTo>
                  <a:cubicBezTo>
                    <a:pt x="972" y="1183"/>
                    <a:pt x="1021" y="1202"/>
                    <a:pt x="1068" y="1202"/>
                  </a:cubicBezTo>
                  <a:cubicBezTo>
                    <a:pt x="1230" y="1202"/>
                    <a:pt x="1374" y="990"/>
                    <a:pt x="1226" y="841"/>
                  </a:cubicBezTo>
                  <a:lnTo>
                    <a:pt x="447" y="62"/>
                  </a:lnTo>
                  <a:cubicBezTo>
                    <a:pt x="403" y="19"/>
                    <a:pt x="354" y="0"/>
                    <a:pt x="307" y="0"/>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89" name="Google Shape;12589;p65"/>
            <p:cNvSpPr/>
            <p:nvPr/>
          </p:nvSpPr>
          <p:spPr>
            <a:xfrm>
              <a:off x="2752433" y="3358958"/>
              <a:ext cx="24669" cy="37526"/>
            </a:xfrm>
            <a:custGeom>
              <a:avLst/>
              <a:gdLst/>
              <a:ahLst/>
              <a:cxnLst/>
              <a:rect l="l" t="t" r="r" b="b"/>
              <a:pathLst>
                <a:path w="944" h="1436" extrusionOk="0">
                  <a:moveTo>
                    <a:pt x="269" y="0"/>
                  </a:moveTo>
                  <a:cubicBezTo>
                    <a:pt x="134" y="0"/>
                    <a:pt x="1" y="129"/>
                    <a:pt x="69" y="301"/>
                  </a:cubicBezTo>
                  <a:lnTo>
                    <a:pt x="482" y="1302"/>
                  </a:lnTo>
                  <a:cubicBezTo>
                    <a:pt x="520" y="1395"/>
                    <a:pt x="596" y="1435"/>
                    <a:pt x="672" y="1435"/>
                  </a:cubicBezTo>
                  <a:cubicBezTo>
                    <a:pt x="807" y="1435"/>
                    <a:pt x="944" y="1310"/>
                    <a:pt x="876" y="1138"/>
                  </a:cubicBezTo>
                  <a:lnTo>
                    <a:pt x="463" y="138"/>
                  </a:lnTo>
                  <a:cubicBezTo>
                    <a:pt x="421" y="41"/>
                    <a:pt x="345" y="0"/>
                    <a:pt x="269"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0" name="Google Shape;12590;p65"/>
            <p:cNvSpPr/>
            <p:nvPr/>
          </p:nvSpPr>
          <p:spPr>
            <a:xfrm>
              <a:off x="2727816" y="3415796"/>
              <a:ext cx="172422" cy="159591"/>
            </a:xfrm>
            <a:custGeom>
              <a:avLst/>
              <a:gdLst/>
              <a:ahLst/>
              <a:cxnLst/>
              <a:rect l="l" t="t" r="r" b="b"/>
              <a:pathLst>
                <a:path w="6598" h="6107" extrusionOk="0">
                  <a:moveTo>
                    <a:pt x="3300" y="1"/>
                  </a:moveTo>
                  <a:cubicBezTo>
                    <a:pt x="3160" y="1"/>
                    <a:pt x="3023" y="74"/>
                    <a:pt x="2953" y="213"/>
                  </a:cubicBezTo>
                  <a:lnTo>
                    <a:pt x="2290" y="1559"/>
                  </a:lnTo>
                  <a:lnTo>
                    <a:pt x="2270" y="1598"/>
                  </a:lnTo>
                  <a:cubicBezTo>
                    <a:pt x="2213" y="1713"/>
                    <a:pt x="2107" y="1800"/>
                    <a:pt x="1982" y="1819"/>
                  </a:cubicBezTo>
                  <a:lnTo>
                    <a:pt x="905" y="1973"/>
                  </a:lnTo>
                  <a:lnTo>
                    <a:pt x="443" y="2040"/>
                  </a:lnTo>
                  <a:cubicBezTo>
                    <a:pt x="126" y="2079"/>
                    <a:pt x="1" y="2473"/>
                    <a:pt x="232" y="2704"/>
                  </a:cubicBezTo>
                  <a:lnTo>
                    <a:pt x="1338" y="3781"/>
                  </a:lnTo>
                  <a:cubicBezTo>
                    <a:pt x="1424" y="3867"/>
                    <a:pt x="1472" y="4002"/>
                    <a:pt x="1443" y="4127"/>
                  </a:cubicBezTo>
                  <a:lnTo>
                    <a:pt x="1184" y="5646"/>
                  </a:lnTo>
                  <a:cubicBezTo>
                    <a:pt x="1146" y="5897"/>
                    <a:pt x="1343" y="6106"/>
                    <a:pt x="1569" y="6106"/>
                  </a:cubicBezTo>
                  <a:cubicBezTo>
                    <a:pt x="1629" y="6106"/>
                    <a:pt x="1691" y="6092"/>
                    <a:pt x="1751" y="6060"/>
                  </a:cubicBezTo>
                  <a:lnTo>
                    <a:pt x="2280" y="5781"/>
                  </a:lnTo>
                  <a:lnTo>
                    <a:pt x="3117" y="5338"/>
                  </a:lnTo>
                  <a:cubicBezTo>
                    <a:pt x="3175" y="5309"/>
                    <a:pt x="3234" y="5297"/>
                    <a:pt x="3297" y="5297"/>
                  </a:cubicBezTo>
                  <a:cubicBezTo>
                    <a:pt x="3317" y="5297"/>
                    <a:pt x="3337" y="5298"/>
                    <a:pt x="3357" y="5300"/>
                  </a:cubicBezTo>
                  <a:cubicBezTo>
                    <a:pt x="3395" y="5310"/>
                    <a:pt x="3434" y="5319"/>
                    <a:pt x="3472" y="5338"/>
                  </a:cubicBezTo>
                  <a:lnTo>
                    <a:pt x="4847" y="6060"/>
                  </a:lnTo>
                  <a:cubicBezTo>
                    <a:pt x="4906" y="6092"/>
                    <a:pt x="4966" y="6106"/>
                    <a:pt x="5025" y="6106"/>
                  </a:cubicBezTo>
                  <a:cubicBezTo>
                    <a:pt x="5250" y="6106"/>
                    <a:pt x="5451" y="5897"/>
                    <a:pt x="5405" y="5646"/>
                  </a:cubicBezTo>
                  <a:lnTo>
                    <a:pt x="5405" y="5627"/>
                  </a:lnTo>
                  <a:lnTo>
                    <a:pt x="5155" y="4127"/>
                  </a:lnTo>
                  <a:cubicBezTo>
                    <a:pt x="5126" y="4002"/>
                    <a:pt x="5174" y="3867"/>
                    <a:pt x="5261" y="3781"/>
                  </a:cubicBezTo>
                  <a:lnTo>
                    <a:pt x="6367" y="2704"/>
                  </a:lnTo>
                  <a:cubicBezTo>
                    <a:pt x="6598" y="2473"/>
                    <a:pt x="6473" y="2079"/>
                    <a:pt x="6146" y="2040"/>
                  </a:cubicBezTo>
                  <a:lnTo>
                    <a:pt x="4626" y="1819"/>
                  </a:lnTo>
                  <a:cubicBezTo>
                    <a:pt x="4501" y="1790"/>
                    <a:pt x="4386" y="1713"/>
                    <a:pt x="4328" y="1598"/>
                  </a:cubicBezTo>
                  <a:lnTo>
                    <a:pt x="3645" y="213"/>
                  </a:lnTo>
                  <a:cubicBezTo>
                    <a:pt x="3636" y="194"/>
                    <a:pt x="3626" y="165"/>
                    <a:pt x="3607" y="146"/>
                  </a:cubicBezTo>
                  <a:cubicBezTo>
                    <a:pt x="3526" y="48"/>
                    <a:pt x="3412" y="1"/>
                    <a:pt x="3300" y="1"/>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1" name="Google Shape;12591;p65"/>
            <p:cNvSpPr/>
            <p:nvPr/>
          </p:nvSpPr>
          <p:spPr>
            <a:xfrm>
              <a:off x="2727816" y="3467330"/>
              <a:ext cx="59582" cy="108058"/>
            </a:xfrm>
            <a:custGeom>
              <a:avLst/>
              <a:gdLst/>
              <a:ahLst/>
              <a:cxnLst/>
              <a:rect l="l" t="t" r="r" b="b"/>
              <a:pathLst>
                <a:path w="2280" h="4135" extrusionOk="0">
                  <a:moveTo>
                    <a:pt x="905" y="1"/>
                  </a:moveTo>
                  <a:lnTo>
                    <a:pt x="443" y="68"/>
                  </a:lnTo>
                  <a:cubicBezTo>
                    <a:pt x="126" y="107"/>
                    <a:pt x="1" y="501"/>
                    <a:pt x="232" y="732"/>
                  </a:cubicBezTo>
                  <a:lnTo>
                    <a:pt x="1338" y="1809"/>
                  </a:lnTo>
                  <a:cubicBezTo>
                    <a:pt x="1424" y="1895"/>
                    <a:pt x="1472" y="2030"/>
                    <a:pt x="1443" y="2155"/>
                  </a:cubicBezTo>
                  <a:lnTo>
                    <a:pt x="1184" y="3674"/>
                  </a:lnTo>
                  <a:cubicBezTo>
                    <a:pt x="1138" y="3925"/>
                    <a:pt x="1339" y="4134"/>
                    <a:pt x="1568" y="4134"/>
                  </a:cubicBezTo>
                  <a:cubicBezTo>
                    <a:pt x="1629" y="4134"/>
                    <a:pt x="1691" y="4120"/>
                    <a:pt x="1751" y="4088"/>
                  </a:cubicBezTo>
                  <a:lnTo>
                    <a:pt x="2280" y="3809"/>
                  </a:lnTo>
                  <a:cubicBezTo>
                    <a:pt x="2068" y="3770"/>
                    <a:pt x="1924" y="3568"/>
                    <a:pt x="1953" y="3357"/>
                  </a:cubicBezTo>
                  <a:lnTo>
                    <a:pt x="2222" y="1838"/>
                  </a:lnTo>
                  <a:cubicBezTo>
                    <a:pt x="2241" y="1703"/>
                    <a:pt x="2203" y="1578"/>
                    <a:pt x="2107" y="1491"/>
                  </a:cubicBezTo>
                  <a:lnTo>
                    <a:pt x="1001" y="405"/>
                  </a:lnTo>
                  <a:cubicBezTo>
                    <a:pt x="886" y="299"/>
                    <a:pt x="857" y="135"/>
                    <a:pt x="905"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92" name="Google Shape;12592;p65"/>
          <p:cNvGrpSpPr/>
          <p:nvPr/>
        </p:nvGrpSpPr>
        <p:grpSpPr>
          <a:xfrm>
            <a:off x="2209252" y="3165024"/>
            <a:ext cx="307606" cy="366482"/>
            <a:chOff x="2212927" y="3348897"/>
            <a:chExt cx="307606" cy="366482"/>
          </a:xfrm>
        </p:grpSpPr>
        <p:sp>
          <p:nvSpPr>
            <p:cNvPr id="12593" name="Google Shape;12593;p65"/>
            <p:cNvSpPr/>
            <p:nvPr/>
          </p:nvSpPr>
          <p:spPr>
            <a:xfrm>
              <a:off x="2234539" y="3408218"/>
              <a:ext cx="222936" cy="219905"/>
            </a:xfrm>
            <a:custGeom>
              <a:avLst/>
              <a:gdLst/>
              <a:ahLst/>
              <a:cxnLst/>
              <a:rect l="l" t="t" r="r" b="b"/>
              <a:pathLst>
                <a:path w="8531" h="8415" extrusionOk="0">
                  <a:moveTo>
                    <a:pt x="6511" y="1"/>
                  </a:moveTo>
                  <a:cubicBezTo>
                    <a:pt x="6417" y="1"/>
                    <a:pt x="6323" y="37"/>
                    <a:pt x="6251" y="109"/>
                  </a:cubicBezTo>
                  <a:lnTo>
                    <a:pt x="3664" y="2696"/>
                  </a:lnTo>
                  <a:lnTo>
                    <a:pt x="1482" y="4878"/>
                  </a:lnTo>
                  <a:cubicBezTo>
                    <a:pt x="1126" y="5234"/>
                    <a:pt x="982" y="5744"/>
                    <a:pt x="1097" y="6234"/>
                  </a:cubicBezTo>
                  <a:lnTo>
                    <a:pt x="318" y="7013"/>
                  </a:lnTo>
                  <a:cubicBezTo>
                    <a:pt x="1" y="7331"/>
                    <a:pt x="1" y="7859"/>
                    <a:pt x="318" y="8177"/>
                  </a:cubicBezTo>
                  <a:cubicBezTo>
                    <a:pt x="477" y="8335"/>
                    <a:pt x="686" y="8415"/>
                    <a:pt x="896" y="8415"/>
                  </a:cubicBezTo>
                  <a:cubicBezTo>
                    <a:pt x="1107" y="8415"/>
                    <a:pt x="1318" y="8335"/>
                    <a:pt x="1482" y="8177"/>
                  </a:cubicBezTo>
                  <a:lnTo>
                    <a:pt x="2260" y="7398"/>
                  </a:lnTo>
                  <a:cubicBezTo>
                    <a:pt x="2370" y="7424"/>
                    <a:pt x="2481" y="7437"/>
                    <a:pt x="2591" y="7437"/>
                  </a:cubicBezTo>
                  <a:cubicBezTo>
                    <a:pt x="2969" y="7437"/>
                    <a:pt x="3341" y="7288"/>
                    <a:pt x="3616" y="7013"/>
                  </a:cubicBezTo>
                  <a:lnTo>
                    <a:pt x="5799" y="4830"/>
                  </a:lnTo>
                  <a:lnTo>
                    <a:pt x="8386" y="2244"/>
                  </a:lnTo>
                  <a:cubicBezTo>
                    <a:pt x="8530" y="2099"/>
                    <a:pt x="8530" y="1859"/>
                    <a:pt x="8386" y="1715"/>
                  </a:cubicBezTo>
                  <a:lnTo>
                    <a:pt x="6770" y="109"/>
                  </a:lnTo>
                  <a:cubicBezTo>
                    <a:pt x="6698" y="37"/>
                    <a:pt x="6604" y="1"/>
                    <a:pt x="6511"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4" name="Google Shape;12594;p65"/>
            <p:cNvSpPr/>
            <p:nvPr/>
          </p:nvSpPr>
          <p:spPr>
            <a:xfrm>
              <a:off x="2330288" y="3408218"/>
              <a:ext cx="127187" cy="126246"/>
            </a:xfrm>
            <a:custGeom>
              <a:avLst/>
              <a:gdLst/>
              <a:ahLst/>
              <a:cxnLst/>
              <a:rect l="l" t="t" r="r" b="b"/>
              <a:pathLst>
                <a:path w="4867" h="4831" extrusionOk="0">
                  <a:moveTo>
                    <a:pt x="2847" y="1"/>
                  </a:moveTo>
                  <a:cubicBezTo>
                    <a:pt x="2753" y="1"/>
                    <a:pt x="2659" y="37"/>
                    <a:pt x="2587" y="109"/>
                  </a:cubicBezTo>
                  <a:lnTo>
                    <a:pt x="0" y="2696"/>
                  </a:lnTo>
                  <a:lnTo>
                    <a:pt x="2135" y="4830"/>
                  </a:lnTo>
                  <a:lnTo>
                    <a:pt x="4722" y="2244"/>
                  </a:lnTo>
                  <a:cubicBezTo>
                    <a:pt x="4866" y="2099"/>
                    <a:pt x="4866" y="1859"/>
                    <a:pt x="4722" y="1715"/>
                  </a:cubicBezTo>
                  <a:lnTo>
                    <a:pt x="3106" y="109"/>
                  </a:lnTo>
                  <a:cubicBezTo>
                    <a:pt x="3034" y="37"/>
                    <a:pt x="2940" y="1"/>
                    <a:pt x="2847" y="1"/>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5" name="Google Shape;12595;p65"/>
            <p:cNvSpPr/>
            <p:nvPr/>
          </p:nvSpPr>
          <p:spPr>
            <a:xfrm>
              <a:off x="2212927" y="3640797"/>
              <a:ext cx="53049" cy="74582"/>
            </a:xfrm>
            <a:custGeom>
              <a:avLst/>
              <a:gdLst/>
              <a:ahLst/>
              <a:cxnLst/>
              <a:rect l="l" t="t" r="r" b="b"/>
              <a:pathLst>
                <a:path w="2030" h="2854" extrusionOk="0">
                  <a:moveTo>
                    <a:pt x="1073" y="0"/>
                  </a:moveTo>
                  <a:cubicBezTo>
                    <a:pt x="1001" y="0"/>
                    <a:pt x="929" y="41"/>
                    <a:pt x="895" y="123"/>
                  </a:cubicBezTo>
                  <a:lnTo>
                    <a:pt x="251" y="1604"/>
                  </a:lnTo>
                  <a:cubicBezTo>
                    <a:pt x="1" y="2171"/>
                    <a:pt x="395" y="2815"/>
                    <a:pt x="1010" y="2854"/>
                  </a:cubicBezTo>
                  <a:lnTo>
                    <a:pt x="1135" y="2854"/>
                  </a:lnTo>
                  <a:cubicBezTo>
                    <a:pt x="1376" y="2844"/>
                    <a:pt x="1607" y="2729"/>
                    <a:pt x="1760" y="2537"/>
                  </a:cubicBezTo>
                  <a:cubicBezTo>
                    <a:pt x="1982" y="2277"/>
                    <a:pt x="2030" y="1912"/>
                    <a:pt x="1895" y="1604"/>
                  </a:cubicBezTo>
                  <a:lnTo>
                    <a:pt x="1395" y="450"/>
                  </a:lnTo>
                  <a:lnTo>
                    <a:pt x="1251" y="123"/>
                  </a:lnTo>
                  <a:cubicBezTo>
                    <a:pt x="1217" y="41"/>
                    <a:pt x="1145" y="0"/>
                    <a:pt x="1073"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6" name="Google Shape;12596;p65"/>
            <p:cNvSpPr/>
            <p:nvPr/>
          </p:nvSpPr>
          <p:spPr>
            <a:xfrm>
              <a:off x="2233284" y="3652295"/>
              <a:ext cx="32457" cy="54800"/>
            </a:xfrm>
            <a:custGeom>
              <a:avLst/>
              <a:gdLst/>
              <a:ahLst/>
              <a:cxnLst/>
              <a:rect l="l" t="t" r="r" b="b"/>
              <a:pathLst>
                <a:path w="1242" h="2097" extrusionOk="0">
                  <a:moveTo>
                    <a:pt x="606" y="0"/>
                  </a:moveTo>
                  <a:lnTo>
                    <a:pt x="241" y="846"/>
                  </a:lnTo>
                  <a:cubicBezTo>
                    <a:pt x="1" y="1404"/>
                    <a:pt x="376" y="2039"/>
                    <a:pt x="981" y="2097"/>
                  </a:cubicBezTo>
                  <a:cubicBezTo>
                    <a:pt x="1193" y="1827"/>
                    <a:pt x="1241" y="1472"/>
                    <a:pt x="1106" y="1164"/>
                  </a:cubicBezTo>
                  <a:lnTo>
                    <a:pt x="606" y="0"/>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7" name="Google Shape;12597;p65"/>
            <p:cNvSpPr/>
            <p:nvPr/>
          </p:nvSpPr>
          <p:spPr>
            <a:xfrm>
              <a:off x="2229756" y="3408218"/>
              <a:ext cx="201586" cy="219722"/>
            </a:xfrm>
            <a:custGeom>
              <a:avLst/>
              <a:gdLst/>
              <a:ahLst/>
              <a:cxnLst/>
              <a:rect l="l" t="t" r="r" b="b"/>
              <a:pathLst>
                <a:path w="7714" h="8408" extrusionOk="0">
                  <a:moveTo>
                    <a:pt x="7710" y="855"/>
                  </a:moveTo>
                  <a:lnTo>
                    <a:pt x="7713" y="859"/>
                  </a:lnTo>
                  <a:cubicBezTo>
                    <a:pt x="7712" y="858"/>
                    <a:pt x="7711" y="857"/>
                    <a:pt x="7710" y="855"/>
                  </a:cubicBezTo>
                  <a:close/>
                  <a:moveTo>
                    <a:pt x="6694" y="1"/>
                  </a:moveTo>
                  <a:cubicBezTo>
                    <a:pt x="6600" y="1"/>
                    <a:pt x="6506" y="37"/>
                    <a:pt x="6434" y="109"/>
                  </a:cubicBezTo>
                  <a:lnTo>
                    <a:pt x="3847" y="2696"/>
                  </a:lnTo>
                  <a:lnTo>
                    <a:pt x="1665" y="4878"/>
                  </a:lnTo>
                  <a:cubicBezTo>
                    <a:pt x="1309" y="5234"/>
                    <a:pt x="1155" y="5744"/>
                    <a:pt x="1270" y="6234"/>
                  </a:cubicBezTo>
                  <a:lnTo>
                    <a:pt x="501" y="7013"/>
                  </a:lnTo>
                  <a:cubicBezTo>
                    <a:pt x="1" y="7504"/>
                    <a:pt x="318" y="8359"/>
                    <a:pt x="1020" y="8407"/>
                  </a:cubicBezTo>
                  <a:cubicBezTo>
                    <a:pt x="1001" y="8167"/>
                    <a:pt x="1088" y="7936"/>
                    <a:pt x="1261" y="7773"/>
                  </a:cubicBezTo>
                  <a:lnTo>
                    <a:pt x="2040" y="6994"/>
                  </a:lnTo>
                  <a:cubicBezTo>
                    <a:pt x="1924" y="6504"/>
                    <a:pt x="2068" y="5984"/>
                    <a:pt x="2424" y="5628"/>
                  </a:cubicBezTo>
                  <a:lnTo>
                    <a:pt x="4607" y="3446"/>
                  </a:lnTo>
                  <a:lnTo>
                    <a:pt x="7194" y="859"/>
                  </a:lnTo>
                  <a:cubicBezTo>
                    <a:pt x="7266" y="787"/>
                    <a:pt x="7360" y="751"/>
                    <a:pt x="7453" y="751"/>
                  </a:cubicBezTo>
                  <a:cubicBezTo>
                    <a:pt x="7546" y="751"/>
                    <a:pt x="7638" y="786"/>
                    <a:pt x="7710" y="855"/>
                  </a:cubicBezTo>
                  <a:lnTo>
                    <a:pt x="7710" y="855"/>
                  </a:lnTo>
                  <a:lnTo>
                    <a:pt x="6953" y="109"/>
                  </a:lnTo>
                  <a:cubicBezTo>
                    <a:pt x="6881" y="37"/>
                    <a:pt x="6787" y="1"/>
                    <a:pt x="6694"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8" name="Google Shape;12598;p65"/>
            <p:cNvSpPr/>
            <p:nvPr/>
          </p:nvSpPr>
          <p:spPr>
            <a:xfrm>
              <a:off x="2330288" y="3408035"/>
              <a:ext cx="101054" cy="90236"/>
            </a:xfrm>
            <a:custGeom>
              <a:avLst/>
              <a:gdLst/>
              <a:ahLst/>
              <a:cxnLst/>
              <a:rect l="l" t="t" r="r" b="b"/>
              <a:pathLst>
                <a:path w="3867" h="3453" extrusionOk="0">
                  <a:moveTo>
                    <a:pt x="2852" y="0"/>
                  </a:moveTo>
                  <a:cubicBezTo>
                    <a:pt x="2755" y="0"/>
                    <a:pt x="2659" y="39"/>
                    <a:pt x="2587" y="116"/>
                  </a:cubicBezTo>
                  <a:lnTo>
                    <a:pt x="0" y="2693"/>
                  </a:lnTo>
                  <a:lnTo>
                    <a:pt x="760" y="3453"/>
                  </a:lnTo>
                  <a:lnTo>
                    <a:pt x="3347" y="866"/>
                  </a:lnTo>
                  <a:cubicBezTo>
                    <a:pt x="3419" y="794"/>
                    <a:pt x="3513" y="758"/>
                    <a:pt x="3606" y="758"/>
                  </a:cubicBezTo>
                  <a:cubicBezTo>
                    <a:pt x="3700" y="758"/>
                    <a:pt x="3794" y="794"/>
                    <a:pt x="3866" y="866"/>
                  </a:cubicBezTo>
                  <a:lnTo>
                    <a:pt x="3116" y="116"/>
                  </a:lnTo>
                  <a:cubicBezTo>
                    <a:pt x="3044" y="39"/>
                    <a:pt x="2948" y="0"/>
                    <a:pt x="2852"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9" name="Google Shape;12599;p65"/>
            <p:cNvSpPr/>
            <p:nvPr/>
          </p:nvSpPr>
          <p:spPr>
            <a:xfrm>
              <a:off x="2389086" y="3348897"/>
              <a:ext cx="131446" cy="126142"/>
            </a:xfrm>
            <a:custGeom>
              <a:avLst/>
              <a:gdLst/>
              <a:ahLst/>
              <a:cxnLst/>
              <a:rect l="l" t="t" r="r" b="b"/>
              <a:pathLst>
                <a:path w="5030" h="4827" extrusionOk="0">
                  <a:moveTo>
                    <a:pt x="2991" y="1"/>
                  </a:moveTo>
                  <a:cubicBezTo>
                    <a:pt x="2528" y="1"/>
                    <a:pt x="2072" y="183"/>
                    <a:pt x="1731" y="523"/>
                  </a:cubicBezTo>
                  <a:lnTo>
                    <a:pt x="126" y="2119"/>
                  </a:lnTo>
                  <a:cubicBezTo>
                    <a:pt x="1" y="2254"/>
                    <a:pt x="1" y="2465"/>
                    <a:pt x="126" y="2600"/>
                  </a:cubicBezTo>
                  <a:lnTo>
                    <a:pt x="2251" y="4725"/>
                  </a:lnTo>
                  <a:cubicBezTo>
                    <a:pt x="2318" y="4792"/>
                    <a:pt x="2407" y="4826"/>
                    <a:pt x="2495" y="4826"/>
                  </a:cubicBezTo>
                  <a:cubicBezTo>
                    <a:pt x="2582" y="4826"/>
                    <a:pt x="2669" y="4792"/>
                    <a:pt x="2731" y="4725"/>
                  </a:cubicBezTo>
                  <a:lnTo>
                    <a:pt x="4049" y="3417"/>
                  </a:lnTo>
                  <a:lnTo>
                    <a:pt x="4337" y="3129"/>
                  </a:lnTo>
                  <a:cubicBezTo>
                    <a:pt x="5020" y="2427"/>
                    <a:pt x="5030" y="1311"/>
                    <a:pt x="4337" y="619"/>
                  </a:cubicBezTo>
                  <a:lnTo>
                    <a:pt x="4241" y="523"/>
                  </a:lnTo>
                  <a:cubicBezTo>
                    <a:pt x="4078" y="359"/>
                    <a:pt x="3885" y="225"/>
                    <a:pt x="3674" y="138"/>
                  </a:cubicBezTo>
                  <a:cubicBezTo>
                    <a:pt x="3454" y="46"/>
                    <a:pt x="3222" y="1"/>
                    <a:pt x="2991"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0" name="Google Shape;12600;p65"/>
            <p:cNvSpPr/>
            <p:nvPr/>
          </p:nvSpPr>
          <p:spPr>
            <a:xfrm>
              <a:off x="2450158" y="3352738"/>
              <a:ext cx="70140" cy="85479"/>
            </a:xfrm>
            <a:custGeom>
              <a:avLst/>
              <a:gdLst/>
              <a:ahLst/>
              <a:cxnLst/>
              <a:rect l="l" t="t" r="r" b="b"/>
              <a:pathLst>
                <a:path w="2684" h="3271" extrusionOk="0">
                  <a:moveTo>
                    <a:pt x="1337" y="1"/>
                  </a:moveTo>
                  <a:lnTo>
                    <a:pt x="125" y="1203"/>
                  </a:lnTo>
                  <a:cubicBezTo>
                    <a:pt x="0" y="1338"/>
                    <a:pt x="0" y="1549"/>
                    <a:pt x="125" y="1684"/>
                  </a:cubicBezTo>
                  <a:lnTo>
                    <a:pt x="1712" y="3270"/>
                  </a:lnTo>
                  <a:lnTo>
                    <a:pt x="2000" y="2982"/>
                  </a:lnTo>
                  <a:cubicBezTo>
                    <a:pt x="2683" y="2280"/>
                    <a:pt x="2683" y="1164"/>
                    <a:pt x="1991" y="472"/>
                  </a:cubicBezTo>
                  <a:lnTo>
                    <a:pt x="1895" y="376"/>
                  </a:lnTo>
                  <a:cubicBezTo>
                    <a:pt x="1731" y="212"/>
                    <a:pt x="1539" y="87"/>
                    <a:pt x="1337"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1" name="Google Shape;12601;p65"/>
            <p:cNvSpPr/>
            <p:nvPr/>
          </p:nvSpPr>
          <p:spPr>
            <a:xfrm>
              <a:off x="2356159" y="3369908"/>
              <a:ext cx="139992" cy="137405"/>
            </a:xfrm>
            <a:custGeom>
              <a:avLst/>
              <a:gdLst/>
              <a:ahLst/>
              <a:cxnLst/>
              <a:rect l="l" t="t" r="r" b="b"/>
              <a:pathLst>
                <a:path w="5357" h="5258" extrusionOk="0">
                  <a:moveTo>
                    <a:pt x="1059" y="0"/>
                  </a:moveTo>
                  <a:cubicBezTo>
                    <a:pt x="926" y="0"/>
                    <a:pt x="794" y="51"/>
                    <a:pt x="693" y="152"/>
                  </a:cubicBezTo>
                  <a:lnTo>
                    <a:pt x="193" y="652"/>
                  </a:lnTo>
                  <a:cubicBezTo>
                    <a:pt x="1" y="854"/>
                    <a:pt x="1" y="1181"/>
                    <a:pt x="193" y="1383"/>
                  </a:cubicBezTo>
                  <a:lnTo>
                    <a:pt x="828" y="2008"/>
                  </a:lnTo>
                  <a:lnTo>
                    <a:pt x="3943" y="5114"/>
                  </a:lnTo>
                  <a:cubicBezTo>
                    <a:pt x="4040" y="5210"/>
                    <a:pt x="4169" y="5258"/>
                    <a:pt x="4300" y="5258"/>
                  </a:cubicBezTo>
                  <a:cubicBezTo>
                    <a:pt x="4431" y="5258"/>
                    <a:pt x="4564" y="5210"/>
                    <a:pt x="4665" y="5114"/>
                  </a:cubicBezTo>
                  <a:lnTo>
                    <a:pt x="5165" y="4614"/>
                  </a:lnTo>
                  <a:cubicBezTo>
                    <a:pt x="5357" y="4412"/>
                    <a:pt x="5357" y="4104"/>
                    <a:pt x="5165" y="3902"/>
                  </a:cubicBezTo>
                  <a:lnTo>
                    <a:pt x="2059" y="786"/>
                  </a:lnTo>
                  <a:lnTo>
                    <a:pt x="1424" y="152"/>
                  </a:lnTo>
                  <a:cubicBezTo>
                    <a:pt x="1323" y="51"/>
                    <a:pt x="1191" y="0"/>
                    <a:pt x="1059"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2" name="Google Shape;12602;p65"/>
            <p:cNvSpPr/>
            <p:nvPr/>
          </p:nvSpPr>
          <p:spPr>
            <a:xfrm>
              <a:off x="2372492" y="3386476"/>
              <a:ext cx="123659" cy="120837"/>
            </a:xfrm>
            <a:custGeom>
              <a:avLst/>
              <a:gdLst/>
              <a:ahLst/>
              <a:cxnLst/>
              <a:rect l="l" t="t" r="r" b="b"/>
              <a:pathLst>
                <a:path w="4732" h="4624" extrusionOk="0">
                  <a:moveTo>
                    <a:pt x="1060" y="1"/>
                  </a:moveTo>
                  <a:cubicBezTo>
                    <a:pt x="929" y="1"/>
                    <a:pt x="799" y="51"/>
                    <a:pt x="703" y="152"/>
                  </a:cubicBezTo>
                  <a:lnTo>
                    <a:pt x="203" y="652"/>
                  </a:lnTo>
                  <a:cubicBezTo>
                    <a:pt x="1" y="854"/>
                    <a:pt x="1" y="1172"/>
                    <a:pt x="203" y="1374"/>
                  </a:cubicBezTo>
                  <a:lnTo>
                    <a:pt x="3318" y="4480"/>
                  </a:lnTo>
                  <a:cubicBezTo>
                    <a:pt x="3415" y="4576"/>
                    <a:pt x="3544" y="4624"/>
                    <a:pt x="3675" y="4624"/>
                  </a:cubicBezTo>
                  <a:cubicBezTo>
                    <a:pt x="3806" y="4624"/>
                    <a:pt x="3939" y="4576"/>
                    <a:pt x="4040" y="4480"/>
                  </a:cubicBezTo>
                  <a:lnTo>
                    <a:pt x="4540" y="3980"/>
                  </a:lnTo>
                  <a:cubicBezTo>
                    <a:pt x="4732" y="3778"/>
                    <a:pt x="4732" y="3470"/>
                    <a:pt x="4540" y="3268"/>
                  </a:cubicBezTo>
                  <a:lnTo>
                    <a:pt x="1424" y="152"/>
                  </a:lnTo>
                  <a:cubicBezTo>
                    <a:pt x="1323" y="51"/>
                    <a:pt x="1191" y="1"/>
                    <a:pt x="106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03" name="Google Shape;12603;p65"/>
          <p:cNvGrpSpPr/>
          <p:nvPr/>
        </p:nvGrpSpPr>
        <p:grpSpPr>
          <a:xfrm>
            <a:off x="1760714" y="3164345"/>
            <a:ext cx="310114" cy="366665"/>
            <a:chOff x="1764389" y="3348218"/>
            <a:chExt cx="310114" cy="366665"/>
          </a:xfrm>
        </p:grpSpPr>
        <p:sp>
          <p:nvSpPr>
            <p:cNvPr id="12604" name="Google Shape;12604;p65"/>
            <p:cNvSpPr/>
            <p:nvPr/>
          </p:nvSpPr>
          <p:spPr>
            <a:xfrm>
              <a:off x="1782734" y="3556441"/>
              <a:ext cx="37918" cy="23598"/>
            </a:xfrm>
            <a:custGeom>
              <a:avLst/>
              <a:gdLst/>
              <a:ahLst/>
              <a:cxnLst/>
              <a:rect l="l" t="t" r="r" b="b"/>
              <a:pathLst>
                <a:path w="1451" h="903" extrusionOk="0">
                  <a:moveTo>
                    <a:pt x="1141" y="0"/>
                  </a:moveTo>
                  <a:cubicBezTo>
                    <a:pt x="1105" y="0"/>
                    <a:pt x="1067" y="10"/>
                    <a:pt x="1029" y="33"/>
                  </a:cubicBezTo>
                  <a:lnTo>
                    <a:pt x="1029" y="24"/>
                  </a:lnTo>
                  <a:lnTo>
                    <a:pt x="212" y="505"/>
                  </a:lnTo>
                  <a:cubicBezTo>
                    <a:pt x="1" y="618"/>
                    <a:pt x="118" y="902"/>
                    <a:pt x="310" y="902"/>
                  </a:cubicBezTo>
                  <a:cubicBezTo>
                    <a:pt x="346" y="902"/>
                    <a:pt x="384" y="893"/>
                    <a:pt x="423" y="870"/>
                  </a:cubicBezTo>
                  <a:lnTo>
                    <a:pt x="1241" y="399"/>
                  </a:lnTo>
                  <a:cubicBezTo>
                    <a:pt x="1451" y="278"/>
                    <a:pt x="1328" y="0"/>
                    <a:pt x="1141"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5" name="Google Shape;12605;p65"/>
            <p:cNvSpPr/>
            <p:nvPr/>
          </p:nvSpPr>
          <p:spPr>
            <a:xfrm>
              <a:off x="2016933" y="3558218"/>
              <a:ext cx="37971" cy="23833"/>
            </a:xfrm>
            <a:custGeom>
              <a:avLst/>
              <a:gdLst/>
              <a:ahLst/>
              <a:cxnLst/>
              <a:rect l="l" t="t" r="r" b="b"/>
              <a:pathLst>
                <a:path w="1453" h="912" extrusionOk="0">
                  <a:moveTo>
                    <a:pt x="314" y="0"/>
                  </a:moveTo>
                  <a:cubicBezTo>
                    <a:pt x="125" y="0"/>
                    <a:pt x="1" y="286"/>
                    <a:pt x="212" y="408"/>
                  </a:cubicBezTo>
                  <a:lnTo>
                    <a:pt x="1039" y="879"/>
                  </a:lnTo>
                  <a:cubicBezTo>
                    <a:pt x="1076" y="902"/>
                    <a:pt x="1113" y="911"/>
                    <a:pt x="1148" y="911"/>
                  </a:cubicBezTo>
                  <a:cubicBezTo>
                    <a:pt x="1334" y="911"/>
                    <a:pt x="1453" y="627"/>
                    <a:pt x="1250" y="514"/>
                  </a:cubicBezTo>
                  <a:lnTo>
                    <a:pt x="423" y="33"/>
                  </a:lnTo>
                  <a:cubicBezTo>
                    <a:pt x="386" y="10"/>
                    <a:pt x="348" y="0"/>
                    <a:pt x="314"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6" name="Google Shape;12606;p65"/>
            <p:cNvSpPr/>
            <p:nvPr/>
          </p:nvSpPr>
          <p:spPr>
            <a:xfrm>
              <a:off x="1915147" y="3348218"/>
              <a:ext cx="11080" cy="36089"/>
            </a:xfrm>
            <a:custGeom>
              <a:avLst/>
              <a:gdLst/>
              <a:ahLst/>
              <a:cxnLst/>
              <a:rect l="l" t="t" r="r" b="b"/>
              <a:pathLst>
                <a:path w="424" h="1381" extrusionOk="0">
                  <a:moveTo>
                    <a:pt x="212" y="1"/>
                  </a:moveTo>
                  <a:cubicBezTo>
                    <a:pt x="97" y="1"/>
                    <a:pt x="1" y="97"/>
                    <a:pt x="1" y="212"/>
                  </a:cubicBezTo>
                  <a:lnTo>
                    <a:pt x="1" y="1164"/>
                  </a:lnTo>
                  <a:cubicBezTo>
                    <a:pt x="1" y="1309"/>
                    <a:pt x="106" y="1381"/>
                    <a:pt x="212" y="1381"/>
                  </a:cubicBezTo>
                  <a:cubicBezTo>
                    <a:pt x="318" y="1381"/>
                    <a:pt x="424" y="1309"/>
                    <a:pt x="424" y="1164"/>
                  </a:cubicBezTo>
                  <a:lnTo>
                    <a:pt x="424" y="212"/>
                  </a:lnTo>
                  <a:cubicBezTo>
                    <a:pt x="424" y="97"/>
                    <a:pt x="328" y="1"/>
                    <a:pt x="212"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7" name="Google Shape;12607;p65"/>
            <p:cNvSpPr/>
            <p:nvPr/>
          </p:nvSpPr>
          <p:spPr>
            <a:xfrm>
              <a:off x="1839363" y="3367399"/>
              <a:ext cx="27126" cy="32796"/>
            </a:xfrm>
            <a:custGeom>
              <a:avLst/>
              <a:gdLst/>
              <a:ahLst/>
              <a:cxnLst/>
              <a:rect l="l" t="t" r="r" b="b"/>
              <a:pathLst>
                <a:path w="1038" h="1255" extrusionOk="0">
                  <a:moveTo>
                    <a:pt x="287" y="1"/>
                  </a:moveTo>
                  <a:cubicBezTo>
                    <a:pt x="142" y="1"/>
                    <a:pt x="1" y="154"/>
                    <a:pt x="93" y="325"/>
                  </a:cubicBezTo>
                  <a:lnTo>
                    <a:pt x="574" y="1142"/>
                  </a:lnTo>
                  <a:cubicBezTo>
                    <a:pt x="616" y="1221"/>
                    <a:pt x="683" y="1254"/>
                    <a:pt x="750" y="1254"/>
                  </a:cubicBezTo>
                  <a:cubicBezTo>
                    <a:pt x="894" y="1254"/>
                    <a:pt x="1038" y="1101"/>
                    <a:pt x="939" y="930"/>
                  </a:cubicBezTo>
                  <a:lnTo>
                    <a:pt x="468" y="113"/>
                  </a:lnTo>
                  <a:cubicBezTo>
                    <a:pt x="422" y="34"/>
                    <a:pt x="354" y="1"/>
                    <a:pt x="287"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8" name="Google Shape;12608;p65"/>
            <p:cNvSpPr/>
            <p:nvPr/>
          </p:nvSpPr>
          <p:spPr>
            <a:xfrm>
              <a:off x="1783988" y="3420997"/>
              <a:ext cx="37971" cy="23754"/>
            </a:xfrm>
            <a:custGeom>
              <a:avLst/>
              <a:gdLst/>
              <a:ahLst/>
              <a:cxnLst/>
              <a:rect l="l" t="t" r="r" b="b"/>
              <a:pathLst>
                <a:path w="1453" h="909" extrusionOk="0">
                  <a:moveTo>
                    <a:pt x="310" y="1"/>
                  </a:moveTo>
                  <a:cubicBezTo>
                    <a:pt x="118" y="1"/>
                    <a:pt x="1" y="285"/>
                    <a:pt x="212" y="399"/>
                  </a:cubicBezTo>
                  <a:lnTo>
                    <a:pt x="1029" y="880"/>
                  </a:lnTo>
                  <a:cubicBezTo>
                    <a:pt x="1067" y="900"/>
                    <a:pt x="1104" y="909"/>
                    <a:pt x="1138" y="909"/>
                  </a:cubicBezTo>
                  <a:cubicBezTo>
                    <a:pt x="1332" y="909"/>
                    <a:pt x="1453" y="627"/>
                    <a:pt x="1241" y="505"/>
                  </a:cubicBezTo>
                  <a:lnTo>
                    <a:pt x="423" y="33"/>
                  </a:lnTo>
                  <a:cubicBezTo>
                    <a:pt x="384" y="11"/>
                    <a:pt x="346" y="1"/>
                    <a:pt x="310"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9" name="Google Shape;12609;p65"/>
            <p:cNvSpPr/>
            <p:nvPr/>
          </p:nvSpPr>
          <p:spPr>
            <a:xfrm>
              <a:off x="1764389" y="3494716"/>
              <a:ext cx="37971" cy="11106"/>
            </a:xfrm>
            <a:custGeom>
              <a:avLst/>
              <a:gdLst/>
              <a:ahLst/>
              <a:cxnLst/>
              <a:rect l="l" t="t" r="r" b="b"/>
              <a:pathLst>
                <a:path w="1453" h="425" extrusionOk="0">
                  <a:moveTo>
                    <a:pt x="289" y="1"/>
                  </a:moveTo>
                  <a:cubicBezTo>
                    <a:pt x="0" y="1"/>
                    <a:pt x="0" y="424"/>
                    <a:pt x="289" y="424"/>
                  </a:cubicBezTo>
                  <a:lnTo>
                    <a:pt x="1231" y="424"/>
                  </a:lnTo>
                  <a:cubicBezTo>
                    <a:pt x="1356" y="424"/>
                    <a:pt x="1452" y="328"/>
                    <a:pt x="1452" y="213"/>
                  </a:cubicBezTo>
                  <a:cubicBezTo>
                    <a:pt x="1452" y="97"/>
                    <a:pt x="1356" y="1"/>
                    <a:pt x="1231"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0" name="Google Shape;12610;p65"/>
            <p:cNvSpPr/>
            <p:nvPr/>
          </p:nvSpPr>
          <p:spPr>
            <a:xfrm>
              <a:off x="2034756" y="3496990"/>
              <a:ext cx="39748" cy="11342"/>
            </a:xfrm>
            <a:custGeom>
              <a:avLst/>
              <a:gdLst/>
              <a:ahLst/>
              <a:cxnLst/>
              <a:rect l="l" t="t" r="r" b="b"/>
              <a:pathLst>
                <a:path w="1521" h="434" extrusionOk="0">
                  <a:moveTo>
                    <a:pt x="289" y="1"/>
                  </a:moveTo>
                  <a:cubicBezTo>
                    <a:pt x="1" y="10"/>
                    <a:pt x="1" y="433"/>
                    <a:pt x="289" y="433"/>
                  </a:cubicBezTo>
                  <a:lnTo>
                    <a:pt x="1241" y="433"/>
                  </a:lnTo>
                  <a:cubicBezTo>
                    <a:pt x="1520" y="433"/>
                    <a:pt x="1520" y="1"/>
                    <a:pt x="1241"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1" name="Google Shape;12611;p65"/>
            <p:cNvSpPr/>
            <p:nvPr/>
          </p:nvSpPr>
          <p:spPr>
            <a:xfrm>
              <a:off x="2018684" y="3423009"/>
              <a:ext cx="37448" cy="23754"/>
            </a:xfrm>
            <a:custGeom>
              <a:avLst/>
              <a:gdLst/>
              <a:ahLst/>
              <a:cxnLst/>
              <a:rect l="l" t="t" r="r" b="b"/>
              <a:pathLst>
                <a:path w="1433" h="909" extrusionOk="0">
                  <a:moveTo>
                    <a:pt x="1123" y="1"/>
                  </a:moveTo>
                  <a:cubicBezTo>
                    <a:pt x="1088" y="1"/>
                    <a:pt x="1049" y="11"/>
                    <a:pt x="1010" y="33"/>
                  </a:cubicBezTo>
                  <a:lnTo>
                    <a:pt x="193" y="504"/>
                  </a:lnTo>
                  <a:cubicBezTo>
                    <a:pt x="1" y="620"/>
                    <a:pt x="77" y="908"/>
                    <a:pt x="299" y="908"/>
                  </a:cubicBezTo>
                  <a:cubicBezTo>
                    <a:pt x="337" y="908"/>
                    <a:pt x="366" y="899"/>
                    <a:pt x="404" y="879"/>
                  </a:cubicBezTo>
                  <a:lnTo>
                    <a:pt x="1222" y="399"/>
                  </a:lnTo>
                  <a:cubicBezTo>
                    <a:pt x="1433" y="285"/>
                    <a:pt x="1315" y="1"/>
                    <a:pt x="1123"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2" name="Google Shape;12612;p65"/>
            <p:cNvSpPr/>
            <p:nvPr/>
          </p:nvSpPr>
          <p:spPr>
            <a:xfrm>
              <a:off x="1974573" y="3368627"/>
              <a:ext cx="26054" cy="32822"/>
            </a:xfrm>
            <a:custGeom>
              <a:avLst/>
              <a:gdLst/>
              <a:ahLst/>
              <a:cxnLst/>
              <a:rect l="l" t="t" r="r" b="b"/>
              <a:pathLst>
                <a:path w="997" h="1256" extrusionOk="0">
                  <a:moveTo>
                    <a:pt x="757" y="0"/>
                  </a:moveTo>
                  <a:cubicBezTo>
                    <a:pt x="683" y="0"/>
                    <a:pt x="612" y="39"/>
                    <a:pt x="573" y="105"/>
                  </a:cubicBezTo>
                  <a:lnTo>
                    <a:pt x="92" y="932"/>
                  </a:lnTo>
                  <a:cubicBezTo>
                    <a:pt x="0" y="1102"/>
                    <a:pt x="142" y="1255"/>
                    <a:pt x="286" y="1255"/>
                  </a:cubicBezTo>
                  <a:cubicBezTo>
                    <a:pt x="354" y="1255"/>
                    <a:pt x="422" y="1222"/>
                    <a:pt x="467" y="1143"/>
                  </a:cubicBezTo>
                  <a:lnTo>
                    <a:pt x="938" y="326"/>
                  </a:lnTo>
                  <a:cubicBezTo>
                    <a:pt x="996" y="220"/>
                    <a:pt x="967" y="85"/>
                    <a:pt x="862" y="28"/>
                  </a:cubicBezTo>
                  <a:cubicBezTo>
                    <a:pt x="828" y="9"/>
                    <a:pt x="792" y="0"/>
                    <a:pt x="757"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3" name="Google Shape;12613;p65"/>
            <p:cNvSpPr/>
            <p:nvPr/>
          </p:nvSpPr>
          <p:spPr>
            <a:xfrm>
              <a:off x="1820914" y="3408009"/>
              <a:ext cx="218651" cy="273450"/>
            </a:xfrm>
            <a:custGeom>
              <a:avLst/>
              <a:gdLst/>
              <a:ahLst/>
              <a:cxnLst/>
              <a:rect l="l" t="t" r="r" b="b"/>
              <a:pathLst>
                <a:path w="8367" h="10464" extrusionOk="0">
                  <a:moveTo>
                    <a:pt x="3813" y="0"/>
                  </a:moveTo>
                  <a:cubicBezTo>
                    <a:pt x="2378" y="0"/>
                    <a:pt x="1085" y="876"/>
                    <a:pt x="549" y="2213"/>
                  </a:cubicBezTo>
                  <a:cubicBezTo>
                    <a:pt x="1" y="3579"/>
                    <a:pt x="366" y="5136"/>
                    <a:pt x="1453" y="6127"/>
                  </a:cubicBezTo>
                  <a:cubicBezTo>
                    <a:pt x="1885" y="6521"/>
                    <a:pt x="2126" y="7088"/>
                    <a:pt x="2126" y="7675"/>
                  </a:cubicBezTo>
                  <a:lnTo>
                    <a:pt x="2126" y="9868"/>
                  </a:lnTo>
                  <a:cubicBezTo>
                    <a:pt x="2126" y="10194"/>
                    <a:pt x="2385" y="10464"/>
                    <a:pt x="2722" y="10464"/>
                  </a:cubicBezTo>
                  <a:lnTo>
                    <a:pt x="4905" y="10464"/>
                  </a:lnTo>
                  <a:cubicBezTo>
                    <a:pt x="5241" y="10464"/>
                    <a:pt x="5511" y="10194"/>
                    <a:pt x="5511" y="9868"/>
                  </a:cubicBezTo>
                  <a:lnTo>
                    <a:pt x="5511" y="7665"/>
                  </a:lnTo>
                  <a:cubicBezTo>
                    <a:pt x="5511" y="7069"/>
                    <a:pt x="5761" y="6502"/>
                    <a:pt x="6203" y="6108"/>
                  </a:cubicBezTo>
                  <a:cubicBezTo>
                    <a:pt x="8367" y="4108"/>
                    <a:pt x="7270" y="492"/>
                    <a:pt x="4357" y="40"/>
                  </a:cubicBezTo>
                  <a:cubicBezTo>
                    <a:pt x="4203" y="21"/>
                    <a:pt x="4049" y="1"/>
                    <a:pt x="3905" y="1"/>
                  </a:cubicBezTo>
                  <a:cubicBezTo>
                    <a:pt x="3874" y="1"/>
                    <a:pt x="3843" y="0"/>
                    <a:pt x="3813" y="0"/>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4" name="Google Shape;12614;p65"/>
            <p:cNvSpPr/>
            <p:nvPr/>
          </p:nvSpPr>
          <p:spPr>
            <a:xfrm>
              <a:off x="1829720" y="3409028"/>
              <a:ext cx="209844" cy="272431"/>
            </a:xfrm>
            <a:custGeom>
              <a:avLst/>
              <a:gdLst/>
              <a:ahLst/>
              <a:cxnLst/>
              <a:rect l="l" t="t" r="r" b="b"/>
              <a:pathLst>
                <a:path w="8030" h="10425" extrusionOk="0">
                  <a:moveTo>
                    <a:pt x="4020" y="1"/>
                  </a:moveTo>
                  <a:cubicBezTo>
                    <a:pt x="1096" y="453"/>
                    <a:pt x="0" y="4097"/>
                    <a:pt x="2202" y="6088"/>
                  </a:cubicBezTo>
                  <a:cubicBezTo>
                    <a:pt x="2625" y="6482"/>
                    <a:pt x="2875" y="7049"/>
                    <a:pt x="2866" y="7636"/>
                  </a:cubicBezTo>
                  <a:lnTo>
                    <a:pt x="2866" y="9829"/>
                  </a:lnTo>
                  <a:cubicBezTo>
                    <a:pt x="2866" y="10155"/>
                    <a:pt x="3135" y="10425"/>
                    <a:pt x="3472" y="10425"/>
                  </a:cubicBezTo>
                  <a:lnTo>
                    <a:pt x="4568" y="10425"/>
                  </a:lnTo>
                  <a:cubicBezTo>
                    <a:pt x="4904" y="10425"/>
                    <a:pt x="5174" y="10155"/>
                    <a:pt x="5174" y="9829"/>
                  </a:cubicBezTo>
                  <a:lnTo>
                    <a:pt x="5174" y="7626"/>
                  </a:lnTo>
                  <a:cubicBezTo>
                    <a:pt x="5174" y="7030"/>
                    <a:pt x="5424" y="6463"/>
                    <a:pt x="5866" y="6069"/>
                  </a:cubicBezTo>
                  <a:cubicBezTo>
                    <a:pt x="8030" y="4069"/>
                    <a:pt x="6933" y="453"/>
                    <a:pt x="4020"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5" name="Google Shape;12615;p65"/>
            <p:cNvSpPr/>
            <p:nvPr/>
          </p:nvSpPr>
          <p:spPr>
            <a:xfrm>
              <a:off x="1865652" y="3465579"/>
              <a:ext cx="110096" cy="161290"/>
            </a:xfrm>
            <a:custGeom>
              <a:avLst/>
              <a:gdLst/>
              <a:ahLst/>
              <a:cxnLst/>
              <a:rect l="l" t="t" r="r" b="b"/>
              <a:pathLst>
                <a:path w="4213" h="6172" extrusionOk="0">
                  <a:moveTo>
                    <a:pt x="885" y="424"/>
                  </a:moveTo>
                  <a:cubicBezTo>
                    <a:pt x="1106" y="424"/>
                    <a:pt x="1289" y="606"/>
                    <a:pt x="1289" y="828"/>
                  </a:cubicBezTo>
                  <a:lnTo>
                    <a:pt x="1289" y="1241"/>
                  </a:lnTo>
                  <a:lnTo>
                    <a:pt x="837" y="1241"/>
                  </a:lnTo>
                  <a:cubicBezTo>
                    <a:pt x="289" y="1241"/>
                    <a:pt x="289" y="424"/>
                    <a:pt x="837" y="424"/>
                  </a:cubicBezTo>
                  <a:close/>
                  <a:moveTo>
                    <a:pt x="3385" y="424"/>
                  </a:moveTo>
                  <a:cubicBezTo>
                    <a:pt x="3924" y="424"/>
                    <a:pt x="3924" y="1241"/>
                    <a:pt x="3385" y="1241"/>
                  </a:cubicBezTo>
                  <a:lnTo>
                    <a:pt x="2924" y="1241"/>
                  </a:lnTo>
                  <a:lnTo>
                    <a:pt x="2924" y="828"/>
                  </a:lnTo>
                  <a:cubicBezTo>
                    <a:pt x="2924" y="606"/>
                    <a:pt x="3106" y="424"/>
                    <a:pt x="3327" y="424"/>
                  </a:cubicBezTo>
                  <a:close/>
                  <a:moveTo>
                    <a:pt x="837" y="1"/>
                  </a:moveTo>
                  <a:cubicBezTo>
                    <a:pt x="375" y="1"/>
                    <a:pt x="0" y="376"/>
                    <a:pt x="0" y="837"/>
                  </a:cubicBezTo>
                  <a:cubicBezTo>
                    <a:pt x="0" y="1289"/>
                    <a:pt x="375" y="1664"/>
                    <a:pt x="837" y="1664"/>
                  </a:cubicBezTo>
                  <a:lnTo>
                    <a:pt x="1289" y="1664"/>
                  </a:lnTo>
                  <a:lnTo>
                    <a:pt x="1289" y="3395"/>
                  </a:lnTo>
                  <a:cubicBezTo>
                    <a:pt x="1289" y="3534"/>
                    <a:pt x="1395" y="3604"/>
                    <a:pt x="1500" y="3604"/>
                  </a:cubicBezTo>
                  <a:cubicBezTo>
                    <a:pt x="1606" y="3604"/>
                    <a:pt x="1712" y="3534"/>
                    <a:pt x="1712" y="3395"/>
                  </a:cubicBezTo>
                  <a:lnTo>
                    <a:pt x="1712" y="1664"/>
                  </a:lnTo>
                  <a:lnTo>
                    <a:pt x="2501" y="1664"/>
                  </a:lnTo>
                  <a:lnTo>
                    <a:pt x="2501" y="5962"/>
                  </a:lnTo>
                  <a:cubicBezTo>
                    <a:pt x="2501" y="6102"/>
                    <a:pt x="2606" y="6172"/>
                    <a:pt x="2712" y="6172"/>
                  </a:cubicBezTo>
                  <a:cubicBezTo>
                    <a:pt x="2818" y="6172"/>
                    <a:pt x="2924" y="6102"/>
                    <a:pt x="2924" y="5962"/>
                  </a:cubicBezTo>
                  <a:lnTo>
                    <a:pt x="2924" y="1664"/>
                  </a:lnTo>
                  <a:lnTo>
                    <a:pt x="3385" y="1664"/>
                  </a:lnTo>
                  <a:cubicBezTo>
                    <a:pt x="3847" y="1664"/>
                    <a:pt x="4212" y="1289"/>
                    <a:pt x="4212" y="837"/>
                  </a:cubicBezTo>
                  <a:cubicBezTo>
                    <a:pt x="4212" y="376"/>
                    <a:pt x="3847" y="1"/>
                    <a:pt x="3385" y="1"/>
                  </a:cubicBezTo>
                  <a:lnTo>
                    <a:pt x="3327" y="1"/>
                  </a:lnTo>
                  <a:cubicBezTo>
                    <a:pt x="2876" y="1"/>
                    <a:pt x="2501" y="376"/>
                    <a:pt x="2501" y="828"/>
                  </a:cubicBezTo>
                  <a:lnTo>
                    <a:pt x="2501" y="1241"/>
                  </a:lnTo>
                  <a:lnTo>
                    <a:pt x="1712" y="1241"/>
                  </a:lnTo>
                  <a:lnTo>
                    <a:pt x="1712" y="828"/>
                  </a:lnTo>
                  <a:cubicBezTo>
                    <a:pt x="1712" y="376"/>
                    <a:pt x="1337" y="1"/>
                    <a:pt x="875"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6" name="Google Shape;12616;p65"/>
            <p:cNvSpPr/>
            <p:nvPr/>
          </p:nvSpPr>
          <p:spPr>
            <a:xfrm>
              <a:off x="1899311" y="3570866"/>
              <a:ext cx="11080" cy="55950"/>
            </a:xfrm>
            <a:custGeom>
              <a:avLst/>
              <a:gdLst/>
              <a:ahLst/>
              <a:cxnLst/>
              <a:rect l="l" t="t" r="r" b="b"/>
              <a:pathLst>
                <a:path w="424" h="2141" extrusionOk="0">
                  <a:moveTo>
                    <a:pt x="212" y="1"/>
                  </a:moveTo>
                  <a:cubicBezTo>
                    <a:pt x="97" y="1"/>
                    <a:pt x="1" y="97"/>
                    <a:pt x="1" y="222"/>
                  </a:cubicBezTo>
                  <a:lnTo>
                    <a:pt x="1" y="1924"/>
                  </a:lnTo>
                  <a:cubicBezTo>
                    <a:pt x="1" y="2068"/>
                    <a:pt x="107" y="2140"/>
                    <a:pt x="212" y="2140"/>
                  </a:cubicBezTo>
                  <a:cubicBezTo>
                    <a:pt x="318" y="2140"/>
                    <a:pt x="424" y="2068"/>
                    <a:pt x="424" y="1924"/>
                  </a:cubicBezTo>
                  <a:lnTo>
                    <a:pt x="424" y="222"/>
                  </a:lnTo>
                  <a:cubicBezTo>
                    <a:pt x="424" y="97"/>
                    <a:pt x="328" y="1"/>
                    <a:pt x="212"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7" name="Google Shape;12617;p65"/>
            <p:cNvSpPr/>
            <p:nvPr/>
          </p:nvSpPr>
          <p:spPr>
            <a:xfrm>
              <a:off x="1899311" y="3584429"/>
              <a:ext cx="5305" cy="42518"/>
            </a:xfrm>
            <a:custGeom>
              <a:avLst/>
              <a:gdLst/>
              <a:ahLst/>
              <a:cxnLst/>
              <a:rect l="l" t="t" r="r" b="b"/>
              <a:pathLst>
                <a:path w="203" h="1627" extrusionOk="0">
                  <a:moveTo>
                    <a:pt x="1" y="1"/>
                  </a:moveTo>
                  <a:lnTo>
                    <a:pt x="1" y="1405"/>
                  </a:lnTo>
                  <a:cubicBezTo>
                    <a:pt x="1" y="1520"/>
                    <a:pt x="87" y="1616"/>
                    <a:pt x="203" y="1626"/>
                  </a:cubicBezTo>
                  <a:lnTo>
                    <a:pt x="203" y="924"/>
                  </a:lnTo>
                  <a:cubicBezTo>
                    <a:pt x="203" y="607"/>
                    <a:pt x="136" y="289"/>
                    <a:pt x="1" y="1"/>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8" name="Google Shape;12618;p65"/>
            <p:cNvSpPr/>
            <p:nvPr/>
          </p:nvSpPr>
          <p:spPr>
            <a:xfrm>
              <a:off x="1891524" y="3678663"/>
              <a:ext cx="58328" cy="36220"/>
            </a:xfrm>
            <a:custGeom>
              <a:avLst/>
              <a:gdLst/>
              <a:ahLst/>
              <a:cxnLst/>
              <a:rect l="l" t="t" r="r" b="b"/>
              <a:pathLst>
                <a:path w="2232" h="1386" extrusionOk="0">
                  <a:moveTo>
                    <a:pt x="1" y="1"/>
                  </a:moveTo>
                  <a:lnTo>
                    <a:pt x="1" y="270"/>
                  </a:lnTo>
                  <a:cubicBezTo>
                    <a:pt x="1" y="886"/>
                    <a:pt x="501" y="1386"/>
                    <a:pt x="1116" y="1386"/>
                  </a:cubicBezTo>
                  <a:cubicBezTo>
                    <a:pt x="1732" y="1386"/>
                    <a:pt x="2232" y="886"/>
                    <a:pt x="2232" y="270"/>
                  </a:cubicBezTo>
                  <a:lnTo>
                    <a:pt x="2232" y="1"/>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19" name="Google Shape;12619;p65"/>
            <p:cNvSpPr/>
            <p:nvPr/>
          </p:nvSpPr>
          <p:spPr>
            <a:xfrm>
              <a:off x="1876210" y="3611842"/>
              <a:ext cx="88720" cy="34939"/>
            </a:xfrm>
            <a:custGeom>
              <a:avLst/>
              <a:gdLst/>
              <a:ahLst/>
              <a:cxnLst/>
              <a:rect l="l" t="t" r="r" b="b"/>
              <a:pathLst>
                <a:path w="3395" h="1337" extrusionOk="0">
                  <a:moveTo>
                    <a:pt x="0" y="0"/>
                  </a:moveTo>
                  <a:lnTo>
                    <a:pt x="0" y="1337"/>
                  </a:lnTo>
                  <a:lnTo>
                    <a:pt x="3395" y="1337"/>
                  </a:lnTo>
                  <a:lnTo>
                    <a:pt x="3395"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0" name="Google Shape;12620;p65"/>
            <p:cNvSpPr/>
            <p:nvPr/>
          </p:nvSpPr>
          <p:spPr>
            <a:xfrm>
              <a:off x="1876445" y="3646755"/>
              <a:ext cx="88485" cy="34965"/>
            </a:xfrm>
            <a:custGeom>
              <a:avLst/>
              <a:gdLst/>
              <a:ahLst/>
              <a:cxnLst/>
              <a:rect l="l" t="t" r="r" b="b"/>
              <a:pathLst>
                <a:path w="3386" h="1338" extrusionOk="0">
                  <a:moveTo>
                    <a:pt x="1" y="1"/>
                  </a:moveTo>
                  <a:lnTo>
                    <a:pt x="1" y="732"/>
                  </a:lnTo>
                  <a:cubicBezTo>
                    <a:pt x="1" y="1068"/>
                    <a:pt x="260" y="1337"/>
                    <a:pt x="597" y="1337"/>
                  </a:cubicBezTo>
                  <a:lnTo>
                    <a:pt x="2780" y="1337"/>
                  </a:lnTo>
                  <a:cubicBezTo>
                    <a:pt x="3116" y="1337"/>
                    <a:pt x="3386" y="1068"/>
                    <a:pt x="3386" y="732"/>
                  </a:cubicBezTo>
                  <a:lnTo>
                    <a:pt x="3386"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1" name="Google Shape;12621;p65"/>
            <p:cNvSpPr/>
            <p:nvPr/>
          </p:nvSpPr>
          <p:spPr>
            <a:xfrm>
              <a:off x="1920687" y="3678663"/>
              <a:ext cx="29164" cy="32195"/>
            </a:xfrm>
            <a:custGeom>
              <a:avLst/>
              <a:gdLst/>
              <a:ahLst/>
              <a:cxnLst/>
              <a:rect l="l" t="t" r="r" b="b"/>
              <a:pathLst>
                <a:path w="1116" h="1232" extrusionOk="0">
                  <a:moveTo>
                    <a:pt x="0" y="1"/>
                  </a:moveTo>
                  <a:lnTo>
                    <a:pt x="0" y="270"/>
                  </a:lnTo>
                  <a:cubicBezTo>
                    <a:pt x="0" y="664"/>
                    <a:pt x="212" y="1039"/>
                    <a:pt x="558" y="1232"/>
                  </a:cubicBezTo>
                  <a:cubicBezTo>
                    <a:pt x="895" y="1030"/>
                    <a:pt x="1106" y="664"/>
                    <a:pt x="1116" y="270"/>
                  </a:cubicBezTo>
                  <a:lnTo>
                    <a:pt x="1116"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2" name="Google Shape;12622;p65"/>
            <p:cNvSpPr/>
            <p:nvPr/>
          </p:nvSpPr>
          <p:spPr>
            <a:xfrm>
              <a:off x="1904590" y="3611842"/>
              <a:ext cx="60340" cy="34939"/>
            </a:xfrm>
            <a:custGeom>
              <a:avLst/>
              <a:gdLst/>
              <a:ahLst/>
              <a:cxnLst/>
              <a:rect l="l" t="t" r="r" b="b"/>
              <a:pathLst>
                <a:path w="2309" h="1337" extrusionOk="0">
                  <a:moveTo>
                    <a:pt x="1" y="0"/>
                  </a:moveTo>
                  <a:lnTo>
                    <a:pt x="1" y="1337"/>
                  </a:lnTo>
                  <a:lnTo>
                    <a:pt x="2309" y="1337"/>
                  </a:lnTo>
                  <a:lnTo>
                    <a:pt x="2309" y="0"/>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3" name="Google Shape;12623;p65"/>
            <p:cNvSpPr/>
            <p:nvPr/>
          </p:nvSpPr>
          <p:spPr>
            <a:xfrm>
              <a:off x="1904590" y="3646755"/>
              <a:ext cx="60340" cy="34965"/>
            </a:xfrm>
            <a:custGeom>
              <a:avLst/>
              <a:gdLst/>
              <a:ahLst/>
              <a:cxnLst/>
              <a:rect l="l" t="t" r="r" b="b"/>
              <a:pathLst>
                <a:path w="2309" h="1338" extrusionOk="0">
                  <a:moveTo>
                    <a:pt x="1" y="1"/>
                  </a:moveTo>
                  <a:lnTo>
                    <a:pt x="1" y="732"/>
                  </a:lnTo>
                  <a:cubicBezTo>
                    <a:pt x="1" y="1068"/>
                    <a:pt x="270" y="1337"/>
                    <a:pt x="607" y="1337"/>
                  </a:cubicBezTo>
                  <a:lnTo>
                    <a:pt x="1703" y="1337"/>
                  </a:lnTo>
                  <a:cubicBezTo>
                    <a:pt x="2039" y="1337"/>
                    <a:pt x="2309" y="1068"/>
                    <a:pt x="2309" y="732"/>
                  </a:cubicBezTo>
                  <a:lnTo>
                    <a:pt x="2309"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24" name="Google Shape;12624;p65"/>
          <p:cNvGrpSpPr/>
          <p:nvPr/>
        </p:nvGrpSpPr>
        <p:grpSpPr>
          <a:xfrm>
            <a:off x="2773897" y="3623415"/>
            <a:ext cx="81716" cy="366717"/>
            <a:chOff x="2777572" y="3807287"/>
            <a:chExt cx="81716" cy="366717"/>
          </a:xfrm>
        </p:grpSpPr>
        <p:sp>
          <p:nvSpPr>
            <p:cNvPr id="12625" name="Google Shape;12625;p65"/>
            <p:cNvSpPr/>
            <p:nvPr/>
          </p:nvSpPr>
          <p:spPr>
            <a:xfrm>
              <a:off x="2777572" y="3941765"/>
              <a:ext cx="81455" cy="181464"/>
            </a:xfrm>
            <a:custGeom>
              <a:avLst/>
              <a:gdLst/>
              <a:ahLst/>
              <a:cxnLst/>
              <a:rect l="l" t="t" r="r" b="b"/>
              <a:pathLst>
                <a:path w="3117" h="6944" extrusionOk="0">
                  <a:moveTo>
                    <a:pt x="578" y="1"/>
                  </a:moveTo>
                  <a:cubicBezTo>
                    <a:pt x="261" y="1"/>
                    <a:pt x="1" y="261"/>
                    <a:pt x="1" y="578"/>
                  </a:cubicBezTo>
                  <a:lnTo>
                    <a:pt x="1" y="6944"/>
                  </a:lnTo>
                  <a:lnTo>
                    <a:pt x="3117" y="6944"/>
                  </a:lnTo>
                  <a:lnTo>
                    <a:pt x="3117" y="578"/>
                  </a:lnTo>
                  <a:cubicBezTo>
                    <a:pt x="3117" y="261"/>
                    <a:pt x="2857" y="1"/>
                    <a:pt x="254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6" name="Google Shape;12626;p65"/>
            <p:cNvSpPr/>
            <p:nvPr/>
          </p:nvSpPr>
          <p:spPr>
            <a:xfrm>
              <a:off x="2796440" y="3941765"/>
              <a:ext cx="62587" cy="181464"/>
            </a:xfrm>
            <a:custGeom>
              <a:avLst/>
              <a:gdLst/>
              <a:ahLst/>
              <a:cxnLst/>
              <a:rect l="l" t="t" r="r" b="b"/>
              <a:pathLst>
                <a:path w="2395" h="6944" extrusionOk="0">
                  <a:moveTo>
                    <a:pt x="577" y="1"/>
                  </a:moveTo>
                  <a:cubicBezTo>
                    <a:pt x="260" y="1"/>
                    <a:pt x="0" y="261"/>
                    <a:pt x="0" y="578"/>
                  </a:cubicBezTo>
                  <a:lnTo>
                    <a:pt x="0" y="6944"/>
                  </a:lnTo>
                  <a:lnTo>
                    <a:pt x="2395" y="6944"/>
                  </a:lnTo>
                  <a:lnTo>
                    <a:pt x="2395" y="578"/>
                  </a:lnTo>
                  <a:cubicBezTo>
                    <a:pt x="2395" y="261"/>
                    <a:pt x="2135" y="1"/>
                    <a:pt x="1818"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7" name="Google Shape;12627;p65"/>
            <p:cNvSpPr/>
            <p:nvPr/>
          </p:nvSpPr>
          <p:spPr>
            <a:xfrm>
              <a:off x="2796440" y="3807287"/>
              <a:ext cx="42988" cy="286282"/>
            </a:xfrm>
            <a:custGeom>
              <a:avLst/>
              <a:gdLst/>
              <a:ahLst/>
              <a:cxnLst/>
              <a:rect l="l" t="t" r="r" b="b"/>
              <a:pathLst>
                <a:path w="1645" h="10955" extrusionOk="0">
                  <a:moveTo>
                    <a:pt x="159" y="1"/>
                  </a:moveTo>
                  <a:cubicBezTo>
                    <a:pt x="76" y="1"/>
                    <a:pt x="0" y="62"/>
                    <a:pt x="0" y="156"/>
                  </a:cubicBezTo>
                  <a:lnTo>
                    <a:pt x="0" y="10359"/>
                  </a:lnTo>
                  <a:cubicBezTo>
                    <a:pt x="0" y="10686"/>
                    <a:pt x="269" y="10955"/>
                    <a:pt x="596" y="10955"/>
                  </a:cubicBezTo>
                  <a:lnTo>
                    <a:pt x="1058" y="10955"/>
                  </a:lnTo>
                  <a:cubicBezTo>
                    <a:pt x="1385" y="10955"/>
                    <a:pt x="1644" y="10686"/>
                    <a:pt x="1644" y="10359"/>
                  </a:cubicBezTo>
                  <a:lnTo>
                    <a:pt x="1644" y="906"/>
                  </a:lnTo>
                  <a:lnTo>
                    <a:pt x="789" y="368"/>
                  </a:lnTo>
                  <a:lnTo>
                    <a:pt x="241" y="22"/>
                  </a:lnTo>
                  <a:cubicBezTo>
                    <a:pt x="214" y="7"/>
                    <a:pt x="186" y="1"/>
                    <a:pt x="159"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8" name="Google Shape;12628;p65"/>
            <p:cNvSpPr/>
            <p:nvPr/>
          </p:nvSpPr>
          <p:spPr>
            <a:xfrm>
              <a:off x="2817293" y="3816878"/>
              <a:ext cx="22631" cy="259104"/>
            </a:xfrm>
            <a:custGeom>
              <a:avLst/>
              <a:gdLst/>
              <a:ahLst/>
              <a:cxnLst/>
              <a:rect l="l" t="t" r="r" b="b"/>
              <a:pathLst>
                <a:path w="866" h="9915" extrusionOk="0">
                  <a:moveTo>
                    <a:pt x="0" y="1"/>
                  </a:moveTo>
                  <a:lnTo>
                    <a:pt x="0" y="9319"/>
                  </a:lnTo>
                  <a:cubicBezTo>
                    <a:pt x="0" y="9646"/>
                    <a:pt x="270" y="9915"/>
                    <a:pt x="596" y="9915"/>
                  </a:cubicBezTo>
                  <a:lnTo>
                    <a:pt x="866" y="9915"/>
                  </a:lnTo>
                  <a:lnTo>
                    <a:pt x="866" y="539"/>
                  </a:lnTo>
                  <a:lnTo>
                    <a:pt x="0" y="1"/>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29" name="Google Shape;12629;p65"/>
            <p:cNvSpPr/>
            <p:nvPr/>
          </p:nvSpPr>
          <p:spPr>
            <a:xfrm>
              <a:off x="2796936" y="3843533"/>
              <a:ext cx="42988" cy="40479"/>
            </a:xfrm>
            <a:custGeom>
              <a:avLst/>
              <a:gdLst/>
              <a:ahLst/>
              <a:cxnLst/>
              <a:rect l="l" t="t" r="r" b="b"/>
              <a:pathLst>
                <a:path w="1645" h="1549" extrusionOk="0">
                  <a:moveTo>
                    <a:pt x="0" y="0"/>
                  </a:moveTo>
                  <a:lnTo>
                    <a:pt x="0" y="510"/>
                  </a:lnTo>
                  <a:lnTo>
                    <a:pt x="1645" y="1548"/>
                  </a:lnTo>
                  <a:lnTo>
                    <a:pt x="1645" y="1029"/>
                  </a:lnTo>
                  <a:lnTo>
                    <a:pt x="0"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0" name="Google Shape;12630;p65"/>
            <p:cNvSpPr/>
            <p:nvPr/>
          </p:nvSpPr>
          <p:spPr>
            <a:xfrm>
              <a:off x="2796936" y="3888507"/>
              <a:ext cx="42988" cy="40218"/>
            </a:xfrm>
            <a:custGeom>
              <a:avLst/>
              <a:gdLst/>
              <a:ahLst/>
              <a:cxnLst/>
              <a:rect l="l" t="t" r="r" b="b"/>
              <a:pathLst>
                <a:path w="1645" h="1539" extrusionOk="0">
                  <a:moveTo>
                    <a:pt x="0" y="0"/>
                  </a:moveTo>
                  <a:lnTo>
                    <a:pt x="0" y="510"/>
                  </a:lnTo>
                  <a:lnTo>
                    <a:pt x="1645" y="1539"/>
                  </a:lnTo>
                  <a:lnTo>
                    <a:pt x="1645" y="1029"/>
                  </a:lnTo>
                  <a:lnTo>
                    <a:pt x="0"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1" name="Google Shape;12631;p65"/>
            <p:cNvSpPr/>
            <p:nvPr/>
          </p:nvSpPr>
          <p:spPr>
            <a:xfrm>
              <a:off x="2796936" y="3933220"/>
              <a:ext cx="42988" cy="40505"/>
            </a:xfrm>
            <a:custGeom>
              <a:avLst/>
              <a:gdLst/>
              <a:ahLst/>
              <a:cxnLst/>
              <a:rect l="l" t="t" r="r" b="b"/>
              <a:pathLst>
                <a:path w="1645" h="1550" extrusionOk="0">
                  <a:moveTo>
                    <a:pt x="0" y="1"/>
                  </a:moveTo>
                  <a:lnTo>
                    <a:pt x="0" y="520"/>
                  </a:lnTo>
                  <a:lnTo>
                    <a:pt x="1645" y="1549"/>
                  </a:lnTo>
                  <a:lnTo>
                    <a:pt x="1645" y="1039"/>
                  </a:lnTo>
                  <a:lnTo>
                    <a:pt x="0"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2" name="Google Shape;12632;p65"/>
            <p:cNvSpPr/>
            <p:nvPr/>
          </p:nvSpPr>
          <p:spPr>
            <a:xfrm>
              <a:off x="2796936" y="3978455"/>
              <a:ext cx="42988" cy="40244"/>
            </a:xfrm>
            <a:custGeom>
              <a:avLst/>
              <a:gdLst/>
              <a:ahLst/>
              <a:cxnLst/>
              <a:rect l="l" t="t" r="r" b="b"/>
              <a:pathLst>
                <a:path w="1645" h="1540" extrusionOk="0">
                  <a:moveTo>
                    <a:pt x="0" y="1"/>
                  </a:moveTo>
                  <a:lnTo>
                    <a:pt x="0" y="510"/>
                  </a:lnTo>
                  <a:lnTo>
                    <a:pt x="1645" y="1539"/>
                  </a:lnTo>
                  <a:lnTo>
                    <a:pt x="1645" y="1020"/>
                  </a:lnTo>
                  <a:lnTo>
                    <a:pt x="0"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3" name="Google Shape;12633;p65"/>
            <p:cNvSpPr/>
            <p:nvPr/>
          </p:nvSpPr>
          <p:spPr>
            <a:xfrm>
              <a:off x="2777572" y="4031739"/>
              <a:ext cx="81716" cy="34207"/>
            </a:xfrm>
            <a:custGeom>
              <a:avLst/>
              <a:gdLst/>
              <a:ahLst/>
              <a:cxnLst/>
              <a:rect l="l" t="t" r="r" b="b"/>
              <a:pathLst>
                <a:path w="3127" h="1309" extrusionOk="0">
                  <a:moveTo>
                    <a:pt x="645" y="0"/>
                  </a:moveTo>
                  <a:cubicBezTo>
                    <a:pt x="289" y="0"/>
                    <a:pt x="1" y="289"/>
                    <a:pt x="1" y="654"/>
                  </a:cubicBezTo>
                  <a:cubicBezTo>
                    <a:pt x="1" y="1010"/>
                    <a:pt x="289" y="1299"/>
                    <a:pt x="645" y="1308"/>
                  </a:cubicBezTo>
                  <a:lnTo>
                    <a:pt x="2482" y="1308"/>
                  </a:lnTo>
                  <a:cubicBezTo>
                    <a:pt x="2838" y="1299"/>
                    <a:pt x="3126" y="1010"/>
                    <a:pt x="3126" y="654"/>
                  </a:cubicBezTo>
                  <a:cubicBezTo>
                    <a:pt x="3126" y="289"/>
                    <a:pt x="2838" y="0"/>
                    <a:pt x="2482"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4" name="Google Shape;12634;p65"/>
            <p:cNvSpPr/>
            <p:nvPr/>
          </p:nvSpPr>
          <p:spPr>
            <a:xfrm>
              <a:off x="2777572" y="4114161"/>
              <a:ext cx="81455" cy="59843"/>
            </a:xfrm>
            <a:custGeom>
              <a:avLst/>
              <a:gdLst/>
              <a:ahLst/>
              <a:cxnLst/>
              <a:rect l="l" t="t" r="r" b="b"/>
              <a:pathLst>
                <a:path w="3117" h="2290" extrusionOk="0">
                  <a:moveTo>
                    <a:pt x="1" y="1"/>
                  </a:moveTo>
                  <a:lnTo>
                    <a:pt x="1" y="722"/>
                  </a:lnTo>
                  <a:cubicBezTo>
                    <a:pt x="1" y="1587"/>
                    <a:pt x="703" y="2289"/>
                    <a:pt x="1568" y="2289"/>
                  </a:cubicBezTo>
                  <a:cubicBezTo>
                    <a:pt x="1693" y="2289"/>
                    <a:pt x="1809" y="2270"/>
                    <a:pt x="1924" y="2241"/>
                  </a:cubicBezTo>
                  <a:lnTo>
                    <a:pt x="1991" y="2231"/>
                  </a:lnTo>
                  <a:lnTo>
                    <a:pt x="2049" y="2212"/>
                  </a:lnTo>
                  <a:lnTo>
                    <a:pt x="2078" y="2203"/>
                  </a:lnTo>
                  <a:lnTo>
                    <a:pt x="2145" y="2174"/>
                  </a:lnTo>
                  <a:lnTo>
                    <a:pt x="2174" y="2164"/>
                  </a:lnTo>
                  <a:lnTo>
                    <a:pt x="2203" y="2145"/>
                  </a:lnTo>
                  <a:lnTo>
                    <a:pt x="2232" y="2135"/>
                  </a:lnTo>
                  <a:lnTo>
                    <a:pt x="2261" y="2116"/>
                  </a:lnTo>
                  <a:lnTo>
                    <a:pt x="2290" y="2106"/>
                  </a:lnTo>
                  <a:cubicBezTo>
                    <a:pt x="2338" y="2078"/>
                    <a:pt x="2386" y="2049"/>
                    <a:pt x="2434" y="2020"/>
                  </a:cubicBezTo>
                  <a:lnTo>
                    <a:pt x="2453" y="2010"/>
                  </a:lnTo>
                  <a:lnTo>
                    <a:pt x="2482" y="1981"/>
                  </a:lnTo>
                  <a:lnTo>
                    <a:pt x="2511" y="1972"/>
                  </a:lnTo>
                  <a:lnTo>
                    <a:pt x="2530" y="1953"/>
                  </a:lnTo>
                  <a:cubicBezTo>
                    <a:pt x="2568" y="1914"/>
                    <a:pt x="2607" y="1885"/>
                    <a:pt x="2645" y="1856"/>
                  </a:cubicBezTo>
                  <a:lnTo>
                    <a:pt x="2665" y="1828"/>
                  </a:lnTo>
                  <a:lnTo>
                    <a:pt x="2693" y="1799"/>
                  </a:lnTo>
                  <a:lnTo>
                    <a:pt x="2722" y="1779"/>
                  </a:lnTo>
                  <a:lnTo>
                    <a:pt x="2761" y="1741"/>
                  </a:lnTo>
                  <a:lnTo>
                    <a:pt x="2780" y="1712"/>
                  </a:lnTo>
                  <a:cubicBezTo>
                    <a:pt x="2809" y="1683"/>
                    <a:pt x="2828" y="1654"/>
                    <a:pt x="2857" y="1616"/>
                  </a:cubicBezTo>
                  <a:lnTo>
                    <a:pt x="2876" y="1587"/>
                  </a:lnTo>
                  <a:lnTo>
                    <a:pt x="2915" y="1529"/>
                  </a:lnTo>
                  <a:lnTo>
                    <a:pt x="2934" y="1491"/>
                  </a:lnTo>
                  <a:lnTo>
                    <a:pt x="2953" y="1462"/>
                  </a:lnTo>
                  <a:lnTo>
                    <a:pt x="2963" y="1433"/>
                  </a:lnTo>
                  <a:cubicBezTo>
                    <a:pt x="3011" y="1337"/>
                    <a:pt x="3059" y="1241"/>
                    <a:pt x="3088" y="1135"/>
                  </a:cubicBezTo>
                  <a:cubicBezTo>
                    <a:pt x="3088" y="1116"/>
                    <a:pt x="3097" y="1097"/>
                    <a:pt x="3107" y="1068"/>
                  </a:cubicBezTo>
                  <a:lnTo>
                    <a:pt x="3107" y="1029"/>
                  </a:lnTo>
                  <a:cubicBezTo>
                    <a:pt x="3117" y="1020"/>
                    <a:pt x="3117" y="1010"/>
                    <a:pt x="3117" y="1001"/>
                  </a:cubicBezTo>
                  <a:lnTo>
                    <a:pt x="3117" y="962"/>
                  </a:lnTo>
                  <a:lnTo>
                    <a:pt x="3117" y="924"/>
                  </a:lnTo>
                  <a:lnTo>
                    <a:pt x="3117" y="895"/>
                  </a:lnTo>
                  <a:lnTo>
                    <a:pt x="3117" y="876"/>
                  </a:lnTo>
                  <a:lnTo>
                    <a:pt x="3117" y="837"/>
                  </a:lnTo>
                  <a:lnTo>
                    <a:pt x="3117" y="799"/>
                  </a:lnTo>
                  <a:lnTo>
                    <a:pt x="3117" y="760"/>
                  </a:lnTo>
                  <a:lnTo>
                    <a:pt x="3117" y="722"/>
                  </a:lnTo>
                  <a:lnTo>
                    <a:pt x="3117" y="1"/>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5" name="Google Shape;12635;p65"/>
            <p:cNvSpPr/>
            <p:nvPr/>
          </p:nvSpPr>
          <p:spPr>
            <a:xfrm>
              <a:off x="2796440" y="4114161"/>
              <a:ext cx="62587" cy="58589"/>
            </a:xfrm>
            <a:custGeom>
              <a:avLst/>
              <a:gdLst/>
              <a:ahLst/>
              <a:cxnLst/>
              <a:rect l="l" t="t" r="r" b="b"/>
              <a:pathLst>
                <a:path w="2395" h="2242" extrusionOk="0">
                  <a:moveTo>
                    <a:pt x="2395" y="1"/>
                  </a:moveTo>
                  <a:lnTo>
                    <a:pt x="0" y="10"/>
                  </a:lnTo>
                  <a:lnTo>
                    <a:pt x="0" y="731"/>
                  </a:lnTo>
                  <a:cubicBezTo>
                    <a:pt x="10" y="1453"/>
                    <a:pt x="500" y="2078"/>
                    <a:pt x="1202" y="2241"/>
                  </a:cubicBezTo>
                  <a:lnTo>
                    <a:pt x="1269" y="2231"/>
                  </a:lnTo>
                  <a:lnTo>
                    <a:pt x="1327" y="2212"/>
                  </a:lnTo>
                  <a:lnTo>
                    <a:pt x="1356" y="2203"/>
                  </a:lnTo>
                  <a:lnTo>
                    <a:pt x="1423" y="2174"/>
                  </a:lnTo>
                  <a:lnTo>
                    <a:pt x="1452" y="2164"/>
                  </a:lnTo>
                  <a:lnTo>
                    <a:pt x="1481" y="2145"/>
                  </a:lnTo>
                  <a:lnTo>
                    <a:pt x="1510" y="2135"/>
                  </a:lnTo>
                  <a:lnTo>
                    <a:pt x="1539" y="2116"/>
                  </a:lnTo>
                  <a:lnTo>
                    <a:pt x="1568" y="2106"/>
                  </a:lnTo>
                  <a:cubicBezTo>
                    <a:pt x="1616" y="2078"/>
                    <a:pt x="1664" y="2049"/>
                    <a:pt x="1712" y="2020"/>
                  </a:cubicBezTo>
                  <a:lnTo>
                    <a:pt x="1731" y="2010"/>
                  </a:lnTo>
                  <a:lnTo>
                    <a:pt x="1760" y="1981"/>
                  </a:lnTo>
                  <a:lnTo>
                    <a:pt x="1789" y="1972"/>
                  </a:lnTo>
                  <a:lnTo>
                    <a:pt x="1808" y="1953"/>
                  </a:lnTo>
                  <a:cubicBezTo>
                    <a:pt x="1846" y="1914"/>
                    <a:pt x="1885" y="1885"/>
                    <a:pt x="1923" y="1856"/>
                  </a:cubicBezTo>
                  <a:lnTo>
                    <a:pt x="1943" y="1828"/>
                  </a:lnTo>
                  <a:lnTo>
                    <a:pt x="1971" y="1799"/>
                  </a:lnTo>
                  <a:lnTo>
                    <a:pt x="2000" y="1779"/>
                  </a:lnTo>
                  <a:lnTo>
                    <a:pt x="2039" y="1741"/>
                  </a:lnTo>
                  <a:lnTo>
                    <a:pt x="2058" y="1712"/>
                  </a:lnTo>
                  <a:cubicBezTo>
                    <a:pt x="2087" y="1683"/>
                    <a:pt x="2106" y="1654"/>
                    <a:pt x="2135" y="1616"/>
                  </a:cubicBezTo>
                  <a:lnTo>
                    <a:pt x="2154" y="1587"/>
                  </a:lnTo>
                  <a:lnTo>
                    <a:pt x="2193" y="1529"/>
                  </a:lnTo>
                  <a:lnTo>
                    <a:pt x="2212" y="1491"/>
                  </a:lnTo>
                  <a:lnTo>
                    <a:pt x="2231" y="1462"/>
                  </a:lnTo>
                  <a:lnTo>
                    <a:pt x="2241" y="1433"/>
                  </a:lnTo>
                  <a:cubicBezTo>
                    <a:pt x="2289" y="1337"/>
                    <a:pt x="2337" y="1241"/>
                    <a:pt x="2366" y="1135"/>
                  </a:cubicBezTo>
                  <a:cubicBezTo>
                    <a:pt x="2366" y="1116"/>
                    <a:pt x="2375" y="1097"/>
                    <a:pt x="2385" y="1068"/>
                  </a:cubicBezTo>
                  <a:lnTo>
                    <a:pt x="2385" y="1029"/>
                  </a:lnTo>
                  <a:cubicBezTo>
                    <a:pt x="2395" y="1020"/>
                    <a:pt x="2395" y="1010"/>
                    <a:pt x="2395" y="1001"/>
                  </a:cubicBezTo>
                  <a:lnTo>
                    <a:pt x="2395" y="962"/>
                  </a:lnTo>
                  <a:lnTo>
                    <a:pt x="2395" y="924"/>
                  </a:lnTo>
                  <a:lnTo>
                    <a:pt x="2395" y="895"/>
                  </a:lnTo>
                  <a:lnTo>
                    <a:pt x="2395" y="876"/>
                  </a:lnTo>
                  <a:lnTo>
                    <a:pt x="2395" y="837"/>
                  </a:lnTo>
                  <a:lnTo>
                    <a:pt x="2395" y="799"/>
                  </a:lnTo>
                  <a:lnTo>
                    <a:pt x="2395" y="760"/>
                  </a:lnTo>
                  <a:lnTo>
                    <a:pt x="2395" y="722"/>
                  </a:lnTo>
                  <a:lnTo>
                    <a:pt x="2395" y="1"/>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36" name="Google Shape;12636;p65"/>
          <p:cNvGrpSpPr/>
          <p:nvPr/>
        </p:nvGrpSpPr>
        <p:grpSpPr>
          <a:xfrm>
            <a:off x="3930339" y="4145908"/>
            <a:ext cx="366665" cy="256334"/>
            <a:chOff x="3934014" y="4329780"/>
            <a:chExt cx="366665" cy="256334"/>
          </a:xfrm>
        </p:grpSpPr>
        <p:sp>
          <p:nvSpPr>
            <p:cNvPr id="12637" name="Google Shape;12637;p65"/>
            <p:cNvSpPr/>
            <p:nvPr/>
          </p:nvSpPr>
          <p:spPr>
            <a:xfrm>
              <a:off x="4086810" y="4338561"/>
              <a:ext cx="108842" cy="40479"/>
            </a:xfrm>
            <a:custGeom>
              <a:avLst/>
              <a:gdLst/>
              <a:ahLst/>
              <a:cxnLst/>
              <a:rect l="l" t="t" r="r" b="b"/>
              <a:pathLst>
                <a:path w="4165" h="1549" extrusionOk="0">
                  <a:moveTo>
                    <a:pt x="1212" y="1"/>
                  </a:moveTo>
                  <a:cubicBezTo>
                    <a:pt x="904" y="1"/>
                    <a:pt x="635" y="174"/>
                    <a:pt x="510" y="453"/>
                  </a:cubicBezTo>
                  <a:lnTo>
                    <a:pt x="0" y="1549"/>
                  </a:lnTo>
                  <a:lnTo>
                    <a:pt x="4164" y="1549"/>
                  </a:lnTo>
                  <a:lnTo>
                    <a:pt x="3645" y="453"/>
                  </a:lnTo>
                  <a:cubicBezTo>
                    <a:pt x="3520" y="174"/>
                    <a:pt x="3251" y="1"/>
                    <a:pt x="295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8" name="Google Shape;12638;p65"/>
            <p:cNvSpPr/>
            <p:nvPr/>
          </p:nvSpPr>
          <p:spPr>
            <a:xfrm>
              <a:off x="4220243" y="4352882"/>
              <a:ext cx="56812" cy="30941"/>
            </a:xfrm>
            <a:custGeom>
              <a:avLst/>
              <a:gdLst/>
              <a:ahLst/>
              <a:cxnLst/>
              <a:rect l="l" t="t" r="r" b="b"/>
              <a:pathLst>
                <a:path w="2174" h="1184" extrusionOk="0">
                  <a:moveTo>
                    <a:pt x="347" y="1"/>
                  </a:moveTo>
                  <a:cubicBezTo>
                    <a:pt x="154" y="1"/>
                    <a:pt x="1" y="155"/>
                    <a:pt x="1" y="347"/>
                  </a:cubicBezTo>
                  <a:lnTo>
                    <a:pt x="1" y="1183"/>
                  </a:lnTo>
                  <a:lnTo>
                    <a:pt x="2174" y="1183"/>
                  </a:lnTo>
                  <a:lnTo>
                    <a:pt x="2174" y="347"/>
                  </a:lnTo>
                  <a:cubicBezTo>
                    <a:pt x="2174" y="155"/>
                    <a:pt x="2020" y="1"/>
                    <a:pt x="183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39" name="Google Shape;12639;p65"/>
            <p:cNvSpPr/>
            <p:nvPr/>
          </p:nvSpPr>
          <p:spPr>
            <a:xfrm>
              <a:off x="3934014" y="4378518"/>
              <a:ext cx="366665" cy="207597"/>
            </a:xfrm>
            <a:custGeom>
              <a:avLst/>
              <a:gdLst/>
              <a:ahLst/>
              <a:cxnLst/>
              <a:rect l="l" t="t" r="r" b="b"/>
              <a:pathLst>
                <a:path w="14031" h="7944" extrusionOk="0">
                  <a:moveTo>
                    <a:pt x="857" y="1"/>
                  </a:moveTo>
                  <a:cubicBezTo>
                    <a:pt x="386" y="1"/>
                    <a:pt x="1" y="376"/>
                    <a:pt x="1" y="856"/>
                  </a:cubicBezTo>
                  <a:lnTo>
                    <a:pt x="1" y="7088"/>
                  </a:lnTo>
                  <a:cubicBezTo>
                    <a:pt x="1" y="7559"/>
                    <a:pt x="386" y="7943"/>
                    <a:pt x="857" y="7943"/>
                  </a:cubicBezTo>
                  <a:lnTo>
                    <a:pt x="13175" y="7943"/>
                  </a:lnTo>
                  <a:cubicBezTo>
                    <a:pt x="13646" y="7943"/>
                    <a:pt x="14031" y="7559"/>
                    <a:pt x="14031" y="7088"/>
                  </a:cubicBezTo>
                  <a:lnTo>
                    <a:pt x="14031" y="856"/>
                  </a:lnTo>
                  <a:cubicBezTo>
                    <a:pt x="14031" y="376"/>
                    <a:pt x="13646" y="1"/>
                    <a:pt x="13175"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0" name="Google Shape;12640;p65"/>
            <p:cNvSpPr/>
            <p:nvPr/>
          </p:nvSpPr>
          <p:spPr>
            <a:xfrm>
              <a:off x="4248126" y="4413195"/>
              <a:ext cx="52552" cy="145009"/>
            </a:xfrm>
            <a:custGeom>
              <a:avLst/>
              <a:gdLst/>
              <a:ahLst/>
              <a:cxnLst/>
              <a:rect l="l" t="t" r="r" b="b"/>
              <a:pathLst>
                <a:path w="2011" h="5549" extrusionOk="0">
                  <a:moveTo>
                    <a:pt x="761" y="1"/>
                  </a:moveTo>
                  <a:cubicBezTo>
                    <a:pt x="338" y="29"/>
                    <a:pt x="11" y="376"/>
                    <a:pt x="1" y="799"/>
                  </a:cubicBezTo>
                  <a:lnTo>
                    <a:pt x="1" y="4751"/>
                  </a:lnTo>
                  <a:cubicBezTo>
                    <a:pt x="11" y="5184"/>
                    <a:pt x="366" y="5549"/>
                    <a:pt x="809" y="5549"/>
                  </a:cubicBezTo>
                  <a:lnTo>
                    <a:pt x="2011" y="5549"/>
                  </a:lnTo>
                  <a:lnTo>
                    <a:pt x="2011" y="1"/>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1" name="Google Shape;12641;p65"/>
            <p:cNvSpPr/>
            <p:nvPr/>
          </p:nvSpPr>
          <p:spPr>
            <a:xfrm>
              <a:off x="4024249" y="4393596"/>
              <a:ext cx="209086" cy="178485"/>
            </a:xfrm>
            <a:custGeom>
              <a:avLst/>
              <a:gdLst/>
              <a:ahLst/>
              <a:cxnLst/>
              <a:rect l="l" t="t" r="r" b="b"/>
              <a:pathLst>
                <a:path w="8001" h="6830" extrusionOk="0">
                  <a:moveTo>
                    <a:pt x="4595" y="0"/>
                  </a:moveTo>
                  <a:cubicBezTo>
                    <a:pt x="4589" y="0"/>
                    <a:pt x="4583" y="0"/>
                    <a:pt x="4577" y="1"/>
                  </a:cubicBezTo>
                  <a:cubicBezTo>
                    <a:pt x="1529" y="1"/>
                    <a:pt x="0" y="3674"/>
                    <a:pt x="2154" y="5828"/>
                  </a:cubicBezTo>
                  <a:cubicBezTo>
                    <a:pt x="2809" y="6483"/>
                    <a:pt x="3683" y="6829"/>
                    <a:pt x="4573" y="6829"/>
                  </a:cubicBezTo>
                  <a:cubicBezTo>
                    <a:pt x="5015" y="6829"/>
                    <a:pt x="5461" y="6744"/>
                    <a:pt x="5885" y="6568"/>
                  </a:cubicBezTo>
                  <a:cubicBezTo>
                    <a:pt x="7154" y="6039"/>
                    <a:pt x="7991" y="4799"/>
                    <a:pt x="7991" y="3414"/>
                  </a:cubicBezTo>
                  <a:cubicBezTo>
                    <a:pt x="8001" y="1526"/>
                    <a:pt x="6472" y="0"/>
                    <a:pt x="459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2" name="Google Shape;12642;p65"/>
            <p:cNvSpPr/>
            <p:nvPr/>
          </p:nvSpPr>
          <p:spPr>
            <a:xfrm>
              <a:off x="4044842" y="4408674"/>
              <a:ext cx="173154" cy="148197"/>
            </a:xfrm>
            <a:custGeom>
              <a:avLst/>
              <a:gdLst/>
              <a:ahLst/>
              <a:cxnLst/>
              <a:rect l="l" t="t" r="r" b="b"/>
              <a:pathLst>
                <a:path w="6626" h="5671" extrusionOk="0">
                  <a:moveTo>
                    <a:pt x="3807" y="0"/>
                  </a:moveTo>
                  <a:cubicBezTo>
                    <a:pt x="3801" y="0"/>
                    <a:pt x="3795" y="0"/>
                    <a:pt x="3789" y="0"/>
                  </a:cubicBezTo>
                  <a:cubicBezTo>
                    <a:pt x="1260" y="0"/>
                    <a:pt x="1" y="3049"/>
                    <a:pt x="1780" y="4837"/>
                  </a:cubicBezTo>
                  <a:cubicBezTo>
                    <a:pt x="2358" y="5413"/>
                    <a:pt x="3068" y="5670"/>
                    <a:pt x="3764" y="5670"/>
                  </a:cubicBezTo>
                  <a:cubicBezTo>
                    <a:pt x="5221" y="5670"/>
                    <a:pt x="6616" y="4542"/>
                    <a:pt x="6616" y="2837"/>
                  </a:cubicBezTo>
                  <a:cubicBezTo>
                    <a:pt x="6626" y="1276"/>
                    <a:pt x="5366" y="0"/>
                    <a:pt x="3807"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3" name="Google Shape;12643;p65"/>
            <p:cNvSpPr/>
            <p:nvPr/>
          </p:nvSpPr>
          <p:spPr>
            <a:xfrm>
              <a:off x="4084302" y="4427228"/>
              <a:ext cx="120628" cy="107666"/>
            </a:xfrm>
            <a:custGeom>
              <a:avLst/>
              <a:gdLst/>
              <a:ahLst/>
              <a:cxnLst/>
              <a:rect l="l" t="t" r="r" b="b"/>
              <a:pathLst>
                <a:path w="4616" h="4120" extrusionOk="0">
                  <a:moveTo>
                    <a:pt x="2297" y="1"/>
                  </a:moveTo>
                  <a:cubicBezTo>
                    <a:pt x="1700" y="1"/>
                    <a:pt x="1110" y="256"/>
                    <a:pt x="702" y="752"/>
                  </a:cubicBezTo>
                  <a:cubicBezTo>
                    <a:pt x="0" y="1618"/>
                    <a:pt x="106" y="2896"/>
                    <a:pt x="952" y="3627"/>
                  </a:cubicBezTo>
                  <a:cubicBezTo>
                    <a:pt x="1343" y="3957"/>
                    <a:pt x="1821" y="4120"/>
                    <a:pt x="2295" y="4120"/>
                  </a:cubicBezTo>
                  <a:cubicBezTo>
                    <a:pt x="2859" y="4120"/>
                    <a:pt x="3420" y="3889"/>
                    <a:pt x="3827" y="3435"/>
                  </a:cubicBezTo>
                  <a:lnTo>
                    <a:pt x="3837" y="3435"/>
                  </a:lnTo>
                  <a:cubicBezTo>
                    <a:pt x="3876" y="3387"/>
                    <a:pt x="3914" y="3339"/>
                    <a:pt x="3943" y="3291"/>
                  </a:cubicBezTo>
                  <a:lnTo>
                    <a:pt x="3952" y="3291"/>
                  </a:lnTo>
                  <a:cubicBezTo>
                    <a:pt x="4616" y="2396"/>
                    <a:pt x="4453" y="1127"/>
                    <a:pt x="3568" y="435"/>
                  </a:cubicBezTo>
                  <a:cubicBezTo>
                    <a:pt x="3190" y="143"/>
                    <a:pt x="2742" y="1"/>
                    <a:pt x="2297"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4" name="Google Shape;12644;p65"/>
            <p:cNvSpPr/>
            <p:nvPr/>
          </p:nvSpPr>
          <p:spPr>
            <a:xfrm>
              <a:off x="4085739" y="4428065"/>
              <a:ext cx="117936" cy="107823"/>
            </a:xfrm>
            <a:custGeom>
              <a:avLst/>
              <a:gdLst/>
              <a:ahLst/>
              <a:cxnLst/>
              <a:rect l="l" t="t" r="r" b="b"/>
              <a:pathLst>
                <a:path w="4513" h="4126" extrusionOk="0">
                  <a:moveTo>
                    <a:pt x="2221" y="1"/>
                  </a:moveTo>
                  <a:cubicBezTo>
                    <a:pt x="1073" y="1"/>
                    <a:pt x="1" y="988"/>
                    <a:pt x="166" y="2326"/>
                  </a:cubicBezTo>
                  <a:cubicBezTo>
                    <a:pt x="307" y="3459"/>
                    <a:pt x="1258" y="4126"/>
                    <a:pt x="2225" y="4126"/>
                  </a:cubicBezTo>
                  <a:cubicBezTo>
                    <a:pt x="2841" y="4126"/>
                    <a:pt x="3465" y="3854"/>
                    <a:pt x="3888" y="3259"/>
                  </a:cubicBezTo>
                  <a:cubicBezTo>
                    <a:pt x="4513" y="2384"/>
                    <a:pt x="4359" y="1191"/>
                    <a:pt x="3542" y="499"/>
                  </a:cubicBezTo>
                  <a:cubicBezTo>
                    <a:pt x="3137" y="154"/>
                    <a:pt x="2673" y="1"/>
                    <a:pt x="2221"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5" name="Google Shape;12645;p65"/>
            <p:cNvSpPr/>
            <p:nvPr/>
          </p:nvSpPr>
          <p:spPr>
            <a:xfrm>
              <a:off x="4135809" y="4456157"/>
              <a:ext cx="34207" cy="34207"/>
            </a:xfrm>
            <a:custGeom>
              <a:avLst/>
              <a:gdLst/>
              <a:ahLst/>
              <a:cxnLst/>
              <a:rect l="l" t="t" r="r" b="b"/>
              <a:pathLst>
                <a:path w="1309" h="1309" extrusionOk="0">
                  <a:moveTo>
                    <a:pt x="654" y="1"/>
                  </a:moveTo>
                  <a:cubicBezTo>
                    <a:pt x="299" y="1"/>
                    <a:pt x="1" y="299"/>
                    <a:pt x="1" y="655"/>
                  </a:cubicBezTo>
                  <a:cubicBezTo>
                    <a:pt x="1" y="1020"/>
                    <a:pt x="299" y="1309"/>
                    <a:pt x="654" y="1309"/>
                  </a:cubicBezTo>
                  <a:cubicBezTo>
                    <a:pt x="1020" y="1309"/>
                    <a:pt x="1308" y="1020"/>
                    <a:pt x="1308" y="655"/>
                  </a:cubicBezTo>
                  <a:cubicBezTo>
                    <a:pt x="1308" y="299"/>
                    <a:pt x="1020" y="1"/>
                    <a:pt x="654" y="1"/>
                  </a:cubicBez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6" name="Google Shape;12646;p65"/>
            <p:cNvSpPr/>
            <p:nvPr/>
          </p:nvSpPr>
          <p:spPr>
            <a:xfrm>
              <a:off x="3966941" y="4329780"/>
              <a:ext cx="34965" cy="30680"/>
            </a:xfrm>
            <a:custGeom>
              <a:avLst/>
              <a:gdLst/>
              <a:ahLst/>
              <a:cxnLst/>
              <a:rect l="l" t="t" r="r" b="b"/>
              <a:pathLst>
                <a:path w="1338" h="1174" extrusionOk="0">
                  <a:moveTo>
                    <a:pt x="337" y="0"/>
                  </a:moveTo>
                  <a:cubicBezTo>
                    <a:pt x="154" y="0"/>
                    <a:pt x="1" y="154"/>
                    <a:pt x="1" y="346"/>
                  </a:cubicBezTo>
                  <a:lnTo>
                    <a:pt x="1" y="827"/>
                  </a:lnTo>
                  <a:cubicBezTo>
                    <a:pt x="1" y="1010"/>
                    <a:pt x="154" y="1164"/>
                    <a:pt x="337" y="1173"/>
                  </a:cubicBezTo>
                  <a:lnTo>
                    <a:pt x="1001" y="1173"/>
                  </a:lnTo>
                  <a:cubicBezTo>
                    <a:pt x="1183" y="1164"/>
                    <a:pt x="1337" y="1010"/>
                    <a:pt x="1337" y="827"/>
                  </a:cubicBezTo>
                  <a:lnTo>
                    <a:pt x="1337" y="346"/>
                  </a:lnTo>
                  <a:cubicBezTo>
                    <a:pt x="1337" y="154"/>
                    <a:pt x="1183" y="0"/>
                    <a:pt x="1001"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7" name="Google Shape;12647;p65"/>
            <p:cNvSpPr/>
            <p:nvPr/>
          </p:nvSpPr>
          <p:spPr>
            <a:xfrm>
              <a:off x="3934014" y="4351627"/>
              <a:ext cx="100793" cy="234487"/>
            </a:xfrm>
            <a:custGeom>
              <a:avLst/>
              <a:gdLst/>
              <a:ahLst/>
              <a:cxnLst/>
              <a:rect l="l" t="t" r="r" b="b"/>
              <a:pathLst>
                <a:path w="3857" h="8973" extrusionOk="0">
                  <a:moveTo>
                    <a:pt x="866" y="1"/>
                  </a:moveTo>
                  <a:cubicBezTo>
                    <a:pt x="386" y="1"/>
                    <a:pt x="1" y="385"/>
                    <a:pt x="1" y="856"/>
                  </a:cubicBezTo>
                  <a:lnTo>
                    <a:pt x="1" y="8117"/>
                  </a:lnTo>
                  <a:cubicBezTo>
                    <a:pt x="1" y="8588"/>
                    <a:pt x="386" y="8972"/>
                    <a:pt x="866" y="8972"/>
                  </a:cubicBezTo>
                  <a:lnTo>
                    <a:pt x="3001" y="8972"/>
                  </a:lnTo>
                  <a:cubicBezTo>
                    <a:pt x="3472" y="8972"/>
                    <a:pt x="3857" y="8588"/>
                    <a:pt x="3857" y="8117"/>
                  </a:cubicBezTo>
                  <a:lnTo>
                    <a:pt x="3857" y="856"/>
                  </a:lnTo>
                  <a:cubicBezTo>
                    <a:pt x="3857" y="395"/>
                    <a:pt x="3492" y="10"/>
                    <a:pt x="3030"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8" name="Google Shape;12648;p65"/>
            <p:cNvSpPr/>
            <p:nvPr/>
          </p:nvSpPr>
          <p:spPr>
            <a:xfrm>
              <a:off x="3934275" y="4351627"/>
              <a:ext cx="78920" cy="208354"/>
            </a:xfrm>
            <a:custGeom>
              <a:avLst/>
              <a:gdLst/>
              <a:ahLst/>
              <a:cxnLst/>
              <a:rect l="l" t="t" r="r" b="b"/>
              <a:pathLst>
                <a:path w="3020" h="7973" extrusionOk="0">
                  <a:moveTo>
                    <a:pt x="856" y="1"/>
                  </a:moveTo>
                  <a:cubicBezTo>
                    <a:pt x="385" y="1"/>
                    <a:pt x="1" y="385"/>
                    <a:pt x="1" y="856"/>
                  </a:cubicBezTo>
                  <a:lnTo>
                    <a:pt x="1" y="7972"/>
                  </a:lnTo>
                  <a:lnTo>
                    <a:pt x="2164" y="7972"/>
                  </a:lnTo>
                  <a:cubicBezTo>
                    <a:pt x="2635" y="7972"/>
                    <a:pt x="3020" y="7588"/>
                    <a:pt x="3020" y="7117"/>
                  </a:cubicBezTo>
                  <a:lnTo>
                    <a:pt x="3020" y="1"/>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49" name="Google Shape;12649;p65"/>
            <p:cNvSpPr/>
            <p:nvPr/>
          </p:nvSpPr>
          <p:spPr>
            <a:xfrm>
              <a:off x="4219982" y="4396863"/>
              <a:ext cx="22396" cy="22396"/>
            </a:xfrm>
            <a:custGeom>
              <a:avLst/>
              <a:gdLst/>
              <a:ahLst/>
              <a:cxnLst/>
              <a:rect l="l" t="t" r="r" b="b"/>
              <a:pathLst>
                <a:path w="857" h="857" extrusionOk="0">
                  <a:moveTo>
                    <a:pt x="424" y="1"/>
                  </a:moveTo>
                  <a:cubicBezTo>
                    <a:pt x="184" y="1"/>
                    <a:pt x="1" y="193"/>
                    <a:pt x="1" y="433"/>
                  </a:cubicBezTo>
                  <a:cubicBezTo>
                    <a:pt x="1" y="664"/>
                    <a:pt x="184" y="856"/>
                    <a:pt x="424" y="856"/>
                  </a:cubicBezTo>
                  <a:cubicBezTo>
                    <a:pt x="664" y="856"/>
                    <a:pt x="857" y="664"/>
                    <a:pt x="857" y="433"/>
                  </a:cubicBezTo>
                  <a:cubicBezTo>
                    <a:pt x="857" y="193"/>
                    <a:pt x="664" y="1"/>
                    <a:pt x="424" y="1"/>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50" name="Google Shape;12650;p65"/>
          <p:cNvGrpSpPr/>
          <p:nvPr/>
        </p:nvGrpSpPr>
        <p:grpSpPr>
          <a:xfrm>
            <a:off x="943995" y="3623467"/>
            <a:ext cx="194295" cy="366404"/>
            <a:chOff x="947670" y="3807339"/>
            <a:chExt cx="194295" cy="366404"/>
          </a:xfrm>
        </p:grpSpPr>
        <p:sp>
          <p:nvSpPr>
            <p:cNvPr id="12651" name="Google Shape;12651;p65"/>
            <p:cNvSpPr/>
            <p:nvPr/>
          </p:nvSpPr>
          <p:spPr>
            <a:xfrm>
              <a:off x="1031372" y="4028734"/>
              <a:ext cx="26916" cy="145009"/>
            </a:xfrm>
            <a:custGeom>
              <a:avLst/>
              <a:gdLst/>
              <a:ahLst/>
              <a:cxnLst/>
              <a:rect l="l" t="t" r="r" b="b"/>
              <a:pathLst>
                <a:path w="1030" h="5549" extrusionOk="0">
                  <a:moveTo>
                    <a:pt x="250" y="0"/>
                  </a:moveTo>
                  <a:cubicBezTo>
                    <a:pt x="116" y="0"/>
                    <a:pt x="0" y="106"/>
                    <a:pt x="0" y="250"/>
                  </a:cubicBezTo>
                  <a:lnTo>
                    <a:pt x="0" y="5048"/>
                  </a:lnTo>
                  <a:cubicBezTo>
                    <a:pt x="10" y="5327"/>
                    <a:pt x="231" y="5548"/>
                    <a:pt x="519" y="5548"/>
                  </a:cubicBezTo>
                  <a:cubicBezTo>
                    <a:pt x="798" y="5548"/>
                    <a:pt x="1019" y="5327"/>
                    <a:pt x="1029" y="5048"/>
                  </a:cubicBezTo>
                  <a:lnTo>
                    <a:pt x="1029" y="250"/>
                  </a:lnTo>
                  <a:cubicBezTo>
                    <a:pt x="1029" y="115"/>
                    <a:pt x="923" y="0"/>
                    <a:pt x="789"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2" name="Google Shape;12652;p65"/>
            <p:cNvSpPr/>
            <p:nvPr/>
          </p:nvSpPr>
          <p:spPr>
            <a:xfrm>
              <a:off x="1035135" y="4035633"/>
              <a:ext cx="82945" cy="136725"/>
            </a:xfrm>
            <a:custGeom>
              <a:avLst/>
              <a:gdLst/>
              <a:ahLst/>
              <a:cxnLst/>
              <a:rect l="l" t="t" r="r" b="b"/>
              <a:pathLst>
                <a:path w="3174" h="5232" extrusionOk="0">
                  <a:moveTo>
                    <a:pt x="765" y="0"/>
                  </a:moveTo>
                  <a:cubicBezTo>
                    <a:pt x="728" y="0"/>
                    <a:pt x="690" y="8"/>
                    <a:pt x="654" y="25"/>
                  </a:cubicBezTo>
                  <a:lnTo>
                    <a:pt x="183" y="255"/>
                  </a:lnTo>
                  <a:cubicBezTo>
                    <a:pt x="58" y="313"/>
                    <a:pt x="0" y="457"/>
                    <a:pt x="58" y="582"/>
                  </a:cubicBezTo>
                  <a:lnTo>
                    <a:pt x="2126" y="4938"/>
                  </a:lnTo>
                  <a:cubicBezTo>
                    <a:pt x="2215" y="5124"/>
                    <a:pt x="2398" y="5231"/>
                    <a:pt x="2590" y="5231"/>
                  </a:cubicBezTo>
                  <a:cubicBezTo>
                    <a:pt x="2666" y="5231"/>
                    <a:pt x="2744" y="5214"/>
                    <a:pt x="2818" y="5179"/>
                  </a:cubicBezTo>
                  <a:cubicBezTo>
                    <a:pt x="3068" y="5054"/>
                    <a:pt x="3174" y="4746"/>
                    <a:pt x="3058" y="4496"/>
                  </a:cubicBezTo>
                  <a:lnTo>
                    <a:pt x="991" y="140"/>
                  </a:lnTo>
                  <a:cubicBezTo>
                    <a:pt x="949" y="50"/>
                    <a:pt x="859" y="0"/>
                    <a:pt x="765"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3" name="Google Shape;12653;p65"/>
            <p:cNvSpPr/>
            <p:nvPr/>
          </p:nvSpPr>
          <p:spPr>
            <a:xfrm>
              <a:off x="971555" y="4035633"/>
              <a:ext cx="82945" cy="136725"/>
            </a:xfrm>
            <a:custGeom>
              <a:avLst/>
              <a:gdLst/>
              <a:ahLst/>
              <a:cxnLst/>
              <a:rect l="l" t="t" r="r" b="b"/>
              <a:pathLst>
                <a:path w="3174" h="5232" extrusionOk="0">
                  <a:moveTo>
                    <a:pt x="2409" y="0"/>
                  </a:moveTo>
                  <a:cubicBezTo>
                    <a:pt x="2315" y="0"/>
                    <a:pt x="2225" y="50"/>
                    <a:pt x="2183" y="140"/>
                  </a:cubicBezTo>
                  <a:lnTo>
                    <a:pt x="126" y="4496"/>
                  </a:lnTo>
                  <a:cubicBezTo>
                    <a:pt x="1" y="4746"/>
                    <a:pt x="106" y="5054"/>
                    <a:pt x="366" y="5179"/>
                  </a:cubicBezTo>
                  <a:cubicBezTo>
                    <a:pt x="437" y="5214"/>
                    <a:pt x="513" y="5231"/>
                    <a:pt x="588" y="5231"/>
                  </a:cubicBezTo>
                  <a:cubicBezTo>
                    <a:pt x="776" y="5231"/>
                    <a:pt x="959" y="5124"/>
                    <a:pt x="1049" y="4938"/>
                  </a:cubicBezTo>
                  <a:lnTo>
                    <a:pt x="3116" y="582"/>
                  </a:lnTo>
                  <a:cubicBezTo>
                    <a:pt x="3174" y="457"/>
                    <a:pt x="3116" y="313"/>
                    <a:pt x="2991" y="255"/>
                  </a:cubicBezTo>
                  <a:lnTo>
                    <a:pt x="2520" y="25"/>
                  </a:lnTo>
                  <a:cubicBezTo>
                    <a:pt x="2484" y="8"/>
                    <a:pt x="2447" y="0"/>
                    <a:pt x="2409"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4" name="Google Shape;12654;p65"/>
            <p:cNvSpPr/>
            <p:nvPr/>
          </p:nvSpPr>
          <p:spPr>
            <a:xfrm>
              <a:off x="1029857" y="3807339"/>
              <a:ext cx="29922" cy="41734"/>
            </a:xfrm>
            <a:custGeom>
              <a:avLst/>
              <a:gdLst/>
              <a:ahLst/>
              <a:cxnLst/>
              <a:rect l="l" t="t" r="r" b="b"/>
              <a:pathLst>
                <a:path w="1145" h="1597" extrusionOk="0">
                  <a:moveTo>
                    <a:pt x="577" y="0"/>
                  </a:moveTo>
                  <a:cubicBezTo>
                    <a:pt x="260" y="0"/>
                    <a:pt x="0" y="250"/>
                    <a:pt x="0" y="568"/>
                  </a:cubicBezTo>
                  <a:lnTo>
                    <a:pt x="0" y="1222"/>
                  </a:lnTo>
                  <a:cubicBezTo>
                    <a:pt x="0" y="1424"/>
                    <a:pt x="164" y="1597"/>
                    <a:pt x="375" y="1597"/>
                  </a:cubicBezTo>
                  <a:lnTo>
                    <a:pt x="779" y="1597"/>
                  </a:lnTo>
                  <a:cubicBezTo>
                    <a:pt x="981" y="1597"/>
                    <a:pt x="1145" y="1424"/>
                    <a:pt x="1145" y="1222"/>
                  </a:cubicBezTo>
                  <a:lnTo>
                    <a:pt x="1145" y="568"/>
                  </a:lnTo>
                  <a:cubicBezTo>
                    <a:pt x="1145" y="250"/>
                    <a:pt x="895" y="0"/>
                    <a:pt x="577"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5" name="Google Shape;12655;p65"/>
            <p:cNvSpPr/>
            <p:nvPr/>
          </p:nvSpPr>
          <p:spPr>
            <a:xfrm>
              <a:off x="967034" y="3847531"/>
              <a:ext cx="155567" cy="188755"/>
            </a:xfrm>
            <a:custGeom>
              <a:avLst/>
              <a:gdLst/>
              <a:ahLst/>
              <a:cxnLst/>
              <a:rect l="l" t="t" r="r" b="b"/>
              <a:pathLst>
                <a:path w="5953" h="7223" extrusionOk="0">
                  <a:moveTo>
                    <a:pt x="347" y="1"/>
                  </a:moveTo>
                  <a:cubicBezTo>
                    <a:pt x="154" y="1"/>
                    <a:pt x="0" y="155"/>
                    <a:pt x="0" y="347"/>
                  </a:cubicBezTo>
                  <a:lnTo>
                    <a:pt x="0" y="6886"/>
                  </a:lnTo>
                  <a:cubicBezTo>
                    <a:pt x="0" y="7069"/>
                    <a:pt x="154" y="7223"/>
                    <a:pt x="337" y="7223"/>
                  </a:cubicBezTo>
                  <a:lnTo>
                    <a:pt x="5616" y="7223"/>
                  </a:lnTo>
                  <a:cubicBezTo>
                    <a:pt x="5799" y="7223"/>
                    <a:pt x="5953" y="7069"/>
                    <a:pt x="5953" y="6886"/>
                  </a:cubicBezTo>
                  <a:lnTo>
                    <a:pt x="5953" y="347"/>
                  </a:lnTo>
                  <a:cubicBezTo>
                    <a:pt x="5953" y="155"/>
                    <a:pt x="5799" y="1"/>
                    <a:pt x="5616"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6" name="Google Shape;12656;p65"/>
            <p:cNvSpPr/>
            <p:nvPr/>
          </p:nvSpPr>
          <p:spPr>
            <a:xfrm>
              <a:off x="990161" y="3847531"/>
              <a:ext cx="132440" cy="188755"/>
            </a:xfrm>
            <a:custGeom>
              <a:avLst/>
              <a:gdLst/>
              <a:ahLst/>
              <a:cxnLst/>
              <a:rect l="l" t="t" r="r" b="b"/>
              <a:pathLst>
                <a:path w="5068" h="7223" extrusionOk="0">
                  <a:moveTo>
                    <a:pt x="337" y="1"/>
                  </a:moveTo>
                  <a:cubicBezTo>
                    <a:pt x="154" y="1"/>
                    <a:pt x="0" y="155"/>
                    <a:pt x="0" y="347"/>
                  </a:cubicBezTo>
                  <a:lnTo>
                    <a:pt x="0" y="6886"/>
                  </a:lnTo>
                  <a:cubicBezTo>
                    <a:pt x="0" y="7069"/>
                    <a:pt x="154" y="7223"/>
                    <a:pt x="337" y="7223"/>
                  </a:cubicBezTo>
                  <a:lnTo>
                    <a:pt x="4731" y="7223"/>
                  </a:lnTo>
                  <a:cubicBezTo>
                    <a:pt x="4914" y="7223"/>
                    <a:pt x="5068" y="7069"/>
                    <a:pt x="5068" y="6886"/>
                  </a:cubicBezTo>
                  <a:lnTo>
                    <a:pt x="5068" y="347"/>
                  </a:lnTo>
                  <a:cubicBezTo>
                    <a:pt x="5068" y="155"/>
                    <a:pt x="4914" y="1"/>
                    <a:pt x="4731" y="1"/>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7" name="Google Shape;12657;p65"/>
            <p:cNvSpPr/>
            <p:nvPr/>
          </p:nvSpPr>
          <p:spPr>
            <a:xfrm>
              <a:off x="947670" y="3830963"/>
              <a:ext cx="194295" cy="31176"/>
            </a:xfrm>
            <a:custGeom>
              <a:avLst/>
              <a:gdLst/>
              <a:ahLst/>
              <a:cxnLst/>
              <a:rect l="l" t="t" r="r" b="b"/>
              <a:pathLst>
                <a:path w="7435" h="1193" extrusionOk="0">
                  <a:moveTo>
                    <a:pt x="357" y="0"/>
                  </a:moveTo>
                  <a:cubicBezTo>
                    <a:pt x="155" y="0"/>
                    <a:pt x="1" y="154"/>
                    <a:pt x="1" y="356"/>
                  </a:cubicBezTo>
                  <a:lnTo>
                    <a:pt x="1" y="837"/>
                  </a:lnTo>
                  <a:cubicBezTo>
                    <a:pt x="1" y="1029"/>
                    <a:pt x="155" y="1193"/>
                    <a:pt x="357" y="1193"/>
                  </a:cubicBezTo>
                  <a:lnTo>
                    <a:pt x="7078" y="1193"/>
                  </a:lnTo>
                  <a:cubicBezTo>
                    <a:pt x="7271" y="1193"/>
                    <a:pt x="7434" y="1029"/>
                    <a:pt x="7434" y="837"/>
                  </a:cubicBezTo>
                  <a:lnTo>
                    <a:pt x="7434" y="356"/>
                  </a:lnTo>
                  <a:cubicBezTo>
                    <a:pt x="7434" y="164"/>
                    <a:pt x="7280" y="0"/>
                    <a:pt x="7078"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8" name="Google Shape;12658;p65"/>
            <p:cNvSpPr/>
            <p:nvPr/>
          </p:nvSpPr>
          <p:spPr>
            <a:xfrm>
              <a:off x="947670" y="4021678"/>
              <a:ext cx="194295" cy="31437"/>
            </a:xfrm>
            <a:custGeom>
              <a:avLst/>
              <a:gdLst/>
              <a:ahLst/>
              <a:cxnLst/>
              <a:rect l="l" t="t" r="r" b="b"/>
              <a:pathLst>
                <a:path w="7435" h="1203" extrusionOk="0">
                  <a:moveTo>
                    <a:pt x="357" y="1"/>
                  </a:moveTo>
                  <a:cubicBezTo>
                    <a:pt x="155" y="1"/>
                    <a:pt x="1" y="164"/>
                    <a:pt x="1" y="366"/>
                  </a:cubicBezTo>
                  <a:lnTo>
                    <a:pt x="1" y="837"/>
                  </a:lnTo>
                  <a:cubicBezTo>
                    <a:pt x="1" y="1039"/>
                    <a:pt x="155" y="1203"/>
                    <a:pt x="357" y="1203"/>
                  </a:cubicBezTo>
                  <a:lnTo>
                    <a:pt x="7078" y="1203"/>
                  </a:lnTo>
                  <a:cubicBezTo>
                    <a:pt x="7271" y="1203"/>
                    <a:pt x="7434" y="1039"/>
                    <a:pt x="7434" y="837"/>
                  </a:cubicBezTo>
                  <a:lnTo>
                    <a:pt x="7434" y="366"/>
                  </a:lnTo>
                  <a:cubicBezTo>
                    <a:pt x="7434" y="164"/>
                    <a:pt x="7280" y="10"/>
                    <a:pt x="7078"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9" name="Google Shape;12659;p65"/>
            <p:cNvSpPr/>
            <p:nvPr/>
          </p:nvSpPr>
          <p:spPr>
            <a:xfrm>
              <a:off x="975083" y="3830963"/>
              <a:ext cx="166882" cy="31176"/>
            </a:xfrm>
            <a:custGeom>
              <a:avLst/>
              <a:gdLst/>
              <a:ahLst/>
              <a:cxnLst/>
              <a:rect l="l" t="t" r="r" b="b"/>
              <a:pathLst>
                <a:path w="6386" h="1193" extrusionOk="0">
                  <a:moveTo>
                    <a:pt x="366" y="0"/>
                  </a:moveTo>
                  <a:cubicBezTo>
                    <a:pt x="164" y="0"/>
                    <a:pt x="0" y="154"/>
                    <a:pt x="0" y="356"/>
                  </a:cubicBezTo>
                  <a:lnTo>
                    <a:pt x="0" y="837"/>
                  </a:lnTo>
                  <a:cubicBezTo>
                    <a:pt x="0" y="1029"/>
                    <a:pt x="164" y="1193"/>
                    <a:pt x="366" y="1193"/>
                  </a:cubicBezTo>
                  <a:lnTo>
                    <a:pt x="6029" y="1193"/>
                  </a:lnTo>
                  <a:cubicBezTo>
                    <a:pt x="6222" y="1193"/>
                    <a:pt x="6385" y="1029"/>
                    <a:pt x="6385" y="837"/>
                  </a:cubicBezTo>
                  <a:lnTo>
                    <a:pt x="6385" y="356"/>
                  </a:lnTo>
                  <a:cubicBezTo>
                    <a:pt x="6385" y="164"/>
                    <a:pt x="6231" y="0"/>
                    <a:pt x="6029"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0" name="Google Shape;12660;p65"/>
            <p:cNvSpPr/>
            <p:nvPr/>
          </p:nvSpPr>
          <p:spPr>
            <a:xfrm>
              <a:off x="975083" y="4021678"/>
              <a:ext cx="166882" cy="31437"/>
            </a:xfrm>
            <a:custGeom>
              <a:avLst/>
              <a:gdLst/>
              <a:ahLst/>
              <a:cxnLst/>
              <a:rect l="l" t="t" r="r" b="b"/>
              <a:pathLst>
                <a:path w="6386" h="1203" extrusionOk="0">
                  <a:moveTo>
                    <a:pt x="366" y="1"/>
                  </a:moveTo>
                  <a:cubicBezTo>
                    <a:pt x="164" y="1"/>
                    <a:pt x="0" y="164"/>
                    <a:pt x="0" y="366"/>
                  </a:cubicBezTo>
                  <a:lnTo>
                    <a:pt x="0" y="837"/>
                  </a:lnTo>
                  <a:cubicBezTo>
                    <a:pt x="0" y="1039"/>
                    <a:pt x="164" y="1203"/>
                    <a:pt x="366" y="1203"/>
                  </a:cubicBezTo>
                  <a:lnTo>
                    <a:pt x="6029" y="1203"/>
                  </a:lnTo>
                  <a:cubicBezTo>
                    <a:pt x="6222" y="1203"/>
                    <a:pt x="6385" y="1039"/>
                    <a:pt x="6385" y="837"/>
                  </a:cubicBezTo>
                  <a:lnTo>
                    <a:pt x="6385" y="366"/>
                  </a:lnTo>
                  <a:cubicBezTo>
                    <a:pt x="6385" y="164"/>
                    <a:pt x="6231" y="10"/>
                    <a:pt x="6029"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61" name="Google Shape;12661;p65"/>
          <p:cNvGrpSpPr/>
          <p:nvPr/>
        </p:nvGrpSpPr>
        <p:grpSpPr>
          <a:xfrm>
            <a:off x="3416704" y="4102685"/>
            <a:ext cx="368939" cy="342283"/>
            <a:chOff x="3420379" y="4286557"/>
            <a:chExt cx="368939" cy="342283"/>
          </a:xfrm>
        </p:grpSpPr>
        <p:sp>
          <p:nvSpPr>
            <p:cNvPr id="12662" name="Google Shape;12662;p65"/>
            <p:cNvSpPr/>
            <p:nvPr/>
          </p:nvSpPr>
          <p:spPr>
            <a:xfrm>
              <a:off x="3420379" y="4364589"/>
              <a:ext cx="368939" cy="186011"/>
            </a:xfrm>
            <a:custGeom>
              <a:avLst/>
              <a:gdLst/>
              <a:ahLst/>
              <a:cxnLst/>
              <a:rect l="l" t="t" r="r" b="b"/>
              <a:pathLst>
                <a:path w="14118" h="7118" extrusionOk="0">
                  <a:moveTo>
                    <a:pt x="6736" y="0"/>
                  </a:moveTo>
                  <a:cubicBezTo>
                    <a:pt x="3255" y="0"/>
                    <a:pt x="885" y="2333"/>
                    <a:pt x="145" y="3168"/>
                  </a:cubicBezTo>
                  <a:cubicBezTo>
                    <a:pt x="1" y="3332"/>
                    <a:pt x="10" y="3572"/>
                    <a:pt x="155" y="3726"/>
                  </a:cubicBezTo>
                  <a:cubicBezTo>
                    <a:pt x="2641" y="6265"/>
                    <a:pt x="5001" y="7118"/>
                    <a:pt x="7047" y="7118"/>
                  </a:cubicBezTo>
                  <a:cubicBezTo>
                    <a:pt x="7256" y="7118"/>
                    <a:pt x="7462" y="7109"/>
                    <a:pt x="7665" y="7092"/>
                  </a:cubicBezTo>
                  <a:cubicBezTo>
                    <a:pt x="10838" y="6832"/>
                    <a:pt x="13184" y="4611"/>
                    <a:pt x="13954" y="3774"/>
                  </a:cubicBezTo>
                  <a:cubicBezTo>
                    <a:pt x="14117" y="3611"/>
                    <a:pt x="14107" y="3341"/>
                    <a:pt x="13925" y="3188"/>
                  </a:cubicBezTo>
                  <a:cubicBezTo>
                    <a:pt x="11703" y="1226"/>
                    <a:pt x="9665" y="332"/>
                    <a:pt x="7867" y="82"/>
                  </a:cubicBezTo>
                  <a:cubicBezTo>
                    <a:pt x="7478" y="26"/>
                    <a:pt x="7101" y="0"/>
                    <a:pt x="6736"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3" name="Google Shape;12663;p65"/>
            <p:cNvSpPr/>
            <p:nvPr/>
          </p:nvSpPr>
          <p:spPr>
            <a:xfrm>
              <a:off x="3465379" y="4366706"/>
              <a:ext cx="323938" cy="183215"/>
            </a:xfrm>
            <a:custGeom>
              <a:avLst/>
              <a:gdLst/>
              <a:ahLst/>
              <a:cxnLst/>
              <a:rect l="l" t="t" r="r" b="b"/>
              <a:pathLst>
                <a:path w="12396" h="7011" extrusionOk="0">
                  <a:moveTo>
                    <a:pt x="6145" y="1"/>
                  </a:moveTo>
                  <a:cubicBezTo>
                    <a:pt x="2981" y="251"/>
                    <a:pt x="837" y="2366"/>
                    <a:pt x="135" y="3145"/>
                  </a:cubicBezTo>
                  <a:cubicBezTo>
                    <a:pt x="0" y="3309"/>
                    <a:pt x="0" y="3549"/>
                    <a:pt x="154" y="3712"/>
                  </a:cubicBezTo>
                  <a:cubicBezTo>
                    <a:pt x="2202" y="5799"/>
                    <a:pt x="4173" y="6741"/>
                    <a:pt x="5943" y="7011"/>
                  </a:cubicBezTo>
                  <a:cubicBezTo>
                    <a:pt x="9116" y="6751"/>
                    <a:pt x="11462" y="4530"/>
                    <a:pt x="12232" y="3693"/>
                  </a:cubicBezTo>
                  <a:cubicBezTo>
                    <a:pt x="12395" y="3530"/>
                    <a:pt x="12385" y="3260"/>
                    <a:pt x="12212" y="3107"/>
                  </a:cubicBezTo>
                  <a:cubicBezTo>
                    <a:pt x="9981" y="1145"/>
                    <a:pt x="7943" y="260"/>
                    <a:pt x="6145"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4" name="Google Shape;12664;p65"/>
            <p:cNvSpPr/>
            <p:nvPr/>
          </p:nvSpPr>
          <p:spPr>
            <a:xfrm>
              <a:off x="3497522" y="4366497"/>
              <a:ext cx="207597" cy="182144"/>
            </a:xfrm>
            <a:custGeom>
              <a:avLst/>
              <a:gdLst/>
              <a:ahLst/>
              <a:cxnLst/>
              <a:rect l="l" t="t" r="r" b="b"/>
              <a:pathLst>
                <a:path w="7944" h="6970" extrusionOk="0">
                  <a:moveTo>
                    <a:pt x="4113" y="1"/>
                  </a:moveTo>
                  <a:cubicBezTo>
                    <a:pt x="3808" y="1"/>
                    <a:pt x="3499" y="41"/>
                    <a:pt x="3193" y="124"/>
                  </a:cubicBezTo>
                  <a:cubicBezTo>
                    <a:pt x="3078" y="153"/>
                    <a:pt x="2972" y="191"/>
                    <a:pt x="2866" y="230"/>
                  </a:cubicBezTo>
                  <a:cubicBezTo>
                    <a:pt x="828" y="1009"/>
                    <a:pt x="1" y="3451"/>
                    <a:pt x="1145" y="5307"/>
                  </a:cubicBezTo>
                  <a:cubicBezTo>
                    <a:pt x="1812" y="6395"/>
                    <a:pt x="2957" y="6969"/>
                    <a:pt x="4116" y="6969"/>
                  </a:cubicBezTo>
                  <a:cubicBezTo>
                    <a:pt x="4944" y="6969"/>
                    <a:pt x="5780" y="6676"/>
                    <a:pt x="6453" y="6067"/>
                  </a:cubicBezTo>
                  <a:cubicBezTo>
                    <a:pt x="7646" y="4980"/>
                    <a:pt x="7944" y="3220"/>
                    <a:pt x="7165" y="1807"/>
                  </a:cubicBezTo>
                  <a:cubicBezTo>
                    <a:pt x="6539" y="671"/>
                    <a:pt x="5361" y="1"/>
                    <a:pt x="4113"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5" name="Google Shape;12665;p65"/>
            <p:cNvSpPr/>
            <p:nvPr/>
          </p:nvSpPr>
          <p:spPr>
            <a:xfrm>
              <a:off x="3533455" y="4366497"/>
              <a:ext cx="171664" cy="164504"/>
            </a:xfrm>
            <a:custGeom>
              <a:avLst/>
              <a:gdLst/>
              <a:ahLst/>
              <a:cxnLst/>
              <a:rect l="l" t="t" r="r" b="b"/>
              <a:pathLst>
                <a:path w="6569" h="6295" extrusionOk="0">
                  <a:moveTo>
                    <a:pt x="2738" y="1"/>
                  </a:moveTo>
                  <a:cubicBezTo>
                    <a:pt x="2433" y="1"/>
                    <a:pt x="2124" y="41"/>
                    <a:pt x="1818" y="124"/>
                  </a:cubicBezTo>
                  <a:cubicBezTo>
                    <a:pt x="1703" y="153"/>
                    <a:pt x="1597" y="191"/>
                    <a:pt x="1491" y="230"/>
                  </a:cubicBezTo>
                  <a:cubicBezTo>
                    <a:pt x="299" y="1316"/>
                    <a:pt x="1" y="3076"/>
                    <a:pt x="780" y="4480"/>
                  </a:cubicBezTo>
                  <a:cubicBezTo>
                    <a:pt x="1399" y="5618"/>
                    <a:pt x="2585" y="6295"/>
                    <a:pt x="3837" y="6295"/>
                  </a:cubicBezTo>
                  <a:cubicBezTo>
                    <a:pt x="4140" y="6295"/>
                    <a:pt x="4447" y="6255"/>
                    <a:pt x="4751" y="6172"/>
                  </a:cubicBezTo>
                  <a:cubicBezTo>
                    <a:pt x="4857" y="6144"/>
                    <a:pt x="4972" y="6105"/>
                    <a:pt x="5078" y="6067"/>
                  </a:cubicBezTo>
                  <a:cubicBezTo>
                    <a:pt x="6271" y="4980"/>
                    <a:pt x="6569" y="3220"/>
                    <a:pt x="5790" y="1807"/>
                  </a:cubicBezTo>
                  <a:cubicBezTo>
                    <a:pt x="5164" y="671"/>
                    <a:pt x="3986" y="1"/>
                    <a:pt x="273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6" name="Google Shape;12666;p65"/>
            <p:cNvSpPr/>
            <p:nvPr/>
          </p:nvSpPr>
          <p:spPr>
            <a:xfrm>
              <a:off x="3571922" y="4428483"/>
              <a:ext cx="64338" cy="58328"/>
            </a:xfrm>
            <a:custGeom>
              <a:avLst/>
              <a:gdLst/>
              <a:ahLst/>
              <a:cxnLst/>
              <a:rect l="l" t="t" r="r" b="b"/>
              <a:pathLst>
                <a:path w="2462" h="2232" extrusionOk="0">
                  <a:moveTo>
                    <a:pt x="1247" y="0"/>
                  </a:moveTo>
                  <a:cubicBezTo>
                    <a:pt x="826" y="0"/>
                    <a:pt x="428" y="242"/>
                    <a:pt x="241" y="646"/>
                  </a:cubicBezTo>
                  <a:cubicBezTo>
                    <a:pt x="0" y="1166"/>
                    <a:pt x="193" y="1781"/>
                    <a:pt x="673" y="2070"/>
                  </a:cubicBezTo>
                  <a:cubicBezTo>
                    <a:pt x="854" y="2179"/>
                    <a:pt x="1053" y="2232"/>
                    <a:pt x="1251" y="2232"/>
                  </a:cubicBezTo>
                  <a:cubicBezTo>
                    <a:pt x="1591" y="2232"/>
                    <a:pt x="1926" y="2077"/>
                    <a:pt x="2145" y="1791"/>
                  </a:cubicBezTo>
                  <a:cubicBezTo>
                    <a:pt x="2241" y="1666"/>
                    <a:pt x="2308" y="1512"/>
                    <a:pt x="2347" y="1358"/>
                  </a:cubicBezTo>
                  <a:cubicBezTo>
                    <a:pt x="2462" y="800"/>
                    <a:pt x="2145" y="243"/>
                    <a:pt x="1606" y="60"/>
                  </a:cubicBezTo>
                  <a:cubicBezTo>
                    <a:pt x="1487" y="20"/>
                    <a:pt x="1367" y="0"/>
                    <a:pt x="1247" y="0"/>
                  </a:cubicBezTo>
                  <a:close/>
                </a:path>
              </a:pathLst>
            </a:custGeom>
            <a:solidFill>
              <a:srgbClr val="1D1D1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7" name="Google Shape;12667;p65"/>
            <p:cNvSpPr/>
            <p:nvPr/>
          </p:nvSpPr>
          <p:spPr>
            <a:xfrm>
              <a:off x="3627688" y="4396105"/>
              <a:ext cx="32718" cy="32692"/>
            </a:xfrm>
            <a:custGeom>
              <a:avLst/>
              <a:gdLst/>
              <a:ahLst/>
              <a:cxnLst/>
              <a:rect l="l" t="t" r="r" b="b"/>
              <a:pathLst>
                <a:path w="1252" h="1251" extrusionOk="0">
                  <a:moveTo>
                    <a:pt x="626" y="1"/>
                  </a:moveTo>
                  <a:cubicBezTo>
                    <a:pt x="280" y="1"/>
                    <a:pt x="1" y="280"/>
                    <a:pt x="1" y="626"/>
                  </a:cubicBezTo>
                  <a:cubicBezTo>
                    <a:pt x="1" y="972"/>
                    <a:pt x="280" y="1251"/>
                    <a:pt x="626" y="1251"/>
                  </a:cubicBezTo>
                  <a:cubicBezTo>
                    <a:pt x="972" y="1251"/>
                    <a:pt x="1251" y="972"/>
                    <a:pt x="1251" y="626"/>
                  </a:cubicBezTo>
                  <a:cubicBezTo>
                    <a:pt x="1251" y="280"/>
                    <a:pt x="972" y="1"/>
                    <a:pt x="626"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8" name="Google Shape;12668;p65"/>
            <p:cNvSpPr/>
            <p:nvPr/>
          </p:nvSpPr>
          <p:spPr>
            <a:xfrm>
              <a:off x="3598812" y="4286557"/>
              <a:ext cx="11838" cy="48763"/>
            </a:xfrm>
            <a:custGeom>
              <a:avLst/>
              <a:gdLst/>
              <a:ahLst/>
              <a:cxnLst/>
              <a:rect l="l" t="t" r="r" b="b"/>
              <a:pathLst>
                <a:path w="453" h="1866" extrusionOk="0">
                  <a:moveTo>
                    <a:pt x="221" y="0"/>
                  </a:moveTo>
                  <a:cubicBezTo>
                    <a:pt x="106" y="0"/>
                    <a:pt x="10" y="96"/>
                    <a:pt x="10" y="212"/>
                  </a:cubicBezTo>
                  <a:lnTo>
                    <a:pt x="10" y="1635"/>
                  </a:lnTo>
                  <a:cubicBezTo>
                    <a:pt x="0" y="1789"/>
                    <a:pt x="113" y="1866"/>
                    <a:pt x="226" y="1866"/>
                  </a:cubicBezTo>
                  <a:cubicBezTo>
                    <a:pt x="339" y="1866"/>
                    <a:pt x="452" y="1789"/>
                    <a:pt x="442" y="1635"/>
                  </a:cubicBezTo>
                  <a:lnTo>
                    <a:pt x="442" y="212"/>
                  </a:lnTo>
                  <a:cubicBezTo>
                    <a:pt x="442" y="96"/>
                    <a:pt x="346" y="0"/>
                    <a:pt x="221"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9" name="Google Shape;12669;p65"/>
            <p:cNvSpPr/>
            <p:nvPr/>
          </p:nvSpPr>
          <p:spPr>
            <a:xfrm>
              <a:off x="3511817" y="4300982"/>
              <a:ext cx="27073" cy="46673"/>
            </a:xfrm>
            <a:custGeom>
              <a:avLst/>
              <a:gdLst/>
              <a:ahLst/>
              <a:cxnLst/>
              <a:rect l="l" t="t" r="r" b="b"/>
              <a:pathLst>
                <a:path w="1036" h="1786" extrusionOk="0">
                  <a:moveTo>
                    <a:pt x="283" y="1"/>
                  </a:moveTo>
                  <a:cubicBezTo>
                    <a:pt x="144" y="1"/>
                    <a:pt x="1" y="130"/>
                    <a:pt x="79" y="304"/>
                  </a:cubicBezTo>
                  <a:lnTo>
                    <a:pt x="560" y="1631"/>
                  </a:lnTo>
                  <a:cubicBezTo>
                    <a:pt x="592" y="1740"/>
                    <a:pt x="674" y="1786"/>
                    <a:pt x="757" y="1786"/>
                  </a:cubicBezTo>
                  <a:cubicBezTo>
                    <a:pt x="895" y="1786"/>
                    <a:pt x="1035" y="1660"/>
                    <a:pt x="964" y="1487"/>
                  </a:cubicBezTo>
                  <a:lnTo>
                    <a:pt x="483" y="160"/>
                  </a:lnTo>
                  <a:cubicBezTo>
                    <a:pt x="450" y="48"/>
                    <a:pt x="367" y="1"/>
                    <a:pt x="283"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0" name="Google Shape;12670;p65"/>
            <p:cNvSpPr/>
            <p:nvPr/>
          </p:nvSpPr>
          <p:spPr>
            <a:xfrm>
              <a:off x="3431590" y="4338665"/>
              <a:ext cx="39721" cy="39852"/>
            </a:xfrm>
            <a:custGeom>
              <a:avLst/>
              <a:gdLst/>
              <a:ahLst/>
              <a:cxnLst/>
              <a:rect l="l" t="t" r="r" b="b"/>
              <a:pathLst>
                <a:path w="1520" h="1525" extrusionOk="0">
                  <a:moveTo>
                    <a:pt x="302" y="1"/>
                  </a:moveTo>
                  <a:cubicBezTo>
                    <a:pt x="144" y="1"/>
                    <a:pt x="0" y="187"/>
                    <a:pt x="129" y="352"/>
                  </a:cubicBezTo>
                  <a:lnTo>
                    <a:pt x="1043" y="1439"/>
                  </a:lnTo>
                  <a:cubicBezTo>
                    <a:pt x="1091" y="1499"/>
                    <a:pt x="1149" y="1524"/>
                    <a:pt x="1207" y="1524"/>
                  </a:cubicBezTo>
                  <a:cubicBezTo>
                    <a:pt x="1369" y="1524"/>
                    <a:pt x="1519" y="1324"/>
                    <a:pt x="1370" y="1160"/>
                  </a:cubicBezTo>
                  <a:lnTo>
                    <a:pt x="456" y="74"/>
                  </a:lnTo>
                  <a:cubicBezTo>
                    <a:pt x="410" y="22"/>
                    <a:pt x="355" y="1"/>
                    <a:pt x="302"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1" name="Google Shape;12671;p65"/>
            <p:cNvSpPr/>
            <p:nvPr/>
          </p:nvSpPr>
          <p:spPr>
            <a:xfrm>
              <a:off x="3738281" y="4341514"/>
              <a:ext cx="38153" cy="39800"/>
            </a:xfrm>
            <a:custGeom>
              <a:avLst/>
              <a:gdLst/>
              <a:ahLst/>
              <a:cxnLst/>
              <a:rect l="l" t="t" r="r" b="b"/>
              <a:pathLst>
                <a:path w="1460" h="1523" extrusionOk="0">
                  <a:moveTo>
                    <a:pt x="1146" y="0"/>
                  </a:moveTo>
                  <a:cubicBezTo>
                    <a:pt x="1088" y="0"/>
                    <a:pt x="1029" y="26"/>
                    <a:pt x="981" y="90"/>
                  </a:cubicBezTo>
                  <a:lnTo>
                    <a:pt x="77" y="1167"/>
                  </a:lnTo>
                  <a:cubicBezTo>
                    <a:pt x="0" y="1263"/>
                    <a:pt x="10" y="1397"/>
                    <a:pt x="106" y="1474"/>
                  </a:cubicBezTo>
                  <a:cubicBezTo>
                    <a:pt x="143" y="1507"/>
                    <a:pt x="189" y="1522"/>
                    <a:pt x="235" y="1522"/>
                  </a:cubicBezTo>
                  <a:cubicBezTo>
                    <a:pt x="297" y="1522"/>
                    <a:pt x="360" y="1495"/>
                    <a:pt x="404" y="1445"/>
                  </a:cubicBezTo>
                  <a:lnTo>
                    <a:pt x="1317" y="368"/>
                  </a:lnTo>
                  <a:cubicBezTo>
                    <a:pt x="1459" y="205"/>
                    <a:pt x="1308" y="0"/>
                    <a:pt x="1146"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2" name="Google Shape;12672;p65"/>
            <p:cNvSpPr/>
            <p:nvPr/>
          </p:nvSpPr>
          <p:spPr>
            <a:xfrm>
              <a:off x="3670389" y="4301819"/>
              <a:ext cx="26185" cy="46333"/>
            </a:xfrm>
            <a:custGeom>
              <a:avLst/>
              <a:gdLst/>
              <a:ahLst/>
              <a:cxnLst/>
              <a:rect l="l" t="t" r="r" b="b"/>
              <a:pathLst>
                <a:path w="1002" h="1773" extrusionOk="0">
                  <a:moveTo>
                    <a:pt x="761" y="0"/>
                  </a:moveTo>
                  <a:cubicBezTo>
                    <a:pt x="674" y="0"/>
                    <a:pt x="590" y="56"/>
                    <a:pt x="559" y="147"/>
                  </a:cubicBezTo>
                  <a:lnTo>
                    <a:pt x="79" y="1474"/>
                  </a:lnTo>
                  <a:cubicBezTo>
                    <a:pt x="1" y="1648"/>
                    <a:pt x="143" y="1773"/>
                    <a:pt x="282" y="1773"/>
                  </a:cubicBezTo>
                  <a:cubicBezTo>
                    <a:pt x="367" y="1773"/>
                    <a:pt x="450" y="1727"/>
                    <a:pt x="482" y="1618"/>
                  </a:cubicBezTo>
                  <a:lnTo>
                    <a:pt x="963" y="291"/>
                  </a:lnTo>
                  <a:cubicBezTo>
                    <a:pt x="1002" y="176"/>
                    <a:pt x="944" y="51"/>
                    <a:pt x="829" y="12"/>
                  </a:cubicBezTo>
                  <a:cubicBezTo>
                    <a:pt x="807" y="4"/>
                    <a:pt x="784" y="0"/>
                    <a:pt x="761"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3" name="Google Shape;12673;p65"/>
            <p:cNvSpPr/>
            <p:nvPr/>
          </p:nvSpPr>
          <p:spPr>
            <a:xfrm>
              <a:off x="3597296" y="4581071"/>
              <a:ext cx="11342" cy="47770"/>
            </a:xfrm>
            <a:custGeom>
              <a:avLst/>
              <a:gdLst/>
              <a:ahLst/>
              <a:cxnLst/>
              <a:rect l="l" t="t" r="r" b="b"/>
              <a:pathLst>
                <a:path w="434" h="1828" extrusionOk="0">
                  <a:moveTo>
                    <a:pt x="212" y="0"/>
                  </a:moveTo>
                  <a:cubicBezTo>
                    <a:pt x="97" y="0"/>
                    <a:pt x="0" y="96"/>
                    <a:pt x="0" y="212"/>
                  </a:cubicBezTo>
                  <a:lnTo>
                    <a:pt x="0" y="1625"/>
                  </a:lnTo>
                  <a:cubicBezTo>
                    <a:pt x="10" y="1760"/>
                    <a:pt x="111" y="1827"/>
                    <a:pt x="213" y="1827"/>
                  </a:cubicBezTo>
                  <a:cubicBezTo>
                    <a:pt x="315" y="1827"/>
                    <a:pt x="419" y="1760"/>
                    <a:pt x="433" y="1625"/>
                  </a:cubicBezTo>
                  <a:lnTo>
                    <a:pt x="433" y="212"/>
                  </a:lnTo>
                  <a:cubicBezTo>
                    <a:pt x="433" y="96"/>
                    <a:pt x="337" y="0"/>
                    <a:pt x="212"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4" name="Google Shape;12674;p65"/>
            <p:cNvSpPr/>
            <p:nvPr/>
          </p:nvSpPr>
          <p:spPr>
            <a:xfrm>
              <a:off x="3669161" y="4568553"/>
              <a:ext cx="26315" cy="46150"/>
            </a:xfrm>
            <a:custGeom>
              <a:avLst/>
              <a:gdLst/>
              <a:ahLst/>
              <a:cxnLst/>
              <a:rect l="l" t="t" r="r" b="b"/>
              <a:pathLst>
                <a:path w="1007" h="1766" extrusionOk="0">
                  <a:moveTo>
                    <a:pt x="260" y="0"/>
                  </a:moveTo>
                  <a:cubicBezTo>
                    <a:pt x="130" y="0"/>
                    <a:pt x="0" y="114"/>
                    <a:pt x="49" y="277"/>
                  </a:cubicBezTo>
                  <a:lnTo>
                    <a:pt x="529" y="1614"/>
                  </a:lnTo>
                  <a:cubicBezTo>
                    <a:pt x="562" y="1721"/>
                    <a:pt x="641" y="1765"/>
                    <a:pt x="723" y="1765"/>
                  </a:cubicBezTo>
                  <a:cubicBezTo>
                    <a:pt x="861" y="1765"/>
                    <a:pt x="1006" y="1636"/>
                    <a:pt x="933" y="1460"/>
                  </a:cubicBezTo>
                  <a:lnTo>
                    <a:pt x="453" y="133"/>
                  </a:lnTo>
                  <a:cubicBezTo>
                    <a:pt x="413" y="40"/>
                    <a:pt x="337" y="0"/>
                    <a:pt x="260"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5" name="Google Shape;12675;p65"/>
            <p:cNvSpPr/>
            <p:nvPr/>
          </p:nvSpPr>
          <p:spPr>
            <a:xfrm>
              <a:off x="3736922" y="4537586"/>
              <a:ext cx="39512" cy="39695"/>
            </a:xfrm>
            <a:custGeom>
              <a:avLst/>
              <a:gdLst/>
              <a:ahLst/>
              <a:cxnLst/>
              <a:rect l="l" t="t" r="r" b="b"/>
              <a:pathLst>
                <a:path w="1512" h="1519" extrusionOk="0">
                  <a:moveTo>
                    <a:pt x="299" y="0"/>
                  </a:moveTo>
                  <a:cubicBezTo>
                    <a:pt x="142" y="0"/>
                    <a:pt x="0" y="189"/>
                    <a:pt x="129" y="347"/>
                  </a:cubicBezTo>
                  <a:lnTo>
                    <a:pt x="1033" y="1433"/>
                  </a:lnTo>
                  <a:cubicBezTo>
                    <a:pt x="1080" y="1493"/>
                    <a:pt x="1139" y="1518"/>
                    <a:pt x="1197" y="1518"/>
                  </a:cubicBezTo>
                  <a:cubicBezTo>
                    <a:pt x="1359" y="1518"/>
                    <a:pt x="1512" y="1318"/>
                    <a:pt x="1369" y="1154"/>
                  </a:cubicBezTo>
                  <a:lnTo>
                    <a:pt x="456" y="77"/>
                  </a:lnTo>
                  <a:cubicBezTo>
                    <a:pt x="409" y="23"/>
                    <a:pt x="353" y="0"/>
                    <a:pt x="299"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6" name="Google Shape;12676;p65"/>
            <p:cNvSpPr/>
            <p:nvPr/>
          </p:nvSpPr>
          <p:spPr>
            <a:xfrm>
              <a:off x="3431068" y="4534476"/>
              <a:ext cx="38336" cy="39774"/>
            </a:xfrm>
            <a:custGeom>
              <a:avLst/>
              <a:gdLst/>
              <a:ahLst/>
              <a:cxnLst/>
              <a:rect l="l" t="t" r="r" b="b"/>
              <a:pathLst>
                <a:path w="1467" h="1522" extrusionOk="0">
                  <a:moveTo>
                    <a:pt x="1223" y="0"/>
                  </a:moveTo>
                  <a:cubicBezTo>
                    <a:pt x="1164" y="0"/>
                    <a:pt x="1105" y="24"/>
                    <a:pt x="1063" y="71"/>
                  </a:cubicBezTo>
                  <a:lnTo>
                    <a:pt x="149" y="1158"/>
                  </a:lnTo>
                  <a:cubicBezTo>
                    <a:pt x="0" y="1322"/>
                    <a:pt x="151" y="1522"/>
                    <a:pt x="313" y="1522"/>
                  </a:cubicBezTo>
                  <a:cubicBezTo>
                    <a:pt x="370" y="1522"/>
                    <a:pt x="429" y="1497"/>
                    <a:pt x="476" y="1437"/>
                  </a:cubicBezTo>
                  <a:lnTo>
                    <a:pt x="1390" y="350"/>
                  </a:lnTo>
                  <a:cubicBezTo>
                    <a:pt x="1467" y="264"/>
                    <a:pt x="1457" y="129"/>
                    <a:pt x="1361" y="52"/>
                  </a:cubicBezTo>
                  <a:cubicBezTo>
                    <a:pt x="1322" y="17"/>
                    <a:pt x="1272" y="0"/>
                    <a:pt x="1223"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7" name="Google Shape;12677;p65"/>
            <p:cNvSpPr/>
            <p:nvPr/>
          </p:nvSpPr>
          <p:spPr>
            <a:xfrm>
              <a:off x="3510223" y="4567926"/>
              <a:ext cx="26289" cy="46359"/>
            </a:xfrm>
            <a:custGeom>
              <a:avLst/>
              <a:gdLst/>
              <a:ahLst/>
              <a:cxnLst/>
              <a:rect l="l" t="t" r="r" b="b"/>
              <a:pathLst>
                <a:path w="1006" h="1774" extrusionOk="0">
                  <a:moveTo>
                    <a:pt x="760" y="1"/>
                  </a:moveTo>
                  <a:cubicBezTo>
                    <a:pt x="671" y="1"/>
                    <a:pt x="591" y="54"/>
                    <a:pt x="553" y="138"/>
                  </a:cubicBezTo>
                  <a:lnTo>
                    <a:pt x="73" y="1474"/>
                  </a:lnTo>
                  <a:cubicBezTo>
                    <a:pt x="1" y="1648"/>
                    <a:pt x="142" y="1773"/>
                    <a:pt x="279" y="1773"/>
                  </a:cubicBezTo>
                  <a:cubicBezTo>
                    <a:pt x="362" y="1773"/>
                    <a:pt x="444" y="1727"/>
                    <a:pt x="476" y="1619"/>
                  </a:cubicBezTo>
                  <a:lnTo>
                    <a:pt x="957" y="292"/>
                  </a:lnTo>
                  <a:cubicBezTo>
                    <a:pt x="1005" y="176"/>
                    <a:pt x="948" y="51"/>
                    <a:pt x="832" y="13"/>
                  </a:cubicBezTo>
                  <a:cubicBezTo>
                    <a:pt x="808" y="5"/>
                    <a:pt x="784" y="1"/>
                    <a:pt x="760"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678" name="Google Shape;12678;p65"/>
          <p:cNvGrpSpPr/>
          <p:nvPr/>
        </p:nvGrpSpPr>
        <p:grpSpPr>
          <a:xfrm>
            <a:off x="3961515" y="3658380"/>
            <a:ext cx="369801" cy="296813"/>
            <a:chOff x="3965190" y="3842252"/>
            <a:chExt cx="369801" cy="296813"/>
          </a:xfrm>
        </p:grpSpPr>
        <p:sp>
          <p:nvSpPr>
            <p:cNvPr id="12679" name="Google Shape;12679;p65"/>
            <p:cNvSpPr/>
            <p:nvPr/>
          </p:nvSpPr>
          <p:spPr>
            <a:xfrm>
              <a:off x="3965190" y="3869404"/>
              <a:ext cx="366665" cy="269661"/>
            </a:xfrm>
            <a:custGeom>
              <a:avLst/>
              <a:gdLst/>
              <a:ahLst/>
              <a:cxnLst/>
              <a:rect l="l" t="t" r="r" b="b"/>
              <a:pathLst>
                <a:path w="14031" h="10319" extrusionOk="0">
                  <a:moveTo>
                    <a:pt x="1193" y="0"/>
                  </a:moveTo>
                  <a:cubicBezTo>
                    <a:pt x="1077" y="0"/>
                    <a:pt x="972" y="10"/>
                    <a:pt x="866" y="49"/>
                  </a:cubicBezTo>
                  <a:lnTo>
                    <a:pt x="818" y="58"/>
                  </a:lnTo>
                  <a:cubicBezTo>
                    <a:pt x="327" y="222"/>
                    <a:pt x="0" y="674"/>
                    <a:pt x="0" y="1183"/>
                  </a:cubicBezTo>
                  <a:lnTo>
                    <a:pt x="0" y="9126"/>
                  </a:lnTo>
                  <a:cubicBezTo>
                    <a:pt x="0" y="9780"/>
                    <a:pt x="529" y="10309"/>
                    <a:pt x="1193" y="10318"/>
                  </a:cubicBezTo>
                  <a:lnTo>
                    <a:pt x="12838" y="10318"/>
                  </a:lnTo>
                  <a:cubicBezTo>
                    <a:pt x="13492" y="10318"/>
                    <a:pt x="14030" y="9780"/>
                    <a:pt x="14030" y="9126"/>
                  </a:cubicBezTo>
                  <a:lnTo>
                    <a:pt x="14030" y="1183"/>
                  </a:lnTo>
                  <a:cubicBezTo>
                    <a:pt x="14030" y="529"/>
                    <a:pt x="13492" y="0"/>
                    <a:pt x="12838"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0" name="Google Shape;12680;p65"/>
            <p:cNvSpPr/>
            <p:nvPr/>
          </p:nvSpPr>
          <p:spPr>
            <a:xfrm>
              <a:off x="3986043" y="3869404"/>
              <a:ext cx="348947" cy="245567"/>
            </a:xfrm>
            <a:custGeom>
              <a:avLst/>
              <a:gdLst/>
              <a:ahLst/>
              <a:cxnLst/>
              <a:rect l="l" t="t" r="r" b="b"/>
              <a:pathLst>
                <a:path w="13353" h="9397" extrusionOk="0">
                  <a:moveTo>
                    <a:pt x="385" y="0"/>
                  </a:moveTo>
                  <a:cubicBezTo>
                    <a:pt x="279" y="0"/>
                    <a:pt x="164" y="10"/>
                    <a:pt x="58" y="49"/>
                  </a:cubicBezTo>
                  <a:lnTo>
                    <a:pt x="20" y="58"/>
                  </a:lnTo>
                  <a:cubicBezTo>
                    <a:pt x="10" y="116"/>
                    <a:pt x="0" y="183"/>
                    <a:pt x="0" y="241"/>
                  </a:cubicBezTo>
                  <a:lnTo>
                    <a:pt x="0" y="8184"/>
                  </a:lnTo>
                  <a:cubicBezTo>
                    <a:pt x="0" y="8838"/>
                    <a:pt x="529" y="9367"/>
                    <a:pt x="1193" y="9367"/>
                  </a:cubicBezTo>
                  <a:lnTo>
                    <a:pt x="12847" y="9367"/>
                  </a:lnTo>
                  <a:cubicBezTo>
                    <a:pt x="12891" y="9387"/>
                    <a:pt x="12934" y="9397"/>
                    <a:pt x="12976" y="9397"/>
                  </a:cubicBezTo>
                  <a:cubicBezTo>
                    <a:pt x="13185" y="9397"/>
                    <a:pt x="13352" y="9161"/>
                    <a:pt x="13232" y="8953"/>
                  </a:cubicBezTo>
                  <a:lnTo>
                    <a:pt x="13232" y="1183"/>
                  </a:lnTo>
                  <a:cubicBezTo>
                    <a:pt x="13232" y="529"/>
                    <a:pt x="12694" y="0"/>
                    <a:pt x="12040" y="0"/>
                  </a:cubicBez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1" name="Google Shape;12681;p65"/>
            <p:cNvSpPr/>
            <p:nvPr/>
          </p:nvSpPr>
          <p:spPr>
            <a:xfrm>
              <a:off x="4038047" y="3842252"/>
              <a:ext cx="21141" cy="53127"/>
            </a:xfrm>
            <a:custGeom>
              <a:avLst/>
              <a:gdLst/>
              <a:ahLst/>
              <a:cxnLst/>
              <a:rect l="l" t="t" r="r" b="b"/>
              <a:pathLst>
                <a:path w="809" h="2033" extrusionOk="0">
                  <a:moveTo>
                    <a:pt x="405" y="1"/>
                  </a:moveTo>
                  <a:cubicBezTo>
                    <a:pt x="203" y="1"/>
                    <a:pt x="1" y="136"/>
                    <a:pt x="1" y="405"/>
                  </a:cubicBezTo>
                  <a:lnTo>
                    <a:pt x="1" y="1636"/>
                  </a:lnTo>
                  <a:cubicBezTo>
                    <a:pt x="1" y="1900"/>
                    <a:pt x="203" y="2032"/>
                    <a:pt x="405" y="2032"/>
                  </a:cubicBezTo>
                  <a:cubicBezTo>
                    <a:pt x="607" y="2032"/>
                    <a:pt x="809" y="1900"/>
                    <a:pt x="809" y="1636"/>
                  </a:cubicBezTo>
                  <a:lnTo>
                    <a:pt x="809" y="405"/>
                  </a:lnTo>
                  <a:cubicBezTo>
                    <a:pt x="809" y="136"/>
                    <a:pt x="607" y="1"/>
                    <a:pt x="405"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2" name="Google Shape;12682;p65"/>
            <p:cNvSpPr/>
            <p:nvPr/>
          </p:nvSpPr>
          <p:spPr>
            <a:xfrm>
              <a:off x="4104659" y="3842252"/>
              <a:ext cx="21115" cy="53127"/>
            </a:xfrm>
            <a:custGeom>
              <a:avLst/>
              <a:gdLst/>
              <a:ahLst/>
              <a:cxnLst/>
              <a:rect l="l" t="t" r="r" b="b"/>
              <a:pathLst>
                <a:path w="808" h="2033" extrusionOk="0">
                  <a:moveTo>
                    <a:pt x="404" y="1"/>
                  </a:moveTo>
                  <a:cubicBezTo>
                    <a:pt x="202" y="1"/>
                    <a:pt x="0" y="136"/>
                    <a:pt x="0" y="405"/>
                  </a:cubicBezTo>
                  <a:lnTo>
                    <a:pt x="0" y="1636"/>
                  </a:lnTo>
                  <a:cubicBezTo>
                    <a:pt x="0" y="1900"/>
                    <a:pt x="202" y="2032"/>
                    <a:pt x="404" y="2032"/>
                  </a:cubicBezTo>
                  <a:cubicBezTo>
                    <a:pt x="606" y="2032"/>
                    <a:pt x="808" y="1900"/>
                    <a:pt x="808" y="1636"/>
                  </a:cubicBezTo>
                  <a:lnTo>
                    <a:pt x="808" y="405"/>
                  </a:lnTo>
                  <a:cubicBezTo>
                    <a:pt x="808" y="136"/>
                    <a:pt x="606" y="1"/>
                    <a:pt x="404"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3" name="Google Shape;12683;p65"/>
            <p:cNvSpPr/>
            <p:nvPr/>
          </p:nvSpPr>
          <p:spPr>
            <a:xfrm>
              <a:off x="4171244" y="3842252"/>
              <a:ext cx="21141" cy="53127"/>
            </a:xfrm>
            <a:custGeom>
              <a:avLst/>
              <a:gdLst/>
              <a:ahLst/>
              <a:cxnLst/>
              <a:rect l="l" t="t" r="r" b="b"/>
              <a:pathLst>
                <a:path w="809" h="2033" extrusionOk="0">
                  <a:moveTo>
                    <a:pt x="404" y="1"/>
                  </a:moveTo>
                  <a:cubicBezTo>
                    <a:pt x="202" y="1"/>
                    <a:pt x="0" y="136"/>
                    <a:pt x="0" y="405"/>
                  </a:cubicBezTo>
                  <a:lnTo>
                    <a:pt x="0" y="1636"/>
                  </a:lnTo>
                  <a:cubicBezTo>
                    <a:pt x="0" y="1900"/>
                    <a:pt x="200" y="2032"/>
                    <a:pt x="401" y="2032"/>
                  </a:cubicBezTo>
                  <a:cubicBezTo>
                    <a:pt x="601" y="2032"/>
                    <a:pt x="803" y="1900"/>
                    <a:pt x="808" y="1636"/>
                  </a:cubicBezTo>
                  <a:lnTo>
                    <a:pt x="808" y="405"/>
                  </a:lnTo>
                  <a:cubicBezTo>
                    <a:pt x="808" y="136"/>
                    <a:pt x="606" y="1"/>
                    <a:pt x="404"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4" name="Google Shape;12684;p65"/>
            <p:cNvSpPr/>
            <p:nvPr/>
          </p:nvSpPr>
          <p:spPr>
            <a:xfrm>
              <a:off x="4238091" y="3842252"/>
              <a:ext cx="20880" cy="53127"/>
            </a:xfrm>
            <a:custGeom>
              <a:avLst/>
              <a:gdLst/>
              <a:ahLst/>
              <a:cxnLst/>
              <a:rect l="l" t="t" r="r" b="b"/>
              <a:pathLst>
                <a:path w="799" h="2033" extrusionOk="0">
                  <a:moveTo>
                    <a:pt x="399" y="1"/>
                  </a:moveTo>
                  <a:cubicBezTo>
                    <a:pt x="200" y="1"/>
                    <a:pt x="0" y="136"/>
                    <a:pt x="0" y="405"/>
                  </a:cubicBezTo>
                  <a:lnTo>
                    <a:pt x="0" y="1636"/>
                  </a:lnTo>
                  <a:cubicBezTo>
                    <a:pt x="0" y="1900"/>
                    <a:pt x="200" y="2032"/>
                    <a:pt x="399" y="2032"/>
                  </a:cubicBezTo>
                  <a:cubicBezTo>
                    <a:pt x="599" y="2032"/>
                    <a:pt x="798" y="1900"/>
                    <a:pt x="798" y="1636"/>
                  </a:cubicBezTo>
                  <a:lnTo>
                    <a:pt x="798" y="405"/>
                  </a:lnTo>
                  <a:cubicBezTo>
                    <a:pt x="798" y="136"/>
                    <a:pt x="599" y="1"/>
                    <a:pt x="399"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5" name="Google Shape;12685;p65"/>
            <p:cNvSpPr/>
            <p:nvPr/>
          </p:nvSpPr>
          <p:spPr>
            <a:xfrm>
              <a:off x="4038047" y="3842252"/>
              <a:ext cx="21141" cy="29504"/>
            </a:xfrm>
            <a:custGeom>
              <a:avLst/>
              <a:gdLst/>
              <a:ahLst/>
              <a:cxnLst/>
              <a:rect l="l" t="t" r="r" b="b"/>
              <a:pathLst>
                <a:path w="809" h="1129" extrusionOk="0">
                  <a:moveTo>
                    <a:pt x="405" y="1"/>
                  </a:moveTo>
                  <a:cubicBezTo>
                    <a:pt x="203" y="1"/>
                    <a:pt x="1" y="136"/>
                    <a:pt x="1" y="405"/>
                  </a:cubicBezTo>
                  <a:lnTo>
                    <a:pt x="1" y="732"/>
                  </a:lnTo>
                  <a:cubicBezTo>
                    <a:pt x="1" y="996"/>
                    <a:pt x="203" y="1128"/>
                    <a:pt x="405" y="1128"/>
                  </a:cubicBezTo>
                  <a:cubicBezTo>
                    <a:pt x="607" y="1128"/>
                    <a:pt x="809" y="996"/>
                    <a:pt x="809" y="732"/>
                  </a:cubicBezTo>
                  <a:lnTo>
                    <a:pt x="809" y="405"/>
                  </a:lnTo>
                  <a:cubicBezTo>
                    <a:pt x="809" y="136"/>
                    <a:pt x="607" y="1"/>
                    <a:pt x="405"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6" name="Google Shape;12686;p65"/>
            <p:cNvSpPr/>
            <p:nvPr/>
          </p:nvSpPr>
          <p:spPr>
            <a:xfrm>
              <a:off x="4104659" y="3842252"/>
              <a:ext cx="21115" cy="29504"/>
            </a:xfrm>
            <a:custGeom>
              <a:avLst/>
              <a:gdLst/>
              <a:ahLst/>
              <a:cxnLst/>
              <a:rect l="l" t="t" r="r" b="b"/>
              <a:pathLst>
                <a:path w="808" h="1129" extrusionOk="0">
                  <a:moveTo>
                    <a:pt x="404" y="1"/>
                  </a:moveTo>
                  <a:cubicBezTo>
                    <a:pt x="202" y="1"/>
                    <a:pt x="0" y="136"/>
                    <a:pt x="0" y="405"/>
                  </a:cubicBezTo>
                  <a:lnTo>
                    <a:pt x="0" y="732"/>
                  </a:lnTo>
                  <a:cubicBezTo>
                    <a:pt x="0" y="996"/>
                    <a:pt x="202" y="1128"/>
                    <a:pt x="404" y="1128"/>
                  </a:cubicBezTo>
                  <a:cubicBezTo>
                    <a:pt x="606" y="1128"/>
                    <a:pt x="808" y="996"/>
                    <a:pt x="808" y="732"/>
                  </a:cubicBezTo>
                  <a:lnTo>
                    <a:pt x="808" y="405"/>
                  </a:lnTo>
                  <a:cubicBezTo>
                    <a:pt x="808" y="136"/>
                    <a:pt x="606" y="1"/>
                    <a:pt x="404"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7" name="Google Shape;12687;p65"/>
            <p:cNvSpPr/>
            <p:nvPr/>
          </p:nvSpPr>
          <p:spPr>
            <a:xfrm>
              <a:off x="4171244" y="3842252"/>
              <a:ext cx="21141" cy="29504"/>
            </a:xfrm>
            <a:custGeom>
              <a:avLst/>
              <a:gdLst/>
              <a:ahLst/>
              <a:cxnLst/>
              <a:rect l="l" t="t" r="r" b="b"/>
              <a:pathLst>
                <a:path w="809" h="1129" extrusionOk="0">
                  <a:moveTo>
                    <a:pt x="404" y="1"/>
                  </a:moveTo>
                  <a:cubicBezTo>
                    <a:pt x="202" y="1"/>
                    <a:pt x="0" y="136"/>
                    <a:pt x="0" y="405"/>
                  </a:cubicBezTo>
                  <a:lnTo>
                    <a:pt x="0" y="732"/>
                  </a:lnTo>
                  <a:cubicBezTo>
                    <a:pt x="0" y="996"/>
                    <a:pt x="200" y="1128"/>
                    <a:pt x="401" y="1128"/>
                  </a:cubicBezTo>
                  <a:cubicBezTo>
                    <a:pt x="601" y="1128"/>
                    <a:pt x="803" y="996"/>
                    <a:pt x="808" y="732"/>
                  </a:cubicBezTo>
                  <a:lnTo>
                    <a:pt x="808" y="405"/>
                  </a:lnTo>
                  <a:cubicBezTo>
                    <a:pt x="808" y="136"/>
                    <a:pt x="606" y="1"/>
                    <a:pt x="404"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8" name="Google Shape;12688;p65"/>
            <p:cNvSpPr/>
            <p:nvPr/>
          </p:nvSpPr>
          <p:spPr>
            <a:xfrm>
              <a:off x="4238091" y="3842252"/>
              <a:ext cx="20880" cy="29504"/>
            </a:xfrm>
            <a:custGeom>
              <a:avLst/>
              <a:gdLst/>
              <a:ahLst/>
              <a:cxnLst/>
              <a:rect l="l" t="t" r="r" b="b"/>
              <a:pathLst>
                <a:path w="799" h="1129" extrusionOk="0">
                  <a:moveTo>
                    <a:pt x="399" y="1"/>
                  </a:moveTo>
                  <a:cubicBezTo>
                    <a:pt x="200" y="1"/>
                    <a:pt x="0" y="136"/>
                    <a:pt x="0" y="405"/>
                  </a:cubicBezTo>
                  <a:lnTo>
                    <a:pt x="0" y="732"/>
                  </a:lnTo>
                  <a:cubicBezTo>
                    <a:pt x="0" y="996"/>
                    <a:pt x="200" y="1128"/>
                    <a:pt x="399" y="1128"/>
                  </a:cubicBezTo>
                  <a:cubicBezTo>
                    <a:pt x="599" y="1128"/>
                    <a:pt x="798" y="996"/>
                    <a:pt x="798" y="732"/>
                  </a:cubicBezTo>
                  <a:lnTo>
                    <a:pt x="798" y="405"/>
                  </a:lnTo>
                  <a:cubicBezTo>
                    <a:pt x="798" y="136"/>
                    <a:pt x="599" y="1"/>
                    <a:pt x="399"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9" name="Google Shape;12689;p65"/>
            <p:cNvSpPr/>
            <p:nvPr/>
          </p:nvSpPr>
          <p:spPr>
            <a:xfrm>
              <a:off x="3985547" y="3919657"/>
              <a:ext cx="167483" cy="163145"/>
            </a:xfrm>
            <a:custGeom>
              <a:avLst/>
              <a:gdLst/>
              <a:ahLst/>
              <a:cxnLst/>
              <a:rect l="l" t="t" r="r" b="b"/>
              <a:pathLst>
                <a:path w="6409" h="6243" extrusionOk="0">
                  <a:moveTo>
                    <a:pt x="226" y="1"/>
                  </a:moveTo>
                  <a:cubicBezTo>
                    <a:pt x="113" y="1"/>
                    <a:pt x="0" y="78"/>
                    <a:pt x="10" y="231"/>
                  </a:cubicBezTo>
                  <a:lnTo>
                    <a:pt x="10" y="1607"/>
                  </a:lnTo>
                  <a:cubicBezTo>
                    <a:pt x="19" y="2626"/>
                    <a:pt x="837" y="3443"/>
                    <a:pt x="1856" y="3453"/>
                  </a:cubicBezTo>
                  <a:lnTo>
                    <a:pt x="2606" y="3453"/>
                  </a:lnTo>
                  <a:cubicBezTo>
                    <a:pt x="3260" y="3453"/>
                    <a:pt x="3789" y="3972"/>
                    <a:pt x="3789" y="4626"/>
                  </a:cubicBezTo>
                  <a:cubicBezTo>
                    <a:pt x="3789" y="5520"/>
                    <a:pt x="4510" y="6241"/>
                    <a:pt x="5404" y="6241"/>
                  </a:cubicBezTo>
                  <a:lnTo>
                    <a:pt x="6106" y="6241"/>
                  </a:lnTo>
                  <a:cubicBezTo>
                    <a:pt x="6113" y="6242"/>
                    <a:pt x="6119" y="6242"/>
                    <a:pt x="6124" y="6242"/>
                  </a:cubicBezTo>
                  <a:cubicBezTo>
                    <a:pt x="6408" y="6242"/>
                    <a:pt x="6408" y="5808"/>
                    <a:pt x="6124" y="5808"/>
                  </a:cubicBezTo>
                  <a:cubicBezTo>
                    <a:pt x="6119" y="5808"/>
                    <a:pt x="6113" y="5808"/>
                    <a:pt x="6106" y="5809"/>
                  </a:cubicBezTo>
                  <a:lnTo>
                    <a:pt x="6106" y="5818"/>
                  </a:lnTo>
                  <a:lnTo>
                    <a:pt x="5404" y="5818"/>
                  </a:lnTo>
                  <a:cubicBezTo>
                    <a:pt x="4751" y="5818"/>
                    <a:pt x="4222" y="5290"/>
                    <a:pt x="4222" y="4636"/>
                  </a:cubicBezTo>
                  <a:cubicBezTo>
                    <a:pt x="4222" y="3741"/>
                    <a:pt x="3500" y="3020"/>
                    <a:pt x="2606" y="3020"/>
                  </a:cubicBezTo>
                  <a:lnTo>
                    <a:pt x="1856" y="3020"/>
                  </a:lnTo>
                  <a:cubicBezTo>
                    <a:pt x="1077" y="3020"/>
                    <a:pt x="443" y="2385"/>
                    <a:pt x="443" y="1607"/>
                  </a:cubicBezTo>
                  <a:lnTo>
                    <a:pt x="443" y="231"/>
                  </a:lnTo>
                  <a:cubicBezTo>
                    <a:pt x="452" y="78"/>
                    <a:pt x="339" y="1"/>
                    <a:pt x="226"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0" name="Google Shape;12690;p65"/>
            <p:cNvSpPr/>
            <p:nvPr/>
          </p:nvSpPr>
          <p:spPr>
            <a:xfrm>
              <a:off x="4167116" y="3935990"/>
              <a:ext cx="147126" cy="143755"/>
            </a:xfrm>
            <a:custGeom>
              <a:avLst/>
              <a:gdLst/>
              <a:ahLst/>
              <a:cxnLst/>
              <a:rect l="l" t="t" r="r" b="b"/>
              <a:pathLst>
                <a:path w="5630" h="5501" extrusionOk="0">
                  <a:moveTo>
                    <a:pt x="4505" y="1"/>
                  </a:moveTo>
                  <a:cubicBezTo>
                    <a:pt x="4244" y="1"/>
                    <a:pt x="3983" y="99"/>
                    <a:pt x="3784" y="299"/>
                  </a:cubicBezTo>
                  <a:lnTo>
                    <a:pt x="3764" y="308"/>
                  </a:lnTo>
                  <a:lnTo>
                    <a:pt x="3120" y="953"/>
                  </a:lnTo>
                  <a:lnTo>
                    <a:pt x="755" y="3318"/>
                  </a:lnTo>
                  <a:cubicBezTo>
                    <a:pt x="658" y="3414"/>
                    <a:pt x="582" y="3539"/>
                    <a:pt x="543" y="3674"/>
                  </a:cubicBezTo>
                  <a:lnTo>
                    <a:pt x="245" y="4636"/>
                  </a:lnTo>
                  <a:lnTo>
                    <a:pt x="33" y="5347"/>
                  </a:lnTo>
                  <a:cubicBezTo>
                    <a:pt x="1" y="5420"/>
                    <a:pt x="58" y="5500"/>
                    <a:pt x="134" y="5500"/>
                  </a:cubicBezTo>
                  <a:cubicBezTo>
                    <a:pt x="148" y="5500"/>
                    <a:pt x="163" y="5497"/>
                    <a:pt x="178" y="5491"/>
                  </a:cubicBezTo>
                  <a:lnTo>
                    <a:pt x="880" y="5270"/>
                  </a:lnTo>
                  <a:lnTo>
                    <a:pt x="1841" y="4972"/>
                  </a:lnTo>
                  <a:cubicBezTo>
                    <a:pt x="1918" y="4953"/>
                    <a:pt x="1985" y="4924"/>
                    <a:pt x="2043" y="4886"/>
                  </a:cubicBezTo>
                  <a:cubicBezTo>
                    <a:pt x="2101" y="4847"/>
                    <a:pt x="2159" y="4809"/>
                    <a:pt x="2197" y="4761"/>
                  </a:cubicBezTo>
                  <a:lnTo>
                    <a:pt x="4563" y="2405"/>
                  </a:lnTo>
                  <a:lnTo>
                    <a:pt x="5226" y="1741"/>
                  </a:lnTo>
                  <a:cubicBezTo>
                    <a:pt x="5630" y="1337"/>
                    <a:pt x="5620" y="674"/>
                    <a:pt x="5207" y="280"/>
                  </a:cubicBezTo>
                  <a:cubicBezTo>
                    <a:pt x="5012" y="94"/>
                    <a:pt x="4759" y="1"/>
                    <a:pt x="4505"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1" name="Google Shape;12691;p65"/>
            <p:cNvSpPr/>
            <p:nvPr/>
          </p:nvSpPr>
          <p:spPr>
            <a:xfrm>
              <a:off x="4167298" y="4057114"/>
              <a:ext cx="22814" cy="22474"/>
            </a:xfrm>
            <a:custGeom>
              <a:avLst/>
              <a:gdLst/>
              <a:ahLst/>
              <a:cxnLst/>
              <a:rect l="l" t="t" r="r" b="b"/>
              <a:pathLst>
                <a:path w="873" h="860" extrusionOk="0">
                  <a:moveTo>
                    <a:pt x="238" y="1"/>
                  </a:moveTo>
                  <a:lnTo>
                    <a:pt x="26" y="712"/>
                  </a:lnTo>
                  <a:cubicBezTo>
                    <a:pt x="1" y="790"/>
                    <a:pt x="60" y="859"/>
                    <a:pt x="134" y="859"/>
                  </a:cubicBezTo>
                  <a:cubicBezTo>
                    <a:pt x="143" y="859"/>
                    <a:pt x="152" y="859"/>
                    <a:pt x="161" y="856"/>
                  </a:cubicBezTo>
                  <a:lnTo>
                    <a:pt x="873" y="635"/>
                  </a:lnTo>
                  <a:cubicBezTo>
                    <a:pt x="844" y="299"/>
                    <a:pt x="575" y="30"/>
                    <a:pt x="238"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2" name="Google Shape;12692;p65"/>
            <p:cNvSpPr/>
            <p:nvPr/>
          </p:nvSpPr>
          <p:spPr>
            <a:xfrm>
              <a:off x="4183814" y="3960868"/>
              <a:ext cx="102544" cy="102570"/>
            </a:xfrm>
            <a:custGeom>
              <a:avLst/>
              <a:gdLst/>
              <a:ahLst/>
              <a:cxnLst/>
              <a:rect l="l" t="t" r="r" b="b"/>
              <a:pathLst>
                <a:path w="3924" h="3925" extrusionOk="0">
                  <a:moveTo>
                    <a:pt x="2472" y="1"/>
                  </a:moveTo>
                  <a:lnTo>
                    <a:pt x="116" y="2357"/>
                  </a:lnTo>
                  <a:cubicBezTo>
                    <a:pt x="68" y="2405"/>
                    <a:pt x="29" y="2453"/>
                    <a:pt x="0" y="2511"/>
                  </a:cubicBezTo>
                  <a:lnTo>
                    <a:pt x="673" y="3193"/>
                  </a:lnTo>
                  <a:lnTo>
                    <a:pt x="1395" y="3914"/>
                  </a:lnTo>
                  <a:lnTo>
                    <a:pt x="1404" y="3924"/>
                  </a:lnTo>
                  <a:cubicBezTo>
                    <a:pt x="1462" y="3895"/>
                    <a:pt x="1520" y="3847"/>
                    <a:pt x="1558" y="3809"/>
                  </a:cubicBezTo>
                  <a:lnTo>
                    <a:pt x="3924" y="1443"/>
                  </a:lnTo>
                  <a:lnTo>
                    <a:pt x="2472" y="1"/>
                  </a:ln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3" name="Google Shape;12693;p65"/>
            <p:cNvSpPr/>
            <p:nvPr/>
          </p:nvSpPr>
          <p:spPr>
            <a:xfrm>
              <a:off x="4265975" y="3936120"/>
              <a:ext cx="48267" cy="45392"/>
            </a:xfrm>
            <a:custGeom>
              <a:avLst/>
              <a:gdLst/>
              <a:ahLst/>
              <a:cxnLst/>
              <a:rect l="l" t="t" r="r" b="b"/>
              <a:pathLst>
                <a:path w="1847" h="1737" extrusionOk="0">
                  <a:moveTo>
                    <a:pt x="722" y="1"/>
                  </a:moveTo>
                  <a:cubicBezTo>
                    <a:pt x="461" y="1"/>
                    <a:pt x="200" y="99"/>
                    <a:pt x="1" y="294"/>
                  </a:cubicBezTo>
                  <a:lnTo>
                    <a:pt x="1443" y="1736"/>
                  </a:lnTo>
                  <a:cubicBezTo>
                    <a:pt x="1847" y="1332"/>
                    <a:pt x="1837" y="678"/>
                    <a:pt x="1424" y="284"/>
                  </a:cubicBezTo>
                  <a:cubicBezTo>
                    <a:pt x="1229" y="94"/>
                    <a:pt x="976" y="1"/>
                    <a:pt x="722"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4" name="Google Shape;12694;p65"/>
            <p:cNvSpPr/>
            <p:nvPr/>
          </p:nvSpPr>
          <p:spPr>
            <a:xfrm>
              <a:off x="4201401" y="3978455"/>
              <a:ext cx="84957" cy="84983"/>
            </a:xfrm>
            <a:custGeom>
              <a:avLst/>
              <a:gdLst/>
              <a:ahLst/>
              <a:cxnLst/>
              <a:rect l="l" t="t" r="r" b="b"/>
              <a:pathLst>
                <a:path w="3251" h="3252" extrusionOk="0">
                  <a:moveTo>
                    <a:pt x="2481" y="1"/>
                  </a:moveTo>
                  <a:lnTo>
                    <a:pt x="116" y="2366"/>
                  </a:lnTo>
                  <a:cubicBezTo>
                    <a:pt x="77" y="2405"/>
                    <a:pt x="29" y="2463"/>
                    <a:pt x="0" y="2520"/>
                  </a:cubicBezTo>
                  <a:lnTo>
                    <a:pt x="722" y="3241"/>
                  </a:lnTo>
                  <a:lnTo>
                    <a:pt x="731" y="3251"/>
                  </a:lnTo>
                  <a:cubicBezTo>
                    <a:pt x="789" y="3222"/>
                    <a:pt x="847" y="3174"/>
                    <a:pt x="885" y="3136"/>
                  </a:cubicBezTo>
                  <a:lnTo>
                    <a:pt x="3251" y="770"/>
                  </a:lnTo>
                  <a:lnTo>
                    <a:pt x="2481" y="1"/>
                  </a:ln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5" name="Google Shape;12695;p65"/>
            <p:cNvSpPr/>
            <p:nvPr/>
          </p:nvSpPr>
          <p:spPr>
            <a:xfrm>
              <a:off x="4265975" y="3936120"/>
              <a:ext cx="48032" cy="45392"/>
            </a:xfrm>
            <a:custGeom>
              <a:avLst/>
              <a:gdLst/>
              <a:ahLst/>
              <a:cxnLst/>
              <a:rect l="l" t="t" r="r" b="b"/>
              <a:pathLst>
                <a:path w="1838" h="1737" extrusionOk="0">
                  <a:moveTo>
                    <a:pt x="718" y="1"/>
                  </a:moveTo>
                  <a:cubicBezTo>
                    <a:pt x="459" y="1"/>
                    <a:pt x="200" y="99"/>
                    <a:pt x="1" y="294"/>
                  </a:cubicBezTo>
                  <a:lnTo>
                    <a:pt x="674" y="967"/>
                  </a:lnTo>
                  <a:lnTo>
                    <a:pt x="1443" y="1736"/>
                  </a:lnTo>
                  <a:cubicBezTo>
                    <a:pt x="1837" y="1332"/>
                    <a:pt x="1837" y="678"/>
                    <a:pt x="1424" y="284"/>
                  </a:cubicBezTo>
                  <a:cubicBezTo>
                    <a:pt x="1224" y="94"/>
                    <a:pt x="971" y="1"/>
                    <a:pt x="718" y="1"/>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6" name="Google Shape;12696;p65"/>
            <p:cNvSpPr/>
            <p:nvPr/>
          </p:nvSpPr>
          <p:spPr>
            <a:xfrm>
              <a:off x="4283562" y="3953734"/>
              <a:ext cx="29425" cy="27779"/>
            </a:xfrm>
            <a:custGeom>
              <a:avLst/>
              <a:gdLst/>
              <a:ahLst/>
              <a:cxnLst/>
              <a:rect l="l" t="t" r="r" b="b"/>
              <a:pathLst>
                <a:path w="1126" h="1063" extrusionOk="0">
                  <a:moveTo>
                    <a:pt x="728" y="1"/>
                  </a:moveTo>
                  <a:cubicBezTo>
                    <a:pt x="461" y="1"/>
                    <a:pt x="198" y="103"/>
                    <a:pt x="1" y="293"/>
                  </a:cubicBezTo>
                  <a:lnTo>
                    <a:pt x="770" y="1062"/>
                  </a:lnTo>
                  <a:cubicBezTo>
                    <a:pt x="1030" y="793"/>
                    <a:pt x="1126" y="408"/>
                    <a:pt x="1020" y="43"/>
                  </a:cubicBezTo>
                  <a:cubicBezTo>
                    <a:pt x="924" y="15"/>
                    <a:pt x="826" y="1"/>
                    <a:pt x="728"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7" name="Google Shape;12697;p65"/>
            <p:cNvSpPr/>
            <p:nvPr/>
          </p:nvSpPr>
          <p:spPr>
            <a:xfrm>
              <a:off x="4248649" y="3943777"/>
              <a:ext cx="55061" cy="55061"/>
            </a:xfrm>
            <a:custGeom>
              <a:avLst/>
              <a:gdLst/>
              <a:ahLst/>
              <a:cxnLst/>
              <a:rect l="l" t="t" r="r" b="b"/>
              <a:pathLst>
                <a:path w="2107" h="2107" extrusionOk="0">
                  <a:moveTo>
                    <a:pt x="664" y="1"/>
                  </a:moveTo>
                  <a:lnTo>
                    <a:pt x="644" y="10"/>
                  </a:lnTo>
                  <a:lnTo>
                    <a:pt x="0" y="664"/>
                  </a:lnTo>
                  <a:lnTo>
                    <a:pt x="1443" y="2107"/>
                  </a:lnTo>
                  <a:lnTo>
                    <a:pt x="2106" y="1443"/>
                  </a:lnTo>
                  <a:lnTo>
                    <a:pt x="664"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8" name="Google Shape;12698;p65"/>
            <p:cNvSpPr/>
            <p:nvPr/>
          </p:nvSpPr>
          <p:spPr>
            <a:xfrm>
              <a:off x="4266236" y="3961364"/>
              <a:ext cx="37474" cy="37474"/>
            </a:xfrm>
            <a:custGeom>
              <a:avLst/>
              <a:gdLst/>
              <a:ahLst/>
              <a:cxnLst/>
              <a:rect l="l" t="t" r="r" b="b"/>
              <a:pathLst>
                <a:path w="1434" h="1434" extrusionOk="0">
                  <a:moveTo>
                    <a:pt x="664" y="1"/>
                  </a:moveTo>
                  <a:lnTo>
                    <a:pt x="654" y="20"/>
                  </a:lnTo>
                  <a:lnTo>
                    <a:pt x="0" y="664"/>
                  </a:lnTo>
                  <a:lnTo>
                    <a:pt x="770" y="1434"/>
                  </a:lnTo>
                  <a:lnTo>
                    <a:pt x="1433" y="770"/>
                  </a:lnTo>
                  <a:lnTo>
                    <a:pt x="664" y="1"/>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9" name="Google Shape;12699;p65"/>
            <p:cNvSpPr/>
            <p:nvPr/>
          </p:nvSpPr>
          <p:spPr>
            <a:xfrm>
              <a:off x="4266236" y="3961364"/>
              <a:ext cx="37474" cy="37474"/>
            </a:xfrm>
            <a:custGeom>
              <a:avLst/>
              <a:gdLst/>
              <a:ahLst/>
              <a:cxnLst/>
              <a:rect l="l" t="t" r="r" b="b"/>
              <a:pathLst>
                <a:path w="1434" h="1434" extrusionOk="0">
                  <a:moveTo>
                    <a:pt x="664" y="1"/>
                  </a:moveTo>
                  <a:lnTo>
                    <a:pt x="654" y="20"/>
                  </a:lnTo>
                  <a:lnTo>
                    <a:pt x="0" y="664"/>
                  </a:lnTo>
                  <a:lnTo>
                    <a:pt x="770" y="1434"/>
                  </a:lnTo>
                  <a:lnTo>
                    <a:pt x="1433" y="770"/>
                  </a:lnTo>
                  <a:lnTo>
                    <a:pt x="664" y="1"/>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00" name="Google Shape;12700;p65"/>
          <p:cNvGrpSpPr/>
          <p:nvPr/>
        </p:nvGrpSpPr>
        <p:grpSpPr>
          <a:xfrm>
            <a:off x="3502915" y="3649939"/>
            <a:ext cx="396796" cy="313407"/>
            <a:chOff x="3506590" y="3833812"/>
            <a:chExt cx="396796" cy="313407"/>
          </a:xfrm>
        </p:grpSpPr>
        <p:sp>
          <p:nvSpPr>
            <p:cNvPr id="12701" name="Google Shape;12701;p65"/>
            <p:cNvSpPr/>
            <p:nvPr/>
          </p:nvSpPr>
          <p:spPr>
            <a:xfrm>
              <a:off x="3511608" y="3839404"/>
              <a:ext cx="370428" cy="302667"/>
            </a:xfrm>
            <a:custGeom>
              <a:avLst/>
              <a:gdLst/>
              <a:ahLst/>
              <a:cxnLst/>
              <a:rect l="l" t="t" r="r" b="b"/>
              <a:pathLst>
                <a:path w="14175" h="11582" extrusionOk="0">
                  <a:moveTo>
                    <a:pt x="9070" y="0"/>
                  </a:moveTo>
                  <a:cubicBezTo>
                    <a:pt x="8246" y="0"/>
                    <a:pt x="7449" y="615"/>
                    <a:pt x="7405" y="1581"/>
                  </a:cubicBezTo>
                  <a:cubicBezTo>
                    <a:pt x="7357" y="697"/>
                    <a:pt x="6626" y="4"/>
                    <a:pt x="5741" y="4"/>
                  </a:cubicBezTo>
                  <a:cubicBezTo>
                    <a:pt x="5501" y="4"/>
                    <a:pt x="5270" y="52"/>
                    <a:pt x="5049" y="148"/>
                  </a:cubicBezTo>
                  <a:cubicBezTo>
                    <a:pt x="4847" y="254"/>
                    <a:pt x="4655" y="389"/>
                    <a:pt x="4501" y="562"/>
                  </a:cubicBezTo>
                  <a:cubicBezTo>
                    <a:pt x="4364" y="531"/>
                    <a:pt x="4227" y="516"/>
                    <a:pt x="4092" y="516"/>
                  </a:cubicBezTo>
                  <a:cubicBezTo>
                    <a:pt x="3343" y="516"/>
                    <a:pt x="2652" y="973"/>
                    <a:pt x="2376" y="1706"/>
                  </a:cubicBezTo>
                  <a:cubicBezTo>
                    <a:pt x="2356" y="1754"/>
                    <a:pt x="2347" y="1802"/>
                    <a:pt x="2327" y="1850"/>
                  </a:cubicBezTo>
                  <a:cubicBezTo>
                    <a:pt x="2212" y="2264"/>
                    <a:pt x="2241" y="2716"/>
                    <a:pt x="2424" y="3110"/>
                  </a:cubicBezTo>
                  <a:lnTo>
                    <a:pt x="2376" y="3120"/>
                  </a:lnTo>
                  <a:cubicBezTo>
                    <a:pt x="298" y="3851"/>
                    <a:pt x="0" y="6678"/>
                    <a:pt x="1875" y="7822"/>
                  </a:cubicBezTo>
                  <a:cubicBezTo>
                    <a:pt x="1041" y="9049"/>
                    <a:pt x="1918" y="10707"/>
                    <a:pt x="3401" y="10707"/>
                  </a:cubicBezTo>
                  <a:cubicBezTo>
                    <a:pt x="3405" y="10707"/>
                    <a:pt x="3410" y="10707"/>
                    <a:pt x="3414" y="10707"/>
                  </a:cubicBezTo>
                  <a:cubicBezTo>
                    <a:pt x="3683" y="10697"/>
                    <a:pt x="3953" y="10640"/>
                    <a:pt x="4203" y="10515"/>
                  </a:cubicBezTo>
                  <a:cubicBezTo>
                    <a:pt x="4442" y="11163"/>
                    <a:pt x="5059" y="11581"/>
                    <a:pt x="5742" y="11581"/>
                  </a:cubicBezTo>
                  <a:cubicBezTo>
                    <a:pt x="5799" y="11581"/>
                    <a:pt x="5857" y="11578"/>
                    <a:pt x="5914" y="11572"/>
                  </a:cubicBezTo>
                  <a:cubicBezTo>
                    <a:pt x="6655" y="11505"/>
                    <a:pt x="7260" y="10938"/>
                    <a:pt x="7385" y="10207"/>
                  </a:cubicBezTo>
                  <a:cubicBezTo>
                    <a:pt x="7395" y="10159"/>
                    <a:pt x="7405" y="10101"/>
                    <a:pt x="7405" y="10053"/>
                  </a:cubicBezTo>
                  <a:cubicBezTo>
                    <a:pt x="7405" y="10082"/>
                    <a:pt x="7414" y="10120"/>
                    <a:pt x="7414" y="10159"/>
                  </a:cubicBezTo>
                  <a:cubicBezTo>
                    <a:pt x="7539" y="10966"/>
                    <a:pt x="8241" y="11572"/>
                    <a:pt x="9068" y="11572"/>
                  </a:cubicBezTo>
                  <a:cubicBezTo>
                    <a:pt x="9395" y="11572"/>
                    <a:pt x="9732" y="11466"/>
                    <a:pt x="10001" y="11274"/>
                  </a:cubicBezTo>
                  <a:cubicBezTo>
                    <a:pt x="10270" y="11091"/>
                    <a:pt x="10482" y="10832"/>
                    <a:pt x="10607" y="10524"/>
                  </a:cubicBezTo>
                  <a:cubicBezTo>
                    <a:pt x="10847" y="10640"/>
                    <a:pt x="11116" y="10707"/>
                    <a:pt x="11386" y="10707"/>
                  </a:cubicBezTo>
                  <a:cubicBezTo>
                    <a:pt x="11393" y="10707"/>
                    <a:pt x="11399" y="10707"/>
                    <a:pt x="11406" y="10707"/>
                  </a:cubicBezTo>
                  <a:cubicBezTo>
                    <a:pt x="12282" y="10707"/>
                    <a:pt x="13031" y="10094"/>
                    <a:pt x="13213" y="9245"/>
                  </a:cubicBezTo>
                  <a:cubicBezTo>
                    <a:pt x="13222" y="9207"/>
                    <a:pt x="13232" y="9168"/>
                    <a:pt x="13232" y="9130"/>
                  </a:cubicBezTo>
                  <a:cubicBezTo>
                    <a:pt x="13242" y="9062"/>
                    <a:pt x="13242" y="8995"/>
                    <a:pt x="13251" y="8928"/>
                  </a:cubicBezTo>
                  <a:cubicBezTo>
                    <a:pt x="13261" y="8534"/>
                    <a:pt x="13145" y="8149"/>
                    <a:pt x="12924" y="7822"/>
                  </a:cubicBezTo>
                  <a:cubicBezTo>
                    <a:pt x="13040" y="7755"/>
                    <a:pt x="13145" y="7678"/>
                    <a:pt x="13251" y="7582"/>
                  </a:cubicBezTo>
                  <a:cubicBezTo>
                    <a:pt x="13280" y="7562"/>
                    <a:pt x="13309" y="7534"/>
                    <a:pt x="13338" y="7505"/>
                  </a:cubicBezTo>
                  <a:cubicBezTo>
                    <a:pt x="13405" y="7447"/>
                    <a:pt x="13463" y="7389"/>
                    <a:pt x="13520" y="7322"/>
                  </a:cubicBezTo>
                  <a:cubicBezTo>
                    <a:pt x="13944" y="6851"/>
                    <a:pt x="14174" y="6226"/>
                    <a:pt x="14174" y="5591"/>
                  </a:cubicBezTo>
                  <a:cubicBezTo>
                    <a:pt x="14174" y="4466"/>
                    <a:pt x="13453" y="3466"/>
                    <a:pt x="12376" y="3110"/>
                  </a:cubicBezTo>
                  <a:cubicBezTo>
                    <a:pt x="12569" y="2687"/>
                    <a:pt x="12597" y="2216"/>
                    <a:pt x="12453" y="1783"/>
                  </a:cubicBezTo>
                  <a:cubicBezTo>
                    <a:pt x="12443" y="1754"/>
                    <a:pt x="12434" y="1725"/>
                    <a:pt x="12424" y="1706"/>
                  </a:cubicBezTo>
                  <a:cubicBezTo>
                    <a:pt x="12147" y="973"/>
                    <a:pt x="11457" y="516"/>
                    <a:pt x="10708" y="516"/>
                  </a:cubicBezTo>
                  <a:cubicBezTo>
                    <a:pt x="10573" y="516"/>
                    <a:pt x="10436" y="531"/>
                    <a:pt x="10299" y="562"/>
                  </a:cubicBezTo>
                  <a:cubicBezTo>
                    <a:pt x="9955" y="174"/>
                    <a:pt x="9509" y="0"/>
                    <a:pt x="9070" y="0"/>
                  </a:cubicBezTo>
                  <a:close/>
                </a:path>
              </a:pathLst>
            </a:custGeom>
            <a:solidFill>
              <a:srgbClr val="AC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2" name="Google Shape;12702;p65"/>
            <p:cNvSpPr/>
            <p:nvPr/>
          </p:nvSpPr>
          <p:spPr>
            <a:xfrm>
              <a:off x="3511347" y="3920676"/>
              <a:ext cx="346804" cy="221159"/>
            </a:xfrm>
            <a:custGeom>
              <a:avLst/>
              <a:gdLst/>
              <a:ahLst/>
              <a:cxnLst/>
              <a:rect l="l" t="t" r="r" b="b"/>
              <a:pathLst>
                <a:path w="13271" h="8463" extrusionOk="0">
                  <a:moveTo>
                    <a:pt x="2443" y="0"/>
                  </a:moveTo>
                  <a:cubicBezTo>
                    <a:pt x="328" y="702"/>
                    <a:pt x="1" y="3558"/>
                    <a:pt x="1895" y="4722"/>
                  </a:cubicBezTo>
                  <a:cubicBezTo>
                    <a:pt x="1017" y="6019"/>
                    <a:pt x="2050" y="7594"/>
                    <a:pt x="3404" y="7594"/>
                  </a:cubicBezTo>
                  <a:cubicBezTo>
                    <a:pt x="3665" y="7594"/>
                    <a:pt x="3939" y="7535"/>
                    <a:pt x="4213" y="7405"/>
                  </a:cubicBezTo>
                  <a:cubicBezTo>
                    <a:pt x="4494" y="8114"/>
                    <a:pt x="5121" y="8452"/>
                    <a:pt x="5747" y="8452"/>
                  </a:cubicBezTo>
                  <a:cubicBezTo>
                    <a:pt x="6487" y="8452"/>
                    <a:pt x="7224" y="7978"/>
                    <a:pt x="7386" y="7087"/>
                  </a:cubicBezTo>
                  <a:cubicBezTo>
                    <a:pt x="7395" y="7039"/>
                    <a:pt x="7405" y="6991"/>
                    <a:pt x="7405" y="6943"/>
                  </a:cubicBezTo>
                  <a:lnTo>
                    <a:pt x="7405" y="6933"/>
                  </a:lnTo>
                  <a:cubicBezTo>
                    <a:pt x="7405" y="6962"/>
                    <a:pt x="7415" y="7010"/>
                    <a:pt x="7415" y="7039"/>
                  </a:cubicBezTo>
                  <a:cubicBezTo>
                    <a:pt x="7540" y="7856"/>
                    <a:pt x="8251" y="8462"/>
                    <a:pt x="9078" y="8462"/>
                  </a:cubicBezTo>
                  <a:cubicBezTo>
                    <a:pt x="9415" y="8462"/>
                    <a:pt x="9742" y="8356"/>
                    <a:pt x="10021" y="8164"/>
                  </a:cubicBezTo>
                  <a:cubicBezTo>
                    <a:pt x="10290" y="7972"/>
                    <a:pt x="10501" y="7712"/>
                    <a:pt x="10617" y="7414"/>
                  </a:cubicBezTo>
                  <a:cubicBezTo>
                    <a:pt x="10867" y="7530"/>
                    <a:pt x="11126" y="7587"/>
                    <a:pt x="11405" y="7597"/>
                  </a:cubicBezTo>
                  <a:cubicBezTo>
                    <a:pt x="12280" y="7597"/>
                    <a:pt x="13040" y="6991"/>
                    <a:pt x="13223" y="6135"/>
                  </a:cubicBezTo>
                  <a:cubicBezTo>
                    <a:pt x="13232" y="6097"/>
                    <a:pt x="13242" y="6058"/>
                    <a:pt x="13242" y="6010"/>
                  </a:cubicBezTo>
                  <a:cubicBezTo>
                    <a:pt x="13252" y="5943"/>
                    <a:pt x="13261" y="5885"/>
                    <a:pt x="13261" y="5818"/>
                  </a:cubicBezTo>
                  <a:cubicBezTo>
                    <a:pt x="13271" y="5577"/>
                    <a:pt x="13232" y="5337"/>
                    <a:pt x="13146" y="5106"/>
                  </a:cubicBezTo>
                  <a:cubicBezTo>
                    <a:pt x="12867" y="5827"/>
                    <a:pt x="12175" y="6299"/>
                    <a:pt x="11405" y="6299"/>
                  </a:cubicBezTo>
                  <a:cubicBezTo>
                    <a:pt x="11175" y="6289"/>
                    <a:pt x="10944" y="6241"/>
                    <a:pt x="10732" y="6154"/>
                  </a:cubicBezTo>
                  <a:cubicBezTo>
                    <a:pt x="10716" y="6150"/>
                    <a:pt x="10700" y="6147"/>
                    <a:pt x="10684" y="6147"/>
                  </a:cubicBezTo>
                  <a:cubicBezTo>
                    <a:pt x="10635" y="6147"/>
                    <a:pt x="10591" y="6171"/>
                    <a:pt x="10569" y="6222"/>
                  </a:cubicBezTo>
                  <a:cubicBezTo>
                    <a:pt x="10444" y="6481"/>
                    <a:pt x="10251" y="6703"/>
                    <a:pt x="10021" y="6866"/>
                  </a:cubicBezTo>
                  <a:cubicBezTo>
                    <a:pt x="9742" y="7058"/>
                    <a:pt x="9415" y="7154"/>
                    <a:pt x="9078" y="7154"/>
                  </a:cubicBezTo>
                  <a:cubicBezTo>
                    <a:pt x="8251" y="7154"/>
                    <a:pt x="7559" y="6558"/>
                    <a:pt x="7434" y="5741"/>
                  </a:cubicBezTo>
                  <a:cubicBezTo>
                    <a:pt x="7424" y="5683"/>
                    <a:pt x="7415" y="5616"/>
                    <a:pt x="7415" y="5558"/>
                  </a:cubicBezTo>
                  <a:cubicBezTo>
                    <a:pt x="7415" y="5635"/>
                    <a:pt x="7405" y="5712"/>
                    <a:pt x="7386" y="5789"/>
                  </a:cubicBezTo>
                  <a:cubicBezTo>
                    <a:pt x="7232" y="6679"/>
                    <a:pt x="6489" y="7170"/>
                    <a:pt x="5740" y="7170"/>
                  </a:cubicBezTo>
                  <a:cubicBezTo>
                    <a:pt x="5177" y="7170"/>
                    <a:pt x="4611" y="6893"/>
                    <a:pt x="4289" y="6299"/>
                  </a:cubicBezTo>
                  <a:cubicBezTo>
                    <a:pt x="4238" y="6205"/>
                    <a:pt x="4150" y="6142"/>
                    <a:pt x="4050" y="6142"/>
                  </a:cubicBezTo>
                  <a:cubicBezTo>
                    <a:pt x="4037" y="6142"/>
                    <a:pt x="4024" y="6143"/>
                    <a:pt x="4011" y="6145"/>
                  </a:cubicBezTo>
                  <a:cubicBezTo>
                    <a:pt x="3948" y="6150"/>
                    <a:pt x="3888" y="6152"/>
                    <a:pt x="3832" y="6152"/>
                  </a:cubicBezTo>
                  <a:cubicBezTo>
                    <a:pt x="2760" y="6152"/>
                    <a:pt x="2848" y="5316"/>
                    <a:pt x="2866" y="4924"/>
                  </a:cubicBezTo>
                  <a:cubicBezTo>
                    <a:pt x="2876" y="4799"/>
                    <a:pt x="2818" y="4674"/>
                    <a:pt x="2712" y="4597"/>
                  </a:cubicBezTo>
                  <a:cubicBezTo>
                    <a:pt x="2068" y="4116"/>
                    <a:pt x="1760" y="3356"/>
                    <a:pt x="1760" y="2491"/>
                  </a:cubicBezTo>
                  <a:cubicBezTo>
                    <a:pt x="1760" y="1952"/>
                    <a:pt x="1924" y="1433"/>
                    <a:pt x="2232" y="991"/>
                  </a:cubicBezTo>
                  <a:cubicBezTo>
                    <a:pt x="2366" y="808"/>
                    <a:pt x="2520" y="635"/>
                    <a:pt x="2693" y="471"/>
                  </a:cubicBezTo>
                  <a:cubicBezTo>
                    <a:pt x="2809" y="356"/>
                    <a:pt x="2539" y="164"/>
                    <a:pt x="2453" y="19"/>
                  </a:cubicBezTo>
                  <a:lnTo>
                    <a:pt x="2443"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3" name="Google Shape;12703;p65"/>
            <p:cNvSpPr/>
            <p:nvPr/>
          </p:nvSpPr>
          <p:spPr>
            <a:xfrm>
              <a:off x="3506590" y="3833812"/>
              <a:ext cx="396796" cy="313407"/>
            </a:xfrm>
            <a:custGeom>
              <a:avLst/>
              <a:gdLst/>
              <a:ahLst/>
              <a:cxnLst/>
              <a:rect l="l" t="t" r="r" b="b"/>
              <a:pathLst>
                <a:path w="15184" h="11993" extrusionOk="0">
                  <a:moveTo>
                    <a:pt x="5938" y="0"/>
                  </a:moveTo>
                  <a:cubicBezTo>
                    <a:pt x="5471" y="0"/>
                    <a:pt x="5001" y="174"/>
                    <a:pt x="4635" y="536"/>
                  </a:cubicBezTo>
                  <a:lnTo>
                    <a:pt x="4625" y="545"/>
                  </a:lnTo>
                  <a:lnTo>
                    <a:pt x="4606" y="545"/>
                  </a:lnTo>
                  <a:cubicBezTo>
                    <a:pt x="4494" y="527"/>
                    <a:pt x="4383" y="518"/>
                    <a:pt x="4274" y="518"/>
                  </a:cubicBezTo>
                  <a:cubicBezTo>
                    <a:pt x="2931" y="518"/>
                    <a:pt x="1909" y="1837"/>
                    <a:pt x="2327" y="3180"/>
                  </a:cubicBezTo>
                  <a:lnTo>
                    <a:pt x="2337" y="3199"/>
                  </a:lnTo>
                  <a:lnTo>
                    <a:pt x="2317" y="3209"/>
                  </a:lnTo>
                  <a:cubicBezTo>
                    <a:pt x="308" y="4074"/>
                    <a:pt x="0" y="6796"/>
                    <a:pt x="1760" y="8094"/>
                  </a:cubicBezTo>
                  <a:lnTo>
                    <a:pt x="1779" y="8103"/>
                  </a:lnTo>
                  <a:lnTo>
                    <a:pt x="1769" y="8132"/>
                  </a:lnTo>
                  <a:cubicBezTo>
                    <a:pt x="1035" y="9560"/>
                    <a:pt x="2134" y="11132"/>
                    <a:pt x="3581" y="11132"/>
                  </a:cubicBezTo>
                  <a:cubicBezTo>
                    <a:pt x="3801" y="11132"/>
                    <a:pt x="4029" y="11096"/>
                    <a:pt x="4260" y="11017"/>
                  </a:cubicBezTo>
                  <a:lnTo>
                    <a:pt x="4279" y="11007"/>
                  </a:lnTo>
                  <a:lnTo>
                    <a:pt x="4298" y="11027"/>
                  </a:lnTo>
                  <a:cubicBezTo>
                    <a:pt x="4414" y="11248"/>
                    <a:pt x="4587" y="11440"/>
                    <a:pt x="4789" y="11594"/>
                  </a:cubicBezTo>
                  <a:cubicBezTo>
                    <a:pt x="4832" y="11628"/>
                    <a:pt x="4877" y="11642"/>
                    <a:pt x="4919" y="11642"/>
                  </a:cubicBezTo>
                  <a:cubicBezTo>
                    <a:pt x="5093" y="11642"/>
                    <a:pt x="5226" y="11399"/>
                    <a:pt x="5048" y="11267"/>
                  </a:cubicBezTo>
                  <a:cubicBezTo>
                    <a:pt x="4837" y="11104"/>
                    <a:pt x="4683" y="10892"/>
                    <a:pt x="4587" y="10652"/>
                  </a:cubicBezTo>
                  <a:cubicBezTo>
                    <a:pt x="4551" y="10566"/>
                    <a:pt x="4468" y="10518"/>
                    <a:pt x="4385" y="10518"/>
                  </a:cubicBezTo>
                  <a:cubicBezTo>
                    <a:pt x="4355" y="10518"/>
                    <a:pt x="4326" y="10524"/>
                    <a:pt x="4298" y="10536"/>
                  </a:cubicBezTo>
                  <a:cubicBezTo>
                    <a:pt x="4062" y="10650"/>
                    <a:pt x="3820" y="10702"/>
                    <a:pt x="3585" y="10702"/>
                  </a:cubicBezTo>
                  <a:cubicBezTo>
                    <a:pt x="2670" y="10702"/>
                    <a:pt x="1862" y="9913"/>
                    <a:pt x="1962" y="8911"/>
                  </a:cubicBezTo>
                  <a:cubicBezTo>
                    <a:pt x="2057" y="8081"/>
                    <a:pt x="2740" y="7459"/>
                    <a:pt x="3568" y="7459"/>
                  </a:cubicBezTo>
                  <a:cubicBezTo>
                    <a:pt x="3574" y="7459"/>
                    <a:pt x="3580" y="7459"/>
                    <a:pt x="3587" y="7459"/>
                  </a:cubicBezTo>
                  <a:cubicBezTo>
                    <a:pt x="3866" y="7459"/>
                    <a:pt x="3866" y="7026"/>
                    <a:pt x="3587" y="7026"/>
                  </a:cubicBezTo>
                  <a:cubicBezTo>
                    <a:pt x="2991" y="7026"/>
                    <a:pt x="2433" y="7286"/>
                    <a:pt x="2048" y="7738"/>
                  </a:cubicBezTo>
                  <a:lnTo>
                    <a:pt x="2029" y="7757"/>
                  </a:lnTo>
                  <a:lnTo>
                    <a:pt x="2010" y="7738"/>
                  </a:lnTo>
                  <a:cubicBezTo>
                    <a:pt x="510" y="6632"/>
                    <a:pt x="779" y="4324"/>
                    <a:pt x="2491" y="3593"/>
                  </a:cubicBezTo>
                  <a:lnTo>
                    <a:pt x="2510" y="3584"/>
                  </a:lnTo>
                  <a:lnTo>
                    <a:pt x="2519" y="3603"/>
                  </a:lnTo>
                  <a:cubicBezTo>
                    <a:pt x="2894" y="4228"/>
                    <a:pt x="3558" y="4603"/>
                    <a:pt x="4289" y="4613"/>
                  </a:cubicBezTo>
                  <a:cubicBezTo>
                    <a:pt x="4568" y="4613"/>
                    <a:pt x="4568" y="4190"/>
                    <a:pt x="4289" y="4190"/>
                  </a:cubicBezTo>
                  <a:cubicBezTo>
                    <a:pt x="4283" y="4190"/>
                    <a:pt x="4277" y="4190"/>
                    <a:pt x="4271" y="4190"/>
                  </a:cubicBezTo>
                  <a:cubicBezTo>
                    <a:pt x="3347" y="4190"/>
                    <a:pt x="2606" y="3434"/>
                    <a:pt x="2635" y="2516"/>
                  </a:cubicBezTo>
                  <a:cubicBezTo>
                    <a:pt x="2662" y="1625"/>
                    <a:pt x="3384" y="935"/>
                    <a:pt x="4255" y="935"/>
                  </a:cubicBezTo>
                  <a:cubicBezTo>
                    <a:pt x="4295" y="935"/>
                    <a:pt x="4335" y="936"/>
                    <a:pt x="4375" y="939"/>
                  </a:cubicBezTo>
                  <a:cubicBezTo>
                    <a:pt x="4914" y="968"/>
                    <a:pt x="5404" y="1257"/>
                    <a:pt x="5673" y="1718"/>
                  </a:cubicBezTo>
                  <a:cubicBezTo>
                    <a:pt x="5720" y="1785"/>
                    <a:pt x="5784" y="1813"/>
                    <a:pt x="5846" y="1813"/>
                  </a:cubicBezTo>
                  <a:cubicBezTo>
                    <a:pt x="5989" y="1813"/>
                    <a:pt x="6126" y="1665"/>
                    <a:pt x="6039" y="1497"/>
                  </a:cubicBezTo>
                  <a:cubicBezTo>
                    <a:pt x="5827" y="1151"/>
                    <a:pt x="5520" y="872"/>
                    <a:pt x="5154" y="699"/>
                  </a:cubicBezTo>
                  <a:lnTo>
                    <a:pt x="5106" y="680"/>
                  </a:lnTo>
                  <a:lnTo>
                    <a:pt x="5154" y="651"/>
                  </a:lnTo>
                  <a:cubicBezTo>
                    <a:pt x="5401" y="493"/>
                    <a:pt x="5668" y="421"/>
                    <a:pt x="5928" y="421"/>
                  </a:cubicBezTo>
                  <a:cubicBezTo>
                    <a:pt x="6680" y="421"/>
                    <a:pt x="7376" y="1022"/>
                    <a:pt x="7376" y="1872"/>
                  </a:cubicBezTo>
                  <a:lnTo>
                    <a:pt x="7376" y="4959"/>
                  </a:lnTo>
                  <a:lnTo>
                    <a:pt x="7347" y="4959"/>
                  </a:lnTo>
                  <a:cubicBezTo>
                    <a:pt x="6924" y="4940"/>
                    <a:pt x="6625" y="4786"/>
                    <a:pt x="6433" y="4459"/>
                  </a:cubicBezTo>
                  <a:cubicBezTo>
                    <a:pt x="6387" y="4387"/>
                    <a:pt x="6323" y="4357"/>
                    <a:pt x="6259" y="4357"/>
                  </a:cubicBezTo>
                  <a:cubicBezTo>
                    <a:pt x="6111" y="4357"/>
                    <a:pt x="5967" y="4519"/>
                    <a:pt x="6068" y="4680"/>
                  </a:cubicBezTo>
                  <a:cubicBezTo>
                    <a:pt x="6347" y="5132"/>
                    <a:pt x="6779" y="5363"/>
                    <a:pt x="7356" y="5382"/>
                  </a:cubicBezTo>
                  <a:lnTo>
                    <a:pt x="7376" y="5382"/>
                  </a:lnTo>
                  <a:lnTo>
                    <a:pt x="7376" y="8603"/>
                  </a:lnTo>
                  <a:lnTo>
                    <a:pt x="7327" y="8555"/>
                  </a:lnTo>
                  <a:cubicBezTo>
                    <a:pt x="7049" y="8286"/>
                    <a:pt x="6683" y="8142"/>
                    <a:pt x="6299" y="8142"/>
                  </a:cubicBezTo>
                  <a:lnTo>
                    <a:pt x="4991" y="8142"/>
                  </a:lnTo>
                  <a:cubicBezTo>
                    <a:pt x="4712" y="8142"/>
                    <a:pt x="4712" y="8565"/>
                    <a:pt x="4991" y="8565"/>
                  </a:cubicBezTo>
                  <a:lnTo>
                    <a:pt x="6299" y="8565"/>
                  </a:lnTo>
                  <a:cubicBezTo>
                    <a:pt x="6895" y="8565"/>
                    <a:pt x="7385" y="9046"/>
                    <a:pt x="7385" y="9642"/>
                  </a:cubicBezTo>
                  <a:lnTo>
                    <a:pt x="7385" y="10113"/>
                  </a:lnTo>
                  <a:cubicBezTo>
                    <a:pt x="7385" y="10927"/>
                    <a:pt x="6717" y="11565"/>
                    <a:pt x="5937" y="11565"/>
                  </a:cubicBezTo>
                  <a:cubicBezTo>
                    <a:pt x="5860" y="11565"/>
                    <a:pt x="5781" y="11559"/>
                    <a:pt x="5702" y="11546"/>
                  </a:cubicBezTo>
                  <a:lnTo>
                    <a:pt x="5664" y="11546"/>
                  </a:lnTo>
                  <a:cubicBezTo>
                    <a:pt x="5404" y="11546"/>
                    <a:pt x="5375" y="11931"/>
                    <a:pt x="5635" y="11969"/>
                  </a:cubicBezTo>
                  <a:cubicBezTo>
                    <a:pt x="5733" y="11985"/>
                    <a:pt x="5831" y="11992"/>
                    <a:pt x="5928" y="11992"/>
                  </a:cubicBezTo>
                  <a:cubicBezTo>
                    <a:pt x="6602" y="11992"/>
                    <a:pt x="7232" y="11623"/>
                    <a:pt x="7568" y="11027"/>
                  </a:cubicBezTo>
                  <a:lnTo>
                    <a:pt x="7587" y="10979"/>
                  </a:lnTo>
                  <a:lnTo>
                    <a:pt x="7616" y="11027"/>
                  </a:lnTo>
                  <a:cubicBezTo>
                    <a:pt x="7951" y="11630"/>
                    <a:pt x="8587" y="11993"/>
                    <a:pt x="9260" y="11993"/>
                  </a:cubicBezTo>
                  <a:cubicBezTo>
                    <a:pt x="9359" y="11993"/>
                    <a:pt x="9459" y="11985"/>
                    <a:pt x="9558" y="11969"/>
                  </a:cubicBezTo>
                  <a:cubicBezTo>
                    <a:pt x="9822" y="11924"/>
                    <a:pt x="9776" y="11552"/>
                    <a:pt x="9535" y="11552"/>
                  </a:cubicBezTo>
                  <a:cubicBezTo>
                    <a:pt x="9521" y="11552"/>
                    <a:pt x="9506" y="11553"/>
                    <a:pt x="9491" y="11555"/>
                  </a:cubicBezTo>
                  <a:cubicBezTo>
                    <a:pt x="9415" y="11567"/>
                    <a:pt x="9339" y="11573"/>
                    <a:pt x="9265" y="11573"/>
                  </a:cubicBezTo>
                  <a:cubicBezTo>
                    <a:pt x="8475" y="11573"/>
                    <a:pt x="7808" y="10940"/>
                    <a:pt x="7808" y="10123"/>
                  </a:cubicBezTo>
                  <a:lnTo>
                    <a:pt x="7808" y="8257"/>
                  </a:lnTo>
                  <a:cubicBezTo>
                    <a:pt x="7808" y="7661"/>
                    <a:pt x="8289" y="7180"/>
                    <a:pt x="8895" y="7180"/>
                  </a:cubicBezTo>
                  <a:lnTo>
                    <a:pt x="10789" y="7180"/>
                  </a:lnTo>
                  <a:cubicBezTo>
                    <a:pt x="11078" y="7180"/>
                    <a:pt x="11078" y="6757"/>
                    <a:pt x="10789" y="6757"/>
                  </a:cubicBezTo>
                  <a:lnTo>
                    <a:pt x="8895" y="6757"/>
                  </a:lnTo>
                  <a:cubicBezTo>
                    <a:pt x="8510" y="6757"/>
                    <a:pt x="8135" y="6901"/>
                    <a:pt x="7856" y="7171"/>
                  </a:cubicBezTo>
                  <a:lnTo>
                    <a:pt x="7808" y="7219"/>
                  </a:lnTo>
                  <a:lnTo>
                    <a:pt x="7808" y="6344"/>
                  </a:lnTo>
                  <a:lnTo>
                    <a:pt x="7837" y="6344"/>
                  </a:lnTo>
                  <a:cubicBezTo>
                    <a:pt x="8731" y="6305"/>
                    <a:pt x="9443" y="5565"/>
                    <a:pt x="9443" y="4670"/>
                  </a:cubicBezTo>
                  <a:cubicBezTo>
                    <a:pt x="9443" y="4531"/>
                    <a:pt x="9335" y="4461"/>
                    <a:pt x="9227" y="4461"/>
                  </a:cubicBezTo>
                  <a:cubicBezTo>
                    <a:pt x="9118" y="4461"/>
                    <a:pt x="9010" y="4531"/>
                    <a:pt x="9010" y="4670"/>
                  </a:cubicBezTo>
                  <a:cubicBezTo>
                    <a:pt x="9010" y="5334"/>
                    <a:pt x="8501" y="5872"/>
                    <a:pt x="7847" y="5920"/>
                  </a:cubicBezTo>
                  <a:lnTo>
                    <a:pt x="7818" y="5920"/>
                  </a:lnTo>
                  <a:lnTo>
                    <a:pt x="7818" y="1882"/>
                  </a:lnTo>
                  <a:cubicBezTo>
                    <a:pt x="7818" y="1031"/>
                    <a:pt x="8513" y="431"/>
                    <a:pt x="9265" y="431"/>
                  </a:cubicBezTo>
                  <a:cubicBezTo>
                    <a:pt x="9525" y="431"/>
                    <a:pt x="9792" y="502"/>
                    <a:pt x="10039" y="661"/>
                  </a:cubicBezTo>
                  <a:lnTo>
                    <a:pt x="10078" y="689"/>
                  </a:lnTo>
                  <a:lnTo>
                    <a:pt x="10039" y="709"/>
                  </a:lnTo>
                  <a:cubicBezTo>
                    <a:pt x="9664" y="882"/>
                    <a:pt x="9356" y="1161"/>
                    <a:pt x="9154" y="1507"/>
                  </a:cubicBezTo>
                  <a:cubicBezTo>
                    <a:pt x="9067" y="1669"/>
                    <a:pt x="9202" y="1821"/>
                    <a:pt x="9343" y="1821"/>
                  </a:cubicBezTo>
                  <a:cubicBezTo>
                    <a:pt x="9403" y="1821"/>
                    <a:pt x="9464" y="1794"/>
                    <a:pt x="9510" y="1728"/>
                  </a:cubicBezTo>
                  <a:cubicBezTo>
                    <a:pt x="9828" y="1201"/>
                    <a:pt x="10366" y="939"/>
                    <a:pt x="10903" y="939"/>
                  </a:cubicBezTo>
                  <a:cubicBezTo>
                    <a:pt x="11455" y="939"/>
                    <a:pt x="12006" y="1216"/>
                    <a:pt x="12318" y="1766"/>
                  </a:cubicBezTo>
                  <a:cubicBezTo>
                    <a:pt x="12934" y="2853"/>
                    <a:pt x="12145" y="4190"/>
                    <a:pt x="10905" y="4190"/>
                  </a:cubicBezTo>
                  <a:cubicBezTo>
                    <a:pt x="10616" y="4190"/>
                    <a:pt x="10616" y="4613"/>
                    <a:pt x="10905" y="4613"/>
                  </a:cubicBezTo>
                  <a:cubicBezTo>
                    <a:pt x="11626" y="4613"/>
                    <a:pt x="12299" y="4228"/>
                    <a:pt x="12664" y="3613"/>
                  </a:cubicBezTo>
                  <a:lnTo>
                    <a:pt x="12684" y="3584"/>
                  </a:lnTo>
                  <a:lnTo>
                    <a:pt x="12703" y="3593"/>
                  </a:lnTo>
                  <a:cubicBezTo>
                    <a:pt x="14414" y="4324"/>
                    <a:pt x="14674" y="6642"/>
                    <a:pt x="13184" y="7738"/>
                  </a:cubicBezTo>
                  <a:lnTo>
                    <a:pt x="13164" y="7757"/>
                  </a:lnTo>
                  <a:lnTo>
                    <a:pt x="13145" y="7738"/>
                  </a:lnTo>
                  <a:cubicBezTo>
                    <a:pt x="12761" y="7286"/>
                    <a:pt x="12193" y="7036"/>
                    <a:pt x="11607" y="7036"/>
                  </a:cubicBezTo>
                  <a:cubicBezTo>
                    <a:pt x="11318" y="7036"/>
                    <a:pt x="11318" y="7459"/>
                    <a:pt x="11607" y="7459"/>
                  </a:cubicBezTo>
                  <a:cubicBezTo>
                    <a:pt x="12376" y="7459"/>
                    <a:pt x="13039" y="8007"/>
                    <a:pt x="13193" y="8757"/>
                  </a:cubicBezTo>
                  <a:cubicBezTo>
                    <a:pt x="13328" y="9363"/>
                    <a:pt x="13087" y="9988"/>
                    <a:pt x="12597" y="10363"/>
                  </a:cubicBezTo>
                  <a:cubicBezTo>
                    <a:pt x="12305" y="10592"/>
                    <a:pt x="11952" y="10709"/>
                    <a:pt x="11596" y="10709"/>
                  </a:cubicBezTo>
                  <a:cubicBezTo>
                    <a:pt x="11354" y="10709"/>
                    <a:pt x="11111" y="10655"/>
                    <a:pt x="10885" y="10546"/>
                  </a:cubicBezTo>
                  <a:cubicBezTo>
                    <a:pt x="10852" y="10529"/>
                    <a:pt x="10818" y="10521"/>
                    <a:pt x="10785" y="10521"/>
                  </a:cubicBezTo>
                  <a:cubicBezTo>
                    <a:pt x="10704" y="10521"/>
                    <a:pt x="10631" y="10569"/>
                    <a:pt x="10597" y="10652"/>
                  </a:cubicBezTo>
                  <a:cubicBezTo>
                    <a:pt x="10501" y="10892"/>
                    <a:pt x="10337" y="11104"/>
                    <a:pt x="10135" y="11267"/>
                  </a:cubicBezTo>
                  <a:cubicBezTo>
                    <a:pt x="9957" y="11406"/>
                    <a:pt x="10091" y="11652"/>
                    <a:pt x="10265" y="11652"/>
                  </a:cubicBezTo>
                  <a:cubicBezTo>
                    <a:pt x="10307" y="11652"/>
                    <a:pt x="10352" y="11637"/>
                    <a:pt x="10395" y="11604"/>
                  </a:cubicBezTo>
                  <a:cubicBezTo>
                    <a:pt x="10597" y="11440"/>
                    <a:pt x="10760" y="11248"/>
                    <a:pt x="10885" y="11027"/>
                  </a:cubicBezTo>
                  <a:lnTo>
                    <a:pt x="10895" y="11007"/>
                  </a:lnTo>
                  <a:lnTo>
                    <a:pt x="10914" y="11017"/>
                  </a:lnTo>
                  <a:cubicBezTo>
                    <a:pt x="11134" y="11093"/>
                    <a:pt x="11363" y="11130"/>
                    <a:pt x="11592" y="11130"/>
                  </a:cubicBezTo>
                  <a:cubicBezTo>
                    <a:pt x="12031" y="11130"/>
                    <a:pt x="12467" y="10991"/>
                    <a:pt x="12828" y="10719"/>
                  </a:cubicBezTo>
                  <a:cubicBezTo>
                    <a:pt x="13376" y="10315"/>
                    <a:pt x="13684" y="9652"/>
                    <a:pt x="13645" y="8969"/>
                  </a:cubicBezTo>
                  <a:cubicBezTo>
                    <a:pt x="13626" y="8671"/>
                    <a:pt x="13549" y="8392"/>
                    <a:pt x="13405" y="8132"/>
                  </a:cubicBezTo>
                  <a:lnTo>
                    <a:pt x="13395" y="8103"/>
                  </a:lnTo>
                  <a:lnTo>
                    <a:pt x="13414" y="8094"/>
                  </a:lnTo>
                  <a:cubicBezTo>
                    <a:pt x="15184" y="6796"/>
                    <a:pt x="14876" y="4074"/>
                    <a:pt x="12866" y="3209"/>
                  </a:cubicBezTo>
                  <a:lnTo>
                    <a:pt x="12876" y="3209"/>
                  </a:lnTo>
                  <a:lnTo>
                    <a:pt x="12857" y="3199"/>
                  </a:lnTo>
                  <a:lnTo>
                    <a:pt x="12857" y="3170"/>
                  </a:lnTo>
                  <a:cubicBezTo>
                    <a:pt x="13276" y="1832"/>
                    <a:pt x="12255" y="511"/>
                    <a:pt x="10908" y="511"/>
                  </a:cubicBezTo>
                  <a:cubicBezTo>
                    <a:pt x="10803" y="511"/>
                    <a:pt x="10696" y="519"/>
                    <a:pt x="10587" y="536"/>
                  </a:cubicBezTo>
                  <a:lnTo>
                    <a:pt x="10568" y="536"/>
                  </a:lnTo>
                  <a:lnTo>
                    <a:pt x="10558" y="526"/>
                  </a:lnTo>
                  <a:cubicBezTo>
                    <a:pt x="10191" y="171"/>
                    <a:pt x="9726" y="1"/>
                    <a:pt x="9266" y="1"/>
                  </a:cubicBezTo>
                  <a:cubicBezTo>
                    <a:pt x="8616" y="1"/>
                    <a:pt x="7974" y="338"/>
                    <a:pt x="7626" y="968"/>
                  </a:cubicBezTo>
                  <a:lnTo>
                    <a:pt x="7597" y="1007"/>
                  </a:lnTo>
                  <a:lnTo>
                    <a:pt x="7577" y="968"/>
                  </a:lnTo>
                  <a:cubicBezTo>
                    <a:pt x="7231" y="336"/>
                    <a:pt x="6587" y="0"/>
                    <a:pt x="5938" y="0"/>
                  </a:cubicBezTo>
                  <a:close/>
                </a:path>
              </a:pathLst>
            </a:custGeom>
            <a:solidFill>
              <a:srgbClr val="6376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04" name="Google Shape;12704;p65"/>
          <p:cNvGrpSpPr/>
          <p:nvPr/>
        </p:nvGrpSpPr>
        <p:grpSpPr>
          <a:xfrm>
            <a:off x="2765613" y="1781491"/>
            <a:ext cx="104556" cy="366665"/>
            <a:chOff x="2769288" y="1965364"/>
            <a:chExt cx="104556" cy="366665"/>
          </a:xfrm>
        </p:grpSpPr>
        <p:sp>
          <p:nvSpPr>
            <p:cNvPr id="12705" name="Google Shape;12705;p65"/>
            <p:cNvSpPr/>
            <p:nvPr/>
          </p:nvSpPr>
          <p:spPr>
            <a:xfrm>
              <a:off x="2787372" y="1965364"/>
              <a:ext cx="68127" cy="69382"/>
            </a:xfrm>
            <a:custGeom>
              <a:avLst/>
              <a:gdLst/>
              <a:ahLst/>
              <a:cxnLst/>
              <a:rect l="l" t="t" r="r" b="b"/>
              <a:pathLst>
                <a:path w="2607" h="2655" extrusionOk="0">
                  <a:moveTo>
                    <a:pt x="549" y="1"/>
                  </a:moveTo>
                  <a:cubicBezTo>
                    <a:pt x="251" y="1"/>
                    <a:pt x="1" y="241"/>
                    <a:pt x="1" y="539"/>
                  </a:cubicBezTo>
                  <a:lnTo>
                    <a:pt x="1" y="2116"/>
                  </a:lnTo>
                  <a:cubicBezTo>
                    <a:pt x="1" y="2415"/>
                    <a:pt x="251" y="2655"/>
                    <a:pt x="549" y="2655"/>
                  </a:cubicBezTo>
                  <a:lnTo>
                    <a:pt x="2059" y="2655"/>
                  </a:lnTo>
                  <a:cubicBezTo>
                    <a:pt x="2357" y="2655"/>
                    <a:pt x="2607" y="2415"/>
                    <a:pt x="2607" y="2116"/>
                  </a:cubicBezTo>
                  <a:lnTo>
                    <a:pt x="2607" y="539"/>
                  </a:lnTo>
                  <a:cubicBezTo>
                    <a:pt x="2607" y="241"/>
                    <a:pt x="2357" y="1"/>
                    <a:pt x="2059" y="1"/>
                  </a:cubicBez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6" name="Google Shape;12706;p65"/>
            <p:cNvSpPr/>
            <p:nvPr/>
          </p:nvSpPr>
          <p:spPr>
            <a:xfrm>
              <a:off x="2778853" y="2014624"/>
              <a:ext cx="85192" cy="55323"/>
            </a:xfrm>
            <a:custGeom>
              <a:avLst/>
              <a:gdLst/>
              <a:ahLst/>
              <a:cxnLst/>
              <a:rect l="l" t="t" r="r" b="b"/>
              <a:pathLst>
                <a:path w="3260" h="2117" extrusionOk="0">
                  <a:moveTo>
                    <a:pt x="548" y="1"/>
                  </a:moveTo>
                  <a:cubicBezTo>
                    <a:pt x="240" y="1"/>
                    <a:pt x="0" y="241"/>
                    <a:pt x="0" y="539"/>
                  </a:cubicBezTo>
                  <a:lnTo>
                    <a:pt x="0" y="1568"/>
                  </a:lnTo>
                  <a:cubicBezTo>
                    <a:pt x="0" y="1876"/>
                    <a:pt x="240" y="2116"/>
                    <a:pt x="548" y="2116"/>
                  </a:cubicBezTo>
                  <a:lnTo>
                    <a:pt x="2721" y="2116"/>
                  </a:lnTo>
                  <a:cubicBezTo>
                    <a:pt x="3019" y="2116"/>
                    <a:pt x="3260" y="1876"/>
                    <a:pt x="3260" y="1568"/>
                  </a:cubicBezTo>
                  <a:lnTo>
                    <a:pt x="3260" y="539"/>
                  </a:lnTo>
                  <a:cubicBezTo>
                    <a:pt x="3260" y="241"/>
                    <a:pt x="3019" y="1"/>
                    <a:pt x="2721" y="1"/>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7" name="Google Shape;12707;p65"/>
            <p:cNvSpPr/>
            <p:nvPr/>
          </p:nvSpPr>
          <p:spPr>
            <a:xfrm>
              <a:off x="2806239" y="2014624"/>
              <a:ext cx="30418" cy="32195"/>
            </a:xfrm>
            <a:custGeom>
              <a:avLst/>
              <a:gdLst/>
              <a:ahLst/>
              <a:cxnLst/>
              <a:rect l="l" t="t" r="r" b="b"/>
              <a:pathLst>
                <a:path w="1164" h="1232" extrusionOk="0">
                  <a:moveTo>
                    <a:pt x="0" y="1"/>
                  </a:moveTo>
                  <a:lnTo>
                    <a:pt x="0" y="1231"/>
                  </a:lnTo>
                  <a:lnTo>
                    <a:pt x="1164" y="1231"/>
                  </a:lnTo>
                  <a:lnTo>
                    <a:pt x="1164" y="1"/>
                  </a:ln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8" name="Google Shape;12708;p65"/>
            <p:cNvSpPr/>
            <p:nvPr/>
          </p:nvSpPr>
          <p:spPr>
            <a:xfrm>
              <a:off x="2769288" y="2046793"/>
              <a:ext cx="104556" cy="285236"/>
            </a:xfrm>
            <a:custGeom>
              <a:avLst/>
              <a:gdLst/>
              <a:ahLst/>
              <a:cxnLst/>
              <a:rect l="l" t="t" r="r" b="b"/>
              <a:pathLst>
                <a:path w="4001" h="10915" extrusionOk="0">
                  <a:moveTo>
                    <a:pt x="472" y="0"/>
                  </a:moveTo>
                  <a:cubicBezTo>
                    <a:pt x="212" y="0"/>
                    <a:pt x="1" y="212"/>
                    <a:pt x="1" y="472"/>
                  </a:cubicBezTo>
                  <a:lnTo>
                    <a:pt x="1" y="10367"/>
                  </a:lnTo>
                  <a:cubicBezTo>
                    <a:pt x="1" y="10665"/>
                    <a:pt x="231" y="10905"/>
                    <a:pt x="529" y="10915"/>
                  </a:cubicBezTo>
                  <a:lnTo>
                    <a:pt x="3462" y="10915"/>
                  </a:lnTo>
                  <a:cubicBezTo>
                    <a:pt x="3760" y="10905"/>
                    <a:pt x="3991" y="10665"/>
                    <a:pt x="4001" y="10367"/>
                  </a:cubicBezTo>
                  <a:lnTo>
                    <a:pt x="4001" y="472"/>
                  </a:lnTo>
                  <a:cubicBezTo>
                    <a:pt x="4001" y="212"/>
                    <a:pt x="3789" y="0"/>
                    <a:pt x="3520" y="0"/>
                  </a:cubicBezTo>
                  <a:close/>
                </a:path>
              </a:pathLst>
            </a:custGeom>
            <a:solidFill>
              <a:srgbClr val="C5D1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09" name="Google Shape;12709;p65"/>
            <p:cNvSpPr/>
            <p:nvPr/>
          </p:nvSpPr>
          <p:spPr>
            <a:xfrm>
              <a:off x="2793670" y="2046793"/>
              <a:ext cx="80175" cy="214626"/>
            </a:xfrm>
            <a:custGeom>
              <a:avLst/>
              <a:gdLst/>
              <a:ahLst/>
              <a:cxnLst/>
              <a:rect l="l" t="t" r="r" b="b"/>
              <a:pathLst>
                <a:path w="3068" h="8213" extrusionOk="0">
                  <a:moveTo>
                    <a:pt x="0" y="0"/>
                  </a:moveTo>
                  <a:lnTo>
                    <a:pt x="0" y="7674"/>
                  </a:lnTo>
                  <a:cubicBezTo>
                    <a:pt x="10" y="7963"/>
                    <a:pt x="241" y="8213"/>
                    <a:pt x="539" y="8213"/>
                  </a:cubicBezTo>
                  <a:lnTo>
                    <a:pt x="3068" y="8213"/>
                  </a:lnTo>
                  <a:lnTo>
                    <a:pt x="3068" y="472"/>
                  </a:lnTo>
                  <a:cubicBezTo>
                    <a:pt x="3068" y="212"/>
                    <a:pt x="2856" y="0"/>
                    <a:pt x="2587"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0" name="Google Shape;12710;p65"/>
            <p:cNvSpPr/>
            <p:nvPr/>
          </p:nvSpPr>
          <p:spPr>
            <a:xfrm>
              <a:off x="2769288" y="2287787"/>
              <a:ext cx="104556" cy="44007"/>
            </a:xfrm>
            <a:custGeom>
              <a:avLst/>
              <a:gdLst/>
              <a:ahLst/>
              <a:cxnLst/>
              <a:rect l="l" t="t" r="r" b="b"/>
              <a:pathLst>
                <a:path w="4001" h="1684" extrusionOk="0">
                  <a:moveTo>
                    <a:pt x="1" y="0"/>
                  </a:moveTo>
                  <a:lnTo>
                    <a:pt x="1" y="1145"/>
                  </a:lnTo>
                  <a:cubicBezTo>
                    <a:pt x="1" y="1443"/>
                    <a:pt x="231" y="1683"/>
                    <a:pt x="529" y="1683"/>
                  </a:cubicBezTo>
                  <a:lnTo>
                    <a:pt x="3462" y="1683"/>
                  </a:lnTo>
                  <a:cubicBezTo>
                    <a:pt x="3760" y="1683"/>
                    <a:pt x="3991" y="1443"/>
                    <a:pt x="4001" y="1145"/>
                  </a:cubicBezTo>
                  <a:lnTo>
                    <a:pt x="4001" y="0"/>
                  </a:ln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1" name="Google Shape;12711;p65"/>
            <p:cNvSpPr/>
            <p:nvPr/>
          </p:nvSpPr>
          <p:spPr>
            <a:xfrm>
              <a:off x="2783373" y="2303492"/>
              <a:ext cx="11080" cy="28537"/>
            </a:xfrm>
            <a:custGeom>
              <a:avLst/>
              <a:gdLst/>
              <a:ahLst/>
              <a:cxnLst/>
              <a:rect l="l" t="t" r="r" b="b"/>
              <a:pathLst>
                <a:path w="424" h="1092" extrusionOk="0">
                  <a:moveTo>
                    <a:pt x="212" y="0"/>
                  </a:moveTo>
                  <a:cubicBezTo>
                    <a:pt x="106" y="0"/>
                    <a:pt x="0" y="72"/>
                    <a:pt x="0" y="217"/>
                  </a:cubicBezTo>
                  <a:lnTo>
                    <a:pt x="0" y="1044"/>
                  </a:lnTo>
                  <a:cubicBezTo>
                    <a:pt x="0" y="1053"/>
                    <a:pt x="0" y="1072"/>
                    <a:pt x="0" y="1092"/>
                  </a:cubicBezTo>
                  <a:lnTo>
                    <a:pt x="414" y="1092"/>
                  </a:lnTo>
                  <a:cubicBezTo>
                    <a:pt x="414" y="1072"/>
                    <a:pt x="414" y="1053"/>
                    <a:pt x="414" y="1044"/>
                  </a:cubicBezTo>
                  <a:lnTo>
                    <a:pt x="414" y="217"/>
                  </a:lnTo>
                  <a:lnTo>
                    <a:pt x="423" y="217"/>
                  </a:lnTo>
                  <a:cubicBezTo>
                    <a:pt x="423" y="72"/>
                    <a:pt x="317" y="0"/>
                    <a:pt x="21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2" name="Google Shape;12712;p65"/>
            <p:cNvSpPr/>
            <p:nvPr/>
          </p:nvSpPr>
          <p:spPr>
            <a:xfrm>
              <a:off x="2805220" y="2303492"/>
              <a:ext cx="11080" cy="28537"/>
            </a:xfrm>
            <a:custGeom>
              <a:avLst/>
              <a:gdLst/>
              <a:ahLst/>
              <a:cxnLst/>
              <a:rect l="l" t="t" r="r" b="b"/>
              <a:pathLst>
                <a:path w="424" h="1092" extrusionOk="0">
                  <a:moveTo>
                    <a:pt x="212" y="0"/>
                  </a:moveTo>
                  <a:cubicBezTo>
                    <a:pt x="106" y="0"/>
                    <a:pt x="1" y="72"/>
                    <a:pt x="1" y="217"/>
                  </a:cubicBezTo>
                  <a:lnTo>
                    <a:pt x="1" y="1044"/>
                  </a:lnTo>
                  <a:cubicBezTo>
                    <a:pt x="1" y="1053"/>
                    <a:pt x="1" y="1072"/>
                    <a:pt x="1" y="1092"/>
                  </a:cubicBezTo>
                  <a:lnTo>
                    <a:pt x="414" y="1092"/>
                  </a:lnTo>
                  <a:cubicBezTo>
                    <a:pt x="414" y="1072"/>
                    <a:pt x="414" y="1053"/>
                    <a:pt x="414" y="1044"/>
                  </a:cubicBezTo>
                  <a:lnTo>
                    <a:pt x="414" y="217"/>
                  </a:lnTo>
                  <a:lnTo>
                    <a:pt x="424" y="217"/>
                  </a:lnTo>
                  <a:cubicBezTo>
                    <a:pt x="424" y="72"/>
                    <a:pt x="318" y="0"/>
                    <a:pt x="21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3" name="Google Shape;12713;p65"/>
            <p:cNvSpPr/>
            <p:nvPr/>
          </p:nvSpPr>
          <p:spPr>
            <a:xfrm>
              <a:off x="2827093" y="2303492"/>
              <a:ext cx="11080" cy="28537"/>
            </a:xfrm>
            <a:custGeom>
              <a:avLst/>
              <a:gdLst/>
              <a:ahLst/>
              <a:cxnLst/>
              <a:rect l="l" t="t" r="r" b="b"/>
              <a:pathLst>
                <a:path w="424" h="1092" extrusionOk="0">
                  <a:moveTo>
                    <a:pt x="212" y="0"/>
                  </a:moveTo>
                  <a:cubicBezTo>
                    <a:pt x="106" y="0"/>
                    <a:pt x="0" y="72"/>
                    <a:pt x="0" y="217"/>
                  </a:cubicBezTo>
                  <a:lnTo>
                    <a:pt x="0" y="1044"/>
                  </a:lnTo>
                  <a:cubicBezTo>
                    <a:pt x="0" y="1053"/>
                    <a:pt x="0" y="1072"/>
                    <a:pt x="0" y="1092"/>
                  </a:cubicBezTo>
                  <a:lnTo>
                    <a:pt x="414" y="1092"/>
                  </a:lnTo>
                  <a:cubicBezTo>
                    <a:pt x="423" y="1072"/>
                    <a:pt x="423" y="1053"/>
                    <a:pt x="414" y="1044"/>
                  </a:cubicBezTo>
                  <a:lnTo>
                    <a:pt x="414" y="217"/>
                  </a:lnTo>
                  <a:lnTo>
                    <a:pt x="423" y="217"/>
                  </a:lnTo>
                  <a:cubicBezTo>
                    <a:pt x="423" y="72"/>
                    <a:pt x="318" y="0"/>
                    <a:pt x="21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4" name="Google Shape;12714;p65"/>
            <p:cNvSpPr/>
            <p:nvPr/>
          </p:nvSpPr>
          <p:spPr>
            <a:xfrm>
              <a:off x="2848940" y="2303414"/>
              <a:ext cx="11342" cy="28380"/>
            </a:xfrm>
            <a:custGeom>
              <a:avLst/>
              <a:gdLst/>
              <a:ahLst/>
              <a:cxnLst/>
              <a:rect l="l" t="t" r="r" b="b"/>
              <a:pathLst>
                <a:path w="434" h="1086" extrusionOk="0">
                  <a:moveTo>
                    <a:pt x="217" y="1"/>
                  </a:moveTo>
                  <a:cubicBezTo>
                    <a:pt x="109" y="1"/>
                    <a:pt x="1" y="71"/>
                    <a:pt x="1" y="210"/>
                  </a:cubicBezTo>
                  <a:lnTo>
                    <a:pt x="1" y="1047"/>
                  </a:lnTo>
                  <a:cubicBezTo>
                    <a:pt x="1" y="1056"/>
                    <a:pt x="1" y="1075"/>
                    <a:pt x="1" y="1085"/>
                  </a:cubicBezTo>
                  <a:lnTo>
                    <a:pt x="424" y="1085"/>
                  </a:lnTo>
                  <a:cubicBezTo>
                    <a:pt x="424" y="1075"/>
                    <a:pt x="424" y="1056"/>
                    <a:pt x="424" y="1047"/>
                  </a:cubicBezTo>
                  <a:lnTo>
                    <a:pt x="424" y="220"/>
                  </a:lnTo>
                  <a:lnTo>
                    <a:pt x="434" y="210"/>
                  </a:lnTo>
                  <a:cubicBezTo>
                    <a:pt x="434" y="71"/>
                    <a:pt x="325" y="1"/>
                    <a:pt x="217"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5" name="Google Shape;12715;p65"/>
            <p:cNvSpPr/>
            <p:nvPr/>
          </p:nvSpPr>
          <p:spPr>
            <a:xfrm>
              <a:off x="2818287" y="2046793"/>
              <a:ext cx="24146" cy="91046"/>
            </a:xfrm>
            <a:custGeom>
              <a:avLst/>
              <a:gdLst/>
              <a:ahLst/>
              <a:cxnLst/>
              <a:rect l="l" t="t" r="r" b="b"/>
              <a:pathLst>
                <a:path w="924" h="3484" extrusionOk="0">
                  <a:moveTo>
                    <a:pt x="1" y="0"/>
                  </a:moveTo>
                  <a:lnTo>
                    <a:pt x="1" y="3030"/>
                  </a:lnTo>
                  <a:cubicBezTo>
                    <a:pt x="1" y="3332"/>
                    <a:pt x="232" y="3484"/>
                    <a:pt x="462" y="3484"/>
                  </a:cubicBezTo>
                  <a:cubicBezTo>
                    <a:pt x="693" y="3484"/>
                    <a:pt x="924" y="3332"/>
                    <a:pt x="924" y="3030"/>
                  </a:cubicBezTo>
                  <a:lnTo>
                    <a:pt x="924" y="0"/>
                  </a:ln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6" name="Google Shape;12716;p65"/>
            <p:cNvSpPr/>
            <p:nvPr/>
          </p:nvSpPr>
          <p:spPr>
            <a:xfrm>
              <a:off x="2818287" y="2046793"/>
              <a:ext cx="24146" cy="67187"/>
            </a:xfrm>
            <a:custGeom>
              <a:avLst/>
              <a:gdLst/>
              <a:ahLst/>
              <a:cxnLst/>
              <a:rect l="l" t="t" r="r" b="b"/>
              <a:pathLst>
                <a:path w="924" h="2571" extrusionOk="0">
                  <a:moveTo>
                    <a:pt x="1" y="0"/>
                  </a:moveTo>
                  <a:lnTo>
                    <a:pt x="1" y="2116"/>
                  </a:lnTo>
                  <a:cubicBezTo>
                    <a:pt x="1" y="2419"/>
                    <a:pt x="232" y="2570"/>
                    <a:pt x="462" y="2570"/>
                  </a:cubicBezTo>
                  <a:cubicBezTo>
                    <a:pt x="693" y="2570"/>
                    <a:pt x="924" y="2419"/>
                    <a:pt x="924" y="2116"/>
                  </a:cubicBezTo>
                  <a:lnTo>
                    <a:pt x="924" y="0"/>
                  </a:ln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17" name="Google Shape;12717;p65"/>
          <p:cNvGrpSpPr/>
          <p:nvPr/>
        </p:nvGrpSpPr>
        <p:grpSpPr>
          <a:xfrm>
            <a:off x="3963004" y="1826988"/>
            <a:ext cx="367162" cy="275698"/>
            <a:chOff x="3966679" y="2010861"/>
            <a:chExt cx="367162" cy="275698"/>
          </a:xfrm>
        </p:grpSpPr>
        <p:sp>
          <p:nvSpPr>
            <p:cNvPr id="12718" name="Google Shape;12718;p65"/>
            <p:cNvSpPr/>
            <p:nvPr/>
          </p:nvSpPr>
          <p:spPr>
            <a:xfrm>
              <a:off x="3966679" y="2038509"/>
              <a:ext cx="367162" cy="248050"/>
            </a:xfrm>
            <a:custGeom>
              <a:avLst/>
              <a:gdLst/>
              <a:ahLst/>
              <a:cxnLst/>
              <a:rect l="l" t="t" r="r" b="b"/>
              <a:pathLst>
                <a:path w="14050" h="9492" extrusionOk="0">
                  <a:moveTo>
                    <a:pt x="20" y="0"/>
                  </a:moveTo>
                  <a:lnTo>
                    <a:pt x="11" y="8376"/>
                  </a:lnTo>
                  <a:cubicBezTo>
                    <a:pt x="1" y="8982"/>
                    <a:pt x="491" y="9472"/>
                    <a:pt x="1097" y="9472"/>
                  </a:cubicBezTo>
                  <a:lnTo>
                    <a:pt x="14031" y="9491"/>
                  </a:lnTo>
                  <a:lnTo>
                    <a:pt x="14050" y="19"/>
                  </a:lnTo>
                  <a:lnTo>
                    <a:pt x="20" y="0"/>
                  </a:ln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19" name="Google Shape;12719;p65"/>
            <p:cNvSpPr/>
            <p:nvPr/>
          </p:nvSpPr>
          <p:spPr>
            <a:xfrm>
              <a:off x="4067969" y="2068117"/>
              <a:ext cx="236473" cy="185018"/>
            </a:xfrm>
            <a:custGeom>
              <a:avLst/>
              <a:gdLst/>
              <a:ahLst/>
              <a:cxnLst/>
              <a:rect l="l" t="t" r="r" b="b"/>
              <a:pathLst>
                <a:path w="9049" h="7080" extrusionOk="0">
                  <a:moveTo>
                    <a:pt x="6751" y="435"/>
                  </a:moveTo>
                  <a:lnTo>
                    <a:pt x="6751" y="2012"/>
                  </a:lnTo>
                  <a:lnTo>
                    <a:pt x="3702" y="2012"/>
                  </a:lnTo>
                  <a:lnTo>
                    <a:pt x="3702" y="435"/>
                  </a:lnTo>
                  <a:close/>
                  <a:moveTo>
                    <a:pt x="3270" y="3723"/>
                  </a:moveTo>
                  <a:lnTo>
                    <a:pt x="3270" y="6637"/>
                  </a:lnTo>
                  <a:lnTo>
                    <a:pt x="2010" y="6637"/>
                  </a:lnTo>
                  <a:cubicBezTo>
                    <a:pt x="1135" y="6637"/>
                    <a:pt x="433" y="5925"/>
                    <a:pt x="433" y="5060"/>
                  </a:cubicBezTo>
                  <a:lnTo>
                    <a:pt x="433" y="3723"/>
                  </a:lnTo>
                  <a:close/>
                  <a:moveTo>
                    <a:pt x="8616" y="435"/>
                  </a:moveTo>
                  <a:lnTo>
                    <a:pt x="8607" y="6647"/>
                  </a:lnTo>
                  <a:lnTo>
                    <a:pt x="3693" y="6647"/>
                  </a:lnTo>
                  <a:lnTo>
                    <a:pt x="3702" y="2435"/>
                  </a:lnTo>
                  <a:lnTo>
                    <a:pt x="6953" y="2435"/>
                  </a:lnTo>
                  <a:cubicBezTo>
                    <a:pt x="7078" y="2435"/>
                    <a:pt x="7174" y="2339"/>
                    <a:pt x="7174" y="2223"/>
                  </a:cubicBezTo>
                  <a:lnTo>
                    <a:pt x="7174" y="435"/>
                  </a:lnTo>
                  <a:close/>
                  <a:moveTo>
                    <a:pt x="1661" y="1"/>
                  </a:moveTo>
                  <a:cubicBezTo>
                    <a:pt x="1653" y="1"/>
                    <a:pt x="1644" y="1"/>
                    <a:pt x="1635" y="2"/>
                  </a:cubicBezTo>
                  <a:lnTo>
                    <a:pt x="221" y="2"/>
                  </a:lnTo>
                  <a:cubicBezTo>
                    <a:pt x="106" y="2"/>
                    <a:pt x="10" y="98"/>
                    <a:pt x="10" y="213"/>
                  </a:cubicBezTo>
                  <a:lnTo>
                    <a:pt x="0" y="5060"/>
                  </a:lnTo>
                  <a:cubicBezTo>
                    <a:pt x="0" y="6166"/>
                    <a:pt x="904" y="7070"/>
                    <a:pt x="2010" y="7070"/>
                  </a:cubicBezTo>
                  <a:lnTo>
                    <a:pt x="3693" y="7070"/>
                  </a:lnTo>
                  <a:lnTo>
                    <a:pt x="8818" y="7079"/>
                  </a:lnTo>
                  <a:cubicBezTo>
                    <a:pt x="8943" y="7079"/>
                    <a:pt x="9039" y="6983"/>
                    <a:pt x="9039" y="6868"/>
                  </a:cubicBezTo>
                  <a:lnTo>
                    <a:pt x="9049" y="223"/>
                  </a:lnTo>
                  <a:cubicBezTo>
                    <a:pt x="9049" y="113"/>
                    <a:pt x="8961" y="11"/>
                    <a:pt x="8852" y="11"/>
                  </a:cubicBezTo>
                  <a:cubicBezTo>
                    <a:pt x="8847" y="11"/>
                    <a:pt x="8842" y="11"/>
                    <a:pt x="8837" y="11"/>
                  </a:cubicBezTo>
                  <a:lnTo>
                    <a:pt x="3702" y="2"/>
                  </a:lnTo>
                  <a:lnTo>
                    <a:pt x="2491" y="2"/>
                  </a:lnTo>
                  <a:cubicBezTo>
                    <a:pt x="2482" y="1"/>
                    <a:pt x="2473" y="1"/>
                    <a:pt x="2465" y="1"/>
                  </a:cubicBezTo>
                  <a:cubicBezTo>
                    <a:pt x="2192" y="1"/>
                    <a:pt x="2192" y="426"/>
                    <a:pt x="2465" y="426"/>
                  </a:cubicBezTo>
                  <a:cubicBezTo>
                    <a:pt x="2473" y="426"/>
                    <a:pt x="2482" y="426"/>
                    <a:pt x="2491" y="425"/>
                  </a:cubicBezTo>
                  <a:lnTo>
                    <a:pt x="3279" y="425"/>
                  </a:lnTo>
                  <a:lnTo>
                    <a:pt x="3279" y="3300"/>
                  </a:lnTo>
                  <a:lnTo>
                    <a:pt x="443" y="3300"/>
                  </a:lnTo>
                  <a:lnTo>
                    <a:pt x="443" y="425"/>
                  </a:lnTo>
                  <a:lnTo>
                    <a:pt x="1635" y="425"/>
                  </a:lnTo>
                  <a:cubicBezTo>
                    <a:pt x="1644" y="426"/>
                    <a:pt x="1653" y="426"/>
                    <a:pt x="1661" y="426"/>
                  </a:cubicBezTo>
                  <a:cubicBezTo>
                    <a:pt x="1934" y="426"/>
                    <a:pt x="1934" y="1"/>
                    <a:pt x="1661"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0" name="Google Shape;12720;p65"/>
            <p:cNvSpPr/>
            <p:nvPr/>
          </p:nvSpPr>
          <p:spPr>
            <a:xfrm>
              <a:off x="3966941" y="2010861"/>
              <a:ext cx="79443" cy="243764"/>
            </a:xfrm>
            <a:custGeom>
              <a:avLst/>
              <a:gdLst/>
              <a:ahLst/>
              <a:cxnLst/>
              <a:rect l="l" t="t" r="r" b="b"/>
              <a:pathLst>
                <a:path w="3040" h="9328" extrusionOk="0">
                  <a:moveTo>
                    <a:pt x="1068" y="0"/>
                  </a:moveTo>
                  <a:cubicBezTo>
                    <a:pt x="1001" y="0"/>
                    <a:pt x="933" y="10"/>
                    <a:pt x="866" y="20"/>
                  </a:cubicBezTo>
                  <a:cubicBezTo>
                    <a:pt x="376" y="116"/>
                    <a:pt x="10" y="548"/>
                    <a:pt x="10" y="1058"/>
                  </a:cubicBezTo>
                  <a:lnTo>
                    <a:pt x="10" y="1068"/>
                  </a:lnTo>
                  <a:lnTo>
                    <a:pt x="10" y="1097"/>
                  </a:lnTo>
                  <a:lnTo>
                    <a:pt x="1" y="9328"/>
                  </a:lnTo>
                  <a:cubicBezTo>
                    <a:pt x="67" y="8805"/>
                    <a:pt x="509" y="8405"/>
                    <a:pt x="1030" y="8405"/>
                  </a:cubicBezTo>
                  <a:cubicBezTo>
                    <a:pt x="1036" y="8405"/>
                    <a:pt x="1043" y="8405"/>
                    <a:pt x="1049" y="8405"/>
                  </a:cubicBezTo>
                  <a:lnTo>
                    <a:pt x="3020" y="8405"/>
                  </a:lnTo>
                  <a:lnTo>
                    <a:pt x="3039" y="0"/>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1" name="Google Shape;12721;p65"/>
            <p:cNvSpPr/>
            <p:nvPr/>
          </p:nvSpPr>
          <p:spPr>
            <a:xfrm>
              <a:off x="3966941" y="2011357"/>
              <a:ext cx="22657" cy="243032"/>
            </a:xfrm>
            <a:custGeom>
              <a:avLst/>
              <a:gdLst/>
              <a:ahLst/>
              <a:cxnLst/>
              <a:rect l="l" t="t" r="r" b="b"/>
              <a:pathLst>
                <a:path w="867" h="9300" extrusionOk="0">
                  <a:moveTo>
                    <a:pt x="866" y="1"/>
                  </a:moveTo>
                  <a:cubicBezTo>
                    <a:pt x="366" y="97"/>
                    <a:pt x="10" y="529"/>
                    <a:pt x="10" y="1030"/>
                  </a:cubicBezTo>
                  <a:lnTo>
                    <a:pt x="10" y="1049"/>
                  </a:lnTo>
                  <a:lnTo>
                    <a:pt x="10" y="1078"/>
                  </a:lnTo>
                  <a:lnTo>
                    <a:pt x="1" y="9299"/>
                  </a:lnTo>
                  <a:cubicBezTo>
                    <a:pt x="58" y="8847"/>
                    <a:pt x="404" y="8482"/>
                    <a:pt x="856" y="8395"/>
                  </a:cubicBezTo>
                  <a:lnTo>
                    <a:pt x="866" y="1"/>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22" name="Google Shape;12722;p65"/>
          <p:cNvGrpSpPr/>
          <p:nvPr/>
        </p:nvGrpSpPr>
        <p:grpSpPr>
          <a:xfrm>
            <a:off x="1748902" y="1841622"/>
            <a:ext cx="366404" cy="246220"/>
            <a:chOff x="1752577" y="2025495"/>
            <a:chExt cx="366404" cy="246220"/>
          </a:xfrm>
        </p:grpSpPr>
        <p:sp>
          <p:nvSpPr>
            <p:cNvPr id="12723" name="Google Shape;12723;p65"/>
            <p:cNvSpPr/>
            <p:nvPr/>
          </p:nvSpPr>
          <p:spPr>
            <a:xfrm>
              <a:off x="1852090" y="2025495"/>
              <a:ext cx="80932" cy="72831"/>
            </a:xfrm>
            <a:custGeom>
              <a:avLst/>
              <a:gdLst/>
              <a:ahLst/>
              <a:cxnLst/>
              <a:rect l="l" t="t" r="r" b="b"/>
              <a:pathLst>
                <a:path w="3097" h="2787" extrusionOk="0">
                  <a:moveTo>
                    <a:pt x="814" y="0"/>
                  </a:moveTo>
                  <a:cubicBezTo>
                    <a:pt x="394" y="0"/>
                    <a:pt x="16" y="333"/>
                    <a:pt x="0" y="787"/>
                  </a:cubicBezTo>
                  <a:lnTo>
                    <a:pt x="0" y="1316"/>
                  </a:lnTo>
                  <a:cubicBezTo>
                    <a:pt x="798" y="1537"/>
                    <a:pt x="1481" y="2066"/>
                    <a:pt x="1904" y="2787"/>
                  </a:cubicBezTo>
                  <a:lnTo>
                    <a:pt x="2125" y="2787"/>
                  </a:lnTo>
                  <a:cubicBezTo>
                    <a:pt x="2702" y="2787"/>
                    <a:pt x="3096" y="2200"/>
                    <a:pt x="2885" y="1662"/>
                  </a:cubicBezTo>
                  <a:cubicBezTo>
                    <a:pt x="2568" y="892"/>
                    <a:pt x="1875" y="354"/>
                    <a:pt x="1106" y="56"/>
                  </a:cubicBezTo>
                  <a:cubicBezTo>
                    <a:pt x="1009" y="18"/>
                    <a:pt x="910" y="0"/>
                    <a:pt x="814" y="0"/>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4" name="Google Shape;12724;p65"/>
            <p:cNvSpPr/>
            <p:nvPr/>
          </p:nvSpPr>
          <p:spPr>
            <a:xfrm>
              <a:off x="1888257" y="2215400"/>
              <a:ext cx="205584" cy="56316"/>
            </a:xfrm>
            <a:custGeom>
              <a:avLst/>
              <a:gdLst/>
              <a:ahLst/>
              <a:cxnLst/>
              <a:rect l="l" t="t" r="r" b="b"/>
              <a:pathLst>
                <a:path w="7867" h="2155" extrusionOk="0">
                  <a:moveTo>
                    <a:pt x="1" y="1"/>
                  </a:moveTo>
                  <a:lnTo>
                    <a:pt x="1" y="2155"/>
                  </a:lnTo>
                  <a:lnTo>
                    <a:pt x="7867" y="2155"/>
                  </a:lnTo>
                  <a:lnTo>
                    <a:pt x="7867" y="1"/>
                  </a:ln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5" name="Google Shape;12725;p65"/>
            <p:cNvSpPr/>
            <p:nvPr/>
          </p:nvSpPr>
          <p:spPr>
            <a:xfrm>
              <a:off x="1930984" y="2215400"/>
              <a:ext cx="11080" cy="23519"/>
            </a:xfrm>
            <a:custGeom>
              <a:avLst/>
              <a:gdLst/>
              <a:ahLst/>
              <a:cxnLst/>
              <a:rect l="l" t="t" r="r" b="b"/>
              <a:pathLst>
                <a:path w="424" h="900" extrusionOk="0">
                  <a:moveTo>
                    <a:pt x="1" y="1"/>
                  </a:moveTo>
                  <a:lnTo>
                    <a:pt x="1" y="684"/>
                  </a:lnTo>
                  <a:cubicBezTo>
                    <a:pt x="1" y="828"/>
                    <a:pt x="106" y="900"/>
                    <a:pt x="212" y="900"/>
                  </a:cubicBezTo>
                  <a:cubicBezTo>
                    <a:pt x="318" y="900"/>
                    <a:pt x="424" y="828"/>
                    <a:pt x="424" y="684"/>
                  </a:cubicBezTo>
                  <a:lnTo>
                    <a:pt x="424"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6" name="Google Shape;12726;p65"/>
            <p:cNvSpPr/>
            <p:nvPr/>
          </p:nvSpPr>
          <p:spPr>
            <a:xfrm>
              <a:off x="1948336" y="2215400"/>
              <a:ext cx="11315" cy="39120"/>
            </a:xfrm>
            <a:custGeom>
              <a:avLst/>
              <a:gdLst/>
              <a:ahLst/>
              <a:cxnLst/>
              <a:rect l="l" t="t" r="r" b="b"/>
              <a:pathLst>
                <a:path w="433" h="1497" extrusionOk="0">
                  <a:moveTo>
                    <a:pt x="0" y="1"/>
                  </a:moveTo>
                  <a:lnTo>
                    <a:pt x="0" y="1280"/>
                  </a:lnTo>
                  <a:cubicBezTo>
                    <a:pt x="0" y="1424"/>
                    <a:pt x="108" y="1496"/>
                    <a:pt x="216" y="1496"/>
                  </a:cubicBezTo>
                  <a:cubicBezTo>
                    <a:pt x="325" y="1496"/>
                    <a:pt x="433" y="1424"/>
                    <a:pt x="433" y="1280"/>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7" name="Google Shape;12727;p65"/>
            <p:cNvSpPr/>
            <p:nvPr/>
          </p:nvSpPr>
          <p:spPr>
            <a:xfrm>
              <a:off x="1965661" y="2215400"/>
              <a:ext cx="11342" cy="23519"/>
            </a:xfrm>
            <a:custGeom>
              <a:avLst/>
              <a:gdLst/>
              <a:ahLst/>
              <a:cxnLst/>
              <a:rect l="l" t="t" r="r" b="b"/>
              <a:pathLst>
                <a:path w="434" h="900" extrusionOk="0">
                  <a:moveTo>
                    <a:pt x="1" y="1"/>
                  </a:moveTo>
                  <a:lnTo>
                    <a:pt x="1" y="684"/>
                  </a:lnTo>
                  <a:cubicBezTo>
                    <a:pt x="1" y="828"/>
                    <a:pt x="109" y="900"/>
                    <a:pt x="217" y="900"/>
                  </a:cubicBezTo>
                  <a:cubicBezTo>
                    <a:pt x="325" y="900"/>
                    <a:pt x="433" y="828"/>
                    <a:pt x="433" y="684"/>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8" name="Google Shape;12728;p65"/>
            <p:cNvSpPr/>
            <p:nvPr/>
          </p:nvSpPr>
          <p:spPr>
            <a:xfrm>
              <a:off x="1983013" y="2215400"/>
              <a:ext cx="11315" cy="23519"/>
            </a:xfrm>
            <a:custGeom>
              <a:avLst/>
              <a:gdLst/>
              <a:ahLst/>
              <a:cxnLst/>
              <a:rect l="l" t="t" r="r" b="b"/>
              <a:pathLst>
                <a:path w="433" h="900" extrusionOk="0">
                  <a:moveTo>
                    <a:pt x="0" y="1"/>
                  </a:moveTo>
                  <a:lnTo>
                    <a:pt x="0" y="684"/>
                  </a:lnTo>
                  <a:cubicBezTo>
                    <a:pt x="0" y="828"/>
                    <a:pt x="108" y="900"/>
                    <a:pt x="216" y="900"/>
                  </a:cubicBezTo>
                  <a:cubicBezTo>
                    <a:pt x="325" y="900"/>
                    <a:pt x="433" y="828"/>
                    <a:pt x="433" y="684"/>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9" name="Google Shape;12729;p65"/>
            <p:cNvSpPr/>
            <p:nvPr/>
          </p:nvSpPr>
          <p:spPr>
            <a:xfrm>
              <a:off x="2000601" y="2215400"/>
              <a:ext cx="11080" cy="23519"/>
            </a:xfrm>
            <a:custGeom>
              <a:avLst/>
              <a:gdLst/>
              <a:ahLst/>
              <a:cxnLst/>
              <a:rect l="l" t="t" r="r" b="b"/>
              <a:pathLst>
                <a:path w="424" h="900" extrusionOk="0">
                  <a:moveTo>
                    <a:pt x="0" y="1"/>
                  </a:moveTo>
                  <a:lnTo>
                    <a:pt x="0" y="684"/>
                  </a:lnTo>
                  <a:cubicBezTo>
                    <a:pt x="0" y="828"/>
                    <a:pt x="106" y="900"/>
                    <a:pt x="212" y="900"/>
                  </a:cubicBezTo>
                  <a:cubicBezTo>
                    <a:pt x="317" y="900"/>
                    <a:pt x="423" y="828"/>
                    <a:pt x="423" y="684"/>
                  </a:cubicBezTo>
                  <a:lnTo>
                    <a:pt x="42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0" name="Google Shape;12730;p65"/>
            <p:cNvSpPr/>
            <p:nvPr/>
          </p:nvSpPr>
          <p:spPr>
            <a:xfrm>
              <a:off x="2017926" y="2215400"/>
              <a:ext cx="11342" cy="39120"/>
            </a:xfrm>
            <a:custGeom>
              <a:avLst/>
              <a:gdLst/>
              <a:ahLst/>
              <a:cxnLst/>
              <a:rect l="l" t="t" r="r" b="b"/>
              <a:pathLst>
                <a:path w="434" h="1497" extrusionOk="0">
                  <a:moveTo>
                    <a:pt x="1" y="1"/>
                  </a:moveTo>
                  <a:lnTo>
                    <a:pt x="1" y="1280"/>
                  </a:lnTo>
                  <a:cubicBezTo>
                    <a:pt x="1" y="1424"/>
                    <a:pt x="109" y="1496"/>
                    <a:pt x="217" y="1496"/>
                  </a:cubicBezTo>
                  <a:cubicBezTo>
                    <a:pt x="325" y="1496"/>
                    <a:pt x="433" y="1424"/>
                    <a:pt x="433" y="1280"/>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1" name="Google Shape;12731;p65"/>
            <p:cNvSpPr/>
            <p:nvPr/>
          </p:nvSpPr>
          <p:spPr>
            <a:xfrm>
              <a:off x="2035278" y="2215400"/>
              <a:ext cx="11315" cy="23519"/>
            </a:xfrm>
            <a:custGeom>
              <a:avLst/>
              <a:gdLst/>
              <a:ahLst/>
              <a:cxnLst/>
              <a:rect l="l" t="t" r="r" b="b"/>
              <a:pathLst>
                <a:path w="433" h="900" extrusionOk="0">
                  <a:moveTo>
                    <a:pt x="0" y="1"/>
                  </a:moveTo>
                  <a:lnTo>
                    <a:pt x="0" y="684"/>
                  </a:lnTo>
                  <a:cubicBezTo>
                    <a:pt x="0" y="828"/>
                    <a:pt x="108" y="900"/>
                    <a:pt x="217" y="900"/>
                  </a:cubicBezTo>
                  <a:cubicBezTo>
                    <a:pt x="325" y="900"/>
                    <a:pt x="433" y="828"/>
                    <a:pt x="433" y="684"/>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2" name="Google Shape;12732;p65"/>
            <p:cNvSpPr/>
            <p:nvPr/>
          </p:nvSpPr>
          <p:spPr>
            <a:xfrm>
              <a:off x="2052604" y="2215400"/>
              <a:ext cx="11342" cy="23519"/>
            </a:xfrm>
            <a:custGeom>
              <a:avLst/>
              <a:gdLst/>
              <a:ahLst/>
              <a:cxnLst/>
              <a:rect l="l" t="t" r="r" b="b"/>
              <a:pathLst>
                <a:path w="434" h="900" extrusionOk="0">
                  <a:moveTo>
                    <a:pt x="1" y="1"/>
                  </a:moveTo>
                  <a:lnTo>
                    <a:pt x="1" y="684"/>
                  </a:lnTo>
                  <a:cubicBezTo>
                    <a:pt x="1" y="828"/>
                    <a:pt x="109" y="900"/>
                    <a:pt x="217" y="900"/>
                  </a:cubicBezTo>
                  <a:cubicBezTo>
                    <a:pt x="325" y="900"/>
                    <a:pt x="433" y="828"/>
                    <a:pt x="433" y="684"/>
                  </a:cubicBezTo>
                  <a:lnTo>
                    <a:pt x="433"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3" name="Google Shape;12733;p65"/>
            <p:cNvSpPr/>
            <p:nvPr/>
          </p:nvSpPr>
          <p:spPr>
            <a:xfrm>
              <a:off x="2070191" y="2215400"/>
              <a:ext cx="11080" cy="23519"/>
            </a:xfrm>
            <a:custGeom>
              <a:avLst/>
              <a:gdLst/>
              <a:ahLst/>
              <a:cxnLst/>
              <a:rect l="l" t="t" r="r" b="b"/>
              <a:pathLst>
                <a:path w="424" h="900" extrusionOk="0">
                  <a:moveTo>
                    <a:pt x="1" y="1"/>
                  </a:moveTo>
                  <a:lnTo>
                    <a:pt x="1" y="684"/>
                  </a:lnTo>
                  <a:cubicBezTo>
                    <a:pt x="1" y="828"/>
                    <a:pt x="107" y="900"/>
                    <a:pt x="212" y="900"/>
                  </a:cubicBezTo>
                  <a:cubicBezTo>
                    <a:pt x="318" y="900"/>
                    <a:pt x="424" y="828"/>
                    <a:pt x="424" y="684"/>
                  </a:cubicBezTo>
                  <a:lnTo>
                    <a:pt x="424" y="1"/>
                  </a:ln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4" name="Google Shape;12734;p65"/>
            <p:cNvSpPr/>
            <p:nvPr/>
          </p:nvSpPr>
          <p:spPr>
            <a:xfrm>
              <a:off x="2092822" y="2191776"/>
              <a:ext cx="26159" cy="79939"/>
            </a:xfrm>
            <a:custGeom>
              <a:avLst/>
              <a:gdLst/>
              <a:ahLst/>
              <a:cxnLst/>
              <a:rect l="l" t="t" r="r" b="b"/>
              <a:pathLst>
                <a:path w="1001" h="3059" extrusionOk="0">
                  <a:moveTo>
                    <a:pt x="212" y="1"/>
                  </a:moveTo>
                  <a:cubicBezTo>
                    <a:pt x="96" y="1"/>
                    <a:pt x="0" y="97"/>
                    <a:pt x="0" y="212"/>
                  </a:cubicBezTo>
                  <a:lnTo>
                    <a:pt x="0" y="3059"/>
                  </a:lnTo>
                  <a:lnTo>
                    <a:pt x="779" y="3059"/>
                  </a:lnTo>
                  <a:cubicBezTo>
                    <a:pt x="904" y="3059"/>
                    <a:pt x="1000" y="2963"/>
                    <a:pt x="1000" y="2847"/>
                  </a:cubicBezTo>
                  <a:lnTo>
                    <a:pt x="1000" y="212"/>
                  </a:lnTo>
                  <a:cubicBezTo>
                    <a:pt x="1000" y="97"/>
                    <a:pt x="904" y="1"/>
                    <a:pt x="779"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5" name="Google Shape;12735;p65"/>
            <p:cNvSpPr/>
            <p:nvPr/>
          </p:nvSpPr>
          <p:spPr>
            <a:xfrm>
              <a:off x="1752577" y="2044519"/>
              <a:ext cx="166359" cy="227196"/>
            </a:xfrm>
            <a:custGeom>
              <a:avLst/>
              <a:gdLst/>
              <a:ahLst/>
              <a:cxnLst/>
              <a:rect l="l" t="t" r="r" b="b"/>
              <a:pathLst>
                <a:path w="6366" h="8694" extrusionOk="0">
                  <a:moveTo>
                    <a:pt x="3183" y="1"/>
                  </a:moveTo>
                  <a:cubicBezTo>
                    <a:pt x="1423" y="1"/>
                    <a:pt x="0" y="1424"/>
                    <a:pt x="0" y="3184"/>
                  </a:cubicBezTo>
                  <a:lnTo>
                    <a:pt x="0" y="8155"/>
                  </a:lnTo>
                  <a:cubicBezTo>
                    <a:pt x="0" y="8453"/>
                    <a:pt x="241" y="8694"/>
                    <a:pt x="539" y="8694"/>
                  </a:cubicBezTo>
                  <a:lnTo>
                    <a:pt x="5818" y="8694"/>
                  </a:lnTo>
                  <a:cubicBezTo>
                    <a:pt x="6116" y="8694"/>
                    <a:pt x="6356" y="8453"/>
                    <a:pt x="6366" y="8155"/>
                  </a:cubicBezTo>
                  <a:lnTo>
                    <a:pt x="6366" y="3184"/>
                  </a:lnTo>
                  <a:cubicBezTo>
                    <a:pt x="6366" y="1424"/>
                    <a:pt x="4943" y="1"/>
                    <a:pt x="318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6" name="Google Shape;12736;p65"/>
            <p:cNvSpPr/>
            <p:nvPr/>
          </p:nvSpPr>
          <p:spPr>
            <a:xfrm>
              <a:off x="1774189" y="2044467"/>
              <a:ext cx="144748" cy="204147"/>
            </a:xfrm>
            <a:custGeom>
              <a:avLst/>
              <a:gdLst/>
              <a:ahLst/>
              <a:cxnLst/>
              <a:rect l="l" t="t" r="r" b="b"/>
              <a:pathLst>
                <a:path w="5539" h="7812" extrusionOk="0">
                  <a:moveTo>
                    <a:pt x="2335" y="0"/>
                  </a:moveTo>
                  <a:cubicBezTo>
                    <a:pt x="1706" y="0"/>
                    <a:pt x="1062" y="190"/>
                    <a:pt x="481" y="609"/>
                  </a:cubicBezTo>
                  <a:cubicBezTo>
                    <a:pt x="164" y="1118"/>
                    <a:pt x="0" y="1695"/>
                    <a:pt x="0" y="2292"/>
                  </a:cubicBezTo>
                  <a:lnTo>
                    <a:pt x="0" y="7263"/>
                  </a:lnTo>
                  <a:cubicBezTo>
                    <a:pt x="0" y="7561"/>
                    <a:pt x="250" y="7811"/>
                    <a:pt x="548" y="7811"/>
                  </a:cubicBezTo>
                  <a:lnTo>
                    <a:pt x="5539" y="7811"/>
                  </a:lnTo>
                  <a:lnTo>
                    <a:pt x="5539" y="3186"/>
                  </a:lnTo>
                  <a:lnTo>
                    <a:pt x="5529" y="3186"/>
                  </a:lnTo>
                  <a:cubicBezTo>
                    <a:pt x="5529" y="1306"/>
                    <a:pt x="3986" y="0"/>
                    <a:pt x="2335"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7" name="Google Shape;12737;p65"/>
            <p:cNvSpPr/>
            <p:nvPr/>
          </p:nvSpPr>
          <p:spPr>
            <a:xfrm>
              <a:off x="1780774" y="2090774"/>
              <a:ext cx="95880" cy="81978"/>
            </a:xfrm>
            <a:custGeom>
              <a:avLst/>
              <a:gdLst/>
              <a:ahLst/>
              <a:cxnLst/>
              <a:rect l="l" t="t" r="r" b="b"/>
              <a:pathLst>
                <a:path w="3669" h="3137" extrusionOk="0">
                  <a:moveTo>
                    <a:pt x="2092" y="0"/>
                  </a:moveTo>
                  <a:cubicBezTo>
                    <a:pt x="696" y="0"/>
                    <a:pt x="1" y="1686"/>
                    <a:pt x="989" y="2674"/>
                  </a:cubicBezTo>
                  <a:cubicBezTo>
                    <a:pt x="1309" y="2994"/>
                    <a:pt x="1702" y="3137"/>
                    <a:pt x="2088" y="3137"/>
                  </a:cubicBezTo>
                  <a:cubicBezTo>
                    <a:pt x="2895" y="3137"/>
                    <a:pt x="3668" y="2508"/>
                    <a:pt x="3662" y="1558"/>
                  </a:cubicBezTo>
                  <a:cubicBezTo>
                    <a:pt x="3662" y="702"/>
                    <a:pt x="2960" y="0"/>
                    <a:pt x="2104" y="0"/>
                  </a:cubicBezTo>
                  <a:cubicBezTo>
                    <a:pt x="2100" y="0"/>
                    <a:pt x="2096" y="0"/>
                    <a:pt x="2092" y="0"/>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8" name="Google Shape;12738;p65"/>
            <p:cNvSpPr/>
            <p:nvPr/>
          </p:nvSpPr>
          <p:spPr>
            <a:xfrm>
              <a:off x="1805443" y="2090565"/>
              <a:ext cx="71028" cy="61882"/>
            </a:xfrm>
            <a:custGeom>
              <a:avLst/>
              <a:gdLst/>
              <a:ahLst/>
              <a:cxnLst/>
              <a:rect l="l" t="t" r="r" b="b"/>
              <a:pathLst>
                <a:path w="2718" h="2368" extrusionOk="0">
                  <a:moveTo>
                    <a:pt x="1146" y="1"/>
                  </a:moveTo>
                  <a:cubicBezTo>
                    <a:pt x="931" y="1"/>
                    <a:pt x="711" y="46"/>
                    <a:pt x="497" y="143"/>
                  </a:cubicBezTo>
                  <a:cubicBezTo>
                    <a:pt x="1" y="1239"/>
                    <a:pt x="855" y="2368"/>
                    <a:pt x="1915" y="2368"/>
                  </a:cubicBezTo>
                  <a:cubicBezTo>
                    <a:pt x="2129" y="2368"/>
                    <a:pt x="2352" y="2322"/>
                    <a:pt x="2574" y="2220"/>
                  </a:cubicBezTo>
                  <a:cubicBezTo>
                    <a:pt x="2670" y="2018"/>
                    <a:pt x="2718" y="1797"/>
                    <a:pt x="2718" y="1566"/>
                  </a:cubicBezTo>
                  <a:cubicBezTo>
                    <a:pt x="2718" y="665"/>
                    <a:pt x="1973" y="1"/>
                    <a:pt x="1146"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39" name="Google Shape;12739;p65"/>
          <p:cNvGrpSpPr/>
          <p:nvPr/>
        </p:nvGrpSpPr>
        <p:grpSpPr>
          <a:xfrm>
            <a:off x="1305878" y="1885708"/>
            <a:ext cx="366404" cy="158363"/>
            <a:chOff x="1309553" y="2069580"/>
            <a:chExt cx="366404" cy="158363"/>
          </a:xfrm>
        </p:grpSpPr>
        <p:sp>
          <p:nvSpPr>
            <p:cNvPr id="12740" name="Google Shape;12740;p65"/>
            <p:cNvSpPr/>
            <p:nvPr/>
          </p:nvSpPr>
          <p:spPr>
            <a:xfrm>
              <a:off x="1477402" y="2100051"/>
              <a:ext cx="198555" cy="92770"/>
            </a:xfrm>
            <a:custGeom>
              <a:avLst/>
              <a:gdLst/>
              <a:ahLst/>
              <a:cxnLst/>
              <a:rect l="l" t="t" r="r" b="b"/>
              <a:pathLst>
                <a:path w="7598" h="3550" extrusionOk="0">
                  <a:moveTo>
                    <a:pt x="7439" y="0"/>
                  </a:moveTo>
                  <a:cubicBezTo>
                    <a:pt x="7434" y="0"/>
                    <a:pt x="7429" y="1"/>
                    <a:pt x="7424" y="1"/>
                  </a:cubicBezTo>
                  <a:lnTo>
                    <a:pt x="174" y="1"/>
                  </a:lnTo>
                  <a:cubicBezTo>
                    <a:pt x="78" y="1"/>
                    <a:pt x="1" y="78"/>
                    <a:pt x="1" y="174"/>
                  </a:cubicBezTo>
                  <a:lnTo>
                    <a:pt x="1" y="3376"/>
                  </a:lnTo>
                  <a:cubicBezTo>
                    <a:pt x="1" y="3472"/>
                    <a:pt x="78" y="3549"/>
                    <a:pt x="174" y="3549"/>
                  </a:cubicBezTo>
                  <a:lnTo>
                    <a:pt x="7424" y="3549"/>
                  </a:lnTo>
                  <a:cubicBezTo>
                    <a:pt x="7520" y="3549"/>
                    <a:pt x="7597" y="3472"/>
                    <a:pt x="7597" y="3376"/>
                  </a:cubicBezTo>
                  <a:lnTo>
                    <a:pt x="7597" y="174"/>
                  </a:lnTo>
                  <a:cubicBezTo>
                    <a:pt x="7597" y="83"/>
                    <a:pt x="7528" y="0"/>
                    <a:pt x="7439"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1" name="Google Shape;12741;p65"/>
            <p:cNvSpPr/>
            <p:nvPr/>
          </p:nvSpPr>
          <p:spPr>
            <a:xfrm>
              <a:off x="1477402" y="2150826"/>
              <a:ext cx="198555" cy="42230"/>
            </a:xfrm>
            <a:custGeom>
              <a:avLst/>
              <a:gdLst/>
              <a:ahLst/>
              <a:cxnLst/>
              <a:rect l="l" t="t" r="r" b="b"/>
              <a:pathLst>
                <a:path w="7598" h="1616" extrusionOk="0">
                  <a:moveTo>
                    <a:pt x="1" y="1"/>
                  </a:moveTo>
                  <a:lnTo>
                    <a:pt x="1" y="1443"/>
                  </a:lnTo>
                  <a:cubicBezTo>
                    <a:pt x="1" y="1529"/>
                    <a:pt x="78" y="1616"/>
                    <a:pt x="174" y="1616"/>
                  </a:cubicBezTo>
                  <a:lnTo>
                    <a:pt x="7424" y="1616"/>
                  </a:lnTo>
                  <a:cubicBezTo>
                    <a:pt x="7520" y="1616"/>
                    <a:pt x="7597" y="1529"/>
                    <a:pt x="7597" y="1443"/>
                  </a:cubicBezTo>
                  <a:lnTo>
                    <a:pt x="7597"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2" name="Google Shape;12742;p65"/>
            <p:cNvSpPr/>
            <p:nvPr/>
          </p:nvSpPr>
          <p:spPr>
            <a:xfrm>
              <a:off x="1477402" y="2171680"/>
              <a:ext cx="198555" cy="21376"/>
            </a:xfrm>
            <a:custGeom>
              <a:avLst/>
              <a:gdLst/>
              <a:ahLst/>
              <a:cxnLst/>
              <a:rect l="l" t="t" r="r" b="b"/>
              <a:pathLst>
                <a:path w="7598" h="818" extrusionOk="0">
                  <a:moveTo>
                    <a:pt x="1" y="1"/>
                  </a:moveTo>
                  <a:lnTo>
                    <a:pt x="1" y="645"/>
                  </a:lnTo>
                  <a:cubicBezTo>
                    <a:pt x="1" y="731"/>
                    <a:pt x="78" y="818"/>
                    <a:pt x="174" y="818"/>
                  </a:cubicBezTo>
                  <a:lnTo>
                    <a:pt x="7424" y="818"/>
                  </a:lnTo>
                  <a:cubicBezTo>
                    <a:pt x="7520" y="818"/>
                    <a:pt x="7597" y="731"/>
                    <a:pt x="7597" y="645"/>
                  </a:cubicBezTo>
                  <a:lnTo>
                    <a:pt x="7597"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3" name="Google Shape;12743;p65"/>
            <p:cNvSpPr/>
            <p:nvPr/>
          </p:nvSpPr>
          <p:spPr>
            <a:xfrm>
              <a:off x="1309553" y="2100077"/>
              <a:ext cx="105549" cy="92744"/>
            </a:xfrm>
            <a:custGeom>
              <a:avLst/>
              <a:gdLst/>
              <a:ahLst/>
              <a:cxnLst/>
              <a:rect l="l" t="t" r="r" b="b"/>
              <a:pathLst>
                <a:path w="4039" h="3549" extrusionOk="0">
                  <a:moveTo>
                    <a:pt x="173" y="0"/>
                  </a:moveTo>
                  <a:cubicBezTo>
                    <a:pt x="77" y="0"/>
                    <a:pt x="0" y="77"/>
                    <a:pt x="0" y="173"/>
                  </a:cubicBezTo>
                  <a:lnTo>
                    <a:pt x="0" y="3375"/>
                  </a:lnTo>
                  <a:cubicBezTo>
                    <a:pt x="0" y="3471"/>
                    <a:pt x="77" y="3548"/>
                    <a:pt x="173" y="3548"/>
                  </a:cubicBezTo>
                  <a:lnTo>
                    <a:pt x="3866" y="3548"/>
                  </a:lnTo>
                  <a:cubicBezTo>
                    <a:pt x="3962" y="3548"/>
                    <a:pt x="4039" y="3471"/>
                    <a:pt x="4039" y="3375"/>
                  </a:cubicBezTo>
                  <a:lnTo>
                    <a:pt x="4039" y="173"/>
                  </a:lnTo>
                  <a:cubicBezTo>
                    <a:pt x="4039" y="77"/>
                    <a:pt x="3962" y="0"/>
                    <a:pt x="386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4" name="Google Shape;12744;p65"/>
            <p:cNvSpPr/>
            <p:nvPr/>
          </p:nvSpPr>
          <p:spPr>
            <a:xfrm>
              <a:off x="1328891" y="2100077"/>
              <a:ext cx="86211" cy="71629"/>
            </a:xfrm>
            <a:custGeom>
              <a:avLst/>
              <a:gdLst/>
              <a:ahLst/>
              <a:cxnLst/>
              <a:rect l="l" t="t" r="r" b="b"/>
              <a:pathLst>
                <a:path w="3299" h="2741" extrusionOk="0">
                  <a:moveTo>
                    <a:pt x="0" y="0"/>
                  </a:moveTo>
                  <a:lnTo>
                    <a:pt x="0" y="2568"/>
                  </a:lnTo>
                  <a:cubicBezTo>
                    <a:pt x="0" y="2664"/>
                    <a:pt x="77" y="2741"/>
                    <a:pt x="174" y="2741"/>
                  </a:cubicBezTo>
                  <a:lnTo>
                    <a:pt x="3299" y="2741"/>
                  </a:lnTo>
                  <a:lnTo>
                    <a:pt x="3299" y="173"/>
                  </a:lnTo>
                  <a:cubicBezTo>
                    <a:pt x="3299" y="96"/>
                    <a:pt x="3260" y="29"/>
                    <a:pt x="3193"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5" name="Google Shape;12745;p65"/>
            <p:cNvSpPr/>
            <p:nvPr/>
          </p:nvSpPr>
          <p:spPr>
            <a:xfrm>
              <a:off x="1309553" y="2150826"/>
              <a:ext cx="105549" cy="42230"/>
            </a:xfrm>
            <a:custGeom>
              <a:avLst/>
              <a:gdLst/>
              <a:ahLst/>
              <a:cxnLst/>
              <a:rect l="l" t="t" r="r" b="b"/>
              <a:pathLst>
                <a:path w="4039" h="1616" extrusionOk="0">
                  <a:moveTo>
                    <a:pt x="0" y="1"/>
                  </a:moveTo>
                  <a:lnTo>
                    <a:pt x="0" y="1443"/>
                  </a:lnTo>
                  <a:cubicBezTo>
                    <a:pt x="0" y="1529"/>
                    <a:pt x="77" y="1616"/>
                    <a:pt x="173" y="1616"/>
                  </a:cubicBezTo>
                  <a:lnTo>
                    <a:pt x="3866" y="1616"/>
                  </a:lnTo>
                  <a:cubicBezTo>
                    <a:pt x="3962" y="1616"/>
                    <a:pt x="4039" y="1529"/>
                    <a:pt x="4039" y="1443"/>
                  </a:cubicBezTo>
                  <a:lnTo>
                    <a:pt x="4039"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6" name="Google Shape;12746;p65"/>
            <p:cNvSpPr/>
            <p:nvPr/>
          </p:nvSpPr>
          <p:spPr>
            <a:xfrm>
              <a:off x="1309553" y="2150826"/>
              <a:ext cx="105549" cy="42230"/>
            </a:xfrm>
            <a:custGeom>
              <a:avLst/>
              <a:gdLst/>
              <a:ahLst/>
              <a:cxnLst/>
              <a:rect l="l" t="t" r="r" b="b"/>
              <a:pathLst>
                <a:path w="4039" h="1616" extrusionOk="0">
                  <a:moveTo>
                    <a:pt x="0" y="1"/>
                  </a:moveTo>
                  <a:lnTo>
                    <a:pt x="0" y="1443"/>
                  </a:lnTo>
                  <a:cubicBezTo>
                    <a:pt x="0" y="1529"/>
                    <a:pt x="77" y="1616"/>
                    <a:pt x="173" y="1616"/>
                  </a:cubicBezTo>
                  <a:lnTo>
                    <a:pt x="3866" y="1616"/>
                  </a:lnTo>
                  <a:cubicBezTo>
                    <a:pt x="3962" y="1616"/>
                    <a:pt x="4039" y="1529"/>
                    <a:pt x="4039" y="1443"/>
                  </a:cubicBezTo>
                  <a:lnTo>
                    <a:pt x="4039" y="799"/>
                  </a:lnTo>
                  <a:lnTo>
                    <a:pt x="914" y="799"/>
                  </a:lnTo>
                  <a:cubicBezTo>
                    <a:pt x="817" y="799"/>
                    <a:pt x="740" y="722"/>
                    <a:pt x="740" y="626"/>
                  </a:cubicBezTo>
                  <a:lnTo>
                    <a:pt x="740"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7" name="Google Shape;12747;p65"/>
            <p:cNvSpPr/>
            <p:nvPr/>
          </p:nvSpPr>
          <p:spPr>
            <a:xfrm>
              <a:off x="1339814" y="2100077"/>
              <a:ext cx="11838" cy="23885"/>
            </a:xfrm>
            <a:custGeom>
              <a:avLst/>
              <a:gdLst/>
              <a:ahLst/>
              <a:cxnLst/>
              <a:rect l="l" t="t" r="r" b="b"/>
              <a:pathLst>
                <a:path w="453" h="914" extrusionOk="0">
                  <a:moveTo>
                    <a:pt x="15" y="0"/>
                  </a:moveTo>
                  <a:lnTo>
                    <a:pt x="15" y="683"/>
                  </a:lnTo>
                  <a:cubicBezTo>
                    <a:pt x="1" y="837"/>
                    <a:pt x="114" y="914"/>
                    <a:pt x="227" y="914"/>
                  </a:cubicBezTo>
                  <a:cubicBezTo>
                    <a:pt x="340" y="914"/>
                    <a:pt x="453" y="837"/>
                    <a:pt x="438" y="683"/>
                  </a:cubicBezTo>
                  <a:lnTo>
                    <a:pt x="438"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8" name="Google Shape;12748;p65"/>
            <p:cNvSpPr/>
            <p:nvPr/>
          </p:nvSpPr>
          <p:spPr>
            <a:xfrm>
              <a:off x="1357532" y="2100077"/>
              <a:ext cx="11080" cy="22944"/>
            </a:xfrm>
            <a:custGeom>
              <a:avLst/>
              <a:gdLst/>
              <a:ahLst/>
              <a:cxnLst/>
              <a:rect l="l" t="t" r="r" b="b"/>
              <a:pathLst>
                <a:path w="424" h="878" extrusionOk="0">
                  <a:moveTo>
                    <a:pt x="1" y="0"/>
                  </a:moveTo>
                  <a:lnTo>
                    <a:pt x="1" y="683"/>
                  </a:lnTo>
                  <a:cubicBezTo>
                    <a:pt x="10" y="813"/>
                    <a:pt x="111" y="878"/>
                    <a:pt x="212" y="878"/>
                  </a:cubicBezTo>
                  <a:cubicBezTo>
                    <a:pt x="313" y="878"/>
                    <a:pt x="414" y="813"/>
                    <a:pt x="424" y="683"/>
                  </a:cubicBezTo>
                  <a:lnTo>
                    <a:pt x="424"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9" name="Google Shape;12749;p65"/>
            <p:cNvSpPr/>
            <p:nvPr/>
          </p:nvSpPr>
          <p:spPr>
            <a:xfrm>
              <a:off x="1374884" y="2100077"/>
              <a:ext cx="11080" cy="22944"/>
            </a:xfrm>
            <a:custGeom>
              <a:avLst/>
              <a:gdLst/>
              <a:ahLst/>
              <a:cxnLst/>
              <a:rect l="l" t="t" r="r" b="b"/>
              <a:pathLst>
                <a:path w="424" h="878" extrusionOk="0">
                  <a:moveTo>
                    <a:pt x="0" y="0"/>
                  </a:moveTo>
                  <a:lnTo>
                    <a:pt x="0" y="683"/>
                  </a:lnTo>
                  <a:cubicBezTo>
                    <a:pt x="10" y="813"/>
                    <a:pt x="111" y="878"/>
                    <a:pt x="212" y="878"/>
                  </a:cubicBezTo>
                  <a:cubicBezTo>
                    <a:pt x="313" y="878"/>
                    <a:pt x="414" y="813"/>
                    <a:pt x="423" y="683"/>
                  </a:cubicBezTo>
                  <a:lnTo>
                    <a:pt x="42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0" name="Google Shape;12750;p65"/>
            <p:cNvSpPr/>
            <p:nvPr/>
          </p:nvSpPr>
          <p:spPr>
            <a:xfrm>
              <a:off x="1391844" y="2100077"/>
              <a:ext cx="11838" cy="39225"/>
            </a:xfrm>
            <a:custGeom>
              <a:avLst/>
              <a:gdLst/>
              <a:ahLst/>
              <a:cxnLst/>
              <a:rect l="l" t="t" r="r" b="b"/>
              <a:pathLst>
                <a:path w="453" h="1501" extrusionOk="0">
                  <a:moveTo>
                    <a:pt x="15" y="0"/>
                  </a:moveTo>
                  <a:lnTo>
                    <a:pt x="15" y="1269"/>
                  </a:lnTo>
                  <a:cubicBezTo>
                    <a:pt x="0" y="1423"/>
                    <a:pt x="113" y="1500"/>
                    <a:pt x="226" y="1500"/>
                  </a:cubicBezTo>
                  <a:cubicBezTo>
                    <a:pt x="339" y="1500"/>
                    <a:pt x="452" y="1423"/>
                    <a:pt x="438" y="1269"/>
                  </a:cubicBezTo>
                  <a:lnTo>
                    <a:pt x="438"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1" name="Google Shape;12751;p65"/>
            <p:cNvSpPr/>
            <p:nvPr/>
          </p:nvSpPr>
          <p:spPr>
            <a:xfrm>
              <a:off x="1322619" y="2100077"/>
              <a:ext cx="11315" cy="38467"/>
            </a:xfrm>
            <a:custGeom>
              <a:avLst/>
              <a:gdLst/>
              <a:ahLst/>
              <a:cxnLst/>
              <a:rect l="l" t="t" r="r" b="b"/>
              <a:pathLst>
                <a:path w="433" h="1472" extrusionOk="0">
                  <a:moveTo>
                    <a:pt x="0" y="0"/>
                  </a:moveTo>
                  <a:lnTo>
                    <a:pt x="0" y="1269"/>
                  </a:lnTo>
                  <a:cubicBezTo>
                    <a:pt x="10" y="1404"/>
                    <a:pt x="113" y="1471"/>
                    <a:pt x="216" y="1471"/>
                  </a:cubicBezTo>
                  <a:cubicBezTo>
                    <a:pt x="320" y="1471"/>
                    <a:pt x="423" y="1404"/>
                    <a:pt x="433" y="1269"/>
                  </a:cubicBezTo>
                  <a:lnTo>
                    <a:pt x="43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2" name="Google Shape;12752;p65"/>
            <p:cNvSpPr/>
            <p:nvPr/>
          </p:nvSpPr>
          <p:spPr>
            <a:xfrm>
              <a:off x="1513334" y="2100077"/>
              <a:ext cx="11838" cy="23885"/>
            </a:xfrm>
            <a:custGeom>
              <a:avLst/>
              <a:gdLst/>
              <a:ahLst/>
              <a:cxnLst/>
              <a:rect l="l" t="t" r="r" b="b"/>
              <a:pathLst>
                <a:path w="453" h="914" extrusionOk="0">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3" name="Google Shape;12753;p65"/>
            <p:cNvSpPr/>
            <p:nvPr/>
          </p:nvSpPr>
          <p:spPr>
            <a:xfrm>
              <a:off x="1496008" y="2100077"/>
              <a:ext cx="11315" cy="22944"/>
            </a:xfrm>
            <a:custGeom>
              <a:avLst/>
              <a:gdLst/>
              <a:ahLst/>
              <a:cxnLst/>
              <a:rect l="l" t="t" r="r" b="b"/>
              <a:pathLst>
                <a:path w="433" h="878" extrusionOk="0">
                  <a:moveTo>
                    <a:pt x="0" y="0"/>
                  </a:moveTo>
                  <a:lnTo>
                    <a:pt x="0" y="683"/>
                  </a:lnTo>
                  <a:cubicBezTo>
                    <a:pt x="10" y="813"/>
                    <a:pt x="113" y="878"/>
                    <a:pt x="217" y="878"/>
                  </a:cubicBezTo>
                  <a:cubicBezTo>
                    <a:pt x="320" y="878"/>
                    <a:pt x="423" y="813"/>
                    <a:pt x="433" y="683"/>
                  </a:cubicBezTo>
                  <a:lnTo>
                    <a:pt x="43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4" name="Google Shape;12754;p65"/>
            <p:cNvSpPr/>
            <p:nvPr/>
          </p:nvSpPr>
          <p:spPr>
            <a:xfrm>
              <a:off x="1530921" y="2100077"/>
              <a:ext cx="11342" cy="38467"/>
            </a:xfrm>
            <a:custGeom>
              <a:avLst/>
              <a:gdLst/>
              <a:ahLst/>
              <a:cxnLst/>
              <a:rect l="l" t="t" r="r" b="b"/>
              <a:pathLst>
                <a:path w="434" h="1472" extrusionOk="0">
                  <a:moveTo>
                    <a:pt x="1" y="0"/>
                  </a:moveTo>
                  <a:lnTo>
                    <a:pt x="1" y="1269"/>
                  </a:lnTo>
                  <a:cubicBezTo>
                    <a:pt x="10" y="1404"/>
                    <a:pt x="114" y="1471"/>
                    <a:pt x="217" y="1471"/>
                  </a:cubicBezTo>
                  <a:cubicBezTo>
                    <a:pt x="321" y="1471"/>
                    <a:pt x="424" y="1404"/>
                    <a:pt x="434" y="1269"/>
                  </a:cubicBezTo>
                  <a:lnTo>
                    <a:pt x="434"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5" name="Google Shape;12755;p65"/>
            <p:cNvSpPr/>
            <p:nvPr/>
          </p:nvSpPr>
          <p:spPr>
            <a:xfrm>
              <a:off x="1548012" y="2100077"/>
              <a:ext cx="11838" cy="23885"/>
            </a:xfrm>
            <a:custGeom>
              <a:avLst/>
              <a:gdLst/>
              <a:ahLst/>
              <a:cxnLst/>
              <a:rect l="l" t="t" r="r" b="b"/>
              <a:pathLst>
                <a:path w="453" h="914" extrusionOk="0">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6" name="Google Shape;12756;p65"/>
            <p:cNvSpPr/>
            <p:nvPr/>
          </p:nvSpPr>
          <p:spPr>
            <a:xfrm>
              <a:off x="1565364" y="2100077"/>
              <a:ext cx="11838" cy="23885"/>
            </a:xfrm>
            <a:custGeom>
              <a:avLst/>
              <a:gdLst/>
              <a:ahLst/>
              <a:cxnLst/>
              <a:rect l="l" t="t" r="r" b="b"/>
              <a:pathLst>
                <a:path w="453" h="914" extrusionOk="0">
                  <a:moveTo>
                    <a:pt x="10" y="0"/>
                  </a:moveTo>
                  <a:lnTo>
                    <a:pt x="10" y="683"/>
                  </a:lnTo>
                  <a:cubicBezTo>
                    <a:pt x="0" y="837"/>
                    <a:pt x="113" y="914"/>
                    <a:pt x="226" y="914"/>
                  </a:cubicBezTo>
                  <a:cubicBezTo>
                    <a:pt x="339" y="914"/>
                    <a:pt x="452"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7" name="Google Shape;12757;p65"/>
            <p:cNvSpPr/>
            <p:nvPr/>
          </p:nvSpPr>
          <p:spPr>
            <a:xfrm>
              <a:off x="1582690" y="2100077"/>
              <a:ext cx="11838" cy="23885"/>
            </a:xfrm>
            <a:custGeom>
              <a:avLst/>
              <a:gdLst/>
              <a:ahLst/>
              <a:cxnLst/>
              <a:rect l="l" t="t" r="r" b="b"/>
              <a:pathLst>
                <a:path w="453" h="914" extrusionOk="0">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8" name="Google Shape;12758;p65"/>
            <p:cNvSpPr/>
            <p:nvPr/>
          </p:nvSpPr>
          <p:spPr>
            <a:xfrm>
              <a:off x="1600042" y="2100077"/>
              <a:ext cx="11838" cy="39225"/>
            </a:xfrm>
            <a:custGeom>
              <a:avLst/>
              <a:gdLst/>
              <a:ahLst/>
              <a:cxnLst/>
              <a:rect l="l" t="t" r="r" b="b"/>
              <a:pathLst>
                <a:path w="453" h="1501" extrusionOk="0">
                  <a:moveTo>
                    <a:pt x="10" y="0"/>
                  </a:moveTo>
                  <a:lnTo>
                    <a:pt x="10" y="1269"/>
                  </a:lnTo>
                  <a:cubicBezTo>
                    <a:pt x="0" y="1423"/>
                    <a:pt x="113" y="1500"/>
                    <a:pt x="226" y="1500"/>
                  </a:cubicBezTo>
                  <a:cubicBezTo>
                    <a:pt x="339" y="1500"/>
                    <a:pt x="452" y="1423"/>
                    <a:pt x="443" y="1269"/>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59" name="Google Shape;12759;p65"/>
            <p:cNvSpPr/>
            <p:nvPr/>
          </p:nvSpPr>
          <p:spPr>
            <a:xfrm>
              <a:off x="1617367" y="2100077"/>
              <a:ext cx="11838" cy="23885"/>
            </a:xfrm>
            <a:custGeom>
              <a:avLst/>
              <a:gdLst/>
              <a:ahLst/>
              <a:cxnLst/>
              <a:rect l="l" t="t" r="r" b="b"/>
              <a:pathLst>
                <a:path w="453" h="914" extrusionOk="0">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0" name="Google Shape;12760;p65"/>
            <p:cNvSpPr/>
            <p:nvPr/>
          </p:nvSpPr>
          <p:spPr>
            <a:xfrm>
              <a:off x="1634955" y="2100077"/>
              <a:ext cx="11342" cy="22944"/>
            </a:xfrm>
            <a:custGeom>
              <a:avLst/>
              <a:gdLst/>
              <a:ahLst/>
              <a:cxnLst/>
              <a:rect l="l" t="t" r="r" b="b"/>
              <a:pathLst>
                <a:path w="434" h="878" extrusionOk="0">
                  <a:moveTo>
                    <a:pt x="1" y="0"/>
                  </a:moveTo>
                  <a:lnTo>
                    <a:pt x="1" y="683"/>
                  </a:lnTo>
                  <a:cubicBezTo>
                    <a:pt x="10" y="813"/>
                    <a:pt x="114" y="878"/>
                    <a:pt x="217" y="878"/>
                  </a:cubicBezTo>
                  <a:cubicBezTo>
                    <a:pt x="321" y="878"/>
                    <a:pt x="424" y="813"/>
                    <a:pt x="434" y="683"/>
                  </a:cubicBezTo>
                  <a:lnTo>
                    <a:pt x="434"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1" name="Google Shape;12761;p65"/>
            <p:cNvSpPr/>
            <p:nvPr/>
          </p:nvSpPr>
          <p:spPr>
            <a:xfrm>
              <a:off x="1652045" y="2100077"/>
              <a:ext cx="11838" cy="23885"/>
            </a:xfrm>
            <a:custGeom>
              <a:avLst/>
              <a:gdLst/>
              <a:ahLst/>
              <a:cxnLst/>
              <a:rect l="l" t="t" r="r" b="b"/>
              <a:pathLst>
                <a:path w="453" h="914" extrusionOk="0">
                  <a:moveTo>
                    <a:pt x="10" y="0"/>
                  </a:moveTo>
                  <a:lnTo>
                    <a:pt x="10" y="683"/>
                  </a:lnTo>
                  <a:cubicBezTo>
                    <a:pt x="1" y="837"/>
                    <a:pt x="114" y="914"/>
                    <a:pt x="227" y="914"/>
                  </a:cubicBezTo>
                  <a:cubicBezTo>
                    <a:pt x="340" y="914"/>
                    <a:pt x="453" y="837"/>
                    <a:pt x="443" y="683"/>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2" name="Google Shape;12762;p65"/>
            <p:cNvSpPr/>
            <p:nvPr/>
          </p:nvSpPr>
          <p:spPr>
            <a:xfrm>
              <a:off x="1386435" y="2069580"/>
              <a:ext cx="45000" cy="158363"/>
            </a:xfrm>
            <a:custGeom>
              <a:avLst/>
              <a:gdLst/>
              <a:ahLst/>
              <a:cxnLst/>
              <a:rect l="l" t="t" r="r" b="b"/>
              <a:pathLst>
                <a:path w="1722" h="6060" extrusionOk="0">
                  <a:moveTo>
                    <a:pt x="1478" y="0"/>
                  </a:moveTo>
                  <a:cubicBezTo>
                    <a:pt x="1403" y="0"/>
                    <a:pt x="1328" y="34"/>
                    <a:pt x="1280" y="109"/>
                  </a:cubicBezTo>
                  <a:lnTo>
                    <a:pt x="87" y="2408"/>
                  </a:lnTo>
                  <a:cubicBezTo>
                    <a:pt x="29" y="2504"/>
                    <a:pt x="1" y="2609"/>
                    <a:pt x="1" y="2725"/>
                  </a:cubicBezTo>
                  <a:lnTo>
                    <a:pt x="1" y="4465"/>
                  </a:lnTo>
                  <a:cubicBezTo>
                    <a:pt x="1" y="4629"/>
                    <a:pt x="58" y="4783"/>
                    <a:pt x="174" y="4917"/>
                  </a:cubicBezTo>
                  <a:lnTo>
                    <a:pt x="1029" y="5917"/>
                  </a:lnTo>
                  <a:cubicBezTo>
                    <a:pt x="1111" y="6014"/>
                    <a:pt x="1221" y="6060"/>
                    <a:pt x="1329" y="6060"/>
                  </a:cubicBezTo>
                  <a:cubicBezTo>
                    <a:pt x="1489" y="6060"/>
                    <a:pt x="1645" y="5961"/>
                    <a:pt x="1703" y="5783"/>
                  </a:cubicBezTo>
                  <a:cubicBezTo>
                    <a:pt x="1712" y="5744"/>
                    <a:pt x="1722" y="5706"/>
                    <a:pt x="1722" y="5667"/>
                  </a:cubicBezTo>
                  <a:lnTo>
                    <a:pt x="1722" y="225"/>
                  </a:lnTo>
                  <a:cubicBezTo>
                    <a:pt x="1710" y="84"/>
                    <a:pt x="1594" y="0"/>
                    <a:pt x="1478"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3" name="Google Shape;12763;p65"/>
            <p:cNvSpPr/>
            <p:nvPr/>
          </p:nvSpPr>
          <p:spPr>
            <a:xfrm>
              <a:off x="1405537" y="2084737"/>
              <a:ext cx="25897" cy="135967"/>
            </a:xfrm>
            <a:custGeom>
              <a:avLst/>
              <a:gdLst/>
              <a:ahLst/>
              <a:cxnLst/>
              <a:rect l="l" t="t" r="r" b="b"/>
              <a:pathLst>
                <a:path w="991" h="5203" extrusionOk="0">
                  <a:moveTo>
                    <a:pt x="991" y="0"/>
                  </a:moveTo>
                  <a:lnTo>
                    <a:pt x="77" y="1751"/>
                  </a:lnTo>
                  <a:cubicBezTo>
                    <a:pt x="29" y="1847"/>
                    <a:pt x="0" y="1962"/>
                    <a:pt x="0" y="2078"/>
                  </a:cubicBezTo>
                  <a:lnTo>
                    <a:pt x="0" y="3808"/>
                  </a:lnTo>
                  <a:cubicBezTo>
                    <a:pt x="0" y="3972"/>
                    <a:pt x="58" y="4126"/>
                    <a:pt x="173" y="4260"/>
                  </a:cubicBezTo>
                  <a:lnTo>
                    <a:pt x="972" y="5203"/>
                  </a:lnTo>
                  <a:cubicBezTo>
                    <a:pt x="981" y="5164"/>
                    <a:pt x="991" y="5126"/>
                    <a:pt x="991" y="5087"/>
                  </a:cubicBezTo>
                  <a:lnTo>
                    <a:pt x="991"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4" name="Google Shape;12764;p65"/>
            <p:cNvSpPr/>
            <p:nvPr/>
          </p:nvSpPr>
          <p:spPr>
            <a:xfrm>
              <a:off x="1462062" y="2069737"/>
              <a:ext cx="45026" cy="158128"/>
            </a:xfrm>
            <a:custGeom>
              <a:avLst/>
              <a:gdLst/>
              <a:ahLst/>
              <a:cxnLst/>
              <a:rect l="l" t="t" r="r" b="b"/>
              <a:pathLst>
                <a:path w="1723" h="6051" extrusionOk="0">
                  <a:moveTo>
                    <a:pt x="239" y="1"/>
                  </a:moveTo>
                  <a:cubicBezTo>
                    <a:pt x="124" y="1"/>
                    <a:pt x="13" y="80"/>
                    <a:pt x="1" y="219"/>
                  </a:cubicBezTo>
                  <a:lnTo>
                    <a:pt x="1" y="5652"/>
                  </a:lnTo>
                  <a:cubicBezTo>
                    <a:pt x="1" y="5700"/>
                    <a:pt x="1" y="5738"/>
                    <a:pt x="20" y="5786"/>
                  </a:cubicBezTo>
                  <a:cubicBezTo>
                    <a:pt x="77" y="5957"/>
                    <a:pt x="231" y="6050"/>
                    <a:pt x="390" y="6050"/>
                  </a:cubicBezTo>
                  <a:cubicBezTo>
                    <a:pt x="499" y="6050"/>
                    <a:pt x="611" y="6006"/>
                    <a:pt x="693" y="5911"/>
                  </a:cubicBezTo>
                  <a:lnTo>
                    <a:pt x="1549" y="4902"/>
                  </a:lnTo>
                  <a:cubicBezTo>
                    <a:pt x="1655" y="4777"/>
                    <a:pt x="1713" y="4613"/>
                    <a:pt x="1722" y="4450"/>
                  </a:cubicBezTo>
                  <a:lnTo>
                    <a:pt x="1722" y="2719"/>
                  </a:lnTo>
                  <a:cubicBezTo>
                    <a:pt x="1713" y="2603"/>
                    <a:pt x="1693" y="2498"/>
                    <a:pt x="1636" y="2402"/>
                  </a:cubicBezTo>
                  <a:lnTo>
                    <a:pt x="443" y="113"/>
                  </a:lnTo>
                  <a:cubicBezTo>
                    <a:pt x="393" y="36"/>
                    <a:pt x="316" y="1"/>
                    <a:pt x="239"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5" name="Google Shape;12765;p65"/>
            <p:cNvSpPr/>
            <p:nvPr/>
          </p:nvSpPr>
          <p:spPr>
            <a:xfrm>
              <a:off x="1462062" y="2084999"/>
              <a:ext cx="25923" cy="135967"/>
            </a:xfrm>
            <a:custGeom>
              <a:avLst/>
              <a:gdLst/>
              <a:ahLst/>
              <a:cxnLst/>
              <a:rect l="l" t="t" r="r" b="b"/>
              <a:pathLst>
                <a:path w="992" h="5203" extrusionOk="0">
                  <a:moveTo>
                    <a:pt x="1" y="0"/>
                  </a:moveTo>
                  <a:lnTo>
                    <a:pt x="1" y="5077"/>
                  </a:lnTo>
                  <a:cubicBezTo>
                    <a:pt x="1" y="5116"/>
                    <a:pt x="1" y="5164"/>
                    <a:pt x="20" y="5202"/>
                  </a:cubicBezTo>
                  <a:lnTo>
                    <a:pt x="828" y="4260"/>
                  </a:lnTo>
                  <a:cubicBezTo>
                    <a:pt x="934" y="4125"/>
                    <a:pt x="991" y="3972"/>
                    <a:pt x="991" y="3808"/>
                  </a:cubicBezTo>
                  <a:lnTo>
                    <a:pt x="991" y="2077"/>
                  </a:lnTo>
                  <a:cubicBezTo>
                    <a:pt x="991" y="1962"/>
                    <a:pt x="963" y="1846"/>
                    <a:pt x="915" y="1750"/>
                  </a:cubicBezTo>
                  <a:lnTo>
                    <a:pt x="1"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66" name="Google Shape;12766;p65"/>
          <p:cNvGrpSpPr/>
          <p:nvPr/>
        </p:nvGrpSpPr>
        <p:grpSpPr>
          <a:xfrm>
            <a:off x="862853" y="1904889"/>
            <a:ext cx="366639" cy="119635"/>
            <a:chOff x="866528" y="2088762"/>
            <a:chExt cx="366639" cy="119635"/>
          </a:xfrm>
        </p:grpSpPr>
        <p:sp>
          <p:nvSpPr>
            <p:cNvPr id="12767" name="Google Shape;12767;p65"/>
            <p:cNvSpPr/>
            <p:nvPr/>
          </p:nvSpPr>
          <p:spPr>
            <a:xfrm>
              <a:off x="866528" y="2088762"/>
              <a:ext cx="366639" cy="119635"/>
            </a:xfrm>
            <a:custGeom>
              <a:avLst/>
              <a:gdLst/>
              <a:ahLst/>
              <a:cxnLst/>
              <a:rect l="l" t="t" r="r" b="b"/>
              <a:pathLst>
                <a:path w="14030" h="4578" extrusionOk="0">
                  <a:moveTo>
                    <a:pt x="510" y="0"/>
                  </a:moveTo>
                  <a:cubicBezTo>
                    <a:pt x="231" y="10"/>
                    <a:pt x="0" y="241"/>
                    <a:pt x="0" y="529"/>
                  </a:cubicBezTo>
                  <a:lnTo>
                    <a:pt x="0" y="4058"/>
                  </a:lnTo>
                  <a:cubicBezTo>
                    <a:pt x="0" y="4347"/>
                    <a:pt x="231" y="4578"/>
                    <a:pt x="529" y="4578"/>
                  </a:cubicBezTo>
                  <a:lnTo>
                    <a:pt x="13501" y="4578"/>
                  </a:lnTo>
                  <a:cubicBezTo>
                    <a:pt x="13789" y="4578"/>
                    <a:pt x="14030" y="4347"/>
                    <a:pt x="14030" y="4058"/>
                  </a:cubicBezTo>
                  <a:lnTo>
                    <a:pt x="14030" y="529"/>
                  </a:lnTo>
                  <a:cubicBezTo>
                    <a:pt x="14030" y="250"/>
                    <a:pt x="13818" y="29"/>
                    <a:pt x="13549"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8" name="Google Shape;12768;p65"/>
            <p:cNvSpPr/>
            <p:nvPr/>
          </p:nvSpPr>
          <p:spPr>
            <a:xfrm>
              <a:off x="866528" y="2139511"/>
              <a:ext cx="366639" cy="68885"/>
            </a:xfrm>
            <a:custGeom>
              <a:avLst/>
              <a:gdLst/>
              <a:ahLst/>
              <a:cxnLst/>
              <a:rect l="l" t="t" r="r" b="b"/>
              <a:pathLst>
                <a:path w="14030" h="2636" extrusionOk="0">
                  <a:moveTo>
                    <a:pt x="0" y="1"/>
                  </a:moveTo>
                  <a:lnTo>
                    <a:pt x="0" y="2116"/>
                  </a:lnTo>
                  <a:cubicBezTo>
                    <a:pt x="0" y="2405"/>
                    <a:pt x="231" y="2636"/>
                    <a:pt x="529" y="2636"/>
                  </a:cubicBezTo>
                  <a:lnTo>
                    <a:pt x="13501" y="2636"/>
                  </a:lnTo>
                  <a:cubicBezTo>
                    <a:pt x="13789" y="2636"/>
                    <a:pt x="14030" y="2405"/>
                    <a:pt x="14030" y="2116"/>
                  </a:cubicBezTo>
                  <a:lnTo>
                    <a:pt x="14030" y="1"/>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69" name="Google Shape;12769;p65"/>
            <p:cNvSpPr/>
            <p:nvPr/>
          </p:nvSpPr>
          <p:spPr>
            <a:xfrm>
              <a:off x="866528" y="2164389"/>
              <a:ext cx="366639" cy="44007"/>
            </a:xfrm>
            <a:custGeom>
              <a:avLst/>
              <a:gdLst/>
              <a:ahLst/>
              <a:cxnLst/>
              <a:rect l="l" t="t" r="r" b="b"/>
              <a:pathLst>
                <a:path w="14030" h="1684" extrusionOk="0">
                  <a:moveTo>
                    <a:pt x="0" y="1"/>
                  </a:moveTo>
                  <a:lnTo>
                    <a:pt x="0" y="1164"/>
                  </a:lnTo>
                  <a:cubicBezTo>
                    <a:pt x="0" y="1453"/>
                    <a:pt x="231" y="1684"/>
                    <a:pt x="529" y="1684"/>
                  </a:cubicBezTo>
                  <a:lnTo>
                    <a:pt x="13501" y="1684"/>
                  </a:lnTo>
                  <a:cubicBezTo>
                    <a:pt x="13789" y="1684"/>
                    <a:pt x="14030" y="1453"/>
                    <a:pt x="14030" y="1164"/>
                  </a:cubicBezTo>
                  <a:lnTo>
                    <a:pt x="14030" y="1"/>
                  </a:lnTo>
                  <a:cubicBezTo>
                    <a:pt x="14030" y="289"/>
                    <a:pt x="13789" y="530"/>
                    <a:pt x="13511" y="530"/>
                  </a:cubicBezTo>
                  <a:lnTo>
                    <a:pt x="529" y="530"/>
                  </a:lnTo>
                  <a:cubicBezTo>
                    <a:pt x="231" y="530"/>
                    <a:pt x="0" y="289"/>
                    <a:pt x="0"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0" name="Google Shape;12770;p65"/>
            <p:cNvSpPr/>
            <p:nvPr/>
          </p:nvSpPr>
          <p:spPr>
            <a:xfrm>
              <a:off x="897940" y="2088762"/>
              <a:ext cx="11943" cy="36455"/>
            </a:xfrm>
            <a:custGeom>
              <a:avLst/>
              <a:gdLst/>
              <a:ahLst/>
              <a:cxnLst/>
              <a:rect l="l" t="t" r="r" b="b"/>
              <a:pathLst>
                <a:path w="457" h="1395" extrusionOk="0">
                  <a:moveTo>
                    <a:pt x="10" y="0"/>
                  </a:moveTo>
                  <a:lnTo>
                    <a:pt x="10" y="1164"/>
                  </a:lnTo>
                  <a:cubicBezTo>
                    <a:pt x="0" y="1318"/>
                    <a:pt x="115" y="1395"/>
                    <a:pt x="230" y="1395"/>
                  </a:cubicBezTo>
                  <a:cubicBezTo>
                    <a:pt x="344" y="1395"/>
                    <a:pt x="457" y="1318"/>
                    <a:pt x="442" y="1164"/>
                  </a:cubicBezTo>
                  <a:lnTo>
                    <a:pt x="442"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1" name="Google Shape;12771;p65"/>
            <p:cNvSpPr/>
            <p:nvPr/>
          </p:nvSpPr>
          <p:spPr>
            <a:xfrm>
              <a:off x="927443" y="2088762"/>
              <a:ext cx="11838" cy="26916"/>
            </a:xfrm>
            <a:custGeom>
              <a:avLst/>
              <a:gdLst/>
              <a:ahLst/>
              <a:cxnLst/>
              <a:rect l="l" t="t" r="r" b="b"/>
              <a:pathLst>
                <a:path w="453" h="1030" extrusionOk="0">
                  <a:moveTo>
                    <a:pt x="15" y="0"/>
                  </a:moveTo>
                  <a:lnTo>
                    <a:pt x="15" y="798"/>
                  </a:lnTo>
                  <a:cubicBezTo>
                    <a:pt x="1" y="952"/>
                    <a:pt x="114" y="1029"/>
                    <a:pt x="227" y="1029"/>
                  </a:cubicBezTo>
                  <a:cubicBezTo>
                    <a:pt x="340" y="1029"/>
                    <a:pt x="453" y="952"/>
                    <a:pt x="438" y="798"/>
                  </a:cubicBezTo>
                  <a:lnTo>
                    <a:pt x="43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2" name="Google Shape;12772;p65"/>
            <p:cNvSpPr/>
            <p:nvPr/>
          </p:nvSpPr>
          <p:spPr>
            <a:xfrm>
              <a:off x="956346" y="2088762"/>
              <a:ext cx="11838" cy="36455"/>
            </a:xfrm>
            <a:custGeom>
              <a:avLst/>
              <a:gdLst/>
              <a:ahLst/>
              <a:cxnLst/>
              <a:rect l="l" t="t" r="r" b="b"/>
              <a:pathLst>
                <a:path w="453" h="1395" extrusionOk="0">
                  <a:moveTo>
                    <a:pt x="15" y="0"/>
                  </a:moveTo>
                  <a:lnTo>
                    <a:pt x="15" y="1164"/>
                  </a:lnTo>
                  <a:cubicBezTo>
                    <a:pt x="1" y="1318"/>
                    <a:pt x="114" y="1395"/>
                    <a:pt x="227" y="1395"/>
                  </a:cubicBezTo>
                  <a:cubicBezTo>
                    <a:pt x="340" y="1395"/>
                    <a:pt x="453" y="1318"/>
                    <a:pt x="438" y="1164"/>
                  </a:cubicBezTo>
                  <a:lnTo>
                    <a:pt x="43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3" name="Google Shape;12773;p65"/>
            <p:cNvSpPr/>
            <p:nvPr/>
          </p:nvSpPr>
          <p:spPr>
            <a:xfrm>
              <a:off x="985876" y="2088762"/>
              <a:ext cx="11838" cy="26916"/>
            </a:xfrm>
            <a:custGeom>
              <a:avLst/>
              <a:gdLst/>
              <a:ahLst/>
              <a:cxnLst/>
              <a:rect l="l" t="t" r="r" b="b"/>
              <a:pathLst>
                <a:path w="453" h="1030" extrusionOk="0">
                  <a:moveTo>
                    <a:pt x="10" y="0"/>
                  </a:moveTo>
                  <a:lnTo>
                    <a:pt x="10" y="798"/>
                  </a:lnTo>
                  <a:cubicBezTo>
                    <a:pt x="1" y="952"/>
                    <a:pt x="114" y="1029"/>
                    <a:pt x="227" y="1029"/>
                  </a:cubicBezTo>
                  <a:cubicBezTo>
                    <a:pt x="340" y="1029"/>
                    <a:pt x="453" y="952"/>
                    <a:pt x="443" y="798"/>
                  </a:cubicBezTo>
                  <a:lnTo>
                    <a:pt x="443"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4" name="Google Shape;12774;p65"/>
            <p:cNvSpPr/>
            <p:nvPr/>
          </p:nvSpPr>
          <p:spPr>
            <a:xfrm>
              <a:off x="1014647" y="2088762"/>
              <a:ext cx="11969" cy="36455"/>
            </a:xfrm>
            <a:custGeom>
              <a:avLst/>
              <a:gdLst/>
              <a:ahLst/>
              <a:cxnLst/>
              <a:rect l="l" t="t" r="r" b="b"/>
              <a:pathLst>
                <a:path w="458" h="1395" extrusionOk="0">
                  <a:moveTo>
                    <a:pt x="15" y="0"/>
                  </a:moveTo>
                  <a:lnTo>
                    <a:pt x="15" y="1164"/>
                  </a:lnTo>
                  <a:cubicBezTo>
                    <a:pt x="1" y="1318"/>
                    <a:pt x="114" y="1395"/>
                    <a:pt x="228" y="1395"/>
                  </a:cubicBezTo>
                  <a:cubicBezTo>
                    <a:pt x="342" y="1395"/>
                    <a:pt x="457" y="1318"/>
                    <a:pt x="448" y="1164"/>
                  </a:cubicBezTo>
                  <a:lnTo>
                    <a:pt x="44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5" name="Google Shape;12775;p65"/>
            <p:cNvSpPr/>
            <p:nvPr/>
          </p:nvSpPr>
          <p:spPr>
            <a:xfrm>
              <a:off x="1044439" y="2088762"/>
              <a:ext cx="11315" cy="26159"/>
            </a:xfrm>
            <a:custGeom>
              <a:avLst/>
              <a:gdLst/>
              <a:ahLst/>
              <a:cxnLst/>
              <a:rect l="l" t="t" r="r" b="b"/>
              <a:pathLst>
                <a:path w="433" h="1001" extrusionOk="0">
                  <a:moveTo>
                    <a:pt x="0" y="0"/>
                  </a:moveTo>
                  <a:lnTo>
                    <a:pt x="0" y="798"/>
                  </a:lnTo>
                  <a:cubicBezTo>
                    <a:pt x="10" y="933"/>
                    <a:pt x="113" y="1000"/>
                    <a:pt x="217" y="1000"/>
                  </a:cubicBezTo>
                  <a:cubicBezTo>
                    <a:pt x="320" y="1000"/>
                    <a:pt x="423" y="933"/>
                    <a:pt x="433" y="798"/>
                  </a:cubicBezTo>
                  <a:lnTo>
                    <a:pt x="433"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6" name="Google Shape;12776;p65"/>
            <p:cNvSpPr/>
            <p:nvPr/>
          </p:nvSpPr>
          <p:spPr>
            <a:xfrm>
              <a:off x="1073080" y="2088762"/>
              <a:ext cx="11838" cy="36455"/>
            </a:xfrm>
            <a:custGeom>
              <a:avLst/>
              <a:gdLst/>
              <a:ahLst/>
              <a:cxnLst/>
              <a:rect l="l" t="t" r="r" b="b"/>
              <a:pathLst>
                <a:path w="453" h="1395" extrusionOk="0">
                  <a:moveTo>
                    <a:pt x="10" y="0"/>
                  </a:moveTo>
                  <a:lnTo>
                    <a:pt x="10" y="1164"/>
                  </a:lnTo>
                  <a:cubicBezTo>
                    <a:pt x="0" y="1318"/>
                    <a:pt x="113" y="1395"/>
                    <a:pt x="226" y="1395"/>
                  </a:cubicBezTo>
                  <a:cubicBezTo>
                    <a:pt x="339" y="1395"/>
                    <a:pt x="452" y="1318"/>
                    <a:pt x="443" y="1164"/>
                  </a:cubicBezTo>
                  <a:lnTo>
                    <a:pt x="443"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7" name="Google Shape;12777;p65"/>
            <p:cNvSpPr/>
            <p:nvPr/>
          </p:nvSpPr>
          <p:spPr>
            <a:xfrm>
              <a:off x="1102479" y="2088762"/>
              <a:ext cx="11838" cy="26916"/>
            </a:xfrm>
            <a:custGeom>
              <a:avLst/>
              <a:gdLst/>
              <a:ahLst/>
              <a:cxnLst/>
              <a:rect l="l" t="t" r="r" b="b"/>
              <a:pathLst>
                <a:path w="453" h="1030" extrusionOk="0">
                  <a:moveTo>
                    <a:pt x="10" y="0"/>
                  </a:moveTo>
                  <a:lnTo>
                    <a:pt x="10" y="798"/>
                  </a:lnTo>
                  <a:cubicBezTo>
                    <a:pt x="0" y="952"/>
                    <a:pt x="113" y="1029"/>
                    <a:pt x="226" y="1029"/>
                  </a:cubicBezTo>
                  <a:cubicBezTo>
                    <a:pt x="339" y="1029"/>
                    <a:pt x="452" y="952"/>
                    <a:pt x="443" y="798"/>
                  </a:cubicBezTo>
                  <a:lnTo>
                    <a:pt x="443"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8" name="Google Shape;12778;p65"/>
            <p:cNvSpPr/>
            <p:nvPr/>
          </p:nvSpPr>
          <p:spPr>
            <a:xfrm>
              <a:off x="1131381" y="2088762"/>
              <a:ext cx="11838" cy="36455"/>
            </a:xfrm>
            <a:custGeom>
              <a:avLst/>
              <a:gdLst/>
              <a:ahLst/>
              <a:cxnLst/>
              <a:rect l="l" t="t" r="r" b="b"/>
              <a:pathLst>
                <a:path w="453" h="1395" extrusionOk="0">
                  <a:moveTo>
                    <a:pt x="10" y="0"/>
                  </a:moveTo>
                  <a:lnTo>
                    <a:pt x="10" y="1164"/>
                  </a:lnTo>
                  <a:cubicBezTo>
                    <a:pt x="0" y="1318"/>
                    <a:pt x="113" y="1395"/>
                    <a:pt x="226" y="1395"/>
                  </a:cubicBezTo>
                  <a:cubicBezTo>
                    <a:pt x="339" y="1395"/>
                    <a:pt x="452" y="1318"/>
                    <a:pt x="443" y="1164"/>
                  </a:cubicBezTo>
                  <a:lnTo>
                    <a:pt x="443"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9" name="Google Shape;12779;p65"/>
            <p:cNvSpPr/>
            <p:nvPr/>
          </p:nvSpPr>
          <p:spPr>
            <a:xfrm>
              <a:off x="1160911" y="2088762"/>
              <a:ext cx="11838" cy="26916"/>
            </a:xfrm>
            <a:custGeom>
              <a:avLst/>
              <a:gdLst/>
              <a:ahLst/>
              <a:cxnLst/>
              <a:rect l="l" t="t" r="r" b="b"/>
              <a:pathLst>
                <a:path w="453" h="1030" extrusionOk="0">
                  <a:moveTo>
                    <a:pt x="15" y="0"/>
                  </a:moveTo>
                  <a:lnTo>
                    <a:pt x="15" y="798"/>
                  </a:lnTo>
                  <a:cubicBezTo>
                    <a:pt x="0" y="952"/>
                    <a:pt x="113" y="1029"/>
                    <a:pt x="226" y="1029"/>
                  </a:cubicBezTo>
                  <a:cubicBezTo>
                    <a:pt x="339" y="1029"/>
                    <a:pt x="452" y="952"/>
                    <a:pt x="438" y="798"/>
                  </a:cubicBezTo>
                  <a:lnTo>
                    <a:pt x="43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0" name="Google Shape;12780;p65"/>
            <p:cNvSpPr/>
            <p:nvPr/>
          </p:nvSpPr>
          <p:spPr>
            <a:xfrm>
              <a:off x="1189814" y="2088762"/>
              <a:ext cx="11812" cy="36455"/>
            </a:xfrm>
            <a:custGeom>
              <a:avLst/>
              <a:gdLst/>
              <a:ahLst/>
              <a:cxnLst/>
              <a:rect l="l" t="t" r="r" b="b"/>
              <a:pathLst>
                <a:path w="452" h="1395" extrusionOk="0">
                  <a:moveTo>
                    <a:pt x="14" y="0"/>
                  </a:moveTo>
                  <a:lnTo>
                    <a:pt x="14" y="1164"/>
                  </a:lnTo>
                  <a:cubicBezTo>
                    <a:pt x="0" y="1318"/>
                    <a:pt x="113" y="1395"/>
                    <a:pt x="226" y="1395"/>
                  </a:cubicBezTo>
                  <a:cubicBezTo>
                    <a:pt x="339" y="1395"/>
                    <a:pt x="452" y="1318"/>
                    <a:pt x="438" y="1164"/>
                  </a:cubicBezTo>
                  <a:lnTo>
                    <a:pt x="438"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81" name="Google Shape;12781;p65"/>
          <p:cNvGrpSpPr/>
          <p:nvPr/>
        </p:nvGrpSpPr>
        <p:grpSpPr>
          <a:xfrm>
            <a:off x="2325594" y="1781439"/>
            <a:ext cx="98807" cy="366273"/>
            <a:chOff x="2329269" y="1965312"/>
            <a:chExt cx="98807" cy="366273"/>
          </a:xfrm>
        </p:grpSpPr>
        <p:sp>
          <p:nvSpPr>
            <p:cNvPr id="12782" name="Google Shape;12782;p65"/>
            <p:cNvSpPr/>
            <p:nvPr/>
          </p:nvSpPr>
          <p:spPr>
            <a:xfrm>
              <a:off x="2329269" y="1965312"/>
              <a:ext cx="98807" cy="312179"/>
            </a:xfrm>
            <a:custGeom>
              <a:avLst/>
              <a:gdLst/>
              <a:ahLst/>
              <a:cxnLst/>
              <a:rect l="l" t="t" r="r" b="b"/>
              <a:pathLst>
                <a:path w="3781" h="11946" extrusionOk="0">
                  <a:moveTo>
                    <a:pt x="1959" y="0"/>
                  </a:moveTo>
                  <a:cubicBezTo>
                    <a:pt x="1793" y="0"/>
                    <a:pt x="1629" y="68"/>
                    <a:pt x="1511" y="205"/>
                  </a:cubicBezTo>
                  <a:lnTo>
                    <a:pt x="895" y="897"/>
                  </a:lnTo>
                  <a:cubicBezTo>
                    <a:pt x="318" y="1551"/>
                    <a:pt x="1" y="2397"/>
                    <a:pt x="1" y="3272"/>
                  </a:cubicBezTo>
                  <a:lnTo>
                    <a:pt x="1" y="5676"/>
                  </a:lnTo>
                  <a:lnTo>
                    <a:pt x="261" y="5888"/>
                  </a:lnTo>
                  <a:cubicBezTo>
                    <a:pt x="530" y="6119"/>
                    <a:pt x="559" y="6523"/>
                    <a:pt x="309" y="6773"/>
                  </a:cubicBezTo>
                  <a:lnTo>
                    <a:pt x="1" y="7100"/>
                  </a:lnTo>
                  <a:lnTo>
                    <a:pt x="1" y="8590"/>
                  </a:lnTo>
                  <a:cubicBezTo>
                    <a:pt x="1" y="9071"/>
                    <a:pt x="145" y="9552"/>
                    <a:pt x="434" y="9946"/>
                  </a:cubicBezTo>
                  <a:lnTo>
                    <a:pt x="1857" y="11946"/>
                  </a:lnTo>
                  <a:lnTo>
                    <a:pt x="2328" y="11302"/>
                  </a:lnTo>
                  <a:lnTo>
                    <a:pt x="3328" y="9917"/>
                  </a:lnTo>
                  <a:cubicBezTo>
                    <a:pt x="3617" y="9523"/>
                    <a:pt x="3770" y="9042"/>
                    <a:pt x="3780" y="8542"/>
                  </a:cubicBezTo>
                  <a:lnTo>
                    <a:pt x="3780" y="5388"/>
                  </a:lnTo>
                  <a:lnTo>
                    <a:pt x="3280" y="4984"/>
                  </a:lnTo>
                  <a:cubicBezTo>
                    <a:pt x="3001" y="4753"/>
                    <a:pt x="2982" y="4349"/>
                    <a:pt x="3222" y="4099"/>
                  </a:cubicBezTo>
                  <a:lnTo>
                    <a:pt x="3770" y="3513"/>
                  </a:lnTo>
                  <a:lnTo>
                    <a:pt x="3770" y="3157"/>
                  </a:lnTo>
                  <a:cubicBezTo>
                    <a:pt x="3770" y="2330"/>
                    <a:pt x="3492" y="1532"/>
                    <a:pt x="2972" y="897"/>
                  </a:cubicBezTo>
                  <a:lnTo>
                    <a:pt x="2424" y="214"/>
                  </a:lnTo>
                  <a:cubicBezTo>
                    <a:pt x="2302" y="73"/>
                    <a:pt x="2130" y="0"/>
                    <a:pt x="1959"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3" name="Google Shape;12783;p65"/>
            <p:cNvSpPr/>
            <p:nvPr/>
          </p:nvSpPr>
          <p:spPr>
            <a:xfrm>
              <a:off x="2353415" y="1970904"/>
              <a:ext cx="74661" cy="289757"/>
            </a:xfrm>
            <a:custGeom>
              <a:avLst/>
              <a:gdLst/>
              <a:ahLst/>
              <a:cxnLst/>
              <a:rect l="l" t="t" r="r" b="b"/>
              <a:pathLst>
                <a:path w="2857" h="11088" extrusionOk="0">
                  <a:moveTo>
                    <a:pt x="1500" y="0"/>
                  </a:moveTo>
                  <a:lnTo>
                    <a:pt x="904" y="683"/>
                  </a:lnTo>
                  <a:cubicBezTo>
                    <a:pt x="327" y="1337"/>
                    <a:pt x="0" y="2183"/>
                    <a:pt x="10" y="3058"/>
                  </a:cubicBezTo>
                  <a:lnTo>
                    <a:pt x="10" y="5462"/>
                  </a:lnTo>
                  <a:lnTo>
                    <a:pt x="269" y="5674"/>
                  </a:lnTo>
                  <a:cubicBezTo>
                    <a:pt x="539" y="5905"/>
                    <a:pt x="558" y="6309"/>
                    <a:pt x="317" y="6559"/>
                  </a:cubicBezTo>
                  <a:lnTo>
                    <a:pt x="10" y="6886"/>
                  </a:lnTo>
                  <a:lnTo>
                    <a:pt x="10" y="8376"/>
                  </a:lnTo>
                  <a:cubicBezTo>
                    <a:pt x="0" y="8857"/>
                    <a:pt x="154" y="9338"/>
                    <a:pt x="442" y="9732"/>
                  </a:cubicBezTo>
                  <a:lnTo>
                    <a:pt x="1404" y="11088"/>
                  </a:lnTo>
                  <a:lnTo>
                    <a:pt x="2404" y="9703"/>
                  </a:lnTo>
                  <a:cubicBezTo>
                    <a:pt x="2693" y="9309"/>
                    <a:pt x="2846" y="8828"/>
                    <a:pt x="2856" y="8328"/>
                  </a:cubicBezTo>
                  <a:lnTo>
                    <a:pt x="2856" y="5174"/>
                  </a:lnTo>
                  <a:lnTo>
                    <a:pt x="2356" y="4770"/>
                  </a:lnTo>
                  <a:cubicBezTo>
                    <a:pt x="2077" y="4539"/>
                    <a:pt x="2058" y="4135"/>
                    <a:pt x="2298" y="3885"/>
                  </a:cubicBezTo>
                  <a:lnTo>
                    <a:pt x="2856" y="3299"/>
                  </a:lnTo>
                  <a:lnTo>
                    <a:pt x="2856" y="2943"/>
                  </a:lnTo>
                  <a:cubicBezTo>
                    <a:pt x="2856" y="2116"/>
                    <a:pt x="2577" y="1318"/>
                    <a:pt x="2058" y="683"/>
                  </a:cubicBezTo>
                  <a:lnTo>
                    <a:pt x="1500" y="0"/>
                  </a:ln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4" name="Google Shape;12784;p65"/>
            <p:cNvSpPr/>
            <p:nvPr/>
          </p:nvSpPr>
          <p:spPr>
            <a:xfrm>
              <a:off x="2337266" y="2001558"/>
              <a:ext cx="81246" cy="330027"/>
            </a:xfrm>
            <a:custGeom>
              <a:avLst/>
              <a:gdLst/>
              <a:ahLst/>
              <a:cxnLst/>
              <a:rect l="l" t="t" r="r" b="b"/>
              <a:pathLst>
                <a:path w="3109" h="12629" extrusionOk="0">
                  <a:moveTo>
                    <a:pt x="1583" y="1"/>
                  </a:moveTo>
                  <a:cubicBezTo>
                    <a:pt x="1471" y="1"/>
                    <a:pt x="1358" y="78"/>
                    <a:pt x="1368" y="231"/>
                  </a:cubicBezTo>
                  <a:lnTo>
                    <a:pt x="1368" y="1587"/>
                  </a:lnTo>
                  <a:lnTo>
                    <a:pt x="868" y="1145"/>
                  </a:lnTo>
                  <a:cubicBezTo>
                    <a:pt x="821" y="1098"/>
                    <a:pt x="770" y="1079"/>
                    <a:pt x="722" y="1079"/>
                  </a:cubicBezTo>
                  <a:cubicBezTo>
                    <a:pt x="550" y="1079"/>
                    <a:pt x="410" y="1320"/>
                    <a:pt x="589" y="1462"/>
                  </a:cubicBezTo>
                  <a:lnTo>
                    <a:pt x="1358" y="2145"/>
                  </a:lnTo>
                  <a:lnTo>
                    <a:pt x="1368" y="2155"/>
                  </a:lnTo>
                  <a:lnTo>
                    <a:pt x="1368" y="6174"/>
                  </a:lnTo>
                  <a:lnTo>
                    <a:pt x="935" y="5761"/>
                  </a:lnTo>
                  <a:cubicBezTo>
                    <a:pt x="888" y="5716"/>
                    <a:pt x="837" y="5697"/>
                    <a:pt x="788" y="5697"/>
                  </a:cubicBezTo>
                  <a:cubicBezTo>
                    <a:pt x="617" y="5697"/>
                    <a:pt x="475" y="5928"/>
                    <a:pt x="647" y="6078"/>
                  </a:cubicBezTo>
                  <a:lnTo>
                    <a:pt x="1368" y="6741"/>
                  </a:lnTo>
                  <a:lnTo>
                    <a:pt x="1368" y="11136"/>
                  </a:lnTo>
                  <a:lnTo>
                    <a:pt x="474" y="10280"/>
                  </a:lnTo>
                  <a:cubicBezTo>
                    <a:pt x="425" y="10225"/>
                    <a:pt x="370" y="10202"/>
                    <a:pt x="317" y="10202"/>
                  </a:cubicBezTo>
                  <a:cubicBezTo>
                    <a:pt x="147" y="10202"/>
                    <a:pt x="0" y="10432"/>
                    <a:pt x="176" y="10578"/>
                  </a:cubicBezTo>
                  <a:lnTo>
                    <a:pt x="1368" y="11732"/>
                  </a:lnTo>
                  <a:lnTo>
                    <a:pt x="1368" y="12434"/>
                  </a:lnTo>
                  <a:cubicBezTo>
                    <a:pt x="1378" y="12564"/>
                    <a:pt x="1479" y="12629"/>
                    <a:pt x="1580" y="12629"/>
                  </a:cubicBezTo>
                  <a:cubicBezTo>
                    <a:pt x="1681" y="12629"/>
                    <a:pt x="1782" y="12564"/>
                    <a:pt x="1791" y="12434"/>
                  </a:cubicBezTo>
                  <a:lnTo>
                    <a:pt x="1791" y="11723"/>
                  </a:lnTo>
                  <a:lnTo>
                    <a:pt x="3022" y="10482"/>
                  </a:lnTo>
                  <a:cubicBezTo>
                    <a:pt x="3109" y="10405"/>
                    <a:pt x="3109" y="10271"/>
                    <a:pt x="3022" y="10184"/>
                  </a:cubicBezTo>
                  <a:cubicBezTo>
                    <a:pt x="2979" y="10141"/>
                    <a:pt x="2924" y="10119"/>
                    <a:pt x="2869" y="10119"/>
                  </a:cubicBezTo>
                  <a:cubicBezTo>
                    <a:pt x="2815" y="10119"/>
                    <a:pt x="2762" y="10141"/>
                    <a:pt x="2724" y="10184"/>
                  </a:cubicBezTo>
                  <a:lnTo>
                    <a:pt x="1791" y="11126"/>
                  </a:lnTo>
                  <a:lnTo>
                    <a:pt x="1791" y="5011"/>
                  </a:lnTo>
                  <a:lnTo>
                    <a:pt x="2753" y="4309"/>
                  </a:lnTo>
                  <a:cubicBezTo>
                    <a:pt x="2920" y="4165"/>
                    <a:pt x="2790" y="3929"/>
                    <a:pt x="2615" y="3929"/>
                  </a:cubicBezTo>
                  <a:cubicBezTo>
                    <a:pt x="2579" y="3929"/>
                    <a:pt x="2541" y="3939"/>
                    <a:pt x="2503" y="3962"/>
                  </a:cubicBezTo>
                  <a:lnTo>
                    <a:pt x="1791" y="4491"/>
                  </a:lnTo>
                  <a:lnTo>
                    <a:pt x="1791" y="231"/>
                  </a:lnTo>
                  <a:cubicBezTo>
                    <a:pt x="1806" y="78"/>
                    <a:pt x="1695" y="1"/>
                    <a:pt x="1583"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85" name="Google Shape;12785;p65"/>
          <p:cNvGrpSpPr/>
          <p:nvPr/>
        </p:nvGrpSpPr>
        <p:grpSpPr>
          <a:xfrm>
            <a:off x="3204378" y="1781099"/>
            <a:ext cx="112344" cy="366926"/>
            <a:chOff x="3208053" y="1964972"/>
            <a:chExt cx="112344" cy="366926"/>
          </a:xfrm>
        </p:grpSpPr>
        <p:sp>
          <p:nvSpPr>
            <p:cNvPr id="12786" name="Google Shape;12786;p65"/>
            <p:cNvSpPr/>
            <p:nvPr/>
          </p:nvSpPr>
          <p:spPr>
            <a:xfrm>
              <a:off x="3226398" y="2093283"/>
              <a:ext cx="63607" cy="238616"/>
            </a:xfrm>
            <a:custGeom>
              <a:avLst/>
              <a:gdLst/>
              <a:ahLst/>
              <a:cxnLst/>
              <a:rect l="l" t="t" r="r" b="b"/>
              <a:pathLst>
                <a:path w="2434" h="9131" extrusionOk="0">
                  <a:moveTo>
                    <a:pt x="2010" y="0"/>
                  </a:moveTo>
                  <a:cubicBezTo>
                    <a:pt x="1808" y="106"/>
                    <a:pt x="1596" y="164"/>
                    <a:pt x="1375" y="174"/>
                  </a:cubicBezTo>
                  <a:lnTo>
                    <a:pt x="1096" y="174"/>
                  </a:lnTo>
                  <a:cubicBezTo>
                    <a:pt x="866" y="164"/>
                    <a:pt x="635" y="106"/>
                    <a:pt x="423" y="10"/>
                  </a:cubicBezTo>
                  <a:cubicBezTo>
                    <a:pt x="337" y="443"/>
                    <a:pt x="231" y="1097"/>
                    <a:pt x="144" y="1885"/>
                  </a:cubicBezTo>
                  <a:cubicBezTo>
                    <a:pt x="116" y="2260"/>
                    <a:pt x="87" y="2654"/>
                    <a:pt x="67" y="3078"/>
                  </a:cubicBezTo>
                  <a:cubicBezTo>
                    <a:pt x="0" y="4914"/>
                    <a:pt x="192" y="7145"/>
                    <a:pt x="1154" y="9088"/>
                  </a:cubicBezTo>
                  <a:cubicBezTo>
                    <a:pt x="1164" y="9116"/>
                    <a:pt x="1188" y="9131"/>
                    <a:pt x="1213" y="9131"/>
                  </a:cubicBezTo>
                  <a:cubicBezTo>
                    <a:pt x="1238" y="9131"/>
                    <a:pt x="1265" y="9116"/>
                    <a:pt x="1279" y="9088"/>
                  </a:cubicBezTo>
                  <a:cubicBezTo>
                    <a:pt x="2231" y="7145"/>
                    <a:pt x="2433" y="4914"/>
                    <a:pt x="2366" y="3078"/>
                  </a:cubicBezTo>
                  <a:cubicBezTo>
                    <a:pt x="2356" y="2654"/>
                    <a:pt x="2327" y="2260"/>
                    <a:pt x="2289" y="1885"/>
                  </a:cubicBezTo>
                  <a:cubicBezTo>
                    <a:pt x="2212" y="1097"/>
                    <a:pt x="2096" y="443"/>
                    <a:pt x="2010"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7" name="Google Shape;12787;p65"/>
            <p:cNvSpPr/>
            <p:nvPr/>
          </p:nvSpPr>
          <p:spPr>
            <a:xfrm>
              <a:off x="3226398" y="2093544"/>
              <a:ext cx="45497" cy="238355"/>
            </a:xfrm>
            <a:custGeom>
              <a:avLst/>
              <a:gdLst/>
              <a:ahLst/>
              <a:cxnLst/>
              <a:rect l="l" t="t" r="r" b="b"/>
              <a:pathLst>
                <a:path w="1741" h="9121" extrusionOk="0">
                  <a:moveTo>
                    <a:pt x="423" y="0"/>
                  </a:moveTo>
                  <a:cubicBezTo>
                    <a:pt x="337" y="433"/>
                    <a:pt x="231" y="1087"/>
                    <a:pt x="144" y="1875"/>
                  </a:cubicBezTo>
                  <a:cubicBezTo>
                    <a:pt x="116" y="2250"/>
                    <a:pt x="87" y="2644"/>
                    <a:pt x="67" y="3068"/>
                  </a:cubicBezTo>
                  <a:cubicBezTo>
                    <a:pt x="0" y="4904"/>
                    <a:pt x="192" y="7135"/>
                    <a:pt x="1154" y="9078"/>
                  </a:cubicBezTo>
                  <a:cubicBezTo>
                    <a:pt x="1164" y="9106"/>
                    <a:pt x="1188" y="9121"/>
                    <a:pt x="1213" y="9121"/>
                  </a:cubicBezTo>
                  <a:cubicBezTo>
                    <a:pt x="1238" y="9121"/>
                    <a:pt x="1265" y="9106"/>
                    <a:pt x="1279" y="9078"/>
                  </a:cubicBezTo>
                  <a:cubicBezTo>
                    <a:pt x="1452" y="8712"/>
                    <a:pt x="1616" y="8337"/>
                    <a:pt x="1741" y="7953"/>
                  </a:cubicBezTo>
                  <a:cubicBezTo>
                    <a:pt x="1183" y="6308"/>
                    <a:pt x="1068" y="4558"/>
                    <a:pt x="1135" y="3077"/>
                  </a:cubicBezTo>
                  <a:cubicBezTo>
                    <a:pt x="1144" y="2654"/>
                    <a:pt x="1173" y="2250"/>
                    <a:pt x="1212" y="1885"/>
                  </a:cubicBezTo>
                  <a:cubicBezTo>
                    <a:pt x="1279" y="1183"/>
                    <a:pt x="1375" y="587"/>
                    <a:pt x="1452" y="164"/>
                  </a:cubicBezTo>
                  <a:lnTo>
                    <a:pt x="1096" y="164"/>
                  </a:lnTo>
                  <a:cubicBezTo>
                    <a:pt x="866" y="154"/>
                    <a:pt x="635" y="96"/>
                    <a:pt x="423"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8" name="Google Shape;12788;p65"/>
            <p:cNvSpPr/>
            <p:nvPr/>
          </p:nvSpPr>
          <p:spPr>
            <a:xfrm>
              <a:off x="3208053" y="1964972"/>
              <a:ext cx="112344" cy="147936"/>
            </a:xfrm>
            <a:custGeom>
              <a:avLst/>
              <a:gdLst/>
              <a:ahLst/>
              <a:cxnLst/>
              <a:rect l="l" t="t" r="r" b="b"/>
              <a:pathLst>
                <a:path w="4299" h="5661" extrusionOk="0">
                  <a:moveTo>
                    <a:pt x="3866" y="1"/>
                  </a:moveTo>
                  <a:cubicBezTo>
                    <a:pt x="3264" y="1"/>
                    <a:pt x="2669" y="173"/>
                    <a:pt x="2145" y="487"/>
                  </a:cubicBezTo>
                  <a:cubicBezTo>
                    <a:pt x="721" y="1333"/>
                    <a:pt x="202" y="3035"/>
                    <a:pt x="202" y="3035"/>
                  </a:cubicBezTo>
                  <a:cubicBezTo>
                    <a:pt x="144" y="3199"/>
                    <a:pt x="116" y="3362"/>
                    <a:pt x="96" y="3535"/>
                  </a:cubicBezTo>
                  <a:cubicBezTo>
                    <a:pt x="0" y="4632"/>
                    <a:pt x="731" y="5612"/>
                    <a:pt x="1798" y="5660"/>
                  </a:cubicBezTo>
                  <a:lnTo>
                    <a:pt x="2068" y="5660"/>
                  </a:lnTo>
                  <a:cubicBezTo>
                    <a:pt x="2606" y="5622"/>
                    <a:pt x="3097" y="5334"/>
                    <a:pt x="3385" y="4882"/>
                  </a:cubicBezTo>
                  <a:cubicBezTo>
                    <a:pt x="3654" y="4449"/>
                    <a:pt x="3741" y="3930"/>
                    <a:pt x="3625" y="3439"/>
                  </a:cubicBezTo>
                  <a:cubicBezTo>
                    <a:pt x="3606" y="3353"/>
                    <a:pt x="3577" y="3266"/>
                    <a:pt x="3539" y="3189"/>
                  </a:cubicBezTo>
                  <a:cubicBezTo>
                    <a:pt x="3443" y="2987"/>
                    <a:pt x="3366" y="2776"/>
                    <a:pt x="3318" y="2555"/>
                  </a:cubicBezTo>
                  <a:cubicBezTo>
                    <a:pt x="3270" y="2247"/>
                    <a:pt x="3298" y="1920"/>
                    <a:pt x="3395" y="1622"/>
                  </a:cubicBezTo>
                  <a:cubicBezTo>
                    <a:pt x="3500" y="1314"/>
                    <a:pt x="3664" y="1026"/>
                    <a:pt x="3856" y="756"/>
                  </a:cubicBezTo>
                  <a:cubicBezTo>
                    <a:pt x="3895" y="699"/>
                    <a:pt x="4039" y="487"/>
                    <a:pt x="4183" y="314"/>
                  </a:cubicBezTo>
                  <a:cubicBezTo>
                    <a:pt x="4299" y="199"/>
                    <a:pt x="4212" y="6"/>
                    <a:pt x="4049" y="6"/>
                  </a:cubicBezTo>
                  <a:cubicBezTo>
                    <a:pt x="3988" y="3"/>
                    <a:pt x="3927" y="1"/>
                    <a:pt x="3866" y="1"/>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9" name="Google Shape;12789;p65"/>
            <p:cNvSpPr/>
            <p:nvPr/>
          </p:nvSpPr>
          <p:spPr>
            <a:xfrm>
              <a:off x="3229900" y="1964972"/>
              <a:ext cx="90497" cy="130088"/>
            </a:xfrm>
            <a:custGeom>
              <a:avLst/>
              <a:gdLst/>
              <a:ahLst/>
              <a:cxnLst/>
              <a:rect l="l" t="t" r="r" b="b"/>
              <a:pathLst>
                <a:path w="3463" h="4978" extrusionOk="0">
                  <a:moveTo>
                    <a:pt x="3028" y="1"/>
                  </a:moveTo>
                  <a:cubicBezTo>
                    <a:pt x="2419" y="1"/>
                    <a:pt x="1824" y="173"/>
                    <a:pt x="1309" y="487"/>
                  </a:cubicBezTo>
                  <a:cubicBezTo>
                    <a:pt x="809" y="1026"/>
                    <a:pt x="434" y="1660"/>
                    <a:pt x="193" y="2353"/>
                  </a:cubicBezTo>
                  <a:cubicBezTo>
                    <a:pt x="145" y="2516"/>
                    <a:pt x="107" y="2680"/>
                    <a:pt x="97" y="2853"/>
                  </a:cubicBezTo>
                  <a:cubicBezTo>
                    <a:pt x="1" y="3949"/>
                    <a:pt x="722" y="4930"/>
                    <a:pt x="1789" y="4978"/>
                  </a:cubicBezTo>
                  <a:lnTo>
                    <a:pt x="2068" y="4978"/>
                  </a:lnTo>
                  <a:cubicBezTo>
                    <a:pt x="2232" y="4968"/>
                    <a:pt x="2395" y="4939"/>
                    <a:pt x="2549" y="4882"/>
                  </a:cubicBezTo>
                  <a:cubicBezTo>
                    <a:pt x="2818" y="4449"/>
                    <a:pt x="2905" y="3930"/>
                    <a:pt x="2789" y="3439"/>
                  </a:cubicBezTo>
                  <a:cubicBezTo>
                    <a:pt x="2770" y="3353"/>
                    <a:pt x="2741" y="3266"/>
                    <a:pt x="2703" y="3189"/>
                  </a:cubicBezTo>
                  <a:cubicBezTo>
                    <a:pt x="2607" y="2987"/>
                    <a:pt x="2530" y="2776"/>
                    <a:pt x="2482" y="2555"/>
                  </a:cubicBezTo>
                  <a:cubicBezTo>
                    <a:pt x="2434" y="2247"/>
                    <a:pt x="2462" y="1920"/>
                    <a:pt x="2559" y="1622"/>
                  </a:cubicBezTo>
                  <a:cubicBezTo>
                    <a:pt x="2664" y="1314"/>
                    <a:pt x="2828" y="1026"/>
                    <a:pt x="3020" y="756"/>
                  </a:cubicBezTo>
                  <a:cubicBezTo>
                    <a:pt x="3059" y="699"/>
                    <a:pt x="3203" y="487"/>
                    <a:pt x="3347" y="314"/>
                  </a:cubicBezTo>
                  <a:cubicBezTo>
                    <a:pt x="3463" y="199"/>
                    <a:pt x="3376" y="6"/>
                    <a:pt x="3213" y="6"/>
                  </a:cubicBezTo>
                  <a:cubicBezTo>
                    <a:pt x="3151" y="3"/>
                    <a:pt x="3089" y="1"/>
                    <a:pt x="3028"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0" name="Google Shape;12790;p65"/>
            <p:cNvSpPr/>
            <p:nvPr/>
          </p:nvSpPr>
          <p:spPr>
            <a:xfrm>
              <a:off x="3227887" y="2142542"/>
              <a:ext cx="60340" cy="31176"/>
            </a:xfrm>
            <a:custGeom>
              <a:avLst/>
              <a:gdLst/>
              <a:ahLst/>
              <a:cxnLst/>
              <a:rect l="l" t="t" r="r" b="b"/>
              <a:pathLst>
                <a:path w="2309" h="1193" extrusionOk="0">
                  <a:moveTo>
                    <a:pt x="87" y="0"/>
                  </a:moveTo>
                  <a:cubicBezTo>
                    <a:pt x="49" y="375"/>
                    <a:pt x="20" y="769"/>
                    <a:pt x="1" y="1193"/>
                  </a:cubicBezTo>
                  <a:lnTo>
                    <a:pt x="2309" y="1193"/>
                  </a:lnTo>
                  <a:cubicBezTo>
                    <a:pt x="2289" y="779"/>
                    <a:pt x="2261" y="375"/>
                    <a:pt x="2222" y="0"/>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1" name="Google Shape;12791;p65"/>
            <p:cNvSpPr/>
            <p:nvPr/>
          </p:nvSpPr>
          <p:spPr>
            <a:xfrm>
              <a:off x="3227887" y="2142542"/>
              <a:ext cx="29948" cy="31176"/>
            </a:xfrm>
            <a:custGeom>
              <a:avLst/>
              <a:gdLst/>
              <a:ahLst/>
              <a:cxnLst/>
              <a:rect l="l" t="t" r="r" b="b"/>
              <a:pathLst>
                <a:path w="1146" h="1193" extrusionOk="0">
                  <a:moveTo>
                    <a:pt x="87" y="0"/>
                  </a:moveTo>
                  <a:cubicBezTo>
                    <a:pt x="49" y="375"/>
                    <a:pt x="20" y="769"/>
                    <a:pt x="1" y="1193"/>
                  </a:cubicBezTo>
                  <a:lnTo>
                    <a:pt x="1068" y="1193"/>
                  </a:lnTo>
                  <a:cubicBezTo>
                    <a:pt x="1078" y="769"/>
                    <a:pt x="1107" y="375"/>
                    <a:pt x="1145" y="0"/>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92" name="Google Shape;12792;p65"/>
          <p:cNvGrpSpPr/>
          <p:nvPr/>
        </p:nvGrpSpPr>
        <p:grpSpPr>
          <a:xfrm>
            <a:off x="3221704" y="3623467"/>
            <a:ext cx="72413" cy="366404"/>
            <a:chOff x="3225379" y="3807339"/>
            <a:chExt cx="72413" cy="366404"/>
          </a:xfrm>
        </p:grpSpPr>
        <p:sp>
          <p:nvSpPr>
            <p:cNvPr id="12793" name="Google Shape;12793;p65"/>
            <p:cNvSpPr/>
            <p:nvPr/>
          </p:nvSpPr>
          <p:spPr>
            <a:xfrm>
              <a:off x="3225379" y="3807339"/>
              <a:ext cx="72413" cy="366404"/>
            </a:xfrm>
            <a:custGeom>
              <a:avLst/>
              <a:gdLst/>
              <a:ahLst/>
              <a:cxnLst/>
              <a:rect l="l" t="t" r="r" b="b"/>
              <a:pathLst>
                <a:path w="2771" h="14021" extrusionOk="0">
                  <a:moveTo>
                    <a:pt x="1390" y="0"/>
                  </a:moveTo>
                  <a:cubicBezTo>
                    <a:pt x="1354" y="0"/>
                    <a:pt x="1318" y="20"/>
                    <a:pt x="1299" y="58"/>
                  </a:cubicBezTo>
                  <a:lnTo>
                    <a:pt x="789" y="1020"/>
                  </a:lnTo>
                  <a:lnTo>
                    <a:pt x="145" y="2231"/>
                  </a:lnTo>
                  <a:cubicBezTo>
                    <a:pt x="49" y="2395"/>
                    <a:pt x="10" y="2587"/>
                    <a:pt x="10" y="2779"/>
                  </a:cubicBezTo>
                  <a:lnTo>
                    <a:pt x="10" y="12645"/>
                  </a:lnTo>
                  <a:cubicBezTo>
                    <a:pt x="1" y="13403"/>
                    <a:pt x="616" y="14021"/>
                    <a:pt x="1379" y="14021"/>
                  </a:cubicBezTo>
                  <a:cubicBezTo>
                    <a:pt x="1391" y="14021"/>
                    <a:pt x="1403" y="14021"/>
                    <a:pt x="1414" y="14020"/>
                  </a:cubicBezTo>
                  <a:cubicBezTo>
                    <a:pt x="1597" y="14020"/>
                    <a:pt x="1780" y="13982"/>
                    <a:pt x="1953" y="13905"/>
                  </a:cubicBezTo>
                  <a:cubicBezTo>
                    <a:pt x="2443" y="13674"/>
                    <a:pt x="2760" y="13184"/>
                    <a:pt x="2770" y="12645"/>
                  </a:cubicBezTo>
                  <a:lnTo>
                    <a:pt x="2770" y="12617"/>
                  </a:lnTo>
                  <a:lnTo>
                    <a:pt x="2770" y="2779"/>
                  </a:lnTo>
                  <a:cubicBezTo>
                    <a:pt x="2770" y="2693"/>
                    <a:pt x="2760" y="2606"/>
                    <a:pt x="2741" y="2529"/>
                  </a:cubicBezTo>
                  <a:lnTo>
                    <a:pt x="2741" y="2510"/>
                  </a:lnTo>
                  <a:cubicBezTo>
                    <a:pt x="2722" y="2404"/>
                    <a:pt x="2684" y="2318"/>
                    <a:pt x="2635" y="2222"/>
                  </a:cubicBezTo>
                  <a:lnTo>
                    <a:pt x="1991" y="1020"/>
                  </a:lnTo>
                  <a:lnTo>
                    <a:pt x="1482" y="58"/>
                  </a:lnTo>
                  <a:cubicBezTo>
                    <a:pt x="1462" y="20"/>
                    <a:pt x="1426" y="0"/>
                    <a:pt x="1390"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4" name="Google Shape;12794;p65"/>
            <p:cNvSpPr/>
            <p:nvPr/>
          </p:nvSpPr>
          <p:spPr>
            <a:xfrm>
              <a:off x="3225640" y="4104623"/>
              <a:ext cx="72152" cy="33188"/>
            </a:xfrm>
            <a:custGeom>
              <a:avLst/>
              <a:gdLst/>
              <a:ahLst/>
              <a:cxnLst/>
              <a:rect l="l" t="t" r="r" b="b"/>
              <a:pathLst>
                <a:path w="2761" h="1270" extrusionOk="0">
                  <a:moveTo>
                    <a:pt x="0" y="0"/>
                  </a:moveTo>
                  <a:lnTo>
                    <a:pt x="0" y="1269"/>
                  </a:lnTo>
                  <a:lnTo>
                    <a:pt x="2760" y="1269"/>
                  </a:lnTo>
                  <a:lnTo>
                    <a:pt x="2760" y="1241"/>
                  </a:lnTo>
                  <a:lnTo>
                    <a:pt x="2760" y="0"/>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5" name="Google Shape;12795;p65"/>
            <p:cNvSpPr/>
            <p:nvPr/>
          </p:nvSpPr>
          <p:spPr>
            <a:xfrm>
              <a:off x="3245997" y="3807339"/>
              <a:ext cx="31437" cy="32509"/>
            </a:xfrm>
            <a:custGeom>
              <a:avLst/>
              <a:gdLst/>
              <a:ahLst/>
              <a:cxnLst/>
              <a:rect l="l" t="t" r="r" b="b"/>
              <a:pathLst>
                <a:path w="1203" h="1244" extrusionOk="0">
                  <a:moveTo>
                    <a:pt x="601" y="0"/>
                  </a:moveTo>
                  <a:cubicBezTo>
                    <a:pt x="565" y="0"/>
                    <a:pt x="529" y="20"/>
                    <a:pt x="510" y="58"/>
                  </a:cubicBezTo>
                  <a:lnTo>
                    <a:pt x="0" y="1020"/>
                  </a:lnTo>
                  <a:cubicBezTo>
                    <a:pt x="173" y="1169"/>
                    <a:pt x="387" y="1243"/>
                    <a:pt x="601" y="1243"/>
                  </a:cubicBezTo>
                  <a:cubicBezTo>
                    <a:pt x="815" y="1243"/>
                    <a:pt x="1029" y="1169"/>
                    <a:pt x="1202" y="1020"/>
                  </a:cubicBezTo>
                  <a:lnTo>
                    <a:pt x="693" y="58"/>
                  </a:lnTo>
                  <a:cubicBezTo>
                    <a:pt x="673" y="20"/>
                    <a:pt x="637" y="0"/>
                    <a:pt x="601" y="0"/>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6" name="Google Shape;12796;p65"/>
            <p:cNvSpPr/>
            <p:nvPr/>
          </p:nvSpPr>
          <p:spPr>
            <a:xfrm>
              <a:off x="3225379" y="4137785"/>
              <a:ext cx="72413" cy="35958"/>
            </a:xfrm>
            <a:custGeom>
              <a:avLst/>
              <a:gdLst/>
              <a:ahLst/>
              <a:cxnLst/>
              <a:rect l="l" t="t" r="r" b="b"/>
              <a:pathLst>
                <a:path w="2771" h="1376" extrusionOk="0">
                  <a:moveTo>
                    <a:pt x="10" y="0"/>
                  </a:moveTo>
                  <a:cubicBezTo>
                    <a:pt x="1" y="758"/>
                    <a:pt x="616" y="1376"/>
                    <a:pt x="1379" y="1376"/>
                  </a:cubicBezTo>
                  <a:cubicBezTo>
                    <a:pt x="1391" y="1376"/>
                    <a:pt x="1403" y="1376"/>
                    <a:pt x="1414" y="1375"/>
                  </a:cubicBezTo>
                  <a:cubicBezTo>
                    <a:pt x="1597" y="1375"/>
                    <a:pt x="1780" y="1337"/>
                    <a:pt x="1953" y="1260"/>
                  </a:cubicBezTo>
                  <a:cubicBezTo>
                    <a:pt x="2443" y="1029"/>
                    <a:pt x="2760" y="539"/>
                    <a:pt x="2770"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7" name="Google Shape;12797;p65"/>
            <p:cNvSpPr/>
            <p:nvPr/>
          </p:nvSpPr>
          <p:spPr>
            <a:xfrm>
              <a:off x="3255039" y="4104623"/>
              <a:ext cx="42753" cy="33188"/>
            </a:xfrm>
            <a:custGeom>
              <a:avLst/>
              <a:gdLst/>
              <a:ahLst/>
              <a:cxnLst/>
              <a:rect l="l" t="t" r="r" b="b"/>
              <a:pathLst>
                <a:path w="1636" h="1270" extrusionOk="0">
                  <a:moveTo>
                    <a:pt x="0" y="0"/>
                  </a:moveTo>
                  <a:lnTo>
                    <a:pt x="0" y="1269"/>
                  </a:lnTo>
                  <a:lnTo>
                    <a:pt x="1635" y="1269"/>
                  </a:lnTo>
                  <a:lnTo>
                    <a:pt x="1635" y="1241"/>
                  </a:lnTo>
                  <a:lnTo>
                    <a:pt x="1635" y="0"/>
                  </a:ln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8" name="Google Shape;12798;p65"/>
            <p:cNvSpPr/>
            <p:nvPr/>
          </p:nvSpPr>
          <p:spPr>
            <a:xfrm>
              <a:off x="3255039" y="4137785"/>
              <a:ext cx="42753" cy="32953"/>
            </a:xfrm>
            <a:custGeom>
              <a:avLst/>
              <a:gdLst/>
              <a:ahLst/>
              <a:cxnLst/>
              <a:rect l="l" t="t" r="r" b="b"/>
              <a:pathLst>
                <a:path w="1636" h="1261" extrusionOk="0">
                  <a:moveTo>
                    <a:pt x="0" y="0"/>
                  </a:moveTo>
                  <a:cubicBezTo>
                    <a:pt x="0" y="539"/>
                    <a:pt x="318" y="1039"/>
                    <a:pt x="818" y="1260"/>
                  </a:cubicBezTo>
                  <a:cubicBezTo>
                    <a:pt x="1308" y="1029"/>
                    <a:pt x="1625" y="539"/>
                    <a:pt x="1635" y="0"/>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9" name="Google Shape;12799;p65"/>
            <p:cNvSpPr/>
            <p:nvPr/>
          </p:nvSpPr>
          <p:spPr>
            <a:xfrm>
              <a:off x="3225379" y="3872932"/>
              <a:ext cx="72413" cy="231717"/>
            </a:xfrm>
            <a:custGeom>
              <a:avLst/>
              <a:gdLst/>
              <a:ahLst/>
              <a:cxnLst/>
              <a:rect l="l" t="t" r="r" b="b"/>
              <a:pathLst>
                <a:path w="2771" h="8867" extrusionOk="0">
                  <a:moveTo>
                    <a:pt x="39" y="0"/>
                  </a:moveTo>
                  <a:cubicBezTo>
                    <a:pt x="20" y="87"/>
                    <a:pt x="1" y="173"/>
                    <a:pt x="10" y="269"/>
                  </a:cubicBezTo>
                  <a:lnTo>
                    <a:pt x="10" y="8866"/>
                  </a:lnTo>
                  <a:lnTo>
                    <a:pt x="2770" y="8866"/>
                  </a:lnTo>
                  <a:lnTo>
                    <a:pt x="2770" y="269"/>
                  </a:lnTo>
                  <a:cubicBezTo>
                    <a:pt x="2770" y="183"/>
                    <a:pt x="2760" y="106"/>
                    <a:pt x="2741" y="19"/>
                  </a:cubicBezTo>
                  <a:lnTo>
                    <a:pt x="2741" y="0"/>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0" name="Google Shape;12800;p65"/>
            <p:cNvSpPr/>
            <p:nvPr/>
          </p:nvSpPr>
          <p:spPr>
            <a:xfrm>
              <a:off x="3255039" y="3872932"/>
              <a:ext cx="42753" cy="231717"/>
            </a:xfrm>
            <a:custGeom>
              <a:avLst/>
              <a:gdLst/>
              <a:ahLst/>
              <a:cxnLst/>
              <a:rect l="l" t="t" r="r" b="b"/>
              <a:pathLst>
                <a:path w="1636" h="8867" extrusionOk="0">
                  <a:moveTo>
                    <a:pt x="0" y="0"/>
                  </a:moveTo>
                  <a:lnTo>
                    <a:pt x="0" y="8866"/>
                  </a:lnTo>
                  <a:lnTo>
                    <a:pt x="1635" y="8866"/>
                  </a:lnTo>
                  <a:lnTo>
                    <a:pt x="1635" y="269"/>
                  </a:lnTo>
                  <a:cubicBezTo>
                    <a:pt x="1635" y="183"/>
                    <a:pt x="1625" y="106"/>
                    <a:pt x="1606" y="19"/>
                  </a:cubicBezTo>
                  <a:lnTo>
                    <a:pt x="1606" y="0"/>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01" name="Google Shape;12801;p65"/>
          <p:cNvGrpSpPr/>
          <p:nvPr/>
        </p:nvGrpSpPr>
        <p:grpSpPr>
          <a:xfrm>
            <a:off x="3520241" y="1827223"/>
            <a:ext cx="366665" cy="275201"/>
            <a:chOff x="3523916" y="2011096"/>
            <a:chExt cx="366665" cy="275201"/>
          </a:xfrm>
        </p:grpSpPr>
        <p:sp>
          <p:nvSpPr>
            <p:cNvPr id="12802" name="Google Shape;12802;p65"/>
            <p:cNvSpPr/>
            <p:nvPr/>
          </p:nvSpPr>
          <p:spPr>
            <a:xfrm>
              <a:off x="3524178" y="2038744"/>
              <a:ext cx="366404" cy="247553"/>
            </a:xfrm>
            <a:custGeom>
              <a:avLst/>
              <a:gdLst/>
              <a:ahLst/>
              <a:cxnLst/>
              <a:rect l="l" t="t" r="r" b="b"/>
              <a:pathLst>
                <a:path w="14021" h="9473" extrusionOk="0">
                  <a:moveTo>
                    <a:pt x="0" y="1"/>
                  </a:moveTo>
                  <a:lnTo>
                    <a:pt x="0" y="8376"/>
                  </a:lnTo>
                  <a:lnTo>
                    <a:pt x="0" y="8405"/>
                  </a:lnTo>
                  <a:cubicBezTo>
                    <a:pt x="10" y="8982"/>
                    <a:pt x="481" y="9453"/>
                    <a:pt x="1058" y="9473"/>
                  </a:cubicBezTo>
                  <a:lnTo>
                    <a:pt x="14020" y="9473"/>
                  </a:lnTo>
                  <a:lnTo>
                    <a:pt x="14020" y="1"/>
                  </a:ln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3" name="Google Shape;12803;p65"/>
            <p:cNvSpPr/>
            <p:nvPr/>
          </p:nvSpPr>
          <p:spPr>
            <a:xfrm>
              <a:off x="3624945" y="2161123"/>
              <a:ext cx="244783" cy="74425"/>
            </a:xfrm>
            <a:custGeom>
              <a:avLst/>
              <a:gdLst/>
              <a:ahLst/>
              <a:cxnLst/>
              <a:rect l="l" t="t" r="r" b="b"/>
              <a:pathLst>
                <a:path w="9367" h="2848" extrusionOk="0">
                  <a:moveTo>
                    <a:pt x="193" y="1"/>
                  </a:moveTo>
                  <a:cubicBezTo>
                    <a:pt x="87" y="1"/>
                    <a:pt x="0" y="87"/>
                    <a:pt x="0" y="193"/>
                  </a:cubicBezTo>
                  <a:lnTo>
                    <a:pt x="0" y="2664"/>
                  </a:lnTo>
                  <a:cubicBezTo>
                    <a:pt x="0" y="2770"/>
                    <a:pt x="87" y="2847"/>
                    <a:pt x="193" y="2847"/>
                  </a:cubicBezTo>
                  <a:lnTo>
                    <a:pt x="9183" y="2847"/>
                  </a:lnTo>
                  <a:cubicBezTo>
                    <a:pt x="9280" y="2847"/>
                    <a:pt x="9366" y="2770"/>
                    <a:pt x="9366" y="2664"/>
                  </a:cubicBezTo>
                  <a:lnTo>
                    <a:pt x="9366" y="193"/>
                  </a:lnTo>
                  <a:cubicBezTo>
                    <a:pt x="9366" y="87"/>
                    <a:pt x="9280" y="1"/>
                    <a:pt x="9183" y="1"/>
                  </a:cubicBez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4" name="Google Shape;12804;p65"/>
            <p:cNvSpPr/>
            <p:nvPr/>
          </p:nvSpPr>
          <p:spPr>
            <a:xfrm>
              <a:off x="3624945" y="2161123"/>
              <a:ext cx="244783" cy="47796"/>
            </a:xfrm>
            <a:custGeom>
              <a:avLst/>
              <a:gdLst/>
              <a:ahLst/>
              <a:cxnLst/>
              <a:rect l="l" t="t" r="r" b="b"/>
              <a:pathLst>
                <a:path w="9367" h="1829" extrusionOk="0">
                  <a:moveTo>
                    <a:pt x="193" y="1"/>
                  </a:moveTo>
                  <a:cubicBezTo>
                    <a:pt x="96" y="1"/>
                    <a:pt x="10" y="78"/>
                    <a:pt x="0" y="174"/>
                  </a:cubicBezTo>
                  <a:lnTo>
                    <a:pt x="0" y="1664"/>
                  </a:lnTo>
                  <a:cubicBezTo>
                    <a:pt x="9" y="1755"/>
                    <a:pt x="87" y="1829"/>
                    <a:pt x="176" y="1829"/>
                  </a:cubicBezTo>
                  <a:cubicBezTo>
                    <a:pt x="182" y="1829"/>
                    <a:pt x="187" y="1828"/>
                    <a:pt x="193" y="1828"/>
                  </a:cubicBezTo>
                  <a:lnTo>
                    <a:pt x="9183" y="1828"/>
                  </a:lnTo>
                  <a:cubicBezTo>
                    <a:pt x="9189" y="1828"/>
                    <a:pt x="9194" y="1829"/>
                    <a:pt x="9200" y="1829"/>
                  </a:cubicBezTo>
                  <a:cubicBezTo>
                    <a:pt x="9288" y="1829"/>
                    <a:pt x="9357" y="1755"/>
                    <a:pt x="9366" y="1664"/>
                  </a:cubicBezTo>
                  <a:lnTo>
                    <a:pt x="9366" y="174"/>
                  </a:lnTo>
                  <a:cubicBezTo>
                    <a:pt x="9357" y="78"/>
                    <a:pt x="9280" y="1"/>
                    <a:pt x="9183" y="1"/>
                  </a:cubicBezTo>
                  <a:close/>
                </a:path>
              </a:pathLst>
            </a:custGeom>
            <a:solidFill>
              <a:srgbClr val="C6D2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5" name="Google Shape;12805;p65"/>
            <p:cNvSpPr/>
            <p:nvPr/>
          </p:nvSpPr>
          <p:spPr>
            <a:xfrm>
              <a:off x="3652697" y="2161123"/>
              <a:ext cx="11969" cy="24146"/>
            </a:xfrm>
            <a:custGeom>
              <a:avLst/>
              <a:gdLst/>
              <a:ahLst/>
              <a:cxnLst/>
              <a:rect l="l" t="t" r="r" b="b"/>
              <a:pathLst>
                <a:path w="458" h="924" extrusionOk="0">
                  <a:moveTo>
                    <a:pt x="15" y="1"/>
                  </a:moveTo>
                  <a:cubicBezTo>
                    <a:pt x="15" y="10"/>
                    <a:pt x="15" y="20"/>
                    <a:pt x="15" y="30"/>
                  </a:cubicBezTo>
                  <a:lnTo>
                    <a:pt x="15" y="693"/>
                  </a:lnTo>
                  <a:cubicBezTo>
                    <a:pt x="1" y="847"/>
                    <a:pt x="114" y="924"/>
                    <a:pt x="228" y="924"/>
                  </a:cubicBezTo>
                  <a:cubicBezTo>
                    <a:pt x="342" y="924"/>
                    <a:pt x="458" y="847"/>
                    <a:pt x="448" y="693"/>
                  </a:cubicBezTo>
                  <a:lnTo>
                    <a:pt x="448" y="30"/>
                  </a:lnTo>
                  <a:cubicBezTo>
                    <a:pt x="438" y="20"/>
                    <a:pt x="438" y="10"/>
                    <a:pt x="438"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6" name="Google Shape;12806;p65"/>
            <p:cNvSpPr/>
            <p:nvPr/>
          </p:nvSpPr>
          <p:spPr>
            <a:xfrm>
              <a:off x="3670546" y="2161123"/>
              <a:ext cx="11838" cy="24146"/>
            </a:xfrm>
            <a:custGeom>
              <a:avLst/>
              <a:gdLst/>
              <a:ahLst/>
              <a:cxnLst/>
              <a:rect l="l" t="t" r="r" b="b"/>
              <a:pathLst>
                <a:path w="453" h="924" extrusionOk="0">
                  <a:moveTo>
                    <a:pt x="15" y="1"/>
                  </a:moveTo>
                  <a:cubicBezTo>
                    <a:pt x="5" y="10"/>
                    <a:pt x="5" y="20"/>
                    <a:pt x="15" y="30"/>
                  </a:cubicBezTo>
                  <a:lnTo>
                    <a:pt x="15" y="693"/>
                  </a:lnTo>
                  <a:cubicBezTo>
                    <a:pt x="0" y="847"/>
                    <a:pt x="113" y="924"/>
                    <a:pt x="226" y="924"/>
                  </a:cubicBezTo>
                  <a:cubicBezTo>
                    <a:pt x="339" y="924"/>
                    <a:pt x="452" y="847"/>
                    <a:pt x="438" y="693"/>
                  </a:cubicBezTo>
                  <a:lnTo>
                    <a:pt x="438" y="30"/>
                  </a:lnTo>
                  <a:cubicBezTo>
                    <a:pt x="438" y="20"/>
                    <a:pt x="438" y="10"/>
                    <a:pt x="438"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7" name="Google Shape;12807;p65"/>
            <p:cNvSpPr/>
            <p:nvPr/>
          </p:nvSpPr>
          <p:spPr>
            <a:xfrm>
              <a:off x="3688264" y="2161123"/>
              <a:ext cx="11838" cy="24146"/>
            </a:xfrm>
            <a:custGeom>
              <a:avLst/>
              <a:gdLst/>
              <a:ahLst/>
              <a:cxnLst/>
              <a:rect l="l" t="t" r="r" b="b"/>
              <a:pathLst>
                <a:path w="453" h="924" extrusionOk="0">
                  <a:moveTo>
                    <a:pt x="10" y="1"/>
                  </a:moveTo>
                  <a:cubicBezTo>
                    <a:pt x="10" y="10"/>
                    <a:pt x="10" y="20"/>
                    <a:pt x="10" y="30"/>
                  </a:cubicBezTo>
                  <a:lnTo>
                    <a:pt x="10" y="693"/>
                  </a:lnTo>
                  <a:cubicBezTo>
                    <a:pt x="0" y="847"/>
                    <a:pt x="113" y="924"/>
                    <a:pt x="226" y="924"/>
                  </a:cubicBezTo>
                  <a:cubicBezTo>
                    <a:pt x="339" y="924"/>
                    <a:pt x="452" y="847"/>
                    <a:pt x="443" y="693"/>
                  </a:cubicBezTo>
                  <a:lnTo>
                    <a:pt x="443" y="30"/>
                  </a:lnTo>
                  <a:cubicBezTo>
                    <a:pt x="443" y="20"/>
                    <a:pt x="443" y="10"/>
                    <a:pt x="44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8" name="Google Shape;12808;p65"/>
            <p:cNvSpPr/>
            <p:nvPr/>
          </p:nvSpPr>
          <p:spPr>
            <a:xfrm>
              <a:off x="3705981" y="2161123"/>
              <a:ext cx="11838" cy="40244"/>
            </a:xfrm>
            <a:custGeom>
              <a:avLst/>
              <a:gdLst/>
              <a:ahLst/>
              <a:cxnLst/>
              <a:rect l="l" t="t" r="r" b="b"/>
              <a:pathLst>
                <a:path w="453" h="1540" extrusionOk="0">
                  <a:moveTo>
                    <a:pt x="15" y="1"/>
                  </a:moveTo>
                  <a:cubicBezTo>
                    <a:pt x="15" y="10"/>
                    <a:pt x="15" y="20"/>
                    <a:pt x="15" y="30"/>
                  </a:cubicBezTo>
                  <a:lnTo>
                    <a:pt x="15" y="1309"/>
                  </a:lnTo>
                  <a:cubicBezTo>
                    <a:pt x="0" y="1462"/>
                    <a:pt x="113" y="1539"/>
                    <a:pt x="226" y="1539"/>
                  </a:cubicBezTo>
                  <a:cubicBezTo>
                    <a:pt x="339" y="1539"/>
                    <a:pt x="452" y="1462"/>
                    <a:pt x="438" y="1309"/>
                  </a:cubicBezTo>
                  <a:lnTo>
                    <a:pt x="438" y="30"/>
                  </a:lnTo>
                  <a:cubicBezTo>
                    <a:pt x="438" y="20"/>
                    <a:pt x="438" y="10"/>
                    <a:pt x="438"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09" name="Google Shape;12809;p65"/>
            <p:cNvSpPr/>
            <p:nvPr/>
          </p:nvSpPr>
          <p:spPr>
            <a:xfrm>
              <a:off x="3634875" y="2161123"/>
              <a:ext cx="11943" cy="40244"/>
            </a:xfrm>
            <a:custGeom>
              <a:avLst/>
              <a:gdLst/>
              <a:ahLst/>
              <a:cxnLst/>
              <a:rect l="l" t="t" r="r" b="b"/>
              <a:pathLst>
                <a:path w="457" h="1540" extrusionOk="0">
                  <a:moveTo>
                    <a:pt x="14" y="1"/>
                  </a:moveTo>
                  <a:cubicBezTo>
                    <a:pt x="14" y="10"/>
                    <a:pt x="14" y="20"/>
                    <a:pt x="14" y="30"/>
                  </a:cubicBezTo>
                  <a:lnTo>
                    <a:pt x="14" y="1309"/>
                  </a:lnTo>
                  <a:cubicBezTo>
                    <a:pt x="0" y="1462"/>
                    <a:pt x="113" y="1539"/>
                    <a:pt x="227" y="1539"/>
                  </a:cubicBezTo>
                  <a:cubicBezTo>
                    <a:pt x="341" y="1539"/>
                    <a:pt x="457" y="1462"/>
                    <a:pt x="447" y="1309"/>
                  </a:cubicBezTo>
                  <a:lnTo>
                    <a:pt x="447" y="30"/>
                  </a:lnTo>
                  <a:cubicBezTo>
                    <a:pt x="447" y="20"/>
                    <a:pt x="447" y="10"/>
                    <a:pt x="447"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0" name="Google Shape;12810;p65"/>
            <p:cNvSpPr/>
            <p:nvPr/>
          </p:nvSpPr>
          <p:spPr>
            <a:xfrm>
              <a:off x="3723934" y="2161123"/>
              <a:ext cx="11342" cy="23415"/>
            </a:xfrm>
            <a:custGeom>
              <a:avLst/>
              <a:gdLst/>
              <a:ahLst/>
              <a:cxnLst/>
              <a:rect l="l" t="t" r="r" b="b"/>
              <a:pathLst>
                <a:path w="434" h="896" extrusionOk="0">
                  <a:moveTo>
                    <a:pt x="1" y="1"/>
                  </a:moveTo>
                  <a:cubicBezTo>
                    <a:pt x="1" y="10"/>
                    <a:pt x="1" y="20"/>
                    <a:pt x="1" y="30"/>
                  </a:cubicBezTo>
                  <a:lnTo>
                    <a:pt x="1" y="693"/>
                  </a:lnTo>
                  <a:cubicBezTo>
                    <a:pt x="11" y="828"/>
                    <a:pt x="114" y="895"/>
                    <a:pt x="217" y="895"/>
                  </a:cubicBezTo>
                  <a:cubicBezTo>
                    <a:pt x="321" y="895"/>
                    <a:pt x="424" y="828"/>
                    <a:pt x="434" y="693"/>
                  </a:cubicBezTo>
                  <a:lnTo>
                    <a:pt x="434" y="30"/>
                  </a:lnTo>
                  <a:cubicBezTo>
                    <a:pt x="434" y="20"/>
                    <a:pt x="434" y="10"/>
                    <a:pt x="43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1" name="Google Shape;12811;p65"/>
            <p:cNvSpPr/>
            <p:nvPr/>
          </p:nvSpPr>
          <p:spPr>
            <a:xfrm>
              <a:off x="3741783" y="2161123"/>
              <a:ext cx="11342" cy="23415"/>
            </a:xfrm>
            <a:custGeom>
              <a:avLst/>
              <a:gdLst/>
              <a:ahLst/>
              <a:cxnLst/>
              <a:rect l="l" t="t" r="r" b="b"/>
              <a:pathLst>
                <a:path w="434" h="896" extrusionOk="0">
                  <a:moveTo>
                    <a:pt x="1" y="1"/>
                  </a:moveTo>
                  <a:cubicBezTo>
                    <a:pt x="1" y="10"/>
                    <a:pt x="1" y="20"/>
                    <a:pt x="1" y="30"/>
                  </a:cubicBezTo>
                  <a:lnTo>
                    <a:pt x="1" y="693"/>
                  </a:lnTo>
                  <a:cubicBezTo>
                    <a:pt x="10" y="828"/>
                    <a:pt x="114" y="895"/>
                    <a:pt x="217" y="895"/>
                  </a:cubicBezTo>
                  <a:cubicBezTo>
                    <a:pt x="320" y="895"/>
                    <a:pt x="424" y="828"/>
                    <a:pt x="433" y="693"/>
                  </a:cubicBezTo>
                  <a:lnTo>
                    <a:pt x="433" y="30"/>
                  </a:lnTo>
                  <a:cubicBezTo>
                    <a:pt x="433" y="20"/>
                    <a:pt x="424" y="10"/>
                    <a:pt x="42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2" name="Google Shape;12812;p65"/>
            <p:cNvSpPr/>
            <p:nvPr/>
          </p:nvSpPr>
          <p:spPr>
            <a:xfrm>
              <a:off x="3759631" y="2161123"/>
              <a:ext cx="11080" cy="23415"/>
            </a:xfrm>
            <a:custGeom>
              <a:avLst/>
              <a:gdLst/>
              <a:ahLst/>
              <a:cxnLst/>
              <a:rect l="l" t="t" r="r" b="b"/>
              <a:pathLst>
                <a:path w="424" h="896" extrusionOk="0">
                  <a:moveTo>
                    <a:pt x="0" y="1"/>
                  </a:moveTo>
                  <a:cubicBezTo>
                    <a:pt x="0" y="10"/>
                    <a:pt x="0" y="20"/>
                    <a:pt x="0" y="30"/>
                  </a:cubicBezTo>
                  <a:lnTo>
                    <a:pt x="0" y="693"/>
                  </a:lnTo>
                  <a:cubicBezTo>
                    <a:pt x="10" y="828"/>
                    <a:pt x="111" y="895"/>
                    <a:pt x="212" y="895"/>
                  </a:cubicBezTo>
                  <a:cubicBezTo>
                    <a:pt x="313" y="895"/>
                    <a:pt x="414" y="828"/>
                    <a:pt x="423" y="693"/>
                  </a:cubicBezTo>
                  <a:lnTo>
                    <a:pt x="423" y="30"/>
                  </a:lnTo>
                  <a:cubicBezTo>
                    <a:pt x="423" y="20"/>
                    <a:pt x="423" y="10"/>
                    <a:pt x="42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3" name="Google Shape;12813;p65"/>
            <p:cNvSpPr/>
            <p:nvPr/>
          </p:nvSpPr>
          <p:spPr>
            <a:xfrm>
              <a:off x="3777219" y="2161123"/>
              <a:ext cx="11342" cy="39303"/>
            </a:xfrm>
            <a:custGeom>
              <a:avLst/>
              <a:gdLst/>
              <a:ahLst/>
              <a:cxnLst/>
              <a:rect l="l" t="t" r="r" b="b"/>
              <a:pathLst>
                <a:path w="434" h="1504" extrusionOk="0">
                  <a:moveTo>
                    <a:pt x="0" y="1"/>
                  </a:moveTo>
                  <a:cubicBezTo>
                    <a:pt x="0" y="10"/>
                    <a:pt x="0" y="20"/>
                    <a:pt x="0" y="30"/>
                  </a:cubicBezTo>
                  <a:lnTo>
                    <a:pt x="0" y="1309"/>
                  </a:lnTo>
                  <a:cubicBezTo>
                    <a:pt x="10" y="1438"/>
                    <a:pt x="113" y="1503"/>
                    <a:pt x="217" y="1503"/>
                  </a:cubicBezTo>
                  <a:cubicBezTo>
                    <a:pt x="320" y="1503"/>
                    <a:pt x="424" y="1438"/>
                    <a:pt x="433" y="1309"/>
                  </a:cubicBezTo>
                  <a:lnTo>
                    <a:pt x="433" y="30"/>
                  </a:lnTo>
                  <a:cubicBezTo>
                    <a:pt x="433" y="20"/>
                    <a:pt x="433" y="10"/>
                    <a:pt x="43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4" name="Google Shape;12814;p65"/>
            <p:cNvSpPr/>
            <p:nvPr/>
          </p:nvSpPr>
          <p:spPr>
            <a:xfrm>
              <a:off x="3795067" y="2161123"/>
              <a:ext cx="11315" cy="23415"/>
            </a:xfrm>
            <a:custGeom>
              <a:avLst/>
              <a:gdLst/>
              <a:ahLst/>
              <a:cxnLst/>
              <a:rect l="l" t="t" r="r" b="b"/>
              <a:pathLst>
                <a:path w="433" h="896" extrusionOk="0">
                  <a:moveTo>
                    <a:pt x="0" y="1"/>
                  </a:moveTo>
                  <a:cubicBezTo>
                    <a:pt x="0" y="10"/>
                    <a:pt x="0" y="20"/>
                    <a:pt x="0" y="30"/>
                  </a:cubicBezTo>
                  <a:lnTo>
                    <a:pt x="0" y="693"/>
                  </a:lnTo>
                  <a:cubicBezTo>
                    <a:pt x="10" y="828"/>
                    <a:pt x="111" y="895"/>
                    <a:pt x="213" y="895"/>
                  </a:cubicBezTo>
                  <a:cubicBezTo>
                    <a:pt x="315" y="895"/>
                    <a:pt x="419" y="828"/>
                    <a:pt x="433" y="693"/>
                  </a:cubicBezTo>
                  <a:lnTo>
                    <a:pt x="433" y="30"/>
                  </a:lnTo>
                  <a:cubicBezTo>
                    <a:pt x="423" y="20"/>
                    <a:pt x="423" y="10"/>
                    <a:pt x="42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5" name="Google Shape;12815;p65"/>
            <p:cNvSpPr/>
            <p:nvPr/>
          </p:nvSpPr>
          <p:spPr>
            <a:xfrm>
              <a:off x="3812654" y="2161123"/>
              <a:ext cx="11342" cy="23415"/>
            </a:xfrm>
            <a:custGeom>
              <a:avLst/>
              <a:gdLst/>
              <a:ahLst/>
              <a:cxnLst/>
              <a:rect l="l" t="t" r="r" b="b"/>
              <a:pathLst>
                <a:path w="434" h="896" extrusionOk="0">
                  <a:moveTo>
                    <a:pt x="0" y="1"/>
                  </a:moveTo>
                  <a:cubicBezTo>
                    <a:pt x="0" y="10"/>
                    <a:pt x="0" y="20"/>
                    <a:pt x="0" y="30"/>
                  </a:cubicBezTo>
                  <a:lnTo>
                    <a:pt x="0" y="693"/>
                  </a:lnTo>
                  <a:cubicBezTo>
                    <a:pt x="15" y="828"/>
                    <a:pt x="118" y="895"/>
                    <a:pt x="220" y="895"/>
                  </a:cubicBezTo>
                  <a:cubicBezTo>
                    <a:pt x="322" y="895"/>
                    <a:pt x="423" y="828"/>
                    <a:pt x="433" y="693"/>
                  </a:cubicBezTo>
                  <a:lnTo>
                    <a:pt x="433" y="30"/>
                  </a:lnTo>
                  <a:cubicBezTo>
                    <a:pt x="433" y="20"/>
                    <a:pt x="433" y="10"/>
                    <a:pt x="43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6" name="Google Shape;12816;p65"/>
            <p:cNvSpPr/>
            <p:nvPr/>
          </p:nvSpPr>
          <p:spPr>
            <a:xfrm>
              <a:off x="3830503" y="2161123"/>
              <a:ext cx="11315" cy="23415"/>
            </a:xfrm>
            <a:custGeom>
              <a:avLst/>
              <a:gdLst/>
              <a:ahLst/>
              <a:cxnLst/>
              <a:rect l="l" t="t" r="r" b="b"/>
              <a:pathLst>
                <a:path w="433" h="896" extrusionOk="0">
                  <a:moveTo>
                    <a:pt x="0" y="1"/>
                  </a:moveTo>
                  <a:cubicBezTo>
                    <a:pt x="0" y="10"/>
                    <a:pt x="0" y="20"/>
                    <a:pt x="0" y="30"/>
                  </a:cubicBezTo>
                  <a:lnTo>
                    <a:pt x="0" y="693"/>
                  </a:lnTo>
                  <a:cubicBezTo>
                    <a:pt x="10" y="828"/>
                    <a:pt x="113" y="895"/>
                    <a:pt x="216" y="895"/>
                  </a:cubicBezTo>
                  <a:cubicBezTo>
                    <a:pt x="320" y="895"/>
                    <a:pt x="423" y="828"/>
                    <a:pt x="433" y="693"/>
                  </a:cubicBezTo>
                  <a:lnTo>
                    <a:pt x="433" y="30"/>
                  </a:lnTo>
                  <a:cubicBezTo>
                    <a:pt x="433" y="20"/>
                    <a:pt x="423" y="10"/>
                    <a:pt x="423"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7" name="Google Shape;12817;p65"/>
            <p:cNvSpPr/>
            <p:nvPr/>
          </p:nvSpPr>
          <p:spPr>
            <a:xfrm>
              <a:off x="3848325" y="2161123"/>
              <a:ext cx="11080" cy="39303"/>
            </a:xfrm>
            <a:custGeom>
              <a:avLst/>
              <a:gdLst/>
              <a:ahLst/>
              <a:cxnLst/>
              <a:rect l="l" t="t" r="r" b="b"/>
              <a:pathLst>
                <a:path w="424" h="1504" extrusionOk="0">
                  <a:moveTo>
                    <a:pt x="1" y="1"/>
                  </a:moveTo>
                  <a:cubicBezTo>
                    <a:pt x="1" y="10"/>
                    <a:pt x="1" y="20"/>
                    <a:pt x="1" y="30"/>
                  </a:cubicBezTo>
                  <a:lnTo>
                    <a:pt x="1" y="1309"/>
                  </a:lnTo>
                  <a:cubicBezTo>
                    <a:pt x="10" y="1438"/>
                    <a:pt x="111" y="1503"/>
                    <a:pt x="212" y="1503"/>
                  </a:cubicBezTo>
                  <a:cubicBezTo>
                    <a:pt x="313" y="1503"/>
                    <a:pt x="414" y="1438"/>
                    <a:pt x="424" y="1309"/>
                  </a:cubicBezTo>
                  <a:lnTo>
                    <a:pt x="424" y="30"/>
                  </a:lnTo>
                  <a:cubicBezTo>
                    <a:pt x="424" y="20"/>
                    <a:pt x="424" y="10"/>
                    <a:pt x="424"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8" name="Google Shape;12818;p65"/>
            <p:cNvSpPr/>
            <p:nvPr/>
          </p:nvSpPr>
          <p:spPr>
            <a:xfrm>
              <a:off x="3626173" y="2063857"/>
              <a:ext cx="212483" cy="74190"/>
            </a:xfrm>
            <a:custGeom>
              <a:avLst/>
              <a:gdLst/>
              <a:ahLst/>
              <a:cxnLst/>
              <a:rect l="l" t="t" r="r" b="b"/>
              <a:pathLst>
                <a:path w="8131" h="2839" extrusionOk="0">
                  <a:moveTo>
                    <a:pt x="273" y="0"/>
                  </a:moveTo>
                  <a:cubicBezTo>
                    <a:pt x="0" y="0"/>
                    <a:pt x="0" y="426"/>
                    <a:pt x="273" y="426"/>
                  </a:cubicBezTo>
                  <a:cubicBezTo>
                    <a:pt x="282" y="426"/>
                    <a:pt x="290" y="425"/>
                    <a:pt x="299" y="424"/>
                  </a:cubicBezTo>
                  <a:lnTo>
                    <a:pt x="3780" y="424"/>
                  </a:lnTo>
                  <a:cubicBezTo>
                    <a:pt x="3982" y="424"/>
                    <a:pt x="4155" y="598"/>
                    <a:pt x="4155" y="799"/>
                  </a:cubicBezTo>
                  <a:lnTo>
                    <a:pt x="4155" y="857"/>
                  </a:lnTo>
                  <a:cubicBezTo>
                    <a:pt x="4155" y="1069"/>
                    <a:pt x="3982" y="1232"/>
                    <a:pt x="3780" y="1232"/>
                  </a:cubicBezTo>
                  <a:lnTo>
                    <a:pt x="3521" y="1232"/>
                  </a:lnTo>
                  <a:cubicBezTo>
                    <a:pt x="3078" y="1232"/>
                    <a:pt x="2723" y="1588"/>
                    <a:pt x="2723" y="2030"/>
                  </a:cubicBezTo>
                  <a:cubicBezTo>
                    <a:pt x="2723" y="2473"/>
                    <a:pt x="3078" y="2838"/>
                    <a:pt x="3521" y="2838"/>
                  </a:cubicBezTo>
                  <a:lnTo>
                    <a:pt x="7829" y="2838"/>
                  </a:lnTo>
                  <a:cubicBezTo>
                    <a:pt x="7835" y="2838"/>
                    <a:pt x="7841" y="2839"/>
                    <a:pt x="7847" y="2839"/>
                  </a:cubicBezTo>
                  <a:cubicBezTo>
                    <a:pt x="8130" y="2839"/>
                    <a:pt x="8130" y="2405"/>
                    <a:pt x="7847" y="2405"/>
                  </a:cubicBezTo>
                  <a:cubicBezTo>
                    <a:pt x="7841" y="2405"/>
                    <a:pt x="7835" y="2405"/>
                    <a:pt x="7829" y="2405"/>
                  </a:cubicBezTo>
                  <a:lnTo>
                    <a:pt x="3521" y="2405"/>
                  </a:lnTo>
                  <a:cubicBezTo>
                    <a:pt x="3512" y="2406"/>
                    <a:pt x="3503" y="2406"/>
                    <a:pt x="3494" y="2406"/>
                  </a:cubicBezTo>
                  <a:cubicBezTo>
                    <a:pt x="3013" y="2406"/>
                    <a:pt x="3010" y="1664"/>
                    <a:pt x="3485" y="1664"/>
                  </a:cubicBezTo>
                  <a:cubicBezTo>
                    <a:pt x="3497" y="1664"/>
                    <a:pt x="3509" y="1664"/>
                    <a:pt x="3521" y="1665"/>
                  </a:cubicBezTo>
                  <a:lnTo>
                    <a:pt x="3780" y="1665"/>
                  </a:lnTo>
                  <a:cubicBezTo>
                    <a:pt x="4223" y="1655"/>
                    <a:pt x="4578" y="1300"/>
                    <a:pt x="4578" y="857"/>
                  </a:cubicBezTo>
                  <a:lnTo>
                    <a:pt x="4578" y="799"/>
                  </a:lnTo>
                  <a:cubicBezTo>
                    <a:pt x="4578" y="357"/>
                    <a:pt x="4223" y="1"/>
                    <a:pt x="3780" y="1"/>
                  </a:cubicBezTo>
                  <a:lnTo>
                    <a:pt x="299" y="1"/>
                  </a:lnTo>
                  <a:cubicBezTo>
                    <a:pt x="290" y="1"/>
                    <a:pt x="282" y="0"/>
                    <a:pt x="273" y="0"/>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19" name="Google Shape;12819;p65"/>
            <p:cNvSpPr/>
            <p:nvPr/>
          </p:nvSpPr>
          <p:spPr>
            <a:xfrm>
              <a:off x="3523916" y="2011096"/>
              <a:ext cx="79181" cy="243790"/>
            </a:xfrm>
            <a:custGeom>
              <a:avLst/>
              <a:gdLst/>
              <a:ahLst/>
              <a:cxnLst/>
              <a:rect l="l" t="t" r="r" b="b"/>
              <a:pathLst>
                <a:path w="3030" h="9329" extrusionOk="0">
                  <a:moveTo>
                    <a:pt x="1058" y="1"/>
                  </a:moveTo>
                  <a:cubicBezTo>
                    <a:pt x="472" y="1"/>
                    <a:pt x="1" y="472"/>
                    <a:pt x="1" y="1049"/>
                  </a:cubicBezTo>
                  <a:lnTo>
                    <a:pt x="1" y="1068"/>
                  </a:lnTo>
                  <a:lnTo>
                    <a:pt x="1" y="1097"/>
                  </a:lnTo>
                  <a:lnTo>
                    <a:pt x="1" y="9329"/>
                  </a:lnTo>
                  <a:lnTo>
                    <a:pt x="10" y="9329"/>
                  </a:lnTo>
                  <a:cubicBezTo>
                    <a:pt x="77" y="8800"/>
                    <a:pt x="529" y="8405"/>
                    <a:pt x="1058" y="8405"/>
                  </a:cubicBezTo>
                  <a:lnTo>
                    <a:pt x="2481" y="8405"/>
                  </a:lnTo>
                  <a:cubicBezTo>
                    <a:pt x="2780" y="8405"/>
                    <a:pt x="3030" y="8155"/>
                    <a:pt x="3030" y="7848"/>
                  </a:cubicBezTo>
                  <a:lnTo>
                    <a:pt x="3030" y="559"/>
                  </a:lnTo>
                  <a:cubicBezTo>
                    <a:pt x="3030" y="251"/>
                    <a:pt x="2780" y="1"/>
                    <a:pt x="2481"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0" name="Google Shape;12820;p65"/>
            <p:cNvSpPr/>
            <p:nvPr/>
          </p:nvSpPr>
          <p:spPr>
            <a:xfrm>
              <a:off x="3523916" y="2011096"/>
              <a:ext cx="27910" cy="243529"/>
            </a:xfrm>
            <a:custGeom>
              <a:avLst/>
              <a:gdLst/>
              <a:ahLst/>
              <a:cxnLst/>
              <a:rect l="l" t="t" r="r" b="b"/>
              <a:pathLst>
                <a:path w="1068" h="9319" extrusionOk="0">
                  <a:moveTo>
                    <a:pt x="1058" y="1"/>
                  </a:moveTo>
                  <a:cubicBezTo>
                    <a:pt x="472" y="1"/>
                    <a:pt x="1" y="472"/>
                    <a:pt x="1" y="1049"/>
                  </a:cubicBezTo>
                  <a:lnTo>
                    <a:pt x="1" y="1068"/>
                  </a:lnTo>
                  <a:lnTo>
                    <a:pt x="1" y="1097"/>
                  </a:lnTo>
                  <a:lnTo>
                    <a:pt x="1" y="9319"/>
                  </a:lnTo>
                  <a:lnTo>
                    <a:pt x="10" y="9319"/>
                  </a:lnTo>
                  <a:cubicBezTo>
                    <a:pt x="77" y="8790"/>
                    <a:pt x="529" y="8396"/>
                    <a:pt x="1058" y="8396"/>
                  </a:cubicBezTo>
                  <a:lnTo>
                    <a:pt x="1068" y="8396"/>
                  </a:lnTo>
                  <a:lnTo>
                    <a:pt x="1068" y="1"/>
                  </a:ln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1" name="Google Shape;12821;p65"/>
            <p:cNvSpPr/>
            <p:nvPr/>
          </p:nvSpPr>
          <p:spPr>
            <a:xfrm>
              <a:off x="3523916" y="2056331"/>
              <a:ext cx="26" cy="1542"/>
            </a:xfrm>
            <a:custGeom>
              <a:avLst/>
              <a:gdLst/>
              <a:ahLst/>
              <a:cxnLst/>
              <a:rect l="l" t="t" r="r" b="b"/>
              <a:pathLst>
                <a:path w="1" h="59" extrusionOk="0">
                  <a:moveTo>
                    <a:pt x="1" y="1"/>
                  </a:moveTo>
                  <a:lnTo>
                    <a:pt x="1" y="59"/>
                  </a:lnTo>
                  <a:lnTo>
                    <a:pt x="1" y="59"/>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22" name="Google Shape;12822;p65"/>
          <p:cNvGrpSpPr/>
          <p:nvPr/>
        </p:nvGrpSpPr>
        <p:grpSpPr>
          <a:xfrm>
            <a:off x="1739102" y="1316124"/>
            <a:ext cx="393791" cy="366744"/>
            <a:chOff x="1742777" y="1499997"/>
            <a:chExt cx="393791" cy="366744"/>
          </a:xfrm>
        </p:grpSpPr>
        <p:sp>
          <p:nvSpPr>
            <p:cNvPr id="12823" name="Google Shape;12823;p65"/>
            <p:cNvSpPr/>
            <p:nvPr/>
          </p:nvSpPr>
          <p:spPr>
            <a:xfrm>
              <a:off x="1760861" y="1591957"/>
              <a:ext cx="152823" cy="270654"/>
            </a:xfrm>
            <a:custGeom>
              <a:avLst/>
              <a:gdLst/>
              <a:ahLst/>
              <a:cxnLst/>
              <a:rect l="l" t="t" r="r" b="b"/>
              <a:pathLst>
                <a:path w="5848" h="10357" extrusionOk="0">
                  <a:moveTo>
                    <a:pt x="4770" y="0"/>
                  </a:moveTo>
                  <a:cubicBezTo>
                    <a:pt x="4770" y="693"/>
                    <a:pt x="4212" y="1251"/>
                    <a:pt x="3520" y="1251"/>
                  </a:cubicBezTo>
                  <a:lnTo>
                    <a:pt x="3462" y="1251"/>
                  </a:lnTo>
                  <a:cubicBezTo>
                    <a:pt x="2799" y="1212"/>
                    <a:pt x="2270" y="674"/>
                    <a:pt x="2270" y="10"/>
                  </a:cubicBezTo>
                  <a:lnTo>
                    <a:pt x="0" y="10"/>
                  </a:lnTo>
                  <a:lnTo>
                    <a:pt x="0" y="9799"/>
                  </a:lnTo>
                  <a:cubicBezTo>
                    <a:pt x="0" y="10107"/>
                    <a:pt x="250" y="10357"/>
                    <a:pt x="558" y="10357"/>
                  </a:cubicBezTo>
                  <a:lnTo>
                    <a:pt x="5280" y="10357"/>
                  </a:lnTo>
                  <a:cubicBezTo>
                    <a:pt x="5587" y="10357"/>
                    <a:pt x="5837" y="10107"/>
                    <a:pt x="5837" y="9799"/>
                  </a:cubicBezTo>
                  <a:lnTo>
                    <a:pt x="5837" y="10"/>
                  </a:lnTo>
                  <a:lnTo>
                    <a:pt x="5847" y="0"/>
                  </a:ln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4" name="Google Shape;12824;p65"/>
            <p:cNvSpPr/>
            <p:nvPr/>
          </p:nvSpPr>
          <p:spPr>
            <a:xfrm>
              <a:off x="1760861" y="1592218"/>
              <a:ext cx="152562" cy="115349"/>
            </a:xfrm>
            <a:custGeom>
              <a:avLst/>
              <a:gdLst/>
              <a:ahLst/>
              <a:cxnLst/>
              <a:rect l="l" t="t" r="r" b="b"/>
              <a:pathLst>
                <a:path w="5838" h="4414" extrusionOk="0">
                  <a:moveTo>
                    <a:pt x="0" y="0"/>
                  </a:moveTo>
                  <a:lnTo>
                    <a:pt x="0" y="2577"/>
                  </a:lnTo>
                  <a:cubicBezTo>
                    <a:pt x="606" y="3693"/>
                    <a:pt x="1760" y="4395"/>
                    <a:pt x="3030" y="4414"/>
                  </a:cubicBezTo>
                  <a:lnTo>
                    <a:pt x="5510" y="4414"/>
                  </a:lnTo>
                  <a:cubicBezTo>
                    <a:pt x="5616" y="4414"/>
                    <a:pt x="5732" y="4404"/>
                    <a:pt x="5837" y="4395"/>
                  </a:cubicBezTo>
                  <a:lnTo>
                    <a:pt x="5837" y="0"/>
                  </a:lnTo>
                  <a:lnTo>
                    <a:pt x="4770" y="0"/>
                  </a:lnTo>
                  <a:cubicBezTo>
                    <a:pt x="4760" y="683"/>
                    <a:pt x="4203" y="1241"/>
                    <a:pt x="3520" y="1241"/>
                  </a:cubicBezTo>
                  <a:lnTo>
                    <a:pt x="3462" y="1241"/>
                  </a:lnTo>
                  <a:cubicBezTo>
                    <a:pt x="2799" y="1212"/>
                    <a:pt x="2270" y="664"/>
                    <a:pt x="2270"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5" name="Google Shape;12825;p65"/>
            <p:cNvSpPr/>
            <p:nvPr/>
          </p:nvSpPr>
          <p:spPr>
            <a:xfrm>
              <a:off x="1851070" y="1499997"/>
              <a:ext cx="155070" cy="183947"/>
            </a:xfrm>
            <a:custGeom>
              <a:avLst/>
              <a:gdLst/>
              <a:ahLst/>
              <a:cxnLst/>
              <a:rect l="l" t="t" r="r" b="b"/>
              <a:pathLst>
                <a:path w="5934" h="7039" extrusionOk="0">
                  <a:moveTo>
                    <a:pt x="10" y="0"/>
                  </a:moveTo>
                  <a:lnTo>
                    <a:pt x="10" y="2269"/>
                  </a:lnTo>
                  <a:lnTo>
                    <a:pt x="68" y="2269"/>
                  </a:lnTo>
                  <a:cubicBezTo>
                    <a:pt x="760" y="2269"/>
                    <a:pt x="1318" y="2827"/>
                    <a:pt x="1318" y="3519"/>
                  </a:cubicBezTo>
                  <a:cubicBezTo>
                    <a:pt x="1318" y="4212"/>
                    <a:pt x="760" y="4770"/>
                    <a:pt x="68" y="4770"/>
                  </a:cubicBezTo>
                  <a:lnTo>
                    <a:pt x="1" y="4770"/>
                  </a:lnTo>
                  <a:lnTo>
                    <a:pt x="1" y="7039"/>
                  </a:lnTo>
                  <a:lnTo>
                    <a:pt x="2482" y="7039"/>
                  </a:lnTo>
                  <a:cubicBezTo>
                    <a:pt x="4395" y="7000"/>
                    <a:pt x="5934" y="5433"/>
                    <a:pt x="5934" y="3519"/>
                  </a:cubicBezTo>
                  <a:cubicBezTo>
                    <a:pt x="5934" y="1606"/>
                    <a:pt x="4405" y="38"/>
                    <a:pt x="2482"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6" name="Google Shape;12826;p65"/>
            <p:cNvSpPr/>
            <p:nvPr/>
          </p:nvSpPr>
          <p:spPr>
            <a:xfrm>
              <a:off x="1742777" y="1500049"/>
              <a:ext cx="211098" cy="183894"/>
            </a:xfrm>
            <a:custGeom>
              <a:avLst/>
              <a:gdLst/>
              <a:ahLst/>
              <a:cxnLst/>
              <a:rect l="l" t="t" r="r" b="b"/>
              <a:pathLst>
                <a:path w="8078" h="7037" extrusionOk="0">
                  <a:moveTo>
                    <a:pt x="4212" y="2267"/>
                  </a:moveTo>
                  <a:cubicBezTo>
                    <a:pt x="4904" y="2267"/>
                    <a:pt x="5462" y="2825"/>
                    <a:pt x="5462" y="3517"/>
                  </a:cubicBezTo>
                  <a:lnTo>
                    <a:pt x="5462" y="3527"/>
                  </a:lnTo>
                  <a:cubicBezTo>
                    <a:pt x="5462" y="4210"/>
                    <a:pt x="4895" y="4768"/>
                    <a:pt x="4212" y="4768"/>
                  </a:cubicBezTo>
                  <a:lnTo>
                    <a:pt x="4154" y="4768"/>
                  </a:lnTo>
                  <a:cubicBezTo>
                    <a:pt x="3491" y="4739"/>
                    <a:pt x="2962" y="4191"/>
                    <a:pt x="2962" y="3527"/>
                  </a:cubicBezTo>
                  <a:lnTo>
                    <a:pt x="2962" y="3517"/>
                  </a:lnTo>
                  <a:cubicBezTo>
                    <a:pt x="2962" y="2854"/>
                    <a:pt x="3481" y="2296"/>
                    <a:pt x="4145" y="2267"/>
                  </a:cubicBezTo>
                  <a:close/>
                  <a:moveTo>
                    <a:pt x="4221" y="0"/>
                  </a:moveTo>
                  <a:cubicBezTo>
                    <a:pt x="2879" y="0"/>
                    <a:pt x="1557" y="761"/>
                    <a:pt x="971" y="2142"/>
                  </a:cubicBezTo>
                  <a:cubicBezTo>
                    <a:pt x="0" y="4441"/>
                    <a:pt x="1654" y="6989"/>
                    <a:pt x="4145" y="7037"/>
                  </a:cubicBezTo>
                  <a:lnTo>
                    <a:pt x="4212" y="7037"/>
                  </a:lnTo>
                  <a:cubicBezTo>
                    <a:pt x="5068" y="7037"/>
                    <a:pt x="5895" y="6729"/>
                    <a:pt x="6529" y="6162"/>
                  </a:cubicBezTo>
                  <a:cubicBezTo>
                    <a:pt x="6568" y="6133"/>
                    <a:pt x="6597" y="6104"/>
                    <a:pt x="6635" y="6075"/>
                  </a:cubicBezTo>
                  <a:lnTo>
                    <a:pt x="6702" y="6008"/>
                  </a:lnTo>
                  <a:cubicBezTo>
                    <a:pt x="8078" y="4633"/>
                    <a:pt x="8068" y="2402"/>
                    <a:pt x="6693" y="1027"/>
                  </a:cubicBezTo>
                  <a:cubicBezTo>
                    <a:pt x="5995" y="329"/>
                    <a:pt x="5103" y="0"/>
                    <a:pt x="4221"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7" name="Google Shape;12827;p65"/>
            <p:cNvSpPr/>
            <p:nvPr/>
          </p:nvSpPr>
          <p:spPr>
            <a:xfrm>
              <a:off x="1760861" y="1755546"/>
              <a:ext cx="25662" cy="11080"/>
            </a:xfrm>
            <a:custGeom>
              <a:avLst/>
              <a:gdLst/>
              <a:ahLst/>
              <a:cxnLst/>
              <a:rect l="l" t="t" r="r" b="b"/>
              <a:pathLst>
                <a:path w="982" h="424" extrusionOk="0">
                  <a:moveTo>
                    <a:pt x="58" y="0"/>
                  </a:moveTo>
                  <a:cubicBezTo>
                    <a:pt x="39" y="0"/>
                    <a:pt x="20" y="0"/>
                    <a:pt x="0" y="10"/>
                  </a:cubicBezTo>
                  <a:lnTo>
                    <a:pt x="0" y="414"/>
                  </a:lnTo>
                  <a:cubicBezTo>
                    <a:pt x="20" y="424"/>
                    <a:pt x="39" y="424"/>
                    <a:pt x="58" y="424"/>
                  </a:cubicBezTo>
                  <a:lnTo>
                    <a:pt x="770" y="424"/>
                  </a:lnTo>
                  <a:cubicBezTo>
                    <a:pt x="885" y="424"/>
                    <a:pt x="981" y="327"/>
                    <a:pt x="981" y="212"/>
                  </a:cubicBezTo>
                  <a:cubicBezTo>
                    <a:pt x="981" y="97"/>
                    <a:pt x="885" y="0"/>
                    <a:pt x="770"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8" name="Google Shape;12828;p65"/>
            <p:cNvSpPr/>
            <p:nvPr/>
          </p:nvSpPr>
          <p:spPr>
            <a:xfrm>
              <a:off x="1791018" y="1755546"/>
              <a:ext cx="90732" cy="11080"/>
            </a:xfrm>
            <a:custGeom>
              <a:avLst/>
              <a:gdLst/>
              <a:ahLst/>
              <a:cxnLst/>
              <a:rect l="l" t="t" r="r" b="b"/>
              <a:pathLst>
                <a:path w="3472" h="424" extrusionOk="0">
                  <a:moveTo>
                    <a:pt x="279" y="0"/>
                  </a:moveTo>
                  <a:cubicBezTo>
                    <a:pt x="0" y="0"/>
                    <a:pt x="0" y="424"/>
                    <a:pt x="279" y="424"/>
                  </a:cubicBezTo>
                  <a:lnTo>
                    <a:pt x="1404" y="424"/>
                  </a:lnTo>
                  <a:cubicBezTo>
                    <a:pt x="1683" y="424"/>
                    <a:pt x="1683" y="0"/>
                    <a:pt x="1404" y="0"/>
                  </a:cubicBezTo>
                  <a:close/>
                  <a:moveTo>
                    <a:pt x="2068" y="0"/>
                  </a:moveTo>
                  <a:cubicBezTo>
                    <a:pt x="1789" y="0"/>
                    <a:pt x="1789" y="424"/>
                    <a:pt x="2068" y="424"/>
                  </a:cubicBezTo>
                  <a:lnTo>
                    <a:pt x="3183" y="424"/>
                  </a:lnTo>
                  <a:cubicBezTo>
                    <a:pt x="3472" y="424"/>
                    <a:pt x="3472" y="0"/>
                    <a:pt x="3183"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9" name="Google Shape;12829;p65"/>
            <p:cNvSpPr/>
            <p:nvPr/>
          </p:nvSpPr>
          <p:spPr>
            <a:xfrm>
              <a:off x="1884233" y="1755546"/>
              <a:ext cx="29190" cy="11080"/>
            </a:xfrm>
            <a:custGeom>
              <a:avLst/>
              <a:gdLst/>
              <a:ahLst/>
              <a:cxnLst/>
              <a:rect l="l" t="t" r="r" b="b"/>
              <a:pathLst>
                <a:path w="1117" h="424" extrusionOk="0">
                  <a:moveTo>
                    <a:pt x="289" y="0"/>
                  </a:moveTo>
                  <a:cubicBezTo>
                    <a:pt x="1" y="0"/>
                    <a:pt x="1" y="424"/>
                    <a:pt x="289" y="424"/>
                  </a:cubicBezTo>
                  <a:lnTo>
                    <a:pt x="991" y="424"/>
                  </a:lnTo>
                  <a:cubicBezTo>
                    <a:pt x="1039" y="424"/>
                    <a:pt x="1078" y="414"/>
                    <a:pt x="1116" y="385"/>
                  </a:cubicBezTo>
                  <a:lnTo>
                    <a:pt x="1116" y="39"/>
                  </a:lnTo>
                  <a:cubicBezTo>
                    <a:pt x="1078" y="10"/>
                    <a:pt x="1039" y="0"/>
                    <a:pt x="991"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0" name="Google Shape;12830;p65"/>
            <p:cNvSpPr/>
            <p:nvPr/>
          </p:nvSpPr>
          <p:spPr>
            <a:xfrm>
              <a:off x="1851828" y="1733177"/>
              <a:ext cx="177440" cy="71211"/>
            </a:xfrm>
            <a:custGeom>
              <a:avLst/>
              <a:gdLst/>
              <a:ahLst/>
              <a:cxnLst/>
              <a:rect l="l" t="t" r="r" b="b"/>
              <a:pathLst>
                <a:path w="6790" h="2725" extrusionOk="0">
                  <a:moveTo>
                    <a:pt x="6453" y="1"/>
                  </a:moveTo>
                  <a:lnTo>
                    <a:pt x="5809" y="174"/>
                  </a:lnTo>
                  <a:lnTo>
                    <a:pt x="337" y="1645"/>
                  </a:lnTo>
                  <a:lnTo>
                    <a:pt x="212" y="1683"/>
                  </a:lnTo>
                  <a:cubicBezTo>
                    <a:pt x="68" y="1722"/>
                    <a:pt x="0" y="1885"/>
                    <a:pt x="68" y="2020"/>
                  </a:cubicBezTo>
                  <a:cubicBezTo>
                    <a:pt x="77" y="2039"/>
                    <a:pt x="87" y="2059"/>
                    <a:pt x="97" y="2078"/>
                  </a:cubicBezTo>
                  <a:cubicBezTo>
                    <a:pt x="345" y="2489"/>
                    <a:pt x="781" y="2725"/>
                    <a:pt x="1243" y="2725"/>
                  </a:cubicBezTo>
                  <a:cubicBezTo>
                    <a:pt x="1354" y="2725"/>
                    <a:pt x="1466" y="2711"/>
                    <a:pt x="1577" y="2684"/>
                  </a:cubicBezTo>
                  <a:lnTo>
                    <a:pt x="6789" y="1270"/>
                  </a:lnTo>
                  <a:lnTo>
                    <a:pt x="6453"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1" name="Google Shape;12831;p65"/>
            <p:cNvSpPr/>
            <p:nvPr/>
          </p:nvSpPr>
          <p:spPr>
            <a:xfrm>
              <a:off x="1851828" y="1737698"/>
              <a:ext cx="155332" cy="50619"/>
            </a:xfrm>
            <a:custGeom>
              <a:avLst/>
              <a:gdLst/>
              <a:ahLst/>
              <a:cxnLst/>
              <a:rect l="l" t="t" r="r" b="b"/>
              <a:pathLst>
                <a:path w="5944" h="1937" extrusionOk="0">
                  <a:moveTo>
                    <a:pt x="5809" y="1"/>
                  </a:moveTo>
                  <a:lnTo>
                    <a:pt x="337" y="1472"/>
                  </a:lnTo>
                  <a:lnTo>
                    <a:pt x="212" y="1510"/>
                  </a:lnTo>
                  <a:cubicBezTo>
                    <a:pt x="68" y="1549"/>
                    <a:pt x="0" y="1712"/>
                    <a:pt x="68" y="1847"/>
                  </a:cubicBezTo>
                  <a:cubicBezTo>
                    <a:pt x="77" y="1866"/>
                    <a:pt x="87" y="1886"/>
                    <a:pt x="97" y="1905"/>
                  </a:cubicBezTo>
                  <a:cubicBezTo>
                    <a:pt x="192" y="1926"/>
                    <a:pt x="287" y="1936"/>
                    <a:pt x="382" y="1936"/>
                  </a:cubicBezTo>
                  <a:cubicBezTo>
                    <a:pt x="497" y="1936"/>
                    <a:pt x="611" y="1922"/>
                    <a:pt x="722" y="1895"/>
                  </a:cubicBezTo>
                  <a:lnTo>
                    <a:pt x="5943" y="482"/>
                  </a:lnTo>
                  <a:lnTo>
                    <a:pt x="5809"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2" name="Google Shape;12832;p65"/>
            <p:cNvSpPr/>
            <p:nvPr/>
          </p:nvSpPr>
          <p:spPr>
            <a:xfrm>
              <a:off x="1851828" y="1716975"/>
              <a:ext cx="177440" cy="71263"/>
            </a:xfrm>
            <a:custGeom>
              <a:avLst/>
              <a:gdLst/>
              <a:ahLst/>
              <a:cxnLst/>
              <a:rect l="l" t="t" r="r" b="b"/>
              <a:pathLst>
                <a:path w="6790" h="2727" extrusionOk="0">
                  <a:moveTo>
                    <a:pt x="1243" y="1"/>
                  </a:moveTo>
                  <a:cubicBezTo>
                    <a:pt x="871" y="1"/>
                    <a:pt x="509" y="157"/>
                    <a:pt x="250" y="438"/>
                  </a:cubicBezTo>
                  <a:cubicBezTo>
                    <a:pt x="183" y="525"/>
                    <a:pt x="116" y="611"/>
                    <a:pt x="68" y="707"/>
                  </a:cubicBezTo>
                  <a:cubicBezTo>
                    <a:pt x="0" y="842"/>
                    <a:pt x="68" y="1005"/>
                    <a:pt x="212" y="1044"/>
                  </a:cubicBezTo>
                  <a:lnTo>
                    <a:pt x="337" y="1082"/>
                  </a:lnTo>
                  <a:lnTo>
                    <a:pt x="6453" y="2727"/>
                  </a:lnTo>
                  <a:lnTo>
                    <a:pt x="6587" y="2207"/>
                  </a:lnTo>
                  <a:lnTo>
                    <a:pt x="6789" y="1457"/>
                  </a:lnTo>
                  <a:lnTo>
                    <a:pt x="1577" y="44"/>
                  </a:lnTo>
                  <a:cubicBezTo>
                    <a:pt x="1467" y="15"/>
                    <a:pt x="1354" y="1"/>
                    <a:pt x="1243"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3" name="Google Shape;12833;p65"/>
            <p:cNvSpPr/>
            <p:nvPr/>
          </p:nvSpPr>
          <p:spPr>
            <a:xfrm>
              <a:off x="1858361" y="1716975"/>
              <a:ext cx="170907" cy="57701"/>
            </a:xfrm>
            <a:custGeom>
              <a:avLst/>
              <a:gdLst/>
              <a:ahLst/>
              <a:cxnLst/>
              <a:rect l="l" t="t" r="r" b="b"/>
              <a:pathLst>
                <a:path w="6540" h="2208" extrusionOk="0">
                  <a:moveTo>
                    <a:pt x="992" y="1"/>
                  </a:moveTo>
                  <a:cubicBezTo>
                    <a:pt x="617" y="1"/>
                    <a:pt x="252" y="157"/>
                    <a:pt x="0" y="438"/>
                  </a:cubicBezTo>
                  <a:cubicBezTo>
                    <a:pt x="29" y="486"/>
                    <a:pt x="77" y="525"/>
                    <a:pt x="135" y="534"/>
                  </a:cubicBezTo>
                  <a:lnTo>
                    <a:pt x="250" y="573"/>
                  </a:lnTo>
                  <a:lnTo>
                    <a:pt x="6337" y="2207"/>
                  </a:lnTo>
                  <a:lnTo>
                    <a:pt x="6539" y="1457"/>
                  </a:lnTo>
                  <a:lnTo>
                    <a:pt x="1327" y="44"/>
                  </a:lnTo>
                  <a:cubicBezTo>
                    <a:pt x="1217" y="15"/>
                    <a:pt x="1104" y="1"/>
                    <a:pt x="992"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4" name="Google Shape;12834;p65"/>
            <p:cNvSpPr/>
            <p:nvPr/>
          </p:nvSpPr>
          <p:spPr>
            <a:xfrm>
              <a:off x="1959965" y="1655041"/>
              <a:ext cx="169051" cy="122875"/>
            </a:xfrm>
            <a:custGeom>
              <a:avLst/>
              <a:gdLst/>
              <a:ahLst/>
              <a:cxnLst/>
              <a:rect l="l" t="t" r="r" b="b"/>
              <a:pathLst>
                <a:path w="6469" h="4702" extrusionOk="0">
                  <a:moveTo>
                    <a:pt x="4426" y="826"/>
                  </a:moveTo>
                  <a:cubicBezTo>
                    <a:pt x="4443" y="826"/>
                    <a:pt x="4461" y="826"/>
                    <a:pt x="4478" y="827"/>
                  </a:cubicBezTo>
                  <a:cubicBezTo>
                    <a:pt x="5402" y="875"/>
                    <a:pt x="5796" y="2010"/>
                    <a:pt x="5113" y="2625"/>
                  </a:cubicBezTo>
                  <a:cubicBezTo>
                    <a:pt x="4908" y="2807"/>
                    <a:pt x="4667" y="2889"/>
                    <a:pt x="4432" y="2889"/>
                  </a:cubicBezTo>
                  <a:cubicBezTo>
                    <a:pt x="3885" y="2889"/>
                    <a:pt x="3368" y="2447"/>
                    <a:pt x="3401" y="1808"/>
                  </a:cubicBezTo>
                  <a:cubicBezTo>
                    <a:pt x="3429" y="1258"/>
                    <a:pt x="3882" y="826"/>
                    <a:pt x="4426" y="826"/>
                  </a:cubicBezTo>
                  <a:close/>
                  <a:moveTo>
                    <a:pt x="4398" y="0"/>
                  </a:moveTo>
                  <a:cubicBezTo>
                    <a:pt x="4246" y="0"/>
                    <a:pt x="4093" y="19"/>
                    <a:pt x="3940" y="58"/>
                  </a:cubicBezTo>
                  <a:lnTo>
                    <a:pt x="3950" y="58"/>
                  </a:lnTo>
                  <a:cubicBezTo>
                    <a:pt x="2738" y="385"/>
                    <a:pt x="2190" y="1789"/>
                    <a:pt x="2853" y="2846"/>
                  </a:cubicBezTo>
                  <a:lnTo>
                    <a:pt x="776" y="3414"/>
                  </a:lnTo>
                  <a:cubicBezTo>
                    <a:pt x="0" y="3617"/>
                    <a:pt x="219" y="4701"/>
                    <a:pt x="914" y="4701"/>
                  </a:cubicBezTo>
                  <a:cubicBezTo>
                    <a:pt x="976" y="4701"/>
                    <a:pt x="1043" y="4693"/>
                    <a:pt x="1113" y="4673"/>
                  </a:cubicBezTo>
                  <a:lnTo>
                    <a:pt x="4950" y="3645"/>
                  </a:lnTo>
                  <a:cubicBezTo>
                    <a:pt x="5911" y="3346"/>
                    <a:pt x="6469" y="2337"/>
                    <a:pt x="6200" y="1366"/>
                  </a:cubicBezTo>
                  <a:cubicBezTo>
                    <a:pt x="5964" y="546"/>
                    <a:pt x="5215" y="0"/>
                    <a:pt x="4398"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5" name="Google Shape;12835;p65"/>
            <p:cNvSpPr/>
            <p:nvPr/>
          </p:nvSpPr>
          <p:spPr>
            <a:xfrm>
              <a:off x="1965400" y="1743630"/>
              <a:ext cx="171168" cy="123110"/>
            </a:xfrm>
            <a:custGeom>
              <a:avLst/>
              <a:gdLst/>
              <a:ahLst/>
              <a:cxnLst/>
              <a:rect l="l" t="t" r="r" b="b"/>
              <a:pathLst>
                <a:path w="6550" h="4711" extrusionOk="0">
                  <a:moveTo>
                    <a:pt x="4208" y="1813"/>
                  </a:moveTo>
                  <a:cubicBezTo>
                    <a:pt x="4298" y="1813"/>
                    <a:pt x="4390" y="1825"/>
                    <a:pt x="4482" y="1851"/>
                  </a:cubicBezTo>
                  <a:cubicBezTo>
                    <a:pt x="5367" y="2091"/>
                    <a:pt x="5521" y="3284"/>
                    <a:pt x="4722" y="3736"/>
                  </a:cubicBezTo>
                  <a:cubicBezTo>
                    <a:pt x="4555" y="3831"/>
                    <a:pt x="4380" y="3873"/>
                    <a:pt x="4212" y="3873"/>
                  </a:cubicBezTo>
                  <a:cubicBezTo>
                    <a:pt x="3580" y="3873"/>
                    <a:pt x="3032" y="3271"/>
                    <a:pt x="3222" y="2572"/>
                  </a:cubicBezTo>
                  <a:cubicBezTo>
                    <a:pt x="3350" y="2116"/>
                    <a:pt x="3758" y="1813"/>
                    <a:pt x="4208" y="1813"/>
                  </a:cubicBezTo>
                  <a:close/>
                  <a:moveTo>
                    <a:pt x="731" y="1"/>
                  </a:moveTo>
                  <a:cubicBezTo>
                    <a:pt x="439" y="1"/>
                    <a:pt x="177" y="196"/>
                    <a:pt x="97" y="485"/>
                  </a:cubicBezTo>
                  <a:cubicBezTo>
                    <a:pt x="1" y="832"/>
                    <a:pt x="212" y="1197"/>
                    <a:pt x="559" y="1293"/>
                  </a:cubicBezTo>
                  <a:lnTo>
                    <a:pt x="2645" y="1860"/>
                  </a:lnTo>
                  <a:cubicBezTo>
                    <a:pt x="1826" y="3161"/>
                    <a:pt x="2831" y="4710"/>
                    <a:pt x="4195" y="4710"/>
                  </a:cubicBezTo>
                  <a:cubicBezTo>
                    <a:pt x="4415" y="4710"/>
                    <a:pt x="4644" y="4670"/>
                    <a:pt x="4876" y="4582"/>
                  </a:cubicBezTo>
                  <a:cubicBezTo>
                    <a:pt x="6549" y="3947"/>
                    <a:pt x="6453" y="1553"/>
                    <a:pt x="4732" y="1062"/>
                  </a:cubicBezTo>
                  <a:lnTo>
                    <a:pt x="905" y="24"/>
                  </a:lnTo>
                  <a:cubicBezTo>
                    <a:pt x="847" y="8"/>
                    <a:pt x="788" y="1"/>
                    <a:pt x="731"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6" name="Google Shape;12836;p65"/>
            <p:cNvSpPr/>
            <p:nvPr/>
          </p:nvSpPr>
          <p:spPr>
            <a:xfrm>
              <a:off x="1981001" y="1755285"/>
              <a:ext cx="11838" cy="11838"/>
            </a:xfrm>
            <a:custGeom>
              <a:avLst/>
              <a:gdLst/>
              <a:ahLst/>
              <a:cxnLst/>
              <a:rect l="l" t="t" r="r" b="b"/>
              <a:pathLst>
                <a:path w="453" h="453" extrusionOk="0">
                  <a:moveTo>
                    <a:pt x="231" y="1"/>
                  </a:moveTo>
                  <a:cubicBezTo>
                    <a:pt x="106" y="1"/>
                    <a:pt x="0" y="107"/>
                    <a:pt x="0" y="232"/>
                  </a:cubicBezTo>
                  <a:cubicBezTo>
                    <a:pt x="0" y="347"/>
                    <a:pt x="106" y="453"/>
                    <a:pt x="231" y="453"/>
                  </a:cubicBezTo>
                  <a:cubicBezTo>
                    <a:pt x="356" y="453"/>
                    <a:pt x="452" y="347"/>
                    <a:pt x="452" y="232"/>
                  </a:cubicBezTo>
                  <a:cubicBezTo>
                    <a:pt x="452" y="107"/>
                    <a:pt x="356" y="1"/>
                    <a:pt x="231"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37" name="Google Shape;12837;p65"/>
          <p:cNvGrpSpPr/>
          <p:nvPr/>
        </p:nvGrpSpPr>
        <p:grpSpPr>
          <a:xfrm>
            <a:off x="4010774" y="1316124"/>
            <a:ext cx="319914" cy="366639"/>
            <a:chOff x="4014449" y="1499997"/>
            <a:chExt cx="319914" cy="366639"/>
          </a:xfrm>
        </p:grpSpPr>
        <p:sp>
          <p:nvSpPr>
            <p:cNvPr id="12838" name="Google Shape;12838;p65"/>
            <p:cNvSpPr/>
            <p:nvPr/>
          </p:nvSpPr>
          <p:spPr>
            <a:xfrm>
              <a:off x="4014449" y="1499997"/>
              <a:ext cx="319914" cy="366639"/>
            </a:xfrm>
            <a:custGeom>
              <a:avLst/>
              <a:gdLst/>
              <a:ahLst/>
              <a:cxnLst/>
              <a:rect l="l" t="t" r="r" b="b"/>
              <a:pathLst>
                <a:path w="12242" h="14030" extrusionOk="0">
                  <a:moveTo>
                    <a:pt x="6121" y="0"/>
                  </a:moveTo>
                  <a:cubicBezTo>
                    <a:pt x="6010" y="0"/>
                    <a:pt x="5899" y="29"/>
                    <a:pt x="5799" y="87"/>
                  </a:cubicBezTo>
                  <a:lnTo>
                    <a:pt x="442" y="3183"/>
                  </a:lnTo>
                  <a:cubicBezTo>
                    <a:pt x="308" y="3260"/>
                    <a:pt x="202" y="3366"/>
                    <a:pt x="125" y="3500"/>
                  </a:cubicBezTo>
                  <a:cubicBezTo>
                    <a:pt x="48" y="3635"/>
                    <a:pt x="10" y="3779"/>
                    <a:pt x="10" y="3933"/>
                  </a:cubicBezTo>
                  <a:lnTo>
                    <a:pt x="10" y="10135"/>
                  </a:lnTo>
                  <a:cubicBezTo>
                    <a:pt x="0" y="10356"/>
                    <a:pt x="125" y="10558"/>
                    <a:pt x="317" y="10674"/>
                  </a:cubicBezTo>
                  <a:lnTo>
                    <a:pt x="6125" y="14030"/>
                  </a:lnTo>
                  <a:cubicBezTo>
                    <a:pt x="12107" y="10558"/>
                    <a:pt x="11953" y="10683"/>
                    <a:pt x="12049" y="10587"/>
                  </a:cubicBezTo>
                  <a:cubicBezTo>
                    <a:pt x="12174" y="10472"/>
                    <a:pt x="12241" y="10308"/>
                    <a:pt x="12241" y="10135"/>
                  </a:cubicBezTo>
                  <a:lnTo>
                    <a:pt x="12241" y="3875"/>
                  </a:lnTo>
                  <a:cubicBezTo>
                    <a:pt x="12241" y="3596"/>
                    <a:pt x="12087" y="3346"/>
                    <a:pt x="11857" y="3212"/>
                  </a:cubicBezTo>
                  <a:lnTo>
                    <a:pt x="6981" y="394"/>
                  </a:lnTo>
                  <a:lnTo>
                    <a:pt x="6443" y="87"/>
                  </a:lnTo>
                  <a:cubicBezTo>
                    <a:pt x="6342" y="29"/>
                    <a:pt x="6231" y="0"/>
                    <a:pt x="6121"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9" name="Google Shape;12839;p65"/>
            <p:cNvSpPr/>
            <p:nvPr/>
          </p:nvSpPr>
          <p:spPr>
            <a:xfrm>
              <a:off x="4014449" y="1591199"/>
              <a:ext cx="319914" cy="275437"/>
            </a:xfrm>
            <a:custGeom>
              <a:avLst/>
              <a:gdLst/>
              <a:ahLst/>
              <a:cxnLst/>
              <a:rect l="l" t="t" r="r" b="b"/>
              <a:pathLst>
                <a:path w="12242" h="10540" extrusionOk="0">
                  <a:moveTo>
                    <a:pt x="12135" y="1"/>
                  </a:moveTo>
                  <a:lnTo>
                    <a:pt x="6125" y="3443"/>
                  </a:lnTo>
                  <a:lnTo>
                    <a:pt x="875" y="433"/>
                  </a:lnTo>
                  <a:lnTo>
                    <a:pt x="125" y="10"/>
                  </a:lnTo>
                  <a:cubicBezTo>
                    <a:pt x="48" y="145"/>
                    <a:pt x="10" y="289"/>
                    <a:pt x="10" y="443"/>
                  </a:cubicBezTo>
                  <a:lnTo>
                    <a:pt x="10" y="6645"/>
                  </a:lnTo>
                  <a:cubicBezTo>
                    <a:pt x="0" y="6866"/>
                    <a:pt x="125" y="7068"/>
                    <a:pt x="317" y="7184"/>
                  </a:cubicBezTo>
                  <a:lnTo>
                    <a:pt x="6125" y="10540"/>
                  </a:lnTo>
                  <a:cubicBezTo>
                    <a:pt x="12107" y="7068"/>
                    <a:pt x="11953" y="7193"/>
                    <a:pt x="12049" y="7097"/>
                  </a:cubicBezTo>
                  <a:cubicBezTo>
                    <a:pt x="12174" y="6982"/>
                    <a:pt x="12241" y="6818"/>
                    <a:pt x="12241" y="6645"/>
                  </a:cubicBezTo>
                  <a:lnTo>
                    <a:pt x="12241" y="385"/>
                  </a:lnTo>
                  <a:cubicBezTo>
                    <a:pt x="12241" y="251"/>
                    <a:pt x="12203" y="116"/>
                    <a:pt x="12135" y="1"/>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0" name="Google Shape;12840;p65"/>
            <p:cNvSpPr/>
            <p:nvPr/>
          </p:nvSpPr>
          <p:spPr>
            <a:xfrm>
              <a:off x="4014685" y="1591199"/>
              <a:ext cx="159853" cy="248808"/>
            </a:xfrm>
            <a:custGeom>
              <a:avLst/>
              <a:gdLst/>
              <a:ahLst/>
              <a:cxnLst/>
              <a:rect l="l" t="t" r="r" b="b"/>
              <a:pathLst>
                <a:path w="6117" h="9521" extrusionOk="0">
                  <a:moveTo>
                    <a:pt x="116" y="1"/>
                  </a:moveTo>
                  <a:lnTo>
                    <a:pt x="116" y="10"/>
                  </a:lnTo>
                  <a:cubicBezTo>
                    <a:pt x="39" y="145"/>
                    <a:pt x="1" y="289"/>
                    <a:pt x="1" y="443"/>
                  </a:cubicBezTo>
                  <a:lnTo>
                    <a:pt x="1" y="5982"/>
                  </a:lnTo>
                  <a:lnTo>
                    <a:pt x="6116" y="9520"/>
                  </a:lnTo>
                  <a:lnTo>
                    <a:pt x="6116" y="3443"/>
                  </a:lnTo>
                  <a:lnTo>
                    <a:pt x="116" y="1"/>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1" name="Google Shape;12841;p65"/>
            <p:cNvSpPr/>
            <p:nvPr/>
          </p:nvSpPr>
          <p:spPr>
            <a:xfrm>
              <a:off x="4174511" y="1591460"/>
              <a:ext cx="159853" cy="275175"/>
            </a:xfrm>
            <a:custGeom>
              <a:avLst/>
              <a:gdLst/>
              <a:ahLst/>
              <a:cxnLst/>
              <a:rect l="l" t="t" r="r" b="b"/>
              <a:pathLst>
                <a:path w="6117" h="10530" extrusionOk="0">
                  <a:moveTo>
                    <a:pt x="6010" y="0"/>
                  </a:moveTo>
                  <a:lnTo>
                    <a:pt x="0" y="3433"/>
                  </a:lnTo>
                  <a:lnTo>
                    <a:pt x="0" y="10530"/>
                  </a:lnTo>
                  <a:lnTo>
                    <a:pt x="5809" y="7174"/>
                  </a:lnTo>
                  <a:cubicBezTo>
                    <a:pt x="6001" y="7058"/>
                    <a:pt x="6116" y="6856"/>
                    <a:pt x="6116" y="6635"/>
                  </a:cubicBezTo>
                  <a:lnTo>
                    <a:pt x="6116" y="375"/>
                  </a:lnTo>
                  <a:cubicBezTo>
                    <a:pt x="6116" y="241"/>
                    <a:pt x="6078" y="116"/>
                    <a:pt x="6010" y="0"/>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2" name="Google Shape;12842;p65"/>
            <p:cNvSpPr/>
            <p:nvPr/>
          </p:nvSpPr>
          <p:spPr>
            <a:xfrm>
              <a:off x="4174511" y="1591199"/>
              <a:ext cx="159853" cy="248808"/>
            </a:xfrm>
            <a:custGeom>
              <a:avLst/>
              <a:gdLst/>
              <a:ahLst/>
              <a:cxnLst/>
              <a:rect l="l" t="t" r="r" b="b"/>
              <a:pathLst>
                <a:path w="6117" h="9521" extrusionOk="0">
                  <a:moveTo>
                    <a:pt x="6010" y="1"/>
                  </a:moveTo>
                  <a:lnTo>
                    <a:pt x="0" y="3443"/>
                  </a:lnTo>
                  <a:lnTo>
                    <a:pt x="0" y="9520"/>
                  </a:lnTo>
                  <a:lnTo>
                    <a:pt x="5809" y="6164"/>
                  </a:lnTo>
                  <a:cubicBezTo>
                    <a:pt x="6001" y="6059"/>
                    <a:pt x="6116" y="5847"/>
                    <a:pt x="6116" y="5626"/>
                  </a:cubicBezTo>
                  <a:lnTo>
                    <a:pt x="6116" y="385"/>
                  </a:lnTo>
                  <a:cubicBezTo>
                    <a:pt x="6116" y="251"/>
                    <a:pt x="6078" y="116"/>
                    <a:pt x="6010"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43" name="Google Shape;12843;p65"/>
          <p:cNvGrpSpPr/>
          <p:nvPr/>
        </p:nvGrpSpPr>
        <p:grpSpPr>
          <a:xfrm>
            <a:off x="862592" y="1407588"/>
            <a:ext cx="367397" cy="183711"/>
            <a:chOff x="866267" y="1591460"/>
            <a:chExt cx="367397" cy="183711"/>
          </a:xfrm>
        </p:grpSpPr>
        <p:sp>
          <p:nvSpPr>
            <p:cNvPr id="12844" name="Google Shape;12844;p65"/>
            <p:cNvSpPr/>
            <p:nvPr/>
          </p:nvSpPr>
          <p:spPr>
            <a:xfrm>
              <a:off x="866267" y="1591460"/>
              <a:ext cx="367397" cy="183502"/>
            </a:xfrm>
            <a:custGeom>
              <a:avLst/>
              <a:gdLst/>
              <a:ahLst/>
              <a:cxnLst/>
              <a:rect l="l" t="t" r="r" b="b"/>
              <a:pathLst>
                <a:path w="14059" h="7022" extrusionOk="0">
                  <a:moveTo>
                    <a:pt x="6818" y="0"/>
                  </a:moveTo>
                  <a:cubicBezTo>
                    <a:pt x="6501" y="10"/>
                    <a:pt x="6183" y="39"/>
                    <a:pt x="5866" y="96"/>
                  </a:cubicBezTo>
                  <a:cubicBezTo>
                    <a:pt x="5732" y="116"/>
                    <a:pt x="5587" y="144"/>
                    <a:pt x="5443" y="183"/>
                  </a:cubicBezTo>
                  <a:cubicBezTo>
                    <a:pt x="5135" y="250"/>
                    <a:pt x="4837" y="346"/>
                    <a:pt x="4539" y="462"/>
                  </a:cubicBezTo>
                  <a:lnTo>
                    <a:pt x="4337" y="539"/>
                  </a:lnTo>
                  <a:cubicBezTo>
                    <a:pt x="4270" y="568"/>
                    <a:pt x="4203" y="596"/>
                    <a:pt x="4145" y="625"/>
                  </a:cubicBezTo>
                  <a:cubicBezTo>
                    <a:pt x="3847" y="750"/>
                    <a:pt x="3568" y="904"/>
                    <a:pt x="3299" y="1077"/>
                  </a:cubicBezTo>
                  <a:cubicBezTo>
                    <a:pt x="3174" y="1154"/>
                    <a:pt x="3058" y="1231"/>
                    <a:pt x="2943" y="1318"/>
                  </a:cubicBezTo>
                  <a:cubicBezTo>
                    <a:pt x="2683" y="1500"/>
                    <a:pt x="2433" y="1693"/>
                    <a:pt x="2202" y="1914"/>
                  </a:cubicBezTo>
                  <a:cubicBezTo>
                    <a:pt x="2154" y="1962"/>
                    <a:pt x="2097" y="2010"/>
                    <a:pt x="2049" y="2068"/>
                  </a:cubicBezTo>
                  <a:cubicBezTo>
                    <a:pt x="2001" y="2116"/>
                    <a:pt x="1952" y="2164"/>
                    <a:pt x="1904" y="2222"/>
                  </a:cubicBezTo>
                  <a:cubicBezTo>
                    <a:pt x="1683" y="2452"/>
                    <a:pt x="1481" y="2693"/>
                    <a:pt x="1299" y="2952"/>
                  </a:cubicBezTo>
                  <a:cubicBezTo>
                    <a:pt x="1212" y="3077"/>
                    <a:pt x="1135" y="3193"/>
                    <a:pt x="1058" y="3318"/>
                  </a:cubicBezTo>
                  <a:cubicBezTo>
                    <a:pt x="895" y="3587"/>
                    <a:pt x="741" y="3866"/>
                    <a:pt x="616" y="4154"/>
                  </a:cubicBezTo>
                  <a:cubicBezTo>
                    <a:pt x="587" y="4222"/>
                    <a:pt x="558" y="4289"/>
                    <a:pt x="529" y="4356"/>
                  </a:cubicBezTo>
                  <a:cubicBezTo>
                    <a:pt x="500" y="4424"/>
                    <a:pt x="472" y="4491"/>
                    <a:pt x="452" y="4558"/>
                  </a:cubicBezTo>
                  <a:cubicBezTo>
                    <a:pt x="337" y="4847"/>
                    <a:pt x="250" y="5154"/>
                    <a:pt x="173" y="5462"/>
                  </a:cubicBezTo>
                  <a:cubicBezTo>
                    <a:pt x="145" y="5606"/>
                    <a:pt x="116" y="5741"/>
                    <a:pt x="97" y="5885"/>
                  </a:cubicBezTo>
                  <a:cubicBezTo>
                    <a:pt x="48" y="6154"/>
                    <a:pt x="20" y="6433"/>
                    <a:pt x="10" y="6703"/>
                  </a:cubicBezTo>
                  <a:cubicBezTo>
                    <a:pt x="0" y="6876"/>
                    <a:pt x="145" y="7020"/>
                    <a:pt x="318" y="7020"/>
                  </a:cubicBezTo>
                  <a:lnTo>
                    <a:pt x="13732" y="7020"/>
                  </a:lnTo>
                  <a:cubicBezTo>
                    <a:pt x="13742" y="7021"/>
                    <a:pt x="13753" y="7022"/>
                    <a:pt x="13763" y="7022"/>
                  </a:cubicBezTo>
                  <a:cubicBezTo>
                    <a:pt x="13931" y="7022"/>
                    <a:pt x="14058" y="6875"/>
                    <a:pt x="14049" y="6703"/>
                  </a:cubicBezTo>
                  <a:cubicBezTo>
                    <a:pt x="14040" y="6424"/>
                    <a:pt x="14011" y="6154"/>
                    <a:pt x="13972" y="5885"/>
                  </a:cubicBezTo>
                  <a:cubicBezTo>
                    <a:pt x="13944" y="5741"/>
                    <a:pt x="13924" y="5597"/>
                    <a:pt x="13886" y="5462"/>
                  </a:cubicBezTo>
                  <a:cubicBezTo>
                    <a:pt x="13819" y="5154"/>
                    <a:pt x="13722" y="4847"/>
                    <a:pt x="13617" y="4549"/>
                  </a:cubicBezTo>
                  <a:cubicBezTo>
                    <a:pt x="13588" y="4481"/>
                    <a:pt x="13559" y="4424"/>
                    <a:pt x="13540" y="4356"/>
                  </a:cubicBezTo>
                  <a:cubicBezTo>
                    <a:pt x="13511" y="4289"/>
                    <a:pt x="13482" y="4222"/>
                    <a:pt x="13453" y="4154"/>
                  </a:cubicBezTo>
                  <a:cubicBezTo>
                    <a:pt x="13328" y="3866"/>
                    <a:pt x="13174" y="3587"/>
                    <a:pt x="13011" y="3318"/>
                  </a:cubicBezTo>
                  <a:cubicBezTo>
                    <a:pt x="12924" y="3193"/>
                    <a:pt x="12847" y="3068"/>
                    <a:pt x="12770" y="2952"/>
                  </a:cubicBezTo>
                  <a:cubicBezTo>
                    <a:pt x="12588" y="2693"/>
                    <a:pt x="12386" y="2452"/>
                    <a:pt x="12165" y="2222"/>
                  </a:cubicBezTo>
                  <a:cubicBezTo>
                    <a:pt x="12117" y="2164"/>
                    <a:pt x="12069" y="2116"/>
                    <a:pt x="12020" y="2068"/>
                  </a:cubicBezTo>
                  <a:cubicBezTo>
                    <a:pt x="11963" y="2010"/>
                    <a:pt x="11915" y="1962"/>
                    <a:pt x="11867" y="1914"/>
                  </a:cubicBezTo>
                  <a:cubicBezTo>
                    <a:pt x="11636" y="1693"/>
                    <a:pt x="11386" y="1491"/>
                    <a:pt x="11126" y="1308"/>
                  </a:cubicBezTo>
                  <a:cubicBezTo>
                    <a:pt x="11011" y="1231"/>
                    <a:pt x="10886" y="1154"/>
                    <a:pt x="10770" y="1068"/>
                  </a:cubicBezTo>
                  <a:cubicBezTo>
                    <a:pt x="10501" y="904"/>
                    <a:pt x="10213" y="750"/>
                    <a:pt x="9924" y="625"/>
                  </a:cubicBezTo>
                  <a:cubicBezTo>
                    <a:pt x="9866" y="587"/>
                    <a:pt x="9799" y="558"/>
                    <a:pt x="9732" y="539"/>
                  </a:cubicBezTo>
                  <a:lnTo>
                    <a:pt x="9530" y="452"/>
                  </a:lnTo>
                  <a:cubicBezTo>
                    <a:pt x="9232" y="346"/>
                    <a:pt x="8924" y="250"/>
                    <a:pt x="8616" y="183"/>
                  </a:cubicBezTo>
                  <a:cubicBezTo>
                    <a:pt x="8482" y="144"/>
                    <a:pt x="8337" y="116"/>
                    <a:pt x="8193" y="96"/>
                  </a:cubicBezTo>
                  <a:cubicBezTo>
                    <a:pt x="7886" y="39"/>
                    <a:pt x="7568" y="10"/>
                    <a:pt x="7251"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5" name="Google Shape;12845;p65"/>
            <p:cNvSpPr/>
            <p:nvPr/>
          </p:nvSpPr>
          <p:spPr>
            <a:xfrm>
              <a:off x="866267" y="1591460"/>
              <a:ext cx="199286" cy="183711"/>
            </a:xfrm>
            <a:custGeom>
              <a:avLst/>
              <a:gdLst/>
              <a:ahLst/>
              <a:cxnLst/>
              <a:rect l="l" t="t" r="r" b="b"/>
              <a:pathLst>
                <a:path w="7626" h="7030" extrusionOk="0">
                  <a:moveTo>
                    <a:pt x="6818" y="0"/>
                  </a:moveTo>
                  <a:cubicBezTo>
                    <a:pt x="6501" y="10"/>
                    <a:pt x="6183" y="39"/>
                    <a:pt x="5866" y="96"/>
                  </a:cubicBezTo>
                  <a:cubicBezTo>
                    <a:pt x="5732" y="116"/>
                    <a:pt x="5587" y="144"/>
                    <a:pt x="5443" y="183"/>
                  </a:cubicBezTo>
                  <a:cubicBezTo>
                    <a:pt x="5135" y="250"/>
                    <a:pt x="4837" y="346"/>
                    <a:pt x="4539" y="462"/>
                  </a:cubicBezTo>
                  <a:lnTo>
                    <a:pt x="4337" y="539"/>
                  </a:lnTo>
                  <a:cubicBezTo>
                    <a:pt x="4270" y="568"/>
                    <a:pt x="4203" y="596"/>
                    <a:pt x="4145" y="625"/>
                  </a:cubicBezTo>
                  <a:cubicBezTo>
                    <a:pt x="3847" y="750"/>
                    <a:pt x="3568" y="904"/>
                    <a:pt x="3299" y="1077"/>
                  </a:cubicBezTo>
                  <a:cubicBezTo>
                    <a:pt x="3174" y="1154"/>
                    <a:pt x="3058" y="1231"/>
                    <a:pt x="2943" y="1318"/>
                  </a:cubicBezTo>
                  <a:cubicBezTo>
                    <a:pt x="2683" y="1500"/>
                    <a:pt x="2433" y="1693"/>
                    <a:pt x="2202" y="1914"/>
                  </a:cubicBezTo>
                  <a:cubicBezTo>
                    <a:pt x="2154" y="1962"/>
                    <a:pt x="2097" y="2010"/>
                    <a:pt x="2049" y="2068"/>
                  </a:cubicBezTo>
                  <a:cubicBezTo>
                    <a:pt x="2001" y="2116"/>
                    <a:pt x="1952" y="2164"/>
                    <a:pt x="1904" y="2222"/>
                  </a:cubicBezTo>
                  <a:cubicBezTo>
                    <a:pt x="1683" y="2452"/>
                    <a:pt x="1481" y="2693"/>
                    <a:pt x="1299" y="2952"/>
                  </a:cubicBezTo>
                  <a:cubicBezTo>
                    <a:pt x="1212" y="3077"/>
                    <a:pt x="1135" y="3193"/>
                    <a:pt x="1058" y="3318"/>
                  </a:cubicBezTo>
                  <a:cubicBezTo>
                    <a:pt x="895" y="3587"/>
                    <a:pt x="741" y="3866"/>
                    <a:pt x="616" y="4154"/>
                  </a:cubicBezTo>
                  <a:cubicBezTo>
                    <a:pt x="587" y="4222"/>
                    <a:pt x="558" y="4289"/>
                    <a:pt x="529" y="4356"/>
                  </a:cubicBezTo>
                  <a:cubicBezTo>
                    <a:pt x="500" y="4424"/>
                    <a:pt x="472" y="4491"/>
                    <a:pt x="452" y="4558"/>
                  </a:cubicBezTo>
                  <a:cubicBezTo>
                    <a:pt x="337" y="4847"/>
                    <a:pt x="250" y="5154"/>
                    <a:pt x="173" y="5462"/>
                  </a:cubicBezTo>
                  <a:cubicBezTo>
                    <a:pt x="145" y="5606"/>
                    <a:pt x="116" y="5741"/>
                    <a:pt x="97" y="5885"/>
                  </a:cubicBezTo>
                  <a:cubicBezTo>
                    <a:pt x="48" y="6154"/>
                    <a:pt x="20" y="6433"/>
                    <a:pt x="10" y="6703"/>
                  </a:cubicBezTo>
                  <a:cubicBezTo>
                    <a:pt x="0" y="6876"/>
                    <a:pt x="135" y="7020"/>
                    <a:pt x="308" y="7030"/>
                  </a:cubicBezTo>
                  <a:lnTo>
                    <a:pt x="1510" y="7030"/>
                  </a:lnTo>
                  <a:cubicBezTo>
                    <a:pt x="1337" y="7030"/>
                    <a:pt x="1193" y="6885"/>
                    <a:pt x="1202" y="6703"/>
                  </a:cubicBezTo>
                  <a:cubicBezTo>
                    <a:pt x="1222" y="6433"/>
                    <a:pt x="1241" y="6164"/>
                    <a:pt x="1289" y="5885"/>
                  </a:cubicBezTo>
                  <a:cubicBezTo>
                    <a:pt x="1308" y="5751"/>
                    <a:pt x="1337" y="5606"/>
                    <a:pt x="1375" y="5472"/>
                  </a:cubicBezTo>
                  <a:cubicBezTo>
                    <a:pt x="1443" y="5154"/>
                    <a:pt x="1529" y="4856"/>
                    <a:pt x="1645" y="4558"/>
                  </a:cubicBezTo>
                  <a:cubicBezTo>
                    <a:pt x="1664" y="4491"/>
                    <a:pt x="1693" y="4424"/>
                    <a:pt x="1722" y="4356"/>
                  </a:cubicBezTo>
                  <a:cubicBezTo>
                    <a:pt x="1751" y="4289"/>
                    <a:pt x="1779" y="4231"/>
                    <a:pt x="1808" y="4164"/>
                  </a:cubicBezTo>
                  <a:cubicBezTo>
                    <a:pt x="1933" y="3875"/>
                    <a:pt x="2087" y="3587"/>
                    <a:pt x="2251" y="3318"/>
                  </a:cubicBezTo>
                  <a:cubicBezTo>
                    <a:pt x="2337" y="3193"/>
                    <a:pt x="2414" y="3077"/>
                    <a:pt x="2491" y="2962"/>
                  </a:cubicBezTo>
                  <a:cubicBezTo>
                    <a:pt x="2674" y="2702"/>
                    <a:pt x="2876" y="2452"/>
                    <a:pt x="3097" y="2222"/>
                  </a:cubicBezTo>
                  <a:cubicBezTo>
                    <a:pt x="3145" y="2173"/>
                    <a:pt x="3193" y="2116"/>
                    <a:pt x="3241" y="2068"/>
                  </a:cubicBezTo>
                  <a:cubicBezTo>
                    <a:pt x="3299" y="2020"/>
                    <a:pt x="3347" y="1972"/>
                    <a:pt x="3395" y="1923"/>
                  </a:cubicBezTo>
                  <a:cubicBezTo>
                    <a:pt x="3626" y="1702"/>
                    <a:pt x="3876" y="1500"/>
                    <a:pt x="4135" y="1318"/>
                  </a:cubicBezTo>
                  <a:cubicBezTo>
                    <a:pt x="4251" y="1241"/>
                    <a:pt x="4376" y="1154"/>
                    <a:pt x="4491" y="1077"/>
                  </a:cubicBezTo>
                  <a:cubicBezTo>
                    <a:pt x="4760" y="904"/>
                    <a:pt x="5039" y="760"/>
                    <a:pt x="5337" y="625"/>
                  </a:cubicBezTo>
                  <a:cubicBezTo>
                    <a:pt x="5395" y="596"/>
                    <a:pt x="5462" y="568"/>
                    <a:pt x="5530" y="539"/>
                  </a:cubicBezTo>
                  <a:lnTo>
                    <a:pt x="5732" y="462"/>
                  </a:lnTo>
                  <a:cubicBezTo>
                    <a:pt x="6030" y="346"/>
                    <a:pt x="6328" y="260"/>
                    <a:pt x="6645" y="183"/>
                  </a:cubicBezTo>
                  <a:cubicBezTo>
                    <a:pt x="6780" y="154"/>
                    <a:pt x="6924" y="125"/>
                    <a:pt x="7068" y="96"/>
                  </a:cubicBezTo>
                  <a:cubicBezTo>
                    <a:pt x="7251" y="68"/>
                    <a:pt x="7434" y="48"/>
                    <a:pt x="7626" y="29"/>
                  </a:cubicBezTo>
                  <a:cubicBezTo>
                    <a:pt x="7501" y="19"/>
                    <a:pt x="7366" y="10"/>
                    <a:pt x="7251"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6" name="Google Shape;12846;p65"/>
            <p:cNvSpPr/>
            <p:nvPr/>
          </p:nvSpPr>
          <p:spPr>
            <a:xfrm>
              <a:off x="1071564" y="1593969"/>
              <a:ext cx="19626" cy="47509"/>
            </a:xfrm>
            <a:custGeom>
              <a:avLst/>
              <a:gdLst/>
              <a:ahLst/>
              <a:cxnLst/>
              <a:rect l="l" t="t" r="r" b="b"/>
              <a:pathLst>
                <a:path w="751" h="1818" extrusionOk="0">
                  <a:moveTo>
                    <a:pt x="328" y="0"/>
                  </a:moveTo>
                  <a:lnTo>
                    <a:pt x="20" y="1558"/>
                  </a:lnTo>
                  <a:cubicBezTo>
                    <a:pt x="1" y="1674"/>
                    <a:pt x="78" y="1789"/>
                    <a:pt x="193" y="1818"/>
                  </a:cubicBezTo>
                  <a:lnTo>
                    <a:pt x="231" y="1818"/>
                  </a:lnTo>
                  <a:cubicBezTo>
                    <a:pt x="337" y="1818"/>
                    <a:pt x="424" y="1741"/>
                    <a:pt x="453" y="1645"/>
                  </a:cubicBezTo>
                  <a:lnTo>
                    <a:pt x="751" y="87"/>
                  </a:lnTo>
                  <a:cubicBezTo>
                    <a:pt x="616" y="58"/>
                    <a:pt x="472" y="29"/>
                    <a:pt x="328"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7" name="Google Shape;12847;p65"/>
            <p:cNvSpPr/>
            <p:nvPr/>
          </p:nvSpPr>
          <p:spPr>
            <a:xfrm>
              <a:off x="1122575" y="1619605"/>
              <a:ext cx="33946" cy="42988"/>
            </a:xfrm>
            <a:custGeom>
              <a:avLst/>
              <a:gdLst/>
              <a:ahLst/>
              <a:cxnLst/>
              <a:rect l="l" t="t" r="r" b="b"/>
              <a:pathLst>
                <a:path w="1299" h="1645" extrusionOk="0">
                  <a:moveTo>
                    <a:pt x="943" y="0"/>
                  </a:moveTo>
                  <a:lnTo>
                    <a:pt x="68" y="1318"/>
                  </a:lnTo>
                  <a:cubicBezTo>
                    <a:pt x="1" y="1414"/>
                    <a:pt x="20" y="1548"/>
                    <a:pt x="116" y="1616"/>
                  </a:cubicBezTo>
                  <a:cubicBezTo>
                    <a:pt x="155" y="1635"/>
                    <a:pt x="193" y="1645"/>
                    <a:pt x="241" y="1645"/>
                  </a:cubicBezTo>
                  <a:cubicBezTo>
                    <a:pt x="308" y="1645"/>
                    <a:pt x="376" y="1616"/>
                    <a:pt x="424" y="1558"/>
                  </a:cubicBezTo>
                  <a:lnTo>
                    <a:pt x="1299" y="241"/>
                  </a:lnTo>
                  <a:cubicBezTo>
                    <a:pt x="1184" y="154"/>
                    <a:pt x="1068" y="77"/>
                    <a:pt x="943"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8" name="Google Shape;12848;p65"/>
            <p:cNvSpPr/>
            <p:nvPr/>
          </p:nvSpPr>
          <p:spPr>
            <a:xfrm>
              <a:off x="1159866" y="1668839"/>
              <a:ext cx="45915" cy="33293"/>
            </a:xfrm>
            <a:custGeom>
              <a:avLst/>
              <a:gdLst/>
              <a:ahLst/>
              <a:cxnLst/>
              <a:rect l="l" t="t" r="r" b="b"/>
              <a:pathLst>
                <a:path w="1757" h="1274" extrusionOk="0">
                  <a:moveTo>
                    <a:pt x="1516" y="1"/>
                  </a:moveTo>
                  <a:lnTo>
                    <a:pt x="199" y="876"/>
                  </a:lnTo>
                  <a:cubicBezTo>
                    <a:pt x="1" y="1003"/>
                    <a:pt x="129" y="1273"/>
                    <a:pt x="315" y="1273"/>
                  </a:cubicBezTo>
                  <a:cubicBezTo>
                    <a:pt x="354" y="1273"/>
                    <a:pt x="397" y="1261"/>
                    <a:pt x="439" y="1232"/>
                  </a:cubicBezTo>
                  <a:lnTo>
                    <a:pt x="1757" y="357"/>
                  </a:lnTo>
                  <a:cubicBezTo>
                    <a:pt x="1680" y="232"/>
                    <a:pt x="1593" y="116"/>
                    <a:pt x="1516"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9" name="Google Shape;12849;p65"/>
            <p:cNvSpPr/>
            <p:nvPr/>
          </p:nvSpPr>
          <p:spPr>
            <a:xfrm>
              <a:off x="1181634" y="1734196"/>
              <a:ext cx="49286" cy="19103"/>
            </a:xfrm>
            <a:custGeom>
              <a:avLst/>
              <a:gdLst/>
              <a:ahLst/>
              <a:cxnLst/>
              <a:rect l="l" t="t" r="r" b="b"/>
              <a:pathLst>
                <a:path w="1886" h="731" extrusionOk="0">
                  <a:moveTo>
                    <a:pt x="1799" y="0"/>
                  </a:moveTo>
                  <a:lnTo>
                    <a:pt x="251" y="308"/>
                  </a:lnTo>
                  <a:cubicBezTo>
                    <a:pt x="1" y="356"/>
                    <a:pt x="39" y="731"/>
                    <a:pt x="289" y="731"/>
                  </a:cubicBezTo>
                  <a:lnTo>
                    <a:pt x="337" y="731"/>
                  </a:lnTo>
                  <a:lnTo>
                    <a:pt x="1885" y="423"/>
                  </a:lnTo>
                  <a:cubicBezTo>
                    <a:pt x="1866" y="279"/>
                    <a:pt x="1837" y="135"/>
                    <a:pt x="1799"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0" name="Google Shape;12850;p65"/>
            <p:cNvSpPr/>
            <p:nvPr/>
          </p:nvSpPr>
          <p:spPr>
            <a:xfrm>
              <a:off x="868776" y="1734196"/>
              <a:ext cx="48267" cy="19364"/>
            </a:xfrm>
            <a:custGeom>
              <a:avLst/>
              <a:gdLst/>
              <a:ahLst/>
              <a:cxnLst/>
              <a:rect l="l" t="t" r="r" b="b"/>
              <a:pathLst>
                <a:path w="1847" h="741" extrusionOk="0">
                  <a:moveTo>
                    <a:pt x="77" y="0"/>
                  </a:moveTo>
                  <a:cubicBezTo>
                    <a:pt x="49" y="144"/>
                    <a:pt x="20" y="279"/>
                    <a:pt x="1" y="423"/>
                  </a:cubicBezTo>
                  <a:lnTo>
                    <a:pt x="1568" y="741"/>
                  </a:lnTo>
                  <a:lnTo>
                    <a:pt x="1606" y="741"/>
                  </a:lnTo>
                  <a:cubicBezTo>
                    <a:pt x="1712" y="741"/>
                    <a:pt x="1799" y="664"/>
                    <a:pt x="1818" y="567"/>
                  </a:cubicBezTo>
                  <a:cubicBezTo>
                    <a:pt x="1847" y="452"/>
                    <a:pt x="1770" y="337"/>
                    <a:pt x="1655" y="317"/>
                  </a:cubicBezTo>
                  <a:lnTo>
                    <a:pt x="77"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1" name="Google Shape;12851;p65"/>
            <p:cNvSpPr/>
            <p:nvPr/>
          </p:nvSpPr>
          <p:spPr>
            <a:xfrm>
              <a:off x="894151" y="1668603"/>
              <a:ext cx="44007" cy="33659"/>
            </a:xfrm>
            <a:custGeom>
              <a:avLst/>
              <a:gdLst/>
              <a:ahLst/>
              <a:cxnLst/>
              <a:rect l="l" t="t" r="r" b="b"/>
              <a:pathLst>
                <a:path w="1684" h="1288" extrusionOk="0">
                  <a:moveTo>
                    <a:pt x="241" y="0"/>
                  </a:moveTo>
                  <a:cubicBezTo>
                    <a:pt x="155" y="125"/>
                    <a:pt x="68" y="241"/>
                    <a:pt x="1" y="366"/>
                  </a:cubicBezTo>
                  <a:lnTo>
                    <a:pt x="1318" y="1250"/>
                  </a:lnTo>
                  <a:cubicBezTo>
                    <a:pt x="1354" y="1275"/>
                    <a:pt x="1395" y="1287"/>
                    <a:pt x="1436" y="1287"/>
                  </a:cubicBezTo>
                  <a:cubicBezTo>
                    <a:pt x="1505" y="1287"/>
                    <a:pt x="1574" y="1253"/>
                    <a:pt x="1616" y="1193"/>
                  </a:cubicBezTo>
                  <a:cubicBezTo>
                    <a:pt x="1684" y="1097"/>
                    <a:pt x="1664" y="962"/>
                    <a:pt x="1559" y="895"/>
                  </a:cubicBezTo>
                  <a:lnTo>
                    <a:pt x="241"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2" name="Google Shape;12852;p65"/>
            <p:cNvSpPr/>
            <p:nvPr/>
          </p:nvSpPr>
          <p:spPr>
            <a:xfrm>
              <a:off x="942914" y="1619605"/>
              <a:ext cx="35462" cy="43328"/>
            </a:xfrm>
            <a:custGeom>
              <a:avLst/>
              <a:gdLst/>
              <a:ahLst/>
              <a:cxnLst/>
              <a:rect l="l" t="t" r="r" b="b"/>
              <a:pathLst>
                <a:path w="1357" h="1658" extrusionOk="0">
                  <a:moveTo>
                    <a:pt x="356" y="0"/>
                  </a:moveTo>
                  <a:lnTo>
                    <a:pt x="0" y="241"/>
                  </a:lnTo>
                  <a:lnTo>
                    <a:pt x="885" y="1558"/>
                  </a:lnTo>
                  <a:cubicBezTo>
                    <a:pt x="933" y="1628"/>
                    <a:pt x="997" y="1658"/>
                    <a:pt x="1060" y="1658"/>
                  </a:cubicBezTo>
                  <a:cubicBezTo>
                    <a:pt x="1212" y="1658"/>
                    <a:pt x="1356" y="1488"/>
                    <a:pt x="1241" y="1318"/>
                  </a:cubicBezTo>
                  <a:lnTo>
                    <a:pt x="356"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3" name="Google Shape;12853;p65"/>
            <p:cNvSpPr/>
            <p:nvPr/>
          </p:nvSpPr>
          <p:spPr>
            <a:xfrm>
              <a:off x="1008506" y="1593708"/>
              <a:ext cx="19626" cy="47770"/>
            </a:xfrm>
            <a:custGeom>
              <a:avLst/>
              <a:gdLst/>
              <a:ahLst/>
              <a:cxnLst/>
              <a:rect l="l" t="t" r="r" b="b"/>
              <a:pathLst>
                <a:path w="751" h="1828" extrusionOk="0">
                  <a:moveTo>
                    <a:pt x="423" y="1"/>
                  </a:moveTo>
                  <a:cubicBezTo>
                    <a:pt x="279" y="30"/>
                    <a:pt x="135" y="58"/>
                    <a:pt x="0" y="87"/>
                  </a:cubicBezTo>
                  <a:lnTo>
                    <a:pt x="308" y="1655"/>
                  </a:lnTo>
                  <a:cubicBezTo>
                    <a:pt x="327" y="1751"/>
                    <a:pt x="414" y="1818"/>
                    <a:pt x="519" y="1828"/>
                  </a:cubicBezTo>
                  <a:lnTo>
                    <a:pt x="558" y="1828"/>
                  </a:lnTo>
                  <a:cubicBezTo>
                    <a:pt x="673" y="1799"/>
                    <a:pt x="750" y="1684"/>
                    <a:pt x="731" y="1568"/>
                  </a:cubicBezTo>
                  <a:lnTo>
                    <a:pt x="423"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4" name="Google Shape;12854;p65"/>
            <p:cNvSpPr/>
            <p:nvPr/>
          </p:nvSpPr>
          <p:spPr>
            <a:xfrm>
              <a:off x="1043916" y="1591695"/>
              <a:ext cx="11838" cy="138999"/>
            </a:xfrm>
            <a:custGeom>
              <a:avLst/>
              <a:gdLst/>
              <a:ahLst/>
              <a:cxnLst/>
              <a:rect l="l" t="t" r="r" b="b"/>
              <a:pathLst>
                <a:path w="453" h="5319" extrusionOk="0">
                  <a:moveTo>
                    <a:pt x="11" y="1"/>
                  </a:moveTo>
                  <a:lnTo>
                    <a:pt x="11" y="5088"/>
                  </a:lnTo>
                  <a:cubicBezTo>
                    <a:pt x="1" y="5242"/>
                    <a:pt x="114" y="5319"/>
                    <a:pt x="227" y="5319"/>
                  </a:cubicBezTo>
                  <a:cubicBezTo>
                    <a:pt x="340" y="5319"/>
                    <a:pt x="453" y="5242"/>
                    <a:pt x="443" y="5088"/>
                  </a:cubicBezTo>
                  <a:lnTo>
                    <a:pt x="443"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5" name="Google Shape;12855;p65"/>
            <p:cNvSpPr/>
            <p:nvPr/>
          </p:nvSpPr>
          <p:spPr>
            <a:xfrm>
              <a:off x="1063777" y="1603507"/>
              <a:ext cx="61594" cy="128180"/>
            </a:xfrm>
            <a:custGeom>
              <a:avLst/>
              <a:gdLst/>
              <a:ahLst/>
              <a:cxnLst/>
              <a:rect l="l" t="t" r="r" b="b"/>
              <a:pathLst>
                <a:path w="2357" h="4905" extrusionOk="0">
                  <a:moveTo>
                    <a:pt x="1962" y="1"/>
                  </a:moveTo>
                  <a:lnTo>
                    <a:pt x="49" y="4597"/>
                  </a:lnTo>
                  <a:lnTo>
                    <a:pt x="49" y="4607"/>
                  </a:lnTo>
                  <a:cubicBezTo>
                    <a:pt x="1" y="4713"/>
                    <a:pt x="58" y="4847"/>
                    <a:pt x="164" y="4886"/>
                  </a:cubicBezTo>
                  <a:cubicBezTo>
                    <a:pt x="193" y="4895"/>
                    <a:pt x="222" y="4905"/>
                    <a:pt x="251" y="4905"/>
                  </a:cubicBezTo>
                  <a:cubicBezTo>
                    <a:pt x="337" y="4905"/>
                    <a:pt x="414" y="4847"/>
                    <a:pt x="443" y="4770"/>
                  </a:cubicBezTo>
                  <a:lnTo>
                    <a:pt x="453" y="4751"/>
                  </a:lnTo>
                  <a:lnTo>
                    <a:pt x="2357" y="164"/>
                  </a:lnTo>
                  <a:cubicBezTo>
                    <a:pt x="2289" y="135"/>
                    <a:pt x="2222" y="107"/>
                    <a:pt x="2164" y="78"/>
                  </a:cubicBezTo>
                  <a:lnTo>
                    <a:pt x="1962"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6" name="Google Shape;12856;p65"/>
            <p:cNvSpPr/>
            <p:nvPr/>
          </p:nvSpPr>
          <p:spPr>
            <a:xfrm>
              <a:off x="1081129" y="1641452"/>
              <a:ext cx="102805" cy="100662"/>
            </a:xfrm>
            <a:custGeom>
              <a:avLst/>
              <a:gdLst/>
              <a:ahLst/>
              <a:cxnLst/>
              <a:rect l="l" t="t" r="r" b="b"/>
              <a:pathLst>
                <a:path w="3934" h="3852" extrusionOk="0">
                  <a:moveTo>
                    <a:pt x="3625" y="1"/>
                  </a:moveTo>
                  <a:lnTo>
                    <a:pt x="144" y="3482"/>
                  </a:lnTo>
                  <a:lnTo>
                    <a:pt x="125" y="3501"/>
                  </a:lnTo>
                  <a:cubicBezTo>
                    <a:pt x="1" y="3662"/>
                    <a:pt x="138" y="3851"/>
                    <a:pt x="296" y="3851"/>
                  </a:cubicBezTo>
                  <a:cubicBezTo>
                    <a:pt x="345" y="3851"/>
                    <a:pt x="397" y="3833"/>
                    <a:pt x="442" y="3790"/>
                  </a:cubicBezTo>
                  <a:lnTo>
                    <a:pt x="3933" y="309"/>
                  </a:lnTo>
                  <a:cubicBezTo>
                    <a:pt x="3875" y="260"/>
                    <a:pt x="3827" y="212"/>
                    <a:pt x="3779" y="155"/>
                  </a:cubicBezTo>
                  <a:cubicBezTo>
                    <a:pt x="3731" y="97"/>
                    <a:pt x="3673" y="49"/>
                    <a:pt x="3625"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7" name="Google Shape;12857;p65"/>
            <p:cNvSpPr/>
            <p:nvPr/>
          </p:nvSpPr>
          <p:spPr>
            <a:xfrm>
              <a:off x="1091163" y="1700015"/>
              <a:ext cx="130453" cy="60758"/>
            </a:xfrm>
            <a:custGeom>
              <a:avLst/>
              <a:gdLst/>
              <a:ahLst/>
              <a:cxnLst/>
              <a:rect l="l" t="t" r="r" b="b"/>
              <a:pathLst>
                <a:path w="4992" h="2325" extrusionOk="0">
                  <a:moveTo>
                    <a:pt x="4828" y="0"/>
                  </a:moveTo>
                  <a:lnTo>
                    <a:pt x="308" y="1875"/>
                  </a:lnTo>
                  <a:lnTo>
                    <a:pt x="251" y="1904"/>
                  </a:lnTo>
                  <a:cubicBezTo>
                    <a:pt x="1" y="1988"/>
                    <a:pt x="98" y="2324"/>
                    <a:pt x="310" y="2324"/>
                  </a:cubicBezTo>
                  <a:cubicBezTo>
                    <a:pt x="342" y="2324"/>
                    <a:pt x="377" y="2316"/>
                    <a:pt x="414" y="2299"/>
                  </a:cubicBezTo>
                  <a:lnTo>
                    <a:pt x="501" y="2260"/>
                  </a:lnTo>
                  <a:lnTo>
                    <a:pt x="4991" y="404"/>
                  </a:lnTo>
                  <a:cubicBezTo>
                    <a:pt x="4963" y="337"/>
                    <a:pt x="4934" y="270"/>
                    <a:pt x="4915" y="202"/>
                  </a:cubicBezTo>
                  <a:cubicBezTo>
                    <a:pt x="4886" y="135"/>
                    <a:pt x="4857" y="68"/>
                    <a:pt x="4828"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8" name="Google Shape;12858;p65"/>
            <p:cNvSpPr/>
            <p:nvPr/>
          </p:nvSpPr>
          <p:spPr>
            <a:xfrm>
              <a:off x="878079" y="1700015"/>
              <a:ext cx="128441" cy="60784"/>
            </a:xfrm>
            <a:custGeom>
              <a:avLst/>
              <a:gdLst/>
              <a:ahLst/>
              <a:cxnLst/>
              <a:rect l="l" t="t" r="r" b="b"/>
              <a:pathLst>
                <a:path w="4915" h="2326" extrusionOk="0">
                  <a:moveTo>
                    <a:pt x="164" y="0"/>
                  </a:moveTo>
                  <a:cubicBezTo>
                    <a:pt x="135" y="68"/>
                    <a:pt x="106" y="135"/>
                    <a:pt x="77" y="202"/>
                  </a:cubicBezTo>
                  <a:cubicBezTo>
                    <a:pt x="48" y="270"/>
                    <a:pt x="20" y="337"/>
                    <a:pt x="0" y="404"/>
                  </a:cubicBezTo>
                  <a:lnTo>
                    <a:pt x="4510" y="2270"/>
                  </a:lnTo>
                  <a:lnTo>
                    <a:pt x="4597" y="2308"/>
                  </a:lnTo>
                  <a:cubicBezTo>
                    <a:pt x="4622" y="2320"/>
                    <a:pt x="4649" y="2325"/>
                    <a:pt x="4675" y="2325"/>
                  </a:cubicBezTo>
                  <a:cubicBezTo>
                    <a:pt x="4758" y="2325"/>
                    <a:pt x="4839" y="2271"/>
                    <a:pt x="4876" y="2183"/>
                  </a:cubicBezTo>
                  <a:cubicBezTo>
                    <a:pt x="4914" y="2077"/>
                    <a:pt x="4866" y="1952"/>
                    <a:pt x="4760" y="1904"/>
                  </a:cubicBezTo>
                  <a:lnTo>
                    <a:pt x="4703" y="1885"/>
                  </a:lnTo>
                  <a:lnTo>
                    <a:pt x="164" y="0"/>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59" name="Google Shape;12859;p65"/>
            <p:cNvSpPr/>
            <p:nvPr/>
          </p:nvSpPr>
          <p:spPr>
            <a:xfrm>
              <a:off x="974325" y="1603507"/>
              <a:ext cx="62849" cy="130715"/>
            </a:xfrm>
            <a:custGeom>
              <a:avLst/>
              <a:gdLst/>
              <a:ahLst/>
              <a:cxnLst/>
              <a:rect l="l" t="t" r="r" b="b"/>
              <a:pathLst>
                <a:path w="2405" h="5002" extrusionOk="0">
                  <a:moveTo>
                    <a:pt x="395" y="1"/>
                  </a:moveTo>
                  <a:lnTo>
                    <a:pt x="193" y="78"/>
                  </a:lnTo>
                  <a:cubicBezTo>
                    <a:pt x="125" y="107"/>
                    <a:pt x="58" y="135"/>
                    <a:pt x="0" y="164"/>
                  </a:cubicBezTo>
                  <a:lnTo>
                    <a:pt x="1904" y="4761"/>
                  </a:lnTo>
                  <a:lnTo>
                    <a:pt x="1952" y="4867"/>
                  </a:lnTo>
                  <a:cubicBezTo>
                    <a:pt x="1991" y="4943"/>
                    <a:pt x="2068" y="5001"/>
                    <a:pt x="2154" y="5001"/>
                  </a:cubicBezTo>
                  <a:cubicBezTo>
                    <a:pt x="2183" y="5001"/>
                    <a:pt x="2212" y="4992"/>
                    <a:pt x="2241" y="4982"/>
                  </a:cubicBezTo>
                  <a:cubicBezTo>
                    <a:pt x="2347" y="4943"/>
                    <a:pt x="2404" y="4818"/>
                    <a:pt x="2356" y="4703"/>
                  </a:cubicBezTo>
                  <a:lnTo>
                    <a:pt x="2318" y="4607"/>
                  </a:lnTo>
                  <a:lnTo>
                    <a:pt x="395"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0" name="Google Shape;12860;p65"/>
            <p:cNvSpPr/>
            <p:nvPr/>
          </p:nvSpPr>
          <p:spPr>
            <a:xfrm>
              <a:off x="916023" y="1641713"/>
              <a:ext cx="101290" cy="100793"/>
            </a:xfrm>
            <a:custGeom>
              <a:avLst/>
              <a:gdLst/>
              <a:ahLst/>
              <a:cxnLst/>
              <a:rect l="l" t="t" r="r" b="b"/>
              <a:pathLst>
                <a:path w="3876" h="3857" extrusionOk="0">
                  <a:moveTo>
                    <a:pt x="308" y="0"/>
                  </a:moveTo>
                  <a:cubicBezTo>
                    <a:pt x="250" y="49"/>
                    <a:pt x="202" y="97"/>
                    <a:pt x="154" y="154"/>
                  </a:cubicBezTo>
                  <a:cubicBezTo>
                    <a:pt x="97" y="202"/>
                    <a:pt x="48" y="250"/>
                    <a:pt x="0" y="308"/>
                  </a:cubicBezTo>
                  <a:lnTo>
                    <a:pt x="3491" y="3789"/>
                  </a:lnTo>
                  <a:cubicBezTo>
                    <a:pt x="3529" y="3828"/>
                    <a:pt x="3578" y="3856"/>
                    <a:pt x="3635" y="3856"/>
                  </a:cubicBezTo>
                  <a:cubicBezTo>
                    <a:pt x="3693" y="3856"/>
                    <a:pt x="3751" y="3828"/>
                    <a:pt x="3789" y="3789"/>
                  </a:cubicBezTo>
                  <a:cubicBezTo>
                    <a:pt x="3866" y="3712"/>
                    <a:pt x="3876" y="3587"/>
                    <a:pt x="3808" y="3501"/>
                  </a:cubicBezTo>
                  <a:lnTo>
                    <a:pt x="3789" y="3491"/>
                  </a:lnTo>
                  <a:lnTo>
                    <a:pt x="308" y="0"/>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1" name="Google Shape;12861;p65"/>
            <p:cNvSpPr/>
            <p:nvPr/>
          </p:nvSpPr>
          <p:spPr>
            <a:xfrm>
              <a:off x="992409" y="1721861"/>
              <a:ext cx="115375" cy="53049"/>
            </a:xfrm>
            <a:custGeom>
              <a:avLst/>
              <a:gdLst/>
              <a:ahLst/>
              <a:cxnLst/>
              <a:rect l="l" t="t" r="r" b="b"/>
              <a:pathLst>
                <a:path w="4415" h="2030" extrusionOk="0">
                  <a:moveTo>
                    <a:pt x="2203" y="1"/>
                  </a:moveTo>
                  <a:cubicBezTo>
                    <a:pt x="1058" y="1"/>
                    <a:pt x="106" y="876"/>
                    <a:pt x="1" y="2020"/>
                  </a:cubicBezTo>
                  <a:cubicBezTo>
                    <a:pt x="1" y="2020"/>
                    <a:pt x="1" y="2030"/>
                    <a:pt x="1" y="2030"/>
                  </a:cubicBezTo>
                  <a:lnTo>
                    <a:pt x="433" y="2030"/>
                  </a:lnTo>
                  <a:cubicBezTo>
                    <a:pt x="520" y="1116"/>
                    <a:pt x="1289" y="414"/>
                    <a:pt x="2203" y="414"/>
                  </a:cubicBezTo>
                  <a:cubicBezTo>
                    <a:pt x="3126" y="414"/>
                    <a:pt x="3895" y="1116"/>
                    <a:pt x="3982" y="2030"/>
                  </a:cubicBezTo>
                  <a:lnTo>
                    <a:pt x="4414" y="2030"/>
                  </a:lnTo>
                  <a:cubicBezTo>
                    <a:pt x="4414" y="2030"/>
                    <a:pt x="4405" y="2020"/>
                    <a:pt x="4405" y="2020"/>
                  </a:cubicBezTo>
                  <a:cubicBezTo>
                    <a:pt x="4309" y="876"/>
                    <a:pt x="3357" y="1"/>
                    <a:pt x="2203"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62" name="Google Shape;12862;p65"/>
          <p:cNvGrpSpPr/>
          <p:nvPr/>
        </p:nvGrpSpPr>
        <p:grpSpPr>
          <a:xfrm>
            <a:off x="3114168" y="1316019"/>
            <a:ext cx="327440" cy="366744"/>
            <a:chOff x="3117843" y="1499892"/>
            <a:chExt cx="327440" cy="366744"/>
          </a:xfrm>
        </p:grpSpPr>
        <p:sp>
          <p:nvSpPr>
            <p:cNvPr id="12863" name="Google Shape;12863;p65"/>
            <p:cNvSpPr/>
            <p:nvPr/>
          </p:nvSpPr>
          <p:spPr>
            <a:xfrm>
              <a:off x="3117843" y="1499997"/>
              <a:ext cx="327440" cy="366404"/>
            </a:xfrm>
            <a:custGeom>
              <a:avLst/>
              <a:gdLst/>
              <a:ahLst/>
              <a:cxnLst/>
              <a:rect l="l" t="t" r="r" b="b"/>
              <a:pathLst>
                <a:path w="12530" h="14021" extrusionOk="0">
                  <a:moveTo>
                    <a:pt x="4202" y="0"/>
                  </a:moveTo>
                  <a:cubicBezTo>
                    <a:pt x="3414" y="0"/>
                    <a:pt x="2769" y="644"/>
                    <a:pt x="2769" y="1433"/>
                  </a:cubicBezTo>
                  <a:lnTo>
                    <a:pt x="2039" y="1433"/>
                  </a:lnTo>
                  <a:cubicBezTo>
                    <a:pt x="1702" y="1433"/>
                    <a:pt x="1423" y="1702"/>
                    <a:pt x="1423" y="2048"/>
                  </a:cubicBezTo>
                  <a:lnTo>
                    <a:pt x="1423" y="2779"/>
                  </a:lnTo>
                  <a:cubicBezTo>
                    <a:pt x="635" y="2779"/>
                    <a:pt x="0" y="3414"/>
                    <a:pt x="0" y="4202"/>
                  </a:cubicBezTo>
                  <a:cubicBezTo>
                    <a:pt x="0" y="4991"/>
                    <a:pt x="635" y="5635"/>
                    <a:pt x="1423" y="5635"/>
                  </a:cubicBezTo>
                  <a:lnTo>
                    <a:pt x="1423" y="11924"/>
                  </a:lnTo>
                  <a:cubicBezTo>
                    <a:pt x="1423" y="12260"/>
                    <a:pt x="1702" y="12539"/>
                    <a:pt x="2039" y="12539"/>
                  </a:cubicBezTo>
                  <a:lnTo>
                    <a:pt x="2769" y="12539"/>
                  </a:lnTo>
                  <a:lnTo>
                    <a:pt x="2769" y="12510"/>
                  </a:lnTo>
                  <a:lnTo>
                    <a:pt x="2769" y="12482"/>
                  </a:lnTo>
                  <a:cubicBezTo>
                    <a:pt x="2789" y="11699"/>
                    <a:pt x="3433" y="11078"/>
                    <a:pt x="4213" y="11078"/>
                  </a:cubicBezTo>
                  <a:cubicBezTo>
                    <a:pt x="4219" y="11078"/>
                    <a:pt x="4225" y="11078"/>
                    <a:pt x="4231" y="11078"/>
                  </a:cubicBezTo>
                  <a:cubicBezTo>
                    <a:pt x="5020" y="11097"/>
                    <a:pt x="5645" y="11751"/>
                    <a:pt x="5625" y="12539"/>
                  </a:cubicBezTo>
                  <a:lnTo>
                    <a:pt x="8328" y="12539"/>
                  </a:lnTo>
                  <a:cubicBezTo>
                    <a:pt x="8299" y="13337"/>
                    <a:pt x="8924" y="14001"/>
                    <a:pt x="9722" y="14020"/>
                  </a:cubicBezTo>
                  <a:cubicBezTo>
                    <a:pt x="9733" y="14020"/>
                    <a:pt x="9745" y="14021"/>
                    <a:pt x="9757" y="14021"/>
                  </a:cubicBezTo>
                  <a:cubicBezTo>
                    <a:pt x="10539" y="14021"/>
                    <a:pt x="11183" y="13383"/>
                    <a:pt x="11183" y="12597"/>
                  </a:cubicBezTo>
                  <a:lnTo>
                    <a:pt x="11183" y="12539"/>
                  </a:lnTo>
                  <a:lnTo>
                    <a:pt x="11664" y="12539"/>
                  </a:lnTo>
                  <a:cubicBezTo>
                    <a:pt x="12145" y="12530"/>
                    <a:pt x="12530" y="12135"/>
                    <a:pt x="12530" y="11664"/>
                  </a:cubicBezTo>
                  <a:lnTo>
                    <a:pt x="12530" y="11183"/>
                  </a:lnTo>
                  <a:cubicBezTo>
                    <a:pt x="11741" y="11174"/>
                    <a:pt x="11097" y="10539"/>
                    <a:pt x="11097" y="9751"/>
                  </a:cubicBezTo>
                  <a:cubicBezTo>
                    <a:pt x="11097" y="8962"/>
                    <a:pt x="11741" y="8327"/>
                    <a:pt x="12530" y="8318"/>
                  </a:cubicBezTo>
                  <a:lnTo>
                    <a:pt x="12530" y="2048"/>
                  </a:lnTo>
                  <a:cubicBezTo>
                    <a:pt x="12520" y="1702"/>
                    <a:pt x="12251" y="1433"/>
                    <a:pt x="11914" y="1433"/>
                  </a:cubicBezTo>
                  <a:lnTo>
                    <a:pt x="11174" y="1433"/>
                  </a:lnTo>
                  <a:cubicBezTo>
                    <a:pt x="11183" y="2221"/>
                    <a:pt x="10549" y="2866"/>
                    <a:pt x="9760" y="2875"/>
                  </a:cubicBezTo>
                  <a:cubicBezTo>
                    <a:pt x="8972" y="2875"/>
                    <a:pt x="8328" y="2241"/>
                    <a:pt x="8318" y="1452"/>
                  </a:cubicBezTo>
                  <a:lnTo>
                    <a:pt x="8318" y="1433"/>
                  </a:lnTo>
                  <a:lnTo>
                    <a:pt x="5625" y="1433"/>
                  </a:lnTo>
                  <a:cubicBezTo>
                    <a:pt x="5625" y="644"/>
                    <a:pt x="4991" y="0"/>
                    <a:pt x="4202"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4" name="Google Shape;12864;p65"/>
            <p:cNvSpPr/>
            <p:nvPr/>
          </p:nvSpPr>
          <p:spPr>
            <a:xfrm>
              <a:off x="3300013" y="1682427"/>
              <a:ext cx="145271" cy="184208"/>
            </a:xfrm>
            <a:custGeom>
              <a:avLst/>
              <a:gdLst/>
              <a:ahLst/>
              <a:cxnLst/>
              <a:rect l="l" t="t" r="r" b="b"/>
              <a:pathLst>
                <a:path w="5559" h="7049" extrusionOk="0">
                  <a:moveTo>
                    <a:pt x="1" y="0"/>
                  </a:moveTo>
                  <a:lnTo>
                    <a:pt x="1" y="1346"/>
                  </a:lnTo>
                  <a:cubicBezTo>
                    <a:pt x="789" y="1346"/>
                    <a:pt x="1433" y="1991"/>
                    <a:pt x="1433" y="2779"/>
                  </a:cubicBezTo>
                  <a:cubicBezTo>
                    <a:pt x="1433" y="3568"/>
                    <a:pt x="789" y="4212"/>
                    <a:pt x="1" y="4212"/>
                  </a:cubicBezTo>
                  <a:lnTo>
                    <a:pt x="1" y="5558"/>
                  </a:lnTo>
                  <a:lnTo>
                    <a:pt x="1357" y="5558"/>
                  </a:lnTo>
                  <a:lnTo>
                    <a:pt x="1357" y="5616"/>
                  </a:lnTo>
                  <a:cubicBezTo>
                    <a:pt x="1357" y="6405"/>
                    <a:pt x="1991" y="7049"/>
                    <a:pt x="2789" y="7049"/>
                  </a:cubicBezTo>
                  <a:cubicBezTo>
                    <a:pt x="3578" y="7049"/>
                    <a:pt x="4212" y="6405"/>
                    <a:pt x="4212" y="5616"/>
                  </a:cubicBezTo>
                  <a:lnTo>
                    <a:pt x="4212" y="5558"/>
                  </a:lnTo>
                  <a:lnTo>
                    <a:pt x="4693" y="5558"/>
                  </a:lnTo>
                  <a:cubicBezTo>
                    <a:pt x="5174" y="5549"/>
                    <a:pt x="5559" y="5154"/>
                    <a:pt x="5559" y="4683"/>
                  </a:cubicBezTo>
                  <a:lnTo>
                    <a:pt x="5559" y="4202"/>
                  </a:lnTo>
                  <a:cubicBezTo>
                    <a:pt x="4770" y="4193"/>
                    <a:pt x="4126" y="3558"/>
                    <a:pt x="4126" y="2770"/>
                  </a:cubicBezTo>
                  <a:cubicBezTo>
                    <a:pt x="4126" y="1981"/>
                    <a:pt x="4770" y="1346"/>
                    <a:pt x="5559" y="1337"/>
                  </a:cubicBezTo>
                  <a:lnTo>
                    <a:pt x="5559" y="0"/>
                  </a:lnTo>
                  <a:lnTo>
                    <a:pt x="4212" y="0"/>
                  </a:lnTo>
                  <a:cubicBezTo>
                    <a:pt x="4212" y="789"/>
                    <a:pt x="3568" y="1433"/>
                    <a:pt x="2780" y="1433"/>
                  </a:cubicBezTo>
                  <a:cubicBezTo>
                    <a:pt x="1991" y="1433"/>
                    <a:pt x="1347" y="789"/>
                    <a:pt x="1347"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5" name="Google Shape;12865;p65"/>
            <p:cNvSpPr/>
            <p:nvPr/>
          </p:nvSpPr>
          <p:spPr>
            <a:xfrm>
              <a:off x="3262826" y="1537183"/>
              <a:ext cx="182457" cy="182718"/>
            </a:xfrm>
            <a:custGeom>
              <a:avLst/>
              <a:gdLst/>
              <a:ahLst/>
              <a:cxnLst/>
              <a:rect l="l" t="t" r="r" b="b"/>
              <a:pathLst>
                <a:path w="6982" h="6992" extrusionOk="0">
                  <a:moveTo>
                    <a:pt x="1424" y="0"/>
                  </a:moveTo>
                  <a:lnTo>
                    <a:pt x="1424" y="1366"/>
                  </a:lnTo>
                  <a:cubicBezTo>
                    <a:pt x="635" y="1366"/>
                    <a:pt x="0" y="2000"/>
                    <a:pt x="0" y="2789"/>
                  </a:cubicBezTo>
                  <a:cubicBezTo>
                    <a:pt x="0" y="3577"/>
                    <a:pt x="635" y="4222"/>
                    <a:pt x="1424" y="4222"/>
                  </a:cubicBezTo>
                  <a:lnTo>
                    <a:pt x="1424" y="5558"/>
                  </a:lnTo>
                  <a:lnTo>
                    <a:pt x="2780" y="5558"/>
                  </a:lnTo>
                  <a:cubicBezTo>
                    <a:pt x="2780" y="6347"/>
                    <a:pt x="3414" y="6991"/>
                    <a:pt x="4212" y="6991"/>
                  </a:cubicBezTo>
                  <a:cubicBezTo>
                    <a:pt x="5001" y="6991"/>
                    <a:pt x="5635" y="6347"/>
                    <a:pt x="5635" y="5558"/>
                  </a:cubicBezTo>
                  <a:lnTo>
                    <a:pt x="6982" y="5558"/>
                  </a:lnTo>
                  <a:lnTo>
                    <a:pt x="6982" y="625"/>
                  </a:lnTo>
                  <a:cubicBezTo>
                    <a:pt x="6982" y="279"/>
                    <a:pt x="6703" y="0"/>
                    <a:pt x="6366" y="0"/>
                  </a:cubicBezTo>
                  <a:lnTo>
                    <a:pt x="5626" y="0"/>
                  </a:lnTo>
                  <a:lnTo>
                    <a:pt x="5626" y="29"/>
                  </a:lnTo>
                  <a:cubicBezTo>
                    <a:pt x="5626" y="818"/>
                    <a:pt x="4991" y="1452"/>
                    <a:pt x="4203" y="1452"/>
                  </a:cubicBezTo>
                  <a:cubicBezTo>
                    <a:pt x="3414" y="1452"/>
                    <a:pt x="2770" y="818"/>
                    <a:pt x="2770" y="29"/>
                  </a:cubicBezTo>
                  <a:lnTo>
                    <a:pt x="2770" y="0"/>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6" name="Google Shape;12866;p65"/>
            <p:cNvSpPr/>
            <p:nvPr/>
          </p:nvSpPr>
          <p:spPr>
            <a:xfrm>
              <a:off x="3155030" y="1682427"/>
              <a:ext cx="182457" cy="145271"/>
            </a:xfrm>
            <a:custGeom>
              <a:avLst/>
              <a:gdLst/>
              <a:ahLst/>
              <a:cxnLst/>
              <a:rect l="l" t="t" r="r" b="b"/>
              <a:pathLst>
                <a:path w="6982" h="5559" extrusionOk="0">
                  <a:moveTo>
                    <a:pt x="0" y="0"/>
                  </a:moveTo>
                  <a:lnTo>
                    <a:pt x="0" y="4933"/>
                  </a:lnTo>
                  <a:cubicBezTo>
                    <a:pt x="0" y="5279"/>
                    <a:pt x="279" y="5549"/>
                    <a:pt x="616" y="5558"/>
                  </a:cubicBezTo>
                  <a:lnTo>
                    <a:pt x="1346" y="5558"/>
                  </a:lnTo>
                  <a:lnTo>
                    <a:pt x="1346" y="5529"/>
                  </a:lnTo>
                  <a:lnTo>
                    <a:pt x="1346" y="5501"/>
                  </a:lnTo>
                  <a:cubicBezTo>
                    <a:pt x="1356" y="4718"/>
                    <a:pt x="1991" y="4087"/>
                    <a:pt x="2771" y="4087"/>
                  </a:cubicBezTo>
                  <a:cubicBezTo>
                    <a:pt x="2777" y="4087"/>
                    <a:pt x="2783" y="4087"/>
                    <a:pt x="2789" y="4087"/>
                  </a:cubicBezTo>
                  <a:cubicBezTo>
                    <a:pt x="3577" y="4097"/>
                    <a:pt x="4212" y="4741"/>
                    <a:pt x="4202" y="5529"/>
                  </a:cubicBezTo>
                  <a:lnTo>
                    <a:pt x="4202" y="5558"/>
                  </a:lnTo>
                  <a:lnTo>
                    <a:pt x="5549" y="5558"/>
                  </a:lnTo>
                  <a:lnTo>
                    <a:pt x="5549" y="4202"/>
                  </a:lnTo>
                  <a:cubicBezTo>
                    <a:pt x="6337" y="4202"/>
                    <a:pt x="6981" y="3568"/>
                    <a:pt x="6981" y="2779"/>
                  </a:cubicBezTo>
                  <a:cubicBezTo>
                    <a:pt x="6981" y="1991"/>
                    <a:pt x="6337" y="1356"/>
                    <a:pt x="5549" y="1346"/>
                  </a:cubicBezTo>
                  <a:lnTo>
                    <a:pt x="5549" y="0"/>
                  </a:lnTo>
                  <a:lnTo>
                    <a:pt x="4202" y="0"/>
                  </a:lnTo>
                  <a:cubicBezTo>
                    <a:pt x="4202" y="789"/>
                    <a:pt x="3568" y="1433"/>
                    <a:pt x="2779" y="1433"/>
                  </a:cubicBezTo>
                  <a:cubicBezTo>
                    <a:pt x="1991" y="1433"/>
                    <a:pt x="1346" y="789"/>
                    <a:pt x="1346"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7" name="Google Shape;12867;p65"/>
            <p:cNvSpPr/>
            <p:nvPr/>
          </p:nvSpPr>
          <p:spPr>
            <a:xfrm>
              <a:off x="3117843" y="1499997"/>
              <a:ext cx="182196" cy="219905"/>
            </a:xfrm>
            <a:custGeom>
              <a:avLst/>
              <a:gdLst/>
              <a:ahLst/>
              <a:cxnLst/>
              <a:rect l="l" t="t" r="r" b="b"/>
              <a:pathLst>
                <a:path w="6972" h="8415" extrusionOk="0">
                  <a:moveTo>
                    <a:pt x="4202" y="0"/>
                  </a:moveTo>
                  <a:cubicBezTo>
                    <a:pt x="3414" y="0"/>
                    <a:pt x="2769" y="635"/>
                    <a:pt x="2769" y="1423"/>
                  </a:cubicBezTo>
                  <a:lnTo>
                    <a:pt x="2039" y="1423"/>
                  </a:lnTo>
                  <a:cubicBezTo>
                    <a:pt x="1702" y="1423"/>
                    <a:pt x="1423" y="1702"/>
                    <a:pt x="1423" y="2048"/>
                  </a:cubicBezTo>
                  <a:lnTo>
                    <a:pt x="1423" y="2779"/>
                  </a:lnTo>
                  <a:cubicBezTo>
                    <a:pt x="635" y="2779"/>
                    <a:pt x="0" y="3414"/>
                    <a:pt x="0" y="4212"/>
                  </a:cubicBezTo>
                  <a:cubicBezTo>
                    <a:pt x="0" y="5000"/>
                    <a:pt x="635" y="5635"/>
                    <a:pt x="1423" y="5635"/>
                  </a:cubicBezTo>
                  <a:lnTo>
                    <a:pt x="1423" y="6981"/>
                  </a:lnTo>
                  <a:lnTo>
                    <a:pt x="2769" y="6981"/>
                  </a:lnTo>
                  <a:cubicBezTo>
                    <a:pt x="2769" y="7770"/>
                    <a:pt x="3414" y="8414"/>
                    <a:pt x="4202" y="8414"/>
                  </a:cubicBezTo>
                  <a:cubicBezTo>
                    <a:pt x="4991" y="8414"/>
                    <a:pt x="5625" y="7770"/>
                    <a:pt x="5625" y="6981"/>
                  </a:cubicBezTo>
                  <a:lnTo>
                    <a:pt x="6972" y="6981"/>
                  </a:lnTo>
                  <a:lnTo>
                    <a:pt x="6972" y="5635"/>
                  </a:lnTo>
                  <a:cubicBezTo>
                    <a:pt x="6183" y="5635"/>
                    <a:pt x="5548" y="4991"/>
                    <a:pt x="5548" y="4212"/>
                  </a:cubicBezTo>
                  <a:cubicBezTo>
                    <a:pt x="5548" y="3414"/>
                    <a:pt x="6183" y="2779"/>
                    <a:pt x="6972" y="2779"/>
                  </a:cubicBezTo>
                  <a:lnTo>
                    <a:pt x="6972" y="1423"/>
                  </a:lnTo>
                  <a:lnTo>
                    <a:pt x="5625" y="1423"/>
                  </a:lnTo>
                  <a:cubicBezTo>
                    <a:pt x="5625" y="635"/>
                    <a:pt x="4991" y="0"/>
                    <a:pt x="4202"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8" name="Google Shape;12868;p65"/>
            <p:cNvSpPr/>
            <p:nvPr/>
          </p:nvSpPr>
          <p:spPr>
            <a:xfrm>
              <a:off x="3155030" y="1682427"/>
              <a:ext cx="35200" cy="145271"/>
            </a:xfrm>
            <a:custGeom>
              <a:avLst/>
              <a:gdLst/>
              <a:ahLst/>
              <a:cxnLst/>
              <a:rect l="l" t="t" r="r" b="b"/>
              <a:pathLst>
                <a:path w="1347" h="5559" extrusionOk="0">
                  <a:moveTo>
                    <a:pt x="0" y="0"/>
                  </a:moveTo>
                  <a:lnTo>
                    <a:pt x="0" y="4933"/>
                  </a:lnTo>
                  <a:cubicBezTo>
                    <a:pt x="0" y="5279"/>
                    <a:pt x="279" y="5549"/>
                    <a:pt x="616" y="5558"/>
                  </a:cubicBezTo>
                  <a:lnTo>
                    <a:pt x="1346" y="5558"/>
                  </a:lnTo>
                  <a:lnTo>
                    <a:pt x="1346" y="5529"/>
                  </a:lnTo>
                  <a:cubicBezTo>
                    <a:pt x="1346" y="5520"/>
                    <a:pt x="1346" y="5510"/>
                    <a:pt x="1346" y="5501"/>
                  </a:cubicBezTo>
                  <a:cubicBezTo>
                    <a:pt x="1125" y="5395"/>
                    <a:pt x="981" y="5183"/>
                    <a:pt x="981" y="4943"/>
                  </a:cubicBezTo>
                  <a:lnTo>
                    <a:pt x="981" y="0"/>
                  </a:ln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9" name="Google Shape;12869;p65"/>
            <p:cNvSpPr/>
            <p:nvPr/>
          </p:nvSpPr>
          <p:spPr>
            <a:xfrm>
              <a:off x="3117843" y="1499892"/>
              <a:ext cx="122640" cy="182562"/>
            </a:xfrm>
            <a:custGeom>
              <a:avLst/>
              <a:gdLst/>
              <a:ahLst/>
              <a:cxnLst/>
              <a:rect l="l" t="t" r="r" b="b"/>
              <a:pathLst>
                <a:path w="4693" h="6986" extrusionOk="0">
                  <a:moveTo>
                    <a:pt x="4195" y="0"/>
                  </a:moveTo>
                  <a:cubicBezTo>
                    <a:pt x="3439" y="0"/>
                    <a:pt x="2769" y="613"/>
                    <a:pt x="2769" y="1427"/>
                  </a:cubicBezTo>
                  <a:lnTo>
                    <a:pt x="2039" y="1427"/>
                  </a:lnTo>
                  <a:cubicBezTo>
                    <a:pt x="1702" y="1427"/>
                    <a:pt x="1423" y="1706"/>
                    <a:pt x="1423" y="2052"/>
                  </a:cubicBezTo>
                  <a:lnTo>
                    <a:pt x="1423" y="2783"/>
                  </a:lnTo>
                  <a:cubicBezTo>
                    <a:pt x="635" y="2783"/>
                    <a:pt x="0" y="3418"/>
                    <a:pt x="0" y="4216"/>
                  </a:cubicBezTo>
                  <a:cubicBezTo>
                    <a:pt x="0" y="5004"/>
                    <a:pt x="635" y="5639"/>
                    <a:pt x="1423" y="5639"/>
                  </a:cubicBezTo>
                  <a:lnTo>
                    <a:pt x="1423" y="6985"/>
                  </a:lnTo>
                  <a:lnTo>
                    <a:pt x="2404" y="6985"/>
                  </a:lnTo>
                  <a:lnTo>
                    <a:pt x="2404" y="5639"/>
                  </a:lnTo>
                  <a:cubicBezTo>
                    <a:pt x="1616" y="5639"/>
                    <a:pt x="981" y="4995"/>
                    <a:pt x="981" y="4206"/>
                  </a:cubicBezTo>
                  <a:cubicBezTo>
                    <a:pt x="981" y="3418"/>
                    <a:pt x="1616" y="2783"/>
                    <a:pt x="2404" y="2783"/>
                  </a:cubicBezTo>
                  <a:lnTo>
                    <a:pt x="2404" y="2052"/>
                  </a:lnTo>
                  <a:cubicBezTo>
                    <a:pt x="2404" y="1712"/>
                    <a:pt x="2674" y="1437"/>
                    <a:pt x="3012" y="1437"/>
                  </a:cubicBezTo>
                  <a:cubicBezTo>
                    <a:pt x="3017" y="1437"/>
                    <a:pt x="3023" y="1437"/>
                    <a:pt x="3029" y="1437"/>
                  </a:cubicBezTo>
                  <a:lnTo>
                    <a:pt x="3760" y="1437"/>
                  </a:lnTo>
                  <a:cubicBezTo>
                    <a:pt x="3760" y="831"/>
                    <a:pt x="4135" y="302"/>
                    <a:pt x="4693" y="91"/>
                  </a:cubicBezTo>
                  <a:cubicBezTo>
                    <a:pt x="4527" y="29"/>
                    <a:pt x="4359" y="0"/>
                    <a:pt x="4195" y="0"/>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70" name="Google Shape;12870;p65"/>
          <p:cNvGrpSpPr/>
          <p:nvPr/>
        </p:nvGrpSpPr>
        <p:grpSpPr>
          <a:xfrm>
            <a:off x="2663330" y="1316124"/>
            <a:ext cx="336770" cy="366639"/>
            <a:chOff x="2667005" y="1499997"/>
            <a:chExt cx="336770" cy="366639"/>
          </a:xfrm>
        </p:grpSpPr>
        <p:sp>
          <p:nvSpPr>
            <p:cNvPr id="12871" name="Google Shape;12871;p65"/>
            <p:cNvSpPr/>
            <p:nvPr/>
          </p:nvSpPr>
          <p:spPr>
            <a:xfrm>
              <a:off x="2684593" y="1596974"/>
              <a:ext cx="229731" cy="252335"/>
            </a:xfrm>
            <a:custGeom>
              <a:avLst/>
              <a:gdLst/>
              <a:ahLst/>
              <a:cxnLst/>
              <a:rect l="l" t="t" r="r" b="b"/>
              <a:pathLst>
                <a:path w="8791" h="9656" extrusionOk="0">
                  <a:moveTo>
                    <a:pt x="1" y="1"/>
                  </a:moveTo>
                  <a:lnTo>
                    <a:pt x="1" y="9655"/>
                  </a:lnTo>
                  <a:lnTo>
                    <a:pt x="8790" y="9655"/>
                  </a:lnTo>
                  <a:lnTo>
                    <a:pt x="8790" y="905"/>
                  </a:lnTo>
                  <a:cubicBezTo>
                    <a:pt x="8790" y="405"/>
                    <a:pt x="8386" y="1"/>
                    <a:pt x="7886"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2" name="Google Shape;12872;p65"/>
            <p:cNvSpPr/>
            <p:nvPr/>
          </p:nvSpPr>
          <p:spPr>
            <a:xfrm>
              <a:off x="2717781" y="1638185"/>
              <a:ext cx="163119" cy="168137"/>
            </a:xfrm>
            <a:custGeom>
              <a:avLst/>
              <a:gdLst/>
              <a:ahLst/>
              <a:cxnLst/>
              <a:rect l="l" t="t" r="r" b="b"/>
              <a:pathLst>
                <a:path w="6242" h="6434" extrusionOk="0">
                  <a:moveTo>
                    <a:pt x="548" y="1"/>
                  </a:moveTo>
                  <a:cubicBezTo>
                    <a:pt x="250" y="1"/>
                    <a:pt x="0" y="251"/>
                    <a:pt x="10" y="549"/>
                  </a:cubicBezTo>
                  <a:lnTo>
                    <a:pt x="10" y="5895"/>
                  </a:lnTo>
                  <a:cubicBezTo>
                    <a:pt x="10" y="6194"/>
                    <a:pt x="250" y="6434"/>
                    <a:pt x="548" y="6434"/>
                  </a:cubicBezTo>
                  <a:lnTo>
                    <a:pt x="5703" y="6434"/>
                  </a:lnTo>
                  <a:cubicBezTo>
                    <a:pt x="6001" y="6434"/>
                    <a:pt x="6241" y="6194"/>
                    <a:pt x="6241" y="5895"/>
                  </a:cubicBezTo>
                  <a:lnTo>
                    <a:pt x="6241" y="549"/>
                  </a:lnTo>
                  <a:cubicBezTo>
                    <a:pt x="6241" y="251"/>
                    <a:pt x="6001" y="1"/>
                    <a:pt x="5703"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3" name="Google Shape;12873;p65"/>
            <p:cNvSpPr/>
            <p:nvPr/>
          </p:nvSpPr>
          <p:spPr>
            <a:xfrm>
              <a:off x="2740386" y="1638185"/>
              <a:ext cx="140514" cy="168137"/>
            </a:xfrm>
            <a:custGeom>
              <a:avLst/>
              <a:gdLst/>
              <a:ahLst/>
              <a:cxnLst/>
              <a:rect l="l" t="t" r="r" b="b"/>
              <a:pathLst>
                <a:path w="5377" h="6434" extrusionOk="0">
                  <a:moveTo>
                    <a:pt x="549" y="1"/>
                  </a:moveTo>
                  <a:cubicBezTo>
                    <a:pt x="241" y="1"/>
                    <a:pt x="1" y="251"/>
                    <a:pt x="1" y="549"/>
                  </a:cubicBezTo>
                  <a:lnTo>
                    <a:pt x="1" y="5895"/>
                  </a:lnTo>
                  <a:cubicBezTo>
                    <a:pt x="1" y="6194"/>
                    <a:pt x="241" y="6434"/>
                    <a:pt x="549" y="6434"/>
                  </a:cubicBezTo>
                  <a:lnTo>
                    <a:pt x="4838" y="6434"/>
                  </a:lnTo>
                  <a:cubicBezTo>
                    <a:pt x="5136" y="6434"/>
                    <a:pt x="5376" y="6194"/>
                    <a:pt x="5376" y="5895"/>
                  </a:cubicBezTo>
                  <a:lnTo>
                    <a:pt x="5376" y="549"/>
                  </a:lnTo>
                  <a:cubicBezTo>
                    <a:pt x="5376" y="251"/>
                    <a:pt x="5136" y="1"/>
                    <a:pt x="4838"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4" name="Google Shape;12874;p65"/>
            <p:cNvSpPr/>
            <p:nvPr/>
          </p:nvSpPr>
          <p:spPr>
            <a:xfrm>
              <a:off x="2725830" y="1719170"/>
              <a:ext cx="108581" cy="87152"/>
            </a:xfrm>
            <a:custGeom>
              <a:avLst/>
              <a:gdLst/>
              <a:ahLst/>
              <a:cxnLst/>
              <a:rect l="l" t="t" r="r" b="b"/>
              <a:pathLst>
                <a:path w="4155" h="3335" extrusionOk="0">
                  <a:moveTo>
                    <a:pt x="2059" y="1"/>
                  </a:moveTo>
                  <a:cubicBezTo>
                    <a:pt x="1832" y="1"/>
                    <a:pt x="1606" y="118"/>
                    <a:pt x="1491" y="354"/>
                  </a:cubicBezTo>
                  <a:lnTo>
                    <a:pt x="1039" y="1248"/>
                  </a:lnTo>
                  <a:lnTo>
                    <a:pt x="1019" y="1277"/>
                  </a:lnTo>
                  <a:lnTo>
                    <a:pt x="0" y="3287"/>
                  </a:lnTo>
                  <a:cubicBezTo>
                    <a:pt x="77" y="3316"/>
                    <a:pt x="154" y="3335"/>
                    <a:pt x="240" y="3335"/>
                  </a:cubicBezTo>
                  <a:lnTo>
                    <a:pt x="4154" y="3335"/>
                  </a:lnTo>
                  <a:lnTo>
                    <a:pt x="3106" y="1277"/>
                  </a:lnTo>
                  <a:lnTo>
                    <a:pt x="3087" y="1248"/>
                  </a:lnTo>
                  <a:lnTo>
                    <a:pt x="2635" y="354"/>
                  </a:lnTo>
                  <a:cubicBezTo>
                    <a:pt x="2515" y="118"/>
                    <a:pt x="2286" y="1"/>
                    <a:pt x="2059"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5" name="Google Shape;12875;p65"/>
            <p:cNvSpPr/>
            <p:nvPr/>
          </p:nvSpPr>
          <p:spPr>
            <a:xfrm>
              <a:off x="2725830" y="1776400"/>
              <a:ext cx="28903" cy="29922"/>
            </a:xfrm>
            <a:custGeom>
              <a:avLst/>
              <a:gdLst/>
              <a:ahLst/>
              <a:cxnLst/>
              <a:rect l="l" t="t" r="r" b="b"/>
              <a:pathLst>
                <a:path w="1106" h="1145" extrusionOk="0">
                  <a:moveTo>
                    <a:pt x="558" y="1"/>
                  </a:moveTo>
                  <a:lnTo>
                    <a:pt x="0" y="1097"/>
                  </a:lnTo>
                  <a:cubicBezTo>
                    <a:pt x="77" y="1126"/>
                    <a:pt x="163" y="1145"/>
                    <a:pt x="240" y="1145"/>
                  </a:cubicBezTo>
                  <a:lnTo>
                    <a:pt x="1106" y="1145"/>
                  </a:lnTo>
                  <a:cubicBezTo>
                    <a:pt x="798" y="1145"/>
                    <a:pt x="558" y="905"/>
                    <a:pt x="558" y="597"/>
                  </a:cubicBezTo>
                  <a:lnTo>
                    <a:pt x="558" y="1"/>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6" name="Google Shape;12876;p65"/>
            <p:cNvSpPr/>
            <p:nvPr/>
          </p:nvSpPr>
          <p:spPr>
            <a:xfrm>
              <a:off x="2799445" y="1662828"/>
              <a:ext cx="60340" cy="55244"/>
            </a:xfrm>
            <a:custGeom>
              <a:avLst/>
              <a:gdLst/>
              <a:ahLst/>
              <a:cxnLst/>
              <a:rect l="l" t="t" r="r" b="b"/>
              <a:pathLst>
                <a:path w="2309" h="2114" extrusionOk="0">
                  <a:moveTo>
                    <a:pt x="1193" y="0"/>
                  </a:moveTo>
                  <a:cubicBezTo>
                    <a:pt x="385" y="116"/>
                    <a:pt x="1" y="1048"/>
                    <a:pt x="491" y="1693"/>
                  </a:cubicBezTo>
                  <a:cubicBezTo>
                    <a:pt x="707" y="1977"/>
                    <a:pt x="1025" y="2113"/>
                    <a:pt x="1339" y="2113"/>
                  </a:cubicBezTo>
                  <a:cubicBezTo>
                    <a:pt x="1738" y="2113"/>
                    <a:pt x="2131" y="1895"/>
                    <a:pt x="2308" y="1481"/>
                  </a:cubicBezTo>
                  <a:lnTo>
                    <a:pt x="2308" y="1481"/>
                  </a:lnTo>
                  <a:cubicBezTo>
                    <a:pt x="2261" y="1487"/>
                    <a:pt x="2213" y="1490"/>
                    <a:pt x="2167" y="1490"/>
                  </a:cubicBezTo>
                  <a:cubicBezTo>
                    <a:pt x="1421" y="1490"/>
                    <a:pt x="885" y="715"/>
                    <a:pt x="1193"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7" name="Google Shape;12877;p65"/>
            <p:cNvSpPr/>
            <p:nvPr/>
          </p:nvSpPr>
          <p:spPr>
            <a:xfrm>
              <a:off x="2752955" y="1719170"/>
              <a:ext cx="53545" cy="46019"/>
            </a:xfrm>
            <a:custGeom>
              <a:avLst/>
              <a:gdLst/>
              <a:ahLst/>
              <a:cxnLst/>
              <a:rect l="l" t="t" r="r" b="b"/>
              <a:pathLst>
                <a:path w="2049" h="1761" extrusionOk="0">
                  <a:moveTo>
                    <a:pt x="1025" y="1"/>
                  </a:moveTo>
                  <a:cubicBezTo>
                    <a:pt x="799" y="1"/>
                    <a:pt x="573" y="118"/>
                    <a:pt x="453" y="354"/>
                  </a:cubicBezTo>
                  <a:lnTo>
                    <a:pt x="1" y="1248"/>
                  </a:lnTo>
                  <a:cubicBezTo>
                    <a:pt x="255" y="1590"/>
                    <a:pt x="640" y="1760"/>
                    <a:pt x="1025" y="1760"/>
                  </a:cubicBezTo>
                  <a:cubicBezTo>
                    <a:pt x="1409" y="1760"/>
                    <a:pt x="1794" y="1590"/>
                    <a:pt x="2049" y="1248"/>
                  </a:cubicBezTo>
                  <a:lnTo>
                    <a:pt x="1597" y="354"/>
                  </a:lnTo>
                  <a:cubicBezTo>
                    <a:pt x="1477" y="118"/>
                    <a:pt x="1251" y="1"/>
                    <a:pt x="1025" y="1"/>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8" name="Google Shape;12878;p65"/>
            <p:cNvSpPr/>
            <p:nvPr/>
          </p:nvSpPr>
          <p:spPr>
            <a:xfrm>
              <a:off x="2679079" y="1512044"/>
              <a:ext cx="312623" cy="342545"/>
            </a:xfrm>
            <a:custGeom>
              <a:avLst/>
              <a:gdLst/>
              <a:ahLst/>
              <a:cxnLst/>
              <a:rect l="l" t="t" r="r" b="b"/>
              <a:pathLst>
                <a:path w="11963" h="13108" extrusionOk="0">
                  <a:moveTo>
                    <a:pt x="11540" y="433"/>
                  </a:moveTo>
                  <a:lnTo>
                    <a:pt x="11540" y="12674"/>
                  </a:lnTo>
                  <a:lnTo>
                    <a:pt x="424" y="12674"/>
                  </a:lnTo>
                  <a:lnTo>
                    <a:pt x="424" y="433"/>
                  </a:lnTo>
                  <a:close/>
                  <a:moveTo>
                    <a:pt x="212" y="1"/>
                  </a:moveTo>
                  <a:cubicBezTo>
                    <a:pt x="97" y="1"/>
                    <a:pt x="0" y="97"/>
                    <a:pt x="0" y="212"/>
                  </a:cubicBezTo>
                  <a:lnTo>
                    <a:pt x="0" y="12896"/>
                  </a:lnTo>
                  <a:cubicBezTo>
                    <a:pt x="0" y="13011"/>
                    <a:pt x="97" y="13107"/>
                    <a:pt x="212" y="13107"/>
                  </a:cubicBezTo>
                  <a:lnTo>
                    <a:pt x="11751" y="13107"/>
                  </a:lnTo>
                  <a:cubicBezTo>
                    <a:pt x="11867" y="13107"/>
                    <a:pt x="11963" y="13011"/>
                    <a:pt x="11963" y="12896"/>
                  </a:cubicBezTo>
                  <a:lnTo>
                    <a:pt x="11963" y="212"/>
                  </a:lnTo>
                  <a:cubicBezTo>
                    <a:pt x="11963" y="97"/>
                    <a:pt x="11867" y="1"/>
                    <a:pt x="11751"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9" name="Google Shape;12879;p65"/>
            <p:cNvSpPr/>
            <p:nvPr/>
          </p:nvSpPr>
          <p:spPr>
            <a:xfrm>
              <a:off x="2667005" y="1499997"/>
              <a:ext cx="35227" cy="35200"/>
            </a:xfrm>
            <a:custGeom>
              <a:avLst/>
              <a:gdLst/>
              <a:ahLst/>
              <a:cxnLst/>
              <a:rect l="l" t="t" r="r" b="b"/>
              <a:pathLst>
                <a:path w="1348" h="1347" extrusionOk="0">
                  <a:moveTo>
                    <a:pt x="203" y="0"/>
                  </a:moveTo>
                  <a:cubicBezTo>
                    <a:pt x="87" y="0"/>
                    <a:pt x="1" y="96"/>
                    <a:pt x="1" y="202"/>
                  </a:cubicBezTo>
                  <a:lnTo>
                    <a:pt x="1" y="1144"/>
                  </a:lnTo>
                  <a:cubicBezTo>
                    <a:pt x="1" y="1260"/>
                    <a:pt x="87" y="1346"/>
                    <a:pt x="203" y="1346"/>
                  </a:cubicBezTo>
                  <a:lnTo>
                    <a:pt x="1145" y="1346"/>
                  </a:lnTo>
                  <a:cubicBezTo>
                    <a:pt x="1251" y="1346"/>
                    <a:pt x="1347" y="1260"/>
                    <a:pt x="1347" y="1144"/>
                  </a:cubicBezTo>
                  <a:lnTo>
                    <a:pt x="1347" y="202"/>
                  </a:lnTo>
                  <a:cubicBezTo>
                    <a:pt x="1347" y="87"/>
                    <a:pt x="1251" y="0"/>
                    <a:pt x="1145"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0" name="Google Shape;12880;p65"/>
            <p:cNvSpPr/>
            <p:nvPr/>
          </p:nvSpPr>
          <p:spPr>
            <a:xfrm>
              <a:off x="2818051" y="1499997"/>
              <a:ext cx="35436" cy="35200"/>
            </a:xfrm>
            <a:custGeom>
              <a:avLst/>
              <a:gdLst/>
              <a:ahLst/>
              <a:cxnLst/>
              <a:rect l="l" t="t" r="r" b="b"/>
              <a:pathLst>
                <a:path w="1356" h="1347" extrusionOk="0">
                  <a:moveTo>
                    <a:pt x="212" y="0"/>
                  </a:moveTo>
                  <a:cubicBezTo>
                    <a:pt x="96" y="0"/>
                    <a:pt x="0" y="87"/>
                    <a:pt x="0" y="202"/>
                  </a:cubicBezTo>
                  <a:lnTo>
                    <a:pt x="0" y="1144"/>
                  </a:lnTo>
                  <a:cubicBezTo>
                    <a:pt x="0" y="1260"/>
                    <a:pt x="96" y="1346"/>
                    <a:pt x="212" y="1346"/>
                  </a:cubicBezTo>
                  <a:lnTo>
                    <a:pt x="1144" y="1346"/>
                  </a:lnTo>
                  <a:cubicBezTo>
                    <a:pt x="1260" y="1346"/>
                    <a:pt x="1356" y="1260"/>
                    <a:pt x="1356" y="1144"/>
                  </a:cubicBezTo>
                  <a:lnTo>
                    <a:pt x="1356" y="202"/>
                  </a:lnTo>
                  <a:cubicBezTo>
                    <a:pt x="1356" y="87"/>
                    <a:pt x="1260" y="0"/>
                    <a:pt x="1144"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1" name="Google Shape;12881;p65"/>
            <p:cNvSpPr/>
            <p:nvPr/>
          </p:nvSpPr>
          <p:spPr>
            <a:xfrm>
              <a:off x="2968575" y="1499997"/>
              <a:ext cx="35200" cy="35200"/>
            </a:xfrm>
            <a:custGeom>
              <a:avLst/>
              <a:gdLst/>
              <a:ahLst/>
              <a:cxnLst/>
              <a:rect l="l" t="t" r="r" b="b"/>
              <a:pathLst>
                <a:path w="1347" h="1347" extrusionOk="0">
                  <a:moveTo>
                    <a:pt x="202" y="0"/>
                  </a:moveTo>
                  <a:cubicBezTo>
                    <a:pt x="87" y="0"/>
                    <a:pt x="0" y="87"/>
                    <a:pt x="0" y="202"/>
                  </a:cubicBezTo>
                  <a:lnTo>
                    <a:pt x="0" y="1144"/>
                  </a:lnTo>
                  <a:cubicBezTo>
                    <a:pt x="0" y="1260"/>
                    <a:pt x="87" y="1346"/>
                    <a:pt x="202" y="1346"/>
                  </a:cubicBezTo>
                  <a:lnTo>
                    <a:pt x="1144" y="1346"/>
                  </a:lnTo>
                  <a:cubicBezTo>
                    <a:pt x="1250" y="1346"/>
                    <a:pt x="1346" y="1260"/>
                    <a:pt x="1346" y="1144"/>
                  </a:cubicBezTo>
                  <a:lnTo>
                    <a:pt x="1346" y="202"/>
                  </a:lnTo>
                  <a:cubicBezTo>
                    <a:pt x="1346" y="87"/>
                    <a:pt x="1250" y="0"/>
                    <a:pt x="1144"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2" name="Google Shape;12882;p65"/>
            <p:cNvSpPr/>
            <p:nvPr/>
          </p:nvSpPr>
          <p:spPr>
            <a:xfrm>
              <a:off x="2667005" y="1831435"/>
              <a:ext cx="35227" cy="35200"/>
            </a:xfrm>
            <a:custGeom>
              <a:avLst/>
              <a:gdLst/>
              <a:ahLst/>
              <a:cxnLst/>
              <a:rect l="l" t="t" r="r" b="b"/>
              <a:pathLst>
                <a:path w="1348" h="1347" extrusionOk="0">
                  <a:moveTo>
                    <a:pt x="203" y="1"/>
                  </a:moveTo>
                  <a:cubicBezTo>
                    <a:pt x="87" y="1"/>
                    <a:pt x="1" y="87"/>
                    <a:pt x="1" y="202"/>
                  </a:cubicBezTo>
                  <a:lnTo>
                    <a:pt x="1" y="1145"/>
                  </a:lnTo>
                  <a:cubicBezTo>
                    <a:pt x="1" y="1251"/>
                    <a:pt x="87" y="1347"/>
                    <a:pt x="203" y="1347"/>
                  </a:cubicBezTo>
                  <a:lnTo>
                    <a:pt x="1145" y="1347"/>
                  </a:lnTo>
                  <a:cubicBezTo>
                    <a:pt x="1251" y="1347"/>
                    <a:pt x="1347" y="1251"/>
                    <a:pt x="1347" y="1145"/>
                  </a:cubicBezTo>
                  <a:lnTo>
                    <a:pt x="1347" y="202"/>
                  </a:lnTo>
                  <a:cubicBezTo>
                    <a:pt x="1347" y="87"/>
                    <a:pt x="1251" y="1"/>
                    <a:pt x="1145"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3" name="Google Shape;12883;p65"/>
            <p:cNvSpPr/>
            <p:nvPr/>
          </p:nvSpPr>
          <p:spPr>
            <a:xfrm>
              <a:off x="2818051" y="1831435"/>
              <a:ext cx="35436" cy="35200"/>
            </a:xfrm>
            <a:custGeom>
              <a:avLst/>
              <a:gdLst/>
              <a:ahLst/>
              <a:cxnLst/>
              <a:rect l="l" t="t" r="r" b="b"/>
              <a:pathLst>
                <a:path w="1356" h="1347" extrusionOk="0">
                  <a:moveTo>
                    <a:pt x="212" y="1"/>
                  </a:moveTo>
                  <a:cubicBezTo>
                    <a:pt x="96" y="1"/>
                    <a:pt x="0" y="87"/>
                    <a:pt x="0" y="202"/>
                  </a:cubicBezTo>
                  <a:lnTo>
                    <a:pt x="0" y="1145"/>
                  </a:lnTo>
                  <a:cubicBezTo>
                    <a:pt x="0" y="1251"/>
                    <a:pt x="96" y="1347"/>
                    <a:pt x="212" y="1347"/>
                  </a:cubicBezTo>
                  <a:lnTo>
                    <a:pt x="1144" y="1347"/>
                  </a:lnTo>
                  <a:cubicBezTo>
                    <a:pt x="1260" y="1347"/>
                    <a:pt x="1356" y="1251"/>
                    <a:pt x="1356" y="1145"/>
                  </a:cubicBezTo>
                  <a:lnTo>
                    <a:pt x="1356" y="202"/>
                  </a:lnTo>
                  <a:cubicBezTo>
                    <a:pt x="1356" y="87"/>
                    <a:pt x="1260" y="1"/>
                    <a:pt x="1144"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4" name="Google Shape;12884;p65"/>
            <p:cNvSpPr/>
            <p:nvPr/>
          </p:nvSpPr>
          <p:spPr>
            <a:xfrm>
              <a:off x="2968575" y="1831435"/>
              <a:ext cx="35200" cy="35200"/>
            </a:xfrm>
            <a:custGeom>
              <a:avLst/>
              <a:gdLst/>
              <a:ahLst/>
              <a:cxnLst/>
              <a:rect l="l" t="t" r="r" b="b"/>
              <a:pathLst>
                <a:path w="1347" h="1347" extrusionOk="0">
                  <a:moveTo>
                    <a:pt x="202" y="1"/>
                  </a:moveTo>
                  <a:cubicBezTo>
                    <a:pt x="87" y="1"/>
                    <a:pt x="0" y="87"/>
                    <a:pt x="0" y="202"/>
                  </a:cubicBezTo>
                  <a:lnTo>
                    <a:pt x="0" y="1145"/>
                  </a:lnTo>
                  <a:cubicBezTo>
                    <a:pt x="0" y="1251"/>
                    <a:pt x="87" y="1347"/>
                    <a:pt x="202" y="1347"/>
                  </a:cubicBezTo>
                  <a:lnTo>
                    <a:pt x="1144" y="1347"/>
                  </a:lnTo>
                  <a:cubicBezTo>
                    <a:pt x="1250" y="1347"/>
                    <a:pt x="1346" y="1251"/>
                    <a:pt x="1346" y="1145"/>
                  </a:cubicBezTo>
                  <a:lnTo>
                    <a:pt x="1346" y="202"/>
                  </a:lnTo>
                  <a:cubicBezTo>
                    <a:pt x="1346" y="87"/>
                    <a:pt x="1250" y="1"/>
                    <a:pt x="1144"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5" name="Google Shape;12885;p65"/>
            <p:cNvSpPr/>
            <p:nvPr/>
          </p:nvSpPr>
          <p:spPr>
            <a:xfrm>
              <a:off x="2667005" y="1666095"/>
              <a:ext cx="35227" cy="35200"/>
            </a:xfrm>
            <a:custGeom>
              <a:avLst/>
              <a:gdLst/>
              <a:ahLst/>
              <a:cxnLst/>
              <a:rect l="l" t="t" r="r" b="b"/>
              <a:pathLst>
                <a:path w="1348" h="1347" extrusionOk="0">
                  <a:moveTo>
                    <a:pt x="203" y="0"/>
                  </a:moveTo>
                  <a:cubicBezTo>
                    <a:pt x="87" y="0"/>
                    <a:pt x="1" y="87"/>
                    <a:pt x="1" y="202"/>
                  </a:cubicBezTo>
                  <a:lnTo>
                    <a:pt x="1" y="1145"/>
                  </a:lnTo>
                  <a:cubicBezTo>
                    <a:pt x="1" y="1260"/>
                    <a:pt x="87" y="1346"/>
                    <a:pt x="203" y="1346"/>
                  </a:cubicBezTo>
                  <a:lnTo>
                    <a:pt x="1145" y="1346"/>
                  </a:lnTo>
                  <a:cubicBezTo>
                    <a:pt x="1251" y="1346"/>
                    <a:pt x="1347" y="1260"/>
                    <a:pt x="1347" y="1145"/>
                  </a:cubicBezTo>
                  <a:lnTo>
                    <a:pt x="1347" y="202"/>
                  </a:lnTo>
                  <a:cubicBezTo>
                    <a:pt x="1347" y="87"/>
                    <a:pt x="1251" y="0"/>
                    <a:pt x="1145"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6" name="Google Shape;12886;p65"/>
            <p:cNvSpPr/>
            <p:nvPr/>
          </p:nvSpPr>
          <p:spPr>
            <a:xfrm>
              <a:off x="2968575" y="1666095"/>
              <a:ext cx="35200" cy="35200"/>
            </a:xfrm>
            <a:custGeom>
              <a:avLst/>
              <a:gdLst/>
              <a:ahLst/>
              <a:cxnLst/>
              <a:rect l="l" t="t" r="r" b="b"/>
              <a:pathLst>
                <a:path w="1347" h="1347" extrusionOk="0">
                  <a:moveTo>
                    <a:pt x="202" y="0"/>
                  </a:moveTo>
                  <a:cubicBezTo>
                    <a:pt x="87" y="0"/>
                    <a:pt x="0" y="87"/>
                    <a:pt x="0" y="202"/>
                  </a:cubicBezTo>
                  <a:lnTo>
                    <a:pt x="0" y="1145"/>
                  </a:lnTo>
                  <a:cubicBezTo>
                    <a:pt x="0" y="1260"/>
                    <a:pt x="87" y="1346"/>
                    <a:pt x="202" y="1346"/>
                  </a:cubicBezTo>
                  <a:lnTo>
                    <a:pt x="1144" y="1346"/>
                  </a:lnTo>
                  <a:cubicBezTo>
                    <a:pt x="1250" y="1346"/>
                    <a:pt x="1346" y="1260"/>
                    <a:pt x="1346" y="1145"/>
                  </a:cubicBezTo>
                  <a:lnTo>
                    <a:pt x="1346" y="202"/>
                  </a:lnTo>
                  <a:cubicBezTo>
                    <a:pt x="1346" y="87"/>
                    <a:pt x="1250" y="0"/>
                    <a:pt x="1144"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7" name="Google Shape;12887;p65"/>
            <p:cNvSpPr/>
            <p:nvPr/>
          </p:nvSpPr>
          <p:spPr>
            <a:xfrm>
              <a:off x="2893182" y="1554901"/>
              <a:ext cx="68807" cy="64782"/>
            </a:xfrm>
            <a:custGeom>
              <a:avLst/>
              <a:gdLst/>
              <a:ahLst/>
              <a:cxnLst/>
              <a:rect l="l" t="t" r="r" b="b"/>
              <a:pathLst>
                <a:path w="2633" h="2479" extrusionOk="0">
                  <a:moveTo>
                    <a:pt x="2327" y="1"/>
                  </a:moveTo>
                  <a:cubicBezTo>
                    <a:pt x="2279" y="1"/>
                    <a:pt x="2229" y="19"/>
                    <a:pt x="2183" y="63"/>
                  </a:cubicBezTo>
                  <a:lnTo>
                    <a:pt x="125" y="2120"/>
                  </a:lnTo>
                  <a:cubicBezTo>
                    <a:pt x="0" y="2255"/>
                    <a:pt x="96" y="2476"/>
                    <a:pt x="279" y="2476"/>
                  </a:cubicBezTo>
                  <a:cubicBezTo>
                    <a:pt x="287" y="2477"/>
                    <a:pt x="294" y="2478"/>
                    <a:pt x="302" y="2478"/>
                  </a:cubicBezTo>
                  <a:cubicBezTo>
                    <a:pt x="352" y="2478"/>
                    <a:pt x="400" y="2452"/>
                    <a:pt x="433" y="2419"/>
                  </a:cubicBezTo>
                  <a:lnTo>
                    <a:pt x="2491" y="370"/>
                  </a:lnTo>
                  <a:cubicBezTo>
                    <a:pt x="2632" y="214"/>
                    <a:pt x="2492" y="1"/>
                    <a:pt x="2327" y="1"/>
                  </a:cubicBezTo>
                  <a:close/>
                </a:path>
              </a:pathLst>
            </a:cu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8" name="Google Shape;12888;p65"/>
            <p:cNvSpPr/>
            <p:nvPr/>
          </p:nvSpPr>
          <p:spPr>
            <a:xfrm>
              <a:off x="2889184" y="1587462"/>
              <a:ext cx="38702" cy="37735"/>
            </a:xfrm>
            <a:custGeom>
              <a:avLst/>
              <a:gdLst/>
              <a:ahLst/>
              <a:cxnLst/>
              <a:rect l="l" t="t" r="r" b="b"/>
              <a:pathLst>
                <a:path w="1481" h="1444" extrusionOk="0">
                  <a:moveTo>
                    <a:pt x="251" y="0"/>
                  </a:moveTo>
                  <a:cubicBezTo>
                    <a:pt x="205" y="0"/>
                    <a:pt x="160" y="35"/>
                    <a:pt x="153" y="86"/>
                  </a:cubicBezTo>
                  <a:lnTo>
                    <a:pt x="86" y="672"/>
                  </a:lnTo>
                  <a:lnTo>
                    <a:pt x="9" y="1346"/>
                  </a:lnTo>
                  <a:cubicBezTo>
                    <a:pt x="0" y="1398"/>
                    <a:pt x="48" y="1443"/>
                    <a:pt x="100" y="1443"/>
                  </a:cubicBezTo>
                  <a:cubicBezTo>
                    <a:pt x="105" y="1443"/>
                    <a:pt x="110" y="1443"/>
                    <a:pt x="115" y="1442"/>
                  </a:cubicBezTo>
                  <a:lnTo>
                    <a:pt x="778" y="1365"/>
                  </a:lnTo>
                  <a:lnTo>
                    <a:pt x="1375" y="1298"/>
                  </a:lnTo>
                  <a:cubicBezTo>
                    <a:pt x="1451" y="1288"/>
                    <a:pt x="1480" y="1192"/>
                    <a:pt x="1423" y="1134"/>
                  </a:cubicBezTo>
                  <a:lnTo>
                    <a:pt x="317" y="28"/>
                  </a:lnTo>
                  <a:cubicBezTo>
                    <a:pt x="298" y="9"/>
                    <a:pt x="274" y="0"/>
                    <a:pt x="251"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89" name="Google Shape;12889;p65"/>
            <p:cNvSpPr/>
            <p:nvPr/>
          </p:nvSpPr>
          <p:spPr>
            <a:xfrm>
              <a:off x="2923574" y="1552262"/>
              <a:ext cx="38728" cy="37814"/>
            </a:xfrm>
            <a:custGeom>
              <a:avLst/>
              <a:gdLst/>
              <a:ahLst/>
              <a:cxnLst/>
              <a:rect l="l" t="t" r="r" b="b"/>
              <a:pathLst>
                <a:path w="1482" h="1447" extrusionOk="0">
                  <a:moveTo>
                    <a:pt x="1366" y="0"/>
                  </a:moveTo>
                  <a:lnTo>
                    <a:pt x="703" y="77"/>
                  </a:lnTo>
                  <a:lnTo>
                    <a:pt x="107" y="154"/>
                  </a:lnTo>
                  <a:cubicBezTo>
                    <a:pt x="30" y="164"/>
                    <a:pt x="1" y="260"/>
                    <a:pt x="59" y="308"/>
                  </a:cubicBezTo>
                  <a:lnTo>
                    <a:pt x="1164" y="1423"/>
                  </a:lnTo>
                  <a:cubicBezTo>
                    <a:pt x="1184" y="1439"/>
                    <a:pt x="1207" y="1447"/>
                    <a:pt x="1230" y="1447"/>
                  </a:cubicBezTo>
                  <a:cubicBezTo>
                    <a:pt x="1277" y="1447"/>
                    <a:pt x="1321" y="1417"/>
                    <a:pt x="1328" y="1366"/>
                  </a:cubicBezTo>
                  <a:lnTo>
                    <a:pt x="1395" y="779"/>
                  </a:lnTo>
                  <a:lnTo>
                    <a:pt x="1472" y="106"/>
                  </a:lnTo>
                  <a:cubicBezTo>
                    <a:pt x="1482" y="48"/>
                    <a:pt x="1424" y="0"/>
                    <a:pt x="1366"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90" name="Google Shape;12890;p65"/>
          <p:cNvGrpSpPr/>
          <p:nvPr/>
        </p:nvGrpSpPr>
        <p:grpSpPr>
          <a:xfrm>
            <a:off x="3561191" y="1316124"/>
            <a:ext cx="326473" cy="366639"/>
            <a:chOff x="3564866" y="1499997"/>
            <a:chExt cx="326473" cy="366639"/>
          </a:xfrm>
        </p:grpSpPr>
        <p:sp>
          <p:nvSpPr>
            <p:cNvPr id="12891" name="Google Shape;12891;p65"/>
            <p:cNvSpPr/>
            <p:nvPr/>
          </p:nvSpPr>
          <p:spPr>
            <a:xfrm>
              <a:off x="3595284" y="1499997"/>
              <a:ext cx="263389" cy="366404"/>
            </a:xfrm>
            <a:custGeom>
              <a:avLst/>
              <a:gdLst/>
              <a:ahLst/>
              <a:cxnLst/>
              <a:rect l="l" t="t" r="r" b="b"/>
              <a:pathLst>
                <a:path w="10079" h="14021" extrusionOk="0">
                  <a:moveTo>
                    <a:pt x="1308" y="0"/>
                  </a:moveTo>
                  <a:cubicBezTo>
                    <a:pt x="587" y="0"/>
                    <a:pt x="0" y="587"/>
                    <a:pt x="0" y="1308"/>
                  </a:cubicBezTo>
                  <a:lnTo>
                    <a:pt x="0" y="14020"/>
                  </a:lnTo>
                  <a:lnTo>
                    <a:pt x="7789" y="14020"/>
                  </a:lnTo>
                  <a:cubicBezTo>
                    <a:pt x="8453" y="14020"/>
                    <a:pt x="8991" y="13482"/>
                    <a:pt x="8991" y="12818"/>
                  </a:cubicBezTo>
                  <a:lnTo>
                    <a:pt x="8991" y="1154"/>
                  </a:lnTo>
                  <a:cubicBezTo>
                    <a:pt x="8991" y="548"/>
                    <a:pt x="9472" y="38"/>
                    <a:pt x="10078"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2" name="Google Shape;12892;p65"/>
            <p:cNvSpPr/>
            <p:nvPr/>
          </p:nvSpPr>
          <p:spPr>
            <a:xfrm>
              <a:off x="3623690" y="1499997"/>
              <a:ext cx="234983" cy="366404"/>
            </a:xfrm>
            <a:custGeom>
              <a:avLst/>
              <a:gdLst/>
              <a:ahLst/>
              <a:cxnLst/>
              <a:rect l="l" t="t" r="r" b="b"/>
              <a:pathLst>
                <a:path w="8992" h="14021" extrusionOk="0">
                  <a:moveTo>
                    <a:pt x="1308" y="0"/>
                  </a:moveTo>
                  <a:cubicBezTo>
                    <a:pt x="587" y="0"/>
                    <a:pt x="0" y="587"/>
                    <a:pt x="0" y="1308"/>
                  </a:cubicBezTo>
                  <a:lnTo>
                    <a:pt x="0" y="14020"/>
                  </a:lnTo>
                  <a:lnTo>
                    <a:pt x="6702" y="14020"/>
                  </a:lnTo>
                  <a:cubicBezTo>
                    <a:pt x="7366" y="14020"/>
                    <a:pt x="7904" y="13482"/>
                    <a:pt x="7904" y="12818"/>
                  </a:cubicBezTo>
                  <a:lnTo>
                    <a:pt x="7904" y="1154"/>
                  </a:lnTo>
                  <a:cubicBezTo>
                    <a:pt x="7904" y="548"/>
                    <a:pt x="8385" y="38"/>
                    <a:pt x="8991" y="0"/>
                  </a:cubicBez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3" name="Google Shape;12893;p65"/>
            <p:cNvSpPr/>
            <p:nvPr/>
          </p:nvSpPr>
          <p:spPr>
            <a:xfrm>
              <a:off x="3830241" y="1499997"/>
              <a:ext cx="61098" cy="87204"/>
            </a:xfrm>
            <a:custGeom>
              <a:avLst/>
              <a:gdLst/>
              <a:ahLst/>
              <a:cxnLst/>
              <a:rect l="l" t="t" r="r" b="b"/>
              <a:pathLst>
                <a:path w="2338" h="3337" extrusionOk="0">
                  <a:moveTo>
                    <a:pt x="1164" y="0"/>
                  </a:moveTo>
                  <a:cubicBezTo>
                    <a:pt x="520" y="0"/>
                    <a:pt x="0" y="519"/>
                    <a:pt x="0" y="1164"/>
                  </a:cubicBezTo>
                  <a:lnTo>
                    <a:pt x="0" y="3337"/>
                  </a:lnTo>
                  <a:lnTo>
                    <a:pt x="1616" y="3337"/>
                  </a:lnTo>
                  <a:cubicBezTo>
                    <a:pt x="2010" y="3337"/>
                    <a:pt x="2337" y="3010"/>
                    <a:pt x="2337" y="2616"/>
                  </a:cubicBezTo>
                  <a:lnTo>
                    <a:pt x="2337" y="1164"/>
                  </a:lnTo>
                  <a:cubicBezTo>
                    <a:pt x="2337" y="519"/>
                    <a:pt x="1818" y="0"/>
                    <a:pt x="1174"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4" name="Google Shape;12894;p65"/>
            <p:cNvSpPr/>
            <p:nvPr/>
          </p:nvSpPr>
          <p:spPr>
            <a:xfrm>
              <a:off x="3564866" y="1779431"/>
              <a:ext cx="230724" cy="87204"/>
            </a:xfrm>
            <a:custGeom>
              <a:avLst/>
              <a:gdLst/>
              <a:ahLst/>
              <a:cxnLst/>
              <a:rect l="l" t="t" r="r" b="b"/>
              <a:pathLst>
                <a:path w="8829" h="3337" extrusionOk="0">
                  <a:moveTo>
                    <a:pt x="722" y="0"/>
                  </a:moveTo>
                  <a:cubicBezTo>
                    <a:pt x="318" y="0"/>
                    <a:pt x="1" y="317"/>
                    <a:pt x="1" y="721"/>
                  </a:cubicBezTo>
                  <a:lnTo>
                    <a:pt x="1" y="2173"/>
                  </a:lnTo>
                  <a:cubicBezTo>
                    <a:pt x="1" y="2241"/>
                    <a:pt x="1" y="2317"/>
                    <a:pt x="20" y="2394"/>
                  </a:cubicBezTo>
                  <a:cubicBezTo>
                    <a:pt x="126" y="2933"/>
                    <a:pt x="607" y="3327"/>
                    <a:pt x="1155" y="3337"/>
                  </a:cubicBezTo>
                  <a:lnTo>
                    <a:pt x="8828" y="3337"/>
                  </a:lnTo>
                  <a:lnTo>
                    <a:pt x="8828" y="3327"/>
                  </a:lnTo>
                  <a:cubicBezTo>
                    <a:pt x="8328" y="3260"/>
                    <a:pt x="7925" y="2885"/>
                    <a:pt x="7828" y="2385"/>
                  </a:cubicBezTo>
                  <a:cubicBezTo>
                    <a:pt x="7819" y="2317"/>
                    <a:pt x="7809" y="2241"/>
                    <a:pt x="7809" y="2173"/>
                  </a:cubicBezTo>
                  <a:lnTo>
                    <a:pt x="7809" y="721"/>
                  </a:lnTo>
                  <a:cubicBezTo>
                    <a:pt x="7809" y="317"/>
                    <a:pt x="7482" y="0"/>
                    <a:pt x="7088"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5" name="Google Shape;12895;p65"/>
            <p:cNvSpPr/>
            <p:nvPr/>
          </p:nvSpPr>
          <p:spPr>
            <a:xfrm>
              <a:off x="3565389" y="1841993"/>
              <a:ext cx="230201" cy="24643"/>
            </a:xfrm>
            <a:custGeom>
              <a:avLst/>
              <a:gdLst/>
              <a:ahLst/>
              <a:cxnLst/>
              <a:rect l="l" t="t" r="r" b="b"/>
              <a:pathLst>
                <a:path w="8809" h="943" extrusionOk="0">
                  <a:moveTo>
                    <a:pt x="0" y="0"/>
                  </a:moveTo>
                  <a:cubicBezTo>
                    <a:pt x="106" y="539"/>
                    <a:pt x="587" y="933"/>
                    <a:pt x="1135" y="943"/>
                  </a:cubicBezTo>
                  <a:lnTo>
                    <a:pt x="8808" y="943"/>
                  </a:lnTo>
                  <a:lnTo>
                    <a:pt x="8808" y="933"/>
                  </a:lnTo>
                  <a:cubicBezTo>
                    <a:pt x="8308" y="866"/>
                    <a:pt x="7905" y="491"/>
                    <a:pt x="7818"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6" name="Google Shape;12896;p65"/>
            <p:cNvSpPr/>
            <p:nvPr/>
          </p:nvSpPr>
          <p:spPr>
            <a:xfrm>
              <a:off x="3635659" y="1593708"/>
              <a:ext cx="153737" cy="11368"/>
            </a:xfrm>
            <a:custGeom>
              <a:avLst/>
              <a:gdLst/>
              <a:ahLst/>
              <a:cxnLst/>
              <a:rect l="l" t="t" r="r" b="b"/>
              <a:pathLst>
                <a:path w="5883" h="435" extrusionOk="0">
                  <a:moveTo>
                    <a:pt x="284" y="0"/>
                  </a:moveTo>
                  <a:cubicBezTo>
                    <a:pt x="0" y="0"/>
                    <a:pt x="0" y="434"/>
                    <a:pt x="284" y="434"/>
                  </a:cubicBezTo>
                  <a:cubicBezTo>
                    <a:pt x="290" y="434"/>
                    <a:pt x="296" y="434"/>
                    <a:pt x="302" y="433"/>
                  </a:cubicBezTo>
                  <a:lnTo>
                    <a:pt x="5581" y="433"/>
                  </a:lnTo>
                  <a:cubicBezTo>
                    <a:pt x="5587" y="434"/>
                    <a:pt x="5593" y="434"/>
                    <a:pt x="5599" y="434"/>
                  </a:cubicBezTo>
                  <a:cubicBezTo>
                    <a:pt x="5883" y="434"/>
                    <a:pt x="5883" y="0"/>
                    <a:pt x="5599" y="0"/>
                  </a:cubicBezTo>
                  <a:cubicBezTo>
                    <a:pt x="5593" y="0"/>
                    <a:pt x="5587" y="0"/>
                    <a:pt x="5581" y="1"/>
                  </a:cubicBezTo>
                  <a:lnTo>
                    <a:pt x="302" y="1"/>
                  </a:lnTo>
                  <a:cubicBezTo>
                    <a:pt x="296" y="0"/>
                    <a:pt x="290" y="0"/>
                    <a:pt x="284"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7" name="Google Shape;12897;p65"/>
            <p:cNvSpPr/>
            <p:nvPr/>
          </p:nvSpPr>
          <p:spPr>
            <a:xfrm>
              <a:off x="3635659" y="1639675"/>
              <a:ext cx="152901" cy="11368"/>
            </a:xfrm>
            <a:custGeom>
              <a:avLst/>
              <a:gdLst/>
              <a:ahLst/>
              <a:cxnLst/>
              <a:rect l="l" t="t" r="r" b="b"/>
              <a:pathLst>
                <a:path w="5851" h="435" extrusionOk="0">
                  <a:moveTo>
                    <a:pt x="284" y="1"/>
                  </a:moveTo>
                  <a:cubicBezTo>
                    <a:pt x="0" y="1"/>
                    <a:pt x="0" y="435"/>
                    <a:pt x="284" y="435"/>
                  </a:cubicBezTo>
                  <a:cubicBezTo>
                    <a:pt x="290" y="435"/>
                    <a:pt x="296" y="435"/>
                    <a:pt x="302" y="434"/>
                  </a:cubicBezTo>
                  <a:lnTo>
                    <a:pt x="5581" y="434"/>
                  </a:lnTo>
                  <a:cubicBezTo>
                    <a:pt x="5850" y="415"/>
                    <a:pt x="5850" y="21"/>
                    <a:pt x="5581" y="2"/>
                  </a:cubicBezTo>
                  <a:lnTo>
                    <a:pt x="302" y="2"/>
                  </a:lnTo>
                  <a:cubicBezTo>
                    <a:pt x="296" y="1"/>
                    <a:pt x="290" y="1"/>
                    <a:pt x="284"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8" name="Google Shape;12898;p65"/>
            <p:cNvSpPr/>
            <p:nvPr/>
          </p:nvSpPr>
          <p:spPr>
            <a:xfrm>
              <a:off x="3635659" y="1685668"/>
              <a:ext cx="152901" cy="11368"/>
            </a:xfrm>
            <a:custGeom>
              <a:avLst/>
              <a:gdLst/>
              <a:ahLst/>
              <a:cxnLst/>
              <a:rect l="l" t="t" r="r" b="b"/>
              <a:pathLst>
                <a:path w="5851" h="435" extrusionOk="0">
                  <a:moveTo>
                    <a:pt x="284" y="1"/>
                  </a:moveTo>
                  <a:cubicBezTo>
                    <a:pt x="0" y="1"/>
                    <a:pt x="0" y="435"/>
                    <a:pt x="284" y="435"/>
                  </a:cubicBezTo>
                  <a:cubicBezTo>
                    <a:pt x="290" y="435"/>
                    <a:pt x="296" y="434"/>
                    <a:pt x="302" y="434"/>
                  </a:cubicBezTo>
                  <a:lnTo>
                    <a:pt x="5581" y="434"/>
                  </a:lnTo>
                  <a:cubicBezTo>
                    <a:pt x="5850" y="415"/>
                    <a:pt x="5850" y="20"/>
                    <a:pt x="5581" y="1"/>
                  </a:cubicBezTo>
                  <a:lnTo>
                    <a:pt x="302" y="1"/>
                  </a:lnTo>
                  <a:cubicBezTo>
                    <a:pt x="296" y="1"/>
                    <a:pt x="290" y="1"/>
                    <a:pt x="284"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9" name="Google Shape;12899;p65"/>
            <p:cNvSpPr/>
            <p:nvPr/>
          </p:nvSpPr>
          <p:spPr>
            <a:xfrm>
              <a:off x="3635659" y="1731661"/>
              <a:ext cx="152901" cy="11368"/>
            </a:xfrm>
            <a:custGeom>
              <a:avLst/>
              <a:gdLst/>
              <a:ahLst/>
              <a:cxnLst/>
              <a:rect l="l" t="t" r="r" b="b"/>
              <a:pathLst>
                <a:path w="5851" h="435" extrusionOk="0">
                  <a:moveTo>
                    <a:pt x="284" y="0"/>
                  </a:moveTo>
                  <a:cubicBezTo>
                    <a:pt x="0" y="0"/>
                    <a:pt x="0" y="434"/>
                    <a:pt x="284" y="434"/>
                  </a:cubicBezTo>
                  <a:cubicBezTo>
                    <a:pt x="290" y="434"/>
                    <a:pt x="296" y="434"/>
                    <a:pt x="302" y="434"/>
                  </a:cubicBezTo>
                  <a:lnTo>
                    <a:pt x="5581" y="434"/>
                  </a:lnTo>
                  <a:cubicBezTo>
                    <a:pt x="5850" y="414"/>
                    <a:pt x="5850" y="20"/>
                    <a:pt x="5581" y="1"/>
                  </a:cubicBezTo>
                  <a:lnTo>
                    <a:pt x="302" y="1"/>
                  </a:lnTo>
                  <a:cubicBezTo>
                    <a:pt x="296" y="1"/>
                    <a:pt x="290" y="0"/>
                    <a:pt x="284"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00" name="Google Shape;12900;p65"/>
          <p:cNvGrpSpPr/>
          <p:nvPr/>
        </p:nvGrpSpPr>
        <p:grpSpPr>
          <a:xfrm>
            <a:off x="1310399" y="1316124"/>
            <a:ext cx="364392" cy="366639"/>
            <a:chOff x="1314074" y="1499997"/>
            <a:chExt cx="364392" cy="366639"/>
          </a:xfrm>
        </p:grpSpPr>
        <p:sp>
          <p:nvSpPr>
            <p:cNvPr id="12901" name="Google Shape;12901;p65"/>
            <p:cNvSpPr/>
            <p:nvPr/>
          </p:nvSpPr>
          <p:spPr>
            <a:xfrm>
              <a:off x="1467602" y="1715093"/>
              <a:ext cx="57073" cy="132440"/>
            </a:xfrm>
            <a:custGeom>
              <a:avLst/>
              <a:gdLst/>
              <a:ahLst/>
              <a:cxnLst/>
              <a:rect l="l" t="t" r="r" b="b"/>
              <a:pathLst>
                <a:path w="2184" h="5068" extrusionOk="0">
                  <a:moveTo>
                    <a:pt x="1" y="0"/>
                  </a:moveTo>
                  <a:lnTo>
                    <a:pt x="1" y="5068"/>
                  </a:lnTo>
                  <a:lnTo>
                    <a:pt x="2183" y="5068"/>
                  </a:lnTo>
                  <a:lnTo>
                    <a:pt x="2183"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2" name="Google Shape;12902;p65"/>
            <p:cNvSpPr/>
            <p:nvPr/>
          </p:nvSpPr>
          <p:spPr>
            <a:xfrm>
              <a:off x="1494492" y="1756539"/>
              <a:ext cx="30183" cy="90993"/>
            </a:xfrm>
            <a:custGeom>
              <a:avLst/>
              <a:gdLst/>
              <a:ahLst/>
              <a:cxnLst/>
              <a:rect l="l" t="t" r="r" b="b"/>
              <a:pathLst>
                <a:path w="1155" h="3482" extrusionOk="0">
                  <a:moveTo>
                    <a:pt x="597" y="1"/>
                  </a:moveTo>
                  <a:cubicBezTo>
                    <a:pt x="270" y="1"/>
                    <a:pt x="0" y="270"/>
                    <a:pt x="0" y="607"/>
                  </a:cubicBezTo>
                  <a:lnTo>
                    <a:pt x="0" y="3482"/>
                  </a:lnTo>
                  <a:lnTo>
                    <a:pt x="1154" y="3482"/>
                  </a:lnTo>
                  <a:lnTo>
                    <a:pt x="1154" y="11"/>
                  </a:lnTo>
                  <a:lnTo>
                    <a:pt x="597"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3" name="Google Shape;12903;p65"/>
            <p:cNvSpPr/>
            <p:nvPr/>
          </p:nvSpPr>
          <p:spPr>
            <a:xfrm>
              <a:off x="1408307" y="1830677"/>
              <a:ext cx="175924" cy="35958"/>
            </a:xfrm>
            <a:custGeom>
              <a:avLst/>
              <a:gdLst/>
              <a:ahLst/>
              <a:cxnLst/>
              <a:rect l="l" t="t" r="r" b="b"/>
              <a:pathLst>
                <a:path w="6732" h="1376" extrusionOk="0">
                  <a:moveTo>
                    <a:pt x="644" y="1"/>
                  </a:moveTo>
                  <a:cubicBezTo>
                    <a:pt x="289" y="1"/>
                    <a:pt x="0" y="289"/>
                    <a:pt x="0" y="645"/>
                  </a:cubicBezTo>
                  <a:lnTo>
                    <a:pt x="0" y="732"/>
                  </a:lnTo>
                  <a:cubicBezTo>
                    <a:pt x="0" y="1087"/>
                    <a:pt x="289" y="1376"/>
                    <a:pt x="644" y="1376"/>
                  </a:cubicBezTo>
                  <a:lnTo>
                    <a:pt x="6087" y="1376"/>
                  </a:lnTo>
                  <a:cubicBezTo>
                    <a:pt x="6443" y="1376"/>
                    <a:pt x="6731" y="1087"/>
                    <a:pt x="6731" y="732"/>
                  </a:cubicBezTo>
                  <a:lnTo>
                    <a:pt x="6731" y="645"/>
                  </a:lnTo>
                  <a:cubicBezTo>
                    <a:pt x="6731" y="289"/>
                    <a:pt x="6443" y="1"/>
                    <a:pt x="6087"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4" name="Google Shape;12904;p65"/>
            <p:cNvSpPr/>
            <p:nvPr/>
          </p:nvSpPr>
          <p:spPr>
            <a:xfrm>
              <a:off x="1431670" y="1849780"/>
              <a:ext cx="152562" cy="16855"/>
            </a:xfrm>
            <a:custGeom>
              <a:avLst/>
              <a:gdLst/>
              <a:ahLst/>
              <a:cxnLst/>
              <a:rect l="l" t="t" r="r" b="b"/>
              <a:pathLst>
                <a:path w="5838" h="645" extrusionOk="0">
                  <a:moveTo>
                    <a:pt x="645" y="1"/>
                  </a:moveTo>
                  <a:cubicBezTo>
                    <a:pt x="289" y="1"/>
                    <a:pt x="0" y="289"/>
                    <a:pt x="0" y="645"/>
                  </a:cubicBezTo>
                  <a:lnTo>
                    <a:pt x="5193" y="645"/>
                  </a:lnTo>
                  <a:cubicBezTo>
                    <a:pt x="5549" y="645"/>
                    <a:pt x="5837" y="356"/>
                    <a:pt x="5837"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5" name="Google Shape;12905;p65"/>
            <p:cNvSpPr/>
            <p:nvPr/>
          </p:nvSpPr>
          <p:spPr>
            <a:xfrm>
              <a:off x="1314074" y="1499997"/>
              <a:ext cx="364392" cy="231952"/>
            </a:xfrm>
            <a:custGeom>
              <a:avLst/>
              <a:gdLst/>
              <a:ahLst/>
              <a:cxnLst/>
              <a:rect l="l" t="t" r="r" b="b"/>
              <a:pathLst>
                <a:path w="13944" h="8876" extrusionOk="0">
                  <a:moveTo>
                    <a:pt x="1414" y="0"/>
                  </a:moveTo>
                  <a:cubicBezTo>
                    <a:pt x="635" y="0"/>
                    <a:pt x="0" y="635"/>
                    <a:pt x="0" y="1414"/>
                  </a:cubicBezTo>
                  <a:lnTo>
                    <a:pt x="0" y="7462"/>
                  </a:lnTo>
                  <a:cubicBezTo>
                    <a:pt x="0" y="8241"/>
                    <a:pt x="635" y="8876"/>
                    <a:pt x="1414" y="8876"/>
                  </a:cubicBezTo>
                  <a:lnTo>
                    <a:pt x="12520" y="8876"/>
                  </a:lnTo>
                  <a:cubicBezTo>
                    <a:pt x="13309" y="8876"/>
                    <a:pt x="13943" y="8241"/>
                    <a:pt x="13943" y="7462"/>
                  </a:cubicBezTo>
                  <a:lnTo>
                    <a:pt x="13943" y="1414"/>
                  </a:lnTo>
                  <a:cubicBezTo>
                    <a:pt x="13943" y="635"/>
                    <a:pt x="13309" y="0"/>
                    <a:pt x="12520"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6" name="Google Shape;12906;p65"/>
            <p:cNvSpPr/>
            <p:nvPr/>
          </p:nvSpPr>
          <p:spPr>
            <a:xfrm>
              <a:off x="1335920" y="1520092"/>
              <a:ext cx="320672" cy="188990"/>
            </a:xfrm>
            <a:custGeom>
              <a:avLst/>
              <a:gdLst/>
              <a:ahLst/>
              <a:cxnLst/>
              <a:rect l="l" t="t" r="r" b="b"/>
              <a:pathLst>
                <a:path w="12271" h="7232" extrusionOk="0">
                  <a:moveTo>
                    <a:pt x="895" y="0"/>
                  </a:moveTo>
                  <a:cubicBezTo>
                    <a:pt x="405" y="0"/>
                    <a:pt x="1" y="395"/>
                    <a:pt x="1" y="895"/>
                  </a:cubicBezTo>
                  <a:lnTo>
                    <a:pt x="1" y="6337"/>
                  </a:lnTo>
                  <a:cubicBezTo>
                    <a:pt x="1" y="6837"/>
                    <a:pt x="405" y="7232"/>
                    <a:pt x="895" y="7232"/>
                  </a:cubicBezTo>
                  <a:lnTo>
                    <a:pt x="11377" y="7232"/>
                  </a:lnTo>
                  <a:cubicBezTo>
                    <a:pt x="11838" y="7232"/>
                    <a:pt x="12213" y="6895"/>
                    <a:pt x="12271" y="6443"/>
                  </a:cubicBezTo>
                  <a:cubicBezTo>
                    <a:pt x="12271" y="6405"/>
                    <a:pt x="12271" y="6376"/>
                    <a:pt x="12271" y="6337"/>
                  </a:cubicBezTo>
                  <a:lnTo>
                    <a:pt x="12271" y="895"/>
                  </a:lnTo>
                  <a:cubicBezTo>
                    <a:pt x="12271" y="404"/>
                    <a:pt x="11867" y="0"/>
                    <a:pt x="11377"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7" name="Google Shape;12907;p65"/>
            <p:cNvSpPr/>
            <p:nvPr/>
          </p:nvSpPr>
          <p:spPr>
            <a:xfrm>
              <a:off x="1359544" y="1520092"/>
              <a:ext cx="297048" cy="168398"/>
            </a:xfrm>
            <a:custGeom>
              <a:avLst/>
              <a:gdLst/>
              <a:ahLst/>
              <a:cxnLst/>
              <a:rect l="l" t="t" r="r" b="b"/>
              <a:pathLst>
                <a:path w="11367" h="6444" extrusionOk="0">
                  <a:moveTo>
                    <a:pt x="10480" y="0"/>
                  </a:moveTo>
                  <a:cubicBezTo>
                    <a:pt x="10475" y="0"/>
                    <a:pt x="10469" y="0"/>
                    <a:pt x="10463" y="0"/>
                  </a:cubicBezTo>
                  <a:lnTo>
                    <a:pt x="10" y="0"/>
                  </a:lnTo>
                  <a:cubicBezTo>
                    <a:pt x="1" y="29"/>
                    <a:pt x="1" y="68"/>
                    <a:pt x="10" y="96"/>
                  </a:cubicBezTo>
                  <a:lnTo>
                    <a:pt x="10" y="5549"/>
                  </a:lnTo>
                  <a:cubicBezTo>
                    <a:pt x="1" y="6039"/>
                    <a:pt x="414" y="6443"/>
                    <a:pt x="905" y="6443"/>
                  </a:cubicBezTo>
                  <a:lnTo>
                    <a:pt x="11367" y="6443"/>
                  </a:lnTo>
                  <a:cubicBezTo>
                    <a:pt x="11367" y="6405"/>
                    <a:pt x="11367" y="6376"/>
                    <a:pt x="11367" y="6337"/>
                  </a:cubicBezTo>
                  <a:lnTo>
                    <a:pt x="11367" y="895"/>
                  </a:lnTo>
                  <a:cubicBezTo>
                    <a:pt x="11367" y="400"/>
                    <a:pt x="10972" y="0"/>
                    <a:pt x="10480"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8" name="Google Shape;12908;p65"/>
            <p:cNvSpPr/>
            <p:nvPr/>
          </p:nvSpPr>
          <p:spPr>
            <a:xfrm>
              <a:off x="1482184" y="1540946"/>
              <a:ext cx="91751" cy="75418"/>
            </a:xfrm>
            <a:custGeom>
              <a:avLst/>
              <a:gdLst/>
              <a:ahLst/>
              <a:cxnLst/>
              <a:rect l="l" t="t" r="r" b="b"/>
              <a:pathLst>
                <a:path w="3511" h="2886" extrusionOk="0">
                  <a:moveTo>
                    <a:pt x="212" y="0"/>
                  </a:moveTo>
                  <a:cubicBezTo>
                    <a:pt x="96" y="0"/>
                    <a:pt x="0" y="97"/>
                    <a:pt x="0" y="212"/>
                  </a:cubicBezTo>
                  <a:lnTo>
                    <a:pt x="0" y="2683"/>
                  </a:lnTo>
                  <a:cubicBezTo>
                    <a:pt x="0" y="2799"/>
                    <a:pt x="96" y="2885"/>
                    <a:pt x="212" y="2885"/>
                  </a:cubicBezTo>
                  <a:lnTo>
                    <a:pt x="3318" y="2885"/>
                  </a:lnTo>
                  <a:cubicBezTo>
                    <a:pt x="3424" y="2885"/>
                    <a:pt x="3510" y="2789"/>
                    <a:pt x="3510" y="2683"/>
                  </a:cubicBezTo>
                  <a:lnTo>
                    <a:pt x="3510" y="212"/>
                  </a:lnTo>
                  <a:cubicBezTo>
                    <a:pt x="3510" y="97"/>
                    <a:pt x="3414" y="0"/>
                    <a:pt x="3299"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9" name="Google Shape;12909;p65"/>
            <p:cNvSpPr/>
            <p:nvPr/>
          </p:nvSpPr>
          <p:spPr>
            <a:xfrm>
              <a:off x="1482184" y="1540946"/>
              <a:ext cx="91751" cy="75418"/>
            </a:xfrm>
            <a:custGeom>
              <a:avLst/>
              <a:gdLst/>
              <a:ahLst/>
              <a:cxnLst/>
              <a:rect l="l" t="t" r="r" b="b"/>
              <a:pathLst>
                <a:path w="3511" h="2886" extrusionOk="0">
                  <a:moveTo>
                    <a:pt x="3260" y="0"/>
                  </a:moveTo>
                  <a:lnTo>
                    <a:pt x="1750" y="1164"/>
                  </a:lnTo>
                  <a:lnTo>
                    <a:pt x="1404" y="1443"/>
                  </a:lnTo>
                  <a:lnTo>
                    <a:pt x="0" y="2520"/>
                  </a:lnTo>
                  <a:lnTo>
                    <a:pt x="0" y="2683"/>
                  </a:lnTo>
                  <a:cubicBezTo>
                    <a:pt x="0" y="2799"/>
                    <a:pt x="96" y="2885"/>
                    <a:pt x="212" y="2885"/>
                  </a:cubicBezTo>
                  <a:lnTo>
                    <a:pt x="231" y="2885"/>
                  </a:lnTo>
                  <a:lnTo>
                    <a:pt x="1760" y="1702"/>
                  </a:lnTo>
                  <a:lnTo>
                    <a:pt x="2106" y="1433"/>
                  </a:lnTo>
                  <a:lnTo>
                    <a:pt x="3510" y="347"/>
                  </a:lnTo>
                  <a:lnTo>
                    <a:pt x="3510" y="212"/>
                  </a:lnTo>
                  <a:cubicBezTo>
                    <a:pt x="3510" y="97"/>
                    <a:pt x="3424" y="0"/>
                    <a:pt x="3299"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0" name="Google Shape;12910;p65"/>
            <p:cNvSpPr/>
            <p:nvPr/>
          </p:nvSpPr>
          <p:spPr>
            <a:xfrm>
              <a:off x="1482184" y="1540946"/>
              <a:ext cx="91751" cy="75418"/>
            </a:xfrm>
            <a:custGeom>
              <a:avLst/>
              <a:gdLst/>
              <a:ahLst/>
              <a:cxnLst/>
              <a:rect l="l" t="t" r="r" b="b"/>
              <a:pathLst>
                <a:path w="3511" h="2886" extrusionOk="0">
                  <a:moveTo>
                    <a:pt x="212" y="0"/>
                  </a:moveTo>
                  <a:cubicBezTo>
                    <a:pt x="96" y="0"/>
                    <a:pt x="0" y="97"/>
                    <a:pt x="0" y="212"/>
                  </a:cubicBezTo>
                  <a:lnTo>
                    <a:pt x="0" y="375"/>
                  </a:lnTo>
                  <a:lnTo>
                    <a:pt x="1404" y="1443"/>
                  </a:lnTo>
                  <a:lnTo>
                    <a:pt x="1760" y="1702"/>
                  </a:lnTo>
                  <a:lnTo>
                    <a:pt x="3318" y="2885"/>
                  </a:lnTo>
                  <a:cubicBezTo>
                    <a:pt x="3424" y="2885"/>
                    <a:pt x="3510" y="2789"/>
                    <a:pt x="3510" y="2683"/>
                  </a:cubicBezTo>
                  <a:lnTo>
                    <a:pt x="3510" y="2501"/>
                  </a:lnTo>
                  <a:lnTo>
                    <a:pt x="2106" y="1443"/>
                  </a:lnTo>
                  <a:lnTo>
                    <a:pt x="1750" y="1164"/>
                  </a:lnTo>
                  <a:lnTo>
                    <a:pt x="221" y="0"/>
                  </a:ln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1" name="Google Shape;12911;p65"/>
            <p:cNvSpPr/>
            <p:nvPr/>
          </p:nvSpPr>
          <p:spPr>
            <a:xfrm>
              <a:off x="1578587" y="1619866"/>
              <a:ext cx="60418" cy="58302"/>
            </a:xfrm>
            <a:custGeom>
              <a:avLst/>
              <a:gdLst/>
              <a:ahLst/>
              <a:cxnLst/>
              <a:rect l="l" t="t" r="r" b="b"/>
              <a:pathLst>
                <a:path w="2312" h="2231" extrusionOk="0">
                  <a:moveTo>
                    <a:pt x="241" y="1"/>
                  </a:moveTo>
                  <a:cubicBezTo>
                    <a:pt x="105" y="1"/>
                    <a:pt x="0" y="136"/>
                    <a:pt x="42" y="279"/>
                  </a:cubicBezTo>
                  <a:lnTo>
                    <a:pt x="562" y="2077"/>
                  </a:lnTo>
                  <a:cubicBezTo>
                    <a:pt x="594" y="2180"/>
                    <a:pt x="682" y="2231"/>
                    <a:pt x="771" y="2231"/>
                  </a:cubicBezTo>
                  <a:cubicBezTo>
                    <a:pt x="863" y="2231"/>
                    <a:pt x="955" y="2175"/>
                    <a:pt x="985" y="2067"/>
                  </a:cubicBezTo>
                  <a:lnTo>
                    <a:pt x="1177" y="1308"/>
                  </a:lnTo>
                  <a:cubicBezTo>
                    <a:pt x="1196" y="1231"/>
                    <a:pt x="1254" y="1163"/>
                    <a:pt x="1331" y="1144"/>
                  </a:cubicBezTo>
                  <a:lnTo>
                    <a:pt x="2100" y="952"/>
                  </a:lnTo>
                  <a:cubicBezTo>
                    <a:pt x="2312" y="894"/>
                    <a:pt x="2312" y="596"/>
                    <a:pt x="2110" y="538"/>
                  </a:cubicBezTo>
                  <a:lnTo>
                    <a:pt x="302" y="9"/>
                  </a:lnTo>
                  <a:cubicBezTo>
                    <a:pt x="281" y="3"/>
                    <a:pt x="261" y="1"/>
                    <a:pt x="241"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2" name="Google Shape;12912;p65"/>
            <p:cNvSpPr/>
            <p:nvPr/>
          </p:nvSpPr>
          <p:spPr>
            <a:xfrm>
              <a:off x="1359597" y="1542200"/>
              <a:ext cx="122248" cy="143781"/>
            </a:xfrm>
            <a:custGeom>
              <a:avLst/>
              <a:gdLst/>
              <a:ahLst/>
              <a:cxnLst/>
              <a:rect l="l" t="t" r="r" b="b"/>
              <a:pathLst>
                <a:path w="4678" h="5502" extrusionOk="0">
                  <a:moveTo>
                    <a:pt x="2361" y="1866"/>
                  </a:moveTo>
                  <a:cubicBezTo>
                    <a:pt x="2393" y="1866"/>
                    <a:pt x="2427" y="1885"/>
                    <a:pt x="2441" y="1924"/>
                  </a:cubicBezTo>
                  <a:lnTo>
                    <a:pt x="2845" y="3251"/>
                  </a:lnTo>
                  <a:cubicBezTo>
                    <a:pt x="2855" y="3308"/>
                    <a:pt x="2826" y="3356"/>
                    <a:pt x="2768" y="3356"/>
                  </a:cubicBezTo>
                  <a:lnTo>
                    <a:pt x="1951" y="3356"/>
                  </a:lnTo>
                  <a:cubicBezTo>
                    <a:pt x="1903" y="3356"/>
                    <a:pt x="1864" y="3308"/>
                    <a:pt x="1883" y="3260"/>
                  </a:cubicBezTo>
                  <a:lnTo>
                    <a:pt x="2287" y="1924"/>
                  </a:lnTo>
                  <a:cubicBezTo>
                    <a:pt x="2297" y="1885"/>
                    <a:pt x="2328" y="1866"/>
                    <a:pt x="2361" y="1866"/>
                  </a:cubicBezTo>
                  <a:close/>
                  <a:moveTo>
                    <a:pt x="2191" y="0"/>
                  </a:moveTo>
                  <a:cubicBezTo>
                    <a:pt x="1845" y="0"/>
                    <a:pt x="1537" y="222"/>
                    <a:pt x="1422" y="558"/>
                  </a:cubicBezTo>
                  <a:lnTo>
                    <a:pt x="114" y="4616"/>
                  </a:lnTo>
                  <a:cubicBezTo>
                    <a:pt x="1" y="5148"/>
                    <a:pt x="422" y="5502"/>
                    <a:pt x="840" y="5502"/>
                  </a:cubicBezTo>
                  <a:cubicBezTo>
                    <a:pt x="1095" y="5502"/>
                    <a:pt x="1348" y="5370"/>
                    <a:pt x="1480" y="5068"/>
                  </a:cubicBezTo>
                  <a:lnTo>
                    <a:pt x="1605" y="4703"/>
                  </a:lnTo>
                  <a:cubicBezTo>
                    <a:pt x="1691" y="4433"/>
                    <a:pt x="1941" y="4251"/>
                    <a:pt x="2230" y="4251"/>
                  </a:cubicBezTo>
                  <a:lnTo>
                    <a:pt x="2460" y="4251"/>
                  </a:lnTo>
                  <a:cubicBezTo>
                    <a:pt x="2749" y="4251"/>
                    <a:pt x="2999" y="4433"/>
                    <a:pt x="3085" y="4703"/>
                  </a:cubicBezTo>
                  <a:lnTo>
                    <a:pt x="3210" y="5068"/>
                  </a:lnTo>
                  <a:cubicBezTo>
                    <a:pt x="3348" y="5358"/>
                    <a:pt x="3599" y="5484"/>
                    <a:pt x="3849" y="5484"/>
                  </a:cubicBezTo>
                  <a:cubicBezTo>
                    <a:pt x="4264" y="5484"/>
                    <a:pt x="4678" y="5138"/>
                    <a:pt x="4576" y="4616"/>
                  </a:cubicBezTo>
                  <a:lnTo>
                    <a:pt x="3258" y="558"/>
                  </a:lnTo>
                  <a:cubicBezTo>
                    <a:pt x="3153" y="222"/>
                    <a:pt x="2845" y="0"/>
                    <a:pt x="2499"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13" name="Google Shape;12913;p65"/>
          <p:cNvGrpSpPr/>
          <p:nvPr/>
        </p:nvGrpSpPr>
        <p:grpSpPr>
          <a:xfrm>
            <a:off x="2216804" y="1316124"/>
            <a:ext cx="337005" cy="366639"/>
            <a:chOff x="2220479" y="1499997"/>
            <a:chExt cx="337005" cy="366639"/>
          </a:xfrm>
        </p:grpSpPr>
        <p:sp>
          <p:nvSpPr>
            <p:cNvPr id="12914" name="Google Shape;12914;p65"/>
            <p:cNvSpPr/>
            <p:nvPr/>
          </p:nvSpPr>
          <p:spPr>
            <a:xfrm>
              <a:off x="2249121" y="1517584"/>
              <a:ext cx="279722" cy="331073"/>
            </a:xfrm>
            <a:custGeom>
              <a:avLst/>
              <a:gdLst/>
              <a:ahLst/>
              <a:cxnLst/>
              <a:rect l="l" t="t" r="r" b="b"/>
              <a:pathLst>
                <a:path w="10704" h="12669" extrusionOk="0">
                  <a:moveTo>
                    <a:pt x="5405" y="4784"/>
                  </a:moveTo>
                  <a:cubicBezTo>
                    <a:pt x="5563" y="4784"/>
                    <a:pt x="5722" y="4875"/>
                    <a:pt x="5780" y="5058"/>
                  </a:cubicBezTo>
                  <a:lnTo>
                    <a:pt x="6424" y="7183"/>
                  </a:lnTo>
                  <a:cubicBezTo>
                    <a:pt x="6499" y="7419"/>
                    <a:pt x="6334" y="7655"/>
                    <a:pt x="6092" y="7655"/>
                  </a:cubicBezTo>
                  <a:cubicBezTo>
                    <a:pt x="6087" y="7655"/>
                    <a:pt x="6083" y="7655"/>
                    <a:pt x="6078" y="7654"/>
                  </a:cubicBezTo>
                  <a:lnTo>
                    <a:pt x="4731" y="7654"/>
                  </a:lnTo>
                  <a:cubicBezTo>
                    <a:pt x="4481" y="7654"/>
                    <a:pt x="4299" y="7414"/>
                    <a:pt x="4385" y="7183"/>
                  </a:cubicBezTo>
                  <a:lnTo>
                    <a:pt x="5030" y="5058"/>
                  </a:lnTo>
                  <a:cubicBezTo>
                    <a:pt x="5087" y="4875"/>
                    <a:pt x="5246" y="4784"/>
                    <a:pt x="5405" y="4784"/>
                  </a:cubicBezTo>
                  <a:close/>
                  <a:moveTo>
                    <a:pt x="5010" y="0"/>
                  </a:moveTo>
                  <a:cubicBezTo>
                    <a:pt x="4212" y="0"/>
                    <a:pt x="3501" y="519"/>
                    <a:pt x="3260" y="1269"/>
                  </a:cubicBezTo>
                  <a:lnTo>
                    <a:pt x="270" y="10539"/>
                  </a:lnTo>
                  <a:cubicBezTo>
                    <a:pt x="0" y="11395"/>
                    <a:pt x="472" y="12299"/>
                    <a:pt x="1327" y="12578"/>
                  </a:cubicBezTo>
                  <a:cubicBezTo>
                    <a:pt x="1497" y="12634"/>
                    <a:pt x="1669" y="12660"/>
                    <a:pt x="1838" y="12660"/>
                  </a:cubicBezTo>
                  <a:cubicBezTo>
                    <a:pt x="2514" y="12660"/>
                    <a:pt x="3147" y="12236"/>
                    <a:pt x="3385" y="11559"/>
                  </a:cubicBezTo>
                  <a:lnTo>
                    <a:pt x="3655" y="10751"/>
                  </a:lnTo>
                  <a:cubicBezTo>
                    <a:pt x="3856" y="10126"/>
                    <a:pt x="4433" y="9712"/>
                    <a:pt x="5087" y="9712"/>
                  </a:cubicBezTo>
                  <a:lnTo>
                    <a:pt x="5616" y="9712"/>
                  </a:lnTo>
                  <a:cubicBezTo>
                    <a:pt x="5741" y="9712"/>
                    <a:pt x="5857" y="9722"/>
                    <a:pt x="5982" y="9751"/>
                  </a:cubicBezTo>
                  <a:cubicBezTo>
                    <a:pt x="6482" y="9876"/>
                    <a:pt x="6895" y="10251"/>
                    <a:pt x="7059" y="10751"/>
                  </a:cubicBezTo>
                  <a:lnTo>
                    <a:pt x="7328" y="11559"/>
                  </a:lnTo>
                  <a:cubicBezTo>
                    <a:pt x="7559" y="12237"/>
                    <a:pt x="8193" y="12669"/>
                    <a:pt x="8877" y="12669"/>
                  </a:cubicBezTo>
                  <a:cubicBezTo>
                    <a:pt x="9045" y="12669"/>
                    <a:pt x="9216" y="12643"/>
                    <a:pt x="9386" y="12588"/>
                  </a:cubicBezTo>
                  <a:cubicBezTo>
                    <a:pt x="10232" y="12309"/>
                    <a:pt x="10703" y="11395"/>
                    <a:pt x="10443" y="10549"/>
                  </a:cubicBezTo>
                  <a:lnTo>
                    <a:pt x="10434" y="10539"/>
                  </a:lnTo>
                  <a:lnTo>
                    <a:pt x="7443" y="1269"/>
                  </a:lnTo>
                  <a:cubicBezTo>
                    <a:pt x="7193" y="519"/>
                    <a:pt x="6491" y="0"/>
                    <a:pt x="5693"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5" name="Google Shape;12915;p65"/>
            <p:cNvSpPr/>
            <p:nvPr/>
          </p:nvSpPr>
          <p:spPr>
            <a:xfrm>
              <a:off x="2281786" y="1520772"/>
              <a:ext cx="247057" cy="327884"/>
            </a:xfrm>
            <a:custGeom>
              <a:avLst/>
              <a:gdLst/>
              <a:ahLst/>
              <a:cxnLst/>
              <a:rect l="l" t="t" r="r" b="b"/>
              <a:pathLst>
                <a:path w="9454" h="12547" extrusionOk="0">
                  <a:moveTo>
                    <a:pt x="4155" y="4662"/>
                  </a:moveTo>
                  <a:cubicBezTo>
                    <a:pt x="4313" y="4662"/>
                    <a:pt x="4472" y="4753"/>
                    <a:pt x="4530" y="4936"/>
                  </a:cubicBezTo>
                  <a:lnTo>
                    <a:pt x="5174" y="7061"/>
                  </a:lnTo>
                  <a:cubicBezTo>
                    <a:pt x="5249" y="7297"/>
                    <a:pt x="5084" y="7533"/>
                    <a:pt x="4842" y="7533"/>
                  </a:cubicBezTo>
                  <a:cubicBezTo>
                    <a:pt x="4837" y="7533"/>
                    <a:pt x="4833" y="7533"/>
                    <a:pt x="4828" y="7532"/>
                  </a:cubicBezTo>
                  <a:lnTo>
                    <a:pt x="3481" y="7532"/>
                  </a:lnTo>
                  <a:cubicBezTo>
                    <a:pt x="3231" y="7532"/>
                    <a:pt x="3049" y="7292"/>
                    <a:pt x="3135" y="7061"/>
                  </a:cubicBezTo>
                  <a:lnTo>
                    <a:pt x="3780" y="4936"/>
                  </a:lnTo>
                  <a:cubicBezTo>
                    <a:pt x="3837" y="4753"/>
                    <a:pt x="3996" y="4662"/>
                    <a:pt x="4155" y="4662"/>
                  </a:cubicBezTo>
                  <a:close/>
                  <a:moveTo>
                    <a:pt x="4722" y="1"/>
                  </a:moveTo>
                  <a:cubicBezTo>
                    <a:pt x="4083" y="1"/>
                    <a:pt x="3443" y="383"/>
                    <a:pt x="3251" y="1147"/>
                  </a:cubicBezTo>
                  <a:lnTo>
                    <a:pt x="260" y="10417"/>
                  </a:lnTo>
                  <a:cubicBezTo>
                    <a:pt x="0" y="11235"/>
                    <a:pt x="404" y="12110"/>
                    <a:pt x="1202" y="12437"/>
                  </a:cubicBezTo>
                  <a:cubicBezTo>
                    <a:pt x="1645" y="12254"/>
                    <a:pt x="1981" y="11889"/>
                    <a:pt x="2135" y="11437"/>
                  </a:cubicBezTo>
                  <a:lnTo>
                    <a:pt x="2405" y="10629"/>
                  </a:lnTo>
                  <a:cubicBezTo>
                    <a:pt x="2606" y="10004"/>
                    <a:pt x="3183" y="9590"/>
                    <a:pt x="3837" y="9590"/>
                  </a:cubicBezTo>
                  <a:lnTo>
                    <a:pt x="4366" y="9590"/>
                  </a:lnTo>
                  <a:cubicBezTo>
                    <a:pt x="4491" y="9590"/>
                    <a:pt x="4607" y="9600"/>
                    <a:pt x="4722" y="9629"/>
                  </a:cubicBezTo>
                  <a:cubicBezTo>
                    <a:pt x="5232" y="9754"/>
                    <a:pt x="5645" y="10129"/>
                    <a:pt x="5809" y="10629"/>
                  </a:cubicBezTo>
                  <a:lnTo>
                    <a:pt x="6078" y="11437"/>
                  </a:lnTo>
                  <a:cubicBezTo>
                    <a:pt x="6309" y="12115"/>
                    <a:pt x="6943" y="12547"/>
                    <a:pt x="7627" y="12547"/>
                  </a:cubicBezTo>
                  <a:cubicBezTo>
                    <a:pt x="7795" y="12547"/>
                    <a:pt x="7966" y="12521"/>
                    <a:pt x="8136" y="12466"/>
                  </a:cubicBezTo>
                  <a:cubicBezTo>
                    <a:pt x="8982" y="12187"/>
                    <a:pt x="9453" y="11273"/>
                    <a:pt x="9193" y="10427"/>
                  </a:cubicBezTo>
                  <a:lnTo>
                    <a:pt x="9184" y="10417"/>
                  </a:lnTo>
                  <a:lnTo>
                    <a:pt x="6193" y="1147"/>
                  </a:lnTo>
                  <a:cubicBezTo>
                    <a:pt x="6001" y="383"/>
                    <a:pt x="5361" y="1"/>
                    <a:pt x="4722"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6" name="Google Shape;12916;p65"/>
            <p:cNvSpPr/>
            <p:nvPr/>
          </p:nvSpPr>
          <p:spPr>
            <a:xfrm>
              <a:off x="2232527" y="1512044"/>
              <a:ext cx="312884" cy="342545"/>
            </a:xfrm>
            <a:custGeom>
              <a:avLst/>
              <a:gdLst/>
              <a:ahLst/>
              <a:cxnLst/>
              <a:rect l="l" t="t" r="r" b="b"/>
              <a:pathLst>
                <a:path w="11973" h="13108" extrusionOk="0">
                  <a:moveTo>
                    <a:pt x="11540" y="424"/>
                  </a:moveTo>
                  <a:lnTo>
                    <a:pt x="11540" y="12674"/>
                  </a:lnTo>
                  <a:lnTo>
                    <a:pt x="433" y="12674"/>
                  </a:lnTo>
                  <a:lnTo>
                    <a:pt x="433" y="424"/>
                  </a:lnTo>
                  <a:close/>
                  <a:moveTo>
                    <a:pt x="212" y="1"/>
                  </a:moveTo>
                  <a:cubicBezTo>
                    <a:pt x="97" y="1"/>
                    <a:pt x="1" y="97"/>
                    <a:pt x="1" y="212"/>
                  </a:cubicBezTo>
                  <a:lnTo>
                    <a:pt x="1" y="12896"/>
                  </a:lnTo>
                  <a:cubicBezTo>
                    <a:pt x="1" y="13011"/>
                    <a:pt x="97" y="13107"/>
                    <a:pt x="212" y="13107"/>
                  </a:cubicBezTo>
                  <a:lnTo>
                    <a:pt x="11752" y="13107"/>
                  </a:lnTo>
                  <a:cubicBezTo>
                    <a:pt x="11877" y="13107"/>
                    <a:pt x="11973" y="13011"/>
                    <a:pt x="11973" y="12896"/>
                  </a:cubicBezTo>
                  <a:lnTo>
                    <a:pt x="11973" y="212"/>
                  </a:lnTo>
                  <a:cubicBezTo>
                    <a:pt x="11973" y="97"/>
                    <a:pt x="11877" y="1"/>
                    <a:pt x="11752"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7" name="Google Shape;12917;p65"/>
            <p:cNvSpPr/>
            <p:nvPr/>
          </p:nvSpPr>
          <p:spPr>
            <a:xfrm>
              <a:off x="2220479" y="1499997"/>
              <a:ext cx="35462" cy="35200"/>
            </a:xfrm>
            <a:custGeom>
              <a:avLst/>
              <a:gdLst/>
              <a:ahLst/>
              <a:cxnLst/>
              <a:rect l="l" t="t" r="r" b="b"/>
              <a:pathLst>
                <a:path w="1357" h="1347" extrusionOk="0">
                  <a:moveTo>
                    <a:pt x="241" y="0"/>
                  </a:moveTo>
                  <a:cubicBezTo>
                    <a:pt x="106" y="0"/>
                    <a:pt x="0" y="106"/>
                    <a:pt x="0" y="231"/>
                  </a:cubicBezTo>
                  <a:lnTo>
                    <a:pt x="0" y="1115"/>
                  </a:lnTo>
                  <a:cubicBezTo>
                    <a:pt x="0" y="1240"/>
                    <a:pt x="106" y="1346"/>
                    <a:pt x="241" y="1346"/>
                  </a:cubicBezTo>
                  <a:lnTo>
                    <a:pt x="1116" y="1346"/>
                  </a:lnTo>
                  <a:cubicBezTo>
                    <a:pt x="1250" y="1346"/>
                    <a:pt x="1356" y="1240"/>
                    <a:pt x="1356" y="1115"/>
                  </a:cubicBezTo>
                  <a:lnTo>
                    <a:pt x="1356" y="231"/>
                  </a:lnTo>
                  <a:cubicBezTo>
                    <a:pt x="1356" y="106"/>
                    <a:pt x="1250" y="0"/>
                    <a:pt x="1116"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8" name="Google Shape;12918;p65"/>
            <p:cNvSpPr/>
            <p:nvPr/>
          </p:nvSpPr>
          <p:spPr>
            <a:xfrm>
              <a:off x="2371760" y="1499997"/>
              <a:ext cx="35200" cy="35200"/>
            </a:xfrm>
            <a:custGeom>
              <a:avLst/>
              <a:gdLst/>
              <a:ahLst/>
              <a:cxnLst/>
              <a:rect l="l" t="t" r="r" b="b"/>
              <a:pathLst>
                <a:path w="1347" h="1347" extrusionOk="0">
                  <a:moveTo>
                    <a:pt x="231" y="0"/>
                  </a:moveTo>
                  <a:cubicBezTo>
                    <a:pt x="106" y="0"/>
                    <a:pt x="0" y="106"/>
                    <a:pt x="0" y="231"/>
                  </a:cubicBezTo>
                  <a:lnTo>
                    <a:pt x="0" y="1115"/>
                  </a:lnTo>
                  <a:cubicBezTo>
                    <a:pt x="0" y="1240"/>
                    <a:pt x="106" y="1346"/>
                    <a:pt x="231" y="1346"/>
                  </a:cubicBezTo>
                  <a:lnTo>
                    <a:pt x="1115" y="1346"/>
                  </a:lnTo>
                  <a:cubicBezTo>
                    <a:pt x="1241" y="1346"/>
                    <a:pt x="1346" y="1240"/>
                    <a:pt x="1346" y="1115"/>
                  </a:cubicBezTo>
                  <a:lnTo>
                    <a:pt x="1346" y="231"/>
                  </a:lnTo>
                  <a:cubicBezTo>
                    <a:pt x="1346" y="106"/>
                    <a:pt x="1241" y="0"/>
                    <a:pt x="1115"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19" name="Google Shape;12919;p65"/>
            <p:cNvSpPr/>
            <p:nvPr/>
          </p:nvSpPr>
          <p:spPr>
            <a:xfrm>
              <a:off x="2522022" y="1499997"/>
              <a:ext cx="35462" cy="35200"/>
            </a:xfrm>
            <a:custGeom>
              <a:avLst/>
              <a:gdLst/>
              <a:ahLst/>
              <a:cxnLst/>
              <a:rect l="l" t="t" r="r" b="b"/>
              <a:pathLst>
                <a:path w="1357" h="1347" extrusionOk="0">
                  <a:moveTo>
                    <a:pt x="241" y="0"/>
                  </a:moveTo>
                  <a:cubicBezTo>
                    <a:pt x="106" y="0"/>
                    <a:pt x="0" y="106"/>
                    <a:pt x="0" y="231"/>
                  </a:cubicBezTo>
                  <a:lnTo>
                    <a:pt x="0" y="1115"/>
                  </a:lnTo>
                  <a:cubicBezTo>
                    <a:pt x="0" y="1240"/>
                    <a:pt x="106" y="1346"/>
                    <a:pt x="241" y="1346"/>
                  </a:cubicBezTo>
                  <a:lnTo>
                    <a:pt x="1116" y="1346"/>
                  </a:lnTo>
                  <a:cubicBezTo>
                    <a:pt x="1251" y="1346"/>
                    <a:pt x="1356" y="1240"/>
                    <a:pt x="1356" y="1115"/>
                  </a:cubicBezTo>
                  <a:lnTo>
                    <a:pt x="1356" y="231"/>
                  </a:lnTo>
                  <a:cubicBezTo>
                    <a:pt x="1356" y="106"/>
                    <a:pt x="1251" y="0"/>
                    <a:pt x="1116"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0" name="Google Shape;12920;p65"/>
            <p:cNvSpPr/>
            <p:nvPr/>
          </p:nvSpPr>
          <p:spPr>
            <a:xfrm>
              <a:off x="2220479" y="1831174"/>
              <a:ext cx="35462" cy="35462"/>
            </a:xfrm>
            <a:custGeom>
              <a:avLst/>
              <a:gdLst/>
              <a:ahLst/>
              <a:cxnLst/>
              <a:rect l="l" t="t" r="r" b="b"/>
              <a:pathLst>
                <a:path w="1357" h="1357" extrusionOk="0">
                  <a:moveTo>
                    <a:pt x="241" y="1"/>
                  </a:moveTo>
                  <a:cubicBezTo>
                    <a:pt x="106" y="1"/>
                    <a:pt x="0" y="107"/>
                    <a:pt x="0" y="241"/>
                  </a:cubicBezTo>
                  <a:lnTo>
                    <a:pt x="0" y="1116"/>
                  </a:lnTo>
                  <a:cubicBezTo>
                    <a:pt x="0" y="1251"/>
                    <a:pt x="106" y="1357"/>
                    <a:pt x="241" y="1357"/>
                  </a:cubicBezTo>
                  <a:lnTo>
                    <a:pt x="1116" y="1357"/>
                  </a:lnTo>
                  <a:cubicBezTo>
                    <a:pt x="1250" y="1357"/>
                    <a:pt x="1356" y="1251"/>
                    <a:pt x="1356" y="1116"/>
                  </a:cubicBezTo>
                  <a:lnTo>
                    <a:pt x="1356" y="241"/>
                  </a:lnTo>
                  <a:cubicBezTo>
                    <a:pt x="1356" y="107"/>
                    <a:pt x="1250" y="1"/>
                    <a:pt x="1116"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1" name="Google Shape;12921;p65"/>
            <p:cNvSpPr/>
            <p:nvPr/>
          </p:nvSpPr>
          <p:spPr>
            <a:xfrm>
              <a:off x="2371760" y="1831435"/>
              <a:ext cx="35200" cy="35200"/>
            </a:xfrm>
            <a:custGeom>
              <a:avLst/>
              <a:gdLst/>
              <a:ahLst/>
              <a:cxnLst/>
              <a:rect l="l" t="t" r="r" b="b"/>
              <a:pathLst>
                <a:path w="1347" h="1347" extrusionOk="0">
                  <a:moveTo>
                    <a:pt x="240" y="1"/>
                  </a:moveTo>
                  <a:cubicBezTo>
                    <a:pt x="106" y="1"/>
                    <a:pt x="0" y="106"/>
                    <a:pt x="0" y="241"/>
                  </a:cubicBezTo>
                  <a:lnTo>
                    <a:pt x="0" y="1106"/>
                  </a:lnTo>
                  <a:cubicBezTo>
                    <a:pt x="0" y="1231"/>
                    <a:pt x="106" y="1347"/>
                    <a:pt x="240" y="1347"/>
                  </a:cubicBezTo>
                  <a:lnTo>
                    <a:pt x="1106" y="1347"/>
                  </a:lnTo>
                  <a:cubicBezTo>
                    <a:pt x="1241" y="1347"/>
                    <a:pt x="1346" y="1231"/>
                    <a:pt x="1346" y="1106"/>
                  </a:cubicBezTo>
                  <a:lnTo>
                    <a:pt x="1346" y="241"/>
                  </a:lnTo>
                  <a:cubicBezTo>
                    <a:pt x="1346" y="106"/>
                    <a:pt x="1241" y="1"/>
                    <a:pt x="1106"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2" name="Google Shape;12922;p65"/>
            <p:cNvSpPr/>
            <p:nvPr/>
          </p:nvSpPr>
          <p:spPr>
            <a:xfrm>
              <a:off x="2522022" y="1831174"/>
              <a:ext cx="35462" cy="35462"/>
            </a:xfrm>
            <a:custGeom>
              <a:avLst/>
              <a:gdLst/>
              <a:ahLst/>
              <a:cxnLst/>
              <a:rect l="l" t="t" r="r" b="b"/>
              <a:pathLst>
                <a:path w="1357" h="1357" extrusionOk="0">
                  <a:moveTo>
                    <a:pt x="241" y="1"/>
                  </a:moveTo>
                  <a:cubicBezTo>
                    <a:pt x="106" y="1"/>
                    <a:pt x="0" y="107"/>
                    <a:pt x="0" y="241"/>
                  </a:cubicBezTo>
                  <a:lnTo>
                    <a:pt x="0" y="1116"/>
                  </a:lnTo>
                  <a:cubicBezTo>
                    <a:pt x="0" y="1251"/>
                    <a:pt x="106" y="1357"/>
                    <a:pt x="241" y="1357"/>
                  </a:cubicBezTo>
                  <a:lnTo>
                    <a:pt x="1116" y="1357"/>
                  </a:lnTo>
                  <a:cubicBezTo>
                    <a:pt x="1251" y="1357"/>
                    <a:pt x="1356" y="1251"/>
                    <a:pt x="1356" y="1116"/>
                  </a:cubicBezTo>
                  <a:lnTo>
                    <a:pt x="1356" y="241"/>
                  </a:lnTo>
                  <a:cubicBezTo>
                    <a:pt x="1356" y="107"/>
                    <a:pt x="1251" y="1"/>
                    <a:pt x="1116"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3" name="Google Shape;12923;p65"/>
            <p:cNvSpPr/>
            <p:nvPr/>
          </p:nvSpPr>
          <p:spPr>
            <a:xfrm>
              <a:off x="2220479" y="1666095"/>
              <a:ext cx="35462" cy="35200"/>
            </a:xfrm>
            <a:custGeom>
              <a:avLst/>
              <a:gdLst/>
              <a:ahLst/>
              <a:cxnLst/>
              <a:rect l="l" t="t" r="r" b="b"/>
              <a:pathLst>
                <a:path w="1357" h="1347" extrusionOk="0">
                  <a:moveTo>
                    <a:pt x="241" y="0"/>
                  </a:moveTo>
                  <a:cubicBezTo>
                    <a:pt x="106" y="0"/>
                    <a:pt x="0" y="106"/>
                    <a:pt x="0" y="231"/>
                  </a:cubicBezTo>
                  <a:lnTo>
                    <a:pt x="0" y="1116"/>
                  </a:lnTo>
                  <a:cubicBezTo>
                    <a:pt x="0" y="1241"/>
                    <a:pt x="106" y="1346"/>
                    <a:pt x="241" y="1346"/>
                  </a:cubicBezTo>
                  <a:lnTo>
                    <a:pt x="1116" y="1346"/>
                  </a:lnTo>
                  <a:cubicBezTo>
                    <a:pt x="1250" y="1346"/>
                    <a:pt x="1356" y="1241"/>
                    <a:pt x="1356" y="1116"/>
                  </a:cubicBezTo>
                  <a:lnTo>
                    <a:pt x="1356" y="231"/>
                  </a:lnTo>
                  <a:cubicBezTo>
                    <a:pt x="1356" y="106"/>
                    <a:pt x="1250" y="0"/>
                    <a:pt x="1116"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4" name="Google Shape;12924;p65"/>
            <p:cNvSpPr/>
            <p:nvPr/>
          </p:nvSpPr>
          <p:spPr>
            <a:xfrm>
              <a:off x="2522022" y="1666095"/>
              <a:ext cx="35462" cy="35200"/>
            </a:xfrm>
            <a:custGeom>
              <a:avLst/>
              <a:gdLst/>
              <a:ahLst/>
              <a:cxnLst/>
              <a:rect l="l" t="t" r="r" b="b"/>
              <a:pathLst>
                <a:path w="1357" h="1347" extrusionOk="0">
                  <a:moveTo>
                    <a:pt x="241" y="0"/>
                  </a:moveTo>
                  <a:cubicBezTo>
                    <a:pt x="106" y="0"/>
                    <a:pt x="0" y="106"/>
                    <a:pt x="0" y="231"/>
                  </a:cubicBezTo>
                  <a:lnTo>
                    <a:pt x="0" y="1116"/>
                  </a:lnTo>
                  <a:cubicBezTo>
                    <a:pt x="0" y="1241"/>
                    <a:pt x="106" y="1346"/>
                    <a:pt x="241" y="1346"/>
                  </a:cubicBezTo>
                  <a:lnTo>
                    <a:pt x="1116" y="1346"/>
                  </a:lnTo>
                  <a:cubicBezTo>
                    <a:pt x="1251" y="1346"/>
                    <a:pt x="1356" y="1241"/>
                    <a:pt x="1356" y="1116"/>
                  </a:cubicBezTo>
                  <a:lnTo>
                    <a:pt x="1356" y="231"/>
                  </a:lnTo>
                  <a:cubicBezTo>
                    <a:pt x="1356" y="106"/>
                    <a:pt x="1251" y="0"/>
                    <a:pt x="1116"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25" name="Google Shape;12925;p65"/>
          <p:cNvGrpSpPr/>
          <p:nvPr/>
        </p:nvGrpSpPr>
        <p:grpSpPr>
          <a:xfrm>
            <a:off x="4101480" y="2242103"/>
            <a:ext cx="87230" cy="366430"/>
            <a:chOff x="4105155" y="2425976"/>
            <a:chExt cx="87230" cy="366430"/>
          </a:xfrm>
        </p:grpSpPr>
        <p:sp>
          <p:nvSpPr>
            <p:cNvPr id="12926" name="Google Shape;12926;p65"/>
            <p:cNvSpPr/>
            <p:nvPr/>
          </p:nvSpPr>
          <p:spPr>
            <a:xfrm>
              <a:off x="4105155" y="2425976"/>
              <a:ext cx="87230" cy="366430"/>
            </a:xfrm>
            <a:custGeom>
              <a:avLst/>
              <a:gdLst/>
              <a:ahLst/>
              <a:cxnLst/>
              <a:rect l="l" t="t" r="r" b="b"/>
              <a:pathLst>
                <a:path w="3338" h="14022" extrusionOk="0">
                  <a:moveTo>
                    <a:pt x="1670" y="1"/>
                  </a:moveTo>
                  <a:cubicBezTo>
                    <a:pt x="1448" y="1"/>
                    <a:pt x="1226" y="114"/>
                    <a:pt x="1106" y="338"/>
                  </a:cubicBezTo>
                  <a:lnTo>
                    <a:pt x="943" y="645"/>
                  </a:lnTo>
                  <a:lnTo>
                    <a:pt x="164" y="2857"/>
                  </a:lnTo>
                  <a:cubicBezTo>
                    <a:pt x="58" y="3059"/>
                    <a:pt x="0" y="3280"/>
                    <a:pt x="0" y="3511"/>
                  </a:cubicBezTo>
                  <a:lnTo>
                    <a:pt x="0" y="13031"/>
                  </a:lnTo>
                  <a:cubicBezTo>
                    <a:pt x="0" y="13579"/>
                    <a:pt x="452" y="14021"/>
                    <a:pt x="1000" y="14021"/>
                  </a:cubicBezTo>
                  <a:lnTo>
                    <a:pt x="2347" y="14021"/>
                  </a:lnTo>
                  <a:cubicBezTo>
                    <a:pt x="2895" y="14021"/>
                    <a:pt x="3337" y="13579"/>
                    <a:pt x="3337" y="13031"/>
                  </a:cubicBezTo>
                  <a:lnTo>
                    <a:pt x="3337" y="3511"/>
                  </a:lnTo>
                  <a:cubicBezTo>
                    <a:pt x="3337" y="3280"/>
                    <a:pt x="3279" y="3059"/>
                    <a:pt x="3174" y="2857"/>
                  </a:cubicBezTo>
                  <a:lnTo>
                    <a:pt x="2395" y="655"/>
                  </a:lnTo>
                  <a:lnTo>
                    <a:pt x="2231" y="338"/>
                  </a:lnTo>
                  <a:lnTo>
                    <a:pt x="2212" y="299"/>
                  </a:lnTo>
                  <a:cubicBezTo>
                    <a:pt x="2087" y="99"/>
                    <a:pt x="1878" y="1"/>
                    <a:pt x="1670" y="1"/>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7" name="Google Shape;12927;p65"/>
            <p:cNvSpPr/>
            <p:nvPr/>
          </p:nvSpPr>
          <p:spPr>
            <a:xfrm>
              <a:off x="4133561" y="2433789"/>
              <a:ext cx="58824" cy="358616"/>
            </a:xfrm>
            <a:custGeom>
              <a:avLst/>
              <a:gdLst/>
              <a:ahLst/>
              <a:cxnLst/>
              <a:rect l="l" t="t" r="r" b="b"/>
              <a:pathLst>
                <a:path w="2251" h="13723" extrusionOk="0">
                  <a:moveTo>
                    <a:pt x="1125" y="0"/>
                  </a:moveTo>
                  <a:cubicBezTo>
                    <a:pt x="1115" y="19"/>
                    <a:pt x="1115" y="29"/>
                    <a:pt x="1106" y="39"/>
                  </a:cubicBezTo>
                  <a:lnTo>
                    <a:pt x="942" y="346"/>
                  </a:lnTo>
                  <a:lnTo>
                    <a:pt x="164" y="2558"/>
                  </a:lnTo>
                  <a:cubicBezTo>
                    <a:pt x="58" y="2760"/>
                    <a:pt x="10" y="2981"/>
                    <a:pt x="0" y="3212"/>
                  </a:cubicBezTo>
                  <a:lnTo>
                    <a:pt x="0" y="12732"/>
                  </a:lnTo>
                  <a:cubicBezTo>
                    <a:pt x="0" y="13280"/>
                    <a:pt x="452" y="13722"/>
                    <a:pt x="1000" y="13722"/>
                  </a:cubicBezTo>
                  <a:lnTo>
                    <a:pt x="1260" y="13722"/>
                  </a:lnTo>
                  <a:cubicBezTo>
                    <a:pt x="1808" y="13722"/>
                    <a:pt x="2250" y="13280"/>
                    <a:pt x="2250" y="12732"/>
                  </a:cubicBezTo>
                  <a:lnTo>
                    <a:pt x="2250" y="3212"/>
                  </a:lnTo>
                  <a:cubicBezTo>
                    <a:pt x="2250" y="2981"/>
                    <a:pt x="2192" y="2760"/>
                    <a:pt x="2087" y="2558"/>
                  </a:cubicBezTo>
                  <a:lnTo>
                    <a:pt x="1308" y="356"/>
                  </a:lnTo>
                  <a:lnTo>
                    <a:pt x="1144" y="39"/>
                  </a:lnTo>
                  <a:lnTo>
                    <a:pt x="1125" y="0"/>
                  </a:ln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8" name="Google Shape;12928;p65"/>
            <p:cNvSpPr/>
            <p:nvPr/>
          </p:nvSpPr>
          <p:spPr>
            <a:xfrm>
              <a:off x="4105155" y="2509417"/>
              <a:ext cx="87230" cy="282989"/>
            </a:xfrm>
            <a:custGeom>
              <a:avLst/>
              <a:gdLst/>
              <a:ahLst/>
              <a:cxnLst/>
              <a:rect l="l" t="t" r="r" b="b"/>
              <a:pathLst>
                <a:path w="3338" h="10829" extrusionOk="0">
                  <a:moveTo>
                    <a:pt x="39" y="1"/>
                  </a:moveTo>
                  <a:cubicBezTo>
                    <a:pt x="20" y="106"/>
                    <a:pt x="0" y="212"/>
                    <a:pt x="0" y="318"/>
                  </a:cubicBezTo>
                  <a:lnTo>
                    <a:pt x="0" y="9838"/>
                  </a:lnTo>
                  <a:cubicBezTo>
                    <a:pt x="0" y="10386"/>
                    <a:pt x="452" y="10828"/>
                    <a:pt x="1000" y="10828"/>
                  </a:cubicBezTo>
                  <a:lnTo>
                    <a:pt x="2347" y="10828"/>
                  </a:lnTo>
                  <a:cubicBezTo>
                    <a:pt x="2895" y="10828"/>
                    <a:pt x="3337" y="10386"/>
                    <a:pt x="3337" y="9838"/>
                  </a:cubicBezTo>
                  <a:lnTo>
                    <a:pt x="3337" y="318"/>
                  </a:lnTo>
                  <a:cubicBezTo>
                    <a:pt x="3337" y="212"/>
                    <a:pt x="3328" y="106"/>
                    <a:pt x="3299"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29" name="Google Shape;12929;p65"/>
            <p:cNvSpPr/>
            <p:nvPr/>
          </p:nvSpPr>
          <p:spPr>
            <a:xfrm>
              <a:off x="4133561" y="2509417"/>
              <a:ext cx="58824" cy="282989"/>
            </a:xfrm>
            <a:custGeom>
              <a:avLst/>
              <a:gdLst/>
              <a:ahLst/>
              <a:cxnLst/>
              <a:rect l="l" t="t" r="r" b="b"/>
              <a:pathLst>
                <a:path w="2251" h="10829" extrusionOk="0">
                  <a:moveTo>
                    <a:pt x="39" y="1"/>
                  </a:moveTo>
                  <a:cubicBezTo>
                    <a:pt x="19" y="106"/>
                    <a:pt x="0" y="212"/>
                    <a:pt x="0" y="318"/>
                  </a:cubicBezTo>
                  <a:lnTo>
                    <a:pt x="0" y="9838"/>
                  </a:lnTo>
                  <a:cubicBezTo>
                    <a:pt x="0" y="10386"/>
                    <a:pt x="452" y="10828"/>
                    <a:pt x="1000" y="10828"/>
                  </a:cubicBezTo>
                  <a:lnTo>
                    <a:pt x="1260" y="10828"/>
                  </a:lnTo>
                  <a:cubicBezTo>
                    <a:pt x="1808" y="10828"/>
                    <a:pt x="2250" y="10386"/>
                    <a:pt x="2250" y="9838"/>
                  </a:cubicBezTo>
                  <a:lnTo>
                    <a:pt x="2250" y="318"/>
                  </a:lnTo>
                  <a:cubicBezTo>
                    <a:pt x="2250" y="212"/>
                    <a:pt x="2241" y="106"/>
                    <a:pt x="2212" y="1"/>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0" name="Google Shape;12930;p65"/>
            <p:cNvSpPr/>
            <p:nvPr/>
          </p:nvSpPr>
          <p:spPr>
            <a:xfrm>
              <a:off x="4105155" y="2552901"/>
              <a:ext cx="87230" cy="195262"/>
            </a:xfrm>
            <a:custGeom>
              <a:avLst/>
              <a:gdLst/>
              <a:ahLst/>
              <a:cxnLst/>
              <a:rect l="l" t="t" r="r" b="b"/>
              <a:pathLst>
                <a:path w="3338" h="7472" extrusionOk="0">
                  <a:moveTo>
                    <a:pt x="0" y="0"/>
                  </a:moveTo>
                  <a:lnTo>
                    <a:pt x="0" y="7472"/>
                  </a:lnTo>
                  <a:lnTo>
                    <a:pt x="3337" y="7472"/>
                  </a:lnTo>
                  <a:lnTo>
                    <a:pt x="3337"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1" name="Google Shape;12931;p65"/>
            <p:cNvSpPr/>
            <p:nvPr/>
          </p:nvSpPr>
          <p:spPr>
            <a:xfrm>
              <a:off x="4133561" y="2552901"/>
              <a:ext cx="58824" cy="195262"/>
            </a:xfrm>
            <a:custGeom>
              <a:avLst/>
              <a:gdLst/>
              <a:ahLst/>
              <a:cxnLst/>
              <a:rect l="l" t="t" r="r" b="b"/>
              <a:pathLst>
                <a:path w="2251" h="7472" extrusionOk="0">
                  <a:moveTo>
                    <a:pt x="0" y="0"/>
                  </a:moveTo>
                  <a:lnTo>
                    <a:pt x="0" y="7472"/>
                  </a:lnTo>
                  <a:lnTo>
                    <a:pt x="2250" y="7472"/>
                  </a:lnTo>
                  <a:lnTo>
                    <a:pt x="2250" y="0"/>
                  </a:ln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32" name="Google Shape;12932;p65"/>
          <p:cNvGrpSpPr/>
          <p:nvPr/>
        </p:nvGrpSpPr>
        <p:grpSpPr>
          <a:xfrm>
            <a:off x="1804434" y="2242129"/>
            <a:ext cx="267884" cy="366639"/>
            <a:chOff x="1808109" y="2426002"/>
            <a:chExt cx="267884" cy="366639"/>
          </a:xfrm>
        </p:grpSpPr>
        <p:sp>
          <p:nvSpPr>
            <p:cNvPr id="12933" name="Google Shape;12933;p65"/>
            <p:cNvSpPr/>
            <p:nvPr/>
          </p:nvSpPr>
          <p:spPr>
            <a:xfrm>
              <a:off x="1821671" y="2426002"/>
              <a:ext cx="244025" cy="159591"/>
            </a:xfrm>
            <a:custGeom>
              <a:avLst/>
              <a:gdLst/>
              <a:ahLst/>
              <a:cxnLst/>
              <a:rect l="l" t="t" r="r" b="b"/>
              <a:pathLst>
                <a:path w="9338" h="6107" extrusionOk="0">
                  <a:moveTo>
                    <a:pt x="645" y="0"/>
                  </a:moveTo>
                  <a:cubicBezTo>
                    <a:pt x="289" y="0"/>
                    <a:pt x="1" y="289"/>
                    <a:pt x="1" y="654"/>
                  </a:cubicBezTo>
                  <a:lnTo>
                    <a:pt x="1" y="6106"/>
                  </a:lnTo>
                  <a:lnTo>
                    <a:pt x="9338" y="6106"/>
                  </a:lnTo>
                  <a:lnTo>
                    <a:pt x="9338" y="654"/>
                  </a:lnTo>
                  <a:cubicBezTo>
                    <a:pt x="9328" y="289"/>
                    <a:pt x="9040" y="0"/>
                    <a:pt x="8684"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4" name="Google Shape;12934;p65"/>
            <p:cNvSpPr/>
            <p:nvPr/>
          </p:nvSpPr>
          <p:spPr>
            <a:xfrm>
              <a:off x="1808109" y="2585567"/>
              <a:ext cx="267649" cy="46516"/>
            </a:xfrm>
            <a:custGeom>
              <a:avLst/>
              <a:gdLst/>
              <a:ahLst/>
              <a:cxnLst/>
              <a:rect l="l" t="t" r="r" b="b"/>
              <a:pathLst>
                <a:path w="10242" h="1780" extrusionOk="0">
                  <a:moveTo>
                    <a:pt x="520" y="0"/>
                  </a:moveTo>
                  <a:lnTo>
                    <a:pt x="0" y="1779"/>
                  </a:lnTo>
                  <a:lnTo>
                    <a:pt x="10241" y="1779"/>
                  </a:lnTo>
                  <a:lnTo>
                    <a:pt x="9847" y="0"/>
                  </a:ln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5" name="Google Shape;12935;p65"/>
            <p:cNvSpPr/>
            <p:nvPr/>
          </p:nvSpPr>
          <p:spPr>
            <a:xfrm>
              <a:off x="1808109" y="2632056"/>
              <a:ext cx="267884" cy="59817"/>
            </a:xfrm>
            <a:custGeom>
              <a:avLst/>
              <a:gdLst/>
              <a:ahLst/>
              <a:cxnLst/>
              <a:rect l="l" t="t" r="r" b="b"/>
              <a:pathLst>
                <a:path w="10251" h="2289" extrusionOk="0">
                  <a:moveTo>
                    <a:pt x="0" y="0"/>
                  </a:moveTo>
                  <a:lnTo>
                    <a:pt x="0" y="1971"/>
                  </a:lnTo>
                  <a:cubicBezTo>
                    <a:pt x="0" y="2145"/>
                    <a:pt x="145" y="2289"/>
                    <a:pt x="318" y="2289"/>
                  </a:cubicBezTo>
                  <a:lnTo>
                    <a:pt x="9924" y="2289"/>
                  </a:lnTo>
                  <a:cubicBezTo>
                    <a:pt x="10107" y="2289"/>
                    <a:pt x="10251" y="2145"/>
                    <a:pt x="10251" y="1971"/>
                  </a:cubicBezTo>
                  <a:lnTo>
                    <a:pt x="1025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6" name="Google Shape;12936;p65"/>
            <p:cNvSpPr/>
            <p:nvPr/>
          </p:nvSpPr>
          <p:spPr>
            <a:xfrm>
              <a:off x="1842525" y="2426002"/>
              <a:ext cx="223172" cy="159591"/>
            </a:xfrm>
            <a:custGeom>
              <a:avLst/>
              <a:gdLst/>
              <a:ahLst/>
              <a:cxnLst/>
              <a:rect l="l" t="t" r="r" b="b"/>
              <a:pathLst>
                <a:path w="8540" h="6107" extrusionOk="0">
                  <a:moveTo>
                    <a:pt x="655" y="0"/>
                  </a:moveTo>
                  <a:cubicBezTo>
                    <a:pt x="289" y="0"/>
                    <a:pt x="1" y="289"/>
                    <a:pt x="1" y="654"/>
                  </a:cubicBezTo>
                  <a:lnTo>
                    <a:pt x="1" y="6106"/>
                  </a:lnTo>
                  <a:lnTo>
                    <a:pt x="8540" y="6106"/>
                  </a:lnTo>
                  <a:lnTo>
                    <a:pt x="8540" y="654"/>
                  </a:lnTo>
                  <a:cubicBezTo>
                    <a:pt x="8530" y="289"/>
                    <a:pt x="8242" y="0"/>
                    <a:pt x="7886"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7" name="Google Shape;12937;p65"/>
            <p:cNvSpPr/>
            <p:nvPr/>
          </p:nvSpPr>
          <p:spPr>
            <a:xfrm>
              <a:off x="1829224" y="2585567"/>
              <a:ext cx="246534" cy="46516"/>
            </a:xfrm>
            <a:custGeom>
              <a:avLst/>
              <a:gdLst/>
              <a:ahLst/>
              <a:cxnLst/>
              <a:rect l="l" t="t" r="r" b="b"/>
              <a:pathLst>
                <a:path w="9434" h="1780" extrusionOk="0">
                  <a:moveTo>
                    <a:pt x="510" y="0"/>
                  </a:moveTo>
                  <a:lnTo>
                    <a:pt x="0" y="1779"/>
                  </a:lnTo>
                  <a:lnTo>
                    <a:pt x="9433" y="1779"/>
                  </a:lnTo>
                  <a:lnTo>
                    <a:pt x="9039" y="0"/>
                  </a:ln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8" name="Google Shape;12938;p65"/>
            <p:cNvSpPr/>
            <p:nvPr/>
          </p:nvSpPr>
          <p:spPr>
            <a:xfrm>
              <a:off x="1829224" y="2632056"/>
              <a:ext cx="246769" cy="59817"/>
            </a:xfrm>
            <a:custGeom>
              <a:avLst/>
              <a:gdLst/>
              <a:ahLst/>
              <a:cxnLst/>
              <a:rect l="l" t="t" r="r" b="b"/>
              <a:pathLst>
                <a:path w="9443" h="2289" extrusionOk="0">
                  <a:moveTo>
                    <a:pt x="0" y="0"/>
                  </a:moveTo>
                  <a:lnTo>
                    <a:pt x="0" y="1971"/>
                  </a:lnTo>
                  <a:cubicBezTo>
                    <a:pt x="0" y="2145"/>
                    <a:pt x="144" y="2289"/>
                    <a:pt x="317" y="2289"/>
                  </a:cubicBezTo>
                  <a:lnTo>
                    <a:pt x="9116" y="2289"/>
                  </a:lnTo>
                  <a:cubicBezTo>
                    <a:pt x="9299" y="2289"/>
                    <a:pt x="9443" y="2145"/>
                    <a:pt x="9443" y="1971"/>
                  </a:cubicBezTo>
                  <a:lnTo>
                    <a:pt x="9443" y="0"/>
                  </a:ln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39" name="Google Shape;12939;p65"/>
            <p:cNvSpPr/>
            <p:nvPr/>
          </p:nvSpPr>
          <p:spPr>
            <a:xfrm>
              <a:off x="2015156" y="2444843"/>
              <a:ext cx="27936" cy="24382"/>
            </a:xfrm>
            <a:custGeom>
              <a:avLst/>
              <a:gdLst/>
              <a:ahLst/>
              <a:cxnLst/>
              <a:rect l="l" t="t" r="r" b="b"/>
              <a:pathLst>
                <a:path w="1069" h="933" extrusionOk="0">
                  <a:moveTo>
                    <a:pt x="126" y="0"/>
                  </a:moveTo>
                  <a:cubicBezTo>
                    <a:pt x="59" y="0"/>
                    <a:pt x="1" y="58"/>
                    <a:pt x="1" y="135"/>
                  </a:cubicBezTo>
                  <a:lnTo>
                    <a:pt x="1" y="808"/>
                  </a:lnTo>
                  <a:cubicBezTo>
                    <a:pt x="1" y="875"/>
                    <a:pt x="59" y="933"/>
                    <a:pt x="126" y="933"/>
                  </a:cubicBezTo>
                  <a:lnTo>
                    <a:pt x="943" y="933"/>
                  </a:lnTo>
                  <a:cubicBezTo>
                    <a:pt x="1011" y="933"/>
                    <a:pt x="1068" y="875"/>
                    <a:pt x="1068" y="808"/>
                  </a:cubicBezTo>
                  <a:lnTo>
                    <a:pt x="1068" y="135"/>
                  </a:lnTo>
                  <a:cubicBezTo>
                    <a:pt x="1068" y="58"/>
                    <a:pt x="1011" y="0"/>
                    <a:pt x="943" y="0"/>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0" name="Google Shape;12940;p65"/>
            <p:cNvSpPr/>
            <p:nvPr/>
          </p:nvSpPr>
          <p:spPr>
            <a:xfrm>
              <a:off x="2027987" y="2444843"/>
              <a:ext cx="15105" cy="14843"/>
            </a:xfrm>
            <a:custGeom>
              <a:avLst/>
              <a:gdLst/>
              <a:ahLst/>
              <a:cxnLst/>
              <a:rect l="l" t="t" r="r" b="b"/>
              <a:pathLst>
                <a:path w="578" h="568" extrusionOk="0">
                  <a:moveTo>
                    <a:pt x="0" y="0"/>
                  </a:moveTo>
                  <a:lnTo>
                    <a:pt x="0" y="433"/>
                  </a:lnTo>
                  <a:cubicBezTo>
                    <a:pt x="0" y="510"/>
                    <a:pt x="48" y="568"/>
                    <a:pt x="125" y="568"/>
                  </a:cubicBezTo>
                  <a:lnTo>
                    <a:pt x="577" y="568"/>
                  </a:lnTo>
                  <a:lnTo>
                    <a:pt x="577" y="135"/>
                  </a:lnTo>
                  <a:cubicBezTo>
                    <a:pt x="577" y="58"/>
                    <a:pt x="520" y="0"/>
                    <a:pt x="452" y="0"/>
                  </a:cubicBez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1" name="Google Shape;12941;p65"/>
            <p:cNvSpPr/>
            <p:nvPr/>
          </p:nvSpPr>
          <p:spPr>
            <a:xfrm>
              <a:off x="1842029" y="2542788"/>
              <a:ext cx="26420" cy="23441"/>
            </a:xfrm>
            <a:custGeom>
              <a:avLst/>
              <a:gdLst/>
              <a:ahLst/>
              <a:cxnLst/>
              <a:rect l="l" t="t" r="r" b="b"/>
              <a:pathLst>
                <a:path w="1011" h="897" extrusionOk="0">
                  <a:moveTo>
                    <a:pt x="553" y="1"/>
                  </a:moveTo>
                  <a:cubicBezTo>
                    <a:pt x="539" y="1"/>
                    <a:pt x="524" y="1"/>
                    <a:pt x="510" y="3"/>
                  </a:cubicBezTo>
                  <a:cubicBezTo>
                    <a:pt x="481" y="3"/>
                    <a:pt x="443" y="12"/>
                    <a:pt x="414" y="22"/>
                  </a:cubicBezTo>
                  <a:cubicBezTo>
                    <a:pt x="87" y="137"/>
                    <a:pt x="0" y="560"/>
                    <a:pt x="260" y="791"/>
                  </a:cubicBezTo>
                  <a:cubicBezTo>
                    <a:pt x="348" y="863"/>
                    <a:pt x="451" y="896"/>
                    <a:pt x="552" y="896"/>
                  </a:cubicBezTo>
                  <a:cubicBezTo>
                    <a:pt x="761" y="896"/>
                    <a:pt x="962" y="755"/>
                    <a:pt x="1001" y="522"/>
                  </a:cubicBezTo>
                  <a:cubicBezTo>
                    <a:pt x="1010" y="445"/>
                    <a:pt x="1001" y="378"/>
                    <a:pt x="981" y="310"/>
                  </a:cubicBezTo>
                  <a:cubicBezTo>
                    <a:pt x="919" y="122"/>
                    <a:pt x="747" y="1"/>
                    <a:pt x="55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2" name="Google Shape;12942;p65"/>
            <p:cNvSpPr/>
            <p:nvPr/>
          </p:nvSpPr>
          <p:spPr>
            <a:xfrm>
              <a:off x="2012648" y="2542788"/>
              <a:ext cx="27178" cy="23441"/>
            </a:xfrm>
            <a:custGeom>
              <a:avLst/>
              <a:gdLst/>
              <a:ahLst/>
              <a:cxnLst/>
              <a:rect l="l" t="t" r="r" b="b"/>
              <a:pathLst>
                <a:path w="1040" h="897" extrusionOk="0">
                  <a:moveTo>
                    <a:pt x="566" y="0"/>
                  </a:moveTo>
                  <a:cubicBezTo>
                    <a:pt x="551" y="0"/>
                    <a:pt x="535" y="1"/>
                    <a:pt x="520" y="3"/>
                  </a:cubicBezTo>
                  <a:cubicBezTo>
                    <a:pt x="183" y="31"/>
                    <a:pt x="1" y="416"/>
                    <a:pt x="193" y="704"/>
                  </a:cubicBezTo>
                  <a:cubicBezTo>
                    <a:pt x="282" y="834"/>
                    <a:pt x="421" y="897"/>
                    <a:pt x="559" y="897"/>
                  </a:cubicBezTo>
                  <a:cubicBezTo>
                    <a:pt x="720" y="897"/>
                    <a:pt x="880" y="812"/>
                    <a:pt x="962" y="647"/>
                  </a:cubicBezTo>
                  <a:cubicBezTo>
                    <a:pt x="982" y="608"/>
                    <a:pt x="1001" y="560"/>
                    <a:pt x="1010" y="522"/>
                  </a:cubicBezTo>
                  <a:cubicBezTo>
                    <a:pt x="1039" y="329"/>
                    <a:pt x="943" y="137"/>
                    <a:pt x="760" y="41"/>
                  </a:cubicBezTo>
                  <a:cubicBezTo>
                    <a:pt x="705" y="17"/>
                    <a:pt x="637" y="0"/>
                    <a:pt x="566" y="0"/>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3" name="Google Shape;12943;p65"/>
            <p:cNvSpPr/>
            <p:nvPr/>
          </p:nvSpPr>
          <p:spPr>
            <a:xfrm>
              <a:off x="1855095" y="2542788"/>
              <a:ext cx="13354" cy="13693"/>
            </a:xfrm>
            <a:custGeom>
              <a:avLst/>
              <a:gdLst/>
              <a:ahLst/>
              <a:cxnLst/>
              <a:rect l="l" t="t" r="r" b="b"/>
              <a:pathLst>
                <a:path w="511" h="524" extrusionOk="0">
                  <a:moveTo>
                    <a:pt x="61" y="1"/>
                  </a:moveTo>
                  <a:cubicBezTo>
                    <a:pt x="47" y="1"/>
                    <a:pt x="33" y="1"/>
                    <a:pt x="20" y="3"/>
                  </a:cubicBezTo>
                  <a:cubicBezTo>
                    <a:pt x="0" y="70"/>
                    <a:pt x="10" y="147"/>
                    <a:pt x="29" y="214"/>
                  </a:cubicBezTo>
                  <a:cubicBezTo>
                    <a:pt x="92" y="402"/>
                    <a:pt x="263" y="524"/>
                    <a:pt x="458" y="524"/>
                  </a:cubicBezTo>
                  <a:cubicBezTo>
                    <a:pt x="472" y="524"/>
                    <a:pt x="486" y="523"/>
                    <a:pt x="501" y="522"/>
                  </a:cubicBezTo>
                  <a:cubicBezTo>
                    <a:pt x="510" y="445"/>
                    <a:pt x="501" y="378"/>
                    <a:pt x="481" y="310"/>
                  </a:cubicBezTo>
                  <a:cubicBezTo>
                    <a:pt x="419" y="122"/>
                    <a:pt x="247" y="1"/>
                    <a:pt x="61"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4" name="Google Shape;12944;p65"/>
            <p:cNvSpPr/>
            <p:nvPr/>
          </p:nvSpPr>
          <p:spPr>
            <a:xfrm>
              <a:off x="2025479" y="2542788"/>
              <a:ext cx="14347" cy="13720"/>
            </a:xfrm>
            <a:custGeom>
              <a:avLst/>
              <a:gdLst/>
              <a:ahLst/>
              <a:cxnLst/>
              <a:rect l="l" t="t" r="r" b="b"/>
              <a:pathLst>
                <a:path w="549" h="525" extrusionOk="0">
                  <a:moveTo>
                    <a:pt x="79" y="0"/>
                  </a:moveTo>
                  <a:cubicBezTo>
                    <a:pt x="65" y="0"/>
                    <a:pt x="52" y="1"/>
                    <a:pt x="39" y="3"/>
                  </a:cubicBezTo>
                  <a:cubicBezTo>
                    <a:pt x="0" y="195"/>
                    <a:pt x="96" y="387"/>
                    <a:pt x="279" y="474"/>
                  </a:cubicBezTo>
                  <a:cubicBezTo>
                    <a:pt x="335" y="506"/>
                    <a:pt x="404" y="524"/>
                    <a:pt x="475" y="524"/>
                  </a:cubicBezTo>
                  <a:cubicBezTo>
                    <a:pt x="490" y="524"/>
                    <a:pt x="505" y="523"/>
                    <a:pt x="519" y="522"/>
                  </a:cubicBezTo>
                  <a:cubicBezTo>
                    <a:pt x="548" y="329"/>
                    <a:pt x="452" y="137"/>
                    <a:pt x="279" y="51"/>
                  </a:cubicBezTo>
                  <a:cubicBezTo>
                    <a:pt x="215" y="19"/>
                    <a:pt x="145" y="0"/>
                    <a:pt x="79" y="0"/>
                  </a:cubicBez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5" name="Google Shape;12945;p65"/>
            <p:cNvSpPr/>
            <p:nvPr/>
          </p:nvSpPr>
          <p:spPr>
            <a:xfrm>
              <a:off x="1864633" y="2661691"/>
              <a:ext cx="154835" cy="130950"/>
            </a:xfrm>
            <a:custGeom>
              <a:avLst/>
              <a:gdLst/>
              <a:ahLst/>
              <a:cxnLst/>
              <a:rect l="l" t="t" r="r" b="b"/>
              <a:pathLst>
                <a:path w="5925" h="5011" extrusionOk="0">
                  <a:moveTo>
                    <a:pt x="1" y="1"/>
                  </a:moveTo>
                  <a:lnTo>
                    <a:pt x="1" y="4694"/>
                  </a:lnTo>
                  <a:cubicBezTo>
                    <a:pt x="1" y="4867"/>
                    <a:pt x="136" y="5011"/>
                    <a:pt x="318" y="5011"/>
                  </a:cubicBezTo>
                  <a:lnTo>
                    <a:pt x="5607" y="5011"/>
                  </a:lnTo>
                  <a:cubicBezTo>
                    <a:pt x="5780" y="5001"/>
                    <a:pt x="5924" y="4867"/>
                    <a:pt x="5924" y="4694"/>
                  </a:cubicBezTo>
                  <a:lnTo>
                    <a:pt x="5924" y="1"/>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6" name="Google Shape;12946;p65"/>
            <p:cNvSpPr/>
            <p:nvPr/>
          </p:nvSpPr>
          <p:spPr>
            <a:xfrm>
              <a:off x="1889276" y="2684818"/>
              <a:ext cx="105549" cy="84460"/>
            </a:xfrm>
            <a:custGeom>
              <a:avLst/>
              <a:gdLst/>
              <a:ahLst/>
              <a:cxnLst/>
              <a:rect l="l" t="t" r="r" b="b"/>
              <a:pathLst>
                <a:path w="4039" h="3232" extrusionOk="0">
                  <a:moveTo>
                    <a:pt x="231" y="1"/>
                  </a:moveTo>
                  <a:cubicBezTo>
                    <a:pt x="106" y="1"/>
                    <a:pt x="0" y="106"/>
                    <a:pt x="0" y="231"/>
                  </a:cubicBezTo>
                  <a:lnTo>
                    <a:pt x="0" y="3001"/>
                  </a:lnTo>
                  <a:cubicBezTo>
                    <a:pt x="0" y="3126"/>
                    <a:pt x="106" y="3232"/>
                    <a:pt x="231" y="3232"/>
                  </a:cubicBezTo>
                  <a:lnTo>
                    <a:pt x="3799" y="3232"/>
                  </a:lnTo>
                  <a:cubicBezTo>
                    <a:pt x="3933" y="3232"/>
                    <a:pt x="4039" y="3126"/>
                    <a:pt x="4039" y="3001"/>
                  </a:cubicBezTo>
                  <a:lnTo>
                    <a:pt x="4039" y="231"/>
                  </a:lnTo>
                  <a:cubicBezTo>
                    <a:pt x="4039" y="106"/>
                    <a:pt x="3933" y="1"/>
                    <a:pt x="3799"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7" name="Google Shape;12947;p65"/>
            <p:cNvSpPr/>
            <p:nvPr/>
          </p:nvSpPr>
          <p:spPr>
            <a:xfrm>
              <a:off x="1828466" y="2655915"/>
              <a:ext cx="227196" cy="11342"/>
            </a:xfrm>
            <a:custGeom>
              <a:avLst/>
              <a:gdLst/>
              <a:ahLst/>
              <a:cxnLst/>
              <a:rect l="l" t="t" r="r" b="b"/>
              <a:pathLst>
                <a:path w="8694" h="434" extrusionOk="0">
                  <a:moveTo>
                    <a:pt x="279" y="1"/>
                  </a:moveTo>
                  <a:cubicBezTo>
                    <a:pt x="0" y="1"/>
                    <a:pt x="0" y="433"/>
                    <a:pt x="279" y="433"/>
                  </a:cubicBezTo>
                  <a:lnTo>
                    <a:pt x="8405" y="433"/>
                  </a:lnTo>
                  <a:cubicBezTo>
                    <a:pt x="8693" y="433"/>
                    <a:pt x="8693" y="1"/>
                    <a:pt x="8405"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8" name="Google Shape;12948;p65"/>
            <p:cNvSpPr/>
            <p:nvPr/>
          </p:nvSpPr>
          <p:spPr>
            <a:xfrm>
              <a:off x="1821671" y="2482030"/>
              <a:ext cx="243790" cy="44007"/>
            </a:xfrm>
            <a:custGeom>
              <a:avLst/>
              <a:gdLst/>
              <a:ahLst/>
              <a:cxnLst/>
              <a:rect l="l" t="t" r="r" b="b"/>
              <a:pathLst>
                <a:path w="9329" h="1684" extrusionOk="0">
                  <a:moveTo>
                    <a:pt x="1" y="0"/>
                  </a:moveTo>
                  <a:lnTo>
                    <a:pt x="1" y="1683"/>
                  </a:lnTo>
                  <a:lnTo>
                    <a:pt x="9328" y="1683"/>
                  </a:lnTo>
                  <a:lnTo>
                    <a:pt x="9328" y="0"/>
                  </a:lnTo>
                  <a:close/>
                </a:path>
              </a:pathLst>
            </a:custGeom>
            <a:solidFill>
              <a:srgbClr val="97AC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49" name="Google Shape;12949;p65"/>
            <p:cNvSpPr/>
            <p:nvPr/>
          </p:nvSpPr>
          <p:spPr>
            <a:xfrm>
              <a:off x="1842525" y="2482030"/>
              <a:ext cx="223172" cy="44007"/>
            </a:xfrm>
            <a:custGeom>
              <a:avLst/>
              <a:gdLst/>
              <a:ahLst/>
              <a:cxnLst/>
              <a:rect l="l" t="t" r="r" b="b"/>
              <a:pathLst>
                <a:path w="8540" h="1684" extrusionOk="0">
                  <a:moveTo>
                    <a:pt x="1" y="0"/>
                  </a:moveTo>
                  <a:lnTo>
                    <a:pt x="1" y="1683"/>
                  </a:lnTo>
                  <a:lnTo>
                    <a:pt x="8540" y="1683"/>
                  </a:lnTo>
                  <a:lnTo>
                    <a:pt x="8540" y="0"/>
                  </a:ln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0" name="Google Shape;12950;p65"/>
            <p:cNvSpPr/>
            <p:nvPr/>
          </p:nvSpPr>
          <p:spPr>
            <a:xfrm>
              <a:off x="1884494" y="2447848"/>
              <a:ext cx="114878" cy="114878"/>
            </a:xfrm>
            <a:custGeom>
              <a:avLst/>
              <a:gdLst/>
              <a:ahLst/>
              <a:cxnLst/>
              <a:rect l="l" t="t" r="r" b="b"/>
              <a:pathLst>
                <a:path w="4396" h="4396" extrusionOk="0">
                  <a:moveTo>
                    <a:pt x="2203" y="1"/>
                  </a:moveTo>
                  <a:cubicBezTo>
                    <a:pt x="981" y="1"/>
                    <a:pt x="1" y="981"/>
                    <a:pt x="1" y="2203"/>
                  </a:cubicBezTo>
                  <a:cubicBezTo>
                    <a:pt x="1" y="3414"/>
                    <a:pt x="981" y="4395"/>
                    <a:pt x="2203" y="4395"/>
                  </a:cubicBezTo>
                  <a:cubicBezTo>
                    <a:pt x="3414" y="4395"/>
                    <a:pt x="4395" y="3414"/>
                    <a:pt x="4395" y="2203"/>
                  </a:cubicBezTo>
                  <a:cubicBezTo>
                    <a:pt x="4395" y="981"/>
                    <a:pt x="3414" y="1"/>
                    <a:pt x="2203"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1" name="Google Shape;12951;p65"/>
            <p:cNvSpPr/>
            <p:nvPr/>
          </p:nvSpPr>
          <p:spPr>
            <a:xfrm>
              <a:off x="1902342" y="2471054"/>
              <a:ext cx="78162" cy="69565"/>
            </a:xfrm>
            <a:custGeom>
              <a:avLst/>
              <a:gdLst/>
              <a:ahLst/>
              <a:cxnLst/>
              <a:rect l="l" t="t" r="r" b="b"/>
              <a:pathLst>
                <a:path w="2991" h="2662" extrusionOk="0">
                  <a:moveTo>
                    <a:pt x="1500" y="1"/>
                  </a:moveTo>
                  <a:cubicBezTo>
                    <a:pt x="1107" y="1"/>
                    <a:pt x="718" y="171"/>
                    <a:pt x="452" y="497"/>
                  </a:cubicBezTo>
                  <a:cubicBezTo>
                    <a:pt x="0" y="1074"/>
                    <a:pt x="87" y="1911"/>
                    <a:pt x="664" y="2372"/>
                  </a:cubicBezTo>
                  <a:cubicBezTo>
                    <a:pt x="907" y="2567"/>
                    <a:pt x="1201" y="2661"/>
                    <a:pt x="1493" y="2661"/>
                  </a:cubicBezTo>
                  <a:cubicBezTo>
                    <a:pt x="1881" y="2661"/>
                    <a:pt x="2266" y="2494"/>
                    <a:pt x="2529" y="2171"/>
                  </a:cubicBezTo>
                  <a:lnTo>
                    <a:pt x="2539" y="2161"/>
                  </a:lnTo>
                  <a:cubicBezTo>
                    <a:pt x="2991" y="1584"/>
                    <a:pt x="2895" y="747"/>
                    <a:pt x="2327" y="286"/>
                  </a:cubicBezTo>
                  <a:cubicBezTo>
                    <a:pt x="2082" y="94"/>
                    <a:pt x="1790" y="1"/>
                    <a:pt x="1500"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2" name="Google Shape;12952;p65"/>
            <p:cNvSpPr/>
            <p:nvPr/>
          </p:nvSpPr>
          <p:spPr>
            <a:xfrm>
              <a:off x="1912743" y="2470427"/>
              <a:ext cx="75680" cy="58641"/>
            </a:xfrm>
            <a:custGeom>
              <a:avLst/>
              <a:gdLst/>
              <a:ahLst/>
              <a:cxnLst/>
              <a:rect l="l" t="t" r="r" b="b"/>
              <a:pathLst>
                <a:path w="2896" h="2244" extrusionOk="0">
                  <a:moveTo>
                    <a:pt x="1152" y="1"/>
                  </a:moveTo>
                  <a:cubicBezTo>
                    <a:pt x="1025" y="1"/>
                    <a:pt x="892" y="19"/>
                    <a:pt x="756" y="60"/>
                  </a:cubicBezTo>
                  <a:cubicBezTo>
                    <a:pt x="1" y="953"/>
                    <a:pt x="694" y="2244"/>
                    <a:pt x="1747" y="2244"/>
                  </a:cubicBezTo>
                  <a:cubicBezTo>
                    <a:pt x="1874" y="2244"/>
                    <a:pt x="2006" y="2225"/>
                    <a:pt x="2141" y="2185"/>
                  </a:cubicBezTo>
                  <a:cubicBezTo>
                    <a:pt x="2896" y="1284"/>
                    <a:pt x="2204" y="1"/>
                    <a:pt x="1152"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3" name="Google Shape;12953;p65"/>
            <p:cNvSpPr/>
            <p:nvPr/>
          </p:nvSpPr>
          <p:spPr>
            <a:xfrm>
              <a:off x="1937020" y="2488563"/>
              <a:ext cx="22134" cy="22134"/>
            </a:xfrm>
            <a:custGeom>
              <a:avLst/>
              <a:gdLst/>
              <a:ahLst/>
              <a:cxnLst/>
              <a:rect l="l" t="t" r="r" b="b"/>
              <a:pathLst>
                <a:path w="847" h="847" extrusionOk="0">
                  <a:moveTo>
                    <a:pt x="423" y="0"/>
                  </a:moveTo>
                  <a:cubicBezTo>
                    <a:pt x="193" y="0"/>
                    <a:pt x="0" y="193"/>
                    <a:pt x="0" y="424"/>
                  </a:cubicBezTo>
                  <a:cubicBezTo>
                    <a:pt x="0" y="654"/>
                    <a:pt x="193" y="847"/>
                    <a:pt x="423" y="847"/>
                  </a:cubicBezTo>
                  <a:cubicBezTo>
                    <a:pt x="654" y="847"/>
                    <a:pt x="847" y="654"/>
                    <a:pt x="847" y="424"/>
                  </a:cubicBezTo>
                  <a:cubicBezTo>
                    <a:pt x="847" y="193"/>
                    <a:pt x="654" y="0"/>
                    <a:pt x="423" y="0"/>
                  </a:cubicBez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54" name="Google Shape;12954;p65"/>
          <p:cNvGrpSpPr/>
          <p:nvPr/>
        </p:nvGrpSpPr>
        <p:grpSpPr>
          <a:xfrm>
            <a:off x="3599893" y="2242129"/>
            <a:ext cx="207597" cy="366639"/>
            <a:chOff x="3603568" y="2426002"/>
            <a:chExt cx="207597" cy="366639"/>
          </a:xfrm>
        </p:grpSpPr>
        <p:sp>
          <p:nvSpPr>
            <p:cNvPr id="12955" name="Google Shape;12955;p65"/>
            <p:cNvSpPr/>
            <p:nvPr/>
          </p:nvSpPr>
          <p:spPr>
            <a:xfrm>
              <a:off x="3629465" y="2426002"/>
              <a:ext cx="155828" cy="203050"/>
            </a:xfrm>
            <a:custGeom>
              <a:avLst/>
              <a:gdLst/>
              <a:ahLst/>
              <a:cxnLst/>
              <a:rect l="l" t="t" r="r" b="b"/>
              <a:pathLst>
                <a:path w="5963" h="7770" extrusionOk="0">
                  <a:moveTo>
                    <a:pt x="1933" y="0"/>
                  </a:moveTo>
                  <a:cubicBezTo>
                    <a:pt x="866" y="0"/>
                    <a:pt x="0" y="865"/>
                    <a:pt x="0" y="1933"/>
                  </a:cubicBezTo>
                  <a:lnTo>
                    <a:pt x="0" y="7501"/>
                  </a:lnTo>
                  <a:cubicBezTo>
                    <a:pt x="0" y="7645"/>
                    <a:pt x="125" y="7770"/>
                    <a:pt x="279" y="7770"/>
                  </a:cubicBezTo>
                  <a:lnTo>
                    <a:pt x="5683" y="7770"/>
                  </a:lnTo>
                  <a:cubicBezTo>
                    <a:pt x="5837" y="7770"/>
                    <a:pt x="5962" y="7645"/>
                    <a:pt x="5962" y="7501"/>
                  </a:cubicBezTo>
                  <a:lnTo>
                    <a:pt x="5962" y="1933"/>
                  </a:lnTo>
                  <a:lnTo>
                    <a:pt x="5953" y="1933"/>
                  </a:lnTo>
                  <a:cubicBezTo>
                    <a:pt x="5953" y="865"/>
                    <a:pt x="5087" y="0"/>
                    <a:pt x="4029" y="0"/>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6" name="Google Shape;12956;p65"/>
            <p:cNvSpPr/>
            <p:nvPr/>
          </p:nvSpPr>
          <p:spPr>
            <a:xfrm>
              <a:off x="3657114" y="2451376"/>
              <a:ext cx="128180" cy="177675"/>
            </a:xfrm>
            <a:custGeom>
              <a:avLst/>
              <a:gdLst/>
              <a:ahLst/>
              <a:cxnLst/>
              <a:rect l="l" t="t" r="r" b="b"/>
              <a:pathLst>
                <a:path w="4905" h="6799" extrusionOk="0">
                  <a:moveTo>
                    <a:pt x="1394" y="0"/>
                  </a:moveTo>
                  <a:cubicBezTo>
                    <a:pt x="625" y="0"/>
                    <a:pt x="0" y="625"/>
                    <a:pt x="10" y="1395"/>
                  </a:cubicBezTo>
                  <a:lnTo>
                    <a:pt x="10" y="6799"/>
                  </a:lnTo>
                  <a:lnTo>
                    <a:pt x="4625" y="6799"/>
                  </a:lnTo>
                  <a:cubicBezTo>
                    <a:pt x="4779" y="6799"/>
                    <a:pt x="4904" y="6674"/>
                    <a:pt x="4904" y="6530"/>
                  </a:cubicBezTo>
                  <a:lnTo>
                    <a:pt x="4904" y="962"/>
                  </a:lnTo>
                  <a:cubicBezTo>
                    <a:pt x="4904" y="625"/>
                    <a:pt x="4818" y="298"/>
                    <a:pt x="4654"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7" name="Google Shape;12957;p65"/>
            <p:cNvSpPr/>
            <p:nvPr/>
          </p:nvSpPr>
          <p:spPr>
            <a:xfrm>
              <a:off x="3603568" y="2556403"/>
              <a:ext cx="207597" cy="236238"/>
            </a:xfrm>
            <a:custGeom>
              <a:avLst/>
              <a:gdLst/>
              <a:ahLst/>
              <a:cxnLst/>
              <a:rect l="l" t="t" r="r" b="b"/>
              <a:pathLst>
                <a:path w="7944" h="9040" extrusionOk="0">
                  <a:moveTo>
                    <a:pt x="405" y="1"/>
                  </a:moveTo>
                  <a:cubicBezTo>
                    <a:pt x="184" y="1"/>
                    <a:pt x="1" y="174"/>
                    <a:pt x="1" y="395"/>
                  </a:cubicBezTo>
                  <a:lnTo>
                    <a:pt x="1" y="8636"/>
                  </a:lnTo>
                  <a:cubicBezTo>
                    <a:pt x="1" y="8857"/>
                    <a:pt x="184" y="9040"/>
                    <a:pt x="405" y="9040"/>
                  </a:cubicBezTo>
                  <a:lnTo>
                    <a:pt x="7540" y="9040"/>
                  </a:lnTo>
                  <a:cubicBezTo>
                    <a:pt x="7761" y="9040"/>
                    <a:pt x="7944" y="8857"/>
                    <a:pt x="7944" y="8636"/>
                  </a:cubicBezTo>
                  <a:lnTo>
                    <a:pt x="7944" y="395"/>
                  </a:lnTo>
                  <a:cubicBezTo>
                    <a:pt x="7944" y="174"/>
                    <a:pt x="7761" y="1"/>
                    <a:pt x="7540"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8" name="Google Shape;12958;p65"/>
            <p:cNvSpPr/>
            <p:nvPr/>
          </p:nvSpPr>
          <p:spPr>
            <a:xfrm>
              <a:off x="3634979" y="2556403"/>
              <a:ext cx="176185" cy="206839"/>
            </a:xfrm>
            <a:custGeom>
              <a:avLst/>
              <a:gdLst/>
              <a:ahLst/>
              <a:cxnLst/>
              <a:rect l="l" t="t" r="r" b="b"/>
              <a:pathLst>
                <a:path w="6742" h="7915" extrusionOk="0">
                  <a:moveTo>
                    <a:pt x="1" y="1"/>
                  </a:moveTo>
                  <a:lnTo>
                    <a:pt x="1" y="7511"/>
                  </a:lnTo>
                  <a:cubicBezTo>
                    <a:pt x="1" y="7732"/>
                    <a:pt x="174" y="7915"/>
                    <a:pt x="395" y="7915"/>
                  </a:cubicBezTo>
                  <a:lnTo>
                    <a:pt x="6742" y="7915"/>
                  </a:lnTo>
                  <a:lnTo>
                    <a:pt x="6742" y="395"/>
                  </a:lnTo>
                  <a:cubicBezTo>
                    <a:pt x="6742" y="174"/>
                    <a:pt x="6559" y="1"/>
                    <a:pt x="6338" y="1"/>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9" name="Google Shape;12959;p65"/>
            <p:cNvSpPr/>
            <p:nvPr/>
          </p:nvSpPr>
          <p:spPr>
            <a:xfrm>
              <a:off x="3603568" y="2623511"/>
              <a:ext cx="207597" cy="101786"/>
            </a:xfrm>
            <a:custGeom>
              <a:avLst/>
              <a:gdLst/>
              <a:ahLst/>
              <a:cxnLst/>
              <a:rect l="l" t="t" r="r" b="b"/>
              <a:pathLst>
                <a:path w="7944" h="3895" extrusionOk="0">
                  <a:moveTo>
                    <a:pt x="1" y="0"/>
                  </a:moveTo>
                  <a:lnTo>
                    <a:pt x="1" y="3895"/>
                  </a:lnTo>
                  <a:lnTo>
                    <a:pt x="7944" y="3895"/>
                  </a:lnTo>
                  <a:lnTo>
                    <a:pt x="7944" y="0"/>
                  </a:lnTo>
                  <a:close/>
                </a:path>
              </a:pathLst>
            </a:custGeom>
            <a:solidFill>
              <a:srgbClr val="EC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0" name="Google Shape;12960;p65"/>
            <p:cNvSpPr/>
            <p:nvPr/>
          </p:nvSpPr>
          <p:spPr>
            <a:xfrm>
              <a:off x="3603568" y="2623511"/>
              <a:ext cx="31437" cy="101786"/>
            </a:xfrm>
            <a:custGeom>
              <a:avLst/>
              <a:gdLst/>
              <a:ahLst/>
              <a:cxnLst/>
              <a:rect l="l" t="t" r="r" b="b"/>
              <a:pathLst>
                <a:path w="1203" h="3895" extrusionOk="0">
                  <a:moveTo>
                    <a:pt x="1" y="0"/>
                  </a:moveTo>
                  <a:lnTo>
                    <a:pt x="1" y="3895"/>
                  </a:lnTo>
                  <a:lnTo>
                    <a:pt x="1203" y="3895"/>
                  </a:lnTo>
                  <a:lnTo>
                    <a:pt x="1203" y="0"/>
                  </a:ln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61" name="Google Shape;12961;p65"/>
          <p:cNvGrpSpPr/>
          <p:nvPr/>
        </p:nvGrpSpPr>
        <p:grpSpPr>
          <a:xfrm>
            <a:off x="2242440" y="2242129"/>
            <a:ext cx="274417" cy="366404"/>
            <a:chOff x="2246115" y="2426002"/>
            <a:chExt cx="274417" cy="366404"/>
          </a:xfrm>
        </p:grpSpPr>
        <p:sp>
          <p:nvSpPr>
            <p:cNvPr id="12962" name="Google Shape;12962;p65"/>
            <p:cNvSpPr/>
            <p:nvPr/>
          </p:nvSpPr>
          <p:spPr>
            <a:xfrm>
              <a:off x="2246115" y="2440819"/>
              <a:ext cx="274417" cy="148798"/>
            </a:xfrm>
            <a:custGeom>
              <a:avLst/>
              <a:gdLst/>
              <a:ahLst/>
              <a:cxnLst/>
              <a:rect l="l" t="t" r="r" b="b"/>
              <a:pathLst>
                <a:path w="10501" h="5694" extrusionOk="0">
                  <a:moveTo>
                    <a:pt x="3510" y="0"/>
                  </a:moveTo>
                  <a:cubicBezTo>
                    <a:pt x="1577" y="0"/>
                    <a:pt x="0" y="1443"/>
                    <a:pt x="0" y="3212"/>
                  </a:cubicBezTo>
                  <a:lnTo>
                    <a:pt x="0" y="4789"/>
                  </a:lnTo>
                  <a:cubicBezTo>
                    <a:pt x="19" y="5297"/>
                    <a:pt x="442" y="5694"/>
                    <a:pt x="945" y="5694"/>
                  </a:cubicBezTo>
                  <a:cubicBezTo>
                    <a:pt x="957" y="5694"/>
                    <a:pt x="969" y="5694"/>
                    <a:pt x="981" y="5693"/>
                  </a:cubicBezTo>
                  <a:lnTo>
                    <a:pt x="1635" y="5693"/>
                  </a:lnTo>
                  <a:cubicBezTo>
                    <a:pt x="1904" y="5674"/>
                    <a:pt x="1904" y="5289"/>
                    <a:pt x="1635" y="5270"/>
                  </a:cubicBezTo>
                  <a:lnTo>
                    <a:pt x="971" y="5270"/>
                  </a:lnTo>
                  <a:cubicBezTo>
                    <a:pt x="965" y="5270"/>
                    <a:pt x="959" y="5270"/>
                    <a:pt x="953" y="5270"/>
                  </a:cubicBezTo>
                  <a:cubicBezTo>
                    <a:pt x="682" y="5270"/>
                    <a:pt x="452" y="5062"/>
                    <a:pt x="433" y="4789"/>
                  </a:cubicBezTo>
                  <a:lnTo>
                    <a:pt x="433" y="3212"/>
                  </a:lnTo>
                  <a:cubicBezTo>
                    <a:pt x="433" y="1683"/>
                    <a:pt x="1808" y="433"/>
                    <a:pt x="3510" y="433"/>
                  </a:cubicBezTo>
                  <a:lnTo>
                    <a:pt x="6991" y="433"/>
                  </a:lnTo>
                  <a:cubicBezTo>
                    <a:pt x="8693" y="433"/>
                    <a:pt x="10068" y="1683"/>
                    <a:pt x="10068" y="3212"/>
                  </a:cubicBezTo>
                  <a:lnTo>
                    <a:pt x="10068" y="4789"/>
                  </a:lnTo>
                  <a:cubicBezTo>
                    <a:pt x="10050" y="5057"/>
                    <a:pt x="9828" y="5271"/>
                    <a:pt x="9563" y="5271"/>
                  </a:cubicBezTo>
                  <a:cubicBezTo>
                    <a:pt x="9552" y="5271"/>
                    <a:pt x="9541" y="5271"/>
                    <a:pt x="9530" y="5270"/>
                  </a:cubicBezTo>
                  <a:lnTo>
                    <a:pt x="8779" y="5270"/>
                  </a:lnTo>
                  <a:cubicBezTo>
                    <a:pt x="8510" y="5289"/>
                    <a:pt x="8510" y="5674"/>
                    <a:pt x="8779" y="5693"/>
                  </a:cubicBezTo>
                  <a:lnTo>
                    <a:pt x="9530" y="5693"/>
                  </a:lnTo>
                  <a:cubicBezTo>
                    <a:pt x="9541" y="5694"/>
                    <a:pt x="9553" y="5694"/>
                    <a:pt x="9565" y="5694"/>
                  </a:cubicBezTo>
                  <a:cubicBezTo>
                    <a:pt x="10068" y="5694"/>
                    <a:pt x="10482" y="5297"/>
                    <a:pt x="10501" y="4789"/>
                  </a:cubicBezTo>
                  <a:lnTo>
                    <a:pt x="10501" y="3212"/>
                  </a:lnTo>
                  <a:cubicBezTo>
                    <a:pt x="10501" y="1443"/>
                    <a:pt x="8933" y="0"/>
                    <a:pt x="6991"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3" name="Google Shape;12963;p65"/>
            <p:cNvSpPr/>
            <p:nvPr/>
          </p:nvSpPr>
          <p:spPr>
            <a:xfrm>
              <a:off x="2285053" y="2520471"/>
              <a:ext cx="196543" cy="271935"/>
            </a:xfrm>
            <a:custGeom>
              <a:avLst/>
              <a:gdLst/>
              <a:ahLst/>
              <a:cxnLst/>
              <a:rect l="l" t="t" r="r" b="b"/>
              <a:pathLst>
                <a:path w="7521" h="10406" extrusionOk="0">
                  <a:moveTo>
                    <a:pt x="626" y="1"/>
                  </a:moveTo>
                  <a:cubicBezTo>
                    <a:pt x="308" y="1"/>
                    <a:pt x="39" y="231"/>
                    <a:pt x="1" y="549"/>
                  </a:cubicBezTo>
                  <a:cubicBezTo>
                    <a:pt x="1" y="568"/>
                    <a:pt x="1" y="597"/>
                    <a:pt x="1" y="626"/>
                  </a:cubicBezTo>
                  <a:lnTo>
                    <a:pt x="1" y="9088"/>
                  </a:lnTo>
                  <a:cubicBezTo>
                    <a:pt x="10" y="9809"/>
                    <a:pt x="597" y="10405"/>
                    <a:pt x="1328" y="10405"/>
                  </a:cubicBezTo>
                  <a:lnTo>
                    <a:pt x="6203" y="10405"/>
                  </a:lnTo>
                  <a:cubicBezTo>
                    <a:pt x="6934" y="10405"/>
                    <a:pt x="7520" y="9819"/>
                    <a:pt x="7520" y="9088"/>
                  </a:cubicBezTo>
                  <a:lnTo>
                    <a:pt x="7520" y="626"/>
                  </a:lnTo>
                  <a:cubicBezTo>
                    <a:pt x="7520" y="597"/>
                    <a:pt x="7520" y="568"/>
                    <a:pt x="7520" y="549"/>
                  </a:cubicBezTo>
                  <a:cubicBezTo>
                    <a:pt x="7482" y="231"/>
                    <a:pt x="7213" y="1"/>
                    <a:pt x="6905" y="1"/>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4" name="Google Shape;12964;p65"/>
            <p:cNvSpPr/>
            <p:nvPr/>
          </p:nvSpPr>
          <p:spPr>
            <a:xfrm>
              <a:off x="2315471" y="2520732"/>
              <a:ext cx="166124" cy="245018"/>
            </a:xfrm>
            <a:custGeom>
              <a:avLst/>
              <a:gdLst/>
              <a:ahLst/>
              <a:cxnLst/>
              <a:rect l="l" t="t" r="r" b="b"/>
              <a:pathLst>
                <a:path w="6357" h="9376" extrusionOk="0">
                  <a:moveTo>
                    <a:pt x="0" y="0"/>
                  </a:moveTo>
                  <a:lnTo>
                    <a:pt x="0" y="8049"/>
                  </a:lnTo>
                  <a:cubicBezTo>
                    <a:pt x="0" y="8780"/>
                    <a:pt x="596" y="9366"/>
                    <a:pt x="1317" y="9376"/>
                  </a:cubicBezTo>
                  <a:lnTo>
                    <a:pt x="6193" y="9376"/>
                  </a:lnTo>
                  <a:cubicBezTo>
                    <a:pt x="6241" y="9376"/>
                    <a:pt x="6279" y="9366"/>
                    <a:pt x="6327" y="9366"/>
                  </a:cubicBezTo>
                  <a:cubicBezTo>
                    <a:pt x="6347" y="9270"/>
                    <a:pt x="6356" y="9174"/>
                    <a:pt x="6356" y="9078"/>
                  </a:cubicBezTo>
                  <a:lnTo>
                    <a:pt x="6356" y="616"/>
                  </a:lnTo>
                  <a:cubicBezTo>
                    <a:pt x="6356" y="596"/>
                    <a:pt x="6356" y="568"/>
                    <a:pt x="6356" y="548"/>
                  </a:cubicBezTo>
                  <a:cubicBezTo>
                    <a:pt x="6318" y="231"/>
                    <a:pt x="6049" y="0"/>
                    <a:pt x="5741" y="0"/>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5" name="Google Shape;12965;p65"/>
            <p:cNvSpPr/>
            <p:nvPr/>
          </p:nvSpPr>
          <p:spPr>
            <a:xfrm>
              <a:off x="2285053" y="2520471"/>
              <a:ext cx="196543" cy="166882"/>
            </a:xfrm>
            <a:custGeom>
              <a:avLst/>
              <a:gdLst/>
              <a:ahLst/>
              <a:cxnLst/>
              <a:rect l="l" t="t" r="r" b="b"/>
              <a:pathLst>
                <a:path w="7521" h="6386" extrusionOk="0">
                  <a:moveTo>
                    <a:pt x="626" y="1"/>
                  </a:moveTo>
                  <a:cubicBezTo>
                    <a:pt x="279" y="1"/>
                    <a:pt x="1" y="280"/>
                    <a:pt x="1" y="626"/>
                  </a:cubicBezTo>
                  <a:lnTo>
                    <a:pt x="1" y="1520"/>
                  </a:lnTo>
                  <a:lnTo>
                    <a:pt x="914" y="1520"/>
                  </a:lnTo>
                  <a:cubicBezTo>
                    <a:pt x="1231" y="1520"/>
                    <a:pt x="1491" y="1780"/>
                    <a:pt x="1491" y="2097"/>
                  </a:cubicBezTo>
                  <a:lnTo>
                    <a:pt x="1491" y="3693"/>
                  </a:lnTo>
                  <a:cubicBezTo>
                    <a:pt x="1491" y="4059"/>
                    <a:pt x="1770" y="4357"/>
                    <a:pt x="2126" y="4395"/>
                  </a:cubicBezTo>
                  <a:cubicBezTo>
                    <a:pt x="2142" y="4396"/>
                    <a:pt x="2159" y="4397"/>
                    <a:pt x="2175" y="4397"/>
                  </a:cubicBezTo>
                  <a:cubicBezTo>
                    <a:pt x="2548" y="4397"/>
                    <a:pt x="2856" y="4090"/>
                    <a:pt x="2856" y="3712"/>
                  </a:cubicBezTo>
                  <a:lnTo>
                    <a:pt x="2856" y="5703"/>
                  </a:lnTo>
                  <a:cubicBezTo>
                    <a:pt x="2856" y="6078"/>
                    <a:pt x="3164" y="6386"/>
                    <a:pt x="3539" y="6386"/>
                  </a:cubicBezTo>
                  <a:cubicBezTo>
                    <a:pt x="3914" y="6386"/>
                    <a:pt x="4222" y="6078"/>
                    <a:pt x="4222" y="5703"/>
                  </a:cubicBezTo>
                  <a:lnTo>
                    <a:pt x="4222" y="2097"/>
                  </a:lnTo>
                  <a:cubicBezTo>
                    <a:pt x="4222" y="1770"/>
                    <a:pt x="4482" y="1510"/>
                    <a:pt x="4799" y="1510"/>
                  </a:cubicBezTo>
                  <a:lnTo>
                    <a:pt x="4991" y="1510"/>
                  </a:lnTo>
                  <a:cubicBezTo>
                    <a:pt x="5318" y="1510"/>
                    <a:pt x="5578" y="1770"/>
                    <a:pt x="5578" y="2097"/>
                  </a:cubicBezTo>
                  <a:lnTo>
                    <a:pt x="5578" y="3693"/>
                  </a:lnTo>
                  <a:cubicBezTo>
                    <a:pt x="5578" y="4049"/>
                    <a:pt x="5847" y="4357"/>
                    <a:pt x="6212" y="4386"/>
                  </a:cubicBezTo>
                  <a:cubicBezTo>
                    <a:pt x="6230" y="4387"/>
                    <a:pt x="6247" y="4387"/>
                    <a:pt x="6264" y="4387"/>
                  </a:cubicBezTo>
                  <a:cubicBezTo>
                    <a:pt x="6635" y="4387"/>
                    <a:pt x="6943" y="4090"/>
                    <a:pt x="6943" y="3712"/>
                  </a:cubicBezTo>
                  <a:lnTo>
                    <a:pt x="6943" y="2097"/>
                  </a:lnTo>
                  <a:cubicBezTo>
                    <a:pt x="6943" y="1780"/>
                    <a:pt x="7203" y="1510"/>
                    <a:pt x="7520" y="1510"/>
                  </a:cubicBezTo>
                  <a:lnTo>
                    <a:pt x="7520" y="626"/>
                  </a:lnTo>
                  <a:cubicBezTo>
                    <a:pt x="7520" y="280"/>
                    <a:pt x="7241" y="1"/>
                    <a:pt x="6905"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6" name="Google Shape;12966;p65"/>
            <p:cNvSpPr/>
            <p:nvPr/>
          </p:nvSpPr>
          <p:spPr>
            <a:xfrm>
              <a:off x="2335306" y="2426002"/>
              <a:ext cx="96272" cy="40218"/>
            </a:xfrm>
            <a:custGeom>
              <a:avLst/>
              <a:gdLst/>
              <a:ahLst/>
              <a:cxnLst/>
              <a:rect l="l" t="t" r="r" b="b"/>
              <a:pathLst>
                <a:path w="3684" h="1539" extrusionOk="0">
                  <a:moveTo>
                    <a:pt x="337" y="0"/>
                  </a:moveTo>
                  <a:cubicBezTo>
                    <a:pt x="155" y="0"/>
                    <a:pt x="1" y="154"/>
                    <a:pt x="1" y="346"/>
                  </a:cubicBezTo>
                  <a:lnTo>
                    <a:pt x="1" y="1202"/>
                  </a:lnTo>
                  <a:cubicBezTo>
                    <a:pt x="1" y="1385"/>
                    <a:pt x="155" y="1539"/>
                    <a:pt x="337" y="1539"/>
                  </a:cubicBezTo>
                  <a:lnTo>
                    <a:pt x="3337" y="1539"/>
                  </a:lnTo>
                  <a:cubicBezTo>
                    <a:pt x="3520" y="1539"/>
                    <a:pt x="3674" y="1385"/>
                    <a:pt x="3684" y="1202"/>
                  </a:cubicBezTo>
                  <a:lnTo>
                    <a:pt x="3684" y="346"/>
                  </a:lnTo>
                  <a:cubicBezTo>
                    <a:pt x="3674" y="154"/>
                    <a:pt x="3520" y="0"/>
                    <a:pt x="3337"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7" name="Google Shape;12967;p65"/>
            <p:cNvSpPr/>
            <p:nvPr/>
          </p:nvSpPr>
          <p:spPr>
            <a:xfrm>
              <a:off x="2360680" y="2426002"/>
              <a:ext cx="70897" cy="19626"/>
            </a:xfrm>
            <a:custGeom>
              <a:avLst/>
              <a:gdLst/>
              <a:ahLst/>
              <a:cxnLst/>
              <a:rect l="l" t="t" r="r" b="b"/>
              <a:pathLst>
                <a:path w="2713" h="751" extrusionOk="0">
                  <a:moveTo>
                    <a:pt x="1" y="0"/>
                  </a:moveTo>
                  <a:lnTo>
                    <a:pt x="1" y="404"/>
                  </a:lnTo>
                  <a:cubicBezTo>
                    <a:pt x="1" y="587"/>
                    <a:pt x="155" y="740"/>
                    <a:pt x="347" y="750"/>
                  </a:cubicBezTo>
                  <a:lnTo>
                    <a:pt x="2713" y="750"/>
                  </a:lnTo>
                  <a:lnTo>
                    <a:pt x="2713" y="346"/>
                  </a:lnTo>
                  <a:cubicBezTo>
                    <a:pt x="2703" y="154"/>
                    <a:pt x="2549" y="10"/>
                    <a:pt x="2366"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8" name="Google Shape;12968;p65"/>
            <p:cNvSpPr/>
            <p:nvPr/>
          </p:nvSpPr>
          <p:spPr>
            <a:xfrm>
              <a:off x="2323990" y="2591603"/>
              <a:ext cx="71394" cy="95749"/>
            </a:xfrm>
            <a:custGeom>
              <a:avLst/>
              <a:gdLst/>
              <a:ahLst/>
              <a:cxnLst/>
              <a:rect l="l" t="t" r="r" b="b"/>
              <a:pathLst>
                <a:path w="2732" h="3664" extrusionOk="0">
                  <a:moveTo>
                    <a:pt x="11" y="0"/>
                  </a:moveTo>
                  <a:cubicBezTo>
                    <a:pt x="10" y="12"/>
                    <a:pt x="10" y="24"/>
                    <a:pt x="11" y="37"/>
                  </a:cubicBezTo>
                  <a:lnTo>
                    <a:pt x="11" y="37"/>
                  </a:lnTo>
                  <a:lnTo>
                    <a:pt x="11" y="0"/>
                  </a:lnTo>
                  <a:close/>
                  <a:moveTo>
                    <a:pt x="11" y="37"/>
                  </a:moveTo>
                  <a:lnTo>
                    <a:pt x="11" y="971"/>
                  </a:lnTo>
                  <a:cubicBezTo>
                    <a:pt x="1" y="1337"/>
                    <a:pt x="280" y="1635"/>
                    <a:pt x="636" y="1664"/>
                  </a:cubicBezTo>
                  <a:cubicBezTo>
                    <a:pt x="653" y="1665"/>
                    <a:pt x="670" y="1665"/>
                    <a:pt x="687" y="1665"/>
                  </a:cubicBezTo>
                  <a:cubicBezTo>
                    <a:pt x="1059" y="1665"/>
                    <a:pt x="1366" y="1368"/>
                    <a:pt x="1366" y="990"/>
                  </a:cubicBezTo>
                  <a:lnTo>
                    <a:pt x="1366" y="96"/>
                  </a:lnTo>
                  <a:cubicBezTo>
                    <a:pt x="1320" y="449"/>
                    <a:pt x="1023" y="703"/>
                    <a:pt x="674" y="703"/>
                  </a:cubicBezTo>
                  <a:cubicBezTo>
                    <a:pt x="661" y="703"/>
                    <a:pt x="648" y="703"/>
                    <a:pt x="636" y="702"/>
                  </a:cubicBezTo>
                  <a:cubicBezTo>
                    <a:pt x="292" y="665"/>
                    <a:pt x="20" y="385"/>
                    <a:pt x="11" y="37"/>
                  </a:cubicBezTo>
                  <a:close/>
                  <a:moveTo>
                    <a:pt x="1366" y="2010"/>
                  </a:moveTo>
                  <a:lnTo>
                    <a:pt x="1366" y="2981"/>
                  </a:lnTo>
                  <a:cubicBezTo>
                    <a:pt x="1366" y="3356"/>
                    <a:pt x="1674" y="3664"/>
                    <a:pt x="2049" y="3664"/>
                  </a:cubicBezTo>
                  <a:cubicBezTo>
                    <a:pt x="2424" y="3664"/>
                    <a:pt x="2732" y="3356"/>
                    <a:pt x="2732" y="2981"/>
                  </a:cubicBezTo>
                  <a:lnTo>
                    <a:pt x="2732" y="2010"/>
                  </a:lnTo>
                  <a:cubicBezTo>
                    <a:pt x="2732" y="2385"/>
                    <a:pt x="2424" y="2692"/>
                    <a:pt x="2049" y="2692"/>
                  </a:cubicBezTo>
                  <a:cubicBezTo>
                    <a:pt x="1665" y="2692"/>
                    <a:pt x="1366" y="2385"/>
                    <a:pt x="1366" y="201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9" name="Google Shape;12969;p65"/>
            <p:cNvSpPr/>
            <p:nvPr/>
          </p:nvSpPr>
          <p:spPr>
            <a:xfrm>
              <a:off x="2430794" y="2591838"/>
              <a:ext cx="35723" cy="43563"/>
            </a:xfrm>
            <a:custGeom>
              <a:avLst/>
              <a:gdLst/>
              <a:ahLst/>
              <a:cxnLst/>
              <a:rect l="l" t="t" r="r" b="b"/>
              <a:pathLst>
                <a:path w="1367" h="1667" extrusionOk="0">
                  <a:moveTo>
                    <a:pt x="1" y="1"/>
                  </a:moveTo>
                  <a:lnTo>
                    <a:pt x="1" y="962"/>
                  </a:lnTo>
                  <a:cubicBezTo>
                    <a:pt x="1" y="1328"/>
                    <a:pt x="270" y="1626"/>
                    <a:pt x="635" y="1664"/>
                  </a:cubicBezTo>
                  <a:cubicBezTo>
                    <a:pt x="652" y="1665"/>
                    <a:pt x="669" y="1666"/>
                    <a:pt x="685" y="1666"/>
                  </a:cubicBezTo>
                  <a:cubicBezTo>
                    <a:pt x="1058" y="1666"/>
                    <a:pt x="1366" y="1359"/>
                    <a:pt x="1366" y="981"/>
                  </a:cubicBezTo>
                  <a:lnTo>
                    <a:pt x="1366" y="10"/>
                  </a:lnTo>
                  <a:cubicBezTo>
                    <a:pt x="1366" y="193"/>
                    <a:pt x="1289" y="366"/>
                    <a:pt x="1164" y="491"/>
                  </a:cubicBezTo>
                  <a:cubicBezTo>
                    <a:pt x="1029" y="626"/>
                    <a:pt x="852" y="694"/>
                    <a:pt x="672" y="694"/>
                  </a:cubicBezTo>
                  <a:cubicBezTo>
                    <a:pt x="659" y="694"/>
                    <a:pt x="647" y="694"/>
                    <a:pt x="635" y="693"/>
                  </a:cubicBezTo>
                  <a:cubicBezTo>
                    <a:pt x="270" y="664"/>
                    <a:pt x="1" y="356"/>
                    <a:pt x="1" y="1"/>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70" name="Google Shape;12970;p65"/>
          <p:cNvGrpSpPr/>
          <p:nvPr/>
        </p:nvGrpSpPr>
        <p:grpSpPr>
          <a:xfrm>
            <a:off x="2692991" y="2242129"/>
            <a:ext cx="256099" cy="366639"/>
            <a:chOff x="2696666" y="2426002"/>
            <a:chExt cx="256099" cy="366639"/>
          </a:xfrm>
        </p:grpSpPr>
        <p:sp>
          <p:nvSpPr>
            <p:cNvPr id="12971" name="Google Shape;12971;p65"/>
            <p:cNvSpPr/>
            <p:nvPr/>
          </p:nvSpPr>
          <p:spPr>
            <a:xfrm>
              <a:off x="2724811" y="2426002"/>
              <a:ext cx="227954" cy="86446"/>
            </a:xfrm>
            <a:custGeom>
              <a:avLst/>
              <a:gdLst/>
              <a:ahLst/>
              <a:cxnLst/>
              <a:rect l="l" t="t" r="r" b="b"/>
              <a:pathLst>
                <a:path w="8723" h="3308" extrusionOk="0">
                  <a:moveTo>
                    <a:pt x="1414" y="0"/>
                  </a:moveTo>
                  <a:cubicBezTo>
                    <a:pt x="635" y="0"/>
                    <a:pt x="1" y="635"/>
                    <a:pt x="1" y="1423"/>
                  </a:cubicBezTo>
                  <a:lnTo>
                    <a:pt x="1" y="1894"/>
                  </a:lnTo>
                  <a:lnTo>
                    <a:pt x="1" y="1971"/>
                  </a:lnTo>
                  <a:lnTo>
                    <a:pt x="1" y="2019"/>
                  </a:lnTo>
                  <a:cubicBezTo>
                    <a:pt x="20" y="2241"/>
                    <a:pt x="87" y="2452"/>
                    <a:pt x="212" y="2635"/>
                  </a:cubicBezTo>
                  <a:lnTo>
                    <a:pt x="212" y="2644"/>
                  </a:lnTo>
                  <a:cubicBezTo>
                    <a:pt x="231" y="2693"/>
                    <a:pt x="270" y="2731"/>
                    <a:pt x="299" y="2769"/>
                  </a:cubicBezTo>
                  <a:cubicBezTo>
                    <a:pt x="568" y="3116"/>
                    <a:pt x="972" y="3308"/>
                    <a:pt x="1404" y="3308"/>
                  </a:cubicBezTo>
                  <a:lnTo>
                    <a:pt x="7299" y="3308"/>
                  </a:lnTo>
                  <a:cubicBezTo>
                    <a:pt x="7809" y="3308"/>
                    <a:pt x="8280" y="3029"/>
                    <a:pt x="8530" y="2587"/>
                  </a:cubicBezTo>
                  <a:cubicBezTo>
                    <a:pt x="8559" y="2539"/>
                    <a:pt x="8578" y="2491"/>
                    <a:pt x="8607" y="2443"/>
                  </a:cubicBezTo>
                  <a:cubicBezTo>
                    <a:pt x="8665" y="2289"/>
                    <a:pt x="8703" y="2135"/>
                    <a:pt x="8713" y="1971"/>
                  </a:cubicBezTo>
                  <a:lnTo>
                    <a:pt x="8713" y="1885"/>
                  </a:lnTo>
                  <a:lnTo>
                    <a:pt x="8713" y="1808"/>
                  </a:lnTo>
                  <a:cubicBezTo>
                    <a:pt x="8713" y="1769"/>
                    <a:pt x="8713" y="1721"/>
                    <a:pt x="8703" y="1683"/>
                  </a:cubicBezTo>
                  <a:lnTo>
                    <a:pt x="8703" y="1683"/>
                  </a:lnTo>
                  <a:lnTo>
                    <a:pt x="8713" y="1692"/>
                  </a:lnTo>
                  <a:lnTo>
                    <a:pt x="8722" y="1423"/>
                  </a:lnTo>
                  <a:cubicBezTo>
                    <a:pt x="8722" y="635"/>
                    <a:pt x="8088" y="0"/>
                    <a:pt x="7309" y="0"/>
                  </a:cubicBezTo>
                  <a:close/>
                </a:path>
              </a:pathLst>
            </a:custGeom>
            <a:solidFill>
              <a:srgbClr val="D9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2" name="Google Shape;12972;p65"/>
            <p:cNvSpPr/>
            <p:nvPr/>
          </p:nvSpPr>
          <p:spPr>
            <a:xfrm>
              <a:off x="2696666" y="2465436"/>
              <a:ext cx="147283" cy="184156"/>
            </a:xfrm>
            <a:custGeom>
              <a:avLst/>
              <a:gdLst/>
              <a:ahLst/>
              <a:cxnLst/>
              <a:rect l="l" t="t" r="r" b="b"/>
              <a:pathLst>
                <a:path w="5636" h="7047" extrusionOk="0">
                  <a:moveTo>
                    <a:pt x="962" y="1"/>
                  </a:moveTo>
                  <a:cubicBezTo>
                    <a:pt x="433" y="1"/>
                    <a:pt x="1" y="433"/>
                    <a:pt x="1" y="962"/>
                  </a:cubicBezTo>
                  <a:lnTo>
                    <a:pt x="1" y="2539"/>
                  </a:lnTo>
                  <a:cubicBezTo>
                    <a:pt x="1" y="2934"/>
                    <a:pt x="241" y="3289"/>
                    <a:pt x="606" y="3434"/>
                  </a:cubicBezTo>
                  <a:lnTo>
                    <a:pt x="626" y="3443"/>
                  </a:lnTo>
                  <a:lnTo>
                    <a:pt x="4732" y="4645"/>
                  </a:lnTo>
                  <a:cubicBezTo>
                    <a:pt x="5011" y="4761"/>
                    <a:pt x="5203" y="5040"/>
                    <a:pt x="5203" y="5347"/>
                  </a:cubicBezTo>
                  <a:lnTo>
                    <a:pt x="5203" y="6838"/>
                  </a:lnTo>
                  <a:cubicBezTo>
                    <a:pt x="5203" y="6977"/>
                    <a:pt x="5309" y="7047"/>
                    <a:pt x="5414" y="7047"/>
                  </a:cubicBezTo>
                  <a:cubicBezTo>
                    <a:pt x="5520" y="7047"/>
                    <a:pt x="5626" y="6977"/>
                    <a:pt x="5626" y="6838"/>
                  </a:cubicBezTo>
                  <a:lnTo>
                    <a:pt x="5626" y="5347"/>
                  </a:lnTo>
                  <a:cubicBezTo>
                    <a:pt x="5636" y="4857"/>
                    <a:pt x="5328" y="4424"/>
                    <a:pt x="4876" y="4241"/>
                  </a:cubicBezTo>
                  <a:lnTo>
                    <a:pt x="4857" y="4232"/>
                  </a:lnTo>
                  <a:lnTo>
                    <a:pt x="760" y="3030"/>
                  </a:lnTo>
                  <a:cubicBezTo>
                    <a:pt x="558" y="2953"/>
                    <a:pt x="433" y="2751"/>
                    <a:pt x="433" y="2539"/>
                  </a:cubicBezTo>
                  <a:lnTo>
                    <a:pt x="433" y="962"/>
                  </a:lnTo>
                  <a:cubicBezTo>
                    <a:pt x="433" y="674"/>
                    <a:pt x="674" y="433"/>
                    <a:pt x="972" y="433"/>
                  </a:cubicBezTo>
                  <a:lnTo>
                    <a:pt x="3010" y="433"/>
                  </a:lnTo>
                  <a:cubicBezTo>
                    <a:pt x="3299" y="433"/>
                    <a:pt x="3299" y="1"/>
                    <a:pt x="301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3" name="Google Shape;12973;p65"/>
            <p:cNvSpPr/>
            <p:nvPr/>
          </p:nvSpPr>
          <p:spPr>
            <a:xfrm>
              <a:off x="2813008" y="2631534"/>
              <a:ext cx="51795" cy="161107"/>
            </a:xfrm>
            <a:custGeom>
              <a:avLst/>
              <a:gdLst/>
              <a:ahLst/>
              <a:cxnLst/>
              <a:rect l="l" t="t" r="r" b="b"/>
              <a:pathLst>
                <a:path w="1982" h="6165" extrusionOk="0">
                  <a:moveTo>
                    <a:pt x="501" y="1"/>
                  </a:moveTo>
                  <a:cubicBezTo>
                    <a:pt x="222" y="1"/>
                    <a:pt x="1" y="232"/>
                    <a:pt x="1" y="501"/>
                  </a:cubicBezTo>
                  <a:lnTo>
                    <a:pt x="1" y="5665"/>
                  </a:lnTo>
                  <a:cubicBezTo>
                    <a:pt x="1" y="5934"/>
                    <a:pt x="222" y="6165"/>
                    <a:pt x="501" y="6165"/>
                  </a:cubicBezTo>
                  <a:lnTo>
                    <a:pt x="1482" y="6165"/>
                  </a:lnTo>
                  <a:cubicBezTo>
                    <a:pt x="1751" y="6165"/>
                    <a:pt x="1972" y="5934"/>
                    <a:pt x="1982" y="5665"/>
                  </a:cubicBezTo>
                  <a:lnTo>
                    <a:pt x="1982" y="501"/>
                  </a:lnTo>
                  <a:cubicBezTo>
                    <a:pt x="1972" y="232"/>
                    <a:pt x="1751" y="11"/>
                    <a:pt x="1482"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4" name="Google Shape;12974;p65"/>
            <p:cNvSpPr/>
            <p:nvPr/>
          </p:nvSpPr>
          <p:spPr>
            <a:xfrm>
              <a:off x="2836893" y="2631795"/>
              <a:ext cx="27910" cy="138999"/>
            </a:xfrm>
            <a:custGeom>
              <a:avLst/>
              <a:gdLst/>
              <a:ahLst/>
              <a:cxnLst/>
              <a:rect l="l" t="t" r="r" b="b"/>
              <a:pathLst>
                <a:path w="1068" h="5319" extrusionOk="0">
                  <a:moveTo>
                    <a:pt x="0" y="1"/>
                  </a:moveTo>
                  <a:lnTo>
                    <a:pt x="0" y="4818"/>
                  </a:lnTo>
                  <a:cubicBezTo>
                    <a:pt x="0" y="5097"/>
                    <a:pt x="221" y="5318"/>
                    <a:pt x="500" y="5318"/>
                  </a:cubicBezTo>
                  <a:lnTo>
                    <a:pt x="1068" y="5318"/>
                  </a:lnTo>
                  <a:lnTo>
                    <a:pt x="1068" y="491"/>
                  </a:lnTo>
                  <a:cubicBezTo>
                    <a:pt x="1058" y="222"/>
                    <a:pt x="837" y="1"/>
                    <a:pt x="568"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5" name="Google Shape;12975;p65"/>
            <p:cNvSpPr/>
            <p:nvPr/>
          </p:nvSpPr>
          <p:spPr>
            <a:xfrm>
              <a:off x="2725568" y="2436533"/>
              <a:ext cx="227196" cy="69826"/>
            </a:xfrm>
            <a:custGeom>
              <a:avLst/>
              <a:gdLst/>
              <a:ahLst/>
              <a:cxnLst/>
              <a:rect l="l" t="t" r="r" b="b"/>
              <a:pathLst>
                <a:path w="8694" h="2672" extrusionOk="0">
                  <a:moveTo>
                    <a:pt x="1424" y="1"/>
                  </a:moveTo>
                  <a:cubicBezTo>
                    <a:pt x="635" y="1"/>
                    <a:pt x="0" y="636"/>
                    <a:pt x="0" y="1414"/>
                  </a:cubicBezTo>
                  <a:lnTo>
                    <a:pt x="0" y="1491"/>
                  </a:lnTo>
                  <a:lnTo>
                    <a:pt x="0" y="1578"/>
                  </a:lnTo>
                  <a:lnTo>
                    <a:pt x="0" y="1616"/>
                  </a:lnTo>
                  <a:cubicBezTo>
                    <a:pt x="20" y="1838"/>
                    <a:pt x="97" y="2049"/>
                    <a:pt x="212" y="2241"/>
                  </a:cubicBezTo>
                  <a:cubicBezTo>
                    <a:pt x="241" y="2290"/>
                    <a:pt x="270" y="2328"/>
                    <a:pt x="308" y="2376"/>
                  </a:cubicBezTo>
                  <a:lnTo>
                    <a:pt x="664" y="1924"/>
                  </a:lnTo>
                  <a:cubicBezTo>
                    <a:pt x="760" y="1804"/>
                    <a:pt x="897" y="1744"/>
                    <a:pt x="1034" y="1744"/>
                  </a:cubicBezTo>
                  <a:cubicBezTo>
                    <a:pt x="1171" y="1744"/>
                    <a:pt x="1308" y="1804"/>
                    <a:pt x="1404" y="1924"/>
                  </a:cubicBezTo>
                  <a:lnTo>
                    <a:pt x="1885" y="2520"/>
                  </a:lnTo>
                  <a:cubicBezTo>
                    <a:pt x="1957" y="2621"/>
                    <a:pt x="2068" y="2672"/>
                    <a:pt x="2180" y="2672"/>
                  </a:cubicBezTo>
                  <a:cubicBezTo>
                    <a:pt x="2291" y="2672"/>
                    <a:pt x="2404" y="2621"/>
                    <a:pt x="2481" y="2520"/>
                  </a:cubicBezTo>
                  <a:lnTo>
                    <a:pt x="2962" y="1924"/>
                  </a:lnTo>
                  <a:cubicBezTo>
                    <a:pt x="3058" y="1804"/>
                    <a:pt x="3195" y="1744"/>
                    <a:pt x="3332" y="1744"/>
                  </a:cubicBezTo>
                  <a:cubicBezTo>
                    <a:pt x="3469" y="1744"/>
                    <a:pt x="3606" y="1804"/>
                    <a:pt x="3703" y="1924"/>
                  </a:cubicBezTo>
                  <a:lnTo>
                    <a:pt x="4183" y="2520"/>
                  </a:lnTo>
                  <a:cubicBezTo>
                    <a:pt x="4256" y="2621"/>
                    <a:pt x="4366" y="2672"/>
                    <a:pt x="4478" y="2672"/>
                  </a:cubicBezTo>
                  <a:cubicBezTo>
                    <a:pt x="4590" y="2672"/>
                    <a:pt x="4703" y="2621"/>
                    <a:pt x="4780" y="2520"/>
                  </a:cubicBezTo>
                  <a:lnTo>
                    <a:pt x="5260" y="1924"/>
                  </a:lnTo>
                  <a:cubicBezTo>
                    <a:pt x="5357" y="1804"/>
                    <a:pt x="5494" y="1744"/>
                    <a:pt x="5631" y="1744"/>
                  </a:cubicBezTo>
                  <a:cubicBezTo>
                    <a:pt x="5768" y="1744"/>
                    <a:pt x="5905" y="1804"/>
                    <a:pt x="6001" y="1924"/>
                  </a:cubicBezTo>
                  <a:lnTo>
                    <a:pt x="6482" y="2520"/>
                  </a:lnTo>
                  <a:cubicBezTo>
                    <a:pt x="6554" y="2621"/>
                    <a:pt x="6664" y="2672"/>
                    <a:pt x="6776" y="2672"/>
                  </a:cubicBezTo>
                  <a:cubicBezTo>
                    <a:pt x="6888" y="2672"/>
                    <a:pt x="7001" y="2621"/>
                    <a:pt x="7078" y="2520"/>
                  </a:cubicBezTo>
                  <a:lnTo>
                    <a:pt x="7559" y="1924"/>
                  </a:lnTo>
                  <a:cubicBezTo>
                    <a:pt x="7655" y="1804"/>
                    <a:pt x="7792" y="1744"/>
                    <a:pt x="7929" y="1744"/>
                  </a:cubicBezTo>
                  <a:cubicBezTo>
                    <a:pt x="8066" y="1744"/>
                    <a:pt x="8203" y="1804"/>
                    <a:pt x="8299" y="1924"/>
                  </a:cubicBezTo>
                  <a:lnTo>
                    <a:pt x="8511" y="2193"/>
                  </a:lnTo>
                  <a:cubicBezTo>
                    <a:pt x="8539" y="2145"/>
                    <a:pt x="8559" y="2097"/>
                    <a:pt x="8588" y="2040"/>
                  </a:cubicBezTo>
                  <a:cubicBezTo>
                    <a:pt x="8645" y="1895"/>
                    <a:pt x="8684" y="1732"/>
                    <a:pt x="8693" y="1578"/>
                  </a:cubicBezTo>
                  <a:lnTo>
                    <a:pt x="8693" y="1491"/>
                  </a:lnTo>
                  <a:lnTo>
                    <a:pt x="8693" y="1414"/>
                  </a:lnTo>
                  <a:cubicBezTo>
                    <a:pt x="8693" y="645"/>
                    <a:pt x="8078" y="20"/>
                    <a:pt x="7309"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6" name="Google Shape;12976;p65"/>
            <p:cNvSpPr/>
            <p:nvPr/>
          </p:nvSpPr>
          <p:spPr>
            <a:xfrm>
              <a:off x="2725307" y="2426002"/>
              <a:ext cx="227457" cy="52788"/>
            </a:xfrm>
            <a:custGeom>
              <a:avLst/>
              <a:gdLst/>
              <a:ahLst/>
              <a:cxnLst/>
              <a:rect l="l" t="t" r="r" b="b"/>
              <a:pathLst>
                <a:path w="8704" h="2020" extrusionOk="0">
                  <a:moveTo>
                    <a:pt x="1414" y="0"/>
                  </a:moveTo>
                  <a:cubicBezTo>
                    <a:pt x="635" y="0"/>
                    <a:pt x="1" y="635"/>
                    <a:pt x="1" y="1423"/>
                  </a:cubicBezTo>
                  <a:lnTo>
                    <a:pt x="1" y="1894"/>
                  </a:lnTo>
                  <a:cubicBezTo>
                    <a:pt x="1" y="1933"/>
                    <a:pt x="1" y="1981"/>
                    <a:pt x="1" y="2019"/>
                  </a:cubicBezTo>
                  <a:lnTo>
                    <a:pt x="674" y="1192"/>
                  </a:lnTo>
                  <a:cubicBezTo>
                    <a:pt x="765" y="1072"/>
                    <a:pt x="902" y="1012"/>
                    <a:pt x="1039" y="1012"/>
                  </a:cubicBezTo>
                  <a:cubicBezTo>
                    <a:pt x="1176" y="1012"/>
                    <a:pt x="1313" y="1072"/>
                    <a:pt x="1405" y="1192"/>
                  </a:cubicBezTo>
                  <a:lnTo>
                    <a:pt x="1886" y="1798"/>
                  </a:lnTo>
                  <a:cubicBezTo>
                    <a:pt x="1962" y="1894"/>
                    <a:pt x="2075" y="1942"/>
                    <a:pt x="2188" y="1942"/>
                  </a:cubicBezTo>
                  <a:cubicBezTo>
                    <a:pt x="2301" y="1942"/>
                    <a:pt x="2414" y="1894"/>
                    <a:pt x="2491" y="1798"/>
                  </a:cubicBezTo>
                  <a:lnTo>
                    <a:pt x="2972" y="1192"/>
                  </a:lnTo>
                  <a:cubicBezTo>
                    <a:pt x="3063" y="1072"/>
                    <a:pt x="3201" y="1012"/>
                    <a:pt x="3338" y="1012"/>
                  </a:cubicBezTo>
                  <a:cubicBezTo>
                    <a:pt x="3475" y="1012"/>
                    <a:pt x="3612" y="1072"/>
                    <a:pt x="3703" y="1192"/>
                  </a:cubicBezTo>
                  <a:lnTo>
                    <a:pt x="4184" y="1798"/>
                  </a:lnTo>
                  <a:cubicBezTo>
                    <a:pt x="4261" y="1894"/>
                    <a:pt x="4374" y="1942"/>
                    <a:pt x="4487" y="1942"/>
                  </a:cubicBezTo>
                  <a:cubicBezTo>
                    <a:pt x="4600" y="1942"/>
                    <a:pt x="4713" y="1894"/>
                    <a:pt x="4790" y="1798"/>
                  </a:cubicBezTo>
                  <a:lnTo>
                    <a:pt x="5270" y="1192"/>
                  </a:lnTo>
                  <a:cubicBezTo>
                    <a:pt x="5362" y="1072"/>
                    <a:pt x="5499" y="1012"/>
                    <a:pt x="5636" y="1012"/>
                  </a:cubicBezTo>
                  <a:cubicBezTo>
                    <a:pt x="5773" y="1012"/>
                    <a:pt x="5910" y="1072"/>
                    <a:pt x="6001" y="1192"/>
                  </a:cubicBezTo>
                  <a:lnTo>
                    <a:pt x="6482" y="1798"/>
                  </a:lnTo>
                  <a:cubicBezTo>
                    <a:pt x="6559" y="1894"/>
                    <a:pt x="6672" y="1942"/>
                    <a:pt x="6785" y="1942"/>
                  </a:cubicBezTo>
                  <a:cubicBezTo>
                    <a:pt x="6898" y="1942"/>
                    <a:pt x="7011" y="1894"/>
                    <a:pt x="7088" y="1798"/>
                  </a:cubicBezTo>
                  <a:lnTo>
                    <a:pt x="7569" y="1192"/>
                  </a:lnTo>
                  <a:cubicBezTo>
                    <a:pt x="7660" y="1072"/>
                    <a:pt x="7797" y="1012"/>
                    <a:pt x="7934" y="1012"/>
                  </a:cubicBezTo>
                  <a:cubicBezTo>
                    <a:pt x="8071" y="1012"/>
                    <a:pt x="8208" y="1072"/>
                    <a:pt x="8299" y="1192"/>
                  </a:cubicBezTo>
                  <a:lnTo>
                    <a:pt x="8703" y="1692"/>
                  </a:lnTo>
                  <a:lnTo>
                    <a:pt x="8703" y="1423"/>
                  </a:lnTo>
                  <a:cubicBezTo>
                    <a:pt x="8703" y="644"/>
                    <a:pt x="8078" y="10"/>
                    <a:pt x="7309"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77" name="Google Shape;12977;p65"/>
          <p:cNvGrpSpPr/>
          <p:nvPr/>
        </p:nvGrpSpPr>
        <p:grpSpPr>
          <a:xfrm>
            <a:off x="3145397" y="2242129"/>
            <a:ext cx="225863" cy="366430"/>
            <a:chOff x="3149072" y="2426002"/>
            <a:chExt cx="225863" cy="366430"/>
          </a:xfrm>
        </p:grpSpPr>
        <p:sp>
          <p:nvSpPr>
            <p:cNvPr id="12978" name="Google Shape;12978;p65"/>
            <p:cNvSpPr/>
            <p:nvPr/>
          </p:nvSpPr>
          <p:spPr>
            <a:xfrm>
              <a:off x="3236694" y="2606420"/>
              <a:ext cx="58824" cy="186011"/>
            </a:xfrm>
            <a:custGeom>
              <a:avLst/>
              <a:gdLst/>
              <a:ahLst/>
              <a:cxnLst/>
              <a:rect l="l" t="t" r="r" b="b"/>
              <a:pathLst>
                <a:path w="2251" h="7118" extrusionOk="0">
                  <a:moveTo>
                    <a:pt x="1130" y="5406"/>
                  </a:moveTo>
                  <a:cubicBezTo>
                    <a:pt x="1212" y="5406"/>
                    <a:pt x="1296" y="5429"/>
                    <a:pt x="1376" y="5481"/>
                  </a:cubicBezTo>
                  <a:cubicBezTo>
                    <a:pt x="1741" y="5732"/>
                    <a:pt x="1568" y="6299"/>
                    <a:pt x="1125" y="6299"/>
                  </a:cubicBezTo>
                  <a:cubicBezTo>
                    <a:pt x="952" y="6299"/>
                    <a:pt x="799" y="6203"/>
                    <a:pt x="722" y="6049"/>
                  </a:cubicBezTo>
                  <a:lnTo>
                    <a:pt x="712" y="6020"/>
                  </a:lnTo>
                  <a:cubicBezTo>
                    <a:pt x="584" y="5704"/>
                    <a:pt x="839" y="5406"/>
                    <a:pt x="1130" y="5406"/>
                  </a:cubicBezTo>
                  <a:close/>
                  <a:moveTo>
                    <a:pt x="347" y="0"/>
                  </a:moveTo>
                  <a:cubicBezTo>
                    <a:pt x="154" y="0"/>
                    <a:pt x="0" y="154"/>
                    <a:pt x="0" y="347"/>
                  </a:cubicBezTo>
                  <a:lnTo>
                    <a:pt x="0" y="6001"/>
                  </a:lnTo>
                  <a:cubicBezTo>
                    <a:pt x="0" y="6549"/>
                    <a:pt x="404" y="7020"/>
                    <a:pt x="952" y="7107"/>
                  </a:cubicBezTo>
                  <a:cubicBezTo>
                    <a:pt x="1007" y="7114"/>
                    <a:pt x="1061" y="7118"/>
                    <a:pt x="1114" y="7118"/>
                  </a:cubicBezTo>
                  <a:cubicBezTo>
                    <a:pt x="1608" y="7118"/>
                    <a:pt x="2045" y="6805"/>
                    <a:pt x="2193" y="6328"/>
                  </a:cubicBezTo>
                  <a:cubicBezTo>
                    <a:pt x="2231" y="6222"/>
                    <a:pt x="2251" y="6107"/>
                    <a:pt x="2251" y="6001"/>
                  </a:cubicBezTo>
                  <a:lnTo>
                    <a:pt x="2251" y="347"/>
                  </a:lnTo>
                  <a:cubicBezTo>
                    <a:pt x="2251" y="154"/>
                    <a:pt x="2087" y="0"/>
                    <a:pt x="1904"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9" name="Google Shape;12979;p65"/>
            <p:cNvSpPr/>
            <p:nvPr/>
          </p:nvSpPr>
          <p:spPr>
            <a:xfrm>
              <a:off x="3260056" y="2606420"/>
              <a:ext cx="35462" cy="165863"/>
            </a:xfrm>
            <a:custGeom>
              <a:avLst/>
              <a:gdLst/>
              <a:ahLst/>
              <a:cxnLst/>
              <a:rect l="l" t="t" r="r" b="b"/>
              <a:pathLst>
                <a:path w="1357" h="6347" extrusionOk="0">
                  <a:moveTo>
                    <a:pt x="1" y="0"/>
                  </a:moveTo>
                  <a:lnTo>
                    <a:pt x="1" y="5222"/>
                  </a:lnTo>
                  <a:cubicBezTo>
                    <a:pt x="1" y="5308"/>
                    <a:pt x="10" y="5385"/>
                    <a:pt x="30" y="5462"/>
                  </a:cubicBezTo>
                  <a:cubicBezTo>
                    <a:pt x="87" y="5433"/>
                    <a:pt x="155" y="5414"/>
                    <a:pt x="231" y="5414"/>
                  </a:cubicBezTo>
                  <a:cubicBezTo>
                    <a:pt x="635" y="5414"/>
                    <a:pt x="828" y="5905"/>
                    <a:pt x="539" y="6183"/>
                  </a:cubicBezTo>
                  <a:cubicBezTo>
                    <a:pt x="712" y="6289"/>
                    <a:pt x="914" y="6347"/>
                    <a:pt x="1126" y="6347"/>
                  </a:cubicBezTo>
                  <a:cubicBezTo>
                    <a:pt x="1183" y="6347"/>
                    <a:pt x="1241" y="6347"/>
                    <a:pt x="1299" y="6337"/>
                  </a:cubicBezTo>
                  <a:cubicBezTo>
                    <a:pt x="1337" y="6232"/>
                    <a:pt x="1357" y="6116"/>
                    <a:pt x="1357" y="6001"/>
                  </a:cubicBezTo>
                  <a:lnTo>
                    <a:pt x="1357" y="356"/>
                  </a:lnTo>
                  <a:cubicBezTo>
                    <a:pt x="1357" y="164"/>
                    <a:pt x="1203" y="0"/>
                    <a:pt x="1010"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0" name="Google Shape;12980;p65"/>
            <p:cNvSpPr/>
            <p:nvPr/>
          </p:nvSpPr>
          <p:spPr>
            <a:xfrm>
              <a:off x="3194464" y="2547857"/>
              <a:ext cx="143284" cy="88981"/>
            </a:xfrm>
            <a:custGeom>
              <a:avLst/>
              <a:gdLst/>
              <a:ahLst/>
              <a:cxnLst/>
              <a:rect l="l" t="t" r="r" b="b"/>
              <a:pathLst>
                <a:path w="5483" h="3405" extrusionOk="0">
                  <a:moveTo>
                    <a:pt x="1" y="1"/>
                  </a:moveTo>
                  <a:lnTo>
                    <a:pt x="1" y="2203"/>
                  </a:lnTo>
                  <a:cubicBezTo>
                    <a:pt x="1" y="2866"/>
                    <a:pt x="539" y="3405"/>
                    <a:pt x="1213" y="3405"/>
                  </a:cubicBezTo>
                  <a:lnTo>
                    <a:pt x="4270" y="3405"/>
                  </a:lnTo>
                  <a:cubicBezTo>
                    <a:pt x="4944" y="3405"/>
                    <a:pt x="5482" y="2866"/>
                    <a:pt x="5482" y="2203"/>
                  </a:cubicBezTo>
                  <a:lnTo>
                    <a:pt x="5482"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1" name="Google Shape;12981;p65"/>
            <p:cNvSpPr/>
            <p:nvPr/>
          </p:nvSpPr>
          <p:spPr>
            <a:xfrm>
              <a:off x="3214063" y="2547857"/>
              <a:ext cx="123685" cy="69382"/>
            </a:xfrm>
            <a:custGeom>
              <a:avLst/>
              <a:gdLst/>
              <a:ahLst/>
              <a:cxnLst/>
              <a:rect l="l" t="t" r="r" b="b"/>
              <a:pathLst>
                <a:path w="4733" h="2655" extrusionOk="0">
                  <a:moveTo>
                    <a:pt x="1" y="1"/>
                  </a:moveTo>
                  <a:lnTo>
                    <a:pt x="1" y="1770"/>
                  </a:lnTo>
                  <a:cubicBezTo>
                    <a:pt x="1" y="2261"/>
                    <a:pt x="395" y="2655"/>
                    <a:pt x="886" y="2655"/>
                  </a:cubicBezTo>
                  <a:lnTo>
                    <a:pt x="4646" y="2655"/>
                  </a:lnTo>
                  <a:cubicBezTo>
                    <a:pt x="4703" y="2511"/>
                    <a:pt x="4732" y="2357"/>
                    <a:pt x="4732" y="2203"/>
                  </a:cubicBezTo>
                  <a:lnTo>
                    <a:pt x="4732"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2" name="Google Shape;12982;p65"/>
            <p:cNvSpPr/>
            <p:nvPr/>
          </p:nvSpPr>
          <p:spPr>
            <a:xfrm>
              <a:off x="3179908" y="2426002"/>
              <a:ext cx="172396" cy="119635"/>
            </a:xfrm>
            <a:custGeom>
              <a:avLst/>
              <a:gdLst/>
              <a:ahLst/>
              <a:cxnLst/>
              <a:rect l="l" t="t" r="r" b="b"/>
              <a:pathLst>
                <a:path w="6597" h="4578" extrusionOk="0">
                  <a:moveTo>
                    <a:pt x="529" y="0"/>
                  </a:moveTo>
                  <a:cubicBezTo>
                    <a:pt x="231" y="0"/>
                    <a:pt x="0" y="240"/>
                    <a:pt x="0" y="529"/>
                  </a:cubicBezTo>
                  <a:lnTo>
                    <a:pt x="0" y="4577"/>
                  </a:lnTo>
                  <a:lnTo>
                    <a:pt x="6597" y="4577"/>
                  </a:lnTo>
                  <a:lnTo>
                    <a:pt x="6597" y="529"/>
                  </a:lnTo>
                  <a:cubicBezTo>
                    <a:pt x="6597" y="240"/>
                    <a:pt x="6356" y="0"/>
                    <a:pt x="6068" y="0"/>
                  </a:cubicBez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3" name="Google Shape;12983;p65"/>
            <p:cNvSpPr/>
            <p:nvPr/>
          </p:nvSpPr>
          <p:spPr>
            <a:xfrm>
              <a:off x="3199246" y="2426002"/>
              <a:ext cx="153058" cy="85715"/>
            </a:xfrm>
            <a:custGeom>
              <a:avLst/>
              <a:gdLst/>
              <a:ahLst/>
              <a:cxnLst/>
              <a:rect l="l" t="t" r="r" b="b"/>
              <a:pathLst>
                <a:path w="5857" h="3280" extrusionOk="0">
                  <a:moveTo>
                    <a:pt x="1" y="0"/>
                  </a:moveTo>
                  <a:lnTo>
                    <a:pt x="1" y="2587"/>
                  </a:lnTo>
                  <a:cubicBezTo>
                    <a:pt x="1" y="2971"/>
                    <a:pt x="318" y="3279"/>
                    <a:pt x="703" y="3279"/>
                  </a:cubicBezTo>
                  <a:lnTo>
                    <a:pt x="5857" y="3279"/>
                  </a:lnTo>
                  <a:lnTo>
                    <a:pt x="5857" y="529"/>
                  </a:lnTo>
                  <a:cubicBezTo>
                    <a:pt x="5857" y="240"/>
                    <a:pt x="5616" y="0"/>
                    <a:pt x="5328" y="0"/>
                  </a:cubicBezTo>
                  <a:close/>
                </a:path>
              </a:pathLst>
            </a:custGeom>
            <a:solidFill>
              <a:srgbClr val="CBD6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4" name="Google Shape;12984;p65"/>
            <p:cNvSpPr/>
            <p:nvPr/>
          </p:nvSpPr>
          <p:spPr>
            <a:xfrm>
              <a:off x="3149072" y="2528755"/>
              <a:ext cx="225863" cy="41760"/>
            </a:xfrm>
            <a:custGeom>
              <a:avLst/>
              <a:gdLst/>
              <a:ahLst/>
              <a:cxnLst/>
              <a:rect l="l" t="t" r="r" b="b"/>
              <a:pathLst>
                <a:path w="8643" h="1598" extrusionOk="0">
                  <a:moveTo>
                    <a:pt x="7862" y="1"/>
                  </a:moveTo>
                  <a:cubicBezTo>
                    <a:pt x="7856" y="1"/>
                    <a:pt x="7850" y="1"/>
                    <a:pt x="7844" y="1"/>
                  </a:cubicBezTo>
                  <a:lnTo>
                    <a:pt x="1113" y="1"/>
                  </a:lnTo>
                  <a:cubicBezTo>
                    <a:pt x="1065" y="1"/>
                    <a:pt x="1026" y="1"/>
                    <a:pt x="988" y="11"/>
                  </a:cubicBezTo>
                  <a:cubicBezTo>
                    <a:pt x="959" y="11"/>
                    <a:pt x="940" y="11"/>
                    <a:pt x="911" y="20"/>
                  </a:cubicBezTo>
                  <a:cubicBezTo>
                    <a:pt x="863" y="30"/>
                    <a:pt x="805" y="49"/>
                    <a:pt x="767" y="78"/>
                  </a:cubicBezTo>
                  <a:cubicBezTo>
                    <a:pt x="1" y="442"/>
                    <a:pt x="264" y="1597"/>
                    <a:pt x="1102" y="1597"/>
                  </a:cubicBezTo>
                  <a:cubicBezTo>
                    <a:pt x="1106" y="1597"/>
                    <a:pt x="1109" y="1597"/>
                    <a:pt x="1113" y="1597"/>
                  </a:cubicBezTo>
                  <a:lnTo>
                    <a:pt x="7844" y="1597"/>
                  </a:lnTo>
                  <a:cubicBezTo>
                    <a:pt x="8200" y="1588"/>
                    <a:pt x="8508" y="1357"/>
                    <a:pt x="8613" y="1020"/>
                  </a:cubicBezTo>
                  <a:cubicBezTo>
                    <a:pt x="8623" y="982"/>
                    <a:pt x="8633" y="934"/>
                    <a:pt x="8642" y="886"/>
                  </a:cubicBezTo>
                  <a:cubicBezTo>
                    <a:pt x="8642" y="857"/>
                    <a:pt x="8642" y="828"/>
                    <a:pt x="8642" y="799"/>
                  </a:cubicBezTo>
                  <a:cubicBezTo>
                    <a:pt x="8642" y="780"/>
                    <a:pt x="8642" y="761"/>
                    <a:pt x="8642" y="751"/>
                  </a:cubicBezTo>
                  <a:cubicBezTo>
                    <a:pt x="8614" y="334"/>
                    <a:pt x="8277" y="1"/>
                    <a:pt x="7862"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5" name="Google Shape;12985;p65"/>
            <p:cNvSpPr/>
            <p:nvPr/>
          </p:nvSpPr>
          <p:spPr>
            <a:xfrm>
              <a:off x="3174864" y="2528519"/>
              <a:ext cx="200070" cy="20122"/>
            </a:xfrm>
            <a:custGeom>
              <a:avLst/>
              <a:gdLst/>
              <a:ahLst/>
              <a:cxnLst/>
              <a:rect l="l" t="t" r="r" b="b"/>
              <a:pathLst>
                <a:path w="7656" h="770" extrusionOk="0">
                  <a:moveTo>
                    <a:pt x="126" y="0"/>
                  </a:moveTo>
                  <a:cubicBezTo>
                    <a:pt x="87" y="0"/>
                    <a:pt x="49" y="10"/>
                    <a:pt x="1" y="10"/>
                  </a:cubicBezTo>
                  <a:cubicBezTo>
                    <a:pt x="30" y="433"/>
                    <a:pt x="376" y="770"/>
                    <a:pt x="799" y="770"/>
                  </a:cubicBezTo>
                  <a:lnTo>
                    <a:pt x="7530" y="770"/>
                  </a:lnTo>
                  <a:cubicBezTo>
                    <a:pt x="7569" y="770"/>
                    <a:pt x="7617" y="760"/>
                    <a:pt x="7655" y="760"/>
                  </a:cubicBezTo>
                  <a:cubicBezTo>
                    <a:pt x="7626" y="337"/>
                    <a:pt x="7280" y="0"/>
                    <a:pt x="6857"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6" name="Google Shape;12986;p65"/>
            <p:cNvSpPr/>
            <p:nvPr/>
          </p:nvSpPr>
          <p:spPr>
            <a:xfrm>
              <a:off x="3217095" y="2426002"/>
              <a:ext cx="110096" cy="85636"/>
            </a:xfrm>
            <a:custGeom>
              <a:avLst/>
              <a:gdLst/>
              <a:ahLst/>
              <a:cxnLst/>
              <a:rect l="l" t="t" r="r" b="b"/>
              <a:pathLst>
                <a:path w="4213" h="3277" extrusionOk="0">
                  <a:moveTo>
                    <a:pt x="0" y="0"/>
                  </a:moveTo>
                  <a:lnTo>
                    <a:pt x="0" y="1587"/>
                  </a:lnTo>
                  <a:cubicBezTo>
                    <a:pt x="0" y="1938"/>
                    <a:pt x="265" y="2113"/>
                    <a:pt x="529" y="2113"/>
                  </a:cubicBezTo>
                  <a:cubicBezTo>
                    <a:pt x="794" y="2113"/>
                    <a:pt x="1058" y="1938"/>
                    <a:pt x="1058" y="1587"/>
                  </a:cubicBezTo>
                  <a:lnTo>
                    <a:pt x="1058" y="596"/>
                  </a:lnTo>
                  <a:cubicBezTo>
                    <a:pt x="1092" y="914"/>
                    <a:pt x="1337" y="1072"/>
                    <a:pt x="1582" y="1072"/>
                  </a:cubicBezTo>
                  <a:cubicBezTo>
                    <a:pt x="1827" y="1072"/>
                    <a:pt x="2073" y="914"/>
                    <a:pt x="2106" y="596"/>
                  </a:cubicBezTo>
                  <a:lnTo>
                    <a:pt x="2106" y="2750"/>
                  </a:lnTo>
                  <a:cubicBezTo>
                    <a:pt x="2106" y="3101"/>
                    <a:pt x="2368" y="3277"/>
                    <a:pt x="2630" y="3277"/>
                  </a:cubicBezTo>
                  <a:cubicBezTo>
                    <a:pt x="2892" y="3277"/>
                    <a:pt x="3154" y="3101"/>
                    <a:pt x="3154" y="2750"/>
                  </a:cubicBezTo>
                  <a:lnTo>
                    <a:pt x="3154" y="1760"/>
                  </a:lnTo>
                  <a:cubicBezTo>
                    <a:pt x="3187" y="2083"/>
                    <a:pt x="3432" y="2238"/>
                    <a:pt x="3678" y="2238"/>
                  </a:cubicBezTo>
                  <a:cubicBezTo>
                    <a:pt x="3945" y="2238"/>
                    <a:pt x="4212" y="2057"/>
                    <a:pt x="4212" y="1712"/>
                  </a:cubicBezTo>
                  <a:lnTo>
                    <a:pt x="4212" y="0"/>
                  </a:ln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7" name="Google Shape;12987;p65"/>
            <p:cNvSpPr/>
            <p:nvPr/>
          </p:nvSpPr>
          <p:spPr>
            <a:xfrm>
              <a:off x="3217095" y="2426002"/>
              <a:ext cx="27674" cy="31620"/>
            </a:xfrm>
            <a:custGeom>
              <a:avLst/>
              <a:gdLst/>
              <a:ahLst/>
              <a:cxnLst/>
              <a:rect l="l" t="t" r="r" b="b"/>
              <a:pathLst>
                <a:path w="1059" h="1210" extrusionOk="0">
                  <a:moveTo>
                    <a:pt x="0" y="0"/>
                  </a:moveTo>
                  <a:lnTo>
                    <a:pt x="0" y="683"/>
                  </a:lnTo>
                  <a:cubicBezTo>
                    <a:pt x="0" y="1034"/>
                    <a:pt x="265" y="1209"/>
                    <a:pt x="529" y="1209"/>
                  </a:cubicBezTo>
                  <a:cubicBezTo>
                    <a:pt x="794" y="1209"/>
                    <a:pt x="1058" y="1034"/>
                    <a:pt x="1058" y="683"/>
                  </a:cubicBezTo>
                  <a:lnTo>
                    <a:pt x="1058" y="0"/>
                  </a:ln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88" name="Google Shape;12988;p65"/>
            <p:cNvSpPr/>
            <p:nvPr/>
          </p:nvSpPr>
          <p:spPr>
            <a:xfrm>
              <a:off x="3271868" y="2426002"/>
              <a:ext cx="55323" cy="61333"/>
            </a:xfrm>
            <a:custGeom>
              <a:avLst/>
              <a:gdLst/>
              <a:ahLst/>
              <a:cxnLst/>
              <a:rect l="l" t="t" r="r" b="b"/>
              <a:pathLst>
                <a:path w="2117" h="2347" extrusionOk="0">
                  <a:moveTo>
                    <a:pt x="1" y="0"/>
                  </a:moveTo>
                  <a:lnTo>
                    <a:pt x="1" y="1827"/>
                  </a:lnTo>
                  <a:cubicBezTo>
                    <a:pt x="1" y="2119"/>
                    <a:pt x="241" y="2347"/>
                    <a:pt x="531" y="2347"/>
                  </a:cubicBezTo>
                  <a:cubicBezTo>
                    <a:pt x="537" y="2347"/>
                    <a:pt x="543" y="2347"/>
                    <a:pt x="549" y="2346"/>
                  </a:cubicBezTo>
                  <a:cubicBezTo>
                    <a:pt x="837" y="2337"/>
                    <a:pt x="1058" y="2096"/>
                    <a:pt x="1058" y="1808"/>
                  </a:cubicBezTo>
                  <a:lnTo>
                    <a:pt x="1058" y="981"/>
                  </a:lnTo>
                  <a:cubicBezTo>
                    <a:pt x="1058" y="969"/>
                    <a:pt x="1069" y="961"/>
                    <a:pt x="1080" y="961"/>
                  </a:cubicBezTo>
                  <a:cubicBezTo>
                    <a:pt x="1087" y="961"/>
                    <a:pt x="1093" y="964"/>
                    <a:pt x="1097" y="971"/>
                  </a:cubicBezTo>
                  <a:cubicBezTo>
                    <a:pt x="1171" y="1166"/>
                    <a:pt x="1362" y="1299"/>
                    <a:pt x="1575" y="1299"/>
                  </a:cubicBezTo>
                  <a:cubicBezTo>
                    <a:pt x="1582" y="1299"/>
                    <a:pt x="1589" y="1299"/>
                    <a:pt x="1597" y="1298"/>
                  </a:cubicBezTo>
                  <a:cubicBezTo>
                    <a:pt x="1885" y="1289"/>
                    <a:pt x="2116" y="1048"/>
                    <a:pt x="2116" y="760"/>
                  </a:cubicBezTo>
                  <a:lnTo>
                    <a:pt x="2116" y="0"/>
                  </a:ln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89" name="Google Shape;12989;p65"/>
          <p:cNvGrpSpPr/>
          <p:nvPr/>
        </p:nvGrpSpPr>
        <p:grpSpPr>
          <a:xfrm>
            <a:off x="1357881" y="2242051"/>
            <a:ext cx="283224" cy="366482"/>
            <a:chOff x="1361556" y="2425923"/>
            <a:chExt cx="283224" cy="366482"/>
          </a:xfrm>
        </p:grpSpPr>
        <p:sp>
          <p:nvSpPr>
            <p:cNvPr id="12990" name="Google Shape;12990;p65"/>
            <p:cNvSpPr/>
            <p:nvPr/>
          </p:nvSpPr>
          <p:spPr>
            <a:xfrm>
              <a:off x="1361556" y="2425923"/>
              <a:ext cx="283224" cy="366482"/>
            </a:xfrm>
            <a:custGeom>
              <a:avLst/>
              <a:gdLst/>
              <a:ahLst/>
              <a:cxnLst/>
              <a:rect l="l" t="t" r="r" b="b"/>
              <a:pathLst>
                <a:path w="10838" h="14024" extrusionOk="0">
                  <a:moveTo>
                    <a:pt x="5753" y="1"/>
                  </a:moveTo>
                  <a:cubicBezTo>
                    <a:pt x="4965" y="1"/>
                    <a:pt x="4173" y="198"/>
                    <a:pt x="3453" y="599"/>
                  </a:cubicBezTo>
                  <a:cubicBezTo>
                    <a:pt x="1712" y="1570"/>
                    <a:pt x="760" y="3532"/>
                    <a:pt x="1097" y="5503"/>
                  </a:cubicBezTo>
                  <a:lnTo>
                    <a:pt x="222" y="8081"/>
                  </a:lnTo>
                  <a:cubicBezTo>
                    <a:pt x="1" y="8706"/>
                    <a:pt x="443" y="9379"/>
                    <a:pt x="1106" y="9417"/>
                  </a:cubicBezTo>
                  <a:lnTo>
                    <a:pt x="1491" y="9417"/>
                  </a:lnTo>
                  <a:cubicBezTo>
                    <a:pt x="1597" y="9417"/>
                    <a:pt x="1683" y="9504"/>
                    <a:pt x="1683" y="9619"/>
                  </a:cubicBezTo>
                  <a:lnTo>
                    <a:pt x="1683" y="11408"/>
                  </a:lnTo>
                  <a:cubicBezTo>
                    <a:pt x="1683" y="11937"/>
                    <a:pt x="2116" y="12369"/>
                    <a:pt x="2645" y="12369"/>
                  </a:cubicBezTo>
                  <a:lnTo>
                    <a:pt x="4010" y="12138"/>
                  </a:lnTo>
                  <a:cubicBezTo>
                    <a:pt x="4021" y="12137"/>
                    <a:pt x="4032" y="12136"/>
                    <a:pt x="4042" y="12136"/>
                  </a:cubicBezTo>
                  <a:cubicBezTo>
                    <a:pt x="4153" y="12136"/>
                    <a:pt x="4241" y="12226"/>
                    <a:pt x="4241" y="12340"/>
                  </a:cubicBezTo>
                  <a:lnTo>
                    <a:pt x="4241" y="13735"/>
                  </a:lnTo>
                  <a:cubicBezTo>
                    <a:pt x="4241" y="13889"/>
                    <a:pt x="4376" y="14023"/>
                    <a:pt x="4539" y="14023"/>
                  </a:cubicBezTo>
                  <a:lnTo>
                    <a:pt x="8915" y="14023"/>
                  </a:lnTo>
                  <a:cubicBezTo>
                    <a:pt x="9078" y="14023"/>
                    <a:pt x="9213" y="13898"/>
                    <a:pt x="9213" y="13735"/>
                  </a:cubicBezTo>
                  <a:lnTo>
                    <a:pt x="9213" y="9090"/>
                  </a:lnTo>
                  <a:cubicBezTo>
                    <a:pt x="9213" y="8792"/>
                    <a:pt x="9251" y="8484"/>
                    <a:pt x="9328" y="8196"/>
                  </a:cubicBezTo>
                  <a:cubicBezTo>
                    <a:pt x="9415" y="7907"/>
                    <a:pt x="9540" y="7629"/>
                    <a:pt x="9703" y="7369"/>
                  </a:cubicBezTo>
                  <a:cubicBezTo>
                    <a:pt x="9944" y="6994"/>
                    <a:pt x="10126" y="6580"/>
                    <a:pt x="10261" y="6148"/>
                  </a:cubicBezTo>
                  <a:lnTo>
                    <a:pt x="10261" y="6138"/>
                  </a:lnTo>
                  <a:cubicBezTo>
                    <a:pt x="10838" y="4292"/>
                    <a:pt x="10232" y="2282"/>
                    <a:pt x="8732" y="1061"/>
                  </a:cubicBezTo>
                  <a:cubicBezTo>
                    <a:pt x="7871" y="360"/>
                    <a:pt x="6816" y="1"/>
                    <a:pt x="5753" y="1"/>
                  </a:cubicBezTo>
                  <a:close/>
                </a:path>
              </a:pathLst>
            </a:custGeom>
            <a:solidFill>
              <a:srgbClr val="D9DE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1" name="Google Shape;12991;p65"/>
            <p:cNvSpPr/>
            <p:nvPr/>
          </p:nvSpPr>
          <p:spPr>
            <a:xfrm>
              <a:off x="1493499" y="2660698"/>
              <a:ext cx="36951" cy="22866"/>
            </a:xfrm>
            <a:custGeom>
              <a:avLst/>
              <a:gdLst/>
              <a:ahLst/>
              <a:cxnLst/>
              <a:rect l="l" t="t" r="r" b="b"/>
              <a:pathLst>
                <a:path w="1414" h="875" extrusionOk="0">
                  <a:moveTo>
                    <a:pt x="0" y="0"/>
                  </a:moveTo>
                  <a:lnTo>
                    <a:pt x="0" y="174"/>
                  </a:lnTo>
                  <a:cubicBezTo>
                    <a:pt x="0" y="582"/>
                    <a:pt x="337" y="874"/>
                    <a:pt x="706" y="874"/>
                  </a:cubicBezTo>
                  <a:cubicBezTo>
                    <a:pt x="823" y="874"/>
                    <a:pt x="944" y="844"/>
                    <a:pt x="1058" y="779"/>
                  </a:cubicBezTo>
                  <a:lnTo>
                    <a:pt x="1067" y="779"/>
                  </a:lnTo>
                  <a:cubicBezTo>
                    <a:pt x="1279" y="654"/>
                    <a:pt x="1414" y="424"/>
                    <a:pt x="1414" y="183"/>
                  </a:cubicBezTo>
                  <a:lnTo>
                    <a:pt x="1414" y="10"/>
                  </a:lnTo>
                  <a:lnTo>
                    <a:pt x="1414" y="0"/>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2" name="Google Shape;12992;p65"/>
            <p:cNvSpPr/>
            <p:nvPr/>
          </p:nvSpPr>
          <p:spPr>
            <a:xfrm>
              <a:off x="1512341" y="2660959"/>
              <a:ext cx="18110" cy="20122"/>
            </a:xfrm>
            <a:custGeom>
              <a:avLst/>
              <a:gdLst/>
              <a:ahLst/>
              <a:cxnLst/>
              <a:rect l="l" t="t" r="r" b="b"/>
              <a:pathLst>
                <a:path w="693" h="770" extrusionOk="0">
                  <a:moveTo>
                    <a:pt x="0" y="0"/>
                  </a:moveTo>
                  <a:lnTo>
                    <a:pt x="0" y="173"/>
                  </a:lnTo>
                  <a:cubicBezTo>
                    <a:pt x="0" y="414"/>
                    <a:pt x="135" y="644"/>
                    <a:pt x="346" y="769"/>
                  </a:cubicBezTo>
                  <a:cubicBezTo>
                    <a:pt x="558" y="644"/>
                    <a:pt x="693" y="414"/>
                    <a:pt x="693" y="173"/>
                  </a:cubicBezTo>
                  <a:lnTo>
                    <a:pt x="693" y="0"/>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3" name="Google Shape;12993;p65"/>
            <p:cNvSpPr/>
            <p:nvPr/>
          </p:nvSpPr>
          <p:spPr>
            <a:xfrm>
              <a:off x="1433290" y="2489556"/>
              <a:ext cx="153711" cy="173180"/>
            </a:xfrm>
            <a:custGeom>
              <a:avLst/>
              <a:gdLst/>
              <a:ahLst/>
              <a:cxnLst/>
              <a:rect l="l" t="t" r="r" b="b"/>
              <a:pathLst>
                <a:path w="5882" h="6627" extrusionOk="0">
                  <a:moveTo>
                    <a:pt x="3006" y="0"/>
                  </a:moveTo>
                  <a:cubicBezTo>
                    <a:pt x="978" y="0"/>
                    <a:pt x="1" y="2504"/>
                    <a:pt x="1515" y="3876"/>
                  </a:cubicBezTo>
                  <a:cubicBezTo>
                    <a:pt x="1785" y="4126"/>
                    <a:pt x="1939" y="4482"/>
                    <a:pt x="1939" y="4857"/>
                  </a:cubicBezTo>
                  <a:lnTo>
                    <a:pt x="1939" y="6251"/>
                  </a:lnTo>
                  <a:cubicBezTo>
                    <a:pt x="1939" y="6347"/>
                    <a:pt x="1977" y="6444"/>
                    <a:pt x="2044" y="6521"/>
                  </a:cubicBezTo>
                  <a:cubicBezTo>
                    <a:pt x="2064" y="6530"/>
                    <a:pt x="2073" y="6540"/>
                    <a:pt x="2092" y="6549"/>
                  </a:cubicBezTo>
                  <a:lnTo>
                    <a:pt x="2121" y="6569"/>
                  </a:lnTo>
                  <a:cubicBezTo>
                    <a:pt x="2179" y="6607"/>
                    <a:pt x="2246" y="6626"/>
                    <a:pt x="2314" y="6626"/>
                  </a:cubicBezTo>
                  <a:lnTo>
                    <a:pt x="3698" y="6626"/>
                  </a:lnTo>
                  <a:cubicBezTo>
                    <a:pt x="3775" y="6626"/>
                    <a:pt x="3843" y="6607"/>
                    <a:pt x="3900" y="6569"/>
                  </a:cubicBezTo>
                  <a:lnTo>
                    <a:pt x="3929" y="6549"/>
                  </a:lnTo>
                  <a:cubicBezTo>
                    <a:pt x="3948" y="6540"/>
                    <a:pt x="3958" y="6530"/>
                    <a:pt x="3968" y="6521"/>
                  </a:cubicBezTo>
                  <a:cubicBezTo>
                    <a:pt x="4045" y="6444"/>
                    <a:pt x="4083" y="6347"/>
                    <a:pt x="4083" y="6251"/>
                  </a:cubicBezTo>
                  <a:lnTo>
                    <a:pt x="4083" y="4847"/>
                  </a:lnTo>
                  <a:cubicBezTo>
                    <a:pt x="4083" y="4472"/>
                    <a:pt x="4246" y="4117"/>
                    <a:pt x="4525" y="3867"/>
                  </a:cubicBezTo>
                  <a:cubicBezTo>
                    <a:pt x="5881" y="2616"/>
                    <a:pt x="5218" y="357"/>
                    <a:pt x="3400" y="30"/>
                  </a:cubicBezTo>
                  <a:lnTo>
                    <a:pt x="3352" y="20"/>
                  </a:lnTo>
                  <a:cubicBezTo>
                    <a:pt x="3256" y="11"/>
                    <a:pt x="3160" y="1"/>
                    <a:pt x="3064" y="1"/>
                  </a:cubicBezTo>
                  <a:cubicBezTo>
                    <a:pt x="3044" y="0"/>
                    <a:pt x="3025" y="0"/>
                    <a:pt x="3006" y="0"/>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4" name="Google Shape;12994;p65"/>
            <p:cNvSpPr/>
            <p:nvPr/>
          </p:nvSpPr>
          <p:spPr>
            <a:xfrm>
              <a:off x="1457306" y="2490314"/>
              <a:ext cx="129434" cy="172422"/>
            </a:xfrm>
            <a:custGeom>
              <a:avLst/>
              <a:gdLst/>
              <a:ahLst/>
              <a:cxnLst/>
              <a:rect l="l" t="t" r="r" b="b"/>
              <a:pathLst>
                <a:path w="4953" h="6598" extrusionOk="0">
                  <a:moveTo>
                    <a:pt x="2472" y="1"/>
                  </a:moveTo>
                  <a:cubicBezTo>
                    <a:pt x="654" y="328"/>
                    <a:pt x="0" y="2607"/>
                    <a:pt x="1366" y="3847"/>
                  </a:cubicBezTo>
                  <a:cubicBezTo>
                    <a:pt x="1645" y="4097"/>
                    <a:pt x="1798" y="4453"/>
                    <a:pt x="1798" y="4828"/>
                  </a:cubicBezTo>
                  <a:lnTo>
                    <a:pt x="1798" y="6222"/>
                  </a:lnTo>
                  <a:cubicBezTo>
                    <a:pt x="1789" y="6428"/>
                    <a:pt x="1962" y="6598"/>
                    <a:pt x="2166" y="6598"/>
                  </a:cubicBezTo>
                  <a:cubicBezTo>
                    <a:pt x="2172" y="6598"/>
                    <a:pt x="2178" y="6598"/>
                    <a:pt x="2183" y="6597"/>
                  </a:cubicBezTo>
                  <a:lnTo>
                    <a:pt x="2779" y="6597"/>
                  </a:lnTo>
                  <a:cubicBezTo>
                    <a:pt x="2991" y="6597"/>
                    <a:pt x="3164" y="6424"/>
                    <a:pt x="3164" y="6222"/>
                  </a:cubicBezTo>
                  <a:lnTo>
                    <a:pt x="3164" y="4818"/>
                  </a:lnTo>
                  <a:cubicBezTo>
                    <a:pt x="3164" y="4443"/>
                    <a:pt x="3327" y="4088"/>
                    <a:pt x="3606" y="3838"/>
                  </a:cubicBezTo>
                  <a:lnTo>
                    <a:pt x="3597" y="3838"/>
                  </a:lnTo>
                  <a:cubicBezTo>
                    <a:pt x="4953" y="2587"/>
                    <a:pt x="4289" y="328"/>
                    <a:pt x="2472"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5" name="Google Shape;12995;p65"/>
            <p:cNvSpPr/>
            <p:nvPr/>
          </p:nvSpPr>
          <p:spPr>
            <a:xfrm>
              <a:off x="1469876" y="2523502"/>
              <a:ext cx="79417" cy="95253"/>
            </a:xfrm>
            <a:custGeom>
              <a:avLst/>
              <a:gdLst/>
              <a:ahLst/>
              <a:cxnLst/>
              <a:rect l="l" t="t" r="r" b="b"/>
              <a:pathLst>
                <a:path w="3039" h="3645" extrusionOk="0">
                  <a:moveTo>
                    <a:pt x="837" y="423"/>
                  </a:moveTo>
                  <a:cubicBezTo>
                    <a:pt x="933" y="423"/>
                    <a:pt x="1010" y="510"/>
                    <a:pt x="1010" y="606"/>
                  </a:cubicBezTo>
                  <a:lnTo>
                    <a:pt x="1010" y="779"/>
                  </a:lnTo>
                  <a:lnTo>
                    <a:pt x="1010" y="789"/>
                  </a:lnTo>
                  <a:lnTo>
                    <a:pt x="798" y="789"/>
                  </a:lnTo>
                  <a:cubicBezTo>
                    <a:pt x="558" y="789"/>
                    <a:pt x="558" y="423"/>
                    <a:pt x="798" y="423"/>
                  </a:cubicBezTo>
                  <a:close/>
                  <a:moveTo>
                    <a:pt x="2423" y="433"/>
                  </a:moveTo>
                  <a:cubicBezTo>
                    <a:pt x="2654" y="433"/>
                    <a:pt x="2654" y="789"/>
                    <a:pt x="2423" y="789"/>
                  </a:cubicBezTo>
                  <a:lnTo>
                    <a:pt x="2212" y="789"/>
                  </a:lnTo>
                  <a:lnTo>
                    <a:pt x="2212" y="606"/>
                  </a:lnTo>
                  <a:cubicBezTo>
                    <a:pt x="2212" y="510"/>
                    <a:pt x="2289" y="433"/>
                    <a:pt x="2385" y="433"/>
                  </a:cubicBezTo>
                  <a:close/>
                  <a:moveTo>
                    <a:pt x="817" y="0"/>
                  </a:moveTo>
                  <a:cubicBezTo>
                    <a:pt x="0" y="0"/>
                    <a:pt x="0" y="1221"/>
                    <a:pt x="817" y="1221"/>
                  </a:cubicBezTo>
                  <a:lnTo>
                    <a:pt x="1019" y="1221"/>
                  </a:lnTo>
                  <a:lnTo>
                    <a:pt x="1019" y="3635"/>
                  </a:lnTo>
                  <a:lnTo>
                    <a:pt x="1452" y="3635"/>
                  </a:lnTo>
                  <a:lnTo>
                    <a:pt x="1452" y="1221"/>
                  </a:lnTo>
                  <a:lnTo>
                    <a:pt x="1789" y="1221"/>
                  </a:lnTo>
                  <a:lnTo>
                    <a:pt x="1789" y="3645"/>
                  </a:lnTo>
                  <a:lnTo>
                    <a:pt x="2221" y="3645"/>
                  </a:lnTo>
                  <a:lnTo>
                    <a:pt x="2221" y="1221"/>
                  </a:lnTo>
                  <a:lnTo>
                    <a:pt x="2433" y="1221"/>
                  </a:lnTo>
                  <a:cubicBezTo>
                    <a:pt x="2760" y="1221"/>
                    <a:pt x="3039" y="952"/>
                    <a:pt x="3039" y="615"/>
                  </a:cubicBezTo>
                  <a:cubicBezTo>
                    <a:pt x="3039" y="279"/>
                    <a:pt x="2760" y="10"/>
                    <a:pt x="2433" y="10"/>
                  </a:cubicBezTo>
                  <a:lnTo>
                    <a:pt x="2414" y="0"/>
                  </a:lnTo>
                  <a:lnTo>
                    <a:pt x="2385" y="0"/>
                  </a:lnTo>
                  <a:cubicBezTo>
                    <a:pt x="2058" y="10"/>
                    <a:pt x="1789" y="269"/>
                    <a:pt x="1789" y="606"/>
                  </a:cubicBezTo>
                  <a:lnTo>
                    <a:pt x="1789" y="779"/>
                  </a:lnTo>
                  <a:lnTo>
                    <a:pt x="1442" y="779"/>
                  </a:lnTo>
                  <a:lnTo>
                    <a:pt x="1442" y="606"/>
                  </a:lnTo>
                  <a:cubicBezTo>
                    <a:pt x="1442" y="269"/>
                    <a:pt x="1173" y="10"/>
                    <a:pt x="846"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6" name="Google Shape;12996;p65"/>
            <p:cNvSpPr/>
            <p:nvPr/>
          </p:nvSpPr>
          <p:spPr>
            <a:xfrm>
              <a:off x="1421086" y="2581412"/>
              <a:ext cx="30131" cy="19338"/>
            </a:xfrm>
            <a:custGeom>
              <a:avLst/>
              <a:gdLst/>
              <a:ahLst/>
              <a:cxnLst/>
              <a:rect l="l" t="t" r="r" b="b"/>
              <a:pathLst>
                <a:path w="1153" h="740" extrusionOk="0">
                  <a:moveTo>
                    <a:pt x="850" y="1"/>
                  </a:moveTo>
                  <a:cubicBezTo>
                    <a:pt x="819" y="1"/>
                    <a:pt x="786" y="8"/>
                    <a:pt x="752" y="25"/>
                  </a:cubicBezTo>
                  <a:lnTo>
                    <a:pt x="232" y="323"/>
                  </a:lnTo>
                  <a:cubicBezTo>
                    <a:pt x="0" y="435"/>
                    <a:pt x="121" y="739"/>
                    <a:pt x="317" y="739"/>
                  </a:cubicBezTo>
                  <a:cubicBezTo>
                    <a:pt x="357" y="739"/>
                    <a:pt x="400" y="727"/>
                    <a:pt x="444" y="698"/>
                  </a:cubicBezTo>
                  <a:lnTo>
                    <a:pt x="963" y="400"/>
                  </a:lnTo>
                  <a:cubicBezTo>
                    <a:pt x="1153" y="268"/>
                    <a:pt x="1038" y="1"/>
                    <a:pt x="850"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7" name="Google Shape;12997;p65"/>
            <p:cNvSpPr/>
            <p:nvPr/>
          </p:nvSpPr>
          <p:spPr>
            <a:xfrm>
              <a:off x="1569336" y="2582222"/>
              <a:ext cx="30157" cy="19312"/>
            </a:xfrm>
            <a:custGeom>
              <a:avLst/>
              <a:gdLst/>
              <a:ahLst/>
              <a:cxnLst/>
              <a:rect l="l" t="t" r="r" b="b"/>
              <a:pathLst>
                <a:path w="1154" h="739" extrusionOk="0">
                  <a:moveTo>
                    <a:pt x="321" y="0"/>
                  </a:moveTo>
                  <a:cubicBezTo>
                    <a:pt x="128" y="0"/>
                    <a:pt x="1" y="305"/>
                    <a:pt x="233" y="417"/>
                  </a:cubicBezTo>
                  <a:lnTo>
                    <a:pt x="752" y="715"/>
                  </a:lnTo>
                  <a:cubicBezTo>
                    <a:pt x="786" y="731"/>
                    <a:pt x="819" y="738"/>
                    <a:pt x="851" y="738"/>
                  </a:cubicBezTo>
                  <a:cubicBezTo>
                    <a:pt x="1039" y="738"/>
                    <a:pt x="1153" y="473"/>
                    <a:pt x="964" y="349"/>
                  </a:cubicBezTo>
                  <a:lnTo>
                    <a:pt x="444" y="42"/>
                  </a:lnTo>
                  <a:cubicBezTo>
                    <a:pt x="402" y="13"/>
                    <a:pt x="360" y="0"/>
                    <a:pt x="321"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8" name="Google Shape;12998;p65"/>
            <p:cNvSpPr/>
            <p:nvPr/>
          </p:nvSpPr>
          <p:spPr>
            <a:xfrm>
              <a:off x="1506304" y="2449599"/>
              <a:ext cx="11342" cy="26498"/>
            </a:xfrm>
            <a:custGeom>
              <a:avLst/>
              <a:gdLst/>
              <a:ahLst/>
              <a:cxnLst/>
              <a:rect l="l" t="t" r="r" b="b"/>
              <a:pathLst>
                <a:path w="434" h="1014" extrusionOk="0">
                  <a:moveTo>
                    <a:pt x="212" y="1"/>
                  </a:moveTo>
                  <a:cubicBezTo>
                    <a:pt x="97" y="1"/>
                    <a:pt x="0" y="97"/>
                    <a:pt x="0" y="213"/>
                  </a:cubicBezTo>
                  <a:lnTo>
                    <a:pt x="0" y="818"/>
                  </a:lnTo>
                  <a:cubicBezTo>
                    <a:pt x="10" y="948"/>
                    <a:pt x="113" y="1013"/>
                    <a:pt x="217" y="1013"/>
                  </a:cubicBezTo>
                  <a:cubicBezTo>
                    <a:pt x="320" y="1013"/>
                    <a:pt x="424" y="948"/>
                    <a:pt x="433" y="818"/>
                  </a:cubicBezTo>
                  <a:lnTo>
                    <a:pt x="433" y="213"/>
                  </a:lnTo>
                  <a:cubicBezTo>
                    <a:pt x="433" y="97"/>
                    <a:pt x="337" y="1"/>
                    <a:pt x="212"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99" name="Google Shape;12999;p65"/>
            <p:cNvSpPr/>
            <p:nvPr/>
          </p:nvSpPr>
          <p:spPr>
            <a:xfrm>
              <a:off x="1457228" y="2461176"/>
              <a:ext cx="23624" cy="25897"/>
            </a:xfrm>
            <a:custGeom>
              <a:avLst/>
              <a:gdLst/>
              <a:ahLst/>
              <a:cxnLst/>
              <a:rect l="l" t="t" r="r" b="b"/>
              <a:pathLst>
                <a:path w="904" h="991" extrusionOk="0">
                  <a:moveTo>
                    <a:pt x="302" y="1"/>
                  </a:moveTo>
                  <a:cubicBezTo>
                    <a:pt x="151" y="1"/>
                    <a:pt x="0" y="169"/>
                    <a:pt x="119" y="346"/>
                  </a:cubicBezTo>
                  <a:lnTo>
                    <a:pt x="417" y="866"/>
                  </a:lnTo>
                  <a:cubicBezTo>
                    <a:pt x="459" y="954"/>
                    <a:pt x="529" y="990"/>
                    <a:pt x="599" y="990"/>
                  </a:cubicBezTo>
                  <a:cubicBezTo>
                    <a:pt x="750" y="990"/>
                    <a:pt x="903" y="822"/>
                    <a:pt x="792" y="645"/>
                  </a:cubicBezTo>
                  <a:lnTo>
                    <a:pt x="484" y="125"/>
                  </a:lnTo>
                  <a:cubicBezTo>
                    <a:pt x="441" y="37"/>
                    <a:pt x="372" y="1"/>
                    <a:pt x="302"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0" name="Google Shape;13000;p65"/>
            <p:cNvSpPr/>
            <p:nvPr/>
          </p:nvSpPr>
          <p:spPr>
            <a:xfrm>
              <a:off x="1422680" y="2495723"/>
              <a:ext cx="29295" cy="18868"/>
            </a:xfrm>
            <a:custGeom>
              <a:avLst/>
              <a:gdLst/>
              <a:ahLst/>
              <a:cxnLst/>
              <a:rect l="l" t="t" r="r" b="b"/>
              <a:pathLst>
                <a:path w="1121" h="722" extrusionOk="0">
                  <a:moveTo>
                    <a:pt x="313" y="1"/>
                  </a:moveTo>
                  <a:cubicBezTo>
                    <a:pt x="123" y="1"/>
                    <a:pt x="1" y="268"/>
                    <a:pt x="191" y="400"/>
                  </a:cubicBezTo>
                  <a:lnTo>
                    <a:pt x="719" y="698"/>
                  </a:lnTo>
                  <a:cubicBezTo>
                    <a:pt x="752" y="714"/>
                    <a:pt x="784" y="721"/>
                    <a:pt x="815" y="721"/>
                  </a:cubicBezTo>
                  <a:cubicBezTo>
                    <a:pt x="999" y="721"/>
                    <a:pt x="1121" y="456"/>
                    <a:pt x="931" y="332"/>
                  </a:cubicBezTo>
                  <a:lnTo>
                    <a:pt x="412" y="25"/>
                  </a:lnTo>
                  <a:cubicBezTo>
                    <a:pt x="378" y="8"/>
                    <a:pt x="344" y="1"/>
                    <a:pt x="313"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1" name="Google Shape;13001;p65"/>
            <p:cNvSpPr/>
            <p:nvPr/>
          </p:nvSpPr>
          <p:spPr>
            <a:xfrm>
              <a:off x="1410816" y="2542344"/>
              <a:ext cx="28171" cy="11315"/>
            </a:xfrm>
            <a:custGeom>
              <a:avLst/>
              <a:gdLst/>
              <a:ahLst/>
              <a:cxnLst/>
              <a:rect l="l" t="t" r="r" b="b"/>
              <a:pathLst>
                <a:path w="1078" h="433" extrusionOk="0">
                  <a:moveTo>
                    <a:pt x="260" y="0"/>
                  </a:moveTo>
                  <a:cubicBezTo>
                    <a:pt x="0" y="20"/>
                    <a:pt x="0" y="404"/>
                    <a:pt x="260" y="433"/>
                  </a:cubicBezTo>
                  <a:lnTo>
                    <a:pt x="866" y="433"/>
                  </a:lnTo>
                  <a:cubicBezTo>
                    <a:pt x="981" y="433"/>
                    <a:pt x="1077" y="337"/>
                    <a:pt x="1077" y="212"/>
                  </a:cubicBezTo>
                  <a:cubicBezTo>
                    <a:pt x="1077" y="96"/>
                    <a:pt x="981" y="0"/>
                    <a:pt x="866"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2" name="Google Shape;13002;p65"/>
            <p:cNvSpPr/>
            <p:nvPr/>
          </p:nvSpPr>
          <p:spPr>
            <a:xfrm>
              <a:off x="1581932" y="2543833"/>
              <a:ext cx="29687" cy="11342"/>
            </a:xfrm>
            <a:custGeom>
              <a:avLst/>
              <a:gdLst/>
              <a:ahLst/>
              <a:cxnLst/>
              <a:rect l="l" t="t" r="r" b="b"/>
              <a:pathLst>
                <a:path w="1136" h="434" extrusionOk="0">
                  <a:moveTo>
                    <a:pt x="270" y="1"/>
                  </a:moveTo>
                  <a:cubicBezTo>
                    <a:pt x="1" y="20"/>
                    <a:pt x="1" y="405"/>
                    <a:pt x="270" y="434"/>
                  </a:cubicBezTo>
                  <a:lnTo>
                    <a:pt x="876" y="434"/>
                  </a:lnTo>
                  <a:cubicBezTo>
                    <a:pt x="1136" y="405"/>
                    <a:pt x="1136" y="20"/>
                    <a:pt x="876"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3" name="Google Shape;13003;p65"/>
            <p:cNvSpPr/>
            <p:nvPr/>
          </p:nvSpPr>
          <p:spPr>
            <a:xfrm>
              <a:off x="1571139" y="2496742"/>
              <a:ext cx="30183" cy="19234"/>
            </a:xfrm>
            <a:custGeom>
              <a:avLst/>
              <a:gdLst/>
              <a:ahLst/>
              <a:cxnLst/>
              <a:rect l="l" t="t" r="r" b="b"/>
              <a:pathLst>
                <a:path w="1155" h="736" extrusionOk="0">
                  <a:moveTo>
                    <a:pt x="837" y="1"/>
                  </a:moveTo>
                  <a:cubicBezTo>
                    <a:pt x="797" y="1"/>
                    <a:pt x="755" y="14"/>
                    <a:pt x="712" y="43"/>
                  </a:cubicBezTo>
                  <a:lnTo>
                    <a:pt x="193" y="341"/>
                  </a:lnTo>
                  <a:cubicBezTo>
                    <a:pt x="0" y="447"/>
                    <a:pt x="77" y="736"/>
                    <a:pt x="298" y="736"/>
                  </a:cubicBezTo>
                  <a:cubicBezTo>
                    <a:pt x="337" y="736"/>
                    <a:pt x="375" y="726"/>
                    <a:pt x="404" y="707"/>
                  </a:cubicBezTo>
                  <a:lnTo>
                    <a:pt x="923" y="409"/>
                  </a:lnTo>
                  <a:cubicBezTo>
                    <a:pt x="1155" y="297"/>
                    <a:pt x="1029" y="1"/>
                    <a:pt x="837"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4" name="Google Shape;13004;p65"/>
            <p:cNvSpPr/>
            <p:nvPr/>
          </p:nvSpPr>
          <p:spPr>
            <a:xfrm>
              <a:off x="1542655" y="2462483"/>
              <a:ext cx="22213" cy="25349"/>
            </a:xfrm>
            <a:custGeom>
              <a:avLst/>
              <a:gdLst/>
              <a:ahLst/>
              <a:cxnLst/>
              <a:rect l="l" t="t" r="r" b="b"/>
              <a:pathLst>
                <a:path w="850" h="970" extrusionOk="0">
                  <a:moveTo>
                    <a:pt x="611" y="0"/>
                  </a:moveTo>
                  <a:cubicBezTo>
                    <a:pt x="536" y="0"/>
                    <a:pt x="466" y="39"/>
                    <a:pt x="427" y="104"/>
                  </a:cubicBezTo>
                  <a:lnTo>
                    <a:pt x="119" y="623"/>
                  </a:lnTo>
                  <a:cubicBezTo>
                    <a:pt x="1" y="801"/>
                    <a:pt x="156" y="969"/>
                    <a:pt x="310" y="969"/>
                  </a:cubicBezTo>
                  <a:cubicBezTo>
                    <a:pt x="381" y="969"/>
                    <a:pt x="452" y="933"/>
                    <a:pt x="494" y="845"/>
                  </a:cubicBezTo>
                  <a:lnTo>
                    <a:pt x="792" y="325"/>
                  </a:lnTo>
                  <a:cubicBezTo>
                    <a:pt x="850" y="220"/>
                    <a:pt x="821" y="85"/>
                    <a:pt x="715" y="27"/>
                  </a:cubicBezTo>
                  <a:cubicBezTo>
                    <a:pt x="681" y="9"/>
                    <a:pt x="646" y="0"/>
                    <a:pt x="611" y="0"/>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5" name="Google Shape;13005;p65"/>
            <p:cNvSpPr/>
            <p:nvPr/>
          </p:nvSpPr>
          <p:spPr>
            <a:xfrm>
              <a:off x="1496243" y="2594112"/>
              <a:ext cx="8075" cy="24382"/>
            </a:xfrm>
            <a:custGeom>
              <a:avLst/>
              <a:gdLst/>
              <a:ahLst/>
              <a:cxnLst/>
              <a:rect l="l" t="t" r="r" b="b"/>
              <a:pathLst>
                <a:path w="309" h="933" extrusionOk="0">
                  <a:moveTo>
                    <a:pt x="1" y="0"/>
                  </a:moveTo>
                  <a:lnTo>
                    <a:pt x="1" y="933"/>
                  </a:lnTo>
                  <a:lnTo>
                    <a:pt x="308" y="933"/>
                  </a:lnTo>
                  <a:lnTo>
                    <a:pt x="308" y="856"/>
                  </a:lnTo>
                  <a:cubicBezTo>
                    <a:pt x="308" y="539"/>
                    <a:pt x="203" y="241"/>
                    <a:pt x="1" y="0"/>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6" name="Google Shape;13006;p65"/>
            <p:cNvSpPr/>
            <p:nvPr/>
          </p:nvSpPr>
          <p:spPr>
            <a:xfrm>
              <a:off x="1483935" y="2618468"/>
              <a:ext cx="56054" cy="22160"/>
            </a:xfrm>
            <a:custGeom>
              <a:avLst/>
              <a:gdLst/>
              <a:ahLst/>
              <a:cxnLst/>
              <a:rect l="l" t="t" r="r" b="b"/>
              <a:pathLst>
                <a:path w="2145" h="848" extrusionOk="0">
                  <a:moveTo>
                    <a:pt x="1" y="1"/>
                  </a:moveTo>
                  <a:lnTo>
                    <a:pt x="1" y="847"/>
                  </a:lnTo>
                  <a:lnTo>
                    <a:pt x="2145" y="847"/>
                  </a:lnTo>
                  <a:lnTo>
                    <a:pt x="2145"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7" name="Google Shape;13007;p65"/>
            <p:cNvSpPr/>
            <p:nvPr/>
          </p:nvSpPr>
          <p:spPr>
            <a:xfrm>
              <a:off x="1483935" y="2640602"/>
              <a:ext cx="56054" cy="22134"/>
            </a:xfrm>
            <a:custGeom>
              <a:avLst/>
              <a:gdLst/>
              <a:ahLst/>
              <a:cxnLst/>
              <a:rect l="l" t="t" r="r" b="b"/>
              <a:pathLst>
                <a:path w="2145" h="847" extrusionOk="0">
                  <a:moveTo>
                    <a:pt x="1" y="0"/>
                  </a:moveTo>
                  <a:lnTo>
                    <a:pt x="1" y="471"/>
                  </a:lnTo>
                  <a:cubicBezTo>
                    <a:pt x="1" y="567"/>
                    <a:pt x="39" y="664"/>
                    <a:pt x="106" y="741"/>
                  </a:cubicBezTo>
                  <a:cubicBezTo>
                    <a:pt x="126" y="750"/>
                    <a:pt x="135" y="760"/>
                    <a:pt x="154" y="769"/>
                  </a:cubicBezTo>
                  <a:lnTo>
                    <a:pt x="183" y="789"/>
                  </a:lnTo>
                  <a:cubicBezTo>
                    <a:pt x="241" y="827"/>
                    <a:pt x="308" y="846"/>
                    <a:pt x="376" y="846"/>
                  </a:cubicBezTo>
                  <a:lnTo>
                    <a:pt x="1760" y="846"/>
                  </a:lnTo>
                  <a:cubicBezTo>
                    <a:pt x="1837" y="846"/>
                    <a:pt x="1905" y="827"/>
                    <a:pt x="1962" y="789"/>
                  </a:cubicBezTo>
                  <a:lnTo>
                    <a:pt x="1991" y="769"/>
                  </a:lnTo>
                  <a:cubicBezTo>
                    <a:pt x="2010" y="760"/>
                    <a:pt x="2020" y="750"/>
                    <a:pt x="2030" y="741"/>
                  </a:cubicBezTo>
                  <a:cubicBezTo>
                    <a:pt x="2107" y="664"/>
                    <a:pt x="2145" y="567"/>
                    <a:pt x="2145" y="471"/>
                  </a:cubicBezTo>
                  <a:lnTo>
                    <a:pt x="2145" y="0"/>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8" name="Google Shape;13008;p65"/>
            <p:cNvSpPr/>
            <p:nvPr/>
          </p:nvSpPr>
          <p:spPr>
            <a:xfrm>
              <a:off x="1504292" y="2618468"/>
              <a:ext cx="35697" cy="22160"/>
            </a:xfrm>
            <a:custGeom>
              <a:avLst/>
              <a:gdLst/>
              <a:ahLst/>
              <a:cxnLst/>
              <a:rect l="l" t="t" r="r" b="b"/>
              <a:pathLst>
                <a:path w="1366" h="848" extrusionOk="0">
                  <a:moveTo>
                    <a:pt x="0" y="1"/>
                  </a:moveTo>
                  <a:lnTo>
                    <a:pt x="0" y="847"/>
                  </a:lnTo>
                  <a:lnTo>
                    <a:pt x="1366" y="847"/>
                  </a:lnTo>
                  <a:lnTo>
                    <a:pt x="1366"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9" name="Google Shape;13009;p65"/>
            <p:cNvSpPr/>
            <p:nvPr/>
          </p:nvSpPr>
          <p:spPr>
            <a:xfrm>
              <a:off x="1504031" y="2640602"/>
              <a:ext cx="35958" cy="22134"/>
            </a:xfrm>
            <a:custGeom>
              <a:avLst/>
              <a:gdLst/>
              <a:ahLst/>
              <a:cxnLst/>
              <a:rect l="l" t="t" r="r" b="b"/>
              <a:pathLst>
                <a:path w="1376" h="847" extrusionOk="0">
                  <a:moveTo>
                    <a:pt x="10" y="0"/>
                  </a:moveTo>
                  <a:lnTo>
                    <a:pt x="10" y="471"/>
                  </a:lnTo>
                  <a:cubicBezTo>
                    <a:pt x="1" y="683"/>
                    <a:pt x="184" y="846"/>
                    <a:pt x="395" y="846"/>
                  </a:cubicBezTo>
                  <a:lnTo>
                    <a:pt x="991" y="846"/>
                  </a:lnTo>
                  <a:cubicBezTo>
                    <a:pt x="1068" y="846"/>
                    <a:pt x="1136" y="827"/>
                    <a:pt x="1193" y="789"/>
                  </a:cubicBezTo>
                  <a:lnTo>
                    <a:pt x="1222" y="769"/>
                  </a:lnTo>
                  <a:cubicBezTo>
                    <a:pt x="1241" y="760"/>
                    <a:pt x="1251" y="750"/>
                    <a:pt x="1261" y="741"/>
                  </a:cubicBezTo>
                  <a:cubicBezTo>
                    <a:pt x="1338" y="664"/>
                    <a:pt x="1376" y="567"/>
                    <a:pt x="1376" y="471"/>
                  </a:cubicBezTo>
                  <a:lnTo>
                    <a:pt x="1376"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10" name="Google Shape;13010;p65"/>
          <p:cNvGrpSpPr/>
          <p:nvPr/>
        </p:nvGrpSpPr>
        <p:grpSpPr>
          <a:xfrm>
            <a:off x="3970060" y="2707183"/>
            <a:ext cx="361883" cy="366979"/>
            <a:chOff x="3973735" y="2891056"/>
            <a:chExt cx="361883" cy="366979"/>
          </a:xfrm>
        </p:grpSpPr>
        <p:sp>
          <p:nvSpPr>
            <p:cNvPr id="13011" name="Google Shape;13011;p65"/>
            <p:cNvSpPr/>
            <p:nvPr/>
          </p:nvSpPr>
          <p:spPr>
            <a:xfrm>
              <a:off x="4148875" y="2891056"/>
              <a:ext cx="149661" cy="98598"/>
            </a:xfrm>
            <a:custGeom>
              <a:avLst/>
              <a:gdLst/>
              <a:ahLst/>
              <a:cxnLst/>
              <a:rect l="l" t="t" r="r" b="b"/>
              <a:pathLst>
                <a:path w="5727" h="3773" extrusionOk="0">
                  <a:moveTo>
                    <a:pt x="5505" y="1"/>
                  </a:moveTo>
                  <a:cubicBezTo>
                    <a:pt x="5393" y="1"/>
                    <a:pt x="5280" y="75"/>
                    <a:pt x="5289" y="224"/>
                  </a:cubicBezTo>
                  <a:lnTo>
                    <a:pt x="5289" y="715"/>
                  </a:lnTo>
                  <a:cubicBezTo>
                    <a:pt x="5289" y="1138"/>
                    <a:pt x="4953" y="1484"/>
                    <a:pt x="4530" y="1484"/>
                  </a:cubicBezTo>
                  <a:lnTo>
                    <a:pt x="1183" y="1484"/>
                  </a:lnTo>
                  <a:cubicBezTo>
                    <a:pt x="529" y="1484"/>
                    <a:pt x="1" y="2013"/>
                    <a:pt x="1" y="2667"/>
                  </a:cubicBezTo>
                  <a:lnTo>
                    <a:pt x="1" y="3561"/>
                  </a:lnTo>
                  <a:cubicBezTo>
                    <a:pt x="1" y="3677"/>
                    <a:pt x="87" y="3773"/>
                    <a:pt x="212" y="3773"/>
                  </a:cubicBezTo>
                  <a:cubicBezTo>
                    <a:pt x="328" y="3773"/>
                    <a:pt x="414" y="3677"/>
                    <a:pt x="414" y="3561"/>
                  </a:cubicBezTo>
                  <a:lnTo>
                    <a:pt x="414" y="2667"/>
                  </a:lnTo>
                  <a:cubicBezTo>
                    <a:pt x="414" y="2244"/>
                    <a:pt x="760" y="1898"/>
                    <a:pt x="1183" y="1898"/>
                  </a:cubicBezTo>
                  <a:lnTo>
                    <a:pt x="4530" y="1898"/>
                  </a:lnTo>
                  <a:cubicBezTo>
                    <a:pt x="5184" y="1898"/>
                    <a:pt x="5713" y="1369"/>
                    <a:pt x="5713" y="715"/>
                  </a:cubicBezTo>
                  <a:lnTo>
                    <a:pt x="5713" y="224"/>
                  </a:lnTo>
                  <a:cubicBezTo>
                    <a:pt x="5727" y="75"/>
                    <a:pt x="5616" y="1"/>
                    <a:pt x="5505" y="1"/>
                  </a:cubicBezTo>
                  <a:close/>
                </a:path>
              </a:pathLst>
            </a:custGeom>
            <a:solidFill>
              <a:srgbClr val="1D1D1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2" name="Google Shape;13012;p65"/>
            <p:cNvSpPr/>
            <p:nvPr/>
          </p:nvSpPr>
          <p:spPr>
            <a:xfrm>
              <a:off x="4231558" y="3066039"/>
              <a:ext cx="25139" cy="25139"/>
            </a:xfrm>
            <a:custGeom>
              <a:avLst/>
              <a:gdLst/>
              <a:ahLst/>
              <a:cxnLst/>
              <a:rect l="l" t="t" r="r" b="b"/>
              <a:pathLst>
                <a:path w="962" h="962" fill="none" extrusionOk="0">
                  <a:moveTo>
                    <a:pt x="962" y="962"/>
                  </a:moveTo>
                  <a:lnTo>
                    <a:pt x="0" y="0"/>
                  </a:lnTo>
                </a:path>
              </a:pathLst>
            </a:custGeom>
            <a:noFill/>
            <a:ln w="45200"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3" name="Google Shape;13013;p65"/>
            <p:cNvSpPr/>
            <p:nvPr/>
          </p:nvSpPr>
          <p:spPr>
            <a:xfrm>
              <a:off x="3973735" y="2975307"/>
              <a:ext cx="359871" cy="282728"/>
            </a:xfrm>
            <a:custGeom>
              <a:avLst/>
              <a:gdLst/>
              <a:ahLst/>
              <a:cxnLst/>
              <a:rect l="l" t="t" r="r" b="b"/>
              <a:pathLst>
                <a:path w="13771" h="10819" extrusionOk="0">
                  <a:moveTo>
                    <a:pt x="721" y="1"/>
                  </a:moveTo>
                  <a:cubicBezTo>
                    <a:pt x="327" y="1"/>
                    <a:pt x="0" y="318"/>
                    <a:pt x="0" y="722"/>
                  </a:cubicBezTo>
                  <a:lnTo>
                    <a:pt x="0" y="10098"/>
                  </a:lnTo>
                  <a:cubicBezTo>
                    <a:pt x="0" y="10492"/>
                    <a:pt x="327" y="10819"/>
                    <a:pt x="721" y="10819"/>
                  </a:cubicBezTo>
                  <a:lnTo>
                    <a:pt x="13049" y="10819"/>
                  </a:lnTo>
                  <a:cubicBezTo>
                    <a:pt x="13453" y="10819"/>
                    <a:pt x="13770" y="10492"/>
                    <a:pt x="13770" y="10098"/>
                  </a:cubicBezTo>
                  <a:lnTo>
                    <a:pt x="13770" y="722"/>
                  </a:lnTo>
                  <a:cubicBezTo>
                    <a:pt x="13770" y="318"/>
                    <a:pt x="13453" y="1"/>
                    <a:pt x="13059"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4" name="Google Shape;13014;p65"/>
            <p:cNvSpPr/>
            <p:nvPr/>
          </p:nvSpPr>
          <p:spPr>
            <a:xfrm>
              <a:off x="3997855" y="2975307"/>
              <a:ext cx="337763" cy="282728"/>
            </a:xfrm>
            <a:custGeom>
              <a:avLst/>
              <a:gdLst/>
              <a:ahLst/>
              <a:cxnLst/>
              <a:rect l="l" t="t" r="r" b="b"/>
              <a:pathLst>
                <a:path w="12925" h="10819" extrusionOk="0">
                  <a:moveTo>
                    <a:pt x="722" y="1"/>
                  </a:moveTo>
                  <a:cubicBezTo>
                    <a:pt x="318" y="1"/>
                    <a:pt x="0" y="318"/>
                    <a:pt x="0" y="722"/>
                  </a:cubicBezTo>
                  <a:lnTo>
                    <a:pt x="0" y="10098"/>
                  </a:lnTo>
                  <a:cubicBezTo>
                    <a:pt x="0" y="10492"/>
                    <a:pt x="318" y="10819"/>
                    <a:pt x="722" y="10819"/>
                  </a:cubicBezTo>
                  <a:lnTo>
                    <a:pt x="12203" y="10819"/>
                  </a:lnTo>
                  <a:cubicBezTo>
                    <a:pt x="12607" y="10819"/>
                    <a:pt x="12924" y="10492"/>
                    <a:pt x="12924" y="10098"/>
                  </a:cubicBezTo>
                  <a:lnTo>
                    <a:pt x="12924" y="722"/>
                  </a:lnTo>
                  <a:cubicBezTo>
                    <a:pt x="12924" y="318"/>
                    <a:pt x="12607" y="1"/>
                    <a:pt x="12203"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5" name="Google Shape;13015;p65"/>
            <p:cNvSpPr/>
            <p:nvPr/>
          </p:nvSpPr>
          <p:spPr>
            <a:xfrm>
              <a:off x="3973970" y="3219306"/>
              <a:ext cx="359635" cy="11080"/>
            </a:xfrm>
            <a:custGeom>
              <a:avLst/>
              <a:gdLst/>
              <a:ahLst/>
              <a:cxnLst/>
              <a:rect l="l" t="t" r="r" b="b"/>
              <a:pathLst>
                <a:path w="13762" h="424" extrusionOk="0">
                  <a:moveTo>
                    <a:pt x="1" y="1"/>
                  </a:moveTo>
                  <a:lnTo>
                    <a:pt x="1" y="424"/>
                  </a:lnTo>
                  <a:lnTo>
                    <a:pt x="13761" y="424"/>
                  </a:lnTo>
                  <a:lnTo>
                    <a:pt x="13761" y="1"/>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6" name="Google Shape;13016;p65"/>
            <p:cNvSpPr/>
            <p:nvPr/>
          </p:nvSpPr>
          <p:spPr>
            <a:xfrm>
              <a:off x="3973970" y="3040403"/>
              <a:ext cx="359635" cy="11080"/>
            </a:xfrm>
            <a:custGeom>
              <a:avLst/>
              <a:gdLst/>
              <a:ahLst/>
              <a:cxnLst/>
              <a:rect l="l" t="t" r="r" b="b"/>
              <a:pathLst>
                <a:path w="13762" h="424" extrusionOk="0">
                  <a:moveTo>
                    <a:pt x="1" y="0"/>
                  </a:moveTo>
                  <a:lnTo>
                    <a:pt x="1" y="423"/>
                  </a:lnTo>
                  <a:lnTo>
                    <a:pt x="13761" y="423"/>
                  </a:lnTo>
                  <a:lnTo>
                    <a:pt x="13761" y="0"/>
                  </a:ln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7" name="Google Shape;13017;p65"/>
            <p:cNvSpPr/>
            <p:nvPr/>
          </p:nvSpPr>
          <p:spPr>
            <a:xfrm>
              <a:off x="3998090" y="2999688"/>
              <a:ext cx="46281" cy="27674"/>
            </a:xfrm>
            <a:custGeom>
              <a:avLst/>
              <a:gdLst/>
              <a:ahLst/>
              <a:cxnLst/>
              <a:rect l="l" t="t" r="r" b="b"/>
              <a:pathLst>
                <a:path w="1771" h="1059" extrusionOk="0">
                  <a:moveTo>
                    <a:pt x="145" y="0"/>
                  </a:moveTo>
                  <a:cubicBezTo>
                    <a:pt x="59" y="0"/>
                    <a:pt x="1" y="68"/>
                    <a:pt x="1" y="145"/>
                  </a:cubicBezTo>
                  <a:lnTo>
                    <a:pt x="1" y="914"/>
                  </a:lnTo>
                  <a:cubicBezTo>
                    <a:pt x="1" y="991"/>
                    <a:pt x="59" y="1058"/>
                    <a:pt x="145" y="1058"/>
                  </a:cubicBezTo>
                  <a:lnTo>
                    <a:pt x="1626" y="1058"/>
                  </a:lnTo>
                  <a:cubicBezTo>
                    <a:pt x="1703" y="1058"/>
                    <a:pt x="1770" y="991"/>
                    <a:pt x="1770" y="914"/>
                  </a:cubicBezTo>
                  <a:lnTo>
                    <a:pt x="1770" y="145"/>
                  </a:lnTo>
                  <a:cubicBezTo>
                    <a:pt x="1770" y="68"/>
                    <a:pt x="1703" y="0"/>
                    <a:pt x="162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8" name="Google Shape;13018;p65"/>
            <p:cNvSpPr/>
            <p:nvPr/>
          </p:nvSpPr>
          <p:spPr>
            <a:xfrm>
              <a:off x="4262970" y="2999688"/>
              <a:ext cx="46255" cy="27674"/>
            </a:xfrm>
            <a:custGeom>
              <a:avLst/>
              <a:gdLst/>
              <a:ahLst/>
              <a:cxnLst/>
              <a:rect l="l" t="t" r="r" b="b"/>
              <a:pathLst>
                <a:path w="1770" h="1059" extrusionOk="0">
                  <a:moveTo>
                    <a:pt x="145" y="0"/>
                  </a:moveTo>
                  <a:cubicBezTo>
                    <a:pt x="58" y="0"/>
                    <a:pt x="0" y="68"/>
                    <a:pt x="0" y="145"/>
                  </a:cubicBezTo>
                  <a:lnTo>
                    <a:pt x="0" y="914"/>
                  </a:lnTo>
                  <a:cubicBezTo>
                    <a:pt x="0" y="991"/>
                    <a:pt x="58" y="1058"/>
                    <a:pt x="145" y="1058"/>
                  </a:cubicBezTo>
                  <a:lnTo>
                    <a:pt x="1625" y="1058"/>
                  </a:lnTo>
                  <a:cubicBezTo>
                    <a:pt x="1702" y="1058"/>
                    <a:pt x="1770" y="991"/>
                    <a:pt x="1770" y="914"/>
                  </a:cubicBezTo>
                  <a:lnTo>
                    <a:pt x="1770" y="145"/>
                  </a:lnTo>
                  <a:cubicBezTo>
                    <a:pt x="1770" y="68"/>
                    <a:pt x="1702" y="0"/>
                    <a:pt x="1625"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9" name="Google Shape;13019;p65"/>
            <p:cNvSpPr/>
            <p:nvPr/>
          </p:nvSpPr>
          <p:spPr>
            <a:xfrm>
              <a:off x="4019963" y="2999688"/>
              <a:ext cx="24408" cy="27674"/>
            </a:xfrm>
            <a:custGeom>
              <a:avLst/>
              <a:gdLst/>
              <a:ahLst/>
              <a:cxnLst/>
              <a:rect l="l" t="t" r="r" b="b"/>
              <a:pathLst>
                <a:path w="934" h="1059" extrusionOk="0">
                  <a:moveTo>
                    <a:pt x="154" y="0"/>
                  </a:moveTo>
                  <a:cubicBezTo>
                    <a:pt x="68" y="0"/>
                    <a:pt x="1" y="68"/>
                    <a:pt x="1" y="145"/>
                  </a:cubicBezTo>
                  <a:lnTo>
                    <a:pt x="1" y="914"/>
                  </a:lnTo>
                  <a:cubicBezTo>
                    <a:pt x="1" y="991"/>
                    <a:pt x="68" y="1058"/>
                    <a:pt x="154" y="1058"/>
                  </a:cubicBezTo>
                  <a:lnTo>
                    <a:pt x="789" y="1058"/>
                  </a:lnTo>
                  <a:cubicBezTo>
                    <a:pt x="866" y="1058"/>
                    <a:pt x="933" y="991"/>
                    <a:pt x="933" y="914"/>
                  </a:cubicBezTo>
                  <a:lnTo>
                    <a:pt x="933" y="145"/>
                  </a:lnTo>
                  <a:cubicBezTo>
                    <a:pt x="933" y="68"/>
                    <a:pt x="866" y="0"/>
                    <a:pt x="789"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0" name="Google Shape;13020;p65"/>
            <p:cNvSpPr/>
            <p:nvPr/>
          </p:nvSpPr>
          <p:spPr>
            <a:xfrm>
              <a:off x="4284816" y="2999688"/>
              <a:ext cx="24408" cy="27674"/>
            </a:xfrm>
            <a:custGeom>
              <a:avLst/>
              <a:gdLst/>
              <a:ahLst/>
              <a:cxnLst/>
              <a:rect l="l" t="t" r="r" b="b"/>
              <a:pathLst>
                <a:path w="934" h="1059" extrusionOk="0">
                  <a:moveTo>
                    <a:pt x="155" y="0"/>
                  </a:moveTo>
                  <a:cubicBezTo>
                    <a:pt x="68" y="0"/>
                    <a:pt x="1" y="68"/>
                    <a:pt x="1" y="145"/>
                  </a:cubicBezTo>
                  <a:lnTo>
                    <a:pt x="1" y="914"/>
                  </a:lnTo>
                  <a:cubicBezTo>
                    <a:pt x="1" y="991"/>
                    <a:pt x="68" y="1058"/>
                    <a:pt x="155" y="1058"/>
                  </a:cubicBezTo>
                  <a:lnTo>
                    <a:pt x="789" y="1058"/>
                  </a:lnTo>
                  <a:cubicBezTo>
                    <a:pt x="866" y="1058"/>
                    <a:pt x="934" y="991"/>
                    <a:pt x="934" y="914"/>
                  </a:cubicBezTo>
                  <a:lnTo>
                    <a:pt x="934" y="145"/>
                  </a:lnTo>
                  <a:cubicBezTo>
                    <a:pt x="934" y="68"/>
                    <a:pt x="866" y="0"/>
                    <a:pt x="789"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1" name="Google Shape;13021;p65"/>
            <p:cNvSpPr/>
            <p:nvPr/>
          </p:nvSpPr>
          <p:spPr>
            <a:xfrm>
              <a:off x="4125434" y="3060838"/>
              <a:ext cx="138319" cy="134635"/>
            </a:xfrm>
            <a:custGeom>
              <a:avLst/>
              <a:gdLst/>
              <a:ahLst/>
              <a:cxnLst/>
              <a:rect l="l" t="t" r="r" b="b"/>
              <a:pathLst>
                <a:path w="5293" h="5152" extrusionOk="0">
                  <a:moveTo>
                    <a:pt x="4553" y="1"/>
                  </a:moveTo>
                  <a:cubicBezTo>
                    <a:pt x="4374" y="1"/>
                    <a:pt x="4195" y="70"/>
                    <a:pt x="4061" y="209"/>
                  </a:cubicBezTo>
                  <a:lnTo>
                    <a:pt x="3629" y="632"/>
                  </a:lnTo>
                  <a:lnTo>
                    <a:pt x="465" y="3757"/>
                  </a:lnTo>
                  <a:cubicBezTo>
                    <a:pt x="398" y="3824"/>
                    <a:pt x="350" y="3911"/>
                    <a:pt x="321" y="3997"/>
                  </a:cubicBezTo>
                  <a:lnTo>
                    <a:pt x="176" y="4469"/>
                  </a:lnTo>
                  <a:lnTo>
                    <a:pt x="128" y="4642"/>
                  </a:lnTo>
                  <a:lnTo>
                    <a:pt x="42" y="4921"/>
                  </a:lnTo>
                  <a:cubicBezTo>
                    <a:pt x="1" y="5036"/>
                    <a:pt x="94" y="5152"/>
                    <a:pt x="206" y="5152"/>
                  </a:cubicBezTo>
                  <a:cubicBezTo>
                    <a:pt x="225" y="5152"/>
                    <a:pt x="244" y="5149"/>
                    <a:pt x="263" y="5142"/>
                  </a:cubicBezTo>
                  <a:lnTo>
                    <a:pt x="542" y="5065"/>
                  </a:lnTo>
                  <a:lnTo>
                    <a:pt x="1176" y="4863"/>
                  </a:lnTo>
                  <a:cubicBezTo>
                    <a:pt x="1263" y="4834"/>
                    <a:pt x="1350" y="4786"/>
                    <a:pt x="1417" y="4719"/>
                  </a:cubicBezTo>
                  <a:lnTo>
                    <a:pt x="4581" y="1593"/>
                  </a:lnTo>
                  <a:lnTo>
                    <a:pt x="5023" y="1161"/>
                  </a:lnTo>
                  <a:cubicBezTo>
                    <a:pt x="5273" y="920"/>
                    <a:pt x="5292" y="526"/>
                    <a:pt x="5081" y="257"/>
                  </a:cubicBezTo>
                  <a:cubicBezTo>
                    <a:pt x="5061" y="228"/>
                    <a:pt x="5042" y="209"/>
                    <a:pt x="5023" y="189"/>
                  </a:cubicBezTo>
                  <a:cubicBezTo>
                    <a:pt x="4892" y="63"/>
                    <a:pt x="4722" y="1"/>
                    <a:pt x="455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2" name="Google Shape;13022;p65"/>
            <p:cNvSpPr/>
            <p:nvPr/>
          </p:nvSpPr>
          <p:spPr>
            <a:xfrm>
              <a:off x="4129772" y="3060865"/>
              <a:ext cx="128180" cy="116760"/>
            </a:xfrm>
            <a:custGeom>
              <a:avLst/>
              <a:gdLst/>
              <a:ahLst/>
              <a:cxnLst/>
              <a:rect l="l" t="t" r="r" b="b"/>
              <a:pathLst>
                <a:path w="4905" h="4468" extrusionOk="0">
                  <a:moveTo>
                    <a:pt x="4375" y="0"/>
                  </a:moveTo>
                  <a:cubicBezTo>
                    <a:pt x="4198" y="0"/>
                    <a:pt x="4021" y="68"/>
                    <a:pt x="3886" y="208"/>
                  </a:cubicBezTo>
                  <a:lnTo>
                    <a:pt x="3453" y="631"/>
                  </a:lnTo>
                  <a:lnTo>
                    <a:pt x="289" y="3756"/>
                  </a:lnTo>
                  <a:cubicBezTo>
                    <a:pt x="222" y="3833"/>
                    <a:pt x="174" y="3910"/>
                    <a:pt x="145" y="3996"/>
                  </a:cubicBezTo>
                  <a:lnTo>
                    <a:pt x="1" y="4468"/>
                  </a:lnTo>
                  <a:lnTo>
                    <a:pt x="270" y="4381"/>
                  </a:lnTo>
                  <a:lnTo>
                    <a:pt x="616" y="4275"/>
                  </a:lnTo>
                  <a:lnTo>
                    <a:pt x="914" y="4189"/>
                  </a:lnTo>
                  <a:cubicBezTo>
                    <a:pt x="1010" y="4160"/>
                    <a:pt x="1087" y="4112"/>
                    <a:pt x="1155" y="4044"/>
                  </a:cubicBezTo>
                  <a:lnTo>
                    <a:pt x="4030" y="1208"/>
                  </a:lnTo>
                  <a:lnTo>
                    <a:pt x="4318" y="919"/>
                  </a:lnTo>
                  <a:lnTo>
                    <a:pt x="4761" y="477"/>
                  </a:lnTo>
                  <a:cubicBezTo>
                    <a:pt x="4828" y="419"/>
                    <a:pt x="4876" y="342"/>
                    <a:pt x="4905" y="265"/>
                  </a:cubicBezTo>
                  <a:lnTo>
                    <a:pt x="4905" y="256"/>
                  </a:lnTo>
                  <a:cubicBezTo>
                    <a:pt x="4772" y="87"/>
                    <a:pt x="4574" y="0"/>
                    <a:pt x="4375"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3" name="Google Shape;13023;p65"/>
            <p:cNvSpPr/>
            <p:nvPr/>
          </p:nvSpPr>
          <p:spPr>
            <a:xfrm>
              <a:off x="4135312" y="3077589"/>
              <a:ext cx="99774" cy="95253"/>
            </a:xfrm>
            <a:custGeom>
              <a:avLst/>
              <a:gdLst/>
              <a:ahLst/>
              <a:cxnLst/>
              <a:rect l="l" t="t" r="r" b="b"/>
              <a:pathLst>
                <a:path w="3818" h="3645" extrusionOk="0">
                  <a:moveTo>
                    <a:pt x="3241" y="0"/>
                  </a:moveTo>
                  <a:lnTo>
                    <a:pt x="77" y="3126"/>
                  </a:lnTo>
                  <a:cubicBezTo>
                    <a:pt x="48" y="3164"/>
                    <a:pt x="20" y="3193"/>
                    <a:pt x="0" y="3231"/>
                  </a:cubicBezTo>
                  <a:lnTo>
                    <a:pt x="404" y="3645"/>
                  </a:lnTo>
                  <a:lnTo>
                    <a:pt x="702" y="3549"/>
                  </a:lnTo>
                  <a:cubicBezTo>
                    <a:pt x="798" y="3520"/>
                    <a:pt x="875" y="3472"/>
                    <a:pt x="943" y="3414"/>
                  </a:cubicBezTo>
                  <a:lnTo>
                    <a:pt x="3818" y="577"/>
                  </a:lnTo>
                  <a:lnTo>
                    <a:pt x="3241"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4" name="Google Shape;13024;p65"/>
            <p:cNvSpPr/>
            <p:nvPr/>
          </p:nvSpPr>
          <p:spPr>
            <a:xfrm>
              <a:off x="3973970" y="3219306"/>
              <a:ext cx="24146" cy="11080"/>
            </a:xfrm>
            <a:custGeom>
              <a:avLst/>
              <a:gdLst/>
              <a:ahLst/>
              <a:cxnLst/>
              <a:rect l="l" t="t" r="r" b="b"/>
              <a:pathLst>
                <a:path w="924" h="424" extrusionOk="0">
                  <a:moveTo>
                    <a:pt x="1" y="1"/>
                  </a:moveTo>
                  <a:lnTo>
                    <a:pt x="1" y="424"/>
                  </a:lnTo>
                  <a:lnTo>
                    <a:pt x="924" y="424"/>
                  </a:lnTo>
                  <a:lnTo>
                    <a:pt x="924" y="1"/>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5" name="Google Shape;13025;p65"/>
            <p:cNvSpPr/>
            <p:nvPr/>
          </p:nvSpPr>
          <p:spPr>
            <a:xfrm>
              <a:off x="3973970" y="3040403"/>
              <a:ext cx="24146" cy="11080"/>
            </a:xfrm>
            <a:custGeom>
              <a:avLst/>
              <a:gdLst/>
              <a:ahLst/>
              <a:cxnLst/>
              <a:rect l="l" t="t" r="r" b="b"/>
              <a:pathLst>
                <a:path w="924" h="424" extrusionOk="0">
                  <a:moveTo>
                    <a:pt x="1" y="0"/>
                  </a:moveTo>
                  <a:lnTo>
                    <a:pt x="1" y="423"/>
                  </a:lnTo>
                  <a:lnTo>
                    <a:pt x="924" y="423"/>
                  </a:lnTo>
                  <a:lnTo>
                    <a:pt x="924"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6" name="Google Shape;13026;p65"/>
            <p:cNvSpPr/>
            <p:nvPr/>
          </p:nvSpPr>
          <p:spPr>
            <a:xfrm>
              <a:off x="4135312" y="3077851"/>
              <a:ext cx="109835" cy="108319"/>
            </a:xfrm>
            <a:custGeom>
              <a:avLst/>
              <a:gdLst/>
              <a:ahLst/>
              <a:cxnLst/>
              <a:rect l="l" t="t" r="r" b="b"/>
              <a:pathLst>
                <a:path w="4203" h="4145" extrusionOk="0">
                  <a:moveTo>
                    <a:pt x="3241" y="0"/>
                  </a:moveTo>
                  <a:lnTo>
                    <a:pt x="87" y="3125"/>
                  </a:lnTo>
                  <a:cubicBezTo>
                    <a:pt x="48" y="3154"/>
                    <a:pt x="20" y="3183"/>
                    <a:pt x="0" y="3221"/>
                  </a:cubicBezTo>
                  <a:lnTo>
                    <a:pt x="414" y="3635"/>
                  </a:lnTo>
                  <a:lnTo>
                    <a:pt x="923" y="4145"/>
                  </a:lnTo>
                  <a:lnTo>
                    <a:pt x="943" y="4145"/>
                  </a:lnTo>
                  <a:cubicBezTo>
                    <a:pt x="972" y="4125"/>
                    <a:pt x="1010" y="4096"/>
                    <a:pt x="1039" y="4068"/>
                  </a:cubicBezTo>
                  <a:lnTo>
                    <a:pt x="4203" y="942"/>
                  </a:lnTo>
                  <a:lnTo>
                    <a:pt x="3241" y="0"/>
                  </a:lnTo>
                  <a:close/>
                </a:path>
              </a:pathLst>
            </a:custGeom>
            <a:solidFill>
              <a:srgbClr val="1D1D1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7" name="Google Shape;13027;p65"/>
            <p:cNvSpPr/>
            <p:nvPr/>
          </p:nvSpPr>
          <p:spPr>
            <a:xfrm>
              <a:off x="4135312" y="3077589"/>
              <a:ext cx="99774" cy="95253"/>
            </a:xfrm>
            <a:custGeom>
              <a:avLst/>
              <a:gdLst/>
              <a:ahLst/>
              <a:cxnLst/>
              <a:rect l="l" t="t" r="r" b="b"/>
              <a:pathLst>
                <a:path w="3818" h="3645" extrusionOk="0">
                  <a:moveTo>
                    <a:pt x="3241" y="0"/>
                  </a:moveTo>
                  <a:lnTo>
                    <a:pt x="77" y="3126"/>
                  </a:lnTo>
                  <a:cubicBezTo>
                    <a:pt x="48" y="3164"/>
                    <a:pt x="20" y="3193"/>
                    <a:pt x="0" y="3231"/>
                  </a:cubicBezTo>
                  <a:lnTo>
                    <a:pt x="404" y="3645"/>
                  </a:lnTo>
                  <a:lnTo>
                    <a:pt x="702" y="3549"/>
                  </a:lnTo>
                  <a:cubicBezTo>
                    <a:pt x="798" y="3520"/>
                    <a:pt x="875" y="3472"/>
                    <a:pt x="943" y="3414"/>
                  </a:cubicBezTo>
                  <a:lnTo>
                    <a:pt x="3818" y="577"/>
                  </a:lnTo>
                  <a:lnTo>
                    <a:pt x="3241"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28" name="Google Shape;13028;p65"/>
          <p:cNvGrpSpPr/>
          <p:nvPr/>
        </p:nvGrpSpPr>
        <p:grpSpPr>
          <a:xfrm>
            <a:off x="3524266" y="2732871"/>
            <a:ext cx="366665" cy="315654"/>
            <a:chOff x="3527941" y="2916744"/>
            <a:chExt cx="366665" cy="315654"/>
          </a:xfrm>
        </p:grpSpPr>
        <p:sp>
          <p:nvSpPr>
            <p:cNvPr id="13029" name="Google Shape;13029;p65"/>
            <p:cNvSpPr/>
            <p:nvPr/>
          </p:nvSpPr>
          <p:spPr>
            <a:xfrm>
              <a:off x="3527941" y="2916770"/>
              <a:ext cx="366665" cy="157840"/>
            </a:xfrm>
            <a:custGeom>
              <a:avLst/>
              <a:gdLst/>
              <a:ahLst/>
              <a:cxnLst/>
              <a:rect l="l" t="t" r="r" b="b"/>
              <a:pathLst>
                <a:path w="14031" h="6040" extrusionOk="0">
                  <a:moveTo>
                    <a:pt x="616" y="0"/>
                  </a:moveTo>
                  <a:cubicBezTo>
                    <a:pt x="279" y="0"/>
                    <a:pt x="0" y="279"/>
                    <a:pt x="0" y="616"/>
                  </a:cubicBezTo>
                  <a:lnTo>
                    <a:pt x="0" y="5424"/>
                  </a:lnTo>
                  <a:cubicBezTo>
                    <a:pt x="0" y="5760"/>
                    <a:pt x="279" y="6039"/>
                    <a:pt x="616" y="6039"/>
                  </a:cubicBezTo>
                  <a:lnTo>
                    <a:pt x="13415" y="6039"/>
                  </a:lnTo>
                  <a:cubicBezTo>
                    <a:pt x="13751" y="6039"/>
                    <a:pt x="14030" y="5760"/>
                    <a:pt x="14030" y="5424"/>
                  </a:cubicBezTo>
                  <a:lnTo>
                    <a:pt x="14030" y="616"/>
                  </a:lnTo>
                  <a:cubicBezTo>
                    <a:pt x="14030" y="279"/>
                    <a:pt x="13751" y="0"/>
                    <a:pt x="13415"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0" name="Google Shape;13030;p65"/>
            <p:cNvSpPr/>
            <p:nvPr/>
          </p:nvSpPr>
          <p:spPr>
            <a:xfrm>
              <a:off x="3546521" y="2916744"/>
              <a:ext cx="348085" cy="139260"/>
            </a:xfrm>
            <a:custGeom>
              <a:avLst/>
              <a:gdLst/>
              <a:ahLst/>
              <a:cxnLst/>
              <a:rect l="l" t="t" r="r" b="b"/>
              <a:pathLst>
                <a:path w="13320" h="5329" extrusionOk="0">
                  <a:moveTo>
                    <a:pt x="12721" y="1"/>
                  </a:moveTo>
                  <a:cubicBezTo>
                    <a:pt x="12715" y="1"/>
                    <a:pt x="12709" y="1"/>
                    <a:pt x="12704" y="1"/>
                  </a:cubicBezTo>
                  <a:lnTo>
                    <a:pt x="1" y="1"/>
                  </a:lnTo>
                  <a:lnTo>
                    <a:pt x="1" y="4713"/>
                  </a:lnTo>
                  <a:cubicBezTo>
                    <a:pt x="1" y="5050"/>
                    <a:pt x="280" y="5328"/>
                    <a:pt x="616" y="5328"/>
                  </a:cubicBezTo>
                  <a:lnTo>
                    <a:pt x="13319" y="5328"/>
                  </a:lnTo>
                  <a:lnTo>
                    <a:pt x="13319" y="617"/>
                  </a:lnTo>
                  <a:cubicBezTo>
                    <a:pt x="13319" y="276"/>
                    <a:pt x="13050" y="1"/>
                    <a:pt x="12721" y="1"/>
                  </a:cubicBezTo>
                  <a:close/>
                </a:path>
              </a:pathLst>
            </a:custGeom>
            <a:solidFill>
              <a:srgbClr val="DF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1" name="Google Shape;13031;p65"/>
            <p:cNvSpPr/>
            <p:nvPr/>
          </p:nvSpPr>
          <p:spPr>
            <a:xfrm>
              <a:off x="3527941" y="3074584"/>
              <a:ext cx="366665" cy="157814"/>
            </a:xfrm>
            <a:custGeom>
              <a:avLst/>
              <a:gdLst/>
              <a:ahLst/>
              <a:cxnLst/>
              <a:rect l="l" t="t" r="r" b="b"/>
              <a:pathLst>
                <a:path w="14031" h="6039" extrusionOk="0">
                  <a:moveTo>
                    <a:pt x="616" y="0"/>
                  </a:moveTo>
                  <a:cubicBezTo>
                    <a:pt x="279" y="0"/>
                    <a:pt x="0" y="279"/>
                    <a:pt x="0" y="615"/>
                  </a:cubicBezTo>
                  <a:lnTo>
                    <a:pt x="0" y="5423"/>
                  </a:lnTo>
                  <a:cubicBezTo>
                    <a:pt x="0" y="5760"/>
                    <a:pt x="279" y="6039"/>
                    <a:pt x="616" y="6039"/>
                  </a:cubicBezTo>
                  <a:lnTo>
                    <a:pt x="13415" y="6039"/>
                  </a:lnTo>
                  <a:cubicBezTo>
                    <a:pt x="13751" y="6039"/>
                    <a:pt x="14030" y="5770"/>
                    <a:pt x="14030" y="5423"/>
                  </a:cubicBezTo>
                  <a:lnTo>
                    <a:pt x="14030" y="615"/>
                  </a:lnTo>
                  <a:cubicBezTo>
                    <a:pt x="14030" y="279"/>
                    <a:pt x="13751" y="0"/>
                    <a:pt x="13415" y="0"/>
                  </a:cubicBez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2" name="Google Shape;13032;p65"/>
            <p:cNvSpPr/>
            <p:nvPr/>
          </p:nvSpPr>
          <p:spPr>
            <a:xfrm>
              <a:off x="3547279" y="3093426"/>
              <a:ext cx="347327" cy="138973"/>
            </a:xfrm>
            <a:custGeom>
              <a:avLst/>
              <a:gdLst/>
              <a:ahLst/>
              <a:cxnLst/>
              <a:rect l="l" t="t" r="r" b="b"/>
              <a:pathLst>
                <a:path w="13291" h="5318" extrusionOk="0">
                  <a:moveTo>
                    <a:pt x="616" y="0"/>
                  </a:moveTo>
                  <a:cubicBezTo>
                    <a:pt x="280" y="0"/>
                    <a:pt x="1" y="269"/>
                    <a:pt x="1" y="616"/>
                  </a:cubicBezTo>
                  <a:lnTo>
                    <a:pt x="1" y="5318"/>
                  </a:lnTo>
                  <a:lnTo>
                    <a:pt x="12675" y="5318"/>
                  </a:lnTo>
                  <a:cubicBezTo>
                    <a:pt x="13011" y="5318"/>
                    <a:pt x="13290" y="5049"/>
                    <a:pt x="13290" y="4712"/>
                  </a:cubicBezTo>
                  <a:lnTo>
                    <a:pt x="13290" y="0"/>
                  </a:ln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3" name="Google Shape;13033;p65"/>
            <p:cNvSpPr/>
            <p:nvPr/>
          </p:nvSpPr>
          <p:spPr>
            <a:xfrm>
              <a:off x="3553812" y="3097424"/>
              <a:ext cx="45026" cy="44268"/>
            </a:xfrm>
            <a:custGeom>
              <a:avLst/>
              <a:gdLst/>
              <a:ahLst/>
              <a:cxnLst/>
              <a:rect l="l" t="t" r="r" b="b"/>
              <a:pathLst>
                <a:path w="1723" h="1694" extrusionOk="0">
                  <a:moveTo>
                    <a:pt x="858" y="1"/>
                  </a:moveTo>
                  <a:cubicBezTo>
                    <a:pt x="414" y="1"/>
                    <a:pt x="49" y="353"/>
                    <a:pt x="20" y="799"/>
                  </a:cubicBezTo>
                  <a:cubicBezTo>
                    <a:pt x="1" y="1251"/>
                    <a:pt x="328" y="1645"/>
                    <a:pt x="780" y="1693"/>
                  </a:cubicBezTo>
                  <a:lnTo>
                    <a:pt x="876" y="1693"/>
                  </a:lnTo>
                  <a:cubicBezTo>
                    <a:pt x="1345" y="1693"/>
                    <a:pt x="1720" y="1311"/>
                    <a:pt x="1722" y="842"/>
                  </a:cubicBezTo>
                  <a:lnTo>
                    <a:pt x="1722" y="842"/>
                  </a:lnTo>
                  <a:cubicBezTo>
                    <a:pt x="1722" y="844"/>
                    <a:pt x="1722" y="846"/>
                    <a:pt x="1722" y="847"/>
                  </a:cubicBezTo>
                  <a:lnTo>
                    <a:pt x="1722" y="838"/>
                  </a:lnTo>
                  <a:cubicBezTo>
                    <a:pt x="1722" y="839"/>
                    <a:pt x="1722" y="841"/>
                    <a:pt x="1722" y="842"/>
                  </a:cubicBezTo>
                  <a:lnTo>
                    <a:pt x="1722" y="842"/>
                  </a:lnTo>
                  <a:cubicBezTo>
                    <a:pt x="1720" y="374"/>
                    <a:pt x="1345" y="1"/>
                    <a:pt x="876" y="1"/>
                  </a:cubicBezTo>
                  <a:cubicBezTo>
                    <a:pt x="870" y="1"/>
                    <a:pt x="864" y="1"/>
                    <a:pt x="858" y="1"/>
                  </a:cubicBez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4" name="Google Shape;13034;p65"/>
            <p:cNvSpPr/>
            <p:nvPr/>
          </p:nvSpPr>
          <p:spPr>
            <a:xfrm>
              <a:off x="3554335" y="3165551"/>
              <a:ext cx="44504" cy="44504"/>
            </a:xfrm>
            <a:custGeom>
              <a:avLst/>
              <a:gdLst/>
              <a:ahLst/>
              <a:cxnLst/>
              <a:rect l="l" t="t" r="r" b="b"/>
              <a:pathLst>
                <a:path w="1703" h="1703" extrusionOk="0">
                  <a:moveTo>
                    <a:pt x="856" y="0"/>
                  </a:moveTo>
                  <a:cubicBezTo>
                    <a:pt x="385" y="0"/>
                    <a:pt x="0" y="375"/>
                    <a:pt x="0" y="846"/>
                  </a:cubicBezTo>
                  <a:cubicBezTo>
                    <a:pt x="0" y="1317"/>
                    <a:pt x="385" y="1702"/>
                    <a:pt x="856" y="1702"/>
                  </a:cubicBezTo>
                  <a:cubicBezTo>
                    <a:pt x="1327" y="1702"/>
                    <a:pt x="1702" y="1317"/>
                    <a:pt x="1702" y="846"/>
                  </a:cubicBezTo>
                  <a:cubicBezTo>
                    <a:pt x="1702" y="375"/>
                    <a:pt x="1327" y="0"/>
                    <a:pt x="856"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5" name="Google Shape;13035;p65"/>
            <p:cNvSpPr/>
            <p:nvPr/>
          </p:nvSpPr>
          <p:spPr>
            <a:xfrm>
              <a:off x="3620920" y="3097424"/>
              <a:ext cx="45261" cy="44268"/>
            </a:xfrm>
            <a:custGeom>
              <a:avLst/>
              <a:gdLst/>
              <a:ahLst/>
              <a:cxnLst/>
              <a:rect l="l" t="t" r="r" b="b"/>
              <a:pathLst>
                <a:path w="1732" h="1694" extrusionOk="0">
                  <a:moveTo>
                    <a:pt x="867" y="1"/>
                  </a:moveTo>
                  <a:cubicBezTo>
                    <a:pt x="423" y="1"/>
                    <a:pt x="58" y="353"/>
                    <a:pt x="29" y="799"/>
                  </a:cubicBezTo>
                  <a:cubicBezTo>
                    <a:pt x="0" y="1251"/>
                    <a:pt x="337" y="1645"/>
                    <a:pt x="789" y="1693"/>
                  </a:cubicBezTo>
                  <a:lnTo>
                    <a:pt x="885" y="1693"/>
                  </a:lnTo>
                  <a:cubicBezTo>
                    <a:pt x="1345" y="1693"/>
                    <a:pt x="1729" y="1311"/>
                    <a:pt x="1731" y="842"/>
                  </a:cubicBezTo>
                  <a:lnTo>
                    <a:pt x="1731" y="842"/>
                  </a:lnTo>
                  <a:cubicBezTo>
                    <a:pt x="1731" y="844"/>
                    <a:pt x="1731" y="846"/>
                    <a:pt x="1731" y="847"/>
                  </a:cubicBezTo>
                  <a:lnTo>
                    <a:pt x="1731" y="838"/>
                  </a:lnTo>
                  <a:cubicBezTo>
                    <a:pt x="1731" y="839"/>
                    <a:pt x="1731" y="841"/>
                    <a:pt x="1731" y="842"/>
                  </a:cubicBezTo>
                  <a:lnTo>
                    <a:pt x="1731" y="842"/>
                  </a:lnTo>
                  <a:cubicBezTo>
                    <a:pt x="1729" y="374"/>
                    <a:pt x="1345" y="1"/>
                    <a:pt x="885" y="1"/>
                  </a:cubicBezTo>
                  <a:cubicBezTo>
                    <a:pt x="879" y="1"/>
                    <a:pt x="873" y="1"/>
                    <a:pt x="867" y="1"/>
                  </a:cubicBezTo>
                  <a:close/>
                </a:path>
              </a:pathLst>
            </a:custGeom>
            <a:solidFill>
              <a:srgbClr val="ABBCCA"/>
            </a:solidFill>
            <a:ln w="3125" cap="flat" cmpd="sng">
              <a:solidFill>
                <a:srgbClr val="ABBCCA"/>
              </a:solidFill>
              <a:prstDash val="solid"/>
              <a:miter lim="961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6" name="Google Shape;13036;p65"/>
            <p:cNvSpPr/>
            <p:nvPr/>
          </p:nvSpPr>
          <p:spPr>
            <a:xfrm>
              <a:off x="3621678" y="3165551"/>
              <a:ext cx="44504" cy="44504"/>
            </a:xfrm>
            <a:custGeom>
              <a:avLst/>
              <a:gdLst/>
              <a:ahLst/>
              <a:cxnLst/>
              <a:rect l="l" t="t" r="r" b="b"/>
              <a:pathLst>
                <a:path w="1703" h="1703" extrusionOk="0">
                  <a:moveTo>
                    <a:pt x="856" y="0"/>
                  </a:moveTo>
                  <a:cubicBezTo>
                    <a:pt x="385" y="0"/>
                    <a:pt x="0" y="375"/>
                    <a:pt x="0" y="846"/>
                  </a:cubicBezTo>
                  <a:cubicBezTo>
                    <a:pt x="0" y="1317"/>
                    <a:pt x="385" y="1702"/>
                    <a:pt x="856" y="1702"/>
                  </a:cubicBezTo>
                  <a:cubicBezTo>
                    <a:pt x="1318" y="1702"/>
                    <a:pt x="1702" y="1317"/>
                    <a:pt x="1702" y="846"/>
                  </a:cubicBezTo>
                  <a:cubicBezTo>
                    <a:pt x="1702" y="375"/>
                    <a:pt x="1318" y="0"/>
                    <a:pt x="85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7" name="Google Shape;13037;p65"/>
            <p:cNvSpPr/>
            <p:nvPr/>
          </p:nvSpPr>
          <p:spPr>
            <a:xfrm>
              <a:off x="3689021" y="3165551"/>
              <a:ext cx="44504" cy="44504"/>
            </a:xfrm>
            <a:custGeom>
              <a:avLst/>
              <a:gdLst/>
              <a:ahLst/>
              <a:cxnLst/>
              <a:rect l="l" t="t" r="r" b="b"/>
              <a:pathLst>
                <a:path w="1703" h="1703" extrusionOk="0">
                  <a:moveTo>
                    <a:pt x="856" y="0"/>
                  </a:moveTo>
                  <a:cubicBezTo>
                    <a:pt x="385" y="0"/>
                    <a:pt x="0" y="375"/>
                    <a:pt x="0" y="846"/>
                  </a:cubicBezTo>
                  <a:cubicBezTo>
                    <a:pt x="0" y="1317"/>
                    <a:pt x="385" y="1702"/>
                    <a:pt x="856" y="1702"/>
                  </a:cubicBezTo>
                  <a:cubicBezTo>
                    <a:pt x="1318" y="1702"/>
                    <a:pt x="1702" y="1317"/>
                    <a:pt x="1702" y="846"/>
                  </a:cubicBezTo>
                  <a:cubicBezTo>
                    <a:pt x="1702" y="375"/>
                    <a:pt x="1318" y="0"/>
                    <a:pt x="856"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8" name="Google Shape;13038;p65"/>
            <p:cNvSpPr/>
            <p:nvPr/>
          </p:nvSpPr>
          <p:spPr>
            <a:xfrm>
              <a:off x="3755607" y="3097424"/>
              <a:ext cx="45261" cy="44268"/>
            </a:xfrm>
            <a:custGeom>
              <a:avLst/>
              <a:gdLst/>
              <a:ahLst/>
              <a:cxnLst/>
              <a:rect l="l" t="t" r="r" b="b"/>
              <a:pathLst>
                <a:path w="1732" h="1694" extrusionOk="0">
                  <a:moveTo>
                    <a:pt x="858" y="1"/>
                  </a:moveTo>
                  <a:cubicBezTo>
                    <a:pt x="414" y="1"/>
                    <a:pt x="48" y="353"/>
                    <a:pt x="29" y="799"/>
                  </a:cubicBezTo>
                  <a:cubicBezTo>
                    <a:pt x="1" y="1251"/>
                    <a:pt x="337" y="1645"/>
                    <a:pt x="789" y="1693"/>
                  </a:cubicBezTo>
                  <a:lnTo>
                    <a:pt x="876" y="1693"/>
                  </a:lnTo>
                  <a:cubicBezTo>
                    <a:pt x="1345" y="1693"/>
                    <a:pt x="1729" y="1311"/>
                    <a:pt x="1731" y="842"/>
                  </a:cubicBezTo>
                  <a:lnTo>
                    <a:pt x="1731" y="842"/>
                  </a:lnTo>
                  <a:cubicBezTo>
                    <a:pt x="1731" y="844"/>
                    <a:pt x="1731" y="846"/>
                    <a:pt x="1731" y="847"/>
                  </a:cubicBezTo>
                  <a:lnTo>
                    <a:pt x="1731" y="838"/>
                  </a:lnTo>
                  <a:cubicBezTo>
                    <a:pt x="1731" y="839"/>
                    <a:pt x="1731" y="841"/>
                    <a:pt x="1731" y="842"/>
                  </a:cubicBezTo>
                  <a:lnTo>
                    <a:pt x="1731" y="842"/>
                  </a:lnTo>
                  <a:cubicBezTo>
                    <a:pt x="1729" y="374"/>
                    <a:pt x="1345" y="1"/>
                    <a:pt x="876" y="1"/>
                  </a:cubicBezTo>
                  <a:cubicBezTo>
                    <a:pt x="870" y="1"/>
                    <a:pt x="864" y="1"/>
                    <a:pt x="858" y="1"/>
                  </a:cubicBezTo>
                  <a:close/>
                </a:path>
              </a:pathLst>
            </a:custGeom>
            <a:solidFill>
              <a:srgbClr val="738A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9" name="Google Shape;13039;p65"/>
            <p:cNvSpPr/>
            <p:nvPr/>
          </p:nvSpPr>
          <p:spPr>
            <a:xfrm>
              <a:off x="3756365" y="3165551"/>
              <a:ext cx="44504" cy="44504"/>
            </a:xfrm>
            <a:custGeom>
              <a:avLst/>
              <a:gdLst/>
              <a:ahLst/>
              <a:cxnLst/>
              <a:rect l="l" t="t" r="r" b="b"/>
              <a:pathLst>
                <a:path w="1703" h="1703" extrusionOk="0">
                  <a:moveTo>
                    <a:pt x="847" y="0"/>
                  </a:moveTo>
                  <a:cubicBezTo>
                    <a:pt x="385" y="0"/>
                    <a:pt x="0" y="375"/>
                    <a:pt x="0" y="846"/>
                  </a:cubicBezTo>
                  <a:cubicBezTo>
                    <a:pt x="0" y="1317"/>
                    <a:pt x="385" y="1702"/>
                    <a:pt x="847" y="1702"/>
                  </a:cubicBezTo>
                  <a:cubicBezTo>
                    <a:pt x="1318" y="1702"/>
                    <a:pt x="1702" y="1317"/>
                    <a:pt x="1702" y="846"/>
                  </a:cubicBezTo>
                  <a:cubicBezTo>
                    <a:pt x="1702" y="375"/>
                    <a:pt x="1318" y="0"/>
                    <a:pt x="847" y="0"/>
                  </a:cubicBezTo>
                  <a:close/>
                </a:path>
              </a:pathLst>
            </a:custGeom>
            <a:solidFill>
              <a:srgbClr val="29435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0" name="Google Shape;13040;p65"/>
            <p:cNvSpPr/>
            <p:nvPr/>
          </p:nvSpPr>
          <p:spPr>
            <a:xfrm>
              <a:off x="3822950" y="3097424"/>
              <a:ext cx="45261" cy="44268"/>
            </a:xfrm>
            <a:custGeom>
              <a:avLst/>
              <a:gdLst/>
              <a:ahLst/>
              <a:cxnLst/>
              <a:rect l="l" t="t" r="r" b="b"/>
              <a:pathLst>
                <a:path w="1732" h="1694" extrusionOk="0">
                  <a:moveTo>
                    <a:pt x="858" y="1"/>
                  </a:moveTo>
                  <a:cubicBezTo>
                    <a:pt x="414" y="1"/>
                    <a:pt x="48" y="353"/>
                    <a:pt x="29" y="799"/>
                  </a:cubicBezTo>
                  <a:cubicBezTo>
                    <a:pt x="1" y="1251"/>
                    <a:pt x="337" y="1645"/>
                    <a:pt x="789" y="1693"/>
                  </a:cubicBezTo>
                  <a:lnTo>
                    <a:pt x="876" y="1693"/>
                  </a:lnTo>
                  <a:cubicBezTo>
                    <a:pt x="1345" y="1693"/>
                    <a:pt x="1729" y="1311"/>
                    <a:pt x="1731" y="842"/>
                  </a:cubicBezTo>
                  <a:lnTo>
                    <a:pt x="1731" y="842"/>
                  </a:lnTo>
                  <a:cubicBezTo>
                    <a:pt x="1731" y="844"/>
                    <a:pt x="1732" y="846"/>
                    <a:pt x="1732" y="847"/>
                  </a:cubicBezTo>
                  <a:lnTo>
                    <a:pt x="1732" y="838"/>
                  </a:lnTo>
                  <a:cubicBezTo>
                    <a:pt x="1732" y="839"/>
                    <a:pt x="1731" y="841"/>
                    <a:pt x="1731" y="842"/>
                  </a:cubicBezTo>
                  <a:lnTo>
                    <a:pt x="1731" y="842"/>
                  </a:lnTo>
                  <a:cubicBezTo>
                    <a:pt x="1729" y="374"/>
                    <a:pt x="1345" y="1"/>
                    <a:pt x="876" y="1"/>
                  </a:cubicBezTo>
                  <a:cubicBezTo>
                    <a:pt x="870" y="1"/>
                    <a:pt x="864" y="1"/>
                    <a:pt x="858" y="1"/>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1" name="Google Shape;13041;p65"/>
            <p:cNvSpPr/>
            <p:nvPr/>
          </p:nvSpPr>
          <p:spPr>
            <a:xfrm>
              <a:off x="3823708" y="3165551"/>
              <a:ext cx="44504" cy="44504"/>
            </a:xfrm>
            <a:custGeom>
              <a:avLst/>
              <a:gdLst/>
              <a:ahLst/>
              <a:cxnLst/>
              <a:rect l="l" t="t" r="r" b="b"/>
              <a:pathLst>
                <a:path w="1703" h="1703" extrusionOk="0">
                  <a:moveTo>
                    <a:pt x="847" y="0"/>
                  </a:moveTo>
                  <a:cubicBezTo>
                    <a:pt x="375" y="0"/>
                    <a:pt x="0" y="375"/>
                    <a:pt x="0" y="846"/>
                  </a:cubicBezTo>
                  <a:cubicBezTo>
                    <a:pt x="0" y="1317"/>
                    <a:pt x="375" y="1702"/>
                    <a:pt x="847" y="1702"/>
                  </a:cubicBezTo>
                  <a:cubicBezTo>
                    <a:pt x="1318" y="1702"/>
                    <a:pt x="1703" y="1317"/>
                    <a:pt x="1703" y="846"/>
                  </a:cubicBezTo>
                  <a:cubicBezTo>
                    <a:pt x="1703" y="375"/>
                    <a:pt x="1318" y="0"/>
                    <a:pt x="847" y="0"/>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2" name="Google Shape;13042;p65"/>
            <p:cNvSpPr/>
            <p:nvPr/>
          </p:nvSpPr>
          <p:spPr>
            <a:xfrm>
              <a:off x="3562514" y="3105185"/>
              <a:ext cx="40897" cy="36507"/>
            </a:xfrm>
            <a:custGeom>
              <a:avLst/>
              <a:gdLst/>
              <a:ahLst/>
              <a:cxnLst/>
              <a:rect l="l" t="t" r="r" b="b"/>
              <a:pathLst>
                <a:path w="1565" h="1397" extrusionOk="0">
                  <a:moveTo>
                    <a:pt x="1134" y="0"/>
                  </a:moveTo>
                  <a:cubicBezTo>
                    <a:pt x="1123" y="0"/>
                    <a:pt x="1112" y="1"/>
                    <a:pt x="1101" y="2"/>
                  </a:cubicBezTo>
                  <a:cubicBezTo>
                    <a:pt x="1093" y="2"/>
                    <a:pt x="1085" y="2"/>
                    <a:pt x="1077" y="2"/>
                  </a:cubicBezTo>
                  <a:cubicBezTo>
                    <a:pt x="343" y="2"/>
                    <a:pt x="0" y="902"/>
                    <a:pt x="543" y="1396"/>
                  </a:cubicBezTo>
                  <a:cubicBezTo>
                    <a:pt x="1014" y="1396"/>
                    <a:pt x="1389" y="1012"/>
                    <a:pt x="1389" y="541"/>
                  </a:cubicBezTo>
                  <a:cubicBezTo>
                    <a:pt x="1565" y="328"/>
                    <a:pt x="1403" y="0"/>
                    <a:pt x="1134" y="0"/>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3" name="Google Shape;13043;p65"/>
            <p:cNvSpPr/>
            <p:nvPr/>
          </p:nvSpPr>
          <p:spPr>
            <a:xfrm>
              <a:off x="3562436" y="3173313"/>
              <a:ext cx="41289" cy="36742"/>
            </a:xfrm>
            <a:custGeom>
              <a:avLst/>
              <a:gdLst/>
              <a:ahLst/>
              <a:cxnLst/>
              <a:rect l="l" t="t" r="r" b="b"/>
              <a:pathLst>
                <a:path w="1580" h="1406" extrusionOk="0">
                  <a:moveTo>
                    <a:pt x="1128" y="0"/>
                  </a:moveTo>
                  <a:cubicBezTo>
                    <a:pt x="1120" y="0"/>
                    <a:pt x="1112" y="1"/>
                    <a:pt x="1104" y="1"/>
                  </a:cubicBezTo>
                  <a:cubicBezTo>
                    <a:pt x="1100" y="1"/>
                    <a:pt x="1096" y="1"/>
                    <a:pt x="1092" y="1"/>
                  </a:cubicBezTo>
                  <a:cubicBezTo>
                    <a:pt x="359" y="1"/>
                    <a:pt x="1" y="908"/>
                    <a:pt x="546" y="1405"/>
                  </a:cubicBezTo>
                  <a:cubicBezTo>
                    <a:pt x="1017" y="1405"/>
                    <a:pt x="1392" y="1020"/>
                    <a:pt x="1392" y="549"/>
                  </a:cubicBezTo>
                  <a:cubicBezTo>
                    <a:pt x="1579" y="325"/>
                    <a:pt x="1412" y="0"/>
                    <a:pt x="1128"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4" name="Google Shape;13044;p65"/>
            <p:cNvSpPr/>
            <p:nvPr/>
          </p:nvSpPr>
          <p:spPr>
            <a:xfrm>
              <a:off x="3629622" y="3105185"/>
              <a:ext cx="41133" cy="36507"/>
            </a:xfrm>
            <a:custGeom>
              <a:avLst/>
              <a:gdLst/>
              <a:ahLst/>
              <a:cxnLst/>
              <a:rect l="l" t="t" r="r" b="b"/>
              <a:pathLst>
                <a:path w="1574" h="1397" extrusionOk="0">
                  <a:moveTo>
                    <a:pt x="1135" y="0"/>
                  </a:moveTo>
                  <a:cubicBezTo>
                    <a:pt x="1123" y="0"/>
                    <a:pt x="1112" y="1"/>
                    <a:pt x="1100" y="2"/>
                  </a:cubicBezTo>
                  <a:cubicBezTo>
                    <a:pt x="1092" y="2"/>
                    <a:pt x="1085" y="2"/>
                    <a:pt x="1077" y="2"/>
                  </a:cubicBezTo>
                  <a:cubicBezTo>
                    <a:pt x="352" y="2"/>
                    <a:pt x="0" y="902"/>
                    <a:pt x="552" y="1396"/>
                  </a:cubicBezTo>
                  <a:cubicBezTo>
                    <a:pt x="1014" y="1396"/>
                    <a:pt x="1398" y="1012"/>
                    <a:pt x="1398" y="541"/>
                  </a:cubicBezTo>
                  <a:cubicBezTo>
                    <a:pt x="1574" y="328"/>
                    <a:pt x="1412" y="0"/>
                    <a:pt x="1135" y="0"/>
                  </a:cubicBezTo>
                  <a:close/>
                </a:path>
              </a:pathLst>
            </a:custGeom>
            <a:solidFill>
              <a:srgbClr val="BAC8D3"/>
            </a:solidFill>
            <a:ln w="3125" cap="flat" cmpd="sng">
              <a:solidFill>
                <a:srgbClr val="ABBCCA"/>
              </a:solidFill>
              <a:prstDash val="solid"/>
              <a:miter lim="9616"/>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5" name="Google Shape;13045;p65"/>
            <p:cNvSpPr/>
            <p:nvPr/>
          </p:nvSpPr>
          <p:spPr>
            <a:xfrm>
              <a:off x="3629779" y="3173313"/>
              <a:ext cx="41289" cy="36742"/>
            </a:xfrm>
            <a:custGeom>
              <a:avLst/>
              <a:gdLst/>
              <a:ahLst/>
              <a:cxnLst/>
              <a:rect l="l" t="t" r="r" b="b"/>
              <a:pathLst>
                <a:path w="1580" h="1406" extrusionOk="0">
                  <a:moveTo>
                    <a:pt x="1128" y="0"/>
                  </a:moveTo>
                  <a:cubicBezTo>
                    <a:pt x="1120" y="0"/>
                    <a:pt x="1112" y="1"/>
                    <a:pt x="1104" y="1"/>
                  </a:cubicBezTo>
                  <a:cubicBezTo>
                    <a:pt x="1100" y="1"/>
                    <a:pt x="1096" y="1"/>
                    <a:pt x="1092" y="1"/>
                  </a:cubicBezTo>
                  <a:cubicBezTo>
                    <a:pt x="360" y="1"/>
                    <a:pt x="1" y="908"/>
                    <a:pt x="546" y="1405"/>
                  </a:cubicBezTo>
                  <a:cubicBezTo>
                    <a:pt x="1008" y="1405"/>
                    <a:pt x="1392" y="1020"/>
                    <a:pt x="1392" y="549"/>
                  </a:cubicBezTo>
                  <a:cubicBezTo>
                    <a:pt x="1579" y="325"/>
                    <a:pt x="1412" y="0"/>
                    <a:pt x="1128"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6" name="Google Shape;13046;p65"/>
            <p:cNvSpPr/>
            <p:nvPr/>
          </p:nvSpPr>
          <p:spPr>
            <a:xfrm>
              <a:off x="3696887" y="3173313"/>
              <a:ext cx="41263" cy="36742"/>
            </a:xfrm>
            <a:custGeom>
              <a:avLst/>
              <a:gdLst/>
              <a:ahLst/>
              <a:cxnLst/>
              <a:rect l="l" t="t" r="r" b="b"/>
              <a:pathLst>
                <a:path w="1579" h="1406" extrusionOk="0">
                  <a:moveTo>
                    <a:pt x="1137" y="0"/>
                  </a:moveTo>
                  <a:cubicBezTo>
                    <a:pt x="1129" y="0"/>
                    <a:pt x="1121" y="1"/>
                    <a:pt x="1113" y="1"/>
                  </a:cubicBezTo>
                  <a:cubicBezTo>
                    <a:pt x="1109" y="1"/>
                    <a:pt x="1105" y="1"/>
                    <a:pt x="1101" y="1"/>
                  </a:cubicBezTo>
                  <a:cubicBezTo>
                    <a:pt x="359" y="1"/>
                    <a:pt x="0" y="908"/>
                    <a:pt x="555" y="1405"/>
                  </a:cubicBezTo>
                  <a:cubicBezTo>
                    <a:pt x="1017" y="1405"/>
                    <a:pt x="1401" y="1020"/>
                    <a:pt x="1401" y="549"/>
                  </a:cubicBezTo>
                  <a:cubicBezTo>
                    <a:pt x="1579" y="325"/>
                    <a:pt x="1420" y="0"/>
                    <a:pt x="1137" y="0"/>
                  </a:cubicBezTo>
                  <a:close/>
                </a:path>
              </a:pathLst>
            </a:custGeom>
            <a:solidFill>
              <a:srgbClr val="7F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7" name="Google Shape;13047;p65"/>
            <p:cNvSpPr/>
            <p:nvPr/>
          </p:nvSpPr>
          <p:spPr>
            <a:xfrm>
              <a:off x="3764309" y="3105185"/>
              <a:ext cx="41133" cy="36507"/>
            </a:xfrm>
            <a:custGeom>
              <a:avLst/>
              <a:gdLst/>
              <a:ahLst/>
              <a:cxnLst/>
              <a:rect l="l" t="t" r="r" b="b"/>
              <a:pathLst>
                <a:path w="1574" h="1397" extrusionOk="0">
                  <a:moveTo>
                    <a:pt x="1135" y="0"/>
                  </a:moveTo>
                  <a:cubicBezTo>
                    <a:pt x="1124" y="0"/>
                    <a:pt x="1112" y="1"/>
                    <a:pt x="1100" y="2"/>
                  </a:cubicBezTo>
                  <a:cubicBezTo>
                    <a:pt x="1093" y="2"/>
                    <a:pt x="1085" y="2"/>
                    <a:pt x="1077" y="2"/>
                  </a:cubicBezTo>
                  <a:cubicBezTo>
                    <a:pt x="352" y="2"/>
                    <a:pt x="0" y="902"/>
                    <a:pt x="543" y="1396"/>
                  </a:cubicBezTo>
                  <a:cubicBezTo>
                    <a:pt x="1014" y="1396"/>
                    <a:pt x="1398" y="1012"/>
                    <a:pt x="1398" y="541"/>
                  </a:cubicBezTo>
                  <a:lnTo>
                    <a:pt x="1389" y="541"/>
                  </a:lnTo>
                  <a:cubicBezTo>
                    <a:pt x="1574" y="328"/>
                    <a:pt x="1412" y="0"/>
                    <a:pt x="1135" y="0"/>
                  </a:cubicBezTo>
                  <a:close/>
                </a:path>
              </a:pathLst>
            </a:custGeom>
            <a:solidFill>
              <a:srgbClr val="B0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8" name="Google Shape;13048;p65"/>
            <p:cNvSpPr/>
            <p:nvPr/>
          </p:nvSpPr>
          <p:spPr>
            <a:xfrm>
              <a:off x="3764231" y="3173313"/>
              <a:ext cx="41289" cy="36742"/>
            </a:xfrm>
            <a:custGeom>
              <a:avLst/>
              <a:gdLst/>
              <a:ahLst/>
              <a:cxnLst/>
              <a:rect l="l" t="t" r="r" b="b"/>
              <a:pathLst>
                <a:path w="1580" h="1406" extrusionOk="0">
                  <a:moveTo>
                    <a:pt x="1136" y="0"/>
                  </a:moveTo>
                  <a:cubicBezTo>
                    <a:pt x="1129" y="0"/>
                    <a:pt x="1121" y="1"/>
                    <a:pt x="1113" y="1"/>
                  </a:cubicBezTo>
                  <a:cubicBezTo>
                    <a:pt x="1109" y="1"/>
                    <a:pt x="1105" y="1"/>
                    <a:pt x="1101" y="1"/>
                  </a:cubicBezTo>
                  <a:cubicBezTo>
                    <a:pt x="359" y="1"/>
                    <a:pt x="0" y="908"/>
                    <a:pt x="546" y="1405"/>
                  </a:cubicBezTo>
                  <a:cubicBezTo>
                    <a:pt x="1017" y="1405"/>
                    <a:pt x="1401" y="1020"/>
                    <a:pt x="1401" y="549"/>
                  </a:cubicBezTo>
                  <a:cubicBezTo>
                    <a:pt x="1579" y="325"/>
                    <a:pt x="1411" y="0"/>
                    <a:pt x="1136" y="0"/>
                  </a:cubicBezTo>
                  <a:close/>
                </a:path>
              </a:pathLst>
            </a:custGeom>
            <a:solidFill>
              <a:srgbClr val="61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9" name="Google Shape;13049;p65"/>
            <p:cNvSpPr/>
            <p:nvPr/>
          </p:nvSpPr>
          <p:spPr>
            <a:xfrm>
              <a:off x="3831653" y="3105185"/>
              <a:ext cx="41133" cy="36507"/>
            </a:xfrm>
            <a:custGeom>
              <a:avLst/>
              <a:gdLst/>
              <a:ahLst/>
              <a:cxnLst/>
              <a:rect l="l" t="t" r="r" b="b"/>
              <a:pathLst>
                <a:path w="1574" h="1397" extrusionOk="0">
                  <a:moveTo>
                    <a:pt x="1135" y="0"/>
                  </a:moveTo>
                  <a:cubicBezTo>
                    <a:pt x="1124" y="0"/>
                    <a:pt x="1112" y="1"/>
                    <a:pt x="1100" y="2"/>
                  </a:cubicBezTo>
                  <a:cubicBezTo>
                    <a:pt x="1093" y="2"/>
                    <a:pt x="1085" y="2"/>
                    <a:pt x="1077" y="2"/>
                  </a:cubicBezTo>
                  <a:cubicBezTo>
                    <a:pt x="352" y="2"/>
                    <a:pt x="0" y="902"/>
                    <a:pt x="543" y="1396"/>
                  </a:cubicBezTo>
                  <a:cubicBezTo>
                    <a:pt x="1014" y="1396"/>
                    <a:pt x="1399" y="1012"/>
                    <a:pt x="1399" y="541"/>
                  </a:cubicBezTo>
                  <a:lnTo>
                    <a:pt x="1389" y="541"/>
                  </a:lnTo>
                  <a:cubicBezTo>
                    <a:pt x="1574" y="328"/>
                    <a:pt x="1412" y="0"/>
                    <a:pt x="1135"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0" name="Google Shape;13050;p65"/>
            <p:cNvSpPr/>
            <p:nvPr/>
          </p:nvSpPr>
          <p:spPr>
            <a:xfrm>
              <a:off x="3831574" y="3173313"/>
              <a:ext cx="41289" cy="36742"/>
            </a:xfrm>
            <a:custGeom>
              <a:avLst/>
              <a:gdLst/>
              <a:ahLst/>
              <a:cxnLst/>
              <a:rect l="l" t="t" r="r" b="b"/>
              <a:pathLst>
                <a:path w="1580" h="1406" extrusionOk="0">
                  <a:moveTo>
                    <a:pt x="1137" y="0"/>
                  </a:moveTo>
                  <a:cubicBezTo>
                    <a:pt x="1129" y="0"/>
                    <a:pt x="1121" y="1"/>
                    <a:pt x="1113" y="1"/>
                  </a:cubicBezTo>
                  <a:cubicBezTo>
                    <a:pt x="1109" y="1"/>
                    <a:pt x="1105" y="1"/>
                    <a:pt x="1101" y="1"/>
                  </a:cubicBezTo>
                  <a:cubicBezTo>
                    <a:pt x="359" y="1"/>
                    <a:pt x="0" y="908"/>
                    <a:pt x="546" y="1405"/>
                  </a:cubicBezTo>
                  <a:cubicBezTo>
                    <a:pt x="1017" y="1405"/>
                    <a:pt x="1402" y="1020"/>
                    <a:pt x="1402" y="549"/>
                  </a:cubicBezTo>
                  <a:cubicBezTo>
                    <a:pt x="1579" y="325"/>
                    <a:pt x="1411" y="0"/>
                    <a:pt x="1137" y="0"/>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1" name="Google Shape;13051;p65"/>
            <p:cNvSpPr/>
            <p:nvPr/>
          </p:nvSpPr>
          <p:spPr>
            <a:xfrm>
              <a:off x="3550310" y="2939375"/>
              <a:ext cx="101786" cy="65854"/>
            </a:xfrm>
            <a:custGeom>
              <a:avLst/>
              <a:gdLst/>
              <a:ahLst/>
              <a:cxnLst/>
              <a:rect l="l" t="t" r="r" b="b"/>
              <a:pathLst>
                <a:path w="3895" h="2520" extrusionOk="0">
                  <a:moveTo>
                    <a:pt x="1847" y="1"/>
                  </a:moveTo>
                  <a:cubicBezTo>
                    <a:pt x="1606" y="1"/>
                    <a:pt x="1423" y="193"/>
                    <a:pt x="1423" y="424"/>
                  </a:cubicBezTo>
                  <a:lnTo>
                    <a:pt x="1423" y="453"/>
                  </a:lnTo>
                  <a:lnTo>
                    <a:pt x="1423" y="481"/>
                  </a:lnTo>
                  <a:cubicBezTo>
                    <a:pt x="1433" y="674"/>
                    <a:pt x="1270" y="837"/>
                    <a:pt x="1068" y="837"/>
                  </a:cubicBezTo>
                  <a:cubicBezTo>
                    <a:pt x="837" y="837"/>
                    <a:pt x="644" y="1030"/>
                    <a:pt x="644" y="1260"/>
                  </a:cubicBezTo>
                  <a:cubicBezTo>
                    <a:pt x="644" y="1280"/>
                    <a:pt x="654" y="1308"/>
                    <a:pt x="654" y="1337"/>
                  </a:cubicBezTo>
                  <a:cubicBezTo>
                    <a:pt x="683" y="1481"/>
                    <a:pt x="568" y="1616"/>
                    <a:pt x="423" y="1616"/>
                  </a:cubicBezTo>
                  <a:cubicBezTo>
                    <a:pt x="193" y="1616"/>
                    <a:pt x="0" y="1808"/>
                    <a:pt x="0" y="2039"/>
                  </a:cubicBezTo>
                  <a:lnTo>
                    <a:pt x="0" y="2097"/>
                  </a:lnTo>
                  <a:cubicBezTo>
                    <a:pt x="0" y="2337"/>
                    <a:pt x="193" y="2520"/>
                    <a:pt x="423" y="2520"/>
                  </a:cubicBezTo>
                  <a:lnTo>
                    <a:pt x="1923" y="2520"/>
                  </a:lnTo>
                  <a:cubicBezTo>
                    <a:pt x="2154" y="2520"/>
                    <a:pt x="2337" y="2337"/>
                    <a:pt x="2337" y="2097"/>
                  </a:cubicBezTo>
                  <a:lnTo>
                    <a:pt x="2337" y="2030"/>
                  </a:lnTo>
                  <a:cubicBezTo>
                    <a:pt x="2337" y="1837"/>
                    <a:pt x="2491" y="1683"/>
                    <a:pt x="2683" y="1683"/>
                  </a:cubicBezTo>
                  <a:lnTo>
                    <a:pt x="3462" y="1683"/>
                  </a:lnTo>
                  <a:cubicBezTo>
                    <a:pt x="3702" y="1683"/>
                    <a:pt x="3885" y="1491"/>
                    <a:pt x="3885" y="1260"/>
                  </a:cubicBezTo>
                  <a:lnTo>
                    <a:pt x="3895" y="1260"/>
                  </a:lnTo>
                  <a:cubicBezTo>
                    <a:pt x="3895" y="1030"/>
                    <a:pt x="3702" y="847"/>
                    <a:pt x="3472" y="847"/>
                  </a:cubicBezTo>
                  <a:cubicBezTo>
                    <a:pt x="3318" y="847"/>
                    <a:pt x="3202" y="703"/>
                    <a:pt x="3231" y="549"/>
                  </a:cubicBezTo>
                  <a:cubicBezTo>
                    <a:pt x="3241" y="520"/>
                    <a:pt x="3241" y="481"/>
                    <a:pt x="3241" y="453"/>
                  </a:cubicBezTo>
                  <a:lnTo>
                    <a:pt x="3241" y="424"/>
                  </a:lnTo>
                  <a:cubicBezTo>
                    <a:pt x="3241" y="193"/>
                    <a:pt x="3058" y="1"/>
                    <a:pt x="2827" y="1"/>
                  </a:cubicBezTo>
                  <a:close/>
                </a:path>
              </a:pathLst>
            </a:custGeom>
            <a:solidFill>
              <a:srgbClr val="6177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2" name="Google Shape;13052;p65"/>
            <p:cNvSpPr/>
            <p:nvPr/>
          </p:nvSpPr>
          <p:spPr>
            <a:xfrm>
              <a:off x="3568655" y="2939375"/>
              <a:ext cx="83441" cy="65854"/>
            </a:xfrm>
            <a:custGeom>
              <a:avLst/>
              <a:gdLst/>
              <a:ahLst/>
              <a:cxnLst/>
              <a:rect l="l" t="t" r="r" b="b"/>
              <a:pathLst>
                <a:path w="3193" h="2520" extrusionOk="0">
                  <a:moveTo>
                    <a:pt x="1837" y="1"/>
                  </a:moveTo>
                  <a:cubicBezTo>
                    <a:pt x="1606" y="1"/>
                    <a:pt x="1423" y="193"/>
                    <a:pt x="1423" y="424"/>
                  </a:cubicBezTo>
                  <a:lnTo>
                    <a:pt x="1423" y="453"/>
                  </a:lnTo>
                  <a:lnTo>
                    <a:pt x="1423" y="481"/>
                  </a:lnTo>
                  <a:cubicBezTo>
                    <a:pt x="1423" y="674"/>
                    <a:pt x="1270" y="837"/>
                    <a:pt x="1068" y="837"/>
                  </a:cubicBezTo>
                  <a:cubicBezTo>
                    <a:pt x="808" y="837"/>
                    <a:pt x="606" y="1078"/>
                    <a:pt x="654" y="1337"/>
                  </a:cubicBezTo>
                  <a:cubicBezTo>
                    <a:pt x="683" y="1481"/>
                    <a:pt x="568" y="1616"/>
                    <a:pt x="423" y="1616"/>
                  </a:cubicBezTo>
                  <a:cubicBezTo>
                    <a:pt x="193" y="1616"/>
                    <a:pt x="0" y="1808"/>
                    <a:pt x="0" y="2039"/>
                  </a:cubicBezTo>
                  <a:lnTo>
                    <a:pt x="0" y="2097"/>
                  </a:lnTo>
                  <a:cubicBezTo>
                    <a:pt x="0" y="2337"/>
                    <a:pt x="193" y="2520"/>
                    <a:pt x="423" y="2520"/>
                  </a:cubicBezTo>
                  <a:lnTo>
                    <a:pt x="1221" y="2520"/>
                  </a:lnTo>
                  <a:cubicBezTo>
                    <a:pt x="1452" y="2520"/>
                    <a:pt x="1635" y="2337"/>
                    <a:pt x="1635" y="2097"/>
                  </a:cubicBezTo>
                  <a:lnTo>
                    <a:pt x="1635" y="2030"/>
                  </a:lnTo>
                  <a:cubicBezTo>
                    <a:pt x="1635" y="1837"/>
                    <a:pt x="1789" y="1683"/>
                    <a:pt x="1981" y="1683"/>
                  </a:cubicBezTo>
                  <a:lnTo>
                    <a:pt x="2760" y="1683"/>
                  </a:lnTo>
                  <a:cubicBezTo>
                    <a:pt x="3000" y="1683"/>
                    <a:pt x="3183" y="1491"/>
                    <a:pt x="3183" y="1260"/>
                  </a:cubicBezTo>
                  <a:lnTo>
                    <a:pt x="3193" y="1260"/>
                  </a:lnTo>
                  <a:cubicBezTo>
                    <a:pt x="3193" y="1030"/>
                    <a:pt x="3000" y="847"/>
                    <a:pt x="2770" y="847"/>
                  </a:cubicBezTo>
                  <a:cubicBezTo>
                    <a:pt x="2616" y="847"/>
                    <a:pt x="2500" y="703"/>
                    <a:pt x="2529" y="549"/>
                  </a:cubicBezTo>
                  <a:cubicBezTo>
                    <a:pt x="2539" y="520"/>
                    <a:pt x="2539" y="481"/>
                    <a:pt x="2539" y="453"/>
                  </a:cubicBezTo>
                  <a:lnTo>
                    <a:pt x="2539" y="424"/>
                  </a:lnTo>
                  <a:cubicBezTo>
                    <a:pt x="2539" y="193"/>
                    <a:pt x="2356" y="1"/>
                    <a:pt x="2125"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3" name="Google Shape;13053;p65"/>
            <p:cNvSpPr/>
            <p:nvPr/>
          </p:nvSpPr>
          <p:spPr>
            <a:xfrm>
              <a:off x="3633725" y="2986100"/>
              <a:ext cx="90993" cy="65880"/>
            </a:xfrm>
            <a:custGeom>
              <a:avLst/>
              <a:gdLst/>
              <a:ahLst/>
              <a:cxnLst/>
              <a:rect l="l" t="t" r="r" b="b"/>
              <a:pathLst>
                <a:path w="3482" h="2521" extrusionOk="0">
                  <a:moveTo>
                    <a:pt x="3066" y="1"/>
                  </a:moveTo>
                  <a:cubicBezTo>
                    <a:pt x="3061" y="1"/>
                    <a:pt x="3055" y="1"/>
                    <a:pt x="3049" y="1"/>
                  </a:cubicBezTo>
                  <a:lnTo>
                    <a:pt x="2107" y="1"/>
                  </a:lnTo>
                  <a:cubicBezTo>
                    <a:pt x="1876" y="1"/>
                    <a:pt x="1684" y="184"/>
                    <a:pt x="1684" y="415"/>
                  </a:cubicBezTo>
                  <a:lnTo>
                    <a:pt x="1684" y="482"/>
                  </a:lnTo>
                  <a:cubicBezTo>
                    <a:pt x="1693" y="674"/>
                    <a:pt x="1539" y="838"/>
                    <a:pt x="1347" y="838"/>
                  </a:cubicBezTo>
                  <a:lnTo>
                    <a:pt x="558" y="838"/>
                  </a:lnTo>
                  <a:cubicBezTo>
                    <a:pt x="1" y="838"/>
                    <a:pt x="1" y="1684"/>
                    <a:pt x="558" y="1684"/>
                  </a:cubicBezTo>
                  <a:cubicBezTo>
                    <a:pt x="563" y="1684"/>
                    <a:pt x="568" y="1684"/>
                    <a:pt x="573" y="1684"/>
                  </a:cubicBezTo>
                  <a:cubicBezTo>
                    <a:pt x="720" y="1684"/>
                    <a:pt x="827" y="1823"/>
                    <a:pt x="799" y="1972"/>
                  </a:cubicBezTo>
                  <a:cubicBezTo>
                    <a:pt x="789" y="2001"/>
                    <a:pt x="789" y="2040"/>
                    <a:pt x="789" y="2069"/>
                  </a:cubicBezTo>
                  <a:lnTo>
                    <a:pt x="789" y="2097"/>
                  </a:lnTo>
                  <a:cubicBezTo>
                    <a:pt x="789" y="2338"/>
                    <a:pt x="972" y="2521"/>
                    <a:pt x="1212" y="2521"/>
                  </a:cubicBezTo>
                  <a:lnTo>
                    <a:pt x="1645" y="2521"/>
                  </a:lnTo>
                  <a:cubicBezTo>
                    <a:pt x="1876" y="2521"/>
                    <a:pt x="2068" y="2338"/>
                    <a:pt x="2068" y="2097"/>
                  </a:cubicBezTo>
                  <a:lnTo>
                    <a:pt x="2068" y="2069"/>
                  </a:lnTo>
                  <a:lnTo>
                    <a:pt x="2068" y="2049"/>
                  </a:lnTo>
                  <a:cubicBezTo>
                    <a:pt x="2059" y="1847"/>
                    <a:pt x="2222" y="1684"/>
                    <a:pt x="2424" y="1684"/>
                  </a:cubicBezTo>
                  <a:cubicBezTo>
                    <a:pt x="2684" y="1684"/>
                    <a:pt x="2876" y="1444"/>
                    <a:pt x="2837" y="1194"/>
                  </a:cubicBezTo>
                  <a:cubicBezTo>
                    <a:pt x="2809" y="1049"/>
                    <a:pt x="2914" y="905"/>
                    <a:pt x="3068" y="905"/>
                  </a:cubicBezTo>
                  <a:cubicBezTo>
                    <a:pt x="3299" y="905"/>
                    <a:pt x="3482" y="722"/>
                    <a:pt x="3482" y="482"/>
                  </a:cubicBezTo>
                  <a:lnTo>
                    <a:pt x="3482" y="424"/>
                  </a:lnTo>
                  <a:cubicBezTo>
                    <a:pt x="3482" y="190"/>
                    <a:pt x="3299" y="1"/>
                    <a:pt x="306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4" name="Google Shape;13054;p65"/>
            <p:cNvSpPr/>
            <p:nvPr/>
          </p:nvSpPr>
          <p:spPr>
            <a:xfrm>
              <a:off x="3657610" y="2986100"/>
              <a:ext cx="67108" cy="63868"/>
            </a:xfrm>
            <a:custGeom>
              <a:avLst/>
              <a:gdLst/>
              <a:ahLst/>
              <a:cxnLst/>
              <a:rect l="l" t="t" r="r" b="b"/>
              <a:pathLst>
                <a:path w="2568" h="2444" extrusionOk="0">
                  <a:moveTo>
                    <a:pt x="2161" y="1"/>
                  </a:moveTo>
                  <a:cubicBezTo>
                    <a:pt x="2156" y="1"/>
                    <a:pt x="2150" y="1"/>
                    <a:pt x="2145" y="1"/>
                  </a:cubicBezTo>
                  <a:lnTo>
                    <a:pt x="2106" y="1"/>
                  </a:lnTo>
                  <a:cubicBezTo>
                    <a:pt x="1875" y="1"/>
                    <a:pt x="1693" y="184"/>
                    <a:pt x="1693" y="415"/>
                  </a:cubicBezTo>
                  <a:lnTo>
                    <a:pt x="1693" y="482"/>
                  </a:lnTo>
                  <a:cubicBezTo>
                    <a:pt x="1693" y="674"/>
                    <a:pt x="1539" y="838"/>
                    <a:pt x="1347" y="838"/>
                  </a:cubicBezTo>
                  <a:lnTo>
                    <a:pt x="568" y="838"/>
                  </a:lnTo>
                  <a:cubicBezTo>
                    <a:pt x="0" y="838"/>
                    <a:pt x="0" y="1684"/>
                    <a:pt x="568" y="1684"/>
                  </a:cubicBezTo>
                  <a:cubicBezTo>
                    <a:pt x="572" y="1684"/>
                    <a:pt x="577" y="1684"/>
                    <a:pt x="582" y="1684"/>
                  </a:cubicBezTo>
                  <a:cubicBezTo>
                    <a:pt x="729" y="1684"/>
                    <a:pt x="836" y="1823"/>
                    <a:pt x="808" y="1972"/>
                  </a:cubicBezTo>
                  <a:cubicBezTo>
                    <a:pt x="798" y="2001"/>
                    <a:pt x="789" y="2040"/>
                    <a:pt x="789" y="2069"/>
                  </a:cubicBezTo>
                  <a:lnTo>
                    <a:pt x="789" y="2097"/>
                  </a:lnTo>
                  <a:cubicBezTo>
                    <a:pt x="693" y="2242"/>
                    <a:pt x="798" y="2444"/>
                    <a:pt x="971" y="2444"/>
                  </a:cubicBezTo>
                  <a:cubicBezTo>
                    <a:pt x="1145" y="2444"/>
                    <a:pt x="1250" y="2242"/>
                    <a:pt x="1154" y="2097"/>
                  </a:cubicBezTo>
                  <a:lnTo>
                    <a:pt x="1154" y="2069"/>
                  </a:lnTo>
                  <a:lnTo>
                    <a:pt x="1154" y="2049"/>
                  </a:lnTo>
                  <a:cubicBezTo>
                    <a:pt x="1145" y="1847"/>
                    <a:pt x="1308" y="1684"/>
                    <a:pt x="1510" y="1684"/>
                  </a:cubicBezTo>
                  <a:cubicBezTo>
                    <a:pt x="1770" y="1684"/>
                    <a:pt x="1962" y="1444"/>
                    <a:pt x="1923" y="1194"/>
                  </a:cubicBezTo>
                  <a:cubicBezTo>
                    <a:pt x="1895" y="1049"/>
                    <a:pt x="2000" y="905"/>
                    <a:pt x="2154" y="905"/>
                  </a:cubicBezTo>
                  <a:cubicBezTo>
                    <a:pt x="2385" y="905"/>
                    <a:pt x="2568" y="722"/>
                    <a:pt x="2568" y="482"/>
                  </a:cubicBezTo>
                  <a:lnTo>
                    <a:pt x="2568" y="424"/>
                  </a:lnTo>
                  <a:cubicBezTo>
                    <a:pt x="2568" y="190"/>
                    <a:pt x="2385" y="1"/>
                    <a:pt x="2161"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5" name="Google Shape;13055;p65"/>
            <p:cNvSpPr/>
            <p:nvPr/>
          </p:nvSpPr>
          <p:spPr>
            <a:xfrm>
              <a:off x="3723438" y="2950298"/>
              <a:ext cx="126142" cy="143154"/>
            </a:xfrm>
            <a:custGeom>
              <a:avLst/>
              <a:gdLst/>
              <a:ahLst/>
              <a:cxnLst/>
              <a:rect l="l" t="t" r="r" b="b"/>
              <a:pathLst>
                <a:path w="4827" h="5478" extrusionOk="0">
                  <a:moveTo>
                    <a:pt x="4772" y="1"/>
                  </a:moveTo>
                  <a:cubicBezTo>
                    <a:pt x="4765" y="1"/>
                    <a:pt x="4758" y="2"/>
                    <a:pt x="4751" y="6"/>
                  </a:cubicBezTo>
                  <a:cubicBezTo>
                    <a:pt x="3289" y="640"/>
                    <a:pt x="2107" y="1785"/>
                    <a:pt x="1270" y="2842"/>
                  </a:cubicBezTo>
                  <a:cubicBezTo>
                    <a:pt x="1078" y="3083"/>
                    <a:pt x="905" y="3314"/>
                    <a:pt x="751" y="3544"/>
                  </a:cubicBezTo>
                  <a:cubicBezTo>
                    <a:pt x="414" y="4016"/>
                    <a:pt x="164" y="4439"/>
                    <a:pt x="1" y="4727"/>
                  </a:cubicBezTo>
                  <a:cubicBezTo>
                    <a:pt x="164" y="4766"/>
                    <a:pt x="308" y="4833"/>
                    <a:pt x="443" y="4929"/>
                  </a:cubicBezTo>
                  <a:lnTo>
                    <a:pt x="462" y="4948"/>
                  </a:lnTo>
                  <a:lnTo>
                    <a:pt x="510" y="4987"/>
                  </a:lnTo>
                  <a:lnTo>
                    <a:pt x="530" y="5006"/>
                  </a:lnTo>
                  <a:lnTo>
                    <a:pt x="549" y="5016"/>
                  </a:lnTo>
                  <a:lnTo>
                    <a:pt x="597" y="5064"/>
                  </a:lnTo>
                  <a:cubicBezTo>
                    <a:pt x="722" y="5179"/>
                    <a:pt x="818" y="5323"/>
                    <a:pt x="885" y="5477"/>
                  </a:cubicBezTo>
                  <a:cubicBezTo>
                    <a:pt x="1145" y="5275"/>
                    <a:pt x="1520" y="4968"/>
                    <a:pt x="1943" y="4564"/>
                  </a:cubicBezTo>
                  <a:cubicBezTo>
                    <a:pt x="2135" y="4371"/>
                    <a:pt x="2347" y="4169"/>
                    <a:pt x="2559" y="3939"/>
                  </a:cubicBezTo>
                  <a:cubicBezTo>
                    <a:pt x="3462" y="2948"/>
                    <a:pt x="4424" y="1612"/>
                    <a:pt x="4818" y="73"/>
                  </a:cubicBezTo>
                  <a:cubicBezTo>
                    <a:pt x="4826" y="34"/>
                    <a:pt x="4802" y="1"/>
                    <a:pt x="4772"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6" name="Google Shape;13056;p65"/>
            <p:cNvSpPr/>
            <p:nvPr/>
          </p:nvSpPr>
          <p:spPr>
            <a:xfrm>
              <a:off x="3743037" y="3024567"/>
              <a:ext cx="47274" cy="45000"/>
            </a:xfrm>
            <a:custGeom>
              <a:avLst/>
              <a:gdLst/>
              <a:ahLst/>
              <a:cxnLst/>
              <a:rect l="l" t="t" r="r" b="b"/>
              <a:pathLst>
                <a:path w="1809" h="1722" extrusionOk="0">
                  <a:moveTo>
                    <a:pt x="520" y="0"/>
                  </a:moveTo>
                  <a:cubicBezTo>
                    <a:pt x="328" y="241"/>
                    <a:pt x="155" y="472"/>
                    <a:pt x="1" y="702"/>
                  </a:cubicBezTo>
                  <a:lnTo>
                    <a:pt x="1193" y="1722"/>
                  </a:lnTo>
                  <a:cubicBezTo>
                    <a:pt x="1385" y="1529"/>
                    <a:pt x="1597" y="1318"/>
                    <a:pt x="1809" y="1097"/>
                  </a:cubicBezTo>
                  <a:lnTo>
                    <a:pt x="520" y="0"/>
                  </a:ln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7" name="Google Shape;13057;p65"/>
            <p:cNvSpPr/>
            <p:nvPr/>
          </p:nvSpPr>
          <p:spPr>
            <a:xfrm>
              <a:off x="3641016" y="3064392"/>
              <a:ext cx="117884" cy="81586"/>
            </a:xfrm>
            <a:custGeom>
              <a:avLst/>
              <a:gdLst/>
              <a:ahLst/>
              <a:cxnLst/>
              <a:rect l="l" t="t" r="r" b="b"/>
              <a:pathLst>
                <a:path w="4511" h="3122" extrusionOk="0">
                  <a:moveTo>
                    <a:pt x="3121" y="1"/>
                  </a:moveTo>
                  <a:cubicBezTo>
                    <a:pt x="2857" y="1"/>
                    <a:pt x="2592" y="82"/>
                    <a:pt x="2366" y="246"/>
                  </a:cubicBezTo>
                  <a:cubicBezTo>
                    <a:pt x="2183" y="371"/>
                    <a:pt x="2039" y="544"/>
                    <a:pt x="1943" y="736"/>
                  </a:cubicBezTo>
                  <a:cubicBezTo>
                    <a:pt x="1914" y="794"/>
                    <a:pt x="1895" y="852"/>
                    <a:pt x="1876" y="919"/>
                  </a:cubicBezTo>
                  <a:cubicBezTo>
                    <a:pt x="1828" y="1073"/>
                    <a:pt x="1770" y="1227"/>
                    <a:pt x="1693" y="1380"/>
                  </a:cubicBezTo>
                  <a:cubicBezTo>
                    <a:pt x="1568" y="1573"/>
                    <a:pt x="1405" y="1736"/>
                    <a:pt x="1203" y="1861"/>
                  </a:cubicBezTo>
                  <a:cubicBezTo>
                    <a:pt x="1087" y="1929"/>
                    <a:pt x="962" y="1986"/>
                    <a:pt x="828" y="2034"/>
                  </a:cubicBezTo>
                  <a:cubicBezTo>
                    <a:pt x="731" y="2063"/>
                    <a:pt x="635" y="2092"/>
                    <a:pt x="539" y="2121"/>
                  </a:cubicBezTo>
                  <a:cubicBezTo>
                    <a:pt x="491" y="2131"/>
                    <a:pt x="308" y="2179"/>
                    <a:pt x="145" y="2217"/>
                  </a:cubicBezTo>
                  <a:cubicBezTo>
                    <a:pt x="39" y="2236"/>
                    <a:pt x="1" y="2361"/>
                    <a:pt x="78" y="2438"/>
                  </a:cubicBezTo>
                  <a:cubicBezTo>
                    <a:pt x="637" y="2956"/>
                    <a:pt x="1256" y="3122"/>
                    <a:pt x="1821" y="3122"/>
                  </a:cubicBezTo>
                  <a:cubicBezTo>
                    <a:pt x="2830" y="3122"/>
                    <a:pt x="3664" y="2592"/>
                    <a:pt x="3664" y="2592"/>
                  </a:cubicBezTo>
                  <a:cubicBezTo>
                    <a:pt x="3770" y="2525"/>
                    <a:pt x="3866" y="2448"/>
                    <a:pt x="3953" y="2361"/>
                  </a:cubicBezTo>
                  <a:cubicBezTo>
                    <a:pt x="4357" y="1996"/>
                    <a:pt x="4511" y="1429"/>
                    <a:pt x="4357" y="909"/>
                  </a:cubicBezTo>
                  <a:cubicBezTo>
                    <a:pt x="4299" y="707"/>
                    <a:pt x="4184" y="525"/>
                    <a:pt x="4030" y="380"/>
                  </a:cubicBezTo>
                  <a:lnTo>
                    <a:pt x="3982" y="332"/>
                  </a:lnTo>
                  <a:lnTo>
                    <a:pt x="3962" y="323"/>
                  </a:lnTo>
                  <a:lnTo>
                    <a:pt x="3943" y="303"/>
                  </a:lnTo>
                  <a:lnTo>
                    <a:pt x="3895" y="265"/>
                  </a:lnTo>
                  <a:lnTo>
                    <a:pt x="3876" y="246"/>
                  </a:lnTo>
                  <a:cubicBezTo>
                    <a:pt x="3650" y="82"/>
                    <a:pt x="3385" y="1"/>
                    <a:pt x="3121"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58" name="Google Shape;13058;p65"/>
            <p:cNvSpPr/>
            <p:nvPr/>
          </p:nvSpPr>
          <p:spPr>
            <a:xfrm>
              <a:off x="3662628" y="3064210"/>
              <a:ext cx="92509" cy="58694"/>
            </a:xfrm>
            <a:custGeom>
              <a:avLst/>
              <a:gdLst/>
              <a:ahLst/>
              <a:cxnLst/>
              <a:rect l="l" t="t" r="r" b="b"/>
              <a:pathLst>
                <a:path w="3540" h="2246" extrusionOk="0">
                  <a:moveTo>
                    <a:pt x="2294" y="0"/>
                  </a:moveTo>
                  <a:cubicBezTo>
                    <a:pt x="2030" y="0"/>
                    <a:pt x="1765" y="84"/>
                    <a:pt x="1539" y="253"/>
                  </a:cubicBezTo>
                  <a:cubicBezTo>
                    <a:pt x="1356" y="378"/>
                    <a:pt x="1212" y="551"/>
                    <a:pt x="1116" y="743"/>
                  </a:cubicBezTo>
                  <a:cubicBezTo>
                    <a:pt x="1087" y="801"/>
                    <a:pt x="1058" y="859"/>
                    <a:pt x="1039" y="926"/>
                  </a:cubicBezTo>
                  <a:cubicBezTo>
                    <a:pt x="1001" y="1080"/>
                    <a:pt x="943" y="1234"/>
                    <a:pt x="866" y="1387"/>
                  </a:cubicBezTo>
                  <a:cubicBezTo>
                    <a:pt x="741" y="1580"/>
                    <a:pt x="578" y="1743"/>
                    <a:pt x="376" y="1868"/>
                  </a:cubicBezTo>
                  <a:cubicBezTo>
                    <a:pt x="260" y="1936"/>
                    <a:pt x="135" y="1993"/>
                    <a:pt x="1" y="2041"/>
                  </a:cubicBezTo>
                  <a:cubicBezTo>
                    <a:pt x="345" y="2190"/>
                    <a:pt x="692" y="2246"/>
                    <a:pt x="1021" y="2246"/>
                  </a:cubicBezTo>
                  <a:cubicBezTo>
                    <a:pt x="2033" y="2246"/>
                    <a:pt x="2866" y="1714"/>
                    <a:pt x="2866" y="1714"/>
                  </a:cubicBezTo>
                  <a:cubicBezTo>
                    <a:pt x="2972" y="1647"/>
                    <a:pt x="3068" y="1570"/>
                    <a:pt x="3155" y="1484"/>
                  </a:cubicBezTo>
                  <a:cubicBezTo>
                    <a:pt x="3328" y="1320"/>
                    <a:pt x="3453" y="1128"/>
                    <a:pt x="3539" y="907"/>
                  </a:cubicBezTo>
                  <a:cubicBezTo>
                    <a:pt x="3472" y="705"/>
                    <a:pt x="3357" y="522"/>
                    <a:pt x="3193" y="387"/>
                  </a:cubicBezTo>
                  <a:lnTo>
                    <a:pt x="3155" y="339"/>
                  </a:lnTo>
                  <a:lnTo>
                    <a:pt x="3135" y="320"/>
                  </a:lnTo>
                  <a:lnTo>
                    <a:pt x="3116" y="310"/>
                  </a:lnTo>
                  <a:lnTo>
                    <a:pt x="3068" y="272"/>
                  </a:lnTo>
                  <a:lnTo>
                    <a:pt x="3049" y="253"/>
                  </a:lnTo>
                  <a:cubicBezTo>
                    <a:pt x="2823" y="84"/>
                    <a:pt x="2558" y="0"/>
                    <a:pt x="2294"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59" name="Google Shape;13059;p65"/>
          <p:cNvGrpSpPr/>
          <p:nvPr/>
        </p:nvGrpSpPr>
        <p:grpSpPr>
          <a:xfrm>
            <a:off x="2637198" y="2707758"/>
            <a:ext cx="366404" cy="366404"/>
            <a:chOff x="2640873" y="2891631"/>
            <a:chExt cx="366404" cy="366404"/>
          </a:xfrm>
        </p:grpSpPr>
        <p:sp>
          <p:nvSpPr>
            <p:cNvPr id="13060" name="Google Shape;13060;p65"/>
            <p:cNvSpPr/>
            <p:nvPr/>
          </p:nvSpPr>
          <p:spPr>
            <a:xfrm>
              <a:off x="2696405" y="2945646"/>
              <a:ext cx="310872" cy="312388"/>
            </a:xfrm>
            <a:custGeom>
              <a:avLst/>
              <a:gdLst/>
              <a:ahLst/>
              <a:cxnLst/>
              <a:rect l="l" t="t" r="r" b="b"/>
              <a:pathLst>
                <a:path w="11896" h="11954" extrusionOk="0">
                  <a:moveTo>
                    <a:pt x="703" y="1"/>
                  </a:moveTo>
                  <a:cubicBezTo>
                    <a:pt x="318" y="1"/>
                    <a:pt x="1" y="318"/>
                    <a:pt x="1" y="703"/>
                  </a:cubicBezTo>
                  <a:lnTo>
                    <a:pt x="1" y="11425"/>
                  </a:lnTo>
                  <a:cubicBezTo>
                    <a:pt x="1" y="11713"/>
                    <a:pt x="232" y="11954"/>
                    <a:pt x="520" y="11954"/>
                  </a:cubicBezTo>
                  <a:lnTo>
                    <a:pt x="1790" y="11954"/>
                  </a:lnTo>
                  <a:cubicBezTo>
                    <a:pt x="2078" y="11954"/>
                    <a:pt x="2309" y="11713"/>
                    <a:pt x="2309" y="11425"/>
                  </a:cubicBezTo>
                  <a:lnTo>
                    <a:pt x="2309" y="2309"/>
                  </a:lnTo>
                  <a:lnTo>
                    <a:pt x="11377" y="2309"/>
                  </a:lnTo>
                  <a:cubicBezTo>
                    <a:pt x="11665" y="2309"/>
                    <a:pt x="11896" y="2078"/>
                    <a:pt x="11896" y="1790"/>
                  </a:cubicBezTo>
                  <a:lnTo>
                    <a:pt x="11896" y="520"/>
                  </a:lnTo>
                  <a:cubicBezTo>
                    <a:pt x="11896" y="232"/>
                    <a:pt x="11665" y="1"/>
                    <a:pt x="11377"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1" name="Google Shape;13061;p65"/>
            <p:cNvSpPr/>
            <p:nvPr/>
          </p:nvSpPr>
          <p:spPr>
            <a:xfrm>
              <a:off x="2696405" y="3118539"/>
              <a:ext cx="60340" cy="57073"/>
            </a:xfrm>
            <a:custGeom>
              <a:avLst/>
              <a:gdLst/>
              <a:ahLst/>
              <a:cxnLst/>
              <a:rect l="l" t="t" r="r" b="b"/>
              <a:pathLst>
                <a:path w="2309" h="2184" extrusionOk="0">
                  <a:moveTo>
                    <a:pt x="1" y="1"/>
                  </a:moveTo>
                  <a:lnTo>
                    <a:pt x="1" y="2184"/>
                  </a:lnTo>
                  <a:lnTo>
                    <a:pt x="2309" y="2184"/>
                  </a:lnTo>
                  <a:lnTo>
                    <a:pt x="2309"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2" name="Google Shape;13062;p65"/>
            <p:cNvSpPr/>
            <p:nvPr/>
          </p:nvSpPr>
          <p:spPr>
            <a:xfrm>
              <a:off x="2864776" y="2945646"/>
              <a:ext cx="26420" cy="60340"/>
            </a:xfrm>
            <a:custGeom>
              <a:avLst/>
              <a:gdLst/>
              <a:ahLst/>
              <a:cxnLst/>
              <a:rect l="l" t="t" r="r" b="b"/>
              <a:pathLst>
                <a:path w="1011" h="2309" extrusionOk="0">
                  <a:moveTo>
                    <a:pt x="1" y="1"/>
                  </a:moveTo>
                  <a:lnTo>
                    <a:pt x="1" y="2309"/>
                  </a:lnTo>
                  <a:lnTo>
                    <a:pt x="1010" y="2309"/>
                  </a:lnTo>
                  <a:lnTo>
                    <a:pt x="1010"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3" name="Google Shape;13063;p65"/>
            <p:cNvSpPr/>
            <p:nvPr/>
          </p:nvSpPr>
          <p:spPr>
            <a:xfrm>
              <a:off x="2640873" y="2891631"/>
              <a:ext cx="310872" cy="312127"/>
            </a:xfrm>
            <a:custGeom>
              <a:avLst/>
              <a:gdLst/>
              <a:ahLst/>
              <a:cxnLst/>
              <a:rect l="l" t="t" r="r" b="b"/>
              <a:pathLst>
                <a:path w="11896" h="11944" extrusionOk="0">
                  <a:moveTo>
                    <a:pt x="10099" y="0"/>
                  </a:moveTo>
                  <a:cubicBezTo>
                    <a:pt x="9810" y="0"/>
                    <a:pt x="9588" y="228"/>
                    <a:pt x="9578" y="520"/>
                  </a:cubicBezTo>
                  <a:lnTo>
                    <a:pt x="9578" y="9626"/>
                  </a:lnTo>
                  <a:lnTo>
                    <a:pt x="520" y="9626"/>
                  </a:lnTo>
                  <a:cubicBezTo>
                    <a:pt x="232" y="9626"/>
                    <a:pt x="1" y="9867"/>
                    <a:pt x="1" y="10155"/>
                  </a:cubicBezTo>
                  <a:lnTo>
                    <a:pt x="1" y="11415"/>
                  </a:lnTo>
                  <a:cubicBezTo>
                    <a:pt x="1" y="11703"/>
                    <a:pt x="232" y="11944"/>
                    <a:pt x="520" y="11944"/>
                  </a:cubicBezTo>
                  <a:lnTo>
                    <a:pt x="11194" y="11944"/>
                  </a:lnTo>
                  <a:cubicBezTo>
                    <a:pt x="11579" y="11944"/>
                    <a:pt x="11896" y="11626"/>
                    <a:pt x="11896" y="11242"/>
                  </a:cubicBezTo>
                  <a:lnTo>
                    <a:pt x="11896" y="520"/>
                  </a:lnTo>
                  <a:cubicBezTo>
                    <a:pt x="11896" y="231"/>
                    <a:pt x="11665" y="1"/>
                    <a:pt x="11377" y="1"/>
                  </a:cubicBezTo>
                  <a:lnTo>
                    <a:pt x="10117" y="1"/>
                  </a:lnTo>
                  <a:cubicBezTo>
                    <a:pt x="10111" y="0"/>
                    <a:pt x="10105" y="0"/>
                    <a:pt x="10099"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4" name="Google Shape;13064;p65"/>
            <p:cNvSpPr/>
            <p:nvPr/>
          </p:nvSpPr>
          <p:spPr>
            <a:xfrm>
              <a:off x="2821318" y="2972798"/>
              <a:ext cx="11080" cy="33188"/>
            </a:xfrm>
            <a:custGeom>
              <a:avLst/>
              <a:gdLst/>
              <a:ahLst/>
              <a:cxnLst/>
              <a:rect l="l" t="t" r="r" b="b"/>
              <a:pathLst>
                <a:path w="424" h="1270" extrusionOk="0">
                  <a:moveTo>
                    <a:pt x="212" y="1"/>
                  </a:moveTo>
                  <a:cubicBezTo>
                    <a:pt x="111" y="1"/>
                    <a:pt x="10" y="68"/>
                    <a:pt x="0" y="202"/>
                  </a:cubicBezTo>
                  <a:lnTo>
                    <a:pt x="0" y="1270"/>
                  </a:lnTo>
                  <a:lnTo>
                    <a:pt x="423" y="1270"/>
                  </a:lnTo>
                  <a:lnTo>
                    <a:pt x="423" y="202"/>
                  </a:lnTo>
                  <a:cubicBezTo>
                    <a:pt x="414" y="68"/>
                    <a:pt x="313" y="1"/>
                    <a:pt x="212"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5" name="Google Shape;13065;p65"/>
            <p:cNvSpPr/>
            <p:nvPr/>
          </p:nvSpPr>
          <p:spPr>
            <a:xfrm>
              <a:off x="2855734" y="2982598"/>
              <a:ext cx="11342" cy="23389"/>
            </a:xfrm>
            <a:custGeom>
              <a:avLst/>
              <a:gdLst/>
              <a:ahLst/>
              <a:cxnLst/>
              <a:rect l="l" t="t" r="r" b="b"/>
              <a:pathLst>
                <a:path w="434" h="895" extrusionOk="0">
                  <a:moveTo>
                    <a:pt x="217" y="1"/>
                  </a:moveTo>
                  <a:cubicBezTo>
                    <a:pt x="113" y="1"/>
                    <a:pt x="10" y="68"/>
                    <a:pt x="1" y="202"/>
                  </a:cubicBezTo>
                  <a:lnTo>
                    <a:pt x="1" y="895"/>
                  </a:lnTo>
                  <a:lnTo>
                    <a:pt x="433" y="895"/>
                  </a:lnTo>
                  <a:lnTo>
                    <a:pt x="433" y="202"/>
                  </a:lnTo>
                  <a:cubicBezTo>
                    <a:pt x="424" y="68"/>
                    <a:pt x="320" y="1"/>
                    <a:pt x="217"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6" name="Google Shape;13066;p65"/>
            <p:cNvSpPr/>
            <p:nvPr/>
          </p:nvSpPr>
          <p:spPr>
            <a:xfrm>
              <a:off x="2786379" y="2982598"/>
              <a:ext cx="11080" cy="23389"/>
            </a:xfrm>
            <a:custGeom>
              <a:avLst/>
              <a:gdLst/>
              <a:ahLst/>
              <a:cxnLst/>
              <a:rect l="l" t="t" r="r" b="b"/>
              <a:pathLst>
                <a:path w="424" h="895" extrusionOk="0">
                  <a:moveTo>
                    <a:pt x="212" y="1"/>
                  </a:moveTo>
                  <a:cubicBezTo>
                    <a:pt x="111" y="1"/>
                    <a:pt x="10" y="68"/>
                    <a:pt x="0" y="202"/>
                  </a:cubicBezTo>
                  <a:lnTo>
                    <a:pt x="0" y="895"/>
                  </a:lnTo>
                  <a:lnTo>
                    <a:pt x="424" y="895"/>
                  </a:lnTo>
                  <a:lnTo>
                    <a:pt x="424" y="202"/>
                  </a:lnTo>
                  <a:cubicBezTo>
                    <a:pt x="414" y="68"/>
                    <a:pt x="313" y="1"/>
                    <a:pt x="212"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7" name="Google Shape;13067;p65"/>
            <p:cNvSpPr/>
            <p:nvPr/>
          </p:nvSpPr>
          <p:spPr>
            <a:xfrm>
              <a:off x="2972468" y="2972040"/>
              <a:ext cx="11943" cy="33946"/>
            </a:xfrm>
            <a:custGeom>
              <a:avLst/>
              <a:gdLst/>
              <a:ahLst/>
              <a:cxnLst/>
              <a:rect l="l" t="t" r="r" b="b"/>
              <a:pathLst>
                <a:path w="457" h="1299" extrusionOk="0">
                  <a:moveTo>
                    <a:pt x="227" y="1"/>
                  </a:moveTo>
                  <a:cubicBezTo>
                    <a:pt x="113" y="1"/>
                    <a:pt x="0" y="78"/>
                    <a:pt x="15" y="231"/>
                  </a:cubicBezTo>
                  <a:lnTo>
                    <a:pt x="15" y="1299"/>
                  </a:lnTo>
                  <a:lnTo>
                    <a:pt x="447" y="1299"/>
                  </a:lnTo>
                  <a:lnTo>
                    <a:pt x="447" y="231"/>
                  </a:lnTo>
                  <a:cubicBezTo>
                    <a:pt x="457" y="78"/>
                    <a:pt x="342" y="1"/>
                    <a:pt x="227"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8" name="Google Shape;13068;p65"/>
            <p:cNvSpPr/>
            <p:nvPr/>
          </p:nvSpPr>
          <p:spPr>
            <a:xfrm>
              <a:off x="2811753" y="3143182"/>
              <a:ext cx="11342" cy="33241"/>
            </a:xfrm>
            <a:custGeom>
              <a:avLst/>
              <a:gdLst/>
              <a:ahLst/>
              <a:cxnLst/>
              <a:rect l="l" t="t" r="r" b="b"/>
              <a:pathLst>
                <a:path w="434" h="1272" extrusionOk="0">
                  <a:moveTo>
                    <a:pt x="1" y="0"/>
                  </a:moveTo>
                  <a:lnTo>
                    <a:pt x="1" y="1077"/>
                  </a:lnTo>
                  <a:cubicBezTo>
                    <a:pt x="10" y="1207"/>
                    <a:pt x="114" y="1272"/>
                    <a:pt x="217" y="1272"/>
                  </a:cubicBezTo>
                  <a:cubicBezTo>
                    <a:pt x="320" y="1272"/>
                    <a:pt x="424" y="1207"/>
                    <a:pt x="433" y="1077"/>
                  </a:cubicBezTo>
                  <a:lnTo>
                    <a:pt x="43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69" name="Google Shape;13069;p65"/>
            <p:cNvSpPr/>
            <p:nvPr/>
          </p:nvSpPr>
          <p:spPr>
            <a:xfrm>
              <a:off x="2777337" y="3143182"/>
              <a:ext cx="11080" cy="24957"/>
            </a:xfrm>
            <a:custGeom>
              <a:avLst/>
              <a:gdLst/>
              <a:ahLst/>
              <a:cxnLst/>
              <a:rect l="l" t="t" r="r" b="b"/>
              <a:pathLst>
                <a:path w="424" h="955" extrusionOk="0">
                  <a:moveTo>
                    <a:pt x="0" y="0"/>
                  </a:moveTo>
                  <a:lnTo>
                    <a:pt x="0" y="760"/>
                  </a:lnTo>
                  <a:cubicBezTo>
                    <a:pt x="10" y="890"/>
                    <a:pt x="111" y="955"/>
                    <a:pt x="212" y="955"/>
                  </a:cubicBezTo>
                  <a:cubicBezTo>
                    <a:pt x="313" y="955"/>
                    <a:pt x="414" y="890"/>
                    <a:pt x="423" y="760"/>
                  </a:cubicBezTo>
                  <a:lnTo>
                    <a:pt x="42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0" name="Google Shape;13070;p65"/>
            <p:cNvSpPr/>
            <p:nvPr/>
          </p:nvSpPr>
          <p:spPr>
            <a:xfrm>
              <a:off x="2846693" y="3143182"/>
              <a:ext cx="11342" cy="24957"/>
            </a:xfrm>
            <a:custGeom>
              <a:avLst/>
              <a:gdLst/>
              <a:ahLst/>
              <a:cxnLst/>
              <a:rect l="l" t="t" r="r" b="b"/>
              <a:pathLst>
                <a:path w="434" h="955" extrusionOk="0">
                  <a:moveTo>
                    <a:pt x="0" y="0"/>
                  </a:moveTo>
                  <a:lnTo>
                    <a:pt x="0" y="760"/>
                  </a:lnTo>
                  <a:cubicBezTo>
                    <a:pt x="10" y="890"/>
                    <a:pt x="113" y="955"/>
                    <a:pt x="217" y="955"/>
                  </a:cubicBezTo>
                  <a:cubicBezTo>
                    <a:pt x="320" y="955"/>
                    <a:pt x="423" y="890"/>
                    <a:pt x="433" y="760"/>
                  </a:cubicBezTo>
                  <a:lnTo>
                    <a:pt x="43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1" name="Google Shape;13071;p65"/>
            <p:cNvSpPr/>
            <p:nvPr/>
          </p:nvSpPr>
          <p:spPr>
            <a:xfrm>
              <a:off x="2742659" y="3143182"/>
              <a:ext cx="11080" cy="33241"/>
            </a:xfrm>
            <a:custGeom>
              <a:avLst/>
              <a:gdLst/>
              <a:ahLst/>
              <a:cxnLst/>
              <a:rect l="l" t="t" r="r" b="b"/>
              <a:pathLst>
                <a:path w="424" h="1272" extrusionOk="0">
                  <a:moveTo>
                    <a:pt x="0" y="0"/>
                  </a:moveTo>
                  <a:lnTo>
                    <a:pt x="0" y="1077"/>
                  </a:lnTo>
                  <a:cubicBezTo>
                    <a:pt x="10" y="1207"/>
                    <a:pt x="111" y="1272"/>
                    <a:pt x="212" y="1272"/>
                  </a:cubicBezTo>
                  <a:cubicBezTo>
                    <a:pt x="313" y="1272"/>
                    <a:pt x="414" y="1207"/>
                    <a:pt x="423" y="1077"/>
                  </a:cubicBezTo>
                  <a:lnTo>
                    <a:pt x="42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2" name="Google Shape;13072;p65"/>
            <p:cNvSpPr/>
            <p:nvPr/>
          </p:nvSpPr>
          <p:spPr>
            <a:xfrm>
              <a:off x="2707589" y="3143182"/>
              <a:ext cx="11838" cy="25897"/>
            </a:xfrm>
            <a:custGeom>
              <a:avLst/>
              <a:gdLst/>
              <a:ahLst/>
              <a:cxnLst/>
              <a:rect l="l" t="t" r="r" b="b"/>
              <a:pathLst>
                <a:path w="453" h="991" extrusionOk="0">
                  <a:moveTo>
                    <a:pt x="15" y="0"/>
                  </a:moveTo>
                  <a:lnTo>
                    <a:pt x="15" y="760"/>
                  </a:lnTo>
                  <a:cubicBezTo>
                    <a:pt x="1" y="914"/>
                    <a:pt x="114" y="991"/>
                    <a:pt x="227" y="991"/>
                  </a:cubicBezTo>
                  <a:cubicBezTo>
                    <a:pt x="340" y="991"/>
                    <a:pt x="453" y="914"/>
                    <a:pt x="438" y="760"/>
                  </a:cubicBezTo>
                  <a:lnTo>
                    <a:pt x="438"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3" name="Google Shape;13073;p65"/>
            <p:cNvSpPr/>
            <p:nvPr/>
          </p:nvSpPr>
          <p:spPr>
            <a:xfrm>
              <a:off x="2673042" y="3143182"/>
              <a:ext cx="11838" cy="34181"/>
            </a:xfrm>
            <a:custGeom>
              <a:avLst/>
              <a:gdLst/>
              <a:ahLst/>
              <a:cxnLst/>
              <a:rect l="l" t="t" r="r" b="b"/>
              <a:pathLst>
                <a:path w="453" h="1308" extrusionOk="0">
                  <a:moveTo>
                    <a:pt x="10" y="0"/>
                  </a:moveTo>
                  <a:lnTo>
                    <a:pt x="10" y="1077"/>
                  </a:lnTo>
                  <a:cubicBezTo>
                    <a:pt x="1" y="1231"/>
                    <a:pt x="114" y="1308"/>
                    <a:pt x="227" y="1308"/>
                  </a:cubicBezTo>
                  <a:cubicBezTo>
                    <a:pt x="340" y="1308"/>
                    <a:pt x="453" y="1231"/>
                    <a:pt x="443" y="1077"/>
                  </a:cubicBezTo>
                  <a:lnTo>
                    <a:pt x="443" y="0"/>
                  </a:ln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74" name="Google Shape;13074;p65"/>
          <p:cNvGrpSpPr/>
          <p:nvPr/>
        </p:nvGrpSpPr>
        <p:grpSpPr>
          <a:xfrm>
            <a:off x="2193416" y="2754248"/>
            <a:ext cx="366665" cy="273189"/>
            <a:chOff x="2197091" y="2938120"/>
            <a:chExt cx="366665" cy="273189"/>
          </a:xfrm>
        </p:grpSpPr>
        <p:sp>
          <p:nvSpPr>
            <p:cNvPr id="13075" name="Google Shape;13075;p65"/>
            <p:cNvSpPr/>
            <p:nvPr/>
          </p:nvSpPr>
          <p:spPr>
            <a:xfrm>
              <a:off x="2197091" y="2938120"/>
              <a:ext cx="366665" cy="273189"/>
            </a:xfrm>
            <a:custGeom>
              <a:avLst/>
              <a:gdLst/>
              <a:ahLst/>
              <a:cxnLst/>
              <a:rect l="l" t="t" r="r" b="b"/>
              <a:pathLst>
                <a:path w="14031" h="10454" extrusionOk="0">
                  <a:moveTo>
                    <a:pt x="732" y="1"/>
                  </a:moveTo>
                  <a:cubicBezTo>
                    <a:pt x="328" y="1"/>
                    <a:pt x="11" y="327"/>
                    <a:pt x="11" y="731"/>
                  </a:cubicBezTo>
                  <a:lnTo>
                    <a:pt x="11" y="9722"/>
                  </a:lnTo>
                  <a:cubicBezTo>
                    <a:pt x="1" y="10126"/>
                    <a:pt x="328" y="10453"/>
                    <a:pt x="732" y="10453"/>
                  </a:cubicBezTo>
                  <a:lnTo>
                    <a:pt x="13300" y="10453"/>
                  </a:lnTo>
                  <a:cubicBezTo>
                    <a:pt x="13704" y="10453"/>
                    <a:pt x="14031" y="10126"/>
                    <a:pt x="14031" y="9722"/>
                  </a:cubicBezTo>
                  <a:lnTo>
                    <a:pt x="14031" y="731"/>
                  </a:lnTo>
                  <a:cubicBezTo>
                    <a:pt x="14031" y="327"/>
                    <a:pt x="13704" y="1"/>
                    <a:pt x="13300" y="1"/>
                  </a:cubicBezTo>
                  <a:close/>
                </a:path>
              </a:pathLst>
            </a:custGeom>
            <a:solidFill>
              <a:srgbClr val="6E82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6" name="Google Shape;13076;p65"/>
            <p:cNvSpPr/>
            <p:nvPr/>
          </p:nvSpPr>
          <p:spPr>
            <a:xfrm>
              <a:off x="2218206" y="2938120"/>
              <a:ext cx="345550" cy="273189"/>
            </a:xfrm>
            <a:custGeom>
              <a:avLst/>
              <a:gdLst/>
              <a:ahLst/>
              <a:cxnLst/>
              <a:rect l="l" t="t" r="r" b="b"/>
              <a:pathLst>
                <a:path w="13223" h="10454" extrusionOk="0">
                  <a:moveTo>
                    <a:pt x="731" y="1"/>
                  </a:moveTo>
                  <a:cubicBezTo>
                    <a:pt x="328" y="1"/>
                    <a:pt x="1" y="327"/>
                    <a:pt x="1" y="731"/>
                  </a:cubicBezTo>
                  <a:lnTo>
                    <a:pt x="1" y="9722"/>
                  </a:lnTo>
                  <a:cubicBezTo>
                    <a:pt x="1" y="10126"/>
                    <a:pt x="328" y="10453"/>
                    <a:pt x="731" y="10453"/>
                  </a:cubicBezTo>
                  <a:lnTo>
                    <a:pt x="12492" y="10453"/>
                  </a:lnTo>
                  <a:cubicBezTo>
                    <a:pt x="12896" y="10453"/>
                    <a:pt x="13223" y="10126"/>
                    <a:pt x="13223" y="9722"/>
                  </a:cubicBezTo>
                  <a:lnTo>
                    <a:pt x="13223" y="731"/>
                  </a:lnTo>
                  <a:cubicBezTo>
                    <a:pt x="13223" y="327"/>
                    <a:pt x="12896" y="1"/>
                    <a:pt x="12492"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7" name="Google Shape;13077;p65"/>
            <p:cNvSpPr/>
            <p:nvPr/>
          </p:nvSpPr>
          <p:spPr>
            <a:xfrm>
              <a:off x="2197352" y="2938120"/>
              <a:ext cx="366404" cy="47274"/>
            </a:xfrm>
            <a:custGeom>
              <a:avLst/>
              <a:gdLst/>
              <a:ahLst/>
              <a:cxnLst/>
              <a:rect l="l" t="t" r="r" b="b"/>
              <a:pathLst>
                <a:path w="14021" h="1809" extrusionOk="0">
                  <a:moveTo>
                    <a:pt x="722" y="1"/>
                  </a:moveTo>
                  <a:cubicBezTo>
                    <a:pt x="318" y="1"/>
                    <a:pt x="1" y="327"/>
                    <a:pt x="1" y="731"/>
                  </a:cubicBezTo>
                  <a:lnTo>
                    <a:pt x="1" y="1808"/>
                  </a:lnTo>
                  <a:lnTo>
                    <a:pt x="14021" y="1808"/>
                  </a:lnTo>
                  <a:lnTo>
                    <a:pt x="14021" y="731"/>
                  </a:lnTo>
                  <a:cubicBezTo>
                    <a:pt x="14021" y="327"/>
                    <a:pt x="13694" y="1"/>
                    <a:pt x="13290" y="1"/>
                  </a:cubicBezTo>
                  <a:close/>
                </a:path>
              </a:pathLst>
            </a:custGeom>
            <a:solidFill>
              <a:srgbClr val="4E677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8" name="Google Shape;13078;p65"/>
            <p:cNvSpPr/>
            <p:nvPr/>
          </p:nvSpPr>
          <p:spPr>
            <a:xfrm>
              <a:off x="2218206" y="2938120"/>
              <a:ext cx="345550" cy="47274"/>
            </a:xfrm>
            <a:custGeom>
              <a:avLst/>
              <a:gdLst/>
              <a:ahLst/>
              <a:cxnLst/>
              <a:rect l="l" t="t" r="r" b="b"/>
              <a:pathLst>
                <a:path w="13223" h="1809" extrusionOk="0">
                  <a:moveTo>
                    <a:pt x="731" y="1"/>
                  </a:moveTo>
                  <a:cubicBezTo>
                    <a:pt x="328" y="1"/>
                    <a:pt x="1" y="327"/>
                    <a:pt x="1" y="731"/>
                  </a:cubicBezTo>
                  <a:lnTo>
                    <a:pt x="1" y="1808"/>
                  </a:lnTo>
                  <a:lnTo>
                    <a:pt x="13223" y="1808"/>
                  </a:lnTo>
                  <a:lnTo>
                    <a:pt x="13223" y="731"/>
                  </a:lnTo>
                  <a:cubicBezTo>
                    <a:pt x="13223" y="327"/>
                    <a:pt x="12896" y="1"/>
                    <a:pt x="12501"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9" name="Google Shape;13079;p65"/>
            <p:cNvSpPr/>
            <p:nvPr/>
          </p:nvSpPr>
          <p:spPr>
            <a:xfrm>
              <a:off x="2218206" y="2938120"/>
              <a:ext cx="345550" cy="47274"/>
            </a:xfrm>
            <a:custGeom>
              <a:avLst/>
              <a:gdLst/>
              <a:ahLst/>
              <a:cxnLst/>
              <a:rect l="l" t="t" r="r" b="b"/>
              <a:pathLst>
                <a:path w="13223" h="1809" extrusionOk="0">
                  <a:moveTo>
                    <a:pt x="731" y="1"/>
                  </a:moveTo>
                  <a:cubicBezTo>
                    <a:pt x="328" y="1"/>
                    <a:pt x="1" y="327"/>
                    <a:pt x="1" y="731"/>
                  </a:cubicBezTo>
                  <a:lnTo>
                    <a:pt x="1" y="1808"/>
                  </a:lnTo>
                  <a:lnTo>
                    <a:pt x="13223" y="1808"/>
                  </a:lnTo>
                  <a:lnTo>
                    <a:pt x="13223" y="731"/>
                  </a:lnTo>
                  <a:cubicBezTo>
                    <a:pt x="13223" y="327"/>
                    <a:pt x="12896" y="1"/>
                    <a:pt x="12501"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0" name="Google Shape;13080;p65"/>
            <p:cNvSpPr/>
            <p:nvPr/>
          </p:nvSpPr>
          <p:spPr>
            <a:xfrm>
              <a:off x="2215697" y="3003451"/>
              <a:ext cx="43746" cy="11342"/>
            </a:xfrm>
            <a:custGeom>
              <a:avLst/>
              <a:gdLst/>
              <a:ahLst/>
              <a:cxnLst/>
              <a:rect l="l" t="t" r="r" b="b"/>
              <a:pathLst>
                <a:path w="1674" h="434" extrusionOk="0">
                  <a:moveTo>
                    <a:pt x="270" y="1"/>
                  </a:moveTo>
                  <a:cubicBezTo>
                    <a:pt x="0" y="20"/>
                    <a:pt x="0" y="414"/>
                    <a:pt x="270" y="433"/>
                  </a:cubicBezTo>
                  <a:lnTo>
                    <a:pt x="1414" y="433"/>
                  </a:lnTo>
                  <a:cubicBezTo>
                    <a:pt x="1674" y="414"/>
                    <a:pt x="1674" y="20"/>
                    <a:pt x="1414"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1" name="Google Shape;13081;p65"/>
            <p:cNvSpPr/>
            <p:nvPr/>
          </p:nvSpPr>
          <p:spPr>
            <a:xfrm>
              <a:off x="2271725" y="3003451"/>
              <a:ext cx="44007" cy="11342"/>
            </a:xfrm>
            <a:custGeom>
              <a:avLst/>
              <a:gdLst/>
              <a:ahLst/>
              <a:cxnLst/>
              <a:rect l="l" t="t" r="r" b="b"/>
              <a:pathLst>
                <a:path w="1684" h="434" extrusionOk="0">
                  <a:moveTo>
                    <a:pt x="270" y="1"/>
                  </a:moveTo>
                  <a:cubicBezTo>
                    <a:pt x="1" y="20"/>
                    <a:pt x="1" y="414"/>
                    <a:pt x="270" y="433"/>
                  </a:cubicBezTo>
                  <a:lnTo>
                    <a:pt x="1414" y="433"/>
                  </a:lnTo>
                  <a:cubicBezTo>
                    <a:pt x="1684" y="414"/>
                    <a:pt x="1684" y="20"/>
                    <a:pt x="1414"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2" name="Google Shape;13082;p65"/>
            <p:cNvSpPr/>
            <p:nvPr/>
          </p:nvSpPr>
          <p:spPr>
            <a:xfrm>
              <a:off x="2326917" y="3003451"/>
              <a:ext cx="45967" cy="11342"/>
            </a:xfrm>
            <a:custGeom>
              <a:avLst/>
              <a:gdLst/>
              <a:ahLst/>
              <a:cxnLst/>
              <a:rect l="l" t="t" r="r" b="b"/>
              <a:pathLst>
                <a:path w="1759" h="434" extrusionOk="0">
                  <a:moveTo>
                    <a:pt x="284" y="0"/>
                  </a:moveTo>
                  <a:cubicBezTo>
                    <a:pt x="1" y="0"/>
                    <a:pt x="1" y="434"/>
                    <a:pt x="284" y="434"/>
                  </a:cubicBezTo>
                  <a:cubicBezTo>
                    <a:pt x="290" y="434"/>
                    <a:pt x="296" y="434"/>
                    <a:pt x="302" y="433"/>
                  </a:cubicBezTo>
                  <a:lnTo>
                    <a:pt x="1456" y="433"/>
                  </a:lnTo>
                  <a:cubicBezTo>
                    <a:pt x="1463" y="434"/>
                    <a:pt x="1469" y="434"/>
                    <a:pt x="1475" y="434"/>
                  </a:cubicBezTo>
                  <a:cubicBezTo>
                    <a:pt x="1758" y="434"/>
                    <a:pt x="1758" y="0"/>
                    <a:pt x="1475" y="0"/>
                  </a:cubicBezTo>
                  <a:cubicBezTo>
                    <a:pt x="1469" y="0"/>
                    <a:pt x="1463" y="0"/>
                    <a:pt x="1456" y="1"/>
                  </a:cubicBezTo>
                  <a:lnTo>
                    <a:pt x="302" y="1"/>
                  </a:lnTo>
                  <a:cubicBezTo>
                    <a:pt x="296" y="0"/>
                    <a:pt x="290" y="0"/>
                    <a:pt x="284"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3" name="Google Shape;13083;p65"/>
            <p:cNvSpPr/>
            <p:nvPr/>
          </p:nvSpPr>
          <p:spPr>
            <a:xfrm>
              <a:off x="2384069" y="3003451"/>
              <a:ext cx="43746" cy="11342"/>
            </a:xfrm>
            <a:custGeom>
              <a:avLst/>
              <a:gdLst/>
              <a:ahLst/>
              <a:cxnLst/>
              <a:rect l="l" t="t" r="r" b="b"/>
              <a:pathLst>
                <a:path w="1674" h="434" extrusionOk="0">
                  <a:moveTo>
                    <a:pt x="269" y="1"/>
                  </a:moveTo>
                  <a:cubicBezTo>
                    <a:pt x="0" y="20"/>
                    <a:pt x="0" y="414"/>
                    <a:pt x="269" y="433"/>
                  </a:cubicBezTo>
                  <a:lnTo>
                    <a:pt x="1414" y="433"/>
                  </a:lnTo>
                  <a:cubicBezTo>
                    <a:pt x="1673" y="414"/>
                    <a:pt x="1673" y="20"/>
                    <a:pt x="1414" y="1"/>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4" name="Google Shape;13084;p65"/>
            <p:cNvSpPr/>
            <p:nvPr/>
          </p:nvSpPr>
          <p:spPr>
            <a:xfrm>
              <a:off x="2439261" y="3003451"/>
              <a:ext cx="45680" cy="11342"/>
            </a:xfrm>
            <a:custGeom>
              <a:avLst/>
              <a:gdLst/>
              <a:ahLst/>
              <a:cxnLst/>
              <a:rect l="l" t="t" r="r" b="b"/>
              <a:pathLst>
                <a:path w="1748" h="434" extrusionOk="0">
                  <a:moveTo>
                    <a:pt x="284" y="0"/>
                  </a:moveTo>
                  <a:cubicBezTo>
                    <a:pt x="0" y="0"/>
                    <a:pt x="0" y="434"/>
                    <a:pt x="284" y="434"/>
                  </a:cubicBezTo>
                  <a:cubicBezTo>
                    <a:pt x="290" y="434"/>
                    <a:pt x="296" y="434"/>
                    <a:pt x="302" y="433"/>
                  </a:cubicBezTo>
                  <a:lnTo>
                    <a:pt x="1446" y="433"/>
                  </a:lnTo>
                  <a:cubicBezTo>
                    <a:pt x="1452" y="434"/>
                    <a:pt x="1458" y="434"/>
                    <a:pt x="1464" y="434"/>
                  </a:cubicBezTo>
                  <a:cubicBezTo>
                    <a:pt x="1748" y="434"/>
                    <a:pt x="1748" y="0"/>
                    <a:pt x="1464" y="0"/>
                  </a:cubicBezTo>
                  <a:cubicBezTo>
                    <a:pt x="1458" y="0"/>
                    <a:pt x="1452" y="0"/>
                    <a:pt x="1446" y="1"/>
                  </a:cubicBezTo>
                  <a:lnTo>
                    <a:pt x="302" y="1"/>
                  </a:lnTo>
                  <a:cubicBezTo>
                    <a:pt x="296" y="0"/>
                    <a:pt x="290" y="0"/>
                    <a:pt x="284"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5" name="Google Shape;13085;p65"/>
            <p:cNvSpPr/>
            <p:nvPr/>
          </p:nvSpPr>
          <p:spPr>
            <a:xfrm>
              <a:off x="2495289" y="3003451"/>
              <a:ext cx="45706" cy="11342"/>
            </a:xfrm>
            <a:custGeom>
              <a:avLst/>
              <a:gdLst/>
              <a:ahLst/>
              <a:cxnLst/>
              <a:rect l="l" t="t" r="r" b="b"/>
              <a:pathLst>
                <a:path w="1749" h="434" extrusionOk="0">
                  <a:moveTo>
                    <a:pt x="284" y="0"/>
                  </a:moveTo>
                  <a:cubicBezTo>
                    <a:pt x="1" y="0"/>
                    <a:pt x="1" y="434"/>
                    <a:pt x="284" y="434"/>
                  </a:cubicBezTo>
                  <a:cubicBezTo>
                    <a:pt x="290" y="434"/>
                    <a:pt x="296" y="434"/>
                    <a:pt x="302" y="433"/>
                  </a:cubicBezTo>
                  <a:lnTo>
                    <a:pt x="1447" y="433"/>
                  </a:lnTo>
                  <a:cubicBezTo>
                    <a:pt x="1453" y="434"/>
                    <a:pt x="1459" y="434"/>
                    <a:pt x="1465" y="434"/>
                  </a:cubicBezTo>
                  <a:cubicBezTo>
                    <a:pt x="1748" y="434"/>
                    <a:pt x="1748" y="0"/>
                    <a:pt x="1465" y="0"/>
                  </a:cubicBezTo>
                  <a:cubicBezTo>
                    <a:pt x="1459" y="0"/>
                    <a:pt x="1453" y="0"/>
                    <a:pt x="1447" y="1"/>
                  </a:cubicBezTo>
                  <a:lnTo>
                    <a:pt x="302" y="1"/>
                  </a:lnTo>
                  <a:cubicBezTo>
                    <a:pt x="296" y="0"/>
                    <a:pt x="290" y="0"/>
                    <a:pt x="284"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6" name="Google Shape;13086;p65"/>
            <p:cNvSpPr/>
            <p:nvPr/>
          </p:nvSpPr>
          <p:spPr>
            <a:xfrm>
              <a:off x="2219878" y="2957458"/>
              <a:ext cx="279043" cy="11368"/>
            </a:xfrm>
            <a:custGeom>
              <a:avLst/>
              <a:gdLst/>
              <a:ahLst/>
              <a:cxnLst/>
              <a:rect l="l" t="t" r="r" b="b"/>
              <a:pathLst>
                <a:path w="10678" h="435" extrusionOk="0">
                  <a:moveTo>
                    <a:pt x="284" y="0"/>
                  </a:moveTo>
                  <a:cubicBezTo>
                    <a:pt x="0" y="0"/>
                    <a:pt x="0" y="434"/>
                    <a:pt x="284" y="434"/>
                  </a:cubicBezTo>
                  <a:cubicBezTo>
                    <a:pt x="290" y="434"/>
                    <a:pt x="296" y="434"/>
                    <a:pt x="302" y="434"/>
                  </a:cubicBezTo>
                  <a:lnTo>
                    <a:pt x="10418" y="434"/>
                  </a:lnTo>
                  <a:cubicBezTo>
                    <a:pt x="10678" y="414"/>
                    <a:pt x="10678" y="20"/>
                    <a:pt x="10418" y="1"/>
                  </a:cubicBezTo>
                  <a:lnTo>
                    <a:pt x="302" y="1"/>
                  </a:lnTo>
                  <a:cubicBezTo>
                    <a:pt x="296" y="1"/>
                    <a:pt x="290" y="0"/>
                    <a:pt x="284" y="0"/>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7" name="Google Shape;13087;p65"/>
            <p:cNvSpPr/>
            <p:nvPr/>
          </p:nvSpPr>
          <p:spPr>
            <a:xfrm>
              <a:off x="2517711" y="2949932"/>
              <a:ext cx="34835" cy="26995"/>
            </a:xfrm>
            <a:custGeom>
              <a:avLst/>
              <a:gdLst/>
              <a:ahLst/>
              <a:cxnLst/>
              <a:rect l="l" t="t" r="r" b="b"/>
              <a:pathLst>
                <a:path w="1333" h="1033" extrusionOk="0">
                  <a:moveTo>
                    <a:pt x="991" y="0"/>
                  </a:moveTo>
                  <a:cubicBezTo>
                    <a:pt x="947" y="0"/>
                    <a:pt x="902" y="15"/>
                    <a:pt x="858" y="49"/>
                  </a:cubicBezTo>
                  <a:lnTo>
                    <a:pt x="665" y="222"/>
                  </a:lnTo>
                  <a:lnTo>
                    <a:pt x="473" y="49"/>
                  </a:lnTo>
                  <a:cubicBezTo>
                    <a:pt x="430" y="15"/>
                    <a:pt x="385" y="1"/>
                    <a:pt x="343" y="1"/>
                  </a:cubicBezTo>
                  <a:cubicBezTo>
                    <a:pt x="175" y="1"/>
                    <a:pt x="41" y="220"/>
                    <a:pt x="194" y="366"/>
                  </a:cubicBezTo>
                  <a:lnTo>
                    <a:pt x="348" y="500"/>
                  </a:lnTo>
                  <a:lnTo>
                    <a:pt x="194" y="635"/>
                  </a:lnTo>
                  <a:cubicBezTo>
                    <a:pt x="0" y="784"/>
                    <a:pt x="148" y="1032"/>
                    <a:pt x="323" y="1032"/>
                  </a:cubicBezTo>
                  <a:cubicBezTo>
                    <a:pt x="373" y="1032"/>
                    <a:pt x="426" y="1012"/>
                    <a:pt x="473" y="962"/>
                  </a:cubicBezTo>
                  <a:lnTo>
                    <a:pt x="665" y="789"/>
                  </a:lnTo>
                  <a:lnTo>
                    <a:pt x="858" y="962"/>
                  </a:lnTo>
                  <a:cubicBezTo>
                    <a:pt x="905" y="1012"/>
                    <a:pt x="958" y="1032"/>
                    <a:pt x="1008" y="1032"/>
                  </a:cubicBezTo>
                  <a:cubicBezTo>
                    <a:pt x="1183" y="1032"/>
                    <a:pt x="1333" y="784"/>
                    <a:pt x="1146" y="635"/>
                  </a:cubicBezTo>
                  <a:lnTo>
                    <a:pt x="992" y="500"/>
                  </a:lnTo>
                  <a:lnTo>
                    <a:pt x="1146" y="366"/>
                  </a:lnTo>
                  <a:cubicBezTo>
                    <a:pt x="1291" y="213"/>
                    <a:pt x="1158" y="0"/>
                    <a:pt x="991" y="0"/>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8" name="Google Shape;13088;p65"/>
            <p:cNvSpPr/>
            <p:nvPr/>
          </p:nvSpPr>
          <p:spPr>
            <a:xfrm>
              <a:off x="2222230" y="3037894"/>
              <a:ext cx="195027" cy="143494"/>
            </a:xfrm>
            <a:custGeom>
              <a:avLst/>
              <a:gdLst/>
              <a:ahLst/>
              <a:cxnLst/>
              <a:rect l="l" t="t" r="r" b="b"/>
              <a:pathLst>
                <a:path w="7463" h="5491" extrusionOk="0">
                  <a:moveTo>
                    <a:pt x="472" y="0"/>
                  </a:moveTo>
                  <a:cubicBezTo>
                    <a:pt x="212" y="0"/>
                    <a:pt x="0" y="212"/>
                    <a:pt x="0" y="462"/>
                  </a:cubicBezTo>
                  <a:lnTo>
                    <a:pt x="0" y="5020"/>
                  </a:lnTo>
                  <a:cubicBezTo>
                    <a:pt x="0" y="5279"/>
                    <a:pt x="212" y="5491"/>
                    <a:pt x="472" y="5491"/>
                  </a:cubicBezTo>
                  <a:lnTo>
                    <a:pt x="6991" y="5491"/>
                  </a:lnTo>
                  <a:cubicBezTo>
                    <a:pt x="7251" y="5491"/>
                    <a:pt x="7463" y="5279"/>
                    <a:pt x="7463" y="5020"/>
                  </a:cubicBezTo>
                  <a:lnTo>
                    <a:pt x="7463" y="462"/>
                  </a:lnTo>
                  <a:cubicBezTo>
                    <a:pt x="7463" y="212"/>
                    <a:pt x="7251" y="0"/>
                    <a:pt x="6991" y="0"/>
                  </a:cubicBezTo>
                  <a:close/>
                </a:path>
              </a:pathLst>
            </a:custGeom>
            <a:solidFill>
              <a:srgbClr val="566D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9" name="Google Shape;13089;p65"/>
            <p:cNvSpPr/>
            <p:nvPr/>
          </p:nvSpPr>
          <p:spPr>
            <a:xfrm>
              <a:off x="2447623" y="3032328"/>
              <a:ext cx="93554" cy="11132"/>
            </a:xfrm>
            <a:custGeom>
              <a:avLst/>
              <a:gdLst/>
              <a:ahLst/>
              <a:cxnLst/>
              <a:rect l="l" t="t" r="r" b="b"/>
              <a:pathLst>
                <a:path w="3580" h="426" extrusionOk="0">
                  <a:moveTo>
                    <a:pt x="273" y="0"/>
                  </a:moveTo>
                  <a:cubicBezTo>
                    <a:pt x="0" y="0"/>
                    <a:pt x="0" y="426"/>
                    <a:pt x="273" y="426"/>
                  </a:cubicBezTo>
                  <a:cubicBezTo>
                    <a:pt x="281" y="426"/>
                    <a:pt x="290" y="425"/>
                    <a:pt x="299" y="425"/>
                  </a:cubicBezTo>
                  <a:lnTo>
                    <a:pt x="3280" y="425"/>
                  </a:lnTo>
                  <a:cubicBezTo>
                    <a:pt x="3289" y="425"/>
                    <a:pt x="3298" y="426"/>
                    <a:pt x="3306" y="426"/>
                  </a:cubicBezTo>
                  <a:cubicBezTo>
                    <a:pt x="3579" y="426"/>
                    <a:pt x="3579" y="0"/>
                    <a:pt x="3306" y="0"/>
                  </a:cubicBezTo>
                  <a:cubicBezTo>
                    <a:pt x="3298" y="0"/>
                    <a:pt x="3289" y="1"/>
                    <a:pt x="3280" y="2"/>
                  </a:cubicBezTo>
                  <a:lnTo>
                    <a:pt x="299" y="2"/>
                  </a:lnTo>
                  <a:cubicBezTo>
                    <a:pt x="290" y="1"/>
                    <a:pt x="281" y="0"/>
                    <a:pt x="273" y="0"/>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0" name="Google Shape;13090;p65"/>
            <p:cNvSpPr/>
            <p:nvPr/>
          </p:nvSpPr>
          <p:spPr>
            <a:xfrm>
              <a:off x="2436229" y="3056187"/>
              <a:ext cx="105000" cy="11394"/>
            </a:xfrm>
            <a:custGeom>
              <a:avLst/>
              <a:gdLst/>
              <a:ahLst/>
              <a:cxnLst/>
              <a:rect l="l" t="t" r="r" b="b"/>
              <a:pathLst>
                <a:path w="4018" h="436" extrusionOk="0">
                  <a:moveTo>
                    <a:pt x="276" y="1"/>
                  </a:moveTo>
                  <a:cubicBezTo>
                    <a:pt x="1" y="1"/>
                    <a:pt x="3" y="435"/>
                    <a:pt x="285" y="435"/>
                  </a:cubicBezTo>
                  <a:cubicBezTo>
                    <a:pt x="290" y="435"/>
                    <a:pt x="296" y="435"/>
                    <a:pt x="302" y="435"/>
                  </a:cubicBezTo>
                  <a:lnTo>
                    <a:pt x="3716" y="435"/>
                  </a:lnTo>
                  <a:cubicBezTo>
                    <a:pt x="3722" y="435"/>
                    <a:pt x="3728" y="435"/>
                    <a:pt x="3734" y="435"/>
                  </a:cubicBezTo>
                  <a:cubicBezTo>
                    <a:pt x="4015" y="435"/>
                    <a:pt x="4018" y="1"/>
                    <a:pt x="3742" y="1"/>
                  </a:cubicBezTo>
                  <a:cubicBezTo>
                    <a:pt x="3734" y="1"/>
                    <a:pt x="3725" y="1"/>
                    <a:pt x="3716" y="2"/>
                  </a:cubicBezTo>
                  <a:lnTo>
                    <a:pt x="302" y="2"/>
                  </a:lnTo>
                  <a:cubicBezTo>
                    <a:pt x="293" y="1"/>
                    <a:pt x="285" y="1"/>
                    <a:pt x="276"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1" name="Google Shape;13091;p65"/>
            <p:cNvSpPr/>
            <p:nvPr/>
          </p:nvSpPr>
          <p:spPr>
            <a:xfrm>
              <a:off x="2437327" y="3080098"/>
              <a:ext cx="102805" cy="11080"/>
            </a:xfrm>
            <a:custGeom>
              <a:avLst/>
              <a:gdLst/>
              <a:ahLst/>
              <a:cxnLst/>
              <a:rect l="l" t="t" r="r" b="b"/>
              <a:pathLst>
                <a:path w="3934" h="424" extrusionOk="0">
                  <a:moveTo>
                    <a:pt x="260" y="1"/>
                  </a:moveTo>
                  <a:cubicBezTo>
                    <a:pt x="1" y="20"/>
                    <a:pt x="1" y="404"/>
                    <a:pt x="260" y="424"/>
                  </a:cubicBezTo>
                  <a:lnTo>
                    <a:pt x="3674" y="424"/>
                  </a:lnTo>
                  <a:cubicBezTo>
                    <a:pt x="3934" y="404"/>
                    <a:pt x="3934" y="20"/>
                    <a:pt x="3674"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2" name="Google Shape;13092;p65"/>
            <p:cNvSpPr/>
            <p:nvPr/>
          </p:nvSpPr>
          <p:spPr>
            <a:xfrm>
              <a:off x="2436229" y="3103957"/>
              <a:ext cx="105000" cy="11368"/>
            </a:xfrm>
            <a:custGeom>
              <a:avLst/>
              <a:gdLst/>
              <a:ahLst/>
              <a:cxnLst/>
              <a:rect l="l" t="t" r="r" b="b"/>
              <a:pathLst>
                <a:path w="4018" h="435" extrusionOk="0">
                  <a:moveTo>
                    <a:pt x="284" y="1"/>
                  </a:moveTo>
                  <a:cubicBezTo>
                    <a:pt x="1" y="1"/>
                    <a:pt x="1" y="434"/>
                    <a:pt x="284" y="434"/>
                  </a:cubicBezTo>
                  <a:cubicBezTo>
                    <a:pt x="290" y="434"/>
                    <a:pt x="296" y="434"/>
                    <a:pt x="302" y="434"/>
                  </a:cubicBezTo>
                  <a:lnTo>
                    <a:pt x="3716" y="434"/>
                  </a:lnTo>
                  <a:cubicBezTo>
                    <a:pt x="3722" y="434"/>
                    <a:pt x="3728" y="434"/>
                    <a:pt x="3734" y="434"/>
                  </a:cubicBezTo>
                  <a:cubicBezTo>
                    <a:pt x="4018" y="434"/>
                    <a:pt x="4018" y="1"/>
                    <a:pt x="3734" y="1"/>
                  </a:cubicBezTo>
                  <a:cubicBezTo>
                    <a:pt x="3728" y="1"/>
                    <a:pt x="3722" y="1"/>
                    <a:pt x="3716" y="1"/>
                  </a:cubicBezTo>
                  <a:lnTo>
                    <a:pt x="302" y="1"/>
                  </a:lnTo>
                  <a:cubicBezTo>
                    <a:pt x="296" y="1"/>
                    <a:pt x="290" y="1"/>
                    <a:pt x="284"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3" name="Google Shape;13093;p65"/>
            <p:cNvSpPr/>
            <p:nvPr/>
          </p:nvSpPr>
          <p:spPr>
            <a:xfrm>
              <a:off x="2436308" y="3128051"/>
              <a:ext cx="104870" cy="11159"/>
            </a:xfrm>
            <a:custGeom>
              <a:avLst/>
              <a:gdLst/>
              <a:ahLst/>
              <a:cxnLst/>
              <a:rect l="l" t="t" r="r" b="b"/>
              <a:pathLst>
                <a:path w="4013" h="427" extrusionOk="0">
                  <a:moveTo>
                    <a:pt x="273" y="1"/>
                  </a:moveTo>
                  <a:cubicBezTo>
                    <a:pt x="0" y="1"/>
                    <a:pt x="0" y="427"/>
                    <a:pt x="273" y="427"/>
                  </a:cubicBezTo>
                  <a:cubicBezTo>
                    <a:pt x="282" y="427"/>
                    <a:pt x="290" y="426"/>
                    <a:pt x="299" y="425"/>
                  </a:cubicBezTo>
                  <a:lnTo>
                    <a:pt x="3713" y="425"/>
                  </a:lnTo>
                  <a:cubicBezTo>
                    <a:pt x="3722" y="426"/>
                    <a:pt x="3731" y="427"/>
                    <a:pt x="3739" y="427"/>
                  </a:cubicBezTo>
                  <a:cubicBezTo>
                    <a:pt x="4012" y="427"/>
                    <a:pt x="4012" y="1"/>
                    <a:pt x="3739" y="1"/>
                  </a:cubicBezTo>
                  <a:cubicBezTo>
                    <a:pt x="3731" y="1"/>
                    <a:pt x="3722" y="1"/>
                    <a:pt x="3713" y="2"/>
                  </a:cubicBezTo>
                  <a:lnTo>
                    <a:pt x="299" y="2"/>
                  </a:lnTo>
                  <a:cubicBezTo>
                    <a:pt x="290" y="1"/>
                    <a:pt x="282" y="1"/>
                    <a:pt x="273"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4" name="Google Shape;13094;p65"/>
            <p:cNvSpPr/>
            <p:nvPr/>
          </p:nvSpPr>
          <p:spPr>
            <a:xfrm>
              <a:off x="2437327" y="3151962"/>
              <a:ext cx="102805" cy="11342"/>
            </a:xfrm>
            <a:custGeom>
              <a:avLst/>
              <a:gdLst/>
              <a:ahLst/>
              <a:cxnLst/>
              <a:rect l="l" t="t" r="r" b="b"/>
              <a:pathLst>
                <a:path w="3934" h="434" extrusionOk="0">
                  <a:moveTo>
                    <a:pt x="260" y="1"/>
                  </a:moveTo>
                  <a:cubicBezTo>
                    <a:pt x="1" y="20"/>
                    <a:pt x="1" y="405"/>
                    <a:pt x="260" y="433"/>
                  </a:cubicBezTo>
                  <a:lnTo>
                    <a:pt x="3674" y="433"/>
                  </a:lnTo>
                  <a:cubicBezTo>
                    <a:pt x="3934" y="405"/>
                    <a:pt x="3934" y="20"/>
                    <a:pt x="3674"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5" name="Google Shape;13095;p65"/>
            <p:cNvSpPr/>
            <p:nvPr/>
          </p:nvSpPr>
          <p:spPr>
            <a:xfrm>
              <a:off x="2436229" y="3175821"/>
              <a:ext cx="77012" cy="11368"/>
            </a:xfrm>
            <a:custGeom>
              <a:avLst/>
              <a:gdLst/>
              <a:ahLst/>
              <a:cxnLst/>
              <a:rect l="l" t="t" r="r" b="b"/>
              <a:pathLst>
                <a:path w="2947" h="435" extrusionOk="0">
                  <a:moveTo>
                    <a:pt x="284" y="1"/>
                  </a:moveTo>
                  <a:cubicBezTo>
                    <a:pt x="1" y="1"/>
                    <a:pt x="1" y="435"/>
                    <a:pt x="284" y="435"/>
                  </a:cubicBezTo>
                  <a:cubicBezTo>
                    <a:pt x="290" y="435"/>
                    <a:pt x="296" y="434"/>
                    <a:pt x="302" y="434"/>
                  </a:cubicBezTo>
                  <a:lnTo>
                    <a:pt x="2678" y="434"/>
                  </a:lnTo>
                  <a:cubicBezTo>
                    <a:pt x="2947" y="415"/>
                    <a:pt x="2947" y="20"/>
                    <a:pt x="2678" y="1"/>
                  </a:cubicBezTo>
                  <a:lnTo>
                    <a:pt x="302" y="1"/>
                  </a:lnTo>
                  <a:cubicBezTo>
                    <a:pt x="296" y="1"/>
                    <a:pt x="290" y="1"/>
                    <a:pt x="284" y="1"/>
                  </a:cubicBezTo>
                  <a:close/>
                </a:path>
              </a:pathLst>
            </a:custGeom>
            <a:solidFill>
              <a:srgbClr val="D4DC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6" name="Google Shape;13096;p65"/>
            <p:cNvSpPr/>
            <p:nvPr/>
          </p:nvSpPr>
          <p:spPr>
            <a:xfrm>
              <a:off x="2226255" y="3090525"/>
              <a:ext cx="111847" cy="90863"/>
            </a:xfrm>
            <a:custGeom>
              <a:avLst/>
              <a:gdLst/>
              <a:ahLst/>
              <a:cxnLst/>
              <a:rect l="l" t="t" r="r" b="b"/>
              <a:pathLst>
                <a:path w="4280" h="3477" extrusionOk="0">
                  <a:moveTo>
                    <a:pt x="2106" y="1"/>
                  </a:moveTo>
                  <a:cubicBezTo>
                    <a:pt x="1871" y="1"/>
                    <a:pt x="1635" y="121"/>
                    <a:pt x="1510" y="361"/>
                  </a:cubicBezTo>
                  <a:lnTo>
                    <a:pt x="1039" y="1294"/>
                  </a:lnTo>
                  <a:lnTo>
                    <a:pt x="1020" y="1332"/>
                  </a:lnTo>
                  <a:lnTo>
                    <a:pt x="0" y="3352"/>
                  </a:lnTo>
                  <a:cubicBezTo>
                    <a:pt x="87" y="3429"/>
                    <a:pt x="193" y="3477"/>
                    <a:pt x="318" y="3477"/>
                  </a:cubicBezTo>
                  <a:lnTo>
                    <a:pt x="4279" y="3477"/>
                  </a:lnTo>
                  <a:lnTo>
                    <a:pt x="3193" y="1332"/>
                  </a:lnTo>
                  <a:lnTo>
                    <a:pt x="3174" y="1294"/>
                  </a:lnTo>
                  <a:lnTo>
                    <a:pt x="2702" y="361"/>
                  </a:lnTo>
                  <a:cubicBezTo>
                    <a:pt x="2577" y="121"/>
                    <a:pt x="2342" y="1"/>
                    <a:pt x="2106" y="1"/>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7" name="Google Shape;13097;p65"/>
            <p:cNvSpPr/>
            <p:nvPr/>
          </p:nvSpPr>
          <p:spPr>
            <a:xfrm>
              <a:off x="2324513" y="3056474"/>
              <a:ext cx="68363" cy="62561"/>
            </a:xfrm>
            <a:custGeom>
              <a:avLst/>
              <a:gdLst/>
              <a:ahLst/>
              <a:cxnLst/>
              <a:rect l="l" t="t" r="r" b="b"/>
              <a:pathLst>
                <a:path w="2616" h="2394" extrusionOk="0">
                  <a:moveTo>
                    <a:pt x="1356" y="1"/>
                  </a:moveTo>
                  <a:lnTo>
                    <a:pt x="1356" y="1"/>
                  </a:lnTo>
                  <a:cubicBezTo>
                    <a:pt x="443" y="126"/>
                    <a:pt x="0" y="1183"/>
                    <a:pt x="558" y="1914"/>
                  </a:cubicBezTo>
                  <a:cubicBezTo>
                    <a:pt x="802" y="2239"/>
                    <a:pt x="1160" y="2393"/>
                    <a:pt x="1514" y="2393"/>
                  </a:cubicBezTo>
                  <a:cubicBezTo>
                    <a:pt x="1967" y="2393"/>
                    <a:pt x="2416" y="2140"/>
                    <a:pt x="2616" y="1664"/>
                  </a:cubicBezTo>
                  <a:lnTo>
                    <a:pt x="2616" y="1664"/>
                  </a:lnTo>
                  <a:cubicBezTo>
                    <a:pt x="2559" y="1672"/>
                    <a:pt x="2504" y="1676"/>
                    <a:pt x="2449" y="1676"/>
                  </a:cubicBezTo>
                  <a:cubicBezTo>
                    <a:pt x="1611" y="1676"/>
                    <a:pt x="1013" y="804"/>
                    <a:pt x="1356" y="1"/>
                  </a:cubicBezTo>
                  <a:close/>
                </a:path>
              </a:pathLst>
            </a:custGeom>
            <a:solidFill>
              <a:srgbClr val="CBD2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98" name="Google Shape;13098;p65"/>
            <p:cNvSpPr/>
            <p:nvPr/>
          </p:nvSpPr>
          <p:spPr>
            <a:xfrm>
              <a:off x="2253380" y="3090342"/>
              <a:ext cx="55819" cy="47953"/>
            </a:xfrm>
            <a:custGeom>
              <a:avLst/>
              <a:gdLst/>
              <a:ahLst/>
              <a:cxnLst/>
              <a:rect l="l" t="t" r="r" b="b"/>
              <a:pathLst>
                <a:path w="2136" h="1835" extrusionOk="0">
                  <a:moveTo>
                    <a:pt x="1068" y="0"/>
                  </a:moveTo>
                  <a:cubicBezTo>
                    <a:pt x="833" y="0"/>
                    <a:pt x="597" y="123"/>
                    <a:pt x="472" y="368"/>
                  </a:cubicBezTo>
                  <a:lnTo>
                    <a:pt x="1" y="1301"/>
                  </a:lnTo>
                  <a:cubicBezTo>
                    <a:pt x="265" y="1657"/>
                    <a:pt x="667" y="1835"/>
                    <a:pt x="1068" y="1835"/>
                  </a:cubicBezTo>
                  <a:cubicBezTo>
                    <a:pt x="1470" y="1835"/>
                    <a:pt x="1871" y="1657"/>
                    <a:pt x="2136" y="1301"/>
                  </a:cubicBezTo>
                  <a:lnTo>
                    <a:pt x="1664" y="368"/>
                  </a:lnTo>
                  <a:cubicBezTo>
                    <a:pt x="1539" y="123"/>
                    <a:pt x="1304" y="0"/>
                    <a:pt x="1068"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99" name="Google Shape;13099;p65"/>
          <p:cNvGrpSpPr/>
          <p:nvPr/>
        </p:nvGrpSpPr>
        <p:grpSpPr>
          <a:xfrm>
            <a:off x="1749895" y="2708254"/>
            <a:ext cx="366665" cy="365202"/>
            <a:chOff x="1753570" y="2892127"/>
            <a:chExt cx="366665" cy="365202"/>
          </a:xfrm>
        </p:grpSpPr>
        <p:sp>
          <p:nvSpPr>
            <p:cNvPr id="13100" name="Google Shape;13100;p65"/>
            <p:cNvSpPr/>
            <p:nvPr/>
          </p:nvSpPr>
          <p:spPr>
            <a:xfrm>
              <a:off x="1753570" y="3076335"/>
              <a:ext cx="365149" cy="104295"/>
            </a:xfrm>
            <a:custGeom>
              <a:avLst/>
              <a:gdLst/>
              <a:ahLst/>
              <a:cxnLst/>
              <a:rect l="l" t="t" r="r" b="b"/>
              <a:pathLst>
                <a:path w="13973" h="3991" extrusionOk="0">
                  <a:moveTo>
                    <a:pt x="212" y="0"/>
                  </a:moveTo>
                  <a:cubicBezTo>
                    <a:pt x="97" y="0"/>
                    <a:pt x="1" y="96"/>
                    <a:pt x="1" y="212"/>
                  </a:cubicBezTo>
                  <a:lnTo>
                    <a:pt x="1" y="3779"/>
                  </a:lnTo>
                  <a:cubicBezTo>
                    <a:pt x="1" y="3895"/>
                    <a:pt x="97" y="3991"/>
                    <a:pt x="212" y="3991"/>
                  </a:cubicBezTo>
                  <a:lnTo>
                    <a:pt x="13761" y="3991"/>
                  </a:lnTo>
                  <a:cubicBezTo>
                    <a:pt x="13838" y="3991"/>
                    <a:pt x="13896" y="3953"/>
                    <a:pt x="13934" y="3895"/>
                  </a:cubicBezTo>
                  <a:cubicBezTo>
                    <a:pt x="13963" y="3856"/>
                    <a:pt x="13973" y="3818"/>
                    <a:pt x="13973" y="3770"/>
                  </a:cubicBezTo>
                  <a:lnTo>
                    <a:pt x="13973" y="212"/>
                  </a:lnTo>
                  <a:cubicBezTo>
                    <a:pt x="13973" y="96"/>
                    <a:pt x="13877" y="0"/>
                    <a:pt x="13761"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1" name="Google Shape;13101;p65"/>
            <p:cNvSpPr/>
            <p:nvPr/>
          </p:nvSpPr>
          <p:spPr>
            <a:xfrm>
              <a:off x="1775939" y="3076335"/>
              <a:ext cx="342780" cy="104295"/>
            </a:xfrm>
            <a:custGeom>
              <a:avLst/>
              <a:gdLst/>
              <a:ahLst/>
              <a:cxnLst/>
              <a:rect l="l" t="t" r="r" b="b"/>
              <a:pathLst>
                <a:path w="13117" h="3991" extrusionOk="0">
                  <a:moveTo>
                    <a:pt x="212" y="0"/>
                  </a:moveTo>
                  <a:cubicBezTo>
                    <a:pt x="97" y="0"/>
                    <a:pt x="0" y="96"/>
                    <a:pt x="0" y="212"/>
                  </a:cubicBezTo>
                  <a:lnTo>
                    <a:pt x="0" y="3779"/>
                  </a:lnTo>
                  <a:cubicBezTo>
                    <a:pt x="0" y="3895"/>
                    <a:pt x="97" y="3991"/>
                    <a:pt x="212" y="3991"/>
                  </a:cubicBezTo>
                  <a:lnTo>
                    <a:pt x="12905" y="3991"/>
                  </a:lnTo>
                  <a:cubicBezTo>
                    <a:pt x="12982" y="3991"/>
                    <a:pt x="13040" y="3953"/>
                    <a:pt x="13078" y="3895"/>
                  </a:cubicBezTo>
                  <a:cubicBezTo>
                    <a:pt x="13107" y="3856"/>
                    <a:pt x="13117" y="3818"/>
                    <a:pt x="13117" y="3770"/>
                  </a:cubicBezTo>
                  <a:lnTo>
                    <a:pt x="13117" y="212"/>
                  </a:lnTo>
                  <a:cubicBezTo>
                    <a:pt x="13117" y="96"/>
                    <a:pt x="13021" y="0"/>
                    <a:pt x="12905"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2" name="Google Shape;13102;p65"/>
            <p:cNvSpPr/>
            <p:nvPr/>
          </p:nvSpPr>
          <p:spPr>
            <a:xfrm>
              <a:off x="2046934" y="3180578"/>
              <a:ext cx="70218" cy="76751"/>
            </a:xfrm>
            <a:custGeom>
              <a:avLst/>
              <a:gdLst/>
              <a:ahLst/>
              <a:cxnLst/>
              <a:rect l="l" t="t" r="r" b="b"/>
              <a:pathLst>
                <a:path w="2687" h="2937" extrusionOk="0">
                  <a:moveTo>
                    <a:pt x="329" y="0"/>
                  </a:moveTo>
                  <a:cubicBezTo>
                    <a:pt x="186" y="0"/>
                    <a:pt x="54" y="110"/>
                    <a:pt x="54" y="271"/>
                  </a:cubicBezTo>
                  <a:lnTo>
                    <a:pt x="6" y="2656"/>
                  </a:lnTo>
                  <a:cubicBezTo>
                    <a:pt x="0" y="2830"/>
                    <a:pt x="139" y="2936"/>
                    <a:pt x="283" y="2936"/>
                  </a:cubicBezTo>
                  <a:cubicBezTo>
                    <a:pt x="369" y="2936"/>
                    <a:pt x="458" y="2897"/>
                    <a:pt x="516" y="2810"/>
                  </a:cubicBezTo>
                  <a:lnTo>
                    <a:pt x="670" y="2550"/>
                  </a:lnTo>
                  <a:lnTo>
                    <a:pt x="1045" y="1954"/>
                  </a:lnTo>
                  <a:cubicBezTo>
                    <a:pt x="1102" y="1867"/>
                    <a:pt x="1199" y="1819"/>
                    <a:pt x="1295" y="1819"/>
                  </a:cubicBezTo>
                  <a:lnTo>
                    <a:pt x="2295" y="1877"/>
                  </a:lnTo>
                  <a:cubicBezTo>
                    <a:pt x="2298" y="1877"/>
                    <a:pt x="2302" y="1877"/>
                    <a:pt x="2306" y="1877"/>
                  </a:cubicBezTo>
                  <a:cubicBezTo>
                    <a:pt x="2577" y="1877"/>
                    <a:pt x="2686" y="1529"/>
                    <a:pt x="2468" y="1377"/>
                  </a:cubicBezTo>
                  <a:lnTo>
                    <a:pt x="747" y="223"/>
                  </a:lnTo>
                  <a:lnTo>
                    <a:pt x="487" y="50"/>
                  </a:lnTo>
                  <a:cubicBezTo>
                    <a:pt x="437" y="16"/>
                    <a:pt x="382" y="0"/>
                    <a:pt x="329"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3" name="Google Shape;13103;p65"/>
            <p:cNvSpPr/>
            <p:nvPr/>
          </p:nvSpPr>
          <p:spPr>
            <a:xfrm>
              <a:off x="2064416" y="3186405"/>
              <a:ext cx="52709" cy="60836"/>
            </a:xfrm>
            <a:custGeom>
              <a:avLst/>
              <a:gdLst/>
              <a:ahLst/>
              <a:cxnLst/>
              <a:rect l="l" t="t" r="r" b="b"/>
              <a:pathLst>
                <a:path w="2017" h="2328" extrusionOk="0">
                  <a:moveTo>
                    <a:pt x="78" y="0"/>
                  </a:moveTo>
                  <a:cubicBezTo>
                    <a:pt x="58" y="39"/>
                    <a:pt x="49" y="77"/>
                    <a:pt x="49" y="125"/>
                  </a:cubicBezTo>
                  <a:lnTo>
                    <a:pt x="1" y="2327"/>
                  </a:lnTo>
                  <a:lnTo>
                    <a:pt x="376" y="1731"/>
                  </a:lnTo>
                  <a:cubicBezTo>
                    <a:pt x="433" y="1644"/>
                    <a:pt x="530" y="1596"/>
                    <a:pt x="626" y="1596"/>
                  </a:cubicBezTo>
                  <a:lnTo>
                    <a:pt x="1626" y="1654"/>
                  </a:lnTo>
                  <a:cubicBezTo>
                    <a:pt x="1629" y="1654"/>
                    <a:pt x="1633" y="1654"/>
                    <a:pt x="1637" y="1654"/>
                  </a:cubicBezTo>
                  <a:cubicBezTo>
                    <a:pt x="1898" y="1654"/>
                    <a:pt x="2017" y="1315"/>
                    <a:pt x="1799" y="1154"/>
                  </a:cubicBezTo>
                  <a:lnTo>
                    <a:pt x="78"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4" name="Google Shape;13104;p65"/>
            <p:cNvSpPr/>
            <p:nvPr/>
          </p:nvSpPr>
          <p:spPr>
            <a:xfrm>
              <a:off x="1913658" y="2892650"/>
              <a:ext cx="206577" cy="160088"/>
            </a:xfrm>
            <a:custGeom>
              <a:avLst/>
              <a:gdLst/>
              <a:ahLst/>
              <a:cxnLst/>
              <a:rect l="l" t="t" r="r" b="b"/>
              <a:pathLst>
                <a:path w="7905" h="6126" extrusionOk="0">
                  <a:moveTo>
                    <a:pt x="385" y="0"/>
                  </a:moveTo>
                  <a:cubicBezTo>
                    <a:pt x="173" y="0"/>
                    <a:pt x="0" y="173"/>
                    <a:pt x="0" y="385"/>
                  </a:cubicBezTo>
                  <a:lnTo>
                    <a:pt x="0" y="5741"/>
                  </a:lnTo>
                  <a:cubicBezTo>
                    <a:pt x="0" y="5952"/>
                    <a:pt x="173" y="6125"/>
                    <a:pt x="385" y="6125"/>
                  </a:cubicBezTo>
                  <a:lnTo>
                    <a:pt x="7520" y="6125"/>
                  </a:lnTo>
                  <a:cubicBezTo>
                    <a:pt x="7731" y="6125"/>
                    <a:pt x="7904" y="5952"/>
                    <a:pt x="7904" y="5741"/>
                  </a:cubicBezTo>
                  <a:lnTo>
                    <a:pt x="7904" y="385"/>
                  </a:lnTo>
                  <a:cubicBezTo>
                    <a:pt x="7904" y="173"/>
                    <a:pt x="7731" y="0"/>
                    <a:pt x="7520"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5" name="Google Shape;13105;p65"/>
            <p:cNvSpPr/>
            <p:nvPr/>
          </p:nvSpPr>
          <p:spPr>
            <a:xfrm>
              <a:off x="1941045" y="2892650"/>
              <a:ext cx="179191" cy="160088"/>
            </a:xfrm>
            <a:custGeom>
              <a:avLst/>
              <a:gdLst/>
              <a:ahLst/>
              <a:cxnLst/>
              <a:rect l="l" t="t" r="r" b="b"/>
              <a:pathLst>
                <a:path w="6857" h="6126" extrusionOk="0">
                  <a:moveTo>
                    <a:pt x="394" y="0"/>
                  </a:moveTo>
                  <a:cubicBezTo>
                    <a:pt x="173" y="0"/>
                    <a:pt x="0" y="173"/>
                    <a:pt x="0" y="385"/>
                  </a:cubicBezTo>
                  <a:lnTo>
                    <a:pt x="0" y="5741"/>
                  </a:lnTo>
                  <a:cubicBezTo>
                    <a:pt x="0" y="5952"/>
                    <a:pt x="173" y="6125"/>
                    <a:pt x="394" y="6125"/>
                  </a:cubicBezTo>
                  <a:lnTo>
                    <a:pt x="6472" y="6125"/>
                  </a:lnTo>
                  <a:cubicBezTo>
                    <a:pt x="6683" y="6125"/>
                    <a:pt x="6856" y="5952"/>
                    <a:pt x="6856" y="5741"/>
                  </a:cubicBezTo>
                  <a:lnTo>
                    <a:pt x="6856" y="385"/>
                  </a:lnTo>
                  <a:cubicBezTo>
                    <a:pt x="6856" y="173"/>
                    <a:pt x="6683" y="0"/>
                    <a:pt x="6472"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6" name="Google Shape;13106;p65"/>
            <p:cNvSpPr/>
            <p:nvPr/>
          </p:nvSpPr>
          <p:spPr>
            <a:xfrm>
              <a:off x="1755086" y="2892127"/>
              <a:ext cx="132701" cy="160114"/>
            </a:xfrm>
            <a:custGeom>
              <a:avLst/>
              <a:gdLst/>
              <a:ahLst/>
              <a:cxnLst/>
              <a:rect l="l" t="t" r="r" b="b"/>
              <a:pathLst>
                <a:path w="5078" h="6127" extrusionOk="0">
                  <a:moveTo>
                    <a:pt x="164" y="1"/>
                  </a:moveTo>
                  <a:cubicBezTo>
                    <a:pt x="77" y="1"/>
                    <a:pt x="0" y="68"/>
                    <a:pt x="0" y="164"/>
                  </a:cubicBezTo>
                  <a:lnTo>
                    <a:pt x="0" y="5953"/>
                  </a:lnTo>
                  <a:cubicBezTo>
                    <a:pt x="0" y="6049"/>
                    <a:pt x="77" y="6126"/>
                    <a:pt x="164" y="6126"/>
                  </a:cubicBezTo>
                  <a:lnTo>
                    <a:pt x="4914" y="6126"/>
                  </a:lnTo>
                  <a:cubicBezTo>
                    <a:pt x="5001" y="6126"/>
                    <a:pt x="5078" y="6049"/>
                    <a:pt x="5078" y="5953"/>
                  </a:cubicBezTo>
                  <a:lnTo>
                    <a:pt x="5078" y="164"/>
                  </a:lnTo>
                  <a:cubicBezTo>
                    <a:pt x="5078" y="68"/>
                    <a:pt x="5001" y="1"/>
                    <a:pt x="4914" y="1"/>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7" name="Google Shape;13107;p65"/>
            <p:cNvSpPr/>
            <p:nvPr/>
          </p:nvSpPr>
          <p:spPr>
            <a:xfrm>
              <a:off x="1777455" y="2892127"/>
              <a:ext cx="110331" cy="160114"/>
            </a:xfrm>
            <a:custGeom>
              <a:avLst/>
              <a:gdLst/>
              <a:ahLst/>
              <a:cxnLst/>
              <a:rect l="l" t="t" r="r" b="b"/>
              <a:pathLst>
                <a:path w="4222" h="6127" extrusionOk="0">
                  <a:moveTo>
                    <a:pt x="164" y="1"/>
                  </a:moveTo>
                  <a:cubicBezTo>
                    <a:pt x="67" y="1"/>
                    <a:pt x="0" y="68"/>
                    <a:pt x="0" y="164"/>
                  </a:cubicBezTo>
                  <a:lnTo>
                    <a:pt x="0" y="5953"/>
                  </a:lnTo>
                  <a:cubicBezTo>
                    <a:pt x="0" y="6049"/>
                    <a:pt x="67" y="6126"/>
                    <a:pt x="164" y="6126"/>
                  </a:cubicBezTo>
                  <a:lnTo>
                    <a:pt x="4058" y="6126"/>
                  </a:lnTo>
                  <a:cubicBezTo>
                    <a:pt x="4145" y="6126"/>
                    <a:pt x="4222" y="6049"/>
                    <a:pt x="4222" y="5953"/>
                  </a:cubicBezTo>
                  <a:lnTo>
                    <a:pt x="4222" y="164"/>
                  </a:lnTo>
                  <a:cubicBezTo>
                    <a:pt x="4222" y="68"/>
                    <a:pt x="4145" y="1"/>
                    <a:pt x="4058"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8" name="Google Shape;13108;p65"/>
            <p:cNvSpPr/>
            <p:nvPr/>
          </p:nvSpPr>
          <p:spPr>
            <a:xfrm>
              <a:off x="1755086" y="2892127"/>
              <a:ext cx="132701" cy="159853"/>
            </a:xfrm>
            <a:custGeom>
              <a:avLst/>
              <a:gdLst/>
              <a:ahLst/>
              <a:cxnLst/>
              <a:rect l="l" t="t" r="r" b="b"/>
              <a:pathLst>
                <a:path w="5078" h="6117" extrusionOk="0">
                  <a:moveTo>
                    <a:pt x="164" y="1"/>
                  </a:moveTo>
                  <a:cubicBezTo>
                    <a:pt x="77" y="1"/>
                    <a:pt x="0" y="68"/>
                    <a:pt x="0" y="164"/>
                  </a:cubicBezTo>
                  <a:lnTo>
                    <a:pt x="0" y="328"/>
                  </a:lnTo>
                  <a:lnTo>
                    <a:pt x="2222" y="2982"/>
                  </a:lnTo>
                  <a:lnTo>
                    <a:pt x="0" y="5655"/>
                  </a:lnTo>
                  <a:lnTo>
                    <a:pt x="0" y="5953"/>
                  </a:lnTo>
                  <a:cubicBezTo>
                    <a:pt x="0" y="6040"/>
                    <a:pt x="77" y="6117"/>
                    <a:pt x="164" y="6117"/>
                  </a:cubicBezTo>
                  <a:lnTo>
                    <a:pt x="2500" y="3318"/>
                  </a:lnTo>
                  <a:lnTo>
                    <a:pt x="4847" y="6117"/>
                  </a:lnTo>
                  <a:lnTo>
                    <a:pt x="4904" y="6117"/>
                  </a:lnTo>
                  <a:cubicBezTo>
                    <a:pt x="5001" y="6117"/>
                    <a:pt x="5078" y="6040"/>
                    <a:pt x="5078" y="5953"/>
                  </a:cubicBezTo>
                  <a:lnTo>
                    <a:pt x="5078" y="5722"/>
                  </a:lnTo>
                  <a:lnTo>
                    <a:pt x="2779" y="2982"/>
                  </a:lnTo>
                  <a:lnTo>
                    <a:pt x="5078" y="222"/>
                  </a:lnTo>
                  <a:lnTo>
                    <a:pt x="5078" y="164"/>
                  </a:lnTo>
                  <a:cubicBezTo>
                    <a:pt x="5078" y="68"/>
                    <a:pt x="5001" y="1"/>
                    <a:pt x="4914" y="1"/>
                  </a:cubicBezTo>
                  <a:lnTo>
                    <a:pt x="4712" y="1"/>
                  </a:lnTo>
                  <a:lnTo>
                    <a:pt x="2500" y="2655"/>
                  </a:lnTo>
                  <a:lnTo>
                    <a:pt x="279" y="1"/>
                  </a:ln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09" name="Google Shape;13109;p65"/>
            <p:cNvSpPr/>
            <p:nvPr/>
          </p:nvSpPr>
          <p:spPr>
            <a:xfrm>
              <a:off x="1939268" y="2914496"/>
              <a:ext cx="72910" cy="11080"/>
            </a:xfrm>
            <a:custGeom>
              <a:avLst/>
              <a:gdLst/>
              <a:ahLst/>
              <a:cxnLst/>
              <a:rect l="l" t="t" r="r" b="b"/>
              <a:pathLst>
                <a:path w="2790" h="424" extrusionOk="0">
                  <a:moveTo>
                    <a:pt x="289" y="1"/>
                  </a:moveTo>
                  <a:cubicBezTo>
                    <a:pt x="1" y="1"/>
                    <a:pt x="1" y="424"/>
                    <a:pt x="289" y="424"/>
                  </a:cubicBezTo>
                  <a:lnTo>
                    <a:pt x="2501" y="424"/>
                  </a:lnTo>
                  <a:cubicBezTo>
                    <a:pt x="2789" y="424"/>
                    <a:pt x="2789" y="1"/>
                    <a:pt x="2501"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0" name="Google Shape;13110;p65"/>
            <p:cNvSpPr/>
            <p:nvPr/>
          </p:nvSpPr>
          <p:spPr>
            <a:xfrm>
              <a:off x="2021690" y="2914496"/>
              <a:ext cx="72648" cy="11080"/>
            </a:xfrm>
            <a:custGeom>
              <a:avLst/>
              <a:gdLst/>
              <a:ahLst/>
              <a:cxnLst/>
              <a:rect l="l" t="t" r="r" b="b"/>
              <a:pathLst>
                <a:path w="2780" h="424" extrusionOk="0">
                  <a:moveTo>
                    <a:pt x="289" y="1"/>
                  </a:moveTo>
                  <a:cubicBezTo>
                    <a:pt x="1" y="1"/>
                    <a:pt x="1" y="424"/>
                    <a:pt x="289" y="424"/>
                  </a:cubicBezTo>
                  <a:lnTo>
                    <a:pt x="2501" y="424"/>
                  </a:lnTo>
                  <a:cubicBezTo>
                    <a:pt x="2780" y="424"/>
                    <a:pt x="2780" y="1"/>
                    <a:pt x="2501" y="1"/>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1" name="Google Shape;13111;p65"/>
            <p:cNvSpPr/>
            <p:nvPr/>
          </p:nvSpPr>
          <p:spPr>
            <a:xfrm>
              <a:off x="1939268" y="2949436"/>
              <a:ext cx="72910" cy="11315"/>
            </a:xfrm>
            <a:custGeom>
              <a:avLst/>
              <a:gdLst/>
              <a:ahLst/>
              <a:cxnLst/>
              <a:rect l="l" t="t" r="r" b="b"/>
              <a:pathLst>
                <a:path w="2790" h="433" extrusionOk="0">
                  <a:moveTo>
                    <a:pt x="289" y="0"/>
                  </a:moveTo>
                  <a:cubicBezTo>
                    <a:pt x="1" y="0"/>
                    <a:pt x="1" y="433"/>
                    <a:pt x="289" y="433"/>
                  </a:cubicBezTo>
                  <a:lnTo>
                    <a:pt x="2501" y="433"/>
                  </a:lnTo>
                  <a:cubicBezTo>
                    <a:pt x="2789" y="433"/>
                    <a:pt x="2789" y="0"/>
                    <a:pt x="2501"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2" name="Google Shape;13112;p65"/>
            <p:cNvSpPr/>
            <p:nvPr/>
          </p:nvSpPr>
          <p:spPr>
            <a:xfrm>
              <a:off x="2021690" y="2949436"/>
              <a:ext cx="72648" cy="11315"/>
            </a:xfrm>
            <a:custGeom>
              <a:avLst/>
              <a:gdLst/>
              <a:ahLst/>
              <a:cxnLst/>
              <a:rect l="l" t="t" r="r" b="b"/>
              <a:pathLst>
                <a:path w="2780" h="433" extrusionOk="0">
                  <a:moveTo>
                    <a:pt x="289" y="0"/>
                  </a:moveTo>
                  <a:cubicBezTo>
                    <a:pt x="1" y="0"/>
                    <a:pt x="1" y="433"/>
                    <a:pt x="289" y="433"/>
                  </a:cubicBezTo>
                  <a:lnTo>
                    <a:pt x="2501" y="433"/>
                  </a:lnTo>
                  <a:cubicBezTo>
                    <a:pt x="2780" y="433"/>
                    <a:pt x="2780" y="0"/>
                    <a:pt x="2501"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3" name="Google Shape;13113;p65"/>
            <p:cNvSpPr/>
            <p:nvPr/>
          </p:nvSpPr>
          <p:spPr>
            <a:xfrm>
              <a:off x="1939268" y="2984610"/>
              <a:ext cx="72910" cy="11080"/>
            </a:xfrm>
            <a:custGeom>
              <a:avLst/>
              <a:gdLst/>
              <a:ahLst/>
              <a:cxnLst/>
              <a:rect l="l" t="t" r="r" b="b"/>
              <a:pathLst>
                <a:path w="2790" h="424" extrusionOk="0">
                  <a:moveTo>
                    <a:pt x="280" y="0"/>
                  </a:moveTo>
                  <a:cubicBezTo>
                    <a:pt x="1" y="0"/>
                    <a:pt x="4" y="424"/>
                    <a:pt x="289" y="424"/>
                  </a:cubicBezTo>
                  <a:lnTo>
                    <a:pt x="2501" y="424"/>
                  </a:lnTo>
                  <a:cubicBezTo>
                    <a:pt x="2789" y="424"/>
                    <a:pt x="2789" y="0"/>
                    <a:pt x="2501" y="0"/>
                  </a:cubicBezTo>
                  <a:lnTo>
                    <a:pt x="289" y="0"/>
                  </a:lnTo>
                  <a:cubicBezTo>
                    <a:pt x="286" y="0"/>
                    <a:pt x="283" y="0"/>
                    <a:pt x="280"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4" name="Google Shape;13114;p65"/>
            <p:cNvSpPr/>
            <p:nvPr/>
          </p:nvSpPr>
          <p:spPr>
            <a:xfrm>
              <a:off x="2021690" y="2984610"/>
              <a:ext cx="72648" cy="11080"/>
            </a:xfrm>
            <a:custGeom>
              <a:avLst/>
              <a:gdLst/>
              <a:ahLst/>
              <a:cxnLst/>
              <a:rect l="l" t="t" r="r" b="b"/>
              <a:pathLst>
                <a:path w="2780" h="424" extrusionOk="0">
                  <a:moveTo>
                    <a:pt x="2510" y="0"/>
                  </a:moveTo>
                  <a:cubicBezTo>
                    <a:pt x="2507" y="0"/>
                    <a:pt x="2504" y="0"/>
                    <a:pt x="2501" y="0"/>
                  </a:cubicBezTo>
                  <a:lnTo>
                    <a:pt x="289" y="0"/>
                  </a:lnTo>
                  <a:cubicBezTo>
                    <a:pt x="1" y="0"/>
                    <a:pt x="1" y="424"/>
                    <a:pt x="289" y="424"/>
                  </a:cubicBezTo>
                  <a:lnTo>
                    <a:pt x="2501" y="424"/>
                  </a:lnTo>
                  <a:cubicBezTo>
                    <a:pt x="2777" y="424"/>
                    <a:pt x="2780" y="0"/>
                    <a:pt x="2510"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5" name="Google Shape;13115;p65"/>
            <p:cNvSpPr/>
            <p:nvPr/>
          </p:nvSpPr>
          <p:spPr>
            <a:xfrm>
              <a:off x="1939268" y="3019549"/>
              <a:ext cx="72910" cy="11080"/>
            </a:xfrm>
            <a:custGeom>
              <a:avLst/>
              <a:gdLst/>
              <a:ahLst/>
              <a:cxnLst/>
              <a:rect l="l" t="t" r="r" b="b"/>
              <a:pathLst>
                <a:path w="2790" h="424" extrusionOk="0">
                  <a:moveTo>
                    <a:pt x="289" y="0"/>
                  </a:moveTo>
                  <a:cubicBezTo>
                    <a:pt x="1" y="0"/>
                    <a:pt x="1" y="423"/>
                    <a:pt x="289" y="423"/>
                  </a:cubicBezTo>
                  <a:lnTo>
                    <a:pt x="2501" y="423"/>
                  </a:lnTo>
                  <a:cubicBezTo>
                    <a:pt x="2789" y="423"/>
                    <a:pt x="2789" y="0"/>
                    <a:pt x="2501"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6" name="Google Shape;13116;p65"/>
            <p:cNvSpPr/>
            <p:nvPr/>
          </p:nvSpPr>
          <p:spPr>
            <a:xfrm>
              <a:off x="2021690" y="3019549"/>
              <a:ext cx="72648" cy="11080"/>
            </a:xfrm>
            <a:custGeom>
              <a:avLst/>
              <a:gdLst/>
              <a:ahLst/>
              <a:cxnLst/>
              <a:rect l="l" t="t" r="r" b="b"/>
              <a:pathLst>
                <a:path w="2780" h="424" extrusionOk="0">
                  <a:moveTo>
                    <a:pt x="289" y="0"/>
                  </a:moveTo>
                  <a:cubicBezTo>
                    <a:pt x="1" y="0"/>
                    <a:pt x="1" y="423"/>
                    <a:pt x="289" y="423"/>
                  </a:cubicBezTo>
                  <a:lnTo>
                    <a:pt x="2501" y="423"/>
                  </a:lnTo>
                  <a:cubicBezTo>
                    <a:pt x="2780" y="423"/>
                    <a:pt x="2780" y="0"/>
                    <a:pt x="2501" y="0"/>
                  </a:cubicBezTo>
                  <a:close/>
                </a:path>
              </a:pathLst>
            </a:custGeom>
            <a:solidFill>
              <a:srgbClr val="A2B5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17" name="Google Shape;13117;p65"/>
            <p:cNvSpPr/>
            <p:nvPr/>
          </p:nvSpPr>
          <p:spPr>
            <a:xfrm>
              <a:off x="1753570" y="3076335"/>
              <a:ext cx="365149" cy="104295"/>
            </a:xfrm>
            <a:custGeom>
              <a:avLst/>
              <a:gdLst/>
              <a:ahLst/>
              <a:cxnLst/>
              <a:rect l="l" t="t" r="r" b="b"/>
              <a:pathLst>
                <a:path w="13973" h="3991" extrusionOk="0">
                  <a:moveTo>
                    <a:pt x="212" y="0"/>
                  </a:moveTo>
                  <a:cubicBezTo>
                    <a:pt x="97" y="0"/>
                    <a:pt x="1" y="96"/>
                    <a:pt x="1" y="212"/>
                  </a:cubicBezTo>
                  <a:lnTo>
                    <a:pt x="1" y="308"/>
                  </a:lnTo>
                  <a:lnTo>
                    <a:pt x="6184" y="1924"/>
                  </a:lnTo>
                  <a:lnTo>
                    <a:pt x="1" y="3683"/>
                  </a:lnTo>
                  <a:lnTo>
                    <a:pt x="1" y="3779"/>
                  </a:lnTo>
                  <a:cubicBezTo>
                    <a:pt x="1" y="3895"/>
                    <a:pt x="97" y="3991"/>
                    <a:pt x="212" y="3991"/>
                  </a:cubicBezTo>
                  <a:lnTo>
                    <a:pt x="510" y="3991"/>
                  </a:lnTo>
                  <a:lnTo>
                    <a:pt x="7059" y="2145"/>
                  </a:lnTo>
                  <a:lnTo>
                    <a:pt x="13665" y="3991"/>
                  </a:lnTo>
                  <a:lnTo>
                    <a:pt x="13761" y="3991"/>
                  </a:lnTo>
                  <a:cubicBezTo>
                    <a:pt x="13838" y="3991"/>
                    <a:pt x="13896" y="3953"/>
                    <a:pt x="13934" y="3895"/>
                  </a:cubicBezTo>
                  <a:cubicBezTo>
                    <a:pt x="13963" y="3856"/>
                    <a:pt x="13973" y="3818"/>
                    <a:pt x="13973" y="3770"/>
                  </a:cubicBezTo>
                  <a:lnTo>
                    <a:pt x="13973" y="3626"/>
                  </a:lnTo>
                  <a:lnTo>
                    <a:pt x="7924" y="1924"/>
                  </a:lnTo>
                  <a:lnTo>
                    <a:pt x="13973" y="337"/>
                  </a:lnTo>
                  <a:lnTo>
                    <a:pt x="13973" y="212"/>
                  </a:lnTo>
                  <a:cubicBezTo>
                    <a:pt x="13973" y="96"/>
                    <a:pt x="13877" y="0"/>
                    <a:pt x="13761" y="0"/>
                  </a:cubicBezTo>
                  <a:lnTo>
                    <a:pt x="13588" y="0"/>
                  </a:lnTo>
                  <a:lnTo>
                    <a:pt x="7059" y="1702"/>
                  </a:lnTo>
                  <a:lnTo>
                    <a:pt x="549" y="0"/>
                  </a:lnTo>
                  <a:close/>
                </a:path>
              </a:pathLst>
            </a:custGeom>
            <a:solidFill>
              <a:srgbClr val="8599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18" name="Google Shape;13118;p65"/>
          <p:cNvGrpSpPr/>
          <p:nvPr/>
        </p:nvGrpSpPr>
        <p:grpSpPr>
          <a:xfrm>
            <a:off x="1300076" y="3623467"/>
            <a:ext cx="367684" cy="366561"/>
            <a:chOff x="1303751" y="3807339"/>
            <a:chExt cx="367684" cy="366561"/>
          </a:xfrm>
        </p:grpSpPr>
        <p:sp>
          <p:nvSpPr>
            <p:cNvPr id="13119" name="Google Shape;13119;p65"/>
            <p:cNvSpPr/>
            <p:nvPr/>
          </p:nvSpPr>
          <p:spPr>
            <a:xfrm>
              <a:off x="1305006" y="4056356"/>
              <a:ext cx="366430" cy="117387"/>
            </a:xfrm>
            <a:custGeom>
              <a:avLst/>
              <a:gdLst/>
              <a:ahLst/>
              <a:cxnLst/>
              <a:rect l="l" t="t" r="r" b="b"/>
              <a:pathLst>
                <a:path w="14022" h="4492" extrusionOk="0">
                  <a:moveTo>
                    <a:pt x="2251" y="2030"/>
                  </a:moveTo>
                  <a:cubicBezTo>
                    <a:pt x="2847" y="2030"/>
                    <a:pt x="3155" y="2751"/>
                    <a:pt x="2732" y="3174"/>
                  </a:cubicBezTo>
                  <a:cubicBezTo>
                    <a:pt x="2595" y="3311"/>
                    <a:pt x="2425" y="3373"/>
                    <a:pt x="2259" y="3373"/>
                  </a:cubicBezTo>
                  <a:cubicBezTo>
                    <a:pt x="1912" y="3373"/>
                    <a:pt x="1578" y="3106"/>
                    <a:pt x="1578" y="2703"/>
                  </a:cubicBezTo>
                  <a:cubicBezTo>
                    <a:pt x="1578" y="2328"/>
                    <a:pt x="1886" y="2030"/>
                    <a:pt x="2251" y="2030"/>
                  </a:cubicBezTo>
                  <a:close/>
                  <a:moveTo>
                    <a:pt x="1934" y="1"/>
                  </a:moveTo>
                  <a:cubicBezTo>
                    <a:pt x="1568" y="1"/>
                    <a:pt x="1213" y="107"/>
                    <a:pt x="914" y="299"/>
                  </a:cubicBezTo>
                  <a:cubicBezTo>
                    <a:pt x="866" y="328"/>
                    <a:pt x="818" y="357"/>
                    <a:pt x="780" y="385"/>
                  </a:cubicBezTo>
                  <a:cubicBezTo>
                    <a:pt x="289" y="751"/>
                    <a:pt x="11" y="1328"/>
                    <a:pt x="1" y="1934"/>
                  </a:cubicBezTo>
                  <a:lnTo>
                    <a:pt x="1" y="2616"/>
                  </a:lnTo>
                  <a:cubicBezTo>
                    <a:pt x="39" y="3655"/>
                    <a:pt x="895" y="4491"/>
                    <a:pt x="1934" y="4491"/>
                  </a:cubicBezTo>
                  <a:lnTo>
                    <a:pt x="13223" y="4491"/>
                  </a:lnTo>
                  <a:cubicBezTo>
                    <a:pt x="13665" y="4491"/>
                    <a:pt x="14021" y="4136"/>
                    <a:pt x="14021" y="3693"/>
                  </a:cubicBezTo>
                  <a:lnTo>
                    <a:pt x="14021" y="809"/>
                  </a:lnTo>
                  <a:cubicBezTo>
                    <a:pt x="14021" y="366"/>
                    <a:pt x="13665" y="1"/>
                    <a:pt x="13223" y="1"/>
                  </a:cubicBezTo>
                  <a:close/>
                </a:path>
              </a:pathLst>
            </a:custGeom>
            <a:solidFill>
              <a:srgbClr val="CED7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0" name="Google Shape;13120;p65"/>
            <p:cNvSpPr/>
            <p:nvPr/>
          </p:nvSpPr>
          <p:spPr>
            <a:xfrm>
              <a:off x="1305267" y="4079980"/>
              <a:ext cx="366169" cy="93763"/>
            </a:xfrm>
            <a:custGeom>
              <a:avLst/>
              <a:gdLst/>
              <a:ahLst/>
              <a:cxnLst/>
              <a:rect l="l" t="t" r="r" b="b"/>
              <a:pathLst>
                <a:path w="14012" h="3588" extrusionOk="0">
                  <a:moveTo>
                    <a:pt x="2248" y="1125"/>
                  </a:moveTo>
                  <a:cubicBezTo>
                    <a:pt x="2405" y="1125"/>
                    <a:pt x="2564" y="1180"/>
                    <a:pt x="2693" y="1299"/>
                  </a:cubicBezTo>
                  <a:cubicBezTo>
                    <a:pt x="3145" y="1712"/>
                    <a:pt x="2857" y="2472"/>
                    <a:pt x="2241" y="2472"/>
                  </a:cubicBezTo>
                  <a:cubicBezTo>
                    <a:pt x="1770" y="2472"/>
                    <a:pt x="1443" y="2001"/>
                    <a:pt x="1616" y="1559"/>
                  </a:cubicBezTo>
                  <a:cubicBezTo>
                    <a:pt x="1725" y="1281"/>
                    <a:pt x="1984" y="1125"/>
                    <a:pt x="2248" y="1125"/>
                  </a:cubicBezTo>
                  <a:close/>
                  <a:moveTo>
                    <a:pt x="1770" y="1"/>
                  </a:moveTo>
                  <a:cubicBezTo>
                    <a:pt x="885" y="78"/>
                    <a:pt x="164" y="751"/>
                    <a:pt x="20" y="1635"/>
                  </a:cubicBezTo>
                  <a:cubicBezTo>
                    <a:pt x="1" y="1703"/>
                    <a:pt x="1" y="1780"/>
                    <a:pt x="10" y="1857"/>
                  </a:cubicBezTo>
                  <a:cubicBezTo>
                    <a:pt x="106" y="2837"/>
                    <a:pt x="943" y="3587"/>
                    <a:pt x="1933" y="3587"/>
                  </a:cubicBezTo>
                  <a:lnTo>
                    <a:pt x="13213" y="3587"/>
                  </a:lnTo>
                  <a:cubicBezTo>
                    <a:pt x="13655" y="3587"/>
                    <a:pt x="14011" y="3232"/>
                    <a:pt x="14011" y="2789"/>
                  </a:cubicBezTo>
                  <a:lnTo>
                    <a:pt x="14011" y="799"/>
                  </a:lnTo>
                  <a:cubicBezTo>
                    <a:pt x="14011" y="357"/>
                    <a:pt x="13655" y="1"/>
                    <a:pt x="13213"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1" name="Google Shape;13121;p65"/>
            <p:cNvSpPr/>
            <p:nvPr/>
          </p:nvSpPr>
          <p:spPr>
            <a:xfrm>
              <a:off x="1605556" y="4079980"/>
              <a:ext cx="39225" cy="70401"/>
            </a:xfrm>
            <a:custGeom>
              <a:avLst/>
              <a:gdLst/>
              <a:ahLst/>
              <a:cxnLst/>
              <a:rect l="l" t="t" r="r" b="b"/>
              <a:pathLst>
                <a:path w="1501" h="2694" extrusionOk="0">
                  <a:moveTo>
                    <a:pt x="337" y="1"/>
                  </a:moveTo>
                  <a:cubicBezTo>
                    <a:pt x="155" y="1"/>
                    <a:pt x="10" y="145"/>
                    <a:pt x="10" y="328"/>
                  </a:cubicBezTo>
                  <a:lnTo>
                    <a:pt x="10" y="2366"/>
                  </a:lnTo>
                  <a:cubicBezTo>
                    <a:pt x="1" y="2539"/>
                    <a:pt x="145" y="2684"/>
                    <a:pt x="328" y="2693"/>
                  </a:cubicBezTo>
                  <a:lnTo>
                    <a:pt x="1174" y="2693"/>
                  </a:lnTo>
                  <a:cubicBezTo>
                    <a:pt x="1347" y="2693"/>
                    <a:pt x="1501" y="2539"/>
                    <a:pt x="1501" y="2366"/>
                  </a:cubicBezTo>
                  <a:lnTo>
                    <a:pt x="1501" y="328"/>
                  </a:lnTo>
                  <a:cubicBezTo>
                    <a:pt x="1501" y="145"/>
                    <a:pt x="1347" y="1"/>
                    <a:pt x="1174" y="1"/>
                  </a:cubicBezTo>
                  <a:close/>
                </a:path>
              </a:pathLst>
            </a:custGeom>
            <a:solidFill>
              <a:srgbClr val="B2BF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2" name="Google Shape;13122;p65"/>
            <p:cNvSpPr/>
            <p:nvPr/>
          </p:nvSpPr>
          <p:spPr>
            <a:xfrm>
              <a:off x="1516104" y="4079980"/>
              <a:ext cx="38728" cy="70401"/>
            </a:xfrm>
            <a:custGeom>
              <a:avLst/>
              <a:gdLst/>
              <a:ahLst/>
              <a:cxnLst/>
              <a:rect l="l" t="t" r="r" b="b"/>
              <a:pathLst>
                <a:path w="1482" h="2694" extrusionOk="0">
                  <a:moveTo>
                    <a:pt x="327" y="1"/>
                  </a:moveTo>
                  <a:cubicBezTo>
                    <a:pt x="145" y="1"/>
                    <a:pt x="0" y="145"/>
                    <a:pt x="0" y="328"/>
                  </a:cubicBezTo>
                  <a:lnTo>
                    <a:pt x="0" y="2366"/>
                  </a:lnTo>
                  <a:cubicBezTo>
                    <a:pt x="0" y="2539"/>
                    <a:pt x="145" y="2693"/>
                    <a:pt x="327" y="2693"/>
                  </a:cubicBezTo>
                  <a:lnTo>
                    <a:pt x="1154" y="2693"/>
                  </a:lnTo>
                  <a:cubicBezTo>
                    <a:pt x="1337" y="2693"/>
                    <a:pt x="1481" y="2539"/>
                    <a:pt x="1481" y="2366"/>
                  </a:cubicBezTo>
                  <a:lnTo>
                    <a:pt x="1481" y="328"/>
                  </a:lnTo>
                  <a:cubicBezTo>
                    <a:pt x="1481" y="145"/>
                    <a:pt x="1337" y="1"/>
                    <a:pt x="1154"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3" name="Google Shape;13123;p65"/>
            <p:cNvSpPr/>
            <p:nvPr/>
          </p:nvSpPr>
          <p:spPr>
            <a:xfrm>
              <a:off x="1427149" y="4079980"/>
              <a:ext cx="38728" cy="70401"/>
            </a:xfrm>
            <a:custGeom>
              <a:avLst/>
              <a:gdLst/>
              <a:ahLst/>
              <a:cxnLst/>
              <a:rect l="l" t="t" r="r" b="b"/>
              <a:pathLst>
                <a:path w="1482" h="2694" extrusionOk="0">
                  <a:moveTo>
                    <a:pt x="327" y="1"/>
                  </a:moveTo>
                  <a:cubicBezTo>
                    <a:pt x="145" y="1"/>
                    <a:pt x="0" y="145"/>
                    <a:pt x="0" y="328"/>
                  </a:cubicBezTo>
                  <a:lnTo>
                    <a:pt x="0" y="2366"/>
                  </a:lnTo>
                  <a:cubicBezTo>
                    <a:pt x="0" y="2539"/>
                    <a:pt x="145" y="2693"/>
                    <a:pt x="327" y="2693"/>
                  </a:cubicBezTo>
                  <a:lnTo>
                    <a:pt x="1154" y="2693"/>
                  </a:lnTo>
                  <a:cubicBezTo>
                    <a:pt x="1337" y="2693"/>
                    <a:pt x="1481" y="2539"/>
                    <a:pt x="1481" y="2366"/>
                  </a:cubicBezTo>
                  <a:lnTo>
                    <a:pt x="1481" y="328"/>
                  </a:lnTo>
                  <a:cubicBezTo>
                    <a:pt x="1481" y="145"/>
                    <a:pt x="1337" y="1"/>
                    <a:pt x="1154"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4" name="Google Shape;13124;p65"/>
            <p:cNvSpPr/>
            <p:nvPr/>
          </p:nvSpPr>
          <p:spPr>
            <a:xfrm>
              <a:off x="1575294" y="4139536"/>
              <a:ext cx="11943" cy="19129"/>
            </a:xfrm>
            <a:custGeom>
              <a:avLst/>
              <a:gdLst/>
              <a:ahLst/>
              <a:cxnLst/>
              <a:rect l="l" t="t" r="r" b="b"/>
              <a:pathLst>
                <a:path w="457" h="732" extrusionOk="0">
                  <a:moveTo>
                    <a:pt x="226" y="1"/>
                  </a:moveTo>
                  <a:cubicBezTo>
                    <a:pt x="111" y="1"/>
                    <a:pt x="14" y="97"/>
                    <a:pt x="14" y="222"/>
                  </a:cubicBezTo>
                  <a:lnTo>
                    <a:pt x="14" y="501"/>
                  </a:lnTo>
                  <a:cubicBezTo>
                    <a:pt x="0" y="655"/>
                    <a:pt x="113" y="732"/>
                    <a:pt x="227" y="732"/>
                  </a:cubicBezTo>
                  <a:cubicBezTo>
                    <a:pt x="341" y="732"/>
                    <a:pt x="457" y="655"/>
                    <a:pt x="447" y="501"/>
                  </a:cubicBezTo>
                  <a:lnTo>
                    <a:pt x="447" y="222"/>
                  </a:lnTo>
                  <a:cubicBezTo>
                    <a:pt x="447" y="97"/>
                    <a:pt x="351" y="1"/>
                    <a:pt x="226"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5" name="Google Shape;13125;p65"/>
            <p:cNvSpPr/>
            <p:nvPr/>
          </p:nvSpPr>
          <p:spPr>
            <a:xfrm>
              <a:off x="1575294" y="4079745"/>
              <a:ext cx="11943" cy="49260"/>
            </a:xfrm>
            <a:custGeom>
              <a:avLst/>
              <a:gdLst/>
              <a:ahLst/>
              <a:cxnLst/>
              <a:rect l="l" t="t" r="r" b="b"/>
              <a:pathLst>
                <a:path w="457" h="1885" extrusionOk="0">
                  <a:moveTo>
                    <a:pt x="226" y="0"/>
                  </a:moveTo>
                  <a:cubicBezTo>
                    <a:pt x="111" y="0"/>
                    <a:pt x="14" y="96"/>
                    <a:pt x="14" y="221"/>
                  </a:cubicBezTo>
                  <a:lnTo>
                    <a:pt x="14" y="1654"/>
                  </a:lnTo>
                  <a:cubicBezTo>
                    <a:pt x="0" y="1808"/>
                    <a:pt x="113" y="1885"/>
                    <a:pt x="227" y="1885"/>
                  </a:cubicBezTo>
                  <a:cubicBezTo>
                    <a:pt x="341" y="1885"/>
                    <a:pt x="457" y="1808"/>
                    <a:pt x="447" y="1654"/>
                  </a:cubicBezTo>
                  <a:lnTo>
                    <a:pt x="447" y="221"/>
                  </a:lnTo>
                  <a:cubicBezTo>
                    <a:pt x="447" y="96"/>
                    <a:pt x="351" y="0"/>
                    <a:pt x="22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6" name="Google Shape;13126;p65"/>
            <p:cNvSpPr/>
            <p:nvPr/>
          </p:nvSpPr>
          <p:spPr>
            <a:xfrm>
              <a:off x="1485686" y="4079745"/>
              <a:ext cx="11838" cy="49260"/>
            </a:xfrm>
            <a:custGeom>
              <a:avLst/>
              <a:gdLst/>
              <a:ahLst/>
              <a:cxnLst/>
              <a:rect l="l" t="t" r="r" b="b"/>
              <a:pathLst>
                <a:path w="453" h="1885" extrusionOk="0">
                  <a:moveTo>
                    <a:pt x="232" y="0"/>
                  </a:moveTo>
                  <a:cubicBezTo>
                    <a:pt x="107" y="0"/>
                    <a:pt x="11" y="96"/>
                    <a:pt x="11" y="221"/>
                  </a:cubicBezTo>
                  <a:lnTo>
                    <a:pt x="11" y="1654"/>
                  </a:lnTo>
                  <a:cubicBezTo>
                    <a:pt x="1" y="1808"/>
                    <a:pt x="114" y="1885"/>
                    <a:pt x="227" y="1885"/>
                  </a:cubicBezTo>
                  <a:cubicBezTo>
                    <a:pt x="340" y="1885"/>
                    <a:pt x="453" y="1808"/>
                    <a:pt x="443" y="1654"/>
                  </a:cubicBezTo>
                  <a:lnTo>
                    <a:pt x="443" y="221"/>
                  </a:lnTo>
                  <a:cubicBezTo>
                    <a:pt x="443" y="96"/>
                    <a:pt x="347" y="0"/>
                    <a:pt x="23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7" name="Google Shape;13127;p65"/>
            <p:cNvSpPr/>
            <p:nvPr/>
          </p:nvSpPr>
          <p:spPr>
            <a:xfrm>
              <a:off x="1485686" y="4139536"/>
              <a:ext cx="11838" cy="19129"/>
            </a:xfrm>
            <a:custGeom>
              <a:avLst/>
              <a:gdLst/>
              <a:ahLst/>
              <a:cxnLst/>
              <a:rect l="l" t="t" r="r" b="b"/>
              <a:pathLst>
                <a:path w="453" h="732" extrusionOk="0">
                  <a:moveTo>
                    <a:pt x="232" y="1"/>
                  </a:moveTo>
                  <a:cubicBezTo>
                    <a:pt x="107" y="1"/>
                    <a:pt x="11" y="97"/>
                    <a:pt x="11" y="222"/>
                  </a:cubicBezTo>
                  <a:lnTo>
                    <a:pt x="11" y="501"/>
                  </a:lnTo>
                  <a:cubicBezTo>
                    <a:pt x="1" y="655"/>
                    <a:pt x="114" y="732"/>
                    <a:pt x="227" y="732"/>
                  </a:cubicBezTo>
                  <a:cubicBezTo>
                    <a:pt x="340" y="732"/>
                    <a:pt x="453" y="655"/>
                    <a:pt x="443" y="501"/>
                  </a:cubicBezTo>
                  <a:lnTo>
                    <a:pt x="443" y="222"/>
                  </a:lnTo>
                  <a:cubicBezTo>
                    <a:pt x="443" y="97"/>
                    <a:pt x="347" y="1"/>
                    <a:pt x="232"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8" name="Google Shape;13128;p65"/>
            <p:cNvSpPr/>
            <p:nvPr/>
          </p:nvSpPr>
          <p:spPr>
            <a:xfrm>
              <a:off x="1396626" y="4139536"/>
              <a:ext cx="11943" cy="19129"/>
            </a:xfrm>
            <a:custGeom>
              <a:avLst/>
              <a:gdLst/>
              <a:ahLst/>
              <a:cxnLst/>
              <a:rect l="l" t="t" r="r" b="b"/>
              <a:pathLst>
                <a:path w="457" h="732" extrusionOk="0">
                  <a:moveTo>
                    <a:pt x="226" y="1"/>
                  </a:moveTo>
                  <a:cubicBezTo>
                    <a:pt x="111" y="1"/>
                    <a:pt x="14" y="97"/>
                    <a:pt x="14" y="222"/>
                  </a:cubicBezTo>
                  <a:lnTo>
                    <a:pt x="14" y="501"/>
                  </a:lnTo>
                  <a:cubicBezTo>
                    <a:pt x="0" y="655"/>
                    <a:pt x="113" y="732"/>
                    <a:pt x="227" y="732"/>
                  </a:cubicBezTo>
                  <a:cubicBezTo>
                    <a:pt x="341" y="732"/>
                    <a:pt x="457" y="655"/>
                    <a:pt x="447" y="501"/>
                  </a:cubicBezTo>
                  <a:lnTo>
                    <a:pt x="447" y="222"/>
                  </a:lnTo>
                  <a:cubicBezTo>
                    <a:pt x="447" y="97"/>
                    <a:pt x="351" y="1"/>
                    <a:pt x="226"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9" name="Google Shape;13129;p65"/>
            <p:cNvSpPr/>
            <p:nvPr/>
          </p:nvSpPr>
          <p:spPr>
            <a:xfrm>
              <a:off x="1396626" y="4079745"/>
              <a:ext cx="11943" cy="49260"/>
            </a:xfrm>
            <a:custGeom>
              <a:avLst/>
              <a:gdLst/>
              <a:ahLst/>
              <a:cxnLst/>
              <a:rect l="l" t="t" r="r" b="b"/>
              <a:pathLst>
                <a:path w="457" h="1885" extrusionOk="0">
                  <a:moveTo>
                    <a:pt x="226" y="0"/>
                  </a:moveTo>
                  <a:cubicBezTo>
                    <a:pt x="111" y="0"/>
                    <a:pt x="14" y="96"/>
                    <a:pt x="14" y="221"/>
                  </a:cubicBezTo>
                  <a:lnTo>
                    <a:pt x="14" y="1654"/>
                  </a:lnTo>
                  <a:cubicBezTo>
                    <a:pt x="0" y="1808"/>
                    <a:pt x="113" y="1885"/>
                    <a:pt x="227" y="1885"/>
                  </a:cubicBezTo>
                  <a:cubicBezTo>
                    <a:pt x="341" y="1885"/>
                    <a:pt x="457" y="1808"/>
                    <a:pt x="447" y="1654"/>
                  </a:cubicBezTo>
                  <a:lnTo>
                    <a:pt x="447" y="221"/>
                  </a:lnTo>
                  <a:cubicBezTo>
                    <a:pt x="447" y="96"/>
                    <a:pt x="351" y="0"/>
                    <a:pt x="22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0" name="Google Shape;13130;p65"/>
            <p:cNvSpPr/>
            <p:nvPr/>
          </p:nvSpPr>
          <p:spPr>
            <a:xfrm>
              <a:off x="1304274" y="3915110"/>
              <a:ext cx="353573" cy="258712"/>
            </a:xfrm>
            <a:custGeom>
              <a:avLst/>
              <a:gdLst/>
              <a:ahLst/>
              <a:cxnLst/>
              <a:rect l="l" t="t" r="r" b="b"/>
              <a:pathLst>
                <a:path w="13530" h="9900" extrusionOk="0">
                  <a:moveTo>
                    <a:pt x="2276" y="7436"/>
                  </a:moveTo>
                  <a:cubicBezTo>
                    <a:pt x="2616" y="7436"/>
                    <a:pt x="2952" y="7682"/>
                    <a:pt x="2952" y="8108"/>
                  </a:cubicBezTo>
                  <a:cubicBezTo>
                    <a:pt x="2952" y="8300"/>
                    <a:pt x="2875" y="8483"/>
                    <a:pt x="2731" y="8608"/>
                  </a:cubicBezTo>
                  <a:cubicBezTo>
                    <a:pt x="2593" y="8734"/>
                    <a:pt x="2436" y="8788"/>
                    <a:pt x="2285" y="8788"/>
                  </a:cubicBezTo>
                  <a:cubicBezTo>
                    <a:pt x="1846" y="8788"/>
                    <a:pt x="1449" y="8332"/>
                    <a:pt x="1664" y="7839"/>
                  </a:cubicBezTo>
                  <a:cubicBezTo>
                    <a:pt x="1788" y="7562"/>
                    <a:pt x="2033" y="7436"/>
                    <a:pt x="2276" y="7436"/>
                  </a:cubicBezTo>
                  <a:close/>
                  <a:moveTo>
                    <a:pt x="11170" y="1"/>
                  </a:moveTo>
                  <a:cubicBezTo>
                    <a:pt x="11034" y="1"/>
                    <a:pt x="10896" y="35"/>
                    <a:pt x="10770" y="107"/>
                  </a:cubicBezTo>
                  <a:lnTo>
                    <a:pt x="8530" y="1406"/>
                  </a:lnTo>
                  <a:cubicBezTo>
                    <a:pt x="8530" y="1406"/>
                    <a:pt x="923" y="5790"/>
                    <a:pt x="721" y="5944"/>
                  </a:cubicBezTo>
                  <a:cubicBezTo>
                    <a:pt x="250" y="6339"/>
                    <a:pt x="0" y="6925"/>
                    <a:pt x="39" y="7541"/>
                  </a:cubicBezTo>
                  <a:cubicBezTo>
                    <a:pt x="67" y="8137"/>
                    <a:pt x="327" y="8425"/>
                    <a:pt x="606" y="8935"/>
                  </a:cubicBezTo>
                  <a:cubicBezTo>
                    <a:pt x="954" y="9531"/>
                    <a:pt x="1599" y="9899"/>
                    <a:pt x="2292" y="9899"/>
                  </a:cubicBezTo>
                  <a:cubicBezTo>
                    <a:pt x="2326" y="9899"/>
                    <a:pt x="2360" y="9898"/>
                    <a:pt x="2395" y="9896"/>
                  </a:cubicBezTo>
                  <a:cubicBezTo>
                    <a:pt x="3068" y="9858"/>
                    <a:pt x="3404" y="9512"/>
                    <a:pt x="3981" y="9214"/>
                  </a:cubicBezTo>
                  <a:lnTo>
                    <a:pt x="13020" y="4002"/>
                  </a:lnTo>
                  <a:cubicBezTo>
                    <a:pt x="13405" y="3771"/>
                    <a:pt x="13530" y="3281"/>
                    <a:pt x="13309" y="2906"/>
                  </a:cubicBezTo>
                  <a:lnTo>
                    <a:pt x="11914" y="482"/>
                  </a:lnTo>
                  <a:lnTo>
                    <a:pt x="11866" y="396"/>
                  </a:lnTo>
                  <a:cubicBezTo>
                    <a:pt x="11718" y="144"/>
                    <a:pt x="11448" y="1"/>
                    <a:pt x="11170" y="1"/>
                  </a:cubicBezTo>
                  <a:close/>
                </a:path>
              </a:pathLst>
            </a:custGeom>
            <a:solidFill>
              <a:srgbClr val="C1CA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1" name="Google Shape;13131;p65"/>
            <p:cNvSpPr/>
            <p:nvPr/>
          </p:nvSpPr>
          <p:spPr>
            <a:xfrm>
              <a:off x="1307018" y="3927706"/>
              <a:ext cx="350829" cy="245776"/>
            </a:xfrm>
            <a:custGeom>
              <a:avLst/>
              <a:gdLst/>
              <a:ahLst/>
              <a:cxnLst/>
              <a:rect l="l" t="t" r="r" b="b"/>
              <a:pathLst>
                <a:path w="13425" h="9405" extrusionOk="0">
                  <a:moveTo>
                    <a:pt x="2171" y="6954"/>
                  </a:moveTo>
                  <a:cubicBezTo>
                    <a:pt x="2511" y="6954"/>
                    <a:pt x="2847" y="7200"/>
                    <a:pt x="2847" y="7626"/>
                  </a:cubicBezTo>
                  <a:cubicBezTo>
                    <a:pt x="2847" y="7818"/>
                    <a:pt x="2770" y="8001"/>
                    <a:pt x="2626" y="8126"/>
                  </a:cubicBezTo>
                  <a:cubicBezTo>
                    <a:pt x="2488" y="8252"/>
                    <a:pt x="2331" y="8306"/>
                    <a:pt x="2180" y="8306"/>
                  </a:cubicBezTo>
                  <a:cubicBezTo>
                    <a:pt x="1741" y="8306"/>
                    <a:pt x="1344" y="7850"/>
                    <a:pt x="1559" y="7357"/>
                  </a:cubicBezTo>
                  <a:cubicBezTo>
                    <a:pt x="1683" y="7080"/>
                    <a:pt x="1928" y="6954"/>
                    <a:pt x="2171" y="6954"/>
                  </a:cubicBezTo>
                  <a:close/>
                  <a:moveTo>
                    <a:pt x="11809" y="0"/>
                  </a:moveTo>
                  <a:lnTo>
                    <a:pt x="8848" y="1702"/>
                  </a:lnTo>
                  <a:lnTo>
                    <a:pt x="8780" y="1741"/>
                  </a:lnTo>
                  <a:lnTo>
                    <a:pt x="8425" y="1943"/>
                  </a:lnTo>
                  <a:lnTo>
                    <a:pt x="895" y="6289"/>
                  </a:lnTo>
                  <a:lnTo>
                    <a:pt x="837" y="6328"/>
                  </a:lnTo>
                  <a:cubicBezTo>
                    <a:pt x="424" y="6587"/>
                    <a:pt x="126" y="6982"/>
                    <a:pt x="1" y="7453"/>
                  </a:cubicBezTo>
                  <a:cubicBezTo>
                    <a:pt x="39" y="7607"/>
                    <a:pt x="107" y="7761"/>
                    <a:pt x="184" y="7895"/>
                  </a:cubicBezTo>
                  <a:lnTo>
                    <a:pt x="501" y="8443"/>
                  </a:lnTo>
                  <a:cubicBezTo>
                    <a:pt x="549" y="8520"/>
                    <a:pt x="607" y="8607"/>
                    <a:pt x="664" y="8674"/>
                  </a:cubicBezTo>
                  <a:cubicBezTo>
                    <a:pt x="1030" y="9136"/>
                    <a:pt x="1588" y="9405"/>
                    <a:pt x="2184" y="9405"/>
                  </a:cubicBezTo>
                  <a:lnTo>
                    <a:pt x="2290" y="9405"/>
                  </a:lnTo>
                  <a:cubicBezTo>
                    <a:pt x="2347" y="9405"/>
                    <a:pt x="2415" y="9395"/>
                    <a:pt x="2472" y="9386"/>
                  </a:cubicBezTo>
                  <a:cubicBezTo>
                    <a:pt x="2934" y="9318"/>
                    <a:pt x="3049" y="9213"/>
                    <a:pt x="4617" y="8309"/>
                  </a:cubicBezTo>
                  <a:lnTo>
                    <a:pt x="12906" y="3520"/>
                  </a:lnTo>
                  <a:cubicBezTo>
                    <a:pt x="13290" y="3299"/>
                    <a:pt x="13425" y="2808"/>
                    <a:pt x="13204" y="2424"/>
                  </a:cubicBezTo>
                  <a:lnTo>
                    <a:pt x="11809" y="0"/>
                  </a:ln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2" name="Google Shape;13132;p65"/>
            <p:cNvSpPr/>
            <p:nvPr/>
          </p:nvSpPr>
          <p:spPr>
            <a:xfrm>
              <a:off x="1560582" y="3944431"/>
              <a:ext cx="65122" cy="74060"/>
            </a:xfrm>
            <a:custGeom>
              <a:avLst/>
              <a:gdLst/>
              <a:ahLst/>
              <a:cxnLst/>
              <a:rect l="l" t="t" r="r" b="b"/>
              <a:pathLst>
                <a:path w="2492" h="2834" extrusionOk="0">
                  <a:moveTo>
                    <a:pt x="1095" y="1"/>
                  </a:moveTo>
                  <a:cubicBezTo>
                    <a:pt x="1040" y="1"/>
                    <a:pt x="984" y="15"/>
                    <a:pt x="933" y="43"/>
                  </a:cubicBezTo>
                  <a:lnTo>
                    <a:pt x="212" y="457"/>
                  </a:lnTo>
                  <a:cubicBezTo>
                    <a:pt x="58" y="553"/>
                    <a:pt x="0" y="755"/>
                    <a:pt x="97" y="909"/>
                  </a:cubicBezTo>
                  <a:lnTo>
                    <a:pt x="1106" y="2668"/>
                  </a:lnTo>
                  <a:cubicBezTo>
                    <a:pt x="1172" y="2773"/>
                    <a:pt x="1287" y="2834"/>
                    <a:pt x="1403" y="2834"/>
                  </a:cubicBezTo>
                  <a:cubicBezTo>
                    <a:pt x="1456" y="2834"/>
                    <a:pt x="1510" y="2821"/>
                    <a:pt x="1558" y="2793"/>
                  </a:cubicBezTo>
                  <a:lnTo>
                    <a:pt x="2279" y="2370"/>
                  </a:lnTo>
                  <a:cubicBezTo>
                    <a:pt x="2433" y="2284"/>
                    <a:pt x="2491" y="2082"/>
                    <a:pt x="2395" y="1928"/>
                  </a:cubicBezTo>
                  <a:lnTo>
                    <a:pt x="1385" y="168"/>
                  </a:lnTo>
                  <a:cubicBezTo>
                    <a:pt x="1321" y="58"/>
                    <a:pt x="1209" y="1"/>
                    <a:pt x="1095"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3" name="Google Shape;13133;p65"/>
            <p:cNvSpPr/>
            <p:nvPr/>
          </p:nvSpPr>
          <p:spPr>
            <a:xfrm>
              <a:off x="1533953" y="3971922"/>
              <a:ext cx="47326" cy="69565"/>
            </a:xfrm>
            <a:custGeom>
              <a:avLst/>
              <a:gdLst/>
              <a:ahLst/>
              <a:cxnLst/>
              <a:rect l="l" t="t" r="r" b="b"/>
              <a:pathLst>
                <a:path w="1811" h="2662" extrusionOk="0">
                  <a:moveTo>
                    <a:pt x="238" y="1"/>
                  </a:moveTo>
                  <a:cubicBezTo>
                    <a:pt x="216" y="1"/>
                    <a:pt x="195" y="4"/>
                    <a:pt x="173" y="10"/>
                  </a:cubicBezTo>
                  <a:cubicBezTo>
                    <a:pt x="144" y="20"/>
                    <a:pt x="116" y="39"/>
                    <a:pt x="96" y="59"/>
                  </a:cubicBezTo>
                  <a:cubicBezTo>
                    <a:pt x="19" y="126"/>
                    <a:pt x="0" y="232"/>
                    <a:pt x="48" y="318"/>
                  </a:cubicBezTo>
                  <a:lnTo>
                    <a:pt x="769" y="1559"/>
                  </a:lnTo>
                  <a:cubicBezTo>
                    <a:pt x="815" y="1638"/>
                    <a:pt x="883" y="1671"/>
                    <a:pt x="950" y="1671"/>
                  </a:cubicBezTo>
                  <a:cubicBezTo>
                    <a:pt x="1094" y="1671"/>
                    <a:pt x="1233" y="1518"/>
                    <a:pt x="1135" y="1347"/>
                  </a:cubicBezTo>
                  <a:lnTo>
                    <a:pt x="423" y="107"/>
                  </a:lnTo>
                  <a:cubicBezTo>
                    <a:pt x="386" y="39"/>
                    <a:pt x="313" y="1"/>
                    <a:pt x="238" y="1"/>
                  </a:cubicBezTo>
                  <a:close/>
                  <a:moveTo>
                    <a:pt x="1389" y="1978"/>
                  </a:moveTo>
                  <a:cubicBezTo>
                    <a:pt x="1240" y="1978"/>
                    <a:pt x="1093" y="2136"/>
                    <a:pt x="1193" y="2309"/>
                  </a:cubicBezTo>
                  <a:lnTo>
                    <a:pt x="1337" y="2549"/>
                  </a:lnTo>
                  <a:cubicBezTo>
                    <a:pt x="1383" y="2628"/>
                    <a:pt x="1451" y="2661"/>
                    <a:pt x="1520" y="2661"/>
                  </a:cubicBezTo>
                  <a:cubicBezTo>
                    <a:pt x="1667" y="2661"/>
                    <a:pt x="1810" y="2508"/>
                    <a:pt x="1712" y="2338"/>
                  </a:cubicBezTo>
                  <a:lnTo>
                    <a:pt x="1568" y="2088"/>
                  </a:lnTo>
                  <a:cubicBezTo>
                    <a:pt x="1523" y="2010"/>
                    <a:pt x="1456" y="1978"/>
                    <a:pt x="1389" y="1978"/>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4" name="Google Shape;13134;p65"/>
            <p:cNvSpPr/>
            <p:nvPr/>
          </p:nvSpPr>
          <p:spPr>
            <a:xfrm>
              <a:off x="1482942" y="3989169"/>
              <a:ext cx="65096" cy="74112"/>
            </a:xfrm>
            <a:custGeom>
              <a:avLst/>
              <a:gdLst/>
              <a:ahLst/>
              <a:cxnLst/>
              <a:rect l="l" t="t" r="r" b="b"/>
              <a:pathLst>
                <a:path w="2491" h="2836" extrusionOk="0">
                  <a:moveTo>
                    <a:pt x="1095" y="0"/>
                  </a:moveTo>
                  <a:cubicBezTo>
                    <a:pt x="1039" y="0"/>
                    <a:pt x="984" y="14"/>
                    <a:pt x="933" y="43"/>
                  </a:cubicBezTo>
                  <a:lnTo>
                    <a:pt x="212" y="466"/>
                  </a:lnTo>
                  <a:cubicBezTo>
                    <a:pt x="58" y="552"/>
                    <a:pt x="0" y="754"/>
                    <a:pt x="96" y="908"/>
                  </a:cubicBezTo>
                  <a:lnTo>
                    <a:pt x="1106" y="2678"/>
                  </a:lnTo>
                  <a:cubicBezTo>
                    <a:pt x="1170" y="2780"/>
                    <a:pt x="1281" y="2836"/>
                    <a:pt x="1394" y="2836"/>
                  </a:cubicBezTo>
                  <a:cubicBezTo>
                    <a:pt x="1450" y="2836"/>
                    <a:pt x="1507" y="2822"/>
                    <a:pt x="1558" y="2793"/>
                  </a:cubicBezTo>
                  <a:lnTo>
                    <a:pt x="2279" y="2379"/>
                  </a:lnTo>
                  <a:cubicBezTo>
                    <a:pt x="2433" y="2283"/>
                    <a:pt x="2491" y="2081"/>
                    <a:pt x="2395" y="1928"/>
                  </a:cubicBezTo>
                  <a:lnTo>
                    <a:pt x="1385" y="168"/>
                  </a:lnTo>
                  <a:cubicBezTo>
                    <a:pt x="1320" y="58"/>
                    <a:pt x="1208" y="0"/>
                    <a:pt x="1095"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5" name="Google Shape;13135;p65"/>
            <p:cNvSpPr/>
            <p:nvPr/>
          </p:nvSpPr>
          <p:spPr>
            <a:xfrm>
              <a:off x="1456548" y="4016922"/>
              <a:ext cx="45497" cy="69382"/>
            </a:xfrm>
            <a:custGeom>
              <a:avLst/>
              <a:gdLst/>
              <a:ahLst/>
              <a:cxnLst/>
              <a:rect l="l" t="t" r="r" b="b"/>
              <a:pathLst>
                <a:path w="1741" h="2655" extrusionOk="0">
                  <a:moveTo>
                    <a:pt x="221" y="0"/>
                  </a:moveTo>
                  <a:cubicBezTo>
                    <a:pt x="198" y="0"/>
                    <a:pt x="176" y="4"/>
                    <a:pt x="154" y="10"/>
                  </a:cubicBezTo>
                  <a:cubicBezTo>
                    <a:pt x="135" y="19"/>
                    <a:pt x="125" y="19"/>
                    <a:pt x="116" y="29"/>
                  </a:cubicBezTo>
                  <a:cubicBezTo>
                    <a:pt x="39" y="67"/>
                    <a:pt x="0" y="154"/>
                    <a:pt x="10" y="231"/>
                  </a:cubicBezTo>
                  <a:cubicBezTo>
                    <a:pt x="10" y="269"/>
                    <a:pt x="20" y="298"/>
                    <a:pt x="39" y="317"/>
                  </a:cubicBezTo>
                  <a:lnTo>
                    <a:pt x="49" y="356"/>
                  </a:lnTo>
                  <a:lnTo>
                    <a:pt x="558" y="1221"/>
                  </a:lnTo>
                  <a:lnTo>
                    <a:pt x="625" y="1346"/>
                  </a:lnTo>
                  <a:lnTo>
                    <a:pt x="722" y="1510"/>
                  </a:lnTo>
                  <a:lnTo>
                    <a:pt x="750" y="1558"/>
                  </a:lnTo>
                  <a:cubicBezTo>
                    <a:pt x="770" y="1596"/>
                    <a:pt x="799" y="1616"/>
                    <a:pt x="827" y="1635"/>
                  </a:cubicBezTo>
                  <a:cubicBezTo>
                    <a:pt x="866" y="1654"/>
                    <a:pt x="895" y="1664"/>
                    <a:pt x="933" y="1664"/>
                  </a:cubicBezTo>
                  <a:cubicBezTo>
                    <a:pt x="1106" y="1664"/>
                    <a:pt x="1202" y="1491"/>
                    <a:pt x="1126" y="1346"/>
                  </a:cubicBezTo>
                  <a:lnTo>
                    <a:pt x="1126" y="1337"/>
                  </a:lnTo>
                  <a:lnTo>
                    <a:pt x="876" y="914"/>
                  </a:lnTo>
                  <a:lnTo>
                    <a:pt x="808" y="789"/>
                  </a:lnTo>
                  <a:lnTo>
                    <a:pt x="481" y="231"/>
                  </a:lnTo>
                  <a:lnTo>
                    <a:pt x="404" y="106"/>
                  </a:lnTo>
                  <a:cubicBezTo>
                    <a:pt x="395" y="87"/>
                    <a:pt x="375" y="67"/>
                    <a:pt x="366" y="48"/>
                  </a:cubicBezTo>
                  <a:cubicBezTo>
                    <a:pt x="320" y="15"/>
                    <a:pt x="269" y="0"/>
                    <a:pt x="221" y="0"/>
                  </a:cubicBezTo>
                  <a:close/>
                  <a:moveTo>
                    <a:pt x="1375" y="1975"/>
                  </a:moveTo>
                  <a:cubicBezTo>
                    <a:pt x="1228" y="1975"/>
                    <a:pt x="1085" y="2128"/>
                    <a:pt x="1183" y="2298"/>
                  </a:cubicBezTo>
                  <a:lnTo>
                    <a:pt x="1251" y="2414"/>
                  </a:lnTo>
                  <a:lnTo>
                    <a:pt x="1260" y="2423"/>
                  </a:lnTo>
                  <a:lnTo>
                    <a:pt x="1260" y="2443"/>
                  </a:lnTo>
                  <a:lnTo>
                    <a:pt x="1327" y="2548"/>
                  </a:lnTo>
                  <a:cubicBezTo>
                    <a:pt x="1366" y="2616"/>
                    <a:pt x="1433" y="2654"/>
                    <a:pt x="1510" y="2654"/>
                  </a:cubicBezTo>
                  <a:cubicBezTo>
                    <a:pt x="1549" y="2654"/>
                    <a:pt x="1587" y="2645"/>
                    <a:pt x="1616" y="2625"/>
                  </a:cubicBezTo>
                  <a:cubicBezTo>
                    <a:pt x="1693" y="2577"/>
                    <a:pt x="1741" y="2500"/>
                    <a:pt x="1722" y="2414"/>
                  </a:cubicBezTo>
                  <a:cubicBezTo>
                    <a:pt x="1722" y="2385"/>
                    <a:pt x="1712" y="2356"/>
                    <a:pt x="1702" y="2337"/>
                  </a:cubicBezTo>
                  <a:lnTo>
                    <a:pt x="1558" y="2087"/>
                  </a:lnTo>
                  <a:cubicBezTo>
                    <a:pt x="1513" y="2008"/>
                    <a:pt x="1444" y="1975"/>
                    <a:pt x="1375" y="1975"/>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6" name="Google Shape;13136;p65"/>
            <p:cNvSpPr/>
            <p:nvPr/>
          </p:nvSpPr>
          <p:spPr>
            <a:xfrm>
              <a:off x="1405799" y="4033778"/>
              <a:ext cx="65096" cy="74112"/>
            </a:xfrm>
            <a:custGeom>
              <a:avLst/>
              <a:gdLst/>
              <a:ahLst/>
              <a:cxnLst/>
              <a:rect l="l" t="t" r="r" b="b"/>
              <a:pathLst>
                <a:path w="2491" h="2836" extrusionOk="0">
                  <a:moveTo>
                    <a:pt x="1103" y="0"/>
                  </a:moveTo>
                  <a:cubicBezTo>
                    <a:pt x="1046" y="0"/>
                    <a:pt x="987" y="15"/>
                    <a:pt x="933" y="47"/>
                  </a:cubicBezTo>
                  <a:lnTo>
                    <a:pt x="212" y="461"/>
                  </a:lnTo>
                  <a:cubicBezTo>
                    <a:pt x="58" y="547"/>
                    <a:pt x="0" y="749"/>
                    <a:pt x="96" y="903"/>
                  </a:cubicBezTo>
                  <a:lnTo>
                    <a:pt x="1115" y="2673"/>
                  </a:lnTo>
                  <a:cubicBezTo>
                    <a:pt x="1173" y="2775"/>
                    <a:pt x="1282" y="2835"/>
                    <a:pt x="1394" y="2835"/>
                  </a:cubicBezTo>
                  <a:cubicBezTo>
                    <a:pt x="1450" y="2835"/>
                    <a:pt x="1507" y="2820"/>
                    <a:pt x="1558" y="2788"/>
                  </a:cubicBezTo>
                  <a:lnTo>
                    <a:pt x="2279" y="2375"/>
                  </a:lnTo>
                  <a:cubicBezTo>
                    <a:pt x="2433" y="2288"/>
                    <a:pt x="2491" y="2086"/>
                    <a:pt x="2404" y="1923"/>
                  </a:cubicBezTo>
                  <a:lnTo>
                    <a:pt x="1385" y="163"/>
                  </a:lnTo>
                  <a:cubicBezTo>
                    <a:pt x="1327" y="60"/>
                    <a:pt x="1218" y="0"/>
                    <a:pt x="1103"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7" name="Google Shape;13137;p65"/>
            <p:cNvSpPr/>
            <p:nvPr/>
          </p:nvSpPr>
          <p:spPr>
            <a:xfrm>
              <a:off x="1379405" y="4061452"/>
              <a:ext cx="45261" cy="69330"/>
            </a:xfrm>
            <a:custGeom>
              <a:avLst/>
              <a:gdLst/>
              <a:ahLst/>
              <a:cxnLst/>
              <a:rect l="l" t="t" r="r" b="b"/>
              <a:pathLst>
                <a:path w="1732" h="2653" extrusionOk="0">
                  <a:moveTo>
                    <a:pt x="224" y="0"/>
                  </a:moveTo>
                  <a:cubicBezTo>
                    <a:pt x="190" y="0"/>
                    <a:pt x="156" y="9"/>
                    <a:pt x="125" y="27"/>
                  </a:cubicBezTo>
                  <a:cubicBezTo>
                    <a:pt x="106" y="37"/>
                    <a:pt x="96" y="46"/>
                    <a:pt x="87" y="56"/>
                  </a:cubicBezTo>
                  <a:cubicBezTo>
                    <a:pt x="29" y="104"/>
                    <a:pt x="0" y="190"/>
                    <a:pt x="20" y="277"/>
                  </a:cubicBezTo>
                  <a:cubicBezTo>
                    <a:pt x="29" y="287"/>
                    <a:pt x="29" y="306"/>
                    <a:pt x="39" y="325"/>
                  </a:cubicBezTo>
                  <a:lnTo>
                    <a:pt x="87" y="402"/>
                  </a:lnTo>
                  <a:lnTo>
                    <a:pt x="260" y="710"/>
                  </a:lnTo>
                  <a:lnTo>
                    <a:pt x="260" y="719"/>
                  </a:lnTo>
                  <a:lnTo>
                    <a:pt x="366" y="883"/>
                  </a:lnTo>
                  <a:lnTo>
                    <a:pt x="433" y="1008"/>
                  </a:lnTo>
                  <a:lnTo>
                    <a:pt x="472" y="1066"/>
                  </a:lnTo>
                  <a:lnTo>
                    <a:pt x="664" y="1412"/>
                  </a:lnTo>
                  <a:lnTo>
                    <a:pt x="741" y="1537"/>
                  </a:lnTo>
                  <a:lnTo>
                    <a:pt x="750" y="1566"/>
                  </a:lnTo>
                  <a:cubicBezTo>
                    <a:pt x="794" y="1628"/>
                    <a:pt x="867" y="1662"/>
                    <a:pt x="939" y="1662"/>
                  </a:cubicBezTo>
                  <a:cubicBezTo>
                    <a:pt x="977" y="1662"/>
                    <a:pt x="1015" y="1653"/>
                    <a:pt x="1048" y="1633"/>
                  </a:cubicBezTo>
                  <a:cubicBezTo>
                    <a:pt x="1068" y="1614"/>
                    <a:pt x="1087" y="1604"/>
                    <a:pt x="1097" y="1585"/>
                  </a:cubicBezTo>
                  <a:cubicBezTo>
                    <a:pt x="1145" y="1537"/>
                    <a:pt x="1164" y="1469"/>
                    <a:pt x="1154" y="1412"/>
                  </a:cubicBezTo>
                  <a:cubicBezTo>
                    <a:pt x="1154" y="1383"/>
                    <a:pt x="1145" y="1364"/>
                    <a:pt x="1125" y="1335"/>
                  </a:cubicBezTo>
                  <a:lnTo>
                    <a:pt x="1106" y="1287"/>
                  </a:lnTo>
                  <a:lnTo>
                    <a:pt x="1068" y="1239"/>
                  </a:lnTo>
                  <a:lnTo>
                    <a:pt x="1020" y="1152"/>
                  </a:lnTo>
                  <a:lnTo>
                    <a:pt x="866" y="883"/>
                  </a:lnTo>
                  <a:lnTo>
                    <a:pt x="808" y="787"/>
                  </a:lnTo>
                  <a:lnTo>
                    <a:pt x="789" y="758"/>
                  </a:lnTo>
                  <a:lnTo>
                    <a:pt x="779" y="739"/>
                  </a:lnTo>
                  <a:lnTo>
                    <a:pt x="760" y="710"/>
                  </a:lnTo>
                  <a:lnTo>
                    <a:pt x="635" y="479"/>
                  </a:lnTo>
                  <a:lnTo>
                    <a:pt x="558" y="364"/>
                  </a:lnTo>
                  <a:lnTo>
                    <a:pt x="414" y="114"/>
                  </a:lnTo>
                  <a:cubicBezTo>
                    <a:pt x="374" y="41"/>
                    <a:pt x="299" y="0"/>
                    <a:pt x="224" y="0"/>
                  </a:cubicBezTo>
                  <a:close/>
                  <a:moveTo>
                    <a:pt x="1378" y="1969"/>
                  </a:moveTo>
                  <a:cubicBezTo>
                    <a:pt x="1244" y="1969"/>
                    <a:pt x="1110" y="2099"/>
                    <a:pt x="1173" y="2258"/>
                  </a:cubicBezTo>
                  <a:cubicBezTo>
                    <a:pt x="1173" y="2277"/>
                    <a:pt x="1183" y="2287"/>
                    <a:pt x="1183" y="2296"/>
                  </a:cubicBezTo>
                  <a:lnTo>
                    <a:pt x="1327" y="2546"/>
                  </a:lnTo>
                  <a:cubicBezTo>
                    <a:pt x="1365" y="2616"/>
                    <a:pt x="1437" y="2653"/>
                    <a:pt x="1512" y="2653"/>
                  </a:cubicBezTo>
                  <a:cubicBezTo>
                    <a:pt x="1550" y="2653"/>
                    <a:pt x="1589" y="2643"/>
                    <a:pt x="1625" y="2623"/>
                  </a:cubicBezTo>
                  <a:lnTo>
                    <a:pt x="1635" y="2614"/>
                  </a:lnTo>
                  <a:cubicBezTo>
                    <a:pt x="1674" y="2585"/>
                    <a:pt x="1702" y="2546"/>
                    <a:pt x="1722" y="2508"/>
                  </a:cubicBezTo>
                  <a:cubicBezTo>
                    <a:pt x="1731" y="2460"/>
                    <a:pt x="1731" y="2412"/>
                    <a:pt x="1722" y="2373"/>
                  </a:cubicBezTo>
                  <a:cubicBezTo>
                    <a:pt x="1712" y="2354"/>
                    <a:pt x="1712" y="2344"/>
                    <a:pt x="1702" y="2325"/>
                  </a:cubicBezTo>
                  <a:lnTo>
                    <a:pt x="1654" y="2239"/>
                  </a:lnTo>
                  <a:lnTo>
                    <a:pt x="1558" y="2085"/>
                  </a:lnTo>
                  <a:cubicBezTo>
                    <a:pt x="1516" y="2003"/>
                    <a:pt x="1447" y="1969"/>
                    <a:pt x="1378" y="1969"/>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8" name="Google Shape;13138;p65"/>
            <p:cNvSpPr/>
            <p:nvPr/>
          </p:nvSpPr>
          <p:spPr>
            <a:xfrm>
              <a:off x="1305267" y="3823907"/>
              <a:ext cx="261612" cy="349993"/>
            </a:xfrm>
            <a:custGeom>
              <a:avLst/>
              <a:gdLst/>
              <a:ahLst/>
              <a:cxnLst/>
              <a:rect l="l" t="t" r="r" b="b"/>
              <a:pathLst>
                <a:path w="10011" h="13393" extrusionOk="0">
                  <a:moveTo>
                    <a:pt x="2234" y="10926"/>
                  </a:moveTo>
                  <a:cubicBezTo>
                    <a:pt x="2575" y="10926"/>
                    <a:pt x="2914" y="11172"/>
                    <a:pt x="2914" y="11598"/>
                  </a:cubicBezTo>
                  <a:cubicBezTo>
                    <a:pt x="2914" y="11790"/>
                    <a:pt x="2837" y="11973"/>
                    <a:pt x="2693" y="12098"/>
                  </a:cubicBezTo>
                  <a:cubicBezTo>
                    <a:pt x="2555" y="12224"/>
                    <a:pt x="2398" y="12278"/>
                    <a:pt x="2246" y="12278"/>
                  </a:cubicBezTo>
                  <a:cubicBezTo>
                    <a:pt x="1804" y="12278"/>
                    <a:pt x="1404" y="11822"/>
                    <a:pt x="1626" y="11329"/>
                  </a:cubicBezTo>
                  <a:cubicBezTo>
                    <a:pt x="1746" y="11052"/>
                    <a:pt x="1990" y="10926"/>
                    <a:pt x="2234" y="10926"/>
                  </a:cubicBezTo>
                  <a:close/>
                  <a:moveTo>
                    <a:pt x="6594" y="0"/>
                  </a:moveTo>
                  <a:cubicBezTo>
                    <a:pt x="6315" y="0"/>
                    <a:pt x="6044" y="146"/>
                    <a:pt x="5895" y="405"/>
                  </a:cubicBezTo>
                  <a:lnTo>
                    <a:pt x="4491" y="2847"/>
                  </a:lnTo>
                  <a:lnTo>
                    <a:pt x="3587" y="4405"/>
                  </a:lnTo>
                  <a:lnTo>
                    <a:pt x="3058" y="5328"/>
                  </a:lnTo>
                  <a:lnTo>
                    <a:pt x="2635" y="6059"/>
                  </a:lnTo>
                  <a:lnTo>
                    <a:pt x="2578" y="6155"/>
                  </a:lnTo>
                  <a:lnTo>
                    <a:pt x="2395" y="6473"/>
                  </a:lnTo>
                  <a:lnTo>
                    <a:pt x="251" y="10184"/>
                  </a:lnTo>
                  <a:cubicBezTo>
                    <a:pt x="106" y="10444"/>
                    <a:pt x="20" y="10732"/>
                    <a:pt x="1" y="11031"/>
                  </a:cubicBezTo>
                  <a:lnTo>
                    <a:pt x="1" y="11146"/>
                  </a:lnTo>
                  <a:cubicBezTo>
                    <a:pt x="1" y="11242"/>
                    <a:pt x="10" y="11338"/>
                    <a:pt x="20" y="11434"/>
                  </a:cubicBezTo>
                  <a:cubicBezTo>
                    <a:pt x="97" y="11925"/>
                    <a:pt x="347" y="12358"/>
                    <a:pt x="731" y="12665"/>
                  </a:cubicBezTo>
                  <a:cubicBezTo>
                    <a:pt x="799" y="12713"/>
                    <a:pt x="866" y="12761"/>
                    <a:pt x="943" y="12810"/>
                  </a:cubicBezTo>
                  <a:lnTo>
                    <a:pt x="962" y="12819"/>
                  </a:lnTo>
                  <a:lnTo>
                    <a:pt x="1510" y="13136"/>
                  </a:lnTo>
                  <a:cubicBezTo>
                    <a:pt x="1814" y="13310"/>
                    <a:pt x="2144" y="13393"/>
                    <a:pt x="2469" y="13393"/>
                  </a:cubicBezTo>
                  <a:cubicBezTo>
                    <a:pt x="3136" y="13393"/>
                    <a:pt x="3783" y="13048"/>
                    <a:pt x="4145" y="12435"/>
                  </a:cubicBezTo>
                  <a:lnTo>
                    <a:pt x="7588" y="6463"/>
                  </a:lnTo>
                  <a:lnTo>
                    <a:pt x="8492" y="4905"/>
                  </a:lnTo>
                  <a:lnTo>
                    <a:pt x="9790" y="2655"/>
                  </a:lnTo>
                  <a:cubicBezTo>
                    <a:pt x="10011" y="2270"/>
                    <a:pt x="9886" y="1780"/>
                    <a:pt x="9492" y="1559"/>
                  </a:cubicBezTo>
                  <a:lnTo>
                    <a:pt x="7126" y="184"/>
                  </a:lnTo>
                  <a:lnTo>
                    <a:pt x="6991" y="107"/>
                  </a:lnTo>
                  <a:cubicBezTo>
                    <a:pt x="6866" y="35"/>
                    <a:pt x="6729" y="0"/>
                    <a:pt x="6594" y="0"/>
                  </a:cubicBezTo>
                  <a:close/>
                </a:path>
              </a:pathLst>
            </a:custGeom>
            <a:solidFill>
              <a:srgbClr val="CFD6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9" name="Google Shape;13139;p65"/>
            <p:cNvSpPr/>
            <p:nvPr/>
          </p:nvSpPr>
          <p:spPr>
            <a:xfrm>
              <a:off x="1320345" y="3828690"/>
              <a:ext cx="246299" cy="344792"/>
            </a:xfrm>
            <a:custGeom>
              <a:avLst/>
              <a:gdLst/>
              <a:ahLst/>
              <a:cxnLst/>
              <a:rect l="l" t="t" r="r" b="b"/>
              <a:pathLst>
                <a:path w="9425" h="13194" extrusionOk="0">
                  <a:moveTo>
                    <a:pt x="1657" y="10743"/>
                  </a:moveTo>
                  <a:cubicBezTo>
                    <a:pt x="1998" y="10743"/>
                    <a:pt x="2337" y="10989"/>
                    <a:pt x="2337" y="11415"/>
                  </a:cubicBezTo>
                  <a:cubicBezTo>
                    <a:pt x="2337" y="11607"/>
                    <a:pt x="2260" y="11790"/>
                    <a:pt x="2116" y="11915"/>
                  </a:cubicBezTo>
                  <a:cubicBezTo>
                    <a:pt x="1978" y="12041"/>
                    <a:pt x="1821" y="12095"/>
                    <a:pt x="1669" y="12095"/>
                  </a:cubicBezTo>
                  <a:cubicBezTo>
                    <a:pt x="1227" y="12095"/>
                    <a:pt x="827" y="11639"/>
                    <a:pt x="1049" y="11146"/>
                  </a:cubicBezTo>
                  <a:cubicBezTo>
                    <a:pt x="1169" y="10869"/>
                    <a:pt x="1413" y="10743"/>
                    <a:pt x="1657" y="10743"/>
                  </a:cubicBezTo>
                  <a:close/>
                  <a:moveTo>
                    <a:pt x="6549" y="1"/>
                  </a:moveTo>
                  <a:lnTo>
                    <a:pt x="5924" y="1068"/>
                  </a:lnTo>
                  <a:lnTo>
                    <a:pt x="5376" y="1982"/>
                  </a:lnTo>
                  <a:lnTo>
                    <a:pt x="4587" y="3328"/>
                  </a:lnTo>
                  <a:lnTo>
                    <a:pt x="4135" y="4107"/>
                  </a:lnTo>
                  <a:lnTo>
                    <a:pt x="3914" y="4501"/>
                  </a:lnTo>
                  <a:lnTo>
                    <a:pt x="3683" y="4886"/>
                  </a:lnTo>
                  <a:lnTo>
                    <a:pt x="3155" y="5809"/>
                  </a:lnTo>
                  <a:lnTo>
                    <a:pt x="3126" y="5857"/>
                  </a:lnTo>
                  <a:lnTo>
                    <a:pt x="2885" y="6280"/>
                  </a:lnTo>
                  <a:lnTo>
                    <a:pt x="1481" y="8713"/>
                  </a:lnTo>
                  <a:cubicBezTo>
                    <a:pt x="1481" y="8713"/>
                    <a:pt x="337" y="10684"/>
                    <a:pt x="327" y="10713"/>
                  </a:cubicBezTo>
                  <a:cubicBezTo>
                    <a:pt x="1" y="11309"/>
                    <a:pt x="20" y="12030"/>
                    <a:pt x="366" y="12617"/>
                  </a:cubicBezTo>
                  <a:lnTo>
                    <a:pt x="385" y="12627"/>
                  </a:lnTo>
                  <a:lnTo>
                    <a:pt x="933" y="12944"/>
                  </a:lnTo>
                  <a:cubicBezTo>
                    <a:pt x="1193" y="13088"/>
                    <a:pt x="1481" y="13184"/>
                    <a:pt x="1780" y="13194"/>
                  </a:cubicBezTo>
                  <a:lnTo>
                    <a:pt x="1895" y="13194"/>
                  </a:lnTo>
                  <a:cubicBezTo>
                    <a:pt x="1953" y="13194"/>
                    <a:pt x="2010" y="13194"/>
                    <a:pt x="2078" y="13184"/>
                  </a:cubicBezTo>
                  <a:cubicBezTo>
                    <a:pt x="2578" y="13146"/>
                    <a:pt x="3049" y="12896"/>
                    <a:pt x="3376" y="12511"/>
                  </a:cubicBezTo>
                  <a:cubicBezTo>
                    <a:pt x="3568" y="12290"/>
                    <a:pt x="3597" y="12175"/>
                    <a:pt x="4501" y="10626"/>
                  </a:cubicBezTo>
                  <a:lnTo>
                    <a:pt x="7020" y="6261"/>
                  </a:lnTo>
                  <a:lnTo>
                    <a:pt x="7030" y="6251"/>
                  </a:lnTo>
                  <a:lnTo>
                    <a:pt x="7915" y="4703"/>
                  </a:lnTo>
                  <a:lnTo>
                    <a:pt x="9213" y="2462"/>
                  </a:lnTo>
                  <a:cubicBezTo>
                    <a:pt x="9424" y="2078"/>
                    <a:pt x="9299" y="1587"/>
                    <a:pt x="8915" y="1376"/>
                  </a:cubicBezTo>
                  <a:lnTo>
                    <a:pt x="6549" y="1"/>
                  </a:lnTo>
                  <a:close/>
                </a:path>
              </a:pathLst>
            </a:custGeom>
            <a:solidFill>
              <a:srgbClr val="E2E6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0" name="Google Shape;13140;p65"/>
            <p:cNvSpPr/>
            <p:nvPr/>
          </p:nvSpPr>
          <p:spPr>
            <a:xfrm>
              <a:off x="1460076" y="3854979"/>
              <a:ext cx="76647" cy="62561"/>
            </a:xfrm>
            <a:custGeom>
              <a:avLst/>
              <a:gdLst/>
              <a:ahLst/>
              <a:cxnLst/>
              <a:rect l="l" t="t" r="r" b="b"/>
              <a:pathLst>
                <a:path w="2933" h="2394" extrusionOk="0">
                  <a:moveTo>
                    <a:pt x="793" y="0"/>
                  </a:moveTo>
                  <a:cubicBezTo>
                    <a:pt x="678" y="0"/>
                    <a:pt x="568" y="58"/>
                    <a:pt x="510" y="168"/>
                  </a:cubicBezTo>
                  <a:lnTo>
                    <a:pt x="96" y="889"/>
                  </a:lnTo>
                  <a:cubicBezTo>
                    <a:pt x="0" y="1043"/>
                    <a:pt x="58" y="1245"/>
                    <a:pt x="212" y="1331"/>
                  </a:cubicBezTo>
                  <a:lnTo>
                    <a:pt x="1981" y="2351"/>
                  </a:lnTo>
                  <a:cubicBezTo>
                    <a:pt x="2032" y="2380"/>
                    <a:pt x="2089" y="2393"/>
                    <a:pt x="2145" y="2393"/>
                  </a:cubicBezTo>
                  <a:cubicBezTo>
                    <a:pt x="2257" y="2393"/>
                    <a:pt x="2366" y="2338"/>
                    <a:pt x="2423" y="2235"/>
                  </a:cubicBezTo>
                  <a:lnTo>
                    <a:pt x="2837" y="1514"/>
                  </a:lnTo>
                  <a:cubicBezTo>
                    <a:pt x="2933" y="1351"/>
                    <a:pt x="2875" y="1149"/>
                    <a:pt x="2721" y="1062"/>
                  </a:cubicBezTo>
                  <a:lnTo>
                    <a:pt x="962" y="43"/>
                  </a:lnTo>
                  <a:cubicBezTo>
                    <a:pt x="908" y="14"/>
                    <a:pt x="850" y="0"/>
                    <a:pt x="793" y="0"/>
                  </a:cubicBezTo>
                  <a:close/>
                </a:path>
              </a:pathLst>
            </a:custGeom>
            <a:solidFill>
              <a:srgbClr val="9EAE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1" name="Google Shape;13141;p65"/>
            <p:cNvSpPr/>
            <p:nvPr/>
          </p:nvSpPr>
          <p:spPr>
            <a:xfrm>
              <a:off x="1414579" y="3932514"/>
              <a:ext cx="76673" cy="62535"/>
            </a:xfrm>
            <a:custGeom>
              <a:avLst/>
              <a:gdLst/>
              <a:ahLst/>
              <a:cxnLst/>
              <a:rect l="l" t="t" r="r" b="b"/>
              <a:pathLst>
                <a:path w="2934" h="2393" extrusionOk="0">
                  <a:moveTo>
                    <a:pt x="789" y="0"/>
                  </a:moveTo>
                  <a:cubicBezTo>
                    <a:pt x="677" y="0"/>
                    <a:pt x="568" y="60"/>
                    <a:pt x="510" y="163"/>
                  </a:cubicBezTo>
                  <a:lnTo>
                    <a:pt x="97" y="884"/>
                  </a:lnTo>
                  <a:cubicBezTo>
                    <a:pt x="1" y="1038"/>
                    <a:pt x="58" y="1240"/>
                    <a:pt x="212" y="1336"/>
                  </a:cubicBezTo>
                  <a:lnTo>
                    <a:pt x="1972" y="2345"/>
                  </a:lnTo>
                  <a:cubicBezTo>
                    <a:pt x="2026" y="2377"/>
                    <a:pt x="2085" y="2392"/>
                    <a:pt x="2142" y="2392"/>
                  </a:cubicBezTo>
                  <a:cubicBezTo>
                    <a:pt x="2257" y="2392"/>
                    <a:pt x="2366" y="2333"/>
                    <a:pt x="2424" y="2230"/>
                  </a:cubicBezTo>
                  <a:lnTo>
                    <a:pt x="2837" y="1509"/>
                  </a:lnTo>
                  <a:cubicBezTo>
                    <a:pt x="2933" y="1355"/>
                    <a:pt x="2876" y="1153"/>
                    <a:pt x="2722" y="1057"/>
                  </a:cubicBezTo>
                  <a:lnTo>
                    <a:pt x="953" y="47"/>
                  </a:lnTo>
                  <a:cubicBezTo>
                    <a:pt x="901" y="15"/>
                    <a:pt x="845" y="0"/>
                    <a:pt x="789" y="0"/>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2" name="Google Shape;13142;p65"/>
            <p:cNvSpPr/>
            <p:nvPr/>
          </p:nvSpPr>
          <p:spPr>
            <a:xfrm>
              <a:off x="1370102" y="4009527"/>
              <a:ext cx="76673" cy="62535"/>
            </a:xfrm>
            <a:custGeom>
              <a:avLst/>
              <a:gdLst/>
              <a:ahLst/>
              <a:cxnLst/>
              <a:rect l="l" t="t" r="r" b="b"/>
              <a:pathLst>
                <a:path w="2934" h="2393" extrusionOk="0">
                  <a:moveTo>
                    <a:pt x="791" y="0"/>
                  </a:moveTo>
                  <a:cubicBezTo>
                    <a:pt x="678" y="0"/>
                    <a:pt x="568" y="58"/>
                    <a:pt x="510" y="168"/>
                  </a:cubicBezTo>
                  <a:lnTo>
                    <a:pt x="97" y="889"/>
                  </a:lnTo>
                  <a:cubicBezTo>
                    <a:pt x="1" y="1043"/>
                    <a:pt x="58" y="1245"/>
                    <a:pt x="212" y="1331"/>
                  </a:cubicBezTo>
                  <a:lnTo>
                    <a:pt x="1972" y="2351"/>
                  </a:lnTo>
                  <a:cubicBezTo>
                    <a:pt x="2026" y="2379"/>
                    <a:pt x="2084" y="2393"/>
                    <a:pt x="2140" y="2393"/>
                  </a:cubicBezTo>
                  <a:cubicBezTo>
                    <a:pt x="2256" y="2393"/>
                    <a:pt x="2366" y="2335"/>
                    <a:pt x="2424" y="2226"/>
                  </a:cubicBezTo>
                  <a:lnTo>
                    <a:pt x="2837" y="1504"/>
                  </a:lnTo>
                  <a:cubicBezTo>
                    <a:pt x="2933" y="1350"/>
                    <a:pt x="2876" y="1149"/>
                    <a:pt x="2722" y="1062"/>
                  </a:cubicBezTo>
                  <a:lnTo>
                    <a:pt x="953" y="43"/>
                  </a:lnTo>
                  <a:cubicBezTo>
                    <a:pt x="902" y="14"/>
                    <a:pt x="846" y="0"/>
                    <a:pt x="791" y="0"/>
                  </a:cubicBezTo>
                  <a:close/>
                </a:path>
              </a:pathLst>
            </a:custGeom>
            <a:solidFill>
              <a:srgbClr val="72869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3" name="Google Shape;13143;p65"/>
            <p:cNvSpPr/>
            <p:nvPr/>
          </p:nvSpPr>
          <p:spPr>
            <a:xfrm>
              <a:off x="1442254" y="3903481"/>
              <a:ext cx="48972" cy="30131"/>
            </a:xfrm>
            <a:custGeom>
              <a:avLst/>
              <a:gdLst/>
              <a:ahLst/>
              <a:cxnLst/>
              <a:rect l="l" t="t" r="r" b="b"/>
              <a:pathLst>
                <a:path w="1874" h="1153" extrusionOk="0">
                  <a:moveTo>
                    <a:pt x="313" y="1"/>
                  </a:moveTo>
                  <a:cubicBezTo>
                    <a:pt x="124" y="1"/>
                    <a:pt x="0" y="286"/>
                    <a:pt x="211" y="408"/>
                  </a:cubicBezTo>
                  <a:lnTo>
                    <a:pt x="1451" y="1120"/>
                  </a:lnTo>
                  <a:cubicBezTo>
                    <a:pt x="1489" y="1142"/>
                    <a:pt x="1526" y="1152"/>
                    <a:pt x="1561" y="1152"/>
                  </a:cubicBezTo>
                  <a:cubicBezTo>
                    <a:pt x="1750" y="1152"/>
                    <a:pt x="1874" y="868"/>
                    <a:pt x="1663" y="754"/>
                  </a:cubicBezTo>
                  <a:lnTo>
                    <a:pt x="422" y="33"/>
                  </a:lnTo>
                  <a:cubicBezTo>
                    <a:pt x="385" y="11"/>
                    <a:pt x="348" y="1"/>
                    <a:pt x="313"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4" name="Google Shape;13144;p65"/>
            <p:cNvSpPr/>
            <p:nvPr/>
          </p:nvSpPr>
          <p:spPr>
            <a:xfrm>
              <a:off x="1494022" y="3933612"/>
              <a:ext cx="23101" cy="15078"/>
            </a:xfrm>
            <a:custGeom>
              <a:avLst/>
              <a:gdLst/>
              <a:ahLst/>
              <a:cxnLst/>
              <a:rect l="l" t="t" r="r" b="b"/>
              <a:pathLst>
                <a:path w="884" h="577" extrusionOk="0">
                  <a:moveTo>
                    <a:pt x="310" y="1"/>
                  </a:moveTo>
                  <a:cubicBezTo>
                    <a:pt x="123" y="1"/>
                    <a:pt x="1" y="278"/>
                    <a:pt x="211" y="399"/>
                  </a:cubicBezTo>
                  <a:lnTo>
                    <a:pt x="461" y="544"/>
                  </a:lnTo>
                  <a:cubicBezTo>
                    <a:pt x="498" y="566"/>
                    <a:pt x="536" y="576"/>
                    <a:pt x="571" y="576"/>
                  </a:cubicBezTo>
                  <a:cubicBezTo>
                    <a:pt x="759" y="576"/>
                    <a:pt x="883" y="290"/>
                    <a:pt x="672" y="169"/>
                  </a:cubicBezTo>
                  <a:lnTo>
                    <a:pt x="422" y="34"/>
                  </a:lnTo>
                  <a:cubicBezTo>
                    <a:pt x="384" y="11"/>
                    <a:pt x="346" y="1"/>
                    <a:pt x="310"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5" name="Google Shape;13145;p65"/>
            <p:cNvSpPr/>
            <p:nvPr/>
          </p:nvSpPr>
          <p:spPr>
            <a:xfrm>
              <a:off x="1397462" y="3981147"/>
              <a:ext cx="48816" cy="30131"/>
            </a:xfrm>
            <a:custGeom>
              <a:avLst/>
              <a:gdLst/>
              <a:ahLst/>
              <a:cxnLst/>
              <a:rect l="l" t="t" r="r" b="b"/>
              <a:pathLst>
                <a:path w="1868" h="1153" extrusionOk="0">
                  <a:moveTo>
                    <a:pt x="312" y="0"/>
                  </a:moveTo>
                  <a:cubicBezTo>
                    <a:pt x="120" y="0"/>
                    <a:pt x="1" y="286"/>
                    <a:pt x="204" y="407"/>
                  </a:cubicBezTo>
                  <a:lnTo>
                    <a:pt x="1444" y="1119"/>
                  </a:lnTo>
                  <a:cubicBezTo>
                    <a:pt x="1484" y="1142"/>
                    <a:pt x="1523" y="1152"/>
                    <a:pt x="1559" y="1152"/>
                  </a:cubicBezTo>
                  <a:cubicBezTo>
                    <a:pt x="1750" y="1152"/>
                    <a:pt x="1867" y="875"/>
                    <a:pt x="1665" y="754"/>
                  </a:cubicBezTo>
                  <a:lnTo>
                    <a:pt x="425" y="32"/>
                  </a:lnTo>
                  <a:cubicBezTo>
                    <a:pt x="386" y="10"/>
                    <a:pt x="347" y="0"/>
                    <a:pt x="31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6" name="Google Shape;13146;p65"/>
            <p:cNvSpPr/>
            <p:nvPr/>
          </p:nvSpPr>
          <p:spPr>
            <a:xfrm>
              <a:off x="1449022" y="4011042"/>
              <a:ext cx="23101" cy="15288"/>
            </a:xfrm>
            <a:custGeom>
              <a:avLst/>
              <a:gdLst/>
              <a:ahLst/>
              <a:cxnLst/>
              <a:rect l="l" t="t" r="r" b="b"/>
              <a:pathLst>
                <a:path w="884" h="585" extrusionOk="0">
                  <a:moveTo>
                    <a:pt x="319" y="0"/>
                  </a:moveTo>
                  <a:cubicBezTo>
                    <a:pt x="125" y="0"/>
                    <a:pt x="1" y="286"/>
                    <a:pt x="212" y="408"/>
                  </a:cubicBezTo>
                  <a:lnTo>
                    <a:pt x="462" y="552"/>
                  </a:lnTo>
                  <a:cubicBezTo>
                    <a:pt x="501" y="575"/>
                    <a:pt x="539" y="584"/>
                    <a:pt x="575" y="584"/>
                  </a:cubicBezTo>
                  <a:cubicBezTo>
                    <a:pt x="766" y="584"/>
                    <a:pt x="884" y="299"/>
                    <a:pt x="673" y="177"/>
                  </a:cubicBezTo>
                  <a:lnTo>
                    <a:pt x="683" y="177"/>
                  </a:lnTo>
                  <a:lnTo>
                    <a:pt x="433" y="33"/>
                  </a:lnTo>
                  <a:cubicBezTo>
                    <a:pt x="394" y="10"/>
                    <a:pt x="355" y="0"/>
                    <a:pt x="319"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7" name="Google Shape;13147;p65"/>
            <p:cNvSpPr/>
            <p:nvPr/>
          </p:nvSpPr>
          <p:spPr>
            <a:xfrm>
              <a:off x="1404806" y="4088185"/>
              <a:ext cx="22918" cy="15209"/>
            </a:xfrm>
            <a:custGeom>
              <a:avLst/>
              <a:gdLst/>
              <a:ahLst/>
              <a:cxnLst/>
              <a:rect l="l" t="t" r="r" b="b"/>
              <a:pathLst>
                <a:path w="877" h="582" extrusionOk="0">
                  <a:moveTo>
                    <a:pt x="310" y="0"/>
                  </a:moveTo>
                  <a:cubicBezTo>
                    <a:pt x="118" y="0"/>
                    <a:pt x="0" y="286"/>
                    <a:pt x="211" y="408"/>
                  </a:cubicBezTo>
                  <a:lnTo>
                    <a:pt x="451" y="552"/>
                  </a:lnTo>
                  <a:cubicBezTo>
                    <a:pt x="489" y="573"/>
                    <a:pt x="526" y="581"/>
                    <a:pt x="561" y="581"/>
                  </a:cubicBezTo>
                  <a:cubicBezTo>
                    <a:pt x="755" y="581"/>
                    <a:pt x="877" y="300"/>
                    <a:pt x="673" y="177"/>
                  </a:cubicBezTo>
                  <a:lnTo>
                    <a:pt x="423" y="33"/>
                  </a:lnTo>
                  <a:cubicBezTo>
                    <a:pt x="383" y="10"/>
                    <a:pt x="345" y="0"/>
                    <a:pt x="310"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8" name="Google Shape;13148;p65"/>
            <p:cNvSpPr/>
            <p:nvPr/>
          </p:nvSpPr>
          <p:spPr>
            <a:xfrm>
              <a:off x="1352985" y="4058290"/>
              <a:ext cx="48816" cy="30105"/>
            </a:xfrm>
            <a:custGeom>
              <a:avLst/>
              <a:gdLst/>
              <a:ahLst/>
              <a:cxnLst/>
              <a:rect l="l" t="t" r="r" b="b"/>
              <a:pathLst>
                <a:path w="1868" h="1152" extrusionOk="0">
                  <a:moveTo>
                    <a:pt x="312" y="0"/>
                  </a:moveTo>
                  <a:cubicBezTo>
                    <a:pt x="120" y="0"/>
                    <a:pt x="1" y="286"/>
                    <a:pt x="204" y="408"/>
                  </a:cubicBezTo>
                  <a:lnTo>
                    <a:pt x="1444" y="1119"/>
                  </a:lnTo>
                  <a:cubicBezTo>
                    <a:pt x="1483" y="1142"/>
                    <a:pt x="1521" y="1152"/>
                    <a:pt x="1557" y="1152"/>
                  </a:cubicBezTo>
                  <a:cubicBezTo>
                    <a:pt x="1749" y="1152"/>
                    <a:pt x="1868" y="866"/>
                    <a:pt x="1665" y="744"/>
                  </a:cubicBezTo>
                  <a:lnTo>
                    <a:pt x="425" y="33"/>
                  </a:lnTo>
                  <a:cubicBezTo>
                    <a:pt x="386" y="10"/>
                    <a:pt x="347" y="0"/>
                    <a:pt x="312"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9" name="Google Shape;13149;p65"/>
            <p:cNvSpPr/>
            <p:nvPr/>
          </p:nvSpPr>
          <p:spPr>
            <a:xfrm>
              <a:off x="1303751" y="3807339"/>
              <a:ext cx="118903" cy="366404"/>
            </a:xfrm>
            <a:custGeom>
              <a:avLst/>
              <a:gdLst/>
              <a:ahLst/>
              <a:cxnLst/>
              <a:rect l="l" t="t" r="r" b="b"/>
              <a:pathLst>
                <a:path w="4550" h="14021" extrusionOk="0">
                  <a:moveTo>
                    <a:pt x="2299" y="11559"/>
                  </a:moveTo>
                  <a:cubicBezTo>
                    <a:pt x="2905" y="11559"/>
                    <a:pt x="3203" y="12280"/>
                    <a:pt x="2780" y="12703"/>
                  </a:cubicBezTo>
                  <a:cubicBezTo>
                    <a:pt x="2643" y="12840"/>
                    <a:pt x="2473" y="12902"/>
                    <a:pt x="2307" y="12902"/>
                  </a:cubicBezTo>
                  <a:cubicBezTo>
                    <a:pt x="1960" y="12902"/>
                    <a:pt x="1626" y="12635"/>
                    <a:pt x="1626" y="12232"/>
                  </a:cubicBezTo>
                  <a:cubicBezTo>
                    <a:pt x="1626" y="11857"/>
                    <a:pt x="1934" y="11559"/>
                    <a:pt x="2299" y="11559"/>
                  </a:cubicBezTo>
                  <a:close/>
                  <a:moveTo>
                    <a:pt x="857" y="0"/>
                  </a:moveTo>
                  <a:cubicBezTo>
                    <a:pt x="414" y="0"/>
                    <a:pt x="59" y="356"/>
                    <a:pt x="59" y="798"/>
                  </a:cubicBezTo>
                  <a:cubicBezTo>
                    <a:pt x="59" y="12703"/>
                    <a:pt x="1" y="12299"/>
                    <a:pt x="193" y="12799"/>
                  </a:cubicBezTo>
                  <a:cubicBezTo>
                    <a:pt x="482" y="13530"/>
                    <a:pt x="1193" y="14020"/>
                    <a:pt x="1991" y="14020"/>
                  </a:cubicBezTo>
                  <a:lnTo>
                    <a:pt x="2761" y="14020"/>
                  </a:lnTo>
                  <a:cubicBezTo>
                    <a:pt x="3588" y="13953"/>
                    <a:pt x="4290" y="13376"/>
                    <a:pt x="4492" y="12568"/>
                  </a:cubicBezTo>
                  <a:cubicBezTo>
                    <a:pt x="4530" y="12415"/>
                    <a:pt x="4549" y="12261"/>
                    <a:pt x="4549" y="12107"/>
                  </a:cubicBezTo>
                  <a:lnTo>
                    <a:pt x="4549" y="12097"/>
                  </a:lnTo>
                  <a:lnTo>
                    <a:pt x="4549" y="808"/>
                  </a:lnTo>
                  <a:cubicBezTo>
                    <a:pt x="4549" y="356"/>
                    <a:pt x="4193" y="0"/>
                    <a:pt x="3742" y="0"/>
                  </a:cubicBezTo>
                  <a:close/>
                </a:path>
              </a:pathLst>
            </a:custGeom>
            <a:solidFill>
              <a:srgbClr val="E2E6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0" name="Google Shape;13150;p65"/>
            <p:cNvSpPr/>
            <p:nvPr/>
          </p:nvSpPr>
          <p:spPr>
            <a:xfrm>
              <a:off x="1326879" y="3807339"/>
              <a:ext cx="95776" cy="366142"/>
            </a:xfrm>
            <a:custGeom>
              <a:avLst/>
              <a:gdLst/>
              <a:ahLst/>
              <a:cxnLst/>
              <a:rect l="l" t="t" r="r" b="b"/>
              <a:pathLst>
                <a:path w="3665" h="14011" extrusionOk="0">
                  <a:moveTo>
                    <a:pt x="1428" y="11557"/>
                  </a:moveTo>
                  <a:cubicBezTo>
                    <a:pt x="1989" y="11557"/>
                    <a:pt x="2353" y="12295"/>
                    <a:pt x="1866" y="12732"/>
                  </a:cubicBezTo>
                  <a:cubicBezTo>
                    <a:pt x="1741" y="12838"/>
                    <a:pt x="1587" y="12905"/>
                    <a:pt x="1414" y="12905"/>
                  </a:cubicBezTo>
                  <a:cubicBezTo>
                    <a:pt x="674" y="12905"/>
                    <a:pt x="481" y="11876"/>
                    <a:pt x="1174" y="11607"/>
                  </a:cubicBezTo>
                  <a:cubicBezTo>
                    <a:pt x="1261" y="11573"/>
                    <a:pt x="1347" y="11557"/>
                    <a:pt x="1428" y="11557"/>
                  </a:cubicBezTo>
                  <a:close/>
                  <a:moveTo>
                    <a:pt x="876" y="0"/>
                  </a:moveTo>
                  <a:cubicBezTo>
                    <a:pt x="433" y="0"/>
                    <a:pt x="77" y="356"/>
                    <a:pt x="77" y="798"/>
                  </a:cubicBezTo>
                  <a:cubicBezTo>
                    <a:pt x="77" y="12857"/>
                    <a:pt x="1" y="12338"/>
                    <a:pt x="241" y="12886"/>
                  </a:cubicBezTo>
                  <a:cubicBezTo>
                    <a:pt x="529" y="13511"/>
                    <a:pt x="1135" y="13944"/>
                    <a:pt x="1828" y="14011"/>
                  </a:cubicBezTo>
                  <a:lnTo>
                    <a:pt x="1866" y="14011"/>
                  </a:lnTo>
                  <a:cubicBezTo>
                    <a:pt x="2876" y="13934"/>
                    <a:pt x="3655" y="13097"/>
                    <a:pt x="3664" y="12088"/>
                  </a:cubicBezTo>
                  <a:lnTo>
                    <a:pt x="3664" y="808"/>
                  </a:lnTo>
                  <a:cubicBezTo>
                    <a:pt x="3664" y="356"/>
                    <a:pt x="3299" y="0"/>
                    <a:pt x="2857" y="0"/>
                  </a:cubicBezTo>
                  <a:close/>
                </a:path>
              </a:pathLst>
            </a:custGeom>
            <a:solidFill>
              <a:srgbClr val="F7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1" name="Google Shape;13151;p65"/>
            <p:cNvSpPr/>
            <p:nvPr/>
          </p:nvSpPr>
          <p:spPr>
            <a:xfrm>
              <a:off x="1328891" y="3834230"/>
              <a:ext cx="70140" cy="38964"/>
            </a:xfrm>
            <a:custGeom>
              <a:avLst/>
              <a:gdLst/>
              <a:ahLst/>
              <a:cxnLst/>
              <a:rect l="l" t="t" r="r" b="b"/>
              <a:pathLst>
                <a:path w="2684" h="1491" extrusionOk="0">
                  <a:moveTo>
                    <a:pt x="327" y="0"/>
                  </a:moveTo>
                  <a:cubicBezTo>
                    <a:pt x="145" y="0"/>
                    <a:pt x="0" y="154"/>
                    <a:pt x="0" y="327"/>
                  </a:cubicBezTo>
                  <a:lnTo>
                    <a:pt x="0" y="1164"/>
                  </a:lnTo>
                  <a:cubicBezTo>
                    <a:pt x="0" y="1346"/>
                    <a:pt x="145" y="1491"/>
                    <a:pt x="327" y="1491"/>
                  </a:cubicBezTo>
                  <a:lnTo>
                    <a:pt x="2356" y="1491"/>
                  </a:lnTo>
                  <a:cubicBezTo>
                    <a:pt x="2539" y="1491"/>
                    <a:pt x="2683" y="1346"/>
                    <a:pt x="2683" y="1164"/>
                  </a:cubicBezTo>
                  <a:lnTo>
                    <a:pt x="2683" y="327"/>
                  </a:lnTo>
                  <a:cubicBezTo>
                    <a:pt x="2683" y="154"/>
                    <a:pt x="2539" y="0"/>
                    <a:pt x="2356" y="0"/>
                  </a:cubicBezTo>
                  <a:close/>
                </a:path>
              </a:pathLst>
            </a:custGeom>
            <a:solidFill>
              <a:srgbClr val="AC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2" name="Google Shape;13152;p65"/>
            <p:cNvSpPr/>
            <p:nvPr/>
          </p:nvSpPr>
          <p:spPr>
            <a:xfrm>
              <a:off x="1328891" y="3923943"/>
              <a:ext cx="70140" cy="38964"/>
            </a:xfrm>
            <a:custGeom>
              <a:avLst/>
              <a:gdLst/>
              <a:ahLst/>
              <a:cxnLst/>
              <a:rect l="l" t="t" r="r" b="b"/>
              <a:pathLst>
                <a:path w="2684" h="1491" extrusionOk="0">
                  <a:moveTo>
                    <a:pt x="327" y="0"/>
                  </a:moveTo>
                  <a:cubicBezTo>
                    <a:pt x="145" y="0"/>
                    <a:pt x="0" y="154"/>
                    <a:pt x="0" y="327"/>
                  </a:cubicBezTo>
                  <a:lnTo>
                    <a:pt x="0" y="1164"/>
                  </a:lnTo>
                  <a:cubicBezTo>
                    <a:pt x="0" y="1346"/>
                    <a:pt x="145" y="1491"/>
                    <a:pt x="327" y="1491"/>
                  </a:cubicBezTo>
                  <a:lnTo>
                    <a:pt x="2356" y="1491"/>
                  </a:lnTo>
                  <a:cubicBezTo>
                    <a:pt x="2539" y="1491"/>
                    <a:pt x="2683" y="1346"/>
                    <a:pt x="2683" y="1164"/>
                  </a:cubicBezTo>
                  <a:lnTo>
                    <a:pt x="2683" y="327"/>
                  </a:lnTo>
                  <a:cubicBezTo>
                    <a:pt x="2683" y="154"/>
                    <a:pt x="2539" y="0"/>
                    <a:pt x="2356" y="0"/>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3" name="Google Shape;13153;p65"/>
            <p:cNvSpPr/>
            <p:nvPr/>
          </p:nvSpPr>
          <p:spPr>
            <a:xfrm>
              <a:off x="1328891" y="4012898"/>
              <a:ext cx="70140" cy="38964"/>
            </a:xfrm>
            <a:custGeom>
              <a:avLst/>
              <a:gdLst/>
              <a:ahLst/>
              <a:cxnLst/>
              <a:rect l="l" t="t" r="r" b="b"/>
              <a:pathLst>
                <a:path w="2684" h="1491" extrusionOk="0">
                  <a:moveTo>
                    <a:pt x="327" y="0"/>
                  </a:moveTo>
                  <a:cubicBezTo>
                    <a:pt x="145" y="0"/>
                    <a:pt x="0" y="154"/>
                    <a:pt x="0" y="327"/>
                  </a:cubicBezTo>
                  <a:lnTo>
                    <a:pt x="0" y="1164"/>
                  </a:lnTo>
                  <a:cubicBezTo>
                    <a:pt x="0" y="1346"/>
                    <a:pt x="145" y="1491"/>
                    <a:pt x="327" y="1491"/>
                  </a:cubicBezTo>
                  <a:lnTo>
                    <a:pt x="2356" y="1491"/>
                  </a:lnTo>
                  <a:cubicBezTo>
                    <a:pt x="2539" y="1491"/>
                    <a:pt x="2683" y="1346"/>
                    <a:pt x="2683" y="1164"/>
                  </a:cubicBezTo>
                  <a:lnTo>
                    <a:pt x="2683" y="327"/>
                  </a:lnTo>
                  <a:cubicBezTo>
                    <a:pt x="2683" y="154"/>
                    <a:pt x="2539" y="0"/>
                    <a:pt x="2356"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4" name="Google Shape;13154;p65"/>
            <p:cNvSpPr/>
            <p:nvPr/>
          </p:nvSpPr>
          <p:spPr>
            <a:xfrm>
              <a:off x="1387192" y="3891983"/>
              <a:ext cx="22474" cy="11394"/>
            </a:xfrm>
            <a:custGeom>
              <a:avLst/>
              <a:gdLst/>
              <a:ahLst/>
              <a:cxnLst/>
              <a:rect l="l" t="t" r="r" b="b"/>
              <a:pathLst>
                <a:path w="860" h="436" extrusionOk="0">
                  <a:moveTo>
                    <a:pt x="584" y="1"/>
                  </a:moveTo>
                  <a:cubicBezTo>
                    <a:pt x="576" y="1"/>
                    <a:pt x="567" y="1"/>
                    <a:pt x="558" y="2"/>
                  </a:cubicBezTo>
                  <a:lnTo>
                    <a:pt x="270" y="2"/>
                  </a:lnTo>
                  <a:cubicBezTo>
                    <a:pt x="0" y="21"/>
                    <a:pt x="0" y="406"/>
                    <a:pt x="270" y="435"/>
                  </a:cubicBezTo>
                  <a:lnTo>
                    <a:pt x="558" y="435"/>
                  </a:lnTo>
                  <a:cubicBezTo>
                    <a:pt x="564" y="435"/>
                    <a:pt x="570" y="435"/>
                    <a:pt x="576" y="435"/>
                  </a:cubicBezTo>
                  <a:cubicBezTo>
                    <a:pt x="857" y="435"/>
                    <a:pt x="860" y="1"/>
                    <a:pt x="584"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5" name="Google Shape;13155;p65"/>
            <p:cNvSpPr/>
            <p:nvPr/>
          </p:nvSpPr>
          <p:spPr>
            <a:xfrm>
              <a:off x="1327375" y="3891983"/>
              <a:ext cx="52396" cy="11394"/>
            </a:xfrm>
            <a:custGeom>
              <a:avLst/>
              <a:gdLst/>
              <a:ahLst/>
              <a:cxnLst/>
              <a:rect l="l" t="t" r="r" b="b"/>
              <a:pathLst>
                <a:path w="2005" h="436" extrusionOk="0">
                  <a:moveTo>
                    <a:pt x="1729" y="1"/>
                  </a:moveTo>
                  <a:cubicBezTo>
                    <a:pt x="1721" y="1"/>
                    <a:pt x="1712" y="1"/>
                    <a:pt x="1703" y="2"/>
                  </a:cubicBezTo>
                  <a:lnTo>
                    <a:pt x="270" y="2"/>
                  </a:lnTo>
                  <a:cubicBezTo>
                    <a:pt x="1" y="21"/>
                    <a:pt x="1" y="406"/>
                    <a:pt x="270" y="435"/>
                  </a:cubicBezTo>
                  <a:lnTo>
                    <a:pt x="1703" y="435"/>
                  </a:lnTo>
                  <a:cubicBezTo>
                    <a:pt x="1709" y="435"/>
                    <a:pt x="1715" y="435"/>
                    <a:pt x="1721" y="435"/>
                  </a:cubicBezTo>
                  <a:cubicBezTo>
                    <a:pt x="2002" y="435"/>
                    <a:pt x="2005" y="1"/>
                    <a:pt x="1729"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6" name="Google Shape;13156;p65"/>
            <p:cNvSpPr/>
            <p:nvPr/>
          </p:nvSpPr>
          <p:spPr>
            <a:xfrm>
              <a:off x="1326539" y="3981695"/>
              <a:ext cx="53232" cy="11394"/>
            </a:xfrm>
            <a:custGeom>
              <a:avLst/>
              <a:gdLst/>
              <a:ahLst/>
              <a:cxnLst/>
              <a:rect l="l" t="t" r="r" b="b"/>
              <a:pathLst>
                <a:path w="2037" h="436" extrusionOk="0">
                  <a:moveTo>
                    <a:pt x="276" y="1"/>
                  </a:moveTo>
                  <a:cubicBezTo>
                    <a:pt x="0" y="1"/>
                    <a:pt x="3" y="435"/>
                    <a:pt x="284" y="435"/>
                  </a:cubicBezTo>
                  <a:cubicBezTo>
                    <a:pt x="290" y="435"/>
                    <a:pt x="296" y="435"/>
                    <a:pt x="302" y="435"/>
                  </a:cubicBezTo>
                  <a:lnTo>
                    <a:pt x="1735" y="435"/>
                  </a:lnTo>
                  <a:cubicBezTo>
                    <a:pt x="1741" y="435"/>
                    <a:pt x="1747" y="435"/>
                    <a:pt x="1753" y="435"/>
                  </a:cubicBezTo>
                  <a:cubicBezTo>
                    <a:pt x="2034" y="435"/>
                    <a:pt x="2037" y="1"/>
                    <a:pt x="1761" y="1"/>
                  </a:cubicBezTo>
                  <a:cubicBezTo>
                    <a:pt x="1753" y="1"/>
                    <a:pt x="1744" y="1"/>
                    <a:pt x="1735" y="2"/>
                  </a:cubicBezTo>
                  <a:lnTo>
                    <a:pt x="302" y="2"/>
                  </a:lnTo>
                  <a:cubicBezTo>
                    <a:pt x="293" y="1"/>
                    <a:pt x="284" y="1"/>
                    <a:pt x="276"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7" name="Google Shape;13157;p65"/>
            <p:cNvSpPr/>
            <p:nvPr/>
          </p:nvSpPr>
          <p:spPr>
            <a:xfrm>
              <a:off x="1386330" y="3981695"/>
              <a:ext cx="23336" cy="11394"/>
            </a:xfrm>
            <a:custGeom>
              <a:avLst/>
              <a:gdLst/>
              <a:ahLst/>
              <a:cxnLst/>
              <a:rect l="l" t="t" r="r" b="b"/>
              <a:pathLst>
                <a:path w="893" h="436" extrusionOk="0">
                  <a:moveTo>
                    <a:pt x="277" y="1"/>
                  </a:moveTo>
                  <a:cubicBezTo>
                    <a:pt x="1" y="1"/>
                    <a:pt x="4" y="435"/>
                    <a:pt x="285" y="435"/>
                  </a:cubicBezTo>
                  <a:cubicBezTo>
                    <a:pt x="291" y="435"/>
                    <a:pt x="297" y="435"/>
                    <a:pt x="303" y="435"/>
                  </a:cubicBezTo>
                  <a:lnTo>
                    <a:pt x="591" y="435"/>
                  </a:lnTo>
                  <a:cubicBezTo>
                    <a:pt x="597" y="435"/>
                    <a:pt x="603" y="435"/>
                    <a:pt x="609" y="435"/>
                  </a:cubicBezTo>
                  <a:cubicBezTo>
                    <a:pt x="890" y="435"/>
                    <a:pt x="893" y="1"/>
                    <a:pt x="617" y="1"/>
                  </a:cubicBezTo>
                  <a:cubicBezTo>
                    <a:pt x="609" y="1"/>
                    <a:pt x="600" y="1"/>
                    <a:pt x="591" y="2"/>
                  </a:cubicBezTo>
                  <a:lnTo>
                    <a:pt x="303" y="2"/>
                  </a:lnTo>
                  <a:cubicBezTo>
                    <a:pt x="294" y="1"/>
                    <a:pt x="285" y="1"/>
                    <a:pt x="277"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8" name="Google Shape;13158;p65"/>
            <p:cNvSpPr/>
            <p:nvPr/>
          </p:nvSpPr>
          <p:spPr>
            <a:xfrm>
              <a:off x="1327375" y="4070677"/>
              <a:ext cx="52396" cy="11368"/>
            </a:xfrm>
            <a:custGeom>
              <a:avLst/>
              <a:gdLst/>
              <a:ahLst/>
              <a:cxnLst/>
              <a:rect l="l" t="t" r="r" b="b"/>
              <a:pathLst>
                <a:path w="2005" h="435" extrusionOk="0">
                  <a:moveTo>
                    <a:pt x="1721" y="0"/>
                  </a:moveTo>
                  <a:cubicBezTo>
                    <a:pt x="1715" y="0"/>
                    <a:pt x="1709" y="1"/>
                    <a:pt x="1703" y="1"/>
                  </a:cubicBezTo>
                  <a:lnTo>
                    <a:pt x="270" y="1"/>
                  </a:lnTo>
                  <a:cubicBezTo>
                    <a:pt x="1" y="20"/>
                    <a:pt x="1" y="414"/>
                    <a:pt x="270" y="434"/>
                  </a:cubicBezTo>
                  <a:lnTo>
                    <a:pt x="1703" y="434"/>
                  </a:lnTo>
                  <a:cubicBezTo>
                    <a:pt x="1709" y="434"/>
                    <a:pt x="1715" y="434"/>
                    <a:pt x="1721" y="434"/>
                  </a:cubicBezTo>
                  <a:cubicBezTo>
                    <a:pt x="2005" y="434"/>
                    <a:pt x="2005" y="0"/>
                    <a:pt x="1721"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9" name="Google Shape;13159;p65"/>
            <p:cNvSpPr/>
            <p:nvPr/>
          </p:nvSpPr>
          <p:spPr>
            <a:xfrm>
              <a:off x="1387192" y="4070677"/>
              <a:ext cx="22474" cy="11368"/>
            </a:xfrm>
            <a:custGeom>
              <a:avLst/>
              <a:gdLst/>
              <a:ahLst/>
              <a:cxnLst/>
              <a:rect l="l" t="t" r="r" b="b"/>
              <a:pathLst>
                <a:path w="860" h="435" extrusionOk="0">
                  <a:moveTo>
                    <a:pt x="576" y="0"/>
                  </a:moveTo>
                  <a:cubicBezTo>
                    <a:pt x="570" y="0"/>
                    <a:pt x="564" y="1"/>
                    <a:pt x="558" y="1"/>
                  </a:cubicBezTo>
                  <a:lnTo>
                    <a:pt x="270" y="1"/>
                  </a:lnTo>
                  <a:cubicBezTo>
                    <a:pt x="0" y="20"/>
                    <a:pt x="0" y="414"/>
                    <a:pt x="270" y="434"/>
                  </a:cubicBezTo>
                  <a:lnTo>
                    <a:pt x="558" y="434"/>
                  </a:lnTo>
                  <a:cubicBezTo>
                    <a:pt x="564" y="434"/>
                    <a:pt x="570" y="434"/>
                    <a:pt x="576" y="434"/>
                  </a:cubicBezTo>
                  <a:cubicBezTo>
                    <a:pt x="860" y="434"/>
                    <a:pt x="860" y="0"/>
                    <a:pt x="576"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160" name="Google Shape;13160;p65"/>
          <p:cNvSpPr/>
          <p:nvPr/>
        </p:nvSpPr>
        <p:spPr>
          <a:xfrm>
            <a:off x="1317690" y="2722078"/>
            <a:ext cx="30157" cy="28667"/>
          </a:xfrm>
          <a:custGeom>
            <a:avLst/>
            <a:gdLst/>
            <a:ahLst/>
            <a:cxnLst/>
            <a:rect l="l" t="t" r="r" b="b"/>
            <a:pathLst>
              <a:path w="1154" h="1097" extrusionOk="0">
                <a:moveTo>
                  <a:pt x="856" y="1"/>
                </a:moveTo>
                <a:lnTo>
                  <a:pt x="125" y="731"/>
                </a:lnTo>
                <a:cubicBezTo>
                  <a:pt x="0" y="866"/>
                  <a:pt x="87" y="1087"/>
                  <a:pt x="269" y="1097"/>
                </a:cubicBezTo>
                <a:cubicBezTo>
                  <a:pt x="423" y="1097"/>
                  <a:pt x="414" y="1030"/>
                  <a:pt x="1154" y="299"/>
                </a:cubicBezTo>
                <a:lnTo>
                  <a:pt x="856"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161" name="Google Shape;13161;p65"/>
          <p:cNvGrpSpPr/>
          <p:nvPr/>
        </p:nvGrpSpPr>
        <p:grpSpPr>
          <a:xfrm>
            <a:off x="1306374" y="2707549"/>
            <a:ext cx="384749" cy="366613"/>
            <a:chOff x="1310049" y="2891421"/>
            <a:chExt cx="384749" cy="366613"/>
          </a:xfrm>
        </p:grpSpPr>
        <p:sp>
          <p:nvSpPr>
            <p:cNvPr id="13162" name="Google Shape;13162;p65"/>
            <p:cNvSpPr/>
            <p:nvPr/>
          </p:nvSpPr>
          <p:spPr>
            <a:xfrm>
              <a:off x="1310049" y="2891421"/>
              <a:ext cx="384749" cy="366613"/>
            </a:xfrm>
            <a:custGeom>
              <a:avLst/>
              <a:gdLst/>
              <a:ahLst/>
              <a:cxnLst/>
              <a:rect l="l" t="t" r="r" b="b"/>
              <a:pathLst>
                <a:path w="14723" h="14029" extrusionOk="0">
                  <a:moveTo>
                    <a:pt x="2761" y="5861"/>
                  </a:moveTo>
                  <a:cubicBezTo>
                    <a:pt x="2829" y="5861"/>
                    <a:pt x="2897" y="5886"/>
                    <a:pt x="2952" y="5942"/>
                  </a:cubicBezTo>
                  <a:lnTo>
                    <a:pt x="8126" y="11105"/>
                  </a:lnTo>
                  <a:cubicBezTo>
                    <a:pt x="8309" y="11288"/>
                    <a:pt x="8184" y="11586"/>
                    <a:pt x="7924" y="11596"/>
                  </a:cubicBezTo>
                  <a:lnTo>
                    <a:pt x="2760" y="11596"/>
                  </a:lnTo>
                  <a:cubicBezTo>
                    <a:pt x="2606" y="11596"/>
                    <a:pt x="2472" y="11461"/>
                    <a:pt x="2472" y="11307"/>
                  </a:cubicBezTo>
                  <a:lnTo>
                    <a:pt x="2472" y="6144"/>
                  </a:lnTo>
                  <a:cubicBezTo>
                    <a:pt x="2478" y="5974"/>
                    <a:pt x="2618" y="5861"/>
                    <a:pt x="2761" y="5861"/>
                  </a:cubicBezTo>
                  <a:close/>
                  <a:moveTo>
                    <a:pt x="512" y="1"/>
                  </a:moveTo>
                  <a:cubicBezTo>
                    <a:pt x="245" y="1"/>
                    <a:pt x="0" y="217"/>
                    <a:pt x="0" y="509"/>
                  </a:cubicBezTo>
                  <a:lnTo>
                    <a:pt x="0" y="13509"/>
                  </a:lnTo>
                  <a:cubicBezTo>
                    <a:pt x="0" y="13798"/>
                    <a:pt x="231" y="14029"/>
                    <a:pt x="520" y="14029"/>
                  </a:cubicBezTo>
                  <a:lnTo>
                    <a:pt x="13511" y="14029"/>
                  </a:lnTo>
                  <a:cubicBezTo>
                    <a:pt x="13905" y="14029"/>
                    <a:pt x="14155" y="13596"/>
                    <a:pt x="13953" y="13250"/>
                  </a:cubicBezTo>
                  <a:cubicBezTo>
                    <a:pt x="13905" y="13163"/>
                    <a:pt x="14722" y="13990"/>
                    <a:pt x="875" y="153"/>
                  </a:cubicBezTo>
                  <a:cubicBezTo>
                    <a:pt x="837" y="114"/>
                    <a:pt x="798" y="76"/>
                    <a:pt x="741" y="57"/>
                  </a:cubicBezTo>
                  <a:cubicBezTo>
                    <a:pt x="666" y="18"/>
                    <a:pt x="588" y="1"/>
                    <a:pt x="512" y="1"/>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3" name="Google Shape;13163;p65"/>
            <p:cNvSpPr/>
            <p:nvPr/>
          </p:nvSpPr>
          <p:spPr>
            <a:xfrm>
              <a:off x="1342218" y="2904697"/>
              <a:ext cx="324932" cy="324696"/>
            </a:xfrm>
            <a:custGeom>
              <a:avLst/>
              <a:gdLst/>
              <a:ahLst/>
              <a:cxnLst/>
              <a:rect l="l" t="t" r="r" b="b"/>
              <a:pathLst>
                <a:path w="12434" h="12425" extrusionOk="0">
                  <a:moveTo>
                    <a:pt x="1530" y="5353"/>
                  </a:moveTo>
                  <a:cubicBezTo>
                    <a:pt x="1598" y="5353"/>
                    <a:pt x="1666" y="5378"/>
                    <a:pt x="1721" y="5434"/>
                  </a:cubicBezTo>
                  <a:lnTo>
                    <a:pt x="6895" y="10597"/>
                  </a:lnTo>
                  <a:cubicBezTo>
                    <a:pt x="7068" y="10780"/>
                    <a:pt x="6953" y="11078"/>
                    <a:pt x="6693" y="11088"/>
                  </a:cubicBezTo>
                  <a:lnTo>
                    <a:pt x="1529" y="11088"/>
                  </a:lnTo>
                  <a:cubicBezTo>
                    <a:pt x="1375" y="11088"/>
                    <a:pt x="1241" y="10953"/>
                    <a:pt x="1241" y="10799"/>
                  </a:cubicBezTo>
                  <a:lnTo>
                    <a:pt x="1241" y="5636"/>
                  </a:lnTo>
                  <a:cubicBezTo>
                    <a:pt x="1247" y="5466"/>
                    <a:pt x="1387" y="5353"/>
                    <a:pt x="1530" y="5353"/>
                  </a:cubicBezTo>
                  <a:close/>
                  <a:moveTo>
                    <a:pt x="0" y="1"/>
                  </a:moveTo>
                  <a:lnTo>
                    <a:pt x="0" y="11915"/>
                  </a:lnTo>
                  <a:cubicBezTo>
                    <a:pt x="0" y="12203"/>
                    <a:pt x="231" y="12424"/>
                    <a:pt x="519" y="12424"/>
                  </a:cubicBezTo>
                  <a:lnTo>
                    <a:pt x="12434" y="12424"/>
                  </a:lnTo>
                  <a:lnTo>
                    <a:pt x="2337" y="2328"/>
                  </a:lnTo>
                  <a:lnTo>
                    <a:pt x="58" y="58"/>
                  </a:lnTo>
                  <a:lnTo>
                    <a:pt x="0" y="1"/>
                  </a:ln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4" name="Google Shape;13164;p65"/>
            <p:cNvSpPr/>
            <p:nvPr/>
          </p:nvSpPr>
          <p:spPr>
            <a:xfrm>
              <a:off x="1355546" y="2931848"/>
              <a:ext cx="22134" cy="19573"/>
            </a:xfrm>
            <a:custGeom>
              <a:avLst/>
              <a:gdLst/>
              <a:ahLst/>
              <a:cxnLst/>
              <a:rect l="l" t="t" r="r" b="b"/>
              <a:pathLst>
                <a:path w="847" h="749" extrusionOk="0">
                  <a:moveTo>
                    <a:pt x="538" y="0"/>
                  </a:moveTo>
                  <a:lnTo>
                    <a:pt x="163" y="385"/>
                  </a:lnTo>
                  <a:cubicBezTo>
                    <a:pt x="1" y="533"/>
                    <a:pt x="145" y="749"/>
                    <a:pt x="312" y="749"/>
                  </a:cubicBezTo>
                  <a:cubicBezTo>
                    <a:pt x="363" y="749"/>
                    <a:pt x="415" y="729"/>
                    <a:pt x="461" y="683"/>
                  </a:cubicBezTo>
                  <a:lnTo>
                    <a:pt x="846" y="308"/>
                  </a:lnTo>
                  <a:lnTo>
                    <a:pt x="538"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5" name="Google Shape;13165;p65"/>
            <p:cNvSpPr/>
            <p:nvPr/>
          </p:nvSpPr>
          <p:spPr>
            <a:xfrm>
              <a:off x="1372610" y="2957720"/>
              <a:ext cx="30680" cy="28667"/>
            </a:xfrm>
            <a:custGeom>
              <a:avLst/>
              <a:gdLst/>
              <a:ahLst/>
              <a:cxnLst/>
              <a:rect l="l" t="t" r="r" b="b"/>
              <a:pathLst>
                <a:path w="1174" h="1097" extrusionOk="0">
                  <a:moveTo>
                    <a:pt x="866" y="1"/>
                  </a:moveTo>
                  <a:lnTo>
                    <a:pt x="135" y="731"/>
                  </a:lnTo>
                  <a:cubicBezTo>
                    <a:pt x="1" y="866"/>
                    <a:pt x="97" y="1097"/>
                    <a:pt x="289" y="1097"/>
                  </a:cubicBezTo>
                  <a:cubicBezTo>
                    <a:pt x="433" y="1097"/>
                    <a:pt x="424" y="1029"/>
                    <a:pt x="1174" y="299"/>
                  </a:cubicBezTo>
                  <a:lnTo>
                    <a:pt x="866"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6" name="Google Shape;13166;p65"/>
            <p:cNvSpPr/>
            <p:nvPr/>
          </p:nvSpPr>
          <p:spPr>
            <a:xfrm>
              <a:off x="1407001" y="2983356"/>
              <a:ext cx="21925" cy="19599"/>
            </a:xfrm>
            <a:custGeom>
              <a:avLst/>
              <a:gdLst/>
              <a:ahLst/>
              <a:cxnLst/>
              <a:rect l="l" t="t" r="r" b="b"/>
              <a:pathLst>
                <a:path w="839" h="750" extrusionOk="0">
                  <a:moveTo>
                    <a:pt x="541" y="0"/>
                  </a:moveTo>
                  <a:lnTo>
                    <a:pt x="156" y="375"/>
                  </a:lnTo>
                  <a:cubicBezTo>
                    <a:pt x="0" y="531"/>
                    <a:pt x="141" y="749"/>
                    <a:pt x="311" y="749"/>
                  </a:cubicBezTo>
                  <a:cubicBezTo>
                    <a:pt x="362" y="749"/>
                    <a:pt x="415" y="730"/>
                    <a:pt x="464" y="683"/>
                  </a:cubicBezTo>
                  <a:lnTo>
                    <a:pt x="839" y="308"/>
                  </a:lnTo>
                  <a:lnTo>
                    <a:pt x="541"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7" name="Google Shape;13167;p65"/>
            <p:cNvSpPr/>
            <p:nvPr/>
          </p:nvSpPr>
          <p:spPr>
            <a:xfrm>
              <a:off x="1424379" y="3009227"/>
              <a:ext cx="30444" cy="28693"/>
            </a:xfrm>
            <a:custGeom>
              <a:avLst/>
              <a:gdLst/>
              <a:ahLst/>
              <a:cxnLst/>
              <a:rect l="l" t="t" r="r" b="b"/>
              <a:pathLst>
                <a:path w="1165" h="1098" extrusionOk="0">
                  <a:moveTo>
                    <a:pt x="866" y="1"/>
                  </a:moveTo>
                  <a:lnTo>
                    <a:pt x="126" y="732"/>
                  </a:lnTo>
                  <a:cubicBezTo>
                    <a:pt x="1" y="866"/>
                    <a:pt x="97" y="1087"/>
                    <a:pt x="279" y="1097"/>
                  </a:cubicBezTo>
                  <a:cubicBezTo>
                    <a:pt x="424" y="1097"/>
                    <a:pt x="414" y="1030"/>
                    <a:pt x="1164" y="299"/>
                  </a:cubicBezTo>
                  <a:lnTo>
                    <a:pt x="866"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8" name="Google Shape;13168;p65"/>
            <p:cNvSpPr/>
            <p:nvPr/>
          </p:nvSpPr>
          <p:spPr>
            <a:xfrm>
              <a:off x="1458769" y="3035124"/>
              <a:ext cx="21925" cy="19338"/>
            </a:xfrm>
            <a:custGeom>
              <a:avLst/>
              <a:gdLst/>
              <a:ahLst/>
              <a:cxnLst/>
              <a:rect l="l" t="t" r="r" b="b"/>
              <a:pathLst>
                <a:path w="839" h="740" extrusionOk="0">
                  <a:moveTo>
                    <a:pt x="540" y="0"/>
                  </a:moveTo>
                  <a:lnTo>
                    <a:pt x="156" y="375"/>
                  </a:lnTo>
                  <a:cubicBezTo>
                    <a:pt x="1" y="523"/>
                    <a:pt x="141" y="739"/>
                    <a:pt x="306" y="739"/>
                  </a:cubicBezTo>
                  <a:cubicBezTo>
                    <a:pt x="356" y="739"/>
                    <a:pt x="407" y="720"/>
                    <a:pt x="454" y="673"/>
                  </a:cubicBezTo>
                  <a:lnTo>
                    <a:pt x="839" y="298"/>
                  </a:lnTo>
                  <a:lnTo>
                    <a:pt x="540"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9" name="Google Shape;13169;p65"/>
            <p:cNvSpPr/>
            <p:nvPr/>
          </p:nvSpPr>
          <p:spPr>
            <a:xfrm>
              <a:off x="1475886" y="3060995"/>
              <a:ext cx="30444" cy="28667"/>
            </a:xfrm>
            <a:custGeom>
              <a:avLst/>
              <a:gdLst/>
              <a:ahLst/>
              <a:cxnLst/>
              <a:rect l="l" t="t" r="r" b="b"/>
              <a:pathLst>
                <a:path w="1165" h="1097" extrusionOk="0">
                  <a:moveTo>
                    <a:pt x="866" y="1"/>
                  </a:moveTo>
                  <a:lnTo>
                    <a:pt x="136" y="732"/>
                  </a:lnTo>
                  <a:cubicBezTo>
                    <a:pt x="1" y="866"/>
                    <a:pt x="97" y="1087"/>
                    <a:pt x="289" y="1097"/>
                  </a:cubicBezTo>
                  <a:cubicBezTo>
                    <a:pt x="434" y="1097"/>
                    <a:pt x="424" y="1030"/>
                    <a:pt x="1164" y="299"/>
                  </a:cubicBezTo>
                  <a:lnTo>
                    <a:pt x="866"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0" name="Google Shape;13170;p65"/>
            <p:cNvSpPr/>
            <p:nvPr/>
          </p:nvSpPr>
          <p:spPr>
            <a:xfrm>
              <a:off x="1510276" y="3086631"/>
              <a:ext cx="21925" cy="19599"/>
            </a:xfrm>
            <a:custGeom>
              <a:avLst/>
              <a:gdLst/>
              <a:ahLst/>
              <a:cxnLst/>
              <a:rect l="l" t="t" r="r" b="b"/>
              <a:pathLst>
                <a:path w="839" h="750" extrusionOk="0">
                  <a:moveTo>
                    <a:pt x="541" y="1"/>
                  </a:moveTo>
                  <a:lnTo>
                    <a:pt x="156" y="376"/>
                  </a:lnTo>
                  <a:cubicBezTo>
                    <a:pt x="1" y="531"/>
                    <a:pt x="142" y="749"/>
                    <a:pt x="307" y="749"/>
                  </a:cubicBezTo>
                  <a:cubicBezTo>
                    <a:pt x="356" y="749"/>
                    <a:pt x="408" y="730"/>
                    <a:pt x="454" y="683"/>
                  </a:cubicBezTo>
                  <a:lnTo>
                    <a:pt x="839" y="308"/>
                  </a:lnTo>
                  <a:lnTo>
                    <a:pt x="541"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1" name="Google Shape;13171;p65"/>
            <p:cNvSpPr/>
            <p:nvPr/>
          </p:nvSpPr>
          <p:spPr>
            <a:xfrm>
              <a:off x="1527655" y="3112267"/>
              <a:ext cx="30444" cy="28667"/>
            </a:xfrm>
            <a:custGeom>
              <a:avLst/>
              <a:gdLst/>
              <a:ahLst/>
              <a:cxnLst/>
              <a:rect l="l" t="t" r="r" b="b"/>
              <a:pathLst>
                <a:path w="1165" h="1097" extrusionOk="0">
                  <a:moveTo>
                    <a:pt x="857" y="0"/>
                  </a:moveTo>
                  <a:lnTo>
                    <a:pt x="126" y="741"/>
                  </a:lnTo>
                  <a:cubicBezTo>
                    <a:pt x="1" y="875"/>
                    <a:pt x="97" y="1097"/>
                    <a:pt x="280" y="1097"/>
                  </a:cubicBezTo>
                  <a:cubicBezTo>
                    <a:pt x="424" y="1097"/>
                    <a:pt x="414" y="1029"/>
                    <a:pt x="1164" y="299"/>
                  </a:cubicBezTo>
                  <a:lnTo>
                    <a:pt x="857"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2" name="Google Shape;13172;p65"/>
            <p:cNvSpPr/>
            <p:nvPr/>
          </p:nvSpPr>
          <p:spPr>
            <a:xfrm>
              <a:off x="1578639" y="3164036"/>
              <a:ext cx="31228" cy="28876"/>
            </a:xfrm>
            <a:custGeom>
              <a:avLst/>
              <a:gdLst/>
              <a:ahLst/>
              <a:cxnLst/>
              <a:rect l="l" t="t" r="r" b="b"/>
              <a:pathLst>
                <a:path w="1195" h="1105" extrusionOk="0">
                  <a:moveTo>
                    <a:pt x="887" y="0"/>
                  </a:moveTo>
                  <a:lnTo>
                    <a:pt x="156" y="731"/>
                  </a:lnTo>
                  <a:cubicBezTo>
                    <a:pt x="0" y="887"/>
                    <a:pt x="141" y="1105"/>
                    <a:pt x="306" y="1105"/>
                  </a:cubicBezTo>
                  <a:cubicBezTo>
                    <a:pt x="356" y="1105"/>
                    <a:pt x="407" y="1085"/>
                    <a:pt x="454" y="1039"/>
                  </a:cubicBezTo>
                  <a:lnTo>
                    <a:pt x="1194" y="308"/>
                  </a:lnTo>
                  <a:lnTo>
                    <a:pt x="887"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3" name="Google Shape;13173;p65"/>
            <p:cNvSpPr/>
            <p:nvPr/>
          </p:nvSpPr>
          <p:spPr>
            <a:xfrm>
              <a:off x="1614101" y="3189907"/>
              <a:ext cx="21403" cy="19390"/>
            </a:xfrm>
            <a:custGeom>
              <a:avLst/>
              <a:gdLst/>
              <a:ahLst/>
              <a:cxnLst/>
              <a:rect l="l" t="t" r="r" b="b"/>
              <a:pathLst>
                <a:path w="819" h="742" extrusionOk="0">
                  <a:moveTo>
                    <a:pt x="520" y="1"/>
                  </a:moveTo>
                  <a:lnTo>
                    <a:pt x="135" y="376"/>
                  </a:lnTo>
                  <a:cubicBezTo>
                    <a:pt x="1" y="510"/>
                    <a:pt x="97" y="741"/>
                    <a:pt x="289" y="741"/>
                  </a:cubicBezTo>
                  <a:cubicBezTo>
                    <a:pt x="424" y="741"/>
                    <a:pt x="453" y="664"/>
                    <a:pt x="818" y="299"/>
                  </a:cubicBezTo>
                  <a:lnTo>
                    <a:pt x="520"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4" name="Google Shape;13174;p65"/>
            <p:cNvSpPr/>
            <p:nvPr/>
          </p:nvSpPr>
          <p:spPr>
            <a:xfrm>
              <a:off x="1630930" y="3215804"/>
              <a:ext cx="30444" cy="28406"/>
            </a:xfrm>
            <a:custGeom>
              <a:avLst/>
              <a:gdLst/>
              <a:ahLst/>
              <a:cxnLst/>
              <a:rect l="l" t="t" r="r" b="b"/>
              <a:pathLst>
                <a:path w="1165" h="1087" extrusionOk="0">
                  <a:moveTo>
                    <a:pt x="857" y="0"/>
                  </a:moveTo>
                  <a:lnTo>
                    <a:pt x="126" y="731"/>
                  </a:lnTo>
                  <a:cubicBezTo>
                    <a:pt x="1" y="866"/>
                    <a:pt x="97" y="1087"/>
                    <a:pt x="280" y="1087"/>
                  </a:cubicBezTo>
                  <a:cubicBezTo>
                    <a:pt x="424" y="1087"/>
                    <a:pt x="414" y="1020"/>
                    <a:pt x="1165" y="298"/>
                  </a:cubicBezTo>
                  <a:lnTo>
                    <a:pt x="857" y="0"/>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5" name="Google Shape;13175;p65"/>
            <p:cNvSpPr/>
            <p:nvPr/>
          </p:nvSpPr>
          <p:spPr>
            <a:xfrm>
              <a:off x="1562332" y="3138138"/>
              <a:ext cx="21403" cy="19286"/>
            </a:xfrm>
            <a:custGeom>
              <a:avLst/>
              <a:gdLst/>
              <a:ahLst/>
              <a:cxnLst/>
              <a:rect l="l" t="t" r="r" b="b"/>
              <a:pathLst>
                <a:path w="819" h="738" extrusionOk="0">
                  <a:moveTo>
                    <a:pt x="520" y="1"/>
                  </a:moveTo>
                  <a:lnTo>
                    <a:pt x="135" y="376"/>
                  </a:lnTo>
                  <a:cubicBezTo>
                    <a:pt x="0" y="533"/>
                    <a:pt x="140" y="738"/>
                    <a:pt x="304" y="738"/>
                  </a:cubicBezTo>
                  <a:cubicBezTo>
                    <a:pt x="351" y="738"/>
                    <a:pt x="399" y="722"/>
                    <a:pt x="443" y="684"/>
                  </a:cubicBezTo>
                  <a:lnTo>
                    <a:pt x="818" y="309"/>
                  </a:lnTo>
                  <a:lnTo>
                    <a:pt x="520" y="1"/>
                  </a:ln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76" name="Google Shape;13176;p65"/>
          <p:cNvGrpSpPr/>
          <p:nvPr/>
        </p:nvGrpSpPr>
        <p:grpSpPr>
          <a:xfrm>
            <a:off x="845998" y="2707470"/>
            <a:ext cx="383468" cy="366665"/>
            <a:chOff x="849673" y="2891343"/>
            <a:chExt cx="383468" cy="366665"/>
          </a:xfrm>
        </p:grpSpPr>
        <p:sp>
          <p:nvSpPr>
            <p:cNvPr id="13177" name="Google Shape;13177;p65"/>
            <p:cNvSpPr/>
            <p:nvPr/>
          </p:nvSpPr>
          <p:spPr>
            <a:xfrm>
              <a:off x="849673" y="2976561"/>
              <a:ext cx="322188" cy="281447"/>
            </a:xfrm>
            <a:custGeom>
              <a:avLst/>
              <a:gdLst/>
              <a:ahLst/>
              <a:cxnLst/>
              <a:rect l="l" t="t" r="r" b="b"/>
              <a:pathLst>
                <a:path w="12329" h="10770" extrusionOk="0">
                  <a:moveTo>
                    <a:pt x="9525" y="7316"/>
                  </a:moveTo>
                  <a:cubicBezTo>
                    <a:pt x="9710" y="7316"/>
                    <a:pt x="9896" y="7370"/>
                    <a:pt x="10059" y="7482"/>
                  </a:cubicBezTo>
                  <a:cubicBezTo>
                    <a:pt x="10761" y="7963"/>
                    <a:pt x="10530" y="9040"/>
                    <a:pt x="9703" y="9203"/>
                  </a:cubicBezTo>
                  <a:cubicBezTo>
                    <a:pt x="9641" y="9215"/>
                    <a:pt x="9581" y="9220"/>
                    <a:pt x="9522" y="9220"/>
                  </a:cubicBezTo>
                  <a:cubicBezTo>
                    <a:pt x="8790" y="9220"/>
                    <a:pt x="8297" y="8382"/>
                    <a:pt x="8742" y="7732"/>
                  </a:cubicBezTo>
                  <a:cubicBezTo>
                    <a:pt x="8921" y="7462"/>
                    <a:pt x="9221" y="7316"/>
                    <a:pt x="9525" y="7316"/>
                  </a:cubicBezTo>
                  <a:close/>
                  <a:moveTo>
                    <a:pt x="5338" y="1"/>
                  </a:moveTo>
                  <a:cubicBezTo>
                    <a:pt x="3781" y="1"/>
                    <a:pt x="2332" y="778"/>
                    <a:pt x="1453" y="2059"/>
                  </a:cubicBezTo>
                  <a:cubicBezTo>
                    <a:pt x="1" y="4213"/>
                    <a:pt x="558" y="7145"/>
                    <a:pt x="2703" y="8607"/>
                  </a:cubicBezTo>
                  <a:cubicBezTo>
                    <a:pt x="2703" y="8607"/>
                    <a:pt x="5578" y="10769"/>
                    <a:pt x="8408" y="10769"/>
                  </a:cubicBezTo>
                  <a:cubicBezTo>
                    <a:pt x="9657" y="10769"/>
                    <a:pt x="10896" y="10349"/>
                    <a:pt x="11877" y="9136"/>
                  </a:cubicBezTo>
                  <a:lnTo>
                    <a:pt x="11896" y="9117"/>
                  </a:lnTo>
                  <a:cubicBezTo>
                    <a:pt x="11973" y="9001"/>
                    <a:pt x="12030" y="8876"/>
                    <a:pt x="12078" y="8751"/>
                  </a:cubicBezTo>
                  <a:cubicBezTo>
                    <a:pt x="12328" y="7972"/>
                    <a:pt x="11953" y="7126"/>
                    <a:pt x="11213" y="6799"/>
                  </a:cubicBezTo>
                  <a:cubicBezTo>
                    <a:pt x="11040" y="6732"/>
                    <a:pt x="10876" y="6636"/>
                    <a:pt x="10723" y="6530"/>
                  </a:cubicBezTo>
                  <a:cubicBezTo>
                    <a:pt x="10723" y="6530"/>
                    <a:pt x="9348" y="5751"/>
                    <a:pt x="9405" y="4097"/>
                  </a:cubicBezTo>
                  <a:cubicBezTo>
                    <a:pt x="9405" y="4030"/>
                    <a:pt x="9405" y="3963"/>
                    <a:pt x="9415" y="3886"/>
                  </a:cubicBezTo>
                  <a:cubicBezTo>
                    <a:pt x="9501" y="3068"/>
                    <a:pt x="9290" y="2251"/>
                    <a:pt x="8809" y="1587"/>
                  </a:cubicBezTo>
                  <a:cubicBezTo>
                    <a:pt x="8588" y="1289"/>
                    <a:pt x="8309" y="1020"/>
                    <a:pt x="8001" y="809"/>
                  </a:cubicBezTo>
                  <a:cubicBezTo>
                    <a:pt x="7222" y="280"/>
                    <a:pt x="6309" y="1"/>
                    <a:pt x="5366" y="1"/>
                  </a:cubicBezTo>
                  <a:cubicBezTo>
                    <a:pt x="5357" y="1"/>
                    <a:pt x="5347" y="1"/>
                    <a:pt x="5338" y="1"/>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8" name="Google Shape;13178;p65"/>
            <p:cNvSpPr/>
            <p:nvPr/>
          </p:nvSpPr>
          <p:spPr>
            <a:xfrm>
              <a:off x="867260" y="2976561"/>
              <a:ext cx="304600" cy="258947"/>
            </a:xfrm>
            <a:custGeom>
              <a:avLst/>
              <a:gdLst/>
              <a:ahLst/>
              <a:cxnLst/>
              <a:rect l="l" t="t" r="r" b="b"/>
              <a:pathLst>
                <a:path w="11656" h="9909" extrusionOk="0">
                  <a:moveTo>
                    <a:pt x="8856" y="7317"/>
                  </a:moveTo>
                  <a:cubicBezTo>
                    <a:pt x="9033" y="7317"/>
                    <a:pt x="9216" y="7368"/>
                    <a:pt x="9386" y="7482"/>
                  </a:cubicBezTo>
                  <a:cubicBezTo>
                    <a:pt x="9819" y="7771"/>
                    <a:pt x="9934" y="8367"/>
                    <a:pt x="9636" y="8799"/>
                  </a:cubicBezTo>
                  <a:cubicBezTo>
                    <a:pt x="9445" y="9084"/>
                    <a:pt x="9152" y="9216"/>
                    <a:pt x="8861" y="9216"/>
                  </a:cubicBezTo>
                  <a:cubicBezTo>
                    <a:pt x="8436" y="9216"/>
                    <a:pt x="8016" y="8935"/>
                    <a:pt x="7924" y="8444"/>
                  </a:cubicBezTo>
                  <a:cubicBezTo>
                    <a:pt x="7801" y="7817"/>
                    <a:pt x="8301" y="7317"/>
                    <a:pt x="8856" y="7317"/>
                  </a:cubicBezTo>
                  <a:close/>
                  <a:moveTo>
                    <a:pt x="4693" y="1"/>
                  </a:moveTo>
                  <a:cubicBezTo>
                    <a:pt x="3376" y="1"/>
                    <a:pt x="2116" y="549"/>
                    <a:pt x="1222" y="1510"/>
                  </a:cubicBezTo>
                  <a:cubicBezTo>
                    <a:pt x="1" y="3655"/>
                    <a:pt x="636" y="6367"/>
                    <a:pt x="2664" y="7751"/>
                  </a:cubicBezTo>
                  <a:cubicBezTo>
                    <a:pt x="2664" y="7751"/>
                    <a:pt x="5536" y="9909"/>
                    <a:pt x="8365" y="9909"/>
                  </a:cubicBezTo>
                  <a:cubicBezTo>
                    <a:pt x="9434" y="9909"/>
                    <a:pt x="10496" y="9601"/>
                    <a:pt x="11396" y="8751"/>
                  </a:cubicBezTo>
                  <a:cubicBezTo>
                    <a:pt x="11655" y="7972"/>
                    <a:pt x="11280" y="7126"/>
                    <a:pt x="10540" y="6799"/>
                  </a:cubicBezTo>
                  <a:cubicBezTo>
                    <a:pt x="10367" y="6732"/>
                    <a:pt x="10203" y="6636"/>
                    <a:pt x="10050" y="6530"/>
                  </a:cubicBezTo>
                  <a:cubicBezTo>
                    <a:pt x="10050" y="6530"/>
                    <a:pt x="8675" y="5751"/>
                    <a:pt x="8732" y="4097"/>
                  </a:cubicBezTo>
                  <a:cubicBezTo>
                    <a:pt x="8732" y="4030"/>
                    <a:pt x="8732" y="3963"/>
                    <a:pt x="8742" y="3886"/>
                  </a:cubicBezTo>
                  <a:cubicBezTo>
                    <a:pt x="8828" y="3068"/>
                    <a:pt x="8617" y="2251"/>
                    <a:pt x="8136" y="1587"/>
                  </a:cubicBezTo>
                  <a:cubicBezTo>
                    <a:pt x="7915" y="1289"/>
                    <a:pt x="7636" y="1020"/>
                    <a:pt x="7328" y="809"/>
                  </a:cubicBezTo>
                  <a:cubicBezTo>
                    <a:pt x="6549" y="280"/>
                    <a:pt x="5636" y="1"/>
                    <a:pt x="4693" y="1"/>
                  </a:cubicBezTo>
                  <a:close/>
                </a:path>
              </a:pathLst>
            </a:custGeom>
            <a:solidFill>
              <a:srgbClr val="EA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79" name="Google Shape;13179;p65"/>
            <p:cNvSpPr/>
            <p:nvPr/>
          </p:nvSpPr>
          <p:spPr>
            <a:xfrm>
              <a:off x="947173" y="3018948"/>
              <a:ext cx="81952" cy="50122"/>
            </a:xfrm>
            <a:custGeom>
              <a:avLst/>
              <a:gdLst/>
              <a:ahLst/>
              <a:cxnLst/>
              <a:rect l="l" t="t" r="r" b="b"/>
              <a:pathLst>
                <a:path w="3136" h="1918" extrusionOk="0">
                  <a:moveTo>
                    <a:pt x="2688" y="0"/>
                  </a:moveTo>
                  <a:cubicBezTo>
                    <a:pt x="2671" y="0"/>
                    <a:pt x="2654" y="1"/>
                    <a:pt x="2636" y="4"/>
                  </a:cubicBezTo>
                  <a:lnTo>
                    <a:pt x="1607" y="52"/>
                  </a:lnTo>
                  <a:lnTo>
                    <a:pt x="1001" y="90"/>
                  </a:lnTo>
                  <a:cubicBezTo>
                    <a:pt x="760" y="100"/>
                    <a:pt x="558" y="302"/>
                    <a:pt x="558" y="552"/>
                  </a:cubicBezTo>
                  <a:lnTo>
                    <a:pt x="558" y="571"/>
                  </a:lnTo>
                  <a:cubicBezTo>
                    <a:pt x="568" y="677"/>
                    <a:pt x="607" y="783"/>
                    <a:pt x="683" y="860"/>
                  </a:cubicBezTo>
                  <a:cubicBezTo>
                    <a:pt x="712" y="908"/>
                    <a:pt x="683" y="975"/>
                    <a:pt x="626" y="975"/>
                  </a:cubicBezTo>
                  <a:lnTo>
                    <a:pt x="462" y="985"/>
                  </a:lnTo>
                  <a:cubicBezTo>
                    <a:pt x="203" y="1004"/>
                    <a:pt x="1" y="1225"/>
                    <a:pt x="10" y="1485"/>
                  </a:cubicBezTo>
                  <a:cubicBezTo>
                    <a:pt x="29" y="1729"/>
                    <a:pt x="231" y="1918"/>
                    <a:pt x="482" y="1918"/>
                  </a:cubicBezTo>
                  <a:cubicBezTo>
                    <a:pt x="488" y="1918"/>
                    <a:pt x="495" y="1918"/>
                    <a:pt x="501" y="1917"/>
                  </a:cubicBezTo>
                  <a:lnTo>
                    <a:pt x="1010" y="1889"/>
                  </a:lnTo>
                  <a:lnTo>
                    <a:pt x="1126" y="1889"/>
                  </a:lnTo>
                  <a:lnTo>
                    <a:pt x="2126" y="1841"/>
                  </a:lnTo>
                  <a:cubicBezTo>
                    <a:pt x="2376" y="1831"/>
                    <a:pt x="2568" y="1629"/>
                    <a:pt x="2578" y="1389"/>
                  </a:cubicBezTo>
                  <a:cubicBezTo>
                    <a:pt x="2587" y="1273"/>
                    <a:pt x="2549" y="1167"/>
                    <a:pt x="2482" y="1081"/>
                  </a:cubicBezTo>
                  <a:cubicBezTo>
                    <a:pt x="2434" y="1023"/>
                    <a:pt x="2472" y="937"/>
                    <a:pt x="2539" y="937"/>
                  </a:cubicBezTo>
                  <a:lnTo>
                    <a:pt x="2693" y="927"/>
                  </a:lnTo>
                  <a:cubicBezTo>
                    <a:pt x="2943" y="917"/>
                    <a:pt x="3136" y="715"/>
                    <a:pt x="3136" y="465"/>
                  </a:cubicBezTo>
                  <a:cubicBezTo>
                    <a:pt x="3136" y="456"/>
                    <a:pt x="3136" y="446"/>
                    <a:pt x="3126" y="437"/>
                  </a:cubicBezTo>
                  <a:cubicBezTo>
                    <a:pt x="3116" y="254"/>
                    <a:pt x="2991" y="90"/>
                    <a:pt x="2818" y="23"/>
                  </a:cubicBezTo>
                  <a:cubicBezTo>
                    <a:pt x="2776" y="9"/>
                    <a:pt x="2734" y="0"/>
                    <a:pt x="2688" y="0"/>
                  </a:cubicBezTo>
                  <a:close/>
                </a:path>
              </a:pathLst>
            </a:custGeom>
            <a:solidFill>
              <a:srgbClr val="B8C6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0" name="Google Shape;13180;p65"/>
            <p:cNvSpPr/>
            <p:nvPr/>
          </p:nvSpPr>
          <p:spPr>
            <a:xfrm>
              <a:off x="967792" y="3018791"/>
              <a:ext cx="61333" cy="49521"/>
            </a:xfrm>
            <a:custGeom>
              <a:avLst/>
              <a:gdLst/>
              <a:ahLst/>
              <a:cxnLst/>
              <a:rect l="l" t="t" r="r" b="b"/>
              <a:pathLst>
                <a:path w="2347" h="1895" extrusionOk="0">
                  <a:moveTo>
                    <a:pt x="1856" y="0"/>
                  </a:moveTo>
                  <a:lnTo>
                    <a:pt x="827" y="58"/>
                  </a:lnTo>
                  <a:cubicBezTo>
                    <a:pt x="673" y="144"/>
                    <a:pt x="587" y="308"/>
                    <a:pt x="587" y="481"/>
                  </a:cubicBezTo>
                  <a:lnTo>
                    <a:pt x="587" y="510"/>
                  </a:lnTo>
                  <a:cubicBezTo>
                    <a:pt x="587" y="616"/>
                    <a:pt x="635" y="721"/>
                    <a:pt x="702" y="808"/>
                  </a:cubicBezTo>
                  <a:cubicBezTo>
                    <a:pt x="750" y="856"/>
                    <a:pt x="712" y="933"/>
                    <a:pt x="645" y="933"/>
                  </a:cubicBezTo>
                  <a:lnTo>
                    <a:pt x="481" y="943"/>
                  </a:lnTo>
                  <a:cubicBezTo>
                    <a:pt x="212" y="962"/>
                    <a:pt x="0" y="1193"/>
                    <a:pt x="10" y="1462"/>
                  </a:cubicBezTo>
                  <a:cubicBezTo>
                    <a:pt x="29" y="1664"/>
                    <a:pt x="154" y="1827"/>
                    <a:pt x="337" y="1895"/>
                  </a:cubicBezTo>
                  <a:lnTo>
                    <a:pt x="1337" y="1847"/>
                  </a:lnTo>
                  <a:cubicBezTo>
                    <a:pt x="1587" y="1837"/>
                    <a:pt x="1779" y="1635"/>
                    <a:pt x="1789" y="1395"/>
                  </a:cubicBezTo>
                  <a:cubicBezTo>
                    <a:pt x="1798" y="1279"/>
                    <a:pt x="1760" y="1173"/>
                    <a:pt x="1693" y="1087"/>
                  </a:cubicBezTo>
                  <a:cubicBezTo>
                    <a:pt x="1645" y="1029"/>
                    <a:pt x="1683" y="943"/>
                    <a:pt x="1750" y="943"/>
                  </a:cubicBezTo>
                  <a:lnTo>
                    <a:pt x="1904" y="933"/>
                  </a:lnTo>
                  <a:cubicBezTo>
                    <a:pt x="2154" y="923"/>
                    <a:pt x="2347" y="721"/>
                    <a:pt x="2347" y="471"/>
                  </a:cubicBezTo>
                  <a:cubicBezTo>
                    <a:pt x="2347" y="462"/>
                    <a:pt x="2347" y="452"/>
                    <a:pt x="2347" y="443"/>
                  </a:cubicBezTo>
                  <a:cubicBezTo>
                    <a:pt x="2337" y="260"/>
                    <a:pt x="2212" y="96"/>
                    <a:pt x="2039" y="29"/>
                  </a:cubicBezTo>
                  <a:cubicBezTo>
                    <a:pt x="1981" y="10"/>
                    <a:pt x="1923" y="0"/>
                    <a:pt x="1856"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1" name="Google Shape;13181;p65"/>
            <p:cNvSpPr/>
            <p:nvPr/>
          </p:nvSpPr>
          <p:spPr>
            <a:xfrm>
              <a:off x="992174" y="3104663"/>
              <a:ext cx="65357" cy="72831"/>
            </a:xfrm>
            <a:custGeom>
              <a:avLst/>
              <a:gdLst/>
              <a:ahLst/>
              <a:cxnLst/>
              <a:rect l="l" t="t" r="r" b="b"/>
              <a:pathLst>
                <a:path w="2501" h="2787" extrusionOk="0">
                  <a:moveTo>
                    <a:pt x="2031" y="1"/>
                  </a:moveTo>
                  <a:cubicBezTo>
                    <a:pt x="1953" y="1"/>
                    <a:pt x="1873" y="20"/>
                    <a:pt x="1798" y="61"/>
                  </a:cubicBezTo>
                  <a:lnTo>
                    <a:pt x="952" y="541"/>
                  </a:lnTo>
                  <a:lnTo>
                    <a:pt x="375" y="868"/>
                  </a:lnTo>
                  <a:cubicBezTo>
                    <a:pt x="231" y="945"/>
                    <a:pt x="135" y="1109"/>
                    <a:pt x="135" y="1272"/>
                  </a:cubicBezTo>
                  <a:cubicBezTo>
                    <a:pt x="135" y="1416"/>
                    <a:pt x="202" y="1551"/>
                    <a:pt x="317" y="1638"/>
                  </a:cubicBezTo>
                  <a:cubicBezTo>
                    <a:pt x="414" y="1705"/>
                    <a:pt x="404" y="1859"/>
                    <a:pt x="298" y="1917"/>
                  </a:cubicBezTo>
                  <a:lnTo>
                    <a:pt x="288" y="1917"/>
                  </a:lnTo>
                  <a:cubicBezTo>
                    <a:pt x="87" y="2032"/>
                    <a:pt x="0" y="2272"/>
                    <a:pt x="77" y="2484"/>
                  </a:cubicBezTo>
                  <a:cubicBezTo>
                    <a:pt x="145" y="2674"/>
                    <a:pt x="322" y="2787"/>
                    <a:pt x="509" y="2787"/>
                  </a:cubicBezTo>
                  <a:cubicBezTo>
                    <a:pt x="587" y="2787"/>
                    <a:pt x="667" y="2767"/>
                    <a:pt x="740" y="2724"/>
                  </a:cubicBezTo>
                  <a:lnTo>
                    <a:pt x="1183" y="2474"/>
                  </a:lnTo>
                  <a:lnTo>
                    <a:pt x="2154" y="1926"/>
                  </a:lnTo>
                  <a:cubicBezTo>
                    <a:pt x="2356" y="1811"/>
                    <a:pt x="2452" y="1570"/>
                    <a:pt x="2366" y="1349"/>
                  </a:cubicBezTo>
                  <a:cubicBezTo>
                    <a:pt x="2317" y="1224"/>
                    <a:pt x="2221" y="1128"/>
                    <a:pt x="2096" y="1080"/>
                  </a:cubicBezTo>
                  <a:cubicBezTo>
                    <a:pt x="2048" y="1061"/>
                    <a:pt x="2039" y="993"/>
                    <a:pt x="2087" y="965"/>
                  </a:cubicBezTo>
                  <a:lnTo>
                    <a:pt x="2260" y="868"/>
                  </a:lnTo>
                  <a:cubicBezTo>
                    <a:pt x="2404" y="791"/>
                    <a:pt x="2491" y="628"/>
                    <a:pt x="2500" y="465"/>
                  </a:cubicBezTo>
                  <a:cubicBezTo>
                    <a:pt x="2491" y="388"/>
                    <a:pt x="2471" y="301"/>
                    <a:pt x="2433" y="234"/>
                  </a:cubicBezTo>
                  <a:cubicBezTo>
                    <a:pt x="2348" y="84"/>
                    <a:pt x="2194" y="1"/>
                    <a:pt x="203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2" name="Google Shape;13182;p65"/>
            <p:cNvSpPr/>
            <p:nvPr/>
          </p:nvSpPr>
          <p:spPr>
            <a:xfrm>
              <a:off x="1009499" y="3104427"/>
              <a:ext cx="48032" cy="64913"/>
            </a:xfrm>
            <a:custGeom>
              <a:avLst/>
              <a:gdLst/>
              <a:ahLst/>
              <a:cxnLst/>
              <a:rect l="l" t="t" r="r" b="b"/>
              <a:pathLst>
                <a:path w="1838" h="2484" extrusionOk="0">
                  <a:moveTo>
                    <a:pt x="1368" y="0"/>
                  </a:moveTo>
                  <a:cubicBezTo>
                    <a:pt x="1290" y="0"/>
                    <a:pt x="1210" y="19"/>
                    <a:pt x="1135" y="60"/>
                  </a:cubicBezTo>
                  <a:lnTo>
                    <a:pt x="289" y="541"/>
                  </a:lnTo>
                  <a:cubicBezTo>
                    <a:pt x="202" y="637"/>
                    <a:pt x="145" y="762"/>
                    <a:pt x="154" y="887"/>
                  </a:cubicBezTo>
                  <a:cubicBezTo>
                    <a:pt x="145" y="974"/>
                    <a:pt x="174" y="1060"/>
                    <a:pt x="212" y="1127"/>
                  </a:cubicBezTo>
                  <a:cubicBezTo>
                    <a:pt x="241" y="1185"/>
                    <a:pt x="279" y="1233"/>
                    <a:pt x="337" y="1272"/>
                  </a:cubicBezTo>
                  <a:cubicBezTo>
                    <a:pt x="433" y="1349"/>
                    <a:pt x="424" y="1502"/>
                    <a:pt x="308" y="1570"/>
                  </a:cubicBezTo>
                  <a:cubicBezTo>
                    <a:pt x="97" y="1695"/>
                    <a:pt x="1" y="1945"/>
                    <a:pt x="77" y="2166"/>
                  </a:cubicBezTo>
                  <a:cubicBezTo>
                    <a:pt x="145" y="2358"/>
                    <a:pt x="318" y="2474"/>
                    <a:pt x="520" y="2483"/>
                  </a:cubicBezTo>
                  <a:lnTo>
                    <a:pt x="1491" y="1935"/>
                  </a:lnTo>
                  <a:cubicBezTo>
                    <a:pt x="1693" y="1820"/>
                    <a:pt x="1789" y="1579"/>
                    <a:pt x="1703" y="1358"/>
                  </a:cubicBezTo>
                  <a:cubicBezTo>
                    <a:pt x="1654" y="1233"/>
                    <a:pt x="1558" y="1127"/>
                    <a:pt x="1433" y="1089"/>
                  </a:cubicBezTo>
                  <a:cubicBezTo>
                    <a:pt x="1385" y="1060"/>
                    <a:pt x="1376" y="993"/>
                    <a:pt x="1424" y="964"/>
                  </a:cubicBezTo>
                  <a:lnTo>
                    <a:pt x="1597" y="868"/>
                  </a:lnTo>
                  <a:cubicBezTo>
                    <a:pt x="1741" y="791"/>
                    <a:pt x="1828" y="637"/>
                    <a:pt x="1837" y="464"/>
                  </a:cubicBezTo>
                  <a:cubicBezTo>
                    <a:pt x="1828" y="387"/>
                    <a:pt x="1808" y="310"/>
                    <a:pt x="1770" y="233"/>
                  </a:cubicBezTo>
                  <a:cubicBezTo>
                    <a:pt x="1685" y="84"/>
                    <a:pt x="1531" y="0"/>
                    <a:pt x="1368"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3" name="Google Shape;13183;p65"/>
            <p:cNvSpPr/>
            <p:nvPr/>
          </p:nvSpPr>
          <p:spPr>
            <a:xfrm>
              <a:off x="897417" y="3078400"/>
              <a:ext cx="69147" cy="70584"/>
            </a:xfrm>
            <a:custGeom>
              <a:avLst/>
              <a:gdLst/>
              <a:ahLst/>
              <a:cxnLst/>
              <a:rect l="l" t="t" r="r" b="b"/>
              <a:pathLst>
                <a:path w="2646" h="2701" extrusionOk="0">
                  <a:moveTo>
                    <a:pt x="518" y="1"/>
                  </a:moveTo>
                  <a:cubicBezTo>
                    <a:pt x="490" y="1"/>
                    <a:pt x="462" y="3"/>
                    <a:pt x="433" y="8"/>
                  </a:cubicBezTo>
                  <a:cubicBezTo>
                    <a:pt x="155" y="75"/>
                    <a:pt x="1" y="364"/>
                    <a:pt x="97" y="633"/>
                  </a:cubicBezTo>
                  <a:lnTo>
                    <a:pt x="280" y="1104"/>
                  </a:lnTo>
                  <a:lnTo>
                    <a:pt x="385" y="1354"/>
                  </a:lnTo>
                  <a:lnTo>
                    <a:pt x="693" y="2152"/>
                  </a:lnTo>
                  <a:cubicBezTo>
                    <a:pt x="767" y="2342"/>
                    <a:pt x="947" y="2461"/>
                    <a:pt x="1142" y="2461"/>
                  </a:cubicBezTo>
                  <a:cubicBezTo>
                    <a:pt x="1175" y="2461"/>
                    <a:pt x="1208" y="2457"/>
                    <a:pt x="1241" y="2450"/>
                  </a:cubicBezTo>
                  <a:cubicBezTo>
                    <a:pt x="1366" y="2421"/>
                    <a:pt x="1472" y="2335"/>
                    <a:pt x="1539" y="2220"/>
                  </a:cubicBezTo>
                  <a:cubicBezTo>
                    <a:pt x="1552" y="2198"/>
                    <a:pt x="1573" y="2188"/>
                    <a:pt x="1595" y="2188"/>
                  </a:cubicBezTo>
                  <a:cubicBezTo>
                    <a:pt x="1621" y="2188"/>
                    <a:pt x="1648" y="2203"/>
                    <a:pt x="1664" y="2229"/>
                  </a:cubicBezTo>
                  <a:lnTo>
                    <a:pt x="1732" y="2402"/>
                  </a:lnTo>
                  <a:cubicBezTo>
                    <a:pt x="1799" y="2585"/>
                    <a:pt x="1972" y="2700"/>
                    <a:pt x="2164" y="2700"/>
                  </a:cubicBezTo>
                  <a:cubicBezTo>
                    <a:pt x="2222" y="2700"/>
                    <a:pt x="2280" y="2691"/>
                    <a:pt x="2328" y="2672"/>
                  </a:cubicBezTo>
                  <a:cubicBezTo>
                    <a:pt x="2530" y="2595"/>
                    <a:pt x="2645" y="2393"/>
                    <a:pt x="2626" y="2181"/>
                  </a:cubicBezTo>
                  <a:cubicBezTo>
                    <a:pt x="2616" y="2143"/>
                    <a:pt x="2607" y="2104"/>
                    <a:pt x="2597" y="2075"/>
                  </a:cubicBezTo>
                  <a:lnTo>
                    <a:pt x="2193" y="1037"/>
                  </a:lnTo>
                  <a:lnTo>
                    <a:pt x="2001" y="546"/>
                  </a:lnTo>
                  <a:cubicBezTo>
                    <a:pt x="1934" y="364"/>
                    <a:pt x="1761" y="239"/>
                    <a:pt x="1568" y="239"/>
                  </a:cubicBezTo>
                  <a:cubicBezTo>
                    <a:pt x="1405" y="239"/>
                    <a:pt x="1251" y="325"/>
                    <a:pt x="1164" y="469"/>
                  </a:cubicBezTo>
                  <a:cubicBezTo>
                    <a:pt x="1151" y="496"/>
                    <a:pt x="1128" y="508"/>
                    <a:pt x="1104" y="508"/>
                  </a:cubicBezTo>
                  <a:cubicBezTo>
                    <a:pt x="1077" y="508"/>
                    <a:pt x="1050" y="491"/>
                    <a:pt x="1039" y="460"/>
                  </a:cubicBezTo>
                  <a:lnTo>
                    <a:pt x="972" y="306"/>
                  </a:lnTo>
                  <a:cubicBezTo>
                    <a:pt x="896" y="113"/>
                    <a:pt x="711" y="1"/>
                    <a:pt x="518" y="1"/>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4" name="Google Shape;13184;p65"/>
            <p:cNvSpPr/>
            <p:nvPr/>
          </p:nvSpPr>
          <p:spPr>
            <a:xfrm>
              <a:off x="904708" y="3094915"/>
              <a:ext cx="61856" cy="54068"/>
            </a:xfrm>
            <a:custGeom>
              <a:avLst/>
              <a:gdLst/>
              <a:ahLst/>
              <a:cxnLst/>
              <a:rect l="l" t="t" r="r" b="b"/>
              <a:pathLst>
                <a:path w="2367" h="2069" extrusionOk="0">
                  <a:moveTo>
                    <a:pt x="479" y="1"/>
                  </a:moveTo>
                  <a:cubicBezTo>
                    <a:pt x="448" y="1"/>
                    <a:pt x="417" y="4"/>
                    <a:pt x="385" y="11"/>
                  </a:cubicBezTo>
                  <a:cubicBezTo>
                    <a:pt x="164" y="59"/>
                    <a:pt x="1" y="251"/>
                    <a:pt x="1" y="472"/>
                  </a:cubicBezTo>
                  <a:lnTo>
                    <a:pt x="106" y="722"/>
                  </a:lnTo>
                  <a:lnTo>
                    <a:pt x="414" y="1520"/>
                  </a:lnTo>
                  <a:cubicBezTo>
                    <a:pt x="488" y="1710"/>
                    <a:pt x="668" y="1829"/>
                    <a:pt x="863" y="1829"/>
                  </a:cubicBezTo>
                  <a:cubicBezTo>
                    <a:pt x="896" y="1829"/>
                    <a:pt x="929" y="1825"/>
                    <a:pt x="962" y="1818"/>
                  </a:cubicBezTo>
                  <a:cubicBezTo>
                    <a:pt x="1087" y="1789"/>
                    <a:pt x="1193" y="1703"/>
                    <a:pt x="1260" y="1588"/>
                  </a:cubicBezTo>
                  <a:cubicBezTo>
                    <a:pt x="1273" y="1566"/>
                    <a:pt x="1294" y="1556"/>
                    <a:pt x="1316" y="1556"/>
                  </a:cubicBezTo>
                  <a:cubicBezTo>
                    <a:pt x="1342" y="1556"/>
                    <a:pt x="1369" y="1571"/>
                    <a:pt x="1385" y="1597"/>
                  </a:cubicBezTo>
                  <a:lnTo>
                    <a:pt x="1453" y="1770"/>
                  </a:lnTo>
                  <a:cubicBezTo>
                    <a:pt x="1520" y="1953"/>
                    <a:pt x="1693" y="2068"/>
                    <a:pt x="1885" y="2068"/>
                  </a:cubicBezTo>
                  <a:cubicBezTo>
                    <a:pt x="1943" y="2068"/>
                    <a:pt x="2001" y="2059"/>
                    <a:pt x="2049" y="2040"/>
                  </a:cubicBezTo>
                  <a:cubicBezTo>
                    <a:pt x="2251" y="1963"/>
                    <a:pt x="2366" y="1761"/>
                    <a:pt x="2347" y="1549"/>
                  </a:cubicBezTo>
                  <a:cubicBezTo>
                    <a:pt x="2337" y="1511"/>
                    <a:pt x="2328" y="1472"/>
                    <a:pt x="2318" y="1443"/>
                  </a:cubicBezTo>
                  <a:lnTo>
                    <a:pt x="1914" y="405"/>
                  </a:lnTo>
                  <a:cubicBezTo>
                    <a:pt x="1818" y="309"/>
                    <a:pt x="1693" y="251"/>
                    <a:pt x="1558" y="251"/>
                  </a:cubicBezTo>
                  <a:cubicBezTo>
                    <a:pt x="1395" y="251"/>
                    <a:pt x="1231" y="347"/>
                    <a:pt x="1145" y="491"/>
                  </a:cubicBezTo>
                  <a:cubicBezTo>
                    <a:pt x="1132" y="518"/>
                    <a:pt x="1106" y="530"/>
                    <a:pt x="1081" y="530"/>
                  </a:cubicBezTo>
                  <a:cubicBezTo>
                    <a:pt x="1051" y="530"/>
                    <a:pt x="1021" y="513"/>
                    <a:pt x="1010" y="482"/>
                  </a:cubicBezTo>
                  <a:lnTo>
                    <a:pt x="943" y="318"/>
                  </a:lnTo>
                  <a:cubicBezTo>
                    <a:pt x="860" y="127"/>
                    <a:pt x="677" y="1"/>
                    <a:pt x="479" y="1"/>
                  </a:cubicBezTo>
                  <a:close/>
                </a:path>
              </a:pathLst>
            </a:custGeom>
            <a:solidFill>
              <a:srgbClr val="7C91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5" name="Google Shape;13185;p65"/>
            <p:cNvSpPr/>
            <p:nvPr/>
          </p:nvSpPr>
          <p:spPr>
            <a:xfrm>
              <a:off x="1107261" y="2891343"/>
              <a:ext cx="125880" cy="143049"/>
            </a:xfrm>
            <a:custGeom>
              <a:avLst/>
              <a:gdLst/>
              <a:ahLst/>
              <a:cxnLst/>
              <a:rect l="l" t="t" r="r" b="b"/>
              <a:pathLst>
                <a:path w="4817" h="5474" extrusionOk="0">
                  <a:moveTo>
                    <a:pt x="4756" y="0"/>
                  </a:moveTo>
                  <a:cubicBezTo>
                    <a:pt x="4751" y="0"/>
                    <a:pt x="4746" y="1"/>
                    <a:pt x="4741" y="2"/>
                  </a:cubicBezTo>
                  <a:cubicBezTo>
                    <a:pt x="3279" y="627"/>
                    <a:pt x="2106" y="1781"/>
                    <a:pt x="1269" y="2829"/>
                  </a:cubicBezTo>
                  <a:cubicBezTo>
                    <a:pt x="1077" y="3079"/>
                    <a:pt x="904" y="3310"/>
                    <a:pt x="741" y="3531"/>
                  </a:cubicBezTo>
                  <a:cubicBezTo>
                    <a:pt x="414" y="4012"/>
                    <a:pt x="164" y="4435"/>
                    <a:pt x="0" y="4714"/>
                  </a:cubicBezTo>
                  <a:cubicBezTo>
                    <a:pt x="164" y="4752"/>
                    <a:pt x="308" y="4829"/>
                    <a:pt x="442" y="4925"/>
                  </a:cubicBezTo>
                  <a:lnTo>
                    <a:pt x="462" y="4945"/>
                  </a:lnTo>
                  <a:lnTo>
                    <a:pt x="510" y="4983"/>
                  </a:lnTo>
                  <a:lnTo>
                    <a:pt x="529" y="5002"/>
                  </a:lnTo>
                  <a:lnTo>
                    <a:pt x="548" y="5012"/>
                  </a:lnTo>
                  <a:lnTo>
                    <a:pt x="587" y="5060"/>
                  </a:lnTo>
                  <a:cubicBezTo>
                    <a:pt x="712" y="5175"/>
                    <a:pt x="818" y="5310"/>
                    <a:pt x="885" y="5473"/>
                  </a:cubicBezTo>
                  <a:cubicBezTo>
                    <a:pt x="1144" y="5272"/>
                    <a:pt x="1519" y="4964"/>
                    <a:pt x="1933" y="4560"/>
                  </a:cubicBezTo>
                  <a:cubicBezTo>
                    <a:pt x="2135" y="4368"/>
                    <a:pt x="2337" y="4156"/>
                    <a:pt x="2548" y="3935"/>
                  </a:cubicBezTo>
                  <a:cubicBezTo>
                    <a:pt x="3462" y="2944"/>
                    <a:pt x="4424" y="1608"/>
                    <a:pt x="4808" y="69"/>
                  </a:cubicBezTo>
                  <a:cubicBezTo>
                    <a:pt x="4817" y="27"/>
                    <a:pt x="4788" y="0"/>
                    <a:pt x="4756"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6" name="Google Shape;13186;p65"/>
            <p:cNvSpPr/>
            <p:nvPr/>
          </p:nvSpPr>
          <p:spPr>
            <a:xfrm>
              <a:off x="1126599" y="2965507"/>
              <a:ext cx="47274" cy="45000"/>
            </a:xfrm>
            <a:custGeom>
              <a:avLst/>
              <a:gdLst/>
              <a:ahLst/>
              <a:cxnLst/>
              <a:rect l="l" t="t" r="r" b="b"/>
              <a:pathLst>
                <a:path w="1809" h="1722" extrusionOk="0">
                  <a:moveTo>
                    <a:pt x="529" y="1"/>
                  </a:moveTo>
                  <a:cubicBezTo>
                    <a:pt x="337" y="241"/>
                    <a:pt x="164" y="472"/>
                    <a:pt x="1" y="703"/>
                  </a:cubicBezTo>
                  <a:lnTo>
                    <a:pt x="1193" y="1722"/>
                  </a:lnTo>
                  <a:cubicBezTo>
                    <a:pt x="1395" y="1530"/>
                    <a:pt x="1597" y="1318"/>
                    <a:pt x="1808" y="1097"/>
                  </a:cubicBezTo>
                  <a:lnTo>
                    <a:pt x="529" y="1"/>
                  </a:lnTo>
                  <a:close/>
                </a:path>
              </a:pathLst>
            </a:custGeom>
            <a:solidFill>
              <a:srgbClr val="B8C2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7" name="Google Shape;13187;p65"/>
            <p:cNvSpPr/>
            <p:nvPr/>
          </p:nvSpPr>
          <p:spPr>
            <a:xfrm>
              <a:off x="1024578" y="3005411"/>
              <a:ext cx="119635" cy="81507"/>
            </a:xfrm>
            <a:custGeom>
              <a:avLst/>
              <a:gdLst/>
              <a:ahLst/>
              <a:cxnLst/>
              <a:rect l="l" t="t" r="r" b="b"/>
              <a:pathLst>
                <a:path w="4578" h="3119" extrusionOk="0">
                  <a:moveTo>
                    <a:pt x="3126" y="0"/>
                  </a:moveTo>
                  <a:cubicBezTo>
                    <a:pt x="2861" y="0"/>
                    <a:pt x="2597" y="84"/>
                    <a:pt x="2376" y="253"/>
                  </a:cubicBezTo>
                  <a:cubicBezTo>
                    <a:pt x="2193" y="378"/>
                    <a:pt x="2049" y="541"/>
                    <a:pt x="1953" y="743"/>
                  </a:cubicBezTo>
                  <a:cubicBezTo>
                    <a:pt x="1924" y="801"/>
                    <a:pt x="1895" y="858"/>
                    <a:pt x="1876" y="916"/>
                  </a:cubicBezTo>
                  <a:cubicBezTo>
                    <a:pt x="1837" y="1080"/>
                    <a:pt x="1779" y="1233"/>
                    <a:pt x="1703" y="1378"/>
                  </a:cubicBezTo>
                  <a:cubicBezTo>
                    <a:pt x="1578" y="1580"/>
                    <a:pt x="1404" y="1743"/>
                    <a:pt x="1212" y="1858"/>
                  </a:cubicBezTo>
                  <a:cubicBezTo>
                    <a:pt x="1010" y="1974"/>
                    <a:pt x="789" y="2060"/>
                    <a:pt x="568" y="2118"/>
                  </a:cubicBezTo>
                  <a:lnTo>
                    <a:pt x="539" y="2118"/>
                  </a:lnTo>
                  <a:cubicBezTo>
                    <a:pt x="491" y="2128"/>
                    <a:pt x="308" y="2176"/>
                    <a:pt x="145" y="2205"/>
                  </a:cubicBezTo>
                  <a:cubicBezTo>
                    <a:pt x="39" y="2234"/>
                    <a:pt x="0" y="2359"/>
                    <a:pt x="87" y="2435"/>
                  </a:cubicBezTo>
                  <a:cubicBezTo>
                    <a:pt x="646" y="2953"/>
                    <a:pt x="1266" y="3119"/>
                    <a:pt x="1831" y="3119"/>
                  </a:cubicBezTo>
                  <a:cubicBezTo>
                    <a:pt x="2840" y="3119"/>
                    <a:pt x="3674" y="2589"/>
                    <a:pt x="3674" y="2589"/>
                  </a:cubicBezTo>
                  <a:cubicBezTo>
                    <a:pt x="3780" y="2522"/>
                    <a:pt x="3876" y="2445"/>
                    <a:pt x="3962" y="2359"/>
                  </a:cubicBezTo>
                  <a:cubicBezTo>
                    <a:pt x="4472" y="1858"/>
                    <a:pt x="4578" y="1099"/>
                    <a:pt x="4203" y="570"/>
                  </a:cubicBezTo>
                  <a:cubicBezTo>
                    <a:pt x="4145" y="503"/>
                    <a:pt x="4097" y="435"/>
                    <a:pt x="4030" y="378"/>
                  </a:cubicBezTo>
                  <a:lnTo>
                    <a:pt x="3982" y="339"/>
                  </a:lnTo>
                  <a:lnTo>
                    <a:pt x="3962" y="320"/>
                  </a:lnTo>
                  <a:lnTo>
                    <a:pt x="3943" y="301"/>
                  </a:lnTo>
                  <a:lnTo>
                    <a:pt x="3895" y="262"/>
                  </a:lnTo>
                  <a:lnTo>
                    <a:pt x="3876" y="253"/>
                  </a:lnTo>
                  <a:cubicBezTo>
                    <a:pt x="3655" y="84"/>
                    <a:pt x="3390" y="0"/>
                    <a:pt x="3126"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88" name="Google Shape;13188;p65"/>
            <p:cNvSpPr/>
            <p:nvPr/>
          </p:nvSpPr>
          <p:spPr>
            <a:xfrm>
              <a:off x="1039395" y="3005150"/>
              <a:ext cx="95018" cy="60863"/>
            </a:xfrm>
            <a:custGeom>
              <a:avLst/>
              <a:gdLst/>
              <a:ahLst/>
              <a:cxnLst/>
              <a:rect l="l" t="t" r="r" b="b"/>
              <a:pathLst>
                <a:path w="3636" h="2329" extrusionOk="0">
                  <a:moveTo>
                    <a:pt x="2554" y="1"/>
                  </a:moveTo>
                  <a:cubicBezTo>
                    <a:pt x="2289" y="1"/>
                    <a:pt x="2025" y="85"/>
                    <a:pt x="1799" y="253"/>
                  </a:cubicBezTo>
                  <a:cubicBezTo>
                    <a:pt x="1626" y="378"/>
                    <a:pt x="1472" y="551"/>
                    <a:pt x="1376" y="743"/>
                  </a:cubicBezTo>
                  <a:cubicBezTo>
                    <a:pt x="1347" y="801"/>
                    <a:pt x="1328" y="859"/>
                    <a:pt x="1309" y="926"/>
                  </a:cubicBezTo>
                  <a:cubicBezTo>
                    <a:pt x="1261" y="1080"/>
                    <a:pt x="1203" y="1234"/>
                    <a:pt x="1126" y="1388"/>
                  </a:cubicBezTo>
                  <a:cubicBezTo>
                    <a:pt x="1011" y="1580"/>
                    <a:pt x="837" y="1743"/>
                    <a:pt x="635" y="1868"/>
                  </a:cubicBezTo>
                  <a:cubicBezTo>
                    <a:pt x="434" y="1984"/>
                    <a:pt x="222" y="2070"/>
                    <a:pt x="1" y="2119"/>
                  </a:cubicBezTo>
                  <a:cubicBezTo>
                    <a:pt x="349" y="2271"/>
                    <a:pt x="702" y="2329"/>
                    <a:pt x="1035" y="2329"/>
                  </a:cubicBezTo>
                  <a:cubicBezTo>
                    <a:pt x="2044" y="2329"/>
                    <a:pt x="2876" y="1801"/>
                    <a:pt x="2876" y="1801"/>
                  </a:cubicBezTo>
                  <a:cubicBezTo>
                    <a:pt x="2982" y="1734"/>
                    <a:pt x="3078" y="1657"/>
                    <a:pt x="3165" y="1570"/>
                  </a:cubicBezTo>
                  <a:cubicBezTo>
                    <a:pt x="3443" y="1301"/>
                    <a:pt x="3607" y="945"/>
                    <a:pt x="3636" y="570"/>
                  </a:cubicBezTo>
                  <a:cubicBezTo>
                    <a:pt x="3578" y="503"/>
                    <a:pt x="3520" y="436"/>
                    <a:pt x="3463" y="378"/>
                  </a:cubicBezTo>
                  <a:lnTo>
                    <a:pt x="3415" y="340"/>
                  </a:lnTo>
                  <a:lnTo>
                    <a:pt x="3395" y="320"/>
                  </a:lnTo>
                  <a:lnTo>
                    <a:pt x="3376" y="311"/>
                  </a:lnTo>
                  <a:lnTo>
                    <a:pt x="3328" y="272"/>
                  </a:lnTo>
                  <a:lnTo>
                    <a:pt x="3309" y="253"/>
                  </a:lnTo>
                  <a:cubicBezTo>
                    <a:pt x="3083" y="85"/>
                    <a:pt x="2818" y="1"/>
                    <a:pt x="2554" y="1"/>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89" name="Google Shape;13189;p65"/>
          <p:cNvGrpSpPr/>
          <p:nvPr/>
        </p:nvGrpSpPr>
        <p:grpSpPr>
          <a:xfrm>
            <a:off x="916582" y="2242129"/>
            <a:ext cx="278024" cy="366508"/>
            <a:chOff x="920257" y="2426002"/>
            <a:chExt cx="278024" cy="366508"/>
          </a:xfrm>
        </p:grpSpPr>
        <p:sp>
          <p:nvSpPr>
            <p:cNvPr id="13190" name="Google Shape;13190;p65"/>
            <p:cNvSpPr/>
            <p:nvPr/>
          </p:nvSpPr>
          <p:spPr>
            <a:xfrm>
              <a:off x="1039918" y="2426002"/>
              <a:ext cx="38964" cy="92483"/>
            </a:xfrm>
            <a:custGeom>
              <a:avLst/>
              <a:gdLst/>
              <a:ahLst/>
              <a:cxnLst/>
              <a:rect l="l" t="t" r="r" b="b"/>
              <a:pathLst>
                <a:path w="1491" h="3539" extrusionOk="0">
                  <a:moveTo>
                    <a:pt x="750" y="0"/>
                  </a:moveTo>
                  <a:cubicBezTo>
                    <a:pt x="337" y="0"/>
                    <a:pt x="0" y="337"/>
                    <a:pt x="0" y="750"/>
                  </a:cubicBezTo>
                  <a:lnTo>
                    <a:pt x="0" y="2798"/>
                  </a:lnTo>
                  <a:cubicBezTo>
                    <a:pt x="0" y="3212"/>
                    <a:pt x="337" y="3539"/>
                    <a:pt x="740" y="3539"/>
                  </a:cubicBezTo>
                  <a:cubicBezTo>
                    <a:pt x="1154" y="3539"/>
                    <a:pt x="1491" y="3212"/>
                    <a:pt x="1491" y="2798"/>
                  </a:cubicBezTo>
                  <a:lnTo>
                    <a:pt x="1491" y="750"/>
                  </a:lnTo>
                  <a:cubicBezTo>
                    <a:pt x="1491" y="490"/>
                    <a:pt x="1366" y="260"/>
                    <a:pt x="1164" y="125"/>
                  </a:cubicBezTo>
                  <a:cubicBezTo>
                    <a:pt x="1039" y="39"/>
                    <a:pt x="894" y="0"/>
                    <a:pt x="750"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1" name="Google Shape;13191;p65"/>
            <p:cNvSpPr/>
            <p:nvPr/>
          </p:nvSpPr>
          <p:spPr>
            <a:xfrm>
              <a:off x="1061529" y="2429268"/>
              <a:ext cx="17352" cy="85950"/>
            </a:xfrm>
            <a:custGeom>
              <a:avLst/>
              <a:gdLst/>
              <a:ahLst/>
              <a:cxnLst/>
              <a:rect l="l" t="t" r="r" b="b"/>
              <a:pathLst>
                <a:path w="664" h="3289" extrusionOk="0">
                  <a:moveTo>
                    <a:pt x="327" y="0"/>
                  </a:moveTo>
                  <a:cubicBezTo>
                    <a:pt x="125" y="135"/>
                    <a:pt x="0" y="375"/>
                    <a:pt x="0" y="625"/>
                  </a:cubicBezTo>
                  <a:lnTo>
                    <a:pt x="0" y="2673"/>
                  </a:lnTo>
                  <a:cubicBezTo>
                    <a:pt x="0" y="2923"/>
                    <a:pt x="125" y="3154"/>
                    <a:pt x="327" y="3289"/>
                  </a:cubicBezTo>
                  <a:cubicBezTo>
                    <a:pt x="539" y="3154"/>
                    <a:pt x="664" y="2923"/>
                    <a:pt x="664" y="2673"/>
                  </a:cubicBezTo>
                  <a:lnTo>
                    <a:pt x="664" y="625"/>
                  </a:lnTo>
                  <a:cubicBezTo>
                    <a:pt x="664" y="375"/>
                    <a:pt x="539" y="144"/>
                    <a:pt x="327" y="0"/>
                  </a:cubicBez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2" name="Google Shape;13192;p65"/>
            <p:cNvSpPr/>
            <p:nvPr/>
          </p:nvSpPr>
          <p:spPr>
            <a:xfrm>
              <a:off x="920257" y="2748398"/>
              <a:ext cx="27204" cy="44112"/>
            </a:xfrm>
            <a:custGeom>
              <a:avLst/>
              <a:gdLst/>
              <a:ahLst/>
              <a:cxnLst/>
              <a:rect l="l" t="t" r="r" b="b"/>
              <a:pathLst>
                <a:path w="1041" h="1688" extrusionOk="0">
                  <a:moveTo>
                    <a:pt x="801" y="1"/>
                  </a:moveTo>
                  <a:cubicBezTo>
                    <a:pt x="721" y="1"/>
                    <a:pt x="646" y="48"/>
                    <a:pt x="617" y="125"/>
                  </a:cubicBezTo>
                  <a:lnTo>
                    <a:pt x="69" y="1395"/>
                  </a:lnTo>
                  <a:cubicBezTo>
                    <a:pt x="0" y="1557"/>
                    <a:pt x="139" y="1687"/>
                    <a:pt x="276" y="1687"/>
                  </a:cubicBezTo>
                  <a:cubicBezTo>
                    <a:pt x="349" y="1687"/>
                    <a:pt x="423" y="1649"/>
                    <a:pt x="463" y="1558"/>
                  </a:cubicBezTo>
                  <a:lnTo>
                    <a:pt x="1002" y="289"/>
                  </a:lnTo>
                  <a:cubicBezTo>
                    <a:pt x="1040" y="183"/>
                    <a:pt x="992" y="58"/>
                    <a:pt x="887" y="20"/>
                  </a:cubicBezTo>
                  <a:cubicBezTo>
                    <a:pt x="859" y="7"/>
                    <a:pt x="829" y="1"/>
                    <a:pt x="801"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3" name="Google Shape;13193;p65"/>
            <p:cNvSpPr/>
            <p:nvPr/>
          </p:nvSpPr>
          <p:spPr>
            <a:xfrm>
              <a:off x="930083" y="2483023"/>
              <a:ext cx="136229" cy="283485"/>
            </a:xfrm>
            <a:custGeom>
              <a:avLst/>
              <a:gdLst/>
              <a:ahLst/>
              <a:cxnLst/>
              <a:rect l="l" t="t" r="r" b="b"/>
              <a:pathLst>
                <a:path w="5213" h="10848" extrusionOk="0">
                  <a:moveTo>
                    <a:pt x="4530" y="1"/>
                  </a:moveTo>
                  <a:lnTo>
                    <a:pt x="1" y="10848"/>
                  </a:lnTo>
                  <a:lnTo>
                    <a:pt x="636" y="10473"/>
                  </a:lnTo>
                  <a:cubicBezTo>
                    <a:pt x="924" y="10319"/>
                    <a:pt x="1145" y="10069"/>
                    <a:pt x="1270" y="9771"/>
                  </a:cubicBezTo>
                  <a:lnTo>
                    <a:pt x="5213" y="289"/>
                  </a:lnTo>
                  <a:lnTo>
                    <a:pt x="4530"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4" name="Google Shape;13194;p65"/>
            <p:cNvSpPr/>
            <p:nvPr/>
          </p:nvSpPr>
          <p:spPr>
            <a:xfrm>
              <a:off x="945161" y="2690097"/>
              <a:ext cx="38728" cy="38728"/>
            </a:xfrm>
            <a:custGeom>
              <a:avLst/>
              <a:gdLst/>
              <a:ahLst/>
              <a:cxnLst/>
              <a:rect l="l" t="t" r="r" b="b"/>
              <a:pathLst>
                <a:path w="1482" h="1482" extrusionOk="0">
                  <a:moveTo>
                    <a:pt x="741" y="0"/>
                  </a:moveTo>
                  <a:cubicBezTo>
                    <a:pt x="337" y="0"/>
                    <a:pt x="1" y="327"/>
                    <a:pt x="1" y="741"/>
                  </a:cubicBezTo>
                  <a:cubicBezTo>
                    <a:pt x="1" y="1145"/>
                    <a:pt x="337" y="1481"/>
                    <a:pt x="741" y="1481"/>
                  </a:cubicBezTo>
                  <a:cubicBezTo>
                    <a:pt x="1155" y="1481"/>
                    <a:pt x="1482" y="1145"/>
                    <a:pt x="1482" y="741"/>
                  </a:cubicBezTo>
                  <a:cubicBezTo>
                    <a:pt x="1482" y="327"/>
                    <a:pt x="1155" y="0"/>
                    <a:pt x="741"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5" name="Google Shape;13195;p65"/>
            <p:cNvSpPr/>
            <p:nvPr/>
          </p:nvSpPr>
          <p:spPr>
            <a:xfrm>
              <a:off x="956215" y="2701151"/>
              <a:ext cx="16620" cy="16620"/>
            </a:xfrm>
            <a:custGeom>
              <a:avLst/>
              <a:gdLst/>
              <a:ahLst/>
              <a:cxnLst/>
              <a:rect l="l" t="t" r="r" b="b"/>
              <a:pathLst>
                <a:path w="636" h="636" extrusionOk="0">
                  <a:moveTo>
                    <a:pt x="318" y="1"/>
                  </a:moveTo>
                  <a:cubicBezTo>
                    <a:pt x="145" y="1"/>
                    <a:pt x="1" y="135"/>
                    <a:pt x="1" y="318"/>
                  </a:cubicBezTo>
                  <a:cubicBezTo>
                    <a:pt x="1" y="491"/>
                    <a:pt x="145" y="635"/>
                    <a:pt x="318" y="635"/>
                  </a:cubicBezTo>
                  <a:cubicBezTo>
                    <a:pt x="501" y="635"/>
                    <a:pt x="636" y="491"/>
                    <a:pt x="636" y="318"/>
                  </a:cubicBezTo>
                  <a:cubicBezTo>
                    <a:pt x="636" y="135"/>
                    <a:pt x="501" y="1"/>
                    <a:pt x="31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6" name="Google Shape;13196;p65"/>
            <p:cNvSpPr/>
            <p:nvPr/>
          </p:nvSpPr>
          <p:spPr>
            <a:xfrm>
              <a:off x="1170841" y="2748398"/>
              <a:ext cx="27439" cy="44112"/>
            </a:xfrm>
            <a:custGeom>
              <a:avLst/>
              <a:gdLst/>
              <a:ahLst/>
              <a:cxnLst/>
              <a:rect l="l" t="t" r="r" b="b"/>
              <a:pathLst>
                <a:path w="1050" h="1688" extrusionOk="0">
                  <a:moveTo>
                    <a:pt x="244" y="1"/>
                  </a:moveTo>
                  <a:cubicBezTo>
                    <a:pt x="215" y="1"/>
                    <a:pt x="184" y="7"/>
                    <a:pt x="154" y="20"/>
                  </a:cubicBezTo>
                  <a:cubicBezTo>
                    <a:pt x="58" y="68"/>
                    <a:pt x="0" y="183"/>
                    <a:pt x="48" y="289"/>
                  </a:cubicBezTo>
                  <a:lnTo>
                    <a:pt x="587" y="1558"/>
                  </a:lnTo>
                  <a:cubicBezTo>
                    <a:pt x="624" y="1649"/>
                    <a:pt x="696" y="1687"/>
                    <a:pt x="770" y="1687"/>
                  </a:cubicBezTo>
                  <a:cubicBezTo>
                    <a:pt x="907" y="1687"/>
                    <a:pt x="1050" y="1557"/>
                    <a:pt x="981" y="1395"/>
                  </a:cubicBezTo>
                  <a:lnTo>
                    <a:pt x="433" y="125"/>
                  </a:lnTo>
                  <a:cubicBezTo>
                    <a:pt x="397" y="48"/>
                    <a:pt x="325" y="1"/>
                    <a:pt x="244"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7" name="Google Shape;13197;p65"/>
            <p:cNvSpPr/>
            <p:nvPr/>
          </p:nvSpPr>
          <p:spPr>
            <a:xfrm>
              <a:off x="1052226" y="2483023"/>
              <a:ext cx="136229" cy="283485"/>
            </a:xfrm>
            <a:custGeom>
              <a:avLst/>
              <a:gdLst/>
              <a:ahLst/>
              <a:cxnLst/>
              <a:rect l="l" t="t" r="r" b="b"/>
              <a:pathLst>
                <a:path w="5213" h="10848" extrusionOk="0">
                  <a:moveTo>
                    <a:pt x="683" y="1"/>
                  </a:moveTo>
                  <a:lnTo>
                    <a:pt x="0" y="289"/>
                  </a:lnTo>
                  <a:lnTo>
                    <a:pt x="3943" y="9771"/>
                  </a:lnTo>
                  <a:cubicBezTo>
                    <a:pt x="4068" y="10069"/>
                    <a:pt x="4289" y="10319"/>
                    <a:pt x="4577" y="10473"/>
                  </a:cubicBezTo>
                  <a:lnTo>
                    <a:pt x="5212" y="10848"/>
                  </a:lnTo>
                  <a:lnTo>
                    <a:pt x="5212" y="10848"/>
                  </a:lnTo>
                  <a:lnTo>
                    <a:pt x="683" y="1"/>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8" name="Google Shape;13198;p65"/>
            <p:cNvSpPr/>
            <p:nvPr/>
          </p:nvSpPr>
          <p:spPr>
            <a:xfrm>
              <a:off x="1134648" y="2690097"/>
              <a:ext cx="38728" cy="38728"/>
            </a:xfrm>
            <a:custGeom>
              <a:avLst/>
              <a:gdLst/>
              <a:ahLst/>
              <a:cxnLst/>
              <a:rect l="l" t="t" r="r" b="b"/>
              <a:pathLst>
                <a:path w="1482" h="1482" extrusionOk="0">
                  <a:moveTo>
                    <a:pt x="741" y="0"/>
                  </a:moveTo>
                  <a:cubicBezTo>
                    <a:pt x="337" y="0"/>
                    <a:pt x="0" y="327"/>
                    <a:pt x="0" y="741"/>
                  </a:cubicBezTo>
                  <a:cubicBezTo>
                    <a:pt x="0" y="1154"/>
                    <a:pt x="337" y="1481"/>
                    <a:pt x="741" y="1481"/>
                  </a:cubicBezTo>
                  <a:cubicBezTo>
                    <a:pt x="1154" y="1481"/>
                    <a:pt x="1481" y="1154"/>
                    <a:pt x="1481" y="741"/>
                  </a:cubicBezTo>
                  <a:cubicBezTo>
                    <a:pt x="1481" y="327"/>
                    <a:pt x="1154" y="0"/>
                    <a:pt x="741"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9" name="Google Shape;13199;p65"/>
            <p:cNvSpPr/>
            <p:nvPr/>
          </p:nvSpPr>
          <p:spPr>
            <a:xfrm>
              <a:off x="1145702" y="2701151"/>
              <a:ext cx="16620" cy="16620"/>
            </a:xfrm>
            <a:custGeom>
              <a:avLst/>
              <a:gdLst/>
              <a:ahLst/>
              <a:cxnLst/>
              <a:rect l="l" t="t" r="r" b="b"/>
              <a:pathLst>
                <a:path w="636" h="636" extrusionOk="0">
                  <a:moveTo>
                    <a:pt x="318" y="1"/>
                  </a:moveTo>
                  <a:cubicBezTo>
                    <a:pt x="145" y="1"/>
                    <a:pt x="0" y="145"/>
                    <a:pt x="0" y="318"/>
                  </a:cubicBezTo>
                  <a:cubicBezTo>
                    <a:pt x="0" y="491"/>
                    <a:pt x="145" y="635"/>
                    <a:pt x="318" y="635"/>
                  </a:cubicBezTo>
                  <a:cubicBezTo>
                    <a:pt x="491" y="635"/>
                    <a:pt x="635" y="491"/>
                    <a:pt x="635" y="318"/>
                  </a:cubicBezTo>
                  <a:cubicBezTo>
                    <a:pt x="635" y="145"/>
                    <a:pt x="491" y="1"/>
                    <a:pt x="31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0" name="Google Shape;13200;p65"/>
            <p:cNvSpPr/>
            <p:nvPr/>
          </p:nvSpPr>
          <p:spPr>
            <a:xfrm>
              <a:off x="1015536" y="2472883"/>
              <a:ext cx="87727" cy="76960"/>
            </a:xfrm>
            <a:custGeom>
              <a:avLst/>
              <a:gdLst/>
              <a:ahLst/>
              <a:cxnLst/>
              <a:rect l="l" t="t" r="r" b="b"/>
              <a:pathLst>
                <a:path w="3357" h="2945" extrusionOk="0">
                  <a:moveTo>
                    <a:pt x="1683" y="0"/>
                  </a:moveTo>
                  <a:cubicBezTo>
                    <a:pt x="1435" y="0"/>
                    <a:pt x="1184" y="63"/>
                    <a:pt x="952" y="197"/>
                  </a:cubicBezTo>
                  <a:cubicBezTo>
                    <a:pt x="250" y="591"/>
                    <a:pt x="0" y="1475"/>
                    <a:pt x="395" y="2177"/>
                  </a:cubicBezTo>
                  <a:cubicBezTo>
                    <a:pt x="660" y="2669"/>
                    <a:pt x="1160" y="2945"/>
                    <a:pt x="1678" y="2945"/>
                  </a:cubicBezTo>
                  <a:cubicBezTo>
                    <a:pt x="1910" y="2945"/>
                    <a:pt x="2146" y="2890"/>
                    <a:pt x="2366" y="2774"/>
                  </a:cubicBezTo>
                  <a:cubicBezTo>
                    <a:pt x="2395" y="2754"/>
                    <a:pt x="2424" y="2745"/>
                    <a:pt x="2452" y="2726"/>
                  </a:cubicBezTo>
                  <a:cubicBezTo>
                    <a:pt x="3135" y="2302"/>
                    <a:pt x="3356" y="1408"/>
                    <a:pt x="2952" y="725"/>
                  </a:cubicBezTo>
                  <a:cubicBezTo>
                    <a:pt x="2675" y="261"/>
                    <a:pt x="2186" y="0"/>
                    <a:pt x="1683"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1" name="Google Shape;13201;p65"/>
            <p:cNvSpPr/>
            <p:nvPr/>
          </p:nvSpPr>
          <p:spPr>
            <a:xfrm>
              <a:off x="1027844" y="2472727"/>
              <a:ext cx="83702" cy="72648"/>
            </a:xfrm>
            <a:custGeom>
              <a:avLst/>
              <a:gdLst/>
              <a:ahLst/>
              <a:cxnLst/>
              <a:rect l="l" t="t" r="r" b="b"/>
              <a:pathLst>
                <a:path w="3203" h="2780" extrusionOk="0">
                  <a:moveTo>
                    <a:pt x="1308" y="1"/>
                  </a:moveTo>
                  <a:cubicBezTo>
                    <a:pt x="1279" y="10"/>
                    <a:pt x="1251" y="29"/>
                    <a:pt x="1222" y="49"/>
                  </a:cubicBezTo>
                  <a:cubicBezTo>
                    <a:pt x="0" y="808"/>
                    <a:pt x="462" y="2684"/>
                    <a:pt x="1895" y="2780"/>
                  </a:cubicBezTo>
                  <a:cubicBezTo>
                    <a:pt x="1924" y="2760"/>
                    <a:pt x="1953" y="2751"/>
                    <a:pt x="1981" y="2732"/>
                  </a:cubicBezTo>
                  <a:cubicBezTo>
                    <a:pt x="3203" y="1972"/>
                    <a:pt x="2741" y="97"/>
                    <a:pt x="1308" y="1"/>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2" name="Google Shape;13202;p65"/>
            <p:cNvSpPr/>
            <p:nvPr/>
          </p:nvSpPr>
          <p:spPr>
            <a:xfrm>
              <a:off x="1047182" y="2499120"/>
              <a:ext cx="24408" cy="24146"/>
            </a:xfrm>
            <a:custGeom>
              <a:avLst/>
              <a:gdLst/>
              <a:ahLst/>
              <a:cxnLst/>
              <a:rect l="l" t="t" r="r" b="b"/>
              <a:pathLst>
                <a:path w="934" h="924" extrusionOk="0">
                  <a:moveTo>
                    <a:pt x="472" y="0"/>
                  </a:moveTo>
                  <a:cubicBezTo>
                    <a:pt x="212" y="0"/>
                    <a:pt x="1" y="212"/>
                    <a:pt x="1" y="462"/>
                  </a:cubicBezTo>
                  <a:cubicBezTo>
                    <a:pt x="1" y="722"/>
                    <a:pt x="212" y="923"/>
                    <a:pt x="472" y="923"/>
                  </a:cubicBezTo>
                  <a:cubicBezTo>
                    <a:pt x="722" y="923"/>
                    <a:pt x="934" y="722"/>
                    <a:pt x="934" y="462"/>
                  </a:cubicBezTo>
                  <a:cubicBezTo>
                    <a:pt x="934" y="212"/>
                    <a:pt x="722" y="0"/>
                    <a:pt x="472" y="0"/>
                  </a:cubicBez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03" name="Google Shape;13203;p65"/>
          <p:cNvGrpSpPr/>
          <p:nvPr/>
        </p:nvGrpSpPr>
        <p:grpSpPr>
          <a:xfrm>
            <a:off x="862853" y="4090611"/>
            <a:ext cx="349810" cy="366665"/>
            <a:chOff x="866528" y="4274484"/>
            <a:chExt cx="349810" cy="366665"/>
          </a:xfrm>
        </p:grpSpPr>
        <p:sp>
          <p:nvSpPr>
            <p:cNvPr id="13204" name="Google Shape;13204;p65"/>
            <p:cNvSpPr/>
            <p:nvPr/>
          </p:nvSpPr>
          <p:spPr>
            <a:xfrm>
              <a:off x="1041407" y="4370991"/>
              <a:ext cx="174931" cy="270158"/>
            </a:xfrm>
            <a:custGeom>
              <a:avLst/>
              <a:gdLst/>
              <a:ahLst/>
              <a:cxnLst/>
              <a:rect l="l" t="t" r="r" b="b"/>
              <a:pathLst>
                <a:path w="6694" h="10338" extrusionOk="0">
                  <a:moveTo>
                    <a:pt x="6655" y="0"/>
                  </a:moveTo>
                  <a:lnTo>
                    <a:pt x="4222" y="1346"/>
                  </a:lnTo>
                  <a:lnTo>
                    <a:pt x="1" y="3683"/>
                  </a:lnTo>
                  <a:lnTo>
                    <a:pt x="1" y="10337"/>
                  </a:lnTo>
                  <a:cubicBezTo>
                    <a:pt x="49" y="10337"/>
                    <a:pt x="97" y="10328"/>
                    <a:pt x="135" y="10308"/>
                  </a:cubicBezTo>
                  <a:lnTo>
                    <a:pt x="6549" y="6760"/>
                  </a:lnTo>
                  <a:cubicBezTo>
                    <a:pt x="6636" y="6702"/>
                    <a:pt x="6694" y="6616"/>
                    <a:pt x="6694" y="6520"/>
                  </a:cubicBezTo>
                  <a:lnTo>
                    <a:pt x="6694" y="144"/>
                  </a:lnTo>
                  <a:cubicBezTo>
                    <a:pt x="6694" y="96"/>
                    <a:pt x="6674" y="48"/>
                    <a:pt x="6655"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5" name="Google Shape;13205;p65"/>
            <p:cNvSpPr/>
            <p:nvPr/>
          </p:nvSpPr>
          <p:spPr>
            <a:xfrm>
              <a:off x="1041407" y="4516471"/>
              <a:ext cx="173938" cy="124678"/>
            </a:xfrm>
            <a:custGeom>
              <a:avLst/>
              <a:gdLst/>
              <a:ahLst/>
              <a:cxnLst/>
              <a:rect l="l" t="t" r="r" b="b"/>
              <a:pathLst>
                <a:path w="6656" h="4771" extrusionOk="0">
                  <a:moveTo>
                    <a:pt x="4222" y="1"/>
                  </a:moveTo>
                  <a:lnTo>
                    <a:pt x="2414" y="1001"/>
                  </a:lnTo>
                  <a:lnTo>
                    <a:pt x="1" y="2337"/>
                  </a:lnTo>
                  <a:lnTo>
                    <a:pt x="1" y="4770"/>
                  </a:lnTo>
                  <a:cubicBezTo>
                    <a:pt x="49" y="4770"/>
                    <a:pt x="97" y="4761"/>
                    <a:pt x="135" y="4741"/>
                  </a:cubicBezTo>
                  <a:lnTo>
                    <a:pt x="6549" y="1184"/>
                  </a:lnTo>
                  <a:cubicBezTo>
                    <a:pt x="6588" y="1155"/>
                    <a:pt x="6626" y="1126"/>
                    <a:pt x="6655" y="1087"/>
                  </a:cubicBezTo>
                  <a:lnTo>
                    <a:pt x="4222" y="1"/>
                  </a:lnTo>
                  <a:close/>
                </a:path>
              </a:pathLst>
            </a:custGeom>
            <a:solidFill>
              <a:srgbClr val="BBC8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6" name="Google Shape;13206;p65"/>
            <p:cNvSpPr/>
            <p:nvPr/>
          </p:nvSpPr>
          <p:spPr>
            <a:xfrm>
              <a:off x="866528" y="4370991"/>
              <a:ext cx="174905" cy="270158"/>
            </a:xfrm>
            <a:custGeom>
              <a:avLst/>
              <a:gdLst/>
              <a:ahLst/>
              <a:cxnLst/>
              <a:rect l="l" t="t" r="r" b="b"/>
              <a:pathLst>
                <a:path w="6693" h="10338" extrusionOk="0">
                  <a:moveTo>
                    <a:pt x="38" y="0"/>
                  </a:moveTo>
                  <a:cubicBezTo>
                    <a:pt x="10" y="48"/>
                    <a:pt x="0" y="96"/>
                    <a:pt x="0" y="144"/>
                  </a:cubicBezTo>
                  <a:lnTo>
                    <a:pt x="0" y="6501"/>
                  </a:lnTo>
                  <a:cubicBezTo>
                    <a:pt x="0" y="6558"/>
                    <a:pt x="19" y="6606"/>
                    <a:pt x="38" y="6654"/>
                  </a:cubicBezTo>
                  <a:cubicBezTo>
                    <a:pt x="67" y="6693"/>
                    <a:pt x="96" y="6722"/>
                    <a:pt x="144" y="6751"/>
                  </a:cubicBezTo>
                  <a:lnTo>
                    <a:pt x="6558" y="10308"/>
                  </a:lnTo>
                  <a:cubicBezTo>
                    <a:pt x="6597" y="10328"/>
                    <a:pt x="6645" y="10337"/>
                    <a:pt x="6693" y="10337"/>
                  </a:cubicBezTo>
                  <a:lnTo>
                    <a:pt x="6693" y="3683"/>
                  </a:lnTo>
                  <a:lnTo>
                    <a:pt x="2471" y="1346"/>
                  </a:lnTo>
                  <a:lnTo>
                    <a:pt x="38" y="0"/>
                  </a:lnTo>
                  <a:close/>
                </a:path>
              </a:pathLst>
            </a:custGeom>
            <a:solidFill>
              <a:srgbClr val="BBC8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7" name="Google Shape;13207;p65"/>
            <p:cNvSpPr/>
            <p:nvPr/>
          </p:nvSpPr>
          <p:spPr>
            <a:xfrm>
              <a:off x="866528" y="4370991"/>
              <a:ext cx="64600" cy="173650"/>
            </a:xfrm>
            <a:custGeom>
              <a:avLst/>
              <a:gdLst/>
              <a:ahLst/>
              <a:cxnLst/>
              <a:rect l="l" t="t" r="r" b="b"/>
              <a:pathLst>
                <a:path w="2472" h="6645" extrusionOk="0">
                  <a:moveTo>
                    <a:pt x="38" y="0"/>
                  </a:moveTo>
                  <a:cubicBezTo>
                    <a:pt x="10" y="48"/>
                    <a:pt x="0" y="96"/>
                    <a:pt x="0" y="144"/>
                  </a:cubicBezTo>
                  <a:lnTo>
                    <a:pt x="0" y="6501"/>
                  </a:lnTo>
                  <a:cubicBezTo>
                    <a:pt x="0" y="6558"/>
                    <a:pt x="19" y="6606"/>
                    <a:pt x="38" y="6645"/>
                  </a:cubicBezTo>
                  <a:lnTo>
                    <a:pt x="2471" y="5568"/>
                  </a:lnTo>
                  <a:lnTo>
                    <a:pt x="2471" y="1346"/>
                  </a:lnTo>
                  <a:lnTo>
                    <a:pt x="38" y="0"/>
                  </a:lnTo>
                  <a:close/>
                </a:path>
              </a:pathLst>
            </a:custGeom>
            <a:solidFill>
              <a:srgbClr val="AAB6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8" name="Google Shape;13208;p65"/>
            <p:cNvSpPr/>
            <p:nvPr/>
          </p:nvSpPr>
          <p:spPr>
            <a:xfrm>
              <a:off x="867522" y="4274536"/>
              <a:ext cx="347824" cy="192701"/>
            </a:xfrm>
            <a:custGeom>
              <a:avLst/>
              <a:gdLst/>
              <a:ahLst/>
              <a:cxnLst/>
              <a:rect l="l" t="t" r="r" b="b"/>
              <a:pathLst>
                <a:path w="13310" h="7374" extrusionOk="0">
                  <a:moveTo>
                    <a:pt x="6655" y="1"/>
                  </a:moveTo>
                  <a:cubicBezTo>
                    <a:pt x="6609" y="1"/>
                    <a:pt x="6563" y="13"/>
                    <a:pt x="6520" y="37"/>
                  </a:cubicBezTo>
                  <a:lnTo>
                    <a:pt x="106" y="3595"/>
                  </a:lnTo>
                  <a:cubicBezTo>
                    <a:pt x="58" y="3614"/>
                    <a:pt x="29" y="3653"/>
                    <a:pt x="0" y="3691"/>
                  </a:cubicBezTo>
                  <a:lnTo>
                    <a:pt x="2433" y="5037"/>
                  </a:lnTo>
                  <a:lnTo>
                    <a:pt x="6655" y="7374"/>
                  </a:lnTo>
                  <a:lnTo>
                    <a:pt x="10876" y="5037"/>
                  </a:lnTo>
                  <a:lnTo>
                    <a:pt x="13309" y="3691"/>
                  </a:lnTo>
                  <a:cubicBezTo>
                    <a:pt x="13280" y="3653"/>
                    <a:pt x="13242" y="3614"/>
                    <a:pt x="13203" y="3595"/>
                  </a:cubicBezTo>
                  <a:lnTo>
                    <a:pt x="6789" y="37"/>
                  </a:lnTo>
                  <a:cubicBezTo>
                    <a:pt x="6746" y="13"/>
                    <a:pt x="6700" y="1"/>
                    <a:pt x="6655" y="1"/>
                  </a:cubicBezTo>
                  <a:close/>
                </a:path>
              </a:pathLst>
            </a:custGeom>
            <a:solidFill>
              <a:srgbClr val="AAB6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9" name="Google Shape;13209;p65"/>
            <p:cNvSpPr/>
            <p:nvPr/>
          </p:nvSpPr>
          <p:spPr>
            <a:xfrm>
              <a:off x="1041407" y="4274484"/>
              <a:ext cx="173938" cy="131708"/>
            </a:xfrm>
            <a:custGeom>
              <a:avLst/>
              <a:gdLst/>
              <a:ahLst/>
              <a:cxnLst/>
              <a:rect l="l" t="t" r="r" b="b"/>
              <a:pathLst>
                <a:path w="6656" h="5040" extrusionOk="0">
                  <a:moveTo>
                    <a:pt x="1" y="1"/>
                  </a:moveTo>
                  <a:lnTo>
                    <a:pt x="1" y="2703"/>
                  </a:lnTo>
                  <a:lnTo>
                    <a:pt x="4222" y="5039"/>
                  </a:lnTo>
                  <a:lnTo>
                    <a:pt x="6655" y="3693"/>
                  </a:lnTo>
                  <a:cubicBezTo>
                    <a:pt x="6626" y="3655"/>
                    <a:pt x="6588" y="3616"/>
                    <a:pt x="6549" y="3597"/>
                  </a:cubicBezTo>
                  <a:lnTo>
                    <a:pt x="135" y="39"/>
                  </a:lnTo>
                  <a:cubicBezTo>
                    <a:pt x="97" y="20"/>
                    <a:pt x="49" y="1"/>
                    <a:pt x="1"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0" name="Google Shape;13210;p65"/>
            <p:cNvSpPr/>
            <p:nvPr/>
          </p:nvSpPr>
          <p:spPr>
            <a:xfrm>
              <a:off x="1041407" y="4405669"/>
              <a:ext cx="112866" cy="173650"/>
            </a:xfrm>
            <a:custGeom>
              <a:avLst/>
              <a:gdLst/>
              <a:ahLst/>
              <a:cxnLst/>
              <a:rect l="l" t="t" r="r" b="b"/>
              <a:pathLst>
                <a:path w="4319" h="6645" extrusionOk="0">
                  <a:moveTo>
                    <a:pt x="4280" y="0"/>
                  </a:moveTo>
                  <a:lnTo>
                    <a:pt x="1" y="2366"/>
                  </a:lnTo>
                  <a:lnTo>
                    <a:pt x="1" y="6645"/>
                  </a:lnTo>
                  <a:cubicBezTo>
                    <a:pt x="49" y="6645"/>
                    <a:pt x="97" y="6626"/>
                    <a:pt x="135" y="6606"/>
                  </a:cubicBezTo>
                  <a:lnTo>
                    <a:pt x="4165" y="4375"/>
                  </a:lnTo>
                  <a:cubicBezTo>
                    <a:pt x="4261" y="4318"/>
                    <a:pt x="4318" y="4222"/>
                    <a:pt x="4318" y="4116"/>
                  </a:cubicBezTo>
                  <a:lnTo>
                    <a:pt x="4318" y="144"/>
                  </a:lnTo>
                  <a:cubicBezTo>
                    <a:pt x="4318" y="96"/>
                    <a:pt x="4299" y="39"/>
                    <a:pt x="4280"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1" name="Google Shape;13211;p65"/>
            <p:cNvSpPr/>
            <p:nvPr/>
          </p:nvSpPr>
          <p:spPr>
            <a:xfrm>
              <a:off x="928593" y="4405669"/>
              <a:ext cx="112840" cy="173415"/>
            </a:xfrm>
            <a:custGeom>
              <a:avLst/>
              <a:gdLst/>
              <a:ahLst/>
              <a:cxnLst/>
              <a:rect l="l" t="t" r="r" b="b"/>
              <a:pathLst>
                <a:path w="4318" h="6636" extrusionOk="0">
                  <a:moveTo>
                    <a:pt x="39" y="0"/>
                  </a:moveTo>
                  <a:cubicBezTo>
                    <a:pt x="10" y="39"/>
                    <a:pt x="0" y="96"/>
                    <a:pt x="0" y="144"/>
                  </a:cubicBezTo>
                  <a:lnTo>
                    <a:pt x="0" y="4116"/>
                  </a:lnTo>
                  <a:cubicBezTo>
                    <a:pt x="0" y="4222"/>
                    <a:pt x="58" y="4318"/>
                    <a:pt x="154" y="4375"/>
                  </a:cubicBezTo>
                  <a:lnTo>
                    <a:pt x="4183" y="6606"/>
                  </a:lnTo>
                  <a:cubicBezTo>
                    <a:pt x="4222" y="6626"/>
                    <a:pt x="4270" y="6635"/>
                    <a:pt x="4318" y="6635"/>
                  </a:cubicBezTo>
                  <a:lnTo>
                    <a:pt x="4318" y="2366"/>
                  </a:lnTo>
                  <a:lnTo>
                    <a:pt x="39" y="0"/>
                  </a:ln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2" name="Google Shape;13212;p65"/>
            <p:cNvSpPr/>
            <p:nvPr/>
          </p:nvSpPr>
          <p:spPr>
            <a:xfrm>
              <a:off x="929848" y="4343657"/>
              <a:ext cx="223407" cy="123842"/>
            </a:xfrm>
            <a:custGeom>
              <a:avLst/>
              <a:gdLst/>
              <a:ahLst/>
              <a:cxnLst/>
              <a:rect l="l" t="t" r="r" b="b"/>
              <a:pathLst>
                <a:path w="8549" h="4739" extrusionOk="0">
                  <a:moveTo>
                    <a:pt x="4266" y="0"/>
                  </a:moveTo>
                  <a:cubicBezTo>
                    <a:pt x="4219" y="0"/>
                    <a:pt x="4174" y="12"/>
                    <a:pt x="4135" y="36"/>
                  </a:cubicBezTo>
                  <a:lnTo>
                    <a:pt x="106" y="2267"/>
                  </a:lnTo>
                  <a:cubicBezTo>
                    <a:pt x="58" y="2287"/>
                    <a:pt x="19" y="2325"/>
                    <a:pt x="0" y="2373"/>
                  </a:cubicBezTo>
                  <a:lnTo>
                    <a:pt x="4270" y="4739"/>
                  </a:lnTo>
                  <a:lnTo>
                    <a:pt x="8549" y="2373"/>
                  </a:lnTo>
                  <a:cubicBezTo>
                    <a:pt x="8520" y="2325"/>
                    <a:pt x="8482" y="2287"/>
                    <a:pt x="8434" y="2267"/>
                  </a:cubicBezTo>
                  <a:lnTo>
                    <a:pt x="7260" y="1613"/>
                  </a:lnTo>
                  <a:lnTo>
                    <a:pt x="4404" y="36"/>
                  </a:lnTo>
                  <a:cubicBezTo>
                    <a:pt x="4361" y="12"/>
                    <a:pt x="4313" y="0"/>
                    <a:pt x="4266"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3" name="Google Shape;13213;p65"/>
            <p:cNvSpPr/>
            <p:nvPr/>
          </p:nvSpPr>
          <p:spPr>
            <a:xfrm>
              <a:off x="1112017" y="4497290"/>
              <a:ext cx="29896" cy="18972"/>
            </a:xfrm>
            <a:custGeom>
              <a:avLst/>
              <a:gdLst/>
              <a:ahLst/>
              <a:cxnLst/>
              <a:rect l="l" t="t" r="r" b="b"/>
              <a:pathLst>
                <a:path w="1144" h="726" extrusionOk="0">
                  <a:moveTo>
                    <a:pt x="827" y="1"/>
                  </a:moveTo>
                  <a:cubicBezTo>
                    <a:pt x="791" y="1"/>
                    <a:pt x="752" y="11"/>
                    <a:pt x="712" y="33"/>
                  </a:cubicBezTo>
                  <a:lnTo>
                    <a:pt x="203" y="321"/>
                  </a:lnTo>
                  <a:cubicBezTo>
                    <a:pt x="1" y="427"/>
                    <a:pt x="78" y="725"/>
                    <a:pt x="309" y="725"/>
                  </a:cubicBezTo>
                  <a:cubicBezTo>
                    <a:pt x="347" y="725"/>
                    <a:pt x="386" y="716"/>
                    <a:pt x="414" y="696"/>
                  </a:cubicBezTo>
                  <a:lnTo>
                    <a:pt x="924" y="417"/>
                  </a:lnTo>
                  <a:cubicBezTo>
                    <a:pt x="1144" y="295"/>
                    <a:pt x="1026" y="1"/>
                    <a:pt x="827"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4" name="Google Shape;13214;p65"/>
            <p:cNvSpPr/>
            <p:nvPr/>
          </p:nvSpPr>
          <p:spPr>
            <a:xfrm>
              <a:off x="1112017" y="4481218"/>
              <a:ext cx="29896" cy="18946"/>
            </a:xfrm>
            <a:custGeom>
              <a:avLst/>
              <a:gdLst/>
              <a:ahLst/>
              <a:cxnLst/>
              <a:rect l="l" t="t" r="r" b="b"/>
              <a:pathLst>
                <a:path w="1144" h="725" extrusionOk="0">
                  <a:moveTo>
                    <a:pt x="827" y="1"/>
                  </a:moveTo>
                  <a:cubicBezTo>
                    <a:pt x="791" y="1"/>
                    <a:pt x="752" y="10"/>
                    <a:pt x="712" y="32"/>
                  </a:cubicBezTo>
                  <a:lnTo>
                    <a:pt x="203" y="311"/>
                  </a:lnTo>
                  <a:cubicBezTo>
                    <a:pt x="1" y="427"/>
                    <a:pt x="78" y="725"/>
                    <a:pt x="309" y="725"/>
                  </a:cubicBezTo>
                  <a:cubicBezTo>
                    <a:pt x="347" y="725"/>
                    <a:pt x="386" y="715"/>
                    <a:pt x="414" y="696"/>
                  </a:cubicBezTo>
                  <a:lnTo>
                    <a:pt x="924" y="407"/>
                  </a:lnTo>
                  <a:cubicBezTo>
                    <a:pt x="1144" y="293"/>
                    <a:pt x="1026" y="1"/>
                    <a:pt x="827"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15" name="Google Shape;13215;p65"/>
          <p:cNvGrpSpPr/>
          <p:nvPr/>
        </p:nvGrpSpPr>
        <p:grpSpPr>
          <a:xfrm>
            <a:off x="1385033" y="4090611"/>
            <a:ext cx="330210" cy="366665"/>
            <a:chOff x="1388708" y="4274484"/>
            <a:chExt cx="330210" cy="366665"/>
          </a:xfrm>
        </p:grpSpPr>
        <p:sp>
          <p:nvSpPr>
            <p:cNvPr id="13216" name="Google Shape;13216;p65"/>
            <p:cNvSpPr/>
            <p:nvPr/>
          </p:nvSpPr>
          <p:spPr>
            <a:xfrm>
              <a:off x="1490965" y="4274484"/>
              <a:ext cx="227954" cy="366665"/>
            </a:xfrm>
            <a:custGeom>
              <a:avLst/>
              <a:gdLst/>
              <a:ahLst/>
              <a:cxnLst/>
              <a:rect l="l" t="t" r="r" b="b"/>
              <a:pathLst>
                <a:path w="8723" h="14031" extrusionOk="0">
                  <a:moveTo>
                    <a:pt x="289" y="1"/>
                  </a:moveTo>
                  <a:cubicBezTo>
                    <a:pt x="126" y="1"/>
                    <a:pt x="1" y="126"/>
                    <a:pt x="1" y="289"/>
                  </a:cubicBezTo>
                  <a:lnTo>
                    <a:pt x="1" y="14030"/>
                  </a:lnTo>
                  <a:lnTo>
                    <a:pt x="6963" y="14030"/>
                  </a:lnTo>
                  <a:cubicBezTo>
                    <a:pt x="7934" y="14030"/>
                    <a:pt x="8723" y="13242"/>
                    <a:pt x="8723" y="12271"/>
                  </a:cubicBezTo>
                  <a:lnTo>
                    <a:pt x="8723" y="289"/>
                  </a:lnTo>
                  <a:cubicBezTo>
                    <a:pt x="8723" y="126"/>
                    <a:pt x="8598" y="1"/>
                    <a:pt x="8444" y="1"/>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7" name="Google Shape;13217;p65"/>
            <p:cNvSpPr/>
            <p:nvPr/>
          </p:nvSpPr>
          <p:spPr>
            <a:xfrm>
              <a:off x="1651810" y="4274484"/>
              <a:ext cx="67108" cy="366665"/>
            </a:xfrm>
            <a:custGeom>
              <a:avLst/>
              <a:gdLst/>
              <a:ahLst/>
              <a:cxnLst/>
              <a:rect l="l" t="t" r="r" b="b"/>
              <a:pathLst>
                <a:path w="2568" h="14031" extrusionOk="0">
                  <a:moveTo>
                    <a:pt x="1481" y="1"/>
                  </a:moveTo>
                  <a:cubicBezTo>
                    <a:pt x="1635" y="1"/>
                    <a:pt x="1760" y="126"/>
                    <a:pt x="1760" y="289"/>
                  </a:cubicBezTo>
                  <a:lnTo>
                    <a:pt x="1760" y="12271"/>
                  </a:lnTo>
                  <a:cubicBezTo>
                    <a:pt x="1760" y="13242"/>
                    <a:pt x="971" y="14030"/>
                    <a:pt x="0" y="14030"/>
                  </a:cubicBezTo>
                  <a:lnTo>
                    <a:pt x="808" y="14030"/>
                  </a:lnTo>
                  <a:cubicBezTo>
                    <a:pt x="1779" y="14030"/>
                    <a:pt x="2568" y="13242"/>
                    <a:pt x="2568" y="12271"/>
                  </a:cubicBezTo>
                  <a:lnTo>
                    <a:pt x="2568" y="289"/>
                  </a:lnTo>
                  <a:cubicBezTo>
                    <a:pt x="2568" y="126"/>
                    <a:pt x="2443" y="1"/>
                    <a:pt x="228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8" name="Google Shape;13218;p65"/>
            <p:cNvSpPr/>
            <p:nvPr/>
          </p:nvSpPr>
          <p:spPr>
            <a:xfrm>
              <a:off x="1395973" y="4576288"/>
              <a:ext cx="273947" cy="64861"/>
            </a:xfrm>
            <a:custGeom>
              <a:avLst/>
              <a:gdLst/>
              <a:ahLst/>
              <a:cxnLst/>
              <a:rect l="l" t="t" r="r" b="b"/>
              <a:pathLst>
                <a:path w="10483" h="2482" extrusionOk="0">
                  <a:moveTo>
                    <a:pt x="280" y="0"/>
                  </a:moveTo>
                  <a:cubicBezTo>
                    <a:pt x="126" y="0"/>
                    <a:pt x="1" y="125"/>
                    <a:pt x="1" y="289"/>
                  </a:cubicBezTo>
                  <a:lnTo>
                    <a:pt x="1" y="722"/>
                  </a:lnTo>
                  <a:cubicBezTo>
                    <a:pt x="1" y="1693"/>
                    <a:pt x="789" y="2481"/>
                    <a:pt x="1761" y="2481"/>
                  </a:cubicBezTo>
                  <a:lnTo>
                    <a:pt x="10482" y="2481"/>
                  </a:lnTo>
                  <a:cubicBezTo>
                    <a:pt x="9511" y="2481"/>
                    <a:pt x="8723" y="1693"/>
                    <a:pt x="8723" y="722"/>
                  </a:cubicBezTo>
                  <a:lnTo>
                    <a:pt x="8723" y="289"/>
                  </a:lnTo>
                  <a:cubicBezTo>
                    <a:pt x="8723" y="125"/>
                    <a:pt x="8598" y="0"/>
                    <a:pt x="8444"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9" name="Google Shape;13219;p65"/>
            <p:cNvSpPr/>
            <p:nvPr/>
          </p:nvSpPr>
          <p:spPr>
            <a:xfrm>
              <a:off x="1523395" y="4385547"/>
              <a:ext cx="31437" cy="26916"/>
            </a:xfrm>
            <a:custGeom>
              <a:avLst/>
              <a:gdLst/>
              <a:ahLst/>
              <a:cxnLst/>
              <a:rect l="l" t="t" r="r" b="b"/>
              <a:pathLst>
                <a:path w="1203" h="1030" extrusionOk="0">
                  <a:moveTo>
                    <a:pt x="683" y="1"/>
                  </a:moveTo>
                  <a:cubicBezTo>
                    <a:pt x="231" y="1"/>
                    <a:pt x="0" y="559"/>
                    <a:pt x="327" y="876"/>
                  </a:cubicBezTo>
                  <a:cubicBezTo>
                    <a:pt x="430" y="982"/>
                    <a:pt x="559" y="1029"/>
                    <a:pt x="685" y="1029"/>
                  </a:cubicBezTo>
                  <a:cubicBezTo>
                    <a:pt x="948" y="1029"/>
                    <a:pt x="1202" y="825"/>
                    <a:pt x="1202" y="520"/>
                  </a:cubicBezTo>
                  <a:cubicBezTo>
                    <a:pt x="1202" y="232"/>
                    <a:pt x="972" y="1"/>
                    <a:pt x="683" y="1"/>
                  </a:cubicBezTo>
                  <a:close/>
                </a:path>
              </a:pathLst>
            </a:custGeom>
            <a:solidFill>
              <a:srgbClr val="A2AF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0" name="Google Shape;13220;p65"/>
            <p:cNvSpPr/>
            <p:nvPr/>
          </p:nvSpPr>
          <p:spPr>
            <a:xfrm>
              <a:off x="1569623" y="4394589"/>
              <a:ext cx="41734" cy="11106"/>
            </a:xfrm>
            <a:custGeom>
              <a:avLst/>
              <a:gdLst/>
              <a:ahLst/>
              <a:cxnLst/>
              <a:rect l="l" t="t" r="r" b="b"/>
              <a:pathLst>
                <a:path w="1597" h="425" extrusionOk="0">
                  <a:moveTo>
                    <a:pt x="280" y="1"/>
                  </a:moveTo>
                  <a:cubicBezTo>
                    <a:pt x="1" y="1"/>
                    <a:pt x="1" y="424"/>
                    <a:pt x="280" y="424"/>
                  </a:cubicBezTo>
                  <a:lnTo>
                    <a:pt x="1318" y="424"/>
                  </a:lnTo>
                  <a:cubicBezTo>
                    <a:pt x="1597" y="424"/>
                    <a:pt x="1597" y="1"/>
                    <a:pt x="1318"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1" name="Google Shape;13221;p65"/>
            <p:cNvSpPr/>
            <p:nvPr/>
          </p:nvSpPr>
          <p:spPr>
            <a:xfrm>
              <a:off x="1569623" y="4407917"/>
              <a:ext cx="109103" cy="11080"/>
            </a:xfrm>
            <a:custGeom>
              <a:avLst/>
              <a:gdLst/>
              <a:ahLst/>
              <a:cxnLst/>
              <a:rect l="l" t="t" r="r" b="b"/>
              <a:pathLst>
                <a:path w="4175" h="424" extrusionOk="0">
                  <a:moveTo>
                    <a:pt x="280" y="1"/>
                  </a:moveTo>
                  <a:cubicBezTo>
                    <a:pt x="1" y="1"/>
                    <a:pt x="1" y="424"/>
                    <a:pt x="280" y="424"/>
                  </a:cubicBezTo>
                  <a:lnTo>
                    <a:pt x="3895" y="424"/>
                  </a:lnTo>
                  <a:cubicBezTo>
                    <a:pt x="4174" y="424"/>
                    <a:pt x="4174" y="1"/>
                    <a:pt x="3895"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2" name="Google Shape;13222;p65"/>
            <p:cNvSpPr/>
            <p:nvPr/>
          </p:nvSpPr>
          <p:spPr>
            <a:xfrm>
              <a:off x="1569623" y="4379014"/>
              <a:ext cx="14608" cy="11080"/>
            </a:xfrm>
            <a:custGeom>
              <a:avLst/>
              <a:gdLst/>
              <a:ahLst/>
              <a:cxnLst/>
              <a:rect l="l" t="t" r="r" b="b"/>
              <a:pathLst>
                <a:path w="559" h="424" extrusionOk="0">
                  <a:moveTo>
                    <a:pt x="280" y="1"/>
                  </a:moveTo>
                  <a:cubicBezTo>
                    <a:pt x="1" y="1"/>
                    <a:pt x="1" y="424"/>
                    <a:pt x="280" y="424"/>
                  </a:cubicBezTo>
                  <a:cubicBezTo>
                    <a:pt x="558" y="424"/>
                    <a:pt x="558" y="1"/>
                    <a:pt x="280"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3" name="Google Shape;13223;p65"/>
            <p:cNvSpPr/>
            <p:nvPr/>
          </p:nvSpPr>
          <p:spPr>
            <a:xfrm>
              <a:off x="1523395" y="4444110"/>
              <a:ext cx="31437" cy="26786"/>
            </a:xfrm>
            <a:custGeom>
              <a:avLst/>
              <a:gdLst/>
              <a:ahLst/>
              <a:cxnLst/>
              <a:rect l="l" t="t" r="r" b="b"/>
              <a:pathLst>
                <a:path w="1203" h="1025" extrusionOk="0">
                  <a:moveTo>
                    <a:pt x="683" y="0"/>
                  </a:moveTo>
                  <a:cubicBezTo>
                    <a:pt x="231" y="0"/>
                    <a:pt x="0" y="548"/>
                    <a:pt x="327" y="875"/>
                  </a:cubicBezTo>
                  <a:cubicBezTo>
                    <a:pt x="430" y="978"/>
                    <a:pt x="558" y="1024"/>
                    <a:pt x="684" y="1024"/>
                  </a:cubicBezTo>
                  <a:cubicBezTo>
                    <a:pt x="947" y="1024"/>
                    <a:pt x="1202" y="822"/>
                    <a:pt x="1202" y="510"/>
                  </a:cubicBezTo>
                  <a:cubicBezTo>
                    <a:pt x="1202" y="231"/>
                    <a:pt x="972" y="0"/>
                    <a:pt x="683" y="0"/>
                  </a:cubicBezTo>
                  <a:close/>
                </a:path>
              </a:pathLst>
            </a:custGeom>
            <a:solidFill>
              <a:srgbClr val="A2AF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4" name="Google Shape;13224;p65"/>
            <p:cNvSpPr/>
            <p:nvPr/>
          </p:nvSpPr>
          <p:spPr>
            <a:xfrm>
              <a:off x="1569623" y="4453152"/>
              <a:ext cx="41734" cy="11080"/>
            </a:xfrm>
            <a:custGeom>
              <a:avLst/>
              <a:gdLst/>
              <a:ahLst/>
              <a:cxnLst/>
              <a:rect l="l" t="t" r="r" b="b"/>
              <a:pathLst>
                <a:path w="1597" h="424" extrusionOk="0">
                  <a:moveTo>
                    <a:pt x="280" y="1"/>
                  </a:moveTo>
                  <a:cubicBezTo>
                    <a:pt x="1" y="1"/>
                    <a:pt x="1" y="424"/>
                    <a:pt x="280" y="424"/>
                  </a:cubicBezTo>
                  <a:lnTo>
                    <a:pt x="1318" y="424"/>
                  </a:lnTo>
                  <a:cubicBezTo>
                    <a:pt x="1597" y="424"/>
                    <a:pt x="1597" y="1"/>
                    <a:pt x="1318"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5" name="Google Shape;13225;p65"/>
            <p:cNvSpPr/>
            <p:nvPr/>
          </p:nvSpPr>
          <p:spPr>
            <a:xfrm>
              <a:off x="1569623" y="4466480"/>
              <a:ext cx="109103" cy="11080"/>
            </a:xfrm>
            <a:custGeom>
              <a:avLst/>
              <a:gdLst/>
              <a:ahLst/>
              <a:cxnLst/>
              <a:rect l="l" t="t" r="r" b="b"/>
              <a:pathLst>
                <a:path w="4175" h="424" extrusionOk="0">
                  <a:moveTo>
                    <a:pt x="280" y="0"/>
                  </a:moveTo>
                  <a:cubicBezTo>
                    <a:pt x="1" y="0"/>
                    <a:pt x="1" y="423"/>
                    <a:pt x="280" y="423"/>
                  </a:cubicBezTo>
                  <a:lnTo>
                    <a:pt x="3895" y="423"/>
                  </a:lnTo>
                  <a:cubicBezTo>
                    <a:pt x="4174" y="423"/>
                    <a:pt x="4174" y="0"/>
                    <a:pt x="3895"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6" name="Google Shape;13226;p65"/>
            <p:cNvSpPr/>
            <p:nvPr/>
          </p:nvSpPr>
          <p:spPr>
            <a:xfrm>
              <a:off x="1569623" y="4437577"/>
              <a:ext cx="14608" cy="11080"/>
            </a:xfrm>
            <a:custGeom>
              <a:avLst/>
              <a:gdLst/>
              <a:ahLst/>
              <a:cxnLst/>
              <a:rect l="l" t="t" r="r" b="b"/>
              <a:pathLst>
                <a:path w="559" h="424" extrusionOk="0">
                  <a:moveTo>
                    <a:pt x="280" y="0"/>
                  </a:moveTo>
                  <a:cubicBezTo>
                    <a:pt x="1" y="0"/>
                    <a:pt x="1" y="423"/>
                    <a:pt x="280" y="423"/>
                  </a:cubicBezTo>
                  <a:cubicBezTo>
                    <a:pt x="558" y="423"/>
                    <a:pt x="558" y="0"/>
                    <a:pt x="280"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7" name="Google Shape;13227;p65"/>
            <p:cNvSpPr/>
            <p:nvPr/>
          </p:nvSpPr>
          <p:spPr>
            <a:xfrm>
              <a:off x="1523395" y="4502647"/>
              <a:ext cx="31437" cy="26655"/>
            </a:xfrm>
            <a:custGeom>
              <a:avLst/>
              <a:gdLst/>
              <a:ahLst/>
              <a:cxnLst/>
              <a:rect l="l" t="t" r="r" b="b"/>
              <a:pathLst>
                <a:path w="1203" h="1020" extrusionOk="0">
                  <a:moveTo>
                    <a:pt x="683" y="1"/>
                  </a:moveTo>
                  <a:cubicBezTo>
                    <a:pt x="231" y="1"/>
                    <a:pt x="0" y="549"/>
                    <a:pt x="327" y="866"/>
                  </a:cubicBezTo>
                  <a:cubicBezTo>
                    <a:pt x="430" y="973"/>
                    <a:pt x="559" y="1020"/>
                    <a:pt x="685" y="1020"/>
                  </a:cubicBezTo>
                  <a:cubicBezTo>
                    <a:pt x="948" y="1020"/>
                    <a:pt x="1202" y="816"/>
                    <a:pt x="1202" y="511"/>
                  </a:cubicBezTo>
                  <a:cubicBezTo>
                    <a:pt x="1202" y="222"/>
                    <a:pt x="972" y="1"/>
                    <a:pt x="683" y="1"/>
                  </a:cubicBezTo>
                  <a:close/>
                </a:path>
              </a:pathLst>
            </a:custGeom>
            <a:solidFill>
              <a:srgbClr val="A2AF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8" name="Google Shape;13228;p65"/>
            <p:cNvSpPr/>
            <p:nvPr/>
          </p:nvSpPr>
          <p:spPr>
            <a:xfrm>
              <a:off x="1569623" y="4511689"/>
              <a:ext cx="41734" cy="11106"/>
            </a:xfrm>
            <a:custGeom>
              <a:avLst/>
              <a:gdLst/>
              <a:ahLst/>
              <a:cxnLst/>
              <a:rect l="l" t="t" r="r" b="b"/>
              <a:pathLst>
                <a:path w="1597" h="425" extrusionOk="0">
                  <a:moveTo>
                    <a:pt x="1327" y="1"/>
                  </a:moveTo>
                  <a:cubicBezTo>
                    <a:pt x="1324" y="1"/>
                    <a:pt x="1321" y="1"/>
                    <a:pt x="1318" y="1"/>
                  </a:cubicBezTo>
                  <a:lnTo>
                    <a:pt x="280" y="1"/>
                  </a:lnTo>
                  <a:cubicBezTo>
                    <a:pt x="1" y="1"/>
                    <a:pt x="1" y="424"/>
                    <a:pt x="280" y="424"/>
                  </a:cubicBezTo>
                  <a:lnTo>
                    <a:pt x="1318" y="424"/>
                  </a:lnTo>
                  <a:cubicBezTo>
                    <a:pt x="1594" y="415"/>
                    <a:pt x="1597" y="1"/>
                    <a:pt x="1327" y="1"/>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29" name="Google Shape;13229;p65"/>
            <p:cNvSpPr/>
            <p:nvPr/>
          </p:nvSpPr>
          <p:spPr>
            <a:xfrm>
              <a:off x="1569623" y="4524781"/>
              <a:ext cx="109103" cy="11080"/>
            </a:xfrm>
            <a:custGeom>
              <a:avLst/>
              <a:gdLst/>
              <a:ahLst/>
              <a:cxnLst/>
              <a:rect l="l" t="t" r="r" b="b"/>
              <a:pathLst>
                <a:path w="4175" h="424" extrusionOk="0">
                  <a:moveTo>
                    <a:pt x="280" y="0"/>
                  </a:moveTo>
                  <a:cubicBezTo>
                    <a:pt x="1" y="0"/>
                    <a:pt x="1" y="423"/>
                    <a:pt x="280" y="423"/>
                  </a:cubicBezTo>
                  <a:lnTo>
                    <a:pt x="3895" y="423"/>
                  </a:lnTo>
                  <a:cubicBezTo>
                    <a:pt x="4174" y="423"/>
                    <a:pt x="4174" y="0"/>
                    <a:pt x="3895"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0" name="Google Shape;13230;p65"/>
            <p:cNvSpPr/>
            <p:nvPr/>
          </p:nvSpPr>
          <p:spPr>
            <a:xfrm>
              <a:off x="1569623" y="4495879"/>
              <a:ext cx="14608" cy="11080"/>
            </a:xfrm>
            <a:custGeom>
              <a:avLst/>
              <a:gdLst/>
              <a:ahLst/>
              <a:cxnLst/>
              <a:rect l="l" t="t" r="r" b="b"/>
              <a:pathLst>
                <a:path w="559" h="424" extrusionOk="0">
                  <a:moveTo>
                    <a:pt x="280" y="0"/>
                  </a:moveTo>
                  <a:cubicBezTo>
                    <a:pt x="1" y="0"/>
                    <a:pt x="1" y="423"/>
                    <a:pt x="280" y="423"/>
                  </a:cubicBezTo>
                  <a:cubicBezTo>
                    <a:pt x="558" y="423"/>
                    <a:pt x="558" y="0"/>
                    <a:pt x="280"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1" name="Google Shape;13231;p65"/>
            <p:cNvSpPr/>
            <p:nvPr/>
          </p:nvSpPr>
          <p:spPr>
            <a:xfrm>
              <a:off x="1530425" y="4309423"/>
              <a:ext cx="149295" cy="32169"/>
            </a:xfrm>
            <a:custGeom>
              <a:avLst/>
              <a:gdLst/>
              <a:ahLst/>
              <a:cxnLst/>
              <a:rect l="l" t="t" r="r" b="b"/>
              <a:pathLst>
                <a:path w="5713" h="1231" extrusionOk="0">
                  <a:moveTo>
                    <a:pt x="279" y="0"/>
                  </a:moveTo>
                  <a:cubicBezTo>
                    <a:pt x="126" y="0"/>
                    <a:pt x="1" y="125"/>
                    <a:pt x="1" y="279"/>
                  </a:cubicBezTo>
                  <a:lnTo>
                    <a:pt x="1" y="943"/>
                  </a:lnTo>
                  <a:cubicBezTo>
                    <a:pt x="1" y="1106"/>
                    <a:pt x="126" y="1231"/>
                    <a:pt x="279" y="1231"/>
                  </a:cubicBezTo>
                  <a:lnTo>
                    <a:pt x="5424" y="1231"/>
                  </a:lnTo>
                  <a:cubicBezTo>
                    <a:pt x="5587" y="1231"/>
                    <a:pt x="5712" y="1106"/>
                    <a:pt x="5712" y="943"/>
                  </a:cubicBezTo>
                  <a:lnTo>
                    <a:pt x="5712" y="279"/>
                  </a:lnTo>
                  <a:cubicBezTo>
                    <a:pt x="5712" y="125"/>
                    <a:pt x="5587" y="0"/>
                    <a:pt x="5424"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2" name="Google Shape;13232;p65"/>
            <p:cNvSpPr/>
            <p:nvPr/>
          </p:nvSpPr>
          <p:spPr>
            <a:xfrm>
              <a:off x="1490965" y="4463448"/>
              <a:ext cx="29634" cy="29451"/>
            </a:xfrm>
            <a:custGeom>
              <a:avLst/>
              <a:gdLst/>
              <a:ahLst/>
              <a:cxnLst/>
              <a:rect l="l" t="t" r="r" b="b"/>
              <a:pathLst>
                <a:path w="1134" h="1127" extrusionOk="0">
                  <a:moveTo>
                    <a:pt x="732" y="1"/>
                  </a:moveTo>
                  <a:lnTo>
                    <a:pt x="1" y="655"/>
                  </a:lnTo>
                  <a:lnTo>
                    <a:pt x="914" y="1107"/>
                  </a:lnTo>
                  <a:cubicBezTo>
                    <a:pt x="936" y="1121"/>
                    <a:pt x="959" y="1127"/>
                    <a:pt x="981" y="1127"/>
                  </a:cubicBezTo>
                  <a:cubicBezTo>
                    <a:pt x="1064" y="1127"/>
                    <a:pt x="1133" y="1037"/>
                    <a:pt x="1087" y="953"/>
                  </a:cubicBezTo>
                  <a:lnTo>
                    <a:pt x="732" y="1"/>
                  </a:ln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3" name="Google Shape;13233;p65"/>
            <p:cNvSpPr/>
            <p:nvPr/>
          </p:nvSpPr>
          <p:spPr>
            <a:xfrm>
              <a:off x="1388708" y="4350242"/>
              <a:ext cx="122640" cy="130689"/>
            </a:xfrm>
            <a:custGeom>
              <a:avLst/>
              <a:gdLst/>
              <a:ahLst/>
              <a:cxnLst/>
              <a:rect l="l" t="t" r="r" b="b"/>
              <a:pathLst>
                <a:path w="4693" h="5001" extrusionOk="0">
                  <a:moveTo>
                    <a:pt x="811" y="1"/>
                  </a:moveTo>
                  <a:cubicBezTo>
                    <a:pt x="763" y="1"/>
                    <a:pt x="714" y="18"/>
                    <a:pt x="673" y="54"/>
                  </a:cubicBezTo>
                  <a:lnTo>
                    <a:pt x="87" y="573"/>
                  </a:lnTo>
                  <a:cubicBezTo>
                    <a:pt x="0" y="650"/>
                    <a:pt x="0" y="784"/>
                    <a:pt x="77" y="871"/>
                  </a:cubicBezTo>
                  <a:lnTo>
                    <a:pt x="3722" y="4929"/>
                  </a:lnTo>
                  <a:cubicBezTo>
                    <a:pt x="3763" y="4976"/>
                    <a:pt x="3822" y="5000"/>
                    <a:pt x="3881" y="5000"/>
                  </a:cubicBezTo>
                  <a:cubicBezTo>
                    <a:pt x="3931" y="5000"/>
                    <a:pt x="3980" y="4983"/>
                    <a:pt x="4020" y="4948"/>
                  </a:cubicBezTo>
                  <a:lnTo>
                    <a:pt x="4597" y="4419"/>
                  </a:lnTo>
                  <a:cubicBezTo>
                    <a:pt x="4683" y="4342"/>
                    <a:pt x="4693" y="4217"/>
                    <a:pt x="4616" y="4131"/>
                  </a:cubicBezTo>
                  <a:lnTo>
                    <a:pt x="962" y="63"/>
                  </a:lnTo>
                  <a:cubicBezTo>
                    <a:pt x="921" y="22"/>
                    <a:pt x="866" y="1"/>
                    <a:pt x="811" y="1"/>
                  </a:cubicBezTo>
                  <a:close/>
                </a:path>
              </a:pathLst>
            </a:custGeom>
            <a:solidFill>
              <a:srgbClr val="D3D9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4" name="Google Shape;13234;p65"/>
            <p:cNvSpPr/>
            <p:nvPr/>
          </p:nvSpPr>
          <p:spPr>
            <a:xfrm>
              <a:off x="1388708" y="4358422"/>
              <a:ext cx="112605" cy="122509"/>
            </a:xfrm>
            <a:custGeom>
              <a:avLst/>
              <a:gdLst/>
              <a:ahLst/>
              <a:cxnLst/>
              <a:rect l="l" t="t" r="r" b="b"/>
              <a:pathLst>
                <a:path w="4309" h="4688" extrusionOk="0">
                  <a:moveTo>
                    <a:pt x="385" y="0"/>
                  </a:moveTo>
                  <a:lnTo>
                    <a:pt x="87" y="260"/>
                  </a:lnTo>
                  <a:cubicBezTo>
                    <a:pt x="0" y="337"/>
                    <a:pt x="0" y="471"/>
                    <a:pt x="77" y="558"/>
                  </a:cubicBezTo>
                  <a:lnTo>
                    <a:pt x="3722" y="4616"/>
                  </a:lnTo>
                  <a:cubicBezTo>
                    <a:pt x="3763" y="4663"/>
                    <a:pt x="3822" y="4687"/>
                    <a:pt x="3881" y="4687"/>
                  </a:cubicBezTo>
                  <a:cubicBezTo>
                    <a:pt x="3931" y="4687"/>
                    <a:pt x="3980" y="4670"/>
                    <a:pt x="4020" y="4635"/>
                  </a:cubicBezTo>
                  <a:lnTo>
                    <a:pt x="4308" y="4376"/>
                  </a:lnTo>
                  <a:lnTo>
                    <a:pt x="385" y="0"/>
                  </a:ln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5" name="Google Shape;13235;p65"/>
            <p:cNvSpPr/>
            <p:nvPr/>
          </p:nvSpPr>
          <p:spPr>
            <a:xfrm>
              <a:off x="1388708" y="4350242"/>
              <a:ext cx="35697" cy="34338"/>
            </a:xfrm>
            <a:custGeom>
              <a:avLst/>
              <a:gdLst/>
              <a:ahLst/>
              <a:cxnLst/>
              <a:rect l="l" t="t" r="r" b="b"/>
              <a:pathLst>
                <a:path w="1366" h="1314" extrusionOk="0">
                  <a:moveTo>
                    <a:pt x="811" y="1"/>
                  </a:moveTo>
                  <a:cubicBezTo>
                    <a:pt x="763" y="1"/>
                    <a:pt x="714" y="18"/>
                    <a:pt x="673" y="54"/>
                  </a:cubicBezTo>
                  <a:lnTo>
                    <a:pt x="87" y="573"/>
                  </a:lnTo>
                  <a:cubicBezTo>
                    <a:pt x="0" y="650"/>
                    <a:pt x="0" y="784"/>
                    <a:pt x="77" y="871"/>
                  </a:cubicBezTo>
                  <a:lnTo>
                    <a:pt x="471" y="1313"/>
                  </a:lnTo>
                  <a:lnTo>
                    <a:pt x="1366" y="506"/>
                  </a:lnTo>
                  <a:lnTo>
                    <a:pt x="962" y="63"/>
                  </a:lnTo>
                  <a:cubicBezTo>
                    <a:pt x="921" y="22"/>
                    <a:pt x="866" y="1"/>
                    <a:pt x="811" y="1"/>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36" name="Google Shape;13236;p65"/>
          <p:cNvGrpSpPr/>
          <p:nvPr/>
        </p:nvGrpSpPr>
        <p:grpSpPr>
          <a:xfrm>
            <a:off x="1871019" y="4109453"/>
            <a:ext cx="375446" cy="328982"/>
            <a:chOff x="1874694" y="4293326"/>
            <a:chExt cx="375446" cy="328982"/>
          </a:xfrm>
        </p:grpSpPr>
        <p:sp>
          <p:nvSpPr>
            <p:cNvPr id="13237" name="Google Shape;13237;p65"/>
            <p:cNvSpPr/>
            <p:nvPr/>
          </p:nvSpPr>
          <p:spPr>
            <a:xfrm>
              <a:off x="1874694" y="4396105"/>
              <a:ext cx="230959" cy="221996"/>
            </a:xfrm>
            <a:custGeom>
              <a:avLst/>
              <a:gdLst/>
              <a:ahLst/>
              <a:cxnLst/>
              <a:rect l="l" t="t" r="r" b="b"/>
              <a:pathLst>
                <a:path w="8838" h="8495" extrusionOk="0">
                  <a:moveTo>
                    <a:pt x="4587" y="1"/>
                  </a:moveTo>
                  <a:cubicBezTo>
                    <a:pt x="2866" y="1"/>
                    <a:pt x="1318" y="1039"/>
                    <a:pt x="654" y="2626"/>
                  </a:cubicBezTo>
                  <a:cubicBezTo>
                    <a:pt x="1" y="4212"/>
                    <a:pt x="366" y="6040"/>
                    <a:pt x="1578" y="7251"/>
                  </a:cubicBezTo>
                  <a:cubicBezTo>
                    <a:pt x="2389" y="8063"/>
                    <a:pt x="3477" y="8495"/>
                    <a:pt x="4584" y="8495"/>
                  </a:cubicBezTo>
                  <a:cubicBezTo>
                    <a:pt x="5129" y="8495"/>
                    <a:pt x="5679" y="8390"/>
                    <a:pt x="6203" y="8174"/>
                  </a:cubicBezTo>
                  <a:cubicBezTo>
                    <a:pt x="7790" y="7520"/>
                    <a:pt x="8828" y="5972"/>
                    <a:pt x="8828" y="4251"/>
                  </a:cubicBezTo>
                  <a:cubicBezTo>
                    <a:pt x="8838" y="1905"/>
                    <a:pt x="6934" y="1"/>
                    <a:pt x="4587"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8" name="Google Shape;13238;p65"/>
            <p:cNvSpPr/>
            <p:nvPr/>
          </p:nvSpPr>
          <p:spPr>
            <a:xfrm>
              <a:off x="2019181" y="4396105"/>
              <a:ext cx="230959" cy="221996"/>
            </a:xfrm>
            <a:custGeom>
              <a:avLst/>
              <a:gdLst/>
              <a:ahLst/>
              <a:cxnLst/>
              <a:rect l="l" t="t" r="r" b="b"/>
              <a:pathLst>
                <a:path w="8838" h="8495" extrusionOk="0">
                  <a:moveTo>
                    <a:pt x="4588" y="1"/>
                  </a:moveTo>
                  <a:cubicBezTo>
                    <a:pt x="2866" y="1"/>
                    <a:pt x="1318" y="1039"/>
                    <a:pt x="664" y="2626"/>
                  </a:cubicBezTo>
                  <a:cubicBezTo>
                    <a:pt x="1" y="4212"/>
                    <a:pt x="366" y="6040"/>
                    <a:pt x="1578" y="7251"/>
                  </a:cubicBezTo>
                  <a:cubicBezTo>
                    <a:pt x="2390" y="8063"/>
                    <a:pt x="3478" y="8495"/>
                    <a:pt x="4585" y="8495"/>
                  </a:cubicBezTo>
                  <a:cubicBezTo>
                    <a:pt x="5130" y="8495"/>
                    <a:pt x="5679" y="8390"/>
                    <a:pt x="6203" y="8174"/>
                  </a:cubicBezTo>
                  <a:cubicBezTo>
                    <a:pt x="7799" y="7520"/>
                    <a:pt x="8828" y="5972"/>
                    <a:pt x="8838" y="4251"/>
                  </a:cubicBezTo>
                  <a:cubicBezTo>
                    <a:pt x="8838" y="1905"/>
                    <a:pt x="6934" y="1"/>
                    <a:pt x="4588" y="1"/>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39" name="Google Shape;13239;p65"/>
            <p:cNvSpPr/>
            <p:nvPr/>
          </p:nvSpPr>
          <p:spPr>
            <a:xfrm>
              <a:off x="2033266" y="4540853"/>
              <a:ext cx="67108" cy="50775"/>
            </a:xfrm>
            <a:custGeom>
              <a:avLst/>
              <a:gdLst/>
              <a:ahLst/>
              <a:cxnLst/>
              <a:rect l="l" t="t" r="r" b="b"/>
              <a:pathLst>
                <a:path w="2568" h="1943" extrusionOk="0">
                  <a:moveTo>
                    <a:pt x="0" y="1"/>
                  </a:moveTo>
                  <a:lnTo>
                    <a:pt x="0" y="1"/>
                  </a:lnTo>
                  <a:cubicBezTo>
                    <a:pt x="241" y="751"/>
                    <a:pt x="683" y="1424"/>
                    <a:pt x="1279" y="1943"/>
                  </a:cubicBezTo>
                  <a:cubicBezTo>
                    <a:pt x="1885" y="1424"/>
                    <a:pt x="2327" y="751"/>
                    <a:pt x="2568" y="1"/>
                  </a:cubicBezTo>
                  <a:lnTo>
                    <a:pt x="2568" y="1"/>
                  </a:lnTo>
                  <a:cubicBezTo>
                    <a:pt x="2149" y="130"/>
                    <a:pt x="1717" y="195"/>
                    <a:pt x="1284" y="195"/>
                  </a:cubicBezTo>
                  <a:cubicBezTo>
                    <a:pt x="851" y="195"/>
                    <a:pt x="419" y="130"/>
                    <a:pt x="0" y="1"/>
                  </a:cubicBezTo>
                  <a:close/>
                </a:path>
              </a:pathLst>
            </a:custGeom>
            <a:solidFill>
              <a:srgbClr val="96AB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0" name="Google Shape;13240;p65"/>
            <p:cNvSpPr/>
            <p:nvPr/>
          </p:nvSpPr>
          <p:spPr>
            <a:xfrm>
              <a:off x="1947055" y="4323979"/>
              <a:ext cx="230724" cy="221996"/>
            </a:xfrm>
            <a:custGeom>
              <a:avLst/>
              <a:gdLst/>
              <a:ahLst/>
              <a:cxnLst/>
              <a:rect l="l" t="t" r="r" b="b"/>
              <a:pathLst>
                <a:path w="8829" h="8495" extrusionOk="0">
                  <a:moveTo>
                    <a:pt x="4596" y="1"/>
                  </a:moveTo>
                  <a:cubicBezTo>
                    <a:pt x="4590" y="1"/>
                    <a:pt x="4584" y="1"/>
                    <a:pt x="4578" y="1"/>
                  </a:cubicBezTo>
                  <a:cubicBezTo>
                    <a:pt x="2857" y="1"/>
                    <a:pt x="1309" y="1030"/>
                    <a:pt x="655" y="2616"/>
                  </a:cubicBezTo>
                  <a:cubicBezTo>
                    <a:pt x="1" y="4203"/>
                    <a:pt x="357" y="6030"/>
                    <a:pt x="1578" y="7242"/>
                  </a:cubicBezTo>
                  <a:cubicBezTo>
                    <a:pt x="2390" y="8061"/>
                    <a:pt x="3480" y="8495"/>
                    <a:pt x="4587" y="8495"/>
                  </a:cubicBezTo>
                  <a:cubicBezTo>
                    <a:pt x="5132" y="8495"/>
                    <a:pt x="5681" y="8390"/>
                    <a:pt x="6203" y="8175"/>
                  </a:cubicBezTo>
                  <a:cubicBezTo>
                    <a:pt x="7790" y="7511"/>
                    <a:pt x="8828" y="5963"/>
                    <a:pt x="8828" y="4251"/>
                  </a:cubicBezTo>
                  <a:cubicBezTo>
                    <a:pt x="8828" y="1911"/>
                    <a:pt x="6934" y="1"/>
                    <a:pt x="4596"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1" name="Google Shape;13241;p65"/>
            <p:cNvSpPr/>
            <p:nvPr/>
          </p:nvSpPr>
          <p:spPr>
            <a:xfrm>
              <a:off x="2019677" y="4422995"/>
              <a:ext cx="85741" cy="122980"/>
            </a:xfrm>
            <a:custGeom>
              <a:avLst/>
              <a:gdLst/>
              <a:ahLst/>
              <a:cxnLst/>
              <a:rect l="l" t="t" r="r" b="b"/>
              <a:pathLst>
                <a:path w="3281" h="4706" extrusionOk="0">
                  <a:moveTo>
                    <a:pt x="1799" y="1"/>
                  </a:moveTo>
                  <a:cubicBezTo>
                    <a:pt x="511" y="1116"/>
                    <a:pt x="1" y="2885"/>
                    <a:pt x="520" y="4511"/>
                  </a:cubicBezTo>
                  <a:cubicBezTo>
                    <a:pt x="939" y="4640"/>
                    <a:pt x="1371" y="4705"/>
                    <a:pt x="1804" y="4705"/>
                  </a:cubicBezTo>
                  <a:cubicBezTo>
                    <a:pt x="2237" y="4705"/>
                    <a:pt x="2669" y="4640"/>
                    <a:pt x="3088" y="4511"/>
                  </a:cubicBezTo>
                  <a:cubicBezTo>
                    <a:pt x="3213" y="4097"/>
                    <a:pt x="3280" y="3664"/>
                    <a:pt x="3280" y="3222"/>
                  </a:cubicBezTo>
                  <a:cubicBezTo>
                    <a:pt x="3280" y="1981"/>
                    <a:pt x="2742" y="808"/>
                    <a:pt x="1799" y="1"/>
                  </a:cubicBezTo>
                  <a:close/>
                </a:path>
              </a:pathLst>
            </a:custGeom>
            <a:solidFill>
              <a:srgbClr val="AAB6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2" name="Google Shape;13242;p65"/>
            <p:cNvSpPr/>
            <p:nvPr/>
          </p:nvSpPr>
          <p:spPr>
            <a:xfrm>
              <a:off x="1942534" y="4396261"/>
              <a:ext cx="124182" cy="144617"/>
            </a:xfrm>
            <a:custGeom>
              <a:avLst/>
              <a:gdLst/>
              <a:ahLst/>
              <a:cxnLst/>
              <a:rect l="l" t="t" r="r" b="b"/>
              <a:pathLst>
                <a:path w="4752" h="5534" extrusionOk="0">
                  <a:moveTo>
                    <a:pt x="1979" y="0"/>
                  </a:moveTo>
                  <a:cubicBezTo>
                    <a:pt x="1552" y="0"/>
                    <a:pt x="1122" y="65"/>
                    <a:pt x="703" y="197"/>
                  </a:cubicBezTo>
                  <a:cubicBezTo>
                    <a:pt x="1" y="2437"/>
                    <a:pt x="1232" y="4822"/>
                    <a:pt x="3472" y="5534"/>
                  </a:cubicBezTo>
                  <a:cubicBezTo>
                    <a:pt x="3338" y="5120"/>
                    <a:pt x="3270" y="4687"/>
                    <a:pt x="3270" y="4245"/>
                  </a:cubicBezTo>
                  <a:cubicBezTo>
                    <a:pt x="3270" y="3004"/>
                    <a:pt x="3809" y="1831"/>
                    <a:pt x="4751" y="1024"/>
                  </a:cubicBezTo>
                  <a:cubicBezTo>
                    <a:pt x="3969" y="356"/>
                    <a:pt x="2983" y="0"/>
                    <a:pt x="1979" y="0"/>
                  </a:cubicBezTo>
                  <a:close/>
                </a:path>
              </a:pathLst>
            </a:custGeom>
            <a:solidFill>
              <a:srgbClr val="8A9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3" name="Google Shape;13243;p65"/>
            <p:cNvSpPr/>
            <p:nvPr/>
          </p:nvSpPr>
          <p:spPr>
            <a:xfrm>
              <a:off x="2066690" y="4396261"/>
              <a:ext cx="111089" cy="144617"/>
            </a:xfrm>
            <a:custGeom>
              <a:avLst/>
              <a:gdLst/>
              <a:ahLst/>
              <a:cxnLst/>
              <a:rect l="l" t="t" r="r" b="b"/>
              <a:pathLst>
                <a:path w="4251" h="5534" extrusionOk="0">
                  <a:moveTo>
                    <a:pt x="2777" y="0"/>
                  </a:moveTo>
                  <a:cubicBezTo>
                    <a:pt x="1773" y="0"/>
                    <a:pt x="783" y="356"/>
                    <a:pt x="0" y="1024"/>
                  </a:cubicBezTo>
                  <a:cubicBezTo>
                    <a:pt x="1298" y="2129"/>
                    <a:pt x="1798" y="3908"/>
                    <a:pt x="1289" y="5534"/>
                  </a:cubicBezTo>
                  <a:cubicBezTo>
                    <a:pt x="3048" y="4966"/>
                    <a:pt x="4250" y="3331"/>
                    <a:pt x="4250" y="1485"/>
                  </a:cubicBezTo>
                  <a:cubicBezTo>
                    <a:pt x="4250" y="1043"/>
                    <a:pt x="4183" y="610"/>
                    <a:pt x="4049" y="197"/>
                  </a:cubicBezTo>
                  <a:cubicBezTo>
                    <a:pt x="3632" y="65"/>
                    <a:pt x="3203" y="0"/>
                    <a:pt x="2777"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4" name="Google Shape;13244;p65"/>
            <p:cNvSpPr/>
            <p:nvPr/>
          </p:nvSpPr>
          <p:spPr>
            <a:xfrm>
              <a:off x="2012412" y="4293326"/>
              <a:ext cx="94992" cy="81246"/>
            </a:xfrm>
            <a:custGeom>
              <a:avLst/>
              <a:gdLst/>
              <a:ahLst/>
              <a:cxnLst/>
              <a:rect l="l" t="t" r="r" b="b"/>
              <a:pathLst>
                <a:path w="3635" h="3109" extrusionOk="0">
                  <a:moveTo>
                    <a:pt x="2077" y="1"/>
                  </a:moveTo>
                  <a:cubicBezTo>
                    <a:pt x="692" y="1"/>
                    <a:pt x="0" y="1674"/>
                    <a:pt x="981" y="2655"/>
                  </a:cubicBezTo>
                  <a:cubicBezTo>
                    <a:pt x="1297" y="2968"/>
                    <a:pt x="1686" y="3108"/>
                    <a:pt x="2067" y="3108"/>
                  </a:cubicBezTo>
                  <a:cubicBezTo>
                    <a:pt x="2867" y="3108"/>
                    <a:pt x="3635" y="2490"/>
                    <a:pt x="3635" y="1559"/>
                  </a:cubicBezTo>
                  <a:cubicBezTo>
                    <a:pt x="3625" y="703"/>
                    <a:pt x="2933" y="1"/>
                    <a:pt x="2077" y="1"/>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5" name="Google Shape;13245;p65"/>
            <p:cNvSpPr/>
            <p:nvPr/>
          </p:nvSpPr>
          <p:spPr>
            <a:xfrm>
              <a:off x="2058641" y="4293326"/>
              <a:ext cx="48763" cy="81194"/>
            </a:xfrm>
            <a:custGeom>
              <a:avLst/>
              <a:gdLst/>
              <a:ahLst/>
              <a:cxnLst/>
              <a:rect l="l" t="t" r="r" b="b"/>
              <a:pathLst>
                <a:path w="1866" h="3107" extrusionOk="0">
                  <a:moveTo>
                    <a:pt x="308" y="1"/>
                  </a:moveTo>
                  <a:cubicBezTo>
                    <a:pt x="202" y="1"/>
                    <a:pt x="97" y="10"/>
                    <a:pt x="0" y="30"/>
                  </a:cubicBezTo>
                  <a:cubicBezTo>
                    <a:pt x="722" y="183"/>
                    <a:pt x="1241" y="818"/>
                    <a:pt x="1241" y="1559"/>
                  </a:cubicBezTo>
                  <a:cubicBezTo>
                    <a:pt x="1241" y="2289"/>
                    <a:pt x="722" y="2934"/>
                    <a:pt x="0" y="3078"/>
                  </a:cubicBezTo>
                  <a:cubicBezTo>
                    <a:pt x="97" y="3097"/>
                    <a:pt x="202" y="3107"/>
                    <a:pt x="308" y="3107"/>
                  </a:cubicBezTo>
                  <a:cubicBezTo>
                    <a:pt x="1164" y="3107"/>
                    <a:pt x="1856" y="2414"/>
                    <a:pt x="1866" y="1559"/>
                  </a:cubicBezTo>
                  <a:cubicBezTo>
                    <a:pt x="1866" y="693"/>
                    <a:pt x="1164" y="1"/>
                    <a:pt x="308"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6" name="Google Shape;13246;p65"/>
            <p:cNvSpPr/>
            <p:nvPr/>
          </p:nvSpPr>
          <p:spPr>
            <a:xfrm>
              <a:off x="2061150" y="4305529"/>
              <a:ext cx="23389" cy="34077"/>
            </a:xfrm>
            <a:custGeom>
              <a:avLst/>
              <a:gdLst/>
              <a:ahLst/>
              <a:cxnLst/>
              <a:rect l="l" t="t" r="r" b="b"/>
              <a:pathLst>
                <a:path w="895" h="1304" extrusionOk="0">
                  <a:moveTo>
                    <a:pt x="212" y="0"/>
                  </a:moveTo>
                  <a:cubicBezTo>
                    <a:pt x="106" y="0"/>
                    <a:pt x="1" y="72"/>
                    <a:pt x="1" y="216"/>
                  </a:cubicBezTo>
                  <a:lnTo>
                    <a:pt x="1" y="1092"/>
                  </a:lnTo>
                  <a:cubicBezTo>
                    <a:pt x="1" y="1207"/>
                    <a:pt x="97" y="1303"/>
                    <a:pt x="212" y="1303"/>
                  </a:cubicBezTo>
                  <a:lnTo>
                    <a:pt x="616" y="1303"/>
                  </a:lnTo>
                  <a:cubicBezTo>
                    <a:pt x="895" y="1303"/>
                    <a:pt x="895" y="880"/>
                    <a:pt x="616" y="880"/>
                  </a:cubicBezTo>
                  <a:lnTo>
                    <a:pt x="424" y="880"/>
                  </a:lnTo>
                  <a:lnTo>
                    <a:pt x="424" y="216"/>
                  </a:lnTo>
                  <a:cubicBezTo>
                    <a:pt x="424" y="72"/>
                    <a:pt x="318" y="0"/>
                    <a:pt x="212"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7" name="Google Shape;13247;p65"/>
            <p:cNvSpPr/>
            <p:nvPr/>
          </p:nvSpPr>
          <p:spPr>
            <a:xfrm>
              <a:off x="2046332" y="4459816"/>
              <a:ext cx="35723" cy="61647"/>
            </a:xfrm>
            <a:custGeom>
              <a:avLst/>
              <a:gdLst/>
              <a:ahLst/>
              <a:cxnLst/>
              <a:rect l="l" t="t" r="r" b="b"/>
              <a:pathLst>
                <a:path w="1367" h="2359" extrusionOk="0">
                  <a:moveTo>
                    <a:pt x="779" y="0"/>
                  </a:moveTo>
                  <a:cubicBezTo>
                    <a:pt x="673" y="0"/>
                    <a:pt x="568" y="72"/>
                    <a:pt x="568" y="217"/>
                  </a:cubicBezTo>
                  <a:lnTo>
                    <a:pt x="568" y="294"/>
                  </a:lnTo>
                  <a:cubicBezTo>
                    <a:pt x="0" y="524"/>
                    <a:pt x="164" y="1380"/>
                    <a:pt x="779" y="1380"/>
                  </a:cubicBezTo>
                  <a:cubicBezTo>
                    <a:pt x="895" y="1380"/>
                    <a:pt x="962" y="1505"/>
                    <a:pt x="904" y="1601"/>
                  </a:cubicBezTo>
                  <a:cubicBezTo>
                    <a:pt x="877" y="1647"/>
                    <a:pt x="830" y="1669"/>
                    <a:pt x="783" y="1669"/>
                  </a:cubicBezTo>
                  <a:cubicBezTo>
                    <a:pt x="731" y="1669"/>
                    <a:pt x="679" y="1642"/>
                    <a:pt x="654" y="1592"/>
                  </a:cubicBezTo>
                  <a:cubicBezTo>
                    <a:pt x="611" y="1503"/>
                    <a:pt x="538" y="1466"/>
                    <a:pt x="466" y="1466"/>
                  </a:cubicBezTo>
                  <a:cubicBezTo>
                    <a:pt x="326" y="1466"/>
                    <a:pt x="187" y="1604"/>
                    <a:pt x="270" y="1774"/>
                  </a:cubicBezTo>
                  <a:cubicBezTo>
                    <a:pt x="337" y="1900"/>
                    <a:pt x="443" y="1996"/>
                    <a:pt x="568" y="2053"/>
                  </a:cubicBezTo>
                  <a:lnTo>
                    <a:pt x="568" y="2150"/>
                  </a:lnTo>
                  <a:cubicBezTo>
                    <a:pt x="568" y="2289"/>
                    <a:pt x="673" y="2359"/>
                    <a:pt x="779" y="2359"/>
                  </a:cubicBezTo>
                  <a:cubicBezTo>
                    <a:pt x="885" y="2359"/>
                    <a:pt x="991" y="2289"/>
                    <a:pt x="991" y="2150"/>
                  </a:cubicBezTo>
                  <a:lnTo>
                    <a:pt x="991" y="2053"/>
                  </a:lnTo>
                  <a:cubicBezTo>
                    <a:pt x="1202" y="1967"/>
                    <a:pt x="1347" y="1755"/>
                    <a:pt x="1347" y="1534"/>
                  </a:cubicBezTo>
                  <a:cubicBezTo>
                    <a:pt x="1347" y="1217"/>
                    <a:pt x="1096" y="967"/>
                    <a:pt x="779" y="967"/>
                  </a:cubicBezTo>
                  <a:cubicBezTo>
                    <a:pt x="621" y="959"/>
                    <a:pt x="729" y="704"/>
                    <a:pt x="837" y="704"/>
                  </a:cubicBezTo>
                  <a:cubicBezTo>
                    <a:pt x="860" y="704"/>
                    <a:pt x="884" y="716"/>
                    <a:pt x="904" y="746"/>
                  </a:cubicBezTo>
                  <a:cubicBezTo>
                    <a:pt x="948" y="812"/>
                    <a:pt x="1009" y="839"/>
                    <a:pt x="1069" y="839"/>
                  </a:cubicBezTo>
                  <a:cubicBezTo>
                    <a:pt x="1219" y="839"/>
                    <a:pt x="1367" y="670"/>
                    <a:pt x="1250" y="505"/>
                  </a:cubicBezTo>
                  <a:cubicBezTo>
                    <a:pt x="1193" y="409"/>
                    <a:pt x="1096" y="332"/>
                    <a:pt x="991" y="294"/>
                  </a:cubicBezTo>
                  <a:lnTo>
                    <a:pt x="991" y="217"/>
                  </a:lnTo>
                  <a:cubicBezTo>
                    <a:pt x="991" y="72"/>
                    <a:pt x="885" y="0"/>
                    <a:pt x="779"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8" name="Google Shape;13248;p65"/>
            <p:cNvSpPr/>
            <p:nvPr/>
          </p:nvSpPr>
          <p:spPr>
            <a:xfrm>
              <a:off x="2182770" y="4521436"/>
              <a:ext cx="25662" cy="22709"/>
            </a:xfrm>
            <a:custGeom>
              <a:avLst/>
              <a:gdLst/>
              <a:ahLst/>
              <a:cxnLst/>
              <a:rect l="l" t="t" r="r" b="b"/>
              <a:pathLst>
                <a:path w="982" h="869" extrusionOk="0">
                  <a:moveTo>
                    <a:pt x="491" y="1"/>
                  </a:moveTo>
                  <a:cubicBezTo>
                    <a:pt x="441" y="1"/>
                    <a:pt x="390" y="27"/>
                    <a:pt x="366" y="80"/>
                  </a:cubicBezTo>
                  <a:lnTo>
                    <a:pt x="1" y="869"/>
                  </a:lnTo>
                  <a:lnTo>
                    <a:pt x="982" y="869"/>
                  </a:lnTo>
                  <a:lnTo>
                    <a:pt x="616" y="80"/>
                  </a:lnTo>
                  <a:cubicBezTo>
                    <a:pt x="592" y="27"/>
                    <a:pt x="542" y="1"/>
                    <a:pt x="491" y="1"/>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9" name="Google Shape;13249;p65"/>
            <p:cNvSpPr/>
            <p:nvPr/>
          </p:nvSpPr>
          <p:spPr>
            <a:xfrm>
              <a:off x="2178746" y="4542603"/>
              <a:ext cx="33711" cy="79704"/>
            </a:xfrm>
            <a:custGeom>
              <a:avLst/>
              <a:gdLst/>
              <a:ahLst/>
              <a:cxnLst/>
              <a:rect l="l" t="t" r="r" b="b"/>
              <a:pathLst>
                <a:path w="1290" h="3050" extrusionOk="0">
                  <a:moveTo>
                    <a:pt x="280" y="1"/>
                  </a:moveTo>
                  <a:cubicBezTo>
                    <a:pt x="126" y="1"/>
                    <a:pt x="1" y="126"/>
                    <a:pt x="1" y="289"/>
                  </a:cubicBezTo>
                  <a:lnTo>
                    <a:pt x="1" y="2770"/>
                  </a:lnTo>
                  <a:cubicBezTo>
                    <a:pt x="1" y="2924"/>
                    <a:pt x="126" y="3049"/>
                    <a:pt x="280" y="3049"/>
                  </a:cubicBezTo>
                  <a:lnTo>
                    <a:pt x="1001" y="3049"/>
                  </a:lnTo>
                  <a:cubicBezTo>
                    <a:pt x="1155" y="3049"/>
                    <a:pt x="1289" y="2924"/>
                    <a:pt x="1289" y="2770"/>
                  </a:cubicBezTo>
                  <a:lnTo>
                    <a:pt x="1289" y="289"/>
                  </a:lnTo>
                  <a:cubicBezTo>
                    <a:pt x="1289" y="126"/>
                    <a:pt x="1155" y="1"/>
                    <a:pt x="1001"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0" name="Google Shape;13250;p65"/>
            <p:cNvSpPr/>
            <p:nvPr/>
          </p:nvSpPr>
          <p:spPr>
            <a:xfrm>
              <a:off x="2195601" y="4542603"/>
              <a:ext cx="16855" cy="79704"/>
            </a:xfrm>
            <a:custGeom>
              <a:avLst/>
              <a:gdLst/>
              <a:ahLst/>
              <a:cxnLst/>
              <a:rect l="l" t="t" r="r" b="b"/>
              <a:pathLst>
                <a:path w="645" h="3050" extrusionOk="0">
                  <a:moveTo>
                    <a:pt x="0" y="1"/>
                  </a:moveTo>
                  <a:lnTo>
                    <a:pt x="0" y="3049"/>
                  </a:lnTo>
                  <a:lnTo>
                    <a:pt x="356" y="3049"/>
                  </a:lnTo>
                  <a:cubicBezTo>
                    <a:pt x="510" y="3049"/>
                    <a:pt x="644" y="2924"/>
                    <a:pt x="644" y="2770"/>
                  </a:cubicBezTo>
                  <a:lnTo>
                    <a:pt x="644" y="289"/>
                  </a:lnTo>
                  <a:cubicBezTo>
                    <a:pt x="635" y="126"/>
                    <a:pt x="510" y="1"/>
                    <a:pt x="356"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1" name="Google Shape;13251;p65"/>
            <p:cNvSpPr/>
            <p:nvPr/>
          </p:nvSpPr>
          <p:spPr>
            <a:xfrm>
              <a:off x="2178746" y="4602917"/>
              <a:ext cx="33711" cy="19390"/>
            </a:xfrm>
            <a:custGeom>
              <a:avLst/>
              <a:gdLst/>
              <a:ahLst/>
              <a:cxnLst/>
              <a:rect l="l" t="t" r="r" b="b"/>
              <a:pathLst>
                <a:path w="1290" h="742" extrusionOk="0">
                  <a:moveTo>
                    <a:pt x="1" y="1"/>
                  </a:moveTo>
                  <a:lnTo>
                    <a:pt x="1" y="462"/>
                  </a:lnTo>
                  <a:cubicBezTo>
                    <a:pt x="1" y="616"/>
                    <a:pt x="126" y="741"/>
                    <a:pt x="280" y="741"/>
                  </a:cubicBezTo>
                  <a:lnTo>
                    <a:pt x="1001" y="741"/>
                  </a:lnTo>
                  <a:cubicBezTo>
                    <a:pt x="1155" y="741"/>
                    <a:pt x="1289" y="616"/>
                    <a:pt x="1289" y="462"/>
                  </a:cubicBezTo>
                  <a:lnTo>
                    <a:pt x="1289" y="1"/>
                  </a:ln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2" name="Google Shape;13252;p65"/>
            <p:cNvSpPr/>
            <p:nvPr/>
          </p:nvSpPr>
          <p:spPr>
            <a:xfrm>
              <a:off x="1911881" y="4515974"/>
              <a:ext cx="80958" cy="78920"/>
            </a:xfrm>
            <a:custGeom>
              <a:avLst/>
              <a:gdLst/>
              <a:ahLst/>
              <a:cxnLst/>
              <a:rect l="l" t="t" r="r" b="b"/>
              <a:pathLst>
                <a:path w="3098" h="3020" extrusionOk="0">
                  <a:moveTo>
                    <a:pt x="1539" y="1"/>
                  </a:moveTo>
                  <a:cubicBezTo>
                    <a:pt x="558" y="10"/>
                    <a:pt x="1" y="1145"/>
                    <a:pt x="607" y="1924"/>
                  </a:cubicBezTo>
                  <a:cubicBezTo>
                    <a:pt x="847" y="2241"/>
                    <a:pt x="1001" y="2626"/>
                    <a:pt x="1049" y="3020"/>
                  </a:cubicBezTo>
                  <a:lnTo>
                    <a:pt x="2039" y="3020"/>
                  </a:lnTo>
                  <a:cubicBezTo>
                    <a:pt x="2087" y="2626"/>
                    <a:pt x="2251" y="2241"/>
                    <a:pt x="2501" y="1914"/>
                  </a:cubicBezTo>
                  <a:cubicBezTo>
                    <a:pt x="3097" y="1135"/>
                    <a:pt x="2530" y="1"/>
                    <a:pt x="1539" y="1"/>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3" name="Google Shape;13253;p65"/>
            <p:cNvSpPr/>
            <p:nvPr/>
          </p:nvSpPr>
          <p:spPr>
            <a:xfrm>
              <a:off x="1945566" y="4516157"/>
              <a:ext cx="37971" cy="78737"/>
            </a:xfrm>
            <a:custGeom>
              <a:avLst/>
              <a:gdLst/>
              <a:ahLst/>
              <a:cxnLst/>
              <a:rect l="l" t="t" r="r" b="b"/>
              <a:pathLst>
                <a:path w="1453" h="3013" extrusionOk="0">
                  <a:moveTo>
                    <a:pt x="269" y="1"/>
                  </a:moveTo>
                  <a:cubicBezTo>
                    <a:pt x="181" y="1"/>
                    <a:pt x="91" y="11"/>
                    <a:pt x="0" y="32"/>
                  </a:cubicBezTo>
                  <a:cubicBezTo>
                    <a:pt x="846" y="215"/>
                    <a:pt x="1202" y="1224"/>
                    <a:pt x="683" y="1917"/>
                  </a:cubicBezTo>
                  <a:cubicBezTo>
                    <a:pt x="433" y="2234"/>
                    <a:pt x="279" y="2619"/>
                    <a:pt x="231" y="3013"/>
                  </a:cubicBezTo>
                  <a:lnTo>
                    <a:pt x="750" y="3013"/>
                  </a:lnTo>
                  <a:cubicBezTo>
                    <a:pt x="808" y="2619"/>
                    <a:pt x="962" y="2234"/>
                    <a:pt x="1212" y="1917"/>
                  </a:cubicBezTo>
                  <a:cubicBezTo>
                    <a:pt x="1366" y="1705"/>
                    <a:pt x="1452" y="1455"/>
                    <a:pt x="1452" y="1196"/>
                  </a:cubicBezTo>
                  <a:cubicBezTo>
                    <a:pt x="1452" y="520"/>
                    <a:pt x="904" y="1"/>
                    <a:pt x="269" y="1"/>
                  </a:cubicBezTo>
                  <a:close/>
                </a:path>
              </a:pathLst>
            </a:custGeom>
            <a:solidFill>
              <a:srgbClr val="A2AF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4" name="Google Shape;13254;p65"/>
            <p:cNvSpPr/>
            <p:nvPr/>
          </p:nvSpPr>
          <p:spPr>
            <a:xfrm>
              <a:off x="1907099" y="4489581"/>
              <a:ext cx="19390" cy="15366"/>
            </a:xfrm>
            <a:custGeom>
              <a:avLst/>
              <a:gdLst/>
              <a:ahLst/>
              <a:cxnLst/>
              <a:rect l="l" t="t" r="r" b="b"/>
              <a:pathLst>
                <a:path w="742" h="588" extrusionOk="0">
                  <a:moveTo>
                    <a:pt x="303" y="1"/>
                  </a:moveTo>
                  <a:cubicBezTo>
                    <a:pt x="139" y="1"/>
                    <a:pt x="0" y="212"/>
                    <a:pt x="155" y="366"/>
                  </a:cubicBezTo>
                  <a:lnTo>
                    <a:pt x="318" y="520"/>
                  </a:lnTo>
                  <a:cubicBezTo>
                    <a:pt x="357" y="559"/>
                    <a:pt x="405" y="587"/>
                    <a:pt x="463" y="587"/>
                  </a:cubicBezTo>
                  <a:cubicBezTo>
                    <a:pt x="655" y="578"/>
                    <a:pt x="741" y="357"/>
                    <a:pt x="616" y="222"/>
                  </a:cubicBezTo>
                  <a:lnTo>
                    <a:pt x="453" y="68"/>
                  </a:lnTo>
                  <a:cubicBezTo>
                    <a:pt x="406" y="21"/>
                    <a:pt x="353" y="1"/>
                    <a:pt x="303" y="1"/>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5" name="Google Shape;13255;p65"/>
            <p:cNvSpPr/>
            <p:nvPr/>
          </p:nvSpPr>
          <p:spPr>
            <a:xfrm>
              <a:off x="1897769" y="4504006"/>
              <a:ext cx="20932" cy="12753"/>
            </a:xfrm>
            <a:custGeom>
              <a:avLst/>
              <a:gdLst/>
              <a:ahLst/>
              <a:cxnLst/>
              <a:rect l="l" t="t" r="r" b="b"/>
              <a:pathLst>
                <a:path w="801" h="488" extrusionOk="0">
                  <a:moveTo>
                    <a:pt x="295" y="1"/>
                  </a:moveTo>
                  <a:cubicBezTo>
                    <a:pt x="68" y="1"/>
                    <a:pt x="1" y="340"/>
                    <a:pt x="243" y="420"/>
                  </a:cubicBezTo>
                  <a:lnTo>
                    <a:pt x="454" y="478"/>
                  </a:lnTo>
                  <a:cubicBezTo>
                    <a:pt x="473" y="478"/>
                    <a:pt x="493" y="478"/>
                    <a:pt x="512" y="487"/>
                  </a:cubicBezTo>
                  <a:cubicBezTo>
                    <a:pt x="762" y="478"/>
                    <a:pt x="800" y="132"/>
                    <a:pt x="570" y="64"/>
                  </a:cubicBezTo>
                  <a:lnTo>
                    <a:pt x="348" y="7"/>
                  </a:lnTo>
                  <a:cubicBezTo>
                    <a:pt x="330" y="3"/>
                    <a:pt x="312" y="1"/>
                    <a:pt x="295" y="1"/>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6" name="Google Shape;13256;p65"/>
            <p:cNvSpPr/>
            <p:nvPr/>
          </p:nvSpPr>
          <p:spPr>
            <a:xfrm>
              <a:off x="1922909" y="4479859"/>
              <a:ext cx="14373" cy="16803"/>
            </a:xfrm>
            <a:custGeom>
              <a:avLst/>
              <a:gdLst/>
              <a:ahLst/>
              <a:cxnLst/>
              <a:rect l="l" t="t" r="r" b="b"/>
              <a:pathLst>
                <a:path w="550" h="643" extrusionOk="0">
                  <a:moveTo>
                    <a:pt x="254" y="0"/>
                  </a:moveTo>
                  <a:cubicBezTo>
                    <a:pt x="128" y="0"/>
                    <a:pt x="0" y="106"/>
                    <a:pt x="40" y="267"/>
                  </a:cubicBezTo>
                  <a:lnTo>
                    <a:pt x="108" y="488"/>
                  </a:lnTo>
                  <a:cubicBezTo>
                    <a:pt x="127" y="575"/>
                    <a:pt x="213" y="642"/>
                    <a:pt x="310" y="642"/>
                  </a:cubicBezTo>
                  <a:cubicBezTo>
                    <a:pt x="444" y="642"/>
                    <a:pt x="550" y="507"/>
                    <a:pt x="511" y="373"/>
                  </a:cubicBezTo>
                  <a:lnTo>
                    <a:pt x="454" y="161"/>
                  </a:lnTo>
                  <a:cubicBezTo>
                    <a:pt x="423" y="49"/>
                    <a:pt x="339" y="0"/>
                    <a:pt x="254" y="0"/>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7" name="Google Shape;13257;p65"/>
            <p:cNvSpPr/>
            <p:nvPr/>
          </p:nvSpPr>
          <p:spPr>
            <a:xfrm>
              <a:off x="1934773" y="4594111"/>
              <a:ext cx="34939" cy="28197"/>
            </a:xfrm>
            <a:custGeom>
              <a:avLst/>
              <a:gdLst/>
              <a:ahLst/>
              <a:cxnLst/>
              <a:rect l="l" t="t" r="r" b="b"/>
              <a:pathLst>
                <a:path w="1337" h="1079" extrusionOk="0">
                  <a:moveTo>
                    <a:pt x="168" y="0"/>
                  </a:moveTo>
                  <a:cubicBezTo>
                    <a:pt x="78" y="0"/>
                    <a:pt x="0" y="83"/>
                    <a:pt x="9" y="184"/>
                  </a:cubicBezTo>
                  <a:lnTo>
                    <a:pt x="9" y="905"/>
                  </a:lnTo>
                  <a:cubicBezTo>
                    <a:pt x="9" y="1001"/>
                    <a:pt x="86" y="1078"/>
                    <a:pt x="182" y="1078"/>
                  </a:cubicBezTo>
                  <a:lnTo>
                    <a:pt x="1154" y="1078"/>
                  </a:lnTo>
                  <a:cubicBezTo>
                    <a:pt x="1259" y="1078"/>
                    <a:pt x="1336" y="992"/>
                    <a:pt x="1336" y="895"/>
                  </a:cubicBezTo>
                  <a:lnTo>
                    <a:pt x="1336" y="174"/>
                  </a:lnTo>
                  <a:cubicBezTo>
                    <a:pt x="1336" y="78"/>
                    <a:pt x="1259" y="1"/>
                    <a:pt x="1154" y="1"/>
                  </a:cubicBezTo>
                  <a:lnTo>
                    <a:pt x="182" y="1"/>
                  </a:lnTo>
                  <a:cubicBezTo>
                    <a:pt x="178" y="1"/>
                    <a:pt x="173" y="0"/>
                    <a:pt x="168"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8" name="Google Shape;13258;p65"/>
            <p:cNvSpPr/>
            <p:nvPr/>
          </p:nvSpPr>
          <p:spPr>
            <a:xfrm>
              <a:off x="1929729" y="4602682"/>
              <a:ext cx="45497" cy="11080"/>
            </a:xfrm>
            <a:custGeom>
              <a:avLst/>
              <a:gdLst/>
              <a:ahLst/>
              <a:cxnLst/>
              <a:rect l="l" t="t" r="r" b="b"/>
              <a:pathLst>
                <a:path w="1741" h="424" extrusionOk="0">
                  <a:moveTo>
                    <a:pt x="289" y="0"/>
                  </a:moveTo>
                  <a:cubicBezTo>
                    <a:pt x="0" y="0"/>
                    <a:pt x="0" y="423"/>
                    <a:pt x="289" y="423"/>
                  </a:cubicBezTo>
                  <a:lnTo>
                    <a:pt x="1462" y="423"/>
                  </a:lnTo>
                  <a:cubicBezTo>
                    <a:pt x="1741" y="423"/>
                    <a:pt x="1741" y="0"/>
                    <a:pt x="1462"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59" name="Google Shape;13259;p65"/>
          <p:cNvGrpSpPr/>
          <p:nvPr/>
        </p:nvGrpSpPr>
        <p:grpSpPr>
          <a:xfrm>
            <a:off x="2392441" y="4109218"/>
            <a:ext cx="366665" cy="329714"/>
            <a:chOff x="2396116" y="4293090"/>
            <a:chExt cx="366665" cy="329714"/>
          </a:xfrm>
        </p:grpSpPr>
        <p:sp>
          <p:nvSpPr>
            <p:cNvPr id="13260" name="Google Shape;13260;p65"/>
            <p:cNvSpPr/>
            <p:nvPr/>
          </p:nvSpPr>
          <p:spPr>
            <a:xfrm>
              <a:off x="2497144" y="4300878"/>
              <a:ext cx="143755" cy="54539"/>
            </a:xfrm>
            <a:custGeom>
              <a:avLst/>
              <a:gdLst/>
              <a:ahLst/>
              <a:cxnLst/>
              <a:rect l="l" t="t" r="r" b="b"/>
              <a:pathLst>
                <a:path w="5501" h="2087" extrusionOk="0">
                  <a:moveTo>
                    <a:pt x="279" y="0"/>
                  </a:moveTo>
                  <a:cubicBezTo>
                    <a:pt x="125" y="0"/>
                    <a:pt x="0" y="125"/>
                    <a:pt x="0" y="279"/>
                  </a:cubicBezTo>
                  <a:lnTo>
                    <a:pt x="0" y="1798"/>
                  </a:lnTo>
                  <a:cubicBezTo>
                    <a:pt x="0" y="1952"/>
                    <a:pt x="125" y="2077"/>
                    <a:pt x="279" y="2087"/>
                  </a:cubicBezTo>
                  <a:lnTo>
                    <a:pt x="5126" y="2087"/>
                  </a:lnTo>
                  <a:cubicBezTo>
                    <a:pt x="5357" y="2087"/>
                    <a:pt x="5501" y="1827"/>
                    <a:pt x="5366" y="1645"/>
                  </a:cubicBezTo>
                  <a:lnTo>
                    <a:pt x="4385" y="125"/>
                  </a:lnTo>
                  <a:cubicBezTo>
                    <a:pt x="4337" y="48"/>
                    <a:pt x="4241" y="0"/>
                    <a:pt x="4145" y="0"/>
                  </a:cubicBezTo>
                  <a:close/>
                </a:path>
              </a:pathLst>
            </a:custGeom>
            <a:solidFill>
              <a:srgbClr val="7082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1" name="Google Shape;13261;p65"/>
            <p:cNvSpPr/>
            <p:nvPr/>
          </p:nvSpPr>
          <p:spPr>
            <a:xfrm>
              <a:off x="2410959" y="4293090"/>
              <a:ext cx="143494" cy="54303"/>
            </a:xfrm>
            <a:custGeom>
              <a:avLst/>
              <a:gdLst/>
              <a:ahLst/>
              <a:cxnLst/>
              <a:rect l="l" t="t" r="r" b="b"/>
              <a:pathLst>
                <a:path w="5491" h="2078" extrusionOk="0">
                  <a:moveTo>
                    <a:pt x="279" y="0"/>
                  </a:moveTo>
                  <a:cubicBezTo>
                    <a:pt x="125" y="0"/>
                    <a:pt x="0" y="125"/>
                    <a:pt x="0" y="279"/>
                  </a:cubicBezTo>
                  <a:lnTo>
                    <a:pt x="0" y="1798"/>
                  </a:lnTo>
                  <a:cubicBezTo>
                    <a:pt x="0" y="1952"/>
                    <a:pt x="125" y="2077"/>
                    <a:pt x="279" y="2077"/>
                  </a:cubicBezTo>
                  <a:lnTo>
                    <a:pt x="5125" y="2077"/>
                  </a:lnTo>
                  <a:cubicBezTo>
                    <a:pt x="5347" y="2077"/>
                    <a:pt x="5491" y="1837"/>
                    <a:pt x="5366" y="1644"/>
                  </a:cubicBezTo>
                  <a:lnTo>
                    <a:pt x="4385" y="125"/>
                  </a:lnTo>
                  <a:cubicBezTo>
                    <a:pt x="4337" y="48"/>
                    <a:pt x="4241" y="0"/>
                    <a:pt x="4145"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2" name="Google Shape;13262;p65"/>
            <p:cNvSpPr/>
            <p:nvPr/>
          </p:nvSpPr>
          <p:spPr>
            <a:xfrm>
              <a:off x="2396116" y="4323979"/>
              <a:ext cx="366665" cy="251081"/>
            </a:xfrm>
            <a:custGeom>
              <a:avLst/>
              <a:gdLst/>
              <a:ahLst/>
              <a:cxnLst/>
              <a:rect l="l" t="t" r="r" b="b"/>
              <a:pathLst>
                <a:path w="14031" h="9608" extrusionOk="0">
                  <a:moveTo>
                    <a:pt x="264" y="0"/>
                  </a:moveTo>
                  <a:cubicBezTo>
                    <a:pt x="117" y="0"/>
                    <a:pt x="1" y="131"/>
                    <a:pt x="1" y="280"/>
                  </a:cubicBezTo>
                  <a:lnTo>
                    <a:pt x="1" y="9319"/>
                  </a:lnTo>
                  <a:cubicBezTo>
                    <a:pt x="1" y="9473"/>
                    <a:pt x="126" y="9607"/>
                    <a:pt x="280" y="9607"/>
                  </a:cubicBezTo>
                  <a:lnTo>
                    <a:pt x="13742" y="9607"/>
                  </a:lnTo>
                  <a:cubicBezTo>
                    <a:pt x="13896" y="9607"/>
                    <a:pt x="14031" y="9473"/>
                    <a:pt x="14031" y="9319"/>
                  </a:cubicBezTo>
                  <a:lnTo>
                    <a:pt x="14031" y="280"/>
                  </a:lnTo>
                  <a:cubicBezTo>
                    <a:pt x="14031" y="126"/>
                    <a:pt x="13896" y="1"/>
                    <a:pt x="13742" y="1"/>
                  </a:cubicBezTo>
                  <a:lnTo>
                    <a:pt x="280" y="1"/>
                  </a:lnTo>
                  <a:cubicBezTo>
                    <a:pt x="274" y="1"/>
                    <a:pt x="269" y="0"/>
                    <a:pt x="264" y="0"/>
                  </a:cubicBezTo>
                  <a:close/>
                </a:path>
              </a:pathLst>
            </a:custGeom>
            <a:solidFill>
              <a:srgbClr val="BCCA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3" name="Google Shape;13263;p65"/>
            <p:cNvSpPr/>
            <p:nvPr/>
          </p:nvSpPr>
          <p:spPr>
            <a:xfrm>
              <a:off x="2407928" y="4391819"/>
              <a:ext cx="340533" cy="182980"/>
            </a:xfrm>
            <a:custGeom>
              <a:avLst/>
              <a:gdLst/>
              <a:ahLst/>
              <a:cxnLst/>
              <a:rect l="l" t="t" r="r" b="b"/>
              <a:pathLst>
                <a:path w="13031" h="7002" extrusionOk="0">
                  <a:moveTo>
                    <a:pt x="4243" y="1"/>
                  </a:moveTo>
                  <a:cubicBezTo>
                    <a:pt x="3905" y="1"/>
                    <a:pt x="3636" y="276"/>
                    <a:pt x="3645" y="617"/>
                  </a:cubicBezTo>
                  <a:lnTo>
                    <a:pt x="3645" y="6011"/>
                  </a:lnTo>
                  <a:lnTo>
                    <a:pt x="626" y="6011"/>
                  </a:lnTo>
                  <a:cubicBezTo>
                    <a:pt x="280" y="6011"/>
                    <a:pt x="1" y="6290"/>
                    <a:pt x="1" y="6636"/>
                  </a:cubicBezTo>
                  <a:lnTo>
                    <a:pt x="1" y="7002"/>
                  </a:lnTo>
                  <a:lnTo>
                    <a:pt x="13030" y="7002"/>
                  </a:lnTo>
                  <a:lnTo>
                    <a:pt x="13030" y="617"/>
                  </a:lnTo>
                  <a:cubicBezTo>
                    <a:pt x="13030" y="280"/>
                    <a:pt x="12761" y="1"/>
                    <a:pt x="12415" y="1"/>
                  </a:cubicBezTo>
                  <a:lnTo>
                    <a:pt x="4261" y="1"/>
                  </a:lnTo>
                  <a:cubicBezTo>
                    <a:pt x="4255" y="1"/>
                    <a:pt x="4249" y="1"/>
                    <a:pt x="4243" y="1"/>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4" name="Google Shape;13264;p65"/>
            <p:cNvSpPr/>
            <p:nvPr/>
          </p:nvSpPr>
          <p:spPr>
            <a:xfrm>
              <a:off x="2728077" y="4323979"/>
              <a:ext cx="34704" cy="251081"/>
            </a:xfrm>
            <a:custGeom>
              <a:avLst/>
              <a:gdLst/>
              <a:ahLst/>
              <a:cxnLst/>
              <a:rect l="l" t="t" r="r" b="b"/>
              <a:pathLst>
                <a:path w="1328" h="9608" extrusionOk="0">
                  <a:moveTo>
                    <a:pt x="1" y="1"/>
                  </a:moveTo>
                  <a:cubicBezTo>
                    <a:pt x="164" y="1"/>
                    <a:pt x="289" y="126"/>
                    <a:pt x="289" y="280"/>
                  </a:cubicBezTo>
                  <a:lnTo>
                    <a:pt x="289" y="9319"/>
                  </a:lnTo>
                  <a:cubicBezTo>
                    <a:pt x="289" y="9473"/>
                    <a:pt x="164" y="9607"/>
                    <a:pt x="1" y="9607"/>
                  </a:cubicBezTo>
                  <a:lnTo>
                    <a:pt x="1039" y="9607"/>
                  </a:lnTo>
                  <a:cubicBezTo>
                    <a:pt x="1193" y="9607"/>
                    <a:pt x="1328" y="9473"/>
                    <a:pt x="1328" y="9319"/>
                  </a:cubicBezTo>
                  <a:lnTo>
                    <a:pt x="1328" y="280"/>
                  </a:lnTo>
                  <a:cubicBezTo>
                    <a:pt x="1328" y="126"/>
                    <a:pt x="1193" y="1"/>
                    <a:pt x="1039" y="1"/>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5" name="Google Shape;13265;p65"/>
            <p:cNvSpPr/>
            <p:nvPr/>
          </p:nvSpPr>
          <p:spPr>
            <a:xfrm>
              <a:off x="2511726" y="4400626"/>
              <a:ext cx="227928" cy="222179"/>
            </a:xfrm>
            <a:custGeom>
              <a:avLst/>
              <a:gdLst/>
              <a:ahLst/>
              <a:cxnLst/>
              <a:rect l="l" t="t" r="r" b="b"/>
              <a:pathLst>
                <a:path w="8722" h="8502" extrusionOk="0">
                  <a:moveTo>
                    <a:pt x="289" y="1"/>
                  </a:moveTo>
                  <a:cubicBezTo>
                    <a:pt x="125" y="1"/>
                    <a:pt x="0" y="126"/>
                    <a:pt x="0" y="280"/>
                  </a:cubicBezTo>
                  <a:lnTo>
                    <a:pt x="0" y="8501"/>
                  </a:lnTo>
                  <a:lnTo>
                    <a:pt x="6962" y="8501"/>
                  </a:lnTo>
                  <a:cubicBezTo>
                    <a:pt x="7933" y="8501"/>
                    <a:pt x="8722" y="7703"/>
                    <a:pt x="8722" y="6732"/>
                  </a:cubicBezTo>
                  <a:lnTo>
                    <a:pt x="8722" y="280"/>
                  </a:lnTo>
                  <a:cubicBezTo>
                    <a:pt x="8722" y="126"/>
                    <a:pt x="8597" y="1"/>
                    <a:pt x="8443" y="1"/>
                  </a:cubicBezTo>
                  <a:close/>
                </a:path>
              </a:pathLst>
            </a:custGeom>
            <a:solidFill>
              <a:srgbClr val="C4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6" name="Google Shape;13266;p65"/>
            <p:cNvSpPr/>
            <p:nvPr/>
          </p:nvSpPr>
          <p:spPr>
            <a:xfrm>
              <a:off x="2679340" y="4400626"/>
              <a:ext cx="60314" cy="222179"/>
            </a:xfrm>
            <a:custGeom>
              <a:avLst/>
              <a:gdLst/>
              <a:ahLst/>
              <a:cxnLst/>
              <a:rect l="l" t="t" r="r" b="b"/>
              <a:pathLst>
                <a:path w="2308" h="8502" extrusionOk="0">
                  <a:moveTo>
                    <a:pt x="1481" y="1"/>
                  </a:moveTo>
                  <a:cubicBezTo>
                    <a:pt x="1635" y="1"/>
                    <a:pt x="1760" y="126"/>
                    <a:pt x="1760" y="280"/>
                  </a:cubicBezTo>
                  <a:lnTo>
                    <a:pt x="1760" y="6732"/>
                  </a:lnTo>
                  <a:cubicBezTo>
                    <a:pt x="1760" y="7703"/>
                    <a:pt x="971" y="8501"/>
                    <a:pt x="0" y="8501"/>
                  </a:cubicBezTo>
                  <a:lnTo>
                    <a:pt x="548" y="8501"/>
                  </a:lnTo>
                  <a:cubicBezTo>
                    <a:pt x="1519" y="8492"/>
                    <a:pt x="2308" y="7703"/>
                    <a:pt x="2308" y="6732"/>
                  </a:cubicBezTo>
                  <a:lnTo>
                    <a:pt x="2308" y="280"/>
                  </a:lnTo>
                  <a:cubicBezTo>
                    <a:pt x="2308" y="126"/>
                    <a:pt x="2183" y="1"/>
                    <a:pt x="2029" y="1"/>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7" name="Google Shape;13267;p65"/>
            <p:cNvSpPr/>
            <p:nvPr/>
          </p:nvSpPr>
          <p:spPr>
            <a:xfrm>
              <a:off x="2416735" y="4557943"/>
              <a:ext cx="273921" cy="64861"/>
            </a:xfrm>
            <a:custGeom>
              <a:avLst/>
              <a:gdLst/>
              <a:ahLst/>
              <a:cxnLst/>
              <a:rect l="l" t="t" r="r" b="b"/>
              <a:pathLst>
                <a:path w="10482" h="2482" extrusionOk="0">
                  <a:moveTo>
                    <a:pt x="289" y="0"/>
                  </a:moveTo>
                  <a:cubicBezTo>
                    <a:pt x="125" y="0"/>
                    <a:pt x="0" y="125"/>
                    <a:pt x="0" y="279"/>
                  </a:cubicBezTo>
                  <a:lnTo>
                    <a:pt x="0" y="712"/>
                  </a:lnTo>
                  <a:cubicBezTo>
                    <a:pt x="0" y="1683"/>
                    <a:pt x="789" y="2481"/>
                    <a:pt x="1760" y="2481"/>
                  </a:cubicBezTo>
                  <a:lnTo>
                    <a:pt x="10482" y="2481"/>
                  </a:lnTo>
                  <a:cubicBezTo>
                    <a:pt x="9511" y="2472"/>
                    <a:pt x="8722" y="1683"/>
                    <a:pt x="8722" y="712"/>
                  </a:cubicBezTo>
                  <a:lnTo>
                    <a:pt x="8722" y="279"/>
                  </a:lnTo>
                  <a:cubicBezTo>
                    <a:pt x="8722" y="125"/>
                    <a:pt x="8597" y="0"/>
                    <a:pt x="8443" y="0"/>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8" name="Google Shape;13268;p65"/>
            <p:cNvSpPr/>
            <p:nvPr/>
          </p:nvSpPr>
          <p:spPr>
            <a:xfrm>
              <a:off x="2537336" y="4482290"/>
              <a:ext cx="25923" cy="11106"/>
            </a:xfrm>
            <a:custGeom>
              <a:avLst/>
              <a:gdLst/>
              <a:ahLst/>
              <a:cxnLst/>
              <a:rect l="l" t="t" r="r" b="b"/>
              <a:pathLst>
                <a:path w="992" h="425" extrusionOk="0">
                  <a:moveTo>
                    <a:pt x="289" y="1"/>
                  </a:moveTo>
                  <a:cubicBezTo>
                    <a:pt x="1" y="1"/>
                    <a:pt x="1" y="424"/>
                    <a:pt x="289" y="424"/>
                  </a:cubicBezTo>
                  <a:lnTo>
                    <a:pt x="713" y="424"/>
                  </a:lnTo>
                  <a:cubicBezTo>
                    <a:pt x="991" y="424"/>
                    <a:pt x="991" y="1"/>
                    <a:pt x="713"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69" name="Google Shape;13269;p65"/>
            <p:cNvSpPr/>
            <p:nvPr/>
          </p:nvSpPr>
          <p:spPr>
            <a:xfrm>
              <a:off x="2566239" y="4482290"/>
              <a:ext cx="149791" cy="11106"/>
            </a:xfrm>
            <a:custGeom>
              <a:avLst/>
              <a:gdLst/>
              <a:ahLst/>
              <a:cxnLst/>
              <a:rect l="l" t="t" r="r" b="b"/>
              <a:pathLst>
                <a:path w="5732" h="425" extrusionOk="0">
                  <a:moveTo>
                    <a:pt x="280" y="1"/>
                  </a:moveTo>
                  <a:cubicBezTo>
                    <a:pt x="1" y="1"/>
                    <a:pt x="1" y="424"/>
                    <a:pt x="280" y="424"/>
                  </a:cubicBezTo>
                  <a:lnTo>
                    <a:pt x="5453" y="424"/>
                  </a:lnTo>
                  <a:cubicBezTo>
                    <a:pt x="5732" y="424"/>
                    <a:pt x="5732" y="1"/>
                    <a:pt x="5453"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0" name="Google Shape;13270;p65"/>
            <p:cNvSpPr/>
            <p:nvPr/>
          </p:nvSpPr>
          <p:spPr>
            <a:xfrm>
              <a:off x="2537336" y="4500635"/>
              <a:ext cx="178694" cy="11106"/>
            </a:xfrm>
            <a:custGeom>
              <a:avLst/>
              <a:gdLst/>
              <a:ahLst/>
              <a:cxnLst/>
              <a:rect l="l" t="t" r="r" b="b"/>
              <a:pathLst>
                <a:path w="6838" h="425" extrusionOk="0">
                  <a:moveTo>
                    <a:pt x="289" y="1"/>
                  </a:moveTo>
                  <a:cubicBezTo>
                    <a:pt x="1" y="1"/>
                    <a:pt x="1" y="424"/>
                    <a:pt x="289" y="424"/>
                  </a:cubicBezTo>
                  <a:lnTo>
                    <a:pt x="6559" y="424"/>
                  </a:lnTo>
                  <a:cubicBezTo>
                    <a:pt x="6838" y="424"/>
                    <a:pt x="6838" y="1"/>
                    <a:pt x="6559"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1" name="Google Shape;13271;p65"/>
            <p:cNvSpPr/>
            <p:nvPr/>
          </p:nvSpPr>
          <p:spPr>
            <a:xfrm>
              <a:off x="2537336" y="4519241"/>
              <a:ext cx="178694" cy="11080"/>
            </a:xfrm>
            <a:custGeom>
              <a:avLst/>
              <a:gdLst/>
              <a:ahLst/>
              <a:cxnLst/>
              <a:rect l="l" t="t" r="r" b="b"/>
              <a:pathLst>
                <a:path w="6838" h="424" extrusionOk="0">
                  <a:moveTo>
                    <a:pt x="289" y="1"/>
                  </a:moveTo>
                  <a:cubicBezTo>
                    <a:pt x="1" y="1"/>
                    <a:pt x="1" y="424"/>
                    <a:pt x="289" y="424"/>
                  </a:cubicBezTo>
                  <a:lnTo>
                    <a:pt x="6559" y="424"/>
                  </a:lnTo>
                  <a:cubicBezTo>
                    <a:pt x="6838" y="424"/>
                    <a:pt x="6838" y="1"/>
                    <a:pt x="6559" y="1"/>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2" name="Google Shape;13272;p65"/>
            <p:cNvSpPr/>
            <p:nvPr/>
          </p:nvSpPr>
          <p:spPr>
            <a:xfrm>
              <a:off x="2648660" y="4443352"/>
              <a:ext cx="60105" cy="20122"/>
            </a:xfrm>
            <a:custGeom>
              <a:avLst/>
              <a:gdLst/>
              <a:ahLst/>
              <a:cxnLst/>
              <a:rect l="l" t="t" r="r" b="b"/>
              <a:pathLst>
                <a:path w="2300" h="770" extrusionOk="0">
                  <a:moveTo>
                    <a:pt x="289" y="0"/>
                  </a:moveTo>
                  <a:cubicBezTo>
                    <a:pt x="126" y="0"/>
                    <a:pt x="1" y="135"/>
                    <a:pt x="1" y="289"/>
                  </a:cubicBezTo>
                  <a:lnTo>
                    <a:pt x="1" y="491"/>
                  </a:lnTo>
                  <a:cubicBezTo>
                    <a:pt x="1" y="645"/>
                    <a:pt x="126" y="770"/>
                    <a:pt x="289" y="770"/>
                  </a:cubicBezTo>
                  <a:lnTo>
                    <a:pt x="2011" y="770"/>
                  </a:lnTo>
                  <a:cubicBezTo>
                    <a:pt x="2165" y="770"/>
                    <a:pt x="2299" y="645"/>
                    <a:pt x="2299" y="491"/>
                  </a:cubicBezTo>
                  <a:lnTo>
                    <a:pt x="2299" y="289"/>
                  </a:lnTo>
                  <a:cubicBezTo>
                    <a:pt x="2299" y="135"/>
                    <a:pt x="2165" y="0"/>
                    <a:pt x="2011" y="0"/>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73" name="Google Shape;13273;p65"/>
          <p:cNvGrpSpPr/>
          <p:nvPr/>
        </p:nvGrpSpPr>
        <p:grpSpPr>
          <a:xfrm>
            <a:off x="2905082" y="4105951"/>
            <a:ext cx="367162" cy="336116"/>
            <a:chOff x="2908757" y="4289824"/>
            <a:chExt cx="367162" cy="336116"/>
          </a:xfrm>
        </p:grpSpPr>
        <p:sp>
          <p:nvSpPr>
            <p:cNvPr id="13274" name="Google Shape;13274;p65"/>
            <p:cNvSpPr/>
            <p:nvPr/>
          </p:nvSpPr>
          <p:spPr>
            <a:xfrm>
              <a:off x="2908757" y="4289824"/>
              <a:ext cx="337501" cy="276926"/>
            </a:xfrm>
            <a:custGeom>
              <a:avLst/>
              <a:gdLst/>
              <a:ahLst/>
              <a:cxnLst/>
              <a:rect l="l" t="t" r="r" b="b"/>
              <a:pathLst>
                <a:path w="12915" h="10597" extrusionOk="0">
                  <a:moveTo>
                    <a:pt x="577" y="0"/>
                  </a:moveTo>
                  <a:cubicBezTo>
                    <a:pt x="260" y="0"/>
                    <a:pt x="0" y="260"/>
                    <a:pt x="0" y="577"/>
                  </a:cubicBezTo>
                  <a:lnTo>
                    <a:pt x="0" y="10308"/>
                  </a:lnTo>
                  <a:cubicBezTo>
                    <a:pt x="0" y="10462"/>
                    <a:pt x="126" y="10587"/>
                    <a:pt x="279" y="10597"/>
                  </a:cubicBezTo>
                  <a:lnTo>
                    <a:pt x="12636" y="10597"/>
                  </a:lnTo>
                  <a:cubicBezTo>
                    <a:pt x="12790" y="10597"/>
                    <a:pt x="12915" y="10462"/>
                    <a:pt x="12915" y="10308"/>
                  </a:cubicBezTo>
                  <a:lnTo>
                    <a:pt x="12915" y="577"/>
                  </a:lnTo>
                  <a:cubicBezTo>
                    <a:pt x="12915" y="260"/>
                    <a:pt x="12655" y="0"/>
                    <a:pt x="12338"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5" name="Google Shape;13275;p65"/>
            <p:cNvSpPr/>
            <p:nvPr/>
          </p:nvSpPr>
          <p:spPr>
            <a:xfrm>
              <a:off x="2941423" y="4303413"/>
              <a:ext cx="304836" cy="263337"/>
            </a:xfrm>
            <a:custGeom>
              <a:avLst/>
              <a:gdLst/>
              <a:ahLst/>
              <a:cxnLst/>
              <a:rect l="l" t="t" r="r" b="b"/>
              <a:pathLst>
                <a:path w="11665" h="10077" extrusionOk="0">
                  <a:moveTo>
                    <a:pt x="4776" y="1"/>
                  </a:moveTo>
                  <a:cubicBezTo>
                    <a:pt x="3660" y="1"/>
                    <a:pt x="2548" y="429"/>
                    <a:pt x="1703" y="1269"/>
                  </a:cubicBezTo>
                  <a:cubicBezTo>
                    <a:pt x="126" y="2855"/>
                    <a:pt x="1" y="5384"/>
                    <a:pt x="1433" y="7106"/>
                  </a:cubicBezTo>
                  <a:cubicBezTo>
                    <a:pt x="2284" y="8134"/>
                    <a:pt x="3522" y="8675"/>
                    <a:pt x="4775" y="8675"/>
                  </a:cubicBezTo>
                  <a:cubicBezTo>
                    <a:pt x="5619" y="8675"/>
                    <a:pt x="6470" y="8430"/>
                    <a:pt x="7213" y="7923"/>
                  </a:cubicBezTo>
                  <a:lnTo>
                    <a:pt x="7992" y="8692"/>
                  </a:lnTo>
                  <a:cubicBezTo>
                    <a:pt x="7857" y="8923"/>
                    <a:pt x="7895" y="9221"/>
                    <a:pt x="8088" y="9413"/>
                  </a:cubicBezTo>
                  <a:lnTo>
                    <a:pt x="8751" y="10077"/>
                  </a:lnTo>
                  <a:lnTo>
                    <a:pt x="11386" y="10077"/>
                  </a:lnTo>
                  <a:cubicBezTo>
                    <a:pt x="11540" y="10077"/>
                    <a:pt x="11665" y="9952"/>
                    <a:pt x="11665" y="9798"/>
                  </a:cubicBezTo>
                  <a:lnTo>
                    <a:pt x="11665" y="9462"/>
                  </a:lnTo>
                  <a:lnTo>
                    <a:pt x="9847" y="7654"/>
                  </a:lnTo>
                  <a:cubicBezTo>
                    <a:pt x="9732" y="7538"/>
                    <a:pt x="9577" y="7478"/>
                    <a:pt x="9423" y="7478"/>
                  </a:cubicBezTo>
                  <a:cubicBezTo>
                    <a:pt x="9320" y="7478"/>
                    <a:pt x="9218" y="7504"/>
                    <a:pt x="9126" y="7558"/>
                  </a:cubicBezTo>
                  <a:lnTo>
                    <a:pt x="8357" y="6788"/>
                  </a:lnTo>
                  <a:cubicBezTo>
                    <a:pt x="9617" y="4932"/>
                    <a:pt x="9261" y="2432"/>
                    <a:pt x="7540" y="999"/>
                  </a:cubicBezTo>
                  <a:cubicBezTo>
                    <a:pt x="6735" y="330"/>
                    <a:pt x="5755" y="1"/>
                    <a:pt x="477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6" name="Google Shape;13276;p65"/>
            <p:cNvSpPr/>
            <p:nvPr/>
          </p:nvSpPr>
          <p:spPr>
            <a:xfrm>
              <a:off x="3215082" y="4289824"/>
              <a:ext cx="31176" cy="276926"/>
            </a:xfrm>
            <a:custGeom>
              <a:avLst/>
              <a:gdLst/>
              <a:ahLst/>
              <a:cxnLst/>
              <a:rect l="l" t="t" r="r" b="b"/>
              <a:pathLst>
                <a:path w="1193" h="10597" extrusionOk="0">
                  <a:moveTo>
                    <a:pt x="0" y="0"/>
                  </a:moveTo>
                  <a:cubicBezTo>
                    <a:pt x="318" y="0"/>
                    <a:pt x="577" y="260"/>
                    <a:pt x="577" y="577"/>
                  </a:cubicBezTo>
                  <a:lnTo>
                    <a:pt x="577" y="10308"/>
                  </a:lnTo>
                  <a:cubicBezTo>
                    <a:pt x="577" y="10462"/>
                    <a:pt x="443" y="10597"/>
                    <a:pt x="289" y="10597"/>
                  </a:cubicBezTo>
                  <a:lnTo>
                    <a:pt x="914" y="10597"/>
                  </a:lnTo>
                  <a:cubicBezTo>
                    <a:pt x="1068" y="10597"/>
                    <a:pt x="1193" y="10462"/>
                    <a:pt x="1193" y="10308"/>
                  </a:cubicBezTo>
                  <a:lnTo>
                    <a:pt x="1193" y="577"/>
                  </a:lnTo>
                  <a:cubicBezTo>
                    <a:pt x="1193" y="260"/>
                    <a:pt x="933" y="0"/>
                    <a:pt x="616"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7" name="Google Shape;13277;p65"/>
            <p:cNvSpPr/>
            <p:nvPr/>
          </p:nvSpPr>
          <p:spPr>
            <a:xfrm>
              <a:off x="2908757" y="4289824"/>
              <a:ext cx="337501" cy="40714"/>
            </a:xfrm>
            <a:custGeom>
              <a:avLst/>
              <a:gdLst/>
              <a:ahLst/>
              <a:cxnLst/>
              <a:rect l="l" t="t" r="r" b="b"/>
              <a:pathLst>
                <a:path w="12915" h="1558" extrusionOk="0">
                  <a:moveTo>
                    <a:pt x="577" y="0"/>
                  </a:moveTo>
                  <a:cubicBezTo>
                    <a:pt x="260" y="0"/>
                    <a:pt x="0" y="260"/>
                    <a:pt x="0" y="577"/>
                  </a:cubicBezTo>
                  <a:lnTo>
                    <a:pt x="0" y="1558"/>
                  </a:lnTo>
                  <a:lnTo>
                    <a:pt x="12915" y="1558"/>
                  </a:lnTo>
                  <a:lnTo>
                    <a:pt x="12915" y="577"/>
                  </a:lnTo>
                  <a:cubicBezTo>
                    <a:pt x="12915" y="260"/>
                    <a:pt x="12655" y="0"/>
                    <a:pt x="12338"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8" name="Google Shape;13278;p65"/>
            <p:cNvSpPr/>
            <p:nvPr/>
          </p:nvSpPr>
          <p:spPr>
            <a:xfrm>
              <a:off x="2992198" y="4303204"/>
              <a:ext cx="147779" cy="27335"/>
            </a:xfrm>
            <a:custGeom>
              <a:avLst/>
              <a:gdLst/>
              <a:ahLst/>
              <a:cxnLst/>
              <a:rect l="l" t="t" r="r" b="b"/>
              <a:pathLst>
                <a:path w="5655" h="1046" extrusionOk="0">
                  <a:moveTo>
                    <a:pt x="2827" y="0"/>
                  </a:moveTo>
                  <a:cubicBezTo>
                    <a:pt x="1820" y="0"/>
                    <a:pt x="813" y="349"/>
                    <a:pt x="0" y="1046"/>
                  </a:cubicBezTo>
                  <a:lnTo>
                    <a:pt x="5654" y="1046"/>
                  </a:lnTo>
                  <a:cubicBezTo>
                    <a:pt x="4842" y="349"/>
                    <a:pt x="3834" y="0"/>
                    <a:pt x="2827" y="0"/>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79" name="Google Shape;13279;p65"/>
            <p:cNvSpPr/>
            <p:nvPr/>
          </p:nvSpPr>
          <p:spPr>
            <a:xfrm>
              <a:off x="3215082" y="4289824"/>
              <a:ext cx="31176" cy="40714"/>
            </a:xfrm>
            <a:custGeom>
              <a:avLst/>
              <a:gdLst/>
              <a:ahLst/>
              <a:cxnLst/>
              <a:rect l="l" t="t" r="r" b="b"/>
              <a:pathLst>
                <a:path w="1193" h="1558" extrusionOk="0">
                  <a:moveTo>
                    <a:pt x="0" y="0"/>
                  </a:moveTo>
                  <a:cubicBezTo>
                    <a:pt x="318" y="0"/>
                    <a:pt x="577" y="260"/>
                    <a:pt x="577" y="577"/>
                  </a:cubicBezTo>
                  <a:lnTo>
                    <a:pt x="577" y="1558"/>
                  </a:lnTo>
                  <a:lnTo>
                    <a:pt x="1193" y="1558"/>
                  </a:lnTo>
                  <a:lnTo>
                    <a:pt x="1193" y="577"/>
                  </a:lnTo>
                  <a:cubicBezTo>
                    <a:pt x="1193" y="260"/>
                    <a:pt x="933" y="0"/>
                    <a:pt x="616" y="0"/>
                  </a:cubicBezTo>
                  <a:close/>
                </a:path>
              </a:pathLst>
            </a:custGeom>
            <a:solidFill>
              <a:srgbClr val="7087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0" name="Google Shape;13280;p65"/>
            <p:cNvSpPr/>
            <p:nvPr/>
          </p:nvSpPr>
          <p:spPr>
            <a:xfrm>
              <a:off x="3123854" y="4474502"/>
              <a:ext cx="64626" cy="64364"/>
            </a:xfrm>
            <a:custGeom>
              <a:avLst/>
              <a:gdLst/>
              <a:ahLst/>
              <a:cxnLst/>
              <a:rect l="l" t="t" r="r" b="b"/>
              <a:pathLst>
                <a:path w="2473" h="2463" extrusionOk="0">
                  <a:moveTo>
                    <a:pt x="664" y="1"/>
                  </a:moveTo>
                  <a:lnTo>
                    <a:pt x="1" y="655"/>
                  </a:lnTo>
                  <a:lnTo>
                    <a:pt x="1818" y="2463"/>
                  </a:lnTo>
                  <a:lnTo>
                    <a:pt x="2472" y="1809"/>
                  </a:lnTo>
                  <a:lnTo>
                    <a:pt x="664" y="1"/>
                  </a:ln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1" name="Google Shape;13281;p65"/>
            <p:cNvSpPr/>
            <p:nvPr/>
          </p:nvSpPr>
          <p:spPr>
            <a:xfrm>
              <a:off x="2953235" y="4312167"/>
              <a:ext cx="217396" cy="209008"/>
            </a:xfrm>
            <a:custGeom>
              <a:avLst/>
              <a:gdLst/>
              <a:ahLst/>
              <a:cxnLst/>
              <a:rect l="l" t="t" r="r" b="b"/>
              <a:pathLst>
                <a:path w="8319" h="7998" extrusionOk="0">
                  <a:moveTo>
                    <a:pt x="4318" y="1"/>
                  </a:moveTo>
                  <a:cubicBezTo>
                    <a:pt x="2703" y="1"/>
                    <a:pt x="1241" y="972"/>
                    <a:pt x="626" y="2463"/>
                  </a:cubicBezTo>
                  <a:cubicBezTo>
                    <a:pt x="1" y="3963"/>
                    <a:pt x="347" y="5684"/>
                    <a:pt x="1491" y="6828"/>
                  </a:cubicBezTo>
                  <a:cubicBezTo>
                    <a:pt x="2256" y="7593"/>
                    <a:pt x="3279" y="7997"/>
                    <a:pt x="4318" y="7997"/>
                  </a:cubicBezTo>
                  <a:cubicBezTo>
                    <a:pt x="4833" y="7997"/>
                    <a:pt x="5353" y="7898"/>
                    <a:pt x="5847" y="7694"/>
                  </a:cubicBezTo>
                  <a:cubicBezTo>
                    <a:pt x="7347" y="7078"/>
                    <a:pt x="8318" y="5617"/>
                    <a:pt x="8318" y="4001"/>
                  </a:cubicBezTo>
                  <a:cubicBezTo>
                    <a:pt x="8318" y="1790"/>
                    <a:pt x="6530" y="1"/>
                    <a:pt x="4318" y="1"/>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2" name="Google Shape;13282;p65"/>
            <p:cNvSpPr/>
            <p:nvPr/>
          </p:nvSpPr>
          <p:spPr>
            <a:xfrm>
              <a:off x="2951484" y="4331035"/>
              <a:ext cx="200306" cy="171194"/>
            </a:xfrm>
            <a:custGeom>
              <a:avLst/>
              <a:gdLst/>
              <a:ahLst/>
              <a:cxnLst/>
              <a:rect l="l" t="t" r="r" b="b"/>
              <a:pathLst>
                <a:path w="7665" h="6551" extrusionOk="0">
                  <a:moveTo>
                    <a:pt x="4385" y="0"/>
                  </a:moveTo>
                  <a:cubicBezTo>
                    <a:pt x="1462" y="0"/>
                    <a:pt x="0" y="3529"/>
                    <a:pt x="2068" y="5597"/>
                  </a:cubicBezTo>
                  <a:cubicBezTo>
                    <a:pt x="2690" y="6219"/>
                    <a:pt x="3527" y="6550"/>
                    <a:pt x="4378" y="6550"/>
                  </a:cubicBezTo>
                  <a:cubicBezTo>
                    <a:pt x="4802" y="6550"/>
                    <a:pt x="5229" y="6468"/>
                    <a:pt x="5635" y="6299"/>
                  </a:cubicBezTo>
                  <a:cubicBezTo>
                    <a:pt x="6866" y="5799"/>
                    <a:pt x="7664" y="4597"/>
                    <a:pt x="7664" y="3279"/>
                  </a:cubicBezTo>
                  <a:cubicBezTo>
                    <a:pt x="7664" y="1462"/>
                    <a:pt x="6193" y="0"/>
                    <a:pt x="4385" y="0"/>
                  </a:cubicBezTo>
                  <a:close/>
                </a:path>
              </a:pathLst>
            </a:custGeom>
            <a:solidFill>
              <a:srgbClr val="AAB6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3" name="Google Shape;13283;p65"/>
            <p:cNvSpPr/>
            <p:nvPr/>
          </p:nvSpPr>
          <p:spPr>
            <a:xfrm>
              <a:off x="3156284" y="4507560"/>
              <a:ext cx="119635" cy="118380"/>
            </a:xfrm>
            <a:custGeom>
              <a:avLst/>
              <a:gdLst/>
              <a:ahLst/>
              <a:cxnLst/>
              <a:rect l="l" t="t" r="r" b="b"/>
              <a:pathLst>
                <a:path w="4578" h="4530" extrusionOk="0">
                  <a:moveTo>
                    <a:pt x="1202" y="0"/>
                  </a:moveTo>
                  <a:cubicBezTo>
                    <a:pt x="1135" y="0"/>
                    <a:pt x="1068" y="24"/>
                    <a:pt x="1020" y="73"/>
                  </a:cubicBezTo>
                  <a:lnTo>
                    <a:pt x="106" y="996"/>
                  </a:lnTo>
                  <a:cubicBezTo>
                    <a:pt x="0" y="1092"/>
                    <a:pt x="0" y="1255"/>
                    <a:pt x="106" y="1361"/>
                  </a:cubicBezTo>
                  <a:lnTo>
                    <a:pt x="3193" y="4457"/>
                  </a:lnTo>
                  <a:cubicBezTo>
                    <a:pt x="3246" y="4505"/>
                    <a:pt x="3313" y="4530"/>
                    <a:pt x="3379" y="4530"/>
                  </a:cubicBezTo>
                  <a:cubicBezTo>
                    <a:pt x="3445" y="4530"/>
                    <a:pt x="3510" y="4505"/>
                    <a:pt x="3558" y="4457"/>
                  </a:cubicBezTo>
                  <a:lnTo>
                    <a:pt x="4481" y="3534"/>
                  </a:lnTo>
                  <a:cubicBezTo>
                    <a:pt x="4578" y="3438"/>
                    <a:pt x="4578" y="3265"/>
                    <a:pt x="4481" y="3169"/>
                  </a:cubicBezTo>
                  <a:lnTo>
                    <a:pt x="1385" y="73"/>
                  </a:lnTo>
                  <a:cubicBezTo>
                    <a:pt x="1337" y="24"/>
                    <a:pt x="1270" y="0"/>
                    <a:pt x="1202"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4" name="Google Shape;13284;p65"/>
            <p:cNvSpPr/>
            <p:nvPr/>
          </p:nvSpPr>
          <p:spPr>
            <a:xfrm>
              <a:off x="3173375" y="4507560"/>
              <a:ext cx="102544" cy="101917"/>
            </a:xfrm>
            <a:custGeom>
              <a:avLst/>
              <a:gdLst/>
              <a:ahLst/>
              <a:cxnLst/>
              <a:rect l="l" t="t" r="r" b="b"/>
              <a:pathLst>
                <a:path w="3924" h="3900" extrusionOk="0">
                  <a:moveTo>
                    <a:pt x="548" y="0"/>
                  </a:moveTo>
                  <a:cubicBezTo>
                    <a:pt x="481" y="0"/>
                    <a:pt x="414" y="24"/>
                    <a:pt x="366" y="73"/>
                  </a:cubicBezTo>
                  <a:lnTo>
                    <a:pt x="0" y="438"/>
                  </a:lnTo>
                  <a:cubicBezTo>
                    <a:pt x="53" y="385"/>
                    <a:pt x="120" y="359"/>
                    <a:pt x="188" y="359"/>
                  </a:cubicBezTo>
                  <a:cubicBezTo>
                    <a:pt x="255" y="359"/>
                    <a:pt x="322" y="385"/>
                    <a:pt x="375" y="438"/>
                  </a:cubicBezTo>
                  <a:lnTo>
                    <a:pt x="3462" y="3525"/>
                  </a:lnTo>
                  <a:cubicBezTo>
                    <a:pt x="3568" y="3630"/>
                    <a:pt x="3568" y="3794"/>
                    <a:pt x="3462" y="3900"/>
                  </a:cubicBezTo>
                  <a:lnTo>
                    <a:pt x="3827" y="3534"/>
                  </a:lnTo>
                  <a:cubicBezTo>
                    <a:pt x="3924" y="3438"/>
                    <a:pt x="3924" y="3265"/>
                    <a:pt x="3827" y="3169"/>
                  </a:cubicBezTo>
                  <a:lnTo>
                    <a:pt x="731" y="73"/>
                  </a:lnTo>
                  <a:cubicBezTo>
                    <a:pt x="683" y="24"/>
                    <a:pt x="616" y="0"/>
                    <a:pt x="548"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5" name="Google Shape;13285;p65"/>
            <p:cNvSpPr/>
            <p:nvPr/>
          </p:nvSpPr>
          <p:spPr>
            <a:xfrm>
              <a:off x="3226136" y="4579189"/>
              <a:ext cx="45366" cy="41342"/>
            </a:xfrm>
            <a:custGeom>
              <a:avLst/>
              <a:gdLst/>
              <a:ahLst/>
              <a:cxnLst/>
              <a:rect l="l" t="t" r="r" b="b"/>
              <a:pathLst>
                <a:path w="1736" h="1582" extrusionOk="0">
                  <a:moveTo>
                    <a:pt x="1425" y="0"/>
                  </a:moveTo>
                  <a:cubicBezTo>
                    <a:pt x="1376" y="0"/>
                    <a:pt x="1325" y="19"/>
                    <a:pt x="1279" y="62"/>
                  </a:cubicBezTo>
                  <a:lnTo>
                    <a:pt x="135" y="1216"/>
                  </a:lnTo>
                  <a:cubicBezTo>
                    <a:pt x="1" y="1351"/>
                    <a:pt x="97" y="1582"/>
                    <a:pt x="279" y="1582"/>
                  </a:cubicBezTo>
                  <a:cubicBezTo>
                    <a:pt x="337" y="1582"/>
                    <a:pt x="395" y="1563"/>
                    <a:pt x="433" y="1524"/>
                  </a:cubicBezTo>
                  <a:lnTo>
                    <a:pt x="1587" y="370"/>
                  </a:lnTo>
                  <a:cubicBezTo>
                    <a:pt x="1736" y="214"/>
                    <a:pt x="1591" y="0"/>
                    <a:pt x="1425"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6" name="Google Shape;13286;p65"/>
            <p:cNvSpPr/>
            <p:nvPr/>
          </p:nvSpPr>
          <p:spPr>
            <a:xfrm>
              <a:off x="2936144" y="4305137"/>
              <a:ext cx="12335" cy="11080"/>
            </a:xfrm>
            <a:custGeom>
              <a:avLst/>
              <a:gdLst/>
              <a:ahLst/>
              <a:cxnLst/>
              <a:rect l="l" t="t" r="r" b="b"/>
              <a:pathLst>
                <a:path w="472" h="424" extrusionOk="0">
                  <a:moveTo>
                    <a:pt x="260" y="1"/>
                  </a:moveTo>
                  <a:cubicBezTo>
                    <a:pt x="1" y="20"/>
                    <a:pt x="1" y="405"/>
                    <a:pt x="260" y="424"/>
                  </a:cubicBezTo>
                  <a:cubicBezTo>
                    <a:pt x="385" y="424"/>
                    <a:pt x="472" y="328"/>
                    <a:pt x="472" y="212"/>
                  </a:cubicBezTo>
                  <a:cubicBezTo>
                    <a:pt x="472" y="87"/>
                    <a:pt x="376" y="1"/>
                    <a:pt x="260"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7" name="Google Shape;13287;p65"/>
            <p:cNvSpPr/>
            <p:nvPr/>
          </p:nvSpPr>
          <p:spPr>
            <a:xfrm>
              <a:off x="2950465" y="4305137"/>
              <a:ext cx="12596" cy="11080"/>
            </a:xfrm>
            <a:custGeom>
              <a:avLst/>
              <a:gdLst/>
              <a:ahLst/>
              <a:cxnLst/>
              <a:rect l="l" t="t" r="r" b="b"/>
              <a:pathLst>
                <a:path w="482" h="424" extrusionOk="0">
                  <a:moveTo>
                    <a:pt x="270" y="1"/>
                  </a:moveTo>
                  <a:cubicBezTo>
                    <a:pt x="1" y="20"/>
                    <a:pt x="1" y="405"/>
                    <a:pt x="270" y="424"/>
                  </a:cubicBezTo>
                  <a:cubicBezTo>
                    <a:pt x="385" y="424"/>
                    <a:pt x="482" y="328"/>
                    <a:pt x="482" y="212"/>
                  </a:cubicBezTo>
                  <a:cubicBezTo>
                    <a:pt x="472" y="87"/>
                    <a:pt x="385" y="1"/>
                    <a:pt x="270" y="1"/>
                  </a:cubicBezTo>
                  <a:close/>
                </a:path>
              </a:pathLst>
            </a:custGeom>
            <a:solidFill>
              <a:srgbClr val="D1DA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8" name="Google Shape;13288;p65"/>
            <p:cNvSpPr/>
            <p:nvPr/>
          </p:nvSpPr>
          <p:spPr>
            <a:xfrm>
              <a:off x="2964785" y="4305137"/>
              <a:ext cx="12596" cy="11080"/>
            </a:xfrm>
            <a:custGeom>
              <a:avLst/>
              <a:gdLst/>
              <a:ahLst/>
              <a:cxnLst/>
              <a:rect l="l" t="t" r="r" b="b"/>
              <a:pathLst>
                <a:path w="482" h="424" extrusionOk="0">
                  <a:moveTo>
                    <a:pt x="270" y="1"/>
                  </a:moveTo>
                  <a:cubicBezTo>
                    <a:pt x="1" y="20"/>
                    <a:pt x="1" y="405"/>
                    <a:pt x="270" y="424"/>
                  </a:cubicBezTo>
                  <a:cubicBezTo>
                    <a:pt x="386" y="424"/>
                    <a:pt x="482" y="328"/>
                    <a:pt x="482" y="212"/>
                  </a:cubicBezTo>
                  <a:cubicBezTo>
                    <a:pt x="482" y="87"/>
                    <a:pt x="386" y="1"/>
                    <a:pt x="270" y="1"/>
                  </a:cubicBezTo>
                  <a:close/>
                </a:path>
              </a:pathLst>
            </a:custGeom>
            <a:solidFill>
              <a:srgbClr val="CED5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89" name="Google Shape;13289;p65"/>
            <p:cNvSpPr/>
            <p:nvPr/>
          </p:nvSpPr>
          <p:spPr>
            <a:xfrm>
              <a:off x="3013549" y="4428143"/>
              <a:ext cx="13092" cy="11211"/>
            </a:xfrm>
            <a:custGeom>
              <a:avLst/>
              <a:gdLst/>
              <a:ahLst/>
              <a:cxnLst/>
              <a:rect l="l" t="t" r="r" b="b"/>
              <a:pathLst>
                <a:path w="501" h="429" extrusionOk="0">
                  <a:moveTo>
                    <a:pt x="279" y="0"/>
                  </a:moveTo>
                  <a:cubicBezTo>
                    <a:pt x="227" y="0"/>
                    <a:pt x="176" y="20"/>
                    <a:pt x="135" y="63"/>
                  </a:cubicBezTo>
                  <a:cubicBezTo>
                    <a:pt x="0" y="198"/>
                    <a:pt x="97" y="429"/>
                    <a:pt x="279" y="429"/>
                  </a:cubicBezTo>
                  <a:cubicBezTo>
                    <a:pt x="404" y="429"/>
                    <a:pt x="500" y="323"/>
                    <a:pt x="491" y="207"/>
                  </a:cubicBezTo>
                  <a:cubicBezTo>
                    <a:pt x="491" y="84"/>
                    <a:pt x="386" y="0"/>
                    <a:pt x="279"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0" name="Google Shape;13290;p65"/>
            <p:cNvSpPr/>
            <p:nvPr/>
          </p:nvSpPr>
          <p:spPr>
            <a:xfrm>
              <a:off x="3013549" y="4446488"/>
              <a:ext cx="13092" cy="11211"/>
            </a:xfrm>
            <a:custGeom>
              <a:avLst/>
              <a:gdLst/>
              <a:ahLst/>
              <a:cxnLst/>
              <a:rect l="l" t="t" r="r" b="b"/>
              <a:pathLst>
                <a:path w="501" h="429" extrusionOk="0">
                  <a:moveTo>
                    <a:pt x="277" y="0"/>
                  </a:moveTo>
                  <a:cubicBezTo>
                    <a:pt x="226" y="0"/>
                    <a:pt x="175" y="20"/>
                    <a:pt x="135" y="63"/>
                  </a:cubicBezTo>
                  <a:cubicBezTo>
                    <a:pt x="0" y="198"/>
                    <a:pt x="97" y="429"/>
                    <a:pt x="279" y="429"/>
                  </a:cubicBezTo>
                  <a:cubicBezTo>
                    <a:pt x="404" y="429"/>
                    <a:pt x="500" y="332"/>
                    <a:pt x="491" y="217"/>
                  </a:cubicBezTo>
                  <a:cubicBezTo>
                    <a:pt x="491" y="87"/>
                    <a:pt x="385" y="0"/>
                    <a:pt x="277"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1" name="Google Shape;13291;p65"/>
            <p:cNvSpPr/>
            <p:nvPr/>
          </p:nvSpPr>
          <p:spPr>
            <a:xfrm>
              <a:off x="3029124" y="4428143"/>
              <a:ext cx="13092" cy="11211"/>
            </a:xfrm>
            <a:custGeom>
              <a:avLst/>
              <a:gdLst/>
              <a:ahLst/>
              <a:cxnLst/>
              <a:rect l="l" t="t" r="r" b="b"/>
              <a:pathLst>
                <a:path w="501" h="429" extrusionOk="0">
                  <a:moveTo>
                    <a:pt x="286" y="0"/>
                  </a:moveTo>
                  <a:cubicBezTo>
                    <a:pt x="233" y="0"/>
                    <a:pt x="179" y="20"/>
                    <a:pt x="135" y="63"/>
                  </a:cubicBezTo>
                  <a:cubicBezTo>
                    <a:pt x="1" y="198"/>
                    <a:pt x="97" y="429"/>
                    <a:pt x="289" y="429"/>
                  </a:cubicBezTo>
                  <a:cubicBezTo>
                    <a:pt x="404" y="429"/>
                    <a:pt x="501" y="323"/>
                    <a:pt x="501" y="207"/>
                  </a:cubicBezTo>
                  <a:cubicBezTo>
                    <a:pt x="501" y="84"/>
                    <a:pt x="395" y="0"/>
                    <a:pt x="286"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2" name="Google Shape;13292;p65"/>
            <p:cNvSpPr/>
            <p:nvPr/>
          </p:nvSpPr>
          <p:spPr>
            <a:xfrm>
              <a:off x="3029124" y="4446488"/>
              <a:ext cx="13092" cy="11211"/>
            </a:xfrm>
            <a:custGeom>
              <a:avLst/>
              <a:gdLst/>
              <a:ahLst/>
              <a:cxnLst/>
              <a:rect l="l" t="t" r="r" b="b"/>
              <a:pathLst>
                <a:path w="501" h="429" extrusionOk="0">
                  <a:moveTo>
                    <a:pt x="284" y="0"/>
                  </a:moveTo>
                  <a:cubicBezTo>
                    <a:pt x="232" y="0"/>
                    <a:pt x="179" y="20"/>
                    <a:pt x="135" y="63"/>
                  </a:cubicBezTo>
                  <a:cubicBezTo>
                    <a:pt x="1" y="198"/>
                    <a:pt x="97" y="429"/>
                    <a:pt x="289" y="429"/>
                  </a:cubicBezTo>
                  <a:cubicBezTo>
                    <a:pt x="404" y="429"/>
                    <a:pt x="501" y="332"/>
                    <a:pt x="501" y="217"/>
                  </a:cubicBezTo>
                  <a:cubicBezTo>
                    <a:pt x="501" y="87"/>
                    <a:pt x="394" y="0"/>
                    <a:pt x="284"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3" name="Google Shape;13293;p65"/>
            <p:cNvSpPr/>
            <p:nvPr/>
          </p:nvSpPr>
          <p:spPr>
            <a:xfrm>
              <a:off x="3019063" y="4367803"/>
              <a:ext cx="72805" cy="70950"/>
            </a:xfrm>
            <a:custGeom>
              <a:avLst/>
              <a:gdLst/>
              <a:ahLst/>
              <a:cxnLst/>
              <a:rect l="l" t="t" r="r" b="b"/>
              <a:pathLst>
                <a:path w="2786" h="2715" extrusionOk="0">
                  <a:moveTo>
                    <a:pt x="2545" y="0"/>
                  </a:moveTo>
                  <a:cubicBezTo>
                    <a:pt x="2527" y="0"/>
                    <a:pt x="2510" y="2"/>
                    <a:pt x="2491" y="7"/>
                  </a:cubicBezTo>
                  <a:lnTo>
                    <a:pt x="222" y="555"/>
                  </a:lnTo>
                  <a:cubicBezTo>
                    <a:pt x="59" y="593"/>
                    <a:pt x="1" y="805"/>
                    <a:pt x="126" y="920"/>
                  </a:cubicBezTo>
                  <a:lnTo>
                    <a:pt x="1924" y="2661"/>
                  </a:lnTo>
                  <a:cubicBezTo>
                    <a:pt x="1964" y="2697"/>
                    <a:pt x="2014" y="2714"/>
                    <a:pt x="2064" y="2714"/>
                  </a:cubicBezTo>
                  <a:cubicBezTo>
                    <a:pt x="2159" y="2714"/>
                    <a:pt x="2255" y="2652"/>
                    <a:pt x="2280" y="2545"/>
                  </a:cubicBezTo>
                  <a:lnTo>
                    <a:pt x="2751" y="257"/>
                  </a:lnTo>
                  <a:cubicBezTo>
                    <a:pt x="2785" y="121"/>
                    <a:pt x="2677" y="0"/>
                    <a:pt x="2545"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4" name="Google Shape;13294;p65"/>
            <p:cNvSpPr/>
            <p:nvPr/>
          </p:nvSpPr>
          <p:spPr>
            <a:xfrm>
              <a:off x="3048827" y="4396261"/>
              <a:ext cx="72805" cy="70819"/>
            </a:xfrm>
            <a:custGeom>
              <a:avLst/>
              <a:gdLst/>
              <a:ahLst/>
              <a:cxnLst/>
              <a:rect l="l" t="t" r="r" b="b"/>
              <a:pathLst>
                <a:path w="2786" h="2710" extrusionOk="0">
                  <a:moveTo>
                    <a:pt x="253" y="0"/>
                  </a:moveTo>
                  <a:cubicBezTo>
                    <a:pt x="116" y="0"/>
                    <a:pt x="0" y="124"/>
                    <a:pt x="35" y="264"/>
                  </a:cubicBezTo>
                  <a:lnTo>
                    <a:pt x="545" y="2543"/>
                  </a:lnTo>
                  <a:cubicBezTo>
                    <a:pt x="569" y="2648"/>
                    <a:pt x="661" y="2709"/>
                    <a:pt x="755" y="2709"/>
                  </a:cubicBezTo>
                  <a:cubicBezTo>
                    <a:pt x="807" y="2709"/>
                    <a:pt x="859" y="2690"/>
                    <a:pt x="901" y="2649"/>
                  </a:cubicBezTo>
                  <a:lnTo>
                    <a:pt x="2679" y="879"/>
                  </a:lnTo>
                  <a:cubicBezTo>
                    <a:pt x="2785" y="754"/>
                    <a:pt x="2728" y="562"/>
                    <a:pt x="2574" y="524"/>
                  </a:cubicBezTo>
                  <a:lnTo>
                    <a:pt x="295" y="4"/>
                  </a:lnTo>
                  <a:cubicBezTo>
                    <a:pt x="281" y="2"/>
                    <a:pt x="267" y="0"/>
                    <a:pt x="253" y="0"/>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5" name="Google Shape;13295;p65"/>
            <p:cNvSpPr/>
            <p:nvPr/>
          </p:nvSpPr>
          <p:spPr>
            <a:xfrm>
              <a:off x="3048827" y="4396209"/>
              <a:ext cx="36612" cy="42465"/>
            </a:xfrm>
            <a:custGeom>
              <a:avLst/>
              <a:gdLst/>
              <a:ahLst/>
              <a:cxnLst/>
              <a:rect l="l" t="t" r="r" b="b"/>
              <a:pathLst>
                <a:path w="1401" h="1625" extrusionOk="0">
                  <a:moveTo>
                    <a:pt x="241" y="0"/>
                  </a:moveTo>
                  <a:cubicBezTo>
                    <a:pt x="103" y="0"/>
                    <a:pt x="1" y="129"/>
                    <a:pt x="35" y="266"/>
                  </a:cubicBezTo>
                  <a:lnTo>
                    <a:pt x="199" y="997"/>
                  </a:lnTo>
                  <a:lnTo>
                    <a:pt x="785" y="1564"/>
                  </a:lnTo>
                  <a:cubicBezTo>
                    <a:pt x="830" y="1605"/>
                    <a:pt x="885" y="1625"/>
                    <a:pt x="938" y="1625"/>
                  </a:cubicBezTo>
                  <a:cubicBezTo>
                    <a:pt x="1034" y="1625"/>
                    <a:pt x="1126" y="1563"/>
                    <a:pt x="1151" y="1458"/>
                  </a:cubicBezTo>
                  <a:lnTo>
                    <a:pt x="1401" y="256"/>
                  </a:lnTo>
                  <a:lnTo>
                    <a:pt x="295" y="6"/>
                  </a:lnTo>
                  <a:cubicBezTo>
                    <a:pt x="277" y="2"/>
                    <a:pt x="259" y="0"/>
                    <a:pt x="241" y="0"/>
                  </a:cubicBezTo>
                  <a:close/>
                </a:path>
              </a:pathLst>
            </a:custGeom>
            <a:solidFill>
              <a:srgbClr val="7689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6" name="Google Shape;13296;p65"/>
            <p:cNvSpPr/>
            <p:nvPr/>
          </p:nvSpPr>
          <p:spPr>
            <a:xfrm>
              <a:off x="2934393" y="4503405"/>
              <a:ext cx="18110" cy="11080"/>
            </a:xfrm>
            <a:custGeom>
              <a:avLst/>
              <a:gdLst/>
              <a:ahLst/>
              <a:cxnLst/>
              <a:rect l="l" t="t" r="r" b="b"/>
              <a:pathLst>
                <a:path w="693" h="424" extrusionOk="0">
                  <a:moveTo>
                    <a:pt x="289" y="1"/>
                  </a:moveTo>
                  <a:cubicBezTo>
                    <a:pt x="0" y="1"/>
                    <a:pt x="0" y="424"/>
                    <a:pt x="289" y="424"/>
                  </a:cubicBezTo>
                  <a:lnTo>
                    <a:pt x="404" y="424"/>
                  </a:lnTo>
                  <a:cubicBezTo>
                    <a:pt x="693" y="424"/>
                    <a:pt x="693" y="1"/>
                    <a:pt x="404" y="1"/>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7" name="Google Shape;13297;p65"/>
            <p:cNvSpPr/>
            <p:nvPr/>
          </p:nvSpPr>
          <p:spPr>
            <a:xfrm>
              <a:off x="2950726" y="4503405"/>
              <a:ext cx="33685" cy="11080"/>
            </a:xfrm>
            <a:custGeom>
              <a:avLst/>
              <a:gdLst/>
              <a:ahLst/>
              <a:cxnLst/>
              <a:rect l="l" t="t" r="r" b="b"/>
              <a:pathLst>
                <a:path w="1289" h="424" extrusionOk="0">
                  <a:moveTo>
                    <a:pt x="289" y="1"/>
                  </a:moveTo>
                  <a:cubicBezTo>
                    <a:pt x="0" y="1"/>
                    <a:pt x="0" y="424"/>
                    <a:pt x="289" y="424"/>
                  </a:cubicBezTo>
                  <a:lnTo>
                    <a:pt x="1010" y="424"/>
                  </a:lnTo>
                  <a:cubicBezTo>
                    <a:pt x="1289" y="424"/>
                    <a:pt x="1289" y="1"/>
                    <a:pt x="1010" y="1"/>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8" name="Google Shape;13298;p65"/>
            <p:cNvSpPr/>
            <p:nvPr/>
          </p:nvSpPr>
          <p:spPr>
            <a:xfrm>
              <a:off x="2934628" y="4517987"/>
              <a:ext cx="49782" cy="11080"/>
            </a:xfrm>
            <a:custGeom>
              <a:avLst/>
              <a:gdLst/>
              <a:ahLst/>
              <a:cxnLst/>
              <a:rect l="l" t="t" r="r" b="b"/>
              <a:pathLst>
                <a:path w="1905" h="424" extrusionOk="0">
                  <a:moveTo>
                    <a:pt x="280" y="0"/>
                  </a:moveTo>
                  <a:cubicBezTo>
                    <a:pt x="1" y="0"/>
                    <a:pt x="1" y="424"/>
                    <a:pt x="280" y="424"/>
                  </a:cubicBezTo>
                  <a:lnTo>
                    <a:pt x="1626" y="424"/>
                  </a:lnTo>
                  <a:cubicBezTo>
                    <a:pt x="1905" y="424"/>
                    <a:pt x="1905" y="0"/>
                    <a:pt x="1626" y="0"/>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99" name="Google Shape;13299;p65"/>
            <p:cNvSpPr/>
            <p:nvPr/>
          </p:nvSpPr>
          <p:spPr>
            <a:xfrm>
              <a:off x="2934628" y="4532804"/>
              <a:ext cx="49782" cy="11080"/>
            </a:xfrm>
            <a:custGeom>
              <a:avLst/>
              <a:gdLst/>
              <a:ahLst/>
              <a:cxnLst/>
              <a:rect l="l" t="t" r="r" b="b"/>
              <a:pathLst>
                <a:path w="1905" h="424" extrusionOk="0">
                  <a:moveTo>
                    <a:pt x="280" y="1"/>
                  </a:moveTo>
                  <a:cubicBezTo>
                    <a:pt x="1" y="1"/>
                    <a:pt x="1" y="424"/>
                    <a:pt x="280" y="424"/>
                  </a:cubicBezTo>
                  <a:lnTo>
                    <a:pt x="1626" y="424"/>
                  </a:lnTo>
                  <a:cubicBezTo>
                    <a:pt x="1905" y="424"/>
                    <a:pt x="1905" y="1"/>
                    <a:pt x="1626" y="1"/>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0" name="Google Shape;13300;p65"/>
            <p:cNvSpPr/>
            <p:nvPr/>
          </p:nvSpPr>
          <p:spPr>
            <a:xfrm>
              <a:off x="3210797" y="4348491"/>
              <a:ext cx="11106" cy="125044"/>
            </a:xfrm>
            <a:custGeom>
              <a:avLst/>
              <a:gdLst/>
              <a:ahLst/>
              <a:cxnLst/>
              <a:rect l="l" t="t" r="r" b="b"/>
              <a:pathLst>
                <a:path w="425" h="4785" extrusionOk="0">
                  <a:moveTo>
                    <a:pt x="213" y="0"/>
                  </a:moveTo>
                  <a:cubicBezTo>
                    <a:pt x="107" y="0"/>
                    <a:pt x="1" y="73"/>
                    <a:pt x="1" y="217"/>
                  </a:cubicBezTo>
                  <a:lnTo>
                    <a:pt x="1" y="4573"/>
                  </a:lnTo>
                  <a:cubicBezTo>
                    <a:pt x="1" y="4698"/>
                    <a:pt x="97" y="4784"/>
                    <a:pt x="213" y="4784"/>
                  </a:cubicBezTo>
                  <a:cubicBezTo>
                    <a:pt x="328" y="4784"/>
                    <a:pt x="424" y="4688"/>
                    <a:pt x="424" y="4573"/>
                  </a:cubicBezTo>
                  <a:lnTo>
                    <a:pt x="424" y="217"/>
                  </a:lnTo>
                  <a:cubicBezTo>
                    <a:pt x="424" y="73"/>
                    <a:pt x="318" y="0"/>
                    <a:pt x="213"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01" name="Google Shape;13301;p65"/>
          <p:cNvGrpSpPr/>
          <p:nvPr/>
        </p:nvGrpSpPr>
        <p:grpSpPr>
          <a:xfrm>
            <a:off x="3078733" y="2735667"/>
            <a:ext cx="368651" cy="310350"/>
            <a:chOff x="3082408" y="2919540"/>
            <a:chExt cx="368651" cy="310350"/>
          </a:xfrm>
        </p:grpSpPr>
        <p:sp>
          <p:nvSpPr>
            <p:cNvPr id="13302" name="Google Shape;13302;p65"/>
            <p:cNvSpPr/>
            <p:nvPr/>
          </p:nvSpPr>
          <p:spPr>
            <a:xfrm>
              <a:off x="3329909" y="3060629"/>
              <a:ext cx="81455" cy="169260"/>
            </a:xfrm>
            <a:custGeom>
              <a:avLst/>
              <a:gdLst/>
              <a:ahLst/>
              <a:cxnLst/>
              <a:rect l="l" t="t" r="r" b="b"/>
              <a:pathLst>
                <a:path w="3117" h="6477" extrusionOk="0">
                  <a:moveTo>
                    <a:pt x="213" y="0"/>
                  </a:moveTo>
                  <a:cubicBezTo>
                    <a:pt x="107" y="0"/>
                    <a:pt x="1" y="72"/>
                    <a:pt x="1" y="217"/>
                  </a:cubicBezTo>
                  <a:lnTo>
                    <a:pt x="1" y="1880"/>
                  </a:lnTo>
                  <a:cubicBezTo>
                    <a:pt x="1" y="2630"/>
                    <a:pt x="607" y="3246"/>
                    <a:pt x="1357" y="3246"/>
                  </a:cubicBezTo>
                  <a:lnTo>
                    <a:pt x="1559" y="3246"/>
                  </a:lnTo>
                  <a:cubicBezTo>
                    <a:pt x="2184" y="3246"/>
                    <a:pt x="2693" y="3755"/>
                    <a:pt x="2693" y="4380"/>
                  </a:cubicBezTo>
                  <a:lnTo>
                    <a:pt x="2693" y="6265"/>
                  </a:lnTo>
                  <a:cubicBezTo>
                    <a:pt x="2693" y="6381"/>
                    <a:pt x="2790" y="6477"/>
                    <a:pt x="2905" y="6477"/>
                  </a:cubicBezTo>
                  <a:cubicBezTo>
                    <a:pt x="3020" y="6477"/>
                    <a:pt x="3117" y="6390"/>
                    <a:pt x="3117" y="6275"/>
                  </a:cubicBezTo>
                  <a:lnTo>
                    <a:pt x="3117" y="4380"/>
                  </a:lnTo>
                  <a:cubicBezTo>
                    <a:pt x="3117" y="3515"/>
                    <a:pt x="2415" y="2823"/>
                    <a:pt x="1559" y="2823"/>
                  </a:cubicBezTo>
                  <a:lnTo>
                    <a:pt x="1357" y="2823"/>
                  </a:lnTo>
                  <a:cubicBezTo>
                    <a:pt x="838" y="2823"/>
                    <a:pt x="424" y="2400"/>
                    <a:pt x="424" y="1880"/>
                  </a:cubicBezTo>
                  <a:lnTo>
                    <a:pt x="424" y="217"/>
                  </a:lnTo>
                  <a:cubicBezTo>
                    <a:pt x="424" y="72"/>
                    <a:pt x="318" y="0"/>
                    <a:pt x="213"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3" name="Google Shape;13303;p65"/>
            <p:cNvSpPr/>
            <p:nvPr/>
          </p:nvSpPr>
          <p:spPr>
            <a:xfrm>
              <a:off x="3082408" y="3016283"/>
              <a:ext cx="76908" cy="11080"/>
            </a:xfrm>
            <a:custGeom>
              <a:avLst/>
              <a:gdLst/>
              <a:ahLst/>
              <a:cxnLst/>
              <a:rect l="l" t="t" r="r" b="b"/>
              <a:pathLst>
                <a:path w="2943" h="424" extrusionOk="0">
                  <a:moveTo>
                    <a:pt x="289" y="0"/>
                  </a:moveTo>
                  <a:cubicBezTo>
                    <a:pt x="0" y="0"/>
                    <a:pt x="0" y="423"/>
                    <a:pt x="289" y="423"/>
                  </a:cubicBezTo>
                  <a:lnTo>
                    <a:pt x="2664" y="423"/>
                  </a:lnTo>
                  <a:cubicBezTo>
                    <a:pt x="2943" y="423"/>
                    <a:pt x="2943" y="0"/>
                    <a:pt x="2664" y="0"/>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4" name="Google Shape;13304;p65"/>
            <p:cNvSpPr/>
            <p:nvPr/>
          </p:nvSpPr>
          <p:spPr>
            <a:xfrm>
              <a:off x="3300510" y="3029584"/>
              <a:ext cx="66377" cy="53049"/>
            </a:xfrm>
            <a:custGeom>
              <a:avLst/>
              <a:gdLst/>
              <a:ahLst/>
              <a:cxnLst/>
              <a:rect l="l" t="t" r="r" b="b"/>
              <a:pathLst>
                <a:path w="2540" h="2030" extrusionOk="0">
                  <a:moveTo>
                    <a:pt x="1" y="1"/>
                  </a:moveTo>
                  <a:lnTo>
                    <a:pt x="1" y="1203"/>
                  </a:lnTo>
                  <a:cubicBezTo>
                    <a:pt x="1" y="1655"/>
                    <a:pt x="376" y="2030"/>
                    <a:pt x="837" y="2030"/>
                  </a:cubicBezTo>
                  <a:lnTo>
                    <a:pt x="1713" y="2030"/>
                  </a:lnTo>
                  <a:cubicBezTo>
                    <a:pt x="2136" y="2030"/>
                    <a:pt x="2491" y="1712"/>
                    <a:pt x="2540" y="1289"/>
                  </a:cubicBezTo>
                  <a:cubicBezTo>
                    <a:pt x="2540" y="1260"/>
                    <a:pt x="2540" y="1232"/>
                    <a:pt x="2540" y="1203"/>
                  </a:cubicBezTo>
                  <a:lnTo>
                    <a:pt x="2540" y="1"/>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5" name="Google Shape;13305;p65"/>
            <p:cNvSpPr/>
            <p:nvPr/>
          </p:nvSpPr>
          <p:spPr>
            <a:xfrm>
              <a:off x="3319612" y="3029349"/>
              <a:ext cx="47274" cy="34129"/>
            </a:xfrm>
            <a:custGeom>
              <a:avLst/>
              <a:gdLst/>
              <a:ahLst/>
              <a:cxnLst/>
              <a:rect l="l" t="t" r="r" b="b"/>
              <a:pathLst>
                <a:path w="1809" h="1306" extrusionOk="0">
                  <a:moveTo>
                    <a:pt x="1" y="0"/>
                  </a:moveTo>
                  <a:lnTo>
                    <a:pt x="1" y="471"/>
                  </a:lnTo>
                  <a:cubicBezTo>
                    <a:pt x="1" y="933"/>
                    <a:pt x="376" y="1298"/>
                    <a:pt x="837" y="1298"/>
                  </a:cubicBezTo>
                  <a:lnTo>
                    <a:pt x="1712" y="1298"/>
                  </a:lnTo>
                  <a:cubicBezTo>
                    <a:pt x="1727" y="1303"/>
                    <a:pt x="1744" y="1305"/>
                    <a:pt x="1760" y="1305"/>
                  </a:cubicBezTo>
                  <a:cubicBezTo>
                    <a:pt x="1777" y="1305"/>
                    <a:pt x="1794" y="1303"/>
                    <a:pt x="1809" y="1298"/>
                  </a:cubicBezTo>
                  <a:cubicBezTo>
                    <a:pt x="1809" y="1269"/>
                    <a:pt x="1809" y="1241"/>
                    <a:pt x="1809" y="1212"/>
                  </a:cubicBezTo>
                  <a:lnTo>
                    <a:pt x="1809" y="10"/>
                  </a:lnTo>
                  <a:lnTo>
                    <a:pt x="1809" y="0"/>
                  </a:lnTo>
                  <a:close/>
                </a:path>
              </a:pathLst>
            </a:custGeom>
            <a:solidFill>
              <a:srgbClr val="526A7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6" name="Google Shape;13306;p65"/>
            <p:cNvSpPr/>
            <p:nvPr/>
          </p:nvSpPr>
          <p:spPr>
            <a:xfrm>
              <a:off x="3174368" y="2919540"/>
              <a:ext cx="96533" cy="101237"/>
            </a:xfrm>
            <a:custGeom>
              <a:avLst/>
              <a:gdLst/>
              <a:ahLst/>
              <a:cxnLst/>
              <a:rect l="l" t="t" r="r" b="b"/>
              <a:pathLst>
                <a:path w="3694" h="3874" extrusionOk="0">
                  <a:moveTo>
                    <a:pt x="1251" y="0"/>
                  </a:moveTo>
                  <a:cubicBezTo>
                    <a:pt x="1171" y="0"/>
                    <a:pt x="1094" y="47"/>
                    <a:pt x="1058" y="125"/>
                  </a:cubicBezTo>
                  <a:lnTo>
                    <a:pt x="299" y="1914"/>
                  </a:lnTo>
                  <a:cubicBezTo>
                    <a:pt x="1" y="2625"/>
                    <a:pt x="328" y="3452"/>
                    <a:pt x="1049" y="3760"/>
                  </a:cubicBezTo>
                  <a:cubicBezTo>
                    <a:pt x="1228" y="3837"/>
                    <a:pt x="1415" y="3874"/>
                    <a:pt x="1599" y="3874"/>
                  </a:cubicBezTo>
                  <a:cubicBezTo>
                    <a:pt x="2144" y="3874"/>
                    <a:pt x="2665" y="3552"/>
                    <a:pt x="2895" y="3019"/>
                  </a:cubicBezTo>
                  <a:lnTo>
                    <a:pt x="3655" y="1231"/>
                  </a:lnTo>
                  <a:cubicBezTo>
                    <a:pt x="3693" y="1125"/>
                    <a:pt x="3645" y="1000"/>
                    <a:pt x="3549" y="952"/>
                  </a:cubicBezTo>
                  <a:lnTo>
                    <a:pt x="1808" y="211"/>
                  </a:lnTo>
                  <a:lnTo>
                    <a:pt x="1337" y="19"/>
                  </a:lnTo>
                  <a:cubicBezTo>
                    <a:pt x="1309" y="6"/>
                    <a:pt x="1280" y="0"/>
                    <a:pt x="1251" y="0"/>
                  </a:cubicBezTo>
                  <a:close/>
                </a:path>
              </a:pathLst>
            </a:custGeom>
            <a:solidFill>
              <a:srgbClr val="E5EA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7" name="Google Shape;13307;p65"/>
            <p:cNvSpPr/>
            <p:nvPr/>
          </p:nvSpPr>
          <p:spPr>
            <a:xfrm>
              <a:off x="3196999" y="2925054"/>
              <a:ext cx="73903" cy="90784"/>
            </a:xfrm>
            <a:custGeom>
              <a:avLst/>
              <a:gdLst/>
              <a:ahLst/>
              <a:cxnLst/>
              <a:rect l="l" t="t" r="r" b="b"/>
              <a:pathLst>
                <a:path w="2828" h="3474" extrusionOk="0">
                  <a:moveTo>
                    <a:pt x="942" y="0"/>
                  </a:moveTo>
                  <a:lnTo>
                    <a:pt x="298" y="1510"/>
                  </a:lnTo>
                  <a:cubicBezTo>
                    <a:pt x="0" y="2231"/>
                    <a:pt x="327" y="3058"/>
                    <a:pt x="1048" y="3366"/>
                  </a:cubicBezTo>
                  <a:cubicBezTo>
                    <a:pt x="1159" y="3440"/>
                    <a:pt x="1280" y="3474"/>
                    <a:pt x="1398" y="3474"/>
                  </a:cubicBezTo>
                  <a:cubicBezTo>
                    <a:pt x="1738" y="3474"/>
                    <a:pt x="2050" y="3194"/>
                    <a:pt x="2029" y="2808"/>
                  </a:cubicBezTo>
                  <a:lnTo>
                    <a:pt x="2789" y="1020"/>
                  </a:lnTo>
                  <a:cubicBezTo>
                    <a:pt x="2827" y="914"/>
                    <a:pt x="2779" y="789"/>
                    <a:pt x="2683" y="741"/>
                  </a:cubicBezTo>
                  <a:lnTo>
                    <a:pt x="942" y="0"/>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8" name="Google Shape;13308;p65"/>
            <p:cNvSpPr/>
            <p:nvPr/>
          </p:nvSpPr>
          <p:spPr>
            <a:xfrm>
              <a:off x="3122364" y="2998931"/>
              <a:ext cx="328695" cy="46019"/>
            </a:xfrm>
            <a:custGeom>
              <a:avLst/>
              <a:gdLst/>
              <a:ahLst/>
              <a:cxnLst/>
              <a:rect l="l" t="t" r="r" b="b"/>
              <a:pathLst>
                <a:path w="12578" h="1761" extrusionOk="0">
                  <a:moveTo>
                    <a:pt x="1779" y="1"/>
                  </a:moveTo>
                  <a:cubicBezTo>
                    <a:pt x="1510" y="10"/>
                    <a:pt x="1241" y="78"/>
                    <a:pt x="991" y="193"/>
                  </a:cubicBezTo>
                  <a:lnTo>
                    <a:pt x="269" y="529"/>
                  </a:lnTo>
                  <a:cubicBezTo>
                    <a:pt x="0" y="731"/>
                    <a:pt x="19" y="1135"/>
                    <a:pt x="298" y="1318"/>
                  </a:cubicBezTo>
                  <a:lnTo>
                    <a:pt x="1029" y="1616"/>
                  </a:lnTo>
                  <a:cubicBezTo>
                    <a:pt x="1260" y="1703"/>
                    <a:pt x="1519" y="1751"/>
                    <a:pt x="1769" y="1760"/>
                  </a:cubicBezTo>
                  <a:lnTo>
                    <a:pt x="11693" y="1760"/>
                  </a:lnTo>
                  <a:cubicBezTo>
                    <a:pt x="12184" y="1751"/>
                    <a:pt x="12568" y="1366"/>
                    <a:pt x="12568" y="876"/>
                  </a:cubicBezTo>
                  <a:lnTo>
                    <a:pt x="12578" y="885"/>
                  </a:lnTo>
                  <a:cubicBezTo>
                    <a:pt x="12568" y="395"/>
                    <a:pt x="12184" y="10"/>
                    <a:pt x="11693" y="1"/>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9" name="Google Shape;13309;p65"/>
            <p:cNvSpPr/>
            <p:nvPr/>
          </p:nvSpPr>
          <p:spPr>
            <a:xfrm>
              <a:off x="3122364" y="3008992"/>
              <a:ext cx="328459" cy="35697"/>
            </a:xfrm>
            <a:custGeom>
              <a:avLst/>
              <a:gdLst/>
              <a:ahLst/>
              <a:cxnLst/>
              <a:rect l="l" t="t" r="r" b="b"/>
              <a:pathLst>
                <a:path w="12569" h="1366" extrusionOk="0">
                  <a:moveTo>
                    <a:pt x="12414" y="0"/>
                  </a:moveTo>
                  <a:cubicBezTo>
                    <a:pt x="12251" y="241"/>
                    <a:pt x="11982" y="385"/>
                    <a:pt x="11693" y="385"/>
                  </a:cubicBezTo>
                  <a:lnTo>
                    <a:pt x="1769" y="385"/>
                  </a:lnTo>
                  <a:cubicBezTo>
                    <a:pt x="1510" y="385"/>
                    <a:pt x="1260" y="337"/>
                    <a:pt x="1029" y="241"/>
                  </a:cubicBezTo>
                  <a:lnTo>
                    <a:pt x="510" y="29"/>
                  </a:lnTo>
                  <a:lnTo>
                    <a:pt x="269" y="144"/>
                  </a:lnTo>
                  <a:cubicBezTo>
                    <a:pt x="250" y="154"/>
                    <a:pt x="241" y="173"/>
                    <a:pt x="221" y="183"/>
                  </a:cubicBezTo>
                  <a:lnTo>
                    <a:pt x="202" y="202"/>
                  </a:lnTo>
                  <a:cubicBezTo>
                    <a:pt x="0" y="423"/>
                    <a:pt x="48" y="770"/>
                    <a:pt x="298" y="933"/>
                  </a:cubicBezTo>
                  <a:lnTo>
                    <a:pt x="1029" y="1231"/>
                  </a:lnTo>
                  <a:lnTo>
                    <a:pt x="1077" y="1250"/>
                  </a:lnTo>
                  <a:cubicBezTo>
                    <a:pt x="1221" y="1298"/>
                    <a:pt x="1375" y="1337"/>
                    <a:pt x="1529" y="1356"/>
                  </a:cubicBezTo>
                  <a:lnTo>
                    <a:pt x="1577" y="1356"/>
                  </a:lnTo>
                  <a:cubicBezTo>
                    <a:pt x="1644" y="1366"/>
                    <a:pt x="1702" y="1366"/>
                    <a:pt x="1769" y="1366"/>
                  </a:cubicBezTo>
                  <a:lnTo>
                    <a:pt x="11693" y="1366"/>
                  </a:lnTo>
                  <a:cubicBezTo>
                    <a:pt x="12184" y="1366"/>
                    <a:pt x="12568" y="981"/>
                    <a:pt x="12568" y="491"/>
                  </a:cubicBezTo>
                  <a:cubicBezTo>
                    <a:pt x="12568" y="318"/>
                    <a:pt x="12520" y="144"/>
                    <a:pt x="12414"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0" name="Google Shape;13310;p65"/>
            <p:cNvSpPr/>
            <p:nvPr/>
          </p:nvSpPr>
          <p:spPr>
            <a:xfrm>
              <a:off x="3122599" y="2998931"/>
              <a:ext cx="46516" cy="46019"/>
            </a:xfrm>
            <a:custGeom>
              <a:avLst/>
              <a:gdLst/>
              <a:ahLst/>
              <a:cxnLst/>
              <a:rect l="l" t="t" r="r" b="b"/>
              <a:pathLst>
                <a:path w="1780" h="1761" extrusionOk="0">
                  <a:moveTo>
                    <a:pt x="1780" y="1"/>
                  </a:moveTo>
                  <a:cubicBezTo>
                    <a:pt x="1501" y="10"/>
                    <a:pt x="1232" y="78"/>
                    <a:pt x="982" y="193"/>
                  </a:cubicBezTo>
                  <a:lnTo>
                    <a:pt x="270" y="529"/>
                  </a:lnTo>
                  <a:cubicBezTo>
                    <a:pt x="1" y="731"/>
                    <a:pt x="10" y="1135"/>
                    <a:pt x="289" y="1318"/>
                  </a:cubicBezTo>
                  <a:lnTo>
                    <a:pt x="1020" y="1616"/>
                  </a:lnTo>
                  <a:cubicBezTo>
                    <a:pt x="1260" y="1703"/>
                    <a:pt x="1510" y="1751"/>
                    <a:pt x="1760" y="1760"/>
                  </a:cubicBezTo>
                  <a:lnTo>
                    <a:pt x="1780" y="1760"/>
                  </a:lnTo>
                  <a:lnTo>
                    <a:pt x="1780" y="1"/>
                  </a:lnTo>
                  <a:close/>
                </a:path>
              </a:pathLst>
            </a:custGeom>
            <a:solidFill>
              <a:srgbClr val="D9E0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1" name="Google Shape;13311;p65"/>
            <p:cNvSpPr/>
            <p:nvPr/>
          </p:nvSpPr>
          <p:spPr>
            <a:xfrm>
              <a:off x="3122599" y="3009749"/>
              <a:ext cx="46516" cy="34939"/>
            </a:xfrm>
            <a:custGeom>
              <a:avLst/>
              <a:gdLst/>
              <a:ahLst/>
              <a:cxnLst/>
              <a:rect l="l" t="t" r="r" b="b"/>
              <a:pathLst>
                <a:path w="1780" h="1337" extrusionOk="0">
                  <a:moveTo>
                    <a:pt x="510" y="0"/>
                  </a:moveTo>
                  <a:lnTo>
                    <a:pt x="270" y="115"/>
                  </a:lnTo>
                  <a:cubicBezTo>
                    <a:pt x="1" y="317"/>
                    <a:pt x="10" y="721"/>
                    <a:pt x="289" y="904"/>
                  </a:cubicBezTo>
                  <a:cubicBezTo>
                    <a:pt x="1039" y="1202"/>
                    <a:pt x="1270" y="1337"/>
                    <a:pt x="1760" y="1337"/>
                  </a:cubicBezTo>
                  <a:lnTo>
                    <a:pt x="1780" y="1337"/>
                  </a:lnTo>
                  <a:lnTo>
                    <a:pt x="1780" y="356"/>
                  </a:lnTo>
                  <a:lnTo>
                    <a:pt x="1760" y="356"/>
                  </a:lnTo>
                  <a:cubicBezTo>
                    <a:pt x="1510" y="356"/>
                    <a:pt x="1260" y="308"/>
                    <a:pt x="1020" y="212"/>
                  </a:cubicBezTo>
                  <a:lnTo>
                    <a:pt x="510" y="0"/>
                  </a:ln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2" name="Google Shape;13312;p65"/>
            <p:cNvSpPr/>
            <p:nvPr/>
          </p:nvSpPr>
          <p:spPr>
            <a:xfrm>
              <a:off x="3408829" y="2998931"/>
              <a:ext cx="41995" cy="46019"/>
            </a:xfrm>
            <a:custGeom>
              <a:avLst/>
              <a:gdLst/>
              <a:ahLst/>
              <a:cxnLst/>
              <a:rect l="l" t="t" r="r" b="b"/>
              <a:pathLst>
                <a:path w="1607" h="1761" extrusionOk="0">
                  <a:moveTo>
                    <a:pt x="0" y="1"/>
                  </a:moveTo>
                  <a:lnTo>
                    <a:pt x="0" y="1760"/>
                  </a:lnTo>
                  <a:lnTo>
                    <a:pt x="731" y="1760"/>
                  </a:lnTo>
                  <a:cubicBezTo>
                    <a:pt x="1220" y="1751"/>
                    <a:pt x="1604" y="1369"/>
                    <a:pt x="1606" y="880"/>
                  </a:cubicBezTo>
                  <a:lnTo>
                    <a:pt x="1606" y="880"/>
                  </a:lnTo>
                  <a:cubicBezTo>
                    <a:pt x="1606" y="882"/>
                    <a:pt x="1606" y="884"/>
                    <a:pt x="1606" y="885"/>
                  </a:cubicBezTo>
                  <a:lnTo>
                    <a:pt x="1606" y="876"/>
                  </a:lnTo>
                  <a:cubicBezTo>
                    <a:pt x="1606" y="877"/>
                    <a:pt x="1606" y="879"/>
                    <a:pt x="1606" y="880"/>
                  </a:cubicBezTo>
                  <a:cubicBezTo>
                    <a:pt x="1604" y="392"/>
                    <a:pt x="1220" y="10"/>
                    <a:pt x="731" y="1"/>
                  </a:cubicBezTo>
                  <a:close/>
                </a:path>
              </a:pathLst>
            </a:custGeom>
            <a:solidFill>
              <a:srgbClr val="768C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3" name="Google Shape;13313;p65"/>
            <p:cNvSpPr/>
            <p:nvPr/>
          </p:nvSpPr>
          <p:spPr>
            <a:xfrm>
              <a:off x="3408829" y="3008992"/>
              <a:ext cx="41995" cy="35697"/>
            </a:xfrm>
            <a:custGeom>
              <a:avLst/>
              <a:gdLst/>
              <a:ahLst/>
              <a:cxnLst/>
              <a:rect l="l" t="t" r="r" b="b"/>
              <a:pathLst>
                <a:path w="1607" h="1366" extrusionOk="0">
                  <a:moveTo>
                    <a:pt x="1452" y="0"/>
                  </a:moveTo>
                  <a:cubicBezTo>
                    <a:pt x="1289" y="241"/>
                    <a:pt x="1020" y="385"/>
                    <a:pt x="731" y="385"/>
                  </a:cubicBezTo>
                  <a:lnTo>
                    <a:pt x="0" y="385"/>
                  </a:lnTo>
                  <a:lnTo>
                    <a:pt x="0" y="1366"/>
                  </a:lnTo>
                  <a:lnTo>
                    <a:pt x="731" y="1366"/>
                  </a:lnTo>
                  <a:cubicBezTo>
                    <a:pt x="1222" y="1366"/>
                    <a:pt x="1606" y="981"/>
                    <a:pt x="1606" y="491"/>
                  </a:cubicBezTo>
                  <a:cubicBezTo>
                    <a:pt x="1606" y="318"/>
                    <a:pt x="1558" y="144"/>
                    <a:pt x="1452"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14" name="Google Shape;13314;p65"/>
          <p:cNvGrpSpPr/>
          <p:nvPr/>
        </p:nvGrpSpPr>
        <p:grpSpPr>
          <a:xfrm>
            <a:off x="7067667" y="2240152"/>
            <a:ext cx="366169" cy="360498"/>
            <a:chOff x="7069130" y="2424800"/>
            <a:chExt cx="366169" cy="360498"/>
          </a:xfrm>
        </p:grpSpPr>
        <p:sp>
          <p:nvSpPr>
            <p:cNvPr id="13315" name="Google Shape;13315;p65"/>
            <p:cNvSpPr/>
            <p:nvPr/>
          </p:nvSpPr>
          <p:spPr>
            <a:xfrm>
              <a:off x="7158581" y="2546420"/>
              <a:ext cx="110070" cy="151934"/>
            </a:xfrm>
            <a:custGeom>
              <a:avLst/>
              <a:gdLst/>
              <a:ahLst/>
              <a:cxnLst/>
              <a:rect l="l" t="t" r="r" b="b"/>
              <a:pathLst>
                <a:path w="4212" h="5814" extrusionOk="0">
                  <a:moveTo>
                    <a:pt x="3841" y="0"/>
                  </a:moveTo>
                  <a:cubicBezTo>
                    <a:pt x="3764" y="0"/>
                    <a:pt x="3687" y="34"/>
                    <a:pt x="3626" y="114"/>
                  </a:cubicBezTo>
                  <a:lnTo>
                    <a:pt x="78" y="5383"/>
                  </a:lnTo>
                  <a:cubicBezTo>
                    <a:pt x="1" y="5498"/>
                    <a:pt x="10" y="5643"/>
                    <a:pt x="107" y="5729"/>
                  </a:cubicBezTo>
                  <a:lnTo>
                    <a:pt x="107" y="5739"/>
                  </a:lnTo>
                  <a:cubicBezTo>
                    <a:pt x="161" y="5789"/>
                    <a:pt x="230" y="5814"/>
                    <a:pt x="299" y="5814"/>
                  </a:cubicBezTo>
                  <a:cubicBezTo>
                    <a:pt x="387" y="5814"/>
                    <a:pt x="475" y="5772"/>
                    <a:pt x="530" y="5691"/>
                  </a:cubicBezTo>
                  <a:lnTo>
                    <a:pt x="4088" y="421"/>
                  </a:lnTo>
                  <a:cubicBezTo>
                    <a:pt x="4211" y="208"/>
                    <a:pt x="4031" y="0"/>
                    <a:pt x="3841"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6" name="Google Shape;13316;p65"/>
            <p:cNvSpPr/>
            <p:nvPr/>
          </p:nvSpPr>
          <p:spPr>
            <a:xfrm>
              <a:off x="7158085" y="2590663"/>
              <a:ext cx="156194" cy="107640"/>
            </a:xfrm>
            <a:custGeom>
              <a:avLst/>
              <a:gdLst/>
              <a:ahLst/>
              <a:cxnLst/>
              <a:rect l="l" t="t" r="r" b="b"/>
              <a:pathLst>
                <a:path w="5977" h="4119" extrusionOk="0">
                  <a:moveTo>
                    <a:pt x="5566" y="1"/>
                  </a:moveTo>
                  <a:cubicBezTo>
                    <a:pt x="5511" y="1"/>
                    <a:pt x="5453" y="20"/>
                    <a:pt x="5395" y="65"/>
                  </a:cubicBezTo>
                  <a:lnTo>
                    <a:pt x="164" y="3623"/>
                  </a:lnTo>
                  <a:cubicBezTo>
                    <a:pt x="20" y="3719"/>
                    <a:pt x="1" y="3921"/>
                    <a:pt x="126" y="4036"/>
                  </a:cubicBezTo>
                  <a:cubicBezTo>
                    <a:pt x="181" y="4091"/>
                    <a:pt x="252" y="4118"/>
                    <a:pt x="322" y="4118"/>
                  </a:cubicBezTo>
                  <a:cubicBezTo>
                    <a:pt x="375" y="4118"/>
                    <a:pt x="427" y="4103"/>
                    <a:pt x="472" y="4075"/>
                  </a:cubicBezTo>
                  <a:lnTo>
                    <a:pt x="5703" y="517"/>
                  </a:lnTo>
                  <a:cubicBezTo>
                    <a:pt x="5976" y="360"/>
                    <a:pt x="5805" y="1"/>
                    <a:pt x="5566"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7" name="Google Shape;13317;p65"/>
            <p:cNvSpPr/>
            <p:nvPr/>
          </p:nvSpPr>
          <p:spPr>
            <a:xfrm>
              <a:off x="7157327" y="2654321"/>
              <a:ext cx="167535" cy="44007"/>
            </a:xfrm>
            <a:custGeom>
              <a:avLst/>
              <a:gdLst/>
              <a:ahLst/>
              <a:cxnLst/>
              <a:rect l="l" t="t" r="r" b="b"/>
              <a:pathLst>
                <a:path w="6411" h="1684" extrusionOk="0">
                  <a:moveTo>
                    <a:pt x="6033" y="1"/>
                  </a:moveTo>
                  <a:cubicBezTo>
                    <a:pt x="6005" y="1"/>
                    <a:pt x="5975" y="5"/>
                    <a:pt x="5943" y="14"/>
                  </a:cubicBezTo>
                  <a:lnTo>
                    <a:pt x="299" y="1139"/>
                  </a:lnTo>
                  <a:cubicBezTo>
                    <a:pt x="78" y="1187"/>
                    <a:pt x="1" y="1446"/>
                    <a:pt x="155" y="1600"/>
                  </a:cubicBezTo>
                  <a:cubicBezTo>
                    <a:pt x="208" y="1654"/>
                    <a:pt x="274" y="1683"/>
                    <a:pt x="347" y="1683"/>
                  </a:cubicBezTo>
                  <a:cubicBezTo>
                    <a:pt x="366" y="1683"/>
                    <a:pt x="385" y="1681"/>
                    <a:pt x="405" y="1677"/>
                  </a:cubicBezTo>
                  <a:lnTo>
                    <a:pt x="6049" y="552"/>
                  </a:lnTo>
                  <a:cubicBezTo>
                    <a:pt x="6411" y="499"/>
                    <a:pt x="6344" y="1"/>
                    <a:pt x="6033" y="1"/>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8" name="Google Shape;13318;p65"/>
            <p:cNvSpPr/>
            <p:nvPr/>
          </p:nvSpPr>
          <p:spPr>
            <a:xfrm>
              <a:off x="7156674" y="2683929"/>
              <a:ext cx="152065" cy="38180"/>
            </a:xfrm>
            <a:custGeom>
              <a:avLst/>
              <a:gdLst/>
              <a:ahLst/>
              <a:cxnLst/>
              <a:rect l="l" t="t" r="r" b="b"/>
              <a:pathLst>
                <a:path w="5819" h="1461" extrusionOk="0">
                  <a:moveTo>
                    <a:pt x="369" y="1"/>
                  </a:moveTo>
                  <a:cubicBezTo>
                    <a:pt x="139" y="1"/>
                    <a:pt x="0" y="297"/>
                    <a:pt x="180" y="467"/>
                  </a:cubicBezTo>
                  <a:cubicBezTo>
                    <a:pt x="218" y="506"/>
                    <a:pt x="266" y="535"/>
                    <a:pt x="324" y="544"/>
                  </a:cubicBezTo>
                  <a:lnTo>
                    <a:pt x="5401" y="1458"/>
                  </a:lnTo>
                  <a:cubicBezTo>
                    <a:pt x="5417" y="1460"/>
                    <a:pt x="5432" y="1461"/>
                    <a:pt x="5446" y="1461"/>
                  </a:cubicBezTo>
                  <a:cubicBezTo>
                    <a:pt x="5754" y="1461"/>
                    <a:pt x="5819" y="993"/>
                    <a:pt x="5497" y="919"/>
                  </a:cubicBezTo>
                  <a:lnTo>
                    <a:pt x="420" y="6"/>
                  </a:lnTo>
                  <a:cubicBezTo>
                    <a:pt x="403" y="2"/>
                    <a:pt x="385" y="1"/>
                    <a:pt x="369"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9" name="Google Shape;13319;p65"/>
            <p:cNvSpPr/>
            <p:nvPr/>
          </p:nvSpPr>
          <p:spPr>
            <a:xfrm>
              <a:off x="7158843" y="2536830"/>
              <a:ext cx="44817" cy="161447"/>
            </a:xfrm>
            <a:custGeom>
              <a:avLst/>
              <a:gdLst/>
              <a:ahLst/>
              <a:cxnLst/>
              <a:rect l="l" t="t" r="r" b="b"/>
              <a:pathLst>
                <a:path w="1715" h="6178" extrusionOk="0">
                  <a:moveTo>
                    <a:pt x="1412" y="0"/>
                  </a:moveTo>
                  <a:cubicBezTo>
                    <a:pt x="1301" y="0"/>
                    <a:pt x="1191" y="63"/>
                    <a:pt x="1154" y="202"/>
                  </a:cubicBezTo>
                  <a:lnTo>
                    <a:pt x="20" y="5856"/>
                  </a:lnTo>
                  <a:cubicBezTo>
                    <a:pt x="0" y="5942"/>
                    <a:pt x="29" y="6039"/>
                    <a:pt x="97" y="6096"/>
                  </a:cubicBezTo>
                  <a:cubicBezTo>
                    <a:pt x="152" y="6152"/>
                    <a:pt x="222" y="6177"/>
                    <a:pt x="292" y="6177"/>
                  </a:cubicBezTo>
                  <a:cubicBezTo>
                    <a:pt x="415" y="6177"/>
                    <a:pt x="534" y="6097"/>
                    <a:pt x="558" y="5962"/>
                  </a:cubicBezTo>
                  <a:lnTo>
                    <a:pt x="1693" y="307"/>
                  </a:lnTo>
                  <a:cubicBezTo>
                    <a:pt x="1715" y="114"/>
                    <a:pt x="1562" y="0"/>
                    <a:pt x="1412"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0" name="Google Shape;13320;p65"/>
            <p:cNvSpPr/>
            <p:nvPr/>
          </p:nvSpPr>
          <p:spPr>
            <a:xfrm>
              <a:off x="7134905" y="2551621"/>
              <a:ext cx="39408" cy="146682"/>
            </a:xfrm>
            <a:custGeom>
              <a:avLst/>
              <a:gdLst/>
              <a:ahLst/>
              <a:cxnLst/>
              <a:rect l="l" t="t" r="r" b="b"/>
              <a:pathLst>
                <a:path w="1508" h="5613" extrusionOk="0">
                  <a:moveTo>
                    <a:pt x="300" y="0"/>
                  </a:moveTo>
                  <a:cubicBezTo>
                    <a:pt x="151" y="0"/>
                    <a:pt x="0" y="113"/>
                    <a:pt x="22" y="309"/>
                  </a:cubicBezTo>
                  <a:lnTo>
                    <a:pt x="936" y="5386"/>
                  </a:lnTo>
                  <a:cubicBezTo>
                    <a:pt x="945" y="5444"/>
                    <a:pt x="974" y="5492"/>
                    <a:pt x="1013" y="5530"/>
                  </a:cubicBezTo>
                  <a:cubicBezTo>
                    <a:pt x="1070" y="5587"/>
                    <a:pt x="1138" y="5612"/>
                    <a:pt x="1204" y="5612"/>
                  </a:cubicBezTo>
                  <a:cubicBezTo>
                    <a:pt x="1361" y="5612"/>
                    <a:pt x="1508" y="5472"/>
                    <a:pt x="1474" y="5290"/>
                  </a:cubicBezTo>
                  <a:lnTo>
                    <a:pt x="561" y="213"/>
                  </a:lnTo>
                  <a:cubicBezTo>
                    <a:pt x="527" y="67"/>
                    <a:pt x="414" y="0"/>
                    <a:pt x="300"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1" name="Google Shape;13321;p65"/>
            <p:cNvSpPr/>
            <p:nvPr/>
          </p:nvSpPr>
          <p:spPr>
            <a:xfrm>
              <a:off x="7247536" y="2513467"/>
              <a:ext cx="162126" cy="133642"/>
            </a:xfrm>
            <a:custGeom>
              <a:avLst/>
              <a:gdLst/>
              <a:ahLst/>
              <a:cxnLst/>
              <a:rect l="l" t="t" r="r" b="b"/>
              <a:pathLst>
                <a:path w="6204" h="5114" extrusionOk="0">
                  <a:moveTo>
                    <a:pt x="4131" y="0"/>
                  </a:moveTo>
                  <a:cubicBezTo>
                    <a:pt x="3881" y="0"/>
                    <a:pt x="3632" y="95"/>
                    <a:pt x="3443" y="288"/>
                  </a:cubicBezTo>
                  <a:lnTo>
                    <a:pt x="97" y="3634"/>
                  </a:lnTo>
                  <a:cubicBezTo>
                    <a:pt x="11" y="3721"/>
                    <a:pt x="1" y="3865"/>
                    <a:pt x="87" y="3952"/>
                  </a:cubicBezTo>
                  <a:cubicBezTo>
                    <a:pt x="357" y="4259"/>
                    <a:pt x="587" y="4606"/>
                    <a:pt x="770" y="4981"/>
                  </a:cubicBezTo>
                  <a:cubicBezTo>
                    <a:pt x="807" y="5061"/>
                    <a:pt x="892" y="5113"/>
                    <a:pt x="982" y="5113"/>
                  </a:cubicBezTo>
                  <a:cubicBezTo>
                    <a:pt x="1011" y="5113"/>
                    <a:pt x="1040" y="5108"/>
                    <a:pt x="1068" y="5096"/>
                  </a:cubicBezTo>
                  <a:lnTo>
                    <a:pt x="5444" y="3278"/>
                  </a:lnTo>
                  <a:cubicBezTo>
                    <a:pt x="5982" y="3057"/>
                    <a:pt x="6203" y="2413"/>
                    <a:pt x="5924" y="1903"/>
                  </a:cubicBezTo>
                  <a:cubicBezTo>
                    <a:pt x="5790" y="1653"/>
                    <a:pt x="5636" y="1413"/>
                    <a:pt x="5482" y="1173"/>
                  </a:cubicBezTo>
                  <a:cubicBezTo>
                    <a:pt x="5299" y="894"/>
                    <a:pt x="5107" y="624"/>
                    <a:pt x="4895" y="365"/>
                  </a:cubicBezTo>
                  <a:cubicBezTo>
                    <a:pt x="4701" y="124"/>
                    <a:pt x="4415" y="0"/>
                    <a:pt x="4131"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2" name="Google Shape;13322;p65"/>
            <p:cNvSpPr/>
            <p:nvPr/>
          </p:nvSpPr>
          <p:spPr>
            <a:xfrm>
              <a:off x="7258852" y="2544094"/>
              <a:ext cx="150811" cy="103014"/>
            </a:xfrm>
            <a:custGeom>
              <a:avLst/>
              <a:gdLst/>
              <a:ahLst/>
              <a:cxnLst/>
              <a:rect l="l" t="t" r="r" b="b"/>
              <a:pathLst>
                <a:path w="5771" h="3942" extrusionOk="0">
                  <a:moveTo>
                    <a:pt x="5049" y="1"/>
                  </a:moveTo>
                  <a:lnTo>
                    <a:pt x="1" y="3232"/>
                  </a:lnTo>
                  <a:cubicBezTo>
                    <a:pt x="126" y="3414"/>
                    <a:pt x="241" y="3607"/>
                    <a:pt x="337" y="3809"/>
                  </a:cubicBezTo>
                  <a:cubicBezTo>
                    <a:pt x="374" y="3889"/>
                    <a:pt x="459" y="3941"/>
                    <a:pt x="549" y="3941"/>
                  </a:cubicBezTo>
                  <a:cubicBezTo>
                    <a:pt x="578" y="3941"/>
                    <a:pt x="607" y="3936"/>
                    <a:pt x="635" y="3924"/>
                  </a:cubicBezTo>
                  <a:lnTo>
                    <a:pt x="5011" y="2106"/>
                  </a:lnTo>
                  <a:cubicBezTo>
                    <a:pt x="5549" y="1885"/>
                    <a:pt x="5770" y="1241"/>
                    <a:pt x="5491" y="731"/>
                  </a:cubicBezTo>
                  <a:cubicBezTo>
                    <a:pt x="5357" y="481"/>
                    <a:pt x="5203" y="241"/>
                    <a:pt x="504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3" name="Google Shape;13323;p65"/>
            <p:cNvSpPr/>
            <p:nvPr/>
          </p:nvSpPr>
          <p:spPr>
            <a:xfrm>
              <a:off x="7270925" y="2597065"/>
              <a:ext cx="164373" cy="94312"/>
            </a:xfrm>
            <a:custGeom>
              <a:avLst/>
              <a:gdLst/>
              <a:ahLst/>
              <a:cxnLst/>
              <a:rect l="l" t="t" r="r" b="b"/>
              <a:pathLst>
                <a:path w="6290" h="3609" extrusionOk="0">
                  <a:moveTo>
                    <a:pt x="4928" y="1"/>
                  </a:moveTo>
                  <a:cubicBezTo>
                    <a:pt x="4802" y="1"/>
                    <a:pt x="4673" y="26"/>
                    <a:pt x="4549" y="79"/>
                  </a:cubicBezTo>
                  <a:lnTo>
                    <a:pt x="173" y="1897"/>
                  </a:lnTo>
                  <a:cubicBezTo>
                    <a:pt x="58" y="1935"/>
                    <a:pt x="0" y="2070"/>
                    <a:pt x="48" y="2185"/>
                  </a:cubicBezTo>
                  <a:cubicBezTo>
                    <a:pt x="183" y="2570"/>
                    <a:pt x="260" y="2974"/>
                    <a:pt x="289" y="3387"/>
                  </a:cubicBezTo>
                  <a:cubicBezTo>
                    <a:pt x="289" y="3512"/>
                    <a:pt x="394" y="3609"/>
                    <a:pt x="519" y="3609"/>
                  </a:cubicBezTo>
                  <a:lnTo>
                    <a:pt x="5251" y="3609"/>
                  </a:lnTo>
                  <a:cubicBezTo>
                    <a:pt x="5828" y="3609"/>
                    <a:pt x="6289" y="3099"/>
                    <a:pt x="6222" y="2522"/>
                  </a:cubicBezTo>
                  <a:cubicBezTo>
                    <a:pt x="6154" y="1907"/>
                    <a:pt x="6039" y="1291"/>
                    <a:pt x="5866" y="705"/>
                  </a:cubicBezTo>
                  <a:cubicBezTo>
                    <a:pt x="5733" y="276"/>
                    <a:pt x="5345" y="1"/>
                    <a:pt x="4928"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4" name="Google Shape;13324;p65"/>
            <p:cNvSpPr/>
            <p:nvPr/>
          </p:nvSpPr>
          <p:spPr>
            <a:xfrm>
              <a:off x="7276204" y="2637074"/>
              <a:ext cx="158833" cy="54042"/>
            </a:xfrm>
            <a:custGeom>
              <a:avLst/>
              <a:gdLst/>
              <a:ahLst/>
              <a:cxnLst/>
              <a:rect l="l" t="t" r="r" b="b"/>
              <a:pathLst>
                <a:path w="6078" h="2068" extrusionOk="0">
                  <a:moveTo>
                    <a:pt x="5866" y="1"/>
                  </a:moveTo>
                  <a:lnTo>
                    <a:pt x="0" y="1231"/>
                  </a:lnTo>
                  <a:cubicBezTo>
                    <a:pt x="48" y="1433"/>
                    <a:pt x="67" y="1645"/>
                    <a:pt x="77" y="1856"/>
                  </a:cubicBezTo>
                  <a:cubicBezTo>
                    <a:pt x="87" y="1972"/>
                    <a:pt x="192" y="2068"/>
                    <a:pt x="317" y="2068"/>
                  </a:cubicBezTo>
                  <a:lnTo>
                    <a:pt x="5049" y="2068"/>
                  </a:lnTo>
                  <a:cubicBezTo>
                    <a:pt x="5626" y="2068"/>
                    <a:pt x="6077" y="1568"/>
                    <a:pt x="6020" y="991"/>
                  </a:cubicBezTo>
                  <a:cubicBezTo>
                    <a:pt x="5981" y="654"/>
                    <a:pt x="5933" y="327"/>
                    <a:pt x="5866"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5" name="Google Shape;13325;p65"/>
            <p:cNvSpPr/>
            <p:nvPr/>
          </p:nvSpPr>
          <p:spPr>
            <a:xfrm>
              <a:off x="7210611" y="2452735"/>
              <a:ext cx="137718" cy="157422"/>
            </a:xfrm>
            <a:custGeom>
              <a:avLst/>
              <a:gdLst/>
              <a:ahLst/>
              <a:cxnLst/>
              <a:rect l="l" t="t" r="r" b="b"/>
              <a:pathLst>
                <a:path w="5270" h="6024" extrusionOk="0">
                  <a:moveTo>
                    <a:pt x="2770" y="0"/>
                  </a:moveTo>
                  <a:cubicBezTo>
                    <a:pt x="2388" y="0"/>
                    <a:pt x="2022" y="222"/>
                    <a:pt x="1866" y="602"/>
                  </a:cubicBezTo>
                  <a:lnTo>
                    <a:pt x="58" y="4977"/>
                  </a:lnTo>
                  <a:cubicBezTo>
                    <a:pt x="0" y="5093"/>
                    <a:pt x="58" y="5227"/>
                    <a:pt x="164" y="5276"/>
                  </a:cubicBezTo>
                  <a:cubicBezTo>
                    <a:pt x="539" y="5458"/>
                    <a:pt x="885" y="5689"/>
                    <a:pt x="1183" y="5958"/>
                  </a:cubicBezTo>
                  <a:cubicBezTo>
                    <a:pt x="1231" y="6002"/>
                    <a:pt x="1291" y="6023"/>
                    <a:pt x="1350" y="6023"/>
                  </a:cubicBezTo>
                  <a:cubicBezTo>
                    <a:pt x="1409" y="6023"/>
                    <a:pt x="1467" y="6002"/>
                    <a:pt x="1510" y="5958"/>
                  </a:cubicBezTo>
                  <a:lnTo>
                    <a:pt x="4856" y="2612"/>
                  </a:lnTo>
                  <a:cubicBezTo>
                    <a:pt x="5270" y="2198"/>
                    <a:pt x="5231" y="1516"/>
                    <a:pt x="4780" y="1150"/>
                  </a:cubicBezTo>
                  <a:cubicBezTo>
                    <a:pt x="4529" y="948"/>
                    <a:pt x="4270" y="756"/>
                    <a:pt x="3991" y="583"/>
                  </a:cubicBezTo>
                  <a:cubicBezTo>
                    <a:pt x="3751" y="419"/>
                    <a:pt x="3501" y="266"/>
                    <a:pt x="3241" y="121"/>
                  </a:cubicBezTo>
                  <a:cubicBezTo>
                    <a:pt x="3091" y="39"/>
                    <a:pt x="2929" y="0"/>
                    <a:pt x="2770"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6" name="Google Shape;13326;p65"/>
            <p:cNvSpPr/>
            <p:nvPr/>
          </p:nvSpPr>
          <p:spPr>
            <a:xfrm>
              <a:off x="7228695" y="2467944"/>
              <a:ext cx="119635" cy="142239"/>
            </a:xfrm>
            <a:custGeom>
              <a:avLst/>
              <a:gdLst/>
              <a:ahLst/>
              <a:cxnLst/>
              <a:rect l="l" t="t" r="r" b="b"/>
              <a:pathLst>
                <a:path w="4578" h="5443" extrusionOk="0">
                  <a:moveTo>
                    <a:pt x="3299" y="1"/>
                  </a:moveTo>
                  <a:lnTo>
                    <a:pt x="1" y="5001"/>
                  </a:lnTo>
                  <a:cubicBezTo>
                    <a:pt x="174" y="5117"/>
                    <a:pt x="337" y="5242"/>
                    <a:pt x="501" y="5386"/>
                  </a:cubicBezTo>
                  <a:cubicBezTo>
                    <a:pt x="543" y="5423"/>
                    <a:pt x="598" y="5442"/>
                    <a:pt x="654" y="5442"/>
                  </a:cubicBezTo>
                  <a:cubicBezTo>
                    <a:pt x="714" y="5442"/>
                    <a:pt x="774" y="5421"/>
                    <a:pt x="818" y="5376"/>
                  </a:cubicBezTo>
                  <a:lnTo>
                    <a:pt x="4164" y="2030"/>
                  </a:lnTo>
                  <a:cubicBezTo>
                    <a:pt x="4578" y="1616"/>
                    <a:pt x="4539" y="934"/>
                    <a:pt x="4088" y="568"/>
                  </a:cubicBezTo>
                  <a:cubicBezTo>
                    <a:pt x="3837" y="366"/>
                    <a:pt x="3578" y="174"/>
                    <a:pt x="3299"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7" name="Google Shape;13327;p65"/>
            <p:cNvSpPr/>
            <p:nvPr/>
          </p:nvSpPr>
          <p:spPr>
            <a:xfrm>
              <a:off x="7270925" y="2691351"/>
              <a:ext cx="164112" cy="93946"/>
            </a:xfrm>
            <a:custGeom>
              <a:avLst/>
              <a:gdLst/>
              <a:ahLst/>
              <a:cxnLst/>
              <a:rect l="l" t="t" r="r" b="b"/>
              <a:pathLst>
                <a:path w="6280" h="3595" extrusionOk="0">
                  <a:moveTo>
                    <a:pt x="519" y="1"/>
                  </a:moveTo>
                  <a:cubicBezTo>
                    <a:pt x="394" y="1"/>
                    <a:pt x="289" y="97"/>
                    <a:pt x="289" y="222"/>
                  </a:cubicBezTo>
                  <a:cubicBezTo>
                    <a:pt x="260" y="626"/>
                    <a:pt x="183" y="1029"/>
                    <a:pt x="48" y="1424"/>
                  </a:cubicBezTo>
                  <a:cubicBezTo>
                    <a:pt x="0" y="1539"/>
                    <a:pt x="58" y="1664"/>
                    <a:pt x="173" y="1712"/>
                  </a:cubicBezTo>
                  <a:lnTo>
                    <a:pt x="4549" y="3520"/>
                  </a:lnTo>
                  <a:cubicBezTo>
                    <a:pt x="4672" y="3571"/>
                    <a:pt x="4799" y="3595"/>
                    <a:pt x="4924" y="3595"/>
                  </a:cubicBezTo>
                  <a:cubicBezTo>
                    <a:pt x="5342" y="3595"/>
                    <a:pt x="5733" y="3325"/>
                    <a:pt x="5866" y="2895"/>
                  </a:cubicBezTo>
                  <a:cubicBezTo>
                    <a:pt x="6039" y="2299"/>
                    <a:pt x="6154" y="1693"/>
                    <a:pt x="6222" y="1078"/>
                  </a:cubicBezTo>
                  <a:cubicBezTo>
                    <a:pt x="6279" y="501"/>
                    <a:pt x="5828" y="1"/>
                    <a:pt x="5251"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8" name="Google Shape;13328;p65"/>
            <p:cNvSpPr/>
            <p:nvPr/>
          </p:nvSpPr>
          <p:spPr>
            <a:xfrm>
              <a:off x="7270925" y="2710950"/>
              <a:ext cx="159591" cy="74347"/>
            </a:xfrm>
            <a:custGeom>
              <a:avLst/>
              <a:gdLst/>
              <a:ahLst/>
              <a:cxnLst/>
              <a:rect l="l" t="t" r="r" b="b"/>
              <a:pathLst>
                <a:path w="6107" h="2845" extrusionOk="0">
                  <a:moveTo>
                    <a:pt x="221" y="1"/>
                  </a:moveTo>
                  <a:cubicBezTo>
                    <a:pt x="183" y="231"/>
                    <a:pt x="125" y="453"/>
                    <a:pt x="48" y="674"/>
                  </a:cubicBezTo>
                  <a:cubicBezTo>
                    <a:pt x="0" y="789"/>
                    <a:pt x="58" y="914"/>
                    <a:pt x="173" y="962"/>
                  </a:cubicBezTo>
                  <a:lnTo>
                    <a:pt x="4549" y="2770"/>
                  </a:lnTo>
                  <a:cubicBezTo>
                    <a:pt x="4672" y="2821"/>
                    <a:pt x="4799" y="2845"/>
                    <a:pt x="4924" y="2845"/>
                  </a:cubicBezTo>
                  <a:cubicBezTo>
                    <a:pt x="5342" y="2845"/>
                    <a:pt x="5733" y="2575"/>
                    <a:pt x="5866" y="2145"/>
                  </a:cubicBezTo>
                  <a:cubicBezTo>
                    <a:pt x="5953" y="1828"/>
                    <a:pt x="6039" y="1501"/>
                    <a:pt x="6106" y="1174"/>
                  </a:cubicBezTo>
                  <a:lnTo>
                    <a:pt x="221" y="1"/>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29" name="Google Shape;13329;p65"/>
            <p:cNvSpPr/>
            <p:nvPr/>
          </p:nvSpPr>
          <p:spPr>
            <a:xfrm>
              <a:off x="7069130" y="2424852"/>
              <a:ext cx="98023" cy="161812"/>
            </a:xfrm>
            <a:custGeom>
              <a:avLst/>
              <a:gdLst/>
              <a:ahLst/>
              <a:cxnLst/>
              <a:rect l="l" t="t" r="r" b="b"/>
              <a:pathLst>
                <a:path w="3751" h="6192" extrusionOk="0">
                  <a:moveTo>
                    <a:pt x="2773" y="1"/>
                  </a:moveTo>
                  <a:cubicBezTo>
                    <a:pt x="2740" y="1"/>
                    <a:pt x="2707" y="2"/>
                    <a:pt x="2674" y="6"/>
                  </a:cubicBezTo>
                  <a:cubicBezTo>
                    <a:pt x="2049" y="63"/>
                    <a:pt x="1443" y="188"/>
                    <a:pt x="856" y="361"/>
                  </a:cubicBezTo>
                  <a:cubicBezTo>
                    <a:pt x="299" y="525"/>
                    <a:pt x="1" y="1140"/>
                    <a:pt x="222" y="1679"/>
                  </a:cubicBezTo>
                  <a:lnTo>
                    <a:pt x="2039" y="6054"/>
                  </a:lnTo>
                  <a:cubicBezTo>
                    <a:pt x="2077" y="6138"/>
                    <a:pt x="2163" y="6191"/>
                    <a:pt x="2254" y="6191"/>
                  </a:cubicBezTo>
                  <a:cubicBezTo>
                    <a:pt x="2278" y="6191"/>
                    <a:pt x="2303" y="6187"/>
                    <a:pt x="2328" y="6179"/>
                  </a:cubicBezTo>
                  <a:cubicBezTo>
                    <a:pt x="2712" y="6044"/>
                    <a:pt x="3116" y="5958"/>
                    <a:pt x="3530" y="5939"/>
                  </a:cubicBezTo>
                  <a:cubicBezTo>
                    <a:pt x="3655" y="5939"/>
                    <a:pt x="3751" y="5833"/>
                    <a:pt x="3751" y="5708"/>
                  </a:cubicBezTo>
                  <a:lnTo>
                    <a:pt x="3751" y="977"/>
                  </a:lnTo>
                  <a:cubicBezTo>
                    <a:pt x="3751" y="433"/>
                    <a:pt x="3307" y="1"/>
                    <a:pt x="2773"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0" name="Google Shape;13330;p65"/>
            <p:cNvSpPr/>
            <p:nvPr/>
          </p:nvSpPr>
          <p:spPr>
            <a:xfrm>
              <a:off x="7116612" y="2424800"/>
              <a:ext cx="50540" cy="157265"/>
            </a:xfrm>
            <a:custGeom>
              <a:avLst/>
              <a:gdLst/>
              <a:ahLst/>
              <a:cxnLst/>
              <a:rect l="l" t="t" r="r" b="b"/>
              <a:pathLst>
                <a:path w="1934" h="6018" extrusionOk="0">
                  <a:moveTo>
                    <a:pt x="971" y="1"/>
                  </a:moveTo>
                  <a:cubicBezTo>
                    <a:pt x="933" y="1"/>
                    <a:pt x="895" y="3"/>
                    <a:pt x="857" y="8"/>
                  </a:cubicBezTo>
                  <a:cubicBezTo>
                    <a:pt x="559" y="36"/>
                    <a:pt x="280" y="75"/>
                    <a:pt x="1" y="133"/>
                  </a:cubicBezTo>
                  <a:lnTo>
                    <a:pt x="1126" y="6018"/>
                  </a:lnTo>
                  <a:cubicBezTo>
                    <a:pt x="1318" y="5979"/>
                    <a:pt x="1520" y="5960"/>
                    <a:pt x="1722" y="5950"/>
                  </a:cubicBezTo>
                  <a:cubicBezTo>
                    <a:pt x="1838" y="5941"/>
                    <a:pt x="1934" y="5835"/>
                    <a:pt x="1934" y="5720"/>
                  </a:cubicBezTo>
                  <a:lnTo>
                    <a:pt x="1934" y="979"/>
                  </a:lnTo>
                  <a:cubicBezTo>
                    <a:pt x="1934" y="431"/>
                    <a:pt x="1498" y="1"/>
                    <a:pt x="971"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1" name="Google Shape;13331;p65"/>
            <p:cNvSpPr/>
            <p:nvPr/>
          </p:nvSpPr>
          <p:spPr>
            <a:xfrm>
              <a:off x="7167388" y="2424800"/>
              <a:ext cx="97788" cy="161865"/>
            </a:xfrm>
            <a:custGeom>
              <a:avLst/>
              <a:gdLst/>
              <a:ahLst/>
              <a:cxnLst/>
              <a:rect l="l" t="t" r="r" b="b"/>
              <a:pathLst>
                <a:path w="3742" h="6194" extrusionOk="0">
                  <a:moveTo>
                    <a:pt x="964" y="1"/>
                  </a:moveTo>
                  <a:cubicBezTo>
                    <a:pt x="436" y="1"/>
                    <a:pt x="0" y="431"/>
                    <a:pt x="0" y="979"/>
                  </a:cubicBezTo>
                  <a:lnTo>
                    <a:pt x="0" y="5710"/>
                  </a:lnTo>
                  <a:cubicBezTo>
                    <a:pt x="0" y="5835"/>
                    <a:pt x="97" y="5931"/>
                    <a:pt x="212" y="5941"/>
                  </a:cubicBezTo>
                  <a:cubicBezTo>
                    <a:pt x="625" y="5960"/>
                    <a:pt x="1029" y="6046"/>
                    <a:pt x="1414" y="6181"/>
                  </a:cubicBezTo>
                  <a:cubicBezTo>
                    <a:pt x="1440" y="6189"/>
                    <a:pt x="1467" y="6193"/>
                    <a:pt x="1492" y="6193"/>
                  </a:cubicBezTo>
                  <a:cubicBezTo>
                    <a:pt x="1588" y="6193"/>
                    <a:pt x="1674" y="6140"/>
                    <a:pt x="1712" y="6056"/>
                  </a:cubicBezTo>
                  <a:lnTo>
                    <a:pt x="3520" y="1681"/>
                  </a:lnTo>
                  <a:cubicBezTo>
                    <a:pt x="3741" y="1142"/>
                    <a:pt x="3453" y="527"/>
                    <a:pt x="2895" y="363"/>
                  </a:cubicBezTo>
                  <a:cubicBezTo>
                    <a:pt x="2606" y="277"/>
                    <a:pt x="2308" y="210"/>
                    <a:pt x="2001" y="142"/>
                  </a:cubicBezTo>
                  <a:cubicBezTo>
                    <a:pt x="1702" y="85"/>
                    <a:pt x="1395" y="36"/>
                    <a:pt x="1077" y="8"/>
                  </a:cubicBezTo>
                  <a:cubicBezTo>
                    <a:pt x="1039" y="3"/>
                    <a:pt x="1001" y="1"/>
                    <a:pt x="964"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2" name="Google Shape;13332;p65"/>
            <p:cNvSpPr/>
            <p:nvPr/>
          </p:nvSpPr>
          <p:spPr>
            <a:xfrm>
              <a:off x="7188242" y="2428510"/>
              <a:ext cx="76934" cy="158154"/>
            </a:xfrm>
            <a:custGeom>
              <a:avLst/>
              <a:gdLst/>
              <a:ahLst/>
              <a:cxnLst/>
              <a:rect l="l" t="t" r="r" b="b"/>
              <a:pathLst>
                <a:path w="2944" h="6052" extrusionOk="0">
                  <a:moveTo>
                    <a:pt x="1203" y="0"/>
                  </a:moveTo>
                  <a:lnTo>
                    <a:pt x="1" y="5876"/>
                  </a:lnTo>
                  <a:cubicBezTo>
                    <a:pt x="212" y="5914"/>
                    <a:pt x="414" y="5972"/>
                    <a:pt x="616" y="6039"/>
                  </a:cubicBezTo>
                  <a:cubicBezTo>
                    <a:pt x="640" y="6047"/>
                    <a:pt x="665" y="6051"/>
                    <a:pt x="690" y="6051"/>
                  </a:cubicBezTo>
                  <a:cubicBezTo>
                    <a:pt x="781" y="6051"/>
                    <a:pt x="866" y="5998"/>
                    <a:pt x="904" y="5914"/>
                  </a:cubicBezTo>
                  <a:lnTo>
                    <a:pt x="2722" y="1539"/>
                  </a:lnTo>
                  <a:cubicBezTo>
                    <a:pt x="2943" y="1000"/>
                    <a:pt x="2655" y="385"/>
                    <a:pt x="2097" y="221"/>
                  </a:cubicBezTo>
                  <a:cubicBezTo>
                    <a:pt x="1808" y="135"/>
                    <a:pt x="1510" y="68"/>
                    <a:pt x="1203"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3" name="Google Shape;13333;p65"/>
            <p:cNvSpPr/>
            <p:nvPr/>
          </p:nvSpPr>
          <p:spPr>
            <a:xfrm>
              <a:off x="7140001" y="2665219"/>
              <a:ext cx="53545" cy="53545"/>
            </a:xfrm>
            <a:custGeom>
              <a:avLst/>
              <a:gdLst/>
              <a:ahLst/>
              <a:cxnLst/>
              <a:rect l="l" t="t" r="r" b="b"/>
              <a:pathLst>
                <a:path w="2049" h="2049" extrusionOk="0">
                  <a:moveTo>
                    <a:pt x="1020" y="1"/>
                  </a:moveTo>
                  <a:cubicBezTo>
                    <a:pt x="462" y="1"/>
                    <a:pt x="0" y="462"/>
                    <a:pt x="0" y="1020"/>
                  </a:cubicBezTo>
                  <a:cubicBezTo>
                    <a:pt x="0" y="1587"/>
                    <a:pt x="462" y="2049"/>
                    <a:pt x="1020" y="2049"/>
                  </a:cubicBezTo>
                  <a:cubicBezTo>
                    <a:pt x="1587" y="2049"/>
                    <a:pt x="2048" y="1587"/>
                    <a:pt x="2048" y="1020"/>
                  </a:cubicBezTo>
                  <a:cubicBezTo>
                    <a:pt x="2048" y="462"/>
                    <a:pt x="1587" y="1"/>
                    <a:pt x="1020"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4" name="Google Shape;13334;p65"/>
            <p:cNvSpPr/>
            <p:nvPr/>
          </p:nvSpPr>
          <p:spPr>
            <a:xfrm>
              <a:off x="7140001" y="2692109"/>
              <a:ext cx="53545" cy="26655"/>
            </a:xfrm>
            <a:custGeom>
              <a:avLst/>
              <a:gdLst/>
              <a:ahLst/>
              <a:cxnLst/>
              <a:rect l="l" t="t" r="r" b="b"/>
              <a:pathLst>
                <a:path w="2049" h="1020" extrusionOk="0">
                  <a:moveTo>
                    <a:pt x="0" y="0"/>
                  </a:moveTo>
                  <a:cubicBezTo>
                    <a:pt x="0" y="558"/>
                    <a:pt x="462" y="1020"/>
                    <a:pt x="1020" y="1020"/>
                  </a:cubicBezTo>
                  <a:cubicBezTo>
                    <a:pt x="1587" y="1020"/>
                    <a:pt x="2048" y="558"/>
                    <a:pt x="2048"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35" name="Google Shape;13335;p65"/>
          <p:cNvGrpSpPr/>
          <p:nvPr/>
        </p:nvGrpSpPr>
        <p:grpSpPr>
          <a:xfrm>
            <a:off x="4884192" y="2240073"/>
            <a:ext cx="281473" cy="360629"/>
            <a:chOff x="4885655" y="2424721"/>
            <a:chExt cx="281473" cy="360629"/>
          </a:xfrm>
        </p:grpSpPr>
        <p:sp>
          <p:nvSpPr>
            <p:cNvPr id="13336" name="Google Shape;13336;p65"/>
            <p:cNvSpPr/>
            <p:nvPr/>
          </p:nvSpPr>
          <p:spPr>
            <a:xfrm>
              <a:off x="4885655" y="2588833"/>
              <a:ext cx="80697" cy="196516"/>
            </a:xfrm>
            <a:custGeom>
              <a:avLst/>
              <a:gdLst/>
              <a:ahLst/>
              <a:cxnLst/>
              <a:rect l="l" t="t" r="r" b="b"/>
              <a:pathLst>
                <a:path w="3088" h="7520" extrusionOk="0">
                  <a:moveTo>
                    <a:pt x="1549" y="0"/>
                  </a:moveTo>
                  <a:cubicBezTo>
                    <a:pt x="693" y="0"/>
                    <a:pt x="1" y="183"/>
                    <a:pt x="1" y="4077"/>
                  </a:cubicBezTo>
                  <a:cubicBezTo>
                    <a:pt x="1" y="5981"/>
                    <a:pt x="482" y="7520"/>
                    <a:pt x="1549" y="7520"/>
                  </a:cubicBezTo>
                  <a:cubicBezTo>
                    <a:pt x="2664" y="7520"/>
                    <a:pt x="3088" y="5981"/>
                    <a:pt x="3088" y="4077"/>
                  </a:cubicBezTo>
                  <a:cubicBezTo>
                    <a:pt x="3088" y="183"/>
                    <a:pt x="2395" y="0"/>
                    <a:pt x="1549" y="0"/>
                  </a:cubicBezTo>
                  <a:close/>
                </a:path>
              </a:pathLst>
            </a:custGeom>
            <a:solidFill>
              <a:srgbClr val="BF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7" name="Google Shape;13337;p65"/>
            <p:cNvSpPr/>
            <p:nvPr/>
          </p:nvSpPr>
          <p:spPr>
            <a:xfrm>
              <a:off x="4926134" y="2588833"/>
              <a:ext cx="40218" cy="196516"/>
            </a:xfrm>
            <a:custGeom>
              <a:avLst/>
              <a:gdLst/>
              <a:ahLst/>
              <a:cxnLst/>
              <a:rect l="l" t="t" r="r" b="b"/>
              <a:pathLst>
                <a:path w="1539" h="7520" extrusionOk="0">
                  <a:moveTo>
                    <a:pt x="0" y="0"/>
                  </a:moveTo>
                  <a:lnTo>
                    <a:pt x="0" y="7520"/>
                  </a:lnTo>
                  <a:cubicBezTo>
                    <a:pt x="1125" y="7520"/>
                    <a:pt x="1539" y="5981"/>
                    <a:pt x="1539" y="4077"/>
                  </a:cubicBezTo>
                  <a:cubicBezTo>
                    <a:pt x="1539" y="183"/>
                    <a:pt x="846" y="0"/>
                    <a:pt x="0" y="0"/>
                  </a:cubicBez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8" name="Google Shape;13338;p65"/>
            <p:cNvSpPr/>
            <p:nvPr/>
          </p:nvSpPr>
          <p:spPr>
            <a:xfrm>
              <a:off x="4893442" y="2424721"/>
              <a:ext cx="197039" cy="217396"/>
            </a:xfrm>
            <a:custGeom>
              <a:avLst/>
              <a:gdLst/>
              <a:ahLst/>
              <a:cxnLst/>
              <a:rect l="l" t="t" r="r" b="b"/>
              <a:pathLst>
                <a:path w="7540" h="8319" extrusionOk="0">
                  <a:moveTo>
                    <a:pt x="1" y="1"/>
                  </a:moveTo>
                  <a:cubicBezTo>
                    <a:pt x="1126" y="1491"/>
                    <a:pt x="4472" y="5934"/>
                    <a:pt x="4847" y="6434"/>
                  </a:cubicBezTo>
                  <a:cubicBezTo>
                    <a:pt x="5299" y="7050"/>
                    <a:pt x="7540" y="8319"/>
                    <a:pt x="7540" y="8319"/>
                  </a:cubicBezTo>
                  <a:cubicBezTo>
                    <a:pt x="7540" y="8319"/>
                    <a:pt x="6646" y="3857"/>
                    <a:pt x="6376" y="3857"/>
                  </a:cubicBezTo>
                  <a:cubicBezTo>
                    <a:pt x="6107" y="3857"/>
                    <a:pt x="5530" y="3722"/>
                    <a:pt x="5155" y="2742"/>
                  </a:cubicBezTo>
                  <a:cubicBezTo>
                    <a:pt x="4972" y="2270"/>
                    <a:pt x="4367" y="1107"/>
                    <a:pt x="3770" y="1"/>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9" name="Google Shape;13339;p65"/>
            <p:cNvSpPr/>
            <p:nvPr/>
          </p:nvSpPr>
          <p:spPr>
            <a:xfrm>
              <a:off x="4949000" y="2424721"/>
              <a:ext cx="117858" cy="116133"/>
            </a:xfrm>
            <a:custGeom>
              <a:avLst/>
              <a:gdLst/>
              <a:ahLst/>
              <a:cxnLst/>
              <a:rect l="l" t="t" r="r" b="b"/>
              <a:pathLst>
                <a:path w="4510" h="4444" extrusionOk="0">
                  <a:moveTo>
                    <a:pt x="0" y="1"/>
                  </a:moveTo>
                  <a:cubicBezTo>
                    <a:pt x="1462" y="2751"/>
                    <a:pt x="1673" y="2482"/>
                    <a:pt x="2914" y="3905"/>
                  </a:cubicBezTo>
                  <a:cubicBezTo>
                    <a:pt x="3183" y="4213"/>
                    <a:pt x="3818" y="4367"/>
                    <a:pt x="4510" y="4444"/>
                  </a:cubicBezTo>
                  <a:cubicBezTo>
                    <a:pt x="4406" y="4095"/>
                    <a:pt x="4312" y="3866"/>
                    <a:pt x="4254" y="3866"/>
                  </a:cubicBezTo>
                  <a:cubicBezTo>
                    <a:pt x="4253" y="3866"/>
                    <a:pt x="4252" y="3866"/>
                    <a:pt x="4250" y="3867"/>
                  </a:cubicBezTo>
                  <a:cubicBezTo>
                    <a:pt x="3981" y="3867"/>
                    <a:pt x="3404" y="3722"/>
                    <a:pt x="3029" y="2742"/>
                  </a:cubicBezTo>
                  <a:cubicBezTo>
                    <a:pt x="2846" y="2280"/>
                    <a:pt x="2241" y="1107"/>
                    <a:pt x="1644"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0" name="Google Shape;13340;p65"/>
            <p:cNvSpPr/>
            <p:nvPr/>
          </p:nvSpPr>
          <p:spPr>
            <a:xfrm>
              <a:off x="4888921" y="2424721"/>
              <a:ext cx="83964" cy="298825"/>
            </a:xfrm>
            <a:custGeom>
              <a:avLst/>
              <a:gdLst/>
              <a:ahLst/>
              <a:cxnLst/>
              <a:rect l="l" t="t" r="r" b="b"/>
              <a:pathLst>
                <a:path w="3213" h="11435" extrusionOk="0">
                  <a:moveTo>
                    <a:pt x="107" y="1"/>
                  </a:moveTo>
                  <a:cubicBezTo>
                    <a:pt x="212" y="1357"/>
                    <a:pt x="664" y="3213"/>
                    <a:pt x="87" y="6386"/>
                  </a:cubicBezTo>
                  <a:cubicBezTo>
                    <a:pt x="1" y="6838"/>
                    <a:pt x="20" y="7867"/>
                    <a:pt x="20" y="8617"/>
                  </a:cubicBezTo>
                  <a:cubicBezTo>
                    <a:pt x="20" y="10175"/>
                    <a:pt x="20" y="11434"/>
                    <a:pt x="1280" y="11434"/>
                  </a:cubicBezTo>
                  <a:cubicBezTo>
                    <a:pt x="2549" y="11434"/>
                    <a:pt x="2549" y="10175"/>
                    <a:pt x="2549" y="8617"/>
                  </a:cubicBezTo>
                  <a:cubicBezTo>
                    <a:pt x="2549" y="7425"/>
                    <a:pt x="2222" y="5723"/>
                    <a:pt x="2357" y="4886"/>
                  </a:cubicBezTo>
                  <a:cubicBezTo>
                    <a:pt x="2376" y="4780"/>
                    <a:pt x="2953" y="1674"/>
                    <a:pt x="3213" y="1"/>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1" name="Google Shape;13341;p65"/>
            <p:cNvSpPr/>
            <p:nvPr/>
          </p:nvSpPr>
          <p:spPr>
            <a:xfrm>
              <a:off x="4906770" y="2424721"/>
              <a:ext cx="66115" cy="298851"/>
            </a:xfrm>
            <a:custGeom>
              <a:avLst/>
              <a:gdLst/>
              <a:ahLst/>
              <a:cxnLst/>
              <a:rect l="l" t="t" r="r" b="b"/>
              <a:pathLst>
                <a:path w="2530" h="11436" extrusionOk="0">
                  <a:moveTo>
                    <a:pt x="1087" y="1"/>
                  </a:moveTo>
                  <a:cubicBezTo>
                    <a:pt x="828" y="1684"/>
                    <a:pt x="1001" y="4780"/>
                    <a:pt x="981" y="4886"/>
                  </a:cubicBezTo>
                  <a:cubicBezTo>
                    <a:pt x="847" y="5713"/>
                    <a:pt x="1385" y="7934"/>
                    <a:pt x="1385" y="9127"/>
                  </a:cubicBezTo>
                  <a:cubicBezTo>
                    <a:pt x="1385" y="10319"/>
                    <a:pt x="828" y="11031"/>
                    <a:pt x="1" y="11309"/>
                  </a:cubicBezTo>
                  <a:cubicBezTo>
                    <a:pt x="168" y="11389"/>
                    <a:pt x="351" y="11436"/>
                    <a:pt x="543" y="11436"/>
                  </a:cubicBezTo>
                  <a:cubicBezTo>
                    <a:pt x="561" y="11436"/>
                    <a:pt x="579" y="11435"/>
                    <a:pt x="597" y="11434"/>
                  </a:cubicBezTo>
                  <a:cubicBezTo>
                    <a:pt x="1856" y="11434"/>
                    <a:pt x="1856" y="10175"/>
                    <a:pt x="1856" y="8617"/>
                  </a:cubicBezTo>
                  <a:cubicBezTo>
                    <a:pt x="1866" y="7425"/>
                    <a:pt x="1539" y="5723"/>
                    <a:pt x="1674" y="4886"/>
                  </a:cubicBezTo>
                  <a:cubicBezTo>
                    <a:pt x="1693" y="4780"/>
                    <a:pt x="2270" y="1674"/>
                    <a:pt x="2530"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2" name="Google Shape;13342;p65"/>
            <p:cNvSpPr/>
            <p:nvPr/>
          </p:nvSpPr>
          <p:spPr>
            <a:xfrm>
              <a:off x="4889183" y="2583293"/>
              <a:ext cx="66115" cy="82448"/>
            </a:xfrm>
            <a:custGeom>
              <a:avLst/>
              <a:gdLst/>
              <a:ahLst/>
              <a:cxnLst/>
              <a:rect l="l" t="t" r="r" b="b"/>
              <a:pathLst>
                <a:path w="2530" h="3155" extrusionOk="0">
                  <a:moveTo>
                    <a:pt x="135" y="433"/>
                  </a:moveTo>
                  <a:lnTo>
                    <a:pt x="135" y="433"/>
                  </a:lnTo>
                  <a:cubicBezTo>
                    <a:pt x="520" y="510"/>
                    <a:pt x="914" y="549"/>
                    <a:pt x="1308" y="549"/>
                  </a:cubicBezTo>
                  <a:cubicBezTo>
                    <a:pt x="1664" y="549"/>
                    <a:pt x="2020" y="510"/>
                    <a:pt x="2366" y="433"/>
                  </a:cubicBezTo>
                  <a:lnTo>
                    <a:pt x="2366" y="433"/>
                  </a:lnTo>
                  <a:lnTo>
                    <a:pt x="2356" y="453"/>
                  </a:lnTo>
                  <a:cubicBezTo>
                    <a:pt x="2049" y="982"/>
                    <a:pt x="1664" y="1462"/>
                    <a:pt x="1222" y="1885"/>
                  </a:cubicBezTo>
                  <a:cubicBezTo>
                    <a:pt x="1058" y="1741"/>
                    <a:pt x="904" y="1578"/>
                    <a:pt x="770" y="1405"/>
                  </a:cubicBezTo>
                  <a:cubicBezTo>
                    <a:pt x="520" y="1107"/>
                    <a:pt x="308" y="780"/>
                    <a:pt x="135" y="433"/>
                  </a:cubicBezTo>
                  <a:close/>
                  <a:moveTo>
                    <a:pt x="125" y="1"/>
                  </a:moveTo>
                  <a:cubicBezTo>
                    <a:pt x="106" y="106"/>
                    <a:pt x="87" y="212"/>
                    <a:pt x="68" y="328"/>
                  </a:cubicBezTo>
                  <a:cubicBezTo>
                    <a:pt x="39" y="578"/>
                    <a:pt x="20" y="837"/>
                    <a:pt x="10" y="1087"/>
                  </a:cubicBezTo>
                  <a:cubicBezTo>
                    <a:pt x="260" y="1491"/>
                    <a:pt x="558" y="1847"/>
                    <a:pt x="895" y="2174"/>
                  </a:cubicBezTo>
                  <a:cubicBezTo>
                    <a:pt x="625" y="2395"/>
                    <a:pt x="327" y="2568"/>
                    <a:pt x="0" y="2703"/>
                  </a:cubicBezTo>
                  <a:cubicBezTo>
                    <a:pt x="10" y="2857"/>
                    <a:pt x="10" y="3001"/>
                    <a:pt x="10" y="3155"/>
                  </a:cubicBezTo>
                  <a:cubicBezTo>
                    <a:pt x="452" y="2991"/>
                    <a:pt x="866" y="2751"/>
                    <a:pt x="1231" y="2453"/>
                  </a:cubicBezTo>
                  <a:cubicBezTo>
                    <a:pt x="1616" y="2751"/>
                    <a:pt x="2058" y="2962"/>
                    <a:pt x="2529" y="3078"/>
                  </a:cubicBezTo>
                  <a:lnTo>
                    <a:pt x="2529" y="2635"/>
                  </a:lnTo>
                  <a:cubicBezTo>
                    <a:pt x="2183" y="2539"/>
                    <a:pt x="1847" y="2376"/>
                    <a:pt x="1558" y="2155"/>
                  </a:cubicBezTo>
                  <a:cubicBezTo>
                    <a:pt x="1693" y="2030"/>
                    <a:pt x="1818" y="1895"/>
                    <a:pt x="1943" y="1751"/>
                  </a:cubicBezTo>
                  <a:cubicBezTo>
                    <a:pt x="2126" y="1549"/>
                    <a:pt x="2289" y="1328"/>
                    <a:pt x="2443" y="1107"/>
                  </a:cubicBezTo>
                  <a:cubicBezTo>
                    <a:pt x="2404" y="731"/>
                    <a:pt x="2366" y="347"/>
                    <a:pt x="2337" y="1"/>
                  </a:cubicBezTo>
                  <a:cubicBezTo>
                    <a:pt x="1998" y="86"/>
                    <a:pt x="1645" y="116"/>
                    <a:pt x="1318" y="116"/>
                  </a:cubicBezTo>
                  <a:cubicBezTo>
                    <a:pt x="801" y="116"/>
                    <a:pt x="349" y="42"/>
                    <a:pt x="125"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3" name="Google Shape;13343;p65"/>
            <p:cNvSpPr/>
            <p:nvPr/>
          </p:nvSpPr>
          <p:spPr>
            <a:xfrm>
              <a:off x="5000246" y="2503641"/>
              <a:ext cx="38728" cy="71891"/>
            </a:xfrm>
            <a:custGeom>
              <a:avLst/>
              <a:gdLst/>
              <a:ahLst/>
              <a:cxnLst/>
              <a:rect l="l" t="t" r="r" b="b"/>
              <a:pathLst>
                <a:path w="1482" h="2751" extrusionOk="0">
                  <a:moveTo>
                    <a:pt x="1193" y="0"/>
                  </a:moveTo>
                  <a:cubicBezTo>
                    <a:pt x="1184" y="10"/>
                    <a:pt x="1174" y="29"/>
                    <a:pt x="1174" y="39"/>
                  </a:cubicBezTo>
                  <a:cubicBezTo>
                    <a:pt x="1174" y="39"/>
                    <a:pt x="1010" y="520"/>
                    <a:pt x="770" y="1068"/>
                  </a:cubicBezTo>
                  <a:cubicBezTo>
                    <a:pt x="491" y="1674"/>
                    <a:pt x="232" y="2135"/>
                    <a:pt x="1" y="2404"/>
                  </a:cubicBezTo>
                  <a:lnTo>
                    <a:pt x="260" y="2751"/>
                  </a:lnTo>
                  <a:cubicBezTo>
                    <a:pt x="799" y="2183"/>
                    <a:pt x="1289" y="972"/>
                    <a:pt x="1482" y="433"/>
                  </a:cubicBezTo>
                  <a:cubicBezTo>
                    <a:pt x="1366" y="298"/>
                    <a:pt x="1270" y="154"/>
                    <a:pt x="1193"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4" name="Google Shape;13344;p65"/>
            <p:cNvSpPr/>
            <p:nvPr/>
          </p:nvSpPr>
          <p:spPr>
            <a:xfrm>
              <a:off x="5019087" y="2553528"/>
              <a:ext cx="51690" cy="47143"/>
            </a:xfrm>
            <a:custGeom>
              <a:avLst/>
              <a:gdLst/>
              <a:ahLst/>
              <a:cxnLst/>
              <a:rect l="l" t="t" r="r" b="b"/>
              <a:pathLst>
                <a:path w="1978" h="1804" extrusionOk="0">
                  <a:moveTo>
                    <a:pt x="1705" y="0"/>
                  </a:moveTo>
                  <a:cubicBezTo>
                    <a:pt x="1633" y="0"/>
                    <a:pt x="1561" y="36"/>
                    <a:pt x="1520" y="120"/>
                  </a:cubicBezTo>
                  <a:cubicBezTo>
                    <a:pt x="1520" y="130"/>
                    <a:pt x="1039" y="1178"/>
                    <a:pt x="1" y="1447"/>
                  </a:cubicBezTo>
                  <a:lnTo>
                    <a:pt x="39" y="1505"/>
                  </a:lnTo>
                  <a:cubicBezTo>
                    <a:pt x="126" y="1611"/>
                    <a:pt x="222" y="1717"/>
                    <a:pt x="328" y="1803"/>
                  </a:cubicBezTo>
                  <a:cubicBezTo>
                    <a:pt x="1414" y="1399"/>
                    <a:pt x="1886" y="342"/>
                    <a:pt x="1915" y="293"/>
                  </a:cubicBezTo>
                  <a:cubicBezTo>
                    <a:pt x="1977" y="125"/>
                    <a:pt x="1840" y="0"/>
                    <a:pt x="1705"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5" name="Google Shape;13345;p65"/>
            <p:cNvSpPr/>
            <p:nvPr/>
          </p:nvSpPr>
          <p:spPr>
            <a:xfrm>
              <a:off x="5056039" y="2522222"/>
              <a:ext cx="111089" cy="160506"/>
            </a:xfrm>
            <a:custGeom>
              <a:avLst/>
              <a:gdLst/>
              <a:ahLst/>
              <a:cxnLst/>
              <a:rect l="l" t="t" r="r" b="b"/>
              <a:pathLst>
                <a:path w="4251" h="6142" extrusionOk="0">
                  <a:moveTo>
                    <a:pt x="1347" y="1"/>
                  </a:moveTo>
                  <a:lnTo>
                    <a:pt x="183" y="20"/>
                  </a:lnTo>
                  <a:cubicBezTo>
                    <a:pt x="97" y="20"/>
                    <a:pt x="29" y="88"/>
                    <a:pt x="29" y="164"/>
                  </a:cubicBezTo>
                  <a:cubicBezTo>
                    <a:pt x="0" y="1491"/>
                    <a:pt x="174" y="2809"/>
                    <a:pt x="539" y="4088"/>
                  </a:cubicBezTo>
                  <a:cubicBezTo>
                    <a:pt x="568" y="4165"/>
                    <a:pt x="616" y="4232"/>
                    <a:pt x="683" y="4280"/>
                  </a:cubicBezTo>
                  <a:lnTo>
                    <a:pt x="3068" y="6011"/>
                  </a:lnTo>
                  <a:cubicBezTo>
                    <a:pt x="3191" y="6098"/>
                    <a:pt x="3335" y="6141"/>
                    <a:pt x="3478" y="6141"/>
                  </a:cubicBezTo>
                  <a:cubicBezTo>
                    <a:pt x="3604" y="6141"/>
                    <a:pt x="3729" y="6107"/>
                    <a:pt x="3837" y="6040"/>
                  </a:cubicBezTo>
                  <a:cubicBezTo>
                    <a:pt x="4174" y="5819"/>
                    <a:pt x="4251" y="5357"/>
                    <a:pt x="4001" y="5049"/>
                  </a:cubicBezTo>
                  <a:cubicBezTo>
                    <a:pt x="3568" y="4511"/>
                    <a:pt x="2818" y="3722"/>
                    <a:pt x="2222" y="2818"/>
                  </a:cubicBezTo>
                  <a:cubicBezTo>
                    <a:pt x="1674" y="1982"/>
                    <a:pt x="1606" y="943"/>
                    <a:pt x="1674" y="366"/>
                  </a:cubicBezTo>
                  <a:cubicBezTo>
                    <a:pt x="1693" y="174"/>
                    <a:pt x="1539" y="1"/>
                    <a:pt x="1347" y="1"/>
                  </a:cubicBezTo>
                  <a:close/>
                </a:path>
              </a:pathLst>
            </a:custGeom>
            <a:solidFill>
              <a:srgbClr val="BFC8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6" name="Google Shape;13346;p65"/>
            <p:cNvSpPr/>
            <p:nvPr/>
          </p:nvSpPr>
          <p:spPr>
            <a:xfrm>
              <a:off x="5056535" y="2522483"/>
              <a:ext cx="109103" cy="149791"/>
            </a:xfrm>
            <a:custGeom>
              <a:avLst/>
              <a:gdLst/>
              <a:ahLst/>
              <a:cxnLst/>
              <a:rect l="l" t="t" r="r" b="b"/>
              <a:pathLst>
                <a:path w="4175" h="5732" extrusionOk="0">
                  <a:moveTo>
                    <a:pt x="1328" y="1"/>
                  </a:moveTo>
                  <a:lnTo>
                    <a:pt x="164" y="10"/>
                  </a:lnTo>
                  <a:cubicBezTo>
                    <a:pt x="78" y="10"/>
                    <a:pt x="10" y="78"/>
                    <a:pt x="10" y="164"/>
                  </a:cubicBezTo>
                  <a:cubicBezTo>
                    <a:pt x="1" y="328"/>
                    <a:pt x="1" y="491"/>
                    <a:pt x="10" y="654"/>
                  </a:cubicBezTo>
                  <a:cubicBezTo>
                    <a:pt x="10" y="654"/>
                    <a:pt x="170" y="611"/>
                    <a:pt x="367" y="611"/>
                  </a:cubicBezTo>
                  <a:cubicBezTo>
                    <a:pt x="660" y="611"/>
                    <a:pt x="1038" y="707"/>
                    <a:pt x="1107" y="1183"/>
                  </a:cubicBezTo>
                  <a:cubicBezTo>
                    <a:pt x="1222" y="1982"/>
                    <a:pt x="1530" y="4001"/>
                    <a:pt x="4078" y="5732"/>
                  </a:cubicBezTo>
                  <a:cubicBezTo>
                    <a:pt x="4174" y="5501"/>
                    <a:pt x="4136" y="5241"/>
                    <a:pt x="3982" y="5049"/>
                  </a:cubicBezTo>
                  <a:cubicBezTo>
                    <a:pt x="3549" y="4511"/>
                    <a:pt x="2799" y="3722"/>
                    <a:pt x="2203" y="2818"/>
                  </a:cubicBezTo>
                  <a:cubicBezTo>
                    <a:pt x="1655" y="1972"/>
                    <a:pt x="1587" y="933"/>
                    <a:pt x="1655" y="356"/>
                  </a:cubicBezTo>
                  <a:cubicBezTo>
                    <a:pt x="1674" y="164"/>
                    <a:pt x="1520" y="1"/>
                    <a:pt x="1328" y="1"/>
                  </a:cubicBez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47" name="Google Shape;13347;p65"/>
          <p:cNvGrpSpPr/>
          <p:nvPr/>
        </p:nvGrpSpPr>
        <p:grpSpPr>
          <a:xfrm>
            <a:off x="6624146" y="2262129"/>
            <a:ext cx="364130" cy="316726"/>
            <a:chOff x="6625609" y="2446777"/>
            <a:chExt cx="364130" cy="316726"/>
          </a:xfrm>
        </p:grpSpPr>
        <p:sp>
          <p:nvSpPr>
            <p:cNvPr id="13348" name="Google Shape;13348;p65"/>
            <p:cNvSpPr/>
            <p:nvPr/>
          </p:nvSpPr>
          <p:spPr>
            <a:xfrm>
              <a:off x="6657255" y="2495096"/>
              <a:ext cx="265140" cy="240497"/>
            </a:xfrm>
            <a:custGeom>
              <a:avLst/>
              <a:gdLst/>
              <a:ahLst/>
              <a:cxnLst/>
              <a:rect l="l" t="t" r="r" b="b"/>
              <a:pathLst>
                <a:path w="10146" h="9203" extrusionOk="0">
                  <a:moveTo>
                    <a:pt x="1232" y="0"/>
                  </a:moveTo>
                  <a:lnTo>
                    <a:pt x="1" y="808"/>
                  </a:lnTo>
                  <a:lnTo>
                    <a:pt x="1376" y="9203"/>
                  </a:lnTo>
                  <a:lnTo>
                    <a:pt x="10146" y="9203"/>
                  </a:lnTo>
                  <a:lnTo>
                    <a:pt x="1232"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9" name="Google Shape;13349;p65"/>
            <p:cNvSpPr/>
            <p:nvPr/>
          </p:nvSpPr>
          <p:spPr>
            <a:xfrm>
              <a:off x="6693187" y="2495096"/>
              <a:ext cx="264905" cy="240497"/>
            </a:xfrm>
            <a:custGeom>
              <a:avLst/>
              <a:gdLst/>
              <a:ahLst/>
              <a:cxnLst/>
              <a:rect l="l" t="t" r="r" b="b"/>
              <a:pathLst>
                <a:path w="10137" h="9203" extrusionOk="0">
                  <a:moveTo>
                    <a:pt x="8905" y="0"/>
                  </a:moveTo>
                  <a:lnTo>
                    <a:pt x="1" y="9203"/>
                  </a:lnTo>
                  <a:lnTo>
                    <a:pt x="8771" y="9203"/>
                  </a:lnTo>
                  <a:lnTo>
                    <a:pt x="10136" y="808"/>
                  </a:lnTo>
                  <a:lnTo>
                    <a:pt x="8905"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0" name="Google Shape;13350;p65"/>
            <p:cNvSpPr/>
            <p:nvPr/>
          </p:nvSpPr>
          <p:spPr>
            <a:xfrm>
              <a:off x="6693187" y="2617213"/>
              <a:ext cx="229208" cy="118380"/>
            </a:xfrm>
            <a:custGeom>
              <a:avLst/>
              <a:gdLst/>
              <a:ahLst/>
              <a:cxnLst/>
              <a:rect l="l" t="t" r="r" b="b"/>
              <a:pathLst>
                <a:path w="8771" h="4530" extrusionOk="0">
                  <a:moveTo>
                    <a:pt x="4386" y="1"/>
                  </a:moveTo>
                  <a:lnTo>
                    <a:pt x="1" y="4530"/>
                  </a:lnTo>
                  <a:lnTo>
                    <a:pt x="8771" y="4530"/>
                  </a:lnTo>
                  <a:lnTo>
                    <a:pt x="4386" y="1"/>
                  </a:lnTo>
                  <a:close/>
                </a:path>
              </a:pathLst>
            </a:custGeom>
            <a:solidFill>
              <a:srgbClr val="D7DF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1" name="Google Shape;13351;p65"/>
            <p:cNvSpPr/>
            <p:nvPr/>
          </p:nvSpPr>
          <p:spPr>
            <a:xfrm>
              <a:off x="6693187" y="2707945"/>
              <a:ext cx="229208" cy="55558"/>
            </a:xfrm>
            <a:custGeom>
              <a:avLst/>
              <a:gdLst/>
              <a:ahLst/>
              <a:cxnLst/>
              <a:rect l="l" t="t" r="r" b="b"/>
              <a:pathLst>
                <a:path w="8771" h="2126" extrusionOk="0">
                  <a:moveTo>
                    <a:pt x="4386" y="0"/>
                  </a:moveTo>
                  <a:cubicBezTo>
                    <a:pt x="1963" y="0"/>
                    <a:pt x="1" y="481"/>
                    <a:pt x="1" y="1058"/>
                  </a:cubicBezTo>
                  <a:cubicBezTo>
                    <a:pt x="1" y="1645"/>
                    <a:pt x="1963" y="2125"/>
                    <a:pt x="4386" y="2125"/>
                  </a:cubicBezTo>
                  <a:cubicBezTo>
                    <a:pt x="6809" y="2125"/>
                    <a:pt x="8771" y="1645"/>
                    <a:pt x="8771" y="1058"/>
                  </a:cubicBezTo>
                  <a:cubicBezTo>
                    <a:pt x="8771" y="481"/>
                    <a:pt x="6809" y="0"/>
                    <a:pt x="4386"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2" name="Google Shape;13352;p65"/>
            <p:cNvSpPr/>
            <p:nvPr/>
          </p:nvSpPr>
          <p:spPr>
            <a:xfrm>
              <a:off x="6625609" y="2446777"/>
              <a:ext cx="61829" cy="67187"/>
            </a:xfrm>
            <a:custGeom>
              <a:avLst/>
              <a:gdLst/>
              <a:ahLst/>
              <a:cxnLst/>
              <a:rect l="l" t="t" r="r" b="b"/>
              <a:pathLst>
                <a:path w="2366" h="2571" extrusionOk="0">
                  <a:moveTo>
                    <a:pt x="935" y="1"/>
                  </a:moveTo>
                  <a:cubicBezTo>
                    <a:pt x="846" y="1"/>
                    <a:pt x="755" y="27"/>
                    <a:pt x="673" y="80"/>
                  </a:cubicBezTo>
                  <a:lnTo>
                    <a:pt x="279" y="340"/>
                  </a:lnTo>
                  <a:cubicBezTo>
                    <a:pt x="58" y="474"/>
                    <a:pt x="0" y="772"/>
                    <a:pt x="144" y="984"/>
                  </a:cubicBezTo>
                  <a:lnTo>
                    <a:pt x="1193" y="2571"/>
                  </a:lnTo>
                  <a:lnTo>
                    <a:pt x="2366" y="1801"/>
                  </a:lnTo>
                  <a:lnTo>
                    <a:pt x="1318" y="215"/>
                  </a:lnTo>
                  <a:cubicBezTo>
                    <a:pt x="1233" y="75"/>
                    <a:pt x="1087" y="1"/>
                    <a:pt x="935"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3" name="Google Shape;13353;p65"/>
            <p:cNvSpPr/>
            <p:nvPr/>
          </p:nvSpPr>
          <p:spPr>
            <a:xfrm>
              <a:off x="6635409" y="2446777"/>
              <a:ext cx="52030" cy="56629"/>
            </a:xfrm>
            <a:custGeom>
              <a:avLst/>
              <a:gdLst/>
              <a:ahLst/>
              <a:cxnLst/>
              <a:rect l="l" t="t" r="r" b="b"/>
              <a:pathLst>
                <a:path w="1991" h="2167" extrusionOk="0">
                  <a:moveTo>
                    <a:pt x="561" y="1"/>
                  </a:moveTo>
                  <a:cubicBezTo>
                    <a:pt x="471" y="1"/>
                    <a:pt x="380" y="27"/>
                    <a:pt x="298" y="80"/>
                  </a:cubicBezTo>
                  <a:lnTo>
                    <a:pt x="0" y="272"/>
                  </a:lnTo>
                  <a:cubicBezTo>
                    <a:pt x="135" y="292"/>
                    <a:pt x="241" y="369"/>
                    <a:pt x="318" y="474"/>
                  </a:cubicBezTo>
                  <a:lnTo>
                    <a:pt x="1423" y="2167"/>
                  </a:lnTo>
                  <a:lnTo>
                    <a:pt x="1991" y="1801"/>
                  </a:lnTo>
                  <a:lnTo>
                    <a:pt x="952" y="215"/>
                  </a:lnTo>
                  <a:cubicBezTo>
                    <a:pt x="861" y="75"/>
                    <a:pt x="713" y="1"/>
                    <a:pt x="561"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4" name="Google Shape;13354;p65"/>
            <p:cNvSpPr/>
            <p:nvPr/>
          </p:nvSpPr>
          <p:spPr>
            <a:xfrm>
              <a:off x="6632769" y="2475862"/>
              <a:ext cx="72256" cy="50462"/>
            </a:xfrm>
            <a:custGeom>
              <a:avLst/>
              <a:gdLst/>
              <a:ahLst/>
              <a:cxnLst/>
              <a:rect l="l" t="t" r="r" b="b"/>
              <a:pathLst>
                <a:path w="2765" h="1931" extrusionOk="0">
                  <a:moveTo>
                    <a:pt x="2551" y="0"/>
                  </a:moveTo>
                  <a:cubicBezTo>
                    <a:pt x="2536" y="0"/>
                    <a:pt x="2520" y="2"/>
                    <a:pt x="2505" y="6"/>
                  </a:cubicBezTo>
                  <a:lnTo>
                    <a:pt x="1784" y="111"/>
                  </a:lnTo>
                  <a:cubicBezTo>
                    <a:pt x="1755" y="121"/>
                    <a:pt x="1726" y="131"/>
                    <a:pt x="1707" y="140"/>
                  </a:cubicBezTo>
                  <a:lnTo>
                    <a:pt x="553" y="900"/>
                  </a:lnTo>
                  <a:cubicBezTo>
                    <a:pt x="524" y="919"/>
                    <a:pt x="505" y="938"/>
                    <a:pt x="496" y="967"/>
                  </a:cubicBezTo>
                  <a:lnTo>
                    <a:pt x="101" y="1583"/>
                  </a:lnTo>
                  <a:cubicBezTo>
                    <a:pt x="0" y="1744"/>
                    <a:pt x="140" y="1901"/>
                    <a:pt x="282" y="1901"/>
                  </a:cubicBezTo>
                  <a:cubicBezTo>
                    <a:pt x="343" y="1901"/>
                    <a:pt x="404" y="1873"/>
                    <a:pt x="447" y="1804"/>
                  </a:cubicBezTo>
                  <a:lnTo>
                    <a:pt x="553" y="1640"/>
                  </a:lnTo>
                  <a:lnTo>
                    <a:pt x="611" y="1871"/>
                  </a:lnTo>
                  <a:cubicBezTo>
                    <a:pt x="618" y="1906"/>
                    <a:pt x="650" y="1931"/>
                    <a:pt x="686" y="1931"/>
                  </a:cubicBezTo>
                  <a:cubicBezTo>
                    <a:pt x="699" y="1931"/>
                    <a:pt x="713" y="1927"/>
                    <a:pt x="726" y="1919"/>
                  </a:cubicBezTo>
                  <a:lnTo>
                    <a:pt x="2573" y="708"/>
                  </a:lnTo>
                  <a:cubicBezTo>
                    <a:pt x="2611" y="679"/>
                    <a:pt x="2611" y="611"/>
                    <a:pt x="2573" y="583"/>
                  </a:cubicBezTo>
                  <a:lnTo>
                    <a:pt x="2380" y="438"/>
                  </a:lnTo>
                  <a:lnTo>
                    <a:pt x="2563" y="410"/>
                  </a:lnTo>
                  <a:cubicBezTo>
                    <a:pt x="2678" y="400"/>
                    <a:pt x="2765" y="294"/>
                    <a:pt x="2746" y="179"/>
                  </a:cubicBezTo>
                  <a:cubicBezTo>
                    <a:pt x="2737" y="79"/>
                    <a:pt x="2649" y="0"/>
                    <a:pt x="2551"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5" name="Google Shape;13355;p65"/>
            <p:cNvSpPr/>
            <p:nvPr/>
          </p:nvSpPr>
          <p:spPr>
            <a:xfrm>
              <a:off x="6663057" y="2475941"/>
              <a:ext cx="43667" cy="33998"/>
            </a:xfrm>
            <a:custGeom>
              <a:avLst/>
              <a:gdLst/>
              <a:ahLst/>
              <a:cxnLst/>
              <a:rect l="l" t="t" r="r" b="b"/>
              <a:pathLst>
                <a:path w="1671" h="1301" extrusionOk="0">
                  <a:moveTo>
                    <a:pt x="1392" y="0"/>
                  </a:moveTo>
                  <a:cubicBezTo>
                    <a:pt x="1380" y="0"/>
                    <a:pt x="1368" y="1"/>
                    <a:pt x="1356" y="3"/>
                  </a:cubicBezTo>
                  <a:lnTo>
                    <a:pt x="635" y="108"/>
                  </a:lnTo>
                  <a:cubicBezTo>
                    <a:pt x="606" y="118"/>
                    <a:pt x="577" y="128"/>
                    <a:pt x="548" y="137"/>
                  </a:cubicBezTo>
                  <a:lnTo>
                    <a:pt x="0" y="503"/>
                  </a:lnTo>
                  <a:lnTo>
                    <a:pt x="529" y="1301"/>
                  </a:lnTo>
                  <a:lnTo>
                    <a:pt x="1423" y="705"/>
                  </a:lnTo>
                  <a:cubicBezTo>
                    <a:pt x="1471" y="676"/>
                    <a:pt x="1471" y="608"/>
                    <a:pt x="1423" y="580"/>
                  </a:cubicBezTo>
                  <a:lnTo>
                    <a:pt x="1231" y="435"/>
                  </a:lnTo>
                  <a:lnTo>
                    <a:pt x="1414" y="407"/>
                  </a:lnTo>
                  <a:cubicBezTo>
                    <a:pt x="1670" y="361"/>
                    <a:pt x="1630" y="0"/>
                    <a:pt x="1392" y="0"/>
                  </a:cubicBezTo>
                  <a:close/>
                </a:path>
              </a:pathLst>
            </a:custGeom>
            <a:solidFill>
              <a:srgbClr val="C0CD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6" name="Google Shape;13356;p65"/>
            <p:cNvSpPr/>
            <p:nvPr/>
          </p:nvSpPr>
          <p:spPr>
            <a:xfrm>
              <a:off x="6927910" y="2446777"/>
              <a:ext cx="61829" cy="67187"/>
            </a:xfrm>
            <a:custGeom>
              <a:avLst/>
              <a:gdLst/>
              <a:ahLst/>
              <a:cxnLst/>
              <a:rect l="l" t="t" r="r" b="b"/>
              <a:pathLst>
                <a:path w="2366" h="2571" extrusionOk="0">
                  <a:moveTo>
                    <a:pt x="1435" y="1"/>
                  </a:moveTo>
                  <a:cubicBezTo>
                    <a:pt x="1283" y="1"/>
                    <a:pt x="1133" y="75"/>
                    <a:pt x="1048" y="215"/>
                  </a:cubicBezTo>
                  <a:lnTo>
                    <a:pt x="0" y="1801"/>
                  </a:lnTo>
                  <a:lnTo>
                    <a:pt x="1183" y="2571"/>
                  </a:lnTo>
                  <a:lnTo>
                    <a:pt x="2222" y="984"/>
                  </a:lnTo>
                  <a:cubicBezTo>
                    <a:pt x="2366" y="772"/>
                    <a:pt x="2308" y="474"/>
                    <a:pt x="2087" y="340"/>
                  </a:cubicBezTo>
                  <a:lnTo>
                    <a:pt x="1693" y="80"/>
                  </a:lnTo>
                  <a:cubicBezTo>
                    <a:pt x="1614" y="27"/>
                    <a:pt x="1524" y="1"/>
                    <a:pt x="1435"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7" name="Google Shape;13357;p65"/>
            <p:cNvSpPr/>
            <p:nvPr/>
          </p:nvSpPr>
          <p:spPr>
            <a:xfrm>
              <a:off x="6927910" y="2446777"/>
              <a:ext cx="52030" cy="56629"/>
            </a:xfrm>
            <a:custGeom>
              <a:avLst/>
              <a:gdLst/>
              <a:ahLst/>
              <a:cxnLst/>
              <a:rect l="l" t="t" r="r" b="b"/>
              <a:pathLst>
                <a:path w="1991" h="2167" extrusionOk="0">
                  <a:moveTo>
                    <a:pt x="1435" y="1"/>
                  </a:moveTo>
                  <a:cubicBezTo>
                    <a:pt x="1283" y="1"/>
                    <a:pt x="1133" y="75"/>
                    <a:pt x="1048" y="215"/>
                  </a:cubicBezTo>
                  <a:lnTo>
                    <a:pt x="0" y="1801"/>
                  </a:lnTo>
                  <a:lnTo>
                    <a:pt x="568" y="2167"/>
                  </a:lnTo>
                  <a:lnTo>
                    <a:pt x="1673" y="474"/>
                  </a:lnTo>
                  <a:cubicBezTo>
                    <a:pt x="1750" y="369"/>
                    <a:pt x="1866" y="292"/>
                    <a:pt x="1991" y="272"/>
                  </a:cubicBezTo>
                  <a:lnTo>
                    <a:pt x="1693" y="80"/>
                  </a:lnTo>
                  <a:cubicBezTo>
                    <a:pt x="1614" y="27"/>
                    <a:pt x="1524" y="1"/>
                    <a:pt x="1435"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8" name="Google Shape;13358;p65"/>
            <p:cNvSpPr/>
            <p:nvPr/>
          </p:nvSpPr>
          <p:spPr>
            <a:xfrm>
              <a:off x="6910322" y="2475862"/>
              <a:ext cx="72256" cy="50462"/>
            </a:xfrm>
            <a:custGeom>
              <a:avLst/>
              <a:gdLst/>
              <a:ahLst/>
              <a:cxnLst/>
              <a:rect l="l" t="t" r="r" b="b"/>
              <a:pathLst>
                <a:path w="2765" h="1931" extrusionOk="0">
                  <a:moveTo>
                    <a:pt x="215" y="0"/>
                  </a:moveTo>
                  <a:cubicBezTo>
                    <a:pt x="118" y="0"/>
                    <a:pt x="36" y="79"/>
                    <a:pt x="19" y="179"/>
                  </a:cubicBezTo>
                  <a:cubicBezTo>
                    <a:pt x="0" y="294"/>
                    <a:pt x="87" y="400"/>
                    <a:pt x="202" y="410"/>
                  </a:cubicBezTo>
                  <a:lnTo>
                    <a:pt x="385" y="438"/>
                  </a:lnTo>
                  <a:lnTo>
                    <a:pt x="202" y="583"/>
                  </a:lnTo>
                  <a:cubicBezTo>
                    <a:pt x="154" y="611"/>
                    <a:pt x="154" y="679"/>
                    <a:pt x="202" y="708"/>
                  </a:cubicBezTo>
                  <a:lnTo>
                    <a:pt x="2039" y="1919"/>
                  </a:lnTo>
                  <a:cubicBezTo>
                    <a:pt x="2052" y="1927"/>
                    <a:pt x="2066" y="1931"/>
                    <a:pt x="2079" y="1931"/>
                  </a:cubicBezTo>
                  <a:cubicBezTo>
                    <a:pt x="2115" y="1931"/>
                    <a:pt x="2147" y="1906"/>
                    <a:pt x="2154" y="1871"/>
                  </a:cubicBezTo>
                  <a:lnTo>
                    <a:pt x="2212" y="1640"/>
                  </a:lnTo>
                  <a:lnTo>
                    <a:pt x="2318" y="1804"/>
                  </a:lnTo>
                  <a:cubicBezTo>
                    <a:pt x="2361" y="1873"/>
                    <a:pt x="2422" y="1901"/>
                    <a:pt x="2483" y="1901"/>
                  </a:cubicBezTo>
                  <a:cubicBezTo>
                    <a:pt x="2625" y="1901"/>
                    <a:pt x="2765" y="1744"/>
                    <a:pt x="2664" y="1583"/>
                  </a:cubicBezTo>
                  <a:lnTo>
                    <a:pt x="2279" y="967"/>
                  </a:lnTo>
                  <a:cubicBezTo>
                    <a:pt x="2260" y="938"/>
                    <a:pt x="2241" y="919"/>
                    <a:pt x="2212" y="900"/>
                  </a:cubicBezTo>
                  <a:lnTo>
                    <a:pt x="1058" y="140"/>
                  </a:lnTo>
                  <a:cubicBezTo>
                    <a:pt x="1039" y="131"/>
                    <a:pt x="1010" y="121"/>
                    <a:pt x="981" y="111"/>
                  </a:cubicBezTo>
                  <a:lnTo>
                    <a:pt x="260" y="6"/>
                  </a:lnTo>
                  <a:cubicBezTo>
                    <a:pt x="245" y="2"/>
                    <a:pt x="230" y="0"/>
                    <a:pt x="215" y="0"/>
                  </a:cubicBezTo>
                  <a:close/>
                </a:path>
              </a:pathLst>
            </a:custGeom>
            <a:solidFill>
              <a:srgbClr val="C0CD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9" name="Google Shape;13359;p65"/>
            <p:cNvSpPr/>
            <p:nvPr/>
          </p:nvSpPr>
          <p:spPr>
            <a:xfrm>
              <a:off x="6908624" y="2475941"/>
              <a:ext cx="43694" cy="33998"/>
            </a:xfrm>
            <a:custGeom>
              <a:avLst/>
              <a:gdLst/>
              <a:ahLst/>
              <a:cxnLst/>
              <a:rect l="l" t="t" r="r" b="b"/>
              <a:pathLst>
                <a:path w="1672" h="1301" extrusionOk="0">
                  <a:moveTo>
                    <a:pt x="280" y="0"/>
                  </a:moveTo>
                  <a:cubicBezTo>
                    <a:pt x="50" y="0"/>
                    <a:pt x="1" y="361"/>
                    <a:pt x="258" y="407"/>
                  </a:cubicBezTo>
                  <a:lnTo>
                    <a:pt x="440" y="435"/>
                  </a:lnTo>
                  <a:lnTo>
                    <a:pt x="248" y="580"/>
                  </a:lnTo>
                  <a:cubicBezTo>
                    <a:pt x="200" y="608"/>
                    <a:pt x="200" y="676"/>
                    <a:pt x="248" y="705"/>
                  </a:cubicBezTo>
                  <a:lnTo>
                    <a:pt x="1152" y="1301"/>
                  </a:lnTo>
                  <a:lnTo>
                    <a:pt x="1671" y="503"/>
                  </a:lnTo>
                  <a:lnTo>
                    <a:pt x="1123" y="137"/>
                  </a:lnTo>
                  <a:cubicBezTo>
                    <a:pt x="1094" y="128"/>
                    <a:pt x="1075" y="118"/>
                    <a:pt x="1036" y="108"/>
                  </a:cubicBezTo>
                  <a:lnTo>
                    <a:pt x="315" y="3"/>
                  </a:lnTo>
                  <a:cubicBezTo>
                    <a:pt x="303" y="1"/>
                    <a:pt x="292" y="0"/>
                    <a:pt x="280"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60" name="Google Shape;13360;p65"/>
          <p:cNvGrpSpPr/>
          <p:nvPr/>
        </p:nvGrpSpPr>
        <p:grpSpPr>
          <a:xfrm>
            <a:off x="5756181" y="1827703"/>
            <a:ext cx="360628" cy="298825"/>
            <a:chOff x="5757644" y="2012350"/>
            <a:chExt cx="360628" cy="298825"/>
          </a:xfrm>
        </p:grpSpPr>
        <p:sp>
          <p:nvSpPr>
            <p:cNvPr id="13361" name="Google Shape;13361;p65"/>
            <p:cNvSpPr/>
            <p:nvPr/>
          </p:nvSpPr>
          <p:spPr>
            <a:xfrm>
              <a:off x="5768698" y="2012350"/>
              <a:ext cx="338259" cy="164164"/>
            </a:xfrm>
            <a:custGeom>
              <a:avLst/>
              <a:gdLst/>
              <a:ahLst/>
              <a:cxnLst/>
              <a:rect l="l" t="t" r="r" b="b"/>
              <a:pathLst>
                <a:path w="12944" h="6282" extrusionOk="0">
                  <a:moveTo>
                    <a:pt x="111" y="0"/>
                  </a:moveTo>
                  <a:cubicBezTo>
                    <a:pt x="50" y="0"/>
                    <a:pt x="1" y="54"/>
                    <a:pt x="1" y="116"/>
                  </a:cubicBezTo>
                  <a:lnTo>
                    <a:pt x="1" y="6165"/>
                  </a:lnTo>
                  <a:cubicBezTo>
                    <a:pt x="1" y="6235"/>
                    <a:pt x="49" y="6282"/>
                    <a:pt x="109" y="6282"/>
                  </a:cubicBezTo>
                  <a:cubicBezTo>
                    <a:pt x="114" y="6282"/>
                    <a:pt x="120" y="6281"/>
                    <a:pt x="126" y="6280"/>
                  </a:cubicBezTo>
                  <a:cubicBezTo>
                    <a:pt x="2231" y="5953"/>
                    <a:pt x="4354" y="5790"/>
                    <a:pt x="6476" y="5790"/>
                  </a:cubicBezTo>
                  <a:cubicBezTo>
                    <a:pt x="8597" y="5790"/>
                    <a:pt x="10718" y="5953"/>
                    <a:pt x="12819" y="6280"/>
                  </a:cubicBezTo>
                  <a:cubicBezTo>
                    <a:pt x="12824" y="6281"/>
                    <a:pt x="12830" y="6282"/>
                    <a:pt x="12836" y="6282"/>
                  </a:cubicBezTo>
                  <a:cubicBezTo>
                    <a:pt x="12895" y="6282"/>
                    <a:pt x="12944" y="6235"/>
                    <a:pt x="12944" y="6165"/>
                  </a:cubicBezTo>
                  <a:lnTo>
                    <a:pt x="12944" y="116"/>
                  </a:lnTo>
                  <a:cubicBezTo>
                    <a:pt x="12944" y="54"/>
                    <a:pt x="12894" y="0"/>
                    <a:pt x="12833" y="0"/>
                  </a:cubicBezTo>
                  <a:cubicBezTo>
                    <a:pt x="12829" y="0"/>
                    <a:pt x="12824" y="0"/>
                    <a:pt x="12819" y="1"/>
                  </a:cubicBezTo>
                  <a:cubicBezTo>
                    <a:pt x="10722" y="328"/>
                    <a:pt x="8597" y="491"/>
                    <a:pt x="6472" y="501"/>
                  </a:cubicBezTo>
                  <a:cubicBezTo>
                    <a:pt x="4347" y="491"/>
                    <a:pt x="2231" y="328"/>
                    <a:pt x="126" y="1"/>
                  </a:cubicBezTo>
                  <a:cubicBezTo>
                    <a:pt x="121" y="0"/>
                    <a:pt x="116" y="0"/>
                    <a:pt x="111" y="0"/>
                  </a:cubicBezTo>
                  <a:close/>
                </a:path>
              </a:pathLst>
            </a:custGeom>
            <a:solidFill>
              <a:srgbClr val="DEE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2" name="Google Shape;13362;p65"/>
            <p:cNvSpPr/>
            <p:nvPr/>
          </p:nvSpPr>
          <p:spPr>
            <a:xfrm>
              <a:off x="5790571" y="2037934"/>
              <a:ext cx="294775" cy="113180"/>
            </a:xfrm>
            <a:custGeom>
              <a:avLst/>
              <a:gdLst/>
              <a:ahLst/>
              <a:cxnLst/>
              <a:rect l="l" t="t" r="r" b="b"/>
              <a:pathLst>
                <a:path w="11280" h="4331" extrusionOk="0">
                  <a:moveTo>
                    <a:pt x="182" y="0"/>
                  </a:moveTo>
                  <a:cubicBezTo>
                    <a:pt x="80" y="0"/>
                    <a:pt x="0" y="90"/>
                    <a:pt x="0" y="195"/>
                  </a:cubicBezTo>
                  <a:lnTo>
                    <a:pt x="0" y="4138"/>
                  </a:lnTo>
                  <a:cubicBezTo>
                    <a:pt x="0" y="4247"/>
                    <a:pt x="87" y="4331"/>
                    <a:pt x="194" y="4331"/>
                  </a:cubicBezTo>
                  <a:cubicBezTo>
                    <a:pt x="200" y="4331"/>
                    <a:pt x="206" y="4331"/>
                    <a:pt x="212" y="4330"/>
                  </a:cubicBezTo>
                  <a:cubicBezTo>
                    <a:pt x="2015" y="4095"/>
                    <a:pt x="3827" y="3977"/>
                    <a:pt x="5639" y="3977"/>
                  </a:cubicBezTo>
                  <a:cubicBezTo>
                    <a:pt x="7450" y="3977"/>
                    <a:pt x="9260" y="4095"/>
                    <a:pt x="11059" y="4330"/>
                  </a:cubicBezTo>
                  <a:cubicBezTo>
                    <a:pt x="11064" y="4331"/>
                    <a:pt x="11070" y="4331"/>
                    <a:pt x="11076" y="4331"/>
                  </a:cubicBezTo>
                  <a:cubicBezTo>
                    <a:pt x="11184" y="4331"/>
                    <a:pt x="11280" y="4247"/>
                    <a:pt x="11280" y="4138"/>
                  </a:cubicBezTo>
                  <a:lnTo>
                    <a:pt x="11280" y="195"/>
                  </a:lnTo>
                  <a:cubicBezTo>
                    <a:pt x="11280" y="90"/>
                    <a:pt x="11191" y="0"/>
                    <a:pt x="11088" y="0"/>
                  </a:cubicBezTo>
                  <a:cubicBezTo>
                    <a:pt x="11078" y="0"/>
                    <a:pt x="11069" y="1"/>
                    <a:pt x="11059" y="3"/>
                  </a:cubicBezTo>
                  <a:cubicBezTo>
                    <a:pt x="9260" y="234"/>
                    <a:pt x="7453" y="349"/>
                    <a:pt x="5635" y="349"/>
                  </a:cubicBezTo>
                  <a:cubicBezTo>
                    <a:pt x="3827" y="349"/>
                    <a:pt x="2010" y="234"/>
                    <a:pt x="212" y="3"/>
                  </a:cubicBezTo>
                  <a:cubicBezTo>
                    <a:pt x="202" y="1"/>
                    <a:pt x="192" y="0"/>
                    <a:pt x="182" y="0"/>
                  </a:cubicBezTo>
                  <a:close/>
                </a:path>
              </a:pathLst>
            </a:custGeom>
            <a:solidFill>
              <a:srgbClr val="F4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3" name="Google Shape;13363;p65"/>
            <p:cNvSpPr/>
            <p:nvPr/>
          </p:nvSpPr>
          <p:spPr>
            <a:xfrm>
              <a:off x="5871738" y="2201837"/>
              <a:ext cx="66115" cy="55819"/>
            </a:xfrm>
            <a:custGeom>
              <a:avLst/>
              <a:gdLst/>
              <a:ahLst/>
              <a:cxnLst/>
              <a:rect l="l" t="t" r="r" b="b"/>
              <a:pathLst>
                <a:path w="2530" h="2136" extrusionOk="0">
                  <a:moveTo>
                    <a:pt x="692" y="1"/>
                  </a:moveTo>
                  <a:cubicBezTo>
                    <a:pt x="308" y="1"/>
                    <a:pt x="0" y="308"/>
                    <a:pt x="0" y="693"/>
                  </a:cubicBezTo>
                  <a:lnTo>
                    <a:pt x="0" y="2135"/>
                  </a:lnTo>
                  <a:lnTo>
                    <a:pt x="2529" y="2135"/>
                  </a:lnTo>
                  <a:lnTo>
                    <a:pt x="2529" y="693"/>
                  </a:lnTo>
                  <a:cubicBezTo>
                    <a:pt x="2529" y="308"/>
                    <a:pt x="2221" y="1"/>
                    <a:pt x="1837"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4" name="Google Shape;13364;p65"/>
            <p:cNvSpPr/>
            <p:nvPr/>
          </p:nvSpPr>
          <p:spPr>
            <a:xfrm>
              <a:off x="5805649" y="2201837"/>
              <a:ext cx="66115" cy="55819"/>
            </a:xfrm>
            <a:custGeom>
              <a:avLst/>
              <a:gdLst/>
              <a:ahLst/>
              <a:cxnLst/>
              <a:rect l="l" t="t" r="r" b="b"/>
              <a:pathLst>
                <a:path w="2530" h="2136" extrusionOk="0">
                  <a:moveTo>
                    <a:pt x="692" y="1"/>
                  </a:moveTo>
                  <a:cubicBezTo>
                    <a:pt x="308" y="1"/>
                    <a:pt x="0" y="308"/>
                    <a:pt x="0" y="693"/>
                  </a:cubicBezTo>
                  <a:lnTo>
                    <a:pt x="0" y="2135"/>
                  </a:lnTo>
                  <a:lnTo>
                    <a:pt x="2529" y="2135"/>
                  </a:lnTo>
                  <a:lnTo>
                    <a:pt x="2529" y="693"/>
                  </a:lnTo>
                  <a:cubicBezTo>
                    <a:pt x="2529" y="308"/>
                    <a:pt x="2221" y="1"/>
                    <a:pt x="1837"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5" name="Google Shape;13365;p65"/>
            <p:cNvSpPr/>
            <p:nvPr/>
          </p:nvSpPr>
          <p:spPr>
            <a:xfrm>
              <a:off x="5937828" y="2201837"/>
              <a:ext cx="66350" cy="55819"/>
            </a:xfrm>
            <a:custGeom>
              <a:avLst/>
              <a:gdLst/>
              <a:ahLst/>
              <a:cxnLst/>
              <a:rect l="l" t="t" r="r" b="b"/>
              <a:pathLst>
                <a:path w="2539" h="2136" extrusionOk="0">
                  <a:moveTo>
                    <a:pt x="702" y="1"/>
                  </a:moveTo>
                  <a:cubicBezTo>
                    <a:pt x="317" y="1"/>
                    <a:pt x="0" y="308"/>
                    <a:pt x="10" y="693"/>
                  </a:cubicBezTo>
                  <a:lnTo>
                    <a:pt x="10" y="2135"/>
                  </a:lnTo>
                  <a:lnTo>
                    <a:pt x="2539" y="2135"/>
                  </a:lnTo>
                  <a:lnTo>
                    <a:pt x="2539" y="693"/>
                  </a:lnTo>
                  <a:cubicBezTo>
                    <a:pt x="2539" y="308"/>
                    <a:pt x="2231" y="1"/>
                    <a:pt x="1846"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6" name="Google Shape;13366;p65"/>
            <p:cNvSpPr/>
            <p:nvPr/>
          </p:nvSpPr>
          <p:spPr>
            <a:xfrm>
              <a:off x="6004152" y="2201837"/>
              <a:ext cx="66115" cy="55819"/>
            </a:xfrm>
            <a:custGeom>
              <a:avLst/>
              <a:gdLst/>
              <a:ahLst/>
              <a:cxnLst/>
              <a:rect l="l" t="t" r="r" b="b"/>
              <a:pathLst>
                <a:path w="2530" h="2136" extrusionOk="0">
                  <a:moveTo>
                    <a:pt x="693" y="1"/>
                  </a:moveTo>
                  <a:cubicBezTo>
                    <a:pt x="308" y="1"/>
                    <a:pt x="1" y="308"/>
                    <a:pt x="1" y="693"/>
                  </a:cubicBezTo>
                  <a:lnTo>
                    <a:pt x="1" y="2135"/>
                  </a:lnTo>
                  <a:lnTo>
                    <a:pt x="2530" y="2135"/>
                  </a:lnTo>
                  <a:lnTo>
                    <a:pt x="2530" y="693"/>
                  </a:lnTo>
                  <a:cubicBezTo>
                    <a:pt x="2530" y="308"/>
                    <a:pt x="2222" y="1"/>
                    <a:pt x="1837"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7" name="Google Shape;13367;p65"/>
            <p:cNvSpPr/>
            <p:nvPr/>
          </p:nvSpPr>
          <p:spPr>
            <a:xfrm>
              <a:off x="6020485" y="2201837"/>
              <a:ext cx="49782" cy="55558"/>
            </a:xfrm>
            <a:custGeom>
              <a:avLst/>
              <a:gdLst/>
              <a:ahLst/>
              <a:cxnLst/>
              <a:rect l="l" t="t" r="r" b="b"/>
              <a:pathLst>
                <a:path w="1905" h="2126" extrusionOk="0">
                  <a:moveTo>
                    <a:pt x="1" y="1"/>
                  </a:moveTo>
                  <a:cubicBezTo>
                    <a:pt x="357" y="39"/>
                    <a:pt x="635" y="337"/>
                    <a:pt x="635" y="693"/>
                  </a:cubicBezTo>
                  <a:lnTo>
                    <a:pt x="635" y="2126"/>
                  </a:lnTo>
                  <a:lnTo>
                    <a:pt x="1905" y="2126"/>
                  </a:lnTo>
                  <a:lnTo>
                    <a:pt x="1905" y="693"/>
                  </a:lnTo>
                  <a:cubicBezTo>
                    <a:pt x="1905" y="308"/>
                    <a:pt x="1597" y="1"/>
                    <a:pt x="1212" y="1"/>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8" name="Google Shape;13368;p65"/>
            <p:cNvSpPr/>
            <p:nvPr/>
          </p:nvSpPr>
          <p:spPr>
            <a:xfrm>
              <a:off x="5954396" y="2201837"/>
              <a:ext cx="49782" cy="55558"/>
            </a:xfrm>
            <a:custGeom>
              <a:avLst/>
              <a:gdLst/>
              <a:ahLst/>
              <a:cxnLst/>
              <a:rect l="l" t="t" r="r" b="b"/>
              <a:pathLst>
                <a:path w="1905" h="2126" extrusionOk="0">
                  <a:moveTo>
                    <a:pt x="1" y="1"/>
                  </a:moveTo>
                  <a:cubicBezTo>
                    <a:pt x="357" y="39"/>
                    <a:pt x="626" y="337"/>
                    <a:pt x="635" y="693"/>
                  </a:cubicBezTo>
                  <a:lnTo>
                    <a:pt x="635" y="2126"/>
                  </a:lnTo>
                  <a:lnTo>
                    <a:pt x="1905" y="2126"/>
                  </a:lnTo>
                  <a:lnTo>
                    <a:pt x="1905" y="693"/>
                  </a:lnTo>
                  <a:cubicBezTo>
                    <a:pt x="1905" y="308"/>
                    <a:pt x="1597" y="1"/>
                    <a:pt x="1212" y="1"/>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9" name="Google Shape;13369;p65"/>
            <p:cNvSpPr/>
            <p:nvPr/>
          </p:nvSpPr>
          <p:spPr>
            <a:xfrm>
              <a:off x="5888071" y="2201837"/>
              <a:ext cx="49782" cy="55558"/>
            </a:xfrm>
            <a:custGeom>
              <a:avLst/>
              <a:gdLst/>
              <a:ahLst/>
              <a:cxnLst/>
              <a:rect l="l" t="t" r="r" b="b"/>
              <a:pathLst>
                <a:path w="1905" h="2126" extrusionOk="0">
                  <a:moveTo>
                    <a:pt x="0" y="1"/>
                  </a:moveTo>
                  <a:cubicBezTo>
                    <a:pt x="356" y="39"/>
                    <a:pt x="625" y="337"/>
                    <a:pt x="625" y="693"/>
                  </a:cubicBezTo>
                  <a:lnTo>
                    <a:pt x="625" y="2126"/>
                  </a:lnTo>
                  <a:lnTo>
                    <a:pt x="1904" y="2126"/>
                  </a:lnTo>
                  <a:lnTo>
                    <a:pt x="1904" y="693"/>
                  </a:lnTo>
                  <a:cubicBezTo>
                    <a:pt x="1904" y="308"/>
                    <a:pt x="1587" y="1"/>
                    <a:pt x="1212" y="1"/>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0" name="Google Shape;13370;p65"/>
            <p:cNvSpPr/>
            <p:nvPr/>
          </p:nvSpPr>
          <p:spPr>
            <a:xfrm>
              <a:off x="5822217" y="2201837"/>
              <a:ext cx="49782" cy="55558"/>
            </a:xfrm>
            <a:custGeom>
              <a:avLst/>
              <a:gdLst/>
              <a:ahLst/>
              <a:cxnLst/>
              <a:rect l="l" t="t" r="r" b="b"/>
              <a:pathLst>
                <a:path w="1905" h="2126" extrusionOk="0">
                  <a:moveTo>
                    <a:pt x="1" y="1"/>
                  </a:moveTo>
                  <a:cubicBezTo>
                    <a:pt x="357" y="39"/>
                    <a:pt x="626" y="337"/>
                    <a:pt x="635" y="693"/>
                  </a:cubicBezTo>
                  <a:lnTo>
                    <a:pt x="635" y="2126"/>
                  </a:lnTo>
                  <a:lnTo>
                    <a:pt x="1905" y="2126"/>
                  </a:lnTo>
                  <a:lnTo>
                    <a:pt x="1905" y="693"/>
                  </a:lnTo>
                  <a:cubicBezTo>
                    <a:pt x="1905" y="308"/>
                    <a:pt x="1597" y="1"/>
                    <a:pt x="1212" y="1"/>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1" name="Google Shape;13371;p65"/>
            <p:cNvSpPr/>
            <p:nvPr/>
          </p:nvSpPr>
          <p:spPr>
            <a:xfrm>
              <a:off x="5772461" y="2240539"/>
              <a:ext cx="66115" cy="55819"/>
            </a:xfrm>
            <a:custGeom>
              <a:avLst/>
              <a:gdLst/>
              <a:ahLst/>
              <a:cxnLst/>
              <a:rect l="l" t="t" r="r" b="b"/>
              <a:pathLst>
                <a:path w="2530" h="2136" extrusionOk="0">
                  <a:moveTo>
                    <a:pt x="693" y="0"/>
                  </a:moveTo>
                  <a:cubicBezTo>
                    <a:pt x="309" y="0"/>
                    <a:pt x="1" y="318"/>
                    <a:pt x="1" y="702"/>
                  </a:cubicBezTo>
                  <a:lnTo>
                    <a:pt x="1" y="2135"/>
                  </a:lnTo>
                  <a:lnTo>
                    <a:pt x="2530" y="2135"/>
                  </a:lnTo>
                  <a:lnTo>
                    <a:pt x="2530" y="702"/>
                  </a:lnTo>
                  <a:cubicBezTo>
                    <a:pt x="2530" y="318"/>
                    <a:pt x="2222" y="0"/>
                    <a:pt x="183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2" name="Google Shape;13372;p65"/>
            <p:cNvSpPr/>
            <p:nvPr/>
          </p:nvSpPr>
          <p:spPr>
            <a:xfrm>
              <a:off x="5838550" y="2240539"/>
              <a:ext cx="66377" cy="55819"/>
            </a:xfrm>
            <a:custGeom>
              <a:avLst/>
              <a:gdLst/>
              <a:ahLst/>
              <a:cxnLst/>
              <a:rect l="l" t="t" r="r" b="b"/>
              <a:pathLst>
                <a:path w="2540" h="2136" extrusionOk="0">
                  <a:moveTo>
                    <a:pt x="703" y="0"/>
                  </a:moveTo>
                  <a:cubicBezTo>
                    <a:pt x="318" y="0"/>
                    <a:pt x="1" y="318"/>
                    <a:pt x="1" y="702"/>
                  </a:cubicBezTo>
                  <a:lnTo>
                    <a:pt x="1" y="2135"/>
                  </a:lnTo>
                  <a:lnTo>
                    <a:pt x="2539" y="2135"/>
                  </a:lnTo>
                  <a:lnTo>
                    <a:pt x="2539" y="702"/>
                  </a:lnTo>
                  <a:cubicBezTo>
                    <a:pt x="2539" y="318"/>
                    <a:pt x="2232" y="0"/>
                    <a:pt x="184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3" name="Google Shape;13373;p65"/>
            <p:cNvSpPr/>
            <p:nvPr/>
          </p:nvSpPr>
          <p:spPr>
            <a:xfrm>
              <a:off x="5904901" y="2240539"/>
              <a:ext cx="66115" cy="55819"/>
            </a:xfrm>
            <a:custGeom>
              <a:avLst/>
              <a:gdLst/>
              <a:ahLst/>
              <a:cxnLst/>
              <a:rect l="l" t="t" r="r" b="b"/>
              <a:pathLst>
                <a:path w="2530" h="2136" extrusionOk="0">
                  <a:moveTo>
                    <a:pt x="693" y="0"/>
                  </a:moveTo>
                  <a:cubicBezTo>
                    <a:pt x="308" y="0"/>
                    <a:pt x="0" y="318"/>
                    <a:pt x="0" y="702"/>
                  </a:cubicBezTo>
                  <a:lnTo>
                    <a:pt x="0" y="2135"/>
                  </a:lnTo>
                  <a:lnTo>
                    <a:pt x="2529" y="2135"/>
                  </a:lnTo>
                  <a:lnTo>
                    <a:pt x="2529" y="702"/>
                  </a:lnTo>
                  <a:cubicBezTo>
                    <a:pt x="2529" y="318"/>
                    <a:pt x="2222" y="0"/>
                    <a:pt x="183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4" name="Google Shape;13374;p65"/>
            <p:cNvSpPr/>
            <p:nvPr/>
          </p:nvSpPr>
          <p:spPr>
            <a:xfrm>
              <a:off x="5970990" y="2240539"/>
              <a:ext cx="66377" cy="55819"/>
            </a:xfrm>
            <a:custGeom>
              <a:avLst/>
              <a:gdLst/>
              <a:ahLst/>
              <a:cxnLst/>
              <a:rect l="l" t="t" r="r" b="b"/>
              <a:pathLst>
                <a:path w="2540" h="2136" extrusionOk="0">
                  <a:moveTo>
                    <a:pt x="702" y="0"/>
                  </a:moveTo>
                  <a:cubicBezTo>
                    <a:pt x="318" y="0"/>
                    <a:pt x="0" y="318"/>
                    <a:pt x="0" y="702"/>
                  </a:cubicBezTo>
                  <a:lnTo>
                    <a:pt x="0" y="2135"/>
                  </a:lnTo>
                  <a:lnTo>
                    <a:pt x="2539" y="2135"/>
                  </a:lnTo>
                  <a:lnTo>
                    <a:pt x="2539" y="702"/>
                  </a:lnTo>
                  <a:cubicBezTo>
                    <a:pt x="2539" y="318"/>
                    <a:pt x="2222" y="0"/>
                    <a:pt x="183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5" name="Google Shape;13375;p65"/>
            <p:cNvSpPr/>
            <p:nvPr/>
          </p:nvSpPr>
          <p:spPr>
            <a:xfrm>
              <a:off x="6037340" y="2240539"/>
              <a:ext cx="66115" cy="55819"/>
            </a:xfrm>
            <a:custGeom>
              <a:avLst/>
              <a:gdLst/>
              <a:ahLst/>
              <a:cxnLst/>
              <a:rect l="l" t="t" r="r" b="b"/>
              <a:pathLst>
                <a:path w="2530" h="2136" extrusionOk="0">
                  <a:moveTo>
                    <a:pt x="692" y="0"/>
                  </a:moveTo>
                  <a:cubicBezTo>
                    <a:pt x="308" y="0"/>
                    <a:pt x="0" y="318"/>
                    <a:pt x="0" y="702"/>
                  </a:cubicBezTo>
                  <a:lnTo>
                    <a:pt x="0" y="2135"/>
                  </a:lnTo>
                  <a:lnTo>
                    <a:pt x="2529" y="2135"/>
                  </a:lnTo>
                  <a:lnTo>
                    <a:pt x="2529" y="702"/>
                  </a:lnTo>
                  <a:cubicBezTo>
                    <a:pt x="2529" y="318"/>
                    <a:pt x="2221" y="0"/>
                    <a:pt x="183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6" name="Google Shape;13376;p65"/>
            <p:cNvSpPr/>
            <p:nvPr/>
          </p:nvSpPr>
          <p:spPr>
            <a:xfrm>
              <a:off x="6053673" y="2240539"/>
              <a:ext cx="49782" cy="55819"/>
            </a:xfrm>
            <a:custGeom>
              <a:avLst/>
              <a:gdLst/>
              <a:ahLst/>
              <a:cxnLst/>
              <a:rect l="l" t="t" r="r" b="b"/>
              <a:pathLst>
                <a:path w="1905" h="2136" extrusionOk="0">
                  <a:moveTo>
                    <a:pt x="0" y="0"/>
                  </a:moveTo>
                  <a:cubicBezTo>
                    <a:pt x="356" y="39"/>
                    <a:pt x="635" y="337"/>
                    <a:pt x="635" y="693"/>
                  </a:cubicBezTo>
                  <a:lnTo>
                    <a:pt x="635" y="2135"/>
                  </a:lnTo>
                  <a:lnTo>
                    <a:pt x="1904" y="2135"/>
                  </a:lnTo>
                  <a:lnTo>
                    <a:pt x="1904" y="702"/>
                  </a:lnTo>
                  <a:cubicBezTo>
                    <a:pt x="1904" y="318"/>
                    <a:pt x="1596" y="0"/>
                    <a:pt x="121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7" name="Google Shape;13377;p65"/>
            <p:cNvSpPr/>
            <p:nvPr/>
          </p:nvSpPr>
          <p:spPr>
            <a:xfrm>
              <a:off x="5987584" y="2240539"/>
              <a:ext cx="49782" cy="55819"/>
            </a:xfrm>
            <a:custGeom>
              <a:avLst/>
              <a:gdLst/>
              <a:ahLst/>
              <a:cxnLst/>
              <a:rect l="l" t="t" r="r" b="b"/>
              <a:pathLst>
                <a:path w="1905" h="2136" extrusionOk="0">
                  <a:moveTo>
                    <a:pt x="0" y="0"/>
                  </a:moveTo>
                  <a:cubicBezTo>
                    <a:pt x="356" y="39"/>
                    <a:pt x="625" y="337"/>
                    <a:pt x="625" y="693"/>
                  </a:cubicBezTo>
                  <a:lnTo>
                    <a:pt x="625" y="2135"/>
                  </a:lnTo>
                  <a:lnTo>
                    <a:pt x="1904" y="2135"/>
                  </a:lnTo>
                  <a:lnTo>
                    <a:pt x="1904" y="702"/>
                  </a:lnTo>
                  <a:cubicBezTo>
                    <a:pt x="1904" y="318"/>
                    <a:pt x="1587" y="0"/>
                    <a:pt x="120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8" name="Google Shape;13378;p65"/>
            <p:cNvSpPr/>
            <p:nvPr/>
          </p:nvSpPr>
          <p:spPr>
            <a:xfrm>
              <a:off x="5921233" y="2240539"/>
              <a:ext cx="49782" cy="55819"/>
            </a:xfrm>
            <a:custGeom>
              <a:avLst/>
              <a:gdLst/>
              <a:ahLst/>
              <a:cxnLst/>
              <a:rect l="l" t="t" r="r" b="b"/>
              <a:pathLst>
                <a:path w="1905" h="2136" extrusionOk="0">
                  <a:moveTo>
                    <a:pt x="0" y="0"/>
                  </a:moveTo>
                  <a:cubicBezTo>
                    <a:pt x="356" y="39"/>
                    <a:pt x="626" y="337"/>
                    <a:pt x="626" y="693"/>
                  </a:cubicBezTo>
                  <a:lnTo>
                    <a:pt x="626" y="2135"/>
                  </a:lnTo>
                  <a:lnTo>
                    <a:pt x="1904" y="2135"/>
                  </a:lnTo>
                  <a:lnTo>
                    <a:pt x="1904" y="702"/>
                  </a:lnTo>
                  <a:cubicBezTo>
                    <a:pt x="1904" y="318"/>
                    <a:pt x="1587" y="0"/>
                    <a:pt x="120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9" name="Google Shape;13379;p65"/>
            <p:cNvSpPr/>
            <p:nvPr/>
          </p:nvSpPr>
          <p:spPr>
            <a:xfrm>
              <a:off x="5854883" y="2240539"/>
              <a:ext cx="49782" cy="55819"/>
            </a:xfrm>
            <a:custGeom>
              <a:avLst/>
              <a:gdLst/>
              <a:ahLst/>
              <a:cxnLst/>
              <a:rect l="l" t="t" r="r" b="b"/>
              <a:pathLst>
                <a:path w="1905" h="2136" extrusionOk="0">
                  <a:moveTo>
                    <a:pt x="1" y="0"/>
                  </a:moveTo>
                  <a:cubicBezTo>
                    <a:pt x="357" y="39"/>
                    <a:pt x="636" y="337"/>
                    <a:pt x="636" y="693"/>
                  </a:cubicBezTo>
                  <a:lnTo>
                    <a:pt x="636" y="2135"/>
                  </a:lnTo>
                  <a:lnTo>
                    <a:pt x="1905" y="2135"/>
                  </a:lnTo>
                  <a:lnTo>
                    <a:pt x="1905" y="702"/>
                  </a:lnTo>
                  <a:cubicBezTo>
                    <a:pt x="1905" y="318"/>
                    <a:pt x="1597" y="0"/>
                    <a:pt x="1212"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0" name="Google Shape;13380;p65"/>
            <p:cNvSpPr/>
            <p:nvPr/>
          </p:nvSpPr>
          <p:spPr>
            <a:xfrm>
              <a:off x="5788794" y="2240539"/>
              <a:ext cx="49782" cy="55819"/>
            </a:xfrm>
            <a:custGeom>
              <a:avLst/>
              <a:gdLst/>
              <a:ahLst/>
              <a:cxnLst/>
              <a:rect l="l" t="t" r="r" b="b"/>
              <a:pathLst>
                <a:path w="1905" h="2136" extrusionOk="0">
                  <a:moveTo>
                    <a:pt x="1" y="0"/>
                  </a:moveTo>
                  <a:cubicBezTo>
                    <a:pt x="357" y="39"/>
                    <a:pt x="626" y="337"/>
                    <a:pt x="626" y="693"/>
                  </a:cubicBezTo>
                  <a:lnTo>
                    <a:pt x="626" y="2135"/>
                  </a:lnTo>
                  <a:lnTo>
                    <a:pt x="1905" y="2135"/>
                  </a:lnTo>
                  <a:lnTo>
                    <a:pt x="1905" y="702"/>
                  </a:lnTo>
                  <a:cubicBezTo>
                    <a:pt x="1905" y="318"/>
                    <a:pt x="1587" y="0"/>
                    <a:pt x="1203"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1" name="Google Shape;13381;p65"/>
            <p:cNvSpPr/>
            <p:nvPr/>
          </p:nvSpPr>
          <p:spPr>
            <a:xfrm>
              <a:off x="5757644" y="2292308"/>
              <a:ext cx="360628" cy="18868"/>
            </a:xfrm>
            <a:custGeom>
              <a:avLst/>
              <a:gdLst/>
              <a:ahLst/>
              <a:cxnLst/>
              <a:rect l="l" t="t" r="r" b="b"/>
              <a:pathLst>
                <a:path w="13800" h="722" extrusionOk="0">
                  <a:moveTo>
                    <a:pt x="49" y="0"/>
                  </a:moveTo>
                  <a:cubicBezTo>
                    <a:pt x="20" y="0"/>
                    <a:pt x="0" y="20"/>
                    <a:pt x="0" y="48"/>
                  </a:cubicBezTo>
                  <a:lnTo>
                    <a:pt x="0" y="673"/>
                  </a:lnTo>
                  <a:cubicBezTo>
                    <a:pt x="0" y="702"/>
                    <a:pt x="20" y="722"/>
                    <a:pt x="49" y="722"/>
                  </a:cubicBezTo>
                  <a:lnTo>
                    <a:pt x="13742" y="722"/>
                  </a:lnTo>
                  <a:cubicBezTo>
                    <a:pt x="13771" y="722"/>
                    <a:pt x="13799" y="702"/>
                    <a:pt x="13799" y="673"/>
                  </a:cubicBezTo>
                  <a:lnTo>
                    <a:pt x="13799" y="48"/>
                  </a:lnTo>
                  <a:cubicBezTo>
                    <a:pt x="13799" y="20"/>
                    <a:pt x="13771" y="0"/>
                    <a:pt x="13742"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2" name="Google Shape;13382;p65"/>
            <p:cNvSpPr/>
            <p:nvPr/>
          </p:nvSpPr>
          <p:spPr>
            <a:xfrm>
              <a:off x="5757644" y="2292308"/>
              <a:ext cx="360628" cy="18868"/>
            </a:xfrm>
            <a:custGeom>
              <a:avLst/>
              <a:gdLst/>
              <a:ahLst/>
              <a:cxnLst/>
              <a:rect l="l" t="t" r="r" b="b"/>
              <a:pathLst>
                <a:path w="13800" h="722" extrusionOk="0">
                  <a:moveTo>
                    <a:pt x="12347" y="0"/>
                  </a:moveTo>
                  <a:lnTo>
                    <a:pt x="12347" y="443"/>
                  </a:lnTo>
                  <a:cubicBezTo>
                    <a:pt x="12347" y="472"/>
                    <a:pt x="12328" y="491"/>
                    <a:pt x="12299" y="491"/>
                  </a:cubicBezTo>
                  <a:lnTo>
                    <a:pt x="0" y="491"/>
                  </a:lnTo>
                  <a:lnTo>
                    <a:pt x="0" y="673"/>
                  </a:lnTo>
                  <a:cubicBezTo>
                    <a:pt x="0" y="702"/>
                    <a:pt x="20" y="722"/>
                    <a:pt x="49" y="722"/>
                  </a:cubicBezTo>
                  <a:lnTo>
                    <a:pt x="13742" y="722"/>
                  </a:lnTo>
                  <a:cubicBezTo>
                    <a:pt x="13771" y="722"/>
                    <a:pt x="13799" y="702"/>
                    <a:pt x="13799" y="673"/>
                  </a:cubicBezTo>
                  <a:lnTo>
                    <a:pt x="13799" y="48"/>
                  </a:lnTo>
                  <a:cubicBezTo>
                    <a:pt x="13799" y="20"/>
                    <a:pt x="13771" y="0"/>
                    <a:pt x="13742" y="0"/>
                  </a:cubicBez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83" name="Google Shape;13383;p65"/>
          <p:cNvGrpSpPr/>
          <p:nvPr/>
        </p:nvGrpSpPr>
        <p:grpSpPr>
          <a:xfrm>
            <a:off x="5316162" y="1798826"/>
            <a:ext cx="360628" cy="356839"/>
            <a:chOff x="5317625" y="1983474"/>
            <a:chExt cx="360628" cy="356839"/>
          </a:xfrm>
        </p:grpSpPr>
        <p:sp>
          <p:nvSpPr>
            <p:cNvPr id="13384" name="Google Shape;13384;p65"/>
            <p:cNvSpPr/>
            <p:nvPr/>
          </p:nvSpPr>
          <p:spPr>
            <a:xfrm>
              <a:off x="5642295" y="2050817"/>
              <a:ext cx="22134" cy="199051"/>
            </a:xfrm>
            <a:custGeom>
              <a:avLst/>
              <a:gdLst/>
              <a:ahLst/>
              <a:cxnLst/>
              <a:rect l="l" t="t" r="r" b="b"/>
              <a:pathLst>
                <a:path w="847" h="7617" extrusionOk="0">
                  <a:moveTo>
                    <a:pt x="1" y="0"/>
                  </a:moveTo>
                  <a:lnTo>
                    <a:pt x="1" y="7616"/>
                  </a:lnTo>
                  <a:lnTo>
                    <a:pt x="847" y="7616"/>
                  </a:lnTo>
                  <a:lnTo>
                    <a:pt x="847"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5" name="Google Shape;13385;p65"/>
            <p:cNvSpPr/>
            <p:nvPr/>
          </p:nvSpPr>
          <p:spPr>
            <a:xfrm>
              <a:off x="5653349" y="2050817"/>
              <a:ext cx="10845" cy="199051"/>
            </a:xfrm>
            <a:custGeom>
              <a:avLst/>
              <a:gdLst/>
              <a:ahLst/>
              <a:cxnLst/>
              <a:rect l="l" t="t" r="r" b="b"/>
              <a:pathLst>
                <a:path w="415" h="7617" extrusionOk="0">
                  <a:moveTo>
                    <a:pt x="1" y="0"/>
                  </a:moveTo>
                  <a:lnTo>
                    <a:pt x="1" y="7616"/>
                  </a:lnTo>
                  <a:lnTo>
                    <a:pt x="414" y="7616"/>
                  </a:lnTo>
                  <a:lnTo>
                    <a:pt x="414"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6" name="Google Shape;13386;p65"/>
            <p:cNvSpPr/>
            <p:nvPr/>
          </p:nvSpPr>
          <p:spPr>
            <a:xfrm>
              <a:off x="5635762" y="2216419"/>
              <a:ext cx="35200" cy="123894"/>
            </a:xfrm>
            <a:custGeom>
              <a:avLst/>
              <a:gdLst/>
              <a:ahLst/>
              <a:cxnLst/>
              <a:rect l="l" t="t" r="r" b="b"/>
              <a:pathLst>
                <a:path w="1347" h="4741" extrusionOk="0">
                  <a:moveTo>
                    <a:pt x="260" y="0"/>
                  </a:moveTo>
                  <a:lnTo>
                    <a:pt x="20" y="4356"/>
                  </a:lnTo>
                  <a:cubicBezTo>
                    <a:pt x="1" y="4568"/>
                    <a:pt x="174" y="4741"/>
                    <a:pt x="376" y="4741"/>
                  </a:cubicBezTo>
                  <a:lnTo>
                    <a:pt x="972" y="4741"/>
                  </a:lnTo>
                  <a:cubicBezTo>
                    <a:pt x="1183" y="4741"/>
                    <a:pt x="1347" y="4568"/>
                    <a:pt x="1337" y="4356"/>
                  </a:cubicBezTo>
                  <a:lnTo>
                    <a:pt x="1097" y="0"/>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7" name="Google Shape;13387;p65"/>
            <p:cNvSpPr/>
            <p:nvPr/>
          </p:nvSpPr>
          <p:spPr>
            <a:xfrm>
              <a:off x="5630980" y="2036732"/>
              <a:ext cx="47274" cy="36220"/>
            </a:xfrm>
            <a:custGeom>
              <a:avLst/>
              <a:gdLst/>
              <a:ahLst/>
              <a:cxnLst/>
              <a:rect l="l" t="t" r="r" b="b"/>
              <a:pathLst>
                <a:path w="1809" h="1386" extrusionOk="0">
                  <a:moveTo>
                    <a:pt x="1" y="1"/>
                  </a:moveTo>
                  <a:lnTo>
                    <a:pt x="1" y="1386"/>
                  </a:lnTo>
                  <a:lnTo>
                    <a:pt x="1155" y="1386"/>
                  </a:lnTo>
                  <a:cubicBezTo>
                    <a:pt x="1511" y="1386"/>
                    <a:pt x="1809" y="1097"/>
                    <a:pt x="1809" y="741"/>
                  </a:cubicBezTo>
                  <a:lnTo>
                    <a:pt x="1809" y="655"/>
                  </a:lnTo>
                  <a:cubicBezTo>
                    <a:pt x="1809" y="299"/>
                    <a:pt x="1520" y="1"/>
                    <a:pt x="1155" y="1"/>
                  </a:cubicBezTo>
                  <a:close/>
                </a:path>
              </a:pathLst>
            </a:custGeom>
            <a:solidFill>
              <a:srgbClr val="BD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8" name="Google Shape;13388;p65"/>
            <p:cNvSpPr/>
            <p:nvPr/>
          </p:nvSpPr>
          <p:spPr>
            <a:xfrm>
              <a:off x="5461380" y="1986740"/>
              <a:ext cx="48267" cy="48267"/>
            </a:xfrm>
            <a:custGeom>
              <a:avLst/>
              <a:gdLst/>
              <a:ahLst/>
              <a:cxnLst/>
              <a:rect l="l" t="t" r="r" b="b"/>
              <a:pathLst>
                <a:path w="1847" h="1847" extrusionOk="0">
                  <a:moveTo>
                    <a:pt x="923" y="0"/>
                  </a:moveTo>
                  <a:cubicBezTo>
                    <a:pt x="414" y="0"/>
                    <a:pt x="0" y="414"/>
                    <a:pt x="0" y="923"/>
                  </a:cubicBezTo>
                  <a:cubicBezTo>
                    <a:pt x="0" y="1433"/>
                    <a:pt x="414" y="1847"/>
                    <a:pt x="923" y="1847"/>
                  </a:cubicBezTo>
                  <a:cubicBezTo>
                    <a:pt x="1433" y="1847"/>
                    <a:pt x="1846" y="1433"/>
                    <a:pt x="1846" y="923"/>
                  </a:cubicBezTo>
                  <a:cubicBezTo>
                    <a:pt x="1846" y="414"/>
                    <a:pt x="1433" y="0"/>
                    <a:pt x="923"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9" name="Google Shape;13389;p65"/>
            <p:cNvSpPr/>
            <p:nvPr/>
          </p:nvSpPr>
          <p:spPr>
            <a:xfrm>
              <a:off x="5471937" y="1997298"/>
              <a:ext cx="27152" cy="27152"/>
            </a:xfrm>
            <a:custGeom>
              <a:avLst/>
              <a:gdLst/>
              <a:ahLst/>
              <a:cxnLst/>
              <a:rect l="l" t="t" r="r" b="b"/>
              <a:pathLst>
                <a:path w="1039" h="1039" extrusionOk="0">
                  <a:moveTo>
                    <a:pt x="519" y="0"/>
                  </a:moveTo>
                  <a:cubicBezTo>
                    <a:pt x="231" y="0"/>
                    <a:pt x="0" y="231"/>
                    <a:pt x="0" y="519"/>
                  </a:cubicBezTo>
                  <a:cubicBezTo>
                    <a:pt x="0" y="808"/>
                    <a:pt x="231" y="1039"/>
                    <a:pt x="519" y="1039"/>
                  </a:cubicBezTo>
                  <a:cubicBezTo>
                    <a:pt x="808" y="1039"/>
                    <a:pt x="1039" y="808"/>
                    <a:pt x="1039" y="519"/>
                  </a:cubicBezTo>
                  <a:cubicBezTo>
                    <a:pt x="1039" y="231"/>
                    <a:pt x="808" y="0"/>
                    <a:pt x="519" y="0"/>
                  </a:cubicBezTo>
                  <a:close/>
                </a:path>
              </a:pathLst>
            </a:custGeom>
            <a:solidFill>
              <a:srgbClr val="BD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0" name="Google Shape;13390;p65"/>
            <p:cNvSpPr/>
            <p:nvPr/>
          </p:nvSpPr>
          <p:spPr>
            <a:xfrm>
              <a:off x="5416380" y="2011932"/>
              <a:ext cx="138241" cy="62248"/>
            </a:xfrm>
            <a:custGeom>
              <a:avLst/>
              <a:gdLst/>
              <a:ahLst/>
              <a:cxnLst/>
              <a:rect l="l" t="t" r="r" b="b"/>
              <a:pathLst>
                <a:path w="5290" h="2382" extrusionOk="0">
                  <a:moveTo>
                    <a:pt x="2642" y="0"/>
                  </a:moveTo>
                  <a:cubicBezTo>
                    <a:pt x="2448" y="0"/>
                    <a:pt x="2256" y="41"/>
                    <a:pt x="2078" y="123"/>
                  </a:cubicBezTo>
                  <a:lnTo>
                    <a:pt x="299" y="950"/>
                  </a:lnTo>
                  <a:cubicBezTo>
                    <a:pt x="87" y="1056"/>
                    <a:pt x="1" y="1306"/>
                    <a:pt x="97" y="1517"/>
                  </a:cubicBezTo>
                  <a:lnTo>
                    <a:pt x="386" y="2133"/>
                  </a:lnTo>
                  <a:cubicBezTo>
                    <a:pt x="456" y="2288"/>
                    <a:pt x="610" y="2382"/>
                    <a:pt x="775" y="2382"/>
                  </a:cubicBezTo>
                  <a:cubicBezTo>
                    <a:pt x="834" y="2382"/>
                    <a:pt x="894" y="2370"/>
                    <a:pt x="953" y="2344"/>
                  </a:cubicBezTo>
                  <a:lnTo>
                    <a:pt x="2078" y="1815"/>
                  </a:lnTo>
                  <a:cubicBezTo>
                    <a:pt x="2256" y="1734"/>
                    <a:pt x="2451" y="1693"/>
                    <a:pt x="2645" y="1693"/>
                  </a:cubicBezTo>
                  <a:cubicBezTo>
                    <a:pt x="2840" y="1693"/>
                    <a:pt x="3035" y="1734"/>
                    <a:pt x="3213" y="1815"/>
                  </a:cubicBezTo>
                  <a:lnTo>
                    <a:pt x="4338" y="2344"/>
                  </a:lnTo>
                  <a:cubicBezTo>
                    <a:pt x="4394" y="2370"/>
                    <a:pt x="4453" y="2382"/>
                    <a:pt x="4511" y="2382"/>
                  </a:cubicBezTo>
                  <a:cubicBezTo>
                    <a:pt x="4675" y="2382"/>
                    <a:pt x="4834" y="2288"/>
                    <a:pt x="4905" y="2133"/>
                  </a:cubicBezTo>
                  <a:lnTo>
                    <a:pt x="5194" y="1517"/>
                  </a:lnTo>
                  <a:cubicBezTo>
                    <a:pt x="5290" y="1306"/>
                    <a:pt x="5194" y="1056"/>
                    <a:pt x="4982" y="950"/>
                  </a:cubicBezTo>
                  <a:lnTo>
                    <a:pt x="3213" y="123"/>
                  </a:lnTo>
                  <a:cubicBezTo>
                    <a:pt x="3030" y="41"/>
                    <a:pt x="2835" y="0"/>
                    <a:pt x="2642" y="0"/>
                  </a:cubicBezTo>
                  <a:close/>
                </a:path>
              </a:pathLst>
            </a:custGeom>
            <a:solidFill>
              <a:srgbClr val="BD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1" name="Google Shape;13391;p65"/>
            <p:cNvSpPr/>
            <p:nvPr/>
          </p:nvSpPr>
          <p:spPr>
            <a:xfrm>
              <a:off x="5428949" y="2022908"/>
              <a:ext cx="113363" cy="40505"/>
            </a:xfrm>
            <a:custGeom>
              <a:avLst/>
              <a:gdLst/>
              <a:ahLst/>
              <a:cxnLst/>
              <a:rect l="l" t="t" r="r" b="b"/>
              <a:pathLst>
                <a:path w="4338" h="1550" extrusionOk="0">
                  <a:moveTo>
                    <a:pt x="2164" y="1"/>
                  </a:moveTo>
                  <a:cubicBezTo>
                    <a:pt x="2030" y="1"/>
                    <a:pt x="1895" y="30"/>
                    <a:pt x="1770" y="87"/>
                  </a:cubicBezTo>
                  <a:lnTo>
                    <a:pt x="1" y="914"/>
                  </a:lnTo>
                  <a:cubicBezTo>
                    <a:pt x="1" y="914"/>
                    <a:pt x="1" y="924"/>
                    <a:pt x="1" y="924"/>
                  </a:cubicBezTo>
                  <a:lnTo>
                    <a:pt x="289" y="1540"/>
                  </a:lnTo>
                  <a:cubicBezTo>
                    <a:pt x="289" y="1540"/>
                    <a:pt x="289" y="1549"/>
                    <a:pt x="299" y="1549"/>
                  </a:cubicBezTo>
                  <a:lnTo>
                    <a:pt x="1424" y="1020"/>
                  </a:lnTo>
                  <a:cubicBezTo>
                    <a:pt x="1659" y="910"/>
                    <a:pt x="1914" y="854"/>
                    <a:pt x="2169" y="854"/>
                  </a:cubicBezTo>
                  <a:cubicBezTo>
                    <a:pt x="2424" y="854"/>
                    <a:pt x="2679" y="910"/>
                    <a:pt x="2914" y="1020"/>
                  </a:cubicBezTo>
                  <a:lnTo>
                    <a:pt x="4039" y="1549"/>
                  </a:lnTo>
                  <a:cubicBezTo>
                    <a:pt x="4039" y="1540"/>
                    <a:pt x="4049" y="1540"/>
                    <a:pt x="4049" y="1540"/>
                  </a:cubicBezTo>
                  <a:lnTo>
                    <a:pt x="4328" y="924"/>
                  </a:lnTo>
                  <a:cubicBezTo>
                    <a:pt x="4338" y="914"/>
                    <a:pt x="4338" y="905"/>
                    <a:pt x="4328" y="905"/>
                  </a:cubicBezTo>
                  <a:lnTo>
                    <a:pt x="2559" y="87"/>
                  </a:lnTo>
                  <a:cubicBezTo>
                    <a:pt x="2434" y="30"/>
                    <a:pt x="2299" y="1"/>
                    <a:pt x="2164" y="1"/>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2" name="Google Shape;13392;p65"/>
            <p:cNvSpPr/>
            <p:nvPr/>
          </p:nvSpPr>
          <p:spPr>
            <a:xfrm>
              <a:off x="5317625" y="1983474"/>
              <a:ext cx="143023" cy="142997"/>
            </a:xfrm>
            <a:custGeom>
              <a:avLst/>
              <a:gdLst/>
              <a:ahLst/>
              <a:cxnLst/>
              <a:rect l="l" t="t" r="r" b="b"/>
              <a:pathLst>
                <a:path w="5473" h="5472" extrusionOk="0">
                  <a:moveTo>
                    <a:pt x="2741" y="0"/>
                  </a:moveTo>
                  <a:cubicBezTo>
                    <a:pt x="1232" y="0"/>
                    <a:pt x="1" y="1221"/>
                    <a:pt x="1" y="2731"/>
                  </a:cubicBezTo>
                  <a:cubicBezTo>
                    <a:pt x="1" y="4241"/>
                    <a:pt x="1232" y="5472"/>
                    <a:pt x="2741" y="5472"/>
                  </a:cubicBezTo>
                  <a:cubicBezTo>
                    <a:pt x="4251" y="5472"/>
                    <a:pt x="5472" y="4241"/>
                    <a:pt x="5472" y="2731"/>
                  </a:cubicBezTo>
                  <a:cubicBezTo>
                    <a:pt x="5472" y="1221"/>
                    <a:pt x="4251" y="0"/>
                    <a:pt x="2741"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3" name="Google Shape;13393;p65"/>
            <p:cNvSpPr/>
            <p:nvPr/>
          </p:nvSpPr>
          <p:spPr>
            <a:xfrm>
              <a:off x="5338740" y="2004328"/>
              <a:ext cx="129696" cy="122744"/>
            </a:xfrm>
            <a:custGeom>
              <a:avLst/>
              <a:gdLst/>
              <a:ahLst/>
              <a:cxnLst/>
              <a:rect l="l" t="t" r="r" b="b"/>
              <a:pathLst>
                <a:path w="4963" h="4697" extrusionOk="0">
                  <a:moveTo>
                    <a:pt x="3866" y="0"/>
                  </a:moveTo>
                  <a:lnTo>
                    <a:pt x="1" y="3876"/>
                  </a:lnTo>
                  <a:cubicBezTo>
                    <a:pt x="533" y="4423"/>
                    <a:pt x="1241" y="4697"/>
                    <a:pt x="1950" y="4697"/>
                  </a:cubicBezTo>
                  <a:cubicBezTo>
                    <a:pt x="2650" y="4697"/>
                    <a:pt x="3350" y="4430"/>
                    <a:pt x="3885" y="3895"/>
                  </a:cubicBezTo>
                  <a:cubicBezTo>
                    <a:pt x="4962" y="2818"/>
                    <a:pt x="4953" y="1068"/>
                    <a:pt x="3866"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4" name="Google Shape;13394;p65"/>
            <p:cNvSpPr/>
            <p:nvPr/>
          </p:nvSpPr>
          <p:spPr>
            <a:xfrm>
              <a:off x="5318383" y="2001897"/>
              <a:ext cx="123659" cy="105993"/>
            </a:xfrm>
            <a:custGeom>
              <a:avLst/>
              <a:gdLst/>
              <a:ahLst/>
              <a:cxnLst/>
              <a:rect l="l" t="t" r="r" b="b"/>
              <a:pathLst>
                <a:path w="4732" h="4056" extrusionOk="0">
                  <a:moveTo>
                    <a:pt x="2690" y="1"/>
                  </a:moveTo>
                  <a:cubicBezTo>
                    <a:pt x="2194" y="1"/>
                    <a:pt x="1689" y="184"/>
                    <a:pt x="1280" y="593"/>
                  </a:cubicBezTo>
                  <a:cubicBezTo>
                    <a:pt x="1" y="1872"/>
                    <a:pt x="905" y="4055"/>
                    <a:pt x="2712" y="4055"/>
                  </a:cubicBezTo>
                  <a:cubicBezTo>
                    <a:pt x="3828" y="4055"/>
                    <a:pt x="4732" y="3151"/>
                    <a:pt x="4732" y="2026"/>
                  </a:cubicBezTo>
                  <a:cubicBezTo>
                    <a:pt x="4732" y="808"/>
                    <a:pt x="3730" y="1"/>
                    <a:pt x="2690" y="1"/>
                  </a:cubicBezTo>
                  <a:close/>
                </a:path>
              </a:pathLst>
            </a:custGeom>
            <a:solidFill>
              <a:srgbClr val="BD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5" name="Google Shape;13395;p65"/>
            <p:cNvSpPr/>
            <p:nvPr/>
          </p:nvSpPr>
          <p:spPr>
            <a:xfrm>
              <a:off x="5328940" y="2009842"/>
              <a:ext cx="120392" cy="90131"/>
            </a:xfrm>
            <a:custGeom>
              <a:avLst/>
              <a:gdLst/>
              <a:ahLst/>
              <a:cxnLst/>
              <a:rect l="l" t="t" r="r" b="b"/>
              <a:pathLst>
                <a:path w="4607" h="3449" extrusionOk="0">
                  <a:moveTo>
                    <a:pt x="2308" y="1"/>
                  </a:moveTo>
                  <a:cubicBezTo>
                    <a:pt x="770" y="1"/>
                    <a:pt x="0" y="1857"/>
                    <a:pt x="1087" y="2943"/>
                  </a:cubicBezTo>
                  <a:cubicBezTo>
                    <a:pt x="1424" y="3280"/>
                    <a:pt x="1864" y="3448"/>
                    <a:pt x="2304" y="3448"/>
                  </a:cubicBezTo>
                  <a:cubicBezTo>
                    <a:pt x="2743" y="3448"/>
                    <a:pt x="3183" y="3280"/>
                    <a:pt x="3520" y="2943"/>
                  </a:cubicBezTo>
                  <a:cubicBezTo>
                    <a:pt x="4607" y="1857"/>
                    <a:pt x="3837" y="1"/>
                    <a:pt x="2308" y="1"/>
                  </a:cubicBez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6" name="Google Shape;13396;p65"/>
            <p:cNvSpPr/>
            <p:nvPr/>
          </p:nvSpPr>
          <p:spPr>
            <a:xfrm>
              <a:off x="5357346" y="2023169"/>
              <a:ext cx="80932" cy="76255"/>
            </a:xfrm>
            <a:custGeom>
              <a:avLst/>
              <a:gdLst/>
              <a:ahLst/>
              <a:cxnLst/>
              <a:rect l="l" t="t" r="r" b="b"/>
              <a:pathLst>
                <a:path w="3097" h="2918" extrusionOk="0">
                  <a:moveTo>
                    <a:pt x="2433" y="1"/>
                  </a:moveTo>
                  <a:lnTo>
                    <a:pt x="0" y="2433"/>
                  </a:lnTo>
                  <a:cubicBezTo>
                    <a:pt x="333" y="2757"/>
                    <a:pt x="765" y="2918"/>
                    <a:pt x="1197" y="2918"/>
                  </a:cubicBezTo>
                  <a:cubicBezTo>
                    <a:pt x="1640" y="2918"/>
                    <a:pt x="2083" y="2750"/>
                    <a:pt x="2423" y="2414"/>
                  </a:cubicBezTo>
                  <a:cubicBezTo>
                    <a:pt x="3087" y="1751"/>
                    <a:pt x="3096" y="674"/>
                    <a:pt x="2433" y="1"/>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7" name="Google Shape;13397;p65"/>
            <p:cNvSpPr/>
            <p:nvPr/>
          </p:nvSpPr>
          <p:spPr>
            <a:xfrm>
              <a:off x="5510378" y="1983474"/>
              <a:ext cx="142997" cy="142997"/>
            </a:xfrm>
            <a:custGeom>
              <a:avLst/>
              <a:gdLst/>
              <a:ahLst/>
              <a:cxnLst/>
              <a:rect l="l" t="t" r="r" b="b"/>
              <a:pathLst>
                <a:path w="5472" h="5472" extrusionOk="0">
                  <a:moveTo>
                    <a:pt x="2731" y="0"/>
                  </a:moveTo>
                  <a:cubicBezTo>
                    <a:pt x="1222" y="0"/>
                    <a:pt x="0" y="1221"/>
                    <a:pt x="0" y="2731"/>
                  </a:cubicBezTo>
                  <a:cubicBezTo>
                    <a:pt x="0" y="4241"/>
                    <a:pt x="1222" y="5472"/>
                    <a:pt x="2731" y="5472"/>
                  </a:cubicBezTo>
                  <a:cubicBezTo>
                    <a:pt x="4251" y="5472"/>
                    <a:pt x="5472" y="4241"/>
                    <a:pt x="5472" y="2731"/>
                  </a:cubicBezTo>
                  <a:cubicBezTo>
                    <a:pt x="5472" y="1221"/>
                    <a:pt x="4251" y="0"/>
                    <a:pt x="2731"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8" name="Google Shape;13398;p65"/>
            <p:cNvSpPr/>
            <p:nvPr/>
          </p:nvSpPr>
          <p:spPr>
            <a:xfrm>
              <a:off x="5531232" y="2004328"/>
              <a:ext cx="129199" cy="122169"/>
            </a:xfrm>
            <a:custGeom>
              <a:avLst/>
              <a:gdLst/>
              <a:ahLst/>
              <a:cxnLst/>
              <a:rect l="l" t="t" r="r" b="b"/>
              <a:pathLst>
                <a:path w="4944" h="4675" extrusionOk="0">
                  <a:moveTo>
                    <a:pt x="3876" y="0"/>
                  </a:moveTo>
                  <a:lnTo>
                    <a:pt x="0" y="3876"/>
                  </a:lnTo>
                  <a:cubicBezTo>
                    <a:pt x="533" y="4408"/>
                    <a:pt x="1231" y="4675"/>
                    <a:pt x="1929" y="4675"/>
                  </a:cubicBezTo>
                  <a:cubicBezTo>
                    <a:pt x="2630" y="4675"/>
                    <a:pt x="3331" y="4406"/>
                    <a:pt x="3866" y="3866"/>
                  </a:cubicBezTo>
                  <a:cubicBezTo>
                    <a:pt x="4943" y="2799"/>
                    <a:pt x="4943" y="1068"/>
                    <a:pt x="3876" y="0"/>
                  </a:cubicBez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9" name="Google Shape;13399;p65"/>
            <p:cNvSpPr/>
            <p:nvPr/>
          </p:nvSpPr>
          <p:spPr>
            <a:xfrm>
              <a:off x="5511136" y="2001897"/>
              <a:ext cx="123659" cy="105993"/>
            </a:xfrm>
            <a:custGeom>
              <a:avLst/>
              <a:gdLst/>
              <a:ahLst/>
              <a:cxnLst/>
              <a:rect l="l" t="t" r="r" b="b"/>
              <a:pathLst>
                <a:path w="4732" h="4056" extrusionOk="0">
                  <a:moveTo>
                    <a:pt x="2686" y="1"/>
                  </a:moveTo>
                  <a:cubicBezTo>
                    <a:pt x="2189" y="1"/>
                    <a:pt x="1682" y="184"/>
                    <a:pt x="1269" y="593"/>
                  </a:cubicBezTo>
                  <a:cubicBezTo>
                    <a:pt x="0" y="1872"/>
                    <a:pt x="904" y="4055"/>
                    <a:pt x="2702" y="4055"/>
                  </a:cubicBezTo>
                  <a:cubicBezTo>
                    <a:pt x="3827" y="4055"/>
                    <a:pt x="4731" y="3151"/>
                    <a:pt x="4731" y="2026"/>
                  </a:cubicBezTo>
                  <a:cubicBezTo>
                    <a:pt x="4731" y="808"/>
                    <a:pt x="3730" y="1"/>
                    <a:pt x="2686" y="1"/>
                  </a:cubicBezTo>
                  <a:close/>
                </a:path>
              </a:pathLst>
            </a:custGeom>
            <a:solidFill>
              <a:srgbClr val="BDCA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0" name="Google Shape;13400;p65"/>
            <p:cNvSpPr/>
            <p:nvPr/>
          </p:nvSpPr>
          <p:spPr>
            <a:xfrm>
              <a:off x="5521668" y="2009842"/>
              <a:ext cx="120157" cy="90131"/>
            </a:xfrm>
            <a:custGeom>
              <a:avLst/>
              <a:gdLst/>
              <a:ahLst/>
              <a:cxnLst/>
              <a:rect l="l" t="t" r="r" b="b"/>
              <a:pathLst>
                <a:path w="4598" h="3449" extrusionOk="0">
                  <a:moveTo>
                    <a:pt x="2299" y="1"/>
                  </a:moveTo>
                  <a:cubicBezTo>
                    <a:pt x="770" y="1"/>
                    <a:pt x="1" y="1857"/>
                    <a:pt x="1088" y="2943"/>
                  </a:cubicBezTo>
                  <a:cubicBezTo>
                    <a:pt x="1419" y="3280"/>
                    <a:pt x="1859" y="3448"/>
                    <a:pt x="2300" y="3448"/>
                  </a:cubicBezTo>
                  <a:cubicBezTo>
                    <a:pt x="2742" y="3448"/>
                    <a:pt x="3184" y="3280"/>
                    <a:pt x="3520" y="2943"/>
                  </a:cubicBezTo>
                  <a:cubicBezTo>
                    <a:pt x="4597" y="1857"/>
                    <a:pt x="3838" y="1"/>
                    <a:pt x="2299" y="1"/>
                  </a:cubicBez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1" name="Google Shape;13401;p65"/>
            <p:cNvSpPr/>
            <p:nvPr/>
          </p:nvSpPr>
          <p:spPr>
            <a:xfrm>
              <a:off x="5550074" y="2023169"/>
              <a:ext cx="80697" cy="76255"/>
            </a:xfrm>
            <a:custGeom>
              <a:avLst/>
              <a:gdLst/>
              <a:ahLst/>
              <a:cxnLst/>
              <a:rect l="l" t="t" r="r" b="b"/>
              <a:pathLst>
                <a:path w="3088" h="2918" extrusionOk="0">
                  <a:moveTo>
                    <a:pt x="2433" y="1"/>
                  </a:moveTo>
                  <a:lnTo>
                    <a:pt x="1" y="2433"/>
                  </a:lnTo>
                  <a:cubicBezTo>
                    <a:pt x="333" y="2757"/>
                    <a:pt x="765" y="2918"/>
                    <a:pt x="1197" y="2918"/>
                  </a:cubicBezTo>
                  <a:cubicBezTo>
                    <a:pt x="1638" y="2918"/>
                    <a:pt x="2079" y="2750"/>
                    <a:pt x="2414" y="2414"/>
                  </a:cubicBezTo>
                  <a:cubicBezTo>
                    <a:pt x="3078" y="1751"/>
                    <a:pt x="3087" y="674"/>
                    <a:pt x="2433" y="1"/>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2" name="Google Shape;13402;p65"/>
            <p:cNvSpPr/>
            <p:nvPr/>
          </p:nvSpPr>
          <p:spPr>
            <a:xfrm>
              <a:off x="5653349" y="2216419"/>
              <a:ext cx="17378" cy="123894"/>
            </a:xfrm>
            <a:custGeom>
              <a:avLst/>
              <a:gdLst/>
              <a:ahLst/>
              <a:cxnLst/>
              <a:rect l="l" t="t" r="r" b="b"/>
              <a:pathLst>
                <a:path w="665" h="4741" extrusionOk="0">
                  <a:moveTo>
                    <a:pt x="1" y="0"/>
                  </a:moveTo>
                  <a:lnTo>
                    <a:pt x="1" y="4741"/>
                  </a:lnTo>
                  <a:lnTo>
                    <a:pt x="299" y="4741"/>
                  </a:lnTo>
                  <a:cubicBezTo>
                    <a:pt x="501" y="4741"/>
                    <a:pt x="664" y="4568"/>
                    <a:pt x="655" y="4356"/>
                  </a:cubicBezTo>
                  <a:lnTo>
                    <a:pt x="424" y="0"/>
                  </a:ln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03" name="Google Shape;13403;p65"/>
          <p:cNvGrpSpPr/>
          <p:nvPr/>
        </p:nvGrpSpPr>
        <p:grpSpPr>
          <a:xfrm>
            <a:off x="6180364" y="2279037"/>
            <a:ext cx="360629" cy="282989"/>
            <a:chOff x="6181827" y="2463685"/>
            <a:chExt cx="360629" cy="282989"/>
          </a:xfrm>
        </p:grpSpPr>
        <p:sp>
          <p:nvSpPr>
            <p:cNvPr id="13404" name="Google Shape;13404;p65"/>
            <p:cNvSpPr/>
            <p:nvPr/>
          </p:nvSpPr>
          <p:spPr>
            <a:xfrm>
              <a:off x="6274545" y="2463685"/>
              <a:ext cx="255837" cy="32430"/>
            </a:xfrm>
            <a:custGeom>
              <a:avLst/>
              <a:gdLst/>
              <a:ahLst/>
              <a:cxnLst/>
              <a:rect l="l" t="t" r="r" b="b"/>
              <a:pathLst>
                <a:path w="9790" h="1241" extrusionOk="0">
                  <a:moveTo>
                    <a:pt x="1" y="0"/>
                  </a:moveTo>
                  <a:cubicBezTo>
                    <a:pt x="645" y="0"/>
                    <a:pt x="1174" y="520"/>
                    <a:pt x="1174" y="1241"/>
                  </a:cubicBezTo>
                  <a:lnTo>
                    <a:pt x="9790" y="1241"/>
                  </a:lnTo>
                  <a:cubicBezTo>
                    <a:pt x="9780" y="520"/>
                    <a:pt x="9261" y="0"/>
                    <a:pt x="8617"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5" name="Google Shape;13405;p65"/>
            <p:cNvSpPr/>
            <p:nvPr/>
          </p:nvSpPr>
          <p:spPr>
            <a:xfrm>
              <a:off x="6243891" y="2463685"/>
              <a:ext cx="255837" cy="282989"/>
            </a:xfrm>
            <a:custGeom>
              <a:avLst/>
              <a:gdLst/>
              <a:ahLst/>
              <a:cxnLst/>
              <a:rect l="l" t="t" r="r" b="b"/>
              <a:pathLst>
                <a:path w="9790" h="10829" extrusionOk="0">
                  <a:moveTo>
                    <a:pt x="1174" y="0"/>
                  </a:moveTo>
                  <a:cubicBezTo>
                    <a:pt x="520" y="0"/>
                    <a:pt x="0" y="520"/>
                    <a:pt x="0" y="1174"/>
                  </a:cubicBezTo>
                  <a:lnTo>
                    <a:pt x="0" y="10828"/>
                  </a:lnTo>
                  <a:lnTo>
                    <a:pt x="7434" y="10828"/>
                  </a:lnTo>
                  <a:cubicBezTo>
                    <a:pt x="8088" y="10828"/>
                    <a:pt x="8607" y="10299"/>
                    <a:pt x="8607" y="9645"/>
                  </a:cubicBezTo>
                  <a:lnTo>
                    <a:pt x="8607" y="1174"/>
                  </a:lnTo>
                  <a:cubicBezTo>
                    <a:pt x="8607" y="520"/>
                    <a:pt x="9136" y="0"/>
                    <a:pt x="9790"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6" name="Google Shape;13406;p65"/>
            <p:cNvSpPr/>
            <p:nvPr/>
          </p:nvSpPr>
          <p:spPr>
            <a:xfrm>
              <a:off x="6400190" y="2463685"/>
              <a:ext cx="99277" cy="282989"/>
            </a:xfrm>
            <a:custGeom>
              <a:avLst/>
              <a:gdLst/>
              <a:ahLst/>
              <a:cxnLst/>
              <a:rect l="l" t="t" r="r" b="b"/>
              <a:pathLst>
                <a:path w="3799" h="10829" extrusionOk="0">
                  <a:moveTo>
                    <a:pt x="2347" y="0"/>
                  </a:moveTo>
                  <a:cubicBezTo>
                    <a:pt x="1693" y="0"/>
                    <a:pt x="1174" y="520"/>
                    <a:pt x="1174" y="1174"/>
                  </a:cubicBezTo>
                  <a:lnTo>
                    <a:pt x="1174" y="9645"/>
                  </a:lnTo>
                  <a:cubicBezTo>
                    <a:pt x="1174" y="10299"/>
                    <a:pt x="645" y="10828"/>
                    <a:pt x="1" y="10828"/>
                  </a:cubicBezTo>
                  <a:lnTo>
                    <a:pt x="1453" y="10828"/>
                  </a:lnTo>
                  <a:cubicBezTo>
                    <a:pt x="2097" y="10828"/>
                    <a:pt x="2626" y="10299"/>
                    <a:pt x="2626" y="9645"/>
                  </a:cubicBezTo>
                  <a:lnTo>
                    <a:pt x="2626" y="1174"/>
                  </a:lnTo>
                  <a:cubicBezTo>
                    <a:pt x="2626" y="520"/>
                    <a:pt x="3155" y="0"/>
                    <a:pt x="3799"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7" name="Google Shape;13407;p65"/>
            <p:cNvSpPr/>
            <p:nvPr/>
          </p:nvSpPr>
          <p:spPr>
            <a:xfrm>
              <a:off x="6181827" y="2713982"/>
              <a:ext cx="255576" cy="32692"/>
            </a:xfrm>
            <a:custGeom>
              <a:avLst/>
              <a:gdLst/>
              <a:ahLst/>
              <a:cxnLst/>
              <a:rect l="l" t="t" r="r" b="b"/>
              <a:pathLst>
                <a:path w="9780" h="1251" extrusionOk="0">
                  <a:moveTo>
                    <a:pt x="0" y="0"/>
                  </a:moveTo>
                  <a:cubicBezTo>
                    <a:pt x="0" y="721"/>
                    <a:pt x="529" y="1250"/>
                    <a:pt x="1173" y="1250"/>
                  </a:cubicBezTo>
                  <a:lnTo>
                    <a:pt x="9780" y="1250"/>
                  </a:lnTo>
                  <a:cubicBezTo>
                    <a:pt x="9136" y="1250"/>
                    <a:pt x="8616" y="731"/>
                    <a:pt x="8607"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8" name="Google Shape;13408;p65"/>
            <p:cNvSpPr/>
            <p:nvPr/>
          </p:nvSpPr>
          <p:spPr>
            <a:xfrm>
              <a:off x="6386131" y="2558598"/>
              <a:ext cx="156325" cy="97344"/>
            </a:xfrm>
            <a:custGeom>
              <a:avLst/>
              <a:gdLst/>
              <a:ahLst/>
              <a:cxnLst/>
              <a:rect l="l" t="t" r="r" b="b"/>
              <a:pathLst>
                <a:path w="5982" h="3725" extrusionOk="0">
                  <a:moveTo>
                    <a:pt x="5756" y="1"/>
                  </a:moveTo>
                  <a:cubicBezTo>
                    <a:pt x="4145" y="1"/>
                    <a:pt x="2045" y="398"/>
                    <a:pt x="971" y="1619"/>
                  </a:cubicBezTo>
                  <a:cubicBezTo>
                    <a:pt x="462" y="2205"/>
                    <a:pt x="241" y="2975"/>
                    <a:pt x="0" y="3725"/>
                  </a:cubicBezTo>
                  <a:cubicBezTo>
                    <a:pt x="673" y="3388"/>
                    <a:pt x="1116" y="3340"/>
                    <a:pt x="2058" y="3052"/>
                  </a:cubicBezTo>
                  <a:cubicBezTo>
                    <a:pt x="2664" y="2869"/>
                    <a:pt x="3923" y="2032"/>
                    <a:pt x="4510" y="1407"/>
                  </a:cubicBezTo>
                  <a:cubicBezTo>
                    <a:pt x="4962" y="907"/>
                    <a:pt x="5452" y="436"/>
                    <a:pt x="5981" y="3"/>
                  </a:cubicBezTo>
                  <a:cubicBezTo>
                    <a:pt x="5907" y="2"/>
                    <a:pt x="5832" y="1"/>
                    <a:pt x="5756" y="1"/>
                  </a:cubicBezTo>
                  <a:close/>
                </a:path>
              </a:pathLst>
            </a:custGeom>
            <a:solidFill>
              <a:srgbClr val="C7D2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9" name="Google Shape;13409;p65"/>
            <p:cNvSpPr/>
            <p:nvPr/>
          </p:nvSpPr>
          <p:spPr>
            <a:xfrm>
              <a:off x="6386131" y="2558650"/>
              <a:ext cx="156325" cy="97291"/>
            </a:xfrm>
            <a:custGeom>
              <a:avLst/>
              <a:gdLst/>
              <a:ahLst/>
              <a:cxnLst/>
              <a:rect l="l" t="t" r="r" b="b"/>
              <a:pathLst>
                <a:path w="5982" h="3723" extrusionOk="0">
                  <a:moveTo>
                    <a:pt x="5950" y="1"/>
                  </a:moveTo>
                  <a:cubicBezTo>
                    <a:pt x="4295" y="1"/>
                    <a:pt x="239" y="2977"/>
                    <a:pt x="0" y="3723"/>
                  </a:cubicBezTo>
                  <a:cubicBezTo>
                    <a:pt x="673" y="3386"/>
                    <a:pt x="1116" y="3338"/>
                    <a:pt x="2058" y="3050"/>
                  </a:cubicBezTo>
                  <a:cubicBezTo>
                    <a:pt x="2664" y="2867"/>
                    <a:pt x="3923" y="2030"/>
                    <a:pt x="4510" y="1405"/>
                  </a:cubicBezTo>
                  <a:cubicBezTo>
                    <a:pt x="4962" y="896"/>
                    <a:pt x="5452" y="434"/>
                    <a:pt x="5981" y="1"/>
                  </a:cubicBezTo>
                  <a:cubicBezTo>
                    <a:pt x="5971" y="1"/>
                    <a:pt x="5960" y="1"/>
                    <a:pt x="5950" y="1"/>
                  </a:cubicBezTo>
                  <a:close/>
                </a:path>
              </a:pathLst>
            </a:custGeom>
            <a:solidFill>
              <a:srgbClr val="B3C2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0" name="Google Shape;13410;p65"/>
            <p:cNvSpPr/>
            <p:nvPr/>
          </p:nvSpPr>
          <p:spPr>
            <a:xfrm>
              <a:off x="6358718" y="2580941"/>
              <a:ext cx="122927" cy="112187"/>
            </a:xfrm>
            <a:custGeom>
              <a:avLst/>
              <a:gdLst/>
              <a:ahLst/>
              <a:cxnLst/>
              <a:rect l="l" t="t" r="r" b="b"/>
              <a:pathLst>
                <a:path w="4704" h="4293" extrusionOk="0">
                  <a:moveTo>
                    <a:pt x="4636" y="0"/>
                  </a:moveTo>
                  <a:cubicBezTo>
                    <a:pt x="4453" y="0"/>
                    <a:pt x="1729" y="1752"/>
                    <a:pt x="876" y="2774"/>
                  </a:cubicBezTo>
                  <a:cubicBezTo>
                    <a:pt x="645" y="3033"/>
                    <a:pt x="424" y="3302"/>
                    <a:pt x="232" y="3591"/>
                  </a:cubicBezTo>
                  <a:cubicBezTo>
                    <a:pt x="193" y="3649"/>
                    <a:pt x="1" y="4293"/>
                    <a:pt x="1" y="4293"/>
                  </a:cubicBezTo>
                  <a:cubicBezTo>
                    <a:pt x="1" y="4293"/>
                    <a:pt x="549" y="3870"/>
                    <a:pt x="568" y="3812"/>
                  </a:cubicBezTo>
                  <a:cubicBezTo>
                    <a:pt x="751" y="3514"/>
                    <a:pt x="943" y="3226"/>
                    <a:pt x="1165" y="2956"/>
                  </a:cubicBezTo>
                  <a:cubicBezTo>
                    <a:pt x="2001" y="1956"/>
                    <a:pt x="4703" y="110"/>
                    <a:pt x="4646" y="4"/>
                  </a:cubicBezTo>
                  <a:cubicBezTo>
                    <a:pt x="4644" y="2"/>
                    <a:pt x="4641" y="0"/>
                    <a:pt x="4636"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1" name="Google Shape;13411;p65"/>
            <p:cNvSpPr/>
            <p:nvPr/>
          </p:nvSpPr>
          <p:spPr>
            <a:xfrm>
              <a:off x="6277576" y="2518955"/>
              <a:ext cx="168868" cy="10584"/>
            </a:xfrm>
            <a:custGeom>
              <a:avLst/>
              <a:gdLst/>
              <a:ahLst/>
              <a:cxnLst/>
              <a:rect l="l" t="t" r="r" b="b"/>
              <a:pathLst>
                <a:path w="6462" h="405" extrusionOk="0">
                  <a:moveTo>
                    <a:pt x="6202" y="1"/>
                  </a:moveTo>
                  <a:cubicBezTo>
                    <a:pt x="6199" y="1"/>
                    <a:pt x="6196" y="1"/>
                    <a:pt x="6193" y="1"/>
                  </a:cubicBezTo>
                  <a:lnTo>
                    <a:pt x="269" y="1"/>
                  </a:lnTo>
                  <a:cubicBezTo>
                    <a:pt x="0" y="1"/>
                    <a:pt x="0" y="405"/>
                    <a:pt x="269" y="405"/>
                  </a:cubicBezTo>
                  <a:lnTo>
                    <a:pt x="6193" y="405"/>
                  </a:lnTo>
                  <a:cubicBezTo>
                    <a:pt x="6459" y="395"/>
                    <a:pt x="6462" y="1"/>
                    <a:pt x="6202" y="1"/>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2" name="Google Shape;13412;p65"/>
            <p:cNvSpPr/>
            <p:nvPr/>
          </p:nvSpPr>
          <p:spPr>
            <a:xfrm>
              <a:off x="6277576" y="2680794"/>
              <a:ext cx="69382" cy="10584"/>
            </a:xfrm>
            <a:custGeom>
              <a:avLst/>
              <a:gdLst/>
              <a:ahLst/>
              <a:cxnLst/>
              <a:rect l="l" t="t" r="r" b="b"/>
              <a:pathLst>
                <a:path w="2655" h="405" extrusionOk="0">
                  <a:moveTo>
                    <a:pt x="269" y="1"/>
                  </a:moveTo>
                  <a:cubicBezTo>
                    <a:pt x="0" y="1"/>
                    <a:pt x="0" y="405"/>
                    <a:pt x="269" y="405"/>
                  </a:cubicBezTo>
                  <a:lnTo>
                    <a:pt x="2385" y="405"/>
                  </a:lnTo>
                  <a:cubicBezTo>
                    <a:pt x="2654" y="405"/>
                    <a:pt x="2654" y="1"/>
                    <a:pt x="2385"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3" name="Google Shape;13413;p65"/>
            <p:cNvSpPr/>
            <p:nvPr/>
          </p:nvSpPr>
          <p:spPr>
            <a:xfrm>
              <a:off x="6277576" y="2626778"/>
              <a:ext cx="91490" cy="10584"/>
            </a:xfrm>
            <a:custGeom>
              <a:avLst/>
              <a:gdLst/>
              <a:ahLst/>
              <a:cxnLst/>
              <a:rect l="l" t="t" r="r" b="b"/>
              <a:pathLst>
                <a:path w="3501" h="405" extrusionOk="0">
                  <a:moveTo>
                    <a:pt x="269" y="0"/>
                  </a:moveTo>
                  <a:cubicBezTo>
                    <a:pt x="0" y="0"/>
                    <a:pt x="0" y="404"/>
                    <a:pt x="269" y="404"/>
                  </a:cubicBezTo>
                  <a:lnTo>
                    <a:pt x="3231" y="404"/>
                  </a:lnTo>
                  <a:cubicBezTo>
                    <a:pt x="3500" y="404"/>
                    <a:pt x="3500" y="0"/>
                    <a:pt x="3231" y="0"/>
                  </a:cubicBezTo>
                  <a:close/>
                </a:path>
              </a:pathLst>
            </a:custGeom>
            <a:solidFill>
              <a:srgbClr val="A3B6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4" name="Google Shape;13414;p65"/>
            <p:cNvSpPr/>
            <p:nvPr/>
          </p:nvSpPr>
          <p:spPr>
            <a:xfrm>
              <a:off x="6277576" y="2572736"/>
              <a:ext cx="129173" cy="10584"/>
            </a:xfrm>
            <a:custGeom>
              <a:avLst/>
              <a:gdLst/>
              <a:ahLst/>
              <a:cxnLst/>
              <a:rect l="l" t="t" r="r" b="b"/>
              <a:pathLst>
                <a:path w="4943" h="405" extrusionOk="0">
                  <a:moveTo>
                    <a:pt x="269" y="1"/>
                  </a:moveTo>
                  <a:cubicBezTo>
                    <a:pt x="0" y="1"/>
                    <a:pt x="0" y="405"/>
                    <a:pt x="269" y="405"/>
                  </a:cubicBezTo>
                  <a:lnTo>
                    <a:pt x="4673" y="405"/>
                  </a:lnTo>
                  <a:cubicBezTo>
                    <a:pt x="4943" y="405"/>
                    <a:pt x="4943" y="1"/>
                    <a:pt x="4673"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15" name="Google Shape;13415;p65"/>
          <p:cNvGrpSpPr/>
          <p:nvPr/>
        </p:nvGrpSpPr>
        <p:grpSpPr>
          <a:xfrm>
            <a:off x="5344830" y="3156044"/>
            <a:ext cx="291247" cy="360629"/>
            <a:chOff x="5346292" y="3340691"/>
            <a:chExt cx="291247" cy="360628"/>
          </a:xfrm>
        </p:grpSpPr>
        <p:sp>
          <p:nvSpPr>
            <p:cNvPr id="13416" name="Google Shape;13416;p65"/>
            <p:cNvSpPr/>
            <p:nvPr/>
          </p:nvSpPr>
          <p:spPr>
            <a:xfrm>
              <a:off x="5479202" y="3340691"/>
              <a:ext cx="25166" cy="31934"/>
            </a:xfrm>
            <a:custGeom>
              <a:avLst/>
              <a:gdLst/>
              <a:ahLst/>
              <a:cxnLst/>
              <a:rect l="l" t="t" r="r" b="b"/>
              <a:pathLst>
                <a:path w="963" h="1222" extrusionOk="0">
                  <a:moveTo>
                    <a:pt x="116" y="0"/>
                  </a:moveTo>
                  <a:cubicBezTo>
                    <a:pt x="59" y="0"/>
                    <a:pt x="1" y="48"/>
                    <a:pt x="1" y="106"/>
                  </a:cubicBezTo>
                  <a:lnTo>
                    <a:pt x="1" y="1222"/>
                  </a:lnTo>
                  <a:lnTo>
                    <a:pt x="962" y="1222"/>
                  </a:lnTo>
                  <a:lnTo>
                    <a:pt x="962" y="106"/>
                  </a:lnTo>
                  <a:cubicBezTo>
                    <a:pt x="962" y="48"/>
                    <a:pt x="914" y="0"/>
                    <a:pt x="857"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7" name="Google Shape;13417;p65"/>
            <p:cNvSpPr/>
            <p:nvPr/>
          </p:nvSpPr>
          <p:spPr>
            <a:xfrm>
              <a:off x="5492033" y="3340691"/>
              <a:ext cx="12596" cy="31934"/>
            </a:xfrm>
            <a:custGeom>
              <a:avLst/>
              <a:gdLst/>
              <a:ahLst/>
              <a:cxnLst/>
              <a:rect l="l" t="t" r="r" b="b"/>
              <a:pathLst>
                <a:path w="482" h="1222" extrusionOk="0">
                  <a:moveTo>
                    <a:pt x="0" y="0"/>
                  </a:moveTo>
                  <a:lnTo>
                    <a:pt x="0" y="1222"/>
                  </a:lnTo>
                  <a:lnTo>
                    <a:pt x="481" y="1222"/>
                  </a:lnTo>
                  <a:lnTo>
                    <a:pt x="481" y="116"/>
                  </a:lnTo>
                  <a:cubicBezTo>
                    <a:pt x="481" y="48"/>
                    <a:pt x="433" y="0"/>
                    <a:pt x="366"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8" name="Google Shape;13418;p65"/>
            <p:cNvSpPr/>
            <p:nvPr/>
          </p:nvSpPr>
          <p:spPr>
            <a:xfrm>
              <a:off x="5427199" y="3605048"/>
              <a:ext cx="132204" cy="11342"/>
            </a:xfrm>
            <a:custGeom>
              <a:avLst/>
              <a:gdLst/>
              <a:ahLst/>
              <a:cxnLst/>
              <a:rect l="l" t="t" r="r" b="b"/>
              <a:pathLst>
                <a:path w="5059" h="434" extrusionOk="0">
                  <a:moveTo>
                    <a:pt x="0" y="0"/>
                  </a:moveTo>
                  <a:lnTo>
                    <a:pt x="0" y="433"/>
                  </a:lnTo>
                  <a:lnTo>
                    <a:pt x="5058" y="433"/>
                  </a:lnTo>
                  <a:lnTo>
                    <a:pt x="5058" y="0"/>
                  </a:ln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9" name="Google Shape;13419;p65"/>
            <p:cNvSpPr/>
            <p:nvPr/>
          </p:nvSpPr>
          <p:spPr>
            <a:xfrm>
              <a:off x="5480718" y="3463566"/>
              <a:ext cx="22396" cy="205323"/>
            </a:xfrm>
            <a:custGeom>
              <a:avLst/>
              <a:gdLst/>
              <a:ahLst/>
              <a:cxnLst/>
              <a:rect l="l" t="t" r="r" b="b"/>
              <a:pathLst>
                <a:path w="857" h="7857" extrusionOk="0">
                  <a:moveTo>
                    <a:pt x="1" y="1"/>
                  </a:moveTo>
                  <a:lnTo>
                    <a:pt x="1" y="7636"/>
                  </a:lnTo>
                  <a:cubicBezTo>
                    <a:pt x="1" y="7761"/>
                    <a:pt x="106" y="7857"/>
                    <a:pt x="222" y="7857"/>
                  </a:cubicBezTo>
                  <a:lnTo>
                    <a:pt x="635" y="7857"/>
                  </a:lnTo>
                  <a:cubicBezTo>
                    <a:pt x="760" y="7857"/>
                    <a:pt x="856" y="7761"/>
                    <a:pt x="856" y="7636"/>
                  </a:cubicBezTo>
                  <a:lnTo>
                    <a:pt x="856" y="1"/>
                  </a:ln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0" name="Google Shape;13420;p65"/>
            <p:cNvSpPr/>
            <p:nvPr/>
          </p:nvSpPr>
          <p:spPr>
            <a:xfrm>
              <a:off x="5486493" y="3463566"/>
              <a:ext cx="16620" cy="205323"/>
            </a:xfrm>
            <a:custGeom>
              <a:avLst/>
              <a:gdLst/>
              <a:ahLst/>
              <a:cxnLst/>
              <a:rect l="l" t="t" r="r" b="b"/>
              <a:pathLst>
                <a:path w="636" h="7857" extrusionOk="0">
                  <a:moveTo>
                    <a:pt x="212" y="1"/>
                  </a:moveTo>
                  <a:lnTo>
                    <a:pt x="212" y="7636"/>
                  </a:lnTo>
                  <a:cubicBezTo>
                    <a:pt x="212" y="7761"/>
                    <a:pt x="116" y="7857"/>
                    <a:pt x="1" y="7857"/>
                  </a:cubicBezTo>
                  <a:lnTo>
                    <a:pt x="414" y="7857"/>
                  </a:lnTo>
                  <a:cubicBezTo>
                    <a:pt x="539" y="7857"/>
                    <a:pt x="635" y="7761"/>
                    <a:pt x="635" y="7636"/>
                  </a:cubicBezTo>
                  <a:lnTo>
                    <a:pt x="635" y="1"/>
                  </a:ln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1" name="Google Shape;13421;p65"/>
            <p:cNvSpPr/>
            <p:nvPr/>
          </p:nvSpPr>
          <p:spPr>
            <a:xfrm>
              <a:off x="5502068" y="3448488"/>
              <a:ext cx="96795" cy="252832"/>
            </a:xfrm>
            <a:custGeom>
              <a:avLst/>
              <a:gdLst/>
              <a:ahLst/>
              <a:cxnLst/>
              <a:rect l="l" t="t" r="r" b="b"/>
              <a:pathLst>
                <a:path w="3704" h="9675" extrusionOk="0">
                  <a:moveTo>
                    <a:pt x="1" y="1"/>
                  </a:moveTo>
                  <a:lnTo>
                    <a:pt x="2780" y="9521"/>
                  </a:lnTo>
                  <a:cubicBezTo>
                    <a:pt x="2809" y="9617"/>
                    <a:pt x="2895" y="9674"/>
                    <a:pt x="2992" y="9674"/>
                  </a:cubicBezTo>
                  <a:lnTo>
                    <a:pt x="3453" y="9674"/>
                  </a:lnTo>
                  <a:cubicBezTo>
                    <a:pt x="3597" y="9674"/>
                    <a:pt x="3703" y="9540"/>
                    <a:pt x="3655" y="9396"/>
                  </a:cubicBezTo>
                  <a:lnTo>
                    <a:pt x="914" y="1"/>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2" name="Google Shape;13422;p65"/>
            <p:cNvSpPr/>
            <p:nvPr/>
          </p:nvSpPr>
          <p:spPr>
            <a:xfrm>
              <a:off x="5514141" y="3448488"/>
              <a:ext cx="84722" cy="252832"/>
            </a:xfrm>
            <a:custGeom>
              <a:avLst/>
              <a:gdLst/>
              <a:ahLst/>
              <a:cxnLst/>
              <a:rect l="l" t="t" r="r" b="b"/>
              <a:pathLst>
                <a:path w="3242" h="9675" extrusionOk="0">
                  <a:moveTo>
                    <a:pt x="1" y="1"/>
                  </a:moveTo>
                  <a:lnTo>
                    <a:pt x="2741" y="9396"/>
                  </a:lnTo>
                  <a:cubicBezTo>
                    <a:pt x="2780" y="9540"/>
                    <a:pt x="2674" y="9674"/>
                    <a:pt x="2530" y="9674"/>
                  </a:cubicBezTo>
                  <a:lnTo>
                    <a:pt x="2991" y="9674"/>
                  </a:lnTo>
                  <a:cubicBezTo>
                    <a:pt x="3135" y="9674"/>
                    <a:pt x="3241" y="9540"/>
                    <a:pt x="3193" y="9396"/>
                  </a:cubicBezTo>
                  <a:lnTo>
                    <a:pt x="452" y="1"/>
                  </a:ln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3" name="Google Shape;13423;p65"/>
            <p:cNvSpPr/>
            <p:nvPr/>
          </p:nvSpPr>
          <p:spPr>
            <a:xfrm>
              <a:off x="5385230" y="3448488"/>
              <a:ext cx="96533" cy="252832"/>
            </a:xfrm>
            <a:custGeom>
              <a:avLst/>
              <a:gdLst/>
              <a:ahLst/>
              <a:cxnLst/>
              <a:rect l="l" t="t" r="r" b="b"/>
              <a:pathLst>
                <a:path w="3694" h="9675" extrusionOk="0">
                  <a:moveTo>
                    <a:pt x="2780" y="1"/>
                  </a:moveTo>
                  <a:lnTo>
                    <a:pt x="39" y="9396"/>
                  </a:lnTo>
                  <a:cubicBezTo>
                    <a:pt x="0" y="9540"/>
                    <a:pt x="106" y="9674"/>
                    <a:pt x="251" y="9674"/>
                  </a:cubicBezTo>
                  <a:lnTo>
                    <a:pt x="702" y="9674"/>
                  </a:lnTo>
                  <a:cubicBezTo>
                    <a:pt x="799" y="9674"/>
                    <a:pt x="885" y="9617"/>
                    <a:pt x="914" y="9521"/>
                  </a:cubicBezTo>
                  <a:lnTo>
                    <a:pt x="3693" y="1"/>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4" name="Google Shape;13424;p65"/>
            <p:cNvSpPr/>
            <p:nvPr/>
          </p:nvSpPr>
          <p:spPr>
            <a:xfrm>
              <a:off x="5391502" y="3448488"/>
              <a:ext cx="90262" cy="252832"/>
            </a:xfrm>
            <a:custGeom>
              <a:avLst/>
              <a:gdLst/>
              <a:ahLst/>
              <a:cxnLst/>
              <a:rect l="l" t="t" r="r" b="b"/>
              <a:pathLst>
                <a:path w="3454" h="9675" extrusionOk="0">
                  <a:moveTo>
                    <a:pt x="2972" y="1"/>
                  </a:moveTo>
                  <a:lnTo>
                    <a:pt x="203" y="9521"/>
                  </a:lnTo>
                  <a:cubicBezTo>
                    <a:pt x="174" y="9607"/>
                    <a:pt x="87" y="9674"/>
                    <a:pt x="1" y="9674"/>
                  </a:cubicBezTo>
                  <a:lnTo>
                    <a:pt x="462" y="9674"/>
                  </a:lnTo>
                  <a:cubicBezTo>
                    <a:pt x="559" y="9674"/>
                    <a:pt x="645" y="9607"/>
                    <a:pt x="674" y="9521"/>
                  </a:cubicBezTo>
                  <a:lnTo>
                    <a:pt x="3453" y="1"/>
                  </a:ln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5" name="Google Shape;13425;p65"/>
            <p:cNvSpPr/>
            <p:nvPr/>
          </p:nvSpPr>
          <p:spPr>
            <a:xfrm>
              <a:off x="5490518" y="3549751"/>
              <a:ext cx="3031" cy="2300"/>
            </a:xfrm>
            <a:custGeom>
              <a:avLst/>
              <a:gdLst/>
              <a:ahLst/>
              <a:cxnLst/>
              <a:rect l="l" t="t" r="r" b="b"/>
              <a:pathLst>
                <a:path w="116" h="88" extrusionOk="0">
                  <a:moveTo>
                    <a:pt x="58" y="1"/>
                  </a:moveTo>
                  <a:cubicBezTo>
                    <a:pt x="1" y="1"/>
                    <a:pt x="1" y="87"/>
                    <a:pt x="58" y="87"/>
                  </a:cubicBezTo>
                  <a:cubicBezTo>
                    <a:pt x="116" y="87"/>
                    <a:pt x="116" y="1"/>
                    <a:pt x="58"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6" name="Google Shape;13426;p65"/>
            <p:cNvSpPr/>
            <p:nvPr/>
          </p:nvSpPr>
          <p:spPr>
            <a:xfrm>
              <a:off x="5360352" y="3373357"/>
              <a:ext cx="263128" cy="180210"/>
            </a:xfrm>
            <a:custGeom>
              <a:avLst/>
              <a:gdLst/>
              <a:ahLst/>
              <a:cxnLst/>
              <a:rect l="l" t="t" r="r" b="b"/>
              <a:pathLst>
                <a:path w="10069" h="6896" extrusionOk="0">
                  <a:moveTo>
                    <a:pt x="202" y="0"/>
                  </a:moveTo>
                  <a:cubicBezTo>
                    <a:pt x="97" y="0"/>
                    <a:pt x="1" y="87"/>
                    <a:pt x="1" y="202"/>
                  </a:cubicBezTo>
                  <a:lnTo>
                    <a:pt x="1" y="6703"/>
                  </a:lnTo>
                  <a:cubicBezTo>
                    <a:pt x="1" y="6809"/>
                    <a:pt x="97" y="6895"/>
                    <a:pt x="202" y="6895"/>
                  </a:cubicBezTo>
                  <a:lnTo>
                    <a:pt x="9867" y="6895"/>
                  </a:lnTo>
                  <a:cubicBezTo>
                    <a:pt x="9871" y="6896"/>
                    <a:pt x="9876" y="6896"/>
                    <a:pt x="9881" y="6896"/>
                  </a:cubicBezTo>
                  <a:cubicBezTo>
                    <a:pt x="9981" y="6896"/>
                    <a:pt x="10068" y="6804"/>
                    <a:pt x="10068" y="6703"/>
                  </a:cubicBezTo>
                  <a:lnTo>
                    <a:pt x="10068" y="202"/>
                  </a:lnTo>
                  <a:cubicBezTo>
                    <a:pt x="10068" y="87"/>
                    <a:pt x="9972" y="0"/>
                    <a:pt x="9867" y="0"/>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7" name="Google Shape;13427;p65"/>
            <p:cNvSpPr/>
            <p:nvPr/>
          </p:nvSpPr>
          <p:spPr>
            <a:xfrm>
              <a:off x="5579237" y="3373357"/>
              <a:ext cx="44242" cy="180210"/>
            </a:xfrm>
            <a:custGeom>
              <a:avLst/>
              <a:gdLst/>
              <a:ahLst/>
              <a:cxnLst/>
              <a:rect l="l" t="t" r="r" b="b"/>
              <a:pathLst>
                <a:path w="1693" h="6896" extrusionOk="0">
                  <a:moveTo>
                    <a:pt x="0" y="0"/>
                  </a:moveTo>
                  <a:cubicBezTo>
                    <a:pt x="106" y="0"/>
                    <a:pt x="202" y="87"/>
                    <a:pt x="202" y="202"/>
                  </a:cubicBezTo>
                  <a:lnTo>
                    <a:pt x="202" y="6693"/>
                  </a:lnTo>
                  <a:cubicBezTo>
                    <a:pt x="202" y="6809"/>
                    <a:pt x="106" y="6895"/>
                    <a:pt x="0" y="6895"/>
                  </a:cubicBezTo>
                  <a:lnTo>
                    <a:pt x="1491" y="6895"/>
                  </a:lnTo>
                  <a:cubicBezTo>
                    <a:pt x="1596" y="6895"/>
                    <a:pt x="1692" y="6809"/>
                    <a:pt x="1692" y="6693"/>
                  </a:cubicBezTo>
                  <a:lnTo>
                    <a:pt x="1692" y="202"/>
                  </a:lnTo>
                  <a:cubicBezTo>
                    <a:pt x="1692" y="87"/>
                    <a:pt x="1596" y="0"/>
                    <a:pt x="1491" y="0"/>
                  </a:cubicBezTo>
                  <a:close/>
                </a:path>
              </a:pathLst>
            </a:custGeom>
            <a:solidFill>
              <a:srgbClr val="ABBC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8" name="Google Shape;13428;p65"/>
            <p:cNvSpPr/>
            <p:nvPr/>
          </p:nvSpPr>
          <p:spPr>
            <a:xfrm>
              <a:off x="5459603" y="3362303"/>
              <a:ext cx="64364" cy="22134"/>
            </a:xfrm>
            <a:custGeom>
              <a:avLst/>
              <a:gdLst/>
              <a:ahLst/>
              <a:cxnLst/>
              <a:rect l="l" t="t" r="r" b="b"/>
              <a:pathLst>
                <a:path w="2463" h="847" extrusionOk="0">
                  <a:moveTo>
                    <a:pt x="97" y="0"/>
                  </a:moveTo>
                  <a:cubicBezTo>
                    <a:pt x="39" y="0"/>
                    <a:pt x="1" y="48"/>
                    <a:pt x="1" y="97"/>
                  </a:cubicBezTo>
                  <a:lnTo>
                    <a:pt x="1" y="750"/>
                  </a:lnTo>
                  <a:cubicBezTo>
                    <a:pt x="1" y="808"/>
                    <a:pt x="39" y="847"/>
                    <a:pt x="97" y="847"/>
                  </a:cubicBezTo>
                  <a:lnTo>
                    <a:pt x="2376" y="847"/>
                  </a:lnTo>
                  <a:cubicBezTo>
                    <a:pt x="2424" y="847"/>
                    <a:pt x="2463" y="808"/>
                    <a:pt x="2463" y="750"/>
                  </a:cubicBezTo>
                  <a:lnTo>
                    <a:pt x="2463" y="97"/>
                  </a:lnTo>
                  <a:cubicBezTo>
                    <a:pt x="2463" y="48"/>
                    <a:pt x="2424" y="0"/>
                    <a:pt x="2376" y="0"/>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9" name="Google Shape;13429;p65"/>
            <p:cNvSpPr/>
            <p:nvPr/>
          </p:nvSpPr>
          <p:spPr>
            <a:xfrm>
              <a:off x="5385988" y="3413314"/>
              <a:ext cx="215123" cy="108842"/>
            </a:xfrm>
            <a:custGeom>
              <a:avLst/>
              <a:gdLst/>
              <a:ahLst/>
              <a:cxnLst/>
              <a:rect l="l" t="t" r="r" b="b"/>
              <a:pathLst>
                <a:path w="8232" h="4165" extrusionOk="0">
                  <a:moveTo>
                    <a:pt x="5289" y="0"/>
                  </a:moveTo>
                  <a:lnTo>
                    <a:pt x="2751" y="3260"/>
                  </a:lnTo>
                  <a:lnTo>
                    <a:pt x="1779" y="1876"/>
                  </a:lnTo>
                  <a:lnTo>
                    <a:pt x="0" y="4164"/>
                  </a:lnTo>
                  <a:lnTo>
                    <a:pt x="8232" y="4164"/>
                  </a:lnTo>
                  <a:lnTo>
                    <a:pt x="5289"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0" name="Google Shape;13430;p65"/>
            <p:cNvSpPr/>
            <p:nvPr/>
          </p:nvSpPr>
          <p:spPr>
            <a:xfrm>
              <a:off x="5432477" y="3462312"/>
              <a:ext cx="41995" cy="59843"/>
            </a:xfrm>
            <a:custGeom>
              <a:avLst/>
              <a:gdLst/>
              <a:ahLst/>
              <a:cxnLst/>
              <a:rect l="l" t="t" r="r" b="b"/>
              <a:pathLst>
                <a:path w="1607" h="2290" extrusionOk="0">
                  <a:moveTo>
                    <a:pt x="0" y="1"/>
                  </a:moveTo>
                  <a:lnTo>
                    <a:pt x="683" y="2289"/>
                  </a:lnTo>
                  <a:lnTo>
                    <a:pt x="1606" y="2289"/>
                  </a:lnTo>
                  <a:lnTo>
                    <a:pt x="0" y="1"/>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1" name="Google Shape;13431;p65"/>
            <p:cNvSpPr/>
            <p:nvPr/>
          </p:nvSpPr>
          <p:spPr>
            <a:xfrm>
              <a:off x="5524202" y="3413314"/>
              <a:ext cx="76908" cy="108842"/>
            </a:xfrm>
            <a:custGeom>
              <a:avLst/>
              <a:gdLst/>
              <a:ahLst/>
              <a:cxnLst/>
              <a:rect l="l" t="t" r="r" b="b"/>
              <a:pathLst>
                <a:path w="2943" h="4165" extrusionOk="0">
                  <a:moveTo>
                    <a:pt x="0" y="0"/>
                  </a:moveTo>
                  <a:lnTo>
                    <a:pt x="1346" y="4164"/>
                  </a:lnTo>
                  <a:lnTo>
                    <a:pt x="2943" y="4164"/>
                  </a:lnTo>
                  <a:lnTo>
                    <a:pt x="0" y="0"/>
                  </a:ln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2" name="Google Shape;13432;p65"/>
            <p:cNvSpPr/>
            <p:nvPr/>
          </p:nvSpPr>
          <p:spPr>
            <a:xfrm>
              <a:off x="5360352" y="3522129"/>
              <a:ext cx="263128" cy="31437"/>
            </a:xfrm>
            <a:custGeom>
              <a:avLst/>
              <a:gdLst/>
              <a:ahLst/>
              <a:cxnLst/>
              <a:rect l="l" t="t" r="r" b="b"/>
              <a:pathLst>
                <a:path w="10069" h="1203" extrusionOk="0">
                  <a:moveTo>
                    <a:pt x="1" y="0"/>
                  </a:moveTo>
                  <a:lnTo>
                    <a:pt x="1" y="1010"/>
                  </a:lnTo>
                  <a:cubicBezTo>
                    <a:pt x="1" y="1116"/>
                    <a:pt x="97" y="1202"/>
                    <a:pt x="202" y="1202"/>
                  </a:cubicBezTo>
                  <a:lnTo>
                    <a:pt x="9867" y="1202"/>
                  </a:lnTo>
                  <a:cubicBezTo>
                    <a:pt x="9972" y="1202"/>
                    <a:pt x="10068" y="1116"/>
                    <a:pt x="10068" y="1010"/>
                  </a:cubicBezTo>
                  <a:lnTo>
                    <a:pt x="10068" y="0"/>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3" name="Google Shape;13433;p65"/>
            <p:cNvSpPr/>
            <p:nvPr/>
          </p:nvSpPr>
          <p:spPr>
            <a:xfrm>
              <a:off x="5360613" y="3522129"/>
              <a:ext cx="262867" cy="31437"/>
            </a:xfrm>
            <a:custGeom>
              <a:avLst/>
              <a:gdLst/>
              <a:ahLst/>
              <a:cxnLst/>
              <a:rect l="l" t="t" r="r" b="b"/>
              <a:pathLst>
                <a:path w="10059" h="1203" extrusionOk="0">
                  <a:moveTo>
                    <a:pt x="8568" y="0"/>
                  </a:moveTo>
                  <a:lnTo>
                    <a:pt x="8568" y="346"/>
                  </a:lnTo>
                  <a:cubicBezTo>
                    <a:pt x="8568" y="462"/>
                    <a:pt x="8472" y="558"/>
                    <a:pt x="8356" y="558"/>
                  </a:cubicBezTo>
                  <a:lnTo>
                    <a:pt x="202" y="558"/>
                  </a:lnTo>
                  <a:cubicBezTo>
                    <a:pt x="87" y="519"/>
                    <a:pt x="10" y="423"/>
                    <a:pt x="0" y="308"/>
                  </a:cubicBezTo>
                  <a:lnTo>
                    <a:pt x="0" y="1010"/>
                  </a:lnTo>
                  <a:cubicBezTo>
                    <a:pt x="0" y="1116"/>
                    <a:pt x="87" y="1202"/>
                    <a:pt x="202" y="1202"/>
                  </a:cubicBezTo>
                  <a:lnTo>
                    <a:pt x="9857" y="1202"/>
                  </a:lnTo>
                  <a:cubicBezTo>
                    <a:pt x="9972" y="1202"/>
                    <a:pt x="10058" y="1116"/>
                    <a:pt x="10058" y="1010"/>
                  </a:cubicBezTo>
                  <a:lnTo>
                    <a:pt x="10058" y="0"/>
                  </a:ln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4" name="Google Shape;13434;p65"/>
            <p:cNvSpPr/>
            <p:nvPr/>
          </p:nvSpPr>
          <p:spPr>
            <a:xfrm>
              <a:off x="5346292" y="3545753"/>
              <a:ext cx="291247" cy="21873"/>
            </a:xfrm>
            <a:custGeom>
              <a:avLst/>
              <a:gdLst/>
              <a:ahLst/>
              <a:cxnLst/>
              <a:rect l="l" t="t" r="r" b="b"/>
              <a:pathLst>
                <a:path w="11145" h="837" extrusionOk="0">
                  <a:moveTo>
                    <a:pt x="154" y="0"/>
                  </a:moveTo>
                  <a:cubicBezTo>
                    <a:pt x="67" y="0"/>
                    <a:pt x="0" y="67"/>
                    <a:pt x="0" y="144"/>
                  </a:cubicBezTo>
                  <a:lnTo>
                    <a:pt x="0" y="692"/>
                  </a:lnTo>
                  <a:cubicBezTo>
                    <a:pt x="0" y="769"/>
                    <a:pt x="67" y="837"/>
                    <a:pt x="154" y="837"/>
                  </a:cubicBezTo>
                  <a:lnTo>
                    <a:pt x="11001" y="837"/>
                  </a:lnTo>
                  <a:cubicBezTo>
                    <a:pt x="11078" y="837"/>
                    <a:pt x="11145" y="769"/>
                    <a:pt x="11145" y="692"/>
                  </a:cubicBezTo>
                  <a:lnTo>
                    <a:pt x="11145" y="144"/>
                  </a:lnTo>
                  <a:cubicBezTo>
                    <a:pt x="11145" y="67"/>
                    <a:pt x="11078" y="0"/>
                    <a:pt x="11001"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5" name="Google Shape;13435;p65"/>
            <p:cNvSpPr/>
            <p:nvPr/>
          </p:nvSpPr>
          <p:spPr>
            <a:xfrm>
              <a:off x="5346292" y="3545753"/>
              <a:ext cx="291247" cy="21873"/>
            </a:xfrm>
            <a:custGeom>
              <a:avLst/>
              <a:gdLst/>
              <a:ahLst/>
              <a:cxnLst/>
              <a:rect l="l" t="t" r="r" b="b"/>
              <a:pathLst>
                <a:path w="11145" h="837" extrusionOk="0">
                  <a:moveTo>
                    <a:pt x="9655" y="0"/>
                  </a:moveTo>
                  <a:lnTo>
                    <a:pt x="9655" y="231"/>
                  </a:lnTo>
                  <a:cubicBezTo>
                    <a:pt x="9655" y="385"/>
                    <a:pt x="9529" y="519"/>
                    <a:pt x="9366" y="519"/>
                  </a:cubicBezTo>
                  <a:lnTo>
                    <a:pt x="154" y="519"/>
                  </a:lnTo>
                  <a:cubicBezTo>
                    <a:pt x="67" y="519"/>
                    <a:pt x="0" y="452"/>
                    <a:pt x="0" y="365"/>
                  </a:cubicBezTo>
                  <a:lnTo>
                    <a:pt x="0" y="692"/>
                  </a:lnTo>
                  <a:cubicBezTo>
                    <a:pt x="0" y="769"/>
                    <a:pt x="67" y="837"/>
                    <a:pt x="154" y="837"/>
                  </a:cubicBezTo>
                  <a:lnTo>
                    <a:pt x="11001" y="837"/>
                  </a:lnTo>
                  <a:cubicBezTo>
                    <a:pt x="11078" y="837"/>
                    <a:pt x="11145" y="769"/>
                    <a:pt x="11145" y="692"/>
                  </a:cubicBezTo>
                  <a:lnTo>
                    <a:pt x="11145" y="144"/>
                  </a:lnTo>
                  <a:cubicBezTo>
                    <a:pt x="11145" y="67"/>
                    <a:pt x="11078" y="0"/>
                    <a:pt x="11001"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6" name="Google Shape;13436;p65"/>
            <p:cNvSpPr/>
            <p:nvPr/>
          </p:nvSpPr>
          <p:spPr>
            <a:xfrm>
              <a:off x="5490256" y="3413314"/>
              <a:ext cx="69147" cy="51533"/>
            </a:xfrm>
            <a:custGeom>
              <a:avLst/>
              <a:gdLst/>
              <a:ahLst/>
              <a:cxnLst/>
              <a:rect l="l" t="t" r="r" b="b"/>
              <a:pathLst>
                <a:path w="2646" h="1972" extrusionOk="0">
                  <a:moveTo>
                    <a:pt x="1299" y="0"/>
                  </a:moveTo>
                  <a:lnTo>
                    <a:pt x="1" y="1674"/>
                  </a:lnTo>
                  <a:lnTo>
                    <a:pt x="1" y="1674"/>
                  </a:lnTo>
                  <a:lnTo>
                    <a:pt x="866" y="1395"/>
                  </a:lnTo>
                  <a:lnTo>
                    <a:pt x="1299" y="1972"/>
                  </a:lnTo>
                  <a:lnTo>
                    <a:pt x="1597" y="1347"/>
                  </a:lnTo>
                  <a:lnTo>
                    <a:pt x="2645" y="1895"/>
                  </a:lnTo>
                  <a:lnTo>
                    <a:pt x="1299"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7" name="Google Shape;13437;p65"/>
            <p:cNvSpPr/>
            <p:nvPr/>
          </p:nvSpPr>
          <p:spPr>
            <a:xfrm>
              <a:off x="5524202" y="3413314"/>
              <a:ext cx="35200" cy="49521"/>
            </a:xfrm>
            <a:custGeom>
              <a:avLst/>
              <a:gdLst/>
              <a:ahLst/>
              <a:cxnLst/>
              <a:rect l="l" t="t" r="r" b="b"/>
              <a:pathLst>
                <a:path w="1347" h="1895" extrusionOk="0">
                  <a:moveTo>
                    <a:pt x="0" y="0"/>
                  </a:moveTo>
                  <a:lnTo>
                    <a:pt x="462" y="1433"/>
                  </a:lnTo>
                  <a:lnTo>
                    <a:pt x="1346" y="1895"/>
                  </a:lnTo>
                  <a:lnTo>
                    <a:pt x="0"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8" name="Google Shape;13438;p65"/>
            <p:cNvSpPr/>
            <p:nvPr/>
          </p:nvSpPr>
          <p:spPr>
            <a:xfrm>
              <a:off x="5406580" y="3462312"/>
              <a:ext cx="42491" cy="39721"/>
            </a:xfrm>
            <a:custGeom>
              <a:avLst/>
              <a:gdLst/>
              <a:ahLst/>
              <a:cxnLst/>
              <a:rect l="l" t="t" r="r" b="b"/>
              <a:pathLst>
                <a:path w="1626" h="1520" extrusionOk="0">
                  <a:moveTo>
                    <a:pt x="991" y="1"/>
                  </a:moveTo>
                  <a:lnTo>
                    <a:pt x="1" y="1270"/>
                  </a:lnTo>
                  <a:lnTo>
                    <a:pt x="722" y="1145"/>
                  </a:lnTo>
                  <a:lnTo>
                    <a:pt x="982" y="1520"/>
                  </a:lnTo>
                  <a:lnTo>
                    <a:pt x="1626" y="904"/>
                  </a:lnTo>
                  <a:lnTo>
                    <a:pt x="99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39" name="Google Shape;13439;p65"/>
            <p:cNvSpPr/>
            <p:nvPr/>
          </p:nvSpPr>
          <p:spPr>
            <a:xfrm>
              <a:off x="5432477" y="3462312"/>
              <a:ext cx="16594" cy="30680"/>
            </a:xfrm>
            <a:custGeom>
              <a:avLst/>
              <a:gdLst/>
              <a:ahLst/>
              <a:cxnLst/>
              <a:rect l="l" t="t" r="r" b="b"/>
              <a:pathLst>
                <a:path w="635" h="1174" extrusionOk="0">
                  <a:moveTo>
                    <a:pt x="0" y="1"/>
                  </a:moveTo>
                  <a:lnTo>
                    <a:pt x="346" y="1174"/>
                  </a:lnTo>
                  <a:lnTo>
                    <a:pt x="635" y="904"/>
                  </a:lnTo>
                  <a:lnTo>
                    <a:pt x="0" y="1"/>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0" name="Google Shape;13440;p65"/>
            <p:cNvSpPr/>
            <p:nvPr/>
          </p:nvSpPr>
          <p:spPr>
            <a:xfrm>
              <a:off x="5491772" y="3362303"/>
              <a:ext cx="32195" cy="22134"/>
            </a:xfrm>
            <a:custGeom>
              <a:avLst/>
              <a:gdLst/>
              <a:ahLst/>
              <a:cxnLst/>
              <a:rect l="l" t="t" r="r" b="b"/>
              <a:pathLst>
                <a:path w="1232" h="847" extrusionOk="0">
                  <a:moveTo>
                    <a:pt x="1" y="0"/>
                  </a:moveTo>
                  <a:lnTo>
                    <a:pt x="1" y="847"/>
                  </a:lnTo>
                  <a:lnTo>
                    <a:pt x="1145" y="847"/>
                  </a:lnTo>
                  <a:cubicBezTo>
                    <a:pt x="1193" y="847"/>
                    <a:pt x="1232" y="808"/>
                    <a:pt x="1232" y="760"/>
                  </a:cubicBezTo>
                  <a:lnTo>
                    <a:pt x="1232" y="97"/>
                  </a:lnTo>
                  <a:cubicBezTo>
                    <a:pt x="1232" y="48"/>
                    <a:pt x="1193" y="0"/>
                    <a:pt x="1145"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41" name="Google Shape;13441;p65"/>
          <p:cNvGrpSpPr/>
          <p:nvPr/>
        </p:nvGrpSpPr>
        <p:grpSpPr>
          <a:xfrm>
            <a:off x="7967801" y="1797049"/>
            <a:ext cx="337763" cy="360393"/>
            <a:chOff x="7969264" y="1981697"/>
            <a:chExt cx="337763" cy="360393"/>
          </a:xfrm>
        </p:grpSpPr>
        <p:sp>
          <p:nvSpPr>
            <p:cNvPr id="13442" name="Google Shape;13442;p65"/>
            <p:cNvSpPr/>
            <p:nvPr/>
          </p:nvSpPr>
          <p:spPr>
            <a:xfrm>
              <a:off x="8035353" y="2032159"/>
              <a:ext cx="271673" cy="247109"/>
            </a:xfrm>
            <a:custGeom>
              <a:avLst/>
              <a:gdLst/>
              <a:ahLst/>
              <a:cxnLst/>
              <a:rect l="l" t="t" r="r" b="b"/>
              <a:pathLst>
                <a:path w="10396" h="9456" extrusionOk="0">
                  <a:moveTo>
                    <a:pt x="8028" y="1"/>
                  </a:moveTo>
                  <a:cubicBezTo>
                    <a:pt x="7879" y="1"/>
                    <a:pt x="7729" y="49"/>
                    <a:pt x="7606" y="147"/>
                  </a:cubicBezTo>
                  <a:lnTo>
                    <a:pt x="3318" y="3416"/>
                  </a:lnTo>
                  <a:cubicBezTo>
                    <a:pt x="3291" y="3438"/>
                    <a:pt x="3261" y="3447"/>
                    <a:pt x="3231" y="3447"/>
                  </a:cubicBezTo>
                  <a:cubicBezTo>
                    <a:pt x="3154" y="3447"/>
                    <a:pt x="3083" y="3382"/>
                    <a:pt x="3097" y="3291"/>
                  </a:cubicBezTo>
                  <a:lnTo>
                    <a:pt x="3298" y="1926"/>
                  </a:lnTo>
                  <a:cubicBezTo>
                    <a:pt x="3347" y="1551"/>
                    <a:pt x="3087" y="1205"/>
                    <a:pt x="2712" y="1157"/>
                  </a:cubicBezTo>
                  <a:cubicBezTo>
                    <a:pt x="2682" y="1153"/>
                    <a:pt x="2652" y="1151"/>
                    <a:pt x="2622" y="1151"/>
                  </a:cubicBezTo>
                  <a:cubicBezTo>
                    <a:pt x="2283" y="1151"/>
                    <a:pt x="1987" y="1398"/>
                    <a:pt x="1943" y="1743"/>
                  </a:cubicBezTo>
                  <a:lnTo>
                    <a:pt x="664" y="5205"/>
                  </a:lnTo>
                  <a:cubicBezTo>
                    <a:pt x="635" y="5320"/>
                    <a:pt x="394" y="5609"/>
                    <a:pt x="0" y="5917"/>
                  </a:cubicBezTo>
                  <a:lnTo>
                    <a:pt x="2702" y="9455"/>
                  </a:lnTo>
                  <a:lnTo>
                    <a:pt x="3395" y="8936"/>
                  </a:lnTo>
                  <a:cubicBezTo>
                    <a:pt x="3712" y="8696"/>
                    <a:pt x="4683" y="8455"/>
                    <a:pt x="5077" y="8436"/>
                  </a:cubicBezTo>
                  <a:cubicBezTo>
                    <a:pt x="5472" y="8417"/>
                    <a:pt x="5856" y="8273"/>
                    <a:pt x="6174" y="8042"/>
                  </a:cubicBezTo>
                  <a:lnTo>
                    <a:pt x="10039" y="5157"/>
                  </a:lnTo>
                  <a:cubicBezTo>
                    <a:pt x="10337" y="4926"/>
                    <a:pt x="10395" y="4493"/>
                    <a:pt x="10164" y="4195"/>
                  </a:cubicBezTo>
                  <a:cubicBezTo>
                    <a:pt x="10029" y="4021"/>
                    <a:pt x="9828" y="3929"/>
                    <a:pt x="9625" y="3929"/>
                  </a:cubicBezTo>
                  <a:cubicBezTo>
                    <a:pt x="9486" y="3929"/>
                    <a:pt x="9346" y="3972"/>
                    <a:pt x="9225" y="4061"/>
                  </a:cubicBezTo>
                  <a:lnTo>
                    <a:pt x="9225" y="4061"/>
                  </a:lnTo>
                  <a:lnTo>
                    <a:pt x="9962" y="3503"/>
                  </a:lnTo>
                  <a:cubicBezTo>
                    <a:pt x="10260" y="3272"/>
                    <a:pt x="10318" y="2839"/>
                    <a:pt x="10087" y="2541"/>
                  </a:cubicBezTo>
                  <a:cubicBezTo>
                    <a:pt x="9952" y="2367"/>
                    <a:pt x="9748" y="2275"/>
                    <a:pt x="9542" y="2275"/>
                  </a:cubicBezTo>
                  <a:cubicBezTo>
                    <a:pt x="9402" y="2275"/>
                    <a:pt x="9261" y="2317"/>
                    <a:pt x="9140" y="2405"/>
                  </a:cubicBezTo>
                  <a:lnTo>
                    <a:pt x="9140" y="2405"/>
                  </a:lnTo>
                  <a:lnTo>
                    <a:pt x="9905" y="1830"/>
                  </a:lnTo>
                  <a:cubicBezTo>
                    <a:pt x="10203" y="1599"/>
                    <a:pt x="10260" y="1166"/>
                    <a:pt x="10030" y="868"/>
                  </a:cubicBezTo>
                  <a:cubicBezTo>
                    <a:pt x="9895" y="694"/>
                    <a:pt x="9693" y="601"/>
                    <a:pt x="9490" y="601"/>
                  </a:cubicBezTo>
                  <a:cubicBezTo>
                    <a:pt x="9346" y="601"/>
                    <a:pt x="9201" y="648"/>
                    <a:pt x="9078" y="743"/>
                  </a:cubicBezTo>
                  <a:lnTo>
                    <a:pt x="8448" y="1220"/>
                  </a:lnTo>
                  <a:lnTo>
                    <a:pt x="8448" y="1220"/>
                  </a:lnTo>
                  <a:cubicBezTo>
                    <a:pt x="8751" y="988"/>
                    <a:pt x="8798" y="549"/>
                    <a:pt x="8568" y="253"/>
                  </a:cubicBezTo>
                  <a:cubicBezTo>
                    <a:pt x="8430" y="87"/>
                    <a:pt x="8229" y="1"/>
                    <a:pt x="8028"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3" name="Google Shape;13443;p65"/>
            <p:cNvSpPr/>
            <p:nvPr/>
          </p:nvSpPr>
          <p:spPr>
            <a:xfrm>
              <a:off x="8229596" y="2136244"/>
              <a:ext cx="77431" cy="76934"/>
            </a:xfrm>
            <a:custGeom>
              <a:avLst/>
              <a:gdLst/>
              <a:ahLst/>
              <a:cxnLst/>
              <a:rect l="l" t="t" r="r" b="b"/>
              <a:pathLst>
                <a:path w="2963" h="2944" extrusionOk="0">
                  <a:moveTo>
                    <a:pt x="2452" y="1"/>
                  </a:moveTo>
                  <a:lnTo>
                    <a:pt x="2452" y="1"/>
                  </a:lnTo>
                  <a:cubicBezTo>
                    <a:pt x="2481" y="241"/>
                    <a:pt x="2385" y="482"/>
                    <a:pt x="2193" y="626"/>
                  </a:cubicBezTo>
                  <a:lnTo>
                    <a:pt x="366" y="2001"/>
                  </a:lnTo>
                  <a:cubicBezTo>
                    <a:pt x="58" y="2222"/>
                    <a:pt x="0" y="2645"/>
                    <a:pt x="231" y="2943"/>
                  </a:cubicBezTo>
                  <a:lnTo>
                    <a:pt x="2606" y="1174"/>
                  </a:lnTo>
                  <a:cubicBezTo>
                    <a:pt x="2904" y="943"/>
                    <a:pt x="2962" y="510"/>
                    <a:pt x="2731" y="212"/>
                  </a:cubicBezTo>
                  <a:cubicBezTo>
                    <a:pt x="2664" y="116"/>
                    <a:pt x="2568" y="49"/>
                    <a:pt x="2452" y="1"/>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4" name="Google Shape;13444;p65"/>
            <p:cNvSpPr/>
            <p:nvPr/>
          </p:nvSpPr>
          <p:spPr>
            <a:xfrm>
              <a:off x="8208480" y="2092786"/>
              <a:ext cx="96533" cy="92744"/>
            </a:xfrm>
            <a:custGeom>
              <a:avLst/>
              <a:gdLst/>
              <a:ahLst/>
              <a:cxnLst/>
              <a:rect l="l" t="t" r="r" b="b"/>
              <a:pathLst>
                <a:path w="3694" h="3549" extrusionOk="0">
                  <a:moveTo>
                    <a:pt x="3184" y="0"/>
                  </a:moveTo>
                  <a:cubicBezTo>
                    <a:pt x="3212" y="241"/>
                    <a:pt x="3116" y="481"/>
                    <a:pt x="2924" y="625"/>
                  </a:cubicBezTo>
                  <a:lnTo>
                    <a:pt x="2174" y="1202"/>
                  </a:lnTo>
                  <a:lnTo>
                    <a:pt x="356" y="2587"/>
                  </a:lnTo>
                  <a:cubicBezTo>
                    <a:pt x="58" y="2818"/>
                    <a:pt x="1" y="3250"/>
                    <a:pt x="231" y="3549"/>
                  </a:cubicBezTo>
                  <a:lnTo>
                    <a:pt x="2587" y="1750"/>
                  </a:lnTo>
                  <a:lnTo>
                    <a:pt x="3337" y="1173"/>
                  </a:lnTo>
                  <a:cubicBezTo>
                    <a:pt x="3635" y="952"/>
                    <a:pt x="3693" y="519"/>
                    <a:pt x="3462" y="212"/>
                  </a:cubicBezTo>
                  <a:cubicBezTo>
                    <a:pt x="3385" y="116"/>
                    <a:pt x="3289" y="48"/>
                    <a:pt x="3184" y="0"/>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5" name="Google Shape;13445;p65"/>
            <p:cNvSpPr/>
            <p:nvPr/>
          </p:nvSpPr>
          <p:spPr>
            <a:xfrm>
              <a:off x="8186634" y="2049302"/>
              <a:ext cx="116865" cy="108084"/>
            </a:xfrm>
            <a:custGeom>
              <a:avLst/>
              <a:gdLst/>
              <a:ahLst/>
              <a:cxnLst/>
              <a:rect l="l" t="t" r="r" b="b"/>
              <a:pathLst>
                <a:path w="4472" h="4136" extrusionOk="0">
                  <a:moveTo>
                    <a:pt x="3962" y="1"/>
                  </a:moveTo>
                  <a:lnTo>
                    <a:pt x="3962" y="1"/>
                  </a:lnTo>
                  <a:cubicBezTo>
                    <a:pt x="3991" y="241"/>
                    <a:pt x="3895" y="472"/>
                    <a:pt x="3702" y="626"/>
                  </a:cubicBezTo>
                  <a:lnTo>
                    <a:pt x="365" y="3174"/>
                  </a:lnTo>
                  <a:cubicBezTo>
                    <a:pt x="58" y="3405"/>
                    <a:pt x="0" y="3837"/>
                    <a:pt x="231" y="4136"/>
                  </a:cubicBezTo>
                  <a:lnTo>
                    <a:pt x="4116" y="1164"/>
                  </a:lnTo>
                  <a:cubicBezTo>
                    <a:pt x="4414" y="933"/>
                    <a:pt x="4471" y="510"/>
                    <a:pt x="4241" y="212"/>
                  </a:cubicBezTo>
                  <a:cubicBezTo>
                    <a:pt x="4173" y="116"/>
                    <a:pt x="4077" y="39"/>
                    <a:pt x="3962" y="1"/>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6" name="Google Shape;13446;p65"/>
            <p:cNvSpPr/>
            <p:nvPr/>
          </p:nvSpPr>
          <p:spPr>
            <a:xfrm>
              <a:off x="8165257" y="2033465"/>
              <a:ext cx="100297" cy="95514"/>
            </a:xfrm>
            <a:custGeom>
              <a:avLst/>
              <a:gdLst/>
              <a:ahLst/>
              <a:cxnLst/>
              <a:rect l="l" t="t" r="r" b="b"/>
              <a:pathLst>
                <a:path w="3838" h="3655" extrusionOk="0">
                  <a:moveTo>
                    <a:pt x="3328" y="1"/>
                  </a:moveTo>
                  <a:cubicBezTo>
                    <a:pt x="3357" y="241"/>
                    <a:pt x="3260" y="482"/>
                    <a:pt x="3068" y="626"/>
                  </a:cubicBezTo>
                  <a:lnTo>
                    <a:pt x="356" y="2693"/>
                  </a:lnTo>
                  <a:cubicBezTo>
                    <a:pt x="58" y="2924"/>
                    <a:pt x="1" y="3357"/>
                    <a:pt x="231" y="3655"/>
                  </a:cubicBezTo>
                  <a:lnTo>
                    <a:pt x="3472" y="1174"/>
                  </a:lnTo>
                  <a:cubicBezTo>
                    <a:pt x="3780" y="943"/>
                    <a:pt x="3837" y="501"/>
                    <a:pt x="3597" y="203"/>
                  </a:cubicBezTo>
                  <a:cubicBezTo>
                    <a:pt x="3520" y="116"/>
                    <a:pt x="3434" y="49"/>
                    <a:pt x="3328" y="1"/>
                  </a:cubicBezTo>
                  <a:close/>
                </a:path>
              </a:pathLst>
            </a:custGeom>
            <a:solidFill>
              <a:srgbClr val="D0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7" name="Google Shape;13447;p65"/>
            <p:cNvSpPr/>
            <p:nvPr/>
          </p:nvSpPr>
          <p:spPr>
            <a:xfrm>
              <a:off x="8079830" y="1981697"/>
              <a:ext cx="205820" cy="288529"/>
            </a:xfrm>
            <a:custGeom>
              <a:avLst/>
              <a:gdLst/>
              <a:ahLst/>
              <a:cxnLst/>
              <a:rect l="l" t="t" r="r" b="b"/>
              <a:pathLst>
                <a:path w="7876" h="11041" extrusionOk="0">
                  <a:moveTo>
                    <a:pt x="4479" y="1"/>
                  </a:moveTo>
                  <a:cubicBezTo>
                    <a:pt x="4473" y="1"/>
                    <a:pt x="4468" y="1"/>
                    <a:pt x="4462" y="1"/>
                  </a:cubicBezTo>
                  <a:cubicBezTo>
                    <a:pt x="4087" y="1"/>
                    <a:pt x="3779" y="299"/>
                    <a:pt x="3789" y="684"/>
                  </a:cubicBezTo>
                  <a:lnTo>
                    <a:pt x="3789" y="1472"/>
                  </a:lnTo>
                  <a:cubicBezTo>
                    <a:pt x="3779" y="1093"/>
                    <a:pt x="3472" y="789"/>
                    <a:pt x="3104" y="789"/>
                  </a:cubicBezTo>
                  <a:cubicBezTo>
                    <a:pt x="3098" y="789"/>
                    <a:pt x="3093" y="789"/>
                    <a:pt x="3087" y="789"/>
                  </a:cubicBezTo>
                  <a:cubicBezTo>
                    <a:pt x="2712" y="809"/>
                    <a:pt x="2414" y="1116"/>
                    <a:pt x="2423" y="1491"/>
                  </a:cubicBezTo>
                  <a:lnTo>
                    <a:pt x="2433" y="6876"/>
                  </a:lnTo>
                  <a:cubicBezTo>
                    <a:pt x="2433" y="6962"/>
                    <a:pt x="2360" y="7021"/>
                    <a:pt x="2286" y="7021"/>
                  </a:cubicBezTo>
                  <a:cubicBezTo>
                    <a:pt x="2253" y="7021"/>
                    <a:pt x="2220" y="7009"/>
                    <a:pt x="2193" y="6982"/>
                  </a:cubicBezTo>
                  <a:lnTo>
                    <a:pt x="1231" y="5992"/>
                  </a:lnTo>
                  <a:cubicBezTo>
                    <a:pt x="1096" y="5862"/>
                    <a:pt x="921" y="5797"/>
                    <a:pt x="747" y="5797"/>
                  </a:cubicBezTo>
                  <a:cubicBezTo>
                    <a:pt x="572" y="5797"/>
                    <a:pt x="399" y="5862"/>
                    <a:pt x="269" y="5992"/>
                  </a:cubicBezTo>
                  <a:cubicBezTo>
                    <a:pt x="0" y="6261"/>
                    <a:pt x="0" y="6684"/>
                    <a:pt x="269" y="6953"/>
                  </a:cubicBezTo>
                  <a:lnTo>
                    <a:pt x="2241" y="10079"/>
                  </a:lnTo>
                  <a:cubicBezTo>
                    <a:pt x="2318" y="10175"/>
                    <a:pt x="2404" y="10530"/>
                    <a:pt x="2404" y="11040"/>
                  </a:cubicBezTo>
                  <a:lnTo>
                    <a:pt x="6856" y="11031"/>
                  </a:lnTo>
                  <a:lnTo>
                    <a:pt x="6856" y="10165"/>
                  </a:lnTo>
                  <a:cubicBezTo>
                    <a:pt x="6866" y="9771"/>
                    <a:pt x="7251" y="8848"/>
                    <a:pt x="7481" y="8530"/>
                  </a:cubicBezTo>
                  <a:cubicBezTo>
                    <a:pt x="7703" y="8194"/>
                    <a:pt x="7828" y="7809"/>
                    <a:pt x="7828" y="7415"/>
                  </a:cubicBezTo>
                  <a:lnTo>
                    <a:pt x="7876" y="2588"/>
                  </a:lnTo>
                  <a:cubicBezTo>
                    <a:pt x="7876" y="2213"/>
                    <a:pt x="7568" y="1905"/>
                    <a:pt x="7193" y="1905"/>
                  </a:cubicBezTo>
                  <a:cubicBezTo>
                    <a:pt x="6818" y="1905"/>
                    <a:pt x="6510" y="2213"/>
                    <a:pt x="6510" y="2588"/>
                  </a:cubicBezTo>
                  <a:lnTo>
                    <a:pt x="6510" y="1645"/>
                  </a:lnTo>
                  <a:cubicBezTo>
                    <a:pt x="6510" y="1270"/>
                    <a:pt x="6203" y="963"/>
                    <a:pt x="5828" y="963"/>
                  </a:cubicBezTo>
                  <a:cubicBezTo>
                    <a:pt x="5452" y="972"/>
                    <a:pt x="5145" y="1270"/>
                    <a:pt x="5145" y="1655"/>
                  </a:cubicBezTo>
                  <a:lnTo>
                    <a:pt x="5145" y="674"/>
                  </a:lnTo>
                  <a:cubicBezTo>
                    <a:pt x="5145" y="305"/>
                    <a:pt x="4846" y="1"/>
                    <a:pt x="4479" y="1"/>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8" name="Google Shape;13448;p65"/>
            <p:cNvSpPr/>
            <p:nvPr/>
          </p:nvSpPr>
          <p:spPr>
            <a:xfrm>
              <a:off x="8258995" y="2031453"/>
              <a:ext cx="26655" cy="95279"/>
            </a:xfrm>
            <a:custGeom>
              <a:avLst/>
              <a:gdLst/>
              <a:ahLst/>
              <a:cxnLst/>
              <a:rect l="l" t="t" r="r" b="b"/>
              <a:pathLst>
                <a:path w="1020" h="3646" extrusionOk="0">
                  <a:moveTo>
                    <a:pt x="337" y="1"/>
                  </a:moveTo>
                  <a:cubicBezTo>
                    <a:pt x="222" y="1"/>
                    <a:pt x="106" y="30"/>
                    <a:pt x="0" y="97"/>
                  </a:cubicBezTo>
                  <a:cubicBezTo>
                    <a:pt x="212" y="212"/>
                    <a:pt x="347" y="443"/>
                    <a:pt x="347" y="684"/>
                  </a:cubicBezTo>
                  <a:lnTo>
                    <a:pt x="327" y="2963"/>
                  </a:lnTo>
                  <a:cubicBezTo>
                    <a:pt x="318" y="3338"/>
                    <a:pt x="625" y="3645"/>
                    <a:pt x="1001" y="3645"/>
                  </a:cubicBezTo>
                  <a:lnTo>
                    <a:pt x="1020" y="674"/>
                  </a:lnTo>
                  <a:cubicBezTo>
                    <a:pt x="1020" y="299"/>
                    <a:pt x="712" y="1"/>
                    <a:pt x="337"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49" name="Google Shape;13449;p65"/>
            <p:cNvSpPr/>
            <p:nvPr/>
          </p:nvSpPr>
          <p:spPr>
            <a:xfrm>
              <a:off x="8223298" y="2006836"/>
              <a:ext cx="26916" cy="120131"/>
            </a:xfrm>
            <a:custGeom>
              <a:avLst/>
              <a:gdLst/>
              <a:ahLst/>
              <a:cxnLst/>
              <a:rect l="l" t="t" r="r" b="b"/>
              <a:pathLst>
                <a:path w="1030" h="4597" extrusionOk="0">
                  <a:moveTo>
                    <a:pt x="347" y="1"/>
                  </a:moveTo>
                  <a:cubicBezTo>
                    <a:pt x="222" y="1"/>
                    <a:pt x="107" y="39"/>
                    <a:pt x="1" y="97"/>
                  </a:cubicBezTo>
                  <a:cubicBezTo>
                    <a:pt x="213" y="222"/>
                    <a:pt x="338" y="443"/>
                    <a:pt x="338" y="683"/>
                  </a:cubicBezTo>
                  <a:lnTo>
                    <a:pt x="338" y="1626"/>
                  </a:lnTo>
                  <a:lnTo>
                    <a:pt x="338" y="3924"/>
                  </a:lnTo>
                  <a:cubicBezTo>
                    <a:pt x="338" y="4289"/>
                    <a:pt x="645" y="4597"/>
                    <a:pt x="1011" y="4597"/>
                  </a:cubicBezTo>
                  <a:lnTo>
                    <a:pt x="1030" y="4597"/>
                  </a:lnTo>
                  <a:lnTo>
                    <a:pt x="1030" y="1626"/>
                  </a:lnTo>
                  <a:lnTo>
                    <a:pt x="1030" y="683"/>
                  </a:lnTo>
                  <a:cubicBezTo>
                    <a:pt x="1020" y="308"/>
                    <a:pt x="722" y="1"/>
                    <a:pt x="347"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0" name="Google Shape;13450;p65"/>
            <p:cNvSpPr/>
            <p:nvPr/>
          </p:nvSpPr>
          <p:spPr>
            <a:xfrm>
              <a:off x="8187627" y="1981697"/>
              <a:ext cx="26916" cy="145271"/>
            </a:xfrm>
            <a:custGeom>
              <a:avLst/>
              <a:gdLst/>
              <a:ahLst/>
              <a:cxnLst/>
              <a:rect l="l" t="t" r="r" b="b"/>
              <a:pathLst>
                <a:path w="1030" h="5559" extrusionOk="0">
                  <a:moveTo>
                    <a:pt x="347" y="1"/>
                  </a:moveTo>
                  <a:cubicBezTo>
                    <a:pt x="222" y="1"/>
                    <a:pt x="106" y="30"/>
                    <a:pt x="0" y="87"/>
                  </a:cubicBezTo>
                  <a:cubicBezTo>
                    <a:pt x="212" y="212"/>
                    <a:pt x="337" y="434"/>
                    <a:pt x="337" y="684"/>
                  </a:cubicBezTo>
                  <a:lnTo>
                    <a:pt x="337" y="4886"/>
                  </a:lnTo>
                  <a:cubicBezTo>
                    <a:pt x="337" y="5261"/>
                    <a:pt x="645" y="5559"/>
                    <a:pt x="1010" y="5559"/>
                  </a:cubicBezTo>
                  <a:lnTo>
                    <a:pt x="1029" y="5559"/>
                  </a:lnTo>
                  <a:lnTo>
                    <a:pt x="1020" y="684"/>
                  </a:lnTo>
                  <a:cubicBezTo>
                    <a:pt x="1020" y="299"/>
                    <a:pt x="722" y="1"/>
                    <a:pt x="347"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1" name="Google Shape;13451;p65"/>
            <p:cNvSpPr/>
            <p:nvPr/>
          </p:nvSpPr>
          <p:spPr>
            <a:xfrm>
              <a:off x="8152191" y="2002315"/>
              <a:ext cx="26655" cy="124652"/>
            </a:xfrm>
            <a:custGeom>
              <a:avLst/>
              <a:gdLst/>
              <a:ahLst/>
              <a:cxnLst/>
              <a:rect l="l" t="t" r="r" b="b"/>
              <a:pathLst>
                <a:path w="1020" h="4770" extrusionOk="0">
                  <a:moveTo>
                    <a:pt x="335" y="0"/>
                  </a:moveTo>
                  <a:cubicBezTo>
                    <a:pt x="330" y="0"/>
                    <a:pt x="324" y="0"/>
                    <a:pt x="318" y="0"/>
                  </a:cubicBezTo>
                  <a:cubicBezTo>
                    <a:pt x="203" y="10"/>
                    <a:pt x="97" y="39"/>
                    <a:pt x="1" y="97"/>
                  </a:cubicBezTo>
                  <a:cubicBezTo>
                    <a:pt x="203" y="222"/>
                    <a:pt x="337" y="443"/>
                    <a:pt x="337" y="683"/>
                  </a:cubicBezTo>
                  <a:lnTo>
                    <a:pt x="337" y="4097"/>
                  </a:lnTo>
                  <a:cubicBezTo>
                    <a:pt x="337" y="4472"/>
                    <a:pt x="635" y="4770"/>
                    <a:pt x="1010" y="4770"/>
                  </a:cubicBezTo>
                  <a:lnTo>
                    <a:pt x="1020" y="4770"/>
                  </a:lnTo>
                  <a:lnTo>
                    <a:pt x="1020" y="683"/>
                  </a:lnTo>
                  <a:cubicBezTo>
                    <a:pt x="1020" y="304"/>
                    <a:pt x="712" y="0"/>
                    <a:pt x="335"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2" name="Google Shape;13452;p65"/>
            <p:cNvSpPr/>
            <p:nvPr/>
          </p:nvSpPr>
          <p:spPr>
            <a:xfrm>
              <a:off x="8013741" y="2173823"/>
              <a:ext cx="106072" cy="122588"/>
            </a:xfrm>
            <a:custGeom>
              <a:avLst/>
              <a:gdLst/>
              <a:ahLst/>
              <a:cxnLst/>
              <a:rect l="l" t="t" r="r" b="b"/>
              <a:pathLst>
                <a:path w="4059" h="4691" extrusionOk="0">
                  <a:moveTo>
                    <a:pt x="1017" y="0"/>
                  </a:moveTo>
                  <a:cubicBezTo>
                    <a:pt x="980" y="0"/>
                    <a:pt x="944" y="11"/>
                    <a:pt x="914" y="34"/>
                  </a:cubicBezTo>
                  <a:lnTo>
                    <a:pt x="96" y="659"/>
                  </a:lnTo>
                  <a:cubicBezTo>
                    <a:pt x="19" y="717"/>
                    <a:pt x="0" y="832"/>
                    <a:pt x="68" y="919"/>
                  </a:cubicBezTo>
                  <a:lnTo>
                    <a:pt x="2895" y="4621"/>
                  </a:lnTo>
                  <a:cubicBezTo>
                    <a:pt x="2928" y="4666"/>
                    <a:pt x="2981" y="4691"/>
                    <a:pt x="3037" y="4691"/>
                  </a:cubicBezTo>
                  <a:cubicBezTo>
                    <a:pt x="3077" y="4691"/>
                    <a:pt x="3118" y="4678"/>
                    <a:pt x="3154" y="4650"/>
                  </a:cubicBezTo>
                  <a:lnTo>
                    <a:pt x="3962" y="4034"/>
                  </a:lnTo>
                  <a:cubicBezTo>
                    <a:pt x="4049" y="3967"/>
                    <a:pt x="4058" y="3852"/>
                    <a:pt x="4000" y="3775"/>
                  </a:cubicBezTo>
                  <a:lnTo>
                    <a:pt x="1173" y="72"/>
                  </a:lnTo>
                  <a:cubicBezTo>
                    <a:pt x="1133" y="26"/>
                    <a:pt x="1074" y="0"/>
                    <a:pt x="1017" y="0"/>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3" name="Google Shape;13453;p65"/>
            <p:cNvSpPr/>
            <p:nvPr/>
          </p:nvSpPr>
          <p:spPr>
            <a:xfrm>
              <a:off x="8053436" y="2226977"/>
              <a:ext cx="66377" cy="69539"/>
            </a:xfrm>
            <a:custGeom>
              <a:avLst/>
              <a:gdLst/>
              <a:ahLst/>
              <a:cxnLst/>
              <a:rect l="l" t="t" r="r" b="b"/>
              <a:pathLst>
                <a:path w="2540" h="2661" extrusionOk="0">
                  <a:moveTo>
                    <a:pt x="1145" y="0"/>
                  </a:moveTo>
                  <a:lnTo>
                    <a:pt x="1" y="789"/>
                  </a:lnTo>
                  <a:lnTo>
                    <a:pt x="1376" y="2596"/>
                  </a:lnTo>
                  <a:cubicBezTo>
                    <a:pt x="1413" y="2639"/>
                    <a:pt x="1461" y="2661"/>
                    <a:pt x="1512" y="2661"/>
                  </a:cubicBezTo>
                  <a:cubicBezTo>
                    <a:pt x="1553" y="2661"/>
                    <a:pt x="1596" y="2646"/>
                    <a:pt x="1635" y="2616"/>
                  </a:cubicBezTo>
                  <a:lnTo>
                    <a:pt x="2443" y="2000"/>
                  </a:lnTo>
                  <a:cubicBezTo>
                    <a:pt x="2530" y="1933"/>
                    <a:pt x="2539" y="1818"/>
                    <a:pt x="2481" y="1741"/>
                  </a:cubicBezTo>
                  <a:lnTo>
                    <a:pt x="1145"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4" name="Google Shape;13454;p65"/>
            <p:cNvSpPr/>
            <p:nvPr/>
          </p:nvSpPr>
          <p:spPr>
            <a:xfrm>
              <a:off x="7969264" y="2183388"/>
              <a:ext cx="135471" cy="149896"/>
            </a:xfrm>
            <a:custGeom>
              <a:avLst/>
              <a:gdLst/>
              <a:ahLst/>
              <a:cxnLst/>
              <a:rect l="l" t="t" r="r" b="b"/>
              <a:pathLst>
                <a:path w="5184" h="5736" extrusionOk="0">
                  <a:moveTo>
                    <a:pt x="1887" y="0"/>
                  </a:moveTo>
                  <a:cubicBezTo>
                    <a:pt x="1850" y="0"/>
                    <a:pt x="1812" y="11"/>
                    <a:pt x="1779" y="33"/>
                  </a:cubicBezTo>
                  <a:lnTo>
                    <a:pt x="116" y="1168"/>
                  </a:lnTo>
                  <a:cubicBezTo>
                    <a:pt x="19" y="1226"/>
                    <a:pt x="0" y="1360"/>
                    <a:pt x="67" y="1447"/>
                  </a:cubicBezTo>
                  <a:lnTo>
                    <a:pt x="3279" y="5659"/>
                  </a:lnTo>
                  <a:cubicBezTo>
                    <a:pt x="3318" y="5708"/>
                    <a:pt x="3378" y="5736"/>
                    <a:pt x="3439" y="5736"/>
                  </a:cubicBezTo>
                  <a:cubicBezTo>
                    <a:pt x="3485" y="5736"/>
                    <a:pt x="3531" y="5721"/>
                    <a:pt x="3568" y="5688"/>
                  </a:cubicBezTo>
                  <a:lnTo>
                    <a:pt x="5097" y="4380"/>
                  </a:lnTo>
                  <a:cubicBezTo>
                    <a:pt x="5174" y="4313"/>
                    <a:pt x="5183" y="4197"/>
                    <a:pt x="5125" y="4111"/>
                  </a:cubicBezTo>
                  <a:lnTo>
                    <a:pt x="2048" y="82"/>
                  </a:lnTo>
                  <a:cubicBezTo>
                    <a:pt x="2007" y="28"/>
                    <a:pt x="1947" y="0"/>
                    <a:pt x="1887" y="0"/>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5" name="Google Shape;13455;p65"/>
            <p:cNvSpPr/>
            <p:nvPr/>
          </p:nvSpPr>
          <p:spPr>
            <a:xfrm>
              <a:off x="8033340" y="2260635"/>
              <a:ext cx="71394" cy="72544"/>
            </a:xfrm>
            <a:custGeom>
              <a:avLst/>
              <a:gdLst/>
              <a:ahLst/>
              <a:cxnLst/>
              <a:rect l="l" t="t" r="r" b="b"/>
              <a:pathLst>
                <a:path w="2732" h="2776" extrusionOk="0">
                  <a:moveTo>
                    <a:pt x="1789" y="1"/>
                  </a:moveTo>
                  <a:cubicBezTo>
                    <a:pt x="1837" y="87"/>
                    <a:pt x="1818" y="193"/>
                    <a:pt x="1750" y="251"/>
                  </a:cubicBezTo>
                  <a:lnTo>
                    <a:pt x="202" y="1578"/>
                  </a:lnTo>
                  <a:cubicBezTo>
                    <a:pt x="166" y="1608"/>
                    <a:pt x="123" y="1623"/>
                    <a:pt x="79" y="1623"/>
                  </a:cubicBezTo>
                  <a:cubicBezTo>
                    <a:pt x="52" y="1623"/>
                    <a:pt x="25" y="1617"/>
                    <a:pt x="0" y="1607"/>
                  </a:cubicBezTo>
                  <a:lnTo>
                    <a:pt x="0" y="1607"/>
                  </a:lnTo>
                  <a:lnTo>
                    <a:pt x="827" y="2703"/>
                  </a:lnTo>
                  <a:cubicBezTo>
                    <a:pt x="865" y="2751"/>
                    <a:pt x="924" y="2776"/>
                    <a:pt x="984" y="2776"/>
                  </a:cubicBezTo>
                  <a:cubicBezTo>
                    <a:pt x="1031" y="2776"/>
                    <a:pt x="1078" y="2761"/>
                    <a:pt x="1116" y="2732"/>
                  </a:cubicBezTo>
                  <a:lnTo>
                    <a:pt x="2645" y="1424"/>
                  </a:lnTo>
                  <a:cubicBezTo>
                    <a:pt x="2722" y="1357"/>
                    <a:pt x="2731" y="1232"/>
                    <a:pt x="2673" y="1155"/>
                  </a:cubicBezTo>
                  <a:lnTo>
                    <a:pt x="1789" y="1"/>
                  </a:ln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6" name="Google Shape;13456;p65"/>
            <p:cNvSpPr/>
            <p:nvPr/>
          </p:nvSpPr>
          <p:spPr>
            <a:xfrm>
              <a:off x="8134604" y="2256114"/>
              <a:ext cx="131211" cy="36455"/>
            </a:xfrm>
            <a:custGeom>
              <a:avLst/>
              <a:gdLst/>
              <a:ahLst/>
              <a:cxnLst/>
              <a:rect l="l" t="t" r="r" b="b"/>
              <a:pathLst>
                <a:path w="5021" h="1395" extrusionOk="0">
                  <a:moveTo>
                    <a:pt x="4837" y="1"/>
                  </a:moveTo>
                  <a:lnTo>
                    <a:pt x="183" y="10"/>
                  </a:lnTo>
                  <a:cubicBezTo>
                    <a:pt x="77" y="10"/>
                    <a:pt x="1" y="87"/>
                    <a:pt x="1" y="193"/>
                  </a:cubicBezTo>
                  <a:lnTo>
                    <a:pt x="1" y="1212"/>
                  </a:lnTo>
                  <a:cubicBezTo>
                    <a:pt x="1" y="1318"/>
                    <a:pt x="77" y="1395"/>
                    <a:pt x="183" y="1395"/>
                  </a:cubicBezTo>
                  <a:lnTo>
                    <a:pt x="4837" y="1385"/>
                  </a:lnTo>
                  <a:cubicBezTo>
                    <a:pt x="4943" y="1385"/>
                    <a:pt x="5020" y="1308"/>
                    <a:pt x="5020" y="1203"/>
                  </a:cubicBezTo>
                  <a:lnTo>
                    <a:pt x="5020" y="183"/>
                  </a:lnTo>
                  <a:cubicBezTo>
                    <a:pt x="5020" y="78"/>
                    <a:pt x="4943" y="1"/>
                    <a:pt x="4837" y="1"/>
                  </a:cubicBezTo>
                  <a:close/>
                </a:path>
              </a:pathLst>
            </a:custGeom>
            <a:solidFill>
              <a:srgbClr val="F2F4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7" name="Google Shape;13457;p65"/>
            <p:cNvSpPr/>
            <p:nvPr/>
          </p:nvSpPr>
          <p:spPr>
            <a:xfrm>
              <a:off x="8200196" y="2256114"/>
              <a:ext cx="65619" cy="36455"/>
            </a:xfrm>
            <a:custGeom>
              <a:avLst/>
              <a:gdLst/>
              <a:ahLst/>
              <a:cxnLst/>
              <a:rect l="l" t="t" r="r" b="b"/>
              <a:pathLst>
                <a:path w="2511" h="1395" extrusionOk="0">
                  <a:moveTo>
                    <a:pt x="0" y="1"/>
                  </a:moveTo>
                  <a:lnTo>
                    <a:pt x="0" y="1395"/>
                  </a:lnTo>
                  <a:lnTo>
                    <a:pt x="2327" y="1395"/>
                  </a:lnTo>
                  <a:cubicBezTo>
                    <a:pt x="2433" y="1395"/>
                    <a:pt x="2510" y="1308"/>
                    <a:pt x="2510" y="1212"/>
                  </a:cubicBezTo>
                  <a:lnTo>
                    <a:pt x="2510" y="183"/>
                  </a:lnTo>
                  <a:cubicBezTo>
                    <a:pt x="2510" y="78"/>
                    <a:pt x="2433" y="1"/>
                    <a:pt x="2327"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8" name="Google Shape;13458;p65"/>
            <p:cNvSpPr/>
            <p:nvPr/>
          </p:nvSpPr>
          <p:spPr>
            <a:xfrm>
              <a:off x="8125562" y="2279242"/>
              <a:ext cx="149034" cy="62849"/>
            </a:xfrm>
            <a:custGeom>
              <a:avLst/>
              <a:gdLst/>
              <a:ahLst/>
              <a:cxnLst/>
              <a:rect l="l" t="t" r="r" b="b"/>
              <a:pathLst>
                <a:path w="5703" h="2405" extrusionOk="0">
                  <a:moveTo>
                    <a:pt x="5376" y="0"/>
                  </a:moveTo>
                  <a:lnTo>
                    <a:pt x="308" y="10"/>
                  </a:lnTo>
                  <a:cubicBezTo>
                    <a:pt x="202" y="10"/>
                    <a:pt x="116" y="87"/>
                    <a:pt x="116" y="193"/>
                  </a:cubicBezTo>
                  <a:lnTo>
                    <a:pt x="0" y="2202"/>
                  </a:lnTo>
                  <a:cubicBezTo>
                    <a:pt x="0" y="2312"/>
                    <a:pt x="88" y="2405"/>
                    <a:pt x="196" y="2405"/>
                  </a:cubicBezTo>
                  <a:cubicBezTo>
                    <a:pt x="201" y="2405"/>
                    <a:pt x="207" y="2405"/>
                    <a:pt x="212" y="2404"/>
                  </a:cubicBezTo>
                  <a:lnTo>
                    <a:pt x="5501" y="2395"/>
                  </a:lnTo>
                  <a:cubicBezTo>
                    <a:pt x="5616" y="2395"/>
                    <a:pt x="5703" y="2299"/>
                    <a:pt x="5693" y="2193"/>
                  </a:cubicBezTo>
                  <a:lnTo>
                    <a:pt x="5578" y="183"/>
                  </a:lnTo>
                  <a:cubicBezTo>
                    <a:pt x="5568" y="77"/>
                    <a:pt x="5481" y="0"/>
                    <a:pt x="5376" y="0"/>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9" name="Google Shape;13459;p65"/>
            <p:cNvSpPr/>
            <p:nvPr/>
          </p:nvSpPr>
          <p:spPr>
            <a:xfrm>
              <a:off x="8131076" y="2279242"/>
              <a:ext cx="143520" cy="62587"/>
            </a:xfrm>
            <a:custGeom>
              <a:avLst/>
              <a:gdLst/>
              <a:ahLst/>
              <a:cxnLst/>
              <a:rect l="l" t="t" r="r" b="b"/>
              <a:pathLst>
                <a:path w="5492" h="2395" extrusionOk="0">
                  <a:moveTo>
                    <a:pt x="3636" y="0"/>
                  </a:moveTo>
                  <a:cubicBezTo>
                    <a:pt x="3732" y="10"/>
                    <a:pt x="3799" y="87"/>
                    <a:pt x="3809" y="183"/>
                  </a:cubicBezTo>
                  <a:lnTo>
                    <a:pt x="3924" y="2183"/>
                  </a:lnTo>
                  <a:cubicBezTo>
                    <a:pt x="3932" y="2280"/>
                    <a:pt x="3865" y="2364"/>
                    <a:pt x="3781" y="2388"/>
                  </a:cubicBezTo>
                  <a:lnTo>
                    <a:pt x="3781" y="2388"/>
                  </a:lnTo>
                  <a:lnTo>
                    <a:pt x="5290" y="2385"/>
                  </a:lnTo>
                  <a:cubicBezTo>
                    <a:pt x="5295" y="2386"/>
                    <a:pt x="5300" y="2386"/>
                    <a:pt x="5306" y="2386"/>
                  </a:cubicBezTo>
                  <a:cubicBezTo>
                    <a:pt x="5413" y="2386"/>
                    <a:pt x="5492" y="2294"/>
                    <a:pt x="5492" y="2193"/>
                  </a:cubicBezTo>
                  <a:lnTo>
                    <a:pt x="5376" y="183"/>
                  </a:lnTo>
                  <a:cubicBezTo>
                    <a:pt x="5367" y="77"/>
                    <a:pt x="5280" y="0"/>
                    <a:pt x="5174" y="0"/>
                  </a:cubicBezTo>
                  <a:close/>
                  <a:moveTo>
                    <a:pt x="3781" y="2388"/>
                  </a:moveTo>
                  <a:lnTo>
                    <a:pt x="1" y="2395"/>
                  </a:lnTo>
                  <a:lnTo>
                    <a:pt x="3732" y="2395"/>
                  </a:lnTo>
                  <a:cubicBezTo>
                    <a:pt x="3749" y="2395"/>
                    <a:pt x="3765" y="2392"/>
                    <a:pt x="3781" y="2388"/>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60" name="Google Shape;13460;p65"/>
          <p:cNvGrpSpPr/>
          <p:nvPr/>
        </p:nvGrpSpPr>
        <p:grpSpPr>
          <a:xfrm>
            <a:off x="5734570" y="2245352"/>
            <a:ext cx="360890" cy="350332"/>
            <a:chOff x="5736032" y="2430000"/>
            <a:chExt cx="360890" cy="350332"/>
          </a:xfrm>
        </p:grpSpPr>
        <p:sp>
          <p:nvSpPr>
            <p:cNvPr id="13461" name="Google Shape;13461;p65"/>
            <p:cNvSpPr/>
            <p:nvPr/>
          </p:nvSpPr>
          <p:spPr>
            <a:xfrm>
              <a:off x="6072018" y="2447613"/>
              <a:ext cx="18868" cy="332719"/>
            </a:xfrm>
            <a:custGeom>
              <a:avLst/>
              <a:gdLst/>
              <a:ahLst/>
              <a:cxnLst/>
              <a:rect l="l" t="t" r="r" b="b"/>
              <a:pathLst>
                <a:path w="722" h="12732" extrusionOk="0">
                  <a:moveTo>
                    <a:pt x="366" y="0"/>
                  </a:moveTo>
                  <a:cubicBezTo>
                    <a:pt x="164" y="0"/>
                    <a:pt x="0" y="154"/>
                    <a:pt x="0" y="356"/>
                  </a:cubicBezTo>
                  <a:lnTo>
                    <a:pt x="0" y="12366"/>
                  </a:lnTo>
                  <a:cubicBezTo>
                    <a:pt x="0" y="12568"/>
                    <a:pt x="164" y="12732"/>
                    <a:pt x="366" y="12732"/>
                  </a:cubicBezTo>
                  <a:cubicBezTo>
                    <a:pt x="567" y="12732"/>
                    <a:pt x="721" y="12568"/>
                    <a:pt x="721" y="12366"/>
                  </a:cubicBezTo>
                  <a:lnTo>
                    <a:pt x="721" y="356"/>
                  </a:lnTo>
                  <a:cubicBezTo>
                    <a:pt x="721" y="154"/>
                    <a:pt x="567" y="0"/>
                    <a:pt x="366"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2" name="Google Shape;13462;p65"/>
            <p:cNvSpPr/>
            <p:nvPr/>
          </p:nvSpPr>
          <p:spPr>
            <a:xfrm>
              <a:off x="6076774" y="2447613"/>
              <a:ext cx="14112" cy="332432"/>
            </a:xfrm>
            <a:custGeom>
              <a:avLst/>
              <a:gdLst/>
              <a:ahLst/>
              <a:cxnLst/>
              <a:rect l="l" t="t" r="r" b="b"/>
              <a:pathLst>
                <a:path w="540" h="12721" extrusionOk="0">
                  <a:moveTo>
                    <a:pt x="184" y="0"/>
                  </a:moveTo>
                  <a:cubicBezTo>
                    <a:pt x="116" y="0"/>
                    <a:pt x="59" y="19"/>
                    <a:pt x="1" y="48"/>
                  </a:cubicBezTo>
                  <a:cubicBezTo>
                    <a:pt x="107" y="115"/>
                    <a:pt x="174" y="231"/>
                    <a:pt x="184" y="356"/>
                  </a:cubicBezTo>
                  <a:lnTo>
                    <a:pt x="184" y="12366"/>
                  </a:lnTo>
                  <a:cubicBezTo>
                    <a:pt x="174" y="12501"/>
                    <a:pt x="107" y="12616"/>
                    <a:pt x="1" y="12674"/>
                  </a:cubicBezTo>
                  <a:cubicBezTo>
                    <a:pt x="58" y="12706"/>
                    <a:pt x="118" y="12721"/>
                    <a:pt x="176" y="12721"/>
                  </a:cubicBezTo>
                  <a:cubicBezTo>
                    <a:pt x="363" y="12721"/>
                    <a:pt x="532" y="12571"/>
                    <a:pt x="539" y="12366"/>
                  </a:cubicBezTo>
                  <a:lnTo>
                    <a:pt x="539" y="356"/>
                  </a:lnTo>
                  <a:cubicBezTo>
                    <a:pt x="530" y="164"/>
                    <a:pt x="376" y="0"/>
                    <a:pt x="184"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3" name="Google Shape;13463;p65"/>
            <p:cNvSpPr/>
            <p:nvPr/>
          </p:nvSpPr>
          <p:spPr>
            <a:xfrm>
              <a:off x="5979535" y="2638328"/>
              <a:ext cx="18606" cy="137117"/>
            </a:xfrm>
            <a:custGeom>
              <a:avLst/>
              <a:gdLst/>
              <a:ahLst/>
              <a:cxnLst/>
              <a:rect l="l" t="t" r="r" b="b"/>
              <a:pathLst>
                <a:path w="712" h="5247" extrusionOk="0">
                  <a:moveTo>
                    <a:pt x="0" y="1"/>
                  </a:moveTo>
                  <a:lnTo>
                    <a:pt x="0" y="4943"/>
                  </a:lnTo>
                  <a:cubicBezTo>
                    <a:pt x="29" y="5145"/>
                    <a:pt x="190" y="5246"/>
                    <a:pt x="353" y="5246"/>
                  </a:cubicBezTo>
                  <a:cubicBezTo>
                    <a:pt x="515" y="5246"/>
                    <a:pt x="678" y="5145"/>
                    <a:pt x="712" y="4943"/>
                  </a:cubicBezTo>
                  <a:lnTo>
                    <a:pt x="712" y="1"/>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4" name="Google Shape;13464;p65"/>
            <p:cNvSpPr/>
            <p:nvPr/>
          </p:nvSpPr>
          <p:spPr>
            <a:xfrm>
              <a:off x="5984056" y="2638328"/>
              <a:ext cx="14085" cy="138345"/>
            </a:xfrm>
            <a:custGeom>
              <a:avLst/>
              <a:gdLst/>
              <a:ahLst/>
              <a:cxnLst/>
              <a:rect l="l" t="t" r="r" b="b"/>
              <a:pathLst>
                <a:path w="539" h="5294" extrusionOk="0">
                  <a:moveTo>
                    <a:pt x="183" y="1"/>
                  </a:moveTo>
                  <a:lnTo>
                    <a:pt x="183" y="4943"/>
                  </a:lnTo>
                  <a:cubicBezTo>
                    <a:pt x="183" y="5068"/>
                    <a:pt x="116" y="5184"/>
                    <a:pt x="0" y="5251"/>
                  </a:cubicBezTo>
                  <a:cubicBezTo>
                    <a:pt x="57" y="5280"/>
                    <a:pt x="116" y="5294"/>
                    <a:pt x="173" y="5294"/>
                  </a:cubicBezTo>
                  <a:cubicBezTo>
                    <a:pt x="361" y="5294"/>
                    <a:pt x="532" y="5149"/>
                    <a:pt x="539" y="4943"/>
                  </a:cubicBezTo>
                  <a:lnTo>
                    <a:pt x="539"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5" name="Google Shape;13465;p65"/>
            <p:cNvSpPr/>
            <p:nvPr/>
          </p:nvSpPr>
          <p:spPr>
            <a:xfrm>
              <a:off x="5736032" y="2430000"/>
              <a:ext cx="360629" cy="122405"/>
            </a:xfrm>
            <a:custGeom>
              <a:avLst/>
              <a:gdLst/>
              <a:ahLst/>
              <a:cxnLst/>
              <a:rect l="l" t="t" r="r" b="b"/>
              <a:pathLst>
                <a:path w="13800" h="4684" extrusionOk="0">
                  <a:moveTo>
                    <a:pt x="231" y="1"/>
                  </a:moveTo>
                  <a:cubicBezTo>
                    <a:pt x="164" y="1"/>
                    <a:pt x="106" y="39"/>
                    <a:pt x="58" y="87"/>
                  </a:cubicBezTo>
                  <a:cubicBezTo>
                    <a:pt x="20" y="145"/>
                    <a:pt x="0" y="212"/>
                    <a:pt x="10" y="280"/>
                  </a:cubicBezTo>
                  <a:cubicBezTo>
                    <a:pt x="125" y="1145"/>
                    <a:pt x="606" y="3261"/>
                    <a:pt x="2347" y="4242"/>
                  </a:cubicBezTo>
                  <a:cubicBezTo>
                    <a:pt x="2847" y="4530"/>
                    <a:pt x="3405" y="4674"/>
                    <a:pt x="3972" y="4684"/>
                  </a:cubicBezTo>
                  <a:cubicBezTo>
                    <a:pt x="4049" y="4684"/>
                    <a:pt x="4126" y="4674"/>
                    <a:pt x="4203" y="4674"/>
                  </a:cubicBezTo>
                  <a:cubicBezTo>
                    <a:pt x="5357" y="4588"/>
                    <a:pt x="6309" y="3934"/>
                    <a:pt x="6780" y="3549"/>
                  </a:cubicBezTo>
                  <a:cubicBezTo>
                    <a:pt x="6818" y="3520"/>
                    <a:pt x="6862" y="3506"/>
                    <a:pt x="6904" y="3506"/>
                  </a:cubicBezTo>
                  <a:cubicBezTo>
                    <a:pt x="6946" y="3506"/>
                    <a:pt x="6987" y="3520"/>
                    <a:pt x="7020" y="3549"/>
                  </a:cubicBezTo>
                  <a:cubicBezTo>
                    <a:pt x="7491" y="3934"/>
                    <a:pt x="8453" y="4588"/>
                    <a:pt x="9607" y="4674"/>
                  </a:cubicBezTo>
                  <a:cubicBezTo>
                    <a:pt x="9681" y="4684"/>
                    <a:pt x="9754" y="4684"/>
                    <a:pt x="9828" y="4684"/>
                  </a:cubicBezTo>
                  <a:lnTo>
                    <a:pt x="9828" y="4684"/>
                  </a:lnTo>
                  <a:cubicBezTo>
                    <a:pt x="10395" y="4674"/>
                    <a:pt x="10953" y="4530"/>
                    <a:pt x="11453" y="4242"/>
                  </a:cubicBezTo>
                  <a:cubicBezTo>
                    <a:pt x="13194" y="3261"/>
                    <a:pt x="13674" y="1145"/>
                    <a:pt x="13790" y="280"/>
                  </a:cubicBezTo>
                  <a:cubicBezTo>
                    <a:pt x="13799" y="212"/>
                    <a:pt x="13780" y="145"/>
                    <a:pt x="13742" y="87"/>
                  </a:cubicBezTo>
                  <a:cubicBezTo>
                    <a:pt x="13694" y="39"/>
                    <a:pt x="13636" y="1"/>
                    <a:pt x="13569" y="1"/>
                  </a:cubicBezTo>
                  <a:lnTo>
                    <a:pt x="13549" y="1"/>
                  </a:lnTo>
                  <a:cubicBezTo>
                    <a:pt x="13482" y="1"/>
                    <a:pt x="13424" y="20"/>
                    <a:pt x="13386" y="68"/>
                  </a:cubicBezTo>
                  <a:cubicBezTo>
                    <a:pt x="13069" y="357"/>
                    <a:pt x="12280" y="876"/>
                    <a:pt x="10626" y="963"/>
                  </a:cubicBezTo>
                  <a:cubicBezTo>
                    <a:pt x="9559" y="1030"/>
                    <a:pt x="8540" y="1405"/>
                    <a:pt x="7684" y="2059"/>
                  </a:cubicBezTo>
                  <a:lnTo>
                    <a:pt x="7568" y="2145"/>
                  </a:lnTo>
                  <a:cubicBezTo>
                    <a:pt x="7371" y="2299"/>
                    <a:pt x="7136" y="2376"/>
                    <a:pt x="6900" y="2376"/>
                  </a:cubicBezTo>
                  <a:cubicBezTo>
                    <a:pt x="6664" y="2376"/>
                    <a:pt x="6429" y="2299"/>
                    <a:pt x="6232" y="2145"/>
                  </a:cubicBezTo>
                  <a:lnTo>
                    <a:pt x="6116" y="2059"/>
                  </a:lnTo>
                  <a:cubicBezTo>
                    <a:pt x="5260" y="1405"/>
                    <a:pt x="4241" y="1030"/>
                    <a:pt x="3174" y="963"/>
                  </a:cubicBezTo>
                  <a:cubicBezTo>
                    <a:pt x="1520" y="876"/>
                    <a:pt x="741" y="366"/>
                    <a:pt x="424" y="68"/>
                  </a:cubicBezTo>
                  <a:cubicBezTo>
                    <a:pt x="375" y="20"/>
                    <a:pt x="318" y="1"/>
                    <a:pt x="250" y="1"/>
                  </a:cubicBezTo>
                  <a:close/>
                  <a:moveTo>
                    <a:pt x="9828" y="4684"/>
                  </a:moveTo>
                  <a:cubicBezTo>
                    <a:pt x="9828" y="4684"/>
                    <a:pt x="9828" y="4684"/>
                    <a:pt x="9828" y="4684"/>
                  </a:cubicBezTo>
                  <a:lnTo>
                    <a:pt x="9838" y="4684"/>
                  </a:lnTo>
                  <a:cubicBezTo>
                    <a:pt x="9834" y="4684"/>
                    <a:pt x="9831" y="4684"/>
                    <a:pt x="9828" y="4684"/>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6" name="Google Shape;13466;p65"/>
            <p:cNvSpPr/>
            <p:nvPr/>
          </p:nvSpPr>
          <p:spPr>
            <a:xfrm>
              <a:off x="5972505" y="2430000"/>
              <a:ext cx="124417" cy="122405"/>
            </a:xfrm>
            <a:custGeom>
              <a:avLst/>
              <a:gdLst/>
              <a:ahLst/>
              <a:cxnLst/>
              <a:rect l="l" t="t" r="r" b="b"/>
              <a:pathLst>
                <a:path w="4761" h="4684" extrusionOk="0">
                  <a:moveTo>
                    <a:pt x="4510" y="1"/>
                  </a:moveTo>
                  <a:cubicBezTo>
                    <a:pt x="4443" y="1"/>
                    <a:pt x="4385" y="20"/>
                    <a:pt x="4337" y="68"/>
                  </a:cubicBezTo>
                  <a:cubicBezTo>
                    <a:pt x="3991" y="366"/>
                    <a:pt x="3577" y="587"/>
                    <a:pt x="3135" y="703"/>
                  </a:cubicBezTo>
                  <a:cubicBezTo>
                    <a:pt x="2933" y="1713"/>
                    <a:pt x="2375" y="3395"/>
                    <a:pt x="866" y="4242"/>
                  </a:cubicBezTo>
                  <a:cubicBezTo>
                    <a:pt x="596" y="4395"/>
                    <a:pt x="308" y="4511"/>
                    <a:pt x="0" y="4588"/>
                  </a:cubicBezTo>
                  <a:cubicBezTo>
                    <a:pt x="183" y="4626"/>
                    <a:pt x="366" y="4655"/>
                    <a:pt x="558" y="4674"/>
                  </a:cubicBezTo>
                  <a:cubicBezTo>
                    <a:pt x="635" y="4674"/>
                    <a:pt x="712" y="4684"/>
                    <a:pt x="779" y="4684"/>
                  </a:cubicBezTo>
                  <a:cubicBezTo>
                    <a:pt x="1356" y="4674"/>
                    <a:pt x="1914" y="4530"/>
                    <a:pt x="2404" y="4251"/>
                  </a:cubicBezTo>
                  <a:cubicBezTo>
                    <a:pt x="4154" y="3261"/>
                    <a:pt x="4625" y="1145"/>
                    <a:pt x="4750" y="280"/>
                  </a:cubicBezTo>
                  <a:cubicBezTo>
                    <a:pt x="4760" y="212"/>
                    <a:pt x="4741" y="145"/>
                    <a:pt x="4693" y="87"/>
                  </a:cubicBezTo>
                  <a:cubicBezTo>
                    <a:pt x="4654" y="39"/>
                    <a:pt x="4587" y="1"/>
                    <a:pt x="4520"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7" name="Google Shape;13467;p65"/>
            <p:cNvSpPr/>
            <p:nvPr/>
          </p:nvSpPr>
          <p:spPr>
            <a:xfrm>
              <a:off x="5750353" y="2455139"/>
              <a:ext cx="156325" cy="84722"/>
            </a:xfrm>
            <a:custGeom>
              <a:avLst/>
              <a:gdLst/>
              <a:ahLst/>
              <a:cxnLst/>
              <a:rect l="l" t="t" r="r" b="b"/>
              <a:pathLst>
                <a:path w="5982" h="3242" extrusionOk="0">
                  <a:moveTo>
                    <a:pt x="289" y="1"/>
                  </a:moveTo>
                  <a:cubicBezTo>
                    <a:pt x="116" y="10"/>
                    <a:pt x="1" y="193"/>
                    <a:pt x="78" y="347"/>
                  </a:cubicBezTo>
                  <a:lnTo>
                    <a:pt x="404" y="1058"/>
                  </a:lnTo>
                  <a:cubicBezTo>
                    <a:pt x="789" y="1885"/>
                    <a:pt x="1328" y="2491"/>
                    <a:pt x="1991" y="2866"/>
                  </a:cubicBezTo>
                  <a:cubicBezTo>
                    <a:pt x="2414" y="3106"/>
                    <a:pt x="2895" y="3241"/>
                    <a:pt x="3385" y="3241"/>
                  </a:cubicBezTo>
                  <a:cubicBezTo>
                    <a:pt x="3453" y="3241"/>
                    <a:pt x="3520" y="3241"/>
                    <a:pt x="3578" y="3222"/>
                  </a:cubicBezTo>
                  <a:cubicBezTo>
                    <a:pt x="4318" y="3174"/>
                    <a:pt x="4982" y="2847"/>
                    <a:pt x="5405" y="2568"/>
                  </a:cubicBezTo>
                  <a:lnTo>
                    <a:pt x="5828" y="2299"/>
                  </a:lnTo>
                  <a:cubicBezTo>
                    <a:pt x="5972" y="2212"/>
                    <a:pt x="5982" y="2010"/>
                    <a:pt x="5847" y="1914"/>
                  </a:cubicBezTo>
                  <a:lnTo>
                    <a:pt x="5462" y="1587"/>
                  </a:lnTo>
                  <a:cubicBezTo>
                    <a:pt x="4645" y="904"/>
                    <a:pt x="3626" y="491"/>
                    <a:pt x="2568" y="424"/>
                  </a:cubicBezTo>
                  <a:cubicBezTo>
                    <a:pt x="2078" y="404"/>
                    <a:pt x="1587" y="327"/>
                    <a:pt x="1116" y="212"/>
                  </a:cubicBezTo>
                  <a:lnTo>
                    <a:pt x="356" y="10"/>
                  </a:lnTo>
                  <a:cubicBezTo>
                    <a:pt x="337" y="10"/>
                    <a:pt x="318" y="10"/>
                    <a:pt x="289"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8" name="Google Shape;13468;p65"/>
            <p:cNvSpPr/>
            <p:nvPr/>
          </p:nvSpPr>
          <p:spPr>
            <a:xfrm>
              <a:off x="5763184" y="2465697"/>
              <a:ext cx="131185" cy="64600"/>
            </a:xfrm>
            <a:custGeom>
              <a:avLst/>
              <a:gdLst/>
              <a:ahLst/>
              <a:cxnLst/>
              <a:rect l="l" t="t" r="r" b="b"/>
              <a:pathLst>
                <a:path w="5020" h="2472" extrusionOk="0">
                  <a:moveTo>
                    <a:pt x="0" y="0"/>
                  </a:moveTo>
                  <a:lnTo>
                    <a:pt x="240" y="500"/>
                  </a:lnTo>
                  <a:cubicBezTo>
                    <a:pt x="587" y="1250"/>
                    <a:pt x="1067" y="1808"/>
                    <a:pt x="1673" y="2145"/>
                  </a:cubicBezTo>
                  <a:cubicBezTo>
                    <a:pt x="2039" y="2356"/>
                    <a:pt x="2462" y="2472"/>
                    <a:pt x="2894" y="2472"/>
                  </a:cubicBezTo>
                  <a:cubicBezTo>
                    <a:pt x="2952" y="2472"/>
                    <a:pt x="3010" y="2472"/>
                    <a:pt x="3068" y="2462"/>
                  </a:cubicBezTo>
                  <a:cubicBezTo>
                    <a:pt x="3731" y="2414"/>
                    <a:pt x="4337" y="2106"/>
                    <a:pt x="4721" y="1856"/>
                  </a:cubicBezTo>
                  <a:lnTo>
                    <a:pt x="5020" y="1674"/>
                  </a:lnTo>
                  <a:lnTo>
                    <a:pt x="4750" y="1443"/>
                  </a:lnTo>
                  <a:cubicBezTo>
                    <a:pt x="3991" y="808"/>
                    <a:pt x="3048" y="433"/>
                    <a:pt x="2058" y="366"/>
                  </a:cubicBezTo>
                  <a:cubicBezTo>
                    <a:pt x="1539" y="347"/>
                    <a:pt x="1029" y="270"/>
                    <a:pt x="539" y="145"/>
                  </a:cubicBezTo>
                  <a:lnTo>
                    <a:pt x="0" y="0"/>
                  </a:ln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9" name="Google Shape;13469;p65"/>
            <p:cNvSpPr/>
            <p:nvPr/>
          </p:nvSpPr>
          <p:spPr>
            <a:xfrm>
              <a:off x="5926016" y="2455375"/>
              <a:ext cx="156298" cy="84486"/>
            </a:xfrm>
            <a:custGeom>
              <a:avLst/>
              <a:gdLst/>
              <a:ahLst/>
              <a:cxnLst/>
              <a:rect l="l" t="t" r="r" b="b"/>
              <a:pathLst>
                <a:path w="5981" h="3233" extrusionOk="0">
                  <a:moveTo>
                    <a:pt x="5695" y="1"/>
                  </a:moveTo>
                  <a:cubicBezTo>
                    <a:pt x="5673" y="1"/>
                    <a:pt x="5649" y="4"/>
                    <a:pt x="5626" y="11"/>
                  </a:cubicBezTo>
                  <a:lnTo>
                    <a:pt x="4866" y="203"/>
                  </a:lnTo>
                  <a:cubicBezTo>
                    <a:pt x="4395" y="328"/>
                    <a:pt x="3904" y="395"/>
                    <a:pt x="3414" y="424"/>
                  </a:cubicBezTo>
                  <a:cubicBezTo>
                    <a:pt x="2356" y="492"/>
                    <a:pt x="1337" y="895"/>
                    <a:pt x="519" y="1588"/>
                  </a:cubicBezTo>
                  <a:lnTo>
                    <a:pt x="135" y="1905"/>
                  </a:lnTo>
                  <a:cubicBezTo>
                    <a:pt x="0" y="2011"/>
                    <a:pt x="19" y="2203"/>
                    <a:pt x="154" y="2299"/>
                  </a:cubicBezTo>
                  <a:lnTo>
                    <a:pt x="577" y="2569"/>
                  </a:lnTo>
                  <a:cubicBezTo>
                    <a:pt x="1000" y="2838"/>
                    <a:pt x="1664" y="3174"/>
                    <a:pt x="2404" y="3222"/>
                  </a:cubicBezTo>
                  <a:cubicBezTo>
                    <a:pt x="2472" y="3232"/>
                    <a:pt x="2539" y="3232"/>
                    <a:pt x="2597" y="3232"/>
                  </a:cubicBezTo>
                  <a:cubicBezTo>
                    <a:pt x="3087" y="3232"/>
                    <a:pt x="3568" y="3097"/>
                    <a:pt x="3991" y="2857"/>
                  </a:cubicBezTo>
                  <a:cubicBezTo>
                    <a:pt x="4654" y="2482"/>
                    <a:pt x="5193" y="1876"/>
                    <a:pt x="5577" y="1059"/>
                  </a:cubicBezTo>
                  <a:lnTo>
                    <a:pt x="5904" y="347"/>
                  </a:lnTo>
                  <a:cubicBezTo>
                    <a:pt x="5981" y="178"/>
                    <a:pt x="5863" y="1"/>
                    <a:pt x="5695"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0" name="Google Shape;13470;p65"/>
            <p:cNvSpPr/>
            <p:nvPr/>
          </p:nvSpPr>
          <p:spPr>
            <a:xfrm>
              <a:off x="5938324" y="2465697"/>
              <a:ext cx="131185" cy="64600"/>
            </a:xfrm>
            <a:custGeom>
              <a:avLst/>
              <a:gdLst/>
              <a:ahLst/>
              <a:cxnLst/>
              <a:rect l="l" t="t" r="r" b="b"/>
              <a:pathLst>
                <a:path w="5020" h="2472" extrusionOk="0">
                  <a:moveTo>
                    <a:pt x="5020" y="0"/>
                  </a:moveTo>
                  <a:lnTo>
                    <a:pt x="4491" y="145"/>
                  </a:lnTo>
                  <a:cubicBezTo>
                    <a:pt x="3991" y="270"/>
                    <a:pt x="3481" y="347"/>
                    <a:pt x="2962" y="366"/>
                  </a:cubicBezTo>
                  <a:cubicBezTo>
                    <a:pt x="1972" y="433"/>
                    <a:pt x="1029" y="808"/>
                    <a:pt x="270" y="1443"/>
                  </a:cubicBezTo>
                  <a:lnTo>
                    <a:pt x="0" y="1674"/>
                  </a:lnTo>
                  <a:lnTo>
                    <a:pt x="298" y="1856"/>
                  </a:lnTo>
                  <a:cubicBezTo>
                    <a:pt x="683" y="2106"/>
                    <a:pt x="1289" y="2414"/>
                    <a:pt x="1952" y="2462"/>
                  </a:cubicBezTo>
                  <a:cubicBezTo>
                    <a:pt x="2010" y="2472"/>
                    <a:pt x="2068" y="2472"/>
                    <a:pt x="2126" y="2472"/>
                  </a:cubicBezTo>
                  <a:cubicBezTo>
                    <a:pt x="2558" y="2472"/>
                    <a:pt x="2981" y="2356"/>
                    <a:pt x="3347" y="2145"/>
                  </a:cubicBezTo>
                  <a:cubicBezTo>
                    <a:pt x="3953" y="1808"/>
                    <a:pt x="4433" y="1250"/>
                    <a:pt x="4789" y="500"/>
                  </a:cubicBezTo>
                  <a:lnTo>
                    <a:pt x="5020" y="0"/>
                  </a:ln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1" name="Google Shape;13471;p65"/>
            <p:cNvSpPr/>
            <p:nvPr/>
          </p:nvSpPr>
          <p:spPr>
            <a:xfrm>
              <a:off x="6000389" y="2465932"/>
              <a:ext cx="69382" cy="64129"/>
            </a:xfrm>
            <a:custGeom>
              <a:avLst/>
              <a:gdLst/>
              <a:ahLst/>
              <a:cxnLst/>
              <a:rect l="l" t="t" r="r" b="b"/>
              <a:pathLst>
                <a:path w="2655" h="2454" extrusionOk="0">
                  <a:moveTo>
                    <a:pt x="2655" y="1"/>
                  </a:moveTo>
                  <a:lnTo>
                    <a:pt x="2116" y="136"/>
                  </a:lnTo>
                  <a:cubicBezTo>
                    <a:pt x="1780" y="222"/>
                    <a:pt x="1433" y="289"/>
                    <a:pt x="1087" y="328"/>
                  </a:cubicBezTo>
                  <a:cubicBezTo>
                    <a:pt x="1020" y="818"/>
                    <a:pt x="789" y="1790"/>
                    <a:pt x="1" y="2453"/>
                  </a:cubicBezTo>
                  <a:cubicBezTo>
                    <a:pt x="347" y="2424"/>
                    <a:pt x="683" y="2309"/>
                    <a:pt x="981" y="2136"/>
                  </a:cubicBezTo>
                  <a:cubicBezTo>
                    <a:pt x="1587" y="1799"/>
                    <a:pt x="2068" y="1251"/>
                    <a:pt x="2414" y="491"/>
                  </a:cubicBezTo>
                  <a:lnTo>
                    <a:pt x="2655" y="1"/>
                  </a:ln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2" name="Google Shape;13472;p65"/>
            <p:cNvSpPr/>
            <p:nvPr/>
          </p:nvSpPr>
          <p:spPr>
            <a:xfrm>
              <a:off x="5816703" y="2491333"/>
              <a:ext cx="77666" cy="38964"/>
            </a:xfrm>
            <a:custGeom>
              <a:avLst/>
              <a:gdLst/>
              <a:ahLst/>
              <a:cxnLst/>
              <a:rect l="l" t="t" r="r" b="b"/>
              <a:pathLst>
                <a:path w="2972" h="1491" extrusionOk="0">
                  <a:moveTo>
                    <a:pt x="2020" y="0"/>
                  </a:moveTo>
                  <a:cubicBezTo>
                    <a:pt x="1645" y="414"/>
                    <a:pt x="866" y="1173"/>
                    <a:pt x="0" y="1337"/>
                  </a:cubicBezTo>
                  <a:cubicBezTo>
                    <a:pt x="269" y="1443"/>
                    <a:pt x="558" y="1491"/>
                    <a:pt x="846" y="1491"/>
                  </a:cubicBezTo>
                  <a:cubicBezTo>
                    <a:pt x="904" y="1491"/>
                    <a:pt x="962" y="1491"/>
                    <a:pt x="1020" y="1481"/>
                  </a:cubicBezTo>
                  <a:cubicBezTo>
                    <a:pt x="1683" y="1443"/>
                    <a:pt x="2289" y="1135"/>
                    <a:pt x="2673" y="885"/>
                  </a:cubicBezTo>
                  <a:lnTo>
                    <a:pt x="2972" y="693"/>
                  </a:lnTo>
                  <a:lnTo>
                    <a:pt x="2702" y="471"/>
                  </a:lnTo>
                  <a:cubicBezTo>
                    <a:pt x="2481" y="298"/>
                    <a:pt x="2260" y="135"/>
                    <a:pt x="2020" y="0"/>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3" name="Google Shape;13473;p65"/>
            <p:cNvSpPr/>
            <p:nvPr/>
          </p:nvSpPr>
          <p:spPr>
            <a:xfrm>
              <a:off x="5828751" y="2603990"/>
              <a:ext cx="175192" cy="72831"/>
            </a:xfrm>
            <a:custGeom>
              <a:avLst/>
              <a:gdLst/>
              <a:ahLst/>
              <a:cxnLst/>
              <a:rect l="l" t="t" r="r" b="b"/>
              <a:pathLst>
                <a:path w="6704" h="2787" extrusionOk="0">
                  <a:moveTo>
                    <a:pt x="2494" y="1"/>
                  </a:moveTo>
                  <a:cubicBezTo>
                    <a:pt x="2150" y="1"/>
                    <a:pt x="1772" y="116"/>
                    <a:pt x="1453" y="430"/>
                  </a:cubicBezTo>
                  <a:cubicBezTo>
                    <a:pt x="703" y="1180"/>
                    <a:pt x="1" y="1286"/>
                    <a:pt x="1" y="1286"/>
                  </a:cubicBezTo>
                  <a:cubicBezTo>
                    <a:pt x="559" y="1565"/>
                    <a:pt x="1068" y="1930"/>
                    <a:pt x="1520" y="2353"/>
                  </a:cubicBezTo>
                  <a:cubicBezTo>
                    <a:pt x="1930" y="2763"/>
                    <a:pt x="3062" y="2786"/>
                    <a:pt x="3309" y="2786"/>
                  </a:cubicBezTo>
                  <a:cubicBezTo>
                    <a:pt x="3340" y="2786"/>
                    <a:pt x="3357" y="2786"/>
                    <a:pt x="3357" y="2786"/>
                  </a:cubicBezTo>
                  <a:cubicBezTo>
                    <a:pt x="3357" y="2786"/>
                    <a:pt x="3374" y="2786"/>
                    <a:pt x="3404" y="2786"/>
                  </a:cubicBezTo>
                  <a:cubicBezTo>
                    <a:pt x="3649" y="2786"/>
                    <a:pt x="4774" y="2763"/>
                    <a:pt x="5184" y="2353"/>
                  </a:cubicBezTo>
                  <a:cubicBezTo>
                    <a:pt x="5636" y="1930"/>
                    <a:pt x="6145" y="1565"/>
                    <a:pt x="6703" y="1286"/>
                  </a:cubicBezTo>
                  <a:cubicBezTo>
                    <a:pt x="6703" y="1286"/>
                    <a:pt x="6001" y="1180"/>
                    <a:pt x="5251" y="430"/>
                  </a:cubicBezTo>
                  <a:cubicBezTo>
                    <a:pt x="4934" y="118"/>
                    <a:pt x="4558" y="4"/>
                    <a:pt x="4217" y="4"/>
                  </a:cubicBezTo>
                  <a:cubicBezTo>
                    <a:pt x="3854" y="4"/>
                    <a:pt x="3530" y="132"/>
                    <a:pt x="3357" y="286"/>
                  </a:cubicBezTo>
                  <a:cubicBezTo>
                    <a:pt x="3179" y="128"/>
                    <a:pt x="2855" y="1"/>
                    <a:pt x="2494"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4" name="Google Shape;13474;p65"/>
            <p:cNvSpPr/>
            <p:nvPr/>
          </p:nvSpPr>
          <p:spPr>
            <a:xfrm>
              <a:off x="5828751" y="2636316"/>
              <a:ext cx="175192" cy="40505"/>
            </a:xfrm>
            <a:custGeom>
              <a:avLst/>
              <a:gdLst/>
              <a:ahLst/>
              <a:cxnLst/>
              <a:rect l="l" t="t" r="r" b="b"/>
              <a:pathLst>
                <a:path w="6704" h="1550" extrusionOk="0">
                  <a:moveTo>
                    <a:pt x="3357" y="1"/>
                  </a:moveTo>
                  <a:lnTo>
                    <a:pt x="3241" y="49"/>
                  </a:lnTo>
                  <a:cubicBezTo>
                    <a:pt x="2860" y="193"/>
                    <a:pt x="2373" y="241"/>
                    <a:pt x="1893" y="241"/>
                  </a:cubicBezTo>
                  <a:cubicBezTo>
                    <a:pt x="933" y="241"/>
                    <a:pt x="1" y="49"/>
                    <a:pt x="1" y="49"/>
                  </a:cubicBezTo>
                  <a:lnTo>
                    <a:pt x="1" y="49"/>
                  </a:lnTo>
                  <a:cubicBezTo>
                    <a:pt x="559" y="328"/>
                    <a:pt x="1068" y="693"/>
                    <a:pt x="1520" y="1116"/>
                  </a:cubicBezTo>
                  <a:cubicBezTo>
                    <a:pt x="1930" y="1526"/>
                    <a:pt x="3062" y="1549"/>
                    <a:pt x="3309" y="1549"/>
                  </a:cubicBezTo>
                  <a:cubicBezTo>
                    <a:pt x="3340" y="1549"/>
                    <a:pt x="3357" y="1549"/>
                    <a:pt x="3357" y="1549"/>
                  </a:cubicBezTo>
                  <a:cubicBezTo>
                    <a:pt x="3357" y="1549"/>
                    <a:pt x="3374" y="1549"/>
                    <a:pt x="3404" y="1549"/>
                  </a:cubicBezTo>
                  <a:cubicBezTo>
                    <a:pt x="3649" y="1549"/>
                    <a:pt x="4774" y="1526"/>
                    <a:pt x="5184" y="1116"/>
                  </a:cubicBezTo>
                  <a:cubicBezTo>
                    <a:pt x="5636" y="693"/>
                    <a:pt x="6145" y="328"/>
                    <a:pt x="6703" y="49"/>
                  </a:cubicBezTo>
                  <a:lnTo>
                    <a:pt x="6703" y="49"/>
                  </a:lnTo>
                  <a:cubicBezTo>
                    <a:pt x="6703" y="49"/>
                    <a:pt x="5776" y="241"/>
                    <a:pt x="4816" y="241"/>
                  </a:cubicBezTo>
                  <a:cubicBezTo>
                    <a:pt x="4335" y="241"/>
                    <a:pt x="3847" y="193"/>
                    <a:pt x="3463" y="49"/>
                  </a:cubicBezTo>
                  <a:lnTo>
                    <a:pt x="3357" y="1"/>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5" name="Google Shape;13475;p65"/>
            <p:cNvSpPr/>
            <p:nvPr/>
          </p:nvSpPr>
          <p:spPr>
            <a:xfrm>
              <a:off x="5872993" y="2648624"/>
              <a:ext cx="86472" cy="16620"/>
            </a:xfrm>
            <a:custGeom>
              <a:avLst/>
              <a:gdLst/>
              <a:ahLst/>
              <a:cxnLst/>
              <a:rect l="l" t="t" r="r" b="b"/>
              <a:pathLst>
                <a:path w="3309" h="636" extrusionOk="0">
                  <a:moveTo>
                    <a:pt x="1654" y="1"/>
                  </a:moveTo>
                  <a:cubicBezTo>
                    <a:pt x="1212" y="145"/>
                    <a:pt x="754" y="213"/>
                    <a:pt x="286" y="213"/>
                  </a:cubicBezTo>
                  <a:cubicBezTo>
                    <a:pt x="255" y="213"/>
                    <a:pt x="224" y="213"/>
                    <a:pt x="193" y="212"/>
                  </a:cubicBezTo>
                  <a:lnTo>
                    <a:pt x="0" y="212"/>
                  </a:lnTo>
                  <a:cubicBezTo>
                    <a:pt x="48" y="251"/>
                    <a:pt x="96" y="289"/>
                    <a:pt x="135" y="337"/>
                  </a:cubicBezTo>
                  <a:cubicBezTo>
                    <a:pt x="308" y="510"/>
                    <a:pt x="923" y="636"/>
                    <a:pt x="1596" y="636"/>
                  </a:cubicBezTo>
                  <a:lnTo>
                    <a:pt x="1721" y="636"/>
                  </a:lnTo>
                  <a:cubicBezTo>
                    <a:pt x="2395" y="636"/>
                    <a:pt x="3010" y="510"/>
                    <a:pt x="3173" y="337"/>
                  </a:cubicBezTo>
                  <a:cubicBezTo>
                    <a:pt x="3222" y="289"/>
                    <a:pt x="3270" y="251"/>
                    <a:pt x="3308" y="212"/>
                  </a:cubicBezTo>
                  <a:lnTo>
                    <a:pt x="3116" y="212"/>
                  </a:lnTo>
                  <a:cubicBezTo>
                    <a:pt x="3085" y="213"/>
                    <a:pt x="3055" y="213"/>
                    <a:pt x="3024" y="213"/>
                  </a:cubicBezTo>
                  <a:cubicBezTo>
                    <a:pt x="2563" y="213"/>
                    <a:pt x="2096" y="145"/>
                    <a:pt x="1654"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6" name="Google Shape;13476;p65"/>
            <p:cNvSpPr/>
            <p:nvPr/>
          </p:nvSpPr>
          <p:spPr>
            <a:xfrm>
              <a:off x="5920972" y="2616717"/>
              <a:ext cx="50540" cy="17404"/>
            </a:xfrm>
            <a:custGeom>
              <a:avLst/>
              <a:gdLst/>
              <a:ahLst/>
              <a:cxnLst/>
              <a:rect l="l" t="t" r="r" b="b"/>
              <a:pathLst>
                <a:path w="1934" h="666" extrusionOk="0">
                  <a:moveTo>
                    <a:pt x="828" y="1"/>
                  </a:moveTo>
                  <a:cubicBezTo>
                    <a:pt x="616" y="1"/>
                    <a:pt x="405" y="58"/>
                    <a:pt x="241" y="183"/>
                  </a:cubicBezTo>
                  <a:lnTo>
                    <a:pt x="1" y="395"/>
                  </a:lnTo>
                  <a:lnTo>
                    <a:pt x="232" y="491"/>
                  </a:lnTo>
                  <a:cubicBezTo>
                    <a:pt x="589" y="607"/>
                    <a:pt x="963" y="665"/>
                    <a:pt x="1345" y="665"/>
                  </a:cubicBezTo>
                  <a:cubicBezTo>
                    <a:pt x="1375" y="665"/>
                    <a:pt x="1404" y="665"/>
                    <a:pt x="1434" y="664"/>
                  </a:cubicBezTo>
                  <a:cubicBezTo>
                    <a:pt x="1607" y="664"/>
                    <a:pt x="1780" y="664"/>
                    <a:pt x="1934" y="645"/>
                  </a:cubicBezTo>
                  <a:cubicBezTo>
                    <a:pt x="1809" y="539"/>
                    <a:pt x="1684" y="433"/>
                    <a:pt x="1568" y="318"/>
                  </a:cubicBezTo>
                  <a:cubicBezTo>
                    <a:pt x="1376" y="116"/>
                    <a:pt x="1107" y="1"/>
                    <a:pt x="828" y="1"/>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7" name="Google Shape;13477;p65"/>
            <p:cNvSpPr/>
            <p:nvPr/>
          </p:nvSpPr>
          <p:spPr>
            <a:xfrm>
              <a:off x="5860920" y="2616717"/>
              <a:ext cx="50802" cy="17404"/>
            </a:xfrm>
            <a:custGeom>
              <a:avLst/>
              <a:gdLst/>
              <a:ahLst/>
              <a:cxnLst/>
              <a:rect l="l" t="t" r="r" b="b"/>
              <a:pathLst>
                <a:path w="1944" h="666" extrusionOk="0">
                  <a:moveTo>
                    <a:pt x="1116" y="1"/>
                  </a:moveTo>
                  <a:cubicBezTo>
                    <a:pt x="837" y="1"/>
                    <a:pt x="568" y="116"/>
                    <a:pt x="366" y="318"/>
                  </a:cubicBezTo>
                  <a:cubicBezTo>
                    <a:pt x="251" y="433"/>
                    <a:pt x="135" y="539"/>
                    <a:pt x="1" y="645"/>
                  </a:cubicBezTo>
                  <a:cubicBezTo>
                    <a:pt x="164" y="655"/>
                    <a:pt x="337" y="664"/>
                    <a:pt x="510" y="664"/>
                  </a:cubicBezTo>
                  <a:cubicBezTo>
                    <a:pt x="539" y="665"/>
                    <a:pt x="568" y="665"/>
                    <a:pt x="597" y="665"/>
                  </a:cubicBezTo>
                  <a:cubicBezTo>
                    <a:pt x="973" y="665"/>
                    <a:pt x="1355" y="607"/>
                    <a:pt x="1712" y="491"/>
                  </a:cubicBezTo>
                  <a:lnTo>
                    <a:pt x="1943" y="395"/>
                  </a:lnTo>
                  <a:lnTo>
                    <a:pt x="1703" y="183"/>
                  </a:lnTo>
                  <a:cubicBezTo>
                    <a:pt x="1530" y="58"/>
                    <a:pt x="1328" y="1"/>
                    <a:pt x="1116" y="1"/>
                  </a:cubicBezTo>
                  <a:close/>
                </a:path>
              </a:pathLst>
            </a:custGeom>
            <a:solidFill>
              <a:srgbClr val="7F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78" name="Google Shape;13478;p65"/>
          <p:cNvGrpSpPr/>
          <p:nvPr/>
        </p:nvGrpSpPr>
        <p:grpSpPr>
          <a:xfrm>
            <a:off x="4876405" y="1811344"/>
            <a:ext cx="360628" cy="331778"/>
            <a:chOff x="4877867" y="1995991"/>
            <a:chExt cx="360628" cy="331778"/>
          </a:xfrm>
        </p:grpSpPr>
        <p:sp>
          <p:nvSpPr>
            <p:cNvPr id="13479" name="Google Shape;13479;p65"/>
            <p:cNvSpPr/>
            <p:nvPr/>
          </p:nvSpPr>
          <p:spPr>
            <a:xfrm>
              <a:off x="5151527" y="2172699"/>
              <a:ext cx="17613" cy="155070"/>
            </a:xfrm>
            <a:custGeom>
              <a:avLst/>
              <a:gdLst/>
              <a:ahLst/>
              <a:cxnLst/>
              <a:rect l="l" t="t" r="r" b="b"/>
              <a:pathLst>
                <a:path w="674" h="5934" extrusionOk="0">
                  <a:moveTo>
                    <a:pt x="1" y="0"/>
                  </a:moveTo>
                  <a:lnTo>
                    <a:pt x="1" y="5597"/>
                  </a:lnTo>
                  <a:cubicBezTo>
                    <a:pt x="1" y="5779"/>
                    <a:pt x="145" y="5933"/>
                    <a:pt x="337" y="5933"/>
                  </a:cubicBezTo>
                  <a:cubicBezTo>
                    <a:pt x="520" y="5933"/>
                    <a:pt x="674" y="5779"/>
                    <a:pt x="674" y="5597"/>
                  </a:cubicBezTo>
                  <a:lnTo>
                    <a:pt x="674" y="0"/>
                  </a:ln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0" name="Google Shape;13480;p65"/>
            <p:cNvSpPr/>
            <p:nvPr/>
          </p:nvSpPr>
          <p:spPr>
            <a:xfrm>
              <a:off x="5155813" y="2172699"/>
              <a:ext cx="13328" cy="155070"/>
            </a:xfrm>
            <a:custGeom>
              <a:avLst/>
              <a:gdLst/>
              <a:ahLst/>
              <a:cxnLst/>
              <a:rect l="l" t="t" r="r" b="b"/>
              <a:pathLst>
                <a:path w="510" h="5934" extrusionOk="0">
                  <a:moveTo>
                    <a:pt x="173" y="0"/>
                  </a:moveTo>
                  <a:lnTo>
                    <a:pt x="173" y="5597"/>
                  </a:lnTo>
                  <a:cubicBezTo>
                    <a:pt x="173" y="5712"/>
                    <a:pt x="106" y="5827"/>
                    <a:pt x="0" y="5885"/>
                  </a:cubicBezTo>
                  <a:cubicBezTo>
                    <a:pt x="58" y="5914"/>
                    <a:pt x="115" y="5933"/>
                    <a:pt x="173" y="5933"/>
                  </a:cubicBezTo>
                  <a:cubicBezTo>
                    <a:pt x="356" y="5933"/>
                    <a:pt x="510" y="5779"/>
                    <a:pt x="510" y="5597"/>
                  </a:cubicBezTo>
                  <a:lnTo>
                    <a:pt x="510"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1" name="Google Shape;13481;p65"/>
            <p:cNvSpPr/>
            <p:nvPr/>
          </p:nvSpPr>
          <p:spPr>
            <a:xfrm>
              <a:off x="4941709" y="2135748"/>
              <a:ext cx="233206" cy="58877"/>
            </a:xfrm>
            <a:custGeom>
              <a:avLst/>
              <a:gdLst/>
              <a:ahLst/>
              <a:cxnLst/>
              <a:rect l="l" t="t" r="r" b="b"/>
              <a:pathLst>
                <a:path w="8924" h="2253" extrusionOk="0">
                  <a:moveTo>
                    <a:pt x="3260" y="1"/>
                  </a:moveTo>
                  <a:cubicBezTo>
                    <a:pt x="2173" y="1"/>
                    <a:pt x="1558" y="1376"/>
                    <a:pt x="741" y="1376"/>
                  </a:cubicBezTo>
                  <a:cubicBezTo>
                    <a:pt x="106" y="1376"/>
                    <a:pt x="193" y="914"/>
                    <a:pt x="269" y="703"/>
                  </a:cubicBezTo>
                  <a:cubicBezTo>
                    <a:pt x="276" y="688"/>
                    <a:pt x="263" y="680"/>
                    <a:pt x="251" y="680"/>
                  </a:cubicBezTo>
                  <a:cubicBezTo>
                    <a:pt x="247" y="680"/>
                    <a:pt x="243" y="681"/>
                    <a:pt x="241" y="683"/>
                  </a:cubicBezTo>
                  <a:cubicBezTo>
                    <a:pt x="58" y="895"/>
                    <a:pt x="0" y="1174"/>
                    <a:pt x="96" y="1433"/>
                  </a:cubicBezTo>
                  <a:cubicBezTo>
                    <a:pt x="262" y="1845"/>
                    <a:pt x="828" y="2253"/>
                    <a:pt x="1580" y="2253"/>
                  </a:cubicBezTo>
                  <a:cubicBezTo>
                    <a:pt x="1917" y="2253"/>
                    <a:pt x="2291" y="2171"/>
                    <a:pt x="2683" y="1972"/>
                  </a:cubicBezTo>
                  <a:cubicBezTo>
                    <a:pt x="3553" y="1533"/>
                    <a:pt x="4066" y="1458"/>
                    <a:pt x="4302" y="1458"/>
                  </a:cubicBezTo>
                  <a:cubicBezTo>
                    <a:pt x="4340" y="1458"/>
                    <a:pt x="4371" y="1460"/>
                    <a:pt x="4395" y="1462"/>
                  </a:cubicBezTo>
                  <a:lnTo>
                    <a:pt x="4529" y="1462"/>
                  </a:lnTo>
                  <a:cubicBezTo>
                    <a:pt x="4553" y="1460"/>
                    <a:pt x="4584" y="1458"/>
                    <a:pt x="4622" y="1458"/>
                  </a:cubicBezTo>
                  <a:cubicBezTo>
                    <a:pt x="4860" y="1458"/>
                    <a:pt x="5379" y="1533"/>
                    <a:pt x="6241" y="1972"/>
                  </a:cubicBezTo>
                  <a:cubicBezTo>
                    <a:pt x="6633" y="2171"/>
                    <a:pt x="7007" y="2253"/>
                    <a:pt x="7344" y="2253"/>
                  </a:cubicBezTo>
                  <a:cubicBezTo>
                    <a:pt x="8096" y="2253"/>
                    <a:pt x="8662" y="1845"/>
                    <a:pt x="8828" y="1433"/>
                  </a:cubicBezTo>
                  <a:cubicBezTo>
                    <a:pt x="8924" y="1174"/>
                    <a:pt x="8866" y="885"/>
                    <a:pt x="8674" y="683"/>
                  </a:cubicBezTo>
                  <a:cubicBezTo>
                    <a:pt x="8671" y="681"/>
                    <a:pt x="8668" y="680"/>
                    <a:pt x="8665" y="680"/>
                  </a:cubicBezTo>
                  <a:cubicBezTo>
                    <a:pt x="8655" y="680"/>
                    <a:pt x="8645" y="688"/>
                    <a:pt x="8645" y="703"/>
                  </a:cubicBezTo>
                  <a:cubicBezTo>
                    <a:pt x="8722" y="914"/>
                    <a:pt x="8808" y="1376"/>
                    <a:pt x="8174" y="1376"/>
                  </a:cubicBezTo>
                  <a:cubicBezTo>
                    <a:pt x="7356" y="1376"/>
                    <a:pt x="6741" y="1"/>
                    <a:pt x="5654" y="1"/>
                  </a:cubicBezTo>
                  <a:cubicBezTo>
                    <a:pt x="4779" y="1"/>
                    <a:pt x="4539" y="520"/>
                    <a:pt x="4481" y="722"/>
                  </a:cubicBezTo>
                  <a:cubicBezTo>
                    <a:pt x="4476" y="731"/>
                    <a:pt x="4467" y="736"/>
                    <a:pt x="4458" y="736"/>
                  </a:cubicBezTo>
                  <a:cubicBezTo>
                    <a:pt x="4450" y="736"/>
                    <a:pt x="4443" y="731"/>
                    <a:pt x="4443" y="722"/>
                  </a:cubicBezTo>
                  <a:cubicBezTo>
                    <a:pt x="4375" y="520"/>
                    <a:pt x="4145" y="1"/>
                    <a:pt x="3260"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2" name="Google Shape;13482;p65"/>
            <p:cNvSpPr/>
            <p:nvPr/>
          </p:nvSpPr>
          <p:spPr>
            <a:xfrm>
              <a:off x="5217119" y="2012873"/>
              <a:ext cx="17613" cy="314897"/>
            </a:xfrm>
            <a:custGeom>
              <a:avLst/>
              <a:gdLst/>
              <a:ahLst/>
              <a:cxnLst/>
              <a:rect l="l" t="t" r="r" b="b"/>
              <a:pathLst>
                <a:path w="674" h="12050" extrusionOk="0">
                  <a:moveTo>
                    <a:pt x="337" y="0"/>
                  </a:moveTo>
                  <a:cubicBezTo>
                    <a:pt x="145" y="0"/>
                    <a:pt x="0" y="145"/>
                    <a:pt x="0" y="337"/>
                  </a:cubicBezTo>
                  <a:lnTo>
                    <a:pt x="0" y="11713"/>
                  </a:lnTo>
                  <a:cubicBezTo>
                    <a:pt x="0" y="11895"/>
                    <a:pt x="145" y="12049"/>
                    <a:pt x="337" y="12049"/>
                  </a:cubicBezTo>
                  <a:cubicBezTo>
                    <a:pt x="520" y="12049"/>
                    <a:pt x="673" y="11895"/>
                    <a:pt x="673" y="11713"/>
                  </a:cubicBezTo>
                  <a:lnTo>
                    <a:pt x="673" y="337"/>
                  </a:lnTo>
                  <a:cubicBezTo>
                    <a:pt x="673" y="145"/>
                    <a:pt x="520" y="0"/>
                    <a:pt x="337" y="0"/>
                  </a:cubicBezTo>
                  <a:close/>
                </a:path>
              </a:pathLst>
            </a:custGeom>
            <a:solidFill>
              <a:srgbClr val="AD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3" name="Google Shape;13483;p65"/>
            <p:cNvSpPr/>
            <p:nvPr/>
          </p:nvSpPr>
          <p:spPr>
            <a:xfrm>
              <a:off x="5221379" y="2012873"/>
              <a:ext cx="13354" cy="314897"/>
            </a:xfrm>
            <a:custGeom>
              <a:avLst/>
              <a:gdLst/>
              <a:ahLst/>
              <a:cxnLst/>
              <a:rect l="l" t="t" r="r" b="b"/>
              <a:pathLst>
                <a:path w="511" h="12050" extrusionOk="0">
                  <a:moveTo>
                    <a:pt x="174" y="0"/>
                  </a:moveTo>
                  <a:cubicBezTo>
                    <a:pt x="107" y="0"/>
                    <a:pt x="49" y="10"/>
                    <a:pt x="1" y="39"/>
                  </a:cubicBezTo>
                  <a:cubicBezTo>
                    <a:pt x="107" y="106"/>
                    <a:pt x="164" y="212"/>
                    <a:pt x="164" y="337"/>
                  </a:cubicBezTo>
                  <a:lnTo>
                    <a:pt x="164" y="11713"/>
                  </a:lnTo>
                  <a:cubicBezTo>
                    <a:pt x="164" y="11828"/>
                    <a:pt x="107" y="11943"/>
                    <a:pt x="1" y="12001"/>
                  </a:cubicBezTo>
                  <a:cubicBezTo>
                    <a:pt x="55" y="12034"/>
                    <a:pt x="114" y="12049"/>
                    <a:pt x="171" y="12049"/>
                  </a:cubicBezTo>
                  <a:cubicBezTo>
                    <a:pt x="347" y="12049"/>
                    <a:pt x="510" y="11908"/>
                    <a:pt x="510" y="11713"/>
                  </a:cubicBezTo>
                  <a:lnTo>
                    <a:pt x="510" y="337"/>
                  </a:lnTo>
                  <a:cubicBezTo>
                    <a:pt x="510" y="145"/>
                    <a:pt x="357" y="0"/>
                    <a:pt x="174"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4" name="Google Shape;13484;p65"/>
            <p:cNvSpPr/>
            <p:nvPr/>
          </p:nvSpPr>
          <p:spPr>
            <a:xfrm>
              <a:off x="4877867" y="1995991"/>
              <a:ext cx="360393" cy="119478"/>
            </a:xfrm>
            <a:custGeom>
              <a:avLst/>
              <a:gdLst/>
              <a:ahLst/>
              <a:cxnLst/>
              <a:rect l="l" t="t" r="r" b="b"/>
              <a:pathLst>
                <a:path w="13791" h="4572" extrusionOk="0">
                  <a:moveTo>
                    <a:pt x="3397" y="1"/>
                  </a:moveTo>
                  <a:cubicBezTo>
                    <a:pt x="3358" y="1"/>
                    <a:pt x="3319" y="1"/>
                    <a:pt x="3280" y="2"/>
                  </a:cubicBezTo>
                  <a:cubicBezTo>
                    <a:pt x="2222" y="2"/>
                    <a:pt x="1174" y="60"/>
                    <a:pt x="135" y="175"/>
                  </a:cubicBezTo>
                  <a:cubicBezTo>
                    <a:pt x="58" y="185"/>
                    <a:pt x="1" y="252"/>
                    <a:pt x="1" y="329"/>
                  </a:cubicBezTo>
                  <a:lnTo>
                    <a:pt x="1" y="810"/>
                  </a:lnTo>
                  <a:cubicBezTo>
                    <a:pt x="1" y="839"/>
                    <a:pt x="10" y="877"/>
                    <a:pt x="30" y="896"/>
                  </a:cubicBezTo>
                  <a:cubicBezTo>
                    <a:pt x="78" y="973"/>
                    <a:pt x="193" y="1194"/>
                    <a:pt x="193" y="1646"/>
                  </a:cubicBezTo>
                  <a:cubicBezTo>
                    <a:pt x="193" y="2368"/>
                    <a:pt x="280" y="3281"/>
                    <a:pt x="780" y="3848"/>
                  </a:cubicBezTo>
                  <a:cubicBezTo>
                    <a:pt x="1058" y="4156"/>
                    <a:pt x="1434" y="4368"/>
                    <a:pt x="1837" y="4454"/>
                  </a:cubicBezTo>
                  <a:cubicBezTo>
                    <a:pt x="2201" y="4532"/>
                    <a:pt x="2572" y="4571"/>
                    <a:pt x="2944" y="4571"/>
                  </a:cubicBezTo>
                  <a:cubicBezTo>
                    <a:pt x="2986" y="4571"/>
                    <a:pt x="3027" y="4571"/>
                    <a:pt x="3068" y="4570"/>
                  </a:cubicBezTo>
                  <a:cubicBezTo>
                    <a:pt x="3578" y="4570"/>
                    <a:pt x="4097" y="4560"/>
                    <a:pt x="4559" y="4339"/>
                  </a:cubicBezTo>
                  <a:cubicBezTo>
                    <a:pt x="5116" y="4060"/>
                    <a:pt x="5482" y="3531"/>
                    <a:pt x="5761" y="2993"/>
                  </a:cubicBezTo>
                  <a:cubicBezTo>
                    <a:pt x="5905" y="2714"/>
                    <a:pt x="6030" y="2425"/>
                    <a:pt x="6117" y="2118"/>
                  </a:cubicBezTo>
                  <a:cubicBezTo>
                    <a:pt x="6203" y="1800"/>
                    <a:pt x="6492" y="1579"/>
                    <a:pt x="6818" y="1579"/>
                  </a:cubicBezTo>
                  <a:lnTo>
                    <a:pt x="6972" y="1579"/>
                  </a:lnTo>
                  <a:cubicBezTo>
                    <a:pt x="7299" y="1579"/>
                    <a:pt x="7588" y="1800"/>
                    <a:pt x="7674" y="2118"/>
                  </a:cubicBezTo>
                  <a:cubicBezTo>
                    <a:pt x="7761" y="2425"/>
                    <a:pt x="7886" y="2714"/>
                    <a:pt x="8030" y="2993"/>
                  </a:cubicBezTo>
                  <a:cubicBezTo>
                    <a:pt x="8309" y="3531"/>
                    <a:pt x="8674" y="4070"/>
                    <a:pt x="9232" y="4339"/>
                  </a:cubicBezTo>
                  <a:cubicBezTo>
                    <a:pt x="9637" y="4533"/>
                    <a:pt x="10087" y="4572"/>
                    <a:pt x="10536" y="4572"/>
                  </a:cubicBezTo>
                  <a:cubicBezTo>
                    <a:pt x="10598" y="4572"/>
                    <a:pt x="10660" y="4571"/>
                    <a:pt x="10723" y="4570"/>
                  </a:cubicBezTo>
                  <a:cubicBezTo>
                    <a:pt x="10764" y="4571"/>
                    <a:pt x="10805" y="4571"/>
                    <a:pt x="10847" y="4571"/>
                  </a:cubicBezTo>
                  <a:cubicBezTo>
                    <a:pt x="11219" y="4571"/>
                    <a:pt x="11590" y="4532"/>
                    <a:pt x="11953" y="4454"/>
                  </a:cubicBezTo>
                  <a:cubicBezTo>
                    <a:pt x="12357" y="4368"/>
                    <a:pt x="12732" y="4156"/>
                    <a:pt x="13011" y="3848"/>
                  </a:cubicBezTo>
                  <a:cubicBezTo>
                    <a:pt x="13511" y="3281"/>
                    <a:pt x="13598" y="2368"/>
                    <a:pt x="13598" y="1646"/>
                  </a:cubicBezTo>
                  <a:cubicBezTo>
                    <a:pt x="13598" y="1194"/>
                    <a:pt x="13713" y="973"/>
                    <a:pt x="13761" y="896"/>
                  </a:cubicBezTo>
                  <a:cubicBezTo>
                    <a:pt x="13780" y="877"/>
                    <a:pt x="13790" y="839"/>
                    <a:pt x="13790" y="810"/>
                  </a:cubicBezTo>
                  <a:lnTo>
                    <a:pt x="13790" y="329"/>
                  </a:lnTo>
                  <a:cubicBezTo>
                    <a:pt x="13790" y="252"/>
                    <a:pt x="13732" y="185"/>
                    <a:pt x="13655" y="175"/>
                  </a:cubicBezTo>
                  <a:cubicBezTo>
                    <a:pt x="12617" y="60"/>
                    <a:pt x="11569" y="2"/>
                    <a:pt x="10521" y="2"/>
                  </a:cubicBezTo>
                  <a:cubicBezTo>
                    <a:pt x="10481" y="1"/>
                    <a:pt x="10442" y="1"/>
                    <a:pt x="10403" y="1"/>
                  </a:cubicBezTo>
                  <a:cubicBezTo>
                    <a:pt x="9540" y="1"/>
                    <a:pt x="8697" y="202"/>
                    <a:pt x="7924" y="589"/>
                  </a:cubicBezTo>
                  <a:cubicBezTo>
                    <a:pt x="7751" y="675"/>
                    <a:pt x="7559" y="742"/>
                    <a:pt x="7367" y="791"/>
                  </a:cubicBezTo>
                  <a:cubicBezTo>
                    <a:pt x="7213" y="824"/>
                    <a:pt x="7054" y="841"/>
                    <a:pt x="6895" y="841"/>
                  </a:cubicBezTo>
                  <a:cubicBezTo>
                    <a:pt x="6737" y="841"/>
                    <a:pt x="6578" y="824"/>
                    <a:pt x="6424" y="791"/>
                  </a:cubicBezTo>
                  <a:cubicBezTo>
                    <a:pt x="6232" y="742"/>
                    <a:pt x="6049" y="675"/>
                    <a:pt x="5867" y="589"/>
                  </a:cubicBezTo>
                  <a:cubicBezTo>
                    <a:pt x="5103" y="202"/>
                    <a:pt x="4252" y="1"/>
                    <a:pt x="3397"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5" name="Google Shape;13485;p65"/>
            <p:cNvSpPr/>
            <p:nvPr/>
          </p:nvSpPr>
          <p:spPr>
            <a:xfrm>
              <a:off x="5138461" y="1997533"/>
              <a:ext cx="100035" cy="117675"/>
            </a:xfrm>
            <a:custGeom>
              <a:avLst/>
              <a:gdLst/>
              <a:ahLst/>
              <a:cxnLst/>
              <a:rect l="l" t="t" r="r" b="b"/>
              <a:pathLst>
                <a:path w="3828" h="4503" extrusionOk="0">
                  <a:moveTo>
                    <a:pt x="2366" y="1"/>
                  </a:moveTo>
                  <a:lnTo>
                    <a:pt x="2366" y="799"/>
                  </a:lnTo>
                  <a:cubicBezTo>
                    <a:pt x="2366" y="799"/>
                    <a:pt x="2174" y="991"/>
                    <a:pt x="2174" y="1578"/>
                  </a:cubicBezTo>
                  <a:cubicBezTo>
                    <a:pt x="2174" y="2299"/>
                    <a:pt x="2087" y="3222"/>
                    <a:pt x="1587" y="3789"/>
                  </a:cubicBezTo>
                  <a:cubicBezTo>
                    <a:pt x="1299" y="4088"/>
                    <a:pt x="933" y="4299"/>
                    <a:pt x="529" y="4386"/>
                  </a:cubicBezTo>
                  <a:cubicBezTo>
                    <a:pt x="356" y="4424"/>
                    <a:pt x="174" y="4453"/>
                    <a:pt x="1" y="4472"/>
                  </a:cubicBezTo>
                  <a:cubicBezTo>
                    <a:pt x="251" y="4491"/>
                    <a:pt x="501" y="4501"/>
                    <a:pt x="751" y="4501"/>
                  </a:cubicBezTo>
                  <a:cubicBezTo>
                    <a:pt x="792" y="4502"/>
                    <a:pt x="833" y="4502"/>
                    <a:pt x="875" y="4502"/>
                  </a:cubicBezTo>
                  <a:cubicBezTo>
                    <a:pt x="1247" y="4502"/>
                    <a:pt x="1618" y="4464"/>
                    <a:pt x="1981" y="4386"/>
                  </a:cubicBezTo>
                  <a:cubicBezTo>
                    <a:pt x="2385" y="4299"/>
                    <a:pt x="2760" y="4088"/>
                    <a:pt x="3039" y="3789"/>
                  </a:cubicBezTo>
                  <a:cubicBezTo>
                    <a:pt x="3539" y="3222"/>
                    <a:pt x="3626" y="2299"/>
                    <a:pt x="3626" y="1578"/>
                  </a:cubicBezTo>
                  <a:cubicBezTo>
                    <a:pt x="3626" y="1126"/>
                    <a:pt x="3741" y="914"/>
                    <a:pt x="3789" y="837"/>
                  </a:cubicBezTo>
                  <a:cubicBezTo>
                    <a:pt x="3808" y="808"/>
                    <a:pt x="3818" y="780"/>
                    <a:pt x="3818" y="741"/>
                  </a:cubicBezTo>
                  <a:lnTo>
                    <a:pt x="3818" y="260"/>
                  </a:lnTo>
                  <a:lnTo>
                    <a:pt x="3828" y="270"/>
                  </a:lnTo>
                  <a:cubicBezTo>
                    <a:pt x="3818" y="193"/>
                    <a:pt x="3760" y="126"/>
                    <a:pt x="3683" y="116"/>
                  </a:cubicBezTo>
                  <a:cubicBezTo>
                    <a:pt x="3472" y="97"/>
                    <a:pt x="3001" y="39"/>
                    <a:pt x="236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6" name="Google Shape;13486;p65"/>
            <p:cNvSpPr/>
            <p:nvPr/>
          </p:nvSpPr>
          <p:spPr>
            <a:xfrm>
              <a:off x="5085438" y="2010077"/>
              <a:ext cx="137222" cy="91568"/>
            </a:xfrm>
            <a:custGeom>
              <a:avLst/>
              <a:gdLst/>
              <a:ahLst/>
              <a:cxnLst/>
              <a:rect l="l" t="t" r="r" b="b"/>
              <a:pathLst>
                <a:path w="5251" h="3504" extrusionOk="0">
                  <a:moveTo>
                    <a:pt x="2461" y="0"/>
                  </a:moveTo>
                  <a:cubicBezTo>
                    <a:pt x="1683" y="0"/>
                    <a:pt x="918" y="182"/>
                    <a:pt x="222" y="521"/>
                  </a:cubicBezTo>
                  <a:lnTo>
                    <a:pt x="212" y="521"/>
                  </a:lnTo>
                  <a:cubicBezTo>
                    <a:pt x="126" y="569"/>
                    <a:pt x="49" y="655"/>
                    <a:pt x="29" y="761"/>
                  </a:cubicBezTo>
                  <a:cubicBezTo>
                    <a:pt x="1" y="867"/>
                    <a:pt x="20" y="982"/>
                    <a:pt x="77" y="1069"/>
                  </a:cubicBezTo>
                  <a:cubicBezTo>
                    <a:pt x="154" y="1175"/>
                    <a:pt x="212" y="1300"/>
                    <a:pt x="251" y="1434"/>
                  </a:cubicBezTo>
                  <a:cubicBezTo>
                    <a:pt x="328" y="1694"/>
                    <a:pt x="433" y="1954"/>
                    <a:pt x="558" y="2204"/>
                  </a:cubicBezTo>
                  <a:cubicBezTo>
                    <a:pt x="876" y="2800"/>
                    <a:pt x="1174" y="3146"/>
                    <a:pt x="1520" y="3319"/>
                  </a:cubicBezTo>
                  <a:cubicBezTo>
                    <a:pt x="1828" y="3463"/>
                    <a:pt x="2193" y="3492"/>
                    <a:pt x="2655" y="3492"/>
                  </a:cubicBezTo>
                  <a:lnTo>
                    <a:pt x="2780" y="3502"/>
                  </a:lnTo>
                  <a:cubicBezTo>
                    <a:pt x="2826" y="3503"/>
                    <a:pt x="2872" y="3504"/>
                    <a:pt x="2918" y="3504"/>
                  </a:cubicBezTo>
                  <a:cubicBezTo>
                    <a:pt x="3247" y="3504"/>
                    <a:pt x="3575" y="3473"/>
                    <a:pt x="3895" y="3406"/>
                  </a:cubicBezTo>
                  <a:cubicBezTo>
                    <a:pt x="4193" y="3338"/>
                    <a:pt x="4472" y="3194"/>
                    <a:pt x="4684" y="2973"/>
                  </a:cubicBezTo>
                  <a:cubicBezTo>
                    <a:pt x="4982" y="2627"/>
                    <a:pt x="5136" y="2002"/>
                    <a:pt x="5136" y="1107"/>
                  </a:cubicBezTo>
                  <a:cubicBezTo>
                    <a:pt x="5136" y="915"/>
                    <a:pt x="5155" y="732"/>
                    <a:pt x="5193" y="550"/>
                  </a:cubicBezTo>
                  <a:cubicBezTo>
                    <a:pt x="5251" y="328"/>
                    <a:pt x="5087" y="107"/>
                    <a:pt x="4857" y="88"/>
                  </a:cubicBezTo>
                  <a:cubicBezTo>
                    <a:pt x="4328" y="50"/>
                    <a:pt x="3510" y="2"/>
                    <a:pt x="2578" y="2"/>
                  </a:cubicBezTo>
                  <a:cubicBezTo>
                    <a:pt x="2539" y="1"/>
                    <a:pt x="2500" y="0"/>
                    <a:pt x="246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7" name="Google Shape;13487;p65"/>
            <p:cNvSpPr/>
            <p:nvPr/>
          </p:nvSpPr>
          <p:spPr>
            <a:xfrm>
              <a:off x="5089959" y="2014336"/>
              <a:ext cx="127683" cy="83023"/>
            </a:xfrm>
            <a:custGeom>
              <a:avLst/>
              <a:gdLst/>
              <a:ahLst/>
              <a:cxnLst/>
              <a:rect l="l" t="t" r="r" b="b"/>
              <a:pathLst>
                <a:path w="4886" h="3177" extrusionOk="0">
                  <a:moveTo>
                    <a:pt x="2286" y="1"/>
                  </a:moveTo>
                  <a:cubicBezTo>
                    <a:pt x="1538" y="1"/>
                    <a:pt x="802" y="173"/>
                    <a:pt x="126" y="502"/>
                  </a:cubicBezTo>
                  <a:cubicBezTo>
                    <a:pt x="68" y="531"/>
                    <a:pt x="30" y="579"/>
                    <a:pt x="10" y="637"/>
                  </a:cubicBezTo>
                  <a:cubicBezTo>
                    <a:pt x="1" y="694"/>
                    <a:pt x="10" y="762"/>
                    <a:pt x="49" y="810"/>
                  </a:cubicBezTo>
                  <a:cubicBezTo>
                    <a:pt x="126" y="935"/>
                    <a:pt x="193" y="1079"/>
                    <a:pt x="231" y="1223"/>
                  </a:cubicBezTo>
                  <a:cubicBezTo>
                    <a:pt x="308" y="1483"/>
                    <a:pt x="414" y="1733"/>
                    <a:pt x="539" y="1964"/>
                  </a:cubicBezTo>
                  <a:cubicBezTo>
                    <a:pt x="828" y="2521"/>
                    <a:pt x="1106" y="2848"/>
                    <a:pt x="1424" y="3002"/>
                  </a:cubicBezTo>
                  <a:cubicBezTo>
                    <a:pt x="1703" y="3137"/>
                    <a:pt x="2049" y="3166"/>
                    <a:pt x="2482" y="3166"/>
                  </a:cubicBezTo>
                  <a:lnTo>
                    <a:pt x="2607" y="3175"/>
                  </a:lnTo>
                  <a:cubicBezTo>
                    <a:pt x="2644" y="3176"/>
                    <a:pt x="2681" y="3177"/>
                    <a:pt x="2718" y="3177"/>
                  </a:cubicBezTo>
                  <a:cubicBezTo>
                    <a:pt x="3045" y="3177"/>
                    <a:pt x="3364" y="3140"/>
                    <a:pt x="3684" y="3079"/>
                  </a:cubicBezTo>
                  <a:cubicBezTo>
                    <a:pt x="3943" y="3021"/>
                    <a:pt x="4193" y="2887"/>
                    <a:pt x="4386" y="2694"/>
                  </a:cubicBezTo>
                  <a:cubicBezTo>
                    <a:pt x="4655" y="2387"/>
                    <a:pt x="4799" y="1791"/>
                    <a:pt x="4799" y="944"/>
                  </a:cubicBezTo>
                  <a:cubicBezTo>
                    <a:pt x="4789" y="742"/>
                    <a:pt x="4818" y="541"/>
                    <a:pt x="4857" y="348"/>
                  </a:cubicBezTo>
                  <a:cubicBezTo>
                    <a:pt x="4886" y="223"/>
                    <a:pt x="4799" y="98"/>
                    <a:pt x="4674" y="89"/>
                  </a:cubicBezTo>
                  <a:cubicBezTo>
                    <a:pt x="4145" y="50"/>
                    <a:pt x="3328" y="2"/>
                    <a:pt x="2405" y="2"/>
                  </a:cubicBezTo>
                  <a:cubicBezTo>
                    <a:pt x="2365" y="1"/>
                    <a:pt x="2326" y="1"/>
                    <a:pt x="2286" y="1"/>
                  </a:cubicBez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8" name="Google Shape;13488;p65"/>
            <p:cNvSpPr/>
            <p:nvPr/>
          </p:nvSpPr>
          <p:spPr>
            <a:xfrm>
              <a:off x="4893704" y="2009815"/>
              <a:ext cx="136987" cy="91568"/>
            </a:xfrm>
            <a:custGeom>
              <a:avLst/>
              <a:gdLst/>
              <a:ahLst/>
              <a:cxnLst/>
              <a:rect l="l" t="t" r="r" b="b"/>
              <a:pathLst>
                <a:path w="5242" h="3504" extrusionOk="0">
                  <a:moveTo>
                    <a:pt x="2781" y="1"/>
                  </a:moveTo>
                  <a:cubicBezTo>
                    <a:pt x="2742" y="1"/>
                    <a:pt x="2703" y="1"/>
                    <a:pt x="2664" y="2"/>
                  </a:cubicBezTo>
                  <a:cubicBezTo>
                    <a:pt x="1731" y="2"/>
                    <a:pt x="914" y="50"/>
                    <a:pt x="385" y="98"/>
                  </a:cubicBezTo>
                  <a:cubicBezTo>
                    <a:pt x="154" y="108"/>
                    <a:pt x="1" y="329"/>
                    <a:pt x="49" y="550"/>
                  </a:cubicBezTo>
                  <a:cubicBezTo>
                    <a:pt x="87" y="733"/>
                    <a:pt x="106" y="925"/>
                    <a:pt x="106" y="1108"/>
                  </a:cubicBezTo>
                  <a:cubicBezTo>
                    <a:pt x="106" y="2002"/>
                    <a:pt x="260" y="2627"/>
                    <a:pt x="568" y="2973"/>
                  </a:cubicBezTo>
                  <a:cubicBezTo>
                    <a:pt x="779" y="3194"/>
                    <a:pt x="1049" y="3348"/>
                    <a:pt x="1356" y="3406"/>
                  </a:cubicBezTo>
                  <a:cubicBezTo>
                    <a:pt x="1677" y="3473"/>
                    <a:pt x="1997" y="3504"/>
                    <a:pt x="2324" y="3504"/>
                  </a:cubicBezTo>
                  <a:cubicBezTo>
                    <a:pt x="2370" y="3504"/>
                    <a:pt x="2416" y="3503"/>
                    <a:pt x="2462" y="3502"/>
                  </a:cubicBezTo>
                  <a:lnTo>
                    <a:pt x="2587" y="3502"/>
                  </a:lnTo>
                  <a:cubicBezTo>
                    <a:pt x="3049" y="3502"/>
                    <a:pt x="3414" y="3473"/>
                    <a:pt x="3722" y="3319"/>
                  </a:cubicBezTo>
                  <a:cubicBezTo>
                    <a:pt x="4068" y="3146"/>
                    <a:pt x="4366" y="2810"/>
                    <a:pt x="4684" y="2214"/>
                  </a:cubicBezTo>
                  <a:cubicBezTo>
                    <a:pt x="4809" y="1964"/>
                    <a:pt x="4914" y="1704"/>
                    <a:pt x="4991" y="1435"/>
                  </a:cubicBezTo>
                  <a:cubicBezTo>
                    <a:pt x="5030" y="1300"/>
                    <a:pt x="5087" y="1185"/>
                    <a:pt x="5164" y="1069"/>
                  </a:cubicBezTo>
                  <a:cubicBezTo>
                    <a:pt x="5222" y="983"/>
                    <a:pt x="5241" y="867"/>
                    <a:pt x="5222" y="762"/>
                  </a:cubicBezTo>
                  <a:cubicBezTo>
                    <a:pt x="5193" y="656"/>
                    <a:pt x="5126" y="569"/>
                    <a:pt x="5030" y="521"/>
                  </a:cubicBezTo>
                  <a:lnTo>
                    <a:pt x="5020" y="521"/>
                  </a:lnTo>
                  <a:cubicBezTo>
                    <a:pt x="4324" y="182"/>
                    <a:pt x="3559" y="1"/>
                    <a:pt x="278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89" name="Google Shape;13489;p65"/>
            <p:cNvSpPr/>
            <p:nvPr/>
          </p:nvSpPr>
          <p:spPr>
            <a:xfrm>
              <a:off x="4898721" y="2014101"/>
              <a:ext cx="127683" cy="83023"/>
            </a:xfrm>
            <a:custGeom>
              <a:avLst/>
              <a:gdLst/>
              <a:ahLst/>
              <a:cxnLst/>
              <a:rect l="l" t="t" r="r" b="b"/>
              <a:pathLst>
                <a:path w="4886" h="3177" extrusionOk="0">
                  <a:moveTo>
                    <a:pt x="2595" y="0"/>
                  </a:moveTo>
                  <a:cubicBezTo>
                    <a:pt x="2557" y="0"/>
                    <a:pt x="2520" y="0"/>
                    <a:pt x="2482" y="1"/>
                  </a:cubicBezTo>
                  <a:cubicBezTo>
                    <a:pt x="1559" y="1"/>
                    <a:pt x="732" y="49"/>
                    <a:pt x="212" y="98"/>
                  </a:cubicBezTo>
                  <a:cubicBezTo>
                    <a:pt x="87" y="107"/>
                    <a:pt x="1" y="223"/>
                    <a:pt x="30" y="348"/>
                  </a:cubicBezTo>
                  <a:cubicBezTo>
                    <a:pt x="68" y="550"/>
                    <a:pt x="87" y="742"/>
                    <a:pt x="87" y="953"/>
                  </a:cubicBezTo>
                  <a:cubicBezTo>
                    <a:pt x="87" y="1800"/>
                    <a:pt x="232" y="2386"/>
                    <a:pt x="501" y="2703"/>
                  </a:cubicBezTo>
                  <a:cubicBezTo>
                    <a:pt x="693" y="2896"/>
                    <a:pt x="943" y="3030"/>
                    <a:pt x="1203" y="3079"/>
                  </a:cubicBezTo>
                  <a:cubicBezTo>
                    <a:pt x="1515" y="3146"/>
                    <a:pt x="1827" y="3176"/>
                    <a:pt x="2145" y="3176"/>
                  </a:cubicBezTo>
                  <a:cubicBezTo>
                    <a:pt x="2190" y="3176"/>
                    <a:pt x="2235" y="3176"/>
                    <a:pt x="2280" y="3175"/>
                  </a:cubicBezTo>
                  <a:lnTo>
                    <a:pt x="2395" y="3175"/>
                  </a:lnTo>
                  <a:cubicBezTo>
                    <a:pt x="2838" y="3175"/>
                    <a:pt x="3184" y="3146"/>
                    <a:pt x="3463" y="3011"/>
                  </a:cubicBezTo>
                  <a:cubicBezTo>
                    <a:pt x="3780" y="2857"/>
                    <a:pt x="4059" y="2530"/>
                    <a:pt x="4347" y="1973"/>
                  </a:cubicBezTo>
                  <a:cubicBezTo>
                    <a:pt x="4472" y="1732"/>
                    <a:pt x="4578" y="1482"/>
                    <a:pt x="4655" y="1223"/>
                  </a:cubicBezTo>
                  <a:cubicBezTo>
                    <a:pt x="4693" y="1078"/>
                    <a:pt x="4761" y="934"/>
                    <a:pt x="4838" y="809"/>
                  </a:cubicBezTo>
                  <a:cubicBezTo>
                    <a:pt x="4876" y="761"/>
                    <a:pt x="4886" y="703"/>
                    <a:pt x="4876" y="646"/>
                  </a:cubicBezTo>
                  <a:cubicBezTo>
                    <a:pt x="4857" y="578"/>
                    <a:pt x="4818" y="530"/>
                    <a:pt x="4761" y="511"/>
                  </a:cubicBezTo>
                  <a:cubicBezTo>
                    <a:pt x="4083" y="181"/>
                    <a:pt x="3345" y="0"/>
                    <a:pt x="2595" y="0"/>
                  </a:cubicBezTo>
                  <a:close/>
                </a:path>
              </a:pathLst>
            </a:custGeom>
            <a:solidFill>
              <a:srgbClr val="E0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0" name="Google Shape;13490;p65"/>
            <p:cNvSpPr/>
            <p:nvPr/>
          </p:nvSpPr>
          <p:spPr>
            <a:xfrm>
              <a:off x="4940690" y="2017133"/>
              <a:ext cx="85479" cy="79939"/>
            </a:xfrm>
            <a:custGeom>
              <a:avLst/>
              <a:gdLst/>
              <a:ahLst/>
              <a:cxnLst/>
              <a:rect l="l" t="t" r="r" b="b"/>
              <a:pathLst>
                <a:path w="3271" h="3059" extrusionOk="0">
                  <a:moveTo>
                    <a:pt x="2010" y="1"/>
                  </a:moveTo>
                  <a:cubicBezTo>
                    <a:pt x="1943" y="222"/>
                    <a:pt x="1847" y="568"/>
                    <a:pt x="1684" y="1107"/>
                  </a:cubicBezTo>
                  <a:cubicBezTo>
                    <a:pt x="1607" y="1366"/>
                    <a:pt x="1510" y="1616"/>
                    <a:pt x="1385" y="1857"/>
                  </a:cubicBezTo>
                  <a:cubicBezTo>
                    <a:pt x="1087" y="2424"/>
                    <a:pt x="808" y="2741"/>
                    <a:pt x="491" y="2895"/>
                  </a:cubicBezTo>
                  <a:cubicBezTo>
                    <a:pt x="337" y="2972"/>
                    <a:pt x="174" y="3011"/>
                    <a:pt x="1" y="3030"/>
                  </a:cubicBezTo>
                  <a:cubicBezTo>
                    <a:pt x="212" y="3049"/>
                    <a:pt x="433" y="3059"/>
                    <a:pt x="664" y="3059"/>
                  </a:cubicBezTo>
                  <a:lnTo>
                    <a:pt x="789" y="3059"/>
                  </a:lnTo>
                  <a:cubicBezTo>
                    <a:pt x="1222" y="3059"/>
                    <a:pt x="1568" y="3030"/>
                    <a:pt x="1847" y="2895"/>
                  </a:cubicBezTo>
                  <a:cubicBezTo>
                    <a:pt x="2164" y="2741"/>
                    <a:pt x="2434" y="2414"/>
                    <a:pt x="2732" y="1857"/>
                  </a:cubicBezTo>
                  <a:cubicBezTo>
                    <a:pt x="2857" y="1616"/>
                    <a:pt x="2962" y="1366"/>
                    <a:pt x="3030" y="1107"/>
                  </a:cubicBezTo>
                  <a:cubicBezTo>
                    <a:pt x="3078" y="962"/>
                    <a:pt x="3136" y="828"/>
                    <a:pt x="3222" y="703"/>
                  </a:cubicBezTo>
                  <a:cubicBezTo>
                    <a:pt x="3261" y="655"/>
                    <a:pt x="3270" y="587"/>
                    <a:pt x="3261" y="530"/>
                  </a:cubicBezTo>
                  <a:cubicBezTo>
                    <a:pt x="3241" y="462"/>
                    <a:pt x="3203" y="414"/>
                    <a:pt x="3155" y="395"/>
                  </a:cubicBezTo>
                  <a:lnTo>
                    <a:pt x="3145" y="395"/>
                  </a:lnTo>
                  <a:cubicBezTo>
                    <a:pt x="2780" y="212"/>
                    <a:pt x="2405" y="78"/>
                    <a:pt x="2010" y="1"/>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1" name="Google Shape;13491;p65"/>
            <p:cNvSpPr/>
            <p:nvPr/>
          </p:nvSpPr>
          <p:spPr>
            <a:xfrm>
              <a:off x="5139715" y="2014624"/>
              <a:ext cx="77431" cy="82500"/>
            </a:xfrm>
            <a:custGeom>
              <a:avLst/>
              <a:gdLst/>
              <a:ahLst/>
              <a:cxnLst/>
              <a:rect l="l" t="t" r="r" b="b"/>
              <a:pathLst>
                <a:path w="2963" h="3157" extrusionOk="0">
                  <a:moveTo>
                    <a:pt x="1510" y="1"/>
                  </a:moveTo>
                  <a:cubicBezTo>
                    <a:pt x="1501" y="299"/>
                    <a:pt x="1501" y="760"/>
                    <a:pt x="1501" y="924"/>
                  </a:cubicBezTo>
                  <a:cubicBezTo>
                    <a:pt x="1501" y="1780"/>
                    <a:pt x="1366" y="2366"/>
                    <a:pt x="1087" y="2674"/>
                  </a:cubicBezTo>
                  <a:cubicBezTo>
                    <a:pt x="895" y="2876"/>
                    <a:pt x="655" y="3001"/>
                    <a:pt x="385" y="3059"/>
                  </a:cubicBezTo>
                  <a:cubicBezTo>
                    <a:pt x="260" y="3087"/>
                    <a:pt x="126" y="3116"/>
                    <a:pt x="1" y="3126"/>
                  </a:cubicBezTo>
                  <a:cubicBezTo>
                    <a:pt x="193" y="3145"/>
                    <a:pt x="385" y="3155"/>
                    <a:pt x="578" y="3155"/>
                  </a:cubicBezTo>
                  <a:lnTo>
                    <a:pt x="703" y="3155"/>
                  </a:lnTo>
                  <a:cubicBezTo>
                    <a:pt x="746" y="3156"/>
                    <a:pt x="790" y="3156"/>
                    <a:pt x="834" y="3156"/>
                  </a:cubicBezTo>
                  <a:cubicBezTo>
                    <a:pt x="1146" y="3156"/>
                    <a:pt x="1458" y="3126"/>
                    <a:pt x="1770" y="3059"/>
                  </a:cubicBezTo>
                  <a:cubicBezTo>
                    <a:pt x="2030" y="3010"/>
                    <a:pt x="2280" y="2876"/>
                    <a:pt x="2472" y="2683"/>
                  </a:cubicBezTo>
                  <a:cubicBezTo>
                    <a:pt x="2741" y="2366"/>
                    <a:pt x="2885" y="1780"/>
                    <a:pt x="2885" y="924"/>
                  </a:cubicBezTo>
                  <a:cubicBezTo>
                    <a:pt x="2885" y="722"/>
                    <a:pt x="2905" y="530"/>
                    <a:pt x="2943" y="328"/>
                  </a:cubicBezTo>
                  <a:cubicBezTo>
                    <a:pt x="2962" y="270"/>
                    <a:pt x="2953" y="212"/>
                    <a:pt x="2914" y="164"/>
                  </a:cubicBezTo>
                  <a:cubicBezTo>
                    <a:pt x="2885" y="106"/>
                    <a:pt x="2828" y="78"/>
                    <a:pt x="2770" y="78"/>
                  </a:cubicBezTo>
                  <a:cubicBezTo>
                    <a:pt x="2443" y="49"/>
                    <a:pt x="2010" y="20"/>
                    <a:pt x="1510" y="1"/>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2" name="Google Shape;13492;p65"/>
            <p:cNvSpPr/>
            <p:nvPr/>
          </p:nvSpPr>
          <p:spPr>
            <a:xfrm>
              <a:off x="4969096" y="2146802"/>
              <a:ext cx="177675" cy="36716"/>
            </a:xfrm>
            <a:custGeom>
              <a:avLst/>
              <a:gdLst/>
              <a:ahLst/>
              <a:cxnLst/>
              <a:rect l="l" t="t" r="r" b="b"/>
              <a:pathLst>
                <a:path w="6799" h="1405" extrusionOk="0">
                  <a:moveTo>
                    <a:pt x="4587" y="1"/>
                  </a:moveTo>
                  <a:cubicBezTo>
                    <a:pt x="4020" y="1"/>
                    <a:pt x="3856" y="260"/>
                    <a:pt x="3818" y="424"/>
                  </a:cubicBezTo>
                  <a:cubicBezTo>
                    <a:pt x="3789" y="501"/>
                    <a:pt x="3751" y="568"/>
                    <a:pt x="3693" y="616"/>
                  </a:cubicBezTo>
                  <a:cubicBezTo>
                    <a:pt x="4049" y="645"/>
                    <a:pt x="4587" y="770"/>
                    <a:pt x="5376" y="1174"/>
                  </a:cubicBezTo>
                  <a:cubicBezTo>
                    <a:pt x="5653" y="1327"/>
                    <a:pt x="5969" y="1404"/>
                    <a:pt x="6284" y="1405"/>
                  </a:cubicBezTo>
                  <a:lnTo>
                    <a:pt x="6284" y="1405"/>
                  </a:lnTo>
                  <a:cubicBezTo>
                    <a:pt x="6456" y="1404"/>
                    <a:pt x="6627" y="1375"/>
                    <a:pt x="6799" y="1318"/>
                  </a:cubicBezTo>
                  <a:cubicBezTo>
                    <a:pt x="6405" y="1212"/>
                    <a:pt x="6087" y="933"/>
                    <a:pt x="5770" y="655"/>
                  </a:cubicBezTo>
                  <a:cubicBezTo>
                    <a:pt x="5385" y="318"/>
                    <a:pt x="5020" y="1"/>
                    <a:pt x="4587" y="1"/>
                  </a:cubicBezTo>
                  <a:close/>
                  <a:moveTo>
                    <a:pt x="2212" y="1"/>
                  </a:moveTo>
                  <a:cubicBezTo>
                    <a:pt x="1779" y="1"/>
                    <a:pt x="1424" y="318"/>
                    <a:pt x="1029" y="655"/>
                  </a:cubicBezTo>
                  <a:cubicBezTo>
                    <a:pt x="722" y="933"/>
                    <a:pt x="395" y="1212"/>
                    <a:pt x="0" y="1318"/>
                  </a:cubicBezTo>
                  <a:cubicBezTo>
                    <a:pt x="173" y="1376"/>
                    <a:pt x="347" y="1405"/>
                    <a:pt x="520" y="1405"/>
                  </a:cubicBezTo>
                  <a:cubicBezTo>
                    <a:pt x="837" y="1405"/>
                    <a:pt x="1145" y="1318"/>
                    <a:pt x="1424" y="1174"/>
                  </a:cubicBezTo>
                  <a:cubicBezTo>
                    <a:pt x="2222" y="770"/>
                    <a:pt x="2760" y="645"/>
                    <a:pt x="3106" y="616"/>
                  </a:cubicBezTo>
                  <a:cubicBezTo>
                    <a:pt x="3049" y="568"/>
                    <a:pt x="3010" y="501"/>
                    <a:pt x="2981" y="424"/>
                  </a:cubicBezTo>
                  <a:cubicBezTo>
                    <a:pt x="2943" y="260"/>
                    <a:pt x="2779" y="1"/>
                    <a:pt x="2212" y="1"/>
                  </a:cubicBezTo>
                  <a:close/>
                  <a:moveTo>
                    <a:pt x="6284" y="1405"/>
                  </a:moveTo>
                  <a:cubicBezTo>
                    <a:pt x="6283" y="1405"/>
                    <a:pt x="6281" y="1405"/>
                    <a:pt x="6280" y="1405"/>
                  </a:cubicBezTo>
                  <a:lnTo>
                    <a:pt x="6289" y="1405"/>
                  </a:lnTo>
                  <a:cubicBezTo>
                    <a:pt x="6288" y="1405"/>
                    <a:pt x="6286" y="1405"/>
                    <a:pt x="6284" y="1405"/>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93" name="Google Shape;13493;p65"/>
          <p:cNvGrpSpPr/>
          <p:nvPr/>
        </p:nvGrpSpPr>
        <p:grpSpPr>
          <a:xfrm>
            <a:off x="7049427" y="2728856"/>
            <a:ext cx="363529" cy="339513"/>
            <a:chOff x="7050889" y="2913503"/>
            <a:chExt cx="363529" cy="339513"/>
          </a:xfrm>
        </p:grpSpPr>
        <p:sp>
          <p:nvSpPr>
            <p:cNvPr id="13494" name="Google Shape;13494;p65"/>
            <p:cNvSpPr/>
            <p:nvPr/>
          </p:nvSpPr>
          <p:spPr>
            <a:xfrm>
              <a:off x="7057814" y="2913503"/>
              <a:ext cx="217893" cy="268146"/>
            </a:xfrm>
            <a:custGeom>
              <a:avLst/>
              <a:gdLst/>
              <a:ahLst/>
              <a:cxnLst/>
              <a:rect l="l" t="t" r="r" b="b"/>
              <a:pathLst>
                <a:path w="8338" h="10261" extrusionOk="0">
                  <a:moveTo>
                    <a:pt x="8338" y="0"/>
                  </a:moveTo>
                  <a:lnTo>
                    <a:pt x="1818" y="1443"/>
                  </a:lnTo>
                  <a:lnTo>
                    <a:pt x="1818" y="3741"/>
                  </a:lnTo>
                  <a:lnTo>
                    <a:pt x="1818" y="8655"/>
                  </a:lnTo>
                  <a:cubicBezTo>
                    <a:pt x="1597" y="8558"/>
                    <a:pt x="1357" y="8510"/>
                    <a:pt x="1126" y="8501"/>
                  </a:cubicBezTo>
                  <a:cubicBezTo>
                    <a:pt x="501" y="8501"/>
                    <a:pt x="1" y="8895"/>
                    <a:pt x="1" y="9385"/>
                  </a:cubicBezTo>
                  <a:cubicBezTo>
                    <a:pt x="1" y="9866"/>
                    <a:pt x="501" y="10260"/>
                    <a:pt x="1126" y="10260"/>
                  </a:cubicBezTo>
                  <a:cubicBezTo>
                    <a:pt x="2251" y="10260"/>
                    <a:pt x="2578" y="9405"/>
                    <a:pt x="2578" y="9068"/>
                  </a:cubicBezTo>
                  <a:lnTo>
                    <a:pt x="2578" y="3577"/>
                  </a:lnTo>
                  <a:lnTo>
                    <a:pt x="7578" y="2462"/>
                  </a:lnTo>
                  <a:lnTo>
                    <a:pt x="7578" y="7154"/>
                  </a:lnTo>
                  <a:cubicBezTo>
                    <a:pt x="7357" y="7058"/>
                    <a:pt x="7126" y="7010"/>
                    <a:pt x="6886" y="7001"/>
                  </a:cubicBezTo>
                  <a:cubicBezTo>
                    <a:pt x="6270" y="7001"/>
                    <a:pt x="5770" y="7395"/>
                    <a:pt x="5770" y="7876"/>
                  </a:cubicBezTo>
                  <a:cubicBezTo>
                    <a:pt x="5770" y="8366"/>
                    <a:pt x="6270" y="8760"/>
                    <a:pt x="6886" y="8760"/>
                  </a:cubicBezTo>
                  <a:cubicBezTo>
                    <a:pt x="7886" y="8760"/>
                    <a:pt x="8338" y="8020"/>
                    <a:pt x="8338" y="7529"/>
                  </a:cubicBezTo>
                  <a:cubicBezTo>
                    <a:pt x="8338" y="7241"/>
                    <a:pt x="8338" y="2298"/>
                    <a:pt x="8338" y="2298"/>
                  </a:cubicBezTo>
                  <a:lnTo>
                    <a:pt x="8338" y="0"/>
                  </a:ln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5" name="Google Shape;13495;p65"/>
            <p:cNvSpPr/>
            <p:nvPr/>
          </p:nvSpPr>
          <p:spPr>
            <a:xfrm>
              <a:off x="7262118" y="2972223"/>
              <a:ext cx="152300" cy="280794"/>
            </a:xfrm>
            <a:custGeom>
              <a:avLst/>
              <a:gdLst/>
              <a:ahLst/>
              <a:cxnLst/>
              <a:rect l="l" t="t" r="r" b="b"/>
              <a:pathLst>
                <a:path w="5828" h="10745" extrusionOk="0">
                  <a:moveTo>
                    <a:pt x="2252" y="1"/>
                  </a:moveTo>
                  <a:cubicBezTo>
                    <a:pt x="2222" y="1"/>
                    <a:pt x="2193" y="25"/>
                    <a:pt x="2193" y="61"/>
                  </a:cubicBezTo>
                  <a:lnTo>
                    <a:pt x="2193" y="8946"/>
                  </a:lnTo>
                  <a:cubicBezTo>
                    <a:pt x="1905" y="8812"/>
                    <a:pt x="1597" y="8735"/>
                    <a:pt x="1280" y="8725"/>
                  </a:cubicBezTo>
                  <a:cubicBezTo>
                    <a:pt x="578" y="8725"/>
                    <a:pt x="1" y="9177"/>
                    <a:pt x="1" y="9735"/>
                  </a:cubicBezTo>
                  <a:cubicBezTo>
                    <a:pt x="1" y="10292"/>
                    <a:pt x="578" y="10744"/>
                    <a:pt x="1280" y="10744"/>
                  </a:cubicBezTo>
                  <a:cubicBezTo>
                    <a:pt x="2347" y="10744"/>
                    <a:pt x="2953" y="9725"/>
                    <a:pt x="2953" y="9167"/>
                  </a:cubicBezTo>
                  <a:lnTo>
                    <a:pt x="2953" y="3552"/>
                  </a:lnTo>
                  <a:cubicBezTo>
                    <a:pt x="4107" y="3994"/>
                    <a:pt x="5097" y="4802"/>
                    <a:pt x="5761" y="5859"/>
                  </a:cubicBezTo>
                  <a:cubicBezTo>
                    <a:pt x="5768" y="5871"/>
                    <a:pt x="5780" y="5876"/>
                    <a:pt x="5792" y="5876"/>
                  </a:cubicBezTo>
                  <a:cubicBezTo>
                    <a:pt x="5810" y="5876"/>
                    <a:pt x="5828" y="5864"/>
                    <a:pt x="5828" y="5840"/>
                  </a:cubicBezTo>
                  <a:cubicBezTo>
                    <a:pt x="5828" y="5282"/>
                    <a:pt x="5761" y="3167"/>
                    <a:pt x="4684" y="2715"/>
                  </a:cubicBezTo>
                  <a:cubicBezTo>
                    <a:pt x="4030" y="2446"/>
                    <a:pt x="3376" y="1676"/>
                    <a:pt x="2914" y="1003"/>
                  </a:cubicBezTo>
                  <a:cubicBezTo>
                    <a:pt x="2895" y="965"/>
                    <a:pt x="2876" y="936"/>
                    <a:pt x="2847" y="907"/>
                  </a:cubicBezTo>
                  <a:cubicBezTo>
                    <a:pt x="2607" y="551"/>
                    <a:pt x="2414" y="234"/>
                    <a:pt x="2299" y="32"/>
                  </a:cubicBezTo>
                  <a:cubicBezTo>
                    <a:pt x="2288" y="10"/>
                    <a:pt x="2270" y="1"/>
                    <a:pt x="2252" y="1"/>
                  </a:cubicBezTo>
                  <a:close/>
                </a:path>
              </a:pathLst>
            </a:custGeom>
            <a:solidFill>
              <a:srgbClr val="A1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6" name="Google Shape;13496;p65"/>
            <p:cNvSpPr/>
            <p:nvPr/>
          </p:nvSpPr>
          <p:spPr>
            <a:xfrm>
              <a:off x="7263373" y="3037136"/>
              <a:ext cx="151046" cy="214626"/>
            </a:xfrm>
            <a:custGeom>
              <a:avLst/>
              <a:gdLst/>
              <a:ahLst/>
              <a:cxnLst/>
              <a:rect l="l" t="t" r="r" b="b"/>
              <a:pathLst>
                <a:path w="5780" h="8213" extrusionOk="0">
                  <a:moveTo>
                    <a:pt x="2491" y="0"/>
                  </a:moveTo>
                  <a:lnTo>
                    <a:pt x="2491" y="6212"/>
                  </a:lnTo>
                  <a:cubicBezTo>
                    <a:pt x="2491" y="6760"/>
                    <a:pt x="1895" y="7780"/>
                    <a:pt x="828" y="7780"/>
                  </a:cubicBezTo>
                  <a:cubicBezTo>
                    <a:pt x="539" y="7780"/>
                    <a:pt x="251" y="7703"/>
                    <a:pt x="1" y="7539"/>
                  </a:cubicBezTo>
                  <a:lnTo>
                    <a:pt x="1" y="7539"/>
                  </a:lnTo>
                  <a:lnTo>
                    <a:pt x="20" y="7578"/>
                  </a:lnTo>
                  <a:lnTo>
                    <a:pt x="30" y="7616"/>
                  </a:lnTo>
                  <a:cubicBezTo>
                    <a:pt x="58" y="7664"/>
                    <a:pt x="87" y="7712"/>
                    <a:pt x="116" y="7760"/>
                  </a:cubicBezTo>
                  <a:lnTo>
                    <a:pt x="145" y="7789"/>
                  </a:lnTo>
                  <a:lnTo>
                    <a:pt x="164" y="7818"/>
                  </a:lnTo>
                  <a:cubicBezTo>
                    <a:pt x="193" y="7847"/>
                    <a:pt x="222" y="7876"/>
                    <a:pt x="260" y="7905"/>
                  </a:cubicBezTo>
                  <a:lnTo>
                    <a:pt x="289" y="7933"/>
                  </a:lnTo>
                  <a:lnTo>
                    <a:pt x="299" y="7943"/>
                  </a:lnTo>
                  <a:lnTo>
                    <a:pt x="328" y="7962"/>
                  </a:lnTo>
                  <a:lnTo>
                    <a:pt x="337" y="7972"/>
                  </a:lnTo>
                  <a:lnTo>
                    <a:pt x="366" y="7991"/>
                  </a:lnTo>
                  <a:lnTo>
                    <a:pt x="376" y="7991"/>
                  </a:lnTo>
                  <a:lnTo>
                    <a:pt x="433" y="8030"/>
                  </a:lnTo>
                  <a:lnTo>
                    <a:pt x="443" y="8039"/>
                  </a:lnTo>
                  <a:lnTo>
                    <a:pt x="472" y="8049"/>
                  </a:lnTo>
                  <a:lnTo>
                    <a:pt x="491" y="8068"/>
                  </a:lnTo>
                  <a:lnTo>
                    <a:pt x="520" y="8078"/>
                  </a:lnTo>
                  <a:lnTo>
                    <a:pt x="539" y="8087"/>
                  </a:lnTo>
                  <a:lnTo>
                    <a:pt x="558" y="8097"/>
                  </a:lnTo>
                  <a:lnTo>
                    <a:pt x="587" y="8107"/>
                  </a:lnTo>
                  <a:lnTo>
                    <a:pt x="616" y="8126"/>
                  </a:lnTo>
                  <a:lnTo>
                    <a:pt x="655" y="8135"/>
                  </a:lnTo>
                  <a:lnTo>
                    <a:pt x="683" y="8145"/>
                  </a:lnTo>
                  <a:lnTo>
                    <a:pt x="712" y="8164"/>
                  </a:lnTo>
                  <a:lnTo>
                    <a:pt x="732" y="8164"/>
                  </a:lnTo>
                  <a:lnTo>
                    <a:pt x="770" y="8174"/>
                  </a:lnTo>
                  <a:lnTo>
                    <a:pt x="789" y="8183"/>
                  </a:lnTo>
                  <a:lnTo>
                    <a:pt x="828" y="8193"/>
                  </a:lnTo>
                  <a:lnTo>
                    <a:pt x="847" y="8193"/>
                  </a:lnTo>
                  <a:lnTo>
                    <a:pt x="885" y="8203"/>
                  </a:lnTo>
                  <a:lnTo>
                    <a:pt x="905" y="8203"/>
                  </a:lnTo>
                  <a:lnTo>
                    <a:pt x="953" y="8212"/>
                  </a:lnTo>
                  <a:lnTo>
                    <a:pt x="1222" y="8212"/>
                  </a:lnTo>
                  <a:cubicBezTo>
                    <a:pt x="2280" y="8212"/>
                    <a:pt x="2886" y="7193"/>
                    <a:pt x="2886" y="6635"/>
                  </a:cubicBezTo>
                  <a:lnTo>
                    <a:pt x="2886" y="1068"/>
                  </a:lnTo>
                  <a:cubicBezTo>
                    <a:pt x="4049" y="1510"/>
                    <a:pt x="5040" y="2318"/>
                    <a:pt x="5713" y="3375"/>
                  </a:cubicBezTo>
                  <a:cubicBezTo>
                    <a:pt x="5719" y="3382"/>
                    <a:pt x="5729" y="3385"/>
                    <a:pt x="5738" y="3385"/>
                  </a:cubicBezTo>
                  <a:cubicBezTo>
                    <a:pt x="5755" y="3385"/>
                    <a:pt x="5774" y="3375"/>
                    <a:pt x="5780" y="3356"/>
                  </a:cubicBezTo>
                  <a:cubicBezTo>
                    <a:pt x="5780" y="3260"/>
                    <a:pt x="5780" y="3116"/>
                    <a:pt x="5770" y="2933"/>
                  </a:cubicBezTo>
                  <a:cubicBezTo>
                    <a:pt x="5482" y="2029"/>
                    <a:pt x="4809" y="827"/>
                    <a:pt x="2491"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7" name="Google Shape;13497;p65"/>
            <p:cNvSpPr/>
            <p:nvPr/>
          </p:nvSpPr>
          <p:spPr>
            <a:xfrm>
              <a:off x="7105323" y="2913739"/>
              <a:ext cx="170384" cy="97788"/>
            </a:xfrm>
            <a:custGeom>
              <a:avLst/>
              <a:gdLst/>
              <a:ahLst/>
              <a:cxnLst/>
              <a:rect l="l" t="t" r="r" b="b"/>
              <a:pathLst>
                <a:path w="6520" h="3742" extrusionOk="0">
                  <a:moveTo>
                    <a:pt x="6520" y="1"/>
                  </a:moveTo>
                  <a:lnTo>
                    <a:pt x="0" y="1443"/>
                  </a:lnTo>
                  <a:lnTo>
                    <a:pt x="0" y="3741"/>
                  </a:lnTo>
                  <a:lnTo>
                    <a:pt x="6520" y="2289"/>
                  </a:lnTo>
                  <a:lnTo>
                    <a:pt x="6520" y="1"/>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8" name="Google Shape;13498;p65"/>
            <p:cNvSpPr/>
            <p:nvPr/>
          </p:nvSpPr>
          <p:spPr>
            <a:xfrm>
              <a:off x="7082196" y="2913503"/>
              <a:ext cx="193511" cy="267884"/>
            </a:xfrm>
            <a:custGeom>
              <a:avLst/>
              <a:gdLst/>
              <a:ahLst/>
              <a:cxnLst/>
              <a:rect l="l" t="t" r="r" b="b"/>
              <a:pathLst>
                <a:path w="7405" h="10251" extrusionOk="0">
                  <a:moveTo>
                    <a:pt x="7405" y="0"/>
                  </a:moveTo>
                  <a:lnTo>
                    <a:pt x="885" y="1443"/>
                  </a:lnTo>
                  <a:lnTo>
                    <a:pt x="885" y="3741"/>
                  </a:lnTo>
                  <a:lnTo>
                    <a:pt x="1231" y="3664"/>
                  </a:lnTo>
                  <a:lnTo>
                    <a:pt x="1231" y="9058"/>
                  </a:lnTo>
                  <a:cubicBezTo>
                    <a:pt x="1231" y="9376"/>
                    <a:pt x="953" y="10135"/>
                    <a:pt x="1" y="10241"/>
                  </a:cubicBezTo>
                  <a:cubicBezTo>
                    <a:pt x="68" y="10251"/>
                    <a:pt x="126" y="10251"/>
                    <a:pt x="193" y="10251"/>
                  </a:cubicBezTo>
                  <a:cubicBezTo>
                    <a:pt x="1318" y="10251"/>
                    <a:pt x="1645" y="9395"/>
                    <a:pt x="1645" y="9058"/>
                  </a:cubicBezTo>
                  <a:lnTo>
                    <a:pt x="1645" y="3577"/>
                  </a:lnTo>
                  <a:lnTo>
                    <a:pt x="6241" y="2558"/>
                  </a:lnTo>
                  <a:lnTo>
                    <a:pt x="6991" y="2395"/>
                  </a:lnTo>
                  <a:lnTo>
                    <a:pt x="6991" y="7529"/>
                  </a:lnTo>
                  <a:cubicBezTo>
                    <a:pt x="6991" y="7981"/>
                    <a:pt x="6607" y="8645"/>
                    <a:pt x="5761" y="8751"/>
                  </a:cubicBezTo>
                  <a:cubicBezTo>
                    <a:pt x="5828" y="8751"/>
                    <a:pt x="5886" y="8760"/>
                    <a:pt x="5953" y="8760"/>
                  </a:cubicBezTo>
                  <a:cubicBezTo>
                    <a:pt x="6953" y="8760"/>
                    <a:pt x="7405" y="8020"/>
                    <a:pt x="7405" y="7529"/>
                  </a:cubicBezTo>
                  <a:lnTo>
                    <a:pt x="7405" y="2298"/>
                  </a:lnTo>
                  <a:lnTo>
                    <a:pt x="7405"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99" name="Google Shape;13499;p65"/>
            <p:cNvSpPr/>
            <p:nvPr/>
          </p:nvSpPr>
          <p:spPr>
            <a:xfrm>
              <a:off x="7354601" y="3215961"/>
              <a:ext cx="50775" cy="17195"/>
            </a:xfrm>
            <a:custGeom>
              <a:avLst/>
              <a:gdLst/>
              <a:ahLst/>
              <a:cxnLst/>
              <a:rect l="l" t="t" r="r" b="b"/>
              <a:pathLst>
                <a:path w="1943" h="658" extrusionOk="0">
                  <a:moveTo>
                    <a:pt x="1689" y="0"/>
                  </a:moveTo>
                  <a:cubicBezTo>
                    <a:pt x="1664" y="0"/>
                    <a:pt x="1639" y="5"/>
                    <a:pt x="1616" y="13"/>
                  </a:cubicBezTo>
                  <a:cubicBezTo>
                    <a:pt x="1424" y="90"/>
                    <a:pt x="1000" y="215"/>
                    <a:pt x="202" y="254"/>
                  </a:cubicBezTo>
                  <a:cubicBezTo>
                    <a:pt x="96" y="254"/>
                    <a:pt x="0" y="340"/>
                    <a:pt x="0" y="456"/>
                  </a:cubicBezTo>
                  <a:cubicBezTo>
                    <a:pt x="0" y="571"/>
                    <a:pt x="96" y="658"/>
                    <a:pt x="202" y="658"/>
                  </a:cubicBezTo>
                  <a:lnTo>
                    <a:pt x="212" y="658"/>
                  </a:lnTo>
                  <a:cubicBezTo>
                    <a:pt x="1039" y="619"/>
                    <a:pt x="1510" y="504"/>
                    <a:pt x="1760" y="408"/>
                  </a:cubicBezTo>
                  <a:cubicBezTo>
                    <a:pt x="1904" y="350"/>
                    <a:pt x="1943" y="187"/>
                    <a:pt x="1847" y="71"/>
                  </a:cubicBezTo>
                  <a:cubicBezTo>
                    <a:pt x="1806" y="24"/>
                    <a:pt x="1747" y="0"/>
                    <a:pt x="1689"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0" name="Google Shape;13500;p65"/>
            <p:cNvSpPr/>
            <p:nvPr/>
          </p:nvSpPr>
          <p:spPr>
            <a:xfrm>
              <a:off x="7050889" y="3195813"/>
              <a:ext cx="197431" cy="26786"/>
            </a:xfrm>
            <a:custGeom>
              <a:avLst/>
              <a:gdLst/>
              <a:ahLst/>
              <a:cxnLst/>
              <a:rect l="l" t="t" r="r" b="b"/>
              <a:pathLst>
                <a:path w="7555" h="1025" extrusionOk="0">
                  <a:moveTo>
                    <a:pt x="2504" y="0"/>
                  </a:moveTo>
                  <a:cubicBezTo>
                    <a:pt x="1357" y="0"/>
                    <a:pt x="655" y="173"/>
                    <a:pt x="227" y="371"/>
                  </a:cubicBezTo>
                  <a:cubicBezTo>
                    <a:pt x="1" y="463"/>
                    <a:pt x="111" y="767"/>
                    <a:pt x="308" y="767"/>
                  </a:cubicBezTo>
                  <a:cubicBezTo>
                    <a:pt x="337" y="767"/>
                    <a:pt x="368" y="761"/>
                    <a:pt x="400" y="746"/>
                  </a:cubicBezTo>
                  <a:cubicBezTo>
                    <a:pt x="927" y="505"/>
                    <a:pt x="1669" y="416"/>
                    <a:pt x="2477" y="416"/>
                  </a:cubicBezTo>
                  <a:cubicBezTo>
                    <a:pt x="3826" y="416"/>
                    <a:pt x="5360" y="663"/>
                    <a:pt x="6382" y="861"/>
                  </a:cubicBezTo>
                  <a:cubicBezTo>
                    <a:pt x="6670" y="919"/>
                    <a:pt x="6959" y="977"/>
                    <a:pt x="7237" y="1025"/>
                  </a:cubicBezTo>
                  <a:lnTo>
                    <a:pt x="7276" y="1025"/>
                  </a:lnTo>
                  <a:cubicBezTo>
                    <a:pt x="7526" y="1025"/>
                    <a:pt x="7555" y="669"/>
                    <a:pt x="7305" y="621"/>
                  </a:cubicBezTo>
                  <a:cubicBezTo>
                    <a:pt x="7035" y="573"/>
                    <a:pt x="6747" y="515"/>
                    <a:pt x="6459" y="458"/>
                  </a:cubicBezTo>
                  <a:cubicBezTo>
                    <a:pt x="4755" y="123"/>
                    <a:pt x="3471" y="0"/>
                    <a:pt x="2504"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1" name="Google Shape;13501;p65"/>
            <p:cNvSpPr/>
            <p:nvPr/>
          </p:nvSpPr>
          <p:spPr>
            <a:xfrm>
              <a:off x="7357371" y="3166361"/>
              <a:ext cx="47509" cy="16803"/>
            </a:xfrm>
            <a:custGeom>
              <a:avLst/>
              <a:gdLst/>
              <a:ahLst/>
              <a:cxnLst/>
              <a:rect l="l" t="t" r="r" b="b"/>
              <a:pathLst>
                <a:path w="1818" h="643" extrusionOk="0">
                  <a:moveTo>
                    <a:pt x="1579" y="0"/>
                  </a:moveTo>
                  <a:cubicBezTo>
                    <a:pt x="1553" y="0"/>
                    <a:pt x="1526" y="6"/>
                    <a:pt x="1500" y="17"/>
                  </a:cubicBezTo>
                  <a:cubicBezTo>
                    <a:pt x="1096" y="152"/>
                    <a:pt x="673" y="219"/>
                    <a:pt x="250" y="238"/>
                  </a:cubicBezTo>
                  <a:cubicBezTo>
                    <a:pt x="0" y="257"/>
                    <a:pt x="10" y="633"/>
                    <a:pt x="269" y="642"/>
                  </a:cubicBezTo>
                  <a:lnTo>
                    <a:pt x="279" y="642"/>
                  </a:lnTo>
                  <a:cubicBezTo>
                    <a:pt x="741" y="623"/>
                    <a:pt x="1202" y="546"/>
                    <a:pt x="1644" y="392"/>
                  </a:cubicBezTo>
                  <a:cubicBezTo>
                    <a:pt x="1769" y="344"/>
                    <a:pt x="1818" y="190"/>
                    <a:pt x="1741" y="84"/>
                  </a:cubicBezTo>
                  <a:cubicBezTo>
                    <a:pt x="1700" y="30"/>
                    <a:pt x="1641" y="0"/>
                    <a:pt x="1579" y="0"/>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2" name="Google Shape;13502;p65"/>
            <p:cNvSpPr/>
            <p:nvPr/>
          </p:nvSpPr>
          <p:spPr>
            <a:xfrm>
              <a:off x="7145855" y="3147938"/>
              <a:ext cx="145872" cy="31464"/>
            </a:xfrm>
            <a:custGeom>
              <a:avLst/>
              <a:gdLst/>
              <a:ahLst/>
              <a:cxnLst/>
              <a:rect l="l" t="t" r="r" b="b"/>
              <a:pathLst>
                <a:path w="5582" h="1204" extrusionOk="0">
                  <a:moveTo>
                    <a:pt x="286" y="1"/>
                  </a:moveTo>
                  <a:cubicBezTo>
                    <a:pt x="35" y="1"/>
                    <a:pt x="1" y="376"/>
                    <a:pt x="257" y="414"/>
                  </a:cubicBezTo>
                  <a:cubicBezTo>
                    <a:pt x="1007" y="482"/>
                    <a:pt x="1844" y="616"/>
                    <a:pt x="2748" y="789"/>
                  </a:cubicBezTo>
                  <a:cubicBezTo>
                    <a:pt x="3652" y="962"/>
                    <a:pt x="4498" y="1107"/>
                    <a:pt x="5277" y="1203"/>
                  </a:cubicBezTo>
                  <a:lnTo>
                    <a:pt x="5296" y="1203"/>
                  </a:lnTo>
                  <a:cubicBezTo>
                    <a:pt x="5299" y="1203"/>
                    <a:pt x="5302" y="1203"/>
                    <a:pt x="5305" y="1203"/>
                  </a:cubicBezTo>
                  <a:cubicBezTo>
                    <a:pt x="5556" y="1203"/>
                    <a:pt x="5581" y="818"/>
                    <a:pt x="5325" y="799"/>
                  </a:cubicBezTo>
                  <a:cubicBezTo>
                    <a:pt x="4555" y="703"/>
                    <a:pt x="3719" y="559"/>
                    <a:pt x="2825" y="386"/>
                  </a:cubicBezTo>
                  <a:cubicBezTo>
                    <a:pt x="1911" y="203"/>
                    <a:pt x="1055" y="78"/>
                    <a:pt x="296" y="1"/>
                  </a:cubicBezTo>
                  <a:cubicBezTo>
                    <a:pt x="292" y="1"/>
                    <a:pt x="289" y="1"/>
                    <a:pt x="286" y="1"/>
                  </a:cubicBezTo>
                  <a:close/>
                </a:path>
              </a:pathLst>
            </a:custGeom>
            <a:solidFill>
              <a:srgbClr val="8C9E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03" name="Google Shape;13503;p65"/>
          <p:cNvGrpSpPr/>
          <p:nvPr/>
        </p:nvGrpSpPr>
        <p:grpSpPr>
          <a:xfrm>
            <a:off x="7509437" y="1796814"/>
            <a:ext cx="372937" cy="360629"/>
            <a:chOff x="7510900" y="1981462"/>
            <a:chExt cx="372937" cy="360629"/>
          </a:xfrm>
        </p:grpSpPr>
        <p:sp>
          <p:nvSpPr>
            <p:cNvPr id="13504" name="Google Shape;13504;p65"/>
            <p:cNvSpPr/>
            <p:nvPr/>
          </p:nvSpPr>
          <p:spPr>
            <a:xfrm>
              <a:off x="7617207" y="2027455"/>
              <a:ext cx="160584" cy="264121"/>
            </a:xfrm>
            <a:custGeom>
              <a:avLst/>
              <a:gdLst/>
              <a:ahLst/>
              <a:cxnLst/>
              <a:rect l="l" t="t" r="r" b="b"/>
              <a:pathLst>
                <a:path w="6145" h="10107" extrusionOk="0">
                  <a:moveTo>
                    <a:pt x="0" y="0"/>
                  </a:moveTo>
                  <a:lnTo>
                    <a:pt x="0" y="10106"/>
                  </a:lnTo>
                  <a:lnTo>
                    <a:pt x="6145" y="10106"/>
                  </a:lnTo>
                  <a:lnTo>
                    <a:pt x="6145"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5" name="Google Shape;13505;p65"/>
            <p:cNvSpPr/>
            <p:nvPr/>
          </p:nvSpPr>
          <p:spPr>
            <a:xfrm>
              <a:off x="7739585" y="2027455"/>
              <a:ext cx="38206" cy="264121"/>
            </a:xfrm>
            <a:custGeom>
              <a:avLst/>
              <a:gdLst/>
              <a:ahLst/>
              <a:cxnLst/>
              <a:rect l="l" t="t" r="r" b="b"/>
              <a:pathLst>
                <a:path w="1462" h="10107" extrusionOk="0">
                  <a:moveTo>
                    <a:pt x="0" y="0"/>
                  </a:moveTo>
                  <a:lnTo>
                    <a:pt x="0" y="10106"/>
                  </a:lnTo>
                  <a:lnTo>
                    <a:pt x="1462" y="10106"/>
                  </a:lnTo>
                  <a:lnTo>
                    <a:pt x="1462"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6" name="Google Shape;13506;p65"/>
            <p:cNvSpPr/>
            <p:nvPr/>
          </p:nvSpPr>
          <p:spPr>
            <a:xfrm>
              <a:off x="7576231" y="2011619"/>
              <a:ext cx="243529" cy="64861"/>
            </a:xfrm>
            <a:custGeom>
              <a:avLst/>
              <a:gdLst/>
              <a:ahLst/>
              <a:cxnLst/>
              <a:rect l="l" t="t" r="r" b="b"/>
              <a:pathLst>
                <a:path w="9319" h="2482" extrusionOk="0">
                  <a:moveTo>
                    <a:pt x="1" y="0"/>
                  </a:moveTo>
                  <a:lnTo>
                    <a:pt x="626" y="1741"/>
                  </a:lnTo>
                  <a:cubicBezTo>
                    <a:pt x="789" y="2183"/>
                    <a:pt x="1203" y="2481"/>
                    <a:pt x="1674" y="2481"/>
                  </a:cubicBezTo>
                  <a:lnTo>
                    <a:pt x="7655" y="2481"/>
                  </a:lnTo>
                  <a:cubicBezTo>
                    <a:pt x="8117" y="2472"/>
                    <a:pt x="8530" y="2183"/>
                    <a:pt x="8694" y="1741"/>
                  </a:cubicBezTo>
                  <a:lnTo>
                    <a:pt x="9319" y="0"/>
                  </a:ln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7" name="Google Shape;13507;p65"/>
            <p:cNvSpPr/>
            <p:nvPr/>
          </p:nvSpPr>
          <p:spPr>
            <a:xfrm>
              <a:off x="7576231" y="2011619"/>
              <a:ext cx="243529" cy="63842"/>
            </a:xfrm>
            <a:custGeom>
              <a:avLst/>
              <a:gdLst/>
              <a:ahLst/>
              <a:cxnLst/>
              <a:rect l="l" t="t" r="r" b="b"/>
              <a:pathLst>
                <a:path w="9319" h="2443" extrusionOk="0">
                  <a:moveTo>
                    <a:pt x="1" y="0"/>
                  </a:moveTo>
                  <a:lnTo>
                    <a:pt x="635" y="1741"/>
                  </a:lnTo>
                  <a:cubicBezTo>
                    <a:pt x="751" y="2077"/>
                    <a:pt x="1020" y="2327"/>
                    <a:pt x="1357" y="2433"/>
                  </a:cubicBezTo>
                  <a:cubicBezTo>
                    <a:pt x="1732" y="2116"/>
                    <a:pt x="2010" y="1693"/>
                    <a:pt x="2135" y="1221"/>
                  </a:cubicBezTo>
                  <a:lnTo>
                    <a:pt x="7126" y="1221"/>
                  </a:lnTo>
                  <a:cubicBezTo>
                    <a:pt x="7261" y="1702"/>
                    <a:pt x="7540" y="2125"/>
                    <a:pt x="7924" y="2443"/>
                  </a:cubicBezTo>
                  <a:cubicBezTo>
                    <a:pt x="8280" y="2356"/>
                    <a:pt x="8569" y="2087"/>
                    <a:pt x="8694" y="1741"/>
                  </a:cubicBezTo>
                  <a:lnTo>
                    <a:pt x="9319" y="0"/>
                  </a:ln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8" name="Google Shape;13508;p65"/>
            <p:cNvSpPr/>
            <p:nvPr/>
          </p:nvSpPr>
          <p:spPr>
            <a:xfrm>
              <a:off x="7510900" y="1981462"/>
              <a:ext cx="372937" cy="92169"/>
            </a:xfrm>
            <a:custGeom>
              <a:avLst/>
              <a:gdLst/>
              <a:ahLst/>
              <a:cxnLst/>
              <a:rect l="l" t="t" r="r" b="b"/>
              <a:pathLst>
                <a:path w="14271" h="3527" extrusionOk="0">
                  <a:moveTo>
                    <a:pt x="2347" y="0"/>
                  </a:moveTo>
                  <a:cubicBezTo>
                    <a:pt x="779" y="0"/>
                    <a:pt x="1" y="1895"/>
                    <a:pt x="1106" y="3010"/>
                  </a:cubicBezTo>
                  <a:cubicBezTo>
                    <a:pt x="1463" y="3367"/>
                    <a:pt x="1902" y="3526"/>
                    <a:pt x="2332" y="3526"/>
                  </a:cubicBezTo>
                  <a:cubicBezTo>
                    <a:pt x="3237" y="3526"/>
                    <a:pt x="4107" y="2822"/>
                    <a:pt x="4107" y="1760"/>
                  </a:cubicBezTo>
                  <a:lnTo>
                    <a:pt x="10165" y="1760"/>
                  </a:lnTo>
                  <a:cubicBezTo>
                    <a:pt x="10165" y="2824"/>
                    <a:pt x="11034" y="3525"/>
                    <a:pt x="11938" y="3525"/>
                  </a:cubicBezTo>
                  <a:cubicBezTo>
                    <a:pt x="12365" y="3525"/>
                    <a:pt x="12800" y="3369"/>
                    <a:pt x="13155" y="3020"/>
                  </a:cubicBezTo>
                  <a:cubicBezTo>
                    <a:pt x="14271" y="1924"/>
                    <a:pt x="13511" y="29"/>
                    <a:pt x="11953" y="10"/>
                  </a:cubicBezTo>
                  <a:lnTo>
                    <a:pt x="11953"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9" name="Google Shape;13509;p65"/>
            <p:cNvSpPr/>
            <p:nvPr/>
          </p:nvSpPr>
          <p:spPr>
            <a:xfrm>
              <a:off x="7785056" y="1981462"/>
              <a:ext cx="88746" cy="91986"/>
            </a:xfrm>
            <a:custGeom>
              <a:avLst/>
              <a:gdLst/>
              <a:ahLst/>
              <a:cxnLst/>
              <a:rect l="l" t="t" r="r" b="b"/>
              <a:pathLst>
                <a:path w="3396" h="3520" extrusionOk="0">
                  <a:moveTo>
                    <a:pt x="1" y="0"/>
                  </a:moveTo>
                  <a:cubicBezTo>
                    <a:pt x="828" y="20"/>
                    <a:pt x="1530" y="596"/>
                    <a:pt x="1703" y="1404"/>
                  </a:cubicBezTo>
                  <a:cubicBezTo>
                    <a:pt x="1866" y="2202"/>
                    <a:pt x="1453" y="3020"/>
                    <a:pt x="703" y="3366"/>
                  </a:cubicBezTo>
                  <a:cubicBezTo>
                    <a:pt x="939" y="3471"/>
                    <a:pt x="1183" y="3520"/>
                    <a:pt x="1423" y="3520"/>
                  </a:cubicBezTo>
                  <a:cubicBezTo>
                    <a:pt x="2219" y="3520"/>
                    <a:pt x="2960" y="2980"/>
                    <a:pt x="3145" y="2145"/>
                  </a:cubicBezTo>
                  <a:cubicBezTo>
                    <a:pt x="3395" y="1058"/>
                    <a:pt x="2578" y="20"/>
                    <a:pt x="1462"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0" name="Google Shape;13510;p65"/>
            <p:cNvSpPr/>
            <p:nvPr/>
          </p:nvSpPr>
          <p:spPr>
            <a:xfrm>
              <a:off x="7553365" y="2027455"/>
              <a:ext cx="64861" cy="46124"/>
            </a:xfrm>
            <a:custGeom>
              <a:avLst/>
              <a:gdLst/>
              <a:ahLst/>
              <a:cxnLst/>
              <a:rect l="l" t="t" r="r" b="b"/>
              <a:pathLst>
                <a:path w="2482" h="1765" extrusionOk="0">
                  <a:moveTo>
                    <a:pt x="1030" y="0"/>
                  </a:moveTo>
                  <a:cubicBezTo>
                    <a:pt x="1030" y="692"/>
                    <a:pt x="626" y="1317"/>
                    <a:pt x="1" y="1606"/>
                  </a:cubicBezTo>
                  <a:cubicBezTo>
                    <a:pt x="240" y="1715"/>
                    <a:pt x="486" y="1765"/>
                    <a:pt x="725" y="1765"/>
                  </a:cubicBezTo>
                  <a:cubicBezTo>
                    <a:pt x="1650" y="1765"/>
                    <a:pt x="2482" y="1016"/>
                    <a:pt x="2482"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1" name="Google Shape;13511;p65"/>
            <p:cNvSpPr/>
            <p:nvPr/>
          </p:nvSpPr>
          <p:spPr>
            <a:xfrm>
              <a:off x="7584280" y="2275478"/>
              <a:ext cx="226438" cy="40479"/>
            </a:xfrm>
            <a:custGeom>
              <a:avLst/>
              <a:gdLst/>
              <a:ahLst/>
              <a:cxnLst/>
              <a:rect l="l" t="t" r="r" b="b"/>
              <a:pathLst>
                <a:path w="8665" h="1549" extrusionOk="0">
                  <a:moveTo>
                    <a:pt x="500" y="0"/>
                  </a:moveTo>
                  <a:cubicBezTo>
                    <a:pt x="222" y="0"/>
                    <a:pt x="0" y="221"/>
                    <a:pt x="0" y="500"/>
                  </a:cubicBezTo>
                  <a:lnTo>
                    <a:pt x="0" y="1548"/>
                  </a:lnTo>
                  <a:lnTo>
                    <a:pt x="8664" y="1548"/>
                  </a:lnTo>
                  <a:lnTo>
                    <a:pt x="8664" y="500"/>
                  </a:lnTo>
                  <a:cubicBezTo>
                    <a:pt x="8664" y="221"/>
                    <a:pt x="8434" y="0"/>
                    <a:pt x="8164"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2" name="Google Shape;13512;p65"/>
            <p:cNvSpPr/>
            <p:nvPr/>
          </p:nvSpPr>
          <p:spPr>
            <a:xfrm>
              <a:off x="7584018" y="2275478"/>
              <a:ext cx="226438" cy="40479"/>
            </a:xfrm>
            <a:custGeom>
              <a:avLst/>
              <a:gdLst/>
              <a:ahLst/>
              <a:cxnLst/>
              <a:rect l="l" t="t" r="r" b="b"/>
              <a:pathLst>
                <a:path w="8665" h="1549" extrusionOk="0">
                  <a:moveTo>
                    <a:pt x="7213" y="0"/>
                  </a:moveTo>
                  <a:lnTo>
                    <a:pt x="7213" y="490"/>
                  </a:lnTo>
                  <a:cubicBezTo>
                    <a:pt x="7213" y="721"/>
                    <a:pt x="7011" y="923"/>
                    <a:pt x="6770" y="923"/>
                  </a:cubicBezTo>
                  <a:lnTo>
                    <a:pt x="1" y="923"/>
                  </a:lnTo>
                  <a:lnTo>
                    <a:pt x="1" y="1548"/>
                  </a:lnTo>
                  <a:lnTo>
                    <a:pt x="8665" y="1548"/>
                  </a:lnTo>
                  <a:lnTo>
                    <a:pt x="8665" y="500"/>
                  </a:lnTo>
                  <a:cubicBezTo>
                    <a:pt x="8665" y="231"/>
                    <a:pt x="8444" y="0"/>
                    <a:pt x="8174"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3" name="Google Shape;13513;p65"/>
            <p:cNvSpPr/>
            <p:nvPr/>
          </p:nvSpPr>
          <p:spPr>
            <a:xfrm>
              <a:off x="7549837" y="2308876"/>
              <a:ext cx="295062" cy="33214"/>
            </a:xfrm>
            <a:custGeom>
              <a:avLst/>
              <a:gdLst/>
              <a:ahLst/>
              <a:cxnLst/>
              <a:rect l="l" t="t" r="r" b="b"/>
              <a:pathLst>
                <a:path w="11291" h="1271" extrusionOk="0">
                  <a:moveTo>
                    <a:pt x="780" y="1"/>
                  </a:moveTo>
                  <a:cubicBezTo>
                    <a:pt x="357" y="1"/>
                    <a:pt x="1" y="347"/>
                    <a:pt x="1" y="780"/>
                  </a:cubicBezTo>
                  <a:lnTo>
                    <a:pt x="1" y="1270"/>
                  </a:lnTo>
                  <a:lnTo>
                    <a:pt x="11290" y="1270"/>
                  </a:lnTo>
                  <a:lnTo>
                    <a:pt x="11290" y="780"/>
                  </a:lnTo>
                  <a:cubicBezTo>
                    <a:pt x="11290" y="347"/>
                    <a:pt x="10944" y="1"/>
                    <a:pt x="10511"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4" name="Google Shape;13514;p65"/>
            <p:cNvSpPr/>
            <p:nvPr/>
          </p:nvSpPr>
          <p:spPr>
            <a:xfrm>
              <a:off x="7549837" y="2308641"/>
              <a:ext cx="295062" cy="33450"/>
            </a:xfrm>
            <a:custGeom>
              <a:avLst/>
              <a:gdLst/>
              <a:ahLst/>
              <a:cxnLst/>
              <a:rect l="l" t="t" r="r" b="b"/>
              <a:pathLst>
                <a:path w="11291" h="1280" extrusionOk="0">
                  <a:moveTo>
                    <a:pt x="9675" y="0"/>
                  </a:moveTo>
                  <a:cubicBezTo>
                    <a:pt x="9771" y="135"/>
                    <a:pt x="9829" y="308"/>
                    <a:pt x="9829" y="481"/>
                  </a:cubicBezTo>
                  <a:lnTo>
                    <a:pt x="9829" y="664"/>
                  </a:lnTo>
                  <a:cubicBezTo>
                    <a:pt x="9829" y="818"/>
                    <a:pt x="9704" y="952"/>
                    <a:pt x="9540" y="952"/>
                  </a:cubicBezTo>
                  <a:lnTo>
                    <a:pt x="1" y="952"/>
                  </a:lnTo>
                  <a:lnTo>
                    <a:pt x="1" y="1279"/>
                  </a:lnTo>
                  <a:lnTo>
                    <a:pt x="11290" y="1279"/>
                  </a:lnTo>
                  <a:lnTo>
                    <a:pt x="11290" y="789"/>
                  </a:lnTo>
                  <a:cubicBezTo>
                    <a:pt x="11290" y="356"/>
                    <a:pt x="10944" y="10"/>
                    <a:pt x="10511" y="0"/>
                  </a:cubicBez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5" name="Google Shape;13515;p65"/>
            <p:cNvSpPr/>
            <p:nvPr/>
          </p:nvSpPr>
          <p:spPr>
            <a:xfrm>
              <a:off x="7550098" y="2006078"/>
              <a:ext cx="42988" cy="42753"/>
            </a:xfrm>
            <a:custGeom>
              <a:avLst/>
              <a:gdLst/>
              <a:ahLst/>
              <a:cxnLst/>
              <a:rect l="l" t="t" r="r" b="b"/>
              <a:pathLst>
                <a:path w="1645" h="1636" extrusionOk="0">
                  <a:moveTo>
                    <a:pt x="818" y="1"/>
                  </a:moveTo>
                  <a:cubicBezTo>
                    <a:pt x="366" y="1"/>
                    <a:pt x="1" y="366"/>
                    <a:pt x="1" y="818"/>
                  </a:cubicBezTo>
                  <a:cubicBezTo>
                    <a:pt x="1" y="1270"/>
                    <a:pt x="366" y="1635"/>
                    <a:pt x="818" y="1635"/>
                  </a:cubicBezTo>
                  <a:cubicBezTo>
                    <a:pt x="1270" y="1635"/>
                    <a:pt x="1645" y="1270"/>
                    <a:pt x="1645" y="818"/>
                  </a:cubicBezTo>
                  <a:cubicBezTo>
                    <a:pt x="1645" y="366"/>
                    <a:pt x="1270" y="1"/>
                    <a:pt x="818"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6" name="Google Shape;13516;p65"/>
            <p:cNvSpPr/>
            <p:nvPr/>
          </p:nvSpPr>
          <p:spPr>
            <a:xfrm>
              <a:off x="7801885" y="2006078"/>
              <a:ext cx="42753" cy="42753"/>
            </a:xfrm>
            <a:custGeom>
              <a:avLst/>
              <a:gdLst/>
              <a:ahLst/>
              <a:cxnLst/>
              <a:rect l="l" t="t" r="r" b="b"/>
              <a:pathLst>
                <a:path w="1636" h="1636" extrusionOk="0">
                  <a:moveTo>
                    <a:pt x="818" y="1"/>
                  </a:moveTo>
                  <a:cubicBezTo>
                    <a:pt x="366" y="1"/>
                    <a:pt x="1" y="366"/>
                    <a:pt x="1" y="818"/>
                  </a:cubicBezTo>
                  <a:cubicBezTo>
                    <a:pt x="1" y="1270"/>
                    <a:pt x="366" y="1635"/>
                    <a:pt x="818" y="1635"/>
                  </a:cubicBezTo>
                  <a:cubicBezTo>
                    <a:pt x="1270" y="1635"/>
                    <a:pt x="1636" y="1270"/>
                    <a:pt x="1636" y="818"/>
                  </a:cubicBezTo>
                  <a:cubicBezTo>
                    <a:pt x="1636" y="366"/>
                    <a:pt x="1270" y="1"/>
                    <a:pt x="818"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7" name="Google Shape;13517;p65"/>
            <p:cNvSpPr/>
            <p:nvPr/>
          </p:nvSpPr>
          <p:spPr>
            <a:xfrm>
              <a:off x="7642816" y="2097804"/>
              <a:ext cx="20906" cy="153319"/>
            </a:xfrm>
            <a:custGeom>
              <a:avLst/>
              <a:gdLst/>
              <a:ahLst/>
              <a:cxnLst/>
              <a:rect l="l" t="t" r="r" b="b"/>
              <a:pathLst>
                <a:path w="800" h="5867" extrusionOk="0">
                  <a:moveTo>
                    <a:pt x="395" y="1"/>
                  </a:moveTo>
                  <a:cubicBezTo>
                    <a:pt x="184" y="1"/>
                    <a:pt x="1" y="183"/>
                    <a:pt x="1" y="404"/>
                  </a:cubicBezTo>
                  <a:lnTo>
                    <a:pt x="1" y="5472"/>
                  </a:lnTo>
                  <a:cubicBezTo>
                    <a:pt x="1" y="5684"/>
                    <a:pt x="184" y="5866"/>
                    <a:pt x="395" y="5866"/>
                  </a:cubicBezTo>
                  <a:cubicBezTo>
                    <a:pt x="616" y="5866"/>
                    <a:pt x="799" y="5684"/>
                    <a:pt x="799" y="5472"/>
                  </a:cubicBezTo>
                  <a:lnTo>
                    <a:pt x="799" y="404"/>
                  </a:lnTo>
                  <a:cubicBezTo>
                    <a:pt x="799" y="183"/>
                    <a:pt x="616" y="1"/>
                    <a:pt x="395"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8" name="Google Shape;13518;p65"/>
            <p:cNvSpPr/>
            <p:nvPr/>
          </p:nvSpPr>
          <p:spPr>
            <a:xfrm>
              <a:off x="7687059" y="2097804"/>
              <a:ext cx="20880" cy="153319"/>
            </a:xfrm>
            <a:custGeom>
              <a:avLst/>
              <a:gdLst/>
              <a:ahLst/>
              <a:cxnLst/>
              <a:rect l="l" t="t" r="r" b="b"/>
              <a:pathLst>
                <a:path w="799" h="5867" extrusionOk="0">
                  <a:moveTo>
                    <a:pt x="395" y="1"/>
                  </a:moveTo>
                  <a:cubicBezTo>
                    <a:pt x="173" y="1"/>
                    <a:pt x="0" y="183"/>
                    <a:pt x="0" y="404"/>
                  </a:cubicBezTo>
                  <a:lnTo>
                    <a:pt x="0" y="5472"/>
                  </a:lnTo>
                  <a:cubicBezTo>
                    <a:pt x="0" y="5684"/>
                    <a:pt x="173" y="5866"/>
                    <a:pt x="395" y="5866"/>
                  </a:cubicBezTo>
                  <a:cubicBezTo>
                    <a:pt x="616" y="5866"/>
                    <a:pt x="798" y="5684"/>
                    <a:pt x="798" y="5472"/>
                  </a:cubicBezTo>
                  <a:lnTo>
                    <a:pt x="798" y="404"/>
                  </a:lnTo>
                  <a:cubicBezTo>
                    <a:pt x="798" y="183"/>
                    <a:pt x="616" y="1"/>
                    <a:pt x="395"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9" name="Google Shape;13519;p65"/>
            <p:cNvSpPr/>
            <p:nvPr/>
          </p:nvSpPr>
          <p:spPr>
            <a:xfrm>
              <a:off x="7731275" y="2097804"/>
              <a:ext cx="20880" cy="153319"/>
            </a:xfrm>
            <a:custGeom>
              <a:avLst/>
              <a:gdLst/>
              <a:ahLst/>
              <a:cxnLst/>
              <a:rect l="l" t="t" r="r" b="b"/>
              <a:pathLst>
                <a:path w="799" h="5867" extrusionOk="0">
                  <a:moveTo>
                    <a:pt x="395" y="1"/>
                  </a:moveTo>
                  <a:cubicBezTo>
                    <a:pt x="174" y="1"/>
                    <a:pt x="1" y="183"/>
                    <a:pt x="1" y="404"/>
                  </a:cubicBezTo>
                  <a:lnTo>
                    <a:pt x="1" y="5472"/>
                  </a:lnTo>
                  <a:cubicBezTo>
                    <a:pt x="1" y="5684"/>
                    <a:pt x="174" y="5866"/>
                    <a:pt x="395" y="5866"/>
                  </a:cubicBezTo>
                  <a:cubicBezTo>
                    <a:pt x="616" y="5866"/>
                    <a:pt x="799" y="5684"/>
                    <a:pt x="799" y="5472"/>
                  </a:cubicBezTo>
                  <a:lnTo>
                    <a:pt x="799" y="404"/>
                  </a:lnTo>
                  <a:cubicBezTo>
                    <a:pt x="799" y="183"/>
                    <a:pt x="616" y="1"/>
                    <a:pt x="395"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20" name="Google Shape;13520;p65"/>
          <p:cNvGrpSpPr/>
          <p:nvPr/>
        </p:nvGrpSpPr>
        <p:grpSpPr>
          <a:xfrm>
            <a:off x="6598014" y="2733612"/>
            <a:ext cx="360629" cy="329975"/>
            <a:chOff x="6599476" y="2918260"/>
            <a:chExt cx="360629" cy="329975"/>
          </a:xfrm>
        </p:grpSpPr>
        <p:sp>
          <p:nvSpPr>
            <p:cNvPr id="13521" name="Google Shape;13521;p65"/>
            <p:cNvSpPr/>
            <p:nvPr/>
          </p:nvSpPr>
          <p:spPr>
            <a:xfrm>
              <a:off x="6604990" y="2918521"/>
              <a:ext cx="349313" cy="329714"/>
            </a:xfrm>
            <a:custGeom>
              <a:avLst/>
              <a:gdLst/>
              <a:ahLst/>
              <a:cxnLst/>
              <a:rect l="l" t="t" r="r" b="b"/>
              <a:pathLst>
                <a:path w="13367" h="12617" extrusionOk="0">
                  <a:moveTo>
                    <a:pt x="1" y="0"/>
                  </a:moveTo>
                  <a:lnTo>
                    <a:pt x="1" y="12617"/>
                  </a:lnTo>
                  <a:lnTo>
                    <a:pt x="13367" y="12617"/>
                  </a:lnTo>
                  <a:lnTo>
                    <a:pt x="13367"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2" name="Google Shape;13522;p65"/>
            <p:cNvSpPr/>
            <p:nvPr/>
          </p:nvSpPr>
          <p:spPr>
            <a:xfrm>
              <a:off x="6604990" y="2918521"/>
              <a:ext cx="349078" cy="329714"/>
            </a:xfrm>
            <a:custGeom>
              <a:avLst/>
              <a:gdLst/>
              <a:ahLst/>
              <a:cxnLst/>
              <a:rect l="l" t="t" r="r" b="b"/>
              <a:pathLst>
                <a:path w="13358" h="12617" extrusionOk="0">
                  <a:moveTo>
                    <a:pt x="5645" y="0"/>
                  </a:moveTo>
                  <a:cubicBezTo>
                    <a:pt x="5645" y="5780"/>
                    <a:pt x="1" y="12617"/>
                    <a:pt x="1" y="12617"/>
                  </a:cubicBezTo>
                  <a:lnTo>
                    <a:pt x="13357" y="12617"/>
                  </a:lnTo>
                  <a:cubicBezTo>
                    <a:pt x="13357" y="12617"/>
                    <a:pt x="7722" y="5780"/>
                    <a:pt x="7722" y="0"/>
                  </a:cubicBezTo>
                  <a:close/>
                </a:path>
              </a:pathLst>
            </a:custGeom>
            <a:solidFill>
              <a:srgbClr val="4D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3" name="Google Shape;13523;p65"/>
            <p:cNvSpPr/>
            <p:nvPr/>
          </p:nvSpPr>
          <p:spPr>
            <a:xfrm>
              <a:off x="6604990" y="3145926"/>
              <a:ext cx="349313" cy="102309"/>
            </a:xfrm>
            <a:custGeom>
              <a:avLst/>
              <a:gdLst/>
              <a:ahLst/>
              <a:cxnLst/>
              <a:rect l="l" t="t" r="r" b="b"/>
              <a:pathLst>
                <a:path w="13367" h="3915" extrusionOk="0">
                  <a:moveTo>
                    <a:pt x="1" y="1"/>
                  </a:moveTo>
                  <a:lnTo>
                    <a:pt x="1" y="3915"/>
                  </a:lnTo>
                  <a:lnTo>
                    <a:pt x="13367" y="3915"/>
                  </a:lnTo>
                  <a:lnTo>
                    <a:pt x="13367"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4" name="Google Shape;13524;p65"/>
            <p:cNvSpPr/>
            <p:nvPr/>
          </p:nvSpPr>
          <p:spPr>
            <a:xfrm>
              <a:off x="6604990" y="3145926"/>
              <a:ext cx="277449" cy="29687"/>
            </a:xfrm>
            <a:custGeom>
              <a:avLst/>
              <a:gdLst/>
              <a:ahLst/>
              <a:cxnLst/>
              <a:rect l="l" t="t" r="r" b="b"/>
              <a:pathLst>
                <a:path w="10617" h="1136" extrusionOk="0">
                  <a:moveTo>
                    <a:pt x="1" y="1"/>
                  </a:moveTo>
                  <a:lnTo>
                    <a:pt x="1" y="1136"/>
                  </a:lnTo>
                  <a:lnTo>
                    <a:pt x="8963" y="1136"/>
                  </a:lnTo>
                  <a:cubicBezTo>
                    <a:pt x="9694" y="1136"/>
                    <a:pt x="10357" y="684"/>
                    <a:pt x="10617"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5" name="Google Shape;13525;p65"/>
            <p:cNvSpPr/>
            <p:nvPr/>
          </p:nvSpPr>
          <p:spPr>
            <a:xfrm>
              <a:off x="6604990" y="2918260"/>
              <a:ext cx="150811" cy="329975"/>
            </a:xfrm>
            <a:custGeom>
              <a:avLst/>
              <a:gdLst/>
              <a:ahLst/>
              <a:cxnLst/>
              <a:rect l="l" t="t" r="r" b="b"/>
              <a:pathLst>
                <a:path w="5771" h="12627" extrusionOk="0">
                  <a:moveTo>
                    <a:pt x="1" y="1"/>
                  </a:moveTo>
                  <a:lnTo>
                    <a:pt x="1" y="12627"/>
                  </a:lnTo>
                  <a:lnTo>
                    <a:pt x="1943" y="12627"/>
                  </a:lnTo>
                  <a:cubicBezTo>
                    <a:pt x="2068" y="12627"/>
                    <a:pt x="2184" y="12550"/>
                    <a:pt x="2241" y="12444"/>
                  </a:cubicBezTo>
                  <a:cubicBezTo>
                    <a:pt x="2943" y="11165"/>
                    <a:pt x="1212" y="6444"/>
                    <a:pt x="1212" y="6444"/>
                  </a:cubicBezTo>
                  <a:cubicBezTo>
                    <a:pt x="1212" y="6444"/>
                    <a:pt x="5770" y="2328"/>
                    <a:pt x="4549" y="1"/>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6" name="Google Shape;13526;p65"/>
            <p:cNvSpPr/>
            <p:nvPr/>
          </p:nvSpPr>
          <p:spPr>
            <a:xfrm>
              <a:off x="6604990" y="2918521"/>
              <a:ext cx="54800" cy="329714"/>
            </a:xfrm>
            <a:custGeom>
              <a:avLst/>
              <a:gdLst/>
              <a:ahLst/>
              <a:cxnLst/>
              <a:rect l="l" t="t" r="r" b="b"/>
              <a:pathLst>
                <a:path w="2097" h="12617" extrusionOk="0">
                  <a:moveTo>
                    <a:pt x="1" y="0"/>
                  </a:moveTo>
                  <a:lnTo>
                    <a:pt x="1" y="12617"/>
                  </a:lnTo>
                  <a:lnTo>
                    <a:pt x="953" y="12617"/>
                  </a:lnTo>
                  <a:cubicBezTo>
                    <a:pt x="1078" y="12617"/>
                    <a:pt x="1193" y="12549"/>
                    <a:pt x="1251" y="12444"/>
                  </a:cubicBezTo>
                  <a:cubicBezTo>
                    <a:pt x="1953" y="11165"/>
                    <a:pt x="385" y="6443"/>
                    <a:pt x="385" y="6443"/>
                  </a:cubicBezTo>
                  <a:cubicBezTo>
                    <a:pt x="385" y="6443"/>
                    <a:pt x="2097" y="2414"/>
                    <a:pt x="1376"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7" name="Google Shape;13527;p65"/>
            <p:cNvSpPr/>
            <p:nvPr/>
          </p:nvSpPr>
          <p:spPr>
            <a:xfrm>
              <a:off x="6615051" y="2918521"/>
              <a:ext cx="140750" cy="329714"/>
            </a:xfrm>
            <a:custGeom>
              <a:avLst/>
              <a:gdLst/>
              <a:ahLst/>
              <a:cxnLst/>
              <a:rect l="l" t="t" r="r" b="b"/>
              <a:pathLst>
                <a:path w="5386" h="12617" extrusionOk="0">
                  <a:moveTo>
                    <a:pt x="3183" y="0"/>
                  </a:moveTo>
                  <a:cubicBezTo>
                    <a:pt x="2876" y="3741"/>
                    <a:pt x="0" y="6443"/>
                    <a:pt x="0" y="6443"/>
                  </a:cubicBezTo>
                  <a:cubicBezTo>
                    <a:pt x="0" y="6443"/>
                    <a:pt x="1568" y="11165"/>
                    <a:pt x="866" y="12434"/>
                  </a:cubicBezTo>
                  <a:cubicBezTo>
                    <a:pt x="808" y="12549"/>
                    <a:pt x="693" y="12617"/>
                    <a:pt x="568" y="12617"/>
                  </a:cubicBezTo>
                  <a:lnTo>
                    <a:pt x="1558" y="12617"/>
                  </a:lnTo>
                  <a:cubicBezTo>
                    <a:pt x="1683" y="12617"/>
                    <a:pt x="1799" y="12549"/>
                    <a:pt x="1856" y="12434"/>
                  </a:cubicBezTo>
                  <a:cubicBezTo>
                    <a:pt x="2558" y="11155"/>
                    <a:pt x="827" y="6443"/>
                    <a:pt x="827" y="6443"/>
                  </a:cubicBezTo>
                  <a:cubicBezTo>
                    <a:pt x="827" y="6443"/>
                    <a:pt x="5385" y="2328"/>
                    <a:pt x="4164"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8" name="Google Shape;13528;p65"/>
            <p:cNvSpPr/>
            <p:nvPr/>
          </p:nvSpPr>
          <p:spPr>
            <a:xfrm>
              <a:off x="6599476" y="3080359"/>
              <a:ext cx="46516" cy="21638"/>
            </a:xfrm>
            <a:custGeom>
              <a:avLst/>
              <a:gdLst/>
              <a:ahLst/>
              <a:cxnLst/>
              <a:rect l="l" t="t" r="r" b="b"/>
              <a:pathLst>
                <a:path w="1780" h="828" extrusionOk="0">
                  <a:moveTo>
                    <a:pt x="192" y="0"/>
                  </a:moveTo>
                  <a:cubicBezTo>
                    <a:pt x="87" y="0"/>
                    <a:pt x="0" y="87"/>
                    <a:pt x="0" y="202"/>
                  </a:cubicBezTo>
                  <a:lnTo>
                    <a:pt x="0" y="625"/>
                  </a:lnTo>
                  <a:cubicBezTo>
                    <a:pt x="0" y="741"/>
                    <a:pt x="87" y="827"/>
                    <a:pt x="192" y="827"/>
                  </a:cubicBezTo>
                  <a:lnTo>
                    <a:pt x="1577" y="827"/>
                  </a:lnTo>
                  <a:cubicBezTo>
                    <a:pt x="1693" y="827"/>
                    <a:pt x="1779" y="741"/>
                    <a:pt x="1779" y="625"/>
                  </a:cubicBezTo>
                  <a:lnTo>
                    <a:pt x="1779" y="202"/>
                  </a:lnTo>
                  <a:cubicBezTo>
                    <a:pt x="1779" y="87"/>
                    <a:pt x="1693" y="0"/>
                    <a:pt x="1577"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9" name="Google Shape;13529;p65"/>
            <p:cNvSpPr/>
            <p:nvPr/>
          </p:nvSpPr>
          <p:spPr>
            <a:xfrm>
              <a:off x="6803519" y="2918260"/>
              <a:ext cx="150785" cy="329975"/>
            </a:xfrm>
            <a:custGeom>
              <a:avLst/>
              <a:gdLst/>
              <a:ahLst/>
              <a:cxnLst/>
              <a:rect l="l" t="t" r="r" b="b"/>
              <a:pathLst>
                <a:path w="5770" h="12627" extrusionOk="0">
                  <a:moveTo>
                    <a:pt x="1222" y="1"/>
                  </a:moveTo>
                  <a:cubicBezTo>
                    <a:pt x="0" y="2328"/>
                    <a:pt x="4558" y="6444"/>
                    <a:pt x="4558" y="6444"/>
                  </a:cubicBezTo>
                  <a:cubicBezTo>
                    <a:pt x="4558" y="6444"/>
                    <a:pt x="2827" y="11165"/>
                    <a:pt x="3529" y="12444"/>
                  </a:cubicBezTo>
                  <a:cubicBezTo>
                    <a:pt x="3587" y="12550"/>
                    <a:pt x="3703" y="12627"/>
                    <a:pt x="3828" y="12627"/>
                  </a:cubicBezTo>
                  <a:lnTo>
                    <a:pt x="5770" y="12627"/>
                  </a:lnTo>
                  <a:lnTo>
                    <a:pt x="5770" y="1"/>
                  </a:ln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0" name="Google Shape;13530;p65"/>
            <p:cNvSpPr/>
            <p:nvPr/>
          </p:nvSpPr>
          <p:spPr>
            <a:xfrm>
              <a:off x="6899765" y="2918521"/>
              <a:ext cx="54539" cy="329714"/>
            </a:xfrm>
            <a:custGeom>
              <a:avLst/>
              <a:gdLst/>
              <a:ahLst/>
              <a:cxnLst/>
              <a:rect l="l" t="t" r="r" b="b"/>
              <a:pathLst>
                <a:path w="2087" h="12617" extrusionOk="0">
                  <a:moveTo>
                    <a:pt x="712" y="0"/>
                  </a:moveTo>
                  <a:cubicBezTo>
                    <a:pt x="0" y="2414"/>
                    <a:pt x="1702" y="6443"/>
                    <a:pt x="1702" y="6443"/>
                  </a:cubicBezTo>
                  <a:cubicBezTo>
                    <a:pt x="1702" y="6443"/>
                    <a:pt x="135" y="11165"/>
                    <a:pt x="837" y="12444"/>
                  </a:cubicBezTo>
                  <a:cubicBezTo>
                    <a:pt x="895" y="12549"/>
                    <a:pt x="1010" y="12617"/>
                    <a:pt x="1135" y="12617"/>
                  </a:cubicBezTo>
                  <a:lnTo>
                    <a:pt x="2087" y="12617"/>
                  </a:lnTo>
                  <a:lnTo>
                    <a:pt x="2087" y="0"/>
                  </a:ln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1" name="Google Shape;13531;p65"/>
            <p:cNvSpPr/>
            <p:nvPr/>
          </p:nvSpPr>
          <p:spPr>
            <a:xfrm>
              <a:off x="6803519" y="2918521"/>
              <a:ext cx="140750" cy="329714"/>
            </a:xfrm>
            <a:custGeom>
              <a:avLst/>
              <a:gdLst/>
              <a:ahLst/>
              <a:cxnLst/>
              <a:rect l="l" t="t" r="r" b="b"/>
              <a:pathLst>
                <a:path w="5386" h="12617" extrusionOk="0">
                  <a:moveTo>
                    <a:pt x="1222" y="0"/>
                  </a:moveTo>
                  <a:cubicBezTo>
                    <a:pt x="0" y="2328"/>
                    <a:pt x="4558" y="6443"/>
                    <a:pt x="4558" y="6443"/>
                  </a:cubicBezTo>
                  <a:cubicBezTo>
                    <a:pt x="4558" y="6443"/>
                    <a:pt x="2827" y="11155"/>
                    <a:pt x="3529" y="12434"/>
                  </a:cubicBezTo>
                  <a:cubicBezTo>
                    <a:pt x="3587" y="12549"/>
                    <a:pt x="3703" y="12617"/>
                    <a:pt x="3828" y="12617"/>
                  </a:cubicBezTo>
                  <a:lnTo>
                    <a:pt x="4828" y="12617"/>
                  </a:lnTo>
                  <a:cubicBezTo>
                    <a:pt x="4703" y="12617"/>
                    <a:pt x="4587" y="12549"/>
                    <a:pt x="4520" y="12434"/>
                  </a:cubicBezTo>
                  <a:cubicBezTo>
                    <a:pt x="3828" y="11165"/>
                    <a:pt x="5385" y="6443"/>
                    <a:pt x="5385" y="6443"/>
                  </a:cubicBezTo>
                  <a:cubicBezTo>
                    <a:pt x="5385" y="6443"/>
                    <a:pt x="2510" y="3741"/>
                    <a:pt x="2202"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2" name="Google Shape;13532;p65"/>
            <p:cNvSpPr/>
            <p:nvPr/>
          </p:nvSpPr>
          <p:spPr>
            <a:xfrm>
              <a:off x="6913328" y="3080359"/>
              <a:ext cx="46777" cy="21638"/>
            </a:xfrm>
            <a:custGeom>
              <a:avLst/>
              <a:gdLst/>
              <a:ahLst/>
              <a:cxnLst/>
              <a:rect l="l" t="t" r="r" b="b"/>
              <a:pathLst>
                <a:path w="1790" h="828" extrusionOk="0">
                  <a:moveTo>
                    <a:pt x="203" y="0"/>
                  </a:moveTo>
                  <a:cubicBezTo>
                    <a:pt x="87" y="0"/>
                    <a:pt x="1" y="87"/>
                    <a:pt x="1" y="202"/>
                  </a:cubicBezTo>
                  <a:lnTo>
                    <a:pt x="1" y="625"/>
                  </a:lnTo>
                  <a:cubicBezTo>
                    <a:pt x="1" y="741"/>
                    <a:pt x="87" y="827"/>
                    <a:pt x="203" y="827"/>
                  </a:cubicBezTo>
                  <a:lnTo>
                    <a:pt x="1587" y="827"/>
                  </a:lnTo>
                  <a:cubicBezTo>
                    <a:pt x="1693" y="827"/>
                    <a:pt x="1789" y="741"/>
                    <a:pt x="1789" y="625"/>
                  </a:cubicBezTo>
                  <a:lnTo>
                    <a:pt x="1789" y="202"/>
                  </a:lnTo>
                  <a:cubicBezTo>
                    <a:pt x="1789" y="87"/>
                    <a:pt x="1693" y="0"/>
                    <a:pt x="1587"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3" name="Google Shape;13533;p65"/>
            <p:cNvSpPr/>
            <p:nvPr/>
          </p:nvSpPr>
          <p:spPr>
            <a:xfrm>
              <a:off x="6913328" y="3085873"/>
              <a:ext cx="46777" cy="16124"/>
            </a:xfrm>
            <a:custGeom>
              <a:avLst/>
              <a:gdLst/>
              <a:ahLst/>
              <a:cxnLst/>
              <a:rect l="l" t="t" r="r" b="b"/>
              <a:pathLst>
                <a:path w="1790" h="617" extrusionOk="0">
                  <a:moveTo>
                    <a:pt x="1" y="1"/>
                  </a:moveTo>
                  <a:lnTo>
                    <a:pt x="1" y="414"/>
                  </a:lnTo>
                  <a:cubicBezTo>
                    <a:pt x="1" y="520"/>
                    <a:pt x="97" y="616"/>
                    <a:pt x="203" y="616"/>
                  </a:cubicBezTo>
                  <a:lnTo>
                    <a:pt x="1587" y="616"/>
                  </a:lnTo>
                  <a:cubicBezTo>
                    <a:pt x="1693" y="616"/>
                    <a:pt x="1789" y="520"/>
                    <a:pt x="1789" y="414"/>
                  </a:cubicBezTo>
                  <a:lnTo>
                    <a:pt x="1789" y="1"/>
                  </a:lnTo>
                  <a:cubicBezTo>
                    <a:pt x="1789" y="107"/>
                    <a:pt x="1693" y="203"/>
                    <a:pt x="1587" y="203"/>
                  </a:cubicBezTo>
                  <a:lnTo>
                    <a:pt x="203" y="203"/>
                  </a:lnTo>
                  <a:cubicBezTo>
                    <a:pt x="97" y="203"/>
                    <a:pt x="1" y="107"/>
                    <a:pt x="1"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4" name="Google Shape;13534;p65"/>
            <p:cNvSpPr/>
            <p:nvPr/>
          </p:nvSpPr>
          <p:spPr>
            <a:xfrm>
              <a:off x="6881420" y="3101971"/>
              <a:ext cx="58066" cy="146264"/>
            </a:xfrm>
            <a:custGeom>
              <a:avLst/>
              <a:gdLst/>
              <a:ahLst/>
              <a:cxnLst/>
              <a:rect l="l" t="t" r="r" b="b"/>
              <a:pathLst>
                <a:path w="2222" h="5597" extrusionOk="0">
                  <a:moveTo>
                    <a:pt x="1385" y="0"/>
                  </a:moveTo>
                  <a:cubicBezTo>
                    <a:pt x="943" y="1298"/>
                    <a:pt x="0" y="4424"/>
                    <a:pt x="548" y="5424"/>
                  </a:cubicBezTo>
                  <a:cubicBezTo>
                    <a:pt x="606" y="5529"/>
                    <a:pt x="722" y="5597"/>
                    <a:pt x="847" y="5597"/>
                  </a:cubicBezTo>
                  <a:lnTo>
                    <a:pt x="1837" y="5597"/>
                  </a:lnTo>
                  <a:cubicBezTo>
                    <a:pt x="1712" y="5597"/>
                    <a:pt x="1597" y="5529"/>
                    <a:pt x="1539" y="5424"/>
                  </a:cubicBezTo>
                  <a:cubicBezTo>
                    <a:pt x="991" y="4414"/>
                    <a:pt x="1837" y="1298"/>
                    <a:pt x="2222"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5" name="Google Shape;13535;p65"/>
            <p:cNvSpPr/>
            <p:nvPr/>
          </p:nvSpPr>
          <p:spPr>
            <a:xfrm>
              <a:off x="6599476" y="3085873"/>
              <a:ext cx="46516" cy="16124"/>
            </a:xfrm>
            <a:custGeom>
              <a:avLst/>
              <a:gdLst/>
              <a:ahLst/>
              <a:cxnLst/>
              <a:rect l="l" t="t" r="r" b="b"/>
              <a:pathLst>
                <a:path w="1780" h="617" extrusionOk="0">
                  <a:moveTo>
                    <a:pt x="0" y="1"/>
                  </a:moveTo>
                  <a:lnTo>
                    <a:pt x="0" y="414"/>
                  </a:lnTo>
                  <a:cubicBezTo>
                    <a:pt x="0" y="520"/>
                    <a:pt x="87" y="616"/>
                    <a:pt x="192" y="616"/>
                  </a:cubicBezTo>
                  <a:lnTo>
                    <a:pt x="1577" y="616"/>
                  </a:lnTo>
                  <a:cubicBezTo>
                    <a:pt x="1693" y="616"/>
                    <a:pt x="1779" y="520"/>
                    <a:pt x="1779" y="414"/>
                  </a:cubicBezTo>
                  <a:lnTo>
                    <a:pt x="1779" y="1"/>
                  </a:lnTo>
                  <a:cubicBezTo>
                    <a:pt x="1779" y="107"/>
                    <a:pt x="1693" y="203"/>
                    <a:pt x="1577" y="203"/>
                  </a:cubicBezTo>
                  <a:lnTo>
                    <a:pt x="192" y="203"/>
                  </a:lnTo>
                  <a:cubicBezTo>
                    <a:pt x="87" y="203"/>
                    <a:pt x="0" y="107"/>
                    <a:pt x="0"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6" name="Google Shape;13536;p65"/>
            <p:cNvSpPr/>
            <p:nvPr/>
          </p:nvSpPr>
          <p:spPr>
            <a:xfrm>
              <a:off x="6619834" y="3101971"/>
              <a:ext cx="58302" cy="146264"/>
            </a:xfrm>
            <a:custGeom>
              <a:avLst/>
              <a:gdLst/>
              <a:ahLst/>
              <a:cxnLst/>
              <a:rect l="l" t="t" r="r" b="b"/>
              <a:pathLst>
                <a:path w="2231" h="5597" extrusionOk="0">
                  <a:moveTo>
                    <a:pt x="0" y="0"/>
                  </a:moveTo>
                  <a:cubicBezTo>
                    <a:pt x="394" y="1298"/>
                    <a:pt x="1231" y="4424"/>
                    <a:pt x="683" y="5424"/>
                  </a:cubicBezTo>
                  <a:cubicBezTo>
                    <a:pt x="625" y="5529"/>
                    <a:pt x="510" y="5597"/>
                    <a:pt x="385" y="5597"/>
                  </a:cubicBezTo>
                  <a:lnTo>
                    <a:pt x="1375" y="5597"/>
                  </a:lnTo>
                  <a:cubicBezTo>
                    <a:pt x="1500" y="5597"/>
                    <a:pt x="1616" y="5529"/>
                    <a:pt x="1673" y="5424"/>
                  </a:cubicBezTo>
                  <a:cubicBezTo>
                    <a:pt x="2231" y="4414"/>
                    <a:pt x="1279" y="1298"/>
                    <a:pt x="846"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7" name="Google Shape;13537;p65"/>
            <p:cNvSpPr/>
            <p:nvPr/>
          </p:nvSpPr>
          <p:spPr>
            <a:xfrm>
              <a:off x="6604990" y="2918521"/>
              <a:ext cx="349313" cy="53807"/>
            </a:xfrm>
            <a:custGeom>
              <a:avLst/>
              <a:gdLst/>
              <a:ahLst/>
              <a:cxnLst/>
              <a:rect l="l" t="t" r="r" b="b"/>
              <a:pathLst>
                <a:path w="13367" h="2059" extrusionOk="0">
                  <a:moveTo>
                    <a:pt x="1" y="0"/>
                  </a:moveTo>
                  <a:cubicBezTo>
                    <a:pt x="1" y="933"/>
                    <a:pt x="3001" y="2058"/>
                    <a:pt x="6684" y="2058"/>
                  </a:cubicBezTo>
                  <a:cubicBezTo>
                    <a:pt x="10376" y="2058"/>
                    <a:pt x="13367" y="933"/>
                    <a:pt x="13367"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8" name="Google Shape;13538;p65"/>
            <p:cNvSpPr/>
            <p:nvPr/>
          </p:nvSpPr>
          <p:spPr>
            <a:xfrm>
              <a:off x="6717073" y="3195447"/>
              <a:ext cx="62849" cy="52788"/>
            </a:xfrm>
            <a:custGeom>
              <a:avLst/>
              <a:gdLst/>
              <a:ahLst/>
              <a:cxnLst/>
              <a:rect l="l" t="t" r="r" b="b"/>
              <a:pathLst>
                <a:path w="2405" h="2020" extrusionOk="0">
                  <a:moveTo>
                    <a:pt x="1758" y="0"/>
                  </a:moveTo>
                  <a:cubicBezTo>
                    <a:pt x="1752" y="0"/>
                    <a:pt x="1747" y="0"/>
                    <a:pt x="1741" y="0"/>
                  </a:cubicBezTo>
                  <a:lnTo>
                    <a:pt x="654" y="0"/>
                  </a:lnTo>
                  <a:cubicBezTo>
                    <a:pt x="289" y="0"/>
                    <a:pt x="0" y="289"/>
                    <a:pt x="0" y="654"/>
                  </a:cubicBezTo>
                  <a:lnTo>
                    <a:pt x="0" y="2020"/>
                  </a:lnTo>
                  <a:lnTo>
                    <a:pt x="2404" y="2020"/>
                  </a:lnTo>
                  <a:lnTo>
                    <a:pt x="2404" y="654"/>
                  </a:lnTo>
                  <a:cubicBezTo>
                    <a:pt x="2404" y="295"/>
                    <a:pt x="2116" y="0"/>
                    <a:pt x="1758"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9" name="Google Shape;13539;p65"/>
            <p:cNvSpPr/>
            <p:nvPr/>
          </p:nvSpPr>
          <p:spPr>
            <a:xfrm>
              <a:off x="6654250" y="3195447"/>
              <a:ext cx="62849" cy="52788"/>
            </a:xfrm>
            <a:custGeom>
              <a:avLst/>
              <a:gdLst/>
              <a:ahLst/>
              <a:cxnLst/>
              <a:rect l="l" t="t" r="r" b="b"/>
              <a:pathLst>
                <a:path w="2405" h="2020" extrusionOk="0">
                  <a:moveTo>
                    <a:pt x="1758" y="0"/>
                  </a:moveTo>
                  <a:cubicBezTo>
                    <a:pt x="1752" y="0"/>
                    <a:pt x="1747" y="0"/>
                    <a:pt x="1741" y="0"/>
                  </a:cubicBezTo>
                  <a:lnTo>
                    <a:pt x="654" y="0"/>
                  </a:lnTo>
                  <a:cubicBezTo>
                    <a:pt x="289" y="0"/>
                    <a:pt x="0" y="289"/>
                    <a:pt x="0" y="654"/>
                  </a:cubicBezTo>
                  <a:lnTo>
                    <a:pt x="0" y="2020"/>
                  </a:lnTo>
                  <a:lnTo>
                    <a:pt x="2404" y="2020"/>
                  </a:lnTo>
                  <a:lnTo>
                    <a:pt x="2404" y="654"/>
                  </a:lnTo>
                  <a:cubicBezTo>
                    <a:pt x="2404" y="295"/>
                    <a:pt x="2116" y="0"/>
                    <a:pt x="1758"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0" name="Google Shape;13540;p65"/>
            <p:cNvSpPr/>
            <p:nvPr/>
          </p:nvSpPr>
          <p:spPr>
            <a:xfrm>
              <a:off x="6669825" y="3195447"/>
              <a:ext cx="47274" cy="52552"/>
            </a:xfrm>
            <a:custGeom>
              <a:avLst/>
              <a:gdLst/>
              <a:ahLst/>
              <a:cxnLst/>
              <a:rect l="l" t="t" r="r" b="b"/>
              <a:pathLst>
                <a:path w="1809" h="2011" extrusionOk="0">
                  <a:moveTo>
                    <a:pt x="1" y="0"/>
                  </a:moveTo>
                  <a:cubicBezTo>
                    <a:pt x="337" y="29"/>
                    <a:pt x="606" y="318"/>
                    <a:pt x="606" y="654"/>
                  </a:cubicBezTo>
                  <a:lnTo>
                    <a:pt x="606" y="2010"/>
                  </a:lnTo>
                  <a:lnTo>
                    <a:pt x="1808" y="2010"/>
                  </a:lnTo>
                  <a:lnTo>
                    <a:pt x="1808" y="654"/>
                  </a:lnTo>
                  <a:cubicBezTo>
                    <a:pt x="1808" y="289"/>
                    <a:pt x="1510" y="0"/>
                    <a:pt x="1145"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1" name="Google Shape;13541;p65"/>
            <p:cNvSpPr/>
            <p:nvPr/>
          </p:nvSpPr>
          <p:spPr>
            <a:xfrm>
              <a:off x="6732648" y="3195447"/>
              <a:ext cx="47274" cy="52552"/>
            </a:xfrm>
            <a:custGeom>
              <a:avLst/>
              <a:gdLst/>
              <a:ahLst/>
              <a:cxnLst/>
              <a:rect l="l" t="t" r="r" b="b"/>
              <a:pathLst>
                <a:path w="1809" h="2011" extrusionOk="0">
                  <a:moveTo>
                    <a:pt x="1" y="0"/>
                  </a:moveTo>
                  <a:cubicBezTo>
                    <a:pt x="337" y="29"/>
                    <a:pt x="606" y="318"/>
                    <a:pt x="606" y="654"/>
                  </a:cubicBezTo>
                  <a:lnTo>
                    <a:pt x="606" y="2010"/>
                  </a:lnTo>
                  <a:lnTo>
                    <a:pt x="1808" y="2010"/>
                  </a:lnTo>
                  <a:lnTo>
                    <a:pt x="1808" y="654"/>
                  </a:lnTo>
                  <a:cubicBezTo>
                    <a:pt x="1808" y="289"/>
                    <a:pt x="1510" y="0"/>
                    <a:pt x="1145"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2" name="Google Shape;13542;p65"/>
            <p:cNvSpPr/>
            <p:nvPr/>
          </p:nvSpPr>
          <p:spPr>
            <a:xfrm>
              <a:off x="6779634" y="3195447"/>
              <a:ext cx="62849" cy="52788"/>
            </a:xfrm>
            <a:custGeom>
              <a:avLst/>
              <a:gdLst/>
              <a:ahLst/>
              <a:cxnLst/>
              <a:rect l="l" t="t" r="r" b="b"/>
              <a:pathLst>
                <a:path w="2405" h="2020" extrusionOk="0">
                  <a:moveTo>
                    <a:pt x="1759" y="0"/>
                  </a:moveTo>
                  <a:cubicBezTo>
                    <a:pt x="1753" y="0"/>
                    <a:pt x="1747" y="0"/>
                    <a:pt x="1741" y="0"/>
                  </a:cubicBezTo>
                  <a:lnTo>
                    <a:pt x="655" y="0"/>
                  </a:lnTo>
                  <a:cubicBezTo>
                    <a:pt x="289" y="0"/>
                    <a:pt x="1" y="289"/>
                    <a:pt x="1" y="654"/>
                  </a:cubicBezTo>
                  <a:lnTo>
                    <a:pt x="1" y="2020"/>
                  </a:lnTo>
                  <a:lnTo>
                    <a:pt x="2405" y="2020"/>
                  </a:lnTo>
                  <a:lnTo>
                    <a:pt x="2405" y="654"/>
                  </a:lnTo>
                  <a:cubicBezTo>
                    <a:pt x="2405" y="295"/>
                    <a:pt x="2116" y="0"/>
                    <a:pt x="1759"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3" name="Google Shape;13543;p65"/>
            <p:cNvSpPr/>
            <p:nvPr/>
          </p:nvSpPr>
          <p:spPr>
            <a:xfrm>
              <a:off x="6842221" y="3195447"/>
              <a:ext cx="62849" cy="52788"/>
            </a:xfrm>
            <a:custGeom>
              <a:avLst/>
              <a:gdLst/>
              <a:ahLst/>
              <a:cxnLst/>
              <a:rect l="l" t="t" r="r" b="b"/>
              <a:pathLst>
                <a:path w="2405" h="2020" extrusionOk="0">
                  <a:moveTo>
                    <a:pt x="1758" y="0"/>
                  </a:moveTo>
                  <a:cubicBezTo>
                    <a:pt x="1752" y="0"/>
                    <a:pt x="1746" y="0"/>
                    <a:pt x="1741" y="0"/>
                  </a:cubicBezTo>
                  <a:lnTo>
                    <a:pt x="664" y="0"/>
                  </a:lnTo>
                  <a:cubicBezTo>
                    <a:pt x="298" y="0"/>
                    <a:pt x="0" y="289"/>
                    <a:pt x="0" y="654"/>
                  </a:cubicBezTo>
                  <a:lnTo>
                    <a:pt x="0" y="2020"/>
                  </a:lnTo>
                  <a:lnTo>
                    <a:pt x="2404" y="2020"/>
                  </a:lnTo>
                  <a:lnTo>
                    <a:pt x="2404" y="654"/>
                  </a:lnTo>
                  <a:cubicBezTo>
                    <a:pt x="2404" y="295"/>
                    <a:pt x="2115" y="0"/>
                    <a:pt x="1758" y="0"/>
                  </a:cubicBezTo>
                  <a:close/>
                </a:path>
              </a:pathLst>
            </a:custGeom>
            <a:solidFill>
              <a:srgbClr val="4C65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4" name="Google Shape;13544;p65"/>
            <p:cNvSpPr/>
            <p:nvPr/>
          </p:nvSpPr>
          <p:spPr>
            <a:xfrm>
              <a:off x="6795235" y="3195447"/>
              <a:ext cx="47248" cy="52552"/>
            </a:xfrm>
            <a:custGeom>
              <a:avLst/>
              <a:gdLst/>
              <a:ahLst/>
              <a:cxnLst/>
              <a:rect l="l" t="t" r="r" b="b"/>
              <a:pathLst>
                <a:path w="1808" h="2011" extrusionOk="0">
                  <a:moveTo>
                    <a:pt x="0" y="0"/>
                  </a:moveTo>
                  <a:cubicBezTo>
                    <a:pt x="337" y="29"/>
                    <a:pt x="606" y="318"/>
                    <a:pt x="606" y="654"/>
                  </a:cubicBezTo>
                  <a:lnTo>
                    <a:pt x="606" y="2010"/>
                  </a:lnTo>
                  <a:lnTo>
                    <a:pt x="1808" y="2010"/>
                  </a:lnTo>
                  <a:lnTo>
                    <a:pt x="1808" y="654"/>
                  </a:lnTo>
                  <a:cubicBezTo>
                    <a:pt x="1808" y="289"/>
                    <a:pt x="1510" y="0"/>
                    <a:pt x="1144"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5" name="Google Shape;13545;p65"/>
            <p:cNvSpPr/>
            <p:nvPr/>
          </p:nvSpPr>
          <p:spPr>
            <a:xfrm>
              <a:off x="6858057" y="3195447"/>
              <a:ext cx="47012" cy="52552"/>
            </a:xfrm>
            <a:custGeom>
              <a:avLst/>
              <a:gdLst/>
              <a:ahLst/>
              <a:cxnLst/>
              <a:rect l="l" t="t" r="r" b="b"/>
              <a:pathLst>
                <a:path w="1799" h="2011" extrusionOk="0">
                  <a:moveTo>
                    <a:pt x="0" y="0"/>
                  </a:moveTo>
                  <a:cubicBezTo>
                    <a:pt x="337" y="29"/>
                    <a:pt x="596" y="318"/>
                    <a:pt x="596" y="654"/>
                  </a:cubicBezTo>
                  <a:lnTo>
                    <a:pt x="596" y="2010"/>
                  </a:lnTo>
                  <a:lnTo>
                    <a:pt x="1798" y="2010"/>
                  </a:lnTo>
                  <a:lnTo>
                    <a:pt x="1798" y="654"/>
                  </a:lnTo>
                  <a:cubicBezTo>
                    <a:pt x="1798" y="289"/>
                    <a:pt x="1500" y="0"/>
                    <a:pt x="1135" y="0"/>
                  </a:cubicBezTo>
                  <a:close/>
                </a:path>
              </a:pathLst>
            </a:custGeom>
            <a:solidFill>
              <a:srgbClr val="47607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46" name="Google Shape;13546;p65"/>
          <p:cNvGrpSpPr/>
          <p:nvPr/>
        </p:nvGrpSpPr>
        <p:grpSpPr>
          <a:xfrm>
            <a:off x="5289037" y="2296886"/>
            <a:ext cx="360628" cy="247292"/>
            <a:chOff x="5290499" y="2481533"/>
            <a:chExt cx="360628" cy="247292"/>
          </a:xfrm>
        </p:grpSpPr>
        <p:sp>
          <p:nvSpPr>
            <p:cNvPr id="13547" name="Google Shape;13547;p65"/>
            <p:cNvSpPr/>
            <p:nvPr/>
          </p:nvSpPr>
          <p:spPr>
            <a:xfrm>
              <a:off x="5540013" y="2624008"/>
              <a:ext cx="76673" cy="48763"/>
            </a:xfrm>
            <a:custGeom>
              <a:avLst/>
              <a:gdLst/>
              <a:ahLst/>
              <a:cxnLst/>
              <a:rect l="l" t="t" r="r" b="b"/>
              <a:pathLst>
                <a:path w="2934" h="1866" extrusionOk="0">
                  <a:moveTo>
                    <a:pt x="1" y="0"/>
                  </a:moveTo>
                  <a:lnTo>
                    <a:pt x="1" y="1866"/>
                  </a:lnTo>
                  <a:lnTo>
                    <a:pt x="2934" y="1866"/>
                  </a:lnTo>
                  <a:lnTo>
                    <a:pt x="2934" y="0"/>
                  </a:ln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8" name="Google Shape;13548;p65"/>
            <p:cNvSpPr/>
            <p:nvPr/>
          </p:nvSpPr>
          <p:spPr>
            <a:xfrm>
              <a:off x="5540013" y="2648389"/>
              <a:ext cx="76673" cy="24382"/>
            </a:xfrm>
            <a:custGeom>
              <a:avLst/>
              <a:gdLst/>
              <a:ahLst/>
              <a:cxnLst/>
              <a:rect l="l" t="t" r="r" b="b"/>
              <a:pathLst>
                <a:path w="2934" h="933" extrusionOk="0">
                  <a:moveTo>
                    <a:pt x="1" y="0"/>
                  </a:moveTo>
                  <a:lnTo>
                    <a:pt x="1" y="933"/>
                  </a:lnTo>
                  <a:lnTo>
                    <a:pt x="2934" y="933"/>
                  </a:lnTo>
                  <a:lnTo>
                    <a:pt x="2934" y="0"/>
                  </a:ln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9" name="Google Shape;13549;p65"/>
            <p:cNvSpPr/>
            <p:nvPr/>
          </p:nvSpPr>
          <p:spPr>
            <a:xfrm>
              <a:off x="5597582" y="2591290"/>
              <a:ext cx="53545" cy="114121"/>
            </a:xfrm>
            <a:custGeom>
              <a:avLst/>
              <a:gdLst/>
              <a:ahLst/>
              <a:cxnLst/>
              <a:rect l="l" t="t" r="r" b="b"/>
              <a:pathLst>
                <a:path w="2049" h="4367" extrusionOk="0">
                  <a:moveTo>
                    <a:pt x="1827" y="1"/>
                  </a:moveTo>
                  <a:cubicBezTo>
                    <a:pt x="1805" y="1"/>
                    <a:pt x="1782" y="4"/>
                    <a:pt x="1760" y="12"/>
                  </a:cubicBezTo>
                  <a:lnTo>
                    <a:pt x="164" y="445"/>
                  </a:lnTo>
                  <a:cubicBezTo>
                    <a:pt x="67" y="474"/>
                    <a:pt x="0" y="560"/>
                    <a:pt x="0" y="666"/>
                  </a:cubicBezTo>
                  <a:lnTo>
                    <a:pt x="0" y="3705"/>
                  </a:lnTo>
                  <a:cubicBezTo>
                    <a:pt x="0" y="3801"/>
                    <a:pt x="67" y="3887"/>
                    <a:pt x="164" y="3916"/>
                  </a:cubicBezTo>
                  <a:lnTo>
                    <a:pt x="1760" y="4358"/>
                  </a:lnTo>
                  <a:cubicBezTo>
                    <a:pt x="1780" y="4364"/>
                    <a:pt x="1800" y="4366"/>
                    <a:pt x="1819" y="4366"/>
                  </a:cubicBezTo>
                  <a:cubicBezTo>
                    <a:pt x="1939" y="4366"/>
                    <a:pt x="2040" y="4270"/>
                    <a:pt x="2048" y="4137"/>
                  </a:cubicBezTo>
                  <a:lnTo>
                    <a:pt x="2048" y="224"/>
                  </a:lnTo>
                  <a:cubicBezTo>
                    <a:pt x="2048" y="102"/>
                    <a:pt x="1946" y="1"/>
                    <a:pt x="182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0" name="Google Shape;13550;p65"/>
            <p:cNvSpPr/>
            <p:nvPr/>
          </p:nvSpPr>
          <p:spPr>
            <a:xfrm>
              <a:off x="5317886" y="2567980"/>
              <a:ext cx="246037" cy="160584"/>
            </a:xfrm>
            <a:custGeom>
              <a:avLst/>
              <a:gdLst/>
              <a:ahLst/>
              <a:cxnLst/>
              <a:rect l="l" t="t" r="r" b="b"/>
              <a:pathLst>
                <a:path w="9415" h="6145" extrusionOk="0">
                  <a:moveTo>
                    <a:pt x="318" y="0"/>
                  </a:moveTo>
                  <a:cubicBezTo>
                    <a:pt x="145" y="0"/>
                    <a:pt x="0" y="144"/>
                    <a:pt x="0" y="317"/>
                  </a:cubicBezTo>
                  <a:lnTo>
                    <a:pt x="0" y="5827"/>
                  </a:lnTo>
                  <a:cubicBezTo>
                    <a:pt x="0" y="6001"/>
                    <a:pt x="145" y="6145"/>
                    <a:pt x="318" y="6145"/>
                  </a:cubicBezTo>
                  <a:lnTo>
                    <a:pt x="9097" y="6145"/>
                  </a:lnTo>
                  <a:cubicBezTo>
                    <a:pt x="9270" y="6145"/>
                    <a:pt x="9414" y="6001"/>
                    <a:pt x="9414" y="5827"/>
                  </a:cubicBezTo>
                  <a:lnTo>
                    <a:pt x="9414" y="317"/>
                  </a:lnTo>
                  <a:cubicBezTo>
                    <a:pt x="9414" y="144"/>
                    <a:pt x="9270" y="0"/>
                    <a:pt x="9097"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1" name="Google Shape;13551;p65"/>
            <p:cNvSpPr/>
            <p:nvPr/>
          </p:nvSpPr>
          <p:spPr>
            <a:xfrm>
              <a:off x="5317886" y="2567980"/>
              <a:ext cx="246037" cy="160846"/>
            </a:xfrm>
            <a:custGeom>
              <a:avLst/>
              <a:gdLst/>
              <a:ahLst/>
              <a:cxnLst/>
              <a:rect l="l" t="t" r="r" b="b"/>
              <a:pathLst>
                <a:path w="9415" h="6155" extrusionOk="0">
                  <a:moveTo>
                    <a:pt x="7645" y="0"/>
                  </a:moveTo>
                  <a:cubicBezTo>
                    <a:pt x="7818" y="0"/>
                    <a:pt x="7962" y="144"/>
                    <a:pt x="7962" y="317"/>
                  </a:cubicBezTo>
                  <a:lnTo>
                    <a:pt x="7962" y="5308"/>
                  </a:lnTo>
                  <a:cubicBezTo>
                    <a:pt x="7962" y="5539"/>
                    <a:pt x="7770" y="5731"/>
                    <a:pt x="7530" y="5731"/>
                  </a:cubicBezTo>
                  <a:lnTo>
                    <a:pt x="308" y="5731"/>
                  </a:lnTo>
                  <a:cubicBezTo>
                    <a:pt x="154" y="5731"/>
                    <a:pt x="29" y="5625"/>
                    <a:pt x="0" y="5472"/>
                  </a:cubicBezTo>
                  <a:lnTo>
                    <a:pt x="0" y="5837"/>
                  </a:lnTo>
                  <a:cubicBezTo>
                    <a:pt x="0" y="6010"/>
                    <a:pt x="145" y="6154"/>
                    <a:pt x="318" y="6154"/>
                  </a:cubicBezTo>
                  <a:lnTo>
                    <a:pt x="9088" y="6154"/>
                  </a:lnTo>
                  <a:cubicBezTo>
                    <a:pt x="9270" y="6154"/>
                    <a:pt x="9405" y="6010"/>
                    <a:pt x="9405" y="5837"/>
                  </a:cubicBezTo>
                  <a:lnTo>
                    <a:pt x="9405" y="317"/>
                  </a:lnTo>
                  <a:cubicBezTo>
                    <a:pt x="9405" y="308"/>
                    <a:pt x="9414" y="298"/>
                    <a:pt x="9414" y="289"/>
                  </a:cubicBezTo>
                  <a:cubicBezTo>
                    <a:pt x="9395" y="125"/>
                    <a:pt x="9261" y="0"/>
                    <a:pt x="9097" y="0"/>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2" name="Google Shape;13552;p65"/>
            <p:cNvSpPr/>
            <p:nvPr/>
          </p:nvSpPr>
          <p:spPr>
            <a:xfrm>
              <a:off x="5290499" y="2481533"/>
              <a:ext cx="146760" cy="147021"/>
            </a:xfrm>
            <a:custGeom>
              <a:avLst/>
              <a:gdLst/>
              <a:ahLst/>
              <a:cxnLst/>
              <a:rect l="l" t="t" r="r" b="b"/>
              <a:pathLst>
                <a:path w="5616" h="5626" extrusionOk="0">
                  <a:moveTo>
                    <a:pt x="2808" y="0"/>
                  </a:moveTo>
                  <a:cubicBezTo>
                    <a:pt x="1250" y="0"/>
                    <a:pt x="0" y="1260"/>
                    <a:pt x="0" y="2818"/>
                  </a:cubicBezTo>
                  <a:cubicBezTo>
                    <a:pt x="0" y="4366"/>
                    <a:pt x="1250" y="5626"/>
                    <a:pt x="2808" y="5626"/>
                  </a:cubicBezTo>
                  <a:cubicBezTo>
                    <a:pt x="4356" y="5626"/>
                    <a:pt x="5616" y="4366"/>
                    <a:pt x="5616" y="2818"/>
                  </a:cubicBezTo>
                  <a:cubicBezTo>
                    <a:pt x="5616" y="1260"/>
                    <a:pt x="4356" y="0"/>
                    <a:pt x="2808"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3" name="Google Shape;13553;p65"/>
            <p:cNvSpPr/>
            <p:nvPr/>
          </p:nvSpPr>
          <p:spPr>
            <a:xfrm>
              <a:off x="5311850" y="2503145"/>
              <a:ext cx="132701" cy="125279"/>
            </a:xfrm>
            <a:custGeom>
              <a:avLst/>
              <a:gdLst/>
              <a:ahLst/>
              <a:cxnLst/>
              <a:rect l="l" t="t" r="r" b="b"/>
              <a:pathLst>
                <a:path w="5078" h="4794" extrusionOk="0">
                  <a:moveTo>
                    <a:pt x="3982" y="0"/>
                  </a:moveTo>
                  <a:lnTo>
                    <a:pt x="1" y="3972"/>
                  </a:lnTo>
                  <a:cubicBezTo>
                    <a:pt x="549" y="4520"/>
                    <a:pt x="1268" y="4794"/>
                    <a:pt x="1986" y="4794"/>
                  </a:cubicBezTo>
                  <a:cubicBezTo>
                    <a:pt x="2705" y="4794"/>
                    <a:pt x="3424" y="4520"/>
                    <a:pt x="3972" y="3972"/>
                  </a:cubicBezTo>
                  <a:cubicBezTo>
                    <a:pt x="5078" y="2875"/>
                    <a:pt x="5078" y="1096"/>
                    <a:pt x="3982" y="0"/>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4" name="Google Shape;13554;p65"/>
            <p:cNvSpPr/>
            <p:nvPr/>
          </p:nvSpPr>
          <p:spPr>
            <a:xfrm>
              <a:off x="5476693" y="2650401"/>
              <a:ext cx="53807" cy="53781"/>
            </a:xfrm>
            <a:custGeom>
              <a:avLst/>
              <a:gdLst/>
              <a:ahLst/>
              <a:cxnLst/>
              <a:rect l="l" t="t" r="r" b="b"/>
              <a:pathLst>
                <a:path w="2059" h="2058" extrusionOk="0">
                  <a:moveTo>
                    <a:pt x="97" y="0"/>
                  </a:moveTo>
                  <a:cubicBezTo>
                    <a:pt x="39" y="0"/>
                    <a:pt x="1" y="39"/>
                    <a:pt x="1" y="96"/>
                  </a:cubicBezTo>
                  <a:lnTo>
                    <a:pt x="1" y="1962"/>
                  </a:lnTo>
                  <a:cubicBezTo>
                    <a:pt x="1" y="2010"/>
                    <a:pt x="39" y="2058"/>
                    <a:pt x="97" y="2058"/>
                  </a:cubicBezTo>
                  <a:lnTo>
                    <a:pt x="1962" y="2058"/>
                  </a:lnTo>
                  <a:cubicBezTo>
                    <a:pt x="2010" y="2058"/>
                    <a:pt x="2059" y="2010"/>
                    <a:pt x="2059" y="1962"/>
                  </a:cubicBezTo>
                  <a:lnTo>
                    <a:pt x="2059" y="96"/>
                  </a:lnTo>
                  <a:cubicBezTo>
                    <a:pt x="2059" y="39"/>
                    <a:pt x="2010" y="0"/>
                    <a:pt x="1962" y="0"/>
                  </a:cubicBez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5" name="Google Shape;13555;p65"/>
            <p:cNvSpPr/>
            <p:nvPr/>
          </p:nvSpPr>
          <p:spPr>
            <a:xfrm>
              <a:off x="5330953" y="2530401"/>
              <a:ext cx="57570" cy="49155"/>
            </a:xfrm>
            <a:custGeom>
              <a:avLst/>
              <a:gdLst/>
              <a:ahLst/>
              <a:cxnLst/>
              <a:rect l="l" t="t" r="r" b="b"/>
              <a:pathLst>
                <a:path w="2203" h="1881" extrusionOk="0">
                  <a:moveTo>
                    <a:pt x="1251" y="0"/>
                  </a:moveTo>
                  <a:cubicBezTo>
                    <a:pt x="1020" y="0"/>
                    <a:pt x="786" y="85"/>
                    <a:pt x="597" y="275"/>
                  </a:cubicBezTo>
                  <a:cubicBezTo>
                    <a:pt x="0" y="871"/>
                    <a:pt x="424" y="1880"/>
                    <a:pt x="1260" y="1880"/>
                  </a:cubicBezTo>
                  <a:cubicBezTo>
                    <a:pt x="1779" y="1880"/>
                    <a:pt x="2202" y="1467"/>
                    <a:pt x="2202" y="948"/>
                  </a:cubicBezTo>
                  <a:cubicBezTo>
                    <a:pt x="2202" y="375"/>
                    <a:pt x="1735" y="0"/>
                    <a:pt x="1251"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6" name="Google Shape;13556;p65"/>
            <p:cNvSpPr/>
            <p:nvPr/>
          </p:nvSpPr>
          <p:spPr>
            <a:xfrm>
              <a:off x="5456598" y="2498624"/>
              <a:ext cx="112866" cy="112840"/>
            </a:xfrm>
            <a:custGeom>
              <a:avLst/>
              <a:gdLst/>
              <a:ahLst/>
              <a:cxnLst/>
              <a:rect l="l" t="t" r="r" b="b"/>
              <a:pathLst>
                <a:path w="4319" h="4318" extrusionOk="0">
                  <a:moveTo>
                    <a:pt x="2164" y="0"/>
                  </a:moveTo>
                  <a:cubicBezTo>
                    <a:pt x="972" y="0"/>
                    <a:pt x="0" y="971"/>
                    <a:pt x="0" y="2164"/>
                  </a:cubicBezTo>
                  <a:cubicBezTo>
                    <a:pt x="0" y="3356"/>
                    <a:pt x="972" y="4318"/>
                    <a:pt x="2164" y="4318"/>
                  </a:cubicBezTo>
                  <a:cubicBezTo>
                    <a:pt x="3356" y="4318"/>
                    <a:pt x="4318" y="3356"/>
                    <a:pt x="4318" y="2164"/>
                  </a:cubicBezTo>
                  <a:cubicBezTo>
                    <a:pt x="4318" y="971"/>
                    <a:pt x="3356" y="0"/>
                    <a:pt x="2164"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7" name="Google Shape;13557;p65"/>
            <p:cNvSpPr/>
            <p:nvPr/>
          </p:nvSpPr>
          <p:spPr>
            <a:xfrm>
              <a:off x="5473427" y="2515192"/>
              <a:ext cx="101551" cy="96272"/>
            </a:xfrm>
            <a:custGeom>
              <a:avLst/>
              <a:gdLst/>
              <a:ahLst/>
              <a:cxnLst/>
              <a:rect l="l" t="t" r="r" b="b"/>
              <a:pathLst>
                <a:path w="3886" h="3684" extrusionOk="0">
                  <a:moveTo>
                    <a:pt x="3049" y="1"/>
                  </a:moveTo>
                  <a:lnTo>
                    <a:pt x="1" y="3049"/>
                  </a:lnTo>
                  <a:cubicBezTo>
                    <a:pt x="419" y="3472"/>
                    <a:pt x="970" y="3684"/>
                    <a:pt x="1521" y="3684"/>
                  </a:cubicBezTo>
                  <a:cubicBezTo>
                    <a:pt x="2073" y="3684"/>
                    <a:pt x="2626" y="3472"/>
                    <a:pt x="3049" y="3049"/>
                  </a:cubicBezTo>
                  <a:cubicBezTo>
                    <a:pt x="3886" y="2203"/>
                    <a:pt x="3886" y="847"/>
                    <a:pt x="3049" y="1"/>
                  </a:cubicBezTo>
                  <a:close/>
                </a:path>
              </a:pathLst>
            </a:custGeom>
            <a:solidFill>
              <a:srgbClr val="27415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8" name="Google Shape;13558;p65"/>
            <p:cNvSpPr/>
            <p:nvPr/>
          </p:nvSpPr>
          <p:spPr>
            <a:xfrm>
              <a:off x="5493026" y="2539992"/>
              <a:ext cx="35200" cy="30261"/>
            </a:xfrm>
            <a:custGeom>
              <a:avLst/>
              <a:gdLst/>
              <a:ahLst/>
              <a:cxnLst/>
              <a:rect l="l" t="t" r="r" b="b"/>
              <a:pathLst>
                <a:path w="1347" h="1158" extrusionOk="0">
                  <a:moveTo>
                    <a:pt x="761" y="1"/>
                  </a:moveTo>
                  <a:cubicBezTo>
                    <a:pt x="619" y="1"/>
                    <a:pt x="474" y="52"/>
                    <a:pt x="357" y="167"/>
                  </a:cubicBezTo>
                  <a:cubicBezTo>
                    <a:pt x="1" y="533"/>
                    <a:pt x="251" y="1158"/>
                    <a:pt x="770" y="1158"/>
                  </a:cubicBezTo>
                  <a:cubicBezTo>
                    <a:pt x="1087" y="1148"/>
                    <a:pt x="1347" y="898"/>
                    <a:pt x="1347" y="581"/>
                  </a:cubicBezTo>
                  <a:cubicBezTo>
                    <a:pt x="1347" y="229"/>
                    <a:pt x="1060" y="1"/>
                    <a:pt x="761"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59" name="Google Shape;13559;p65"/>
            <p:cNvSpPr/>
            <p:nvPr/>
          </p:nvSpPr>
          <p:spPr>
            <a:xfrm>
              <a:off x="5384890" y="2509782"/>
              <a:ext cx="26603" cy="22160"/>
            </a:xfrm>
            <a:custGeom>
              <a:avLst/>
              <a:gdLst/>
              <a:ahLst/>
              <a:cxnLst/>
              <a:rect l="l" t="t" r="r" b="b"/>
              <a:pathLst>
                <a:path w="1018" h="848" extrusionOk="0">
                  <a:moveTo>
                    <a:pt x="718" y="0"/>
                  </a:moveTo>
                  <a:cubicBezTo>
                    <a:pt x="669" y="0"/>
                    <a:pt x="618" y="19"/>
                    <a:pt x="571" y="63"/>
                  </a:cubicBezTo>
                  <a:lnTo>
                    <a:pt x="148" y="487"/>
                  </a:lnTo>
                  <a:cubicBezTo>
                    <a:pt x="0" y="642"/>
                    <a:pt x="136" y="848"/>
                    <a:pt x="299" y="848"/>
                  </a:cubicBezTo>
                  <a:cubicBezTo>
                    <a:pt x="348" y="848"/>
                    <a:pt x="399" y="829"/>
                    <a:pt x="446" y="785"/>
                  </a:cubicBezTo>
                  <a:lnTo>
                    <a:pt x="869" y="362"/>
                  </a:lnTo>
                  <a:cubicBezTo>
                    <a:pt x="1017" y="206"/>
                    <a:pt x="881" y="0"/>
                    <a:pt x="71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0" name="Google Shape;13560;p65"/>
            <p:cNvSpPr/>
            <p:nvPr/>
          </p:nvSpPr>
          <p:spPr>
            <a:xfrm>
              <a:off x="5316109" y="2578276"/>
              <a:ext cx="26760" cy="22134"/>
            </a:xfrm>
            <a:custGeom>
              <a:avLst/>
              <a:gdLst/>
              <a:ahLst/>
              <a:cxnLst/>
              <a:rect l="l" t="t" r="r" b="b"/>
              <a:pathLst>
                <a:path w="1024" h="847" extrusionOk="0">
                  <a:moveTo>
                    <a:pt x="724" y="0"/>
                  </a:moveTo>
                  <a:cubicBezTo>
                    <a:pt x="675" y="0"/>
                    <a:pt x="623" y="20"/>
                    <a:pt x="578" y="68"/>
                  </a:cubicBezTo>
                  <a:lnTo>
                    <a:pt x="155" y="491"/>
                  </a:lnTo>
                  <a:cubicBezTo>
                    <a:pt x="1" y="638"/>
                    <a:pt x="138" y="847"/>
                    <a:pt x="302" y="847"/>
                  </a:cubicBezTo>
                  <a:cubicBezTo>
                    <a:pt x="353" y="847"/>
                    <a:pt x="405" y="827"/>
                    <a:pt x="453" y="779"/>
                  </a:cubicBezTo>
                  <a:lnTo>
                    <a:pt x="876" y="356"/>
                  </a:lnTo>
                  <a:cubicBezTo>
                    <a:pt x="1023" y="209"/>
                    <a:pt x="884" y="0"/>
                    <a:pt x="72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1" name="Google Shape;13561;p65"/>
            <p:cNvSpPr/>
            <p:nvPr/>
          </p:nvSpPr>
          <p:spPr>
            <a:xfrm>
              <a:off x="5384916" y="2578276"/>
              <a:ext cx="26551" cy="22134"/>
            </a:xfrm>
            <a:custGeom>
              <a:avLst/>
              <a:gdLst/>
              <a:ahLst/>
              <a:cxnLst/>
              <a:rect l="l" t="t" r="r" b="b"/>
              <a:pathLst>
                <a:path w="1016" h="847" extrusionOk="0">
                  <a:moveTo>
                    <a:pt x="296" y="0"/>
                  </a:moveTo>
                  <a:cubicBezTo>
                    <a:pt x="134" y="0"/>
                    <a:pt x="0" y="209"/>
                    <a:pt x="147" y="356"/>
                  </a:cubicBezTo>
                  <a:lnTo>
                    <a:pt x="570" y="779"/>
                  </a:lnTo>
                  <a:cubicBezTo>
                    <a:pt x="618" y="827"/>
                    <a:pt x="670" y="847"/>
                    <a:pt x="720" y="847"/>
                  </a:cubicBezTo>
                  <a:cubicBezTo>
                    <a:pt x="881" y="847"/>
                    <a:pt x="1015" y="638"/>
                    <a:pt x="868" y="491"/>
                  </a:cubicBezTo>
                  <a:lnTo>
                    <a:pt x="445" y="68"/>
                  </a:lnTo>
                  <a:cubicBezTo>
                    <a:pt x="398" y="20"/>
                    <a:pt x="345" y="0"/>
                    <a:pt x="29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2" name="Google Shape;13562;p65"/>
            <p:cNvSpPr/>
            <p:nvPr/>
          </p:nvSpPr>
          <p:spPr>
            <a:xfrm>
              <a:off x="5316083" y="2509782"/>
              <a:ext cx="26786" cy="22160"/>
            </a:xfrm>
            <a:custGeom>
              <a:avLst/>
              <a:gdLst/>
              <a:ahLst/>
              <a:cxnLst/>
              <a:rect l="l" t="t" r="r" b="b"/>
              <a:pathLst>
                <a:path w="1025" h="848" extrusionOk="0">
                  <a:moveTo>
                    <a:pt x="306" y="0"/>
                  </a:moveTo>
                  <a:cubicBezTo>
                    <a:pt x="141" y="0"/>
                    <a:pt x="1" y="206"/>
                    <a:pt x="156" y="362"/>
                  </a:cubicBezTo>
                  <a:lnTo>
                    <a:pt x="579" y="785"/>
                  </a:lnTo>
                  <a:cubicBezTo>
                    <a:pt x="624" y="829"/>
                    <a:pt x="674" y="848"/>
                    <a:pt x="722" y="848"/>
                  </a:cubicBezTo>
                  <a:cubicBezTo>
                    <a:pt x="883" y="848"/>
                    <a:pt x="1025" y="642"/>
                    <a:pt x="877" y="487"/>
                  </a:cubicBezTo>
                  <a:lnTo>
                    <a:pt x="454" y="63"/>
                  </a:lnTo>
                  <a:cubicBezTo>
                    <a:pt x="407" y="19"/>
                    <a:pt x="355" y="0"/>
                    <a:pt x="30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3" name="Google Shape;13563;p65"/>
            <p:cNvSpPr/>
            <p:nvPr/>
          </p:nvSpPr>
          <p:spPr>
            <a:xfrm>
              <a:off x="5528802" y="2520340"/>
              <a:ext cx="21324" cy="17012"/>
            </a:xfrm>
            <a:custGeom>
              <a:avLst/>
              <a:gdLst/>
              <a:ahLst/>
              <a:cxnLst/>
              <a:rect l="l" t="t" r="r" b="b"/>
              <a:pathLst>
                <a:path w="816" h="651" extrusionOk="0">
                  <a:moveTo>
                    <a:pt x="515" y="0"/>
                  </a:moveTo>
                  <a:cubicBezTo>
                    <a:pt x="467" y="0"/>
                    <a:pt x="417" y="19"/>
                    <a:pt x="372" y="63"/>
                  </a:cubicBezTo>
                  <a:lnTo>
                    <a:pt x="141" y="294"/>
                  </a:lnTo>
                  <a:cubicBezTo>
                    <a:pt x="0" y="417"/>
                    <a:pt x="90" y="650"/>
                    <a:pt x="275" y="650"/>
                  </a:cubicBezTo>
                  <a:cubicBezTo>
                    <a:pt x="278" y="650"/>
                    <a:pt x="282" y="650"/>
                    <a:pt x="286" y="650"/>
                  </a:cubicBezTo>
                  <a:cubicBezTo>
                    <a:pt x="343" y="650"/>
                    <a:pt x="392" y="631"/>
                    <a:pt x="440" y="592"/>
                  </a:cubicBezTo>
                  <a:lnTo>
                    <a:pt x="661" y="361"/>
                  </a:lnTo>
                  <a:cubicBezTo>
                    <a:pt x="816" y="206"/>
                    <a:pt x="676" y="0"/>
                    <a:pt x="51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4" name="Google Shape;13564;p65"/>
            <p:cNvSpPr/>
            <p:nvPr/>
          </p:nvSpPr>
          <p:spPr>
            <a:xfrm>
              <a:off x="5476119" y="2572736"/>
              <a:ext cx="21533" cy="17117"/>
            </a:xfrm>
            <a:custGeom>
              <a:avLst/>
              <a:gdLst/>
              <a:ahLst/>
              <a:cxnLst/>
              <a:rect l="l" t="t" r="r" b="b"/>
              <a:pathLst>
                <a:path w="824" h="655" extrusionOk="0">
                  <a:moveTo>
                    <a:pt x="524" y="1"/>
                  </a:moveTo>
                  <a:cubicBezTo>
                    <a:pt x="475" y="1"/>
                    <a:pt x="424" y="21"/>
                    <a:pt x="379" y="68"/>
                  </a:cubicBezTo>
                  <a:lnTo>
                    <a:pt x="148" y="299"/>
                  </a:lnTo>
                  <a:cubicBezTo>
                    <a:pt x="1" y="446"/>
                    <a:pt x="135" y="655"/>
                    <a:pt x="296" y="655"/>
                  </a:cubicBezTo>
                  <a:cubicBezTo>
                    <a:pt x="346" y="655"/>
                    <a:pt x="398" y="635"/>
                    <a:pt x="446" y="587"/>
                  </a:cubicBezTo>
                  <a:lnTo>
                    <a:pt x="677" y="357"/>
                  </a:lnTo>
                  <a:cubicBezTo>
                    <a:pt x="824" y="210"/>
                    <a:pt x="684" y="1"/>
                    <a:pt x="52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5" name="Google Shape;13565;p65"/>
            <p:cNvSpPr/>
            <p:nvPr/>
          </p:nvSpPr>
          <p:spPr>
            <a:xfrm>
              <a:off x="5528462" y="2572736"/>
              <a:ext cx="21664" cy="17117"/>
            </a:xfrm>
            <a:custGeom>
              <a:avLst/>
              <a:gdLst/>
              <a:ahLst/>
              <a:cxnLst/>
              <a:rect l="l" t="t" r="r" b="b"/>
              <a:pathLst>
                <a:path w="829" h="655" extrusionOk="0">
                  <a:moveTo>
                    <a:pt x="302" y="1"/>
                  </a:moveTo>
                  <a:cubicBezTo>
                    <a:pt x="138" y="1"/>
                    <a:pt x="0" y="210"/>
                    <a:pt x="154" y="357"/>
                  </a:cubicBezTo>
                  <a:lnTo>
                    <a:pt x="385" y="587"/>
                  </a:lnTo>
                  <a:cubicBezTo>
                    <a:pt x="431" y="635"/>
                    <a:pt x="482" y="655"/>
                    <a:pt x="531" y="655"/>
                  </a:cubicBezTo>
                  <a:cubicBezTo>
                    <a:pt x="690" y="655"/>
                    <a:pt x="828" y="446"/>
                    <a:pt x="674" y="299"/>
                  </a:cubicBezTo>
                  <a:lnTo>
                    <a:pt x="453" y="68"/>
                  </a:lnTo>
                  <a:cubicBezTo>
                    <a:pt x="405" y="21"/>
                    <a:pt x="352" y="1"/>
                    <a:pt x="30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6" name="Google Shape;13566;p65"/>
            <p:cNvSpPr/>
            <p:nvPr/>
          </p:nvSpPr>
          <p:spPr>
            <a:xfrm>
              <a:off x="5476092" y="2520340"/>
              <a:ext cx="21612" cy="17117"/>
            </a:xfrm>
            <a:custGeom>
              <a:avLst/>
              <a:gdLst/>
              <a:ahLst/>
              <a:cxnLst/>
              <a:rect l="l" t="t" r="r" b="b"/>
              <a:pathLst>
                <a:path w="827" h="655" extrusionOk="0">
                  <a:moveTo>
                    <a:pt x="300" y="0"/>
                  </a:moveTo>
                  <a:cubicBezTo>
                    <a:pt x="137" y="0"/>
                    <a:pt x="1" y="206"/>
                    <a:pt x="149" y="361"/>
                  </a:cubicBezTo>
                  <a:lnTo>
                    <a:pt x="380" y="592"/>
                  </a:lnTo>
                  <a:cubicBezTo>
                    <a:pt x="425" y="636"/>
                    <a:pt x="476" y="654"/>
                    <a:pt x="524" y="654"/>
                  </a:cubicBezTo>
                  <a:cubicBezTo>
                    <a:pt x="688" y="654"/>
                    <a:pt x="826" y="443"/>
                    <a:pt x="678" y="294"/>
                  </a:cubicBezTo>
                  <a:lnTo>
                    <a:pt x="447" y="63"/>
                  </a:lnTo>
                  <a:cubicBezTo>
                    <a:pt x="400" y="19"/>
                    <a:pt x="349" y="0"/>
                    <a:pt x="30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7" name="Google Shape;13567;p65"/>
            <p:cNvSpPr/>
            <p:nvPr/>
          </p:nvSpPr>
          <p:spPr>
            <a:xfrm>
              <a:off x="5339994" y="2645123"/>
              <a:ext cx="104556" cy="10819"/>
            </a:xfrm>
            <a:custGeom>
              <a:avLst/>
              <a:gdLst/>
              <a:ahLst/>
              <a:cxnLst/>
              <a:rect l="l" t="t" r="r" b="b"/>
              <a:pathLst>
                <a:path w="4001" h="414" extrusionOk="0">
                  <a:moveTo>
                    <a:pt x="279" y="0"/>
                  </a:moveTo>
                  <a:cubicBezTo>
                    <a:pt x="1" y="0"/>
                    <a:pt x="1" y="414"/>
                    <a:pt x="279" y="414"/>
                  </a:cubicBezTo>
                  <a:lnTo>
                    <a:pt x="3722" y="414"/>
                  </a:lnTo>
                  <a:cubicBezTo>
                    <a:pt x="4001" y="414"/>
                    <a:pt x="4001" y="0"/>
                    <a:pt x="37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8" name="Google Shape;13568;p65"/>
            <p:cNvSpPr/>
            <p:nvPr/>
          </p:nvSpPr>
          <p:spPr>
            <a:xfrm>
              <a:off x="5339994" y="2698642"/>
              <a:ext cx="104556" cy="11080"/>
            </a:xfrm>
            <a:custGeom>
              <a:avLst/>
              <a:gdLst/>
              <a:ahLst/>
              <a:cxnLst/>
              <a:rect l="l" t="t" r="r" b="b"/>
              <a:pathLst>
                <a:path w="4001" h="424" extrusionOk="0">
                  <a:moveTo>
                    <a:pt x="279" y="0"/>
                  </a:moveTo>
                  <a:cubicBezTo>
                    <a:pt x="1" y="0"/>
                    <a:pt x="1" y="424"/>
                    <a:pt x="279" y="424"/>
                  </a:cubicBezTo>
                  <a:lnTo>
                    <a:pt x="3722" y="424"/>
                  </a:lnTo>
                  <a:cubicBezTo>
                    <a:pt x="4001" y="424"/>
                    <a:pt x="4001" y="0"/>
                    <a:pt x="37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69" name="Google Shape;13569;p65"/>
            <p:cNvSpPr/>
            <p:nvPr/>
          </p:nvSpPr>
          <p:spPr>
            <a:xfrm>
              <a:off x="5339994" y="2671752"/>
              <a:ext cx="104556" cy="11080"/>
            </a:xfrm>
            <a:custGeom>
              <a:avLst/>
              <a:gdLst/>
              <a:ahLst/>
              <a:cxnLst/>
              <a:rect l="l" t="t" r="r" b="b"/>
              <a:pathLst>
                <a:path w="4001" h="424" extrusionOk="0">
                  <a:moveTo>
                    <a:pt x="279" y="1"/>
                  </a:moveTo>
                  <a:cubicBezTo>
                    <a:pt x="1" y="1"/>
                    <a:pt x="1" y="424"/>
                    <a:pt x="279" y="424"/>
                  </a:cubicBezTo>
                  <a:lnTo>
                    <a:pt x="3722" y="424"/>
                  </a:lnTo>
                  <a:cubicBezTo>
                    <a:pt x="4001" y="424"/>
                    <a:pt x="4001" y="1"/>
                    <a:pt x="372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0" name="Google Shape;13570;p65"/>
            <p:cNvSpPr/>
            <p:nvPr/>
          </p:nvSpPr>
          <p:spPr>
            <a:xfrm>
              <a:off x="5503584" y="2650401"/>
              <a:ext cx="26916" cy="53781"/>
            </a:xfrm>
            <a:custGeom>
              <a:avLst/>
              <a:gdLst/>
              <a:ahLst/>
              <a:cxnLst/>
              <a:rect l="l" t="t" r="r" b="b"/>
              <a:pathLst>
                <a:path w="1030" h="2058" extrusionOk="0">
                  <a:moveTo>
                    <a:pt x="1" y="0"/>
                  </a:moveTo>
                  <a:lnTo>
                    <a:pt x="1" y="2058"/>
                  </a:lnTo>
                  <a:lnTo>
                    <a:pt x="933" y="2058"/>
                  </a:lnTo>
                  <a:cubicBezTo>
                    <a:pt x="981" y="2058"/>
                    <a:pt x="1030" y="2020"/>
                    <a:pt x="1030" y="1962"/>
                  </a:cubicBezTo>
                  <a:lnTo>
                    <a:pt x="1030" y="96"/>
                  </a:lnTo>
                  <a:cubicBezTo>
                    <a:pt x="1030" y="39"/>
                    <a:pt x="981" y="0"/>
                    <a:pt x="933"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1" name="Google Shape;13571;p65"/>
            <p:cNvSpPr/>
            <p:nvPr/>
          </p:nvSpPr>
          <p:spPr>
            <a:xfrm>
              <a:off x="5597582" y="2648128"/>
              <a:ext cx="53545" cy="57282"/>
            </a:xfrm>
            <a:custGeom>
              <a:avLst/>
              <a:gdLst/>
              <a:ahLst/>
              <a:cxnLst/>
              <a:rect l="l" t="t" r="r" b="b"/>
              <a:pathLst>
                <a:path w="2049" h="2192" extrusionOk="0">
                  <a:moveTo>
                    <a:pt x="2048" y="1"/>
                  </a:moveTo>
                  <a:lnTo>
                    <a:pt x="0" y="10"/>
                  </a:lnTo>
                  <a:lnTo>
                    <a:pt x="0" y="1530"/>
                  </a:lnTo>
                  <a:cubicBezTo>
                    <a:pt x="0" y="1626"/>
                    <a:pt x="67" y="1712"/>
                    <a:pt x="164" y="1741"/>
                  </a:cubicBezTo>
                  <a:lnTo>
                    <a:pt x="1760" y="2183"/>
                  </a:lnTo>
                  <a:cubicBezTo>
                    <a:pt x="1780" y="2189"/>
                    <a:pt x="1800" y="2191"/>
                    <a:pt x="1820" y="2191"/>
                  </a:cubicBezTo>
                  <a:cubicBezTo>
                    <a:pt x="1942" y="2191"/>
                    <a:pt x="2048" y="2095"/>
                    <a:pt x="2048" y="1962"/>
                  </a:cubicBezTo>
                  <a:lnTo>
                    <a:pt x="2048" y="1"/>
                  </a:ln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2" name="Google Shape;13572;p65"/>
            <p:cNvSpPr/>
            <p:nvPr/>
          </p:nvSpPr>
          <p:spPr>
            <a:xfrm>
              <a:off x="5363879" y="2530532"/>
              <a:ext cx="23650" cy="49025"/>
            </a:xfrm>
            <a:custGeom>
              <a:avLst/>
              <a:gdLst/>
              <a:ahLst/>
              <a:cxnLst/>
              <a:rect l="l" t="t" r="r" b="b"/>
              <a:pathLst>
                <a:path w="905" h="1876" extrusionOk="0">
                  <a:moveTo>
                    <a:pt x="0" y="0"/>
                  </a:moveTo>
                  <a:lnTo>
                    <a:pt x="0" y="1875"/>
                  </a:lnTo>
                  <a:cubicBezTo>
                    <a:pt x="510" y="1856"/>
                    <a:pt x="904" y="1443"/>
                    <a:pt x="904" y="943"/>
                  </a:cubicBezTo>
                  <a:cubicBezTo>
                    <a:pt x="904" y="433"/>
                    <a:pt x="510" y="20"/>
                    <a:pt x="0" y="0"/>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3" name="Google Shape;13573;p65"/>
            <p:cNvSpPr/>
            <p:nvPr/>
          </p:nvSpPr>
          <p:spPr>
            <a:xfrm>
              <a:off x="5513148" y="2540070"/>
              <a:ext cx="15078" cy="29948"/>
            </a:xfrm>
            <a:custGeom>
              <a:avLst/>
              <a:gdLst/>
              <a:ahLst/>
              <a:cxnLst/>
              <a:rect l="l" t="t" r="r" b="b"/>
              <a:pathLst>
                <a:path w="577" h="1146" extrusionOk="0">
                  <a:moveTo>
                    <a:pt x="0" y="1"/>
                  </a:moveTo>
                  <a:lnTo>
                    <a:pt x="0" y="1145"/>
                  </a:lnTo>
                  <a:cubicBezTo>
                    <a:pt x="317" y="1145"/>
                    <a:pt x="577" y="895"/>
                    <a:pt x="577" y="578"/>
                  </a:cubicBezTo>
                  <a:cubicBezTo>
                    <a:pt x="577" y="251"/>
                    <a:pt x="317" y="1"/>
                    <a:pt x="0"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74" name="Google Shape;13574;p65"/>
          <p:cNvGrpSpPr/>
          <p:nvPr/>
        </p:nvGrpSpPr>
        <p:grpSpPr>
          <a:xfrm>
            <a:off x="6200460" y="1796866"/>
            <a:ext cx="351325" cy="360576"/>
            <a:chOff x="6201923" y="1981514"/>
            <a:chExt cx="351325" cy="360576"/>
          </a:xfrm>
        </p:grpSpPr>
        <p:sp>
          <p:nvSpPr>
            <p:cNvPr id="13575" name="Google Shape;13575;p65"/>
            <p:cNvSpPr/>
            <p:nvPr/>
          </p:nvSpPr>
          <p:spPr>
            <a:xfrm>
              <a:off x="6201923" y="2195304"/>
              <a:ext cx="351325" cy="146786"/>
            </a:xfrm>
            <a:custGeom>
              <a:avLst/>
              <a:gdLst/>
              <a:ahLst/>
              <a:cxnLst/>
              <a:rect l="l" t="t" r="r" b="b"/>
              <a:pathLst>
                <a:path w="13444" h="5617" extrusionOk="0">
                  <a:moveTo>
                    <a:pt x="6732" y="1"/>
                  </a:moveTo>
                  <a:cubicBezTo>
                    <a:pt x="5328" y="1"/>
                    <a:pt x="3934" y="68"/>
                    <a:pt x="2539" y="202"/>
                  </a:cubicBezTo>
                  <a:lnTo>
                    <a:pt x="1" y="443"/>
                  </a:lnTo>
                  <a:cubicBezTo>
                    <a:pt x="1" y="597"/>
                    <a:pt x="49" y="741"/>
                    <a:pt x="145" y="866"/>
                  </a:cubicBezTo>
                  <a:cubicBezTo>
                    <a:pt x="337" y="1154"/>
                    <a:pt x="453" y="1481"/>
                    <a:pt x="472" y="1828"/>
                  </a:cubicBezTo>
                  <a:lnTo>
                    <a:pt x="472" y="1885"/>
                  </a:lnTo>
                  <a:cubicBezTo>
                    <a:pt x="472" y="2299"/>
                    <a:pt x="751" y="2683"/>
                    <a:pt x="1183" y="2933"/>
                  </a:cubicBezTo>
                  <a:cubicBezTo>
                    <a:pt x="1433" y="3058"/>
                    <a:pt x="1606" y="3308"/>
                    <a:pt x="1645" y="3587"/>
                  </a:cubicBezTo>
                  <a:cubicBezTo>
                    <a:pt x="1674" y="4020"/>
                    <a:pt x="2116" y="4357"/>
                    <a:pt x="2664" y="4357"/>
                  </a:cubicBezTo>
                  <a:cubicBezTo>
                    <a:pt x="3020" y="4366"/>
                    <a:pt x="3357" y="4539"/>
                    <a:pt x="3568" y="4818"/>
                  </a:cubicBezTo>
                  <a:cubicBezTo>
                    <a:pt x="3773" y="5114"/>
                    <a:pt x="4169" y="5290"/>
                    <a:pt x="4587" y="5290"/>
                  </a:cubicBezTo>
                  <a:cubicBezTo>
                    <a:pt x="4699" y="5290"/>
                    <a:pt x="4812" y="5277"/>
                    <a:pt x="4924" y="5251"/>
                  </a:cubicBezTo>
                  <a:cubicBezTo>
                    <a:pt x="5033" y="5222"/>
                    <a:pt x="5145" y="5207"/>
                    <a:pt x="5257" y="5207"/>
                  </a:cubicBezTo>
                  <a:cubicBezTo>
                    <a:pt x="5513" y="5207"/>
                    <a:pt x="5771" y="5281"/>
                    <a:pt x="5991" y="5414"/>
                  </a:cubicBezTo>
                  <a:cubicBezTo>
                    <a:pt x="6213" y="5549"/>
                    <a:pt x="6465" y="5616"/>
                    <a:pt x="6719" y="5616"/>
                  </a:cubicBezTo>
                  <a:cubicBezTo>
                    <a:pt x="6972" y="5616"/>
                    <a:pt x="7227" y="5549"/>
                    <a:pt x="7453" y="5414"/>
                  </a:cubicBezTo>
                  <a:cubicBezTo>
                    <a:pt x="7674" y="5281"/>
                    <a:pt x="7927" y="5207"/>
                    <a:pt x="8183" y="5207"/>
                  </a:cubicBezTo>
                  <a:cubicBezTo>
                    <a:pt x="8296" y="5207"/>
                    <a:pt x="8409" y="5222"/>
                    <a:pt x="8520" y="5251"/>
                  </a:cubicBezTo>
                  <a:cubicBezTo>
                    <a:pt x="8632" y="5277"/>
                    <a:pt x="8746" y="5290"/>
                    <a:pt x="8858" y="5290"/>
                  </a:cubicBezTo>
                  <a:cubicBezTo>
                    <a:pt x="9275" y="5290"/>
                    <a:pt x="9670" y="5114"/>
                    <a:pt x="9867" y="4818"/>
                  </a:cubicBezTo>
                  <a:cubicBezTo>
                    <a:pt x="10088" y="4539"/>
                    <a:pt x="10415" y="4366"/>
                    <a:pt x="10780" y="4357"/>
                  </a:cubicBezTo>
                  <a:cubicBezTo>
                    <a:pt x="11328" y="4357"/>
                    <a:pt x="11771" y="4020"/>
                    <a:pt x="11799" y="3587"/>
                  </a:cubicBezTo>
                  <a:cubicBezTo>
                    <a:pt x="11828" y="3308"/>
                    <a:pt x="12001" y="3058"/>
                    <a:pt x="12261" y="2933"/>
                  </a:cubicBezTo>
                  <a:cubicBezTo>
                    <a:pt x="12694" y="2683"/>
                    <a:pt x="12963" y="2299"/>
                    <a:pt x="12963" y="1885"/>
                  </a:cubicBezTo>
                  <a:lnTo>
                    <a:pt x="12963" y="1828"/>
                  </a:lnTo>
                  <a:cubicBezTo>
                    <a:pt x="12992" y="1481"/>
                    <a:pt x="13107" y="1145"/>
                    <a:pt x="13300" y="866"/>
                  </a:cubicBezTo>
                  <a:cubicBezTo>
                    <a:pt x="13396" y="741"/>
                    <a:pt x="13444" y="587"/>
                    <a:pt x="13444" y="433"/>
                  </a:cubicBezTo>
                  <a:lnTo>
                    <a:pt x="10924" y="202"/>
                  </a:lnTo>
                  <a:cubicBezTo>
                    <a:pt x="9530" y="68"/>
                    <a:pt x="8126" y="1"/>
                    <a:pt x="6732" y="1"/>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6" name="Google Shape;13576;p65"/>
            <p:cNvSpPr/>
            <p:nvPr/>
          </p:nvSpPr>
          <p:spPr>
            <a:xfrm>
              <a:off x="6231583" y="2195304"/>
              <a:ext cx="292527" cy="117126"/>
            </a:xfrm>
            <a:custGeom>
              <a:avLst/>
              <a:gdLst/>
              <a:ahLst/>
              <a:cxnLst/>
              <a:rect l="l" t="t" r="r" b="b"/>
              <a:pathLst>
                <a:path w="11194" h="4482" extrusionOk="0">
                  <a:moveTo>
                    <a:pt x="5597" y="1"/>
                  </a:moveTo>
                  <a:cubicBezTo>
                    <a:pt x="4193" y="1"/>
                    <a:pt x="2799" y="68"/>
                    <a:pt x="1404" y="202"/>
                  </a:cubicBezTo>
                  <a:lnTo>
                    <a:pt x="0" y="327"/>
                  </a:lnTo>
                  <a:cubicBezTo>
                    <a:pt x="173" y="2645"/>
                    <a:pt x="2616" y="4482"/>
                    <a:pt x="5597" y="4482"/>
                  </a:cubicBezTo>
                  <a:cubicBezTo>
                    <a:pt x="8578" y="4482"/>
                    <a:pt x="11011" y="2645"/>
                    <a:pt x="11193" y="337"/>
                  </a:cubicBezTo>
                  <a:lnTo>
                    <a:pt x="9789" y="202"/>
                  </a:lnTo>
                  <a:cubicBezTo>
                    <a:pt x="8395" y="68"/>
                    <a:pt x="6991" y="1"/>
                    <a:pt x="5597"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7" name="Google Shape;13577;p65"/>
            <p:cNvSpPr/>
            <p:nvPr/>
          </p:nvSpPr>
          <p:spPr>
            <a:xfrm>
              <a:off x="6377820" y="2195304"/>
              <a:ext cx="146290" cy="116891"/>
            </a:xfrm>
            <a:custGeom>
              <a:avLst/>
              <a:gdLst/>
              <a:ahLst/>
              <a:cxnLst/>
              <a:rect l="l" t="t" r="r" b="b"/>
              <a:pathLst>
                <a:path w="5598" h="4473" extrusionOk="0">
                  <a:moveTo>
                    <a:pt x="1" y="1"/>
                  </a:moveTo>
                  <a:lnTo>
                    <a:pt x="1" y="4472"/>
                  </a:lnTo>
                  <a:cubicBezTo>
                    <a:pt x="9" y="4472"/>
                    <a:pt x="16" y="4472"/>
                    <a:pt x="24" y="4472"/>
                  </a:cubicBezTo>
                  <a:cubicBezTo>
                    <a:pt x="2994" y="4472"/>
                    <a:pt x="5415" y="2639"/>
                    <a:pt x="5597" y="337"/>
                  </a:cubicBezTo>
                  <a:lnTo>
                    <a:pt x="4193" y="202"/>
                  </a:lnTo>
                  <a:cubicBezTo>
                    <a:pt x="2799" y="68"/>
                    <a:pt x="1395" y="1"/>
                    <a:pt x="1" y="1"/>
                  </a:cubicBez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8" name="Google Shape;13578;p65"/>
            <p:cNvSpPr/>
            <p:nvPr/>
          </p:nvSpPr>
          <p:spPr>
            <a:xfrm>
              <a:off x="6280843" y="2023666"/>
              <a:ext cx="194008" cy="226961"/>
            </a:xfrm>
            <a:custGeom>
              <a:avLst/>
              <a:gdLst/>
              <a:ahLst/>
              <a:cxnLst/>
              <a:rect l="l" t="t" r="r" b="b"/>
              <a:pathLst>
                <a:path w="7424" h="8685" extrusionOk="0">
                  <a:moveTo>
                    <a:pt x="933" y="1"/>
                  </a:moveTo>
                  <a:cubicBezTo>
                    <a:pt x="892" y="1"/>
                    <a:pt x="851" y="20"/>
                    <a:pt x="827" y="58"/>
                  </a:cubicBezTo>
                  <a:lnTo>
                    <a:pt x="0" y="1270"/>
                  </a:lnTo>
                  <a:cubicBezTo>
                    <a:pt x="1048" y="5703"/>
                    <a:pt x="750" y="7271"/>
                    <a:pt x="664" y="7742"/>
                  </a:cubicBezTo>
                  <a:cubicBezTo>
                    <a:pt x="644" y="7771"/>
                    <a:pt x="635" y="7809"/>
                    <a:pt x="635" y="7847"/>
                  </a:cubicBezTo>
                  <a:cubicBezTo>
                    <a:pt x="635" y="8309"/>
                    <a:pt x="2010" y="8684"/>
                    <a:pt x="3702" y="8684"/>
                  </a:cubicBezTo>
                  <a:cubicBezTo>
                    <a:pt x="5404" y="8684"/>
                    <a:pt x="6779" y="8309"/>
                    <a:pt x="6779" y="7847"/>
                  </a:cubicBezTo>
                  <a:cubicBezTo>
                    <a:pt x="6779" y="7809"/>
                    <a:pt x="6770" y="7771"/>
                    <a:pt x="6750" y="7742"/>
                  </a:cubicBezTo>
                  <a:cubicBezTo>
                    <a:pt x="6664" y="7271"/>
                    <a:pt x="6366" y="5703"/>
                    <a:pt x="7424" y="1270"/>
                  </a:cubicBezTo>
                  <a:lnTo>
                    <a:pt x="6587" y="58"/>
                  </a:lnTo>
                  <a:cubicBezTo>
                    <a:pt x="6563" y="20"/>
                    <a:pt x="6522" y="1"/>
                    <a:pt x="6481" y="1"/>
                  </a:cubicBezTo>
                  <a:cubicBezTo>
                    <a:pt x="6440" y="1"/>
                    <a:pt x="6399" y="20"/>
                    <a:pt x="6375" y="58"/>
                  </a:cubicBezTo>
                  <a:cubicBezTo>
                    <a:pt x="6125" y="405"/>
                    <a:pt x="5375" y="1212"/>
                    <a:pt x="3712" y="1212"/>
                  </a:cubicBezTo>
                  <a:cubicBezTo>
                    <a:pt x="3702" y="1212"/>
                    <a:pt x="3692" y="1213"/>
                    <a:pt x="3682" y="1213"/>
                  </a:cubicBezTo>
                  <a:cubicBezTo>
                    <a:pt x="2030" y="1213"/>
                    <a:pt x="1287" y="412"/>
                    <a:pt x="1039" y="58"/>
                  </a:cubicBezTo>
                  <a:cubicBezTo>
                    <a:pt x="1015" y="20"/>
                    <a:pt x="974" y="1"/>
                    <a:pt x="933" y="1"/>
                  </a:cubicBezTo>
                  <a:close/>
                </a:path>
              </a:pathLst>
            </a:custGeom>
            <a:solidFill>
              <a:srgbClr val="AAB6C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9" name="Google Shape;13579;p65"/>
            <p:cNvSpPr/>
            <p:nvPr/>
          </p:nvSpPr>
          <p:spPr>
            <a:xfrm>
              <a:off x="6298169" y="2023927"/>
              <a:ext cx="176943" cy="226935"/>
            </a:xfrm>
            <a:custGeom>
              <a:avLst/>
              <a:gdLst/>
              <a:ahLst/>
              <a:cxnLst/>
              <a:rect l="l" t="t" r="r" b="b"/>
              <a:pathLst>
                <a:path w="6771" h="8684" extrusionOk="0">
                  <a:moveTo>
                    <a:pt x="5837" y="0"/>
                  </a:moveTo>
                  <a:cubicBezTo>
                    <a:pt x="5797" y="0"/>
                    <a:pt x="5756" y="20"/>
                    <a:pt x="5732" y="58"/>
                  </a:cubicBezTo>
                  <a:cubicBezTo>
                    <a:pt x="5539" y="327"/>
                    <a:pt x="5289" y="549"/>
                    <a:pt x="5010" y="722"/>
                  </a:cubicBezTo>
                  <a:lnTo>
                    <a:pt x="5386" y="1279"/>
                  </a:lnTo>
                  <a:cubicBezTo>
                    <a:pt x="4337" y="5703"/>
                    <a:pt x="4635" y="7270"/>
                    <a:pt x="4722" y="7741"/>
                  </a:cubicBezTo>
                  <a:cubicBezTo>
                    <a:pt x="4741" y="7770"/>
                    <a:pt x="4751" y="7809"/>
                    <a:pt x="4751" y="7847"/>
                  </a:cubicBezTo>
                  <a:cubicBezTo>
                    <a:pt x="4741" y="7934"/>
                    <a:pt x="4684" y="8001"/>
                    <a:pt x="4607" y="8011"/>
                  </a:cubicBezTo>
                  <a:cubicBezTo>
                    <a:pt x="4097" y="8087"/>
                    <a:pt x="3587" y="8126"/>
                    <a:pt x="3068" y="8126"/>
                  </a:cubicBezTo>
                  <a:cubicBezTo>
                    <a:pt x="1606" y="8126"/>
                    <a:pt x="376" y="7837"/>
                    <a:pt x="68" y="7462"/>
                  </a:cubicBezTo>
                  <a:cubicBezTo>
                    <a:pt x="58" y="7578"/>
                    <a:pt x="39" y="7674"/>
                    <a:pt x="20" y="7741"/>
                  </a:cubicBezTo>
                  <a:cubicBezTo>
                    <a:pt x="10" y="7770"/>
                    <a:pt x="1" y="7809"/>
                    <a:pt x="1" y="7847"/>
                  </a:cubicBezTo>
                  <a:cubicBezTo>
                    <a:pt x="1" y="8261"/>
                    <a:pt x="1097" y="8607"/>
                    <a:pt x="2539" y="8674"/>
                  </a:cubicBezTo>
                  <a:lnTo>
                    <a:pt x="2549" y="8674"/>
                  </a:lnTo>
                  <a:lnTo>
                    <a:pt x="2703" y="8684"/>
                  </a:lnTo>
                  <a:lnTo>
                    <a:pt x="3068" y="8684"/>
                  </a:lnTo>
                  <a:cubicBezTo>
                    <a:pt x="4760" y="8684"/>
                    <a:pt x="6136" y="8309"/>
                    <a:pt x="6136" y="7847"/>
                  </a:cubicBezTo>
                  <a:cubicBezTo>
                    <a:pt x="6136" y="7809"/>
                    <a:pt x="6126" y="7770"/>
                    <a:pt x="6116" y="7741"/>
                  </a:cubicBezTo>
                  <a:lnTo>
                    <a:pt x="6087" y="7703"/>
                  </a:lnTo>
                  <a:lnTo>
                    <a:pt x="6087" y="7674"/>
                  </a:lnTo>
                  <a:lnTo>
                    <a:pt x="6087" y="7655"/>
                  </a:lnTo>
                  <a:lnTo>
                    <a:pt x="6087" y="7616"/>
                  </a:lnTo>
                  <a:cubicBezTo>
                    <a:pt x="6078" y="7568"/>
                    <a:pt x="6068" y="7520"/>
                    <a:pt x="6059" y="7462"/>
                  </a:cubicBezTo>
                  <a:cubicBezTo>
                    <a:pt x="5962" y="6751"/>
                    <a:pt x="5876" y="5058"/>
                    <a:pt x="6770" y="1270"/>
                  </a:cubicBezTo>
                  <a:lnTo>
                    <a:pt x="5943" y="58"/>
                  </a:lnTo>
                  <a:cubicBezTo>
                    <a:pt x="5919" y="20"/>
                    <a:pt x="5878" y="0"/>
                    <a:pt x="5837" y="0"/>
                  </a:cubicBezTo>
                  <a:close/>
                </a:path>
              </a:pathLst>
            </a:custGeom>
            <a:solidFill>
              <a:srgbClr val="A3B0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0" name="Google Shape;13580;p65"/>
            <p:cNvSpPr/>
            <p:nvPr/>
          </p:nvSpPr>
          <p:spPr>
            <a:xfrm>
              <a:off x="6280843" y="1981514"/>
              <a:ext cx="193746" cy="103746"/>
            </a:xfrm>
            <a:custGeom>
              <a:avLst/>
              <a:gdLst/>
              <a:ahLst/>
              <a:cxnLst/>
              <a:rect l="l" t="t" r="r" b="b"/>
              <a:pathLst>
                <a:path w="7414" h="3970" extrusionOk="0">
                  <a:moveTo>
                    <a:pt x="942" y="1"/>
                  </a:moveTo>
                  <a:cubicBezTo>
                    <a:pt x="837" y="1"/>
                    <a:pt x="731" y="70"/>
                    <a:pt x="731" y="210"/>
                  </a:cubicBezTo>
                  <a:lnTo>
                    <a:pt x="731" y="1806"/>
                  </a:lnTo>
                  <a:lnTo>
                    <a:pt x="0" y="2893"/>
                  </a:lnTo>
                  <a:cubicBezTo>
                    <a:pt x="87" y="3268"/>
                    <a:pt x="173" y="3633"/>
                    <a:pt x="240" y="3970"/>
                  </a:cubicBezTo>
                  <a:lnTo>
                    <a:pt x="1029" y="2797"/>
                  </a:lnTo>
                  <a:cubicBezTo>
                    <a:pt x="1510" y="3181"/>
                    <a:pt x="2375" y="3624"/>
                    <a:pt x="3702" y="3633"/>
                  </a:cubicBezTo>
                  <a:cubicBezTo>
                    <a:pt x="5039" y="3633"/>
                    <a:pt x="5895" y="3181"/>
                    <a:pt x="6375" y="2797"/>
                  </a:cubicBezTo>
                  <a:lnTo>
                    <a:pt x="7174" y="3970"/>
                  </a:lnTo>
                  <a:cubicBezTo>
                    <a:pt x="7241" y="3633"/>
                    <a:pt x="7318" y="3268"/>
                    <a:pt x="7414" y="2893"/>
                  </a:cubicBezTo>
                  <a:lnTo>
                    <a:pt x="6683" y="1806"/>
                  </a:lnTo>
                  <a:lnTo>
                    <a:pt x="6683" y="210"/>
                  </a:lnTo>
                  <a:cubicBezTo>
                    <a:pt x="6683" y="70"/>
                    <a:pt x="6580" y="1"/>
                    <a:pt x="6476" y="1"/>
                  </a:cubicBezTo>
                  <a:cubicBezTo>
                    <a:pt x="6373" y="1"/>
                    <a:pt x="6270" y="70"/>
                    <a:pt x="6270" y="210"/>
                  </a:cubicBezTo>
                  <a:lnTo>
                    <a:pt x="6270" y="1806"/>
                  </a:lnTo>
                  <a:cubicBezTo>
                    <a:pt x="5943" y="2191"/>
                    <a:pt x="5183" y="2816"/>
                    <a:pt x="3712" y="2816"/>
                  </a:cubicBezTo>
                  <a:cubicBezTo>
                    <a:pt x="3701" y="2816"/>
                    <a:pt x="3690" y="2816"/>
                    <a:pt x="3679" y="2816"/>
                  </a:cubicBezTo>
                  <a:cubicBezTo>
                    <a:pt x="2220" y="2816"/>
                    <a:pt x="1478" y="2188"/>
                    <a:pt x="1154" y="1806"/>
                  </a:cubicBezTo>
                  <a:lnTo>
                    <a:pt x="1154" y="210"/>
                  </a:lnTo>
                  <a:cubicBezTo>
                    <a:pt x="1154" y="70"/>
                    <a:pt x="1048" y="1"/>
                    <a:pt x="942" y="1"/>
                  </a:cubicBezTo>
                  <a:close/>
                </a:path>
              </a:pathLst>
            </a:custGeom>
            <a:solidFill>
              <a:srgbClr val="96A4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1" name="Google Shape;13581;p65"/>
            <p:cNvSpPr/>
            <p:nvPr/>
          </p:nvSpPr>
          <p:spPr>
            <a:xfrm>
              <a:off x="6428335" y="2023666"/>
              <a:ext cx="46255" cy="61594"/>
            </a:xfrm>
            <a:custGeom>
              <a:avLst/>
              <a:gdLst/>
              <a:ahLst/>
              <a:cxnLst/>
              <a:rect l="l" t="t" r="r" b="b"/>
              <a:pathLst>
                <a:path w="1770" h="2357" extrusionOk="0">
                  <a:moveTo>
                    <a:pt x="837" y="1"/>
                  </a:moveTo>
                  <a:cubicBezTo>
                    <a:pt x="799" y="1"/>
                    <a:pt x="751" y="20"/>
                    <a:pt x="731" y="58"/>
                  </a:cubicBezTo>
                  <a:lnTo>
                    <a:pt x="703" y="87"/>
                  </a:lnTo>
                  <a:lnTo>
                    <a:pt x="693" y="97"/>
                  </a:lnTo>
                  <a:lnTo>
                    <a:pt x="674" y="126"/>
                  </a:lnTo>
                  <a:lnTo>
                    <a:pt x="664" y="135"/>
                  </a:lnTo>
                  <a:lnTo>
                    <a:pt x="645" y="164"/>
                  </a:lnTo>
                  <a:lnTo>
                    <a:pt x="635" y="174"/>
                  </a:lnTo>
                  <a:lnTo>
                    <a:pt x="616" y="203"/>
                  </a:lnTo>
                  <a:lnTo>
                    <a:pt x="597" y="222"/>
                  </a:lnTo>
                  <a:lnTo>
                    <a:pt x="578" y="241"/>
                  </a:lnTo>
                  <a:lnTo>
                    <a:pt x="558" y="260"/>
                  </a:lnTo>
                  <a:lnTo>
                    <a:pt x="539" y="280"/>
                  </a:lnTo>
                  <a:lnTo>
                    <a:pt x="520" y="309"/>
                  </a:lnTo>
                  <a:lnTo>
                    <a:pt x="501" y="328"/>
                  </a:lnTo>
                  <a:lnTo>
                    <a:pt x="472" y="347"/>
                  </a:lnTo>
                  <a:lnTo>
                    <a:pt x="453" y="376"/>
                  </a:lnTo>
                  <a:lnTo>
                    <a:pt x="424" y="395"/>
                  </a:lnTo>
                  <a:lnTo>
                    <a:pt x="405" y="414"/>
                  </a:lnTo>
                  <a:lnTo>
                    <a:pt x="376" y="443"/>
                  </a:lnTo>
                  <a:lnTo>
                    <a:pt x="356" y="462"/>
                  </a:lnTo>
                  <a:lnTo>
                    <a:pt x="328" y="491"/>
                  </a:lnTo>
                  <a:lnTo>
                    <a:pt x="299" y="510"/>
                  </a:lnTo>
                  <a:lnTo>
                    <a:pt x="270" y="539"/>
                  </a:lnTo>
                  <a:lnTo>
                    <a:pt x="241" y="559"/>
                  </a:lnTo>
                  <a:lnTo>
                    <a:pt x="203" y="578"/>
                  </a:lnTo>
                  <a:lnTo>
                    <a:pt x="174" y="607"/>
                  </a:lnTo>
                  <a:lnTo>
                    <a:pt x="145" y="626"/>
                  </a:lnTo>
                  <a:lnTo>
                    <a:pt x="106" y="645"/>
                  </a:lnTo>
                  <a:lnTo>
                    <a:pt x="78" y="674"/>
                  </a:lnTo>
                  <a:lnTo>
                    <a:pt x="39" y="693"/>
                  </a:lnTo>
                  <a:lnTo>
                    <a:pt x="1" y="722"/>
                  </a:lnTo>
                  <a:lnTo>
                    <a:pt x="385" y="1270"/>
                  </a:lnTo>
                  <a:lnTo>
                    <a:pt x="337" y="1453"/>
                  </a:lnTo>
                  <a:cubicBezTo>
                    <a:pt x="481" y="1376"/>
                    <a:pt x="616" y="1289"/>
                    <a:pt x="741" y="1193"/>
                  </a:cubicBezTo>
                  <a:lnTo>
                    <a:pt x="1530" y="2357"/>
                  </a:lnTo>
                  <a:cubicBezTo>
                    <a:pt x="1568" y="2193"/>
                    <a:pt x="1607" y="2011"/>
                    <a:pt x="1645" y="1837"/>
                  </a:cubicBezTo>
                  <a:lnTo>
                    <a:pt x="1645" y="1828"/>
                  </a:lnTo>
                  <a:lnTo>
                    <a:pt x="1664" y="1732"/>
                  </a:lnTo>
                  <a:lnTo>
                    <a:pt x="1683" y="1674"/>
                  </a:lnTo>
                  <a:lnTo>
                    <a:pt x="1703" y="1587"/>
                  </a:lnTo>
                  <a:lnTo>
                    <a:pt x="1722" y="1501"/>
                  </a:lnTo>
                  <a:lnTo>
                    <a:pt x="1732" y="1434"/>
                  </a:lnTo>
                  <a:lnTo>
                    <a:pt x="1770" y="1280"/>
                  </a:lnTo>
                  <a:lnTo>
                    <a:pt x="1501" y="866"/>
                  </a:lnTo>
                  <a:lnTo>
                    <a:pt x="943" y="58"/>
                  </a:lnTo>
                  <a:cubicBezTo>
                    <a:pt x="924" y="20"/>
                    <a:pt x="876" y="1"/>
                    <a:pt x="837" y="1"/>
                  </a:cubicBez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82" name="Google Shape;13582;p65"/>
          <p:cNvGrpSpPr/>
          <p:nvPr/>
        </p:nvGrpSpPr>
        <p:grpSpPr>
          <a:xfrm>
            <a:off x="4892999" y="3156044"/>
            <a:ext cx="312884" cy="360785"/>
            <a:chOff x="4894461" y="3340691"/>
            <a:chExt cx="312884" cy="360785"/>
          </a:xfrm>
        </p:grpSpPr>
        <p:sp>
          <p:nvSpPr>
            <p:cNvPr id="13583" name="Google Shape;13583;p65"/>
            <p:cNvSpPr/>
            <p:nvPr/>
          </p:nvSpPr>
          <p:spPr>
            <a:xfrm>
              <a:off x="4894461" y="3503732"/>
              <a:ext cx="312884" cy="76202"/>
            </a:xfrm>
            <a:custGeom>
              <a:avLst/>
              <a:gdLst/>
              <a:ahLst/>
              <a:cxnLst/>
              <a:rect l="l" t="t" r="r" b="b"/>
              <a:pathLst>
                <a:path w="11973" h="2916" extrusionOk="0">
                  <a:moveTo>
                    <a:pt x="4758" y="0"/>
                  </a:moveTo>
                  <a:cubicBezTo>
                    <a:pt x="3833" y="0"/>
                    <a:pt x="2910" y="10"/>
                    <a:pt x="1991" y="69"/>
                  </a:cubicBezTo>
                  <a:cubicBezTo>
                    <a:pt x="1549" y="98"/>
                    <a:pt x="270" y="118"/>
                    <a:pt x="145" y="646"/>
                  </a:cubicBezTo>
                  <a:cubicBezTo>
                    <a:pt x="0" y="1223"/>
                    <a:pt x="1991" y="2916"/>
                    <a:pt x="5991" y="2916"/>
                  </a:cubicBezTo>
                  <a:cubicBezTo>
                    <a:pt x="9982" y="2916"/>
                    <a:pt x="11972" y="1223"/>
                    <a:pt x="11828" y="646"/>
                  </a:cubicBezTo>
                  <a:cubicBezTo>
                    <a:pt x="11703" y="118"/>
                    <a:pt x="10424" y="98"/>
                    <a:pt x="9982" y="69"/>
                  </a:cubicBezTo>
                  <a:cubicBezTo>
                    <a:pt x="9070" y="10"/>
                    <a:pt x="8144" y="0"/>
                    <a:pt x="7220" y="0"/>
                  </a:cubicBezTo>
                  <a:cubicBezTo>
                    <a:pt x="6810" y="0"/>
                    <a:pt x="6399" y="2"/>
                    <a:pt x="5991" y="2"/>
                  </a:cubicBezTo>
                  <a:cubicBezTo>
                    <a:pt x="5580" y="2"/>
                    <a:pt x="5169" y="0"/>
                    <a:pt x="475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4" name="Google Shape;13584;p65"/>
            <p:cNvSpPr/>
            <p:nvPr/>
          </p:nvSpPr>
          <p:spPr>
            <a:xfrm>
              <a:off x="4939200" y="3362042"/>
              <a:ext cx="223407" cy="178694"/>
            </a:xfrm>
            <a:custGeom>
              <a:avLst/>
              <a:gdLst/>
              <a:ahLst/>
              <a:cxnLst/>
              <a:rect l="l" t="t" r="r" b="b"/>
              <a:pathLst>
                <a:path w="8549" h="6838" extrusionOk="0">
                  <a:moveTo>
                    <a:pt x="0" y="1"/>
                  </a:moveTo>
                  <a:cubicBezTo>
                    <a:pt x="0" y="1"/>
                    <a:pt x="1212" y="2049"/>
                    <a:pt x="1115" y="6251"/>
                  </a:cubicBezTo>
                  <a:cubicBezTo>
                    <a:pt x="1115" y="6261"/>
                    <a:pt x="1115" y="6270"/>
                    <a:pt x="1115" y="6280"/>
                  </a:cubicBezTo>
                  <a:cubicBezTo>
                    <a:pt x="1115" y="6588"/>
                    <a:pt x="2529" y="6838"/>
                    <a:pt x="4279" y="6838"/>
                  </a:cubicBezTo>
                  <a:cubicBezTo>
                    <a:pt x="6020" y="6838"/>
                    <a:pt x="7443" y="6588"/>
                    <a:pt x="7443" y="6280"/>
                  </a:cubicBezTo>
                  <a:cubicBezTo>
                    <a:pt x="7337" y="2059"/>
                    <a:pt x="8549" y="1"/>
                    <a:pt x="8549"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5" name="Google Shape;13585;p65"/>
            <p:cNvSpPr/>
            <p:nvPr/>
          </p:nvSpPr>
          <p:spPr>
            <a:xfrm>
              <a:off x="5033173" y="3362042"/>
              <a:ext cx="129434" cy="178694"/>
            </a:xfrm>
            <a:custGeom>
              <a:avLst/>
              <a:gdLst/>
              <a:ahLst/>
              <a:cxnLst/>
              <a:rect l="l" t="t" r="r" b="b"/>
              <a:pathLst>
                <a:path w="4953" h="6838" extrusionOk="0">
                  <a:moveTo>
                    <a:pt x="3606" y="1"/>
                  </a:moveTo>
                  <a:cubicBezTo>
                    <a:pt x="3606" y="1"/>
                    <a:pt x="2385" y="2059"/>
                    <a:pt x="2491" y="6280"/>
                  </a:cubicBezTo>
                  <a:cubicBezTo>
                    <a:pt x="2491" y="6549"/>
                    <a:pt x="1424" y="6770"/>
                    <a:pt x="0" y="6828"/>
                  </a:cubicBezTo>
                  <a:cubicBezTo>
                    <a:pt x="222" y="6838"/>
                    <a:pt x="443" y="6838"/>
                    <a:pt x="674" y="6838"/>
                  </a:cubicBezTo>
                  <a:cubicBezTo>
                    <a:pt x="2424" y="6838"/>
                    <a:pt x="3837" y="6588"/>
                    <a:pt x="3837" y="6280"/>
                  </a:cubicBezTo>
                  <a:cubicBezTo>
                    <a:pt x="3741" y="2059"/>
                    <a:pt x="4953" y="1"/>
                    <a:pt x="4953" y="1"/>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6" name="Google Shape;13586;p65"/>
            <p:cNvSpPr/>
            <p:nvPr/>
          </p:nvSpPr>
          <p:spPr>
            <a:xfrm>
              <a:off x="4968338" y="3499995"/>
              <a:ext cx="165366" cy="40741"/>
            </a:xfrm>
            <a:custGeom>
              <a:avLst/>
              <a:gdLst/>
              <a:ahLst/>
              <a:cxnLst/>
              <a:rect l="l" t="t" r="r" b="b"/>
              <a:pathLst>
                <a:path w="6328" h="1559" extrusionOk="0">
                  <a:moveTo>
                    <a:pt x="0" y="1"/>
                  </a:moveTo>
                  <a:cubicBezTo>
                    <a:pt x="0" y="309"/>
                    <a:pt x="0" y="636"/>
                    <a:pt x="0" y="972"/>
                  </a:cubicBezTo>
                  <a:cubicBezTo>
                    <a:pt x="0" y="982"/>
                    <a:pt x="0" y="991"/>
                    <a:pt x="0" y="991"/>
                  </a:cubicBezTo>
                  <a:cubicBezTo>
                    <a:pt x="0" y="1309"/>
                    <a:pt x="1414" y="1559"/>
                    <a:pt x="3164" y="1559"/>
                  </a:cubicBezTo>
                  <a:cubicBezTo>
                    <a:pt x="4905" y="1559"/>
                    <a:pt x="6328" y="1309"/>
                    <a:pt x="6328" y="991"/>
                  </a:cubicBezTo>
                  <a:cubicBezTo>
                    <a:pt x="6318" y="645"/>
                    <a:pt x="6318" y="318"/>
                    <a:pt x="6328" y="1"/>
                  </a:cubicBezTo>
                  <a:lnTo>
                    <a:pt x="6328" y="1"/>
                  </a:lnTo>
                  <a:cubicBezTo>
                    <a:pt x="5597" y="174"/>
                    <a:pt x="4453" y="280"/>
                    <a:pt x="3155" y="280"/>
                  </a:cubicBezTo>
                  <a:cubicBezTo>
                    <a:pt x="1866" y="280"/>
                    <a:pt x="722" y="164"/>
                    <a:pt x="0"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7" name="Google Shape;13587;p65"/>
            <p:cNvSpPr/>
            <p:nvPr/>
          </p:nvSpPr>
          <p:spPr>
            <a:xfrm>
              <a:off x="4968338" y="3499995"/>
              <a:ext cx="26" cy="6324"/>
            </a:xfrm>
            <a:custGeom>
              <a:avLst/>
              <a:gdLst/>
              <a:ahLst/>
              <a:cxnLst/>
              <a:rect l="l" t="t" r="r" b="b"/>
              <a:pathLst>
                <a:path w="1" h="242" extrusionOk="0">
                  <a:moveTo>
                    <a:pt x="0" y="1"/>
                  </a:moveTo>
                  <a:lnTo>
                    <a:pt x="0" y="1"/>
                  </a:lnTo>
                  <a:lnTo>
                    <a:pt x="0" y="241"/>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8" name="Google Shape;13588;p65"/>
            <p:cNvSpPr/>
            <p:nvPr/>
          </p:nvSpPr>
          <p:spPr>
            <a:xfrm>
              <a:off x="4968338" y="3499995"/>
              <a:ext cx="165366" cy="40741"/>
            </a:xfrm>
            <a:custGeom>
              <a:avLst/>
              <a:gdLst/>
              <a:ahLst/>
              <a:cxnLst/>
              <a:rect l="l" t="t" r="r" b="b"/>
              <a:pathLst>
                <a:path w="6328" h="1559" extrusionOk="0">
                  <a:moveTo>
                    <a:pt x="0" y="1"/>
                  </a:moveTo>
                  <a:cubicBezTo>
                    <a:pt x="0" y="309"/>
                    <a:pt x="0" y="636"/>
                    <a:pt x="0" y="972"/>
                  </a:cubicBezTo>
                  <a:cubicBezTo>
                    <a:pt x="0" y="982"/>
                    <a:pt x="0" y="991"/>
                    <a:pt x="0" y="991"/>
                  </a:cubicBezTo>
                  <a:cubicBezTo>
                    <a:pt x="0" y="1309"/>
                    <a:pt x="1414" y="1559"/>
                    <a:pt x="3164" y="1559"/>
                  </a:cubicBezTo>
                  <a:cubicBezTo>
                    <a:pt x="4905" y="1559"/>
                    <a:pt x="6328" y="1309"/>
                    <a:pt x="6328" y="991"/>
                  </a:cubicBezTo>
                  <a:cubicBezTo>
                    <a:pt x="6318" y="645"/>
                    <a:pt x="6318" y="318"/>
                    <a:pt x="6328" y="1"/>
                  </a:cubicBezTo>
                  <a:lnTo>
                    <a:pt x="6328" y="1"/>
                  </a:lnTo>
                  <a:cubicBezTo>
                    <a:pt x="5597" y="174"/>
                    <a:pt x="4453" y="280"/>
                    <a:pt x="3155" y="280"/>
                  </a:cubicBezTo>
                  <a:cubicBezTo>
                    <a:pt x="1866" y="280"/>
                    <a:pt x="722" y="164"/>
                    <a:pt x="0"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9" name="Google Shape;13589;p65"/>
            <p:cNvSpPr/>
            <p:nvPr/>
          </p:nvSpPr>
          <p:spPr>
            <a:xfrm>
              <a:off x="4968077" y="3499995"/>
              <a:ext cx="165393" cy="40741"/>
            </a:xfrm>
            <a:custGeom>
              <a:avLst/>
              <a:gdLst/>
              <a:ahLst/>
              <a:cxnLst/>
              <a:rect l="l" t="t" r="r" b="b"/>
              <a:pathLst>
                <a:path w="6329" h="1559" extrusionOk="0">
                  <a:moveTo>
                    <a:pt x="6319" y="1"/>
                  </a:moveTo>
                  <a:cubicBezTo>
                    <a:pt x="5876" y="97"/>
                    <a:pt x="5434" y="164"/>
                    <a:pt x="4982" y="203"/>
                  </a:cubicBezTo>
                  <a:lnTo>
                    <a:pt x="4982" y="309"/>
                  </a:lnTo>
                  <a:cubicBezTo>
                    <a:pt x="4972" y="684"/>
                    <a:pt x="4684" y="991"/>
                    <a:pt x="4309" y="1011"/>
                  </a:cubicBezTo>
                  <a:cubicBezTo>
                    <a:pt x="3953" y="1039"/>
                    <a:pt x="3568" y="1049"/>
                    <a:pt x="3165" y="1049"/>
                  </a:cubicBezTo>
                  <a:cubicBezTo>
                    <a:pt x="1491" y="1049"/>
                    <a:pt x="126" y="818"/>
                    <a:pt x="10" y="530"/>
                  </a:cubicBezTo>
                  <a:lnTo>
                    <a:pt x="10" y="751"/>
                  </a:lnTo>
                  <a:lnTo>
                    <a:pt x="10" y="972"/>
                  </a:lnTo>
                  <a:cubicBezTo>
                    <a:pt x="10" y="982"/>
                    <a:pt x="10" y="991"/>
                    <a:pt x="10" y="991"/>
                  </a:cubicBezTo>
                  <a:cubicBezTo>
                    <a:pt x="10" y="1001"/>
                    <a:pt x="10" y="1011"/>
                    <a:pt x="10" y="1011"/>
                  </a:cubicBezTo>
                  <a:lnTo>
                    <a:pt x="10" y="1020"/>
                  </a:lnTo>
                  <a:cubicBezTo>
                    <a:pt x="1" y="1020"/>
                    <a:pt x="1" y="1020"/>
                    <a:pt x="10" y="1030"/>
                  </a:cubicBezTo>
                  <a:cubicBezTo>
                    <a:pt x="87" y="1328"/>
                    <a:pt x="1472" y="1559"/>
                    <a:pt x="3165" y="1559"/>
                  </a:cubicBezTo>
                  <a:cubicBezTo>
                    <a:pt x="4915" y="1559"/>
                    <a:pt x="6328" y="1309"/>
                    <a:pt x="6328" y="1001"/>
                  </a:cubicBezTo>
                  <a:cubicBezTo>
                    <a:pt x="6319" y="655"/>
                    <a:pt x="6319" y="318"/>
                    <a:pt x="6328"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0" name="Google Shape;13590;p65"/>
            <p:cNvSpPr/>
            <p:nvPr/>
          </p:nvSpPr>
          <p:spPr>
            <a:xfrm>
              <a:off x="4939200" y="3340691"/>
              <a:ext cx="223407" cy="43484"/>
            </a:xfrm>
            <a:custGeom>
              <a:avLst/>
              <a:gdLst/>
              <a:ahLst/>
              <a:cxnLst/>
              <a:rect l="l" t="t" r="r" b="b"/>
              <a:pathLst>
                <a:path w="8549" h="1664" extrusionOk="0">
                  <a:moveTo>
                    <a:pt x="4270" y="0"/>
                  </a:moveTo>
                  <a:cubicBezTo>
                    <a:pt x="1914" y="0"/>
                    <a:pt x="0" y="375"/>
                    <a:pt x="0" y="837"/>
                  </a:cubicBezTo>
                  <a:cubicBezTo>
                    <a:pt x="0" y="1289"/>
                    <a:pt x="1914" y="1664"/>
                    <a:pt x="4270" y="1664"/>
                  </a:cubicBezTo>
                  <a:cubicBezTo>
                    <a:pt x="6635" y="1664"/>
                    <a:pt x="8549" y="1289"/>
                    <a:pt x="8549" y="837"/>
                  </a:cubicBezTo>
                  <a:cubicBezTo>
                    <a:pt x="8549" y="375"/>
                    <a:pt x="6635" y="0"/>
                    <a:pt x="427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1" name="Google Shape;13591;p65"/>
            <p:cNvSpPr/>
            <p:nvPr/>
          </p:nvSpPr>
          <p:spPr>
            <a:xfrm>
              <a:off x="4936927" y="3599847"/>
              <a:ext cx="113859" cy="101629"/>
            </a:xfrm>
            <a:custGeom>
              <a:avLst/>
              <a:gdLst/>
              <a:ahLst/>
              <a:cxnLst/>
              <a:rect l="l" t="t" r="r" b="b"/>
              <a:pathLst>
                <a:path w="4357" h="3889" extrusionOk="0">
                  <a:moveTo>
                    <a:pt x="1431" y="1"/>
                  </a:moveTo>
                  <a:cubicBezTo>
                    <a:pt x="1287" y="1"/>
                    <a:pt x="1152" y="23"/>
                    <a:pt x="1029" y="74"/>
                  </a:cubicBezTo>
                  <a:cubicBezTo>
                    <a:pt x="0" y="498"/>
                    <a:pt x="510" y="1757"/>
                    <a:pt x="597" y="1940"/>
                  </a:cubicBezTo>
                  <a:cubicBezTo>
                    <a:pt x="510" y="2123"/>
                    <a:pt x="0" y="3382"/>
                    <a:pt x="1029" y="3815"/>
                  </a:cubicBezTo>
                  <a:cubicBezTo>
                    <a:pt x="1152" y="3866"/>
                    <a:pt x="1286" y="3888"/>
                    <a:pt x="1429" y="3888"/>
                  </a:cubicBezTo>
                  <a:cubicBezTo>
                    <a:pt x="2611" y="3888"/>
                    <a:pt x="4357" y="2334"/>
                    <a:pt x="4357" y="2334"/>
                  </a:cubicBezTo>
                  <a:lnTo>
                    <a:pt x="4357" y="1546"/>
                  </a:lnTo>
                  <a:cubicBezTo>
                    <a:pt x="4357" y="1546"/>
                    <a:pt x="2613" y="1"/>
                    <a:pt x="1431"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2" name="Google Shape;13592;p65"/>
            <p:cNvSpPr/>
            <p:nvPr/>
          </p:nvSpPr>
          <p:spPr>
            <a:xfrm>
              <a:off x="5051021" y="3599847"/>
              <a:ext cx="113859" cy="101629"/>
            </a:xfrm>
            <a:custGeom>
              <a:avLst/>
              <a:gdLst/>
              <a:ahLst/>
              <a:cxnLst/>
              <a:rect l="l" t="t" r="r" b="b"/>
              <a:pathLst>
                <a:path w="4357" h="3889" extrusionOk="0">
                  <a:moveTo>
                    <a:pt x="2926" y="1"/>
                  </a:moveTo>
                  <a:cubicBezTo>
                    <a:pt x="1744" y="1"/>
                    <a:pt x="0" y="1546"/>
                    <a:pt x="0" y="1546"/>
                  </a:cubicBezTo>
                  <a:lnTo>
                    <a:pt x="0" y="2344"/>
                  </a:lnTo>
                  <a:cubicBezTo>
                    <a:pt x="0" y="2344"/>
                    <a:pt x="1744" y="3889"/>
                    <a:pt x="2926" y="3889"/>
                  </a:cubicBezTo>
                  <a:cubicBezTo>
                    <a:pt x="3069" y="3889"/>
                    <a:pt x="3205" y="3866"/>
                    <a:pt x="3327" y="3815"/>
                  </a:cubicBezTo>
                  <a:cubicBezTo>
                    <a:pt x="4356" y="3382"/>
                    <a:pt x="3847" y="2132"/>
                    <a:pt x="3760" y="1940"/>
                  </a:cubicBezTo>
                  <a:cubicBezTo>
                    <a:pt x="3847" y="1757"/>
                    <a:pt x="4356" y="498"/>
                    <a:pt x="3327" y="74"/>
                  </a:cubicBezTo>
                  <a:cubicBezTo>
                    <a:pt x="3205" y="23"/>
                    <a:pt x="3069" y="1"/>
                    <a:pt x="2926"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3" name="Google Shape;13593;p65"/>
            <p:cNvSpPr/>
            <p:nvPr/>
          </p:nvSpPr>
          <p:spPr>
            <a:xfrm>
              <a:off x="5059044" y="3628672"/>
              <a:ext cx="46437" cy="19364"/>
            </a:xfrm>
            <a:custGeom>
              <a:avLst/>
              <a:gdLst/>
              <a:ahLst/>
              <a:cxnLst/>
              <a:rect l="l" t="t" r="r" b="b"/>
              <a:pathLst>
                <a:path w="1777" h="741" extrusionOk="0">
                  <a:moveTo>
                    <a:pt x="1479" y="0"/>
                  </a:moveTo>
                  <a:cubicBezTo>
                    <a:pt x="1459" y="0"/>
                    <a:pt x="1437" y="3"/>
                    <a:pt x="1414" y="10"/>
                  </a:cubicBezTo>
                  <a:lnTo>
                    <a:pt x="241" y="327"/>
                  </a:lnTo>
                  <a:cubicBezTo>
                    <a:pt x="1" y="395"/>
                    <a:pt x="49" y="741"/>
                    <a:pt x="299" y="741"/>
                  </a:cubicBezTo>
                  <a:lnTo>
                    <a:pt x="347" y="741"/>
                  </a:lnTo>
                  <a:lnTo>
                    <a:pt x="1530" y="414"/>
                  </a:lnTo>
                  <a:cubicBezTo>
                    <a:pt x="1776" y="352"/>
                    <a:pt x="1700" y="0"/>
                    <a:pt x="1479"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4" name="Google Shape;13594;p65"/>
            <p:cNvSpPr/>
            <p:nvPr/>
          </p:nvSpPr>
          <p:spPr>
            <a:xfrm>
              <a:off x="5058913" y="3653053"/>
              <a:ext cx="46542" cy="19364"/>
            </a:xfrm>
            <a:custGeom>
              <a:avLst/>
              <a:gdLst/>
              <a:ahLst/>
              <a:cxnLst/>
              <a:rect l="l" t="t" r="r" b="b"/>
              <a:pathLst>
                <a:path w="1781" h="741" extrusionOk="0">
                  <a:moveTo>
                    <a:pt x="286" y="0"/>
                  </a:moveTo>
                  <a:cubicBezTo>
                    <a:pt x="67" y="0"/>
                    <a:pt x="0" y="343"/>
                    <a:pt x="246" y="414"/>
                  </a:cubicBezTo>
                  <a:lnTo>
                    <a:pt x="1419" y="731"/>
                  </a:lnTo>
                  <a:cubicBezTo>
                    <a:pt x="1443" y="738"/>
                    <a:pt x="1465" y="741"/>
                    <a:pt x="1486" y="741"/>
                  </a:cubicBezTo>
                  <a:cubicBezTo>
                    <a:pt x="1706" y="741"/>
                    <a:pt x="1781" y="397"/>
                    <a:pt x="1535" y="327"/>
                  </a:cubicBezTo>
                  <a:lnTo>
                    <a:pt x="352" y="10"/>
                  </a:lnTo>
                  <a:cubicBezTo>
                    <a:pt x="329" y="3"/>
                    <a:pt x="307" y="0"/>
                    <a:pt x="286"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5" name="Google Shape;13595;p65"/>
            <p:cNvSpPr/>
            <p:nvPr/>
          </p:nvSpPr>
          <p:spPr>
            <a:xfrm>
              <a:off x="4996326" y="3628672"/>
              <a:ext cx="46568" cy="19364"/>
            </a:xfrm>
            <a:custGeom>
              <a:avLst/>
              <a:gdLst/>
              <a:ahLst/>
              <a:cxnLst/>
              <a:rect l="l" t="t" r="r" b="b"/>
              <a:pathLst>
                <a:path w="1782" h="741" extrusionOk="0">
                  <a:moveTo>
                    <a:pt x="294" y="0"/>
                  </a:moveTo>
                  <a:cubicBezTo>
                    <a:pt x="68" y="0"/>
                    <a:pt x="1" y="344"/>
                    <a:pt x="247" y="414"/>
                  </a:cubicBezTo>
                  <a:lnTo>
                    <a:pt x="1430" y="731"/>
                  </a:lnTo>
                  <a:cubicBezTo>
                    <a:pt x="1453" y="738"/>
                    <a:pt x="1475" y="741"/>
                    <a:pt x="1496" y="741"/>
                  </a:cubicBezTo>
                  <a:cubicBezTo>
                    <a:pt x="1714" y="741"/>
                    <a:pt x="1781" y="398"/>
                    <a:pt x="1535" y="327"/>
                  </a:cubicBezTo>
                  <a:lnTo>
                    <a:pt x="362" y="10"/>
                  </a:lnTo>
                  <a:cubicBezTo>
                    <a:pt x="338" y="3"/>
                    <a:pt x="315" y="0"/>
                    <a:pt x="294"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6" name="Google Shape;13596;p65"/>
            <p:cNvSpPr/>
            <p:nvPr/>
          </p:nvSpPr>
          <p:spPr>
            <a:xfrm>
              <a:off x="4996326" y="3653053"/>
              <a:ext cx="46568" cy="19364"/>
            </a:xfrm>
            <a:custGeom>
              <a:avLst/>
              <a:gdLst/>
              <a:ahLst/>
              <a:cxnLst/>
              <a:rect l="l" t="t" r="r" b="b"/>
              <a:pathLst>
                <a:path w="1782" h="741" extrusionOk="0">
                  <a:moveTo>
                    <a:pt x="1496" y="0"/>
                  </a:moveTo>
                  <a:cubicBezTo>
                    <a:pt x="1475" y="0"/>
                    <a:pt x="1453" y="3"/>
                    <a:pt x="1430" y="10"/>
                  </a:cubicBezTo>
                  <a:lnTo>
                    <a:pt x="247" y="327"/>
                  </a:lnTo>
                  <a:cubicBezTo>
                    <a:pt x="1" y="397"/>
                    <a:pt x="68" y="741"/>
                    <a:pt x="294" y="741"/>
                  </a:cubicBezTo>
                  <a:cubicBezTo>
                    <a:pt x="315" y="741"/>
                    <a:pt x="338" y="738"/>
                    <a:pt x="362" y="731"/>
                  </a:cubicBezTo>
                  <a:lnTo>
                    <a:pt x="1535" y="414"/>
                  </a:lnTo>
                  <a:cubicBezTo>
                    <a:pt x="1781" y="343"/>
                    <a:pt x="1714" y="0"/>
                    <a:pt x="1496"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7" name="Google Shape;13597;p65"/>
            <p:cNvSpPr/>
            <p:nvPr/>
          </p:nvSpPr>
          <p:spPr>
            <a:xfrm>
              <a:off x="5033434" y="3619630"/>
              <a:ext cx="34939" cy="61829"/>
            </a:xfrm>
            <a:custGeom>
              <a:avLst/>
              <a:gdLst/>
              <a:ahLst/>
              <a:cxnLst/>
              <a:rect l="l" t="t" r="r" b="b"/>
              <a:pathLst>
                <a:path w="1337" h="2366" extrusionOk="0">
                  <a:moveTo>
                    <a:pt x="404" y="0"/>
                  </a:moveTo>
                  <a:cubicBezTo>
                    <a:pt x="183" y="0"/>
                    <a:pt x="0" y="183"/>
                    <a:pt x="0" y="404"/>
                  </a:cubicBezTo>
                  <a:lnTo>
                    <a:pt x="0" y="1962"/>
                  </a:lnTo>
                  <a:cubicBezTo>
                    <a:pt x="0" y="2183"/>
                    <a:pt x="183" y="2366"/>
                    <a:pt x="404" y="2366"/>
                  </a:cubicBezTo>
                  <a:lnTo>
                    <a:pt x="933" y="2366"/>
                  </a:lnTo>
                  <a:cubicBezTo>
                    <a:pt x="1154" y="2366"/>
                    <a:pt x="1337" y="2183"/>
                    <a:pt x="1337" y="1962"/>
                  </a:cubicBezTo>
                  <a:lnTo>
                    <a:pt x="1337" y="404"/>
                  </a:lnTo>
                  <a:cubicBezTo>
                    <a:pt x="1337" y="183"/>
                    <a:pt x="1154" y="0"/>
                    <a:pt x="933"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8" name="Google Shape;13598;p65"/>
            <p:cNvSpPr/>
            <p:nvPr/>
          </p:nvSpPr>
          <p:spPr>
            <a:xfrm>
              <a:off x="5042215" y="3619682"/>
              <a:ext cx="26159" cy="61542"/>
            </a:xfrm>
            <a:custGeom>
              <a:avLst/>
              <a:gdLst/>
              <a:ahLst/>
              <a:cxnLst/>
              <a:rect l="l" t="t" r="r" b="b"/>
              <a:pathLst>
                <a:path w="1001" h="2355" extrusionOk="0">
                  <a:moveTo>
                    <a:pt x="34" y="1"/>
                  </a:moveTo>
                  <a:cubicBezTo>
                    <a:pt x="22" y="1"/>
                    <a:pt x="10" y="3"/>
                    <a:pt x="1" y="8"/>
                  </a:cubicBezTo>
                  <a:cubicBezTo>
                    <a:pt x="193" y="37"/>
                    <a:pt x="328" y="200"/>
                    <a:pt x="337" y="392"/>
                  </a:cubicBezTo>
                  <a:lnTo>
                    <a:pt x="337" y="1960"/>
                  </a:lnTo>
                  <a:cubicBezTo>
                    <a:pt x="328" y="2152"/>
                    <a:pt x="193" y="2316"/>
                    <a:pt x="1" y="2354"/>
                  </a:cubicBezTo>
                  <a:lnTo>
                    <a:pt x="597" y="2354"/>
                  </a:lnTo>
                  <a:cubicBezTo>
                    <a:pt x="818" y="2354"/>
                    <a:pt x="1001" y="2171"/>
                    <a:pt x="1001" y="1950"/>
                  </a:cubicBezTo>
                  <a:lnTo>
                    <a:pt x="1001" y="392"/>
                  </a:lnTo>
                  <a:cubicBezTo>
                    <a:pt x="991" y="171"/>
                    <a:pt x="818" y="8"/>
                    <a:pt x="597" y="8"/>
                  </a:cubicBezTo>
                  <a:lnTo>
                    <a:pt x="68" y="8"/>
                  </a:lnTo>
                  <a:cubicBezTo>
                    <a:pt x="58" y="3"/>
                    <a:pt x="46" y="1"/>
                    <a:pt x="34"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99" name="Google Shape;13599;p65"/>
          <p:cNvGrpSpPr/>
          <p:nvPr/>
        </p:nvGrpSpPr>
        <p:grpSpPr>
          <a:xfrm>
            <a:off x="5337774" y="1316603"/>
            <a:ext cx="245541" cy="360628"/>
            <a:chOff x="5339237" y="1501251"/>
            <a:chExt cx="245541" cy="360628"/>
          </a:xfrm>
        </p:grpSpPr>
        <p:sp>
          <p:nvSpPr>
            <p:cNvPr id="13600" name="Google Shape;13600;p65"/>
            <p:cNvSpPr/>
            <p:nvPr/>
          </p:nvSpPr>
          <p:spPr>
            <a:xfrm>
              <a:off x="5349794" y="1654021"/>
              <a:ext cx="220402" cy="10845"/>
            </a:xfrm>
            <a:custGeom>
              <a:avLst/>
              <a:gdLst/>
              <a:ahLst/>
              <a:cxnLst/>
              <a:rect l="l" t="t" r="r" b="b"/>
              <a:pathLst>
                <a:path w="8434" h="415" extrusionOk="0">
                  <a:moveTo>
                    <a:pt x="1" y="1"/>
                  </a:moveTo>
                  <a:lnTo>
                    <a:pt x="1" y="414"/>
                  </a:lnTo>
                  <a:lnTo>
                    <a:pt x="8434" y="414"/>
                  </a:lnTo>
                  <a:lnTo>
                    <a:pt x="8434" y="1"/>
                  </a:ln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1" name="Google Shape;13601;p65"/>
            <p:cNvSpPr/>
            <p:nvPr/>
          </p:nvSpPr>
          <p:spPr>
            <a:xfrm>
              <a:off x="5349794" y="1659562"/>
              <a:ext cx="220402" cy="5305"/>
            </a:xfrm>
            <a:custGeom>
              <a:avLst/>
              <a:gdLst/>
              <a:ahLst/>
              <a:cxnLst/>
              <a:rect l="l" t="t" r="r" b="b"/>
              <a:pathLst>
                <a:path w="8434" h="203" extrusionOk="0">
                  <a:moveTo>
                    <a:pt x="1" y="0"/>
                  </a:moveTo>
                  <a:lnTo>
                    <a:pt x="1" y="202"/>
                  </a:lnTo>
                  <a:lnTo>
                    <a:pt x="8434" y="202"/>
                  </a:lnTo>
                  <a:lnTo>
                    <a:pt x="8434" y="0"/>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2" name="Google Shape;13602;p65"/>
            <p:cNvSpPr/>
            <p:nvPr/>
          </p:nvSpPr>
          <p:spPr>
            <a:xfrm>
              <a:off x="5447791" y="1779170"/>
              <a:ext cx="28432" cy="70636"/>
            </a:xfrm>
            <a:custGeom>
              <a:avLst/>
              <a:gdLst/>
              <a:ahLst/>
              <a:cxnLst/>
              <a:rect l="l" t="t" r="r" b="b"/>
              <a:pathLst>
                <a:path w="1088" h="2703" extrusionOk="0">
                  <a:moveTo>
                    <a:pt x="1" y="0"/>
                  </a:moveTo>
                  <a:lnTo>
                    <a:pt x="1" y="2703"/>
                  </a:lnTo>
                  <a:lnTo>
                    <a:pt x="1087" y="2703"/>
                  </a:lnTo>
                  <a:lnTo>
                    <a:pt x="1087"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3" name="Google Shape;13603;p65"/>
            <p:cNvSpPr/>
            <p:nvPr/>
          </p:nvSpPr>
          <p:spPr>
            <a:xfrm>
              <a:off x="5462112" y="1779170"/>
              <a:ext cx="14112" cy="70636"/>
            </a:xfrm>
            <a:custGeom>
              <a:avLst/>
              <a:gdLst/>
              <a:ahLst/>
              <a:cxnLst/>
              <a:rect l="l" t="t" r="r" b="b"/>
              <a:pathLst>
                <a:path w="540" h="2703" extrusionOk="0">
                  <a:moveTo>
                    <a:pt x="1" y="0"/>
                  </a:moveTo>
                  <a:lnTo>
                    <a:pt x="1" y="2703"/>
                  </a:lnTo>
                  <a:lnTo>
                    <a:pt x="539" y="2703"/>
                  </a:lnTo>
                  <a:lnTo>
                    <a:pt x="539"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4" name="Google Shape;13604;p65"/>
            <p:cNvSpPr/>
            <p:nvPr/>
          </p:nvSpPr>
          <p:spPr>
            <a:xfrm>
              <a:off x="5378958" y="1501251"/>
              <a:ext cx="166359" cy="249539"/>
            </a:xfrm>
            <a:custGeom>
              <a:avLst/>
              <a:gdLst/>
              <a:ahLst/>
              <a:cxnLst/>
              <a:rect l="l" t="t" r="r" b="b"/>
              <a:pathLst>
                <a:path w="6366" h="9549" extrusionOk="0">
                  <a:moveTo>
                    <a:pt x="1923" y="0"/>
                  </a:moveTo>
                  <a:cubicBezTo>
                    <a:pt x="856" y="0"/>
                    <a:pt x="0" y="866"/>
                    <a:pt x="0" y="1923"/>
                  </a:cubicBezTo>
                  <a:lnTo>
                    <a:pt x="0" y="7626"/>
                  </a:lnTo>
                  <a:cubicBezTo>
                    <a:pt x="0" y="8693"/>
                    <a:pt x="856" y="9549"/>
                    <a:pt x="1923" y="9549"/>
                  </a:cubicBezTo>
                  <a:lnTo>
                    <a:pt x="4433" y="9549"/>
                  </a:lnTo>
                  <a:cubicBezTo>
                    <a:pt x="5500" y="9549"/>
                    <a:pt x="6366" y="8693"/>
                    <a:pt x="6356" y="7626"/>
                  </a:cubicBezTo>
                  <a:lnTo>
                    <a:pt x="6356" y="1923"/>
                  </a:lnTo>
                  <a:cubicBezTo>
                    <a:pt x="6356" y="866"/>
                    <a:pt x="5500" y="0"/>
                    <a:pt x="4433" y="0"/>
                  </a:cubicBezTo>
                  <a:close/>
                </a:path>
              </a:pathLst>
            </a:custGeom>
            <a:solidFill>
              <a:srgbClr val="ED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5" name="Google Shape;13605;p65"/>
            <p:cNvSpPr/>
            <p:nvPr/>
          </p:nvSpPr>
          <p:spPr>
            <a:xfrm>
              <a:off x="5457094" y="1501251"/>
              <a:ext cx="88223" cy="249539"/>
            </a:xfrm>
            <a:custGeom>
              <a:avLst/>
              <a:gdLst/>
              <a:ahLst/>
              <a:cxnLst/>
              <a:rect l="l" t="t" r="r" b="b"/>
              <a:pathLst>
                <a:path w="3376" h="9549" extrusionOk="0">
                  <a:moveTo>
                    <a:pt x="1" y="0"/>
                  </a:moveTo>
                  <a:cubicBezTo>
                    <a:pt x="1068" y="0"/>
                    <a:pt x="1924" y="866"/>
                    <a:pt x="1924" y="1923"/>
                  </a:cubicBezTo>
                  <a:lnTo>
                    <a:pt x="1924" y="7626"/>
                  </a:lnTo>
                  <a:cubicBezTo>
                    <a:pt x="1924" y="8683"/>
                    <a:pt x="1068" y="9549"/>
                    <a:pt x="1" y="9549"/>
                  </a:cubicBezTo>
                  <a:lnTo>
                    <a:pt x="1443" y="9549"/>
                  </a:lnTo>
                  <a:cubicBezTo>
                    <a:pt x="2510" y="9549"/>
                    <a:pt x="3366" y="8683"/>
                    <a:pt x="3366" y="7626"/>
                  </a:cubicBezTo>
                  <a:lnTo>
                    <a:pt x="3366" y="1923"/>
                  </a:lnTo>
                  <a:cubicBezTo>
                    <a:pt x="3376" y="866"/>
                    <a:pt x="2510" y="0"/>
                    <a:pt x="144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6" name="Google Shape;13606;p65"/>
            <p:cNvSpPr/>
            <p:nvPr/>
          </p:nvSpPr>
          <p:spPr>
            <a:xfrm>
              <a:off x="5446798" y="1611060"/>
              <a:ext cx="30418" cy="30183"/>
            </a:xfrm>
            <a:custGeom>
              <a:avLst/>
              <a:gdLst/>
              <a:ahLst/>
              <a:cxnLst/>
              <a:rect l="l" t="t" r="r" b="b"/>
              <a:pathLst>
                <a:path w="1164" h="1155" extrusionOk="0">
                  <a:moveTo>
                    <a:pt x="587" y="0"/>
                  </a:moveTo>
                  <a:cubicBezTo>
                    <a:pt x="260" y="0"/>
                    <a:pt x="0" y="250"/>
                    <a:pt x="0" y="577"/>
                  </a:cubicBezTo>
                  <a:cubicBezTo>
                    <a:pt x="0" y="895"/>
                    <a:pt x="260" y="1154"/>
                    <a:pt x="587" y="1154"/>
                  </a:cubicBezTo>
                  <a:cubicBezTo>
                    <a:pt x="904" y="1154"/>
                    <a:pt x="1164" y="895"/>
                    <a:pt x="1164" y="577"/>
                  </a:cubicBezTo>
                  <a:cubicBezTo>
                    <a:pt x="1164" y="250"/>
                    <a:pt x="904" y="0"/>
                    <a:pt x="587"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7" name="Google Shape;13607;p65"/>
            <p:cNvSpPr/>
            <p:nvPr/>
          </p:nvSpPr>
          <p:spPr>
            <a:xfrm>
              <a:off x="5356092" y="1836975"/>
              <a:ext cx="212091" cy="24904"/>
            </a:xfrm>
            <a:custGeom>
              <a:avLst/>
              <a:gdLst/>
              <a:ahLst/>
              <a:cxnLst/>
              <a:rect l="l" t="t" r="r" b="b"/>
              <a:pathLst>
                <a:path w="8116" h="953" extrusionOk="0">
                  <a:moveTo>
                    <a:pt x="952" y="0"/>
                  </a:moveTo>
                  <a:cubicBezTo>
                    <a:pt x="423" y="0"/>
                    <a:pt x="0" y="423"/>
                    <a:pt x="0" y="952"/>
                  </a:cubicBezTo>
                  <a:lnTo>
                    <a:pt x="8116" y="952"/>
                  </a:lnTo>
                  <a:cubicBezTo>
                    <a:pt x="8116" y="423"/>
                    <a:pt x="7683" y="0"/>
                    <a:pt x="7154"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8" name="Google Shape;13608;p65"/>
            <p:cNvSpPr/>
            <p:nvPr/>
          </p:nvSpPr>
          <p:spPr>
            <a:xfrm>
              <a:off x="5339237" y="1637192"/>
              <a:ext cx="245541" cy="155332"/>
            </a:xfrm>
            <a:custGeom>
              <a:avLst/>
              <a:gdLst/>
              <a:ahLst/>
              <a:cxnLst/>
              <a:rect l="l" t="t" r="r" b="b"/>
              <a:pathLst>
                <a:path w="9396" h="5944" extrusionOk="0">
                  <a:moveTo>
                    <a:pt x="395" y="0"/>
                  </a:moveTo>
                  <a:cubicBezTo>
                    <a:pt x="174" y="0"/>
                    <a:pt x="1" y="183"/>
                    <a:pt x="1" y="404"/>
                  </a:cubicBezTo>
                  <a:lnTo>
                    <a:pt x="1" y="2549"/>
                  </a:lnTo>
                  <a:cubicBezTo>
                    <a:pt x="1" y="4424"/>
                    <a:pt x="1520" y="5943"/>
                    <a:pt x="3395" y="5943"/>
                  </a:cubicBezTo>
                  <a:lnTo>
                    <a:pt x="6001" y="5943"/>
                  </a:lnTo>
                  <a:cubicBezTo>
                    <a:pt x="7876" y="5943"/>
                    <a:pt x="9396" y="4424"/>
                    <a:pt x="9396" y="2549"/>
                  </a:cubicBezTo>
                  <a:lnTo>
                    <a:pt x="9396" y="404"/>
                  </a:lnTo>
                  <a:cubicBezTo>
                    <a:pt x="9396" y="183"/>
                    <a:pt x="9223" y="0"/>
                    <a:pt x="9001" y="0"/>
                  </a:cubicBezTo>
                  <a:cubicBezTo>
                    <a:pt x="8780" y="0"/>
                    <a:pt x="8597" y="183"/>
                    <a:pt x="8597" y="404"/>
                  </a:cubicBezTo>
                  <a:lnTo>
                    <a:pt x="8597" y="2549"/>
                  </a:lnTo>
                  <a:cubicBezTo>
                    <a:pt x="8597" y="3981"/>
                    <a:pt x="7434" y="5145"/>
                    <a:pt x="6001" y="5145"/>
                  </a:cubicBezTo>
                  <a:lnTo>
                    <a:pt x="3395" y="5145"/>
                  </a:lnTo>
                  <a:cubicBezTo>
                    <a:pt x="1962" y="5145"/>
                    <a:pt x="799" y="3981"/>
                    <a:pt x="799" y="2549"/>
                  </a:cubicBezTo>
                  <a:lnTo>
                    <a:pt x="799" y="404"/>
                  </a:lnTo>
                  <a:cubicBezTo>
                    <a:pt x="799" y="183"/>
                    <a:pt x="616" y="0"/>
                    <a:pt x="395"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09" name="Google Shape;13609;p65"/>
            <p:cNvSpPr/>
            <p:nvPr/>
          </p:nvSpPr>
          <p:spPr>
            <a:xfrm>
              <a:off x="5378697" y="1609544"/>
              <a:ext cx="56577" cy="10845"/>
            </a:xfrm>
            <a:custGeom>
              <a:avLst/>
              <a:gdLst/>
              <a:ahLst/>
              <a:cxnLst/>
              <a:rect l="l" t="t" r="r" b="b"/>
              <a:pathLst>
                <a:path w="2165" h="415" extrusionOk="0">
                  <a:moveTo>
                    <a:pt x="0" y="1"/>
                  </a:moveTo>
                  <a:lnTo>
                    <a:pt x="0" y="414"/>
                  </a:lnTo>
                  <a:lnTo>
                    <a:pt x="1914" y="414"/>
                  </a:lnTo>
                  <a:cubicBezTo>
                    <a:pt x="2164" y="395"/>
                    <a:pt x="2164" y="20"/>
                    <a:pt x="1914"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0" name="Google Shape;13610;p65"/>
            <p:cNvSpPr/>
            <p:nvPr/>
          </p:nvSpPr>
          <p:spPr>
            <a:xfrm>
              <a:off x="5378697" y="1631913"/>
              <a:ext cx="55296" cy="10819"/>
            </a:xfrm>
            <a:custGeom>
              <a:avLst/>
              <a:gdLst/>
              <a:ahLst/>
              <a:cxnLst/>
              <a:rect l="l" t="t" r="r" b="b"/>
              <a:pathLst>
                <a:path w="2116" h="414" extrusionOk="0">
                  <a:moveTo>
                    <a:pt x="0" y="0"/>
                  </a:moveTo>
                  <a:lnTo>
                    <a:pt x="0" y="414"/>
                  </a:lnTo>
                  <a:lnTo>
                    <a:pt x="1914" y="414"/>
                  </a:lnTo>
                  <a:cubicBezTo>
                    <a:pt x="2020" y="414"/>
                    <a:pt x="2116" y="318"/>
                    <a:pt x="2116" y="202"/>
                  </a:cubicBezTo>
                  <a:cubicBezTo>
                    <a:pt x="2116" y="87"/>
                    <a:pt x="2020" y="0"/>
                    <a:pt x="1914"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1" name="Google Shape;13611;p65"/>
            <p:cNvSpPr/>
            <p:nvPr/>
          </p:nvSpPr>
          <p:spPr>
            <a:xfrm>
              <a:off x="5378697" y="1654021"/>
              <a:ext cx="71394" cy="10845"/>
            </a:xfrm>
            <a:custGeom>
              <a:avLst/>
              <a:gdLst/>
              <a:ahLst/>
              <a:cxnLst/>
              <a:rect l="l" t="t" r="r" b="b"/>
              <a:pathLst>
                <a:path w="2732" h="415" extrusionOk="0">
                  <a:moveTo>
                    <a:pt x="0" y="1"/>
                  </a:moveTo>
                  <a:lnTo>
                    <a:pt x="0" y="414"/>
                  </a:lnTo>
                  <a:lnTo>
                    <a:pt x="2529" y="414"/>
                  </a:lnTo>
                  <a:cubicBezTo>
                    <a:pt x="2645" y="414"/>
                    <a:pt x="2731" y="328"/>
                    <a:pt x="2731" y="212"/>
                  </a:cubicBezTo>
                  <a:cubicBezTo>
                    <a:pt x="2731" y="97"/>
                    <a:pt x="2645" y="1"/>
                    <a:pt x="252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2" name="Google Shape;13612;p65"/>
            <p:cNvSpPr/>
            <p:nvPr/>
          </p:nvSpPr>
          <p:spPr>
            <a:xfrm>
              <a:off x="5378697" y="1564805"/>
              <a:ext cx="72648" cy="10845"/>
            </a:xfrm>
            <a:custGeom>
              <a:avLst/>
              <a:gdLst/>
              <a:ahLst/>
              <a:cxnLst/>
              <a:rect l="l" t="t" r="r" b="b"/>
              <a:pathLst>
                <a:path w="2780" h="415" extrusionOk="0">
                  <a:moveTo>
                    <a:pt x="0" y="1"/>
                  </a:moveTo>
                  <a:lnTo>
                    <a:pt x="0" y="414"/>
                  </a:lnTo>
                  <a:lnTo>
                    <a:pt x="2529" y="414"/>
                  </a:lnTo>
                  <a:cubicBezTo>
                    <a:pt x="2780" y="395"/>
                    <a:pt x="2780" y="20"/>
                    <a:pt x="252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3" name="Google Shape;13613;p65"/>
            <p:cNvSpPr/>
            <p:nvPr/>
          </p:nvSpPr>
          <p:spPr>
            <a:xfrm>
              <a:off x="5378697" y="1587175"/>
              <a:ext cx="72648" cy="10845"/>
            </a:xfrm>
            <a:custGeom>
              <a:avLst/>
              <a:gdLst/>
              <a:ahLst/>
              <a:cxnLst/>
              <a:rect l="l" t="t" r="r" b="b"/>
              <a:pathLst>
                <a:path w="2780" h="415" extrusionOk="0">
                  <a:moveTo>
                    <a:pt x="0" y="1"/>
                  </a:moveTo>
                  <a:lnTo>
                    <a:pt x="0" y="414"/>
                  </a:lnTo>
                  <a:lnTo>
                    <a:pt x="2529" y="414"/>
                  </a:lnTo>
                  <a:cubicBezTo>
                    <a:pt x="2780" y="395"/>
                    <a:pt x="2780" y="20"/>
                    <a:pt x="252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4" name="Google Shape;13614;p65"/>
            <p:cNvSpPr/>
            <p:nvPr/>
          </p:nvSpPr>
          <p:spPr>
            <a:xfrm>
              <a:off x="5378697" y="1676391"/>
              <a:ext cx="71394" cy="10819"/>
            </a:xfrm>
            <a:custGeom>
              <a:avLst/>
              <a:gdLst/>
              <a:ahLst/>
              <a:cxnLst/>
              <a:rect l="l" t="t" r="r" b="b"/>
              <a:pathLst>
                <a:path w="2732" h="414" extrusionOk="0">
                  <a:moveTo>
                    <a:pt x="0" y="0"/>
                  </a:moveTo>
                  <a:lnTo>
                    <a:pt x="0" y="414"/>
                  </a:lnTo>
                  <a:lnTo>
                    <a:pt x="2529" y="414"/>
                  </a:lnTo>
                  <a:cubicBezTo>
                    <a:pt x="2645" y="414"/>
                    <a:pt x="2731" y="327"/>
                    <a:pt x="2731" y="212"/>
                  </a:cubicBezTo>
                  <a:cubicBezTo>
                    <a:pt x="2731" y="97"/>
                    <a:pt x="2645" y="0"/>
                    <a:pt x="252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5" name="Google Shape;13615;p65"/>
            <p:cNvSpPr/>
            <p:nvPr/>
          </p:nvSpPr>
          <p:spPr>
            <a:xfrm>
              <a:off x="5473923" y="1654257"/>
              <a:ext cx="71394" cy="10610"/>
            </a:xfrm>
            <a:custGeom>
              <a:avLst/>
              <a:gdLst/>
              <a:ahLst/>
              <a:cxnLst/>
              <a:rect l="l" t="t" r="r" b="b"/>
              <a:pathLst>
                <a:path w="2732" h="406" extrusionOk="0">
                  <a:moveTo>
                    <a:pt x="187" y="1"/>
                  </a:moveTo>
                  <a:cubicBezTo>
                    <a:pt x="80" y="1"/>
                    <a:pt x="1" y="93"/>
                    <a:pt x="1" y="203"/>
                  </a:cubicBezTo>
                  <a:cubicBezTo>
                    <a:pt x="1" y="319"/>
                    <a:pt x="87" y="405"/>
                    <a:pt x="203" y="405"/>
                  </a:cubicBezTo>
                  <a:lnTo>
                    <a:pt x="2732" y="405"/>
                  </a:lnTo>
                  <a:lnTo>
                    <a:pt x="2732" y="1"/>
                  </a:lnTo>
                  <a:lnTo>
                    <a:pt x="203" y="1"/>
                  </a:lnTo>
                  <a:cubicBezTo>
                    <a:pt x="198" y="1"/>
                    <a:pt x="192" y="1"/>
                    <a:pt x="18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6" name="Google Shape;13616;p65"/>
            <p:cNvSpPr/>
            <p:nvPr/>
          </p:nvSpPr>
          <p:spPr>
            <a:xfrm>
              <a:off x="5490021" y="1631913"/>
              <a:ext cx="55296" cy="10819"/>
            </a:xfrm>
            <a:custGeom>
              <a:avLst/>
              <a:gdLst/>
              <a:ahLst/>
              <a:cxnLst/>
              <a:rect l="l" t="t" r="r" b="b"/>
              <a:pathLst>
                <a:path w="2116" h="414" extrusionOk="0">
                  <a:moveTo>
                    <a:pt x="212" y="0"/>
                  </a:moveTo>
                  <a:cubicBezTo>
                    <a:pt x="97" y="0"/>
                    <a:pt x="0" y="87"/>
                    <a:pt x="0" y="202"/>
                  </a:cubicBezTo>
                  <a:cubicBezTo>
                    <a:pt x="0" y="318"/>
                    <a:pt x="97" y="414"/>
                    <a:pt x="212" y="414"/>
                  </a:cubicBezTo>
                  <a:lnTo>
                    <a:pt x="2116" y="414"/>
                  </a:lnTo>
                  <a:lnTo>
                    <a:pt x="2116"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7" name="Google Shape;13617;p65"/>
            <p:cNvSpPr/>
            <p:nvPr/>
          </p:nvSpPr>
          <p:spPr>
            <a:xfrm>
              <a:off x="5472669" y="1676391"/>
              <a:ext cx="72648" cy="10819"/>
            </a:xfrm>
            <a:custGeom>
              <a:avLst/>
              <a:gdLst/>
              <a:ahLst/>
              <a:cxnLst/>
              <a:rect l="l" t="t" r="r" b="b"/>
              <a:pathLst>
                <a:path w="2780" h="414" extrusionOk="0">
                  <a:moveTo>
                    <a:pt x="251" y="0"/>
                  </a:moveTo>
                  <a:cubicBezTo>
                    <a:pt x="1" y="20"/>
                    <a:pt x="1" y="395"/>
                    <a:pt x="251" y="414"/>
                  </a:cubicBezTo>
                  <a:lnTo>
                    <a:pt x="2780" y="414"/>
                  </a:lnTo>
                  <a:lnTo>
                    <a:pt x="2780"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8" name="Google Shape;13618;p65"/>
            <p:cNvSpPr/>
            <p:nvPr/>
          </p:nvSpPr>
          <p:spPr>
            <a:xfrm>
              <a:off x="5473923" y="1587175"/>
              <a:ext cx="71394" cy="10845"/>
            </a:xfrm>
            <a:custGeom>
              <a:avLst/>
              <a:gdLst/>
              <a:ahLst/>
              <a:cxnLst/>
              <a:rect l="l" t="t" r="r" b="b"/>
              <a:pathLst>
                <a:path w="2732" h="415" extrusionOk="0">
                  <a:moveTo>
                    <a:pt x="203" y="1"/>
                  </a:moveTo>
                  <a:cubicBezTo>
                    <a:pt x="87" y="1"/>
                    <a:pt x="1" y="97"/>
                    <a:pt x="1" y="203"/>
                  </a:cubicBezTo>
                  <a:cubicBezTo>
                    <a:pt x="1" y="318"/>
                    <a:pt x="87" y="414"/>
                    <a:pt x="203" y="414"/>
                  </a:cubicBezTo>
                  <a:lnTo>
                    <a:pt x="2732" y="414"/>
                  </a:lnTo>
                  <a:lnTo>
                    <a:pt x="273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19" name="Google Shape;13619;p65"/>
            <p:cNvSpPr/>
            <p:nvPr/>
          </p:nvSpPr>
          <p:spPr>
            <a:xfrm>
              <a:off x="5473923" y="1564805"/>
              <a:ext cx="71394" cy="10845"/>
            </a:xfrm>
            <a:custGeom>
              <a:avLst/>
              <a:gdLst/>
              <a:ahLst/>
              <a:cxnLst/>
              <a:rect l="l" t="t" r="r" b="b"/>
              <a:pathLst>
                <a:path w="2732" h="415" extrusionOk="0">
                  <a:moveTo>
                    <a:pt x="203" y="1"/>
                  </a:moveTo>
                  <a:cubicBezTo>
                    <a:pt x="87" y="1"/>
                    <a:pt x="1" y="97"/>
                    <a:pt x="1" y="212"/>
                  </a:cubicBezTo>
                  <a:cubicBezTo>
                    <a:pt x="1" y="318"/>
                    <a:pt x="87" y="414"/>
                    <a:pt x="203" y="414"/>
                  </a:cubicBezTo>
                  <a:lnTo>
                    <a:pt x="2732" y="414"/>
                  </a:lnTo>
                  <a:lnTo>
                    <a:pt x="2732"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0" name="Google Shape;13620;p65"/>
            <p:cNvSpPr/>
            <p:nvPr/>
          </p:nvSpPr>
          <p:spPr>
            <a:xfrm>
              <a:off x="5490021" y="1609544"/>
              <a:ext cx="55296" cy="10845"/>
            </a:xfrm>
            <a:custGeom>
              <a:avLst/>
              <a:gdLst/>
              <a:ahLst/>
              <a:cxnLst/>
              <a:rect l="l" t="t" r="r" b="b"/>
              <a:pathLst>
                <a:path w="2116" h="415" extrusionOk="0">
                  <a:moveTo>
                    <a:pt x="212" y="1"/>
                  </a:moveTo>
                  <a:cubicBezTo>
                    <a:pt x="97" y="1"/>
                    <a:pt x="0" y="87"/>
                    <a:pt x="0" y="203"/>
                  </a:cubicBezTo>
                  <a:cubicBezTo>
                    <a:pt x="0" y="318"/>
                    <a:pt x="97" y="414"/>
                    <a:pt x="212" y="414"/>
                  </a:cubicBezTo>
                  <a:lnTo>
                    <a:pt x="2116" y="414"/>
                  </a:lnTo>
                  <a:lnTo>
                    <a:pt x="2116" y="1"/>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1" name="Google Shape;13621;p65"/>
            <p:cNvSpPr/>
            <p:nvPr/>
          </p:nvSpPr>
          <p:spPr>
            <a:xfrm>
              <a:off x="5490021" y="1501251"/>
              <a:ext cx="10819" cy="39852"/>
            </a:xfrm>
            <a:custGeom>
              <a:avLst/>
              <a:gdLst/>
              <a:ahLst/>
              <a:cxnLst/>
              <a:rect l="l" t="t" r="r" b="b"/>
              <a:pathLst>
                <a:path w="414" h="1525" extrusionOk="0">
                  <a:moveTo>
                    <a:pt x="0" y="0"/>
                  </a:moveTo>
                  <a:lnTo>
                    <a:pt x="0" y="1337"/>
                  </a:lnTo>
                  <a:cubicBezTo>
                    <a:pt x="10" y="1462"/>
                    <a:pt x="109" y="1524"/>
                    <a:pt x="207" y="1524"/>
                  </a:cubicBezTo>
                  <a:cubicBezTo>
                    <a:pt x="306" y="1524"/>
                    <a:pt x="404" y="1462"/>
                    <a:pt x="414" y="1337"/>
                  </a:cubicBezTo>
                  <a:lnTo>
                    <a:pt x="414" y="10"/>
                  </a:lnTo>
                  <a:cubicBezTo>
                    <a:pt x="337" y="0"/>
                    <a:pt x="260" y="0"/>
                    <a:pt x="18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2" name="Google Shape;13622;p65"/>
            <p:cNvSpPr/>
            <p:nvPr/>
          </p:nvSpPr>
          <p:spPr>
            <a:xfrm>
              <a:off x="5423435" y="1501251"/>
              <a:ext cx="10558" cy="39852"/>
            </a:xfrm>
            <a:custGeom>
              <a:avLst/>
              <a:gdLst/>
              <a:ahLst/>
              <a:cxnLst/>
              <a:rect l="l" t="t" r="r" b="b"/>
              <a:pathLst>
                <a:path w="404" h="1525" extrusionOk="0">
                  <a:moveTo>
                    <a:pt x="221" y="0"/>
                  </a:moveTo>
                  <a:cubicBezTo>
                    <a:pt x="144" y="0"/>
                    <a:pt x="67" y="0"/>
                    <a:pt x="0" y="10"/>
                  </a:cubicBezTo>
                  <a:lnTo>
                    <a:pt x="0" y="1337"/>
                  </a:lnTo>
                  <a:cubicBezTo>
                    <a:pt x="10" y="1462"/>
                    <a:pt x="106" y="1524"/>
                    <a:pt x="202" y="1524"/>
                  </a:cubicBezTo>
                  <a:cubicBezTo>
                    <a:pt x="298" y="1524"/>
                    <a:pt x="394" y="1462"/>
                    <a:pt x="404" y="1337"/>
                  </a:cubicBezTo>
                  <a:lnTo>
                    <a:pt x="40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3" name="Google Shape;13623;p65"/>
            <p:cNvSpPr/>
            <p:nvPr/>
          </p:nvSpPr>
          <p:spPr>
            <a:xfrm>
              <a:off x="5467652" y="1501251"/>
              <a:ext cx="10845" cy="40479"/>
            </a:xfrm>
            <a:custGeom>
              <a:avLst/>
              <a:gdLst/>
              <a:ahLst/>
              <a:cxnLst/>
              <a:rect l="l" t="t" r="r" b="b"/>
              <a:pathLst>
                <a:path w="415" h="1549" extrusionOk="0">
                  <a:moveTo>
                    <a:pt x="1" y="0"/>
                  </a:moveTo>
                  <a:lnTo>
                    <a:pt x="1" y="1337"/>
                  </a:lnTo>
                  <a:cubicBezTo>
                    <a:pt x="1" y="1452"/>
                    <a:pt x="97" y="1539"/>
                    <a:pt x="212" y="1548"/>
                  </a:cubicBezTo>
                  <a:cubicBezTo>
                    <a:pt x="327" y="1548"/>
                    <a:pt x="414" y="1452"/>
                    <a:pt x="414" y="1337"/>
                  </a:cubicBezTo>
                  <a:lnTo>
                    <a:pt x="41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4" name="Google Shape;13624;p65"/>
            <p:cNvSpPr/>
            <p:nvPr/>
          </p:nvSpPr>
          <p:spPr>
            <a:xfrm>
              <a:off x="5490021" y="1501486"/>
              <a:ext cx="10819" cy="24904"/>
            </a:xfrm>
            <a:custGeom>
              <a:avLst/>
              <a:gdLst/>
              <a:ahLst/>
              <a:cxnLst/>
              <a:rect l="l" t="t" r="r" b="b"/>
              <a:pathLst>
                <a:path w="414" h="953" extrusionOk="0">
                  <a:moveTo>
                    <a:pt x="0" y="1"/>
                  </a:moveTo>
                  <a:lnTo>
                    <a:pt x="0" y="453"/>
                  </a:lnTo>
                  <a:cubicBezTo>
                    <a:pt x="164" y="597"/>
                    <a:pt x="298" y="760"/>
                    <a:pt x="414" y="953"/>
                  </a:cubicBezTo>
                  <a:lnTo>
                    <a:pt x="414"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5" name="Google Shape;13625;p65"/>
            <p:cNvSpPr/>
            <p:nvPr/>
          </p:nvSpPr>
          <p:spPr>
            <a:xfrm>
              <a:off x="5467652" y="1501251"/>
              <a:ext cx="10845" cy="4782"/>
            </a:xfrm>
            <a:custGeom>
              <a:avLst/>
              <a:gdLst/>
              <a:ahLst/>
              <a:cxnLst/>
              <a:rect l="l" t="t" r="r" b="b"/>
              <a:pathLst>
                <a:path w="415" h="183" extrusionOk="0">
                  <a:moveTo>
                    <a:pt x="1" y="0"/>
                  </a:moveTo>
                  <a:lnTo>
                    <a:pt x="1" y="39"/>
                  </a:lnTo>
                  <a:cubicBezTo>
                    <a:pt x="145" y="77"/>
                    <a:pt x="279" y="115"/>
                    <a:pt x="414" y="183"/>
                  </a:cubicBezTo>
                  <a:lnTo>
                    <a:pt x="414" y="0"/>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6" name="Google Shape;13626;p65"/>
            <p:cNvSpPr/>
            <p:nvPr/>
          </p:nvSpPr>
          <p:spPr>
            <a:xfrm>
              <a:off x="5445544" y="1501251"/>
              <a:ext cx="10819" cy="40479"/>
            </a:xfrm>
            <a:custGeom>
              <a:avLst/>
              <a:gdLst/>
              <a:ahLst/>
              <a:cxnLst/>
              <a:rect l="l" t="t" r="r" b="b"/>
              <a:pathLst>
                <a:path w="414" h="1549" extrusionOk="0">
                  <a:moveTo>
                    <a:pt x="0" y="0"/>
                  </a:moveTo>
                  <a:lnTo>
                    <a:pt x="0" y="1337"/>
                  </a:lnTo>
                  <a:cubicBezTo>
                    <a:pt x="0" y="1452"/>
                    <a:pt x="87" y="1539"/>
                    <a:pt x="202" y="1548"/>
                  </a:cubicBezTo>
                  <a:cubicBezTo>
                    <a:pt x="318" y="1548"/>
                    <a:pt x="414" y="1452"/>
                    <a:pt x="414" y="1337"/>
                  </a:cubicBezTo>
                  <a:lnTo>
                    <a:pt x="414"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7" name="Google Shape;13627;p65"/>
            <p:cNvSpPr/>
            <p:nvPr/>
          </p:nvSpPr>
          <p:spPr>
            <a:xfrm>
              <a:off x="5490021" y="1710572"/>
              <a:ext cx="10819" cy="40218"/>
            </a:xfrm>
            <a:custGeom>
              <a:avLst/>
              <a:gdLst/>
              <a:ahLst/>
              <a:cxnLst/>
              <a:rect l="l" t="t" r="r" b="b"/>
              <a:pathLst>
                <a:path w="414" h="1539" extrusionOk="0">
                  <a:moveTo>
                    <a:pt x="202" y="0"/>
                  </a:moveTo>
                  <a:cubicBezTo>
                    <a:pt x="87" y="0"/>
                    <a:pt x="0" y="87"/>
                    <a:pt x="0" y="202"/>
                  </a:cubicBezTo>
                  <a:lnTo>
                    <a:pt x="0" y="1539"/>
                  </a:lnTo>
                  <a:lnTo>
                    <a:pt x="183" y="1539"/>
                  </a:lnTo>
                  <a:cubicBezTo>
                    <a:pt x="260" y="1539"/>
                    <a:pt x="337" y="1539"/>
                    <a:pt x="404" y="1529"/>
                  </a:cubicBezTo>
                  <a:lnTo>
                    <a:pt x="404" y="202"/>
                  </a:lnTo>
                  <a:cubicBezTo>
                    <a:pt x="414" y="87"/>
                    <a:pt x="318" y="0"/>
                    <a:pt x="202"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8" name="Google Shape;13628;p65"/>
            <p:cNvSpPr/>
            <p:nvPr/>
          </p:nvSpPr>
          <p:spPr>
            <a:xfrm>
              <a:off x="5457094" y="1501251"/>
              <a:ext cx="88223" cy="249539"/>
            </a:xfrm>
            <a:custGeom>
              <a:avLst/>
              <a:gdLst/>
              <a:ahLst/>
              <a:cxnLst/>
              <a:rect l="l" t="t" r="r" b="b"/>
              <a:pathLst>
                <a:path w="3376" h="9549" extrusionOk="0">
                  <a:moveTo>
                    <a:pt x="1" y="0"/>
                  </a:moveTo>
                  <a:cubicBezTo>
                    <a:pt x="1068" y="0"/>
                    <a:pt x="1924" y="866"/>
                    <a:pt x="1924" y="1923"/>
                  </a:cubicBezTo>
                  <a:lnTo>
                    <a:pt x="1924" y="7626"/>
                  </a:lnTo>
                  <a:cubicBezTo>
                    <a:pt x="1924" y="8683"/>
                    <a:pt x="1068" y="9549"/>
                    <a:pt x="1" y="9549"/>
                  </a:cubicBezTo>
                  <a:lnTo>
                    <a:pt x="1443" y="9549"/>
                  </a:lnTo>
                  <a:cubicBezTo>
                    <a:pt x="2510" y="9549"/>
                    <a:pt x="3366" y="8683"/>
                    <a:pt x="3366" y="7626"/>
                  </a:cubicBezTo>
                  <a:lnTo>
                    <a:pt x="3366" y="1923"/>
                  </a:lnTo>
                  <a:cubicBezTo>
                    <a:pt x="3376" y="866"/>
                    <a:pt x="2510" y="0"/>
                    <a:pt x="1443"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29" name="Google Shape;13629;p65"/>
            <p:cNvSpPr/>
            <p:nvPr/>
          </p:nvSpPr>
          <p:spPr>
            <a:xfrm>
              <a:off x="5490021" y="1725886"/>
              <a:ext cx="10819" cy="24904"/>
            </a:xfrm>
            <a:custGeom>
              <a:avLst/>
              <a:gdLst/>
              <a:ahLst/>
              <a:cxnLst/>
              <a:rect l="l" t="t" r="r" b="b"/>
              <a:pathLst>
                <a:path w="414" h="953" extrusionOk="0">
                  <a:moveTo>
                    <a:pt x="414" y="1"/>
                  </a:moveTo>
                  <a:cubicBezTo>
                    <a:pt x="298" y="184"/>
                    <a:pt x="164" y="347"/>
                    <a:pt x="0" y="491"/>
                  </a:cubicBezTo>
                  <a:lnTo>
                    <a:pt x="0" y="953"/>
                  </a:lnTo>
                  <a:lnTo>
                    <a:pt x="414" y="953"/>
                  </a:lnTo>
                  <a:lnTo>
                    <a:pt x="414"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0" name="Google Shape;13630;p65"/>
            <p:cNvSpPr/>
            <p:nvPr/>
          </p:nvSpPr>
          <p:spPr>
            <a:xfrm>
              <a:off x="5423174" y="1710938"/>
              <a:ext cx="10819" cy="39852"/>
            </a:xfrm>
            <a:custGeom>
              <a:avLst/>
              <a:gdLst/>
              <a:ahLst/>
              <a:cxnLst/>
              <a:rect l="l" t="t" r="r" b="b"/>
              <a:pathLst>
                <a:path w="414" h="1525" extrusionOk="0">
                  <a:moveTo>
                    <a:pt x="211" y="1"/>
                  </a:moveTo>
                  <a:cubicBezTo>
                    <a:pt x="114" y="1"/>
                    <a:pt x="15" y="63"/>
                    <a:pt x="1" y="188"/>
                  </a:cubicBezTo>
                  <a:lnTo>
                    <a:pt x="1" y="1515"/>
                  </a:lnTo>
                  <a:cubicBezTo>
                    <a:pt x="77" y="1525"/>
                    <a:pt x="154" y="1525"/>
                    <a:pt x="231" y="1525"/>
                  </a:cubicBezTo>
                  <a:lnTo>
                    <a:pt x="414" y="1525"/>
                  </a:lnTo>
                  <a:lnTo>
                    <a:pt x="414" y="188"/>
                  </a:lnTo>
                  <a:cubicBezTo>
                    <a:pt x="404" y="63"/>
                    <a:pt x="308" y="1"/>
                    <a:pt x="211"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1" name="Google Shape;13631;p65"/>
            <p:cNvSpPr/>
            <p:nvPr/>
          </p:nvSpPr>
          <p:spPr>
            <a:xfrm>
              <a:off x="5445544" y="1710938"/>
              <a:ext cx="10819" cy="39852"/>
            </a:xfrm>
            <a:custGeom>
              <a:avLst/>
              <a:gdLst/>
              <a:ahLst/>
              <a:cxnLst/>
              <a:rect l="l" t="t" r="r" b="b"/>
              <a:pathLst>
                <a:path w="414" h="1525" extrusionOk="0">
                  <a:moveTo>
                    <a:pt x="207" y="1"/>
                  </a:moveTo>
                  <a:cubicBezTo>
                    <a:pt x="109" y="1"/>
                    <a:pt x="10" y="63"/>
                    <a:pt x="0" y="188"/>
                  </a:cubicBezTo>
                  <a:lnTo>
                    <a:pt x="0" y="1525"/>
                  </a:lnTo>
                  <a:lnTo>
                    <a:pt x="414" y="1525"/>
                  </a:lnTo>
                  <a:lnTo>
                    <a:pt x="414" y="188"/>
                  </a:lnTo>
                  <a:cubicBezTo>
                    <a:pt x="404" y="63"/>
                    <a:pt x="306" y="1"/>
                    <a:pt x="207"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2" name="Google Shape;13632;p65"/>
            <p:cNvSpPr/>
            <p:nvPr/>
          </p:nvSpPr>
          <p:spPr>
            <a:xfrm>
              <a:off x="5467652" y="1710546"/>
              <a:ext cx="10845" cy="40244"/>
            </a:xfrm>
            <a:custGeom>
              <a:avLst/>
              <a:gdLst/>
              <a:ahLst/>
              <a:cxnLst/>
              <a:rect l="l" t="t" r="r" b="b"/>
              <a:pathLst>
                <a:path w="415" h="1540" extrusionOk="0">
                  <a:moveTo>
                    <a:pt x="196" y="1"/>
                  </a:moveTo>
                  <a:cubicBezTo>
                    <a:pt x="88" y="1"/>
                    <a:pt x="1" y="93"/>
                    <a:pt x="1" y="203"/>
                  </a:cubicBezTo>
                  <a:lnTo>
                    <a:pt x="1" y="1540"/>
                  </a:lnTo>
                  <a:lnTo>
                    <a:pt x="414" y="1540"/>
                  </a:lnTo>
                  <a:lnTo>
                    <a:pt x="414" y="203"/>
                  </a:lnTo>
                  <a:cubicBezTo>
                    <a:pt x="414" y="88"/>
                    <a:pt x="327" y="1"/>
                    <a:pt x="212" y="1"/>
                  </a:cubicBezTo>
                  <a:cubicBezTo>
                    <a:pt x="207" y="1"/>
                    <a:pt x="201" y="1"/>
                    <a:pt x="19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3" name="Google Shape;13633;p65"/>
            <p:cNvSpPr/>
            <p:nvPr/>
          </p:nvSpPr>
          <p:spPr>
            <a:xfrm>
              <a:off x="5467652" y="1746243"/>
              <a:ext cx="10845" cy="4547"/>
            </a:xfrm>
            <a:custGeom>
              <a:avLst/>
              <a:gdLst/>
              <a:ahLst/>
              <a:cxnLst/>
              <a:rect l="l" t="t" r="r" b="b"/>
              <a:pathLst>
                <a:path w="415" h="174" extrusionOk="0">
                  <a:moveTo>
                    <a:pt x="414" y="1"/>
                  </a:moveTo>
                  <a:cubicBezTo>
                    <a:pt x="279" y="58"/>
                    <a:pt x="145" y="106"/>
                    <a:pt x="1" y="135"/>
                  </a:cubicBezTo>
                  <a:lnTo>
                    <a:pt x="1" y="174"/>
                  </a:lnTo>
                  <a:lnTo>
                    <a:pt x="414" y="174"/>
                  </a:lnTo>
                  <a:lnTo>
                    <a:pt x="414"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4" name="Google Shape;13634;p65"/>
            <p:cNvSpPr/>
            <p:nvPr/>
          </p:nvSpPr>
          <p:spPr>
            <a:xfrm>
              <a:off x="5507608" y="1609544"/>
              <a:ext cx="37709" cy="10845"/>
            </a:xfrm>
            <a:custGeom>
              <a:avLst/>
              <a:gdLst/>
              <a:ahLst/>
              <a:cxnLst/>
              <a:rect l="l" t="t" r="r" b="b"/>
              <a:pathLst>
                <a:path w="1443" h="415" extrusionOk="0">
                  <a:moveTo>
                    <a:pt x="0" y="1"/>
                  </a:moveTo>
                  <a:lnTo>
                    <a:pt x="0" y="414"/>
                  </a:lnTo>
                  <a:lnTo>
                    <a:pt x="1443" y="414"/>
                  </a:lnTo>
                  <a:lnTo>
                    <a:pt x="1443"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5" name="Google Shape;13635;p65"/>
            <p:cNvSpPr/>
            <p:nvPr/>
          </p:nvSpPr>
          <p:spPr>
            <a:xfrm>
              <a:off x="5507608" y="1654021"/>
              <a:ext cx="37709" cy="10845"/>
            </a:xfrm>
            <a:custGeom>
              <a:avLst/>
              <a:gdLst/>
              <a:ahLst/>
              <a:cxnLst/>
              <a:rect l="l" t="t" r="r" b="b"/>
              <a:pathLst>
                <a:path w="1443" h="415" extrusionOk="0">
                  <a:moveTo>
                    <a:pt x="0" y="1"/>
                  </a:moveTo>
                  <a:lnTo>
                    <a:pt x="0" y="414"/>
                  </a:lnTo>
                  <a:lnTo>
                    <a:pt x="1443" y="414"/>
                  </a:lnTo>
                  <a:lnTo>
                    <a:pt x="1443"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6" name="Google Shape;13636;p65"/>
            <p:cNvSpPr/>
            <p:nvPr/>
          </p:nvSpPr>
          <p:spPr>
            <a:xfrm>
              <a:off x="5507608" y="1631913"/>
              <a:ext cx="37709" cy="10819"/>
            </a:xfrm>
            <a:custGeom>
              <a:avLst/>
              <a:gdLst/>
              <a:ahLst/>
              <a:cxnLst/>
              <a:rect l="l" t="t" r="r" b="b"/>
              <a:pathLst>
                <a:path w="1443" h="414" extrusionOk="0">
                  <a:moveTo>
                    <a:pt x="0" y="0"/>
                  </a:moveTo>
                  <a:lnTo>
                    <a:pt x="0" y="414"/>
                  </a:lnTo>
                  <a:lnTo>
                    <a:pt x="1443" y="414"/>
                  </a:lnTo>
                  <a:lnTo>
                    <a:pt x="1443" y="0"/>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7" name="Google Shape;13637;p65"/>
            <p:cNvSpPr/>
            <p:nvPr/>
          </p:nvSpPr>
          <p:spPr>
            <a:xfrm>
              <a:off x="5507608" y="1676391"/>
              <a:ext cx="37709" cy="10819"/>
            </a:xfrm>
            <a:custGeom>
              <a:avLst/>
              <a:gdLst/>
              <a:ahLst/>
              <a:cxnLst/>
              <a:rect l="l" t="t" r="r" b="b"/>
              <a:pathLst>
                <a:path w="1443" h="414" extrusionOk="0">
                  <a:moveTo>
                    <a:pt x="0" y="0"/>
                  </a:moveTo>
                  <a:lnTo>
                    <a:pt x="0" y="414"/>
                  </a:lnTo>
                  <a:lnTo>
                    <a:pt x="1443" y="414"/>
                  </a:lnTo>
                  <a:lnTo>
                    <a:pt x="1443" y="0"/>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8" name="Google Shape;13638;p65"/>
            <p:cNvSpPr/>
            <p:nvPr/>
          </p:nvSpPr>
          <p:spPr>
            <a:xfrm>
              <a:off x="5507608" y="1564805"/>
              <a:ext cx="37709" cy="10845"/>
            </a:xfrm>
            <a:custGeom>
              <a:avLst/>
              <a:gdLst/>
              <a:ahLst/>
              <a:cxnLst/>
              <a:rect l="l" t="t" r="r" b="b"/>
              <a:pathLst>
                <a:path w="1443" h="415" extrusionOk="0">
                  <a:moveTo>
                    <a:pt x="0" y="1"/>
                  </a:moveTo>
                  <a:lnTo>
                    <a:pt x="0" y="414"/>
                  </a:lnTo>
                  <a:lnTo>
                    <a:pt x="1443" y="414"/>
                  </a:lnTo>
                  <a:lnTo>
                    <a:pt x="1443"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9" name="Google Shape;13639;p65"/>
            <p:cNvSpPr/>
            <p:nvPr/>
          </p:nvSpPr>
          <p:spPr>
            <a:xfrm>
              <a:off x="5507608" y="1587175"/>
              <a:ext cx="37709" cy="10845"/>
            </a:xfrm>
            <a:custGeom>
              <a:avLst/>
              <a:gdLst/>
              <a:ahLst/>
              <a:cxnLst/>
              <a:rect l="l" t="t" r="r" b="b"/>
              <a:pathLst>
                <a:path w="1443" h="415" extrusionOk="0">
                  <a:moveTo>
                    <a:pt x="0" y="1"/>
                  </a:moveTo>
                  <a:lnTo>
                    <a:pt x="0" y="414"/>
                  </a:lnTo>
                  <a:lnTo>
                    <a:pt x="1443" y="414"/>
                  </a:lnTo>
                  <a:lnTo>
                    <a:pt x="1443" y="1"/>
                  </a:lnTo>
                  <a:close/>
                </a:path>
              </a:pathLst>
            </a:custGeom>
            <a:solidFill>
              <a:srgbClr val="AABA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0" name="Google Shape;13640;p65"/>
            <p:cNvSpPr/>
            <p:nvPr/>
          </p:nvSpPr>
          <p:spPr>
            <a:xfrm>
              <a:off x="5462112" y="1637192"/>
              <a:ext cx="122666" cy="155332"/>
            </a:xfrm>
            <a:custGeom>
              <a:avLst/>
              <a:gdLst/>
              <a:ahLst/>
              <a:cxnLst/>
              <a:rect l="l" t="t" r="r" b="b"/>
              <a:pathLst>
                <a:path w="4694" h="5944" extrusionOk="0">
                  <a:moveTo>
                    <a:pt x="4299" y="0"/>
                  </a:moveTo>
                  <a:cubicBezTo>
                    <a:pt x="4078" y="0"/>
                    <a:pt x="3895" y="183"/>
                    <a:pt x="3895" y="404"/>
                  </a:cubicBezTo>
                  <a:lnTo>
                    <a:pt x="3895" y="2549"/>
                  </a:lnTo>
                  <a:cubicBezTo>
                    <a:pt x="3895" y="3981"/>
                    <a:pt x="2732" y="5145"/>
                    <a:pt x="1299" y="5145"/>
                  </a:cubicBezTo>
                  <a:lnTo>
                    <a:pt x="1" y="5145"/>
                  </a:lnTo>
                  <a:lnTo>
                    <a:pt x="1" y="5943"/>
                  </a:lnTo>
                  <a:lnTo>
                    <a:pt x="1299" y="5943"/>
                  </a:lnTo>
                  <a:cubicBezTo>
                    <a:pt x="3174" y="5943"/>
                    <a:pt x="4694" y="4424"/>
                    <a:pt x="4694" y="2549"/>
                  </a:cubicBezTo>
                  <a:lnTo>
                    <a:pt x="4694" y="404"/>
                  </a:lnTo>
                  <a:cubicBezTo>
                    <a:pt x="4694" y="183"/>
                    <a:pt x="4521" y="0"/>
                    <a:pt x="4299" y="0"/>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1" name="Google Shape;13641;p65"/>
            <p:cNvSpPr/>
            <p:nvPr/>
          </p:nvSpPr>
          <p:spPr>
            <a:xfrm>
              <a:off x="5462112" y="1836975"/>
              <a:ext cx="106072" cy="24904"/>
            </a:xfrm>
            <a:custGeom>
              <a:avLst/>
              <a:gdLst/>
              <a:ahLst/>
              <a:cxnLst/>
              <a:rect l="l" t="t" r="r" b="b"/>
              <a:pathLst>
                <a:path w="4059" h="953" extrusionOk="0">
                  <a:moveTo>
                    <a:pt x="1" y="0"/>
                  </a:moveTo>
                  <a:lnTo>
                    <a:pt x="1" y="952"/>
                  </a:lnTo>
                  <a:lnTo>
                    <a:pt x="4059" y="952"/>
                  </a:lnTo>
                  <a:cubicBezTo>
                    <a:pt x="4059" y="423"/>
                    <a:pt x="3626" y="0"/>
                    <a:pt x="3097" y="0"/>
                  </a:cubicBezTo>
                  <a:close/>
                </a:path>
              </a:pathLst>
            </a:custGeom>
            <a:solidFill>
              <a:srgbClr val="798F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42" name="Google Shape;13642;p65"/>
          <p:cNvGrpSpPr/>
          <p:nvPr/>
        </p:nvGrpSpPr>
        <p:grpSpPr>
          <a:xfrm>
            <a:off x="7958001" y="2289568"/>
            <a:ext cx="370428" cy="261926"/>
            <a:chOff x="7959464" y="2474216"/>
            <a:chExt cx="370428" cy="261926"/>
          </a:xfrm>
        </p:grpSpPr>
        <p:sp>
          <p:nvSpPr>
            <p:cNvPr id="13643" name="Google Shape;13643;p65"/>
            <p:cNvSpPr/>
            <p:nvPr/>
          </p:nvSpPr>
          <p:spPr>
            <a:xfrm>
              <a:off x="8125301" y="2474216"/>
              <a:ext cx="204591" cy="234252"/>
            </a:xfrm>
            <a:custGeom>
              <a:avLst/>
              <a:gdLst/>
              <a:ahLst/>
              <a:cxnLst/>
              <a:rect l="l" t="t" r="r" b="b"/>
              <a:pathLst>
                <a:path w="7829" h="8964" extrusionOk="0">
                  <a:moveTo>
                    <a:pt x="2748" y="0"/>
                  </a:moveTo>
                  <a:cubicBezTo>
                    <a:pt x="1947" y="0"/>
                    <a:pt x="1256" y="559"/>
                    <a:pt x="1078" y="1338"/>
                  </a:cubicBezTo>
                  <a:lnTo>
                    <a:pt x="962" y="1905"/>
                  </a:lnTo>
                  <a:cubicBezTo>
                    <a:pt x="885" y="2232"/>
                    <a:pt x="751" y="2540"/>
                    <a:pt x="558" y="2819"/>
                  </a:cubicBezTo>
                  <a:cubicBezTo>
                    <a:pt x="145" y="3396"/>
                    <a:pt x="1" y="4127"/>
                    <a:pt x="145" y="4819"/>
                  </a:cubicBezTo>
                  <a:lnTo>
                    <a:pt x="578" y="7242"/>
                  </a:lnTo>
                  <a:cubicBezTo>
                    <a:pt x="693" y="7886"/>
                    <a:pt x="1155" y="8415"/>
                    <a:pt x="1770" y="8627"/>
                  </a:cubicBezTo>
                  <a:lnTo>
                    <a:pt x="2126" y="8742"/>
                  </a:lnTo>
                  <a:lnTo>
                    <a:pt x="2491" y="8867"/>
                  </a:lnTo>
                  <a:cubicBezTo>
                    <a:pt x="2680" y="8932"/>
                    <a:pt x="2874" y="8963"/>
                    <a:pt x="3068" y="8963"/>
                  </a:cubicBezTo>
                  <a:cubicBezTo>
                    <a:pt x="3507" y="8963"/>
                    <a:pt x="3940" y="8802"/>
                    <a:pt x="4280" y="8502"/>
                  </a:cubicBezTo>
                  <a:lnTo>
                    <a:pt x="6097" y="6848"/>
                  </a:lnTo>
                  <a:cubicBezTo>
                    <a:pt x="6645" y="6386"/>
                    <a:pt x="6972" y="5723"/>
                    <a:pt x="7001" y="5011"/>
                  </a:cubicBezTo>
                  <a:cubicBezTo>
                    <a:pt x="7020" y="4675"/>
                    <a:pt x="7097" y="4348"/>
                    <a:pt x="7232" y="4050"/>
                  </a:cubicBezTo>
                  <a:lnTo>
                    <a:pt x="7472" y="3530"/>
                  </a:lnTo>
                  <a:cubicBezTo>
                    <a:pt x="7828" y="2780"/>
                    <a:pt x="7597" y="1886"/>
                    <a:pt x="6934" y="1405"/>
                  </a:cubicBezTo>
                  <a:cubicBezTo>
                    <a:pt x="5732" y="530"/>
                    <a:pt x="4289" y="40"/>
                    <a:pt x="2809" y="1"/>
                  </a:cubicBezTo>
                  <a:cubicBezTo>
                    <a:pt x="2788" y="1"/>
                    <a:pt x="2768" y="0"/>
                    <a:pt x="2748"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4" name="Google Shape;13644;p65"/>
            <p:cNvSpPr/>
            <p:nvPr/>
          </p:nvSpPr>
          <p:spPr>
            <a:xfrm>
              <a:off x="8142653" y="2500375"/>
              <a:ext cx="187239" cy="208093"/>
            </a:xfrm>
            <a:custGeom>
              <a:avLst/>
              <a:gdLst/>
              <a:ahLst/>
              <a:cxnLst/>
              <a:rect l="l" t="t" r="r" b="b"/>
              <a:pathLst>
                <a:path w="7165" h="7963" extrusionOk="0">
                  <a:moveTo>
                    <a:pt x="5654" y="0"/>
                  </a:moveTo>
                  <a:lnTo>
                    <a:pt x="5654" y="0"/>
                  </a:lnTo>
                  <a:cubicBezTo>
                    <a:pt x="5856" y="462"/>
                    <a:pt x="5856" y="981"/>
                    <a:pt x="5645" y="1433"/>
                  </a:cubicBezTo>
                  <a:lnTo>
                    <a:pt x="5404" y="1952"/>
                  </a:lnTo>
                  <a:cubicBezTo>
                    <a:pt x="5260" y="2251"/>
                    <a:pt x="5174" y="2587"/>
                    <a:pt x="5164" y="2924"/>
                  </a:cubicBezTo>
                  <a:cubicBezTo>
                    <a:pt x="5126" y="3635"/>
                    <a:pt x="4799" y="4299"/>
                    <a:pt x="4251" y="4760"/>
                  </a:cubicBezTo>
                  <a:lnTo>
                    <a:pt x="2433" y="6405"/>
                  </a:lnTo>
                  <a:cubicBezTo>
                    <a:pt x="2095" y="6709"/>
                    <a:pt x="1666" y="6868"/>
                    <a:pt x="1230" y="6868"/>
                  </a:cubicBezTo>
                  <a:cubicBezTo>
                    <a:pt x="1034" y="6868"/>
                    <a:pt x="836" y="6836"/>
                    <a:pt x="644" y="6770"/>
                  </a:cubicBezTo>
                  <a:lnTo>
                    <a:pt x="289" y="6655"/>
                  </a:lnTo>
                  <a:lnTo>
                    <a:pt x="0" y="6559"/>
                  </a:lnTo>
                  <a:lnTo>
                    <a:pt x="0" y="6559"/>
                  </a:lnTo>
                  <a:cubicBezTo>
                    <a:pt x="193" y="7059"/>
                    <a:pt x="596" y="7453"/>
                    <a:pt x="1106" y="7626"/>
                  </a:cubicBezTo>
                  <a:lnTo>
                    <a:pt x="1462" y="7751"/>
                  </a:lnTo>
                  <a:lnTo>
                    <a:pt x="1827" y="7866"/>
                  </a:lnTo>
                  <a:cubicBezTo>
                    <a:pt x="2016" y="7931"/>
                    <a:pt x="2210" y="7962"/>
                    <a:pt x="2404" y="7962"/>
                  </a:cubicBezTo>
                  <a:cubicBezTo>
                    <a:pt x="2842" y="7962"/>
                    <a:pt x="3273" y="7801"/>
                    <a:pt x="3606" y="7501"/>
                  </a:cubicBezTo>
                  <a:lnTo>
                    <a:pt x="5433" y="5847"/>
                  </a:lnTo>
                  <a:cubicBezTo>
                    <a:pt x="5972" y="5385"/>
                    <a:pt x="6299" y="4722"/>
                    <a:pt x="6337" y="4010"/>
                  </a:cubicBezTo>
                  <a:cubicBezTo>
                    <a:pt x="6356" y="3674"/>
                    <a:pt x="6433" y="3347"/>
                    <a:pt x="6578" y="3039"/>
                  </a:cubicBezTo>
                  <a:lnTo>
                    <a:pt x="6818" y="2520"/>
                  </a:lnTo>
                  <a:cubicBezTo>
                    <a:pt x="7164" y="1779"/>
                    <a:pt x="6933" y="885"/>
                    <a:pt x="6270" y="404"/>
                  </a:cubicBezTo>
                  <a:cubicBezTo>
                    <a:pt x="6068" y="260"/>
                    <a:pt x="5866" y="125"/>
                    <a:pt x="5654"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5" name="Google Shape;13645;p65"/>
            <p:cNvSpPr/>
            <p:nvPr/>
          </p:nvSpPr>
          <p:spPr>
            <a:xfrm>
              <a:off x="8159743" y="2625053"/>
              <a:ext cx="76411" cy="48998"/>
            </a:xfrm>
            <a:custGeom>
              <a:avLst/>
              <a:gdLst/>
              <a:ahLst/>
              <a:cxnLst/>
              <a:rect l="l" t="t" r="r" b="b"/>
              <a:pathLst>
                <a:path w="2924" h="1875" extrusionOk="0">
                  <a:moveTo>
                    <a:pt x="1343" y="1"/>
                  </a:moveTo>
                  <a:cubicBezTo>
                    <a:pt x="752" y="1"/>
                    <a:pt x="199" y="371"/>
                    <a:pt x="0" y="961"/>
                  </a:cubicBezTo>
                  <a:cubicBezTo>
                    <a:pt x="206" y="911"/>
                    <a:pt x="414" y="886"/>
                    <a:pt x="619" y="886"/>
                  </a:cubicBezTo>
                  <a:cubicBezTo>
                    <a:pt x="1364" y="886"/>
                    <a:pt x="2082" y="1205"/>
                    <a:pt x="2587" y="1778"/>
                  </a:cubicBezTo>
                  <a:lnTo>
                    <a:pt x="2673" y="1874"/>
                  </a:lnTo>
                  <a:cubicBezTo>
                    <a:pt x="2923" y="1134"/>
                    <a:pt x="2529" y="336"/>
                    <a:pt x="1798" y="76"/>
                  </a:cubicBezTo>
                  <a:cubicBezTo>
                    <a:pt x="1648" y="25"/>
                    <a:pt x="1494" y="1"/>
                    <a:pt x="1343" y="1"/>
                  </a:cubicBez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6" name="Google Shape;13646;p65"/>
            <p:cNvSpPr/>
            <p:nvPr/>
          </p:nvSpPr>
          <p:spPr>
            <a:xfrm>
              <a:off x="8196433" y="2565157"/>
              <a:ext cx="38206" cy="52082"/>
            </a:xfrm>
            <a:custGeom>
              <a:avLst/>
              <a:gdLst/>
              <a:ahLst/>
              <a:cxnLst/>
              <a:rect l="l" t="t" r="r" b="b"/>
              <a:pathLst>
                <a:path w="1462" h="1993" extrusionOk="0">
                  <a:moveTo>
                    <a:pt x="1178" y="1"/>
                  </a:moveTo>
                  <a:cubicBezTo>
                    <a:pt x="1128" y="1"/>
                    <a:pt x="1075" y="21"/>
                    <a:pt x="1029" y="70"/>
                  </a:cubicBezTo>
                  <a:lnTo>
                    <a:pt x="212" y="1050"/>
                  </a:lnTo>
                  <a:cubicBezTo>
                    <a:pt x="0" y="1300"/>
                    <a:pt x="115" y="1685"/>
                    <a:pt x="423" y="1791"/>
                  </a:cubicBezTo>
                  <a:lnTo>
                    <a:pt x="962" y="1974"/>
                  </a:lnTo>
                  <a:cubicBezTo>
                    <a:pt x="981" y="1983"/>
                    <a:pt x="1010" y="1993"/>
                    <a:pt x="1029" y="1993"/>
                  </a:cubicBezTo>
                  <a:cubicBezTo>
                    <a:pt x="1269" y="1983"/>
                    <a:pt x="1317" y="1656"/>
                    <a:pt x="1096" y="1579"/>
                  </a:cubicBezTo>
                  <a:lnTo>
                    <a:pt x="558" y="1397"/>
                  </a:lnTo>
                  <a:cubicBezTo>
                    <a:pt x="529" y="1387"/>
                    <a:pt x="519" y="1349"/>
                    <a:pt x="539" y="1320"/>
                  </a:cubicBezTo>
                  <a:lnTo>
                    <a:pt x="1346" y="339"/>
                  </a:lnTo>
                  <a:cubicBezTo>
                    <a:pt x="1461" y="181"/>
                    <a:pt x="1329" y="1"/>
                    <a:pt x="1178"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7" name="Google Shape;13647;p65"/>
            <p:cNvSpPr/>
            <p:nvPr/>
          </p:nvSpPr>
          <p:spPr>
            <a:xfrm>
              <a:off x="8161259" y="2530427"/>
              <a:ext cx="55532" cy="22082"/>
            </a:xfrm>
            <a:custGeom>
              <a:avLst/>
              <a:gdLst/>
              <a:ahLst/>
              <a:cxnLst/>
              <a:rect l="l" t="t" r="r" b="b"/>
              <a:pathLst>
                <a:path w="2125" h="845" extrusionOk="0">
                  <a:moveTo>
                    <a:pt x="1083" y="1"/>
                  </a:moveTo>
                  <a:cubicBezTo>
                    <a:pt x="1041" y="1"/>
                    <a:pt x="997" y="2"/>
                    <a:pt x="952" y="4"/>
                  </a:cubicBezTo>
                  <a:cubicBezTo>
                    <a:pt x="711" y="14"/>
                    <a:pt x="461" y="52"/>
                    <a:pt x="231" y="120"/>
                  </a:cubicBezTo>
                  <a:cubicBezTo>
                    <a:pt x="1" y="199"/>
                    <a:pt x="80" y="531"/>
                    <a:pt x="289" y="531"/>
                  </a:cubicBezTo>
                  <a:cubicBezTo>
                    <a:pt x="307" y="531"/>
                    <a:pt x="326" y="529"/>
                    <a:pt x="346" y="524"/>
                  </a:cubicBezTo>
                  <a:cubicBezTo>
                    <a:pt x="558" y="466"/>
                    <a:pt x="769" y="427"/>
                    <a:pt x="981" y="418"/>
                  </a:cubicBezTo>
                  <a:cubicBezTo>
                    <a:pt x="1007" y="417"/>
                    <a:pt x="1034" y="416"/>
                    <a:pt x="1062" y="416"/>
                  </a:cubicBezTo>
                  <a:cubicBezTo>
                    <a:pt x="1285" y="416"/>
                    <a:pt x="1534" y="455"/>
                    <a:pt x="1654" y="601"/>
                  </a:cubicBezTo>
                  <a:cubicBezTo>
                    <a:pt x="1631" y="738"/>
                    <a:pt x="1741" y="845"/>
                    <a:pt x="1860" y="845"/>
                  </a:cubicBezTo>
                  <a:cubicBezTo>
                    <a:pt x="1891" y="845"/>
                    <a:pt x="1922" y="838"/>
                    <a:pt x="1952" y="822"/>
                  </a:cubicBezTo>
                  <a:cubicBezTo>
                    <a:pt x="2077" y="754"/>
                    <a:pt x="2125" y="601"/>
                    <a:pt x="2058" y="476"/>
                  </a:cubicBezTo>
                  <a:cubicBezTo>
                    <a:pt x="1950" y="251"/>
                    <a:pt x="1690" y="1"/>
                    <a:pt x="1083" y="1"/>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8" name="Google Shape;13648;p65"/>
            <p:cNvSpPr/>
            <p:nvPr/>
          </p:nvSpPr>
          <p:spPr>
            <a:xfrm>
              <a:off x="8246686" y="2553450"/>
              <a:ext cx="50880" cy="32352"/>
            </a:xfrm>
            <a:custGeom>
              <a:avLst/>
              <a:gdLst/>
              <a:ahLst/>
              <a:cxnLst/>
              <a:rect l="l" t="t" r="r" b="b"/>
              <a:pathLst>
                <a:path w="1947" h="1238" extrusionOk="0">
                  <a:moveTo>
                    <a:pt x="516" y="0"/>
                  </a:moveTo>
                  <a:cubicBezTo>
                    <a:pt x="386" y="0"/>
                    <a:pt x="278" y="32"/>
                    <a:pt x="193" y="75"/>
                  </a:cubicBezTo>
                  <a:cubicBezTo>
                    <a:pt x="58" y="133"/>
                    <a:pt x="0" y="287"/>
                    <a:pt x="68" y="412"/>
                  </a:cubicBezTo>
                  <a:cubicBezTo>
                    <a:pt x="103" y="493"/>
                    <a:pt x="178" y="534"/>
                    <a:pt x="254" y="534"/>
                  </a:cubicBezTo>
                  <a:cubicBezTo>
                    <a:pt x="322" y="534"/>
                    <a:pt x="392" y="500"/>
                    <a:pt x="433" y="431"/>
                  </a:cubicBezTo>
                  <a:cubicBezTo>
                    <a:pt x="461" y="424"/>
                    <a:pt x="489" y="421"/>
                    <a:pt x="518" y="421"/>
                  </a:cubicBezTo>
                  <a:cubicBezTo>
                    <a:pt x="885" y="421"/>
                    <a:pt x="1359" y="948"/>
                    <a:pt x="1520" y="1162"/>
                  </a:cubicBezTo>
                  <a:cubicBezTo>
                    <a:pt x="1565" y="1215"/>
                    <a:pt x="1620" y="1237"/>
                    <a:pt x="1673" y="1237"/>
                  </a:cubicBezTo>
                  <a:cubicBezTo>
                    <a:pt x="1815" y="1237"/>
                    <a:pt x="1947" y="1082"/>
                    <a:pt x="1856" y="922"/>
                  </a:cubicBezTo>
                  <a:cubicBezTo>
                    <a:pt x="1702" y="720"/>
                    <a:pt x="1539" y="537"/>
                    <a:pt x="1346" y="383"/>
                  </a:cubicBezTo>
                  <a:cubicBezTo>
                    <a:pt x="1014" y="93"/>
                    <a:pt x="735" y="0"/>
                    <a:pt x="516" y="0"/>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9" name="Google Shape;13649;p65"/>
            <p:cNvSpPr/>
            <p:nvPr/>
          </p:nvSpPr>
          <p:spPr>
            <a:xfrm>
              <a:off x="7959464" y="2502126"/>
              <a:ext cx="203311" cy="233990"/>
            </a:xfrm>
            <a:custGeom>
              <a:avLst/>
              <a:gdLst/>
              <a:ahLst/>
              <a:cxnLst/>
              <a:rect l="l" t="t" r="r" b="b"/>
              <a:pathLst>
                <a:path w="7780" h="8954" extrusionOk="0">
                  <a:moveTo>
                    <a:pt x="5023" y="0"/>
                  </a:moveTo>
                  <a:cubicBezTo>
                    <a:pt x="3574" y="0"/>
                    <a:pt x="2157" y="441"/>
                    <a:pt x="952" y="1251"/>
                  </a:cubicBezTo>
                  <a:cubicBezTo>
                    <a:pt x="269" y="1703"/>
                    <a:pt x="0" y="2587"/>
                    <a:pt x="327" y="3347"/>
                  </a:cubicBezTo>
                  <a:lnTo>
                    <a:pt x="548" y="3876"/>
                  </a:lnTo>
                  <a:cubicBezTo>
                    <a:pt x="683" y="4184"/>
                    <a:pt x="750" y="4520"/>
                    <a:pt x="760" y="4857"/>
                  </a:cubicBezTo>
                  <a:cubicBezTo>
                    <a:pt x="769" y="5568"/>
                    <a:pt x="1068" y="6242"/>
                    <a:pt x="1596" y="6722"/>
                  </a:cubicBezTo>
                  <a:lnTo>
                    <a:pt x="3356" y="8444"/>
                  </a:lnTo>
                  <a:cubicBezTo>
                    <a:pt x="3699" y="8773"/>
                    <a:pt x="4149" y="8954"/>
                    <a:pt x="4610" y="8954"/>
                  </a:cubicBezTo>
                  <a:cubicBezTo>
                    <a:pt x="4782" y="8954"/>
                    <a:pt x="4956" y="8929"/>
                    <a:pt x="5125" y="8876"/>
                  </a:cubicBezTo>
                  <a:lnTo>
                    <a:pt x="5491" y="8771"/>
                  </a:lnTo>
                  <a:lnTo>
                    <a:pt x="5847" y="8665"/>
                  </a:lnTo>
                  <a:cubicBezTo>
                    <a:pt x="6472" y="8472"/>
                    <a:pt x="6943" y="7963"/>
                    <a:pt x="7087" y="7328"/>
                  </a:cubicBezTo>
                  <a:lnTo>
                    <a:pt x="7606" y="4924"/>
                  </a:lnTo>
                  <a:cubicBezTo>
                    <a:pt x="7779" y="4232"/>
                    <a:pt x="7664" y="3501"/>
                    <a:pt x="7270" y="2905"/>
                  </a:cubicBezTo>
                  <a:cubicBezTo>
                    <a:pt x="7087" y="2616"/>
                    <a:pt x="6962" y="2299"/>
                    <a:pt x="6904" y="1972"/>
                  </a:cubicBezTo>
                  <a:lnTo>
                    <a:pt x="6799" y="1405"/>
                  </a:lnTo>
                  <a:cubicBezTo>
                    <a:pt x="6654" y="587"/>
                    <a:pt x="5943" y="1"/>
                    <a:pt x="5116" y="1"/>
                  </a:cubicBezTo>
                  <a:cubicBezTo>
                    <a:pt x="5085" y="0"/>
                    <a:pt x="5054" y="0"/>
                    <a:pt x="5023"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0" name="Google Shape;13650;p65"/>
            <p:cNvSpPr/>
            <p:nvPr/>
          </p:nvSpPr>
          <p:spPr>
            <a:xfrm>
              <a:off x="8061485" y="2502073"/>
              <a:ext cx="101290" cy="234069"/>
            </a:xfrm>
            <a:custGeom>
              <a:avLst/>
              <a:gdLst/>
              <a:ahLst/>
              <a:cxnLst/>
              <a:rect l="l" t="t" r="r" b="b"/>
              <a:pathLst>
                <a:path w="3876" h="8957" extrusionOk="0">
                  <a:moveTo>
                    <a:pt x="1048" y="0"/>
                  </a:moveTo>
                  <a:cubicBezTo>
                    <a:pt x="773" y="0"/>
                    <a:pt x="494" y="20"/>
                    <a:pt x="221" y="60"/>
                  </a:cubicBezTo>
                  <a:cubicBezTo>
                    <a:pt x="856" y="233"/>
                    <a:pt x="1337" y="753"/>
                    <a:pt x="1462" y="1407"/>
                  </a:cubicBezTo>
                  <a:lnTo>
                    <a:pt x="1558" y="1974"/>
                  </a:lnTo>
                  <a:cubicBezTo>
                    <a:pt x="1625" y="2301"/>
                    <a:pt x="1750" y="2618"/>
                    <a:pt x="1933" y="2907"/>
                  </a:cubicBezTo>
                  <a:cubicBezTo>
                    <a:pt x="2318" y="3503"/>
                    <a:pt x="2433" y="4234"/>
                    <a:pt x="2260" y="4926"/>
                  </a:cubicBezTo>
                  <a:lnTo>
                    <a:pt x="1741" y="7330"/>
                  </a:lnTo>
                  <a:cubicBezTo>
                    <a:pt x="1596" y="7965"/>
                    <a:pt x="1125" y="8474"/>
                    <a:pt x="500" y="8667"/>
                  </a:cubicBezTo>
                  <a:lnTo>
                    <a:pt x="135" y="8773"/>
                  </a:lnTo>
                  <a:lnTo>
                    <a:pt x="0" y="8821"/>
                  </a:lnTo>
                  <a:cubicBezTo>
                    <a:pt x="222" y="8909"/>
                    <a:pt x="457" y="8957"/>
                    <a:pt x="693" y="8957"/>
                  </a:cubicBezTo>
                  <a:cubicBezTo>
                    <a:pt x="867" y="8957"/>
                    <a:pt x="1041" y="8931"/>
                    <a:pt x="1212" y="8878"/>
                  </a:cubicBezTo>
                  <a:lnTo>
                    <a:pt x="1568" y="8773"/>
                  </a:lnTo>
                  <a:lnTo>
                    <a:pt x="1933" y="8667"/>
                  </a:lnTo>
                  <a:cubicBezTo>
                    <a:pt x="2558" y="8484"/>
                    <a:pt x="3039" y="7965"/>
                    <a:pt x="3183" y="7330"/>
                  </a:cubicBezTo>
                  <a:lnTo>
                    <a:pt x="3702" y="4926"/>
                  </a:lnTo>
                  <a:cubicBezTo>
                    <a:pt x="3875" y="4234"/>
                    <a:pt x="3750" y="3503"/>
                    <a:pt x="3366" y="2897"/>
                  </a:cubicBezTo>
                  <a:cubicBezTo>
                    <a:pt x="3183" y="2618"/>
                    <a:pt x="3058" y="2301"/>
                    <a:pt x="3000" y="1974"/>
                  </a:cubicBezTo>
                  <a:lnTo>
                    <a:pt x="2895" y="1407"/>
                  </a:lnTo>
                  <a:cubicBezTo>
                    <a:pt x="2750" y="589"/>
                    <a:pt x="2039" y="3"/>
                    <a:pt x="1212" y="3"/>
                  </a:cubicBezTo>
                  <a:cubicBezTo>
                    <a:pt x="1157" y="1"/>
                    <a:pt x="1103" y="0"/>
                    <a:pt x="1048"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1" name="Google Shape;13651;p65"/>
            <p:cNvSpPr/>
            <p:nvPr/>
          </p:nvSpPr>
          <p:spPr>
            <a:xfrm>
              <a:off x="8045388" y="2647370"/>
              <a:ext cx="76438" cy="47561"/>
            </a:xfrm>
            <a:custGeom>
              <a:avLst/>
              <a:gdLst/>
              <a:ahLst/>
              <a:cxnLst/>
              <a:rect l="l" t="t" r="r" b="b"/>
              <a:pathLst>
                <a:path w="2925" h="1820" extrusionOk="0">
                  <a:moveTo>
                    <a:pt x="2703" y="1"/>
                  </a:moveTo>
                  <a:lnTo>
                    <a:pt x="2616" y="97"/>
                  </a:lnTo>
                  <a:cubicBezTo>
                    <a:pt x="2110" y="625"/>
                    <a:pt x="1413" y="914"/>
                    <a:pt x="702" y="914"/>
                  </a:cubicBezTo>
                  <a:cubicBezTo>
                    <a:pt x="468" y="914"/>
                    <a:pt x="232" y="882"/>
                    <a:pt x="1" y="818"/>
                  </a:cubicBezTo>
                  <a:lnTo>
                    <a:pt x="1" y="818"/>
                  </a:lnTo>
                  <a:cubicBezTo>
                    <a:pt x="182" y="1425"/>
                    <a:pt x="745" y="1819"/>
                    <a:pt x="1356" y="1819"/>
                  </a:cubicBezTo>
                  <a:cubicBezTo>
                    <a:pt x="1490" y="1819"/>
                    <a:pt x="1626" y="1800"/>
                    <a:pt x="1761" y="1761"/>
                  </a:cubicBezTo>
                  <a:cubicBezTo>
                    <a:pt x="2501" y="1530"/>
                    <a:pt x="2924" y="751"/>
                    <a:pt x="2703" y="1"/>
                  </a:cubicBezTo>
                  <a:close/>
                </a:path>
              </a:pathLst>
            </a:custGeom>
            <a:solidFill>
              <a:srgbClr val="ACB8C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2" name="Google Shape;13652;p65"/>
            <p:cNvSpPr/>
            <p:nvPr/>
          </p:nvSpPr>
          <p:spPr>
            <a:xfrm>
              <a:off x="8055449" y="2591002"/>
              <a:ext cx="36246" cy="51376"/>
            </a:xfrm>
            <a:custGeom>
              <a:avLst/>
              <a:gdLst/>
              <a:ahLst/>
              <a:cxnLst/>
              <a:rect l="l" t="t" r="r" b="b"/>
              <a:pathLst>
                <a:path w="1387" h="1966" extrusionOk="0">
                  <a:moveTo>
                    <a:pt x="321" y="1"/>
                  </a:moveTo>
                  <a:cubicBezTo>
                    <a:pt x="223" y="1"/>
                    <a:pt x="125" y="64"/>
                    <a:pt x="116" y="196"/>
                  </a:cubicBezTo>
                  <a:lnTo>
                    <a:pt x="20" y="1465"/>
                  </a:lnTo>
                  <a:cubicBezTo>
                    <a:pt x="0" y="1735"/>
                    <a:pt x="212" y="1965"/>
                    <a:pt x="481" y="1965"/>
                  </a:cubicBezTo>
                  <a:cubicBezTo>
                    <a:pt x="529" y="1965"/>
                    <a:pt x="577" y="1956"/>
                    <a:pt x="616" y="1946"/>
                  </a:cubicBezTo>
                  <a:lnTo>
                    <a:pt x="1164" y="1783"/>
                  </a:lnTo>
                  <a:cubicBezTo>
                    <a:pt x="1387" y="1694"/>
                    <a:pt x="1312" y="1382"/>
                    <a:pt x="1102" y="1382"/>
                  </a:cubicBezTo>
                  <a:cubicBezTo>
                    <a:pt x="1085" y="1382"/>
                    <a:pt x="1067" y="1384"/>
                    <a:pt x="1049" y="1388"/>
                  </a:cubicBezTo>
                  <a:lnTo>
                    <a:pt x="500" y="1552"/>
                  </a:lnTo>
                  <a:cubicBezTo>
                    <a:pt x="462" y="1552"/>
                    <a:pt x="433" y="1533"/>
                    <a:pt x="433" y="1494"/>
                  </a:cubicBezTo>
                  <a:lnTo>
                    <a:pt x="529" y="225"/>
                  </a:lnTo>
                  <a:cubicBezTo>
                    <a:pt x="539" y="78"/>
                    <a:pt x="430" y="1"/>
                    <a:pt x="321"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3" name="Google Shape;13653;p65"/>
            <p:cNvSpPr/>
            <p:nvPr/>
          </p:nvSpPr>
          <p:spPr>
            <a:xfrm>
              <a:off x="7988758" y="2585854"/>
              <a:ext cx="54643" cy="23859"/>
            </a:xfrm>
            <a:custGeom>
              <a:avLst/>
              <a:gdLst/>
              <a:ahLst/>
              <a:cxnLst/>
              <a:rect l="l" t="t" r="r" b="b"/>
              <a:pathLst>
                <a:path w="2091" h="913" extrusionOk="0">
                  <a:moveTo>
                    <a:pt x="1494" y="1"/>
                  </a:moveTo>
                  <a:cubicBezTo>
                    <a:pt x="819" y="1"/>
                    <a:pt x="191" y="484"/>
                    <a:pt x="158" y="508"/>
                  </a:cubicBezTo>
                  <a:cubicBezTo>
                    <a:pt x="1" y="650"/>
                    <a:pt x="127" y="882"/>
                    <a:pt x="294" y="882"/>
                  </a:cubicBezTo>
                  <a:cubicBezTo>
                    <a:pt x="331" y="882"/>
                    <a:pt x="370" y="871"/>
                    <a:pt x="408" y="845"/>
                  </a:cubicBezTo>
                  <a:cubicBezTo>
                    <a:pt x="552" y="730"/>
                    <a:pt x="716" y="643"/>
                    <a:pt x="879" y="566"/>
                  </a:cubicBezTo>
                  <a:cubicBezTo>
                    <a:pt x="1081" y="470"/>
                    <a:pt x="1312" y="422"/>
                    <a:pt x="1543" y="422"/>
                  </a:cubicBezTo>
                  <a:lnTo>
                    <a:pt x="1447" y="605"/>
                  </a:lnTo>
                  <a:cubicBezTo>
                    <a:pt x="1379" y="749"/>
                    <a:pt x="1475" y="912"/>
                    <a:pt x="1639" y="912"/>
                  </a:cubicBezTo>
                  <a:cubicBezTo>
                    <a:pt x="1716" y="912"/>
                    <a:pt x="1783" y="864"/>
                    <a:pt x="1822" y="797"/>
                  </a:cubicBezTo>
                  <a:lnTo>
                    <a:pt x="2014" y="412"/>
                  </a:lnTo>
                  <a:cubicBezTo>
                    <a:pt x="2091" y="268"/>
                    <a:pt x="2014" y="95"/>
                    <a:pt x="1870" y="57"/>
                  </a:cubicBezTo>
                  <a:cubicBezTo>
                    <a:pt x="1745" y="18"/>
                    <a:pt x="1619" y="1"/>
                    <a:pt x="1494" y="1"/>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4" name="Google Shape;13654;p65"/>
            <p:cNvSpPr/>
            <p:nvPr/>
          </p:nvSpPr>
          <p:spPr>
            <a:xfrm>
              <a:off x="8075309" y="2560349"/>
              <a:ext cx="53284" cy="31019"/>
            </a:xfrm>
            <a:custGeom>
              <a:avLst/>
              <a:gdLst/>
              <a:ahLst/>
              <a:cxnLst/>
              <a:rect l="l" t="t" r="r" b="b"/>
              <a:pathLst>
                <a:path w="2039" h="1187" extrusionOk="0">
                  <a:moveTo>
                    <a:pt x="1642" y="1"/>
                  </a:moveTo>
                  <a:cubicBezTo>
                    <a:pt x="1321" y="1"/>
                    <a:pt x="522" y="51"/>
                    <a:pt x="96" y="561"/>
                  </a:cubicBezTo>
                  <a:cubicBezTo>
                    <a:pt x="0" y="686"/>
                    <a:pt x="29" y="869"/>
                    <a:pt x="173" y="946"/>
                  </a:cubicBezTo>
                  <a:lnTo>
                    <a:pt x="548" y="1158"/>
                  </a:lnTo>
                  <a:cubicBezTo>
                    <a:pt x="577" y="1177"/>
                    <a:pt x="616" y="1186"/>
                    <a:pt x="644" y="1186"/>
                  </a:cubicBezTo>
                  <a:lnTo>
                    <a:pt x="654" y="1186"/>
                  </a:lnTo>
                  <a:cubicBezTo>
                    <a:pt x="866" y="1186"/>
                    <a:pt x="942" y="908"/>
                    <a:pt x="760" y="792"/>
                  </a:cubicBezTo>
                  <a:lnTo>
                    <a:pt x="567" y="696"/>
                  </a:lnTo>
                  <a:cubicBezTo>
                    <a:pt x="902" y="443"/>
                    <a:pt x="1420" y="415"/>
                    <a:pt x="1643" y="415"/>
                  </a:cubicBezTo>
                  <a:cubicBezTo>
                    <a:pt x="1708" y="415"/>
                    <a:pt x="1748" y="417"/>
                    <a:pt x="1750" y="417"/>
                  </a:cubicBezTo>
                  <a:cubicBezTo>
                    <a:pt x="2010" y="417"/>
                    <a:pt x="2039" y="42"/>
                    <a:pt x="1779" y="4"/>
                  </a:cubicBezTo>
                  <a:cubicBezTo>
                    <a:pt x="1770" y="4"/>
                    <a:pt x="1720" y="1"/>
                    <a:pt x="1642" y="1"/>
                  </a:cubicBezTo>
                  <a:close/>
                </a:path>
              </a:pathLst>
            </a:custGeom>
            <a:solidFill>
              <a:srgbClr val="C3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55" name="Google Shape;13655;p65"/>
          <p:cNvGrpSpPr/>
          <p:nvPr/>
        </p:nvGrpSpPr>
        <p:grpSpPr>
          <a:xfrm>
            <a:off x="7517225" y="2273262"/>
            <a:ext cx="360629" cy="294461"/>
            <a:chOff x="7518687" y="2457909"/>
            <a:chExt cx="360629" cy="294461"/>
          </a:xfrm>
        </p:grpSpPr>
        <p:sp>
          <p:nvSpPr>
            <p:cNvPr id="13656" name="Google Shape;13656;p65"/>
            <p:cNvSpPr/>
            <p:nvPr/>
          </p:nvSpPr>
          <p:spPr>
            <a:xfrm>
              <a:off x="7671222" y="2457909"/>
              <a:ext cx="55558" cy="265376"/>
            </a:xfrm>
            <a:custGeom>
              <a:avLst/>
              <a:gdLst/>
              <a:ahLst/>
              <a:cxnLst/>
              <a:rect l="l" t="t" r="r" b="b"/>
              <a:pathLst>
                <a:path w="2126" h="10155" extrusionOk="0">
                  <a:moveTo>
                    <a:pt x="1068" y="0"/>
                  </a:moveTo>
                  <a:cubicBezTo>
                    <a:pt x="1068" y="0"/>
                    <a:pt x="1" y="2433"/>
                    <a:pt x="1" y="4645"/>
                  </a:cubicBezTo>
                  <a:cubicBezTo>
                    <a:pt x="1" y="6866"/>
                    <a:pt x="1068" y="10155"/>
                    <a:pt x="1068" y="10155"/>
                  </a:cubicBezTo>
                  <a:cubicBezTo>
                    <a:pt x="1068" y="10155"/>
                    <a:pt x="2126" y="6866"/>
                    <a:pt x="2126" y="4645"/>
                  </a:cubicBezTo>
                  <a:cubicBezTo>
                    <a:pt x="2126" y="2433"/>
                    <a:pt x="1068" y="0"/>
                    <a:pt x="1068"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7" name="Google Shape;13657;p65"/>
            <p:cNvSpPr/>
            <p:nvPr/>
          </p:nvSpPr>
          <p:spPr>
            <a:xfrm>
              <a:off x="7699106" y="2457909"/>
              <a:ext cx="27674" cy="265376"/>
            </a:xfrm>
            <a:custGeom>
              <a:avLst/>
              <a:gdLst/>
              <a:ahLst/>
              <a:cxnLst/>
              <a:rect l="l" t="t" r="r" b="b"/>
              <a:pathLst>
                <a:path w="1059" h="10155" extrusionOk="0">
                  <a:moveTo>
                    <a:pt x="1" y="0"/>
                  </a:moveTo>
                  <a:lnTo>
                    <a:pt x="1" y="10155"/>
                  </a:lnTo>
                  <a:cubicBezTo>
                    <a:pt x="1" y="10155"/>
                    <a:pt x="1059" y="6866"/>
                    <a:pt x="1059" y="4645"/>
                  </a:cubicBezTo>
                  <a:cubicBezTo>
                    <a:pt x="1059" y="2433"/>
                    <a:pt x="1" y="0"/>
                    <a:pt x="1"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8" name="Google Shape;13658;p65"/>
            <p:cNvSpPr/>
            <p:nvPr/>
          </p:nvSpPr>
          <p:spPr>
            <a:xfrm>
              <a:off x="7694088" y="2574251"/>
              <a:ext cx="9826" cy="149034"/>
            </a:xfrm>
            <a:custGeom>
              <a:avLst/>
              <a:gdLst/>
              <a:ahLst/>
              <a:cxnLst/>
              <a:rect l="l" t="t" r="r" b="b"/>
              <a:pathLst>
                <a:path w="376" h="5703" extrusionOk="0">
                  <a:moveTo>
                    <a:pt x="193" y="1"/>
                  </a:moveTo>
                  <a:cubicBezTo>
                    <a:pt x="106" y="1"/>
                    <a:pt x="39" y="3270"/>
                    <a:pt x="1" y="5078"/>
                  </a:cubicBezTo>
                  <a:cubicBezTo>
                    <a:pt x="116" y="5472"/>
                    <a:pt x="193" y="5703"/>
                    <a:pt x="193" y="5703"/>
                  </a:cubicBezTo>
                  <a:cubicBezTo>
                    <a:pt x="193" y="5703"/>
                    <a:pt x="260" y="5462"/>
                    <a:pt x="376" y="5078"/>
                  </a:cubicBezTo>
                  <a:cubicBezTo>
                    <a:pt x="347" y="3270"/>
                    <a:pt x="270" y="1"/>
                    <a:pt x="193" y="1"/>
                  </a:cubicBezTo>
                  <a:close/>
                </a:path>
              </a:pathLst>
            </a:custGeom>
            <a:solidFill>
              <a:srgbClr val="AFC0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9" name="Google Shape;13659;p65"/>
            <p:cNvSpPr/>
            <p:nvPr/>
          </p:nvSpPr>
          <p:spPr>
            <a:xfrm>
              <a:off x="7554384" y="2551516"/>
              <a:ext cx="148014" cy="171769"/>
            </a:xfrm>
            <a:custGeom>
              <a:avLst/>
              <a:gdLst/>
              <a:ahLst/>
              <a:cxnLst/>
              <a:rect l="l" t="t" r="r" b="b"/>
              <a:pathLst>
                <a:path w="5664" h="6573" extrusionOk="0">
                  <a:moveTo>
                    <a:pt x="669" y="0"/>
                  </a:moveTo>
                  <a:cubicBezTo>
                    <a:pt x="446" y="0"/>
                    <a:pt x="222" y="20"/>
                    <a:pt x="0" y="63"/>
                  </a:cubicBezTo>
                  <a:cubicBezTo>
                    <a:pt x="846" y="899"/>
                    <a:pt x="856" y="1919"/>
                    <a:pt x="1885" y="2515"/>
                  </a:cubicBezTo>
                  <a:cubicBezTo>
                    <a:pt x="4270" y="3900"/>
                    <a:pt x="5116" y="5352"/>
                    <a:pt x="5539" y="6573"/>
                  </a:cubicBezTo>
                  <a:cubicBezTo>
                    <a:pt x="5664" y="4861"/>
                    <a:pt x="5020" y="2409"/>
                    <a:pt x="3760" y="1265"/>
                  </a:cubicBezTo>
                  <a:cubicBezTo>
                    <a:pt x="2940" y="525"/>
                    <a:pt x="1810" y="0"/>
                    <a:pt x="669" y="0"/>
                  </a:cubicBezTo>
                  <a:close/>
                </a:path>
              </a:pathLst>
            </a:custGeom>
            <a:solidFill>
              <a:srgbClr val="C7D2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0" name="Google Shape;13660;p65"/>
            <p:cNvSpPr/>
            <p:nvPr/>
          </p:nvSpPr>
          <p:spPr>
            <a:xfrm>
              <a:off x="7554384" y="2553136"/>
              <a:ext cx="148014" cy="170149"/>
            </a:xfrm>
            <a:custGeom>
              <a:avLst/>
              <a:gdLst/>
              <a:ahLst/>
              <a:cxnLst/>
              <a:rect l="l" t="t" r="r" b="b"/>
              <a:pathLst>
                <a:path w="5664" h="6511" extrusionOk="0">
                  <a:moveTo>
                    <a:pt x="0" y="1"/>
                  </a:moveTo>
                  <a:cubicBezTo>
                    <a:pt x="846" y="837"/>
                    <a:pt x="856" y="1857"/>
                    <a:pt x="1885" y="2453"/>
                  </a:cubicBezTo>
                  <a:cubicBezTo>
                    <a:pt x="4270" y="3838"/>
                    <a:pt x="5116" y="5299"/>
                    <a:pt x="5539" y="6511"/>
                  </a:cubicBezTo>
                  <a:cubicBezTo>
                    <a:pt x="5664" y="4799"/>
                    <a:pt x="2837" y="433"/>
                    <a:pt x="0" y="1"/>
                  </a:cubicBezTo>
                  <a:close/>
                </a:path>
              </a:pathLst>
            </a:custGeom>
            <a:solidFill>
              <a:srgbClr val="B3C2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1" name="Google Shape;13661;p65"/>
            <p:cNvSpPr/>
            <p:nvPr/>
          </p:nvSpPr>
          <p:spPr>
            <a:xfrm>
              <a:off x="7695604" y="2551516"/>
              <a:ext cx="148041" cy="171769"/>
            </a:xfrm>
            <a:custGeom>
              <a:avLst/>
              <a:gdLst/>
              <a:ahLst/>
              <a:cxnLst/>
              <a:rect l="l" t="t" r="r" b="b"/>
              <a:pathLst>
                <a:path w="5665" h="6573" extrusionOk="0">
                  <a:moveTo>
                    <a:pt x="4995" y="0"/>
                  </a:moveTo>
                  <a:cubicBezTo>
                    <a:pt x="3854" y="0"/>
                    <a:pt x="2725" y="525"/>
                    <a:pt x="1904" y="1265"/>
                  </a:cubicBezTo>
                  <a:cubicBezTo>
                    <a:pt x="645" y="2409"/>
                    <a:pt x="0" y="4861"/>
                    <a:pt x="135" y="6573"/>
                  </a:cubicBezTo>
                  <a:cubicBezTo>
                    <a:pt x="548" y="5352"/>
                    <a:pt x="1395" y="3900"/>
                    <a:pt x="3779" y="2515"/>
                  </a:cubicBezTo>
                  <a:cubicBezTo>
                    <a:pt x="4808" y="1919"/>
                    <a:pt x="4818" y="899"/>
                    <a:pt x="5664" y="63"/>
                  </a:cubicBezTo>
                  <a:cubicBezTo>
                    <a:pt x="5442" y="20"/>
                    <a:pt x="5219" y="0"/>
                    <a:pt x="4995" y="0"/>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2" name="Google Shape;13662;p65"/>
            <p:cNvSpPr/>
            <p:nvPr/>
          </p:nvSpPr>
          <p:spPr>
            <a:xfrm>
              <a:off x="7695604" y="2553136"/>
              <a:ext cx="148041" cy="170149"/>
            </a:xfrm>
            <a:custGeom>
              <a:avLst/>
              <a:gdLst/>
              <a:ahLst/>
              <a:cxnLst/>
              <a:rect l="l" t="t" r="r" b="b"/>
              <a:pathLst>
                <a:path w="5665" h="6511" extrusionOk="0">
                  <a:moveTo>
                    <a:pt x="5664" y="1"/>
                  </a:moveTo>
                  <a:lnTo>
                    <a:pt x="5664" y="1"/>
                  </a:lnTo>
                  <a:cubicBezTo>
                    <a:pt x="2472" y="962"/>
                    <a:pt x="0" y="4799"/>
                    <a:pt x="135" y="6511"/>
                  </a:cubicBezTo>
                  <a:cubicBezTo>
                    <a:pt x="548" y="5299"/>
                    <a:pt x="1395" y="3838"/>
                    <a:pt x="3779" y="2453"/>
                  </a:cubicBezTo>
                  <a:cubicBezTo>
                    <a:pt x="4808" y="1857"/>
                    <a:pt x="4818" y="837"/>
                    <a:pt x="5664"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3" name="Google Shape;13663;p65"/>
            <p:cNvSpPr/>
            <p:nvPr/>
          </p:nvSpPr>
          <p:spPr>
            <a:xfrm>
              <a:off x="7518687" y="2588833"/>
              <a:ext cx="180445" cy="148772"/>
            </a:xfrm>
            <a:custGeom>
              <a:avLst/>
              <a:gdLst/>
              <a:ahLst/>
              <a:cxnLst/>
              <a:rect l="l" t="t" r="r" b="b"/>
              <a:pathLst>
                <a:path w="6905" h="5693" extrusionOk="0">
                  <a:moveTo>
                    <a:pt x="1" y="0"/>
                  </a:moveTo>
                  <a:lnTo>
                    <a:pt x="1" y="0"/>
                  </a:lnTo>
                  <a:cubicBezTo>
                    <a:pt x="1" y="0"/>
                    <a:pt x="106" y="1577"/>
                    <a:pt x="722" y="2270"/>
                  </a:cubicBezTo>
                  <a:cubicBezTo>
                    <a:pt x="722" y="2270"/>
                    <a:pt x="713" y="2269"/>
                    <a:pt x="698" y="2269"/>
                  </a:cubicBezTo>
                  <a:cubicBezTo>
                    <a:pt x="582" y="2269"/>
                    <a:pt x="94" y="2284"/>
                    <a:pt x="145" y="2539"/>
                  </a:cubicBezTo>
                  <a:cubicBezTo>
                    <a:pt x="193" y="2808"/>
                    <a:pt x="1106" y="3539"/>
                    <a:pt x="1193" y="3808"/>
                  </a:cubicBezTo>
                  <a:cubicBezTo>
                    <a:pt x="1193" y="3808"/>
                    <a:pt x="568" y="3943"/>
                    <a:pt x="722" y="4212"/>
                  </a:cubicBezTo>
                  <a:cubicBezTo>
                    <a:pt x="914" y="4558"/>
                    <a:pt x="1174" y="4866"/>
                    <a:pt x="1481" y="5116"/>
                  </a:cubicBezTo>
                  <a:cubicBezTo>
                    <a:pt x="1924" y="5471"/>
                    <a:pt x="2496" y="5692"/>
                    <a:pt x="3235" y="5692"/>
                  </a:cubicBezTo>
                  <a:cubicBezTo>
                    <a:pt x="3717" y="5692"/>
                    <a:pt x="4271" y="5598"/>
                    <a:pt x="4905" y="5385"/>
                  </a:cubicBezTo>
                  <a:cubicBezTo>
                    <a:pt x="5113" y="5313"/>
                    <a:pt x="5568" y="5294"/>
                    <a:pt x="5992" y="5294"/>
                  </a:cubicBezTo>
                  <a:cubicBezTo>
                    <a:pt x="6468" y="5294"/>
                    <a:pt x="6905" y="5318"/>
                    <a:pt x="6905" y="5318"/>
                  </a:cubicBezTo>
                  <a:cubicBezTo>
                    <a:pt x="6905" y="5318"/>
                    <a:pt x="6039" y="2260"/>
                    <a:pt x="3559" y="1741"/>
                  </a:cubicBezTo>
                  <a:lnTo>
                    <a:pt x="2049" y="1510"/>
                  </a:lnTo>
                  <a:cubicBezTo>
                    <a:pt x="1578" y="1423"/>
                    <a:pt x="1135" y="1183"/>
                    <a:pt x="808" y="837"/>
                  </a:cubicBezTo>
                  <a:lnTo>
                    <a:pt x="1"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4" name="Google Shape;13664;p65"/>
            <p:cNvSpPr/>
            <p:nvPr/>
          </p:nvSpPr>
          <p:spPr>
            <a:xfrm>
              <a:off x="7518687" y="2588833"/>
              <a:ext cx="180445" cy="138973"/>
            </a:xfrm>
            <a:custGeom>
              <a:avLst/>
              <a:gdLst/>
              <a:ahLst/>
              <a:cxnLst/>
              <a:rect l="l" t="t" r="r" b="b"/>
              <a:pathLst>
                <a:path w="6905" h="5318" extrusionOk="0">
                  <a:moveTo>
                    <a:pt x="1" y="0"/>
                  </a:moveTo>
                  <a:cubicBezTo>
                    <a:pt x="279" y="1760"/>
                    <a:pt x="2501" y="2135"/>
                    <a:pt x="2501" y="2135"/>
                  </a:cubicBezTo>
                  <a:cubicBezTo>
                    <a:pt x="4712" y="2597"/>
                    <a:pt x="5347" y="4837"/>
                    <a:pt x="5482" y="5308"/>
                  </a:cubicBezTo>
                  <a:cubicBezTo>
                    <a:pt x="5658" y="5297"/>
                    <a:pt x="5849" y="5293"/>
                    <a:pt x="6033" y="5293"/>
                  </a:cubicBezTo>
                  <a:cubicBezTo>
                    <a:pt x="6493" y="5293"/>
                    <a:pt x="6905" y="5318"/>
                    <a:pt x="6905" y="5318"/>
                  </a:cubicBezTo>
                  <a:cubicBezTo>
                    <a:pt x="6905" y="5318"/>
                    <a:pt x="6857" y="5174"/>
                    <a:pt x="6770" y="4933"/>
                  </a:cubicBezTo>
                  <a:lnTo>
                    <a:pt x="6732" y="4827"/>
                  </a:lnTo>
                  <a:cubicBezTo>
                    <a:pt x="6501" y="4270"/>
                    <a:pt x="6203" y="3731"/>
                    <a:pt x="5828" y="3250"/>
                  </a:cubicBezTo>
                  <a:cubicBezTo>
                    <a:pt x="5751" y="3154"/>
                    <a:pt x="5664" y="3049"/>
                    <a:pt x="5578" y="2943"/>
                  </a:cubicBezTo>
                  <a:cubicBezTo>
                    <a:pt x="5414" y="2770"/>
                    <a:pt x="5232" y="2597"/>
                    <a:pt x="5049" y="2452"/>
                  </a:cubicBezTo>
                  <a:cubicBezTo>
                    <a:pt x="4905" y="2337"/>
                    <a:pt x="4761" y="2241"/>
                    <a:pt x="4607" y="2145"/>
                  </a:cubicBezTo>
                  <a:cubicBezTo>
                    <a:pt x="4549" y="2106"/>
                    <a:pt x="4482" y="2077"/>
                    <a:pt x="4414" y="2039"/>
                  </a:cubicBezTo>
                  <a:cubicBezTo>
                    <a:pt x="4145" y="1904"/>
                    <a:pt x="3857" y="1798"/>
                    <a:pt x="3559" y="1741"/>
                  </a:cubicBezTo>
                  <a:lnTo>
                    <a:pt x="2049" y="1510"/>
                  </a:lnTo>
                  <a:cubicBezTo>
                    <a:pt x="1991" y="1500"/>
                    <a:pt x="1933" y="1491"/>
                    <a:pt x="1885" y="1471"/>
                  </a:cubicBezTo>
                  <a:cubicBezTo>
                    <a:pt x="1472" y="1366"/>
                    <a:pt x="1106" y="1145"/>
                    <a:pt x="818" y="837"/>
                  </a:cubicBezTo>
                  <a:lnTo>
                    <a:pt x="1"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5" name="Google Shape;13665;p65"/>
            <p:cNvSpPr/>
            <p:nvPr/>
          </p:nvSpPr>
          <p:spPr>
            <a:xfrm>
              <a:off x="7699106" y="2588833"/>
              <a:ext cx="180210" cy="148772"/>
            </a:xfrm>
            <a:custGeom>
              <a:avLst/>
              <a:gdLst/>
              <a:ahLst/>
              <a:cxnLst/>
              <a:rect l="l" t="t" r="r" b="b"/>
              <a:pathLst>
                <a:path w="6896" h="5693" extrusionOk="0">
                  <a:moveTo>
                    <a:pt x="6896" y="0"/>
                  </a:moveTo>
                  <a:lnTo>
                    <a:pt x="6088" y="837"/>
                  </a:lnTo>
                  <a:cubicBezTo>
                    <a:pt x="5761" y="1183"/>
                    <a:pt x="5328" y="1423"/>
                    <a:pt x="4857" y="1510"/>
                  </a:cubicBezTo>
                  <a:lnTo>
                    <a:pt x="3338" y="1741"/>
                  </a:lnTo>
                  <a:cubicBezTo>
                    <a:pt x="866" y="2260"/>
                    <a:pt x="1" y="5318"/>
                    <a:pt x="1" y="5318"/>
                  </a:cubicBezTo>
                  <a:cubicBezTo>
                    <a:pt x="1" y="5318"/>
                    <a:pt x="435" y="5294"/>
                    <a:pt x="909" y="5294"/>
                  </a:cubicBezTo>
                  <a:cubicBezTo>
                    <a:pt x="1330" y="5294"/>
                    <a:pt x="1783" y="5313"/>
                    <a:pt x="1991" y="5385"/>
                  </a:cubicBezTo>
                  <a:cubicBezTo>
                    <a:pt x="2626" y="5598"/>
                    <a:pt x="3179" y="5692"/>
                    <a:pt x="3662" y="5692"/>
                  </a:cubicBezTo>
                  <a:cubicBezTo>
                    <a:pt x="4402" y="5692"/>
                    <a:pt x="4976" y="5471"/>
                    <a:pt x="5424" y="5116"/>
                  </a:cubicBezTo>
                  <a:cubicBezTo>
                    <a:pt x="5732" y="4866"/>
                    <a:pt x="5982" y="4558"/>
                    <a:pt x="6174" y="4212"/>
                  </a:cubicBezTo>
                  <a:cubicBezTo>
                    <a:pt x="6328" y="3943"/>
                    <a:pt x="5703" y="3808"/>
                    <a:pt x="5703" y="3808"/>
                  </a:cubicBezTo>
                  <a:cubicBezTo>
                    <a:pt x="5790" y="3539"/>
                    <a:pt x="6703" y="2808"/>
                    <a:pt x="6751" y="2539"/>
                  </a:cubicBezTo>
                  <a:cubicBezTo>
                    <a:pt x="6802" y="2284"/>
                    <a:pt x="6314" y="2269"/>
                    <a:pt x="6199" y="2269"/>
                  </a:cubicBezTo>
                  <a:cubicBezTo>
                    <a:pt x="6183" y="2269"/>
                    <a:pt x="6174" y="2270"/>
                    <a:pt x="6174" y="2270"/>
                  </a:cubicBezTo>
                  <a:cubicBezTo>
                    <a:pt x="6790" y="1577"/>
                    <a:pt x="6896" y="0"/>
                    <a:pt x="6896"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6" name="Google Shape;13666;p65"/>
            <p:cNvSpPr/>
            <p:nvPr/>
          </p:nvSpPr>
          <p:spPr>
            <a:xfrm>
              <a:off x="7773244" y="2588833"/>
              <a:ext cx="106072" cy="148720"/>
            </a:xfrm>
            <a:custGeom>
              <a:avLst/>
              <a:gdLst/>
              <a:ahLst/>
              <a:cxnLst/>
              <a:rect l="l" t="t" r="r" b="b"/>
              <a:pathLst>
                <a:path w="4059" h="5691" extrusionOk="0">
                  <a:moveTo>
                    <a:pt x="4059" y="0"/>
                  </a:moveTo>
                  <a:lnTo>
                    <a:pt x="3251" y="837"/>
                  </a:lnTo>
                  <a:cubicBezTo>
                    <a:pt x="3049" y="1039"/>
                    <a:pt x="2828" y="1202"/>
                    <a:pt x="2578" y="1327"/>
                  </a:cubicBezTo>
                  <a:cubicBezTo>
                    <a:pt x="2568" y="2154"/>
                    <a:pt x="2510" y="3779"/>
                    <a:pt x="953" y="5116"/>
                  </a:cubicBezTo>
                  <a:cubicBezTo>
                    <a:pt x="683" y="5356"/>
                    <a:pt x="356" y="5520"/>
                    <a:pt x="1" y="5606"/>
                  </a:cubicBezTo>
                  <a:cubicBezTo>
                    <a:pt x="300" y="5664"/>
                    <a:pt x="578" y="5691"/>
                    <a:pt x="835" y="5691"/>
                  </a:cubicBezTo>
                  <a:cubicBezTo>
                    <a:pt x="1569" y="5691"/>
                    <a:pt x="2136" y="5472"/>
                    <a:pt x="2578" y="5116"/>
                  </a:cubicBezTo>
                  <a:cubicBezTo>
                    <a:pt x="2885" y="4866"/>
                    <a:pt x="3145" y="4558"/>
                    <a:pt x="3337" y="4212"/>
                  </a:cubicBezTo>
                  <a:cubicBezTo>
                    <a:pt x="3491" y="3943"/>
                    <a:pt x="2866" y="3808"/>
                    <a:pt x="2866" y="3808"/>
                  </a:cubicBezTo>
                  <a:cubicBezTo>
                    <a:pt x="2953" y="3539"/>
                    <a:pt x="3866" y="2808"/>
                    <a:pt x="3914" y="2539"/>
                  </a:cubicBezTo>
                  <a:cubicBezTo>
                    <a:pt x="3965" y="2284"/>
                    <a:pt x="3477" y="2269"/>
                    <a:pt x="3362" y="2269"/>
                  </a:cubicBezTo>
                  <a:cubicBezTo>
                    <a:pt x="3346" y="2269"/>
                    <a:pt x="3337" y="2270"/>
                    <a:pt x="3337" y="2270"/>
                  </a:cubicBezTo>
                  <a:cubicBezTo>
                    <a:pt x="3953" y="1577"/>
                    <a:pt x="4059" y="0"/>
                    <a:pt x="405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7" name="Google Shape;13667;p65"/>
            <p:cNvSpPr/>
            <p:nvPr/>
          </p:nvSpPr>
          <p:spPr>
            <a:xfrm>
              <a:off x="7693592" y="2625732"/>
              <a:ext cx="51298" cy="103093"/>
            </a:xfrm>
            <a:custGeom>
              <a:avLst/>
              <a:gdLst/>
              <a:ahLst/>
              <a:cxnLst/>
              <a:rect l="l" t="t" r="r" b="b"/>
              <a:pathLst>
                <a:path w="1963" h="3945" extrusionOk="0">
                  <a:moveTo>
                    <a:pt x="1861" y="0"/>
                  </a:moveTo>
                  <a:cubicBezTo>
                    <a:pt x="1727" y="0"/>
                    <a:pt x="0" y="2198"/>
                    <a:pt x="0" y="3733"/>
                  </a:cubicBezTo>
                  <a:cubicBezTo>
                    <a:pt x="0" y="3848"/>
                    <a:pt x="97" y="3944"/>
                    <a:pt x="212" y="3944"/>
                  </a:cubicBezTo>
                  <a:cubicBezTo>
                    <a:pt x="318" y="3944"/>
                    <a:pt x="414" y="3848"/>
                    <a:pt x="414" y="3733"/>
                  </a:cubicBezTo>
                  <a:cubicBezTo>
                    <a:pt x="414" y="2310"/>
                    <a:pt x="1962" y="69"/>
                    <a:pt x="1866" y="2"/>
                  </a:cubicBezTo>
                  <a:cubicBezTo>
                    <a:pt x="1865" y="1"/>
                    <a:pt x="1863" y="0"/>
                    <a:pt x="1861" y="0"/>
                  </a:cubicBezTo>
                  <a:close/>
                </a:path>
              </a:pathLst>
            </a:custGeom>
            <a:solidFill>
              <a:srgbClr val="6A7F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8" name="Google Shape;13668;p65"/>
            <p:cNvSpPr/>
            <p:nvPr/>
          </p:nvSpPr>
          <p:spPr>
            <a:xfrm>
              <a:off x="7653139" y="2625732"/>
              <a:ext cx="51272" cy="103093"/>
            </a:xfrm>
            <a:custGeom>
              <a:avLst/>
              <a:gdLst/>
              <a:ahLst/>
              <a:cxnLst/>
              <a:rect l="l" t="t" r="r" b="b"/>
              <a:pathLst>
                <a:path w="1962" h="3945" extrusionOk="0">
                  <a:moveTo>
                    <a:pt x="102" y="0"/>
                  </a:moveTo>
                  <a:cubicBezTo>
                    <a:pt x="100" y="0"/>
                    <a:pt x="98" y="1"/>
                    <a:pt x="96" y="2"/>
                  </a:cubicBezTo>
                  <a:cubicBezTo>
                    <a:pt x="0" y="69"/>
                    <a:pt x="1548" y="2310"/>
                    <a:pt x="1548" y="3733"/>
                  </a:cubicBezTo>
                  <a:cubicBezTo>
                    <a:pt x="1548" y="3848"/>
                    <a:pt x="1645" y="3944"/>
                    <a:pt x="1760" y="3944"/>
                  </a:cubicBezTo>
                  <a:cubicBezTo>
                    <a:pt x="1875" y="3944"/>
                    <a:pt x="1962" y="3848"/>
                    <a:pt x="1962" y="3733"/>
                  </a:cubicBezTo>
                  <a:cubicBezTo>
                    <a:pt x="1962" y="2189"/>
                    <a:pt x="244" y="0"/>
                    <a:pt x="102" y="0"/>
                  </a:cubicBezTo>
                  <a:close/>
                </a:path>
              </a:pathLst>
            </a:custGeom>
            <a:solidFill>
              <a:srgbClr val="8FA1B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9" name="Google Shape;13669;p65"/>
            <p:cNvSpPr/>
            <p:nvPr/>
          </p:nvSpPr>
          <p:spPr>
            <a:xfrm>
              <a:off x="7677494" y="2691168"/>
              <a:ext cx="43014" cy="61202"/>
            </a:xfrm>
            <a:custGeom>
              <a:avLst/>
              <a:gdLst/>
              <a:ahLst/>
              <a:cxnLst/>
              <a:rect l="l" t="t" r="r" b="b"/>
              <a:pathLst>
                <a:path w="1646" h="2342" extrusionOk="0">
                  <a:moveTo>
                    <a:pt x="823" y="0"/>
                  </a:moveTo>
                  <a:cubicBezTo>
                    <a:pt x="777" y="0"/>
                    <a:pt x="732" y="12"/>
                    <a:pt x="693" y="36"/>
                  </a:cubicBezTo>
                  <a:lnTo>
                    <a:pt x="174" y="306"/>
                  </a:lnTo>
                  <a:cubicBezTo>
                    <a:pt x="49" y="363"/>
                    <a:pt x="1" y="508"/>
                    <a:pt x="49" y="633"/>
                  </a:cubicBezTo>
                  <a:lnTo>
                    <a:pt x="732" y="2277"/>
                  </a:lnTo>
                  <a:cubicBezTo>
                    <a:pt x="751" y="2320"/>
                    <a:pt x="787" y="2342"/>
                    <a:pt x="823" y="2342"/>
                  </a:cubicBezTo>
                  <a:cubicBezTo>
                    <a:pt x="859" y="2342"/>
                    <a:pt x="895" y="2320"/>
                    <a:pt x="914" y="2277"/>
                  </a:cubicBezTo>
                  <a:lnTo>
                    <a:pt x="1597" y="633"/>
                  </a:lnTo>
                  <a:cubicBezTo>
                    <a:pt x="1645" y="508"/>
                    <a:pt x="1597" y="363"/>
                    <a:pt x="1472" y="306"/>
                  </a:cubicBezTo>
                  <a:lnTo>
                    <a:pt x="953" y="36"/>
                  </a:lnTo>
                  <a:cubicBezTo>
                    <a:pt x="914" y="12"/>
                    <a:pt x="869" y="0"/>
                    <a:pt x="823"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0" name="Google Shape;13670;p65"/>
            <p:cNvSpPr/>
            <p:nvPr/>
          </p:nvSpPr>
          <p:spPr>
            <a:xfrm>
              <a:off x="7699106" y="2691351"/>
              <a:ext cx="21403" cy="60836"/>
            </a:xfrm>
            <a:custGeom>
              <a:avLst/>
              <a:gdLst/>
              <a:ahLst/>
              <a:cxnLst/>
              <a:rect l="l" t="t" r="r" b="b"/>
              <a:pathLst>
                <a:path w="819" h="2328" extrusionOk="0">
                  <a:moveTo>
                    <a:pt x="1" y="1"/>
                  </a:moveTo>
                  <a:lnTo>
                    <a:pt x="1" y="2328"/>
                  </a:lnTo>
                  <a:cubicBezTo>
                    <a:pt x="39" y="2328"/>
                    <a:pt x="68" y="2308"/>
                    <a:pt x="87" y="2270"/>
                  </a:cubicBezTo>
                  <a:lnTo>
                    <a:pt x="770" y="626"/>
                  </a:lnTo>
                  <a:cubicBezTo>
                    <a:pt x="818" y="501"/>
                    <a:pt x="770" y="356"/>
                    <a:pt x="645" y="299"/>
                  </a:cubicBezTo>
                  <a:lnTo>
                    <a:pt x="136" y="29"/>
                  </a:lnTo>
                  <a:cubicBezTo>
                    <a:pt x="87" y="10"/>
                    <a:pt x="39" y="1"/>
                    <a:pt x="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1" name="Google Shape;13671;p65"/>
            <p:cNvSpPr/>
            <p:nvPr/>
          </p:nvSpPr>
          <p:spPr>
            <a:xfrm>
              <a:off x="7575734" y="2657745"/>
              <a:ext cx="88981" cy="53493"/>
            </a:xfrm>
            <a:custGeom>
              <a:avLst/>
              <a:gdLst/>
              <a:ahLst/>
              <a:cxnLst/>
              <a:rect l="l" t="t" r="r" b="b"/>
              <a:pathLst>
                <a:path w="3405" h="2047" extrusionOk="0">
                  <a:moveTo>
                    <a:pt x="1328" y="0"/>
                  </a:moveTo>
                  <a:cubicBezTo>
                    <a:pt x="702" y="0"/>
                    <a:pt x="155" y="303"/>
                    <a:pt x="125" y="325"/>
                  </a:cubicBezTo>
                  <a:cubicBezTo>
                    <a:pt x="39" y="373"/>
                    <a:pt x="0" y="488"/>
                    <a:pt x="39" y="585"/>
                  </a:cubicBezTo>
                  <a:cubicBezTo>
                    <a:pt x="58" y="633"/>
                    <a:pt x="472" y="1546"/>
                    <a:pt x="1308" y="1883"/>
                  </a:cubicBezTo>
                  <a:cubicBezTo>
                    <a:pt x="1510" y="1969"/>
                    <a:pt x="1722" y="2008"/>
                    <a:pt x="1943" y="2008"/>
                  </a:cubicBezTo>
                  <a:cubicBezTo>
                    <a:pt x="2299" y="1998"/>
                    <a:pt x="2654" y="1921"/>
                    <a:pt x="2991" y="1777"/>
                  </a:cubicBezTo>
                  <a:cubicBezTo>
                    <a:pt x="2991" y="1777"/>
                    <a:pt x="3326" y="2046"/>
                    <a:pt x="3364" y="2046"/>
                  </a:cubicBezTo>
                  <a:cubicBezTo>
                    <a:pt x="3365" y="2046"/>
                    <a:pt x="3366" y="2046"/>
                    <a:pt x="3366" y="2046"/>
                  </a:cubicBezTo>
                  <a:cubicBezTo>
                    <a:pt x="3405" y="2027"/>
                    <a:pt x="3405" y="1912"/>
                    <a:pt x="3376" y="1787"/>
                  </a:cubicBezTo>
                  <a:cubicBezTo>
                    <a:pt x="3328" y="1537"/>
                    <a:pt x="3222" y="1306"/>
                    <a:pt x="3078" y="1094"/>
                  </a:cubicBezTo>
                  <a:cubicBezTo>
                    <a:pt x="2856" y="787"/>
                    <a:pt x="2472" y="325"/>
                    <a:pt x="1943" y="113"/>
                  </a:cubicBezTo>
                  <a:cubicBezTo>
                    <a:pt x="1739" y="32"/>
                    <a:pt x="1530" y="0"/>
                    <a:pt x="1328"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2" name="Google Shape;13672;p65"/>
            <p:cNvSpPr/>
            <p:nvPr/>
          </p:nvSpPr>
          <p:spPr>
            <a:xfrm>
              <a:off x="7581771" y="2663128"/>
              <a:ext cx="74661" cy="41446"/>
            </a:xfrm>
            <a:custGeom>
              <a:avLst/>
              <a:gdLst/>
              <a:ahLst/>
              <a:cxnLst/>
              <a:rect l="l" t="t" r="r" b="b"/>
              <a:pathLst>
                <a:path w="2857" h="1586" extrusionOk="0">
                  <a:moveTo>
                    <a:pt x="1100" y="1"/>
                  </a:moveTo>
                  <a:cubicBezTo>
                    <a:pt x="517" y="1"/>
                    <a:pt x="0" y="302"/>
                    <a:pt x="0" y="302"/>
                  </a:cubicBezTo>
                  <a:cubicBezTo>
                    <a:pt x="0" y="302"/>
                    <a:pt x="394" y="1177"/>
                    <a:pt x="1154" y="1484"/>
                  </a:cubicBezTo>
                  <a:cubicBezTo>
                    <a:pt x="1336" y="1558"/>
                    <a:pt x="1527" y="1586"/>
                    <a:pt x="1714" y="1586"/>
                  </a:cubicBezTo>
                  <a:cubicBezTo>
                    <a:pt x="2310" y="1586"/>
                    <a:pt x="2856" y="1302"/>
                    <a:pt x="2856" y="1302"/>
                  </a:cubicBezTo>
                  <a:cubicBezTo>
                    <a:pt x="2856" y="1302"/>
                    <a:pt x="2395" y="407"/>
                    <a:pt x="1635" y="100"/>
                  </a:cubicBezTo>
                  <a:cubicBezTo>
                    <a:pt x="1459" y="28"/>
                    <a:pt x="1276" y="1"/>
                    <a:pt x="110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3" name="Google Shape;13673;p65"/>
            <p:cNvSpPr/>
            <p:nvPr/>
          </p:nvSpPr>
          <p:spPr>
            <a:xfrm>
              <a:off x="7733287" y="2657745"/>
              <a:ext cx="88981" cy="53493"/>
            </a:xfrm>
            <a:custGeom>
              <a:avLst/>
              <a:gdLst/>
              <a:ahLst/>
              <a:cxnLst/>
              <a:rect l="l" t="t" r="r" b="b"/>
              <a:pathLst>
                <a:path w="3405" h="2047" extrusionOk="0">
                  <a:moveTo>
                    <a:pt x="2077" y="0"/>
                  </a:moveTo>
                  <a:cubicBezTo>
                    <a:pt x="1875" y="0"/>
                    <a:pt x="1666" y="32"/>
                    <a:pt x="1462" y="113"/>
                  </a:cubicBezTo>
                  <a:cubicBezTo>
                    <a:pt x="933" y="325"/>
                    <a:pt x="549" y="787"/>
                    <a:pt x="337" y="1094"/>
                  </a:cubicBezTo>
                  <a:cubicBezTo>
                    <a:pt x="183" y="1306"/>
                    <a:pt x="87" y="1537"/>
                    <a:pt x="30" y="1787"/>
                  </a:cubicBezTo>
                  <a:cubicBezTo>
                    <a:pt x="10" y="1912"/>
                    <a:pt x="1" y="2027"/>
                    <a:pt x="39" y="2046"/>
                  </a:cubicBezTo>
                  <a:cubicBezTo>
                    <a:pt x="40" y="2046"/>
                    <a:pt x="40" y="2046"/>
                    <a:pt x="41" y="2046"/>
                  </a:cubicBezTo>
                  <a:cubicBezTo>
                    <a:pt x="80" y="2046"/>
                    <a:pt x="414" y="1777"/>
                    <a:pt x="414" y="1777"/>
                  </a:cubicBezTo>
                  <a:cubicBezTo>
                    <a:pt x="751" y="1921"/>
                    <a:pt x="1107" y="1998"/>
                    <a:pt x="1462" y="2008"/>
                  </a:cubicBezTo>
                  <a:cubicBezTo>
                    <a:pt x="1684" y="2008"/>
                    <a:pt x="1905" y="1969"/>
                    <a:pt x="2107" y="1883"/>
                  </a:cubicBezTo>
                  <a:cubicBezTo>
                    <a:pt x="2934" y="1546"/>
                    <a:pt x="3347" y="633"/>
                    <a:pt x="3366" y="585"/>
                  </a:cubicBezTo>
                  <a:cubicBezTo>
                    <a:pt x="3405" y="488"/>
                    <a:pt x="3376" y="373"/>
                    <a:pt x="3280" y="325"/>
                  </a:cubicBezTo>
                  <a:cubicBezTo>
                    <a:pt x="3251" y="303"/>
                    <a:pt x="2704" y="0"/>
                    <a:pt x="2077"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4" name="Google Shape;13674;p65"/>
            <p:cNvSpPr/>
            <p:nvPr/>
          </p:nvSpPr>
          <p:spPr>
            <a:xfrm>
              <a:off x="7741597" y="2663128"/>
              <a:ext cx="74634" cy="41446"/>
            </a:xfrm>
            <a:custGeom>
              <a:avLst/>
              <a:gdLst/>
              <a:ahLst/>
              <a:cxnLst/>
              <a:rect l="l" t="t" r="r" b="b"/>
              <a:pathLst>
                <a:path w="2856" h="1586" extrusionOk="0">
                  <a:moveTo>
                    <a:pt x="1756" y="1"/>
                  </a:moveTo>
                  <a:cubicBezTo>
                    <a:pt x="1580" y="1"/>
                    <a:pt x="1397" y="28"/>
                    <a:pt x="1221" y="100"/>
                  </a:cubicBezTo>
                  <a:cubicBezTo>
                    <a:pt x="462" y="407"/>
                    <a:pt x="0" y="1302"/>
                    <a:pt x="0" y="1302"/>
                  </a:cubicBezTo>
                  <a:cubicBezTo>
                    <a:pt x="0" y="1302"/>
                    <a:pt x="552" y="1586"/>
                    <a:pt x="1150" y="1586"/>
                  </a:cubicBezTo>
                  <a:cubicBezTo>
                    <a:pt x="1338" y="1586"/>
                    <a:pt x="1530" y="1558"/>
                    <a:pt x="1712" y="1484"/>
                  </a:cubicBezTo>
                  <a:cubicBezTo>
                    <a:pt x="2471" y="1177"/>
                    <a:pt x="2856" y="302"/>
                    <a:pt x="2856" y="302"/>
                  </a:cubicBezTo>
                  <a:cubicBezTo>
                    <a:pt x="2856" y="302"/>
                    <a:pt x="2340" y="1"/>
                    <a:pt x="175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75" name="Google Shape;13675;p65"/>
          <p:cNvGrpSpPr/>
          <p:nvPr/>
        </p:nvGrpSpPr>
        <p:grpSpPr>
          <a:xfrm>
            <a:off x="7084758" y="1796919"/>
            <a:ext cx="343799" cy="360524"/>
            <a:chOff x="7086220" y="1981566"/>
            <a:chExt cx="343799" cy="360524"/>
          </a:xfrm>
        </p:grpSpPr>
        <p:sp>
          <p:nvSpPr>
            <p:cNvPr id="13676" name="Google Shape;13676;p65"/>
            <p:cNvSpPr/>
            <p:nvPr/>
          </p:nvSpPr>
          <p:spPr>
            <a:xfrm>
              <a:off x="7111098" y="2115156"/>
              <a:ext cx="222414" cy="226935"/>
            </a:xfrm>
            <a:custGeom>
              <a:avLst/>
              <a:gdLst/>
              <a:ahLst/>
              <a:cxnLst/>
              <a:rect l="l" t="t" r="r" b="b"/>
              <a:pathLst>
                <a:path w="8511" h="8684" extrusionOk="0">
                  <a:moveTo>
                    <a:pt x="1279" y="0"/>
                  </a:moveTo>
                  <a:cubicBezTo>
                    <a:pt x="1279" y="4116"/>
                    <a:pt x="0" y="7837"/>
                    <a:pt x="0" y="7837"/>
                  </a:cubicBezTo>
                  <a:cubicBezTo>
                    <a:pt x="0" y="7847"/>
                    <a:pt x="0" y="7856"/>
                    <a:pt x="0" y="7876"/>
                  </a:cubicBezTo>
                  <a:cubicBezTo>
                    <a:pt x="0" y="8318"/>
                    <a:pt x="1904" y="8683"/>
                    <a:pt x="4251" y="8683"/>
                  </a:cubicBezTo>
                  <a:cubicBezTo>
                    <a:pt x="6607" y="8683"/>
                    <a:pt x="8511" y="8328"/>
                    <a:pt x="8511" y="7876"/>
                  </a:cubicBezTo>
                  <a:cubicBezTo>
                    <a:pt x="8511" y="7856"/>
                    <a:pt x="8511" y="7847"/>
                    <a:pt x="8511" y="7837"/>
                  </a:cubicBezTo>
                  <a:lnTo>
                    <a:pt x="8501" y="7837"/>
                  </a:lnTo>
                  <a:cubicBezTo>
                    <a:pt x="8501" y="7837"/>
                    <a:pt x="7222" y="4116"/>
                    <a:pt x="7222"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7" name="Google Shape;13677;p65"/>
            <p:cNvSpPr/>
            <p:nvPr/>
          </p:nvSpPr>
          <p:spPr>
            <a:xfrm>
              <a:off x="7111098" y="2115156"/>
              <a:ext cx="222414" cy="226673"/>
            </a:xfrm>
            <a:custGeom>
              <a:avLst/>
              <a:gdLst/>
              <a:ahLst/>
              <a:cxnLst/>
              <a:rect l="l" t="t" r="r" b="b"/>
              <a:pathLst>
                <a:path w="8511" h="8674" extrusionOk="0">
                  <a:moveTo>
                    <a:pt x="5760" y="0"/>
                  </a:moveTo>
                  <a:cubicBezTo>
                    <a:pt x="5760" y="2356"/>
                    <a:pt x="6174" y="4587"/>
                    <a:pt x="6539" y="6058"/>
                  </a:cubicBezTo>
                  <a:cubicBezTo>
                    <a:pt x="6780" y="7049"/>
                    <a:pt x="6049" y="8001"/>
                    <a:pt x="5030" y="8029"/>
                  </a:cubicBezTo>
                  <a:cubicBezTo>
                    <a:pt x="4799" y="8039"/>
                    <a:pt x="4539" y="8039"/>
                    <a:pt x="4260" y="8039"/>
                  </a:cubicBezTo>
                  <a:cubicBezTo>
                    <a:pt x="2270" y="8039"/>
                    <a:pt x="597" y="7779"/>
                    <a:pt x="135" y="7424"/>
                  </a:cubicBezTo>
                  <a:cubicBezTo>
                    <a:pt x="58" y="7693"/>
                    <a:pt x="0" y="7837"/>
                    <a:pt x="0" y="7837"/>
                  </a:cubicBezTo>
                  <a:cubicBezTo>
                    <a:pt x="0" y="7847"/>
                    <a:pt x="0" y="7856"/>
                    <a:pt x="0" y="7876"/>
                  </a:cubicBezTo>
                  <a:cubicBezTo>
                    <a:pt x="0" y="8270"/>
                    <a:pt x="1520" y="8606"/>
                    <a:pt x="3520" y="8674"/>
                  </a:cubicBezTo>
                  <a:lnTo>
                    <a:pt x="4260" y="8674"/>
                  </a:lnTo>
                  <a:cubicBezTo>
                    <a:pt x="6607" y="8674"/>
                    <a:pt x="8511" y="8308"/>
                    <a:pt x="8511" y="7866"/>
                  </a:cubicBezTo>
                  <a:cubicBezTo>
                    <a:pt x="8511" y="7847"/>
                    <a:pt x="8511" y="7837"/>
                    <a:pt x="8511" y="7818"/>
                  </a:cubicBezTo>
                  <a:lnTo>
                    <a:pt x="8501" y="7837"/>
                  </a:lnTo>
                  <a:lnTo>
                    <a:pt x="8501" y="7827"/>
                  </a:lnTo>
                  <a:lnTo>
                    <a:pt x="8501" y="7818"/>
                  </a:lnTo>
                  <a:cubicBezTo>
                    <a:pt x="8491" y="7779"/>
                    <a:pt x="8443" y="7635"/>
                    <a:pt x="8386" y="7433"/>
                  </a:cubicBezTo>
                  <a:cubicBezTo>
                    <a:pt x="8059" y="6356"/>
                    <a:pt x="7232" y="3308"/>
                    <a:pt x="7232" y="0"/>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8" name="Google Shape;13678;p65"/>
            <p:cNvSpPr/>
            <p:nvPr/>
          </p:nvSpPr>
          <p:spPr>
            <a:xfrm>
              <a:off x="7140236" y="2115156"/>
              <a:ext cx="163616" cy="73641"/>
            </a:xfrm>
            <a:custGeom>
              <a:avLst/>
              <a:gdLst/>
              <a:ahLst/>
              <a:cxnLst/>
              <a:rect l="l" t="t" r="r" b="b"/>
              <a:pathLst>
                <a:path w="6261" h="2818" extrusionOk="0">
                  <a:moveTo>
                    <a:pt x="155" y="0"/>
                  </a:moveTo>
                  <a:cubicBezTo>
                    <a:pt x="155" y="865"/>
                    <a:pt x="107" y="1731"/>
                    <a:pt x="1" y="2596"/>
                  </a:cubicBezTo>
                  <a:cubicBezTo>
                    <a:pt x="1039" y="2741"/>
                    <a:pt x="2088" y="2818"/>
                    <a:pt x="3136" y="2818"/>
                  </a:cubicBezTo>
                  <a:cubicBezTo>
                    <a:pt x="4184" y="2818"/>
                    <a:pt x="5222" y="2741"/>
                    <a:pt x="6261" y="2596"/>
                  </a:cubicBezTo>
                  <a:cubicBezTo>
                    <a:pt x="6165" y="1731"/>
                    <a:pt x="6107" y="865"/>
                    <a:pt x="6107"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9" name="Google Shape;13679;p65"/>
            <p:cNvSpPr/>
            <p:nvPr/>
          </p:nvSpPr>
          <p:spPr>
            <a:xfrm>
              <a:off x="7261622" y="2115156"/>
              <a:ext cx="42230" cy="71891"/>
            </a:xfrm>
            <a:custGeom>
              <a:avLst/>
              <a:gdLst/>
              <a:ahLst/>
              <a:cxnLst/>
              <a:rect l="l" t="t" r="r" b="b"/>
              <a:pathLst>
                <a:path w="1616" h="2751" extrusionOk="0">
                  <a:moveTo>
                    <a:pt x="0" y="0"/>
                  </a:moveTo>
                  <a:cubicBezTo>
                    <a:pt x="0" y="923"/>
                    <a:pt x="58" y="1837"/>
                    <a:pt x="173" y="2750"/>
                  </a:cubicBezTo>
                  <a:cubicBezTo>
                    <a:pt x="683" y="2721"/>
                    <a:pt x="1174" y="2664"/>
                    <a:pt x="1616" y="2596"/>
                  </a:cubicBezTo>
                  <a:cubicBezTo>
                    <a:pt x="1587" y="2289"/>
                    <a:pt x="1558" y="1971"/>
                    <a:pt x="1529" y="1654"/>
                  </a:cubicBezTo>
                  <a:lnTo>
                    <a:pt x="1529" y="1644"/>
                  </a:lnTo>
                  <a:cubicBezTo>
                    <a:pt x="1520" y="1539"/>
                    <a:pt x="1510" y="1442"/>
                    <a:pt x="1510" y="1337"/>
                  </a:cubicBezTo>
                  <a:lnTo>
                    <a:pt x="1510" y="1317"/>
                  </a:lnTo>
                  <a:cubicBezTo>
                    <a:pt x="1501" y="1212"/>
                    <a:pt x="1501" y="1115"/>
                    <a:pt x="1491" y="1019"/>
                  </a:cubicBezTo>
                  <a:lnTo>
                    <a:pt x="1491" y="981"/>
                  </a:lnTo>
                  <a:cubicBezTo>
                    <a:pt x="1491" y="885"/>
                    <a:pt x="1481" y="779"/>
                    <a:pt x="1481" y="683"/>
                  </a:cubicBezTo>
                  <a:lnTo>
                    <a:pt x="1481" y="654"/>
                  </a:lnTo>
                  <a:cubicBezTo>
                    <a:pt x="1481" y="548"/>
                    <a:pt x="1481" y="452"/>
                    <a:pt x="1472" y="346"/>
                  </a:cubicBezTo>
                  <a:lnTo>
                    <a:pt x="1472" y="327"/>
                  </a:lnTo>
                  <a:lnTo>
                    <a:pt x="1472"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0" name="Google Shape;13680;p65"/>
            <p:cNvSpPr/>
            <p:nvPr/>
          </p:nvSpPr>
          <p:spPr>
            <a:xfrm>
              <a:off x="7086220" y="2087743"/>
              <a:ext cx="271909" cy="65619"/>
            </a:xfrm>
            <a:custGeom>
              <a:avLst/>
              <a:gdLst/>
              <a:ahLst/>
              <a:cxnLst/>
              <a:rect l="l" t="t" r="r" b="b"/>
              <a:pathLst>
                <a:path w="10405" h="2511" extrusionOk="0">
                  <a:moveTo>
                    <a:pt x="5203" y="1"/>
                  </a:moveTo>
                  <a:cubicBezTo>
                    <a:pt x="2327" y="1"/>
                    <a:pt x="0" y="568"/>
                    <a:pt x="0" y="1261"/>
                  </a:cubicBezTo>
                  <a:cubicBezTo>
                    <a:pt x="0" y="1953"/>
                    <a:pt x="2327" y="2511"/>
                    <a:pt x="5203" y="2511"/>
                  </a:cubicBezTo>
                  <a:cubicBezTo>
                    <a:pt x="8078" y="2511"/>
                    <a:pt x="10405" y="1953"/>
                    <a:pt x="10405" y="1261"/>
                  </a:cubicBezTo>
                  <a:cubicBezTo>
                    <a:pt x="10405" y="568"/>
                    <a:pt x="8078" y="1"/>
                    <a:pt x="5203" y="1"/>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1" name="Google Shape;13681;p65"/>
            <p:cNvSpPr/>
            <p:nvPr/>
          </p:nvSpPr>
          <p:spPr>
            <a:xfrm>
              <a:off x="7125916" y="2108622"/>
              <a:ext cx="192518" cy="23911"/>
            </a:xfrm>
            <a:custGeom>
              <a:avLst/>
              <a:gdLst/>
              <a:ahLst/>
              <a:cxnLst/>
              <a:rect l="l" t="t" r="r" b="b"/>
              <a:pathLst>
                <a:path w="7367" h="915" extrusionOk="0">
                  <a:moveTo>
                    <a:pt x="3684" y="0"/>
                  </a:moveTo>
                  <a:cubicBezTo>
                    <a:pt x="2652" y="0"/>
                    <a:pt x="1621" y="87"/>
                    <a:pt x="597" y="260"/>
                  </a:cubicBezTo>
                  <a:cubicBezTo>
                    <a:pt x="405" y="298"/>
                    <a:pt x="232" y="337"/>
                    <a:pt x="87" y="375"/>
                  </a:cubicBezTo>
                  <a:cubicBezTo>
                    <a:pt x="1" y="394"/>
                    <a:pt x="1" y="519"/>
                    <a:pt x="87" y="548"/>
                  </a:cubicBezTo>
                  <a:cubicBezTo>
                    <a:pt x="232" y="587"/>
                    <a:pt x="405" y="625"/>
                    <a:pt x="597" y="664"/>
                  </a:cubicBezTo>
                  <a:cubicBezTo>
                    <a:pt x="1565" y="828"/>
                    <a:pt x="2542" y="914"/>
                    <a:pt x="3528" y="914"/>
                  </a:cubicBezTo>
                  <a:cubicBezTo>
                    <a:pt x="3580" y="914"/>
                    <a:pt x="3632" y="914"/>
                    <a:pt x="3684" y="914"/>
                  </a:cubicBezTo>
                  <a:cubicBezTo>
                    <a:pt x="3736" y="914"/>
                    <a:pt x="3788" y="914"/>
                    <a:pt x="3840" y="914"/>
                  </a:cubicBezTo>
                  <a:cubicBezTo>
                    <a:pt x="4825" y="914"/>
                    <a:pt x="5802" y="828"/>
                    <a:pt x="6770" y="664"/>
                  </a:cubicBezTo>
                  <a:cubicBezTo>
                    <a:pt x="6963" y="625"/>
                    <a:pt x="7136" y="587"/>
                    <a:pt x="7280" y="548"/>
                  </a:cubicBezTo>
                  <a:cubicBezTo>
                    <a:pt x="7367" y="519"/>
                    <a:pt x="7367" y="394"/>
                    <a:pt x="7280" y="375"/>
                  </a:cubicBezTo>
                  <a:cubicBezTo>
                    <a:pt x="7136" y="337"/>
                    <a:pt x="6963" y="298"/>
                    <a:pt x="6770" y="260"/>
                  </a:cubicBezTo>
                  <a:cubicBezTo>
                    <a:pt x="5746" y="87"/>
                    <a:pt x="4715" y="0"/>
                    <a:pt x="3684" y="0"/>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2" name="Google Shape;13682;p65"/>
            <p:cNvSpPr/>
            <p:nvPr/>
          </p:nvSpPr>
          <p:spPr>
            <a:xfrm>
              <a:off x="7182701" y="1981566"/>
              <a:ext cx="247318" cy="90758"/>
            </a:xfrm>
            <a:custGeom>
              <a:avLst/>
              <a:gdLst/>
              <a:ahLst/>
              <a:cxnLst/>
              <a:rect l="l" t="t" r="r" b="b"/>
              <a:pathLst>
                <a:path w="9464" h="3473" extrusionOk="0">
                  <a:moveTo>
                    <a:pt x="8979" y="1"/>
                  </a:moveTo>
                  <a:cubicBezTo>
                    <a:pt x="8961" y="1"/>
                    <a:pt x="8943" y="2"/>
                    <a:pt x="8925" y="6"/>
                  </a:cubicBezTo>
                  <a:lnTo>
                    <a:pt x="203" y="2843"/>
                  </a:lnTo>
                  <a:cubicBezTo>
                    <a:pt x="68" y="2910"/>
                    <a:pt x="1" y="3073"/>
                    <a:pt x="49" y="3218"/>
                  </a:cubicBezTo>
                  <a:lnTo>
                    <a:pt x="59" y="3237"/>
                  </a:lnTo>
                  <a:cubicBezTo>
                    <a:pt x="84" y="3374"/>
                    <a:pt x="209" y="3472"/>
                    <a:pt x="344" y="3472"/>
                  </a:cubicBezTo>
                  <a:cubicBezTo>
                    <a:pt x="361" y="3472"/>
                    <a:pt x="378" y="3471"/>
                    <a:pt x="395" y="3468"/>
                  </a:cubicBezTo>
                  <a:lnTo>
                    <a:pt x="9242" y="1093"/>
                  </a:lnTo>
                  <a:cubicBezTo>
                    <a:pt x="9386" y="1035"/>
                    <a:pt x="9463" y="862"/>
                    <a:pt x="9405" y="718"/>
                  </a:cubicBezTo>
                  <a:lnTo>
                    <a:pt x="9261" y="237"/>
                  </a:lnTo>
                  <a:cubicBezTo>
                    <a:pt x="9236" y="93"/>
                    <a:pt x="9113" y="1"/>
                    <a:pt x="8979"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3" name="Google Shape;13683;p65"/>
            <p:cNvSpPr/>
            <p:nvPr/>
          </p:nvSpPr>
          <p:spPr>
            <a:xfrm>
              <a:off x="7184478" y="1993012"/>
              <a:ext cx="245541" cy="79312"/>
            </a:xfrm>
            <a:custGeom>
              <a:avLst/>
              <a:gdLst/>
              <a:ahLst/>
              <a:cxnLst/>
              <a:rect l="l" t="t" r="r" b="b"/>
              <a:pathLst>
                <a:path w="9396" h="3035" extrusionOk="0">
                  <a:moveTo>
                    <a:pt x="9251" y="1"/>
                  </a:moveTo>
                  <a:lnTo>
                    <a:pt x="0" y="2818"/>
                  </a:lnTo>
                  <a:cubicBezTo>
                    <a:pt x="34" y="2945"/>
                    <a:pt x="142" y="3035"/>
                    <a:pt x="273" y="3035"/>
                  </a:cubicBezTo>
                  <a:cubicBezTo>
                    <a:pt x="291" y="3035"/>
                    <a:pt x="309" y="3033"/>
                    <a:pt x="327" y="3030"/>
                  </a:cubicBezTo>
                  <a:lnTo>
                    <a:pt x="9174" y="655"/>
                  </a:lnTo>
                  <a:cubicBezTo>
                    <a:pt x="9318" y="587"/>
                    <a:pt x="9395" y="424"/>
                    <a:pt x="9337" y="270"/>
                  </a:cubicBezTo>
                  <a:lnTo>
                    <a:pt x="9251" y="1"/>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4" name="Google Shape;13684;p65"/>
            <p:cNvSpPr/>
            <p:nvPr/>
          </p:nvSpPr>
          <p:spPr>
            <a:xfrm>
              <a:off x="7182466" y="2042507"/>
              <a:ext cx="52291" cy="30000"/>
            </a:xfrm>
            <a:custGeom>
              <a:avLst/>
              <a:gdLst/>
              <a:ahLst/>
              <a:cxnLst/>
              <a:rect l="l" t="t" r="r" b="b"/>
              <a:pathLst>
                <a:path w="2001" h="1148" extrusionOk="0">
                  <a:moveTo>
                    <a:pt x="1789" y="1"/>
                  </a:moveTo>
                  <a:lnTo>
                    <a:pt x="212" y="520"/>
                  </a:lnTo>
                  <a:cubicBezTo>
                    <a:pt x="68" y="578"/>
                    <a:pt x="0" y="741"/>
                    <a:pt x="58" y="886"/>
                  </a:cubicBezTo>
                  <a:lnTo>
                    <a:pt x="68" y="915"/>
                  </a:lnTo>
                  <a:cubicBezTo>
                    <a:pt x="94" y="1055"/>
                    <a:pt x="217" y="1148"/>
                    <a:pt x="363" y="1148"/>
                  </a:cubicBezTo>
                  <a:cubicBezTo>
                    <a:pt x="377" y="1148"/>
                    <a:pt x="390" y="1147"/>
                    <a:pt x="404" y="1145"/>
                  </a:cubicBezTo>
                  <a:lnTo>
                    <a:pt x="2000" y="713"/>
                  </a:lnTo>
                  <a:lnTo>
                    <a:pt x="1789" y="1"/>
                  </a:ln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5" name="Google Shape;13685;p65"/>
            <p:cNvSpPr/>
            <p:nvPr/>
          </p:nvSpPr>
          <p:spPr>
            <a:xfrm>
              <a:off x="7184478" y="2052333"/>
              <a:ext cx="50279" cy="19103"/>
            </a:xfrm>
            <a:custGeom>
              <a:avLst/>
              <a:gdLst/>
              <a:ahLst/>
              <a:cxnLst/>
              <a:rect l="l" t="t" r="r" b="b"/>
              <a:pathLst>
                <a:path w="1924" h="731" extrusionOk="0">
                  <a:moveTo>
                    <a:pt x="1827" y="0"/>
                  </a:moveTo>
                  <a:lnTo>
                    <a:pt x="0" y="548"/>
                  </a:lnTo>
                  <a:lnTo>
                    <a:pt x="10" y="577"/>
                  </a:lnTo>
                  <a:lnTo>
                    <a:pt x="20" y="606"/>
                  </a:lnTo>
                  <a:lnTo>
                    <a:pt x="39" y="635"/>
                  </a:lnTo>
                  <a:lnTo>
                    <a:pt x="48" y="654"/>
                  </a:lnTo>
                  <a:lnTo>
                    <a:pt x="68" y="673"/>
                  </a:lnTo>
                  <a:lnTo>
                    <a:pt x="87" y="683"/>
                  </a:lnTo>
                  <a:lnTo>
                    <a:pt x="106" y="702"/>
                  </a:lnTo>
                  <a:lnTo>
                    <a:pt x="116" y="712"/>
                  </a:lnTo>
                  <a:lnTo>
                    <a:pt x="135" y="721"/>
                  </a:lnTo>
                  <a:lnTo>
                    <a:pt x="145" y="721"/>
                  </a:lnTo>
                  <a:lnTo>
                    <a:pt x="154" y="731"/>
                  </a:lnTo>
                  <a:lnTo>
                    <a:pt x="308" y="731"/>
                  </a:lnTo>
                  <a:lnTo>
                    <a:pt x="1923" y="327"/>
                  </a:lnTo>
                  <a:lnTo>
                    <a:pt x="1827" y="0"/>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6" name="Google Shape;13686;p65"/>
            <p:cNvSpPr/>
            <p:nvPr/>
          </p:nvSpPr>
          <p:spPr>
            <a:xfrm>
              <a:off x="7113607" y="2030460"/>
              <a:ext cx="37213" cy="33685"/>
            </a:xfrm>
            <a:custGeom>
              <a:avLst/>
              <a:gdLst/>
              <a:ahLst/>
              <a:cxnLst/>
              <a:rect l="l" t="t" r="r" b="b"/>
              <a:pathLst>
                <a:path w="1424" h="1289" extrusionOk="0">
                  <a:moveTo>
                    <a:pt x="712" y="0"/>
                  </a:moveTo>
                  <a:cubicBezTo>
                    <a:pt x="611" y="0"/>
                    <a:pt x="510" y="68"/>
                    <a:pt x="510" y="202"/>
                  </a:cubicBezTo>
                  <a:lnTo>
                    <a:pt x="510" y="443"/>
                  </a:lnTo>
                  <a:lnTo>
                    <a:pt x="270" y="443"/>
                  </a:lnTo>
                  <a:cubicBezTo>
                    <a:pt x="1" y="443"/>
                    <a:pt x="1" y="847"/>
                    <a:pt x="270" y="847"/>
                  </a:cubicBezTo>
                  <a:lnTo>
                    <a:pt x="510" y="847"/>
                  </a:lnTo>
                  <a:lnTo>
                    <a:pt x="510" y="1087"/>
                  </a:lnTo>
                  <a:cubicBezTo>
                    <a:pt x="510" y="1222"/>
                    <a:pt x="611" y="1289"/>
                    <a:pt x="712" y="1289"/>
                  </a:cubicBezTo>
                  <a:cubicBezTo>
                    <a:pt x="813" y="1289"/>
                    <a:pt x="914" y="1222"/>
                    <a:pt x="914" y="1087"/>
                  </a:cubicBezTo>
                  <a:lnTo>
                    <a:pt x="914" y="847"/>
                  </a:lnTo>
                  <a:lnTo>
                    <a:pt x="1154" y="847"/>
                  </a:lnTo>
                  <a:cubicBezTo>
                    <a:pt x="1424" y="847"/>
                    <a:pt x="1424" y="443"/>
                    <a:pt x="1154" y="443"/>
                  </a:cubicBezTo>
                  <a:lnTo>
                    <a:pt x="914" y="443"/>
                  </a:lnTo>
                  <a:lnTo>
                    <a:pt x="914" y="202"/>
                  </a:lnTo>
                  <a:cubicBezTo>
                    <a:pt x="914" y="68"/>
                    <a:pt x="813" y="0"/>
                    <a:pt x="712" y="0"/>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7" name="Google Shape;13687;p65"/>
            <p:cNvSpPr/>
            <p:nvPr/>
          </p:nvSpPr>
          <p:spPr>
            <a:xfrm>
              <a:off x="7312371" y="2051314"/>
              <a:ext cx="37213" cy="33711"/>
            </a:xfrm>
            <a:custGeom>
              <a:avLst/>
              <a:gdLst/>
              <a:ahLst/>
              <a:cxnLst/>
              <a:rect l="l" t="t" r="r" b="b"/>
              <a:pathLst>
                <a:path w="1424" h="1290" extrusionOk="0">
                  <a:moveTo>
                    <a:pt x="712" y="1"/>
                  </a:moveTo>
                  <a:cubicBezTo>
                    <a:pt x="597" y="1"/>
                    <a:pt x="510" y="97"/>
                    <a:pt x="510" y="202"/>
                  </a:cubicBezTo>
                  <a:lnTo>
                    <a:pt x="510" y="443"/>
                  </a:lnTo>
                  <a:lnTo>
                    <a:pt x="270" y="443"/>
                  </a:lnTo>
                  <a:cubicBezTo>
                    <a:pt x="1" y="443"/>
                    <a:pt x="1" y="847"/>
                    <a:pt x="270" y="847"/>
                  </a:cubicBezTo>
                  <a:lnTo>
                    <a:pt x="510" y="847"/>
                  </a:lnTo>
                  <a:lnTo>
                    <a:pt x="510" y="1087"/>
                  </a:lnTo>
                  <a:cubicBezTo>
                    <a:pt x="510" y="1222"/>
                    <a:pt x="611" y="1289"/>
                    <a:pt x="712" y="1289"/>
                  </a:cubicBezTo>
                  <a:cubicBezTo>
                    <a:pt x="813" y="1289"/>
                    <a:pt x="914" y="1222"/>
                    <a:pt x="914" y="1087"/>
                  </a:cubicBezTo>
                  <a:lnTo>
                    <a:pt x="914" y="847"/>
                  </a:lnTo>
                  <a:lnTo>
                    <a:pt x="1155" y="847"/>
                  </a:lnTo>
                  <a:cubicBezTo>
                    <a:pt x="1424" y="847"/>
                    <a:pt x="1424" y="443"/>
                    <a:pt x="1155" y="443"/>
                  </a:cubicBezTo>
                  <a:lnTo>
                    <a:pt x="914" y="443"/>
                  </a:lnTo>
                  <a:lnTo>
                    <a:pt x="914" y="202"/>
                  </a:lnTo>
                  <a:cubicBezTo>
                    <a:pt x="914" y="97"/>
                    <a:pt x="828" y="1"/>
                    <a:pt x="712" y="1"/>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8" name="Google Shape;13688;p65"/>
            <p:cNvSpPr/>
            <p:nvPr/>
          </p:nvSpPr>
          <p:spPr>
            <a:xfrm>
              <a:off x="7235489" y="1982455"/>
              <a:ext cx="37213" cy="33711"/>
            </a:xfrm>
            <a:custGeom>
              <a:avLst/>
              <a:gdLst/>
              <a:ahLst/>
              <a:cxnLst/>
              <a:rect l="l" t="t" r="r" b="b"/>
              <a:pathLst>
                <a:path w="1424" h="1290" extrusionOk="0">
                  <a:moveTo>
                    <a:pt x="712" y="1"/>
                  </a:moveTo>
                  <a:cubicBezTo>
                    <a:pt x="611" y="1"/>
                    <a:pt x="510" y="68"/>
                    <a:pt x="510" y="203"/>
                  </a:cubicBezTo>
                  <a:lnTo>
                    <a:pt x="510" y="443"/>
                  </a:lnTo>
                  <a:lnTo>
                    <a:pt x="270" y="443"/>
                  </a:lnTo>
                  <a:cubicBezTo>
                    <a:pt x="0" y="443"/>
                    <a:pt x="0" y="847"/>
                    <a:pt x="270" y="847"/>
                  </a:cubicBezTo>
                  <a:lnTo>
                    <a:pt x="510" y="847"/>
                  </a:lnTo>
                  <a:lnTo>
                    <a:pt x="510" y="1087"/>
                  </a:lnTo>
                  <a:cubicBezTo>
                    <a:pt x="510" y="1222"/>
                    <a:pt x="611" y="1289"/>
                    <a:pt x="712" y="1289"/>
                  </a:cubicBezTo>
                  <a:cubicBezTo>
                    <a:pt x="813" y="1289"/>
                    <a:pt x="914" y="1222"/>
                    <a:pt x="914" y="1087"/>
                  </a:cubicBezTo>
                  <a:lnTo>
                    <a:pt x="914" y="847"/>
                  </a:lnTo>
                  <a:lnTo>
                    <a:pt x="1154" y="847"/>
                  </a:lnTo>
                  <a:cubicBezTo>
                    <a:pt x="1424" y="847"/>
                    <a:pt x="1424" y="443"/>
                    <a:pt x="1154" y="443"/>
                  </a:cubicBezTo>
                  <a:lnTo>
                    <a:pt x="914" y="443"/>
                  </a:lnTo>
                  <a:lnTo>
                    <a:pt x="914" y="203"/>
                  </a:lnTo>
                  <a:cubicBezTo>
                    <a:pt x="914" y="68"/>
                    <a:pt x="813" y="1"/>
                    <a:pt x="712" y="1"/>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9" name="Google Shape;13689;p65"/>
            <p:cNvSpPr/>
            <p:nvPr/>
          </p:nvSpPr>
          <p:spPr>
            <a:xfrm>
              <a:off x="7132213" y="2030460"/>
              <a:ext cx="18606" cy="33685"/>
            </a:xfrm>
            <a:custGeom>
              <a:avLst/>
              <a:gdLst/>
              <a:ahLst/>
              <a:cxnLst/>
              <a:rect l="l" t="t" r="r" b="b"/>
              <a:pathLst>
                <a:path w="712" h="1289" extrusionOk="0">
                  <a:moveTo>
                    <a:pt x="0" y="0"/>
                  </a:moveTo>
                  <a:lnTo>
                    <a:pt x="0" y="1289"/>
                  </a:lnTo>
                  <a:cubicBezTo>
                    <a:pt x="116" y="1289"/>
                    <a:pt x="202" y="1202"/>
                    <a:pt x="202" y="1087"/>
                  </a:cubicBezTo>
                  <a:lnTo>
                    <a:pt x="202" y="847"/>
                  </a:lnTo>
                  <a:lnTo>
                    <a:pt x="442" y="847"/>
                  </a:lnTo>
                  <a:cubicBezTo>
                    <a:pt x="712" y="847"/>
                    <a:pt x="712" y="443"/>
                    <a:pt x="442" y="443"/>
                  </a:cubicBezTo>
                  <a:lnTo>
                    <a:pt x="202" y="443"/>
                  </a:lnTo>
                  <a:lnTo>
                    <a:pt x="202" y="202"/>
                  </a:lnTo>
                  <a:cubicBezTo>
                    <a:pt x="202" y="87"/>
                    <a:pt x="116" y="0"/>
                    <a:pt x="0"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0" name="Google Shape;13690;p65"/>
            <p:cNvSpPr/>
            <p:nvPr/>
          </p:nvSpPr>
          <p:spPr>
            <a:xfrm>
              <a:off x="7254069" y="1982455"/>
              <a:ext cx="18632" cy="33711"/>
            </a:xfrm>
            <a:custGeom>
              <a:avLst/>
              <a:gdLst/>
              <a:ahLst/>
              <a:cxnLst/>
              <a:rect l="l" t="t" r="r" b="b"/>
              <a:pathLst>
                <a:path w="713" h="1290" extrusionOk="0">
                  <a:moveTo>
                    <a:pt x="1" y="1"/>
                  </a:moveTo>
                  <a:lnTo>
                    <a:pt x="1" y="1289"/>
                  </a:lnTo>
                  <a:cubicBezTo>
                    <a:pt x="116" y="1289"/>
                    <a:pt x="203" y="1203"/>
                    <a:pt x="203" y="1087"/>
                  </a:cubicBezTo>
                  <a:lnTo>
                    <a:pt x="203" y="847"/>
                  </a:lnTo>
                  <a:lnTo>
                    <a:pt x="443" y="847"/>
                  </a:lnTo>
                  <a:cubicBezTo>
                    <a:pt x="713" y="847"/>
                    <a:pt x="713" y="443"/>
                    <a:pt x="443" y="443"/>
                  </a:cubicBezTo>
                  <a:lnTo>
                    <a:pt x="203" y="443"/>
                  </a:lnTo>
                  <a:lnTo>
                    <a:pt x="203" y="203"/>
                  </a:lnTo>
                  <a:cubicBezTo>
                    <a:pt x="203" y="97"/>
                    <a:pt x="116" y="1"/>
                    <a:pt x="1"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1" name="Google Shape;13691;p65"/>
            <p:cNvSpPr/>
            <p:nvPr/>
          </p:nvSpPr>
          <p:spPr>
            <a:xfrm>
              <a:off x="7330977" y="2051314"/>
              <a:ext cx="18606" cy="33946"/>
            </a:xfrm>
            <a:custGeom>
              <a:avLst/>
              <a:gdLst/>
              <a:ahLst/>
              <a:cxnLst/>
              <a:rect l="l" t="t" r="r" b="b"/>
              <a:pathLst>
                <a:path w="712" h="1299" extrusionOk="0">
                  <a:moveTo>
                    <a:pt x="0" y="1"/>
                  </a:moveTo>
                  <a:lnTo>
                    <a:pt x="0" y="1299"/>
                  </a:lnTo>
                  <a:cubicBezTo>
                    <a:pt x="116" y="1299"/>
                    <a:pt x="202" y="1203"/>
                    <a:pt x="202" y="1097"/>
                  </a:cubicBezTo>
                  <a:lnTo>
                    <a:pt x="202" y="856"/>
                  </a:lnTo>
                  <a:lnTo>
                    <a:pt x="443" y="856"/>
                  </a:lnTo>
                  <a:cubicBezTo>
                    <a:pt x="712" y="856"/>
                    <a:pt x="712" y="443"/>
                    <a:pt x="443" y="443"/>
                  </a:cubicBezTo>
                  <a:lnTo>
                    <a:pt x="202" y="443"/>
                  </a:lnTo>
                  <a:lnTo>
                    <a:pt x="202" y="202"/>
                  </a:lnTo>
                  <a:cubicBezTo>
                    <a:pt x="202" y="97"/>
                    <a:pt x="106" y="1"/>
                    <a:pt x="0"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92" name="Google Shape;13692;p65"/>
          <p:cNvGrpSpPr/>
          <p:nvPr/>
        </p:nvGrpSpPr>
        <p:grpSpPr>
          <a:xfrm>
            <a:off x="6139650" y="2742915"/>
            <a:ext cx="368416" cy="311369"/>
            <a:chOff x="6141112" y="2927563"/>
            <a:chExt cx="368416" cy="311369"/>
          </a:xfrm>
        </p:grpSpPr>
        <p:sp>
          <p:nvSpPr>
            <p:cNvPr id="13693" name="Google Shape;13693;p65"/>
            <p:cNvSpPr/>
            <p:nvPr/>
          </p:nvSpPr>
          <p:spPr>
            <a:xfrm>
              <a:off x="6141112" y="3157163"/>
              <a:ext cx="368416" cy="81769"/>
            </a:xfrm>
            <a:custGeom>
              <a:avLst/>
              <a:gdLst/>
              <a:ahLst/>
              <a:cxnLst/>
              <a:rect l="l" t="t" r="r" b="b"/>
              <a:pathLst>
                <a:path w="14098" h="3129" extrusionOk="0">
                  <a:moveTo>
                    <a:pt x="5387" y="0"/>
                  </a:moveTo>
                  <a:cubicBezTo>
                    <a:pt x="4371" y="0"/>
                    <a:pt x="3355" y="12"/>
                    <a:pt x="2347" y="81"/>
                  </a:cubicBezTo>
                  <a:cubicBezTo>
                    <a:pt x="1818" y="119"/>
                    <a:pt x="318" y="129"/>
                    <a:pt x="164" y="783"/>
                  </a:cubicBezTo>
                  <a:cubicBezTo>
                    <a:pt x="1" y="1475"/>
                    <a:pt x="1491" y="2071"/>
                    <a:pt x="1991" y="2263"/>
                  </a:cubicBezTo>
                  <a:cubicBezTo>
                    <a:pt x="3597" y="2898"/>
                    <a:pt x="5357" y="3129"/>
                    <a:pt x="7049" y="3129"/>
                  </a:cubicBezTo>
                  <a:cubicBezTo>
                    <a:pt x="8741" y="3129"/>
                    <a:pt x="10511" y="2898"/>
                    <a:pt x="12107" y="2263"/>
                  </a:cubicBezTo>
                  <a:cubicBezTo>
                    <a:pt x="12617" y="2071"/>
                    <a:pt x="14098" y="1475"/>
                    <a:pt x="13934" y="783"/>
                  </a:cubicBezTo>
                  <a:cubicBezTo>
                    <a:pt x="13780" y="138"/>
                    <a:pt x="12280" y="119"/>
                    <a:pt x="11761" y="81"/>
                  </a:cubicBezTo>
                  <a:cubicBezTo>
                    <a:pt x="10747" y="12"/>
                    <a:pt x="9728" y="0"/>
                    <a:pt x="8711" y="0"/>
                  </a:cubicBezTo>
                  <a:cubicBezTo>
                    <a:pt x="8157" y="0"/>
                    <a:pt x="7602" y="4"/>
                    <a:pt x="7049" y="4"/>
                  </a:cubicBezTo>
                  <a:cubicBezTo>
                    <a:pt x="6496" y="4"/>
                    <a:pt x="5941" y="0"/>
                    <a:pt x="5387" y="0"/>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4" name="Google Shape;13694;p65"/>
            <p:cNvSpPr/>
            <p:nvPr/>
          </p:nvSpPr>
          <p:spPr>
            <a:xfrm>
              <a:off x="6192619" y="2953460"/>
              <a:ext cx="265402" cy="248781"/>
            </a:xfrm>
            <a:custGeom>
              <a:avLst/>
              <a:gdLst/>
              <a:ahLst/>
              <a:cxnLst/>
              <a:rect l="l" t="t" r="r" b="b"/>
              <a:pathLst>
                <a:path w="10156" h="9520" extrusionOk="0">
                  <a:moveTo>
                    <a:pt x="1" y="0"/>
                  </a:moveTo>
                  <a:cubicBezTo>
                    <a:pt x="1" y="0"/>
                    <a:pt x="1443" y="3683"/>
                    <a:pt x="1328" y="8808"/>
                  </a:cubicBezTo>
                  <a:cubicBezTo>
                    <a:pt x="1318" y="8818"/>
                    <a:pt x="1318" y="8828"/>
                    <a:pt x="1328" y="8837"/>
                  </a:cubicBezTo>
                  <a:cubicBezTo>
                    <a:pt x="1328" y="9212"/>
                    <a:pt x="3011" y="9520"/>
                    <a:pt x="5078" y="9520"/>
                  </a:cubicBezTo>
                  <a:cubicBezTo>
                    <a:pt x="7155" y="9520"/>
                    <a:pt x="8838" y="9212"/>
                    <a:pt x="8838" y="8837"/>
                  </a:cubicBezTo>
                  <a:cubicBezTo>
                    <a:pt x="8703" y="3702"/>
                    <a:pt x="10155" y="0"/>
                    <a:pt x="10155"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5" name="Google Shape;13695;p65"/>
            <p:cNvSpPr/>
            <p:nvPr/>
          </p:nvSpPr>
          <p:spPr>
            <a:xfrm>
              <a:off x="6306453" y="2953460"/>
              <a:ext cx="151568" cy="248781"/>
            </a:xfrm>
            <a:custGeom>
              <a:avLst/>
              <a:gdLst/>
              <a:ahLst/>
              <a:cxnLst/>
              <a:rect l="l" t="t" r="r" b="b"/>
              <a:pathLst>
                <a:path w="5800" h="9520" extrusionOk="0">
                  <a:moveTo>
                    <a:pt x="4357" y="0"/>
                  </a:moveTo>
                  <a:cubicBezTo>
                    <a:pt x="4357" y="0"/>
                    <a:pt x="2915" y="3702"/>
                    <a:pt x="3040" y="8837"/>
                  </a:cubicBezTo>
                  <a:cubicBezTo>
                    <a:pt x="3040" y="9164"/>
                    <a:pt x="1732" y="9443"/>
                    <a:pt x="1" y="9501"/>
                  </a:cubicBezTo>
                  <a:cubicBezTo>
                    <a:pt x="232" y="9510"/>
                    <a:pt x="482" y="9520"/>
                    <a:pt x="722" y="9520"/>
                  </a:cubicBezTo>
                  <a:cubicBezTo>
                    <a:pt x="2799" y="9520"/>
                    <a:pt x="4482" y="9212"/>
                    <a:pt x="4482" y="8837"/>
                  </a:cubicBezTo>
                  <a:cubicBezTo>
                    <a:pt x="4347" y="3702"/>
                    <a:pt x="5799" y="0"/>
                    <a:pt x="5799" y="0"/>
                  </a:cubicBezTo>
                  <a:close/>
                </a:path>
              </a:pathLst>
            </a:custGeom>
            <a:solidFill>
              <a:srgbClr val="2D47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6" name="Google Shape;13696;p65"/>
            <p:cNvSpPr/>
            <p:nvPr/>
          </p:nvSpPr>
          <p:spPr>
            <a:xfrm>
              <a:off x="6192619" y="2927563"/>
              <a:ext cx="265402" cy="52788"/>
            </a:xfrm>
            <a:custGeom>
              <a:avLst/>
              <a:gdLst/>
              <a:ahLst/>
              <a:cxnLst/>
              <a:rect l="l" t="t" r="r" b="b"/>
              <a:pathLst>
                <a:path w="10156" h="2020" extrusionOk="0">
                  <a:moveTo>
                    <a:pt x="5078" y="1"/>
                  </a:moveTo>
                  <a:cubicBezTo>
                    <a:pt x="2270" y="1"/>
                    <a:pt x="1" y="453"/>
                    <a:pt x="1" y="1010"/>
                  </a:cubicBezTo>
                  <a:cubicBezTo>
                    <a:pt x="1" y="1568"/>
                    <a:pt x="2270" y="2020"/>
                    <a:pt x="5078" y="2020"/>
                  </a:cubicBezTo>
                  <a:cubicBezTo>
                    <a:pt x="7886" y="2020"/>
                    <a:pt x="10155" y="1568"/>
                    <a:pt x="10155" y="1010"/>
                  </a:cubicBezTo>
                  <a:cubicBezTo>
                    <a:pt x="10155" y="453"/>
                    <a:pt x="7886" y="1"/>
                    <a:pt x="5078" y="1"/>
                  </a:cubicBezTo>
                  <a:close/>
                </a:path>
              </a:pathLst>
            </a:custGeom>
            <a:solidFill>
              <a:srgbClr val="39516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7" name="Google Shape;13697;p65"/>
            <p:cNvSpPr/>
            <p:nvPr/>
          </p:nvSpPr>
          <p:spPr>
            <a:xfrm>
              <a:off x="6227062" y="3142921"/>
              <a:ext cx="196778" cy="59321"/>
            </a:xfrm>
            <a:custGeom>
              <a:avLst/>
              <a:gdLst/>
              <a:ahLst/>
              <a:cxnLst/>
              <a:rect l="l" t="t" r="r" b="b"/>
              <a:pathLst>
                <a:path w="7530" h="2270" extrusionOk="0">
                  <a:moveTo>
                    <a:pt x="0" y="1"/>
                  </a:moveTo>
                  <a:cubicBezTo>
                    <a:pt x="10" y="501"/>
                    <a:pt x="19" y="1020"/>
                    <a:pt x="10" y="1558"/>
                  </a:cubicBezTo>
                  <a:cubicBezTo>
                    <a:pt x="10" y="1568"/>
                    <a:pt x="10" y="1578"/>
                    <a:pt x="10" y="1587"/>
                  </a:cubicBezTo>
                  <a:cubicBezTo>
                    <a:pt x="10" y="1962"/>
                    <a:pt x="1693" y="2270"/>
                    <a:pt x="3760" y="2270"/>
                  </a:cubicBezTo>
                  <a:cubicBezTo>
                    <a:pt x="5837" y="2270"/>
                    <a:pt x="7520" y="1962"/>
                    <a:pt x="7520" y="1587"/>
                  </a:cubicBezTo>
                  <a:cubicBezTo>
                    <a:pt x="7510" y="1039"/>
                    <a:pt x="7510" y="501"/>
                    <a:pt x="7530" y="1"/>
                  </a:cubicBezTo>
                  <a:lnTo>
                    <a:pt x="7530" y="1"/>
                  </a:lnTo>
                  <a:cubicBezTo>
                    <a:pt x="6385" y="205"/>
                    <a:pt x="5215" y="311"/>
                    <a:pt x="4052" y="311"/>
                  </a:cubicBezTo>
                  <a:cubicBezTo>
                    <a:pt x="3954" y="311"/>
                    <a:pt x="3857" y="310"/>
                    <a:pt x="3760" y="308"/>
                  </a:cubicBezTo>
                  <a:cubicBezTo>
                    <a:pt x="3663" y="310"/>
                    <a:pt x="3566" y="311"/>
                    <a:pt x="3469" y="311"/>
                  </a:cubicBezTo>
                  <a:cubicBezTo>
                    <a:pt x="2306" y="311"/>
                    <a:pt x="1145" y="205"/>
                    <a:pt x="0"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8" name="Google Shape;13698;p65"/>
            <p:cNvSpPr/>
            <p:nvPr/>
          </p:nvSpPr>
          <p:spPr>
            <a:xfrm>
              <a:off x="6227062" y="3142921"/>
              <a:ext cx="523" cy="18868"/>
            </a:xfrm>
            <a:custGeom>
              <a:avLst/>
              <a:gdLst/>
              <a:ahLst/>
              <a:cxnLst/>
              <a:rect l="l" t="t" r="r" b="b"/>
              <a:pathLst>
                <a:path w="20" h="722" extrusionOk="0">
                  <a:moveTo>
                    <a:pt x="0" y="1"/>
                  </a:moveTo>
                  <a:cubicBezTo>
                    <a:pt x="10" y="231"/>
                    <a:pt x="10" y="472"/>
                    <a:pt x="10" y="722"/>
                  </a:cubicBezTo>
                  <a:cubicBezTo>
                    <a:pt x="19" y="481"/>
                    <a:pt x="10" y="241"/>
                    <a:pt x="10"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9" name="Google Shape;13699;p65"/>
            <p:cNvSpPr/>
            <p:nvPr/>
          </p:nvSpPr>
          <p:spPr>
            <a:xfrm>
              <a:off x="6226801" y="3142921"/>
              <a:ext cx="196778" cy="59321"/>
            </a:xfrm>
            <a:custGeom>
              <a:avLst/>
              <a:gdLst/>
              <a:ahLst/>
              <a:cxnLst/>
              <a:rect l="l" t="t" r="r" b="b"/>
              <a:pathLst>
                <a:path w="7530" h="2270" extrusionOk="0">
                  <a:moveTo>
                    <a:pt x="7530" y="1"/>
                  </a:moveTo>
                  <a:lnTo>
                    <a:pt x="7530" y="1"/>
                  </a:lnTo>
                  <a:cubicBezTo>
                    <a:pt x="7097" y="87"/>
                    <a:pt x="6607" y="154"/>
                    <a:pt x="6078" y="203"/>
                  </a:cubicBezTo>
                  <a:cubicBezTo>
                    <a:pt x="6078" y="366"/>
                    <a:pt x="6068" y="597"/>
                    <a:pt x="6068" y="828"/>
                  </a:cubicBezTo>
                  <a:cubicBezTo>
                    <a:pt x="6068" y="1289"/>
                    <a:pt x="5713" y="1674"/>
                    <a:pt x="5251" y="1712"/>
                  </a:cubicBezTo>
                  <a:cubicBezTo>
                    <a:pt x="4789" y="1751"/>
                    <a:pt x="4289" y="1770"/>
                    <a:pt x="3760" y="1770"/>
                  </a:cubicBezTo>
                  <a:cubicBezTo>
                    <a:pt x="1770" y="1770"/>
                    <a:pt x="154" y="1491"/>
                    <a:pt x="10" y="1135"/>
                  </a:cubicBezTo>
                  <a:cubicBezTo>
                    <a:pt x="10" y="1279"/>
                    <a:pt x="10" y="1414"/>
                    <a:pt x="10" y="1558"/>
                  </a:cubicBezTo>
                  <a:cubicBezTo>
                    <a:pt x="1" y="1568"/>
                    <a:pt x="1" y="1578"/>
                    <a:pt x="10" y="1587"/>
                  </a:cubicBezTo>
                  <a:cubicBezTo>
                    <a:pt x="10" y="1933"/>
                    <a:pt x="1405" y="2212"/>
                    <a:pt x="3212" y="2260"/>
                  </a:cubicBezTo>
                  <a:lnTo>
                    <a:pt x="3578" y="2270"/>
                  </a:lnTo>
                  <a:lnTo>
                    <a:pt x="3760" y="2270"/>
                  </a:lnTo>
                  <a:cubicBezTo>
                    <a:pt x="5838" y="2270"/>
                    <a:pt x="7520" y="1962"/>
                    <a:pt x="7520" y="1587"/>
                  </a:cubicBezTo>
                  <a:lnTo>
                    <a:pt x="7520" y="1356"/>
                  </a:lnTo>
                  <a:cubicBezTo>
                    <a:pt x="7520" y="1356"/>
                    <a:pt x="7520" y="1347"/>
                    <a:pt x="7520" y="1347"/>
                  </a:cubicBezTo>
                  <a:lnTo>
                    <a:pt x="7520" y="1126"/>
                  </a:lnTo>
                  <a:lnTo>
                    <a:pt x="7520" y="1049"/>
                  </a:lnTo>
                  <a:lnTo>
                    <a:pt x="7520" y="924"/>
                  </a:lnTo>
                  <a:lnTo>
                    <a:pt x="7520" y="818"/>
                  </a:lnTo>
                  <a:lnTo>
                    <a:pt x="7520" y="722"/>
                  </a:lnTo>
                  <a:lnTo>
                    <a:pt x="7520" y="414"/>
                  </a:lnTo>
                  <a:lnTo>
                    <a:pt x="7520" y="318"/>
                  </a:lnTo>
                  <a:cubicBezTo>
                    <a:pt x="7520" y="212"/>
                    <a:pt x="7520" y="106"/>
                    <a:pt x="7530"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00" name="Google Shape;13700;p65"/>
          <p:cNvGrpSpPr/>
          <p:nvPr/>
        </p:nvGrpSpPr>
        <p:grpSpPr>
          <a:xfrm>
            <a:off x="7519237" y="2718298"/>
            <a:ext cx="335489" cy="360629"/>
            <a:chOff x="7520699" y="2902946"/>
            <a:chExt cx="335489" cy="360629"/>
          </a:xfrm>
        </p:grpSpPr>
        <p:sp>
          <p:nvSpPr>
            <p:cNvPr id="13701" name="Google Shape;13701;p65"/>
            <p:cNvSpPr/>
            <p:nvPr/>
          </p:nvSpPr>
          <p:spPr>
            <a:xfrm>
              <a:off x="7520699" y="2946666"/>
              <a:ext cx="128441" cy="174173"/>
            </a:xfrm>
            <a:custGeom>
              <a:avLst/>
              <a:gdLst/>
              <a:ahLst/>
              <a:cxnLst/>
              <a:rect l="l" t="t" r="r" b="b"/>
              <a:pathLst>
                <a:path w="4915" h="6665" extrusionOk="0">
                  <a:moveTo>
                    <a:pt x="683" y="0"/>
                  </a:moveTo>
                  <a:cubicBezTo>
                    <a:pt x="299" y="0"/>
                    <a:pt x="1" y="299"/>
                    <a:pt x="1" y="683"/>
                  </a:cubicBezTo>
                  <a:lnTo>
                    <a:pt x="1" y="1001"/>
                  </a:lnTo>
                  <a:cubicBezTo>
                    <a:pt x="1" y="2741"/>
                    <a:pt x="981" y="4328"/>
                    <a:pt x="2530" y="5107"/>
                  </a:cubicBezTo>
                  <a:lnTo>
                    <a:pt x="4184" y="5934"/>
                  </a:lnTo>
                  <a:cubicBezTo>
                    <a:pt x="4337" y="6010"/>
                    <a:pt x="4280" y="6251"/>
                    <a:pt x="4107" y="6251"/>
                  </a:cubicBezTo>
                  <a:lnTo>
                    <a:pt x="3876" y="6251"/>
                  </a:lnTo>
                  <a:cubicBezTo>
                    <a:pt x="3597" y="6251"/>
                    <a:pt x="3597" y="6664"/>
                    <a:pt x="3876" y="6664"/>
                  </a:cubicBezTo>
                  <a:lnTo>
                    <a:pt x="4107" y="6664"/>
                  </a:lnTo>
                  <a:cubicBezTo>
                    <a:pt x="4722" y="6664"/>
                    <a:pt x="4914" y="5837"/>
                    <a:pt x="4366" y="5559"/>
                  </a:cubicBezTo>
                  <a:lnTo>
                    <a:pt x="2712" y="4732"/>
                  </a:lnTo>
                  <a:cubicBezTo>
                    <a:pt x="1299" y="4020"/>
                    <a:pt x="404" y="2578"/>
                    <a:pt x="404" y="1001"/>
                  </a:cubicBezTo>
                  <a:lnTo>
                    <a:pt x="404" y="683"/>
                  </a:lnTo>
                  <a:cubicBezTo>
                    <a:pt x="404" y="529"/>
                    <a:pt x="529" y="414"/>
                    <a:pt x="674" y="414"/>
                  </a:cubicBezTo>
                  <a:lnTo>
                    <a:pt x="3145" y="414"/>
                  </a:lnTo>
                  <a:cubicBezTo>
                    <a:pt x="3424" y="414"/>
                    <a:pt x="3424" y="0"/>
                    <a:pt x="3145"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2" name="Google Shape;13702;p65"/>
            <p:cNvSpPr/>
            <p:nvPr/>
          </p:nvSpPr>
          <p:spPr>
            <a:xfrm>
              <a:off x="7727512" y="2946404"/>
              <a:ext cx="128676" cy="174434"/>
            </a:xfrm>
            <a:custGeom>
              <a:avLst/>
              <a:gdLst/>
              <a:ahLst/>
              <a:cxnLst/>
              <a:rect l="l" t="t" r="r" b="b"/>
              <a:pathLst>
                <a:path w="4924" h="6675" extrusionOk="0">
                  <a:moveTo>
                    <a:pt x="1779" y="1"/>
                  </a:moveTo>
                  <a:cubicBezTo>
                    <a:pt x="1501" y="1"/>
                    <a:pt x="1501" y="424"/>
                    <a:pt x="1779" y="424"/>
                  </a:cubicBezTo>
                  <a:lnTo>
                    <a:pt x="4241" y="424"/>
                  </a:lnTo>
                  <a:cubicBezTo>
                    <a:pt x="4385" y="424"/>
                    <a:pt x="4510" y="539"/>
                    <a:pt x="4510" y="684"/>
                  </a:cubicBezTo>
                  <a:lnTo>
                    <a:pt x="4510" y="1011"/>
                  </a:lnTo>
                  <a:cubicBezTo>
                    <a:pt x="4510" y="2588"/>
                    <a:pt x="3616" y="4030"/>
                    <a:pt x="2203" y="4742"/>
                  </a:cubicBezTo>
                  <a:lnTo>
                    <a:pt x="549" y="5569"/>
                  </a:lnTo>
                  <a:cubicBezTo>
                    <a:pt x="1" y="5847"/>
                    <a:pt x="193" y="6674"/>
                    <a:pt x="818" y="6674"/>
                  </a:cubicBezTo>
                  <a:lnTo>
                    <a:pt x="1049" y="6674"/>
                  </a:lnTo>
                  <a:cubicBezTo>
                    <a:pt x="1328" y="6674"/>
                    <a:pt x="1328" y="6261"/>
                    <a:pt x="1049" y="6261"/>
                  </a:cubicBezTo>
                  <a:lnTo>
                    <a:pt x="818" y="6261"/>
                  </a:lnTo>
                  <a:cubicBezTo>
                    <a:pt x="635" y="6261"/>
                    <a:pt x="577" y="6020"/>
                    <a:pt x="741" y="5944"/>
                  </a:cubicBezTo>
                  <a:lnTo>
                    <a:pt x="2395" y="5117"/>
                  </a:lnTo>
                  <a:cubicBezTo>
                    <a:pt x="3943" y="4338"/>
                    <a:pt x="4924" y="2751"/>
                    <a:pt x="4924" y="1011"/>
                  </a:cubicBezTo>
                  <a:lnTo>
                    <a:pt x="4924" y="684"/>
                  </a:lnTo>
                  <a:cubicBezTo>
                    <a:pt x="4924" y="309"/>
                    <a:pt x="4616" y="1"/>
                    <a:pt x="4241"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3" name="Google Shape;13703;p65"/>
            <p:cNvSpPr/>
            <p:nvPr/>
          </p:nvSpPr>
          <p:spPr>
            <a:xfrm>
              <a:off x="7639315" y="3118800"/>
              <a:ext cx="98284" cy="97030"/>
            </a:xfrm>
            <a:custGeom>
              <a:avLst/>
              <a:gdLst/>
              <a:ahLst/>
              <a:cxnLst/>
              <a:rect l="l" t="t" r="r" b="b"/>
              <a:pathLst>
                <a:path w="3761" h="3713" extrusionOk="0">
                  <a:moveTo>
                    <a:pt x="1164" y="0"/>
                  </a:moveTo>
                  <a:lnTo>
                    <a:pt x="1164" y="904"/>
                  </a:lnTo>
                  <a:cubicBezTo>
                    <a:pt x="1164" y="1308"/>
                    <a:pt x="943" y="1674"/>
                    <a:pt x="577" y="1856"/>
                  </a:cubicBezTo>
                  <a:lnTo>
                    <a:pt x="443" y="1933"/>
                  </a:lnTo>
                  <a:cubicBezTo>
                    <a:pt x="164" y="2068"/>
                    <a:pt x="0" y="2347"/>
                    <a:pt x="0" y="2654"/>
                  </a:cubicBezTo>
                  <a:lnTo>
                    <a:pt x="0" y="3712"/>
                  </a:lnTo>
                  <a:lnTo>
                    <a:pt x="3760" y="3712"/>
                  </a:lnTo>
                  <a:lnTo>
                    <a:pt x="3760" y="2654"/>
                  </a:lnTo>
                  <a:cubicBezTo>
                    <a:pt x="3760" y="2347"/>
                    <a:pt x="3587" y="2068"/>
                    <a:pt x="3318" y="1933"/>
                  </a:cubicBezTo>
                  <a:lnTo>
                    <a:pt x="3174" y="1856"/>
                  </a:lnTo>
                  <a:cubicBezTo>
                    <a:pt x="2818" y="1674"/>
                    <a:pt x="2587" y="1308"/>
                    <a:pt x="2587" y="904"/>
                  </a:cubicBezTo>
                  <a:lnTo>
                    <a:pt x="2587" y="0"/>
                  </a:ln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4" name="Google Shape;13704;p65"/>
            <p:cNvSpPr/>
            <p:nvPr/>
          </p:nvSpPr>
          <p:spPr>
            <a:xfrm>
              <a:off x="7688313" y="3118800"/>
              <a:ext cx="49286" cy="96769"/>
            </a:xfrm>
            <a:custGeom>
              <a:avLst/>
              <a:gdLst/>
              <a:ahLst/>
              <a:cxnLst/>
              <a:rect l="l" t="t" r="r" b="b"/>
              <a:pathLst>
                <a:path w="1886" h="3703" extrusionOk="0">
                  <a:moveTo>
                    <a:pt x="0" y="0"/>
                  </a:moveTo>
                  <a:lnTo>
                    <a:pt x="0" y="3703"/>
                  </a:lnTo>
                  <a:lnTo>
                    <a:pt x="1885" y="3703"/>
                  </a:lnTo>
                  <a:lnTo>
                    <a:pt x="1885" y="2645"/>
                  </a:lnTo>
                  <a:cubicBezTo>
                    <a:pt x="1885" y="2337"/>
                    <a:pt x="1712" y="2068"/>
                    <a:pt x="1443" y="1933"/>
                  </a:cubicBezTo>
                  <a:lnTo>
                    <a:pt x="1299" y="1856"/>
                  </a:lnTo>
                  <a:cubicBezTo>
                    <a:pt x="943" y="1674"/>
                    <a:pt x="712" y="1308"/>
                    <a:pt x="712" y="904"/>
                  </a:cubicBezTo>
                  <a:lnTo>
                    <a:pt x="712" y="0"/>
                  </a:ln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5" name="Google Shape;13705;p65"/>
            <p:cNvSpPr/>
            <p:nvPr/>
          </p:nvSpPr>
          <p:spPr>
            <a:xfrm>
              <a:off x="7600351" y="2917502"/>
              <a:ext cx="175950" cy="221421"/>
            </a:xfrm>
            <a:custGeom>
              <a:avLst/>
              <a:gdLst/>
              <a:ahLst/>
              <a:cxnLst/>
              <a:rect l="l" t="t" r="r" b="b"/>
              <a:pathLst>
                <a:path w="6733" h="8473" extrusionOk="0">
                  <a:moveTo>
                    <a:pt x="1" y="1"/>
                  </a:moveTo>
                  <a:lnTo>
                    <a:pt x="328" y="4309"/>
                  </a:lnTo>
                  <a:cubicBezTo>
                    <a:pt x="462" y="6165"/>
                    <a:pt x="1645" y="7780"/>
                    <a:pt x="3366" y="8473"/>
                  </a:cubicBezTo>
                  <a:cubicBezTo>
                    <a:pt x="5097" y="7780"/>
                    <a:pt x="6280" y="6165"/>
                    <a:pt x="6415" y="4309"/>
                  </a:cubicBezTo>
                  <a:lnTo>
                    <a:pt x="6732" y="1"/>
                  </a:ln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6" name="Google Shape;13706;p65"/>
            <p:cNvSpPr/>
            <p:nvPr/>
          </p:nvSpPr>
          <p:spPr>
            <a:xfrm>
              <a:off x="7688313" y="2917502"/>
              <a:ext cx="87988" cy="221421"/>
            </a:xfrm>
            <a:custGeom>
              <a:avLst/>
              <a:gdLst/>
              <a:ahLst/>
              <a:cxnLst/>
              <a:rect l="l" t="t" r="r" b="b"/>
              <a:pathLst>
                <a:path w="3367" h="8473" extrusionOk="0">
                  <a:moveTo>
                    <a:pt x="2029" y="1"/>
                  </a:moveTo>
                  <a:lnTo>
                    <a:pt x="1712" y="4309"/>
                  </a:lnTo>
                  <a:cubicBezTo>
                    <a:pt x="1616" y="5636"/>
                    <a:pt x="981" y="7348"/>
                    <a:pt x="0" y="8473"/>
                  </a:cubicBezTo>
                  <a:cubicBezTo>
                    <a:pt x="1731" y="7780"/>
                    <a:pt x="2914" y="6165"/>
                    <a:pt x="3049" y="4309"/>
                  </a:cubicBezTo>
                  <a:lnTo>
                    <a:pt x="3366" y="1"/>
                  </a:ln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7" name="Google Shape;13707;p65"/>
            <p:cNvSpPr/>
            <p:nvPr/>
          </p:nvSpPr>
          <p:spPr>
            <a:xfrm>
              <a:off x="7585534" y="2902946"/>
              <a:ext cx="205820" cy="25139"/>
            </a:xfrm>
            <a:custGeom>
              <a:avLst/>
              <a:gdLst/>
              <a:ahLst/>
              <a:cxnLst/>
              <a:rect l="l" t="t" r="r" b="b"/>
              <a:pathLst>
                <a:path w="7876" h="962" extrusionOk="0">
                  <a:moveTo>
                    <a:pt x="260" y="0"/>
                  </a:moveTo>
                  <a:cubicBezTo>
                    <a:pt x="116" y="0"/>
                    <a:pt x="0" y="116"/>
                    <a:pt x="0" y="260"/>
                  </a:cubicBezTo>
                  <a:lnTo>
                    <a:pt x="0" y="702"/>
                  </a:lnTo>
                  <a:cubicBezTo>
                    <a:pt x="0" y="846"/>
                    <a:pt x="116" y="962"/>
                    <a:pt x="260" y="962"/>
                  </a:cubicBezTo>
                  <a:lnTo>
                    <a:pt x="7616" y="962"/>
                  </a:lnTo>
                  <a:cubicBezTo>
                    <a:pt x="7761" y="962"/>
                    <a:pt x="7876" y="846"/>
                    <a:pt x="7876" y="702"/>
                  </a:cubicBezTo>
                  <a:lnTo>
                    <a:pt x="7876" y="260"/>
                  </a:lnTo>
                  <a:cubicBezTo>
                    <a:pt x="7876" y="116"/>
                    <a:pt x="7761" y="0"/>
                    <a:pt x="7616"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8" name="Google Shape;13708;p65"/>
            <p:cNvSpPr/>
            <p:nvPr/>
          </p:nvSpPr>
          <p:spPr>
            <a:xfrm>
              <a:off x="7585534" y="2909218"/>
              <a:ext cx="205820" cy="18868"/>
            </a:xfrm>
            <a:custGeom>
              <a:avLst/>
              <a:gdLst/>
              <a:ahLst/>
              <a:cxnLst/>
              <a:rect l="l" t="t" r="r" b="b"/>
              <a:pathLst>
                <a:path w="7876" h="722" extrusionOk="0">
                  <a:moveTo>
                    <a:pt x="0" y="1"/>
                  </a:moveTo>
                  <a:lnTo>
                    <a:pt x="0" y="20"/>
                  </a:lnTo>
                  <a:lnTo>
                    <a:pt x="0" y="462"/>
                  </a:lnTo>
                  <a:cubicBezTo>
                    <a:pt x="0" y="597"/>
                    <a:pt x="116" y="722"/>
                    <a:pt x="260" y="722"/>
                  </a:cubicBezTo>
                  <a:lnTo>
                    <a:pt x="7616" y="722"/>
                  </a:lnTo>
                  <a:cubicBezTo>
                    <a:pt x="7761" y="722"/>
                    <a:pt x="7876" y="597"/>
                    <a:pt x="7876" y="462"/>
                  </a:cubicBezTo>
                  <a:lnTo>
                    <a:pt x="7876" y="20"/>
                  </a:lnTo>
                  <a:lnTo>
                    <a:pt x="7876" y="1"/>
                  </a:lnTo>
                  <a:cubicBezTo>
                    <a:pt x="7866" y="135"/>
                    <a:pt x="7751" y="241"/>
                    <a:pt x="7616" y="241"/>
                  </a:cubicBezTo>
                  <a:lnTo>
                    <a:pt x="260" y="241"/>
                  </a:lnTo>
                  <a:cubicBezTo>
                    <a:pt x="125" y="241"/>
                    <a:pt x="10" y="135"/>
                    <a:pt x="0" y="1"/>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09" name="Google Shape;13709;p65"/>
            <p:cNvSpPr/>
            <p:nvPr/>
          </p:nvSpPr>
          <p:spPr>
            <a:xfrm>
              <a:off x="7602625" y="3194689"/>
              <a:ext cx="171664" cy="49521"/>
            </a:xfrm>
            <a:custGeom>
              <a:avLst/>
              <a:gdLst/>
              <a:ahLst/>
              <a:cxnLst/>
              <a:rect l="l" t="t" r="r" b="b"/>
              <a:pathLst>
                <a:path w="6569" h="1895" extrusionOk="0">
                  <a:moveTo>
                    <a:pt x="712" y="0"/>
                  </a:moveTo>
                  <a:cubicBezTo>
                    <a:pt x="318" y="0"/>
                    <a:pt x="0" y="318"/>
                    <a:pt x="0" y="712"/>
                  </a:cubicBezTo>
                  <a:lnTo>
                    <a:pt x="0" y="1895"/>
                  </a:lnTo>
                  <a:lnTo>
                    <a:pt x="6568" y="1895"/>
                  </a:lnTo>
                  <a:lnTo>
                    <a:pt x="6568" y="712"/>
                  </a:lnTo>
                  <a:cubicBezTo>
                    <a:pt x="6568" y="318"/>
                    <a:pt x="6251" y="0"/>
                    <a:pt x="5857" y="0"/>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0" name="Google Shape;13710;p65"/>
            <p:cNvSpPr/>
            <p:nvPr/>
          </p:nvSpPr>
          <p:spPr>
            <a:xfrm>
              <a:off x="7602625" y="3194689"/>
              <a:ext cx="171664" cy="49521"/>
            </a:xfrm>
            <a:custGeom>
              <a:avLst/>
              <a:gdLst/>
              <a:ahLst/>
              <a:cxnLst/>
              <a:rect l="l" t="t" r="r" b="b"/>
              <a:pathLst>
                <a:path w="6569" h="1895" extrusionOk="0">
                  <a:moveTo>
                    <a:pt x="5116" y="0"/>
                  </a:moveTo>
                  <a:lnTo>
                    <a:pt x="5116" y="837"/>
                  </a:lnTo>
                  <a:cubicBezTo>
                    <a:pt x="5116" y="1135"/>
                    <a:pt x="4876" y="1366"/>
                    <a:pt x="4587" y="1366"/>
                  </a:cubicBezTo>
                  <a:lnTo>
                    <a:pt x="0" y="1366"/>
                  </a:lnTo>
                  <a:lnTo>
                    <a:pt x="0" y="1895"/>
                  </a:lnTo>
                  <a:lnTo>
                    <a:pt x="6568" y="1895"/>
                  </a:lnTo>
                  <a:lnTo>
                    <a:pt x="6568" y="712"/>
                  </a:lnTo>
                  <a:cubicBezTo>
                    <a:pt x="6568" y="318"/>
                    <a:pt x="6251" y="0"/>
                    <a:pt x="5857" y="0"/>
                  </a:cubicBezTo>
                  <a:close/>
                </a:path>
              </a:pathLst>
            </a:custGeom>
            <a:solidFill>
              <a:srgbClr val="AC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1" name="Google Shape;13711;p65"/>
            <p:cNvSpPr/>
            <p:nvPr/>
          </p:nvSpPr>
          <p:spPr>
            <a:xfrm>
              <a:off x="7585795" y="3240421"/>
              <a:ext cx="205323" cy="23153"/>
            </a:xfrm>
            <a:custGeom>
              <a:avLst/>
              <a:gdLst/>
              <a:ahLst/>
              <a:cxnLst/>
              <a:rect l="l" t="t" r="r" b="b"/>
              <a:pathLst>
                <a:path w="7857" h="886" extrusionOk="0">
                  <a:moveTo>
                    <a:pt x="77" y="1"/>
                  </a:moveTo>
                  <a:cubicBezTo>
                    <a:pt x="29" y="1"/>
                    <a:pt x="0" y="29"/>
                    <a:pt x="0" y="78"/>
                  </a:cubicBezTo>
                  <a:lnTo>
                    <a:pt x="0" y="808"/>
                  </a:lnTo>
                  <a:cubicBezTo>
                    <a:pt x="0" y="856"/>
                    <a:pt x="29" y="885"/>
                    <a:pt x="77" y="885"/>
                  </a:cubicBezTo>
                  <a:lnTo>
                    <a:pt x="7770" y="885"/>
                  </a:lnTo>
                  <a:cubicBezTo>
                    <a:pt x="7818" y="885"/>
                    <a:pt x="7856" y="856"/>
                    <a:pt x="7856" y="808"/>
                  </a:cubicBezTo>
                  <a:lnTo>
                    <a:pt x="7856" y="78"/>
                  </a:lnTo>
                  <a:cubicBezTo>
                    <a:pt x="7856" y="29"/>
                    <a:pt x="7818" y="1"/>
                    <a:pt x="7770"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2" name="Google Shape;13712;p65"/>
            <p:cNvSpPr/>
            <p:nvPr/>
          </p:nvSpPr>
          <p:spPr>
            <a:xfrm>
              <a:off x="7655647" y="3121806"/>
              <a:ext cx="65357" cy="23650"/>
            </a:xfrm>
            <a:custGeom>
              <a:avLst/>
              <a:gdLst/>
              <a:ahLst/>
              <a:cxnLst/>
              <a:rect l="l" t="t" r="r" b="b"/>
              <a:pathLst>
                <a:path w="2501" h="905" extrusionOk="0">
                  <a:moveTo>
                    <a:pt x="395" y="1"/>
                  </a:moveTo>
                  <a:cubicBezTo>
                    <a:pt x="173" y="1"/>
                    <a:pt x="0" y="174"/>
                    <a:pt x="0" y="395"/>
                  </a:cubicBezTo>
                  <a:lnTo>
                    <a:pt x="0" y="510"/>
                  </a:lnTo>
                  <a:cubicBezTo>
                    <a:pt x="0" y="732"/>
                    <a:pt x="173" y="905"/>
                    <a:pt x="395" y="905"/>
                  </a:cubicBezTo>
                  <a:lnTo>
                    <a:pt x="2116" y="905"/>
                  </a:lnTo>
                  <a:cubicBezTo>
                    <a:pt x="2327" y="905"/>
                    <a:pt x="2501" y="732"/>
                    <a:pt x="2501" y="510"/>
                  </a:cubicBezTo>
                  <a:lnTo>
                    <a:pt x="2501" y="395"/>
                  </a:lnTo>
                  <a:cubicBezTo>
                    <a:pt x="2501" y="174"/>
                    <a:pt x="2327" y="1"/>
                    <a:pt x="2116" y="1"/>
                  </a:cubicBezTo>
                  <a:close/>
                </a:path>
              </a:pathLst>
            </a:custGeom>
            <a:solidFill>
              <a:srgbClr val="A9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3" name="Google Shape;13713;p65"/>
            <p:cNvSpPr/>
            <p:nvPr/>
          </p:nvSpPr>
          <p:spPr>
            <a:xfrm>
              <a:off x="7655647" y="3127581"/>
              <a:ext cx="65357" cy="17639"/>
            </a:xfrm>
            <a:custGeom>
              <a:avLst/>
              <a:gdLst/>
              <a:ahLst/>
              <a:cxnLst/>
              <a:rect l="l" t="t" r="r" b="b"/>
              <a:pathLst>
                <a:path w="2501" h="675" extrusionOk="0">
                  <a:moveTo>
                    <a:pt x="39" y="1"/>
                  </a:moveTo>
                  <a:cubicBezTo>
                    <a:pt x="10" y="59"/>
                    <a:pt x="0" y="107"/>
                    <a:pt x="0" y="164"/>
                  </a:cubicBezTo>
                  <a:lnTo>
                    <a:pt x="0" y="289"/>
                  </a:lnTo>
                  <a:cubicBezTo>
                    <a:pt x="0" y="501"/>
                    <a:pt x="173" y="674"/>
                    <a:pt x="395" y="674"/>
                  </a:cubicBezTo>
                  <a:lnTo>
                    <a:pt x="2116" y="674"/>
                  </a:lnTo>
                  <a:cubicBezTo>
                    <a:pt x="2327" y="674"/>
                    <a:pt x="2501" y="501"/>
                    <a:pt x="2501" y="289"/>
                  </a:cubicBezTo>
                  <a:lnTo>
                    <a:pt x="2501" y="164"/>
                  </a:lnTo>
                  <a:cubicBezTo>
                    <a:pt x="2501" y="107"/>
                    <a:pt x="2491" y="59"/>
                    <a:pt x="2462" y="1"/>
                  </a:cubicBezTo>
                  <a:cubicBezTo>
                    <a:pt x="2404" y="145"/>
                    <a:pt x="2270" y="232"/>
                    <a:pt x="2116" y="232"/>
                  </a:cubicBezTo>
                  <a:lnTo>
                    <a:pt x="395" y="232"/>
                  </a:lnTo>
                  <a:cubicBezTo>
                    <a:pt x="241" y="232"/>
                    <a:pt x="97" y="145"/>
                    <a:pt x="39"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4" name="Google Shape;13714;p65"/>
            <p:cNvSpPr/>
            <p:nvPr/>
          </p:nvSpPr>
          <p:spPr>
            <a:xfrm>
              <a:off x="7634794" y="2953878"/>
              <a:ext cx="107065" cy="101081"/>
            </a:xfrm>
            <a:custGeom>
              <a:avLst/>
              <a:gdLst/>
              <a:ahLst/>
              <a:cxnLst/>
              <a:rect l="l" t="t" r="r" b="b"/>
              <a:pathLst>
                <a:path w="4097" h="3868" extrusionOk="0">
                  <a:moveTo>
                    <a:pt x="2052" y="1"/>
                  </a:moveTo>
                  <a:cubicBezTo>
                    <a:pt x="2024" y="1"/>
                    <a:pt x="1996" y="18"/>
                    <a:pt x="1981" y="51"/>
                  </a:cubicBezTo>
                  <a:lnTo>
                    <a:pt x="1500" y="1378"/>
                  </a:lnTo>
                  <a:lnTo>
                    <a:pt x="87" y="1426"/>
                  </a:lnTo>
                  <a:cubicBezTo>
                    <a:pt x="29" y="1436"/>
                    <a:pt x="0" y="1513"/>
                    <a:pt x="48" y="1551"/>
                  </a:cubicBezTo>
                  <a:lnTo>
                    <a:pt x="1164" y="2417"/>
                  </a:lnTo>
                  <a:lnTo>
                    <a:pt x="779" y="3782"/>
                  </a:lnTo>
                  <a:cubicBezTo>
                    <a:pt x="764" y="3828"/>
                    <a:pt x="803" y="3868"/>
                    <a:pt x="844" y="3868"/>
                  </a:cubicBezTo>
                  <a:cubicBezTo>
                    <a:pt x="855" y="3868"/>
                    <a:pt x="865" y="3865"/>
                    <a:pt x="875" y="3859"/>
                  </a:cubicBezTo>
                  <a:lnTo>
                    <a:pt x="2048" y="3061"/>
                  </a:lnTo>
                  <a:lnTo>
                    <a:pt x="3222" y="3859"/>
                  </a:lnTo>
                  <a:cubicBezTo>
                    <a:pt x="3231" y="3865"/>
                    <a:pt x="3243" y="3868"/>
                    <a:pt x="3254" y="3868"/>
                  </a:cubicBezTo>
                  <a:cubicBezTo>
                    <a:pt x="3297" y="3868"/>
                    <a:pt x="3343" y="3828"/>
                    <a:pt x="3327" y="3782"/>
                  </a:cubicBezTo>
                  <a:lnTo>
                    <a:pt x="2933" y="2417"/>
                  </a:lnTo>
                  <a:lnTo>
                    <a:pt x="4049" y="1551"/>
                  </a:lnTo>
                  <a:cubicBezTo>
                    <a:pt x="4097" y="1513"/>
                    <a:pt x="4068" y="1436"/>
                    <a:pt x="4010" y="1426"/>
                  </a:cubicBezTo>
                  <a:lnTo>
                    <a:pt x="2597" y="1378"/>
                  </a:lnTo>
                  <a:lnTo>
                    <a:pt x="2116" y="51"/>
                  </a:lnTo>
                  <a:cubicBezTo>
                    <a:pt x="2106" y="18"/>
                    <a:pt x="2080" y="1"/>
                    <a:pt x="2052"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5" name="Google Shape;13715;p65"/>
            <p:cNvSpPr/>
            <p:nvPr/>
          </p:nvSpPr>
          <p:spPr>
            <a:xfrm>
              <a:off x="7585795" y="3240160"/>
              <a:ext cx="205323" cy="23415"/>
            </a:xfrm>
            <a:custGeom>
              <a:avLst/>
              <a:gdLst/>
              <a:ahLst/>
              <a:cxnLst/>
              <a:rect l="l" t="t" r="r" b="b"/>
              <a:pathLst>
                <a:path w="7857" h="896" extrusionOk="0">
                  <a:moveTo>
                    <a:pt x="6395" y="1"/>
                  </a:moveTo>
                  <a:lnTo>
                    <a:pt x="6395" y="289"/>
                  </a:lnTo>
                  <a:cubicBezTo>
                    <a:pt x="6395" y="463"/>
                    <a:pt x="6260" y="597"/>
                    <a:pt x="6087" y="597"/>
                  </a:cubicBezTo>
                  <a:lnTo>
                    <a:pt x="77" y="597"/>
                  </a:lnTo>
                  <a:cubicBezTo>
                    <a:pt x="39" y="597"/>
                    <a:pt x="0" y="559"/>
                    <a:pt x="0" y="520"/>
                  </a:cubicBezTo>
                  <a:lnTo>
                    <a:pt x="0" y="809"/>
                  </a:lnTo>
                  <a:cubicBezTo>
                    <a:pt x="0" y="857"/>
                    <a:pt x="39" y="895"/>
                    <a:pt x="77" y="895"/>
                  </a:cubicBezTo>
                  <a:lnTo>
                    <a:pt x="7770" y="895"/>
                  </a:lnTo>
                  <a:cubicBezTo>
                    <a:pt x="7818" y="895"/>
                    <a:pt x="7856" y="857"/>
                    <a:pt x="7856" y="809"/>
                  </a:cubicBezTo>
                  <a:lnTo>
                    <a:pt x="7856" y="88"/>
                  </a:lnTo>
                  <a:cubicBezTo>
                    <a:pt x="7856" y="39"/>
                    <a:pt x="7818" y="1"/>
                    <a:pt x="7770" y="1"/>
                  </a:cubicBezTo>
                  <a:close/>
                </a:path>
              </a:pathLst>
            </a:custGeom>
            <a:solidFill>
              <a:srgbClr val="BFCC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16" name="Google Shape;13716;p65"/>
          <p:cNvGrpSpPr/>
          <p:nvPr/>
        </p:nvGrpSpPr>
        <p:grpSpPr>
          <a:xfrm>
            <a:off x="7986878" y="2718298"/>
            <a:ext cx="308886" cy="360628"/>
            <a:chOff x="7988340" y="2902946"/>
            <a:chExt cx="308886" cy="360628"/>
          </a:xfrm>
        </p:grpSpPr>
        <p:sp>
          <p:nvSpPr>
            <p:cNvPr id="13717" name="Google Shape;13717;p65"/>
            <p:cNvSpPr/>
            <p:nvPr/>
          </p:nvSpPr>
          <p:spPr>
            <a:xfrm>
              <a:off x="8048654" y="3170072"/>
              <a:ext cx="27413" cy="88223"/>
            </a:xfrm>
            <a:custGeom>
              <a:avLst/>
              <a:gdLst/>
              <a:ahLst/>
              <a:cxnLst/>
              <a:rect l="l" t="t" r="r" b="b"/>
              <a:pathLst>
                <a:path w="1049" h="3376" extrusionOk="0">
                  <a:moveTo>
                    <a:pt x="1" y="0"/>
                  </a:moveTo>
                  <a:lnTo>
                    <a:pt x="1" y="3375"/>
                  </a:lnTo>
                  <a:lnTo>
                    <a:pt x="1049" y="3375"/>
                  </a:lnTo>
                  <a:lnTo>
                    <a:pt x="1049"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8" name="Google Shape;13718;p65"/>
            <p:cNvSpPr/>
            <p:nvPr/>
          </p:nvSpPr>
          <p:spPr>
            <a:xfrm>
              <a:off x="8062478" y="3170072"/>
              <a:ext cx="13589" cy="88223"/>
            </a:xfrm>
            <a:custGeom>
              <a:avLst/>
              <a:gdLst/>
              <a:ahLst/>
              <a:cxnLst/>
              <a:rect l="l" t="t" r="r" b="b"/>
              <a:pathLst>
                <a:path w="520" h="3376" extrusionOk="0">
                  <a:moveTo>
                    <a:pt x="1" y="0"/>
                  </a:moveTo>
                  <a:lnTo>
                    <a:pt x="1" y="3375"/>
                  </a:lnTo>
                  <a:lnTo>
                    <a:pt x="520" y="3375"/>
                  </a:lnTo>
                  <a:lnTo>
                    <a:pt x="520"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9" name="Google Shape;13719;p65"/>
            <p:cNvSpPr/>
            <p:nvPr/>
          </p:nvSpPr>
          <p:spPr>
            <a:xfrm>
              <a:off x="8207984" y="3170072"/>
              <a:ext cx="27413" cy="88223"/>
            </a:xfrm>
            <a:custGeom>
              <a:avLst/>
              <a:gdLst/>
              <a:ahLst/>
              <a:cxnLst/>
              <a:rect l="l" t="t" r="r" b="b"/>
              <a:pathLst>
                <a:path w="1049" h="3376" extrusionOk="0">
                  <a:moveTo>
                    <a:pt x="0" y="0"/>
                  </a:moveTo>
                  <a:lnTo>
                    <a:pt x="0" y="3375"/>
                  </a:lnTo>
                  <a:lnTo>
                    <a:pt x="1049" y="3375"/>
                  </a:lnTo>
                  <a:lnTo>
                    <a:pt x="1049"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0" name="Google Shape;13720;p65"/>
            <p:cNvSpPr/>
            <p:nvPr/>
          </p:nvSpPr>
          <p:spPr>
            <a:xfrm>
              <a:off x="8221808" y="3170072"/>
              <a:ext cx="13589" cy="88223"/>
            </a:xfrm>
            <a:custGeom>
              <a:avLst/>
              <a:gdLst/>
              <a:ahLst/>
              <a:cxnLst/>
              <a:rect l="l" t="t" r="r" b="b"/>
              <a:pathLst>
                <a:path w="520" h="3376" extrusionOk="0">
                  <a:moveTo>
                    <a:pt x="0" y="0"/>
                  </a:moveTo>
                  <a:lnTo>
                    <a:pt x="0" y="3375"/>
                  </a:lnTo>
                  <a:lnTo>
                    <a:pt x="520" y="3375"/>
                  </a:lnTo>
                  <a:lnTo>
                    <a:pt x="520"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1" name="Google Shape;13721;p65"/>
            <p:cNvSpPr/>
            <p:nvPr/>
          </p:nvSpPr>
          <p:spPr>
            <a:xfrm>
              <a:off x="8021032" y="3149715"/>
              <a:ext cx="242248" cy="46516"/>
            </a:xfrm>
            <a:custGeom>
              <a:avLst/>
              <a:gdLst/>
              <a:ahLst/>
              <a:cxnLst/>
              <a:rect l="l" t="t" r="r" b="b"/>
              <a:pathLst>
                <a:path w="9270" h="1780" extrusionOk="0">
                  <a:moveTo>
                    <a:pt x="0" y="0"/>
                  </a:moveTo>
                  <a:lnTo>
                    <a:pt x="0" y="1395"/>
                  </a:lnTo>
                  <a:cubicBezTo>
                    <a:pt x="0" y="1606"/>
                    <a:pt x="164" y="1779"/>
                    <a:pt x="385" y="1779"/>
                  </a:cubicBezTo>
                  <a:lnTo>
                    <a:pt x="8876" y="1779"/>
                  </a:lnTo>
                  <a:cubicBezTo>
                    <a:pt x="9097" y="1779"/>
                    <a:pt x="9270" y="1606"/>
                    <a:pt x="9260" y="1395"/>
                  </a:cubicBezTo>
                  <a:lnTo>
                    <a:pt x="9260"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2" name="Google Shape;13722;p65"/>
            <p:cNvSpPr/>
            <p:nvPr/>
          </p:nvSpPr>
          <p:spPr>
            <a:xfrm>
              <a:off x="8028062" y="2902946"/>
              <a:ext cx="227954" cy="267153"/>
            </a:xfrm>
            <a:custGeom>
              <a:avLst/>
              <a:gdLst/>
              <a:ahLst/>
              <a:cxnLst/>
              <a:rect l="l" t="t" r="r" b="b"/>
              <a:pathLst>
                <a:path w="8723" h="10223" extrusionOk="0">
                  <a:moveTo>
                    <a:pt x="1481" y="0"/>
                  </a:moveTo>
                  <a:cubicBezTo>
                    <a:pt x="664" y="0"/>
                    <a:pt x="0" y="664"/>
                    <a:pt x="0" y="1491"/>
                  </a:cubicBezTo>
                  <a:lnTo>
                    <a:pt x="0" y="10222"/>
                  </a:lnTo>
                  <a:lnTo>
                    <a:pt x="8722" y="10222"/>
                  </a:lnTo>
                  <a:lnTo>
                    <a:pt x="8722" y="1491"/>
                  </a:lnTo>
                  <a:cubicBezTo>
                    <a:pt x="8722" y="664"/>
                    <a:pt x="8059" y="0"/>
                    <a:pt x="7241"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3" name="Google Shape;13723;p65"/>
            <p:cNvSpPr/>
            <p:nvPr/>
          </p:nvSpPr>
          <p:spPr>
            <a:xfrm>
              <a:off x="8179578" y="2902946"/>
              <a:ext cx="76438" cy="267153"/>
            </a:xfrm>
            <a:custGeom>
              <a:avLst/>
              <a:gdLst/>
              <a:ahLst/>
              <a:cxnLst/>
              <a:rect l="l" t="t" r="r" b="b"/>
              <a:pathLst>
                <a:path w="2925" h="10223" extrusionOk="0">
                  <a:moveTo>
                    <a:pt x="1" y="0"/>
                  </a:moveTo>
                  <a:cubicBezTo>
                    <a:pt x="818" y="0"/>
                    <a:pt x="1482" y="664"/>
                    <a:pt x="1482" y="1491"/>
                  </a:cubicBezTo>
                  <a:lnTo>
                    <a:pt x="1482" y="10222"/>
                  </a:lnTo>
                  <a:lnTo>
                    <a:pt x="2924" y="10222"/>
                  </a:lnTo>
                  <a:lnTo>
                    <a:pt x="2924" y="1491"/>
                  </a:lnTo>
                  <a:cubicBezTo>
                    <a:pt x="2924" y="664"/>
                    <a:pt x="2261" y="0"/>
                    <a:pt x="1443"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4" name="Google Shape;13724;p65"/>
            <p:cNvSpPr/>
            <p:nvPr/>
          </p:nvSpPr>
          <p:spPr>
            <a:xfrm>
              <a:off x="8001668" y="3072572"/>
              <a:ext cx="55558" cy="97526"/>
            </a:xfrm>
            <a:custGeom>
              <a:avLst/>
              <a:gdLst/>
              <a:ahLst/>
              <a:cxnLst/>
              <a:rect l="l" t="t" r="r" b="b"/>
              <a:pathLst>
                <a:path w="2126" h="3732" extrusionOk="0">
                  <a:moveTo>
                    <a:pt x="1" y="0"/>
                  </a:moveTo>
                  <a:lnTo>
                    <a:pt x="1" y="3125"/>
                  </a:lnTo>
                  <a:cubicBezTo>
                    <a:pt x="1" y="3462"/>
                    <a:pt x="270" y="3731"/>
                    <a:pt x="606" y="3731"/>
                  </a:cubicBezTo>
                  <a:lnTo>
                    <a:pt x="2126" y="3731"/>
                  </a:lnTo>
                  <a:lnTo>
                    <a:pt x="2116" y="0"/>
                  </a:ln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5" name="Google Shape;13725;p65"/>
            <p:cNvSpPr/>
            <p:nvPr/>
          </p:nvSpPr>
          <p:spPr>
            <a:xfrm>
              <a:off x="8029577" y="3072572"/>
              <a:ext cx="27648" cy="97526"/>
            </a:xfrm>
            <a:custGeom>
              <a:avLst/>
              <a:gdLst/>
              <a:ahLst/>
              <a:cxnLst/>
              <a:rect l="l" t="t" r="r" b="b"/>
              <a:pathLst>
                <a:path w="1058" h="3732" extrusionOk="0">
                  <a:moveTo>
                    <a:pt x="0" y="0"/>
                  </a:moveTo>
                  <a:lnTo>
                    <a:pt x="0" y="3731"/>
                  </a:lnTo>
                  <a:lnTo>
                    <a:pt x="1058" y="3731"/>
                  </a:lnTo>
                  <a:lnTo>
                    <a:pt x="1058"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6" name="Google Shape;13726;p65"/>
            <p:cNvSpPr/>
            <p:nvPr/>
          </p:nvSpPr>
          <p:spPr>
            <a:xfrm>
              <a:off x="8226826" y="3072572"/>
              <a:ext cx="55558" cy="97526"/>
            </a:xfrm>
            <a:custGeom>
              <a:avLst/>
              <a:gdLst/>
              <a:ahLst/>
              <a:cxnLst/>
              <a:rect l="l" t="t" r="r" b="b"/>
              <a:pathLst>
                <a:path w="2126" h="3732" extrusionOk="0">
                  <a:moveTo>
                    <a:pt x="1" y="0"/>
                  </a:moveTo>
                  <a:lnTo>
                    <a:pt x="1" y="3731"/>
                  </a:lnTo>
                  <a:lnTo>
                    <a:pt x="1530" y="3731"/>
                  </a:lnTo>
                  <a:cubicBezTo>
                    <a:pt x="1856" y="3731"/>
                    <a:pt x="2126" y="3462"/>
                    <a:pt x="2126" y="3125"/>
                  </a:cubicBezTo>
                  <a:lnTo>
                    <a:pt x="2126" y="0"/>
                  </a:ln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7" name="Google Shape;13727;p65"/>
            <p:cNvSpPr/>
            <p:nvPr/>
          </p:nvSpPr>
          <p:spPr>
            <a:xfrm>
              <a:off x="8238899" y="3072572"/>
              <a:ext cx="43249" cy="97526"/>
            </a:xfrm>
            <a:custGeom>
              <a:avLst/>
              <a:gdLst/>
              <a:ahLst/>
              <a:cxnLst/>
              <a:rect l="l" t="t" r="r" b="b"/>
              <a:pathLst>
                <a:path w="1655" h="3732" extrusionOk="0">
                  <a:moveTo>
                    <a:pt x="596" y="0"/>
                  </a:moveTo>
                  <a:lnTo>
                    <a:pt x="596" y="3125"/>
                  </a:lnTo>
                  <a:cubicBezTo>
                    <a:pt x="596" y="3462"/>
                    <a:pt x="327" y="3731"/>
                    <a:pt x="0" y="3731"/>
                  </a:cubicBezTo>
                  <a:lnTo>
                    <a:pt x="1058" y="3731"/>
                  </a:lnTo>
                  <a:cubicBezTo>
                    <a:pt x="1385" y="3731"/>
                    <a:pt x="1654" y="3462"/>
                    <a:pt x="1654" y="3125"/>
                  </a:cubicBezTo>
                  <a:lnTo>
                    <a:pt x="1654" y="0"/>
                  </a:ln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8" name="Google Shape;13728;p65"/>
            <p:cNvSpPr/>
            <p:nvPr/>
          </p:nvSpPr>
          <p:spPr>
            <a:xfrm>
              <a:off x="8057199" y="3109759"/>
              <a:ext cx="169652" cy="60340"/>
            </a:xfrm>
            <a:custGeom>
              <a:avLst/>
              <a:gdLst/>
              <a:ahLst/>
              <a:cxnLst/>
              <a:rect l="l" t="t" r="r" b="b"/>
              <a:pathLst>
                <a:path w="6492" h="2309" extrusionOk="0">
                  <a:moveTo>
                    <a:pt x="866" y="0"/>
                  </a:moveTo>
                  <a:cubicBezTo>
                    <a:pt x="395" y="0"/>
                    <a:pt x="1" y="385"/>
                    <a:pt x="1" y="866"/>
                  </a:cubicBezTo>
                  <a:lnTo>
                    <a:pt x="1" y="2308"/>
                  </a:lnTo>
                  <a:lnTo>
                    <a:pt x="6492" y="2308"/>
                  </a:lnTo>
                  <a:lnTo>
                    <a:pt x="6492" y="866"/>
                  </a:lnTo>
                  <a:cubicBezTo>
                    <a:pt x="6492" y="385"/>
                    <a:pt x="6107" y="0"/>
                    <a:pt x="5626"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9" name="Google Shape;13729;p65"/>
            <p:cNvSpPr/>
            <p:nvPr/>
          </p:nvSpPr>
          <p:spPr>
            <a:xfrm>
              <a:off x="8028297" y="3252729"/>
              <a:ext cx="68127" cy="10845"/>
            </a:xfrm>
            <a:custGeom>
              <a:avLst/>
              <a:gdLst/>
              <a:ahLst/>
              <a:cxnLst/>
              <a:rect l="l" t="t" r="r" b="b"/>
              <a:pathLst>
                <a:path w="2607" h="415" extrusionOk="0">
                  <a:moveTo>
                    <a:pt x="280" y="1"/>
                  </a:moveTo>
                  <a:cubicBezTo>
                    <a:pt x="1" y="1"/>
                    <a:pt x="1" y="414"/>
                    <a:pt x="280" y="414"/>
                  </a:cubicBezTo>
                  <a:lnTo>
                    <a:pt x="2328" y="414"/>
                  </a:lnTo>
                  <a:cubicBezTo>
                    <a:pt x="2607" y="414"/>
                    <a:pt x="2607" y="1"/>
                    <a:pt x="2328"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0" name="Google Shape;13730;p65"/>
            <p:cNvSpPr/>
            <p:nvPr/>
          </p:nvSpPr>
          <p:spPr>
            <a:xfrm>
              <a:off x="8187627" y="3252729"/>
              <a:ext cx="67866" cy="10845"/>
            </a:xfrm>
            <a:custGeom>
              <a:avLst/>
              <a:gdLst/>
              <a:ahLst/>
              <a:cxnLst/>
              <a:rect l="l" t="t" r="r" b="b"/>
              <a:pathLst>
                <a:path w="2597" h="415" extrusionOk="0">
                  <a:moveTo>
                    <a:pt x="279" y="1"/>
                  </a:moveTo>
                  <a:cubicBezTo>
                    <a:pt x="0" y="1"/>
                    <a:pt x="0" y="414"/>
                    <a:pt x="279" y="414"/>
                  </a:cubicBezTo>
                  <a:lnTo>
                    <a:pt x="2328" y="414"/>
                  </a:lnTo>
                  <a:cubicBezTo>
                    <a:pt x="2597" y="414"/>
                    <a:pt x="2597" y="1"/>
                    <a:pt x="2328"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1" name="Google Shape;13731;p65"/>
            <p:cNvSpPr/>
            <p:nvPr/>
          </p:nvSpPr>
          <p:spPr>
            <a:xfrm>
              <a:off x="7988340" y="3054723"/>
              <a:ext cx="82213" cy="25897"/>
            </a:xfrm>
            <a:custGeom>
              <a:avLst/>
              <a:gdLst/>
              <a:ahLst/>
              <a:cxnLst/>
              <a:rect l="l" t="t" r="r" b="b"/>
              <a:pathLst>
                <a:path w="3146" h="991" extrusionOk="0">
                  <a:moveTo>
                    <a:pt x="213" y="0"/>
                  </a:moveTo>
                  <a:cubicBezTo>
                    <a:pt x="97" y="10"/>
                    <a:pt x="1" y="106"/>
                    <a:pt x="1" y="222"/>
                  </a:cubicBezTo>
                  <a:lnTo>
                    <a:pt x="1" y="779"/>
                  </a:lnTo>
                  <a:cubicBezTo>
                    <a:pt x="1" y="895"/>
                    <a:pt x="97" y="991"/>
                    <a:pt x="213" y="991"/>
                  </a:cubicBezTo>
                  <a:lnTo>
                    <a:pt x="2934" y="991"/>
                  </a:lnTo>
                  <a:cubicBezTo>
                    <a:pt x="3049" y="991"/>
                    <a:pt x="3145" y="895"/>
                    <a:pt x="3145" y="779"/>
                  </a:cubicBezTo>
                  <a:lnTo>
                    <a:pt x="3145" y="222"/>
                  </a:lnTo>
                  <a:cubicBezTo>
                    <a:pt x="3145" y="106"/>
                    <a:pt x="3049" y="0"/>
                    <a:pt x="2934"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2" name="Google Shape;13732;p65"/>
            <p:cNvSpPr/>
            <p:nvPr/>
          </p:nvSpPr>
          <p:spPr>
            <a:xfrm>
              <a:off x="7988340" y="3062014"/>
              <a:ext cx="82213" cy="18606"/>
            </a:xfrm>
            <a:custGeom>
              <a:avLst/>
              <a:gdLst/>
              <a:ahLst/>
              <a:cxnLst/>
              <a:rect l="l" t="t" r="r" b="b"/>
              <a:pathLst>
                <a:path w="3146" h="712" extrusionOk="0">
                  <a:moveTo>
                    <a:pt x="1" y="0"/>
                  </a:moveTo>
                  <a:lnTo>
                    <a:pt x="1" y="500"/>
                  </a:lnTo>
                  <a:cubicBezTo>
                    <a:pt x="1" y="616"/>
                    <a:pt x="97" y="712"/>
                    <a:pt x="213" y="712"/>
                  </a:cubicBezTo>
                  <a:lnTo>
                    <a:pt x="2934" y="712"/>
                  </a:lnTo>
                  <a:cubicBezTo>
                    <a:pt x="3049" y="712"/>
                    <a:pt x="3145" y="616"/>
                    <a:pt x="3145" y="500"/>
                  </a:cubicBezTo>
                  <a:lnTo>
                    <a:pt x="3145" y="0"/>
                  </a:lnTo>
                  <a:cubicBezTo>
                    <a:pt x="3145" y="125"/>
                    <a:pt x="3049" y="221"/>
                    <a:pt x="2934" y="221"/>
                  </a:cubicBezTo>
                  <a:lnTo>
                    <a:pt x="213" y="221"/>
                  </a:lnTo>
                  <a:cubicBezTo>
                    <a:pt x="97" y="221"/>
                    <a:pt x="1" y="125"/>
                    <a:pt x="1"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3" name="Google Shape;13733;p65"/>
            <p:cNvSpPr/>
            <p:nvPr/>
          </p:nvSpPr>
          <p:spPr>
            <a:xfrm>
              <a:off x="8214778" y="3054959"/>
              <a:ext cx="82448" cy="25662"/>
            </a:xfrm>
            <a:custGeom>
              <a:avLst/>
              <a:gdLst/>
              <a:ahLst/>
              <a:cxnLst/>
              <a:rect l="l" t="t" r="r" b="b"/>
              <a:pathLst>
                <a:path w="3155" h="982" extrusionOk="0">
                  <a:moveTo>
                    <a:pt x="221" y="1"/>
                  </a:moveTo>
                  <a:cubicBezTo>
                    <a:pt x="96" y="1"/>
                    <a:pt x="0" y="97"/>
                    <a:pt x="0" y="213"/>
                  </a:cubicBezTo>
                  <a:lnTo>
                    <a:pt x="0" y="770"/>
                  </a:lnTo>
                  <a:cubicBezTo>
                    <a:pt x="0" y="886"/>
                    <a:pt x="96" y="982"/>
                    <a:pt x="221" y="982"/>
                  </a:cubicBezTo>
                  <a:lnTo>
                    <a:pt x="2933" y="982"/>
                  </a:lnTo>
                  <a:cubicBezTo>
                    <a:pt x="3058" y="982"/>
                    <a:pt x="3154" y="886"/>
                    <a:pt x="3154" y="770"/>
                  </a:cubicBezTo>
                  <a:lnTo>
                    <a:pt x="3154" y="213"/>
                  </a:lnTo>
                  <a:cubicBezTo>
                    <a:pt x="3154" y="97"/>
                    <a:pt x="3058" y="1"/>
                    <a:pt x="2933"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4" name="Google Shape;13734;p65"/>
            <p:cNvSpPr/>
            <p:nvPr/>
          </p:nvSpPr>
          <p:spPr>
            <a:xfrm>
              <a:off x="8214778" y="3062250"/>
              <a:ext cx="82448" cy="18371"/>
            </a:xfrm>
            <a:custGeom>
              <a:avLst/>
              <a:gdLst/>
              <a:ahLst/>
              <a:cxnLst/>
              <a:rect l="l" t="t" r="r" b="b"/>
              <a:pathLst>
                <a:path w="3155" h="703" extrusionOk="0">
                  <a:moveTo>
                    <a:pt x="0" y="1"/>
                  </a:moveTo>
                  <a:lnTo>
                    <a:pt x="0" y="491"/>
                  </a:lnTo>
                  <a:cubicBezTo>
                    <a:pt x="0" y="607"/>
                    <a:pt x="96" y="703"/>
                    <a:pt x="221" y="703"/>
                  </a:cubicBezTo>
                  <a:lnTo>
                    <a:pt x="2933" y="703"/>
                  </a:lnTo>
                  <a:cubicBezTo>
                    <a:pt x="3058" y="703"/>
                    <a:pt x="3154" y="607"/>
                    <a:pt x="3154" y="491"/>
                  </a:cubicBezTo>
                  <a:lnTo>
                    <a:pt x="3154" y="1"/>
                  </a:lnTo>
                  <a:cubicBezTo>
                    <a:pt x="3154" y="116"/>
                    <a:pt x="3058" y="212"/>
                    <a:pt x="2933" y="212"/>
                  </a:cubicBezTo>
                  <a:lnTo>
                    <a:pt x="221" y="212"/>
                  </a:lnTo>
                  <a:cubicBezTo>
                    <a:pt x="96" y="212"/>
                    <a:pt x="0" y="116"/>
                    <a:pt x="0"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5" name="Google Shape;13735;p65"/>
            <p:cNvSpPr/>
            <p:nvPr/>
          </p:nvSpPr>
          <p:spPr>
            <a:xfrm>
              <a:off x="8057461" y="3109759"/>
              <a:ext cx="169130" cy="30183"/>
            </a:xfrm>
            <a:custGeom>
              <a:avLst/>
              <a:gdLst/>
              <a:ahLst/>
              <a:cxnLst/>
              <a:rect l="l" t="t" r="r" b="b"/>
              <a:pathLst>
                <a:path w="6472" h="1155" extrusionOk="0">
                  <a:moveTo>
                    <a:pt x="856" y="0"/>
                  </a:moveTo>
                  <a:cubicBezTo>
                    <a:pt x="433" y="0"/>
                    <a:pt x="68" y="308"/>
                    <a:pt x="0" y="731"/>
                  </a:cubicBezTo>
                  <a:cubicBezTo>
                    <a:pt x="750" y="991"/>
                    <a:pt x="1933" y="1154"/>
                    <a:pt x="3260" y="1154"/>
                  </a:cubicBezTo>
                  <a:cubicBezTo>
                    <a:pt x="4558" y="1154"/>
                    <a:pt x="5722" y="991"/>
                    <a:pt x="6472" y="750"/>
                  </a:cubicBezTo>
                  <a:cubicBezTo>
                    <a:pt x="6414" y="318"/>
                    <a:pt x="6049" y="0"/>
                    <a:pt x="5616" y="0"/>
                  </a:cubicBezTo>
                  <a:close/>
                </a:path>
              </a:pathLst>
            </a:custGeom>
            <a:solidFill>
              <a:srgbClr val="7A8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6" name="Google Shape;13736;p65"/>
            <p:cNvSpPr/>
            <p:nvPr/>
          </p:nvSpPr>
          <p:spPr>
            <a:xfrm>
              <a:off x="8076564" y="2952937"/>
              <a:ext cx="34939" cy="31385"/>
            </a:xfrm>
            <a:custGeom>
              <a:avLst/>
              <a:gdLst/>
              <a:ahLst/>
              <a:cxnLst/>
              <a:rect l="l" t="t" r="r" b="b"/>
              <a:pathLst>
                <a:path w="1337" h="1201" extrusionOk="0">
                  <a:moveTo>
                    <a:pt x="669" y="1"/>
                  </a:moveTo>
                  <a:cubicBezTo>
                    <a:pt x="565" y="1"/>
                    <a:pt x="462" y="68"/>
                    <a:pt x="462" y="203"/>
                  </a:cubicBezTo>
                  <a:lnTo>
                    <a:pt x="462" y="395"/>
                  </a:lnTo>
                  <a:lnTo>
                    <a:pt x="279" y="395"/>
                  </a:lnTo>
                  <a:cubicBezTo>
                    <a:pt x="0" y="395"/>
                    <a:pt x="0" y="809"/>
                    <a:pt x="279" y="809"/>
                  </a:cubicBezTo>
                  <a:lnTo>
                    <a:pt x="462" y="809"/>
                  </a:lnTo>
                  <a:lnTo>
                    <a:pt x="462" y="991"/>
                  </a:lnTo>
                  <a:cubicBezTo>
                    <a:pt x="462" y="1131"/>
                    <a:pt x="565" y="1200"/>
                    <a:pt x="669" y="1200"/>
                  </a:cubicBezTo>
                  <a:cubicBezTo>
                    <a:pt x="772" y="1200"/>
                    <a:pt x="875" y="1131"/>
                    <a:pt x="875" y="991"/>
                  </a:cubicBezTo>
                  <a:lnTo>
                    <a:pt x="875" y="809"/>
                  </a:lnTo>
                  <a:lnTo>
                    <a:pt x="1068" y="809"/>
                  </a:lnTo>
                  <a:cubicBezTo>
                    <a:pt x="1337" y="809"/>
                    <a:pt x="1337" y="395"/>
                    <a:pt x="1068" y="395"/>
                  </a:cubicBezTo>
                  <a:lnTo>
                    <a:pt x="875" y="395"/>
                  </a:lnTo>
                  <a:lnTo>
                    <a:pt x="875" y="203"/>
                  </a:lnTo>
                  <a:cubicBezTo>
                    <a:pt x="875" y="68"/>
                    <a:pt x="772" y="1"/>
                    <a:pt x="669"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7" name="Google Shape;13737;p65"/>
            <p:cNvSpPr/>
            <p:nvPr/>
          </p:nvSpPr>
          <p:spPr>
            <a:xfrm>
              <a:off x="8173803" y="2952937"/>
              <a:ext cx="34965" cy="31202"/>
            </a:xfrm>
            <a:custGeom>
              <a:avLst/>
              <a:gdLst/>
              <a:ahLst/>
              <a:cxnLst/>
              <a:rect l="l" t="t" r="r" b="b"/>
              <a:pathLst>
                <a:path w="1338" h="1194" extrusionOk="0">
                  <a:moveTo>
                    <a:pt x="674" y="1"/>
                  </a:moveTo>
                  <a:cubicBezTo>
                    <a:pt x="573" y="1"/>
                    <a:pt x="472" y="68"/>
                    <a:pt x="472" y="203"/>
                  </a:cubicBezTo>
                  <a:lnTo>
                    <a:pt x="472" y="395"/>
                  </a:lnTo>
                  <a:lnTo>
                    <a:pt x="279" y="395"/>
                  </a:lnTo>
                  <a:cubicBezTo>
                    <a:pt x="1" y="395"/>
                    <a:pt x="1" y="799"/>
                    <a:pt x="279" y="799"/>
                  </a:cubicBezTo>
                  <a:lnTo>
                    <a:pt x="472" y="799"/>
                  </a:lnTo>
                  <a:lnTo>
                    <a:pt x="472" y="991"/>
                  </a:lnTo>
                  <a:cubicBezTo>
                    <a:pt x="472" y="1126"/>
                    <a:pt x="573" y="1193"/>
                    <a:pt x="674" y="1193"/>
                  </a:cubicBezTo>
                  <a:cubicBezTo>
                    <a:pt x="775" y="1193"/>
                    <a:pt x="876" y="1126"/>
                    <a:pt x="876" y="991"/>
                  </a:cubicBezTo>
                  <a:lnTo>
                    <a:pt x="876" y="799"/>
                  </a:lnTo>
                  <a:lnTo>
                    <a:pt x="1068" y="799"/>
                  </a:lnTo>
                  <a:cubicBezTo>
                    <a:pt x="1337" y="799"/>
                    <a:pt x="1337" y="395"/>
                    <a:pt x="1068" y="395"/>
                  </a:cubicBezTo>
                  <a:lnTo>
                    <a:pt x="876" y="395"/>
                  </a:lnTo>
                  <a:lnTo>
                    <a:pt x="876" y="203"/>
                  </a:lnTo>
                  <a:cubicBezTo>
                    <a:pt x="876" y="68"/>
                    <a:pt x="775" y="1"/>
                    <a:pt x="674" y="1"/>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8" name="Google Shape;13738;p65"/>
            <p:cNvSpPr/>
            <p:nvPr/>
          </p:nvSpPr>
          <p:spPr>
            <a:xfrm>
              <a:off x="8076564" y="3026579"/>
              <a:ext cx="34939" cy="31359"/>
            </a:xfrm>
            <a:custGeom>
              <a:avLst/>
              <a:gdLst/>
              <a:ahLst/>
              <a:cxnLst/>
              <a:rect l="l" t="t" r="r" b="b"/>
              <a:pathLst>
                <a:path w="1337" h="1200" extrusionOk="0">
                  <a:moveTo>
                    <a:pt x="669" y="0"/>
                  </a:moveTo>
                  <a:cubicBezTo>
                    <a:pt x="565" y="0"/>
                    <a:pt x="462" y="68"/>
                    <a:pt x="462" y="202"/>
                  </a:cubicBezTo>
                  <a:lnTo>
                    <a:pt x="462" y="395"/>
                  </a:lnTo>
                  <a:lnTo>
                    <a:pt x="279" y="395"/>
                  </a:lnTo>
                  <a:cubicBezTo>
                    <a:pt x="0" y="395"/>
                    <a:pt x="0" y="808"/>
                    <a:pt x="279" y="808"/>
                  </a:cubicBezTo>
                  <a:lnTo>
                    <a:pt x="462" y="808"/>
                  </a:lnTo>
                  <a:lnTo>
                    <a:pt x="462" y="991"/>
                  </a:lnTo>
                  <a:cubicBezTo>
                    <a:pt x="462" y="1130"/>
                    <a:pt x="565" y="1200"/>
                    <a:pt x="669" y="1200"/>
                  </a:cubicBezTo>
                  <a:cubicBezTo>
                    <a:pt x="772" y="1200"/>
                    <a:pt x="875" y="1130"/>
                    <a:pt x="875" y="991"/>
                  </a:cubicBezTo>
                  <a:lnTo>
                    <a:pt x="875" y="808"/>
                  </a:lnTo>
                  <a:lnTo>
                    <a:pt x="1068" y="808"/>
                  </a:lnTo>
                  <a:cubicBezTo>
                    <a:pt x="1337" y="808"/>
                    <a:pt x="1337" y="395"/>
                    <a:pt x="1068" y="395"/>
                  </a:cubicBezTo>
                  <a:lnTo>
                    <a:pt x="875" y="395"/>
                  </a:lnTo>
                  <a:lnTo>
                    <a:pt x="875" y="202"/>
                  </a:lnTo>
                  <a:cubicBezTo>
                    <a:pt x="875" y="68"/>
                    <a:pt x="772" y="0"/>
                    <a:pt x="669"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9" name="Google Shape;13739;p65"/>
            <p:cNvSpPr/>
            <p:nvPr/>
          </p:nvSpPr>
          <p:spPr>
            <a:xfrm>
              <a:off x="8173803" y="3026579"/>
              <a:ext cx="34965" cy="31359"/>
            </a:xfrm>
            <a:custGeom>
              <a:avLst/>
              <a:gdLst/>
              <a:ahLst/>
              <a:cxnLst/>
              <a:rect l="l" t="t" r="r" b="b"/>
              <a:pathLst>
                <a:path w="1338" h="1200" extrusionOk="0">
                  <a:moveTo>
                    <a:pt x="669" y="0"/>
                  </a:moveTo>
                  <a:cubicBezTo>
                    <a:pt x="566" y="0"/>
                    <a:pt x="462" y="68"/>
                    <a:pt x="462" y="202"/>
                  </a:cubicBezTo>
                  <a:lnTo>
                    <a:pt x="462" y="395"/>
                  </a:lnTo>
                  <a:lnTo>
                    <a:pt x="279" y="395"/>
                  </a:lnTo>
                  <a:cubicBezTo>
                    <a:pt x="1" y="395"/>
                    <a:pt x="1" y="808"/>
                    <a:pt x="279" y="808"/>
                  </a:cubicBezTo>
                  <a:lnTo>
                    <a:pt x="462" y="808"/>
                  </a:lnTo>
                  <a:lnTo>
                    <a:pt x="462" y="991"/>
                  </a:lnTo>
                  <a:cubicBezTo>
                    <a:pt x="462" y="1130"/>
                    <a:pt x="566" y="1200"/>
                    <a:pt x="669" y="1200"/>
                  </a:cubicBezTo>
                  <a:cubicBezTo>
                    <a:pt x="772" y="1200"/>
                    <a:pt x="876" y="1130"/>
                    <a:pt x="876" y="991"/>
                  </a:cubicBezTo>
                  <a:lnTo>
                    <a:pt x="876" y="808"/>
                  </a:lnTo>
                  <a:lnTo>
                    <a:pt x="1068" y="808"/>
                  </a:lnTo>
                  <a:cubicBezTo>
                    <a:pt x="1337" y="808"/>
                    <a:pt x="1337" y="395"/>
                    <a:pt x="1068" y="395"/>
                  </a:cubicBezTo>
                  <a:lnTo>
                    <a:pt x="876" y="395"/>
                  </a:lnTo>
                  <a:lnTo>
                    <a:pt x="876" y="202"/>
                  </a:lnTo>
                  <a:cubicBezTo>
                    <a:pt x="876" y="68"/>
                    <a:pt x="772" y="0"/>
                    <a:pt x="669" y="0"/>
                  </a:cubicBezTo>
                  <a:close/>
                </a:path>
              </a:pathLst>
            </a:custGeom>
            <a:solidFill>
              <a:srgbClr val="5F75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40" name="Google Shape;13740;p65"/>
          <p:cNvGrpSpPr/>
          <p:nvPr/>
        </p:nvGrpSpPr>
        <p:grpSpPr>
          <a:xfrm>
            <a:off x="5688577" y="2718351"/>
            <a:ext cx="362902" cy="360498"/>
            <a:chOff x="5690039" y="2902998"/>
            <a:chExt cx="362902" cy="360498"/>
          </a:xfrm>
        </p:grpSpPr>
        <p:sp>
          <p:nvSpPr>
            <p:cNvPr id="13741" name="Google Shape;13741;p65"/>
            <p:cNvSpPr/>
            <p:nvPr/>
          </p:nvSpPr>
          <p:spPr>
            <a:xfrm>
              <a:off x="5690039" y="2902998"/>
              <a:ext cx="361883" cy="360498"/>
            </a:xfrm>
            <a:custGeom>
              <a:avLst/>
              <a:gdLst/>
              <a:ahLst/>
              <a:cxnLst/>
              <a:rect l="l" t="t" r="r" b="b"/>
              <a:pathLst>
                <a:path w="13848" h="13795" extrusionOk="0">
                  <a:moveTo>
                    <a:pt x="8235" y="2316"/>
                  </a:moveTo>
                  <a:cubicBezTo>
                    <a:pt x="8286" y="2316"/>
                    <a:pt x="8339" y="2336"/>
                    <a:pt x="8386" y="2383"/>
                  </a:cubicBezTo>
                  <a:lnTo>
                    <a:pt x="8886" y="2883"/>
                  </a:lnTo>
                  <a:cubicBezTo>
                    <a:pt x="9040" y="3038"/>
                    <a:pt x="8902" y="3248"/>
                    <a:pt x="8738" y="3248"/>
                  </a:cubicBezTo>
                  <a:cubicBezTo>
                    <a:pt x="8688" y="3248"/>
                    <a:pt x="8635" y="3229"/>
                    <a:pt x="8588" y="3181"/>
                  </a:cubicBezTo>
                  <a:lnTo>
                    <a:pt x="8088" y="2681"/>
                  </a:lnTo>
                  <a:cubicBezTo>
                    <a:pt x="7933" y="2527"/>
                    <a:pt x="8072" y="2316"/>
                    <a:pt x="8235" y="2316"/>
                  </a:cubicBezTo>
                  <a:close/>
                  <a:moveTo>
                    <a:pt x="9514" y="3595"/>
                  </a:moveTo>
                  <a:cubicBezTo>
                    <a:pt x="9565" y="3595"/>
                    <a:pt x="9617" y="3615"/>
                    <a:pt x="9665" y="3662"/>
                  </a:cubicBezTo>
                  <a:lnTo>
                    <a:pt x="10165" y="4162"/>
                  </a:lnTo>
                  <a:cubicBezTo>
                    <a:pt x="10320" y="4310"/>
                    <a:pt x="10180" y="4526"/>
                    <a:pt x="10015" y="4526"/>
                  </a:cubicBezTo>
                  <a:cubicBezTo>
                    <a:pt x="9965" y="4526"/>
                    <a:pt x="9913" y="4507"/>
                    <a:pt x="9867" y="4460"/>
                  </a:cubicBezTo>
                  <a:lnTo>
                    <a:pt x="9367" y="3960"/>
                  </a:lnTo>
                  <a:cubicBezTo>
                    <a:pt x="9212" y="3806"/>
                    <a:pt x="9350" y="3595"/>
                    <a:pt x="9514" y="3595"/>
                  </a:cubicBezTo>
                  <a:close/>
                  <a:moveTo>
                    <a:pt x="10793" y="4874"/>
                  </a:moveTo>
                  <a:cubicBezTo>
                    <a:pt x="10844" y="4874"/>
                    <a:pt x="10896" y="4893"/>
                    <a:pt x="10944" y="4941"/>
                  </a:cubicBezTo>
                  <a:lnTo>
                    <a:pt x="11444" y="5441"/>
                  </a:lnTo>
                  <a:cubicBezTo>
                    <a:pt x="11600" y="5589"/>
                    <a:pt x="11452" y="5801"/>
                    <a:pt x="11288" y="5801"/>
                  </a:cubicBezTo>
                  <a:cubicBezTo>
                    <a:pt x="11239" y="5801"/>
                    <a:pt x="11189" y="5783"/>
                    <a:pt x="11146" y="5739"/>
                  </a:cubicBezTo>
                  <a:lnTo>
                    <a:pt x="10646" y="5239"/>
                  </a:lnTo>
                  <a:cubicBezTo>
                    <a:pt x="10491" y="5084"/>
                    <a:pt x="10629" y="4874"/>
                    <a:pt x="10793" y="4874"/>
                  </a:cubicBezTo>
                  <a:close/>
                  <a:moveTo>
                    <a:pt x="8727" y="1"/>
                  </a:moveTo>
                  <a:cubicBezTo>
                    <a:pt x="8670" y="1"/>
                    <a:pt x="8612" y="22"/>
                    <a:pt x="8569" y="66"/>
                  </a:cubicBezTo>
                  <a:lnTo>
                    <a:pt x="7319" y="1316"/>
                  </a:lnTo>
                  <a:lnTo>
                    <a:pt x="7607" y="1604"/>
                  </a:lnTo>
                  <a:cubicBezTo>
                    <a:pt x="7762" y="1759"/>
                    <a:pt x="7623" y="1969"/>
                    <a:pt x="7459" y="1969"/>
                  </a:cubicBezTo>
                  <a:cubicBezTo>
                    <a:pt x="7409" y="1969"/>
                    <a:pt x="7356" y="1950"/>
                    <a:pt x="7309" y="1902"/>
                  </a:cubicBezTo>
                  <a:lnTo>
                    <a:pt x="7020" y="1614"/>
                  </a:lnTo>
                  <a:lnTo>
                    <a:pt x="87" y="8547"/>
                  </a:lnTo>
                  <a:cubicBezTo>
                    <a:pt x="1" y="8633"/>
                    <a:pt x="1" y="8778"/>
                    <a:pt x="87" y="8864"/>
                  </a:cubicBezTo>
                  <a:lnTo>
                    <a:pt x="318" y="9095"/>
                  </a:lnTo>
                  <a:cubicBezTo>
                    <a:pt x="364" y="9135"/>
                    <a:pt x="420" y="9158"/>
                    <a:pt x="476" y="9158"/>
                  </a:cubicBezTo>
                  <a:cubicBezTo>
                    <a:pt x="514" y="9158"/>
                    <a:pt x="552" y="9147"/>
                    <a:pt x="587" y="9124"/>
                  </a:cubicBezTo>
                  <a:cubicBezTo>
                    <a:pt x="681" y="9075"/>
                    <a:pt x="775" y="9054"/>
                    <a:pt x="866" y="9054"/>
                  </a:cubicBezTo>
                  <a:cubicBezTo>
                    <a:pt x="1280" y="9054"/>
                    <a:pt x="1614" y="9504"/>
                    <a:pt x="1385" y="9922"/>
                  </a:cubicBezTo>
                  <a:cubicBezTo>
                    <a:pt x="1337" y="10009"/>
                    <a:pt x="1347" y="10124"/>
                    <a:pt x="1424" y="10191"/>
                  </a:cubicBezTo>
                  <a:lnTo>
                    <a:pt x="1972" y="10749"/>
                  </a:lnTo>
                  <a:cubicBezTo>
                    <a:pt x="2020" y="10791"/>
                    <a:pt x="2079" y="10814"/>
                    <a:pt x="2138" y="10814"/>
                  </a:cubicBezTo>
                  <a:cubicBezTo>
                    <a:pt x="2173" y="10814"/>
                    <a:pt x="2209" y="10806"/>
                    <a:pt x="2241" y="10787"/>
                  </a:cubicBezTo>
                  <a:cubicBezTo>
                    <a:pt x="2337" y="10736"/>
                    <a:pt x="2434" y="10713"/>
                    <a:pt x="2527" y="10713"/>
                  </a:cubicBezTo>
                  <a:cubicBezTo>
                    <a:pt x="2938" y="10713"/>
                    <a:pt x="3267" y="11160"/>
                    <a:pt x="3039" y="11576"/>
                  </a:cubicBezTo>
                  <a:cubicBezTo>
                    <a:pt x="2991" y="11663"/>
                    <a:pt x="3011" y="11778"/>
                    <a:pt x="3078" y="11845"/>
                  </a:cubicBezTo>
                  <a:lnTo>
                    <a:pt x="3636" y="12403"/>
                  </a:lnTo>
                  <a:cubicBezTo>
                    <a:pt x="3677" y="12445"/>
                    <a:pt x="3734" y="12468"/>
                    <a:pt x="3794" y="12468"/>
                  </a:cubicBezTo>
                  <a:cubicBezTo>
                    <a:pt x="3831" y="12468"/>
                    <a:pt x="3869" y="12460"/>
                    <a:pt x="3905" y="12441"/>
                  </a:cubicBezTo>
                  <a:cubicBezTo>
                    <a:pt x="3999" y="12390"/>
                    <a:pt x="4095" y="12367"/>
                    <a:pt x="4187" y="12367"/>
                  </a:cubicBezTo>
                  <a:cubicBezTo>
                    <a:pt x="4592" y="12367"/>
                    <a:pt x="4921" y="12814"/>
                    <a:pt x="4693" y="13230"/>
                  </a:cubicBezTo>
                  <a:cubicBezTo>
                    <a:pt x="4645" y="13326"/>
                    <a:pt x="4665" y="13432"/>
                    <a:pt x="4732" y="13499"/>
                  </a:cubicBezTo>
                  <a:lnTo>
                    <a:pt x="4963" y="13730"/>
                  </a:lnTo>
                  <a:cubicBezTo>
                    <a:pt x="5006" y="13773"/>
                    <a:pt x="5064" y="13795"/>
                    <a:pt x="5121" y="13795"/>
                  </a:cubicBezTo>
                  <a:cubicBezTo>
                    <a:pt x="5179" y="13795"/>
                    <a:pt x="5237" y="13773"/>
                    <a:pt x="5280" y="13730"/>
                  </a:cubicBezTo>
                  <a:lnTo>
                    <a:pt x="12213" y="6806"/>
                  </a:lnTo>
                  <a:lnTo>
                    <a:pt x="11915" y="6508"/>
                  </a:lnTo>
                  <a:cubicBezTo>
                    <a:pt x="11766" y="6360"/>
                    <a:pt x="11911" y="6148"/>
                    <a:pt x="12077" y="6148"/>
                  </a:cubicBezTo>
                  <a:cubicBezTo>
                    <a:pt x="12126" y="6148"/>
                    <a:pt x="12177" y="6166"/>
                    <a:pt x="12223" y="6210"/>
                  </a:cubicBezTo>
                  <a:lnTo>
                    <a:pt x="12511" y="6499"/>
                  </a:lnTo>
                  <a:lnTo>
                    <a:pt x="13761" y="5258"/>
                  </a:lnTo>
                  <a:cubicBezTo>
                    <a:pt x="13848" y="5172"/>
                    <a:pt x="13848" y="5027"/>
                    <a:pt x="13761" y="4941"/>
                  </a:cubicBezTo>
                  <a:lnTo>
                    <a:pt x="13530" y="4710"/>
                  </a:lnTo>
                  <a:cubicBezTo>
                    <a:pt x="13483" y="4668"/>
                    <a:pt x="13424" y="4645"/>
                    <a:pt x="13365" y="4645"/>
                  </a:cubicBezTo>
                  <a:cubicBezTo>
                    <a:pt x="13329" y="4645"/>
                    <a:pt x="13294" y="4654"/>
                    <a:pt x="13261" y="4672"/>
                  </a:cubicBezTo>
                  <a:cubicBezTo>
                    <a:pt x="13165" y="4723"/>
                    <a:pt x="13068" y="4746"/>
                    <a:pt x="12975" y="4746"/>
                  </a:cubicBezTo>
                  <a:cubicBezTo>
                    <a:pt x="12565" y="4746"/>
                    <a:pt x="12236" y="4297"/>
                    <a:pt x="12463" y="3874"/>
                  </a:cubicBezTo>
                  <a:cubicBezTo>
                    <a:pt x="12511" y="3787"/>
                    <a:pt x="12502" y="3681"/>
                    <a:pt x="12425" y="3604"/>
                  </a:cubicBezTo>
                  <a:lnTo>
                    <a:pt x="11877" y="3056"/>
                  </a:lnTo>
                  <a:cubicBezTo>
                    <a:pt x="11831" y="3010"/>
                    <a:pt x="11774" y="2988"/>
                    <a:pt x="11718" y="2988"/>
                  </a:cubicBezTo>
                  <a:cubicBezTo>
                    <a:pt x="11680" y="2988"/>
                    <a:pt x="11642" y="2998"/>
                    <a:pt x="11607" y="3018"/>
                  </a:cubicBezTo>
                  <a:cubicBezTo>
                    <a:pt x="11512" y="3069"/>
                    <a:pt x="11414" y="3092"/>
                    <a:pt x="11321" y="3092"/>
                  </a:cubicBezTo>
                  <a:cubicBezTo>
                    <a:pt x="10911" y="3092"/>
                    <a:pt x="10582" y="2643"/>
                    <a:pt x="10809" y="2220"/>
                  </a:cubicBezTo>
                  <a:cubicBezTo>
                    <a:pt x="10857" y="2133"/>
                    <a:pt x="10838" y="2027"/>
                    <a:pt x="10771" y="1950"/>
                  </a:cubicBezTo>
                  <a:lnTo>
                    <a:pt x="10223" y="1402"/>
                  </a:lnTo>
                  <a:cubicBezTo>
                    <a:pt x="10177" y="1356"/>
                    <a:pt x="10120" y="1334"/>
                    <a:pt x="10062" y="1334"/>
                  </a:cubicBezTo>
                  <a:cubicBezTo>
                    <a:pt x="10023" y="1334"/>
                    <a:pt x="9982" y="1344"/>
                    <a:pt x="9944" y="1364"/>
                  </a:cubicBezTo>
                  <a:cubicBezTo>
                    <a:pt x="9850" y="1415"/>
                    <a:pt x="9754" y="1438"/>
                    <a:pt x="9662" y="1438"/>
                  </a:cubicBezTo>
                  <a:cubicBezTo>
                    <a:pt x="9257" y="1438"/>
                    <a:pt x="8928" y="989"/>
                    <a:pt x="9155" y="566"/>
                  </a:cubicBezTo>
                  <a:cubicBezTo>
                    <a:pt x="9203" y="479"/>
                    <a:pt x="9184" y="373"/>
                    <a:pt x="9117" y="296"/>
                  </a:cubicBezTo>
                  <a:lnTo>
                    <a:pt x="8886" y="66"/>
                  </a:lnTo>
                  <a:cubicBezTo>
                    <a:pt x="8843" y="22"/>
                    <a:pt x="8785" y="1"/>
                    <a:pt x="8727"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2" name="Google Shape;13742;p65"/>
            <p:cNvSpPr/>
            <p:nvPr/>
          </p:nvSpPr>
          <p:spPr>
            <a:xfrm>
              <a:off x="5808158" y="2902998"/>
              <a:ext cx="244783" cy="360498"/>
            </a:xfrm>
            <a:custGeom>
              <a:avLst/>
              <a:gdLst/>
              <a:ahLst/>
              <a:cxnLst/>
              <a:rect l="l" t="t" r="r" b="b"/>
              <a:pathLst>
                <a:path w="9367" h="13795" extrusionOk="0">
                  <a:moveTo>
                    <a:pt x="4207" y="1"/>
                  </a:moveTo>
                  <a:cubicBezTo>
                    <a:pt x="4150" y="1"/>
                    <a:pt x="4092" y="22"/>
                    <a:pt x="4049" y="66"/>
                  </a:cubicBezTo>
                  <a:lnTo>
                    <a:pt x="2799" y="1316"/>
                  </a:lnTo>
                  <a:lnTo>
                    <a:pt x="3087" y="1604"/>
                  </a:lnTo>
                  <a:cubicBezTo>
                    <a:pt x="3174" y="1691"/>
                    <a:pt x="3174" y="1825"/>
                    <a:pt x="3087" y="1902"/>
                  </a:cubicBezTo>
                  <a:lnTo>
                    <a:pt x="3568" y="2383"/>
                  </a:lnTo>
                  <a:cubicBezTo>
                    <a:pt x="3611" y="2345"/>
                    <a:pt x="3666" y="2325"/>
                    <a:pt x="3722" y="2325"/>
                  </a:cubicBezTo>
                  <a:cubicBezTo>
                    <a:pt x="3777" y="2325"/>
                    <a:pt x="3832" y="2345"/>
                    <a:pt x="3876" y="2383"/>
                  </a:cubicBezTo>
                  <a:lnTo>
                    <a:pt x="4376" y="2883"/>
                  </a:lnTo>
                  <a:cubicBezTo>
                    <a:pt x="4452" y="2970"/>
                    <a:pt x="4452" y="3104"/>
                    <a:pt x="4376" y="3181"/>
                  </a:cubicBezTo>
                  <a:lnTo>
                    <a:pt x="4856" y="3662"/>
                  </a:lnTo>
                  <a:cubicBezTo>
                    <a:pt x="4895" y="3624"/>
                    <a:pt x="4948" y="3604"/>
                    <a:pt x="5002" y="3604"/>
                  </a:cubicBezTo>
                  <a:cubicBezTo>
                    <a:pt x="5056" y="3604"/>
                    <a:pt x="5111" y="3624"/>
                    <a:pt x="5154" y="3662"/>
                  </a:cubicBezTo>
                  <a:lnTo>
                    <a:pt x="5654" y="4162"/>
                  </a:lnTo>
                  <a:cubicBezTo>
                    <a:pt x="5731" y="4249"/>
                    <a:pt x="5731" y="4383"/>
                    <a:pt x="5654" y="4470"/>
                  </a:cubicBezTo>
                  <a:lnTo>
                    <a:pt x="6135" y="4951"/>
                  </a:lnTo>
                  <a:cubicBezTo>
                    <a:pt x="6174" y="4907"/>
                    <a:pt x="6227" y="4886"/>
                    <a:pt x="6281" y="4886"/>
                  </a:cubicBezTo>
                  <a:cubicBezTo>
                    <a:pt x="6335" y="4886"/>
                    <a:pt x="6390" y="4907"/>
                    <a:pt x="6433" y="4951"/>
                  </a:cubicBezTo>
                  <a:lnTo>
                    <a:pt x="6933" y="5451"/>
                  </a:lnTo>
                  <a:lnTo>
                    <a:pt x="6953" y="5470"/>
                  </a:lnTo>
                  <a:cubicBezTo>
                    <a:pt x="6972" y="5499"/>
                    <a:pt x="6991" y="5537"/>
                    <a:pt x="6991" y="5576"/>
                  </a:cubicBezTo>
                  <a:lnTo>
                    <a:pt x="6991" y="5585"/>
                  </a:lnTo>
                  <a:lnTo>
                    <a:pt x="6991" y="5604"/>
                  </a:lnTo>
                  <a:lnTo>
                    <a:pt x="6991" y="5624"/>
                  </a:lnTo>
                  <a:lnTo>
                    <a:pt x="6991" y="5633"/>
                  </a:lnTo>
                  <a:lnTo>
                    <a:pt x="6991" y="5643"/>
                  </a:lnTo>
                  <a:lnTo>
                    <a:pt x="6991" y="5652"/>
                  </a:lnTo>
                  <a:lnTo>
                    <a:pt x="6991" y="5662"/>
                  </a:lnTo>
                  <a:lnTo>
                    <a:pt x="6991" y="5672"/>
                  </a:lnTo>
                  <a:lnTo>
                    <a:pt x="6991" y="5681"/>
                  </a:lnTo>
                  <a:lnTo>
                    <a:pt x="6991" y="5691"/>
                  </a:lnTo>
                  <a:lnTo>
                    <a:pt x="6991" y="5701"/>
                  </a:lnTo>
                  <a:lnTo>
                    <a:pt x="6991" y="5710"/>
                  </a:lnTo>
                  <a:lnTo>
                    <a:pt x="6982" y="5720"/>
                  </a:lnTo>
                  <a:lnTo>
                    <a:pt x="6972" y="5739"/>
                  </a:lnTo>
                  <a:cubicBezTo>
                    <a:pt x="6929" y="5777"/>
                    <a:pt x="6871" y="5796"/>
                    <a:pt x="6815" y="5796"/>
                  </a:cubicBezTo>
                  <a:cubicBezTo>
                    <a:pt x="6771" y="5796"/>
                    <a:pt x="6727" y="5784"/>
                    <a:pt x="6693" y="5758"/>
                  </a:cubicBezTo>
                  <a:lnTo>
                    <a:pt x="0" y="12451"/>
                  </a:lnTo>
                  <a:cubicBezTo>
                    <a:pt x="270" y="12605"/>
                    <a:pt x="375" y="12951"/>
                    <a:pt x="221" y="13230"/>
                  </a:cubicBezTo>
                  <a:cubicBezTo>
                    <a:pt x="173" y="13316"/>
                    <a:pt x="183" y="13432"/>
                    <a:pt x="260" y="13499"/>
                  </a:cubicBezTo>
                  <a:lnTo>
                    <a:pt x="491" y="13730"/>
                  </a:lnTo>
                  <a:cubicBezTo>
                    <a:pt x="534" y="13773"/>
                    <a:pt x="592" y="13795"/>
                    <a:pt x="649" y="13795"/>
                  </a:cubicBezTo>
                  <a:cubicBezTo>
                    <a:pt x="707" y="13795"/>
                    <a:pt x="765" y="13773"/>
                    <a:pt x="808" y="13730"/>
                  </a:cubicBezTo>
                  <a:lnTo>
                    <a:pt x="7732" y="6797"/>
                  </a:lnTo>
                  <a:lnTo>
                    <a:pt x="7443" y="6508"/>
                  </a:lnTo>
                  <a:cubicBezTo>
                    <a:pt x="7366" y="6431"/>
                    <a:pt x="7366" y="6297"/>
                    <a:pt x="7443" y="6210"/>
                  </a:cubicBezTo>
                  <a:lnTo>
                    <a:pt x="7462" y="6191"/>
                  </a:lnTo>
                  <a:cubicBezTo>
                    <a:pt x="7482" y="6181"/>
                    <a:pt x="7491" y="6181"/>
                    <a:pt x="7510" y="6172"/>
                  </a:cubicBezTo>
                  <a:lnTo>
                    <a:pt x="7530" y="6162"/>
                  </a:lnTo>
                  <a:lnTo>
                    <a:pt x="7587" y="6162"/>
                  </a:lnTo>
                  <a:cubicBezTo>
                    <a:pt x="7626" y="6162"/>
                    <a:pt x="7655" y="6172"/>
                    <a:pt x="7683" y="6191"/>
                  </a:cubicBezTo>
                  <a:lnTo>
                    <a:pt x="7703" y="6201"/>
                  </a:lnTo>
                  <a:cubicBezTo>
                    <a:pt x="7722" y="6201"/>
                    <a:pt x="7732" y="6210"/>
                    <a:pt x="7741" y="6229"/>
                  </a:cubicBezTo>
                  <a:lnTo>
                    <a:pt x="8030" y="6518"/>
                  </a:lnTo>
                  <a:lnTo>
                    <a:pt x="9280" y="5268"/>
                  </a:lnTo>
                  <a:cubicBezTo>
                    <a:pt x="9366" y="5181"/>
                    <a:pt x="9366" y="5037"/>
                    <a:pt x="9280" y="4951"/>
                  </a:cubicBezTo>
                  <a:lnTo>
                    <a:pt x="9049" y="4720"/>
                  </a:lnTo>
                  <a:cubicBezTo>
                    <a:pt x="9001" y="4678"/>
                    <a:pt x="8942" y="4655"/>
                    <a:pt x="8883" y="4655"/>
                  </a:cubicBezTo>
                  <a:cubicBezTo>
                    <a:pt x="8848" y="4655"/>
                    <a:pt x="8812" y="4663"/>
                    <a:pt x="8780" y="4681"/>
                  </a:cubicBezTo>
                  <a:cubicBezTo>
                    <a:pt x="8689" y="4730"/>
                    <a:pt x="8592" y="4754"/>
                    <a:pt x="8495" y="4754"/>
                  </a:cubicBezTo>
                  <a:cubicBezTo>
                    <a:pt x="8345" y="4754"/>
                    <a:pt x="8199" y="4696"/>
                    <a:pt x="8087" y="4585"/>
                  </a:cubicBezTo>
                  <a:lnTo>
                    <a:pt x="8049" y="4556"/>
                  </a:lnTo>
                  <a:lnTo>
                    <a:pt x="8039" y="4537"/>
                  </a:lnTo>
                  <a:lnTo>
                    <a:pt x="8030" y="4518"/>
                  </a:lnTo>
                  <a:lnTo>
                    <a:pt x="8010" y="4499"/>
                  </a:lnTo>
                  <a:lnTo>
                    <a:pt x="8001" y="4489"/>
                  </a:lnTo>
                  <a:lnTo>
                    <a:pt x="7991" y="4460"/>
                  </a:lnTo>
                  <a:cubicBezTo>
                    <a:pt x="7885" y="4287"/>
                    <a:pt x="7885" y="4066"/>
                    <a:pt x="7982" y="3893"/>
                  </a:cubicBezTo>
                  <a:cubicBezTo>
                    <a:pt x="8030" y="3797"/>
                    <a:pt x="8020" y="3691"/>
                    <a:pt x="7943" y="3624"/>
                  </a:cubicBezTo>
                  <a:lnTo>
                    <a:pt x="7395" y="3066"/>
                  </a:lnTo>
                  <a:cubicBezTo>
                    <a:pt x="7347" y="3024"/>
                    <a:pt x="7288" y="3001"/>
                    <a:pt x="7229" y="3001"/>
                  </a:cubicBezTo>
                  <a:cubicBezTo>
                    <a:pt x="7194" y="3001"/>
                    <a:pt x="7158" y="3009"/>
                    <a:pt x="7126" y="3027"/>
                  </a:cubicBezTo>
                  <a:cubicBezTo>
                    <a:pt x="7030" y="3079"/>
                    <a:pt x="6933" y="3102"/>
                    <a:pt x="6840" y="3102"/>
                  </a:cubicBezTo>
                  <a:cubicBezTo>
                    <a:pt x="6429" y="3102"/>
                    <a:pt x="6100" y="2654"/>
                    <a:pt x="6328" y="2239"/>
                  </a:cubicBezTo>
                  <a:cubicBezTo>
                    <a:pt x="6376" y="2143"/>
                    <a:pt x="6356" y="2037"/>
                    <a:pt x="6289" y="1960"/>
                  </a:cubicBezTo>
                  <a:lnTo>
                    <a:pt x="5741" y="1412"/>
                  </a:lnTo>
                  <a:cubicBezTo>
                    <a:pt x="5695" y="1366"/>
                    <a:pt x="5639" y="1344"/>
                    <a:pt x="5581" y="1344"/>
                  </a:cubicBezTo>
                  <a:cubicBezTo>
                    <a:pt x="5541" y="1344"/>
                    <a:pt x="5501" y="1354"/>
                    <a:pt x="5462" y="1373"/>
                  </a:cubicBezTo>
                  <a:cubicBezTo>
                    <a:pt x="5368" y="1425"/>
                    <a:pt x="5273" y="1448"/>
                    <a:pt x="5181" y="1448"/>
                  </a:cubicBezTo>
                  <a:cubicBezTo>
                    <a:pt x="4775" y="1448"/>
                    <a:pt x="4446" y="999"/>
                    <a:pt x="4674" y="575"/>
                  </a:cubicBezTo>
                  <a:lnTo>
                    <a:pt x="4635" y="566"/>
                  </a:lnTo>
                  <a:cubicBezTo>
                    <a:pt x="4683" y="479"/>
                    <a:pt x="4664" y="373"/>
                    <a:pt x="4597" y="296"/>
                  </a:cubicBezTo>
                  <a:lnTo>
                    <a:pt x="4366" y="66"/>
                  </a:lnTo>
                  <a:cubicBezTo>
                    <a:pt x="4323" y="22"/>
                    <a:pt x="4265" y="1"/>
                    <a:pt x="4207" y="1"/>
                  </a:cubicBezTo>
                  <a:close/>
                </a:path>
              </a:pathLst>
            </a:custGeom>
            <a:solidFill>
              <a:srgbClr val="8BA3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3" name="Google Shape;13743;p65"/>
            <p:cNvSpPr/>
            <p:nvPr/>
          </p:nvSpPr>
          <p:spPr>
            <a:xfrm>
              <a:off x="5740292" y="2985551"/>
              <a:ext cx="228450" cy="228398"/>
            </a:xfrm>
            <a:custGeom>
              <a:avLst/>
              <a:gdLst/>
              <a:ahLst/>
              <a:cxnLst/>
              <a:rect l="l" t="t" r="r" b="b"/>
              <a:pathLst>
                <a:path w="8742" h="8740" extrusionOk="0">
                  <a:moveTo>
                    <a:pt x="5070" y="1"/>
                  </a:moveTo>
                  <a:cubicBezTo>
                    <a:pt x="5054" y="1"/>
                    <a:pt x="5040" y="8"/>
                    <a:pt x="5030" y="22"/>
                  </a:cubicBezTo>
                  <a:lnTo>
                    <a:pt x="20" y="5023"/>
                  </a:lnTo>
                  <a:cubicBezTo>
                    <a:pt x="1" y="5051"/>
                    <a:pt x="1" y="5090"/>
                    <a:pt x="20" y="5119"/>
                  </a:cubicBezTo>
                  <a:lnTo>
                    <a:pt x="3626" y="8725"/>
                  </a:lnTo>
                  <a:cubicBezTo>
                    <a:pt x="3641" y="8734"/>
                    <a:pt x="3657" y="8739"/>
                    <a:pt x="3673" y="8739"/>
                  </a:cubicBezTo>
                  <a:cubicBezTo>
                    <a:pt x="3689" y="8739"/>
                    <a:pt x="3703" y="8734"/>
                    <a:pt x="3713" y="8725"/>
                  </a:cubicBezTo>
                  <a:lnTo>
                    <a:pt x="8723" y="3715"/>
                  </a:lnTo>
                  <a:cubicBezTo>
                    <a:pt x="8742" y="3686"/>
                    <a:pt x="8742" y="3647"/>
                    <a:pt x="8723" y="3628"/>
                  </a:cubicBezTo>
                  <a:lnTo>
                    <a:pt x="5117" y="22"/>
                  </a:lnTo>
                  <a:cubicBezTo>
                    <a:pt x="5102" y="8"/>
                    <a:pt x="5085" y="1"/>
                    <a:pt x="5070"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4" name="Google Shape;13744;p65"/>
            <p:cNvSpPr/>
            <p:nvPr/>
          </p:nvSpPr>
          <p:spPr>
            <a:xfrm>
              <a:off x="5826007" y="2985551"/>
              <a:ext cx="142997" cy="228398"/>
            </a:xfrm>
            <a:custGeom>
              <a:avLst/>
              <a:gdLst/>
              <a:ahLst/>
              <a:cxnLst/>
              <a:rect l="l" t="t" r="r" b="b"/>
              <a:pathLst>
                <a:path w="5472" h="8740" extrusionOk="0">
                  <a:moveTo>
                    <a:pt x="1797" y="1"/>
                  </a:moveTo>
                  <a:cubicBezTo>
                    <a:pt x="1781" y="1"/>
                    <a:pt x="1765" y="8"/>
                    <a:pt x="1750" y="22"/>
                  </a:cubicBezTo>
                  <a:lnTo>
                    <a:pt x="875" y="897"/>
                  </a:lnTo>
                  <a:lnTo>
                    <a:pt x="4135" y="4157"/>
                  </a:lnTo>
                  <a:cubicBezTo>
                    <a:pt x="4154" y="4186"/>
                    <a:pt x="4154" y="4224"/>
                    <a:pt x="4135" y="4253"/>
                  </a:cubicBezTo>
                  <a:lnTo>
                    <a:pt x="0" y="8378"/>
                  </a:lnTo>
                  <a:lnTo>
                    <a:pt x="346" y="8725"/>
                  </a:lnTo>
                  <a:cubicBezTo>
                    <a:pt x="361" y="8734"/>
                    <a:pt x="377" y="8739"/>
                    <a:pt x="393" y="8739"/>
                  </a:cubicBezTo>
                  <a:cubicBezTo>
                    <a:pt x="409" y="8739"/>
                    <a:pt x="423" y="8734"/>
                    <a:pt x="433" y="8725"/>
                  </a:cubicBezTo>
                  <a:lnTo>
                    <a:pt x="5443" y="3715"/>
                  </a:lnTo>
                  <a:cubicBezTo>
                    <a:pt x="5472" y="3686"/>
                    <a:pt x="5472" y="3647"/>
                    <a:pt x="5443" y="3628"/>
                  </a:cubicBezTo>
                  <a:lnTo>
                    <a:pt x="1837" y="22"/>
                  </a:lnTo>
                  <a:cubicBezTo>
                    <a:pt x="1827" y="8"/>
                    <a:pt x="1813" y="1"/>
                    <a:pt x="1797"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5" name="Google Shape;13745;p65"/>
            <p:cNvSpPr/>
            <p:nvPr/>
          </p:nvSpPr>
          <p:spPr>
            <a:xfrm>
              <a:off x="5767940" y="3015028"/>
              <a:ext cx="116708" cy="112579"/>
            </a:xfrm>
            <a:custGeom>
              <a:avLst/>
              <a:gdLst/>
              <a:ahLst/>
              <a:cxnLst/>
              <a:rect l="l" t="t" r="r" b="b"/>
              <a:pathLst>
                <a:path w="4466" h="4308" extrusionOk="0">
                  <a:moveTo>
                    <a:pt x="4165" y="0"/>
                  </a:moveTo>
                  <a:cubicBezTo>
                    <a:pt x="4116" y="0"/>
                    <a:pt x="4065" y="20"/>
                    <a:pt x="4020" y="67"/>
                  </a:cubicBezTo>
                  <a:lnTo>
                    <a:pt x="135" y="3943"/>
                  </a:lnTo>
                  <a:cubicBezTo>
                    <a:pt x="1" y="4077"/>
                    <a:pt x="97" y="4308"/>
                    <a:pt x="289" y="4308"/>
                  </a:cubicBezTo>
                  <a:cubicBezTo>
                    <a:pt x="337" y="4308"/>
                    <a:pt x="395" y="4279"/>
                    <a:pt x="433" y="4241"/>
                  </a:cubicBezTo>
                  <a:lnTo>
                    <a:pt x="4318" y="365"/>
                  </a:lnTo>
                  <a:cubicBezTo>
                    <a:pt x="4465" y="211"/>
                    <a:pt x="4325" y="0"/>
                    <a:pt x="416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6" name="Google Shape;13746;p65"/>
            <p:cNvSpPr/>
            <p:nvPr/>
          </p:nvSpPr>
          <p:spPr>
            <a:xfrm>
              <a:off x="5796581" y="3043669"/>
              <a:ext cx="116917" cy="112605"/>
            </a:xfrm>
            <a:custGeom>
              <a:avLst/>
              <a:gdLst/>
              <a:ahLst/>
              <a:cxnLst/>
              <a:rect l="l" t="t" r="r" b="b"/>
              <a:pathLst>
                <a:path w="4474" h="4309" extrusionOk="0">
                  <a:moveTo>
                    <a:pt x="4167" y="0"/>
                  </a:moveTo>
                  <a:cubicBezTo>
                    <a:pt x="4117" y="0"/>
                    <a:pt x="4066" y="20"/>
                    <a:pt x="4020" y="68"/>
                  </a:cubicBezTo>
                  <a:lnTo>
                    <a:pt x="136" y="3943"/>
                  </a:lnTo>
                  <a:cubicBezTo>
                    <a:pt x="1" y="4077"/>
                    <a:pt x="97" y="4308"/>
                    <a:pt x="289" y="4308"/>
                  </a:cubicBezTo>
                  <a:cubicBezTo>
                    <a:pt x="347" y="4308"/>
                    <a:pt x="395" y="4289"/>
                    <a:pt x="434" y="4251"/>
                  </a:cubicBezTo>
                  <a:lnTo>
                    <a:pt x="4319" y="366"/>
                  </a:lnTo>
                  <a:cubicBezTo>
                    <a:pt x="4473" y="211"/>
                    <a:pt x="4329" y="0"/>
                    <a:pt x="416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47" name="Google Shape;13747;p65"/>
            <p:cNvSpPr/>
            <p:nvPr/>
          </p:nvSpPr>
          <p:spPr>
            <a:xfrm>
              <a:off x="5825249" y="3072311"/>
              <a:ext cx="116682" cy="112605"/>
            </a:xfrm>
            <a:custGeom>
              <a:avLst/>
              <a:gdLst/>
              <a:ahLst/>
              <a:cxnLst/>
              <a:rect l="l" t="t" r="r" b="b"/>
              <a:pathLst>
                <a:path w="4465" h="4309" extrusionOk="0">
                  <a:moveTo>
                    <a:pt x="4161" y="1"/>
                  </a:moveTo>
                  <a:cubicBezTo>
                    <a:pt x="4110" y="1"/>
                    <a:pt x="4057" y="20"/>
                    <a:pt x="4010" y="68"/>
                  </a:cubicBezTo>
                  <a:lnTo>
                    <a:pt x="135" y="3943"/>
                  </a:lnTo>
                  <a:cubicBezTo>
                    <a:pt x="0" y="4078"/>
                    <a:pt x="96" y="4308"/>
                    <a:pt x="289" y="4308"/>
                  </a:cubicBezTo>
                  <a:cubicBezTo>
                    <a:pt x="337" y="4308"/>
                    <a:pt x="394" y="4289"/>
                    <a:pt x="433" y="4251"/>
                  </a:cubicBezTo>
                  <a:lnTo>
                    <a:pt x="4318" y="366"/>
                  </a:lnTo>
                  <a:cubicBezTo>
                    <a:pt x="4465" y="211"/>
                    <a:pt x="4325" y="1"/>
                    <a:pt x="416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48" name="Google Shape;13748;p65"/>
          <p:cNvGrpSpPr/>
          <p:nvPr/>
        </p:nvGrpSpPr>
        <p:grpSpPr>
          <a:xfrm>
            <a:off x="4870473" y="1316342"/>
            <a:ext cx="258503" cy="360890"/>
            <a:chOff x="4871935" y="1500990"/>
            <a:chExt cx="258503" cy="360890"/>
          </a:xfrm>
        </p:grpSpPr>
        <p:sp>
          <p:nvSpPr>
            <p:cNvPr id="13749" name="Google Shape;13749;p65"/>
            <p:cNvSpPr/>
            <p:nvPr/>
          </p:nvSpPr>
          <p:spPr>
            <a:xfrm>
              <a:off x="4871935" y="1500990"/>
              <a:ext cx="258503" cy="147570"/>
            </a:xfrm>
            <a:custGeom>
              <a:avLst/>
              <a:gdLst/>
              <a:ahLst/>
              <a:cxnLst/>
              <a:rect l="l" t="t" r="r" b="b"/>
              <a:pathLst>
                <a:path w="9892" h="5647" extrusionOk="0">
                  <a:moveTo>
                    <a:pt x="4920" y="0"/>
                  </a:moveTo>
                  <a:cubicBezTo>
                    <a:pt x="4661" y="29"/>
                    <a:pt x="4430" y="154"/>
                    <a:pt x="4276" y="356"/>
                  </a:cubicBezTo>
                  <a:cubicBezTo>
                    <a:pt x="4190" y="337"/>
                    <a:pt x="4093" y="318"/>
                    <a:pt x="3997" y="318"/>
                  </a:cubicBezTo>
                  <a:cubicBezTo>
                    <a:pt x="3449" y="318"/>
                    <a:pt x="2997" y="731"/>
                    <a:pt x="2988" y="1241"/>
                  </a:cubicBezTo>
                  <a:lnTo>
                    <a:pt x="2988" y="1251"/>
                  </a:lnTo>
                  <a:cubicBezTo>
                    <a:pt x="2939" y="1251"/>
                    <a:pt x="2901" y="1241"/>
                    <a:pt x="2853" y="1241"/>
                  </a:cubicBezTo>
                  <a:cubicBezTo>
                    <a:pt x="2257" y="1241"/>
                    <a:pt x="1766" y="1683"/>
                    <a:pt x="1766" y="2231"/>
                  </a:cubicBezTo>
                  <a:cubicBezTo>
                    <a:pt x="1766" y="2376"/>
                    <a:pt x="1795" y="2510"/>
                    <a:pt x="1853" y="2635"/>
                  </a:cubicBezTo>
                  <a:lnTo>
                    <a:pt x="1766" y="2635"/>
                  </a:lnTo>
                  <a:cubicBezTo>
                    <a:pt x="1170" y="2635"/>
                    <a:pt x="689" y="3078"/>
                    <a:pt x="689" y="3626"/>
                  </a:cubicBezTo>
                  <a:cubicBezTo>
                    <a:pt x="680" y="3760"/>
                    <a:pt x="718" y="3895"/>
                    <a:pt x="776" y="4020"/>
                  </a:cubicBezTo>
                  <a:lnTo>
                    <a:pt x="641" y="4020"/>
                  </a:lnTo>
                  <a:cubicBezTo>
                    <a:pt x="638" y="4020"/>
                    <a:pt x="634" y="4020"/>
                    <a:pt x="631" y="4020"/>
                  </a:cubicBezTo>
                  <a:cubicBezTo>
                    <a:pt x="111" y="4020"/>
                    <a:pt x="0" y="4752"/>
                    <a:pt x="507" y="4905"/>
                  </a:cubicBezTo>
                  <a:cubicBezTo>
                    <a:pt x="478" y="4962"/>
                    <a:pt x="459" y="5039"/>
                    <a:pt x="459" y="5107"/>
                  </a:cubicBezTo>
                  <a:cubicBezTo>
                    <a:pt x="477" y="5403"/>
                    <a:pt x="719" y="5646"/>
                    <a:pt x="1020" y="5646"/>
                  </a:cubicBezTo>
                  <a:cubicBezTo>
                    <a:pt x="1032" y="5646"/>
                    <a:pt x="1043" y="5646"/>
                    <a:pt x="1055" y="5645"/>
                  </a:cubicBezTo>
                  <a:lnTo>
                    <a:pt x="8844" y="5645"/>
                  </a:lnTo>
                  <a:cubicBezTo>
                    <a:pt x="8855" y="5646"/>
                    <a:pt x="8867" y="5646"/>
                    <a:pt x="8878" y="5646"/>
                  </a:cubicBezTo>
                  <a:cubicBezTo>
                    <a:pt x="9180" y="5646"/>
                    <a:pt x="9421" y="5403"/>
                    <a:pt x="9430" y="5107"/>
                  </a:cubicBezTo>
                  <a:cubicBezTo>
                    <a:pt x="9430" y="5039"/>
                    <a:pt x="9421" y="4962"/>
                    <a:pt x="9392" y="4905"/>
                  </a:cubicBezTo>
                  <a:cubicBezTo>
                    <a:pt x="9892" y="4760"/>
                    <a:pt x="9786" y="4020"/>
                    <a:pt x="9267" y="4020"/>
                  </a:cubicBezTo>
                  <a:lnTo>
                    <a:pt x="9132" y="4020"/>
                  </a:lnTo>
                  <a:cubicBezTo>
                    <a:pt x="9190" y="3895"/>
                    <a:pt x="9219" y="3760"/>
                    <a:pt x="9219" y="3626"/>
                  </a:cubicBezTo>
                  <a:cubicBezTo>
                    <a:pt x="9219" y="3078"/>
                    <a:pt x="8728" y="2635"/>
                    <a:pt x="8142" y="2635"/>
                  </a:cubicBezTo>
                  <a:lnTo>
                    <a:pt x="8046" y="2635"/>
                  </a:lnTo>
                  <a:cubicBezTo>
                    <a:pt x="8103" y="2510"/>
                    <a:pt x="8132" y="2376"/>
                    <a:pt x="8132" y="2231"/>
                  </a:cubicBezTo>
                  <a:cubicBezTo>
                    <a:pt x="8132" y="1683"/>
                    <a:pt x="7651" y="1241"/>
                    <a:pt x="7055" y="1241"/>
                  </a:cubicBezTo>
                  <a:cubicBezTo>
                    <a:pt x="7007" y="1241"/>
                    <a:pt x="6959" y="1251"/>
                    <a:pt x="6911" y="1251"/>
                  </a:cubicBezTo>
                  <a:lnTo>
                    <a:pt x="6911" y="1241"/>
                  </a:lnTo>
                  <a:cubicBezTo>
                    <a:pt x="6911" y="731"/>
                    <a:pt x="6459" y="318"/>
                    <a:pt x="5901" y="318"/>
                  </a:cubicBezTo>
                  <a:cubicBezTo>
                    <a:pt x="5805" y="318"/>
                    <a:pt x="5718" y="337"/>
                    <a:pt x="5622" y="356"/>
                  </a:cubicBezTo>
                  <a:cubicBezTo>
                    <a:pt x="5468" y="154"/>
                    <a:pt x="5238" y="29"/>
                    <a:pt x="4988"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0" name="Google Shape;13750;p65"/>
            <p:cNvSpPr/>
            <p:nvPr/>
          </p:nvSpPr>
          <p:spPr>
            <a:xfrm>
              <a:off x="4984671" y="1500990"/>
              <a:ext cx="145271" cy="147544"/>
            </a:xfrm>
            <a:custGeom>
              <a:avLst/>
              <a:gdLst/>
              <a:ahLst/>
              <a:cxnLst/>
              <a:rect l="l" t="t" r="r" b="b"/>
              <a:pathLst>
                <a:path w="5559" h="5646" extrusionOk="0">
                  <a:moveTo>
                    <a:pt x="2943" y="5645"/>
                  </a:moveTo>
                  <a:cubicBezTo>
                    <a:pt x="2949" y="5645"/>
                    <a:pt x="2955" y="5645"/>
                    <a:pt x="2961" y="5645"/>
                  </a:cubicBezTo>
                  <a:cubicBezTo>
                    <a:pt x="2967" y="5645"/>
                    <a:pt x="2973" y="5645"/>
                    <a:pt x="2979" y="5645"/>
                  </a:cubicBezTo>
                  <a:close/>
                  <a:moveTo>
                    <a:pt x="606" y="0"/>
                  </a:moveTo>
                  <a:cubicBezTo>
                    <a:pt x="366" y="29"/>
                    <a:pt x="145" y="135"/>
                    <a:pt x="1" y="327"/>
                  </a:cubicBezTo>
                  <a:cubicBezTo>
                    <a:pt x="3068" y="1501"/>
                    <a:pt x="3385" y="4597"/>
                    <a:pt x="3491" y="4895"/>
                  </a:cubicBezTo>
                  <a:cubicBezTo>
                    <a:pt x="3520" y="4962"/>
                    <a:pt x="3530" y="5030"/>
                    <a:pt x="3530" y="5097"/>
                  </a:cubicBezTo>
                  <a:cubicBezTo>
                    <a:pt x="3520" y="5402"/>
                    <a:pt x="3271" y="5636"/>
                    <a:pt x="2979" y="5645"/>
                  </a:cubicBezTo>
                  <a:lnTo>
                    <a:pt x="4530" y="5645"/>
                  </a:lnTo>
                  <a:cubicBezTo>
                    <a:pt x="4536" y="5645"/>
                    <a:pt x="4542" y="5645"/>
                    <a:pt x="4548" y="5645"/>
                  </a:cubicBezTo>
                  <a:cubicBezTo>
                    <a:pt x="4857" y="5645"/>
                    <a:pt x="5107" y="5408"/>
                    <a:pt x="5116" y="5097"/>
                  </a:cubicBezTo>
                  <a:cubicBezTo>
                    <a:pt x="5116" y="5030"/>
                    <a:pt x="5107" y="4962"/>
                    <a:pt x="5078" y="4895"/>
                  </a:cubicBezTo>
                  <a:cubicBezTo>
                    <a:pt x="5559" y="4741"/>
                    <a:pt x="5453" y="4030"/>
                    <a:pt x="4953" y="4020"/>
                  </a:cubicBezTo>
                  <a:lnTo>
                    <a:pt x="4818" y="4020"/>
                  </a:lnTo>
                  <a:cubicBezTo>
                    <a:pt x="4876" y="3895"/>
                    <a:pt x="4905" y="3760"/>
                    <a:pt x="4905" y="3626"/>
                  </a:cubicBezTo>
                  <a:cubicBezTo>
                    <a:pt x="4905" y="3078"/>
                    <a:pt x="4414" y="2635"/>
                    <a:pt x="3828" y="2635"/>
                  </a:cubicBezTo>
                  <a:lnTo>
                    <a:pt x="3732" y="2635"/>
                  </a:lnTo>
                  <a:cubicBezTo>
                    <a:pt x="3789" y="2510"/>
                    <a:pt x="3818" y="2376"/>
                    <a:pt x="3818" y="2231"/>
                  </a:cubicBezTo>
                  <a:cubicBezTo>
                    <a:pt x="3818" y="1683"/>
                    <a:pt x="3337" y="1241"/>
                    <a:pt x="2741" y="1241"/>
                  </a:cubicBezTo>
                  <a:cubicBezTo>
                    <a:pt x="2693" y="1241"/>
                    <a:pt x="2645" y="1251"/>
                    <a:pt x="2597" y="1251"/>
                  </a:cubicBezTo>
                  <a:lnTo>
                    <a:pt x="2597" y="1241"/>
                  </a:lnTo>
                  <a:cubicBezTo>
                    <a:pt x="2597" y="731"/>
                    <a:pt x="2145" y="318"/>
                    <a:pt x="1587" y="318"/>
                  </a:cubicBezTo>
                  <a:cubicBezTo>
                    <a:pt x="1491" y="318"/>
                    <a:pt x="1404" y="337"/>
                    <a:pt x="1308" y="356"/>
                  </a:cubicBezTo>
                  <a:cubicBezTo>
                    <a:pt x="1154" y="154"/>
                    <a:pt x="924" y="29"/>
                    <a:pt x="674"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1" name="Google Shape;13751;p65"/>
            <p:cNvSpPr/>
            <p:nvPr/>
          </p:nvSpPr>
          <p:spPr>
            <a:xfrm>
              <a:off x="4882911" y="1623107"/>
              <a:ext cx="237205" cy="238773"/>
            </a:xfrm>
            <a:custGeom>
              <a:avLst/>
              <a:gdLst/>
              <a:ahLst/>
              <a:cxnLst/>
              <a:rect l="l" t="t" r="r" b="b"/>
              <a:pathLst>
                <a:path w="9077" h="9137" extrusionOk="0">
                  <a:moveTo>
                    <a:pt x="4529" y="1"/>
                  </a:moveTo>
                  <a:cubicBezTo>
                    <a:pt x="4052" y="1"/>
                    <a:pt x="3662" y="386"/>
                    <a:pt x="3644" y="856"/>
                  </a:cubicBezTo>
                  <a:lnTo>
                    <a:pt x="3644" y="856"/>
                  </a:lnTo>
                  <a:cubicBezTo>
                    <a:pt x="3625" y="391"/>
                    <a:pt x="3250" y="10"/>
                    <a:pt x="2777" y="10"/>
                  </a:cubicBezTo>
                  <a:cubicBezTo>
                    <a:pt x="2772" y="10"/>
                    <a:pt x="2766" y="10"/>
                    <a:pt x="2760" y="10"/>
                  </a:cubicBezTo>
                  <a:lnTo>
                    <a:pt x="2750" y="10"/>
                  </a:lnTo>
                  <a:cubicBezTo>
                    <a:pt x="2745" y="10"/>
                    <a:pt x="2739" y="10"/>
                    <a:pt x="2734" y="10"/>
                  </a:cubicBezTo>
                  <a:cubicBezTo>
                    <a:pt x="2221" y="10"/>
                    <a:pt x="1821" y="453"/>
                    <a:pt x="1863" y="966"/>
                  </a:cubicBezTo>
                  <a:lnTo>
                    <a:pt x="1863" y="966"/>
                  </a:lnTo>
                  <a:lnTo>
                    <a:pt x="1846" y="789"/>
                  </a:lnTo>
                  <a:cubicBezTo>
                    <a:pt x="1799" y="353"/>
                    <a:pt x="1424" y="10"/>
                    <a:pt x="989" y="10"/>
                  </a:cubicBezTo>
                  <a:cubicBezTo>
                    <a:pt x="983" y="10"/>
                    <a:pt x="977" y="10"/>
                    <a:pt x="971" y="10"/>
                  </a:cubicBezTo>
                  <a:cubicBezTo>
                    <a:pt x="966" y="10"/>
                    <a:pt x="961" y="10"/>
                    <a:pt x="956" y="10"/>
                  </a:cubicBezTo>
                  <a:cubicBezTo>
                    <a:pt x="406" y="10"/>
                    <a:pt x="1" y="516"/>
                    <a:pt x="96" y="1049"/>
                  </a:cubicBezTo>
                  <a:lnTo>
                    <a:pt x="1510" y="8655"/>
                  </a:lnTo>
                  <a:cubicBezTo>
                    <a:pt x="1558" y="8934"/>
                    <a:pt x="1808" y="9136"/>
                    <a:pt x="2087" y="9136"/>
                  </a:cubicBezTo>
                  <a:lnTo>
                    <a:pt x="6991" y="9136"/>
                  </a:lnTo>
                  <a:cubicBezTo>
                    <a:pt x="7279" y="9136"/>
                    <a:pt x="7520" y="8934"/>
                    <a:pt x="7568" y="8655"/>
                  </a:cubicBezTo>
                  <a:lnTo>
                    <a:pt x="8981" y="1049"/>
                  </a:lnTo>
                  <a:cubicBezTo>
                    <a:pt x="9077" y="506"/>
                    <a:pt x="8672" y="10"/>
                    <a:pt x="8122" y="10"/>
                  </a:cubicBezTo>
                  <a:cubicBezTo>
                    <a:pt x="8117" y="10"/>
                    <a:pt x="8112" y="10"/>
                    <a:pt x="8106" y="10"/>
                  </a:cubicBezTo>
                  <a:cubicBezTo>
                    <a:pt x="8100" y="10"/>
                    <a:pt x="8094" y="10"/>
                    <a:pt x="8088" y="10"/>
                  </a:cubicBezTo>
                  <a:cubicBezTo>
                    <a:pt x="7644" y="10"/>
                    <a:pt x="7279" y="353"/>
                    <a:pt x="7231" y="789"/>
                  </a:cubicBezTo>
                  <a:lnTo>
                    <a:pt x="7214" y="966"/>
                  </a:lnTo>
                  <a:lnTo>
                    <a:pt x="7214" y="966"/>
                  </a:lnTo>
                  <a:cubicBezTo>
                    <a:pt x="7256" y="453"/>
                    <a:pt x="6856" y="10"/>
                    <a:pt x="6344" y="10"/>
                  </a:cubicBezTo>
                  <a:cubicBezTo>
                    <a:pt x="6338" y="10"/>
                    <a:pt x="6333" y="10"/>
                    <a:pt x="6327" y="10"/>
                  </a:cubicBezTo>
                  <a:lnTo>
                    <a:pt x="6318" y="10"/>
                  </a:lnTo>
                  <a:cubicBezTo>
                    <a:pt x="6312" y="10"/>
                    <a:pt x="6306" y="10"/>
                    <a:pt x="6300" y="10"/>
                  </a:cubicBezTo>
                  <a:cubicBezTo>
                    <a:pt x="5828" y="10"/>
                    <a:pt x="5452" y="391"/>
                    <a:pt x="5433" y="856"/>
                  </a:cubicBezTo>
                  <a:lnTo>
                    <a:pt x="5433" y="856"/>
                  </a:lnTo>
                  <a:cubicBezTo>
                    <a:pt x="5415" y="386"/>
                    <a:pt x="5026" y="1"/>
                    <a:pt x="4548"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2" name="Google Shape;13752;p65"/>
            <p:cNvSpPr/>
            <p:nvPr/>
          </p:nvSpPr>
          <p:spPr>
            <a:xfrm>
              <a:off x="4919575" y="1623316"/>
              <a:ext cx="200828" cy="238564"/>
            </a:xfrm>
            <a:custGeom>
              <a:avLst/>
              <a:gdLst/>
              <a:ahLst/>
              <a:cxnLst/>
              <a:rect l="l" t="t" r="r" b="b"/>
              <a:pathLst>
                <a:path w="7685" h="9129" extrusionOk="0">
                  <a:moveTo>
                    <a:pt x="6697" y="1"/>
                  </a:moveTo>
                  <a:cubicBezTo>
                    <a:pt x="6391" y="1"/>
                    <a:pt x="6117" y="152"/>
                    <a:pt x="5963" y="406"/>
                  </a:cubicBezTo>
                  <a:cubicBezTo>
                    <a:pt x="6078" y="599"/>
                    <a:pt x="6117" y="820"/>
                    <a:pt x="6078" y="1041"/>
                  </a:cubicBezTo>
                  <a:lnTo>
                    <a:pt x="4896" y="7484"/>
                  </a:lnTo>
                  <a:cubicBezTo>
                    <a:pt x="4790" y="8032"/>
                    <a:pt x="4309" y="8426"/>
                    <a:pt x="3761" y="8426"/>
                  </a:cubicBezTo>
                  <a:lnTo>
                    <a:pt x="549" y="8426"/>
                  </a:lnTo>
                  <a:cubicBezTo>
                    <a:pt x="318" y="8426"/>
                    <a:pt x="107" y="8301"/>
                    <a:pt x="1" y="8090"/>
                  </a:cubicBezTo>
                  <a:lnTo>
                    <a:pt x="1" y="8090"/>
                  </a:lnTo>
                  <a:lnTo>
                    <a:pt x="97" y="8647"/>
                  </a:lnTo>
                  <a:cubicBezTo>
                    <a:pt x="155" y="8926"/>
                    <a:pt x="395" y="9128"/>
                    <a:pt x="684" y="9128"/>
                  </a:cubicBezTo>
                  <a:lnTo>
                    <a:pt x="5588" y="9128"/>
                  </a:lnTo>
                  <a:cubicBezTo>
                    <a:pt x="5867" y="9128"/>
                    <a:pt x="6107" y="8926"/>
                    <a:pt x="6165" y="8647"/>
                  </a:cubicBezTo>
                  <a:lnTo>
                    <a:pt x="6261" y="8090"/>
                  </a:lnTo>
                  <a:lnTo>
                    <a:pt x="7569" y="1060"/>
                  </a:lnTo>
                  <a:cubicBezTo>
                    <a:pt x="7684" y="531"/>
                    <a:pt x="7290" y="22"/>
                    <a:pt x="6751" y="2"/>
                  </a:cubicBezTo>
                  <a:cubicBezTo>
                    <a:pt x="6733" y="1"/>
                    <a:pt x="6715" y="1"/>
                    <a:pt x="6697"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3" name="Google Shape;13753;p65"/>
            <p:cNvSpPr/>
            <p:nvPr/>
          </p:nvSpPr>
          <p:spPr>
            <a:xfrm>
              <a:off x="5016840" y="1623107"/>
              <a:ext cx="56054" cy="238773"/>
            </a:xfrm>
            <a:custGeom>
              <a:avLst/>
              <a:gdLst/>
              <a:ahLst/>
              <a:cxnLst/>
              <a:rect l="l" t="t" r="r" b="b"/>
              <a:pathLst>
                <a:path w="2145" h="9137" extrusionOk="0">
                  <a:moveTo>
                    <a:pt x="1193" y="1"/>
                  </a:moveTo>
                  <a:cubicBezTo>
                    <a:pt x="712" y="1"/>
                    <a:pt x="327" y="385"/>
                    <a:pt x="308" y="857"/>
                  </a:cubicBezTo>
                  <a:lnTo>
                    <a:pt x="0" y="9136"/>
                  </a:lnTo>
                  <a:lnTo>
                    <a:pt x="1174" y="9136"/>
                  </a:lnTo>
                  <a:lnTo>
                    <a:pt x="2077" y="991"/>
                  </a:lnTo>
                  <a:cubicBezTo>
                    <a:pt x="2145" y="462"/>
                    <a:pt x="1731" y="1"/>
                    <a:pt x="1202"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4" name="Google Shape;13754;p65"/>
            <p:cNvSpPr/>
            <p:nvPr/>
          </p:nvSpPr>
          <p:spPr>
            <a:xfrm>
              <a:off x="4919575" y="1623316"/>
              <a:ext cx="200828" cy="238564"/>
            </a:xfrm>
            <a:custGeom>
              <a:avLst/>
              <a:gdLst/>
              <a:ahLst/>
              <a:cxnLst/>
              <a:rect l="l" t="t" r="r" b="b"/>
              <a:pathLst>
                <a:path w="7685" h="9129" extrusionOk="0">
                  <a:moveTo>
                    <a:pt x="6697" y="1"/>
                  </a:moveTo>
                  <a:cubicBezTo>
                    <a:pt x="6391" y="1"/>
                    <a:pt x="6117" y="152"/>
                    <a:pt x="5963" y="406"/>
                  </a:cubicBezTo>
                  <a:cubicBezTo>
                    <a:pt x="6078" y="599"/>
                    <a:pt x="6117" y="820"/>
                    <a:pt x="6078" y="1041"/>
                  </a:cubicBezTo>
                  <a:lnTo>
                    <a:pt x="4896" y="7484"/>
                  </a:lnTo>
                  <a:cubicBezTo>
                    <a:pt x="4790" y="8032"/>
                    <a:pt x="4309" y="8426"/>
                    <a:pt x="3761" y="8426"/>
                  </a:cubicBezTo>
                  <a:lnTo>
                    <a:pt x="549" y="8426"/>
                  </a:lnTo>
                  <a:cubicBezTo>
                    <a:pt x="318" y="8426"/>
                    <a:pt x="107" y="8301"/>
                    <a:pt x="1" y="8090"/>
                  </a:cubicBezTo>
                  <a:lnTo>
                    <a:pt x="1" y="8090"/>
                  </a:lnTo>
                  <a:lnTo>
                    <a:pt x="97" y="8647"/>
                  </a:lnTo>
                  <a:cubicBezTo>
                    <a:pt x="155" y="8926"/>
                    <a:pt x="395" y="9128"/>
                    <a:pt x="684" y="9128"/>
                  </a:cubicBezTo>
                  <a:lnTo>
                    <a:pt x="5588" y="9128"/>
                  </a:lnTo>
                  <a:cubicBezTo>
                    <a:pt x="5867" y="9128"/>
                    <a:pt x="6107" y="8926"/>
                    <a:pt x="6165" y="8647"/>
                  </a:cubicBezTo>
                  <a:lnTo>
                    <a:pt x="6261" y="8090"/>
                  </a:lnTo>
                  <a:lnTo>
                    <a:pt x="7569" y="1060"/>
                  </a:lnTo>
                  <a:cubicBezTo>
                    <a:pt x="7684" y="531"/>
                    <a:pt x="7290" y="22"/>
                    <a:pt x="6751" y="2"/>
                  </a:cubicBezTo>
                  <a:cubicBezTo>
                    <a:pt x="6733" y="1"/>
                    <a:pt x="6715" y="1"/>
                    <a:pt x="6697" y="1"/>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5" name="Google Shape;13755;p65"/>
            <p:cNvSpPr/>
            <p:nvPr/>
          </p:nvSpPr>
          <p:spPr>
            <a:xfrm>
              <a:off x="5016840" y="1623107"/>
              <a:ext cx="56054" cy="238773"/>
            </a:xfrm>
            <a:custGeom>
              <a:avLst/>
              <a:gdLst/>
              <a:ahLst/>
              <a:cxnLst/>
              <a:rect l="l" t="t" r="r" b="b"/>
              <a:pathLst>
                <a:path w="2145" h="9137" extrusionOk="0">
                  <a:moveTo>
                    <a:pt x="1193" y="1"/>
                  </a:moveTo>
                  <a:cubicBezTo>
                    <a:pt x="712" y="1"/>
                    <a:pt x="327" y="385"/>
                    <a:pt x="308" y="857"/>
                  </a:cubicBezTo>
                  <a:lnTo>
                    <a:pt x="0" y="9136"/>
                  </a:lnTo>
                  <a:lnTo>
                    <a:pt x="1174" y="9136"/>
                  </a:lnTo>
                  <a:lnTo>
                    <a:pt x="2077" y="991"/>
                  </a:lnTo>
                  <a:cubicBezTo>
                    <a:pt x="2145" y="462"/>
                    <a:pt x="1731" y="1"/>
                    <a:pt x="1202"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6" name="Google Shape;13756;p65"/>
            <p:cNvSpPr/>
            <p:nvPr/>
          </p:nvSpPr>
          <p:spPr>
            <a:xfrm>
              <a:off x="5017101" y="1750529"/>
              <a:ext cx="42988" cy="111351"/>
            </a:xfrm>
            <a:custGeom>
              <a:avLst/>
              <a:gdLst/>
              <a:ahLst/>
              <a:cxnLst/>
              <a:rect l="l" t="t" r="r" b="b"/>
              <a:pathLst>
                <a:path w="1645" h="4261" extrusionOk="0">
                  <a:moveTo>
                    <a:pt x="1644" y="0"/>
                  </a:moveTo>
                  <a:lnTo>
                    <a:pt x="1164" y="2616"/>
                  </a:lnTo>
                  <a:cubicBezTo>
                    <a:pt x="1058" y="3164"/>
                    <a:pt x="577" y="3558"/>
                    <a:pt x="29" y="3558"/>
                  </a:cubicBezTo>
                  <a:lnTo>
                    <a:pt x="0" y="4260"/>
                  </a:lnTo>
                  <a:lnTo>
                    <a:pt x="1173" y="4260"/>
                  </a:lnTo>
                  <a:lnTo>
                    <a:pt x="1644"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7" name="Google Shape;13757;p65"/>
            <p:cNvSpPr/>
            <p:nvPr/>
          </p:nvSpPr>
          <p:spPr>
            <a:xfrm>
              <a:off x="4927624" y="1567836"/>
              <a:ext cx="34207" cy="32195"/>
            </a:xfrm>
            <a:custGeom>
              <a:avLst/>
              <a:gdLst/>
              <a:ahLst/>
              <a:cxnLst/>
              <a:rect l="l" t="t" r="r" b="b"/>
              <a:pathLst>
                <a:path w="1309" h="1232" extrusionOk="0">
                  <a:moveTo>
                    <a:pt x="1030" y="0"/>
                  </a:moveTo>
                  <a:cubicBezTo>
                    <a:pt x="462" y="0"/>
                    <a:pt x="1" y="452"/>
                    <a:pt x="1" y="1020"/>
                  </a:cubicBezTo>
                  <a:cubicBezTo>
                    <a:pt x="1" y="1135"/>
                    <a:pt x="97" y="1231"/>
                    <a:pt x="212" y="1231"/>
                  </a:cubicBezTo>
                  <a:cubicBezTo>
                    <a:pt x="328" y="1231"/>
                    <a:pt x="424" y="1135"/>
                    <a:pt x="424" y="1020"/>
                  </a:cubicBezTo>
                  <a:cubicBezTo>
                    <a:pt x="424" y="683"/>
                    <a:pt x="693" y="414"/>
                    <a:pt x="1030" y="414"/>
                  </a:cubicBezTo>
                  <a:cubicBezTo>
                    <a:pt x="1308" y="414"/>
                    <a:pt x="1308" y="0"/>
                    <a:pt x="103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8" name="Google Shape;13758;p65"/>
            <p:cNvSpPr/>
            <p:nvPr/>
          </p:nvSpPr>
          <p:spPr>
            <a:xfrm>
              <a:off x="5039967" y="1589187"/>
              <a:ext cx="33946" cy="32195"/>
            </a:xfrm>
            <a:custGeom>
              <a:avLst/>
              <a:gdLst/>
              <a:ahLst/>
              <a:cxnLst/>
              <a:rect l="l" t="t" r="r" b="b"/>
              <a:pathLst>
                <a:path w="1299" h="1232" extrusionOk="0">
                  <a:moveTo>
                    <a:pt x="279" y="1"/>
                  </a:moveTo>
                  <a:cubicBezTo>
                    <a:pt x="0" y="1"/>
                    <a:pt x="0" y="414"/>
                    <a:pt x="279" y="414"/>
                  </a:cubicBezTo>
                  <a:cubicBezTo>
                    <a:pt x="615" y="414"/>
                    <a:pt x="885" y="683"/>
                    <a:pt x="885" y="1020"/>
                  </a:cubicBezTo>
                  <a:cubicBezTo>
                    <a:pt x="885" y="1135"/>
                    <a:pt x="981" y="1232"/>
                    <a:pt x="1096" y="1232"/>
                  </a:cubicBezTo>
                  <a:cubicBezTo>
                    <a:pt x="1212" y="1232"/>
                    <a:pt x="1298" y="1135"/>
                    <a:pt x="1298" y="1020"/>
                  </a:cubicBezTo>
                  <a:cubicBezTo>
                    <a:pt x="1298" y="453"/>
                    <a:pt x="846" y="1"/>
                    <a:pt x="279" y="1"/>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59" name="Google Shape;13759;p65"/>
            <p:cNvSpPr/>
            <p:nvPr/>
          </p:nvSpPr>
          <p:spPr>
            <a:xfrm>
              <a:off x="4988146" y="1526469"/>
              <a:ext cx="39277" cy="27570"/>
            </a:xfrm>
            <a:custGeom>
              <a:avLst/>
              <a:gdLst/>
              <a:ahLst/>
              <a:cxnLst/>
              <a:rect l="l" t="t" r="r" b="b"/>
              <a:pathLst>
                <a:path w="1503" h="1055" extrusionOk="0">
                  <a:moveTo>
                    <a:pt x="481" y="0"/>
                  </a:moveTo>
                  <a:cubicBezTo>
                    <a:pt x="406" y="0"/>
                    <a:pt x="329" y="8"/>
                    <a:pt x="252" y="26"/>
                  </a:cubicBezTo>
                  <a:cubicBezTo>
                    <a:pt x="1" y="79"/>
                    <a:pt x="60" y="435"/>
                    <a:pt x="295" y="435"/>
                  </a:cubicBezTo>
                  <a:cubicBezTo>
                    <a:pt x="312" y="435"/>
                    <a:pt x="330" y="433"/>
                    <a:pt x="348" y="429"/>
                  </a:cubicBezTo>
                  <a:cubicBezTo>
                    <a:pt x="389" y="421"/>
                    <a:pt x="431" y="416"/>
                    <a:pt x="472" y="416"/>
                  </a:cubicBezTo>
                  <a:cubicBezTo>
                    <a:pt x="746" y="416"/>
                    <a:pt x="1003" y="606"/>
                    <a:pt x="1070" y="891"/>
                  </a:cubicBezTo>
                  <a:cubicBezTo>
                    <a:pt x="1089" y="987"/>
                    <a:pt x="1166" y="1054"/>
                    <a:pt x="1271" y="1054"/>
                  </a:cubicBezTo>
                  <a:cubicBezTo>
                    <a:pt x="1406" y="1054"/>
                    <a:pt x="1502" y="929"/>
                    <a:pt x="1473" y="804"/>
                  </a:cubicBezTo>
                  <a:cubicBezTo>
                    <a:pt x="1366" y="324"/>
                    <a:pt x="951" y="0"/>
                    <a:pt x="481"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0" name="Google Shape;13760;p65"/>
            <p:cNvSpPr/>
            <p:nvPr/>
          </p:nvSpPr>
          <p:spPr>
            <a:xfrm>
              <a:off x="4930132" y="1623107"/>
              <a:ext cx="56080" cy="238773"/>
            </a:xfrm>
            <a:custGeom>
              <a:avLst/>
              <a:gdLst/>
              <a:ahLst/>
              <a:cxnLst/>
              <a:rect l="l" t="t" r="r" b="b"/>
              <a:pathLst>
                <a:path w="2146" h="9137" extrusionOk="0">
                  <a:moveTo>
                    <a:pt x="934" y="1"/>
                  </a:moveTo>
                  <a:cubicBezTo>
                    <a:pt x="405" y="1"/>
                    <a:pt x="1" y="462"/>
                    <a:pt x="59" y="982"/>
                  </a:cubicBezTo>
                  <a:lnTo>
                    <a:pt x="962" y="9136"/>
                  </a:lnTo>
                  <a:lnTo>
                    <a:pt x="2145" y="9136"/>
                  </a:lnTo>
                  <a:lnTo>
                    <a:pt x="1838" y="857"/>
                  </a:lnTo>
                  <a:cubicBezTo>
                    <a:pt x="1818" y="376"/>
                    <a:pt x="1424" y="1"/>
                    <a:pt x="953"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1" name="Google Shape;13761;p65"/>
            <p:cNvSpPr/>
            <p:nvPr/>
          </p:nvSpPr>
          <p:spPr>
            <a:xfrm>
              <a:off x="4953260" y="1843508"/>
              <a:ext cx="32953" cy="18371"/>
            </a:xfrm>
            <a:custGeom>
              <a:avLst/>
              <a:gdLst/>
              <a:ahLst/>
              <a:cxnLst/>
              <a:rect l="l" t="t" r="r" b="b"/>
              <a:pathLst>
                <a:path w="1261" h="703" extrusionOk="0">
                  <a:moveTo>
                    <a:pt x="1" y="0"/>
                  </a:moveTo>
                  <a:lnTo>
                    <a:pt x="77" y="702"/>
                  </a:lnTo>
                  <a:lnTo>
                    <a:pt x="1260" y="702"/>
                  </a:lnTo>
                  <a:lnTo>
                    <a:pt x="1231" y="0"/>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2" name="Google Shape;13762;p65"/>
            <p:cNvSpPr/>
            <p:nvPr/>
          </p:nvSpPr>
          <p:spPr>
            <a:xfrm>
              <a:off x="4929636" y="1696748"/>
              <a:ext cx="143520" cy="99042"/>
            </a:xfrm>
            <a:custGeom>
              <a:avLst/>
              <a:gdLst/>
              <a:ahLst/>
              <a:cxnLst/>
              <a:rect l="l" t="t" r="r" b="b"/>
              <a:pathLst>
                <a:path w="5492" h="3790" extrusionOk="0">
                  <a:moveTo>
                    <a:pt x="2751" y="0"/>
                  </a:moveTo>
                  <a:cubicBezTo>
                    <a:pt x="1231" y="0"/>
                    <a:pt x="1" y="847"/>
                    <a:pt x="1" y="1895"/>
                  </a:cubicBezTo>
                  <a:cubicBezTo>
                    <a:pt x="1" y="2943"/>
                    <a:pt x="1231" y="3789"/>
                    <a:pt x="2751" y="3789"/>
                  </a:cubicBezTo>
                  <a:cubicBezTo>
                    <a:pt x="4261" y="3789"/>
                    <a:pt x="5491" y="2943"/>
                    <a:pt x="5491" y="1895"/>
                  </a:cubicBezTo>
                  <a:cubicBezTo>
                    <a:pt x="5491" y="847"/>
                    <a:pt x="4261" y="0"/>
                    <a:pt x="2751" y="0"/>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763" name="Google Shape;13763;p65"/>
          <p:cNvSpPr/>
          <p:nvPr/>
        </p:nvSpPr>
        <p:spPr>
          <a:xfrm>
            <a:off x="6341184" y="1664375"/>
            <a:ext cx="27413" cy="12857"/>
          </a:xfrm>
          <a:custGeom>
            <a:avLst/>
            <a:gdLst/>
            <a:ahLst/>
            <a:cxnLst/>
            <a:rect l="l" t="t" r="r" b="b"/>
            <a:pathLst>
              <a:path w="1049" h="492" extrusionOk="0">
                <a:moveTo>
                  <a:pt x="1" y="1"/>
                </a:moveTo>
                <a:lnTo>
                  <a:pt x="39" y="491"/>
                </a:lnTo>
                <a:lnTo>
                  <a:pt x="1049" y="491"/>
                </a:lnTo>
                <a:lnTo>
                  <a:pt x="1039" y="1"/>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764" name="Google Shape;13764;p65"/>
          <p:cNvGrpSpPr/>
          <p:nvPr/>
        </p:nvGrpSpPr>
        <p:grpSpPr>
          <a:xfrm>
            <a:off x="6264302" y="1316603"/>
            <a:ext cx="234983" cy="360628"/>
            <a:chOff x="6265764" y="1501251"/>
            <a:chExt cx="234983" cy="360628"/>
          </a:xfrm>
        </p:grpSpPr>
        <p:sp>
          <p:nvSpPr>
            <p:cNvPr id="13765" name="Google Shape;13765;p65"/>
            <p:cNvSpPr/>
            <p:nvPr/>
          </p:nvSpPr>
          <p:spPr>
            <a:xfrm>
              <a:off x="6347167" y="1501251"/>
              <a:ext cx="118642" cy="179687"/>
            </a:xfrm>
            <a:custGeom>
              <a:avLst/>
              <a:gdLst/>
              <a:ahLst/>
              <a:cxnLst/>
              <a:rect l="l" t="t" r="r" b="b"/>
              <a:pathLst>
                <a:path w="4540" h="6876" extrusionOk="0">
                  <a:moveTo>
                    <a:pt x="1905" y="0"/>
                  </a:moveTo>
                  <a:cubicBezTo>
                    <a:pt x="1808" y="0"/>
                    <a:pt x="1732" y="67"/>
                    <a:pt x="1712" y="154"/>
                  </a:cubicBezTo>
                  <a:lnTo>
                    <a:pt x="30" y="6616"/>
                  </a:lnTo>
                  <a:cubicBezTo>
                    <a:pt x="1" y="6751"/>
                    <a:pt x="97" y="6876"/>
                    <a:pt x="231" y="6876"/>
                  </a:cubicBezTo>
                  <a:cubicBezTo>
                    <a:pt x="328" y="6876"/>
                    <a:pt x="405" y="6808"/>
                    <a:pt x="433" y="6722"/>
                  </a:cubicBezTo>
                  <a:lnTo>
                    <a:pt x="2058" y="414"/>
                  </a:lnTo>
                  <a:lnTo>
                    <a:pt x="4270" y="414"/>
                  </a:lnTo>
                  <a:cubicBezTo>
                    <a:pt x="4539" y="414"/>
                    <a:pt x="4539" y="0"/>
                    <a:pt x="4270"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6" name="Google Shape;13766;p65"/>
            <p:cNvSpPr/>
            <p:nvPr/>
          </p:nvSpPr>
          <p:spPr>
            <a:xfrm>
              <a:off x="6288369" y="1614561"/>
              <a:ext cx="189487" cy="247318"/>
            </a:xfrm>
            <a:custGeom>
              <a:avLst/>
              <a:gdLst/>
              <a:ahLst/>
              <a:cxnLst/>
              <a:rect l="l" t="t" r="r" b="b"/>
              <a:pathLst>
                <a:path w="7251" h="9464" extrusionOk="0">
                  <a:moveTo>
                    <a:pt x="1" y="1"/>
                  </a:moveTo>
                  <a:lnTo>
                    <a:pt x="1029" y="8838"/>
                  </a:lnTo>
                  <a:cubicBezTo>
                    <a:pt x="1078" y="9194"/>
                    <a:pt x="1376" y="9463"/>
                    <a:pt x="1731" y="9463"/>
                  </a:cubicBezTo>
                  <a:lnTo>
                    <a:pt x="5520" y="9463"/>
                  </a:lnTo>
                  <a:cubicBezTo>
                    <a:pt x="5876" y="9463"/>
                    <a:pt x="6184" y="9194"/>
                    <a:pt x="6222" y="8838"/>
                  </a:cubicBezTo>
                  <a:lnTo>
                    <a:pt x="7251" y="1"/>
                  </a:ln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7" name="Google Shape;13767;p65"/>
            <p:cNvSpPr/>
            <p:nvPr/>
          </p:nvSpPr>
          <p:spPr>
            <a:xfrm>
              <a:off x="6314005" y="1614561"/>
              <a:ext cx="163851" cy="247318"/>
            </a:xfrm>
            <a:custGeom>
              <a:avLst/>
              <a:gdLst/>
              <a:ahLst/>
              <a:cxnLst/>
              <a:rect l="l" t="t" r="r" b="b"/>
              <a:pathLst>
                <a:path w="6270" h="9464" extrusionOk="0">
                  <a:moveTo>
                    <a:pt x="4828" y="1"/>
                  </a:moveTo>
                  <a:lnTo>
                    <a:pt x="3789" y="8838"/>
                  </a:lnTo>
                  <a:cubicBezTo>
                    <a:pt x="3779" y="8915"/>
                    <a:pt x="3712" y="8973"/>
                    <a:pt x="3635" y="8973"/>
                  </a:cubicBezTo>
                  <a:lnTo>
                    <a:pt x="702" y="8973"/>
                  </a:lnTo>
                  <a:cubicBezTo>
                    <a:pt x="375" y="8973"/>
                    <a:pt x="87" y="8751"/>
                    <a:pt x="0" y="8434"/>
                  </a:cubicBezTo>
                  <a:lnTo>
                    <a:pt x="0" y="8434"/>
                  </a:lnTo>
                  <a:lnTo>
                    <a:pt x="48" y="8838"/>
                  </a:lnTo>
                  <a:cubicBezTo>
                    <a:pt x="97" y="9194"/>
                    <a:pt x="395" y="9463"/>
                    <a:pt x="750" y="9463"/>
                  </a:cubicBezTo>
                  <a:lnTo>
                    <a:pt x="4539" y="9463"/>
                  </a:lnTo>
                  <a:cubicBezTo>
                    <a:pt x="4895" y="9463"/>
                    <a:pt x="5203" y="9194"/>
                    <a:pt x="5241" y="8838"/>
                  </a:cubicBezTo>
                  <a:lnTo>
                    <a:pt x="6270" y="1"/>
                  </a:ln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8" name="Google Shape;13768;p65"/>
            <p:cNvSpPr/>
            <p:nvPr/>
          </p:nvSpPr>
          <p:spPr>
            <a:xfrm>
              <a:off x="6326313" y="1614561"/>
              <a:ext cx="43746" cy="247318"/>
            </a:xfrm>
            <a:custGeom>
              <a:avLst/>
              <a:gdLst/>
              <a:ahLst/>
              <a:cxnLst/>
              <a:rect l="l" t="t" r="r" b="b"/>
              <a:pathLst>
                <a:path w="1674" h="9464" extrusionOk="0">
                  <a:moveTo>
                    <a:pt x="1" y="1"/>
                  </a:moveTo>
                  <a:lnTo>
                    <a:pt x="664" y="9463"/>
                  </a:lnTo>
                  <a:lnTo>
                    <a:pt x="1674" y="9463"/>
                  </a:lnTo>
                  <a:lnTo>
                    <a:pt x="1453"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9" name="Google Shape;13769;p65"/>
            <p:cNvSpPr/>
            <p:nvPr/>
          </p:nvSpPr>
          <p:spPr>
            <a:xfrm>
              <a:off x="6326313" y="1614561"/>
              <a:ext cx="43746" cy="247318"/>
            </a:xfrm>
            <a:custGeom>
              <a:avLst/>
              <a:gdLst/>
              <a:ahLst/>
              <a:cxnLst/>
              <a:rect l="l" t="t" r="r" b="b"/>
              <a:pathLst>
                <a:path w="1674" h="9464" extrusionOk="0">
                  <a:moveTo>
                    <a:pt x="1" y="1"/>
                  </a:moveTo>
                  <a:lnTo>
                    <a:pt x="664" y="9463"/>
                  </a:lnTo>
                  <a:lnTo>
                    <a:pt x="1674" y="9463"/>
                  </a:lnTo>
                  <a:lnTo>
                    <a:pt x="1453"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0" name="Google Shape;13770;p65"/>
            <p:cNvSpPr/>
            <p:nvPr/>
          </p:nvSpPr>
          <p:spPr>
            <a:xfrm>
              <a:off x="6396427" y="1614561"/>
              <a:ext cx="43746" cy="247318"/>
            </a:xfrm>
            <a:custGeom>
              <a:avLst/>
              <a:gdLst/>
              <a:ahLst/>
              <a:cxnLst/>
              <a:rect l="l" t="t" r="r" b="b"/>
              <a:pathLst>
                <a:path w="1674" h="9464" extrusionOk="0">
                  <a:moveTo>
                    <a:pt x="222" y="1"/>
                  </a:moveTo>
                  <a:lnTo>
                    <a:pt x="0" y="9463"/>
                  </a:lnTo>
                  <a:lnTo>
                    <a:pt x="1010" y="9463"/>
                  </a:lnTo>
                  <a:lnTo>
                    <a:pt x="1674"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1" name="Google Shape;13771;p65"/>
            <p:cNvSpPr/>
            <p:nvPr/>
          </p:nvSpPr>
          <p:spPr>
            <a:xfrm>
              <a:off x="6396427" y="1614561"/>
              <a:ext cx="43746" cy="247318"/>
            </a:xfrm>
            <a:custGeom>
              <a:avLst/>
              <a:gdLst/>
              <a:ahLst/>
              <a:cxnLst/>
              <a:rect l="l" t="t" r="r" b="b"/>
              <a:pathLst>
                <a:path w="1674" h="9464" extrusionOk="0">
                  <a:moveTo>
                    <a:pt x="1674" y="1"/>
                  </a:moveTo>
                  <a:lnTo>
                    <a:pt x="635" y="8838"/>
                  </a:lnTo>
                  <a:cubicBezTo>
                    <a:pt x="625" y="8915"/>
                    <a:pt x="558" y="8973"/>
                    <a:pt x="481" y="8973"/>
                  </a:cubicBezTo>
                  <a:lnTo>
                    <a:pt x="10" y="8973"/>
                  </a:lnTo>
                  <a:lnTo>
                    <a:pt x="0" y="9463"/>
                  </a:lnTo>
                  <a:lnTo>
                    <a:pt x="1010" y="9463"/>
                  </a:lnTo>
                  <a:lnTo>
                    <a:pt x="1674" y="1"/>
                  </a:ln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2" name="Google Shape;13772;p65"/>
            <p:cNvSpPr/>
            <p:nvPr/>
          </p:nvSpPr>
          <p:spPr>
            <a:xfrm>
              <a:off x="6299919" y="1575624"/>
              <a:ext cx="166647" cy="33450"/>
            </a:xfrm>
            <a:custGeom>
              <a:avLst/>
              <a:gdLst/>
              <a:ahLst/>
              <a:cxnLst/>
              <a:rect l="l" t="t" r="r" b="b"/>
              <a:pathLst>
                <a:path w="6377" h="1280" extrusionOk="0">
                  <a:moveTo>
                    <a:pt x="607" y="0"/>
                  </a:moveTo>
                  <a:cubicBezTo>
                    <a:pt x="443" y="0"/>
                    <a:pt x="309" y="97"/>
                    <a:pt x="270" y="250"/>
                  </a:cubicBezTo>
                  <a:lnTo>
                    <a:pt x="1" y="1279"/>
                  </a:lnTo>
                  <a:lnTo>
                    <a:pt x="6376" y="1279"/>
                  </a:lnTo>
                  <a:lnTo>
                    <a:pt x="6097" y="250"/>
                  </a:lnTo>
                  <a:cubicBezTo>
                    <a:pt x="6059" y="97"/>
                    <a:pt x="5924" y="0"/>
                    <a:pt x="5770"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3" name="Google Shape;13773;p65"/>
            <p:cNvSpPr/>
            <p:nvPr/>
          </p:nvSpPr>
          <p:spPr>
            <a:xfrm>
              <a:off x="6299919" y="1575624"/>
              <a:ext cx="166647" cy="33450"/>
            </a:xfrm>
            <a:custGeom>
              <a:avLst/>
              <a:gdLst/>
              <a:ahLst/>
              <a:cxnLst/>
              <a:rect l="l" t="t" r="r" b="b"/>
              <a:pathLst>
                <a:path w="6377" h="1280" extrusionOk="0">
                  <a:moveTo>
                    <a:pt x="4299" y="0"/>
                  </a:moveTo>
                  <a:cubicBezTo>
                    <a:pt x="4453" y="0"/>
                    <a:pt x="4588" y="97"/>
                    <a:pt x="4626" y="250"/>
                  </a:cubicBezTo>
                  <a:lnTo>
                    <a:pt x="4684" y="481"/>
                  </a:lnTo>
                  <a:cubicBezTo>
                    <a:pt x="4742" y="674"/>
                    <a:pt x="4588" y="866"/>
                    <a:pt x="4386" y="875"/>
                  </a:cubicBezTo>
                  <a:lnTo>
                    <a:pt x="107" y="875"/>
                  </a:lnTo>
                  <a:lnTo>
                    <a:pt x="1" y="1279"/>
                  </a:lnTo>
                  <a:lnTo>
                    <a:pt x="6376" y="1279"/>
                  </a:lnTo>
                  <a:lnTo>
                    <a:pt x="6107" y="250"/>
                  </a:lnTo>
                  <a:cubicBezTo>
                    <a:pt x="6059" y="97"/>
                    <a:pt x="5924" y="0"/>
                    <a:pt x="5770" y="0"/>
                  </a:cubicBezTo>
                  <a:close/>
                </a:path>
              </a:pathLst>
            </a:custGeom>
            <a:solidFill>
              <a:srgbClr val="E1E7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4" name="Google Shape;13774;p65"/>
            <p:cNvSpPr/>
            <p:nvPr/>
          </p:nvSpPr>
          <p:spPr>
            <a:xfrm>
              <a:off x="6265764" y="1605781"/>
              <a:ext cx="234983" cy="29425"/>
            </a:xfrm>
            <a:custGeom>
              <a:avLst/>
              <a:gdLst/>
              <a:ahLst/>
              <a:cxnLst/>
              <a:rect l="l" t="t" r="r" b="b"/>
              <a:pathLst>
                <a:path w="8992" h="1126" extrusionOk="0">
                  <a:moveTo>
                    <a:pt x="202" y="0"/>
                  </a:moveTo>
                  <a:cubicBezTo>
                    <a:pt x="87" y="0"/>
                    <a:pt x="0" y="87"/>
                    <a:pt x="0" y="193"/>
                  </a:cubicBezTo>
                  <a:lnTo>
                    <a:pt x="0" y="923"/>
                  </a:lnTo>
                  <a:cubicBezTo>
                    <a:pt x="0" y="1029"/>
                    <a:pt x="87" y="1116"/>
                    <a:pt x="202" y="1125"/>
                  </a:cubicBezTo>
                  <a:lnTo>
                    <a:pt x="8789" y="1125"/>
                  </a:lnTo>
                  <a:cubicBezTo>
                    <a:pt x="8895" y="1125"/>
                    <a:pt x="8991" y="1029"/>
                    <a:pt x="8991" y="923"/>
                  </a:cubicBezTo>
                  <a:lnTo>
                    <a:pt x="8991" y="193"/>
                  </a:lnTo>
                  <a:cubicBezTo>
                    <a:pt x="8991" y="87"/>
                    <a:pt x="8895" y="0"/>
                    <a:pt x="8789"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5" name="Google Shape;13775;p65"/>
            <p:cNvSpPr/>
            <p:nvPr/>
          </p:nvSpPr>
          <p:spPr>
            <a:xfrm>
              <a:off x="6265764" y="1605781"/>
              <a:ext cx="234983" cy="29425"/>
            </a:xfrm>
            <a:custGeom>
              <a:avLst/>
              <a:gdLst/>
              <a:ahLst/>
              <a:cxnLst/>
              <a:rect l="l" t="t" r="r" b="b"/>
              <a:pathLst>
                <a:path w="8992" h="1126" extrusionOk="0">
                  <a:moveTo>
                    <a:pt x="7558" y="0"/>
                  </a:moveTo>
                  <a:lnTo>
                    <a:pt x="7558" y="654"/>
                  </a:lnTo>
                  <a:cubicBezTo>
                    <a:pt x="7558" y="770"/>
                    <a:pt x="7472" y="856"/>
                    <a:pt x="7366" y="856"/>
                  </a:cubicBezTo>
                  <a:lnTo>
                    <a:pt x="0" y="856"/>
                  </a:lnTo>
                  <a:lnTo>
                    <a:pt x="0" y="923"/>
                  </a:lnTo>
                  <a:cubicBezTo>
                    <a:pt x="0" y="1029"/>
                    <a:pt x="87" y="1125"/>
                    <a:pt x="202" y="1125"/>
                  </a:cubicBezTo>
                  <a:lnTo>
                    <a:pt x="8789" y="1125"/>
                  </a:lnTo>
                  <a:cubicBezTo>
                    <a:pt x="8895" y="1125"/>
                    <a:pt x="8991" y="1029"/>
                    <a:pt x="8991" y="923"/>
                  </a:cubicBezTo>
                  <a:lnTo>
                    <a:pt x="8991" y="193"/>
                  </a:lnTo>
                  <a:cubicBezTo>
                    <a:pt x="8991" y="87"/>
                    <a:pt x="8895" y="0"/>
                    <a:pt x="8789" y="0"/>
                  </a:cubicBezTo>
                  <a:close/>
                </a:path>
              </a:pathLst>
            </a:custGeom>
            <a:solidFill>
              <a:srgbClr val="CC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6" name="Google Shape;13776;p65"/>
            <p:cNvSpPr/>
            <p:nvPr/>
          </p:nvSpPr>
          <p:spPr>
            <a:xfrm>
              <a:off x="6325817" y="1708795"/>
              <a:ext cx="113859" cy="78450"/>
            </a:xfrm>
            <a:custGeom>
              <a:avLst/>
              <a:gdLst/>
              <a:ahLst/>
              <a:cxnLst/>
              <a:rect l="l" t="t" r="r" b="b"/>
              <a:pathLst>
                <a:path w="4357" h="3002" extrusionOk="0">
                  <a:moveTo>
                    <a:pt x="2174" y="1"/>
                  </a:moveTo>
                  <a:cubicBezTo>
                    <a:pt x="972" y="1"/>
                    <a:pt x="0" y="674"/>
                    <a:pt x="0" y="1501"/>
                  </a:cubicBezTo>
                  <a:cubicBezTo>
                    <a:pt x="0" y="2328"/>
                    <a:pt x="972" y="3001"/>
                    <a:pt x="2174" y="3001"/>
                  </a:cubicBezTo>
                  <a:cubicBezTo>
                    <a:pt x="3376" y="3001"/>
                    <a:pt x="4356" y="2328"/>
                    <a:pt x="4356" y="1501"/>
                  </a:cubicBezTo>
                  <a:cubicBezTo>
                    <a:pt x="4356" y="674"/>
                    <a:pt x="3376" y="1"/>
                    <a:pt x="2174" y="1"/>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77" name="Google Shape;13777;p65"/>
          <p:cNvGrpSpPr/>
          <p:nvPr/>
        </p:nvGrpSpPr>
        <p:grpSpPr>
          <a:xfrm>
            <a:off x="6192176" y="3217351"/>
            <a:ext cx="360628" cy="238250"/>
            <a:chOff x="6193639" y="3401998"/>
            <a:chExt cx="360628" cy="238250"/>
          </a:xfrm>
        </p:grpSpPr>
        <p:sp>
          <p:nvSpPr>
            <p:cNvPr id="13778" name="Google Shape;13778;p65"/>
            <p:cNvSpPr/>
            <p:nvPr/>
          </p:nvSpPr>
          <p:spPr>
            <a:xfrm>
              <a:off x="6417542" y="3401998"/>
              <a:ext cx="136725" cy="145532"/>
            </a:xfrm>
            <a:custGeom>
              <a:avLst/>
              <a:gdLst/>
              <a:ahLst/>
              <a:cxnLst/>
              <a:rect l="l" t="t" r="r" b="b"/>
              <a:pathLst>
                <a:path w="5232" h="5569" extrusionOk="0">
                  <a:moveTo>
                    <a:pt x="654" y="1"/>
                  </a:moveTo>
                  <a:cubicBezTo>
                    <a:pt x="289" y="1"/>
                    <a:pt x="0" y="289"/>
                    <a:pt x="0" y="655"/>
                  </a:cubicBezTo>
                  <a:lnTo>
                    <a:pt x="0" y="2068"/>
                  </a:lnTo>
                  <a:cubicBezTo>
                    <a:pt x="0" y="2328"/>
                    <a:pt x="212" y="2539"/>
                    <a:pt x="471" y="2539"/>
                  </a:cubicBezTo>
                  <a:cubicBezTo>
                    <a:pt x="731" y="2539"/>
                    <a:pt x="943" y="2328"/>
                    <a:pt x="943" y="2068"/>
                  </a:cubicBezTo>
                  <a:lnTo>
                    <a:pt x="943" y="1482"/>
                  </a:lnTo>
                  <a:lnTo>
                    <a:pt x="3952" y="5568"/>
                  </a:lnTo>
                  <a:lnTo>
                    <a:pt x="5231" y="5568"/>
                  </a:lnTo>
                  <a:lnTo>
                    <a:pt x="5231" y="5030"/>
                  </a:lnTo>
                  <a:cubicBezTo>
                    <a:pt x="5231" y="4761"/>
                    <a:pt x="5125" y="4491"/>
                    <a:pt x="4943" y="4289"/>
                  </a:cubicBezTo>
                  <a:lnTo>
                    <a:pt x="1135" y="203"/>
                  </a:lnTo>
                  <a:cubicBezTo>
                    <a:pt x="1010" y="68"/>
                    <a:pt x="837" y="1"/>
                    <a:pt x="654"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9" name="Google Shape;13779;p65"/>
            <p:cNvSpPr/>
            <p:nvPr/>
          </p:nvSpPr>
          <p:spPr>
            <a:xfrm>
              <a:off x="6429850" y="3421781"/>
              <a:ext cx="118380" cy="125750"/>
            </a:xfrm>
            <a:custGeom>
              <a:avLst/>
              <a:gdLst/>
              <a:ahLst/>
              <a:cxnLst/>
              <a:rect l="l" t="t" r="r" b="b"/>
              <a:pathLst>
                <a:path w="4530" h="4812" extrusionOk="0">
                  <a:moveTo>
                    <a:pt x="244" y="1"/>
                  </a:moveTo>
                  <a:cubicBezTo>
                    <a:pt x="119" y="1"/>
                    <a:pt x="0" y="97"/>
                    <a:pt x="0" y="244"/>
                  </a:cubicBezTo>
                  <a:lnTo>
                    <a:pt x="0" y="1782"/>
                  </a:lnTo>
                  <a:cubicBezTo>
                    <a:pt x="260" y="1782"/>
                    <a:pt x="472" y="1571"/>
                    <a:pt x="472" y="1311"/>
                  </a:cubicBezTo>
                  <a:lnTo>
                    <a:pt x="472" y="725"/>
                  </a:lnTo>
                  <a:lnTo>
                    <a:pt x="3481" y="4811"/>
                  </a:lnTo>
                  <a:lnTo>
                    <a:pt x="4529" y="4811"/>
                  </a:lnTo>
                  <a:lnTo>
                    <a:pt x="423" y="80"/>
                  </a:lnTo>
                  <a:cubicBezTo>
                    <a:pt x="372" y="25"/>
                    <a:pt x="307" y="1"/>
                    <a:pt x="244"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0" name="Google Shape;13780;p65"/>
            <p:cNvSpPr/>
            <p:nvPr/>
          </p:nvSpPr>
          <p:spPr>
            <a:xfrm>
              <a:off x="6193639" y="3401998"/>
              <a:ext cx="136725" cy="145532"/>
            </a:xfrm>
            <a:custGeom>
              <a:avLst/>
              <a:gdLst/>
              <a:ahLst/>
              <a:cxnLst/>
              <a:rect l="l" t="t" r="r" b="b"/>
              <a:pathLst>
                <a:path w="5232" h="5569" extrusionOk="0">
                  <a:moveTo>
                    <a:pt x="4577" y="1"/>
                  </a:moveTo>
                  <a:cubicBezTo>
                    <a:pt x="4395" y="1"/>
                    <a:pt x="4222" y="68"/>
                    <a:pt x="4097" y="203"/>
                  </a:cubicBezTo>
                  <a:lnTo>
                    <a:pt x="289" y="4289"/>
                  </a:lnTo>
                  <a:cubicBezTo>
                    <a:pt x="106" y="4491"/>
                    <a:pt x="0" y="4761"/>
                    <a:pt x="0" y="5030"/>
                  </a:cubicBezTo>
                  <a:lnTo>
                    <a:pt x="0" y="5568"/>
                  </a:lnTo>
                  <a:lnTo>
                    <a:pt x="1279" y="5568"/>
                  </a:lnTo>
                  <a:lnTo>
                    <a:pt x="4289" y="1482"/>
                  </a:lnTo>
                  <a:lnTo>
                    <a:pt x="4289" y="2068"/>
                  </a:lnTo>
                  <a:cubicBezTo>
                    <a:pt x="4289" y="2328"/>
                    <a:pt x="4501" y="2539"/>
                    <a:pt x="4760" y="2539"/>
                  </a:cubicBezTo>
                  <a:cubicBezTo>
                    <a:pt x="5020" y="2539"/>
                    <a:pt x="5231" y="2328"/>
                    <a:pt x="5231" y="2068"/>
                  </a:cubicBezTo>
                  <a:lnTo>
                    <a:pt x="5231" y="655"/>
                  </a:lnTo>
                  <a:cubicBezTo>
                    <a:pt x="5231" y="289"/>
                    <a:pt x="4943" y="1"/>
                    <a:pt x="4577"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1" name="Google Shape;13781;p65"/>
            <p:cNvSpPr/>
            <p:nvPr/>
          </p:nvSpPr>
          <p:spPr>
            <a:xfrm>
              <a:off x="6199910" y="3421781"/>
              <a:ext cx="118380" cy="125750"/>
            </a:xfrm>
            <a:custGeom>
              <a:avLst/>
              <a:gdLst/>
              <a:ahLst/>
              <a:cxnLst/>
              <a:rect l="l" t="t" r="r" b="b"/>
              <a:pathLst>
                <a:path w="4530" h="4812" extrusionOk="0">
                  <a:moveTo>
                    <a:pt x="4280" y="1"/>
                  </a:moveTo>
                  <a:cubicBezTo>
                    <a:pt x="4218" y="1"/>
                    <a:pt x="4155" y="25"/>
                    <a:pt x="4107" y="80"/>
                  </a:cubicBezTo>
                  <a:lnTo>
                    <a:pt x="1" y="4811"/>
                  </a:lnTo>
                  <a:lnTo>
                    <a:pt x="1039" y="4811"/>
                  </a:lnTo>
                  <a:lnTo>
                    <a:pt x="4059" y="715"/>
                  </a:lnTo>
                  <a:lnTo>
                    <a:pt x="4059" y="1311"/>
                  </a:lnTo>
                  <a:cubicBezTo>
                    <a:pt x="4059" y="1571"/>
                    <a:pt x="4270" y="1773"/>
                    <a:pt x="4530" y="1782"/>
                  </a:cubicBezTo>
                  <a:lnTo>
                    <a:pt x="4530" y="244"/>
                  </a:lnTo>
                  <a:cubicBezTo>
                    <a:pt x="4523" y="97"/>
                    <a:pt x="4402" y="1"/>
                    <a:pt x="4280"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2" name="Google Shape;13782;p65"/>
            <p:cNvSpPr/>
            <p:nvPr/>
          </p:nvSpPr>
          <p:spPr>
            <a:xfrm>
              <a:off x="6193639" y="3522365"/>
              <a:ext cx="360628" cy="117884"/>
            </a:xfrm>
            <a:custGeom>
              <a:avLst/>
              <a:gdLst/>
              <a:ahLst/>
              <a:cxnLst/>
              <a:rect l="l" t="t" r="r" b="b"/>
              <a:pathLst>
                <a:path w="13800" h="4511" extrusionOk="0">
                  <a:moveTo>
                    <a:pt x="500" y="1"/>
                  </a:moveTo>
                  <a:cubicBezTo>
                    <a:pt x="221" y="1"/>
                    <a:pt x="0" y="222"/>
                    <a:pt x="0" y="491"/>
                  </a:cubicBezTo>
                  <a:lnTo>
                    <a:pt x="0" y="4020"/>
                  </a:lnTo>
                  <a:cubicBezTo>
                    <a:pt x="0" y="4290"/>
                    <a:pt x="221" y="4511"/>
                    <a:pt x="500" y="4511"/>
                  </a:cubicBezTo>
                  <a:lnTo>
                    <a:pt x="5279" y="4511"/>
                  </a:lnTo>
                  <a:cubicBezTo>
                    <a:pt x="5472" y="4511"/>
                    <a:pt x="5664" y="4434"/>
                    <a:pt x="5808" y="4309"/>
                  </a:cubicBezTo>
                  <a:lnTo>
                    <a:pt x="6905" y="3299"/>
                  </a:lnTo>
                  <a:lnTo>
                    <a:pt x="8001" y="4309"/>
                  </a:lnTo>
                  <a:cubicBezTo>
                    <a:pt x="8145" y="4434"/>
                    <a:pt x="8328" y="4511"/>
                    <a:pt x="8530" y="4511"/>
                  </a:cubicBezTo>
                  <a:lnTo>
                    <a:pt x="13309" y="4511"/>
                  </a:lnTo>
                  <a:cubicBezTo>
                    <a:pt x="13578" y="4511"/>
                    <a:pt x="13799" y="4290"/>
                    <a:pt x="13799" y="4020"/>
                  </a:cubicBezTo>
                  <a:lnTo>
                    <a:pt x="13799" y="491"/>
                  </a:lnTo>
                  <a:cubicBezTo>
                    <a:pt x="13799" y="222"/>
                    <a:pt x="13578" y="1"/>
                    <a:pt x="13309"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3" name="Google Shape;13783;p65"/>
            <p:cNvSpPr/>
            <p:nvPr/>
          </p:nvSpPr>
          <p:spPr>
            <a:xfrm>
              <a:off x="6219510" y="3548001"/>
              <a:ext cx="128938" cy="66377"/>
            </a:xfrm>
            <a:custGeom>
              <a:avLst/>
              <a:gdLst/>
              <a:ahLst/>
              <a:cxnLst/>
              <a:rect l="l" t="t" r="r" b="b"/>
              <a:pathLst>
                <a:path w="4934" h="2540" extrusionOk="0">
                  <a:moveTo>
                    <a:pt x="126" y="1"/>
                  </a:moveTo>
                  <a:cubicBezTo>
                    <a:pt x="58" y="1"/>
                    <a:pt x="1" y="58"/>
                    <a:pt x="1" y="126"/>
                  </a:cubicBezTo>
                  <a:lnTo>
                    <a:pt x="1" y="2424"/>
                  </a:lnTo>
                  <a:cubicBezTo>
                    <a:pt x="10" y="2491"/>
                    <a:pt x="58" y="2539"/>
                    <a:pt x="126" y="2539"/>
                  </a:cubicBezTo>
                  <a:lnTo>
                    <a:pt x="4174" y="2539"/>
                  </a:lnTo>
                  <a:cubicBezTo>
                    <a:pt x="4203" y="2539"/>
                    <a:pt x="4232" y="2530"/>
                    <a:pt x="4251" y="2510"/>
                  </a:cubicBezTo>
                  <a:lnTo>
                    <a:pt x="4895" y="1914"/>
                  </a:lnTo>
                  <a:cubicBezTo>
                    <a:pt x="4915" y="1895"/>
                    <a:pt x="4934" y="1866"/>
                    <a:pt x="4934" y="1828"/>
                  </a:cubicBezTo>
                  <a:lnTo>
                    <a:pt x="4934" y="126"/>
                  </a:lnTo>
                  <a:cubicBezTo>
                    <a:pt x="4934" y="58"/>
                    <a:pt x="4876" y="1"/>
                    <a:pt x="4809" y="1"/>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4" name="Google Shape;13784;p65"/>
            <p:cNvSpPr/>
            <p:nvPr/>
          </p:nvSpPr>
          <p:spPr>
            <a:xfrm>
              <a:off x="6306975" y="3548262"/>
              <a:ext cx="41237" cy="66350"/>
            </a:xfrm>
            <a:custGeom>
              <a:avLst/>
              <a:gdLst/>
              <a:ahLst/>
              <a:cxnLst/>
              <a:rect l="l" t="t" r="r" b="b"/>
              <a:pathLst>
                <a:path w="1578" h="2539" extrusionOk="0">
                  <a:moveTo>
                    <a:pt x="0" y="0"/>
                  </a:moveTo>
                  <a:cubicBezTo>
                    <a:pt x="67" y="0"/>
                    <a:pt x="125" y="48"/>
                    <a:pt x="125" y="116"/>
                  </a:cubicBezTo>
                  <a:lnTo>
                    <a:pt x="125" y="2423"/>
                  </a:lnTo>
                  <a:cubicBezTo>
                    <a:pt x="125" y="2491"/>
                    <a:pt x="67" y="2539"/>
                    <a:pt x="0" y="2539"/>
                  </a:cubicBezTo>
                  <a:lnTo>
                    <a:pt x="817" y="2539"/>
                  </a:lnTo>
                  <a:cubicBezTo>
                    <a:pt x="846" y="2539"/>
                    <a:pt x="875" y="2529"/>
                    <a:pt x="894" y="2510"/>
                  </a:cubicBezTo>
                  <a:lnTo>
                    <a:pt x="1539" y="1914"/>
                  </a:lnTo>
                  <a:cubicBezTo>
                    <a:pt x="1558" y="1895"/>
                    <a:pt x="1577" y="1866"/>
                    <a:pt x="1577" y="1837"/>
                  </a:cubicBezTo>
                  <a:lnTo>
                    <a:pt x="1577" y="116"/>
                  </a:lnTo>
                  <a:cubicBezTo>
                    <a:pt x="1568" y="48"/>
                    <a:pt x="1519" y="0"/>
                    <a:pt x="1462" y="0"/>
                  </a:cubicBezTo>
                  <a:close/>
                </a:path>
              </a:pathLst>
            </a:custGeom>
            <a:solidFill>
              <a:srgbClr val="889C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5" name="Google Shape;13785;p65"/>
            <p:cNvSpPr/>
            <p:nvPr/>
          </p:nvSpPr>
          <p:spPr>
            <a:xfrm>
              <a:off x="6394911" y="3522365"/>
              <a:ext cx="159356" cy="117884"/>
            </a:xfrm>
            <a:custGeom>
              <a:avLst/>
              <a:gdLst/>
              <a:ahLst/>
              <a:cxnLst/>
              <a:rect l="l" t="t" r="r" b="b"/>
              <a:pathLst>
                <a:path w="6098" h="4511" extrusionOk="0">
                  <a:moveTo>
                    <a:pt x="4645" y="1"/>
                  </a:moveTo>
                  <a:lnTo>
                    <a:pt x="4645" y="10"/>
                  </a:lnTo>
                  <a:lnTo>
                    <a:pt x="4645" y="3539"/>
                  </a:lnTo>
                  <a:cubicBezTo>
                    <a:pt x="4645" y="3809"/>
                    <a:pt x="4424" y="4030"/>
                    <a:pt x="4155" y="4030"/>
                  </a:cubicBezTo>
                  <a:lnTo>
                    <a:pt x="1" y="4030"/>
                  </a:lnTo>
                  <a:lnTo>
                    <a:pt x="299" y="4309"/>
                  </a:lnTo>
                  <a:cubicBezTo>
                    <a:pt x="443" y="4434"/>
                    <a:pt x="626" y="4511"/>
                    <a:pt x="828" y="4511"/>
                  </a:cubicBezTo>
                  <a:lnTo>
                    <a:pt x="5607" y="4511"/>
                  </a:lnTo>
                  <a:cubicBezTo>
                    <a:pt x="5876" y="4511"/>
                    <a:pt x="6097" y="4290"/>
                    <a:pt x="6097" y="4020"/>
                  </a:cubicBezTo>
                  <a:lnTo>
                    <a:pt x="6097" y="491"/>
                  </a:lnTo>
                  <a:cubicBezTo>
                    <a:pt x="6097" y="222"/>
                    <a:pt x="5876" y="1"/>
                    <a:pt x="5607"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6" name="Google Shape;13786;p65"/>
            <p:cNvSpPr/>
            <p:nvPr/>
          </p:nvSpPr>
          <p:spPr>
            <a:xfrm>
              <a:off x="6399955" y="3548001"/>
              <a:ext cx="128676" cy="66377"/>
            </a:xfrm>
            <a:custGeom>
              <a:avLst/>
              <a:gdLst/>
              <a:ahLst/>
              <a:cxnLst/>
              <a:rect l="l" t="t" r="r" b="b"/>
              <a:pathLst>
                <a:path w="4924" h="2540" extrusionOk="0">
                  <a:moveTo>
                    <a:pt x="115" y="1"/>
                  </a:moveTo>
                  <a:cubicBezTo>
                    <a:pt x="48" y="1"/>
                    <a:pt x="0" y="58"/>
                    <a:pt x="0" y="126"/>
                  </a:cubicBezTo>
                  <a:lnTo>
                    <a:pt x="0" y="1837"/>
                  </a:lnTo>
                  <a:cubicBezTo>
                    <a:pt x="0" y="1866"/>
                    <a:pt x="10" y="1895"/>
                    <a:pt x="38" y="1914"/>
                  </a:cubicBezTo>
                  <a:lnTo>
                    <a:pt x="683" y="2510"/>
                  </a:lnTo>
                  <a:cubicBezTo>
                    <a:pt x="702" y="2530"/>
                    <a:pt x="731" y="2539"/>
                    <a:pt x="760" y="2539"/>
                  </a:cubicBezTo>
                  <a:lnTo>
                    <a:pt x="4808" y="2539"/>
                  </a:lnTo>
                  <a:cubicBezTo>
                    <a:pt x="4875" y="2539"/>
                    <a:pt x="4923" y="2491"/>
                    <a:pt x="4923" y="2424"/>
                  </a:cubicBezTo>
                  <a:lnTo>
                    <a:pt x="4923" y="126"/>
                  </a:lnTo>
                  <a:cubicBezTo>
                    <a:pt x="4923" y="58"/>
                    <a:pt x="4875" y="1"/>
                    <a:pt x="4808" y="1"/>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7" name="Google Shape;13787;p65"/>
            <p:cNvSpPr/>
            <p:nvPr/>
          </p:nvSpPr>
          <p:spPr>
            <a:xfrm>
              <a:off x="6487394" y="3548262"/>
              <a:ext cx="41237" cy="66350"/>
            </a:xfrm>
            <a:custGeom>
              <a:avLst/>
              <a:gdLst/>
              <a:ahLst/>
              <a:cxnLst/>
              <a:rect l="l" t="t" r="r" b="b"/>
              <a:pathLst>
                <a:path w="1578" h="2539" extrusionOk="0">
                  <a:moveTo>
                    <a:pt x="0" y="0"/>
                  </a:moveTo>
                  <a:cubicBezTo>
                    <a:pt x="68" y="0"/>
                    <a:pt x="125" y="48"/>
                    <a:pt x="125" y="116"/>
                  </a:cubicBezTo>
                  <a:lnTo>
                    <a:pt x="125" y="2423"/>
                  </a:lnTo>
                  <a:cubicBezTo>
                    <a:pt x="125" y="2491"/>
                    <a:pt x="68" y="2539"/>
                    <a:pt x="0" y="2539"/>
                  </a:cubicBezTo>
                  <a:lnTo>
                    <a:pt x="1452" y="2539"/>
                  </a:lnTo>
                  <a:cubicBezTo>
                    <a:pt x="1520" y="2539"/>
                    <a:pt x="1577" y="2491"/>
                    <a:pt x="1577" y="2423"/>
                  </a:cubicBezTo>
                  <a:lnTo>
                    <a:pt x="1577" y="116"/>
                  </a:lnTo>
                  <a:cubicBezTo>
                    <a:pt x="1568" y="48"/>
                    <a:pt x="1520" y="0"/>
                    <a:pt x="1452" y="0"/>
                  </a:cubicBezTo>
                  <a:close/>
                </a:path>
              </a:pathLst>
            </a:custGeom>
            <a:solidFill>
              <a:srgbClr val="546C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8" name="Google Shape;13788;p65"/>
            <p:cNvSpPr/>
            <p:nvPr/>
          </p:nvSpPr>
          <p:spPr>
            <a:xfrm>
              <a:off x="6193874" y="3627652"/>
              <a:ext cx="159356" cy="12596"/>
            </a:xfrm>
            <a:custGeom>
              <a:avLst/>
              <a:gdLst/>
              <a:ahLst/>
              <a:cxnLst/>
              <a:rect l="l" t="t" r="r" b="b"/>
              <a:pathLst>
                <a:path w="6098" h="482" extrusionOk="0">
                  <a:moveTo>
                    <a:pt x="1" y="1"/>
                  </a:moveTo>
                  <a:lnTo>
                    <a:pt x="1" y="1"/>
                  </a:lnTo>
                  <a:cubicBezTo>
                    <a:pt x="10" y="270"/>
                    <a:pt x="232" y="482"/>
                    <a:pt x="491" y="482"/>
                  </a:cubicBezTo>
                  <a:lnTo>
                    <a:pt x="5280" y="482"/>
                  </a:lnTo>
                  <a:cubicBezTo>
                    <a:pt x="5472" y="482"/>
                    <a:pt x="5655" y="414"/>
                    <a:pt x="5799" y="280"/>
                  </a:cubicBezTo>
                  <a:lnTo>
                    <a:pt x="6097" y="10"/>
                  </a:lnTo>
                  <a:lnTo>
                    <a:pt x="1" y="1"/>
                  </a:ln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89" name="Google Shape;13789;p65"/>
          <p:cNvGrpSpPr/>
          <p:nvPr/>
        </p:nvGrpSpPr>
        <p:grpSpPr>
          <a:xfrm>
            <a:off x="5800162" y="1316603"/>
            <a:ext cx="246037" cy="360629"/>
            <a:chOff x="5801625" y="1501251"/>
            <a:chExt cx="246037" cy="360629"/>
          </a:xfrm>
        </p:grpSpPr>
        <p:sp>
          <p:nvSpPr>
            <p:cNvPr id="13790" name="Google Shape;13790;p65"/>
            <p:cNvSpPr/>
            <p:nvPr/>
          </p:nvSpPr>
          <p:spPr>
            <a:xfrm>
              <a:off x="5872470" y="1548054"/>
              <a:ext cx="10845" cy="307527"/>
            </a:xfrm>
            <a:custGeom>
              <a:avLst/>
              <a:gdLst/>
              <a:ahLst/>
              <a:cxnLst/>
              <a:rect l="l" t="t" r="r" b="b"/>
              <a:pathLst>
                <a:path w="415" h="11768" extrusionOk="0">
                  <a:moveTo>
                    <a:pt x="208" y="0"/>
                  </a:moveTo>
                  <a:cubicBezTo>
                    <a:pt x="104" y="0"/>
                    <a:pt x="1" y="70"/>
                    <a:pt x="1" y="209"/>
                  </a:cubicBezTo>
                  <a:lnTo>
                    <a:pt x="1" y="11556"/>
                  </a:lnTo>
                  <a:cubicBezTo>
                    <a:pt x="1" y="11672"/>
                    <a:pt x="88" y="11768"/>
                    <a:pt x="203" y="11768"/>
                  </a:cubicBezTo>
                  <a:cubicBezTo>
                    <a:pt x="328" y="11768"/>
                    <a:pt x="414" y="11672"/>
                    <a:pt x="414" y="11556"/>
                  </a:cubicBezTo>
                  <a:lnTo>
                    <a:pt x="414" y="209"/>
                  </a:lnTo>
                  <a:cubicBezTo>
                    <a:pt x="414" y="70"/>
                    <a:pt x="311" y="0"/>
                    <a:pt x="208" y="0"/>
                  </a:cubicBezTo>
                  <a:close/>
                </a:path>
              </a:pathLst>
            </a:custGeom>
            <a:solidFill>
              <a:srgbClr val="A7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1" name="Google Shape;13791;p65"/>
            <p:cNvSpPr/>
            <p:nvPr/>
          </p:nvSpPr>
          <p:spPr>
            <a:xfrm>
              <a:off x="5901634" y="1556077"/>
              <a:ext cx="11080" cy="244966"/>
            </a:xfrm>
            <a:custGeom>
              <a:avLst/>
              <a:gdLst/>
              <a:ahLst/>
              <a:cxnLst/>
              <a:rect l="l" t="t" r="r" b="b"/>
              <a:pathLst>
                <a:path w="424" h="9374" extrusionOk="0">
                  <a:moveTo>
                    <a:pt x="212" y="1"/>
                  </a:moveTo>
                  <a:cubicBezTo>
                    <a:pt x="106" y="1"/>
                    <a:pt x="0" y="70"/>
                    <a:pt x="0" y="210"/>
                  </a:cubicBezTo>
                  <a:lnTo>
                    <a:pt x="0" y="9162"/>
                  </a:lnTo>
                  <a:cubicBezTo>
                    <a:pt x="0" y="9278"/>
                    <a:pt x="97" y="9374"/>
                    <a:pt x="212" y="9374"/>
                  </a:cubicBezTo>
                  <a:cubicBezTo>
                    <a:pt x="327" y="9374"/>
                    <a:pt x="424" y="9278"/>
                    <a:pt x="424" y="9162"/>
                  </a:cubicBezTo>
                  <a:lnTo>
                    <a:pt x="424" y="210"/>
                  </a:lnTo>
                  <a:cubicBezTo>
                    <a:pt x="424" y="70"/>
                    <a:pt x="318" y="1"/>
                    <a:pt x="212" y="1"/>
                  </a:cubicBezTo>
                  <a:close/>
                </a:path>
              </a:pathLst>
            </a:custGeom>
            <a:solidFill>
              <a:srgbClr val="A7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2" name="Google Shape;13792;p65"/>
            <p:cNvSpPr/>
            <p:nvPr/>
          </p:nvSpPr>
          <p:spPr>
            <a:xfrm>
              <a:off x="5930772" y="1577688"/>
              <a:ext cx="11080" cy="178380"/>
            </a:xfrm>
            <a:custGeom>
              <a:avLst/>
              <a:gdLst/>
              <a:ahLst/>
              <a:cxnLst/>
              <a:rect l="l" t="t" r="r" b="b"/>
              <a:pathLst>
                <a:path w="424" h="6826" extrusionOk="0">
                  <a:moveTo>
                    <a:pt x="212" y="1"/>
                  </a:moveTo>
                  <a:cubicBezTo>
                    <a:pt x="107" y="1"/>
                    <a:pt x="1" y="70"/>
                    <a:pt x="1" y="210"/>
                  </a:cubicBezTo>
                  <a:lnTo>
                    <a:pt x="1" y="6624"/>
                  </a:lnTo>
                  <a:cubicBezTo>
                    <a:pt x="1" y="6739"/>
                    <a:pt x="97" y="6826"/>
                    <a:pt x="212" y="6826"/>
                  </a:cubicBezTo>
                  <a:cubicBezTo>
                    <a:pt x="328" y="6826"/>
                    <a:pt x="424" y="6739"/>
                    <a:pt x="424" y="6624"/>
                  </a:cubicBezTo>
                  <a:lnTo>
                    <a:pt x="424" y="210"/>
                  </a:lnTo>
                  <a:cubicBezTo>
                    <a:pt x="424" y="70"/>
                    <a:pt x="318" y="1"/>
                    <a:pt x="212" y="1"/>
                  </a:cubicBezTo>
                  <a:close/>
                </a:path>
              </a:pathLst>
            </a:custGeom>
            <a:solidFill>
              <a:srgbClr val="A7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3" name="Google Shape;13793;p65"/>
            <p:cNvSpPr/>
            <p:nvPr/>
          </p:nvSpPr>
          <p:spPr>
            <a:xfrm>
              <a:off x="5960171" y="1611870"/>
              <a:ext cx="10845" cy="107509"/>
            </a:xfrm>
            <a:custGeom>
              <a:avLst/>
              <a:gdLst/>
              <a:ahLst/>
              <a:cxnLst/>
              <a:rect l="l" t="t" r="r" b="b"/>
              <a:pathLst>
                <a:path w="415" h="4114" extrusionOk="0">
                  <a:moveTo>
                    <a:pt x="208" y="1"/>
                  </a:moveTo>
                  <a:cubicBezTo>
                    <a:pt x="104" y="1"/>
                    <a:pt x="1" y="70"/>
                    <a:pt x="1" y="210"/>
                  </a:cubicBezTo>
                  <a:lnTo>
                    <a:pt x="1" y="3912"/>
                  </a:lnTo>
                  <a:cubicBezTo>
                    <a:pt x="1" y="4027"/>
                    <a:pt x="97" y="4114"/>
                    <a:pt x="213" y="4114"/>
                  </a:cubicBezTo>
                  <a:cubicBezTo>
                    <a:pt x="318" y="4114"/>
                    <a:pt x="414" y="4027"/>
                    <a:pt x="414" y="3912"/>
                  </a:cubicBezTo>
                  <a:lnTo>
                    <a:pt x="414" y="210"/>
                  </a:lnTo>
                  <a:cubicBezTo>
                    <a:pt x="414" y="70"/>
                    <a:pt x="311" y="1"/>
                    <a:pt x="208" y="1"/>
                  </a:cubicBezTo>
                  <a:close/>
                </a:path>
              </a:pathLst>
            </a:custGeom>
            <a:solidFill>
              <a:srgbClr val="A7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4" name="Google Shape;13794;p65"/>
            <p:cNvSpPr/>
            <p:nvPr/>
          </p:nvSpPr>
          <p:spPr>
            <a:xfrm>
              <a:off x="5989335" y="1607845"/>
              <a:ext cx="11080" cy="67317"/>
            </a:xfrm>
            <a:custGeom>
              <a:avLst/>
              <a:gdLst/>
              <a:ahLst/>
              <a:cxnLst/>
              <a:rect l="l" t="t" r="r" b="b"/>
              <a:pathLst>
                <a:path w="424" h="2576" extrusionOk="0">
                  <a:moveTo>
                    <a:pt x="212" y="1"/>
                  </a:moveTo>
                  <a:cubicBezTo>
                    <a:pt x="106" y="1"/>
                    <a:pt x="0" y="70"/>
                    <a:pt x="0" y="210"/>
                  </a:cubicBezTo>
                  <a:lnTo>
                    <a:pt x="0" y="2373"/>
                  </a:lnTo>
                  <a:cubicBezTo>
                    <a:pt x="0" y="2489"/>
                    <a:pt x="97" y="2575"/>
                    <a:pt x="212" y="2575"/>
                  </a:cubicBezTo>
                  <a:cubicBezTo>
                    <a:pt x="327" y="2575"/>
                    <a:pt x="424" y="2489"/>
                    <a:pt x="424" y="2373"/>
                  </a:cubicBezTo>
                  <a:lnTo>
                    <a:pt x="424" y="210"/>
                  </a:lnTo>
                  <a:cubicBezTo>
                    <a:pt x="424" y="70"/>
                    <a:pt x="318" y="1"/>
                    <a:pt x="212" y="1"/>
                  </a:cubicBezTo>
                  <a:close/>
                </a:path>
              </a:pathLst>
            </a:custGeom>
            <a:solidFill>
              <a:srgbClr val="A7B8C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5" name="Google Shape;13795;p65"/>
            <p:cNvSpPr/>
            <p:nvPr/>
          </p:nvSpPr>
          <p:spPr>
            <a:xfrm>
              <a:off x="5839805" y="1522366"/>
              <a:ext cx="207858" cy="329452"/>
            </a:xfrm>
            <a:custGeom>
              <a:avLst/>
              <a:gdLst/>
              <a:ahLst/>
              <a:cxnLst/>
              <a:rect l="l" t="t" r="r" b="b"/>
              <a:pathLst>
                <a:path w="7954" h="12607" extrusionOk="0">
                  <a:moveTo>
                    <a:pt x="1413" y="1"/>
                  </a:moveTo>
                  <a:cubicBezTo>
                    <a:pt x="957" y="1"/>
                    <a:pt x="458" y="15"/>
                    <a:pt x="1" y="19"/>
                  </a:cubicBezTo>
                  <a:lnTo>
                    <a:pt x="1" y="1788"/>
                  </a:lnTo>
                  <a:cubicBezTo>
                    <a:pt x="335" y="1785"/>
                    <a:pt x="777" y="1745"/>
                    <a:pt x="1246" y="1745"/>
                  </a:cubicBezTo>
                  <a:cubicBezTo>
                    <a:pt x="2195" y="1745"/>
                    <a:pt x="3249" y="1909"/>
                    <a:pt x="3713" y="2875"/>
                  </a:cubicBezTo>
                  <a:cubicBezTo>
                    <a:pt x="3896" y="3262"/>
                    <a:pt x="4167" y="3928"/>
                    <a:pt x="4986" y="3928"/>
                  </a:cubicBezTo>
                  <a:cubicBezTo>
                    <a:pt x="5285" y="3928"/>
                    <a:pt x="5658" y="3839"/>
                    <a:pt x="6126" y="3615"/>
                  </a:cubicBezTo>
                  <a:cubicBezTo>
                    <a:pt x="6396" y="3490"/>
                    <a:pt x="6624" y="3420"/>
                    <a:pt x="6793" y="3420"/>
                  </a:cubicBezTo>
                  <a:cubicBezTo>
                    <a:pt x="6895" y="3420"/>
                    <a:pt x="6976" y="3446"/>
                    <a:pt x="7030" y="3500"/>
                  </a:cubicBezTo>
                  <a:cubicBezTo>
                    <a:pt x="7174" y="3644"/>
                    <a:pt x="7184" y="3923"/>
                    <a:pt x="6703" y="4481"/>
                  </a:cubicBezTo>
                  <a:cubicBezTo>
                    <a:pt x="6290" y="4962"/>
                    <a:pt x="1597" y="10664"/>
                    <a:pt x="1241" y="12606"/>
                  </a:cubicBezTo>
                  <a:lnTo>
                    <a:pt x="3251" y="12606"/>
                  </a:lnTo>
                  <a:cubicBezTo>
                    <a:pt x="3540" y="10866"/>
                    <a:pt x="4001" y="9452"/>
                    <a:pt x="7184" y="4991"/>
                  </a:cubicBezTo>
                  <a:cubicBezTo>
                    <a:pt x="7819" y="4096"/>
                    <a:pt x="7953" y="3654"/>
                    <a:pt x="7617" y="3125"/>
                  </a:cubicBezTo>
                  <a:cubicBezTo>
                    <a:pt x="7463" y="2885"/>
                    <a:pt x="7203" y="2721"/>
                    <a:pt x="6905" y="2683"/>
                  </a:cubicBezTo>
                  <a:cubicBezTo>
                    <a:pt x="6846" y="2678"/>
                    <a:pt x="6787" y="2675"/>
                    <a:pt x="6727" y="2675"/>
                  </a:cubicBezTo>
                  <a:cubicBezTo>
                    <a:pt x="6432" y="2675"/>
                    <a:pt x="6139" y="2736"/>
                    <a:pt x="5867" y="2856"/>
                  </a:cubicBezTo>
                  <a:cubicBezTo>
                    <a:pt x="5493" y="3008"/>
                    <a:pt x="5224" y="3081"/>
                    <a:pt x="5052" y="3081"/>
                  </a:cubicBezTo>
                  <a:cubicBezTo>
                    <a:pt x="4985" y="3081"/>
                    <a:pt x="4933" y="3070"/>
                    <a:pt x="4895" y="3048"/>
                  </a:cubicBezTo>
                  <a:cubicBezTo>
                    <a:pt x="4761" y="2971"/>
                    <a:pt x="4626" y="2654"/>
                    <a:pt x="4472" y="2260"/>
                  </a:cubicBezTo>
                  <a:cubicBezTo>
                    <a:pt x="4386" y="2038"/>
                    <a:pt x="4280" y="1798"/>
                    <a:pt x="4155" y="1529"/>
                  </a:cubicBezTo>
                  <a:cubicBezTo>
                    <a:pt x="3742" y="615"/>
                    <a:pt x="3136" y="250"/>
                    <a:pt x="2713" y="106"/>
                  </a:cubicBezTo>
                  <a:cubicBezTo>
                    <a:pt x="2449" y="21"/>
                    <a:pt x="1964" y="1"/>
                    <a:pt x="1413"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6" name="Google Shape;13796;p65"/>
            <p:cNvSpPr/>
            <p:nvPr/>
          </p:nvSpPr>
          <p:spPr>
            <a:xfrm>
              <a:off x="5839805" y="1542383"/>
              <a:ext cx="199809" cy="309435"/>
            </a:xfrm>
            <a:custGeom>
              <a:avLst/>
              <a:gdLst/>
              <a:ahLst/>
              <a:cxnLst/>
              <a:rect l="l" t="t" r="r" b="b"/>
              <a:pathLst>
                <a:path w="7646" h="11841" extrusionOk="0">
                  <a:moveTo>
                    <a:pt x="1071" y="1"/>
                  </a:moveTo>
                  <a:cubicBezTo>
                    <a:pt x="466" y="1"/>
                    <a:pt x="16" y="104"/>
                    <a:pt x="1" y="109"/>
                  </a:cubicBezTo>
                  <a:lnTo>
                    <a:pt x="1" y="1022"/>
                  </a:lnTo>
                  <a:cubicBezTo>
                    <a:pt x="338" y="1019"/>
                    <a:pt x="783" y="979"/>
                    <a:pt x="1252" y="979"/>
                  </a:cubicBezTo>
                  <a:cubicBezTo>
                    <a:pt x="2203" y="979"/>
                    <a:pt x="3256" y="1143"/>
                    <a:pt x="3713" y="2109"/>
                  </a:cubicBezTo>
                  <a:cubicBezTo>
                    <a:pt x="3903" y="2496"/>
                    <a:pt x="4176" y="3162"/>
                    <a:pt x="4992" y="3162"/>
                  </a:cubicBezTo>
                  <a:cubicBezTo>
                    <a:pt x="5290" y="3162"/>
                    <a:pt x="5661" y="3073"/>
                    <a:pt x="6126" y="2849"/>
                  </a:cubicBezTo>
                  <a:cubicBezTo>
                    <a:pt x="6402" y="2724"/>
                    <a:pt x="6629" y="2654"/>
                    <a:pt x="6798" y="2654"/>
                  </a:cubicBezTo>
                  <a:cubicBezTo>
                    <a:pt x="6900" y="2654"/>
                    <a:pt x="6982" y="2680"/>
                    <a:pt x="7040" y="2734"/>
                  </a:cubicBezTo>
                  <a:cubicBezTo>
                    <a:pt x="7184" y="2878"/>
                    <a:pt x="7184" y="3157"/>
                    <a:pt x="6713" y="3715"/>
                  </a:cubicBezTo>
                  <a:cubicBezTo>
                    <a:pt x="6299" y="4196"/>
                    <a:pt x="1597" y="9898"/>
                    <a:pt x="1251" y="11840"/>
                  </a:cubicBezTo>
                  <a:lnTo>
                    <a:pt x="2145" y="11840"/>
                  </a:lnTo>
                  <a:cubicBezTo>
                    <a:pt x="2145" y="11840"/>
                    <a:pt x="3290" y="8023"/>
                    <a:pt x="6896" y="4013"/>
                  </a:cubicBezTo>
                  <a:cubicBezTo>
                    <a:pt x="7444" y="3417"/>
                    <a:pt x="7646" y="2792"/>
                    <a:pt x="7338" y="2523"/>
                  </a:cubicBezTo>
                  <a:cubicBezTo>
                    <a:pt x="7197" y="2396"/>
                    <a:pt x="7030" y="2350"/>
                    <a:pt x="6845" y="2350"/>
                  </a:cubicBezTo>
                  <a:cubicBezTo>
                    <a:pt x="6326" y="2350"/>
                    <a:pt x="5667" y="2720"/>
                    <a:pt x="5049" y="2734"/>
                  </a:cubicBezTo>
                  <a:cubicBezTo>
                    <a:pt x="4963" y="2734"/>
                    <a:pt x="4867" y="2715"/>
                    <a:pt x="4780" y="2667"/>
                  </a:cubicBezTo>
                  <a:cubicBezTo>
                    <a:pt x="4443" y="2446"/>
                    <a:pt x="4184" y="2138"/>
                    <a:pt x="4030" y="1772"/>
                  </a:cubicBezTo>
                  <a:cubicBezTo>
                    <a:pt x="3742" y="1147"/>
                    <a:pt x="3338" y="638"/>
                    <a:pt x="2838" y="378"/>
                  </a:cubicBezTo>
                  <a:cubicBezTo>
                    <a:pt x="2256" y="81"/>
                    <a:pt x="1604" y="1"/>
                    <a:pt x="107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7" name="Google Shape;13797;p65"/>
            <p:cNvSpPr/>
            <p:nvPr/>
          </p:nvSpPr>
          <p:spPr>
            <a:xfrm>
              <a:off x="5826738" y="1530389"/>
              <a:ext cx="24146" cy="313381"/>
            </a:xfrm>
            <a:custGeom>
              <a:avLst/>
              <a:gdLst/>
              <a:ahLst/>
              <a:cxnLst/>
              <a:rect l="l" t="t" r="r" b="b"/>
              <a:pathLst>
                <a:path w="924" h="11992" extrusionOk="0">
                  <a:moveTo>
                    <a:pt x="1" y="1"/>
                  </a:moveTo>
                  <a:lnTo>
                    <a:pt x="1" y="11992"/>
                  </a:lnTo>
                  <a:lnTo>
                    <a:pt x="924" y="11992"/>
                  </a:lnTo>
                  <a:lnTo>
                    <a:pt x="924" y="1"/>
                  </a:ln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8" name="Google Shape;13798;p65"/>
            <p:cNvSpPr/>
            <p:nvPr/>
          </p:nvSpPr>
          <p:spPr>
            <a:xfrm>
              <a:off x="5838812" y="1530389"/>
              <a:ext cx="12073" cy="313381"/>
            </a:xfrm>
            <a:custGeom>
              <a:avLst/>
              <a:gdLst/>
              <a:ahLst/>
              <a:cxnLst/>
              <a:rect l="l" t="t" r="r" b="b"/>
              <a:pathLst>
                <a:path w="462" h="11992" extrusionOk="0">
                  <a:moveTo>
                    <a:pt x="0" y="1"/>
                  </a:moveTo>
                  <a:lnTo>
                    <a:pt x="0" y="11992"/>
                  </a:lnTo>
                  <a:lnTo>
                    <a:pt x="462" y="11992"/>
                  </a:lnTo>
                  <a:lnTo>
                    <a:pt x="462" y="1"/>
                  </a:lnTo>
                  <a:close/>
                </a:path>
              </a:pathLst>
            </a:custGeom>
            <a:solidFill>
              <a:srgbClr val="AA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99" name="Google Shape;13799;p65"/>
            <p:cNvSpPr/>
            <p:nvPr/>
          </p:nvSpPr>
          <p:spPr>
            <a:xfrm>
              <a:off x="5818951" y="1541443"/>
              <a:ext cx="39486" cy="17613"/>
            </a:xfrm>
            <a:custGeom>
              <a:avLst/>
              <a:gdLst/>
              <a:ahLst/>
              <a:cxnLst/>
              <a:rect l="l" t="t" r="r" b="b"/>
              <a:pathLst>
                <a:path w="1511" h="674" extrusionOk="0">
                  <a:moveTo>
                    <a:pt x="97" y="1"/>
                  </a:moveTo>
                  <a:cubicBezTo>
                    <a:pt x="49" y="1"/>
                    <a:pt x="1" y="49"/>
                    <a:pt x="1" y="97"/>
                  </a:cubicBezTo>
                  <a:lnTo>
                    <a:pt x="1" y="578"/>
                  </a:lnTo>
                  <a:cubicBezTo>
                    <a:pt x="1" y="635"/>
                    <a:pt x="49" y="674"/>
                    <a:pt x="97" y="674"/>
                  </a:cubicBezTo>
                  <a:lnTo>
                    <a:pt x="1414" y="674"/>
                  </a:lnTo>
                  <a:cubicBezTo>
                    <a:pt x="1472" y="674"/>
                    <a:pt x="1510" y="626"/>
                    <a:pt x="1510" y="578"/>
                  </a:cubicBezTo>
                  <a:lnTo>
                    <a:pt x="1510" y="97"/>
                  </a:lnTo>
                  <a:cubicBezTo>
                    <a:pt x="1510" y="49"/>
                    <a:pt x="1472" y="1"/>
                    <a:pt x="1414"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0" name="Google Shape;13800;p65"/>
            <p:cNvSpPr/>
            <p:nvPr/>
          </p:nvSpPr>
          <p:spPr>
            <a:xfrm>
              <a:off x="5819447" y="1501251"/>
              <a:ext cx="38728" cy="40479"/>
            </a:xfrm>
            <a:custGeom>
              <a:avLst/>
              <a:gdLst/>
              <a:ahLst/>
              <a:cxnLst/>
              <a:rect l="l" t="t" r="r" b="b"/>
              <a:pathLst>
                <a:path w="1482" h="1549" extrusionOk="0">
                  <a:moveTo>
                    <a:pt x="30" y="0"/>
                  </a:moveTo>
                  <a:cubicBezTo>
                    <a:pt x="11" y="0"/>
                    <a:pt x="1" y="19"/>
                    <a:pt x="1" y="39"/>
                  </a:cubicBezTo>
                  <a:lnTo>
                    <a:pt x="241" y="1548"/>
                  </a:lnTo>
                  <a:lnTo>
                    <a:pt x="1232" y="1548"/>
                  </a:lnTo>
                  <a:lnTo>
                    <a:pt x="1472" y="39"/>
                  </a:lnTo>
                  <a:cubicBezTo>
                    <a:pt x="1482" y="19"/>
                    <a:pt x="1463" y="0"/>
                    <a:pt x="1453"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1" name="Google Shape;13801;p65"/>
            <p:cNvSpPr/>
            <p:nvPr/>
          </p:nvSpPr>
          <p:spPr>
            <a:xfrm>
              <a:off x="5818951" y="1780921"/>
              <a:ext cx="39486" cy="17378"/>
            </a:xfrm>
            <a:custGeom>
              <a:avLst/>
              <a:gdLst/>
              <a:ahLst/>
              <a:cxnLst/>
              <a:rect l="l" t="t" r="r" b="b"/>
              <a:pathLst>
                <a:path w="1511" h="665" extrusionOk="0">
                  <a:moveTo>
                    <a:pt x="97" y="1"/>
                  </a:moveTo>
                  <a:cubicBezTo>
                    <a:pt x="49" y="1"/>
                    <a:pt x="1" y="39"/>
                    <a:pt x="1" y="87"/>
                  </a:cubicBezTo>
                  <a:lnTo>
                    <a:pt x="1" y="568"/>
                  </a:lnTo>
                  <a:cubicBezTo>
                    <a:pt x="1" y="626"/>
                    <a:pt x="49" y="664"/>
                    <a:pt x="97" y="664"/>
                  </a:cubicBezTo>
                  <a:lnTo>
                    <a:pt x="1414" y="664"/>
                  </a:lnTo>
                  <a:cubicBezTo>
                    <a:pt x="1472" y="664"/>
                    <a:pt x="1510" y="626"/>
                    <a:pt x="1510" y="568"/>
                  </a:cubicBezTo>
                  <a:lnTo>
                    <a:pt x="1510" y="87"/>
                  </a:lnTo>
                  <a:cubicBezTo>
                    <a:pt x="1510" y="39"/>
                    <a:pt x="1472" y="1"/>
                    <a:pt x="1414"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2" name="Google Shape;13802;p65"/>
            <p:cNvSpPr/>
            <p:nvPr/>
          </p:nvSpPr>
          <p:spPr>
            <a:xfrm>
              <a:off x="5819447" y="1798508"/>
              <a:ext cx="38728" cy="40244"/>
            </a:xfrm>
            <a:custGeom>
              <a:avLst/>
              <a:gdLst/>
              <a:ahLst/>
              <a:cxnLst/>
              <a:rect l="l" t="t" r="r" b="b"/>
              <a:pathLst>
                <a:path w="1482" h="1540" extrusionOk="0">
                  <a:moveTo>
                    <a:pt x="241" y="1"/>
                  </a:moveTo>
                  <a:lnTo>
                    <a:pt x="1" y="1501"/>
                  </a:lnTo>
                  <a:cubicBezTo>
                    <a:pt x="1" y="1520"/>
                    <a:pt x="11" y="1539"/>
                    <a:pt x="30" y="1539"/>
                  </a:cubicBezTo>
                  <a:lnTo>
                    <a:pt x="1453" y="1539"/>
                  </a:lnTo>
                  <a:cubicBezTo>
                    <a:pt x="1463" y="1539"/>
                    <a:pt x="1482" y="1520"/>
                    <a:pt x="1472" y="1501"/>
                  </a:cubicBezTo>
                  <a:lnTo>
                    <a:pt x="1232" y="1"/>
                  </a:ln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3" name="Google Shape;13803;p65"/>
            <p:cNvSpPr/>
            <p:nvPr/>
          </p:nvSpPr>
          <p:spPr>
            <a:xfrm>
              <a:off x="5838812" y="1541704"/>
              <a:ext cx="19626" cy="17352"/>
            </a:xfrm>
            <a:custGeom>
              <a:avLst/>
              <a:gdLst/>
              <a:ahLst/>
              <a:cxnLst/>
              <a:rect l="l" t="t" r="r" b="b"/>
              <a:pathLst>
                <a:path w="751" h="664" extrusionOk="0">
                  <a:moveTo>
                    <a:pt x="0" y="0"/>
                  </a:moveTo>
                  <a:lnTo>
                    <a:pt x="0" y="664"/>
                  </a:lnTo>
                  <a:lnTo>
                    <a:pt x="654" y="664"/>
                  </a:lnTo>
                  <a:cubicBezTo>
                    <a:pt x="712" y="664"/>
                    <a:pt x="750" y="625"/>
                    <a:pt x="750" y="568"/>
                  </a:cubicBezTo>
                  <a:lnTo>
                    <a:pt x="750" y="87"/>
                  </a:lnTo>
                  <a:cubicBezTo>
                    <a:pt x="750" y="39"/>
                    <a:pt x="712" y="0"/>
                    <a:pt x="654"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4" name="Google Shape;13804;p65"/>
            <p:cNvSpPr/>
            <p:nvPr/>
          </p:nvSpPr>
          <p:spPr>
            <a:xfrm>
              <a:off x="5838812" y="1780921"/>
              <a:ext cx="19626" cy="17613"/>
            </a:xfrm>
            <a:custGeom>
              <a:avLst/>
              <a:gdLst/>
              <a:ahLst/>
              <a:cxnLst/>
              <a:rect l="l" t="t" r="r" b="b"/>
              <a:pathLst>
                <a:path w="751" h="674" extrusionOk="0">
                  <a:moveTo>
                    <a:pt x="0" y="1"/>
                  </a:moveTo>
                  <a:lnTo>
                    <a:pt x="0" y="674"/>
                  </a:lnTo>
                  <a:lnTo>
                    <a:pt x="654" y="674"/>
                  </a:lnTo>
                  <a:cubicBezTo>
                    <a:pt x="712" y="674"/>
                    <a:pt x="750" y="626"/>
                    <a:pt x="750" y="578"/>
                  </a:cubicBezTo>
                  <a:lnTo>
                    <a:pt x="750" y="97"/>
                  </a:lnTo>
                  <a:cubicBezTo>
                    <a:pt x="750" y="39"/>
                    <a:pt x="712" y="1"/>
                    <a:pt x="65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5" name="Google Shape;13805;p65"/>
            <p:cNvSpPr/>
            <p:nvPr/>
          </p:nvSpPr>
          <p:spPr>
            <a:xfrm>
              <a:off x="5838812" y="1501251"/>
              <a:ext cx="19364" cy="40479"/>
            </a:xfrm>
            <a:custGeom>
              <a:avLst/>
              <a:gdLst/>
              <a:ahLst/>
              <a:cxnLst/>
              <a:rect l="l" t="t" r="r" b="b"/>
              <a:pathLst>
                <a:path w="741" h="1549" extrusionOk="0">
                  <a:moveTo>
                    <a:pt x="0" y="0"/>
                  </a:moveTo>
                  <a:lnTo>
                    <a:pt x="0" y="1548"/>
                  </a:lnTo>
                  <a:lnTo>
                    <a:pt x="491" y="1548"/>
                  </a:lnTo>
                  <a:lnTo>
                    <a:pt x="731" y="39"/>
                  </a:lnTo>
                  <a:cubicBezTo>
                    <a:pt x="741" y="19"/>
                    <a:pt x="731" y="0"/>
                    <a:pt x="71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6" name="Google Shape;13806;p65"/>
            <p:cNvSpPr/>
            <p:nvPr/>
          </p:nvSpPr>
          <p:spPr>
            <a:xfrm>
              <a:off x="5838812" y="1798508"/>
              <a:ext cx="19364" cy="40244"/>
            </a:xfrm>
            <a:custGeom>
              <a:avLst/>
              <a:gdLst/>
              <a:ahLst/>
              <a:cxnLst/>
              <a:rect l="l" t="t" r="r" b="b"/>
              <a:pathLst>
                <a:path w="741" h="1540" extrusionOk="0">
                  <a:moveTo>
                    <a:pt x="0" y="1"/>
                  </a:moveTo>
                  <a:lnTo>
                    <a:pt x="0" y="1539"/>
                  </a:lnTo>
                  <a:lnTo>
                    <a:pt x="712" y="1539"/>
                  </a:lnTo>
                  <a:cubicBezTo>
                    <a:pt x="731" y="1539"/>
                    <a:pt x="741" y="1520"/>
                    <a:pt x="731" y="1501"/>
                  </a:cubicBezTo>
                  <a:lnTo>
                    <a:pt x="491" y="1"/>
                  </a:ln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7" name="Google Shape;13807;p65"/>
            <p:cNvSpPr/>
            <p:nvPr/>
          </p:nvSpPr>
          <p:spPr>
            <a:xfrm>
              <a:off x="5801625" y="1837210"/>
              <a:ext cx="141246" cy="24669"/>
            </a:xfrm>
            <a:custGeom>
              <a:avLst/>
              <a:gdLst/>
              <a:ahLst/>
              <a:cxnLst/>
              <a:rect l="l" t="t" r="r" b="b"/>
              <a:pathLst>
                <a:path w="5405" h="944" extrusionOk="0">
                  <a:moveTo>
                    <a:pt x="250" y="1"/>
                  </a:moveTo>
                  <a:cubicBezTo>
                    <a:pt x="106" y="1"/>
                    <a:pt x="0" y="116"/>
                    <a:pt x="0" y="251"/>
                  </a:cubicBezTo>
                  <a:lnTo>
                    <a:pt x="0" y="693"/>
                  </a:lnTo>
                  <a:cubicBezTo>
                    <a:pt x="0" y="828"/>
                    <a:pt x="106" y="943"/>
                    <a:pt x="250" y="943"/>
                  </a:cubicBezTo>
                  <a:lnTo>
                    <a:pt x="5154" y="943"/>
                  </a:lnTo>
                  <a:cubicBezTo>
                    <a:pt x="5289" y="943"/>
                    <a:pt x="5404" y="828"/>
                    <a:pt x="5404" y="693"/>
                  </a:cubicBezTo>
                  <a:lnTo>
                    <a:pt x="5404" y="251"/>
                  </a:lnTo>
                  <a:cubicBezTo>
                    <a:pt x="5404" y="116"/>
                    <a:pt x="5289" y="1"/>
                    <a:pt x="5154"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8" name="Google Shape;13808;p65"/>
            <p:cNvSpPr/>
            <p:nvPr/>
          </p:nvSpPr>
          <p:spPr>
            <a:xfrm>
              <a:off x="5801625" y="1843743"/>
              <a:ext cx="141246" cy="18136"/>
            </a:xfrm>
            <a:custGeom>
              <a:avLst/>
              <a:gdLst/>
              <a:ahLst/>
              <a:cxnLst/>
              <a:rect l="l" t="t" r="r" b="b"/>
              <a:pathLst>
                <a:path w="5405" h="694" extrusionOk="0">
                  <a:moveTo>
                    <a:pt x="0" y="1"/>
                  </a:moveTo>
                  <a:lnTo>
                    <a:pt x="0" y="10"/>
                  </a:lnTo>
                  <a:lnTo>
                    <a:pt x="0" y="443"/>
                  </a:lnTo>
                  <a:cubicBezTo>
                    <a:pt x="0" y="578"/>
                    <a:pt x="116" y="693"/>
                    <a:pt x="250" y="693"/>
                  </a:cubicBezTo>
                  <a:lnTo>
                    <a:pt x="5154" y="693"/>
                  </a:lnTo>
                  <a:cubicBezTo>
                    <a:pt x="5289" y="693"/>
                    <a:pt x="5404" y="578"/>
                    <a:pt x="5404" y="443"/>
                  </a:cubicBezTo>
                  <a:lnTo>
                    <a:pt x="5404" y="10"/>
                  </a:lnTo>
                  <a:cubicBezTo>
                    <a:pt x="5404" y="10"/>
                    <a:pt x="5404" y="1"/>
                    <a:pt x="5404" y="1"/>
                  </a:cubicBezTo>
                  <a:cubicBezTo>
                    <a:pt x="5404" y="135"/>
                    <a:pt x="5289" y="241"/>
                    <a:pt x="5154" y="241"/>
                  </a:cubicBezTo>
                  <a:lnTo>
                    <a:pt x="250" y="241"/>
                  </a:lnTo>
                  <a:cubicBezTo>
                    <a:pt x="116" y="241"/>
                    <a:pt x="10" y="135"/>
                    <a:pt x="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09" name="Google Shape;13809;p65"/>
          <p:cNvGrpSpPr/>
          <p:nvPr/>
        </p:nvGrpSpPr>
        <p:grpSpPr>
          <a:xfrm>
            <a:off x="6640218" y="1796814"/>
            <a:ext cx="352083" cy="360864"/>
            <a:chOff x="6641680" y="1981462"/>
            <a:chExt cx="352083" cy="360864"/>
          </a:xfrm>
        </p:grpSpPr>
        <p:sp>
          <p:nvSpPr>
            <p:cNvPr id="13810" name="Google Shape;13810;p65"/>
            <p:cNvSpPr/>
            <p:nvPr/>
          </p:nvSpPr>
          <p:spPr>
            <a:xfrm>
              <a:off x="6641680" y="1981462"/>
              <a:ext cx="351848" cy="351587"/>
            </a:xfrm>
            <a:custGeom>
              <a:avLst/>
              <a:gdLst/>
              <a:ahLst/>
              <a:cxnLst/>
              <a:rect l="l" t="t" r="r" b="b"/>
              <a:pathLst>
                <a:path w="13464" h="13454" extrusionOk="0">
                  <a:moveTo>
                    <a:pt x="5222" y="0"/>
                  </a:moveTo>
                  <a:cubicBezTo>
                    <a:pt x="2337" y="0"/>
                    <a:pt x="1" y="2347"/>
                    <a:pt x="1" y="5231"/>
                  </a:cubicBezTo>
                  <a:lnTo>
                    <a:pt x="1" y="13232"/>
                  </a:lnTo>
                  <a:cubicBezTo>
                    <a:pt x="1" y="13357"/>
                    <a:pt x="97" y="13453"/>
                    <a:pt x="222" y="13453"/>
                  </a:cubicBezTo>
                  <a:lnTo>
                    <a:pt x="13242" y="13453"/>
                  </a:lnTo>
                  <a:cubicBezTo>
                    <a:pt x="13367" y="13453"/>
                    <a:pt x="13463" y="13357"/>
                    <a:pt x="13463" y="13232"/>
                  </a:cubicBezTo>
                  <a:lnTo>
                    <a:pt x="13463" y="9155"/>
                  </a:lnTo>
                  <a:cubicBezTo>
                    <a:pt x="13463" y="8385"/>
                    <a:pt x="12838" y="7770"/>
                    <a:pt x="12078" y="7770"/>
                  </a:cubicBezTo>
                  <a:lnTo>
                    <a:pt x="11838" y="7770"/>
                  </a:lnTo>
                  <a:cubicBezTo>
                    <a:pt x="11069" y="7760"/>
                    <a:pt x="10453" y="7145"/>
                    <a:pt x="10453" y="6376"/>
                  </a:cubicBezTo>
                  <a:lnTo>
                    <a:pt x="10453" y="5231"/>
                  </a:lnTo>
                  <a:cubicBezTo>
                    <a:pt x="10453" y="2347"/>
                    <a:pt x="8107" y="0"/>
                    <a:pt x="5222" y="0"/>
                  </a:cubicBez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1" name="Google Shape;13811;p65"/>
            <p:cNvSpPr/>
            <p:nvPr/>
          </p:nvSpPr>
          <p:spPr>
            <a:xfrm>
              <a:off x="6759041" y="1981462"/>
              <a:ext cx="234722" cy="351587"/>
            </a:xfrm>
            <a:custGeom>
              <a:avLst/>
              <a:gdLst/>
              <a:ahLst/>
              <a:cxnLst/>
              <a:rect l="l" t="t" r="r" b="b"/>
              <a:pathLst>
                <a:path w="8982" h="13454" extrusionOk="0">
                  <a:moveTo>
                    <a:pt x="731" y="0"/>
                  </a:moveTo>
                  <a:cubicBezTo>
                    <a:pt x="491" y="0"/>
                    <a:pt x="241" y="20"/>
                    <a:pt x="0" y="58"/>
                  </a:cubicBezTo>
                  <a:cubicBezTo>
                    <a:pt x="2577" y="414"/>
                    <a:pt x="4501" y="2625"/>
                    <a:pt x="4501" y="5222"/>
                  </a:cubicBezTo>
                  <a:lnTo>
                    <a:pt x="4501" y="7732"/>
                  </a:lnTo>
                  <a:cubicBezTo>
                    <a:pt x="4501" y="8357"/>
                    <a:pt x="5010" y="8876"/>
                    <a:pt x="5645" y="8876"/>
                  </a:cubicBezTo>
                  <a:lnTo>
                    <a:pt x="6385" y="8876"/>
                  </a:lnTo>
                  <a:cubicBezTo>
                    <a:pt x="7010" y="8876"/>
                    <a:pt x="7530" y="9386"/>
                    <a:pt x="7530" y="10020"/>
                  </a:cubicBezTo>
                  <a:lnTo>
                    <a:pt x="7530" y="13222"/>
                  </a:lnTo>
                  <a:cubicBezTo>
                    <a:pt x="7530" y="13347"/>
                    <a:pt x="7424" y="13453"/>
                    <a:pt x="7299" y="13453"/>
                  </a:cubicBezTo>
                  <a:lnTo>
                    <a:pt x="8751" y="13453"/>
                  </a:lnTo>
                  <a:cubicBezTo>
                    <a:pt x="8876" y="13453"/>
                    <a:pt x="8982" y="13347"/>
                    <a:pt x="8982" y="13222"/>
                  </a:cubicBezTo>
                  <a:lnTo>
                    <a:pt x="8982" y="9155"/>
                  </a:lnTo>
                  <a:cubicBezTo>
                    <a:pt x="8982" y="8391"/>
                    <a:pt x="8366" y="7770"/>
                    <a:pt x="7605" y="7770"/>
                  </a:cubicBezTo>
                  <a:cubicBezTo>
                    <a:pt x="7599" y="7770"/>
                    <a:pt x="7593" y="7770"/>
                    <a:pt x="7587" y="7770"/>
                  </a:cubicBezTo>
                  <a:lnTo>
                    <a:pt x="7347" y="7770"/>
                  </a:lnTo>
                  <a:cubicBezTo>
                    <a:pt x="6578" y="7770"/>
                    <a:pt x="5953" y="7145"/>
                    <a:pt x="5953" y="6376"/>
                  </a:cubicBezTo>
                  <a:lnTo>
                    <a:pt x="5953" y="5231"/>
                  </a:lnTo>
                  <a:cubicBezTo>
                    <a:pt x="5953" y="2347"/>
                    <a:pt x="3616" y="10"/>
                    <a:pt x="73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2" name="Google Shape;13812;p65"/>
            <p:cNvSpPr/>
            <p:nvPr/>
          </p:nvSpPr>
          <p:spPr>
            <a:xfrm>
              <a:off x="6641680" y="2266410"/>
              <a:ext cx="352083" cy="66873"/>
            </a:xfrm>
            <a:custGeom>
              <a:avLst/>
              <a:gdLst/>
              <a:ahLst/>
              <a:cxnLst/>
              <a:rect l="l" t="t" r="r" b="b"/>
              <a:pathLst>
                <a:path w="13473" h="2559" extrusionOk="0">
                  <a:moveTo>
                    <a:pt x="1" y="1"/>
                  </a:moveTo>
                  <a:lnTo>
                    <a:pt x="1" y="2318"/>
                  </a:lnTo>
                  <a:cubicBezTo>
                    <a:pt x="1" y="2443"/>
                    <a:pt x="106" y="2549"/>
                    <a:pt x="231" y="2559"/>
                  </a:cubicBezTo>
                  <a:lnTo>
                    <a:pt x="13232" y="2559"/>
                  </a:lnTo>
                  <a:cubicBezTo>
                    <a:pt x="13367" y="2549"/>
                    <a:pt x="13463" y="2443"/>
                    <a:pt x="13473" y="2318"/>
                  </a:cubicBezTo>
                  <a:lnTo>
                    <a:pt x="13473"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3" name="Google Shape;13813;p65"/>
            <p:cNvSpPr/>
            <p:nvPr/>
          </p:nvSpPr>
          <p:spPr>
            <a:xfrm>
              <a:off x="6641680" y="2266410"/>
              <a:ext cx="34469" cy="75915"/>
            </a:xfrm>
            <a:custGeom>
              <a:avLst/>
              <a:gdLst/>
              <a:ahLst/>
              <a:cxnLst/>
              <a:rect l="l" t="t" r="r" b="b"/>
              <a:pathLst>
                <a:path w="1319" h="2905" extrusionOk="0">
                  <a:moveTo>
                    <a:pt x="1" y="1"/>
                  </a:moveTo>
                  <a:lnTo>
                    <a:pt x="1" y="2665"/>
                  </a:lnTo>
                  <a:cubicBezTo>
                    <a:pt x="1" y="2790"/>
                    <a:pt x="106" y="2895"/>
                    <a:pt x="231" y="2905"/>
                  </a:cubicBezTo>
                  <a:lnTo>
                    <a:pt x="1318" y="2905"/>
                  </a:lnTo>
                  <a:lnTo>
                    <a:pt x="131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4" name="Google Shape;13814;p65"/>
            <p:cNvSpPr/>
            <p:nvPr/>
          </p:nvSpPr>
          <p:spPr>
            <a:xfrm>
              <a:off x="6659032" y="2266410"/>
              <a:ext cx="17117" cy="75680"/>
            </a:xfrm>
            <a:custGeom>
              <a:avLst/>
              <a:gdLst/>
              <a:ahLst/>
              <a:cxnLst/>
              <a:rect l="l" t="t" r="r" b="b"/>
              <a:pathLst>
                <a:path w="655" h="2896" extrusionOk="0">
                  <a:moveTo>
                    <a:pt x="0" y="1"/>
                  </a:moveTo>
                  <a:lnTo>
                    <a:pt x="0" y="2895"/>
                  </a:lnTo>
                  <a:lnTo>
                    <a:pt x="654" y="2895"/>
                  </a:lnTo>
                  <a:lnTo>
                    <a:pt x="654"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5" name="Google Shape;13815;p65"/>
            <p:cNvSpPr/>
            <p:nvPr/>
          </p:nvSpPr>
          <p:spPr>
            <a:xfrm>
              <a:off x="6959060" y="2266410"/>
              <a:ext cx="34469" cy="75680"/>
            </a:xfrm>
            <a:custGeom>
              <a:avLst/>
              <a:gdLst/>
              <a:ahLst/>
              <a:cxnLst/>
              <a:rect l="l" t="t" r="r" b="b"/>
              <a:pathLst>
                <a:path w="1319" h="2896" extrusionOk="0">
                  <a:moveTo>
                    <a:pt x="1" y="1"/>
                  </a:moveTo>
                  <a:lnTo>
                    <a:pt x="1" y="2895"/>
                  </a:lnTo>
                  <a:lnTo>
                    <a:pt x="1087" y="2895"/>
                  </a:lnTo>
                  <a:cubicBezTo>
                    <a:pt x="1212" y="2895"/>
                    <a:pt x="1318" y="2790"/>
                    <a:pt x="1318" y="2665"/>
                  </a:cubicBezTo>
                  <a:lnTo>
                    <a:pt x="131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6" name="Google Shape;13816;p65"/>
            <p:cNvSpPr/>
            <p:nvPr/>
          </p:nvSpPr>
          <p:spPr>
            <a:xfrm>
              <a:off x="6970375" y="2266410"/>
              <a:ext cx="23389" cy="75915"/>
            </a:xfrm>
            <a:custGeom>
              <a:avLst/>
              <a:gdLst/>
              <a:ahLst/>
              <a:cxnLst/>
              <a:rect l="l" t="t" r="r" b="b"/>
              <a:pathLst>
                <a:path w="895" h="2905" extrusionOk="0">
                  <a:moveTo>
                    <a:pt x="231" y="1"/>
                  </a:moveTo>
                  <a:lnTo>
                    <a:pt x="231" y="2665"/>
                  </a:lnTo>
                  <a:cubicBezTo>
                    <a:pt x="231" y="2790"/>
                    <a:pt x="125" y="2895"/>
                    <a:pt x="0" y="2905"/>
                  </a:cubicBezTo>
                  <a:lnTo>
                    <a:pt x="654" y="2905"/>
                  </a:lnTo>
                  <a:cubicBezTo>
                    <a:pt x="779" y="2895"/>
                    <a:pt x="885" y="2790"/>
                    <a:pt x="895" y="2665"/>
                  </a:cubicBezTo>
                  <a:lnTo>
                    <a:pt x="895"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7" name="Google Shape;13817;p65"/>
            <p:cNvSpPr/>
            <p:nvPr/>
          </p:nvSpPr>
          <p:spPr>
            <a:xfrm>
              <a:off x="6676123" y="2259146"/>
              <a:ext cx="28406" cy="73903"/>
            </a:xfrm>
            <a:custGeom>
              <a:avLst/>
              <a:gdLst/>
              <a:ahLst/>
              <a:cxnLst/>
              <a:rect l="l" t="t" r="r" b="b"/>
              <a:pathLst>
                <a:path w="1087" h="2828" extrusionOk="0">
                  <a:moveTo>
                    <a:pt x="0" y="0"/>
                  </a:moveTo>
                  <a:lnTo>
                    <a:pt x="0" y="2827"/>
                  </a:lnTo>
                  <a:lnTo>
                    <a:pt x="1087" y="2827"/>
                  </a:lnTo>
                  <a:lnTo>
                    <a:pt x="1087"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8" name="Google Shape;13818;p65"/>
            <p:cNvSpPr/>
            <p:nvPr/>
          </p:nvSpPr>
          <p:spPr>
            <a:xfrm>
              <a:off x="6704503" y="2259146"/>
              <a:ext cx="28171" cy="73903"/>
            </a:xfrm>
            <a:custGeom>
              <a:avLst/>
              <a:gdLst/>
              <a:ahLst/>
              <a:cxnLst/>
              <a:rect l="l" t="t" r="r" b="b"/>
              <a:pathLst>
                <a:path w="1078" h="2828" extrusionOk="0">
                  <a:moveTo>
                    <a:pt x="1" y="0"/>
                  </a:moveTo>
                  <a:lnTo>
                    <a:pt x="1" y="2827"/>
                  </a:lnTo>
                  <a:lnTo>
                    <a:pt x="1078" y="2827"/>
                  </a:lnTo>
                  <a:lnTo>
                    <a:pt x="1078"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9" name="Google Shape;13819;p65"/>
            <p:cNvSpPr/>
            <p:nvPr/>
          </p:nvSpPr>
          <p:spPr>
            <a:xfrm>
              <a:off x="6732648" y="2259146"/>
              <a:ext cx="28432" cy="73903"/>
            </a:xfrm>
            <a:custGeom>
              <a:avLst/>
              <a:gdLst/>
              <a:ahLst/>
              <a:cxnLst/>
              <a:rect l="l" t="t" r="r" b="b"/>
              <a:pathLst>
                <a:path w="1088" h="2828" extrusionOk="0">
                  <a:moveTo>
                    <a:pt x="1" y="0"/>
                  </a:moveTo>
                  <a:lnTo>
                    <a:pt x="1" y="2827"/>
                  </a:lnTo>
                  <a:lnTo>
                    <a:pt x="1087" y="2827"/>
                  </a:lnTo>
                  <a:lnTo>
                    <a:pt x="1087"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0" name="Google Shape;13820;p65"/>
            <p:cNvSpPr/>
            <p:nvPr/>
          </p:nvSpPr>
          <p:spPr>
            <a:xfrm>
              <a:off x="6761054" y="2259146"/>
              <a:ext cx="28406" cy="73903"/>
            </a:xfrm>
            <a:custGeom>
              <a:avLst/>
              <a:gdLst/>
              <a:ahLst/>
              <a:cxnLst/>
              <a:rect l="l" t="t" r="r" b="b"/>
              <a:pathLst>
                <a:path w="1087" h="2828" extrusionOk="0">
                  <a:moveTo>
                    <a:pt x="0" y="0"/>
                  </a:moveTo>
                  <a:lnTo>
                    <a:pt x="0" y="2827"/>
                  </a:lnTo>
                  <a:lnTo>
                    <a:pt x="1087" y="2827"/>
                  </a:lnTo>
                  <a:lnTo>
                    <a:pt x="1087"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1" name="Google Shape;13821;p65"/>
            <p:cNvSpPr/>
            <p:nvPr/>
          </p:nvSpPr>
          <p:spPr>
            <a:xfrm>
              <a:off x="6789433" y="2259146"/>
              <a:ext cx="28171" cy="73903"/>
            </a:xfrm>
            <a:custGeom>
              <a:avLst/>
              <a:gdLst/>
              <a:ahLst/>
              <a:cxnLst/>
              <a:rect l="l" t="t" r="r" b="b"/>
              <a:pathLst>
                <a:path w="1078" h="2828" extrusionOk="0">
                  <a:moveTo>
                    <a:pt x="1" y="0"/>
                  </a:moveTo>
                  <a:lnTo>
                    <a:pt x="1" y="2827"/>
                  </a:lnTo>
                  <a:lnTo>
                    <a:pt x="1078" y="2827"/>
                  </a:lnTo>
                  <a:lnTo>
                    <a:pt x="1078"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2" name="Google Shape;13822;p65"/>
            <p:cNvSpPr/>
            <p:nvPr/>
          </p:nvSpPr>
          <p:spPr>
            <a:xfrm>
              <a:off x="6817578" y="2259146"/>
              <a:ext cx="28432" cy="73903"/>
            </a:xfrm>
            <a:custGeom>
              <a:avLst/>
              <a:gdLst/>
              <a:ahLst/>
              <a:cxnLst/>
              <a:rect l="l" t="t" r="r" b="b"/>
              <a:pathLst>
                <a:path w="1088" h="2828" extrusionOk="0">
                  <a:moveTo>
                    <a:pt x="1" y="0"/>
                  </a:moveTo>
                  <a:lnTo>
                    <a:pt x="1" y="2827"/>
                  </a:lnTo>
                  <a:lnTo>
                    <a:pt x="1087" y="2827"/>
                  </a:lnTo>
                  <a:lnTo>
                    <a:pt x="1087"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3" name="Google Shape;13823;p65"/>
            <p:cNvSpPr/>
            <p:nvPr/>
          </p:nvSpPr>
          <p:spPr>
            <a:xfrm>
              <a:off x="6845984" y="2259146"/>
              <a:ext cx="28171" cy="73903"/>
            </a:xfrm>
            <a:custGeom>
              <a:avLst/>
              <a:gdLst/>
              <a:ahLst/>
              <a:cxnLst/>
              <a:rect l="l" t="t" r="r" b="b"/>
              <a:pathLst>
                <a:path w="1078" h="2828" extrusionOk="0">
                  <a:moveTo>
                    <a:pt x="0" y="0"/>
                  </a:moveTo>
                  <a:lnTo>
                    <a:pt x="0" y="2827"/>
                  </a:lnTo>
                  <a:lnTo>
                    <a:pt x="1077" y="2827"/>
                  </a:lnTo>
                  <a:lnTo>
                    <a:pt x="1077"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4" name="Google Shape;13824;p65"/>
            <p:cNvSpPr/>
            <p:nvPr/>
          </p:nvSpPr>
          <p:spPr>
            <a:xfrm>
              <a:off x="6874129" y="2259146"/>
              <a:ext cx="28432" cy="73903"/>
            </a:xfrm>
            <a:custGeom>
              <a:avLst/>
              <a:gdLst/>
              <a:ahLst/>
              <a:cxnLst/>
              <a:rect l="l" t="t" r="r" b="b"/>
              <a:pathLst>
                <a:path w="1088" h="2828" extrusionOk="0">
                  <a:moveTo>
                    <a:pt x="0" y="0"/>
                  </a:moveTo>
                  <a:lnTo>
                    <a:pt x="0" y="2827"/>
                  </a:lnTo>
                  <a:lnTo>
                    <a:pt x="1087" y="2827"/>
                  </a:lnTo>
                  <a:lnTo>
                    <a:pt x="1087"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5" name="Google Shape;13825;p65"/>
            <p:cNvSpPr/>
            <p:nvPr/>
          </p:nvSpPr>
          <p:spPr>
            <a:xfrm>
              <a:off x="6902535" y="2259146"/>
              <a:ext cx="28406" cy="73903"/>
            </a:xfrm>
            <a:custGeom>
              <a:avLst/>
              <a:gdLst/>
              <a:ahLst/>
              <a:cxnLst/>
              <a:rect l="l" t="t" r="r" b="b"/>
              <a:pathLst>
                <a:path w="1087" h="2828" extrusionOk="0">
                  <a:moveTo>
                    <a:pt x="0" y="0"/>
                  </a:moveTo>
                  <a:lnTo>
                    <a:pt x="0" y="2827"/>
                  </a:lnTo>
                  <a:lnTo>
                    <a:pt x="1087" y="2827"/>
                  </a:lnTo>
                  <a:lnTo>
                    <a:pt x="1087" y="0"/>
                  </a:lnTo>
                  <a:close/>
                </a:path>
              </a:pathLst>
            </a:custGeom>
            <a:solidFill>
              <a:srgbClr val="DDE4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6" name="Google Shape;13826;p65"/>
            <p:cNvSpPr/>
            <p:nvPr/>
          </p:nvSpPr>
          <p:spPr>
            <a:xfrm>
              <a:off x="6930915" y="2259146"/>
              <a:ext cx="28171" cy="73903"/>
            </a:xfrm>
            <a:custGeom>
              <a:avLst/>
              <a:gdLst/>
              <a:ahLst/>
              <a:cxnLst/>
              <a:rect l="l" t="t" r="r" b="b"/>
              <a:pathLst>
                <a:path w="1078" h="2828" extrusionOk="0">
                  <a:moveTo>
                    <a:pt x="1" y="0"/>
                  </a:moveTo>
                  <a:lnTo>
                    <a:pt x="1" y="2827"/>
                  </a:lnTo>
                  <a:lnTo>
                    <a:pt x="1078" y="2827"/>
                  </a:lnTo>
                  <a:lnTo>
                    <a:pt x="1078" y="0"/>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7" name="Google Shape;13827;p65"/>
            <p:cNvSpPr/>
            <p:nvPr/>
          </p:nvSpPr>
          <p:spPr>
            <a:xfrm>
              <a:off x="6694207" y="2259146"/>
              <a:ext cx="20619" cy="38964"/>
            </a:xfrm>
            <a:custGeom>
              <a:avLst/>
              <a:gdLst/>
              <a:ahLst/>
              <a:cxnLst/>
              <a:rect l="l" t="t" r="r" b="b"/>
              <a:pathLst>
                <a:path w="789" h="1491" extrusionOk="0">
                  <a:moveTo>
                    <a:pt x="0" y="0"/>
                  </a:moveTo>
                  <a:lnTo>
                    <a:pt x="0" y="1164"/>
                  </a:lnTo>
                  <a:cubicBezTo>
                    <a:pt x="0" y="1346"/>
                    <a:pt x="145" y="1490"/>
                    <a:pt x="327" y="1490"/>
                  </a:cubicBezTo>
                  <a:lnTo>
                    <a:pt x="462" y="1490"/>
                  </a:lnTo>
                  <a:cubicBezTo>
                    <a:pt x="467" y="1491"/>
                    <a:pt x="473" y="1491"/>
                    <a:pt x="478" y="1491"/>
                  </a:cubicBezTo>
                  <a:cubicBezTo>
                    <a:pt x="653" y="1491"/>
                    <a:pt x="789" y="1341"/>
                    <a:pt x="789" y="1164"/>
                  </a:cubicBezTo>
                  <a:lnTo>
                    <a:pt x="789"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8" name="Google Shape;13828;p65"/>
            <p:cNvSpPr/>
            <p:nvPr/>
          </p:nvSpPr>
          <p:spPr>
            <a:xfrm>
              <a:off x="6699224" y="2259146"/>
              <a:ext cx="15601" cy="39068"/>
            </a:xfrm>
            <a:custGeom>
              <a:avLst/>
              <a:gdLst/>
              <a:ahLst/>
              <a:cxnLst/>
              <a:rect l="l" t="t" r="r" b="b"/>
              <a:pathLst>
                <a:path w="597" h="1495" extrusionOk="0">
                  <a:moveTo>
                    <a:pt x="203" y="0"/>
                  </a:moveTo>
                  <a:lnTo>
                    <a:pt x="203" y="1164"/>
                  </a:lnTo>
                  <a:cubicBezTo>
                    <a:pt x="203" y="1298"/>
                    <a:pt x="126" y="1414"/>
                    <a:pt x="1" y="1471"/>
                  </a:cubicBezTo>
                  <a:cubicBezTo>
                    <a:pt x="36" y="1485"/>
                    <a:pt x="66" y="1494"/>
                    <a:pt x="98" y="1494"/>
                  </a:cubicBezTo>
                  <a:cubicBezTo>
                    <a:pt x="110" y="1494"/>
                    <a:pt x="122" y="1493"/>
                    <a:pt x="135" y="1490"/>
                  </a:cubicBezTo>
                  <a:lnTo>
                    <a:pt x="270" y="1490"/>
                  </a:lnTo>
                  <a:cubicBezTo>
                    <a:pt x="453" y="1490"/>
                    <a:pt x="597" y="1346"/>
                    <a:pt x="597" y="1164"/>
                  </a:cubicBezTo>
                  <a:lnTo>
                    <a:pt x="59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9" name="Google Shape;13829;p65"/>
            <p:cNvSpPr/>
            <p:nvPr/>
          </p:nvSpPr>
          <p:spPr>
            <a:xfrm>
              <a:off x="6750757" y="2259146"/>
              <a:ext cx="20619" cy="38964"/>
            </a:xfrm>
            <a:custGeom>
              <a:avLst/>
              <a:gdLst/>
              <a:ahLst/>
              <a:cxnLst/>
              <a:rect l="l" t="t" r="r" b="b"/>
              <a:pathLst>
                <a:path w="789" h="1491" extrusionOk="0">
                  <a:moveTo>
                    <a:pt x="0" y="0"/>
                  </a:moveTo>
                  <a:lnTo>
                    <a:pt x="0" y="1164"/>
                  </a:lnTo>
                  <a:cubicBezTo>
                    <a:pt x="0" y="1346"/>
                    <a:pt x="144" y="1490"/>
                    <a:pt x="327" y="1490"/>
                  </a:cubicBezTo>
                  <a:lnTo>
                    <a:pt x="462" y="1490"/>
                  </a:lnTo>
                  <a:cubicBezTo>
                    <a:pt x="467" y="1491"/>
                    <a:pt x="472" y="1491"/>
                    <a:pt x="478" y="1491"/>
                  </a:cubicBezTo>
                  <a:cubicBezTo>
                    <a:pt x="653" y="1491"/>
                    <a:pt x="789" y="1341"/>
                    <a:pt x="789" y="1164"/>
                  </a:cubicBezTo>
                  <a:lnTo>
                    <a:pt x="789"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0" name="Google Shape;13830;p65"/>
            <p:cNvSpPr/>
            <p:nvPr/>
          </p:nvSpPr>
          <p:spPr>
            <a:xfrm>
              <a:off x="6807282" y="2259146"/>
              <a:ext cx="20645" cy="38964"/>
            </a:xfrm>
            <a:custGeom>
              <a:avLst/>
              <a:gdLst/>
              <a:ahLst/>
              <a:cxnLst/>
              <a:rect l="l" t="t" r="r" b="b"/>
              <a:pathLst>
                <a:path w="790" h="1491" extrusionOk="0">
                  <a:moveTo>
                    <a:pt x="1" y="0"/>
                  </a:moveTo>
                  <a:lnTo>
                    <a:pt x="1" y="1164"/>
                  </a:lnTo>
                  <a:cubicBezTo>
                    <a:pt x="1" y="1346"/>
                    <a:pt x="145" y="1490"/>
                    <a:pt x="328" y="1490"/>
                  </a:cubicBezTo>
                  <a:lnTo>
                    <a:pt x="462" y="1490"/>
                  </a:lnTo>
                  <a:cubicBezTo>
                    <a:pt x="468" y="1491"/>
                    <a:pt x="473" y="1491"/>
                    <a:pt x="478" y="1491"/>
                  </a:cubicBezTo>
                  <a:cubicBezTo>
                    <a:pt x="653" y="1491"/>
                    <a:pt x="789" y="1341"/>
                    <a:pt x="789" y="1164"/>
                  </a:cubicBezTo>
                  <a:lnTo>
                    <a:pt x="789"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1" name="Google Shape;13831;p65"/>
            <p:cNvSpPr/>
            <p:nvPr/>
          </p:nvSpPr>
          <p:spPr>
            <a:xfrm>
              <a:off x="6863833" y="2259146"/>
              <a:ext cx="20619" cy="38964"/>
            </a:xfrm>
            <a:custGeom>
              <a:avLst/>
              <a:gdLst/>
              <a:ahLst/>
              <a:cxnLst/>
              <a:rect l="l" t="t" r="r" b="b"/>
              <a:pathLst>
                <a:path w="789" h="1491" extrusionOk="0">
                  <a:moveTo>
                    <a:pt x="0" y="0"/>
                  </a:moveTo>
                  <a:lnTo>
                    <a:pt x="0" y="1164"/>
                  </a:lnTo>
                  <a:cubicBezTo>
                    <a:pt x="0" y="1346"/>
                    <a:pt x="154" y="1490"/>
                    <a:pt x="327" y="1490"/>
                  </a:cubicBezTo>
                  <a:lnTo>
                    <a:pt x="462" y="1490"/>
                  </a:lnTo>
                  <a:cubicBezTo>
                    <a:pt x="644" y="1490"/>
                    <a:pt x="789" y="1346"/>
                    <a:pt x="789" y="1164"/>
                  </a:cubicBezTo>
                  <a:lnTo>
                    <a:pt x="789"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2" name="Google Shape;13832;p65"/>
            <p:cNvSpPr/>
            <p:nvPr/>
          </p:nvSpPr>
          <p:spPr>
            <a:xfrm>
              <a:off x="6920619" y="2259146"/>
              <a:ext cx="20619" cy="38964"/>
            </a:xfrm>
            <a:custGeom>
              <a:avLst/>
              <a:gdLst/>
              <a:ahLst/>
              <a:cxnLst/>
              <a:rect l="l" t="t" r="r" b="b"/>
              <a:pathLst>
                <a:path w="789" h="1491" extrusionOk="0">
                  <a:moveTo>
                    <a:pt x="0" y="0"/>
                  </a:moveTo>
                  <a:lnTo>
                    <a:pt x="0" y="1164"/>
                  </a:lnTo>
                  <a:cubicBezTo>
                    <a:pt x="0" y="1346"/>
                    <a:pt x="145" y="1490"/>
                    <a:pt x="327" y="1490"/>
                  </a:cubicBezTo>
                  <a:lnTo>
                    <a:pt x="462" y="1490"/>
                  </a:lnTo>
                  <a:cubicBezTo>
                    <a:pt x="467" y="1491"/>
                    <a:pt x="472" y="1491"/>
                    <a:pt x="477" y="1491"/>
                  </a:cubicBezTo>
                  <a:cubicBezTo>
                    <a:pt x="644" y="1491"/>
                    <a:pt x="789" y="1341"/>
                    <a:pt x="789" y="1164"/>
                  </a:cubicBezTo>
                  <a:lnTo>
                    <a:pt x="789" y="0"/>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3" name="Google Shape;13833;p65"/>
            <p:cNvSpPr/>
            <p:nvPr/>
          </p:nvSpPr>
          <p:spPr>
            <a:xfrm>
              <a:off x="6755775" y="2259146"/>
              <a:ext cx="15601" cy="39068"/>
            </a:xfrm>
            <a:custGeom>
              <a:avLst/>
              <a:gdLst/>
              <a:ahLst/>
              <a:cxnLst/>
              <a:rect l="l" t="t" r="r" b="b"/>
              <a:pathLst>
                <a:path w="597" h="1495" extrusionOk="0">
                  <a:moveTo>
                    <a:pt x="202" y="0"/>
                  </a:moveTo>
                  <a:lnTo>
                    <a:pt x="202" y="1164"/>
                  </a:lnTo>
                  <a:cubicBezTo>
                    <a:pt x="202" y="1298"/>
                    <a:pt x="125" y="1414"/>
                    <a:pt x="0" y="1471"/>
                  </a:cubicBezTo>
                  <a:cubicBezTo>
                    <a:pt x="36" y="1485"/>
                    <a:pt x="66" y="1494"/>
                    <a:pt x="98" y="1494"/>
                  </a:cubicBezTo>
                  <a:cubicBezTo>
                    <a:pt x="110" y="1494"/>
                    <a:pt x="122" y="1493"/>
                    <a:pt x="135" y="1490"/>
                  </a:cubicBezTo>
                  <a:lnTo>
                    <a:pt x="270" y="1490"/>
                  </a:lnTo>
                  <a:cubicBezTo>
                    <a:pt x="452" y="1490"/>
                    <a:pt x="597" y="1346"/>
                    <a:pt x="597" y="1164"/>
                  </a:cubicBezTo>
                  <a:lnTo>
                    <a:pt x="59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4" name="Google Shape;13834;p65"/>
            <p:cNvSpPr/>
            <p:nvPr/>
          </p:nvSpPr>
          <p:spPr>
            <a:xfrm>
              <a:off x="6812561" y="2259146"/>
              <a:ext cx="15366" cy="39068"/>
            </a:xfrm>
            <a:custGeom>
              <a:avLst/>
              <a:gdLst/>
              <a:ahLst/>
              <a:cxnLst/>
              <a:rect l="l" t="t" r="r" b="b"/>
              <a:pathLst>
                <a:path w="588" h="1495" extrusionOk="0">
                  <a:moveTo>
                    <a:pt x="193" y="0"/>
                  </a:moveTo>
                  <a:lnTo>
                    <a:pt x="193" y="1164"/>
                  </a:lnTo>
                  <a:cubicBezTo>
                    <a:pt x="193" y="1298"/>
                    <a:pt x="116" y="1414"/>
                    <a:pt x="1" y="1471"/>
                  </a:cubicBezTo>
                  <a:cubicBezTo>
                    <a:pt x="29" y="1485"/>
                    <a:pt x="57" y="1494"/>
                    <a:pt x="89" y="1494"/>
                  </a:cubicBezTo>
                  <a:cubicBezTo>
                    <a:pt x="100" y="1494"/>
                    <a:pt x="113" y="1493"/>
                    <a:pt x="126" y="1490"/>
                  </a:cubicBezTo>
                  <a:lnTo>
                    <a:pt x="260" y="1490"/>
                  </a:lnTo>
                  <a:cubicBezTo>
                    <a:pt x="266" y="1491"/>
                    <a:pt x="271" y="1491"/>
                    <a:pt x="276" y="1491"/>
                  </a:cubicBezTo>
                  <a:cubicBezTo>
                    <a:pt x="451" y="1491"/>
                    <a:pt x="587" y="1341"/>
                    <a:pt x="587" y="1164"/>
                  </a:cubicBezTo>
                  <a:lnTo>
                    <a:pt x="58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5" name="Google Shape;13835;p65"/>
            <p:cNvSpPr/>
            <p:nvPr/>
          </p:nvSpPr>
          <p:spPr>
            <a:xfrm>
              <a:off x="6869111" y="2259146"/>
              <a:ext cx="15340" cy="39068"/>
            </a:xfrm>
            <a:custGeom>
              <a:avLst/>
              <a:gdLst/>
              <a:ahLst/>
              <a:cxnLst/>
              <a:rect l="l" t="t" r="r" b="b"/>
              <a:pathLst>
                <a:path w="587" h="1495" extrusionOk="0">
                  <a:moveTo>
                    <a:pt x="192" y="0"/>
                  </a:moveTo>
                  <a:lnTo>
                    <a:pt x="192" y="1164"/>
                  </a:lnTo>
                  <a:cubicBezTo>
                    <a:pt x="192" y="1298"/>
                    <a:pt x="116" y="1414"/>
                    <a:pt x="0" y="1471"/>
                  </a:cubicBezTo>
                  <a:cubicBezTo>
                    <a:pt x="28" y="1485"/>
                    <a:pt x="62" y="1494"/>
                    <a:pt x="93" y="1494"/>
                  </a:cubicBezTo>
                  <a:cubicBezTo>
                    <a:pt x="104" y="1494"/>
                    <a:pt x="115" y="1493"/>
                    <a:pt x="125" y="1490"/>
                  </a:cubicBezTo>
                  <a:lnTo>
                    <a:pt x="260" y="1490"/>
                  </a:lnTo>
                  <a:cubicBezTo>
                    <a:pt x="442" y="1490"/>
                    <a:pt x="587" y="1346"/>
                    <a:pt x="587" y="1164"/>
                  </a:cubicBezTo>
                  <a:lnTo>
                    <a:pt x="58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6" name="Google Shape;13836;p65"/>
            <p:cNvSpPr/>
            <p:nvPr/>
          </p:nvSpPr>
          <p:spPr>
            <a:xfrm>
              <a:off x="6925636" y="2259146"/>
              <a:ext cx="15601" cy="39068"/>
            </a:xfrm>
            <a:custGeom>
              <a:avLst/>
              <a:gdLst/>
              <a:ahLst/>
              <a:cxnLst/>
              <a:rect l="l" t="t" r="r" b="b"/>
              <a:pathLst>
                <a:path w="597" h="1495" extrusionOk="0">
                  <a:moveTo>
                    <a:pt x="203" y="0"/>
                  </a:moveTo>
                  <a:lnTo>
                    <a:pt x="203" y="1164"/>
                  </a:lnTo>
                  <a:cubicBezTo>
                    <a:pt x="203" y="1298"/>
                    <a:pt x="126" y="1414"/>
                    <a:pt x="1" y="1471"/>
                  </a:cubicBezTo>
                  <a:cubicBezTo>
                    <a:pt x="29" y="1485"/>
                    <a:pt x="62" y="1494"/>
                    <a:pt x="97" y="1494"/>
                  </a:cubicBezTo>
                  <a:cubicBezTo>
                    <a:pt x="110" y="1494"/>
                    <a:pt x="123" y="1493"/>
                    <a:pt x="135" y="1490"/>
                  </a:cubicBezTo>
                  <a:lnTo>
                    <a:pt x="270" y="1490"/>
                  </a:lnTo>
                  <a:cubicBezTo>
                    <a:pt x="443" y="1490"/>
                    <a:pt x="597" y="1346"/>
                    <a:pt x="597" y="1164"/>
                  </a:cubicBezTo>
                  <a:lnTo>
                    <a:pt x="597"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7" name="Google Shape;13837;p65"/>
            <p:cNvSpPr/>
            <p:nvPr/>
          </p:nvSpPr>
          <p:spPr>
            <a:xfrm>
              <a:off x="6641680" y="2239781"/>
              <a:ext cx="352083" cy="26655"/>
            </a:xfrm>
            <a:custGeom>
              <a:avLst/>
              <a:gdLst/>
              <a:ahLst/>
              <a:cxnLst/>
              <a:rect l="l" t="t" r="r" b="b"/>
              <a:pathLst>
                <a:path w="13473" h="1020" extrusionOk="0">
                  <a:moveTo>
                    <a:pt x="1" y="1"/>
                  </a:moveTo>
                  <a:lnTo>
                    <a:pt x="1" y="1020"/>
                  </a:lnTo>
                  <a:lnTo>
                    <a:pt x="13473" y="1020"/>
                  </a:lnTo>
                  <a:lnTo>
                    <a:pt x="13473"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38" name="Google Shape;13838;p65"/>
          <p:cNvGrpSpPr/>
          <p:nvPr/>
        </p:nvGrpSpPr>
        <p:grpSpPr>
          <a:xfrm>
            <a:off x="7203870" y="1316603"/>
            <a:ext cx="198032" cy="360629"/>
            <a:chOff x="7205332" y="1501251"/>
            <a:chExt cx="198032" cy="360629"/>
          </a:xfrm>
        </p:grpSpPr>
        <p:sp>
          <p:nvSpPr>
            <p:cNvPr id="13839" name="Google Shape;13839;p65"/>
            <p:cNvSpPr/>
            <p:nvPr/>
          </p:nvSpPr>
          <p:spPr>
            <a:xfrm>
              <a:off x="7237005" y="1701766"/>
              <a:ext cx="38467" cy="10845"/>
            </a:xfrm>
            <a:custGeom>
              <a:avLst/>
              <a:gdLst/>
              <a:ahLst/>
              <a:cxnLst/>
              <a:rect l="l" t="t" r="r" b="b"/>
              <a:pathLst>
                <a:path w="1472" h="415" extrusionOk="0">
                  <a:moveTo>
                    <a:pt x="0" y="1"/>
                  </a:moveTo>
                  <a:lnTo>
                    <a:pt x="0" y="414"/>
                  </a:lnTo>
                  <a:lnTo>
                    <a:pt x="1192" y="414"/>
                  </a:lnTo>
                  <a:cubicBezTo>
                    <a:pt x="1471" y="414"/>
                    <a:pt x="1471" y="1"/>
                    <a:pt x="1192"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0" name="Google Shape;13840;p65"/>
            <p:cNvSpPr/>
            <p:nvPr/>
          </p:nvSpPr>
          <p:spPr>
            <a:xfrm>
              <a:off x="7231465" y="1688778"/>
              <a:ext cx="11080" cy="36821"/>
            </a:xfrm>
            <a:custGeom>
              <a:avLst/>
              <a:gdLst/>
              <a:ahLst/>
              <a:cxnLst/>
              <a:rect l="l" t="t" r="r" b="b"/>
              <a:pathLst>
                <a:path w="424" h="1409" extrusionOk="0">
                  <a:moveTo>
                    <a:pt x="212" y="0"/>
                  </a:moveTo>
                  <a:cubicBezTo>
                    <a:pt x="106" y="0"/>
                    <a:pt x="0" y="70"/>
                    <a:pt x="0" y="209"/>
                  </a:cubicBezTo>
                  <a:lnTo>
                    <a:pt x="0" y="1200"/>
                  </a:lnTo>
                  <a:cubicBezTo>
                    <a:pt x="0" y="1339"/>
                    <a:pt x="106" y="1409"/>
                    <a:pt x="212" y="1409"/>
                  </a:cubicBezTo>
                  <a:cubicBezTo>
                    <a:pt x="318" y="1409"/>
                    <a:pt x="424" y="1339"/>
                    <a:pt x="424" y="1200"/>
                  </a:cubicBezTo>
                  <a:lnTo>
                    <a:pt x="424" y="911"/>
                  </a:lnTo>
                  <a:lnTo>
                    <a:pt x="424" y="498"/>
                  </a:lnTo>
                  <a:lnTo>
                    <a:pt x="424" y="209"/>
                  </a:lnTo>
                  <a:cubicBezTo>
                    <a:pt x="424" y="70"/>
                    <a:pt x="318" y="0"/>
                    <a:pt x="21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1" name="Google Shape;13841;p65"/>
            <p:cNvSpPr/>
            <p:nvPr/>
          </p:nvSpPr>
          <p:spPr>
            <a:xfrm>
              <a:off x="7237005" y="1753273"/>
              <a:ext cx="38467" cy="10845"/>
            </a:xfrm>
            <a:custGeom>
              <a:avLst/>
              <a:gdLst/>
              <a:ahLst/>
              <a:cxnLst/>
              <a:rect l="l" t="t" r="r" b="b"/>
              <a:pathLst>
                <a:path w="1472" h="415" extrusionOk="0">
                  <a:moveTo>
                    <a:pt x="0" y="1"/>
                  </a:moveTo>
                  <a:lnTo>
                    <a:pt x="0" y="414"/>
                  </a:lnTo>
                  <a:lnTo>
                    <a:pt x="1192" y="414"/>
                  </a:lnTo>
                  <a:cubicBezTo>
                    <a:pt x="1196" y="415"/>
                    <a:pt x="1199" y="415"/>
                    <a:pt x="1202" y="415"/>
                  </a:cubicBezTo>
                  <a:cubicBezTo>
                    <a:pt x="1471" y="415"/>
                    <a:pt x="1468" y="1"/>
                    <a:pt x="1192"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2" name="Google Shape;13842;p65"/>
            <p:cNvSpPr/>
            <p:nvPr/>
          </p:nvSpPr>
          <p:spPr>
            <a:xfrm>
              <a:off x="7231465" y="1740285"/>
              <a:ext cx="11080" cy="36899"/>
            </a:xfrm>
            <a:custGeom>
              <a:avLst/>
              <a:gdLst/>
              <a:ahLst/>
              <a:cxnLst/>
              <a:rect l="l" t="t" r="r" b="b"/>
              <a:pathLst>
                <a:path w="424" h="1412" extrusionOk="0">
                  <a:moveTo>
                    <a:pt x="212" y="0"/>
                  </a:moveTo>
                  <a:cubicBezTo>
                    <a:pt x="106" y="0"/>
                    <a:pt x="0" y="70"/>
                    <a:pt x="0" y="209"/>
                  </a:cubicBezTo>
                  <a:lnTo>
                    <a:pt x="0" y="1210"/>
                  </a:lnTo>
                  <a:cubicBezTo>
                    <a:pt x="0" y="1344"/>
                    <a:pt x="106" y="1411"/>
                    <a:pt x="212" y="1411"/>
                  </a:cubicBezTo>
                  <a:cubicBezTo>
                    <a:pt x="318" y="1411"/>
                    <a:pt x="424" y="1344"/>
                    <a:pt x="424" y="1210"/>
                  </a:cubicBezTo>
                  <a:lnTo>
                    <a:pt x="424" y="921"/>
                  </a:lnTo>
                  <a:lnTo>
                    <a:pt x="424" y="498"/>
                  </a:lnTo>
                  <a:lnTo>
                    <a:pt x="424" y="209"/>
                  </a:lnTo>
                  <a:cubicBezTo>
                    <a:pt x="424" y="70"/>
                    <a:pt x="318" y="0"/>
                    <a:pt x="21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3" name="Google Shape;13843;p65"/>
            <p:cNvSpPr/>
            <p:nvPr/>
          </p:nvSpPr>
          <p:spPr>
            <a:xfrm>
              <a:off x="7237005" y="1649997"/>
              <a:ext cx="38467" cy="11080"/>
            </a:xfrm>
            <a:custGeom>
              <a:avLst/>
              <a:gdLst/>
              <a:ahLst/>
              <a:cxnLst/>
              <a:rect l="l" t="t" r="r" b="b"/>
              <a:pathLst>
                <a:path w="1472" h="424" extrusionOk="0">
                  <a:moveTo>
                    <a:pt x="0" y="1"/>
                  </a:moveTo>
                  <a:lnTo>
                    <a:pt x="0" y="424"/>
                  </a:lnTo>
                  <a:lnTo>
                    <a:pt x="1192" y="424"/>
                  </a:lnTo>
                  <a:cubicBezTo>
                    <a:pt x="1471" y="424"/>
                    <a:pt x="1471" y="1"/>
                    <a:pt x="1192"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4" name="Google Shape;13844;p65"/>
            <p:cNvSpPr/>
            <p:nvPr/>
          </p:nvSpPr>
          <p:spPr>
            <a:xfrm>
              <a:off x="7231465" y="1637192"/>
              <a:ext cx="11080" cy="36899"/>
            </a:xfrm>
            <a:custGeom>
              <a:avLst/>
              <a:gdLst/>
              <a:ahLst/>
              <a:cxnLst/>
              <a:rect l="l" t="t" r="r" b="b"/>
              <a:pathLst>
                <a:path w="424" h="1412" extrusionOk="0">
                  <a:moveTo>
                    <a:pt x="212" y="0"/>
                  </a:moveTo>
                  <a:cubicBezTo>
                    <a:pt x="106" y="0"/>
                    <a:pt x="0" y="68"/>
                    <a:pt x="0" y="202"/>
                  </a:cubicBezTo>
                  <a:lnTo>
                    <a:pt x="0" y="1202"/>
                  </a:lnTo>
                  <a:cubicBezTo>
                    <a:pt x="0" y="1342"/>
                    <a:pt x="106" y="1412"/>
                    <a:pt x="212" y="1412"/>
                  </a:cubicBezTo>
                  <a:cubicBezTo>
                    <a:pt x="318" y="1412"/>
                    <a:pt x="424" y="1342"/>
                    <a:pt x="424" y="1202"/>
                  </a:cubicBezTo>
                  <a:lnTo>
                    <a:pt x="424" y="914"/>
                  </a:lnTo>
                  <a:lnTo>
                    <a:pt x="424" y="491"/>
                  </a:lnTo>
                  <a:lnTo>
                    <a:pt x="424" y="202"/>
                  </a:lnTo>
                  <a:cubicBezTo>
                    <a:pt x="424" y="68"/>
                    <a:pt x="318" y="0"/>
                    <a:pt x="21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5" name="Google Shape;13845;p65"/>
            <p:cNvSpPr/>
            <p:nvPr/>
          </p:nvSpPr>
          <p:spPr>
            <a:xfrm>
              <a:off x="7273669" y="1594230"/>
              <a:ext cx="107091" cy="227170"/>
            </a:xfrm>
            <a:custGeom>
              <a:avLst/>
              <a:gdLst/>
              <a:ahLst/>
              <a:cxnLst/>
              <a:rect l="l" t="t" r="r" b="b"/>
              <a:pathLst>
                <a:path w="4098" h="8693" extrusionOk="0">
                  <a:moveTo>
                    <a:pt x="2040" y="1048"/>
                  </a:moveTo>
                  <a:cubicBezTo>
                    <a:pt x="2597" y="1048"/>
                    <a:pt x="3040" y="1490"/>
                    <a:pt x="3040" y="2048"/>
                  </a:cubicBezTo>
                  <a:lnTo>
                    <a:pt x="3040" y="6645"/>
                  </a:lnTo>
                  <a:cubicBezTo>
                    <a:pt x="3059" y="7212"/>
                    <a:pt x="2607" y="7683"/>
                    <a:pt x="2040" y="7683"/>
                  </a:cubicBezTo>
                  <a:cubicBezTo>
                    <a:pt x="1472" y="7683"/>
                    <a:pt x="1020" y="7212"/>
                    <a:pt x="1040" y="6645"/>
                  </a:cubicBezTo>
                  <a:lnTo>
                    <a:pt x="1040" y="2048"/>
                  </a:lnTo>
                  <a:cubicBezTo>
                    <a:pt x="1040" y="1490"/>
                    <a:pt x="1491" y="1048"/>
                    <a:pt x="2040" y="1048"/>
                  </a:cubicBezTo>
                  <a:close/>
                  <a:moveTo>
                    <a:pt x="2049" y="0"/>
                  </a:moveTo>
                  <a:cubicBezTo>
                    <a:pt x="914" y="0"/>
                    <a:pt x="1" y="914"/>
                    <a:pt x="1" y="2048"/>
                  </a:cubicBezTo>
                  <a:lnTo>
                    <a:pt x="1" y="6654"/>
                  </a:lnTo>
                  <a:cubicBezTo>
                    <a:pt x="1" y="7779"/>
                    <a:pt x="914" y="8693"/>
                    <a:pt x="2040" y="8693"/>
                  </a:cubicBezTo>
                  <a:cubicBezTo>
                    <a:pt x="2045" y="8693"/>
                    <a:pt x="2051" y="8693"/>
                    <a:pt x="2057" y="8693"/>
                  </a:cubicBezTo>
                  <a:cubicBezTo>
                    <a:pt x="3184" y="8693"/>
                    <a:pt x="4097" y="7774"/>
                    <a:pt x="4097" y="6645"/>
                  </a:cubicBezTo>
                  <a:lnTo>
                    <a:pt x="4097" y="2048"/>
                  </a:lnTo>
                  <a:cubicBezTo>
                    <a:pt x="4097" y="914"/>
                    <a:pt x="3174" y="0"/>
                    <a:pt x="204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6" name="Google Shape;13846;p65"/>
            <p:cNvSpPr/>
            <p:nvPr/>
          </p:nvSpPr>
          <p:spPr>
            <a:xfrm>
              <a:off x="7280724" y="1601495"/>
              <a:ext cx="92483" cy="212640"/>
            </a:xfrm>
            <a:custGeom>
              <a:avLst/>
              <a:gdLst/>
              <a:ahLst/>
              <a:cxnLst/>
              <a:rect l="l" t="t" r="r" b="b"/>
              <a:pathLst>
                <a:path w="3539" h="8137" extrusionOk="0">
                  <a:moveTo>
                    <a:pt x="1770" y="482"/>
                  </a:moveTo>
                  <a:lnTo>
                    <a:pt x="1770" y="491"/>
                  </a:lnTo>
                  <a:cubicBezTo>
                    <a:pt x="2481" y="491"/>
                    <a:pt x="3049" y="1059"/>
                    <a:pt x="3049" y="1770"/>
                  </a:cubicBezTo>
                  <a:lnTo>
                    <a:pt x="3049" y="6367"/>
                  </a:lnTo>
                  <a:cubicBezTo>
                    <a:pt x="3068" y="7088"/>
                    <a:pt x="2491" y="7684"/>
                    <a:pt x="1770" y="7684"/>
                  </a:cubicBezTo>
                  <a:cubicBezTo>
                    <a:pt x="1048" y="7684"/>
                    <a:pt x="471" y="7088"/>
                    <a:pt x="500" y="6367"/>
                  </a:cubicBezTo>
                  <a:lnTo>
                    <a:pt x="500" y="1770"/>
                  </a:lnTo>
                  <a:cubicBezTo>
                    <a:pt x="491" y="1059"/>
                    <a:pt x="1068" y="482"/>
                    <a:pt x="1770" y="482"/>
                  </a:cubicBezTo>
                  <a:close/>
                  <a:moveTo>
                    <a:pt x="1770" y="1"/>
                  </a:moveTo>
                  <a:cubicBezTo>
                    <a:pt x="789" y="1"/>
                    <a:pt x="0" y="789"/>
                    <a:pt x="0" y="1770"/>
                  </a:cubicBezTo>
                  <a:lnTo>
                    <a:pt x="0" y="6367"/>
                  </a:lnTo>
                  <a:cubicBezTo>
                    <a:pt x="0" y="7348"/>
                    <a:pt x="798" y="8136"/>
                    <a:pt x="1770" y="8136"/>
                  </a:cubicBezTo>
                  <a:cubicBezTo>
                    <a:pt x="2750" y="8136"/>
                    <a:pt x="3539" y="7348"/>
                    <a:pt x="3539" y="6367"/>
                  </a:cubicBezTo>
                  <a:lnTo>
                    <a:pt x="3539" y="1770"/>
                  </a:lnTo>
                  <a:cubicBezTo>
                    <a:pt x="3539" y="789"/>
                    <a:pt x="2750" y="1"/>
                    <a:pt x="1770"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7" name="Google Shape;13847;p65"/>
            <p:cNvSpPr/>
            <p:nvPr/>
          </p:nvSpPr>
          <p:spPr>
            <a:xfrm>
              <a:off x="7219156" y="1515807"/>
              <a:ext cx="136229" cy="332484"/>
            </a:xfrm>
            <a:custGeom>
              <a:avLst/>
              <a:gdLst/>
              <a:ahLst/>
              <a:cxnLst/>
              <a:rect l="l" t="t" r="r" b="b"/>
              <a:pathLst>
                <a:path w="5213" h="12723" extrusionOk="0">
                  <a:moveTo>
                    <a:pt x="0" y="1"/>
                  </a:moveTo>
                  <a:cubicBezTo>
                    <a:pt x="0" y="1"/>
                    <a:pt x="2020" y="1895"/>
                    <a:pt x="2068" y="3703"/>
                  </a:cubicBezTo>
                  <a:lnTo>
                    <a:pt x="2068" y="12723"/>
                  </a:lnTo>
                  <a:lnTo>
                    <a:pt x="3145" y="12723"/>
                  </a:lnTo>
                  <a:lnTo>
                    <a:pt x="3145" y="3703"/>
                  </a:lnTo>
                  <a:cubicBezTo>
                    <a:pt x="3183" y="1895"/>
                    <a:pt x="5212" y="1"/>
                    <a:pt x="5212"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8" name="Google Shape;13848;p65"/>
            <p:cNvSpPr/>
            <p:nvPr/>
          </p:nvSpPr>
          <p:spPr>
            <a:xfrm>
              <a:off x="7286996" y="1515807"/>
              <a:ext cx="68389" cy="332484"/>
            </a:xfrm>
            <a:custGeom>
              <a:avLst/>
              <a:gdLst/>
              <a:ahLst/>
              <a:cxnLst/>
              <a:rect l="l" t="t" r="r" b="b"/>
              <a:pathLst>
                <a:path w="2617" h="12723" extrusionOk="0">
                  <a:moveTo>
                    <a:pt x="943" y="1"/>
                  </a:moveTo>
                  <a:cubicBezTo>
                    <a:pt x="943" y="1"/>
                    <a:pt x="39" y="1895"/>
                    <a:pt x="1" y="3703"/>
                  </a:cubicBezTo>
                  <a:lnTo>
                    <a:pt x="1" y="12723"/>
                  </a:lnTo>
                  <a:lnTo>
                    <a:pt x="549" y="12723"/>
                  </a:lnTo>
                  <a:lnTo>
                    <a:pt x="549" y="3703"/>
                  </a:lnTo>
                  <a:cubicBezTo>
                    <a:pt x="597" y="1895"/>
                    <a:pt x="2616" y="1"/>
                    <a:pt x="2616"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9" name="Google Shape;13849;p65"/>
            <p:cNvSpPr/>
            <p:nvPr/>
          </p:nvSpPr>
          <p:spPr>
            <a:xfrm>
              <a:off x="7208599" y="1501251"/>
              <a:ext cx="157344" cy="25139"/>
            </a:xfrm>
            <a:custGeom>
              <a:avLst/>
              <a:gdLst/>
              <a:ahLst/>
              <a:cxnLst/>
              <a:rect l="l" t="t" r="r" b="b"/>
              <a:pathLst>
                <a:path w="6021" h="962" extrusionOk="0">
                  <a:moveTo>
                    <a:pt x="481" y="0"/>
                  </a:moveTo>
                  <a:cubicBezTo>
                    <a:pt x="212" y="0"/>
                    <a:pt x="0" y="212"/>
                    <a:pt x="0" y="481"/>
                  </a:cubicBezTo>
                  <a:cubicBezTo>
                    <a:pt x="0" y="750"/>
                    <a:pt x="212" y="962"/>
                    <a:pt x="481" y="962"/>
                  </a:cubicBezTo>
                  <a:lnTo>
                    <a:pt x="5539" y="962"/>
                  </a:lnTo>
                  <a:cubicBezTo>
                    <a:pt x="5809" y="962"/>
                    <a:pt x="6020" y="750"/>
                    <a:pt x="6020" y="481"/>
                  </a:cubicBezTo>
                  <a:cubicBezTo>
                    <a:pt x="6020" y="212"/>
                    <a:pt x="5809" y="0"/>
                    <a:pt x="5539"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0" name="Google Shape;13850;p65"/>
            <p:cNvSpPr/>
            <p:nvPr/>
          </p:nvSpPr>
          <p:spPr>
            <a:xfrm>
              <a:off x="7205332" y="1507523"/>
              <a:ext cx="163877" cy="18868"/>
            </a:xfrm>
            <a:custGeom>
              <a:avLst/>
              <a:gdLst/>
              <a:ahLst/>
              <a:cxnLst/>
              <a:rect l="l" t="t" r="r" b="b"/>
              <a:pathLst>
                <a:path w="6271" h="722" extrusionOk="0">
                  <a:moveTo>
                    <a:pt x="183" y="0"/>
                  </a:moveTo>
                  <a:cubicBezTo>
                    <a:pt x="0" y="327"/>
                    <a:pt x="231" y="722"/>
                    <a:pt x="606" y="722"/>
                  </a:cubicBezTo>
                  <a:lnTo>
                    <a:pt x="5664" y="722"/>
                  </a:lnTo>
                  <a:cubicBezTo>
                    <a:pt x="6039" y="722"/>
                    <a:pt x="6270" y="327"/>
                    <a:pt x="6087" y="0"/>
                  </a:cubicBezTo>
                  <a:lnTo>
                    <a:pt x="6087" y="0"/>
                  </a:lnTo>
                  <a:cubicBezTo>
                    <a:pt x="6001" y="154"/>
                    <a:pt x="5837" y="241"/>
                    <a:pt x="5664" y="241"/>
                  </a:cubicBezTo>
                  <a:lnTo>
                    <a:pt x="606" y="241"/>
                  </a:lnTo>
                  <a:cubicBezTo>
                    <a:pt x="433" y="241"/>
                    <a:pt x="270" y="154"/>
                    <a:pt x="183"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1" name="Google Shape;13851;p65"/>
            <p:cNvSpPr/>
            <p:nvPr/>
          </p:nvSpPr>
          <p:spPr>
            <a:xfrm>
              <a:off x="7254592" y="1643725"/>
              <a:ext cx="145767" cy="23650"/>
            </a:xfrm>
            <a:custGeom>
              <a:avLst/>
              <a:gdLst/>
              <a:ahLst/>
              <a:cxnLst/>
              <a:rect l="l" t="t" r="r" b="b"/>
              <a:pathLst>
                <a:path w="5578" h="905" extrusionOk="0">
                  <a:moveTo>
                    <a:pt x="125" y="0"/>
                  </a:moveTo>
                  <a:cubicBezTo>
                    <a:pt x="58" y="0"/>
                    <a:pt x="10" y="48"/>
                    <a:pt x="0" y="116"/>
                  </a:cubicBezTo>
                  <a:lnTo>
                    <a:pt x="0" y="789"/>
                  </a:lnTo>
                  <a:cubicBezTo>
                    <a:pt x="0" y="856"/>
                    <a:pt x="58" y="904"/>
                    <a:pt x="125" y="904"/>
                  </a:cubicBezTo>
                  <a:lnTo>
                    <a:pt x="5116" y="904"/>
                  </a:lnTo>
                  <a:cubicBezTo>
                    <a:pt x="5366" y="904"/>
                    <a:pt x="5577" y="702"/>
                    <a:pt x="5577" y="452"/>
                  </a:cubicBezTo>
                  <a:cubicBezTo>
                    <a:pt x="5577" y="202"/>
                    <a:pt x="5366" y="0"/>
                    <a:pt x="5116"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2" name="Google Shape;13852;p65"/>
            <p:cNvSpPr/>
            <p:nvPr/>
          </p:nvSpPr>
          <p:spPr>
            <a:xfrm>
              <a:off x="7254592" y="1649501"/>
              <a:ext cx="148772" cy="18110"/>
            </a:xfrm>
            <a:custGeom>
              <a:avLst/>
              <a:gdLst/>
              <a:ahLst/>
              <a:cxnLst/>
              <a:rect l="l" t="t" r="r" b="b"/>
              <a:pathLst>
                <a:path w="5693" h="693" extrusionOk="0">
                  <a:moveTo>
                    <a:pt x="5510" y="1"/>
                  </a:moveTo>
                  <a:lnTo>
                    <a:pt x="5510" y="1"/>
                  </a:lnTo>
                  <a:cubicBezTo>
                    <a:pt x="5433" y="145"/>
                    <a:pt x="5279" y="231"/>
                    <a:pt x="5116" y="231"/>
                  </a:cubicBezTo>
                  <a:lnTo>
                    <a:pt x="125" y="231"/>
                  </a:lnTo>
                  <a:cubicBezTo>
                    <a:pt x="58" y="231"/>
                    <a:pt x="0" y="183"/>
                    <a:pt x="0" y="116"/>
                  </a:cubicBezTo>
                  <a:lnTo>
                    <a:pt x="0" y="568"/>
                  </a:lnTo>
                  <a:cubicBezTo>
                    <a:pt x="0" y="635"/>
                    <a:pt x="58" y="693"/>
                    <a:pt x="125" y="693"/>
                  </a:cubicBezTo>
                  <a:lnTo>
                    <a:pt x="5116" y="693"/>
                  </a:lnTo>
                  <a:cubicBezTo>
                    <a:pt x="5472" y="693"/>
                    <a:pt x="5693" y="308"/>
                    <a:pt x="551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3" name="Google Shape;13853;p65"/>
            <p:cNvSpPr/>
            <p:nvPr/>
          </p:nvSpPr>
          <p:spPr>
            <a:xfrm>
              <a:off x="7254592" y="1695232"/>
              <a:ext cx="145506" cy="23911"/>
            </a:xfrm>
            <a:custGeom>
              <a:avLst/>
              <a:gdLst/>
              <a:ahLst/>
              <a:cxnLst/>
              <a:rect l="l" t="t" r="r" b="b"/>
              <a:pathLst>
                <a:path w="5568" h="915" extrusionOk="0">
                  <a:moveTo>
                    <a:pt x="125" y="1"/>
                  </a:moveTo>
                  <a:cubicBezTo>
                    <a:pt x="58" y="1"/>
                    <a:pt x="0" y="49"/>
                    <a:pt x="0" y="116"/>
                  </a:cubicBezTo>
                  <a:lnTo>
                    <a:pt x="0" y="799"/>
                  </a:lnTo>
                  <a:cubicBezTo>
                    <a:pt x="0" y="866"/>
                    <a:pt x="48" y="914"/>
                    <a:pt x="116" y="914"/>
                  </a:cubicBezTo>
                  <a:lnTo>
                    <a:pt x="5116" y="914"/>
                  </a:lnTo>
                  <a:cubicBezTo>
                    <a:pt x="5366" y="914"/>
                    <a:pt x="5568" y="712"/>
                    <a:pt x="5568" y="462"/>
                  </a:cubicBezTo>
                  <a:cubicBezTo>
                    <a:pt x="5568" y="212"/>
                    <a:pt x="5366" y="1"/>
                    <a:pt x="5116"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4" name="Google Shape;13854;p65"/>
            <p:cNvSpPr/>
            <p:nvPr/>
          </p:nvSpPr>
          <p:spPr>
            <a:xfrm>
              <a:off x="7254592" y="1701530"/>
              <a:ext cx="148537" cy="17613"/>
            </a:xfrm>
            <a:custGeom>
              <a:avLst/>
              <a:gdLst/>
              <a:ahLst/>
              <a:cxnLst/>
              <a:rect l="l" t="t" r="r" b="b"/>
              <a:pathLst>
                <a:path w="5684" h="674" extrusionOk="0">
                  <a:moveTo>
                    <a:pt x="5520" y="0"/>
                  </a:moveTo>
                  <a:cubicBezTo>
                    <a:pt x="5433" y="135"/>
                    <a:pt x="5279" y="231"/>
                    <a:pt x="5116" y="231"/>
                  </a:cubicBezTo>
                  <a:lnTo>
                    <a:pt x="125" y="231"/>
                  </a:lnTo>
                  <a:cubicBezTo>
                    <a:pt x="58" y="231"/>
                    <a:pt x="0" y="173"/>
                    <a:pt x="0" y="106"/>
                  </a:cubicBezTo>
                  <a:lnTo>
                    <a:pt x="0" y="548"/>
                  </a:lnTo>
                  <a:cubicBezTo>
                    <a:pt x="0" y="615"/>
                    <a:pt x="58" y="673"/>
                    <a:pt x="125" y="673"/>
                  </a:cubicBezTo>
                  <a:lnTo>
                    <a:pt x="5116" y="673"/>
                  </a:lnTo>
                  <a:cubicBezTo>
                    <a:pt x="5462" y="673"/>
                    <a:pt x="5683" y="298"/>
                    <a:pt x="5520"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5" name="Google Shape;13855;p65"/>
            <p:cNvSpPr/>
            <p:nvPr/>
          </p:nvSpPr>
          <p:spPr>
            <a:xfrm>
              <a:off x="7254592" y="1746740"/>
              <a:ext cx="145767" cy="23911"/>
            </a:xfrm>
            <a:custGeom>
              <a:avLst/>
              <a:gdLst/>
              <a:ahLst/>
              <a:cxnLst/>
              <a:rect l="l" t="t" r="r" b="b"/>
              <a:pathLst>
                <a:path w="5578" h="915" extrusionOk="0">
                  <a:moveTo>
                    <a:pt x="125" y="1"/>
                  </a:moveTo>
                  <a:cubicBezTo>
                    <a:pt x="58" y="1"/>
                    <a:pt x="10" y="59"/>
                    <a:pt x="0" y="126"/>
                  </a:cubicBezTo>
                  <a:lnTo>
                    <a:pt x="0" y="799"/>
                  </a:lnTo>
                  <a:cubicBezTo>
                    <a:pt x="0" y="866"/>
                    <a:pt x="58" y="914"/>
                    <a:pt x="125" y="914"/>
                  </a:cubicBezTo>
                  <a:lnTo>
                    <a:pt x="5116" y="914"/>
                  </a:lnTo>
                  <a:cubicBezTo>
                    <a:pt x="5366" y="914"/>
                    <a:pt x="5577" y="713"/>
                    <a:pt x="5577" y="463"/>
                  </a:cubicBezTo>
                  <a:cubicBezTo>
                    <a:pt x="5577" y="212"/>
                    <a:pt x="5366" y="1"/>
                    <a:pt x="5116" y="1"/>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6" name="Google Shape;13856;p65"/>
            <p:cNvSpPr/>
            <p:nvPr/>
          </p:nvSpPr>
          <p:spPr>
            <a:xfrm>
              <a:off x="7254592" y="1752776"/>
              <a:ext cx="148772" cy="17875"/>
            </a:xfrm>
            <a:custGeom>
              <a:avLst/>
              <a:gdLst/>
              <a:ahLst/>
              <a:cxnLst/>
              <a:rect l="l" t="t" r="r" b="b"/>
              <a:pathLst>
                <a:path w="5693" h="684" extrusionOk="0">
                  <a:moveTo>
                    <a:pt x="5510" y="1"/>
                  </a:moveTo>
                  <a:lnTo>
                    <a:pt x="5510" y="1"/>
                  </a:lnTo>
                  <a:cubicBezTo>
                    <a:pt x="5433" y="145"/>
                    <a:pt x="5279" y="232"/>
                    <a:pt x="5116" y="232"/>
                  </a:cubicBezTo>
                  <a:lnTo>
                    <a:pt x="125" y="232"/>
                  </a:lnTo>
                  <a:cubicBezTo>
                    <a:pt x="58" y="232"/>
                    <a:pt x="0" y="174"/>
                    <a:pt x="0" y="106"/>
                  </a:cubicBezTo>
                  <a:lnTo>
                    <a:pt x="0" y="568"/>
                  </a:lnTo>
                  <a:cubicBezTo>
                    <a:pt x="0" y="635"/>
                    <a:pt x="58" y="683"/>
                    <a:pt x="125" y="683"/>
                  </a:cubicBezTo>
                  <a:lnTo>
                    <a:pt x="5116" y="683"/>
                  </a:lnTo>
                  <a:cubicBezTo>
                    <a:pt x="5472" y="683"/>
                    <a:pt x="5693" y="308"/>
                    <a:pt x="551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7" name="Google Shape;13857;p65"/>
            <p:cNvSpPr/>
            <p:nvPr/>
          </p:nvSpPr>
          <p:spPr>
            <a:xfrm>
              <a:off x="7260864" y="1836714"/>
              <a:ext cx="52788" cy="25166"/>
            </a:xfrm>
            <a:custGeom>
              <a:avLst/>
              <a:gdLst/>
              <a:ahLst/>
              <a:cxnLst/>
              <a:rect l="l" t="t" r="r" b="b"/>
              <a:pathLst>
                <a:path w="2020" h="963" extrusionOk="0">
                  <a:moveTo>
                    <a:pt x="366" y="0"/>
                  </a:moveTo>
                  <a:cubicBezTo>
                    <a:pt x="318" y="0"/>
                    <a:pt x="279" y="29"/>
                    <a:pt x="260" y="77"/>
                  </a:cubicBezTo>
                  <a:lnTo>
                    <a:pt x="20" y="808"/>
                  </a:lnTo>
                  <a:cubicBezTo>
                    <a:pt x="1" y="885"/>
                    <a:pt x="49" y="962"/>
                    <a:pt x="126" y="962"/>
                  </a:cubicBezTo>
                  <a:lnTo>
                    <a:pt x="1895" y="962"/>
                  </a:lnTo>
                  <a:cubicBezTo>
                    <a:pt x="1972" y="962"/>
                    <a:pt x="2020" y="885"/>
                    <a:pt x="2001" y="808"/>
                  </a:cubicBezTo>
                  <a:lnTo>
                    <a:pt x="1760" y="77"/>
                  </a:lnTo>
                  <a:cubicBezTo>
                    <a:pt x="1741" y="39"/>
                    <a:pt x="1703" y="0"/>
                    <a:pt x="1655" y="0"/>
                  </a:cubicBezTo>
                  <a:close/>
                </a:path>
              </a:pathLst>
            </a:custGeom>
            <a:solidFill>
              <a:srgbClr val="AE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58" name="Google Shape;13858;p65"/>
            <p:cNvSpPr/>
            <p:nvPr/>
          </p:nvSpPr>
          <p:spPr>
            <a:xfrm>
              <a:off x="7287258" y="1836714"/>
              <a:ext cx="26394" cy="25166"/>
            </a:xfrm>
            <a:custGeom>
              <a:avLst/>
              <a:gdLst/>
              <a:ahLst/>
              <a:cxnLst/>
              <a:rect l="l" t="t" r="r" b="b"/>
              <a:pathLst>
                <a:path w="1010" h="963" extrusionOk="0">
                  <a:moveTo>
                    <a:pt x="0" y="0"/>
                  </a:moveTo>
                  <a:lnTo>
                    <a:pt x="0" y="962"/>
                  </a:lnTo>
                  <a:lnTo>
                    <a:pt x="885" y="962"/>
                  </a:lnTo>
                  <a:cubicBezTo>
                    <a:pt x="962" y="962"/>
                    <a:pt x="1010" y="885"/>
                    <a:pt x="991" y="808"/>
                  </a:cubicBezTo>
                  <a:lnTo>
                    <a:pt x="750" y="77"/>
                  </a:lnTo>
                  <a:cubicBezTo>
                    <a:pt x="731" y="39"/>
                    <a:pt x="693" y="0"/>
                    <a:pt x="645"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59" name="Google Shape;13859;p65"/>
          <p:cNvGrpSpPr/>
          <p:nvPr/>
        </p:nvGrpSpPr>
        <p:grpSpPr>
          <a:xfrm>
            <a:off x="7686851" y="1316603"/>
            <a:ext cx="153058" cy="360628"/>
            <a:chOff x="7688313" y="1501251"/>
            <a:chExt cx="153058" cy="360628"/>
          </a:xfrm>
        </p:grpSpPr>
        <p:sp>
          <p:nvSpPr>
            <p:cNvPr id="13860" name="Google Shape;13860;p65"/>
            <p:cNvSpPr/>
            <p:nvPr/>
          </p:nvSpPr>
          <p:spPr>
            <a:xfrm>
              <a:off x="7688313" y="1637192"/>
              <a:ext cx="153058" cy="211098"/>
            </a:xfrm>
            <a:custGeom>
              <a:avLst/>
              <a:gdLst/>
              <a:ahLst/>
              <a:cxnLst/>
              <a:rect l="l" t="t" r="r" b="b"/>
              <a:pathLst>
                <a:path w="5857" h="8078" extrusionOk="0">
                  <a:moveTo>
                    <a:pt x="2328" y="0"/>
                  </a:moveTo>
                  <a:cubicBezTo>
                    <a:pt x="1270" y="0"/>
                    <a:pt x="404" y="866"/>
                    <a:pt x="404" y="1924"/>
                  </a:cubicBezTo>
                  <a:lnTo>
                    <a:pt x="404" y="3183"/>
                  </a:lnTo>
                  <a:cubicBezTo>
                    <a:pt x="404" y="3327"/>
                    <a:pt x="500" y="3453"/>
                    <a:pt x="645" y="3481"/>
                  </a:cubicBezTo>
                  <a:cubicBezTo>
                    <a:pt x="895" y="3529"/>
                    <a:pt x="1077" y="3751"/>
                    <a:pt x="1077" y="4001"/>
                  </a:cubicBezTo>
                  <a:lnTo>
                    <a:pt x="1077" y="4241"/>
                  </a:lnTo>
                  <a:cubicBezTo>
                    <a:pt x="1077" y="4520"/>
                    <a:pt x="866" y="4751"/>
                    <a:pt x="597" y="4780"/>
                  </a:cubicBezTo>
                  <a:cubicBezTo>
                    <a:pt x="260" y="4818"/>
                    <a:pt x="0" y="5097"/>
                    <a:pt x="0" y="5433"/>
                  </a:cubicBezTo>
                  <a:lnTo>
                    <a:pt x="0" y="5847"/>
                  </a:lnTo>
                  <a:cubicBezTo>
                    <a:pt x="0" y="7078"/>
                    <a:pt x="1000" y="8078"/>
                    <a:pt x="2231" y="8078"/>
                  </a:cubicBezTo>
                  <a:lnTo>
                    <a:pt x="3616" y="8078"/>
                  </a:lnTo>
                  <a:cubicBezTo>
                    <a:pt x="4857" y="8078"/>
                    <a:pt x="5857" y="7078"/>
                    <a:pt x="5857" y="5847"/>
                  </a:cubicBezTo>
                  <a:lnTo>
                    <a:pt x="5857" y="5433"/>
                  </a:lnTo>
                  <a:cubicBezTo>
                    <a:pt x="5847" y="5097"/>
                    <a:pt x="5597" y="4808"/>
                    <a:pt x="5260" y="4780"/>
                  </a:cubicBezTo>
                  <a:cubicBezTo>
                    <a:pt x="4991" y="4751"/>
                    <a:pt x="4789" y="4520"/>
                    <a:pt x="4789" y="4251"/>
                  </a:cubicBezTo>
                  <a:lnTo>
                    <a:pt x="4789" y="4010"/>
                  </a:lnTo>
                  <a:cubicBezTo>
                    <a:pt x="4780" y="3751"/>
                    <a:pt x="4962" y="3529"/>
                    <a:pt x="5212" y="3481"/>
                  </a:cubicBezTo>
                  <a:cubicBezTo>
                    <a:pt x="5357" y="3453"/>
                    <a:pt x="5453" y="3327"/>
                    <a:pt x="5453" y="3183"/>
                  </a:cubicBezTo>
                  <a:lnTo>
                    <a:pt x="5453" y="1924"/>
                  </a:lnTo>
                  <a:cubicBezTo>
                    <a:pt x="5453" y="866"/>
                    <a:pt x="4597" y="0"/>
                    <a:pt x="3530"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1" name="Google Shape;13861;p65"/>
            <p:cNvSpPr/>
            <p:nvPr/>
          </p:nvSpPr>
          <p:spPr>
            <a:xfrm>
              <a:off x="7745857" y="1637192"/>
              <a:ext cx="95514" cy="211098"/>
            </a:xfrm>
            <a:custGeom>
              <a:avLst/>
              <a:gdLst/>
              <a:ahLst/>
              <a:cxnLst/>
              <a:rect l="l" t="t" r="r" b="b"/>
              <a:pathLst>
                <a:path w="3655" h="8078" extrusionOk="0">
                  <a:moveTo>
                    <a:pt x="1" y="0"/>
                  </a:moveTo>
                  <a:cubicBezTo>
                    <a:pt x="1010" y="68"/>
                    <a:pt x="1808" y="904"/>
                    <a:pt x="1799" y="1924"/>
                  </a:cubicBezTo>
                  <a:lnTo>
                    <a:pt x="1799" y="3183"/>
                  </a:lnTo>
                  <a:cubicBezTo>
                    <a:pt x="1799" y="3327"/>
                    <a:pt x="1703" y="3453"/>
                    <a:pt x="1558" y="3481"/>
                  </a:cubicBezTo>
                  <a:cubicBezTo>
                    <a:pt x="1308" y="3529"/>
                    <a:pt x="1135" y="3751"/>
                    <a:pt x="1135" y="4001"/>
                  </a:cubicBezTo>
                  <a:lnTo>
                    <a:pt x="1135" y="4241"/>
                  </a:lnTo>
                  <a:cubicBezTo>
                    <a:pt x="1135" y="4520"/>
                    <a:pt x="1337" y="4751"/>
                    <a:pt x="1616" y="4780"/>
                  </a:cubicBezTo>
                  <a:cubicBezTo>
                    <a:pt x="1953" y="4818"/>
                    <a:pt x="2203" y="5097"/>
                    <a:pt x="2203" y="5433"/>
                  </a:cubicBezTo>
                  <a:lnTo>
                    <a:pt x="2203" y="5847"/>
                  </a:lnTo>
                  <a:cubicBezTo>
                    <a:pt x="2203" y="7059"/>
                    <a:pt x="1222" y="8059"/>
                    <a:pt x="10" y="8078"/>
                  </a:cubicBezTo>
                  <a:lnTo>
                    <a:pt x="1424" y="8078"/>
                  </a:lnTo>
                  <a:cubicBezTo>
                    <a:pt x="2655" y="8078"/>
                    <a:pt x="3655" y="7078"/>
                    <a:pt x="3655" y="5847"/>
                  </a:cubicBezTo>
                  <a:lnTo>
                    <a:pt x="3655" y="5433"/>
                  </a:lnTo>
                  <a:cubicBezTo>
                    <a:pt x="3655" y="5097"/>
                    <a:pt x="3405" y="4808"/>
                    <a:pt x="3068" y="4780"/>
                  </a:cubicBezTo>
                  <a:cubicBezTo>
                    <a:pt x="2789" y="4751"/>
                    <a:pt x="2587" y="4520"/>
                    <a:pt x="2587" y="4241"/>
                  </a:cubicBezTo>
                  <a:lnTo>
                    <a:pt x="2587" y="4010"/>
                  </a:lnTo>
                  <a:cubicBezTo>
                    <a:pt x="2587" y="3751"/>
                    <a:pt x="2760" y="3529"/>
                    <a:pt x="3010" y="3481"/>
                  </a:cubicBezTo>
                  <a:cubicBezTo>
                    <a:pt x="3155" y="3453"/>
                    <a:pt x="3251" y="3327"/>
                    <a:pt x="3251" y="3183"/>
                  </a:cubicBezTo>
                  <a:lnTo>
                    <a:pt x="3251" y="1924"/>
                  </a:lnTo>
                  <a:cubicBezTo>
                    <a:pt x="3251" y="866"/>
                    <a:pt x="2395" y="0"/>
                    <a:pt x="132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2" name="Google Shape;13862;p65"/>
            <p:cNvSpPr/>
            <p:nvPr/>
          </p:nvSpPr>
          <p:spPr>
            <a:xfrm>
              <a:off x="7750143" y="1792210"/>
              <a:ext cx="29634" cy="69669"/>
            </a:xfrm>
            <a:custGeom>
              <a:avLst/>
              <a:gdLst/>
              <a:ahLst/>
              <a:cxnLst/>
              <a:rect l="l" t="t" r="r" b="b"/>
              <a:pathLst>
                <a:path w="1134" h="2666" extrusionOk="0">
                  <a:moveTo>
                    <a:pt x="101" y="0"/>
                  </a:moveTo>
                  <a:cubicBezTo>
                    <a:pt x="41" y="0"/>
                    <a:pt x="1" y="54"/>
                    <a:pt x="10" y="117"/>
                  </a:cubicBezTo>
                  <a:lnTo>
                    <a:pt x="154" y="2559"/>
                  </a:lnTo>
                  <a:cubicBezTo>
                    <a:pt x="154" y="2617"/>
                    <a:pt x="202" y="2665"/>
                    <a:pt x="260" y="2665"/>
                  </a:cubicBezTo>
                  <a:lnTo>
                    <a:pt x="875" y="2665"/>
                  </a:lnTo>
                  <a:cubicBezTo>
                    <a:pt x="933" y="2665"/>
                    <a:pt x="981" y="2617"/>
                    <a:pt x="981" y="2559"/>
                  </a:cubicBezTo>
                  <a:lnTo>
                    <a:pt x="1125" y="117"/>
                  </a:lnTo>
                  <a:cubicBezTo>
                    <a:pt x="1134" y="54"/>
                    <a:pt x="1085" y="0"/>
                    <a:pt x="1032" y="0"/>
                  </a:cubicBezTo>
                  <a:cubicBezTo>
                    <a:pt x="1028" y="0"/>
                    <a:pt x="1024" y="1"/>
                    <a:pt x="1019" y="1"/>
                  </a:cubicBezTo>
                  <a:lnTo>
                    <a:pt x="115" y="1"/>
                  </a:lnTo>
                  <a:cubicBezTo>
                    <a:pt x="110" y="1"/>
                    <a:pt x="106" y="0"/>
                    <a:pt x="101"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3" name="Google Shape;13863;p65"/>
            <p:cNvSpPr/>
            <p:nvPr/>
          </p:nvSpPr>
          <p:spPr>
            <a:xfrm>
              <a:off x="7766214" y="1504256"/>
              <a:ext cx="23389" cy="11080"/>
            </a:xfrm>
            <a:custGeom>
              <a:avLst/>
              <a:gdLst/>
              <a:ahLst/>
              <a:cxnLst/>
              <a:rect l="l" t="t" r="r" b="b"/>
              <a:pathLst>
                <a:path w="895" h="424" extrusionOk="0">
                  <a:moveTo>
                    <a:pt x="270" y="0"/>
                  </a:moveTo>
                  <a:cubicBezTo>
                    <a:pt x="0" y="0"/>
                    <a:pt x="0" y="424"/>
                    <a:pt x="270" y="424"/>
                  </a:cubicBezTo>
                  <a:lnTo>
                    <a:pt x="616" y="424"/>
                  </a:lnTo>
                  <a:cubicBezTo>
                    <a:pt x="895" y="424"/>
                    <a:pt x="895" y="0"/>
                    <a:pt x="616"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4" name="Google Shape;13864;p65"/>
            <p:cNvSpPr/>
            <p:nvPr/>
          </p:nvSpPr>
          <p:spPr>
            <a:xfrm>
              <a:off x="7741075" y="1503995"/>
              <a:ext cx="22657" cy="11080"/>
            </a:xfrm>
            <a:custGeom>
              <a:avLst/>
              <a:gdLst/>
              <a:ahLst/>
              <a:cxnLst/>
              <a:rect l="l" t="t" r="r" b="b"/>
              <a:pathLst>
                <a:path w="867" h="424" extrusionOk="0">
                  <a:moveTo>
                    <a:pt x="280" y="1"/>
                  </a:moveTo>
                  <a:cubicBezTo>
                    <a:pt x="1" y="1"/>
                    <a:pt x="1" y="424"/>
                    <a:pt x="280" y="424"/>
                  </a:cubicBezTo>
                  <a:lnTo>
                    <a:pt x="587" y="424"/>
                  </a:lnTo>
                  <a:cubicBezTo>
                    <a:pt x="866" y="424"/>
                    <a:pt x="866" y="1"/>
                    <a:pt x="587"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5" name="Google Shape;13865;p65"/>
            <p:cNvSpPr/>
            <p:nvPr/>
          </p:nvSpPr>
          <p:spPr>
            <a:xfrm>
              <a:off x="7765953" y="1529134"/>
              <a:ext cx="27178" cy="10819"/>
            </a:xfrm>
            <a:custGeom>
              <a:avLst/>
              <a:gdLst/>
              <a:ahLst/>
              <a:cxnLst/>
              <a:rect l="l" t="t" r="r" b="b"/>
              <a:pathLst>
                <a:path w="1040" h="414" extrusionOk="0">
                  <a:moveTo>
                    <a:pt x="280" y="0"/>
                  </a:moveTo>
                  <a:cubicBezTo>
                    <a:pt x="1" y="0"/>
                    <a:pt x="1" y="414"/>
                    <a:pt x="280" y="414"/>
                  </a:cubicBezTo>
                  <a:lnTo>
                    <a:pt x="760" y="414"/>
                  </a:lnTo>
                  <a:cubicBezTo>
                    <a:pt x="1039" y="414"/>
                    <a:pt x="1039" y="0"/>
                    <a:pt x="760"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6" name="Google Shape;13866;p65"/>
            <p:cNvSpPr/>
            <p:nvPr/>
          </p:nvSpPr>
          <p:spPr>
            <a:xfrm>
              <a:off x="7737573" y="1528873"/>
              <a:ext cx="26159" cy="10845"/>
            </a:xfrm>
            <a:custGeom>
              <a:avLst/>
              <a:gdLst/>
              <a:ahLst/>
              <a:cxnLst/>
              <a:rect l="l" t="t" r="r" b="b"/>
              <a:pathLst>
                <a:path w="1001" h="415" extrusionOk="0">
                  <a:moveTo>
                    <a:pt x="269" y="1"/>
                  </a:moveTo>
                  <a:cubicBezTo>
                    <a:pt x="0" y="1"/>
                    <a:pt x="0" y="414"/>
                    <a:pt x="269" y="414"/>
                  </a:cubicBezTo>
                  <a:lnTo>
                    <a:pt x="721" y="414"/>
                  </a:lnTo>
                  <a:cubicBezTo>
                    <a:pt x="1000" y="414"/>
                    <a:pt x="1000" y="1"/>
                    <a:pt x="721"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7" name="Google Shape;13867;p65"/>
            <p:cNvSpPr/>
            <p:nvPr/>
          </p:nvSpPr>
          <p:spPr>
            <a:xfrm>
              <a:off x="7751632" y="1523594"/>
              <a:ext cx="26420" cy="186482"/>
            </a:xfrm>
            <a:custGeom>
              <a:avLst/>
              <a:gdLst/>
              <a:ahLst/>
              <a:cxnLst/>
              <a:rect l="l" t="t" r="r" b="b"/>
              <a:pathLst>
                <a:path w="1011" h="7136" extrusionOk="0">
                  <a:moveTo>
                    <a:pt x="251" y="1"/>
                  </a:moveTo>
                  <a:lnTo>
                    <a:pt x="10" y="6896"/>
                  </a:lnTo>
                  <a:cubicBezTo>
                    <a:pt x="1" y="7030"/>
                    <a:pt x="106" y="7136"/>
                    <a:pt x="241" y="7136"/>
                  </a:cubicBezTo>
                  <a:lnTo>
                    <a:pt x="780" y="7136"/>
                  </a:lnTo>
                  <a:cubicBezTo>
                    <a:pt x="905" y="7136"/>
                    <a:pt x="1010" y="7030"/>
                    <a:pt x="1010" y="6896"/>
                  </a:cubicBezTo>
                  <a:lnTo>
                    <a:pt x="770"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8" name="Google Shape;13868;p65"/>
            <p:cNvSpPr/>
            <p:nvPr/>
          </p:nvSpPr>
          <p:spPr>
            <a:xfrm>
              <a:off x="7764960" y="1523594"/>
              <a:ext cx="13092" cy="186482"/>
            </a:xfrm>
            <a:custGeom>
              <a:avLst/>
              <a:gdLst/>
              <a:ahLst/>
              <a:cxnLst/>
              <a:rect l="l" t="t" r="r" b="b"/>
              <a:pathLst>
                <a:path w="501" h="7136" extrusionOk="0">
                  <a:moveTo>
                    <a:pt x="0" y="1"/>
                  </a:moveTo>
                  <a:lnTo>
                    <a:pt x="0" y="7136"/>
                  </a:lnTo>
                  <a:lnTo>
                    <a:pt x="270" y="7136"/>
                  </a:lnTo>
                  <a:cubicBezTo>
                    <a:pt x="395" y="7136"/>
                    <a:pt x="500" y="7021"/>
                    <a:pt x="500" y="6896"/>
                  </a:cubicBezTo>
                  <a:lnTo>
                    <a:pt x="260" y="1"/>
                  </a:ln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69" name="Google Shape;13869;p65"/>
            <p:cNvSpPr/>
            <p:nvPr/>
          </p:nvSpPr>
          <p:spPr>
            <a:xfrm>
              <a:off x="7749881" y="1501251"/>
              <a:ext cx="30418" cy="41498"/>
            </a:xfrm>
            <a:custGeom>
              <a:avLst/>
              <a:gdLst/>
              <a:ahLst/>
              <a:cxnLst/>
              <a:rect l="l" t="t" r="r" b="b"/>
              <a:pathLst>
                <a:path w="1164" h="1588" extrusionOk="0">
                  <a:moveTo>
                    <a:pt x="279" y="0"/>
                  </a:moveTo>
                  <a:cubicBezTo>
                    <a:pt x="241" y="0"/>
                    <a:pt x="202" y="29"/>
                    <a:pt x="202" y="77"/>
                  </a:cubicBezTo>
                  <a:lnTo>
                    <a:pt x="10" y="1500"/>
                  </a:lnTo>
                  <a:cubicBezTo>
                    <a:pt x="0" y="1548"/>
                    <a:pt x="39" y="1587"/>
                    <a:pt x="87" y="1587"/>
                  </a:cubicBezTo>
                  <a:lnTo>
                    <a:pt x="1068" y="1587"/>
                  </a:lnTo>
                  <a:cubicBezTo>
                    <a:pt x="1072" y="1588"/>
                    <a:pt x="1076" y="1588"/>
                    <a:pt x="1080" y="1588"/>
                  </a:cubicBezTo>
                  <a:cubicBezTo>
                    <a:pt x="1124" y="1588"/>
                    <a:pt x="1163" y="1544"/>
                    <a:pt x="1154" y="1500"/>
                  </a:cubicBezTo>
                  <a:lnTo>
                    <a:pt x="962" y="77"/>
                  </a:lnTo>
                  <a:cubicBezTo>
                    <a:pt x="952" y="29"/>
                    <a:pt x="923" y="0"/>
                    <a:pt x="875" y="0"/>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0" name="Google Shape;13870;p65"/>
            <p:cNvSpPr/>
            <p:nvPr/>
          </p:nvSpPr>
          <p:spPr>
            <a:xfrm>
              <a:off x="7718967" y="1737201"/>
              <a:ext cx="24904" cy="60444"/>
            </a:xfrm>
            <a:custGeom>
              <a:avLst/>
              <a:gdLst/>
              <a:ahLst/>
              <a:cxnLst/>
              <a:rect l="l" t="t" r="r" b="b"/>
              <a:pathLst>
                <a:path w="953" h="2313" extrusionOk="0">
                  <a:moveTo>
                    <a:pt x="741" y="1"/>
                  </a:moveTo>
                  <a:cubicBezTo>
                    <a:pt x="626" y="1"/>
                    <a:pt x="539" y="97"/>
                    <a:pt x="539" y="212"/>
                  </a:cubicBezTo>
                  <a:lnTo>
                    <a:pt x="539" y="635"/>
                  </a:lnTo>
                  <a:cubicBezTo>
                    <a:pt x="529" y="779"/>
                    <a:pt x="472" y="914"/>
                    <a:pt x="376" y="1020"/>
                  </a:cubicBezTo>
                  <a:cubicBezTo>
                    <a:pt x="78" y="1299"/>
                    <a:pt x="1" y="1731"/>
                    <a:pt x="174" y="2097"/>
                  </a:cubicBezTo>
                  <a:lnTo>
                    <a:pt x="222" y="2193"/>
                  </a:lnTo>
                  <a:cubicBezTo>
                    <a:pt x="264" y="2277"/>
                    <a:pt x="334" y="2312"/>
                    <a:pt x="404" y="2312"/>
                  </a:cubicBezTo>
                  <a:cubicBezTo>
                    <a:pt x="543" y="2312"/>
                    <a:pt x="680" y="2176"/>
                    <a:pt x="597" y="2010"/>
                  </a:cubicBezTo>
                  <a:lnTo>
                    <a:pt x="549" y="1914"/>
                  </a:lnTo>
                  <a:cubicBezTo>
                    <a:pt x="453" y="1712"/>
                    <a:pt x="501" y="1472"/>
                    <a:pt x="664" y="1318"/>
                  </a:cubicBezTo>
                  <a:cubicBezTo>
                    <a:pt x="847" y="1135"/>
                    <a:pt x="953" y="895"/>
                    <a:pt x="953" y="635"/>
                  </a:cubicBezTo>
                  <a:lnTo>
                    <a:pt x="953" y="202"/>
                  </a:lnTo>
                  <a:cubicBezTo>
                    <a:pt x="953" y="97"/>
                    <a:pt x="856" y="1"/>
                    <a:pt x="741"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1" name="Google Shape;13871;p65"/>
            <p:cNvSpPr/>
            <p:nvPr/>
          </p:nvSpPr>
          <p:spPr>
            <a:xfrm>
              <a:off x="7786075" y="1737201"/>
              <a:ext cx="24904" cy="60444"/>
            </a:xfrm>
            <a:custGeom>
              <a:avLst/>
              <a:gdLst/>
              <a:ahLst/>
              <a:cxnLst/>
              <a:rect l="l" t="t" r="r" b="b"/>
              <a:pathLst>
                <a:path w="953" h="2313" extrusionOk="0">
                  <a:moveTo>
                    <a:pt x="207" y="1"/>
                  </a:moveTo>
                  <a:cubicBezTo>
                    <a:pt x="103" y="1"/>
                    <a:pt x="0" y="68"/>
                    <a:pt x="0" y="202"/>
                  </a:cubicBezTo>
                  <a:lnTo>
                    <a:pt x="0" y="635"/>
                  </a:lnTo>
                  <a:cubicBezTo>
                    <a:pt x="0" y="895"/>
                    <a:pt x="106" y="1135"/>
                    <a:pt x="289" y="1318"/>
                  </a:cubicBezTo>
                  <a:cubicBezTo>
                    <a:pt x="452" y="1472"/>
                    <a:pt x="500" y="1712"/>
                    <a:pt x="404" y="1914"/>
                  </a:cubicBezTo>
                  <a:lnTo>
                    <a:pt x="356" y="2010"/>
                  </a:lnTo>
                  <a:cubicBezTo>
                    <a:pt x="273" y="2176"/>
                    <a:pt x="410" y="2312"/>
                    <a:pt x="548" y="2312"/>
                  </a:cubicBezTo>
                  <a:cubicBezTo>
                    <a:pt x="618" y="2312"/>
                    <a:pt x="689" y="2277"/>
                    <a:pt x="731" y="2193"/>
                  </a:cubicBezTo>
                  <a:lnTo>
                    <a:pt x="779" y="2097"/>
                  </a:lnTo>
                  <a:cubicBezTo>
                    <a:pt x="952" y="1731"/>
                    <a:pt x="866" y="1299"/>
                    <a:pt x="577" y="1020"/>
                  </a:cubicBezTo>
                  <a:cubicBezTo>
                    <a:pt x="471" y="924"/>
                    <a:pt x="414" y="789"/>
                    <a:pt x="414" y="645"/>
                  </a:cubicBezTo>
                  <a:lnTo>
                    <a:pt x="414" y="202"/>
                  </a:lnTo>
                  <a:cubicBezTo>
                    <a:pt x="414" y="68"/>
                    <a:pt x="310" y="1"/>
                    <a:pt x="207" y="1"/>
                  </a:cubicBezTo>
                  <a:close/>
                </a:path>
              </a:pathLst>
            </a:custGeom>
            <a:solidFill>
              <a:srgbClr val="B9C7D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2" name="Google Shape;13872;p65"/>
            <p:cNvSpPr/>
            <p:nvPr/>
          </p:nvSpPr>
          <p:spPr>
            <a:xfrm>
              <a:off x="7764960" y="1792210"/>
              <a:ext cx="14608" cy="69669"/>
            </a:xfrm>
            <a:custGeom>
              <a:avLst/>
              <a:gdLst/>
              <a:ahLst/>
              <a:cxnLst/>
              <a:rect l="l" t="t" r="r" b="b"/>
              <a:pathLst>
                <a:path w="559" h="2666" extrusionOk="0">
                  <a:moveTo>
                    <a:pt x="465" y="0"/>
                  </a:moveTo>
                  <a:cubicBezTo>
                    <a:pt x="461" y="0"/>
                    <a:pt x="457" y="1"/>
                    <a:pt x="452" y="1"/>
                  </a:cubicBezTo>
                  <a:lnTo>
                    <a:pt x="0" y="1"/>
                  </a:lnTo>
                  <a:lnTo>
                    <a:pt x="0" y="2665"/>
                  </a:lnTo>
                  <a:lnTo>
                    <a:pt x="308" y="2665"/>
                  </a:lnTo>
                  <a:cubicBezTo>
                    <a:pt x="366" y="2665"/>
                    <a:pt x="414" y="2617"/>
                    <a:pt x="414" y="2559"/>
                  </a:cubicBezTo>
                  <a:lnTo>
                    <a:pt x="558" y="117"/>
                  </a:lnTo>
                  <a:cubicBezTo>
                    <a:pt x="558" y="54"/>
                    <a:pt x="517" y="0"/>
                    <a:pt x="465"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3" name="Google Shape;13873;p65"/>
            <p:cNvSpPr/>
            <p:nvPr/>
          </p:nvSpPr>
          <p:spPr>
            <a:xfrm>
              <a:off x="7751397" y="1814109"/>
              <a:ext cx="27152" cy="11080"/>
            </a:xfrm>
            <a:custGeom>
              <a:avLst/>
              <a:gdLst/>
              <a:ahLst/>
              <a:cxnLst/>
              <a:rect l="l" t="t" r="r" b="b"/>
              <a:pathLst>
                <a:path w="1039" h="424" extrusionOk="0">
                  <a:moveTo>
                    <a:pt x="0" y="0"/>
                  </a:moveTo>
                  <a:lnTo>
                    <a:pt x="29" y="423"/>
                  </a:lnTo>
                  <a:lnTo>
                    <a:pt x="1010" y="423"/>
                  </a:lnTo>
                  <a:lnTo>
                    <a:pt x="1039" y="0"/>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4" name="Google Shape;13874;p65"/>
            <p:cNvSpPr/>
            <p:nvPr/>
          </p:nvSpPr>
          <p:spPr>
            <a:xfrm>
              <a:off x="7764960" y="1814109"/>
              <a:ext cx="13589" cy="11080"/>
            </a:xfrm>
            <a:custGeom>
              <a:avLst/>
              <a:gdLst/>
              <a:ahLst/>
              <a:cxnLst/>
              <a:rect l="l" t="t" r="r" b="b"/>
              <a:pathLst>
                <a:path w="520" h="424" extrusionOk="0">
                  <a:moveTo>
                    <a:pt x="0" y="0"/>
                  </a:moveTo>
                  <a:lnTo>
                    <a:pt x="0" y="423"/>
                  </a:lnTo>
                  <a:lnTo>
                    <a:pt x="491" y="423"/>
                  </a:lnTo>
                  <a:lnTo>
                    <a:pt x="520" y="0"/>
                  </a:ln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5" name="Google Shape;13875;p65"/>
            <p:cNvSpPr/>
            <p:nvPr/>
          </p:nvSpPr>
          <p:spPr>
            <a:xfrm>
              <a:off x="7764960" y="1501251"/>
              <a:ext cx="15105" cy="41472"/>
            </a:xfrm>
            <a:custGeom>
              <a:avLst/>
              <a:gdLst/>
              <a:ahLst/>
              <a:cxnLst/>
              <a:rect l="l" t="t" r="r" b="b"/>
              <a:pathLst>
                <a:path w="578" h="1587" extrusionOk="0">
                  <a:moveTo>
                    <a:pt x="0" y="0"/>
                  </a:moveTo>
                  <a:lnTo>
                    <a:pt x="0" y="1587"/>
                  </a:lnTo>
                  <a:lnTo>
                    <a:pt x="491" y="1587"/>
                  </a:lnTo>
                  <a:cubicBezTo>
                    <a:pt x="539" y="1587"/>
                    <a:pt x="577" y="1548"/>
                    <a:pt x="568" y="1500"/>
                  </a:cubicBezTo>
                  <a:lnTo>
                    <a:pt x="375" y="77"/>
                  </a:lnTo>
                  <a:cubicBezTo>
                    <a:pt x="375" y="29"/>
                    <a:pt x="337" y="0"/>
                    <a:pt x="298" y="0"/>
                  </a:cubicBezTo>
                  <a:close/>
                </a:path>
              </a:pathLst>
            </a:custGeom>
            <a:solidFill>
              <a:srgbClr val="CA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76" name="Google Shape;13876;p65"/>
          <p:cNvGrpSpPr/>
          <p:nvPr/>
        </p:nvGrpSpPr>
        <p:grpSpPr>
          <a:xfrm>
            <a:off x="8148716" y="1316603"/>
            <a:ext cx="150811" cy="360628"/>
            <a:chOff x="8150179" y="1501251"/>
            <a:chExt cx="150811" cy="360628"/>
          </a:xfrm>
        </p:grpSpPr>
        <p:sp>
          <p:nvSpPr>
            <p:cNvPr id="13877" name="Google Shape;13877;p65"/>
            <p:cNvSpPr/>
            <p:nvPr/>
          </p:nvSpPr>
          <p:spPr>
            <a:xfrm>
              <a:off x="8150179" y="1656034"/>
              <a:ext cx="150549" cy="205846"/>
            </a:xfrm>
            <a:custGeom>
              <a:avLst/>
              <a:gdLst/>
              <a:ahLst/>
              <a:cxnLst/>
              <a:rect l="l" t="t" r="r" b="b"/>
              <a:pathLst>
                <a:path w="5761" h="7877" extrusionOk="0">
                  <a:moveTo>
                    <a:pt x="2886" y="1"/>
                  </a:moveTo>
                  <a:cubicBezTo>
                    <a:pt x="2799" y="1"/>
                    <a:pt x="2626" y="1"/>
                    <a:pt x="2549" y="10"/>
                  </a:cubicBezTo>
                  <a:cubicBezTo>
                    <a:pt x="1520" y="87"/>
                    <a:pt x="722" y="626"/>
                    <a:pt x="722" y="1693"/>
                  </a:cubicBezTo>
                  <a:cubicBezTo>
                    <a:pt x="722" y="1962"/>
                    <a:pt x="770" y="2241"/>
                    <a:pt x="885" y="2491"/>
                  </a:cubicBezTo>
                  <a:cubicBezTo>
                    <a:pt x="1058" y="2933"/>
                    <a:pt x="982" y="3433"/>
                    <a:pt x="674" y="3789"/>
                  </a:cubicBezTo>
                  <a:cubicBezTo>
                    <a:pt x="241" y="4299"/>
                    <a:pt x="1" y="4943"/>
                    <a:pt x="1" y="5607"/>
                  </a:cubicBezTo>
                  <a:cubicBezTo>
                    <a:pt x="1" y="7068"/>
                    <a:pt x="1116" y="7790"/>
                    <a:pt x="2549" y="7866"/>
                  </a:cubicBezTo>
                  <a:cubicBezTo>
                    <a:pt x="2626" y="7866"/>
                    <a:pt x="2799" y="7876"/>
                    <a:pt x="2886" y="7876"/>
                  </a:cubicBezTo>
                  <a:cubicBezTo>
                    <a:pt x="2962" y="7876"/>
                    <a:pt x="3136" y="7876"/>
                    <a:pt x="3222" y="7866"/>
                  </a:cubicBezTo>
                  <a:cubicBezTo>
                    <a:pt x="4645" y="7790"/>
                    <a:pt x="5761" y="7068"/>
                    <a:pt x="5761" y="5607"/>
                  </a:cubicBezTo>
                  <a:cubicBezTo>
                    <a:pt x="5761" y="4943"/>
                    <a:pt x="5530" y="4299"/>
                    <a:pt x="5097" y="3789"/>
                  </a:cubicBezTo>
                  <a:cubicBezTo>
                    <a:pt x="4780" y="3433"/>
                    <a:pt x="4703" y="2933"/>
                    <a:pt x="4886" y="2491"/>
                  </a:cubicBezTo>
                  <a:cubicBezTo>
                    <a:pt x="4991" y="2241"/>
                    <a:pt x="5049" y="1962"/>
                    <a:pt x="5049" y="1693"/>
                  </a:cubicBezTo>
                  <a:cubicBezTo>
                    <a:pt x="5049" y="626"/>
                    <a:pt x="4251" y="87"/>
                    <a:pt x="3222" y="10"/>
                  </a:cubicBezTo>
                  <a:cubicBezTo>
                    <a:pt x="3136" y="10"/>
                    <a:pt x="2972" y="1"/>
                    <a:pt x="2886" y="1"/>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8" name="Google Shape;13878;p65"/>
            <p:cNvSpPr/>
            <p:nvPr/>
          </p:nvSpPr>
          <p:spPr>
            <a:xfrm>
              <a:off x="8206468" y="1656034"/>
              <a:ext cx="94521" cy="205846"/>
            </a:xfrm>
            <a:custGeom>
              <a:avLst/>
              <a:gdLst/>
              <a:ahLst/>
              <a:cxnLst/>
              <a:rect l="l" t="t" r="r" b="b"/>
              <a:pathLst>
                <a:path w="3617" h="7877" extrusionOk="0">
                  <a:moveTo>
                    <a:pt x="732" y="1"/>
                  </a:moveTo>
                  <a:cubicBezTo>
                    <a:pt x="645" y="1"/>
                    <a:pt x="472" y="1"/>
                    <a:pt x="395" y="10"/>
                  </a:cubicBezTo>
                  <a:cubicBezTo>
                    <a:pt x="308" y="20"/>
                    <a:pt x="231" y="29"/>
                    <a:pt x="155" y="39"/>
                  </a:cubicBezTo>
                  <a:cubicBezTo>
                    <a:pt x="991" y="77"/>
                    <a:pt x="2135" y="327"/>
                    <a:pt x="2135" y="1049"/>
                  </a:cubicBezTo>
                  <a:cubicBezTo>
                    <a:pt x="2145" y="2010"/>
                    <a:pt x="1645" y="1962"/>
                    <a:pt x="1280" y="2491"/>
                  </a:cubicBezTo>
                  <a:cubicBezTo>
                    <a:pt x="1010" y="2885"/>
                    <a:pt x="1183" y="3433"/>
                    <a:pt x="1491" y="3789"/>
                  </a:cubicBezTo>
                  <a:cubicBezTo>
                    <a:pt x="1924" y="4299"/>
                    <a:pt x="2155" y="4943"/>
                    <a:pt x="2155" y="5607"/>
                  </a:cubicBezTo>
                  <a:cubicBezTo>
                    <a:pt x="2155" y="6934"/>
                    <a:pt x="1241" y="7655"/>
                    <a:pt x="1" y="7828"/>
                  </a:cubicBezTo>
                  <a:cubicBezTo>
                    <a:pt x="135" y="7847"/>
                    <a:pt x="260" y="7857"/>
                    <a:pt x="395" y="7866"/>
                  </a:cubicBezTo>
                  <a:cubicBezTo>
                    <a:pt x="481" y="7866"/>
                    <a:pt x="645" y="7876"/>
                    <a:pt x="732" y="7876"/>
                  </a:cubicBezTo>
                  <a:cubicBezTo>
                    <a:pt x="818" y="7876"/>
                    <a:pt x="982" y="7876"/>
                    <a:pt x="1068" y="7866"/>
                  </a:cubicBezTo>
                  <a:cubicBezTo>
                    <a:pt x="2491" y="7790"/>
                    <a:pt x="3616" y="7068"/>
                    <a:pt x="3616" y="5607"/>
                  </a:cubicBezTo>
                  <a:cubicBezTo>
                    <a:pt x="3616" y="4943"/>
                    <a:pt x="3376" y="4299"/>
                    <a:pt x="2943" y="3789"/>
                  </a:cubicBezTo>
                  <a:cubicBezTo>
                    <a:pt x="2626" y="3433"/>
                    <a:pt x="2549" y="2933"/>
                    <a:pt x="2732" y="2491"/>
                  </a:cubicBezTo>
                  <a:cubicBezTo>
                    <a:pt x="2837" y="2241"/>
                    <a:pt x="2895" y="1962"/>
                    <a:pt x="2895" y="1693"/>
                  </a:cubicBezTo>
                  <a:cubicBezTo>
                    <a:pt x="2895" y="626"/>
                    <a:pt x="2097" y="87"/>
                    <a:pt x="1068" y="10"/>
                  </a:cubicBezTo>
                  <a:cubicBezTo>
                    <a:pt x="982" y="10"/>
                    <a:pt x="818" y="1"/>
                    <a:pt x="732" y="1"/>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9" name="Google Shape;13879;p65"/>
            <p:cNvSpPr/>
            <p:nvPr/>
          </p:nvSpPr>
          <p:spPr>
            <a:xfrm>
              <a:off x="8209996" y="1513559"/>
              <a:ext cx="30941" cy="168894"/>
            </a:xfrm>
            <a:custGeom>
              <a:avLst/>
              <a:gdLst/>
              <a:ahLst/>
              <a:cxnLst/>
              <a:rect l="l" t="t" r="r" b="b"/>
              <a:pathLst>
                <a:path w="1184" h="6463" extrusionOk="0">
                  <a:moveTo>
                    <a:pt x="250" y="0"/>
                  </a:moveTo>
                  <a:lnTo>
                    <a:pt x="10" y="6347"/>
                  </a:lnTo>
                  <a:cubicBezTo>
                    <a:pt x="0" y="6414"/>
                    <a:pt x="58" y="6462"/>
                    <a:pt x="116" y="6462"/>
                  </a:cubicBezTo>
                  <a:lnTo>
                    <a:pt x="1068" y="6462"/>
                  </a:lnTo>
                  <a:cubicBezTo>
                    <a:pt x="1135" y="6462"/>
                    <a:pt x="1183" y="6405"/>
                    <a:pt x="1173" y="6347"/>
                  </a:cubicBezTo>
                  <a:lnTo>
                    <a:pt x="933" y="0"/>
                  </a:ln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0" name="Google Shape;13880;p65"/>
            <p:cNvSpPr/>
            <p:nvPr/>
          </p:nvSpPr>
          <p:spPr>
            <a:xfrm>
              <a:off x="8198419" y="1702785"/>
              <a:ext cx="54329" cy="54303"/>
            </a:xfrm>
            <a:custGeom>
              <a:avLst/>
              <a:gdLst/>
              <a:ahLst/>
              <a:cxnLst/>
              <a:rect l="l" t="t" r="r" b="b"/>
              <a:pathLst>
                <a:path w="2079" h="2078" extrusionOk="0">
                  <a:moveTo>
                    <a:pt x="1040" y="0"/>
                  </a:moveTo>
                  <a:cubicBezTo>
                    <a:pt x="463" y="0"/>
                    <a:pt x="1" y="471"/>
                    <a:pt x="1" y="1039"/>
                  </a:cubicBezTo>
                  <a:cubicBezTo>
                    <a:pt x="1" y="1616"/>
                    <a:pt x="463" y="2077"/>
                    <a:pt x="1040" y="2077"/>
                  </a:cubicBezTo>
                  <a:cubicBezTo>
                    <a:pt x="1607" y="2077"/>
                    <a:pt x="2078" y="1616"/>
                    <a:pt x="2078" y="1039"/>
                  </a:cubicBezTo>
                  <a:cubicBezTo>
                    <a:pt x="2078" y="471"/>
                    <a:pt x="1607" y="0"/>
                    <a:pt x="1040" y="0"/>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1" name="Google Shape;13881;p65"/>
            <p:cNvSpPr/>
            <p:nvPr/>
          </p:nvSpPr>
          <p:spPr>
            <a:xfrm>
              <a:off x="8189639" y="1809327"/>
              <a:ext cx="71629" cy="21141"/>
            </a:xfrm>
            <a:custGeom>
              <a:avLst/>
              <a:gdLst/>
              <a:ahLst/>
              <a:cxnLst/>
              <a:rect l="l" t="t" r="r" b="b"/>
              <a:pathLst>
                <a:path w="2741" h="809" extrusionOk="0">
                  <a:moveTo>
                    <a:pt x="106" y="0"/>
                  </a:moveTo>
                  <a:cubicBezTo>
                    <a:pt x="48" y="0"/>
                    <a:pt x="0" y="48"/>
                    <a:pt x="0" y="106"/>
                  </a:cubicBezTo>
                  <a:lnTo>
                    <a:pt x="0" y="702"/>
                  </a:lnTo>
                  <a:cubicBezTo>
                    <a:pt x="0" y="760"/>
                    <a:pt x="48" y="808"/>
                    <a:pt x="106" y="808"/>
                  </a:cubicBezTo>
                  <a:lnTo>
                    <a:pt x="2635" y="808"/>
                  </a:lnTo>
                  <a:cubicBezTo>
                    <a:pt x="2693" y="808"/>
                    <a:pt x="2741" y="760"/>
                    <a:pt x="2741" y="702"/>
                  </a:cubicBezTo>
                  <a:lnTo>
                    <a:pt x="2741" y="106"/>
                  </a:lnTo>
                  <a:cubicBezTo>
                    <a:pt x="2741" y="48"/>
                    <a:pt x="2693" y="0"/>
                    <a:pt x="2635" y="0"/>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2" name="Google Shape;13882;p65"/>
            <p:cNvSpPr/>
            <p:nvPr/>
          </p:nvSpPr>
          <p:spPr>
            <a:xfrm>
              <a:off x="8189639" y="1817114"/>
              <a:ext cx="71629" cy="13354"/>
            </a:xfrm>
            <a:custGeom>
              <a:avLst/>
              <a:gdLst/>
              <a:ahLst/>
              <a:cxnLst/>
              <a:rect l="l" t="t" r="r" b="b"/>
              <a:pathLst>
                <a:path w="2741" h="511" extrusionOk="0">
                  <a:moveTo>
                    <a:pt x="0" y="0"/>
                  </a:moveTo>
                  <a:lnTo>
                    <a:pt x="0" y="404"/>
                  </a:lnTo>
                  <a:cubicBezTo>
                    <a:pt x="0" y="462"/>
                    <a:pt x="48" y="510"/>
                    <a:pt x="106" y="510"/>
                  </a:cubicBezTo>
                  <a:lnTo>
                    <a:pt x="2635" y="510"/>
                  </a:lnTo>
                  <a:cubicBezTo>
                    <a:pt x="2693" y="510"/>
                    <a:pt x="2741" y="462"/>
                    <a:pt x="2741" y="404"/>
                  </a:cubicBezTo>
                  <a:lnTo>
                    <a:pt x="2741" y="10"/>
                  </a:lnTo>
                  <a:cubicBezTo>
                    <a:pt x="2741" y="58"/>
                    <a:pt x="2693" y="106"/>
                    <a:pt x="2635" y="106"/>
                  </a:cubicBezTo>
                  <a:lnTo>
                    <a:pt x="106" y="106"/>
                  </a:lnTo>
                  <a:cubicBezTo>
                    <a:pt x="48" y="106"/>
                    <a:pt x="0" y="58"/>
                    <a:pt x="0" y="0"/>
                  </a:cubicBez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3" name="Google Shape;13883;p65"/>
            <p:cNvSpPr/>
            <p:nvPr/>
          </p:nvSpPr>
          <p:spPr>
            <a:xfrm>
              <a:off x="8225571" y="1513559"/>
              <a:ext cx="15366" cy="168894"/>
            </a:xfrm>
            <a:custGeom>
              <a:avLst/>
              <a:gdLst/>
              <a:ahLst/>
              <a:cxnLst/>
              <a:rect l="l" t="t" r="r" b="b"/>
              <a:pathLst>
                <a:path w="588" h="6463" extrusionOk="0">
                  <a:moveTo>
                    <a:pt x="1" y="0"/>
                  </a:moveTo>
                  <a:lnTo>
                    <a:pt x="1" y="10"/>
                  </a:lnTo>
                  <a:lnTo>
                    <a:pt x="1" y="6462"/>
                  </a:lnTo>
                  <a:lnTo>
                    <a:pt x="472" y="6462"/>
                  </a:lnTo>
                  <a:cubicBezTo>
                    <a:pt x="539" y="6462"/>
                    <a:pt x="587" y="6414"/>
                    <a:pt x="587" y="6347"/>
                  </a:cubicBezTo>
                  <a:lnTo>
                    <a:pt x="347" y="0"/>
                  </a:lnTo>
                  <a:close/>
                </a:path>
              </a:pathLst>
            </a:custGeom>
            <a:solidFill>
              <a:srgbClr val="C1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4" name="Google Shape;13884;p65"/>
            <p:cNvSpPr/>
            <p:nvPr/>
          </p:nvSpPr>
          <p:spPr>
            <a:xfrm>
              <a:off x="8204456" y="1501251"/>
              <a:ext cx="41995" cy="50018"/>
            </a:xfrm>
            <a:custGeom>
              <a:avLst/>
              <a:gdLst/>
              <a:ahLst/>
              <a:cxnLst/>
              <a:rect l="l" t="t" r="r" b="b"/>
              <a:pathLst>
                <a:path w="1607" h="1914" extrusionOk="0">
                  <a:moveTo>
                    <a:pt x="193" y="0"/>
                  </a:moveTo>
                  <a:cubicBezTo>
                    <a:pt x="87" y="0"/>
                    <a:pt x="1" y="96"/>
                    <a:pt x="10" y="202"/>
                  </a:cubicBezTo>
                  <a:lnTo>
                    <a:pt x="155" y="1741"/>
                  </a:lnTo>
                  <a:cubicBezTo>
                    <a:pt x="164" y="1837"/>
                    <a:pt x="241" y="1914"/>
                    <a:pt x="337" y="1914"/>
                  </a:cubicBezTo>
                  <a:lnTo>
                    <a:pt x="1280" y="1914"/>
                  </a:lnTo>
                  <a:cubicBezTo>
                    <a:pt x="1376" y="1914"/>
                    <a:pt x="1453" y="1837"/>
                    <a:pt x="1462" y="1741"/>
                  </a:cubicBezTo>
                  <a:lnTo>
                    <a:pt x="1597" y="202"/>
                  </a:lnTo>
                  <a:cubicBezTo>
                    <a:pt x="1607" y="96"/>
                    <a:pt x="1520" y="0"/>
                    <a:pt x="1414" y="0"/>
                  </a:cubicBez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5" name="Google Shape;13885;p65"/>
            <p:cNvSpPr/>
            <p:nvPr/>
          </p:nvSpPr>
          <p:spPr>
            <a:xfrm>
              <a:off x="8225571" y="1501251"/>
              <a:ext cx="20880" cy="50018"/>
            </a:xfrm>
            <a:custGeom>
              <a:avLst/>
              <a:gdLst/>
              <a:ahLst/>
              <a:cxnLst/>
              <a:rect l="l" t="t" r="r" b="b"/>
              <a:pathLst>
                <a:path w="799" h="1914" extrusionOk="0">
                  <a:moveTo>
                    <a:pt x="1" y="0"/>
                  </a:moveTo>
                  <a:lnTo>
                    <a:pt x="1" y="1914"/>
                  </a:lnTo>
                  <a:lnTo>
                    <a:pt x="472" y="1914"/>
                  </a:lnTo>
                  <a:cubicBezTo>
                    <a:pt x="568" y="1914"/>
                    <a:pt x="645" y="1837"/>
                    <a:pt x="654" y="1741"/>
                  </a:cubicBezTo>
                  <a:lnTo>
                    <a:pt x="789" y="202"/>
                  </a:lnTo>
                  <a:cubicBezTo>
                    <a:pt x="799" y="96"/>
                    <a:pt x="712" y="0"/>
                    <a:pt x="606" y="0"/>
                  </a:cubicBezTo>
                  <a:close/>
                </a:path>
              </a:pathLst>
            </a:custGeom>
            <a:solidFill>
              <a:srgbClr val="A5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886" name="Google Shape;13886;p65"/>
          <p:cNvSpPr/>
          <p:nvPr/>
        </p:nvSpPr>
        <p:spPr>
          <a:xfrm>
            <a:off x="4946623" y="2722297"/>
            <a:ext cx="32744" cy="15889"/>
          </a:xfrm>
          <a:custGeom>
            <a:avLst/>
            <a:gdLst/>
            <a:ahLst/>
            <a:cxnLst/>
            <a:rect l="l" t="t" r="r" b="b"/>
            <a:pathLst>
              <a:path w="1253" h="608" extrusionOk="0">
                <a:moveTo>
                  <a:pt x="295" y="1"/>
                </a:moveTo>
                <a:cubicBezTo>
                  <a:pt x="75" y="1"/>
                  <a:pt x="0" y="336"/>
                  <a:pt x="237" y="415"/>
                </a:cubicBezTo>
                <a:lnTo>
                  <a:pt x="891" y="597"/>
                </a:lnTo>
                <a:cubicBezTo>
                  <a:pt x="915" y="604"/>
                  <a:pt x="937" y="607"/>
                  <a:pt x="958" y="607"/>
                </a:cubicBezTo>
                <a:cubicBezTo>
                  <a:pt x="1178" y="607"/>
                  <a:pt x="1253" y="272"/>
                  <a:pt x="1016" y="193"/>
                </a:cubicBezTo>
                <a:lnTo>
                  <a:pt x="362" y="11"/>
                </a:lnTo>
                <a:cubicBezTo>
                  <a:pt x="338" y="4"/>
                  <a:pt x="316" y="1"/>
                  <a:pt x="295" y="1"/>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887" name="Google Shape;13887;p65"/>
          <p:cNvGrpSpPr/>
          <p:nvPr/>
        </p:nvGrpSpPr>
        <p:grpSpPr>
          <a:xfrm>
            <a:off x="4876405" y="2718298"/>
            <a:ext cx="170149" cy="360629"/>
            <a:chOff x="4877867" y="2902946"/>
            <a:chExt cx="170149" cy="360629"/>
          </a:xfrm>
        </p:grpSpPr>
        <p:sp>
          <p:nvSpPr>
            <p:cNvPr id="13888" name="Google Shape;13888;p65"/>
            <p:cNvSpPr/>
            <p:nvPr/>
          </p:nvSpPr>
          <p:spPr>
            <a:xfrm>
              <a:off x="4942780" y="2925315"/>
              <a:ext cx="32692" cy="15915"/>
            </a:xfrm>
            <a:custGeom>
              <a:avLst/>
              <a:gdLst/>
              <a:ahLst/>
              <a:cxnLst/>
              <a:rect l="l" t="t" r="r" b="b"/>
              <a:pathLst>
                <a:path w="1251" h="609" extrusionOk="0">
                  <a:moveTo>
                    <a:pt x="297" y="0"/>
                  </a:moveTo>
                  <a:cubicBezTo>
                    <a:pt x="77" y="0"/>
                    <a:pt x="1" y="343"/>
                    <a:pt x="238" y="414"/>
                  </a:cubicBezTo>
                  <a:lnTo>
                    <a:pt x="892" y="596"/>
                  </a:lnTo>
                  <a:cubicBezTo>
                    <a:pt x="917" y="605"/>
                    <a:pt x="941" y="608"/>
                    <a:pt x="963" y="608"/>
                  </a:cubicBezTo>
                  <a:cubicBezTo>
                    <a:pt x="1172" y="608"/>
                    <a:pt x="1251" y="272"/>
                    <a:pt x="1007" y="202"/>
                  </a:cubicBezTo>
                  <a:lnTo>
                    <a:pt x="363" y="10"/>
                  </a:lnTo>
                  <a:cubicBezTo>
                    <a:pt x="340" y="3"/>
                    <a:pt x="318" y="0"/>
                    <a:pt x="297"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9" name="Google Shape;13889;p65"/>
            <p:cNvSpPr/>
            <p:nvPr/>
          </p:nvSpPr>
          <p:spPr>
            <a:xfrm>
              <a:off x="4937345" y="2943843"/>
              <a:ext cx="32927" cy="15915"/>
            </a:xfrm>
            <a:custGeom>
              <a:avLst/>
              <a:gdLst/>
              <a:ahLst/>
              <a:cxnLst/>
              <a:rect l="l" t="t" r="r" b="b"/>
              <a:pathLst>
                <a:path w="1260" h="609" extrusionOk="0">
                  <a:moveTo>
                    <a:pt x="296" y="0"/>
                  </a:moveTo>
                  <a:cubicBezTo>
                    <a:pt x="80" y="0"/>
                    <a:pt x="1" y="337"/>
                    <a:pt x="244" y="407"/>
                  </a:cubicBezTo>
                  <a:lnTo>
                    <a:pt x="898" y="599"/>
                  </a:lnTo>
                  <a:cubicBezTo>
                    <a:pt x="920" y="606"/>
                    <a:pt x="942" y="609"/>
                    <a:pt x="962" y="609"/>
                  </a:cubicBezTo>
                  <a:cubicBezTo>
                    <a:pt x="1176" y="609"/>
                    <a:pt x="1259" y="265"/>
                    <a:pt x="1013" y="195"/>
                  </a:cubicBezTo>
                  <a:lnTo>
                    <a:pt x="369" y="12"/>
                  </a:lnTo>
                  <a:cubicBezTo>
                    <a:pt x="343" y="4"/>
                    <a:pt x="319" y="0"/>
                    <a:pt x="296" y="0"/>
                  </a:cubicBez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0" name="Google Shape;13890;p65"/>
            <p:cNvSpPr/>
            <p:nvPr/>
          </p:nvSpPr>
          <p:spPr>
            <a:xfrm>
              <a:off x="4877867" y="3063164"/>
              <a:ext cx="170149" cy="200410"/>
            </a:xfrm>
            <a:custGeom>
              <a:avLst/>
              <a:gdLst/>
              <a:ahLst/>
              <a:cxnLst/>
              <a:rect l="l" t="t" r="r" b="b"/>
              <a:pathLst>
                <a:path w="6511" h="7669" extrusionOk="0">
                  <a:moveTo>
                    <a:pt x="1064" y="0"/>
                  </a:moveTo>
                  <a:cubicBezTo>
                    <a:pt x="676" y="0"/>
                    <a:pt x="586" y="1024"/>
                    <a:pt x="1357" y="2629"/>
                  </a:cubicBezTo>
                  <a:cubicBezTo>
                    <a:pt x="1693" y="3351"/>
                    <a:pt x="1366" y="3293"/>
                    <a:pt x="683" y="4245"/>
                  </a:cubicBezTo>
                  <a:cubicBezTo>
                    <a:pt x="1" y="5207"/>
                    <a:pt x="405" y="7534"/>
                    <a:pt x="2905" y="7659"/>
                  </a:cubicBezTo>
                  <a:cubicBezTo>
                    <a:pt x="2982" y="7659"/>
                    <a:pt x="3136" y="7668"/>
                    <a:pt x="3222" y="7668"/>
                  </a:cubicBezTo>
                  <a:cubicBezTo>
                    <a:pt x="3299" y="7668"/>
                    <a:pt x="3424" y="7668"/>
                    <a:pt x="3501" y="7659"/>
                  </a:cubicBezTo>
                  <a:cubicBezTo>
                    <a:pt x="6011" y="7534"/>
                    <a:pt x="6511" y="5168"/>
                    <a:pt x="5751" y="4255"/>
                  </a:cubicBezTo>
                  <a:cubicBezTo>
                    <a:pt x="5203" y="3610"/>
                    <a:pt x="4924" y="3428"/>
                    <a:pt x="4915" y="3101"/>
                  </a:cubicBezTo>
                  <a:cubicBezTo>
                    <a:pt x="4915" y="2908"/>
                    <a:pt x="5934" y="1677"/>
                    <a:pt x="5549" y="1004"/>
                  </a:cubicBezTo>
                  <a:cubicBezTo>
                    <a:pt x="5517" y="947"/>
                    <a:pt x="5476" y="922"/>
                    <a:pt x="5428" y="922"/>
                  </a:cubicBezTo>
                  <a:cubicBezTo>
                    <a:pt x="5128" y="922"/>
                    <a:pt x="4547" y="1898"/>
                    <a:pt x="4014" y="1898"/>
                  </a:cubicBezTo>
                  <a:cubicBezTo>
                    <a:pt x="3822" y="1898"/>
                    <a:pt x="3636" y="1771"/>
                    <a:pt x="3472" y="1427"/>
                  </a:cubicBezTo>
                  <a:lnTo>
                    <a:pt x="3472" y="1206"/>
                  </a:lnTo>
                  <a:lnTo>
                    <a:pt x="2780" y="1206"/>
                  </a:lnTo>
                  <a:cubicBezTo>
                    <a:pt x="1587" y="1206"/>
                    <a:pt x="1674" y="110"/>
                    <a:pt x="1107" y="4"/>
                  </a:cubicBezTo>
                  <a:cubicBezTo>
                    <a:pt x="1092" y="2"/>
                    <a:pt x="1078" y="0"/>
                    <a:pt x="106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1" name="Google Shape;13891;p65"/>
            <p:cNvSpPr/>
            <p:nvPr/>
          </p:nvSpPr>
          <p:spPr>
            <a:xfrm>
              <a:off x="4942963" y="3088905"/>
              <a:ext cx="105053" cy="174670"/>
            </a:xfrm>
            <a:custGeom>
              <a:avLst/>
              <a:gdLst/>
              <a:ahLst/>
              <a:cxnLst/>
              <a:rect l="l" t="t" r="r" b="b"/>
              <a:pathLst>
                <a:path w="4020" h="6684" extrusionOk="0">
                  <a:moveTo>
                    <a:pt x="3039" y="0"/>
                  </a:moveTo>
                  <a:cubicBezTo>
                    <a:pt x="3039" y="1029"/>
                    <a:pt x="991" y="1779"/>
                    <a:pt x="991" y="2270"/>
                  </a:cubicBezTo>
                  <a:cubicBezTo>
                    <a:pt x="991" y="2587"/>
                    <a:pt x="1279" y="2635"/>
                    <a:pt x="1827" y="3260"/>
                  </a:cubicBezTo>
                  <a:cubicBezTo>
                    <a:pt x="2539" y="4135"/>
                    <a:pt x="2145" y="6279"/>
                    <a:pt x="0" y="6626"/>
                  </a:cubicBezTo>
                  <a:cubicBezTo>
                    <a:pt x="135" y="6654"/>
                    <a:pt x="279" y="6664"/>
                    <a:pt x="414" y="6674"/>
                  </a:cubicBezTo>
                  <a:cubicBezTo>
                    <a:pt x="500" y="6674"/>
                    <a:pt x="645" y="6683"/>
                    <a:pt x="731" y="6683"/>
                  </a:cubicBezTo>
                  <a:cubicBezTo>
                    <a:pt x="808" y="6683"/>
                    <a:pt x="933" y="6683"/>
                    <a:pt x="1020" y="6674"/>
                  </a:cubicBezTo>
                  <a:cubicBezTo>
                    <a:pt x="3520" y="6549"/>
                    <a:pt x="4020" y="4183"/>
                    <a:pt x="3260" y="3270"/>
                  </a:cubicBezTo>
                  <a:cubicBezTo>
                    <a:pt x="2712" y="2625"/>
                    <a:pt x="2433" y="2443"/>
                    <a:pt x="2424" y="2116"/>
                  </a:cubicBezTo>
                  <a:cubicBezTo>
                    <a:pt x="2424" y="1923"/>
                    <a:pt x="3443" y="692"/>
                    <a:pt x="3058" y="19"/>
                  </a:cubicBezTo>
                  <a:cubicBezTo>
                    <a:pt x="3058" y="10"/>
                    <a:pt x="3049" y="0"/>
                    <a:pt x="3039"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2" name="Google Shape;13892;p65"/>
            <p:cNvSpPr/>
            <p:nvPr/>
          </p:nvSpPr>
          <p:spPr>
            <a:xfrm>
              <a:off x="4949496" y="2966761"/>
              <a:ext cx="25662" cy="161368"/>
            </a:xfrm>
            <a:custGeom>
              <a:avLst/>
              <a:gdLst/>
              <a:ahLst/>
              <a:cxnLst/>
              <a:rect l="l" t="t" r="r" b="b"/>
              <a:pathLst>
                <a:path w="982" h="6175" extrusionOk="0">
                  <a:moveTo>
                    <a:pt x="202" y="1"/>
                  </a:moveTo>
                  <a:lnTo>
                    <a:pt x="0" y="5982"/>
                  </a:lnTo>
                  <a:cubicBezTo>
                    <a:pt x="0" y="6088"/>
                    <a:pt x="77" y="6174"/>
                    <a:pt x="183" y="6174"/>
                  </a:cubicBezTo>
                  <a:lnTo>
                    <a:pt x="798" y="6174"/>
                  </a:lnTo>
                  <a:cubicBezTo>
                    <a:pt x="904" y="6165"/>
                    <a:pt x="981" y="6088"/>
                    <a:pt x="981" y="5982"/>
                  </a:cubicBezTo>
                  <a:lnTo>
                    <a:pt x="779" y="1"/>
                  </a:lnTo>
                  <a:close/>
                </a:path>
              </a:pathLst>
            </a:custGeom>
            <a:solidFill>
              <a:srgbClr val="B3C3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3" name="Google Shape;13893;p65"/>
            <p:cNvSpPr/>
            <p:nvPr/>
          </p:nvSpPr>
          <p:spPr>
            <a:xfrm>
              <a:off x="4962301" y="2967023"/>
              <a:ext cx="12857" cy="161107"/>
            </a:xfrm>
            <a:custGeom>
              <a:avLst/>
              <a:gdLst/>
              <a:ahLst/>
              <a:cxnLst/>
              <a:rect l="l" t="t" r="r" b="b"/>
              <a:pathLst>
                <a:path w="492" h="6165" extrusionOk="0">
                  <a:moveTo>
                    <a:pt x="1" y="0"/>
                  </a:moveTo>
                  <a:lnTo>
                    <a:pt x="1" y="6164"/>
                  </a:lnTo>
                  <a:lnTo>
                    <a:pt x="308" y="6164"/>
                  </a:lnTo>
                  <a:cubicBezTo>
                    <a:pt x="414" y="6164"/>
                    <a:pt x="491" y="6078"/>
                    <a:pt x="491" y="5982"/>
                  </a:cubicBezTo>
                  <a:lnTo>
                    <a:pt x="289" y="0"/>
                  </a:lnTo>
                  <a:close/>
                </a:path>
              </a:pathLst>
            </a:custGeom>
            <a:solidFill>
              <a:srgbClr val="98ADB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4" name="Google Shape;13894;p65"/>
            <p:cNvSpPr/>
            <p:nvPr/>
          </p:nvSpPr>
          <p:spPr>
            <a:xfrm>
              <a:off x="4948739" y="2902946"/>
              <a:ext cx="33685" cy="71394"/>
            </a:xfrm>
            <a:custGeom>
              <a:avLst/>
              <a:gdLst/>
              <a:ahLst/>
              <a:cxnLst/>
              <a:rect l="l" t="t" r="r" b="b"/>
              <a:pathLst>
                <a:path w="1289" h="2732" extrusionOk="0">
                  <a:moveTo>
                    <a:pt x="914" y="0"/>
                  </a:moveTo>
                  <a:cubicBezTo>
                    <a:pt x="818" y="0"/>
                    <a:pt x="731" y="68"/>
                    <a:pt x="702" y="154"/>
                  </a:cubicBezTo>
                  <a:lnTo>
                    <a:pt x="39" y="2452"/>
                  </a:lnTo>
                  <a:cubicBezTo>
                    <a:pt x="0" y="2587"/>
                    <a:pt x="106" y="2731"/>
                    <a:pt x="260" y="2731"/>
                  </a:cubicBezTo>
                  <a:lnTo>
                    <a:pt x="702" y="2731"/>
                  </a:lnTo>
                  <a:cubicBezTo>
                    <a:pt x="799" y="2731"/>
                    <a:pt x="885" y="2664"/>
                    <a:pt x="914" y="2577"/>
                  </a:cubicBezTo>
                  <a:cubicBezTo>
                    <a:pt x="962" y="2433"/>
                    <a:pt x="1049" y="2308"/>
                    <a:pt x="1154" y="2212"/>
                  </a:cubicBezTo>
                  <a:cubicBezTo>
                    <a:pt x="1241" y="2135"/>
                    <a:pt x="1289" y="2020"/>
                    <a:pt x="1270" y="1914"/>
                  </a:cubicBezTo>
                  <a:lnTo>
                    <a:pt x="1154" y="1221"/>
                  </a:lnTo>
                  <a:cubicBezTo>
                    <a:pt x="1116" y="952"/>
                    <a:pt x="1126" y="673"/>
                    <a:pt x="1193" y="414"/>
                  </a:cubicBezTo>
                  <a:lnTo>
                    <a:pt x="1212" y="327"/>
                  </a:lnTo>
                  <a:cubicBezTo>
                    <a:pt x="1251" y="164"/>
                    <a:pt x="1126" y="0"/>
                    <a:pt x="95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5" name="Google Shape;13895;p65"/>
            <p:cNvSpPr/>
            <p:nvPr/>
          </p:nvSpPr>
          <p:spPr>
            <a:xfrm>
              <a:off x="4937423" y="3148199"/>
              <a:ext cx="49782" cy="11080"/>
            </a:xfrm>
            <a:custGeom>
              <a:avLst/>
              <a:gdLst/>
              <a:ahLst/>
              <a:cxnLst/>
              <a:rect l="l" t="t" r="r" b="b"/>
              <a:pathLst>
                <a:path w="1905" h="424" extrusionOk="0">
                  <a:moveTo>
                    <a:pt x="280" y="1"/>
                  </a:moveTo>
                  <a:cubicBezTo>
                    <a:pt x="1" y="1"/>
                    <a:pt x="1" y="424"/>
                    <a:pt x="280" y="424"/>
                  </a:cubicBezTo>
                  <a:lnTo>
                    <a:pt x="1626" y="424"/>
                  </a:lnTo>
                  <a:cubicBezTo>
                    <a:pt x="1905" y="424"/>
                    <a:pt x="1905" y="1"/>
                    <a:pt x="1626"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6" name="Google Shape;13896;p65"/>
            <p:cNvSpPr/>
            <p:nvPr/>
          </p:nvSpPr>
          <p:spPr>
            <a:xfrm>
              <a:off x="4937423" y="3177102"/>
              <a:ext cx="49782" cy="11080"/>
            </a:xfrm>
            <a:custGeom>
              <a:avLst/>
              <a:gdLst/>
              <a:ahLst/>
              <a:cxnLst/>
              <a:rect l="l" t="t" r="r" b="b"/>
              <a:pathLst>
                <a:path w="1905" h="424" extrusionOk="0">
                  <a:moveTo>
                    <a:pt x="280" y="0"/>
                  </a:moveTo>
                  <a:cubicBezTo>
                    <a:pt x="1" y="0"/>
                    <a:pt x="1" y="423"/>
                    <a:pt x="280" y="423"/>
                  </a:cubicBezTo>
                  <a:lnTo>
                    <a:pt x="1626" y="423"/>
                  </a:lnTo>
                  <a:cubicBezTo>
                    <a:pt x="1905" y="423"/>
                    <a:pt x="1905" y="0"/>
                    <a:pt x="1626"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7" name="Google Shape;13897;p65"/>
            <p:cNvSpPr/>
            <p:nvPr/>
          </p:nvSpPr>
          <p:spPr>
            <a:xfrm>
              <a:off x="4937423" y="3205247"/>
              <a:ext cx="49782" cy="10819"/>
            </a:xfrm>
            <a:custGeom>
              <a:avLst/>
              <a:gdLst/>
              <a:ahLst/>
              <a:cxnLst/>
              <a:rect l="l" t="t" r="r" b="b"/>
              <a:pathLst>
                <a:path w="1905" h="414" extrusionOk="0">
                  <a:moveTo>
                    <a:pt x="280" y="0"/>
                  </a:moveTo>
                  <a:cubicBezTo>
                    <a:pt x="1" y="0"/>
                    <a:pt x="1" y="414"/>
                    <a:pt x="280" y="414"/>
                  </a:cubicBezTo>
                  <a:lnTo>
                    <a:pt x="1626" y="414"/>
                  </a:lnTo>
                  <a:cubicBezTo>
                    <a:pt x="1905" y="414"/>
                    <a:pt x="1905" y="0"/>
                    <a:pt x="1626"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8" name="Google Shape;13898;p65"/>
            <p:cNvSpPr/>
            <p:nvPr/>
          </p:nvSpPr>
          <p:spPr>
            <a:xfrm>
              <a:off x="4999253" y="3176841"/>
              <a:ext cx="11080" cy="11342"/>
            </a:xfrm>
            <a:custGeom>
              <a:avLst/>
              <a:gdLst/>
              <a:ahLst/>
              <a:cxnLst/>
              <a:rect l="l" t="t" r="r" b="b"/>
              <a:pathLst>
                <a:path w="424" h="434" extrusionOk="0">
                  <a:moveTo>
                    <a:pt x="212" y="1"/>
                  </a:moveTo>
                  <a:cubicBezTo>
                    <a:pt x="96" y="1"/>
                    <a:pt x="0" y="97"/>
                    <a:pt x="0" y="222"/>
                  </a:cubicBezTo>
                  <a:cubicBezTo>
                    <a:pt x="0" y="337"/>
                    <a:pt x="96" y="433"/>
                    <a:pt x="212" y="433"/>
                  </a:cubicBezTo>
                  <a:cubicBezTo>
                    <a:pt x="327" y="433"/>
                    <a:pt x="423" y="337"/>
                    <a:pt x="423" y="222"/>
                  </a:cubicBezTo>
                  <a:cubicBezTo>
                    <a:pt x="423" y="97"/>
                    <a:pt x="327" y="1"/>
                    <a:pt x="212" y="1"/>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99" name="Google Shape;13899;p65"/>
            <p:cNvSpPr/>
            <p:nvPr/>
          </p:nvSpPr>
          <p:spPr>
            <a:xfrm>
              <a:off x="4999253" y="3204985"/>
              <a:ext cx="11080" cy="11342"/>
            </a:xfrm>
            <a:custGeom>
              <a:avLst/>
              <a:gdLst/>
              <a:ahLst/>
              <a:cxnLst/>
              <a:rect l="l" t="t" r="r" b="b"/>
              <a:pathLst>
                <a:path w="424" h="434" extrusionOk="0">
                  <a:moveTo>
                    <a:pt x="212" y="1"/>
                  </a:moveTo>
                  <a:cubicBezTo>
                    <a:pt x="96" y="1"/>
                    <a:pt x="0" y="97"/>
                    <a:pt x="0" y="212"/>
                  </a:cubicBezTo>
                  <a:cubicBezTo>
                    <a:pt x="0" y="337"/>
                    <a:pt x="96" y="433"/>
                    <a:pt x="212" y="433"/>
                  </a:cubicBezTo>
                  <a:cubicBezTo>
                    <a:pt x="327" y="433"/>
                    <a:pt x="423" y="337"/>
                    <a:pt x="423" y="212"/>
                  </a:cubicBezTo>
                  <a:cubicBezTo>
                    <a:pt x="423" y="97"/>
                    <a:pt x="327" y="1"/>
                    <a:pt x="212" y="1"/>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0" name="Google Shape;13900;p65"/>
            <p:cNvSpPr/>
            <p:nvPr/>
          </p:nvSpPr>
          <p:spPr>
            <a:xfrm>
              <a:off x="4957284" y="2914235"/>
              <a:ext cx="18110" cy="53572"/>
            </a:xfrm>
            <a:custGeom>
              <a:avLst/>
              <a:gdLst/>
              <a:ahLst/>
              <a:cxnLst/>
              <a:rect l="l" t="t" r="r" b="b"/>
              <a:pathLst>
                <a:path w="693" h="2050" extrusionOk="0">
                  <a:moveTo>
                    <a:pt x="577" y="1"/>
                  </a:moveTo>
                  <a:cubicBezTo>
                    <a:pt x="568" y="1"/>
                    <a:pt x="558" y="11"/>
                    <a:pt x="558" y="20"/>
                  </a:cubicBezTo>
                  <a:lnTo>
                    <a:pt x="29" y="1809"/>
                  </a:lnTo>
                  <a:cubicBezTo>
                    <a:pt x="0" y="1934"/>
                    <a:pt x="97" y="2049"/>
                    <a:pt x="222" y="2049"/>
                  </a:cubicBezTo>
                  <a:cubicBezTo>
                    <a:pt x="298" y="2049"/>
                    <a:pt x="366" y="2011"/>
                    <a:pt x="395" y="1943"/>
                  </a:cubicBezTo>
                  <a:cubicBezTo>
                    <a:pt x="462" y="1809"/>
                    <a:pt x="549" y="1693"/>
                    <a:pt x="664" y="1597"/>
                  </a:cubicBezTo>
                  <a:cubicBezTo>
                    <a:pt x="683" y="1578"/>
                    <a:pt x="693" y="1540"/>
                    <a:pt x="693" y="1511"/>
                  </a:cubicBezTo>
                  <a:lnTo>
                    <a:pt x="577" y="828"/>
                  </a:lnTo>
                  <a:cubicBezTo>
                    <a:pt x="539" y="559"/>
                    <a:pt x="539" y="289"/>
                    <a:pt x="597" y="30"/>
                  </a:cubicBezTo>
                  <a:cubicBezTo>
                    <a:pt x="597" y="11"/>
                    <a:pt x="587" y="1"/>
                    <a:pt x="577" y="1"/>
                  </a:cubicBezTo>
                  <a:close/>
                </a:path>
              </a:pathLst>
            </a:custGeom>
            <a:solidFill>
              <a:srgbClr val="D9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01" name="Google Shape;13901;p65"/>
          <p:cNvGrpSpPr/>
          <p:nvPr/>
        </p:nvGrpSpPr>
        <p:grpSpPr>
          <a:xfrm>
            <a:off x="6740227" y="1316028"/>
            <a:ext cx="207962" cy="361203"/>
            <a:chOff x="6741689" y="1500676"/>
            <a:chExt cx="207962" cy="361203"/>
          </a:xfrm>
        </p:grpSpPr>
        <p:sp>
          <p:nvSpPr>
            <p:cNvPr id="13902" name="Google Shape;13902;p65"/>
            <p:cNvSpPr/>
            <p:nvPr/>
          </p:nvSpPr>
          <p:spPr>
            <a:xfrm>
              <a:off x="6749242" y="1500676"/>
              <a:ext cx="184469" cy="361203"/>
            </a:xfrm>
            <a:custGeom>
              <a:avLst/>
              <a:gdLst/>
              <a:ahLst/>
              <a:cxnLst/>
              <a:rect l="l" t="t" r="r" b="b"/>
              <a:pathLst>
                <a:path w="7059" h="13822" extrusionOk="0">
                  <a:moveTo>
                    <a:pt x="1293" y="0"/>
                  </a:moveTo>
                  <a:cubicBezTo>
                    <a:pt x="1145" y="0"/>
                    <a:pt x="993" y="35"/>
                    <a:pt x="847" y="109"/>
                  </a:cubicBezTo>
                  <a:lnTo>
                    <a:pt x="0" y="522"/>
                  </a:lnTo>
                  <a:lnTo>
                    <a:pt x="991" y="551"/>
                  </a:lnTo>
                  <a:cubicBezTo>
                    <a:pt x="1279" y="589"/>
                    <a:pt x="1500" y="849"/>
                    <a:pt x="1481" y="1147"/>
                  </a:cubicBezTo>
                  <a:lnTo>
                    <a:pt x="991" y="11792"/>
                  </a:lnTo>
                  <a:cubicBezTo>
                    <a:pt x="933" y="12898"/>
                    <a:pt x="1818" y="13821"/>
                    <a:pt x="2924" y="13821"/>
                  </a:cubicBezTo>
                  <a:cubicBezTo>
                    <a:pt x="4001" y="13821"/>
                    <a:pt x="4876" y="12946"/>
                    <a:pt x="4876" y="11879"/>
                  </a:cubicBezTo>
                  <a:lnTo>
                    <a:pt x="4876" y="10388"/>
                  </a:lnTo>
                  <a:cubicBezTo>
                    <a:pt x="4876" y="9090"/>
                    <a:pt x="5501" y="7869"/>
                    <a:pt x="6558" y="7119"/>
                  </a:cubicBezTo>
                  <a:lnTo>
                    <a:pt x="7058" y="6753"/>
                  </a:lnTo>
                  <a:lnTo>
                    <a:pt x="4799" y="3811"/>
                  </a:lnTo>
                  <a:lnTo>
                    <a:pt x="3789" y="5494"/>
                  </a:lnTo>
                  <a:cubicBezTo>
                    <a:pt x="3414" y="6119"/>
                    <a:pt x="3222" y="6821"/>
                    <a:pt x="3222" y="7551"/>
                  </a:cubicBezTo>
                  <a:lnTo>
                    <a:pt x="3222" y="11398"/>
                  </a:lnTo>
                  <a:cubicBezTo>
                    <a:pt x="3222" y="11657"/>
                    <a:pt x="3010" y="11879"/>
                    <a:pt x="2741" y="11879"/>
                  </a:cubicBezTo>
                  <a:cubicBezTo>
                    <a:pt x="2481" y="11869"/>
                    <a:pt x="2270" y="11657"/>
                    <a:pt x="2270" y="11398"/>
                  </a:cubicBezTo>
                  <a:lnTo>
                    <a:pt x="2289" y="993"/>
                  </a:lnTo>
                  <a:lnTo>
                    <a:pt x="2289" y="955"/>
                  </a:lnTo>
                  <a:cubicBezTo>
                    <a:pt x="2259" y="397"/>
                    <a:pt x="1798" y="0"/>
                    <a:pt x="1293"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3" name="Google Shape;13903;p65"/>
            <p:cNvSpPr/>
            <p:nvPr/>
          </p:nvSpPr>
          <p:spPr>
            <a:xfrm>
              <a:off x="6775113" y="1501199"/>
              <a:ext cx="37735" cy="310167"/>
            </a:xfrm>
            <a:custGeom>
              <a:avLst/>
              <a:gdLst/>
              <a:ahLst/>
              <a:cxnLst/>
              <a:rect l="l" t="t" r="r" b="b"/>
              <a:pathLst>
                <a:path w="1444" h="11869" extrusionOk="0">
                  <a:moveTo>
                    <a:pt x="307" y="1"/>
                  </a:moveTo>
                  <a:cubicBezTo>
                    <a:pt x="206" y="1"/>
                    <a:pt x="103" y="17"/>
                    <a:pt x="1" y="50"/>
                  </a:cubicBezTo>
                  <a:cubicBezTo>
                    <a:pt x="366" y="175"/>
                    <a:pt x="885" y="502"/>
                    <a:pt x="905" y="944"/>
                  </a:cubicBezTo>
                  <a:cubicBezTo>
                    <a:pt x="905" y="954"/>
                    <a:pt x="664" y="11387"/>
                    <a:pt x="664" y="11387"/>
                  </a:cubicBezTo>
                  <a:cubicBezTo>
                    <a:pt x="664" y="11647"/>
                    <a:pt x="866" y="11859"/>
                    <a:pt x="1126" y="11868"/>
                  </a:cubicBezTo>
                  <a:cubicBezTo>
                    <a:pt x="1241" y="11868"/>
                    <a:pt x="1357" y="11830"/>
                    <a:pt x="1443" y="11753"/>
                  </a:cubicBezTo>
                  <a:cubicBezTo>
                    <a:pt x="1337" y="11657"/>
                    <a:pt x="1280" y="11532"/>
                    <a:pt x="1280" y="11387"/>
                  </a:cubicBezTo>
                  <a:lnTo>
                    <a:pt x="1289" y="983"/>
                  </a:lnTo>
                  <a:lnTo>
                    <a:pt x="1289" y="944"/>
                  </a:lnTo>
                  <a:cubicBezTo>
                    <a:pt x="1265" y="399"/>
                    <a:pt x="813" y="1"/>
                    <a:pt x="30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4" name="Google Shape;13904;p65"/>
            <p:cNvSpPr/>
            <p:nvPr/>
          </p:nvSpPr>
          <p:spPr>
            <a:xfrm>
              <a:off x="6773623" y="1645241"/>
              <a:ext cx="159330" cy="216638"/>
            </a:xfrm>
            <a:custGeom>
              <a:avLst/>
              <a:gdLst/>
              <a:ahLst/>
              <a:cxnLst/>
              <a:rect l="l" t="t" r="r" b="b"/>
              <a:pathLst>
                <a:path w="6097" h="8290" extrusionOk="0">
                  <a:moveTo>
                    <a:pt x="5183" y="0"/>
                  </a:moveTo>
                  <a:lnTo>
                    <a:pt x="4500" y="462"/>
                  </a:lnTo>
                  <a:cubicBezTo>
                    <a:pt x="3443" y="1221"/>
                    <a:pt x="3135" y="2433"/>
                    <a:pt x="3135" y="3731"/>
                  </a:cubicBezTo>
                  <a:lnTo>
                    <a:pt x="3135" y="6741"/>
                  </a:lnTo>
                  <a:cubicBezTo>
                    <a:pt x="3145" y="7289"/>
                    <a:pt x="2731" y="7741"/>
                    <a:pt x="2193" y="7808"/>
                  </a:cubicBezTo>
                  <a:cubicBezTo>
                    <a:pt x="2125" y="7808"/>
                    <a:pt x="2068" y="7818"/>
                    <a:pt x="2000" y="7818"/>
                  </a:cubicBezTo>
                  <a:cubicBezTo>
                    <a:pt x="1000" y="7808"/>
                    <a:pt x="173" y="7058"/>
                    <a:pt x="67" y="6068"/>
                  </a:cubicBezTo>
                  <a:lnTo>
                    <a:pt x="58" y="6260"/>
                  </a:lnTo>
                  <a:cubicBezTo>
                    <a:pt x="0" y="7366"/>
                    <a:pt x="885" y="8289"/>
                    <a:pt x="1991" y="8289"/>
                  </a:cubicBezTo>
                  <a:lnTo>
                    <a:pt x="2039" y="8289"/>
                  </a:lnTo>
                  <a:cubicBezTo>
                    <a:pt x="2356" y="8279"/>
                    <a:pt x="2664" y="8193"/>
                    <a:pt x="2943" y="8039"/>
                  </a:cubicBezTo>
                  <a:lnTo>
                    <a:pt x="3020" y="7991"/>
                  </a:lnTo>
                  <a:lnTo>
                    <a:pt x="3096" y="7943"/>
                  </a:lnTo>
                  <a:lnTo>
                    <a:pt x="3164" y="7895"/>
                  </a:lnTo>
                  <a:lnTo>
                    <a:pt x="3231" y="7837"/>
                  </a:lnTo>
                  <a:lnTo>
                    <a:pt x="3241" y="7837"/>
                  </a:lnTo>
                  <a:lnTo>
                    <a:pt x="3298" y="7779"/>
                  </a:lnTo>
                  <a:lnTo>
                    <a:pt x="3308" y="7779"/>
                  </a:lnTo>
                  <a:lnTo>
                    <a:pt x="3366" y="7722"/>
                  </a:lnTo>
                  <a:lnTo>
                    <a:pt x="3375" y="7712"/>
                  </a:lnTo>
                  <a:lnTo>
                    <a:pt x="3433" y="7654"/>
                  </a:lnTo>
                  <a:lnTo>
                    <a:pt x="3443" y="7645"/>
                  </a:lnTo>
                  <a:lnTo>
                    <a:pt x="3491" y="7587"/>
                  </a:lnTo>
                  <a:lnTo>
                    <a:pt x="3500" y="7568"/>
                  </a:lnTo>
                  <a:lnTo>
                    <a:pt x="3548" y="7510"/>
                  </a:lnTo>
                  <a:lnTo>
                    <a:pt x="3558" y="7501"/>
                  </a:lnTo>
                  <a:lnTo>
                    <a:pt x="3596" y="7443"/>
                  </a:lnTo>
                  <a:lnTo>
                    <a:pt x="3616" y="7414"/>
                  </a:lnTo>
                  <a:lnTo>
                    <a:pt x="3645" y="7356"/>
                  </a:lnTo>
                  <a:lnTo>
                    <a:pt x="3664" y="7337"/>
                  </a:lnTo>
                  <a:lnTo>
                    <a:pt x="3693" y="7279"/>
                  </a:lnTo>
                  <a:lnTo>
                    <a:pt x="3712" y="7251"/>
                  </a:lnTo>
                  <a:lnTo>
                    <a:pt x="3741" y="7202"/>
                  </a:lnTo>
                  <a:lnTo>
                    <a:pt x="3750" y="7164"/>
                  </a:lnTo>
                  <a:lnTo>
                    <a:pt x="3779" y="7116"/>
                  </a:lnTo>
                  <a:lnTo>
                    <a:pt x="3789" y="7077"/>
                  </a:lnTo>
                  <a:lnTo>
                    <a:pt x="3808" y="7029"/>
                  </a:lnTo>
                  <a:lnTo>
                    <a:pt x="3827" y="6991"/>
                  </a:lnTo>
                  <a:cubicBezTo>
                    <a:pt x="3827" y="6972"/>
                    <a:pt x="3837" y="6952"/>
                    <a:pt x="3837" y="6943"/>
                  </a:cubicBezTo>
                  <a:lnTo>
                    <a:pt x="3856" y="6895"/>
                  </a:lnTo>
                  <a:cubicBezTo>
                    <a:pt x="3856" y="6876"/>
                    <a:pt x="3866" y="6866"/>
                    <a:pt x="3866" y="6847"/>
                  </a:cubicBezTo>
                  <a:cubicBezTo>
                    <a:pt x="3866" y="6827"/>
                    <a:pt x="3875" y="6818"/>
                    <a:pt x="3875" y="6799"/>
                  </a:cubicBezTo>
                  <a:cubicBezTo>
                    <a:pt x="3875" y="6789"/>
                    <a:pt x="3885" y="6770"/>
                    <a:pt x="3885" y="6760"/>
                  </a:cubicBezTo>
                  <a:cubicBezTo>
                    <a:pt x="3895" y="6741"/>
                    <a:pt x="3895" y="6722"/>
                    <a:pt x="3895" y="6702"/>
                  </a:cubicBezTo>
                  <a:cubicBezTo>
                    <a:pt x="3895" y="6693"/>
                    <a:pt x="3895" y="6674"/>
                    <a:pt x="3904" y="6664"/>
                  </a:cubicBezTo>
                  <a:cubicBezTo>
                    <a:pt x="3914" y="6645"/>
                    <a:pt x="3904" y="6626"/>
                    <a:pt x="3914" y="6606"/>
                  </a:cubicBezTo>
                  <a:cubicBezTo>
                    <a:pt x="3914" y="6587"/>
                    <a:pt x="3914" y="6577"/>
                    <a:pt x="3914" y="6568"/>
                  </a:cubicBezTo>
                  <a:lnTo>
                    <a:pt x="3914" y="6500"/>
                  </a:lnTo>
                  <a:lnTo>
                    <a:pt x="3914" y="6472"/>
                  </a:lnTo>
                  <a:lnTo>
                    <a:pt x="3914" y="6366"/>
                  </a:lnTo>
                  <a:lnTo>
                    <a:pt x="3914" y="4856"/>
                  </a:lnTo>
                  <a:cubicBezTo>
                    <a:pt x="3914" y="3558"/>
                    <a:pt x="4539" y="2337"/>
                    <a:pt x="5597" y="1587"/>
                  </a:cubicBezTo>
                  <a:lnTo>
                    <a:pt x="6097" y="1221"/>
                  </a:lnTo>
                  <a:lnTo>
                    <a:pt x="5183"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5" name="Google Shape;13905;p65"/>
            <p:cNvSpPr/>
            <p:nvPr/>
          </p:nvSpPr>
          <p:spPr>
            <a:xfrm>
              <a:off x="6854530" y="1589082"/>
              <a:ext cx="93006" cy="108502"/>
            </a:xfrm>
            <a:custGeom>
              <a:avLst/>
              <a:gdLst/>
              <a:ahLst/>
              <a:cxnLst/>
              <a:rect l="l" t="t" r="r" b="b"/>
              <a:pathLst>
                <a:path w="3559" h="4152" extrusionOk="0">
                  <a:moveTo>
                    <a:pt x="563" y="0"/>
                  </a:moveTo>
                  <a:cubicBezTo>
                    <a:pt x="457" y="0"/>
                    <a:pt x="351" y="33"/>
                    <a:pt x="260" y="101"/>
                  </a:cubicBezTo>
                  <a:cubicBezTo>
                    <a:pt x="49" y="274"/>
                    <a:pt x="0" y="582"/>
                    <a:pt x="174" y="803"/>
                  </a:cubicBezTo>
                  <a:lnTo>
                    <a:pt x="2597" y="3957"/>
                  </a:lnTo>
                  <a:cubicBezTo>
                    <a:pt x="2697" y="4085"/>
                    <a:pt x="2842" y="4152"/>
                    <a:pt x="2990" y="4152"/>
                  </a:cubicBezTo>
                  <a:cubicBezTo>
                    <a:pt x="3097" y="4152"/>
                    <a:pt x="3206" y="4116"/>
                    <a:pt x="3299" y="4043"/>
                  </a:cubicBezTo>
                  <a:cubicBezTo>
                    <a:pt x="3520" y="3880"/>
                    <a:pt x="3558" y="3563"/>
                    <a:pt x="3385" y="3351"/>
                  </a:cubicBezTo>
                  <a:lnTo>
                    <a:pt x="962" y="197"/>
                  </a:lnTo>
                  <a:cubicBezTo>
                    <a:pt x="860" y="67"/>
                    <a:pt x="712" y="0"/>
                    <a:pt x="563"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6" name="Google Shape;13906;p65"/>
            <p:cNvSpPr/>
            <p:nvPr/>
          </p:nvSpPr>
          <p:spPr>
            <a:xfrm>
              <a:off x="6857796" y="1589134"/>
              <a:ext cx="91856" cy="108398"/>
            </a:xfrm>
            <a:custGeom>
              <a:avLst/>
              <a:gdLst/>
              <a:ahLst/>
              <a:cxnLst/>
              <a:rect l="l" t="t" r="r" b="b"/>
              <a:pathLst>
                <a:path w="3515" h="4148" extrusionOk="0">
                  <a:moveTo>
                    <a:pt x="444" y="0"/>
                  </a:moveTo>
                  <a:cubicBezTo>
                    <a:pt x="337" y="0"/>
                    <a:pt x="228" y="36"/>
                    <a:pt x="135" y="108"/>
                  </a:cubicBezTo>
                  <a:cubicBezTo>
                    <a:pt x="77" y="147"/>
                    <a:pt x="29" y="205"/>
                    <a:pt x="0" y="272"/>
                  </a:cubicBezTo>
                  <a:cubicBezTo>
                    <a:pt x="154" y="272"/>
                    <a:pt x="289" y="339"/>
                    <a:pt x="385" y="464"/>
                  </a:cubicBezTo>
                  <a:lnTo>
                    <a:pt x="2808" y="3618"/>
                  </a:lnTo>
                  <a:cubicBezTo>
                    <a:pt x="2924" y="3772"/>
                    <a:pt x="2943" y="3974"/>
                    <a:pt x="2856" y="4147"/>
                  </a:cubicBezTo>
                  <a:cubicBezTo>
                    <a:pt x="2865" y="4148"/>
                    <a:pt x="2873" y="4148"/>
                    <a:pt x="2881" y="4148"/>
                  </a:cubicBezTo>
                  <a:cubicBezTo>
                    <a:pt x="3289" y="4148"/>
                    <a:pt x="3515" y="3679"/>
                    <a:pt x="3260" y="3349"/>
                  </a:cubicBezTo>
                  <a:lnTo>
                    <a:pt x="837" y="195"/>
                  </a:lnTo>
                  <a:cubicBezTo>
                    <a:pt x="737" y="67"/>
                    <a:pt x="592" y="0"/>
                    <a:pt x="44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7" name="Google Shape;13907;p65"/>
            <p:cNvSpPr/>
            <p:nvPr/>
          </p:nvSpPr>
          <p:spPr>
            <a:xfrm>
              <a:off x="6801245" y="1635441"/>
              <a:ext cx="31699" cy="11315"/>
            </a:xfrm>
            <a:custGeom>
              <a:avLst/>
              <a:gdLst/>
              <a:ahLst/>
              <a:cxnLst/>
              <a:rect l="l" t="t" r="r" b="b"/>
              <a:pathLst>
                <a:path w="1213" h="433" extrusionOk="0">
                  <a:moveTo>
                    <a:pt x="289" y="0"/>
                  </a:moveTo>
                  <a:cubicBezTo>
                    <a:pt x="1" y="0"/>
                    <a:pt x="1" y="433"/>
                    <a:pt x="289" y="433"/>
                  </a:cubicBezTo>
                  <a:lnTo>
                    <a:pt x="924" y="433"/>
                  </a:lnTo>
                  <a:cubicBezTo>
                    <a:pt x="1212" y="433"/>
                    <a:pt x="1212" y="0"/>
                    <a:pt x="92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8" name="Google Shape;13908;p65"/>
            <p:cNvSpPr/>
            <p:nvPr/>
          </p:nvSpPr>
          <p:spPr>
            <a:xfrm>
              <a:off x="6819852" y="1626765"/>
              <a:ext cx="11342" cy="28537"/>
            </a:xfrm>
            <a:custGeom>
              <a:avLst/>
              <a:gdLst/>
              <a:ahLst/>
              <a:cxnLst/>
              <a:rect l="l" t="t" r="r" b="b"/>
              <a:pathLst>
                <a:path w="434" h="1092" extrusionOk="0">
                  <a:moveTo>
                    <a:pt x="217" y="0"/>
                  </a:moveTo>
                  <a:cubicBezTo>
                    <a:pt x="109" y="0"/>
                    <a:pt x="0" y="72"/>
                    <a:pt x="0" y="217"/>
                  </a:cubicBezTo>
                  <a:lnTo>
                    <a:pt x="0" y="880"/>
                  </a:lnTo>
                  <a:cubicBezTo>
                    <a:pt x="0" y="996"/>
                    <a:pt x="97" y="1092"/>
                    <a:pt x="212" y="1092"/>
                  </a:cubicBezTo>
                  <a:cubicBezTo>
                    <a:pt x="337" y="1092"/>
                    <a:pt x="433" y="996"/>
                    <a:pt x="433" y="880"/>
                  </a:cubicBezTo>
                  <a:lnTo>
                    <a:pt x="433" y="217"/>
                  </a:lnTo>
                  <a:cubicBezTo>
                    <a:pt x="433" y="72"/>
                    <a:pt x="325" y="0"/>
                    <a:pt x="217"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09" name="Google Shape;13909;p65"/>
            <p:cNvSpPr/>
            <p:nvPr/>
          </p:nvSpPr>
          <p:spPr>
            <a:xfrm>
              <a:off x="6754756" y="1761583"/>
              <a:ext cx="29687" cy="11315"/>
            </a:xfrm>
            <a:custGeom>
              <a:avLst/>
              <a:gdLst/>
              <a:ahLst/>
              <a:cxnLst/>
              <a:rect l="l" t="t" r="r" b="b"/>
              <a:pathLst>
                <a:path w="1136" h="433" extrusionOk="0">
                  <a:moveTo>
                    <a:pt x="299" y="0"/>
                  </a:moveTo>
                  <a:cubicBezTo>
                    <a:pt x="1" y="0"/>
                    <a:pt x="1" y="433"/>
                    <a:pt x="299" y="433"/>
                  </a:cubicBezTo>
                  <a:lnTo>
                    <a:pt x="847" y="433"/>
                  </a:lnTo>
                  <a:cubicBezTo>
                    <a:pt x="1136" y="433"/>
                    <a:pt x="1136" y="0"/>
                    <a:pt x="847"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0" name="Google Shape;13910;p65"/>
            <p:cNvSpPr/>
            <p:nvPr/>
          </p:nvSpPr>
          <p:spPr>
            <a:xfrm>
              <a:off x="6756768" y="1752907"/>
              <a:ext cx="11342" cy="28537"/>
            </a:xfrm>
            <a:custGeom>
              <a:avLst/>
              <a:gdLst/>
              <a:ahLst/>
              <a:cxnLst/>
              <a:rect l="l" t="t" r="r" b="b"/>
              <a:pathLst>
                <a:path w="434" h="1092" extrusionOk="0">
                  <a:moveTo>
                    <a:pt x="217" y="1"/>
                  </a:moveTo>
                  <a:cubicBezTo>
                    <a:pt x="109" y="1"/>
                    <a:pt x="1" y="73"/>
                    <a:pt x="1" y="217"/>
                  </a:cubicBezTo>
                  <a:lnTo>
                    <a:pt x="1" y="880"/>
                  </a:lnTo>
                  <a:cubicBezTo>
                    <a:pt x="1" y="996"/>
                    <a:pt x="97" y="1092"/>
                    <a:pt x="222" y="1092"/>
                  </a:cubicBezTo>
                  <a:cubicBezTo>
                    <a:pt x="337" y="1092"/>
                    <a:pt x="434" y="996"/>
                    <a:pt x="434" y="880"/>
                  </a:cubicBezTo>
                  <a:lnTo>
                    <a:pt x="434" y="217"/>
                  </a:lnTo>
                  <a:cubicBezTo>
                    <a:pt x="434" y="73"/>
                    <a:pt x="325" y="1"/>
                    <a:pt x="21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1" name="Google Shape;13911;p65"/>
            <p:cNvSpPr/>
            <p:nvPr/>
          </p:nvSpPr>
          <p:spPr>
            <a:xfrm>
              <a:off x="6754756" y="1717863"/>
              <a:ext cx="31699" cy="11577"/>
            </a:xfrm>
            <a:custGeom>
              <a:avLst/>
              <a:gdLst/>
              <a:ahLst/>
              <a:cxnLst/>
              <a:rect l="l" t="t" r="r" b="b"/>
              <a:pathLst>
                <a:path w="1213" h="443" extrusionOk="0">
                  <a:moveTo>
                    <a:pt x="299" y="0"/>
                  </a:moveTo>
                  <a:cubicBezTo>
                    <a:pt x="1" y="0"/>
                    <a:pt x="1" y="442"/>
                    <a:pt x="299" y="442"/>
                  </a:cubicBezTo>
                  <a:lnTo>
                    <a:pt x="924" y="442"/>
                  </a:lnTo>
                  <a:cubicBezTo>
                    <a:pt x="1212" y="442"/>
                    <a:pt x="1212" y="0"/>
                    <a:pt x="924" y="0"/>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2" name="Google Shape;13912;p65"/>
            <p:cNvSpPr/>
            <p:nvPr/>
          </p:nvSpPr>
          <p:spPr>
            <a:xfrm>
              <a:off x="6756768" y="1709422"/>
              <a:ext cx="11342" cy="28563"/>
            </a:xfrm>
            <a:custGeom>
              <a:avLst/>
              <a:gdLst/>
              <a:ahLst/>
              <a:cxnLst/>
              <a:rect l="l" t="t" r="r" b="b"/>
              <a:pathLst>
                <a:path w="434" h="1093" extrusionOk="0">
                  <a:moveTo>
                    <a:pt x="217" y="1"/>
                  </a:moveTo>
                  <a:cubicBezTo>
                    <a:pt x="109" y="1"/>
                    <a:pt x="1" y="73"/>
                    <a:pt x="1" y="217"/>
                  </a:cubicBezTo>
                  <a:lnTo>
                    <a:pt x="1" y="871"/>
                  </a:lnTo>
                  <a:cubicBezTo>
                    <a:pt x="1" y="996"/>
                    <a:pt x="97" y="1092"/>
                    <a:pt x="222" y="1092"/>
                  </a:cubicBezTo>
                  <a:cubicBezTo>
                    <a:pt x="337" y="1092"/>
                    <a:pt x="434" y="996"/>
                    <a:pt x="434" y="871"/>
                  </a:cubicBezTo>
                  <a:lnTo>
                    <a:pt x="434" y="217"/>
                  </a:lnTo>
                  <a:cubicBezTo>
                    <a:pt x="434" y="73"/>
                    <a:pt x="325" y="1"/>
                    <a:pt x="21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3" name="Google Shape;13913;p65"/>
            <p:cNvSpPr/>
            <p:nvPr/>
          </p:nvSpPr>
          <p:spPr>
            <a:xfrm>
              <a:off x="6833414" y="1779431"/>
              <a:ext cx="43014" cy="11315"/>
            </a:xfrm>
            <a:custGeom>
              <a:avLst/>
              <a:gdLst/>
              <a:ahLst/>
              <a:cxnLst/>
              <a:rect l="l" t="t" r="r" b="b"/>
              <a:pathLst>
                <a:path w="1646" h="433" extrusionOk="0">
                  <a:moveTo>
                    <a:pt x="1" y="0"/>
                  </a:moveTo>
                  <a:lnTo>
                    <a:pt x="1" y="433"/>
                  </a:lnTo>
                  <a:lnTo>
                    <a:pt x="1645" y="433"/>
                  </a:lnTo>
                  <a:lnTo>
                    <a:pt x="1645"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4" name="Google Shape;13914;p65"/>
            <p:cNvSpPr/>
            <p:nvPr/>
          </p:nvSpPr>
          <p:spPr>
            <a:xfrm>
              <a:off x="6775871" y="1779431"/>
              <a:ext cx="32692" cy="11315"/>
            </a:xfrm>
            <a:custGeom>
              <a:avLst/>
              <a:gdLst/>
              <a:ahLst/>
              <a:cxnLst/>
              <a:rect l="l" t="t" r="r" b="b"/>
              <a:pathLst>
                <a:path w="1251" h="433" extrusionOk="0">
                  <a:moveTo>
                    <a:pt x="20" y="0"/>
                  </a:moveTo>
                  <a:lnTo>
                    <a:pt x="1" y="433"/>
                  </a:lnTo>
                  <a:lnTo>
                    <a:pt x="1251" y="433"/>
                  </a:lnTo>
                  <a:lnTo>
                    <a:pt x="1251"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5" name="Google Shape;13915;p65"/>
            <p:cNvSpPr/>
            <p:nvPr/>
          </p:nvSpPr>
          <p:spPr>
            <a:xfrm>
              <a:off x="6801245" y="1596974"/>
              <a:ext cx="31699" cy="11342"/>
            </a:xfrm>
            <a:custGeom>
              <a:avLst/>
              <a:gdLst/>
              <a:ahLst/>
              <a:cxnLst/>
              <a:rect l="l" t="t" r="r" b="b"/>
              <a:pathLst>
                <a:path w="1213" h="434" extrusionOk="0">
                  <a:moveTo>
                    <a:pt x="289" y="1"/>
                  </a:moveTo>
                  <a:cubicBezTo>
                    <a:pt x="1" y="1"/>
                    <a:pt x="1" y="434"/>
                    <a:pt x="289" y="434"/>
                  </a:cubicBezTo>
                  <a:lnTo>
                    <a:pt x="924" y="434"/>
                  </a:lnTo>
                  <a:cubicBezTo>
                    <a:pt x="1212" y="434"/>
                    <a:pt x="1212" y="1"/>
                    <a:pt x="924" y="1"/>
                  </a:cubicBez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6" name="Google Shape;13916;p65"/>
            <p:cNvSpPr/>
            <p:nvPr/>
          </p:nvSpPr>
          <p:spPr>
            <a:xfrm>
              <a:off x="6819852" y="1588560"/>
              <a:ext cx="11342" cy="28563"/>
            </a:xfrm>
            <a:custGeom>
              <a:avLst/>
              <a:gdLst/>
              <a:ahLst/>
              <a:cxnLst/>
              <a:rect l="l" t="t" r="r" b="b"/>
              <a:pathLst>
                <a:path w="434" h="1093" extrusionOk="0">
                  <a:moveTo>
                    <a:pt x="217" y="1"/>
                  </a:moveTo>
                  <a:cubicBezTo>
                    <a:pt x="109" y="1"/>
                    <a:pt x="0" y="73"/>
                    <a:pt x="0" y="217"/>
                  </a:cubicBezTo>
                  <a:lnTo>
                    <a:pt x="0" y="871"/>
                  </a:lnTo>
                  <a:cubicBezTo>
                    <a:pt x="0" y="986"/>
                    <a:pt x="97" y="1092"/>
                    <a:pt x="212" y="1092"/>
                  </a:cubicBezTo>
                  <a:cubicBezTo>
                    <a:pt x="327" y="1092"/>
                    <a:pt x="424" y="996"/>
                    <a:pt x="433" y="871"/>
                  </a:cubicBezTo>
                  <a:lnTo>
                    <a:pt x="433" y="217"/>
                  </a:lnTo>
                  <a:cubicBezTo>
                    <a:pt x="433" y="73"/>
                    <a:pt x="325" y="1"/>
                    <a:pt x="21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7" name="Google Shape;13917;p65"/>
            <p:cNvSpPr/>
            <p:nvPr/>
          </p:nvSpPr>
          <p:spPr>
            <a:xfrm>
              <a:off x="6789956" y="1657053"/>
              <a:ext cx="10558" cy="10558"/>
            </a:xfrm>
            <a:custGeom>
              <a:avLst/>
              <a:gdLst/>
              <a:ahLst/>
              <a:cxnLst/>
              <a:rect l="l" t="t" r="r" b="b"/>
              <a:pathLst>
                <a:path w="404" h="404" extrusionOk="0">
                  <a:moveTo>
                    <a:pt x="202" y="0"/>
                  </a:moveTo>
                  <a:cubicBezTo>
                    <a:pt x="87" y="0"/>
                    <a:pt x="0" y="87"/>
                    <a:pt x="0" y="202"/>
                  </a:cubicBezTo>
                  <a:cubicBezTo>
                    <a:pt x="0" y="317"/>
                    <a:pt x="87" y="404"/>
                    <a:pt x="202" y="404"/>
                  </a:cubicBezTo>
                  <a:cubicBezTo>
                    <a:pt x="317" y="404"/>
                    <a:pt x="404" y="317"/>
                    <a:pt x="404" y="202"/>
                  </a:cubicBezTo>
                  <a:cubicBezTo>
                    <a:pt x="404" y="87"/>
                    <a:pt x="317" y="0"/>
                    <a:pt x="20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8" name="Google Shape;13918;p65"/>
            <p:cNvSpPr/>
            <p:nvPr/>
          </p:nvSpPr>
          <p:spPr>
            <a:xfrm>
              <a:off x="6788702" y="1704536"/>
              <a:ext cx="10819" cy="10584"/>
            </a:xfrm>
            <a:custGeom>
              <a:avLst/>
              <a:gdLst/>
              <a:ahLst/>
              <a:cxnLst/>
              <a:rect l="l" t="t" r="r" b="b"/>
              <a:pathLst>
                <a:path w="414" h="405" extrusionOk="0">
                  <a:moveTo>
                    <a:pt x="202" y="0"/>
                  </a:moveTo>
                  <a:cubicBezTo>
                    <a:pt x="96" y="0"/>
                    <a:pt x="0" y="87"/>
                    <a:pt x="0" y="202"/>
                  </a:cubicBezTo>
                  <a:cubicBezTo>
                    <a:pt x="0" y="318"/>
                    <a:pt x="96" y="404"/>
                    <a:pt x="202" y="404"/>
                  </a:cubicBezTo>
                  <a:cubicBezTo>
                    <a:pt x="317" y="404"/>
                    <a:pt x="414" y="318"/>
                    <a:pt x="414" y="202"/>
                  </a:cubicBezTo>
                  <a:cubicBezTo>
                    <a:pt x="414" y="87"/>
                    <a:pt x="317" y="0"/>
                    <a:pt x="202"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9" name="Google Shape;13919;p65"/>
            <p:cNvSpPr/>
            <p:nvPr/>
          </p:nvSpPr>
          <p:spPr>
            <a:xfrm>
              <a:off x="6787683" y="1755050"/>
              <a:ext cx="10584" cy="10819"/>
            </a:xfrm>
            <a:custGeom>
              <a:avLst/>
              <a:gdLst/>
              <a:ahLst/>
              <a:cxnLst/>
              <a:rect l="l" t="t" r="r" b="b"/>
              <a:pathLst>
                <a:path w="405" h="414" extrusionOk="0">
                  <a:moveTo>
                    <a:pt x="203" y="0"/>
                  </a:moveTo>
                  <a:cubicBezTo>
                    <a:pt x="87" y="0"/>
                    <a:pt x="1" y="96"/>
                    <a:pt x="1" y="202"/>
                  </a:cubicBezTo>
                  <a:cubicBezTo>
                    <a:pt x="1" y="318"/>
                    <a:pt x="87" y="414"/>
                    <a:pt x="203" y="414"/>
                  </a:cubicBezTo>
                  <a:cubicBezTo>
                    <a:pt x="318" y="414"/>
                    <a:pt x="404" y="318"/>
                    <a:pt x="404" y="202"/>
                  </a:cubicBezTo>
                  <a:cubicBezTo>
                    <a:pt x="404" y="96"/>
                    <a:pt x="318" y="0"/>
                    <a:pt x="203"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0" name="Google Shape;13920;p65"/>
            <p:cNvSpPr/>
            <p:nvPr/>
          </p:nvSpPr>
          <p:spPr>
            <a:xfrm>
              <a:off x="6741689" y="1509509"/>
              <a:ext cx="42753" cy="11368"/>
            </a:xfrm>
            <a:custGeom>
              <a:avLst/>
              <a:gdLst/>
              <a:ahLst/>
              <a:cxnLst/>
              <a:rect l="l" t="t" r="r" b="b"/>
              <a:pathLst>
                <a:path w="1636" h="435" extrusionOk="0">
                  <a:moveTo>
                    <a:pt x="214" y="1"/>
                  </a:moveTo>
                  <a:cubicBezTo>
                    <a:pt x="98" y="1"/>
                    <a:pt x="10" y="93"/>
                    <a:pt x="1" y="203"/>
                  </a:cubicBezTo>
                  <a:cubicBezTo>
                    <a:pt x="1" y="328"/>
                    <a:pt x="97" y="434"/>
                    <a:pt x="222" y="434"/>
                  </a:cubicBezTo>
                  <a:lnTo>
                    <a:pt x="1636" y="434"/>
                  </a:lnTo>
                  <a:cubicBezTo>
                    <a:pt x="1636" y="194"/>
                    <a:pt x="1443" y="1"/>
                    <a:pt x="1203" y="1"/>
                  </a:cubicBezTo>
                  <a:lnTo>
                    <a:pt x="232" y="1"/>
                  </a:lnTo>
                  <a:cubicBezTo>
                    <a:pt x="226" y="1"/>
                    <a:pt x="220" y="1"/>
                    <a:pt x="214"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21" name="Google Shape;13921;p65"/>
          <p:cNvGrpSpPr/>
          <p:nvPr/>
        </p:nvGrpSpPr>
        <p:grpSpPr>
          <a:xfrm>
            <a:off x="5751164" y="3245757"/>
            <a:ext cx="360628" cy="181464"/>
            <a:chOff x="5752627" y="3430404"/>
            <a:chExt cx="360628" cy="181464"/>
          </a:xfrm>
        </p:grpSpPr>
        <p:sp>
          <p:nvSpPr>
            <p:cNvPr id="13922" name="Google Shape;13922;p65"/>
            <p:cNvSpPr/>
            <p:nvPr/>
          </p:nvSpPr>
          <p:spPr>
            <a:xfrm>
              <a:off x="5752627" y="3430404"/>
              <a:ext cx="360628" cy="181203"/>
            </a:xfrm>
            <a:custGeom>
              <a:avLst/>
              <a:gdLst/>
              <a:ahLst/>
              <a:cxnLst/>
              <a:rect l="l" t="t" r="r" b="b"/>
              <a:pathLst>
                <a:path w="13800" h="6934" extrusionOk="0">
                  <a:moveTo>
                    <a:pt x="269" y="0"/>
                  </a:moveTo>
                  <a:cubicBezTo>
                    <a:pt x="125" y="0"/>
                    <a:pt x="0" y="125"/>
                    <a:pt x="0" y="270"/>
                  </a:cubicBezTo>
                  <a:lnTo>
                    <a:pt x="0" y="6664"/>
                  </a:lnTo>
                  <a:cubicBezTo>
                    <a:pt x="0" y="6818"/>
                    <a:pt x="125" y="6933"/>
                    <a:pt x="269" y="6933"/>
                  </a:cubicBezTo>
                  <a:lnTo>
                    <a:pt x="13530" y="6933"/>
                  </a:lnTo>
                  <a:cubicBezTo>
                    <a:pt x="13684" y="6933"/>
                    <a:pt x="13799" y="6818"/>
                    <a:pt x="13799" y="6664"/>
                  </a:cubicBezTo>
                  <a:lnTo>
                    <a:pt x="13799" y="270"/>
                  </a:lnTo>
                  <a:cubicBezTo>
                    <a:pt x="13799" y="125"/>
                    <a:pt x="13684" y="0"/>
                    <a:pt x="13530"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3" name="Google Shape;13923;p65"/>
            <p:cNvSpPr/>
            <p:nvPr/>
          </p:nvSpPr>
          <p:spPr>
            <a:xfrm>
              <a:off x="5752627" y="3430404"/>
              <a:ext cx="360628" cy="96507"/>
            </a:xfrm>
            <a:custGeom>
              <a:avLst/>
              <a:gdLst/>
              <a:ahLst/>
              <a:cxnLst/>
              <a:rect l="l" t="t" r="r" b="b"/>
              <a:pathLst>
                <a:path w="13800" h="3693" extrusionOk="0">
                  <a:moveTo>
                    <a:pt x="269" y="0"/>
                  </a:moveTo>
                  <a:cubicBezTo>
                    <a:pt x="125" y="0"/>
                    <a:pt x="0" y="125"/>
                    <a:pt x="0" y="270"/>
                  </a:cubicBezTo>
                  <a:lnTo>
                    <a:pt x="0" y="3693"/>
                  </a:lnTo>
                  <a:lnTo>
                    <a:pt x="13799" y="3693"/>
                  </a:lnTo>
                  <a:lnTo>
                    <a:pt x="13799" y="270"/>
                  </a:lnTo>
                  <a:cubicBezTo>
                    <a:pt x="13799" y="125"/>
                    <a:pt x="13684" y="0"/>
                    <a:pt x="13530"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4" name="Google Shape;13924;p65"/>
            <p:cNvSpPr/>
            <p:nvPr/>
          </p:nvSpPr>
          <p:spPr>
            <a:xfrm>
              <a:off x="5752627" y="3430404"/>
              <a:ext cx="360628" cy="96507"/>
            </a:xfrm>
            <a:custGeom>
              <a:avLst/>
              <a:gdLst/>
              <a:ahLst/>
              <a:cxnLst/>
              <a:rect l="l" t="t" r="r" b="b"/>
              <a:pathLst>
                <a:path w="13800" h="3693" extrusionOk="0">
                  <a:moveTo>
                    <a:pt x="12347" y="0"/>
                  </a:moveTo>
                  <a:lnTo>
                    <a:pt x="12347" y="2741"/>
                  </a:lnTo>
                  <a:cubicBezTo>
                    <a:pt x="12347" y="2972"/>
                    <a:pt x="12155" y="3154"/>
                    <a:pt x="11934" y="3154"/>
                  </a:cubicBezTo>
                  <a:lnTo>
                    <a:pt x="0" y="3154"/>
                  </a:lnTo>
                  <a:lnTo>
                    <a:pt x="0" y="3693"/>
                  </a:lnTo>
                  <a:lnTo>
                    <a:pt x="13799" y="3693"/>
                  </a:lnTo>
                  <a:lnTo>
                    <a:pt x="13799" y="270"/>
                  </a:lnTo>
                  <a:cubicBezTo>
                    <a:pt x="13799" y="125"/>
                    <a:pt x="13684" y="0"/>
                    <a:pt x="13530" y="0"/>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5" name="Google Shape;13925;p65"/>
            <p:cNvSpPr/>
            <p:nvPr/>
          </p:nvSpPr>
          <p:spPr>
            <a:xfrm>
              <a:off x="5788036" y="3526885"/>
              <a:ext cx="28929" cy="84722"/>
            </a:xfrm>
            <a:custGeom>
              <a:avLst/>
              <a:gdLst/>
              <a:ahLst/>
              <a:cxnLst/>
              <a:rect l="l" t="t" r="r" b="b"/>
              <a:pathLst>
                <a:path w="1107" h="3242" extrusionOk="0">
                  <a:moveTo>
                    <a:pt x="1" y="1"/>
                  </a:moveTo>
                  <a:lnTo>
                    <a:pt x="1" y="3241"/>
                  </a:lnTo>
                  <a:lnTo>
                    <a:pt x="1107" y="3241"/>
                  </a:lnTo>
                  <a:lnTo>
                    <a:pt x="1107"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6" name="Google Shape;13926;p65"/>
            <p:cNvSpPr/>
            <p:nvPr/>
          </p:nvSpPr>
          <p:spPr>
            <a:xfrm>
              <a:off x="5816939" y="3526885"/>
              <a:ext cx="29190" cy="84722"/>
            </a:xfrm>
            <a:custGeom>
              <a:avLst/>
              <a:gdLst/>
              <a:ahLst/>
              <a:cxnLst/>
              <a:rect l="l" t="t" r="r" b="b"/>
              <a:pathLst>
                <a:path w="1117" h="3242" extrusionOk="0">
                  <a:moveTo>
                    <a:pt x="1" y="1"/>
                  </a:moveTo>
                  <a:lnTo>
                    <a:pt x="1" y="3241"/>
                  </a:lnTo>
                  <a:lnTo>
                    <a:pt x="1116" y="3241"/>
                  </a:lnTo>
                  <a:lnTo>
                    <a:pt x="1116"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7" name="Google Shape;13927;p65"/>
            <p:cNvSpPr/>
            <p:nvPr/>
          </p:nvSpPr>
          <p:spPr>
            <a:xfrm>
              <a:off x="5846102" y="3526885"/>
              <a:ext cx="28929" cy="84722"/>
            </a:xfrm>
            <a:custGeom>
              <a:avLst/>
              <a:gdLst/>
              <a:ahLst/>
              <a:cxnLst/>
              <a:rect l="l" t="t" r="r" b="b"/>
              <a:pathLst>
                <a:path w="1107" h="3242" extrusionOk="0">
                  <a:moveTo>
                    <a:pt x="0" y="1"/>
                  </a:moveTo>
                  <a:lnTo>
                    <a:pt x="0" y="3241"/>
                  </a:lnTo>
                  <a:lnTo>
                    <a:pt x="1106" y="3241"/>
                  </a:lnTo>
                  <a:lnTo>
                    <a:pt x="1106"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8" name="Google Shape;13928;p65"/>
            <p:cNvSpPr/>
            <p:nvPr/>
          </p:nvSpPr>
          <p:spPr>
            <a:xfrm>
              <a:off x="5875005" y="3526885"/>
              <a:ext cx="28903" cy="84722"/>
            </a:xfrm>
            <a:custGeom>
              <a:avLst/>
              <a:gdLst/>
              <a:ahLst/>
              <a:cxnLst/>
              <a:rect l="l" t="t" r="r" b="b"/>
              <a:pathLst>
                <a:path w="1106" h="3242" extrusionOk="0">
                  <a:moveTo>
                    <a:pt x="0" y="1"/>
                  </a:moveTo>
                  <a:lnTo>
                    <a:pt x="0" y="3241"/>
                  </a:lnTo>
                  <a:lnTo>
                    <a:pt x="1106" y="3241"/>
                  </a:lnTo>
                  <a:lnTo>
                    <a:pt x="1106"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9" name="Google Shape;13929;p65"/>
            <p:cNvSpPr/>
            <p:nvPr/>
          </p:nvSpPr>
          <p:spPr>
            <a:xfrm>
              <a:off x="5903881" y="3526885"/>
              <a:ext cx="29190" cy="84722"/>
            </a:xfrm>
            <a:custGeom>
              <a:avLst/>
              <a:gdLst/>
              <a:ahLst/>
              <a:cxnLst/>
              <a:rect l="l" t="t" r="r" b="b"/>
              <a:pathLst>
                <a:path w="1117" h="3242" extrusionOk="0">
                  <a:moveTo>
                    <a:pt x="1" y="1"/>
                  </a:moveTo>
                  <a:lnTo>
                    <a:pt x="1" y="3241"/>
                  </a:lnTo>
                  <a:lnTo>
                    <a:pt x="1116" y="3241"/>
                  </a:lnTo>
                  <a:lnTo>
                    <a:pt x="1116"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0" name="Google Shape;13930;p65"/>
            <p:cNvSpPr/>
            <p:nvPr/>
          </p:nvSpPr>
          <p:spPr>
            <a:xfrm>
              <a:off x="5933045" y="3526885"/>
              <a:ext cx="28929" cy="84722"/>
            </a:xfrm>
            <a:custGeom>
              <a:avLst/>
              <a:gdLst/>
              <a:ahLst/>
              <a:cxnLst/>
              <a:rect l="l" t="t" r="r" b="b"/>
              <a:pathLst>
                <a:path w="1107" h="3242" extrusionOk="0">
                  <a:moveTo>
                    <a:pt x="0" y="1"/>
                  </a:moveTo>
                  <a:lnTo>
                    <a:pt x="0" y="3241"/>
                  </a:lnTo>
                  <a:lnTo>
                    <a:pt x="1106" y="3241"/>
                  </a:lnTo>
                  <a:lnTo>
                    <a:pt x="1106"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1" name="Google Shape;13931;p65"/>
            <p:cNvSpPr/>
            <p:nvPr/>
          </p:nvSpPr>
          <p:spPr>
            <a:xfrm>
              <a:off x="5961948" y="3526885"/>
              <a:ext cx="28929" cy="84722"/>
            </a:xfrm>
            <a:custGeom>
              <a:avLst/>
              <a:gdLst/>
              <a:ahLst/>
              <a:cxnLst/>
              <a:rect l="l" t="t" r="r" b="b"/>
              <a:pathLst>
                <a:path w="1107" h="3242" extrusionOk="0">
                  <a:moveTo>
                    <a:pt x="0" y="1"/>
                  </a:moveTo>
                  <a:lnTo>
                    <a:pt x="0" y="3241"/>
                  </a:lnTo>
                  <a:lnTo>
                    <a:pt x="1106" y="3241"/>
                  </a:lnTo>
                  <a:lnTo>
                    <a:pt x="1106"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2" name="Google Shape;13932;p65"/>
            <p:cNvSpPr/>
            <p:nvPr/>
          </p:nvSpPr>
          <p:spPr>
            <a:xfrm>
              <a:off x="5990850" y="3526885"/>
              <a:ext cx="29164" cy="84722"/>
            </a:xfrm>
            <a:custGeom>
              <a:avLst/>
              <a:gdLst/>
              <a:ahLst/>
              <a:cxnLst/>
              <a:rect l="l" t="t" r="r" b="b"/>
              <a:pathLst>
                <a:path w="1116" h="3242" extrusionOk="0">
                  <a:moveTo>
                    <a:pt x="0" y="1"/>
                  </a:moveTo>
                  <a:lnTo>
                    <a:pt x="0" y="3241"/>
                  </a:lnTo>
                  <a:lnTo>
                    <a:pt x="1116" y="3241"/>
                  </a:lnTo>
                  <a:lnTo>
                    <a:pt x="1116"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3" name="Google Shape;13933;p65"/>
            <p:cNvSpPr/>
            <p:nvPr/>
          </p:nvSpPr>
          <p:spPr>
            <a:xfrm>
              <a:off x="6019988" y="3526885"/>
              <a:ext cx="28929" cy="84722"/>
            </a:xfrm>
            <a:custGeom>
              <a:avLst/>
              <a:gdLst/>
              <a:ahLst/>
              <a:cxnLst/>
              <a:rect l="l" t="t" r="r" b="b"/>
              <a:pathLst>
                <a:path w="1107" h="3242" extrusionOk="0">
                  <a:moveTo>
                    <a:pt x="1" y="1"/>
                  </a:moveTo>
                  <a:lnTo>
                    <a:pt x="1" y="3241"/>
                  </a:lnTo>
                  <a:lnTo>
                    <a:pt x="1106" y="3241"/>
                  </a:lnTo>
                  <a:lnTo>
                    <a:pt x="1106" y="1"/>
                  </a:ln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4" name="Google Shape;13934;p65"/>
            <p:cNvSpPr/>
            <p:nvPr/>
          </p:nvSpPr>
          <p:spPr>
            <a:xfrm>
              <a:off x="6048891" y="3526885"/>
              <a:ext cx="28929" cy="84722"/>
            </a:xfrm>
            <a:custGeom>
              <a:avLst/>
              <a:gdLst/>
              <a:ahLst/>
              <a:cxnLst/>
              <a:rect l="l" t="t" r="r" b="b"/>
              <a:pathLst>
                <a:path w="1107" h="3242" extrusionOk="0">
                  <a:moveTo>
                    <a:pt x="0" y="1"/>
                  </a:moveTo>
                  <a:lnTo>
                    <a:pt x="0" y="3241"/>
                  </a:lnTo>
                  <a:lnTo>
                    <a:pt x="1106" y="3241"/>
                  </a:lnTo>
                  <a:lnTo>
                    <a:pt x="1106" y="1"/>
                  </a:ln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5" name="Google Shape;13935;p65"/>
            <p:cNvSpPr/>
            <p:nvPr/>
          </p:nvSpPr>
          <p:spPr>
            <a:xfrm>
              <a:off x="5806381" y="3526885"/>
              <a:ext cx="21403" cy="48032"/>
            </a:xfrm>
            <a:custGeom>
              <a:avLst/>
              <a:gdLst/>
              <a:ahLst/>
              <a:cxnLst/>
              <a:rect l="l" t="t" r="r" b="b"/>
              <a:pathLst>
                <a:path w="819" h="1838" extrusionOk="0">
                  <a:moveTo>
                    <a:pt x="1" y="1"/>
                  </a:moveTo>
                  <a:lnTo>
                    <a:pt x="1" y="1626"/>
                  </a:lnTo>
                  <a:cubicBezTo>
                    <a:pt x="1" y="1741"/>
                    <a:pt x="88" y="1838"/>
                    <a:pt x="203" y="1838"/>
                  </a:cubicBezTo>
                  <a:lnTo>
                    <a:pt x="616" y="1838"/>
                  </a:lnTo>
                  <a:cubicBezTo>
                    <a:pt x="732" y="1838"/>
                    <a:pt x="818" y="1741"/>
                    <a:pt x="818" y="1626"/>
                  </a:cubicBezTo>
                  <a:lnTo>
                    <a:pt x="81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6" name="Google Shape;13936;p65"/>
            <p:cNvSpPr/>
            <p:nvPr/>
          </p:nvSpPr>
          <p:spPr>
            <a:xfrm>
              <a:off x="5864186" y="3526885"/>
              <a:ext cx="21638" cy="48032"/>
            </a:xfrm>
            <a:custGeom>
              <a:avLst/>
              <a:gdLst/>
              <a:ahLst/>
              <a:cxnLst/>
              <a:rect l="l" t="t" r="r" b="b"/>
              <a:pathLst>
                <a:path w="828" h="1838" extrusionOk="0">
                  <a:moveTo>
                    <a:pt x="1" y="1"/>
                  </a:moveTo>
                  <a:lnTo>
                    <a:pt x="1" y="1626"/>
                  </a:lnTo>
                  <a:cubicBezTo>
                    <a:pt x="1" y="1741"/>
                    <a:pt x="97" y="1838"/>
                    <a:pt x="212" y="1838"/>
                  </a:cubicBezTo>
                  <a:lnTo>
                    <a:pt x="626" y="1838"/>
                  </a:lnTo>
                  <a:cubicBezTo>
                    <a:pt x="731" y="1838"/>
                    <a:pt x="828" y="1741"/>
                    <a:pt x="828" y="1626"/>
                  </a:cubicBezTo>
                  <a:lnTo>
                    <a:pt x="82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7" name="Google Shape;13937;p65"/>
            <p:cNvSpPr/>
            <p:nvPr/>
          </p:nvSpPr>
          <p:spPr>
            <a:xfrm>
              <a:off x="5922226" y="3526885"/>
              <a:ext cx="21638" cy="48032"/>
            </a:xfrm>
            <a:custGeom>
              <a:avLst/>
              <a:gdLst/>
              <a:ahLst/>
              <a:cxnLst/>
              <a:rect l="l" t="t" r="r" b="b"/>
              <a:pathLst>
                <a:path w="828" h="1838" extrusionOk="0">
                  <a:moveTo>
                    <a:pt x="1" y="1"/>
                  </a:moveTo>
                  <a:lnTo>
                    <a:pt x="1" y="1626"/>
                  </a:lnTo>
                  <a:cubicBezTo>
                    <a:pt x="1" y="1741"/>
                    <a:pt x="87" y="1838"/>
                    <a:pt x="203" y="1838"/>
                  </a:cubicBezTo>
                  <a:lnTo>
                    <a:pt x="616" y="1838"/>
                  </a:lnTo>
                  <a:cubicBezTo>
                    <a:pt x="732" y="1838"/>
                    <a:pt x="828" y="1741"/>
                    <a:pt x="828" y="1626"/>
                  </a:cubicBezTo>
                  <a:lnTo>
                    <a:pt x="82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8" name="Google Shape;13938;p65"/>
            <p:cNvSpPr/>
            <p:nvPr/>
          </p:nvSpPr>
          <p:spPr>
            <a:xfrm>
              <a:off x="5980293" y="3526885"/>
              <a:ext cx="21638" cy="48032"/>
            </a:xfrm>
            <a:custGeom>
              <a:avLst/>
              <a:gdLst/>
              <a:ahLst/>
              <a:cxnLst/>
              <a:rect l="l" t="t" r="r" b="b"/>
              <a:pathLst>
                <a:path w="828" h="1838" extrusionOk="0">
                  <a:moveTo>
                    <a:pt x="0" y="1"/>
                  </a:moveTo>
                  <a:lnTo>
                    <a:pt x="0" y="1626"/>
                  </a:lnTo>
                  <a:cubicBezTo>
                    <a:pt x="0" y="1741"/>
                    <a:pt x="96" y="1838"/>
                    <a:pt x="202" y="1838"/>
                  </a:cubicBezTo>
                  <a:lnTo>
                    <a:pt x="616" y="1838"/>
                  </a:lnTo>
                  <a:cubicBezTo>
                    <a:pt x="731" y="1838"/>
                    <a:pt x="827" y="1741"/>
                    <a:pt x="827" y="1626"/>
                  </a:cubicBezTo>
                  <a:lnTo>
                    <a:pt x="827"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39" name="Google Shape;13939;p65"/>
            <p:cNvSpPr/>
            <p:nvPr/>
          </p:nvSpPr>
          <p:spPr>
            <a:xfrm>
              <a:off x="6038072" y="3526885"/>
              <a:ext cx="21638" cy="48032"/>
            </a:xfrm>
            <a:custGeom>
              <a:avLst/>
              <a:gdLst/>
              <a:ahLst/>
              <a:cxnLst/>
              <a:rect l="l" t="t" r="r" b="b"/>
              <a:pathLst>
                <a:path w="828" h="1838" extrusionOk="0">
                  <a:moveTo>
                    <a:pt x="1" y="1"/>
                  </a:moveTo>
                  <a:lnTo>
                    <a:pt x="1" y="1626"/>
                  </a:lnTo>
                  <a:cubicBezTo>
                    <a:pt x="1" y="1741"/>
                    <a:pt x="97" y="1838"/>
                    <a:pt x="212" y="1838"/>
                  </a:cubicBezTo>
                  <a:lnTo>
                    <a:pt x="626" y="1838"/>
                  </a:lnTo>
                  <a:cubicBezTo>
                    <a:pt x="732" y="1838"/>
                    <a:pt x="828" y="1741"/>
                    <a:pt x="828" y="1626"/>
                  </a:cubicBezTo>
                  <a:lnTo>
                    <a:pt x="828" y="1"/>
                  </a:lnTo>
                  <a:close/>
                </a:path>
              </a:pathLst>
            </a:custGeom>
            <a:solidFill>
              <a:srgbClr val="3049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0" name="Google Shape;13940;p65"/>
            <p:cNvSpPr/>
            <p:nvPr/>
          </p:nvSpPr>
          <p:spPr>
            <a:xfrm>
              <a:off x="5926774" y="3454995"/>
              <a:ext cx="139234" cy="42282"/>
            </a:xfrm>
            <a:custGeom>
              <a:avLst/>
              <a:gdLst/>
              <a:ahLst/>
              <a:cxnLst/>
              <a:rect l="l" t="t" r="r" b="b"/>
              <a:pathLst>
                <a:path w="5328" h="1618" extrusionOk="0">
                  <a:moveTo>
                    <a:pt x="157" y="1"/>
                  </a:moveTo>
                  <a:cubicBezTo>
                    <a:pt x="68" y="1"/>
                    <a:pt x="0" y="74"/>
                    <a:pt x="0" y="165"/>
                  </a:cubicBezTo>
                  <a:lnTo>
                    <a:pt x="0" y="1454"/>
                  </a:lnTo>
                  <a:cubicBezTo>
                    <a:pt x="0" y="1540"/>
                    <a:pt x="77" y="1617"/>
                    <a:pt x="173" y="1617"/>
                  </a:cubicBezTo>
                  <a:lnTo>
                    <a:pt x="5164" y="1617"/>
                  </a:lnTo>
                  <a:cubicBezTo>
                    <a:pt x="5250" y="1617"/>
                    <a:pt x="5327" y="1540"/>
                    <a:pt x="5327" y="1454"/>
                  </a:cubicBezTo>
                  <a:lnTo>
                    <a:pt x="5327" y="165"/>
                  </a:lnTo>
                  <a:cubicBezTo>
                    <a:pt x="5327" y="69"/>
                    <a:pt x="5250" y="2"/>
                    <a:pt x="5164" y="2"/>
                  </a:cubicBezTo>
                  <a:lnTo>
                    <a:pt x="173" y="2"/>
                  </a:lnTo>
                  <a:cubicBezTo>
                    <a:pt x="168" y="1"/>
                    <a:pt x="162" y="1"/>
                    <a:pt x="157" y="1"/>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1" name="Google Shape;13941;p65"/>
            <p:cNvSpPr/>
            <p:nvPr/>
          </p:nvSpPr>
          <p:spPr>
            <a:xfrm>
              <a:off x="5926774" y="3471615"/>
              <a:ext cx="139234" cy="25662"/>
            </a:xfrm>
            <a:custGeom>
              <a:avLst/>
              <a:gdLst/>
              <a:ahLst/>
              <a:cxnLst/>
              <a:rect l="l" t="t" r="r" b="b"/>
              <a:pathLst>
                <a:path w="5328" h="982" extrusionOk="0">
                  <a:moveTo>
                    <a:pt x="0" y="0"/>
                  </a:moveTo>
                  <a:lnTo>
                    <a:pt x="0" y="818"/>
                  </a:lnTo>
                  <a:cubicBezTo>
                    <a:pt x="0" y="904"/>
                    <a:pt x="77" y="981"/>
                    <a:pt x="173" y="981"/>
                  </a:cubicBezTo>
                  <a:lnTo>
                    <a:pt x="5164" y="981"/>
                  </a:lnTo>
                  <a:cubicBezTo>
                    <a:pt x="5250" y="981"/>
                    <a:pt x="5327" y="904"/>
                    <a:pt x="5327" y="818"/>
                  </a:cubicBezTo>
                  <a:lnTo>
                    <a:pt x="5327" y="0"/>
                  </a:lnTo>
                  <a:cubicBezTo>
                    <a:pt x="5327" y="96"/>
                    <a:pt x="5250" y="173"/>
                    <a:pt x="5164" y="173"/>
                  </a:cubicBezTo>
                  <a:lnTo>
                    <a:pt x="173" y="173"/>
                  </a:lnTo>
                  <a:cubicBezTo>
                    <a:pt x="77" y="173"/>
                    <a:pt x="0" y="96"/>
                    <a:pt x="0" y="0"/>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2" name="Google Shape;13942;p65"/>
            <p:cNvSpPr/>
            <p:nvPr/>
          </p:nvSpPr>
          <p:spPr>
            <a:xfrm>
              <a:off x="5870981" y="3449559"/>
              <a:ext cx="10819" cy="53232"/>
            </a:xfrm>
            <a:custGeom>
              <a:avLst/>
              <a:gdLst/>
              <a:ahLst/>
              <a:cxnLst/>
              <a:rect l="l" t="t" r="r" b="b"/>
              <a:pathLst>
                <a:path w="414" h="2037" extrusionOk="0">
                  <a:moveTo>
                    <a:pt x="207" y="1"/>
                  </a:moveTo>
                  <a:cubicBezTo>
                    <a:pt x="104" y="1"/>
                    <a:pt x="0" y="70"/>
                    <a:pt x="0" y="210"/>
                  </a:cubicBezTo>
                  <a:lnTo>
                    <a:pt x="0" y="1825"/>
                  </a:lnTo>
                  <a:cubicBezTo>
                    <a:pt x="0" y="1941"/>
                    <a:pt x="87" y="2037"/>
                    <a:pt x="202" y="2037"/>
                  </a:cubicBezTo>
                  <a:cubicBezTo>
                    <a:pt x="318" y="2037"/>
                    <a:pt x="414" y="1941"/>
                    <a:pt x="414" y="1825"/>
                  </a:cubicBezTo>
                  <a:lnTo>
                    <a:pt x="414" y="210"/>
                  </a:lnTo>
                  <a:cubicBezTo>
                    <a:pt x="414" y="70"/>
                    <a:pt x="310" y="1"/>
                    <a:pt x="207"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3" name="Google Shape;13943;p65"/>
            <p:cNvSpPr/>
            <p:nvPr/>
          </p:nvSpPr>
          <p:spPr>
            <a:xfrm>
              <a:off x="5834787" y="3449559"/>
              <a:ext cx="10845" cy="53232"/>
            </a:xfrm>
            <a:custGeom>
              <a:avLst/>
              <a:gdLst/>
              <a:ahLst/>
              <a:cxnLst/>
              <a:rect l="l" t="t" r="r" b="b"/>
              <a:pathLst>
                <a:path w="415" h="2037" extrusionOk="0">
                  <a:moveTo>
                    <a:pt x="207" y="1"/>
                  </a:moveTo>
                  <a:cubicBezTo>
                    <a:pt x="104" y="1"/>
                    <a:pt x="1" y="70"/>
                    <a:pt x="1" y="210"/>
                  </a:cubicBezTo>
                  <a:lnTo>
                    <a:pt x="1" y="1825"/>
                  </a:lnTo>
                  <a:cubicBezTo>
                    <a:pt x="1" y="1941"/>
                    <a:pt x="97" y="2037"/>
                    <a:pt x="212" y="2037"/>
                  </a:cubicBezTo>
                  <a:cubicBezTo>
                    <a:pt x="328" y="2037"/>
                    <a:pt x="414" y="1941"/>
                    <a:pt x="414" y="1825"/>
                  </a:cubicBezTo>
                  <a:lnTo>
                    <a:pt x="414" y="210"/>
                  </a:lnTo>
                  <a:cubicBezTo>
                    <a:pt x="414" y="70"/>
                    <a:pt x="311" y="1"/>
                    <a:pt x="207"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4" name="Google Shape;13944;p65"/>
            <p:cNvSpPr/>
            <p:nvPr/>
          </p:nvSpPr>
          <p:spPr>
            <a:xfrm>
              <a:off x="5797601" y="3449559"/>
              <a:ext cx="11080" cy="53232"/>
            </a:xfrm>
            <a:custGeom>
              <a:avLst/>
              <a:gdLst/>
              <a:ahLst/>
              <a:cxnLst/>
              <a:rect l="l" t="t" r="r" b="b"/>
              <a:pathLst>
                <a:path w="424" h="2037" extrusionOk="0">
                  <a:moveTo>
                    <a:pt x="212" y="1"/>
                  </a:moveTo>
                  <a:cubicBezTo>
                    <a:pt x="106" y="1"/>
                    <a:pt x="0" y="70"/>
                    <a:pt x="0" y="210"/>
                  </a:cubicBezTo>
                  <a:lnTo>
                    <a:pt x="0" y="1825"/>
                  </a:lnTo>
                  <a:cubicBezTo>
                    <a:pt x="0" y="1941"/>
                    <a:pt x="97" y="2037"/>
                    <a:pt x="212" y="2037"/>
                  </a:cubicBezTo>
                  <a:cubicBezTo>
                    <a:pt x="327" y="2037"/>
                    <a:pt x="424" y="1941"/>
                    <a:pt x="424" y="1825"/>
                  </a:cubicBezTo>
                  <a:lnTo>
                    <a:pt x="424" y="210"/>
                  </a:lnTo>
                  <a:cubicBezTo>
                    <a:pt x="424" y="70"/>
                    <a:pt x="318" y="1"/>
                    <a:pt x="212" y="1"/>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5" name="Google Shape;13945;p65"/>
            <p:cNvSpPr/>
            <p:nvPr/>
          </p:nvSpPr>
          <p:spPr>
            <a:xfrm>
              <a:off x="6094361" y="3526885"/>
              <a:ext cx="18632" cy="84983"/>
            </a:xfrm>
            <a:custGeom>
              <a:avLst/>
              <a:gdLst/>
              <a:ahLst/>
              <a:cxnLst/>
              <a:rect l="l" t="t" r="r" b="b"/>
              <a:pathLst>
                <a:path w="713" h="3252" extrusionOk="0">
                  <a:moveTo>
                    <a:pt x="1" y="1"/>
                  </a:moveTo>
                  <a:lnTo>
                    <a:pt x="1" y="3241"/>
                  </a:lnTo>
                  <a:lnTo>
                    <a:pt x="1" y="3251"/>
                  </a:lnTo>
                  <a:lnTo>
                    <a:pt x="453" y="3251"/>
                  </a:lnTo>
                  <a:cubicBezTo>
                    <a:pt x="578" y="3251"/>
                    <a:pt x="684" y="3165"/>
                    <a:pt x="713" y="3049"/>
                  </a:cubicBezTo>
                  <a:lnTo>
                    <a:pt x="713" y="1"/>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6" name="Google Shape;13946;p65"/>
            <p:cNvSpPr/>
            <p:nvPr/>
          </p:nvSpPr>
          <p:spPr>
            <a:xfrm>
              <a:off x="5769456" y="3526885"/>
              <a:ext cx="18606" cy="84983"/>
            </a:xfrm>
            <a:custGeom>
              <a:avLst/>
              <a:gdLst/>
              <a:ahLst/>
              <a:cxnLst/>
              <a:rect l="l" t="t" r="r" b="b"/>
              <a:pathLst>
                <a:path w="712" h="3252" extrusionOk="0">
                  <a:moveTo>
                    <a:pt x="0" y="1"/>
                  </a:moveTo>
                  <a:lnTo>
                    <a:pt x="0" y="3251"/>
                  </a:lnTo>
                  <a:lnTo>
                    <a:pt x="712" y="3251"/>
                  </a:lnTo>
                  <a:lnTo>
                    <a:pt x="712" y="1"/>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7" name="Google Shape;13947;p65"/>
            <p:cNvSpPr/>
            <p:nvPr/>
          </p:nvSpPr>
          <p:spPr>
            <a:xfrm>
              <a:off x="5860684" y="3457530"/>
              <a:ext cx="31437" cy="10845"/>
            </a:xfrm>
            <a:custGeom>
              <a:avLst/>
              <a:gdLst/>
              <a:ahLst/>
              <a:cxnLst/>
              <a:rect l="l" t="t" r="r" b="b"/>
              <a:pathLst>
                <a:path w="1203" h="415" extrusionOk="0">
                  <a:moveTo>
                    <a:pt x="269" y="1"/>
                  </a:moveTo>
                  <a:cubicBezTo>
                    <a:pt x="0" y="1"/>
                    <a:pt x="0" y="414"/>
                    <a:pt x="269" y="414"/>
                  </a:cubicBezTo>
                  <a:lnTo>
                    <a:pt x="923" y="414"/>
                  </a:lnTo>
                  <a:cubicBezTo>
                    <a:pt x="1202" y="414"/>
                    <a:pt x="1202" y="1"/>
                    <a:pt x="923" y="1"/>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8" name="Google Shape;13948;p65"/>
            <p:cNvSpPr/>
            <p:nvPr/>
          </p:nvSpPr>
          <p:spPr>
            <a:xfrm>
              <a:off x="5824491" y="3477652"/>
              <a:ext cx="31673" cy="11080"/>
            </a:xfrm>
            <a:custGeom>
              <a:avLst/>
              <a:gdLst/>
              <a:ahLst/>
              <a:cxnLst/>
              <a:rect l="l" t="t" r="r" b="b"/>
              <a:pathLst>
                <a:path w="1212" h="424" extrusionOk="0">
                  <a:moveTo>
                    <a:pt x="279" y="0"/>
                  </a:moveTo>
                  <a:cubicBezTo>
                    <a:pt x="0" y="0"/>
                    <a:pt x="0" y="423"/>
                    <a:pt x="279" y="423"/>
                  </a:cubicBezTo>
                  <a:lnTo>
                    <a:pt x="933" y="423"/>
                  </a:lnTo>
                  <a:cubicBezTo>
                    <a:pt x="1212" y="423"/>
                    <a:pt x="1212" y="0"/>
                    <a:pt x="933" y="0"/>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49" name="Google Shape;13949;p65"/>
            <p:cNvSpPr/>
            <p:nvPr/>
          </p:nvSpPr>
          <p:spPr>
            <a:xfrm>
              <a:off x="5787304" y="3457530"/>
              <a:ext cx="31673" cy="10845"/>
            </a:xfrm>
            <a:custGeom>
              <a:avLst/>
              <a:gdLst/>
              <a:ahLst/>
              <a:cxnLst/>
              <a:rect l="l" t="t" r="r" b="b"/>
              <a:pathLst>
                <a:path w="1212" h="415" extrusionOk="0">
                  <a:moveTo>
                    <a:pt x="279" y="1"/>
                  </a:moveTo>
                  <a:cubicBezTo>
                    <a:pt x="0" y="1"/>
                    <a:pt x="0" y="414"/>
                    <a:pt x="279" y="414"/>
                  </a:cubicBezTo>
                  <a:lnTo>
                    <a:pt x="933" y="414"/>
                  </a:lnTo>
                  <a:cubicBezTo>
                    <a:pt x="1212" y="414"/>
                    <a:pt x="1212" y="1"/>
                    <a:pt x="933" y="1"/>
                  </a:cubicBez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50" name="Google Shape;13950;p65"/>
          <p:cNvGrpSpPr/>
          <p:nvPr/>
        </p:nvGrpSpPr>
        <p:grpSpPr>
          <a:xfrm>
            <a:off x="5234237" y="2718351"/>
            <a:ext cx="361909" cy="360759"/>
            <a:chOff x="5235700" y="2902998"/>
            <a:chExt cx="361909" cy="360759"/>
          </a:xfrm>
        </p:grpSpPr>
        <p:sp>
          <p:nvSpPr>
            <p:cNvPr id="13951" name="Google Shape;13951;p65"/>
            <p:cNvSpPr/>
            <p:nvPr/>
          </p:nvSpPr>
          <p:spPr>
            <a:xfrm>
              <a:off x="5235700" y="2902998"/>
              <a:ext cx="361909" cy="360498"/>
            </a:xfrm>
            <a:custGeom>
              <a:avLst/>
              <a:gdLst/>
              <a:ahLst/>
              <a:cxnLst/>
              <a:rect l="l" t="t" r="r" b="b"/>
              <a:pathLst>
                <a:path w="13849" h="13795" extrusionOk="0">
                  <a:moveTo>
                    <a:pt x="8231" y="2325"/>
                  </a:moveTo>
                  <a:cubicBezTo>
                    <a:pt x="8280" y="2325"/>
                    <a:pt x="8331" y="2345"/>
                    <a:pt x="8377" y="2393"/>
                  </a:cubicBezTo>
                  <a:lnTo>
                    <a:pt x="8877" y="2893"/>
                  </a:lnTo>
                  <a:cubicBezTo>
                    <a:pt x="8963" y="2970"/>
                    <a:pt x="8963" y="3104"/>
                    <a:pt x="8886" y="3191"/>
                  </a:cubicBezTo>
                  <a:cubicBezTo>
                    <a:pt x="8843" y="3229"/>
                    <a:pt x="8788" y="3248"/>
                    <a:pt x="8732" y="3248"/>
                  </a:cubicBezTo>
                  <a:cubicBezTo>
                    <a:pt x="8677" y="3248"/>
                    <a:pt x="8622" y="3229"/>
                    <a:pt x="8578" y="3191"/>
                  </a:cubicBezTo>
                  <a:lnTo>
                    <a:pt x="8078" y="2691"/>
                  </a:lnTo>
                  <a:cubicBezTo>
                    <a:pt x="7931" y="2536"/>
                    <a:pt x="8071" y="2325"/>
                    <a:pt x="8231" y="2325"/>
                  </a:cubicBezTo>
                  <a:close/>
                  <a:moveTo>
                    <a:pt x="9510" y="3604"/>
                  </a:moveTo>
                  <a:cubicBezTo>
                    <a:pt x="9559" y="3604"/>
                    <a:pt x="9610" y="3624"/>
                    <a:pt x="9655" y="3672"/>
                  </a:cubicBezTo>
                  <a:lnTo>
                    <a:pt x="10155" y="4172"/>
                  </a:lnTo>
                  <a:cubicBezTo>
                    <a:pt x="10242" y="4249"/>
                    <a:pt x="10242" y="4383"/>
                    <a:pt x="10155" y="4470"/>
                  </a:cubicBezTo>
                  <a:cubicBezTo>
                    <a:pt x="10117" y="4508"/>
                    <a:pt x="10064" y="4527"/>
                    <a:pt x="10010" y="4527"/>
                  </a:cubicBezTo>
                  <a:cubicBezTo>
                    <a:pt x="9956" y="4527"/>
                    <a:pt x="9901" y="4508"/>
                    <a:pt x="9857" y="4470"/>
                  </a:cubicBezTo>
                  <a:lnTo>
                    <a:pt x="9357" y="3970"/>
                  </a:lnTo>
                  <a:cubicBezTo>
                    <a:pt x="9210" y="3815"/>
                    <a:pt x="9350" y="3604"/>
                    <a:pt x="9510" y="3604"/>
                  </a:cubicBezTo>
                  <a:close/>
                  <a:moveTo>
                    <a:pt x="10793" y="4879"/>
                  </a:moveTo>
                  <a:cubicBezTo>
                    <a:pt x="10841" y="4879"/>
                    <a:pt x="10891" y="4897"/>
                    <a:pt x="10934" y="4941"/>
                  </a:cubicBezTo>
                  <a:lnTo>
                    <a:pt x="11434" y="5441"/>
                  </a:lnTo>
                  <a:cubicBezTo>
                    <a:pt x="11521" y="5527"/>
                    <a:pt x="11521" y="5662"/>
                    <a:pt x="11434" y="5739"/>
                  </a:cubicBezTo>
                  <a:lnTo>
                    <a:pt x="11434" y="5749"/>
                  </a:lnTo>
                  <a:cubicBezTo>
                    <a:pt x="11396" y="5787"/>
                    <a:pt x="11343" y="5806"/>
                    <a:pt x="11289" y="5806"/>
                  </a:cubicBezTo>
                  <a:cubicBezTo>
                    <a:pt x="11235" y="5806"/>
                    <a:pt x="11180" y="5787"/>
                    <a:pt x="11136" y="5749"/>
                  </a:cubicBezTo>
                  <a:lnTo>
                    <a:pt x="10636" y="5249"/>
                  </a:lnTo>
                  <a:cubicBezTo>
                    <a:pt x="10480" y="5092"/>
                    <a:pt x="10629" y="4879"/>
                    <a:pt x="10793" y="4879"/>
                  </a:cubicBezTo>
                  <a:close/>
                  <a:moveTo>
                    <a:pt x="8728" y="1"/>
                  </a:moveTo>
                  <a:cubicBezTo>
                    <a:pt x="8670" y="1"/>
                    <a:pt x="8612" y="22"/>
                    <a:pt x="8569" y="66"/>
                  </a:cubicBezTo>
                  <a:lnTo>
                    <a:pt x="7319" y="1325"/>
                  </a:lnTo>
                  <a:lnTo>
                    <a:pt x="7607" y="1614"/>
                  </a:lnTo>
                  <a:cubicBezTo>
                    <a:pt x="7754" y="1768"/>
                    <a:pt x="7614" y="1979"/>
                    <a:pt x="7454" y="1979"/>
                  </a:cubicBezTo>
                  <a:cubicBezTo>
                    <a:pt x="7405" y="1979"/>
                    <a:pt x="7354" y="1959"/>
                    <a:pt x="7309" y="1912"/>
                  </a:cubicBezTo>
                  <a:lnTo>
                    <a:pt x="7021" y="1623"/>
                  </a:lnTo>
                  <a:lnTo>
                    <a:pt x="97" y="8547"/>
                  </a:lnTo>
                  <a:cubicBezTo>
                    <a:pt x="1" y="8633"/>
                    <a:pt x="1" y="8778"/>
                    <a:pt x="97" y="8864"/>
                  </a:cubicBezTo>
                  <a:lnTo>
                    <a:pt x="328" y="9095"/>
                  </a:lnTo>
                  <a:cubicBezTo>
                    <a:pt x="368" y="9135"/>
                    <a:pt x="421" y="9158"/>
                    <a:pt x="479" y="9158"/>
                  </a:cubicBezTo>
                  <a:cubicBezTo>
                    <a:pt x="518" y="9158"/>
                    <a:pt x="558" y="9147"/>
                    <a:pt x="597" y="9124"/>
                  </a:cubicBezTo>
                  <a:cubicBezTo>
                    <a:pt x="689" y="9075"/>
                    <a:pt x="782" y="9054"/>
                    <a:pt x="872" y="9054"/>
                  </a:cubicBezTo>
                  <a:cubicBezTo>
                    <a:pt x="1280" y="9054"/>
                    <a:pt x="1614" y="9504"/>
                    <a:pt x="1386" y="9922"/>
                  </a:cubicBezTo>
                  <a:cubicBezTo>
                    <a:pt x="1338" y="10009"/>
                    <a:pt x="1357" y="10124"/>
                    <a:pt x="1424" y="10191"/>
                  </a:cubicBezTo>
                  <a:lnTo>
                    <a:pt x="1982" y="10749"/>
                  </a:lnTo>
                  <a:cubicBezTo>
                    <a:pt x="2024" y="10791"/>
                    <a:pt x="2081" y="10814"/>
                    <a:pt x="2141" y="10814"/>
                  </a:cubicBezTo>
                  <a:cubicBezTo>
                    <a:pt x="2177" y="10814"/>
                    <a:pt x="2215" y="10806"/>
                    <a:pt x="2251" y="10787"/>
                  </a:cubicBezTo>
                  <a:cubicBezTo>
                    <a:pt x="2345" y="10736"/>
                    <a:pt x="2441" y="10713"/>
                    <a:pt x="2533" y="10713"/>
                  </a:cubicBezTo>
                  <a:cubicBezTo>
                    <a:pt x="2938" y="10713"/>
                    <a:pt x="3267" y="11160"/>
                    <a:pt x="3040" y="11576"/>
                  </a:cubicBezTo>
                  <a:cubicBezTo>
                    <a:pt x="2992" y="11663"/>
                    <a:pt x="3011" y="11778"/>
                    <a:pt x="3078" y="11845"/>
                  </a:cubicBezTo>
                  <a:lnTo>
                    <a:pt x="3636" y="12403"/>
                  </a:lnTo>
                  <a:cubicBezTo>
                    <a:pt x="3678" y="12445"/>
                    <a:pt x="3738" y="12468"/>
                    <a:pt x="3799" y="12468"/>
                  </a:cubicBezTo>
                  <a:cubicBezTo>
                    <a:pt x="3836" y="12468"/>
                    <a:pt x="3872" y="12460"/>
                    <a:pt x="3905" y="12441"/>
                  </a:cubicBezTo>
                  <a:cubicBezTo>
                    <a:pt x="3999" y="12390"/>
                    <a:pt x="4095" y="12367"/>
                    <a:pt x="4187" y="12367"/>
                  </a:cubicBezTo>
                  <a:cubicBezTo>
                    <a:pt x="4592" y="12367"/>
                    <a:pt x="4921" y="12814"/>
                    <a:pt x="4694" y="13230"/>
                  </a:cubicBezTo>
                  <a:cubicBezTo>
                    <a:pt x="4645" y="13326"/>
                    <a:pt x="4665" y="13432"/>
                    <a:pt x="4732" y="13499"/>
                  </a:cubicBezTo>
                  <a:lnTo>
                    <a:pt x="4963" y="13730"/>
                  </a:lnTo>
                  <a:cubicBezTo>
                    <a:pt x="5006" y="13773"/>
                    <a:pt x="5064" y="13795"/>
                    <a:pt x="5121" y="13795"/>
                  </a:cubicBezTo>
                  <a:cubicBezTo>
                    <a:pt x="5179" y="13795"/>
                    <a:pt x="5237" y="13773"/>
                    <a:pt x="5280" y="13730"/>
                  </a:cubicBezTo>
                  <a:lnTo>
                    <a:pt x="12204" y="6806"/>
                  </a:lnTo>
                  <a:lnTo>
                    <a:pt x="11915" y="6518"/>
                  </a:lnTo>
                  <a:cubicBezTo>
                    <a:pt x="11760" y="6370"/>
                    <a:pt x="11900" y="6154"/>
                    <a:pt x="12065" y="6154"/>
                  </a:cubicBezTo>
                  <a:cubicBezTo>
                    <a:pt x="12115" y="6154"/>
                    <a:pt x="12167" y="6173"/>
                    <a:pt x="12213" y="6220"/>
                  </a:cubicBezTo>
                  <a:lnTo>
                    <a:pt x="12502" y="6508"/>
                  </a:lnTo>
                  <a:lnTo>
                    <a:pt x="13761" y="5258"/>
                  </a:lnTo>
                  <a:cubicBezTo>
                    <a:pt x="13848" y="5162"/>
                    <a:pt x="13848" y="5027"/>
                    <a:pt x="13761" y="4941"/>
                  </a:cubicBezTo>
                  <a:lnTo>
                    <a:pt x="13531" y="4710"/>
                  </a:lnTo>
                  <a:cubicBezTo>
                    <a:pt x="13485" y="4664"/>
                    <a:pt x="13429" y="4642"/>
                    <a:pt x="13372" y="4642"/>
                  </a:cubicBezTo>
                  <a:cubicBezTo>
                    <a:pt x="13334" y="4642"/>
                    <a:pt x="13296" y="4652"/>
                    <a:pt x="13261" y="4672"/>
                  </a:cubicBezTo>
                  <a:cubicBezTo>
                    <a:pt x="13166" y="4723"/>
                    <a:pt x="13069" y="4746"/>
                    <a:pt x="12976" y="4746"/>
                  </a:cubicBezTo>
                  <a:cubicBezTo>
                    <a:pt x="12565" y="4746"/>
                    <a:pt x="12236" y="4297"/>
                    <a:pt x="12463" y="3874"/>
                  </a:cubicBezTo>
                  <a:cubicBezTo>
                    <a:pt x="12511" y="3787"/>
                    <a:pt x="12502" y="3681"/>
                    <a:pt x="12425" y="3604"/>
                  </a:cubicBezTo>
                  <a:lnTo>
                    <a:pt x="11877" y="3056"/>
                  </a:lnTo>
                  <a:cubicBezTo>
                    <a:pt x="11831" y="3010"/>
                    <a:pt x="11775" y="2988"/>
                    <a:pt x="11718" y="2988"/>
                  </a:cubicBezTo>
                  <a:cubicBezTo>
                    <a:pt x="11680" y="2988"/>
                    <a:pt x="11642" y="2998"/>
                    <a:pt x="11608" y="3018"/>
                  </a:cubicBezTo>
                  <a:cubicBezTo>
                    <a:pt x="11512" y="3069"/>
                    <a:pt x="11415" y="3092"/>
                    <a:pt x="11322" y="3092"/>
                  </a:cubicBezTo>
                  <a:cubicBezTo>
                    <a:pt x="10911" y="3092"/>
                    <a:pt x="10582" y="2643"/>
                    <a:pt x="10809" y="2220"/>
                  </a:cubicBezTo>
                  <a:cubicBezTo>
                    <a:pt x="10857" y="2133"/>
                    <a:pt x="10838" y="2027"/>
                    <a:pt x="10771" y="1950"/>
                  </a:cubicBezTo>
                  <a:lnTo>
                    <a:pt x="10223" y="1393"/>
                  </a:lnTo>
                  <a:cubicBezTo>
                    <a:pt x="10178" y="1353"/>
                    <a:pt x="10123" y="1334"/>
                    <a:pt x="10066" y="1334"/>
                  </a:cubicBezTo>
                  <a:cubicBezTo>
                    <a:pt x="10026" y="1334"/>
                    <a:pt x="9984" y="1344"/>
                    <a:pt x="9944" y="1364"/>
                  </a:cubicBezTo>
                  <a:cubicBezTo>
                    <a:pt x="9850" y="1415"/>
                    <a:pt x="9754" y="1438"/>
                    <a:pt x="9663" y="1438"/>
                  </a:cubicBezTo>
                  <a:cubicBezTo>
                    <a:pt x="9257" y="1438"/>
                    <a:pt x="8928" y="989"/>
                    <a:pt x="9155" y="566"/>
                  </a:cubicBezTo>
                  <a:cubicBezTo>
                    <a:pt x="9203" y="479"/>
                    <a:pt x="9184" y="373"/>
                    <a:pt x="9117" y="296"/>
                  </a:cubicBezTo>
                  <a:lnTo>
                    <a:pt x="8886" y="66"/>
                  </a:lnTo>
                  <a:cubicBezTo>
                    <a:pt x="8843" y="22"/>
                    <a:pt x="8785" y="1"/>
                    <a:pt x="8728"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2" name="Google Shape;13952;p65"/>
            <p:cNvSpPr/>
            <p:nvPr/>
          </p:nvSpPr>
          <p:spPr>
            <a:xfrm>
              <a:off x="5353061" y="2902998"/>
              <a:ext cx="244287" cy="360759"/>
            </a:xfrm>
            <a:custGeom>
              <a:avLst/>
              <a:gdLst/>
              <a:ahLst/>
              <a:cxnLst/>
              <a:rect l="l" t="t" r="r" b="b"/>
              <a:pathLst>
                <a:path w="9348" h="13805" extrusionOk="0">
                  <a:moveTo>
                    <a:pt x="4237" y="1"/>
                  </a:moveTo>
                  <a:cubicBezTo>
                    <a:pt x="4179" y="1"/>
                    <a:pt x="4121" y="22"/>
                    <a:pt x="4078" y="66"/>
                  </a:cubicBezTo>
                  <a:lnTo>
                    <a:pt x="2828" y="1325"/>
                  </a:lnTo>
                  <a:lnTo>
                    <a:pt x="3116" y="1614"/>
                  </a:lnTo>
                  <a:cubicBezTo>
                    <a:pt x="3193" y="1691"/>
                    <a:pt x="3193" y="1825"/>
                    <a:pt x="3116" y="1902"/>
                  </a:cubicBezTo>
                  <a:lnTo>
                    <a:pt x="3597" y="2383"/>
                  </a:lnTo>
                  <a:cubicBezTo>
                    <a:pt x="3638" y="2347"/>
                    <a:pt x="3689" y="2330"/>
                    <a:pt x="3740" y="2330"/>
                  </a:cubicBezTo>
                  <a:cubicBezTo>
                    <a:pt x="3797" y="2330"/>
                    <a:pt x="3854" y="2352"/>
                    <a:pt x="3895" y="2393"/>
                  </a:cubicBezTo>
                  <a:lnTo>
                    <a:pt x="4395" y="2893"/>
                  </a:lnTo>
                  <a:cubicBezTo>
                    <a:pt x="4472" y="2970"/>
                    <a:pt x="4482" y="3104"/>
                    <a:pt x="4405" y="3191"/>
                  </a:cubicBezTo>
                  <a:lnTo>
                    <a:pt x="4886" y="3672"/>
                  </a:lnTo>
                  <a:cubicBezTo>
                    <a:pt x="4923" y="3630"/>
                    <a:pt x="4974" y="3610"/>
                    <a:pt x="5025" y="3610"/>
                  </a:cubicBezTo>
                  <a:cubicBezTo>
                    <a:pt x="5080" y="3610"/>
                    <a:pt x="5134" y="3632"/>
                    <a:pt x="5174" y="3672"/>
                  </a:cubicBezTo>
                  <a:lnTo>
                    <a:pt x="5674" y="4172"/>
                  </a:lnTo>
                  <a:cubicBezTo>
                    <a:pt x="5751" y="4249"/>
                    <a:pt x="5761" y="4383"/>
                    <a:pt x="5684" y="4470"/>
                  </a:cubicBezTo>
                  <a:lnTo>
                    <a:pt x="6165" y="4951"/>
                  </a:lnTo>
                  <a:cubicBezTo>
                    <a:pt x="6203" y="4912"/>
                    <a:pt x="6256" y="4893"/>
                    <a:pt x="6309" y="4893"/>
                  </a:cubicBezTo>
                  <a:cubicBezTo>
                    <a:pt x="6362" y="4893"/>
                    <a:pt x="6415" y="4912"/>
                    <a:pt x="6453" y="4951"/>
                  </a:cubicBezTo>
                  <a:lnTo>
                    <a:pt x="6953" y="5451"/>
                  </a:lnTo>
                  <a:lnTo>
                    <a:pt x="6972" y="5479"/>
                  </a:lnTo>
                  <a:cubicBezTo>
                    <a:pt x="7001" y="5508"/>
                    <a:pt x="7011" y="5547"/>
                    <a:pt x="7020" y="5595"/>
                  </a:cubicBezTo>
                  <a:lnTo>
                    <a:pt x="7020" y="5604"/>
                  </a:lnTo>
                  <a:lnTo>
                    <a:pt x="7020" y="5614"/>
                  </a:lnTo>
                  <a:lnTo>
                    <a:pt x="7020" y="5633"/>
                  </a:lnTo>
                  <a:lnTo>
                    <a:pt x="7020" y="5652"/>
                  </a:lnTo>
                  <a:cubicBezTo>
                    <a:pt x="7011" y="5681"/>
                    <a:pt x="6991" y="5710"/>
                    <a:pt x="6972" y="5739"/>
                  </a:cubicBezTo>
                  <a:lnTo>
                    <a:pt x="6963" y="5749"/>
                  </a:lnTo>
                  <a:cubicBezTo>
                    <a:pt x="6920" y="5791"/>
                    <a:pt x="6866" y="5813"/>
                    <a:pt x="6812" y="5813"/>
                  </a:cubicBezTo>
                  <a:cubicBezTo>
                    <a:pt x="6768" y="5813"/>
                    <a:pt x="6723" y="5798"/>
                    <a:pt x="6684" y="5768"/>
                  </a:cubicBezTo>
                  <a:lnTo>
                    <a:pt x="1" y="12451"/>
                  </a:lnTo>
                  <a:cubicBezTo>
                    <a:pt x="270" y="12614"/>
                    <a:pt x="366" y="12961"/>
                    <a:pt x="222" y="13240"/>
                  </a:cubicBezTo>
                  <a:cubicBezTo>
                    <a:pt x="174" y="13326"/>
                    <a:pt x="183" y="13432"/>
                    <a:pt x="260" y="13509"/>
                  </a:cubicBezTo>
                  <a:lnTo>
                    <a:pt x="491" y="13740"/>
                  </a:lnTo>
                  <a:cubicBezTo>
                    <a:pt x="534" y="13783"/>
                    <a:pt x="590" y="13804"/>
                    <a:pt x="646" y="13804"/>
                  </a:cubicBezTo>
                  <a:cubicBezTo>
                    <a:pt x="703" y="13804"/>
                    <a:pt x="760" y="13783"/>
                    <a:pt x="808" y="13740"/>
                  </a:cubicBezTo>
                  <a:lnTo>
                    <a:pt x="7732" y="6816"/>
                  </a:lnTo>
                  <a:lnTo>
                    <a:pt x="7434" y="6528"/>
                  </a:lnTo>
                  <a:cubicBezTo>
                    <a:pt x="7357" y="6441"/>
                    <a:pt x="7357" y="6306"/>
                    <a:pt x="7434" y="6220"/>
                  </a:cubicBezTo>
                  <a:lnTo>
                    <a:pt x="7443" y="6220"/>
                  </a:lnTo>
                  <a:cubicBezTo>
                    <a:pt x="7472" y="6191"/>
                    <a:pt x="7501" y="6181"/>
                    <a:pt x="7530" y="6172"/>
                  </a:cubicBezTo>
                  <a:lnTo>
                    <a:pt x="7703" y="6172"/>
                  </a:lnTo>
                  <a:lnTo>
                    <a:pt x="7713" y="6181"/>
                  </a:lnTo>
                  <a:lnTo>
                    <a:pt x="7732" y="6191"/>
                  </a:lnTo>
                  <a:lnTo>
                    <a:pt x="8020" y="6479"/>
                  </a:lnTo>
                  <a:lnTo>
                    <a:pt x="9280" y="5229"/>
                  </a:lnTo>
                  <a:cubicBezTo>
                    <a:pt x="9347" y="5143"/>
                    <a:pt x="9338" y="5018"/>
                    <a:pt x="9270" y="4941"/>
                  </a:cubicBezTo>
                  <a:lnTo>
                    <a:pt x="9040" y="4710"/>
                  </a:lnTo>
                  <a:cubicBezTo>
                    <a:pt x="8992" y="4662"/>
                    <a:pt x="8934" y="4643"/>
                    <a:pt x="8876" y="4643"/>
                  </a:cubicBezTo>
                  <a:cubicBezTo>
                    <a:pt x="8838" y="4643"/>
                    <a:pt x="8799" y="4652"/>
                    <a:pt x="8770" y="4672"/>
                  </a:cubicBezTo>
                  <a:cubicBezTo>
                    <a:pt x="8680" y="4721"/>
                    <a:pt x="8581" y="4744"/>
                    <a:pt x="8483" y="4744"/>
                  </a:cubicBezTo>
                  <a:cubicBezTo>
                    <a:pt x="8330" y="4744"/>
                    <a:pt x="8180" y="4687"/>
                    <a:pt x="8068" y="4575"/>
                  </a:cubicBezTo>
                  <a:lnTo>
                    <a:pt x="8040" y="4537"/>
                  </a:lnTo>
                  <a:lnTo>
                    <a:pt x="8030" y="4527"/>
                  </a:lnTo>
                  <a:lnTo>
                    <a:pt x="8020" y="4508"/>
                  </a:lnTo>
                  <a:lnTo>
                    <a:pt x="8001" y="4489"/>
                  </a:lnTo>
                  <a:lnTo>
                    <a:pt x="7992" y="4470"/>
                  </a:lnTo>
                  <a:lnTo>
                    <a:pt x="7982" y="4450"/>
                  </a:lnTo>
                  <a:cubicBezTo>
                    <a:pt x="7876" y="4277"/>
                    <a:pt x="7876" y="4056"/>
                    <a:pt x="7972" y="3874"/>
                  </a:cubicBezTo>
                  <a:cubicBezTo>
                    <a:pt x="8020" y="3787"/>
                    <a:pt x="8011" y="3681"/>
                    <a:pt x="7934" y="3604"/>
                  </a:cubicBezTo>
                  <a:lnTo>
                    <a:pt x="7386" y="3056"/>
                  </a:lnTo>
                  <a:cubicBezTo>
                    <a:pt x="7340" y="3010"/>
                    <a:pt x="7284" y="2988"/>
                    <a:pt x="7227" y="2988"/>
                  </a:cubicBezTo>
                  <a:cubicBezTo>
                    <a:pt x="7189" y="2988"/>
                    <a:pt x="7151" y="2998"/>
                    <a:pt x="7117" y="3018"/>
                  </a:cubicBezTo>
                  <a:cubicBezTo>
                    <a:pt x="7021" y="3069"/>
                    <a:pt x="6924" y="3092"/>
                    <a:pt x="6831" y="3092"/>
                  </a:cubicBezTo>
                  <a:cubicBezTo>
                    <a:pt x="6420" y="3092"/>
                    <a:pt x="6091" y="2643"/>
                    <a:pt x="6318" y="2220"/>
                  </a:cubicBezTo>
                  <a:cubicBezTo>
                    <a:pt x="6366" y="2133"/>
                    <a:pt x="6347" y="2027"/>
                    <a:pt x="6280" y="1950"/>
                  </a:cubicBezTo>
                  <a:lnTo>
                    <a:pt x="5732" y="1402"/>
                  </a:lnTo>
                  <a:cubicBezTo>
                    <a:pt x="5686" y="1356"/>
                    <a:pt x="5630" y="1334"/>
                    <a:pt x="5571" y="1334"/>
                  </a:cubicBezTo>
                  <a:cubicBezTo>
                    <a:pt x="5532" y="1334"/>
                    <a:pt x="5492" y="1344"/>
                    <a:pt x="5453" y="1364"/>
                  </a:cubicBezTo>
                  <a:cubicBezTo>
                    <a:pt x="5359" y="1415"/>
                    <a:pt x="5263" y="1438"/>
                    <a:pt x="5172" y="1438"/>
                  </a:cubicBezTo>
                  <a:cubicBezTo>
                    <a:pt x="4766" y="1438"/>
                    <a:pt x="4437" y="989"/>
                    <a:pt x="4664" y="566"/>
                  </a:cubicBezTo>
                  <a:cubicBezTo>
                    <a:pt x="4712" y="479"/>
                    <a:pt x="4693" y="373"/>
                    <a:pt x="4626" y="296"/>
                  </a:cubicBezTo>
                  <a:lnTo>
                    <a:pt x="4395" y="66"/>
                  </a:lnTo>
                  <a:cubicBezTo>
                    <a:pt x="4352" y="22"/>
                    <a:pt x="4294" y="1"/>
                    <a:pt x="4237" y="1"/>
                  </a:cubicBezTo>
                  <a:close/>
                </a:path>
              </a:pathLst>
            </a:custGeom>
            <a:solidFill>
              <a:srgbClr val="8BA3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3" name="Google Shape;13953;p65"/>
            <p:cNvSpPr/>
            <p:nvPr/>
          </p:nvSpPr>
          <p:spPr>
            <a:xfrm>
              <a:off x="5294001" y="2977267"/>
              <a:ext cx="228712" cy="228372"/>
            </a:xfrm>
            <a:custGeom>
              <a:avLst/>
              <a:gdLst/>
              <a:ahLst/>
              <a:cxnLst/>
              <a:rect l="l" t="t" r="r" b="b"/>
              <a:pathLst>
                <a:path w="8752" h="8739" extrusionOk="0">
                  <a:moveTo>
                    <a:pt x="5079" y="0"/>
                  </a:moveTo>
                  <a:cubicBezTo>
                    <a:pt x="5064" y="0"/>
                    <a:pt x="5049" y="7"/>
                    <a:pt x="5040" y="22"/>
                  </a:cubicBezTo>
                  <a:lnTo>
                    <a:pt x="30" y="5032"/>
                  </a:lnTo>
                  <a:cubicBezTo>
                    <a:pt x="1" y="5051"/>
                    <a:pt x="1" y="5089"/>
                    <a:pt x="30" y="5118"/>
                  </a:cubicBezTo>
                  <a:lnTo>
                    <a:pt x="3636" y="8724"/>
                  </a:lnTo>
                  <a:cubicBezTo>
                    <a:pt x="3645" y="8734"/>
                    <a:pt x="3660" y="8739"/>
                    <a:pt x="3675" y="8739"/>
                  </a:cubicBezTo>
                  <a:cubicBezTo>
                    <a:pt x="3691" y="8739"/>
                    <a:pt x="3708" y="8734"/>
                    <a:pt x="3722" y="8724"/>
                  </a:cubicBezTo>
                  <a:lnTo>
                    <a:pt x="8732" y="3714"/>
                  </a:lnTo>
                  <a:cubicBezTo>
                    <a:pt x="8751" y="3686"/>
                    <a:pt x="8751" y="3647"/>
                    <a:pt x="8732" y="3628"/>
                  </a:cubicBezTo>
                  <a:lnTo>
                    <a:pt x="5126" y="22"/>
                  </a:lnTo>
                  <a:cubicBezTo>
                    <a:pt x="5112" y="7"/>
                    <a:pt x="5095" y="0"/>
                    <a:pt x="5079" y="0"/>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4" name="Google Shape;13954;p65"/>
            <p:cNvSpPr/>
            <p:nvPr/>
          </p:nvSpPr>
          <p:spPr>
            <a:xfrm>
              <a:off x="5374672" y="2977267"/>
              <a:ext cx="148041" cy="228372"/>
            </a:xfrm>
            <a:custGeom>
              <a:avLst/>
              <a:gdLst/>
              <a:ahLst/>
              <a:cxnLst/>
              <a:rect l="l" t="t" r="r" b="b"/>
              <a:pathLst>
                <a:path w="5665" h="8739" extrusionOk="0">
                  <a:moveTo>
                    <a:pt x="1992" y="0"/>
                  </a:moveTo>
                  <a:cubicBezTo>
                    <a:pt x="1977" y="0"/>
                    <a:pt x="1962" y="7"/>
                    <a:pt x="1953" y="22"/>
                  </a:cubicBezTo>
                  <a:lnTo>
                    <a:pt x="953" y="1022"/>
                  </a:lnTo>
                  <a:lnTo>
                    <a:pt x="4011" y="4089"/>
                  </a:lnTo>
                  <a:cubicBezTo>
                    <a:pt x="4030" y="4109"/>
                    <a:pt x="4030" y="4147"/>
                    <a:pt x="4011" y="4176"/>
                  </a:cubicBezTo>
                  <a:lnTo>
                    <a:pt x="1" y="8176"/>
                  </a:lnTo>
                  <a:lnTo>
                    <a:pt x="549" y="8724"/>
                  </a:lnTo>
                  <a:cubicBezTo>
                    <a:pt x="558" y="8734"/>
                    <a:pt x="573" y="8739"/>
                    <a:pt x="588" y="8739"/>
                  </a:cubicBezTo>
                  <a:cubicBezTo>
                    <a:pt x="604" y="8739"/>
                    <a:pt x="621" y="8734"/>
                    <a:pt x="635" y="8724"/>
                  </a:cubicBezTo>
                  <a:lnTo>
                    <a:pt x="5645" y="3714"/>
                  </a:lnTo>
                  <a:cubicBezTo>
                    <a:pt x="5664" y="3686"/>
                    <a:pt x="5664" y="3647"/>
                    <a:pt x="5645" y="3628"/>
                  </a:cubicBezTo>
                  <a:lnTo>
                    <a:pt x="2039" y="22"/>
                  </a:lnTo>
                  <a:cubicBezTo>
                    <a:pt x="2025" y="7"/>
                    <a:pt x="2008" y="0"/>
                    <a:pt x="199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5" name="Google Shape;13955;p65"/>
            <p:cNvSpPr/>
            <p:nvPr/>
          </p:nvSpPr>
          <p:spPr>
            <a:xfrm>
              <a:off x="5335473" y="3083783"/>
              <a:ext cx="73145" cy="71499"/>
            </a:xfrm>
            <a:custGeom>
              <a:avLst/>
              <a:gdLst/>
              <a:ahLst/>
              <a:cxnLst/>
              <a:rect l="l" t="t" r="r" b="b"/>
              <a:pathLst>
                <a:path w="2799" h="2736" extrusionOk="0">
                  <a:moveTo>
                    <a:pt x="1441" y="1"/>
                  </a:moveTo>
                  <a:cubicBezTo>
                    <a:pt x="1369" y="1"/>
                    <a:pt x="1280" y="42"/>
                    <a:pt x="1222" y="100"/>
                  </a:cubicBezTo>
                  <a:cubicBezTo>
                    <a:pt x="1174" y="129"/>
                    <a:pt x="1164" y="196"/>
                    <a:pt x="1183" y="254"/>
                  </a:cubicBezTo>
                  <a:lnTo>
                    <a:pt x="2289" y="2244"/>
                  </a:lnTo>
                  <a:lnTo>
                    <a:pt x="2289" y="2244"/>
                  </a:lnTo>
                  <a:lnTo>
                    <a:pt x="299" y="1148"/>
                  </a:lnTo>
                  <a:cubicBezTo>
                    <a:pt x="280" y="1139"/>
                    <a:pt x="261" y="1135"/>
                    <a:pt x="241" y="1135"/>
                  </a:cubicBezTo>
                  <a:cubicBezTo>
                    <a:pt x="201" y="1135"/>
                    <a:pt x="161" y="1154"/>
                    <a:pt x="135" y="1187"/>
                  </a:cubicBezTo>
                  <a:cubicBezTo>
                    <a:pt x="58" y="1264"/>
                    <a:pt x="1" y="1417"/>
                    <a:pt x="77" y="1485"/>
                  </a:cubicBezTo>
                  <a:cubicBezTo>
                    <a:pt x="87" y="1494"/>
                    <a:pt x="97" y="1504"/>
                    <a:pt x="106" y="1504"/>
                  </a:cubicBezTo>
                  <a:lnTo>
                    <a:pt x="2405" y="2725"/>
                  </a:lnTo>
                  <a:cubicBezTo>
                    <a:pt x="2429" y="2732"/>
                    <a:pt x="2454" y="2736"/>
                    <a:pt x="2479" y="2736"/>
                  </a:cubicBezTo>
                  <a:cubicBezTo>
                    <a:pt x="2555" y="2736"/>
                    <a:pt x="2633" y="2703"/>
                    <a:pt x="2683" y="2639"/>
                  </a:cubicBezTo>
                  <a:cubicBezTo>
                    <a:pt x="2770" y="2571"/>
                    <a:pt x="2799" y="2456"/>
                    <a:pt x="2760" y="2360"/>
                  </a:cubicBezTo>
                  <a:lnTo>
                    <a:pt x="1549" y="61"/>
                  </a:lnTo>
                  <a:cubicBezTo>
                    <a:pt x="1539" y="52"/>
                    <a:pt x="1529" y="42"/>
                    <a:pt x="1529" y="33"/>
                  </a:cubicBezTo>
                  <a:cubicBezTo>
                    <a:pt x="1507" y="11"/>
                    <a:pt x="1476" y="1"/>
                    <a:pt x="144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6" name="Google Shape;13956;p65"/>
            <p:cNvSpPr/>
            <p:nvPr/>
          </p:nvSpPr>
          <p:spPr>
            <a:xfrm>
              <a:off x="5380447" y="3068025"/>
              <a:ext cx="57831" cy="56237"/>
            </a:xfrm>
            <a:custGeom>
              <a:avLst/>
              <a:gdLst/>
              <a:ahLst/>
              <a:cxnLst/>
              <a:rect l="l" t="t" r="r" b="b"/>
              <a:pathLst>
                <a:path w="2213" h="2152" extrusionOk="0">
                  <a:moveTo>
                    <a:pt x="269" y="0"/>
                  </a:moveTo>
                  <a:cubicBezTo>
                    <a:pt x="215" y="0"/>
                    <a:pt x="159" y="38"/>
                    <a:pt x="116" y="88"/>
                  </a:cubicBezTo>
                  <a:cubicBezTo>
                    <a:pt x="39" y="164"/>
                    <a:pt x="1" y="261"/>
                    <a:pt x="58" y="328"/>
                  </a:cubicBezTo>
                  <a:lnTo>
                    <a:pt x="1857" y="2117"/>
                  </a:lnTo>
                  <a:cubicBezTo>
                    <a:pt x="1881" y="2141"/>
                    <a:pt x="1910" y="2151"/>
                    <a:pt x="1941" y="2151"/>
                  </a:cubicBezTo>
                  <a:cubicBezTo>
                    <a:pt x="1995" y="2151"/>
                    <a:pt x="2054" y="2118"/>
                    <a:pt x="2097" y="2068"/>
                  </a:cubicBezTo>
                  <a:cubicBezTo>
                    <a:pt x="2174" y="2001"/>
                    <a:pt x="2212" y="1895"/>
                    <a:pt x="2145" y="1828"/>
                  </a:cubicBezTo>
                  <a:lnTo>
                    <a:pt x="357" y="39"/>
                  </a:lnTo>
                  <a:cubicBezTo>
                    <a:pt x="329" y="12"/>
                    <a:pt x="299" y="0"/>
                    <a:pt x="26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7" name="Google Shape;13957;p65"/>
            <p:cNvSpPr/>
            <p:nvPr/>
          </p:nvSpPr>
          <p:spPr>
            <a:xfrm>
              <a:off x="5399289" y="3031309"/>
              <a:ext cx="58850" cy="74425"/>
            </a:xfrm>
            <a:custGeom>
              <a:avLst/>
              <a:gdLst/>
              <a:ahLst/>
              <a:cxnLst/>
              <a:rect l="l" t="t" r="r" b="b"/>
              <a:pathLst>
                <a:path w="2252" h="2848" extrusionOk="0">
                  <a:moveTo>
                    <a:pt x="1156" y="412"/>
                  </a:moveTo>
                  <a:cubicBezTo>
                    <a:pt x="1270" y="412"/>
                    <a:pt x="1389" y="467"/>
                    <a:pt x="1511" y="589"/>
                  </a:cubicBezTo>
                  <a:lnTo>
                    <a:pt x="1549" y="627"/>
                  </a:lnTo>
                  <a:cubicBezTo>
                    <a:pt x="1780" y="867"/>
                    <a:pt x="1780" y="1098"/>
                    <a:pt x="1578" y="1300"/>
                  </a:cubicBezTo>
                  <a:lnTo>
                    <a:pt x="1241" y="1637"/>
                  </a:lnTo>
                  <a:lnTo>
                    <a:pt x="501" y="906"/>
                  </a:lnTo>
                  <a:lnTo>
                    <a:pt x="838" y="560"/>
                  </a:lnTo>
                  <a:cubicBezTo>
                    <a:pt x="937" y="465"/>
                    <a:pt x="1044" y="412"/>
                    <a:pt x="1156" y="412"/>
                  </a:cubicBezTo>
                  <a:close/>
                  <a:moveTo>
                    <a:pt x="1195" y="1"/>
                  </a:moveTo>
                  <a:cubicBezTo>
                    <a:pt x="979" y="1"/>
                    <a:pt x="776" y="112"/>
                    <a:pt x="597" y="291"/>
                  </a:cubicBezTo>
                  <a:lnTo>
                    <a:pt x="68" y="819"/>
                  </a:lnTo>
                  <a:cubicBezTo>
                    <a:pt x="11" y="867"/>
                    <a:pt x="1" y="964"/>
                    <a:pt x="49" y="1021"/>
                  </a:cubicBezTo>
                  <a:lnTo>
                    <a:pt x="1847" y="2820"/>
                  </a:lnTo>
                  <a:cubicBezTo>
                    <a:pt x="1867" y="2839"/>
                    <a:pt x="1892" y="2848"/>
                    <a:pt x="1920" y="2848"/>
                  </a:cubicBezTo>
                  <a:cubicBezTo>
                    <a:pt x="1974" y="2848"/>
                    <a:pt x="2037" y="2816"/>
                    <a:pt x="2088" y="2771"/>
                  </a:cubicBezTo>
                  <a:cubicBezTo>
                    <a:pt x="2155" y="2695"/>
                    <a:pt x="2193" y="2589"/>
                    <a:pt x="2136" y="2531"/>
                  </a:cubicBezTo>
                  <a:lnTo>
                    <a:pt x="1463" y="1858"/>
                  </a:lnTo>
                  <a:lnTo>
                    <a:pt x="1799" y="1521"/>
                  </a:lnTo>
                  <a:cubicBezTo>
                    <a:pt x="2145" y="1175"/>
                    <a:pt x="2251" y="742"/>
                    <a:pt x="1809" y="310"/>
                  </a:cubicBezTo>
                  <a:lnTo>
                    <a:pt x="1790" y="291"/>
                  </a:lnTo>
                  <a:cubicBezTo>
                    <a:pt x="1587" y="88"/>
                    <a:pt x="1386" y="1"/>
                    <a:pt x="119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58" name="Google Shape;13958;p65"/>
          <p:cNvGrpSpPr/>
          <p:nvPr/>
        </p:nvGrpSpPr>
        <p:grpSpPr>
          <a:xfrm>
            <a:off x="6633450" y="3210321"/>
            <a:ext cx="360367" cy="252309"/>
            <a:chOff x="6634912" y="3394969"/>
            <a:chExt cx="360367" cy="252309"/>
          </a:xfrm>
        </p:grpSpPr>
        <p:sp>
          <p:nvSpPr>
            <p:cNvPr id="13959" name="Google Shape;13959;p65"/>
            <p:cNvSpPr/>
            <p:nvPr/>
          </p:nvSpPr>
          <p:spPr>
            <a:xfrm>
              <a:off x="6784913" y="3403749"/>
              <a:ext cx="106830" cy="39748"/>
            </a:xfrm>
            <a:custGeom>
              <a:avLst/>
              <a:gdLst/>
              <a:ahLst/>
              <a:cxnLst/>
              <a:rect l="l" t="t" r="r" b="b"/>
              <a:pathLst>
                <a:path w="4088" h="1521" extrusionOk="0">
                  <a:moveTo>
                    <a:pt x="1184" y="1"/>
                  </a:moveTo>
                  <a:cubicBezTo>
                    <a:pt x="895" y="1"/>
                    <a:pt x="626" y="174"/>
                    <a:pt x="501" y="443"/>
                  </a:cubicBezTo>
                  <a:lnTo>
                    <a:pt x="1" y="1520"/>
                  </a:lnTo>
                  <a:lnTo>
                    <a:pt x="4088" y="1520"/>
                  </a:lnTo>
                  <a:lnTo>
                    <a:pt x="3588" y="443"/>
                  </a:lnTo>
                  <a:cubicBezTo>
                    <a:pt x="3463" y="174"/>
                    <a:pt x="3193" y="1"/>
                    <a:pt x="2905" y="1"/>
                  </a:cubicBezTo>
                  <a:close/>
                </a:path>
              </a:pathLst>
            </a:custGeom>
            <a:solidFill>
              <a:srgbClr val="485E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0" name="Google Shape;13960;p65"/>
            <p:cNvSpPr/>
            <p:nvPr/>
          </p:nvSpPr>
          <p:spPr>
            <a:xfrm>
              <a:off x="6916333" y="3417835"/>
              <a:ext cx="56080" cy="30444"/>
            </a:xfrm>
            <a:custGeom>
              <a:avLst/>
              <a:gdLst/>
              <a:ahLst/>
              <a:cxnLst/>
              <a:rect l="l" t="t" r="r" b="b"/>
              <a:pathLst>
                <a:path w="2146" h="1165" extrusionOk="0">
                  <a:moveTo>
                    <a:pt x="338" y="0"/>
                  </a:moveTo>
                  <a:cubicBezTo>
                    <a:pt x="155" y="0"/>
                    <a:pt x="1" y="154"/>
                    <a:pt x="1" y="337"/>
                  </a:cubicBezTo>
                  <a:lnTo>
                    <a:pt x="1" y="1164"/>
                  </a:lnTo>
                  <a:lnTo>
                    <a:pt x="2145" y="1164"/>
                  </a:lnTo>
                  <a:lnTo>
                    <a:pt x="2145" y="337"/>
                  </a:lnTo>
                  <a:cubicBezTo>
                    <a:pt x="2145" y="154"/>
                    <a:pt x="1991" y="0"/>
                    <a:pt x="1809" y="0"/>
                  </a:cubicBezTo>
                  <a:close/>
                </a:path>
              </a:pathLst>
            </a:custGeom>
            <a:solidFill>
              <a:srgbClr val="485E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1" name="Google Shape;13961;p65"/>
            <p:cNvSpPr/>
            <p:nvPr/>
          </p:nvSpPr>
          <p:spPr>
            <a:xfrm>
              <a:off x="6634912" y="3442974"/>
              <a:ext cx="360367" cy="204304"/>
            </a:xfrm>
            <a:custGeom>
              <a:avLst/>
              <a:gdLst/>
              <a:ahLst/>
              <a:cxnLst/>
              <a:rect l="l" t="t" r="r" b="b"/>
              <a:pathLst>
                <a:path w="13790" h="7818" extrusionOk="0">
                  <a:moveTo>
                    <a:pt x="837" y="0"/>
                  </a:moveTo>
                  <a:cubicBezTo>
                    <a:pt x="375" y="0"/>
                    <a:pt x="0" y="375"/>
                    <a:pt x="0" y="837"/>
                  </a:cubicBezTo>
                  <a:lnTo>
                    <a:pt x="0" y="6972"/>
                  </a:lnTo>
                  <a:cubicBezTo>
                    <a:pt x="0" y="7433"/>
                    <a:pt x="375" y="7818"/>
                    <a:pt x="837" y="7818"/>
                  </a:cubicBezTo>
                  <a:lnTo>
                    <a:pt x="12953" y="7818"/>
                  </a:lnTo>
                  <a:cubicBezTo>
                    <a:pt x="13414" y="7818"/>
                    <a:pt x="13789" y="7433"/>
                    <a:pt x="13789" y="6972"/>
                  </a:cubicBezTo>
                  <a:lnTo>
                    <a:pt x="13789" y="837"/>
                  </a:lnTo>
                  <a:cubicBezTo>
                    <a:pt x="13789" y="375"/>
                    <a:pt x="13414" y="0"/>
                    <a:pt x="12953" y="0"/>
                  </a:cubicBezTo>
                  <a:close/>
                </a:path>
              </a:pathLst>
            </a:custGeom>
            <a:solidFill>
              <a:srgbClr val="6C7E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2" name="Google Shape;13962;p65"/>
            <p:cNvSpPr/>
            <p:nvPr/>
          </p:nvSpPr>
          <p:spPr>
            <a:xfrm>
              <a:off x="6943981" y="3477129"/>
              <a:ext cx="51298" cy="142762"/>
            </a:xfrm>
            <a:custGeom>
              <a:avLst/>
              <a:gdLst/>
              <a:ahLst/>
              <a:cxnLst/>
              <a:rect l="l" t="t" r="r" b="b"/>
              <a:pathLst>
                <a:path w="1963" h="5463" extrusionOk="0">
                  <a:moveTo>
                    <a:pt x="741" y="1"/>
                  </a:moveTo>
                  <a:cubicBezTo>
                    <a:pt x="318" y="30"/>
                    <a:pt x="1" y="376"/>
                    <a:pt x="1" y="789"/>
                  </a:cubicBezTo>
                  <a:lnTo>
                    <a:pt x="1" y="4674"/>
                  </a:lnTo>
                  <a:cubicBezTo>
                    <a:pt x="1" y="5107"/>
                    <a:pt x="347" y="5453"/>
                    <a:pt x="789" y="5463"/>
                  </a:cubicBezTo>
                  <a:lnTo>
                    <a:pt x="1962" y="5463"/>
                  </a:lnTo>
                  <a:lnTo>
                    <a:pt x="1962" y="1"/>
                  </a:lnTo>
                  <a:close/>
                </a:path>
              </a:pathLst>
            </a:custGeom>
            <a:solidFill>
              <a:srgbClr val="586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3" name="Google Shape;13963;p65"/>
            <p:cNvSpPr/>
            <p:nvPr/>
          </p:nvSpPr>
          <p:spPr>
            <a:xfrm>
              <a:off x="6723344" y="3457530"/>
              <a:ext cx="205846" cy="176081"/>
            </a:xfrm>
            <a:custGeom>
              <a:avLst/>
              <a:gdLst/>
              <a:ahLst/>
              <a:cxnLst/>
              <a:rect l="l" t="t" r="r" b="b"/>
              <a:pathLst>
                <a:path w="7877" h="6738" extrusionOk="0">
                  <a:moveTo>
                    <a:pt x="4519" y="1"/>
                  </a:moveTo>
                  <a:cubicBezTo>
                    <a:pt x="4513" y="1"/>
                    <a:pt x="4507" y="1"/>
                    <a:pt x="4501" y="1"/>
                  </a:cubicBezTo>
                  <a:cubicBezTo>
                    <a:pt x="1501" y="1"/>
                    <a:pt x="1" y="3626"/>
                    <a:pt x="2126" y="5751"/>
                  </a:cubicBezTo>
                  <a:cubicBezTo>
                    <a:pt x="2770" y="6395"/>
                    <a:pt x="3629" y="6737"/>
                    <a:pt x="4505" y="6737"/>
                  </a:cubicBezTo>
                  <a:cubicBezTo>
                    <a:pt x="4937" y="6737"/>
                    <a:pt x="5373" y="6654"/>
                    <a:pt x="5790" y="6482"/>
                  </a:cubicBezTo>
                  <a:cubicBezTo>
                    <a:pt x="7049" y="5963"/>
                    <a:pt x="7867" y="4732"/>
                    <a:pt x="7867" y="3366"/>
                  </a:cubicBezTo>
                  <a:cubicBezTo>
                    <a:pt x="7876" y="1516"/>
                    <a:pt x="6376" y="1"/>
                    <a:pt x="4519" y="1"/>
                  </a:cubicBezTo>
                  <a:close/>
                </a:path>
              </a:pathLst>
            </a:custGeom>
            <a:solidFill>
              <a:srgbClr val="485E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4" name="Google Shape;13964;p65"/>
            <p:cNvSpPr/>
            <p:nvPr/>
          </p:nvSpPr>
          <p:spPr>
            <a:xfrm>
              <a:off x="6743702" y="3472870"/>
              <a:ext cx="170410" cy="145793"/>
            </a:xfrm>
            <a:custGeom>
              <a:avLst/>
              <a:gdLst/>
              <a:ahLst/>
              <a:cxnLst/>
              <a:rect l="l" t="t" r="r" b="b"/>
              <a:pathLst>
                <a:path w="6521" h="5579" extrusionOk="0">
                  <a:moveTo>
                    <a:pt x="3740" y="0"/>
                  </a:moveTo>
                  <a:cubicBezTo>
                    <a:pt x="3734" y="0"/>
                    <a:pt x="3728" y="0"/>
                    <a:pt x="3722" y="0"/>
                  </a:cubicBezTo>
                  <a:cubicBezTo>
                    <a:pt x="1241" y="0"/>
                    <a:pt x="1" y="3001"/>
                    <a:pt x="1751" y="4760"/>
                  </a:cubicBezTo>
                  <a:cubicBezTo>
                    <a:pt x="2319" y="5326"/>
                    <a:pt x="3017" y="5579"/>
                    <a:pt x="3701" y="5579"/>
                  </a:cubicBezTo>
                  <a:cubicBezTo>
                    <a:pt x="5136" y="5579"/>
                    <a:pt x="6511" y="4466"/>
                    <a:pt x="6511" y="2779"/>
                  </a:cubicBezTo>
                  <a:cubicBezTo>
                    <a:pt x="6520" y="1247"/>
                    <a:pt x="5280" y="0"/>
                    <a:pt x="3740" y="0"/>
                  </a:cubicBezTo>
                  <a:close/>
                </a:path>
              </a:pathLst>
            </a:custGeom>
            <a:solidFill>
              <a:srgbClr val="A5B7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5" name="Google Shape;13965;p65"/>
            <p:cNvSpPr/>
            <p:nvPr/>
          </p:nvSpPr>
          <p:spPr>
            <a:xfrm>
              <a:off x="6781411" y="3491816"/>
              <a:ext cx="119373" cy="106046"/>
            </a:xfrm>
            <a:custGeom>
              <a:avLst/>
              <a:gdLst/>
              <a:ahLst/>
              <a:cxnLst/>
              <a:rect l="l" t="t" r="r" b="b"/>
              <a:pathLst>
                <a:path w="4568" h="4058" extrusionOk="0">
                  <a:moveTo>
                    <a:pt x="2277" y="0"/>
                  </a:moveTo>
                  <a:cubicBezTo>
                    <a:pt x="1674" y="0"/>
                    <a:pt x="1079" y="267"/>
                    <a:pt x="683" y="776"/>
                  </a:cubicBezTo>
                  <a:cubicBezTo>
                    <a:pt x="0" y="1651"/>
                    <a:pt x="135" y="2901"/>
                    <a:pt x="991" y="3593"/>
                  </a:cubicBezTo>
                  <a:cubicBezTo>
                    <a:pt x="1366" y="3905"/>
                    <a:pt x="1823" y="4057"/>
                    <a:pt x="2279" y="4057"/>
                  </a:cubicBezTo>
                  <a:cubicBezTo>
                    <a:pt x="2849" y="4057"/>
                    <a:pt x="3417" y="3818"/>
                    <a:pt x="3818" y="3353"/>
                  </a:cubicBezTo>
                  <a:lnTo>
                    <a:pt x="3818" y="3343"/>
                  </a:lnTo>
                  <a:cubicBezTo>
                    <a:pt x="3856" y="3295"/>
                    <a:pt x="3895" y="3256"/>
                    <a:pt x="3924" y="3208"/>
                  </a:cubicBezTo>
                  <a:cubicBezTo>
                    <a:pt x="4568" y="2304"/>
                    <a:pt x="4375" y="1064"/>
                    <a:pt x="3491" y="400"/>
                  </a:cubicBezTo>
                  <a:cubicBezTo>
                    <a:pt x="3126" y="131"/>
                    <a:pt x="2700" y="0"/>
                    <a:pt x="2277"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6" name="Google Shape;13966;p65"/>
            <p:cNvSpPr/>
            <p:nvPr/>
          </p:nvSpPr>
          <p:spPr>
            <a:xfrm>
              <a:off x="6783867" y="3491711"/>
              <a:ext cx="116159" cy="106176"/>
            </a:xfrm>
            <a:custGeom>
              <a:avLst/>
              <a:gdLst/>
              <a:ahLst/>
              <a:cxnLst/>
              <a:rect l="l" t="t" r="r" b="b"/>
              <a:pathLst>
                <a:path w="4445" h="4063" extrusionOk="0">
                  <a:moveTo>
                    <a:pt x="2189" y="1"/>
                  </a:moveTo>
                  <a:cubicBezTo>
                    <a:pt x="1057" y="1"/>
                    <a:pt x="0" y="972"/>
                    <a:pt x="166" y="2289"/>
                  </a:cubicBezTo>
                  <a:cubicBezTo>
                    <a:pt x="307" y="3405"/>
                    <a:pt x="1245" y="4062"/>
                    <a:pt x="2196" y="4062"/>
                  </a:cubicBezTo>
                  <a:cubicBezTo>
                    <a:pt x="2803" y="4062"/>
                    <a:pt x="3414" y="3796"/>
                    <a:pt x="3830" y="3212"/>
                  </a:cubicBezTo>
                  <a:cubicBezTo>
                    <a:pt x="4445" y="2347"/>
                    <a:pt x="4291" y="1164"/>
                    <a:pt x="3493" y="491"/>
                  </a:cubicBezTo>
                  <a:cubicBezTo>
                    <a:pt x="3093" y="151"/>
                    <a:pt x="2635" y="1"/>
                    <a:pt x="2189" y="1"/>
                  </a:cubicBezTo>
                  <a:close/>
                </a:path>
              </a:pathLst>
            </a:custGeom>
            <a:solidFill>
              <a:srgbClr val="D2DB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7" name="Google Shape;13967;p65"/>
            <p:cNvSpPr/>
            <p:nvPr/>
          </p:nvSpPr>
          <p:spPr>
            <a:xfrm>
              <a:off x="6833414" y="3519595"/>
              <a:ext cx="33450" cy="33450"/>
            </a:xfrm>
            <a:custGeom>
              <a:avLst/>
              <a:gdLst/>
              <a:ahLst/>
              <a:cxnLst/>
              <a:rect l="l" t="t" r="r" b="b"/>
              <a:pathLst>
                <a:path w="1280" h="1280" extrusionOk="0">
                  <a:moveTo>
                    <a:pt x="645" y="1"/>
                  </a:moveTo>
                  <a:cubicBezTo>
                    <a:pt x="289" y="1"/>
                    <a:pt x="1" y="280"/>
                    <a:pt x="1" y="636"/>
                  </a:cubicBezTo>
                  <a:cubicBezTo>
                    <a:pt x="1" y="991"/>
                    <a:pt x="289" y="1280"/>
                    <a:pt x="645" y="1280"/>
                  </a:cubicBezTo>
                  <a:cubicBezTo>
                    <a:pt x="991" y="1280"/>
                    <a:pt x="1280" y="991"/>
                    <a:pt x="1280" y="636"/>
                  </a:cubicBezTo>
                  <a:cubicBezTo>
                    <a:pt x="1280" y="280"/>
                    <a:pt x="991" y="1"/>
                    <a:pt x="645"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8" name="Google Shape;13968;p65"/>
            <p:cNvSpPr/>
            <p:nvPr/>
          </p:nvSpPr>
          <p:spPr>
            <a:xfrm>
              <a:off x="6667055" y="3394969"/>
              <a:ext cx="34469" cy="30183"/>
            </a:xfrm>
            <a:custGeom>
              <a:avLst/>
              <a:gdLst/>
              <a:ahLst/>
              <a:cxnLst/>
              <a:rect l="l" t="t" r="r" b="b"/>
              <a:pathLst>
                <a:path w="1319" h="1155" extrusionOk="0">
                  <a:moveTo>
                    <a:pt x="337" y="0"/>
                  </a:moveTo>
                  <a:cubicBezTo>
                    <a:pt x="155" y="0"/>
                    <a:pt x="1" y="145"/>
                    <a:pt x="1" y="337"/>
                  </a:cubicBezTo>
                  <a:lnTo>
                    <a:pt x="1" y="818"/>
                  </a:lnTo>
                  <a:cubicBezTo>
                    <a:pt x="1" y="1001"/>
                    <a:pt x="155" y="1154"/>
                    <a:pt x="337" y="1154"/>
                  </a:cubicBezTo>
                  <a:lnTo>
                    <a:pt x="982" y="1154"/>
                  </a:lnTo>
                  <a:cubicBezTo>
                    <a:pt x="1164" y="1154"/>
                    <a:pt x="1318" y="1001"/>
                    <a:pt x="1318" y="818"/>
                  </a:cubicBezTo>
                  <a:lnTo>
                    <a:pt x="1318" y="337"/>
                  </a:lnTo>
                  <a:cubicBezTo>
                    <a:pt x="1318" y="145"/>
                    <a:pt x="1164" y="0"/>
                    <a:pt x="982" y="0"/>
                  </a:cubicBezTo>
                  <a:close/>
                </a:path>
              </a:pathLst>
            </a:custGeom>
            <a:solidFill>
              <a:srgbClr val="485E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9" name="Google Shape;13969;p65"/>
            <p:cNvSpPr/>
            <p:nvPr/>
          </p:nvSpPr>
          <p:spPr>
            <a:xfrm>
              <a:off x="6634912" y="3416580"/>
              <a:ext cx="99016" cy="230463"/>
            </a:xfrm>
            <a:custGeom>
              <a:avLst/>
              <a:gdLst/>
              <a:ahLst/>
              <a:cxnLst/>
              <a:rect l="l" t="t" r="r" b="b"/>
              <a:pathLst>
                <a:path w="3789" h="8819" extrusionOk="0">
                  <a:moveTo>
                    <a:pt x="846" y="0"/>
                  </a:moveTo>
                  <a:cubicBezTo>
                    <a:pt x="375" y="0"/>
                    <a:pt x="0" y="375"/>
                    <a:pt x="0" y="837"/>
                  </a:cubicBezTo>
                  <a:lnTo>
                    <a:pt x="0" y="7982"/>
                  </a:lnTo>
                  <a:cubicBezTo>
                    <a:pt x="0" y="8443"/>
                    <a:pt x="375" y="8818"/>
                    <a:pt x="846" y="8818"/>
                  </a:cubicBezTo>
                  <a:lnTo>
                    <a:pt x="2943" y="8818"/>
                  </a:lnTo>
                  <a:cubicBezTo>
                    <a:pt x="3414" y="8818"/>
                    <a:pt x="3789" y="8443"/>
                    <a:pt x="3789" y="7982"/>
                  </a:cubicBezTo>
                  <a:lnTo>
                    <a:pt x="3789" y="837"/>
                  </a:lnTo>
                  <a:cubicBezTo>
                    <a:pt x="3789" y="385"/>
                    <a:pt x="3423" y="10"/>
                    <a:pt x="2971" y="0"/>
                  </a:cubicBezTo>
                  <a:close/>
                </a:path>
              </a:pathLst>
            </a:custGeom>
            <a:solidFill>
              <a:srgbClr val="485E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0" name="Google Shape;13970;p65"/>
            <p:cNvSpPr/>
            <p:nvPr/>
          </p:nvSpPr>
          <p:spPr>
            <a:xfrm>
              <a:off x="6634912" y="3416580"/>
              <a:ext cx="77666" cy="204827"/>
            </a:xfrm>
            <a:custGeom>
              <a:avLst/>
              <a:gdLst/>
              <a:ahLst/>
              <a:cxnLst/>
              <a:rect l="l" t="t" r="r" b="b"/>
              <a:pathLst>
                <a:path w="2972" h="7838" extrusionOk="0">
                  <a:moveTo>
                    <a:pt x="837" y="0"/>
                  </a:moveTo>
                  <a:cubicBezTo>
                    <a:pt x="375" y="0"/>
                    <a:pt x="0" y="375"/>
                    <a:pt x="0" y="837"/>
                  </a:cubicBezTo>
                  <a:lnTo>
                    <a:pt x="0" y="7837"/>
                  </a:lnTo>
                  <a:lnTo>
                    <a:pt x="2125" y="7837"/>
                  </a:lnTo>
                  <a:cubicBezTo>
                    <a:pt x="2596" y="7837"/>
                    <a:pt x="2971" y="7462"/>
                    <a:pt x="2971" y="6991"/>
                  </a:cubicBezTo>
                  <a:lnTo>
                    <a:pt x="2971" y="0"/>
                  </a:lnTo>
                  <a:close/>
                </a:path>
              </a:pathLst>
            </a:custGeom>
            <a:solidFill>
              <a:srgbClr val="586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1" name="Google Shape;13971;p65"/>
            <p:cNvSpPr/>
            <p:nvPr/>
          </p:nvSpPr>
          <p:spPr>
            <a:xfrm>
              <a:off x="6915836" y="3461058"/>
              <a:ext cx="22134" cy="22134"/>
            </a:xfrm>
            <a:custGeom>
              <a:avLst/>
              <a:gdLst/>
              <a:ahLst/>
              <a:cxnLst/>
              <a:rect l="l" t="t" r="r" b="b"/>
              <a:pathLst>
                <a:path w="847" h="847" extrusionOk="0">
                  <a:moveTo>
                    <a:pt x="424" y="0"/>
                  </a:moveTo>
                  <a:cubicBezTo>
                    <a:pt x="193" y="0"/>
                    <a:pt x="1" y="193"/>
                    <a:pt x="1" y="424"/>
                  </a:cubicBezTo>
                  <a:cubicBezTo>
                    <a:pt x="1" y="654"/>
                    <a:pt x="193" y="847"/>
                    <a:pt x="424" y="847"/>
                  </a:cubicBezTo>
                  <a:cubicBezTo>
                    <a:pt x="655" y="847"/>
                    <a:pt x="847" y="654"/>
                    <a:pt x="847" y="424"/>
                  </a:cubicBezTo>
                  <a:cubicBezTo>
                    <a:pt x="847" y="193"/>
                    <a:pt x="655" y="0"/>
                    <a:pt x="424" y="0"/>
                  </a:cubicBezTo>
                  <a:close/>
                </a:path>
              </a:pathLst>
            </a:custGeom>
            <a:solidFill>
              <a:srgbClr val="B6C4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72" name="Google Shape;13972;p65"/>
          <p:cNvGrpSpPr/>
          <p:nvPr/>
        </p:nvGrpSpPr>
        <p:grpSpPr>
          <a:xfrm>
            <a:off x="7057867" y="3156148"/>
            <a:ext cx="377170" cy="360655"/>
            <a:chOff x="7059330" y="3340796"/>
            <a:chExt cx="377170" cy="360655"/>
          </a:xfrm>
        </p:grpSpPr>
        <p:sp>
          <p:nvSpPr>
            <p:cNvPr id="13973" name="Google Shape;13973;p65"/>
            <p:cNvSpPr/>
            <p:nvPr/>
          </p:nvSpPr>
          <p:spPr>
            <a:xfrm>
              <a:off x="7059330" y="3424629"/>
              <a:ext cx="317144" cy="276822"/>
            </a:xfrm>
            <a:custGeom>
              <a:avLst/>
              <a:gdLst/>
              <a:ahLst/>
              <a:cxnLst/>
              <a:rect l="l" t="t" r="r" b="b"/>
              <a:pathLst>
                <a:path w="12136" h="10593" extrusionOk="0">
                  <a:moveTo>
                    <a:pt x="9372" y="7197"/>
                  </a:moveTo>
                  <a:cubicBezTo>
                    <a:pt x="9552" y="7197"/>
                    <a:pt x="9734" y="7249"/>
                    <a:pt x="9895" y="7356"/>
                  </a:cubicBezTo>
                  <a:cubicBezTo>
                    <a:pt x="10578" y="7828"/>
                    <a:pt x="10357" y="8895"/>
                    <a:pt x="9540" y="9049"/>
                  </a:cubicBezTo>
                  <a:cubicBezTo>
                    <a:pt x="9477" y="9061"/>
                    <a:pt x="9416" y="9066"/>
                    <a:pt x="9357" y="9066"/>
                  </a:cubicBezTo>
                  <a:cubicBezTo>
                    <a:pt x="8638" y="9066"/>
                    <a:pt x="8162" y="8246"/>
                    <a:pt x="8597" y="7606"/>
                  </a:cubicBezTo>
                  <a:cubicBezTo>
                    <a:pt x="8778" y="7341"/>
                    <a:pt x="9072" y="7197"/>
                    <a:pt x="9372" y="7197"/>
                  </a:cubicBezTo>
                  <a:close/>
                  <a:moveTo>
                    <a:pt x="5251" y="0"/>
                  </a:moveTo>
                  <a:cubicBezTo>
                    <a:pt x="3714" y="0"/>
                    <a:pt x="2293" y="758"/>
                    <a:pt x="1433" y="2029"/>
                  </a:cubicBezTo>
                  <a:cubicBezTo>
                    <a:pt x="0" y="4145"/>
                    <a:pt x="549" y="7029"/>
                    <a:pt x="2664" y="8472"/>
                  </a:cubicBezTo>
                  <a:cubicBezTo>
                    <a:pt x="2664" y="8472"/>
                    <a:pt x="5489" y="10593"/>
                    <a:pt x="8272" y="10593"/>
                  </a:cubicBezTo>
                  <a:cubicBezTo>
                    <a:pt x="9499" y="10593"/>
                    <a:pt x="10719" y="10180"/>
                    <a:pt x="11684" y="8991"/>
                  </a:cubicBezTo>
                  <a:lnTo>
                    <a:pt x="11694" y="8972"/>
                  </a:lnTo>
                  <a:cubicBezTo>
                    <a:pt x="11771" y="8856"/>
                    <a:pt x="11828" y="8741"/>
                    <a:pt x="11876" y="8616"/>
                  </a:cubicBezTo>
                  <a:cubicBezTo>
                    <a:pt x="12136" y="7847"/>
                    <a:pt x="11761" y="7010"/>
                    <a:pt x="11020" y="6693"/>
                  </a:cubicBezTo>
                  <a:cubicBezTo>
                    <a:pt x="10857" y="6616"/>
                    <a:pt x="10694" y="6529"/>
                    <a:pt x="10540" y="6424"/>
                  </a:cubicBezTo>
                  <a:cubicBezTo>
                    <a:pt x="10540" y="6424"/>
                    <a:pt x="9193" y="5654"/>
                    <a:pt x="9251" y="4029"/>
                  </a:cubicBezTo>
                  <a:cubicBezTo>
                    <a:pt x="9251" y="3962"/>
                    <a:pt x="9251" y="3895"/>
                    <a:pt x="9261" y="3827"/>
                  </a:cubicBezTo>
                  <a:cubicBezTo>
                    <a:pt x="9347" y="3020"/>
                    <a:pt x="9136" y="2212"/>
                    <a:pt x="8665" y="1568"/>
                  </a:cubicBezTo>
                  <a:cubicBezTo>
                    <a:pt x="8443" y="1260"/>
                    <a:pt x="8174" y="1000"/>
                    <a:pt x="7866" y="798"/>
                  </a:cubicBezTo>
                  <a:cubicBezTo>
                    <a:pt x="7107" y="279"/>
                    <a:pt x="6203" y="0"/>
                    <a:pt x="5280" y="0"/>
                  </a:cubicBezTo>
                  <a:cubicBezTo>
                    <a:pt x="5270" y="0"/>
                    <a:pt x="5260" y="0"/>
                    <a:pt x="5251" y="0"/>
                  </a:cubicBezTo>
                  <a:close/>
                </a:path>
              </a:pathLst>
            </a:custGeom>
            <a:solidFill>
              <a:srgbClr val="D9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4" name="Google Shape;13974;p65"/>
            <p:cNvSpPr/>
            <p:nvPr/>
          </p:nvSpPr>
          <p:spPr>
            <a:xfrm>
              <a:off x="7076917" y="3424629"/>
              <a:ext cx="299322" cy="254583"/>
            </a:xfrm>
            <a:custGeom>
              <a:avLst/>
              <a:gdLst/>
              <a:ahLst/>
              <a:cxnLst/>
              <a:rect l="l" t="t" r="r" b="b"/>
              <a:pathLst>
                <a:path w="11454" h="9742" extrusionOk="0">
                  <a:moveTo>
                    <a:pt x="8701" y="7195"/>
                  </a:moveTo>
                  <a:cubicBezTo>
                    <a:pt x="8876" y="7195"/>
                    <a:pt x="9055" y="7245"/>
                    <a:pt x="9222" y="7356"/>
                  </a:cubicBezTo>
                  <a:cubicBezTo>
                    <a:pt x="9645" y="7645"/>
                    <a:pt x="9761" y="8231"/>
                    <a:pt x="9472" y="8655"/>
                  </a:cubicBezTo>
                  <a:lnTo>
                    <a:pt x="9463" y="8655"/>
                  </a:lnTo>
                  <a:cubicBezTo>
                    <a:pt x="9275" y="8937"/>
                    <a:pt x="8986" y="9067"/>
                    <a:pt x="8699" y="9067"/>
                  </a:cubicBezTo>
                  <a:cubicBezTo>
                    <a:pt x="8283" y="9067"/>
                    <a:pt x="7871" y="8792"/>
                    <a:pt x="7780" y="8308"/>
                  </a:cubicBezTo>
                  <a:cubicBezTo>
                    <a:pt x="7656" y="7688"/>
                    <a:pt x="8152" y="7195"/>
                    <a:pt x="8701" y="7195"/>
                  </a:cubicBezTo>
                  <a:close/>
                  <a:moveTo>
                    <a:pt x="4607" y="0"/>
                  </a:moveTo>
                  <a:cubicBezTo>
                    <a:pt x="3309" y="0"/>
                    <a:pt x="2068" y="539"/>
                    <a:pt x="1193" y="1491"/>
                  </a:cubicBezTo>
                  <a:cubicBezTo>
                    <a:pt x="1" y="3587"/>
                    <a:pt x="616" y="6251"/>
                    <a:pt x="2607" y="7616"/>
                  </a:cubicBezTo>
                  <a:cubicBezTo>
                    <a:pt x="2607" y="7616"/>
                    <a:pt x="5435" y="9741"/>
                    <a:pt x="8218" y="9741"/>
                  </a:cubicBezTo>
                  <a:cubicBezTo>
                    <a:pt x="9272" y="9741"/>
                    <a:pt x="10319" y="9437"/>
                    <a:pt x="11203" y="8597"/>
                  </a:cubicBezTo>
                  <a:cubicBezTo>
                    <a:pt x="11453" y="7837"/>
                    <a:pt x="11088" y="7010"/>
                    <a:pt x="10347" y="6693"/>
                  </a:cubicBezTo>
                  <a:cubicBezTo>
                    <a:pt x="10184" y="6616"/>
                    <a:pt x="10021" y="6529"/>
                    <a:pt x="9867" y="6424"/>
                  </a:cubicBezTo>
                  <a:cubicBezTo>
                    <a:pt x="9867" y="6424"/>
                    <a:pt x="8520" y="5654"/>
                    <a:pt x="8578" y="4029"/>
                  </a:cubicBezTo>
                  <a:cubicBezTo>
                    <a:pt x="8578" y="3962"/>
                    <a:pt x="8578" y="3895"/>
                    <a:pt x="8588" y="3827"/>
                  </a:cubicBezTo>
                  <a:cubicBezTo>
                    <a:pt x="8674" y="3020"/>
                    <a:pt x="8463" y="2212"/>
                    <a:pt x="7992" y="1568"/>
                  </a:cubicBezTo>
                  <a:cubicBezTo>
                    <a:pt x="7770" y="1260"/>
                    <a:pt x="7501" y="1000"/>
                    <a:pt x="7193" y="798"/>
                  </a:cubicBezTo>
                  <a:cubicBezTo>
                    <a:pt x="6434" y="279"/>
                    <a:pt x="5530" y="0"/>
                    <a:pt x="4607" y="0"/>
                  </a:cubicBezTo>
                  <a:close/>
                </a:path>
              </a:pathLst>
            </a:custGeom>
            <a:solidFill>
              <a:srgbClr val="F5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5" name="Google Shape;13975;p65"/>
            <p:cNvSpPr/>
            <p:nvPr/>
          </p:nvSpPr>
          <p:spPr>
            <a:xfrm>
              <a:off x="7155079" y="3466232"/>
              <a:ext cx="80671" cy="49390"/>
            </a:xfrm>
            <a:custGeom>
              <a:avLst/>
              <a:gdLst/>
              <a:ahLst/>
              <a:cxnLst/>
              <a:rect l="l" t="t" r="r" b="b"/>
              <a:pathLst>
                <a:path w="3087" h="1890" extrusionOk="0">
                  <a:moveTo>
                    <a:pt x="2645" y="1"/>
                  </a:moveTo>
                  <a:cubicBezTo>
                    <a:pt x="2628" y="1"/>
                    <a:pt x="2612" y="2"/>
                    <a:pt x="2597" y="4"/>
                  </a:cubicBezTo>
                  <a:lnTo>
                    <a:pt x="1577" y="52"/>
                  </a:lnTo>
                  <a:lnTo>
                    <a:pt x="991" y="81"/>
                  </a:lnTo>
                  <a:cubicBezTo>
                    <a:pt x="741" y="101"/>
                    <a:pt x="558" y="302"/>
                    <a:pt x="558" y="543"/>
                  </a:cubicBezTo>
                  <a:lnTo>
                    <a:pt x="558" y="562"/>
                  </a:lnTo>
                  <a:cubicBezTo>
                    <a:pt x="558" y="668"/>
                    <a:pt x="606" y="774"/>
                    <a:pt x="673" y="841"/>
                  </a:cubicBezTo>
                  <a:cubicBezTo>
                    <a:pt x="712" y="889"/>
                    <a:pt x="673" y="956"/>
                    <a:pt x="616" y="966"/>
                  </a:cubicBezTo>
                  <a:lnTo>
                    <a:pt x="462" y="976"/>
                  </a:lnTo>
                  <a:cubicBezTo>
                    <a:pt x="202" y="985"/>
                    <a:pt x="0" y="1206"/>
                    <a:pt x="10" y="1456"/>
                  </a:cubicBezTo>
                  <a:cubicBezTo>
                    <a:pt x="29" y="1700"/>
                    <a:pt x="231" y="1889"/>
                    <a:pt x="473" y="1889"/>
                  </a:cubicBezTo>
                  <a:cubicBezTo>
                    <a:pt x="479" y="1889"/>
                    <a:pt x="485" y="1889"/>
                    <a:pt x="491" y="1889"/>
                  </a:cubicBezTo>
                  <a:lnTo>
                    <a:pt x="991" y="1860"/>
                  </a:lnTo>
                  <a:lnTo>
                    <a:pt x="1116" y="1860"/>
                  </a:lnTo>
                  <a:lnTo>
                    <a:pt x="2096" y="1812"/>
                  </a:lnTo>
                  <a:cubicBezTo>
                    <a:pt x="2337" y="1803"/>
                    <a:pt x="2529" y="1610"/>
                    <a:pt x="2539" y="1370"/>
                  </a:cubicBezTo>
                  <a:cubicBezTo>
                    <a:pt x="2548" y="1254"/>
                    <a:pt x="2510" y="1149"/>
                    <a:pt x="2443" y="1062"/>
                  </a:cubicBezTo>
                  <a:cubicBezTo>
                    <a:pt x="2395" y="1014"/>
                    <a:pt x="2433" y="928"/>
                    <a:pt x="2500" y="928"/>
                  </a:cubicBezTo>
                  <a:lnTo>
                    <a:pt x="2654" y="918"/>
                  </a:lnTo>
                  <a:cubicBezTo>
                    <a:pt x="2895" y="899"/>
                    <a:pt x="3087" y="706"/>
                    <a:pt x="3087" y="456"/>
                  </a:cubicBezTo>
                  <a:cubicBezTo>
                    <a:pt x="3087" y="447"/>
                    <a:pt x="3087" y="447"/>
                    <a:pt x="3077" y="437"/>
                  </a:cubicBezTo>
                  <a:cubicBezTo>
                    <a:pt x="3068" y="254"/>
                    <a:pt x="2952" y="91"/>
                    <a:pt x="2779" y="24"/>
                  </a:cubicBezTo>
                  <a:cubicBezTo>
                    <a:pt x="2737" y="10"/>
                    <a:pt x="2690" y="1"/>
                    <a:pt x="2645" y="1"/>
                  </a:cubicBezTo>
                  <a:close/>
                </a:path>
              </a:pathLst>
            </a:custGeom>
            <a:solidFill>
              <a:srgbClr val="BAC8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6" name="Google Shape;13976;p65"/>
            <p:cNvSpPr/>
            <p:nvPr/>
          </p:nvSpPr>
          <p:spPr>
            <a:xfrm>
              <a:off x="7175437" y="3466336"/>
              <a:ext cx="60575" cy="48528"/>
            </a:xfrm>
            <a:custGeom>
              <a:avLst/>
              <a:gdLst/>
              <a:ahLst/>
              <a:cxnLst/>
              <a:rect l="l" t="t" r="r" b="b"/>
              <a:pathLst>
                <a:path w="2318" h="1857" extrusionOk="0">
                  <a:moveTo>
                    <a:pt x="1837" y="0"/>
                  </a:moveTo>
                  <a:lnTo>
                    <a:pt x="817" y="48"/>
                  </a:lnTo>
                  <a:cubicBezTo>
                    <a:pt x="664" y="135"/>
                    <a:pt x="577" y="298"/>
                    <a:pt x="577" y="472"/>
                  </a:cubicBezTo>
                  <a:lnTo>
                    <a:pt x="577" y="491"/>
                  </a:lnTo>
                  <a:cubicBezTo>
                    <a:pt x="577" y="606"/>
                    <a:pt x="625" y="702"/>
                    <a:pt x="692" y="789"/>
                  </a:cubicBezTo>
                  <a:cubicBezTo>
                    <a:pt x="731" y="837"/>
                    <a:pt x="702" y="914"/>
                    <a:pt x="635" y="914"/>
                  </a:cubicBezTo>
                  <a:lnTo>
                    <a:pt x="471" y="924"/>
                  </a:lnTo>
                  <a:cubicBezTo>
                    <a:pt x="202" y="943"/>
                    <a:pt x="0" y="1164"/>
                    <a:pt x="10" y="1433"/>
                  </a:cubicBezTo>
                  <a:cubicBezTo>
                    <a:pt x="29" y="1625"/>
                    <a:pt x="154" y="1789"/>
                    <a:pt x="337" y="1856"/>
                  </a:cubicBezTo>
                  <a:lnTo>
                    <a:pt x="1317" y="1808"/>
                  </a:lnTo>
                  <a:cubicBezTo>
                    <a:pt x="1558" y="1799"/>
                    <a:pt x="1750" y="1606"/>
                    <a:pt x="1760" y="1366"/>
                  </a:cubicBezTo>
                  <a:cubicBezTo>
                    <a:pt x="1769" y="1250"/>
                    <a:pt x="1731" y="1145"/>
                    <a:pt x="1664" y="1058"/>
                  </a:cubicBezTo>
                  <a:cubicBezTo>
                    <a:pt x="1616" y="1010"/>
                    <a:pt x="1654" y="924"/>
                    <a:pt x="1721" y="924"/>
                  </a:cubicBezTo>
                  <a:lnTo>
                    <a:pt x="1875" y="914"/>
                  </a:lnTo>
                  <a:cubicBezTo>
                    <a:pt x="2116" y="895"/>
                    <a:pt x="2308" y="702"/>
                    <a:pt x="2308" y="452"/>
                  </a:cubicBezTo>
                  <a:cubicBezTo>
                    <a:pt x="2308" y="443"/>
                    <a:pt x="2308" y="443"/>
                    <a:pt x="2318" y="433"/>
                  </a:cubicBezTo>
                  <a:cubicBezTo>
                    <a:pt x="2298" y="250"/>
                    <a:pt x="2183" y="87"/>
                    <a:pt x="2010" y="29"/>
                  </a:cubicBezTo>
                  <a:cubicBezTo>
                    <a:pt x="1952" y="10"/>
                    <a:pt x="1894" y="0"/>
                    <a:pt x="1837" y="0"/>
                  </a:cubicBezTo>
                  <a:close/>
                </a:path>
              </a:pathLst>
            </a:custGeom>
            <a:solidFill>
              <a:srgbClr val="C7D2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7" name="Google Shape;13977;p65"/>
            <p:cNvSpPr/>
            <p:nvPr/>
          </p:nvSpPr>
          <p:spPr>
            <a:xfrm>
              <a:off x="7199296" y="3550457"/>
              <a:ext cx="64103" cy="71838"/>
            </a:xfrm>
            <a:custGeom>
              <a:avLst/>
              <a:gdLst/>
              <a:ahLst/>
              <a:cxnLst/>
              <a:rect l="l" t="t" r="r" b="b"/>
              <a:pathLst>
                <a:path w="2453" h="2749" extrusionOk="0">
                  <a:moveTo>
                    <a:pt x="1996" y="1"/>
                  </a:moveTo>
                  <a:cubicBezTo>
                    <a:pt x="1920" y="1"/>
                    <a:pt x="1842" y="20"/>
                    <a:pt x="1770" y="60"/>
                  </a:cubicBezTo>
                  <a:lnTo>
                    <a:pt x="943" y="532"/>
                  </a:lnTo>
                  <a:lnTo>
                    <a:pt x="366" y="849"/>
                  </a:lnTo>
                  <a:cubicBezTo>
                    <a:pt x="222" y="926"/>
                    <a:pt x="135" y="1080"/>
                    <a:pt x="135" y="1253"/>
                  </a:cubicBezTo>
                  <a:cubicBezTo>
                    <a:pt x="135" y="1387"/>
                    <a:pt x="203" y="1522"/>
                    <a:pt x="318" y="1609"/>
                  </a:cubicBezTo>
                  <a:cubicBezTo>
                    <a:pt x="404" y="1676"/>
                    <a:pt x="395" y="1830"/>
                    <a:pt x="299" y="1888"/>
                  </a:cubicBezTo>
                  <a:lnTo>
                    <a:pt x="289" y="1888"/>
                  </a:lnTo>
                  <a:cubicBezTo>
                    <a:pt x="97" y="2003"/>
                    <a:pt x="1" y="2234"/>
                    <a:pt x="78" y="2445"/>
                  </a:cubicBezTo>
                  <a:cubicBezTo>
                    <a:pt x="145" y="2635"/>
                    <a:pt x="318" y="2748"/>
                    <a:pt x="502" y="2748"/>
                  </a:cubicBezTo>
                  <a:cubicBezTo>
                    <a:pt x="579" y="2748"/>
                    <a:pt x="658" y="2728"/>
                    <a:pt x="731" y="2686"/>
                  </a:cubicBezTo>
                  <a:lnTo>
                    <a:pt x="1174" y="2445"/>
                  </a:lnTo>
                  <a:lnTo>
                    <a:pt x="2126" y="1897"/>
                  </a:lnTo>
                  <a:cubicBezTo>
                    <a:pt x="2328" y="1791"/>
                    <a:pt x="2414" y="1551"/>
                    <a:pt x="2337" y="1330"/>
                  </a:cubicBezTo>
                  <a:cubicBezTo>
                    <a:pt x="2289" y="1205"/>
                    <a:pt x="2193" y="1109"/>
                    <a:pt x="2068" y="1070"/>
                  </a:cubicBezTo>
                  <a:cubicBezTo>
                    <a:pt x="2020" y="1041"/>
                    <a:pt x="2010" y="974"/>
                    <a:pt x="2058" y="945"/>
                  </a:cubicBezTo>
                  <a:lnTo>
                    <a:pt x="2222" y="849"/>
                  </a:lnTo>
                  <a:cubicBezTo>
                    <a:pt x="2366" y="772"/>
                    <a:pt x="2453" y="618"/>
                    <a:pt x="2453" y="455"/>
                  </a:cubicBezTo>
                  <a:cubicBezTo>
                    <a:pt x="2453" y="378"/>
                    <a:pt x="2433" y="301"/>
                    <a:pt x="2395" y="234"/>
                  </a:cubicBezTo>
                  <a:cubicBezTo>
                    <a:pt x="2311" y="84"/>
                    <a:pt x="2156" y="1"/>
                    <a:pt x="1996" y="1"/>
                  </a:cubicBezTo>
                  <a:close/>
                </a:path>
              </a:pathLst>
            </a:custGeom>
            <a:solidFill>
              <a:srgbClr val="223D5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8" name="Google Shape;13978;p65"/>
            <p:cNvSpPr/>
            <p:nvPr/>
          </p:nvSpPr>
          <p:spPr>
            <a:xfrm>
              <a:off x="7216648" y="3550457"/>
              <a:ext cx="47012" cy="63920"/>
            </a:xfrm>
            <a:custGeom>
              <a:avLst/>
              <a:gdLst/>
              <a:ahLst/>
              <a:cxnLst/>
              <a:rect l="l" t="t" r="r" b="b"/>
              <a:pathLst>
                <a:path w="1799" h="2446" extrusionOk="0">
                  <a:moveTo>
                    <a:pt x="1335" y="1"/>
                  </a:moveTo>
                  <a:cubicBezTo>
                    <a:pt x="1260" y="1"/>
                    <a:pt x="1184" y="20"/>
                    <a:pt x="1116" y="60"/>
                  </a:cubicBezTo>
                  <a:lnTo>
                    <a:pt x="279" y="532"/>
                  </a:lnTo>
                  <a:cubicBezTo>
                    <a:pt x="192" y="618"/>
                    <a:pt x="135" y="743"/>
                    <a:pt x="135" y="868"/>
                  </a:cubicBezTo>
                  <a:cubicBezTo>
                    <a:pt x="135" y="955"/>
                    <a:pt x="164" y="1032"/>
                    <a:pt x="202" y="1109"/>
                  </a:cubicBezTo>
                  <a:cubicBezTo>
                    <a:pt x="231" y="1166"/>
                    <a:pt x="269" y="1214"/>
                    <a:pt x="317" y="1253"/>
                  </a:cubicBezTo>
                  <a:cubicBezTo>
                    <a:pt x="423" y="1330"/>
                    <a:pt x="414" y="1474"/>
                    <a:pt x="298" y="1541"/>
                  </a:cubicBezTo>
                  <a:cubicBezTo>
                    <a:pt x="87" y="1657"/>
                    <a:pt x="0" y="1907"/>
                    <a:pt x="67" y="2128"/>
                  </a:cubicBezTo>
                  <a:cubicBezTo>
                    <a:pt x="144" y="2311"/>
                    <a:pt x="308" y="2436"/>
                    <a:pt x="510" y="2445"/>
                  </a:cubicBezTo>
                  <a:lnTo>
                    <a:pt x="1462" y="1897"/>
                  </a:lnTo>
                  <a:cubicBezTo>
                    <a:pt x="1664" y="1791"/>
                    <a:pt x="1750" y="1551"/>
                    <a:pt x="1673" y="1330"/>
                  </a:cubicBezTo>
                  <a:cubicBezTo>
                    <a:pt x="1625" y="1205"/>
                    <a:pt x="1529" y="1109"/>
                    <a:pt x="1404" y="1070"/>
                  </a:cubicBezTo>
                  <a:cubicBezTo>
                    <a:pt x="1356" y="1041"/>
                    <a:pt x="1346" y="974"/>
                    <a:pt x="1394" y="945"/>
                  </a:cubicBezTo>
                  <a:lnTo>
                    <a:pt x="1558" y="849"/>
                  </a:lnTo>
                  <a:cubicBezTo>
                    <a:pt x="1702" y="772"/>
                    <a:pt x="1798" y="618"/>
                    <a:pt x="1798" y="455"/>
                  </a:cubicBezTo>
                  <a:cubicBezTo>
                    <a:pt x="1798" y="378"/>
                    <a:pt x="1769" y="301"/>
                    <a:pt x="1731" y="234"/>
                  </a:cubicBezTo>
                  <a:cubicBezTo>
                    <a:pt x="1647" y="84"/>
                    <a:pt x="1492" y="1"/>
                    <a:pt x="1335" y="1"/>
                  </a:cubicBezTo>
                  <a:close/>
                </a:path>
              </a:pathLst>
            </a:custGeom>
            <a:solidFill>
              <a:srgbClr val="5166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79" name="Google Shape;13979;p65"/>
            <p:cNvSpPr/>
            <p:nvPr/>
          </p:nvSpPr>
          <p:spPr>
            <a:xfrm>
              <a:off x="7106316" y="3524690"/>
              <a:ext cx="68127" cy="69565"/>
            </a:xfrm>
            <a:custGeom>
              <a:avLst/>
              <a:gdLst/>
              <a:ahLst/>
              <a:cxnLst/>
              <a:rect l="l" t="t" r="r" b="b"/>
              <a:pathLst>
                <a:path w="2607" h="2662" extrusionOk="0">
                  <a:moveTo>
                    <a:pt x="507" y="1"/>
                  </a:moveTo>
                  <a:cubicBezTo>
                    <a:pt x="480" y="1"/>
                    <a:pt x="452" y="3"/>
                    <a:pt x="424" y="8"/>
                  </a:cubicBezTo>
                  <a:cubicBezTo>
                    <a:pt x="155" y="75"/>
                    <a:pt x="1" y="364"/>
                    <a:pt x="97" y="623"/>
                  </a:cubicBezTo>
                  <a:lnTo>
                    <a:pt x="280" y="1085"/>
                  </a:lnTo>
                  <a:lnTo>
                    <a:pt x="376" y="1335"/>
                  </a:lnTo>
                  <a:lnTo>
                    <a:pt x="683" y="2114"/>
                  </a:lnTo>
                  <a:cubicBezTo>
                    <a:pt x="749" y="2303"/>
                    <a:pt x="921" y="2422"/>
                    <a:pt x="1114" y="2422"/>
                  </a:cubicBezTo>
                  <a:cubicBezTo>
                    <a:pt x="1146" y="2422"/>
                    <a:pt x="1179" y="2419"/>
                    <a:pt x="1212" y="2412"/>
                  </a:cubicBezTo>
                  <a:cubicBezTo>
                    <a:pt x="1337" y="2383"/>
                    <a:pt x="1443" y="2297"/>
                    <a:pt x="1510" y="2181"/>
                  </a:cubicBezTo>
                  <a:cubicBezTo>
                    <a:pt x="1523" y="2159"/>
                    <a:pt x="1544" y="2150"/>
                    <a:pt x="1565" y="2150"/>
                  </a:cubicBezTo>
                  <a:cubicBezTo>
                    <a:pt x="1590" y="2150"/>
                    <a:pt x="1615" y="2164"/>
                    <a:pt x="1626" y="2191"/>
                  </a:cubicBezTo>
                  <a:lnTo>
                    <a:pt x="1703" y="2373"/>
                  </a:lnTo>
                  <a:cubicBezTo>
                    <a:pt x="1770" y="2547"/>
                    <a:pt x="1934" y="2662"/>
                    <a:pt x="2126" y="2662"/>
                  </a:cubicBezTo>
                  <a:cubicBezTo>
                    <a:pt x="2184" y="2662"/>
                    <a:pt x="2241" y="2652"/>
                    <a:pt x="2289" y="2633"/>
                  </a:cubicBezTo>
                  <a:cubicBezTo>
                    <a:pt x="2491" y="2556"/>
                    <a:pt x="2607" y="2354"/>
                    <a:pt x="2578" y="2143"/>
                  </a:cubicBezTo>
                  <a:cubicBezTo>
                    <a:pt x="2578" y="2104"/>
                    <a:pt x="2568" y="2066"/>
                    <a:pt x="2559" y="2037"/>
                  </a:cubicBezTo>
                  <a:lnTo>
                    <a:pt x="2155" y="1018"/>
                  </a:lnTo>
                  <a:lnTo>
                    <a:pt x="1972" y="537"/>
                  </a:lnTo>
                  <a:cubicBezTo>
                    <a:pt x="1905" y="354"/>
                    <a:pt x="1732" y="239"/>
                    <a:pt x="1539" y="239"/>
                  </a:cubicBezTo>
                  <a:cubicBezTo>
                    <a:pt x="1376" y="239"/>
                    <a:pt x="1232" y="325"/>
                    <a:pt x="1145" y="469"/>
                  </a:cubicBezTo>
                  <a:cubicBezTo>
                    <a:pt x="1132" y="496"/>
                    <a:pt x="1108" y="508"/>
                    <a:pt x="1085" y="508"/>
                  </a:cubicBezTo>
                  <a:cubicBezTo>
                    <a:pt x="1058" y="508"/>
                    <a:pt x="1030" y="491"/>
                    <a:pt x="1020" y="460"/>
                  </a:cubicBezTo>
                  <a:lnTo>
                    <a:pt x="953" y="296"/>
                  </a:lnTo>
                  <a:cubicBezTo>
                    <a:pt x="877" y="119"/>
                    <a:pt x="704" y="1"/>
                    <a:pt x="507" y="1"/>
                  </a:cubicBez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0" name="Google Shape;13980;p65"/>
            <p:cNvSpPr/>
            <p:nvPr/>
          </p:nvSpPr>
          <p:spPr>
            <a:xfrm>
              <a:off x="7113607" y="3541049"/>
              <a:ext cx="60836" cy="53206"/>
            </a:xfrm>
            <a:custGeom>
              <a:avLst/>
              <a:gdLst/>
              <a:ahLst/>
              <a:cxnLst/>
              <a:rect l="l" t="t" r="r" b="b"/>
              <a:pathLst>
                <a:path w="2328" h="2036" extrusionOk="0">
                  <a:moveTo>
                    <a:pt x="459" y="0"/>
                  </a:moveTo>
                  <a:cubicBezTo>
                    <a:pt x="431" y="0"/>
                    <a:pt x="404" y="2"/>
                    <a:pt x="376" y="7"/>
                  </a:cubicBezTo>
                  <a:cubicBezTo>
                    <a:pt x="154" y="55"/>
                    <a:pt x="10" y="247"/>
                    <a:pt x="1" y="459"/>
                  </a:cubicBezTo>
                  <a:lnTo>
                    <a:pt x="97" y="709"/>
                  </a:lnTo>
                  <a:lnTo>
                    <a:pt x="404" y="1488"/>
                  </a:lnTo>
                  <a:cubicBezTo>
                    <a:pt x="470" y="1677"/>
                    <a:pt x="642" y="1796"/>
                    <a:pt x="835" y="1796"/>
                  </a:cubicBezTo>
                  <a:cubicBezTo>
                    <a:pt x="867" y="1796"/>
                    <a:pt x="900" y="1793"/>
                    <a:pt x="933" y="1786"/>
                  </a:cubicBezTo>
                  <a:cubicBezTo>
                    <a:pt x="1058" y="1757"/>
                    <a:pt x="1164" y="1671"/>
                    <a:pt x="1231" y="1555"/>
                  </a:cubicBezTo>
                  <a:cubicBezTo>
                    <a:pt x="1244" y="1533"/>
                    <a:pt x="1265" y="1524"/>
                    <a:pt x="1286" y="1524"/>
                  </a:cubicBezTo>
                  <a:cubicBezTo>
                    <a:pt x="1311" y="1524"/>
                    <a:pt x="1336" y="1538"/>
                    <a:pt x="1347" y="1565"/>
                  </a:cubicBezTo>
                  <a:lnTo>
                    <a:pt x="1424" y="1747"/>
                  </a:lnTo>
                  <a:cubicBezTo>
                    <a:pt x="1491" y="1921"/>
                    <a:pt x="1655" y="2036"/>
                    <a:pt x="1847" y="2036"/>
                  </a:cubicBezTo>
                  <a:cubicBezTo>
                    <a:pt x="1905" y="2036"/>
                    <a:pt x="1962" y="2026"/>
                    <a:pt x="2010" y="2007"/>
                  </a:cubicBezTo>
                  <a:cubicBezTo>
                    <a:pt x="2203" y="1930"/>
                    <a:pt x="2328" y="1728"/>
                    <a:pt x="2299" y="1517"/>
                  </a:cubicBezTo>
                  <a:cubicBezTo>
                    <a:pt x="2299" y="1478"/>
                    <a:pt x="2289" y="1449"/>
                    <a:pt x="2280" y="1411"/>
                  </a:cubicBezTo>
                  <a:lnTo>
                    <a:pt x="1876" y="392"/>
                  </a:lnTo>
                  <a:cubicBezTo>
                    <a:pt x="1789" y="295"/>
                    <a:pt x="1664" y="238"/>
                    <a:pt x="1530" y="238"/>
                  </a:cubicBezTo>
                  <a:cubicBezTo>
                    <a:pt x="1366" y="238"/>
                    <a:pt x="1203" y="334"/>
                    <a:pt x="1126" y="478"/>
                  </a:cubicBezTo>
                  <a:cubicBezTo>
                    <a:pt x="1111" y="507"/>
                    <a:pt x="1082" y="521"/>
                    <a:pt x="1055" y="521"/>
                  </a:cubicBezTo>
                  <a:cubicBezTo>
                    <a:pt x="1027" y="521"/>
                    <a:pt x="1001" y="507"/>
                    <a:pt x="991" y="478"/>
                  </a:cubicBezTo>
                  <a:lnTo>
                    <a:pt x="924" y="305"/>
                  </a:lnTo>
                  <a:cubicBezTo>
                    <a:pt x="848" y="119"/>
                    <a:pt x="660" y="0"/>
                    <a:pt x="459" y="0"/>
                  </a:cubicBezTo>
                  <a:close/>
                </a:path>
              </a:pathLst>
            </a:custGeom>
            <a:solidFill>
              <a:srgbClr val="8291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1" name="Google Shape;13981;p65"/>
            <p:cNvSpPr/>
            <p:nvPr/>
          </p:nvSpPr>
          <p:spPr>
            <a:xfrm>
              <a:off x="7312632" y="3340796"/>
              <a:ext cx="123868" cy="140645"/>
            </a:xfrm>
            <a:custGeom>
              <a:avLst/>
              <a:gdLst/>
              <a:ahLst/>
              <a:cxnLst/>
              <a:rect l="l" t="t" r="r" b="b"/>
              <a:pathLst>
                <a:path w="4740" h="5382" extrusionOk="0">
                  <a:moveTo>
                    <a:pt x="4685" y="1"/>
                  </a:moveTo>
                  <a:cubicBezTo>
                    <a:pt x="4678" y="1"/>
                    <a:pt x="4671" y="2"/>
                    <a:pt x="4664" y="6"/>
                  </a:cubicBezTo>
                  <a:cubicBezTo>
                    <a:pt x="3231" y="621"/>
                    <a:pt x="2078" y="1746"/>
                    <a:pt x="1251" y="2785"/>
                  </a:cubicBezTo>
                  <a:cubicBezTo>
                    <a:pt x="1058" y="3025"/>
                    <a:pt x="885" y="3256"/>
                    <a:pt x="731" y="3477"/>
                  </a:cubicBezTo>
                  <a:cubicBezTo>
                    <a:pt x="404" y="3949"/>
                    <a:pt x="164" y="4352"/>
                    <a:pt x="0" y="4641"/>
                  </a:cubicBezTo>
                  <a:cubicBezTo>
                    <a:pt x="154" y="4679"/>
                    <a:pt x="308" y="4747"/>
                    <a:pt x="433" y="4843"/>
                  </a:cubicBezTo>
                  <a:lnTo>
                    <a:pt x="452" y="4862"/>
                  </a:lnTo>
                  <a:lnTo>
                    <a:pt x="500" y="4901"/>
                  </a:lnTo>
                  <a:lnTo>
                    <a:pt x="520" y="4910"/>
                  </a:lnTo>
                  <a:lnTo>
                    <a:pt x="539" y="4929"/>
                  </a:lnTo>
                  <a:lnTo>
                    <a:pt x="587" y="4968"/>
                  </a:lnTo>
                  <a:cubicBezTo>
                    <a:pt x="702" y="5083"/>
                    <a:pt x="808" y="5227"/>
                    <a:pt x="876" y="5381"/>
                  </a:cubicBezTo>
                  <a:cubicBezTo>
                    <a:pt x="1126" y="5179"/>
                    <a:pt x="1491" y="4872"/>
                    <a:pt x="1904" y="4477"/>
                  </a:cubicBezTo>
                  <a:cubicBezTo>
                    <a:pt x="2097" y="4295"/>
                    <a:pt x="2299" y="4093"/>
                    <a:pt x="2510" y="3862"/>
                  </a:cubicBezTo>
                  <a:cubicBezTo>
                    <a:pt x="3405" y="2891"/>
                    <a:pt x="4347" y="1573"/>
                    <a:pt x="4732" y="64"/>
                  </a:cubicBezTo>
                  <a:cubicBezTo>
                    <a:pt x="4739" y="32"/>
                    <a:pt x="4715" y="1"/>
                    <a:pt x="4685" y="1"/>
                  </a:cubicBezTo>
                  <a:close/>
                </a:path>
              </a:pathLst>
            </a:custGeom>
            <a:solidFill>
              <a:srgbClr val="B9C6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2" name="Google Shape;13982;p65"/>
            <p:cNvSpPr/>
            <p:nvPr/>
          </p:nvSpPr>
          <p:spPr>
            <a:xfrm>
              <a:off x="7331735" y="3413575"/>
              <a:ext cx="46516" cy="44242"/>
            </a:xfrm>
            <a:custGeom>
              <a:avLst/>
              <a:gdLst/>
              <a:ahLst/>
              <a:cxnLst/>
              <a:rect l="l" t="t" r="r" b="b"/>
              <a:pathLst>
                <a:path w="1780" h="1693" extrusionOk="0">
                  <a:moveTo>
                    <a:pt x="520" y="0"/>
                  </a:moveTo>
                  <a:cubicBezTo>
                    <a:pt x="327" y="240"/>
                    <a:pt x="154" y="471"/>
                    <a:pt x="0" y="692"/>
                  </a:cubicBezTo>
                  <a:lnTo>
                    <a:pt x="1173" y="1692"/>
                  </a:lnTo>
                  <a:cubicBezTo>
                    <a:pt x="1366" y="1510"/>
                    <a:pt x="1568" y="1308"/>
                    <a:pt x="1779" y="1077"/>
                  </a:cubicBezTo>
                  <a:lnTo>
                    <a:pt x="520" y="0"/>
                  </a:lnTo>
                  <a:close/>
                </a:path>
              </a:pathLst>
            </a:custGeom>
            <a:solidFill>
              <a:srgbClr val="B6C4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3" name="Google Shape;13983;p65"/>
            <p:cNvSpPr/>
            <p:nvPr/>
          </p:nvSpPr>
          <p:spPr>
            <a:xfrm>
              <a:off x="7231465" y="3453140"/>
              <a:ext cx="117622" cy="80122"/>
            </a:xfrm>
            <a:custGeom>
              <a:avLst/>
              <a:gdLst/>
              <a:ahLst/>
              <a:cxnLst/>
              <a:rect l="l" t="t" r="r" b="b"/>
              <a:pathLst>
                <a:path w="4501" h="3066" extrusionOk="0">
                  <a:moveTo>
                    <a:pt x="3068" y="1"/>
                  </a:moveTo>
                  <a:cubicBezTo>
                    <a:pt x="2808" y="1"/>
                    <a:pt x="2549" y="82"/>
                    <a:pt x="2328" y="246"/>
                  </a:cubicBezTo>
                  <a:cubicBezTo>
                    <a:pt x="2145" y="371"/>
                    <a:pt x="2010" y="534"/>
                    <a:pt x="1904" y="727"/>
                  </a:cubicBezTo>
                  <a:cubicBezTo>
                    <a:pt x="1876" y="784"/>
                    <a:pt x="1856" y="842"/>
                    <a:pt x="1837" y="900"/>
                  </a:cubicBezTo>
                  <a:cubicBezTo>
                    <a:pt x="1799" y="1054"/>
                    <a:pt x="1741" y="1207"/>
                    <a:pt x="1664" y="1352"/>
                  </a:cubicBezTo>
                  <a:cubicBezTo>
                    <a:pt x="1549" y="1544"/>
                    <a:pt x="1385" y="1707"/>
                    <a:pt x="1183" y="1823"/>
                  </a:cubicBezTo>
                  <a:cubicBezTo>
                    <a:pt x="991" y="1938"/>
                    <a:pt x="779" y="2025"/>
                    <a:pt x="558" y="2073"/>
                  </a:cubicBezTo>
                  <a:lnTo>
                    <a:pt x="529" y="2073"/>
                  </a:lnTo>
                  <a:cubicBezTo>
                    <a:pt x="481" y="2092"/>
                    <a:pt x="299" y="2130"/>
                    <a:pt x="145" y="2169"/>
                  </a:cubicBezTo>
                  <a:cubicBezTo>
                    <a:pt x="39" y="2188"/>
                    <a:pt x="0" y="2313"/>
                    <a:pt x="77" y="2390"/>
                  </a:cubicBezTo>
                  <a:cubicBezTo>
                    <a:pt x="627" y="2901"/>
                    <a:pt x="1237" y="3065"/>
                    <a:pt x="1793" y="3065"/>
                  </a:cubicBezTo>
                  <a:cubicBezTo>
                    <a:pt x="2785" y="3065"/>
                    <a:pt x="3606" y="2544"/>
                    <a:pt x="3606" y="2544"/>
                  </a:cubicBezTo>
                  <a:cubicBezTo>
                    <a:pt x="3703" y="2477"/>
                    <a:pt x="3808" y="2400"/>
                    <a:pt x="3895" y="2313"/>
                  </a:cubicBezTo>
                  <a:cubicBezTo>
                    <a:pt x="4395" y="1823"/>
                    <a:pt x="4501" y="1073"/>
                    <a:pt x="4126" y="553"/>
                  </a:cubicBezTo>
                  <a:cubicBezTo>
                    <a:pt x="4068" y="486"/>
                    <a:pt x="4020" y="428"/>
                    <a:pt x="3962" y="371"/>
                  </a:cubicBezTo>
                  <a:lnTo>
                    <a:pt x="3914" y="332"/>
                  </a:lnTo>
                  <a:lnTo>
                    <a:pt x="3895" y="313"/>
                  </a:lnTo>
                  <a:lnTo>
                    <a:pt x="3876" y="294"/>
                  </a:lnTo>
                  <a:lnTo>
                    <a:pt x="3828" y="255"/>
                  </a:lnTo>
                  <a:lnTo>
                    <a:pt x="3808" y="246"/>
                  </a:lnTo>
                  <a:cubicBezTo>
                    <a:pt x="3587" y="82"/>
                    <a:pt x="3328" y="1"/>
                    <a:pt x="3068" y="1"/>
                  </a:cubicBezTo>
                  <a:close/>
                </a:path>
              </a:pathLst>
            </a:custGeom>
            <a:solidFill>
              <a:srgbClr val="BFCB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4" name="Google Shape;13984;p65"/>
            <p:cNvSpPr/>
            <p:nvPr/>
          </p:nvSpPr>
          <p:spPr>
            <a:xfrm>
              <a:off x="7245785" y="3452878"/>
              <a:ext cx="93502" cy="59713"/>
            </a:xfrm>
            <a:custGeom>
              <a:avLst/>
              <a:gdLst/>
              <a:ahLst/>
              <a:cxnLst/>
              <a:rect l="l" t="t" r="r" b="b"/>
              <a:pathLst>
                <a:path w="3578" h="2285" extrusionOk="0">
                  <a:moveTo>
                    <a:pt x="2520" y="1"/>
                  </a:moveTo>
                  <a:cubicBezTo>
                    <a:pt x="2260" y="1"/>
                    <a:pt x="2001" y="83"/>
                    <a:pt x="1780" y="246"/>
                  </a:cubicBezTo>
                  <a:cubicBezTo>
                    <a:pt x="1597" y="371"/>
                    <a:pt x="1462" y="535"/>
                    <a:pt x="1356" y="727"/>
                  </a:cubicBezTo>
                  <a:cubicBezTo>
                    <a:pt x="1328" y="785"/>
                    <a:pt x="1308" y="842"/>
                    <a:pt x="1289" y="900"/>
                  </a:cubicBezTo>
                  <a:cubicBezTo>
                    <a:pt x="1251" y="1054"/>
                    <a:pt x="1193" y="1208"/>
                    <a:pt x="1116" y="1352"/>
                  </a:cubicBezTo>
                  <a:cubicBezTo>
                    <a:pt x="1001" y="1544"/>
                    <a:pt x="837" y="1708"/>
                    <a:pt x="635" y="1823"/>
                  </a:cubicBezTo>
                  <a:cubicBezTo>
                    <a:pt x="443" y="1939"/>
                    <a:pt x="231" y="2025"/>
                    <a:pt x="1" y="2083"/>
                  </a:cubicBezTo>
                  <a:cubicBezTo>
                    <a:pt x="341" y="2229"/>
                    <a:pt x="685" y="2285"/>
                    <a:pt x="1011" y="2285"/>
                  </a:cubicBezTo>
                  <a:cubicBezTo>
                    <a:pt x="2008" y="2285"/>
                    <a:pt x="2828" y="1765"/>
                    <a:pt x="2828" y="1765"/>
                  </a:cubicBezTo>
                  <a:cubicBezTo>
                    <a:pt x="2933" y="1698"/>
                    <a:pt x="3030" y="1621"/>
                    <a:pt x="3116" y="1535"/>
                  </a:cubicBezTo>
                  <a:cubicBezTo>
                    <a:pt x="3385" y="1275"/>
                    <a:pt x="3549" y="929"/>
                    <a:pt x="3578" y="554"/>
                  </a:cubicBezTo>
                  <a:cubicBezTo>
                    <a:pt x="3530" y="487"/>
                    <a:pt x="3472" y="429"/>
                    <a:pt x="3405" y="371"/>
                  </a:cubicBezTo>
                  <a:lnTo>
                    <a:pt x="3366" y="333"/>
                  </a:lnTo>
                  <a:lnTo>
                    <a:pt x="3347" y="313"/>
                  </a:lnTo>
                  <a:lnTo>
                    <a:pt x="3328" y="294"/>
                  </a:lnTo>
                  <a:lnTo>
                    <a:pt x="3280" y="256"/>
                  </a:lnTo>
                  <a:lnTo>
                    <a:pt x="3260" y="246"/>
                  </a:lnTo>
                  <a:cubicBezTo>
                    <a:pt x="3039" y="83"/>
                    <a:pt x="2780" y="1"/>
                    <a:pt x="2520" y="1"/>
                  </a:cubicBezTo>
                  <a:close/>
                </a:path>
              </a:pathLst>
            </a:custGeom>
            <a:solidFill>
              <a:srgbClr val="CCD6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85" name="Google Shape;13985;p65"/>
          <p:cNvGrpSpPr/>
          <p:nvPr/>
        </p:nvGrpSpPr>
        <p:grpSpPr>
          <a:xfrm>
            <a:off x="7956486" y="3190983"/>
            <a:ext cx="360629" cy="291012"/>
            <a:chOff x="7957948" y="3375631"/>
            <a:chExt cx="360629" cy="291012"/>
          </a:xfrm>
        </p:grpSpPr>
        <p:sp>
          <p:nvSpPr>
            <p:cNvPr id="13986" name="Google Shape;13986;p65"/>
            <p:cNvSpPr/>
            <p:nvPr/>
          </p:nvSpPr>
          <p:spPr>
            <a:xfrm>
              <a:off x="7957948" y="3393714"/>
              <a:ext cx="360629" cy="261116"/>
            </a:xfrm>
            <a:custGeom>
              <a:avLst/>
              <a:gdLst/>
              <a:ahLst/>
              <a:cxnLst/>
              <a:rect l="l" t="t" r="r" b="b"/>
              <a:pathLst>
                <a:path w="13800" h="9992" extrusionOk="0">
                  <a:moveTo>
                    <a:pt x="385" y="0"/>
                  </a:moveTo>
                  <a:cubicBezTo>
                    <a:pt x="174" y="0"/>
                    <a:pt x="0" y="173"/>
                    <a:pt x="0" y="395"/>
                  </a:cubicBezTo>
                  <a:lnTo>
                    <a:pt x="0" y="9607"/>
                  </a:lnTo>
                  <a:cubicBezTo>
                    <a:pt x="0" y="9818"/>
                    <a:pt x="174" y="9991"/>
                    <a:pt x="385" y="9991"/>
                  </a:cubicBezTo>
                  <a:lnTo>
                    <a:pt x="13405" y="9991"/>
                  </a:lnTo>
                  <a:cubicBezTo>
                    <a:pt x="13626" y="9991"/>
                    <a:pt x="13799" y="9818"/>
                    <a:pt x="13799" y="9607"/>
                  </a:cubicBezTo>
                  <a:lnTo>
                    <a:pt x="13799" y="395"/>
                  </a:lnTo>
                  <a:cubicBezTo>
                    <a:pt x="13799" y="173"/>
                    <a:pt x="13626" y="0"/>
                    <a:pt x="13405" y="0"/>
                  </a:cubicBezTo>
                  <a:close/>
                </a:path>
              </a:pathLst>
            </a:custGeom>
            <a:solidFill>
              <a:srgbClr val="7B8E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7" name="Google Shape;13987;p65"/>
            <p:cNvSpPr/>
            <p:nvPr/>
          </p:nvSpPr>
          <p:spPr>
            <a:xfrm>
              <a:off x="8286643" y="3393714"/>
              <a:ext cx="31934" cy="261116"/>
            </a:xfrm>
            <a:custGeom>
              <a:avLst/>
              <a:gdLst/>
              <a:ahLst/>
              <a:cxnLst/>
              <a:rect l="l" t="t" r="r" b="b"/>
              <a:pathLst>
                <a:path w="1222" h="9992" extrusionOk="0">
                  <a:moveTo>
                    <a:pt x="0" y="0"/>
                  </a:moveTo>
                  <a:cubicBezTo>
                    <a:pt x="212" y="0"/>
                    <a:pt x="385" y="173"/>
                    <a:pt x="385" y="395"/>
                  </a:cubicBezTo>
                  <a:lnTo>
                    <a:pt x="385" y="9607"/>
                  </a:lnTo>
                  <a:cubicBezTo>
                    <a:pt x="385" y="9818"/>
                    <a:pt x="212" y="9991"/>
                    <a:pt x="0" y="9991"/>
                  </a:cubicBezTo>
                  <a:lnTo>
                    <a:pt x="827" y="9991"/>
                  </a:lnTo>
                  <a:cubicBezTo>
                    <a:pt x="1048" y="9991"/>
                    <a:pt x="1221" y="9818"/>
                    <a:pt x="1221" y="9607"/>
                  </a:cubicBezTo>
                  <a:lnTo>
                    <a:pt x="1221" y="395"/>
                  </a:lnTo>
                  <a:cubicBezTo>
                    <a:pt x="1221" y="173"/>
                    <a:pt x="1048" y="0"/>
                    <a:pt x="827" y="0"/>
                  </a:cubicBezTo>
                  <a:close/>
                </a:path>
              </a:pathLst>
            </a:custGeom>
            <a:solidFill>
              <a:srgbClr val="7084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8" name="Google Shape;13988;p65"/>
            <p:cNvSpPr/>
            <p:nvPr/>
          </p:nvSpPr>
          <p:spPr>
            <a:xfrm>
              <a:off x="7978541" y="3597757"/>
              <a:ext cx="159853" cy="33946"/>
            </a:xfrm>
            <a:custGeom>
              <a:avLst/>
              <a:gdLst/>
              <a:ahLst/>
              <a:cxnLst/>
              <a:rect l="l" t="t" r="r" b="b"/>
              <a:pathLst>
                <a:path w="6117" h="1299" extrusionOk="0">
                  <a:moveTo>
                    <a:pt x="1" y="1"/>
                  </a:moveTo>
                  <a:lnTo>
                    <a:pt x="1" y="1193"/>
                  </a:lnTo>
                  <a:cubicBezTo>
                    <a:pt x="1" y="1251"/>
                    <a:pt x="49" y="1299"/>
                    <a:pt x="116" y="1299"/>
                  </a:cubicBezTo>
                  <a:lnTo>
                    <a:pt x="6117" y="1299"/>
                  </a:lnTo>
                  <a:lnTo>
                    <a:pt x="6117" y="1"/>
                  </a:lnTo>
                  <a:close/>
                </a:path>
              </a:pathLst>
            </a:custGeom>
            <a:solidFill>
              <a:srgbClr val="DFE6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89" name="Google Shape;13989;p65"/>
            <p:cNvSpPr/>
            <p:nvPr/>
          </p:nvSpPr>
          <p:spPr>
            <a:xfrm>
              <a:off x="8138367" y="3597757"/>
              <a:ext cx="159591" cy="33946"/>
            </a:xfrm>
            <a:custGeom>
              <a:avLst/>
              <a:gdLst/>
              <a:ahLst/>
              <a:cxnLst/>
              <a:rect l="l" t="t" r="r" b="b"/>
              <a:pathLst>
                <a:path w="6107" h="1299" extrusionOk="0">
                  <a:moveTo>
                    <a:pt x="1" y="1"/>
                  </a:moveTo>
                  <a:lnTo>
                    <a:pt x="1" y="1299"/>
                  </a:lnTo>
                  <a:lnTo>
                    <a:pt x="6001" y="1299"/>
                  </a:lnTo>
                  <a:cubicBezTo>
                    <a:pt x="6059" y="1299"/>
                    <a:pt x="6107" y="1251"/>
                    <a:pt x="6107" y="1193"/>
                  </a:cubicBezTo>
                  <a:lnTo>
                    <a:pt x="6107" y="1"/>
                  </a:lnTo>
                  <a:close/>
                </a:path>
              </a:pathLst>
            </a:custGeom>
            <a:solidFill>
              <a:srgbClr val="CED7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0" name="Google Shape;13990;p65"/>
            <p:cNvSpPr/>
            <p:nvPr/>
          </p:nvSpPr>
          <p:spPr>
            <a:xfrm>
              <a:off x="8122531" y="3631677"/>
              <a:ext cx="31202" cy="34965"/>
            </a:xfrm>
            <a:custGeom>
              <a:avLst/>
              <a:gdLst/>
              <a:ahLst/>
              <a:cxnLst/>
              <a:rect l="l" t="t" r="r" b="b"/>
              <a:pathLst>
                <a:path w="1194" h="1338" extrusionOk="0">
                  <a:moveTo>
                    <a:pt x="1" y="1"/>
                  </a:moveTo>
                  <a:lnTo>
                    <a:pt x="1" y="1107"/>
                  </a:lnTo>
                  <a:cubicBezTo>
                    <a:pt x="1" y="1232"/>
                    <a:pt x="97" y="1328"/>
                    <a:pt x="222" y="1337"/>
                  </a:cubicBezTo>
                  <a:lnTo>
                    <a:pt x="972" y="1337"/>
                  </a:lnTo>
                  <a:cubicBezTo>
                    <a:pt x="1097" y="1328"/>
                    <a:pt x="1193" y="1232"/>
                    <a:pt x="1193" y="1107"/>
                  </a:cubicBezTo>
                  <a:lnTo>
                    <a:pt x="1193" y="1"/>
                  </a:lnTo>
                  <a:close/>
                </a:path>
              </a:pathLst>
            </a:custGeom>
            <a:solidFill>
              <a:srgbClr val="657A8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1" name="Google Shape;13991;p65"/>
            <p:cNvSpPr/>
            <p:nvPr/>
          </p:nvSpPr>
          <p:spPr>
            <a:xfrm>
              <a:off x="7978541" y="3375631"/>
              <a:ext cx="159853" cy="234226"/>
            </a:xfrm>
            <a:custGeom>
              <a:avLst/>
              <a:gdLst/>
              <a:ahLst/>
              <a:cxnLst/>
              <a:rect l="l" t="t" r="r" b="b"/>
              <a:pathLst>
                <a:path w="6117" h="8963" extrusionOk="0">
                  <a:moveTo>
                    <a:pt x="116" y="0"/>
                  </a:moveTo>
                  <a:cubicBezTo>
                    <a:pt x="49" y="0"/>
                    <a:pt x="1" y="48"/>
                    <a:pt x="1" y="106"/>
                  </a:cubicBezTo>
                  <a:lnTo>
                    <a:pt x="1" y="8856"/>
                  </a:lnTo>
                  <a:cubicBezTo>
                    <a:pt x="1" y="8914"/>
                    <a:pt x="49" y="8962"/>
                    <a:pt x="116" y="8962"/>
                  </a:cubicBezTo>
                  <a:lnTo>
                    <a:pt x="6117" y="8962"/>
                  </a:lnTo>
                  <a:lnTo>
                    <a:pt x="6117" y="0"/>
                  </a:ln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2" name="Google Shape;13992;p65"/>
            <p:cNvSpPr/>
            <p:nvPr/>
          </p:nvSpPr>
          <p:spPr>
            <a:xfrm>
              <a:off x="8138367" y="3375631"/>
              <a:ext cx="159591" cy="234252"/>
            </a:xfrm>
            <a:custGeom>
              <a:avLst/>
              <a:gdLst/>
              <a:ahLst/>
              <a:cxnLst/>
              <a:rect l="l" t="t" r="r" b="b"/>
              <a:pathLst>
                <a:path w="6107" h="8964" extrusionOk="0">
                  <a:moveTo>
                    <a:pt x="1" y="0"/>
                  </a:moveTo>
                  <a:lnTo>
                    <a:pt x="1" y="8962"/>
                  </a:lnTo>
                  <a:lnTo>
                    <a:pt x="5992" y="8962"/>
                  </a:lnTo>
                  <a:cubicBezTo>
                    <a:pt x="5997" y="8963"/>
                    <a:pt x="6003" y="8963"/>
                    <a:pt x="6008" y="8963"/>
                  </a:cubicBezTo>
                  <a:cubicBezTo>
                    <a:pt x="6067" y="8963"/>
                    <a:pt x="6107" y="8918"/>
                    <a:pt x="6107" y="8856"/>
                  </a:cubicBezTo>
                  <a:lnTo>
                    <a:pt x="6107" y="106"/>
                  </a:lnTo>
                  <a:cubicBezTo>
                    <a:pt x="6107" y="48"/>
                    <a:pt x="6059" y="0"/>
                    <a:pt x="6001"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3" name="Google Shape;13993;p65"/>
            <p:cNvSpPr/>
            <p:nvPr/>
          </p:nvSpPr>
          <p:spPr>
            <a:xfrm>
              <a:off x="8033576" y="3407277"/>
              <a:ext cx="80958" cy="10584"/>
            </a:xfrm>
            <a:custGeom>
              <a:avLst/>
              <a:gdLst/>
              <a:ahLst/>
              <a:cxnLst/>
              <a:rect l="l" t="t" r="r" b="b"/>
              <a:pathLst>
                <a:path w="3098" h="405" extrusionOk="0">
                  <a:moveTo>
                    <a:pt x="270" y="1"/>
                  </a:moveTo>
                  <a:cubicBezTo>
                    <a:pt x="1" y="1"/>
                    <a:pt x="1" y="404"/>
                    <a:pt x="270" y="404"/>
                  </a:cubicBezTo>
                  <a:lnTo>
                    <a:pt x="2828" y="404"/>
                  </a:lnTo>
                  <a:cubicBezTo>
                    <a:pt x="3097" y="404"/>
                    <a:pt x="3097" y="1"/>
                    <a:pt x="2828"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4" name="Google Shape;13994;p65"/>
            <p:cNvSpPr/>
            <p:nvPr/>
          </p:nvSpPr>
          <p:spPr>
            <a:xfrm>
              <a:off x="8003184" y="3428889"/>
              <a:ext cx="111351" cy="10584"/>
            </a:xfrm>
            <a:custGeom>
              <a:avLst/>
              <a:gdLst/>
              <a:ahLst/>
              <a:cxnLst/>
              <a:rect l="l" t="t" r="r" b="b"/>
              <a:pathLst>
                <a:path w="4261" h="405" extrusionOk="0">
                  <a:moveTo>
                    <a:pt x="270" y="1"/>
                  </a:moveTo>
                  <a:cubicBezTo>
                    <a:pt x="0" y="1"/>
                    <a:pt x="0" y="404"/>
                    <a:pt x="270" y="404"/>
                  </a:cubicBezTo>
                  <a:lnTo>
                    <a:pt x="3991" y="404"/>
                  </a:lnTo>
                  <a:cubicBezTo>
                    <a:pt x="4260" y="404"/>
                    <a:pt x="4260" y="1"/>
                    <a:pt x="3991"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5" name="Google Shape;13995;p65"/>
            <p:cNvSpPr/>
            <p:nvPr/>
          </p:nvSpPr>
          <p:spPr>
            <a:xfrm>
              <a:off x="8003184" y="3450761"/>
              <a:ext cx="111351" cy="10584"/>
            </a:xfrm>
            <a:custGeom>
              <a:avLst/>
              <a:gdLst/>
              <a:ahLst/>
              <a:cxnLst/>
              <a:rect l="l" t="t" r="r" b="b"/>
              <a:pathLst>
                <a:path w="4261" h="405" extrusionOk="0">
                  <a:moveTo>
                    <a:pt x="4000" y="0"/>
                  </a:moveTo>
                  <a:cubicBezTo>
                    <a:pt x="3997" y="0"/>
                    <a:pt x="3994" y="0"/>
                    <a:pt x="3991" y="0"/>
                  </a:cubicBezTo>
                  <a:lnTo>
                    <a:pt x="270" y="0"/>
                  </a:lnTo>
                  <a:cubicBezTo>
                    <a:pt x="0" y="0"/>
                    <a:pt x="0" y="404"/>
                    <a:pt x="270" y="404"/>
                  </a:cubicBezTo>
                  <a:lnTo>
                    <a:pt x="3991" y="404"/>
                  </a:lnTo>
                  <a:cubicBezTo>
                    <a:pt x="4257" y="395"/>
                    <a:pt x="4260" y="0"/>
                    <a:pt x="4000" y="0"/>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6" name="Google Shape;13996;p65"/>
            <p:cNvSpPr/>
            <p:nvPr/>
          </p:nvSpPr>
          <p:spPr>
            <a:xfrm>
              <a:off x="8003184" y="3472608"/>
              <a:ext cx="88720" cy="10584"/>
            </a:xfrm>
            <a:custGeom>
              <a:avLst/>
              <a:gdLst/>
              <a:ahLst/>
              <a:cxnLst/>
              <a:rect l="l" t="t" r="r" b="b"/>
              <a:pathLst>
                <a:path w="3395" h="405" extrusionOk="0">
                  <a:moveTo>
                    <a:pt x="270" y="1"/>
                  </a:moveTo>
                  <a:cubicBezTo>
                    <a:pt x="0" y="1"/>
                    <a:pt x="0" y="405"/>
                    <a:pt x="270" y="405"/>
                  </a:cubicBezTo>
                  <a:lnTo>
                    <a:pt x="3126" y="405"/>
                  </a:lnTo>
                  <a:cubicBezTo>
                    <a:pt x="3395" y="405"/>
                    <a:pt x="3395" y="1"/>
                    <a:pt x="3126"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7" name="Google Shape;13997;p65"/>
            <p:cNvSpPr/>
            <p:nvPr/>
          </p:nvSpPr>
          <p:spPr>
            <a:xfrm>
              <a:off x="8033576" y="3515831"/>
              <a:ext cx="80958" cy="10584"/>
            </a:xfrm>
            <a:custGeom>
              <a:avLst/>
              <a:gdLst/>
              <a:ahLst/>
              <a:cxnLst/>
              <a:rect l="l" t="t" r="r" b="b"/>
              <a:pathLst>
                <a:path w="3098" h="405" extrusionOk="0">
                  <a:moveTo>
                    <a:pt x="270" y="1"/>
                  </a:moveTo>
                  <a:cubicBezTo>
                    <a:pt x="1" y="1"/>
                    <a:pt x="1" y="405"/>
                    <a:pt x="270" y="405"/>
                  </a:cubicBezTo>
                  <a:lnTo>
                    <a:pt x="2828" y="405"/>
                  </a:lnTo>
                  <a:cubicBezTo>
                    <a:pt x="3097" y="405"/>
                    <a:pt x="3097" y="1"/>
                    <a:pt x="2828"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8" name="Google Shape;13998;p65"/>
            <p:cNvSpPr/>
            <p:nvPr/>
          </p:nvSpPr>
          <p:spPr>
            <a:xfrm>
              <a:off x="8003184" y="3537443"/>
              <a:ext cx="111351" cy="10584"/>
            </a:xfrm>
            <a:custGeom>
              <a:avLst/>
              <a:gdLst/>
              <a:ahLst/>
              <a:cxnLst/>
              <a:rect l="l" t="t" r="r" b="b"/>
              <a:pathLst>
                <a:path w="4261" h="405" extrusionOk="0">
                  <a:moveTo>
                    <a:pt x="270" y="1"/>
                  </a:moveTo>
                  <a:cubicBezTo>
                    <a:pt x="0" y="1"/>
                    <a:pt x="0" y="405"/>
                    <a:pt x="270" y="405"/>
                  </a:cubicBezTo>
                  <a:lnTo>
                    <a:pt x="3991" y="405"/>
                  </a:lnTo>
                  <a:cubicBezTo>
                    <a:pt x="4260" y="405"/>
                    <a:pt x="4260" y="1"/>
                    <a:pt x="3991"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99" name="Google Shape;13999;p65"/>
            <p:cNvSpPr/>
            <p:nvPr/>
          </p:nvSpPr>
          <p:spPr>
            <a:xfrm>
              <a:off x="8003184" y="3559316"/>
              <a:ext cx="55296" cy="10584"/>
            </a:xfrm>
            <a:custGeom>
              <a:avLst/>
              <a:gdLst/>
              <a:ahLst/>
              <a:cxnLst/>
              <a:rect l="l" t="t" r="r" b="b"/>
              <a:pathLst>
                <a:path w="2116" h="405" extrusionOk="0">
                  <a:moveTo>
                    <a:pt x="270" y="0"/>
                  </a:moveTo>
                  <a:cubicBezTo>
                    <a:pt x="0" y="0"/>
                    <a:pt x="0" y="404"/>
                    <a:pt x="270" y="404"/>
                  </a:cubicBezTo>
                  <a:lnTo>
                    <a:pt x="1847" y="404"/>
                  </a:lnTo>
                  <a:cubicBezTo>
                    <a:pt x="2116" y="404"/>
                    <a:pt x="2116" y="0"/>
                    <a:pt x="1847" y="0"/>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0" name="Google Shape;14000;p65"/>
            <p:cNvSpPr/>
            <p:nvPr/>
          </p:nvSpPr>
          <p:spPr>
            <a:xfrm>
              <a:off x="8190632" y="3479664"/>
              <a:ext cx="81194" cy="10558"/>
            </a:xfrm>
            <a:custGeom>
              <a:avLst/>
              <a:gdLst/>
              <a:ahLst/>
              <a:cxnLst/>
              <a:rect l="l" t="t" r="r" b="b"/>
              <a:pathLst>
                <a:path w="3107" h="404" extrusionOk="0">
                  <a:moveTo>
                    <a:pt x="270" y="0"/>
                  </a:moveTo>
                  <a:cubicBezTo>
                    <a:pt x="1" y="0"/>
                    <a:pt x="1" y="404"/>
                    <a:pt x="270" y="404"/>
                  </a:cubicBezTo>
                  <a:lnTo>
                    <a:pt x="2838" y="404"/>
                  </a:lnTo>
                  <a:cubicBezTo>
                    <a:pt x="3107" y="404"/>
                    <a:pt x="3107" y="0"/>
                    <a:pt x="2838" y="0"/>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1" name="Google Shape;14001;p65"/>
            <p:cNvSpPr/>
            <p:nvPr/>
          </p:nvSpPr>
          <p:spPr>
            <a:xfrm>
              <a:off x="8160240" y="3501511"/>
              <a:ext cx="111586" cy="10584"/>
            </a:xfrm>
            <a:custGeom>
              <a:avLst/>
              <a:gdLst/>
              <a:ahLst/>
              <a:cxnLst/>
              <a:rect l="l" t="t" r="r" b="b"/>
              <a:pathLst>
                <a:path w="4270" h="405" extrusionOk="0">
                  <a:moveTo>
                    <a:pt x="270" y="1"/>
                  </a:moveTo>
                  <a:cubicBezTo>
                    <a:pt x="0" y="1"/>
                    <a:pt x="0" y="405"/>
                    <a:pt x="270" y="405"/>
                  </a:cubicBezTo>
                  <a:lnTo>
                    <a:pt x="4001" y="405"/>
                  </a:lnTo>
                  <a:cubicBezTo>
                    <a:pt x="4270" y="405"/>
                    <a:pt x="4270" y="1"/>
                    <a:pt x="4001"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2" name="Google Shape;14002;p65"/>
            <p:cNvSpPr/>
            <p:nvPr/>
          </p:nvSpPr>
          <p:spPr>
            <a:xfrm>
              <a:off x="8160475" y="3523122"/>
              <a:ext cx="55061" cy="10584"/>
            </a:xfrm>
            <a:custGeom>
              <a:avLst/>
              <a:gdLst/>
              <a:ahLst/>
              <a:cxnLst/>
              <a:rect l="l" t="t" r="r" b="b"/>
              <a:pathLst>
                <a:path w="2107" h="405" extrusionOk="0">
                  <a:moveTo>
                    <a:pt x="270" y="1"/>
                  </a:moveTo>
                  <a:cubicBezTo>
                    <a:pt x="1" y="1"/>
                    <a:pt x="1" y="404"/>
                    <a:pt x="270" y="404"/>
                  </a:cubicBezTo>
                  <a:lnTo>
                    <a:pt x="1847" y="404"/>
                  </a:lnTo>
                  <a:cubicBezTo>
                    <a:pt x="2107" y="404"/>
                    <a:pt x="2107" y="1"/>
                    <a:pt x="1847" y="1"/>
                  </a:cubicBezTo>
                  <a:close/>
                </a:path>
              </a:pathLst>
            </a:custGeom>
            <a:solidFill>
              <a:srgbClr val="6A82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3" name="Google Shape;14003;p65"/>
            <p:cNvSpPr/>
            <p:nvPr/>
          </p:nvSpPr>
          <p:spPr>
            <a:xfrm>
              <a:off x="8169778" y="3412556"/>
              <a:ext cx="97291" cy="36220"/>
            </a:xfrm>
            <a:custGeom>
              <a:avLst/>
              <a:gdLst/>
              <a:ahLst/>
              <a:cxnLst/>
              <a:rect l="l" t="t" r="r" b="b"/>
              <a:pathLst>
                <a:path w="3723" h="1386" extrusionOk="0">
                  <a:moveTo>
                    <a:pt x="107" y="1"/>
                  </a:moveTo>
                  <a:cubicBezTo>
                    <a:pt x="49" y="1"/>
                    <a:pt x="1" y="49"/>
                    <a:pt x="1" y="106"/>
                  </a:cubicBezTo>
                  <a:lnTo>
                    <a:pt x="1" y="1279"/>
                  </a:lnTo>
                  <a:cubicBezTo>
                    <a:pt x="1" y="1337"/>
                    <a:pt x="49" y="1385"/>
                    <a:pt x="107" y="1385"/>
                  </a:cubicBezTo>
                  <a:lnTo>
                    <a:pt x="3616" y="1385"/>
                  </a:lnTo>
                  <a:cubicBezTo>
                    <a:pt x="3674" y="1385"/>
                    <a:pt x="3722" y="1337"/>
                    <a:pt x="3722" y="1279"/>
                  </a:cubicBezTo>
                  <a:lnTo>
                    <a:pt x="3722" y="106"/>
                  </a:lnTo>
                  <a:cubicBezTo>
                    <a:pt x="3722" y="49"/>
                    <a:pt x="3674" y="1"/>
                    <a:pt x="3616" y="1"/>
                  </a:cubicBezTo>
                  <a:close/>
                </a:path>
              </a:pathLst>
            </a:custGeom>
            <a:solidFill>
              <a:srgbClr val="D5DD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04" name="Google Shape;14004;p65"/>
          <p:cNvGrpSpPr/>
          <p:nvPr/>
        </p:nvGrpSpPr>
        <p:grpSpPr>
          <a:xfrm>
            <a:off x="6197194" y="3683241"/>
            <a:ext cx="347562" cy="227954"/>
            <a:chOff x="6198656" y="3867888"/>
            <a:chExt cx="347562" cy="227954"/>
          </a:xfrm>
        </p:grpSpPr>
        <p:sp>
          <p:nvSpPr>
            <p:cNvPr id="14005" name="Google Shape;14005;p65"/>
            <p:cNvSpPr/>
            <p:nvPr/>
          </p:nvSpPr>
          <p:spPr>
            <a:xfrm>
              <a:off x="6198656" y="3867888"/>
              <a:ext cx="347562" cy="227954"/>
            </a:xfrm>
            <a:custGeom>
              <a:avLst/>
              <a:gdLst/>
              <a:ahLst/>
              <a:cxnLst/>
              <a:rect l="l" t="t" r="r" b="b"/>
              <a:pathLst>
                <a:path w="13300" h="8723" extrusionOk="0">
                  <a:moveTo>
                    <a:pt x="453" y="1"/>
                  </a:moveTo>
                  <a:cubicBezTo>
                    <a:pt x="203" y="1"/>
                    <a:pt x="1" y="212"/>
                    <a:pt x="1" y="462"/>
                  </a:cubicBezTo>
                  <a:lnTo>
                    <a:pt x="1" y="8261"/>
                  </a:lnTo>
                  <a:cubicBezTo>
                    <a:pt x="1" y="8521"/>
                    <a:pt x="203" y="8723"/>
                    <a:pt x="453" y="8723"/>
                  </a:cubicBezTo>
                  <a:lnTo>
                    <a:pt x="12848" y="8723"/>
                  </a:lnTo>
                  <a:cubicBezTo>
                    <a:pt x="13098" y="8723"/>
                    <a:pt x="13300" y="8521"/>
                    <a:pt x="13300" y="8261"/>
                  </a:cubicBezTo>
                  <a:lnTo>
                    <a:pt x="13300" y="462"/>
                  </a:lnTo>
                  <a:cubicBezTo>
                    <a:pt x="13300" y="212"/>
                    <a:pt x="13098" y="1"/>
                    <a:pt x="12848" y="1"/>
                  </a:cubicBez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6" name="Google Shape;14006;p65"/>
            <p:cNvSpPr/>
            <p:nvPr/>
          </p:nvSpPr>
          <p:spPr>
            <a:xfrm>
              <a:off x="6234353" y="3885998"/>
              <a:ext cx="275933" cy="191760"/>
            </a:xfrm>
            <a:custGeom>
              <a:avLst/>
              <a:gdLst/>
              <a:ahLst/>
              <a:cxnLst/>
              <a:rect l="l" t="t" r="r" b="b"/>
              <a:pathLst>
                <a:path w="10559" h="7338" extrusionOk="0">
                  <a:moveTo>
                    <a:pt x="231" y="0"/>
                  </a:moveTo>
                  <a:cubicBezTo>
                    <a:pt x="106" y="0"/>
                    <a:pt x="0" y="106"/>
                    <a:pt x="0" y="231"/>
                  </a:cubicBezTo>
                  <a:lnTo>
                    <a:pt x="0" y="7116"/>
                  </a:lnTo>
                  <a:cubicBezTo>
                    <a:pt x="0" y="7241"/>
                    <a:pt x="106" y="7337"/>
                    <a:pt x="231" y="7337"/>
                  </a:cubicBezTo>
                  <a:lnTo>
                    <a:pt x="10328" y="7337"/>
                  </a:lnTo>
                  <a:cubicBezTo>
                    <a:pt x="10462" y="7337"/>
                    <a:pt x="10558" y="7241"/>
                    <a:pt x="10558" y="7116"/>
                  </a:cubicBezTo>
                  <a:lnTo>
                    <a:pt x="10558" y="231"/>
                  </a:lnTo>
                  <a:cubicBezTo>
                    <a:pt x="10558" y="106"/>
                    <a:pt x="10462" y="0"/>
                    <a:pt x="10328"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7" name="Google Shape;14007;p65"/>
            <p:cNvSpPr/>
            <p:nvPr/>
          </p:nvSpPr>
          <p:spPr>
            <a:xfrm>
              <a:off x="6210468" y="3970119"/>
              <a:ext cx="12335" cy="23964"/>
            </a:xfrm>
            <a:custGeom>
              <a:avLst/>
              <a:gdLst/>
              <a:ahLst/>
              <a:cxnLst/>
              <a:rect l="l" t="t" r="r" b="b"/>
              <a:pathLst>
                <a:path w="472" h="917" extrusionOk="0">
                  <a:moveTo>
                    <a:pt x="231" y="0"/>
                  </a:moveTo>
                  <a:cubicBezTo>
                    <a:pt x="116" y="0"/>
                    <a:pt x="1" y="75"/>
                    <a:pt x="1" y="224"/>
                  </a:cubicBezTo>
                  <a:lnTo>
                    <a:pt x="1" y="685"/>
                  </a:lnTo>
                  <a:cubicBezTo>
                    <a:pt x="1" y="810"/>
                    <a:pt x="106" y="916"/>
                    <a:pt x="231" y="916"/>
                  </a:cubicBezTo>
                  <a:cubicBezTo>
                    <a:pt x="366" y="916"/>
                    <a:pt x="472" y="810"/>
                    <a:pt x="462" y="676"/>
                  </a:cubicBezTo>
                  <a:lnTo>
                    <a:pt x="462" y="224"/>
                  </a:lnTo>
                  <a:cubicBezTo>
                    <a:pt x="462" y="75"/>
                    <a:pt x="347" y="0"/>
                    <a:pt x="231" y="0"/>
                  </a:cubicBezTo>
                  <a:close/>
                </a:path>
              </a:pathLst>
            </a:custGeom>
            <a:solidFill>
              <a:srgbClr val="C0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8" name="Google Shape;14008;p65"/>
            <p:cNvSpPr/>
            <p:nvPr/>
          </p:nvSpPr>
          <p:spPr>
            <a:xfrm>
              <a:off x="6522333" y="3963899"/>
              <a:ext cx="12073" cy="35958"/>
            </a:xfrm>
            <a:custGeom>
              <a:avLst/>
              <a:gdLst/>
              <a:ahLst/>
              <a:cxnLst/>
              <a:rect l="l" t="t" r="r" b="b"/>
              <a:pathLst>
                <a:path w="462" h="1376" extrusionOk="0">
                  <a:moveTo>
                    <a:pt x="231" y="0"/>
                  </a:moveTo>
                  <a:cubicBezTo>
                    <a:pt x="115" y="0"/>
                    <a:pt x="0" y="77"/>
                    <a:pt x="0" y="231"/>
                  </a:cubicBezTo>
                  <a:lnTo>
                    <a:pt x="0" y="1144"/>
                  </a:lnTo>
                  <a:cubicBezTo>
                    <a:pt x="0" y="1279"/>
                    <a:pt x="106" y="1375"/>
                    <a:pt x="231" y="1375"/>
                  </a:cubicBezTo>
                  <a:cubicBezTo>
                    <a:pt x="356" y="1375"/>
                    <a:pt x="452" y="1279"/>
                    <a:pt x="462" y="1154"/>
                  </a:cubicBezTo>
                  <a:lnTo>
                    <a:pt x="462" y="231"/>
                  </a:lnTo>
                  <a:cubicBezTo>
                    <a:pt x="462" y="77"/>
                    <a:pt x="346" y="0"/>
                    <a:pt x="231" y="0"/>
                  </a:cubicBezTo>
                  <a:close/>
                </a:path>
              </a:pathLst>
            </a:custGeom>
            <a:solidFill>
              <a:srgbClr val="C0CD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09" name="Google Shape;14009;p65"/>
            <p:cNvSpPr/>
            <p:nvPr/>
          </p:nvSpPr>
          <p:spPr>
            <a:xfrm>
              <a:off x="6520321" y="3885998"/>
              <a:ext cx="16098" cy="12073"/>
            </a:xfrm>
            <a:custGeom>
              <a:avLst/>
              <a:gdLst/>
              <a:ahLst/>
              <a:cxnLst/>
              <a:rect l="l" t="t" r="r" b="b"/>
              <a:pathLst>
                <a:path w="616" h="462" extrusionOk="0">
                  <a:moveTo>
                    <a:pt x="308" y="0"/>
                  </a:moveTo>
                  <a:cubicBezTo>
                    <a:pt x="0" y="0"/>
                    <a:pt x="0" y="462"/>
                    <a:pt x="308" y="462"/>
                  </a:cubicBezTo>
                  <a:cubicBezTo>
                    <a:pt x="616" y="462"/>
                    <a:pt x="616" y="0"/>
                    <a:pt x="308" y="0"/>
                  </a:cubicBezTo>
                  <a:close/>
                </a:path>
              </a:pathLst>
            </a:custGeom>
            <a:solidFill>
              <a:srgbClr val="80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0" name="Google Shape;14010;p65"/>
            <p:cNvSpPr/>
            <p:nvPr/>
          </p:nvSpPr>
          <p:spPr>
            <a:xfrm>
              <a:off x="6210468" y="3940014"/>
              <a:ext cx="12099" cy="17875"/>
            </a:xfrm>
            <a:custGeom>
              <a:avLst/>
              <a:gdLst/>
              <a:ahLst/>
              <a:cxnLst/>
              <a:rect l="l" t="t" r="r" b="b"/>
              <a:pathLst>
                <a:path w="463" h="684" extrusionOk="0">
                  <a:moveTo>
                    <a:pt x="231" y="1"/>
                  </a:moveTo>
                  <a:cubicBezTo>
                    <a:pt x="116" y="1"/>
                    <a:pt x="1" y="78"/>
                    <a:pt x="1" y="231"/>
                  </a:cubicBezTo>
                  <a:lnTo>
                    <a:pt x="1" y="453"/>
                  </a:lnTo>
                  <a:cubicBezTo>
                    <a:pt x="1" y="587"/>
                    <a:pt x="106" y="683"/>
                    <a:pt x="231" y="683"/>
                  </a:cubicBezTo>
                  <a:cubicBezTo>
                    <a:pt x="356" y="683"/>
                    <a:pt x="462" y="587"/>
                    <a:pt x="462" y="453"/>
                  </a:cubicBezTo>
                  <a:lnTo>
                    <a:pt x="462" y="231"/>
                  </a:lnTo>
                  <a:cubicBezTo>
                    <a:pt x="462" y="78"/>
                    <a:pt x="347" y="1"/>
                    <a:pt x="231" y="1"/>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1" name="Google Shape;14011;p65"/>
            <p:cNvSpPr/>
            <p:nvPr/>
          </p:nvSpPr>
          <p:spPr>
            <a:xfrm>
              <a:off x="6210468" y="4005842"/>
              <a:ext cx="12099" cy="18136"/>
            </a:xfrm>
            <a:custGeom>
              <a:avLst/>
              <a:gdLst/>
              <a:ahLst/>
              <a:cxnLst/>
              <a:rect l="l" t="t" r="r" b="b"/>
              <a:pathLst>
                <a:path w="463" h="694" extrusionOk="0">
                  <a:moveTo>
                    <a:pt x="231" y="1"/>
                  </a:moveTo>
                  <a:cubicBezTo>
                    <a:pt x="116" y="1"/>
                    <a:pt x="1" y="78"/>
                    <a:pt x="1" y="232"/>
                  </a:cubicBezTo>
                  <a:lnTo>
                    <a:pt x="1" y="463"/>
                  </a:lnTo>
                  <a:cubicBezTo>
                    <a:pt x="1" y="588"/>
                    <a:pt x="106" y="693"/>
                    <a:pt x="231" y="693"/>
                  </a:cubicBezTo>
                  <a:cubicBezTo>
                    <a:pt x="356" y="693"/>
                    <a:pt x="462" y="588"/>
                    <a:pt x="462" y="463"/>
                  </a:cubicBezTo>
                  <a:lnTo>
                    <a:pt x="462" y="232"/>
                  </a:lnTo>
                  <a:cubicBezTo>
                    <a:pt x="462" y="78"/>
                    <a:pt x="347" y="1"/>
                    <a:pt x="231" y="1"/>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2" name="Google Shape;14012;p65"/>
            <p:cNvSpPr/>
            <p:nvPr/>
          </p:nvSpPr>
          <p:spPr>
            <a:xfrm>
              <a:off x="6312489" y="3915894"/>
              <a:ext cx="119896" cy="95776"/>
            </a:xfrm>
            <a:custGeom>
              <a:avLst/>
              <a:gdLst/>
              <a:ahLst/>
              <a:cxnLst/>
              <a:rect l="l" t="t" r="r" b="b"/>
              <a:pathLst>
                <a:path w="4588" h="3665" extrusionOk="0">
                  <a:moveTo>
                    <a:pt x="1841" y="1063"/>
                  </a:moveTo>
                  <a:cubicBezTo>
                    <a:pt x="1875" y="1063"/>
                    <a:pt x="1910" y="1070"/>
                    <a:pt x="1943" y="1087"/>
                  </a:cubicBezTo>
                  <a:lnTo>
                    <a:pt x="3030" y="1635"/>
                  </a:lnTo>
                  <a:cubicBezTo>
                    <a:pt x="3193" y="1722"/>
                    <a:pt x="3203" y="1953"/>
                    <a:pt x="3039" y="2049"/>
                  </a:cubicBezTo>
                  <a:lnTo>
                    <a:pt x="3030" y="2049"/>
                  </a:lnTo>
                  <a:lnTo>
                    <a:pt x="1943" y="2597"/>
                  </a:lnTo>
                  <a:cubicBezTo>
                    <a:pt x="1910" y="2613"/>
                    <a:pt x="1875" y="2621"/>
                    <a:pt x="1841" y="2621"/>
                  </a:cubicBezTo>
                  <a:cubicBezTo>
                    <a:pt x="1719" y="2621"/>
                    <a:pt x="1607" y="2521"/>
                    <a:pt x="1607" y="2385"/>
                  </a:cubicBezTo>
                  <a:lnTo>
                    <a:pt x="1607" y="1299"/>
                  </a:lnTo>
                  <a:cubicBezTo>
                    <a:pt x="1607" y="1163"/>
                    <a:pt x="1719" y="1063"/>
                    <a:pt x="1841" y="1063"/>
                  </a:cubicBezTo>
                  <a:close/>
                  <a:moveTo>
                    <a:pt x="914" y="0"/>
                  </a:moveTo>
                  <a:cubicBezTo>
                    <a:pt x="414" y="0"/>
                    <a:pt x="1" y="414"/>
                    <a:pt x="1" y="924"/>
                  </a:cubicBezTo>
                  <a:lnTo>
                    <a:pt x="1" y="2751"/>
                  </a:lnTo>
                  <a:cubicBezTo>
                    <a:pt x="1" y="3260"/>
                    <a:pt x="414" y="3664"/>
                    <a:pt x="914" y="3664"/>
                  </a:cubicBezTo>
                  <a:lnTo>
                    <a:pt x="3674" y="3664"/>
                  </a:lnTo>
                  <a:cubicBezTo>
                    <a:pt x="4174" y="3664"/>
                    <a:pt x="4587" y="3260"/>
                    <a:pt x="4587" y="2751"/>
                  </a:cubicBezTo>
                  <a:lnTo>
                    <a:pt x="4587" y="924"/>
                  </a:lnTo>
                  <a:cubicBezTo>
                    <a:pt x="4587" y="414"/>
                    <a:pt x="4174" y="0"/>
                    <a:pt x="367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3" name="Google Shape;14013;p65"/>
            <p:cNvSpPr/>
            <p:nvPr/>
          </p:nvSpPr>
          <p:spPr>
            <a:xfrm>
              <a:off x="6252437" y="4035764"/>
              <a:ext cx="240001" cy="12073"/>
            </a:xfrm>
            <a:custGeom>
              <a:avLst/>
              <a:gdLst/>
              <a:ahLst/>
              <a:cxnLst/>
              <a:rect l="l" t="t" r="r" b="b"/>
              <a:pathLst>
                <a:path w="9184" h="462" extrusionOk="0">
                  <a:moveTo>
                    <a:pt x="231" y="0"/>
                  </a:moveTo>
                  <a:cubicBezTo>
                    <a:pt x="106" y="0"/>
                    <a:pt x="0" y="106"/>
                    <a:pt x="0" y="231"/>
                  </a:cubicBezTo>
                  <a:cubicBezTo>
                    <a:pt x="0" y="356"/>
                    <a:pt x="106" y="462"/>
                    <a:pt x="231" y="462"/>
                  </a:cubicBezTo>
                  <a:lnTo>
                    <a:pt x="8953" y="462"/>
                  </a:lnTo>
                  <a:cubicBezTo>
                    <a:pt x="9078" y="462"/>
                    <a:pt x="9184" y="356"/>
                    <a:pt x="9184" y="231"/>
                  </a:cubicBezTo>
                  <a:cubicBezTo>
                    <a:pt x="9184" y="106"/>
                    <a:pt x="9078" y="0"/>
                    <a:pt x="8953" y="0"/>
                  </a:cubicBezTo>
                  <a:close/>
                </a:path>
              </a:pathLst>
            </a:custGeom>
            <a:solidFill>
              <a:srgbClr val="8D9B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4" name="Google Shape;14014;p65"/>
            <p:cNvSpPr/>
            <p:nvPr/>
          </p:nvSpPr>
          <p:spPr>
            <a:xfrm>
              <a:off x="6252437" y="4035764"/>
              <a:ext cx="54042" cy="12073"/>
            </a:xfrm>
            <a:custGeom>
              <a:avLst/>
              <a:gdLst/>
              <a:ahLst/>
              <a:cxnLst/>
              <a:rect l="l" t="t" r="r" b="b"/>
              <a:pathLst>
                <a:path w="2068" h="462" extrusionOk="0">
                  <a:moveTo>
                    <a:pt x="231" y="0"/>
                  </a:moveTo>
                  <a:cubicBezTo>
                    <a:pt x="106" y="0"/>
                    <a:pt x="0" y="106"/>
                    <a:pt x="0" y="231"/>
                  </a:cubicBezTo>
                  <a:cubicBezTo>
                    <a:pt x="0" y="356"/>
                    <a:pt x="106" y="462"/>
                    <a:pt x="231" y="462"/>
                  </a:cubicBezTo>
                  <a:lnTo>
                    <a:pt x="2068" y="462"/>
                  </a:lnTo>
                  <a:lnTo>
                    <a:pt x="2068" y="0"/>
                  </a:lnTo>
                  <a:close/>
                </a:path>
              </a:pathLst>
            </a:custGeom>
            <a:solidFill>
              <a:srgbClr val="F5F7F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5" name="Google Shape;14015;p65"/>
            <p:cNvSpPr/>
            <p:nvPr/>
          </p:nvSpPr>
          <p:spPr>
            <a:xfrm>
              <a:off x="6294406" y="4029727"/>
              <a:ext cx="24146" cy="24146"/>
            </a:xfrm>
            <a:custGeom>
              <a:avLst/>
              <a:gdLst/>
              <a:ahLst/>
              <a:cxnLst/>
              <a:rect l="l" t="t" r="r" b="b"/>
              <a:pathLst>
                <a:path w="924" h="924" extrusionOk="0">
                  <a:moveTo>
                    <a:pt x="462" y="1"/>
                  </a:moveTo>
                  <a:cubicBezTo>
                    <a:pt x="212" y="1"/>
                    <a:pt x="0" y="212"/>
                    <a:pt x="0" y="462"/>
                  </a:cubicBezTo>
                  <a:cubicBezTo>
                    <a:pt x="0" y="722"/>
                    <a:pt x="212" y="924"/>
                    <a:pt x="462" y="924"/>
                  </a:cubicBezTo>
                  <a:cubicBezTo>
                    <a:pt x="712" y="924"/>
                    <a:pt x="923" y="722"/>
                    <a:pt x="923" y="462"/>
                  </a:cubicBezTo>
                  <a:cubicBezTo>
                    <a:pt x="923" y="212"/>
                    <a:pt x="712" y="1"/>
                    <a:pt x="46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16" name="Google Shape;14016;p65"/>
          <p:cNvGrpSpPr/>
          <p:nvPr/>
        </p:nvGrpSpPr>
        <p:grpSpPr>
          <a:xfrm>
            <a:off x="5705432" y="3634504"/>
            <a:ext cx="349392" cy="325454"/>
            <a:chOff x="5706895" y="3819151"/>
            <a:chExt cx="349392" cy="325454"/>
          </a:xfrm>
        </p:grpSpPr>
        <p:sp>
          <p:nvSpPr>
            <p:cNvPr id="14017" name="Google Shape;14017;p65"/>
            <p:cNvSpPr/>
            <p:nvPr/>
          </p:nvSpPr>
          <p:spPr>
            <a:xfrm>
              <a:off x="5761172" y="4052332"/>
              <a:ext cx="43484" cy="43511"/>
            </a:xfrm>
            <a:custGeom>
              <a:avLst/>
              <a:gdLst/>
              <a:ahLst/>
              <a:cxnLst/>
              <a:rect l="l" t="t" r="r" b="b"/>
              <a:pathLst>
                <a:path w="1664" h="1665" extrusionOk="0">
                  <a:moveTo>
                    <a:pt x="212" y="1"/>
                  </a:moveTo>
                  <a:cubicBezTo>
                    <a:pt x="96" y="1"/>
                    <a:pt x="0" y="97"/>
                    <a:pt x="0" y="213"/>
                  </a:cubicBezTo>
                  <a:lnTo>
                    <a:pt x="0" y="1453"/>
                  </a:lnTo>
                  <a:cubicBezTo>
                    <a:pt x="0" y="1568"/>
                    <a:pt x="96" y="1665"/>
                    <a:pt x="212" y="1665"/>
                  </a:cubicBezTo>
                  <a:lnTo>
                    <a:pt x="1462" y="1665"/>
                  </a:lnTo>
                  <a:cubicBezTo>
                    <a:pt x="1567" y="1665"/>
                    <a:pt x="1664" y="1568"/>
                    <a:pt x="1664" y="1453"/>
                  </a:cubicBezTo>
                  <a:lnTo>
                    <a:pt x="1664" y="213"/>
                  </a:lnTo>
                  <a:cubicBezTo>
                    <a:pt x="1664" y="97"/>
                    <a:pt x="1567" y="1"/>
                    <a:pt x="1452" y="1"/>
                  </a:cubicBezTo>
                  <a:close/>
                </a:path>
              </a:pathLst>
            </a:custGeom>
            <a:solidFill>
              <a:srgbClr val="B3C2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8" name="Google Shape;14018;p65"/>
            <p:cNvSpPr/>
            <p:nvPr/>
          </p:nvSpPr>
          <p:spPr>
            <a:xfrm>
              <a:off x="5903881" y="3938498"/>
              <a:ext cx="101316" cy="86995"/>
            </a:xfrm>
            <a:custGeom>
              <a:avLst/>
              <a:gdLst/>
              <a:ahLst/>
              <a:cxnLst/>
              <a:rect l="l" t="t" r="r" b="b"/>
              <a:pathLst>
                <a:path w="3877" h="3329" extrusionOk="0">
                  <a:moveTo>
                    <a:pt x="2213" y="1"/>
                  </a:moveTo>
                  <a:cubicBezTo>
                    <a:pt x="741" y="1"/>
                    <a:pt x="1" y="1789"/>
                    <a:pt x="1040" y="2838"/>
                  </a:cubicBezTo>
                  <a:cubicBezTo>
                    <a:pt x="1379" y="3177"/>
                    <a:pt x="1796" y="3329"/>
                    <a:pt x="2204" y="3329"/>
                  </a:cubicBezTo>
                  <a:cubicBezTo>
                    <a:pt x="3058" y="3329"/>
                    <a:pt x="3876" y="2666"/>
                    <a:pt x="3876" y="1664"/>
                  </a:cubicBezTo>
                  <a:cubicBezTo>
                    <a:pt x="3876" y="741"/>
                    <a:pt x="3136" y="1"/>
                    <a:pt x="2213" y="1"/>
                  </a:cubicBezTo>
                  <a:close/>
                </a:path>
              </a:pathLst>
            </a:custGeom>
            <a:solidFill>
              <a:srgbClr val="929F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19" name="Google Shape;14019;p65"/>
            <p:cNvSpPr/>
            <p:nvPr/>
          </p:nvSpPr>
          <p:spPr>
            <a:xfrm>
              <a:off x="5913942" y="3973699"/>
              <a:ext cx="95514" cy="51795"/>
            </a:xfrm>
            <a:custGeom>
              <a:avLst/>
              <a:gdLst/>
              <a:ahLst/>
              <a:cxnLst/>
              <a:rect l="l" t="t" r="r" b="b"/>
              <a:pathLst>
                <a:path w="3655" h="1982" extrusionOk="0">
                  <a:moveTo>
                    <a:pt x="203" y="0"/>
                  </a:moveTo>
                  <a:lnTo>
                    <a:pt x="203" y="0"/>
                  </a:lnTo>
                  <a:cubicBezTo>
                    <a:pt x="1" y="1029"/>
                    <a:pt x="789" y="1981"/>
                    <a:pt x="1828" y="1981"/>
                  </a:cubicBezTo>
                  <a:cubicBezTo>
                    <a:pt x="2876" y="1981"/>
                    <a:pt x="3655" y="1029"/>
                    <a:pt x="3462" y="0"/>
                  </a:cubicBezTo>
                  <a:lnTo>
                    <a:pt x="3462" y="0"/>
                  </a:lnTo>
                  <a:cubicBezTo>
                    <a:pt x="3309" y="789"/>
                    <a:pt x="2626" y="1346"/>
                    <a:pt x="1828" y="1356"/>
                  </a:cubicBezTo>
                  <a:cubicBezTo>
                    <a:pt x="1039" y="1346"/>
                    <a:pt x="356" y="789"/>
                    <a:pt x="203" y="0"/>
                  </a:cubicBezTo>
                  <a:close/>
                </a:path>
              </a:pathLst>
            </a:custGeom>
            <a:solidFill>
              <a:srgbClr val="C5D0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0" name="Google Shape;14020;p65"/>
            <p:cNvSpPr/>
            <p:nvPr/>
          </p:nvSpPr>
          <p:spPr>
            <a:xfrm>
              <a:off x="5788297" y="3840998"/>
              <a:ext cx="146525" cy="281891"/>
            </a:xfrm>
            <a:custGeom>
              <a:avLst/>
              <a:gdLst/>
              <a:ahLst/>
              <a:cxnLst/>
              <a:rect l="l" t="t" r="r" b="b"/>
              <a:pathLst>
                <a:path w="5607" h="10787" extrusionOk="0">
                  <a:moveTo>
                    <a:pt x="5388" y="1"/>
                  </a:moveTo>
                  <a:cubicBezTo>
                    <a:pt x="5316" y="1"/>
                    <a:pt x="5250" y="37"/>
                    <a:pt x="5212" y="97"/>
                  </a:cubicBezTo>
                  <a:cubicBezTo>
                    <a:pt x="4818" y="732"/>
                    <a:pt x="4347" y="1309"/>
                    <a:pt x="3818" y="1828"/>
                  </a:cubicBezTo>
                  <a:cubicBezTo>
                    <a:pt x="3020" y="2607"/>
                    <a:pt x="1741" y="3530"/>
                    <a:pt x="212" y="3530"/>
                  </a:cubicBezTo>
                  <a:cubicBezTo>
                    <a:pt x="97" y="3530"/>
                    <a:pt x="1" y="3617"/>
                    <a:pt x="1" y="3732"/>
                  </a:cubicBezTo>
                  <a:lnTo>
                    <a:pt x="1" y="7049"/>
                  </a:lnTo>
                  <a:cubicBezTo>
                    <a:pt x="1" y="7165"/>
                    <a:pt x="97" y="7261"/>
                    <a:pt x="212" y="7261"/>
                  </a:cubicBezTo>
                  <a:cubicBezTo>
                    <a:pt x="1751" y="7261"/>
                    <a:pt x="3020" y="8184"/>
                    <a:pt x="3818" y="8963"/>
                  </a:cubicBezTo>
                  <a:cubicBezTo>
                    <a:pt x="4347" y="9473"/>
                    <a:pt x="4818" y="10059"/>
                    <a:pt x="5212" y="10684"/>
                  </a:cubicBezTo>
                  <a:cubicBezTo>
                    <a:pt x="5257" y="10755"/>
                    <a:pt x="5325" y="10787"/>
                    <a:pt x="5392" y="10787"/>
                  </a:cubicBezTo>
                  <a:cubicBezTo>
                    <a:pt x="5498" y="10787"/>
                    <a:pt x="5601" y="10708"/>
                    <a:pt x="5607" y="10579"/>
                  </a:cubicBezTo>
                  <a:lnTo>
                    <a:pt x="5607" y="212"/>
                  </a:lnTo>
                  <a:cubicBezTo>
                    <a:pt x="5607" y="116"/>
                    <a:pt x="5539" y="30"/>
                    <a:pt x="5453" y="11"/>
                  </a:cubicBezTo>
                  <a:cubicBezTo>
                    <a:pt x="5431" y="4"/>
                    <a:pt x="5410" y="1"/>
                    <a:pt x="5388" y="1"/>
                  </a:cubicBezTo>
                  <a:close/>
                </a:path>
              </a:pathLst>
            </a:custGeom>
            <a:solidFill>
              <a:srgbClr val="F9FAF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1" name="Google Shape;14021;p65"/>
            <p:cNvSpPr/>
            <p:nvPr/>
          </p:nvSpPr>
          <p:spPr>
            <a:xfrm>
              <a:off x="5788297" y="4009135"/>
              <a:ext cx="146525" cy="113755"/>
            </a:xfrm>
            <a:custGeom>
              <a:avLst/>
              <a:gdLst/>
              <a:ahLst/>
              <a:cxnLst/>
              <a:rect l="l" t="t" r="r" b="b"/>
              <a:pathLst>
                <a:path w="5607" h="4353" extrusionOk="0">
                  <a:moveTo>
                    <a:pt x="1" y="0"/>
                  </a:moveTo>
                  <a:lnTo>
                    <a:pt x="1" y="615"/>
                  </a:lnTo>
                  <a:cubicBezTo>
                    <a:pt x="1" y="731"/>
                    <a:pt x="97" y="827"/>
                    <a:pt x="212" y="827"/>
                  </a:cubicBezTo>
                  <a:cubicBezTo>
                    <a:pt x="1751" y="827"/>
                    <a:pt x="3020" y="1750"/>
                    <a:pt x="3818" y="2529"/>
                  </a:cubicBezTo>
                  <a:cubicBezTo>
                    <a:pt x="4347" y="3039"/>
                    <a:pt x="4818" y="3625"/>
                    <a:pt x="5212" y="4250"/>
                  </a:cubicBezTo>
                  <a:cubicBezTo>
                    <a:pt x="5257" y="4321"/>
                    <a:pt x="5325" y="4353"/>
                    <a:pt x="5392" y="4353"/>
                  </a:cubicBezTo>
                  <a:cubicBezTo>
                    <a:pt x="5498" y="4353"/>
                    <a:pt x="5601" y="4274"/>
                    <a:pt x="5607" y="4145"/>
                  </a:cubicBezTo>
                  <a:lnTo>
                    <a:pt x="5607" y="3106"/>
                  </a:lnTo>
                  <a:cubicBezTo>
                    <a:pt x="5597" y="3193"/>
                    <a:pt x="5549" y="3279"/>
                    <a:pt x="5463" y="3308"/>
                  </a:cubicBezTo>
                  <a:cubicBezTo>
                    <a:pt x="5441" y="3314"/>
                    <a:pt x="5420" y="3317"/>
                    <a:pt x="5399" y="3317"/>
                  </a:cubicBezTo>
                  <a:cubicBezTo>
                    <a:pt x="5326" y="3317"/>
                    <a:pt x="5257" y="3279"/>
                    <a:pt x="5212" y="3212"/>
                  </a:cubicBezTo>
                  <a:cubicBezTo>
                    <a:pt x="5212" y="3202"/>
                    <a:pt x="4693" y="2750"/>
                    <a:pt x="3818" y="1904"/>
                  </a:cubicBezTo>
                  <a:cubicBezTo>
                    <a:pt x="3020" y="1125"/>
                    <a:pt x="1741" y="202"/>
                    <a:pt x="212" y="202"/>
                  </a:cubicBezTo>
                  <a:cubicBezTo>
                    <a:pt x="97" y="202"/>
                    <a:pt x="1" y="115"/>
                    <a:pt x="1" y="0"/>
                  </a:cubicBezTo>
                  <a:close/>
                </a:path>
              </a:pathLst>
            </a:custGeom>
            <a:solidFill>
              <a:srgbClr val="E5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2" name="Google Shape;14022;p65"/>
            <p:cNvSpPr/>
            <p:nvPr/>
          </p:nvSpPr>
          <p:spPr>
            <a:xfrm>
              <a:off x="5923742" y="3819151"/>
              <a:ext cx="43511" cy="325454"/>
            </a:xfrm>
            <a:custGeom>
              <a:avLst/>
              <a:gdLst/>
              <a:ahLst/>
              <a:cxnLst/>
              <a:rect l="l" t="t" r="r" b="b"/>
              <a:pathLst>
                <a:path w="1665" h="12454" extrusionOk="0">
                  <a:moveTo>
                    <a:pt x="212" y="0"/>
                  </a:moveTo>
                  <a:cubicBezTo>
                    <a:pt x="97" y="0"/>
                    <a:pt x="1" y="96"/>
                    <a:pt x="1" y="212"/>
                  </a:cubicBezTo>
                  <a:lnTo>
                    <a:pt x="1" y="12241"/>
                  </a:lnTo>
                  <a:cubicBezTo>
                    <a:pt x="1" y="12357"/>
                    <a:pt x="97" y="12453"/>
                    <a:pt x="212" y="12453"/>
                  </a:cubicBezTo>
                  <a:lnTo>
                    <a:pt x="1453" y="12453"/>
                  </a:lnTo>
                  <a:cubicBezTo>
                    <a:pt x="1568" y="12453"/>
                    <a:pt x="1664" y="12357"/>
                    <a:pt x="1664" y="12241"/>
                  </a:cubicBezTo>
                  <a:lnTo>
                    <a:pt x="1664" y="212"/>
                  </a:lnTo>
                  <a:cubicBezTo>
                    <a:pt x="1664" y="96"/>
                    <a:pt x="1568" y="0"/>
                    <a:pt x="1453" y="0"/>
                  </a:cubicBezTo>
                  <a:close/>
                </a:path>
              </a:pathLst>
            </a:custGeom>
            <a:solidFill>
              <a:srgbClr val="8B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3" name="Google Shape;14023;p65"/>
            <p:cNvSpPr/>
            <p:nvPr/>
          </p:nvSpPr>
          <p:spPr>
            <a:xfrm>
              <a:off x="5923742" y="4117428"/>
              <a:ext cx="43511" cy="27178"/>
            </a:xfrm>
            <a:custGeom>
              <a:avLst/>
              <a:gdLst/>
              <a:ahLst/>
              <a:cxnLst/>
              <a:rect l="l" t="t" r="r" b="b"/>
              <a:pathLst>
                <a:path w="1665" h="1040" extrusionOk="0">
                  <a:moveTo>
                    <a:pt x="1" y="1"/>
                  </a:moveTo>
                  <a:lnTo>
                    <a:pt x="1" y="827"/>
                  </a:lnTo>
                  <a:cubicBezTo>
                    <a:pt x="1" y="943"/>
                    <a:pt x="97" y="1039"/>
                    <a:pt x="212" y="1039"/>
                  </a:cubicBezTo>
                  <a:lnTo>
                    <a:pt x="1453" y="1039"/>
                  </a:lnTo>
                  <a:cubicBezTo>
                    <a:pt x="1568" y="1039"/>
                    <a:pt x="1664" y="943"/>
                    <a:pt x="1664" y="827"/>
                  </a:cubicBezTo>
                  <a:lnTo>
                    <a:pt x="1664" y="1"/>
                  </a:lnTo>
                  <a:cubicBezTo>
                    <a:pt x="1664" y="116"/>
                    <a:pt x="1568" y="212"/>
                    <a:pt x="1453" y="212"/>
                  </a:cubicBezTo>
                  <a:lnTo>
                    <a:pt x="212" y="212"/>
                  </a:lnTo>
                  <a:cubicBezTo>
                    <a:pt x="97" y="212"/>
                    <a:pt x="1" y="116"/>
                    <a:pt x="1" y="1"/>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4" name="Google Shape;14024;p65"/>
            <p:cNvSpPr/>
            <p:nvPr/>
          </p:nvSpPr>
          <p:spPr>
            <a:xfrm>
              <a:off x="5706895" y="3933220"/>
              <a:ext cx="43484" cy="97291"/>
            </a:xfrm>
            <a:custGeom>
              <a:avLst/>
              <a:gdLst/>
              <a:ahLst/>
              <a:cxnLst/>
              <a:rect l="l" t="t" r="r" b="b"/>
              <a:pathLst>
                <a:path w="1664" h="3723" extrusionOk="0">
                  <a:moveTo>
                    <a:pt x="1039" y="1"/>
                  </a:moveTo>
                  <a:cubicBezTo>
                    <a:pt x="471" y="1"/>
                    <a:pt x="0" y="463"/>
                    <a:pt x="0" y="1030"/>
                  </a:cubicBezTo>
                  <a:lnTo>
                    <a:pt x="0" y="2693"/>
                  </a:lnTo>
                  <a:cubicBezTo>
                    <a:pt x="0" y="3261"/>
                    <a:pt x="471" y="3722"/>
                    <a:pt x="1039" y="3722"/>
                  </a:cubicBezTo>
                  <a:lnTo>
                    <a:pt x="1452" y="3722"/>
                  </a:lnTo>
                  <a:cubicBezTo>
                    <a:pt x="1567" y="3722"/>
                    <a:pt x="1664" y="3636"/>
                    <a:pt x="1664" y="3520"/>
                  </a:cubicBezTo>
                  <a:lnTo>
                    <a:pt x="1664" y="203"/>
                  </a:lnTo>
                  <a:cubicBezTo>
                    <a:pt x="1664" y="88"/>
                    <a:pt x="1567" y="1"/>
                    <a:pt x="1452" y="1"/>
                  </a:cubicBezTo>
                  <a:close/>
                </a:path>
              </a:pathLst>
            </a:custGeom>
            <a:solidFill>
              <a:srgbClr val="B3C2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5" name="Google Shape;14025;p65"/>
            <p:cNvSpPr/>
            <p:nvPr/>
          </p:nvSpPr>
          <p:spPr>
            <a:xfrm>
              <a:off x="5706895" y="3938002"/>
              <a:ext cx="43484" cy="92509"/>
            </a:xfrm>
            <a:custGeom>
              <a:avLst/>
              <a:gdLst/>
              <a:ahLst/>
              <a:cxnLst/>
              <a:rect l="l" t="t" r="r" b="b"/>
              <a:pathLst>
                <a:path w="1664" h="3540" extrusionOk="0">
                  <a:moveTo>
                    <a:pt x="442" y="1"/>
                  </a:moveTo>
                  <a:lnTo>
                    <a:pt x="442" y="1"/>
                  </a:lnTo>
                  <a:cubicBezTo>
                    <a:pt x="173" y="193"/>
                    <a:pt x="10" y="510"/>
                    <a:pt x="0" y="847"/>
                  </a:cubicBezTo>
                  <a:lnTo>
                    <a:pt x="0" y="2510"/>
                  </a:lnTo>
                  <a:cubicBezTo>
                    <a:pt x="0" y="3078"/>
                    <a:pt x="471" y="3539"/>
                    <a:pt x="1039" y="3539"/>
                  </a:cubicBezTo>
                  <a:lnTo>
                    <a:pt x="1452" y="3539"/>
                  </a:lnTo>
                  <a:cubicBezTo>
                    <a:pt x="1567" y="3539"/>
                    <a:pt x="1664" y="3453"/>
                    <a:pt x="1664" y="3337"/>
                  </a:cubicBezTo>
                  <a:lnTo>
                    <a:pt x="1664" y="2924"/>
                  </a:lnTo>
                  <a:lnTo>
                    <a:pt x="1039" y="2924"/>
                  </a:lnTo>
                  <a:cubicBezTo>
                    <a:pt x="692" y="2924"/>
                    <a:pt x="414" y="2645"/>
                    <a:pt x="414" y="2299"/>
                  </a:cubicBezTo>
                  <a:lnTo>
                    <a:pt x="414" y="231"/>
                  </a:lnTo>
                  <a:cubicBezTo>
                    <a:pt x="423" y="155"/>
                    <a:pt x="423" y="78"/>
                    <a:pt x="442"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6" name="Google Shape;14026;p65"/>
            <p:cNvSpPr/>
            <p:nvPr/>
          </p:nvSpPr>
          <p:spPr>
            <a:xfrm>
              <a:off x="5744839" y="3932985"/>
              <a:ext cx="54303" cy="97762"/>
            </a:xfrm>
            <a:custGeom>
              <a:avLst/>
              <a:gdLst/>
              <a:ahLst/>
              <a:cxnLst/>
              <a:rect l="l" t="t" r="r" b="b"/>
              <a:pathLst>
                <a:path w="2078" h="3741" extrusionOk="0">
                  <a:moveTo>
                    <a:pt x="0" y="0"/>
                  </a:moveTo>
                  <a:lnTo>
                    <a:pt x="0" y="3741"/>
                  </a:lnTo>
                  <a:lnTo>
                    <a:pt x="2077" y="3741"/>
                  </a:lnTo>
                  <a:lnTo>
                    <a:pt x="2077" y="0"/>
                  </a:lnTo>
                  <a:close/>
                </a:path>
              </a:pathLst>
            </a:custGeom>
            <a:solidFill>
              <a:srgbClr val="8B99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7" name="Google Shape;14027;p65"/>
            <p:cNvSpPr/>
            <p:nvPr/>
          </p:nvSpPr>
          <p:spPr>
            <a:xfrm>
              <a:off x="5744839" y="4014387"/>
              <a:ext cx="54303" cy="16359"/>
            </a:xfrm>
            <a:custGeom>
              <a:avLst/>
              <a:gdLst/>
              <a:ahLst/>
              <a:cxnLst/>
              <a:rect l="l" t="t" r="r" b="b"/>
              <a:pathLst>
                <a:path w="2078" h="626" extrusionOk="0">
                  <a:moveTo>
                    <a:pt x="0" y="1"/>
                  </a:moveTo>
                  <a:lnTo>
                    <a:pt x="0" y="626"/>
                  </a:lnTo>
                  <a:lnTo>
                    <a:pt x="2077" y="626"/>
                  </a:lnTo>
                  <a:lnTo>
                    <a:pt x="2077" y="1"/>
                  </a:ln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8" name="Google Shape;14028;p65"/>
            <p:cNvSpPr/>
            <p:nvPr/>
          </p:nvSpPr>
          <p:spPr>
            <a:xfrm>
              <a:off x="5744839" y="4030720"/>
              <a:ext cx="54539" cy="86734"/>
            </a:xfrm>
            <a:custGeom>
              <a:avLst/>
              <a:gdLst/>
              <a:ahLst/>
              <a:cxnLst/>
              <a:rect l="l" t="t" r="r" b="b"/>
              <a:pathLst>
                <a:path w="2087" h="3319" extrusionOk="0">
                  <a:moveTo>
                    <a:pt x="10" y="1"/>
                  </a:moveTo>
                  <a:lnTo>
                    <a:pt x="0" y="3117"/>
                  </a:lnTo>
                  <a:cubicBezTo>
                    <a:pt x="0" y="3222"/>
                    <a:pt x="96" y="3319"/>
                    <a:pt x="212" y="3319"/>
                  </a:cubicBezTo>
                  <a:lnTo>
                    <a:pt x="1039" y="3319"/>
                  </a:lnTo>
                  <a:cubicBezTo>
                    <a:pt x="1135" y="3319"/>
                    <a:pt x="1221" y="3261"/>
                    <a:pt x="1241" y="3165"/>
                  </a:cubicBezTo>
                  <a:lnTo>
                    <a:pt x="2087" y="1"/>
                  </a:lnTo>
                  <a:close/>
                </a:path>
              </a:pathLst>
            </a:custGeom>
            <a:solidFill>
              <a:srgbClr val="8795A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29" name="Google Shape;14029;p65"/>
            <p:cNvSpPr/>
            <p:nvPr/>
          </p:nvSpPr>
          <p:spPr>
            <a:xfrm>
              <a:off x="6025528" y="3976443"/>
              <a:ext cx="30758" cy="10871"/>
            </a:xfrm>
            <a:custGeom>
              <a:avLst/>
              <a:gdLst/>
              <a:ahLst/>
              <a:cxnLst/>
              <a:rect l="l" t="t" r="r" b="b"/>
              <a:pathLst>
                <a:path w="1177" h="416" extrusionOk="0">
                  <a:moveTo>
                    <a:pt x="903" y="0"/>
                  </a:moveTo>
                  <a:cubicBezTo>
                    <a:pt x="897" y="0"/>
                    <a:pt x="891" y="1"/>
                    <a:pt x="885" y="1"/>
                  </a:cubicBezTo>
                  <a:lnTo>
                    <a:pt x="260" y="1"/>
                  </a:lnTo>
                  <a:cubicBezTo>
                    <a:pt x="0" y="20"/>
                    <a:pt x="0" y="395"/>
                    <a:pt x="260" y="414"/>
                  </a:cubicBezTo>
                  <a:lnTo>
                    <a:pt x="885" y="414"/>
                  </a:lnTo>
                  <a:cubicBezTo>
                    <a:pt x="894" y="415"/>
                    <a:pt x="903" y="416"/>
                    <a:pt x="911" y="416"/>
                  </a:cubicBezTo>
                  <a:cubicBezTo>
                    <a:pt x="1177" y="416"/>
                    <a:pt x="1174" y="0"/>
                    <a:pt x="903" y="0"/>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0" name="Google Shape;14030;p65"/>
            <p:cNvSpPr/>
            <p:nvPr/>
          </p:nvSpPr>
          <p:spPr>
            <a:xfrm>
              <a:off x="6004675" y="3914718"/>
              <a:ext cx="26786" cy="22814"/>
            </a:xfrm>
            <a:custGeom>
              <a:avLst/>
              <a:gdLst/>
              <a:ahLst/>
              <a:cxnLst/>
              <a:rect l="l" t="t" r="r" b="b"/>
              <a:pathLst>
                <a:path w="1025" h="873" extrusionOk="0">
                  <a:moveTo>
                    <a:pt x="716" y="0"/>
                  </a:moveTo>
                  <a:cubicBezTo>
                    <a:pt x="665" y="0"/>
                    <a:pt x="613" y="22"/>
                    <a:pt x="567" y="74"/>
                  </a:cubicBezTo>
                  <a:lnTo>
                    <a:pt x="125" y="517"/>
                  </a:lnTo>
                  <a:cubicBezTo>
                    <a:pt x="0" y="651"/>
                    <a:pt x="87" y="872"/>
                    <a:pt x="269" y="872"/>
                  </a:cubicBezTo>
                  <a:cubicBezTo>
                    <a:pt x="327" y="872"/>
                    <a:pt x="375" y="853"/>
                    <a:pt x="413" y="815"/>
                  </a:cubicBezTo>
                  <a:lnTo>
                    <a:pt x="856" y="372"/>
                  </a:lnTo>
                  <a:cubicBezTo>
                    <a:pt x="1025" y="226"/>
                    <a:pt x="880" y="0"/>
                    <a:pt x="716" y="0"/>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1" name="Google Shape;14031;p65"/>
            <p:cNvSpPr/>
            <p:nvPr/>
          </p:nvSpPr>
          <p:spPr>
            <a:xfrm>
              <a:off x="6003368" y="4025886"/>
              <a:ext cx="26943" cy="22709"/>
            </a:xfrm>
            <a:custGeom>
              <a:avLst/>
              <a:gdLst/>
              <a:ahLst/>
              <a:cxnLst/>
              <a:rect l="l" t="t" r="r" b="b"/>
              <a:pathLst>
                <a:path w="1031" h="869" extrusionOk="0">
                  <a:moveTo>
                    <a:pt x="309" y="1"/>
                  </a:moveTo>
                  <a:cubicBezTo>
                    <a:pt x="145" y="1"/>
                    <a:pt x="0" y="223"/>
                    <a:pt x="175" y="369"/>
                  </a:cubicBezTo>
                  <a:lnTo>
                    <a:pt x="608" y="811"/>
                  </a:lnTo>
                  <a:cubicBezTo>
                    <a:pt x="646" y="849"/>
                    <a:pt x="704" y="869"/>
                    <a:pt x="762" y="869"/>
                  </a:cubicBezTo>
                  <a:cubicBezTo>
                    <a:pt x="944" y="869"/>
                    <a:pt x="1031" y="648"/>
                    <a:pt x="906" y="523"/>
                  </a:cubicBezTo>
                  <a:lnTo>
                    <a:pt x="463" y="80"/>
                  </a:lnTo>
                  <a:cubicBezTo>
                    <a:pt x="417" y="24"/>
                    <a:pt x="362" y="1"/>
                    <a:pt x="309" y="1"/>
                  </a:cubicBezTo>
                  <a:close/>
                </a:path>
              </a:pathLst>
            </a:custGeom>
            <a:solidFill>
              <a:srgbClr val="B6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32" name="Google Shape;14032;p65"/>
          <p:cNvGrpSpPr/>
          <p:nvPr/>
        </p:nvGrpSpPr>
        <p:grpSpPr>
          <a:xfrm>
            <a:off x="7647155" y="3156096"/>
            <a:ext cx="97265" cy="360393"/>
            <a:chOff x="7648618" y="3340744"/>
            <a:chExt cx="97265" cy="360393"/>
          </a:xfrm>
        </p:grpSpPr>
        <p:sp>
          <p:nvSpPr>
            <p:cNvPr id="14033" name="Google Shape;14033;p65"/>
            <p:cNvSpPr/>
            <p:nvPr/>
          </p:nvSpPr>
          <p:spPr>
            <a:xfrm>
              <a:off x="7648618" y="3340744"/>
              <a:ext cx="97265" cy="307057"/>
            </a:xfrm>
            <a:custGeom>
              <a:avLst/>
              <a:gdLst/>
              <a:ahLst/>
              <a:cxnLst/>
              <a:rect l="l" t="t" r="r" b="b"/>
              <a:pathLst>
                <a:path w="3722" h="11750" extrusionOk="0">
                  <a:moveTo>
                    <a:pt x="1928" y="1"/>
                  </a:moveTo>
                  <a:cubicBezTo>
                    <a:pt x="1764" y="1"/>
                    <a:pt x="1599" y="68"/>
                    <a:pt x="1481" y="200"/>
                  </a:cubicBezTo>
                  <a:lnTo>
                    <a:pt x="885" y="883"/>
                  </a:lnTo>
                  <a:cubicBezTo>
                    <a:pt x="317" y="1527"/>
                    <a:pt x="0" y="2364"/>
                    <a:pt x="0" y="3220"/>
                  </a:cubicBezTo>
                  <a:lnTo>
                    <a:pt x="0" y="5585"/>
                  </a:lnTo>
                  <a:lnTo>
                    <a:pt x="260" y="5797"/>
                  </a:lnTo>
                  <a:cubicBezTo>
                    <a:pt x="519" y="6008"/>
                    <a:pt x="548" y="6412"/>
                    <a:pt x="308" y="6662"/>
                  </a:cubicBezTo>
                  <a:lnTo>
                    <a:pt x="0" y="6980"/>
                  </a:lnTo>
                  <a:lnTo>
                    <a:pt x="0" y="8451"/>
                  </a:lnTo>
                  <a:cubicBezTo>
                    <a:pt x="0" y="8932"/>
                    <a:pt x="144" y="9393"/>
                    <a:pt x="423" y="9787"/>
                  </a:cubicBezTo>
                  <a:lnTo>
                    <a:pt x="1827" y="11749"/>
                  </a:lnTo>
                  <a:lnTo>
                    <a:pt x="2289" y="11115"/>
                  </a:lnTo>
                  <a:lnTo>
                    <a:pt x="3279" y="9759"/>
                  </a:lnTo>
                  <a:cubicBezTo>
                    <a:pt x="3558" y="9364"/>
                    <a:pt x="3712" y="8893"/>
                    <a:pt x="3722" y="8403"/>
                  </a:cubicBezTo>
                  <a:lnTo>
                    <a:pt x="3722" y="5306"/>
                  </a:lnTo>
                  <a:lnTo>
                    <a:pt x="3221" y="4903"/>
                  </a:lnTo>
                  <a:cubicBezTo>
                    <a:pt x="2952" y="4681"/>
                    <a:pt x="2933" y="4278"/>
                    <a:pt x="3173" y="4027"/>
                  </a:cubicBezTo>
                  <a:lnTo>
                    <a:pt x="3712" y="3470"/>
                  </a:lnTo>
                  <a:lnTo>
                    <a:pt x="3712" y="3114"/>
                  </a:lnTo>
                  <a:cubicBezTo>
                    <a:pt x="3712" y="2297"/>
                    <a:pt x="3433" y="1508"/>
                    <a:pt x="2923" y="883"/>
                  </a:cubicBezTo>
                  <a:lnTo>
                    <a:pt x="2385" y="220"/>
                  </a:lnTo>
                  <a:cubicBezTo>
                    <a:pt x="2267" y="73"/>
                    <a:pt x="2098" y="1"/>
                    <a:pt x="192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4" name="Google Shape;14034;p65"/>
            <p:cNvSpPr/>
            <p:nvPr/>
          </p:nvSpPr>
          <p:spPr>
            <a:xfrm>
              <a:off x="7672477" y="3346467"/>
              <a:ext cx="73406" cy="284740"/>
            </a:xfrm>
            <a:custGeom>
              <a:avLst/>
              <a:gdLst/>
              <a:ahLst/>
              <a:cxnLst/>
              <a:rect l="l" t="t" r="r" b="b"/>
              <a:pathLst>
                <a:path w="2809" h="10896" extrusionOk="0">
                  <a:moveTo>
                    <a:pt x="1472" y="1"/>
                  </a:moveTo>
                  <a:lnTo>
                    <a:pt x="885" y="664"/>
                  </a:lnTo>
                  <a:cubicBezTo>
                    <a:pt x="308" y="1308"/>
                    <a:pt x="1" y="2145"/>
                    <a:pt x="1" y="3001"/>
                  </a:cubicBezTo>
                  <a:lnTo>
                    <a:pt x="1" y="5366"/>
                  </a:lnTo>
                  <a:lnTo>
                    <a:pt x="260" y="5578"/>
                  </a:lnTo>
                  <a:cubicBezTo>
                    <a:pt x="520" y="5789"/>
                    <a:pt x="549" y="6193"/>
                    <a:pt x="308" y="6443"/>
                  </a:cubicBezTo>
                  <a:lnTo>
                    <a:pt x="1" y="6761"/>
                  </a:lnTo>
                  <a:lnTo>
                    <a:pt x="1" y="8232"/>
                  </a:lnTo>
                  <a:cubicBezTo>
                    <a:pt x="1" y="8713"/>
                    <a:pt x="145" y="9174"/>
                    <a:pt x="424" y="9559"/>
                  </a:cubicBezTo>
                  <a:lnTo>
                    <a:pt x="1376" y="10896"/>
                  </a:lnTo>
                  <a:lnTo>
                    <a:pt x="2366" y="9540"/>
                  </a:lnTo>
                  <a:cubicBezTo>
                    <a:pt x="2645" y="9145"/>
                    <a:pt x="2799" y="8674"/>
                    <a:pt x="2809" y="8184"/>
                  </a:cubicBezTo>
                  <a:lnTo>
                    <a:pt x="2809" y="5087"/>
                  </a:lnTo>
                  <a:lnTo>
                    <a:pt x="2308" y="4684"/>
                  </a:lnTo>
                  <a:cubicBezTo>
                    <a:pt x="2039" y="4462"/>
                    <a:pt x="2020" y="4059"/>
                    <a:pt x="2260" y="3808"/>
                  </a:cubicBezTo>
                  <a:lnTo>
                    <a:pt x="2799" y="3251"/>
                  </a:lnTo>
                  <a:lnTo>
                    <a:pt x="2799" y="2895"/>
                  </a:lnTo>
                  <a:cubicBezTo>
                    <a:pt x="2799" y="2078"/>
                    <a:pt x="2520" y="1289"/>
                    <a:pt x="2010" y="664"/>
                  </a:cubicBezTo>
                  <a:lnTo>
                    <a:pt x="1472" y="1"/>
                  </a:ln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5" name="Google Shape;14035;p65"/>
            <p:cNvSpPr/>
            <p:nvPr/>
          </p:nvSpPr>
          <p:spPr>
            <a:xfrm>
              <a:off x="7656562" y="3376571"/>
              <a:ext cx="80018" cy="324566"/>
            </a:xfrm>
            <a:custGeom>
              <a:avLst/>
              <a:gdLst/>
              <a:ahLst/>
              <a:cxnLst/>
              <a:rect l="l" t="t" r="r" b="b"/>
              <a:pathLst>
                <a:path w="3062" h="12420" extrusionOk="0">
                  <a:moveTo>
                    <a:pt x="1560" y="0"/>
                  </a:moveTo>
                  <a:cubicBezTo>
                    <a:pt x="1451" y="0"/>
                    <a:pt x="1340" y="75"/>
                    <a:pt x="1350" y="224"/>
                  </a:cubicBezTo>
                  <a:lnTo>
                    <a:pt x="1350" y="1560"/>
                  </a:lnTo>
                  <a:lnTo>
                    <a:pt x="860" y="1128"/>
                  </a:lnTo>
                  <a:cubicBezTo>
                    <a:pt x="815" y="1083"/>
                    <a:pt x="765" y="1064"/>
                    <a:pt x="717" y="1064"/>
                  </a:cubicBezTo>
                  <a:cubicBezTo>
                    <a:pt x="551" y="1064"/>
                    <a:pt x="409" y="1293"/>
                    <a:pt x="581" y="1435"/>
                  </a:cubicBezTo>
                  <a:lnTo>
                    <a:pt x="1340" y="2108"/>
                  </a:lnTo>
                  <a:lnTo>
                    <a:pt x="1350" y="2118"/>
                  </a:lnTo>
                  <a:lnTo>
                    <a:pt x="1350" y="6061"/>
                  </a:lnTo>
                  <a:lnTo>
                    <a:pt x="917" y="5666"/>
                  </a:lnTo>
                  <a:cubicBezTo>
                    <a:pt x="871" y="5618"/>
                    <a:pt x="819" y="5598"/>
                    <a:pt x="770" y="5598"/>
                  </a:cubicBezTo>
                  <a:cubicBezTo>
                    <a:pt x="603" y="5598"/>
                    <a:pt x="461" y="5826"/>
                    <a:pt x="638" y="5974"/>
                  </a:cubicBezTo>
                  <a:lnTo>
                    <a:pt x="1350" y="6628"/>
                  </a:lnTo>
                  <a:lnTo>
                    <a:pt x="1350" y="10955"/>
                  </a:lnTo>
                  <a:lnTo>
                    <a:pt x="465" y="10109"/>
                  </a:lnTo>
                  <a:cubicBezTo>
                    <a:pt x="418" y="10057"/>
                    <a:pt x="363" y="10035"/>
                    <a:pt x="311" y="10035"/>
                  </a:cubicBezTo>
                  <a:cubicBezTo>
                    <a:pt x="144" y="10035"/>
                    <a:pt x="1" y="10260"/>
                    <a:pt x="177" y="10407"/>
                  </a:cubicBezTo>
                  <a:lnTo>
                    <a:pt x="1350" y="11542"/>
                  </a:lnTo>
                  <a:lnTo>
                    <a:pt x="1350" y="12224"/>
                  </a:lnTo>
                  <a:cubicBezTo>
                    <a:pt x="1360" y="12354"/>
                    <a:pt x="1458" y="12419"/>
                    <a:pt x="1557" y="12419"/>
                  </a:cubicBezTo>
                  <a:cubicBezTo>
                    <a:pt x="1655" y="12419"/>
                    <a:pt x="1754" y="12354"/>
                    <a:pt x="1764" y="12224"/>
                  </a:cubicBezTo>
                  <a:lnTo>
                    <a:pt x="1764" y="11532"/>
                  </a:lnTo>
                  <a:lnTo>
                    <a:pt x="2975" y="10311"/>
                  </a:lnTo>
                  <a:cubicBezTo>
                    <a:pt x="3062" y="10234"/>
                    <a:pt x="3062" y="10090"/>
                    <a:pt x="2975" y="10013"/>
                  </a:cubicBezTo>
                  <a:cubicBezTo>
                    <a:pt x="2932" y="9969"/>
                    <a:pt x="2877" y="9948"/>
                    <a:pt x="2823" y="9948"/>
                  </a:cubicBezTo>
                  <a:cubicBezTo>
                    <a:pt x="2768" y="9948"/>
                    <a:pt x="2716" y="9969"/>
                    <a:pt x="2677" y="10013"/>
                  </a:cubicBezTo>
                  <a:lnTo>
                    <a:pt x="1764" y="10936"/>
                  </a:lnTo>
                  <a:lnTo>
                    <a:pt x="1764" y="4926"/>
                  </a:lnTo>
                  <a:lnTo>
                    <a:pt x="2706" y="4234"/>
                  </a:lnTo>
                  <a:cubicBezTo>
                    <a:pt x="2859" y="4096"/>
                    <a:pt x="2735" y="3870"/>
                    <a:pt x="2565" y="3870"/>
                  </a:cubicBezTo>
                  <a:cubicBezTo>
                    <a:pt x="2533" y="3870"/>
                    <a:pt x="2499" y="3879"/>
                    <a:pt x="2466" y="3897"/>
                  </a:cubicBezTo>
                  <a:lnTo>
                    <a:pt x="1764" y="4407"/>
                  </a:lnTo>
                  <a:lnTo>
                    <a:pt x="1764" y="224"/>
                  </a:lnTo>
                  <a:cubicBezTo>
                    <a:pt x="1778" y="75"/>
                    <a:pt x="1670" y="0"/>
                    <a:pt x="1560" y="0"/>
                  </a:cubicBezTo>
                  <a:close/>
                </a:path>
              </a:pathLst>
            </a:custGeom>
            <a:solidFill>
              <a:srgbClr val="B9C6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36" name="Google Shape;14036;p65"/>
          <p:cNvGrpSpPr/>
          <p:nvPr/>
        </p:nvGrpSpPr>
        <p:grpSpPr>
          <a:xfrm>
            <a:off x="7162894" y="3606019"/>
            <a:ext cx="385507" cy="382501"/>
            <a:chOff x="7164356" y="3790667"/>
            <a:chExt cx="385507" cy="382501"/>
          </a:xfrm>
        </p:grpSpPr>
        <p:sp>
          <p:nvSpPr>
            <p:cNvPr id="14037" name="Google Shape;14037;p65"/>
            <p:cNvSpPr/>
            <p:nvPr/>
          </p:nvSpPr>
          <p:spPr>
            <a:xfrm>
              <a:off x="7241526" y="3981983"/>
              <a:ext cx="114852" cy="114852"/>
            </a:xfrm>
            <a:custGeom>
              <a:avLst/>
              <a:gdLst/>
              <a:ahLst/>
              <a:cxnLst/>
              <a:rect l="l" t="t" r="r" b="b"/>
              <a:pathLst>
                <a:path w="4395" h="4395" extrusionOk="0">
                  <a:moveTo>
                    <a:pt x="1212" y="0"/>
                  </a:moveTo>
                  <a:lnTo>
                    <a:pt x="0" y="1202"/>
                  </a:lnTo>
                  <a:lnTo>
                    <a:pt x="3183" y="4395"/>
                  </a:lnTo>
                  <a:lnTo>
                    <a:pt x="4395" y="3183"/>
                  </a:lnTo>
                  <a:lnTo>
                    <a:pt x="1212" y="0"/>
                  </a:ln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8" name="Google Shape;14038;p65"/>
            <p:cNvSpPr/>
            <p:nvPr/>
          </p:nvSpPr>
          <p:spPr>
            <a:xfrm>
              <a:off x="7247536" y="3984988"/>
              <a:ext cx="56838" cy="56577"/>
            </a:xfrm>
            <a:custGeom>
              <a:avLst/>
              <a:gdLst/>
              <a:ahLst/>
              <a:cxnLst/>
              <a:rect l="l" t="t" r="r" b="b"/>
              <a:pathLst>
                <a:path w="2175" h="2165" extrusionOk="0">
                  <a:moveTo>
                    <a:pt x="1097" y="1"/>
                  </a:moveTo>
                  <a:lnTo>
                    <a:pt x="1" y="1328"/>
                  </a:lnTo>
                  <a:lnTo>
                    <a:pt x="847" y="2164"/>
                  </a:lnTo>
                  <a:lnTo>
                    <a:pt x="2174" y="1078"/>
                  </a:lnTo>
                  <a:lnTo>
                    <a:pt x="1097"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9" name="Google Shape;14039;p65"/>
            <p:cNvSpPr/>
            <p:nvPr/>
          </p:nvSpPr>
          <p:spPr>
            <a:xfrm>
              <a:off x="7296561" y="4033987"/>
              <a:ext cx="56812" cy="56838"/>
            </a:xfrm>
            <a:custGeom>
              <a:avLst/>
              <a:gdLst/>
              <a:ahLst/>
              <a:cxnLst/>
              <a:rect l="l" t="t" r="r" b="b"/>
              <a:pathLst>
                <a:path w="2174" h="2175" extrusionOk="0">
                  <a:moveTo>
                    <a:pt x="1096" y="1"/>
                  </a:moveTo>
                  <a:lnTo>
                    <a:pt x="0" y="1328"/>
                  </a:lnTo>
                  <a:lnTo>
                    <a:pt x="846" y="2174"/>
                  </a:lnTo>
                  <a:lnTo>
                    <a:pt x="2173" y="1078"/>
                  </a:lnTo>
                  <a:lnTo>
                    <a:pt x="1096" y="1"/>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0" name="Google Shape;14040;p65"/>
            <p:cNvSpPr/>
            <p:nvPr/>
          </p:nvSpPr>
          <p:spPr>
            <a:xfrm>
              <a:off x="7445307" y="3826468"/>
              <a:ext cx="68859" cy="64312"/>
            </a:xfrm>
            <a:custGeom>
              <a:avLst/>
              <a:gdLst/>
              <a:ahLst/>
              <a:cxnLst/>
              <a:rect l="l" t="t" r="r" b="b"/>
              <a:pathLst>
                <a:path w="2635" h="2461" extrusionOk="0">
                  <a:moveTo>
                    <a:pt x="2318" y="1"/>
                  </a:moveTo>
                  <a:cubicBezTo>
                    <a:pt x="2267" y="1"/>
                    <a:pt x="2213" y="20"/>
                    <a:pt x="2164" y="66"/>
                  </a:cubicBezTo>
                  <a:lnTo>
                    <a:pt x="145" y="2086"/>
                  </a:lnTo>
                  <a:cubicBezTo>
                    <a:pt x="1" y="2230"/>
                    <a:pt x="106" y="2461"/>
                    <a:pt x="299" y="2461"/>
                  </a:cubicBezTo>
                  <a:cubicBezTo>
                    <a:pt x="357" y="2461"/>
                    <a:pt x="414" y="2442"/>
                    <a:pt x="453" y="2403"/>
                  </a:cubicBezTo>
                  <a:lnTo>
                    <a:pt x="2472" y="374"/>
                  </a:lnTo>
                  <a:cubicBezTo>
                    <a:pt x="2635" y="219"/>
                    <a:pt x="2490" y="1"/>
                    <a:pt x="2318"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1" name="Google Shape;14041;p65"/>
            <p:cNvSpPr/>
            <p:nvPr/>
          </p:nvSpPr>
          <p:spPr>
            <a:xfrm>
              <a:off x="7423957" y="3793097"/>
              <a:ext cx="33789" cy="83363"/>
            </a:xfrm>
            <a:custGeom>
              <a:avLst/>
              <a:gdLst/>
              <a:ahLst/>
              <a:cxnLst/>
              <a:rect l="l" t="t" r="r" b="b"/>
              <a:pathLst>
                <a:path w="1293" h="3190" extrusionOk="0">
                  <a:moveTo>
                    <a:pt x="1029" y="1"/>
                  </a:moveTo>
                  <a:cubicBezTo>
                    <a:pt x="941" y="1"/>
                    <a:pt x="852" y="49"/>
                    <a:pt x="818" y="161"/>
                  </a:cubicBezTo>
                  <a:lnTo>
                    <a:pt x="39" y="2911"/>
                  </a:lnTo>
                  <a:cubicBezTo>
                    <a:pt x="0" y="3046"/>
                    <a:pt x="106" y="3190"/>
                    <a:pt x="250" y="3190"/>
                  </a:cubicBezTo>
                  <a:cubicBezTo>
                    <a:pt x="347" y="3190"/>
                    <a:pt x="433" y="3122"/>
                    <a:pt x="462" y="3026"/>
                  </a:cubicBezTo>
                  <a:lnTo>
                    <a:pt x="1241" y="276"/>
                  </a:lnTo>
                  <a:cubicBezTo>
                    <a:pt x="1293" y="109"/>
                    <a:pt x="1161" y="1"/>
                    <a:pt x="1029"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2" name="Google Shape;14042;p65"/>
            <p:cNvSpPr/>
            <p:nvPr/>
          </p:nvSpPr>
          <p:spPr>
            <a:xfrm>
              <a:off x="7378852" y="3790667"/>
              <a:ext cx="35331" cy="82788"/>
            </a:xfrm>
            <a:custGeom>
              <a:avLst/>
              <a:gdLst/>
              <a:ahLst/>
              <a:cxnLst/>
              <a:rect l="l" t="t" r="r" b="b"/>
              <a:pathLst>
                <a:path w="1352" h="3168" extrusionOk="0">
                  <a:moveTo>
                    <a:pt x="263" y="1"/>
                  </a:moveTo>
                  <a:cubicBezTo>
                    <a:pt x="132" y="1"/>
                    <a:pt x="1" y="113"/>
                    <a:pt x="53" y="283"/>
                  </a:cubicBezTo>
                  <a:lnTo>
                    <a:pt x="890" y="3013"/>
                  </a:lnTo>
                  <a:cubicBezTo>
                    <a:pt x="919" y="3110"/>
                    <a:pt x="1005" y="3167"/>
                    <a:pt x="1101" y="3167"/>
                  </a:cubicBezTo>
                  <a:cubicBezTo>
                    <a:pt x="1246" y="3167"/>
                    <a:pt x="1351" y="3023"/>
                    <a:pt x="1313" y="2888"/>
                  </a:cubicBezTo>
                  <a:lnTo>
                    <a:pt x="467" y="158"/>
                  </a:lnTo>
                  <a:cubicBezTo>
                    <a:pt x="433" y="48"/>
                    <a:pt x="348" y="1"/>
                    <a:pt x="263"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3" name="Google Shape;14043;p65"/>
            <p:cNvSpPr/>
            <p:nvPr/>
          </p:nvSpPr>
          <p:spPr>
            <a:xfrm>
              <a:off x="7459392" y="3881477"/>
              <a:ext cx="88354" cy="32169"/>
            </a:xfrm>
            <a:custGeom>
              <a:avLst/>
              <a:gdLst/>
              <a:ahLst/>
              <a:cxnLst/>
              <a:rect l="l" t="t" r="r" b="b"/>
              <a:pathLst>
                <a:path w="3381" h="1231" extrusionOk="0">
                  <a:moveTo>
                    <a:pt x="3066" y="0"/>
                  </a:moveTo>
                  <a:cubicBezTo>
                    <a:pt x="3046" y="0"/>
                    <a:pt x="3023" y="3"/>
                    <a:pt x="3000" y="10"/>
                  </a:cubicBezTo>
                  <a:lnTo>
                    <a:pt x="250" y="798"/>
                  </a:lnTo>
                  <a:cubicBezTo>
                    <a:pt x="0" y="866"/>
                    <a:pt x="48" y="1231"/>
                    <a:pt x="308" y="1231"/>
                  </a:cubicBezTo>
                  <a:cubicBezTo>
                    <a:pt x="337" y="1231"/>
                    <a:pt x="356" y="1221"/>
                    <a:pt x="375" y="1221"/>
                  </a:cubicBezTo>
                  <a:lnTo>
                    <a:pt x="3116" y="433"/>
                  </a:lnTo>
                  <a:cubicBezTo>
                    <a:pt x="3380" y="362"/>
                    <a:pt x="3297" y="0"/>
                    <a:pt x="3066" y="0"/>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4" name="Google Shape;14044;p65"/>
            <p:cNvSpPr/>
            <p:nvPr/>
          </p:nvSpPr>
          <p:spPr>
            <a:xfrm>
              <a:off x="7462084" y="3924883"/>
              <a:ext cx="87779" cy="33502"/>
            </a:xfrm>
            <a:custGeom>
              <a:avLst/>
              <a:gdLst/>
              <a:ahLst/>
              <a:cxnLst/>
              <a:rect l="l" t="t" r="r" b="b"/>
              <a:pathLst>
                <a:path w="3359" h="1282" extrusionOk="0">
                  <a:moveTo>
                    <a:pt x="313" y="0"/>
                  </a:moveTo>
                  <a:cubicBezTo>
                    <a:pt x="87" y="0"/>
                    <a:pt x="0" y="347"/>
                    <a:pt x="253" y="426"/>
                  </a:cubicBezTo>
                  <a:lnTo>
                    <a:pt x="2994" y="1272"/>
                  </a:lnTo>
                  <a:cubicBezTo>
                    <a:pt x="3013" y="1272"/>
                    <a:pt x="3032" y="1282"/>
                    <a:pt x="3051" y="1282"/>
                  </a:cubicBezTo>
                  <a:cubicBezTo>
                    <a:pt x="3311" y="1282"/>
                    <a:pt x="3359" y="916"/>
                    <a:pt x="3119" y="849"/>
                  </a:cubicBezTo>
                  <a:lnTo>
                    <a:pt x="388" y="12"/>
                  </a:lnTo>
                  <a:cubicBezTo>
                    <a:pt x="361" y="4"/>
                    <a:pt x="337" y="0"/>
                    <a:pt x="313" y="0"/>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5" name="Google Shape;14045;p65"/>
            <p:cNvSpPr/>
            <p:nvPr/>
          </p:nvSpPr>
          <p:spPr>
            <a:xfrm>
              <a:off x="7325202" y="3850406"/>
              <a:ext cx="74399" cy="66167"/>
            </a:xfrm>
            <a:custGeom>
              <a:avLst/>
              <a:gdLst/>
              <a:ahLst/>
              <a:cxnLst/>
              <a:rect l="l" t="t" r="r" b="b"/>
              <a:pathLst>
                <a:path w="2847" h="2532" extrusionOk="0">
                  <a:moveTo>
                    <a:pt x="1139" y="1"/>
                  </a:moveTo>
                  <a:cubicBezTo>
                    <a:pt x="869" y="1"/>
                    <a:pt x="618" y="91"/>
                    <a:pt x="433" y="276"/>
                  </a:cubicBezTo>
                  <a:cubicBezTo>
                    <a:pt x="0" y="708"/>
                    <a:pt x="87" y="1506"/>
                    <a:pt x="635" y="2055"/>
                  </a:cubicBezTo>
                  <a:cubicBezTo>
                    <a:pt x="949" y="2369"/>
                    <a:pt x="1345" y="2531"/>
                    <a:pt x="1708" y="2531"/>
                  </a:cubicBezTo>
                  <a:cubicBezTo>
                    <a:pt x="1978" y="2531"/>
                    <a:pt x="2229" y="2441"/>
                    <a:pt x="2414" y="2256"/>
                  </a:cubicBezTo>
                  <a:cubicBezTo>
                    <a:pt x="2847" y="1824"/>
                    <a:pt x="2760" y="1026"/>
                    <a:pt x="2212" y="477"/>
                  </a:cubicBezTo>
                  <a:cubicBezTo>
                    <a:pt x="1898" y="163"/>
                    <a:pt x="1501" y="1"/>
                    <a:pt x="1139"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6" name="Google Shape;14046;p65"/>
            <p:cNvSpPr/>
            <p:nvPr/>
          </p:nvSpPr>
          <p:spPr>
            <a:xfrm>
              <a:off x="7309627" y="3852392"/>
              <a:ext cx="84460" cy="83885"/>
            </a:xfrm>
            <a:custGeom>
              <a:avLst/>
              <a:gdLst/>
              <a:ahLst/>
              <a:cxnLst/>
              <a:rect l="l" t="t" r="r" b="b"/>
              <a:pathLst>
                <a:path w="3232" h="3210" extrusionOk="0">
                  <a:moveTo>
                    <a:pt x="958" y="0"/>
                  </a:moveTo>
                  <a:cubicBezTo>
                    <a:pt x="899" y="0"/>
                    <a:pt x="841" y="22"/>
                    <a:pt x="798" y="65"/>
                  </a:cubicBezTo>
                  <a:lnTo>
                    <a:pt x="0" y="863"/>
                  </a:lnTo>
                  <a:lnTo>
                    <a:pt x="2346" y="3209"/>
                  </a:lnTo>
                  <a:lnTo>
                    <a:pt x="3145" y="2421"/>
                  </a:lnTo>
                  <a:cubicBezTo>
                    <a:pt x="3231" y="2325"/>
                    <a:pt x="3231" y="2180"/>
                    <a:pt x="3145" y="2084"/>
                  </a:cubicBezTo>
                  <a:lnTo>
                    <a:pt x="1125" y="65"/>
                  </a:lnTo>
                  <a:cubicBezTo>
                    <a:pt x="1077" y="22"/>
                    <a:pt x="1017" y="0"/>
                    <a:pt x="958" y="0"/>
                  </a:cubicBez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7" name="Google Shape;14047;p65"/>
            <p:cNvSpPr/>
            <p:nvPr/>
          </p:nvSpPr>
          <p:spPr>
            <a:xfrm>
              <a:off x="7309627" y="3859604"/>
              <a:ext cx="76647" cy="76673"/>
            </a:xfrm>
            <a:custGeom>
              <a:avLst/>
              <a:gdLst/>
              <a:ahLst/>
              <a:cxnLst/>
              <a:rect l="l" t="t" r="r" b="b"/>
              <a:pathLst>
                <a:path w="2933" h="2934" extrusionOk="0">
                  <a:moveTo>
                    <a:pt x="577" y="0"/>
                  </a:moveTo>
                  <a:lnTo>
                    <a:pt x="0" y="587"/>
                  </a:lnTo>
                  <a:lnTo>
                    <a:pt x="2346" y="2933"/>
                  </a:lnTo>
                  <a:lnTo>
                    <a:pt x="2933" y="2347"/>
                  </a:lnTo>
                  <a:lnTo>
                    <a:pt x="577"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8" name="Google Shape;14048;p65"/>
            <p:cNvSpPr/>
            <p:nvPr/>
          </p:nvSpPr>
          <p:spPr>
            <a:xfrm>
              <a:off x="7187980" y="3869927"/>
              <a:ext cx="188755" cy="187971"/>
            </a:xfrm>
            <a:custGeom>
              <a:avLst/>
              <a:gdLst/>
              <a:ahLst/>
              <a:cxnLst/>
              <a:rect l="l" t="t" r="r" b="b"/>
              <a:pathLst>
                <a:path w="7223" h="7193" extrusionOk="0">
                  <a:moveTo>
                    <a:pt x="4814" y="1"/>
                  </a:moveTo>
                  <a:cubicBezTo>
                    <a:pt x="4748" y="1"/>
                    <a:pt x="4682" y="30"/>
                    <a:pt x="4636" y="86"/>
                  </a:cubicBezTo>
                  <a:lnTo>
                    <a:pt x="1" y="5702"/>
                  </a:lnTo>
                  <a:lnTo>
                    <a:pt x="1491" y="7193"/>
                  </a:lnTo>
                  <a:lnTo>
                    <a:pt x="7117" y="2567"/>
                  </a:lnTo>
                  <a:cubicBezTo>
                    <a:pt x="7223" y="2481"/>
                    <a:pt x="7223" y="2317"/>
                    <a:pt x="7126" y="2221"/>
                  </a:cubicBezTo>
                  <a:lnTo>
                    <a:pt x="4972" y="67"/>
                  </a:lnTo>
                  <a:cubicBezTo>
                    <a:pt x="4928" y="22"/>
                    <a:pt x="4871" y="1"/>
                    <a:pt x="4814" y="1"/>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9" name="Google Shape;14049;p65"/>
            <p:cNvSpPr/>
            <p:nvPr/>
          </p:nvSpPr>
          <p:spPr>
            <a:xfrm>
              <a:off x="7187980" y="3922924"/>
              <a:ext cx="188755" cy="134974"/>
            </a:xfrm>
            <a:custGeom>
              <a:avLst/>
              <a:gdLst/>
              <a:ahLst/>
              <a:cxnLst/>
              <a:rect l="l" t="t" r="r" b="b"/>
              <a:pathLst>
                <a:path w="7223" h="5165" extrusionOk="0">
                  <a:moveTo>
                    <a:pt x="6934" y="1"/>
                  </a:moveTo>
                  <a:lnTo>
                    <a:pt x="1809" y="4232"/>
                  </a:lnTo>
                  <a:lnTo>
                    <a:pt x="559" y="2991"/>
                  </a:lnTo>
                  <a:lnTo>
                    <a:pt x="1" y="3674"/>
                  </a:lnTo>
                  <a:lnTo>
                    <a:pt x="1491" y="5165"/>
                  </a:lnTo>
                  <a:lnTo>
                    <a:pt x="7107" y="539"/>
                  </a:lnTo>
                  <a:cubicBezTo>
                    <a:pt x="7213" y="453"/>
                    <a:pt x="7223" y="289"/>
                    <a:pt x="7126" y="193"/>
                  </a:cubicBezTo>
                  <a:lnTo>
                    <a:pt x="6934" y="1"/>
                  </a:ln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0" name="Google Shape;14050;p65"/>
            <p:cNvSpPr/>
            <p:nvPr/>
          </p:nvSpPr>
          <p:spPr>
            <a:xfrm>
              <a:off x="7164356" y="4005215"/>
              <a:ext cx="76934" cy="75680"/>
            </a:xfrm>
            <a:custGeom>
              <a:avLst/>
              <a:gdLst/>
              <a:ahLst/>
              <a:cxnLst/>
              <a:rect l="l" t="t" r="r" b="b"/>
              <a:pathLst>
                <a:path w="2944" h="2896" extrusionOk="0">
                  <a:moveTo>
                    <a:pt x="890" y="1"/>
                  </a:moveTo>
                  <a:cubicBezTo>
                    <a:pt x="830" y="1"/>
                    <a:pt x="770" y="25"/>
                    <a:pt x="722" y="73"/>
                  </a:cubicBezTo>
                  <a:lnTo>
                    <a:pt x="97" y="698"/>
                  </a:lnTo>
                  <a:cubicBezTo>
                    <a:pt x="1" y="794"/>
                    <a:pt x="1" y="939"/>
                    <a:pt x="97" y="1035"/>
                  </a:cubicBezTo>
                  <a:lnTo>
                    <a:pt x="1886" y="2823"/>
                  </a:lnTo>
                  <a:cubicBezTo>
                    <a:pt x="1934" y="2871"/>
                    <a:pt x="1994" y="2895"/>
                    <a:pt x="2054" y="2895"/>
                  </a:cubicBezTo>
                  <a:cubicBezTo>
                    <a:pt x="2114" y="2895"/>
                    <a:pt x="2174" y="2871"/>
                    <a:pt x="2222" y="2823"/>
                  </a:cubicBezTo>
                  <a:lnTo>
                    <a:pt x="2847" y="2198"/>
                  </a:lnTo>
                  <a:cubicBezTo>
                    <a:pt x="2944" y="2102"/>
                    <a:pt x="2944" y="1958"/>
                    <a:pt x="2847" y="1862"/>
                  </a:cubicBezTo>
                  <a:lnTo>
                    <a:pt x="1059" y="73"/>
                  </a:lnTo>
                  <a:cubicBezTo>
                    <a:pt x="1011" y="25"/>
                    <a:pt x="951" y="1"/>
                    <a:pt x="890" y="1"/>
                  </a:cubicBez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1" name="Google Shape;14051;p65"/>
            <p:cNvSpPr/>
            <p:nvPr/>
          </p:nvSpPr>
          <p:spPr>
            <a:xfrm>
              <a:off x="7164356" y="4015406"/>
              <a:ext cx="66115" cy="65488"/>
            </a:xfrm>
            <a:custGeom>
              <a:avLst/>
              <a:gdLst/>
              <a:ahLst/>
              <a:cxnLst/>
              <a:rect l="l" t="t" r="r" b="b"/>
              <a:pathLst>
                <a:path w="2530" h="2506" extrusionOk="0">
                  <a:moveTo>
                    <a:pt x="405" y="0"/>
                  </a:moveTo>
                  <a:lnTo>
                    <a:pt x="97" y="308"/>
                  </a:lnTo>
                  <a:cubicBezTo>
                    <a:pt x="1" y="404"/>
                    <a:pt x="1" y="549"/>
                    <a:pt x="97" y="645"/>
                  </a:cubicBezTo>
                  <a:lnTo>
                    <a:pt x="1886" y="2433"/>
                  </a:lnTo>
                  <a:cubicBezTo>
                    <a:pt x="1929" y="2481"/>
                    <a:pt x="1989" y="2505"/>
                    <a:pt x="2049" y="2505"/>
                  </a:cubicBezTo>
                  <a:cubicBezTo>
                    <a:pt x="2109" y="2505"/>
                    <a:pt x="2169" y="2481"/>
                    <a:pt x="2213" y="2433"/>
                  </a:cubicBezTo>
                  <a:lnTo>
                    <a:pt x="2530" y="2126"/>
                  </a:lnTo>
                  <a:lnTo>
                    <a:pt x="405"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2" name="Google Shape;14052;p65"/>
            <p:cNvSpPr/>
            <p:nvPr/>
          </p:nvSpPr>
          <p:spPr>
            <a:xfrm>
              <a:off x="7217379" y="3915580"/>
              <a:ext cx="86211" cy="94835"/>
            </a:xfrm>
            <a:custGeom>
              <a:avLst/>
              <a:gdLst/>
              <a:ahLst/>
              <a:cxnLst/>
              <a:rect l="l" t="t" r="r" b="b"/>
              <a:pathLst>
                <a:path w="3299" h="3629" extrusionOk="0">
                  <a:moveTo>
                    <a:pt x="2981" y="0"/>
                  </a:moveTo>
                  <a:cubicBezTo>
                    <a:pt x="2925" y="0"/>
                    <a:pt x="2867" y="24"/>
                    <a:pt x="2818" y="80"/>
                  </a:cubicBezTo>
                  <a:lnTo>
                    <a:pt x="126" y="3263"/>
                  </a:lnTo>
                  <a:cubicBezTo>
                    <a:pt x="1" y="3407"/>
                    <a:pt x="107" y="3628"/>
                    <a:pt x="289" y="3628"/>
                  </a:cubicBezTo>
                  <a:cubicBezTo>
                    <a:pt x="357" y="3628"/>
                    <a:pt x="414" y="3599"/>
                    <a:pt x="463" y="3551"/>
                  </a:cubicBezTo>
                  <a:lnTo>
                    <a:pt x="3155" y="368"/>
                  </a:lnTo>
                  <a:cubicBezTo>
                    <a:pt x="3299" y="203"/>
                    <a:pt x="3147" y="0"/>
                    <a:pt x="2981" y="0"/>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3" name="Google Shape;14053;p65"/>
            <p:cNvSpPr/>
            <p:nvPr/>
          </p:nvSpPr>
          <p:spPr>
            <a:xfrm>
              <a:off x="7417424" y="3942732"/>
              <a:ext cx="74661" cy="66220"/>
            </a:xfrm>
            <a:custGeom>
              <a:avLst/>
              <a:gdLst/>
              <a:ahLst/>
              <a:cxnLst/>
              <a:rect l="l" t="t" r="r" b="b"/>
              <a:pathLst>
                <a:path w="2857" h="2534" extrusionOk="0">
                  <a:moveTo>
                    <a:pt x="1130" y="1"/>
                  </a:moveTo>
                  <a:cubicBezTo>
                    <a:pt x="863" y="1"/>
                    <a:pt x="616" y="89"/>
                    <a:pt x="433" y="272"/>
                  </a:cubicBezTo>
                  <a:cubicBezTo>
                    <a:pt x="0" y="714"/>
                    <a:pt x="97" y="1502"/>
                    <a:pt x="645" y="2051"/>
                  </a:cubicBezTo>
                  <a:cubicBezTo>
                    <a:pt x="961" y="2367"/>
                    <a:pt x="1358" y="2533"/>
                    <a:pt x="1723" y="2533"/>
                  </a:cubicBezTo>
                  <a:cubicBezTo>
                    <a:pt x="1989" y="2533"/>
                    <a:pt x="2237" y="2445"/>
                    <a:pt x="2424" y="2262"/>
                  </a:cubicBezTo>
                  <a:cubicBezTo>
                    <a:pt x="2856" y="1820"/>
                    <a:pt x="2760" y="1031"/>
                    <a:pt x="2212" y="483"/>
                  </a:cubicBezTo>
                  <a:cubicBezTo>
                    <a:pt x="1895" y="166"/>
                    <a:pt x="1495" y="1"/>
                    <a:pt x="1130"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4" name="Google Shape;14054;p65"/>
            <p:cNvSpPr/>
            <p:nvPr/>
          </p:nvSpPr>
          <p:spPr>
            <a:xfrm>
              <a:off x="7402084" y="3944666"/>
              <a:ext cx="84460" cy="84094"/>
            </a:xfrm>
            <a:custGeom>
              <a:avLst/>
              <a:gdLst/>
              <a:ahLst/>
              <a:cxnLst/>
              <a:rect l="l" t="t" r="r" b="b"/>
              <a:pathLst>
                <a:path w="3232" h="3218" extrusionOk="0">
                  <a:moveTo>
                    <a:pt x="958" y="0"/>
                  </a:moveTo>
                  <a:cubicBezTo>
                    <a:pt x="897" y="0"/>
                    <a:pt x="837" y="25"/>
                    <a:pt x="789" y="73"/>
                  </a:cubicBezTo>
                  <a:lnTo>
                    <a:pt x="1" y="861"/>
                  </a:lnTo>
                  <a:lnTo>
                    <a:pt x="2347" y="3217"/>
                  </a:lnTo>
                  <a:lnTo>
                    <a:pt x="3136" y="2419"/>
                  </a:lnTo>
                  <a:cubicBezTo>
                    <a:pt x="3232" y="2332"/>
                    <a:pt x="3232" y="2179"/>
                    <a:pt x="3145" y="2092"/>
                  </a:cubicBezTo>
                  <a:lnTo>
                    <a:pt x="1126" y="73"/>
                  </a:lnTo>
                  <a:cubicBezTo>
                    <a:pt x="1078" y="25"/>
                    <a:pt x="1018" y="0"/>
                    <a:pt x="958" y="0"/>
                  </a:cubicBez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5" name="Google Shape;14055;p65"/>
            <p:cNvSpPr/>
            <p:nvPr/>
          </p:nvSpPr>
          <p:spPr>
            <a:xfrm>
              <a:off x="7402084" y="3952087"/>
              <a:ext cx="76438" cy="76673"/>
            </a:xfrm>
            <a:custGeom>
              <a:avLst/>
              <a:gdLst/>
              <a:ahLst/>
              <a:cxnLst/>
              <a:rect l="l" t="t" r="r" b="b"/>
              <a:pathLst>
                <a:path w="2925" h="2934" extrusionOk="0">
                  <a:moveTo>
                    <a:pt x="578" y="0"/>
                  </a:moveTo>
                  <a:lnTo>
                    <a:pt x="1" y="577"/>
                  </a:lnTo>
                  <a:lnTo>
                    <a:pt x="2347" y="2933"/>
                  </a:lnTo>
                  <a:lnTo>
                    <a:pt x="2924" y="2346"/>
                  </a:lnTo>
                  <a:lnTo>
                    <a:pt x="578"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6" name="Google Shape;14056;p65"/>
            <p:cNvSpPr/>
            <p:nvPr/>
          </p:nvSpPr>
          <p:spPr>
            <a:xfrm>
              <a:off x="7280202" y="3962279"/>
              <a:ext cx="189016" cy="188102"/>
            </a:xfrm>
            <a:custGeom>
              <a:avLst/>
              <a:gdLst/>
              <a:ahLst/>
              <a:cxnLst/>
              <a:rect l="l" t="t" r="r" b="b"/>
              <a:pathLst>
                <a:path w="7233" h="7198" extrusionOk="0">
                  <a:moveTo>
                    <a:pt x="4806" y="1"/>
                  </a:moveTo>
                  <a:cubicBezTo>
                    <a:pt x="4742" y="1"/>
                    <a:pt x="4680" y="27"/>
                    <a:pt x="4636" y="81"/>
                  </a:cubicBezTo>
                  <a:lnTo>
                    <a:pt x="1" y="5707"/>
                  </a:lnTo>
                  <a:lnTo>
                    <a:pt x="1501" y="7197"/>
                  </a:lnTo>
                  <a:lnTo>
                    <a:pt x="7117" y="2562"/>
                  </a:lnTo>
                  <a:cubicBezTo>
                    <a:pt x="7223" y="2476"/>
                    <a:pt x="7232" y="2322"/>
                    <a:pt x="7136" y="2226"/>
                  </a:cubicBezTo>
                  <a:lnTo>
                    <a:pt x="4982" y="72"/>
                  </a:lnTo>
                  <a:cubicBezTo>
                    <a:pt x="4930" y="25"/>
                    <a:pt x="4867" y="1"/>
                    <a:pt x="4806" y="1"/>
                  </a:cubicBezTo>
                  <a:close/>
                </a:path>
              </a:pathLst>
            </a:custGeom>
            <a:solidFill>
              <a:srgbClr val="A9BA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7" name="Google Shape;14057;p65"/>
            <p:cNvSpPr/>
            <p:nvPr/>
          </p:nvSpPr>
          <p:spPr>
            <a:xfrm>
              <a:off x="7280202" y="4015406"/>
              <a:ext cx="188755" cy="134974"/>
            </a:xfrm>
            <a:custGeom>
              <a:avLst/>
              <a:gdLst/>
              <a:ahLst/>
              <a:cxnLst/>
              <a:rect l="l" t="t" r="r" b="b"/>
              <a:pathLst>
                <a:path w="7223" h="5165" extrusionOk="0">
                  <a:moveTo>
                    <a:pt x="6944" y="0"/>
                  </a:moveTo>
                  <a:lnTo>
                    <a:pt x="1809" y="4231"/>
                  </a:lnTo>
                  <a:lnTo>
                    <a:pt x="568" y="2991"/>
                  </a:lnTo>
                  <a:lnTo>
                    <a:pt x="1" y="3674"/>
                  </a:lnTo>
                  <a:lnTo>
                    <a:pt x="1501" y="5164"/>
                  </a:lnTo>
                  <a:lnTo>
                    <a:pt x="7117" y="529"/>
                  </a:lnTo>
                  <a:cubicBezTo>
                    <a:pt x="7223" y="443"/>
                    <a:pt x="7223" y="289"/>
                    <a:pt x="7126" y="193"/>
                  </a:cubicBezTo>
                  <a:lnTo>
                    <a:pt x="6944" y="0"/>
                  </a:ln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8" name="Google Shape;14058;p65"/>
            <p:cNvSpPr/>
            <p:nvPr/>
          </p:nvSpPr>
          <p:spPr>
            <a:xfrm>
              <a:off x="7256839" y="4097698"/>
              <a:ext cx="76673" cy="75471"/>
            </a:xfrm>
            <a:custGeom>
              <a:avLst/>
              <a:gdLst/>
              <a:ahLst/>
              <a:cxnLst/>
              <a:rect l="l" t="t" r="r" b="b"/>
              <a:pathLst>
                <a:path w="2934" h="2888" extrusionOk="0">
                  <a:moveTo>
                    <a:pt x="885" y="1"/>
                  </a:moveTo>
                  <a:cubicBezTo>
                    <a:pt x="825" y="1"/>
                    <a:pt x="765" y="25"/>
                    <a:pt x="722" y="73"/>
                  </a:cubicBezTo>
                  <a:lnTo>
                    <a:pt x="87" y="698"/>
                  </a:lnTo>
                  <a:cubicBezTo>
                    <a:pt x="1" y="784"/>
                    <a:pt x="1" y="938"/>
                    <a:pt x="87" y="1025"/>
                  </a:cubicBezTo>
                  <a:lnTo>
                    <a:pt x="1885" y="2823"/>
                  </a:lnTo>
                  <a:cubicBezTo>
                    <a:pt x="1929" y="2866"/>
                    <a:pt x="1989" y="2888"/>
                    <a:pt x="2049" y="2888"/>
                  </a:cubicBezTo>
                  <a:cubicBezTo>
                    <a:pt x="2109" y="2888"/>
                    <a:pt x="2169" y="2866"/>
                    <a:pt x="2212" y="2823"/>
                  </a:cubicBezTo>
                  <a:lnTo>
                    <a:pt x="2847" y="2188"/>
                  </a:lnTo>
                  <a:cubicBezTo>
                    <a:pt x="2934" y="2102"/>
                    <a:pt x="2934" y="1948"/>
                    <a:pt x="2847" y="1861"/>
                  </a:cubicBezTo>
                  <a:lnTo>
                    <a:pt x="1049" y="73"/>
                  </a:lnTo>
                  <a:cubicBezTo>
                    <a:pt x="1006" y="25"/>
                    <a:pt x="945" y="1"/>
                    <a:pt x="885" y="1"/>
                  </a:cubicBezTo>
                  <a:close/>
                </a:path>
              </a:pathLst>
            </a:custGeom>
            <a:solidFill>
              <a:srgbClr val="AABB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9" name="Google Shape;14059;p65"/>
            <p:cNvSpPr/>
            <p:nvPr/>
          </p:nvSpPr>
          <p:spPr>
            <a:xfrm>
              <a:off x="7256839" y="4107628"/>
              <a:ext cx="66115" cy="65540"/>
            </a:xfrm>
            <a:custGeom>
              <a:avLst/>
              <a:gdLst/>
              <a:ahLst/>
              <a:cxnLst/>
              <a:rect l="l" t="t" r="r" b="b"/>
              <a:pathLst>
                <a:path w="2530" h="2508" extrusionOk="0">
                  <a:moveTo>
                    <a:pt x="405" y="0"/>
                  </a:moveTo>
                  <a:lnTo>
                    <a:pt x="97" y="318"/>
                  </a:lnTo>
                  <a:cubicBezTo>
                    <a:pt x="1" y="404"/>
                    <a:pt x="1" y="558"/>
                    <a:pt x="97" y="645"/>
                  </a:cubicBezTo>
                  <a:lnTo>
                    <a:pt x="1885" y="2443"/>
                  </a:lnTo>
                  <a:cubicBezTo>
                    <a:pt x="1929" y="2486"/>
                    <a:pt x="1989" y="2508"/>
                    <a:pt x="2049" y="2508"/>
                  </a:cubicBezTo>
                  <a:cubicBezTo>
                    <a:pt x="2109" y="2508"/>
                    <a:pt x="2169" y="2486"/>
                    <a:pt x="2212" y="2443"/>
                  </a:cubicBezTo>
                  <a:lnTo>
                    <a:pt x="2530" y="2126"/>
                  </a:lnTo>
                  <a:lnTo>
                    <a:pt x="405" y="0"/>
                  </a:lnTo>
                  <a:close/>
                </a:path>
              </a:pathLst>
            </a:custGeom>
            <a:solidFill>
              <a:srgbClr val="7E8D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0" name="Google Shape;14060;p65"/>
            <p:cNvSpPr/>
            <p:nvPr/>
          </p:nvSpPr>
          <p:spPr>
            <a:xfrm>
              <a:off x="7309862" y="4008011"/>
              <a:ext cx="86002" cy="94626"/>
            </a:xfrm>
            <a:custGeom>
              <a:avLst/>
              <a:gdLst/>
              <a:ahLst/>
              <a:cxnLst/>
              <a:rect l="l" t="t" r="r" b="b"/>
              <a:pathLst>
                <a:path w="3291" h="3621" extrusionOk="0">
                  <a:moveTo>
                    <a:pt x="2979" y="1"/>
                  </a:moveTo>
                  <a:cubicBezTo>
                    <a:pt x="2923" y="1"/>
                    <a:pt x="2865" y="24"/>
                    <a:pt x="2818" y="81"/>
                  </a:cubicBezTo>
                  <a:lnTo>
                    <a:pt x="126" y="3264"/>
                  </a:lnTo>
                  <a:cubicBezTo>
                    <a:pt x="1" y="3409"/>
                    <a:pt x="106" y="3620"/>
                    <a:pt x="289" y="3620"/>
                  </a:cubicBezTo>
                  <a:cubicBezTo>
                    <a:pt x="356" y="3620"/>
                    <a:pt x="414" y="3591"/>
                    <a:pt x="453" y="3543"/>
                  </a:cubicBezTo>
                  <a:lnTo>
                    <a:pt x="3155" y="360"/>
                  </a:lnTo>
                  <a:cubicBezTo>
                    <a:pt x="3290" y="196"/>
                    <a:pt x="3140" y="1"/>
                    <a:pt x="2979" y="1"/>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61" name="Google Shape;14061;p65"/>
          <p:cNvGrpSpPr/>
          <p:nvPr/>
        </p:nvGrpSpPr>
        <p:grpSpPr>
          <a:xfrm>
            <a:off x="6668937" y="3641821"/>
            <a:ext cx="387911" cy="310846"/>
            <a:chOff x="6670400" y="3826468"/>
            <a:chExt cx="387911" cy="310846"/>
          </a:xfrm>
        </p:grpSpPr>
        <p:sp>
          <p:nvSpPr>
            <p:cNvPr id="14062" name="Google Shape;14062;p65"/>
            <p:cNvSpPr/>
            <p:nvPr/>
          </p:nvSpPr>
          <p:spPr>
            <a:xfrm>
              <a:off x="6732648" y="3971687"/>
              <a:ext cx="263625" cy="165628"/>
            </a:xfrm>
            <a:custGeom>
              <a:avLst/>
              <a:gdLst/>
              <a:ahLst/>
              <a:cxnLst/>
              <a:rect l="l" t="t" r="r" b="b"/>
              <a:pathLst>
                <a:path w="10088" h="6338" extrusionOk="0">
                  <a:moveTo>
                    <a:pt x="1" y="0"/>
                  </a:moveTo>
                  <a:lnTo>
                    <a:pt x="1" y="4856"/>
                  </a:lnTo>
                  <a:cubicBezTo>
                    <a:pt x="1" y="5202"/>
                    <a:pt x="414" y="5520"/>
                    <a:pt x="1097" y="5779"/>
                  </a:cubicBezTo>
                  <a:cubicBezTo>
                    <a:pt x="1232" y="5828"/>
                    <a:pt x="1366" y="5866"/>
                    <a:pt x="1520" y="5914"/>
                  </a:cubicBezTo>
                  <a:cubicBezTo>
                    <a:pt x="1655" y="5953"/>
                    <a:pt x="1799" y="5991"/>
                    <a:pt x="1943" y="6020"/>
                  </a:cubicBezTo>
                  <a:cubicBezTo>
                    <a:pt x="2039" y="6049"/>
                    <a:pt x="2145" y="6068"/>
                    <a:pt x="2260" y="6087"/>
                  </a:cubicBezTo>
                  <a:cubicBezTo>
                    <a:pt x="2914" y="6212"/>
                    <a:pt x="3578" y="6289"/>
                    <a:pt x="4251" y="6318"/>
                  </a:cubicBezTo>
                  <a:cubicBezTo>
                    <a:pt x="4443" y="6328"/>
                    <a:pt x="4636" y="6337"/>
                    <a:pt x="4828" y="6337"/>
                  </a:cubicBezTo>
                  <a:lnTo>
                    <a:pt x="5261" y="6337"/>
                  </a:lnTo>
                  <a:cubicBezTo>
                    <a:pt x="6232" y="6328"/>
                    <a:pt x="7193" y="6222"/>
                    <a:pt x="8145" y="6020"/>
                  </a:cubicBezTo>
                  <a:cubicBezTo>
                    <a:pt x="8290" y="5991"/>
                    <a:pt x="8434" y="5953"/>
                    <a:pt x="8569" y="5914"/>
                  </a:cubicBezTo>
                  <a:cubicBezTo>
                    <a:pt x="9511" y="5645"/>
                    <a:pt x="10088" y="5270"/>
                    <a:pt x="10088" y="4847"/>
                  </a:cubicBezTo>
                  <a:lnTo>
                    <a:pt x="10088" y="0"/>
                  </a:lnTo>
                  <a:close/>
                </a:path>
              </a:pathLst>
            </a:custGeom>
            <a:solidFill>
              <a:srgbClr val="BA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3" name="Google Shape;14063;p65"/>
            <p:cNvSpPr/>
            <p:nvPr/>
          </p:nvSpPr>
          <p:spPr>
            <a:xfrm>
              <a:off x="6980175" y="3971687"/>
              <a:ext cx="16098" cy="145271"/>
            </a:xfrm>
            <a:custGeom>
              <a:avLst/>
              <a:gdLst/>
              <a:ahLst/>
              <a:cxnLst/>
              <a:rect l="l" t="t" r="r" b="b"/>
              <a:pathLst>
                <a:path w="616" h="5559" extrusionOk="0">
                  <a:moveTo>
                    <a:pt x="0" y="0"/>
                  </a:moveTo>
                  <a:lnTo>
                    <a:pt x="0" y="5558"/>
                  </a:lnTo>
                  <a:cubicBezTo>
                    <a:pt x="395" y="5347"/>
                    <a:pt x="616" y="5106"/>
                    <a:pt x="616" y="4847"/>
                  </a:cubicBezTo>
                  <a:lnTo>
                    <a:pt x="616" y="0"/>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4" name="Google Shape;14064;p65"/>
            <p:cNvSpPr/>
            <p:nvPr/>
          </p:nvSpPr>
          <p:spPr>
            <a:xfrm>
              <a:off x="6858789" y="3989823"/>
              <a:ext cx="11342" cy="147492"/>
            </a:xfrm>
            <a:custGeom>
              <a:avLst/>
              <a:gdLst/>
              <a:ahLst/>
              <a:cxnLst/>
              <a:rect l="l" t="t" r="r" b="b"/>
              <a:pathLst>
                <a:path w="434" h="5644" extrusionOk="0">
                  <a:moveTo>
                    <a:pt x="214" y="1"/>
                  </a:moveTo>
                  <a:cubicBezTo>
                    <a:pt x="107" y="1"/>
                    <a:pt x="1" y="71"/>
                    <a:pt x="1" y="210"/>
                  </a:cubicBezTo>
                  <a:lnTo>
                    <a:pt x="1" y="5643"/>
                  </a:lnTo>
                  <a:lnTo>
                    <a:pt x="434" y="5643"/>
                  </a:lnTo>
                  <a:lnTo>
                    <a:pt x="434" y="210"/>
                  </a:lnTo>
                  <a:cubicBezTo>
                    <a:pt x="429" y="71"/>
                    <a:pt x="321" y="1"/>
                    <a:pt x="214"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5" name="Google Shape;14065;p65"/>
            <p:cNvSpPr/>
            <p:nvPr/>
          </p:nvSpPr>
          <p:spPr>
            <a:xfrm>
              <a:off x="6772108" y="3989770"/>
              <a:ext cx="11342" cy="72910"/>
            </a:xfrm>
            <a:custGeom>
              <a:avLst/>
              <a:gdLst/>
              <a:ahLst/>
              <a:cxnLst/>
              <a:rect l="l" t="t" r="r" b="b"/>
              <a:pathLst>
                <a:path w="434" h="2790" extrusionOk="0">
                  <a:moveTo>
                    <a:pt x="222" y="1"/>
                  </a:moveTo>
                  <a:cubicBezTo>
                    <a:pt x="97" y="1"/>
                    <a:pt x="0" y="97"/>
                    <a:pt x="0" y="212"/>
                  </a:cubicBezTo>
                  <a:lnTo>
                    <a:pt x="0" y="2568"/>
                  </a:lnTo>
                  <a:cubicBezTo>
                    <a:pt x="0" y="2693"/>
                    <a:pt x="97" y="2789"/>
                    <a:pt x="222" y="2789"/>
                  </a:cubicBezTo>
                  <a:cubicBezTo>
                    <a:pt x="337" y="2789"/>
                    <a:pt x="433" y="2683"/>
                    <a:pt x="433" y="2568"/>
                  </a:cubicBezTo>
                  <a:lnTo>
                    <a:pt x="433" y="212"/>
                  </a:lnTo>
                  <a:cubicBezTo>
                    <a:pt x="433" y="97"/>
                    <a:pt x="337" y="1"/>
                    <a:pt x="222"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6" name="Google Shape;14066;p65"/>
            <p:cNvSpPr/>
            <p:nvPr/>
          </p:nvSpPr>
          <p:spPr>
            <a:xfrm>
              <a:off x="6772108" y="4074701"/>
              <a:ext cx="11342" cy="54303"/>
            </a:xfrm>
            <a:custGeom>
              <a:avLst/>
              <a:gdLst/>
              <a:ahLst/>
              <a:cxnLst/>
              <a:rect l="l" t="t" r="r" b="b"/>
              <a:pathLst>
                <a:path w="434" h="2078" extrusionOk="0">
                  <a:moveTo>
                    <a:pt x="222" y="1"/>
                  </a:moveTo>
                  <a:cubicBezTo>
                    <a:pt x="97" y="1"/>
                    <a:pt x="10" y="97"/>
                    <a:pt x="0" y="212"/>
                  </a:cubicBezTo>
                  <a:lnTo>
                    <a:pt x="0" y="1972"/>
                  </a:lnTo>
                  <a:cubicBezTo>
                    <a:pt x="135" y="2011"/>
                    <a:pt x="279" y="2049"/>
                    <a:pt x="423" y="2078"/>
                  </a:cubicBezTo>
                  <a:cubicBezTo>
                    <a:pt x="433" y="2059"/>
                    <a:pt x="433" y="2049"/>
                    <a:pt x="433" y="2030"/>
                  </a:cubicBezTo>
                  <a:cubicBezTo>
                    <a:pt x="433" y="1414"/>
                    <a:pt x="433" y="818"/>
                    <a:pt x="433" y="212"/>
                  </a:cubicBezTo>
                  <a:cubicBezTo>
                    <a:pt x="433" y="97"/>
                    <a:pt x="337" y="1"/>
                    <a:pt x="222"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7" name="Google Shape;14067;p65"/>
            <p:cNvSpPr/>
            <p:nvPr/>
          </p:nvSpPr>
          <p:spPr>
            <a:xfrm>
              <a:off x="6945235" y="3989823"/>
              <a:ext cx="11342" cy="139182"/>
            </a:xfrm>
            <a:custGeom>
              <a:avLst/>
              <a:gdLst/>
              <a:ahLst/>
              <a:cxnLst/>
              <a:rect l="l" t="t" r="r" b="b"/>
              <a:pathLst>
                <a:path w="434" h="5326" extrusionOk="0">
                  <a:moveTo>
                    <a:pt x="217" y="1"/>
                  </a:moveTo>
                  <a:cubicBezTo>
                    <a:pt x="109" y="1"/>
                    <a:pt x="1" y="71"/>
                    <a:pt x="1" y="210"/>
                  </a:cubicBezTo>
                  <a:lnTo>
                    <a:pt x="1" y="5278"/>
                  </a:lnTo>
                  <a:cubicBezTo>
                    <a:pt x="1" y="5297"/>
                    <a:pt x="10" y="5307"/>
                    <a:pt x="10" y="5326"/>
                  </a:cubicBezTo>
                  <a:cubicBezTo>
                    <a:pt x="155" y="5297"/>
                    <a:pt x="299" y="5259"/>
                    <a:pt x="434" y="5220"/>
                  </a:cubicBezTo>
                  <a:lnTo>
                    <a:pt x="434" y="210"/>
                  </a:lnTo>
                  <a:cubicBezTo>
                    <a:pt x="434" y="71"/>
                    <a:pt x="325" y="1"/>
                    <a:pt x="217"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8" name="Google Shape;14068;p65"/>
            <p:cNvSpPr/>
            <p:nvPr/>
          </p:nvSpPr>
          <p:spPr>
            <a:xfrm>
              <a:off x="6732412" y="3961887"/>
              <a:ext cx="263860" cy="63084"/>
            </a:xfrm>
            <a:custGeom>
              <a:avLst/>
              <a:gdLst/>
              <a:ahLst/>
              <a:cxnLst/>
              <a:rect l="l" t="t" r="r" b="b"/>
              <a:pathLst>
                <a:path w="10097" h="2414" extrusionOk="0">
                  <a:moveTo>
                    <a:pt x="0" y="0"/>
                  </a:moveTo>
                  <a:lnTo>
                    <a:pt x="0" y="933"/>
                  </a:lnTo>
                  <a:cubicBezTo>
                    <a:pt x="0" y="1673"/>
                    <a:pt x="1846" y="2279"/>
                    <a:pt x="4250" y="2395"/>
                  </a:cubicBezTo>
                  <a:cubicBezTo>
                    <a:pt x="4510" y="2404"/>
                    <a:pt x="4779" y="2414"/>
                    <a:pt x="5048" y="2414"/>
                  </a:cubicBezTo>
                  <a:cubicBezTo>
                    <a:pt x="7837" y="2414"/>
                    <a:pt x="10097" y="1750"/>
                    <a:pt x="10097" y="933"/>
                  </a:cubicBezTo>
                  <a:lnTo>
                    <a:pt x="10097" y="0"/>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69" name="Google Shape;14069;p65"/>
            <p:cNvSpPr/>
            <p:nvPr/>
          </p:nvSpPr>
          <p:spPr>
            <a:xfrm>
              <a:off x="6980175" y="3961887"/>
              <a:ext cx="16098" cy="42727"/>
            </a:xfrm>
            <a:custGeom>
              <a:avLst/>
              <a:gdLst/>
              <a:ahLst/>
              <a:cxnLst/>
              <a:rect l="l" t="t" r="r" b="b"/>
              <a:pathLst>
                <a:path w="616" h="1635" extrusionOk="0">
                  <a:moveTo>
                    <a:pt x="0" y="0"/>
                  </a:moveTo>
                  <a:lnTo>
                    <a:pt x="0" y="1635"/>
                  </a:lnTo>
                  <a:cubicBezTo>
                    <a:pt x="395" y="1423"/>
                    <a:pt x="616" y="1183"/>
                    <a:pt x="616" y="933"/>
                  </a:cubicBezTo>
                  <a:lnTo>
                    <a:pt x="616" y="0"/>
                  </a:lnTo>
                  <a:close/>
                </a:path>
              </a:pathLst>
            </a:custGeom>
            <a:solidFill>
              <a:srgbClr val="B0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0" name="Google Shape;14070;p65"/>
            <p:cNvSpPr/>
            <p:nvPr/>
          </p:nvSpPr>
          <p:spPr>
            <a:xfrm>
              <a:off x="6732412" y="3922924"/>
              <a:ext cx="263860" cy="77692"/>
            </a:xfrm>
            <a:custGeom>
              <a:avLst/>
              <a:gdLst/>
              <a:ahLst/>
              <a:cxnLst/>
              <a:rect l="l" t="t" r="r" b="b"/>
              <a:pathLst>
                <a:path w="10097" h="2973" extrusionOk="0">
                  <a:moveTo>
                    <a:pt x="5048" y="1"/>
                  </a:moveTo>
                  <a:cubicBezTo>
                    <a:pt x="2260" y="1"/>
                    <a:pt x="0" y="664"/>
                    <a:pt x="0" y="1482"/>
                  </a:cubicBezTo>
                  <a:cubicBezTo>
                    <a:pt x="0" y="2309"/>
                    <a:pt x="2260" y="2972"/>
                    <a:pt x="5048" y="2972"/>
                  </a:cubicBezTo>
                  <a:cubicBezTo>
                    <a:pt x="7837" y="2972"/>
                    <a:pt x="10097" y="2309"/>
                    <a:pt x="10097" y="1482"/>
                  </a:cubicBezTo>
                  <a:cubicBezTo>
                    <a:pt x="10097" y="664"/>
                    <a:pt x="7837" y="1"/>
                    <a:pt x="5048"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1" name="Google Shape;14071;p65"/>
            <p:cNvSpPr/>
            <p:nvPr/>
          </p:nvSpPr>
          <p:spPr>
            <a:xfrm>
              <a:off x="6843475" y="3922924"/>
              <a:ext cx="152797" cy="77692"/>
            </a:xfrm>
            <a:custGeom>
              <a:avLst/>
              <a:gdLst/>
              <a:ahLst/>
              <a:cxnLst/>
              <a:rect l="l" t="t" r="r" b="b"/>
              <a:pathLst>
                <a:path w="5847" h="2973" extrusionOk="0">
                  <a:moveTo>
                    <a:pt x="798" y="1"/>
                  </a:moveTo>
                  <a:cubicBezTo>
                    <a:pt x="529" y="1"/>
                    <a:pt x="260" y="10"/>
                    <a:pt x="0" y="20"/>
                  </a:cubicBezTo>
                  <a:cubicBezTo>
                    <a:pt x="2404" y="135"/>
                    <a:pt x="4251" y="741"/>
                    <a:pt x="4251" y="1491"/>
                  </a:cubicBezTo>
                  <a:cubicBezTo>
                    <a:pt x="4251" y="2232"/>
                    <a:pt x="2414" y="2837"/>
                    <a:pt x="0" y="2953"/>
                  </a:cubicBezTo>
                  <a:cubicBezTo>
                    <a:pt x="260" y="2962"/>
                    <a:pt x="529" y="2972"/>
                    <a:pt x="798" y="2972"/>
                  </a:cubicBezTo>
                  <a:cubicBezTo>
                    <a:pt x="3587" y="2972"/>
                    <a:pt x="5847" y="2309"/>
                    <a:pt x="5847" y="1491"/>
                  </a:cubicBezTo>
                  <a:cubicBezTo>
                    <a:pt x="5847" y="664"/>
                    <a:pt x="3587" y="1"/>
                    <a:pt x="798" y="1"/>
                  </a:cubicBezTo>
                  <a:close/>
                </a:path>
              </a:pathLst>
            </a:custGeom>
            <a:solidFill>
              <a:srgbClr val="CAD5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2" name="Google Shape;14072;p65"/>
            <p:cNvSpPr/>
            <p:nvPr/>
          </p:nvSpPr>
          <p:spPr>
            <a:xfrm>
              <a:off x="6884190" y="3826678"/>
              <a:ext cx="131708" cy="127448"/>
            </a:xfrm>
            <a:custGeom>
              <a:avLst/>
              <a:gdLst/>
              <a:ahLst/>
              <a:cxnLst/>
              <a:rect l="l" t="t" r="r" b="b"/>
              <a:pathLst>
                <a:path w="5040" h="4877" extrusionOk="0">
                  <a:moveTo>
                    <a:pt x="4729" y="1"/>
                  </a:moveTo>
                  <a:cubicBezTo>
                    <a:pt x="4678" y="1"/>
                    <a:pt x="4625" y="21"/>
                    <a:pt x="4577" y="68"/>
                  </a:cubicBezTo>
                  <a:lnTo>
                    <a:pt x="135" y="4511"/>
                  </a:lnTo>
                  <a:cubicBezTo>
                    <a:pt x="0" y="4645"/>
                    <a:pt x="96" y="4866"/>
                    <a:pt x="279" y="4876"/>
                  </a:cubicBezTo>
                  <a:cubicBezTo>
                    <a:pt x="337" y="4876"/>
                    <a:pt x="394" y="4857"/>
                    <a:pt x="433" y="4818"/>
                  </a:cubicBezTo>
                  <a:lnTo>
                    <a:pt x="4885" y="366"/>
                  </a:lnTo>
                  <a:cubicBezTo>
                    <a:pt x="5040" y="212"/>
                    <a:pt x="4896" y="1"/>
                    <a:pt x="4729" y="1"/>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3" name="Google Shape;14073;p65"/>
            <p:cNvSpPr/>
            <p:nvPr/>
          </p:nvSpPr>
          <p:spPr>
            <a:xfrm>
              <a:off x="6878153" y="3942026"/>
              <a:ext cx="19861" cy="19887"/>
            </a:xfrm>
            <a:custGeom>
              <a:avLst/>
              <a:gdLst/>
              <a:ahLst/>
              <a:cxnLst/>
              <a:rect l="l" t="t" r="r" b="b"/>
              <a:pathLst>
                <a:path w="760" h="761" extrusionOk="0">
                  <a:moveTo>
                    <a:pt x="385" y="1"/>
                  </a:moveTo>
                  <a:cubicBezTo>
                    <a:pt x="173" y="1"/>
                    <a:pt x="0" y="174"/>
                    <a:pt x="0" y="376"/>
                  </a:cubicBezTo>
                  <a:cubicBezTo>
                    <a:pt x="0" y="587"/>
                    <a:pt x="173" y="760"/>
                    <a:pt x="385" y="760"/>
                  </a:cubicBezTo>
                  <a:cubicBezTo>
                    <a:pt x="587" y="760"/>
                    <a:pt x="760" y="587"/>
                    <a:pt x="760" y="376"/>
                  </a:cubicBezTo>
                  <a:cubicBezTo>
                    <a:pt x="760" y="174"/>
                    <a:pt x="587" y="1"/>
                    <a:pt x="385"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4" name="Google Shape;14074;p65"/>
            <p:cNvSpPr/>
            <p:nvPr/>
          </p:nvSpPr>
          <p:spPr>
            <a:xfrm>
              <a:off x="6712996" y="3826468"/>
              <a:ext cx="131499" cy="127657"/>
            </a:xfrm>
            <a:custGeom>
              <a:avLst/>
              <a:gdLst/>
              <a:ahLst/>
              <a:cxnLst/>
              <a:rect l="l" t="t" r="r" b="b"/>
              <a:pathLst>
                <a:path w="5032" h="4885" extrusionOk="0">
                  <a:moveTo>
                    <a:pt x="307" y="1"/>
                  </a:moveTo>
                  <a:cubicBezTo>
                    <a:pt x="142" y="1"/>
                    <a:pt x="1" y="219"/>
                    <a:pt x="156" y="374"/>
                  </a:cubicBezTo>
                  <a:lnTo>
                    <a:pt x="4599" y="4817"/>
                  </a:lnTo>
                  <a:cubicBezTo>
                    <a:pt x="4638" y="4855"/>
                    <a:pt x="4695" y="4884"/>
                    <a:pt x="4753" y="4884"/>
                  </a:cubicBezTo>
                  <a:lnTo>
                    <a:pt x="4753" y="4874"/>
                  </a:lnTo>
                  <a:cubicBezTo>
                    <a:pt x="4936" y="4874"/>
                    <a:pt x="5032" y="4653"/>
                    <a:pt x="4907" y="4519"/>
                  </a:cubicBezTo>
                  <a:lnTo>
                    <a:pt x="455" y="66"/>
                  </a:lnTo>
                  <a:cubicBezTo>
                    <a:pt x="408" y="20"/>
                    <a:pt x="357" y="1"/>
                    <a:pt x="307" y="1"/>
                  </a:cubicBezTo>
                  <a:close/>
                </a:path>
              </a:pathLst>
            </a:custGeom>
            <a:solidFill>
              <a:srgbClr val="6E809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5" name="Google Shape;14075;p65"/>
            <p:cNvSpPr/>
            <p:nvPr/>
          </p:nvSpPr>
          <p:spPr>
            <a:xfrm>
              <a:off x="6830906" y="3942026"/>
              <a:ext cx="19626" cy="19887"/>
            </a:xfrm>
            <a:custGeom>
              <a:avLst/>
              <a:gdLst/>
              <a:ahLst/>
              <a:cxnLst/>
              <a:rect l="l" t="t" r="r" b="b"/>
              <a:pathLst>
                <a:path w="751" h="761" extrusionOk="0">
                  <a:moveTo>
                    <a:pt x="376" y="1"/>
                  </a:moveTo>
                  <a:cubicBezTo>
                    <a:pt x="164" y="1"/>
                    <a:pt x="1" y="174"/>
                    <a:pt x="1" y="376"/>
                  </a:cubicBezTo>
                  <a:cubicBezTo>
                    <a:pt x="1" y="587"/>
                    <a:pt x="164" y="760"/>
                    <a:pt x="376" y="760"/>
                  </a:cubicBezTo>
                  <a:cubicBezTo>
                    <a:pt x="587" y="760"/>
                    <a:pt x="751" y="587"/>
                    <a:pt x="751" y="376"/>
                  </a:cubicBezTo>
                  <a:cubicBezTo>
                    <a:pt x="751" y="174"/>
                    <a:pt x="587" y="1"/>
                    <a:pt x="376"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6" name="Google Shape;14076;p65"/>
            <p:cNvSpPr/>
            <p:nvPr/>
          </p:nvSpPr>
          <p:spPr>
            <a:xfrm>
              <a:off x="6706933" y="3869822"/>
              <a:ext cx="45601" cy="58903"/>
            </a:xfrm>
            <a:custGeom>
              <a:avLst/>
              <a:gdLst/>
              <a:ahLst/>
              <a:cxnLst/>
              <a:rect l="l" t="t" r="r" b="b"/>
              <a:pathLst>
                <a:path w="1745" h="2254" extrusionOk="0">
                  <a:moveTo>
                    <a:pt x="303" y="0"/>
                  </a:moveTo>
                  <a:cubicBezTo>
                    <a:pt x="151" y="0"/>
                    <a:pt x="1" y="168"/>
                    <a:pt x="110" y="331"/>
                  </a:cubicBezTo>
                  <a:lnTo>
                    <a:pt x="1292" y="2148"/>
                  </a:lnTo>
                  <a:cubicBezTo>
                    <a:pt x="1331" y="2215"/>
                    <a:pt x="1398" y="2254"/>
                    <a:pt x="1465" y="2254"/>
                  </a:cubicBezTo>
                  <a:lnTo>
                    <a:pt x="1465" y="2244"/>
                  </a:lnTo>
                  <a:cubicBezTo>
                    <a:pt x="1639" y="2244"/>
                    <a:pt x="1744" y="2062"/>
                    <a:pt x="1648" y="1917"/>
                  </a:cubicBezTo>
                  <a:lnTo>
                    <a:pt x="475" y="100"/>
                  </a:lnTo>
                  <a:cubicBezTo>
                    <a:pt x="430" y="29"/>
                    <a:pt x="366" y="0"/>
                    <a:pt x="303" y="0"/>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7" name="Google Shape;14077;p65"/>
            <p:cNvSpPr/>
            <p:nvPr/>
          </p:nvSpPr>
          <p:spPr>
            <a:xfrm>
              <a:off x="6670400" y="3912653"/>
              <a:ext cx="65201" cy="31673"/>
            </a:xfrm>
            <a:custGeom>
              <a:avLst/>
              <a:gdLst/>
              <a:ahLst/>
              <a:cxnLst/>
              <a:rect l="l" t="t" r="r" b="b"/>
              <a:pathLst>
                <a:path w="2495" h="1212" extrusionOk="0">
                  <a:moveTo>
                    <a:pt x="312" y="1"/>
                  </a:moveTo>
                  <a:cubicBezTo>
                    <a:pt x="100" y="1"/>
                    <a:pt x="0" y="319"/>
                    <a:pt x="238" y="413"/>
                  </a:cubicBezTo>
                  <a:lnTo>
                    <a:pt x="2123" y="1201"/>
                  </a:lnTo>
                  <a:cubicBezTo>
                    <a:pt x="2142" y="1211"/>
                    <a:pt x="2171" y="1211"/>
                    <a:pt x="2200" y="1211"/>
                  </a:cubicBezTo>
                  <a:cubicBezTo>
                    <a:pt x="2203" y="1211"/>
                    <a:pt x="2207" y="1211"/>
                    <a:pt x="2210" y="1211"/>
                  </a:cubicBezTo>
                  <a:cubicBezTo>
                    <a:pt x="2442" y="1211"/>
                    <a:pt x="2495" y="892"/>
                    <a:pt x="2286" y="798"/>
                  </a:cubicBezTo>
                  <a:lnTo>
                    <a:pt x="402" y="19"/>
                  </a:lnTo>
                  <a:cubicBezTo>
                    <a:pt x="370" y="6"/>
                    <a:pt x="340" y="1"/>
                    <a:pt x="312"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8" name="Google Shape;14078;p65"/>
            <p:cNvSpPr/>
            <p:nvPr/>
          </p:nvSpPr>
          <p:spPr>
            <a:xfrm>
              <a:off x="6976412" y="3869822"/>
              <a:ext cx="45340" cy="58903"/>
            </a:xfrm>
            <a:custGeom>
              <a:avLst/>
              <a:gdLst/>
              <a:ahLst/>
              <a:cxnLst/>
              <a:rect l="l" t="t" r="r" b="b"/>
              <a:pathLst>
                <a:path w="1735" h="2254" extrusionOk="0">
                  <a:moveTo>
                    <a:pt x="1435" y="0"/>
                  </a:moveTo>
                  <a:cubicBezTo>
                    <a:pt x="1372" y="0"/>
                    <a:pt x="1308" y="29"/>
                    <a:pt x="1260" y="100"/>
                  </a:cubicBezTo>
                  <a:lnTo>
                    <a:pt x="87" y="1917"/>
                  </a:lnTo>
                  <a:cubicBezTo>
                    <a:pt x="0" y="2062"/>
                    <a:pt x="96" y="2254"/>
                    <a:pt x="269" y="2254"/>
                  </a:cubicBezTo>
                  <a:cubicBezTo>
                    <a:pt x="346" y="2254"/>
                    <a:pt x="414" y="2215"/>
                    <a:pt x="452" y="2148"/>
                  </a:cubicBezTo>
                  <a:lnTo>
                    <a:pt x="1625" y="340"/>
                  </a:lnTo>
                  <a:cubicBezTo>
                    <a:pt x="1734" y="170"/>
                    <a:pt x="1588" y="0"/>
                    <a:pt x="1435" y="0"/>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79" name="Google Shape;14079;p65"/>
            <p:cNvSpPr/>
            <p:nvPr/>
          </p:nvSpPr>
          <p:spPr>
            <a:xfrm>
              <a:off x="6993084" y="3912653"/>
              <a:ext cx="65227" cy="31673"/>
            </a:xfrm>
            <a:custGeom>
              <a:avLst/>
              <a:gdLst/>
              <a:ahLst/>
              <a:cxnLst/>
              <a:rect l="l" t="t" r="r" b="b"/>
              <a:pathLst>
                <a:path w="2496" h="1212" extrusionOk="0">
                  <a:moveTo>
                    <a:pt x="2189" y="1"/>
                  </a:moveTo>
                  <a:cubicBezTo>
                    <a:pt x="2162" y="1"/>
                    <a:pt x="2133" y="6"/>
                    <a:pt x="2103" y="19"/>
                  </a:cubicBezTo>
                  <a:lnTo>
                    <a:pt x="218" y="807"/>
                  </a:lnTo>
                  <a:cubicBezTo>
                    <a:pt x="0" y="892"/>
                    <a:pt x="62" y="1211"/>
                    <a:pt x="285" y="1211"/>
                  </a:cubicBezTo>
                  <a:cubicBezTo>
                    <a:pt x="288" y="1211"/>
                    <a:pt x="292" y="1211"/>
                    <a:pt x="295" y="1211"/>
                  </a:cubicBezTo>
                  <a:cubicBezTo>
                    <a:pt x="324" y="1211"/>
                    <a:pt x="353" y="1201"/>
                    <a:pt x="382" y="1192"/>
                  </a:cubicBezTo>
                  <a:lnTo>
                    <a:pt x="2266" y="413"/>
                  </a:lnTo>
                  <a:cubicBezTo>
                    <a:pt x="2496" y="319"/>
                    <a:pt x="2395" y="1"/>
                    <a:pt x="2189" y="1"/>
                  </a:cubicBezTo>
                  <a:close/>
                </a:path>
              </a:pathLst>
            </a:custGeom>
            <a:solidFill>
              <a:srgbClr val="C0CC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80" name="Google Shape;14080;p65"/>
          <p:cNvGrpSpPr/>
          <p:nvPr/>
        </p:nvGrpSpPr>
        <p:grpSpPr>
          <a:xfrm>
            <a:off x="7660718" y="3618798"/>
            <a:ext cx="302823" cy="360498"/>
            <a:chOff x="7662181" y="3803446"/>
            <a:chExt cx="302823" cy="360498"/>
          </a:xfrm>
        </p:grpSpPr>
        <p:sp>
          <p:nvSpPr>
            <p:cNvPr id="14081" name="Google Shape;14081;p65"/>
            <p:cNvSpPr/>
            <p:nvPr/>
          </p:nvSpPr>
          <p:spPr>
            <a:xfrm>
              <a:off x="7801388" y="4144161"/>
              <a:ext cx="22683" cy="19782"/>
            </a:xfrm>
            <a:custGeom>
              <a:avLst/>
              <a:gdLst/>
              <a:ahLst/>
              <a:cxnLst/>
              <a:rect l="l" t="t" r="r" b="b"/>
              <a:pathLst>
                <a:path w="868" h="757" extrusionOk="0">
                  <a:moveTo>
                    <a:pt x="567" y="1"/>
                  </a:moveTo>
                  <a:cubicBezTo>
                    <a:pt x="519" y="1"/>
                    <a:pt x="468" y="20"/>
                    <a:pt x="424" y="64"/>
                  </a:cubicBezTo>
                  <a:lnTo>
                    <a:pt x="87" y="401"/>
                  </a:lnTo>
                  <a:cubicBezTo>
                    <a:pt x="1" y="487"/>
                    <a:pt x="1" y="622"/>
                    <a:pt x="87" y="699"/>
                  </a:cubicBezTo>
                  <a:cubicBezTo>
                    <a:pt x="126" y="737"/>
                    <a:pt x="179" y="756"/>
                    <a:pt x="231" y="756"/>
                  </a:cubicBezTo>
                  <a:cubicBezTo>
                    <a:pt x="284" y="756"/>
                    <a:pt x="337" y="737"/>
                    <a:pt x="376" y="699"/>
                  </a:cubicBezTo>
                  <a:lnTo>
                    <a:pt x="712" y="362"/>
                  </a:lnTo>
                  <a:cubicBezTo>
                    <a:pt x="867" y="207"/>
                    <a:pt x="727" y="1"/>
                    <a:pt x="567" y="1"/>
                  </a:cubicBezTo>
                  <a:close/>
                </a:path>
              </a:pathLst>
            </a:custGeom>
            <a:solidFill>
              <a:srgbClr val="CDD8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2" name="Google Shape;14082;p65"/>
            <p:cNvSpPr/>
            <p:nvPr/>
          </p:nvSpPr>
          <p:spPr>
            <a:xfrm>
              <a:off x="7662181" y="4059283"/>
              <a:ext cx="199286" cy="89399"/>
            </a:xfrm>
            <a:custGeom>
              <a:avLst/>
              <a:gdLst/>
              <a:ahLst/>
              <a:cxnLst/>
              <a:rect l="l" t="t" r="r" b="b"/>
              <a:pathLst>
                <a:path w="7626" h="3421" extrusionOk="0">
                  <a:moveTo>
                    <a:pt x="5930" y="1"/>
                  </a:moveTo>
                  <a:cubicBezTo>
                    <a:pt x="5533" y="1"/>
                    <a:pt x="5137" y="152"/>
                    <a:pt x="4837" y="456"/>
                  </a:cubicBezTo>
                  <a:lnTo>
                    <a:pt x="2616" y="2677"/>
                  </a:lnTo>
                  <a:cubicBezTo>
                    <a:pt x="2400" y="2894"/>
                    <a:pt x="2113" y="3002"/>
                    <a:pt x="1826" y="3002"/>
                  </a:cubicBezTo>
                  <a:cubicBezTo>
                    <a:pt x="1539" y="3002"/>
                    <a:pt x="1250" y="2894"/>
                    <a:pt x="1029" y="2677"/>
                  </a:cubicBezTo>
                  <a:lnTo>
                    <a:pt x="895" y="2543"/>
                  </a:lnTo>
                  <a:cubicBezTo>
                    <a:pt x="462" y="2101"/>
                    <a:pt x="462" y="1389"/>
                    <a:pt x="895" y="956"/>
                  </a:cubicBezTo>
                  <a:lnTo>
                    <a:pt x="1193" y="658"/>
                  </a:lnTo>
                  <a:cubicBezTo>
                    <a:pt x="1340" y="511"/>
                    <a:pt x="1200" y="302"/>
                    <a:pt x="1040" y="302"/>
                  </a:cubicBezTo>
                  <a:cubicBezTo>
                    <a:pt x="991" y="302"/>
                    <a:pt x="940" y="322"/>
                    <a:pt x="895" y="370"/>
                  </a:cubicBezTo>
                  <a:lnTo>
                    <a:pt x="606" y="658"/>
                  </a:lnTo>
                  <a:cubicBezTo>
                    <a:pt x="0" y="1264"/>
                    <a:pt x="0" y="2235"/>
                    <a:pt x="606" y="2841"/>
                  </a:cubicBezTo>
                  <a:lnTo>
                    <a:pt x="731" y="2966"/>
                  </a:lnTo>
                  <a:cubicBezTo>
                    <a:pt x="1034" y="3269"/>
                    <a:pt x="1428" y="3420"/>
                    <a:pt x="1823" y="3420"/>
                  </a:cubicBezTo>
                  <a:cubicBezTo>
                    <a:pt x="2217" y="3420"/>
                    <a:pt x="2611" y="3269"/>
                    <a:pt x="2914" y="2966"/>
                  </a:cubicBezTo>
                  <a:lnTo>
                    <a:pt x="5135" y="754"/>
                  </a:lnTo>
                  <a:cubicBezTo>
                    <a:pt x="5352" y="533"/>
                    <a:pt x="5638" y="423"/>
                    <a:pt x="5925" y="423"/>
                  </a:cubicBezTo>
                  <a:cubicBezTo>
                    <a:pt x="6212" y="423"/>
                    <a:pt x="6501" y="533"/>
                    <a:pt x="6722" y="754"/>
                  </a:cubicBezTo>
                  <a:cubicBezTo>
                    <a:pt x="7164" y="1187"/>
                    <a:pt x="7164" y="1899"/>
                    <a:pt x="6722" y="2341"/>
                  </a:cubicBezTo>
                  <a:lnTo>
                    <a:pt x="6049" y="3014"/>
                  </a:lnTo>
                  <a:cubicBezTo>
                    <a:pt x="5902" y="3161"/>
                    <a:pt x="6036" y="3370"/>
                    <a:pt x="6197" y="3370"/>
                  </a:cubicBezTo>
                  <a:cubicBezTo>
                    <a:pt x="6247" y="3370"/>
                    <a:pt x="6299" y="3350"/>
                    <a:pt x="6347" y="3303"/>
                  </a:cubicBezTo>
                  <a:lnTo>
                    <a:pt x="7020" y="2639"/>
                  </a:lnTo>
                  <a:cubicBezTo>
                    <a:pt x="7626" y="2033"/>
                    <a:pt x="7626" y="1052"/>
                    <a:pt x="7020" y="447"/>
                  </a:cubicBezTo>
                  <a:cubicBezTo>
                    <a:pt x="6718" y="150"/>
                    <a:pt x="6324" y="1"/>
                    <a:pt x="593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3" name="Google Shape;14083;p65"/>
            <p:cNvSpPr/>
            <p:nvPr/>
          </p:nvSpPr>
          <p:spPr>
            <a:xfrm>
              <a:off x="7673731" y="4032497"/>
              <a:ext cx="55819" cy="55401"/>
            </a:xfrm>
            <a:custGeom>
              <a:avLst/>
              <a:gdLst/>
              <a:ahLst/>
              <a:cxnLst/>
              <a:rect l="l" t="t" r="r" b="b"/>
              <a:pathLst>
                <a:path w="2136" h="2120" extrusionOk="0">
                  <a:moveTo>
                    <a:pt x="1347" y="0"/>
                  </a:moveTo>
                  <a:lnTo>
                    <a:pt x="68" y="1472"/>
                  </a:lnTo>
                  <a:cubicBezTo>
                    <a:pt x="1" y="1539"/>
                    <a:pt x="10" y="1645"/>
                    <a:pt x="78" y="1722"/>
                  </a:cubicBezTo>
                  <a:lnTo>
                    <a:pt x="424" y="2068"/>
                  </a:lnTo>
                  <a:cubicBezTo>
                    <a:pt x="459" y="2103"/>
                    <a:pt x="504" y="2119"/>
                    <a:pt x="550" y="2119"/>
                  </a:cubicBezTo>
                  <a:cubicBezTo>
                    <a:pt x="593" y="2119"/>
                    <a:pt x="637" y="2105"/>
                    <a:pt x="674" y="2077"/>
                  </a:cubicBezTo>
                  <a:lnTo>
                    <a:pt x="2135" y="798"/>
                  </a:lnTo>
                  <a:lnTo>
                    <a:pt x="1347" y="0"/>
                  </a:ln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4" name="Google Shape;14084;p65"/>
            <p:cNvSpPr/>
            <p:nvPr/>
          </p:nvSpPr>
          <p:spPr>
            <a:xfrm>
              <a:off x="7680264" y="4043055"/>
              <a:ext cx="49286" cy="44948"/>
            </a:xfrm>
            <a:custGeom>
              <a:avLst/>
              <a:gdLst/>
              <a:ahLst/>
              <a:cxnLst/>
              <a:rect l="l" t="t" r="r" b="b"/>
              <a:pathLst>
                <a:path w="1886" h="1720" extrusionOk="0">
                  <a:moveTo>
                    <a:pt x="1491" y="0"/>
                  </a:moveTo>
                  <a:lnTo>
                    <a:pt x="1" y="1491"/>
                  </a:lnTo>
                  <a:lnTo>
                    <a:pt x="174" y="1664"/>
                  </a:lnTo>
                  <a:cubicBezTo>
                    <a:pt x="210" y="1700"/>
                    <a:pt x="257" y="1719"/>
                    <a:pt x="305" y="1719"/>
                  </a:cubicBezTo>
                  <a:cubicBezTo>
                    <a:pt x="346" y="1719"/>
                    <a:pt x="388" y="1705"/>
                    <a:pt x="424" y="1673"/>
                  </a:cubicBezTo>
                  <a:lnTo>
                    <a:pt x="1885" y="394"/>
                  </a:lnTo>
                  <a:lnTo>
                    <a:pt x="1491" y="0"/>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5" name="Google Shape;14085;p65"/>
            <p:cNvSpPr/>
            <p:nvPr/>
          </p:nvSpPr>
          <p:spPr>
            <a:xfrm>
              <a:off x="7693331" y="3857096"/>
              <a:ext cx="211882" cy="211072"/>
            </a:xfrm>
            <a:custGeom>
              <a:avLst/>
              <a:gdLst/>
              <a:ahLst/>
              <a:cxnLst/>
              <a:rect l="l" t="t" r="r" b="b"/>
              <a:pathLst>
                <a:path w="8108" h="8077" extrusionOk="0">
                  <a:moveTo>
                    <a:pt x="6126" y="0"/>
                  </a:moveTo>
                  <a:lnTo>
                    <a:pt x="97" y="6991"/>
                  </a:lnTo>
                  <a:cubicBezTo>
                    <a:pt x="1" y="7107"/>
                    <a:pt x="10" y="7270"/>
                    <a:pt x="116" y="7376"/>
                  </a:cubicBezTo>
                  <a:lnTo>
                    <a:pt x="732" y="7991"/>
                  </a:lnTo>
                  <a:cubicBezTo>
                    <a:pt x="788" y="8048"/>
                    <a:pt x="861" y="8077"/>
                    <a:pt x="935" y="8077"/>
                  </a:cubicBezTo>
                  <a:cubicBezTo>
                    <a:pt x="999" y="8077"/>
                    <a:pt x="1063" y="8055"/>
                    <a:pt x="1116" y="8010"/>
                  </a:cubicBezTo>
                  <a:lnTo>
                    <a:pt x="8107" y="1981"/>
                  </a:lnTo>
                  <a:lnTo>
                    <a:pt x="8049" y="1943"/>
                  </a:lnTo>
                  <a:cubicBezTo>
                    <a:pt x="7261" y="1491"/>
                    <a:pt x="6617" y="837"/>
                    <a:pt x="6165" y="58"/>
                  </a:cubicBezTo>
                  <a:lnTo>
                    <a:pt x="6126" y="0"/>
                  </a:lnTo>
                  <a:close/>
                </a:path>
              </a:pathLst>
            </a:custGeom>
            <a:solidFill>
              <a:srgbClr val="CBD5D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6" name="Google Shape;14086;p65"/>
            <p:cNvSpPr/>
            <p:nvPr/>
          </p:nvSpPr>
          <p:spPr>
            <a:xfrm>
              <a:off x="7704385" y="3886495"/>
              <a:ext cx="200828" cy="181542"/>
            </a:xfrm>
            <a:custGeom>
              <a:avLst/>
              <a:gdLst/>
              <a:ahLst/>
              <a:cxnLst/>
              <a:rect l="l" t="t" r="r" b="b"/>
              <a:pathLst>
                <a:path w="7685" h="6947" extrusionOk="0">
                  <a:moveTo>
                    <a:pt x="6559" y="0"/>
                  </a:moveTo>
                  <a:lnTo>
                    <a:pt x="1" y="6559"/>
                  </a:lnTo>
                  <a:lnTo>
                    <a:pt x="309" y="6866"/>
                  </a:lnTo>
                  <a:cubicBezTo>
                    <a:pt x="363" y="6920"/>
                    <a:pt x="432" y="6947"/>
                    <a:pt x="502" y="6947"/>
                  </a:cubicBezTo>
                  <a:cubicBezTo>
                    <a:pt x="569" y="6947"/>
                    <a:pt x="637" y="6923"/>
                    <a:pt x="693" y="6876"/>
                  </a:cubicBezTo>
                  <a:lnTo>
                    <a:pt x="7684" y="847"/>
                  </a:lnTo>
                  <a:lnTo>
                    <a:pt x="7626" y="818"/>
                  </a:lnTo>
                  <a:cubicBezTo>
                    <a:pt x="7232" y="587"/>
                    <a:pt x="6876" y="318"/>
                    <a:pt x="6559"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7" name="Google Shape;14087;p65"/>
            <p:cNvSpPr/>
            <p:nvPr/>
          </p:nvSpPr>
          <p:spPr>
            <a:xfrm>
              <a:off x="7799376" y="3803446"/>
              <a:ext cx="165628" cy="138555"/>
            </a:xfrm>
            <a:custGeom>
              <a:avLst/>
              <a:gdLst/>
              <a:ahLst/>
              <a:cxnLst/>
              <a:rect l="l" t="t" r="r" b="b"/>
              <a:pathLst>
                <a:path w="6338" h="5302" extrusionOk="0">
                  <a:moveTo>
                    <a:pt x="3678" y="0"/>
                  </a:moveTo>
                  <a:cubicBezTo>
                    <a:pt x="3059" y="0"/>
                    <a:pt x="2438" y="236"/>
                    <a:pt x="1962" y="707"/>
                  </a:cubicBezTo>
                  <a:cubicBezTo>
                    <a:pt x="1" y="2669"/>
                    <a:pt x="953" y="3448"/>
                    <a:pt x="1799" y="4294"/>
                  </a:cubicBezTo>
                  <a:cubicBezTo>
                    <a:pt x="2297" y="4791"/>
                    <a:pt x="2749" y="5301"/>
                    <a:pt x="3398" y="5301"/>
                  </a:cubicBezTo>
                  <a:cubicBezTo>
                    <a:pt x="3903" y="5301"/>
                    <a:pt x="4527" y="4993"/>
                    <a:pt x="5386" y="4130"/>
                  </a:cubicBezTo>
                  <a:cubicBezTo>
                    <a:pt x="6338" y="3188"/>
                    <a:pt x="6338" y="1649"/>
                    <a:pt x="5386" y="707"/>
                  </a:cubicBezTo>
                  <a:cubicBezTo>
                    <a:pt x="4915" y="236"/>
                    <a:pt x="4297" y="0"/>
                    <a:pt x="3678"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8" name="Google Shape;14088;p65"/>
            <p:cNvSpPr/>
            <p:nvPr/>
          </p:nvSpPr>
          <p:spPr>
            <a:xfrm>
              <a:off x="7833296" y="3810606"/>
              <a:ext cx="131708" cy="131394"/>
            </a:xfrm>
            <a:custGeom>
              <a:avLst/>
              <a:gdLst/>
              <a:ahLst/>
              <a:cxnLst/>
              <a:rect l="l" t="t" r="r" b="b"/>
              <a:pathLst>
                <a:path w="5040" h="5028" extrusionOk="0">
                  <a:moveTo>
                    <a:pt x="3501" y="0"/>
                  </a:moveTo>
                  <a:lnTo>
                    <a:pt x="3501" y="0"/>
                  </a:lnTo>
                  <a:cubicBezTo>
                    <a:pt x="3982" y="933"/>
                    <a:pt x="3809" y="2077"/>
                    <a:pt x="3059" y="2827"/>
                  </a:cubicBezTo>
                  <a:cubicBezTo>
                    <a:pt x="2202" y="3689"/>
                    <a:pt x="1575" y="3999"/>
                    <a:pt x="1068" y="3999"/>
                  </a:cubicBezTo>
                  <a:cubicBezTo>
                    <a:pt x="652" y="3999"/>
                    <a:pt x="317" y="3792"/>
                    <a:pt x="1" y="3510"/>
                  </a:cubicBezTo>
                  <a:lnTo>
                    <a:pt x="1" y="3510"/>
                  </a:lnTo>
                  <a:cubicBezTo>
                    <a:pt x="155" y="3683"/>
                    <a:pt x="328" y="3856"/>
                    <a:pt x="501" y="4020"/>
                  </a:cubicBezTo>
                  <a:cubicBezTo>
                    <a:pt x="999" y="4517"/>
                    <a:pt x="1451" y="5027"/>
                    <a:pt x="2100" y="5027"/>
                  </a:cubicBezTo>
                  <a:cubicBezTo>
                    <a:pt x="2605" y="5027"/>
                    <a:pt x="3229" y="4719"/>
                    <a:pt x="4088" y="3856"/>
                  </a:cubicBezTo>
                  <a:cubicBezTo>
                    <a:pt x="5040" y="2914"/>
                    <a:pt x="5040" y="1375"/>
                    <a:pt x="4088" y="433"/>
                  </a:cubicBezTo>
                  <a:cubicBezTo>
                    <a:pt x="3915" y="260"/>
                    <a:pt x="3713" y="116"/>
                    <a:pt x="3501" y="0"/>
                  </a:cubicBez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9" name="Google Shape;14089;p65"/>
            <p:cNvSpPr/>
            <p:nvPr/>
          </p:nvSpPr>
          <p:spPr>
            <a:xfrm>
              <a:off x="7804158" y="3929457"/>
              <a:ext cx="28667" cy="28432"/>
            </a:xfrm>
            <a:custGeom>
              <a:avLst/>
              <a:gdLst/>
              <a:ahLst/>
              <a:cxnLst/>
              <a:rect l="l" t="t" r="r" b="b"/>
              <a:pathLst>
                <a:path w="1097" h="1088" extrusionOk="0">
                  <a:moveTo>
                    <a:pt x="549" y="1"/>
                  </a:moveTo>
                  <a:cubicBezTo>
                    <a:pt x="250" y="1"/>
                    <a:pt x="0" y="241"/>
                    <a:pt x="0" y="539"/>
                  </a:cubicBezTo>
                  <a:cubicBezTo>
                    <a:pt x="0" y="847"/>
                    <a:pt x="250" y="1087"/>
                    <a:pt x="549" y="1087"/>
                  </a:cubicBezTo>
                  <a:cubicBezTo>
                    <a:pt x="847" y="1087"/>
                    <a:pt x="1097" y="847"/>
                    <a:pt x="1097" y="539"/>
                  </a:cubicBezTo>
                  <a:cubicBezTo>
                    <a:pt x="1097" y="241"/>
                    <a:pt x="847" y="1"/>
                    <a:pt x="549" y="1"/>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0" name="Google Shape;14090;p65"/>
            <p:cNvSpPr/>
            <p:nvPr/>
          </p:nvSpPr>
          <p:spPr>
            <a:xfrm>
              <a:off x="7806929" y="4129710"/>
              <a:ext cx="29922" cy="28929"/>
            </a:xfrm>
            <a:custGeom>
              <a:avLst/>
              <a:gdLst/>
              <a:ahLst/>
              <a:cxnLst/>
              <a:rect l="l" t="t" r="r" b="b"/>
              <a:pathLst>
                <a:path w="1145" h="1107" extrusionOk="0">
                  <a:moveTo>
                    <a:pt x="581" y="0"/>
                  </a:moveTo>
                  <a:cubicBezTo>
                    <a:pt x="525" y="0"/>
                    <a:pt x="469" y="27"/>
                    <a:pt x="433" y="79"/>
                  </a:cubicBezTo>
                  <a:lnTo>
                    <a:pt x="58" y="579"/>
                  </a:lnTo>
                  <a:cubicBezTo>
                    <a:pt x="0" y="656"/>
                    <a:pt x="10" y="752"/>
                    <a:pt x="68" y="819"/>
                  </a:cubicBezTo>
                  <a:lnTo>
                    <a:pt x="298" y="1050"/>
                  </a:lnTo>
                  <a:cubicBezTo>
                    <a:pt x="336" y="1087"/>
                    <a:pt x="385" y="1107"/>
                    <a:pt x="435" y="1107"/>
                  </a:cubicBezTo>
                  <a:cubicBezTo>
                    <a:pt x="475" y="1107"/>
                    <a:pt x="514" y="1095"/>
                    <a:pt x="548" y="1069"/>
                  </a:cubicBezTo>
                  <a:lnTo>
                    <a:pt x="1048" y="694"/>
                  </a:lnTo>
                  <a:cubicBezTo>
                    <a:pt x="1135" y="617"/>
                    <a:pt x="1145" y="482"/>
                    <a:pt x="1068" y="406"/>
                  </a:cubicBezTo>
                  <a:lnTo>
                    <a:pt x="712" y="59"/>
                  </a:lnTo>
                  <a:cubicBezTo>
                    <a:pt x="676" y="20"/>
                    <a:pt x="629" y="0"/>
                    <a:pt x="581" y="0"/>
                  </a:cubicBezTo>
                  <a:close/>
                </a:path>
              </a:pathLst>
            </a:custGeom>
            <a:solidFill>
              <a:srgbClr val="4158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91" name="Google Shape;14091;p65"/>
          <p:cNvGrpSpPr/>
          <p:nvPr/>
        </p:nvGrpSpPr>
        <p:grpSpPr>
          <a:xfrm>
            <a:off x="5205099" y="3619347"/>
            <a:ext cx="363895" cy="355663"/>
            <a:chOff x="5206562" y="3803994"/>
            <a:chExt cx="363895" cy="355663"/>
          </a:xfrm>
        </p:grpSpPr>
        <p:sp>
          <p:nvSpPr>
            <p:cNvPr id="14092" name="Google Shape;14092;p65"/>
            <p:cNvSpPr/>
            <p:nvPr/>
          </p:nvSpPr>
          <p:spPr>
            <a:xfrm>
              <a:off x="5284724" y="3924701"/>
              <a:ext cx="212849" cy="192753"/>
            </a:xfrm>
            <a:custGeom>
              <a:avLst/>
              <a:gdLst/>
              <a:ahLst/>
              <a:cxnLst/>
              <a:rect l="l" t="t" r="r" b="b"/>
              <a:pathLst>
                <a:path w="8145" h="7376" extrusionOk="0">
                  <a:moveTo>
                    <a:pt x="0" y="0"/>
                  </a:moveTo>
                  <a:lnTo>
                    <a:pt x="0" y="7376"/>
                  </a:lnTo>
                  <a:lnTo>
                    <a:pt x="8145" y="7376"/>
                  </a:lnTo>
                  <a:lnTo>
                    <a:pt x="8145" y="0"/>
                  </a:lnTo>
                  <a:close/>
                </a:path>
              </a:pathLst>
            </a:custGeom>
            <a:solidFill>
              <a:srgbClr val="A7B8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3" name="Google Shape;14093;p65"/>
            <p:cNvSpPr/>
            <p:nvPr/>
          </p:nvSpPr>
          <p:spPr>
            <a:xfrm>
              <a:off x="5241240" y="3803994"/>
              <a:ext cx="294539" cy="96586"/>
            </a:xfrm>
            <a:custGeom>
              <a:avLst/>
              <a:gdLst/>
              <a:ahLst/>
              <a:cxnLst/>
              <a:rect l="l" t="t" r="r" b="b"/>
              <a:pathLst>
                <a:path w="11271" h="3696" extrusionOk="0">
                  <a:moveTo>
                    <a:pt x="5645" y="1"/>
                  </a:moveTo>
                  <a:cubicBezTo>
                    <a:pt x="5619" y="1"/>
                    <a:pt x="5592" y="8"/>
                    <a:pt x="5568" y="23"/>
                  </a:cubicBezTo>
                  <a:lnTo>
                    <a:pt x="1" y="3254"/>
                  </a:lnTo>
                  <a:lnTo>
                    <a:pt x="414" y="3696"/>
                  </a:lnTo>
                  <a:lnTo>
                    <a:pt x="10876" y="3696"/>
                  </a:lnTo>
                  <a:lnTo>
                    <a:pt x="11270" y="3273"/>
                  </a:lnTo>
                  <a:lnTo>
                    <a:pt x="5722" y="23"/>
                  </a:lnTo>
                  <a:cubicBezTo>
                    <a:pt x="5698" y="8"/>
                    <a:pt x="5672" y="1"/>
                    <a:pt x="5645" y="1"/>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4" name="Google Shape;14094;p65"/>
            <p:cNvSpPr/>
            <p:nvPr/>
          </p:nvSpPr>
          <p:spPr>
            <a:xfrm>
              <a:off x="5277172" y="3828820"/>
              <a:ext cx="222675" cy="73014"/>
            </a:xfrm>
            <a:custGeom>
              <a:avLst/>
              <a:gdLst/>
              <a:ahLst/>
              <a:cxnLst/>
              <a:rect l="l" t="t" r="r" b="b"/>
              <a:pathLst>
                <a:path w="8521" h="2794" extrusionOk="0">
                  <a:moveTo>
                    <a:pt x="4267" y="1"/>
                  </a:moveTo>
                  <a:cubicBezTo>
                    <a:pt x="4246" y="1"/>
                    <a:pt x="4227" y="5"/>
                    <a:pt x="4212" y="15"/>
                  </a:cubicBezTo>
                  <a:lnTo>
                    <a:pt x="1" y="2457"/>
                  </a:lnTo>
                  <a:lnTo>
                    <a:pt x="308" y="2794"/>
                  </a:lnTo>
                  <a:lnTo>
                    <a:pt x="8213" y="2794"/>
                  </a:lnTo>
                  <a:lnTo>
                    <a:pt x="8520" y="2467"/>
                  </a:lnTo>
                  <a:lnTo>
                    <a:pt x="4328" y="15"/>
                  </a:lnTo>
                  <a:cubicBezTo>
                    <a:pt x="4309" y="5"/>
                    <a:pt x="4287" y="1"/>
                    <a:pt x="4267" y="1"/>
                  </a:cubicBezTo>
                  <a:close/>
                </a:path>
              </a:pathLst>
            </a:custGeom>
            <a:solidFill>
              <a:srgbClr val="E9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5" name="Google Shape;14095;p65"/>
            <p:cNvSpPr/>
            <p:nvPr/>
          </p:nvSpPr>
          <p:spPr>
            <a:xfrm>
              <a:off x="5238731" y="3888507"/>
              <a:ext cx="299557" cy="36220"/>
            </a:xfrm>
            <a:custGeom>
              <a:avLst/>
              <a:gdLst/>
              <a:ahLst/>
              <a:cxnLst/>
              <a:rect l="l" t="t" r="r" b="b"/>
              <a:pathLst>
                <a:path w="11463" h="1386" extrusionOk="0">
                  <a:moveTo>
                    <a:pt x="193" y="0"/>
                  </a:moveTo>
                  <a:cubicBezTo>
                    <a:pt x="87" y="0"/>
                    <a:pt x="0" y="87"/>
                    <a:pt x="0" y="193"/>
                  </a:cubicBezTo>
                  <a:lnTo>
                    <a:pt x="0" y="1202"/>
                  </a:lnTo>
                  <a:cubicBezTo>
                    <a:pt x="0" y="1308"/>
                    <a:pt x="87" y="1385"/>
                    <a:pt x="193" y="1385"/>
                  </a:cubicBezTo>
                  <a:lnTo>
                    <a:pt x="11270" y="1385"/>
                  </a:lnTo>
                  <a:cubicBezTo>
                    <a:pt x="11376" y="1385"/>
                    <a:pt x="11463" y="1298"/>
                    <a:pt x="11463" y="1193"/>
                  </a:cubicBezTo>
                  <a:lnTo>
                    <a:pt x="11463" y="193"/>
                  </a:lnTo>
                  <a:cubicBezTo>
                    <a:pt x="11463" y="87"/>
                    <a:pt x="11376" y="0"/>
                    <a:pt x="11270" y="0"/>
                  </a:cubicBezTo>
                  <a:close/>
                </a:path>
              </a:pathLst>
            </a:custGeom>
            <a:solidFill>
              <a:srgbClr val="CFD9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6" name="Google Shape;14096;p65"/>
            <p:cNvSpPr/>
            <p:nvPr/>
          </p:nvSpPr>
          <p:spPr>
            <a:xfrm>
              <a:off x="5284724" y="3924701"/>
              <a:ext cx="212849" cy="186978"/>
            </a:xfrm>
            <a:custGeom>
              <a:avLst/>
              <a:gdLst/>
              <a:ahLst/>
              <a:cxnLst/>
              <a:rect l="l" t="t" r="r" b="b"/>
              <a:pathLst>
                <a:path w="8145" h="7155" extrusionOk="0">
                  <a:moveTo>
                    <a:pt x="0" y="0"/>
                  </a:moveTo>
                  <a:lnTo>
                    <a:pt x="0" y="1202"/>
                  </a:lnTo>
                  <a:lnTo>
                    <a:pt x="4712" y="1202"/>
                  </a:lnTo>
                  <a:cubicBezTo>
                    <a:pt x="6452" y="1202"/>
                    <a:pt x="7866" y="2616"/>
                    <a:pt x="7866" y="4356"/>
                  </a:cubicBezTo>
                  <a:lnTo>
                    <a:pt x="7866" y="7154"/>
                  </a:lnTo>
                  <a:lnTo>
                    <a:pt x="8145" y="7154"/>
                  </a:lnTo>
                  <a:lnTo>
                    <a:pt x="8145" y="0"/>
                  </a:lnTo>
                  <a:close/>
                </a:path>
              </a:pathLst>
            </a:custGeom>
            <a:solidFill>
              <a:srgbClr val="80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7" name="Google Shape;14097;p65"/>
            <p:cNvSpPr/>
            <p:nvPr/>
          </p:nvSpPr>
          <p:spPr>
            <a:xfrm>
              <a:off x="5245421" y="3924701"/>
              <a:ext cx="77012" cy="170645"/>
            </a:xfrm>
            <a:custGeom>
              <a:avLst/>
              <a:gdLst/>
              <a:ahLst/>
              <a:cxnLst/>
              <a:rect l="l" t="t" r="r" b="b"/>
              <a:pathLst>
                <a:path w="2947" h="6530" extrusionOk="0">
                  <a:moveTo>
                    <a:pt x="427" y="0"/>
                  </a:moveTo>
                  <a:cubicBezTo>
                    <a:pt x="216" y="0"/>
                    <a:pt x="33" y="163"/>
                    <a:pt x="14" y="385"/>
                  </a:cubicBezTo>
                  <a:cubicBezTo>
                    <a:pt x="1" y="636"/>
                    <a:pt x="204" y="806"/>
                    <a:pt x="415" y="806"/>
                  </a:cubicBezTo>
                  <a:cubicBezTo>
                    <a:pt x="518" y="806"/>
                    <a:pt x="624" y="765"/>
                    <a:pt x="706" y="673"/>
                  </a:cubicBezTo>
                  <a:cubicBezTo>
                    <a:pt x="718" y="661"/>
                    <a:pt x="734" y="655"/>
                    <a:pt x="749" y="655"/>
                  </a:cubicBezTo>
                  <a:cubicBezTo>
                    <a:pt x="781" y="655"/>
                    <a:pt x="812" y="679"/>
                    <a:pt x="812" y="712"/>
                  </a:cubicBezTo>
                  <a:lnTo>
                    <a:pt x="812" y="6529"/>
                  </a:lnTo>
                  <a:lnTo>
                    <a:pt x="2014" y="6529"/>
                  </a:lnTo>
                  <a:lnTo>
                    <a:pt x="2014" y="712"/>
                  </a:lnTo>
                  <a:cubicBezTo>
                    <a:pt x="2014" y="679"/>
                    <a:pt x="2045" y="655"/>
                    <a:pt x="2076" y="655"/>
                  </a:cubicBezTo>
                  <a:cubicBezTo>
                    <a:pt x="2092" y="655"/>
                    <a:pt x="2107" y="661"/>
                    <a:pt x="2120" y="673"/>
                  </a:cubicBezTo>
                  <a:cubicBezTo>
                    <a:pt x="2190" y="752"/>
                    <a:pt x="2285" y="799"/>
                    <a:pt x="2389" y="799"/>
                  </a:cubicBezTo>
                  <a:cubicBezTo>
                    <a:pt x="2398" y="799"/>
                    <a:pt x="2408" y="799"/>
                    <a:pt x="2418" y="798"/>
                  </a:cubicBezTo>
                  <a:cubicBezTo>
                    <a:pt x="2946" y="798"/>
                    <a:pt x="2946" y="0"/>
                    <a:pt x="2408"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8" name="Google Shape;14098;p65"/>
            <p:cNvSpPr/>
            <p:nvPr/>
          </p:nvSpPr>
          <p:spPr>
            <a:xfrm>
              <a:off x="5262093" y="4095058"/>
              <a:ext cx="40479" cy="20880"/>
            </a:xfrm>
            <a:custGeom>
              <a:avLst/>
              <a:gdLst/>
              <a:ahLst/>
              <a:cxnLst/>
              <a:rect l="l" t="t" r="r" b="b"/>
              <a:pathLst>
                <a:path w="1549" h="799" extrusionOk="0">
                  <a:moveTo>
                    <a:pt x="145" y="1"/>
                  </a:moveTo>
                  <a:cubicBezTo>
                    <a:pt x="68" y="1"/>
                    <a:pt x="1" y="68"/>
                    <a:pt x="1" y="155"/>
                  </a:cubicBezTo>
                  <a:lnTo>
                    <a:pt x="1" y="799"/>
                  </a:lnTo>
                  <a:lnTo>
                    <a:pt x="1549" y="799"/>
                  </a:lnTo>
                  <a:lnTo>
                    <a:pt x="1549" y="155"/>
                  </a:lnTo>
                  <a:cubicBezTo>
                    <a:pt x="1549" y="68"/>
                    <a:pt x="1482" y="1"/>
                    <a:pt x="1405" y="1"/>
                  </a:cubicBezTo>
                  <a:close/>
                </a:path>
              </a:pathLst>
            </a:custGeom>
            <a:solidFill>
              <a:srgbClr val="CFD9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9" name="Google Shape;14099;p65"/>
            <p:cNvSpPr/>
            <p:nvPr/>
          </p:nvSpPr>
          <p:spPr>
            <a:xfrm>
              <a:off x="5353479" y="3924701"/>
              <a:ext cx="77012" cy="170645"/>
            </a:xfrm>
            <a:custGeom>
              <a:avLst/>
              <a:gdLst/>
              <a:ahLst/>
              <a:cxnLst/>
              <a:rect l="l" t="t" r="r" b="b"/>
              <a:pathLst>
                <a:path w="2947" h="6530" extrusionOk="0">
                  <a:moveTo>
                    <a:pt x="427" y="0"/>
                  </a:moveTo>
                  <a:cubicBezTo>
                    <a:pt x="215" y="0"/>
                    <a:pt x="33" y="163"/>
                    <a:pt x="13" y="385"/>
                  </a:cubicBezTo>
                  <a:cubicBezTo>
                    <a:pt x="1" y="636"/>
                    <a:pt x="204" y="806"/>
                    <a:pt x="415" y="806"/>
                  </a:cubicBezTo>
                  <a:cubicBezTo>
                    <a:pt x="518" y="806"/>
                    <a:pt x="624" y="765"/>
                    <a:pt x="706" y="673"/>
                  </a:cubicBezTo>
                  <a:cubicBezTo>
                    <a:pt x="718" y="661"/>
                    <a:pt x="734" y="655"/>
                    <a:pt x="749" y="655"/>
                  </a:cubicBezTo>
                  <a:cubicBezTo>
                    <a:pt x="781" y="655"/>
                    <a:pt x="812" y="679"/>
                    <a:pt x="812" y="712"/>
                  </a:cubicBezTo>
                  <a:lnTo>
                    <a:pt x="812" y="6529"/>
                  </a:lnTo>
                  <a:lnTo>
                    <a:pt x="2014" y="6529"/>
                  </a:lnTo>
                  <a:lnTo>
                    <a:pt x="2014" y="712"/>
                  </a:lnTo>
                  <a:cubicBezTo>
                    <a:pt x="2014" y="679"/>
                    <a:pt x="2044" y="655"/>
                    <a:pt x="2076" y="655"/>
                  </a:cubicBezTo>
                  <a:cubicBezTo>
                    <a:pt x="2092" y="655"/>
                    <a:pt x="2107" y="661"/>
                    <a:pt x="2119" y="673"/>
                  </a:cubicBezTo>
                  <a:cubicBezTo>
                    <a:pt x="2190" y="752"/>
                    <a:pt x="2284" y="799"/>
                    <a:pt x="2388" y="799"/>
                  </a:cubicBezTo>
                  <a:cubicBezTo>
                    <a:pt x="2398" y="799"/>
                    <a:pt x="2408" y="799"/>
                    <a:pt x="2417" y="798"/>
                  </a:cubicBezTo>
                  <a:cubicBezTo>
                    <a:pt x="2946" y="798"/>
                    <a:pt x="2946" y="0"/>
                    <a:pt x="2408"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0" name="Google Shape;14100;p65"/>
            <p:cNvSpPr/>
            <p:nvPr/>
          </p:nvSpPr>
          <p:spPr>
            <a:xfrm>
              <a:off x="5370151" y="4095058"/>
              <a:ext cx="40741" cy="20880"/>
            </a:xfrm>
            <a:custGeom>
              <a:avLst/>
              <a:gdLst/>
              <a:ahLst/>
              <a:cxnLst/>
              <a:rect l="l" t="t" r="r" b="b"/>
              <a:pathLst>
                <a:path w="1559" h="799" extrusionOk="0">
                  <a:moveTo>
                    <a:pt x="154" y="1"/>
                  </a:moveTo>
                  <a:cubicBezTo>
                    <a:pt x="68" y="1"/>
                    <a:pt x="1" y="68"/>
                    <a:pt x="1" y="155"/>
                  </a:cubicBezTo>
                  <a:lnTo>
                    <a:pt x="1" y="799"/>
                  </a:lnTo>
                  <a:lnTo>
                    <a:pt x="1558" y="799"/>
                  </a:lnTo>
                  <a:lnTo>
                    <a:pt x="1558" y="155"/>
                  </a:lnTo>
                  <a:cubicBezTo>
                    <a:pt x="1558" y="68"/>
                    <a:pt x="1491" y="1"/>
                    <a:pt x="1404" y="1"/>
                  </a:cubicBezTo>
                  <a:close/>
                </a:path>
              </a:pathLst>
            </a:custGeom>
            <a:solidFill>
              <a:srgbClr val="CFD9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1" name="Google Shape;14101;p65"/>
            <p:cNvSpPr/>
            <p:nvPr/>
          </p:nvSpPr>
          <p:spPr>
            <a:xfrm>
              <a:off x="5462033" y="3924701"/>
              <a:ext cx="77012" cy="170645"/>
            </a:xfrm>
            <a:custGeom>
              <a:avLst/>
              <a:gdLst/>
              <a:ahLst/>
              <a:cxnLst/>
              <a:rect l="l" t="t" r="r" b="b"/>
              <a:pathLst>
                <a:path w="2947" h="6530" extrusionOk="0">
                  <a:moveTo>
                    <a:pt x="427" y="0"/>
                  </a:moveTo>
                  <a:cubicBezTo>
                    <a:pt x="206" y="0"/>
                    <a:pt x="23" y="163"/>
                    <a:pt x="14" y="385"/>
                  </a:cubicBezTo>
                  <a:cubicBezTo>
                    <a:pt x="1" y="636"/>
                    <a:pt x="204" y="806"/>
                    <a:pt x="415" y="806"/>
                  </a:cubicBezTo>
                  <a:cubicBezTo>
                    <a:pt x="519" y="806"/>
                    <a:pt x="624" y="765"/>
                    <a:pt x="706" y="673"/>
                  </a:cubicBezTo>
                  <a:cubicBezTo>
                    <a:pt x="718" y="661"/>
                    <a:pt x="734" y="655"/>
                    <a:pt x="749" y="655"/>
                  </a:cubicBezTo>
                  <a:cubicBezTo>
                    <a:pt x="781" y="655"/>
                    <a:pt x="812" y="679"/>
                    <a:pt x="812" y="712"/>
                  </a:cubicBezTo>
                  <a:lnTo>
                    <a:pt x="812" y="6529"/>
                  </a:lnTo>
                  <a:lnTo>
                    <a:pt x="2014" y="6529"/>
                  </a:lnTo>
                  <a:lnTo>
                    <a:pt x="2014" y="712"/>
                  </a:lnTo>
                  <a:cubicBezTo>
                    <a:pt x="2014" y="679"/>
                    <a:pt x="2045" y="655"/>
                    <a:pt x="2076" y="655"/>
                  </a:cubicBezTo>
                  <a:cubicBezTo>
                    <a:pt x="2092" y="655"/>
                    <a:pt x="2107" y="661"/>
                    <a:pt x="2120" y="673"/>
                  </a:cubicBezTo>
                  <a:cubicBezTo>
                    <a:pt x="2190" y="752"/>
                    <a:pt x="2285" y="799"/>
                    <a:pt x="2389" y="799"/>
                  </a:cubicBezTo>
                  <a:cubicBezTo>
                    <a:pt x="2398" y="799"/>
                    <a:pt x="2408" y="799"/>
                    <a:pt x="2418" y="798"/>
                  </a:cubicBezTo>
                  <a:cubicBezTo>
                    <a:pt x="2947" y="798"/>
                    <a:pt x="2937" y="0"/>
                    <a:pt x="2408" y="0"/>
                  </a:cubicBezTo>
                  <a:close/>
                </a:path>
              </a:pathLst>
            </a:custGeom>
            <a:solidFill>
              <a:srgbClr val="DAE1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2" name="Google Shape;14102;p65"/>
            <p:cNvSpPr/>
            <p:nvPr/>
          </p:nvSpPr>
          <p:spPr>
            <a:xfrm>
              <a:off x="5478470" y="4095058"/>
              <a:ext cx="40479" cy="20880"/>
            </a:xfrm>
            <a:custGeom>
              <a:avLst/>
              <a:gdLst/>
              <a:ahLst/>
              <a:cxnLst/>
              <a:rect l="l" t="t" r="r" b="b"/>
              <a:pathLst>
                <a:path w="1549" h="799" extrusionOk="0">
                  <a:moveTo>
                    <a:pt x="154" y="1"/>
                  </a:moveTo>
                  <a:cubicBezTo>
                    <a:pt x="67" y="1"/>
                    <a:pt x="0" y="68"/>
                    <a:pt x="0" y="155"/>
                  </a:cubicBezTo>
                  <a:lnTo>
                    <a:pt x="0" y="799"/>
                  </a:lnTo>
                  <a:lnTo>
                    <a:pt x="1548" y="799"/>
                  </a:lnTo>
                  <a:lnTo>
                    <a:pt x="1548" y="155"/>
                  </a:lnTo>
                  <a:cubicBezTo>
                    <a:pt x="1548" y="68"/>
                    <a:pt x="1481" y="1"/>
                    <a:pt x="1404" y="1"/>
                  </a:cubicBezTo>
                  <a:close/>
                </a:path>
              </a:pathLst>
            </a:custGeom>
            <a:solidFill>
              <a:srgbClr val="CFD9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3" name="Google Shape;14103;p65"/>
            <p:cNvSpPr/>
            <p:nvPr/>
          </p:nvSpPr>
          <p:spPr>
            <a:xfrm>
              <a:off x="5240247" y="4111652"/>
              <a:ext cx="296525" cy="25139"/>
            </a:xfrm>
            <a:custGeom>
              <a:avLst/>
              <a:gdLst/>
              <a:ahLst/>
              <a:cxnLst/>
              <a:rect l="l" t="t" r="r" b="b"/>
              <a:pathLst>
                <a:path w="11347" h="962" extrusionOk="0">
                  <a:moveTo>
                    <a:pt x="385" y="0"/>
                  </a:moveTo>
                  <a:cubicBezTo>
                    <a:pt x="173" y="0"/>
                    <a:pt x="0" y="173"/>
                    <a:pt x="0" y="385"/>
                  </a:cubicBezTo>
                  <a:lnTo>
                    <a:pt x="0" y="962"/>
                  </a:lnTo>
                  <a:lnTo>
                    <a:pt x="11347" y="962"/>
                  </a:lnTo>
                  <a:lnTo>
                    <a:pt x="11347" y="385"/>
                  </a:lnTo>
                  <a:cubicBezTo>
                    <a:pt x="11347" y="173"/>
                    <a:pt x="11174" y="0"/>
                    <a:pt x="10962" y="0"/>
                  </a:cubicBezTo>
                  <a:close/>
                </a:path>
              </a:pathLst>
            </a:custGeom>
            <a:solidFill>
              <a:srgbClr val="E9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4" name="Google Shape;14104;p65"/>
            <p:cNvSpPr/>
            <p:nvPr/>
          </p:nvSpPr>
          <p:spPr>
            <a:xfrm>
              <a:off x="5229166" y="4133003"/>
              <a:ext cx="318686" cy="21403"/>
            </a:xfrm>
            <a:custGeom>
              <a:avLst/>
              <a:gdLst/>
              <a:ahLst/>
              <a:cxnLst/>
              <a:rect l="l" t="t" r="r" b="b"/>
              <a:pathLst>
                <a:path w="12195" h="819" extrusionOk="0">
                  <a:moveTo>
                    <a:pt x="405" y="1"/>
                  </a:moveTo>
                  <a:cubicBezTo>
                    <a:pt x="184" y="1"/>
                    <a:pt x="1" y="183"/>
                    <a:pt x="1" y="395"/>
                  </a:cubicBezTo>
                  <a:lnTo>
                    <a:pt x="1" y="818"/>
                  </a:lnTo>
                  <a:lnTo>
                    <a:pt x="12194" y="818"/>
                  </a:lnTo>
                  <a:lnTo>
                    <a:pt x="12194" y="395"/>
                  </a:lnTo>
                  <a:cubicBezTo>
                    <a:pt x="12194" y="183"/>
                    <a:pt x="12011" y="1"/>
                    <a:pt x="11800" y="1"/>
                  </a:cubicBezTo>
                  <a:close/>
                </a:path>
              </a:pathLst>
            </a:custGeom>
            <a:solidFill>
              <a:srgbClr val="CFD9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5" name="Google Shape;14105;p65"/>
            <p:cNvSpPr/>
            <p:nvPr/>
          </p:nvSpPr>
          <p:spPr>
            <a:xfrm>
              <a:off x="5206562" y="4149100"/>
              <a:ext cx="363895" cy="10558"/>
            </a:xfrm>
            <a:custGeom>
              <a:avLst/>
              <a:gdLst/>
              <a:ahLst/>
              <a:cxnLst/>
              <a:rect l="l" t="t" r="r" b="b"/>
              <a:pathLst>
                <a:path w="13925" h="404" extrusionOk="0">
                  <a:moveTo>
                    <a:pt x="270" y="0"/>
                  </a:moveTo>
                  <a:cubicBezTo>
                    <a:pt x="0" y="0"/>
                    <a:pt x="0" y="404"/>
                    <a:pt x="270" y="404"/>
                  </a:cubicBezTo>
                  <a:lnTo>
                    <a:pt x="13665" y="404"/>
                  </a:lnTo>
                  <a:cubicBezTo>
                    <a:pt x="13925" y="404"/>
                    <a:pt x="13925" y="0"/>
                    <a:pt x="13665" y="0"/>
                  </a:cubicBezTo>
                  <a:close/>
                </a:path>
              </a:pathLst>
            </a:custGeom>
            <a:solidFill>
              <a:srgbClr val="65788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106" name="Google Shape;14106;p65"/>
          <p:cNvSpPr txBox="1"/>
          <p:nvPr/>
        </p:nvSpPr>
        <p:spPr>
          <a:xfrm>
            <a:off x="849675"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Creative Process Icons</a:t>
            </a:r>
            <a:endParaRPr sz="2400">
              <a:solidFill>
                <a:schemeClr val="lt1"/>
              </a:solidFill>
            </a:endParaRPr>
          </a:p>
        </p:txBody>
      </p:sp>
      <p:sp>
        <p:nvSpPr>
          <p:cNvPr id="14107" name="Google Shape;14107;p65"/>
          <p:cNvSpPr txBox="1"/>
          <p:nvPr/>
        </p:nvSpPr>
        <p:spPr>
          <a:xfrm>
            <a:off x="4858400" y="511025"/>
            <a:ext cx="3482100" cy="482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400">
                <a:solidFill>
                  <a:schemeClr val="lt1"/>
                </a:solidFill>
              </a:rPr>
              <a:t>Performing Arts Icons</a:t>
            </a:r>
            <a:endParaRPr sz="2400">
              <a:solidFill>
                <a:schemeClr val="lt1"/>
              </a:solidFill>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4111"/>
        <p:cNvGrpSpPr/>
        <p:nvPr/>
      </p:nvGrpSpPr>
      <p:grpSpPr>
        <a:xfrm>
          <a:off x="0" y="0"/>
          <a:ext cx="0" cy="0"/>
          <a:chOff x="0" y="0"/>
          <a:chExt cx="0" cy="0"/>
        </a:xfrm>
      </p:grpSpPr>
      <p:grpSp>
        <p:nvGrpSpPr>
          <p:cNvPr id="14112" name="Google Shape;14112;p66"/>
          <p:cNvGrpSpPr/>
          <p:nvPr/>
        </p:nvGrpSpPr>
        <p:grpSpPr>
          <a:xfrm>
            <a:off x="4655438" y="1588417"/>
            <a:ext cx="369948" cy="370132"/>
            <a:chOff x="4682526" y="1512217"/>
            <a:chExt cx="369948" cy="370132"/>
          </a:xfrm>
        </p:grpSpPr>
        <p:sp>
          <p:nvSpPr>
            <p:cNvPr id="14113" name="Google Shape;14113;p66"/>
            <p:cNvSpPr/>
            <p:nvPr/>
          </p:nvSpPr>
          <p:spPr>
            <a:xfrm>
              <a:off x="4921192" y="1512217"/>
              <a:ext cx="131281" cy="131281"/>
            </a:xfrm>
            <a:custGeom>
              <a:avLst/>
              <a:gdLst/>
              <a:ahLst/>
              <a:cxnLst/>
              <a:rect l="l" t="t" r="r" b="b"/>
              <a:pathLst>
                <a:path w="5005" h="5005" extrusionOk="0">
                  <a:moveTo>
                    <a:pt x="2503" y="0"/>
                  </a:moveTo>
                  <a:cubicBezTo>
                    <a:pt x="1120" y="0"/>
                    <a:pt x="1" y="1119"/>
                    <a:pt x="1" y="2502"/>
                  </a:cubicBezTo>
                  <a:cubicBezTo>
                    <a:pt x="1" y="3885"/>
                    <a:pt x="1120" y="5004"/>
                    <a:pt x="2503" y="5004"/>
                  </a:cubicBezTo>
                  <a:cubicBezTo>
                    <a:pt x="3886" y="5004"/>
                    <a:pt x="5005" y="3885"/>
                    <a:pt x="5005" y="2502"/>
                  </a:cubicBezTo>
                  <a:cubicBezTo>
                    <a:pt x="5005" y="1119"/>
                    <a:pt x="3886" y="0"/>
                    <a:pt x="2503"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4" name="Google Shape;14114;p66"/>
            <p:cNvSpPr/>
            <p:nvPr/>
          </p:nvSpPr>
          <p:spPr>
            <a:xfrm>
              <a:off x="4945036" y="1536034"/>
              <a:ext cx="83621" cy="83621"/>
            </a:xfrm>
            <a:custGeom>
              <a:avLst/>
              <a:gdLst/>
              <a:ahLst/>
              <a:cxnLst/>
              <a:rect l="l" t="t" r="r" b="b"/>
              <a:pathLst>
                <a:path w="3188" h="3188" extrusionOk="0">
                  <a:moveTo>
                    <a:pt x="1594" y="1"/>
                  </a:moveTo>
                  <a:cubicBezTo>
                    <a:pt x="712" y="1"/>
                    <a:pt x="0" y="713"/>
                    <a:pt x="0" y="1594"/>
                  </a:cubicBezTo>
                  <a:cubicBezTo>
                    <a:pt x="0" y="2476"/>
                    <a:pt x="712" y="3187"/>
                    <a:pt x="1594" y="3187"/>
                  </a:cubicBezTo>
                  <a:cubicBezTo>
                    <a:pt x="2475" y="3187"/>
                    <a:pt x="3187" y="2476"/>
                    <a:pt x="3187" y="1594"/>
                  </a:cubicBezTo>
                  <a:cubicBezTo>
                    <a:pt x="3187" y="713"/>
                    <a:pt x="2475" y="1"/>
                    <a:pt x="15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5" name="Google Shape;14115;p66"/>
            <p:cNvSpPr/>
            <p:nvPr/>
          </p:nvSpPr>
          <p:spPr>
            <a:xfrm>
              <a:off x="4682526" y="1512217"/>
              <a:ext cx="131281" cy="131281"/>
            </a:xfrm>
            <a:custGeom>
              <a:avLst/>
              <a:gdLst/>
              <a:ahLst/>
              <a:cxnLst/>
              <a:rect l="l" t="t" r="r" b="b"/>
              <a:pathLst>
                <a:path w="5005" h="5005" extrusionOk="0">
                  <a:moveTo>
                    <a:pt x="2502" y="0"/>
                  </a:moveTo>
                  <a:cubicBezTo>
                    <a:pt x="1119" y="0"/>
                    <a:pt x="0" y="1119"/>
                    <a:pt x="0" y="2502"/>
                  </a:cubicBezTo>
                  <a:cubicBezTo>
                    <a:pt x="0" y="3885"/>
                    <a:pt x="1119" y="5004"/>
                    <a:pt x="2502" y="5004"/>
                  </a:cubicBezTo>
                  <a:cubicBezTo>
                    <a:pt x="3886" y="5004"/>
                    <a:pt x="5004" y="3885"/>
                    <a:pt x="5004" y="2502"/>
                  </a:cubicBezTo>
                  <a:cubicBezTo>
                    <a:pt x="5004" y="1119"/>
                    <a:pt x="3886" y="0"/>
                    <a:pt x="2502"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6" name="Google Shape;14116;p66"/>
            <p:cNvSpPr/>
            <p:nvPr/>
          </p:nvSpPr>
          <p:spPr>
            <a:xfrm>
              <a:off x="4706343" y="1536034"/>
              <a:ext cx="83621" cy="83621"/>
            </a:xfrm>
            <a:custGeom>
              <a:avLst/>
              <a:gdLst/>
              <a:ahLst/>
              <a:cxnLst/>
              <a:rect l="l" t="t" r="r" b="b"/>
              <a:pathLst>
                <a:path w="3188" h="3188" extrusionOk="0">
                  <a:moveTo>
                    <a:pt x="1594" y="1"/>
                  </a:moveTo>
                  <a:cubicBezTo>
                    <a:pt x="713" y="1"/>
                    <a:pt x="1" y="713"/>
                    <a:pt x="1" y="1594"/>
                  </a:cubicBezTo>
                  <a:cubicBezTo>
                    <a:pt x="1" y="2476"/>
                    <a:pt x="713" y="3187"/>
                    <a:pt x="1594" y="3187"/>
                  </a:cubicBezTo>
                  <a:cubicBezTo>
                    <a:pt x="2476" y="3187"/>
                    <a:pt x="3188" y="2476"/>
                    <a:pt x="3188" y="1594"/>
                  </a:cubicBezTo>
                  <a:cubicBezTo>
                    <a:pt x="3188" y="713"/>
                    <a:pt x="2476" y="1"/>
                    <a:pt x="15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7" name="Google Shape;14117;p66"/>
            <p:cNvSpPr/>
            <p:nvPr/>
          </p:nvSpPr>
          <p:spPr>
            <a:xfrm>
              <a:off x="4694434" y="1547942"/>
              <a:ext cx="346131" cy="320006"/>
            </a:xfrm>
            <a:custGeom>
              <a:avLst/>
              <a:gdLst/>
              <a:ahLst/>
              <a:cxnLst/>
              <a:rect l="l" t="t" r="r" b="b"/>
              <a:pathLst>
                <a:path w="13196" h="12200" extrusionOk="0">
                  <a:moveTo>
                    <a:pt x="6598" y="1"/>
                  </a:moveTo>
                  <a:cubicBezTo>
                    <a:pt x="2957" y="1"/>
                    <a:pt x="1" y="2754"/>
                    <a:pt x="1" y="6151"/>
                  </a:cubicBezTo>
                  <a:cubicBezTo>
                    <a:pt x="1" y="8097"/>
                    <a:pt x="977" y="9833"/>
                    <a:pt x="2496" y="10958"/>
                  </a:cubicBezTo>
                  <a:cubicBezTo>
                    <a:pt x="3621" y="11792"/>
                    <a:pt x="5011" y="12199"/>
                    <a:pt x="6408" y="12199"/>
                  </a:cubicBezTo>
                  <a:lnTo>
                    <a:pt x="6768" y="12199"/>
                  </a:lnTo>
                  <a:cubicBezTo>
                    <a:pt x="8171" y="12199"/>
                    <a:pt x="9568" y="11799"/>
                    <a:pt x="10694" y="10965"/>
                  </a:cubicBezTo>
                  <a:cubicBezTo>
                    <a:pt x="12219" y="9840"/>
                    <a:pt x="13196" y="8097"/>
                    <a:pt x="13196" y="6151"/>
                  </a:cubicBezTo>
                  <a:cubicBezTo>
                    <a:pt x="13196" y="2754"/>
                    <a:pt x="10246" y="1"/>
                    <a:pt x="6598"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8" name="Google Shape;14118;p66"/>
            <p:cNvSpPr/>
            <p:nvPr/>
          </p:nvSpPr>
          <p:spPr>
            <a:xfrm>
              <a:off x="4694434" y="1547942"/>
              <a:ext cx="174849" cy="320163"/>
            </a:xfrm>
            <a:custGeom>
              <a:avLst/>
              <a:gdLst/>
              <a:ahLst/>
              <a:cxnLst/>
              <a:rect l="l" t="t" r="r" b="b"/>
              <a:pathLst>
                <a:path w="6666" h="12206" extrusionOk="0">
                  <a:moveTo>
                    <a:pt x="6598" y="1"/>
                  </a:moveTo>
                  <a:cubicBezTo>
                    <a:pt x="2957" y="1"/>
                    <a:pt x="1" y="2754"/>
                    <a:pt x="1" y="6151"/>
                  </a:cubicBezTo>
                  <a:cubicBezTo>
                    <a:pt x="1" y="8097"/>
                    <a:pt x="977" y="9833"/>
                    <a:pt x="2496" y="10958"/>
                  </a:cubicBezTo>
                  <a:cubicBezTo>
                    <a:pt x="3621" y="11792"/>
                    <a:pt x="5011" y="12199"/>
                    <a:pt x="6408" y="12206"/>
                  </a:cubicBezTo>
                  <a:lnTo>
                    <a:pt x="6503" y="12206"/>
                  </a:lnTo>
                  <a:cubicBezTo>
                    <a:pt x="5710" y="11996"/>
                    <a:pt x="4964" y="11636"/>
                    <a:pt x="4313" y="11141"/>
                  </a:cubicBezTo>
                  <a:cubicBezTo>
                    <a:pt x="2794" y="9975"/>
                    <a:pt x="1818" y="8171"/>
                    <a:pt x="1818" y="6151"/>
                  </a:cubicBezTo>
                  <a:cubicBezTo>
                    <a:pt x="1818" y="3215"/>
                    <a:pt x="3872" y="747"/>
                    <a:pt x="6666"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19" name="Google Shape;14119;p66"/>
            <p:cNvSpPr/>
            <p:nvPr/>
          </p:nvSpPr>
          <p:spPr>
            <a:xfrm>
              <a:off x="4826397" y="1738975"/>
              <a:ext cx="82021" cy="143373"/>
            </a:xfrm>
            <a:custGeom>
              <a:avLst/>
              <a:gdLst/>
              <a:ahLst/>
              <a:cxnLst/>
              <a:rect l="l" t="t" r="r" b="b"/>
              <a:pathLst>
                <a:path w="3127" h="5466" extrusionOk="0">
                  <a:moveTo>
                    <a:pt x="1567" y="0"/>
                  </a:moveTo>
                  <a:cubicBezTo>
                    <a:pt x="699" y="0"/>
                    <a:pt x="1" y="726"/>
                    <a:pt x="41" y="1594"/>
                  </a:cubicBezTo>
                  <a:lnTo>
                    <a:pt x="143" y="4096"/>
                  </a:lnTo>
                  <a:cubicBezTo>
                    <a:pt x="177" y="4862"/>
                    <a:pt x="801" y="5465"/>
                    <a:pt x="1567" y="5465"/>
                  </a:cubicBezTo>
                  <a:cubicBezTo>
                    <a:pt x="2327" y="5465"/>
                    <a:pt x="2957" y="4862"/>
                    <a:pt x="2991" y="4096"/>
                  </a:cubicBezTo>
                  <a:lnTo>
                    <a:pt x="3093" y="1594"/>
                  </a:lnTo>
                  <a:cubicBezTo>
                    <a:pt x="3127" y="726"/>
                    <a:pt x="2435" y="0"/>
                    <a:pt x="1567"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0" name="Google Shape;14120;p66"/>
            <p:cNvSpPr/>
            <p:nvPr/>
          </p:nvSpPr>
          <p:spPr>
            <a:xfrm>
              <a:off x="4826397" y="1738975"/>
              <a:ext cx="82205" cy="101484"/>
            </a:xfrm>
            <a:custGeom>
              <a:avLst/>
              <a:gdLst/>
              <a:ahLst/>
              <a:cxnLst/>
              <a:rect l="l" t="t" r="r" b="b"/>
              <a:pathLst>
                <a:path w="3134" h="3869" extrusionOk="0">
                  <a:moveTo>
                    <a:pt x="1567" y="0"/>
                  </a:moveTo>
                  <a:cubicBezTo>
                    <a:pt x="699" y="0"/>
                    <a:pt x="1" y="726"/>
                    <a:pt x="41" y="1594"/>
                  </a:cubicBezTo>
                  <a:lnTo>
                    <a:pt x="130" y="3614"/>
                  </a:lnTo>
                  <a:cubicBezTo>
                    <a:pt x="594" y="3784"/>
                    <a:pt x="1081" y="3869"/>
                    <a:pt x="1568" y="3869"/>
                  </a:cubicBezTo>
                  <a:cubicBezTo>
                    <a:pt x="2055" y="3869"/>
                    <a:pt x="2544" y="3784"/>
                    <a:pt x="3011" y="3614"/>
                  </a:cubicBezTo>
                  <a:lnTo>
                    <a:pt x="3093" y="1594"/>
                  </a:lnTo>
                  <a:cubicBezTo>
                    <a:pt x="3133" y="726"/>
                    <a:pt x="2435" y="0"/>
                    <a:pt x="1567"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1" name="Google Shape;14121;p66"/>
            <p:cNvSpPr/>
            <p:nvPr/>
          </p:nvSpPr>
          <p:spPr>
            <a:xfrm>
              <a:off x="4766121" y="1685256"/>
              <a:ext cx="41811" cy="53745"/>
            </a:xfrm>
            <a:custGeom>
              <a:avLst/>
              <a:gdLst/>
              <a:ahLst/>
              <a:cxnLst/>
              <a:rect l="l" t="t" r="r" b="b"/>
              <a:pathLst>
                <a:path w="1594" h="2049" extrusionOk="0">
                  <a:moveTo>
                    <a:pt x="793" y="1"/>
                  </a:moveTo>
                  <a:cubicBezTo>
                    <a:pt x="353" y="1"/>
                    <a:pt x="0" y="360"/>
                    <a:pt x="0" y="801"/>
                  </a:cubicBezTo>
                  <a:lnTo>
                    <a:pt x="0" y="1255"/>
                  </a:lnTo>
                  <a:cubicBezTo>
                    <a:pt x="0" y="1689"/>
                    <a:pt x="353" y="2048"/>
                    <a:pt x="793" y="2048"/>
                  </a:cubicBezTo>
                  <a:cubicBezTo>
                    <a:pt x="1234" y="2048"/>
                    <a:pt x="1587" y="1689"/>
                    <a:pt x="1594" y="1255"/>
                  </a:cubicBezTo>
                  <a:lnTo>
                    <a:pt x="1594" y="801"/>
                  </a:lnTo>
                  <a:cubicBezTo>
                    <a:pt x="1587" y="360"/>
                    <a:pt x="1234" y="1"/>
                    <a:pt x="79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2" name="Google Shape;14122;p66"/>
            <p:cNvSpPr/>
            <p:nvPr/>
          </p:nvSpPr>
          <p:spPr>
            <a:xfrm>
              <a:off x="4783905" y="1685256"/>
              <a:ext cx="24027" cy="41811"/>
            </a:xfrm>
            <a:custGeom>
              <a:avLst/>
              <a:gdLst/>
              <a:ahLst/>
              <a:cxnLst/>
              <a:rect l="l" t="t" r="r" b="b"/>
              <a:pathLst>
                <a:path w="916" h="1594" extrusionOk="0">
                  <a:moveTo>
                    <a:pt x="115" y="1"/>
                  </a:moveTo>
                  <a:cubicBezTo>
                    <a:pt x="75" y="1"/>
                    <a:pt x="41" y="7"/>
                    <a:pt x="0" y="14"/>
                  </a:cubicBezTo>
                  <a:lnTo>
                    <a:pt x="0" y="1140"/>
                  </a:lnTo>
                  <a:cubicBezTo>
                    <a:pt x="0" y="1391"/>
                    <a:pt x="204" y="1594"/>
                    <a:pt x="455" y="1594"/>
                  </a:cubicBezTo>
                  <a:cubicBezTo>
                    <a:pt x="705" y="1594"/>
                    <a:pt x="916" y="1391"/>
                    <a:pt x="916" y="1140"/>
                  </a:cubicBezTo>
                  <a:lnTo>
                    <a:pt x="916" y="801"/>
                  </a:lnTo>
                  <a:cubicBezTo>
                    <a:pt x="916" y="360"/>
                    <a:pt x="556" y="1"/>
                    <a:pt x="115"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3" name="Google Shape;14123;p66"/>
            <p:cNvSpPr/>
            <p:nvPr/>
          </p:nvSpPr>
          <p:spPr>
            <a:xfrm>
              <a:off x="4778029" y="1691315"/>
              <a:ext cx="17810" cy="17810"/>
            </a:xfrm>
            <a:custGeom>
              <a:avLst/>
              <a:gdLst/>
              <a:ahLst/>
              <a:cxnLst/>
              <a:rect l="l" t="t" r="r" b="b"/>
              <a:pathLst>
                <a:path w="679" h="679" extrusionOk="0">
                  <a:moveTo>
                    <a:pt x="339" y="0"/>
                  </a:moveTo>
                  <a:cubicBezTo>
                    <a:pt x="150" y="0"/>
                    <a:pt x="0" y="149"/>
                    <a:pt x="0" y="339"/>
                  </a:cubicBezTo>
                  <a:cubicBezTo>
                    <a:pt x="0" y="529"/>
                    <a:pt x="150" y="678"/>
                    <a:pt x="339" y="678"/>
                  </a:cubicBezTo>
                  <a:cubicBezTo>
                    <a:pt x="529" y="678"/>
                    <a:pt x="679" y="529"/>
                    <a:pt x="679" y="339"/>
                  </a:cubicBezTo>
                  <a:cubicBezTo>
                    <a:pt x="679" y="149"/>
                    <a:pt x="529" y="0"/>
                    <a:pt x="3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4" name="Google Shape;14124;p66"/>
            <p:cNvSpPr/>
            <p:nvPr/>
          </p:nvSpPr>
          <p:spPr>
            <a:xfrm>
              <a:off x="4927252" y="1685256"/>
              <a:ext cx="41811" cy="53745"/>
            </a:xfrm>
            <a:custGeom>
              <a:avLst/>
              <a:gdLst/>
              <a:ahLst/>
              <a:cxnLst/>
              <a:rect l="l" t="t" r="r" b="b"/>
              <a:pathLst>
                <a:path w="1594" h="2049" extrusionOk="0">
                  <a:moveTo>
                    <a:pt x="801" y="1"/>
                  </a:moveTo>
                  <a:cubicBezTo>
                    <a:pt x="360" y="1"/>
                    <a:pt x="0" y="360"/>
                    <a:pt x="0" y="801"/>
                  </a:cubicBezTo>
                  <a:lnTo>
                    <a:pt x="0" y="1255"/>
                  </a:lnTo>
                  <a:cubicBezTo>
                    <a:pt x="0" y="1689"/>
                    <a:pt x="360" y="2048"/>
                    <a:pt x="801" y="2048"/>
                  </a:cubicBezTo>
                  <a:cubicBezTo>
                    <a:pt x="1235" y="2048"/>
                    <a:pt x="1594" y="1689"/>
                    <a:pt x="1594" y="1255"/>
                  </a:cubicBezTo>
                  <a:lnTo>
                    <a:pt x="1594" y="801"/>
                  </a:lnTo>
                  <a:cubicBezTo>
                    <a:pt x="1594" y="360"/>
                    <a:pt x="1235" y="1"/>
                    <a:pt x="80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5" name="Google Shape;14125;p66"/>
            <p:cNvSpPr/>
            <p:nvPr/>
          </p:nvSpPr>
          <p:spPr>
            <a:xfrm>
              <a:off x="4945219" y="1685256"/>
              <a:ext cx="23843" cy="41811"/>
            </a:xfrm>
            <a:custGeom>
              <a:avLst/>
              <a:gdLst/>
              <a:ahLst/>
              <a:cxnLst/>
              <a:rect l="l" t="t" r="r" b="b"/>
              <a:pathLst>
                <a:path w="909" h="1594" extrusionOk="0">
                  <a:moveTo>
                    <a:pt x="116" y="1"/>
                  </a:moveTo>
                  <a:cubicBezTo>
                    <a:pt x="75" y="1"/>
                    <a:pt x="34" y="7"/>
                    <a:pt x="0" y="14"/>
                  </a:cubicBezTo>
                  <a:lnTo>
                    <a:pt x="0" y="1140"/>
                  </a:lnTo>
                  <a:cubicBezTo>
                    <a:pt x="0" y="1391"/>
                    <a:pt x="204" y="1594"/>
                    <a:pt x="455" y="1594"/>
                  </a:cubicBezTo>
                  <a:cubicBezTo>
                    <a:pt x="705" y="1594"/>
                    <a:pt x="909" y="1391"/>
                    <a:pt x="909" y="1140"/>
                  </a:cubicBezTo>
                  <a:lnTo>
                    <a:pt x="909" y="801"/>
                  </a:lnTo>
                  <a:cubicBezTo>
                    <a:pt x="909" y="360"/>
                    <a:pt x="550" y="1"/>
                    <a:pt x="116"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6" name="Google Shape;14126;p66"/>
            <p:cNvSpPr/>
            <p:nvPr/>
          </p:nvSpPr>
          <p:spPr>
            <a:xfrm>
              <a:off x="4939160" y="1691315"/>
              <a:ext cx="17810" cy="17810"/>
            </a:xfrm>
            <a:custGeom>
              <a:avLst/>
              <a:gdLst/>
              <a:ahLst/>
              <a:cxnLst/>
              <a:rect l="l" t="t" r="r" b="b"/>
              <a:pathLst>
                <a:path w="679" h="679" extrusionOk="0">
                  <a:moveTo>
                    <a:pt x="340" y="0"/>
                  </a:moveTo>
                  <a:cubicBezTo>
                    <a:pt x="150" y="0"/>
                    <a:pt x="1" y="149"/>
                    <a:pt x="1" y="339"/>
                  </a:cubicBezTo>
                  <a:cubicBezTo>
                    <a:pt x="1" y="529"/>
                    <a:pt x="150" y="678"/>
                    <a:pt x="340" y="678"/>
                  </a:cubicBezTo>
                  <a:cubicBezTo>
                    <a:pt x="530" y="678"/>
                    <a:pt x="679" y="529"/>
                    <a:pt x="679" y="339"/>
                  </a:cubicBezTo>
                  <a:cubicBezTo>
                    <a:pt x="679" y="149"/>
                    <a:pt x="530" y="0"/>
                    <a:pt x="34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27" name="Google Shape;14127;p66"/>
            <p:cNvSpPr/>
            <p:nvPr/>
          </p:nvSpPr>
          <p:spPr>
            <a:xfrm>
              <a:off x="4810922" y="1739001"/>
              <a:ext cx="111005" cy="107412"/>
            </a:xfrm>
            <a:custGeom>
              <a:avLst/>
              <a:gdLst/>
              <a:ahLst/>
              <a:cxnLst/>
              <a:rect l="l" t="t" r="r" b="b"/>
              <a:pathLst>
                <a:path w="4232" h="4095" extrusionOk="0">
                  <a:moveTo>
                    <a:pt x="2156" y="1"/>
                  </a:moveTo>
                  <a:cubicBezTo>
                    <a:pt x="2026" y="1"/>
                    <a:pt x="1897" y="18"/>
                    <a:pt x="1771" y="53"/>
                  </a:cubicBezTo>
                  <a:cubicBezTo>
                    <a:pt x="1059" y="243"/>
                    <a:pt x="604" y="935"/>
                    <a:pt x="631" y="1667"/>
                  </a:cubicBezTo>
                  <a:lnTo>
                    <a:pt x="699" y="3362"/>
                  </a:lnTo>
                  <a:cubicBezTo>
                    <a:pt x="618" y="3328"/>
                    <a:pt x="543" y="3281"/>
                    <a:pt x="469" y="3234"/>
                  </a:cubicBezTo>
                  <a:cubicBezTo>
                    <a:pt x="421" y="3199"/>
                    <a:pt x="374" y="3184"/>
                    <a:pt x="329" y="3184"/>
                  </a:cubicBezTo>
                  <a:cubicBezTo>
                    <a:pt x="136" y="3184"/>
                    <a:pt x="1" y="3457"/>
                    <a:pt x="204" y="3600"/>
                  </a:cubicBezTo>
                  <a:cubicBezTo>
                    <a:pt x="638" y="3912"/>
                    <a:pt x="1364" y="4095"/>
                    <a:pt x="2150" y="4095"/>
                  </a:cubicBezTo>
                  <a:cubicBezTo>
                    <a:pt x="2937" y="4095"/>
                    <a:pt x="3669" y="3912"/>
                    <a:pt x="4103" y="3600"/>
                  </a:cubicBezTo>
                  <a:cubicBezTo>
                    <a:pt x="4205" y="3532"/>
                    <a:pt x="4232" y="3390"/>
                    <a:pt x="4164" y="3281"/>
                  </a:cubicBezTo>
                  <a:cubicBezTo>
                    <a:pt x="4119" y="3219"/>
                    <a:pt x="4048" y="3187"/>
                    <a:pt x="3977" y="3187"/>
                  </a:cubicBezTo>
                  <a:cubicBezTo>
                    <a:pt x="3931" y="3187"/>
                    <a:pt x="3885" y="3200"/>
                    <a:pt x="3846" y="3227"/>
                  </a:cubicBezTo>
                  <a:cubicBezTo>
                    <a:pt x="3493" y="3484"/>
                    <a:pt x="2842" y="3640"/>
                    <a:pt x="2157" y="3640"/>
                  </a:cubicBezTo>
                  <a:cubicBezTo>
                    <a:pt x="2022" y="3640"/>
                    <a:pt x="1886" y="3634"/>
                    <a:pt x="1750" y="3620"/>
                  </a:cubicBezTo>
                  <a:cubicBezTo>
                    <a:pt x="1642" y="3613"/>
                    <a:pt x="1554" y="3518"/>
                    <a:pt x="1554" y="3403"/>
                  </a:cubicBezTo>
                  <a:lnTo>
                    <a:pt x="1479" y="1593"/>
                  </a:lnTo>
                  <a:cubicBezTo>
                    <a:pt x="1445" y="887"/>
                    <a:pt x="1899" y="257"/>
                    <a:pt x="2578" y="60"/>
                  </a:cubicBezTo>
                  <a:cubicBezTo>
                    <a:pt x="2439" y="21"/>
                    <a:pt x="2297" y="1"/>
                    <a:pt x="215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28" name="Google Shape;14128;p66"/>
          <p:cNvGrpSpPr/>
          <p:nvPr/>
        </p:nvGrpSpPr>
        <p:grpSpPr>
          <a:xfrm>
            <a:off x="3565345" y="2056412"/>
            <a:ext cx="381542" cy="370079"/>
            <a:chOff x="3592433" y="1980212"/>
            <a:chExt cx="381542" cy="370079"/>
          </a:xfrm>
        </p:grpSpPr>
        <p:sp>
          <p:nvSpPr>
            <p:cNvPr id="14129" name="Google Shape;14129;p66"/>
            <p:cNvSpPr/>
            <p:nvPr/>
          </p:nvSpPr>
          <p:spPr>
            <a:xfrm>
              <a:off x="3790916" y="1980212"/>
              <a:ext cx="165800" cy="370079"/>
            </a:xfrm>
            <a:custGeom>
              <a:avLst/>
              <a:gdLst/>
              <a:ahLst/>
              <a:cxnLst/>
              <a:rect l="l" t="t" r="r" b="b"/>
              <a:pathLst>
                <a:path w="6321" h="14109" extrusionOk="0">
                  <a:moveTo>
                    <a:pt x="3366" y="0"/>
                  </a:moveTo>
                  <a:cubicBezTo>
                    <a:pt x="3080" y="0"/>
                    <a:pt x="2766" y="51"/>
                    <a:pt x="2422" y="167"/>
                  </a:cubicBezTo>
                  <a:cubicBezTo>
                    <a:pt x="1" y="981"/>
                    <a:pt x="801" y="4351"/>
                    <a:pt x="1479" y="6087"/>
                  </a:cubicBezTo>
                  <a:lnTo>
                    <a:pt x="2218" y="14108"/>
                  </a:lnTo>
                  <a:cubicBezTo>
                    <a:pt x="4720" y="14108"/>
                    <a:pt x="6320" y="12284"/>
                    <a:pt x="6320" y="9782"/>
                  </a:cubicBezTo>
                  <a:cubicBezTo>
                    <a:pt x="6320" y="7138"/>
                    <a:pt x="3757" y="5320"/>
                    <a:pt x="3588" y="3496"/>
                  </a:cubicBezTo>
                  <a:cubicBezTo>
                    <a:pt x="3492" y="2453"/>
                    <a:pt x="4090" y="1945"/>
                    <a:pt x="4879" y="1945"/>
                  </a:cubicBezTo>
                  <a:cubicBezTo>
                    <a:pt x="5095" y="1945"/>
                    <a:pt x="5326" y="1983"/>
                    <a:pt x="5561" y="2059"/>
                  </a:cubicBezTo>
                  <a:cubicBezTo>
                    <a:pt x="5580" y="2066"/>
                    <a:pt x="5598" y="2069"/>
                    <a:pt x="5617" y="2069"/>
                  </a:cubicBezTo>
                  <a:cubicBezTo>
                    <a:pt x="5723" y="2069"/>
                    <a:pt x="5811" y="1959"/>
                    <a:pt x="5764" y="1849"/>
                  </a:cubicBezTo>
                  <a:cubicBezTo>
                    <a:pt x="5494" y="1234"/>
                    <a:pt x="4777" y="0"/>
                    <a:pt x="3366"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0" name="Google Shape;14130;p66"/>
            <p:cNvSpPr/>
            <p:nvPr/>
          </p:nvSpPr>
          <p:spPr>
            <a:xfrm>
              <a:off x="3601509" y="2157448"/>
              <a:ext cx="11935" cy="19777"/>
            </a:xfrm>
            <a:custGeom>
              <a:avLst/>
              <a:gdLst/>
              <a:ahLst/>
              <a:cxnLst/>
              <a:rect l="l" t="t" r="r" b="b"/>
              <a:pathLst>
                <a:path w="455" h="754" extrusionOk="0">
                  <a:moveTo>
                    <a:pt x="228" y="1"/>
                  </a:moveTo>
                  <a:cubicBezTo>
                    <a:pt x="114" y="1"/>
                    <a:pt x="0" y="76"/>
                    <a:pt x="0" y="225"/>
                  </a:cubicBezTo>
                  <a:lnTo>
                    <a:pt x="0" y="523"/>
                  </a:lnTo>
                  <a:cubicBezTo>
                    <a:pt x="0" y="652"/>
                    <a:pt x="102" y="754"/>
                    <a:pt x="224" y="754"/>
                  </a:cubicBezTo>
                  <a:cubicBezTo>
                    <a:pt x="353" y="754"/>
                    <a:pt x="455" y="652"/>
                    <a:pt x="455" y="523"/>
                  </a:cubicBezTo>
                  <a:lnTo>
                    <a:pt x="455" y="225"/>
                  </a:lnTo>
                  <a:cubicBezTo>
                    <a:pt x="455" y="76"/>
                    <a:pt x="341" y="1"/>
                    <a:pt x="228" y="1"/>
                  </a:cubicBezTo>
                  <a:close/>
                </a:path>
              </a:pathLst>
            </a:custGeom>
            <a:solidFill>
              <a:srgbClr val="C7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1" name="Google Shape;14131;p66"/>
            <p:cNvSpPr/>
            <p:nvPr/>
          </p:nvSpPr>
          <p:spPr>
            <a:xfrm>
              <a:off x="3592433" y="2165291"/>
              <a:ext cx="29902" cy="35778"/>
            </a:xfrm>
            <a:custGeom>
              <a:avLst/>
              <a:gdLst/>
              <a:ahLst/>
              <a:cxnLst/>
              <a:rect l="l" t="t" r="r" b="b"/>
              <a:pathLst>
                <a:path w="1140" h="1364" extrusionOk="0">
                  <a:moveTo>
                    <a:pt x="570" y="0"/>
                  </a:moveTo>
                  <a:cubicBezTo>
                    <a:pt x="258" y="0"/>
                    <a:pt x="1" y="251"/>
                    <a:pt x="1" y="563"/>
                  </a:cubicBezTo>
                  <a:lnTo>
                    <a:pt x="1" y="794"/>
                  </a:lnTo>
                  <a:cubicBezTo>
                    <a:pt x="1" y="1106"/>
                    <a:pt x="258" y="1363"/>
                    <a:pt x="570" y="1363"/>
                  </a:cubicBezTo>
                  <a:cubicBezTo>
                    <a:pt x="889" y="1363"/>
                    <a:pt x="1140" y="1106"/>
                    <a:pt x="1140" y="794"/>
                  </a:cubicBezTo>
                  <a:lnTo>
                    <a:pt x="1140" y="563"/>
                  </a:lnTo>
                  <a:cubicBezTo>
                    <a:pt x="1140" y="251"/>
                    <a:pt x="889" y="0"/>
                    <a:pt x="570"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2" name="Google Shape;14132;p66"/>
            <p:cNvSpPr/>
            <p:nvPr/>
          </p:nvSpPr>
          <p:spPr>
            <a:xfrm>
              <a:off x="3722088" y="2190551"/>
              <a:ext cx="61404" cy="80054"/>
            </a:xfrm>
            <a:custGeom>
              <a:avLst/>
              <a:gdLst/>
              <a:ahLst/>
              <a:cxnLst/>
              <a:rect l="l" t="t" r="r" b="b"/>
              <a:pathLst>
                <a:path w="2341" h="3052" extrusionOk="0">
                  <a:moveTo>
                    <a:pt x="1757" y="0"/>
                  </a:moveTo>
                  <a:lnTo>
                    <a:pt x="1" y="793"/>
                  </a:lnTo>
                  <a:cubicBezTo>
                    <a:pt x="1" y="793"/>
                    <a:pt x="448" y="2061"/>
                    <a:pt x="1337" y="3051"/>
                  </a:cubicBezTo>
                  <a:lnTo>
                    <a:pt x="2340" y="1648"/>
                  </a:lnTo>
                  <a:lnTo>
                    <a:pt x="1757" y="0"/>
                  </a:ln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3" name="Google Shape;14133;p66"/>
            <p:cNvSpPr/>
            <p:nvPr/>
          </p:nvSpPr>
          <p:spPr>
            <a:xfrm>
              <a:off x="3701471" y="2022364"/>
              <a:ext cx="15004" cy="26440"/>
            </a:xfrm>
            <a:custGeom>
              <a:avLst/>
              <a:gdLst/>
              <a:ahLst/>
              <a:cxnLst/>
              <a:rect l="l" t="t" r="r" b="b"/>
              <a:pathLst>
                <a:path w="572" h="1008" extrusionOk="0">
                  <a:moveTo>
                    <a:pt x="326" y="1"/>
                  </a:moveTo>
                  <a:cubicBezTo>
                    <a:pt x="229" y="1"/>
                    <a:pt x="133" y="57"/>
                    <a:pt x="109" y="181"/>
                  </a:cubicBezTo>
                  <a:lnTo>
                    <a:pt x="21" y="750"/>
                  </a:lnTo>
                  <a:cubicBezTo>
                    <a:pt x="0" y="872"/>
                    <a:pt x="88" y="988"/>
                    <a:pt x="210" y="1008"/>
                  </a:cubicBezTo>
                  <a:lnTo>
                    <a:pt x="244" y="1008"/>
                  </a:lnTo>
                  <a:cubicBezTo>
                    <a:pt x="360" y="1008"/>
                    <a:pt x="455" y="927"/>
                    <a:pt x="468" y="818"/>
                  </a:cubicBezTo>
                  <a:lnTo>
                    <a:pt x="556" y="249"/>
                  </a:lnTo>
                  <a:cubicBezTo>
                    <a:pt x="571" y="90"/>
                    <a:pt x="448" y="1"/>
                    <a:pt x="326"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4" name="Google Shape;14134;p66"/>
            <p:cNvSpPr/>
            <p:nvPr/>
          </p:nvSpPr>
          <p:spPr>
            <a:xfrm>
              <a:off x="3611109" y="2065040"/>
              <a:ext cx="319455" cy="285068"/>
            </a:xfrm>
            <a:custGeom>
              <a:avLst/>
              <a:gdLst/>
              <a:ahLst/>
              <a:cxnLst/>
              <a:rect l="l" t="t" r="r" b="b"/>
              <a:pathLst>
                <a:path w="12179" h="10868" extrusionOk="0">
                  <a:moveTo>
                    <a:pt x="3130" y="0"/>
                  </a:moveTo>
                  <a:cubicBezTo>
                    <a:pt x="2544" y="0"/>
                    <a:pt x="1974" y="212"/>
                    <a:pt x="1526" y="608"/>
                  </a:cubicBezTo>
                  <a:cubicBezTo>
                    <a:pt x="1011" y="1110"/>
                    <a:pt x="658" y="1754"/>
                    <a:pt x="509" y="2459"/>
                  </a:cubicBezTo>
                  <a:cubicBezTo>
                    <a:pt x="482" y="2595"/>
                    <a:pt x="536" y="2737"/>
                    <a:pt x="645" y="2826"/>
                  </a:cubicBezTo>
                  <a:cubicBezTo>
                    <a:pt x="835" y="2975"/>
                    <a:pt x="1058" y="3083"/>
                    <a:pt x="1296" y="3131"/>
                  </a:cubicBezTo>
                  <a:cubicBezTo>
                    <a:pt x="1465" y="3456"/>
                    <a:pt x="1703" y="3734"/>
                    <a:pt x="2001" y="3958"/>
                  </a:cubicBezTo>
                  <a:cubicBezTo>
                    <a:pt x="1450" y="3958"/>
                    <a:pt x="978" y="3875"/>
                    <a:pt x="672" y="3875"/>
                  </a:cubicBezTo>
                  <a:cubicBezTo>
                    <a:pt x="568" y="3875"/>
                    <a:pt x="483" y="3885"/>
                    <a:pt x="421" y="3910"/>
                  </a:cubicBezTo>
                  <a:cubicBezTo>
                    <a:pt x="190" y="4005"/>
                    <a:pt x="35" y="4222"/>
                    <a:pt x="14" y="4466"/>
                  </a:cubicBezTo>
                  <a:cubicBezTo>
                    <a:pt x="1" y="4602"/>
                    <a:pt x="96" y="4724"/>
                    <a:pt x="231" y="4744"/>
                  </a:cubicBezTo>
                  <a:cubicBezTo>
                    <a:pt x="597" y="4812"/>
                    <a:pt x="1418" y="4934"/>
                    <a:pt x="2279" y="5307"/>
                  </a:cubicBezTo>
                  <a:cubicBezTo>
                    <a:pt x="3022" y="5628"/>
                    <a:pt x="3583" y="5731"/>
                    <a:pt x="4009" y="5731"/>
                  </a:cubicBezTo>
                  <a:cubicBezTo>
                    <a:pt x="4473" y="5731"/>
                    <a:pt x="4776" y="5609"/>
                    <a:pt x="4978" y="5517"/>
                  </a:cubicBezTo>
                  <a:cubicBezTo>
                    <a:pt x="5187" y="5420"/>
                    <a:pt x="5394" y="5374"/>
                    <a:pt x="5575" y="5374"/>
                  </a:cubicBezTo>
                  <a:cubicBezTo>
                    <a:pt x="6088" y="5374"/>
                    <a:pt x="6397" y="5738"/>
                    <a:pt x="5981" y="6324"/>
                  </a:cubicBezTo>
                  <a:cubicBezTo>
                    <a:pt x="4754" y="8080"/>
                    <a:pt x="6117" y="9491"/>
                    <a:pt x="6903" y="9959"/>
                  </a:cubicBezTo>
                  <a:lnTo>
                    <a:pt x="5886" y="9959"/>
                  </a:lnTo>
                  <a:cubicBezTo>
                    <a:pt x="5493" y="9959"/>
                    <a:pt x="5147" y="10210"/>
                    <a:pt x="5018" y="10576"/>
                  </a:cubicBezTo>
                  <a:cubicBezTo>
                    <a:pt x="4979" y="10722"/>
                    <a:pt x="5081" y="10868"/>
                    <a:pt x="5232" y="10868"/>
                  </a:cubicBezTo>
                  <a:cubicBezTo>
                    <a:pt x="5235" y="10868"/>
                    <a:pt x="5239" y="10867"/>
                    <a:pt x="5242" y="10867"/>
                  </a:cubicBezTo>
                  <a:lnTo>
                    <a:pt x="8883" y="10867"/>
                  </a:lnTo>
                  <a:cubicBezTo>
                    <a:pt x="9351" y="10867"/>
                    <a:pt x="9785" y="10623"/>
                    <a:pt x="10029" y="10223"/>
                  </a:cubicBezTo>
                  <a:lnTo>
                    <a:pt x="10321" y="9735"/>
                  </a:lnTo>
                  <a:cubicBezTo>
                    <a:pt x="12179" y="5945"/>
                    <a:pt x="9297" y="1544"/>
                    <a:pt x="5045" y="1402"/>
                  </a:cubicBezTo>
                  <a:cubicBezTo>
                    <a:pt x="5032" y="1347"/>
                    <a:pt x="5018" y="1300"/>
                    <a:pt x="5005" y="1246"/>
                  </a:cubicBezTo>
                  <a:cubicBezTo>
                    <a:pt x="4815" y="649"/>
                    <a:pt x="4103" y="113"/>
                    <a:pt x="3479" y="25"/>
                  </a:cubicBezTo>
                  <a:cubicBezTo>
                    <a:pt x="3363" y="8"/>
                    <a:pt x="3246" y="0"/>
                    <a:pt x="3130" y="0"/>
                  </a:cubicBez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5" name="Google Shape;14135;p66"/>
            <p:cNvSpPr/>
            <p:nvPr/>
          </p:nvSpPr>
          <p:spPr>
            <a:xfrm>
              <a:off x="3685628" y="2035636"/>
              <a:ext cx="34361" cy="50886"/>
            </a:xfrm>
            <a:custGeom>
              <a:avLst/>
              <a:gdLst/>
              <a:ahLst/>
              <a:cxnLst/>
              <a:rect l="l" t="t" r="r" b="b"/>
              <a:pathLst>
                <a:path w="1310" h="1940" extrusionOk="0">
                  <a:moveTo>
                    <a:pt x="863" y="1"/>
                  </a:moveTo>
                  <a:cubicBezTo>
                    <a:pt x="812" y="1"/>
                    <a:pt x="761" y="20"/>
                    <a:pt x="719" y="61"/>
                  </a:cubicBezTo>
                  <a:cubicBezTo>
                    <a:pt x="455" y="312"/>
                    <a:pt x="265" y="875"/>
                    <a:pt x="150" y="1139"/>
                  </a:cubicBezTo>
                  <a:cubicBezTo>
                    <a:pt x="1" y="1506"/>
                    <a:pt x="252" y="1912"/>
                    <a:pt x="652" y="1939"/>
                  </a:cubicBezTo>
                  <a:cubicBezTo>
                    <a:pt x="656" y="1940"/>
                    <a:pt x="660" y="1940"/>
                    <a:pt x="664" y="1940"/>
                  </a:cubicBezTo>
                  <a:cubicBezTo>
                    <a:pt x="1024" y="1940"/>
                    <a:pt x="1309" y="1651"/>
                    <a:pt x="1309" y="1295"/>
                  </a:cubicBezTo>
                  <a:cubicBezTo>
                    <a:pt x="1303" y="895"/>
                    <a:pt x="1181" y="299"/>
                    <a:pt x="1038" y="95"/>
                  </a:cubicBezTo>
                  <a:cubicBezTo>
                    <a:pt x="996" y="34"/>
                    <a:pt x="930" y="1"/>
                    <a:pt x="863" y="1"/>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6" name="Google Shape;14136;p66"/>
            <p:cNvSpPr/>
            <p:nvPr/>
          </p:nvSpPr>
          <p:spPr>
            <a:xfrm>
              <a:off x="3658244" y="2099480"/>
              <a:ext cx="17810" cy="17994"/>
            </a:xfrm>
            <a:custGeom>
              <a:avLst/>
              <a:gdLst/>
              <a:ahLst/>
              <a:cxnLst/>
              <a:rect l="l" t="t" r="r" b="b"/>
              <a:pathLst>
                <a:path w="679" h="686" extrusionOk="0">
                  <a:moveTo>
                    <a:pt x="340" y="0"/>
                  </a:moveTo>
                  <a:cubicBezTo>
                    <a:pt x="150" y="0"/>
                    <a:pt x="1" y="156"/>
                    <a:pt x="1" y="346"/>
                  </a:cubicBezTo>
                  <a:cubicBezTo>
                    <a:pt x="1" y="529"/>
                    <a:pt x="150" y="685"/>
                    <a:pt x="340" y="685"/>
                  </a:cubicBezTo>
                  <a:cubicBezTo>
                    <a:pt x="529" y="685"/>
                    <a:pt x="679" y="529"/>
                    <a:pt x="679" y="346"/>
                  </a:cubicBezTo>
                  <a:cubicBezTo>
                    <a:pt x="679" y="156"/>
                    <a:pt x="529" y="0"/>
                    <a:pt x="34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7" name="Google Shape;14137;p66"/>
            <p:cNvSpPr/>
            <p:nvPr/>
          </p:nvSpPr>
          <p:spPr>
            <a:xfrm>
              <a:off x="3645077" y="2133264"/>
              <a:ext cx="89497" cy="35594"/>
            </a:xfrm>
            <a:custGeom>
              <a:avLst/>
              <a:gdLst/>
              <a:ahLst/>
              <a:cxnLst/>
              <a:rect l="l" t="t" r="r" b="b"/>
              <a:pathLst>
                <a:path w="3412" h="1357" extrusionOk="0">
                  <a:moveTo>
                    <a:pt x="2788" y="0"/>
                  </a:moveTo>
                  <a:cubicBezTo>
                    <a:pt x="2216" y="0"/>
                    <a:pt x="1622" y="358"/>
                    <a:pt x="991" y="496"/>
                  </a:cubicBezTo>
                  <a:cubicBezTo>
                    <a:pt x="798" y="540"/>
                    <a:pt x="601" y="563"/>
                    <a:pt x="404" y="563"/>
                  </a:cubicBezTo>
                  <a:cubicBezTo>
                    <a:pt x="269" y="563"/>
                    <a:pt x="134" y="552"/>
                    <a:pt x="1" y="530"/>
                  </a:cubicBezTo>
                  <a:lnTo>
                    <a:pt x="1" y="530"/>
                  </a:lnTo>
                  <a:cubicBezTo>
                    <a:pt x="170" y="855"/>
                    <a:pt x="408" y="1140"/>
                    <a:pt x="706" y="1357"/>
                  </a:cubicBezTo>
                  <a:cubicBezTo>
                    <a:pt x="1486" y="1357"/>
                    <a:pt x="2428" y="1201"/>
                    <a:pt x="3303" y="414"/>
                  </a:cubicBezTo>
                  <a:cubicBezTo>
                    <a:pt x="3411" y="326"/>
                    <a:pt x="3391" y="157"/>
                    <a:pt x="3262" y="96"/>
                  </a:cubicBezTo>
                  <a:cubicBezTo>
                    <a:pt x="3106" y="28"/>
                    <a:pt x="2948" y="0"/>
                    <a:pt x="2788"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8" name="Google Shape;14138;p66"/>
            <p:cNvSpPr/>
            <p:nvPr/>
          </p:nvSpPr>
          <p:spPr>
            <a:xfrm>
              <a:off x="3623752" y="2119231"/>
              <a:ext cx="20459" cy="24394"/>
            </a:xfrm>
            <a:custGeom>
              <a:avLst/>
              <a:gdLst/>
              <a:ahLst/>
              <a:cxnLst/>
              <a:rect l="l" t="t" r="r" b="b"/>
              <a:pathLst>
                <a:path w="780" h="930" extrusionOk="0">
                  <a:moveTo>
                    <a:pt x="136" y="0"/>
                  </a:moveTo>
                  <a:cubicBezTo>
                    <a:pt x="88" y="122"/>
                    <a:pt x="54" y="258"/>
                    <a:pt x="27" y="387"/>
                  </a:cubicBezTo>
                  <a:cubicBezTo>
                    <a:pt x="0" y="529"/>
                    <a:pt x="54" y="671"/>
                    <a:pt x="163" y="760"/>
                  </a:cubicBezTo>
                  <a:cubicBezTo>
                    <a:pt x="244" y="827"/>
                    <a:pt x="339" y="882"/>
                    <a:pt x="427" y="929"/>
                  </a:cubicBezTo>
                  <a:cubicBezTo>
                    <a:pt x="780" y="407"/>
                    <a:pt x="414" y="109"/>
                    <a:pt x="136"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9" name="Google Shape;14139;p66"/>
            <p:cNvSpPr/>
            <p:nvPr/>
          </p:nvSpPr>
          <p:spPr>
            <a:xfrm>
              <a:off x="3744856" y="2237660"/>
              <a:ext cx="88421" cy="88789"/>
            </a:xfrm>
            <a:custGeom>
              <a:avLst/>
              <a:gdLst/>
              <a:ahLst/>
              <a:cxnLst/>
              <a:rect l="l" t="t" r="r" b="b"/>
              <a:pathLst>
                <a:path w="3371" h="3385" extrusionOk="0">
                  <a:moveTo>
                    <a:pt x="719" y="1"/>
                  </a:moveTo>
                  <a:lnTo>
                    <a:pt x="719" y="1"/>
                  </a:lnTo>
                  <a:cubicBezTo>
                    <a:pt x="1" y="1249"/>
                    <a:pt x="570" y="2300"/>
                    <a:pt x="1214" y="2930"/>
                  </a:cubicBezTo>
                  <a:lnTo>
                    <a:pt x="1221" y="2930"/>
                  </a:lnTo>
                  <a:cubicBezTo>
                    <a:pt x="1397" y="3100"/>
                    <a:pt x="1587" y="3256"/>
                    <a:pt x="1798" y="3384"/>
                  </a:cubicBezTo>
                  <a:lnTo>
                    <a:pt x="3066" y="3384"/>
                  </a:lnTo>
                  <a:cubicBezTo>
                    <a:pt x="3371" y="3384"/>
                    <a:pt x="3371" y="2930"/>
                    <a:pt x="3066" y="2930"/>
                  </a:cubicBezTo>
                  <a:lnTo>
                    <a:pt x="3011" y="2930"/>
                  </a:lnTo>
                  <a:cubicBezTo>
                    <a:pt x="2999" y="2930"/>
                    <a:pt x="2988" y="2930"/>
                    <a:pt x="2976" y="2930"/>
                  </a:cubicBezTo>
                  <a:cubicBezTo>
                    <a:pt x="2561" y="2930"/>
                    <a:pt x="2154" y="2815"/>
                    <a:pt x="1798" y="2598"/>
                  </a:cubicBezTo>
                  <a:cubicBezTo>
                    <a:pt x="760" y="1927"/>
                    <a:pt x="618" y="618"/>
                    <a:pt x="719"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0" name="Google Shape;14140;p66"/>
            <p:cNvSpPr/>
            <p:nvPr/>
          </p:nvSpPr>
          <p:spPr>
            <a:xfrm>
              <a:off x="3829159" y="1998626"/>
              <a:ext cx="144816" cy="333147"/>
            </a:xfrm>
            <a:custGeom>
              <a:avLst/>
              <a:gdLst/>
              <a:ahLst/>
              <a:cxnLst/>
              <a:rect l="l" t="t" r="r" b="b"/>
              <a:pathLst>
                <a:path w="5521" h="12701" extrusionOk="0">
                  <a:moveTo>
                    <a:pt x="2155" y="0"/>
                  </a:moveTo>
                  <a:cubicBezTo>
                    <a:pt x="1629" y="0"/>
                    <a:pt x="1147" y="218"/>
                    <a:pt x="848" y="665"/>
                  </a:cubicBezTo>
                  <a:cubicBezTo>
                    <a:pt x="1" y="1920"/>
                    <a:pt x="516" y="3764"/>
                    <a:pt x="1899" y="5215"/>
                  </a:cubicBezTo>
                  <a:cubicBezTo>
                    <a:pt x="2747" y="6097"/>
                    <a:pt x="5520" y="9989"/>
                    <a:pt x="3147" y="12701"/>
                  </a:cubicBezTo>
                  <a:cubicBezTo>
                    <a:pt x="4232" y="11948"/>
                    <a:pt x="4862" y="10646"/>
                    <a:pt x="4862" y="9080"/>
                  </a:cubicBezTo>
                  <a:cubicBezTo>
                    <a:pt x="4862" y="6436"/>
                    <a:pt x="2299" y="4618"/>
                    <a:pt x="2130" y="2794"/>
                  </a:cubicBezTo>
                  <a:cubicBezTo>
                    <a:pt x="2034" y="1751"/>
                    <a:pt x="2632" y="1243"/>
                    <a:pt x="3421" y="1243"/>
                  </a:cubicBezTo>
                  <a:cubicBezTo>
                    <a:pt x="3637" y="1243"/>
                    <a:pt x="3868" y="1281"/>
                    <a:pt x="4103" y="1357"/>
                  </a:cubicBezTo>
                  <a:cubicBezTo>
                    <a:pt x="4120" y="1362"/>
                    <a:pt x="4137" y="1365"/>
                    <a:pt x="4154" y="1365"/>
                  </a:cubicBezTo>
                  <a:cubicBezTo>
                    <a:pt x="4206" y="1365"/>
                    <a:pt x="4256" y="1342"/>
                    <a:pt x="4286" y="1296"/>
                  </a:cubicBezTo>
                  <a:cubicBezTo>
                    <a:pt x="3748" y="443"/>
                    <a:pt x="2906" y="0"/>
                    <a:pt x="2155" y="0"/>
                  </a:cubicBezTo>
                  <a:close/>
                </a:path>
              </a:pathLst>
            </a:custGeom>
            <a:solidFill>
              <a:srgbClr val="8C9C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41" name="Google Shape;14141;p66"/>
          <p:cNvGrpSpPr/>
          <p:nvPr/>
        </p:nvGrpSpPr>
        <p:grpSpPr>
          <a:xfrm>
            <a:off x="1371494" y="3049690"/>
            <a:ext cx="371391" cy="235126"/>
            <a:chOff x="1398582" y="2973490"/>
            <a:chExt cx="371391" cy="235126"/>
          </a:xfrm>
        </p:grpSpPr>
        <p:sp>
          <p:nvSpPr>
            <p:cNvPr id="14142" name="Google Shape;14142;p66"/>
            <p:cNvSpPr/>
            <p:nvPr/>
          </p:nvSpPr>
          <p:spPr>
            <a:xfrm>
              <a:off x="1398582" y="2973490"/>
              <a:ext cx="44302" cy="114704"/>
            </a:xfrm>
            <a:custGeom>
              <a:avLst/>
              <a:gdLst/>
              <a:ahLst/>
              <a:cxnLst/>
              <a:rect l="l" t="t" r="r" b="b"/>
              <a:pathLst>
                <a:path w="1689" h="4373" extrusionOk="0">
                  <a:moveTo>
                    <a:pt x="689" y="1"/>
                  </a:moveTo>
                  <a:cubicBezTo>
                    <a:pt x="633" y="1"/>
                    <a:pt x="574" y="24"/>
                    <a:pt x="523" y="81"/>
                  </a:cubicBezTo>
                  <a:cubicBezTo>
                    <a:pt x="509" y="101"/>
                    <a:pt x="0" y="616"/>
                    <a:pt x="0" y="1850"/>
                  </a:cubicBezTo>
                  <a:cubicBezTo>
                    <a:pt x="0" y="3315"/>
                    <a:pt x="1180" y="4285"/>
                    <a:pt x="1234" y="4325"/>
                  </a:cubicBezTo>
                  <a:cubicBezTo>
                    <a:pt x="1275" y="4352"/>
                    <a:pt x="1323" y="4373"/>
                    <a:pt x="1377" y="4373"/>
                  </a:cubicBezTo>
                  <a:cubicBezTo>
                    <a:pt x="1594" y="4373"/>
                    <a:pt x="1689" y="4101"/>
                    <a:pt x="1519" y="3966"/>
                  </a:cubicBezTo>
                  <a:cubicBezTo>
                    <a:pt x="1506" y="3952"/>
                    <a:pt x="455" y="3098"/>
                    <a:pt x="455" y="1844"/>
                  </a:cubicBezTo>
                  <a:cubicBezTo>
                    <a:pt x="455" y="826"/>
                    <a:pt x="848" y="406"/>
                    <a:pt x="848" y="406"/>
                  </a:cubicBezTo>
                  <a:cubicBezTo>
                    <a:pt x="1024" y="241"/>
                    <a:pt x="869" y="1"/>
                    <a:pt x="689" y="1"/>
                  </a:cubicBez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3" name="Google Shape;14143;p66"/>
            <p:cNvSpPr/>
            <p:nvPr/>
          </p:nvSpPr>
          <p:spPr>
            <a:xfrm>
              <a:off x="1403907" y="2991903"/>
              <a:ext cx="38847" cy="96290"/>
            </a:xfrm>
            <a:custGeom>
              <a:avLst/>
              <a:gdLst/>
              <a:ahLst/>
              <a:cxnLst/>
              <a:rect l="l" t="t" r="r" b="b"/>
              <a:pathLst>
                <a:path w="1481" h="3671" extrusionOk="0">
                  <a:moveTo>
                    <a:pt x="1163" y="0"/>
                  </a:moveTo>
                  <a:cubicBezTo>
                    <a:pt x="1104" y="0"/>
                    <a:pt x="1042" y="25"/>
                    <a:pt x="991" y="84"/>
                  </a:cubicBezTo>
                  <a:cubicBezTo>
                    <a:pt x="950" y="138"/>
                    <a:pt x="1" y="1365"/>
                    <a:pt x="964" y="3535"/>
                  </a:cubicBezTo>
                  <a:cubicBezTo>
                    <a:pt x="998" y="3616"/>
                    <a:pt x="1079" y="3671"/>
                    <a:pt x="1174" y="3671"/>
                  </a:cubicBezTo>
                  <a:cubicBezTo>
                    <a:pt x="1337" y="3671"/>
                    <a:pt x="1452" y="3494"/>
                    <a:pt x="1384" y="3345"/>
                  </a:cubicBezTo>
                  <a:cubicBezTo>
                    <a:pt x="543" y="1453"/>
                    <a:pt x="1316" y="416"/>
                    <a:pt x="1350" y="369"/>
                  </a:cubicBezTo>
                  <a:cubicBezTo>
                    <a:pt x="1480" y="194"/>
                    <a:pt x="1330" y="0"/>
                    <a:pt x="1163" y="0"/>
                  </a:cubicBez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4" name="Google Shape;14144;p66"/>
            <p:cNvSpPr/>
            <p:nvPr/>
          </p:nvSpPr>
          <p:spPr>
            <a:xfrm>
              <a:off x="1459226" y="3099210"/>
              <a:ext cx="280320" cy="80001"/>
            </a:xfrm>
            <a:custGeom>
              <a:avLst/>
              <a:gdLst/>
              <a:ahLst/>
              <a:cxnLst/>
              <a:rect l="l" t="t" r="r" b="b"/>
              <a:pathLst>
                <a:path w="10687" h="3050" extrusionOk="0">
                  <a:moveTo>
                    <a:pt x="1" y="0"/>
                  </a:moveTo>
                  <a:lnTo>
                    <a:pt x="1" y="2529"/>
                  </a:lnTo>
                  <a:cubicBezTo>
                    <a:pt x="1424" y="2882"/>
                    <a:pt x="3038" y="3050"/>
                    <a:pt x="4601" y="3050"/>
                  </a:cubicBezTo>
                  <a:cubicBezTo>
                    <a:pt x="6948" y="3050"/>
                    <a:pt x="9177" y="2671"/>
                    <a:pt x="10463" y="1966"/>
                  </a:cubicBezTo>
                  <a:cubicBezTo>
                    <a:pt x="10653" y="1865"/>
                    <a:pt x="10687" y="1600"/>
                    <a:pt x="10524" y="1458"/>
                  </a:cubicBezTo>
                  <a:lnTo>
                    <a:pt x="9683" y="705"/>
                  </a:lnTo>
                  <a:lnTo>
                    <a:pt x="1" y="0"/>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5" name="Google Shape;14145;p66"/>
            <p:cNvSpPr/>
            <p:nvPr/>
          </p:nvSpPr>
          <p:spPr>
            <a:xfrm>
              <a:off x="1459226" y="3099210"/>
              <a:ext cx="276071" cy="71870"/>
            </a:xfrm>
            <a:custGeom>
              <a:avLst/>
              <a:gdLst/>
              <a:ahLst/>
              <a:cxnLst/>
              <a:rect l="l" t="t" r="r" b="b"/>
              <a:pathLst>
                <a:path w="10525" h="2740" extrusionOk="0">
                  <a:moveTo>
                    <a:pt x="1" y="0"/>
                  </a:moveTo>
                  <a:lnTo>
                    <a:pt x="1" y="2522"/>
                  </a:lnTo>
                  <a:cubicBezTo>
                    <a:pt x="326" y="2611"/>
                    <a:pt x="665" y="2678"/>
                    <a:pt x="1011" y="2739"/>
                  </a:cubicBezTo>
                  <a:cubicBezTo>
                    <a:pt x="1377" y="2305"/>
                    <a:pt x="1703" y="1838"/>
                    <a:pt x="1981" y="1343"/>
                  </a:cubicBezTo>
                  <a:cubicBezTo>
                    <a:pt x="2057" y="1196"/>
                    <a:pt x="2209" y="1105"/>
                    <a:pt x="2372" y="1105"/>
                  </a:cubicBezTo>
                  <a:cubicBezTo>
                    <a:pt x="2397" y="1105"/>
                    <a:pt x="2423" y="1107"/>
                    <a:pt x="2448" y="1112"/>
                  </a:cubicBezTo>
                  <a:cubicBezTo>
                    <a:pt x="4238" y="1390"/>
                    <a:pt x="6273" y="1532"/>
                    <a:pt x="8524" y="1532"/>
                  </a:cubicBezTo>
                  <a:cubicBezTo>
                    <a:pt x="8623" y="1533"/>
                    <a:pt x="8721" y="1534"/>
                    <a:pt x="8817" y="1534"/>
                  </a:cubicBezTo>
                  <a:cubicBezTo>
                    <a:pt x="9441" y="1534"/>
                    <a:pt x="10011" y="1516"/>
                    <a:pt x="10504" y="1499"/>
                  </a:cubicBezTo>
                  <a:lnTo>
                    <a:pt x="10524" y="1451"/>
                  </a:lnTo>
                  <a:lnTo>
                    <a:pt x="9677" y="705"/>
                  </a:lnTo>
                  <a:lnTo>
                    <a:pt x="1" y="0"/>
                  </a:lnTo>
                  <a:close/>
                </a:path>
              </a:pathLst>
            </a:custGeom>
            <a:solidFill>
              <a:srgbClr val="AFBE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6" name="Google Shape;14146;p66"/>
            <p:cNvSpPr/>
            <p:nvPr/>
          </p:nvSpPr>
          <p:spPr>
            <a:xfrm>
              <a:off x="1446609" y="3061780"/>
              <a:ext cx="323363" cy="65732"/>
            </a:xfrm>
            <a:custGeom>
              <a:avLst/>
              <a:gdLst/>
              <a:ahLst/>
              <a:cxnLst/>
              <a:rect l="l" t="t" r="r" b="b"/>
              <a:pathLst>
                <a:path w="12328" h="2506" extrusionOk="0">
                  <a:moveTo>
                    <a:pt x="4457" y="1"/>
                  </a:moveTo>
                  <a:cubicBezTo>
                    <a:pt x="3088" y="1"/>
                    <a:pt x="1594" y="188"/>
                    <a:pt x="0" y="661"/>
                  </a:cubicBezTo>
                  <a:lnTo>
                    <a:pt x="949" y="1664"/>
                  </a:lnTo>
                  <a:cubicBezTo>
                    <a:pt x="3625" y="2344"/>
                    <a:pt x="6667" y="2506"/>
                    <a:pt x="9020" y="2506"/>
                  </a:cubicBezTo>
                  <a:cubicBezTo>
                    <a:pt x="10328" y="2506"/>
                    <a:pt x="11424" y="2456"/>
                    <a:pt x="12124" y="2417"/>
                  </a:cubicBezTo>
                  <a:cubicBezTo>
                    <a:pt x="12280" y="2403"/>
                    <a:pt x="12327" y="2200"/>
                    <a:pt x="12192" y="2125"/>
                  </a:cubicBezTo>
                  <a:cubicBezTo>
                    <a:pt x="10769" y="1287"/>
                    <a:pt x="8040" y="1"/>
                    <a:pt x="4457" y="1"/>
                  </a:cubicBez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7" name="Google Shape;14147;p66"/>
            <p:cNvSpPr/>
            <p:nvPr/>
          </p:nvSpPr>
          <p:spPr>
            <a:xfrm>
              <a:off x="1404615" y="3076076"/>
              <a:ext cx="72237" cy="102481"/>
            </a:xfrm>
            <a:custGeom>
              <a:avLst/>
              <a:gdLst/>
              <a:ahLst/>
              <a:cxnLst/>
              <a:rect l="l" t="t" r="r" b="b"/>
              <a:pathLst>
                <a:path w="2754" h="3907" extrusionOk="0">
                  <a:moveTo>
                    <a:pt x="1377" y="1"/>
                  </a:moveTo>
                  <a:cubicBezTo>
                    <a:pt x="611" y="1"/>
                    <a:pt x="1" y="468"/>
                    <a:pt x="1" y="1608"/>
                  </a:cubicBezTo>
                  <a:cubicBezTo>
                    <a:pt x="1" y="2754"/>
                    <a:pt x="686" y="3906"/>
                    <a:pt x="1377" y="3906"/>
                  </a:cubicBezTo>
                  <a:cubicBezTo>
                    <a:pt x="2062" y="3906"/>
                    <a:pt x="2754" y="2754"/>
                    <a:pt x="2754" y="1608"/>
                  </a:cubicBezTo>
                  <a:cubicBezTo>
                    <a:pt x="2754" y="475"/>
                    <a:pt x="2137" y="1"/>
                    <a:pt x="1377"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8" name="Google Shape;14148;p66"/>
            <p:cNvSpPr/>
            <p:nvPr/>
          </p:nvSpPr>
          <p:spPr>
            <a:xfrm>
              <a:off x="1650967" y="3040324"/>
              <a:ext cx="110455" cy="168292"/>
            </a:xfrm>
            <a:custGeom>
              <a:avLst/>
              <a:gdLst/>
              <a:ahLst/>
              <a:cxnLst/>
              <a:rect l="l" t="t" r="r" b="b"/>
              <a:pathLst>
                <a:path w="4211" h="6416" extrusionOk="0">
                  <a:moveTo>
                    <a:pt x="285" y="1"/>
                  </a:moveTo>
                  <a:lnTo>
                    <a:pt x="0" y="570"/>
                  </a:lnTo>
                  <a:lnTo>
                    <a:pt x="1973" y="5961"/>
                  </a:lnTo>
                  <a:cubicBezTo>
                    <a:pt x="2068" y="6232"/>
                    <a:pt x="2326" y="6415"/>
                    <a:pt x="2617" y="6415"/>
                  </a:cubicBezTo>
                  <a:lnTo>
                    <a:pt x="3906" y="6415"/>
                  </a:lnTo>
                  <a:cubicBezTo>
                    <a:pt x="4211" y="6415"/>
                    <a:pt x="4211" y="5954"/>
                    <a:pt x="3906" y="5954"/>
                  </a:cubicBezTo>
                  <a:lnTo>
                    <a:pt x="2617" y="5954"/>
                  </a:lnTo>
                  <a:cubicBezTo>
                    <a:pt x="2523" y="5954"/>
                    <a:pt x="2434" y="5893"/>
                    <a:pt x="2400" y="5805"/>
                  </a:cubicBezTo>
                  <a:lnTo>
                    <a:pt x="285" y="1"/>
                  </a:ln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9" name="Google Shape;14149;p66"/>
            <p:cNvSpPr/>
            <p:nvPr/>
          </p:nvSpPr>
          <p:spPr>
            <a:xfrm>
              <a:off x="1521312" y="3032953"/>
              <a:ext cx="138730" cy="154259"/>
            </a:xfrm>
            <a:custGeom>
              <a:avLst/>
              <a:gdLst/>
              <a:ahLst/>
              <a:cxnLst/>
              <a:rect l="l" t="t" r="r" b="b"/>
              <a:pathLst>
                <a:path w="5289" h="5881" extrusionOk="0">
                  <a:moveTo>
                    <a:pt x="4796" y="0"/>
                  </a:moveTo>
                  <a:cubicBezTo>
                    <a:pt x="4672" y="0"/>
                    <a:pt x="4548" y="49"/>
                    <a:pt x="4455" y="153"/>
                  </a:cubicBezTo>
                  <a:lnTo>
                    <a:pt x="115" y="5089"/>
                  </a:lnTo>
                  <a:cubicBezTo>
                    <a:pt x="0" y="5218"/>
                    <a:pt x="20" y="5415"/>
                    <a:pt x="170" y="5510"/>
                  </a:cubicBezTo>
                  <a:cubicBezTo>
                    <a:pt x="416" y="5674"/>
                    <a:pt x="807" y="5881"/>
                    <a:pt x="1210" y="5881"/>
                  </a:cubicBezTo>
                  <a:cubicBezTo>
                    <a:pt x="1472" y="5881"/>
                    <a:pt x="1738" y="5793"/>
                    <a:pt x="1973" y="5550"/>
                  </a:cubicBezTo>
                  <a:cubicBezTo>
                    <a:pt x="2251" y="5265"/>
                    <a:pt x="4048" y="2533"/>
                    <a:pt x="5174" y="790"/>
                  </a:cubicBezTo>
                  <a:cubicBezTo>
                    <a:pt x="5269" y="641"/>
                    <a:pt x="5289" y="465"/>
                    <a:pt x="5235" y="302"/>
                  </a:cubicBezTo>
                  <a:cubicBezTo>
                    <a:pt x="5162" y="108"/>
                    <a:pt x="4980" y="0"/>
                    <a:pt x="4796"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0" name="Google Shape;14150;p66"/>
            <p:cNvSpPr/>
            <p:nvPr/>
          </p:nvSpPr>
          <p:spPr>
            <a:xfrm>
              <a:off x="1428642" y="3100260"/>
              <a:ext cx="30086" cy="36145"/>
            </a:xfrm>
            <a:custGeom>
              <a:avLst/>
              <a:gdLst/>
              <a:ahLst/>
              <a:cxnLst/>
              <a:rect l="l" t="t" r="r" b="b"/>
              <a:pathLst>
                <a:path w="1147" h="1378" extrusionOk="0">
                  <a:moveTo>
                    <a:pt x="577" y="1"/>
                  </a:moveTo>
                  <a:cubicBezTo>
                    <a:pt x="258" y="1"/>
                    <a:pt x="0" y="258"/>
                    <a:pt x="0" y="570"/>
                  </a:cubicBezTo>
                  <a:lnTo>
                    <a:pt x="0" y="801"/>
                  </a:lnTo>
                  <a:cubicBezTo>
                    <a:pt x="0" y="1120"/>
                    <a:pt x="258" y="1377"/>
                    <a:pt x="577" y="1377"/>
                  </a:cubicBezTo>
                  <a:cubicBezTo>
                    <a:pt x="889" y="1377"/>
                    <a:pt x="1146" y="1120"/>
                    <a:pt x="1146" y="801"/>
                  </a:cubicBezTo>
                  <a:lnTo>
                    <a:pt x="1146" y="570"/>
                  </a:lnTo>
                  <a:cubicBezTo>
                    <a:pt x="1146" y="258"/>
                    <a:pt x="889" y="1"/>
                    <a:pt x="57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1" name="Google Shape;14151;p66"/>
            <p:cNvSpPr/>
            <p:nvPr/>
          </p:nvSpPr>
          <p:spPr>
            <a:xfrm>
              <a:off x="1446609" y="3100443"/>
              <a:ext cx="12118" cy="23948"/>
            </a:xfrm>
            <a:custGeom>
              <a:avLst/>
              <a:gdLst/>
              <a:ahLst/>
              <a:cxnLst/>
              <a:rect l="l" t="t" r="r" b="b"/>
              <a:pathLst>
                <a:path w="462" h="913" extrusionOk="0">
                  <a:moveTo>
                    <a:pt x="0" y="1"/>
                  </a:moveTo>
                  <a:lnTo>
                    <a:pt x="0" y="679"/>
                  </a:lnTo>
                  <a:cubicBezTo>
                    <a:pt x="0" y="835"/>
                    <a:pt x="115" y="913"/>
                    <a:pt x="231" y="913"/>
                  </a:cubicBezTo>
                  <a:cubicBezTo>
                    <a:pt x="346" y="913"/>
                    <a:pt x="461" y="835"/>
                    <a:pt x="461" y="679"/>
                  </a:cubicBezTo>
                  <a:lnTo>
                    <a:pt x="461" y="570"/>
                  </a:lnTo>
                  <a:cubicBezTo>
                    <a:pt x="461" y="292"/>
                    <a:pt x="265" y="55"/>
                    <a:pt x="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2" name="Google Shape;14152;p66"/>
            <p:cNvSpPr/>
            <p:nvPr/>
          </p:nvSpPr>
          <p:spPr>
            <a:xfrm>
              <a:off x="1440734" y="3106319"/>
              <a:ext cx="11935" cy="11935"/>
            </a:xfrm>
            <a:custGeom>
              <a:avLst/>
              <a:gdLst/>
              <a:ahLst/>
              <a:cxnLst/>
              <a:rect l="l" t="t" r="r" b="b"/>
              <a:pathLst>
                <a:path w="455" h="455" extrusionOk="0">
                  <a:moveTo>
                    <a:pt x="231" y="0"/>
                  </a:moveTo>
                  <a:cubicBezTo>
                    <a:pt x="102" y="0"/>
                    <a:pt x="0" y="102"/>
                    <a:pt x="0" y="224"/>
                  </a:cubicBezTo>
                  <a:cubicBezTo>
                    <a:pt x="0" y="353"/>
                    <a:pt x="102" y="455"/>
                    <a:pt x="231" y="455"/>
                  </a:cubicBezTo>
                  <a:cubicBezTo>
                    <a:pt x="353" y="455"/>
                    <a:pt x="455" y="353"/>
                    <a:pt x="455" y="224"/>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3" name="Google Shape;14153;p66"/>
            <p:cNvSpPr/>
            <p:nvPr/>
          </p:nvSpPr>
          <p:spPr>
            <a:xfrm>
              <a:off x="1404615" y="3081584"/>
              <a:ext cx="56054" cy="96972"/>
            </a:xfrm>
            <a:custGeom>
              <a:avLst/>
              <a:gdLst/>
              <a:ahLst/>
              <a:cxnLst/>
              <a:rect l="l" t="t" r="r" b="b"/>
              <a:pathLst>
                <a:path w="2137" h="3697" extrusionOk="0">
                  <a:moveTo>
                    <a:pt x="604" y="1"/>
                  </a:moveTo>
                  <a:cubicBezTo>
                    <a:pt x="238" y="238"/>
                    <a:pt x="1" y="686"/>
                    <a:pt x="1" y="1398"/>
                  </a:cubicBezTo>
                  <a:cubicBezTo>
                    <a:pt x="1" y="2544"/>
                    <a:pt x="686" y="3696"/>
                    <a:pt x="1377" y="3696"/>
                  </a:cubicBezTo>
                  <a:cubicBezTo>
                    <a:pt x="1642" y="3696"/>
                    <a:pt x="1913" y="3513"/>
                    <a:pt x="2137" y="3235"/>
                  </a:cubicBezTo>
                  <a:cubicBezTo>
                    <a:pt x="1296" y="3201"/>
                    <a:pt x="455" y="1994"/>
                    <a:pt x="455" y="808"/>
                  </a:cubicBezTo>
                  <a:cubicBezTo>
                    <a:pt x="448" y="530"/>
                    <a:pt x="503" y="252"/>
                    <a:pt x="604" y="1"/>
                  </a:cubicBezTo>
                  <a:close/>
                </a:path>
              </a:pathLst>
            </a:custGeom>
            <a:solidFill>
              <a:srgbClr val="AFBE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4" name="Google Shape;14154;p66"/>
            <p:cNvSpPr/>
            <p:nvPr/>
          </p:nvSpPr>
          <p:spPr>
            <a:xfrm>
              <a:off x="1414582" y="3154005"/>
              <a:ext cx="76513" cy="54611"/>
            </a:xfrm>
            <a:custGeom>
              <a:avLst/>
              <a:gdLst/>
              <a:ahLst/>
              <a:cxnLst/>
              <a:rect l="l" t="t" r="r" b="b"/>
              <a:pathLst>
                <a:path w="2917" h="2082" extrusionOk="0">
                  <a:moveTo>
                    <a:pt x="2597" y="1"/>
                  </a:moveTo>
                  <a:cubicBezTo>
                    <a:pt x="2523" y="1"/>
                    <a:pt x="2448" y="38"/>
                    <a:pt x="2401" y="128"/>
                  </a:cubicBezTo>
                  <a:lnTo>
                    <a:pt x="1553" y="1620"/>
                  </a:lnTo>
                  <a:lnTo>
                    <a:pt x="306" y="1620"/>
                  </a:lnTo>
                  <a:cubicBezTo>
                    <a:pt x="1" y="1620"/>
                    <a:pt x="1" y="2081"/>
                    <a:pt x="306" y="2081"/>
                  </a:cubicBezTo>
                  <a:lnTo>
                    <a:pt x="1553" y="2081"/>
                  </a:lnTo>
                  <a:cubicBezTo>
                    <a:pt x="1716" y="2081"/>
                    <a:pt x="1865" y="1993"/>
                    <a:pt x="1947" y="1851"/>
                  </a:cubicBezTo>
                  <a:lnTo>
                    <a:pt x="2801" y="359"/>
                  </a:lnTo>
                  <a:cubicBezTo>
                    <a:pt x="2917" y="174"/>
                    <a:pt x="2757" y="1"/>
                    <a:pt x="2597"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5" name="Google Shape;14155;p66"/>
            <p:cNvSpPr/>
            <p:nvPr/>
          </p:nvSpPr>
          <p:spPr>
            <a:xfrm>
              <a:off x="1474702" y="3154372"/>
              <a:ext cx="32210" cy="54244"/>
            </a:xfrm>
            <a:custGeom>
              <a:avLst/>
              <a:gdLst/>
              <a:ahLst/>
              <a:cxnLst/>
              <a:rect l="l" t="t" r="r" b="b"/>
              <a:pathLst>
                <a:path w="1228" h="2068" extrusionOk="0">
                  <a:moveTo>
                    <a:pt x="997" y="1"/>
                  </a:moveTo>
                  <a:cubicBezTo>
                    <a:pt x="882" y="1"/>
                    <a:pt x="767" y="77"/>
                    <a:pt x="767" y="230"/>
                  </a:cubicBezTo>
                  <a:lnTo>
                    <a:pt x="767" y="1606"/>
                  </a:lnTo>
                  <a:lnTo>
                    <a:pt x="312" y="1606"/>
                  </a:lnTo>
                  <a:cubicBezTo>
                    <a:pt x="1" y="1606"/>
                    <a:pt x="1" y="2067"/>
                    <a:pt x="312" y="2067"/>
                  </a:cubicBezTo>
                  <a:lnTo>
                    <a:pt x="767" y="2067"/>
                  </a:lnTo>
                  <a:cubicBezTo>
                    <a:pt x="1024" y="2067"/>
                    <a:pt x="1228" y="1857"/>
                    <a:pt x="1228" y="1606"/>
                  </a:cubicBezTo>
                  <a:lnTo>
                    <a:pt x="1228" y="230"/>
                  </a:lnTo>
                  <a:cubicBezTo>
                    <a:pt x="1228" y="77"/>
                    <a:pt x="1113" y="1"/>
                    <a:pt x="997"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6" name="Google Shape;14156;p66"/>
            <p:cNvSpPr/>
            <p:nvPr/>
          </p:nvSpPr>
          <p:spPr>
            <a:xfrm>
              <a:off x="1469534" y="3061859"/>
              <a:ext cx="102664" cy="48027"/>
            </a:xfrm>
            <a:custGeom>
              <a:avLst/>
              <a:gdLst/>
              <a:ahLst/>
              <a:cxnLst/>
              <a:rect l="l" t="t" r="r" b="b"/>
              <a:pathLst>
                <a:path w="3914" h="1831" extrusionOk="0">
                  <a:moveTo>
                    <a:pt x="3405" y="0"/>
                  </a:moveTo>
                  <a:cubicBezTo>
                    <a:pt x="2998" y="604"/>
                    <a:pt x="1303" y="1227"/>
                    <a:pt x="1" y="1580"/>
                  </a:cubicBezTo>
                  <a:lnTo>
                    <a:pt x="75" y="1661"/>
                  </a:lnTo>
                  <a:cubicBezTo>
                    <a:pt x="320" y="1722"/>
                    <a:pt x="564" y="1777"/>
                    <a:pt x="808" y="1831"/>
                  </a:cubicBezTo>
                  <a:cubicBezTo>
                    <a:pt x="3242" y="1099"/>
                    <a:pt x="3791" y="312"/>
                    <a:pt x="391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57" name="Google Shape;14157;p66"/>
          <p:cNvGrpSpPr/>
          <p:nvPr/>
        </p:nvGrpSpPr>
        <p:grpSpPr>
          <a:xfrm>
            <a:off x="823707" y="1588417"/>
            <a:ext cx="370132" cy="370132"/>
            <a:chOff x="850795" y="1512217"/>
            <a:chExt cx="370132" cy="370132"/>
          </a:xfrm>
        </p:grpSpPr>
        <p:sp>
          <p:nvSpPr>
            <p:cNvPr id="14158" name="Google Shape;14158;p66"/>
            <p:cNvSpPr/>
            <p:nvPr/>
          </p:nvSpPr>
          <p:spPr>
            <a:xfrm>
              <a:off x="1089462" y="1512217"/>
              <a:ext cx="131465" cy="131281"/>
            </a:xfrm>
            <a:custGeom>
              <a:avLst/>
              <a:gdLst/>
              <a:ahLst/>
              <a:cxnLst/>
              <a:rect l="l" t="t" r="r" b="b"/>
              <a:pathLst>
                <a:path w="5012" h="5005" extrusionOk="0">
                  <a:moveTo>
                    <a:pt x="2503" y="0"/>
                  </a:moveTo>
                  <a:cubicBezTo>
                    <a:pt x="1126" y="0"/>
                    <a:pt x="1" y="1119"/>
                    <a:pt x="1" y="2502"/>
                  </a:cubicBezTo>
                  <a:cubicBezTo>
                    <a:pt x="1" y="3885"/>
                    <a:pt x="1126" y="5004"/>
                    <a:pt x="2503" y="5004"/>
                  </a:cubicBezTo>
                  <a:cubicBezTo>
                    <a:pt x="3886" y="5004"/>
                    <a:pt x="5012" y="3885"/>
                    <a:pt x="5012" y="2502"/>
                  </a:cubicBezTo>
                  <a:cubicBezTo>
                    <a:pt x="5012" y="1119"/>
                    <a:pt x="3886" y="0"/>
                    <a:pt x="2503"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9" name="Google Shape;14159;p66"/>
            <p:cNvSpPr/>
            <p:nvPr/>
          </p:nvSpPr>
          <p:spPr>
            <a:xfrm>
              <a:off x="1113488" y="1536034"/>
              <a:ext cx="83438" cy="83621"/>
            </a:xfrm>
            <a:custGeom>
              <a:avLst/>
              <a:gdLst/>
              <a:ahLst/>
              <a:cxnLst/>
              <a:rect l="l" t="t" r="r" b="b"/>
              <a:pathLst>
                <a:path w="3181" h="3188" extrusionOk="0">
                  <a:moveTo>
                    <a:pt x="1587" y="1"/>
                  </a:moveTo>
                  <a:cubicBezTo>
                    <a:pt x="712" y="1"/>
                    <a:pt x="0" y="713"/>
                    <a:pt x="0" y="1594"/>
                  </a:cubicBezTo>
                  <a:cubicBezTo>
                    <a:pt x="0" y="2476"/>
                    <a:pt x="712" y="3187"/>
                    <a:pt x="1587" y="3187"/>
                  </a:cubicBezTo>
                  <a:cubicBezTo>
                    <a:pt x="2468" y="3187"/>
                    <a:pt x="3180" y="2476"/>
                    <a:pt x="3180" y="1594"/>
                  </a:cubicBezTo>
                  <a:cubicBezTo>
                    <a:pt x="3180" y="713"/>
                    <a:pt x="2468" y="1"/>
                    <a:pt x="1587"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0" name="Google Shape;14160;p66"/>
            <p:cNvSpPr/>
            <p:nvPr/>
          </p:nvSpPr>
          <p:spPr>
            <a:xfrm>
              <a:off x="850795" y="1512217"/>
              <a:ext cx="131281" cy="131281"/>
            </a:xfrm>
            <a:custGeom>
              <a:avLst/>
              <a:gdLst/>
              <a:ahLst/>
              <a:cxnLst/>
              <a:rect l="l" t="t" r="r" b="b"/>
              <a:pathLst>
                <a:path w="5005" h="5005" extrusionOk="0">
                  <a:moveTo>
                    <a:pt x="2502" y="0"/>
                  </a:moveTo>
                  <a:cubicBezTo>
                    <a:pt x="1119" y="0"/>
                    <a:pt x="0" y="1119"/>
                    <a:pt x="0" y="2502"/>
                  </a:cubicBezTo>
                  <a:cubicBezTo>
                    <a:pt x="0" y="3885"/>
                    <a:pt x="1119" y="5004"/>
                    <a:pt x="2502" y="5004"/>
                  </a:cubicBezTo>
                  <a:cubicBezTo>
                    <a:pt x="3885" y="5004"/>
                    <a:pt x="5004" y="3885"/>
                    <a:pt x="5004" y="2502"/>
                  </a:cubicBezTo>
                  <a:cubicBezTo>
                    <a:pt x="5004" y="1119"/>
                    <a:pt x="3885" y="0"/>
                    <a:pt x="250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1" name="Google Shape;14161;p66"/>
            <p:cNvSpPr/>
            <p:nvPr/>
          </p:nvSpPr>
          <p:spPr>
            <a:xfrm>
              <a:off x="874612" y="1536034"/>
              <a:ext cx="83621" cy="83621"/>
            </a:xfrm>
            <a:custGeom>
              <a:avLst/>
              <a:gdLst/>
              <a:ahLst/>
              <a:cxnLst/>
              <a:rect l="l" t="t" r="r" b="b"/>
              <a:pathLst>
                <a:path w="3188" h="3188" extrusionOk="0">
                  <a:moveTo>
                    <a:pt x="1594" y="1"/>
                  </a:moveTo>
                  <a:cubicBezTo>
                    <a:pt x="713" y="1"/>
                    <a:pt x="1" y="713"/>
                    <a:pt x="1" y="1594"/>
                  </a:cubicBezTo>
                  <a:cubicBezTo>
                    <a:pt x="1" y="2476"/>
                    <a:pt x="713" y="3187"/>
                    <a:pt x="1594" y="3187"/>
                  </a:cubicBezTo>
                  <a:cubicBezTo>
                    <a:pt x="2476" y="3187"/>
                    <a:pt x="3188" y="2476"/>
                    <a:pt x="3188" y="1594"/>
                  </a:cubicBezTo>
                  <a:cubicBezTo>
                    <a:pt x="3188" y="713"/>
                    <a:pt x="2476" y="1"/>
                    <a:pt x="1594"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2" name="Google Shape;14162;p66"/>
            <p:cNvSpPr/>
            <p:nvPr/>
          </p:nvSpPr>
          <p:spPr>
            <a:xfrm>
              <a:off x="862703" y="1547942"/>
              <a:ext cx="346315" cy="334406"/>
            </a:xfrm>
            <a:custGeom>
              <a:avLst/>
              <a:gdLst/>
              <a:ahLst/>
              <a:cxnLst/>
              <a:rect l="l" t="t" r="r" b="b"/>
              <a:pathLst>
                <a:path w="13203" h="12749" extrusionOk="0">
                  <a:moveTo>
                    <a:pt x="6598" y="1"/>
                  </a:moveTo>
                  <a:cubicBezTo>
                    <a:pt x="2957" y="1"/>
                    <a:pt x="0" y="2856"/>
                    <a:pt x="0" y="6375"/>
                  </a:cubicBezTo>
                  <a:cubicBezTo>
                    <a:pt x="0" y="9894"/>
                    <a:pt x="2957" y="12748"/>
                    <a:pt x="6598" y="12748"/>
                  </a:cubicBezTo>
                  <a:cubicBezTo>
                    <a:pt x="10246" y="12748"/>
                    <a:pt x="13202" y="9894"/>
                    <a:pt x="13202" y="6375"/>
                  </a:cubicBezTo>
                  <a:cubicBezTo>
                    <a:pt x="13202" y="2856"/>
                    <a:pt x="10246" y="1"/>
                    <a:pt x="6598"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3" name="Google Shape;14163;p66"/>
            <p:cNvSpPr/>
            <p:nvPr/>
          </p:nvSpPr>
          <p:spPr>
            <a:xfrm>
              <a:off x="1058353" y="1661387"/>
              <a:ext cx="120789" cy="115202"/>
            </a:xfrm>
            <a:custGeom>
              <a:avLst/>
              <a:gdLst/>
              <a:ahLst/>
              <a:cxnLst/>
              <a:rect l="l" t="t" r="r" b="b"/>
              <a:pathLst>
                <a:path w="4605" h="4392" extrusionOk="0">
                  <a:moveTo>
                    <a:pt x="2016" y="1"/>
                  </a:moveTo>
                  <a:cubicBezTo>
                    <a:pt x="1720" y="1"/>
                    <a:pt x="1429" y="73"/>
                    <a:pt x="1166" y="226"/>
                  </a:cubicBezTo>
                  <a:cubicBezTo>
                    <a:pt x="244" y="761"/>
                    <a:pt x="0" y="2077"/>
                    <a:pt x="631" y="3162"/>
                  </a:cubicBezTo>
                  <a:cubicBezTo>
                    <a:pt x="1081" y="3940"/>
                    <a:pt x="1848" y="4391"/>
                    <a:pt x="2588" y="4391"/>
                  </a:cubicBezTo>
                  <a:cubicBezTo>
                    <a:pt x="2885" y="4391"/>
                    <a:pt x="3178" y="4319"/>
                    <a:pt x="3445" y="4165"/>
                  </a:cubicBezTo>
                  <a:cubicBezTo>
                    <a:pt x="4367" y="3636"/>
                    <a:pt x="4604" y="2321"/>
                    <a:pt x="3980" y="1229"/>
                  </a:cubicBezTo>
                  <a:cubicBezTo>
                    <a:pt x="3530" y="454"/>
                    <a:pt x="2757" y="1"/>
                    <a:pt x="201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4" name="Google Shape;14164;p66"/>
            <p:cNvSpPr/>
            <p:nvPr/>
          </p:nvSpPr>
          <p:spPr>
            <a:xfrm>
              <a:off x="862703" y="1552034"/>
              <a:ext cx="165249" cy="330131"/>
            </a:xfrm>
            <a:custGeom>
              <a:avLst/>
              <a:gdLst/>
              <a:ahLst/>
              <a:cxnLst/>
              <a:rect l="l" t="t" r="r" b="b"/>
              <a:pathLst>
                <a:path w="6300" h="12586" extrusionOk="0">
                  <a:moveTo>
                    <a:pt x="5167" y="1"/>
                  </a:moveTo>
                  <a:lnTo>
                    <a:pt x="5167" y="1"/>
                  </a:lnTo>
                  <a:cubicBezTo>
                    <a:pt x="2211" y="631"/>
                    <a:pt x="0" y="3174"/>
                    <a:pt x="0" y="6219"/>
                  </a:cubicBezTo>
                  <a:cubicBezTo>
                    <a:pt x="0" y="9636"/>
                    <a:pt x="2794" y="12430"/>
                    <a:pt x="6300" y="12586"/>
                  </a:cubicBezTo>
                  <a:cubicBezTo>
                    <a:pt x="3811" y="11569"/>
                    <a:pt x="2048" y="8999"/>
                    <a:pt x="2048" y="5995"/>
                  </a:cubicBezTo>
                  <a:cubicBezTo>
                    <a:pt x="2048" y="3459"/>
                    <a:pt x="3296" y="1242"/>
                    <a:pt x="5167" y="1"/>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5" name="Google Shape;14165;p66"/>
            <p:cNvSpPr/>
            <p:nvPr/>
          </p:nvSpPr>
          <p:spPr>
            <a:xfrm>
              <a:off x="1089462" y="1691315"/>
              <a:ext cx="35961" cy="41811"/>
            </a:xfrm>
            <a:custGeom>
              <a:avLst/>
              <a:gdLst/>
              <a:ahLst/>
              <a:cxnLst/>
              <a:rect l="l" t="t" r="r" b="b"/>
              <a:pathLst>
                <a:path w="1371" h="1594" extrusionOk="0">
                  <a:moveTo>
                    <a:pt x="685" y="0"/>
                  </a:moveTo>
                  <a:cubicBezTo>
                    <a:pt x="306" y="0"/>
                    <a:pt x="1" y="305"/>
                    <a:pt x="1" y="685"/>
                  </a:cubicBezTo>
                  <a:lnTo>
                    <a:pt x="1" y="909"/>
                  </a:lnTo>
                  <a:cubicBezTo>
                    <a:pt x="1" y="1288"/>
                    <a:pt x="306" y="1593"/>
                    <a:pt x="685" y="1593"/>
                  </a:cubicBezTo>
                  <a:cubicBezTo>
                    <a:pt x="1065" y="1593"/>
                    <a:pt x="1370" y="1288"/>
                    <a:pt x="1370" y="909"/>
                  </a:cubicBezTo>
                  <a:lnTo>
                    <a:pt x="1370" y="685"/>
                  </a:lnTo>
                  <a:cubicBezTo>
                    <a:pt x="1370" y="305"/>
                    <a:pt x="1065" y="0"/>
                    <a:pt x="685"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6" name="Google Shape;14166;p66"/>
            <p:cNvSpPr/>
            <p:nvPr/>
          </p:nvSpPr>
          <p:spPr>
            <a:xfrm>
              <a:off x="1107429" y="1691315"/>
              <a:ext cx="17994" cy="29771"/>
            </a:xfrm>
            <a:custGeom>
              <a:avLst/>
              <a:gdLst/>
              <a:ahLst/>
              <a:cxnLst/>
              <a:rect l="l" t="t" r="r" b="b"/>
              <a:pathLst>
                <a:path w="686" h="1135" extrusionOk="0">
                  <a:moveTo>
                    <a:pt x="0" y="0"/>
                  </a:moveTo>
                  <a:lnTo>
                    <a:pt x="0" y="793"/>
                  </a:lnTo>
                  <a:cubicBezTo>
                    <a:pt x="0" y="1021"/>
                    <a:pt x="172" y="1134"/>
                    <a:pt x="343" y="1134"/>
                  </a:cubicBezTo>
                  <a:cubicBezTo>
                    <a:pt x="514" y="1134"/>
                    <a:pt x="685" y="1021"/>
                    <a:pt x="685" y="793"/>
                  </a:cubicBezTo>
                  <a:lnTo>
                    <a:pt x="685" y="685"/>
                  </a:lnTo>
                  <a:cubicBezTo>
                    <a:pt x="685" y="305"/>
                    <a:pt x="380" y="0"/>
                    <a:pt x="0"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7" name="Google Shape;14167;p66"/>
            <p:cNvSpPr/>
            <p:nvPr/>
          </p:nvSpPr>
          <p:spPr>
            <a:xfrm>
              <a:off x="1101554" y="1697164"/>
              <a:ext cx="11961" cy="11961"/>
            </a:xfrm>
            <a:custGeom>
              <a:avLst/>
              <a:gdLst/>
              <a:ahLst/>
              <a:cxnLst/>
              <a:rect l="l" t="t" r="r" b="b"/>
              <a:pathLst>
                <a:path w="456" h="456" extrusionOk="0">
                  <a:moveTo>
                    <a:pt x="224" y="1"/>
                  </a:moveTo>
                  <a:cubicBezTo>
                    <a:pt x="96" y="1"/>
                    <a:pt x="1" y="103"/>
                    <a:pt x="1" y="231"/>
                  </a:cubicBezTo>
                  <a:cubicBezTo>
                    <a:pt x="1" y="353"/>
                    <a:pt x="96" y="455"/>
                    <a:pt x="224" y="455"/>
                  </a:cubicBezTo>
                  <a:cubicBezTo>
                    <a:pt x="353" y="455"/>
                    <a:pt x="455" y="353"/>
                    <a:pt x="455" y="231"/>
                  </a:cubicBezTo>
                  <a:cubicBezTo>
                    <a:pt x="455" y="103"/>
                    <a:pt x="353" y="1"/>
                    <a:pt x="2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8" name="Google Shape;14168;p66"/>
            <p:cNvSpPr/>
            <p:nvPr/>
          </p:nvSpPr>
          <p:spPr>
            <a:xfrm>
              <a:off x="976174" y="1780759"/>
              <a:ext cx="119373" cy="77562"/>
            </a:xfrm>
            <a:custGeom>
              <a:avLst/>
              <a:gdLst/>
              <a:ahLst/>
              <a:cxnLst/>
              <a:rect l="l" t="t" r="r" b="b"/>
              <a:pathLst>
                <a:path w="4551" h="2957" extrusionOk="0">
                  <a:moveTo>
                    <a:pt x="1390" y="1"/>
                  </a:moveTo>
                  <a:cubicBezTo>
                    <a:pt x="624" y="1"/>
                    <a:pt x="0" y="408"/>
                    <a:pt x="0" y="909"/>
                  </a:cubicBezTo>
                  <a:cubicBezTo>
                    <a:pt x="0" y="1214"/>
                    <a:pt x="224" y="1479"/>
                    <a:pt x="570" y="1648"/>
                  </a:cubicBezTo>
                  <a:cubicBezTo>
                    <a:pt x="604" y="2374"/>
                    <a:pt x="1356" y="2957"/>
                    <a:pt x="2272" y="2957"/>
                  </a:cubicBezTo>
                  <a:cubicBezTo>
                    <a:pt x="3194" y="2957"/>
                    <a:pt x="3940" y="2374"/>
                    <a:pt x="3981" y="1648"/>
                  </a:cubicBezTo>
                  <a:cubicBezTo>
                    <a:pt x="4326" y="1479"/>
                    <a:pt x="4550" y="1214"/>
                    <a:pt x="4550" y="909"/>
                  </a:cubicBezTo>
                  <a:cubicBezTo>
                    <a:pt x="4550" y="408"/>
                    <a:pt x="3926" y="1"/>
                    <a:pt x="3160" y="1"/>
                  </a:cubicBezTo>
                  <a:cubicBezTo>
                    <a:pt x="2848" y="1"/>
                    <a:pt x="2550" y="68"/>
                    <a:pt x="2272" y="211"/>
                  </a:cubicBezTo>
                  <a:cubicBezTo>
                    <a:pt x="2001" y="68"/>
                    <a:pt x="1696" y="1"/>
                    <a:pt x="139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9" name="Google Shape;14169;p66"/>
            <p:cNvSpPr/>
            <p:nvPr/>
          </p:nvSpPr>
          <p:spPr>
            <a:xfrm>
              <a:off x="1006050" y="1762976"/>
              <a:ext cx="59621" cy="41653"/>
            </a:xfrm>
            <a:custGeom>
              <a:avLst/>
              <a:gdLst/>
              <a:ahLst/>
              <a:cxnLst/>
              <a:rect l="l" t="t" r="r" b="b"/>
              <a:pathLst>
                <a:path w="2273" h="1588" extrusionOk="0">
                  <a:moveTo>
                    <a:pt x="1133" y="1"/>
                  </a:moveTo>
                  <a:cubicBezTo>
                    <a:pt x="509" y="1"/>
                    <a:pt x="1" y="306"/>
                    <a:pt x="1" y="679"/>
                  </a:cubicBezTo>
                  <a:cubicBezTo>
                    <a:pt x="1" y="1058"/>
                    <a:pt x="509" y="1587"/>
                    <a:pt x="1133" y="1587"/>
                  </a:cubicBezTo>
                  <a:cubicBezTo>
                    <a:pt x="1763" y="1587"/>
                    <a:pt x="2272" y="1058"/>
                    <a:pt x="2272" y="679"/>
                  </a:cubicBezTo>
                  <a:cubicBezTo>
                    <a:pt x="2272" y="306"/>
                    <a:pt x="1763" y="1"/>
                    <a:pt x="1133"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0" name="Google Shape;14170;p66"/>
            <p:cNvSpPr/>
            <p:nvPr/>
          </p:nvSpPr>
          <p:spPr>
            <a:xfrm>
              <a:off x="975282" y="1798360"/>
              <a:ext cx="121156" cy="33024"/>
            </a:xfrm>
            <a:custGeom>
              <a:avLst/>
              <a:gdLst/>
              <a:ahLst/>
              <a:cxnLst/>
              <a:rect l="l" t="t" r="r" b="b"/>
              <a:pathLst>
                <a:path w="4619" h="1259" extrusionOk="0">
                  <a:moveTo>
                    <a:pt x="254" y="0"/>
                  </a:moveTo>
                  <a:cubicBezTo>
                    <a:pt x="154" y="0"/>
                    <a:pt x="55" y="61"/>
                    <a:pt x="34" y="198"/>
                  </a:cubicBezTo>
                  <a:cubicBezTo>
                    <a:pt x="0" y="448"/>
                    <a:pt x="75" y="706"/>
                    <a:pt x="251" y="889"/>
                  </a:cubicBezTo>
                  <a:cubicBezTo>
                    <a:pt x="475" y="1133"/>
                    <a:pt x="855" y="1255"/>
                    <a:pt x="1370" y="1255"/>
                  </a:cubicBezTo>
                  <a:cubicBezTo>
                    <a:pt x="1553" y="1255"/>
                    <a:pt x="1730" y="1242"/>
                    <a:pt x="1913" y="1221"/>
                  </a:cubicBezTo>
                  <a:cubicBezTo>
                    <a:pt x="2045" y="1201"/>
                    <a:pt x="2177" y="1191"/>
                    <a:pt x="2309" y="1191"/>
                  </a:cubicBezTo>
                  <a:cubicBezTo>
                    <a:pt x="2441" y="1191"/>
                    <a:pt x="2574" y="1201"/>
                    <a:pt x="2706" y="1221"/>
                  </a:cubicBezTo>
                  <a:cubicBezTo>
                    <a:pt x="2899" y="1246"/>
                    <a:pt x="3078" y="1258"/>
                    <a:pt x="3243" y="1258"/>
                  </a:cubicBezTo>
                  <a:cubicBezTo>
                    <a:pt x="3762" y="1258"/>
                    <a:pt x="4141" y="1136"/>
                    <a:pt x="4367" y="889"/>
                  </a:cubicBezTo>
                  <a:cubicBezTo>
                    <a:pt x="4543" y="706"/>
                    <a:pt x="4618" y="448"/>
                    <a:pt x="4577" y="198"/>
                  </a:cubicBezTo>
                  <a:cubicBezTo>
                    <a:pt x="4553" y="88"/>
                    <a:pt x="4458" y="11"/>
                    <a:pt x="4350" y="11"/>
                  </a:cubicBezTo>
                  <a:cubicBezTo>
                    <a:pt x="4338" y="11"/>
                    <a:pt x="4326" y="12"/>
                    <a:pt x="4313" y="15"/>
                  </a:cubicBezTo>
                  <a:cubicBezTo>
                    <a:pt x="4191" y="42"/>
                    <a:pt x="4110" y="157"/>
                    <a:pt x="4130" y="279"/>
                  </a:cubicBezTo>
                  <a:cubicBezTo>
                    <a:pt x="4143" y="394"/>
                    <a:pt x="4110" y="503"/>
                    <a:pt x="4028" y="584"/>
                  </a:cubicBezTo>
                  <a:cubicBezTo>
                    <a:pt x="3944" y="674"/>
                    <a:pt x="3735" y="801"/>
                    <a:pt x="3245" y="801"/>
                  </a:cubicBezTo>
                  <a:cubicBezTo>
                    <a:pt x="3107" y="801"/>
                    <a:pt x="2946" y="791"/>
                    <a:pt x="2760" y="767"/>
                  </a:cubicBezTo>
                  <a:cubicBezTo>
                    <a:pt x="2686" y="754"/>
                    <a:pt x="2611" y="747"/>
                    <a:pt x="2536" y="747"/>
                  </a:cubicBezTo>
                  <a:lnTo>
                    <a:pt x="2536" y="170"/>
                  </a:lnTo>
                  <a:cubicBezTo>
                    <a:pt x="2536" y="42"/>
                    <a:pt x="2435" y="8"/>
                    <a:pt x="2306" y="8"/>
                  </a:cubicBezTo>
                  <a:cubicBezTo>
                    <a:pt x="2184" y="8"/>
                    <a:pt x="2082" y="42"/>
                    <a:pt x="2082" y="170"/>
                  </a:cubicBezTo>
                  <a:lnTo>
                    <a:pt x="2082" y="747"/>
                  </a:lnTo>
                  <a:cubicBezTo>
                    <a:pt x="2001" y="747"/>
                    <a:pt x="1926" y="754"/>
                    <a:pt x="1852" y="767"/>
                  </a:cubicBezTo>
                  <a:cubicBezTo>
                    <a:pt x="1667" y="791"/>
                    <a:pt x="1507" y="801"/>
                    <a:pt x="1370" y="801"/>
                  </a:cubicBezTo>
                  <a:cubicBezTo>
                    <a:pt x="883" y="801"/>
                    <a:pt x="674" y="674"/>
                    <a:pt x="584" y="584"/>
                  </a:cubicBezTo>
                  <a:cubicBezTo>
                    <a:pt x="509" y="503"/>
                    <a:pt x="468" y="394"/>
                    <a:pt x="482" y="286"/>
                  </a:cubicBezTo>
                  <a:cubicBezTo>
                    <a:pt x="524" y="108"/>
                    <a:pt x="388" y="0"/>
                    <a:pt x="254"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1" name="Google Shape;14171;p66"/>
            <p:cNvSpPr/>
            <p:nvPr/>
          </p:nvSpPr>
          <p:spPr>
            <a:xfrm>
              <a:off x="1006050" y="1765992"/>
              <a:ext cx="49470" cy="38820"/>
            </a:xfrm>
            <a:custGeom>
              <a:avLst/>
              <a:gdLst/>
              <a:ahLst/>
              <a:cxnLst/>
              <a:rect l="l" t="t" r="r" b="b"/>
              <a:pathLst>
                <a:path w="1886" h="1480" extrusionOk="0">
                  <a:moveTo>
                    <a:pt x="502" y="1"/>
                  </a:moveTo>
                  <a:cubicBezTo>
                    <a:pt x="197" y="123"/>
                    <a:pt x="1" y="333"/>
                    <a:pt x="1" y="564"/>
                  </a:cubicBezTo>
                  <a:cubicBezTo>
                    <a:pt x="1" y="943"/>
                    <a:pt x="509" y="1479"/>
                    <a:pt x="1133" y="1479"/>
                  </a:cubicBezTo>
                  <a:cubicBezTo>
                    <a:pt x="1411" y="1472"/>
                    <a:pt x="1675" y="1377"/>
                    <a:pt x="1886" y="1201"/>
                  </a:cubicBezTo>
                  <a:lnTo>
                    <a:pt x="1886" y="1201"/>
                  </a:lnTo>
                  <a:cubicBezTo>
                    <a:pt x="1791" y="1228"/>
                    <a:pt x="1689" y="1249"/>
                    <a:pt x="1594" y="1249"/>
                  </a:cubicBezTo>
                  <a:cubicBezTo>
                    <a:pt x="963" y="1249"/>
                    <a:pt x="455" y="638"/>
                    <a:pt x="455" y="211"/>
                  </a:cubicBezTo>
                  <a:cubicBezTo>
                    <a:pt x="455" y="136"/>
                    <a:pt x="468" y="62"/>
                    <a:pt x="50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2" name="Google Shape;14172;p66"/>
            <p:cNvSpPr/>
            <p:nvPr/>
          </p:nvSpPr>
          <p:spPr>
            <a:xfrm>
              <a:off x="892396" y="1661387"/>
              <a:ext cx="120789" cy="115202"/>
            </a:xfrm>
            <a:custGeom>
              <a:avLst/>
              <a:gdLst/>
              <a:ahLst/>
              <a:cxnLst/>
              <a:rect l="l" t="t" r="r" b="b"/>
              <a:pathLst>
                <a:path w="4605" h="4392" extrusionOk="0">
                  <a:moveTo>
                    <a:pt x="2593" y="1"/>
                  </a:moveTo>
                  <a:cubicBezTo>
                    <a:pt x="1851" y="1"/>
                    <a:pt x="1082" y="454"/>
                    <a:pt x="631" y="1229"/>
                  </a:cubicBezTo>
                  <a:cubicBezTo>
                    <a:pt x="1" y="2321"/>
                    <a:pt x="245" y="3636"/>
                    <a:pt x="1167" y="4165"/>
                  </a:cubicBezTo>
                  <a:cubicBezTo>
                    <a:pt x="1431" y="4319"/>
                    <a:pt x="1723" y="4391"/>
                    <a:pt x="2020" y="4391"/>
                  </a:cubicBezTo>
                  <a:cubicBezTo>
                    <a:pt x="2760" y="4391"/>
                    <a:pt x="3531" y="3940"/>
                    <a:pt x="3981" y="3162"/>
                  </a:cubicBezTo>
                  <a:cubicBezTo>
                    <a:pt x="4605" y="2077"/>
                    <a:pt x="4367" y="761"/>
                    <a:pt x="3445" y="226"/>
                  </a:cubicBezTo>
                  <a:cubicBezTo>
                    <a:pt x="3180" y="73"/>
                    <a:pt x="2889" y="1"/>
                    <a:pt x="259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3" name="Google Shape;14173;p66"/>
            <p:cNvSpPr/>
            <p:nvPr/>
          </p:nvSpPr>
          <p:spPr>
            <a:xfrm>
              <a:off x="946298" y="1691315"/>
              <a:ext cx="35778" cy="41811"/>
            </a:xfrm>
            <a:custGeom>
              <a:avLst/>
              <a:gdLst/>
              <a:ahLst/>
              <a:cxnLst/>
              <a:rect l="l" t="t" r="r" b="b"/>
              <a:pathLst>
                <a:path w="1364" h="1594" extrusionOk="0">
                  <a:moveTo>
                    <a:pt x="685" y="0"/>
                  </a:moveTo>
                  <a:cubicBezTo>
                    <a:pt x="305" y="0"/>
                    <a:pt x="0" y="305"/>
                    <a:pt x="7" y="685"/>
                  </a:cubicBezTo>
                  <a:lnTo>
                    <a:pt x="7" y="909"/>
                  </a:lnTo>
                  <a:cubicBezTo>
                    <a:pt x="0" y="1282"/>
                    <a:pt x="305" y="1587"/>
                    <a:pt x="685" y="1593"/>
                  </a:cubicBezTo>
                  <a:cubicBezTo>
                    <a:pt x="1058" y="1593"/>
                    <a:pt x="1363" y="1288"/>
                    <a:pt x="1363" y="909"/>
                  </a:cubicBezTo>
                  <a:lnTo>
                    <a:pt x="1363" y="678"/>
                  </a:lnTo>
                  <a:cubicBezTo>
                    <a:pt x="1363" y="305"/>
                    <a:pt x="1058" y="0"/>
                    <a:pt x="685"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4" name="Google Shape;14174;p66"/>
            <p:cNvSpPr/>
            <p:nvPr/>
          </p:nvSpPr>
          <p:spPr>
            <a:xfrm>
              <a:off x="964266" y="1691315"/>
              <a:ext cx="17810" cy="29771"/>
            </a:xfrm>
            <a:custGeom>
              <a:avLst/>
              <a:gdLst/>
              <a:ahLst/>
              <a:cxnLst/>
              <a:rect l="l" t="t" r="r" b="b"/>
              <a:pathLst>
                <a:path w="679" h="1135" extrusionOk="0">
                  <a:moveTo>
                    <a:pt x="0" y="0"/>
                  </a:moveTo>
                  <a:lnTo>
                    <a:pt x="0" y="793"/>
                  </a:lnTo>
                  <a:cubicBezTo>
                    <a:pt x="0" y="1021"/>
                    <a:pt x="170" y="1134"/>
                    <a:pt x="339" y="1134"/>
                  </a:cubicBezTo>
                  <a:cubicBezTo>
                    <a:pt x="509" y="1134"/>
                    <a:pt x="678" y="1021"/>
                    <a:pt x="678" y="793"/>
                  </a:cubicBezTo>
                  <a:lnTo>
                    <a:pt x="678" y="685"/>
                  </a:lnTo>
                  <a:cubicBezTo>
                    <a:pt x="678" y="305"/>
                    <a:pt x="373" y="0"/>
                    <a:pt x="0"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5" name="Google Shape;14175;p66"/>
            <p:cNvSpPr/>
            <p:nvPr/>
          </p:nvSpPr>
          <p:spPr>
            <a:xfrm>
              <a:off x="958207" y="1697164"/>
              <a:ext cx="11935" cy="11961"/>
            </a:xfrm>
            <a:custGeom>
              <a:avLst/>
              <a:gdLst/>
              <a:ahLst/>
              <a:cxnLst/>
              <a:rect l="l" t="t" r="r" b="b"/>
              <a:pathLst>
                <a:path w="455" h="456" extrusionOk="0">
                  <a:moveTo>
                    <a:pt x="231" y="1"/>
                  </a:moveTo>
                  <a:cubicBezTo>
                    <a:pt x="102" y="1"/>
                    <a:pt x="1" y="103"/>
                    <a:pt x="1" y="231"/>
                  </a:cubicBezTo>
                  <a:cubicBezTo>
                    <a:pt x="1" y="353"/>
                    <a:pt x="102" y="455"/>
                    <a:pt x="231" y="455"/>
                  </a:cubicBezTo>
                  <a:cubicBezTo>
                    <a:pt x="353" y="455"/>
                    <a:pt x="455" y="353"/>
                    <a:pt x="455" y="231"/>
                  </a:cubicBezTo>
                  <a:cubicBezTo>
                    <a:pt x="455" y="103"/>
                    <a:pt x="353" y="1"/>
                    <a:pt x="2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76" name="Google Shape;14176;p66"/>
          <p:cNvGrpSpPr/>
          <p:nvPr/>
        </p:nvGrpSpPr>
        <p:grpSpPr>
          <a:xfrm>
            <a:off x="8011409" y="2982279"/>
            <a:ext cx="236568" cy="370105"/>
            <a:chOff x="8038497" y="2906079"/>
            <a:chExt cx="236568" cy="370105"/>
          </a:xfrm>
        </p:grpSpPr>
        <p:sp>
          <p:nvSpPr>
            <p:cNvPr id="14177" name="Google Shape;14177;p66"/>
            <p:cNvSpPr/>
            <p:nvPr/>
          </p:nvSpPr>
          <p:spPr>
            <a:xfrm>
              <a:off x="8114616" y="3032508"/>
              <a:ext cx="55345" cy="237801"/>
            </a:xfrm>
            <a:custGeom>
              <a:avLst/>
              <a:gdLst/>
              <a:ahLst/>
              <a:cxnLst/>
              <a:rect l="l" t="t" r="r" b="b"/>
              <a:pathLst>
                <a:path w="2110" h="9066" extrusionOk="0">
                  <a:moveTo>
                    <a:pt x="1370" y="0"/>
                  </a:moveTo>
                  <a:cubicBezTo>
                    <a:pt x="0" y="3275"/>
                    <a:pt x="373" y="9066"/>
                    <a:pt x="373" y="9066"/>
                  </a:cubicBezTo>
                  <a:lnTo>
                    <a:pt x="1723" y="9066"/>
                  </a:lnTo>
                  <a:cubicBezTo>
                    <a:pt x="1723" y="9066"/>
                    <a:pt x="943" y="3696"/>
                    <a:pt x="2109" y="285"/>
                  </a:cubicBezTo>
                  <a:lnTo>
                    <a:pt x="1370" y="0"/>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8" name="Google Shape;14178;p66"/>
            <p:cNvSpPr/>
            <p:nvPr/>
          </p:nvSpPr>
          <p:spPr>
            <a:xfrm>
              <a:off x="8114800" y="2997123"/>
              <a:ext cx="83070" cy="273185"/>
            </a:xfrm>
            <a:custGeom>
              <a:avLst/>
              <a:gdLst/>
              <a:ahLst/>
              <a:cxnLst/>
              <a:rect l="l" t="t" r="r" b="b"/>
              <a:pathLst>
                <a:path w="3167" h="10415" extrusionOk="0">
                  <a:moveTo>
                    <a:pt x="1105" y="0"/>
                  </a:moveTo>
                  <a:cubicBezTo>
                    <a:pt x="848" y="454"/>
                    <a:pt x="949" y="1031"/>
                    <a:pt x="1356" y="1370"/>
                  </a:cubicBezTo>
                  <a:cubicBezTo>
                    <a:pt x="0" y="4651"/>
                    <a:pt x="366" y="10415"/>
                    <a:pt x="366" y="10415"/>
                  </a:cubicBezTo>
                  <a:lnTo>
                    <a:pt x="997" y="10415"/>
                  </a:lnTo>
                  <a:cubicBezTo>
                    <a:pt x="922" y="9357"/>
                    <a:pt x="692" y="4760"/>
                    <a:pt x="1594" y="1756"/>
                  </a:cubicBezTo>
                  <a:cubicBezTo>
                    <a:pt x="1622" y="1665"/>
                    <a:pt x="1708" y="1607"/>
                    <a:pt x="1803" y="1607"/>
                  </a:cubicBezTo>
                  <a:cubicBezTo>
                    <a:pt x="1821" y="1607"/>
                    <a:pt x="1840" y="1609"/>
                    <a:pt x="1858" y="1614"/>
                  </a:cubicBezTo>
                  <a:cubicBezTo>
                    <a:pt x="1926" y="1627"/>
                    <a:pt x="1994" y="1634"/>
                    <a:pt x="2068" y="1634"/>
                  </a:cubicBezTo>
                  <a:cubicBezTo>
                    <a:pt x="2665" y="1634"/>
                    <a:pt x="3146" y="1166"/>
                    <a:pt x="3167" y="570"/>
                  </a:cubicBezTo>
                  <a:cubicBezTo>
                    <a:pt x="2482" y="366"/>
                    <a:pt x="1797" y="170"/>
                    <a:pt x="1105"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9" name="Google Shape;14179;p66"/>
            <p:cNvSpPr/>
            <p:nvPr/>
          </p:nvSpPr>
          <p:spPr>
            <a:xfrm>
              <a:off x="8104649" y="3264433"/>
              <a:ext cx="74729" cy="11751"/>
            </a:xfrm>
            <a:custGeom>
              <a:avLst/>
              <a:gdLst/>
              <a:ahLst/>
              <a:cxnLst/>
              <a:rect l="l" t="t" r="r" b="b"/>
              <a:pathLst>
                <a:path w="2849" h="448" extrusionOk="0">
                  <a:moveTo>
                    <a:pt x="299" y="0"/>
                  </a:moveTo>
                  <a:cubicBezTo>
                    <a:pt x="1" y="0"/>
                    <a:pt x="1" y="448"/>
                    <a:pt x="299" y="448"/>
                  </a:cubicBezTo>
                  <a:lnTo>
                    <a:pt x="2550" y="448"/>
                  </a:lnTo>
                  <a:cubicBezTo>
                    <a:pt x="2849" y="448"/>
                    <a:pt x="2849" y="0"/>
                    <a:pt x="2550"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0" name="Google Shape;14180;p66"/>
            <p:cNvSpPr/>
            <p:nvPr/>
          </p:nvSpPr>
          <p:spPr>
            <a:xfrm>
              <a:off x="8139666" y="2906079"/>
              <a:ext cx="60355" cy="104763"/>
            </a:xfrm>
            <a:custGeom>
              <a:avLst/>
              <a:gdLst/>
              <a:ahLst/>
              <a:cxnLst/>
              <a:rect l="l" t="t" r="r" b="b"/>
              <a:pathLst>
                <a:path w="2301" h="3994" extrusionOk="0">
                  <a:moveTo>
                    <a:pt x="177" y="0"/>
                  </a:moveTo>
                  <a:cubicBezTo>
                    <a:pt x="75" y="0"/>
                    <a:pt x="1" y="107"/>
                    <a:pt x="49" y="203"/>
                  </a:cubicBezTo>
                  <a:cubicBezTo>
                    <a:pt x="327" y="833"/>
                    <a:pt x="1025" y="2508"/>
                    <a:pt x="1215" y="3993"/>
                  </a:cubicBezTo>
                  <a:cubicBezTo>
                    <a:pt x="2300" y="2644"/>
                    <a:pt x="2198" y="1871"/>
                    <a:pt x="1995" y="1444"/>
                  </a:cubicBezTo>
                  <a:cubicBezTo>
                    <a:pt x="1547" y="501"/>
                    <a:pt x="666" y="135"/>
                    <a:pt x="218" y="6"/>
                  </a:cubicBezTo>
                  <a:cubicBezTo>
                    <a:pt x="204" y="2"/>
                    <a:pt x="190" y="0"/>
                    <a:pt x="177"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1" name="Google Shape;14181;p66"/>
            <p:cNvSpPr/>
            <p:nvPr/>
          </p:nvSpPr>
          <p:spPr>
            <a:xfrm>
              <a:off x="8038497" y="2975169"/>
              <a:ext cx="133065" cy="50598"/>
            </a:xfrm>
            <a:custGeom>
              <a:avLst/>
              <a:gdLst/>
              <a:ahLst/>
              <a:cxnLst/>
              <a:rect l="l" t="t" r="r" b="b"/>
              <a:pathLst>
                <a:path w="5073" h="1929" extrusionOk="0">
                  <a:moveTo>
                    <a:pt x="2830" y="0"/>
                  </a:moveTo>
                  <a:cubicBezTo>
                    <a:pt x="2617" y="0"/>
                    <a:pt x="2416" y="22"/>
                    <a:pt x="2238" y="57"/>
                  </a:cubicBezTo>
                  <a:cubicBezTo>
                    <a:pt x="1051" y="288"/>
                    <a:pt x="333" y="1278"/>
                    <a:pt x="48" y="1766"/>
                  </a:cubicBezTo>
                  <a:cubicBezTo>
                    <a:pt x="0" y="1837"/>
                    <a:pt x="61" y="1928"/>
                    <a:pt x="140" y="1928"/>
                  </a:cubicBezTo>
                  <a:cubicBezTo>
                    <a:pt x="152" y="1928"/>
                    <a:pt x="164" y="1926"/>
                    <a:pt x="177" y="1922"/>
                  </a:cubicBezTo>
                  <a:cubicBezTo>
                    <a:pt x="732" y="1710"/>
                    <a:pt x="2087" y="1270"/>
                    <a:pt x="3776" y="1270"/>
                  </a:cubicBezTo>
                  <a:cubicBezTo>
                    <a:pt x="4190" y="1270"/>
                    <a:pt x="4625" y="1296"/>
                    <a:pt x="5072" y="1359"/>
                  </a:cubicBezTo>
                  <a:cubicBezTo>
                    <a:pt x="4545" y="298"/>
                    <a:pt x="3611" y="0"/>
                    <a:pt x="2830"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2" name="Google Shape;14182;p66"/>
            <p:cNvSpPr/>
            <p:nvPr/>
          </p:nvSpPr>
          <p:spPr>
            <a:xfrm>
              <a:off x="8171535" y="2996048"/>
              <a:ext cx="93221" cy="82152"/>
            </a:xfrm>
            <a:custGeom>
              <a:avLst/>
              <a:gdLst/>
              <a:ahLst/>
              <a:cxnLst/>
              <a:rect l="l" t="t" r="r" b="b"/>
              <a:pathLst>
                <a:path w="3554" h="3132" extrusionOk="0">
                  <a:moveTo>
                    <a:pt x="1261" y="0"/>
                  </a:moveTo>
                  <a:cubicBezTo>
                    <a:pt x="469" y="0"/>
                    <a:pt x="0" y="563"/>
                    <a:pt x="0" y="563"/>
                  </a:cubicBezTo>
                  <a:cubicBezTo>
                    <a:pt x="1736" y="1221"/>
                    <a:pt x="2835" y="2482"/>
                    <a:pt x="3282" y="3079"/>
                  </a:cubicBezTo>
                  <a:cubicBezTo>
                    <a:pt x="3313" y="3115"/>
                    <a:pt x="3354" y="3131"/>
                    <a:pt x="3394" y="3131"/>
                  </a:cubicBezTo>
                  <a:cubicBezTo>
                    <a:pt x="3466" y="3131"/>
                    <a:pt x="3535" y="3078"/>
                    <a:pt x="3540" y="2991"/>
                  </a:cubicBezTo>
                  <a:cubicBezTo>
                    <a:pt x="3553" y="2414"/>
                    <a:pt x="3499" y="1234"/>
                    <a:pt x="2740" y="617"/>
                  </a:cubicBezTo>
                  <a:cubicBezTo>
                    <a:pt x="2173" y="153"/>
                    <a:pt x="1673" y="0"/>
                    <a:pt x="1261"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3" name="Google Shape;14183;p66"/>
            <p:cNvSpPr/>
            <p:nvPr/>
          </p:nvSpPr>
          <p:spPr>
            <a:xfrm>
              <a:off x="8067297" y="2917646"/>
              <a:ext cx="207768" cy="93195"/>
            </a:xfrm>
            <a:custGeom>
              <a:avLst/>
              <a:gdLst/>
              <a:ahLst/>
              <a:cxnLst/>
              <a:rect l="l" t="t" r="r" b="b"/>
              <a:pathLst>
                <a:path w="7921" h="3553" extrusionOk="0">
                  <a:moveTo>
                    <a:pt x="1147" y="0"/>
                  </a:moveTo>
                  <a:cubicBezTo>
                    <a:pt x="773" y="0"/>
                    <a:pt x="433" y="58"/>
                    <a:pt x="163" y="128"/>
                  </a:cubicBezTo>
                  <a:cubicBezTo>
                    <a:pt x="14" y="175"/>
                    <a:pt x="1" y="379"/>
                    <a:pt x="150" y="447"/>
                  </a:cubicBezTo>
                  <a:cubicBezTo>
                    <a:pt x="957" y="799"/>
                    <a:pt x="2930" y="2189"/>
                    <a:pt x="3974" y="3552"/>
                  </a:cubicBezTo>
                  <a:cubicBezTo>
                    <a:pt x="5032" y="2799"/>
                    <a:pt x="7019" y="1938"/>
                    <a:pt x="7751" y="1816"/>
                  </a:cubicBezTo>
                  <a:cubicBezTo>
                    <a:pt x="7887" y="1796"/>
                    <a:pt x="7921" y="1620"/>
                    <a:pt x="7798" y="1552"/>
                  </a:cubicBezTo>
                  <a:cubicBezTo>
                    <a:pt x="7422" y="1341"/>
                    <a:pt x="6789" y="1060"/>
                    <a:pt x="6112" y="1060"/>
                  </a:cubicBezTo>
                  <a:cubicBezTo>
                    <a:pt x="5874" y="1060"/>
                    <a:pt x="5631" y="1094"/>
                    <a:pt x="5391" y="1179"/>
                  </a:cubicBezTo>
                  <a:cubicBezTo>
                    <a:pt x="4618" y="1450"/>
                    <a:pt x="4252" y="1952"/>
                    <a:pt x="4089" y="2427"/>
                  </a:cubicBezTo>
                  <a:cubicBezTo>
                    <a:pt x="4022" y="1823"/>
                    <a:pt x="3737" y="1091"/>
                    <a:pt x="2862" y="501"/>
                  </a:cubicBezTo>
                  <a:cubicBezTo>
                    <a:pt x="2294" y="121"/>
                    <a:pt x="1686" y="0"/>
                    <a:pt x="1147"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84" name="Google Shape;14184;p66"/>
          <p:cNvGrpSpPr/>
          <p:nvPr/>
        </p:nvGrpSpPr>
        <p:grpSpPr>
          <a:xfrm>
            <a:off x="6297042" y="1642503"/>
            <a:ext cx="370630" cy="261802"/>
            <a:chOff x="6324130" y="1566303"/>
            <a:chExt cx="370630" cy="261802"/>
          </a:xfrm>
        </p:grpSpPr>
        <p:sp>
          <p:nvSpPr>
            <p:cNvPr id="14185" name="Google Shape;14185;p66"/>
            <p:cNvSpPr/>
            <p:nvPr/>
          </p:nvSpPr>
          <p:spPr>
            <a:xfrm>
              <a:off x="6536147" y="1780418"/>
              <a:ext cx="57286" cy="47686"/>
            </a:xfrm>
            <a:custGeom>
              <a:avLst/>
              <a:gdLst/>
              <a:ahLst/>
              <a:cxnLst/>
              <a:rect l="l" t="t" r="r" b="b"/>
              <a:pathLst>
                <a:path w="2184" h="1818" extrusionOk="0">
                  <a:moveTo>
                    <a:pt x="814" y="0"/>
                  </a:moveTo>
                  <a:lnTo>
                    <a:pt x="814" y="1051"/>
                  </a:lnTo>
                  <a:lnTo>
                    <a:pt x="448" y="1092"/>
                  </a:lnTo>
                  <a:cubicBezTo>
                    <a:pt x="0" y="1153"/>
                    <a:pt x="41" y="1811"/>
                    <a:pt x="495" y="1817"/>
                  </a:cubicBezTo>
                  <a:lnTo>
                    <a:pt x="1722" y="1817"/>
                  </a:lnTo>
                  <a:cubicBezTo>
                    <a:pt x="1973" y="1817"/>
                    <a:pt x="2184" y="1614"/>
                    <a:pt x="2184" y="1363"/>
                  </a:cubicBezTo>
                  <a:lnTo>
                    <a:pt x="2184" y="0"/>
                  </a:ln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6" name="Google Shape;14186;p66"/>
            <p:cNvSpPr/>
            <p:nvPr/>
          </p:nvSpPr>
          <p:spPr>
            <a:xfrm>
              <a:off x="6404525" y="1787343"/>
              <a:ext cx="51253" cy="40761"/>
            </a:xfrm>
            <a:custGeom>
              <a:avLst/>
              <a:gdLst/>
              <a:ahLst/>
              <a:cxnLst/>
              <a:rect l="l" t="t" r="r" b="b"/>
              <a:pathLst>
                <a:path w="1954" h="1554" extrusionOk="0">
                  <a:moveTo>
                    <a:pt x="814" y="1"/>
                  </a:moveTo>
                  <a:lnTo>
                    <a:pt x="814" y="787"/>
                  </a:lnTo>
                  <a:lnTo>
                    <a:pt x="448" y="828"/>
                  </a:lnTo>
                  <a:cubicBezTo>
                    <a:pt x="0" y="889"/>
                    <a:pt x="41" y="1547"/>
                    <a:pt x="495" y="1553"/>
                  </a:cubicBezTo>
                  <a:lnTo>
                    <a:pt x="1499" y="1553"/>
                  </a:lnTo>
                  <a:cubicBezTo>
                    <a:pt x="1750" y="1553"/>
                    <a:pt x="1953" y="1350"/>
                    <a:pt x="1953" y="1099"/>
                  </a:cubicBezTo>
                  <a:lnTo>
                    <a:pt x="1953" y="1"/>
                  </a:ln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7" name="Google Shape;14187;p66"/>
            <p:cNvSpPr/>
            <p:nvPr/>
          </p:nvSpPr>
          <p:spPr>
            <a:xfrm>
              <a:off x="6566023" y="1780418"/>
              <a:ext cx="57286" cy="47686"/>
            </a:xfrm>
            <a:custGeom>
              <a:avLst/>
              <a:gdLst/>
              <a:ahLst/>
              <a:cxnLst/>
              <a:rect l="l" t="t" r="r" b="b"/>
              <a:pathLst>
                <a:path w="2184" h="1818" extrusionOk="0">
                  <a:moveTo>
                    <a:pt x="814" y="0"/>
                  </a:moveTo>
                  <a:lnTo>
                    <a:pt x="814" y="1051"/>
                  </a:lnTo>
                  <a:lnTo>
                    <a:pt x="448" y="1092"/>
                  </a:lnTo>
                  <a:cubicBezTo>
                    <a:pt x="0" y="1153"/>
                    <a:pt x="41" y="1811"/>
                    <a:pt x="495" y="1817"/>
                  </a:cubicBezTo>
                  <a:lnTo>
                    <a:pt x="1723" y="1817"/>
                  </a:lnTo>
                  <a:cubicBezTo>
                    <a:pt x="1980" y="1817"/>
                    <a:pt x="2184" y="1614"/>
                    <a:pt x="2184" y="1363"/>
                  </a:cubicBezTo>
                  <a:lnTo>
                    <a:pt x="2184" y="0"/>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8" name="Google Shape;14188;p66"/>
            <p:cNvSpPr/>
            <p:nvPr/>
          </p:nvSpPr>
          <p:spPr>
            <a:xfrm>
              <a:off x="6434401" y="1787343"/>
              <a:ext cx="51253" cy="40761"/>
            </a:xfrm>
            <a:custGeom>
              <a:avLst/>
              <a:gdLst/>
              <a:ahLst/>
              <a:cxnLst/>
              <a:rect l="l" t="t" r="r" b="b"/>
              <a:pathLst>
                <a:path w="1954" h="1554" extrusionOk="0">
                  <a:moveTo>
                    <a:pt x="814" y="1"/>
                  </a:moveTo>
                  <a:lnTo>
                    <a:pt x="814" y="787"/>
                  </a:lnTo>
                  <a:lnTo>
                    <a:pt x="448" y="828"/>
                  </a:lnTo>
                  <a:cubicBezTo>
                    <a:pt x="1" y="889"/>
                    <a:pt x="41" y="1547"/>
                    <a:pt x="496" y="1553"/>
                  </a:cubicBezTo>
                  <a:lnTo>
                    <a:pt x="1499" y="1553"/>
                  </a:lnTo>
                  <a:cubicBezTo>
                    <a:pt x="1750" y="1553"/>
                    <a:pt x="1953" y="1350"/>
                    <a:pt x="1953" y="1099"/>
                  </a:cubicBezTo>
                  <a:lnTo>
                    <a:pt x="1953" y="1"/>
                  </a:ln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89" name="Google Shape;14189;p66"/>
            <p:cNvSpPr/>
            <p:nvPr/>
          </p:nvSpPr>
          <p:spPr>
            <a:xfrm>
              <a:off x="6324314" y="1684889"/>
              <a:ext cx="362315" cy="112212"/>
            </a:xfrm>
            <a:custGeom>
              <a:avLst/>
              <a:gdLst/>
              <a:ahLst/>
              <a:cxnLst/>
              <a:rect l="l" t="t" r="r" b="b"/>
              <a:pathLst>
                <a:path w="13813" h="4278" extrusionOk="0">
                  <a:moveTo>
                    <a:pt x="3722" y="0"/>
                  </a:moveTo>
                  <a:cubicBezTo>
                    <a:pt x="2781" y="0"/>
                    <a:pt x="2161" y="766"/>
                    <a:pt x="678" y="903"/>
                  </a:cubicBezTo>
                  <a:cubicBezTo>
                    <a:pt x="245" y="943"/>
                    <a:pt x="89" y="1215"/>
                    <a:pt x="28" y="1398"/>
                  </a:cubicBezTo>
                  <a:cubicBezTo>
                    <a:pt x="0" y="1506"/>
                    <a:pt x="7" y="1615"/>
                    <a:pt x="61" y="1710"/>
                  </a:cubicBezTo>
                  <a:cubicBezTo>
                    <a:pt x="1015" y="3349"/>
                    <a:pt x="4230" y="4277"/>
                    <a:pt x="7360" y="4277"/>
                  </a:cubicBezTo>
                  <a:cubicBezTo>
                    <a:pt x="10106" y="4277"/>
                    <a:pt x="12786" y="3563"/>
                    <a:pt x="13813" y="1988"/>
                  </a:cubicBezTo>
                  <a:lnTo>
                    <a:pt x="12497" y="672"/>
                  </a:lnTo>
                  <a:lnTo>
                    <a:pt x="3994" y="21"/>
                  </a:lnTo>
                  <a:cubicBezTo>
                    <a:pt x="3900" y="7"/>
                    <a:pt x="3809" y="0"/>
                    <a:pt x="3722"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0" name="Google Shape;14190;p66"/>
            <p:cNvSpPr/>
            <p:nvPr/>
          </p:nvSpPr>
          <p:spPr>
            <a:xfrm>
              <a:off x="6324314" y="1715316"/>
              <a:ext cx="362315" cy="81785"/>
            </a:xfrm>
            <a:custGeom>
              <a:avLst/>
              <a:gdLst/>
              <a:ahLst/>
              <a:cxnLst/>
              <a:rect l="l" t="t" r="r" b="b"/>
              <a:pathLst>
                <a:path w="13813" h="3118" extrusionOk="0">
                  <a:moveTo>
                    <a:pt x="156" y="0"/>
                  </a:moveTo>
                  <a:cubicBezTo>
                    <a:pt x="95" y="75"/>
                    <a:pt x="55" y="150"/>
                    <a:pt x="28" y="238"/>
                  </a:cubicBezTo>
                  <a:cubicBezTo>
                    <a:pt x="0" y="346"/>
                    <a:pt x="7" y="455"/>
                    <a:pt x="61" y="550"/>
                  </a:cubicBezTo>
                  <a:cubicBezTo>
                    <a:pt x="1015" y="2189"/>
                    <a:pt x="4230" y="3117"/>
                    <a:pt x="7360" y="3117"/>
                  </a:cubicBezTo>
                  <a:cubicBezTo>
                    <a:pt x="10106" y="3117"/>
                    <a:pt x="12786" y="2403"/>
                    <a:pt x="13813" y="828"/>
                  </a:cubicBezTo>
                  <a:lnTo>
                    <a:pt x="13602" y="617"/>
                  </a:lnTo>
                  <a:cubicBezTo>
                    <a:pt x="11662" y="1981"/>
                    <a:pt x="9562" y="2467"/>
                    <a:pt x="7604" y="2467"/>
                  </a:cubicBezTo>
                  <a:cubicBezTo>
                    <a:pt x="4042" y="2467"/>
                    <a:pt x="953" y="858"/>
                    <a:pt x="156"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1" name="Google Shape;14191;p66"/>
            <p:cNvSpPr/>
            <p:nvPr/>
          </p:nvSpPr>
          <p:spPr>
            <a:xfrm>
              <a:off x="6324130" y="1684836"/>
              <a:ext cx="117405" cy="98258"/>
            </a:xfrm>
            <a:custGeom>
              <a:avLst/>
              <a:gdLst/>
              <a:ahLst/>
              <a:cxnLst/>
              <a:rect l="l" t="t" r="r" b="b"/>
              <a:pathLst>
                <a:path w="4476" h="3746" extrusionOk="0">
                  <a:moveTo>
                    <a:pt x="3739" y="1"/>
                  </a:moveTo>
                  <a:cubicBezTo>
                    <a:pt x="3677" y="1"/>
                    <a:pt x="3615" y="4"/>
                    <a:pt x="3554" y="10"/>
                  </a:cubicBezTo>
                  <a:lnTo>
                    <a:pt x="3276" y="57"/>
                  </a:lnTo>
                  <a:cubicBezTo>
                    <a:pt x="2557" y="240"/>
                    <a:pt x="1920" y="789"/>
                    <a:pt x="685" y="905"/>
                  </a:cubicBezTo>
                  <a:cubicBezTo>
                    <a:pt x="252" y="945"/>
                    <a:pt x="96" y="1217"/>
                    <a:pt x="35" y="1407"/>
                  </a:cubicBezTo>
                  <a:cubicBezTo>
                    <a:pt x="1" y="1508"/>
                    <a:pt x="14" y="1623"/>
                    <a:pt x="68" y="1712"/>
                  </a:cubicBezTo>
                  <a:cubicBezTo>
                    <a:pt x="597" y="2620"/>
                    <a:pt x="1818" y="3312"/>
                    <a:pt x="3337" y="3746"/>
                  </a:cubicBezTo>
                  <a:cubicBezTo>
                    <a:pt x="3994" y="3278"/>
                    <a:pt x="4381" y="2519"/>
                    <a:pt x="4381" y="1712"/>
                  </a:cubicBezTo>
                  <a:cubicBezTo>
                    <a:pt x="4381" y="1108"/>
                    <a:pt x="4116" y="661"/>
                    <a:pt x="4476" y="64"/>
                  </a:cubicBezTo>
                  <a:lnTo>
                    <a:pt x="4001" y="23"/>
                  </a:lnTo>
                  <a:cubicBezTo>
                    <a:pt x="3914" y="7"/>
                    <a:pt x="3826" y="1"/>
                    <a:pt x="3739"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2" name="Google Shape;14192;p66"/>
            <p:cNvSpPr/>
            <p:nvPr/>
          </p:nvSpPr>
          <p:spPr>
            <a:xfrm>
              <a:off x="6382833" y="1566303"/>
              <a:ext cx="311927" cy="177498"/>
            </a:xfrm>
            <a:custGeom>
              <a:avLst/>
              <a:gdLst/>
              <a:ahLst/>
              <a:cxnLst/>
              <a:rect l="l" t="t" r="r" b="b"/>
              <a:pathLst>
                <a:path w="11892" h="6767" extrusionOk="0">
                  <a:moveTo>
                    <a:pt x="5358" y="1"/>
                  </a:moveTo>
                  <a:cubicBezTo>
                    <a:pt x="5346" y="1"/>
                    <a:pt x="5335" y="2"/>
                    <a:pt x="5323" y="6"/>
                  </a:cubicBezTo>
                  <a:cubicBezTo>
                    <a:pt x="4835" y="155"/>
                    <a:pt x="3485" y="650"/>
                    <a:pt x="2367" y="1796"/>
                  </a:cubicBezTo>
                  <a:lnTo>
                    <a:pt x="2204" y="1335"/>
                  </a:lnTo>
                  <a:cubicBezTo>
                    <a:pt x="2186" y="1289"/>
                    <a:pt x="2142" y="1262"/>
                    <a:pt x="2097" y="1262"/>
                  </a:cubicBezTo>
                  <a:cubicBezTo>
                    <a:pt x="2076" y="1262"/>
                    <a:pt x="2054" y="1268"/>
                    <a:pt x="2034" y="1281"/>
                  </a:cubicBezTo>
                  <a:cubicBezTo>
                    <a:pt x="1587" y="1586"/>
                    <a:pt x="0" y="2806"/>
                    <a:pt x="448" y="4800"/>
                  </a:cubicBezTo>
                  <a:cubicBezTo>
                    <a:pt x="817" y="4689"/>
                    <a:pt x="1197" y="4641"/>
                    <a:pt x="1578" y="4641"/>
                  </a:cubicBezTo>
                  <a:cubicBezTo>
                    <a:pt x="3613" y="4641"/>
                    <a:pt x="5668" y="6013"/>
                    <a:pt x="6279" y="6448"/>
                  </a:cubicBezTo>
                  <a:cubicBezTo>
                    <a:pt x="6297" y="6459"/>
                    <a:pt x="6317" y="6464"/>
                    <a:pt x="6338" y="6464"/>
                  </a:cubicBezTo>
                  <a:cubicBezTo>
                    <a:pt x="6381" y="6464"/>
                    <a:pt x="6424" y="6441"/>
                    <a:pt x="6442" y="6400"/>
                  </a:cubicBezTo>
                  <a:lnTo>
                    <a:pt x="6889" y="5424"/>
                  </a:lnTo>
                  <a:cubicBezTo>
                    <a:pt x="6889" y="5424"/>
                    <a:pt x="7873" y="5803"/>
                    <a:pt x="9296" y="6665"/>
                  </a:cubicBezTo>
                  <a:cubicBezTo>
                    <a:pt x="9314" y="6675"/>
                    <a:pt x="9333" y="6679"/>
                    <a:pt x="9352" y="6679"/>
                  </a:cubicBezTo>
                  <a:cubicBezTo>
                    <a:pt x="9397" y="6679"/>
                    <a:pt x="9440" y="6652"/>
                    <a:pt x="9459" y="6604"/>
                  </a:cubicBezTo>
                  <a:lnTo>
                    <a:pt x="9697" y="5858"/>
                  </a:lnTo>
                  <a:cubicBezTo>
                    <a:pt x="10422" y="6034"/>
                    <a:pt x="11100" y="6339"/>
                    <a:pt x="11717" y="6746"/>
                  </a:cubicBezTo>
                  <a:cubicBezTo>
                    <a:pt x="11737" y="6760"/>
                    <a:pt x="11758" y="6766"/>
                    <a:pt x="11779" y="6766"/>
                  </a:cubicBezTo>
                  <a:cubicBezTo>
                    <a:pt x="11838" y="6766"/>
                    <a:pt x="11892" y="6716"/>
                    <a:pt x="11887" y="6651"/>
                  </a:cubicBezTo>
                  <a:cubicBezTo>
                    <a:pt x="11853" y="6251"/>
                    <a:pt x="11717" y="5417"/>
                    <a:pt x="11215" y="4739"/>
                  </a:cubicBezTo>
                  <a:lnTo>
                    <a:pt x="11812" y="4149"/>
                  </a:lnTo>
                  <a:cubicBezTo>
                    <a:pt x="11860" y="4102"/>
                    <a:pt x="11860" y="4020"/>
                    <a:pt x="11805" y="3979"/>
                  </a:cubicBezTo>
                  <a:cubicBezTo>
                    <a:pt x="11500" y="3756"/>
                    <a:pt x="10578" y="3098"/>
                    <a:pt x="9771" y="2901"/>
                  </a:cubicBezTo>
                  <a:lnTo>
                    <a:pt x="10429" y="2488"/>
                  </a:lnTo>
                  <a:cubicBezTo>
                    <a:pt x="10503" y="2447"/>
                    <a:pt x="10497" y="2339"/>
                    <a:pt x="10422" y="2298"/>
                  </a:cubicBezTo>
                  <a:cubicBezTo>
                    <a:pt x="9541" y="1891"/>
                    <a:pt x="8598" y="1667"/>
                    <a:pt x="7628" y="1633"/>
                  </a:cubicBezTo>
                  <a:lnTo>
                    <a:pt x="8259" y="1044"/>
                  </a:lnTo>
                  <a:cubicBezTo>
                    <a:pt x="8327" y="989"/>
                    <a:pt x="8300" y="888"/>
                    <a:pt x="8218" y="860"/>
                  </a:cubicBezTo>
                  <a:cubicBezTo>
                    <a:pt x="7970" y="790"/>
                    <a:pt x="7490" y="679"/>
                    <a:pt x="6891" y="679"/>
                  </a:cubicBezTo>
                  <a:cubicBezTo>
                    <a:pt x="6392" y="679"/>
                    <a:pt x="5812" y="756"/>
                    <a:pt x="5215" y="996"/>
                  </a:cubicBezTo>
                  <a:lnTo>
                    <a:pt x="5465" y="142"/>
                  </a:lnTo>
                  <a:cubicBezTo>
                    <a:pt x="5483" y="71"/>
                    <a:pt x="5429" y="1"/>
                    <a:pt x="5358" y="1"/>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3" name="Google Shape;14193;p66"/>
            <p:cNvSpPr/>
            <p:nvPr/>
          </p:nvSpPr>
          <p:spPr>
            <a:xfrm>
              <a:off x="6382833" y="1566303"/>
              <a:ext cx="275520" cy="125904"/>
            </a:xfrm>
            <a:custGeom>
              <a:avLst/>
              <a:gdLst/>
              <a:ahLst/>
              <a:cxnLst/>
              <a:rect l="l" t="t" r="r" b="b"/>
              <a:pathLst>
                <a:path w="10504" h="4800" extrusionOk="0">
                  <a:moveTo>
                    <a:pt x="5358" y="1"/>
                  </a:moveTo>
                  <a:cubicBezTo>
                    <a:pt x="5346" y="1"/>
                    <a:pt x="5335" y="2"/>
                    <a:pt x="5323" y="6"/>
                  </a:cubicBezTo>
                  <a:cubicBezTo>
                    <a:pt x="4835" y="155"/>
                    <a:pt x="3485" y="650"/>
                    <a:pt x="2367" y="1796"/>
                  </a:cubicBezTo>
                  <a:lnTo>
                    <a:pt x="2204" y="1335"/>
                  </a:lnTo>
                  <a:cubicBezTo>
                    <a:pt x="2186" y="1289"/>
                    <a:pt x="2142" y="1262"/>
                    <a:pt x="2097" y="1262"/>
                  </a:cubicBezTo>
                  <a:cubicBezTo>
                    <a:pt x="2076" y="1262"/>
                    <a:pt x="2054" y="1268"/>
                    <a:pt x="2034" y="1281"/>
                  </a:cubicBezTo>
                  <a:cubicBezTo>
                    <a:pt x="1587" y="1586"/>
                    <a:pt x="0" y="2806"/>
                    <a:pt x="448" y="4800"/>
                  </a:cubicBezTo>
                  <a:cubicBezTo>
                    <a:pt x="817" y="4689"/>
                    <a:pt x="1199" y="4641"/>
                    <a:pt x="1581" y="4641"/>
                  </a:cubicBezTo>
                  <a:cubicBezTo>
                    <a:pt x="1970" y="4641"/>
                    <a:pt x="2360" y="4691"/>
                    <a:pt x="2740" y="4773"/>
                  </a:cubicBezTo>
                  <a:cubicBezTo>
                    <a:pt x="2740" y="4773"/>
                    <a:pt x="3363" y="3342"/>
                    <a:pt x="4821" y="2671"/>
                  </a:cubicBezTo>
                  <a:lnTo>
                    <a:pt x="5106" y="3444"/>
                  </a:lnTo>
                  <a:cubicBezTo>
                    <a:pt x="5106" y="3444"/>
                    <a:pt x="6353" y="2798"/>
                    <a:pt x="8360" y="2798"/>
                  </a:cubicBezTo>
                  <a:cubicBezTo>
                    <a:pt x="8794" y="2798"/>
                    <a:pt x="9264" y="2828"/>
                    <a:pt x="9764" y="2901"/>
                  </a:cubicBezTo>
                  <a:lnTo>
                    <a:pt x="10429" y="2495"/>
                  </a:lnTo>
                  <a:cubicBezTo>
                    <a:pt x="10503" y="2447"/>
                    <a:pt x="10497" y="2339"/>
                    <a:pt x="10415" y="2298"/>
                  </a:cubicBezTo>
                  <a:cubicBezTo>
                    <a:pt x="9541" y="1891"/>
                    <a:pt x="8591" y="1667"/>
                    <a:pt x="7628" y="1633"/>
                  </a:cubicBezTo>
                  <a:lnTo>
                    <a:pt x="8259" y="1050"/>
                  </a:lnTo>
                  <a:cubicBezTo>
                    <a:pt x="8320" y="989"/>
                    <a:pt x="8300" y="888"/>
                    <a:pt x="8212" y="860"/>
                  </a:cubicBezTo>
                  <a:cubicBezTo>
                    <a:pt x="7967" y="790"/>
                    <a:pt x="7488" y="679"/>
                    <a:pt x="6890" y="679"/>
                  </a:cubicBezTo>
                  <a:cubicBezTo>
                    <a:pt x="6392" y="679"/>
                    <a:pt x="5812" y="756"/>
                    <a:pt x="5215" y="996"/>
                  </a:cubicBezTo>
                  <a:lnTo>
                    <a:pt x="5465" y="142"/>
                  </a:lnTo>
                  <a:cubicBezTo>
                    <a:pt x="5483" y="71"/>
                    <a:pt x="5429" y="1"/>
                    <a:pt x="5358"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4" name="Google Shape;14194;p66"/>
            <p:cNvSpPr/>
            <p:nvPr/>
          </p:nvSpPr>
          <p:spPr>
            <a:xfrm>
              <a:off x="6389941" y="1714607"/>
              <a:ext cx="24027" cy="23843"/>
            </a:xfrm>
            <a:custGeom>
              <a:avLst/>
              <a:gdLst/>
              <a:ahLst/>
              <a:cxnLst/>
              <a:rect l="l" t="t" r="r" b="b"/>
              <a:pathLst>
                <a:path w="916" h="909" extrusionOk="0">
                  <a:moveTo>
                    <a:pt x="455" y="0"/>
                  </a:moveTo>
                  <a:cubicBezTo>
                    <a:pt x="204" y="0"/>
                    <a:pt x="0" y="204"/>
                    <a:pt x="0" y="455"/>
                  </a:cubicBezTo>
                  <a:cubicBezTo>
                    <a:pt x="0" y="705"/>
                    <a:pt x="204" y="909"/>
                    <a:pt x="455" y="909"/>
                  </a:cubicBezTo>
                  <a:cubicBezTo>
                    <a:pt x="712" y="909"/>
                    <a:pt x="916" y="705"/>
                    <a:pt x="916" y="455"/>
                  </a:cubicBezTo>
                  <a:cubicBezTo>
                    <a:pt x="916" y="204"/>
                    <a:pt x="712" y="0"/>
                    <a:pt x="45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5" name="Google Shape;14195;p66"/>
            <p:cNvSpPr/>
            <p:nvPr/>
          </p:nvSpPr>
          <p:spPr>
            <a:xfrm>
              <a:off x="6456644" y="1601792"/>
              <a:ext cx="49365" cy="43830"/>
            </a:xfrm>
            <a:custGeom>
              <a:avLst/>
              <a:gdLst/>
              <a:ahLst/>
              <a:cxnLst/>
              <a:rect l="l" t="t" r="r" b="b"/>
              <a:pathLst>
                <a:path w="1882" h="1671" extrusionOk="0">
                  <a:moveTo>
                    <a:pt x="1547" y="0"/>
                  </a:moveTo>
                  <a:cubicBezTo>
                    <a:pt x="1506" y="0"/>
                    <a:pt x="1461" y="13"/>
                    <a:pt x="1417" y="43"/>
                  </a:cubicBezTo>
                  <a:cubicBezTo>
                    <a:pt x="916" y="389"/>
                    <a:pt x="475" y="816"/>
                    <a:pt x="115" y="1304"/>
                  </a:cubicBezTo>
                  <a:cubicBezTo>
                    <a:pt x="0" y="1453"/>
                    <a:pt x="109" y="1670"/>
                    <a:pt x="299" y="1670"/>
                  </a:cubicBezTo>
                  <a:cubicBezTo>
                    <a:pt x="366" y="1670"/>
                    <a:pt x="434" y="1637"/>
                    <a:pt x="482" y="1582"/>
                  </a:cubicBezTo>
                  <a:cubicBezTo>
                    <a:pt x="807" y="1135"/>
                    <a:pt x="1214" y="741"/>
                    <a:pt x="1675" y="423"/>
                  </a:cubicBezTo>
                  <a:cubicBezTo>
                    <a:pt x="1882" y="283"/>
                    <a:pt x="1743" y="0"/>
                    <a:pt x="1547"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6" name="Google Shape;14196;p66"/>
            <p:cNvSpPr/>
            <p:nvPr/>
          </p:nvSpPr>
          <p:spPr>
            <a:xfrm>
              <a:off x="6516763" y="1605753"/>
              <a:ext cx="49286" cy="26519"/>
            </a:xfrm>
            <a:custGeom>
              <a:avLst/>
              <a:gdLst/>
              <a:ahLst/>
              <a:cxnLst/>
              <a:rect l="l" t="t" r="r" b="b"/>
              <a:pathLst>
                <a:path w="1879" h="1011" extrusionOk="0">
                  <a:moveTo>
                    <a:pt x="1558" y="0"/>
                  </a:moveTo>
                  <a:cubicBezTo>
                    <a:pt x="1539" y="0"/>
                    <a:pt x="1519" y="3"/>
                    <a:pt x="1499" y="7"/>
                  </a:cubicBezTo>
                  <a:cubicBezTo>
                    <a:pt x="1031" y="123"/>
                    <a:pt x="583" y="319"/>
                    <a:pt x="183" y="597"/>
                  </a:cubicBezTo>
                  <a:cubicBezTo>
                    <a:pt x="0" y="726"/>
                    <a:pt x="88" y="1011"/>
                    <a:pt x="312" y="1011"/>
                  </a:cubicBezTo>
                  <a:cubicBezTo>
                    <a:pt x="359" y="1011"/>
                    <a:pt x="407" y="997"/>
                    <a:pt x="441" y="970"/>
                  </a:cubicBezTo>
                  <a:cubicBezTo>
                    <a:pt x="793" y="726"/>
                    <a:pt x="1187" y="550"/>
                    <a:pt x="1607" y="455"/>
                  </a:cubicBezTo>
                  <a:cubicBezTo>
                    <a:pt x="1878" y="392"/>
                    <a:pt x="1809" y="0"/>
                    <a:pt x="1558"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7" name="Google Shape;14197;p66"/>
            <p:cNvSpPr/>
            <p:nvPr/>
          </p:nvSpPr>
          <p:spPr>
            <a:xfrm>
              <a:off x="6575440" y="1631012"/>
              <a:ext cx="44145" cy="13194"/>
            </a:xfrm>
            <a:custGeom>
              <a:avLst/>
              <a:gdLst/>
              <a:ahLst/>
              <a:cxnLst/>
              <a:rect l="l" t="t" r="r" b="b"/>
              <a:pathLst>
                <a:path w="1683" h="503" extrusionOk="0">
                  <a:moveTo>
                    <a:pt x="1049" y="0"/>
                  </a:moveTo>
                  <a:cubicBezTo>
                    <a:pt x="784" y="0"/>
                    <a:pt x="521" y="17"/>
                    <a:pt x="258" y="48"/>
                  </a:cubicBezTo>
                  <a:cubicBezTo>
                    <a:pt x="1" y="102"/>
                    <a:pt x="21" y="475"/>
                    <a:pt x="285" y="502"/>
                  </a:cubicBezTo>
                  <a:lnTo>
                    <a:pt x="313" y="502"/>
                  </a:lnTo>
                  <a:cubicBezTo>
                    <a:pt x="557" y="471"/>
                    <a:pt x="801" y="457"/>
                    <a:pt x="1043" y="457"/>
                  </a:cubicBezTo>
                  <a:cubicBezTo>
                    <a:pt x="1171" y="457"/>
                    <a:pt x="1298" y="461"/>
                    <a:pt x="1425" y="468"/>
                  </a:cubicBezTo>
                  <a:cubicBezTo>
                    <a:pt x="1429" y="469"/>
                    <a:pt x="1434" y="469"/>
                    <a:pt x="1438" y="469"/>
                  </a:cubicBezTo>
                  <a:cubicBezTo>
                    <a:pt x="1561" y="469"/>
                    <a:pt x="1662" y="383"/>
                    <a:pt x="1669" y="265"/>
                  </a:cubicBezTo>
                  <a:cubicBezTo>
                    <a:pt x="1682" y="136"/>
                    <a:pt x="1587" y="28"/>
                    <a:pt x="1465" y="14"/>
                  </a:cubicBezTo>
                  <a:cubicBezTo>
                    <a:pt x="1326" y="5"/>
                    <a:pt x="1187" y="0"/>
                    <a:pt x="1049"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8" name="Google Shape;14198;p66"/>
            <p:cNvSpPr/>
            <p:nvPr/>
          </p:nvSpPr>
          <p:spPr>
            <a:xfrm>
              <a:off x="6632962" y="1667026"/>
              <a:ext cx="32499" cy="19856"/>
            </a:xfrm>
            <a:custGeom>
              <a:avLst/>
              <a:gdLst/>
              <a:ahLst/>
              <a:cxnLst/>
              <a:rect l="l" t="t" r="r" b="b"/>
              <a:pathLst>
                <a:path w="1239" h="757" extrusionOk="0">
                  <a:moveTo>
                    <a:pt x="330" y="1"/>
                  </a:moveTo>
                  <a:cubicBezTo>
                    <a:pt x="100" y="1"/>
                    <a:pt x="1" y="381"/>
                    <a:pt x="283" y="451"/>
                  </a:cubicBezTo>
                  <a:cubicBezTo>
                    <a:pt x="459" y="519"/>
                    <a:pt x="635" y="601"/>
                    <a:pt x="791" y="709"/>
                  </a:cubicBezTo>
                  <a:cubicBezTo>
                    <a:pt x="832" y="736"/>
                    <a:pt x="873" y="750"/>
                    <a:pt x="920" y="750"/>
                  </a:cubicBezTo>
                  <a:lnTo>
                    <a:pt x="927" y="757"/>
                  </a:lnTo>
                  <a:cubicBezTo>
                    <a:pt x="1151" y="757"/>
                    <a:pt x="1239" y="465"/>
                    <a:pt x="1056" y="336"/>
                  </a:cubicBezTo>
                  <a:cubicBezTo>
                    <a:pt x="866" y="214"/>
                    <a:pt x="662" y="106"/>
                    <a:pt x="445" y="31"/>
                  </a:cubicBezTo>
                  <a:cubicBezTo>
                    <a:pt x="404" y="10"/>
                    <a:pt x="365" y="1"/>
                    <a:pt x="330"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99" name="Google Shape;14199;p66"/>
            <p:cNvSpPr/>
            <p:nvPr/>
          </p:nvSpPr>
          <p:spPr>
            <a:xfrm>
              <a:off x="6428526" y="1678594"/>
              <a:ext cx="52067" cy="35568"/>
            </a:xfrm>
            <a:custGeom>
              <a:avLst/>
              <a:gdLst/>
              <a:ahLst/>
              <a:cxnLst/>
              <a:rect l="l" t="t" r="r" b="b"/>
              <a:pathLst>
                <a:path w="1985" h="1356" extrusionOk="0">
                  <a:moveTo>
                    <a:pt x="940" y="1"/>
                  </a:moveTo>
                  <a:cubicBezTo>
                    <a:pt x="878" y="1"/>
                    <a:pt x="813" y="8"/>
                    <a:pt x="747" y="24"/>
                  </a:cubicBezTo>
                  <a:cubicBezTo>
                    <a:pt x="265" y="132"/>
                    <a:pt x="1" y="648"/>
                    <a:pt x="191" y="1102"/>
                  </a:cubicBezTo>
                  <a:cubicBezTo>
                    <a:pt x="210" y="1145"/>
                    <a:pt x="250" y="1168"/>
                    <a:pt x="290" y="1168"/>
                  </a:cubicBezTo>
                  <a:cubicBezTo>
                    <a:pt x="320" y="1168"/>
                    <a:pt x="351" y="1155"/>
                    <a:pt x="374" y="1129"/>
                  </a:cubicBezTo>
                  <a:cubicBezTo>
                    <a:pt x="488" y="989"/>
                    <a:pt x="649" y="923"/>
                    <a:pt x="809" y="923"/>
                  </a:cubicBezTo>
                  <a:cubicBezTo>
                    <a:pt x="1030" y="923"/>
                    <a:pt x="1249" y="1049"/>
                    <a:pt x="1343" y="1285"/>
                  </a:cubicBezTo>
                  <a:cubicBezTo>
                    <a:pt x="1363" y="1331"/>
                    <a:pt x="1406" y="1356"/>
                    <a:pt x="1450" y="1356"/>
                  </a:cubicBezTo>
                  <a:cubicBezTo>
                    <a:pt x="1483" y="1356"/>
                    <a:pt x="1517" y="1342"/>
                    <a:pt x="1540" y="1312"/>
                  </a:cubicBezTo>
                  <a:cubicBezTo>
                    <a:pt x="1985" y="775"/>
                    <a:pt x="1580" y="1"/>
                    <a:pt x="940"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0" name="Google Shape;14200;p66"/>
            <p:cNvSpPr/>
            <p:nvPr/>
          </p:nvSpPr>
          <p:spPr>
            <a:xfrm>
              <a:off x="6324314" y="1715316"/>
              <a:ext cx="103713" cy="67778"/>
            </a:xfrm>
            <a:custGeom>
              <a:avLst/>
              <a:gdLst/>
              <a:ahLst/>
              <a:cxnLst/>
              <a:rect l="l" t="t" r="r" b="b"/>
              <a:pathLst>
                <a:path w="3954" h="2584" extrusionOk="0">
                  <a:moveTo>
                    <a:pt x="156" y="0"/>
                  </a:moveTo>
                  <a:cubicBezTo>
                    <a:pt x="95" y="75"/>
                    <a:pt x="55" y="156"/>
                    <a:pt x="28" y="238"/>
                  </a:cubicBezTo>
                  <a:cubicBezTo>
                    <a:pt x="0" y="346"/>
                    <a:pt x="7" y="455"/>
                    <a:pt x="61" y="550"/>
                  </a:cubicBezTo>
                  <a:cubicBezTo>
                    <a:pt x="590" y="1458"/>
                    <a:pt x="1818" y="2143"/>
                    <a:pt x="3330" y="2584"/>
                  </a:cubicBezTo>
                  <a:cubicBezTo>
                    <a:pt x="3574" y="2408"/>
                    <a:pt x="3784" y="2184"/>
                    <a:pt x="3954" y="1933"/>
                  </a:cubicBezTo>
                  <a:cubicBezTo>
                    <a:pt x="2082" y="1384"/>
                    <a:pt x="658" y="543"/>
                    <a:pt x="156"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1" name="Google Shape;14201;p66"/>
            <p:cNvSpPr/>
            <p:nvPr/>
          </p:nvSpPr>
          <p:spPr>
            <a:xfrm>
              <a:off x="6324130" y="1708024"/>
              <a:ext cx="24210" cy="30086"/>
            </a:xfrm>
            <a:custGeom>
              <a:avLst/>
              <a:gdLst/>
              <a:ahLst/>
              <a:cxnLst/>
              <a:rect l="l" t="t" r="r" b="b"/>
              <a:pathLst>
                <a:path w="923" h="1147" extrusionOk="0">
                  <a:moveTo>
                    <a:pt x="875" y="0"/>
                  </a:moveTo>
                  <a:cubicBezTo>
                    <a:pt x="814" y="7"/>
                    <a:pt x="753" y="14"/>
                    <a:pt x="685" y="21"/>
                  </a:cubicBezTo>
                  <a:cubicBezTo>
                    <a:pt x="252" y="61"/>
                    <a:pt x="96" y="333"/>
                    <a:pt x="35" y="516"/>
                  </a:cubicBezTo>
                  <a:cubicBezTo>
                    <a:pt x="1" y="624"/>
                    <a:pt x="14" y="733"/>
                    <a:pt x="68" y="828"/>
                  </a:cubicBezTo>
                  <a:cubicBezTo>
                    <a:pt x="136" y="943"/>
                    <a:pt x="211" y="1045"/>
                    <a:pt x="285" y="1146"/>
                  </a:cubicBezTo>
                  <a:cubicBezTo>
                    <a:pt x="665" y="1018"/>
                    <a:pt x="923" y="665"/>
                    <a:pt x="923" y="265"/>
                  </a:cubicBezTo>
                  <a:cubicBezTo>
                    <a:pt x="923" y="177"/>
                    <a:pt x="909" y="82"/>
                    <a:pt x="875"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02" name="Google Shape;14202;p66"/>
          <p:cNvGrpSpPr/>
          <p:nvPr/>
        </p:nvGrpSpPr>
        <p:grpSpPr>
          <a:xfrm>
            <a:off x="5205192" y="2102787"/>
            <a:ext cx="370840" cy="353213"/>
            <a:chOff x="5232280" y="2026587"/>
            <a:chExt cx="370840" cy="353213"/>
          </a:xfrm>
        </p:grpSpPr>
        <p:sp>
          <p:nvSpPr>
            <p:cNvPr id="14203" name="Google Shape;14203;p66"/>
            <p:cNvSpPr/>
            <p:nvPr/>
          </p:nvSpPr>
          <p:spPr>
            <a:xfrm>
              <a:off x="5232280" y="2058561"/>
              <a:ext cx="370840" cy="321239"/>
            </a:xfrm>
            <a:custGeom>
              <a:avLst/>
              <a:gdLst/>
              <a:ahLst/>
              <a:cxnLst/>
              <a:rect l="l" t="t" r="r" b="b"/>
              <a:pathLst>
                <a:path w="14138" h="12247" extrusionOk="0">
                  <a:moveTo>
                    <a:pt x="4509" y="1"/>
                  </a:moveTo>
                  <a:lnTo>
                    <a:pt x="2414" y="62"/>
                  </a:lnTo>
                  <a:cubicBezTo>
                    <a:pt x="2197" y="69"/>
                    <a:pt x="1994" y="150"/>
                    <a:pt x="1838" y="292"/>
                  </a:cubicBezTo>
                  <a:cubicBezTo>
                    <a:pt x="1173" y="903"/>
                    <a:pt x="583" y="1594"/>
                    <a:pt x="82" y="2340"/>
                  </a:cubicBezTo>
                  <a:cubicBezTo>
                    <a:pt x="14" y="2442"/>
                    <a:pt x="0" y="2557"/>
                    <a:pt x="41" y="2666"/>
                  </a:cubicBezTo>
                  <a:lnTo>
                    <a:pt x="116" y="2889"/>
                  </a:lnTo>
                  <a:cubicBezTo>
                    <a:pt x="186" y="3076"/>
                    <a:pt x="361" y="3198"/>
                    <a:pt x="551" y="3198"/>
                  </a:cubicBezTo>
                  <a:cubicBezTo>
                    <a:pt x="582" y="3198"/>
                    <a:pt x="613" y="3194"/>
                    <a:pt x="644" y="3188"/>
                  </a:cubicBezTo>
                  <a:cubicBezTo>
                    <a:pt x="1519" y="3018"/>
                    <a:pt x="2251" y="3140"/>
                    <a:pt x="2807" y="2842"/>
                  </a:cubicBezTo>
                  <a:cubicBezTo>
                    <a:pt x="3391" y="3662"/>
                    <a:pt x="3404" y="6470"/>
                    <a:pt x="5316" y="7331"/>
                  </a:cubicBezTo>
                  <a:lnTo>
                    <a:pt x="5730" y="9087"/>
                  </a:lnTo>
                  <a:lnTo>
                    <a:pt x="5730" y="11108"/>
                  </a:lnTo>
                  <a:lnTo>
                    <a:pt x="5323" y="12050"/>
                  </a:lnTo>
                  <a:cubicBezTo>
                    <a:pt x="5282" y="12145"/>
                    <a:pt x="5350" y="12247"/>
                    <a:pt x="5452" y="12247"/>
                  </a:cubicBezTo>
                  <a:lnTo>
                    <a:pt x="6245" y="12247"/>
                  </a:lnTo>
                  <a:cubicBezTo>
                    <a:pt x="6320" y="12247"/>
                    <a:pt x="6381" y="12186"/>
                    <a:pt x="6388" y="12118"/>
                  </a:cubicBezTo>
                  <a:lnTo>
                    <a:pt x="6652" y="7758"/>
                  </a:lnTo>
                  <a:cubicBezTo>
                    <a:pt x="6920" y="7801"/>
                    <a:pt x="7242" y="7831"/>
                    <a:pt x="7614" y="7831"/>
                  </a:cubicBezTo>
                  <a:cubicBezTo>
                    <a:pt x="8542" y="7831"/>
                    <a:pt x="9782" y="7641"/>
                    <a:pt x="11263" y="6978"/>
                  </a:cubicBezTo>
                  <a:cubicBezTo>
                    <a:pt x="11575" y="7460"/>
                    <a:pt x="12171" y="8165"/>
                    <a:pt x="13297" y="8904"/>
                  </a:cubicBezTo>
                  <a:lnTo>
                    <a:pt x="12985" y="11108"/>
                  </a:lnTo>
                  <a:lnTo>
                    <a:pt x="12578" y="12050"/>
                  </a:lnTo>
                  <a:cubicBezTo>
                    <a:pt x="12538" y="12145"/>
                    <a:pt x="12605" y="12247"/>
                    <a:pt x="12707" y="12247"/>
                  </a:cubicBezTo>
                  <a:lnTo>
                    <a:pt x="13514" y="12247"/>
                  </a:lnTo>
                  <a:cubicBezTo>
                    <a:pt x="13582" y="12247"/>
                    <a:pt x="13643" y="12199"/>
                    <a:pt x="13650" y="12131"/>
                  </a:cubicBezTo>
                  <a:lnTo>
                    <a:pt x="14124" y="8938"/>
                  </a:lnTo>
                  <a:cubicBezTo>
                    <a:pt x="14138" y="8829"/>
                    <a:pt x="14111" y="8728"/>
                    <a:pt x="14043" y="8639"/>
                  </a:cubicBezTo>
                  <a:cubicBezTo>
                    <a:pt x="13894" y="8450"/>
                    <a:pt x="13623" y="8063"/>
                    <a:pt x="13541" y="7622"/>
                  </a:cubicBezTo>
                  <a:cubicBezTo>
                    <a:pt x="13372" y="6707"/>
                    <a:pt x="13894" y="6056"/>
                    <a:pt x="13894" y="5066"/>
                  </a:cubicBezTo>
                  <a:cubicBezTo>
                    <a:pt x="13894" y="4035"/>
                    <a:pt x="13277" y="3371"/>
                    <a:pt x="12321" y="3052"/>
                  </a:cubicBezTo>
                  <a:cubicBezTo>
                    <a:pt x="11807" y="2881"/>
                    <a:pt x="10990" y="2848"/>
                    <a:pt x="10078" y="2848"/>
                  </a:cubicBezTo>
                  <a:cubicBezTo>
                    <a:pt x="9489" y="2848"/>
                    <a:pt x="8861" y="2861"/>
                    <a:pt x="8249" y="2861"/>
                  </a:cubicBezTo>
                  <a:cubicBezTo>
                    <a:pt x="6952" y="2861"/>
                    <a:pt x="5728" y="2799"/>
                    <a:pt x="5106" y="2408"/>
                  </a:cubicBezTo>
                  <a:cubicBezTo>
                    <a:pt x="4970" y="2327"/>
                    <a:pt x="4876" y="2150"/>
                    <a:pt x="4794" y="1947"/>
                  </a:cubicBezTo>
                  <a:cubicBezTo>
                    <a:pt x="4699" y="1696"/>
                    <a:pt x="4638" y="1432"/>
                    <a:pt x="4618" y="1167"/>
                  </a:cubicBezTo>
                  <a:lnTo>
                    <a:pt x="4509"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4" name="Google Shape;14204;p66"/>
            <p:cNvSpPr/>
            <p:nvPr/>
          </p:nvSpPr>
          <p:spPr>
            <a:xfrm>
              <a:off x="5287048" y="2026587"/>
              <a:ext cx="105550" cy="71687"/>
            </a:xfrm>
            <a:custGeom>
              <a:avLst/>
              <a:gdLst/>
              <a:ahLst/>
              <a:cxnLst/>
              <a:rect l="l" t="t" r="r" b="b"/>
              <a:pathLst>
                <a:path w="4024" h="2733" extrusionOk="0">
                  <a:moveTo>
                    <a:pt x="1983" y="1"/>
                  </a:moveTo>
                  <a:cubicBezTo>
                    <a:pt x="934" y="1"/>
                    <a:pt x="274" y="884"/>
                    <a:pt x="55" y="1233"/>
                  </a:cubicBezTo>
                  <a:cubicBezTo>
                    <a:pt x="1" y="1322"/>
                    <a:pt x="14" y="1437"/>
                    <a:pt x="96" y="1505"/>
                  </a:cubicBezTo>
                  <a:cubicBezTo>
                    <a:pt x="353" y="1739"/>
                    <a:pt x="692" y="1867"/>
                    <a:pt x="1037" y="1867"/>
                  </a:cubicBezTo>
                  <a:cubicBezTo>
                    <a:pt x="1092" y="1867"/>
                    <a:pt x="1146" y="1864"/>
                    <a:pt x="1201" y="1857"/>
                  </a:cubicBezTo>
                  <a:cubicBezTo>
                    <a:pt x="1289" y="1851"/>
                    <a:pt x="1370" y="1796"/>
                    <a:pt x="1404" y="1715"/>
                  </a:cubicBezTo>
                  <a:cubicBezTo>
                    <a:pt x="1537" y="1420"/>
                    <a:pt x="1756" y="1292"/>
                    <a:pt x="1956" y="1292"/>
                  </a:cubicBezTo>
                  <a:cubicBezTo>
                    <a:pt x="2175" y="1292"/>
                    <a:pt x="2372" y="1444"/>
                    <a:pt x="2415" y="1695"/>
                  </a:cubicBezTo>
                  <a:cubicBezTo>
                    <a:pt x="2516" y="2284"/>
                    <a:pt x="1906" y="2332"/>
                    <a:pt x="1689" y="2352"/>
                  </a:cubicBezTo>
                  <a:cubicBezTo>
                    <a:pt x="1479" y="2366"/>
                    <a:pt x="1547" y="2576"/>
                    <a:pt x="1547" y="2576"/>
                  </a:cubicBezTo>
                  <a:cubicBezTo>
                    <a:pt x="1689" y="2678"/>
                    <a:pt x="1859" y="2732"/>
                    <a:pt x="2035" y="2732"/>
                  </a:cubicBezTo>
                  <a:cubicBezTo>
                    <a:pt x="2048" y="2732"/>
                    <a:pt x="2061" y="2732"/>
                    <a:pt x="2074" y="2732"/>
                  </a:cubicBezTo>
                  <a:cubicBezTo>
                    <a:pt x="3868" y="2732"/>
                    <a:pt x="4024" y="444"/>
                    <a:pt x="2462" y="60"/>
                  </a:cubicBezTo>
                  <a:cubicBezTo>
                    <a:pt x="2294" y="19"/>
                    <a:pt x="2135" y="1"/>
                    <a:pt x="1983" y="1"/>
                  </a:cubicBezTo>
                  <a:close/>
                </a:path>
              </a:pathLst>
            </a:custGeom>
            <a:solidFill>
              <a:srgbClr val="8E9E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5" name="Google Shape;14205;p66"/>
            <p:cNvSpPr/>
            <p:nvPr/>
          </p:nvSpPr>
          <p:spPr>
            <a:xfrm>
              <a:off x="5276740" y="2088621"/>
              <a:ext cx="15135" cy="11961"/>
            </a:xfrm>
            <a:custGeom>
              <a:avLst/>
              <a:gdLst/>
              <a:ahLst/>
              <a:cxnLst/>
              <a:rect l="l" t="t" r="r" b="b"/>
              <a:pathLst>
                <a:path w="577" h="456" extrusionOk="0">
                  <a:moveTo>
                    <a:pt x="285" y="1"/>
                  </a:moveTo>
                  <a:cubicBezTo>
                    <a:pt x="0" y="21"/>
                    <a:pt x="0" y="442"/>
                    <a:pt x="285" y="455"/>
                  </a:cubicBezTo>
                  <a:cubicBezTo>
                    <a:pt x="577" y="442"/>
                    <a:pt x="577" y="21"/>
                    <a:pt x="2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6" name="Google Shape;14206;p66"/>
            <p:cNvSpPr/>
            <p:nvPr/>
          </p:nvSpPr>
          <p:spPr>
            <a:xfrm>
              <a:off x="5370827" y="2355406"/>
              <a:ext cx="29902" cy="24394"/>
            </a:xfrm>
            <a:custGeom>
              <a:avLst/>
              <a:gdLst/>
              <a:ahLst/>
              <a:cxnLst/>
              <a:rect l="l" t="t" r="r" b="b"/>
              <a:pathLst>
                <a:path w="1140" h="930" extrusionOk="0">
                  <a:moveTo>
                    <a:pt x="360" y="1"/>
                  </a:moveTo>
                  <a:lnTo>
                    <a:pt x="41" y="733"/>
                  </a:lnTo>
                  <a:cubicBezTo>
                    <a:pt x="0" y="828"/>
                    <a:pt x="68" y="930"/>
                    <a:pt x="170" y="930"/>
                  </a:cubicBezTo>
                  <a:lnTo>
                    <a:pt x="963" y="930"/>
                  </a:lnTo>
                  <a:cubicBezTo>
                    <a:pt x="1038" y="930"/>
                    <a:pt x="1099" y="875"/>
                    <a:pt x="1106" y="801"/>
                  </a:cubicBezTo>
                  <a:lnTo>
                    <a:pt x="1140" y="258"/>
                  </a:lnTo>
                  <a:lnTo>
                    <a:pt x="360" y="1"/>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7" name="Google Shape;14207;p66"/>
            <p:cNvSpPr/>
            <p:nvPr/>
          </p:nvSpPr>
          <p:spPr>
            <a:xfrm>
              <a:off x="5561126" y="2355223"/>
              <a:ext cx="31345" cy="24578"/>
            </a:xfrm>
            <a:custGeom>
              <a:avLst/>
              <a:gdLst/>
              <a:ahLst/>
              <a:cxnLst/>
              <a:rect l="l" t="t" r="r" b="b"/>
              <a:pathLst>
                <a:path w="1195" h="937" extrusionOk="0">
                  <a:moveTo>
                    <a:pt x="360" y="1"/>
                  </a:moveTo>
                  <a:lnTo>
                    <a:pt x="41" y="740"/>
                  </a:lnTo>
                  <a:cubicBezTo>
                    <a:pt x="1" y="835"/>
                    <a:pt x="68" y="937"/>
                    <a:pt x="170" y="937"/>
                  </a:cubicBezTo>
                  <a:lnTo>
                    <a:pt x="977" y="937"/>
                  </a:lnTo>
                  <a:cubicBezTo>
                    <a:pt x="1045" y="937"/>
                    <a:pt x="1106" y="889"/>
                    <a:pt x="1113" y="821"/>
                  </a:cubicBezTo>
                  <a:lnTo>
                    <a:pt x="1194" y="292"/>
                  </a:lnTo>
                  <a:lnTo>
                    <a:pt x="360" y="1"/>
                  </a:lnTo>
                  <a:close/>
                </a:path>
              </a:pathLst>
            </a:custGeom>
            <a:solidFill>
              <a:srgbClr val="324B6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8" name="Google Shape;14208;p66"/>
            <p:cNvSpPr/>
            <p:nvPr/>
          </p:nvSpPr>
          <p:spPr>
            <a:xfrm>
              <a:off x="5232280" y="2095756"/>
              <a:ext cx="46978" cy="46689"/>
            </a:xfrm>
            <a:custGeom>
              <a:avLst/>
              <a:gdLst/>
              <a:ahLst/>
              <a:cxnLst/>
              <a:rect l="l" t="t" r="r" b="b"/>
              <a:pathLst>
                <a:path w="1791" h="1780" extrusionOk="0">
                  <a:moveTo>
                    <a:pt x="773" y="0"/>
                  </a:moveTo>
                  <a:cubicBezTo>
                    <a:pt x="448" y="400"/>
                    <a:pt x="204" y="739"/>
                    <a:pt x="82" y="929"/>
                  </a:cubicBezTo>
                  <a:cubicBezTo>
                    <a:pt x="14" y="1024"/>
                    <a:pt x="0" y="1146"/>
                    <a:pt x="41" y="1254"/>
                  </a:cubicBezTo>
                  <a:lnTo>
                    <a:pt x="116" y="1471"/>
                  </a:lnTo>
                  <a:cubicBezTo>
                    <a:pt x="186" y="1658"/>
                    <a:pt x="361" y="1780"/>
                    <a:pt x="551" y="1780"/>
                  </a:cubicBezTo>
                  <a:cubicBezTo>
                    <a:pt x="582" y="1780"/>
                    <a:pt x="613" y="1776"/>
                    <a:pt x="644" y="1770"/>
                  </a:cubicBezTo>
                  <a:cubicBezTo>
                    <a:pt x="1004" y="1709"/>
                    <a:pt x="1370" y="1668"/>
                    <a:pt x="1743" y="1655"/>
                  </a:cubicBezTo>
                  <a:cubicBezTo>
                    <a:pt x="1790" y="1438"/>
                    <a:pt x="1756" y="1214"/>
                    <a:pt x="1648" y="1017"/>
                  </a:cubicBezTo>
                  <a:cubicBezTo>
                    <a:pt x="1370" y="556"/>
                    <a:pt x="909" y="265"/>
                    <a:pt x="773"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09" name="Google Shape;14209;p66"/>
            <p:cNvSpPr/>
            <p:nvPr/>
          </p:nvSpPr>
          <p:spPr>
            <a:xfrm>
              <a:off x="5232621" y="2121933"/>
              <a:ext cx="9469" cy="9574"/>
            </a:xfrm>
            <a:custGeom>
              <a:avLst/>
              <a:gdLst/>
              <a:ahLst/>
              <a:cxnLst/>
              <a:rect l="l" t="t" r="r" b="b"/>
              <a:pathLst>
                <a:path w="361" h="365" extrusionOk="0">
                  <a:moveTo>
                    <a:pt x="147" y="1"/>
                  </a:moveTo>
                  <a:cubicBezTo>
                    <a:pt x="109" y="1"/>
                    <a:pt x="69" y="7"/>
                    <a:pt x="28" y="19"/>
                  </a:cubicBezTo>
                  <a:cubicBezTo>
                    <a:pt x="1" y="94"/>
                    <a:pt x="1" y="175"/>
                    <a:pt x="28" y="250"/>
                  </a:cubicBezTo>
                  <a:lnTo>
                    <a:pt x="69" y="365"/>
                  </a:lnTo>
                  <a:cubicBezTo>
                    <a:pt x="82" y="365"/>
                    <a:pt x="103" y="365"/>
                    <a:pt x="123" y="358"/>
                  </a:cubicBezTo>
                  <a:cubicBezTo>
                    <a:pt x="265" y="311"/>
                    <a:pt x="360" y="195"/>
                    <a:pt x="326" y="101"/>
                  </a:cubicBezTo>
                  <a:cubicBezTo>
                    <a:pt x="307" y="34"/>
                    <a:pt x="235" y="1"/>
                    <a:pt x="147" y="1"/>
                  </a:cubicBezTo>
                  <a:close/>
                </a:path>
              </a:pathLst>
            </a:custGeom>
            <a:solidFill>
              <a:srgbClr val="CB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0" name="Google Shape;14210;p66"/>
            <p:cNvSpPr/>
            <p:nvPr/>
          </p:nvSpPr>
          <p:spPr>
            <a:xfrm>
              <a:off x="5305908" y="2118235"/>
              <a:ext cx="65654" cy="132802"/>
            </a:xfrm>
            <a:custGeom>
              <a:avLst/>
              <a:gdLst/>
              <a:ahLst/>
              <a:cxnLst/>
              <a:rect l="l" t="t" r="r" b="b"/>
              <a:pathLst>
                <a:path w="2503" h="5063" extrusionOk="0">
                  <a:moveTo>
                    <a:pt x="723" y="1"/>
                  </a:moveTo>
                  <a:cubicBezTo>
                    <a:pt x="683" y="1"/>
                    <a:pt x="647" y="9"/>
                    <a:pt x="617" y="25"/>
                  </a:cubicBezTo>
                  <a:cubicBezTo>
                    <a:pt x="434" y="126"/>
                    <a:pt x="367" y="377"/>
                    <a:pt x="0" y="567"/>
                  </a:cubicBezTo>
                  <a:cubicBezTo>
                    <a:pt x="584" y="1387"/>
                    <a:pt x="597" y="4188"/>
                    <a:pt x="2502" y="5063"/>
                  </a:cubicBezTo>
                  <a:cubicBezTo>
                    <a:pt x="956" y="3815"/>
                    <a:pt x="990" y="770"/>
                    <a:pt x="1031" y="418"/>
                  </a:cubicBezTo>
                  <a:cubicBezTo>
                    <a:pt x="1063" y="122"/>
                    <a:pt x="874" y="1"/>
                    <a:pt x="723" y="1"/>
                  </a:cubicBezTo>
                  <a:close/>
                </a:path>
              </a:pathLst>
            </a:custGeom>
            <a:solidFill>
              <a:srgbClr val="CB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1" name="Google Shape;14211;p66"/>
            <p:cNvSpPr/>
            <p:nvPr/>
          </p:nvSpPr>
          <p:spPr>
            <a:xfrm>
              <a:off x="5406762" y="2226302"/>
              <a:ext cx="120947" cy="37745"/>
            </a:xfrm>
            <a:custGeom>
              <a:avLst/>
              <a:gdLst/>
              <a:ahLst/>
              <a:cxnLst/>
              <a:rect l="l" t="t" r="r" b="b"/>
              <a:pathLst>
                <a:path w="4611" h="1439" extrusionOk="0">
                  <a:moveTo>
                    <a:pt x="4021" y="0"/>
                  </a:moveTo>
                  <a:cubicBezTo>
                    <a:pt x="3976" y="0"/>
                    <a:pt x="3930" y="7"/>
                    <a:pt x="3885" y="20"/>
                  </a:cubicBezTo>
                  <a:cubicBezTo>
                    <a:pt x="2825" y="359"/>
                    <a:pt x="1452" y="408"/>
                    <a:pt x="731" y="408"/>
                  </a:cubicBezTo>
                  <a:cubicBezTo>
                    <a:pt x="673" y="408"/>
                    <a:pt x="619" y="407"/>
                    <a:pt x="570" y="407"/>
                  </a:cubicBezTo>
                  <a:cubicBezTo>
                    <a:pt x="359" y="407"/>
                    <a:pt x="176" y="536"/>
                    <a:pt x="115" y="732"/>
                  </a:cubicBezTo>
                  <a:cubicBezTo>
                    <a:pt x="48" y="943"/>
                    <a:pt x="7" y="1153"/>
                    <a:pt x="0" y="1370"/>
                  </a:cubicBezTo>
                  <a:cubicBezTo>
                    <a:pt x="263" y="1410"/>
                    <a:pt x="579" y="1439"/>
                    <a:pt x="942" y="1439"/>
                  </a:cubicBezTo>
                  <a:cubicBezTo>
                    <a:pt x="1871" y="1439"/>
                    <a:pt x="3115" y="1251"/>
                    <a:pt x="4611" y="583"/>
                  </a:cubicBezTo>
                  <a:cubicBezTo>
                    <a:pt x="4543" y="488"/>
                    <a:pt x="4489" y="380"/>
                    <a:pt x="4441" y="271"/>
                  </a:cubicBezTo>
                  <a:cubicBezTo>
                    <a:pt x="4366" y="103"/>
                    <a:pt x="4199" y="0"/>
                    <a:pt x="4021" y="0"/>
                  </a:cubicBezTo>
                  <a:close/>
                </a:path>
              </a:pathLst>
            </a:custGeom>
            <a:solidFill>
              <a:srgbClr val="CB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2" name="Google Shape;14212;p66"/>
            <p:cNvSpPr/>
            <p:nvPr/>
          </p:nvSpPr>
          <p:spPr>
            <a:xfrm>
              <a:off x="5302524" y="2046207"/>
              <a:ext cx="73680" cy="48001"/>
            </a:xfrm>
            <a:custGeom>
              <a:avLst/>
              <a:gdLst/>
              <a:ahLst/>
              <a:cxnLst/>
              <a:rect l="l" t="t" r="r" b="b"/>
              <a:pathLst>
                <a:path w="2809" h="1830" extrusionOk="0">
                  <a:moveTo>
                    <a:pt x="1402" y="0"/>
                  </a:moveTo>
                  <a:cubicBezTo>
                    <a:pt x="775" y="0"/>
                    <a:pt x="271" y="420"/>
                    <a:pt x="1" y="1048"/>
                  </a:cubicBezTo>
                  <a:cubicBezTo>
                    <a:pt x="148" y="1094"/>
                    <a:pt x="303" y="1117"/>
                    <a:pt x="457" y="1117"/>
                  </a:cubicBezTo>
                  <a:cubicBezTo>
                    <a:pt x="509" y="1117"/>
                    <a:pt x="560" y="1114"/>
                    <a:pt x="611" y="1109"/>
                  </a:cubicBezTo>
                  <a:cubicBezTo>
                    <a:pt x="699" y="1096"/>
                    <a:pt x="780" y="1041"/>
                    <a:pt x="814" y="967"/>
                  </a:cubicBezTo>
                  <a:cubicBezTo>
                    <a:pt x="948" y="671"/>
                    <a:pt x="1167" y="542"/>
                    <a:pt x="1368" y="542"/>
                  </a:cubicBezTo>
                  <a:cubicBezTo>
                    <a:pt x="1586" y="542"/>
                    <a:pt x="1782" y="693"/>
                    <a:pt x="1825" y="947"/>
                  </a:cubicBezTo>
                  <a:cubicBezTo>
                    <a:pt x="1926" y="1536"/>
                    <a:pt x="1316" y="1584"/>
                    <a:pt x="1099" y="1604"/>
                  </a:cubicBezTo>
                  <a:cubicBezTo>
                    <a:pt x="889" y="1618"/>
                    <a:pt x="957" y="1828"/>
                    <a:pt x="957" y="1828"/>
                  </a:cubicBezTo>
                  <a:cubicBezTo>
                    <a:pt x="986" y="1829"/>
                    <a:pt x="1016" y="1829"/>
                    <a:pt x="1045" y="1829"/>
                  </a:cubicBezTo>
                  <a:cubicBezTo>
                    <a:pt x="2808" y="1829"/>
                    <a:pt x="2610" y="218"/>
                    <a:pt x="1703" y="31"/>
                  </a:cubicBezTo>
                  <a:cubicBezTo>
                    <a:pt x="1600" y="10"/>
                    <a:pt x="1500" y="0"/>
                    <a:pt x="1402"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13" name="Google Shape;14213;p66"/>
          <p:cNvGrpSpPr/>
          <p:nvPr/>
        </p:nvGrpSpPr>
        <p:grpSpPr>
          <a:xfrm>
            <a:off x="7941873" y="2511529"/>
            <a:ext cx="379548" cy="365331"/>
            <a:chOff x="7968961" y="2435329"/>
            <a:chExt cx="379548" cy="365331"/>
          </a:xfrm>
        </p:grpSpPr>
        <p:sp>
          <p:nvSpPr>
            <p:cNvPr id="14214" name="Google Shape;14214;p66"/>
            <p:cNvSpPr/>
            <p:nvPr/>
          </p:nvSpPr>
          <p:spPr>
            <a:xfrm>
              <a:off x="8154276" y="2638638"/>
              <a:ext cx="118297" cy="162023"/>
            </a:xfrm>
            <a:custGeom>
              <a:avLst/>
              <a:gdLst/>
              <a:ahLst/>
              <a:cxnLst/>
              <a:rect l="l" t="t" r="r" b="b"/>
              <a:pathLst>
                <a:path w="4510" h="6177" extrusionOk="0">
                  <a:moveTo>
                    <a:pt x="462" y="1"/>
                  </a:moveTo>
                  <a:cubicBezTo>
                    <a:pt x="409" y="1"/>
                    <a:pt x="355" y="47"/>
                    <a:pt x="360" y="113"/>
                  </a:cubicBezTo>
                  <a:cubicBezTo>
                    <a:pt x="590" y="1720"/>
                    <a:pt x="0" y="3700"/>
                    <a:pt x="590" y="5035"/>
                  </a:cubicBezTo>
                  <a:cubicBezTo>
                    <a:pt x="911" y="5752"/>
                    <a:pt x="1613" y="6176"/>
                    <a:pt x="2350" y="6176"/>
                  </a:cubicBezTo>
                  <a:cubicBezTo>
                    <a:pt x="2609" y="6176"/>
                    <a:pt x="2873" y="6123"/>
                    <a:pt x="3126" y="6012"/>
                  </a:cubicBezTo>
                  <a:lnTo>
                    <a:pt x="3133" y="6005"/>
                  </a:lnTo>
                  <a:cubicBezTo>
                    <a:pt x="4089" y="5564"/>
                    <a:pt x="4510" y="4425"/>
                    <a:pt x="4076" y="3462"/>
                  </a:cubicBezTo>
                  <a:cubicBezTo>
                    <a:pt x="3459" y="2133"/>
                    <a:pt x="1594" y="1272"/>
                    <a:pt x="529" y="31"/>
                  </a:cubicBezTo>
                  <a:cubicBezTo>
                    <a:pt x="510" y="10"/>
                    <a:pt x="486" y="1"/>
                    <a:pt x="462" y="1"/>
                  </a:cubicBezTo>
                  <a:close/>
                </a:path>
              </a:pathLst>
            </a:custGeom>
            <a:solidFill>
              <a:srgbClr val="D5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5" name="Google Shape;14215;p66"/>
            <p:cNvSpPr/>
            <p:nvPr/>
          </p:nvSpPr>
          <p:spPr>
            <a:xfrm>
              <a:off x="8154276" y="2638638"/>
              <a:ext cx="107805" cy="162023"/>
            </a:xfrm>
            <a:custGeom>
              <a:avLst/>
              <a:gdLst/>
              <a:ahLst/>
              <a:cxnLst/>
              <a:rect l="l" t="t" r="r" b="b"/>
              <a:pathLst>
                <a:path w="4110" h="6177" extrusionOk="0">
                  <a:moveTo>
                    <a:pt x="462" y="1"/>
                  </a:moveTo>
                  <a:cubicBezTo>
                    <a:pt x="409" y="1"/>
                    <a:pt x="355" y="47"/>
                    <a:pt x="360" y="113"/>
                  </a:cubicBezTo>
                  <a:cubicBezTo>
                    <a:pt x="590" y="1720"/>
                    <a:pt x="0" y="3700"/>
                    <a:pt x="590" y="5035"/>
                  </a:cubicBezTo>
                  <a:cubicBezTo>
                    <a:pt x="911" y="5752"/>
                    <a:pt x="1613" y="6176"/>
                    <a:pt x="2350" y="6176"/>
                  </a:cubicBezTo>
                  <a:cubicBezTo>
                    <a:pt x="2609" y="6176"/>
                    <a:pt x="2873" y="6123"/>
                    <a:pt x="3126" y="6012"/>
                  </a:cubicBezTo>
                  <a:lnTo>
                    <a:pt x="3133" y="6005"/>
                  </a:lnTo>
                  <a:cubicBezTo>
                    <a:pt x="3581" y="5802"/>
                    <a:pt x="3933" y="5429"/>
                    <a:pt x="4110" y="4968"/>
                  </a:cubicBezTo>
                  <a:lnTo>
                    <a:pt x="4110" y="4968"/>
                  </a:lnTo>
                  <a:cubicBezTo>
                    <a:pt x="4035" y="5022"/>
                    <a:pt x="3947" y="5069"/>
                    <a:pt x="3865" y="5103"/>
                  </a:cubicBezTo>
                  <a:lnTo>
                    <a:pt x="3852" y="5110"/>
                  </a:lnTo>
                  <a:cubicBezTo>
                    <a:pt x="3601" y="5221"/>
                    <a:pt x="3338" y="5274"/>
                    <a:pt x="3079" y="5274"/>
                  </a:cubicBezTo>
                  <a:cubicBezTo>
                    <a:pt x="2346" y="5274"/>
                    <a:pt x="1643" y="4850"/>
                    <a:pt x="1323" y="4134"/>
                  </a:cubicBezTo>
                  <a:cubicBezTo>
                    <a:pt x="902" y="3171"/>
                    <a:pt x="1079" y="1882"/>
                    <a:pt x="1133" y="635"/>
                  </a:cubicBezTo>
                  <a:cubicBezTo>
                    <a:pt x="923" y="452"/>
                    <a:pt x="719" y="248"/>
                    <a:pt x="529" y="31"/>
                  </a:cubicBezTo>
                  <a:cubicBezTo>
                    <a:pt x="510" y="10"/>
                    <a:pt x="486" y="1"/>
                    <a:pt x="462" y="1"/>
                  </a:cubicBezTo>
                  <a:close/>
                </a:path>
              </a:pathLst>
            </a:custGeom>
            <a:solidFill>
              <a:srgbClr val="AD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6" name="Google Shape;14216;p66"/>
            <p:cNvSpPr/>
            <p:nvPr/>
          </p:nvSpPr>
          <p:spPr>
            <a:xfrm>
              <a:off x="8145332" y="2435382"/>
              <a:ext cx="203178" cy="195886"/>
            </a:xfrm>
            <a:custGeom>
              <a:avLst/>
              <a:gdLst/>
              <a:ahLst/>
              <a:cxnLst/>
              <a:rect l="l" t="t" r="r" b="b"/>
              <a:pathLst>
                <a:path w="7746" h="7468" extrusionOk="0">
                  <a:moveTo>
                    <a:pt x="182" y="1"/>
                  </a:moveTo>
                  <a:cubicBezTo>
                    <a:pt x="83" y="1"/>
                    <a:pt x="1" y="106"/>
                    <a:pt x="57" y="206"/>
                  </a:cubicBezTo>
                  <a:cubicBezTo>
                    <a:pt x="1162" y="2241"/>
                    <a:pt x="1365" y="5163"/>
                    <a:pt x="2823" y="6655"/>
                  </a:cubicBezTo>
                  <a:cubicBezTo>
                    <a:pt x="3358" y="7196"/>
                    <a:pt x="4063" y="7468"/>
                    <a:pt x="4768" y="7468"/>
                  </a:cubicBezTo>
                  <a:cubicBezTo>
                    <a:pt x="5458" y="7468"/>
                    <a:pt x="6148" y="7208"/>
                    <a:pt x="6681" y="6689"/>
                  </a:cubicBezTo>
                  <a:lnTo>
                    <a:pt x="6695" y="6675"/>
                  </a:lnTo>
                  <a:cubicBezTo>
                    <a:pt x="7746" y="5604"/>
                    <a:pt x="7739" y="3881"/>
                    <a:pt x="6681" y="2817"/>
                  </a:cubicBezTo>
                  <a:cubicBezTo>
                    <a:pt x="5196" y="1346"/>
                    <a:pt x="2274" y="1135"/>
                    <a:pt x="247" y="17"/>
                  </a:cubicBezTo>
                  <a:cubicBezTo>
                    <a:pt x="225" y="6"/>
                    <a:pt x="203" y="1"/>
                    <a:pt x="182" y="1"/>
                  </a:cubicBezTo>
                  <a:close/>
                </a:path>
              </a:pathLst>
            </a:custGeom>
            <a:solidFill>
              <a:srgbClr val="D5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7" name="Google Shape;14217;p66"/>
            <p:cNvSpPr/>
            <p:nvPr/>
          </p:nvSpPr>
          <p:spPr>
            <a:xfrm>
              <a:off x="8145489" y="2435329"/>
              <a:ext cx="196095" cy="195886"/>
            </a:xfrm>
            <a:custGeom>
              <a:avLst/>
              <a:gdLst/>
              <a:ahLst/>
              <a:cxnLst/>
              <a:rect l="l" t="t" r="r" b="b"/>
              <a:pathLst>
                <a:path w="7476" h="7468" extrusionOk="0">
                  <a:moveTo>
                    <a:pt x="173" y="0"/>
                  </a:moveTo>
                  <a:cubicBezTo>
                    <a:pt x="77" y="0"/>
                    <a:pt x="1" y="109"/>
                    <a:pt x="51" y="208"/>
                  </a:cubicBezTo>
                  <a:cubicBezTo>
                    <a:pt x="1163" y="2243"/>
                    <a:pt x="1359" y="5165"/>
                    <a:pt x="2824" y="6657"/>
                  </a:cubicBezTo>
                  <a:cubicBezTo>
                    <a:pt x="3360" y="7196"/>
                    <a:pt x="4066" y="7467"/>
                    <a:pt x="4772" y="7467"/>
                  </a:cubicBezTo>
                  <a:cubicBezTo>
                    <a:pt x="5461" y="7467"/>
                    <a:pt x="6150" y="7209"/>
                    <a:pt x="6682" y="6691"/>
                  </a:cubicBezTo>
                  <a:lnTo>
                    <a:pt x="6696" y="6677"/>
                  </a:lnTo>
                  <a:cubicBezTo>
                    <a:pt x="7191" y="6182"/>
                    <a:pt x="7469" y="5511"/>
                    <a:pt x="7475" y="4806"/>
                  </a:cubicBezTo>
                  <a:lnTo>
                    <a:pt x="7475" y="4806"/>
                  </a:lnTo>
                  <a:cubicBezTo>
                    <a:pt x="7401" y="4914"/>
                    <a:pt x="7313" y="5016"/>
                    <a:pt x="7218" y="5111"/>
                  </a:cubicBezTo>
                  <a:lnTo>
                    <a:pt x="7204" y="5124"/>
                  </a:lnTo>
                  <a:cubicBezTo>
                    <a:pt x="6671" y="5641"/>
                    <a:pt x="5981" y="5898"/>
                    <a:pt x="5291" y="5898"/>
                  </a:cubicBezTo>
                  <a:cubicBezTo>
                    <a:pt x="4586" y="5898"/>
                    <a:pt x="3881" y="5629"/>
                    <a:pt x="3346" y="5090"/>
                  </a:cubicBezTo>
                  <a:cubicBezTo>
                    <a:pt x="2295" y="4019"/>
                    <a:pt x="1895" y="2209"/>
                    <a:pt x="1346" y="520"/>
                  </a:cubicBezTo>
                  <a:cubicBezTo>
                    <a:pt x="966" y="378"/>
                    <a:pt x="600" y="208"/>
                    <a:pt x="241" y="19"/>
                  </a:cubicBezTo>
                  <a:cubicBezTo>
                    <a:pt x="218" y="6"/>
                    <a:pt x="195" y="0"/>
                    <a:pt x="173" y="0"/>
                  </a:cubicBezTo>
                  <a:close/>
                </a:path>
              </a:pathLst>
            </a:custGeom>
            <a:solidFill>
              <a:srgbClr val="AD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8" name="Google Shape;14218;p66"/>
            <p:cNvSpPr/>
            <p:nvPr/>
          </p:nvSpPr>
          <p:spPr>
            <a:xfrm>
              <a:off x="7968961" y="2488183"/>
              <a:ext cx="136606" cy="226968"/>
            </a:xfrm>
            <a:custGeom>
              <a:avLst/>
              <a:gdLst/>
              <a:ahLst/>
              <a:cxnLst/>
              <a:rect l="l" t="t" r="r" b="b"/>
              <a:pathLst>
                <a:path w="5208" h="8653" extrusionOk="0">
                  <a:moveTo>
                    <a:pt x="2251" y="1"/>
                  </a:moveTo>
                  <a:cubicBezTo>
                    <a:pt x="2194" y="1"/>
                    <a:pt x="2137" y="37"/>
                    <a:pt x="2122" y="106"/>
                  </a:cubicBezTo>
                  <a:cubicBezTo>
                    <a:pt x="1648" y="2187"/>
                    <a:pt x="0" y="4343"/>
                    <a:pt x="102" y="6262"/>
                  </a:cubicBezTo>
                  <a:cubicBezTo>
                    <a:pt x="181" y="7610"/>
                    <a:pt x="1299" y="8652"/>
                    <a:pt x="2634" y="8652"/>
                  </a:cubicBezTo>
                  <a:cubicBezTo>
                    <a:pt x="2676" y="8652"/>
                    <a:pt x="2718" y="8651"/>
                    <a:pt x="2760" y="8649"/>
                  </a:cubicBezTo>
                  <a:lnTo>
                    <a:pt x="2773" y="8649"/>
                  </a:lnTo>
                  <a:cubicBezTo>
                    <a:pt x="4157" y="8547"/>
                    <a:pt x="5208" y="7347"/>
                    <a:pt x="5119" y="5964"/>
                  </a:cubicBezTo>
                  <a:cubicBezTo>
                    <a:pt x="4991" y="4038"/>
                    <a:pt x="3092" y="2099"/>
                    <a:pt x="2373" y="85"/>
                  </a:cubicBezTo>
                  <a:cubicBezTo>
                    <a:pt x="2351" y="28"/>
                    <a:pt x="2301" y="1"/>
                    <a:pt x="2251" y="1"/>
                  </a:cubicBezTo>
                  <a:close/>
                </a:path>
              </a:pathLst>
            </a:custGeom>
            <a:solidFill>
              <a:srgbClr val="D5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19" name="Google Shape;14219;p66"/>
            <p:cNvSpPr/>
            <p:nvPr/>
          </p:nvSpPr>
          <p:spPr>
            <a:xfrm>
              <a:off x="7968961" y="2488104"/>
              <a:ext cx="117038" cy="227047"/>
            </a:xfrm>
            <a:custGeom>
              <a:avLst/>
              <a:gdLst/>
              <a:ahLst/>
              <a:cxnLst/>
              <a:rect l="l" t="t" r="r" b="b"/>
              <a:pathLst>
                <a:path w="4462" h="8656" extrusionOk="0">
                  <a:moveTo>
                    <a:pt x="2247" y="1"/>
                  </a:moveTo>
                  <a:cubicBezTo>
                    <a:pt x="2191" y="1"/>
                    <a:pt x="2136" y="35"/>
                    <a:pt x="2122" y="102"/>
                  </a:cubicBezTo>
                  <a:cubicBezTo>
                    <a:pt x="1648" y="2190"/>
                    <a:pt x="0" y="4340"/>
                    <a:pt x="102" y="6265"/>
                  </a:cubicBezTo>
                  <a:cubicBezTo>
                    <a:pt x="181" y="7613"/>
                    <a:pt x="1299" y="8655"/>
                    <a:pt x="2634" y="8655"/>
                  </a:cubicBezTo>
                  <a:cubicBezTo>
                    <a:pt x="2676" y="8655"/>
                    <a:pt x="2718" y="8654"/>
                    <a:pt x="2760" y="8652"/>
                  </a:cubicBezTo>
                  <a:lnTo>
                    <a:pt x="2773" y="8652"/>
                  </a:lnTo>
                  <a:cubicBezTo>
                    <a:pt x="3417" y="8605"/>
                    <a:pt x="4028" y="8313"/>
                    <a:pt x="4462" y="7832"/>
                  </a:cubicBezTo>
                  <a:lnTo>
                    <a:pt x="4462" y="7832"/>
                  </a:lnTo>
                  <a:cubicBezTo>
                    <a:pt x="4340" y="7859"/>
                    <a:pt x="4218" y="7872"/>
                    <a:pt x="4096" y="7879"/>
                  </a:cubicBezTo>
                  <a:lnTo>
                    <a:pt x="4082" y="7879"/>
                  </a:lnTo>
                  <a:cubicBezTo>
                    <a:pt x="4040" y="7881"/>
                    <a:pt x="3998" y="7882"/>
                    <a:pt x="3956" y="7882"/>
                  </a:cubicBezTo>
                  <a:cubicBezTo>
                    <a:pt x="2621" y="7882"/>
                    <a:pt x="1503" y="6840"/>
                    <a:pt x="1424" y="5499"/>
                  </a:cubicBezTo>
                  <a:cubicBezTo>
                    <a:pt x="1356" y="4116"/>
                    <a:pt x="2183" y="2617"/>
                    <a:pt x="2828" y="1112"/>
                  </a:cubicBezTo>
                  <a:cubicBezTo>
                    <a:pt x="2651" y="780"/>
                    <a:pt x="2502" y="434"/>
                    <a:pt x="2373" y="88"/>
                  </a:cubicBezTo>
                  <a:cubicBezTo>
                    <a:pt x="2351" y="30"/>
                    <a:pt x="2298" y="1"/>
                    <a:pt x="2247" y="1"/>
                  </a:cubicBezTo>
                  <a:close/>
                </a:path>
              </a:pathLst>
            </a:custGeom>
            <a:solidFill>
              <a:srgbClr val="AD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20" name="Google Shape;14220;p66"/>
          <p:cNvGrpSpPr/>
          <p:nvPr/>
        </p:nvGrpSpPr>
        <p:grpSpPr>
          <a:xfrm>
            <a:off x="4109591" y="2191523"/>
            <a:ext cx="373305" cy="223217"/>
            <a:chOff x="4136679" y="2115323"/>
            <a:chExt cx="373305" cy="223217"/>
          </a:xfrm>
        </p:grpSpPr>
        <p:sp>
          <p:nvSpPr>
            <p:cNvPr id="14221" name="Google Shape;14221;p66"/>
            <p:cNvSpPr/>
            <p:nvPr/>
          </p:nvSpPr>
          <p:spPr>
            <a:xfrm>
              <a:off x="4453092" y="2115323"/>
              <a:ext cx="56893" cy="53903"/>
            </a:xfrm>
            <a:custGeom>
              <a:avLst/>
              <a:gdLst/>
              <a:ahLst/>
              <a:cxnLst/>
              <a:rect l="l" t="t" r="r" b="b"/>
              <a:pathLst>
                <a:path w="2169" h="2055" extrusionOk="0">
                  <a:moveTo>
                    <a:pt x="1265" y="452"/>
                  </a:moveTo>
                  <a:cubicBezTo>
                    <a:pt x="1293" y="452"/>
                    <a:pt x="1320" y="466"/>
                    <a:pt x="1343" y="488"/>
                  </a:cubicBezTo>
                  <a:cubicBezTo>
                    <a:pt x="1383" y="542"/>
                    <a:pt x="1397" y="617"/>
                    <a:pt x="1370" y="678"/>
                  </a:cubicBezTo>
                  <a:cubicBezTo>
                    <a:pt x="1329" y="773"/>
                    <a:pt x="1268" y="861"/>
                    <a:pt x="1194" y="936"/>
                  </a:cubicBezTo>
                  <a:lnTo>
                    <a:pt x="1180" y="922"/>
                  </a:lnTo>
                  <a:cubicBezTo>
                    <a:pt x="1099" y="827"/>
                    <a:pt x="1058" y="698"/>
                    <a:pt x="1078" y="569"/>
                  </a:cubicBezTo>
                  <a:cubicBezTo>
                    <a:pt x="1092" y="515"/>
                    <a:pt x="1133" y="475"/>
                    <a:pt x="1187" y="461"/>
                  </a:cubicBezTo>
                  <a:cubicBezTo>
                    <a:pt x="1207" y="454"/>
                    <a:pt x="1228" y="454"/>
                    <a:pt x="1248" y="454"/>
                  </a:cubicBezTo>
                  <a:cubicBezTo>
                    <a:pt x="1254" y="453"/>
                    <a:pt x="1259" y="452"/>
                    <a:pt x="1265" y="452"/>
                  </a:cubicBezTo>
                  <a:close/>
                  <a:moveTo>
                    <a:pt x="1242" y="1"/>
                  </a:moveTo>
                  <a:cubicBezTo>
                    <a:pt x="1176" y="1"/>
                    <a:pt x="1109" y="12"/>
                    <a:pt x="1044" y="34"/>
                  </a:cubicBezTo>
                  <a:cubicBezTo>
                    <a:pt x="848" y="102"/>
                    <a:pt x="699" y="251"/>
                    <a:pt x="644" y="447"/>
                  </a:cubicBezTo>
                  <a:cubicBezTo>
                    <a:pt x="590" y="719"/>
                    <a:pt x="658" y="1003"/>
                    <a:pt x="841" y="1207"/>
                  </a:cubicBezTo>
                  <a:lnTo>
                    <a:pt x="868" y="1234"/>
                  </a:lnTo>
                  <a:cubicBezTo>
                    <a:pt x="665" y="1390"/>
                    <a:pt x="448" y="1519"/>
                    <a:pt x="217" y="1627"/>
                  </a:cubicBezTo>
                  <a:cubicBezTo>
                    <a:pt x="0" y="1729"/>
                    <a:pt x="68" y="2054"/>
                    <a:pt x="312" y="2054"/>
                  </a:cubicBezTo>
                  <a:cubicBezTo>
                    <a:pt x="346" y="2054"/>
                    <a:pt x="380" y="2048"/>
                    <a:pt x="407" y="2034"/>
                  </a:cubicBezTo>
                  <a:cubicBezTo>
                    <a:pt x="685" y="1905"/>
                    <a:pt x="950" y="1743"/>
                    <a:pt x="1194" y="1546"/>
                  </a:cubicBezTo>
                  <a:cubicBezTo>
                    <a:pt x="1363" y="1688"/>
                    <a:pt x="1546" y="1817"/>
                    <a:pt x="1736" y="1926"/>
                  </a:cubicBezTo>
                  <a:cubicBezTo>
                    <a:pt x="1773" y="1944"/>
                    <a:pt x="1810" y="1953"/>
                    <a:pt x="1844" y="1953"/>
                  </a:cubicBezTo>
                  <a:cubicBezTo>
                    <a:pt x="2045" y="1953"/>
                    <a:pt x="2168" y="1666"/>
                    <a:pt x="1960" y="1532"/>
                  </a:cubicBezTo>
                  <a:cubicBezTo>
                    <a:pt x="1804" y="1444"/>
                    <a:pt x="1661" y="1349"/>
                    <a:pt x="1526" y="1241"/>
                  </a:cubicBezTo>
                  <a:cubicBezTo>
                    <a:pt x="1641" y="1119"/>
                    <a:pt x="1736" y="983"/>
                    <a:pt x="1797" y="827"/>
                  </a:cubicBezTo>
                  <a:cubicBezTo>
                    <a:pt x="1885" y="597"/>
                    <a:pt x="1831" y="346"/>
                    <a:pt x="1661" y="169"/>
                  </a:cubicBezTo>
                  <a:cubicBezTo>
                    <a:pt x="1547" y="60"/>
                    <a:pt x="1397" y="1"/>
                    <a:pt x="124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2" name="Google Shape;14222;p66"/>
            <p:cNvSpPr/>
            <p:nvPr/>
          </p:nvSpPr>
          <p:spPr>
            <a:xfrm>
              <a:off x="4136679" y="2131691"/>
              <a:ext cx="367823" cy="206850"/>
            </a:xfrm>
            <a:custGeom>
              <a:avLst/>
              <a:gdLst/>
              <a:ahLst/>
              <a:cxnLst/>
              <a:rect l="l" t="t" r="r" b="b"/>
              <a:pathLst>
                <a:path w="14023" h="7886" extrusionOk="0">
                  <a:moveTo>
                    <a:pt x="8857" y="0"/>
                  </a:moveTo>
                  <a:cubicBezTo>
                    <a:pt x="6600" y="0"/>
                    <a:pt x="4208" y="696"/>
                    <a:pt x="3120" y="1003"/>
                  </a:cubicBezTo>
                  <a:cubicBezTo>
                    <a:pt x="2848" y="1078"/>
                    <a:pt x="2265" y="1274"/>
                    <a:pt x="1933" y="1383"/>
                  </a:cubicBezTo>
                  <a:cubicBezTo>
                    <a:pt x="1784" y="1437"/>
                    <a:pt x="1668" y="1546"/>
                    <a:pt x="1607" y="1688"/>
                  </a:cubicBezTo>
                  <a:cubicBezTo>
                    <a:pt x="1309" y="2278"/>
                    <a:pt x="502" y="2712"/>
                    <a:pt x="150" y="2875"/>
                  </a:cubicBezTo>
                  <a:cubicBezTo>
                    <a:pt x="55" y="2922"/>
                    <a:pt x="0" y="3024"/>
                    <a:pt x="28" y="3126"/>
                  </a:cubicBezTo>
                  <a:lnTo>
                    <a:pt x="170" y="3702"/>
                  </a:lnTo>
                  <a:cubicBezTo>
                    <a:pt x="190" y="3790"/>
                    <a:pt x="265" y="3858"/>
                    <a:pt x="353" y="3871"/>
                  </a:cubicBezTo>
                  <a:cubicBezTo>
                    <a:pt x="421" y="3878"/>
                    <a:pt x="502" y="3885"/>
                    <a:pt x="590" y="3892"/>
                  </a:cubicBezTo>
                  <a:cubicBezTo>
                    <a:pt x="712" y="4658"/>
                    <a:pt x="3757" y="5038"/>
                    <a:pt x="3757" y="5038"/>
                  </a:cubicBezTo>
                  <a:lnTo>
                    <a:pt x="4306" y="6896"/>
                  </a:lnTo>
                  <a:lnTo>
                    <a:pt x="4089" y="7662"/>
                  </a:lnTo>
                  <a:cubicBezTo>
                    <a:pt x="4055" y="7770"/>
                    <a:pt x="4143" y="7886"/>
                    <a:pt x="4259" y="7886"/>
                  </a:cubicBezTo>
                  <a:lnTo>
                    <a:pt x="4760" y="7886"/>
                  </a:lnTo>
                  <a:cubicBezTo>
                    <a:pt x="4849" y="7886"/>
                    <a:pt x="4930" y="7818"/>
                    <a:pt x="4937" y="7730"/>
                  </a:cubicBezTo>
                  <a:lnTo>
                    <a:pt x="5120" y="6048"/>
                  </a:lnTo>
                  <a:cubicBezTo>
                    <a:pt x="5140" y="5804"/>
                    <a:pt x="5140" y="5567"/>
                    <a:pt x="5113" y="5322"/>
                  </a:cubicBezTo>
                  <a:lnTo>
                    <a:pt x="5113" y="5322"/>
                  </a:lnTo>
                  <a:cubicBezTo>
                    <a:pt x="5942" y="5556"/>
                    <a:pt x="7251" y="5684"/>
                    <a:pt x="8554" y="5684"/>
                  </a:cubicBezTo>
                  <a:cubicBezTo>
                    <a:pt x="9639" y="5684"/>
                    <a:pt x="10719" y="5595"/>
                    <a:pt x="11514" y="5404"/>
                  </a:cubicBezTo>
                  <a:lnTo>
                    <a:pt x="12016" y="5872"/>
                  </a:lnTo>
                  <a:lnTo>
                    <a:pt x="12185" y="7018"/>
                  </a:lnTo>
                  <a:lnTo>
                    <a:pt x="11778" y="7608"/>
                  </a:lnTo>
                  <a:cubicBezTo>
                    <a:pt x="11697" y="7723"/>
                    <a:pt x="11778" y="7886"/>
                    <a:pt x="11928" y="7886"/>
                  </a:cubicBezTo>
                  <a:lnTo>
                    <a:pt x="12402" y="7886"/>
                  </a:lnTo>
                  <a:cubicBezTo>
                    <a:pt x="12484" y="7886"/>
                    <a:pt x="12551" y="7831"/>
                    <a:pt x="12572" y="7757"/>
                  </a:cubicBezTo>
                  <a:lnTo>
                    <a:pt x="13168" y="5723"/>
                  </a:lnTo>
                  <a:cubicBezTo>
                    <a:pt x="13216" y="5567"/>
                    <a:pt x="13202" y="5397"/>
                    <a:pt x="13135" y="5255"/>
                  </a:cubicBezTo>
                  <a:lnTo>
                    <a:pt x="12924" y="4821"/>
                  </a:lnTo>
                  <a:cubicBezTo>
                    <a:pt x="13399" y="4238"/>
                    <a:pt x="14023" y="3037"/>
                    <a:pt x="13236" y="1824"/>
                  </a:cubicBezTo>
                  <a:cubicBezTo>
                    <a:pt x="12328" y="432"/>
                    <a:pt x="10634" y="0"/>
                    <a:pt x="8857"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3" name="Google Shape;14223;p66"/>
            <p:cNvSpPr/>
            <p:nvPr/>
          </p:nvSpPr>
          <p:spPr>
            <a:xfrm>
              <a:off x="4191998" y="2139481"/>
              <a:ext cx="33810" cy="38952"/>
            </a:xfrm>
            <a:custGeom>
              <a:avLst/>
              <a:gdLst/>
              <a:ahLst/>
              <a:cxnLst/>
              <a:rect l="l" t="t" r="r" b="b"/>
              <a:pathLst>
                <a:path w="1289" h="1485" extrusionOk="0">
                  <a:moveTo>
                    <a:pt x="407" y="0"/>
                  </a:moveTo>
                  <a:cubicBezTo>
                    <a:pt x="357" y="0"/>
                    <a:pt x="311" y="28"/>
                    <a:pt x="292" y="76"/>
                  </a:cubicBezTo>
                  <a:cubicBezTo>
                    <a:pt x="0" y="706"/>
                    <a:pt x="75" y="1174"/>
                    <a:pt x="143" y="1398"/>
                  </a:cubicBezTo>
                  <a:cubicBezTo>
                    <a:pt x="158" y="1449"/>
                    <a:pt x="208" y="1485"/>
                    <a:pt x="264" y="1485"/>
                  </a:cubicBezTo>
                  <a:cubicBezTo>
                    <a:pt x="282" y="1485"/>
                    <a:pt x="301" y="1481"/>
                    <a:pt x="319" y="1472"/>
                  </a:cubicBezTo>
                  <a:lnTo>
                    <a:pt x="1194" y="1079"/>
                  </a:lnTo>
                  <a:cubicBezTo>
                    <a:pt x="1261" y="1045"/>
                    <a:pt x="1289" y="964"/>
                    <a:pt x="1255" y="903"/>
                  </a:cubicBezTo>
                  <a:cubicBezTo>
                    <a:pt x="956" y="354"/>
                    <a:pt x="638" y="110"/>
                    <a:pt x="468" y="15"/>
                  </a:cubicBezTo>
                  <a:cubicBezTo>
                    <a:pt x="448" y="5"/>
                    <a:pt x="427" y="0"/>
                    <a:pt x="407"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4" name="Google Shape;14224;p66"/>
            <p:cNvSpPr/>
            <p:nvPr/>
          </p:nvSpPr>
          <p:spPr>
            <a:xfrm>
              <a:off x="4178123" y="2194275"/>
              <a:ext cx="15686" cy="11777"/>
            </a:xfrm>
            <a:custGeom>
              <a:avLst/>
              <a:gdLst/>
              <a:ahLst/>
              <a:cxnLst/>
              <a:rect l="l" t="t" r="r" b="b"/>
              <a:pathLst>
                <a:path w="598" h="449" extrusionOk="0">
                  <a:moveTo>
                    <a:pt x="299" y="1"/>
                  </a:moveTo>
                  <a:cubicBezTo>
                    <a:pt x="0" y="1"/>
                    <a:pt x="0" y="448"/>
                    <a:pt x="299" y="448"/>
                  </a:cubicBezTo>
                  <a:cubicBezTo>
                    <a:pt x="597" y="448"/>
                    <a:pt x="597" y="1"/>
                    <a:pt x="29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5" name="Google Shape;14225;p66"/>
            <p:cNvSpPr/>
            <p:nvPr/>
          </p:nvSpPr>
          <p:spPr>
            <a:xfrm>
              <a:off x="4152339" y="2228637"/>
              <a:ext cx="29902" cy="15817"/>
            </a:xfrm>
            <a:custGeom>
              <a:avLst/>
              <a:gdLst/>
              <a:ahLst/>
              <a:cxnLst/>
              <a:rect l="l" t="t" r="r" b="b"/>
              <a:pathLst>
                <a:path w="1140" h="603" extrusionOk="0">
                  <a:moveTo>
                    <a:pt x="869" y="1"/>
                  </a:moveTo>
                  <a:cubicBezTo>
                    <a:pt x="839" y="1"/>
                    <a:pt x="809" y="7"/>
                    <a:pt x="780" y="19"/>
                  </a:cubicBezTo>
                  <a:cubicBezTo>
                    <a:pt x="529" y="114"/>
                    <a:pt x="265" y="175"/>
                    <a:pt x="0" y="196"/>
                  </a:cubicBezTo>
                  <a:cubicBezTo>
                    <a:pt x="20" y="345"/>
                    <a:pt x="156" y="481"/>
                    <a:pt x="360" y="603"/>
                  </a:cubicBezTo>
                  <a:cubicBezTo>
                    <a:pt x="563" y="569"/>
                    <a:pt x="766" y="508"/>
                    <a:pt x="963" y="433"/>
                  </a:cubicBezTo>
                  <a:cubicBezTo>
                    <a:pt x="1099" y="379"/>
                    <a:pt x="1139" y="209"/>
                    <a:pt x="1051" y="101"/>
                  </a:cubicBezTo>
                  <a:lnTo>
                    <a:pt x="1038" y="87"/>
                  </a:lnTo>
                  <a:cubicBezTo>
                    <a:pt x="995" y="31"/>
                    <a:pt x="934" y="1"/>
                    <a:pt x="869" y="1"/>
                  </a:cubicBezTo>
                  <a:close/>
                </a:path>
              </a:pathLst>
            </a:custGeom>
            <a:solidFill>
              <a:srgbClr val="8797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6" name="Google Shape;14226;p66"/>
            <p:cNvSpPr/>
            <p:nvPr/>
          </p:nvSpPr>
          <p:spPr>
            <a:xfrm>
              <a:off x="4136863" y="2204584"/>
              <a:ext cx="15502" cy="29194"/>
            </a:xfrm>
            <a:custGeom>
              <a:avLst/>
              <a:gdLst/>
              <a:ahLst/>
              <a:cxnLst/>
              <a:rect l="l" t="t" r="r" b="b"/>
              <a:pathLst>
                <a:path w="591" h="1113" extrusionOk="0">
                  <a:moveTo>
                    <a:pt x="332" y="1"/>
                  </a:moveTo>
                  <a:cubicBezTo>
                    <a:pt x="258" y="41"/>
                    <a:pt x="197" y="69"/>
                    <a:pt x="143" y="96"/>
                  </a:cubicBezTo>
                  <a:cubicBezTo>
                    <a:pt x="48" y="143"/>
                    <a:pt x="0" y="245"/>
                    <a:pt x="21" y="347"/>
                  </a:cubicBezTo>
                  <a:lnTo>
                    <a:pt x="163" y="923"/>
                  </a:lnTo>
                  <a:cubicBezTo>
                    <a:pt x="183" y="1011"/>
                    <a:pt x="258" y="1079"/>
                    <a:pt x="353" y="1092"/>
                  </a:cubicBezTo>
                  <a:cubicBezTo>
                    <a:pt x="414" y="1099"/>
                    <a:pt x="495" y="1106"/>
                    <a:pt x="590" y="1113"/>
                  </a:cubicBezTo>
                  <a:lnTo>
                    <a:pt x="332" y="1"/>
                  </a:ln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7" name="Google Shape;14227;p66"/>
            <p:cNvSpPr/>
            <p:nvPr/>
          </p:nvSpPr>
          <p:spPr>
            <a:xfrm>
              <a:off x="4269246" y="2253477"/>
              <a:ext cx="169629" cy="27410"/>
            </a:xfrm>
            <a:custGeom>
              <a:avLst/>
              <a:gdLst/>
              <a:ahLst/>
              <a:cxnLst/>
              <a:rect l="l" t="t" r="r" b="b"/>
              <a:pathLst>
                <a:path w="6467" h="1045" extrusionOk="0">
                  <a:moveTo>
                    <a:pt x="249" y="1"/>
                  </a:moveTo>
                  <a:cubicBezTo>
                    <a:pt x="112" y="1"/>
                    <a:pt x="1" y="117"/>
                    <a:pt x="18" y="259"/>
                  </a:cubicBezTo>
                  <a:lnTo>
                    <a:pt x="66" y="686"/>
                  </a:lnTo>
                  <a:cubicBezTo>
                    <a:pt x="891" y="916"/>
                    <a:pt x="2198" y="1044"/>
                    <a:pt x="3501" y="1044"/>
                  </a:cubicBezTo>
                  <a:cubicBezTo>
                    <a:pt x="4586" y="1044"/>
                    <a:pt x="5669" y="955"/>
                    <a:pt x="6467" y="761"/>
                  </a:cubicBezTo>
                  <a:lnTo>
                    <a:pt x="6141" y="476"/>
                  </a:lnTo>
                  <a:cubicBezTo>
                    <a:pt x="6040" y="392"/>
                    <a:pt x="5912" y="340"/>
                    <a:pt x="5778" y="340"/>
                  </a:cubicBezTo>
                  <a:cubicBezTo>
                    <a:pt x="5750" y="340"/>
                    <a:pt x="5722" y="343"/>
                    <a:pt x="5694" y="347"/>
                  </a:cubicBezTo>
                  <a:cubicBezTo>
                    <a:pt x="5116" y="416"/>
                    <a:pt x="4555" y="444"/>
                    <a:pt x="4024" y="444"/>
                  </a:cubicBezTo>
                  <a:cubicBezTo>
                    <a:pt x="2311" y="444"/>
                    <a:pt x="916" y="153"/>
                    <a:pt x="310" y="8"/>
                  </a:cubicBezTo>
                  <a:cubicBezTo>
                    <a:pt x="289" y="3"/>
                    <a:pt x="269" y="1"/>
                    <a:pt x="249" y="1"/>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8" name="Google Shape;14228;p66"/>
            <p:cNvSpPr/>
            <p:nvPr/>
          </p:nvSpPr>
          <p:spPr>
            <a:xfrm>
              <a:off x="4171355" y="2249044"/>
              <a:ext cx="63870" cy="14794"/>
            </a:xfrm>
            <a:custGeom>
              <a:avLst/>
              <a:gdLst/>
              <a:ahLst/>
              <a:cxnLst/>
              <a:rect l="l" t="t" r="r" b="b"/>
              <a:pathLst>
                <a:path w="2435" h="564" extrusionOk="0">
                  <a:moveTo>
                    <a:pt x="1" y="1"/>
                  </a:moveTo>
                  <a:lnTo>
                    <a:pt x="1" y="1"/>
                  </a:lnTo>
                  <a:cubicBezTo>
                    <a:pt x="936" y="374"/>
                    <a:pt x="2435" y="564"/>
                    <a:pt x="2435" y="564"/>
                  </a:cubicBezTo>
                  <a:lnTo>
                    <a:pt x="2354" y="272"/>
                  </a:lnTo>
                  <a:cubicBezTo>
                    <a:pt x="2310" y="110"/>
                    <a:pt x="2163" y="5"/>
                    <a:pt x="1997" y="5"/>
                  </a:cubicBezTo>
                  <a:cubicBezTo>
                    <a:pt x="1983" y="5"/>
                    <a:pt x="1968" y="6"/>
                    <a:pt x="1954" y="8"/>
                  </a:cubicBezTo>
                  <a:cubicBezTo>
                    <a:pt x="1638" y="48"/>
                    <a:pt x="1319" y="68"/>
                    <a:pt x="999" y="68"/>
                  </a:cubicBezTo>
                  <a:cubicBezTo>
                    <a:pt x="666" y="68"/>
                    <a:pt x="333" y="46"/>
                    <a:pt x="1" y="1"/>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29" name="Google Shape;14229;p66"/>
            <p:cNvSpPr/>
            <p:nvPr/>
          </p:nvSpPr>
          <p:spPr>
            <a:xfrm>
              <a:off x="4443492" y="2324822"/>
              <a:ext cx="25994" cy="13718"/>
            </a:xfrm>
            <a:custGeom>
              <a:avLst/>
              <a:gdLst/>
              <a:ahLst/>
              <a:cxnLst/>
              <a:rect l="l" t="t" r="r" b="b"/>
              <a:pathLst>
                <a:path w="991" h="523" extrusionOk="0">
                  <a:moveTo>
                    <a:pt x="251" y="0"/>
                  </a:moveTo>
                  <a:lnTo>
                    <a:pt x="81" y="245"/>
                  </a:lnTo>
                  <a:cubicBezTo>
                    <a:pt x="0" y="360"/>
                    <a:pt x="81" y="523"/>
                    <a:pt x="231" y="523"/>
                  </a:cubicBezTo>
                  <a:lnTo>
                    <a:pt x="705" y="523"/>
                  </a:lnTo>
                  <a:cubicBezTo>
                    <a:pt x="787" y="523"/>
                    <a:pt x="854" y="468"/>
                    <a:pt x="875" y="394"/>
                  </a:cubicBezTo>
                  <a:lnTo>
                    <a:pt x="990" y="0"/>
                  </a:ln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0" name="Google Shape;14230;p66"/>
            <p:cNvSpPr/>
            <p:nvPr/>
          </p:nvSpPr>
          <p:spPr>
            <a:xfrm>
              <a:off x="4243042" y="2324822"/>
              <a:ext cx="24210" cy="13718"/>
            </a:xfrm>
            <a:custGeom>
              <a:avLst/>
              <a:gdLst/>
              <a:ahLst/>
              <a:cxnLst/>
              <a:rect l="l" t="t" r="r" b="b"/>
              <a:pathLst>
                <a:path w="923" h="523" extrusionOk="0">
                  <a:moveTo>
                    <a:pt x="116" y="0"/>
                  </a:moveTo>
                  <a:lnTo>
                    <a:pt x="34" y="299"/>
                  </a:lnTo>
                  <a:cubicBezTo>
                    <a:pt x="0" y="414"/>
                    <a:pt x="88" y="523"/>
                    <a:pt x="210" y="523"/>
                  </a:cubicBezTo>
                  <a:lnTo>
                    <a:pt x="705" y="523"/>
                  </a:lnTo>
                  <a:cubicBezTo>
                    <a:pt x="800" y="523"/>
                    <a:pt x="875" y="455"/>
                    <a:pt x="889" y="367"/>
                  </a:cubicBezTo>
                  <a:lnTo>
                    <a:pt x="922" y="0"/>
                  </a:lnTo>
                  <a:close/>
                </a:path>
              </a:pathLst>
            </a:custGeom>
            <a:solidFill>
              <a:srgbClr val="5068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31" name="Google Shape;14231;p66"/>
          <p:cNvGrpSpPr/>
          <p:nvPr/>
        </p:nvGrpSpPr>
        <p:grpSpPr>
          <a:xfrm>
            <a:off x="7396735" y="2540277"/>
            <a:ext cx="372046" cy="307730"/>
            <a:chOff x="7423823" y="2464077"/>
            <a:chExt cx="372046" cy="307730"/>
          </a:xfrm>
        </p:grpSpPr>
        <p:sp>
          <p:nvSpPr>
            <p:cNvPr id="14232" name="Google Shape;14232;p66"/>
            <p:cNvSpPr/>
            <p:nvPr/>
          </p:nvSpPr>
          <p:spPr>
            <a:xfrm>
              <a:off x="7423823" y="2464077"/>
              <a:ext cx="212909" cy="149249"/>
            </a:xfrm>
            <a:custGeom>
              <a:avLst/>
              <a:gdLst/>
              <a:ahLst/>
              <a:cxnLst/>
              <a:rect l="l" t="t" r="r" b="b"/>
              <a:pathLst>
                <a:path w="8117" h="5690" extrusionOk="0">
                  <a:moveTo>
                    <a:pt x="5929" y="0"/>
                  </a:moveTo>
                  <a:cubicBezTo>
                    <a:pt x="5761" y="0"/>
                    <a:pt x="5579" y="11"/>
                    <a:pt x="5384" y="35"/>
                  </a:cubicBezTo>
                  <a:cubicBezTo>
                    <a:pt x="3133" y="319"/>
                    <a:pt x="0" y="3004"/>
                    <a:pt x="0" y="5690"/>
                  </a:cubicBezTo>
                  <a:lnTo>
                    <a:pt x="0" y="5690"/>
                  </a:lnTo>
                  <a:lnTo>
                    <a:pt x="8117" y="1479"/>
                  </a:lnTo>
                  <a:cubicBezTo>
                    <a:pt x="8117" y="1479"/>
                    <a:pt x="7898" y="0"/>
                    <a:pt x="5929"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3" name="Google Shape;14233;p66"/>
            <p:cNvSpPr/>
            <p:nvPr/>
          </p:nvSpPr>
          <p:spPr>
            <a:xfrm>
              <a:off x="7434840" y="2507645"/>
              <a:ext cx="359115" cy="258287"/>
            </a:xfrm>
            <a:custGeom>
              <a:avLst/>
              <a:gdLst/>
              <a:ahLst/>
              <a:cxnLst/>
              <a:rect l="l" t="t" r="r" b="b"/>
              <a:pathLst>
                <a:path w="13691" h="9847" extrusionOk="0">
                  <a:moveTo>
                    <a:pt x="4056" y="1"/>
                  </a:moveTo>
                  <a:lnTo>
                    <a:pt x="1" y="2883"/>
                  </a:lnTo>
                  <a:lnTo>
                    <a:pt x="1" y="7215"/>
                  </a:lnTo>
                  <a:lnTo>
                    <a:pt x="7636" y="9846"/>
                  </a:lnTo>
                  <a:lnTo>
                    <a:pt x="13691" y="9846"/>
                  </a:lnTo>
                  <a:lnTo>
                    <a:pt x="13684" y="8443"/>
                  </a:lnTo>
                  <a:cubicBezTo>
                    <a:pt x="13684" y="8226"/>
                    <a:pt x="13528" y="8043"/>
                    <a:pt x="13311" y="8002"/>
                  </a:cubicBezTo>
                  <a:cubicBezTo>
                    <a:pt x="9643" y="7385"/>
                    <a:pt x="4279" y="4646"/>
                    <a:pt x="5452" y="2069"/>
                  </a:cubicBezTo>
                  <a:cubicBezTo>
                    <a:pt x="5886" y="1126"/>
                    <a:pt x="7093" y="991"/>
                    <a:pt x="7093" y="991"/>
                  </a:cubicBezTo>
                  <a:lnTo>
                    <a:pt x="7093" y="1"/>
                  </a:lnTo>
                  <a:close/>
                </a:path>
              </a:pathLst>
            </a:custGeom>
            <a:solidFill>
              <a:srgbClr val="D5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4" name="Google Shape;14234;p66"/>
            <p:cNvSpPr/>
            <p:nvPr/>
          </p:nvSpPr>
          <p:spPr>
            <a:xfrm>
              <a:off x="7434656" y="2507645"/>
              <a:ext cx="302406" cy="223060"/>
            </a:xfrm>
            <a:custGeom>
              <a:avLst/>
              <a:gdLst/>
              <a:ahLst/>
              <a:cxnLst/>
              <a:rect l="l" t="t" r="r" b="b"/>
              <a:pathLst>
                <a:path w="11529" h="8504" extrusionOk="0">
                  <a:moveTo>
                    <a:pt x="4063" y="1"/>
                  </a:moveTo>
                  <a:lnTo>
                    <a:pt x="1" y="2883"/>
                  </a:lnTo>
                  <a:lnTo>
                    <a:pt x="1" y="6612"/>
                  </a:lnTo>
                  <a:lnTo>
                    <a:pt x="4076" y="5276"/>
                  </a:lnTo>
                  <a:cubicBezTo>
                    <a:pt x="4524" y="5846"/>
                    <a:pt x="5059" y="6347"/>
                    <a:pt x="5663" y="6754"/>
                  </a:cubicBezTo>
                  <a:cubicBezTo>
                    <a:pt x="5709" y="6790"/>
                    <a:pt x="5755" y="6805"/>
                    <a:pt x="5799" y="6805"/>
                  </a:cubicBezTo>
                  <a:cubicBezTo>
                    <a:pt x="5990" y="6805"/>
                    <a:pt x="6129" y="6520"/>
                    <a:pt x="5914" y="6388"/>
                  </a:cubicBezTo>
                  <a:cubicBezTo>
                    <a:pt x="4958" y="5724"/>
                    <a:pt x="4286" y="4944"/>
                    <a:pt x="3913" y="4130"/>
                  </a:cubicBezTo>
                  <a:cubicBezTo>
                    <a:pt x="3859" y="4015"/>
                    <a:pt x="3907" y="3886"/>
                    <a:pt x="4015" y="3825"/>
                  </a:cubicBezTo>
                  <a:cubicBezTo>
                    <a:pt x="4045" y="3810"/>
                    <a:pt x="4078" y="3803"/>
                    <a:pt x="4110" y="3803"/>
                  </a:cubicBezTo>
                  <a:cubicBezTo>
                    <a:pt x="4193" y="3803"/>
                    <a:pt x="4274" y="3851"/>
                    <a:pt x="4313" y="3934"/>
                  </a:cubicBezTo>
                  <a:cubicBezTo>
                    <a:pt x="5371" y="6117"/>
                    <a:pt x="8992" y="7799"/>
                    <a:pt x="11148" y="8490"/>
                  </a:cubicBezTo>
                  <a:cubicBezTo>
                    <a:pt x="11169" y="8497"/>
                    <a:pt x="11189" y="8504"/>
                    <a:pt x="11216" y="8504"/>
                  </a:cubicBezTo>
                  <a:cubicBezTo>
                    <a:pt x="11474" y="8504"/>
                    <a:pt x="11528" y="8144"/>
                    <a:pt x="11284" y="8063"/>
                  </a:cubicBezTo>
                  <a:lnTo>
                    <a:pt x="11291" y="8063"/>
                  </a:lnTo>
                  <a:cubicBezTo>
                    <a:pt x="8314" y="7107"/>
                    <a:pt x="4924" y="5147"/>
                    <a:pt x="4510" y="3120"/>
                  </a:cubicBezTo>
                  <a:cubicBezTo>
                    <a:pt x="4327" y="2238"/>
                    <a:pt x="4734" y="896"/>
                    <a:pt x="6300"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5" name="Google Shape;14235;p66"/>
            <p:cNvSpPr/>
            <p:nvPr/>
          </p:nvSpPr>
          <p:spPr>
            <a:xfrm>
              <a:off x="7434840" y="2507645"/>
              <a:ext cx="129865" cy="173433"/>
            </a:xfrm>
            <a:custGeom>
              <a:avLst/>
              <a:gdLst/>
              <a:ahLst/>
              <a:cxnLst/>
              <a:rect l="l" t="t" r="r" b="b"/>
              <a:pathLst>
                <a:path w="4951" h="6612" extrusionOk="0">
                  <a:moveTo>
                    <a:pt x="4056" y="1"/>
                  </a:moveTo>
                  <a:lnTo>
                    <a:pt x="1" y="2883"/>
                  </a:lnTo>
                  <a:lnTo>
                    <a:pt x="1" y="6612"/>
                  </a:lnTo>
                  <a:lnTo>
                    <a:pt x="2998" y="5629"/>
                  </a:lnTo>
                  <a:cubicBezTo>
                    <a:pt x="2896" y="5405"/>
                    <a:pt x="2801" y="5168"/>
                    <a:pt x="2713" y="4930"/>
                  </a:cubicBezTo>
                  <a:cubicBezTo>
                    <a:pt x="1370" y="1343"/>
                    <a:pt x="4951" y="1"/>
                    <a:pt x="4951"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6" name="Google Shape;14236;p66"/>
            <p:cNvSpPr/>
            <p:nvPr/>
          </p:nvSpPr>
          <p:spPr>
            <a:xfrm>
              <a:off x="7459915" y="2490045"/>
              <a:ext cx="205932" cy="82729"/>
            </a:xfrm>
            <a:custGeom>
              <a:avLst/>
              <a:gdLst/>
              <a:ahLst/>
              <a:cxnLst/>
              <a:rect l="l" t="t" r="r" b="b"/>
              <a:pathLst>
                <a:path w="7851" h="3154" extrusionOk="0">
                  <a:moveTo>
                    <a:pt x="5181" y="1"/>
                  </a:moveTo>
                  <a:cubicBezTo>
                    <a:pt x="1811" y="1"/>
                    <a:pt x="1" y="3154"/>
                    <a:pt x="1" y="3154"/>
                  </a:cubicBezTo>
                  <a:lnTo>
                    <a:pt x="659" y="3059"/>
                  </a:lnTo>
                  <a:cubicBezTo>
                    <a:pt x="659" y="3059"/>
                    <a:pt x="1465" y="1621"/>
                    <a:pt x="2923" y="1031"/>
                  </a:cubicBezTo>
                  <a:cubicBezTo>
                    <a:pt x="3340" y="862"/>
                    <a:pt x="3761" y="777"/>
                    <a:pt x="4165" y="777"/>
                  </a:cubicBezTo>
                  <a:cubicBezTo>
                    <a:pt x="4978" y="777"/>
                    <a:pt x="5718" y="1125"/>
                    <a:pt x="6198" y="1845"/>
                  </a:cubicBezTo>
                  <a:cubicBezTo>
                    <a:pt x="6346" y="2067"/>
                    <a:pt x="6531" y="2160"/>
                    <a:pt x="6713" y="2160"/>
                  </a:cubicBezTo>
                  <a:cubicBezTo>
                    <a:pt x="7301" y="2160"/>
                    <a:pt x="7851" y="1192"/>
                    <a:pt x="6944" y="529"/>
                  </a:cubicBezTo>
                  <a:cubicBezTo>
                    <a:pt x="6680" y="340"/>
                    <a:pt x="5914" y="1"/>
                    <a:pt x="5181"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7" name="Google Shape;14237;p66"/>
            <p:cNvSpPr/>
            <p:nvPr/>
          </p:nvSpPr>
          <p:spPr>
            <a:xfrm>
              <a:off x="7423823" y="2553469"/>
              <a:ext cx="102192" cy="177236"/>
            </a:xfrm>
            <a:custGeom>
              <a:avLst/>
              <a:gdLst/>
              <a:ahLst/>
              <a:cxnLst/>
              <a:rect l="l" t="t" r="r" b="b"/>
              <a:pathLst>
                <a:path w="3896" h="6757" extrusionOk="0">
                  <a:moveTo>
                    <a:pt x="2643" y="1"/>
                  </a:moveTo>
                  <a:cubicBezTo>
                    <a:pt x="2298" y="1"/>
                    <a:pt x="1882" y="67"/>
                    <a:pt x="1445" y="207"/>
                  </a:cubicBezTo>
                  <a:cubicBezTo>
                    <a:pt x="583" y="491"/>
                    <a:pt x="0" y="1292"/>
                    <a:pt x="0" y="2200"/>
                  </a:cubicBezTo>
                  <a:lnTo>
                    <a:pt x="0" y="5190"/>
                  </a:lnTo>
                  <a:cubicBezTo>
                    <a:pt x="0" y="6058"/>
                    <a:pt x="699" y="6757"/>
                    <a:pt x="1567" y="6757"/>
                  </a:cubicBezTo>
                  <a:lnTo>
                    <a:pt x="1024" y="3678"/>
                  </a:lnTo>
                  <a:cubicBezTo>
                    <a:pt x="50" y="2921"/>
                    <a:pt x="302" y="1044"/>
                    <a:pt x="1818" y="1044"/>
                  </a:cubicBezTo>
                  <a:cubicBezTo>
                    <a:pt x="2012" y="1044"/>
                    <a:pt x="2226" y="1075"/>
                    <a:pt x="2462" y="1142"/>
                  </a:cubicBezTo>
                  <a:cubicBezTo>
                    <a:pt x="2622" y="1189"/>
                    <a:pt x="2769" y="1210"/>
                    <a:pt x="2899" y="1210"/>
                  </a:cubicBezTo>
                  <a:cubicBezTo>
                    <a:pt x="3663" y="1210"/>
                    <a:pt x="3895" y="506"/>
                    <a:pt x="3357" y="152"/>
                  </a:cubicBezTo>
                  <a:cubicBezTo>
                    <a:pt x="3200" y="53"/>
                    <a:pt x="2950" y="1"/>
                    <a:pt x="264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8" name="Google Shape;14238;p66"/>
            <p:cNvSpPr/>
            <p:nvPr/>
          </p:nvSpPr>
          <p:spPr>
            <a:xfrm>
              <a:off x="7423823" y="2581456"/>
              <a:ext cx="41102" cy="149249"/>
            </a:xfrm>
            <a:custGeom>
              <a:avLst/>
              <a:gdLst/>
              <a:ahLst/>
              <a:cxnLst/>
              <a:rect l="l" t="t" r="r" b="b"/>
              <a:pathLst>
                <a:path w="1567" h="5690" extrusionOk="0">
                  <a:moveTo>
                    <a:pt x="1533" y="1"/>
                  </a:moveTo>
                  <a:cubicBezTo>
                    <a:pt x="990" y="62"/>
                    <a:pt x="0" y="360"/>
                    <a:pt x="0" y="2110"/>
                  </a:cubicBezTo>
                  <a:cubicBezTo>
                    <a:pt x="0" y="4476"/>
                    <a:pt x="1567" y="5690"/>
                    <a:pt x="1567" y="5690"/>
                  </a:cubicBezTo>
                  <a:lnTo>
                    <a:pt x="1024" y="2611"/>
                  </a:lnTo>
                  <a:cubicBezTo>
                    <a:pt x="109" y="1899"/>
                    <a:pt x="278" y="218"/>
                    <a:pt x="1540"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9" name="Google Shape;14239;p66"/>
            <p:cNvSpPr/>
            <p:nvPr/>
          </p:nvSpPr>
          <p:spPr>
            <a:xfrm>
              <a:off x="7445882" y="2660251"/>
              <a:ext cx="347915" cy="111556"/>
            </a:xfrm>
            <a:custGeom>
              <a:avLst/>
              <a:gdLst/>
              <a:ahLst/>
              <a:cxnLst/>
              <a:rect l="l" t="t" r="r" b="b"/>
              <a:pathLst>
                <a:path w="13264" h="4253" extrusionOk="0">
                  <a:moveTo>
                    <a:pt x="271" y="1"/>
                  </a:moveTo>
                  <a:cubicBezTo>
                    <a:pt x="271" y="1"/>
                    <a:pt x="0" y="1757"/>
                    <a:pt x="719" y="2686"/>
                  </a:cubicBezTo>
                  <a:cubicBezTo>
                    <a:pt x="1580" y="3805"/>
                    <a:pt x="2950" y="4252"/>
                    <a:pt x="3967" y="4252"/>
                  </a:cubicBezTo>
                  <a:lnTo>
                    <a:pt x="13039" y="4252"/>
                  </a:lnTo>
                  <a:cubicBezTo>
                    <a:pt x="13161" y="4252"/>
                    <a:pt x="13263" y="4157"/>
                    <a:pt x="13263" y="4028"/>
                  </a:cubicBezTo>
                  <a:cubicBezTo>
                    <a:pt x="13256" y="3906"/>
                    <a:pt x="13161" y="3805"/>
                    <a:pt x="13039" y="3805"/>
                  </a:cubicBezTo>
                  <a:cubicBezTo>
                    <a:pt x="5594" y="3730"/>
                    <a:pt x="2909" y="21"/>
                    <a:pt x="2909" y="21"/>
                  </a:cubicBezTo>
                  <a:lnTo>
                    <a:pt x="271" y="1"/>
                  </a:ln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0" name="Google Shape;14240;p66"/>
            <p:cNvSpPr/>
            <p:nvPr/>
          </p:nvSpPr>
          <p:spPr>
            <a:xfrm>
              <a:off x="7446040" y="2660251"/>
              <a:ext cx="349830" cy="111556"/>
            </a:xfrm>
            <a:custGeom>
              <a:avLst/>
              <a:gdLst/>
              <a:ahLst/>
              <a:cxnLst/>
              <a:rect l="l" t="t" r="r" b="b"/>
              <a:pathLst>
                <a:path w="13337" h="4253" extrusionOk="0">
                  <a:moveTo>
                    <a:pt x="272" y="1"/>
                  </a:moveTo>
                  <a:cubicBezTo>
                    <a:pt x="272" y="1"/>
                    <a:pt x="1" y="1750"/>
                    <a:pt x="720" y="2686"/>
                  </a:cubicBezTo>
                  <a:cubicBezTo>
                    <a:pt x="1574" y="3805"/>
                    <a:pt x="2951" y="4252"/>
                    <a:pt x="3961" y="4252"/>
                  </a:cubicBezTo>
                  <a:lnTo>
                    <a:pt x="13033" y="4252"/>
                  </a:lnTo>
                  <a:cubicBezTo>
                    <a:pt x="13036" y="4252"/>
                    <a:pt x="13038" y="4252"/>
                    <a:pt x="13040" y="4252"/>
                  </a:cubicBezTo>
                  <a:cubicBezTo>
                    <a:pt x="13332" y="4252"/>
                    <a:pt x="13336" y="3811"/>
                    <a:pt x="13040" y="3805"/>
                  </a:cubicBezTo>
                  <a:lnTo>
                    <a:pt x="6314" y="3805"/>
                  </a:lnTo>
                  <a:cubicBezTo>
                    <a:pt x="4497" y="3805"/>
                    <a:pt x="3195" y="3187"/>
                    <a:pt x="2361" y="2374"/>
                  </a:cubicBezTo>
                  <a:cubicBezTo>
                    <a:pt x="2051" y="2064"/>
                    <a:pt x="2270" y="1547"/>
                    <a:pt x="2698" y="1547"/>
                  </a:cubicBezTo>
                  <a:cubicBezTo>
                    <a:pt x="2701" y="1547"/>
                    <a:pt x="2704" y="1547"/>
                    <a:pt x="2706" y="1547"/>
                  </a:cubicBezTo>
                  <a:cubicBezTo>
                    <a:pt x="3120" y="1547"/>
                    <a:pt x="3513" y="1269"/>
                    <a:pt x="3703" y="841"/>
                  </a:cubicBezTo>
                  <a:cubicBezTo>
                    <a:pt x="3405" y="597"/>
                    <a:pt x="3134" y="319"/>
                    <a:pt x="2896" y="21"/>
                  </a:cubicBezTo>
                  <a:lnTo>
                    <a:pt x="272" y="1"/>
                  </a:ln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1" name="Google Shape;14241;p66"/>
            <p:cNvSpPr/>
            <p:nvPr/>
          </p:nvSpPr>
          <p:spPr>
            <a:xfrm>
              <a:off x="7433423" y="2624133"/>
              <a:ext cx="118533" cy="106572"/>
            </a:xfrm>
            <a:custGeom>
              <a:avLst/>
              <a:gdLst/>
              <a:ahLst/>
              <a:cxnLst/>
              <a:rect l="l" t="t" r="r" b="b"/>
              <a:pathLst>
                <a:path w="4519" h="4063" extrusionOk="0">
                  <a:moveTo>
                    <a:pt x="2572" y="0"/>
                  </a:moveTo>
                  <a:cubicBezTo>
                    <a:pt x="1620" y="0"/>
                    <a:pt x="606" y="422"/>
                    <a:pt x="326" y="1581"/>
                  </a:cubicBezTo>
                  <a:cubicBezTo>
                    <a:pt x="1" y="2903"/>
                    <a:pt x="1201" y="4063"/>
                    <a:pt x="1201" y="4063"/>
                  </a:cubicBezTo>
                  <a:cubicBezTo>
                    <a:pt x="1201" y="4063"/>
                    <a:pt x="557" y="2951"/>
                    <a:pt x="1045" y="2151"/>
                  </a:cubicBezTo>
                  <a:cubicBezTo>
                    <a:pt x="1207" y="1884"/>
                    <a:pt x="1451" y="1723"/>
                    <a:pt x="1746" y="1723"/>
                  </a:cubicBezTo>
                  <a:cubicBezTo>
                    <a:pt x="2045" y="1723"/>
                    <a:pt x="2396" y="1888"/>
                    <a:pt x="2767" y="2273"/>
                  </a:cubicBezTo>
                  <a:cubicBezTo>
                    <a:pt x="2902" y="2414"/>
                    <a:pt x="3050" y="2474"/>
                    <a:pt x="3191" y="2474"/>
                  </a:cubicBezTo>
                  <a:cubicBezTo>
                    <a:pt x="3639" y="2474"/>
                    <a:pt x="4023" y="1879"/>
                    <a:pt x="3750" y="1405"/>
                  </a:cubicBezTo>
                  <a:lnTo>
                    <a:pt x="3750" y="1405"/>
                  </a:lnTo>
                  <a:cubicBezTo>
                    <a:pt x="3801" y="1413"/>
                    <a:pt x="3852" y="1418"/>
                    <a:pt x="3902" y="1418"/>
                  </a:cubicBezTo>
                  <a:cubicBezTo>
                    <a:pt x="4167" y="1418"/>
                    <a:pt x="4408" y="1296"/>
                    <a:pt x="4442" y="1045"/>
                  </a:cubicBezTo>
                  <a:cubicBezTo>
                    <a:pt x="4519" y="473"/>
                    <a:pt x="3580" y="0"/>
                    <a:pt x="2572" y="0"/>
                  </a:cubicBezTo>
                  <a:close/>
                </a:path>
              </a:pathLst>
            </a:custGeom>
            <a:solidFill>
              <a:srgbClr val="F3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2" name="Google Shape;14242;p66"/>
            <p:cNvSpPr/>
            <p:nvPr/>
          </p:nvSpPr>
          <p:spPr>
            <a:xfrm>
              <a:off x="7439823" y="2642126"/>
              <a:ext cx="99149" cy="88579"/>
            </a:xfrm>
            <a:custGeom>
              <a:avLst/>
              <a:gdLst/>
              <a:ahLst/>
              <a:cxnLst/>
              <a:rect l="l" t="t" r="r" b="b"/>
              <a:pathLst>
                <a:path w="3780" h="3377" extrusionOk="0">
                  <a:moveTo>
                    <a:pt x="1956" y="0"/>
                  </a:moveTo>
                  <a:cubicBezTo>
                    <a:pt x="1403" y="0"/>
                    <a:pt x="869" y="220"/>
                    <a:pt x="591" y="692"/>
                  </a:cubicBezTo>
                  <a:cubicBezTo>
                    <a:pt x="1" y="1709"/>
                    <a:pt x="509" y="2780"/>
                    <a:pt x="957" y="3377"/>
                  </a:cubicBezTo>
                  <a:cubicBezTo>
                    <a:pt x="957" y="3377"/>
                    <a:pt x="313" y="2271"/>
                    <a:pt x="801" y="1465"/>
                  </a:cubicBezTo>
                  <a:cubicBezTo>
                    <a:pt x="963" y="1198"/>
                    <a:pt x="1207" y="1037"/>
                    <a:pt x="1502" y="1037"/>
                  </a:cubicBezTo>
                  <a:cubicBezTo>
                    <a:pt x="1801" y="1037"/>
                    <a:pt x="2152" y="1202"/>
                    <a:pt x="2523" y="1587"/>
                  </a:cubicBezTo>
                  <a:cubicBezTo>
                    <a:pt x="2658" y="1728"/>
                    <a:pt x="2806" y="1788"/>
                    <a:pt x="2947" y="1788"/>
                  </a:cubicBezTo>
                  <a:cubicBezTo>
                    <a:pt x="3395" y="1788"/>
                    <a:pt x="3779" y="1193"/>
                    <a:pt x="3506" y="719"/>
                  </a:cubicBezTo>
                  <a:cubicBezTo>
                    <a:pt x="3163" y="252"/>
                    <a:pt x="2549" y="0"/>
                    <a:pt x="1956" y="0"/>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3" name="Google Shape;14243;p66"/>
            <p:cNvSpPr/>
            <p:nvPr/>
          </p:nvSpPr>
          <p:spPr>
            <a:xfrm>
              <a:off x="7744196" y="2725669"/>
              <a:ext cx="26650" cy="14112"/>
            </a:xfrm>
            <a:custGeom>
              <a:avLst/>
              <a:gdLst/>
              <a:ahLst/>
              <a:cxnLst/>
              <a:rect l="l" t="t" r="r" b="b"/>
              <a:pathLst>
                <a:path w="1016" h="538" extrusionOk="0">
                  <a:moveTo>
                    <a:pt x="313" y="0"/>
                  </a:moveTo>
                  <a:cubicBezTo>
                    <a:pt x="72" y="0"/>
                    <a:pt x="1" y="374"/>
                    <a:pt x="270" y="443"/>
                  </a:cubicBezTo>
                  <a:cubicBezTo>
                    <a:pt x="405" y="476"/>
                    <a:pt x="534" y="510"/>
                    <a:pt x="663" y="538"/>
                  </a:cubicBezTo>
                  <a:lnTo>
                    <a:pt x="710" y="538"/>
                  </a:lnTo>
                  <a:cubicBezTo>
                    <a:pt x="975" y="538"/>
                    <a:pt x="1015" y="151"/>
                    <a:pt x="751" y="97"/>
                  </a:cubicBezTo>
                  <a:cubicBezTo>
                    <a:pt x="636" y="70"/>
                    <a:pt x="507" y="43"/>
                    <a:pt x="378" y="9"/>
                  </a:cubicBezTo>
                  <a:cubicBezTo>
                    <a:pt x="355" y="3"/>
                    <a:pt x="333" y="0"/>
                    <a:pt x="313" y="0"/>
                  </a:cubicBezTo>
                  <a:close/>
                </a:path>
              </a:pathLst>
            </a:custGeom>
            <a:solidFill>
              <a:srgbClr val="AD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4" name="Google Shape;14244;p66"/>
            <p:cNvSpPr/>
            <p:nvPr/>
          </p:nvSpPr>
          <p:spPr>
            <a:xfrm>
              <a:off x="7596679" y="2685694"/>
              <a:ext cx="24578" cy="16027"/>
            </a:xfrm>
            <a:custGeom>
              <a:avLst/>
              <a:gdLst/>
              <a:ahLst/>
              <a:cxnLst/>
              <a:rect l="l" t="t" r="r" b="b"/>
              <a:pathLst>
                <a:path w="937" h="611" extrusionOk="0">
                  <a:moveTo>
                    <a:pt x="322" y="0"/>
                  </a:moveTo>
                  <a:cubicBezTo>
                    <a:pt x="121" y="0"/>
                    <a:pt x="1" y="295"/>
                    <a:pt x="218" y="421"/>
                  </a:cubicBezTo>
                  <a:cubicBezTo>
                    <a:pt x="313" y="475"/>
                    <a:pt x="415" y="529"/>
                    <a:pt x="516" y="583"/>
                  </a:cubicBezTo>
                  <a:cubicBezTo>
                    <a:pt x="544" y="597"/>
                    <a:pt x="584" y="610"/>
                    <a:pt x="618" y="610"/>
                  </a:cubicBezTo>
                  <a:cubicBezTo>
                    <a:pt x="856" y="610"/>
                    <a:pt x="937" y="292"/>
                    <a:pt x="720" y="183"/>
                  </a:cubicBezTo>
                  <a:cubicBezTo>
                    <a:pt x="625" y="136"/>
                    <a:pt x="530" y="82"/>
                    <a:pt x="442" y="34"/>
                  </a:cubicBezTo>
                  <a:cubicBezTo>
                    <a:pt x="400" y="11"/>
                    <a:pt x="360" y="0"/>
                    <a:pt x="322" y="0"/>
                  </a:cubicBezTo>
                  <a:close/>
                </a:path>
              </a:pathLst>
            </a:custGeom>
            <a:solidFill>
              <a:srgbClr val="ADB9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45" name="Google Shape;14245;p66"/>
          <p:cNvGrpSpPr/>
          <p:nvPr/>
        </p:nvGrpSpPr>
        <p:grpSpPr>
          <a:xfrm>
            <a:off x="3855423" y="3441356"/>
            <a:ext cx="295061" cy="370263"/>
            <a:chOff x="3882511" y="3365156"/>
            <a:chExt cx="295061" cy="370263"/>
          </a:xfrm>
        </p:grpSpPr>
        <p:sp>
          <p:nvSpPr>
            <p:cNvPr id="14246" name="Google Shape;14246;p66"/>
            <p:cNvSpPr/>
            <p:nvPr/>
          </p:nvSpPr>
          <p:spPr>
            <a:xfrm>
              <a:off x="3882511" y="3365156"/>
              <a:ext cx="295061" cy="282209"/>
            </a:xfrm>
            <a:custGeom>
              <a:avLst/>
              <a:gdLst/>
              <a:ahLst/>
              <a:cxnLst/>
              <a:rect l="l" t="t" r="r" b="b"/>
              <a:pathLst>
                <a:path w="11249" h="10759" extrusionOk="0">
                  <a:moveTo>
                    <a:pt x="5807" y="1"/>
                  </a:moveTo>
                  <a:cubicBezTo>
                    <a:pt x="4891" y="1"/>
                    <a:pt x="3981" y="502"/>
                    <a:pt x="3554" y="1469"/>
                  </a:cubicBezTo>
                  <a:cubicBezTo>
                    <a:pt x="964" y="2141"/>
                    <a:pt x="1" y="5321"/>
                    <a:pt x="1791" y="7314"/>
                  </a:cubicBezTo>
                  <a:cubicBezTo>
                    <a:pt x="1784" y="7416"/>
                    <a:pt x="1777" y="7518"/>
                    <a:pt x="1777" y="7619"/>
                  </a:cubicBezTo>
                  <a:cubicBezTo>
                    <a:pt x="1777" y="9355"/>
                    <a:pt x="3181" y="10759"/>
                    <a:pt x="4910" y="10759"/>
                  </a:cubicBezTo>
                  <a:cubicBezTo>
                    <a:pt x="5100" y="10759"/>
                    <a:pt x="5853" y="10738"/>
                    <a:pt x="6029" y="10705"/>
                  </a:cubicBezTo>
                  <a:lnTo>
                    <a:pt x="6110" y="9932"/>
                  </a:lnTo>
                  <a:cubicBezTo>
                    <a:pt x="6579" y="10183"/>
                    <a:pt x="7088" y="10304"/>
                    <a:pt x="7592" y="10304"/>
                  </a:cubicBezTo>
                  <a:cubicBezTo>
                    <a:pt x="8501" y="10304"/>
                    <a:pt x="9394" y="9909"/>
                    <a:pt x="10009" y="9172"/>
                  </a:cubicBezTo>
                  <a:cubicBezTo>
                    <a:pt x="10958" y="8019"/>
                    <a:pt x="10972" y="6358"/>
                    <a:pt x="10029" y="5199"/>
                  </a:cubicBezTo>
                  <a:cubicBezTo>
                    <a:pt x="11248" y="3492"/>
                    <a:pt x="10033" y="1130"/>
                    <a:pt x="7943" y="1130"/>
                  </a:cubicBezTo>
                  <a:cubicBezTo>
                    <a:pt x="7940" y="1130"/>
                    <a:pt x="7937" y="1130"/>
                    <a:pt x="7934" y="1130"/>
                  </a:cubicBezTo>
                  <a:lnTo>
                    <a:pt x="7873" y="1130"/>
                  </a:lnTo>
                  <a:cubicBezTo>
                    <a:pt x="7382" y="370"/>
                    <a:pt x="6592" y="1"/>
                    <a:pt x="5807"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7" name="Google Shape;14247;p66"/>
            <p:cNvSpPr/>
            <p:nvPr/>
          </p:nvSpPr>
          <p:spPr>
            <a:xfrm>
              <a:off x="3882511" y="3365314"/>
              <a:ext cx="166875" cy="282051"/>
            </a:xfrm>
            <a:custGeom>
              <a:avLst/>
              <a:gdLst/>
              <a:ahLst/>
              <a:cxnLst/>
              <a:rect l="l" t="t" r="r" b="b"/>
              <a:pathLst>
                <a:path w="6362" h="10753" extrusionOk="0">
                  <a:moveTo>
                    <a:pt x="6029" y="9573"/>
                  </a:moveTo>
                  <a:lnTo>
                    <a:pt x="6029" y="9575"/>
                  </a:lnTo>
                  <a:lnTo>
                    <a:pt x="6029" y="9575"/>
                  </a:lnTo>
                  <a:cubicBezTo>
                    <a:pt x="6031" y="9574"/>
                    <a:pt x="6033" y="9574"/>
                    <a:pt x="6036" y="9573"/>
                  </a:cubicBezTo>
                  <a:close/>
                  <a:moveTo>
                    <a:pt x="5794" y="1"/>
                  </a:moveTo>
                  <a:cubicBezTo>
                    <a:pt x="4840" y="1"/>
                    <a:pt x="3951" y="557"/>
                    <a:pt x="3554" y="1463"/>
                  </a:cubicBezTo>
                  <a:cubicBezTo>
                    <a:pt x="957" y="2135"/>
                    <a:pt x="1" y="5315"/>
                    <a:pt x="1791" y="7315"/>
                  </a:cubicBezTo>
                  <a:cubicBezTo>
                    <a:pt x="1777" y="7417"/>
                    <a:pt x="1771" y="7518"/>
                    <a:pt x="1771" y="7620"/>
                  </a:cubicBezTo>
                  <a:cubicBezTo>
                    <a:pt x="1771" y="9349"/>
                    <a:pt x="3174" y="10753"/>
                    <a:pt x="4910" y="10753"/>
                  </a:cubicBezTo>
                  <a:cubicBezTo>
                    <a:pt x="5100" y="10753"/>
                    <a:pt x="5846" y="10739"/>
                    <a:pt x="6029" y="10705"/>
                  </a:cubicBezTo>
                  <a:lnTo>
                    <a:pt x="6029" y="9575"/>
                  </a:lnTo>
                  <a:lnTo>
                    <a:pt x="6029" y="9575"/>
                  </a:lnTo>
                  <a:cubicBezTo>
                    <a:pt x="5884" y="9613"/>
                    <a:pt x="5737" y="9632"/>
                    <a:pt x="5591" y="9632"/>
                  </a:cubicBezTo>
                  <a:cubicBezTo>
                    <a:pt x="5335" y="9632"/>
                    <a:pt x="5081" y="9574"/>
                    <a:pt x="4849" y="9458"/>
                  </a:cubicBezTo>
                  <a:cubicBezTo>
                    <a:pt x="4266" y="9193"/>
                    <a:pt x="3866" y="8637"/>
                    <a:pt x="3798" y="8000"/>
                  </a:cubicBezTo>
                  <a:cubicBezTo>
                    <a:pt x="3778" y="7763"/>
                    <a:pt x="3798" y="7518"/>
                    <a:pt x="3873" y="7295"/>
                  </a:cubicBezTo>
                  <a:cubicBezTo>
                    <a:pt x="3900" y="7207"/>
                    <a:pt x="3866" y="7112"/>
                    <a:pt x="3798" y="7057"/>
                  </a:cubicBezTo>
                  <a:cubicBezTo>
                    <a:pt x="2381" y="5898"/>
                    <a:pt x="2672" y="3667"/>
                    <a:pt x="4334" y="2914"/>
                  </a:cubicBezTo>
                  <a:cubicBezTo>
                    <a:pt x="4422" y="2874"/>
                    <a:pt x="4483" y="2786"/>
                    <a:pt x="4469" y="2684"/>
                  </a:cubicBezTo>
                  <a:cubicBezTo>
                    <a:pt x="4463" y="2609"/>
                    <a:pt x="4463" y="2535"/>
                    <a:pt x="4463" y="2467"/>
                  </a:cubicBezTo>
                  <a:cubicBezTo>
                    <a:pt x="4463" y="1321"/>
                    <a:pt x="5249" y="331"/>
                    <a:pt x="6361" y="67"/>
                  </a:cubicBezTo>
                  <a:cubicBezTo>
                    <a:pt x="6172" y="22"/>
                    <a:pt x="5982" y="1"/>
                    <a:pt x="5794"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8" name="Google Shape;14248;p66"/>
            <p:cNvSpPr/>
            <p:nvPr/>
          </p:nvSpPr>
          <p:spPr>
            <a:xfrm>
              <a:off x="4023208" y="3614656"/>
              <a:ext cx="35227" cy="114887"/>
            </a:xfrm>
            <a:custGeom>
              <a:avLst/>
              <a:gdLst/>
              <a:ahLst/>
              <a:cxnLst/>
              <a:rect l="l" t="t" r="r" b="b"/>
              <a:pathLst>
                <a:path w="1343" h="4380" extrusionOk="0">
                  <a:moveTo>
                    <a:pt x="920" y="1"/>
                  </a:moveTo>
                  <a:cubicBezTo>
                    <a:pt x="896" y="1"/>
                    <a:pt x="872" y="5"/>
                    <a:pt x="848" y="13"/>
                  </a:cubicBezTo>
                  <a:cubicBezTo>
                    <a:pt x="645" y="87"/>
                    <a:pt x="434" y="128"/>
                    <a:pt x="224" y="128"/>
                  </a:cubicBezTo>
                  <a:lnTo>
                    <a:pt x="204" y="128"/>
                  </a:lnTo>
                  <a:lnTo>
                    <a:pt x="0" y="4379"/>
                  </a:lnTo>
                  <a:lnTo>
                    <a:pt x="1343" y="4379"/>
                  </a:lnTo>
                  <a:lnTo>
                    <a:pt x="1140" y="216"/>
                  </a:lnTo>
                  <a:cubicBezTo>
                    <a:pt x="1140" y="92"/>
                    <a:pt x="1036" y="1"/>
                    <a:pt x="92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9" name="Google Shape;14249;p66"/>
            <p:cNvSpPr/>
            <p:nvPr/>
          </p:nvSpPr>
          <p:spPr>
            <a:xfrm>
              <a:off x="4023208" y="3614656"/>
              <a:ext cx="30269" cy="114887"/>
            </a:xfrm>
            <a:custGeom>
              <a:avLst/>
              <a:gdLst/>
              <a:ahLst/>
              <a:cxnLst/>
              <a:rect l="l" t="t" r="r" b="b"/>
              <a:pathLst>
                <a:path w="1154" h="4380" extrusionOk="0">
                  <a:moveTo>
                    <a:pt x="920" y="1"/>
                  </a:moveTo>
                  <a:cubicBezTo>
                    <a:pt x="896" y="1"/>
                    <a:pt x="872" y="5"/>
                    <a:pt x="848" y="13"/>
                  </a:cubicBezTo>
                  <a:cubicBezTo>
                    <a:pt x="645" y="87"/>
                    <a:pt x="434" y="128"/>
                    <a:pt x="224" y="128"/>
                  </a:cubicBezTo>
                  <a:lnTo>
                    <a:pt x="204" y="128"/>
                  </a:lnTo>
                  <a:lnTo>
                    <a:pt x="0" y="4379"/>
                  </a:lnTo>
                  <a:lnTo>
                    <a:pt x="672" y="4379"/>
                  </a:lnTo>
                  <a:lnTo>
                    <a:pt x="672" y="738"/>
                  </a:lnTo>
                  <a:cubicBezTo>
                    <a:pt x="672" y="637"/>
                    <a:pt x="733" y="555"/>
                    <a:pt x="821" y="521"/>
                  </a:cubicBezTo>
                  <a:lnTo>
                    <a:pt x="1153" y="413"/>
                  </a:lnTo>
                  <a:lnTo>
                    <a:pt x="1146" y="216"/>
                  </a:lnTo>
                  <a:cubicBezTo>
                    <a:pt x="1141" y="92"/>
                    <a:pt x="1037" y="1"/>
                    <a:pt x="92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0" name="Google Shape;14250;p66"/>
            <p:cNvSpPr/>
            <p:nvPr/>
          </p:nvSpPr>
          <p:spPr>
            <a:xfrm>
              <a:off x="4003641" y="3723642"/>
              <a:ext cx="74362" cy="11777"/>
            </a:xfrm>
            <a:custGeom>
              <a:avLst/>
              <a:gdLst/>
              <a:ahLst/>
              <a:cxnLst/>
              <a:rect l="l" t="t" r="r" b="b"/>
              <a:pathLst>
                <a:path w="2835" h="449" extrusionOk="0">
                  <a:moveTo>
                    <a:pt x="299" y="1"/>
                  </a:moveTo>
                  <a:cubicBezTo>
                    <a:pt x="1" y="1"/>
                    <a:pt x="1" y="448"/>
                    <a:pt x="299" y="448"/>
                  </a:cubicBezTo>
                  <a:lnTo>
                    <a:pt x="2536" y="448"/>
                  </a:lnTo>
                  <a:cubicBezTo>
                    <a:pt x="2835" y="448"/>
                    <a:pt x="2835" y="1"/>
                    <a:pt x="2536"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51" name="Google Shape;14251;p66"/>
          <p:cNvGrpSpPr/>
          <p:nvPr/>
        </p:nvGrpSpPr>
        <p:grpSpPr>
          <a:xfrm>
            <a:off x="5202700" y="1588417"/>
            <a:ext cx="370132" cy="370132"/>
            <a:chOff x="5229788" y="1512217"/>
            <a:chExt cx="370132" cy="370132"/>
          </a:xfrm>
        </p:grpSpPr>
        <p:sp>
          <p:nvSpPr>
            <p:cNvPr id="14252" name="Google Shape;14252;p66"/>
            <p:cNvSpPr/>
            <p:nvPr/>
          </p:nvSpPr>
          <p:spPr>
            <a:xfrm>
              <a:off x="5468639" y="1512217"/>
              <a:ext cx="131281" cy="131281"/>
            </a:xfrm>
            <a:custGeom>
              <a:avLst/>
              <a:gdLst/>
              <a:ahLst/>
              <a:cxnLst/>
              <a:rect l="l" t="t" r="r" b="b"/>
              <a:pathLst>
                <a:path w="5005" h="5005" extrusionOk="0">
                  <a:moveTo>
                    <a:pt x="2503" y="0"/>
                  </a:moveTo>
                  <a:cubicBezTo>
                    <a:pt x="1120" y="0"/>
                    <a:pt x="1" y="1119"/>
                    <a:pt x="1" y="2502"/>
                  </a:cubicBezTo>
                  <a:cubicBezTo>
                    <a:pt x="1" y="3885"/>
                    <a:pt x="1120" y="5004"/>
                    <a:pt x="2503" y="5004"/>
                  </a:cubicBezTo>
                  <a:cubicBezTo>
                    <a:pt x="3886" y="5004"/>
                    <a:pt x="5005" y="3885"/>
                    <a:pt x="5005" y="2502"/>
                  </a:cubicBezTo>
                  <a:cubicBezTo>
                    <a:pt x="5005" y="1119"/>
                    <a:pt x="3886" y="0"/>
                    <a:pt x="2503"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3" name="Google Shape;14253;p66"/>
            <p:cNvSpPr/>
            <p:nvPr/>
          </p:nvSpPr>
          <p:spPr>
            <a:xfrm>
              <a:off x="5492482" y="1536034"/>
              <a:ext cx="83621" cy="83621"/>
            </a:xfrm>
            <a:custGeom>
              <a:avLst/>
              <a:gdLst/>
              <a:ahLst/>
              <a:cxnLst/>
              <a:rect l="l" t="t" r="r" b="b"/>
              <a:pathLst>
                <a:path w="3188" h="3188" extrusionOk="0">
                  <a:moveTo>
                    <a:pt x="1594" y="1"/>
                  </a:moveTo>
                  <a:cubicBezTo>
                    <a:pt x="712" y="1"/>
                    <a:pt x="0" y="713"/>
                    <a:pt x="0" y="1594"/>
                  </a:cubicBezTo>
                  <a:cubicBezTo>
                    <a:pt x="0" y="2476"/>
                    <a:pt x="712" y="3187"/>
                    <a:pt x="1594" y="3187"/>
                  </a:cubicBezTo>
                  <a:cubicBezTo>
                    <a:pt x="2475" y="3187"/>
                    <a:pt x="3187" y="2476"/>
                    <a:pt x="3187" y="1594"/>
                  </a:cubicBezTo>
                  <a:cubicBezTo>
                    <a:pt x="3187" y="713"/>
                    <a:pt x="2475" y="1"/>
                    <a:pt x="1594"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4" name="Google Shape;14254;p66"/>
            <p:cNvSpPr/>
            <p:nvPr/>
          </p:nvSpPr>
          <p:spPr>
            <a:xfrm>
              <a:off x="5229788" y="1512217"/>
              <a:ext cx="131465" cy="131281"/>
            </a:xfrm>
            <a:custGeom>
              <a:avLst/>
              <a:gdLst/>
              <a:ahLst/>
              <a:cxnLst/>
              <a:rect l="l" t="t" r="r" b="b"/>
              <a:pathLst>
                <a:path w="5012" h="5005" extrusionOk="0">
                  <a:moveTo>
                    <a:pt x="2502" y="0"/>
                  </a:moveTo>
                  <a:cubicBezTo>
                    <a:pt x="1126" y="0"/>
                    <a:pt x="0" y="1119"/>
                    <a:pt x="0" y="2502"/>
                  </a:cubicBezTo>
                  <a:cubicBezTo>
                    <a:pt x="0" y="3885"/>
                    <a:pt x="1126" y="5004"/>
                    <a:pt x="2502" y="5004"/>
                  </a:cubicBezTo>
                  <a:cubicBezTo>
                    <a:pt x="3886" y="5004"/>
                    <a:pt x="5011" y="3885"/>
                    <a:pt x="5011" y="2502"/>
                  </a:cubicBezTo>
                  <a:cubicBezTo>
                    <a:pt x="5011" y="1119"/>
                    <a:pt x="3886" y="0"/>
                    <a:pt x="2502"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5" name="Google Shape;14255;p66"/>
            <p:cNvSpPr/>
            <p:nvPr/>
          </p:nvSpPr>
          <p:spPr>
            <a:xfrm>
              <a:off x="5253789" y="1536034"/>
              <a:ext cx="83438" cy="83621"/>
            </a:xfrm>
            <a:custGeom>
              <a:avLst/>
              <a:gdLst/>
              <a:ahLst/>
              <a:cxnLst/>
              <a:rect l="l" t="t" r="r" b="b"/>
              <a:pathLst>
                <a:path w="3181" h="3188" extrusionOk="0">
                  <a:moveTo>
                    <a:pt x="1587" y="1"/>
                  </a:moveTo>
                  <a:cubicBezTo>
                    <a:pt x="713" y="1"/>
                    <a:pt x="1" y="713"/>
                    <a:pt x="1" y="1594"/>
                  </a:cubicBezTo>
                  <a:cubicBezTo>
                    <a:pt x="1" y="2476"/>
                    <a:pt x="713" y="3187"/>
                    <a:pt x="1587" y="3187"/>
                  </a:cubicBezTo>
                  <a:cubicBezTo>
                    <a:pt x="2469" y="3187"/>
                    <a:pt x="3181" y="2476"/>
                    <a:pt x="3181" y="1594"/>
                  </a:cubicBezTo>
                  <a:cubicBezTo>
                    <a:pt x="3181" y="713"/>
                    <a:pt x="2469" y="1"/>
                    <a:pt x="1587" y="1"/>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6" name="Google Shape;14256;p66"/>
            <p:cNvSpPr/>
            <p:nvPr/>
          </p:nvSpPr>
          <p:spPr>
            <a:xfrm>
              <a:off x="5241697" y="1547942"/>
              <a:ext cx="346315" cy="334406"/>
            </a:xfrm>
            <a:custGeom>
              <a:avLst/>
              <a:gdLst/>
              <a:ahLst/>
              <a:cxnLst/>
              <a:rect l="l" t="t" r="r" b="b"/>
              <a:pathLst>
                <a:path w="13203" h="12749" extrusionOk="0">
                  <a:moveTo>
                    <a:pt x="6605" y="1"/>
                  </a:moveTo>
                  <a:cubicBezTo>
                    <a:pt x="2957" y="1"/>
                    <a:pt x="1" y="2856"/>
                    <a:pt x="1" y="6375"/>
                  </a:cubicBezTo>
                  <a:cubicBezTo>
                    <a:pt x="1" y="9894"/>
                    <a:pt x="2957" y="12748"/>
                    <a:pt x="6605" y="12748"/>
                  </a:cubicBezTo>
                  <a:cubicBezTo>
                    <a:pt x="10246" y="12748"/>
                    <a:pt x="13203" y="9894"/>
                    <a:pt x="13203" y="6375"/>
                  </a:cubicBezTo>
                  <a:cubicBezTo>
                    <a:pt x="13203" y="2856"/>
                    <a:pt x="10246" y="1"/>
                    <a:pt x="6605"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7" name="Google Shape;14257;p66"/>
            <p:cNvSpPr/>
            <p:nvPr/>
          </p:nvSpPr>
          <p:spPr>
            <a:xfrm>
              <a:off x="5370119" y="1786819"/>
              <a:ext cx="89471" cy="71687"/>
            </a:xfrm>
            <a:custGeom>
              <a:avLst/>
              <a:gdLst/>
              <a:ahLst/>
              <a:cxnLst/>
              <a:rect l="l" t="t" r="r" b="b"/>
              <a:pathLst>
                <a:path w="3411" h="2733" extrusionOk="0">
                  <a:moveTo>
                    <a:pt x="1709" y="0"/>
                  </a:moveTo>
                  <a:cubicBezTo>
                    <a:pt x="766" y="0"/>
                    <a:pt x="0" y="610"/>
                    <a:pt x="0" y="1363"/>
                  </a:cubicBezTo>
                  <a:cubicBezTo>
                    <a:pt x="0" y="2116"/>
                    <a:pt x="766" y="2733"/>
                    <a:pt x="1709" y="2733"/>
                  </a:cubicBezTo>
                  <a:cubicBezTo>
                    <a:pt x="2651" y="2733"/>
                    <a:pt x="3411" y="2116"/>
                    <a:pt x="3411" y="1363"/>
                  </a:cubicBezTo>
                  <a:cubicBezTo>
                    <a:pt x="3411" y="610"/>
                    <a:pt x="2651" y="0"/>
                    <a:pt x="1709"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8" name="Google Shape;14258;p66"/>
            <p:cNvSpPr/>
            <p:nvPr/>
          </p:nvSpPr>
          <p:spPr>
            <a:xfrm>
              <a:off x="5241880" y="1552034"/>
              <a:ext cx="165065" cy="330131"/>
            </a:xfrm>
            <a:custGeom>
              <a:avLst/>
              <a:gdLst/>
              <a:ahLst/>
              <a:cxnLst/>
              <a:rect l="l" t="t" r="r" b="b"/>
              <a:pathLst>
                <a:path w="6293" h="12586" extrusionOk="0">
                  <a:moveTo>
                    <a:pt x="5160" y="1"/>
                  </a:moveTo>
                  <a:lnTo>
                    <a:pt x="5160" y="1"/>
                  </a:lnTo>
                  <a:cubicBezTo>
                    <a:pt x="2204" y="631"/>
                    <a:pt x="0" y="3174"/>
                    <a:pt x="0" y="6219"/>
                  </a:cubicBezTo>
                  <a:cubicBezTo>
                    <a:pt x="0" y="9643"/>
                    <a:pt x="2787" y="12430"/>
                    <a:pt x="6293" y="12586"/>
                  </a:cubicBezTo>
                  <a:cubicBezTo>
                    <a:pt x="3811" y="11569"/>
                    <a:pt x="2048" y="8999"/>
                    <a:pt x="2048" y="5995"/>
                  </a:cubicBezTo>
                  <a:cubicBezTo>
                    <a:pt x="2048" y="3459"/>
                    <a:pt x="3289" y="1242"/>
                    <a:pt x="5160" y="1"/>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9" name="Google Shape;14259;p66"/>
            <p:cNvSpPr/>
            <p:nvPr/>
          </p:nvSpPr>
          <p:spPr>
            <a:xfrm>
              <a:off x="5325292" y="1691315"/>
              <a:ext cx="35961" cy="41811"/>
            </a:xfrm>
            <a:custGeom>
              <a:avLst/>
              <a:gdLst/>
              <a:ahLst/>
              <a:cxnLst/>
              <a:rect l="l" t="t" r="r" b="b"/>
              <a:pathLst>
                <a:path w="1371" h="1594" extrusionOk="0">
                  <a:moveTo>
                    <a:pt x="685" y="0"/>
                  </a:moveTo>
                  <a:cubicBezTo>
                    <a:pt x="306" y="0"/>
                    <a:pt x="1" y="305"/>
                    <a:pt x="1" y="685"/>
                  </a:cubicBezTo>
                  <a:lnTo>
                    <a:pt x="1" y="909"/>
                  </a:lnTo>
                  <a:cubicBezTo>
                    <a:pt x="1" y="1288"/>
                    <a:pt x="306" y="1593"/>
                    <a:pt x="685" y="1593"/>
                  </a:cubicBezTo>
                  <a:cubicBezTo>
                    <a:pt x="1065" y="1593"/>
                    <a:pt x="1370" y="1288"/>
                    <a:pt x="1370" y="909"/>
                  </a:cubicBezTo>
                  <a:lnTo>
                    <a:pt x="1370" y="685"/>
                  </a:lnTo>
                  <a:cubicBezTo>
                    <a:pt x="1370" y="305"/>
                    <a:pt x="1065" y="0"/>
                    <a:pt x="68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0" name="Google Shape;14260;p66"/>
            <p:cNvSpPr/>
            <p:nvPr/>
          </p:nvSpPr>
          <p:spPr>
            <a:xfrm>
              <a:off x="5343259" y="1691315"/>
              <a:ext cx="17994" cy="29771"/>
            </a:xfrm>
            <a:custGeom>
              <a:avLst/>
              <a:gdLst/>
              <a:ahLst/>
              <a:cxnLst/>
              <a:rect l="l" t="t" r="r" b="b"/>
              <a:pathLst>
                <a:path w="686" h="1135" extrusionOk="0">
                  <a:moveTo>
                    <a:pt x="0" y="0"/>
                  </a:moveTo>
                  <a:lnTo>
                    <a:pt x="0" y="793"/>
                  </a:lnTo>
                  <a:cubicBezTo>
                    <a:pt x="0" y="1021"/>
                    <a:pt x="172" y="1134"/>
                    <a:pt x="343" y="1134"/>
                  </a:cubicBezTo>
                  <a:cubicBezTo>
                    <a:pt x="514" y="1134"/>
                    <a:pt x="685" y="1021"/>
                    <a:pt x="685" y="793"/>
                  </a:cubicBezTo>
                  <a:lnTo>
                    <a:pt x="685" y="685"/>
                  </a:lnTo>
                  <a:cubicBezTo>
                    <a:pt x="685" y="305"/>
                    <a:pt x="380" y="0"/>
                    <a:pt x="0"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1" name="Google Shape;14261;p66"/>
            <p:cNvSpPr/>
            <p:nvPr/>
          </p:nvSpPr>
          <p:spPr>
            <a:xfrm>
              <a:off x="5337200" y="1697164"/>
              <a:ext cx="11961" cy="11961"/>
            </a:xfrm>
            <a:custGeom>
              <a:avLst/>
              <a:gdLst/>
              <a:ahLst/>
              <a:cxnLst/>
              <a:rect l="l" t="t" r="r" b="b"/>
              <a:pathLst>
                <a:path w="456" h="456" extrusionOk="0">
                  <a:moveTo>
                    <a:pt x="231" y="1"/>
                  </a:moveTo>
                  <a:cubicBezTo>
                    <a:pt x="103" y="1"/>
                    <a:pt x="1" y="103"/>
                    <a:pt x="1" y="231"/>
                  </a:cubicBezTo>
                  <a:cubicBezTo>
                    <a:pt x="1" y="353"/>
                    <a:pt x="103" y="455"/>
                    <a:pt x="231" y="455"/>
                  </a:cubicBezTo>
                  <a:cubicBezTo>
                    <a:pt x="353" y="455"/>
                    <a:pt x="455" y="353"/>
                    <a:pt x="455" y="231"/>
                  </a:cubicBezTo>
                  <a:cubicBezTo>
                    <a:pt x="455" y="103"/>
                    <a:pt x="353" y="1"/>
                    <a:pt x="2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2" name="Google Shape;14262;p66"/>
            <p:cNvSpPr/>
            <p:nvPr/>
          </p:nvSpPr>
          <p:spPr>
            <a:xfrm>
              <a:off x="5468639" y="1691315"/>
              <a:ext cx="35778" cy="41811"/>
            </a:xfrm>
            <a:custGeom>
              <a:avLst/>
              <a:gdLst/>
              <a:ahLst/>
              <a:cxnLst/>
              <a:rect l="l" t="t" r="r" b="b"/>
              <a:pathLst>
                <a:path w="1364" h="1594" extrusionOk="0">
                  <a:moveTo>
                    <a:pt x="679" y="0"/>
                  </a:moveTo>
                  <a:cubicBezTo>
                    <a:pt x="306" y="0"/>
                    <a:pt x="1" y="305"/>
                    <a:pt x="1" y="685"/>
                  </a:cubicBezTo>
                  <a:lnTo>
                    <a:pt x="1" y="909"/>
                  </a:lnTo>
                  <a:cubicBezTo>
                    <a:pt x="1" y="1288"/>
                    <a:pt x="306" y="1593"/>
                    <a:pt x="679" y="1593"/>
                  </a:cubicBezTo>
                  <a:cubicBezTo>
                    <a:pt x="1058" y="1593"/>
                    <a:pt x="1364" y="1288"/>
                    <a:pt x="1364" y="909"/>
                  </a:cubicBezTo>
                  <a:lnTo>
                    <a:pt x="1364" y="685"/>
                  </a:lnTo>
                  <a:cubicBezTo>
                    <a:pt x="1364" y="305"/>
                    <a:pt x="1058" y="0"/>
                    <a:pt x="67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3" name="Google Shape;14263;p66"/>
            <p:cNvSpPr/>
            <p:nvPr/>
          </p:nvSpPr>
          <p:spPr>
            <a:xfrm>
              <a:off x="5486423" y="1691315"/>
              <a:ext cx="17994" cy="29771"/>
            </a:xfrm>
            <a:custGeom>
              <a:avLst/>
              <a:gdLst/>
              <a:ahLst/>
              <a:cxnLst/>
              <a:rect l="l" t="t" r="r" b="b"/>
              <a:pathLst>
                <a:path w="686" h="1135" extrusionOk="0">
                  <a:moveTo>
                    <a:pt x="1" y="0"/>
                  </a:moveTo>
                  <a:lnTo>
                    <a:pt x="1" y="793"/>
                  </a:lnTo>
                  <a:cubicBezTo>
                    <a:pt x="1" y="1021"/>
                    <a:pt x="172" y="1134"/>
                    <a:pt x="343" y="1134"/>
                  </a:cubicBezTo>
                  <a:cubicBezTo>
                    <a:pt x="514" y="1134"/>
                    <a:pt x="686" y="1021"/>
                    <a:pt x="686" y="793"/>
                  </a:cubicBezTo>
                  <a:lnTo>
                    <a:pt x="686" y="685"/>
                  </a:lnTo>
                  <a:cubicBezTo>
                    <a:pt x="686" y="305"/>
                    <a:pt x="380" y="0"/>
                    <a:pt x="1"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4" name="Google Shape;14264;p66"/>
            <p:cNvSpPr/>
            <p:nvPr/>
          </p:nvSpPr>
          <p:spPr>
            <a:xfrm>
              <a:off x="5480573" y="1697164"/>
              <a:ext cx="11935" cy="11961"/>
            </a:xfrm>
            <a:custGeom>
              <a:avLst/>
              <a:gdLst/>
              <a:ahLst/>
              <a:cxnLst/>
              <a:rect l="l" t="t" r="r" b="b"/>
              <a:pathLst>
                <a:path w="455" h="456" extrusionOk="0">
                  <a:moveTo>
                    <a:pt x="224" y="1"/>
                  </a:moveTo>
                  <a:cubicBezTo>
                    <a:pt x="102" y="1"/>
                    <a:pt x="0" y="103"/>
                    <a:pt x="0" y="231"/>
                  </a:cubicBezTo>
                  <a:cubicBezTo>
                    <a:pt x="0" y="353"/>
                    <a:pt x="102" y="455"/>
                    <a:pt x="224" y="455"/>
                  </a:cubicBezTo>
                  <a:cubicBezTo>
                    <a:pt x="353" y="455"/>
                    <a:pt x="454" y="353"/>
                    <a:pt x="454" y="231"/>
                  </a:cubicBezTo>
                  <a:cubicBezTo>
                    <a:pt x="454" y="103"/>
                    <a:pt x="353" y="1"/>
                    <a:pt x="2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5" name="Google Shape;14265;p66"/>
            <p:cNvSpPr/>
            <p:nvPr/>
          </p:nvSpPr>
          <p:spPr>
            <a:xfrm>
              <a:off x="5355168" y="1780759"/>
              <a:ext cx="119373" cy="47870"/>
            </a:xfrm>
            <a:custGeom>
              <a:avLst/>
              <a:gdLst/>
              <a:ahLst/>
              <a:cxnLst/>
              <a:rect l="l" t="t" r="r" b="b"/>
              <a:pathLst>
                <a:path w="4551" h="1825" extrusionOk="0">
                  <a:moveTo>
                    <a:pt x="1391" y="1"/>
                  </a:moveTo>
                  <a:cubicBezTo>
                    <a:pt x="624" y="1"/>
                    <a:pt x="1" y="408"/>
                    <a:pt x="1" y="909"/>
                  </a:cubicBezTo>
                  <a:cubicBezTo>
                    <a:pt x="1" y="1418"/>
                    <a:pt x="624" y="1825"/>
                    <a:pt x="1391" y="1825"/>
                  </a:cubicBezTo>
                  <a:cubicBezTo>
                    <a:pt x="1669" y="1686"/>
                    <a:pt x="1972" y="1616"/>
                    <a:pt x="2276" y="1616"/>
                  </a:cubicBezTo>
                  <a:cubicBezTo>
                    <a:pt x="2579" y="1616"/>
                    <a:pt x="2882" y="1686"/>
                    <a:pt x="3160" y="1825"/>
                  </a:cubicBezTo>
                  <a:cubicBezTo>
                    <a:pt x="3927" y="1825"/>
                    <a:pt x="4550" y="1418"/>
                    <a:pt x="4550" y="909"/>
                  </a:cubicBezTo>
                  <a:cubicBezTo>
                    <a:pt x="4550" y="408"/>
                    <a:pt x="3927" y="1"/>
                    <a:pt x="3160" y="1"/>
                  </a:cubicBezTo>
                  <a:cubicBezTo>
                    <a:pt x="2882" y="140"/>
                    <a:pt x="2579" y="209"/>
                    <a:pt x="2276" y="209"/>
                  </a:cubicBezTo>
                  <a:cubicBezTo>
                    <a:pt x="1972" y="209"/>
                    <a:pt x="1669" y="140"/>
                    <a:pt x="1391"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6" name="Google Shape;14266;p66"/>
            <p:cNvSpPr/>
            <p:nvPr/>
          </p:nvSpPr>
          <p:spPr>
            <a:xfrm>
              <a:off x="5385044" y="1762976"/>
              <a:ext cx="59804" cy="41653"/>
            </a:xfrm>
            <a:custGeom>
              <a:avLst/>
              <a:gdLst/>
              <a:ahLst/>
              <a:cxnLst/>
              <a:rect l="l" t="t" r="r" b="b"/>
              <a:pathLst>
                <a:path w="2280" h="1588" extrusionOk="0">
                  <a:moveTo>
                    <a:pt x="1140" y="1"/>
                  </a:moveTo>
                  <a:cubicBezTo>
                    <a:pt x="509" y="1"/>
                    <a:pt x="1" y="306"/>
                    <a:pt x="1" y="679"/>
                  </a:cubicBezTo>
                  <a:cubicBezTo>
                    <a:pt x="1" y="1058"/>
                    <a:pt x="509" y="1587"/>
                    <a:pt x="1140" y="1587"/>
                  </a:cubicBezTo>
                  <a:cubicBezTo>
                    <a:pt x="1771" y="1587"/>
                    <a:pt x="2279" y="1058"/>
                    <a:pt x="2279" y="679"/>
                  </a:cubicBezTo>
                  <a:cubicBezTo>
                    <a:pt x="2279" y="306"/>
                    <a:pt x="1771" y="1"/>
                    <a:pt x="114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7" name="Google Shape;14267;p66"/>
            <p:cNvSpPr/>
            <p:nvPr/>
          </p:nvSpPr>
          <p:spPr>
            <a:xfrm>
              <a:off x="5354276" y="1798543"/>
              <a:ext cx="121340" cy="32761"/>
            </a:xfrm>
            <a:custGeom>
              <a:avLst/>
              <a:gdLst/>
              <a:ahLst/>
              <a:cxnLst/>
              <a:rect l="l" t="t" r="r" b="b"/>
              <a:pathLst>
                <a:path w="4626" h="1249" extrusionOk="0">
                  <a:moveTo>
                    <a:pt x="2313" y="1"/>
                  </a:moveTo>
                  <a:cubicBezTo>
                    <a:pt x="2184" y="1"/>
                    <a:pt x="2082" y="1"/>
                    <a:pt x="2082" y="123"/>
                  </a:cubicBezTo>
                  <a:lnTo>
                    <a:pt x="2082" y="733"/>
                  </a:lnTo>
                  <a:cubicBezTo>
                    <a:pt x="2008" y="740"/>
                    <a:pt x="1933" y="747"/>
                    <a:pt x="1859" y="760"/>
                  </a:cubicBezTo>
                  <a:cubicBezTo>
                    <a:pt x="1672" y="784"/>
                    <a:pt x="1512" y="794"/>
                    <a:pt x="1374" y="794"/>
                  </a:cubicBezTo>
                  <a:cubicBezTo>
                    <a:pt x="884" y="794"/>
                    <a:pt x="675" y="667"/>
                    <a:pt x="591" y="577"/>
                  </a:cubicBezTo>
                  <a:cubicBezTo>
                    <a:pt x="509" y="496"/>
                    <a:pt x="475" y="387"/>
                    <a:pt x="489" y="272"/>
                  </a:cubicBezTo>
                  <a:cubicBezTo>
                    <a:pt x="520" y="105"/>
                    <a:pt x="388" y="4"/>
                    <a:pt x="259" y="4"/>
                  </a:cubicBezTo>
                  <a:cubicBezTo>
                    <a:pt x="162" y="4"/>
                    <a:pt x="67" y="60"/>
                    <a:pt x="41" y="184"/>
                  </a:cubicBezTo>
                  <a:cubicBezTo>
                    <a:pt x="1" y="441"/>
                    <a:pt x="82" y="699"/>
                    <a:pt x="252" y="882"/>
                  </a:cubicBezTo>
                  <a:cubicBezTo>
                    <a:pt x="482" y="1126"/>
                    <a:pt x="855" y="1248"/>
                    <a:pt x="1370" y="1248"/>
                  </a:cubicBezTo>
                  <a:cubicBezTo>
                    <a:pt x="1554" y="1248"/>
                    <a:pt x="1737" y="1235"/>
                    <a:pt x="1920" y="1208"/>
                  </a:cubicBezTo>
                  <a:cubicBezTo>
                    <a:pt x="2049" y="1191"/>
                    <a:pt x="2179" y="1182"/>
                    <a:pt x="2310" y="1182"/>
                  </a:cubicBezTo>
                  <a:cubicBezTo>
                    <a:pt x="2442" y="1182"/>
                    <a:pt x="2574" y="1191"/>
                    <a:pt x="2706" y="1208"/>
                  </a:cubicBezTo>
                  <a:cubicBezTo>
                    <a:pt x="2904" y="1234"/>
                    <a:pt x="3087" y="1247"/>
                    <a:pt x="3254" y="1247"/>
                  </a:cubicBezTo>
                  <a:cubicBezTo>
                    <a:pt x="3771" y="1247"/>
                    <a:pt x="4144" y="1123"/>
                    <a:pt x="4374" y="882"/>
                  </a:cubicBezTo>
                  <a:cubicBezTo>
                    <a:pt x="4544" y="692"/>
                    <a:pt x="4625" y="441"/>
                    <a:pt x="4584" y="191"/>
                  </a:cubicBezTo>
                  <a:cubicBezTo>
                    <a:pt x="4560" y="81"/>
                    <a:pt x="4465" y="4"/>
                    <a:pt x="4358" y="4"/>
                  </a:cubicBezTo>
                  <a:cubicBezTo>
                    <a:pt x="4345" y="4"/>
                    <a:pt x="4333" y="5"/>
                    <a:pt x="4320" y="8"/>
                  </a:cubicBezTo>
                  <a:cubicBezTo>
                    <a:pt x="4198" y="35"/>
                    <a:pt x="4117" y="150"/>
                    <a:pt x="4137" y="272"/>
                  </a:cubicBezTo>
                  <a:cubicBezTo>
                    <a:pt x="4151" y="387"/>
                    <a:pt x="4110" y="496"/>
                    <a:pt x="4035" y="577"/>
                  </a:cubicBezTo>
                  <a:cubicBezTo>
                    <a:pt x="3945" y="667"/>
                    <a:pt x="3736" y="794"/>
                    <a:pt x="3249" y="794"/>
                  </a:cubicBezTo>
                  <a:cubicBezTo>
                    <a:pt x="3111" y="794"/>
                    <a:pt x="2952" y="784"/>
                    <a:pt x="2767" y="760"/>
                  </a:cubicBezTo>
                  <a:cubicBezTo>
                    <a:pt x="2693" y="747"/>
                    <a:pt x="2611" y="740"/>
                    <a:pt x="2537" y="740"/>
                  </a:cubicBezTo>
                  <a:lnTo>
                    <a:pt x="2537" y="123"/>
                  </a:lnTo>
                  <a:cubicBezTo>
                    <a:pt x="2537" y="1"/>
                    <a:pt x="2435" y="1"/>
                    <a:pt x="2313"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8" name="Google Shape;14268;p66"/>
            <p:cNvSpPr/>
            <p:nvPr/>
          </p:nvSpPr>
          <p:spPr>
            <a:xfrm>
              <a:off x="5385044" y="1765992"/>
              <a:ext cx="49470" cy="38820"/>
            </a:xfrm>
            <a:custGeom>
              <a:avLst/>
              <a:gdLst/>
              <a:ahLst/>
              <a:cxnLst/>
              <a:rect l="l" t="t" r="r" b="b"/>
              <a:pathLst>
                <a:path w="1886" h="1480" extrusionOk="0">
                  <a:moveTo>
                    <a:pt x="503" y="1"/>
                  </a:moveTo>
                  <a:lnTo>
                    <a:pt x="503" y="1"/>
                  </a:lnTo>
                  <a:cubicBezTo>
                    <a:pt x="197" y="123"/>
                    <a:pt x="1" y="333"/>
                    <a:pt x="1" y="564"/>
                  </a:cubicBezTo>
                  <a:cubicBezTo>
                    <a:pt x="1" y="943"/>
                    <a:pt x="509" y="1479"/>
                    <a:pt x="1140" y="1479"/>
                  </a:cubicBezTo>
                  <a:cubicBezTo>
                    <a:pt x="1411" y="1472"/>
                    <a:pt x="1676" y="1377"/>
                    <a:pt x="1886" y="1201"/>
                  </a:cubicBezTo>
                  <a:lnTo>
                    <a:pt x="1886" y="1201"/>
                  </a:lnTo>
                  <a:cubicBezTo>
                    <a:pt x="1791" y="1228"/>
                    <a:pt x="1696" y="1249"/>
                    <a:pt x="1594" y="1249"/>
                  </a:cubicBezTo>
                  <a:cubicBezTo>
                    <a:pt x="964" y="1249"/>
                    <a:pt x="455" y="638"/>
                    <a:pt x="455" y="211"/>
                  </a:cubicBezTo>
                  <a:cubicBezTo>
                    <a:pt x="455" y="136"/>
                    <a:pt x="475" y="62"/>
                    <a:pt x="50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69" name="Google Shape;14269;p66"/>
          <p:cNvGrpSpPr/>
          <p:nvPr/>
        </p:nvGrpSpPr>
        <p:grpSpPr>
          <a:xfrm>
            <a:off x="6014781" y="3441592"/>
            <a:ext cx="373882" cy="370053"/>
            <a:chOff x="6041869" y="3365392"/>
            <a:chExt cx="373882" cy="370053"/>
          </a:xfrm>
        </p:grpSpPr>
        <p:sp>
          <p:nvSpPr>
            <p:cNvPr id="14270" name="Google Shape;14270;p66"/>
            <p:cNvSpPr/>
            <p:nvPr/>
          </p:nvSpPr>
          <p:spPr>
            <a:xfrm>
              <a:off x="6082080" y="3626355"/>
              <a:ext cx="70795" cy="68854"/>
            </a:xfrm>
            <a:custGeom>
              <a:avLst/>
              <a:gdLst/>
              <a:ahLst/>
              <a:cxnLst/>
              <a:rect l="l" t="t" r="r" b="b"/>
              <a:pathLst>
                <a:path w="2699" h="2625" extrusionOk="0">
                  <a:moveTo>
                    <a:pt x="299" y="1"/>
                  </a:moveTo>
                  <a:cubicBezTo>
                    <a:pt x="0" y="1"/>
                    <a:pt x="0" y="441"/>
                    <a:pt x="299" y="441"/>
                  </a:cubicBezTo>
                  <a:lnTo>
                    <a:pt x="2258" y="441"/>
                  </a:lnTo>
                  <a:lnTo>
                    <a:pt x="2258" y="2401"/>
                  </a:lnTo>
                  <a:cubicBezTo>
                    <a:pt x="2258" y="2523"/>
                    <a:pt x="2353" y="2625"/>
                    <a:pt x="2475" y="2625"/>
                  </a:cubicBezTo>
                  <a:cubicBezTo>
                    <a:pt x="2597" y="2625"/>
                    <a:pt x="2699" y="2523"/>
                    <a:pt x="2699" y="2401"/>
                  </a:cubicBezTo>
                  <a:lnTo>
                    <a:pt x="2699" y="224"/>
                  </a:lnTo>
                  <a:cubicBezTo>
                    <a:pt x="2699" y="102"/>
                    <a:pt x="2597" y="1"/>
                    <a:pt x="2475"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1" name="Google Shape;14271;p66"/>
            <p:cNvSpPr/>
            <p:nvPr/>
          </p:nvSpPr>
          <p:spPr>
            <a:xfrm>
              <a:off x="6304746" y="3405603"/>
              <a:ext cx="70821" cy="68723"/>
            </a:xfrm>
            <a:custGeom>
              <a:avLst/>
              <a:gdLst/>
              <a:ahLst/>
              <a:cxnLst/>
              <a:rect l="l" t="t" r="r" b="b"/>
              <a:pathLst>
                <a:path w="2700" h="2620" extrusionOk="0">
                  <a:moveTo>
                    <a:pt x="221" y="0"/>
                  </a:moveTo>
                  <a:cubicBezTo>
                    <a:pt x="111" y="0"/>
                    <a:pt x="1" y="73"/>
                    <a:pt x="1" y="219"/>
                  </a:cubicBezTo>
                  <a:lnTo>
                    <a:pt x="1" y="2402"/>
                  </a:lnTo>
                  <a:cubicBezTo>
                    <a:pt x="1" y="2524"/>
                    <a:pt x="102" y="2619"/>
                    <a:pt x="224" y="2619"/>
                  </a:cubicBezTo>
                  <a:lnTo>
                    <a:pt x="2408" y="2619"/>
                  </a:lnTo>
                  <a:cubicBezTo>
                    <a:pt x="2699" y="2619"/>
                    <a:pt x="2699" y="2179"/>
                    <a:pt x="2408" y="2179"/>
                  </a:cubicBezTo>
                  <a:lnTo>
                    <a:pt x="441" y="2179"/>
                  </a:lnTo>
                  <a:lnTo>
                    <a:pt x="441" y="219"/>
                  </a:lnTo>
                  <a:cubicBezTo>
                    <a:pt x="441" y="73"/>
                    <a:pt x="331" y="0"/>
                    <a:pt x="221" y="0"/>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2" name="Google Shape;14272;p66"/>
            <p:cNvSpPr/>
            <p:nvPr/>
          </p:nvSpPr>
          <p:spPr>
            <a:xfrm>
              <a:off x="6180128" y="3388344"/>
              <a:ext cx="97418" cy="52171"/>
            </a:xfrm>
            <a:custGeom>
              <a:avLst/>
              <a:gdLst/>
              <a:ahLst/>
              <a:cxnLst/>
              <a:rect l="l" t="t" r="r" b="b"/>
              <a:pathLst>
                <a:path w="3714" h="1989" extrusionOk="0">
                  <a:moveTo>
                    <a:pt x="314" y="0"/>
                  </a:moveTo>
                  <a:cubicBezTo>
                    <a:pt x="145" y="0"/>
                    <a:pt x="0" y="221"/>
                    <a:pt x="161" y="382"/>
                  </a:cubicBezTo>
                  <a:lnTo>
                    <a:pt x="1700" y="1928"/>
                  </a:lnTo>
                  <a:cubicBezTo>
                    <a:pt x="1741" y="1969"/>
                    <a:pt x="1795" y="1989"/>
                    <a:pt x="1856" y="1989"/>
                  </a:cubicBezTo>
                  <a:cubicBezTo>
                    <a:pt x="1917" y="1989"/>
                    <a:pt x="1971" y="1969"/>
                    <a:pt x="2012" y="1928"/>
                  </a:cubicBezTo>
                  <a:lnTo>
                    <a:pt x="3558" y="382"/>
                  </a:lnTo>
                  <a:cubicBezTo>
                    <a:pt x="3714" y="221"/>
                    <a:pt x="3567" y="0"/>
                    <a:pt x="3399" y="0"/>
                  </a:cubicBezTo>
                  <a:cubicBezTo>
                    <a:pt x="3347" y="0"/>
                    <a:pt x="3294" y="21"/>
                    <a:pt x="3246" y="70"/>
                  </a:cubicBezTo>
                  <a:lnTo>
                    <a:pt x="1856" y="1460"/>
                  </a:lnTo>
                  <a:lnTo>
                    <a:pt x="466" y="70"/>
                  </a:lnTo>
                  <a:cubicBezTo>
                    <a:pt x="419" y="21"/>
                    <a:pt x="365" y="0"/>
                    <a:pt x="314" y="0"/>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3" name="Google Shape;14273;p66"/>
            <p:cNvSpPr/>
            <p:nvPr/>
          </p:nvSpPr>
          <p:spPr>
            <a:xfrm>
              <a:off x="6180075" y="3660375"/>
              <a:ext cx="96946" cy="52093"/>
            </a:xfrm>
            <a:custGeom>
              <a:avLst/>
              <a:gdLst/>
              <a:ahLst/>
              <a:cxnLst/>
              <a:rect l="l" t="t" r="r" b="b"/>
              <a:pathLst>
                <a:path w="3696" h="1986" extrusionOk="0">
                  <a:moveTo>
                    <a:pt x="1858" y="0"/>
                  </a:moveTo>
                  <a:cubicBezTo>
                    <a:pt x="1802" y="0"/>
                    <a:pt x="1746" y="23"/>
                    <a:pt x="1702" y="67"/>
                  </a:cubicBezTo>
                  <a:lnTo>
                    <a:pt x="163" y="1606"/>
                  </a:lnTo>
                  <a:cubicBezTo>
                    <a:pt x="1" y="1763"/>
                    <a:pt x="149" y="1984"/>
                    <a:pt x="322" y="1984"/>
                  </a:cubicBezTo>
                  <a:cubicBezTo>
                    <a:pt x="373" y="1984"/>
                    <a:pt x="427" y="1964"/>
                    <a:pt x="475" y="1918"/>
                  </a:cubicBezTo>
                  <a:lnTo>
                    <a:pt x="1858" y="528"/>
                  </a:lnTo>
                  <a:lnTo>
                    <a:pt x="3248" y="1918"/>
                  </a:lnTo>
                  <a:cubicBezTo>
                    <a:pt x="3289" y="1958"/>
                    <a:pt x="3343" y="1979"/>
                    <a:pt x="3404" y="1979"/>
                  </a:cubicBezTo>
                  <a:lnTo>
                    <a:pt x="3404" y="1985"/>
                  </a:lnTo>
                  <a:cubicBezTo>
                    <a:pt x="3601" y="1985"/>
                    <a:pt x="3696" y="1748"/>
                    <a:pt x="3560" y="1606"/>
                  </a:cubicBezTo>
                  <a:lnTo>
                    <a:pt x="2014" y="67"/>
                  </a:lnTo>
                  <a:cubicBezTo>
                    <a:pt x="1970" y="23"/>
                    <a:pt x="1914" y="0"/>
                    <a:pt x="1858" y="0"/>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4" name="Google Shape;14274;p66"/>
            <p:cNvSpPr/>
            <p:nvPr/>
          </p:nvSpPr>
          <p:spPr>
            <a:xfrm>
              <a:off x="6338190" y="3503939"/>
              <a:ext cx="55109" cy="92749"/>
            </a:xfrm>
            <a:custGeom>
              <a:avLst/>
              <a:gdLst/>
              <a:ahLst/>
              <a:cxnLst/>
              <a:rect l="l" t="t" r="r" b="b"/>
              <a:pathLst>
                <a:path w="2101" h="3536" extrusionOk="0">
                  <a:moveTo>
                    <a:pt x="1784" y="1"/>
                  </a:moveTo>
                  <a:cubicBezTo>
                    <a:pt x="1732" y="1"/>
                    <a:pt x="1677" y="21"/>
                    <a:pt x="1628" y="70"/>
                  </a:cubicBezTo>
                  <a:lnTo>
                    <a:pt x="82" y="1616"/>
                  </a:lnTo>
                  <a:cubicBezTo>
                    <a:pt x="0" y="1698"/>
                    <a:pt x="0" y="1840"/>
                    <a:pt x="82" y="1928"/>
                  </a:cubicBezTo>
                  <a:lnTo>
                    <a:pt x="1628" y="3468"/>
                  </a:lnTo>
                  <a:cubicBezTo>
                    <a:pt x="1668" y="3508"/>
                    <a:pt x="1723" y="3535"/>
                    <a:pt x="1784" y="3535"/>
                  </a:cubicBezTo>
                  <a:cubicBezTo>
                    <a:pt x="1980" y="3535"/>
                    <a:pt x="2082" y="3298"/>
                    <a:pt x="1940" y="3156"/>
                  </a:cubicBezTo>
                  <a:lnTo>
                    <a:pt x="550" y="1772"/>
                  </a:lnTo>
                  <a:lnTo>
                    <a:pt x="1940" y="382"/>
                  </a:lnTo>
                  <a:cubicBezTo>
                    <a:pt x="2101" y="221"/>
                    <a:pt x="1955" y="1"/>
                    <a:pt x="1784"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5" name="Google Shape;14275;p66"/>
            <p:cNvSpPr/>
            <p:nvPr/>
          </p:nvSpPr>
          <p:spPr>
            <a:xfrm>
              <a:off x="6064506" y="3503939"/>
              <a:ext cx="55109" cy="92749"/>
            </a:xfrm>
            <a:custGeom>
              <a:avLst/>
              <a:gdLst/>
              <a:ahLst/>
              <a:cxnLst/>
              <a:rect l="l" t="t" r="r" b="b"/>
              <a:pathLst>
                <a:path w="2101" h="3536" extrusionOk="0">
                  <a:moveTo>
                    <a:pt x="314" y="1"/>
                  </a:moveTo>
                  <a:cubicBezTo>
                    <a:pt x="146" y="1"/>
                    <a:pt x="1" y="221"/>
                    <a:pt x="162" y="382"/>
                  </a:cubicBezTo>
                  <a:lnTo>
                    <a:pt x="1545" y="1772"/>
                  </a:lnTo>
                  <a:lnTo>
                    <a:pt x="155" y="3156"/>
                  </a:lnTo>
                  <a:cubicBezTo>
                    <a:pt x="19" y="3298"/>
                    <a:pt x="114" y="3535"/>
                    <a:pt x="311" y="3535"/>
                  </a:cubicBezTo>
                  <a:cubicBezTo>
                    <a:pt x="372" y="3535"/>
                    <a:pt x="426" y="3508"/>
                    <a:pt x="467" y="3468"/>
                  </a:cubicBezTo>
                  <a:lnTo>
                    <a:pt x="2013" y="1928"/>
                  </a:lnTo>
                  <a:cubicBezTo>
                    <a:pt x="2101" y="1840"/>
                    <a:pt x="2101" y="1698"/>
                    <a:pt x="2013" y="1616"/>
                  </a:cubicBezTo>
                  <a:lnTo>
                    <a:pt x="467" y="70"/>
                  </a:lnTo>
                  <a:cubicBezTo>
                    <a:pt x="419" y="21"/>
                    <a:pt x="366" y="1"/>
                    <a:pt x="314"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6" name="Google Shape;14276;p66"/>
            <p:cNvSpPr/>
            <p:nvPr/>
          </p:nvSpPr>
          <p:spPr>
            <a:xfrm>
              <a:off x="6304746" y="3626355"/>
              <a:ext cx="70821" cy="68854"/>
            </a:xfrm>
            <a:custGeom>
              <a:avLst/>
              <a:gdLst/>
              <a:ahLst/>
              <a:cxnLst/>
              <a:rect l="l" t="t" r="r" b="b"/>
              <a:pathLst>
                <a:path w="2700" h="2625" extrusionOk="0">
                  <a:moveTo>
                    <a:pt x="224" y="1"/>
                  </a:moveTo>
                  <a:cubicBezTo>
                    <a:pt x="102" y="1"/>
                    <a:pt x="7" y="102"/>
                    <a:pt x="7" y="224"/>
                  </a:cubicBezTo>
                  <a:lnTo>
                    <a:pt x="7" y="2401"/>
                  </a:lnTo>
                  <a:cubicBezTo>
                    <a:pt x="1" y="2523"/>
                    <a:pt x="102" y="2625"/>
                    <a:pt x="224" y="2625"/>
                  </a:cubicBezTo>
                  <a:cubicBezTo>
                    <a:pt x="346" y="2625"/>
                    <a:pt x="448" y="2523"/>
                    <a:pt x="448" y="2401"/>
                  </a:cubicBezTo>
                  <a:lnTo>
                    <a:pt x="448" y="441"/>
                  </a:lnTo>
                  <a:lnTo>
                    <a:pt x="2408" y="441"/>
                  </a:lnTo>
                  <a:cubicBezTo>
                    <a:pt x="2699" y="441"/>
                    <a:pt x="2699" y="1"/>
                    <a:pt x="2408" y="1"/>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7" name="Google Shape;14277;p66"/>
            <p:cNvSpPr/>
            <p:nvPr/>
          </p:nvSpPr>
          <p:spPr>
            <a:xfrm>
              <a:off x="6082080" y="3405603"/>
              <a:ext cx="70795" cy="68723"/>
            </a:xfrm>
            <a:custGeom>
              <a:avLst/>
              <a:gdLst/>
              <a:ahLst/>
              <a:cxnLst/>
              <a:rect l="l" t="t" r="r" b="b"/>
              <a:pathLst>
                <a:path w="2699" h="2620" extrusionOk="0">
                  <a:moveTo>
                    <a:pt x="2478" y="0"/>
                  </a:moveTo>
                  <a:cubicBezTo>
                    <a:pt x="2368" y="0"/>
                    <a:pt x="2258" y="73"/>
                    <a:pt x="2258" y="219"/>
                  </a:cubicBezTo>
                  <a:lnTo>
                    <a:pt x="2258" y="2179"/>
                  </a:lnTo>
                  <a:lnTo>
                    <a:pt x="299" y="2179"/>
                  </a:lnTo>
                  <a:cubicBezTo>
                    <a:pt x="0" y="2179"/>
                    <a:pt x="0" y="2619"/>
                    <a:pt x="299" y="2619"/>
                  </a:cubicBezTo>
                  <a:lnTo>
                    <a:pt x="2475" y="2619"/>
                  </a:lnTo>
                  <a:cubicBezTo>
                    <a:pt x="2597" y="2619"/>
                    <a:pt x="2699" y="2524"/>
                    <a:pt x="2699" y="2402"/>
                  </a:cubicBezTo>
                  <a:lnTo>
                    <a:pt x="2699" y="219"/>
                  </a:lnTo>
                  <a:cubicBezTo>
                    <a:pt x="2699" y="73"/>
                    <a:pt x="2589" y="0"/>
                    <a:pt x="2478" y="0"/>
                  </a:cubicBezTo>
                  <a:close/>
                </a:path>
              </a:pathLst>
            </a:custGeom>
            <a:solidFill>
              <a:srgbClr val="E6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8" name="Google Shape;14278;p66"/>
            <p:cNvSpPr/>
            <p:nvPr/>
          </p:nvSpPr>
          <p:spPr>
            <a:xfrm>
              <a:off x="6041869" y="3365392"/>
              <a:ext cx="373882" cy="370053"/>
            </a:xfrm>
            <a:custGeom>
              <a:avLst/>
              <a:gdLst/>
              <a:ahLst/>
              <a:cxnLst/>
              <a:rect l="l" t="t" r="r" b="b"/>
              <a:pathLst>
                <a:path w="14254" h="14108" extrusionOk="0">
                  <a:moveTo>
                    <a:pt x="7131" y="1"/>
                  </a:moveTo>
                  <a:cubicBezTo>
                    <a:pt x="7020" y="1"/>
                    <a:pt x="6910" y="74"/>
                    <a:pt x="6910" y="220"/>
                  </a:cubicBezTo>
                  <a:lnTo>
                    <a:pt x="6910" y="6519"/>
                  </a:lnTo>
                  <a:lnTo>
                    <a:pt x="2455" y="2064"/>
                  </a:lnTo>
                  <a:cubicBezTo>
                    <a:pt x="2406" y="2015"/>
                    <a:pt x="2351" y="1994"/>
                    <a:pt x="2299" y="1994"/>
                  </a:cubicBezTo>
                  <a:cubicBezTo>
                    <a:pt x="2128" y="1994"/>
                    <a:pt x="1982" y="2215"/>
                    <a:pt x="2143" y="2376"/>
                  </a:cubicBezTo>
                  <a:lnTo>
                    <a:pt x="6598" y="6831"/>
                  </a:lnTo>
                  <a:lnTo>
                    <a:pt x="292" y="6831"/>
                  </a:lnTo>
                  <a:cubicBezTo>
                    <a:pt x="1" y="6831"/>
                    <a:pt x="1" y="7271"/>
                    <a:pt x="292" y="7271"/>
                  </a:cubicBezTo>
                  <a:lnTo>
                    <a:pt x="6598" y="7271"/>
                  </a:lnTo>
                  <a:lnTo>
                    <a:pt x="2143" y="11726"/>
                  </a:lnTo>
                  <a:cubicBezTo>
                    <a:pt x="1982" y="11887"/>
                    <a:pt x="2128" y="12108"/>
                    <a:pt x="2299" y="12108"/>
                  </a:cubicBezTo>
                  <a:cubicBezTo>
                    <a:pt x="2351" y="12108"/>
                    <a:pt x="2406" y="12087"/>
                    <a:pt x="2455" y="12038"/>
                  </a:cubicBezTo>
                  <a:lnTo>
                    <a:pt x="6910" y="7583"/>
                  </a:lnTo>
                  <a:lnTo>
                    <a:pt x="6910" y="13889"/>
                  </a:lnTo>
                  <a:cubicBezTo>
                    <a:pt x="6910" y="14035"/>
                    <a:pt x="7020" y="14108"/>
                    <a:pt x="7131" y="14108"/>
                  </a:cubicBezTo>
                  <a:cubicBezTo>
                    <a:pt x="7241" y="14108"/>
                    <a:pt x="7351" y="14035"/>
                    <a:pt x="7351" y="13889"/>
                  </a:cubicBezTo>
                  <a:lnTo>
                    <a:pt x="7351" y="7583"/>
                  </a:lnTo>
                  <a:lnTo>
                    <a:pt x="11806" y="12038"/>
                  </a:lnTo>
                  <a:cubicBezTo>
                    <a:pt x="11853" y="12087"/>
                    <a:pt x="11907" y="12108"/>
                    <a:pt x="11958" y="12108"/>
                  </a:cubicBezTo>
                  <a:cubicBezTo>
                    <a:pt x="12127" y="12108"/>
                    <a:pt x="12274" y="11887"/>
                    <a:pt x="12118" y="11726"/>
                  </a:cubicBezTo>
                  <a:lnTo>
                    <a:pt x="7663" y="7271"/>
                  </a:lnTo>
                  <a:lnTo>
                    <a:pt x="13962" y="7271"/>
                  </a:lnTo>
                  <a:cubicBezTo>
                    <a:pt x="14254" y="7271"/>
                    <a:pt x="14254" y="6831"/>
                    <a:pt x="13962" y="6831"/>
                  </a:cubicBezTo>
                  <a:lnTo>
                    <a:pt x="7663" y="6831"/>
                  </a:lnTo>
                  <a:lnTo>
                    <a:pt x="12118" y="2376"/>
                  </a:lnTo>
                  <a:cubicBezTo>
                    <a:pt x="12274" y="2215"/>
                    <a:pt x="12127" y="1994"/>
                    <a:pt x="11958" y="1994"/>
                  </a:cubicBezTo>
                  <a:cubicBezTo>
                    <a:pt x="11907" y="1994"/>
                    <a:pt x="11853" y="2015"/>
                    <a:pt x="11806" y="2064"/>
                  </a:cubicBezTo>
                  <a:lnTo>
                    <a:pt x="7351" y="6519"/>
                  </a:lnTo>
                  <a:lnTo>
                    <a:pt x="7351" y="220"/>
                  </a:lnTo>
                  <a:cubicBezTo>
                    <a:pt x="7351" y="74"/>
                    <a:pt x="7241" y="1"/>
                    <a:pt x="7131" y="1"/>
                  </a:cubicBezTo>
                  <a:close/>
                </a:path>
              </a:pathLst>
            </a:custGeom>
            <a:solidFill>
              <a:srgbClr val="B5BF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9" name="Google Shape;14279;p66"/>
            <p:cNvSpPr/>
            <p:nvPr/>
          </p:nvSpPr>
          <p:spPr>
            <a:xfrm>
              <a:off x="6141832" y="3463755"/>
              <a:ext cx="173957" cy="173302"/>
            </a:xfrm>
            <a:custGeom>
              <a:avLst/>
              <a:gdLst/>
              <a:ahLst/>
              <a:cxnLst/>
              <a:rect l="l" t="t" r="r" b="b"/>
              <a:pathLst>
                <a:path w="6632" h="6607" extrusionOk="0">
                  <a:moveTo>
                    <a:pt x="3316" y="457"/>
                  </a:moveTo>
                  <a:lnTo>
                    <a:pt x="5330" y="1291"/>
                  </a:lnTo>
                  <a:lnTo>
                    <a:pt x="6164" y="3304"/>
                  </a:lnTo>
                  <a:lnTo>
                    <a:pt x="5330" y="5318"/>
                  </a:lnTo>
                  <a:lnTo>
                    <a:pt x="3316" y="6152"/>
                  </a:lnTo>
                  <a:lnTo>
                    <a:pt x="1302" y="5318"/>
                  </a:lnTo>
                  <a:lnTo>
                    <a:pt x="468" y="3304"/>
                  </a:lnTo>
                  <a:lnTo>
                    <a:pt x="1302" y="1291"/>
                  </a:lnTo>
                  <a:lnTo>
                    <a:pt x="3316" y="457"/>
                  </a:lnTo>
                  <a:close/>
                  <a:moveTo>
                    <a:pt x="3320" y="1"/>
                  </a:moveTo>
                  <a:cubicBezTo>
                    <a:pt x="3291" y="1"/>
                    <a:pt x="3262" y="6"/>
                    <a:pt x="3235" y="16"/>
                  </a:cubicBezTo>
                  <a:lnTo>
                    <a:pt x="1051" y="911"/>
                  </a:lnTo>
                  <a:cubicBezTo>
                    <a:pt x="997" y="938"/>
                    <a:pt x="957" y="979"/>
                    <a:pt x="929" y="1033"/>
                  </a:cubicBezTo>
                  <a:lnTo>
                    <a:pt x="28" y="3216"/>
                  </a:lnTo>
                  <a:cubicBezTo>
                    <a:pt x="0" y="3270"/>
                    <a:pt x="0" y="3332"/>
                    <a:pt x="28" y="3386"/>
                  </a:cubicBezTo>
                  <a:lnTo>
                    <a:pt x="929" y="5569"/>
                  </a:lnTo>
                  <a:cubicBezTo>
                    <a:pt x="950" y="5623"/>
                    <a:pt x="997" y="5664"/>
                    <a:pt x="1051" y="5691"/>
                  </a:cubicBezTo>
                  <a:lnTo>
                    <a:pt x="3235" y="6593"/>
                  </a:lnTo>
                  <a:cubicBezTo>
                    <a:pt x="3262" y="6607"/>
                    <a:pt x="3289" y="6607"/>
                    <a:pt x="3316" y="6607"/>
                  </a:cubicBezTo>
                  <a:cubicBezTo>
                    <a:pt x="3343" y="6607"/>
                    <a:pt x="3370" y="6600"/>
                    <a:pt x="3398" y="6593"/>
                  </a:cubicBezTo>
                  <a:lnTo>
                    <a:pt x="5588" y="5691"/>
                  </a:lnTo>
                  <a:cubicBezTo>
                    <a:pt x="5642" y="5671"/>
                    <a:pt x="5683" y="5630"/>
                    <a:pt x="5703" y="5576"/>
                  </a:cubicBezTo>
                  <a:lnTo>
                    <a:pt x="6612" y="3393"/>
                  </a:lnTo>
                  <a:cubicBezTo>
                    <a:pt x="6632" y="3338"/>
                    <a:pt x="6632" y="3277"/>
                    <a:pt x="6612" y="3223"/>
                  </a:cubicBezTo>
                  <a:lnTo>
                    <a:pt x="5703" y="1040"/>
                  </a:lnTo>
                  <a:cubicBezTo>
                    <a:pt x="5683" y="985"/>
                    <a:pt x="5642" y="945"/>
                    <a:pt x="5588" y="918"/>
                  </a:cubicBezTo>
                  <a:lnTo>
                    <a:pt x="3404" y="16"/>
                  </a:lnTo>
                  <a:cubicBezTo>
                    <a:pt x="3377" y="6"/>
                    <a:pt x="3348" y="1"/>
                    <a:pt x="3320"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80" name="Google Shape;14280;p66"/>
          <p:cNvGrpSpPr/>
          <p:nvPr/>
        </p:nvGrpSpPr>
        <p:grpSpPr>
          <a:xfrm>
            <a:off x="4657221" y="2163693"/>
            <a:ext cx="374748" cy="279140"/>
            <a:chOff x="4684309" y="2087493"/>
            <a:chExt cx="374748" cy="279140"/>
          </a:xfrm>
        </p:grpSpPr>
        <p:sp>
          <p:nvSpPr>
            <p:cNvPr id="14281" name="Google Shape;14281;p66"/>
            <p:cNvSpPr/>
            <p:nvPr/>
          </p:nvSpPr>
          <p:spPr>
            <a:xfrm>
              <a:off x="4994977" y="2140268"/>
              <a:ext cx="64080" cy="144029"/>
            </a:xfrm>
            <a:custGeom>
              <a:avLst/>
              <a:gdLst/>
              <a:ahLst/>
              <a:cxnLst/>
              <a:rect l="l" t="t" r="r" b="b"/>
              <a:pathLst>
                <a:path w="2443" h="5491" extrusionOk="0">
                  <a:moveTo>
                    <a:pt x="457" y="1"/>
                  </a:moveTo>
                  <a:cubicBezTo>
                    <a:pt x="394" y="1"/>
                    <a:pt x="332" y="7"/>
                    <a:pt x="273" y="19"/>
                  </a:cubicBezTo>
                  <a:cubicBezTo>
                    <a:pt x="0" y="76"/>
                    <a:pt x="66" y="465"/>
                    <a:pt x="314" y="465"/>
                  </a:cubicBezTo>
                  <a:cubicBezTo>
                    <a:pt x="331" y="465"/>
                    <a:pt x="349" y="463"/>
                    <a:pt x="368" y="459"/>
                  </a:cubicBezTo>
                  <a:cubicBezTo>
                    <a:pt x="399" y="452"/>
                    <a:pt x="432" y="448"/>
                    <a:pt x="469" y="448"/>
                  </a:cubicBezTo>
                  <a:cubicBezTo>
                    <a:pt x="705" y="448"/>
                    <a:pt x="1046" y="602"/>
                    <a:pt x="1311" y="914"/>
                  </a:cubicBezTo>
                  <a:cubicBezTo>
                    <a:pt x="1568" y="1219"/>
                    <a:pt x="1941" y="1910"/>
                    <a:pt x="1480" y="3097"/>
                  </a:cubicBezTo>
                  <a:cubicBezTo>
                    <a:pt x="999" y="4351"/>
                    <a:pt x="1860" y="5368"/>
                    <a:pt x="1900" y="5409"/>
                  </a:cubicBezTo>
                  <a:cubicBezTo>
                    <a:pt x="1941" y="5463"/>
                    <a:pt x="2002" y="5490"/>
                    <a:pt x="2070" y="5490"/>
                  </a:cubicBezTo>
                  <a:cubicBezTo>
                    <a:pt x="2260" y="5490"/>
                    <a:pt x="2368" y="5260"/>
                    <a:pt x="2239" y="5118"/>
                  </a:cubicBezTo>
                  <a:cubicBezTo>
                    <a:pt x="2233" y="5111"/>
                    <a:pt x="1514" y="4263"/>
                    <a:pt x="1900" y="3260"/>
                  </a:cubicBezTo>
                  <a:cubicBezTo>
                    <a:pt x="2443" y="1856"/>
                    <a:pt x="1975" y="1009"/>
                    <a:pt x="1650" y="622"/>
                  </a:cubicBezTo>
                  <a:cubicBezTo>
                    <a:pt x="1327" y="235"/>
                    <a:pt x="859" y="1"/>
                    <a:pt x="457"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2" name="Google Shape;14282;p66"/>
            <p:cNvSpPr/>
            <p:nvPr/>
          </p:nvSpPr>
          <p:spPr>
            <a:xfrm>
              <a:off x="4684309" y="2118707"/>
              <a:ext cx="342931" cy="247926"/>
            </a:xfrm>
            <a:custGeom>
              <a:avLst/>
              <a:gdLst/>
              <a:ahLst/>
              <a:cxnLst/>
              <a:rect l="l" t="t" r="r" b="b"/>
              <a:pathLst>
                <a:path w="13074" h="9452" extrusionOk="0">
                  <a:moveTo>
                    <a:pt x="3031" y="1"/>
                  </a:moveTo>
                  <a:cubicBezTo>
                    <a:pt x="2604" y="1"/>
                    <a:pt x="2185" y="174"/>
                    <a:pt x="1878" y="495"/>
                  </a:cubicBezTo>
                  <a:lnTo>
                    <a:pt x="149" y="2305"/>
                  </a:lnTo>
                  <a:cubicBezTo>
                    <a:pt x="41" y="2420"/>
                    <a:pt x="0" y="2576"/>
                    <a:pt x="41" y="2732"/>
                  </a:cubicBezTo>
                  <a:lnTo>
                    <a:pt x="142" y="3119"/>
                  </a:lnTo>
                  <a:cubicBezTo>
                    <a:pt x="197" y="3322"/>
                    <a:pt x="380" y="3458"/>
                    <a:pt x="590" y="3458"/>
                  </a:cubicBezTo>
                  <a:cubicBezTo>
                    <a:pt x="1126" y="3458"/>
                    <a:pt x="1661" y="3397"/>
                    <a:pt x="2183" y="3288"/>
                  </a:cubicBezTo>
                  <a:cubicBezTo>
                    <a:pt x="3167" y="4746"/>
                    <a:pt x="4645" y="5614"/>
                    <a:pt x="4645" y="5614"/>
                  </a:cubicBezTo>
                  <a:lnTo>
                    <a:pt x="4672" y="8557"/>
                  </a:lnTo>
                  <a:lnTo>
                    <a:pt x="4014" y="8720"/>
                  </a:lnTo>
                  <a:cubicBezTo>
                    <a:pt x="3865" y="8753"/>
                    <a:pt x="3743" y="8869"/>
                    <a:pt x="3696" y="9011"/>
                  </a:cubicBezTo>
                  <a:lnTo>
                    <a:pt x="3634" y="9208"/>
                  </a:lnTo>
                  <a:cubicBezTo>
                    <a:pt x="3594" y="9323"/>
                    <a:pt x="3682" y="9452"/>
                    <a:pt x="3811" y="9452"/>
                  </a:cubicBezTo>
                  <a:lnTo>
                    <a:pt x="4658" y="9452"/>
                  </a:lnTo>
                  <a:cubicBezTo>
                    <a:pt x="4808" y="9452"/>
                    <a:pt x="4950" y="9377"/>
                    <a:pt x="5031" y="9248"/>
                  </a:cubicBezTo>
                  <a:lnTo>
                    <a:pt x="5262" y="8903"/>
                  </a:lnTo>
                  <a:cubicBezTo>
                    <a:pt x="5316" y="8821"/>
                    <a:pt x="5357" y="8726"/>
                    <a:pt x="5370" y="8631"/>
                  </a:cubicBezTo>
                  <a:lnTo>
                    <a:pt x="5825" y="5960"/>
                  </a:lnTo>
                  <a:cubicBezTo>
                    <a:pt x="6427" y="6210"/>
                    <a:pt x="7097" y="6317"/>
                    <a:pt x="7782" y="6317"/>
                  </a:cubicBezTo>
                  <a:cubicBezTo>
                    <a:pt x="9009" y="6317"/>
                    <a:pt x="10284" y="5975"/>
                    <a:pt x="11310" y="5506"/>
                  </a:cubicBezTo>
                  <a:lnTo>
                    <a:pt x="12205" y="7208"/>
                  </a:lnTo>
                  <a:lnTo>
                    <a:pt x="12205" y="8509"/>
                  </a:lnTo>
                  <a:lnTo>
                    <a:pt x="11663" y="8706"/>
                  </a:lnTo>
                  <a:cubicBezTo>
                    <a:pt x="11527" y="8753"/>
                    <a:pt x="11425" y="8855"/>
                    <a:pt x="11378" y="8991"/>
                  </a:cubicBezTo>
                  <a:lnTo>
                    <a:pt x="11310" y="9201"/>
                  </a:lnTo>
                  <a:cubicBezTo>
                    <a:pt x="11269" y="9323"/>
                    <a:pt x="11358" y="9452"/>
                    <a:pt x="11486" y="9452"/>
                  </a:cubicBezTo>
                  <a:lnTo>
                    <a:pt x="12273" y="9452"/>
                  </a:lnTo>
                  <a:cubicBezTo>
                    <a:pt x="12456" y="9452"/>
                    <a:pt x="12612" y="9343"/>
                    <a:pt x="12687" y="9181"/>
                  </a:cubicBezTo>
                  <a:lnTo>
                    <a:pt x="12924" y="8625"/>
                  </a:lnTo>
                  <a:cubicBezTo>
                    <a:pt x="12985" y="8489"/>
                    <a:pt x="13019" y="8333"/>
                    <a:pt x="13019" y="8184"/>
                  </a:cubicBezTo>
                  <a:lnTo>
                    <a:pt x="13019" y="6713"/>
                  </a:lnTo>
                  <a:cubicBezTo>
                    <a:pt x="13019" y="6597"/>
                    <a:pt x="12999" y="6489"/>
                    <a:pt x="12951" y="6380"/>
                  </a:cubicBezTo>
                  <a:cubicBezTo>
                    <a:pt x="12829" y="6068"/>
                    <a:pt x="12571" y="5329"/>
                    <a:pt x="12571" y="4651"/>
                  </a:cubicBezTo>
                  <a:cubicBezTo>
                    <a:pt x="12571" y="3844"/>
                    <a:pt x="13073" y="3607"/>
                    <a:pt x="13019" y="2542"/>
                  </a:cubicBezTo>
                  <a:cubicBezTo>
                    <a:pt x="12992" y="2095"/>
                    <a:pt x="12626" y="881"/>
                    <a:pt x="11588" y="542"/>
                  </a:cubicBezTo>
                  <a:cubicBezTo>
                    <a:pt x="11304" y="450"/>
                    <a:pt x="11006" y="416"/>
                    <a:pt x="10687" y="416"/>
                  </a:cubicBezTo>
                  <a:cubicBezTo>
                    <a:pt x="9700" y="416"/>
                    <a:pt x="8513" y="747"/>
                    <a:pt x="6933" y="747"/>
                  </a:cubicBezTo>
                  <a:cubicBezTo>
                    <a:pt x="6267" y="747"/>
                    <a:pt x="5532" y="689"/>
                    <a:pt x="4713" y="522"/>
                  </a:cubicBezTo>
                  <a:lnTo>
                    <a:pt x="3587" y="101"/>
                  </a:lnTo>
                  <a:cubicBezTo>
                    <a:pt x="3406" y="34"/>
                    <a:pt x="3218" y="1"/>
                    <a:pt x="3031" y="1"/>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3" name="Google Shape;14283;p66"/>
            <p:cNvSpPr/>
            <p:nvPr/>
          </p:nvSpPr>
          <p:spPr>
            <a:xfrm>
              <a:off x="4716494" y="2087493"/>
              <a:ext cx="48762" cy="52198"/>
            </a:xfrm>
            <a:custGeom>
              <a:avLst/>
              <a:gdLst/>
              <a:ahLst/>
              <a:cxnLst/>
              <a:rect l="l" t="t" r="r" b="b"/>
              <a:pathLst>
                <a:path w="1859" h="1990" extrusionOk="0">
                  <a:moveTo>
                    <a:pt x="162" y="1"/>
                  </a:moveTo>
                  <a:cubicBezTo>
                    <a:pt x="115" y="1"/>
                    <a:pt x="69" y="32"/>
                    <a:pt x="61" y="91"/>
                  </a:cubicBezTo>
                  <a:cubicBezTo>
                    <a:pt x="0" y="654"/>
                    <a:pt x="89" y="1597"/>
                    <a:pt x="1255" y="1976"/>
                  </a:cubicBezTo>
                  <a:cubicBezTo>
                    <a:pt x="1281" y="1985"/>
                    <a:pt x="1309" y="1990"/>
                    <a:pt x="1337" y="1990"/>
                  </a:cubicBezTo>
                  <a:cubicBezTo>
                    <a:pt x="1395" y="1990"/>
                    <a:pt x="1453" y="1970"/>
                    <a:pt x="1499" y="1929"/>
                  </a:cubicBezTo>
                  <a:cubicBezTo>
                    <a:pt x="1648" y="1814"/>
                    <a:pt x="1763" y="1651"/>
                    <a:pt x="1824" y="1475"/>
                  </a:cubicBezTo>
                  <a:cubicBezTo>
                    <a:pt x="1858" y="1325"/>
                    <a:pt x="1770" y="1176"/>
                    <a:pt x="1621" y="1142"/>
                  </a:cubicBezTo>
                  <a:cubicBezTo>
                    <a:pt x="1112" y="1020"/>
                    <a:pt x="529" y="702"/>
                    <a:pt x="258" y="64"/>
                  </a:cubicBezTo>
                  <a:cubicBezTo>
                    <a:pt x="240" y="21"/>
                    <a:pt x="201" y="1"/>
                    <a:pt x="162"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4" name="Google Shape;14284;p66"/>
            <p:cNvSpPr/>
            <p:nvPr/>
          </p:nvSpPr>
          <p:spPr>
            <a:xfrm>
              <a:off x="4759721" y="2118681"/>
              <a:ext cx="36827" cy="23948"/>
            </a:xfrm>
            <a:custGeom>
              <a:avLst/>
              <a:gdLst/>
              <a:ahLst/>
              <a:cxnLst/>
              <a:rect l="l" t="t" r="r" b="b"/>
              <a:pathLst>
                <a:path w="1404" h="913" extrusionOk="0">
                  <a:moveTo>
                    <a:pt x="193" y="0"/>
                  </a:moveTo>
                  <a:cubicBezTo>
                    <a:pt x="89" y="0"/>
                    <a:pt x="0" y="93"/>
                    <a:pt x="7" y="197"/>
                  </a:cubicBezTo>
                  <a:lnTo>
                    <a:pt x="27" y="530"/>
                  </a:lnTo>
                  <a:cubicBezTo>
                    <a:pt x="33" y="745"/>
                    <a:pt x="218" y="912"/>
                    <a:pt x="424" y="912"/>
                  </a:cubicBezTo>
                  <a:cubicBezTo>
                    <a:pt x="452" y="912"/>
                    <a:pt x="480" y="909"/>
                    <a:pt x="509" y="903"/>
                  </a:cubicBezTo>
                  <a:cubicBezTo>
                    <a:pt x="807" y="848"/>
                    <a:pt x="1173" y="713"/>
                    <a:pt x="1356" y="414"/>
                  </a:cubicBezTo>
                  <a:cubicBezTo>
                    <a:pt x="1404" y="340"/>
                    <a:pt x="1370" y="238"/>
                    <a:pt x="1288" y="204"/>
                  </a:cubicBezTo>
                  <a:cubicBezTo>
                    <a:pt x="936" y="75"/>
                    <a:pt x="570" y="8"/>
                    <a:pt x="203" y="1"/>
                  </a:cubicBezTo>
                  <a:cubicBezTo>
                    <a:pt x="200" y="1"/>
                    <a:pt x="196" y="0"/>
                    <a:pt x="193"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5" name="Google Shape;14285;p66"/>
            <p:cNvSpPr/>
            <p:nvPr/>
          </p:nvSpPr>
          <p:spPr>
            <a:xfrm>
              <a:off x="4778554" y="2342973"/>
              <a:ext cx="43620" cy="23502"/>
            </a:xfrm>
            <a:custGeom>
              <a:avLst/>
              <a:gdLst/>
              <a:ahLst/>
              <a:cxnLst/>
              <a:rect l="l" t="t" r="r" b="b"/>
              <a:pathLst>
                <a:path w="1663" h="896" extrusionOk="0">
                  <a:moveTo>
                    <a:pt x="1079" y="0"/>
                  </a:moveTo>
                  <a:lnTo>
                    <a:pt x="428" y="163"/>
                  </a:lnTo>
                  <a:cubicBezTo>
                    <a:pt x="279" y="203"/>
                    <a:pt x="157" y="312"/>
                    <a:pt x="109" y="461"/>
                  </a:cubicBezTo>
                  <a:lnTo>
                    <a:pt x="41" y="651"/>
                  </a:lnTo>
                  <a:cubicBezTo>
                    <a:pt x="1" y="773"/>
                    <a:pt x="96" y="895"/>
                    <a:pt x="225" y="895"/>
                  </a:cubicBezTo>
                  <a:lnTo>
                    <a:pt x="1072" y="895"/>
                  </a:lnTo>
                  <a:cubicBezTo>
                    <a:pt x="1221" y="895"/>
                    <a:pt x="1357" y="821"/>
                    <a:pt x="1445" y="698"/>
                  </a:cubicBezTo>
                  <a:lnTo>
                    <a:pt x="1662" y="366"/>
                  </a:lnTo>
                  <a:lnTo>
                    <a:pt x="1079"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6" name="Google Shape;14286;p66"/>
            <p:cNvSpPr/>
            <p:nvPr/>
          </p:nvSpPr>
          <p:spPr>
            <a:xfrm>
              <a:off x="4979895" y="2341714"/>
              <a:ext cx="40211" cy="24761"/>
            </a:xfrm>
            <a:custGeom>
              <a:avLst/>
              <a:gdLst/>
              <a:ahLst/>
              <a:cxnLst/>
              <a:rect l="l" t="t" r="r" b="b"/>
              <a:pathLst>
                <a:path w="1533" h="944" extrusionOk="0">
                  <a:moveTo>
                    <a:pt x="943" y="1"/>
                  </a:moveTo>
                  <a:lnTo>
                    <a:pt x="394" y="204"/>
                  </a:lnTo>
                  <a:cubicBezTo>
                    <a:pt x="265" y="245"/>
                    <a:pt x="156" y="353"/>
                    <a:pt x="116" y="482"/>
                  </a:cubicBezTo>
                  <a:lnTo>
                    <a:pt x="41" y="699"/>
                  </a:lnTo>
                  <a:cubicBezTo>
                    <a:pt x="0" y="814"/>
                    <a:pt x="89" y="943"/>
                    <a:pt x="217" y="943"/>
                  </a:cubicBezTo>
                  <a:lnTo>
                    <a:pt x="1004" y="943"/>
                  </a:lnTo>
                  <a:cubicBezTo>
                    <a:pt x="1180" y="943"/>
                    <a:pt x="1343" y="835"/>
                    <a:pt x="1418" y="672"/>
                  </a:cubicBezTo>
                  <a:lnTo>
                    <a:pt x="1533" y="401"/>
                  </a:lnTo>
                  <a:lnTo>
                    <a:pt x="943"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7" name="Google Shape;14287;p66"/>
            <p:cNvSpPr/>
            <p:nvPr/>
          </p:nvSpPr>
          <p:spPr>
            <a:xfrm>
              <a:off x="4731969" y="2155140"/>
              <a:ext cx="11751" cy="11777"/>
            </a:xfrm>
            <a:custGeom>
              <a:avLst/>
              <a:gdLst/>
              <a:ahLst/>
              <a:cxnLst/>
              <a:rect l="l" t="t" r="r" b="b"/>
              <a:pathLst>
                <a:path w="448" h="449" extrusionOk="0">
                  <a:moveTo>
                    <a:pt x="224" y="1"/>
                  </a:moveTo>
                  <a:cubicBezTo>
                    <a:pt x="102" y="1"/>
                    <a:pt x="0" y="102"/>
                    <a:pt x="0" y="225"/>
                  </a:cubicBezTo>
                  <a:cubicBezTo>
                    <a:pt x="0" y="347"/>
                    <a:pt x="102" y="448"/>
                    <a:pt x="224" y="448"/>
                  </a:cubicBezTo>
                  <a:cubicBezTo>
                    <a:pt x="346" y="448"/>
                    <a:pt x="448" y="347"/>
                    <a:pt x="448" y="225"/>
                  </a:cubicBezTo>
                  <a:cubicBezTo>
                    <a:pt x="448" y="102"/>
                    <a:pt x="346" y="1"/>
                    <a:pt x="22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8" name="Google Shape;14288;p66"/>
            <p:cNvSpPr/>
            <p:nvPr/>
          </p:nvSpPr>
          <p:spPr>
            <a:xfrm>
              <a:off x="4741569" y="2191311"/>
              <a:ext cx="64578" cy="74493"/>
            </a:xfrm>
            <a:custGeom>
              <a:avLst/>
              <a:gdLst/>
              <a:ahLst/>
              <a:cxnLst/>
              <a:rect l="l" t="t" r="r" b="b"/>
              <a:pathLst>
                <a:path w="2462" h="2840" extrusionOk="0">
                  <a:moveTo>
                    <a:pt x="894" y="0"/>
                  </a:moveTo>
                  <a:cubicBezTo>
                    <a:pt x="834" y="0"/>
                    <a:pt x="773" y="22"/>
                    <a:pt x="726" y="66"/>
                  </a:cubicBezTo>
                  <a:cubicBezTo>
                    <a:pt x="523" y="269"/>
                    <a:pt x="272" y="419"/>
                    <a:pt x="0" y="514"/>
                  </a:cubicBezTo>
                  <a:cubicBezTo>
                    <a:pt x="984" y="1971"/>
                    <a:pt x="2462" y="2839"/>
                    <a:pt x="2462" y="2839"/>
                  </a:cubicBezTo>
                  <a:cubicBezTo>
                    <a:pt x="2462" y="2032"/>
                    <a:pt x="2340" y="1768"/>
                    <a:pt x="2184" y="1612"/>
                  </a:cubicBezTo>
                  <a:cubicBezTo>
                    <a:pt x="1763" y="1164"/>
                    <a:pt x="1404" y="670"/>
                    <a:pt x="1112" y="134"/>
                  </a:cubicBezTo>
                  <a:cubicBezTo>
                    <a:pt x="1068" y="46"/>
                    <a:pt x="981" y="0"/>
                    <a:pt x="894"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89" name="Google Shape;14289;p66"/>
            <p:cNvSpPr/>
            <p:nvPr/>
          </p:nvSpPr>
          <p:spPr>
            <a:xfrm>
              <a:off x="4837073" y="2244716"/>
              <a:ext cx="143924" cy="39581"/>
            </a:xfrm>
            <a:custGeom>
              <a:avLst/>
              <a:gdLst/>
              <a:ahLst/>
              <a:cxnLst/>
              <a:rect l="l" t="t" r="r" b="b"/>
              <a:pathLst>
                <a:path w="5487" h="1509" extrusionOk="0">
                  <a:moveTo>
                    <a:pt x="4893" y="1"/>
                  </a:moveTo>
                  <a:cubicBezTo>
                    <a:pt x="4847" y="1"/>
                    <a:pt x="4800" y="8"/>
                    <a:pt x="4754" y="24"/>
                  </a:cubicBezTo>
                  <a:cubicBezTo>
                    <a:pt x="3840" y="314"/>
                    <a:pt x="2850" y="395"/>
                    <a:pt x="2026" y="395"/>
                  </a:cubicBezTo>
                  <a:cubicBezTo>
                    <a:pt x="1427" y="395"/>
                    <a:pt x="915" y="352"/>
                    <a:pt x="584" y="315"/>
                  </a:cubicBezTo>
                  <a:cubicBezTo>
                    <a:pt x="566" y="313"/>
                    <a:pt x="549" y="312"/>
                    <a:pt x="532" y="312"/>
                  </a:cubicBezTo>
                  <a:cubicBezTo>
                    <a:pt x="321" y="312"/>
                    <a:pt x="133" y="461"/>
                    <a:pt x="96" y="674"/>
                  </a:cubicBezTo>
                  <a:lnTo>
                    <a:pt x="1" y="1156"/>
                  </a:lnTo>
                  <a:cubicBezTo>
                    <a:pt x="601" y="1403"/>
                    <a:pt x="1269" y="1508"/>
                    <a:pt x="1952" y="1508"/>
                  </a:cubicBezTo>
                  <a:cubicBezTo>
                    <a:pt x="3180" y="1508"/>
                    <a:pt x="4458" y="1168"/>
                    <a:pt x="5486" y="702"/>
                  </a:cubicBezTo>
                  <a:lnTo>
                    <a:pt x="5303" y="274"/>
                  </a:lnTo>
                  <a:cubicBezTo>
                    <a:pt x="5233" y="108"/>
                    <a:pt x="5070" y="1"/>
                    <a:pt x="4893"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0" name="Google Shape;14290;p66"/>
            <p:cNvSpPr/>
            <p:nvPr/>
          </p:nvSpPr>
          <p:spPr>
            <a:xfrm>
              <a:off x="4684309" y="2161199"/>
              <a:ext cx="47503" cy="48237"/>
            </a:xfrm>
            <a:custGeom>
              <a:avLst/>
              <a:gdLst/>
              <a:ahLst/>
              <a:cxnLst/>
              <a:rect l="l" t="t" r="r" b="b"/>
              <a:pathLst>
                <a:path w="1811" h="1839" extrusionOk="0">
                  <a:moveTo>
                    <a:pt x="800" y="0"/>
                  </a:moveTo>
                  <a:lnTo>
                    <a:pt x="149" y="685"/>
                  </a:lnTo>
                  <a:cubicBezTo>
                    <a:pt x="41" y="800"/>
                    <a:pt x="0" y="963"/>
                    <a:pt x="41" y="1112"/>
                  </a:cubicBezTo>
                  <a:lnTo>
                    <a:pt x="142" y="1499"/>
                  </a:lnTo>
                  <a:cubicBezTo>
                    <a:pt x="195" y="1698"/>
                    <a:pt x="371" y="1838"/>
                    <a:pt x="576" y="1838"/>
                  </a:cubicBezTo>
                  <a:cubicBezTo>
                    <a:pt x="580" y="1838"/>
                    <a:pt x="585" y="1838"/>
                    <a:pt x="590" y="1838"/>
                  </a:cubicBezTo>
                  <a:cubicBezTo>
                    <a:pt x="963" y="1831"/>
                    <a:pt x="1336" y="1804"/>
                    <a:pt x="1709" y="1756"/>
                  </a:cubicBezTo>
                  <a:cubicBezTo>
                    <a:pt x="1810" y="1417"/>
                    <a:pt x="1634" y="1058"/>
                    <a:pt x="1390" y="828"/>
                  </a:cubicBezTo>
                  <a:cubicBezTo>
                    <a:pt x="1146" y="590"/>
                    <a:pt x="949" y="312"/>
                    <a:pt x="800"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1" name="Google Shape;14291;p66"/>
            <p:cNvSpPr/>
            <p:nvPr/>
          </p:nvSpPr>
          <p:spPr>
            <a:xfrm>
              <a:off x="4716494" y="2087913"/>
              <a:ext cx="44670" cy="51935"/>
            </a:xfrm>
            <a:custGeom>
              <a:avLst/>
              <a:gdLst/>
              <a:ahLst/>
              <a:cxnLst/>
              <a:rect l="l" t="t" r="r" b="b"/>
              <a:pathLst>
                <a:path w="1703" h="1980" extrusionOk="0">
                  <a:moveTo>
                    <a:pt x="116" y="1"/>
                  </a:moveTo>
                  <a:cubicBezTo>
                    <a:pt x="82" y="14"/>
                    <a:pt x="61" y="48"/>
                    <a:pt x="61" y="82"/>
                  </a:cubicBezTo>
                  <a:cubicBezTo>
                    <a:pt x="0" y="638"/>
                    <a:pt x="89" y="1587"/>
                    <a:pt x="1255" y="1967"/>
                  </a:cubicBezTo>
                  <a:cubicBezTo>
                    <a:pt x="1279" y="1975"/>
                    <a:pt x="1305" y="1979"/>
                    <a:pt x="1330" y="1979"/>
                  </a:cubicBezTo>
                  <a:cubicBezTo>
                    <a:pt x="1390" y="1979"/>
                    <a:pt x="1451" y="1958"/>
                    <a:pt x="1499" y="1920"/>
                  </a:cubicBezTo>
                  <a:cubicBezTo>
                    <a:pt x="1573" y="1852"/>
                    <a:pt x="1641" y="1784"/>
                    <a:pt x="1702" y="1696"/>
                  </a:cubicBezTo>
                  <a:lnTo>
                    <a:pt x="1689" y="1696"/>
                  </a:lnTo>
                  <a:cubicBezTo>
                    <a:pt x="461" y="1411"/>
                    <a:pt x="156" y="611"/>
                    <a:pt x="116"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2" name="Google Shape;14292;p66"/>
            <p:cNvSpPr/>
            <p:nvPr/>
          </p:nvSpPr>
          <p:spPr>
            <a:xfrm>
              <a:off x="4684309" y="2177200"/>
              <a:ext cx="10518" cy="17102"/>
            </a:xfrm>
            <a:custGeom>
              <a:avLst/>
              <a:gdLst/>
              <a:ahLst/>
              <a:cxnLst/>
              <a:rect l="l" t="t" r="r" b="b"/>
              <a:pathLst>
                <a:path w="401" h="652" extrusionOk="0">
                  <a:moveTo>
                    <a:pt x="224" y="1"/>
                  </a:moveTo>
                  <a:lnTo>
                    <a:pt x="149" y="75"/>
                  </a:lnTo>
                  <a:cubicBezTo>
                    <a:pt x="41" y="190"/>
                    <a:pt x="0" y="353"/>
                    <a:pt x="41" y="502"/>
                  </a:cubicBezTo>
                  <a:lnTo>
                    <a:pt x="81" y="652"/>
                  </a:lnTo>
                  <a:cubicBezTo>
                    <a:pt x="265" y="597"/>
                    <a:pt x="400" y="455"/>
                    <a:pt x="400" y="292"/>
                  </a:cubicBezTo>
                  <a:cubicBezTo>
                    <a:pt x="393" y="170"/>
                    <a:pt x="326" y="62"/>
                    <a:pt x="224"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93" name="Google Shape;14293;p66"/>
          <p:cNvGrpSpPr/>
          <p:nvPr/>
        </p:nvGrpSpPr>
        <p:grpSpPr>
          <a:xfrm>
            <a:off x="7494022" y="2982331"/>
            <a:ext cx="175400" cy="370053"/>
            <a:chOff x="7521110" y="2906131"/>
            <a:chExt cx="175400" cy="370053"/>
          </a:xfrm>
        </p:grpSpPr>
        <p:sp>
          <p:nvSpPr>
            <p:cNvPr id="14294" name="Google Shape;14294;p66"/>
            <p:cNvSpPr/>
            <p:nvPr/>
          </p:nvSpPr>
          <p:spPr>
            <a:xfrm>
              <a:off x="7590646" y="3215698"/>
              <a:ext cx="36302" cy="54453"/>
            </a:xfrm>
            <a:custGeom>
              <a:avLst/>
              <a:gdLst/>
              <a:ahLst/>
              <a:cxnLst/>
              <a:rect l="l" t="t" r="r" b="b"/>
              <a:pathLst>
                <a:path w="1384" h="2076" extrusionOk="0">
                  <a:moveTo>
                    <a:pt x="1" y="0"/>
                  </a:moveTo>
                  <a:lnTo>
                    <a:pt x="1" y="2075"/>
                  </a:lnTo>
                  <a:lnTo>
                    <a:pt x="1384" y="2075"/>
                  </a:lnTo>
                  <a:lnTo>
                    <a:pt x="1384" y="0"/>
                  </a:ln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5" name="Google Shape;14295;p66"/>
            <p:cNvSpPr/>
            <p:nvPr/>
          </p:nvSpPr>
          <p:spPr>
            <a:xfrm>
              <a:off x="7608797" y="3233823"/>
              <a:ext cx="18151" cy="36329"/>
            </a:xfrm>
            <a:custGeom>
              <a:avLst/>
              <a:gdLst/>
              <a:ahLst/>
              <a:cxnLst/>
              <a:rect l="l" t="t" r="r" b="b"/>
              <a:pathLst>
                <a:path w="692" h="1385" extrusionOk="0">
                  <a:moveTo>
                    <a:pt x="231" y="1"/>
                  </a:moveTo>
                  <a:cubicBezTo>
                    <a:pt x="102" y="1"/>
                    <a:pt x="0" y="103"/>
                    <a:pt x="0" y="231"/>
                  </a:cubicBezTo>
                  <a:lnTo>
                    <a:pt x="0" y="1384"/>
                  </a:lnTo>
                  <a:lnTo>
                    <a:pt x="692" y="1384"/>
                  </a:lnTo>
                  <a:lnTo>
                    <a:pt x="692" y="1"/>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6" name="Google Shape;14296;p66"/>
            <p:cNvSpPr/>
            <p:nvPr/>
          </p:nvSpPr>
          <p:spPr>
            <a:xfrm>
              <a:off x="7570554" y="3264066"/>
              <a:ext cx="76513" cy="12118"/>
            </a:xfrm>
            <a:custGeom>
              <a:avLst/>
              <a:gdLst/>
              <a:ahLst/>
              <a:cxnLst/>
              <a:rect l="l" t="t" r="r" b="b"/>
              <a:pathLst>
                <a:path w="2917" h="462" extrusionOk="0">
                  <a:moveTo>
                    <a:pt x="306" y="1"/>
                  </a:moveTo>
                  <a:cubicBezTo>
                    <a:pt x="0" y="1"/>
                    <a:pt x="0" y="462"/>
                    <a:pt x="306" y="462"/>
                  </a:cubicBezTo>
                  <a:lnTo>
                    <a:pt x="2611" y="462"/>
                  </a:lnTo>
                  <a:cubicBezTo>
                    <a:pt x="2916" y="462"/>
                    <a:pt x="2916" y="1"/>
                    <a:pt x="261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7" name="Google Shape;14297;p66"/>
            <p:cNvSpPr/>
            <p:nvPr/>
          </p:nvSpPr>
          <p:spPr>
            <a:xfrm>
              <a:off x="7526094" y="3064351"/>
              <a:ext cx="165433" cy="109038"/>
            </a:xfrm>
            <a:custGeom>
              <a:avLst/>
              <a:gdLst/>
              <a:ahLst/>
              <a:cxnLst/>
              <a:rect l="l" t="t" r="r" b="b"/>
              <a:pathLst>
                <a:path w="6307" h="4157" extrusionOk="0">
                  <a:moveTo>
                    <a:pt x="1770" y="0"/>
                  </a:moveTo>
                  <a:lnTo>
                    <a:pt x="68" y="3831"/>
                  </a:lnTo>
                  <a:cubicBezTo>
                    <a:pt x="0" y="3987"/>
                    <a:pt x="109" y="4157"/>
                    <a:pt x="278" y="4157"/>
                  </a:cubicBezTo>
                  <a:lnTo>
                    <a:pt x="6028" y="4157"/>
                  </a:lnTo>
                  <a:cubicBezTo>
                    <a:pt x="6198" y="4157"/>
                    <a:pt x="6306" y="3987"/>
                    <a:pt x="6238" y="3831"/>
                  </a:cubicBezTo>
                  <a:lnTo>
                    <a:pt x="4536" y="0"/>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8" name="Google Shape;14298;p66"/>
            <p:cNvSpPr/>
            <p:nvPr/>
          </p:nvSpPr>
          <p:spPr>
            <a:xfrm>
              <a:off x="7521110" y="3173363"/>
              <a:ext cx="175400" cy="48394"/>
            </a:xfrm>
            <a:custGeom>
              <a:avLst/>
              <a:gdLst/>
              <a:ahLst/>
              <a:cxnLst/>
              <a:rect l="l" t="t" r="r" b="b"/>
              <a:pathLst>
                <a:path w="6687" h="1845" extrusionOk="0">
                  <a:moveTo>
                    <a:pt x="1004" y="1"/>
                  </a:moveTo>
                  <a:lnTo>
                    <a:pt x="95" y="1492"/>
                  </a:lnTo>
                  <a:cubicBezTo>
                    <a:pt x="0" y="1648"/>
                    <a:pt x="109" y="1845"/>
                    <a:pt x="292" y="1845"/>
                  </a:cubicBezTo>
                  <a:lnTo>
                    <a:pt x="6395" y="1845"/>
                  </a:lnTo>
                  <a:cubicBezTo>
                    <a:pt x="6578" y="1845"/>
                    <a:pt x="6686" y="1648"/>
                    <a:pt x="6591" y="1492"/>
                  </a:cubicBezTo>
                  <a:lnTo>
                    <a:pt x="5683" y="1"/>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99" name="Google Shape;14299;p66"/>
            <p:cNvSpPr/>
            <p:nvPr/>
          </p:nvSpPr>
          <p:spPr>
            <a:xfrm>
              <a:off x="7521110" y="3173363"/>
              <a:ext cx="156541" cy="48421"/>
            </a:xfrm>
            <a:custGeom>
              <a:avLst/>
              <a:gdLst/>
              <a:ahLst/>
              <a:cxnLst/>
              <a:rect l="l" t="t" r="r" b="b"/>
              <a:pathLst>
                <a:path w="5968" h="1846" extrusionOk="0">
                  <a:moveTo>
                    <a:pt x="1004" y="1"/>
                  </a:moveTo>
                  <a:lnTo>
                    <a:pt x="95" y="1499"/>
                  </a:lnTo>
                  <a:cubicBezTo>
                    <a:pt x="0" y="1648"/>
                    <a:pt x="116" y="1845"/>
                    <a:pt x="292" y="1845"/>
                  </a:cubicBezTo>
                  <a:lnTo>
                    <a:pt x="2484" y="1845"/>
                  </a:lnTo>
                  <a:cubicBezTo>
                    <a:pt x="2432" y="1838"/>
                    <a:pt x="2402" y="1643"/>
                    <a:pt x="2435" y="1492"/>
                  </a:cubicBezTo>
                  <a:lnTo>
                    <a:pt x="2577" y="651"/>
                  </a:lnTo>
                  <a:cubicBezTo>
                    <a:pt x="2591" y="543"/>
                    <a:pt x="2692" y="462"/>
                    <a:pt x="2801" y="462"/>
                  </a:cubicBezTo>
                  <a:lnTo>
                    <a:pt x="5967" y="462"/>
                  </a:lnTo>
                  <a:lnTo>
                    <a:pt x="5683" y="1"/>
                  </a:lnTo>
                  <a:close/>
                  <a:moveTo>
                    <a:pt x="2484" y="1845"/>
                  </a:moveTo>
                  <a:cubicBezTo>
                    <a:pt x="2484" y="1845"/>
                    <a:pt x="2485" y="1845"/>
                    <a:pt x="2486" y="1845"/>
                  </a:cubicBezTo>
                  <a:cubicBezTo>
                    <a:pt x="2487" y="1845"/>
                    <a:pt x="2488" y="1845"/>
                    <a:pt x="2489" y="1845"/>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0" name="Google Shape;14300;p66"/>
            <p:cNvSpPr/>
            <p:nvPr/>
          </p:nvSpPr>
          <p:spPr>
            <a:xfrm>
              <a:off x="7526094" y="3064351"/>
              <a:ext cx="135189" cy="109038"/>
            </a:xfrm>
            <a:custGeom>
              <a:avLst/>
              <a:gdLst/>
              <a:ahLst/>
              <a:cxnLst/>
              <a:rect l="l" t="t" r="r" b="b"/>
              <a:pathLst>
                <a:path w="5154" h="4157" extrusionOk="0">
                  <a:moveTo>
                    <a:pt x="1770" y="0"/>
                  </a:moveTo>
                  <a:lnTo>
                    <a:pt x="68" y="3831"/>
                  </a:lnTo>
                  <a:cubicBezTo>
                    <a:pt x="0" y="3987"/>
                    <a:pt x="109" y="4157"/>
                    <a:pt x="278" y="4157"/>
                  </a:cubicBezTo>
                  <a:lnTo>
                    <a:pt x="2346" y="4157"/>
                  </a:lnTo>
                  <a:cubicBezTo>
                    <a:pt x="2299" y="4157"/>
                    <a:pt x="2265" y="3980"/>
                    <a:pt x="2285" y="3831"/>
                  </a:cubicBezTo>
                  <a:lnTo>
                    <a:pt x="2563" y="1587"/>
                  </a:lnTo>
                  <a:cubicBezTo>
                    <a:pt x="2583" y="1476"/>
                    <a:pt x="2672" y="1390"/>
                    <a:pt x="2781" y="1390"/>
                  </a:cubicBezTo>
                  <a:cubicBezTo>
                    <a:pt x="2786" y="1390"/>
                    <a:pt x="2790" y="1390"/>
                    <a:pt x="2794" y="1390"/>
                  </a:cubicBezTo>
                  <a:lnTo>
                    <a:pt x="5154" y="1390"/>
                  </a:lnTo>
                  <a:lnTo>
                    <a:pt x="4536" y="0"/>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1" name="Google Shape;14301;p66"/>
            <p:cNvSpPr/>
            <p:nvPr/>
          </p:nvSpPr>
          <p:spPr>
            <a:xfrm>
              <a:off x="7537635" y="2906131"/>
              <a:ext cx="142140" cy="182587"/>
            </a:xfrm>
            <a:custGeom>
              <a:avLst/>
              <a:gdLst/>
              <a:ahLst/>
              <a:cxnLst/>
              <a:rect l="l" t="t" r="r" b="b"/>
              <a:pathLst>
                <a:path w="5419" h="6961" extrusionOk="0">
                  <a:moveTo>
                    <a:pt x="2713" y="1"/>
                  </a:moveTo>
                  <a:cubicBezTo>
                    <a:pt x="2623" y="1"/>
                    <a:pt x="2534" y="52"/>
                    <a:pt x="2496" y="153"/>
                  </a:cubicBezTo>
                  <a:lnTo>
                    <a:pt x="62" y="6649"/>
                  </a:lnTo>
                  <a:cubicBezTo>
                    <a:pt x="1" y="6798"/>
                    <a:pt x="116" y="6961"/>
                    <a:pt x="279" y="6961"/>
                  </a:cubicBezTo>
                  <a:lnTo>
                    <a:pt x="5147" y="6961"/>
                  </a:lnTo>
                  <a:cubicBezTo>
                    <a:pt x="5310" y="6961"/>
                    <a:pt x="5419" y="6798"/>
                    <a:pt x="5364" y="6649"/>
                  </a:cubicBezTo>
                  <a:lnTo>
                    <a:pt x="2930" y="153"/>
                  </a:lnTo>
                  <a:cubicBezTo>
                    <a:pt x="2893" y="52"/>
                    <a:pt x="2803" y="1"/>
                    <a:pt x="2713"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2" name="Google Shape;14302;p66"/>
            <p:cNvSpPr/>
            <p:nvPr/>
          </p:nvSpPr>
          <p:spPr>
            <a:xfrm>
              <a:off x="7537635" y="2906210"/>
              <a:ext cx="71188" cy="182508"/>
            </a:xfrm>
            <a:custGeom>
              <a:avLst/>
              <a:gdLst/>
              <a:ahLst/>
              <a:cxnLst/>
              <a:rect l="l" t="t" r="r" b="b"/>
              <a:pathLst>
                <a:path w="2714" h="6958" extrusionOk="0">
                  <a:moveTo>
                    <a:pt x="2699" y="1"/>
                  </a:moveTo>
                  <a:cubicBezTo>
                    <a:pt x="2610" y="1"/>
                    <a:pt x="2528" y="60"/>
                    <a:pt x="2496" y="150"/>
                  </a:cubicBezTo>
                  <a:lnTo>
                    <a:pt x="62" y="6646"/>
                  </a:lnTo>
                  <a:cubicBezTo>
                    <a:pt x="1" y="6795"/>
                    <a:pt x="116" y="6958"/>
                    <a:pt x="279" y="6958"/>
                  </a:cubicBezTo>
                  <a:lnTo>
                    <a:pt x="2028" y="6958"/>
                  </a:lnTo>
                  <a:cubicBezTo>
                    <a:pt x="1981" y="6958"/>
                    <a:pt x="1954" y="6795"/>
                    <a:pt x="1967" y="6646"/>
                  </a:cubicBezTo>
                  <a:lnTo>
                    <a:pt x="2652" y="150"/>
                  </a:lnTo>
                  <a:cubicBezTo>
                    <a:pt x="2666" y="49"/>
                    <a:pt x="2686" y="1"/>
                    <a:pt x="2713" y="1"/>
                  </a:cubicBezTo>
                  <a:cubicBezTo>
                    <a:pt x="2708" y="1"/>
                    <a:pt x="2704" y="1"/>
                    <a:pt x="2699"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03" name="Google Shape;14303;p66"/>
          <p:cNvGrpSpPr/>
          <p:nvPr/>
        </p:nvGrpSpPr>
        <p:grpSpPr>
          <a:xfrm>
            <a:off x="3559837" y="1599486"/>
            <a:ext cx="371023" cy="347915"/>
            <a:chOff x="3586925" y="1523286"/>
            <a:chExt cx="371023" cy="347915"/>
          </a:xfrm>
        </p:grpSpPr>
        <p:sp>
          <p:nvSpPr>
            <p:cNvPr id="14304" name="Google Shape;14304;p66"/>
            <p:cNvSpPr/>
            <p:nvPr/>
          </p:nvSpPr>
          <p:spPr>
            <a:xfrm>
              <a:off x="3732580" y="1530158"/>
              <a:ext cx="225211" cy="212935"/>
            </a:xfrm>
            <a:custGeom>
              <a:avLst/>
              <a:gdLst/>
              <a:ahLst/>
              <a:cxnLst/>
              <a:rect l="l" t="t" r="r" b="b"/>
              <a:pathLst>
                <a:path w="8586" h="8118" extrusionOk="0">
                  <a:moveTo>
                    <a:pt x="2543" y="0"/>
                  </a:moveTo>
                  <a:cubicBezTo>
                    <a:pt x="1781" y="0"/>
                    <a:pt x="990" y="157"/>
                    <a:pt x="177" y="503"/>
                  </a:cubicBezTo>
                  <a:cubicBezTo>
                    <a:pt x="48" y="557"/>
                    <a:pt x="1" y="713"/>
                    <a:pt x="75" y="828"/>
                  </a:cubicBezTo>
                  <a:lnTo>
                    <a:pt x="1079" y="2428"/>
                  </a:lnTo>
                  <a:lnTo>
                    <a:pt x="8585" y="8117"/>
                  </a:lnTo>
                  <a:lnTo>
                    <a:pt x="8585" y="3805"/>
                  </a:lnTo>
                  <a:cubicBezTo>
                    <a:pt x="8585" y="3649"/>
                    <a:pt x="8531" y="3500"/>
                    <a:pt x="8436" y="3378"/>
                  </a:cubicBezTo>
                  <a:cubicBezTo>
                    <a:pt x="6841" y="1402"/>
                    <a:pt x="4820" y="0"/>
                    <a:pt x="2543"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5" name="Google Shape;14305;p66"/>
            <p:cNvSpPr/>
            <p:nvPr/>
          </p:nvSpPr>
          <p:spPr>
            <a:xfrm>
              <a:off x="3732580" y="1530263"/>
              <a:ext cx="138573" cy="126560"/>
            </a:xfrm>
            <a:custGeom>
              <a:avLst/>
              <a:gdLst/>
              <a:ahLst/>
              <a:cxnLst/>
              <a:rect l="l" t="t" r="r" b="b"/>
              <a:pathLst>
                <a:path w="5283" h="4825" extrusionOk="0">
                  <a:moveTo>
                    <a:pt x="2537" y="0"/>
                  </a:moveTo>
                  <a:cubicBezTo>
                    <a:pt x="1777" y="0"/>
                    <a:pt x="988" y="156"/>
                    <a:pt x="177" y="499"/>
                  </a:cubicBezTo>
                  <a:cubicBezTo>
                    <a:pt x="55" y="553"/>
                    <a:pt x="1" y="709"/>
                    <a:pt x="75" y="824"/>
                  </a:cubicBezTo>
                  <a:lnTo>
                    <a:pt x="1079" y="2424"/>
                  </a:lnTo>
                  <a:lnTo>
                    <a:pt x="4239" y="4825"/>
                  </a:lnTo>
                  <a:cubicBezTo>
                    <a:pt x="4876" y="4696"/>
                    <a:pt x="5283" y="4364"/>
                    <a:pt x="5229" y="3713"/>
                  </a:cubicBezTo>
                  <a:cubicBezTo>
                    <a:pt x="5080" y="1970"/>
                    <a:pt x="4456" y="804"/>
                    <a:pt x="4049" y="207"/>
                  </a:cubicBezTo>
                  <a:cubicBezTo>
                    <a:pt x="3560" y="72"/>
                    <a:pt x="3055" y="0"/>
                    <a:pt x="2537"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6" name="Google Shape;14306;p66"/>
            <p:cNvSpPr/>
            <p:nvPr/>
          </p:nvSpPr>
          <p:spPr>
            <a:xfrm>
              <a:off x="3881094" y="1554185"/>
              <a:ext cx="38453" cy="145498"/>
            </a:xfrm>
            <a:custGeom>
              <a:avLst/>
              <a:gdLst/>
              <a:ahLst/>
              <a:cxnLst/>
              <a:rect l="l" t="t" r="r" b="b"/>
              <a:pathLst>
                <a:path w="1466" h="5547" extrusionOk="0">
                  <a:moveTo>
                    <a:pt x="28" y="0"/>
                  </a:moveTo>
                  <a:lnTo>
                    <a:pt x="28" y="0"/>
                  </a:lnTo>
                  <a:cubicBezTo>
                    <a:pt x="563" y="2211"/>
                    <a:pt x="421" y="3818"/>
                    <a:pt x="1" y="4984"/>
                  </a:cubicBezTo>
                  <a:lnTo>
                    <a:pt x="740" y="5547"/>
                  </a:lnTo>
                  <a:cubicBezTo>
                    <a:pt x="1228" y="4387"/>
                    <a:pt x="1465" y="2834"/>
                    <a:pt x="1113" y="766"/>
                  </a:cubicBezTo>
                  <a:cubicBezTo>
                    <a:pt x="767" y="482"/>
                    <a:pt x="407" y="231"/>
                    <a:pt x="2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7" name="Google Shape;14307;p66"/>
            <p:cNvSpPr/>
            <p:nvPr/>
          </p:nvSpPr>
          <p:spPr>
            <a:xfrm>
              <a:off x="3910262" y="1590828"/>
              <a:ext cx="43070" cy="130730"/>
            </a:xfrm>
            <a:custGeom>
              <a:avLst/>
              <a:gdLst/>
              <a:ahLst/>
              <a:cxnLst/>
              <a:rect l="l" t="t" r="r" b="b"/>
              <a:pathLst>
                <a:path w="1642" h="4984" extrusionOk="0">
                  <a:moveTo>
                    <a:pt x="699" y="0"/>
                  </a:moveTo>
                  <a:cubicBezTo>
                    <a:pt x="855" y="1885"/>
                    <a:pt x="530" y="3329"/>
                    <a:pt x="1" y="4435"/>
                  </a:cubicBezTo>
                  <a:lnTo>
                    <a:pt x="733" y="4984"/>
                  </a:lnTo>
                  <a:cubicBezTo>
                    <a:pt x="1248" y="3980"/>
                    <a:pt x="1628" y="2685"/>
                    <a:pt x="1642" y="1044"/>
                  </a:cubicBezTo>
                  <a:cubicBezTo>
                    <a:pt x="1350" y="678"/>
                    <a:pt x="1031" y="332"/>
                    <a:pt x="69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8" name="Google Shape;14308;p66"/>
            <p:cNvSpPr/>
            <p:nvPr/>
          </p:nvSpPr>
          <p:spPr>
            <a:xfrm>
              <a:off x="3586925" y="1573569"/>
              <a:ext cx="370866" cy="297527"/>
            </a:xfrm>
            <a:custGeom>
              <a:avLst/>
              <a:gdLst/>
              <a:ahLst/>
              <a:cxnLst/>
              <a:rect l="l" t="t" r="r" b="b"/>
              <a:pathLst>
                <a:path w="14139" h="11343" extrusionOk="0">
                  <a:moveTo>
                    <a:pt x="8358" y="0"/>
                  </a:moveTo>
                  <a:cubicBezTo>
                    <a:pt x="7796" y="0"/>
                    <a:pt x="6845" y="161"/>
                    <a:pt x="5717" y="1004"/>
                  </a:cubicBezTo>
                  <a:cubicBezTo>
                    <a:pt x="4699" y="1763"/>
                    <a:pt x="1072" y="4984"/>
                    <a:pt x="184" y="5777"/>
                  </a:cubicBezTo>
                  <a:cubicBezTo>
                    <a:pt x="55" y="5893"/>
                    <a:pt x="0" y="6069"/>
                    <a:pt x="48" y="6232"/>
                  </a:cubicBezTo>
                  <a:cubicBezTo>
                    <a:pt x="184" y="6767"/>
                    <a:pt x="631" y="7927"/>
                    <a:pt x="1472" y="8015"/>
                  </a:cubicBezTo>
                  <a:cubicBezTo>
                    <a:pt x="1607" y="8008"/>
                    <a:pt x="1730" y="7967"/>
                    <a:pt x="1845" y="7900"/>
                  </a:cubicBezTo>
                  <a:lnTo>
                    <a:pt x="2631" y="8429"/>
                  </a:lnTo>
                  <a:cubicBezTo>
                    <a:pt x="2706" y="8486"/>
                    <a:pt x="2798" y="8514"/>
                    <a:pt x="2891" y="8514"/>
                  </a:cubicBezTo>
                  <a:cubicBezTo>
                    <a:pt x="2941" y="8514"/>
                    <a:pt x="2991" y="8506"/>
                    <a:pt x="3038" y="8490"/>
                  </a:cubicBezTo>
                  <a:cubicBezTo>
                    <a:pt x="4008" y="8151"/>
                    <a:pt x="6625" y="7100"/>
                    <a:pt x="8395" y="6428"/>
                  </a:cubicBezTo>
                  <a:cubicBezTo>
                    <a:pt x="8890" y="7520"/>
                    <a:pt x="9724" y="9419"/>
                    <a:pt x="10341" y="11046"/>
                  </a:cubicBezTo>
                  <a:cubicBezTo>
                    <a:pt x="10409" y="11228"/>
                    <a:pt x="10581" y="11343"/>
                    <a:pt x="10764" y="11343"/>
                  </a:cubicBezTo>
                  <a:cubicBezTo>
                    <a:pt x="10820" y="11343"/>
                    <a:pt x="10876" y="11332"/>
                    <a:pt x="10931" y="11310"/>
                  </a:cubicBezTo>
                  <a:cubicBezTo>
                    <a:pt x="11595" y="11059"/>
                    <a:pt x="12897" y="10463"/>
                    <a:pt x="13874" y="9473"/>
                  </a:cubicBezTo>
                  <a:cubicBezTo>
                    <a:pt x="14043" y="9303"/>
                    <a:pt x="14138" y="9073"/>
                    <a:pt x="14138" y="8835"/>
                  </a:cubicBezTo>
                  <a:lnTo>
                    <a:pt x="14138" y="5513"/>
                  </a:lnTo>
                  <a:cubicBezTo>
                    <a:pt x="14138" y="5228"/>
                    <a:pt x="14064" y="4950"/>
                    <a:pt x="13921" y="4713"/>
                  </a:cubicBezTo>
                  <a:cubicBezTo>
                    <a:pt x="11480" y="516"/>
                    <a:pt x="8903" y="61"/>
                    <a:pt x="8903" y="61"/>
                  </a:cubicBezTo>
                  <a:cubicBezTo>
                    <a:pt x="8903" y="61"/>
                    <a:pt x="8705" y="0"/>
                    <a:pt x="8358"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9" name="Google Shape;14309;p66"/>
            <p:cNvSpPr/>
            <p:nvPr/>
          </p:nvSpPr>
          <p:spPr>
            <a:xfrm>
              <a:off x="3586925" y="1687381"/>
              <a:ext cx="144973" cy="109536"/>
            </a:xfrm>
            <a:custGeom>
              <a:avLst/>
              <a:gdLst/>
              <a:ahLst/>
              <a:cxnLst/>
              <a:rect l="l" t="t" r="r" b="b"/>
              <a:pathLst>
                <a:path w="5527" h="4176" extrusionOk="0">
                  <a:moveTo>
                    <a:pt x="1804" y="1"/>
                  </a:moveTo>
                  <a:cubicBezTo>
                    <a:pt x="1092" y="631"/>
                    <a:pt x="482" y="1174"/>
                    <a:pt x="184" y="1438"/>
                  </a:cubicBezTo>
                  <a:cubicBezTo>
                    <a:pt x="55" y="1554"/>
                    <a:pt x="0" y="1730"/>
                    <a:pt x="48" y="1893"/>
                  </a:cubicBezTo>
                  <a:cubicBezTo>
                    <a:pt x="184" y="2428"/>
                    <a:pt x="631" y="3588"/>
                    <a:pt x="1472" y="3676"/>
                  </a:cubicBezTo>
                  <a:cubicBezTo>
                    <a:pt x="1607" y="3669"/>
                    <a:pt x="1730" y="3628"/>
                    <a:pt x="1845" y="3561"/>
                  </a:cubicBezTo>
                  <a:lnTo>
                    <a:pt x="2631" y="4090"/>
                  </a:lnTo>
                  <a:cubicBezTo>
                    <a:pt x="2706" y="4147"/>
                    <a:pt x="2798" y="4175"/>
                    <a:pt x="2891" y="4175"/>
                  </a:cubicBezTo>
                  <a:cubicBezTo>
                    <a:pt x="2941" y="4175"/>
                    <a:pt x="2991" y="4167"/>
                    <a:pt x="3038" y="4151"/>
                  </a:cubicBezTo>
                  <a:cubicBezTo>
                    <a:pt x="3540" y="3974"/>
                    <a:pt x="4482" y="3608"/>
                    <a:pt x="5527" y="3201"/>
                  </a:cubicBezTo>
                  <a:cubicBezTo>
                    <a:pt x="5472" y="2883"/>
                    <a:pt x="5154" y="1825"/>
                    <a:pt x="3160" y="1262"/>
                  </a:cubicBezTo>
                  <a:cubicBezTo>
                    <a:pt x="2136" y="977"/>
                    <a:pt x="1858" y="204"/>
                    <a:pt x="1804"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0" name="Google Shape;14310;p66"/>
            <p:cNvSpPr/>
            <p:nvPr/>
          </p:nvSpPr>
          <p:spPr>
            <a:xfrm>
              <a:off x="3601692" y="1735224"/>
              <a:ext cx="26886" cy="21377"/>
            </a:xfrm>
            <a:custGeom>
              <a:avLst/>
              <a:gdLst/>
              <a:ahLst/>
              <a:cxnLst/>
              <a:rect l="l" t="t" r="r" b="b"/>
              <a:pathLst>
                <a:path w="1025" h="815" extrusionOk="0">
                  <a:moveTo>
                    <a:pt x="609" y="1"/>
                  </a:moveTo>
                  <a:cubicBezTo>
                    <a:pt x="540" y="1"/>
                    <a:pt x="469" y="29"/>
                    <a:pt x="407" y="96"/>
                  </a:cubicBezTo>
                  <a:lnTo>
                    <a:pt x="177" y="326"/>
                  </a:lnTo>
                  <a:cubicBezTo>
                    <a:pt x="0" y="503"/>
                    <a:pt x="122" y="808"/>
                    <a:pt x="380" y="815"/>
                  </a:cubicBezTo>
                  <a:cubicBezTo>
                    <a:pt x="455" y="815"/>
                    <a:pt x="522" y="781"/>
                    <a:pt x="577" y="726"/>
                  </a:cubicBezTo>
                  <a:lnTo>
                    <a:pt x="807" y="503"/>
                  </a:lnTo>
                  <a:cubicBezTo>
                    <a:pt x="1025" y="295"/>
                    <a:pt x="830" y="1"/>
                    <a:pt x="60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1" name="Google Shape;14311;p66"/>
            <p:cNvSpPr/>
            <p:nvPr/>
          </p:nvSpPr>
          <p:spPr>
            <a:xfrm>
              <a:off x="3775807" y="1523286"/>
              <a:ext cx="44670" cy="70585"/>
            </a:xfrm>
            <a:custGeom>
              <a:avLst/>
              <a:gdLst/>
              <a:ahLst/>
              <a:cxnLst/>
              <a:rect l="l" t="t" r="r" b="b"/>
              <a:pathLst>
                <a:path w="1703" h="2691" extrusionOk="0">
                  <a:moveTo>
                    <a:pt x="444" y="1"/>
                  </a:moveTo>
                  <a:cubicBezTo>
                    <a:pt x="376" y="1"/>
                    <a:pt x="313" y="45"/>
                    <a:pt x="292" y="114"/>
                  </a:cubicBezTo>
                  <a:cubicBezTo>
                    <a:pt x="1" y="1138"/>
                    <a:pt x="190" y="2127"/>
                    <a:pt x="292" y="2521"/>
                  </a:cubicBezTo>
                  <a:cubicBezTo>
                    <a:pt x="319" y="2616"/>
                    <a:pt x="407" y="2690"/>
                    <a:pt x="509" y="2690"/>
                  </a:cubicBezTo>
                  <a:lnTo>
                    <a:pt x="1472" y="2690"/>
                  </a:lnTo>
                  <a:cubicBezTo>
                    <a:pt x="1601" y="2684"/>
                    <a:pt x="1702" y="2575"/>
                    <a:pt x="1696" y="2446"/>
                  </a:cubicBezTo>
                  <a:cubicBezTo>
                    <a:pt x="1628" y="690"/>
                    <a:pt x="855" y="161"/>
                    <a:pt x="502" y="12"/>
                  </a:cubicBezTo>
                  <a:cubicBezTo>
                    <a:pt x="483" y="4"/>
                    <a:pt x="463" y="1"/>
                    <a:pt x="444"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2" name="Google Shape;14312;p66"/>
            <p:cNvSpPr/>
            <p:nvPr/>
          </p:nvSpPr>
          <p:spPr>
            <a:xfrm>
              <a:off x="3635477" y="1755054"/>
              <a:ext cx="49837" cy="33574"/>
            </a:xfrm>
            <a:custGeom>
              <a:avLst/>
              <a:gdLst/>
              <a:ahLst/>
              <a:cxnLst/>
              <a:rect l="l" t="t" r="r" b="b"/>
              <a:pathLst>
                <a:path w="1900" h="1280" extrusionOk="0">
                  <a:moveTo>
                    <a:pt x="1640" y="1"/>
                  </a:moveTo>
                  <a:cubicBezTo>
                    <a:pt x="1593" y="1"/>
                    <a:pt x="1546" y="15"/>
                    <a:pt x="1506" y="45"/>
                  </a:cubicBezTo>
                  <a:cubicBezTo>
                    <a:pt x="1024" y="391"/>
                    <a:pt x="523" y="709"/>
                    <a:pt x="1" y="987"/>
                  </a:cubicBezTo>
                  <a:lnTo>
                    <a:pt x="421" y="1279"/>
                  </a:lnTo>
                  <a:cubicBezTo>
                    <a:pt x="889" y="1015"/>
                    <a:pt x="1336" y="730"/>
                    <a:pt x="1770" y="411"/>
                  </a:cubicBezTo>
                  <a:cubicBezTo>
                    <a:pt x="1872" y="343"/>
                    <a:pt x="1899" y="201"/>
                    <a:pt x="1825" y="99"/>
                  </a:cubicBezTo>
                  <a:cubicBezTo>
                    <a:pt x="1780" y="34"/>
                    <a:pt x="1710" y="1"/>
                    <a:pt x="1640"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3" name="Google Shape;14313;p66"/>
            <p:cNvSpPr/>
            <p:nvPr/>
          </p:nvSpPr>
          <p:spPr>
            <a:xfrm>
              <a:off x="3656120" y="1655905"/>
              <a:ext cx="139098" cy="103189"/>
            </a:xfrm>
            <a:custGeom>
              <a:avLst/>
              <a:gdLst/>
              <a:ahLst/>
              <a:cxnLst/>
              <a:rect l="l" t="t" r="r" b="b"/>
              <a:pathLst>
                <a:path w="5303" h="3934" extrusionOk="0">
                  <a:moveTo>
                    <a:pt x="529" y="1"/>
                  </a:moveTo>
                  <a:lnTo>
                    <a:pt x="0" y="462"/>
                  </a:lnTo>
                  <a:cubicBezTo>
                    <a:pt x="475" y="1567"/>
                    <a:pt x="1668" y="1845"/>
                    <a:pt x="1844" y="1879"/>
                  </a:cubicBezTo>
                  <a:cubicBezTo>
                    <a:pt x="3750" y="2286"/>
                    <a:pt x="4048" y="3540"/>
                    <a:pt x="4089" y="3933"/>
                  </a:cubicBezTo>
                  <a:cubicBezTo>
                    <a:pt x="4509" y="3771"/>
                    <a:pt x="4916" y="3615"/>
                    <a:pt x="5303" y="3466"/>
                  </a:cubicBezTo>
                  <a:cubicBezTo>
                    <a:pt x="5262" y="2489"/>
                    <a:pt x="4645" y="1350"/>
                    <a:pt x="2814" y="1126"/>
                  </a:cubicBezTo>
                  <a:cubicBezTo>
                    <a:pt x="1105" y="909"/>
                    <a:pt x="631" y="204"/>
                    <a:pt x="529"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4" name="Google Shape;14314;p66"/>
            <p:cNvSpPr/>
            <p:nvPr/>
          </p:nvSpPr>
          <p:spPr>
            <a:xfrm>
              <a:off x="3742915" y="1626737"/>
              <a:ext cx="35751" cy="41837"/>
            </a:xfrm>
            <a:custGeom>
              <a:avLst/>
              <a:gdLst/>
              <a:ahLst/>
              <a:cxnLst/>
              <a:rect l="l" t="t" r="r" b="b"/>
              <a:pathLst>
                <a:path w="1363" h="1595" extrusionOk="0">
                  <a:moveTo>
                    <a:pt x="685" y="1"/>
                  </a:moveTo>
                  <a:cubicBezTo>
                    <a:pt x="305" y="1"/>
                    <a:pt x="0" y="306"/>
                    <a:pt x="0" y="679"/>
                  </a:cubicBezTo>
                  <a:lnTo>
                    <a:pt x="0" y="909"/>
                  </a:lnTo>
                  <a:cubicBezTo>
                    <a:pt x="0" y="1282"/>
                    <a:pt x="305" y="1594"/>
                    <a:pt x="685" y="1594"/>
                  </a:cubicBezTo>
                  <a:cubicBezTo>
                    <a:pt x="1058" y="1594"/>
                    <a:pt x="1363" y="1282"/>
                    <a:pt x="1363" y="909"/>
                  </a:cubicBezTo>
                  <a:lnTo>
                    <a:pt x="1363" y="679"/>
                  </a:lnTo>
                  <a:cubicBezTo>
                    <a:pt x="1363" y="306"/>
                    <a:pt x="1058"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5" name="Google Shape;14315;p66"/>
            <p:cNvSpPr/>
            <p:nvPr/>
          </p:nvSpPr>
          <p:spPr>
            <a:xfrm>
              <a:off x="3760856" y="1626737"/>
              <a:ext cx="17810" cy="29771"/>
            </a:xfrm>
            <a:custGeom>
              <a:avLst/>
              <a:gdLst/>
              <a:ahLst/>
              <a:cxnLst/>
              <a:rect l="l" t="t" r="r" b="b"/>
              <a:pathLst>
                <a:path w="679" h="1135" extrusionOk="0">
                  <a:moveTo>
                    <a:pt x="13" y="1"/>
                  </a:moveTo>
                  <a:cubicBezTo>
                    <a:pt x="9" y="1"/>
                    <a:pt x="5" y="1"/>
                    <a:pt x="1" y="1"/>
                  </a:cubicBezTo>
                  <a:lnTo>
                    <a:pt x="1" y="794"/>
                  </a:lnTo>
                  <a:cubicBezTo>
                    <a:pt x="1" y="1021"/>
                    <a:pt x="170" y="1135"/>
                    <a:pt x="340" y="1135"/>
                  </a:cubicBezTo>
                  <a:cubicBezTo>
                    <a:pt x="509" y="1135"/>
                    <a:pt x="679" y="1021"/>
                    <a:pt x="679" y="794"/>
                  </a:cubicBezTo>
                  <a:lnTo>
                    <a:pt x="679" y="679"/>
                  </a:lnTo>
                  <a:cubicBezTo>
                    <a:pt x="679" y="310"/>
                    <a:pt x="380" y="1"/>
                    <a:pt x="13"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6" name="Google Shape;14316;p66"/>
            <p:cNvSpPr/>
            <p:nvPr/>
          </p:nvSpPr>
          <p:spPr>
            <a:xfrm>
              <a:off x="3754823" y="1632612"/>
              <a:ext cx="11935" cy="11935"/>
            </a:xfrm>
            <a:custGeom>
              <a:avLst/>
              <a:gdLst/>
              <a:ahLst/>
              <a:cxnLst/>
              <a:rect l="l" t="t" r="r" b="b"/>
              <a:pathLst>
                <a:path w="455" h="455" extrusionOk="0">
                  <a:moveTo>
                    <a:pt x="231" y="0"/>
                  </a:moveTo>
                  <a:cubicBezTo>
                    <a:pt x="102" y="0"/>
                    <a:pt x="0" y="102"/>
                    <a:pt x="0" y="231"/>
                  </a:cubicBezTo>
                  <a:cubicBezTo>
                    <a:pt x="0" y="353"/>
                    <a:pt x="102" y="455"/>
                    <a:pt x="231" y="455"/>
                  </a:cubicBezTo>
                  <a:cubicBezTo>
                    <a:pt x="353" y="455"/>
                    <a:pt x="455" y="353"/>
                    <a:pt x="455" y="231"/>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7" name="Google Shape;14317;p66"/>
            <p:cNvSpPr/>
            <p:nvPr/>
          </p:nvSpPr>
          <p:spPr>
            <a:xfrm>
              <a:off x="3807283" y="1622252"/>
              <a:ext cx="57654" cy="131150"/>
            </a:xfrm>
            <a:custGeom>
              <a:avLst/>
              <a:gdLst/>
              <a:ahLst/>
              <a:cxnLst/>
              <a:rect l="l" t="t" r="r" b="b"/>
              <a:pathLst>
                <a:path w="2198" h="5000" extrusionOk="0">
                  <a:moveTo>
                    <a:pt x="598" y="0"/>
                  </a:moveTo>
                  <a:cubicBezTo>
                    <a:pt x="553" y="0"/>
                    <a:pt x="508" y="14"/>
                    <a:pt x="469" y="43"/>
                  </a:cubicBezTo>
                  <a:cubicBezTo>
                    <a:pt x="367" y="117"/>
                    <a:pt x="340" y="260"/>
                    <a:pt x="414" y="362"/>
                  </a:cubicBezTo>
                  <a:cubicBezTo>
                    <a:pt x="428" y="375"/>
                    <a:pt x="1689" y="2179"/>
                    <a:pt x="1269" y="3474"/>
                  </a:cubicBezTo>
                  <a:cubicBezTo>
                    <a:pt x="1099" y="3982"/>
                    <a:pt x="679" y="4362"/>
                    <a:pt x="1" y="4586"/>
                  </a:cubicBezTo>
                  <a:lnTo>
                    <a:pt x="184" y="4999"/>
                  </a:lnTo>
                  <a:cubicBezTo>
                    <a:pt x="977" y="4721"/>
                    <a:pt x="1492" y="4260"/>
                    <a:pt x="1703" y="3616"/>
                  </a:cubicBezTo>
                  <a:cubicBezTo>
                    <a:pt x="2198" y="2104"/>
                    <a:pt x="841" y="178"/>
                    <a:pt x="787" y="97"/>
                  </a:cubicBezTo>
                  <a:cubicBezTo>
                    <a:pt x="741" y="35"/>
                    <a:pt x="670" y="0"/>
                    <a:pt x="598"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8" name="Google Shape;14318;p66"/>
            <p:cNvSpPr/>
            <p:nvPr/>
          </p:nvSpPr>
          <p:spPr>
            <a:xfrm>
              <a:off x="3801958" y="1653859"/>
              <a:ext cx="32027" cy="90467"/>
            </a:xfrm>
            <a:custGeom>
              <a:avLst/>
              <a:gdLst/>
              <a:ahLst/>
              <a:cxnLst/>
              <a:rect l="l" t="t" r="r" b="b"/>
              <a:pathLst>
                <a:path w="1221" h="3449" extrusionOk="0">
                  <a:moveTo>
                    <a:pt x="283" y="1"/>
                  </a:moveTo>
                  <a:cubicBezTo>
                    <a:pt x="209" y="1"/>
                    <a:pt x="140" y="73"/>
                    <a:pt x="170" y="153"/>
                  </a:cubicBezTo>
                  <a:cubicBezTo>
                    <a:pt x="522" y="1238"/>
                    <a:pt x="461" y="2411"/>
                    <a:pt x="0" y="3449"/>
                  </a:cubicBezTo>
                  <a:lnTo>
                    <a:pt x="204" y="3374"/>
                  </a:lnTo>
                  <a:lnTo>
                    <a:pt x="217" y="3374"/>
                  </a:lnTo>
                  <a:cubicBezTo>
                    <a:pt x="773" y="3177"/>
                    <a:pt x="1160" y="2662"/>
                    <a:pt x="1187" y="2065"/>
                  </a:cubicBezTo>
                  <a:cubicBezTo>
                    <a:pt x="1221" y="1299"/>
                    <a:pt x="916" y="560"/>
                    <a:pt x="360" y="31"/>
                  </a:cubicBezTo>
                  <a:cubicBezTo>
                    <a:pt x="336" y="10"/>
                    <a:pt x="310" y="1"/>
                    <a:pt x="283"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9" name="Google Shape;14319;p66"/>
            <p:cNvSpPr/>
            <p:nvPr/>
          </p:nvSpPr>
          <p:spPr>
            <a:xfrm>
              <a:off x="3817434" y="1617845"/>
              <a:ext cx="96605" cy="162233"/>
            </a:xfrm>
            <a:custGeom>
              <a:avLst/>
              <a:gdLst/>
              <a:ahLst/>
              <a:cxnLst/>
              <a:rect l="l" t="t" r="r" b="b"/>
              <a:pathLst>
                <a:path w="3683" h="6185" extrusionOk="0">
                  <a:moveTo>
                    <a:pt x="2794" y="1"/>
                  </a:moveTo>
                  <a:lnTo>
                    <a:pt x="2794" y="1"/>
                  </a:lnTo>
                  <a:cubicBezTo>
                    <a:pt x="2882" y="3364"/>
                    <a:pt x="1316" y="4923"/>
                    <a:pt x="0" y="5629"/>
                  </a:cubicBezTo>
                  <a:cubicBezTo>
                    <a:pt x="82" y="5805"/>
                    <a:pt x="163" y="5995"/>
                    <a:pt x="251" y="6185"/>
                  </a:cubicBezTo>
                  <a:cubicBezTo>
                    <a:pt x="1343" y="5608"/>
                    <a:pt x="3431" y="4055"/>
                    <a:pt x="3682" y="943"/>
                  </a:cubicBezTo>
                  <a:lnTo>
                    <a:pt x="3641" y="896"/>
                  </a:lnTo>
                  <a:cubicBezTo>
                    <a:pt x="3587" y="828"/>
                    <a:pt x="3533" y="767"/>
                    <a:pt x="3479" y="706"/>
                  </a:cubicBezTo>
                  <a:lnTo>
                    <a:pt x="3411" y="638"/>
                  </a:lnTo>
                  <a:cubicBezTo>
                    <a:pt x="3363" y="577"/>
                    <a:pt x="3309" y="523"/>
                    <a:pt x="3262" y="469"/>
                  </a:cubicBezTo>
                  <a:lnTo>
                    <a:pt x="3187" y="387"/>
                  </a:lnTo>
                  <a:cubicBezTo>
                    <a:pt x="3140" y="340"/>
                    <a:pt x="3092" y="292"/>
                    <a:pt x="3045" y="245"/>
                  </a:cubicBezTo>
                  <a:lnTo>
                    <a:pt x="2963" y="163"/>
                  </a:lnTo>
                  <a:cubicBezTo>
                    <a:pt x="2916" y="123"/>
                    <a:pt x="2875" y="75"/>
                    <a:pt x="2828" y="35"/>
                  </a:cubicBezTo>
                  <a:lnTo>
                    <a:pt x="2794" y="1"/>
                  </a:ln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0" name="Google Shape;14320;p66"/>
            <p:cNvSpPr/>
            <p:nvPr/>
          </p:nvSpPr>
          <p:spPr>
            <a:xfrm>
              <a:off x="3830943" y="1657872"/>
              <a:ext cx="113130" cy="152265"/>
            </a:xfrm>
            <a:custGeom>
              <a:avLst/>
              <a:gdLst/>
              <a:ahLst/>
              <a:cxnLst/>
              <a:rect l="l" t="t" r="r" b="b"/>
              <a:pathLst>
                <a:path w="4313" h="5805" extrusionOk="0">
                  <a:moveTo>
                    <a:pt x="3621" y="0"/>
                  </a:moveTo>
                  <a:cubicBezTo>
                    <a:pt x="3099" y="2930"/>
                    <a:pt x="1302" y="4591"/>
                    <a:pt x="1" y="5289"/>
                  </a:cubicBezTo>
                  <a:cubicBezTo>
                    <a:pt x="75" y="5459"/>
                    <a:pt x="150" y="5628"/>
                    <a:pt x="224" y="5804"/>
                  </a:cubicBezTo>
                  <a:cubicBezTo>
                    <a:pt x="801" y="5513"/>
                    <a:pt x="1675" y="4998"/>
                    <a:pt x="2353" y="4333"/>
                  </a:cubicBezTo>
                  <a:cubicBezTo>
                    <a:pt x="3289" y="3411"/>
                    <a:pt x="3960" y="2265"/>
                    <a:pt x="4313" y="1004"/>
                  </a:cubicBezTo>
                  <a:lnTo>
                    <a:pt x="4306" y="990"/>
                  </a:lnTo>
                  <a:cubicBezTo>
                    <a:pt x="4191" y="807"/>
                    <a:pt x="4082" y="638"/>
                    <a:pt x="3967" y="482"/>
                  </a:cubicBezTo>
                  <a:cubicBezTo>
                    <a:pt x="3859" y="319"/>
                    <a:pt x="3743" y="163"/>
                    <a:pt x="3635" y="14"/>
                  </a:cubicBezTo>
                  <a:lnTo>
                    <a:pt x="3621" y="0"/>
                  </a:ln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1" name="Google Shape;14321;p66"/>
            <p:cNvSpPr/>
            <p:nvPr/>
          </p:nvSpPr>
          <p:spPr>
            <a:xfrm>
              <a:off x="3843743" y="1701624"/>
              <a:ext cx="114048" cy="138914"/>
            </a:xfrm>
            <a:custGeom>
              <a:avLst/>
              <a:gdLst/>
              <a:ahLst/>
              <a:cxnLst/>
              <a:rect l="l" t="t" r="r" b="b"/>
              <a:pathLst>
                <a:path w="4348" h="5296" extrusionOk="0">
                  <a:moveTo>
                    <a:pt x="4218" y="0"/>
                  </a:moveTo>
                  <a:cubicBezTo>
                    <a:pt x="3222" y="2645"/>
                    <a:pt x="1377" y="4170"/>
                    <a:pt x="1" y="4767"/>
                  </a:cubicBezTo>
                  <a:cubicBezTo>
                    <a:pt x="69" y="4943"/>
                    <a:pt x="143" y="5120"/>
                    <a:pt x="211" y="5296"/>
                  </a:cubicBezTo>
                  <a:cubicBezTo>
                    <a:pt x="774" y="5059"/>
                    <a:pt x="1628" y="4638"/>
                    <a:pt x="2340" y="4082"/>
                  </a:cubicBezTo>
                  <a:cubicBezTo>
                    <a:pt x="3140" y="3445"/>
                    <a:pt x="3818" y="2672"/>
                    <a:pt x="4347" y="1797"/>
                  </a:cubicBezTo>
                  <a:lnTo>
                    <a:pt x="4347" y="631"/>
                  </a:lnTo>
                  <a:cubicBezTo>
                    <a:pt x="4347" y="563"/>
                    <a:pt x="4340" y="502"/>
                    <a:pt x="4334" y="441"/>
                  </a:cubicBezTo>
                  <a:cubicBezTo>
                    <a:pt x="4334" y="421"/>
                    <a:pt x="4327" y="400"/>
                    <a:pt x="4327" y="373"/>
                  </a:cubicBezTo>
                  <a:cubicBezTo>
                    <a:pt x="4320" y="339"/>
                    <a:pt x="4306" y="299"/>
                    <a:pt x="4300" y="258"/>
                  </a:cubicBezTo>
                  <a:cubicBezTo>
                    <a:pt x="4293" y="231"/>
                    <a:pt x="4286" y="204"/>
                    <a:pt x="4279" y="183"/>
                  </a:cubicBezTo>
                  <a:cubicBezTo>
                    <a:pt x="4273" y="156"/>
                    <a:pt x="4259" y="116"/>
                    <a:pt x="4245" y="75"/>
                  </a:cubicBezTo>
                  <a:cubicBezTo>
                    <a:pt x="4232" y="41"/>
                    <a:pt x="4225" y="27"/>
                    <a:pt x="4218"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2" name="Google Shape;14322;p66"/>
            <p:cNvSpPr/>
            <p:nvPr/>
          </p:nvSpPr>
          <p:spPr>
            <a:xfrm>
              <a:off x="3856018" y="1769926"/>
              <a:ext cx="101930" cy="101274"/>
            </a:xfrm>
            <a:custGeom>
              <a:avLst/>
              <a:gdLst/>
              <a:ahLst/>
              <a:cxnLst/>
              <a:rect l="l" t="t" r="r" b="b"/>
              <a:pathLst>
                <a:path w="3886" h="3861" extrusionOk="0">
                  <a:moveTo>
                    <a:pt x="3886" y="0"/>
                  </a:moveTo>
                  <a:cubicBezTo>
                    <a:pt x="2991" y="1573"/>
                    <a:pt x="1519" y="2719"/>
                    <a:pt x="1" y="3350"/>
                  </a:cubicBezTo>
                  <a:lnTo>
                    <a:pt x="89" y="3567"/>
                  </a:lnTo>
                  <a:cubicBezTo>
                    <a:pt x="157" y="3750"/>
                    <a:pt x="330" y="3861"/>
                    <a:pt x="512" y="3861"/>
                  </a:cubicBezTo>
                  <a:cubicBezTo>
                    <a:pt x="565" y="3861"/>
                    <a:pt x="620" y="3851"/>
                    <a:pt x="672" y="3831"/>
                  </a:cubicBezTo>
                  <a:cubicBezTo>
                    <a:pt x="1343" y="3573"/>
                    <a:pt x="2638" y="2984"/>
                    <a:pt x="3621" y="1994"/>
                  </a:cubicBezTo>
                  <a:cubicBezTo>
                    <a:pt x="3791" y="1824"/>
                    <a:pt x="3886" y="1593"/>
                    <a:pt x="3886" y="1349"/>
                  </a:cubicBezTo>
                  <a:lnTo>
                    <a:pt x="3886" y="0"/>
                  </a:ln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23" name="Google Shape;14323;p66"/>
          <p:cNvGrpSpPr/>
          <p:nvPr/>
        </p:nvGrpSpPr>
        <p:grpSpPr>
          <a:xfrm>
            <a:off x="6848921" y="2551661"/>
            <a:ext cx="370158" cy="285120"/>
            <a:chOff x="6876009" y="2475461"/>
            <a:chExt cx="370158" cy="285120"/>
          </a:xfrm>
        </p:grpSpPr>
        <p:sp>
          <p:nvSpPr>
            <p:cNvPr id="14324" name="Google Shape;14324;p66"/>
            <p:cNvSpPr/>
            <p:nvPr/>
          </p:nvSpPr>
          <p:spPr>
            <a:xfrm>
              <a:off x="6876009" y="2510688"/>
              <a:ext cx="370158" cy="241001"/>
            </a:xfrm>
            <a:custGeom>
              <a:avLst/>
              <a:gdLst/>
              <a:ahLst/>
              <a:cxnLst/>
              <a:rect l="l" t="t" r="r" b="b"/>
              <a:pathLst>
                <a:path w="14112" h="9188" extrusionOk="0">
                  <a:moveTo>
                    <a:pt x="10470" y="0"/>
                  </a:moveTo>
                  <a:lnTo>
                    <a:pt x="10470" y="909"/>
                  </a:lnTo>
                  <a:lnTo>
                    <a:pt x="10809" y="909"/>
                  </a:lnTo>
                  <a:cubicBezTo>
                    <a:pt x="10818" y="909"/>
                    <a:pt x="10826" y="909"/>
                    <a:pt x="10834" y="909"/>
                  </a:cubicBezTo>
                  <a:cubicBezTo>
                    <a:pt x="11521" y="909"/>
                    <a:pt x="12091" y="1466"/>
                    <a:pt x="12091" y="2163"/>
                  </a:cubicBezTo>
                  <a:cubicBezTo>
                    <a:pt x="12091" y="2856"/>
                    <a:pt x="11528" y="3411"/>
                    <a:pt x="10846" y="3411"/>
                  </a:cubicBezTo>
                  <a:cubicBezTo>
                    <a:pt x="10834" y="3411"/>
                    <a:pt x="10822" y="3411"/>
                    <a:pt x="10809" y="3411"/>
                  </a:cubicBezTo>
                  <a:lnTo>
                    <a:pt x="910" y="3411"/>
                  </a:lnTo>
                  <a:cubicBezTo>
                    <a:pt x="408" y="3411"/>
                    <a:pt x="1" y="3818"/>
                    <a:pt x="1" y="4326"/>
                  </a:cubicBezTo>
                  <a:cubicBezTo>
                    <a:pt x="1" y="7082"/>
                    <a:pt x="2254" y="9187"/>
                    <a:pt x="4850" y="9187"/>
                  </a:cubicBezTo>
                  <a:cubicBezTo>
                    <a:pt x="5275" y="9187"/>
                    <a:pt x="5709" y="9131"/>
                    <a:pt x="6144" y="9012"/>
                  </a:cubicBezTo>
                  <a:lnTo>
                    <a:pt x="7900" y="8530"/>
                  </a:lnTo>
                  <a:lnTo>
                    <a:pt x="9521" y="8083"/>
                  </a:lnTo>
                  <a:lnTo>
                    <a:pt x="11033" y="7669"/>
                  </a:lnTo>
                  <a:cubicBezTo>
                    <a:pt x="12850" y="7174"/>
                    <a:pt x="14111" y="5520"/>
                    <a:pt x="14111" y="3641"/>
                  </a:cubicBezTo>
                  <a:cubicBezTo>
                    <a:pt x="14105" y="1627"/>
                    <a:pt x="12477" y="0"/>
                    <a:pt x="10470"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5" name="Google Shape;14325;p66"/>
            <p:cNvSpPr/>
            <p:nvPr/>
          </p:nvSpPr>
          <p:spPr>
            <a:xfrm>
              <a:off x="6876009" y="2600132"/>
              <a:ext cx="158324" cy="151452"/>
            </a:xfrm>
            <a:custGeom>
              <a:avLst/>
              <a:gdLst/>
              <a:ahLst/>
              <a:cxnLst/>
              <a:rect l="l" t="t" r="r" b="b"/>
              <a:pathLst>
                <a:path w="6036" h="5774" extrusionOk="0">
                  <a:moveTo>
                    <a:pt x="910" y="1"/>
                  </a:moveTo>
                  <a:cubicBezTo>
                    <a:pt x="408" y="1"/>
                    <a:pt x="1" y="408"/>
                    <a:pt x="1" y="916"/>
                  </a:cubicBezTo>
                  <a:cubicBezTo>
                    <a:pt x="1" y="3661"/>
                    <a:pt x="2247" y="5774"/>
                    <a:pt x="4854" y="5774"/>
                  </a:cubicBezTo>
                  <a:cubicBezTo>
                    <a:pt x="5242" y="5774"/>
                    <a:pt x="5638" y="5727"/>
                    <a:pt x="6036" y="5629"/>
                  </a:cubicBezTo>
                  <a:cubicBezTo>
                    <a:pt x="3873" y="5086"/>
                    <a:pt x="2361" y="3140"/>
                    <a:pt x="2361" y="916"/>
                  </a:cubicBezTo>
                  <a:cubicBezTo>
                    <a:pt x="2361" y="408"/>
                    <a:pt x="2767" y="1"/>
                    <a:pt x="3269"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6" name="Google Shape;14326;p66"/>
            <p:cNvSpPr/>
            <p:nvPr/>
          </p:nvSpPr>
          <p:spPr>
            <a:xfrm>
              <a:off x="6876193" y="2630008"/>
              <a:ext cx="222352" cy="121655"/>
            </a:xfrm>
            <a:custGeom>
              <a:avLst/>
              <a:gdLst/>
              <a:ahLst/>
              <a:cxnLst/>
              <a:rect l="l" t="t" r="r" b="b"/>
              <a:pathLst>
                <a:path w="8477" h="4638" extrusionOk="0">
                  <a:moveTo>
                    <a:pt x="1" y="1"/>
                  </a:moveTo>
                  <a:cubicBezTo>
                    <a:pt x="123" y="2664"/>
                    <a:pt x="2335" y="4637"/>
                    <a:pt x="4848" y="4637"/>
                  </a:cubicBezTo>
                  <a:cubicBezTo>
                    <a:pt x="5272" y="4637"/>
                    <a:pt x="5705" y="4581"/>
                    <a:pt x="6137" y="4463"/>
                  </a:cubicBezTo>
                  <a:lnTo>
                    <a:pt x="7893" y="3981"/>
                  </a:lnTo>
                  <a:lnTo>
                    <a:pt x="8477" y="3818"/>
                  </a:lnTo>
                  <a:cubicBezTo>
                    <a:pt x="4985" y="3120"/>
                    <a:pt x="4985" y="1"/>
                    <a:pt x="4985" y="1"/>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7" name="Google Shape;14327;p66"/>
            <p:cNvSpPr/>
            <p:nvPr/>
          </p:nvSpPr>
          <p:spPr>
            <a:xfrm>
              <a:off x="6904128" y="2629851"/>
              <a:ext cx="194417" cy="119347"/>
            </a:xfrm>
            <a:custGeom>
              <a:avLst/>
              <a:gdLst/>
              <a:ahLst/>
              <a:cxnLst/>
              <a:rect l="l" t="t" r="r" b="b"/>
              <a:pathLst>
                <a:path w="7412" h="4550" extrusionOk="0">
                  <a:moveTo>
                    <a:pt x="7" y="0"/>
                  </a:moveTo>
                  <a:cubicBezTo>
                    <a:pt x="7" y="27"/>
                    <a:pt x="0" y="48"/>
                    <a:pt x="7" y="75"/>
                  </a:cubicBezTo>
                  <a:cubicBezTo>
                    <a:pt x="177" y="1383"/>
                    <a:pt x="889" y="2577"/>
                    <a:pt x="2007" y="3424"/>
                  </a:cubicBezTo>
                  <a:cubicBezTo>
                    <a:pt x="2801" y="4021"/>
                    <a:pt x="3723" y="4401"/>
                    <a:pt x="4706" y="4550"/>
                  </a:cubicBezTo>
                  <a:cubicBezTo>
                    <a:pt x="4828" y="4523"/>
                    <a:pt x="4950" y="4496"/>
                    <a:pt x="5072" y="4462"/>
                  </a:cubicBezTo>
                  <a:lnTo>
                    <a:pt x="6828" y="3980"/>
                  </a:lnTo>
                  <a:lnTo>
                    <a:pt x="7412" y="3824"/>
                  </a:lnTo>
                  <a:lnTo>
                    <a:pt x="7412" y="3824"/>
                  </a:lnTo>
                  <a:cubicBezTo>
                    <a:pt x="7301" y="3830"/>
                    <a:pt x="7190" y="3833"/>
                    <a:pt x="7079" y="3833"/>
                  </a:cubicBezTo>
                  <a:cubicBezTo>
                    <a:pt x="5850" y="3833"/>
                    <a:pt x="4581" y="3489"/>
                    <a:pt x="3648" y="2780"/>
                  </a:cubicBezTo>
                  <a:cubicBezTo>
                    <a:pt x="2713" y="2075"/>
                    <a:pt x="2123" y="1092"/>
                    <a:pt x="1980" y="14"/>
                  </a:cubicBezTo>
                  <a:lnTo>
                    <a:pt x="1980" y="7"/>
                  </a:lnTo>
                  <a:lnTo>
                    <a:pt x="1533" y="7"/>
                  </a:lnTo>
                  <a:cubicBezTo>
                    <a:pt x="1526" y="27"/>
                    <a:pt x="1526" y="54"/>
                    <a:pt x="1526" y="75"/>
                  </a:cubicBezTo>
                  <a:cubicBezTo>
                    <a:pt x="1689" y="1275"/>
                    <a:pt x="2346" y="2360"/>
                    <a:pt x="3377" y="3140"/>
                  </a:cubicBezTo>
                  <a:cubicBezTo>
                    <a:pt x="4062" y="3655"/>
                    <a:pt x="4855" y="4007"/>
                    <a:pt x="5696" y="4163"/>
                  </a:cubicBezTo>
                  <a:cubicBezTo>
                    <a:pt x="5656" y="4164"/>
                    <a:pt x="5617" y="4165"/>
                    <a:pt x="5577" y="4165"/>
                  </a:cubicBezTo>
                  <a:cubicBezTo>
                    <a:pt x="4391" y="4165"/>
                    <a:pt x="3230" y="3774"/>
                    <a:pt x="2279" y="3065"/>
                  </a:cubicBezTo>
                  <a:cubicBezTo>
                    <a:pt x="1262" y="2292"/>
                    <a:pt x="611" y="1207"/>
                    <a:pt x="455" y="14"/>
                  </a:cubicBezTo>
                  <a:lnTo>
                    <a:pt x="455" y="0"/>
                  </a:ln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8" name="Google Shape;14328;p66"/>
            <p:cNvSpPr/>
            <p:nvPr/>
          </p:nvSpPr>
          <p:spPr>
            <a:xfrm>
              <a:off x="7043199" y="2618100"/>
              <a:ext cx="23869" cy="23869"/>
            </a:xfrm>
            <a:custGeom>
              <a:avLst/>
              <a:gdLst/>
              <a:ahLst/>
              <a:cxnLst/>
              <a:rect l="l" t="t" r="r" b="b"/>
              <a:pathLst>
                <a:path w="910" h="910" extrusionOk="0">
                  <a:moveTo>
                    <a:pt x="455" y="1"/>
                  </a:moveTo>
                  <a:cubicBezTo>
                    <a:pt x="204" y="1"/>
                    <a:pt x="1" y="204"/>
                    <a:pt x="1" y="455"/>
                  </a:cubicBezTo>
                  <a:cubicBezTo>
                    <a:pt x="1" y="706"/>
                    <a:pt x="204" y="909"/>
                    <a:pt x="455" y="909"/>
                  </a:cubicBezTo>
                  <a:cubicBezTo>
                    <a:pt x="706" y="909"/>
                    <a:pt x="909" y="706"/>
                    <a:pt x="909" y="455"/>
                  </a:cubicBezTo>
                  <a:cubicBezTo>
                    <a:pt x="909" y="204"/>
                    <a:pt x="706" y="1"/>
                    <a:pt x="45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9" name="Google Shape;14329;p66"/>
            <p:cNvSpPr/>
            <p:nvPr/>
          </p:nvSpPr>
          <p:spPr>
            <a:xfrm>
              <a:off x="7072210" y="2697524"/>
              <a:ext cx="58152" cy="63057"/>
            </a:xfrm>
            <a:custGeom>
              <a:avLst/>
              <a:gdLst/>
              <a:ahLst/>
              <a:cxnLst/>
              <a:rect l="l" t="t" r="r" b="b"/>
              <a:pathLst>
                <a:path w="2217" h="2404" extrusionOk="0">
                  <a:moveTo>
                    <a:pt x="1410" y="0"/>
                  </a:moveTo>
                  <a:cubicBezTo>
                    <a:pt x="1368" y="0"/>
                    <a:pt x="1325" y="6"/>
                    <a:pt x="1282" y="17"/>
                  </a:cubicBezTo>
                  <a:lnTo>
                    <a:pt x="475" y="221"/>
                  </a:lnTo>
                  <a:cubicBezTo>
                    <a:pt x="156" y="302"/>
                    <a:pt x="0" y="661"/>
                    <a:pt x="156" y="946"/>
                  </a:cubicBezTo>
                  <a:cubicBezTo>
                    <a:pt x="407" y="1394"/>
                    <a:pt x="834" y="1983"/>
                    <a:pt x="1499" y="2350"/>
                  </a:cubicBezTo>
                  <a:cubicBezTo>
                    <a:pt x="1569" y="2386"/>
                    <a:pt x="1642" y="2403"/>
                    <a:pt x="1713" y="2403"/>
                  </a:cubicBezTo>
                  <a:cubicBezTo>
                    <a:pt x="1982" y="2403"/>
                    <a:pt x="2217" y="2163"/>
                    <a:pt x="2163" y="1868"/>
                  </a:cubicBezTo>
                  <a:lnTo>
                    <a:pt x="1899" y="410"/>
                  </a:lnTo>
                  <a:cubicBezTo>
                    <a:pt x="1853" y="169"/>
                    <a:pt x="1646" y="0"/>
                    <a:pt x="1410"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0" name="Google Shape;14330;p66"/>
            <p:cNvSpPr/>
            <p:nvPr/>
          </p:nvSpPr>
          <p:spPr>
            <a:xfrm>
              <a:off x="6876009" y="2624159"/>
              <a:ext cx="151216" cy="11935"/>
            </a:xfrm>
            <a:custGeom>
              <a:avLst/>
              <a:gdLst/>
              <a:ahLst/>
              <a:cxnLst/>
              <a:rect l="l" t="t" r="r" b="b"/>
              <a:pathLst>
                <a:path w="5765" h="455" extrusionOk="0">
                  <a:moveTo>
                    <a:pt x="1" y="0"/>
                  </a:moveTo>
                  <a:cubicBezTo>
                    <a:pt x="1" y="149"/>
                    <a:pt x="8" y="305"/>
                    <a:pt x="21" y="454"/>
                  </a:cubicBezTo>
                  <a:lnTo>
                    <a:pt x="5459" y="454"/>
                  </a:lnTo>
                  <a:cubicBezTo>
                    <a:pt x="5765" y="454"/>
                    <a:pt x="5765" y="0"/>
                    <a:pt x="5459"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1" name="Google Shape;14331;p66"/>
            <p:cNvSpPr/>
            <p:nvPr/>
          </p:nvSpPr>
          <p:spPr>
            <a:xfrm>
              <a:off x="7051934" y="2621483"/>
              <a:ext cx="12118" cy="11935"/>
            </a:xfrm>
            <a:custGeom>
              <a:avLst/>
              <a:gdLst/>
              <a:ahLst/>
              <a:cxnLst/>
              <a:rect l="l" t="t" r="r" b="b"/>
              <a:pathLst>
                <a:path w="462" h="455" extrusionOk="0">
                  <a:moveTo>
                    <a:pt x="231" y="0"/>
                  </a:moveTo>
                  <a:cubicBezTo>
                    <a:pt x="102" y="0"/>
                    <a:pt x="0" y="102"/>
                    <a:pt x="0" y="231"/>
                  </a:cubicBezTo>
                  <a:cubicBezTo>
                    <a:pt x="0" y="353"/>
                    <a:pt x="102" y="455"/>
                    <a:pt x="231" y="455"/>
                  </a:cubicBezTo>
                  <a:cubicBezTo>
                    <a:pt x="359" y="455"/>
                    <a:pt x="461" y="353"/>
                    <a:pt x="461" y="231"/>
                  </a:cubicBezTo>
                  <a:cubicBezTo>
                    <a:pt x="461" y="102"/>
                    <a:pt x="359"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2" name="Google Shape;14332;p66"/>
            <p:cNvSpPr/>
            <p:nvPr/>
          </p:nvSpPr>
          <p:spPr>
            <a:xfrm>
              <a:off x="7096551" y="2475461"/>
              <a:ext cx="72421" cy="94480"/>
            </a:xfrm>
            <a:custGeom>
              <a:avLst/>
              <a:gdLst/>
              <a:ahLst/>
              <a:cxnLst/>
              <a:rect l="l" t="t" r="r" b="b"/>
              <a:pathLst>
                <a:path w="2761" h="3602" extrusionOk="0">
                  <a:moveTo>
                    <a:pt x="103" y="1"/>
                  </a:moveTo>
                  <a:cubicBezTo>
                    <a:pt x="35" y="1"/>
                    <a:pt x="1" y="75"/>
                    <a:pt x="35" y="129"/>
                  </a:cubicBezTo>
                  <a:cubicBezTo>
                    <a:pt x="143" y="265"/>
                    <a:pt x="245" y="516"/>
                    <a:pt x="245" y="991"/>
                  </a:cubicBezTo>
                  <a:cubicBezTo>
                    <a:pt x="245" y="1594"/>
                    <a:pt x="699" y="1797"/>
                    <a:pt x="699" y="1797"/>
                  </a:cubicBezTo>
                  <a:cubicBezTo>
                    <a:pt x="699" y="1797"/>
                    <a:pt x="245" y="2001"/>
                    <a:pt x="245" y="2611"/>
                  </a:cubicBezTo>
                  <a:cubicBezTo>
                    <a:pt x="245" y="3079"/>
                    <a:pt x="143" y="3330"/>
                    <a:pt x="35" y="3465"/>
                  </a:cubicBezTo>
                  <a:cubicBezTo>
                    <a:pt x="1" y="3520"/>
                    <a:pt x="35" y="3594"/>
                    <a:pt x="103" y="3601"/>
                  </a:cubicBezTo>
                  <a:cubicBezTo>
                    <a:pt x="882" y="3506"/>
                    <a:pt x="1554" y="2984"/>
                    <a:pt x="1839" y="2252"/>
                  </a:cubicBezTo>
                  <a:lnTo>
                    <a:pt x="2259" y="2252"/>
                  </a:lnTo>
                  <a:cubicBezTo>
                    <a:pt x="2263" y="2252"/>
                    <a:pt x="2268" y="2252"/>
                    <a:pt x="2273" y="2252"/>
                  </a:cubicBezTo>
                  <a:cubicBezTo>
                    <a:pt x="2511" y="2252"/>
                    <a:pt x="2707" y="2078"/>
                    <a:pt x="2740" y="1838"/>
                  </a:cubicBezTo>
                  <a:cubicBezTo>
                    <a:pt x="2761" y="1621"/>
                    <a:pt x="2618" y="1418"/>
                    <a:pt x="2401" y="1363"/>
                  </a:cubicBezTo>
                  <a:cubicBezTo>
                    <a:pt x="2286" y="1350"/>
                    <a:pt x="2171" y="1343"/>
                    <a:pt x="2056" y="1343"/>
                  </a:cubicBezTo>
                  <a:lnTo>
                    <a:pt x="1839" y="1343"/>
                  </a:lnTo>
                  <a:cubicBezTo>
                    <a:pt x="1554" y="611"/>
                    <a:pt x="882" y="89"/>
                    <a:pt x="103"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33" name="Google Shape;14333;p66"/>
          <p:cNvGrpSpPr/>
          <p:nvPr/>
        </p:nvGrpSpPr>
        <p:grpSpPr>
          <a:xfrm>
            <a:off x="6301134" y="2522047"/>
            <a:ext cx="370158" cy="344269"/>
            <a:chOff x="6328222" y="2445847"/>
            <a:chExt cx="370158" cy="344269"/>
          </a:xfrm>
        </p:grpSpPr>
        <p:sp>
          <p:nvSpPr>
            <p:cNvPr id="14334" name="Google Shape;14334;p66"/>
            <p:cNvSpPr/>
            <p:nvPr/>
          </p:nvSpPr>
          <p:spPr>
            <a:xfrm>
              <a:off x="6556423" y="2453585"/>
              <a:ext cx="128081" cy="56237"/>
            </a:xfrm>
            <a:custGeom>
              <a:avLst/>
              <a:gdLst/>
              <a:ahLst/>
              <a:cxnLst/>
              <a:rect l="l" t="t" r="r" b="b"/>
              <a:pathLst>
                <a:path w="4883" h="2144" extrusionOk="0">
                  <a:moveTo>
                    <a:pt x="2535" y="0"/>
                  </a:moveTo>
                  <a:cubicBezTo>
                    <a:pt x="1205" y="0"/>
                    <a:pt x="0" y="184"/>
                    <a:pt x="0" y="184"/>
                  </a:cubicBezTo>
                  <a:lnTo>
                    <a:pt x="3323" y="2143"/>
                  </a:lnTo>
                  <a:cubicBezTo>
                    <a:pt x="3729" y="1519"/>
                    <a:pt x="4326" y="984"/>
                    <a:pt x="4719" y="672"/>
                  </a:cubicBezTo>
                  <a:cubicBezTo>
                    <a:pt x="4882" y="536"/>
                    <a:pt x="4828" y="272"/>
                    <a:pt x="4625" y="218"/>
                  </a:cubicBezTo>
                  <a:cubicBezTo>
                    <a:pt x="4005" y="54"/>
                    <a:pt x="3252" y="0"/>
                    <a:pt x="2535"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5" name="Google Shape;14335;p66"/>
            <p:cNvSpPr/>
            <p:nvPr/>
          </p:nvSpPr>
          <p:spPr>
            <a:xfrm>
              <a:off x="6328222" y="2445847"/>
              <a:ext cx="370158" cy="344269"/>
            </a:xfrm>
            <a:custGeom>
              <a:avLst/>
              <a:gdLst/>
              <a:ahLst/>
              <a:cxnLst/>
              <a:rect l="l" t="t" r="r" b="b"/>
              <a:pathLst>
                <a:path w="14112" h="13125" extrusionOk="0">
                  <a:moveTo>
                    <a:pt x="5734" y="0"/>
                  </a:moveTo>
                  <a:cubicBezTo>
                    <a:pt x="5254" y="0"/>
                    <a:pt x="4784" y="36"/>
                    <a:pt x="4333" y="106"/>
                  </a:cubicBezTo>
                  <a:cubicBezTo>
                    <a:pt x="2231" y="424"/>
                    <a:pt x="1" y="1014"/>
                    <a:pt x="1" y="1706"/>
                  </a:cubicBezTo>
                  <a:cubicBezTo>
                    <a:pt x="1" y="2065"/>
                    <a:pt x="468" y="2526"/>
                    <a:pt x="1147" y="2832"/>
                  </a:cubicBezTo>
                  <a:cubicBezTo>
                    <a:pt x="1345" y="2918"/>
                    <a:pt x="1559" y="2947"/>
                    <a:pt x="1803" y="2947"/>
                  </a:cubicBezTo>
                  <a:cubicBezTo>
                    <a:pt x="1959" y="2947"/>
                    <a:pt x="2128" y="2936"/>
                    <a:pt x="2313" y="2920"/>
                  </a:cubicBezTo>
                  <a:cubicBezTo>
                    <a:pt x="2611" y="3767"/>
                    <a:pt x="4096" y="4066"/>
                    <a:pt x="6578" y="4316"/>
                  </a:cubicBezTo>
                  <a:cubicBezTo>
                    <a:pt x="11080" y="4764"/>
                    <a:pt x="13006" y="8019"/>
                    <a:pt x="10985" y="10141"/>
                  </a:cubicBezTo>
                  <a:cubicBezTo>
                    <a:pt x="10233" y="10934"/>
                    <a:pt x="8639" y="11307"/>
                    <a:pt x="7710" y="11463"/>
                  </a:cubicBezTo>
                  <a:cubicBezTo>
                    <a:pt x="6259" y="10895"/>
                    <a:pt x="4638" y="10797"/>
                    <a:pt x="3655" y="10797"/>
                  </a:cubicBezTo>
                  <a:cubicBezTo>
                    <a:pt x="3581" y="10797"/>
                    <a:pt x="3511" y="10798"/>
                    <a:pt x="3445" y="10799"/>
                  </a:cubicBezTo>
                  <a:cubicBezTo>
                    <a:pt x="3269" y="10805"/>
                    <a:pt x="3221" y="11043"/>
                    <a:pt x="3377" y="11117"/>
                  </a:cubicBezTo>
                  <a:lnTo>
                    <a:pt x="5242" y="11965"/>
                  </a:lnTo>
                  <a:lnTo>
                    <a:pt x="3391" y="12806"/>
                  </a:lnTo>
                  <a:cubicBezTo>
                    <a:pt x="3235" y="12880"/>
                    <a:pt x="3282" y="13118"/>
                    <a:pt x="3459" y="13124"/>
                  </a:cubicBezTo>
                  <a:cubicBezTo>
                    <a:pt x="3488" y="13125"/>
                    <a:pt x="3517" y="13125"/>
                    <a:pt x="3548" y="13125"/>
                  </a:cubicBezTo>
                  <a:cubicBezTo>
                    <a:pt x="4555" y="13125"/>
                    <a:pt x="6322" y="13008"/>
                    <a:pt x="7744" y="12311"/>
                  </a:cubicBezTo>
                  <a:cubicBezTo>
                    <a:pt x="9609" y="12162"/>
                    <a:pt x="14111" y="11829"/>
                    <a:pt x="14111" y="7151"/>
                  </a:cubicBezTo>
                  <a:cubicBezTo>
                    <a:pt x="14111" y="6608"/>
                    <a:pt x="14050" y="6073"/>
                    <a:pt x="13935" y="5544"/>
                  </a:cubicBezTo>
                  <a:cubicBezTo>
                    <a:pt x="13826" y="5110"/>
                    <a:pt x="13670" y="4689"/>
                    <a:pt x="13480" y="4289"/>
                  </a:cubicBezTo>
                  <a:cubicBezTo>
                    <a:pt x="13250" y="3794"/>
                    <a:pt x="12965" y="3333"/>
                    <a:pt x="12619" y="2920"/>
                  </a:cubicBezTo>
                  <a:cubicBezTo>
                    <a:pt x="10976" y="952"/>
                    <a:pt x="8226" y="0"/>
                    <a:pt x="5734"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6" name="Google Shape;14336;p66"/>
            <p:cNvSpPr/>
            <p:nvPr/>
          </p:nvSpPr>
          <p:spPr>
            <a:xfrm>
              <a:off x="6328222" y="2465546"/>
              <a:ext cx="367115" cy="303219"/>
            </a:xfrm>
            <a:custGeom>
              <a:avLst/>
              <a:gdLst/>
              <a:ahLst/>
              <a:cxnLst/>
              <a:rect l="l" t="t" r="r" b="b"/>
              <a:pathLst>
                <a:path w="13996" h="11560" extrusionOk="0">
                  <a:moveTo>
                    <a:pt x="4168" y="0"/>
                  </a:moveTo>
                  <a:cubicBezTo>
                    <a:pt x="3649" y="0"/>
                    <a:pt x="3141" y="34"/>
                    <a:pt x="2652" y="101"/>
                  </a:cubicBezTo>
                  <a:cubicBezTo>
                    <a:pt x="1845" y="216"/>
                    <a:pt x="1011" y="358"/>
                    <a:pt x="279" y="528"/>
                  </a:cubicBezTo>
                  <a:cubicBezTo>
                    <a:pt x="102" y="663"/>
                    <a:pt x="1" y="806"/>
                    <a:pt x="1" y="955"/>
                  </a:cubicBezTo>
                  <a:cubicBezTo>
                    <a:pt x="1" y="1314"/>
                    <a:pt x="468" y="1775"/>
                    <a:pt x="1153" y="2081"/>
                  </a:cubicBezTo>
                  <a:cubicBezTo>
                    <a:pt x="1348" y="2167"/>
                    <a:pt x="1560" y="2196"/>
                    <a:pt x="1804" y="2196"/>
                  </a:cubicBezTo>
                  <a:cubicBezTo>
                    <a:pt x="1959" y="2196"/>
                    <a:pt x="2128" y="2185"/>
                    <a:pt x="2313" y="2169"/>
                  </a:cubicBezTo>
                  <a:cubicBezTo>
                    <a:pt x="2611" y="3016"/>
                    <a:pt x="4103" y="3315"/>
                    <a:pt x="6578" y="3565"/>
                  </a:cubicBezTo>
                  <a:cubicBezTo>
                    <a:pt x="9697" y="3877"/>
                    <a:pt x="11582" y="5532"/>
                    <a:pt x="11772" y="7227"/>
                  </a:cubicBezTo>
                  <a:cubicBezTo>
                    <a:pt x="12511" y="10109"/>
                    <a:pt x="8768" y="11404"/>
                    <a:pt x="7744" y="11560"/>
                  </a:cubicBezTo>
                  <a:cubicBezTo>
                    <a:pt x="8741" y="11485"/>
                    <a:pt x="10497" y="11350"/>
                    <a:pt x="11914" y="10522"/>
                  </a:cubicBezTo>
                  <a:cubicBezTo>
                    <a:pt x="12775" y="9783"/>
                    <a:pt x="13372" y="8692"/>
                    <a:pt x="13372" y="7085"/>
                  </a:cubicBezTo>
                  <a:cubicBezTo>
                    <a:pt x="13372" y="6549"/>
                    <a:pt x="13311" y="6013"/>
                    <a:pt x="13175" y="5491"/>
                  </a:cubicBezTo>
                  <a:cubicBezTo>
                    <a:pt x="13060" y="5057"/>
                    <a:pt x="12891" y="4637"/>
                    <a:pt x="12674" y="4244"/>
                  </a:cubicBezTo>
                  <a:cubicBezTo>
                    <a:pt x="12633" y="4155"/>
                    <a:pt x="12585" y="4081"/>
                    <a:pt x="12538" y="3999"/>
                  </a:cubicBezTo>
                  <a:lnTo>
                    <a:pt x="13840" y="3918"/>
                  </a:lnTo>
                  <a:cubicBezTo>
                    <a:pt x="13948" y="3904"/>
                    <a:pt x="13996" y="3776"/>
                    <a:pt x="13921" y="3694"/>
                  </a:cubicBezTo>
                  <a:cubicBezTo>
                    <a:pt x="12979" y="2731"/>
                    <a:pt x="11772" y="2067"/>
                    <a:pt x="10450" y="1796"/>
                  </a:cubicBezTo>
                  <a:cubicBezTo>
                    <a:pt x="8672" y="587"/>
                    <a:pt x="6333" y="0"/>
                    <a:pt x="4168" y="0"/>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7" name="Google Shape;14337;p66"/>
            <p:cNvSpPr/>
            <p:nvPr/>
          </p:nvSpPr>
          <p:spPr>
            <a:xfrm>
              <a:off x="6441877" y="2460536"/>
              <a:ext cx="23843" cy="23843"/>
            </a:xfrm>
            <a:custGeom>
              <a:avLst/>
              <a:gdLst/>
              <a:ahLst/>
              <a:cxnLst/>
              <a:rect l="l" t="t" r="r" b="b"/>
              <a:pathLst>
                <a:path w="909" h="909" extrusionOk="0">
                  <a:moveTo>
                    <a:pt x="455" y="0"/>
                  </a:moveTo>
                  <a:cubicBezTo>
                    <a:pt x="204" y="0"/>
                    <a:pt x="0" y="203"/>
                    <a:pt x="0" y="454"/>
                  </a:cubicBezTo>
                  <a:cubicBezTo>
                    <a:pt x="0" y="705"/>
                    <a:pt x="204" y="909"/>
                    <a:pt x="455" y="909"/>
                  </a:cubicBezTo>
                  <a:cubicBezTo>
                    <a:pt x="706" y="909"/>
                    <a:pt x="909" y="705"/>
                    <a:pt x="909" y="454"/>
                  </a:cubicBezTo>
                  <a:cubicBezTo>
                    <a:pt x="909" y="203"/>
                    <a:pt x="706" y="0"/>
                    <a:pt x="45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8" name="Google Shape;14338;p66"/>
            <p:cNvSpPr/>
            <p:nvPr/>
          </p:nvSpPr>
          <p:spPr>
            <a:xfrm>
              <a:off x="6511071" y="2472051"/>
              <a:ext cx="30978" cy="38820"/>
            </a:xfrm>
            <a:custGeom>
              <a:avLst/>
              <a:gdLst/>
              <a:ahLst/>
              <a:cxnLst/>
              <a:rect l="l" t="t" r="r" b="b"/>
              <a:pathLst>
                <a:path w="1181" h="1480" extrusionOk="0">
                  <a:moveTo>
                    <a:pt x="940" y="1"/>
                  </a:moveTo>
                  <a:cubicBezTo>
                    <a:pt x="835" y="1"/>
                    <a:pt x="731" y="66"/>
                    <a:pt x="719" y="205"/>
                  </a:cubicBezTo>
                  <a:cubicBezTo>
                    <a:pt x="671" y="714"/>
                    <a:pt x="197" y="1060"/>
                    <a:pt x="183" y="1066"/>
                  </a:cubicBezTo>
                  <a:cubicBezTo>
                    <a:pt x="0" y="1195"/>
                    <a:pt x="95" y="1480"/>
                    <a:pt x="319" y="1480"/>
                  </a:cubicBezTo>
                  <a:cubicBezTo>
                    <a:pt x="366" y="1480"/>
                    <a:pt x="414" y="1460"/>
                    <a:pt x="448" y="1432"/>
                  </a:cubicBezTo>
                  <a:cubicBezTo>
                    <a:pt x="475" y="1419"/>
                    <a:pt x="1105" y="971"/>
                    <a:pt x="1166" y="246"/>
                  </a:cubicBezTo>
                  <a:cubicBezTo>
                    <a:pt x="1181" y="87"/>
                    <a:pt x="1060" y="1"/>
                    <a:pt x="940"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39" name="Google Shape;14339;p66"/>
            <p:cNvSpPr/>
            <p:nvPr/>
          </p:nvSpPr>
          <p:spPr>
            <a:xfrm>
              <a:off x="6537905" y="2480261"/>
              <a:ext cx="24945" cy="34702"/>
            </a:xfrm>
            <a:custGeom>
              <a:avLst/>
              <a:gdLst/>
              <a:ahLst/>
              <a:cxnLst/>
              <a:rect l="l" t="t" r="r" b="b"/>
              <a:pathLst>
                <a:path w="951" h="1323" extrusionOk="0">
                  <a:moveTo>
                    <a:pt x="718" y="0"/>
                  </a:moveTo>
                  <a:cubicBezTo>
                    <a:pt x="714" y="0"/>
                    <a:pt x="710" y="0"/>
                    <a:pt x="706" y="1"/>
                  </a:cubicBezTo>
                  <a:cubicBezTo>
                    <a:pt x="577" y="1"/>
                    <a:pt x="482" y="109"/>
                    <a:pt x="482" y="231"/>
                  </a:cubicBezTo>
                  <a:cubicBezTo>
                    <a:pt x="489" y="618"/>
                    <a:pt x="164" y="916"/>
                    <a:pt x="157" y="923"/>
                  </a:cubicBezTo>
                  <a:cubicBezTo>
                    <a:pt x="1" y="1065"/>
                    <a:pt x="103" y="1323"/>
                    <a:pt x="306" y="1323"/>
                  </a:cubicBezTo>
                  <a:cubicBezTo>
                    <a:pt x="367" y="1316"/>
                    <a:pt x="421" y="1296"/>
                    <a:pt x="462" y="1262"/>
                  </a:cubicBezTo>
                  <a:cubicBezTo>
                    <a:pt x="482" y="1242"/>
                    <a:pt x="950" y="821"/>
                    <a:pt x="937" y="218"/>
                  </a:cubicBezTo>
                  <a:cubicBezTo>
                    <a:pt x="937" y="99"/>
                    <a:pt x="835" y="0"/>
                    <a:pt x="718"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0" name="Google Shape;14340;p66"/>
            <p:cNvSpPr/>
            <p:nvPr/>
          </p:nvSpPr>
          <p:spPr>
            <a:xfrm>
              <a:off x="6561407" y="2488655"/>
              <a:ext cx="22610" cy="29876"/>
            </a:xfrm>
            <a:custGeom>
              <a:avLst/>
              <a:gdLst/>
              <a:ahLst/>
              <a:cxnLst/>
              <a:rect l="l" t="t" r="r" b="b"/>
              <a:pathLst>
                <a:path w="862" h="1139" extrusionOk="0">
                  <a:moveTo>
                    <a:pt x="623" y="0"/>
                  </a:moveTo>
                  <a:cubicBezTo>
                    <a:pt x="507" y="0"/>
                    <a:pt x="393" y="78"/>
                    <a:pt x="400" y="230"/>
                  </a:cubicBezTo>
                  <a:cubicBezTo>
                    <a:pt x="407" y="508"/>
                    <a:pt x="163" y="738"/>
                    <a:pt x="156" y="738"/>
                  </a:cubicBezTo>
                  <a:cubicBezTo>
                    <a:pt x="0" y="881"/>
                    <a:pt x="95" y="1138"/>
                    <a:pt x="305" y="1138"/>
                  </a:cubicBezTo>
                  <a:cubicBezTo>
                    <a:pt x="359" y="1138"/>
                    <a:pt x="414" y="1118"/>
                    <a:pt x="454" y="1084"/>
                  </a:cubicBezTo>
                  <a:cubicBezTo>
                    <a:pt x="475" y="1071"/>
                    <a:pt x="861" y="718"/>
                    <a:pt x="854" y="223"/>
                  </a:cubicBezTo>
                  <a:cubicBezTo>
                    <a:pt x="848" y="73"/>
                    <a:pt x="735" y="0"/>
                    <a:pt x="623"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1" name="Google Shape;14341;p66"/>
            <p:cNvSpPr/>
            <p:nvPr/>
          </p:nvSpPr>
          <p:spPr>
            <a:xfrm>
              <a:off x="6388866" y="2518242"/>
              <a:ext cx="86244" cy="15240"/>
            </a:xfrm>
            <a:custGeom>
              <a:avLst/>
              <a:gdLst/>
              <a:ahLst/>
              <a:cxnLst/>
              <a:rect l="l" t="t" r="r" b="b"/>
              <a:pathLst>
                <a:path w="3288" h="581" extrusionOk="0">
                  <a:moveTo>
                    <a:pt x="1914" y="1"/>
                  </a:moveTo>
                  <a:cubicBezTo>
                    <a:pt x="1320" y="1"/>
                    <a:pt x="727" y="47"/>
                    <a:pt x="136" y="139"/>
                  </a:cubicBezTo>
                  <a:lnTo>
                    <a:pt x="1" y="153"/>
                  </a:lnTo>
                  <a:cubicBezTo>
                    <a:pt x="55" y="316"/>
                    <a:pt x="157" y="465"/>
                    <a:pt x="286" y="580"/>
                  </a:cubicBezTo>
                  <a:cubicBezTo>
                    <a:pt x="813" y="499"/>
                    <a:pt x="1346" y="459"/>
                    <a:pt x="1879" y="459"/>
                  </a:cubicBezTo>
                  <a:cubicBezTo>
                    <a:pt x="2236" y="459"/>
                    <a:pt x="2594" y="477"/>
                    <a:pt x="2950" y="512"/>
                  </a:cubicBezTo>
                  <a:cubicBezTo>
                    <a:pt x="2959" y="513"/>
                    <a:pt x="2967" y="513"/>
                    <a:pt x="2976" y="513"/>
                  </a:cubicBezTo>
                  <a:cubicBezTo>
                    <a:pt x="3251" y="513"/>
                    <a:pt x="3288" y="84"/>
                    <a:pt x="2998" y="58"/>
                  </a:cubicBezTo>
                  <a:lnTo>
                    <a:pt x="2998" y="51"/>
                  </a:lnTo>
                  <a:cubicBezTo>
                    <a:pt x="2636" y="18"/>
                    <a:pt x="2275" y="1"/>
                    <a:pt x="1914" y="1"/>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42" name="Google Shape;14342;p66"/>
          <p:cNvGrpSpPr/>
          <p:nvPr/>
        </p:nvGrpSpPr>
        <p:grpSpPr>
          <a:xfrm>
            <a:off x="5222452" y="2509142"/>
            <a:ext cx="351639" cy="370184"/>
            <a:chOff x="5249540" y="2432942"/>
            <a:chExt cx="351639" cy="370184"/>
          </a:xfrm>
        </p:grpSpPr>
        <p:sp>
          <p:nvSpPr>
            <p:cNvPr id="14343" name="Google Shape;14343;p66"/>
            <p:cNvSpPr/>
            <p:nvPr/>
          </p:nvSpPr>
          <p:spPr>
            <a:xfrm>
              <a:off x="5268556" y="2532721"/>
              <a:ext cx="131281" cy="68854"/>
            </a:xfrm>
            <a:custGeom>
              <a:avLst/>
              <a:gdLst/>
              <a:ahLst/>
              <a:cxnLst/>
              <a:rect l="l" t="t" r="r" b="b"/>
              <a:pathLst>
                <a:path w="5005" h="2625" extrusionOk="0">
                  <a:moveTo>
                    <a:pt x="3994" y="1"/>
                  </a:moveTo>
                  <a:lnTo>
                    <a:pt x="0" y="2266"/>
                  </a:lnTo>
                  <a:cubicBezTo>
                    <a:pt x="419" y="2521"/>
                    <a:pt x="877" y="2624"/>
                    <a:pt x="1335" y="2624"/>
                  </a:cubicBezTo>
                  <a:cubicBezTo>
                    <a:pt x="2080" y="2624"/>
                    <a:pt x="2824" y="2351"/>
                    <a:pt x="3391" y="2015"/>
                  </a:cubicBezTo>
                  <a:cubicBezTo>
                    <a:pt x="4021" y="1642"/>
                    <a:pt x="4469" y="1391"/>
                    <a:pt x="5005" y="1310"/>
                  </a:cubicBezTo>
                  <a:lnTo>
                    <a:pt x="3994" y="1"/>
                  </a:ln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4" name="Google Shape;14344;p66"/>
            <p:cNvSpPr/>
            <p:nvPr/>
          </p:nvSpPr>
          <p:spPr>
            <a:xfrm>
              <a:off x="5476482" y="2439054"/>
              <a:ext cx="96946" cy="67726"/>
            </a:xfrm>
            <a:custGeom>
              <a:avLst/>
              <a:gdLst/>
              <a:ahLst/>
              <a:cxnLst/>
              <a:rect l="l" t="t" r="r" b="b"/>
              <a:pathLst>
                <a:path w="3696" h="2582" extrusionOk="0">
                  <a:moveTo>
                    <a:pt x="1932" y="0"/>
                  </a:moveTo>
                  <a:cubicBezTo>
                    <a:pt x="725" y="0"/>
                    <a:pt x="0" y="304"/>
                    <a:pt x="0" y="304"/>
                  </a:cubicBezTo>
                  <a:lnTo>
                    <a:pt x="2489" y="2582"/>
                  </a:lnTo>
                  <a:lnTo>
                    <a:pt x="3533" y="799"/>
                  </a:lnTo>
                  <a:cubicBezTo>
                    <a:pt x="3696" y="514"/>
                    <a:pt x="3519" y="155"/>
                    <a:pt x="3194" y="107"/>
                  </a:cubicBezTo>
                  <a:cubicBezTo>
                    <a:pt x="2731" y="30"/>
                    <a:pt x="2308" y="0"/>
                    <a:pt x="1932"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5" name="Google Shape;14345;p66"/>
            <p:cNvSpPr/>
            <p:nvPr/>
          </p:nvSpPr>
          <p:spPr>
            <a:xfrm>
              <a:off x="5249540" y="2432942"/>
              <a:ext cx="342931" cy="370184"/>
            </a:xfrm>
            <a:custGeom>
              <a:avLst/>
              <a:gdLst/>
              <a:ahLst/>
              <a:cxnLst/>
              <a:rect l="l" t="t" r="r" b="b"/>
              <a:pathLst>
                <a:path w="13074" h="14113" extrusionOk="0">
                  <a:moveTo>
                    <a:pt x="6472" y="0"/>
                  </a:moveTo>
                  <a:cubicBezTo>
                    <a:pt x="5312" y="0"/>
                    <a:pt x="3885" y="383"/>
                    <a:pt x="3119" y="998"/>
                  </a:cubicBezTo>
                  <a:cubicBezTo>
                    <a:pt x="1858" y="2001"/>
                    <a:pt x="1641" y="2896"/>
                    <a:pt x="1621" y="3337"/>
                  </a:cubicBezTo>
                  <a:cubicBezTo>
                    <a:pt x="1614" y="3540"/>
                    <a:pt x="1512" y="3730"/>
                    <a:pt x="1349" y="3852"/>
                  </a:cubicBezTo>
                  <a:cubicBezTo>
                    <a:pt x="298" y="4646"/>
                    <a:pt x="34" y="5283"/>
                    <a:pt x="7" y="5703"/>
                  </a:cubicBezTo>
                  <a:cubicBezTo>
                    <a:pt x="1" y="5972"/>
                    <a:pt x="216" y="6175"/>
                    <a:pt x="465" y="6175"/>
                  </a:cubicBezTo>
                  <a:cubicBezTo>
                    <a:pt x="506" y="6175"/>
                    <a:pt x="548" y="6169"/>
                    <a:pt x="590" y="6158"/>
                  </a:cubicBezTo>
                  <a:cubicBezTo>
                    <a:pt x="1939" y="5792"/>
                    <a:pt x="3200" y="5141"/>
                    <a:pt x="4299" y="4266"/>
                  </a:cubicBezTo>
                  <a:cubicBezTo>
                    <a:pt x="4385" y="4196"/>
                    <a:pt x="4488" y="4162"/>
                    <a:pt x="4589" y="4162"/>
                  </a:cubicBezTo>
                  <a:cubicBezTo>
                    <a:pt x="4734" y="4162"/>
                    <a:pt x="4876" y="4232"/>
                    <a:pt x="4963" y="4368"/>
                  </a:cubicBezTo>
                  <a:cubicBezTo>
                    <a:pt x="5933" y="5859"/>
                    <a:pt x="7635" y="6382"/>
                    <a:pt x="8666" y="6571"/>
                  </a:cubicBezTo>
                  <a:lnTo>
                    <a:pt x="8666" y="6599"/>
                  </a:lnTo>
                  <a:cubicBezTo>
                    <a:pt x="8903" y="6931"/>
                    <a:pt x="9079" y="7304"/>
                    <a:pt x="9174" y="7704"/>
                  </a:cubicBezTo>
                  <a:cubicBezTo>
                    <a:pt x="9723" y="9819"/>
                    <a:pt x="8130" y="11881"/>
                    <a:pt x="5940" y="11887"/>
                  </a:cubicBezTo>
                  <a:cubicBezTo>
                    <a:pt x="5519" y="11887"/>
                    <a:pt x="5004" y="11867"/>
                    <a:pt x="4563" y="11820"/>
                  </a:cubicBezTo>
                  <a:lnTo>
                    <a:pt x="2563" y="10721"/>
                  </a:lnTo>
                  <a:cubicBezTo>
                    <a:pt x="2544" y="10710"/>
                    <a:pt x="2524" y="10705"/>
                    <a:pt x="2505" y="10705"/>
                  </a:cubicBezTo>
                  <a:cubicBezTo>
                    <a:pt x="2431" y="10705"/>
                    <a:pt x="2368" y="10782"/>
                    <a:pt x="2400" y="10864"/>
                  </a:cubicBezTo>
                  <a:cubicBezTo>
                    <a:pt x="2536" y="11223"/>
                    <a:pt x="2834" y="11840"/>
                    <a:pt x="3350" y="12260"/>
                  </a:cubicBezTo>
                  <a:cubicBezTo>
                    <a:pt x="3451" y="12348"/>
                    <a:pt x="3465" y="12504"/>
                    <a:pt x="3370" y="12599"/>
                  </a:cubicBezTo>
                  <a:cubicBezTo>
                    <a:pt x="2977" y="12993"/>
                    <a:pt x="2658" y="13447"/>
                    <a:pt x="2427" y="13949"/>
                  </a:cubicBezTo>
                  <a:cubicBezTo>
                    <a:pt x="2389" y="14031"/>
                    <a:pt x="2452" y="14113"/>
                    <a:pt x="2532" y="14113"/>
                  </a:cubicBezTo>
                  <a:cubicBezTo>
                    <a:pt x="2551" y="14113"/>
                    <a:pt x="2571" y="14108"/>
                    <a:pt x="2590" y="14098"/>
                  </a:cubicBezTo>
                  <a:lnTo>
                    <a:pt x="4807" y="12871"/>
                  </a:lnTo>
                  <a:cubicBezTo>
                    <a:pt x="5397" y="12911"/>
                    <a:pt x="6055" y="12932"/>
                    <a:pt x="6360" y="12932"/>
                  </a:cubicBezTo>
                  <a:cubicBezTo>
                    <a:pt x="10110" y="12932"/>
                    <a:pt x="13073" y="9751"/>
                    <a:pt x="12809" y="6009"/>
                  </a:cubicBezTo>
                  <a:cubicBezTo>
                    <a:pt x="12564" y="2774"/>
                    <a:pt x="9981" y="211"/>
                    <a:pt x="6747" y="8"/>
                  </a:cubicBezTo>
                  <a:cubicBezTo>
                    <a:pt x="6657" y="3"/>
                    <a:pt x="6565" y="0"/>
                    <a:pt x="6472" y="0"/>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6" name="Google Shape;14346;p66"/>
            <p:cNvSpPr/>
            <p:nvPr/>
          </p:nvSpPr>
          <p:spPr>
            <a:xfrm>
              <a:off x="5249540" y="2484196"/>
              <a:ext cx="351639" cy="318931"/>
            </a:xfrm>
            <a:custGeom>
              <a:avLst/>
              <a:gdLst/>
              <a:ahLst/>
              <a:cxnLst/>
              <a:rect l="l" t="t" r="r" b="b"/>
              <a:pathLst>
                <a:path w="13406" h="12159" extrusionOk="0">
                  <a:moveTo>
                    <a:pt x="6290" y="0"/>
                  </a:moveTo>
                  <a:cubicBezTo>
                    <a:pt x="4288" y="0"/>
                    <a:pt x="2413" y="969"/>
                    <a:pt x="1349" y="1898"/>
                  </a:cubicBezTo>
                  <a:cubicBezTo>
                    <a:pt x="298" y="2699"/>
                    <a:pt x="34" y="3329"/>
                    <a:pt x="7" y="3749"/>
                  </a:cubicBezTo>
                  <a:cubicBezTo>
                    <a:pt x="1" y="4018"/>
                    <a:pt x="216" y="4221"/>
                    <a:pt x="465" y="4221"/>
                  </a:cubicBezTo>
                  <a:cubicBezTo>
                    <a:pt x="506" y="4221"/>
                    <a:pt x="548" y="4215"/>
                    <a:pt x="590" y="4204"/>
                  </a:cubicBezTo>
                  <a:cubicBezTo>
                    <a:pt x="1939" y="3831"/>
                    <a:pt x="3207" y="3187"/>
                    <a:pt x="4299" y="2312"/>
                  </a:cubicBezTo>
                  <a:cubicBezTo>
                    <a:pt x="4386" y="2242"/>
                    <a:pt x="4489" y="2208"/>
                    <a:pt x="4592" y="2208"/>
                  </a:cubicBezTo>
                  <a:cubicBezTo>
                    <a:pt x="4736" y="2208"/>
                    <a:pt x="4879" y="2276"/>
                    <a:pt x="4970" y="2407"/>
                  </a:cubicBezTo>
                  <a:cubicBezTo>
                    <a:pt x="5933" y="3905"/>
                    <a:pt x="7642" y="4428"/>
                    <a:pt x="8666" y="4611"/>
                  </a:cubicBezTo>
                  <a:lnTo>
                    <a:pt x="8672" y="4645"/>
                  </a:lnTo>
                  <a:cubicBezTo>
                    <a:pt x="8910" y="4977"/>
                    <a:pt x="9079" y="5350"/>
                    <a:pt x="9181" y="5750"/>
                  </a:cubicBezTo>
                  <a:cubicBezTo>
                    <a:pt x="9730" y="7865"/>
                    <a:pt x="8130" y="9927"/>
                    <a:pt x="5947" y="9933"/>
                  </a:cubicBezTo>
                  <a:cubicBezTo>
                    <a:pt x="5519" y="9933"/>
                    <a:pt x="5004" y="9906"/>
                    <a:pt x="4570" y="9866"/>
                  </a:cubicBezTo>
                  <a:lnTo>
                    <a:pt x="2563" y="8767"/>
                  </a:lnTo>
                  <a:cubicBezTo>
                    <a:pt x="2544" y="8756"/>
                    <a:pt x="2524" y="8751"/>
                    <a:pt x="2505" y="8751"/>
                  </a:cubicBezTo>
                  <a:cubicBezTo>
                    <a:pt x="2431" y="8751"/>
                    <a:pt x="2368" y="8828"/>
                    <a:pt x="2400" y="8910"/>
                  </a:cubicBezTo>
                  <a:cubicBezTo>
                    <a:pt x="2536" y="9269"/>
                    <a:pt x="2834" y="9886"/>
                    <a:pt x="3350" y="10306"/>
                  </a:cubicBezTo>
                  <a:cubicBezTo>
                    <a:pt x="3451" y="10388"/>
                    <a:pt x="3465" y="10550"/>
                    <a:pt x="3370" y="10645"/>
                  </a:cubicBezTo>
                  <a:cubicBezTo>
                    <a:pt x="2983" y="11039"/>
                    <a:pt x="2665" y="11493"/>
                    <a:pt x="2427" y="11995"/>
                  </a:cubicBezTo>
                  <a:cubicBezTo>
                    <a:pt x="2389" y="12077"/>
                    <a:pt x="2452" y="12159"/>
                    <a:pt x="2532" y="12159"/>
                  </a:cubicBezTo>
                  <a:cubicBezTo>
                    <a:pt x="2551" y="12159"/>
                    <a:pt x="2571" y="12154"/>
                    <a:pt x="2590" y="12144"/>
                  </a:cubicBezTo>
                  <a:lnTo>
                    <a:pt x="4807" y="10917"/>
                  </a:lnTo>
                  <a:cubicBezTo>
                    <a:pt x="5397" y="10957"/>
                    <a:pt x="6055" y="10978"/>
                    <a:pt x="6360" y="10978"/>
                  </a:cubicBezTo>
                  <a:cubicBezTo>
                    <a:pt x="7228" y="10978"/>
                    <a:pt x="8089" y="10801"/>
                    <a:pt x="8889" y="10462"/>
                  </a:cubicBezTo>
                  <a:cubicBezTo>
                    <a:pt x="13405" y="7669"/>
                    <a:pt x="11690" y="2407"/>
                    <a:pt x="9405" y="915"/>
                  </a:cubicBezTo>
                  <a:cubicBezTo>
                    <a:pt x="8395" y="259"/>
                    <a:pt x="7326" y="0"/>
                    <a:pt x="6290"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7" name="Google Shape;14347;p66"/>
            <p:cNvSpPr/>
            <p:nvPr/>
          </p:nvSpPr>
          <p:spPr>
            <a:xfrm>
              <a:off x="5369227" y="2515540"/>
              <a:ext cx="191820" cy="234549"/>
            </a:xfrm>
            <a:custGeom>
              <a:avLst/>
              <a:gdLst/>
              <a:ahLst/>
              <a:cxnLst/>
              <a:rect l="l" t="t" r="r" b="b"/>
              <a:pathLst>
                <a:path w="7313" h="8942" extrusionOk="0">
                  <a:moveTo>
                    <a:pt x="3181" y="1"/>
                  </a:moveTo>
                  <a:cubicBezTo>
                    <a:pt x="3077" y="1"/>
                    <a:pt x="2994" y="93"/>
                    <a:pt x="3018" y="202"/>
                  </a:cubicBezTo>
                  <a:cubicBezTo>
                    <a:pt x="3350" y="1653"/>
                    <a:pt x="5181" y="1924"/>
                    <a:pt x="4964" y="3409"/>
                  </a:cubicBezTo>
                  <a:cubicBezTo>
                    <a:pt x="4957" y="3465"/>
                    <a:pt x="4910" y="3505"/>
                    <a:pt x="4855" y="3505"/>
                  </a:cubicBezTo>
                  <a:cubicBezTo>
                    <a:pt x="4851" y="3505"/>
                    <a:pt x="4846" y="3504"/>
                    <a:pt x="4842" y="3504"/>
                  </a:cubicBezTo>
                  <a:cubicBezTo>
                    <a:pt x="4699" y="3497"/>
                    <a:pt x="4415" y="3463"/>
                    <a:pt x="4069" y="3409"/>
                  </a:cubicBezTo>
                  <a:lnTo>
                    <a:pt x="4069" y="3409"/>
                  </a:lnTo>
                  <a:cubicBezTo>
                    <a:pt x="4320" y="3755"/>
                    <a:pt x="4503" y="4141"/>
                    <a:pt x="4611" y="4555"/>
                  </a:cubicBezTo>
                  <a:cubicBezTo>
                    <a:pt x="5160" y="6670"/>
                    <a:pt x="3567" y="8738"/>
                    <a:pt x="1377" y="8738"/>
                  </a:cubicBezTo>
                  <a:cubicBezTo>
                    <a:pt x="956" y="8738"/>
                    <a:pt x="441" y="8718"/>
                    <a:pt x="0" y="8677"/>
                  </a:cubicBezTo>
                  <a:lnTo>
                    <a:pt x="0" y="8677"/>
                  </a:lnTo>
                  <a:cubicBezTo>
                    <a:pt x="679" y="8859"/>
                    <a:pt x="1305" y="8942"/>
                    <a:pt x="1877" y="8942"/>
                  </a:cubicBezTo>
                  <a:cubicBezTo>
                    <a:pt x="5971" y="8942"/>
                    <a:pt x="7312" y="4695"/>
                    <a:pt x="5438" y="1815"/>
                  </a:cubicBezTo>
                  <a:cubicBezTo>
                    <a:pt x="4998" y="1124"/>
                    <a:pt x="4381" y="561"/>
                    <a:pt x="3655" y="175"/>
                  </a:cubicBezTo>
                  <a:cubicBezTo>
                    <a:pt x="3519" y="100"/>
                    <a:pt x="3370" y="46"/>
                    <a:pt x="3221" y="5"/>
                  </a:cubicBezTo>
                  <a:cubicBezTo>
                    <a:pt x="3208" y="2"/>
                    <a:pt x="3194" y="1"/>
                    <a:pt x="3181" y="1"/>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8" name="Google Shape;14348;p66"/>
            <p:cNvSpPr/>
            <p:nvPr/>
          </p:nvSpPr>
          <p:spPr>
            <a:xfrm>
              <a:off x="5352335" y="2493245"/>
              <a:ext cx="24027" cy="30086"/>
            </a:xfrm>
            <a:custGeom>
              <a:avLst/>
              <a:gdLst/>
              <a:ahLst/>
              <a:cxnLst/>
              <a:rect l="l" t="t" r="r" b="b"/>
              <a:pathLst>
                <a:path w="916" h="1147" extrusionOk="0">
                  <a:moveTo>
                    <a:pt x="467" y="0"/>
                  </a:moveTo>
                  <a:cubicBezTo>
                    <a:pt x="463" y="0"/>
                    <a:pt x="459" y="1"/>
                    <a:pt x="454" y="1"/>
                  </a:cubicBezTo>
                  <a:cubicBezTo>
                    <a:pt x="204" y="1"/>
                    <a:pt x="0" y="204"/>
                    <a:pt x="0" y="455"/>
                  </a:cubicBezTo>
                  <a:lnTo>
                    <a:pt x="0" y="685"/>
                  </a:lnTo>
                  <a:cubicBezTo>
                    <a:pt x="0" y="943"/>
                    <a:pt x="204" y="1147"/>
                    <a:pt x="454" y="1147"/>
                  </a:cubicBezTo>
                  <a:cubicBezTo>
                    <a:pt x="712" y="1147"/>
                    <a:pt x="916" y="943"/>
                    <a:pt x="916" y="685"/>
                  </a:cubicBezTo>
                  <a:lnTo>
                    <a:pt x="916" y="455"/>
                  </a:lnTo>
                  <a:cubicBezTo>
                    <a:pt x="916" y="208"/>
                    <a:pt x="718" y="0"/>
                    <a:pt x="467"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49" name="Google Shape;14349;p66"/>
            <p:cNvSpPr/>
            <p:nvPr/>
          </p:nvSpPr>
          <p:spPr>
            <a:xfrm>
              <a:off x="5358184" y="2499304"/>
              <a:ext cx="12118" cy="11935"/>
            </a:xfrm>
            <a:custGeom>
              <a:avLst/>
              <a:gdLst/>
              <a:ahLst/>
              <a:cxnLst/>
              <a:rect l="l" t="t" r="r" b="b"/>
              <a:pathLst>
                <a:path w="462" h="455" extrusionOk="0">
                  <a:moveTo>
                    <a:pt x="231" y="0"/>
                  </a:moveTo>
                  <a:cubicBezTo>
                    <a:pt x="109" y="0"/>
                    <a:pt x="1" y="102"/>
                    <a:pt x="1" y="224"/>
                  </a:cubicBezTo>
                  <a:cubicBezTo>
                    <a:pt x="1" y="353"/>
                    <a:pt x="109" y="454"/>
                    <a:pt x="231" y="454"/>
                  </a:cubicBezTo>
                  <a:cubicBezTo>
                    <a:pt x="360" y="454"/>
                    <a:pt x="462" y="353"/>
                    <a:pt x="462" y="224"/>
                  </a:cubicBezTo>
                  <a:cubicBezTo>
                    <a:pt x="462" y="102"/>
                    <a:pt x="360"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50" name="Google Shape;14350;p66"/>
          <p:cNvGrpSpPr/>
          <p:nvPr/>
        </p:nvGrpSpPr>
        <p:grpSpPr>
          <a:xfrm>
            <a:off x="4109959" y="2558376"/>
            <a:ext cx="371102" cy="271585"/>
            <a:chOff x="4137047" y="2482176"/>
            <a:chExt cx="371102" cy="271585"/>
          </a:xfrm>
        </p:grpSpPr>
        <p:sp>
          <p:nvSpPr>
            <p:cNvPr id="14351" name="Google Shape;14351;p66"/>
            <p:cNvSpPr/>
            <p:nvPr/>
          </p:nvSpPr>
          <p:spPr>
            <a:xfrm>
              <a:off x="4264367" y="2702062"/>
              <a:ext cx="108540" cy="51699"/>
            </a:xfrm>
            <a:custGeom>
              <a:avLst/>
              <a:gdLst/>
              <a:ahLst/>
              <a:cxnLst/>
              <a:rect l="l" t="t" r="r" b="b"/>
              <a:pathLst>
                <a:path w="4138" h="1971" extrusionOk="0">
                  <a:moveTo>
                    <a:pt x="3927" y="0"/>
                  </a:moveTo>
                  <a:lnTo>
                    <a:pt x="1" y="1160"/>
                  </a:lnTo>
                  <a:cubicBezTo>
                    <a:pt x="1" y="1160"/>
                    <a:pt x="1711" y="1970"/>
                    <a:pt x="3364" y="1970"/>
                  </a:cubicBezTo>
                  <a:cubicBezTo>
                    <a:pt x="3544" y="1970"/>
                    <a:pt x="3723" y="1961"/>
                    <a:pt x="3900" y="1939"/>
                  </a:cubicBezTo>
                  <a:cubicBezTo>
                    <a:pt x="4049" y="1926"/>
                    <a:pt x="4137" y="1770"/>
                    <a:pt x="4090" y="1627"/>
                  </a:cubicBezTo>
                  <a:cubicBezTo>
                    <a:pt x="3954" y="1282"/>
                    <a:pt x="3771" y="631"/>
                    <a:pt x="3927" y="0"/>
                  </a:cubicBezTo>
                  <a:close/>
                </a:path>
              </a:pathLst>
            </a:custGeom>
            <a:solidFill>
              <a:srgbClr val="5D74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2" name="Google Shape;14352;p66"/>
            <p:cNvSpPr/>
            <p:nvPr/>
          </p:nvSpPr>
          <p:spPr>
            <a:xfrm>
              <a:off x="4240026" y="2482176"/>
              <a:ext cx="181958" cy="104841"/>
            </a:xfrm>
            <a:custGeom>
              <a:avLst/>
              <a:gdLst/>
              <a:ahLst/>
              <a:cxnLst/>
              <a:rect l="l" t="t" r="r" b="b"/>
              <a:pathLst>
                <a:path w="6937" h="3997" extrusionOk="0">
                  <a:moveTo>
                    <a:pt x="1310" y="1"/>
                  </a:moveTo>
                  <a:cubicBezTo>
                    <a:pt x="1233" y="1"/>
                    <a:pt x="1156" y="41"/>
                    <a:pt x="1119" y="111"/>
                  </a:cubicBezTo>
                  <a:lnTo>
                    <a:pt x="0" y="1914"/>
                  </a:lnTo>
                  <a:lnTo>
                    <a:pt x="6937" y="3996"/>
                  </a:lnTo>
                  <a:cubicBezTo>
                    <a:pt x="5628" y="2036"/>
                    <a:pt x="3648" y="619"/>
                    <a:pt x="1370" y="9"/>
                  </a:cubicBezTo>
                  <a:cubicBezTo>
                    <a:pt x="1350" y="3"/>
                    <a:pt x="1330" y="1"/>
                    <a:pt x="1310" y="1"/>
                  </a:cubicBezTo>
                  <a:close/>
                </a:path>
              </a:pathLst>
            </a:custGeom>
            <a:solidFill>
              <a:srgbClr val="5D74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3" name="Google Shape;14353;p66"/>
            <p:cNvSpPr/>
            <p:nvPr/>
          </p:nvSpPr>
          <p:spPr>
            <a:xfrm>
              <a:off x="4415924" y="2545049"/>
              <a:ext cx="92225" cy="168528"/>
            </a:xfrm>
            <a:custGeom>
              <a:avLst/>
              <a:gdLst/>
              <a:ahLst/>
              <a:cxnLst/>
              <a:rect l="l" t="t" r="r" b="b"/>
              <a:pathLst>
                <a:path w="3516" h="6425" extrusionOk="0">
                  <a:moveTo>
                    <a:pt x="3267" y="1"/>
                  </a:moveTo>
                  <a:cubicBezTo>
                    <a:pt x="3209" y="1"/>
                    <a:pt x="3150" y="25"/>
                    <a:pt x="3106" y="80"/>
                  </a:cubicBezTo>
                  <a:cubicBezTo>
                    <a:pt x="2522" y="758"/>
                    <a:pt x="1505" y="1674"/>
                    <a:pt x="0" y="2060"/>
                  </a:cubicBezTo>
                  <a:lnTo>
                    <a:pt x="41" y="4372"/>
                  </a:lnTo>
                  <a:cubicBezTo>
                    <a:pt x="1519" y="4759"/>
                    <a:pt x="2522" y="5667"/>
                    <a:pt x="3106" y="6345"/>
                  </a:cubicBezTo>
                  <a:cubicBezTo>
                    <a:pt x="3150" y="6401"/>
                    <a:pt x="3209" y="6425"/>
                    <a:pt x="3266" y="6425"/>
                  </a:cubicBezTo>
                  <a:cubicBezTo>
                    <a:pt x="3391" y="6425"/>
                    <a:pt x="3511" y="6311"/>
                    <a:pt x="3479" y="6162"/>
                  </a:cubicBezTo>
                  <a:lnTo>
                    <a:pt x="2950" y="3728"/>
                  </a:lnTo>
                  <a:cubicBezTo>
                    <a:pt x="2895" y="3389"/>
                    <a:pt x="2895" y="3043"/>
                    <a:pt x="2950" y="2697"/>
                  </a:cubicBezTo>
                  <a:lnTo>
                    <a:pt x="3479" y="263"/>
                  </a:lnTo>
                  <a:cubicBezTo>
                    <a:pt x="3516" y="114"/>
                    <a:pt x="3394" y="1"/>
                    <a:pt x="3267" y="1"/>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4" name="Google Shape;14354;p66"/>
            <p:cNvSpPr/>
            <p:nvPr/>
          </p:nvSpPr>
          <p:spPr>
            <a:xfrm>
              <a:off x="4137047" y="2520104"/>
              <a:ext cx="315363" cy="218443"/>
            </a:xfrm>
            <a:custGeom>
              <a:avLst/>
              <a:gdLst/>
              <a:ahLst/>
              <a:cxnLst/>
              <a:rect l="l" t="t" r="r" b="b"/>
              <a:pathLst>
                <a:path w="12023" h="8328" extrusionOk="0">
                  <a:moveTo>
                    <a:pt x="4157" y="1"/>
                  </a:moveTo>
                  <a:cubicBezTo>
                    <a:pt x="678" y="1"/>
                    <a:pt x="95" y="3269"/>
                    <a:pt x="14" y="4015"/>
                  </a:cubicBezTo>
                  <a:cubicBezTo>
                    <a:pt x="0" y="4110"/>
                    <a:pt x="47" y="4204"/>
                    <a:pt x="136" y="4245"/>
                  </a:cubicBezTo>
                  <a:cubicBezTo>
                    <a:pt x="335" y="4345"/>
                    <a:pt x="763" y="4503"/>
                    <a:pt x="1440" y="4503"/>
                  </a:cubicBezTo>
                  <a:cubicBezTo>
                    <a:pt x="1594" y="4503"/>
                    <a:pt x="1760" y="4495"/>
                    <a:pt x="1939" y="4476"/>
                  </a:cubicBezTo>
                  <a:lnTo>
                    <a:pt x="1939" y="4476"/>
                  </a:lnTo>
                  <a:cubicBezTo>
                    <a:pt x="1709" y="4957"/>
                    <a:pt x="1166" y="5283"/>
                    <a:pt x="658" y="5398"/>
                  </a:cubicBezTo>
                  <a:cubicBezTo>
                    <a:pt x="529" y="5425"/>
                    <a:pt x="454" y="5554"/>
                    <a:pt x="488" y="5683"/>
                  </a:cubicBezTo>
                  <a:cubicBezTo>
                    <a:pt x="678" y="6381"/>
                    <a:pt x="1458" y="8327"/>
                    <a:pt x="4163" y="8327"/>
                  </a:cubicBezTo>
                  <a:cubicBezTo>
                    <a:pt x="6462" y="8327"/>
                    <a:pt x="12022" y="6462"/>
                    <a:pt x="12022" y="4164"/>
                  </a:cubicBezTo>
                  <a:cubicBezTo>
                    <a:pt x="12022" y="1865"/>
                    <a:pt x="6455" y="1"/>
                    <a:pt x="4157"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5" name="Google Shape;14355;p66"/>
            <p:cNvSpPr/>
            <p:nvPr/>
          </p:nvSpPr>
          <p:spPr>
            <a:xfrm>
              <a:off x="4148955" y="2618283"/>
              <a:ext cx="303455" cy="120265"/>
            </a:xfrm>
            <a:custGeom>
              <a:avLst/>
              <a:gdLst/>
              <a:ahLst/>
              <a:cxnLst/>
              <a:rect l="l" t="t" r="r" b="b"/>
              <a:pathLst>
                <a:path w="11569" h="4585" extrusionOk="0">
                  <a:moveTo>
                    <a:pt x="11507" y="0"/>
                  </a:moveTo>
                  <a:cubicBezTo>
                    <a:pt x="10063" y="1316"/>
                    <a:pt x="6035" y="2272"/>
                    <a:pt x="4170" y="2272"/>
                  </a:cubicBezTo>
                  <a:cubicBezTo>
                    <a:pt x="2570" y="2272"/>
                    <a:pt x="1648" y="1743"/>
                    <a:pt x="1119" y="1201"/>
                  </a:cubicBezTo>
                  <a:cubicBezTo>
                    <a:pt x="855" y="1424"/>
                    <a:pt x="536" y="1580"/>
                    <a:pt x="204" y="1655"/>
                  </a:cubicBezTo>
                  <a:cubicBezTo>
                    <a:pt x="75" y="1682"/>
                    <a:pt x="0" y="1811"/>
                    <a:pt x="34" y="1940"/>
                  </a:cubicBezTo>
                  <a:cubicBezTo>
                    <a:pt x="224" y="2638"/>
                    <a:pt x="997" y="4584"/>
                    <a:pt x="3703" y="4584"/>
                  </a:cubicBezTo>
                  <a:cubicBezTo>
                    <a:pt x="6001" y="4584"/>
                    <a:pt x="11568" y="2719"/>
                    <a:pt x="11568" y="421"/>
                  </a:cubicBezTo>
                  <a:cubicBezTo>
                    <a:pt x="11568" y="278"/>
                    <a:pt x="11548" y="136"/>
                    <a:pt x="11507"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6" name="Google Shape;14356;p66"/>
            <p:cNvSpPr/>
            <p:nvPr/>
          </p:nvSpPr>
          <p:spPr>
            <a:xfrm>
              <a:off x="4137047" y="2520996"/>
              <a:ext cx="151714" cy="216817"/>
            </a:xfrm>
            <a:custGeom>
              <a:avLst/>
              <a:gdLst/>
              <a:ahLst/>
              <a:cxnLst/>
              <a:rect l="l" t="t" r="r" b="b"/>
              <a:pathLst>
                <a:path w="5784" h="8266" extrusionOk="0">
                  <a:moveTo>
                    <a:pt x="3634" y="0"/>
                  </a:moveTo>
                  <a:cubicBezTo>
                    <a:pt x="624" y="312"/>
                    <a:pt x="102" y="3269"/>
                    <a:pt x="14" y="3981"/>
                  </a:cubicBezTo>
                  <a:cubicBezTo>
                    <a:pt x="0" y="4076"/>
                    <a:pt x="54" y="4170"/>
                    <a:pt x="136" y="4211"/>
                  </a:cubicBezTo>
                  <a:cubicBezTo>
                    <a:pt x="341" y="4314"/>
                    <a:pt x="771" y="4470"/>
                    <a:pt x="1450" y="4470"/>
                  </a:cubicBezTo>
                  <a:cubicBezTo>
                    <a:pt x="1534" y="4470"/>
                    <a:pt x="1623" y="4467"/>
                    <a:pt x="1716" y="4462"/>
                  </a:cubicBezTo>
                  <a:cubicBezTo>
                    <a:pt x="1718" y="4462"/>
                    <a:pt x="1721" y="4462"/>
                    <a:pt x="1724" y="4462"/>
                  </a:cubicBezTo>
                  <a:cubicBezTo>
                    <a:pt x="1821" y="4462"/>
                    <a:pt x="1877" y="4573"/>
                    <a:pt x="1824" y="4652"/>
                  </a:cubicBezTo>
                  <a:cubicBezTo>
                    <a:pt x="1546" y="5018"/>
                    <a:pt x="1092" y="5269"/>
                    <a:pt x="665" y="5371"/>
                  </a:cubicBezTo>
                  <a:cubicBezTo>
                    <a:pt x="536" y="5398"/>
                    <a:pt x="454" y="5527"/>
                    <a:pt x="495" y="5655"/>
                  </a:cubicBezTo>
                  <a:cubicBezTo>
                    <a:pt x="671" y="6306"/>
                    <a:pt x="1363" y="8029"/>
                    <a:pt x="3628" y="8266"/>
                  </a:cubicBezTo>
                  <a:cubicBezTo>
                    <a:pt x="4916" y="7412"/>
                    <a:pt x="5784" y="5886"/>
                    <a:pt x="5784" y="4137"/>
                  </a:cubicBezTo>
                  <a:cubicBezTo>
                    <a:pt x="5784" y="2387"/>
                    <a:pt x="4916" y="855"/>
                    <a:pt x="3634" y="0"/>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7" name="Google Shape;14357;p66"/>
            <p:cNvSpPr/>
            <p:nvPr/>
          </p:nvSpPr>
          <p:spPr>
            <a:xfrm>
              <a:off x="4148771" y="2649759"/>
              <a:ext cx="131281" cy="88054"/>
            </a:xfrm>
            <a:custGeom>
              <a:avLst/>
              <a:gdLst/>
              <a:ahLst/>
              <a:cxnLst/>
              <a:rect l="l" t="t" r="r" b="b"/>
              <a:pathLst>
                <a:path w="5005" h="3357" extrusionOk="0">
                  <a:moveTo>
                    <a:pt x="1126" y="1"/>
                  </a:moveTo>
                  <a:cubicBezTo>
                    <a:pt x="862" y="224"/>
                    <a:pt x="543" y="380"/>
                    <a:pt x="211" y="455"/>
                  </a:cubicBezTo>
                  <a:cubicBezTo>
                    <a:pt x="82" y="482"/>
                    <a:pt x="1" y="618"/>
                    <a:pt x="41" y="740"/>
                  </a:cubicBezTo>
                  <a:cubicBezTo>
                    <a:pt x="218" y="1391"/>
                    <a:pt x="909" y="3113"/>
                    <a:pt x="3174" y="3357"/>
                  </a:cubicBezTo>
                  <a:cubicBezTo>
                    <a:pt x="4015" y="2787"/>
                    <a:pt x="4659" y="1974"/>
                    <a:pt x="5005" y="1024"/>
                  </a:cubicBezTo>
                  <a:lnTo>
                    <a:pt x="5005" y="1024"/>
                  </a:lnTo>
                  <a:cubicBezTo>
                    <a:pt x="4700" y="1058"/>
                    <a:pt x="4422" y="1072"/>
                    <a:pt x="4177" y="1072"/>
                  </a:cubicBezTo>
                  <a:cubicBezTo>
                    <a:pt x="2577" y="1072"/>
                    <a:pt x="1655" y="543"/>
                    <a:pt x="1126"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8" name="Google Shape;14358;p66"/>
            <p:cNvSpPr/>
            <p:nvPr/>
          </p:nvSpPr>
          <p:spPr>
            <a:xfrm>
              <a:off x="4315411" y="2615608"/>
              <a:ext cx="77588" cy="55109"/>
            </a:xfrm>
            <a:custGeom>
              <a:avLst/>
              <a:gdLst/>
              <a:ahLst/>
              <a:cxnLst/>
              <a:rect l="l" t="t" r="r" b="b"/>
              <a:pathLst>
                <a:path w="2958" h="2101" extrusionOk="0">
                  <a:moveTo>
                    <a:pt x="937" y="1"/>
                  </a:moveTo>
                  <a:cubicBezTo>
                    <a:pt x="835" y="1"/>
                    <a:pt x="727" y="48"/>
                    <a:pt x="659" y="130"/>
                  </a:cubicBezTo>
                  <a:lnTo>
                    <a:pt x="137" y="706"/>
                  </a:lnTo>
                  <a:cubicBezTo>
                    <a:pt x="1" y="855"/>
                    <a:pt x="8" y="1092"/>
                    <a:pt x="157" y="1235"/>
                  </a:cubicBezTo>
                  <a:cubicBezTo>
                    <a:pt x="595" y="1654"/>
                    <a:pt x="1201" y="2101"/>
                    <a:pt x="1591" y="2101"/>
                  </a:cubicBezTo>
                  <a:cubicBezTo>
                    <a:pt x="1636" y="2101"/>
                    <a:pt x="1678" y="2095"/>
                    <a:pt x="1717" y="2082"/>
                  </a:cubicBezTo>
                  <a:cubicBezTo>
                    <a:pt x="2178" y="1933"/>
                    <a:pt x="2957" y="530"/>
                    <a:pt x="2829" y="292"/>
                  </a:cubicBezTo>
                  <a:cubicBezTo>
                    <a:pt x="2693" y="28"/>
                    <a:pt x="1405" y="1"/>
                    <a:pt x="937" y="1"/>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9" name="Google Shape;14359;p66"/>
            <p:cNvSpPr/>
            <p:nvPr/>
          </p:nvSpPr>
          <p:spPr>
            <a:xfrm>
              <a:off x="4173323" y="2580748"/>
              <a:ext cx="24394" cy="30453"/>
            </a:xfrm>
            <a:custGeom>
              <a:avLst/>
              <a:gdLst/>
              <a:ahLst/>
              <a:cxnLst/>
              <a:rect l="l" t="t" r="r" b="b"/>
              <a:pathLst>
                <a:path w="930" h="1161" extrusionOk="0">
                  <a:moveTo>
                    <a:pt x="461" y="1"/>
                  </a:moveTo>
                  <a:cubicBezTo>
                    <a:pt x="210" y="1"/>
                    <a:pt x="0" y="211"/>
                    <a:pt x="0" y="469"/>
                  </a:cubicBezTo>
                  <a:lnTo>
                    <a:pt x="0" y="699"/>
                  </a:lnTo>
                  <a:cubicBezTo>
                    <a:pt x="0" y="950"/>
                    <a:pt x="210" y="1160"/>
                    <a:pt x="461" y="1160"/>
                  </a:cubicBezTo>
                  <a:cubicBezTo>
                    <a:pt x="719" y="1160"/>
                    <a:pt x="929" y="950"/>
                    <a:pt x="929" y="699"/>
                  </a:cubicBezTo>
                  <a:lnTo>
                    <a:pt x="929" y="469"/>
                  </a:lnTo>
                  <a:cubicBezTo>
                    <a:pt x="929" y="211"/>
                    <a:pt x="719" y="1"/>
                    <a:pt x="46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0" name="Google Shape;14360;p66"/>
            <p:cNvSpPr/>
            <p:nvPr/>
          </p:nvSpPr>
          <p:spPr>
            <a:xfrm>
              <a:off x="4179356" y="2586807"/>
              <a:ext cx="12118" cy="12302"/>
            </a:xfrm>
            <a:custGeom>
              <a:avLst/>
              <a:gdLst/>
              <a:ahLst/>
              <a:cxnLst/>
              <a:rect l="l" t="t" r="r" b="b"/>
              <a:pathLst>
                <a:path w="462" h="469" extrusionOk="0">
                  <a:moveTo>
                    <a:pt x="231" y="0"/>
                  </a:moveTo>
                  <a:cubicBezTo>
                    <a:pt x="103" y="0"/>
                    <a:pt x="1" y="109"/>
                    <a:pt x="1" y="231"/>
                  </a:cubicBezTo>
                  <a:cubicBezTo>
                    <a:pt x="1" y="360"/>
                    <a:pt x="103" y="468"/>
                    <a:pt x="231" y="468"/>
                  </a:cubicBezTo>
                  <a:cubicBezTo>
                    <a:pt x="360" y="468"/>
                    <a:pt x="462" y="360"/>
                    <a:pt x="462" y="231"/>
                  </a:cubicBezTo>
                  <a:cubicBezTo>
                    <a:pt x="462" y="109"/>
                    <a:pt x="360"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1" name="Google Shape;14361;p66"/>
            <p:cNvSpPr/>
            <p:nvPr/>
          </p:nvSpPr>
          <p:spPr>
            <a:xfrm>
              <a:off x="4334978" y="2629300"/>
              <a:ext cx="52145" cy="16918"/>
            </a:xfrm>
            <a:custGeom>
              <a:avLst/>
              <a:gdLst/>
              <a:ahLst/>
              <a:cxnLst/>
              <a:rect l="l" t="t" r="r" b="b"/>
              <a:pathLst>
                <a:path w="1988" h="645" extrusionOk="0">
                  <a:moveTo>
                    <a:pt x="313" y="1"/>
                  </a:moveTo>
                  <a:cubicBezTo>
                    <a:pt x="1" y="1"/>
                    <a:pt x="1" y="469"/>
                    <a:pt x="313" y="469"/>
                  </a:cubicBezTo>
                  <a:cubicBezTo>
                    <a:pt x="808" y="475"/>
                    <a:pt x="1296" y="536"/>
                    <a:pt x="1777" y="645"/>
                  </a:cubicBezTo>
                  <a:cubicBezTo>
                    <a:pt x="1859" y="509"/>
                    <a:pt x="1927" y="367"/>
                    <a:pt x="1988" y="218"/>
                  </a:cubicBezTo>
                  <a:cubicBezTo>
                    <a:pt x="1438" y="82"/>
                    <a:pt x="876" y="8"/>
                    <a:pt x="313"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62" name="Google Shape;14362;p66"/>
          <p:cNvGrpSpPr/>
          <p:nvPr/>
        </p:nvGrpSpPr>
        <p:grpSpPr>
          <a:xfrm>
            <a:off x="4659346" y="2509116"/>
            <a:ext cx="367377" cy="370079"/>
            <a:chOff x="4686434" y="2432916"/>
            <a:chExt cx="367377" cy="370079"/>
          </a:xfrm>
        </p:grpSpPr>
        <p:sp>
          <p:nvSpPr>
            <p:cNvPr id="14363" name="Google Shape;14363;p66"/>
            <p:cNvSpPr/>
            <p:nvPr/>
          </p:nvSpPr>
          <p:spPr>
            <a:xfrm>
              <a:off x="4795105" y="2432916"/>
              <a:ext cx="175426" cy="76198"/>
            </a:xfrm>
            <a:custGeom>
              <a:avLst/>
              <a:gdLst/>
              <a:ahLst/>
              <a:cxnLst/>
              <a:rect l="l" t="t" r="r" b="b"/>
              <a:pathLst>
                <a:path w="6688" h="2905" extrusionOk="0">
                  <a:moveTo>
                    <a:pt x="6451" y="1"/>
                  </a:moveTo>
                  <a:cubicBezTo>
                    <a:pt x="6444" y="1"/>
                    <a:pt x="6436" y="1"/>
                    <a:pt x="6428" y="2"/>
                  </a:cubicBezTo>
                  <a:cubicBezTo>
                    <a:pt x="5215" y="172"/>
                    <a:pt x="2258" y="741"/>
                    <a:pt x="0" y="2463"/>
                  </a:cubicBezTo>
                  <a:lnTo>
                    <a:pt x="4842" y="2904"/>
                  </a:lnTo>
                  <a:cubicBezTo>
                    <a:pt x="5120" y="1772"/>
                    <a:pt x="6028" y="795"/>
                    <a:pt x="6571" y="294"/>
                  </a:cubicBezTo>
                  <a:cubicBezTo>
                    <a:pt x="6687" y="190"/>
                    <a:pt x="6600" y="1"/>
                    <a:pt x="6451"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4" name="Google Shape;14364;p66"/>
            <p:cNvSpPr/>
            <p:nvPr/>
          </p:nvSpPr>
          <p:spPr>
            <a:xfrm>
              <a:off x="4795105" y="2726771"/>
              <a:ext cx="175374" cy="76224"/>
            </a:xfrm>
            <a:custGeom>
              <a:avLst/>
              <a:gdLst/>
              <a:ahLst/>
              <a:cxnLst/>
              <a:rect l="l" t="t" r="r" b="b"/>
              <a:pathLst>
                <a:path w="6686" h="2906" extrusionOk="0">
                  <a:moveTo>
                    <a:pt x="4842" y="1"/>
                  </a:moveTo>
                  <a:lnTo>
                    <a:pt x="0" y="441"/>
                  </a:lnTo>
                  <a:cubicBezTo>
                    <a:pt x="2258" y="2164"/>
                    <a:pt x="5215" y="2733"/>
                    <a:pt x="6428" y="2903"/>
                  </a:cubicBezTo>
                  <a:cubicBezTo>
                    <a:pt x="6438" y="2904"/>
                    <a:pt x="6448" y="2905"/>
                    <a:pt x="6458" y="2905"/>
                  </a:cubicBezTo>
                  <a:cubicBezTo>
                    <a:pt x="6603" y="2905"/>
                    <a:pt x="6685" y="2719"/>
                    <a:pt x="6571" y="2611"/>
                  </a:cubicBezTo>
                  <a:cubicBezTo>
                    <a:pt x="6028" y="2109"/>
                    <a:pt x="5120" y="1133"/>
                    <a:pt x="4842"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5" name="Google Shape;14365;p66"/>
            <p:cNvSpPr/>
            <p:nvPr/>
          </p:nvSpPr>
          <p:spPr>
            <a:xfrm>
              <a:off x="4686434" y="2485428"/>
              <a:ext cx="367377" cy="265028"/>
            </a:xfrm>
            <a:custGeom>
              <a:avLst/>
              <a:gdLst/>
              <a:ahLst/>
              <a:cxnLst/>
              <a:rect l="l" t="t" r="r" b="b"/>
              <a:pathLst>
                <a:path w="14006" h="10104" extrusionOk="0">
                  <a:moveTo>
                    <a:pt x="6503" y="0"/>
                  </a:moveTo>
                  <a:cubicBezTo>
                    <a:pt x="2523" y="0"/>
                    <a:pt x="1723" y="2767"/>
                    <a:pt x="150" y="4740"/>
                  </a:cubicBezTo>
                  <a:cubicBezTo>
                    <a:pt x="0" y="4923"/>
                    <a:pt x="0" y="5181"/>
                    <a:pt x="150" y="5371"/>
                  </a:cubicBezTo>
                  <a:cubicBezTo>
                    <a:pt x="1723" y="7344"/>
                    <a:pt x="2530" y="10103"/>
                    <a:pt x="6503" y="10103"/>
                  </a:cubicBezTo>
                  <a:cubicBezTo>
                    <a:pt x="6508" y="10103"/>
                    <a:pt x="6513" y="10103"/>
                    <a:pt x="6519" y="10103"/>
                  </a:cubicBezTo>
                  <a:cubicBezTo>
                    <a:pt x="8757" y="10103"/>
                    <a:pt x="10729" y="8634"/>
                    <a:pt x="11372" y="6489"/>
                  </a:cubicBezTo>
                  <a:cubicBezTo>
                    <a:pt x="11433" y="6294"/>
                    <a:pt x="11616" y="6173"/>
                    <a:pt x="11807" y="6173"/>
                  </a:cubicBezTo>
                  <a:cubicBezTo>
                    <a:pt x="11868" y="6173"/>
                    <a:pt x="11930" y="6185"/>
                    <a:pt x="11989" y="6211"/>
                  </a:cubicBezTo>
                  <a:lnTo>
                    <a:pt x="13657" y="6923"/>
                  </a:lnTo>
                  <a:cubicBezTo>
                    <a:pt x="13687" y="6936"/>
                    <a:pt x="13717" y="6942"/>
                    <a:pt x="13746" y="6942"/>
                  </a:cubicBezTo>
                  <a:cubicBezTo>
                    <a:pt x="13888" y="6942"/>
                    <a:pt x="14006" y="6804"/>
                    <a:pt x="13955" y="6652"/>
                  </a:cubicBezTo>
                  <a:lnTo>
                    <a:pt x="13541" y="5418"/>
                  </a:lnTo>
                  <a:cubicBezTo>
                    <a:pt x="13460" y="5181"/>
                    <a:pt x="13467" y="4923"/>
                    <a:pt x="13541" y="4692"/>
                  </a:cubicBezTo>
                  <a:lnTo>
                    <a:pt x="13955" y="3452"/>
                  </a:lnTo>
                  <a:cubicBezTo>
                    <a:pt x="14006" y="3305"/>
                    <a:pt x="13887" y="3162"/>
                    <a:pt x="13744" y="3162"/>
                  </a:cubicBezTo>
                  <a:cubicBezTo>
                    <a:pt x="13715" y="3162"/>
                    <a:pt x="13686" y="3168"/>
                    <a:pt x="13657" y="3180"/>
                  </a:cubicBezTo>
                  <a:lnTo>
                    <a:pt x="11995" y="3899"/>
                  </a:lnTo>
                  <a:cubicBezTo>
                    <a:pt x="11937" y="3923"/>
                    <a:pt x="11877" y="3934"/>
                    <a:pt x="11818" y="3934"/>
                  </a:cubicBezTo>
                  <a:cubicBezTo>
                    <a:pt x="11623" y="3934"/>
                    <a:pt x="11441" y="3812"/>
                    <a:pt x="11378" y="3614"/>
                  </a:cubicBezTo>
                  <a:cubicBezTo>
                    <a:pt x="10727" y="1465"/>
                    <a:pt x="8747" y="0"/>
                    <a:pt x="6503"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6" name="Google Shape;14366;p66"/>
            <p:cNvSpPr/>
            <p:nvPr/>
          </p:nvSpPr>
          <p:spPr>
            <a:xfrm>
              <a:off x="4686434" y="2517980"/>
              <a:ext cx="238719" cy="232476"/>
            </a:xfrm>
            <a:custGeom>
              <a:avLst/>
              <a:gdLst/>
              <a:ahLst/>
              <a:cxnLst/>
              <a:rect l="l" t="t" r="r" b="b"/>
              <a:pathLst>
                <a:path w="9101" h="8863" extrusionOk="0">
                  <a:moveTo>
                    <a:pt x="2835" y="0"/>
                  </a:moveTo>
                  <a:lnTo>
                    <a:pt x="2835" y="0"/>
                  </a:lnTo>
                  <a:cubicBezTo>
                    <a:pt x="1702" y="983"/>
                    <a:pt x="1051" y="2367"/>
                    <a:pt x="143" y="3499"/>
                  </a:cubicBezTo>
                  <a:cubicBezTo>
                    <a:pt x="0" y="3682"/>
                    <a:pt x="0" y="3946"/>
                    <a:pt x="143" y="4130"/>
                  </a:cubicBezTo>
                  <a:cubicBezTo>
                    <a:pt x="1723" y="6103"/>
                    <a:pt x="2523" y="8862"/>
                    <a:pt x="6503" y="8862"/>
                  </a:cubicBezTo>
                  <a:cubicBezTo>
                    <a:pt x="7412" y="8862"/>
                    <a:pt x="8314" y="8618"/>
                    <a:pt x="9100" y="8150"/>
                  </a:cubicBezTo>
                  <a:cubicBezTo>
                    <a:pt x="5459" y="7527"/>
                    <a:pt x="2808" y="4374"/>
                    <a:pt x="2808" y="685"/>
                  </a:cubicBezTo>
                  <a:cubicBezTo>
                    <a:pt x="2808" y="454"/>
                    <a:pt x="2814" y="224"/>
                    <a:pt x="2835"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7" name="Google Shape;14367;p66"/>
            <p:cNvSpPr/>
            <p:nvPr/>
          </p:nvSpPr>
          <p:spPr>
            <a:xfrm>
              <a:off x="4725386" y="2593916"/>
              <a:ext cx="30086" cy="30086"/>
            </a:xfrm>
            <a:custGeom>
              <a:avLst/>
              <a:gdLst/>
              <a:ahLst/>
              <a:cxnLst/>
              <a:rect l="l" t="t" r="r" b="b"/>
              <a:pathLst>
                <a:path w="1147" h="1147" extrusionOk="0">
                  <a:moveTo>
                    <a:pt x="577" y="0"/>
                  </a:moveTo>
                  <a:cubicBezTo>
                    <a:pt x="258" y="0"/>
                    <a:pt x="0" y="258"/>
                    <a:pt x="0" y="577"/>
                  </a:cubicBezTo>
                  <a:cubicBezTo>
                    <a:pt x="0" y="889"/>
                    <a:pt x="258" y="1146"/>
                    <a:pt x="577" y="1146"/>
                  </a:cubicBezTo>
                  <a:cubicBezTo>
                    <a:pt x="889" y="1146"/>
                    <a:pt x="1146" y="889"/>
                    <a:pt x="1146" y="577"/>
                  </a:cubicBezTo>
                  <a:cubicBezTo>
                    <a:pt x="1146" y="258"/>
                    <a:pt x="889" y="0"/>
                    <a:pt x="577"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8" name="Google Shape;14368;p66"/>
            <p:cNvSpPr/>
            <p:nvPr/>
          </p:nvSpPr>
          <p:spPr>
            <a:xfrm>
              <a:off x="4737478" y="2599949"/>
              <a:ext cx="12118" cy="11961"/>
            </a:xfrm>
            <a:custGeom>
              <a:avLst/>
              <a:gdLst/>
              <a:ahLst/>
              <a:cxnLst/>
              <a:rect l="l" t="t" r="r" b="b"/>
              <a:pathLst>
                <a:path w="462" h="456" extrusionOk="0">
                  <a:moveTo>
                    <a:pt x="231" y="1"/>
                  </a:moveTo>
                  <a:cubicBezTo>
                    <a:pt x="102" y="1"/>
                    <a:pt x="0" y="103"/>
                    <a:pt x="0" y="225"/>
                  </a:cubicBezTo>
                  <a:cubicBezTo>
                    <a:pt x="0" y="354"/>
                    <a:pt x="102" y="455"/>
                    <a:pt x="231" y="455"/>
                  </a:cubicBezTo>
                  <a:cubicBezTo>
                    <a:pt x="353" y="455"/>
                    <a:pt x="462" y="354"/>
                    <a:pt x="462" y="225"/>
                  </a:cubicBezTo>
                  <a:cubicBezTo>
                    <a:pt x="462" y="103"/>
                    <a:pt x="353" y="1"/>
                    <a:pt x="2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9" name="Google Shape;14369;p66"/>
            <p:cNvSpPr/>
            <p:nvPr/>
          </p:nvSpPr>
          <p:spPr>
            <a:xfrm>
              <a:off x="4772862" y="2488261"/>
              <a:ext cx="51253" cy="259336"/>
            </a:xfrm>
            <a:custGeom>
              <a:avLst/>
              <a:gdLst/>
              <a:ahLst/>
              <a:cxnLst/>
              <a:rect l="l" t="t" r="r" b="b"/>
              <a:pathLst>
                <a:path w="1954" h="9887" extrusionOk="0">
                  <a:moveTo>
                    <a:pt x="1954" y="1"/>
                  </a:moveTo>
                  <a:cubicBezTo>
                    <a:pt x="1560" y="69"/>
                    <a:pt x="1167" y="184"/>
                    <a:pt x="794" y="340"/>
                  </a:cubicBezTo>
                  <a:cubicBezTo>
                    <a:pt x="299" y="1642"/>
                    <a:pt x="1" y="3222"/>
                    <a:pt x="1" y="4944"/>
                  </a:cubicBezTo>
                  <a:cubicBezTo>
                    <a:pt x="1" y="6659"/>
                    <a:pt x="299" y="8246"/>
                    <a:pt x="794" y="9548"/>
                  </a:cubicBezTo>
                  <a:cubicBezTo>
                    <a:pt x="1167" y="9704"/>
                    <a:pt x="1560" y="9812"/>
                    <a:pt x="1954" y="9887"/>
                  </a:cubicBezTo>
                  <a:cubicBezTo>
                    <a:pt x="1628" y="8497"/>
                    <a:pt x="1432" y="6795"/>
                    <a:pt x="1432" y="4944"/>
                  </a:cubicBezTo>
                  <a:cubicBezTo>
                    <a:pt x="1432" y="3100"/>
                    <a:pt x="1628" y="1391"/>
                    <a:pt x="1954"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0" name="Google Shape;14370;p66"/>
            <p:cNvSpPr/>
            <p:nvPr/>
          </p:nvSpPr>
          <p:spPr>
            <a:xfrm>
              <a:off x="4772862" y="2606900"/>
              <a:ext cx="51253" cy="140698"/>
            </a:xfrm>
            <a:custGeom>
              <a:avLst/>
              <a:gdLst/>
              <a:ahLst/>
              <a:cxnLst/>
              <a:rect l="l" t="t" r="r" b="b"/>
              <a:pathLst>
                <a:path w="1954" h="5364" extrusionOk="0">
                  <a:moveTo>
                    <a:pt x="8" y="0"/>
                  </a:moveTo>
                  <a:cubicBezTo>
                    <a:pt x="8" y="143"/>
                    <a:pt x="1" y="278"/>
                    <a:pt x="1" y="428"/>
                  </a:cubicBezTo>
                  <a:cubicBezTo>
                    <a:pt x="1" y="2143"/>
                    <a:pt x="299" y="3730"/>
                    <a:pt x="794" y="5025"/>
                  </a:cubicBezTo>
                  <a:cubicBezTo>
                    <a:pt x="1167" y="5188"/>
                    <a:pt x="1560" y="5296"/>
                    <a:pt x="1954" y="5364"/>
                  </a:cubicBezTo>
                  <a:cubicBezTo>
                    <a:pt x="1737" y="4401"/>
                    <a:pt x="1587" y="3418"/>
                    <a:pt x="1513" y="2428"/>
                  </a:cubicBezTo>
                  <a:cubicBezTo>
                    <a:pt x="862" y="1716"/>
                    <a:pt x="353" y="895"/>
                    <a:pt x="8"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1" name="Google Shape;14371;p66"/>
            <p:cNvSpPr/>
            <p:nvPr/>
          </p:nvSpPr>
          <p:spPr>
            <a:xfrm>
              <a:off x="4847381" y="2485769"/>
              <a:ext cx="47529" cy="264503"/>
            </a:xfrm>
            <a:custGeom>
              <a:avLst/>
              <a:gdLst/>
              <a:ahLst/>
              <a:cxnLst/>
              <a:rect l="l" t="t" r="r" b="b"/>
              <a:pathLst>
                <a:path w="1812" h="10084" extrusionOk="0">
                  <a:moveTo>
                    <a:pt x="584" y="1"/>
                  </a:moveTo>
                  <a:cubicBezTo>
                    <a:pt x="218" y="1371"/>
                    <a:pt x="1" y="3127"/>
                    <a:pt x="1" y="5039"/>
                  </a:cubicBezTo>
                  <a:cubicBezTo>
                    <a:pt x="1" y="6958"/>
                    <a:pt x="218" y="8707"/>
                    <a:pt x="584" y="10084"/>
                  </a:cubicBezTo>
                  <a:cubicBezTo>
                    <a:pt x="998" y="10063"/>
                    <a:pt x="1411" y="9995"/>
                    <a:pt x="1811" y="9880"/>
                  </a:cubicBezTo>
                  <a:cubicBezTo>
                    <a:pt x="1513" y="8558"/>
                    <a:pt x="1337" y="6876"/>
                    <a:pt x="1337" y="5039"/>
                  </a:cubicBezTo>
                  <a:cubicBezTo>
                    <a:pt x="1337" y="3201"/>
                    <a:pt x="1513" y="1520"/>
                    <a:pt x="1811" y="198"/>
                  </a:cubicBezTo>
                  <a:cubicBezTo>
                    <a:pt x="1411" y="82"/>
                    <a:pt x="998" y="14"/>
                    <a:pt x="584"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2" name="Google Shape;14372;p66"/>
            <p:cNvSpPr/>
            <p:nvPr/>
          </p:nvSpPr>
          <p:spPr>
            <a:xfrm>
              <a:off x="4853440" y="2704528"/>
              <a:ext cx="41470" cy="45745"/>
            </a:xfrm>
            <a:custGeom>
              <a:avLst/>
              <a:gdLst/>
              <a:ahLst/>
              <a:cxnLst/>
              <a:rect l="l" t="t" r="r" b="b"/>
              <a:pathLst>
                <a:path w="1581" h="1744" extrusionOk="0">
                  <a:moveTo>
                    <a:pt x="0" y="1"/>
                  </a:moveTo>
                  <a:lnTo>
                    <a:pt x="0" y="1"/>
                  </a:lnTo>
                  <a:cubicBezTo>
                    <a:pt x="82" y="584"/>
                    <a:pt x="204" y="1167"/>
                    <a:pt x="353" y="1744"/>
                  </a:cubicBezTo>
                  <a:cubicBezTo>
                    <a:pt x="767" y="1723"/>
                    <a:pt x="1180" y="1655"/>
                    <a:pt x="1580" y="1540"/>
                  </a:cubicBezTo>
                  <a:cubicBezTo>
                    <a:pt x="1519" y="1269"/>
                    <a:pt x="1465" y="984"/>
                    <a:pt x="1418" y="693"/>
                  </a:cubicBezTo>
                  <a:cubicBezTo>
                    <a:pt x="923" y="510"/>
                    <a:pt x="448" y="279"/>
                    <a:pt x="0" y="1"/>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3" name="Google Shape;14373;p66"/>
            <p:cNvSpPr/>
            <p:nvPr/>
          </p:nvSpPr>
          <p:spPr>
            <a:xfrm>
              <a:off x="4915868" y="2510845"/>
              <a:ext cx="46611" cy="214168"/>
            </a:xfrm>
            <a:custGeom>
              <a:avLst/>
              <a:gdLst/>
              <a:ahLst/>
              <a:cxnLst/>
              <a:rect l="l" t="t" r="r" b="b"/>
              <a:pathLst>
                <a:path w="1777" h="8165" extrusionOk="0">
                  <a:moveTo>
                    <a:pt x="740" y="1"/>
                  </a:moveTo>
                  <a:cubicBezTo>
                    <a:pt x="0" y="2672"/>
                    <a:pt x="0" y="5493"/>
                    <a:pt x="740" y="8165"/>
                  </a:cubicBezTo>
                  <a:cubicBezTo>
                    <a:pt x="1133" y="7887"/>
                    <a:pt x="1479" y="7554"/>
                    <a:pt x="1777" y="7175"/>
                  </a:cubicBezTo>
                  <a:cubicBezTo>
                    <a:pt x="1289" y="5141"/>
                    <a:pt x="1289" y="3025"/>
                    <a:pt x="1777" y="998"/>
                  </a:cubicBezTo>
                  <a:cubicBezTo>
                    <a:pt x="1479" y="618"/>
                    <a:pt x="1133" y="279"/>
                    <a:pt x="740"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74" name="Google Shape;14374;p66"/>
          <p:cNvGrpSpPr/>
          <p:nvPr/>
        </p:nvGrpSpPr>
        <p:grpSpPr>
          <a:xfrm>
            <a:off x="6301134" y="2132506"/>
            <a:ext cx="372099" cy="293986"/>
            <a:chOff x="6328222" y="2056306"/>
            <a:chExt cx="372099" cy="293986"/>
          </a:xfrm>
        </p:grpSpPr>
        <p:sp>
          <p:nvSpPr>
            <p:cNvPr id="14375" name="Google Shape;14375;p66"/>
            <p:cNvSpPr/>
            <p:nvPr/>
          </p:nvSpPr>
          <p:spPr>
            <a:xfrm>
              <a:off x="6581656" y="2179875"/>
              <a:ext cx="58021" cy="170416"/>
            </a:xfrm>
            <a:custGeom>
              <a:avLst/>
              <a:gdLst/>
              <a:ahLst/>
              <a:cxnLst/>
              <a:rect l="l" t="t" r="r" b="b"/>
              <a:pathLst>
                <a:path w="2212" h="6497" extrusionOk="0">
                  <a:moveTo>
                    <a:pt x="2150" y="0"/>
                  </a:moveTo>
                  <a:lnTo>
                    <a:pt x="415" y="448"/>
                  </a:lnTo>
                  <a:cubicBezTo>
                    <a:pt x="415" y="448"/>
                    <a:pt x="1371" y="2536"/>
                    <a:pt x="1316" y="3357"/>
                  </a:cubicBezTo>
                  <a:cubicBezTo>
                    <a:pt x="1235" y="4475"/>
                    <a:pt x="638" y="5825"/>
                    <a:pt x="638" y="5825"/>
                  </a:cubicBezTo>
                  <a:lnTo>
                    <a:pt x="516" y="5825"/>
                  </a:lnTo>
                  <a:cubicBezTo>
                    <a:pt x="326" y="5825"/>
                    <a:pt x="150" y="5947"/>
                    <a:pt x="89" y="6130"/>
                  </a:cubicBezTo>
                  <a:lnTo>
                    <a:pt x="28" y="6320"/>
                  </a:lnTo>
                  <a:cubicBezTo>
                    <a:pt x="1" y="6401"/>
                    <a:pt x="62" y="6496"/>
                    <a:pt x="157" y="6496"/>
                  </a:cubicBezTo>
                  <a:lnTo>
                    <a:pt x="1005" y="6496"/>
                  </a:lnTo>
                  <a:cubicBezTo>
                    <a:pt x="1059" y="6496"/>
                    <a:pt x="1106" y="6462"/>
                    <a:pt x="1127" y="6408"/>
                  </a:cubicBezTo>
                  <a:lnTo>
                    <a:pt x="2211" y="3804"/>
                  </a:lnTo>
                  <a:lnTo>
                    <a:pt x="2150" y="0"/>
                  </a:ln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6" name="Google Shape;14376;p66"/>
            <p:cNvSpPr/>
            <p:nvPr/>
          </p:nvSpPr>
          <p:spPr>
            <a:xfrm>
              <a:off x="6488461" y="2209227"/>
              <a:ext cx="51253" cy="141065"/>
            </a:xfrm>
            <a:custGeom>
              <a:avLst/>
              <a:gdLst/>
              <a:ahLst/>
              <a:cxnLst/>
              <a:rect l="l" t="t" r="r" b="b"/>
              <a:pathLst>
                <a:path w="1954" h="5378" extrusionOk="0">
                  <a:moveTo>
                    <a:pt x="1004" y="0"/>
                  </a:moveTo>
                  <a:lnTo>
                    <a:pt x="1" y="115"/>
                  </a:lnTo>
                  <a:cubicBezTo>
                    <a:pt x="740" y="1933"/>
                    <a:pt x="1289" y="4706"/>
                    <a:pt x="1289" y="4706"/>
                  </a:cubicBezTo>
                  <a:lnTo>
                    <a:pt x="1160" y="4706"/>
                  </a:lnTo>
                  <a:cubicBezTo>
                    <a:pt x="1155" y="4706"/>
                    <a:pt x="1151" y="4706"/>
                    <a:pt x="1146" y="4706"/>
                  </a:cubicBezTo>
                  <a:cubicBezTo>
                    <a:pt x="955" y="4706"/>
                    <a:pt x="793" y="4832"/>
                    <a:pt x="733" y="5011"/>
                  </a:cubicBezTo>
                  <a:lnTo>
                    <a:pt x="672" y="5201"/>
                  </a:lnTo>
                  <a:cubicBezTo>
                    <a:pt x="638" y="5289"/>
                    <a:pt x="706" y="5377"/>
                    <a:pt x="794" y="5377"/>
                  </a:cubicBezTo>
                  <a:lnTo>
                    <a:pt x="1811" y="5377"/>
                  </a:lnTo>
                  <a:cubicBezTo>
                    <a:pt x="1893" y="5377"/>
                    <a:pt x="1954" y="5309"/>
                    <a:pt x="1947" y="5235"/>
                  </a:cubicBezTo>
                  <a:lnTo>
                    <a:pt x="1737" y="2644"/>
                  </a:lnTo>
                  <a:lnTo>
                    <a:pt x="1004" y="0"/>
                  </a:ln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7" name="Google Shape;14377;p66"/>
            <p:cNvSpPr/>
            <p:nvPr/>
          </p:nvSpPr>
          <p:spPr>
            <a:xfrm>
              <a:off x="6642720" y="2150524"/>
              <a:ext cx="57601" cy="88238"/>
            </a:xfrm>
            <a:custGeom>
              <a:avLst/>
              <a:gdLst/>
              <a:ahLst/>
              <a:cxnLst/>
              <a:rect l="l" t="t" r="r" b="b"/>
              <a:pathLst>
                <a:path w="2196" h="3364" extrusionOk="0">
                  <a:moveTo>
                    <a:pt x="326" y="1"/>
                  </a:moveTo>
                  <a:cubicBezTo>
                    <a:pt x="132" y="1"/>
                    <a:pt x="0" y="279"/>
                    <a:pt x="202" y="414"/>
                  </a:cubicBezTo>
                  <a:lnTo>
                    <a:pt x="1151" y="1038"/>
                  </a:lnTo>
                  <a:cubicBezTo>
                    <a:pt x="1335" y="1167"/>
                    <a:pt x="1450" y="1377"/>
                    <a:pt x="1450" y="1601"/>
                  </a:cubicBezTo>
                  <a:lnTo>
                    <a:pt x="1450" y="2631"/>
                  </a:lnTo>
                  <a:cubicBezTo>
                    <a:pt x="1450" y="2869"/>
                    <a:pt x="1545" y="3099"/>
                    <a:pt x="1714" y="3269"/>
                  </a:cubicBezTo>
                  <a:lnTo>
                    <a:pt x="1741" y="3296"/>
                  </a:lnTo>
                  <a:cubicBezTo>
                    <a:pt x="1782" y="3337"/>
                    <a:pt x="1836" y="3357"/>
                    <a:pt x="1897" y="3357"/>
                  </a:cubicBezTo>
                  <a:lnTo>
                    <a:pt x="1897" y="3364"/>
                  </a:lnTo>
                  <a:cubicBezTo>
                    <a:pt x="2094" y="3364"/>
                    <a:pt x="2196" y="3120"/>
                    <a:pt x="2053" y="2984"/>
                  </a:cubicBezTo>
                  <a:lnTo>
                    <a:pt x="2026" y="2957"/>
                  </a:lnTo>
                  <a:cubicBezTo>
                    <a:pt x="1945" y="2869"/>
                    <a:pt x="1897" y="2753"/>
                    <a:pt x="1897" y="2638"/>
                  </a:cubicBezTo>
                  <a:lnTo>
                    <a:pt x="1897" y="1601"/>
                  </a:lnTo>
                  <a:cubicBezTo>
                    <a:pt x="1897" y="1228"/>
                    <a:pt x="1707" y="875"/>
                    <a:pt x="1396" y="672"/>
                  </a:cubicBezTo>
                  <a:lnTo>
                    <a:pt x="453" y="41"/>
                  </a:lnTo>
                  <a:cubicBezTo>
                    <a:pt x="410" y="13"/>
                    <a:pt x="367" y="1"/>
                    <a:pt x="326"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8" name="Google Shape;14378;p66"/>
            <p:cNvSpPr/>
            <p:nvPr/>
          </p:nvSpPr>
          <p:spPr>
            <a:xfrm>
              <a:off x="6328222" y="2056620"/>
              <a:ext cx="352190" cy="293671"/>
            </a:xfrm>
            <a:custGeom>
              <a:avLst/>
              <a:gdLst/>
              <a:ahLst/>
              <a:cxnLst/>
              <a:rect l="l" t="t" r="r" b="b"/>
              <a:pathLst>
                <a:path w="13427" h="11196" extrusionOk="0">
                  <a:moveTo>
                    <a:pt x="2069" y="0"/>
                  </a:moveTo>
                  <a:cubicBezTo>
                    <a:pt x="1892" y="0"/>
                    <a:pt x="1723" y="68"/>
                    <a:pt x="1601" y="197"/>
                  </a:cubicBezTo>
                  <a:lnTo>
                    <a:pt x="1343" y="448"/>
                  </a:lnTo>
                  <a:lnTo>
                    <a:pt x="563" y="577"/>
                  </a:lnTo>
                  <a:cubicBezTo>
                    <a:pt x="238" y="631"/>
                    <a:pt x="1" y="916"/>
                    <a:pt x="1" y="1241"/>
                  </a:cubicBezTo>
                  <a:lnTo>
                    <a:pt x="1" y="1343"/>
                  </a:lnTo>
                  <a:cubicBezTo>
                    <a:pt x="1" y="1465"/>
                    <a:pt x="102" y="1567"/>
                    <a:pt x="224" y="1567"/>
                  </a:cubicBezTo>
                  <a:lnTo>
                    <a:pt x="1994" y="1567"/>
                  </a:lnTo>
                  <a:lnTo>
                    <a:pt x="1994" y="3506"/>
                  </a:lnTo>
                  <a:cubicBezTo>
                    <a:pt x="1994" y="4760"/>
                    <a:pt x="3255" y="5927"/>
                    <a:pt x="5147" y="5927"/>
                  </a:cubicBezTo>
                  <a:cubicBezTo>
                    <a:pt x="5269" y="5927"/>
                    <a:pt x="5371" y="6028"/>
                    <a:pt x="5378" y="6150"/>
                  </a:cubicBezTo>
                  <a:lnTo>
                    <a:pt x="5378" y="10524"/>
                  </a:lnTo>
                  <a:lnTo>
                    <a:pt x="5249" y="10524"/>
                  </a:lnTo>
                  <a:cubicBezTo>
                    <a:pt x="5059" y="10524"/>
                    <a:pt x="4883" y="10646"/>
                    <a:pt x="4822" y="10829"/>
                  </a:cubicBezTo>
                  <a:lnTo>
                    <a:pt x="4794" y="10910"/>
                  </a:lnTo>
                  <a:cubicBezTo>
                    <a:pt x="4747" y="11046"/>
                    <a:pt x="4856" y="11195"/>
                    <a:pt x="4998" y="11195"/>
                  </a:cubicBezTo>
                  <a:lnTo>
                    <a:pt x="5845" y="11195"/>
                  </a:lnTo>
                  <a:cubicBezTo>
                    <a:pt x="5954" y="11188"/>
                    <a:pt x="6049" y="11107"/>
                    <a:pt x="6056" y="10992"/>
                  </a:cubicBezTo>
                  <a:lnTo>
                    <a:pt x="6395" y="6313"/>
                  </a:lnTo>
                  <a:cubicBezTo>
                    <a:pt x="7561" y="6299"/>
                    <a:pt x="9595" y="6049"/>
                    <a:pt x="10978" y="5079"/>
                  </a:cubicBezTo>
                  <a:lnTo>
                    <a:pt x="11094" y="5608"/>
                  </a:lnTo>
                  <a:cubicBezTo>
                    <a:pt x="11162" y="5893"/>
                    <a:pt x="11263" y="6171"/>
                    <a:pt x="11406" y="6428"/>
                  </a:cubicBezTo>
                  <a:lnTo>
                    <a:pt x="12538" y="8503"/>
                  </a:lnTo>
                  <a:lnTo>
                    <a:pt x="12538" y="10524"/>
                  </a:lnTo>
                  <a:lnTo>
                    <a:pt x="12409" y="10524"/>
                  </a:lnTo>
                  <a:cubicBezTo>
                    <a:pt x="12219" y="10524"/>
                    <a:pt x="12050" y="10646"/>
                    <a:pt x="11989" y="10829"/>
                  </a:cubicBezTo>
                  <a:lnTo>
                    <a:pt x="11962" y="10910"/>
                  </a:lnTo>
                  <a:cubicBezTo>
                    <a:pt x="11914" y="11046"/>
                    <a:pt x="12016" y="11195"/>
                    <a:pt x="12158" y="11195"/>
                  </a:cubicBezTo>
                  <a:lnTo>
                    <a:pt x="13006" y="11195"/>
                  </a:lnTo>
                  <a:cubicBezTo>
                    <a:pt x="13121" y="11188"/>
                    <a:pt x="13216" y="11107"/>
                    <a:pt x="13223" y="10992"/>
                  </a:cubicBezTo>
                  <a:lnTo>
                    <a:pt x="13419" y="7981"/>
                  </a:lnTo>
                  <a:cubicBezTo>
                    <a:pt x="13426" y="7886"/>
                    <a:pt x="13406" y="7791"/>
                    <a:pt x="13358" y="7710"/>
                  </a:cubicBezTo>
                  <a:lnTo>
                    <a:pt x="13141" y="7391"/>
                  </a:lnTo>
                  <a:cubicBezTo>
                    <a:pt x="13047" y="7242"/>
                    <a:pt x="12992" y="7066"/>
                    <a:pt x="12992" y="6889"/>
                  </a:cubicBezTo>
                  <a:lnTo>
                    <a:pt x="12992" y="4476"/>
                  </a:lnTo>
                  <a:cubicBezTo>
                    <a:pt x="12992" y="4326"/>
                    <a:pt x="12979" y="4177"/>
                    <a:pt x="12958" y="4028"/>
                  </a:cubicBezTo>
                  <a:cubicBezTo>
                    <a:pt x="12802" y="3018"/>
                    <a:pt x="12118" y="2414"/>
                    <a:pt x="11460" y="1933"/>
                  </a:cubicBezTo>
                  <a:cubicBezTo>
                    <a:pt x="10450" y="1194"/>
                    <a:pt x="10287" y="407"/>
                    <a:pt x="9541" y="407"/>
                  </a:cubicBezTo>
                  <a:cubicBezTo>
                    <a:pt x="8832" y="407"/>
                    <a:pt x="9112" y="1268"/>
                    <a:pt x="8269" y="1268"/>
                  </a:cubicBezTo>
                  <a:cubicBezTo>
                    <a:pt x="8266" y="1268"/>
                    <a:pt x="8263" y="1268"/>
                    <a:pt x="8259" y="1268"/>
                  </a:cubicBezTo>
                  <a:cubicBezTo>
                    <a:pt x="7576" y="1262"/>
                    <a:pt x="7647" y="322"/>
                    <a:pt x="7067" y="322"/>
                  </a:cubicBezTo>
                  <a:cubicBezTo>
                    <a:pt x="7008" y="322"/>
                    <a:pt x="6943" y="332"/>
                    <a:pt x="6869" y="353"/>
                  </a:cubicBezTo>
                  <a:cubicBezTo>
                    <a:pt x="6198" y="550"/>
                    <a:pt x="5893" y="2516"/>
                    <a:pt x="5208" y="3411"/>
                  </a:cubicBezTo>
                  <a:cubicBezTo>
                    <a:pt x="5032" y="3648"/>
                    <a:pt x="4645" y="4028"/>
                    <a:pt x="4150" y="4028"/>
                  </a:cubicBezTo>
                  <a:lnTo>
                    <a:pt x="4035" y="4028"/>
                  </a:lnTo>
                  <a:cubicBezTo>
                    <a:pt x="3540" y="4028"/>
                    <a:pt x="3140" y="3628"/>
                    <a:pt x="3140" y="3133"/>
                  </a:cubicBezTo>
                  <a:lnTo>
                    <a:pt x="3140" y="0"/>
                  </a:ln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9" name="Google Shape;14379;p66"/>
            <p:cNvSpPr/>
            <p:nvPr/>
          </p:nvSpPr>
          <p:spPr>
            <a:xfrm>
              <a:off x="6371633" y="2068896"/>
              <a:ext cx="18151" cy="11751"/>
            </a:xfrm>
            <a:custGeom>
              <a:avLst/>
              <a:gdLst/>
              <a:ahLst/>
              <a:cxnLst/>
              <a:rect l="l" t="t" r="r" b="b"/>
              <a:pathLst>
                <a:path w="692" h="448" extrusionOk="0">
                  <a:moveTo>
                    <a:pt x="298" y="0"/>
                  </a:moveTo>
                  <a:cubicBezTo>
                    <a:pt x="0" y="0"/>
                    <a:pt x="0" y="448"/>
                    <a:pt x="298" y="448"/>
                  </a:cubicBezTo>
                  <a:lnTo>
                    <a:pt x="393" y="448"/>
                  </a:lnTo>
                  <a:cubicBezTo>
                    <a:pt x="692" y="448"/>
                    <a:pt x="692" y="0"/>
                    <a:pt x="393"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0" name="Google Shape;14380;p66"/>
            <p:cNvSpPr/>
            <p:nvPr/>
          </p:nvSpPr>
          <p:spPr>
            <a:xfrm>
              <a:off x="6396158" y="2056306"/>
              <a:ext cx="25102" cy="18702"/>
            </a:xfrm>
            <a:custGeom>
              <a:avLst/>
              <a:gdLst/>
              <a:ahLst/>
              <a:cxnLst/>
              <a:rect l="l" t="t" r="r" b="b"/>
              <a:pathLst>
                <a:path w="957" h="713" extrusionOk="0">
                  <a:moveTo>
                    <a:pt x="455" y="1"/>
                  </a:moveTo>
                  <a:cubicBezTo>
                    <a:pt x="361" y="1"/>
                    <a:pt x="255" y="20"/>
                    <a:pt x="136" y="67"/>
                  </a:cubicBezTo>
                  <a:cubicBezTo>
                    <a:pt x="35" y="114"/>
                    <a:pt x="1" y="236"/>
                    <a:pt x="62" y="324"/>
                  </a:cubicBezTo>
                  <a:lnTo>
                    <a:pt x="258" y="629"/>
                  </a:lnTo>
                  <a:cubicBezTo>
                    <a:pt x="290" y="685"/>
                    <a:pt x="345" y="712"/>
                    <a:pt x="402" y="712"/>
                  </a:cubicBezTo>
                  <a:cubicBezTo>
                    <a:pt x="444" y="712"/>
                    <a:pt x="486" y="698"/>
                    <a:pt x="523" y="670"/>
                  </a:cubicBezTo>
                  <a:lnTo>
                    <a:pt x="903" y="351"/>
                  </a:lnTo>
                  <a:cubicBezTo>
                    <a:pt x="957" y="311"/>
                    <a:pt x="957" y="229"/>
                    <a:pt x="909" y="182"/>
                  </a:cubicBezTo>
                  <a:cubicBezTo>
                    <a:pt x="824" y="101"/>
                    <a:pt x="673" y="1"/>
                    <a:pt x="455"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1" name="Google Shape;14381;p66"/>
            <p:cNvSpPr/>
            <p:nvPr/>
          </p:nvSpPr>
          <p:spPr>
            <a:xfrm>
              <a:off x="6380682" y="2097697"/>
              <a:ext cx="88605" cy="117589"/>
            </a:xfrm>
            <a:custGeom>
              <a:avLst/>
              <a:gdLst/>
              <a:ahLst/>
              <a:cxnLst/>
              <a:rect l="l" t="t" r="r" b="b"/>
              <a:pathLst>
                <a:path w="3378" h="4483" extrusionOk="0">
                  <a:moveTo>
                    <a:pt x="1" y="1"/>
                  </a:moveTo>
                  <a:lnTo>
                    <a:pt x="1" y="1940"/>
                  </a:lnTo>
                  <a:cubicBezTo>
                    <a:pt x="1" y="3188"/>
                    <a:pt x="1255" y="4354"/>
                    <a:pt x="3147" y="4361"/>
                  </a:cubicBezTo>
                  <a:cubicBezTo>
                    <a:pt x="3152" y="4360"/>
                    <a:pt x="3157" y="4360"/>
                    <a:pt x="3162" y="4360"/>
                  </a:cubicBezTo>
                  <a:cubicBezTo>
                    <a:pt x="3244" y="4360"/>
                    <a:pt x="3319" y="4412"/>
                    <a:pt x="3351" y="4483"/>
                  </a:cubicBezTo>
                  <a:lnTo>
                    <a:pt x="3378" y="4476"/>
                  </a:lnTo>
                  <a:lnTo>
                    <a:pt x="3378" y="4252"/>
                  </a:lnTo>
                  <a:cubicBezTo>
                    <a:pt x="3378" y="3886"/>
                    <a:pt x="3072" y="3581"/>
                    <a:pt x="2706" y="3581"/>
                  </a:cubicBezTo>
                  <a:cubicBezTo>
                    <a:pt x="1594" y="3581"/>
                    <a:pt x="692" y="2679"/>
                    <a:pt x="692" y="1567"/>
                  </a:cubicBezTo>
                  <a:lnTo>
                    <a:pt x="692" y="672"/>
                  </a:lnTo>
                  <a:cubicBezTo>
                    <a:pt x="692" y="299"/>
                    <a:pt x="387" y="1"/>
                    <a:pt x="14"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2" name="Google Shape;14382;p66"/>
            <p:cNvSpPr/>
            <p:nvPr/>
          </p:nvSpPr>
          <p:spPr>
            <a:xfrm>
              <a:off x="6328406" y="2070496"/>
              <a:ext cx="23318" cy="27227"/>
            </a:xfrm>
            <a:custGeom>
              <a:avLst/>
              <a:gdLst/>
              <a:ahLst/>
              <a:cxnLst/>
              <a:rect l="l" t="t" r="r" b="b"/>
              <a:pathLst>
                <a:path w="889" h="1038" extrusionOk="0">
                  <a:moveTo>
                    <a:pt x="814" y="0"/>
                  </a:moveTo>
                  <a:lnTo>
                    <a:pt x="556" y="48"/>
                  </a:lnTo>
                  <a:cubicBezTo>
                    <a:pt x="238" y="102"/>
                    <a:pt x="0" y="380"/>
                    <a:pt x="0" y="712"/>
                  </a:cubicBezTo>
                  <a:lnTo>
                    <a:pt x="0" y="814"/>
                  </a:lnTo>
                  <a:cubicBezTo>
                    <a:pt x="0" y="936"/>
                    <a:pt x="95" y="1038"/>
                    <a:pt x="224" y="1038"/>
                  </a:cubicBezTo>
                  <a:lnTo>
                    <a:pt x="767" y="1038"/>
                  </a:lnTo>
                  <a:cubicBezTo>
                    <a:pt x="848" y="895"/>
                    <a:pt x="889" y="739"/>
                    <a:pt x="889" y="583"/>
                  </a:cubicBezTo>
                  <a:lnTo>
                    <a:pt x="889" y="366"/>
                  </a:lnTo>
                  <a:cubicBezTo>
                    <a:pt x="889" y="238"/>
                    <a:pt x="861" y="115"/>
                    <a:pt x="814"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3" name="Google Shape;14383;p66"/>
            <p:cNvSpPr/>
            <p:nvPr/>
          </p:nvSpPr>
          <p:spPr>
            <a:xfrm>
              <a:off x="6495937" y="2180347"/>
              <a:ext cx="120448" cy="41889"/>
            </a:xfrm>
            <a:custGeom>
              <a:avLst/>
              <a:gdLst/>
              <a:ahLst/>
              <a:cxnLst/>
              <a:rect l="l" t="t" r="r" b="b"/>
              <a:pathLst>
                <a:path w="4592" h="1597" extrusionOk="0">
                  <a:moveTo>
                    <a:pt x="4239" y="0"/>
                  </a:moveTo>
                  <a:cubicBezTo>
                    <a:pt x="4199" y="0"/>
                    <a:pt x="4157" y="8"/>
                    <a:pt x="4117" y="23"/>
                  </a:cubicBezTo>
                  <a:cubicBezTo>
                    <a:pt x="2944" y="430"/>
                    <a:pt x="1459" y="579"/>
                    <a:pt x="631" y="626"/>
                  </a:cubicBezTo>
                  <a:cubicBezTo>
                    <a:pt x="279" y="647"/>
                    <a:pt x="1" y="945"/>
                    <a:pt x="1" y="1298"/>
                  </a:cubicBezTo>
                  <a:lnTo>
                    <a:pt x="1" y="1596"/>
                  </a:lnTo>
                  <a:cubicBezTo>
                    <a:pt x="1174" y="1582"/>
                    <a:pt x="3208" y="1332"/>
                    <a:pt x="4591" y="362"/>
                  </a:cubicBezTo>
                  <a:lnTo>
                    <a:pt x="4584" y="315"/>
                  </a:lnTo>
                  <a:cubicBezTo>
                    <a:pt x="4568" y="133"/>
                    <a:pt x="4413" y="0"/>
                    <a:pt x="4239"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84" name="Google Shape;14384;p66"/>
          <p:cNvGrpSpPr/>
          <p:nvPr/>
        </p:nvGrpSpPr>
        <p:grpSpPr>
          <a:xfrm>
            <a:off x="5762239" y="2509168"/>
            <a:ext cx="352531" cy="370132"/>
            <a:chOff x="5789327" y="2432968"/>
            <a:chExt cx="352531" cy="370132"/>
          </a:xfrm>
        </p:grpSpPr>
        <p:sp>
          <p:nvSpPr>
            <p:cNvPr id="14385" name="Google Shape;14385;p66"/>
            <p:cNvSpPr/>
            <p:nvPr/>
          </p:nvSpPr>
          <p:spPr>
            <a:xfrm>
              <a:off x="5794651" y="2568132"/>
              <a:ext cx="341882" cy="228935"/>
            </a:xfrm>
            <a:custGeom>
              <a:avLst/>
              <a:gdLst/>
              <a:ahLst/>
              <a:cxnLst/>
              <a:rect l="l" t="t" r="r" b="b"/>
              <a:pathLst>
                <a:path w="13034" h="8728" extrusionOk="0">
                  <a:moveTo>
                    <a:pt x="1921" y="0"/>
                  </a:moveTo>
                  <a:cubicBezTo>
                    <a:pt x="1916" y="0"/>
                    <a:pt x="1912" y="0"/>
                    <a:pt x="1908" y="0"/>
                  </a:cubicBezTo>
                  <a:lnTo>
                    <a:pt x="1933" y="0"/>
                  </a:lnTo>
                  <a:cubicBezTo>
                    <a:pt x="1929" y="0"/>
                    <a:pt x="1925" y="0"/>
                    <a:pt x="1921" y="0"/>
                  </a:cubicBezTo>
                  <a:close/>
                  <a:moveTo>
                    <a:pt x="11120" y="0"/>
                  </a:moveTo>
                  <a:cubicBezTo>
                    <a:pt x="11116" y="0"/>
                    <a:pt x="11111" y="0"/>
                    <a:pt x="11107" y="0"/>
                  </a:cubicBezTo>
                  <a:lnTo>
                    <a:pt x="11132" y="0"/>
                  </a:lnTo>
                  <a:cubicBezTo>
                    <a:pt x="11128" y="0"/>
                    <a:pt x="11124" y="0"/>
                    <a:pt x="11120" y="0"/>
                  </a:cubicBezTo>
                  <a:close/>
                  <a:moveTo>
                    <a:pt x="9873" y="7161"/>
                  </a:moveTo>
                  <a:lnTo>
                    <a:pt x="9873" y="7182"/>
                  </a:lnTo>
                  <a:lnTo>
                    <a:pt x="9873" y="7182"/>
                  </a:lnTo>
                  <a:cubicBezTo>
                    <a:pt x="9873" y="7175"/>
                    <a:pt x="9873" y="7168"/>
                    <a:pt x="9873" y="7161"/>
                  </a:cubicBezTo>
                  <a:close/>
                  <a:moveTo>
                    <a:pt x="3160" y="7161"/>
                  </a:moveTo>
                  <a:lnTo>
                    <a:pt x="3160" y="7161"/>
                  </a:lnTo>
                  <a:cubicBezTo>
                    <a:pt x="3160" y="7168"/>
                    <a:pt x="3160" y="7175"/>
                    <a:pt x="3160" y="7182"/>
                  </a:cubicBezTo>
                  <a:lnTo>
                    <a:pt x="3160" y="7182"/>
                  </a:lnTo>
                  <a:lnTo>
                    <a:pt x="3160" y="7161"/>
                  </a:lnTo>
                  <a:close/>
                  <a:moveTo>
                    <a:pt x="1777" y="0"/>
                  </a:moveTo>
                  <a:cubicBezTo>
                    <a:pt x="862" y="0"/>
                    <a:pt x="62" y="705"/>
                    <a:pt x="28" y="1628"/>
                  </a:cubicBezTo>
                  <a:cubicBezTo>
                    <a:pt x="1" y="2570"/>
                    <a:pt x="760" y="3357"/>
                    <a:pt x="1709" y="3357"/>
                  </a:cubicBezTo>
                  <a:lnTo>
                    <a:pt x="4727" y="3357"/>
                  </a:lnTo>
                  <a:cubicBezTo>
                    <a:pt x="4311" y="3921"/>
                    <a:pt x="3642" y="4252"/>
                    <a:pt x="2944" y="4252"/>
                  </a:cubicBezTo>
                  <a:cubicBezTo>
                    <a:pt x="2937" y="4252"/>
                    <a:pt x="2930" y="4252"/>
                    <a:pt x="2923" y="4252"/>
                  </a:cubicBezTo>
                  <a:cubicBezTo>
                    <a:pt x="2919" y="4252"/>
                    <a:pt x="2915" y="4252"/>
                    <a:pt x="2911" y="4252"/>
                  </a:cubicBezTo>
                  <a:cubicBezTo>
                    <a:pt x="2049" y="4252"/>
                    <a:pt x="1377" y="4988"/>
                    <a:pt x="1377" y="5845"/>
                  </a:cubicBezTo>
                  <a:lnTo>
                    <a:pt x="1377" y="6272"/>
                  </a:lnTo>
                  <a:cubicBezTo>
                    <a:pt x="1377" y="5655"/>
                    <a:pt x="1872" y="5154"/>
                    <a:pt x="2496" y="5154"/>
                  </a:cubicBezTo>
                  <a:lnTo>
                    <a:pt x="3391" y="5154"/>
                  </a:lnTo>
                  <a:cubicBezTo>
                    <a:pt x="3683" y="5154"/>
                    <a:pt x="4550" y="4957"/>
                    <a:pt x="5181" y="4448"/>
                  </a:cubicBezTo>
                  <a:lnTo>
                    <a:pt x="5181" y="7127"/>
                  </a:lnTo>
                  <a:cubicBezTo>
                    <a:pt x="5188" y="7601"/>
                    <a:pt x="4869" y="8022"/>
                    <a:pt x="4408" y="8144"/>
                  </a:cubicBezTo>
                  <a:cubicBezTo>
                    <a:pt x="4326" y="8164"/>
                    <a:pt x="4245" y="8173"/>
                    <a:pt x="4165" y="8173"/>
                  </a:cubicBezTo>
                  <a:cubicBezTo>
                    <a:pt x="3629" y="8173"/>
                    <a:pt x="3166" y="7745"/>
                    <a:pt x="3160" y="7182"/>
                  </a:cubicBezTo>
                  <a:lnTo>
                    <a:pt x="3160" y="7182"/>
                  </a:lnTo>
                  <a:lnTo>
                    <a:pt x="3160" y="7215"/>
                  </a:lnTo>
                  <a:cubicBezTo>
                    <a:pt x="3160" y="8008"/>
                    <a:pt x="3771" y="8707"/>
                    <a:pt x="4571" y="8727"/>
                  </a:cubicBezTo>
                  <a:cubicBezTo>
                    <a:pt x="4587" y="8727"/>
                    <a:pt x="4603" y="8728"/>
                    <a:pt x="4620" y="8728"/>
                  </a:cubicBezTo>
                  <a:cubicBezTo>
                    <a:pt x="5418" y="8728"/>
                    <a:pt x="6069" y="8080"/>
                    <a:pt x="6069" y="7276"/>
                  </a:cubicBezTo>
                  <a:lnTo>
                    <a:pt x="6069" y="4496"/>
                  </a:lnTo>
                  <a:cubicBezTo>
                    <a:pt x="6063" y="4272"/>
                    <a:pt x="6218" y="4075"/>
                    <a:pt x="6442" y="4028"/>
                  </a:cubicBezTo>
                  <a:cubicBezTo>
                    <a:pt x="6465" y="4025"/>
                    <a:pt x="6487" y="4023"/>
                    <a:pt x="6510" y="4023"/>
                  </a:cubicBezTo>
                  <a:cubicBezTo>
                    <a:pt x="6754" y="4023"/>
                    <a:pt x="6964" y="4221"/>
                    <a:pt x="6964" y="4475"/>
                  </a:cubicBezTo>
                  <a:lnTo>
                    <a:pt x="6964" y="7208"/>
                  </a:lnTo>
                  <a:cubicBezTo>
                    <a:pt x="6964" y="8008"/>
                    <a:pt x="7581" y="8700"/>
                    <a:pt x="8375" y="8727"/>
                  </a:cubicBezTo>
                  <a:cubicBezTo>
                    <a:pt x="8391" y="8727"/>
                    <a:pt x="8407" y="8728"/>
                    <a:pt x="8424" y="8728"/>
                  </a:cubicBezTo>
                  <a:cubicBezTo>
                    <a:pt x="9222" y="8728"/>
                    <a:pt x="9873" y="8080"/>
                    <a:pt x="9873" y="7269"/>
                  </a:cubicBezTo>
                  <a:lnTo>
                    <a:pt x="9873" y="7182"/>
                  </a:lnTo>
                  <a:lnTo>
                    <a:pt x="9873" y="7182"/>
                  </a:lnTo>
                  <a:cubicBezTo>
                    <a:pt x="9867" y="7742"/>
                    <a:pt x="9400" y="8171"/>
                    <a:pt x="8865" y="8171"/>
                  </a:cubicBezTo>
                  <a:cubicBezTo>
                    <a:pt x="8788" y="8171"/>
                    <a:pt x="8711" y="8162"/>
                    <a:pt x="8632" y="8144"/>
                  </a:cubicBezTo>
                  <a:cubicBezTo>
                    <a:pt x="8171" y="8022"/>
                    <a:pt x="7853" y="7601"/>
                    <a:pt x="7859" y="7127"/>
                  </a:cubicBezTo>
                  <a:lnTo>
                    <a:pt x="7859" y="4442"/>
                  </a:lnTo>
                  <a:cubicBezTo>
                    <a:pt x="8490" y="4950"/>
                    <a:pt x="9358" y="5147"/>
                    <a:pt x="9649" y="5147"/>
                  </a:cubicBezTo>
                  <a:lnTo>
                    <a:pt x="10545" y="5147"/>
                  </a:lnTo>
                  <a:cubicBezTo>
                    <a:pt x="11168" y="5147"/>
                    <a:pt x="11670" y="5648"/>
                    <a:pt x="11670" y="6266"/>
                  </a:cubicBezTo>
                  <a:lnTo>
                    <a:pt x="11670" y="5845"/>
                  </a:lnTo>
                  <a:cubicBezTo>
                    <a:pt x="11670" y="4992"/>
                    <a:pt x="10998" y="4252"/>
                    <a:pt x="10147" y="4252"/>
                  </a:cubicBezTo>
                  <a:cubicBezTo>
                    <a:pt x="10140" y="4252"/>
                    <a:pt x="10132" y="4252"/>
                    <a:pt x="10124" y="4252"/>
                  </a:cubicBezTo>
                  <a:cubicBezTo>
                    <a:pt x="9412" y="4252"/>
                    <a:pt x="8734" y="3919"/>
                    <a:pt x="8314" y="3350"/>
                  </a:cubicBezTo>
                  <a:lnTo>
                    <a:pt x="11331" y="3350"/>
                  </a:lnTo>
                  <a:cubicBezTo>
                    <a:pt x="12280" y="3350"/>
                    <a:pt x="13033" y="2570"/>
                    <a:pt x="13006" y="1628"/>
                  </a:cubicBezTo>
                  <a:cubicBezTo>
                    <a:pt x="12979" y="705"/>
                    <a:pt x="12179" y="0"/>
                    <a:pt x="11263" y="0"/>
                  </a:cubicBezTo>
                  <a:lnTo>
                    <a:pt x="11132" y="0"/>
                  </a:lnTo>
                  <a:cubicBezTo>
                    <a:pt x="11786" y="7"/>
                    <a:pt x="12321" y="537"/>
                    <a:pt x="12341" y="1194"/>
                  </a:cubicBezTo>
                  <a:cubicBezTo>
                    <a:pt x="12355" y="1865"/>
                    <a:pt x="11780" y="2402"/>
                    <a:pt x="11114" y="2402"/>
                  </a:cubicBezTo>
                  <a:cubicBezTo>
                    <a:pt x="11094" y="2402"/>
                    <a:pt x="11073" y="2402"/>
                    <a:pt x="11053" y="2401"/>
                  </a:cubicBezTo>
                  <a:lnTo>
                    <a:pt x="8734" y="2299"/>
                  </a:lnTo>
                  <a:cubicBezTo>
                    <a:pt x="8497" y="2285"/>
                    <a:pt x="8314" y="2089"/>
                    <a:pt x="8314" y="1851"/>
                  </a:cubicBezTo>
                  <a:lnTo>
                    <a:pt x="8314" y="1343"/>
                  </a:lnTo>
                  <a:lnTo>
                    <a:pt x="4727" y="1343"/>
                  </a:lnTo>
                  <a:lnTo>
                    <a:pt x="4727" y="1851"/>
                  </a:lnTo>
                  <a:cubicBezTo>
                    <a:pt x="4727" y="2089"/>
                    <a:pt x="4544" y="2285"/>
                    <a:pt x="4306" y="2299"/>
                  </a:cubicBezTo>
                  <a:lnTo>
                    <a:pt x="1987" y="2401"/>
                  </a:lnTo>
                  <a:cubicBezTo>
                    <a:pt x="1967" y="2402"/>
                    <a:pt x="1947" y="2402"/>
                    <a:pt x="1927" y="2402"/>
                  </a:cubicBezTo>
                  <a:cubicBezTo>
                    <a:pt x="1260" y="2402"/>
                    <a:pt x="686" y="1865"/>
                    <a:pt x="699" y="1194"/>
                  </a:cubicBezTo>
                  <a:cubicBezTo>
                    <a:pt x="719" y="537"/>
                    <a:pt x="1255" y="7"/>
                    <a:pt x="1908"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6" name="Google Shape;14386;p66"/>
            <p:cNvSpPr/>
            <p:nvPr/>
          </p:nvSpPr>
          <p:spPr>
            <a:xfrm>
              <a:off x="5998826" y="2544656"/>
              <a:ext cx="143032" cy="117405"/>
            </a:xfrm>
            <a:custGeom>
              <a:avLst/>
              <a:gdLst/>
              <a:ahLst/>
              <a:cxnLst/>
              <a:rect l="l" t="t" r="r" b="b"/>
              <a:pathLst>
                <a:path w="5453" h="4476" extrusionOk="0">
                  <a:moveTo>
                    <a:pt x="2537" y="0"/>
                  </a:moveTo>
                  <a:cubicBezTo>
                    <a:pt x="2425" y="0"/>
                    <a:pt x="2313" y="75"/>
                    <a:pt x="2313" y="224"/>
                  </a:cubicBezTo>
                  <a:cubicBezTo>
                    <a:pt x="2313" y="712"/>
                    <a:pt x="2713" y="1119"/>
                    <a:pt x="3208" y="1119"/>
                  </a:cubicBezTo>
                  <a:lnTo>
                    <a:pt x="3547" y="1119"/>
                  </a:lnTo>
                  <a:cubicBezTo>
                    <a:pt x="4354" y="1119"/>
                    <a:pt x="5005" y="1770"/>
                    <a:pt x="5005" y="2570"/>
                  </a:cubicBezTo>
                  <a:cubicBezTo>
                    <a:pt x="5005" y="3377"/>
                    <a:pt x="4354" y="4028"/>
                    <a:pt x="3547" y="4028"/>
                  </a:cubicBezTo>
                  <a:lnTo>
                    <a:pt x="299" y="4028"/>
                  </a:lnTo>
                  <a:cubicBezTo>
                    <a:pt x="1" y="4028"/>
                    <a:pt x="1" y="4475"/>
                    <a:pt x="299" y="4475"/>
                  </a:cubicBezTo>
                  <a:lnTo>
                    <a:pt x="3547" y="4475"/>
                  </a:lnTo>
                  <a:cubicBezTo>
                    <a:pt x="4598" y="4475"/>
                    <a:pt x="5452" y="3621"/>
                    <a:pt x="5452" y="2570"/>
                  </a:cubicBezTo>
                  <a:cubicBezTo>
                    <a:pt x="5452" y="1519"/>
                    <a:pt x="4598" y="672"/>
                    <a:pt x="3547" y="672"/>
                  </a:cubicBezTo>
                  <a:lnTo>
                    <a:pt x="3208" y="672"/>
                  </a:lnTo>
                  <a:cubicBezTo>
                    <a:pt x="2957" y="665"/>
                    <a:pt x="2761" y="468"/>
                    <a:pt x="2761" y="224"/>
                  </a:cubicBezTo>
                  <a:cubicBezTo>
                    <a:pt x="2761" y="75"/>
                    <a:pt x="2649" y="0"/>
                    <a:pt x="2537"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7" name="Google Shape;14387;p66"/>
            <p:cNvSpPr/>
            <p:nvPr/>
          </p:nvSpPr>
          <p:spPr>
            <a:xfrm>
              <a:off x="5846062" y="2667360"/>
              <a:ext cx="238877" cy="135740"/>
            </a:xfrm>
            <a:custGeom>
              <a:avLst/>
              <a:gdLst/>
              <a:ahLst/>
              <a:cxnLst/>
              <a:rect l="l" t="t" r="r" b="b"/>
              <a:pathLst>
                <a:path w="9107" h="5175" extrusionOk="0">
                  <a:moveTo>
                    <a:pt x="4557" y="1"/>
                  </a:moveTo>
                  <a:cubicBezTo>
                    <a:pt x="4177" y="1"/>
                    <a:pt x="3872" y="313"/>
                    <a:pt x="3886" y="692"/>
                  </a:cubicBezTo>
                  <a:lnTo>
                    <a:pt x="3886" y="3493"/>
                  </a:lnTo>
                  <a:cubicBezTo>
                    <a:pt x="3886" y="4171"/>
                    <a:pt x="3330" y="4720"/>
                    <a:pt x="2651" y="4720"/>
                  </a:cubicBezTo>
                  <a:cubicBezTo>
                    <a:pt x="1973" y="4720"/>
                    <a:pt x="1417" y="4171"/>
                    <a:pt x="1417" y="3493"/>
                  </a:cubicBezTo>
                  <a:lnTo>
                    <a:pt x="1417" y="3154"/>
                  </a:lnTo>
                  <a:cubicBezTo>
                    <a:pt x="1417" y="2537"/>
                    <a:pt x="916" y="2035"/>
                    <a:pt x="299" y="2035"/>
                  </a:cubicBezTo>
                  <a:cubicBezTo>
                    <a:pt x="0" y="2035"/>
                    <a:pt x="0" y="2483"/>
                    <a:pt x="299" y="2483"/>
                  </a:cubicBezTo>
                  <a:cubicBezTo>
                    <a:pt x="672" y="2483"/>
                    <a:pt x="970" y="2781"/>
                    <a:pt x="970" y="3154"/>
                  </a:cubicBezTo>
                  <a:lnTo>
                    <a:pt x="970" y="3493"/>
                  </a:lnTo>
                  <a:cubicBezTo>
                    <a:pt x="990" y="4408"/>
                    <a:pt x="1736" y="5134"/>
                    <a:pt x="2651" y="5134"/>
                  </a:cubicBezTo>
                  <a:cubicBezTo>
                    <a:pt x="3567" y="5134"/>
                    <a:pt x="4313" y="4408"/>
                    <a:pt x="4333" y="3493"/>
                  </a:cubicBezTo>
                  <a:lnTo>
                    <a:pt x="4333" y="692"/>
                  </a:lnTo>
                  <a:cubicBezTo>
                    <a:pt x="4333" y="543"/>
                    <a:pt x="4445" y="469"/>
                    <a:pt x="4557" y="469"/>
                  </a:cubicBezTo>
                  <a:cubicBezTo>
                    <a:pt x="4669" y="469"/>
                    <a:pt x="4781" y="543"/>
                    <a:pt x="4781" y="692"/>
                  </a:cubicBezTo>
                  <a:lnTo>
                    <a:pt x="4781" y="3493"/>
                  </a:lnTo>
                  <a:cubicBezTo>
                    <a:pt x="4781" y="4422"/>
                    <a:pt x="5533" y="5168"/>
                    <a:pt x="6462" y="5174"/>
                  </a:cubicBezTo>
                  <a:cubicBezTo>
                    <a:pt x="7384" y="5168"/>
                    <a:pt x="8137" y="4422"/>
                    <a:pt x="8137" y="3493"/>
                  </a:cubicBezTo>
                  <a:lnTo>
                    <a:pt x="8137" y="3154"/>
                  </a:lnTo>
                  <a:cubicBezTo>
                    <a:pt x="8137" y="2781"/>
                    <a:pt x="8435" y="2483"/>
                    <a:pt x="8808" y="2483"/>
                  </a:cubicBezTo>
                  <a:cubicBezTo>
                    <a:pt x="9107" y="2483"/>
                    <a:pt x="9107" y="2035"/>
                    <a:pt x="8808" y="2035"/>
                  </a:cubicBezTo>
                  <a:cubicBezTo>
                    <a:pt x="8191" y="2035"/>
                    <a:pt x="7689" y="2537"/>
                    <a:pt x="7689" y="3154"/>
                  </a:cubicBezTo>
                  <a:lnTo>
                    <a:pt x="7689" y="3493"/>
                  </a:lnTo>
                  <a:cubicBezTo>
                    <a:pt x="7689" y="4171"/>
                    <a:pt x="7140" y="4720"/>
                    <a:pt x="6455" y="4720"/>
                  </a:cubicBezTo>
                  <a:cubicBezTo>
                    <a:pt x="5777" y="4720"/>
                    <a:pt x="5228" y="4171"/>
                    <a:pt x="5228" y="3493"/>
                  </a:cubicBezTo>
                  <a:lnTo>
                    <a:pt x="5228" y="692"/>
                  </a:lnTo>
                  <a:cubicBezTo>
                    <a:pt x="5242" y="313"/>
                    <a:pt x="4937" y="1"/>
                    <a:pt x="4557"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8" name="Google Shape;14388;p66"/>
            <p:cNvSpPr/>
            <p:nvPr/>
          </p:nvSpPr>
          <p:spPr>
            <a:xfrm>
              <a:off x="5898339" y="2432968"/>
              <a:ext cx="134481" cy="211492"/>
            </a:xfrm>
            <a:custGeom>
              <a:avLst/>
              <a:gdLst/>
              <a:ahLst/>
              <a:cxnLst/>
              <a:rect l="l" t="t" r="r" b="b"/>
              <a:pathLst>
                <a:path w="5127" h="8063" extrusionOk="0">
                  <a:moveTo>
                    <a:pt x="2564" y="0"/>
                  </a:moveTo>
                  <a:cubicBezTo>
                    <a:pt x="1126" y="0"/>
                    <a:pt x="1" y="1241"/>
                    <a:pt x="143" y="2672"/>
                  </a:cubicBezTo>
                  <a:lnTo>
                    <a:pt x="550" y="6720"/>
                  </a:lnTo>
                  <a:lnTo>
                    <a:pt x="1669" y="6720"/>
                  </a:lnTo>
                  <a:lnTo>
                    <a:pt x="1669" y="7167"/>
                  </a:lnTo>
                  <a:cubicBezTo>
                    <a:pt x="1669" y="7662"/>
                    <a:pt x="2069" y="8062"/>
                    <a:pt x="2564" y="8062"/>
                  </a:cubicBezTo>
                  <a:cubicBezTo>
                    <a:pt x="3059" y="8062"/>
                    <a:pt x="3459" y="7662"/>
                    <a:pt x="3459" y="7167"/>
                  </a:cubicBezTo>
                  <a:lnTo>
                    <a:pt x="3459" y="6720"/>
                  </a:lnTo>
                  <a:lnTo>
                    <a:pt x="4578" y="6720"/>
                  </a:lnTo>
                  <a:lnTo>
                    <a:pt x="4985" y="2672"/>
                  </a:lnTo>
                  <a:cubicBezTo>
                    <a:pt x="5127" y="1241"/>
                    <a:pt x="4001" y="0"/>
                    <a:pt x="2564"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89" name="Google Shape;14389;p66"/>
            <p:cNvSpPr/>
            <p:nvPr/>
          </p:nvSpPr>
          <p:spPr>
            <a:xfrm>
              <a:off x="5898522" y="2433309"/>
              <a:ext cx="59962" cy="175925"/>
            </a:xfrm>
            <a:custGeom>
              <a:avLst/>
              <a:gdLst/>
              <a:ahLst/>
              <a:cxnLst/>
              <a:rect l="l" t="t" r="r" b="b"/>
              <a:pathLst>
                <a:path w="2286" h="6707" extrusionOk="0">
                  <a:moveTo>
                    <a:pt x="2286" y="1"/>
                  </a:moveTo>
                  <a:cubicBezTo>
                    <a:pt x="963" y="150"/>
                    <a:pt x="1" y="1336"/>
                    <a:pt x="136" y="2659"/>
                  </a:cubicBezTo>
                  <a:lnTo>
                    <a:pt x="543" y="6707"/>
                  </a:lnTo>
                  <a:lnTo>
                    <a:pt x="1601" y="6707"/>
                  </a:lnTo>
                  <a:lnTo>
                    <a:pt x="1228" y="2509"/>
                  </a:lnTo>
                  <a:cubicBezTo>
                    <a:pt x="1133" y="1479"/>
                    <a:pt x="1574" y="536"/>
                    <a:pt x="2286"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0" name="Google Shape;14390;p66"/>
            <p:cNvSpPr/>
            <p:nvPr/>
          </p:nvSpPr>
          <p:spPr>
            <a:xfrm>
              <a:off x="5804960" y="2667045"/>
              <a:ext cx="141065" cy="88920"/>
            </a:xfrm>
            <a:custGeom>
              <a:avLst/>
              <a:gdLst/>
              <a:ahLst/>
              <a:cxnLst/>
              <a:rect l="l" t="t" r="r" b="b"/>
              <a:pathLst>
                <a:path w="5378" h="3390" extrusionOk="0">
                  <a:moveTo>
                    <a:pt x="5113" y="1"/>
                  </a:moveTo>
                  <a:cubicBezTo>
                    <a:pt x="5041" y="1"/>
                    <a:pt x="4972" y="37"/>
                    <a:pt x="4930" y="101"/>
                  </a:cubicBezTo>
                  <a:cubicBezTo>
                    <a:pt x="4449" y="820"/>
                    <a:pt x="3384" y="1152"/>
                    <a:pt x="2767" y="1152"/>
                  </a:cubicBezTo>
                  <a:lnTo>
                    <a:pt x="2089" y="1152"/>
                  </a:lnTo>
                  <a:cubicBezTo>
                    <a:pt x="1350" y="1152"/>
                    <a:pt x="747" y="1749"/>
                    <a:pt x="747" y="2495"/>
                  </a:cubicBezTo>
                  <a:cubicBezTo>
                    <a:pt x="747" y="2739"/>
                    <a:pt x="550" y="2942"/>
                    <a:pt x="299" y="2942"/>
                  </a:cubicBezTo>
                  <a:cubicBezTo>
                    <a:pt x="1" y="2942"/>
                    <a:pt x="1" y="3390"/>
                    <a:pt x="299" y="3390"/>
                  </a:cubicBezTo>
                  <a:cubicBezTo>
                    <a:pt x="787" y="3390"/>
                    <a:pt x="1188" y="2996"/>
                    <a:pt x="1194" y="2508"/>
                  </a:cubicBezTo>
                  <a:cubicBezTo>
                    <a:pt x="1208" y="2006"/>
                    <a:pt x="1581" y="1593"/>
                    <a:pt x="2076" y="1593"/>
                  </a:cubicBezTo>
                  <a:lnTo>
                    <a:pt x="2767" y="1593"/>
                  </a:lnTo>
                  <a:cubicBezTo>
                    <a:pt x="3507" y="1593"/>
                    <a:pt x="4720" y="1206"/>
                    <a:pt x="5303" y="345"/>
                  </a:cubicBezTo>
                  <a:cubicBezTo>
                    <a:pt x="5378" y="237"/>
                    <a:pt x="5337" y="81"/>
                    <a:pt x="5215" y="20"/>
                  </a:cubicBezTo>
                  <a:lnTo>
                    <a:pt x="5215" y="26"/>
                  </a:lnTo>
                  <a:cubicBezTo>
                    <a:pt x="5182" y="9"/>
                    <a:pt x="5147" y="1"/>
                    <a:pt x="5113"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1" name="Google Shape;14391;p66"/>
            <p:cNvSpPr/>
            <p:nvPr/>
          </p:nvSpPr>
          <p:spPr>
            <a:xfrm>
              <a:off x="5912739" y="2597483"/>
              <a:ext cx="29378" cy="23502"/>
            </a:xfrm>
            <a:custGeom>
              <a:avLst/>
              <a:gdLst/>
              <a:ahLst/>
              <a:cxnLst/>
              <a:rect l="l" t="t" r="r" b="b"/>
              <a:pathLst>
                <a:path w="1120" h="896" extrusionOk="0">
                  <a:moveTo>
                    <a:pt x="449" y="0"/>
                  </a:moveTo>
                  <a:cubicBezTo>
                    <a:pt x="198" y="0"/>
                    <a:pt x="1" y="197"/>
                    <a:pt x="1" y="448"/>
                  </a:cubicBezTo>
                  <a:cubicBezTo>
                    <a:pt x="1" y="692"/>
                    <a:pt x="198" y="895"/>
                    <a:pt x="449" y="895"/>
                  </a:cubicBezTo>
                  <a:lnTo>
                    <a:pt x="672" y="895"/>
                  </a:lnTo>
                  <a:cubicBezTo>
                    <a:pt x="916" y="895"/>
                    <a:pt x="1120" y="692"/>
                    <a:pt x="1120" y="448"/>
                  </a:cubicBezTo>
                  <a:cubicBezTo>
                    <a:pt x="1120" y="197"/>
                    <a:pt x="916" y="0"/>
                    <a:pt x="67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2" name="Google Shape;14392;p66"/>
            <p:cNvSpPr/>
            <p:nvPr/>
          </p:nvSpPr>
          <p:spPr>
            <a:xfrm>
              <a:off x="5989042" y="2597483"/>
              <a:ext cx="29378" cy="23502"/>
            </a:xfrm>
            <a:custGeom>
              <a:avLst/>
              <a:gdLst/>
              <a:ahLst/>
              <a:cxnLst/>
              <a:rect l="l" t="t" r="r" b="b"/>
              <a:pathLst>
                <a:path w="1120" h="896" extrusionOk="0">
                  <a:moveTo>
                    <a:pt x="448" y="0"/>
                  </a:moveTo>
                  <a:cubicBezTo>
                    <a:pt x="204" y="0"/>
                    <a:pt x="1" y="197"/>
                    <a:pt x="1" y="448"/>
                  </a:cubicBezTo>
                  <a:cubicBezTo>
                    <a:pt x="1" y="692"/>
                    <a:pt x="204" y="895"/>
                    <a:pt x="448" y="895"/>
                  </a:cubicBezTo>
                  <a:lnTo>
                    <a:pt x="672" y="895"/>
                  </a:lnTo>
                  <a:cubicBezTo>
                    <a:pt x="916" y="895"/>
                    <a:pt x="1120" y="692"/>
                    <a:pt x="1120" y="448"/>
                  </a:cubicBezTo>
                  <a:cubicBezTo>
                    <a:pt x="1120" y="197"/>
                    <a:pt x="916" y="0"/>
                    <a:pt x="67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3" name="Google Shape;14393;p66"/>
            <p:cNvSpPr/>
            <p:nvPr/>
          </p:nvSpPr>
          <p:spPr>
            <a:xfrm>
              <a:off x="5789327" y="2544656"/>
              <a:ext cx="142849" cy="117405"/>
            </a:xfrm>
            <a:custGeom>
              <a:avLst/>
              <a:gdLst/>
              <a:ahLst/>
              <a:cxnLst/>
              <a:rect l="l" t="t" r="r" b="b"/>
              <a:pathLst>
                <a:path w="5446" h="4476" extrusionOk="0">
                  <a:moveTo>
                    <a:pt x="2916" y="0"/>
                  </a:moveTo>
                  <a:cubicBezTo>
                    <a:pt x="2804" y="0"/>
                    <a:pt x="2692" y="75"/>
                    <a:pt x="2692" y="224"/>
                  </a:cubicBezTo>
                  <a:cubicBezTo>
                    <a:pt x="2692" y="468"/>
                    <a:pt x="2489" y="665"/>
                    <a:pt x="2245" y="672"/>
                  </a:cubicBezTo>
                  <a:lnTo>
                    <a:pt x="1906" y="672"/>
                  </a:lnTo>
                  <a:cubicBezTo>
                    <a:pt x="855" y="672"/>
                    <a:pt x="0" y="1519"/>
                    <a:pt x="0" y="2570"/>
                  </a:cubicBezTo>
                  <a:cubicBezTo>
                    <a:pt x="0" y="3621"/>
                    <a:pt x="855" y="4475"/>
                    <a:pt x="1906" y="4475"/>
                  </a:cubicBezTo>
                  <a:lnTo>
                    <a:pt x="5154" y="4475"/>
                  </a:lnTo>
                  <a:cubicBezTo>
                    <a:pt x="5445" y="4475"/>
                    <a:pt x="5445" y="4028"/>
                    <a:pt x="5154" y="4028"/>
                  </a:cubicBezTo>
                  <a:lnTo>
                    <a:pt x="1906" y="4028"/>
                  </a:lnTo>
                  <a:cubicBezTo>
                    <a:pt x="1099" y="4028"/>
                    <a:pt x="448" y="3377"/>
                    <a:pt x="448" y="2570"/>
                  </a:cubicBezTo>
                  <a:cubicBezTo>
                    <a:pt x="448" y="1770"/>
                    <a:pt x="1099" y="1119"/>
                    <a:pt x="1906" y="1119"/>
                  </a:cubicBezTo>
                  <a:lnTo>
                    <a:pt x="2245" y="1119"/>
                  </a:lnTo>
                  <a:cubicBezTo>
                    <a:pt x="2740" y="1119"/>
                    <a:pt x="3140" y="712"/>
                    <a:pt x="3140" y="224"/>
                  </a:cubicBezTo>
                  <a:cubicBezTo>
                    <a:pt x="3140" y="75"/>
                    <a:pt x="3028" y="0"/>
                    <a:pt x="2916"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4" name="Google Shape;14394;p66"/>
            <p:cNvSpPr/>
            <p:nvPr/>
          </p:nvSpPr>
          <p:spPr>
            <a:xfrm>
              <a:off x="5985134" y="2666940"/>
              <a:ext cx="141065" cy="89025"/>
            </a:xfrm>
            <a:custGeom>
              <a:avLst/>
              <a:gdLst/>
              <a:ahLst/>
              <a:cxnLst/>
              <a:rect l="l" t="t" r="r" b="b"/>
              <a:pathLst>
                <a:path w="5378" h="3394" extrusionOk="0">
                  <a:moveTo>
                    <a:pt x="261" y="1"/>
                  </a:moveTo>
                  <a:cubicBezTo>
                    <a:pt x="228" y="1"/>
                    <a:pt x="194" y="8"/>
                    <a:pt x="163" y="24"/>
                  </a:cubicBezTo>
                  <a:cubicBezTo>
                    <a:pt x="41" y="85"/>
                    <a:pt x="1" y="241"/>
                    <a:pt x="75" y="349"/>
                  </a:cubicBezTo>
                  <a:cubicBezTo>
                    <a:pt x="658" y="1210"/>
                    <a:pt x="1872" y="1603"/>
                    <a:pt x="2611" y="1603"/>
                  </a:cubicBezTo>
                  <a:lnTo>
                    <a:pt x="3303" y="1603"/>
                  </a:lnTo>
                  <a:cubicBezTo>
                    <a:pt x="3798" y="1603"/>
                    <a:pt x="4171" y="2017"/>
                    <a:pt x="4184" y="2512"/>
                  </a:cubicBezTo>
                  <a:cubicBezTo>
                    <a:pt x="4191" y="3000"/>
                    <a:pt x="4591" y="3394"/>
                    <a:pt x="5079" y="3394"/>
                  </a:cubicBezTo>
                  <a:cubicBezTo>
                    <a:pt x="5378" y="3394"/>
                    <a:pt x="5378" y="2946"/>
                    <a:pt x="5079" y="2946"/>
                  </a:cubicBezTo>
                  <a:cubicBezTo>
                    <a:pt x="4829" y="2946"/>
                    <a:pt x="4632" y="2749"/>
                    <a:pt x="4632" y="2499"/>
                  </a:cubicBezTo>
                  <a:cubicBezTo>
                    <a:pt x="4632" y="1759"/>
                    <a:pt x="4028" y="1156"/>
                    <a:pt x="3283" y="1156"/>
                  </a:cubicBezTo>
                  <a:lnTo>
                    <a:pt x="2611" y="1156"/>
                  </a:lnTo>
                  <a:cubicBezTo>
                    <a:pt x="1994" y="1156"/>
                    <a:pt x="923" y="817"/>
                    <a:pt x="441" y="98"/>
                  </a:cubicBezTo>
                  <a:cubicBezTo>
                    <a:pt x="400" y="34"/>
                    <a:pt x="331" y="1"/>
                    <a:pt x="261"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95" name="Google Shape;14395;p66"/>
          <p:cNvGrpSpPr/>
          <p:nvPr/>
        </p:nvGrpSpPr>
        <p:grpSpPr>
          <a:xfrm>
            <a:off x="847524" y="2056334"/>
            <a:ext cx="322314" cy="370158"/>
            <a:chOff x="874612" y="1980134"/>
            <a:chExt cx="322314" cy="370158"/>
          </a:xfrm>
        </p:grpSpPr>
        <p:sp>
          <p:nvSpPr>
            <p:cNvPr id="14396" name="Google Shape;14396;p66"/>
            <p:cNvSpPr/>
            <p:nvPr/>
          </p:nvSpPr>
          <p:spPr>
            <a:xfrm>
              <a:off x="1067586" y="1980134"/>
              <a:ext cx="129340" cy="193709"/>
            </a:xfrm>
            <a:custGeom>
              <a:avLst/>
              <a:gdLst/>
              <a:ahLst/>
              <a:cxnLst/>
              <a:rect l="l" t="t" r="r" b="b"/>
              <a:pathLst>
                <a:path w="4931" h="7385" extrusionOk="0">
                  <a:moveTo>
                    <a:pt x="4930" y="1"/>
                  </a:moveTo>
                  <a:cubicBezTo>
                    <a:pt x="4930" y="1"/>
                    <a:pt x="1838" y="1838"/>
                    <a:pt x="1" y="5737"/>
                  </a:cubicBezTo>
                  <a:lnTo>
                    <a:pt x="2035" y="7385"/>
                  </a:lnTo>
                  <a:cubicBezTo>
                    <a:pt x="4822" y="5066"/>
                    <a:pt x="4930" y="1"/>
                    <a:pt x="4930"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7" name="Google Shape;14397;p66"/>
            <p:cNvSpPr/>
            <p:nvPr/>
          </p:nvSpPr>
          <p:spPr>
            <a:xfrm>
              <a:off x="1095521" y="1980317"/>
              <a:ext cx="101405" cy="193525"/>
            </a:xfrm>
            <a:custGeom>
              <a:avLst/>
              <a:gdLst/>
              <a:ahLst/>
              <a:cxnLst/>
              <a:rect l="l" t="t" r="r" b="b"/>
              <a:pathLst>
                <a:path w="3866" h="7378" extrusionOk="0">
                  <a:moveTo>
                    <a:pt x="3865" y="0"/>
                  </a:moveTo>
                  <a:cubicBezTo>
                    <a:pt x="3865" y="0"/>
                    <a:pt x="3865" y="0"/>
                    <a:pt x="3865" y="0"/>
                  </a:cubicBezTo>
                  <a:lnTo>
                    <a:pt x="3865" y="0"/>
                  </a:lnTo>
                  <a:cubicBezTo>
                    <a:pt x="3865" y="0"/>
                    <a:pt x="3865" y="0"/>
                    <a:pt x="3865" y="0"/>
                  </a:cubicBezTo>
                  <a:cubicBezTo>
                    <a:pt x="3865" y="0"/>
                    <a:pt x="3865" y="0"/>
                    <a:pt x="3865" y="0"/>
                  </a:cubicBezTo>
                  <a:close/>
                  <a:moveTo>
                    <a:pt x="3865" y="0"/>
                  </a:moveTo>
                  <a:cubicBezTo>
                    <a:pt x="1777" y="2258"/>
                    <a:pt x="488" y="4923"/>
                    <a:pt x="0" y="6049"/>
                  </a:cubicBezTo>
                  <a:lnTo>
                    <a:pt x="68" y="6652"/>
                  </a:lnTo>
                  <a:lnTo>
                    <a:pt x="970" y="7378"/>
                  </a:lnTo>
                  <a:cubicBezTo>
                    <a:pt x="3753" y="5062"/>
                    <a:pt x="3865" y="8"/>
                    <a:pt x="3865"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8" name="Google Shape;14398;p66"/>
            <p:cNvSpPr/>
            <p:nvPr/>
          </p:nvSpPr>
          <p:spPr>
            <a:xfrm>
              <a:off x="874612" y="1980134"/>
              <a:ext cx="129681" cy="193709"/>
            </a:xfrm>
            <a:custGeom>
              <a:avLst/>
              <a:gdLst/>
              <a:ahLst/>
              <a:cxnLst/>
              <a:rect l="l" t="t" r="r" b="b"/>
              <a:pathLst>
                <a:path w="4944" h="7385" extrusionOk="0">
                  <a:moveTo>
                    <a:pt x="1" y="1"/>
                  </a:moveTo>
                  <a:lnTo>
                    <a:pt x="1" y="1"/>
                  </a:lnTo>
                  <a:cubicBezTo>
                    <a:pt x="1" y="1"/>
                    <a:pt x="109" y="5066"/>
                    <a:pt x="2910" y="7385"/>
                  </a:cubicBezTo>
                  <a:lnTo>
                    <a:pt x="4944" y="5737"/>
                  </a:lnTo>
                  <a:cubicBezTo>
                    <a:pt x="3099" y="1838"/>
                    <a:pt x="1" y="1"/>
                    <a:pt x="1"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99" name="Google Shape;14399;p66"/>
            <p:cNvSpPr/>
            <p:nvPr/>
          </p:nvSpPr>
          <p:spPr>
            <a:xfrm>
              <a:off x="874612" y="1980317"/>
              <a:ext cx="101589" cy="193525"/>
            </a:xfrm>
            <a:custGeom>
              <a:avLst/>
              <a:gdLst/>
              <a:ahLst/>
              <a:cxnLst/>
              <a:rect l="l" t="t" r="r" b="b"/>
              <a:pathLst>
                <a:path w="3873" h="7378" extrusionOk="0">
                  <a:moveTo>
                    <a:pt x="1" y="0"/>
                  </a:moveTo>
                  <a:cubicBezTo>
                    <a:pt x="1" y="0"/>
                    <a:pt x="1" y="0"/>
                    <a:pt x="1" y="0"/>
                  </a:cubicBezTo>
                  <a:cubicBezTo>
                    <a:pt x="1" y="0"/>
                    <a:pt x="1" y="0"/>
                    <a:pt x="1" y="0"/>
                  </a:cubicBezTo>
                  <a:lnTo>
                    <a:pt x="1" y="0"/>
                  </a:lnTo>
                  <a:cubicBezTo>
                    <a:pt x="1" y="0"/>
                    <a:pt x="1" y="0"/>
                    <a:pt x="1" y="0"/>
                  </a:cubicBezTo>
                  <a:close/>
                  <a:moveTo>
                    <a:pt x="1" y="0"/>
                  </a:moveTo>
                  <a:lnTo>
                    <a:pt x="1" y="0"/>
                  </a:lnTo>
                  <a:cubicBezTo>
                    <a:pt x="1" y="8"/>
                    <a:pt x="113" y="5062"/>
                    <a:pt x="2910" y="7378"/>
                  </a:cubicBezTo>
                  <a:lnTo>
                    <a:pt x="3805" y="6652"/>
                  </a:lnTo>
                  <a:lnTo>
                    <a:pt x="3872" y="6049"/>
                  </a:lnTo>
                  <a:cubicBezTo>
                    <a:pt x="3384" y="4923"/>
                    <a:pt x="2096" y="2258"/>
                    <a:pt x="1"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0" name="Google Shape;14400;p66"/>
            <p:cNvSpPr/>
            <p:nvPr/>
          </p:nvSpPr>
          <p:spPr>
            <a:xfrm>
              <a:off x="922455" y="2123481"/>
              <a:ext cx="226785" cy="226811"/>
            </a:xfrm>
            <a:custGeom>
              <a:avLst/>
              <a:gdLst/>
              <a:ahLst/>
              <a:cxnLst/>
              <a:rect l="l" t="t" r="r" b="b"/>
              <a:pathLst>
                <a:path w="8646" h="8647" extrusionOk="0">
                  <a:moveTo>
                    <a:pt x="4320" y="1"/>
                  </a:moveTo>
                  <a:cubicBezTo>
                    <a:pt x="2299" y="1"/>
                    <a:pt x="672" y="1357"/>
                    <a:pt x="672" y="3025"/>
                  </a:cubicBezTo>
                  <a:lnTo>
                    <a:pt x="672" y="3113"/>
                  </a:lnTo>
                  <a:cubicBezTo>
                    <a:pt x="685" y="3601"/>
                    <a:pt x="557" y="4076"/>
                    <a:pt x="313" y="4496"/>
                  </a:cubicBezTo>
                  <a:cubicBezTo>
                    <a:pt x="109" y="4835"/>
                    <a:pt x="1" y="5222"/>
                    <a:pt x="1" y="5622"/>
                  </a:cubicBezTo>
                  <a:cubicBezTo>
                    <a:pt x="1" y="7290"/>
                    <a:pt x="1933" y="8646"/>
                    <a:pt x="4320" y="8646"/>
                  </a:cubicBezTo>
                  <a:cubicBezTo>
                    <a:pt x="6707" y="8646"/>
                    <a:pt x="8646" y="7290"/>
                    <a:pt x="8646" y="5622"/>
                  </a:cubicBezTo>
                  <a:cubicBezTo>
                    <a:pt x="8639" y="5222"/>
                    <a:pt x="8537" y="4835"/>
                    <a:pt x="8334" y="4496"/>
                  </a:cubicBezTo>
                  <a:cubicBezTo>
                    <a:pt x="8083" y="4083"/>
                    <a:pt x="7954" y="3601"/>
                    <a:pt x="7961" y="3113"/>
                  </a:cubicBezTo>
                  <a:lnTo>
                    <a:pt x="7961" y="3025"/>
                  </a:lnTo>
                  <a:cubicBezTo>
                    <a:pt x="7961" y="1357"/>
                    <a:pt x="6334" y="1"/>
                    <a:pt x="4320"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1" name="Google Shape;14401;p66"/>
            <p:cNvSpPr/>
            <p:nvPr/>
          </p:nvSpPr>
          <p:spPr>
            <a:xfrm>
              <a:off x="922455" y="2123664"/>
              <a:ext cx="106205" cy="222876"/>
            </a:xfrm>
            <a:custGeom>
              <a:avLst/>
              <a:gdLst/>
              <a:ahLst/>
              <a:cxnLst/>
              <a:rect l="l" t="t" r="r" b="b"/>
              <a:pathLst>
                <a:path w="4049" h="8497" extrusionOk="0">
                  <a:moveTo>
                    <a:pt x="4049" y="1"/>
                  </a:moveTo>
                  <a:lnTo>
                    <a:pt x="4049" y="1"/>
                  </a:lnTo>
                  <a:cubicBezTo>
                    <a:pt x="2164" y="116"/>
                    <a:pt x="679" y="1425"/>
                    <a:pt x="679" y="3018"/>
                  </a:cubicBezTo>
                  <a:lnTo>
                    <a:pt x="679" y="3099"/>
                  </a:lnTo>
                  <a:cubicBezTo>
                    <a:pt x="685" y="3588"/>
                    <a:pt x="563" y="4069"/>
                    <a:pt x="313" y="4489"/>
                  </a:cubicBezTo>
                  <a:cubicBezTo>
                    <a:pt x="109" y="4828"/>
                    <a:pt x="1" y="5215"/>
                    <a:pt x="1" y="5615"/>
                  </a:cubicBezTo>
                  <a:cubicBezTo>
                    <a:pt x="1" y="6957"/>
                    <a:pt x="1255" y="8103"/>
                    <a:pt x="2998" y="8497"/>
                  </a:cubicBezTo>
                  <a:cubicBezTo>
                    <a:pt x="2177" y="7853"/>
                    <a:pt x="1669" y="6957"/>
                    <a:pt x="1669" y="5968"/>
                  </a:cubicBezTo>
                  <a:cubicBezTo>
                    <a:pt x="1669" y="5513"/>
                    <a:pt x="1777" y="5072"/>
                    <a:pt x="1981" y="4666"/>
                  </a:cubicBezTo>
                  <a:cubicBezTo>
                    <a:pt x="2231" y="4171"/>
                    <a:pt x="2360" y="3621"/>
                    <a:pt x="2353" y="3065"/>
                  </a:cubicBezTo>
                  <a:lnTo>
                    <a:pt x="2353" y="2964"/>
                  </a:lnTo>
                  <a:cubicBezTo>
                    <a:pt x="2360" y="1750"/>
                    <a:pt x="3004" y="624"/>
                    <a:pt x="4049"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2" name="Google Shape;14402;p66"/>
            <p:cNvSpPr/>
            <p:nvPr/>
          </p:nvSpPr>
          <p:spPr>
            <a:xfrm>
              <a:off x="964082" y="2219010"/>
              <a:ext cx="35935" cy="41627"/>
            </a:xfrm>
            <a:custGeom>
              <a:avLst/>
              <a:gdLst/>
              <a:ahLst/>
              <a:cxnLst/>
              <a:rect l="l" t="t" r="r" b="b"/>
              <a:pathLst>
                <a:path w="1370" h="1587" extrusionOk="0">
                  <a:moveTo>
                    <a:pt x="685" y="0"/>
                  </a:moveTo>
                  <a:cubicBezTo>
                    <a:pt x="312" y="0"/>
                    <a:pt x="0" y="305"/>
                    <a:pt x="7" y="678"/>
                  </a:cubicBezTo>
                  <a:lnTo>
                    <a:pt x="7" y="909"/>
                  </a:lnTo>
                  <a:cubicBezTo>
                    <a:pt x="0" y="1282"/>
                    <a:pt x="312" y="1587"/>
                    <a:pt x="685" y="1587"/>
                  </a:cubicBezTo>
                  <a:cubicBezTo>
                    <a:pt x="1065" y="1587"/>
                    <a:pt x="1370" y="1282"/>
                    <a:pt x="1370" y="909"/>
                  </a:cubicBezTo>
                  <a:lnTo>
                    <a:pt x="1370" y="678"/>
                  </a:lnTo>
                  <a:cubicBezTo>
                    <a:pt x="1370" y="305"/>
                    <a:pt x="1065" y="0"/>
                    <a:pt x="68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3" name="Google Shape;14403;p66"/>
            <p:cNvSpPr/>
            <p:nvPr/>
          </p:nvSpPr>
          <p:spPr>
            <a:xfrm>
              <a:off x="982050" y="2218984"/>
              <a:ext cx="17968" cy="29797"/>
            </a:xfrm>
            <a:custGeom>
              <a:avLst/>
              <a:gdLst/>
              <a:ahLst/>
              <a:cxnLst/>
              <a:rect l="l" t="t" r="r" b="b"/>
              <a:pathLst>
                <a:path w="685" h="1136" extrusionOk="0">
                  <a:moveTo>
                    <a:pt x="12" y="1"/>
                  </a:moveTo>
                  <a:cubicBezTo>
                    <a:pt x="8" y="1"/>
                    <a:pt x="4" y="1"/>
                    <a:pt x="0" y="1"/>
                  </a:cubicBezTo>
                  <a:lnTo>
                    <a:pt x="0" y="794"/>
                  </a:lnTo>
                  <a:cubicBezTo>
                    <a:pt x="0" y="1021"/>
                    <a:pt x="171" y="1135"/>
                    <a:pt x="343" y="1135"/>
                  </a:cubicBezTo>
                  <a:cubicBezTo>
                    <a:pt x="514" y="1135"/>
                    <a:pt x="685" y="1021"/>
                    <a:pt x="685" y="794"/>
                  </a:cubicBezTo>
                  <a:lnTo>
                    <a:pt x="685" y="679"/>
                  </a:lnTo>
                  <a:cubicBezTo>
                    <a:pt x="685" y="310"/>
                    <a:pt x="386" y="1"/>
                    <a:pt x="12"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4" name="Google Shape;14404;p66"/>
            <p:cNvSpPr/>
            <p:nvPr/>
          </p:nvSpPr>
          <p:spPr>
            <a:xfrm>
              <a:off x="976174" y="2224860"/>
              <a:ext cx="11935" cy="11961"/>
            </a:xfrm>
            <a:custGeom>
              <a:avLst/>
              <a:gdLst/>
              <a:ahLst/>
              <a:cxnLst/>
              <a:rect l="l" t="t" r="r" b="b"/>
              <a:pathLst>
                <a:path w="455" h="456" extrusionOk="0">
                  <a:moveTo>
                    <a:pt x="224" y="1"/>
                  </a:moveTo>
                  <a:cubicBezTo>
                    <a:pt x="102" y="1"/>
                    <a:pt x="0" y="102"/>
                    <a:pt x="0" y="231"/>
                  </a:cubicBezTo>
                  <a:cubicBezTo>
                    <a:pt x="0" y="353"/>
                    <a:pt x="102" y="455"/>
                    <a:pt x="224" y="455"/>
                  </a:cubicBezTo>
                  <a:cubicBezTo>
                    <a:pt x="353" y="455"/>
                    <a:pt x="455" y="353"/>
                    <a:pt x="455" y="231"/>
                  </a:cubicBezTo>
                  <a:cubicBezTo>
                    <a:pt x="455" y="102"/>
                    <a:pt x="353" y="1"/>
                    <a:pt x="2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5" name="Google Shape;14405;p66"/>
            <p:cNvSpPr/>
            <p:nvPr/>
          </p:nvSpPr>
          <p:spPr>
            <a:xfrm>
              <a:off x="1071678" y="2219010"/>
              <a:ext cx="35778" cy="41627"/>
            </a:xfrm>
            <a:custGeom>
              <a:avLst/>
              <a:gdLst/>
              <a:ahLst/>
              <a:cxnLst/>
              <a:rect l="l" t="t" r="r" b="b"/>
              <a:pathLst>
                <a:path w="1364" h="1587" extrusionOk="0">
                  <a:moveTo>
                    <a:pt x="679" y="0"/>
                  </a:moveTo>
                  <a:cubicBezTo>
                    <a:pt x="306" y="0"/>
                    <a:pt x="1" y="305"/>
                    <a:pt x="1" y="678"/>
                  </a:cubicBezTo>
                  <a:lnTo>
                    <a:pt x="1" y="909"/>
                  </a:lnTo>
                  <a:cubicBezTo>
                    <a:pt x="1" y="1282"/>
                    <a:pt x="306" y="1587"/>
                    <a:pt x="679" y="1587"/>
                  </a:cubicBezTo>
                  <a:cubicBezTo>
                    <a:pt x="1058" y="1587"/>
                    <a:pt x="1363" y="1282"/>
                    <a:pt x="1363" y="909"/>
                  </a:cubicBezTo>
                  <a:lnTo>
                    <a:pt x="1363" y="678"/>
                  </a:lnTo>
                  <a:cubicBezTo>
                    <a:pt x="1363" y="305"/>
                    <a:pt x="1058" y="0"/>
                    <a:pt x="67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6" name="Google Shape;14406;p66"/>
            <p:cNvSpPr/>
            <p:nvPr/>
          </p:nvSpPr>
          <p:spPr>
            <a:xfrm>
              <a:off x="1089462" y="2218984"/>
              <a:ext cx="17994" cy="29797"/>
            </a:xfrm>
            <a:custGeom>
              <a:avLst/>
              <a:gdLst/>
              <a:ahLst/>
              <a:cxnLst/>
              <a:rect l="l" t="t" r="r" b="b"/>
              <a:pathLst>
                <a:path w="686" h="1136" extrusionOk="0">
                  <a:moveTo>
                    <a:pt x="13" y="1"/>
                  </a:moveTo>
                  <a:cubicBezTo>
                    <a:pt x="9" y="1"/>
                    <a:pt x="5" y="1"/>
                    <a:pt x="1" y="1"/>
                  </a:cubicBezTo>
                  <a:lnTo>
                    <a:pt x="1" y="794"/>
                  </a:lnTo>
                  <a:cubicBezTo>
                    <a:pt x="1" y="1021"/>
                    <a:pt x="172" y="1135"/>
                    <a:pt x="343" y="1135"/>
                  </a:cubicBezTo>
                  <a:cubicBezTo>
                    <a:pt x="514" y="1135"/>
                    <a:pt x="685" y="1021"/>
                    <a:pt x="685" y="794"/>
                  </a:cubicBezTo>
                  <a:lnTo>
                    <a:pt x="685" y="679"/>
                  </a:lnTo>
                  <a:cubicBezTo>
                    <a:pt x="685" y="310"/>
                    <a:pt x="387" y="1"/>
                    <a:pt x="13"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7" name="Google Shape;14407;p66"/>
            <p:cNvSpPr/>
            <p:nvPr/>
          </p:nvSpPr>
          <p:spPr>
            <a:xfrm>
              <a:off x="1083586" y="2224860"/>
              <a:ext cx="11961" cy="11961"/>
            </a:xfrm>
            <a:custGeom>
              <a:avLst/>
              <a:gdLst/>
              <a:ahLst/>
              <a:cxnLst/>
              <a:rect l="l" t="t" r="r" b="b"/>
              <a:pathLst>
                <a:path w="456" h="456" extrusionOk="0">
                  <a:moveTo>
                    <a:pt x="225" y="1"/>
                  </a:moveTo>
                  <a:cubicBezTo>
                    <a:pt x="103" y="1"/>
                    <a:pt x="1" y="102"/>
                    <a:pt x="1" y="231"/>
                  </a:cubicBezTo>
                  <a:cubicBezTo>
                    <a:pt x="1" y="353"/>
                    <a:pt x="103" y="455"/>
                    <a:pt x="225" y="455"/>
                  </a:cubicBezTo>
                  <a:cubicBezTo>
                    <a:pt x="353" y="455"/>
                    <a:pt x="455" y="353"/>
                    <a:pt x="455" y="231"/>
                  </a:cubicBezTo>
                  <a:cubicBezTo>
                    <a:pt x="455" y="102"/>
                    <a:pt x="353" y="1"/>
                    <a:pt x="22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8" name="Google Shape;14408;p66"/>
            <p:cNvSpPr/>
            <p:nvPr/>
          </p:nvSpPr>
          <p:spPr>
            <a:xfrm>
              <a:off x="949682" y="2219010"/>
              <a:ext cx="172357" cy="131281"/>
            </a:xfrm>
            <a:custGeom>
              <a:avLst/>
              <a:gdLst/>
              <a:ahLst/>
              <a:cxnLst/>
              <a:rect l="l" t="t" r="r" b="b"/>
              <a:pathLst>
                <a:path w="6571" h="5005" extrusionOk="0">
                  <a:moveTo>
                    <a:pt x="3282" y="0"/>
                  </a:moveTo>
                  <a:cubicBezTo>
                    <a:pt x="3058" y="0"/>
                    <a:pt x="2828" y="224"/>
                    <a:pt x="2828" y="678"/>
                  </a:cubicBezTo>
                  <a:cubicBezTo>
                    <a:pt x="2828" y="1132"/>
                    <a:pt x="2604" y="1817"/>
                    <a:pt x="1234" y="2271"/>
                  </a:cubicBezTo>
                  <a:cubicBezTo>
                    <a:pt x="285" y="2590"/>
                    <a:pt x="0" y="3241"/>
                    <a:pt x="68" y="3994"/>
                  </a:cubicBezTo>
                  <a:cubicBezTo>
                    <a:pt x="854" y="4611"/>
                    <a:pt x="2007" y="5004"/>
                    <a:pt x="3289" y="5004"/>
                  </a:cubicBezTo>
                  <a:cubicBezTo>
                    <a:pt x="4570" y="5004"/>
                    <a:pt x="5716" y="4611"/>
                    <a:pt x="6509" y="3994"/>
                  </a:cubicBezTo>
                  <a:cubicBezTo>
                    <a:pt x="6570" y="3241"/>
                    <a:pt x="6286" y="2590"/>
                    <a:pt x="5330" y="2271"/>
                  </a:cubicBezTo>
                  <a:cubicBezTo>
                    <a:pt x="3967" y="1817"/>
                    <a:pt x="3743" y="1132"/>
                    <a:pt x="3743" y="678"/>
                  </a:cubicBezTo>
                  <a:cubicBezTo>
                    <a:pt x="3743" y="224"/>
                    <a:pt x="3512" y="0"/>
                    <a:pt x="3282"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09" name="Google Shape;14409;p66"/>
            <p:cNvSpPr/>
            <p:nvPr/>
          </p:nvSpPr>
          <p:spPr>
            <a:xfrm>
              <a:off x="985984" y="2318238"/>
              <a:ext cx="99700" cy="24027"/>
            </a:xfrm>
            <a:custGeom>
              <a:avLst/>
              <a:gdLst/>
              <a:ahLst/>
              <a:cxnLst/>
              <a:rect l="l" t="t" r="r" b="b"/>
              <a:pathLst>
                <a:path w="3801" h="916" extrusionOk="0">
                  <a:moveTo>
                    <a:pt x="314" y="1"/>
                  </a:moveTo>
                  <a:cubicBezTo>
                    <a:pt x="154" y="1"/>
                    <a:pt x="0" y="179"/>
                    <a:pt x="115" y="360"/>
                  </a:cubicBezTo>
                  <a:cubicBezTo>
                    <a:pt x="338" y="706"/>
                    <a:pt x="718" y="916"/>
                    <a:pt x="1125" y="916"/>
                  </a:cubicBezTo>
                  <a:cubicBezTo>
                    <a:pt x="1396" y="916"/>
                    <a:pt x="1661" y="821"/>
                    <a:pt x="1871" y="658"/>
                  </a:cubicBezTo>
                  <a:cubicBezTo>
                    <a:pt x="1878" y="648"/>
                    <a:pt x="1888" y="643"/>
                    <a:pt x="1899" y="643"/>
                  </a:cubicBezTo>
                  <a:cubicBezTo>
                    <a:pt x="1910" y="643"/>
                    <a:pt x="1922" y="648"/>
                    <a:pt x="1932" y="658"/>
                  </a:cubicBezTo>
                  <a:cubicBezTo>
                    <a:pt x="2142" y="821"/>
                    <a:pt x="2400" y="916"/>
                    <a:pt x="2671" y="916"/>
                  </a:cubicBezTo>
                  <a:cubicBezTo>
                    <a:pt x="3084" y="916"/>
                    <a:pt x="3464" y="706"/>
                    <a:pt x="3681" y="360"/>
                  </a:cubicBezTo>
                  <a:cubicBezTo>
                    <a:pt x="3801" y="179"/>
                    <a:pt x="3644" y="4"/>
                    <a:pt x="3485" y="4"/>
                  </a:cubicBezTo>
                  <a:cubicBezTo>
                    <a:pt x="3417" y="4"/>
                    <a:pt x="3350" y="35"/>
                    <a:pt x="3301" y="109"/>
                  </a:cubicBezTo>
                  <a:cubicBezTo>
                    <a:pt x="3166" y="326"/>
                    <a:pt x="2929" y="462"/>
                    <a:pt x="2671" y="462"/>
                  </a:cubicBezTo>
                  <a:cubicBezTo>
                    <a:pt x="2508" y="462"/>
                    <a:pt x="2345" y="407"/>
                    <a:pt x="2217" y="299"/>
                  </a:cubicBezTo>
                  <a:cubicBezTo>
                    <a:pt x="2125" y="228"/>
                    <a:pt x="2013" y="192"/>
                    <a:pt x="1901" y="192"/>
                  </a:cubicBezTo>
                  <a:cubicBezTo>
                    <a:pt x="1789" y="192"/>
                    <a:pt x="1678" y="228"/>
                    <a:pt x="1586" y="299"/>
                  </a:cubicBezTo>
                  <a:cubicBezTo>
                    <a:pt x="1457" y="407"/>
                    <a:pt x="1294" y="462"/>
                    <a:pt x="1132" y="462"/>
                  </a:cubicBezTo>
                  <a:cubicBezTo>
                    <a:pt x="874" y="462"/>
                    <a:pt x="637" y="326"/>
                    <a:pt x="501" y="109"/>
                  </a:cubicBezTo>
                  <a:cubicBezTo>
                    <a:pt x="451" y="33"/>
                    <a:pt x="382" y="1"/>
                    <a:pt x="314"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0" name="Google Shape;14410;p66"/>
            <p:cNvSpPr/>
            <p:nvPr/>
          </p:nvSpPr>
          <p:spPr>
            <a:xfrm>
              <a:off x="1008726" y="2278579"/>
              <a:ext cx="54270" cy="41784"/>
            </a:xfrm>
            <a:custGeom>
              <a:avLst/>
              <a:gdLst/>
              <a:ahLst/>
              <a:cxnLst/>
              <a:rect l="l" t="t" r="r" b="b"/>
              <a:pathLst>
                <a:path w="2069" h="1593" extrusionOk="0">
                  <a:moveTo>
                    <a:pt x="1031" y="0"/>
                  </a:moveTo>
                  <a:cubicBezTo>
                    <a:pt x="461" y="0"/>
                    <a:pt x="0" y="340"/>
                    <a:pt x="0" y="753"/>
                  </a:cubicBezTo>
                  <a:cubicBezTo>
                    <a:pt x="0" y="1160"/>
                    <a:pt x="434" y="1370"/>
                    <a:pt x="746" y="1526"/>
                  </a:cubicBezTo>
                  <a:cubicBezTo>
                    <a:pt x="838" y="1570"/>
                    <a:pt x="936" y="1592"/>
                    <a:pt x="1034" y="1592"/>
                  </a:cubicBezTo>
                  <a:cubicBezTo>
                    <a:pt x="1133" y="1592"/>
                    <a:pt x="1231" y="1570"/>
                    <a:pt x="1322" y="1526"/>
                  </a:cubicBezTo>
                  <a:cubicBezTo>
                    <a:pt x="1634" y="1370"/>
                    <a:pt x="2068" y="1160"/>
                    <a:pt x="2068" y="753"/>
                  </a:cubicBezTo>
                  <a:cubicBezTo>
                    <a:pt x="2068" y="340"/>
                    <a:pt x="1607" y="0"/>
                    <a:pt x="1031"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1" name="Google Shape;14411;p66"/>
            <p:cNvSpPr/>
            <p:nvPr/>
          </p:nvSpPr>
          <p:spPr>
            <a:xfrm>
              <a:off x="1008726" y="2279811"/>
              <a:ext cx="36827" cy="40552"/>
            </a:xfrm>
            <a:custGeom>
              <a:avLst/>
              <a:gdLst/>
              <a:ahLst/>
              <a:cxnLst/>
              <a:rect l="l" t="t" r="r" b="b"/>
              <a:pathLst>
                <a:path w="1404" h="1546" extrusionOk="0">
                  <a:moveTo>
                    <a:pt x="671" y="1"/>
                  </a:moveTo>
                  <a:cubicBezTo>
                    <a:pt x="278" y="109"/>
                    <a:pt x="0" y="387"/>
                    <a:pt x="0" y="706"/>
                  </a:cubicBezTo>
                  <a:cubicBezTo>
                    <a:pt x="0" y="1113"/>
                    <a:pt x="434" y="1323"/>
                    <a:pt x="753" y="1479"/>
                  </a:cubicBezTo>
                  <a:cubicBezTo>
                    <a:pt x="841" y="1523"/>
                    <a:pt x="938" y="1545"/>
                    <a:pt x="1035" y="1545"/>
                  </a:cubicBezTo>
                  <a:cubicBezTo>
                    <a:pt x="1133" y="1545"/>
                    <a:pt x="1231" y="1523"/>
                    <a:pt x="1322" y="1479"/>
                  </a:cubicBezTo>
                  <a:lnTo>
                    <a:pt x="1404" y="1438"/>
                  </a:lnTo>
                  <a:cubicBezTo>
                    <a:pt x="1356" y="1425"/>
                    <a:pt x="1309" y="1405"/>
                    <a:pt x="1268" y="1384"/>
                  </a:cubicBezTo>
                  <a:cubicBezTo>
                    <a:pt x="956" y="1194"/>
                    <a:pt x="516" y="943"/>
                    <a:pt x="516" y="469"/>
                  </a:cubicBezTo>
                  <a:cubicBezTo>
                    <a:pt x="522" y="299"/>
                    <a:pt x="570" y="137"/>
                    <a:pt x="671"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2" name="Google Shape;14412;p66"/>
            <p:cNvSpPr/>
            <p:nvPr/>
          </p:nvSpPr>
          <p:spPr>
            <a:xfrm>
              <a:off x="950023" y="2286395"/>
              <a:ext cx="51070" cy="59962"/>
            </a:xfrm>
            <a:custGeom>
              <a:avLst/>
              <a:gdLst/>
              <a:ahLst/>
              <a:cxnLst/>
              <a:rect l="l" t="t" r="r" b="b"/>
              <a:pathLst>
                <a:path w="1947" h="2286" extrusionOk="0">
                  <a:moveTo>
                    <a:pt x="631" y="1"/>
                  </a:moveTo>
                  <a:cubicBezTo>
                    <a:pt x="150" y="353"/>
                    <a:pt x="1" y="855"/>
                    <a:pt x="48" y="1425"/>
                  </a:cubicBezTo>
                  <a:cubicBezTo>
                    <a:pt x="611" y="1845"/>
                    <a:pt x="1255" y="2144"/>
                    <a:pt x="1947" y="2286"/>
                  </a:cubicBezTo>
                  <a:cubicBezTo>
                    <a:pt x="1194" y="1703"/>
                    <a:pt x="706" y="896"/>
                    <a:pt x="631"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13" name="Google Shape;14413;p66"/>
          <p:cNvGrpSpPr/>
          <p:nvPr/>
        </p:nvGrpSpPr>
        <p:grpSpPr>
          <a:xfrm>
            <a:off x="3012574" y="2590980"/>
            <a:ext cx="374223" cy="329764"/>
            <a:chOff x="3039662" y="2514780"/>
            <a:chExt cx="374223" cy="329764"/>
          </a:xfrm>
        </p:grpSpPr>
        <p:sp>
          <p:nvSpPr>
            <p:cNvPr id="14414" name="Google Shape;14414;p66"/>
            <p:cNvSpPr/>
            <p:nvPr/>
          </p:nvSpPr>
          <p:spPr>
            <a:xfrm>
              <a:off x="3270171" y="2554964"/>
              <a:ext cx="64395" cy="72762"/>
            </a:xfrm>
            <a:custGeom>
              <a:avLst/>
              <a:gdLst/>
              <a:ahLst/>
              <a:cxnLst/>
              <a:rect l="l" t="t" r="r" b="b"/>
              <a:pathLst>
                <a:path w="2455" h="2774" extrusionOk="0">
                  <a:moveTo>
                    <a:pt x="0" y="1"/>
                  </a:moveTo>
                  <a:cubicBezTo>
                    <a:pt x="204" y="1784"/>
                    <a:pt x="2380" y="2774"/>
                    <a:pt x="2380" y="2774"/>
                  </a:cubicBezTo>
                  <a:lnTo>
                    <a:pt x="2455" y="2014"/>
                  </a:lnTo>
                  <a:lnTo>
                    <a:pt x="1716" y="231"/>
                  </a:lnTo>
                  <a:lnTo>
                    <a:pt x="0" y="1"/>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5" name="Google Shape;14415;p66"/>
            <p:cNvSpPr/>
            <p:nvPr/>
          </p:nvSpPr>
          <p:spPr>
            <a:xfrm>
              <a:off x="3245804" y="2514780"/>
              <a:ext cx="97838" cy="179571"/>
            </a:xfrm>
            <a:custGeom>
              <a:avLst/>
              <a:gdLst/>
              <a:ahLst/>
              <a:cxnLst/>
              <a:rect l="l" t="t" r="r" b="b"/>
              <a:pathLst>
                <a:path w="3730" h="6846" extrusionOk="0">
                  <a:moveTo>
                    <a:pt x="803" y="1"/>
                  </a:moveTo>
                  <a:cubicBezTo>
                    <a:pt x="595" y="1"/>
                    <a:pt x="487" y="328"/>
                    <a:pt x="732" y="427"/>
                  </a:cubicBezTo>
                  <a:cubicBezTo>
                    <a:pt x="1207" y="651"/>
                    <a:pt x="1648" y="963"/>
                    <a:pt x="2014" y="1343"/>
                  </a:cubicBezTo>
                  <a:cubicBezTo>
                    <a:pt x="2014" y="1417"/>
                    <a:pt x="1980" y="1492"/>
                    <a:pt x="1919" y="1533"/>
                  </a:cubicBezTo>
                  <a:cubicBezTo>
                    <a:pt x="1897" y="1545"/>
                    <a:pt x="1855" y="1560"/>
                    <a:pt x="1784" y="1560"/>
                  </a:cubicBezTo>
                  <a:cubicBezTo>
                    <a:pt x="1591" y="1560"/>
                    <a:pt x="1183" y="1448"/>
                    <a:pt x="380" y="868"/>
                  </a:cubicBezTo>
                  <a:cubicBezTo>
                    <a:pt x="340" y="839"/>
                    <a:pt x="295" y="825"/>
                    <a:pt x="250" y="825"/>
                  </a:cubicBezTo>
                  <a:cubicBezTo>
                    <a:pt x="181" y="825"/>
                    <a:pt x="113" y="858"/>
                    <a:pt x="68" y="915"/>
                  </a:cubicBezTo>
                  <a:cubicBezTo>
                    <a:pt x="0" y="1017"/>
                    <a:pt x="27" y="1146"/>
                    <a:pt x="122" y="1221"/>
                  </a:cubicBezTo>
                  <a:cubicBezTo>
                    <a:pt x="841" y="1743"/>
                    <a:pt x="1397" y="1994"/>
                    <a:pt x="1790" y="1994"/>
                  </a:cubicBezTo>
                  <a:cubicBezTo>
                    <a:pt x="1800" y="1994"/>
                    <a:pt x="1810" y="1994"/>
                    <a:pt x="1820" y="1994"/>
                  </a:cubicBezTo>
                  <a:cubicBezTo>
                    <a:pt x="1945" y="1994"/>
                    <a:pt x="2069" y="1955"/>
                    <a:pt x="2170" y="1892"/>
                  </a:cubicBezTo>
                  <a:cubicBezTo>
                    <a:pt x="2214" y="1865"/>
                    <a:pt x="2262" y="1852"/>
                    <a:pt x="2310" y="1852"/>
                  </a:cubicBezTo>
                  <a:cubicBezTo>
                    <a:pt x="2395" y="1852"/>
                    <a:pt x="2477" y="1893"/>
                    <a:pt x="2529" y="1966"/>
                  </a:cubicBezTo>
                  <a:cubicBezTo>
                    <a:pt x="2848" y="2421"/>
                    <a:pt x="3058" y="2943"/>
                    <a:pt x="3153" y="3492"/>
                  </a:cubicBezTo>
                  <a:cubicBezTo>
                    <a:pt x="3329" y="4570"/>
                    <a:pt x="2929" y="5601"/>
                    <a:pt x="1994" y="6455"/>
                  </a:cubicBezTo>
                  <a:cubicBezTo>
                    <a:pt x="1825" y="6613"/>
                    <a:pt x="1968" y="6845"/>
                    <a:pt x="2141" y="6845"/>
                  </a:cubicBezTo>
                  <a:cubicBezTo>
                    <a:pt x="2191" y="6845"/>
                    <a:pt x="2244" y="6826"/>
                    <a:pt x="2292" y="6781"/>
                  </a:cubicBezTo>
                  <a:cubicBezTo>
                    <a:pt x="3621" y="5567"/>
                    <a:pt x="3730" y="4285"/>
                    <a:pt x="3587" y="3424"/>
                  </a:cubicBezTo>
                  <a:cubicBezTo>
                    <a:pt x="3323" y="1790"/>
                    <a:pt x="2007" y="515"/>
                    <a:pt x="909" y="27"/>
                  </a:cubicBezTo>
                  <a:cubicBezTo>
                    <a:pt x="872" y="9"/>
                    <a:pt x="836" y="1"/>
                    <a:pt x="80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6" name="Google Shape;14416;p66"/>
            <p:cNvSpPr/>
            <p:nvPr/>
          </p:nvSpPr>
          <p:spPr>
            <a:xfrm>
              <a:off x="3119165" y="2554964"/>
              <a:ext cx="64395" cy="72762"/>
            </a:xfrm>
            <a:custGeom>
              <a:avLst/>
              <a:gdLst/>
              <a:ahLst/>
              <a:cxnLst/>
              <a:rect l="l" t="t" r="r" b="b"/>
              <a:pathLst>
                <a:path w="2455" h="2774" extrusionOk="0">
                  <a:moveTo>
                    <a:pt x="2455" y="1"/>
                  </a:moveTo>
                  <a:lnTo>
                    <a:pt x="739" y="231"/>
                  </a:lnTo>
                  <a:lnTo>
                    <a:pt x="0" y="2014"/>
                  </a:lnTo>
                  <a:lnTo>
                    <a:pt x="75" y="2774"/>
                  </a:lnTo>
                  <a:cubicBezTo>
                    <a:pt x="75" y="2774"/>
                    <a:pt x="2252" y="1784"/>
                    <a:pt x="2455"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7" name="Google Shape;14417;p66"/>
            <p:cNvSpPr/>
            <p:nvPr/>
          </p:nvSpPr>
          <p:spPr>
            <a:xfrm>
              <a:off x="3254512" y="2624867"/>
              <a:ext cx="17627" cy="28827"/>
            </a:xfrm>
            <a:custGeom>
              <a:avLst/>
              <a:gdLst/>
              <a:ahLst/>
              <a:cxnLst/>
              <a:rect l="l" t="t" r="r" b="b"/>
              <a:pathLst>
                <a:path w="672" h="1099" extrusionOk="0">
                  <a:moveTo>
                    <a:pt x="217" y="0"/>
                  </a:moveTo>
                  <a:lnTo>
                    <a:pt x="0" y="1099"/>
                  </a:lnTo>
                  <a:lnTo>
                    <a:pt x="448" y="1099"/>
                  </a:lnTo>
                  <a:lnTo>
                    <a:pt x="672"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8" name="Google Shape;14418;p66"/>
            <p:cNvSpPr/>
            <p:nvPr/>
          </p:nvSpPr>
          <p:spPr>
            <a:xfrm>
              <a:off x="3255745" y="2607424"/>
              <a:ext cx="23161" cy="23161"/>
            </a:xfrm>
            <a:custGeom>
              <a:avLst/>
              <a:gdLst/>
              <a:ahLst/>
              <a:cxnLst/>
              <a:rect l="l" t="t" r="r" b="b"/>
              <a:pathLst>
                <a:path w="883" h="883" extrusionOk="0">
                  <a:moveTo>
                    <a:pt x="442" y="1"/>
                  </a:moveTo>
                  <a:cubicBezTo>
                    <a:pt x="198" y="1"/>
                    <a:pt x="1" y="197"/>
                    <a:pt x="1" y="442"/>
                  </a:cubicBezTo>
                  <a:cubicBezTo>
                    <a:pt x="1" y="686"/>
                    <a:pt x="198" y="882"/>
                    <a:pt x="442" y="882"/>
                  </a:cubicBezTo>
                  <a:cubicBezTo>
                    <a:pt x="686" y="882"/>
                    <a:pt x="882" y="686"/>
                    <a:pt x="882" y="442"/>
                  </a:cubicBezTo>
                  <a:cubicBezTo>
                    <a:pt x="882" y="197"/>
                    <a:pt x="686" y="1"/>
                    <a:pt x="44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9" name="Google Shape;14419;p66"/>
            <p:cNvSpPr/>
            <p:nvPr/>
          </p:nvSpPr>
          <p:spPr>
            <a:xfrm>
              <a:off x="3181593" y="2624867"/>
              <a:ext cx="17627" cy="28827"/>
            </a:xfrm>
            <a:custGeom>
              <a:avLst/>
              <a:gdLst/>
              <a:ahLst/>
              <a:cxnLst/>
              <a:rect l="l" t="t" r="r" b="b"/>
              <a:pathLst>
                <a:path w="672" h="1099" extrusionOk="0">
                  <a:moveTo>
                    <a:pt x="0" y="0"/>
                  </a:moveTo>
                  <a:lnTo>
                    <a:pt x="224" y="1099"/>
                  </a:lnTo>
                  <a:lnTo>
                    <a:pt x="672" y="1099"/>
                  </a:lnTo>
                  <a:lnTo>
                    <a:pt x="448"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0" name="Google Shape;14420;p66"/>
            <p:cNvSpPr/>
            <p:nvPr/>
          </p:nvSpPr>
          <p:spPr>
            <a:xfrm>
              <a:off x="3288480" y="2694219"/>
              <a:ext cx="125406" cy="52145"/>
            </a:xfrm>
            <a:custGeom>
              <a:avLst/>
              <a:gdLst/>
              <a:ahLst/>
              <a:cxnLst/>
              <a:rect l="l" t="t" r="r" b="b"/>
              <a:pathLst>
                <a:path w="4781" h="1988" extrusionOk="0">
                  <a:moveTo>
                    <a:pt x="292" y="1"/>
                  </a:moveTo>
                  <a:cubicBezTo>
                    <a:pt x="1" y="1"/>
                    <a:pt x="1" y="441"/>
                    <a:pt x="292" y="441"/>
                  </a:cubicBezTo>
                  <a:lnTo>
                    <a:pt x="2550" y="441"/>
                  </a:lnTo>
                  <a:cubicBezTo>
                    <a:pt x="2604" y="441"/>
                    <a:pt x="2659" y="462"/>
                    <a:pt x="2699" y="496"/>
                  </a:cubicBezTo>
                  <a:lnTo>
                    <a:pt x="4333" y="1926"/>
                  </a:lnTo>
                  <a:cubicBezTo>
                    <a:pt x="4374" y="1967"/>
                    <a:pt x="4428" y="1987"/>
                    <a:pt x="4483" y="1987"/>
                  </a:cubicBezTo>
                  <a:cubicBezTo>
                    <a:pt x="4686" y="1987"/>
                    <a:pt x="4781" y="1730"/>
                    <a:pt x="4625" y="1601"/>
                  </a:cubicBezTo>
                  <a:lnTo>
                    <a:pt x="2991" y="163"/>
                  </a:lnTo>
                  <a:cubicBezTo>
                    <a:pt x="2869" y="55"/>
                    <a:pt x="2713" y="1"/>
                    <a:pt x="2550"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1" name="Google Shape;14421;p66"/>
            <p:cNvSpPr/>
            <p:nvPr/>
          </p:nvSpPr>
          <p:spPr>
            <a:xfrm>
              <a:off x="3276204" y="2705813"/>
              <a:ext cx="118140" cy="78952"/>
            </a:xfrm>
            <a:custGeom>
              <a:avLst/>
              <a:gdLst/>
              <a:ahLst/>
              <a:cxnLst/>
              <a:rect l="l" t="t" r="r" b="b"/>
              <a:pathLst>
                <a:path w="4504" h="3010" extrusionOk="0">
                  <a:moveTo>
                    <a:pt x="313" y="1"/>
                  </a:moveTo>
                  <a:cubicBezTo>
                    <a:pt x="87" y="1"/>
                    <a:pt x="0" y="354"/>
                    <a:pt x="258" y="433"/>
                  </a:cubicBezTo>
                  <a:lnTo>
                    <a:pt x="2679" y="1200"/>
                  </a:lnTo>
                  <a:cubicBezTo>
                    <a:pt x="2720" y="1213"/>
                    <a:pt x="2760" y="1240"/>
                    <a:pt x="2788" y="1274"/>
                  </a:cubicBezTo>
                  <a:lnTo>
                    <a:pt x="4042" y="2929"/>
                  </a:lnTo>
                  <a:cubicBezTo>
                    <a:pt x="4083" y="2983"/>
                    <a:pt x="4150" y="3010"/>
                    <a:pt x="4218" y="3010"/>
                  </a:cubicBezTo>
                  <a:cubicBezTo>
                    <a:pt x="4401" y="3010"/>
                    <a:pt x="4503" y="2800"/>
                    <a:pt x="4395" y="2657"/>
                  </a:cubicBezTo>
                  <a:lnTo>
                    <a:pt x="3133" y="1003"/>
                  </a:lnTo>
                  <a:cubicBezTo>
                    <a:pt x="3052" y="894"/>
                    <a:pt x="2943" y="813"/>
                    <a:pt x="2815" y="772"/>
                  </a:cubicBezTo>
                  <a:lnTo>
                    <a:pt x="387" y="13"/>
                  </a:lnTo>
                  <a:cubicBezTo>
                    <a:pt x="361" y="5"/>
                    <a:pt x="336" y="1"/>
                    <a:pt x="31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2" name="Google Shape;14422;p66"/>
            <p:cNvSpPr/>
            <p:nvPr/>
          </p:nvSpPr>
          <p:spPr>
            <a:xfrm>
              <a:off x="3265240" y="2711793"/>
              <a:ext cx="104186" cy="103399"/>
            </a:xfrm>
            <a:custGeom>
              <a:avLst/>
              <a:gdLst/>
              <a:ahLst/>
              <a:cxnLst/>
              <a:rect l="l" t="t" r="r" b="b"/>
              <a:pathLst>
                <a:path w="3972" h="3942" extrusionOk="0">
                  <a:moveTo>
                    <a:pt x="309" y="1"/>
                  </a:moveTo>
                  <a:cubicBezTo>
                    <a:pt x="129" y="1"/>
                    <a:pt x="0" y="249"/>
                    <a:pt x="175" y="395"/>
                  </a:cubicBezTo>
                  <a:lnTo>
                    <a:pt x="2602" y="2131"/>
                  </a:lnTo>
                  <a:cubicBezTo>
                    <a:pt x="2629" y="2151"/>
                    <a:pt x="2656" y="2179"/>
                    <a:pt x="2670" y="2212"/>
                  </a:cubicBezTo>
                  <a:lnTo>
                    <a:pt x="3504" y="3819"/>
                  </a:lnTo>
                  <a:cubicBezTo>
                    <a:pt x="3538" y="3894"/>
                    <a:pt x="3612" y="3941"/>
                    <a:pt x="3701" y="3941"/>
                  </a:cubicBezTo>
                  <a:cubicBezTo>
                    <a:pt x="3863" y="3941"/>
                    <a:pt x="3972" y="3765"/>
                    <a:pt x="3890" y="3623"/>
                  </a:cubicBezTo>
                  <a:lnTo>
                    <a:pt x="3063" y="2009"/>
                  </a:lnTo>
                  <a:cubicBezTo>
                    <a:pt x="3009" y="1914"/>
                    <a:pt x="2941" y="1840"/>
                    <a:pt x="2860" y="1778"/>
                  </a:cubicBezTo>
                  <a:lnTo>
                    <a:pt x="425" y="36"/>
                  </a:lnTo>
                  <a:cubicBezTo>
                    <a:pt x="386" y="11"/>
                    <a:pt x="346" y="1"/>
                    <a:pt x="309"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3" name="Google Shape;14423;p66"/>
            <p:cNvSpPr/>
            <p:nvPr/>
          </p:nvSpPr>
          <p:spPr>
            <a:xfrm>
              <a:off x="3247430" y="2717223"/>
              <a:ext cx="88920" cy="127320"/>
            </a:xfrm>
            <a:custGeom>
              <a:avLst/>
              <a:gdLst/>
              <a:ahLst/>
              <a:cxnLst/>
              <a:rect l="l" t="t" r="r" b="b"/>
              <a:pathLst>
                <a:path w="3390" h="4854" extrusionOk="0">
                  <a:moveTo>
                    <a:pt x="320" y="1"/>
                  </a:moveTo>
                  <a:cubicBezTo>
                    <a:pt x="146" y="1"/>
                    <a:pt x="1" y="227"/>
                    <a:pt x="169" y="385"/>
                  </a:cubicBezTo>
                  <a:lnTo>
                    <a:pt x="2400" y="2494"/>
                  </a:lnTo>
                  <a:cubicBezTo>
                    <a:pt x="2433" y="2528"/>
                    <a:pt x="2454" y="2568"/>
                    <a:pt x="2467" y="2616"/>
                  </a:cubicBezTo>
                  <a:lnTo>
                    <a:pt x="2935" y="4684"/>
                  </a:lnTo>
                  <a:cubicBezTo>
                    <a:pt x="2956" y="4779"/>
                    <a:pt x="3044" y="4853"/>
                    <a:pt x="3145" y="4853"/>
                  </a:cubicBezTo>
                  <a:cubicBezTo>
                    <a:pt x="3159" y="4853"/>
                    <a:pt x="3179" y="4853"/>
                    <a:pt x="3193" y="4846"/>
                  </a:cubicBezTo>
                  <a:cubicBezTo>
                    <a:pt x="3315" y="4826"/>
                    <a:pt x="3390" y="4704"/>
                    <a:pt x="3362" y="4589"/>
                  </a:cubicBezTo>
                  <a:lnTo>
                    <a:pt x="2895" y="2514"/>
                  </a:lnTo>
                  <a:cubicBezTo>
                    <a:pt x="2867" y="2385"/>
                    <a:pt x="2800" y="2263"/>
                    <a:pt x="2698" y="2175"/>
                  </a:cubicBezTo>
                  <a:lnTo>
                    <a:pt x="474" y="66"/>
                  </a:lnTo>
                  <a:cubicBezTo>
                    <a:pt x="425" y="20"/>
                    <a:pt x="371" y="1"/>
                    <a:pt x="320"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4" name="Google Shape;14424;p66"/>
            <p:cNvSpPr/>
            <p:nvPr/>
          </p:nvSpPr>
          <p:spPr>
            <a:xfrm>
              <a:off x="3039662" y="2694219"/>
              <a:ext cx="125406" cy="52145"/>
            </a:xfrm>
            <a:custGeom>
              <a:avLst/>
              <a:gdLst/>
              <a:ahLst/>
              <a:cxnLst/>
              <a:rect l="l" t="t" r="r" b="b"/>
              <a:pathLst>
                <a:path w="4781" h="1988" extrusionOk="0">
                  <a:moveTo>
                    <a:pt x="2231" y="1"/>
                  </a:moveTo>
                  <a:cubicBezTo>
                    <a:pt x="2069" y="1"/>
                    <a:pt x="1919" y="55"/>
                    <a:pt x="1797" y="163"/>
                  </a:cubicBezTo>
                  <a:lnTo>
                    <a:pt x="156" y="1601"/>
                  </a:lnTo>
                  <a:cubicBezTo>
                    <a:pt x="0" y="1730"/>
                    <a:pt x="95" y="1987"/>
                    <a:pt x="299" y="1987"/>
                  </a:cubicBezTo>
                  <a:cubicBezTo>
                    <a:pt x="353" y="1987"/>
                    <a:pt x="407" y="1967"/>
                    <a:pt x="448" y="1926"/>
                  </a:cubicBezTo>
                  <a:lnTo>
                    <a:pt x="2089" y="496"/>
                  </a:lnTo>
                  <a:cubicBezTo>
                    <a:pt x="2130" y="462"/>
                    <a:pt x="2177" y="441"/>
                    <a:pt x="2231" y="441"/>
                  </a:cubicBezTo>
                  <a:lnTo>
                    <a:pt x="4489" y="441"/>
                  </a:lnTo>
                  <a:cubicBezTo>
                    <a:pt x="4781" y="441"/>
                    <a:pt x="4781" y="1"/>
                    <a:pt x="4489"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5" name="Google Shape;14425;p66"/>
            <p:cNvSpPr/>
            <p:nvPr/>
          </p:nvSpPr>
          <p:spPr>
            <a:xfrm>
              <a:off x="3059230" y="2705813"/>
              <a:ext cx="118297" cy="78952"/>
            </a:xfrm>
            <a:custGeom>
              <a:avLst/>
              <a:gdLst/>
              <a:ahLst/>
              <a:cxnLst/>
              <a:rect l="l" t="t" r="r" b="b"/>
              <a:pathLst>
                <a:path w="4510" h="3010" extrusionOk="0">
                  <a:moveTo>
                    <a:pt x="4192" y="1"/>
                  </a:moveTo>
                  <a:cubicBezTo>
                    <a:pt x="4168" y="1"/>
                    <a:pt x="4143" y="5"/>
                    <a:pt x="4116" y="13"/>
                  </a:cubicBezTo>
                  <a:lnTo>
                    <a:pt x="1695" y="772"/>
                  </a:lnTo>
                  <a:cubicBezTo>
                    <a:pt x="1567" y="813"/>
                    <a:pt x="1451" y="894"/>
                    <a:pt x="1370" y="1003"/>
                  </a:cubicBezTo>
                  <a:lnTo>
                    <a:pt x="116" y="2657"/>
                  </a:lnTo>
                  <a:cubicBezTo>
                    <a:pt x="0" y="2800"/>
                    <a:pt x="109" y="3010"/>
                    <a:pt x="292" y="3010"/>
                  </a:cubicBezTo>
                  <a:cubicBezTo>
                    <a:pt x="360" y="3010"/>
                    <a:pt x="421" y="2983"/>
                    <a:pt x="468" y="2929"/>
                  </a:cubicBezTo>
                  <a:lnTo>
                    <a:pt x="1723" y="1274"/>
                  </a:lnTo>
                  <a:cubicBezTo>
                    <a:pt x="1750" y="1240"/>
                    <a:pt x="1784" y="1213"/>
                    <a:pt x="1831" y="1200"/>
                  </a:cubicBezTo>
                  <a:lnTo>
                    <a:pt x="4252" y="433"/>
                  </a:lnTo>
                  <a:cubicBezTo>
                    <a:pt x="4510" y="354"/>
                    <a:pt x="4423" y="1"/>
                    <a:pt x="4192"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6" name="Google Shape;14426;p66"/>
            <p:cNvSpPr/>
            <p:nvPr/>
          </p:nvSpPr>
          <p:spPr>
            <a:xfrm>
              <a:off x="3084306" y="2711793"/>
              <a:ext cx="104186" cy="103399"/>
            </a:xfrm>
            <a:custGeom>
              <a:avLst/>
              <a:gdLst/>
              <a:ahLst/>
              <a:cxnLst/>
              <a:rect l="l" t="t" r="r" b="b"/>
              <a:pathLst>
                <a:path w="3972" h="3942" extrusionOk="0">
                  <a:moveTo>
                    <a:pt x="3659" y="1"/>
                  </a:moveTo>
                  <a:cubicBezTo>
                    <a:pt x="3621" y="1"/>
                    <a:pt x="3581" y="11"/>
                    <a:pt x="3540" y="36"/>
                  </a:cubicBezTo>
                  <a:lnTo>
                    <a:pt x="1112" y="1778"/>
                  </a:lnTo>
                  <a:cubicBezTo>
                    <a:pt x="1024" y="1840"/>
                    <a:pt x="956" y="1914"/>
                    <a:pt x="909" y="2009"/>
                  </a:cubicBezTo>
                  <a:lnTo>
                    <a:pt x="75" y="3623"/>
                  </a:lnTo>
                  <a:cubicBezTo>
                    <a:pt x="0" y="3765"/>
                    <a:pt x="109" y="3941"/>
                    <a:pt x="272" y="3941"/>
                  </a:cubicBezTo>
                  <a:cubicBezTo>
                    <a:pt x="353" y="3941"/>
                    <a:pt x="428" y="3894"/>
                    <a:pt x="468" y="3819"/>
                  </a:cubicBezTo>
                  <a:lnTo>
                    <a:pt x="1295" y="2212"/>
                  </a:lnTo>
                  <a:cubicBezTo>
                    <a:pt x="1316" y="2179"/>
                    <a:pt x="1336" y="2151"/>
                    <a:pt x="1363" y="2131"/>
                  </a:cubicBezTo>
                  <a:lnTo>
                    <a:pt x="3798" y="395"/>
                  </a:lnTo>
                  <a:cubicBezTo>
                    <a:pt x="3972" y="249"/>
                    <a:pt x="3843" y="1"/>
                    <a:pt x="3659"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7" name="Google Shape;14427;p66"/>
            <p:cNvSpPr/>
            <p:nvPr/>
          </p:nvSpPr>
          <p:spPr>
            <a:xfrm>
              <a:off x="3117198" y="2717223"/>
              <a:ext cx="88972" cy="127320"/>
            </a:xfrm>
            <a:custGeom>
              <a:avLst/>
              <a:gdLst/>
              <a:ahLst/>
              <a:cxnLst/>
              <a:rect l="l" t="t" r="r" b="b"/>
              <a:pathLst>
                <a:path w="3392" h="4854" extrusionOk="0">
                  <a:moveTo>
                    <a:pt x="3073" y="1"/>
                  </a:moveTo>
                  <a:cubicBezTo>
                    <a:pt x="3023" y="1"/>
                    <a:pt x="2971" y="20"/>
                    <a:pt x="2923" y="66"/>
                  </a:cubicBezTo>
                  <a:lnTo>
                    <a:pt x="692" y="2175"/>
                  </a:lnTo>
                  <a:cubicBezTo>
                    <a:pt x="597" y="2263"/>
                    <a:pt x="523" y="2385"/>
                    <a:pt x="496" y="2514"/>
                  </a:cubicBezTo>
                  <a:lnTo>
                    <a:pt x="28" y="4589"/>
                  </a:lnTo>
                  <a:cubicBezTo>
                    <a:pt x="1" y="4704"/>
                    <a:pt x="82" y="4826"/>
                    <a:pt x="197" y="4846"/>
                  </a:cubicBezTo>
                  <a:cubicBezTo>
                    <a:pt x="218" y="4853"/>
                    <a:pt x="231" y="4853"/>
                    <a:pt x="252" y="4853"/>
                  </a:cubicBezTo>
                  <a:cubicBezTo>
                    <a:pt x="353" y="4853"/>
                    <a:pt x="442" y="4779"/>
                    <a:pt x="462" y="4684"/>
                  </a:cubicBezTo>
                  <a:lnTo>
                    <a:pt x="923" y="2616"/>
                  </a:lnTo>
                  <a:cubicBezTo>
                    <a:pt x="937" y="2568"/>
                    <a:pt x="964" y="2528"/>
                    <a:pt x="998" y="2494"/>
                  </a:cubicBezTo>
                  <a:lnTo>
                    <a:pt x="3228" y="385"/>
                  </a:lnTo>
                  <a:cubicBezTo>
                    <a:pt x="3391" y="227"/>
                    <a:pt x="3245" y="1"/>
                    <a:pt x="307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8" name="Google Shape;14428;p66"/>
            <p:cNvSpPr/>
            <p:nvPr/>
          </p:nvSpPr>
          <p:spPr>
            <a:xfrm>
              <a:off x="3145841" y="2642100"/>
              <a:ext cx="161865" cy="121524"/>
            </a:xfrm>
            <a:custGeom>
              <a:avLst/>
              <a:gdLst/>
              <a:ahLst/>
              <a:cxnLst/>
              <a:rect l="l" t="t" r="r" b="b"/>
              <a:pathLst>
                <a:path w="6171" h="4633" extrusionOk="0">
                  <a:moveTo>
                    <a:pt x="3086" y="1"/>
                  </a:moveTo>
                  <a:cubicBezTo>
                    <a:pt x="1384" y="1"/>
                    <a:pt x="0" y="1038"/>
                    <a:pt x="0" y="2320"/>
                  </a:cubicBezTo>
                  <a:cubicBezTo>
                    <a:pt x="0" y="3595"/>
                    <a:pt x="2204" y="4632"/>
                    <a:pt x="3086" y="4632"/>
                  </a:cubicBezTo>
                  <a:cubicBezTo>
                    <a:pt x="3967" y="4632"/>
                    <a:pt x="6171" y="3595"/>
                    <a:pt x="6171" y="2320"/>
                  </a:cubicBezTo>
                  <a:cubicBezTo>
                    <a:pt x="6171" y="1038"/>
                    <a:pt x="4794" y="1"/>
                    <a:pt x="3086"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9" name="Google Shape;14429;p66"/>
            <p:cNvSpPr/>
            <p:nvPr/>
          </p:nvSpPr>
          <p:spPr>
            <a:xfrm>
              <a:off x="3109906" y="2514780"/>
              <a:ext cx="97864" cy="179571"/>
            </a:xfrm>
            <a:custGeom>
              <a:avLst/>
              <a:gdLst/>
              <a:ahLst/>
              <a:cxnLst/>
              <a:rect l="l" t="t" r="r" b="b"/>
              <a:pathLst>
                <a:path w="3731" h="6846" extrusionOk="0">
                  <a:moveTo>
                    <a:pt x="2929" y="1"/>
                  </a:moveTo>
                  <a:cubicBezTo>
                    <a:pt x="2896" y="1"/>
                    <a:pt x="2859" y="9"/>
                    <a:pt x="2822" y="27"/>
                  </a:cubicBezTo>
                  <a:cubicBezTo>
                    <a:pt x="1723" y="515"/>
                    <a:pt x="408" y="1790"/>
                    <a:pt x="143" y="3424"/>
                  </a:cubicBezTo>
                  <a:cubicBezTo>
                    <a:pt x="1" y="4285"/>
                    <a:pt x="116" y="5567"/>
                    <a:pt x="1445" y="6781"/>
                  </a:cubicBezTo>
                  <a:cubicBezTo>
                    <a:pt x="1493" y="6826"/>
                    <a:pt x="1546" y="6845"/>
                    <a:pt x="1596" y="6845"/>
                  </a:cubicBezTo>
                  <a:cubicBezTo>
                    <a:pt x="1769" y="6845"/>
                    <a:pt x="1912" y="6613"/>
                    <a:pt x="1743" y="6455"/>
                  </a:cubicBezTo>
                  <a:cubicBezTo>
                    <a:pt x="801" y="5601"/>
                    <a:pt x="401" y="4570"/>
                    <a:pt x="577" y="3492"/>
                  </a:cubicBezTo>
                  <a:cubicBezTo>
                    <a:pt x="672" y="2943"/>
                    <a:pt x="889" y="2421"/>
                    <a:pt x="1208" y="1966"/>
                  </a:cubicBezTo>
                  <a:cubicBezTo>
                    <a:pt x="1255" y="1893"/>
                    <a:pt x="1337" y="1852"/>
                    <a:pt x="1421" y="1852"/>
                  </a:cubicBezTo>
                  <a:cubicBezTo>
                    <a:pt x="1468" y="1852"/>
                    <a:pt x="1516" y="1865"/>
                    <a:pt x="1560" y="1892"/>
                  </a:cubicBezTo>
                  <a:cubicBezTo>
                    <a:pt x="1667" y="1955"/>
                    <a:pt x="1786" y="1994"/>
                    <a:pt x="1911" y="1994"/>
                  </a:cubicBezTo>
                  <a:cubicBezTo>
                    <a:pt x="1920" y="1994"/>
                    <a:pt x="1930" y="1994"/>
                    <a:pt x="1940" y="1994"/>
                  </a:cubicBezTo>
                  <a:cubicBezTo>
                    <a:pt x="2340" y="1994"/>
                    <a:pt x="2889" y="1743"/>
                    <a:pt x="3615" y="1221"/>
                  </a:cubicBezTo>
                  <a:cubicBezTo>
                    <a:pt x="3710" y="1146"/>
                    <a:pt x="3730" y="1017"/>
                    <a:pt x="3662" y="915"/>
                  </a:cubicBezTo>
                  <a:cubicBezTo>
                    <a:pt x="3621" y="858"/>
                    <a:pt x="3552" y="825"/>
                    <a:pt x="3483" y="825"/>
                  </a:cubicBezTo>
                  <a:cubicBezTo>
                    <a:pt x="3439" y="825"/>
                    <a:pt x="3394" y="839"/>
                    <a:pt x="3357" y="868"/>
                  </a:cubicBezTo>
                  <a:cubicBezTo>
                    <a:pt x="2549" y="1448"/>
                    <a:pt x="2140" y="1560"/>
                    <a:pt x="1946" y="1560"/>
                  </a:cubicBezTo>
                  <a:cubicBezTo>
                    <a:pt x="1875" y="1560"/>
                    <a:pt x="1833" y="1545"/>
                    <a:pt x="1811" y="1533"/>
                  </a:cubicBezTo>
                  <a:cubicBezTo>
                    <a:pt x="1750" y="1492"/>
                    <a:pt x="1716" y="1417"/>
                    <a:pt x="1716" y="1343"/>
                  </a:cubicBezTo>
                  <a:cubicBezTo>
                    <a:pt x="2089" y="963"/>
                    <a:pt x="2523" y="651"/>
                    <a:pt x="3005" y="427"/>
                  </a:cubicBezTo>
                  <a:cubicBezTo>
                    <a:pt x="3245" y="328"/>
                    <a:pt x="3141" y="1"/>
                    <a:pt x="2929"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0" name="Google Shape;14430;p66"/>
            <p:cNvSpPr/>
            <p:nvPr/>
          </p:nvSpPr>
          <p:spPr>
            <a:xfrm>
              <a:off x="3174825" y="2607424"/>
              <a:ext cx="23161" cy="23161"/>
            </a:xfrm>
            <a:custGeom>
              <a:avLst/>
              <a:gdLst/>
              <a:ahLst/>
              <a:cxnLst/>
              <a:rect l="l" t="t" r="r" b="b"/>
              <a:pathLst>
                <a:path w="883" h="883" extrusionOk="0">
                  <a:moveTo>
                    <a:pt x="441" y="1"/>
                  </a:moveTo>
                  <a:cubicBezTo>
                    <a:pt x="197" y="1"/>
                    <a:pt x="1" y="197"/>
                    <a:pt x="1" y="442"/>
                  </a:cubicBezTo>
                  <a:cubicBezTo>
                    <a:pt x="1" y="686"/>
                    <a:pt x="197" y="882"/>
                    <a:pt x="441" y="882"/>
                  </a:cubicBezTo>
                  <a:cubicBezTo>
                    <a:pt x="686" y="882"/>
                    <a:pt x="882" y="686"/>
                    <a:pt x="882" y="442"/>
                  </a:cubicBezTo>
                  <a:cubicBezTo>
                    <a:pt x="882" y="197"/>
                    <a:pt x="686" y="1"/>
                    <a:pt x="44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1" name="Google Shape;14431;p66"/>
            <p:cNvSpPr/>
            <p:nvPr/>
          </p:nvSpPr>
          <p:spPr>
            <a:xfrm>
              <a:off x="3145841" y="2642651"/>
              <a:ext cx="79529" cy="120973"/>
            </a:xfrm>
            <a:custGeom>
              <a:avLst/>
              <a:gdLst/>
              <a:ahLst/>
              <a:cxnLst/>
              <a:rect l="l" t="t" r="r" b="b"/>
              <a:pathLst>
                <a:path w="3032" h="4612" extrusionOk="0">
                  <a:moveTo>
                    <a:pt x="2726" y="0"/>
                  </a:moveTo>
                  <a:lnTo>
                    <a:pt x="2726" y="0"/>
                  </a:lnTo>
                  <a:cubicBezTo>
                    <a:pt x="1194" y="129"/>
                    <a:pt x="0" y="1112"/>
                    <a:pt x="0" y="2299"/>
                  </a:cubicBezTo>
                  <a:cubicBezTo>
                    <a:pt x="0" y="3553"/>
                    <a:pt x="2123" y="4570"/>
                    <a:pt x="3031" y="4611"/>
                  </a:cubicBezTo>
                  <a:cubicBezTo>
                    <a:pt x="2265" y="4211"/>
                    <a:pt x="1323" y="3330"/>
                    <a:pt x="1323" y="2299"/>
                  </a:cubicBezTo>
                  <a:cubicBezTo>
                    <a:pt x="1316" y="1323"/>
                    <a:pt x="1858" y="434"/>
                    <a:pt x="2726"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32" name="Google Shape;14432;p66"/>
          <p:cNvGrpSpPr/>
          <p:nvPr/>
        </p:nvGrpSpPr>
        <p:grpSpPr>
          <a:xfrm>
            <a:off x="1919281" y="2639322"/>
            <a:ext cx="374066" cy="233395"/>
            <a:chOff x="1946369" y="2563122"/>
            <a:chExt cx="374066" cy="233395"/>
          </a:xfrm>
        </p:grpSpPr>
        <p:sp>
          <p:nvSpPr>
            <p:cNvPr id="14433" name="Google Shape;14433;p66"/>
            <p:cNvSpPr/>
            <p:nvPr/>
          </p:nvSpPr>
          <p:spPr>
            <a:xfrm>
              <a:off x="1946369" y="2563148"/>
              <a:ext cx="334223" cy="215401"/>
            </a:xfrm>
            <a:custGeom>
              <a:avLst/>
              <a:gdLst/>
              <a:ahLst/>
              <a:cxnLst/>
              <a:rect l="l" t="t" r="r" b="b"/>
              <a:pathLst>
                <a:path w="12742" h="8212" extrusionOk="0">
                  <a:moveTo>
                    <a:pt x="1820" y="0"/>
                  </a:moveTo>
                  <a:cubicBezTo>
                    <a:pt x="1757" y="0"/>
                    <a:pt x="1693" y="5"/>
                    <a:pt x="1628" y="14"/>
                  </a:cubicBezTo>
                  <a:lnTo>
                    <a:pt x="781" y="136"/>
                  </a:lnTo>
                  <a:cubicBezTo>
                    <a:pt x="333" y="197"/>
                    <a:pt x="1" y="584"/>
                    <a:pt x="1" y="1038"/>
                  </a:cubicBezTo>
                  <a:lnTo>
                    <a:pt x="1" y="1838"/>
                  </a:lnTo>
                  <a:cubicBezTo>
                    <a:pt x="1" y="1967"/>
                    <a:pt x="102" y="2068"/>
                    <a:pt x="231" y="2068"/>
                  </a:cubicBezTo>
                  <a:lnTo>
                    <a:pt x="231" y="2387"/>
                  </a:lnTo>
                  <a:cubicBezTo>
                    <a:pt x="231" y="2597"/>
                    <a:pt x="374" y="2787"/>
                    <a:pt x="577" y="2835"/>
                  </a:cubicBezTo>
                  <a:lnTo>
                    <a:pt x="991" y="2936"/>
                  </a:lnTo>
                  <a:cubicBezTo>
                    <a:pt x="1086" y="2957"/>
                    <a:pt x="1153" y="3038"/>
                    <a:pt x="1160" y="3140"/>
                  </a:cubicBezTo>
                  <a:cubicBezTo>
                    <a:pt x="1221" y="4021"/>
                    <a:pt x="1832" y="8212"/>
                    <a:pt x="7738" y="8212"/>
                  </a:cubicBezTo>
                  <a:cubicBezTo>
                    <a:pt x="12742" y="8212"/>
                    <a:pt x="12742" y="6618"/>
                    <a:pt x="12742" y="6618"/>
                  </a:cubicBezTo>
                  <a:lnTo>
                    <a:pt x="12742" y="6164"/>
                  </a:lnTo>
                  <a:lnTo>
                    <a:pt x="3181" y="3431"/>
                  </a:lnTo>
                  <a:lnTo>
                    <a:pt x="3181" y="1363"/>
                  </a:lnTo>
                  <a:cubicBezTo>
                    <a:pt x="3181" y="601"/>
                    <a:pt x="2560" y="0"/>
                    <a:pt x="1820"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4" name="Google Shape;14434;p66"/>
            <p:cNvSpPr/>
            <p:nvPr/>
          </p:nvSpPr>
          <p:spPr>
            <a:xfrm>
              <a:off x="1995656" y="2698836"/>
              <a:ext cx="107254" cy="97497"/>
            </a:xfrm>
            <a:custGeom>
              <a:avLst/>
              <a:gdLst/>
              <a:ahLst/>
              <a:cxnLst/>
              <a:rect l="l" t="t" r="r" b="b"/>
              <a:pathLst>
                <a:path w="4089" h="3717" extrusionOk="0">
                  <a:moveTo>
                    <a:pt x="2224" y="1"/>
                  </a:moveTo>
                  <a:lnTo>
                    <a:pt x="1722" y="164"/>
                  </a:lnTo>
                  <a:cubicBezTo>
                    <a:pt x="1471" y="252"/>
                    <a:pt x="1288" y="476"/>
                    <a:pt x="1261" y="747"/>
                  </a:cubicBezTo>
                  <a:lnTo>
                    <a:pt x="1078" y="2584"/>
                  </a:lnTo>
                  <a:lnTo>
                    <a:pt x="854" y="2584"/>
                  </a:lnTo>
                  <a:cubicBezTo>
                    <a:pt x="570" y="2584"/>
                    <a:pt x="319" y="2754"/>
                    <a:pt x="217" y="3012"/>
                  </a:cubicBezTo>
                  <a:lnTo>
                    <a:pt x="61" y="3405"/>
                  </a:lnTo>
                  <a:cubicBezTo>
                    <a:pt x="0" y="3554"/>
                    <a:pt x="109" y="3717"/>
                    <a:pt x="271" y="3717"/>
                  </a:cubicBezTo>
                  <a:lnTo>
                    <a:pt x="1431" y="3717"/>
                  </a:lnTo>
                  <a:cubicBezTo>
                    <a:pt x="1756" y="3717"/>
                    <a:pt x="2034" y="3493"/>
                    <a:pt x="2095" y="3168"/>
                  </a:cubicBezTo>
                  <a:lnTo>
                    <a:pt x="2339" y="1961"/>
                  </a:lnTo>
                  <a:cubicBezTo>
                    <a:pt x="2644" y="1961"/>
                    <a:pt x="3648" y="1866"/>
                    <a:pt x="4089" y="1371"/>
                  </a:cubicBezTo>
                  <a:lnTo>
                    <a:pt x="2224" y="1"/>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5" name="Google Shape;14435;p66"/>
            <p:cNvSpPr/>
            <p:nvPr/>
          </p:nvSpPr>
          <p:spPr>
            <a:xfrm>
              <a:off x="2186846" y="2736738"/>
              <a:ext cx="57811" cy="59778"/>
            </a:xfrm>
            <a:custGeom>
              <a:avLst/>
              <a:gdLst/>
              <a:ahLst/>
              <a:cxnLst/>
              <a:rect l="l" t="t" r="r" b="b"/>
              <a:pathLst>
                <a:path w="2204" h="2279" extrusionOk="0">
                  <a:moveTo>
                    <a:pt x="1065" y="0"/>
                  </a:moveTo>
                  <a:lnTo>
                    <a:pt x="1065" y="1133"/>
                  </a:lnTo>
                  <a:lnTo>
                    <a:pt x="882" y="1133"/>
                  </a:lnTo>
                  <a:cubicBezTo>
                    <a:pt x="610" y="1133"/>
                    <a:pt x="366" y="1295"/>
                    <a:pt x="258" y="1546"/>
                  </a:cubicBezTo>
                  <a:lnTo>
                    <a:pt x="68" y="1960"/>
                  </a:lnTo>
                  <a:cubicBezTo>
                    <a:pt x="0" y="2109"/>
                    <a:pt x="115" y="2279"/>
                    <a:pt x="278" y="2279"/>
                  </a:cubicBezTo>
                  <a:lnTo>
                    <a:pt x="1750" y="2279"/>
                  </a:lnTo>
                  <a:cubicBezTo>
                    <a:pt x="2001" y="2279"/>
                    <a:pt x="2204" y="2075"/>
                    <a:pt x="2204" y="1824"/>
                  </a:cubicBezTo>
                  <a:lnTo>
                    <a:pt x="2204" y="0"/>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6" name="Google Shape;14436;p66"/>
            <p:cNvSpPr/>
            <p:nvPr/>
          </p:nvSpPr>
          <p:spPr>
            <a:xfrm>
              <a:off x="1974645" y="2580433"/>
              <a:ext cx="14977" cy="20433"/>
            </a:xfrm>
            <a:custGeom>
              <a:avLst/>
              <a:gdLst/>
              <a:ahLst/>
              <a:cxnLst/>
              <a:rect l="l" t="t" r="r" b="b"/>
              <a:pathLst>
                <a:path w="571" h="779" extrusionOk="0">
                  <a:moveTo>
                    <a:pt x="286" y="1"/>
                  </a:moveTo>
                  <a:cubicBezTo>
                    <a:pt x="148" y="1"/>
                    <a:pt x="11" y="91"/>
                    <a:pt x="1" y="270"/>
                  </a:cubicBezTo>
                  <a:lnTo>
                    <a:pt x="1" y="494"/>
                  </a:lnTo>
                  <a:cubicBezTo>
                    <a:pt x="1" y="657"/>
                    <a:pt x="130" y="779"/>
                    <a:pt x="286" y="779"/>
                  </a:cubicBezTo>
                  <a:cubicBezTo>
                    <a:pt x="442" y="779"/>
                    <a:pt x="570" y="657"/>
                    <a:pt x="570" y="494"/>
                  </a:cubicBezTo>
                  <a:lnTo>
                    <a:pt x="570" y="270"/>
                  </a:lnTo>
                  <a:cubicBezTo>
                    <a:pt x="560" y="91"/>
                    <a:pt x="423" y="1"/>
                    <a:pt x="28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7" name="Google Shape;14437;p66"/>
            <p:cNvSpPr/>
            <p:nvPr/>
          </p:nvSpPr>
          <p:spPr>
            <a:xfrm>
              <a:off x="1952429" y="2612408"/>
              <a:ext cx="38506" cy="16918"/>
            </a:xfrm>
            <a:custGeom>
              <a:avLst/>
              <a:gdLst/>
              <a:ahLst/>
              <a:cxnLst/>
              <a:rect l="l" t="t" r="r" b="b"/>
              <a:pathLst>
                <a:path w="1468" h="645" extrusionOk="0">
                  <a:moveTo>
                    <a:pt x="1140" y="0"/>
                  </a:moveTo>
                  <a:cubicBezTo>
                    <a:pt x="1105" y="0"/>
                    <a:pt x="1069" y="9"/>
                    <a:pt x="1031" y="28"/>
                  </a:cubicBezTo>
                  <a:cubicBezTo>
                    <a:pt x="861" y="116"/>
                    <a:pt x="482" y="170"/>
                    <a:pt x="0" y="190"/>
                  </a:cubicBezTo>
                  <a:lnTo>
                    <a:pt x="0" y="509"/>
                  </a:lnTo>
                  <a:cubicBezTo>
                    <a:pt x="0" y="557"/>
                    <a:pt x="7" y="597"/>
                    <a:pt x="14" y="645"/>
                  </a:cubicBezTo>
                  <a:cubicBezTo>
                    <a:pt x="414" y="631"/>
                    <a:pt x="943" y="577"/>
                    <a:pt x="1234" y="435"/>
                  </a:cubicBezTo>
                  <a:cubicBezTo>
                    <a:pt x="1468" y="318"/>
                    <a:pt x="1350" y="0"/>
                    <a:pt x="1140"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8" name="Google Shape;14438;p66"/>
            <p:cNvSpPr/>
            <p:nvPr/>
          </p:nvSpPr>
          <p:spPr>
            <a:xfrm>
              <a:off x="1978029" y="2563122"/>
              <a:ext cx="51962" cy="90048"/>
            </a:xfrm>
            <a:custGeom>
              <a:avLst/>
              <a:gdLst/>
              <a:ahLst/>
              <a:cxnLst/>
              <a:rect l="l" t="t" r="r" b="b"/>
              <a:pathLst>
                <a:path w="1981" h="3433" extrusionOk="0">
                  <a:moveTo>
                    <a:pt x="621" y="0"/>
                  </a:moveTo>
                  <a:cubicBezTo>
                    <a:pt x="556" y="0"/>
                    <a:pt x="489" y="5"/>
                    <a:pt x="421" y="15"/>
                  </a:cubicBezTo>
                  <a:lnTo>
                    <a:pt x="1" y="76"/>
                  </a:lnTo>
                  <a:cubicBezTo>
                    <a:pt x="550" y="266"/>
                    <a:pt x="923" y="781"/>
                    <a:pt x="923" y="1364"/>
                  </a:cubicBezTo>
                  <a:lnTo>
                    <a:pt x="923" y="2368"/>
                  </a:lnTo>
                  <a:cubicBezTo>
                    <a:pt x="923" y="2958"/>
                    <a:pt x="1398" y="3432"/>
                    <a:pt x="1981" y="3432"/>
                  </a:cubicBezTo>
                  <a:lnTo>
                    <a:pt x="1981" y="1364"/>
                  </a:lnTo>
                  <a:cubicBezTo>
                    <a:pt x="1981" y="605"/>
                    <a:pt x="1358" y="0"/>
                    <a:pt x="621"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9" name="Google Shape;14439;p66"/>
            <p:cNvSpPr/>
            <p:nvPr/>
          </p:nvSpPr>
          <p:spPr>
            <a:xfrm>
              <a:off x="2029781" y="2601417"/>
              <a:ext cx="290655" cy="147098"/>
            </a:xfrm>
            <a:custGeom>
              <a:avLst/>
              <a:gdLst/>
              <a:ahLst/>
              <a:cxnLst/>
              <a:rect l="l" t="t" r="r" b="b"/>
              <a:pathLst>
                <a:path w="11081" h="5608" extrusionOk="0">
                  <a:moveTo>
                    <a:pt x="4780" y="1"/>
                  </a:moveTo>
                  <a:cubicBezTo>
                    <a:pt x="3382" y="1"/>
                    <a:pt x="1781" y="537"/>
                    <a:pt x="1" y="1972"/>
                  </a:cubicBezTo>
                  <a:cubicBezTo>
                    <a:pt x="1" y="1972"/>
                    <a:pt x="154" y="5607"/>
                    <a:pt x="5730" y="5607"/>
                  </a:cubicBezTo>
                  <a:cubicBezTo>
                    <a:pt x="6987" y="5607"/>
                    <a:pt x="8520" y="5422"/>
                    <a:pt x="10389" y="4969"/>
                  </a:cubicBezTo>
                  <a:cubicBezTo>
                    <a:pt x="10864" y="4854"/>
                    <a:pt x="11080" y="4305"/>
                    <a:pt x="10809" y="3905"/>
                  </a:cubicBezTo>
                  <a:cubicBezTo>
                    <a:pt x="9930" y="2569"/>
                    <a:pt x="7839" y="1"/>
                    <a:pt x="478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0" name="Google Shape;14440;p66"/>
            <p:cNvSpPr/>
            <p:nvPr/>
          </p:nvSpPr>
          <p:spPr>
            <a:xfrm>
              <a:off x="2029781" y="2604932"/>
              <a:ext cx="286379" cy="143635"/>
            </a:xfrm>
            <a:custGeom>
              <a:avLst/>
              <a:gdLst/>
              <a:ahLst/>
              <a:cxnLst/>
              <a:rect l="l" t="t" r="r" b="b"/>
              <a:pathLst>
                <a:path w="10918" h="5476" extrusionOk="0">
                  <a:moveTo>
                    <a:pt x="5808" y="1913"/>
                  </a:moveTo>
                  <a:cubicBezTo>
                    <a:pt x="5894" y="1913"/>
                    <a:pt x="5980" y="1937"/>
                    <a:pt x="6056" y="1988"/>
                  </a:cubicBezTo>
                  <a:lnTo>
                    <a:pt x="7053" y="2645"/>
                  </a:lnTo>
                  <a:cubicBezTo>
                    <a:pt x="7148" y="2713"/>
                    <a:pt x="7216" y="2808"/>
                    <a:pt x="7243" y="2923"/>
                  </a:cubicBezTo>
                  <a:lnTo>
                    <a:pt x="7677" y="4720"/>
                  </a:lnTo>
                  <a:cubicBezTo>
                    <a:pt x="7144" y="4770"/>
                    <a:pt x="6648" y="4793"/>
                    <a:pt x="6188" y="4793"/>
                  </a:cubicBezTo>
                  <a:cubicBezTo>
                    <a:pt x="5151" y="4793"/>
                    <a:pt x="4293" y="4675"/>
                    <a:pt x="3588" y="4483"/>
                  </a:cubicBezTo>
                  <a:cubicBezTo>
                    <a:pt x="3296" y="4408"/>
                    <a:pt x="3154" y="4090"/>
                    <a:pt x="3296" y="3825"/>
                  </a:cubicBezTo>
                  <a:lnTo>
                    <a:pt x="3913" y="2672"/>
                  </a:lnTo>
                  <a:cubicBezTo>
                    <a:pt x="3968" y="2571"/>
                    <a:pt x="4056" y="2496"/>
                    <a:pt x="4164" y="2455"/>
                  </a:cubicBezTo>
                  <a:lnTo>
                    <a:pt x="5649" y="1940"/>
                  </a:lnTo>
                  <a:cubicBezTo>
                    <a:pt x="5701" y="1922"/>
                    <a:pt x="5754" y="1913"/>
                    <a:pt x="5808" y="1913"/>
                  </a:cubicBezTo>
                  <a:close/>
                  <a:moveTo>
                    <a:pt x="5968" y="1"/>
                  </a:moveTo>
                  <a:lnTo>
                    <a:pt x="5737" y="1187"/>
                  </a:lnTo>
                  <a:cubicBezTo>
                    <a:pt x="5710" y="1343"/>
                    <a:pt x="5595" y="1472"/>
                    <a:pt x="5446" y="1526"/>
                  </a:cubicBezTo>
                  <a:lnTo>
                    <a:pt x="4347" y="1906"/>
                  </a:lnTo>
                  <a:cubicBezTo>
                    <a:pt x="4297" y="1925"/>
                    <a:pt x="4246" y="1933"/>
                    <a:pt x="4195" y="1933"/>
                  </a:cubicBezTo>
                  <a:cubicBezTo>
                    <a:pt x="4021" y="1933"/>
                    <a:pt x="3858" y="1830"/>
                    <a:pt x="3785" y="1662"/>
                  </a:cubicBezTo>
                  <a:lnTo>
                    <a:pt x="3086" y="130"/>
                  </a:lnTo>
                  <a:cubicBezTo>
                    <a:pt x="2944" y="170"/>
                    <a:pt x="2801" y="218"/>
                    <a:pt x="2652" y="272"/>
                  </a:cubicBezTo>
                  <a:lnTo>
                    <a:pt x="3486" y="2123"/>
                  </a:lnTo>
                  <a:cubicBezTo>
                    <a:pt x="3547" y="2252"/>
                    <a:pt x="3540" y="2401"/>
                    <a:pt x="3473" y="2523"/>
                  </a:cubicBezTo>
                  <a:lnTo>
                    <a:pt x="2822" y="3751"/>
                  </a:lnTo>
                  <a:cubicBezTo>
                    <a:pt x="2743" y="3904"/>
                    <a:pt x="2584" y="3990"/>
                    <a:pt x="2422" y="3990"/>
                  </a:cubicBezTo>
                  <a:cubicBezTo>
                    <a:pt x="2348" y="3990"/>
                    <a:pt x="2273" y="3972"/>
                    <a:pt x="2205" y="3934"/>
                  </a:cubicBezTo>
                  <a:cubicBezTo>
                    <a:pt x="910" y="3201"/>
                    <a:pt x="462" y="2177"/>
                    <a:pt x="306" y="1601"/>
                  </a:cubicBezTo>
                  <a:cubicBezTo>
                    <a:pt x="204" y="1682"/>
                    <a:pt x="103" y="1757"/>
                    <a:pt x="1" y="1838"/>
                  </a:cubicBezTo>
                  <a:cubicBezTo>
                    <a:pt x="1" y="1838"/>
                    <a:pt x="154" y="5476"/>
                    <a:pt x="5726" y="5476"/>
                  </a:cubicBezTo>
                  <a:cubicBezTo>
                    <a:pt x="6984" y="5476"/>
                    <a:pt x="8518" y="5290"/>
                    <a:pt x="10389" y="4835"/>
                  </a:cubicBezTo>
                  <a:cubicBezTo>
                    <a:pt x="10694" y="4761"/>
                    <a:pt x="10911" y="4496"/>
                    <a:pt x="10918" y="4191"/>
                  </a:cubicBezTo>
                  <a:lnTo>
                    <a:pt x="10918" y="4191"/>
                  </a:lnTo>
                  <a:cubicBezTo>
                    <a:pt x="9996" y="4401"/>
                    <a:pt x="9067" y="4564"/>
                    <a:pt x="8124" y="4673"/>
                  </a:cubicBezTo>
                  <a:lnTo>
                    <a:pt x="7724" y="2998"/>
                  </a:lnTo>
                  <a:cubicBezTo>
                    <a:pt x="7683" y="2815"/>
                    <a:pt x="7751" y="2632"/>
                    <a:pt x="7900" y="2523"/>
                  </a:cubicBezTo>
                  <a:lnTo>
                    <a:pt x="9046" y="1689"/>
                  </a:lnTo>
                  <a:cubicBezTo>
                    <a:pt x="8931" y="1588"/>
                    <a:pt x="8809" y="1486"/>
                    <a:pt x="8687" y="1384"/>
                  </a:cubicBezTo>
                  <a:lnTo>
                    <a:pt x="7643" y="2144"/>
                  </a:lnTo>
                  <a:cubicBezTo>
                    <a:pt x="7566" y="2203"/>
                    <a:pt x="7473" y="2232"/>
                    <a:pt x="7379" y="2232"/>
                  </a:cubicBezTo>
                  <a:cubicBezTo>
                    <a:pt x="7291" y="2232"/>
                    <a:pt x="7203" y="2206"/>
                    <a:pt x="7127" y="2157"/>
                  </a:cubicBezTo>
                  <a:lnTo>
                    <a:pt x="6395" y="1676"/>
                  </a:lnTo>
                  <a:cubicBezTo>
                    <a:pt x="6239" y="1574"/>
                    <a:pt x="6165" y="1391"/>
                    <a:pt x="6198" y="1208"/>
                  </a:cubicBezTo>
                  <a:lnTo>
                    <a:pt x="6409" y="116"/>
                  </a:lnTo>
                  <a:cubicBezTo>
                    <a:pt x="6266" y="69"/>
                    <a:pt x="6117" y="35"/>
                    <a:pt x="5968"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41" name="Google Shape;14441;p66"/>
          <p:cNvGrpSpPr/>
          <p:nvPr/>
        </p:nvGrpSpPr>
        <p:grpSpPr>
          <a:xfrm>
            <a:off x="4108175" y="2982384"/>
            <a:ext cx="374040" cy="370184"/>
            <a:chOff x="4135263" y="2906184"/>
            <a:chExt cx="374040" cy="370184"/>
          </a:xfrm>
        </p:grpSpPr>
        <p:sp>
          <p:nvSpPr>
            <p:cNvPr id="14442" name="Google Shape;14442;p66"/>
            <p:cNvSpPr/>
            <p:nvPr/>
          </p:nvSpPr>
          <p:spPr>
            <a:xfrm>
              <a:off x="4165139" y="2935037"/>
              <a:ext cx="314288" cy="312347"/>
            </a:xfrm>
            <a:custGeom>
              <a:avLst/>
              <a:gdLst/>
              <a:ahLst/>
              <a:cxnLst/>
              <a:rect l="l" t="t" r="r" b="b"/>
              <a:pathLst>
                <a:path w="11982" h="11908" extrusionOk="0">
                  <a:moveTo>
                    <a:pt x="5994" y="658"/>
                  </a:moveTo>
                  <a:cubicBezTo>
                    <a:pt x="6672" y="1686"/>
                    <a:pt x="7814" y="2285"/>
                    <a:pt x="9011" y="2285"/>
                  </a:cubicBezTo>
                  <a:cubicBezTo>
                    <a:pt x="9252" y="2285"/>
                    <a:pt x="9495" y="2261"/>
                    <a:pt x="9737" y="2211"/>
                  </a:cubicBezTo>
                  <a:lnTo>
                    <a:pt x="9737" y="2211"/>
                  </a:lnTo>
                  <a:cubicBezTo>
                    <a:pt x="9439" y="3655"/>
                    <a:pt x="10049" y="5140"/>
                    <a:pt x="11290" y="5954"/>
                  </a:cubicBezTo>
                  <a:cubicBezTo>
                    <a:pt x="10056" y="6761"/>
                    <a:pt x="9439" y="8246"/>
                    <a:pt x="9737" y="9697"/>
                  </a:cubicBezTo>
                  <a:cubicBezTo>
                    <a:pt x="9494" y="9647"/>
                    <a:pt x="9249" y="9622"/>
                    <a:pt x="9007" y="9622"/>
                  </a:cubicBezTo>
                  <a:cubicBezTo>
                    <a:pt x="7812" y="9622"/>
                    <a:pt x="6671" y="10218"/>
                    <a:pt x="5994" y="11250"/>
                  </a:cubicBezTo>
                  <a:cubicBezTo>
                    <a:pt x="5330" y="10232"/>
                    <a:pt x="4198" y="9622"/>
                    <a:pt x="2984" y="9622"/>
                  </a:cubicBezTo>
                  <a:cubicBezTo>
                    <a:pt x="2740" y="9622"/>
                    <a:pt x="2489" y="9649"/>
                    <a:pt x="2252" y="9697"/>
                  </a:cubicBezTo>
                  <a:cubicBezTo>
                    <a:pt x="2550" y="8246"/>
                    <a:pt x="1933" y="6761"/>
                    <a:pt x="699" y="5954"/>
                  </a:cubicBezTo>
                  <a:cubicBezTo>
                    <a:pt x="1933" y="5140"/>
                    <a:pt x="2550" y="3655"/>
                    <a:pt x="2252" y="2211"/>
                  </a:cubicBezTo>
                  <a:lnTo>
                    <a:pt x="2252" y="2211"/>
                  </a:lnTo>
                  <a:cubicBezTo>
                    <a:pt x="2493" y="2261"/>
                    <a:pt x="2737" y="2285"/>
                    <a:pt x="2978" y="2285"/>
                  </a:cubicBezTo>
                  <a:cubicBezTo>
                    <a:pt x="4175" y="2285"/>
                    <a:pt x="5317" y="1686"/>
                    <a:pt x="5994" y="658"/>
                  </a:cubicBezTo>
                  <a:close/>
                  <a:moveTo>
                    <a:pt x="5994" y="1"/>
                  </a:moveTo>
                  <a:cubicBezTo>
                    <a:pt x="5906" y="1"/>
                    <a:pt x="5832" y="48"/>
                    <a:pt x="5798" y="123"/>
                  </a:cubicBezTo>
                  <a:cubicBezTo>
                    <a:pt x="5242" y="1203"/>
                    <a:pt x="4144" y="1845"/>
                    <a:pt x="2986" y="1845"/>
                  </a:cubicBezTo>
                  <a:cubicBezTo>
                    <a:pt x="2661" y="1845"/>
                    <a:pt x="2331" y="1794"/>
                    <a:pt x="2007" y="1689"/>
                  </a:cubicBezTo>
                  <a:cubicBezTo>
                    <a:pt x="1985" y="1682"/>
                    <a:pt x="1962" y="1678"/>
                    <a:pt x="1940" y="1678"/>
                  </a:cubicBezTo>
                  <a:cubicBezTo>
                    <a:pt x="1798" y="1678"/>
                    <a:pt x="1682" y="1820"/>
                    <a:pt x="1729" y="1967"/>
                  </a:cubicBezTo>
                  <a:cubicBezTo>
                    <a:pt x="2204" y="3445"/>
                    <a:pt x="1540" y="5052"/>
                    <a:pt x="163" y="5757"/>
                  </a:cubicBezTo>
                  <a:cubicBezTo>
                    <a:pt x="0" y="5839"/>
                    <a:pt x="0" y="6069"/>
                    <a:pt x="163" y="6151"/>
                  </a:cubicBezTo>
                  <a:cubicBezTo>
                    <a:pt x="1540" y="6856"/>
                    <a:pt x="2204" y="8463"/>
                    <a:pt x="1729" y="9941"/>
                  </a:cubicBezTo>
                  <a:cubicBezTo>
                    <a:pt x="1682" y="10088"/>
                    <a:pt x="1798" y="10230"/>
                    <a:pt x="1940" y="10230"/>
                  </a:cubicBezTo>
                  <a:cubicBezTo>
                    <a:pt x="1962" y="10230"/>
                    <a:pt x="1985" y="10226"/>
                    <a:pt x="2007" y="10219"/>
                  </a:cubicBezTo>
                  <a:cubicBezTo>
                    <a:pt x="2331" y="10113"/>
                    <a:pt x="2661" y="10063"/>
                    <a:pt x="2986" y="10063"/>
                  </a:cubicBezTo>
                  <a:cubicBezTo>
                    <a:pt x="4144" y="10063"/>
                    <a:pt x="5242" y="10705"/>
                    <a:pt x="5798" y="11785"/>
                  </a:cubicBezTo>
                  <a:cubicBezTo>
                    <a:pt x="5832" y="11860"/>
                    <a:pt x="5906" y="11907"/>
                    <a:pt x="5994" y="11907"/>
                  </a:cubicBezTo>
                  <a:cubicBezTo>
                    <a:pt x="6076" y="11907"/>
                    <a:pt x="6150" y="11860"/>
                    <a:pt x="6191" y="11785"/>
                  </a:cubicBezTo>
                  <a:cubicBezTo>
                    <a:pt x="6742" y="10705"/>
                    <a:pt x="7843" y="10063"/>
                    <a:pt x="8999" y="10063"/>
                  </a:cubicBezTo>
                  <a:cubicBezTo>
                    <a:pt x="9324" y="10063"/>
                    <a:pt x="9652" y="10113"/>
                    <a:pt x="9975" y="10219"/>
                  </a:cubicBezTo>
                  <a:cubicBezTo>
                    <a:pt x="9998" y="10226"/>
                    <a:pt x="10021" y="10230"/>
                    <a:pt x="10044" y="10230"/>
                  </a:cubicBezTo>
                  <a:cubicBezTo>
                    <a:pt x="10189" y="10230"/>
                    <a:pt x="10300" y="10088"/>
                    <a:pt x="10253" y="9941"/>
                  </a:cubicBezTo>
                  <a:cubicBezTo>
                    <a:pt x="9778" y="8463"/>
                    <a:pt x="10443" y="6856"/>
                    <a:pt x="11826" y="6151"/>
                  </a:cubicBezTo>
                  <a:cubicBezTo>
                    <a:pt x="11982" y="6069"/>
                    <a:pt x="11982" y="5839"/>
                    <a:pt x="11826" y="5757"/>
                  </a:cubicBezTo>
                  <a:cubicBezTo>
                    <a:pt x="10443" y="5052"/>
                    <a:pt x="9778" y="3445"/>
                    <a:pt x="10253" y="1967"/>
                  </a:cubicBezTo>
                  <a:cubicBezTo>
                    <a:pt x="10300" y="1820"/>
                    <a:pt x="10189" y="1678"/>
                    <a:pt x="10044" y="1678"/>
                  </a:cubicBezTo>
                  <a:cubicBezTo>
                    <a:pt x="10021" y="1678"/>
                    <a:pt x="9998" y="1682"/>
                    <a:pt x="9975" y="1689"/>
                  </a:cubicBezTo>
                  <a:cubicBezTo>
                    <a:pt x="9652" y="1794"/>
                    <a:pt x="9324" y="1845"/>
                    <a:pt x="8999" y="1845"/>
                  </a:cubicBezTo>
                  <a:cubicBezTo>
                    <a:pt x="7843" y="1845"/>
                    <a:pt x="6742" y="1203"/>
                    <a:pt x="6191" y="123"/>
                  </a:cubicBezTo>
                  <a:cubicBezTo>
                    <a:pt x="6150" y="48"/>
                    <a:pt x="6076" y="1"/>
                    <a:pt x="5994"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3" name="Google Shape;14443;p66"/>
            <p:cNvSpPr/>
            <p:nvPr/>
          </p:nvSpPr>
          <p:spPr>
            <a:xfrm>
              <a:off x="4228799" y="2998802"/>
              <a:ext cx="187151" cy="184895"/>
            </a:xfrm>
            <a:custGeom>
              <a:avLst/>
              <a:gdLst/>
              <a:ahLst/>
              <a:cxnLst/>
              <a:rect l="l" t="t" r="r" b="b"/>
              <a:pathLst>
                <a:path w="7135" h="7049" extrusionOk="0">
                  <a:moveTo>
                    <a:pt x="3567" y="628"/>
                  </a:moveTo>
                  <a:cubicBezTo>
                    <a:pt x="3979" y="1180"/>
                    <a:pt x="4619" y="1498"/>
                    <a:pt x="5295" y="1498"/>
                  </a:cubicBezTo>
                  <a:cubicBezTo>
                    <a:pt x="5399" y="1498"/>
                    <a:pt x="5504" y="1491"/>
                    <a:pt x="5608" y="1475"/>
                  </a:cubicBezTo>
                  <a:lnTo>
                    <a:pt x="5608" y="1475"/>
                  </a:lnTo>
                  <a:cubicBezTo>
                    <a:pt x="5500" y="2262"/>
                    <a:pt x="5825" y="3048"/>
                    <a:pt x="6456" y="3523"/>
                  </a:cubicBezTo>
                  <a:cubicBezTo>
                    <a:pt x="5825" y="3998"/>
                    <a:pt x="5500" y="4784"/>
                    <a:pt x="5608" y="5571"/>
                  </a:cubicBezTo>
                  <a:cubicBezTo>
                    <a:pt x="5504" y="5555"/>
                    <a:pt x="5399" y="5548"/>
                    <a:pt x="5295" y="5548"/>
                  </a:cubicBezTo>
                  <a:cubicBezTo>
                    <a:pt x="4619" y="5548"/>
                    <a:pt x="3979" y="5866"/>
                    <a:pt x="3567" y="6418"/>
                  </a:cubicBezTo>
                  <a:cubicBezTo>
                    <a:pt x="3154" y="5869"/>
                    <a:pt x="2510" y="5544"/>
                    <a:pt x="1832" y="5544"/>
                  </a:cubicBezTo>
                  <a:cubicBezTo>
                    <a:pt x="1723" y="5544"/>
                    <a:pt x="1621" y="5550"/>
                    <a:pt x="1520" y="5571"/>
                  </a:cubicBezTo>
                  <a:cubicBezTo>
                    <a:pt x="1635" y="4784"/>
                    <a:pt x="1309" y="3998"/>
                    <a:pt x="672" y="3523"/>
                  </a:cubicBezTo>
                  <a:cubicBezTo>
                    <a:pt x="1309" y="3048"/>
                    <a:pt x="1635" y="2262"/>
                    <a:pt x="1520" y="1475"/>
                  </a:cubicBezTo>
                  <a:lnTo>
                    <a:pt x="1520" y="1475"/>
                  </a:lnTo>
                  <a:cubicBezTo>
                    <a:pt x="1625" y="1491"/>
                    <a:pt x="1729" y="1498"/>
                    <a:pt x="1833" y="1498"/>
                  </a:cubicBezTo>
                  <a:cubicBezTo>
                    <a:pt x="2509" y="1498"/>
                    <a:pt x="3150" y="1180"/>
                    <a:pt x="3567" y="628"/>
                  </a:cubicBezTo>
                  <a:close/>
                  <a:moveTo>
                    <a:pt x="3565" y="0"/>
                  </a:moveTo>
                  <a:cubicBezTo>
                    <a:pt x="3489" y="0"/>
                    <a:pt x="3415" y="38"/>
                    <a:pt x="3371" y="112"/>
                  </a:cubicBezTo>
                  <a:cubicBezTo>
                    <a:pt x="3069" y="706"/>
                    <a:pt x="2465" y="1059"/>
                    <a:pt x="1830" y="1059"/>
                  </a:cubicBezTo>
                  <a:cubicBezTo>
                    <a:pt x="1652" y="1059"/>
                    <a:pt x="1472" y="1031"/>
                    <a:pt x="1296" y="973"/>
                  </a:cubicBezTo>
                  <a:cubicBezTo>
                    <a:pt x="1273" y="966"/>
                    <a:pt x="1251" y="963"/>
                    <a:pt x="1229" y="963"/>
                  </a:cubicBezTo>
                  <a:cubicBezTo>
                    <a:pt x="1087" y="963"/>
                    <a:pt x="971" y="1105"/>
                    <a:pt x="1018" y="1251"/>
                  </a:cubicBezTo>
                  <a:cubicBezTo>
                    <a:pt x="1276" y="2058"/>
                    <a:pt x="916" y="2940"/>
                    <a:pt x="157" y="3326"/>
                  </a:cubicBezTo>
                  <a:cubicBezTo>
                    <a:pt x="1" y="3408"/>
                    <a:pt x="1" y="3638"/>
                    <a:pt x="157" y="3720"/>
                  </a:cubicBezTo>
                  <a:cubicBezTo>
                    <a:pt x="916" y="4106"/>
                    <a:pt x="1276" y="4981"/>
                    <a:pt x="1018" y="5794"/>
                  </a:cubicBezTo>
                  <a:cubicBezTo>
                    <a:pt x="971" y="5941"/>
                    <a:pt x="1087" y="6083"/>
                    <a:pt x="1229" y="6083"/>
                  </a:cubicBezTo>
                  <a:cubicBezTo>
                    <a:pt x="1251" y="6083"/>
                    <a:pt x="1273" y="6080"/>
                    <a:pt x="1296" y="6072"/>
                  </a:cubicBezTo>
                  <a:cubicBezTo>
                    <a:pt x="1473" y="6015"/>
                    <a:pt x="1653" y="5987"/>
                    <a:pt x="1831" y="5987"/>
                  </a:cubicBezTo>
                  <a:cubicBezTo>
                    <a:pt x="2465" y="5987"/>
                    <a:pt x="3069" y="6339"/>
                    <a:pt x="3371" y="6927"/>
                  </a:cubicBezTo>
                  <a:cubicBezTo>
                    <a:pt x="3405" y="7001"/>
                    <a:pt x="3479" y="7049"/>
                    <a:pt x="3567" y="7049"/>
                  </a:cubicBezTo>
                  <a:cubicBezTo>
                    <a:pt x="3649" y="7049"/>
                    <a:pt x="3723" y="7001"/>
                    <a:pt x="3764" y="6927"/>
                  </a:cubicBezTo>
                  <a:cubicBezTo>
                    <a:pt x="4067" y="6336"/>
                    <a:pt x="4671" y="5984"/>
                    <a:pt x="5310" y="5984"/>
                  </a:cubicBezTo>
                  <a:cubicBezTo>
                    <a:pt x="5486" y="5984"/>
                    <a:pt x="5664" y="6010"/>
                    <a:pt x="5839" y="6066"/>
                  </a:cubicBezTo>
                  <a:cubicBezTo>
                    <a:pt x="5862" y="6073"/>
                    <a:pt x="5886" y="6077"/>
                    <a:pt x="5908" y="6077"/>
                  </a:cubicBezTo>
                  <a:cubicBezTo>
                    <a:pt x="6049" y="6077"/>
                    <a:pt x="6164" y="5941"/>
                    <a:pt x="6117" y="5794"/>
                  </a:cubicBezTo>
                  <a:cubicBezTo>
                    <a:pt x="5853" y="4981"/>
                    <a:pt x="6219" y="4106"/>
                    <a:pt x="6971" y="3713"/>
                  </a:cubicBezTo>
                  <a:cubicBezTo>
                    <a:pt x="7134" y="3631"/>
                    <a:pt x="7134" y="3408"/>
                    <a:pt x="6971" y="3326"/>
                  </a:cubicBezTo>
                  <a:cubicBezTo>
                    <a:pt x="6219" y="2933"/>
                    <a:pt x="5853" y="2058"/>
                    <a:pt x="6117" y="1251"/>
                  </a:cubicBezTo>
                  <a:cubicBezTo>
                    <a:pt x="6164" y="1099"/>
                    <a:pt x="6049" y="962"/>
                    <a:pt x="5908" y="962"/>
                  </a:cubicBezTo>
                  <a:cubicBezTo>
                    <a:pt x="5885" y="962"/>
                    <a:pt x="5862" y="966"/>
                    <a:pt x="5839" y="973"/>
                  </a:cubicBezTo>
                  <a:cubicBezTo>
                    <a:pt x="5662" y="1029"/>
                    <a:pt x="5483" y="1056"/>
                    <a:pt x="5306" y="1056"/>
                  </a:cubicBezTo>
                  <a:cubicBezTo>
                    <a:pt x="4669" y="1056"/>
                    <a:pt x="4067" y="707"/>
                    <a:pt x="3764" y="112"/>
                  </a:cubicBezTo>
                  <a:cubicBezTo>
                    <a:pt x="3717" y="38"/>
                    <a:pt x="3640" y="0"/>
                    <a:pt x="3565"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4" name="Google Shape;14444;p66"/>
            <p:cNvSpPr/>
            <p:nvPr/>
          </p:nvSpPr>
          <p:spPr>
            <a:xfrm>
              <a:off x="4135263" y="2906184"/>
              <a:ext cx="374040" cy="370184"/>
            </a:xfrm>
            <a:custGeom>
              <a:avLst/>
              <a:gdLst/>
              <a:ahLst/>
              <a:cxnLst/>
              <a:rect l="l" t="t" r="r" b="b"/>
              <a:pathLst>
                <a:path w="14260" h="14113" extrusionOk="0">
                  <a:moveTo>
                    <a:pt x="7130" y="0"/>
                  </a:moveTo>
                  <a:cubicBezTo>
                    <a:pt x="7020" y="0"/>
                    <a:pt x="6910" y="73"/>
                    <a:pt x="6910" y="219"/>
                  </a:cubicBezTo>
                  <a:lnTo>
                    <a:pt x="6910" y="6525"/>
                  </a:lnTo>
                  <a:lnTo>
                    <a:pt x="2455" y="2070"/>
                  </a:lnTo>
                  <a:cubicBezTo>
                    <a:pt x="2406" y="2021"/>
                    <a:pt x="2351" y="2000"/>
                    <a:pt x="2299" y="2000"/>
                  </a:cubicBezTo>
                  <a:cubicBezTo>
                    <a:pt x="2127" y="2000"/>
                    <a:pt x="1982" y="2221"/>
                    <a:pt x="2143" y="2382"/>
                  </a:cubicBezTo>
                  <a:lnTo>
                    <a:pt x="6598" y="6837"/>
                  </a:lnTo>
                  <a:lnTo>
                    <a:pt x="299" y="6837"/>
                  </a:lnTo>
                  <a:cubicBezTo>
                    <a:pt x="0" y="6837"/>
                    <a:pt x="0" y="7278"/>
                    <a:pt x="299" y="7278"/>
                  </a:cubicBezTo>
                  <a:lnTo>
                    <a:pt x="6598" y="7278"/>
                  </a:lnTo>
                  <a:lnTo>
                    <a:pt x="2143" y="11733"/>
                  </a:lnTo>
                  <a:cubicBezTo>
                    <a:pt x="1982" y="11894"/>
                    <a:pt x="2127" y="12114"/>
                    <a:pt x="2299" y="12114"/>
                  </a:cubicBezTo>
                  <a:cubicBezTo>
                    <a:pt x="2351" y="12114"/>
                    <a:pt x="2406" y="12094"/>
                    <a:pt x="2455" y="12044"/>
                  </a:cubicBezTo>
                  <a:lnTo>
                    <a:pt x="6910" y="7590"/>
                  </a:lnTo>
                  <a:lnTo>
                    <a:pt x="6910" y="13889"/>
                  </a:lnTo>
                  <a:cubicBezTo>
                    <a:pt x="6910" y="14038"/>
                    <a:pt x="7020" y="14113"/>
                    <a:pt x="7130" y="14113"/>
                  </a:cubicBezTo>
                  <a:cubicBezTo>
                    <a:pt x="7240" y="14113"/>
                    <a:pt x="7350" y="14038"/>
                    <a:pt x="7350" y="13889"/>
                  </a:cubicBezTo>
                  <a:lnTo>
                    <a:pt x="7350" y="7583"/>
                  </a:lnTo>
                  <a:lnTo>
                    <a:pt x="11805" y="12044"/>
                  </a:lnTo>
                  <a:cubicBezTo>
                    <a:pt x="11853" y="12091"/>
                    <a:pt x="11907" y="12111"/>
                    <a:pt x="11958" y="12111"/>
                  </a:cubicBezTo>
                  <a:cubicBezTo>
                    <a:pt x="12131" y="12111"/>
                    <a:pt x="12279" y="11889"/>
                    <a:pt x="12117" y="11733"/>
                  </a:cubicBezTo>
                  <a:lnTo>
                    <a:pt x="7662" y="7271"/>
                  </a:lnTo>
                  <a:lnTo>
                    <a:pt x="13968" y="7271"/>
                  </a:lnTo>
                  <a:cubicBezTo>
                    <a:pt x="14260" y="7271"/>
                    <a:pt x="14260" y="6830"/>
                    <a:pt x="13968" y="6830"/>
                  </a:cubicBezTo>
                  <a:lnTo>
                    <a:pt x="7662" y="6830"/>
                  </a:lnTo>
                  <a:lnTo>
                    <a:pt x="12117" y="2375"/>
                  </a:lnTo>
                  <a:cubicBezTo>
                    <a:pt x="12279" y="2219"/>
                    <a:pt x="12131" y="1997"/>
                    <a:pt x="11958" y="1997"/>
                  </a:cubicBezTo>
                  <a:cubicBezTo>
                    <a:pt x="11907" y="1997"/>
                    <a:pt x="11853" y="2017"/>
                    <a:pt x="11805" y="2063"/>
                  </a:cubicBezTo>
                  <a:lnTo>
                    <a:pt x="7350" y="6518"/>
                  </a:lnTo>
                  <a:lnTo>
                    <a:pt x="7350" y="219"/>
                  </a:lnTo>
                  <a:cubicBezTo>
                    <a:pt x="7350" y="73"/>
                    <a:pt x="7240" y="0"/>
                    <a:pt x="7130"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45" name="Google Shape;14445;p66"/>
          <p:cNvGrpSpPr/>
          <p:nvPr/>
        </p:nvGrpSpPr>
        <p:grpSpPr>
          <a:xfrm>
            <a:off x="4656513" y="2982384"/>
            <a:ext cx="372676" cy="370184"/>
            <a:chOff x="4683601" y="2906184"/>
            <a:chExt cx="372676" cy="370184"/>
          </a:xfrm>
        </p:grpSpPr>
        <p:sp>
          <p:nvSpPr>
            <p:cNvPr id="14446" name="Google Shape;14446;p66"/>
            <p:cNvSpPr/>
            <p:nvPr/>
          </p:nvSpPr>
          <p:spPr>
            <a:xfrm>
              <a:off x="4846516" y="3004205"/>
              <a:ext cx="20538" cy="69588"/>
            </a:xfrm>
            <a:custGeom>
              <a:avLst/>
              <a:gdLst/>
              <a:ahLst/>
              <a:cxnLst/>
              <a:rect l="l" t="t" r="r" b="b"/>
              <a:pathLst>
                <a:path w="783" h="2653" extrusionOk="0">
                  <a:moveTo>
                    <a:pt x="461" y="0"/>
                  </a:moveTo>
                  <a:cubicBezTo>
                    <a:pt x="427" y="0"/>
                    <a:pt x="391" y="9"/>
                    <a:pt x="353" y="28"/>
                  </a:cubicBezTo>
                  <a:cubicBezTo>
                    <a:pt x="136" y="164"/>
                    <a:pt x="0" y="408"/>
                    <a:pt x="14" y="673"/>
                  </a:cubicBezTo>
                  <a:lnTo>
                    <a:pt x="14" y="2435"/>
                  </a:lnTo>
                  <a:cubicBezTo>
                    <a:pt x="14" y="2558"/>
                    <a:pt x="115" y="2652"/>
                    <a:pt x="237" y="2652"/>
                  </a:cubicBezTo>
                  <a:cubicBezTo>
                    <a:pt x="359" y="2652"/>
                    <a:pt x="454" y="2551"/>
                    <a:pt x="454" y="2435"/>
                  </a:cubicBezTo>
                  <a:lnTo>
                    <a:pt x="454" y="673"/>
                  </a:lnTo>
                  <a:cubicBezTo>
                    <a:pt x="441" y="578"/>
                    <a:pt x="481" y="483"/>
                    <a:pt x="556" y="422"/>
                  </a:cubicBezTo>
                  <a:cubicBezTo>
                    <a:pt x="783" y="305"/>
                    <a:pt x="666" y="0"/>
                    <a:pt x="46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7" name="Google Shape;14447;p66"/>
            <p:cNvSpPr/>
            <p:nvPr/>
          </p:nvSpPr>
          <p:spPr>
            <a:xfrm>
              <a:off x="4875133" y="3004415"/>
              <a:ext cx="18361" cy="69378"/>
            </a:xfrm>
            <a:custGeom>
              <a:avLst/>
              <a:gdLst/>
              <a:ahLst/>
              <a:cxnLst/>
              <a:rect l="l" t="t" r="r" b="b"/>
              <a:pathLst>
                <a:path w="700" h="2645" extrusionOk="0">
                  <a:moveTo>
                    <a:pt x="252" y="1"/>
                  </a:moveTo>
                  <a:cubicBezTo>
                    <a:pt x="171" y="1"/>
                    <a:pt x="94" y="42"/>
                    <a:pt x="55" y="115"/>
                  </a:cubicBezTo>
                  <a:cubicBezTo>
                    <a:pt x="1" y="224"/>
                    <a:pt x="41" y="353"/>
                    <a:pt x="143" y="414"/>
                  </a:cubicBezTo>
                  <a:cubicBezTo>
                    <a:pt x="218" y="475"/>
                    <a:pt x="258" y="563"/>
                    <a:pt x="245" y="665"/>
                  </a:cubicBezTo>
                  <a:lnTo>
                    <a:pt x="245" y="2427"/>
                  </a:lnTo>
                  <a:cubicBezTo>
                    <a:pt x="245" y="2550"/>
                    <a:pt x="347" y="2644"/>
                    <a:pt x="469" y="2644"/>
                  </a:cubicBezTo>
                  <a:cubicBezTo>
                    <a:pt x="591" y="2644"/>
                    <a:pt x="686" y="2543"/>
                    <a:pt x="686" y="2427"/>
                  </a:cubicBezTo>
                  <a:lnTo>
                    <a:pt x="686" y="665"/>
                  </a:lnTo>
                  <a:cubicBezTo>
                    <a:pt x="699" y="400"/>
                    <a:pt x="570" y="156"/>
                    <a:pt x="347" y="20"/>
                  </a:cubicBezTo>
                  <a:cubicBezTo>
                    <a:pt x="316" y="7"/>
                    <a:pt x="284" y="1"/>
                    <a:pt x="25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8" name="Google Shape;14448;p66"/>
            <p:cNvSpPr/>
            <p:nvPr/>
          </p:nvSpPr>
          <p:spPr>
            <a:xfrm>
              <a:off x="4846857" y="3027524"/>
              <a:ext cx="46270" cy="46270"/>
            </a:xfrm>
            <a:custGeom>
              <a:avLst/>
              <a:gdLst/>
              <a:ahLst/>
              <a:cxnLst/>
              <a:rect l="l" t="t" r="r" b="b"/>
              <a:pathLst>
                <a:path w="1764" h="1764" extrusionOk="0">
                  <a:moveTo>
                    <a:pt x="882" y="0"/>
                  </a:moveTo>
                  <a:cubicBezTo>
                    <a:pt x="401" y="0"/>
                    <a:pt x="7" y="401"/>
                    <a:pt x="1" y="882"/>
                  </a:cubicBezTo>
                  <a:lnTo>
                    <a:pt x="1" y="1763"/>
                  </a:lnTo>
                  <a:lnTo>
                    <a:pt x="1764" y="1763"/>
                  </a:lnTo>
                  <a:lnTo>
                    <a:pt x="1764" y="882"/>
                  </a:lnTo>
                  <a:cubicBezTo>
                    <a:pt x="1764" y="394"/>
                    <a:pt x="1370" y="0"/>
                    <a:pt x="882"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9" name="Google Shape;14449;p66"/>
            <p:cNvSpPr/>
            <p:nvPr/>
          </p:nvSpPr>
          <p:spPr>
            <a:xfrm>
              <a:off x="4683601" y="2906184"/>
              <a:ext cx="372676" cy="370184"/>
            </a:xfrm>
            <a:custGeom>
              <a:avLst/>
              <a:gdLst/>
              <a:ahLst/>
              <a:cxnLst/>
              <a:rect l="l" t="t" r="r" b="b"/>
              <a:pathLst>
                <a:path w="14208" h="14113" extrusionOk="0">
                  <a:moveTo>
                    <a:pt x="4682" y="0"/>
                  </a:moveTo>
                  <a:cubicBezTo>
                    <a:pt x="4572" y="0"/>
                    <a:pt x="4462" y="73"/>
                    <a:pt x="4462" y="219"/>
                  </a:cubicBezTo>
                  <a:lnTo>
                    <a:pt x="4462" y="3616"/>
                  </a:lnTo>
                  <a:cubicBezTo>
                    <a:pt x="4462" y="3745"/>
                    <a:pt x="4502" y="3867"/>
                    <a:pt x="4570" y="3976"/>
                  </a:cubicBezTo>
                  <a:lnTo>
                    <a:pt x="6035" y="6281"/>
                  </a:lnTo>
                  <a:cubicBezTo>
                    <a:pt x="6028" y="6295"/>
                    <a:pt x="6014" y="6315"/>
                    <a:pt x="6001" y="6328"/>
                  </a:cubicBezTo>
                  <a:lnTo>
                    <a:pt x="3153" y="4091"/>
                  </a:lnTo>
                  <a:cubicBezTo>
                    <a:pt x="3119" y="4064"/>
                    <a:pt x="3099" y="4030"/>
                    <a:pt x="3085" y="3996"/>
                  </a:cubicBezTo>
                  <a:lnTo>
                    <a:pt x="2027" y="1243"/>
                  </a:lnTo>
                  <a:cubicBezTo>
                    <a:pt x="1988" y="1144"/>
                    <a:pt x="1907" y="1102"/>
                    <a:pt x="1826" y="1102"/>
                  </a:cubicBezTo>
                  <a:cubicBezTo>
                    <a:pt x="1686" y="1102"/>
                    <a:pt x="1545" y="1227"/>
                    <a:pt x="1614" y="1399"/>
                  </a:cubicBezTo>
                  <a:lnTo>
                    <a:pt x="2672" y="4152"/>
                  </a:lnTo>
                  <a:cubicBezTo>
                    <a:pt x="2712" y="4260"/>
                    <a:pt x="2787" y="4362"/>
                    <a:pt x="2882" y="4437"/>
                  </a:cubicBezTo>
                  <a:lnTo>
                    <a:pt x="5825" y="6749"/>
                  </a:lnTo>
                  <a:cubicBezTo>
                    <a:pt x="5825" y="6756"/>
                    <a:pt x="5818" y="6769"/>
                    <a:pt x="5811" y="6783"/>
                  </a:cubicBezTo>
                  <a:lnTo>
                    <a:pt x="4238" y="6437"/>
                  </a:lnTo>
                  <a:cubicBezTo>
                    <a:pt x="4188" y="6425"/>
                    <a:pt x="4138" y="6418"/>
                    <a:pt x="4088" y="6418"/>
                  </a:cubicBezTo>
                  <a:cubicBezTo>
                    <a:pt x="3974" y="6418"/>
                    <a:pt x="3862" y="6450"/>
                    <a:pt x="3763" y="6511"/>
                  </a:cubicBezTo>
                  <a:lnTo>
                    <a:pt x="1397" y="7888"/>
                  </a:lnTo>
                  <a:cubicBezTo>
                    <a:pt x="1268" y="7963"/>
                    <a:pt x="1173" y="8078"/>
                    <a:pt x="1119" y="8207"/>
                  </a:cubicBezTo>
                  <a:lnTo>
                    <a:pt x="75" y="10715"/>
                  </a:lnTo>
                  <a:cubicBezTo>
                    <a:pt x="0" y="10890"/>
                    <a:pt x="142" y="11022"/>
                    <a:pt x="284" y="11022"/>
                  </a:cubicBezTo>
                  <a:cubicBezTo>
                    <a:pt x="362" y="11022"/>
                    <a:pt x="440" y="10982"/>
                    <a:pt x="481" y="10885"/>
                  </a:cubicBezTo>
                  <a:lnTo>
                    <a:pt x="1526" y="8376"/>
                  </a:lnTo>
                  <a:cubicBezTo>
                    <a:pt x="1539" y="8335"/>
                    <a:pt x="1573" y="8295"/>
                    <a:pt x="1614" y="8268"/>
                  </a:cubicBezTo>
                  <a:lnTo>
                    <a:pt x="3987" y="6891"/>
                  </a:lnTo>
                  <a:cubicBezTo>
                    <a:pt x="4022" y="6871"/>
                    <a:pt x="4060" y="6859"/>
                    <a:pt x="4099" y="6859"/>
                  </a:cubicBezTo>
                  <a:cubicBezTo>
                    <a:pt x="4114" y="6859"/>
                    <a:pt x="4128" y="6860"/>
                    <a:pt x="4143" y="6864"/>
                  </a:cubicBezTo>
                  <a:lnTo>
                    <a:pt x="5797" y="7230"/>
                  </a:lnTo>
                  <a:cubicBezTo>
                    <a:pt x="5804" y="7264"/>
                    <a:pt x="5804" y="7298"/>
                    <a:pt x="5811" y="7325"/>
                  </a:cubicBezTo>
                  <a:lnTo>
                    <a:pt x="4814" y="7657"/>
                  </a:lnTo>
                  <a:cubicBezTo>
                    <a:pt x="4624" y="7718"/>
                    <a:pt x="4468" y="7868"/>
                    <a:pt x="4401" y="8064"/>
                  </a:cubicBezTo>
                  <a:lnTo>
                    <a:pt x="3404" y="10858"/>
                  </a:lnTo>
                  <a:cubicBezTo>
                    <a:pt x="3370" y="10946"/>
                    <a:pt x="3363" y="11041"/>
                    <a:pt x="3370" y="11136"/>
                  </a:cubicBezTo>
                  <a:lnTo>
                    <a:pt x="3580" y="13902"/>
                  </a:lnTo>
                  <a:cubicBezTo>
                    <a:pt x="3587" y="14018"/>
                    <a:pt x="3689" y="14106"/>
                    <a:pt x="3797" y="14106"/>
                  </a:cubicBezTo>
                  <a:lnTo>
                    <a:pt x="3817" y="14106"/>
                  </a:lnTo>
                  <a:cubicBezTo>
                    <a:pt x="3939" y="14099"/>
                    <a:pt x="4028" y="13990"/>
                    <a:pt x="4021" y="13875"/>
                  </a:cubicBezTo>
                  <a:lnTo>
                    <a:pt x="3804" y="11102"/>
                  </a:lnTo>
                  <a:cubicBezTo>
                    <a:pt x="3804" y="11068"/>
                    <a:pt x="3811" y="11041"/>
                    <a:pt x="3817" y="11007"/>
                  </a:cubicBezTo>
                  <a:lnTo>
                    <a:pt x="4814" y="8213"/>
                  </a:lnTo>
                  <a:cubicBezTo>
                    <a:pt x="4841" y="8146"/>
                    <a:pt x="4889" y="8098"/>
                    <a:pt x="4957" y="8078"/>
                  </a:cubicBezTo>
                  <a:lnTo>
                    <a:pt x="5974" y="7739"/>
                  </a:lnTo>
                  <a:cubicBezTo>
                    <a:pt x="6228" y="8166"/>
                    <a:pt x="6665" y="8380"/>
                    <a:pt x="7103" y="8380"/>
                  </a:cubicBezTo>
                  <a:cubicBezTo>
                    <a:pt x="7540" y="8380"/>
                    <a:pt x="7977" y="8166"/>
                    <a:pt x="8232" y="7739"/>
                  </a:cubicBezTo>
                  <a:lnTo>
                    <a:pt x="9249" y="8078"/>
                  </a:lnTo>
                  <a:cubicBezTo>
                    <a:pt x="9317" y="8098"/>
                    <a:pt x="9364" y="8146"/>
                    <a:pt x="9391" y="8213"/>
                  </a:cubicBezTo>
                  <a:lnTo>
                    <a:pt x="10388" y="11007"/>
                  </a:lnTo>
                  <a:cubicBezTo>
                    <a:pt x="10401" y="11041"/>
                    <a:pt x="10401" y="11068"/>
                    <a:pt x="10401" y="11102"/>
                  </a:cubicBezTo>
                  <a:lnTo>
                    <a:pt x="10184" y="13875"/>
                  </a:lnTo>
                  <a:cubicBezTo>
                    <a:pt x="10178" y="13990"/>
                    <a:pt x="10266" y="14099"/>
                    <a:pt x="10388" y="14113"/>
                  </a:cubicBezTo>
                  <a:lnTo>
                    <a:pt x="10408" y="14113"/>
                  </a:lnTo>
                  <a:cubicBezTo>
                    <a:pt x="10524" y="14106"/>
                    <a:pt x="10618" y="14018"/>
                    <a:pt x="10625" y="13909"/>
                  </a:cubicBezTo>
                  <a:lnTo>
                    <a:pt x="10842" y="11136"/>
                  </a:lnTo>
                  <a:cubicBezTo>
                    <a:pt x="10849" y="11041"/>
                    <a:pt x="10835" y="10946"/>
                    <a:pt x="10802" y="10858"/>
                  </a:cubicBezTo>
                  <a:lnTo>
                    <a:pt x="9805" y="8064"/>
                  </a:lnTo>
                  <a:cubicBezTo>
                    <a:pt x="9737" y="7874"/>
                    <a:pt x="9581" y="7725"/>
                    <a:pt x="9391" y="7657"/>
                  </a:cubicBezTo>
                  <a:lnTo>
                    <a:pt x="8394" y="7325"/>
                  </a:lnTo>
                  <a:cubicBezTo>
                    <a:pt x="8401" y="7298"/>
                    <a:pt x="8401" y="7264"/>
                    <a:pt x="8408" y="7237"/>
                  </a:cubicBezTo>
                  <a:lnTo>
                    <a:pt x="10062" y="6864"/>
                  </a:lnTo>
                  <a:cubicBezTo>
                    <a:pt x="10077" y="6860"/>
                    <a:pt x="10092" y="6859"/>
                    <a:pt x="10107" y="6859"/>
                  </a:cubicBezTo>
                  <a:cubicBezTo>
                    <a:pt x="10148" y="6859"/>
                    <a:pt x="10190" y="6871"/>
                    <a:pt x="10225" y="6891"/>
                  </a:cubicBezTo>
                  <a:lnTo>
                    <a:pt x="12592" y="8274"/>
                  </a:lnTo>
                  <a:cubicBezTo>
                    <a:pt x="12632" y="8295"/>
                    <a:pt x="12666" y="8335"/>
                    <a:pt x="12687" y="8376"/>
                  </a:cubicBezTo>
                  <a:lnTo>
                    <a:pt x="13731" y="10885"/>
                  </a:lnTo>
                  <a:cubicBezTo>
                    <a:pt x="13769" y="10982"/>
                    <a:pt x="13846" y="11022"/>
                    <a:pt x="13924" y="11022"/>
                  </a:cubicBezTo>
                  <a:cubicBezTo>
                    <a:pt x="14064" y="11022"/>
                    <a:pt x="14207" y="10890"/>
                    <a:pt x="14138" y="10715"/>
                  </a:cubicBezTo>
                  <a:lnTo>
                    <a:pt x="14144" y="10715"/>
                  </a:lnTo>
                  <a:lnTo>
                    <a:pt x="13100" y="8207"/>
                  </a:lnTo>
                  <a:cubicBezTo>
                    <a:pt x="13046" y="8071"/>
                    <a:pt x="12951" y="7963"/>
                    <a:pt x="12822" y="7888"/>
                  </a:cubicBezTo>
                  <a:lnTo>
                    <a:pt x="10456" y="6511"/>
                  </a:lnTo>
                  <a:cubicBezTo>
                    <a:pt x="10357" y="6450"/>
                    <a:pt x="10245" y="6418"/>
                    <a:pt x="10131" y="6418"/>
                  </a:cubicBezTo>
                  <a:cubicBezTo>
                    <a:pt x="10081" y="6418"/>
                    <a:pt x="10031" y="6425"/>
                    <a:pt x="9981" y="6437"/>
                  </a:cubicBezTo>
                  <a:lnTo>
                    <a:pt x="8408" y="6783"/>
                  </a:lnTo>
                  <a:cubicBezTo>
                    <a:pt x="8408" y="6769"/>
                    <a:pt x="8401" y="6762"/>
                    <a:pt x="8394" y="6749"/>
                  </a:cubicBezTo>
                  <a:lnTo>
                    <a:pt x="11337" y="4437"/>
                  </a:lnTo>
                  <a:cubicBezTo>
                    <a:pt x="11432" y="4362"/>
                    <a:pt x="11507" y="4267"/>
                    <a:pt x="11547" y="4152"/>
                  </a:cubicBezTo>
                  <a:lnTo>
                    <a:pt x="12605" y="1399"/>
                  </a:lnTo>
                  <a:cubicBezTo>
                    <a:pt x="12674" y="1227"/>
                    <a:pt x="12533" y="1099"/>
                    <a:pt x="12393" y="1099"/>
                  </a:cubicBezTo>
                  <a:cubicBezTo>
                    <a:pt x="12312" y="1099"/>
                    <a:pt x="12231" y="1141"/>
                    <a:pt x="12192" y="1243"/>
                  </a:cubicBezTo>
                  <a:lnTo>
                    <a:pt x="11134" y="3996"/>
                  </a:lnTo>
                  <a:cubicBezTo>
                    <a:pt x="11120" y="4030"/>
                    <a:pt x="11100" y="4064"/>
                    <a:pt x="11066" y="4091"/>
                  </a:cubicBezTo>
                  <a:lnTo>
                    <a:pt x="8218" y="6328"/>
                  </a:lnTo>
                  <a:cubicBezTo>
                    <a:pt x="8205" y="6315"/>
                    <a:pt x="8191" y="6295"/>
                    <a:pt x="8184" y="6281"/>
                  </a:cubicBezTo>
                  <a:lnTo>
                    <a:pt x="9649" y="3976"/>
                  </a:lnTo>
                  <a:cubicBezTo>
                    <a:pt x="9717" y="3867"/>
                    <a:pt x="9757" y="3745"/>
                    <a:pt x="9757" y="3616"/>
                  </a:cubicBezTo>
                  <a:lnTo>
                    <a:pt x="9757" y="219"/>
                  </a:lnTo>
                  <a:cubicBezTo>
                    <a:pt x="9757" y="73"/>
                    <a:pt x="9647" y="0"/>
                    <a:pt x="9537" y="0"/>
                  </a:cubicBezTo>
                  <a:cubicBezTo>
                    <a:pt x="9427" y="0"/>
                    <a:pt x="9317" y="73"/>
                    <a:pt x="9317" y="219"/>
                  </a:cubicBezTo>
                  <a:lnTo>
                    <a:pt x="9317" y="3616"/>
                  </a:lnTo>
                  <a:cubicBezTo>
                    <a:pt x="9317" y="3657"/>
                    <a:pt x="9303" y="3704"/>
                    <a:pt x="9283" y="3738"/>
                  </a:cubicBezTo>
                  <a:lnTo>
                    <a:pt x="7859" y="5969"/>
                  </a:lnTo>
                  <a:cubicBezTo>
                    <a:pt x="7635" y="5810"/>
                    <a:pt x="7372" y="5730"/>
                    <a:pt x="7109" y="5730"/>
                  </a:cubicBezTo>
                  <a:cubicBezTo>
                    <a:pt x="6847" y="5730"/>
                    <a:pt x="6584" y="5810"/>
                    <a:pt x="6360" y="5969"/>
                  </a:cubicBezTo>
                  <a:lnTo>
                    <a:pt x="4936" y="3738"/>
                  </a:lnTo>
                  <a:cubicBezTo>
                    <a:pt x="4916" y="3704"/>
                    <a:pt x="4902" y="3657"/>
                    <a:pt x="4902" y="3616"/>
                  </a:cubicBezTo>
                  <a:lnTo>
                    <a:pt x="4902" y="219"/>
                  </a:lnTo>
                  <a:cubicBezTo>
                    <a:pt x="4902" y="73"/>
                    <a:pt x="4792" y="0"/>
                    <a:pt x="468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0" name="Google Shape;14450;p66"/>
            <p:cNvSpPr/>
            <p:nvPr/>
          </p:nvSpPr>
          <p:spPr>
            <a:xfrm>
              <a:off x="4818056" y="3102751"/>
              <a:ext cx="104054" cy="104081"/>
            </a:xfrm>
            <a:custGeom>
              <a:avLst/>
              <a:gdLst/>
              <a:ahLst/>
              <a:cxnLst/>
              <a:rect l="l" t="t" r="r" b="b"/>
              <a:pathLst>
                <a:path w="3967" h="3968" extrusionOk="0">
                  <a:moveTo>
                    <a:pt x="1980" y="1"/>
                  </a:moveTo>
                  <a:cubicBezTo>
                    <a:pt x="888" y="1"/>
                    <a:pt x="0" y="604"/>
                    <a:pt x="0" y="1703"/>
                  </a:cubicBezTo>
                  <a:cubicBezTo>
                    <a:pt x="0" y="2794"/>
                    <a:pt x="888" y="3967"/>
                    <a:pt x="1980" y="3967"/>
                  </a:cubicBezTo>
                  <a:cubicBezTo>
                    <a:pt x="3079" y="3967"/>
                    <a:pt x="3967" y="2794"/>
                    <a:pt x="3967" y="1703"/>
                  </a:cubicBezTo>
                  <a:cubicBezTo>
                    <a:pt x="3967" y="604"/>
                    <a:pt x="3079" y="1"/>
                    <a:pt x="198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1" name="Google Shape;14451;p66"/>
            <p:cNvSpPr/>
            <p:nvPr/>
          </p:nvSpPr>
          <p:spPr>
            <a:xfrm>
              <a:off x="4817872" y="3102935"/>
              <a:ext cx="54086" cy="103897"/>
            </a:xfrm>
            <a:custGeom>
              <a:avLst/>
              <a:gdLst/>
              <a:ahLst/>
              <a:cxnLst/>
              <a:rect l="l" t="t" r="r" b="b"/>
              <a:pathLst>
                <a:path w="2062" h="3961" extrusionOk="0">
                  <a:moveTo>
                    <a:pt x="1784" y="0"/>
                  </a:moveTo>
                  <a:lnTo>
                    <a:pt x="1784" y="0"/>
                  </a:lnTo>
                  <a:cubicBezTo>
                    <a:pt x="787" y="68"/>
                    <a:pt x="0" y="665"/>
                    <a:pt x="0" y="1696"/>
                  </a:cubicBezTo>
                  <a:cubicBezTo>
                    <a:pt x="0" y="2794"/>
                    <a:pt x="889" y="3960"/>
                    <a:pt x="1987" y="3960"/>
                  </a:cubicBezTo>
                  <a:lnTo>
                    <a:pt x="2062" y="3960"/>
                  </a:lnTo>
                  <a:cubicBezTo>
                    <a:pt x="1492" y="3431"/>
                    <a:pt x="1106" y="2509"/>
                    <a:pt x="1106" y="1628"/>
                  </a:cubicBezTo>
                  <a:cubicBezTo>
                    <a:pt x="1106" y="902"/>
                    <a:pt x="1377" y="353"/>
                    <a:pt x="178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52" name="Google Shape;14452;p66"/>
          <p:cNvGrpSpPr/>
          <p:nvPr/>
        </p:nvGrpSpPr>
        <p:grpSpPr>
          <a:xfrm>
            <a:off x="843720" y="2982253"/>
            <a:ext cx="329134" cy="370132"/>
            <a:chOff x="870808" y="2906053"/>
            <a:chExt cx="329134" cy="370132"/>
          </a:xfrm>
        </p:grpSpPr>
        <p:sp>
          <p:nvSpPr>
            <p:cNvPr id="14453" name="Google Shape;14453;p66"/>
            <p:cNvSpPr/>
            <p:nvPr/>
          </p:nvSpPr>
          <p:spPr>
            <a:xfrm>
              <a:off x="907530" y="3114004"/>
              <a:ext cx="113943" cy="162180"/>
            </a:xfrm>
            <a:custGeom>
              <a:avLst/>
              <a:gdLst/>
              <a:ahLst/>
              <a:cxnLst/>
              <a:rect l="l" t="t" r="r" b="b"/>
              <a:pathLst>
                <a:path w="4344" h="6183" extrusionOk="0">
                  <a:moveTo>
                    <a:pt x="4017" y="1"/>
                  </a:moveTo>
                  <a:cubicBezTo>
                    <a:pt x="3972" y="1"/>
                    <a:pt x="3925" y="16"/>
                    <a:pt x="3879" y="53"/>
                  </a:cubicBezTo>
                  <a:lnTo>
                    <a:pt x="1634" y="1687"/>
                  </a:lnTo>
                  <a:cubicBezTo>
                    <a:pt x="1478" y="1796"/>
                    <a:pt x="1363" y="1952"/>
                    <a:pt x="1309" y="2128"/>
                  </a:cubicBezTo>
                  <a:lnTo>
                    <a:pt x="54" y="5891"/>
                  </a:lnTo>
                  <a:cubicBezTo>
                    <a:pt x="0" y="6034"/>
                    <a:pt x="109" y="6183"/>
                    <a:pt x="264" y="6183"/>
                  </a:cubicBezTo>
                  <a:cubicBezTo>
                    <a:pt x="359" y="6183"/>
                    <a:pt x="441" y="6122"/>
                    <a:pt x="475" y="6034"/>
                  </a:cubicBezTo>
                  <a:lnTo>
                    <a:pt x="1729" y="2270"/>
                  </a:lnTo>
                  <a:cubicBezTo>
                    <a:pt x="1756" y="2182"/>
                    <a:pt x="1810" y="2101"/>
                    <a:pt x="1892" y="2047"/>
                  </a:cubicBezTo>
                  <a:lnTo>
                    <a:pt x="4136" y="406"/>
                  </a:lnTo>
                  <a:cubicBezTo>
                    <a:pt x="4344" y="269"/>
                    <a:pt x="4204" y="1"/>
                    <a:pt x="401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4" name="Google Shape;14454;p66"/>
            <p:cNvSpPr/>
            <p:nvPr/>
          </p:nvSpPr>
          <p:spPr>
            <a:xfrm>
              <a:off x="1050169" y="3114030"/>
              <a:ext cx="113838" cy="162154"/>
            </a:xfrm>
            <a:custGeom>
              <a:avLst/>
              <a:gdLst/>
              <a:ahLst/>
              <a:cxnLst/>
              <a:rect l="l" t="t" r="r" b="b"/>
              <a:pathLst>
                <a:path w="4340" h="6182" extrusionOk="0">
                  <a:moveTo>
                    <a:pt x="328" y="0"/>
                  </a:moveTo>
                  <a:cubicBezTo>
                    <a:pt x="139" y="0"/>
                    <a:pt x="1" y="274"/>
                    <a:pt x="204" y="411"/>
                  </a:cubicBezTo>
                  <a:lnTo>
                    <a:pt x="2455" y="2052"/>
                  </a:lnTo>
                  <a:cubicBezTo>
                    <a:pt x="2529" y="2100"/>
                    <a:pt x="2590" y="2181"/>
                    <a:pt x="2617" y="2269"/>
                  </a:cubicBezTo>
                  <a:lnTo>
                    <a:pt x="3872" y="6033"/>
                  </a:lnTo>
                  <a:cubicBezTo>
                    <a:pt x="3906" y="6121"/>
                    <a:pt x="3987" y="6182"/>
                    <a:pt x="4082" y="6182"/>
                  </a:cubicBezTo>
                  <a:cubicBezTo>
                    <a:pt x="4231" y="6182"/>
                    <a:pt x="4340" y="6033"/>
                    <a:pt x="4292" y="5890"/>
                  </a:cubicBezTo>
                  <a:lnTo>
                    <a:pt x="3038" y="2127"/>
                  </a:lnTo>
                  <a:cubicBezTo>
                    <a:pt x="2977" y="1951"/>
                    <a:pt x="2868" y="1801"/>
                    <a:pt x="2712" y="1693"/>
                  </a:cubicBezTo>
                  <a:lnTo>
                    <a:pt x="468" y="52"/>
                  </a:lnTo>
                  <a:cubicBezTo>
                    <a:pt x="421" y="16"/>
                    <a:pt x="373" y="0"/>
                    <a:pt x="32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5" name="Google Shape;14455;p66"/>
            <p:cNvSpPr/>
            <p:nvPr/>
          </p:nvSpPr>
          <p:spPr>
            <a:xfrm>
              <a:off x="870808" y="3073951"/>
              <a:ext cx="329134" cy="52250"/>
            </a:xfrm>
            <a:custGeom>
              <a:avLst/>
              <a:gdLst/>
              <a:ahLst/>
              <a:cxnLst/>
              <a:rect l="l" t="t" r="r" b="b"/>
              <a:pathLst>
                <a:path w="12548" h="1992" extrusionOk="0">
                  <a:moveTo>
                    <a:pt x="3163" y="0"/>
                  </a:moveTo>
                  <a:cubicBezTo>
                    <a:pt x="3007" y="0"/>
                    <a:pt x="2851" y="41"/>
                    <a:pt x="2722" y="115"/>
                  </a:cubicBezTo>
                  <a:lnTo>
                    <a:pt x="227" y="1573"/>
                  </a:lnTo>
                  <a:cubicBezTo>
                    <a:pt x="0" y="1692"/>
                    <a:pt x="129" y="1991"/>
                    <a:pt x="328" y="1991"/>
                  </a:cubicBezTo>
                  <a:cubicBezTo>
                    <a:pt x="367" y="1991"/>
                    <a:pt x="408" y="1980"/>
                    <a:pt x="451" y="1953"/>
                  </a:cubicBezTo>
                  <a:lnTo>
                    <a:pt x="2939" y="495"/>
                  </a:lnTo>
                  <a:cubicBezTo>
                    <a:pt x="3007" y="455"/>
                    <a:pt x="3082" y="434"/>
                    <a:pt x="3163" y="434"/>
                  </a:cubicBezTo>
                  <a:lnTo>
                    <a:pt x="9422" y="434"/>
                  </a:lnTo>
                  <a:cubicBezTo>
                    <a:pt x="9496" y="434"/>
                    <a:pt x="9571" y="455"/>
                    <a:pt x="9639" y="495"/>
                  </a:cubicBezTo>
                  <a:lnTo>
                    <a:pt x="12134" y="1953"/>
                  </a:lnTo>
                  <a:cubicBezTo>
                    <a:pt x="12168" y="1967"/>
                    <a:pt x="12202" y="1980"/>
                    <a:pt x="12242" y="1980"/>
                  </a:cubicBezTo>
                  <a:cubicBezTo>
                    <a:pt x="12466" y="1980"/>
                    <a:pt x="12547" y="1682"/>
                    <a:pt x="12358" y="1573"/>
                  </a:cubicBezTo>
                  <a:lnTo>
                    <a:pt x="9862" y="115"/>
                  </a:lnTo>
                  <a:cubicBezTo>
                    <a:pt x="9727" y="41"/>
                    <a:pt x="9577" y="0"/>
                    <a:pt x="942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6" name="Google Shape;14456;p66"/>
            <p:cNvSpPr/>
            <p:nvPr/>
          </p:nvSpPr>
          <p:spPr>
            <a:xfrm>
              <a:off x="889038" y="2975536"/>
              <a:ext cx="293828" cy="86690"/>
            </a:xfrm>
            <a:custGeom>
              <a:avLst/>
              <a:gdLst/>
              <a:ahLst/>
              <a:cxnLst/>
              <a:rect l="l" t="t" r="r" b="b"/>
              <a:pathLst>
                <a:path w="11202" h="3305" extrusionOk="0">
                  <a:moveTo>
                    <a:pt x="10886" y="1"/>
                  </a:moveTo>
                  <a:cubicBezTo>
                    <a:pt x="10835" y="1"/>
                    <a:pt x="10781" y="21"/>
                    <a:pt x="10734" y="70"/>
                  </a:cubicBezTo>
                  <a:lnTo>
                    <a:pt x="8869" y="1928"/>
                  </a:lnTo>
                  <a:cubicBezTo>
                    <a:pt x="8815" y="1982"/>
                    <a:pt x="8747" y="2016"/>
                    <a:pt x="8679" y="2044"/>
                  </a:cubicBezTo>
                  <a:lnTo>
                    <a:pt x="5594" y="2864"/>
                  </a:lnTo>
                  <a:lnTo>
                    <a:pt x="2515" y="2044"/>
                  </a:lnTo>
                  <a:cubicBezTo>
                    <a:pt x="2441" y="2023"/>
                    <a:pt x="2373" y="1982"/>
                    <a:pt x="2319" y="1928"/>
                  </a:cubicBezTo>
                  <a:lnTo>
                    <a:pt x="461" y="70"/>
                  </a:lnTo>
                  <a:cubicBezTo>
                    <a:pt x="430" y="29"/>
                    <a:pt x="390" y="12"/>
                    <a:pt x="348" y="12"/>
                  </a:cubicBezTo>
                  <a:cubicBezTo>
                    <a:pt x="188" y="12"/>
                    <a:pt x="0" y="257"/>
                    <a:pt x="156" y="375"/>
                  </a:cubicBezTo>
                  <a:lnTo>
                    <a:pt x="2014" y="2233"/>
                  </a:lnTo>
                  <a:cubicBezTo>
                    <a:pt x="2122" y="2342"/>
                    <a:pt x="2258" y="2423"/>
                    <a:pt x="2407" y="2464"/>
                  </a:cubicBezTo>
                  <a:lnTo>
                    <a:pt x="5540" y="3298"/>
                  </a:lnTo>
                  <a:cubicBezTo>
                    <a:pt x="5560" y="3305"/>
                    <a:pt x="5580" y="3305"/>
                    <a:pt x="5594" y="3305"/>
                  </a:cubicBezTo>
                  <a:lnTo>
                    <a:pt x="5655" y="3305"/>
                  </a:lnTo>
                  <a:lnTo>
                    <a:pt x="8794" y="2464"/>
                  </a:lnTo>
                  <a:cubicBezTo>
                    <a:pt x="8937" y="2423"/>
                    <a:pt x="9072" y="2349"/>
                    <a:pt x="9181" y="2240"/>
                  </a:cubicBezTo>
                  <a:lnTo>
                    <a:pt x="11046" y="382"/>
                  </a:lnTo>
                  <a:cubicBezTo>
                    <a:pt x="11201" y="221"/>
                    <a:pt x="11055" y="1"/>
                    <a:pt x="1088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7" name="Google Shape;14457;p66"/>
            <p:cNvSpPr/>
            <p:nvPr/>
          </p:nvSpPr>
          <p:spPr>
            <a:xfrm>
              <a:off x="983807" y="3021832"/>
              <a:ext cx="104081" cy="225368"/>
            </a:xfrm>
            <a:custGeom>
              <a:avLst/>
              <a:gdLst/>
              <a:ahLst/>
              <a:cxnLst/>
              <a:rect l="l" t="t" r="r" b="b"/>
              <a:pathLst>
                <a:path w="3968" h="8592" extrusionOk="0">
                  <a:moveTo>
                    <a:pt x="1981" y="1"/>
                  </a:moveTo>
                  <a:cubicBezTo>
                    <a:pt x="1493" y="1"/>
                    <a:pt x="1099" y="787"/>
                    <a:pt x="1099" y="1763"/>
                  </a:cubicBezTo>
                  <a:cubicBezTo>
                    <a:pt x="1099" y="2448"/>
                    <a:pt x="1303" y="3045"/>
                    <a:pt x="1588" y="3337"/>
                  </a:cubicBezTo>
                  <a:cubicBezTo>
                    <a:pt x="686" y="3493"/>
                    <a:pt x="1" y="4184"/>
                    <a:pt x="1" y="5466"/>
                  </a:cubicBezTo>
                  <a:cubicBezTo>
                    <a:pt x="1" y="6930"/>
                    <a:pt x="1099" y="8592"/>
                    <a:pt x="1988" y="8592"/>
                  </a:cubicBezTo>
                  <a:cubicBezTo>
                    <a:pt x="2869" y="8592"/>
                    <a:pt x="3968" y="6930"/>
                    <a:pt x="3968" y="5466"/>
                  </a:cubicBezTo>
                  <a:cubicBezTo>
                    <a:pt x="3968" y="4191"/>
                    <a:pt x="3283" y="3493"/>
                    <a:pt x="2381" y="3337"/>
                  </a:cubicBezTo>
                  <a:cubicBezTo>
                    <a:pt x="2666" y="3045"/>
                    <a:pt x="2862" y="2448"/>
                    <a:pt x="2862" y="1763"/>
                  </a:cubicBezTo>
                  <a:cubicBezTo>
                    <a:pt x="2862" y="787"/>
                    <a:pt x="2476" y="1"/>
                    <a:pt x="198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8" name="Google Shape;14458;p66"/>
            <p:cNvSpPr/>
            <p:nvPr/>
          </p:nvSpPr>
          <p:spPr>
            <a:xfrm>
              <a:off x="1042326" y="3108968"/>
              <a:ext cx="210" cy="26"/>
            </a:xfrm>
            <a:custGeom>
              <a:avLst/>
              <a:gdLst/>
              <a:ahLst/>
              <a:cxnLst/>
              <a:rect l="l" t="t" r="r" b="b"/>
              <a:pathLst>
                <a:path w="8" h="1" extrusionOk="0">
                  <a:moveTo>
                    <a:pt x="1" y="1"/>
                  </a:moveTo>
                  <a:lnTo>
                    <a:pt x="1" y="1"/>
                  </a:lnTo>
                  <a:cubicBezTo>
                    <a:pt x="8" y="1"/>
                    <a:pt x="8" y="1"/>
                    <a:pt x="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9" name="Google Shape;14459;p66"/>
            <p:cNvSpPr/>
            <p:nvPr/>
          </p:nvSpPr>
          <p:spPr>
            <a:xfrm>
              <a:off x="983650" y="3021648"/>
              <a:ext cx="70270" cy="225552"/>
            </a:xfrm>
            <a:custGeom>
              <a:avLst/>
              <a:gdLst/>
              <a:ahLst/>
              <a:cxnLst/>
              <a:rect l="l" t="t" r="r" b="b"/>
              <a:pathLst>
                <a:path w="2679" h="8599" extrusionOk="0">
                  <a:moveTo>
                    <a:pt x="1987" y="1"/>
                  </a:moveTo>
                  <a:cubicBezTo>
                    <a:pt x="1499" y="1"/>
                    <a:pt x="1105" y="794"/>
                    <a:pt x="1105" y="1770"/>
                  </a:cubicBezTo>
                  <a:cubicBezTo>
                    <a:pt x="1105" y="2455"/>
                    <a:pt x="1302" y="3052"/>
                    <a:pt x="1594" y="3344"/>
                  </a:cubicBezTo>
                  <a:cubicBezTo>
                    <a:pt x="685" y="3493"/>
                    <a:pt x="0" y="4191"/>
                    <a:pt x="0" y="5473"/>
                  </a:cubicBezTo>
                  <a:cubicBezTo>
                    <a:pt x="0" y="6937"/>
                    <a:pt x="1105" y="8599"/>
                    <a:pt x="1987" y="8599"/>
                  </a:cubicBezTo>
                  <a:cubicBezTo>
                    <a:pt x="2089" y="8599"/>
                    <a:pt x="2197" y="8578"/>
                    <a:pt x="2292" y="8537"/>
                  </a:cubicBezTo>
                  <a:cubicBezTo>
                    <a:pt x="1892" y="7873"/>
                    <a:pt x="1546" y="6646"/>
                    <a:pt x="1546" y="5527"/>
                  </a:cubicBezTo>
                  <a:cubicBezTo>
                    <a:pt x="1546" y="4679"/>
                    <a:pt x="1702" y="4056"/>
                    <a:pt x="1960" y="3649"/>
                  </a:cubicBezTo>
                  <a:cubicBezTo>
                    <a:pt x="2089" y="3452"/>
                    <a:pt x="2095" y="3194"/>
                    <a:pt x="1980" y="2984"/>
                  </a:cubicBezTo>
                  <a:cubicBezTo>
                    <a:pt x="1838" y="2713"/>
                    <a:pt x="1763" y="2408"/>
                    <a:pt x="1763" y="2103"/>
                  </a:cubicBezTo>
                  <a:cubicBezTo>
                    <a:pt x="1770" y="1309"/>
                    <a:pt x="2163" y="665"/>
                    <a:pt x="2651" y="665"/>
                  </a:cubicBezTo>
                  <a:lnTo>
                    <a:pt x="2678" y="665"/>
                  </a:lnTo>
                  <a:cubicBezTo>
                    <a:pt x="2516" y="265"/>
                    <a:pt x="2265" y="1"/>
                    <a:pt x="198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0" name="Google Shape;14460;p66"/>
            <p:cNvSpPr/>
            <p:nvPr/>
          </p:nvSpPr>
          <p:spPr>
            <a:xfrm>
              <a:off x="983807" y="3151120"/>
              <a:ext cx="104081" cy="26728"/>
            </a:xfrm>
            <a:custGeom>
              <a:avLst/>
              <a:gdLst/>
              <a:ahLst/>
              <a:cxnLst/>
              <a:rect l="l" t="t" r="r" b="b"/>
              <a:pathLst>
                <a:path w="3968" h="1019" extrusionOk="0">
                  <a:moveTo>
                    <a:pt x="48" y="1"/>
                  </a:moveTo>
                  <a:cubicBezTo>
                    <a:pt x="14" y="171"/>
                    <a:pt x="1" y="340"/>
                    <a:pt x="1" y="510"/>
                  </a:cubicBezTo>
                  <a:cubicBezTo>
                    <a:pt x="482" y="821"/>
                    <a:pt x="1188" y="1018"/>
                    <a:pt x="1981" y="1018"/>
                  </a:cubicBezTo>
                  <a:cubicBezTo>
                    <a:pt x="2781" y="1018"/>
                    <a:pt x="3486" y="821"/>
                    <a:pt x="3968" y="510"/>
                  </a:cubicBezTo>
                  <a:cubicBezTo>
                    <a:pt x="3968" y="340"/>
                    <a:pt x="3947" y="171"/>
                    <a:pt x="3920" y="1"/>
                  </a:cubicBezTo>
                  <a:cubicBezTo>
                    <a:pt x="3540" y="340"/>
                    <a:pt x="2808" y="584"/>
                    <a:pt x="1981" y="584"/>
                  </a:cubicBezTo>
                  <a:cubicBezTo>
                    <a:pt x="1160" y="584"/>
                    <a:pt x="428" y="340"/>
                    <a:pt x="48"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1" name="Google Shape;14461;p66"/>
            <p:cNvSpPr/>
            <p:nvPr/>
          </p:nvSpPr>
          <p:spPr>
            <a:xfrm>
              <a:off x="988633" y="3194347"/>
              <a:ext cx="94271" cy="24053"/>
            </a:xfrm>
            <a:custGeom>
              <a:avLst/>
              <a:gdLst/>
              <a:ahLst/>
              <a:cxnLst/>
              <a:rect l="l" t="t" r="r" b="b"/>
              <a:pathLst>
                <a:path w="3594" h="917" extrusionOk="0">
                  <a:moveTo>
                    <a:pt x="0" y="1"/>
                  </a:moveTo>
                  <a:cubicBezTo>
                    <a:pt x="75" y="218"/>
                    <a:pt x="163" y="435"/>
                    <a:pt x="264" y="638"/>
                  </a:cubicBezTo>
                  <a:cubicBezTo>
                    <a:pt x="736" y="822"/>
                    <a:pt x="1234" y="916"/>
                    <a:pt x="1738" y="916"/>
                  </a:cubicBezTo>
                  <a:cubicBezTo>
                    <a:pt x="1755" y="916"/>
                    <a:pt x="1773" y="916"/>
                    <a:pt x="1790" y="916"/>
                  </a:cubicBezTo>
                  <a:cubicBezTo>
                    <a:pt x="1808" y="916"/>
                    <a:pt x="1825" y="916"/>
                    <a:pt x="1843" y="916"/>
                  </a:cubicBezTo>
                  <a:cubicBezTo>
                    <a:pt x="2354" y="916"/>
                    <a:pt x="2857" y="822"/>
                    <a:pt x="3329" y="638"/>
                  </a:cubicBezTo>
                  <a:cubicBezTo>
                    <a:pt x="3431" y="435"/>
                    <a:pt x="3526" y="218"/>
                    <a:pt x="3594" y="1"/>
                  </a:cubicBezTo>
                  <a:lnTo>
                    <a:pt x="3594" y="1"/>
                  </a:lnTo>
                  <a:cubicBezTo>
                    <a:pt x="3194" y="285"/>
                    <a:pt x="2529" y="475"/>
                    <a:pt x="1797" y="475"/>
                  </a:cubicBezTo>
                  <a:cubicBezTo>
                    <a:pt x="1071" y="475"/>
                    <a:pt x="407" y="285"/>
                    <a:pt x="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2" name="Google Shape;14462;p66"/>
            <p:cNvSpPr/>
            <p:nvPr/>
          </p:nvSpPr>
          <p:spPr>
            <a:xfrm>
              <a:off x="1024201" y="3151120"/>
              <a:ext cx="63503" cy="26728"/>
            </a:xfrm>
            <a:custGeom>
              <a:avLst/>
              <a:gdLst/>
              <a:ahLst/>
              <a:cxnLst/>
              <a:rect l="l" t="t" r="r" b="b"/>
              <a:pathLst>
                <a:path w="2421" h="1019" extrusionOk="0">
                  <a:moveTo>
                    <a:pt x="2373" y="1"/>
                  </a:moveTo>
                  <a:cubicBezTo>
                    <a:pt x="1994" y="340"/>
                    <a:pt x="1261" y="584"/>
                    <a:pt x="441" y="584"/>
                  </a:cubicBezTo>
                  <a:cubicBezTo>
                    <a:pt x="292" y="584"/>
                    <a:pt x="143" y="571"/>
                    <a:pt x="0" y="557"/>
                  </a:cubicBezTo>
                  <a:lnTo>
                    <a:pt x="0" y="591"/>
                  </a:lnTo>
                  <a:cubicBezTo>
                    <a:pt x="0" y="727"/>
                    <a:pt x="7" y="862"/>
                    <a:pt x="14" y="998"/>
                  </a:cubicBezTo>
                  <a:cubicBezTo>
                    <a:pt x="156" y="1011"/>
                    <a:pt x="298" y="1018"/>
                    <a:pt x="441" y="1018"/>
                  </a:cubicBezTo>
                  <a:cubicBezTo>
                    <a:pt x="1234" y="1018"/>
                    <a:pt x="1939" y="821"/>
                    <a:pt x="2421" y="510"/>
                  </a:cubicBezTo>
                  <a:cubicBezTo>
                    <a:pt x="2421" y="333"/>
                    <a:pt x="2407" y="164"/>
                    <a:pt x="237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3" name="Google Shape;14463;p66"/>
            <p:cNvSpPr/>
            <p:nvPr/>
          </p:nvSpPr>
          <p:spPr>
            <a:xfrm>
              <a:off x="985066" y="3150962"/>
              <a:ext cx="26" cy="26"/>
            </a:xfrm>
            <a:custGeom>
              <a:avLst/>
              <a:gdLst/>
              <a:ahLst/>
              <a:cxnLst/>
              <a:rect l="l" t="t" r="r" b="b"/>
              <a:pathLst>
                <a:path w="1" h="1" extrusionOk="0">
                  <a:moveTo>
                    <a:pt x="0" y="0"/>
                  </a:moveTo>
                  <a:lnTo>
                    <a:pt x="0"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4" name="Google Shape;14464;p66"/>
            <p:cNvSpPr/>
            <p:nvPr/>
          </p:nvSpPr>
          <p:spPr>
            <a:xfrm>
              <a:off x="984174" y="3157362"/>
              <a:ext cx="26" cy="26"/>
            </a:xfrm>
            <a:custGeom>
              <a:avLst/>
              <a:gdLst/>
              <a:ahLst/>
              <a:cxnLst/>
              <a:rect l="l" t="t" r="r" b="b"/>
              <a:pathLst>
                <a:path w="1" h="1" extrusionOk="0">
                  <a:moveTo>
                    <a:pt x="0" y="0"/>
                  </a:move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5" name="Google Shape;14465;p66"/>
            <p:cNvSpPr/>
            <p:nvPr/>
          </p:nvSpPr>
          <p:spPr>
            <a:xfrm>
              <a:off x="991834" y="3202714"/>
              <a:ext cx="367" cy="734"/>
            </a:xfrm>
            <a:custGeom>
              <a:avLst/>
              <a:gdLst/>
              <a:ahLst/>
              <a:cxnLst/>
              <a:rect l="l" t="t" r="r" b="b"/>
              <a:pathLst>
                <a:path w="14" h="28" extrusionOk="0">
                  <a:moveTo>
                    <a:pt x="0" y="0"/>
                  </a:moveTo>
                  <a:lnTo>
                    <a:pt x="14" y="27"/>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6" name="Google Shape;14466;p66"/>
            <p:cNvSpPr/>
            <p:nvPr/>
          </p:nvSpPr>
          <p:spPr>
            <a:xfrm>
              <a:off x="1029159" y="3194347"/>
              <a:ext cx="53745" cy="24053"/>
            </a:xfrm>
            <a:custGeom>
              <a:avLst/>
              <a:gdLst/>
              <a:ahLst/>
              <a:cxnLst/>
              <a:rect l="l" t="t" r="r" b="b"/>
              <a:pathLst>
                <a:path w="2049" h="917" extrusionOk="0">
                  <a:moveTo>
                    <a:pt x="2049" y="1"/>
                  </a:moveTo>
                  <a:lnTo>
                    <a:pt x="2049" y="1"/>
                  </a:lnTo>
                  <a:cubicBezTo>
                    <a:pt x="1649" y="285"/>
                    <a:pt x="984" y="475"/>
                    <a:pt x="252" y="475"/>
                  </a:cubicBezTo>
                  <a:cubicBezTo>
                    <a:pt x="171" y="475"/>
                    <a:pt x="82" y="475"/>
                    <a:pt x="1" y="469"/>
                  </a:cubicBezTo>
                  <a:lnTo>
                    <a:pt x="1" y="469"/>
                  </a:lnTo>
                  <a:cubicBezTo>
                    <a:pt x="35" y="618"/>
                    <a:pt x="76" y="767"/>
                    <a:pt x="116" y="909"/>
                  </a:cubicBezTo>
                  <a:cubicBezTo>
                    <a:pt x="164" y="909"/>
                    <a:pt x="211" y="916"/>
                    <a:pt x="259" y="916"/>
                  </a:cubicBezTo>
                  <a:cubicBezTo>
                    <a:pt x="276" y="916"/>
                    <a:pt x="293" y="916"/>
                    <a:pt x="311" y="916"/>
                  </a:cubicBezTo>
                  <a:cubicBezTo>
                    <a:pt x="815" y="916"/>
                    <a:pt x="1312" y="822"/>
                    <a:pt x="1784" y="638"/>
                  </a:cubicBezTo>
                  <a:cubicBezTo>
                    <a:pt x="1886" y="435"/>
                    <a:pt x="1974" y="218"/>
                    <a:pt x="204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7" name="Google Shape;14467;p66"/>
            <p:cNvSpPr/>
            <p:nvPr/>
          </p:nvSpPr>
          <p:spPr>
            <a:xfrm>
              <a:off x="935282" y="2906053"/>
              <a:ext cx="201341" cy="63686"/>
            </a:xfrm>
            <a:custGeom>
              <a:avLst/>
              <a:gdLst/>
              <a:ahLst/>
              <a:cxnLst/>
              <a:rect l="l" t="t" r="r" b="b"/>
              <a:pathLst>
                <a:path w="7676" h="2428" extrusionOk="0">
                  <a:moveTo>
                    <a:pt x="7374" y="0"/>
                  </a:moveTo>
                  <a:cubicBezTo>
                    <a:pt x="7356" y="0"/>
                    <a:pt x="7336" y="2"/>
                    <a:pt x="7316" y="7"/>
                  </a:cubicBezTo>
                  <a:cubicBezTo>
                    <a:pt x="6313" y="211"/>
                    <a:pt x="5533" y="1458"/>
                    <a:pt x="5241" y="1987"/>
                  </a:cubicBezTo>
                  <a:lnTo>
                    <a:pt x="2420" y="1987"/>
                  </a:lnTo>
                  <a:cubicBezTo>
                    <a:pt x="2122" y="1458"/>
                    <a:pt x="1342" y="211"/>
                    <a:pt x="346" y="7"/>
                  </a:cubicBezTo>
                  <a:cubicBezTo>
                    <a:pt x="330" y="5"/>
                    <a:pt x="315" y="3"/>
                    <a:pt x="301" y="3"/>
                  </a:cubicBezTo>
                  <a:cubicBezTo>
                    <a:pt x="54" y="3"/>
                    <a:pt x="1" y="377"/>
                    <a:pt x="257" y="441"/>
                  </a:cubicBezTo>
                  <a:cubicBezTo>
                    <a:pt x="929" y="570"/>
                    <a:pt x="1614" y="1438"/>
                    <a:pt x="2034" y="2204"/>
                  </a:cubicBezTo>
                  <a:cubicBezTo>
                    <a:pt x="2109" y="2340"/>
                    <a:pt x="2258" y="2428"/>
                    <a:pt x="2420" y="2428"/>
                  </a:cubicBezTo>
                  <a:lnTo>
                    <a:pt x="5241" y="2428"/>
                  </a:lnTo>
                  <a:cubicBezTo>
                    <a:pt x="5404" y="2428"/>
                    <a:pt x="5546" y="2340"/>
                    <a:pt x="5621" y="2204"/>
                  </a:cubicBezTo>
                  <a:cubicBezTo>
                    <a:pt x="6041" y="1438"/>
                    <a:pt x="6733" y="577"/>
                    <a:pt x="7397" y="441"/>
                  </a:cubicBezTo>
                  <a:cubicBezTo>
                    <a:pt x="7675" y="397"/>
                    <a:pt x="7618" y="0"/>
                    <a:pt x="737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8" name="Google Shape;14468;p66"/>
            <p:cNvSpPr/>
            <p:nvPr/>
          </p:nvSpPr>
          <p:spPr>
            <a:xfrm>
              <a:off x="1001066" y="2958172"/>
              <a:ext cx="69405" cy="69378"/>
            </a:xfrm>
            <a:custGeom>
              <a:avLst/>
              <a:gdLst/>
              <a:ahLst/>
              <a:cxnLst/>
              <a:rect l="l" t="t" r="r" b="b"/>
              <a:pathLst>
                <a:path w="2646" h="2645" extrusionOk="0">
                  <a:moveTo>
                    <a:pt x="1323" y="0"/>
                  </a:moveTo>
                  <a:cubicBezTo>
                    <a:pt x="597" y="0"/>
                    <a:pt x="1" y="814"/>
                    <a:pt x="1" y="1546"/>
                  </a:cubicBezTo>
                  <a:cubicBezTo>
                    <a:pt x="1" y="2272"/>
                    <a:pt x="597" y="2644"/>
                    <a:pt x="1323" y="2644"/>
                  </a:cubicBezTo>
                  <a:cubicBezTo>
                    <a:pt x="2055" y="2644"/>
                    <a:pt x="2645" y="2278"/>
                    <a:pt x="2645" y="1546"/>
                  </a:cubicBezTo>
                  <a:cubicBezTo>
                    <a:pt x="2645" y="814"/>
                    <a:pt x="2055" y="0"/>
                    <a:pt x="1323"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69" name="Google Shape;14469;p66"/>
            <p:cNvSpPr/>
            <p:nvPr/>
          </p:nvSpPr>
          <p:spPr>
            <a:xfrm>
              <a:off x="1001066" y="2958172"/>
              <a:ext cx="37378" cy="69378"/>
            </a:xfrm>
            <a:custGeom>
              <a:avLst/>
              <a:gdLst/>
              <a:ahLst/>
              <a:cxnLst/>
              <a:rect l="l" t="t" r="r" b="b"/>
              <a:pathLst>
                <a:path w="1425" h="2645" extrusionOk="0">
                  <a:moveTo>
                    <a:pt x="1323" y="0"/>
                  </a:moveTo>
                  <a:cubicBezTo>
                    <a:pt x="591" y="0"/>
                    <a:pt x="1" y="814"/>
                    <a:pt x="1" y="1546"/>
                  </a:cubicBezTo>
                  <a:cubicBezTo>
                    <a:pt x="1" y="2231"/>
                    <a:pt x="530" y="2604"/>
                    <a:pt x="1208" y="2644"/>
                  </a:cubicBezTo>
                  <a:cubicBezTo>
                    <a:pt x="1004" y="2400"/>
                    <a:pt x="882" y="2061"/>
                    <a:pt x="882" y="1621"/>
                  </a:cubicBezTo>
                  <a:cubicBezTo>
                    <a:pt x="882" y="1037"/>
                    <a:pt x="1072" y="468"/>
                    <a:pt x="1425" y="7"/>
                  </a:cubicBezTo>
                  <a:cubicBezTo>
                    <a:pt x="1391" y="0"/>
                    <a:pt x="1357" y="0"/>
                    <a:pt x="1323"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0" name="Google Shape;14470;p66"/>
            <p:cNvSpPr/>
            <p:nvPr/>
          </p:nvSpPr>
          <p:spPr>
            <a:xfrm>
              <a:off x="1001066" y="2987156"/>
              <a:ext cx="23161" cy="23135"/>
            </a:xfrm>
            <a:custGeom>
              <a:avLst/>
              <a:gdLst/>
              <a:ahLst/>
              <a:cxnLst/>
              <a:rect l="l" t="t" r="r" b="b"/>
              <a:pathLst>
                <a:path w="883" h="882" extrusionOk="0">
                  <a:moveTo>
                    <a:pt x="441" y="0"/>
                  </a:moveTo>
                  <a:cubicBezTo>
                    <a:pt x="197" y="0"/>
                    <a:pt x="1" y="197"/>
                    <a:pt x="1" y="441"/>
                  </a:cubicBezTo>
                  <a:cubicBezTo>
                    <a:pt x="1" y="685"/>
                    <a:pt x="197" y="882"/>
                    <a:pt x="441" y="882"/>
                  </a:cubicBezTo>
                  <a:cubicBezTo>
                    <a:pt x="685" y="882"/>
                    <a:pt x="882" y="685"/>
                    <a:pt x="882" y="441"/>
                  </a:cubicBezTo>
                  <a:cubicBezTo>
                    <a:pt x="882" y="197"/>
                    <a:pt x="685" y="0"/>
                    <a:pt x="44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1" name="Google Shape;14471;p66"/>
            <p:cNvSpPr/>
            <p:nvPr/>
          </p:nvSpPr>
          <p:spPr>
            <a:xfrm>
              <a:off x="1047310" y="2987156"/>
              <a:ext cx="23161" cy="23135"/>
            </a:xfrm>
            <a:custGeom>
              <a:avLst/>
              <a:gdLst/>
              <a:ahLst/>
              <a:cxnLst/>
              <a:rect l="l" t="t" r="r" b="b"/>
              <a:pathLst>
                <a:path w="883" h="882" extrusionOk="0">
                  <a:moveTo>
                    <a:pt x="441" y="0"/>
                  </a:moveTo>
                  <a:cubicBezTo>
                    <a:pt x="197" y="0"/>
                    <a:pt x="1" y="197"/>
                    <a:pt x="1" y="441"/>
                  </a:cubicBezTo>
                  <a:cubicBezTo>
                    <a:pt x="1" y="685"/>
                    <a:pt x="197" y="882"/>
                    <a:pt x="441" y="882"/>
                  </a:cubicBezTo>
                  <a:cubicBezTo>
                    <a:pt x="685" y="882"/>
                    <a:pt x="882" y="685"/>
                    <a:pt x="882" y="441"/>
                  </a:cubicBezTo>
                  <a:cubicBezTo>
                    <a:pt x="882" y="197"/>
                    <a:pt x="685" y="0"/>
                    <a:pt x="44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72" name="Google Shape;14472;p66"/>
          <p:cNvGrpSpPr/>
          <p:nvPr/>
        </p:nvGrpSpPr>
        <p:grpSpPr>
          <a:xfrm>
            <a:off x="1916790" y="2985269"/>
            <a:ext cx="374774" cy="364282"/>
            <a:chOff x="1943878" y="2909069"/>
            <a:chExt cx="374774" cy="364282"/>
          </a:xfrm>
        </p:grpSpPr>
        <p:sp>
          <p:nvSpPr>
            <p:cNvPr id="14473" name="Google Shape;14473;p66"/>
            <p:cNvSpPr/>
            <p:nvPr/>
          </p:nvSpPr>
          <p:spPr>
            <a:xfrm>
              <a:off x="2142911" y="2909069"/>
              <a:ext cx="65470" cy="50178"/>
            </a:xfrm>
            <a:custGeom>
              <a:avLst/>
              <a:gdLst/>
              <a:ahLst/>
              <a:cxnLst/>
              <a:rect l="l" t="t" r="r" b="b"/>
              <a:pathLst>
                <a:path w="2496" h="1913" extrusionOk="0">
                  <a:moveTo>
                    <a:pt x="2204" y="1"/>
                  </a:moveTo>
                  <a:cubicBezTo>
                    <a:pt x="1824" y="1"/>
                    <a:pt x="1668" y="1"/>
                    <a:pt x="1411" y="190"/>
                  </a:cubicBezTo>
                  <a:cubicBezTo>
                    <a:pt x="1323" y="258"/>
                    <a:pt x="929" y="577"/>
                    <a:pt x="475" y="950"/>
                  </a:cubicBezTo>
                  <a:lnTo>
                    <a:pt x="0" y="1343"/>
                  </a:lnTo>
                  <a:lnTo>
                    <a:pt x="0" y="1913"/>
                  </a:lnTo>
                  <a:cubicBezTo>
                    <a:pt x="224" y="1730"/>
                    <a:pt x="495" y="1506"/>
                    <a:pt x="753" y="1289"/>
                  </a:cubicBezTo>
                  <a:cubicBezTo>
                    <a:pt x="1167" y="957"/>
                    <a:pt x="1594" y="604"/>
                    <a:pt x="1675" y="543"/>
                  </a:cubicBezTo>
                  <a:cubicBezTo>
                    <a:pt x="1811" y="441"/>
                    <a:pt x="1845" y="441"/>
                    <a:pt x="2204" y="441"/>
                  </a:cubicBezTo>
                  <a:cubicBezTo>
                    <a:pt x="2496" y="441"/>
                    <a:pt x="2496" y="1"/>
                    <a:pt x="220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4" name="Google Shape;14474;p66"/>
            <p:cNvSpPr/>
            <p:nvPr/>
          </p:nvSpPr>
          <p:spPr>
            <a:xfrm>
              <a:off x="2193063" y="2938316"/>
              <a:ext cx="90231" cy="51699"/>
            </a:xfrm>
            <a:custGeom>
              <a:avLst/>
              <a:gdLst/>
              <a:ahLst/>
              <a:cxnLst/>
              <a:rect l="l" t="t" r="r" b="b"/>
              <a:pathLst>
                <a:path w="3440" h="1971" extrusionOk="0">
                  <a:moveTo>
                    <a:pt x="3146" y="0"/>
                  </a:moveTo>
                  <a:cubicBezTo>
                    <a:pt x="3087" y="0"/>
                    <a:pt x="3026" y="25"/>
                    <a:pt x="2977" y="86"/>
                  </a:cubicBezTo>
                  <a:lnTo>
                    <a:pt x="2008" y="1442"/>
                  </a:lnTo>
                  <a:cubicBezTo>
                    <a:pt x="1967" y="1496"/>
                    <a:pt x="1899" y="1530"/>
                    <a:pt x="1831" y="1530"/>
                  </a:cubicBezTo>
                  <a:lnTo>
                    <a:pt x="292" y="1530"/>
                  </a:lnTo>
                  <a:cubicBezTo>
                    <a:pt x="1" y="1530"/>
                    <a:pt x="1" y="1971"/>
                    <a:pt x="292" y="1971"/>
                  </a:cubicBezTo>
                  <a:lnTo>
                    <a:pt x="1831" y="1971"/>
                  </a:lnTo>
                  <a:cubicBezTo>
                    <a:pt x="2042" y="1971"/>
                    <a:pt x="2245" y="1869"/>
                    <a:pt x="2367" y="1693"/>
                  </a:cubicBezTo>
                  <a:lnTo>
                    <a:pt x="3337" y="337"/>
                  </a:lnTo>
                  <a:cubicBezTo>
                    <a:pt x="3439" y="170"/>
                    <a:pt x="3298" y="0"/>
                    <a:pt x="314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5" name="Google Shape;14475;p66"/>
            <p:cNvSpPr/>
            <p:nvPr/>
          </p:nvSpPr>
          <p:spPr>
            <a:xfrm>
              <a:off x="2239306" y="3065216"/>
              <a:ext cx="79346" cy="75096"/>
            </a:xfrm>
            <a:custGeom>
              <a:avLst/>
              <a:gdLst/>
              <a:ahLst/>
              <a:cxnLst/>
              <a:rect l="l" t="t" r="r" b="b"/>
              <a:pathLst>
                <a:path w="3025" h="2863" extrusionOk="0">
                  <a:moveTo>
                    <a:pt x="1052" y="1"/>
                  </a:moveTo>
                  <a:cubicBezTo>
                    <a:pt x="1047" y="1"/>
                    <a:pt x="1043" y="1"/>
                    <a:pt x="1038" y="1"/>
                  </a:cubicBezTo>
                  <a:lnTo>
                    <a:pt x="292" y="1"/>
                  </a:lnTo>
                  <a:cubicBezTo>
                    <a:pt x="1" y="1"/>
                    <a:pt x="1" y="442"/>
                    <a:pt x="292" y="442"/>
                  </a:cubicBezTo>
                  <a:lnTo>
                    <a:pt x="1038" y="442"/>
                  </a:lnTo>
                  <a:cubicBezTo>
                    <a:pt x="1140" y="442"/>
                    <a:pt x="1235" y="510"/>
                    <a:pt x="1255" y="611"/>
                  </a:cubicBezTo>
                  <a:lnTo>
                    <a:pt x="1574" y="2042"/>
                  </a:lnTo>
                  <a:cubicBezTo>
                    <a:pt x="1614" y="2239"/>
                    <a:pt x="1743" y="2401"/>
                    <a:pt x="1926" y="2489"/>
                  </a:cubicBezTo>
                  <a:lnTo>
                    <a:pt x="2618" y="2842"/>
                  </a:lnTo>
                  <a:cubicBezTo>
                    <a:pt x="2652" y="2856"/>
                    <a:pt x="2679" y="2862"/>
                    <a:pt x="2720" y="2862"/>
                  </a:cubicBezTo>
                  <a:cubicBezTo>
                    <a:pt x="2950" y="2862"/>
                    <a:pt x="3025" y="2550"/>
                    <a:pt x="2814" y="2449"/>
                  </a:cubicBezTo>
                  <a:lnTo>
                    <a:pt x="2123" y="2103"/>
                  </a:lnTo>
                  <a:cubicBezTo>
                    <a:pt x="2062" y="2069"/>
                    <a:pt x="2021" y="2015"/>
                    <a:pt x="2001" y="1954"/>
                  </a:cubicBezTo>
                  <a:lnTo>
                    <a:pt x="1682" y="516"/>
                  </a:lnTo>
                  <a:cubicBezTo>
                    <a:pt x="1622" y="216"/>
                    <a:pt x="1358" y="1"/>
                    <a:pt x="105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6" name="Google Shape;14476;p66"/>
            <p:cNvSpPr/>
            <p:nvPr/>
          </p:nvSpPr>
          <p:spPr>
            <a:xfrm>
              <a:off x="2232696" y="3151723"/>
              <a:ext cx="43096" cy="98494"/>
            </a:xfrm>
            <a:custGeom>
              <a:avLst/>
              <a:gdLst/>
              <a:ahLst/>
              <a:cxnLst/>
              <a:rect l="l" t="t" r="r" b="b"/>
              <a:pathLst>
                <a:path w="1643" h="3755" extrusionOk="0">
                  <a:moveTo>
                    <a:pt x="324" y="1"/>
                  </a:moveTo>
                  <a:cubicBezTo>
                    <a:pt x="142" y="1"/>
                    <a:pt x="0" y="252"/>
                    <a:pt x="185" y="398"/>
                  </a:cubicBezTo>
                  <a:lnTo>
                    <a:pt x="1114" y="1137"/>
                  </a:lnTo>
                  <a:cubicBezTo>
                    <a:pt x="1168" y="1178"/>
                    <a:pt x="1195" y="1246"/>
                    <a:pt x="1188" y="1321"/>
                  </a:cubicBezTo>
                  <a:lnTo>
                    <a:pt x="985" y="3517"/>
                  </a:lnTo>
                  <a:cubicBezTo>
                    <a:pt x="971" y="3640"/>
                    <a:pt x="1066" y="3741"/>
                    <a:pt x="1188" y="3755"/>
                  </a:cubicBezTo>
                  <a:lnTo>
                    <a:pt x="1202" y="3755"/>
                  </a:lnTo>
                  <a:cubicBezTo>
                    <a:pt x="1317" y="3755"/>
                    <a:pt x="1412" y="3667"/>
                    <a:pt x="1426" y="3551"/>
                  </a:cubicBezTo>
                  <a:lnTo>
                    <a:pt x="1622" y="1354"/>
                  </a:lnTo>
                  <a:cubicBezTo>
                    <a:pt x="1643" y="1144"/>
                    <a:pt x="1554" y="934"/>
                    <a:pt x="1392" y="792"/>
                  </a:cubicBezTo>
                  <a:lnTo>
                    <a:pt x="463" y="53"/>
                  </a:lnTo>
                  <a:cubicBezTo>
                    <a:pt x="417" y="16"/>
                    <a:pt x="369" y="1"/>
                    <a:pt x="32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7" name="Google Shape;14477;p66"/>
            <p:cNvSpPr/>
            <p:nvPr/>
          </p:nvSpPr>
          <p:spPr>
            <a:xfrm>
              <a:off x="2054149" y="2909069"/>
              <a:ext cx="65654" cy="50178"/>
            </a:xfrm>
            <a:custGeom>
              <a:avLst/>
              <a:gdLst/>
              <a:ahLst/>
              <a:cxnLst/>
              <a:rect l="l" t="t" r="r" b="b"/>
              <a:pathLst>
                <a:path w="2503" h="1913" extrusionOk="0">
                  <a:moveTo>
                    <a:pt x="299" y="1"/>
                  </a:moveTo>
                  <a:cubicBezTo>
                    <a:pt x="1" y="1"/>
                    <a:pt x="1" y="441"/>
                    <a:pt x="299" y="441"/>
                  </a:cubicBezTo>
                  <a:cubicBezTo>
                    <a:pt x="659" y="441"/>
                    <a:pt x="686" y="441"/>
                    <a:pt x="828" y="543"/>
                  </a:cubicBezTo>
                  <a:cubicBezTo>
                    <a:pt x="909" y="604"/>
                    <a:pt x="1337" y="957"/>
                    <a:pt x="1743" y="1289"/>
                  </a:cubicBezTo>
                  <a:cubicBezTo>
                    <a:pt x="2008" y="1506"/>
                    <a:pt x="2279" y="1730"/>
                    <a:pt x="2503" y="1913"/>
                  </a:cubicBezTo>
                  <a:lnTo>
                    <a:pt x="2503" y="1343"/>
                  </a:lnTo>
                  <a:lnTo>
                    <a:pt x="2021" y="950"/>
                  </a:lnTo>
                  <a:cubicBezTo>
                    <a:pt x="1567" y="577"/>
                    <a:pt x="1174" y="258"/>
                    <a:pt x="1093" y="190"/>
                  </a:cubicBezTo>
                  <a:cubicBezTo>
                    <a:pt x="835" y="1"/>
                    <a:pt x="679" y="1"/>
                    <a:pt x="29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8" name="Google Shape;14478;p66"/>
            <p:cNvSpPr/>
            <p:nvPr/>
          </p:nvSpPr>
          <p:spPr>
            <a:xfrm>
              <a:off x="1978344" y="2937634"/>
              <a:ext cx="91307" cy="52381"/>
            </a:xfrm>
            <a:custGeom>
              <a:avLst/>
              <a:gdLst/>
              <a:ahLst/>
              <a:cxnLst/>
              <a:rect l="l" t="t" r="r" b="b"/>
              <a:pathLst>
                <a:path w="3481" h="1997" extrusionOk="0">
                  <a:moveTo>
                    <a:pt x="316" y="0"/>
                  </a:moveTo>
                  <a:cubicBezTo>
                    <a:pt x="156" y="0"/>
                    <a:pt x="1" y="190"/>
                    <a:pt x="145" y="363"/>
                  </a:cubicBezTo>
                  <a:lnTo>
                    <a:pt x="1114" y="1719"/>
                  </a:lnTo>
                  <a:cubicBezTo>
                    <a:pt x="1236" y="1895"/>
                    <a:pt x="1440" y="1997"/>
                    <a:pt x="1650" y="1997"/>
                  </a:cubicBezTo>
                  <a:lnTo>
                    <a:pt x="3189" y="1997"/>
                  </a:lnTo>
                  <a:cubicBezTo>
                    <a:pt x="3481" y="1997"/>
                    <a:pt x="3481" y="1556"/>
                    <a:pt x="3189" y="1556"/>
                  </a:cubicBezTo>
                  <a:lnTo>
                    <a:pt x="1650" y="1556"/>
                  </a:lnTo>
                  <a:cubicBezTo>
                    <a:pt x="1575" y="1556"/>
                    <a:pt x="1514" y="1522"/>
                    <a:pt x="1474" y="1468"/>
                  </a:cubicBezTo>
                  <a:lnTo>
                    <a:pt x="497" y="112"/>
                  </a:lnTo>
                  <a:cubicBezTo>
                    <a:pt x="450" y="33"/>
                    <a:pt x="382" y="0"/>
                    <a:pt x="31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79" name="Google Shape;14479;p66"/>
            <p:cNvSpPr/>
            <p:nvPr/>
          </p:nvSpPr>
          <p:spPr>
            <a:xfrm>
              <a:off x="1943878" y="3065216"/>
              <a:ext cx="79529" cy="75096"/>
            </a:xfrm>
            <a:custGeom>
              <a:avLst/>
              <a:gdLst/>
              <a:ahLst/>
              <a:cxnLst/>
              <a:rect l="l" t="t" r="r" b="b"/>
              <a:pathLst>
                <a:path w="3032" h="2863" extrusionOk="0">
                  <a:moveTo>
                    <a:pt x="1973" y="1"/>
                  </a:moveTo>
                  <a:cubicBezTo>
                    <a:pt x="1668" y="1"/>
                    <a:pt x="1410" y="216"/>
                    <a:pt x="1343" y="516"/>
                  </a:cubicBezTo>
                  <a:lnTo>
                    <a:pt x="1025" y="1954"/>
                  </a:lnTo>
                  <a:cubicBezTo>
                    <a:pt x="1011" y="2015"/>
                    <a:pt x="970" y="2069"/>
                    <a:pt x="909" y="2103"/>
                  </a:cubicBezTo>
                  <a:lnTo>
                    <a:pt x="211" y="2449"/>
                  </a:lnTo>
                  <a:cubicBezTo>
                    <a:pt x="1" y="2550"/>
                    <a:pt x="82" y="2862"/>
                    <a:pt x="313" y="2862"/>
                  </a:cubicBezTo>
                  <a:cubicBezTo>
                    <a:pt x="347" y="2862"/>
                    <a:pt x="381" y="2856"/>
                    <a:pt x="414" y="2842"/>
                  </a:cubicBezTo>
                  <a:lnTo>
                    <a:pt x="1106" y="2489"/>
                  </a:lnTo>
                  <a:cubicBezTo>
                    <a:pt x="1289" y="2401"/>
                    <a:pt x="1418" y="2239"/>
                    <a:pt x="1459" y="2042"/>
                  </a:cubicBezTo>
                  <a:lnTo>
                    <a:pt x="1777" y="611"/>
                  </a:lnTo>
                  <a:cubicBezTo>
                    <a:pt x="1798" y="510"/>
                    <a:pt x="1893" y="442"/>
                    <a:pt x="1994" y="442"/>
                  </a:cubicBezTo>
                  <a:lnTo>
                    <a:pt x="2740" y="442"/>
                  </a:lnTo>
                  <a:cubicBezTo>
                    <a:pt x="3032" y="442"/>
                    <a:pt x="3032" y="1"/>
                    <a:pt x="2740" y="1"/>
                  </a:cubicBezTo>
                  <a:lnTo>
                    <a:pt x="1988" y="1"/>
                  </a:lnTo>
                  <a:cubicBezTo>
                    <a:pt x="1983" y="1"/>
                    <a:pt x="1978" y="1"/>
                    <a:pt x="1973"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0" name="Google Shape;14480;p66"/>
            <p:cNvSpPr/>
            <p:nvPr/>
          </p:nvSpPr>
          <p:spPr>
            <a:xfrm>
              <a:off x="1986737" y="3151723"/>
              <a:ext cx="43122" cy="98494"/>
            </a:xfrm>
            <a:custGeom>
              <a:avLst/>
              <a:gdLst/>
              <a:ahLst/>
              <a:cxnLst/>
              <a:rect l="l" t="t" r="r" b="b"/>
              <a:pathLst>
                <a:path w="1644" h="3755" extrusionOk="0">
                  <a:moveTo>
                    <a:pt x="1326" y="1"/>
                  </a:moveTo>
                  <a:cubicBezTo>
                    <a:pt x="1281" y="1"/>
                    <a:pt x="1233" y="16"/>
                    <a:pt x="1188" y="53"/>
                  </a:cubicBezTo>
                  <a:lnTo>
                    <a:pt x="252" y="792"/>
                  </a:lnTo>
                  <a:cubicBezTo>
                    <a:pt x="89" y="934"/>
                    <a:pt x="1" y="1144"/>
                    <a:pt x="21" y="1354"/>
                  </a:cubicBezTo>
                  <a:lnTo>
                    <a:pt x="225" y="3551"/>
                  </a:lnTo>
                  <a:cubicBezTo>
                    <a:pt x="232" y="3667"/>
                    <a:pt x="326" y="3755"/>
                    <a:pt x="442" y="3755"/>
                  </a:cubicBezTo>
                  <a:lnTo>
                    <a:pt x="462" y="3755"/>
                  </a:lnTo>
                  <a:cubicBezTo>
                    <a:pt x="584" y="3741"/>
                    <a:pt x="672" y="3640"/>
                    <a:pt x="659" y="3517"/>
                  </a:cubicBezTo>
                  <a:lnTo>
                    <a:pt x="462" y="1321"/>
                  </a:lnTo>
                  <a:cubicBezTo>
                    <a:pt x="455" y="1246"/>
                    <a:pt x="482" y="1178"/>
                    <a:pt x="530" y="1137"/>
                  </a:cubicBezTo>
                  <a:lnTo>
                    <a:pt x="1459" y="398"/>
                  </a:lnTo>
                  <a:cubicBezTo>
                    <a:pt x="1644" y="252"/>
                    <a:pt x="1506" y="1"/>
                    <a:pt x="132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1" name="Google Shape;14481;p66"/>
            <p:cNvSpPr/>
            <p:nvPr/>
          </p:nvSpPr>
          <p:spPr>
            <a:xfrm>
              <a:off x="2003813" y="3007432"/>
              <a:ext cx="254903" cy="265920"/>
            </a:xfrm>
            <a:custGeom>
              <a:avLst/>
              <a:gdLst/>
              <a:ahLst/>
              <a:cxnLst/>
              <a:rect l="l" t="t" r="r" b="b"/>
              <a:pathLst>
                <a:path w="9718" h="10138" extrusionOk="0">
                  <a:moveTo>
                    <a:pt x="1543" y="0"/>
                  </a:moveTo>
                  <a:cubicBezTo>
                    <a:pt x="1211" y="0"/>
                    <a:pt x="914" y="189"/>
                    <a:pt x="767" y="482"/>
                  </a:cubicBezTo>
                  <a:cubicBezTo>
                    <a:pt x="259" y="1533"/>
                    <a:pt x="1" y="2685"/>
                    <a:pt x="8" y="3852"/>
                  </a:cubicBezTo>
                  <a:cubicBezTo>
                    <a:pt x="8" y="7323"/>
                    <a:pt x="2178" y="10137"/>
                    <a:pt x="4856" y="10137"/>
                  </a:cubicBezTo>
                  <a:cubicBezTo>
                    <a:pt x="7534" y="10137"/>
                    <a:pt x="9711" y="7330"/>
                    <a:pt x="9711" y="3852"/>
                  </a:cubicBezTo>
                  <a:cubicBezTo>
                    <a:pt x="9718" y="2685"/>
                    <a:pt x="9460" y="1533"/>
                    <a:pt x="8951" y="482"/>
                  </a:cubicBezTo>
                  <a:cubicBezTo>
                    <a:pt x="8805" y="189"/>
                    <a:pt x="8508" y="0"/>
                    <a:pt x="8182" y="0"/>
                  </a:cubicBezTo>
                  <a:cubicBezTo>
                    <a:pt x="8176" y="0"/>
                    <a:pt x="8171" y="0"/>
                    <a:pt x="8165" y="0"/>
                  </a:cubicBezTo>
                  <a:lnTo>
                    <a:pt x="1560" y="0"/>
                  </a:lnTo>
                  <a:cubicBezTo>
                    <a:pt x="1555" y="0"/>
                    <a:pt x="1549" y="0"/>
                    <a:pt x="1543"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2" name="Google Shape;14482;p66"/>
            <p:cNvSpPr/>
            <p:nvPr/>
          </p:nvSpPr>
          <p:spPr>
            <a:xfrm>
              <a:off x="2125468" y="3007432"/>
              <a:ext cx="11594" cy="248529"/>
            </a:xfrm>
            <a:custGeom>
              <a:avLst/>
              <a:gdLst/>
              <a:ahLst/>
              <a:cxnLst/>
              <a:rect l="l" t="t" r="r" b="b"/>
              <a:pathLst>
                <a:path w="442" h="9475" extrusionOk="0">
                  <a:moveTo>
                    <a:pt x="1" y="0"/>
                  </a:moveTo>
                  <a:lnTo>
                    <a:pt x="1" y="9256"/>
                  </a:lnTo>
                  <a:cubicBezTo>
                    <a:pt x="1" y="9402"/>
                    <a:pt x="111" y="9474"/>
                    <a:pt x="221" y="9474"/>
                  </a:cubicBezTo>
                  <a:cubicBezTo>
                    <a:pt x="331" y="9474"/>
                    <a:pt x="442" y="9402"/>
                    <a:pt x="442" y="9256"/>
                  </a:cubicBezTo>
                  <a:lnTo>
                    <a:pt x="442"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3" name="Google Shape;14483;p66"/>
            <p:cNvSpPr/>
            <p:nvPr/>
          </p:nvSpPr>
          <p:spPr>
            <a:xfrm>
              <a:off x="2003813" y="3007432"/>
              <a:ext cx="129865" cy="265736"/>
            </a:xfrm>
            <a:custGeom>
              <a:avLst/>
              <a:gdLst/>
              <a:ahLst/>
              <a:cxnLst/>
              <a:rect l="l" t="t" r="r" b="b"/>
              <a:pathLst>
                <a:path w="4951" h="10131" extrusionOk="0">
                  <a:moveTo>
                    <a:pt x="1543" y="0"/>
                  </a:moveTo>
                  <a:cubicBezTo>
                    <a:pt x="1211" y="0"/>
                    <a:pt x="914" y="189"/>
                    <a:pt x="767" y="482"/>
                  </a:cubicBezTo>
                  <a:cubicBezTo>
                    <a:pt x="265" y="1526"/>
                    <a:pt x="1" y="2672"/>
                    <a:pt x="8" y="3831"/>
                  </a:cubicBezTo>
                  <a:cubicBezTo>
                    <a:pt x="8" y="4035"/>
                    <a:pt x="14" y="4231"/>
                    <a:pt x="28" y="4428"/>
                  </a:cubicBezTo>
                  <a:lnTo>
                    <a:pt x="28" y="4475"/>
                  </a:lnTo>
                  <a:cubicBezTo>
                    <a:pt x="28" y="4496"/>
                    <a:pt x="28" y="4516"/>
                    <a:pt x="35" y="4536"/>
                  </a:cubicBezTo>
                  <a:cubicBezTo>
                    <a:pt x="299" y="7683"/>
                    <a:pt x="2354" y="10130"/>
                    <a:pt x="4856" y="10130"/>
                  </a:cubicBezTo>
                  <a:lnTo>
                    <a:pt x="4951" y="10130"/>
                  </a:lnTo>
                  <a:cubicBezTo>
                    <a:pt x="3296" y="9385"/>
                    <a:pt x="2069" y="6835"/>
                    <a:pt x="2069" y="3804"/>
                  </a:cubicBezTo>
                  <a:cubicBezTo>
                    <a:pt x="2055" y="2597"/>
                    <a:pt x="2266" y="1404"/>
                    <a:pt x="2679" y="278"/>
                  </a:cubicBezTo>
                  <a:cubicBezTo>
                    <a:pt x="2713" y="177"/>
                    <a:pt x="2774" y="82"/>
                    <a:pt x="2849" y="0"/>
                  </a:cubicBezTo>
                  <a:lnTo>
                    <a:pt x="1560" y="0"/>
                  </a:lnTo>
                  <a:cubicBezTo>
                    <a:pt x="1555" y="0"/>
                    <a:pt x="1549" y="0"/>
                    <a:pt x="1543"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4" name="Google Shape;14484;p66"/>
            <p:cNvSpPr/>
            <p:nvPr/>
          </p:nvSpPr>
          <p:spPr>
            <a:xfrm>
              <a:off x="2044732" y="2937896"/>
              <a:ext cx="173433" cy="92487"/>
            </a:xfrm>
            <a:custGeom>
              <a:avLst/>
              <a:gdLst/>
              <a:ahLst/>
              <a:cxnLst/>
              <a:rect l="l" t="t" r="r" b="b"/>
              <a:pathLst>
                <a:path w="6612" h="3526" extrusionOk="0">
                  <a:moveTo>
                    <a:pt x="3303" y="0"/>
                  </a:moveTo>
                  <a:cubicBezTo>
                    <a:pt x="1479" y="0"/>
                    <a:pt x="0" y="1038"/>
                    <a:pt x="0" y="2319"/>
                  </a:cubicBezTo>
                  <a:cubicBezTo>
                    <a:pt x="0" y="3309"/>
                    <a:pt x="1479" y="3526"/>
                    <a:pt x="3303" y="3526"/>
                  </a:cubicBezTo>
                  <a:cubicBezTo>
                    <a:pt x="5127" y="3526"/>
                    <a:pt x="6612" y="3309"/>
                    <a:pt x="6612" y="2319"/>
                  </a:cubicBezTo>
                  <a:cubicBezTo>
                    <a:pt x="6612" y="1038"/>
                    <a:pt x="5127" y="0"/>
                    <a:pt x="3303"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5" name="Google Shape;14485;p66"/>
            <p:cNvSpPr/>
            <p:nvPr/>
          </p:nvSpPr>
          <p:spPr>
            <a:xfrm>
              <a:off x="2044548" y="2937896"/>
              <a:ext cx="99805" cy="91962"/>
            </a:xfrm>
            <a:custGeom>
              <a:avLst/>
              <a:gdLst/>
              <a:ahLst/>
              <a:cxnLst/>
              <a:rect l="l" t="t" r="r" b="b"/>
              <a:pathLst>
                <a:path w="3805" h="3506" extrusionOk="0">
                  <a:moveTo>
                    <a:pt x="3310" y="0"/>
                  </a:moveTo>
                  <a:cubicBezTo>
                    <a:pt x="1479" y="0"/>
                    <a:pt x="1" y="1038"/>
                    <a:pt x="1" y="2319"/>
                  </a:cubicBezTo>
                  <a:cubicBezTo>
                    <a:pt x="1" y="3126"/>
                    <a:pt x="977" y="3417"/>
                    <a:pt x="2326" y="3506"/>
                  </a:cubicBezTo>
                  <a:cubicBezTo>
                    <a:pt x="1845" y="3316"/>
                    <a:pt x="1547" y="2990"/>
                    <a:pt x="1547" y="2461"/>
                  </a:cubicBezTo>
                  <a:cubicBezTo>
                    <a:pt x="1547" y="1227"/>
                    <a:pt x="2530" y="203"/>
                    <a:pt x="3805" y="34"/>
                  </a:cubicBezTo>
                  <a:cubicBezTo>
                    <a:pt x="3642" y="14"/>
                    <a:pt x="3472" y="0"/>
                    <a:pt x="331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6" name="Google Shape;14486;p66"/>
            <p:cNvSpPr/>
            <p:nvPr/>
          </p:nvSpPr>
          <p:spPr>
            <a:xfrm>
              <a:off x="2153219" y="2943404"/>
              <a:ext cx="47162" cy="35070"/>
            </a:xfrm>
            <a:custGeom>
              <a:avLst/>
              <a:gdLst/>
              <a:ahLst/>
              <a:cxnLst/>
              <a:rect l="l" t="t" r="r" b="b"/>
              <a:pathLst>
                <a:path w="1798" h="1337" extrusionOk="0">
                  <a:moveTo>
                    <a:pt x="523" y="0"/>
                  </a:moveTo>
                  <a:cubicBezTo>
                    <a:pt x="1" y="468"/>
                    <a:pt x="333" y="1336"/>
                    <a:pt x="1038" y="1336"/>
                  </a:cubicBezTo>
                  <a:cubicBezTo>
                    <a:pt x="1411" y="1336"/>
                    <a:pt x="1730" y="1072"/>
                    <a:pt x="1798" y="712"/>
                  </a:cubicBezTo>
                  <a:cubicBezTo>
                    <a:pt x="1425" y="380"/>
                    <a:pt x="991" y="136"/>
                    <a:pt x="523"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7" name="Google Shape;14487;p66"/>
            <p:cNvSpPr/>
            <p:nvPr/>
          </p:nvSpPr>
          <p:spPr>
            <a:xfrm>
              <a:off x="2062332" y="2943404"/>
              <a:ext cx="47162" cy="35070"/>
            </a:xfrm>
            <a:custGeom>
              <a:avLst/>
              <a:gdLst/>
              <a:ahLst/>
              <a:cxnLst/>
              <a:rect l="l" t="t" r="r" b="b"/>
              <a:pathLst>
                <a:path w="1798" h="1337" extrusionOk="0">
                  <a:moveTo>
                    <a:pt x="1276" y="0"/>
                  </a:moveTo>
                  <a:lnTo>
                    <a:pt x="1276" y="0"/>
                  </a:lnTo>
                  <a:cubicBezTo>
                    <a:pt x="801" y="136"/>
                    <a:pt x="367" y="380"/>
                    <a:pt x="1" y="712"/>
                  </a:cubicBezTo>
                  <a:cubicBezTo>
                    <a:pt x="69" y="1072"/>
                    <a:pt x="387" y="1336"/>
                    <a:pt x="760" y="1336"/>
                  </a:cubicBezTo>
                  <a:cubicBezTo>
                    <a:pt x="1459" y="1336"/>
                    <a:pt x="1798" y="468"/>
                    <a:pt x="1276"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8" name="Google Shape;14488;p66"/>
            <p:cNvSpPr/>
            <p:nvPr/>
          </p:nvSpPr>
          <p:spPr>
            <a:xfrm>
              <a:off x="2061991" y="3123027"/>
              <a:ext cx="40394" cy="40394"/>
            </a:xfrm>
            <a:custGeom>
              <a:avLst/>
              <a:gdLst/>
              <a:ahLst/>
              <a:cxnLst/>
              <a:rect l="l" t="t" r="r" b="b"/>
              <a:pathLst>
                <a:path w="1540" h="1540" extrusionOk="0">
                  <a:moveTo>
                    <a:pt x="766" y="1"/>
                  </a:moveTo>
                  <a:cubicBezTo>
                    <a:pt x="346" y="1"/>
                    <a:pt x="0" y="346"/>
                    <a:pt x="0" y="774"/>
                  </a:cubicBezTo>
                  <a:cubicBezTo>
                    <a:pt x="0" y="1194"/>
                    <a:pt x="346" y="1540"/>
                    <a:pt x="766" y="1540"/>
                  </a:cubicBezTo>
                  <a:cubicBezTo>
                    <a:pt x="1194" y="1540"/>
                    <a:pt x="1539" y="1194"/>
                    <a:pt x="1539" y="774"/>
                  </a:cubicBezTo>
                  <a:cubicBezTo>
                    <a:pt x="1539" y="346"/>
                    <a:pt x="1194" y="1"/>
                    <a:pt x="766"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9" name="Google Shape;14489;p66"/>
            <p:cNvSpPr/>
            <p:nvPr/>
          </p:nvSpPr>
          <p:spPr>
            <a:xfrm>
              <a:off x="2039407" y="3209665"/>
              <a:ext cx="38794" cy="34519"/>
            </a:xfrm>
            <a:custGeom>
              <a:avLst/>
              <a:gdLst/>
              <a:ahLst/>
              <a:cxnLst/>
              <a:rect l="l" t="t" r="r" b="b"/>
              <a:pathLst>
                <a:path w="1479" h="1316" extrusionOk="0">
                  <a:moveTo>
                    <a:pt x="646" y="0"/>
                  </a:moveTo>
                  <a:cubicBezTo>
                    <a:pt x="364" y="0"/>
                    <a:pt x="88" y="178"/>
                    <a:pt x="0" y="488"/>
                  </a:cubicBezTo>
                  <a:cubicBezTo>
                    <a:pt x="224" y="786"/>
                    <a:pt x="475" y="1064"/>
                    <a:pt x="746" y="1315"/>
                  </a:cubicBezTo>
                  <a:cubicBezTo>
                    <a:pt x="1261" y="1227"/>
                    <a:pt x="1478" y="603"/>
                    <a:pt x="1132" y="217"/>
                  </a:cubicBezTo>
                  <a:cubicBezTo>
                    <a:pt x="997" y="69"/>
                    <a:pt x="821" y="0"/>
                    <a:pt x="64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0" name="Google Shape;14490;p66"/>
            <p:cNvSpPr/>
            <p:nvPr/>
          </p:nvSpPr>
          <p:spPr>
            <a:xfrm>
              <a:off x="2015748" y="3065216"/>
              <a:ext cx="28827" cy="28853"/>
            </a:xfrm>
            <a:custGeom>
              <a:avLst/>
              <a:gdLst/>
              <a:ahLst/>
              <a:cxnLst/>
              <a:rect l="l" t="t" r="r" b="b"/>
              <a:pathLst>
                <a:path w="1099" h="1100" extrusionOk="0">
                  <a:moveTo>
                    <a:pt x="549" y="1"/>
                  </a:moveTo>
                  <a:cubicBezTo>
                    <a:pt x="244" y="1"/>
                    <a:pt x="0" y="245"/>
                    <a:pt x="0" y="550"/>
                  </a:cubicBezTo>
                  <a:cubicBezTo>
                    <a:pt x="0" y="855"/>
                    <a:pt x="244" y="1099"/>
                    <a:pt x="549" y="1099"/>
                  </a:cubicBezTo>
                  <a:cubicBezTo>
                    <a:pt x="855" y="1099"/>
                    <a:pt x="1099" y="855"/>
                    <a:pt x="1099" y="550"/>
                  </a:cubicBezTo>
                  <a:cubicBezTo>
                    <a:pt x="1099" y="245"/>
                    <a:pt x="855" y="1"/>
                    <a:pt x="54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1" name="Google Shape;14491;p66"/>
            <p:cNvSpPr/>
            <p:nvPr/>
          </p:nvSpPr>
          <p:spPr>
            <a:xfrm>
              <a:off x="2160170" y="3123027"/>
              <a:ext cx="40578" cy="40394"/>
            </a:xfrm>
            <a:custGeom>
              <a:avLst/>
              <a:gdLst/>
              <a:ahLst/>
              <a:cxnLst/>
              <a:rect l="l" t="t" r="r" b="b"/>
              <a:pathLst>
                <a:path w="1547" h="1540" extrusionOk="0">
                  <a:moveTo>
                    <a:pt x="773" y="1"/>
                  </a:moveTo>
                  <a:cubicBezTo>
                    <a:pt x="346" y="1"/>
                    <a:pt x="0" y="346"/>
                    <a:pt x="0" y="774"/>
                  </a:cubicBezTo>
                  <a:cubicBezTo>
                    <a:pt x="0" y="1194"/>
                    <a:pt x="346" y="1540"/>
                    <a:pt x="773" y="1540"/>
                  </a:cubicBezTo>
                  <a:cubicBezTo>
                    <a:pt x="1200" y="1540"/>
                    <a:pt x="1546" y="1194"/>
                    <a:pt x="1546" y="774"/>
                  </a:cubicBezTo>
                  <a:cubicBezTo>
                    <a:pt x="1546" y="346"/>
                    <a:pt x="1200" y="1"/>
                    <a:pt x="773"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2" name="Google Shape;14492;p66"/>
            <p:cNvSpPr/>
            <p:nvPr/>
          </p:nvSpPr>
          <p:spPr>
            <a:xfrm>
              <a:off x="2184354" y="3209665"/>
              <a:ext cx="38794" cy="34519"/>
            </a:xfrm>
            <a:custGeom>
              <a:avLst/>
              <a:gdLst/>
              <a:ahLst/>
              <a:cxnLst/>
              <a:rect l="l" t="t" r="r" b="b"/>
              <a:pathLst>
                <a:path w="1479" h="1316" extrusionOk="0">
                  <a:moveTo>
                    <a:pt x="839" y="0"/>
                  </a:moveTo>
                  <a:cubicBezTo>
                    <a:pt x="665" y="0"/>
                    <a:pt x="488" y="69"/>
                    <a:pt x="353" y="217"/>
                  </a:cubicBezTo>
                  <a:cubicBezTo>
                    <a:pt x="0" y="603"/>
                    <a:pt x="217" y="1227"/>
                    <a:pt x="733" y="1315"/>
                  </a:cubicBezTo>
                  <a:cubicBezTo>
                    <a:pt x="1011" y="1064"/>
                    <a:pt x="1261" y="786"/>
                    <a:pt x="1478" y="488"/>
                  </a:cubicBezTo>
                  <a:cubicBezTo>
                    <a:pt x="1395" y="178"/>
                    <a:pt x="1120" y="0"/>
                    <a:pt x="839"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3" name="Google Shape;14493;p66"/>
            <p:cNvSpPr/>
            <p:nvPr/>
          </p:nvSpPr>
          <p:spPr>
            <a:xfrm>
              <a:off x="2218138" y="3065216"/>
              <a:ext cx="28853" cy="28853"/>
            </a:xfrm>
            <a:custGeom>
              <a:avLst/>
              <a:gdLst/>
              <a:ahLst/>
              <a:cxnLst/>
              <a:rect l="l" t="t" r="r" b="b"/>
              <a:pathLst>
                <a:path w="1100" h="1100" extrusionOk="0">
                  <a:moveTo>
                    <a:pt x="550" y="1"/>
                  </a:moveTo>
                  <a:cubicBezTo>
                    <a:pt x="245" y="1"/>
                    <a:pt x="1" y="245"/>
                    <a:pt x="1" y="550"/>
                  </a:cubicBezTo>
                  <a:cubicBezTo>
                    <a:pt x="1" y="855"/>
                    <a:pt x="245" y="1099"/>
                    <a:pt x="550" y="1099"/>
                  </a:cubicBezTo>
                  <a:cubicBezTo>
                    <a:pt x="855" y="1099"/>
                    <a:pt x="1099" y="855"/>
                    <a:pt x="1099" y="550"/>
                  </a:cubicBezTo>
                  <a:cubicBezTo>
                    <a:pt x="1099" y="245"/>
                    <a:pt x="855" y="1"/>
                    <a:pt x="55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94" name="Google Shape;14494;p66"/>
          <p:cNvGrpSpPr/>
          <p:nvPr/>
        </p:nvGrpSpPr>
        <p:grpSpPr>
          <a:xfrm>
            <a:off x="1100984" y="3441461"/>
            <a:ext cx="328872" cy="370158"/>
            <a:chOff x="1128072" y="3365261"/>
            <a:chExt cx="328872" cy="370158"/>
          </a:xfrm>
        </p:grpSpPr>
        <p:sp>
          <p:nvSpPr>
            <p:cNvPr id="14495" name="Google Shape;14495;p66"/>
            <p:cNvSpPr/>
            <p:nvPr/>
          </p:nvSpPr>
          <p:spPr>
            <a:xfrm>
              <a:off x="1128072" y="3641306"/>
              <a:ext cx="23502" cy="11935"/>
            </a:xfrm>
            <a:custGeom>
              <a:avLst/>
              <a:gdLst/>
              <a:ahLst/>
              <a:cxnLst/>
              <a:rect l="l" t="t" r="r" b="b"/>
              <a:pathLst>
                <a:path w="896" h="455" extrusionOk="0">
                  <a:moveTo>
                    <a:pt x="895" y="0"/>
                  </a:moveTo>
                  <a:lnTo>
                    <a:pt x="109" y="102"/>
                  </a:lnTo>
                  <a:cubicBezTo>
                    <a:pt x="47" y="109"/>
                    <a:pt x="0" y="163"/>
                    <a:pt x="0" y="231"/>
                  </a:cubicBezTo>
                  <a:cubicBezTo>
                    <a:pt x="0" y="292"/>
                    <a:pt x="47" y="346"/>
                    <a:pt x="109" y="353"/>
                  </a:cubicBezTo>
                  <a:lnTo>
                    <a:pt x="895" y="455"/>
                  </a:lnTo>
                  <a:lnTo>
                    <a:pt x="895"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6" name="Google Shape;14496;p66"/>
            <p:cNvSpPr/>
            <p:nvPr/>
          </p:nvSpPr>
          <p:spPr>
            <a:xfrm>
              <a:off x="1128072" y="3600203"/>
              <a:ext cx="23502" cy="11777"/>
            </a:xfrm>
            <a:custGeom>
              <a:avLst/>
              <a:gdLst/>
              <a:ahLst/>
              <a:cxnLst/>
              <a:rect l="l" t="t" r="r" b="b"/>
              <a:pathLst>
                <a:path w="896" h="449" extrusionOk="0">
                  <a:moveTo>
                    <a:pt x="895" y="1"/>
                  </a:moveTo>
                  <a:lnTo>
                    <a:pt x="109" y="103"/>
                  </a:lnTo>
                  <a:cubicBezTo>
                    <a:pt x="47" y="109"/>
                    <a:pt x="0" y="164"/>
                    <a:pt x="0" y="225"/>
                  </a:cubicBezTo>
                  <a:cubicBezTo>
                    <a:pt x="0" y="293"/>
                    <a:pt x="47" y="347"/>
                    <a:pt x="109" y="354"/>
                  </a:cubicBezTo>
                  <a:lnTo>
                    <a:pt x="895" y="448"/>
                  </a:lnTo>
                  <a:lnTo>
                    <a:pt x="895"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7" name="Google Shape;14497;p66"/>
            <p:cNvSpPr/>
            <p:nvPr/>
          </p:nvSpPr>
          <p:spPr>
            <a:xfrm>
              <a:off x="1186749" y="3600203"/>
              <a:ext cx="23502" cy="11961"/>
            </a:xfrm>
            <a:custGeom>
              <a:avLst/>
              <a:gdLst/>
              <a:ahLst/>
              <a:cxnLst/>
              <a:rect l="l" t="t" r="r" b="b"/>
              <a:pathLst>
                <a:path w="896" h="456" extrusionOk="0">
                  <a:moveTo>
                    <a:pt x="1" y="1"/>
                  </a:moveTo>
                  <a:lnTo>
                    <a:pt x="1" y="455"/>
                  </a:lnTo>
                  <a:lnTo>
                    <a:pt x="780" y="354"/>
                  </a:lnTo>
                  <a:cubicBezTo>
                    <a:pt x="848" y="347"/>
                    <a:pt x="896" y="293"/>
                    <a:pt x="896" y="231"/>
                  </a:cubicBezTo>
                  <a:cubicBezTo>
                    <a:pt x="896" y="164"/>
                    <a:pt x="848" y="109"/>
                    <a:pt x="780" y="103"/>
                  </a:cubicBezTo>
                  <a:lnTo>
                    <a:pt x="1"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8" name="Google Shape;14498;p66"/>
            <p:cNvSpPr/>
            <p:nvPr/>
          </p:nvSpPr>
          <p:spPr>
            <a:xfrm>
              <a:off x="1128072" y="3559127"/>
              <a:ext cx="23502" cy="11777"/>
            </a:xfrm>
            <a:custGeom>
              <a:avLst/>
              <a:gdLst/>
              <a:ahLst/>
              <a:cxnLst/>
              <a:rect l="l" t="t" r="r" b="b"/>
              <a:pathLst>
                <a:path w="896" h="449" extrusionOk="0">
                  <a:moveTo>
                    <a:pt x="895" y="1"/>
                  </a:moveTo>
                  <a:lnTo>
                    <a:pt x="109" y="102"/>
                  </a:lnTo>
                  <a:cubicBezTo>
                    <a:pt x="47" y="109"/>
                    <a:pt x="0" y="163"/>
                    <a:pt x="0" y="224"/>
                  </a:cubicBezTo>
                  <a:cubicBezTo>
                    <a:pt x="0" y="292"/>
                    <a:pt x="47" y="346"/>
                    <a:pt x="109" y="353"/>
                  </a:cubicBezTo>
                  <a:lnTo>
                    <a:pt x="895" y="448"/>
                  </a:lnTo>
                  <a:lnTo>
                    <a:pt x="895"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9" name="Google Shape;14499;p66"/>
            <p:cNvSpPr/>
            <p:nvPr/>
          </p:nvSpPr>
          <p:spPr>
            <a:xfrm>
              <a:off x="1186749" y="3559127"/>
              <a:ext cx="23502" cy="11777"/>
            </a:xfrm>
            <a:custGeom>
              <a:avLst/>
              <a:gdLst/>
              <a:ahLst/>
              <a:cxnLst/>
              <a:rect l="l" t="t" r="r" b="b"/>
              <a:pathLst>
                <a:path w="896" h="449" extrusionOk="0">
                  <a:moveTo>
                    <a:pt x="1" y="1"/>
                  </a:moveTo>
                  <a:lnTo>
                    <a:pt x="1" y="448"/>
                  </a:lnTo>
                  <a:lnTo>
                    <a:pt x="780" y="353"/>
                  </a:lnTo>
                  <a:cubicBezTo>
                    <a:pt x="848" y="346"/>
                    <a:pt x="896" y="292"/>
                    <a:pt x="896" y="224"/>
                  </a:cubicBezTo>
                  <a:cubicBezTo>
                    <a:pt x="896" y="163"/>
                    <a:pt x="848" y="109"/>
                    <a:pt x="780" y="102"/>
                  </a:cubicBezTo>
                  <a:lnTo>
                    <a:pt x="1"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0" name="Google Shape;14500;p66"/>
            <p:cNvSpPr/>
            <p:nvPr/>
          </p:nvSpPr>
          <p:spPr>
            <a:xfrm>
              <a:off x="1128072" y="3518051"/>
              <a:ext cx="23502" cy="11751"/>
            </a:xfrm>
            <a:custGeom>
              <a:avLst/>
              <a:gdLst/>
              <a:ahLst/>
              <a:cxnLst/>
              <a:rect l="l" t="t" r="r" b="b"/>
              <a:pathLst>
                <a:path w="896" h="448" extrusionOk="0">
                  <a:moveTo>
                    <a:pt x="895" y="0"/>
                  </a:moveTo>
                  <a:lnTo>
                    <a:pt x="109" y="102"/>
                  </a:lnTo>
                  <a:cubicBezTo>
                    <a:pt x="47" y="109"/>
                    <a:pt x="0" y="163"/>
                    <a:pt x="0" y="224"/>
                  </a:cubicBezTo>
                  <a:cubicBezTo>
                    <a:pt x="0" y="285"/>
                    <a:pt x="47" y="339"/>
                    <a:pt x="109" y="353"/>
                  </a:cubicBezTo>
                  <a:lnTo>
                    <a:pt x="895" y="448"/>
                  </a:lnTo>
                  <a:lnTo>
                    <a:pt x="895"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1" name="Google Shape;14501;p66"/>
            <p:cNvSpPr/>
            <p:nvPr/>
          </p:nvSpPr>
          <p:spPr>
            <a:xfrm>
              <a:off x="1186749" y="3518051"/>
              <a:ext cx="23502" cy="11751"/>
            </a:xfrm>
            <a:custGeom>
              <a:avLst/>
              <a:gdLst/>
              <a:ahLst/>
              <a:cxnLst/>
              <a:rect l="l" t="t" r="r" b="b"/>
              <a:pathLst>
                <a:path w="896" h="448" extrusionOk="0">
                  <a:moveTo>
                    <a:pt x="1" y="0"/>
                  </a:moveTo>
                  <a:lnTo>
                    <a:pt x="1" y="448"/>
                  </a:lnTo>
                  <a:lnTo>
                    <a:pt x="780" y="353"/>
                  </a:lnTo>
                  <a:cubicBezTo>
                    <a:pt x="848" y="346"/>
                    <a:pt x="896" y="292"/>
                    <a:pt x="896" y="224"/>
                  </a:cubicBezTo>
                  <a:cubicBezTo>
                    <a:pt x="896" y="163"/>
                    <a:pt x="848" y="109"/>
                    <a:pt x="780" y="102"/>
                  </a:cubicBezTo>
                  <a:lnTo>
                    <a:pt x="1"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2" name="Google Shape;14502;p66"/>
            <p:cNvSpPr/>
            <p:nvPr/>
          </p:nvSpPr>
          <p:spPr>
            <a:xfrm>
              <a:off x="1163273" y="3476975"/>
              <a:ext cx="11777" cy="23502"/>
            </a:xfrm>
            <a:custGeom>
              <a:avLst/>
              <a:gdLst/>
              <a:ahLst/>
              <a:cxnLst/>
              <a:rect l="l" t="t" r="r" b="b"/>
              <a:pathLst>
                <a:path w="449" h="896" extrusionOk="0">
                  <a:moveTo>
                    <a:pt x="224" y="0"/>
                  </a:moveTo>
                  <a:cubicBezTo>
                    <a:pt x="157" y="0"/>
                    <a:pt x="102" y="47"/>
                    <a:pt x="96" y="108"/>
                  </a:cubicBezTo>
                  <a:lnTo>
                    <a:pt x="1" y="895"/>
                  </a:lnTo>
                  <a:lnTo>
                    <a:pt x="448" y="895"/>
                  </a:lnTo>
                  <a:lnTo>
                    <a:pt x="346" y="108"/>
                  </a:lnTo>
                  <a:cubicBezTo>
                    <a:pt x="340" y="47"/>
                    <a:pt x="285" y="0"/>
                    <a:pt x="224"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3" name="Google Shape;14503;p66"/>
            <p:cNvSpPr/>
            <p:nvPr/>
          </p:nvSpPr>
          <p:spPr>
            <a:xfrm>
              <a:off x="1374739" y="3512176"/>
              <a:ext cx="23502" cy="11777"/>
            </a:xfrm>
            <a:custGeom>
              <a:avLst/>
              <a:gdLst/>
              <a:ahLst/>
              <a:cxnLst/>
              <a:rect l="l" t="t" r="r" b="b"/>
              <a:pathLst>
                <a:path w="896" h="449" extrusionOk="0">
                  <a:moveTo>
                    <a:pt x="896" y="1"/>
                  </a:moveTo>
                  <a:lnTo>
                    <a:pt x="116" y="95"/>
                  </a:lnTo>
                  <a:cubicBezTo>
                    <a:pt x="48" y="109"/>
                    <a:pt x="1" y="163"/>
                    <a:pt x="1" y="224"/>
                  </a:cubicBezTo>
                  <a:cubicBezTo>
                    <a:pt x="1" y="285"/>
                    <a:pt x="48" y="340"/>
                    <a:pt x="116" y="353"/>
                  </a:cubicBezTo>
                  <a:lnTo>
                    <a:pt x="896" y="448"/>
                  </a:lnTo>
                  <a:lnTo>
                    <a:pt x="896"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4" name="Google Shape;14504;p66"/>
            <p:cNvSpPr/>
            <p:nvPr/>
          </p:nvSpPr>
          <p:spPr>
            <a:xfrm>
              <a:off x="1433442" y="3512176"/>
              <a:ext cx="23502" cy="11777"/>
            </a:xfrm>
            <a:custGeom>
              <a:avLst/>
              <a:gdLst/>
              <a:ahLst/>
              <a:cxnLst/>
              <a:rect l="l" t="t" r="r" b="b"/>
              <a:pathLst>
                <a:path w="896" h="449" extrusionOk="0">
                  <a:moveTo>
                    <a:pt x="0" y="1"/>
                  </a:moveTo>
                  <a:lnTo>
                    <a:pt x="0" y="448"/>
                  </a:lnTo>
                  <a:lnTo>
                    <a:pt x="787" y="353"/>
                  </a:lnTo>
                  <a:cubicBezTo>
                    <a:pt x="848" y="346"/>
                    <a:pt x="895" y="292"/>
                    <a:pt x="895" y="224"/>
                  </a:cubicBezTo>
                  <a:cubicBezTo>
                    <a:pt x="895" y="163"/>
                    <a:pt x="848" y="109"/>
                    <a:pt x="787" y="102"/>
                  </a:cubicBezTo>
                  <a:lnTo>
                    <a:pt x="0"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5" name="Google Shape;14505;p66"/>
            <p:cNvSpPr/>
            <p:nvPr/>
          </p:nvSpPr>
          <p:spPr>
            <a:xfrm>
              <a:off x="1433442" y="3553252"/>
              <a:ext cx="23502" cy="11777"/>
            </a:xfrm>
            <a:custGeom>
              <a:avLst/>
              <a:gdLst/>
              <a:ahLst/>
              <a:cxnLst/>
              <a:rect l="l" t="t" r="r" b="b"/>
              <a:pathLst>
                <a:path w="896" h="449" extrusionOk="0">
                  <a:moveTo>
                    <a:pt x="0" y="1"/>
                  </a:moveTo>
                  <a:lnTo>
                    <a:pt x="0" y="448"/>
                  </a:lnTo>
                  <a:lnTo>
                    <a:pt x="787" y="353"/>
                  </a:lnTo>
                  <a:cubicBezTo>
                    <a:pt x="848" y="347"/>
                    <a:pt x="895" y="292"/>
                    <a:pt x="895" y="225"/>
                  </a:cubicBezTo>
                  <a:cubicBezTo>
                    <a:pt x="895" y="164"/>
                    <a:pt x="848" y="109"/>
                    <a:pt x="787" y="103"/>
                  </a:cubicBezTo>
                  <a:lnTo>
                    <a:pt x="0"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6" name="Google Shape;14506;p66"/>
            <p:cNvSpPr/>
            <p:nvPr/>
          </p:nvSpPr>
          <p:spPr>
            <a:xfrm>
              <a:off x="1374739" y="3471099"/>
              <a:ext cx="23502" cy="11751"/>
            </a:xfrm>
            <a:custGeom>
              <a:avLst/>
              <a:gdLst/>
              <a:ahLst/>
              <a:cxnLst/>
              <a:rect l="l" t="t" r="r" b="b"/>
              <a:pathLst>
                <a:path w="896" h="448" extrusionOk="0">
                  <a:moveTo>
                    <a:pt x="896" y="0"/>
                  </a:moveTo>
                  <a:lnTo>
                    <a:pt x="116" y="95"/>
                  </a:lnTo>
                  <a:cubicBezTo>
                    <a:pt x="48" y="102"/>
                    <a:pt x="1" y="156"/>
                    <a:pt x="1" y="224"/>
                  </a:cubicBezTo>
                  <a:cubicBezTo>
                    <a:pt x="1" y="285"/>
                    <a:pt x="48" y="339"/>
                    <a:pt x="116" y="346"/>
                  </a:cubicBezTo>
                  <a:lnTo>
                    <a:pt x="896" y="448"/>
                  </a:lnTo>
                  <a:lnTo>
                    <a:pt x="896"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7" name="Google Shape;14507;p66"/>
            <p:cNvSpPr/>
            <p:nvPr/>
          </p:nvSpPr>
          <p:spPr>
            <a:xfrm>
              <a:off x="1433442" y="3471099"/>
              <a:ext cx="23502" cy="11751"/>
            </a:xfrm>
            <a:custGeom>
              <a:avLst/>
              <a:gdLst/>
              <a:ahLst/>
              <a:cxnLst/>
              <a:rect l="l" t="t" r="r" b="b"/>
              <a:pathLst>
                <a:path w="896" h="448" extrusionOk="0">
                  <a:moveTo>
                    <a:pt x="0" y="0"/>
                  </a:moveTo>
                  <a:lnTo>
                    <a:pt x="0" y="448"/>
                  </a:lnTo>
                  <a:lnTo>
                    <a:pt x="787" y="346"/>
                  </a:lnTo>
                  <a:cubicBezTo>
                    <a:pt x="848" y="339"/>
                    <a:pt x="895" y="285"/>
                    <a:pt x="895" y="224"/>
                  </a:cubicBezTo>
                  <a:cubicBezTo>
                    <a:pt x="895" y="156"/>
                    <a:pt x="848" y="102"/>
                    <a:pt x="787" y="95"/>
                  </a:cubicBezTo>
                  <a:lnTo>
                    <a:pt x="0"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8" name="Google Shape;14508;p66"/>
            <p:cNvSpPr/>
            <p:nvPr/>
          </p:nvSpPr>
          <p:spPr>
            <a:xfrm>
              <a:off x="1409966" y="3429997"/>
              <a:ext cx="11751" cy="23502"/>
            </a:xfrm>
            <a:custGeom>
              <a:avLst/>
              <a:gdLst/>
              <a:ahLst/>
              <a:cxnLst/>
              <a:rect l="l" t="t" r="r" b="b"/>
              <a:pathLst>
                <a:path w="448" h="896" extrusionOk="0">
                  <a:moveTo>
                    <a:pt x="224" y="1"/>
                  </a:moveTo>
                  <a:cubicBezTo>
                    <a:pt x="156" y="1"/>
                    <a:pt x="102" y="48"/>
                    <a:pt x="95" y="109"/>
                  </a:cubicBezTo>
                  <a:lnTo>
                    <a:pt x="0" y="896"/>
                  </a:lnTo>
                  <a:lnTo>
                    <a:pt x="448" y="896"/>
                  </a:lnTo>
                  <a:lnTo>
                    <a:pt x="353" y="109"/>
                  </a:lnTo>
                  <a:cubicBezTo>
                    <a:pt x="339" y="48"/>
                    <a:pt x="285"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9" name="Google Shape;14509;p66"/>
            <p:cNvSpPr/>
            <p:nvPr/>
          </p:nvSpPr>
          <p:spPr>
            <a:xfrm>
              <a:off x="1210225" y="3582603"/>
              <a:ext cx="29378" cy="11777"/>
            </a:xfrm>
            <a:custGeom>
              <a:avLst/>
              <a:gdLst/>
              <a:ahLst/>
              <a:cxnLst/>
              <a:rect l="l" t="t" r="r" b="b"/>
              <a:pathLst>
                <a:path w="1120" h="449" extrusionOk="0">
                  <a:moveTo>
                    <a:pt x="1119" y="1"/>
                  </a:moveTo>
                  <a:lnTo>
                    <a:pt x="116" y="102"/>
                  </a:lnTo>
                  <a:cubicBezTo>
                    <a:pt x="48" y="109"/>
                    <a:pt x="1" y="163"/>
                    <a:pt x="1" y="224"/>
                  </a:cubicBezTo>
                  <a:cubicBezTo>
                    <a:pt x="1" y="292"/>
                    <a:pt x="48" y="346"/>
                    <a:pt x="116" y="353"/>
                  </a:cubicBezTo>
                  <a:lnTo>
                    <a:pt x="1119" y="448"/>
                  </a:lnTo>
                  <a:lnTo>
                    <a:pt x="1119"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0" name="Google Shape;14510;p66"/>
            <p:cNvSpPr/>
            <p:nvPr/>
          </p:nvSpPr>
          <p:spPr>
            <a:xfrm>
              <a:off x="1210225" y="3535651"/>
              <a:ext cx="29378" cy="11777"/>
            </a:xfrm>
            <a:custGeom>
              <a:avLst/>
              <a:gdLst/>
              <a:ahLst/>
              <a:cxnLst/>
              <a:rect l="l" t="t" r="r" b="b"/>
              <a:pathLst>
                <a:path w="1120" h="449" extrusionOk="0">
                  <a:moveTo>
                    <a:pt x="1119" y="1"/>
                  </a:moveTo>
                  <a:lnTo>
                    <a:pt x="116" y="102"/>
                  </a:lnTo>
                  <a:cubicBezTo>
                    <a:pt x="48" y="109"/>
                    <a:pt x="1" y="163"/>
                    <a:pt x="1" y="224"/>
                  </a:cubicBezTo>
                  <a:cubicBezTo>
                    <a:pt x="1" y="285"/>
                    <a:pt x="48" y="340"/>
                    <a:pt x="116" y="346"/>
                  </a:cubicBezTo>
                  <a:lnTo>
                    <a:pt x="1119" y="448"/>
                  </a:lnTo>
                  <a:lnTo>
                    <a:pt x="1119"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1" name="Google Shape;14511;p66"/>
            <p:cNvSpPr/>
            <p:nvPr/>
          </p:nvSpPr>
          <p:spPr>
            <a:xfrm>
              <a:off x="1345230" y="3676690"/>
              <a:ext cx="29535" cy="11777"/>
            </a:xfrm>
            <a:custGeom>
              <a:avLst/>
              <a:gdLst/>
              <a:ahLst/>
              <a:cxnLst/>
              <a:rect l="l" t="t" r="r" b="b"/>
              <a:pathLst>
                <a:path w="1126" h="449" extrusionOk="0">
                  <a:moveTo>
                    <a:pt x="0" y="1"/>
                  </a:moveTo>
                  <a:lnTo>
                    <a:pt x="0" y="448"/>
                  </a:lnTo>
                  <a:lnTo>
                    <a:pt x="1011" y="346"/>
                  </a:lnTo>
                  <a:cubicBezTo>
                    <a:pt x="1072" y="340"/>
                    <a:pt x="1119" y="285"/>
                    <a:pt x="1126" y="224"/>
                  </a:cubicBezTo>
                  <a:cubicBezTo>
                    <a:pt x="1119" y="157"/>
                    <a:pt x="1072" y="109"/>
                    <a:pt x="1011" y="102"/>
                  </a:cubicBezTo>
                  <a:lnTo>
                    <a:pt x="0"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2" name="Google Shape;14512;p66"/>
            <p:cNvSpPr/>
            <p:nvPr/>
          </p:nvSpPr>
          <p:spPr>
            <a:xfrm>
              <a:off x="1345230" y="3629738"/>
              <a:ext cx="29535" cy="11777"/>
            </a:xfrm>
            <a:custGeom>
              <a:avLst/>
              <a:gdLst/>
              <a:ahLst/>
              <a:cxnLst/>
              <a:rect l="l" t="t" r="r" b="b"/>
              <a:pathLst>
                <a:path w="1126" h="449" extrusionOk="0">
                  <a:moveTo>
                    <a:pt x="0" y="1"/>
                  </a:moveTo>
                  <a:lnTo>
                    <a:pt x="0" y="448"/>
                  </a:lnTo>
                  <a:lnTo>
                    <a:pt x="1011" y="346"/>
                  </a:lnTo>
                  <a:cubicBezTo>
                    <a:pt x="1072" y="340"/>
                    <a:pt x="1119" y="285"/>
                    <a:pt x="1126" y="224"/>
                  </a:cubicBezTo>
                  <a:cubicBezTo>
                    <a:pt x="1119" y="156"/>
                    <a:pt x="1072" y="102"/>
                    <a:pt x="1011" y="95"/>
                  </a:cubicBezTo>
                  <a:lnTo>
                    <a:pt x="0"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3" name="Google Shape;14513;p66"/>
            <p:cNvSpPr/>
            <p:nvPr/>
          </p:nvSpPr>
          <p:spPr>
            <a:xfrm>
              <a:off x="1210225" y="3488700"/>
              <a:ext cx="29378" cy="11777"/>
            </a:xfrm>
            <a:custGeom>
              <a:avLst/>
              <a:gdLst/>
              <a:ahLst/>
              <a:cxnLst/>
              <a:rect l="l" t="t" r="r" b="b"/>
              <a:pathLst>
                <a:path w="1120" h="449" extrusionOk="0">
                  <a:moveTo>
                    <a:pt x="1119" y="1"/>
                  </a:moveTo>
                  <a:lnTo>
                    <a:pt x="116" y="102"/>
                  </a:lnTo>
                  <a:cubicBezTo>
                    <a:pt x="48" y="109"/>
                    <a:pt x="1" y="163"/>
                    <a:pt x="1" y="224"/>
                  </a:cubicBezTo>
                  <a:cubicBezTo>
                    <a:pt x="1" y="285"/>
                    <a:pt x="48" y="340"/>
                    <a:pt x="116" y="346"/>
                  </a:cubicBezTo>
                  <a:lnTo>
                    <a:pt x="1119" y="448"/>
                  </a:lnTo>
                  <a:lnTo>
                    <a:pt x="1119"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4" name="Google Shape;14514;p66"/>
            <p:cNvSpPr/>
            <p:nvPr/>
          </p:nvSpPr>
          <p:spPr>
            <a:xfrm>
              <a:off x="1345230" y="3488700"/>
              <a:ext cx="29535" cy="11777"/>
            </a:xfrm>
            <a:custGeom>
              <a:avLst/>
              <a:gdLst/>
              <a:ahLst/>
              <a:cxnLst/>
              <a:rect l="l" t="t" r="r" b="b"/>
              <a:pathLst>
                <a:path w="1126" h="449" extrusionOk="0">
                  <a:moveTo>
                    <a:pt x="0" y="1"/>
                  </a:moveTo>
                  <a:lnTo>
                    <a:pt x="0" y="448"/>
                  </a:lnTo>
                  <a:lnTo>
                    <a:pt x="1011" y="346"/>
                  </a:lnTo>
                  <a:cubicBezTo>
                    <a:pt x="1072" y="340"/>
                    <a:pt x="1119" y="285"/>
                    <a:pt x="1126" y="224"/>
                  </a:cubicBezTo>
                  <a:cubicBezTo>
                    <a:pt x="1119" y="163"/>
                    <a:pt x="1072" y="109"/>
                    <a:pt x="1011" y="102"/>
                  </a:cubicBezTo>
                  <a:lnTo>
                    <a:pt x="0" y="1"/>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5" name="Google Shape;14515;p66"/>
            <p:cNvSpPr/>
            <p:nvPr/>
          </p:nvSpPr>
          <p:spPr>
            <a:xfrm>
              <a:off x="1210225" y="3441748"/>
              <a:ext cx="29378" cy="11751"/>
            </a:xfrm>
            <a:custGeom>
              <a:avLst/>
              <a:gdLst/>
              <a:ahLst/>
              <a:cxnLst/>
              <a:rect l="l" t="t" r="r" b="b"/>
              <a:pathLst>
                <a:path w="1120" h="448" extrusionOk="0">
                  <a:moveTo>
                    <a:pt x="1119" y="0"/>
                  </a:moveTo>
                  <a:lnTo>
                    <a:pt x="116" y="102"/>
                  </a:lnTo>
                  <a:cubicBezTo>
                    <a:pt x="48" y="109"/>
                    <a:pt x="1" y="163"/>
                    <a:pt x="1" y="224"/>
                  </a:cubicBezTo>
                  <a:cubicBezTo>
                    <a:pt x="1" y="285"/>
                    <a:pt x="48" y="339"/>
                    <a:pt x="116" y="346"/>
                  </a:cubicBezTo>
                  <a:lnTo>
                    <a:pt x="1119" y="448"/>
                  </a:lnTo>
                  <a:lnTo>
                    <a:pt x="1119"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6" name="Google Shape;14516;p66"/>
            <p:cNvSpPr/>
            <p:nvPr/>
          </p:nvSpPr>
          <p:spPr>
            <a:xfrm>
              <a:off x="1286528" y="3365261"/>
              <a:ext cx="11777" cy="29561"/>
            </a:xfrm>
            <a:custGeom>
              <a:avLst/>
              <a:gdLst/>
              <a:ahLst/>
              <a:cxnLst/>
              <a:rect l="l" t="t" r="r" b="b"/>
              <a:pathLst>
                <a:path w="449" h="1127" extrusionOk="0">
                  <a:moveTo>
                    <a:pt x="224" y="1"/>
                  </a:moveTo>
                  <a:cubicBezTo>
                    <a:pt x="163" y="1"/>
                    <a:pt x="109" y="48"/>
                    <a:pt x="102" y="116"/>
                  </a:cubicBezTo>
                  <a:lnTo>
                    <a:pt x="1" y="1126"/>
                  </a:lnTo>
                  <a:lnTo>
                    <a:pt x="448" y="1126"/>
                  </a:lnTo>
                  <a:lnTo>
                    <a:pt x="346" y="116"/>
                  </a:lnTo>
                  <a:cubicBezTo>
                    <a:pt x="340" y="48"/>
                    <a:pt x="285"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7" name="Google Shape;14517;p66"/>
            <p:cNvSpPr/>
            <p:nvPr/>
          </p:nvSpPr>
          <p:spPr>
            <a:xfrm>
              <a:off x="1233359" y="3388685"/>
              <a:ext cx="26335" cy="26046"/>
            </a:xfrm>
            <a:custGeom>
              <a:avLst/>
              <a:gdLst/>
              <a:ahLst/>
              <a:cxnLst/>
              <a:rect l="l" t="t" r="r" b="b"/>
              <a:pathLst>
                <a:path w="1004" h="993" extrusionOk="0">
                  <a:moveTo>
                    <a:pt x="136" y="0"/>
                  </a:moveTo>
                  <a:cubicBezTo>
                    <a:pt x="104" y="0"/>
                    <a:pt x="72" y="12"/>
                    <a:pt x="48" y="37"/>
                  </a:cubicBezTo>
                  <a:cubicBezTo>
                    <a:pt x="0" y="84"/>
                    <a:pt x="0" y="159"/>
                    <a:pt x="41" y="206"/>
                  </a:cubicBezTo>
                  <a:lnTo>
                    <a:pt x="685" y="993"/>
                  </a:lnTo>
                  <a:lnTo>
                    <a:pt x="1004" y="674"/>
                  </a:lnTo>
                  <a:lnTo>
                    <a:pt x="217" y="30"/>
                  </a:lnTo>
                  <a:cubicBezTo>
                    <a:pt x="194" y="10"/>
                    <a:pt x="165" y="0"/>
                    <a:pt x="136"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8" name="Google Shape;14518;p66"/>
            <p:cNvSpPr/>
            <p:nvPr/>
          </p:nvSpPr>
          <p:spPr>
            <a:xfrm>
              <a:off x="1325296" y="3388685"/>
              <a:ext cx="26361" cy="26046"/>
            </a:xfrm>
            <a:custGeom>
              <a:avLst/>
              <a:gdLst/>
              <a:ahLst/>
              <a:cxnLst/>
              <a:rect l="l" t="t" r="r" b="b"/>
              <a:pathLst>
                <a:path w="1005" h="993" extrusionOk="0">
                  <a:moveTo>
                    <a:pt x="862" y="0"/>
                  </a:moveTo>
                  <a:cubicBezTo>
                    <a:pt x="832" y="0"/>
                    <a:pt x="803" y="10"/>
                    <a:pt x="781" y="30"/>
                  </a:cubicBezTo>
                  <a:lnTo>
                    <a:pt x="1" y="674"/>
                  </a:lnTo>
                  <a:lnTo>
                    <a:pt x="319" y="993"/>
                  </a:lnTo>
                  <a:lnTo>
                    <a:pt x="957" y="206"/>
                  </a:lnTo>
                  <a:cubicBezTo>
                    <a:pt x="1004" y="159"/>
                    <a:pt x="998" y="84"/>
                    <a:pt x="950" y="37"/>
                  </a:cubicBezTo>
                  <a:cubicBezTo>
                    <a:pt x="925" y="12"/>
                    <a:pt x="893" y="0"/>
                    <a:pt x="862"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19" name="Google Shape;14519;p66"/>
            <p:cNvSpPr/>
            <p:nvPr/>
          </p:nvSpPr>
          <p:spPr>
            <a:xfrm>
              <a:off x="1345230" y="3441748"/>
              <a:ext cx="29535" cy="11751"/>
            </a:xfrm>
            <a:custGeom>
              <a:avLst/>
              <a:gdLst/>
              <a:ahLst/>
              <a:cxnLst/>
              <a:rect l="l" t="t" r="r" b="b"/>
              <a:pathLst>
                <a:path w="1126" h="448" extrusionOk="0">
                  <a:moveTo>
                    <a:pt x="0" y="0"/>
                  </a:moveTo>
                  <a:lnTo>
                    <a:pt x="0" y="448"/>
                  </a:lnTo>
                  <a:lnTo>
                    <a:pt x="1011" y="346"/>
                  </a:lnTo>
                  <a:cubicBezTo>
                    <a:pt x="1072" y="339"/>
                    <a:pt x="1119" y="285"/>
                    <a:pt x="1126" y="224"/>
                  </a:cubicBezTo>
                  <a:cubicBezTo>
                    <a:pt x="1119" y="156"/>
                    <a:pt x="1072" y="109"/>
                    <a:pt x="1011" y="102"/>
                  </a:cubicBezTo>
                  <a:lnTo>
                    <a:pt x="0" y="0"/>
                  </a:ln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0" name="Google Shape;14520;p66"/>
            <p:cNvSpPr/>
            <p:nvPr/>
          </p:nvSpPr>
          <p:spPr>
            <a:xfrm>
              <a:off x="1233700" y="3388816"/>
              <a:ext cx="205643" cy="346603"/>
            </a:xfrm>
            <a:custGeom>
              <a:avLst/>
              <a:gdLst/>
              <a:ahLst/>
              <a:cxnLst/>
              <a:rect l="l" t="t" r="r" b="b"/>
              <a:pathLst>
                <a:path w="7840" h="13214" extrusionOk="0">
                  <a:moveTo>
                    <a:pt x="2233" y="0"/>
                  </a:moveTo>
                  <a:cubicBezTo>
                    <a:pt x="2186" y="0"/>
                    <a:pt x="2138" y="2"/>
                    <a:pt x="2089" y="5"/>
                  </a:cubicBezTo>
                  <a:cubicBezTo>
                    <a:pt x="903" y="86"/>
                    <a:pt x="1" y="1123"/>
                    <a:pt x="1" y="2317"/>
                  </a:cubicBezTo>
                  <a:lnTo>
                    <a:pt x="1" y="12766"/>
                  </a:lnTo>
                  <a:cubicBezTo>
                    <a:pt x="1" y="13010"/>
                    <a:pt x="204" y="13213"/>
                    <a:pt x="448" y="13213"/>
                  </a:cubicBezTo>
                  <a:lnTo>
                    <a:pt x="4028" y="13213"/>
                  </a:lnTo>
                  <a:cubicBezTo>
                    <a:pt x="4279" y="13213"/>
                    <a:pt x="4476" y="13010"/>
                    <a:pt x="4476" y="12766"/>
                  </a:cubicBezTo>
                  <a:lnTo>
                    <a:pt x="4476" y="7836"/>
                  </a:lnTo>
                  <a:cubicBezTo>
                    <a:pt x="4476" y="7714"/>
                    <a:pt x="4578" y="7612"/>
                    <a:pt x="4700" y="7612"/>
                  </a:cubicBezTo>
                  <a:lnTo>
                    <a:pt x="6273" y="7612"/>
                  </a:lnTo>
                  <a:cubicBezTo>
                    <a:pt x="7134" y="7612"/>
                    <a:pt x="7839" y="6914"/>
                    <a:pt x="7839" y="6046"/>
                  </a:cubicBezTo>
                  <a:lnTo>
                    <a:pt x="7839" y="3137"/>
                  </a:lnTo>
                  <a:cubicBezTo>
                    <a:pt x="7839" y="2636"/>
                    <a:pt x="7425" y="2238"/>
                    <a:pt x="6938" y="2238"/>
                  </a:cubicBezTo>
                  <a:cubicBezTo>
                    <a:pt x="6911" y="2238"/>
                    <a:pt x="6883" y="2240"/>
                    <a:pt x="6856" y="2242"/>
                  </a:cubicBezTo>
                  <a:cubicBezTo>
                    <a:pt x="6388" y="2303"/>
                    <a:pt x="6036" y="2703"/>
                    <a:pt x="6049" y="3178"/>
                  </a:cubicBezTo>
                  <a:lnTo>
                    <a:pt x="6049" y="5382"/>
                  </a:lnTo>
                  <a:cubicBezTo>
                    <a:pt x="6049" y="5626"/>
                    <a:pt x="5846" y="5829"/>
                    <a:pt x="5602" y="5829"/>
                  </a:cubicBezTo>
                  <a:lnTo>
                    <a:pt x="4707" y="5829"/>
                  </a:lnTo>
                  <a:cubicBezTo>
                    <a:pt x="4578" y="5829"/>
                    <a:pt x="4483" y="5727"/>
                    <a:pt x="4483" y="5605"/>
                  </a:cubicBezTo>
                  <a:lnTo>
                    <a:pt x="4483" y="2242"/>
                  </a:lnTo>
                  <a:cubicBezTo>
                    <a:pt x="4476" y="995"/>
                    <a:pt x="3464" y="0"/>
                    <a:pt x="223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1" name="Google Shape;14521;p66"/>
            <p:cNvSpPr/>
            <p:nvPr/>
          </p:nvSpPr>
          <p:spPr>
            <a:xfrm>
              <a:off x="1145489" y="3388816"/>
              <a:ext cx="164724" cy="346603"/>
            </a:xfrm>
            <a:custGeom>
              <a:avLst/>
              <a:gdLst/>
              <a:ahLst/>
              <a:cxnLst/>
              <a:rect l="l" t="t" r="r" b="b"/>
              <a:pathLst>
                <a:path w="6280" h="13214" extrusionOk="0">
                  <a:moveTo>
                    <a:pt x="5591" y="1"/>
                  </a:moveTo>
                  <a:cubicBezTo>
                    <a:pt x="5413" y="1"/>
                    <a:pt x="5235" y="22"/>
                    <a:pt x="5059" y="66"/>
                  </a:cubicBezTo>
                  <a:cubicBezTo>
                    <a:pt x="4042" y="317"/>
                    <a:pt x="3364" y="1273"/>
                    <a:pt x="3364" y="2317"/>
                  </a:cubicBezTo>
                  <a:lnTo>
                    <a:pt x="3364" y="9186"/>
                  </a:lnTo>
                  <a:cubicBezTo>
                    <a:pt x="3364" y="9308"/>
                    <a:pt x="3269" y="9409"/>
                    <a:pt x="3140" y="9409"/>
                  </a:cubicBezTo>
                  <a:lnTo>
                    <a:pt x="2245" y="9409"/>
                  </a:lnTo>
                  <a:cubicBezTo>
                    <a:pt x="1994" y="9409"/>
                    <a:pt x="1797" y="9206"/>
                    <a:pt x="1797" y="8962"/>
                  </a:cubicBezTo>
                  <a:lnTo>
                    <a:pt x="1797" y="4968"/>
                  </a:lnTo>
                  <a:cubicBezTo>
                    <a:pt x="1804" y="4493"/>
                    <a:pt x="1452" y="4093"/>
                    <a:pt x="984" y="4032"/>
                  </a:cubicBezTo>
                  <a:cubicBezTo>
                    <a:pt x="956" y="4030"/>
                    <a:pt x="929" y="4029"/>
                    <a:pt x="902" y="4029"/>
                  </a:cubicBezTo>
                  <a:cubicBezTo>
                    <a:pt x="414" y="4029"/>
                    <a:pt x="1" y="4426"/>
                    <a:pt x="1" y="4927"/>
                  </a:cubicBezTo>
                  <a:lnTo>
                    <a:pt x="1" y="9626"/>
                  </a:lnTo>
                  <a:cubicBezTo>
                    <a:pt x="1" y="10494"/>
                    <a:pt x="706" y="11193"/>
                    <a:pt x="1567" y="11193"/>
                  </a:cubicBezTo>
                  <a:lnTo>
                    <a:pt x="3140" y="11193"/>
                  </a:lnTo>
                  <a:cubicBezTo>
                    <a:pt x="3262" y="11193"/>
                    <a:pt x="3364" y="11294"/>
                    <a:pt x="3364" y="11416"/>
                  </a:cubicBezTo>
                  <a:lnTo>
                    <a:pt x="3364" y="12766"/>
                  </a:lnTo>
                  <a:cubicBezTo>
                    <a:pt x="3364" y="13010"/>
                    <a:pt x="3560" y="13213"/>
                    <a:pt x="3811" y="13213"/>
                  </a:cubicBezTo>
                  <a:lnTo>
                    <a:pt x="5154" y="13213"/>
                  </a:lnTo>
                  <a:cubicBezTo>
                    <a:pt x="4903" y="13213"/>
                    <a:pt x="4706" y="13010"/>
                    <a:pt x="4706" y="12766"/>
                  </a:cubicBezTo>
                  <a:lnTo>
                    <a:pt x="4706" y="2317"/>
                  </a:lnTo>
                  <a:cubicBezTo>
                    <a:pt x="4706" y="1306"/>
                    <a:pt x="5357" y="405"/>
                    <a:pt x="6279" y="106"/>
                  </a:cubicBezTo>
                  <a:cubicBezTo>
                    <a:pt x="6056" y="37"/>
                    <a:pt x="5824" y="1"/>
                    <a:pt x="559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2" name="Google Shape;14522;p66"/>
            <p:cNvSpPr/>
            <p:nvPr/>
          </p:nvSpPr>
          <p:spPr>
            <a:xfrm>
              <a:off x="1175024" y="3495283"/>
              <a:ext cx="29351" cy="140173"/>
            </a:xfrm>
            <a:custGeom>
              <a:avLst/>
              <a:gdLst/>
              <a:ahLst/>
              <a:cxnLst/>
              <a:rect l="l" t="t" r="r" b="b"/>
              <a:pathLst>
                <a:path w="1119" h="5344" extrusionOk="0">
                  <a:moveTo>
                    <a:pt x="0" y="0"/>
                  </a:moveTo>
                  <a:lnTo>
                    <a:pt x="0" y="4672"/>
                  </a:lnTo>
                  <a:cubicBezTo>
                    <a:pt x="0" y="5045"/>
                    <a:pt x="298" y="5343"/>
                    <a:pt x="671" y="5343"/>
                  </a:cubicBezTo>
                  <a:lnTo>
                    <a:pt x="1119" y="5343"/>
                  </a:lnTo>
                  <a:cubicBezTo>
                    <a:pt x="868" y="5343"/>
                    <a:pt x="671" y="5147"/>
                    <a:pt x="671" y="4903"/>
                  </a:cubicBezTo>
                  <a:lnTo>
                    <a:pt x="671" y="868"/>
                  </a:lnTo>
                  <a:cubicBezTo>
                    <a:pt x="671" y="461"/>
                    <a:pt x="393" y="102"/>
                    <a:pt x="0"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3" name="Google Shape;14523;p66"/>
            <p:cNvSpPr/>
            <p:nvPr/>
          </p:nvSpPr>
          <p:spPr>
            <a:xfrm>
              <a:off x="1286528" y="3435872"/>
              <a:ext cx="11777" cy="17627"/>
            </a:xfrm>
            <a:custGeom>
              <a:avLst/>
              <a:gdLst/>
              <a:ahLst/>
              <a:cxnLst/>
              <a:rect l="l" t="t" r="r" b="b"/>
              <a:pathLst>
                <a:path w="449" h="672" extrusionOk="0">
                  <a:moveTo>
                    <a:pt x="224" y="1"/>
                  </a:moveTo>
                  <a:cubicBezTo>
                    <a:pt x="112" y="1"/>
                    <a:pt x="1" y="75"/>
                    <a:pt x="1" y="224"/>
                  </a:cubicBezTo>
                  <a:lnTo>
                    <a:pt x="1" y="448"/>
                  </a:lnTo>
                  <a:cubicBezTo>
                    <a:pt x="1" y="570"/>
                    <a:pt x="102"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4" name="Google Shape;14524;p66"/>
            <p:cNvSpPr/>
            <p:nvPr/>
          </p:nvSpPr>
          <p:spPr>
            <a:xfrm>
              <a:off x="1286528" y="3482824"/>
              <a:ext cx="11777" cy="17653"/>
            </a:xfrm>
            <a:custGeom>
              <a:avLst/>
              <a:gdLst/>
              <a:ahLst/>
              <a:cxnLst/>
              <a:rect l="l" t="t" r="r" b="b"/>
              <a:pathLst>
                <a:path w="449" h="673" extrusionOk="0">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5" name="Google Shape;14525;p66"/>
            <p:cNvSpPr/>
            <p:nvPr/>
          </p:nvSpPr>
          <p:spPr>
            <a:xfrm>
              <a:off x="1163273" y="3518051"/>
              <a:ext cx="11777" cy="17627"/>
            </a:xfrm>
            <a:custGeom>
              <a:avLst/>
              <a:gdLst/>
              <a:ahLst/>
              <a:cxnLst/>
              <a:rect l="l" t="t" r="r" b="b"/>
              <a:pathLst>
                <a:path w="449" h="672" extrusionOk="0">
                  <a:moveTo>
                    <a:pt x="224" y="0"/>
                  </a:moveTo>
                  <a:cubicBezTo>
                    <a:pt x="112" y="0"/>
                    <a:pt x="1" y="75"/>
                    <a:pt x="1" y="224"/>
                  </a:cubicBezTo>
                  <a:lnTo>
                    <a:pt x="1" y="448"/>
                  </a:lnTo>
                  <a:cubicBezTo>
                    <a:pt x="1" y="570"/>
                    <a:pt x="96" y="672"/>
                    <a:pt x="224" y="672"/>
                  </a:cubicBezTo>
                  <a:cubicBezTo>
                    <a:pt x="346" y="672"/>
                    <a:pt x="448" y="570"/>
                    <a:pt x="448" y="448"/>
                  </a:cubicBezTo>
                  <a:lnTo>
                    <a:pt x="448" y="224"/>
                  </a:lnTo>
                  <a:cubicBezTo>
                    <a:pt x="448" y="75"/>
                    <a:pt x="336" y="0"/>
                    <a:pt x="224"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6" name="Google Shape;14526;p66"/>
            <p:cNvSpPr/>
            <p:nvPr/>
          </p:nvSpPr>
          <p:spPr>
            <a:xfrm>
              <a:off x="1163273" y="3559127"/>
              <a:ext cx="11777" cy="17627"/>
            </a:xfrm>
            <a:custGeom>
              <a:avLst/>
              <a:gdLst/>
              <a:ahLst/>
              <a:cxnLst/>
              <a:rect l="l" t="t" r="r" b="b"/>
              <a:pathLst>
                <a:path w="449" h="672" extrusionOk="0">
                  <a:moveTo>
                    <a:pt x="224" y="1"/>
                  </a:moveTo>
                  <a:cubicBezTo>
                    <a:pt x="112" y="1"/>
                    <a:pt x="1" y="75"/>
                    <a:pt x="1" y="224"/>
                  </a:cubicBezTo>
                  <a:lnTo>
                    <a:pt x="1" y="448"/>
                  </a:lnTo>
                  <a:cubicBezTo>
                    <a:pt x="1" y="570"/>
                    <a:pt x="96"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7" name="Google Shape;14527;p66"/>
            <p:cNvSpPr/>
            <p:nvPr/>
          </p:nvSpPr>
          <p:spPr>
            <a:xfrm>
              <a:off x="1163273" y="3600387"/>
              <a:ext cx="11777" cy="17627"/>
            </a:xfrm>
            <a:custGeom>
              <a:avLst/>
              <a:gdLst/>
              <a:ahLst/>
              <a:cxnLst/>
              <a:rect l="l" t="t" r="r" b="b"/>
              <a:pathLst>
                <a:path w="449" h="672" extrusionOk="0">
                  <a:moveTo>
                    <a:pt x="224" y="1"/>
                  </a:moveTo>
                  <a:cubicBezTo>
                    <a:pt x="112" y="1"/>
                    <a:pt x="1" y="75"/>
                    <a:pt x="1" y="224"/>
                  </a:cubicBezTo>
                  <a:lnTo>
                    <a:pt x="1" y="448"/>
                  </a:lnTo>
                  <a:cubicBezTo>
                    <a:pt x="1" y="570"/>
                    <a:pt x="96"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8" name="Google Shape;14528;p66"/>
            <p:cNvSpPr/>
            <p:nvPr/>
          </p:nvSpPr>
          <p:spPr>
            <a:xfrm>
              <a:off x="1165109" y="3637581"/>
              <a:ext cx="19882" cy="16368"/>
            </a:xfrm>
            <a:custGeom>
              <a:avLst/>
              <a:gdLst/>
              <a:ahLst/>
              <a:cxnLst/>
              <a:rect l="l" t="t" r="r" b="b"/>
              <a:pathLst>
                <a:path w="758" h="624" extrusionOk="0">
                  <a:moveTo>
                    <a:pt x="321" y="1"/>
                  </a:moveTo>
                  <a:cubicBezTo>
                    <a:pt x="153" y="1"/>
                    <a:pt x="1" y="206"/>
                    <a:pt x="148" y="373"/>
                  </a:cubicBezTo>
                  <a:lnTo>
                    <a:pt x="297" y="542"/>
                  </a:lnTo>
                  <a:cubicBezTo>
                    <a:pt x="337" y="590"/>
                    <a:pt x="398" y="624"/>
                    <a:pt x="466" y="624"/>
                  </a:cubicBezTo>
                  <a:cubicBezTo>
                    <a:pt x="656" y="624"/>
                    <a:pt x="758" y="393"/>
                    <a:pt x="636" y="251"/>
                  </a:cubicBezTo>
                  <a:lnTo>
                    <a:pt x="487" y="81"/>
                  </a:lnTo>
                  <a:cubicBezTo>
                    <a:pt x="437" y="25"/>
                    <a:pt x="378" y="1"/>
                    <a:pt x="321"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29" name="Google Shape;14529;p66"/>
            <p:cNvSpPr/>
            <p:nvPr/>
          </p:nvSpPr>
          <p:spPr>
            <a:xfrm>
              <a:off x="1196532" y="3653214"/>
              <a:ext cx="21377" cy="11777"/>
            </a:xfrm>
            <a:custGeom>
              <a:avLst/>
              <a:gdLst/>
              <a:ahLst/>
              <a:cxnLst/>
              <a:rect l="l" t="t" r="r" b="b"/>
              <a:pathLst>
                <a:path w="815" h="449" extrusionOk="0">
                  <a:moveTo>
                    <a:pt x="299" y="1"/>
                  </a:moveTo>
                  <a:cubicBezTo>
                    <a:pt x="1" y="1"/>
                    <a:pt x="1" y="448"/>
                    <a:pt x="299" y="448"/>
                  </a:cubicBezTo>
                  <a:lnTo>
                    <a:pt x="516" y="448"/>
                  </a:lnTo>
                  <a:cubicBezTo>
                    <a:pt x="814" y="448"/>
                    <a:pt x="814" y="1"/>
                    <a:pt x="516"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0" name="Google Shape;14530;p66"/>
            <p:cNvSpPr/>
            <p:nvPr/>
          </p:nvSpPr>
          <p:spPr>
            <a:xfrm>
              <a:off x="1286528" y="3529776"/>
              <a:ext cx="11777" cy="17653"/>
            </a:xfrm>
            <a:custGeom>
              <a:avLst/>
              <a:gdLst/>
              <a:ahLst/>
              <a:cxnLst/>
              <a:rect l="l" t="t" r="r" b="b"/>
              <a:pathLst>
                <a:path w="449" h="673" extrusionOk="0">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1" name="Google Shape;14531;p66"/>
            <p:cNvSpPr/>
            <p:nvPr/>
          </p:nvSpPr>
          <p:spPr>
            <a:xfrm>
              <a:off x="1286528" y="3576728"/>
              <a:ext cx="11777" cy="17653"/>
            </a:xfrm>
            <a:custGeom>
              <a:avLst/>
              <a:gdLst/>
              <a:ahLst/>
              <a:cxnLst/>
              <a:rect l="l" t="t" r="r" b="b"/>
              <a:pathLst>
                <a:path w="449" h="673" extrusionOk="0">
                  <a:moveTo>
                    <a:pt x="224" y="1"/>
                  </a:moveTo>
                  <a:cubicBezTo>
                    <a:pt x="112" y="1"/>
                    <a:pt x="1" y="75"/>
                    <a:pt x="1" y="225"/>
                  </a:cubicBezTo>
                  <a:lnTo>
                    <a:pt x="1" y="448"/>
                  </a:lnTo>
                  <a:cubicBezTo>
                    <a:pt x="1" y="577"/>
                    <a:pt x="102" y="672"/>
                    <a:pt x="224" y="672"/>
                  </a:cubicBezTo>
                  <a:cubicBezTo>
                    <a:pt x="346" y="672"/>
                    <a:pt x="448" y="577"/>
                    <a:pt x="448" y="448"/>
                  </a:cubicBezTo>
                  <a:lnTo>
                    <a:pt x="448" y="225"/>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2" name="Google Shape;14532;p66"/>
            <p:cNvSpPr/>
            <p:nvPr/>
          </p:nvSpPr>
          <p:spPr>
            <a:xfrm>
              <a:off x="1286528" y="3623863"/>
              <a:ext cx="11777" cy="17653"/>
            </a:xfrm>
            <a:custGeom>
              <a:avLst/>
              <a:gdLst/>
              <a:ahLst/>
              <a:cxnLst/>
              <a:rect l="l" t="t" r="r" b="b"/>
              <a:pathLst>
                <a:path w="449" h="673" extrusionOk="0">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3" name="Google Shape;14533;p66"/>
            <p:cNvSpPr/>
            <p:nvPr/>
          </p:nvSpPr>
          <p:spPr>
            <a:xfrm>
              <a:off x="1286528" y="3670815"/>
              <a:ext cx="11777" cy="17653"/>
            </a:xfrm>
            <a:custGeom>
              <a:avLst/>
              <a:gdLst/>
              <a:ahLst/>
              <a:cxnLst/>
              <a:rect l="l" t="t" r="r" b="b"/>
              <a:pathLst>
                <a:path w="449" h="673" extrusionOk="0">
                  <a:moveTo>
                    <a:pt x="224" y="1"/>
                  </a:moveTo>
                  <a:cubicBezTo>
                    <a:pt x="112" y="1"/>
                    <a:pt x="1" y="75"/>
                    <a:pt x="1" y="225"/>
                  </a:cubicBezTo>
                  <a:lnTo>
                    <a:pt x="1" y="448"/>
                  </a:lnTo>
                  <a:cubicBezTo>
                    <a:pt x="1" y="570"/>
                    <a:pt x="102" y="672"/>
                    <a:pt x="224" y="672"/>
                  </a:cubicBezTo>
                  <a:cubicBezTo>
                    <a:pt x="346" y="672"/>
                    <a:pt x="448" y="570"/>
                    <a:pt x="448" y="448"/>
                  </a:cubicBezTo>
                  <a:lnTo>
                    <a:pt x="448" y="225"/>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4" name="Google Shape;14534;p66"/>
            <p:cNvSpPr/>
            <p:nvPr/>
          </p:nvSpPr>
          <p:spPr>
            <a:xfrm>
              <a:off x="1380615" y="3448332"/>
              <a:ext cx="29378" cy="93221"/>
            </a:xfrm>
            <a:custGeom>
              <a:avLst/>
              <a:gdLst/>
              <a:ahLst/>
              <a:cxnLst/>
              <a:rect l="l" t="t" r="r" b="b"/>
              <a:pathLst>
                <a:path w="1120" h="3554" extrusionOk="0">
                  <a:moveTo>
                    <a:pt x="1119" y="0"/>
                  </a:moveTo>
                  <a:cubicBezTo>
                    <a:pt x="726" y="102"/>
                    <a:pt x="448" y="455"/>
                    <a:pt x="448" y="861"/>
                  </a:cubicBezTo>
                  <a:lnTo>
                    <a:pt x="448" y="3106"/>
                  </a:lnTo>
                  <a:cubicBezTo>
                    <a:pt x="448" y="3350"/>
                    <a:pt x="245" y="3553"/>
                    <a:pt x="1" y="3553"/>
                  </a:cubicBezTo>
                  <a:lnTo>
                    <a:pt x="448" y="3553"/>
                  </a:lnTo>
                  <a:cubicBezTo>
                    <a:pt x="814" y="3553"/>
                    <a:pt x="1113" y="3255"/>
                    <a:pt x="1119" y="2882"/>
                  </a:cubicBezTo>
                  <a:lnTo>
                    <a:pt x="1119" y="0"/>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5" name="Google Shape;14535;p66"/>
            <p:cNvSpPr/>
            <p:nvPr/>
          </p:nvSpPr>
          <p:spPr>
            <a:xfrm>
              <a:off x="1409966" y="3471099"/>
              <a:ext cx="11751" cy="17627"/>
            </a:xfrm>
            <a:custGeom>
              <a:avLst/>
              <a:gdLst/>
              <a:ahLst/>
              <a:cxnLst/>
              <a:rect l="l" t="t" r="r" b="b"/>
              <a:pathLst>
                <a:path w="448" h="672" extrusionOk="0">
                  <a:moveTo>
                    <a:pt x="224" y="0"/>
                  </a:moveTo>
                  <a:cubicBezTo>
                    <a:pt x="112" y="0"/>
                    <a:pt x="0" y="75"/>
                    <a:pt x="0" y="224"/>
                  </a:cubicBezTo>
                  <a:lnTo>
                    <a:pt x="0" y="448"/>
                  </a:lnTo>
                  <a:cubicBezTo>
                    <a:pt x="0" y="570"/>
                    <a:pt x="102" y="672"/>
                    <a:pt x="224" y="672"/>
                  </a:cubicBezTo>
                  <a:cubicBezTo>
                    <a:pt x="346" y="672"/>
                    <a:pt x="448" y="570"/>
                    <a:pt x="448" y="448"/>
                  </a:cubicBezTo>
                  <a:lnTo>
                    <a:pt x="448" y="224"/>
                  </a:lnTo>
                  <a:cubicBezTo>
                    <a:pt x="448" y="75"/>
                    <a:pt x="336" y="0"/>
                    <a:pt x="224" y="0"/>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6" name="Google Shape;14536;p66"/>
            <p:cNvSpPr/>
            <p:nvPr/>
          </p:nvSpPr>
          <p:spPr>
            <a:xfrm>
              <a:off x="1409966" y="3512176"/>
              <a:ext cx="11751" cy="17627"/>
            </a:xfrm>
            <a:custGeom>
              <a:avLst/>
              <a:gdLst/>
              <a:ahLst/>
              <a:cxnLst/>
              <a:rect l="l" t="t" r="r" b="b"/>
              <a:pathLst>
                <a:path w="448" h="672" extrusionOk="0">
                  <a:moveTo>
                    <a:pt x="224" y="1"/>
                  </a:moveTo>
                  <a:cubicBezTo>
                    <a:pt x="112" y="1"/>
                    <a:pt x="0" y="75"/>
                    <a:pt x="0" y="224"/>
                  </a:cubicBezTo>
                  <a:lnTo>
                    <a:pt x="0" y="448"/>
                  </a:lnTo>
                  <a:cubicBezTo>
                    <a:pt x="0" y="570"/>
                    <a:pt x="102" y="672"/>
                    <a:pt x="224" y="672"/>
                  </a:cubicBezTo>
                  <a:cubicBezTo>
                    <a:pt x="346" y="672"/>
                    <a:pt x="448" y="570"/>
                    <a:pt x="448" y="448"/>
                  </a:cubicBezTo>
                  <a:lnTo>
                    <a:pt x="448" y="224"/>
                  </a:lnTo>
                  <a:cubicBezTo>
                    <a:pt x="448" y="75"/>
                    <a:pt x="336" y="1"/>
                    <a:pt x="224"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7" name="Google Shape;14537;p66"/>
            <p:cNvSpPr/>
            <p:nvPr/>
          </p:nvSpPr>
          <p:spPr>
            <a:xfrm>
              <a:off x="1368706" y="3559127"/>
              <a:ext cx="19594" cy="11777"/>
            </a:xfrm>
            <a:custGeom>
              <a:avLst/>
              <a:gdLst/>
              <a:ahLst/>
              <a:cxnLst/>
              <a:rect l="l" t="t" r="r" b="b"/>
              <a:pathLst>
                <a:path w="747" h="449" extrusionOk="0">
                  <a:moveTo>
                    <a:pt x="231" y="1"/>
                  </a:moveTo>
                  <a:cubicBezTo>
                    <a:pt x="102" y="1"/>
                    <a:pt x="0" y="102"/>
                    <a:pt x="7" y="224"/>
                  </a:cubicBezTo>
                  <a:cubicBezTo>
                    <a:pt x="7" y="346"/>
                    <a:pt x="102" y="448"/>
                    <a:pt x="231" y="448"/>
                  </a:cubicBezTo>
                  <a:lnTo>
                    <a:pt x="448" y="448"/>
                  </a:lnTo>
                  <a:cubicBezTo>
                    <a:pt x="746" y="448"/>
                    <a:pt x="746" y="1"/>
                    <a:pt x="448"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8" name="Google Shape;14538;p66"/>
            <p:cNvSpPr/>
            <p:nvPr/>
          </p:nvSpPr>
          <p:spPr>
            <a:xfrm>
              <a:off x="1399815" y="3547691"/>
              <a:ext cx="19017" cy="16053"/>
            </a:xfrm>
            <a:custGeom>
              <a:avLst/>
              <a:gdLst/>
              <a:ahLst/>
              <a:cxnLst/>
              <a:rect l="l" t="t" r="r" b="b"/>
              <a:pathLst>
                <a:path w="725" h="612" extrusionOk="0">
                  <a:moveTo>
                    <a:pt x="405" y="1"/>
                  </a:moveTo>
                  <a:cubicBezTo>
                    <a:pt x="351" y="1"/>
                    <a:pt x="296" y="21"/>
                    <a:pt x="245" y="70"/>
                  </a:cubicBezTo>
                  <a:lnTo>
                    <a:pt x="89" y="226"/>
                  </a:lnTo>
                  <a:cubicBezTo>
                    <a:pt x="1" y="315"/>
                    <a:pt x="1" y="457"/>
                    <a:pt x="89" y="545"/>
                  </a:cubicBezTo>
                  <a:cubicBezTo>
                    <a:pt x="133" y="589"/>
                    <a:pt x="191" y="611"/>
                    <a:pt x="248" y="611"/>
                  </a:cubicBezTo>
                  <a:cubicBezTo>
                    <a:pt x="306" y="611"/>
                    <a:pt x="364" y="589"/>
                    <a:pt x="408" y="545"/>
                  </a:cubicBezTo>
                  <a:lnTo>
                    <a:pt x="564" y="389"/>
                  </a:lnTo>
                  <a:cubicBezTo>
                    <a:pt x="725" y="223"/>
                    <a:pt x="579" y="1"/>
                    <a:pt x="405" y="1"/>
                  </a:cubicBezTo>
                  <a:close/>
                </a:path>
              </a:pathLst>
            </a:custGeom>
            <a:solidFill>
              <a:srgbClr val="93A7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39" name="Google Shape;14539;p66"/>
          <p:cNvGrpSpPr/>
          <p:nvPr/>
        </p:nvGrpSpPr>
        <p:grpSpPr>
          <a:xfrm>
            <a:off x="5749779" y="1591381"/>
            <a:ext cx="370866" cy="364151"/>
            <a:chOff x="5776868" y="1515181"/>
            <a:chExt cx="370866" cy="364151"/>
          </a:xfrm>
        </p:grpSpPr>
        <p:sp>
          <p:nvSpPr>
            <p:cNvPr id="14540" name="Google Shape;14540;p66"/>
            <p:cNvSpPr/>
            <p:nvPr/>
          </p:nvSpPr>
          <p:spPr>
            <a:xfrm>
              <a:off x="5776868" y="1515181"/>
              <a:ext cx="176213" cy="156147"/>
            </a:xfrm>
            <a:custGeom>
              <a:avLst/>
              <a:gdLst/>
              <a:ahLst/>
              <a:cxnLst/>
              <a:rect l="l" t="t" r="r" b="b"/>
              <a:pathLst>
                <a:path w="6718" h="5953" extrusionOk="0">
                  <a:moveTo>
                    <a:pt x="2004" y="1"/>
                  </a:moveTo>
                  <a:cubicBezTo>
                    <a:pt x="1894" y="1"/>
                    <a:pt x="1784" y="73"/>
                    <a:pt x="1784" y="219"/>
                  </a:cubicBezTo>
                  <a:cubicBezTo>
                    <a:pt x="1784" y="674"/>
                    <a:pt x="1716" y="1935"/>
                    <a:pt x="1411" y="2464"/>
                  </a:cubicBezTo>
                  <a:cubicBezTo>
                    <a:pt x="367" y="1596"/>
                    <a:pt x="455" y="524"/>
                    <a:pt x="462" y="463"/>
                  </a:cubicBezTo>
                  <a:cubicBezTo>
                    <a:pt x="473" y="309"/>
                    <a:pt x="355" y="225"/>
                    <a:pt x="237" y="225"/>
                  </a:cubicBezTo>
                  <a:cubicBezTo>
                    <a:pt x="138" y="225"/>
                    <a:pt x="40" y="285"/>
                    <a:pt x="21" y="416"/>
                  </a:cubicBezTo>
                  <a:cubicBezTo>
                    <a:pt x="1" y="823"/>
                    <a:pt x="75" y="1230"/>
                    <a:pt x="238" y="1609"/>
                  </a:cubicBezTo>
                  <a:cubicBezTo>
                    <a:pt x="482" y="2199"/>
                    <a:pt x="1052" y="3006"/>
                    <a:pt x="2367" y="3508"/>
                  </a:cubicBezTo>
                  <a:cubicBezTo>
                    <a:pt x="5134" y="4572"/>
                    <a:pt x="6232" y="5854"/>
                    <a:pt x="6239" y="5867"/>
                  </a:cubicBezTo>
                  <a:cubicBezTo>
                    <a:pt x="6289" y="5928"/>
                    <a:pt x="6349" y="5953"/>
                    <a:pt x="6407" y="5953"/>
                  </a:cubicBezTo>
                  <a:cubicBezTo>
                    <a:pt x="6570" y="5953"/>
                    <a:pt x="6718" y="5755"/>
                    <a:pt x="6578" y="5589"/>
                  </a:cubicBezTo>
                  <a:cubicBezTo>
                    <a:pt x="6544" y="5549"/>
                    <a:pt x="5900" y="4789"/>
                    <a:pt x="4367" y="3949"/>
                  </a:cubicBezTo>
                  <a:lnTo>
                    <a:pt x="4177" y="3765"/>
                  </a:lnTo>
                  <a:cubicBezTo>
                    <a:pt x="3974" y="3501"/>
                    <a:pt x="3798" y="3264"/>
                    <a:pt x="3662" y="3033"/>
                  </a:cubicBezTo>
                  <a:cubicBezTo>
                    <a:pt x="4042" y="2803"/>
                    <a:pt x="4367" y="2484"/>
                    <a:pt x="4611" y="2104"/>
                  </a:cubicBezTo>
                  <a:cubicBezTo>
                    <a:pt x="4726" y="1932"/>
                    <a:pt x="4577" y="1759"/>
                    <a:pt x="4422" y="1759"/>
                  </a:cubicBezTo>
                  <a:cubicBezTo>
                    <a:pt x="4358" y="1759"/>
                    <a:pt x="4293" y="1789"/>
                    <a:pt x="4245" y="1860"/>
                  </a:cubicBezTo>
                  <a:cubicBezTo>
                    <a:pt x="4042" y="2172"/>
                    <a:pt x="3777" y="2436"/>
                    <a:pt x="3465" y="2640"/>
                  </a:cubicBezTo>
                  <a:cubicBezTo>
                    <a:pt x="3323" y="2274"/>
                    <a:pt x="3316" y="1867"/>
                    <a:pt x="3445" y="1494"/>
                  </a:cubicBezTo>
                  <a:cubicBezTo>
                    <a:pt x="3499" y="1324"/>
                    <a:pt x="3360" y="1207"/>
                    <a:pt x="3226" y="1207"/>
                  </a:cubicBezTo>
                  <a:cubicBezTo>
                    <a:pt x="3140" y="1207"/>
                    <a:pt x="3056" y="1254"/>
                    <a:pt x="3025" y="1365"/>
                  </a:cubicBezTo>
                  <a:cubicBezTo>
                    <a:pt x="2747" y="2247"/>
                    <a:pt x="2991" y="2850"/>
                    <a:pt x="3418" y="3474"/>
                  </a:cubicBezTo>
                  <a:cubicBezTo>
                    <a:pt x="3140" y="3345"/>
                    <a:pt x="2842" y="3223"/>
                    <a:pt x="2523" y="3101"/>
                  </a:cubicBezTo>
                  <a:cubicBezTo>
                    <a:pt x="2259" y="2999"/>
                    <a:pt x="2008" y="2870"/>
                    <a:pt x="1770" y="2728"/>
                  </a:cubicBezTo>
                  <a:cubicBezTo>
                    <a:pt x="2218" y="1996"/>
                    <a:pt x="2225" y="294"/>
                    <a:pt x="2225" y="219"/>
                  </a:cubicBezTo>
                  <a:cubicBezTo>
                    <a:pt x="2225" y="73"/>
                    <a:pt x="2114" y="1"/>
                    <a:pt x="2004"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1" name="Google Shape;14541;p66"/>
            <p:cNvSpPr/>
            <p:nvPr/>
          </p:nvSpPr>
          <p:spPr>
            <a:xfrm>
              <a:off x="5971494" y="1515181"/>
              <a:ext cx="176239" cy="156147"/>
            </a:xfrm>
            <a:custGeom>
              <a:avLst/>
              <a:gdLst/>
              <a:ahLst/>
              <a:cxnLst/>
              <a:rect l="l" t="t" r="r" b="b"/>
              <a:pathLst>
                <a:path w="6719" h="5953" extrusionOk="0">
                  <a:moveTo>
                    <a:pt x="4715" y="1"/>
                  </a:moveTo>
                  <a:cubicBezTo>
                    <a:pt x="4604" y="1"/>
                    <a:pt x="4494" y="73"/>
                    <a:pt x="4494" y="219"/>
                  </a:cubicBezTo>
                  <a:cubicBezTo>
                    <a:pt x="4494" y="294"/>
                    <a:pt x="4501" y="1996"/>
                    <a:pt x="4948" y="2721"/>
                  </a:cubicBezTo>
                  <a:cubicBezTo>
                    <a:pt x="4711" y="2870"/>
                    <a:pt x="4460" y="2999"/>
                    <a:pt x="4196" y="3101"/>
                  </a:cubicBezTo>
                  <a:cubicBezTo>
                    <a:pt x="3877" y="3223"/>
                    <a:pt x="3579" y="3345"/>
                    <a:pt x="3301" y="3474"/>
                  </a:cubicBezTo>
                  <a:cubicBezTo>
                    <a:pt x="3728" y="2850"/>
                    <a:pt x="3972" y="2247"/>
                    <a:pt x="3694" y="1365"/>
                  </a:cubicBezTo>
                  <a:cubicBezTo>
                    <a:pt x="3662" y="1253"/>
                    <a:pt x="3577" y="1205"/>
                    <a:pt x="3491" y="1205"/>
                  </a:cubicBezTo>
                  <a:cubicBezTo>
                    <a:pt x="3357" y="1205"/>
                    <a:pt x="3220" y="1321"/>
                    <a:pt x="3274" y="1494"/>
                  </a:cubicBezTo>
                  <a:cubicBezTo>
                    <a:pt x="3402" y="1867"/>
                    <a:pt x="3396" y="2274"/>
                    <a:pt x="3253" y="2640"/>
                  </a:cubicBezTo>
                  <a:cubicBezTo>
                    <a:pt x="2941" y="2436"/>
                    <a:pt x="2677" y="2172"/>
                    <a:pt x="2474" y="1860"/>
                  </a:cubicBezTo>
                  <a:cubicBezTo>
                    <a:pt x="2426" y="1789"/>
                    <a:pt x="2361" y="1759"/>
                    <a:pt x="2297" y="1759"/>
                  </a:cubicBezTo>
                  <a:cubicBezTo>
                    <a:pt x="2142" y="1759"/>
                    <a:pt x="1992" y="1932"/>
                    <a:pt x="2107" y="2104"/>
                  </a:cubicBezTo>
                  <a:cubicBezTo>
                    <a:pt x="2351" y="2484"/>
                    <a:pt x="2677" y="2796"/>
                    <a:pt x="3057" y="3033"/>
                  </a:cubicBezTo>
                  <a:cubicBezTo>
                    <a:pt x="2921" y="3264"/>
                    <a:pt x="2745" y="3501"/>
                    <a:pt x="2541" y="3765"/>
                  </a:cubicBezTo>
                  <a:lnTo>
                    <a:pt x="2351" y="3949"/>
                  </a:lnTo>
                  <a:cubicBezTo>
                    <a:pt x="819" y="4789"/>
                    <a:pt x="175" y="5549"/>
                    <a:pt x="141" y="5589"/>
                  </a:cubicBezTo>
                  <a:cubicBezTo>
                    <a:pt x="1" y="5755"/>
                    <a:pt x="149" y="5953"/>
                    <a:pt x="312" y="5953"/>
                  </a:cubicBezTo>
                  <a:cubicBezTo>
                    <a:pt x="370" y="5953"/>
                    <a:pt x="430" y="5928"/>
                    <a:pt x="480" y="5867"/>
                  </a:cubicBezTo>
                  <a:cubicBezTo>
                    <a:pt x="487" y="5861"/>
                    <a:pt x="1585" y="4572"/>
                    <a:pt x="4352" y="3508"/>
                  </a:cubicBezTo>
                  <a:cubicBezTo>
                    <a:pt x="5667" y="2999"/>
                    <a:pt x="6237" y="2192"/>
                    <a:pt x="6481" y="1609"/>
                  </a:cubicBezTo>
                  <a:cubicBezTo>
                    <a:pt x="6644" y="1230"/>
                    <a:pt x="6718" y="823"/>
                    <a:pt x="6698" y="416"/>
                  </a:cubicBezTo>
                  <a:cubicBezTo>
                    <a:pt x="6679" y="285"/>
                    <a:pt x="6581" y="225"/>
                    <a:pt x="6481" y="225"/>
                  </a:cubicBezTo>
                  <a:cubicBezTo>
                    <a:pt x="6364" y="225"/>
                    <a:pt x="6246" y="309"/>
                    <a:pt x="6257" y="463"/>
                  </a:cubicBezTo>
                  <a:cubicBezTo>
                    <a:pt x="6264" y="524"/>
                    <a:pt x="6352" y="1596"/>
                    <a:pt x="5308" y="2464"/>
                  </a:cubicBezTo>
                  <a:cubicBezTo>
                    <a:pt x="5003" y="1935"/>
                    <a:pt x="4935" y="674"/>
                    <a:pt x="4935" y="219"/>
                  </a:cubicBezTo>
                  <a:cubicBezTo>
                    <a:pt x="4935" y="73"/>
                    <a:pt x="4825" y="1"/>
                    <a:pt x="4715"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2" name="Google Shape;14542;p66"/>
            <p:cNvSpPr/>
            <p:nvPr/>
          </p:nvSpPr>
          <p:spPr>
            <a:xfrm>
              <a:off x="5818180" y="1637360"/>
              <a:ext cx="97969" cy="62873"/>
            </a:xfrm>
            <a:custGeom>
              <a:avLst/>
              <a:gdLst/>
              <a:ahLst/>
              <a:cxnLst/>
              <a:rect l="l" t="t" r="r" b="b"/>
              <a:pathLst>
                <a:path w="3735" h="2397" extrusionOk="0">
                  <a:moveTo>
                    <a:pt x="227" y="0"/>
                  </a:moveTo>
                  <a:cubicBezTo>
                    <a:pt x="104" y="0"/>
                    <a:pt x="1" y="114"/>
                    <a:pt x="26" y="240"/>
                  </a:cubicBezTo>
                  <a:cubicBezTo>
                    <a:pt x="161" y="857"/>
                    <a:pt x="677" y="2308"/>
                    <a:pt x="2630" y="2396"/>
                  </a:cubicBezTo>
                  <a:lnTo>
                    <a:pt x="3735" y="1291"/>
                  </a:lnTo>
                  <a:cubicBezTo>
                    <a:pt x="3735" y="1291"/>
                    <a:pt x="1918" y="240"/>
                    <a:pt x="256" y="3"/>
                  </a:cubicBezTo>
                  <a:cubicBezTo>
                    <a:pt x="246" y="1"/>
                    <a:pt x="236" y="0"/>
                    <a:pt x="227"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3" name="Google Shape;14543;p66"/>
            <p:cNvSpPr/>
            <p:nvPr/>
          </p:nvSpPr>
          <p:spPr>
            <a:xfrm>
              <a:off x="5821327" y="1637360"/>
              <a:ext cx="94821" cy="52906"/>
            </a:xfrm>
            <a:custGeom>
              <a:avLst/>
              <a:gdLst/>
              <a:ahLst/>
              <a:cxnLst/>
              <a:rect l="l" t="t" r="r" b="b"/>
              <a:pathLst>
                <a:path w="3615" h="2017" extrusionOk="0">
                  <a:moveTo>
                    <a:pt x="109" y="0"/>
                  </a:moveTo>
                  <a:cubicBezTo>
                    <a:pt x="71" y="0"/>
                    <a:pt x="32" y="9"/>
                    <a:pt x="1" y="30"/>
                  </a:cubicBezTo>
                  <a:cubicBezTo>
                    <a:pt x="435" y="220"/>
                    <a:pt x="1798" y="884"/>
                    <a:pt x="2883" y="2016"/>
                  </a:cubicBezTo>
                  <a:lnTo>
                    <a:pt x="3615" y="1291"/>
                  </a:lnTo>
                  <a:cubicBezTo>
                    <a:pt x="3615" y="1291"/>
                    <a:pt x="1804" y="233"/>
                    <a:pt x="143" y="3"/>
                  </a:cubicBezTo>
                  <a:cubicBezTo>
                    <a:pt x="132" y="1"/>
                    <a:pt x="120" y="0"/>
                    <a:pt x="109" y="0"/>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4" name="Google Shape;14544;p66"/>
            <p:cNvSpPr/>
            <p:nvPr/>
          </p:nvSpPr>
          <p:spPr>
            <a:xfrm>
              <a:off x="6008610" y="1637360"/>
              <a:ext cx="97812" cy="62873"/>
            </a:xfrm>
            <a:custGeom>
              <a:avLst/>
              <a:gdLst/>
              <a:ahLst/>
              <a:cxnLst/>
              <a:rect l="l" t="t" r="r" b="b"/>
              <a:pathLst>
                <a:path w="3729" h="2397" extrusionOk="0">
                  <a:moveTo>
                    <a:pt x="3502" y="0"/>
                  </a:moveTo>
                  <a:cubicBezTo>
                    <a:pt x="3492" y="0"/>
                    <a:pt x="3482" y="1"/>
                    <a:pt x="3472" y="3"/>
                  </a:cubicBezTo>
                  <a:cubicBezTo>
                    <a:pt x="1811" y="240"/>
                    <a:pt x="1" y="1291"/>
                    <a:pt x="1" y="1291"/>
                  </a:cubicBezTo>
                  <a:lnTo>
                    <a:pt x="1099" y="2396"/>
                  </a:lnTo>
                  <a:cubicBezTo>
                    <a:pt x="3052" y="2308"/>
                    <a:pt x="3567" y="857"/>
                    <a:pt x="3703" y="240"/>
                  </a:cubicBezTo>
                  <a:cubicBezTo>
                    <a:pt x="3728" y="114"/>
                    <a:pt x="3625" y="0"/>
                    <a:pt x="3502"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5" name="Google Shape;14545;p66"/>
            <p:cNvSpPr/>
            <p:nvPr/>
          </p:nvSpPr>
          <p:spPr>
            <a:xfrm>
              <a:off x="6008610" y="1637360"/>
              <a:ext cx="94664" cy="52906"/>
            </a:xfrm>
            <a:custGeom>
              <a:avLst/>
              <a:gdLst/>
              <a:ahLst/>
              <a:cxnLst/>
              <a:rect l="l" t="t" r="r" b="b"/>
              <a:pathLst>
                <a:path w="3609" h="2017" extrusionOk="0">
                  <a:moveTo>
                    <a:pt x="3506" y="0"/>
                  </a:moveTo>
                  <a:cubicBezTo>
                    <a:pt x="3495" y="0"/>
                    <a:pt x="3484" y="1"/>
                    <a:pt x="3472" y="3"/>
                  </a:cubicBezTo>
                  <a:cubicBezTo>
                    <a:pt x="1811" y="233"/>
                    <a:pt x="1" y="1291"/>
                    <a:pt x="1" y="1291"/>
                  </a:cubicBezTo>
                  <a:lnTo>
                    <a:pt x="726" y="2016"/>
                  </a:lnTo>
                  <a:cubicBezTo>
                    <a:pt x="1818" y="884"/>
                    <a:pt x="3181" y="220"/>
                    <a:pt x="3608" y="30"/>
                  </a:cubicBezTo>
                  <a:cubicBezTo>
                    <a:pt x="3577" y="9"/>
                    <a:pt x="3542" y="0"/>
                    <a:pt x="3506" y="0"/>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6" name="Google Shape;14546;p66"/>
            <p:cNvSpPr/>
            <p:nvPr/>
          </p:nvSpPr>
          <p:spPr>
            <a:xfrm>
              <a:off x="5927690" y="1844603"/>
              <a:ext cx="69378" cy="34729"/>
            </a:xfrm>
            <a:custGeom>
              <a:avLst/>
              <a:gdLst/>
              <a:ahLst/>
              <a:cxnLst/>
              <a:rect l="l" t="t" r="r" b="b"/>
              <a:pathLst>
                <a:path w="2645" h="1324" extrusionOk="0">
                  <a:moveTo>
                    <a:pt x="1" y="1"/>
                  </a:moveTo>
                  <a:cubicBezTo>
                    <a:pt x="1" y="733"/>
                    <a:pt x="319" y="1323"/>
                    <a:pt x="1323" y="1323"/>
                  </a:cubicBezTo>
                  <a:cubicBezTo>
                    <a:pt x="2326" y="1323"/>
                    <a:pt x="2645" y="733"/>
                    <a:pt x="2645"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7" name="Google Shape;14547;p66"/>
            <p:cNvSpPr/>
            <p:nvPr/>
          </p:nvSpPr>
          <p:spPr>
            <a:xfrm>
              <a:off x="5875571" y="1653964"/>
              <a:ext cx="173433" cy="167557"/>
            </a:xfrm>
            <a:custGeom>
              <a:avLst/>
              <a:gdLst/>
              <a:ahLst/>
              <a:cxnLst/>
              <a:rect l="l" t="t" r="r" b="b"/>
              <a:pathLst>
                <a:path w="6612" h="6388" extrusionOk="0">
                  <a:moveTo>
                    <a:pt x="3310" y="0"/>
                  </a:moveTo>
                  <a:cubicBezTo>
                    <a:pt x="753" y="0"/>
                    <a:pt x="1" y="1478"/>
                    <a:pt x="1" y="3302"/>
                  </a:cubicBezTo>
                  <a:cubicBezTo>
                    <a:pt x="1" y="4848"/>
                    <a:pt x="442" y="4848"/>
                    <a:pt x="1547" y="6387"/>
                  </a:cubicBezTo>
                  <a:lnTo>
                    <a:pt x="5073" y="6387"/>
                  </a:lnTo>
                  <a:cubicBezTo>
                    <a:pt x="6178" y="4848"/>
                    <a:pt x="6612" y="4848"/>
                    <a:pt x="6612" y="3302"/>
                  </a:cubicBezTo>
                  <a:cubicBezTo>
                    <a:pt x="6612" y="1478"/>
                    <a:pt x="5866" y="0"/>
                    <a:pt x="3310" y="0"/>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8" name="Google Shape;14548;p66"/>
            <p:cNvSpPr/>
            <p:nvPr/>
          </p:nvSpPr>
          <p:spPr>
            <a:xfrm>
              <a:off x="5875571" y="1653964"/>
              <a:ext cx="88264" cy="167557"/>
            </a:xfrm>
            <a:custGeom>
              <a:avLst/>
              <a:gdLst/>
              <a:ahLst/>
              <a:cxnLst/>
              <a:rect l="l" t="t" r="r" b="b"/>
              <a:pathLst>
                <a:path w="3365" h="6388" extrusionOk="0">
                  <a:moveTo>
                    <a:pt x="3310" y="0"/>
                  </a:moveTo>
                  <a:cubicBezTo>
                    <a:pt x="753" y="0"/>
                    <a:pt x="1" y="1478"/>
                    <a:pt x="1" y="3302"/>
                  </a:cubicBezTo>
                  <a:cubicBezTo>
                    <a:pt x="1" y="4848"/>
                    <a:pt x="442" y="4848"/>
                    <a:pt x="1547" y="6387"/>
                  </a:cubicBezTo>
                  <a:lnTo>
                    <a:pt x="3208" y="6387"/>
                  </a:lnTo>
                  <a:cubicBezTo>
                    <a:pt x="2577" y="5045"/>
                    <a:pt x="2313" y="4909"/>
                    <a:pt x="2313" y="3316"/>
                  </a:cubicBezTo>
                  <a:cubicBezTo>
                    <a:pt x="2313" y="1865"/>
                    <a:pt x="2577" y="610"/>
                    <a:pt x="3364"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9" name="Google Shape;14549;p66"/>
            <p:cNvSpPr/>
            <p:nvPr/>
          </p:nvSpPr>
          <p:spPr>
            <a:xfrm>
              <a:off x="5898706" y="1729008"/>
              <a:ext cx="23135" cy="29010"/>
            </a:xfrm>
            <a:custGeom>
              <a:avLst/>
              <a:gdLst/>
              <a:ahLst/>
              <a:cxnLst/>
              <a:rect l="l" t="t" r="r" b="b"/>
              <a:pathLst>
                <a:path w="882" h="1106" extrusionOk="0">
                  <a:moveTo>
                    <a:pt x="441" y="1"/>
                  </a:moveTo>
                  <a:cubicBezTo>
                    <a:pt x="197" y="1"/>
                    <a:pt x="0" y="197"/>
                    <a:pt x="0" y="441"/>
                  </a:cubicBezTo>
                  <a:lnTo>
                    <a:pt x="0" y="665"/>
                  </a:lnTo>
                  <a:cubicBezTo>
                    <a:pt x="0" y="909"/>
                    <a:pt x="197" y="1106"/>
                    <a:pt x="441" y="1106"/>
                  </a:cubicBezTo>
                  <a:cubicBezTo>
                    <a:pt x="685" y="1106"/>
                    <a:pt x="882" y="909"/>
                    <a:pt x="882" y="665"/>
                  </a:cubicBezTo>
                  <a:lnTo>
                    <a:pt x="882" y="441"/>
                  </a:lnTo>
                  <a:cubicBezTo>
                    <a:pt x="882" y="197"/>
                    <a:pt x="685" y="1"/>
                    <a:pt x="44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0" name="Google Shape;14550;p66"/>
            <p:cNvSpPr/>
            <p:nvPr/>
          </p:nvSpPr>
          <p:spPr>
            <a:xfrm>
              <a:off x="6002734" y="1729008"/>
              <a:ext cx="23161" cy="29010"/>
            </a:xfrm>
            <a:custGeom>
              <a:avLst/>
              <a:gdLst/>
              <a:ahLst/>
              <a:cxnLst/>
              <a:rect l="l" t="t" r="r" b="b"/>
              <a:pathLst>
                <a:path w="883" h="1106" extrusionOk="0">
                  <a:moveTo>
                    <a:pt x="442" y="1"/>
                  </a:moveTo>
                  <a:cubicBezTo>
                    <a:pt x="198" y="1"/>
                    <a:pt x="1" y="197"/>
                    <a:pt x="1" y="441"/>
                  </a:cubicBezTo>
                  <a:lnTo>
                    <a:pt x="1" y="665"/>
                  </a:lnTo>
                  <a:cubicBezTo>
                    <a:pt x="1" y="909"/>
                    <a:pt x="198" y="1106"/>
                    <a:pt x="442" y="1106"/>
                  </a:cubicBezTo>
                  <a:cubicBezTo>
                    <a:pt x="686" y="1106"/>
                    <a:pt x="882" y="909"/>
                    <a:pt x="882" y="665"/>
                  </a:cubicBezTo>
                  <a:lnTo>
                    <a:pt x="882" y="441"/>
                  </a:lnTo>
                  <a:cubicBezTo>
                    <a:pt x="882" y="197"/>
                    <a:pt x="686" y="1"/>
                    <a:pt x="44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1" name="Google Shape;14551;p66"/>
            <p:cNvSpPr/>
            <p:nvPr/>
          </p:nvSpPr>
          <p:spPr>
            <a:xfrm>
              <a:off x="5913814" y="1781127"/>
              <a:ext cx="96972" cy="75070"/>
            </a:xfrm>
            <a:custGeom>
              <a:avLst/>
              <a:gdLst/>
              <a:ahLst/>
              <a:cxnLst/>
              <a:rect l="l" t="t" r="r" b="b"/>
              <a:pathLst>
                <a:path w="3697" h="2862" extrusionOk="0">
                  <a:moveTo>
                    <a:pt x="1852" y="0"/>
                  </a:moveTo>
                  <a:cubicBezTo>
                    <a:pt x="828" y="0"/>
                    <a:pt x="1" y="638"/>
                    <a:pt x="1" y="1431"/>
                  </a:cubicBezTo>
                  <a:cubicBezTo>
                    <a:pt x="1" y="2224"/>
                    <a:pt x="448" y="2862"/>
                    <a:pt x="1852" y="2862"/>
                  </a:cubicBezTo>
                  <a:cubicBezTo>
                    <a:pt x="3249" y="2862"/>
                    <a:pt x="3696" y="2224"/>
                    <a:pt x="3696" y="1431"/>
                  </a:cubicBezTo>
                  <a:cubicBezTo>
                    <a:pt x="3696" y="638"/>
                    <a:pt x="2869" y="0"/>
                    <a:pt x="1852"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2" name="Google Shape;14552;p66"/>
            <p:cNvSpPr/>
            <p:nvPr/>
          </p:nvSpPr>
          <p:spPr>
            <a:xfrm>
              <a:off x="5904581" y="1734883"/>
              <a:ext cx="11567" cy="11594"/>
            </a:xfrm>
            <a:custGeom>
              <a:avLst/>
              <a:gdLst/>
              <a:ahLst/>
              <a:cxnLst/>
              <a:rect l="l" t="t" r="r" b="b"/>
              <a:pathLst>
                <a:path w="441" h="442" extrusionOk="0">
                  <a:moveTo>
                    <a:pt x="217" y="0"/>
                  </a:moveTo>
                  <a:cubicBezTo>
                    <a:pt x="95" y="0"/>
                    <a:pt x="0" y="95"/>
                    <a:pt x="0" y="217"/>
                  </a:cubicBezTo>
                  <a:cubicBezTo>
                    <a:pt x="0" y="339"/>
                    <a:pt x="95" y="441"/>
                    <a:pt x="217" y="441"/>
                  </a:cubicBezTo>
                  <a:cubicBezTo>
                    <a:pt x="339" y="441"/>
                    <a:pt x="441" y="339"/>
                    <a:pt x="441" y="217"/>
                  </a:cubicBezTo>
                  <a:cubicBezTo>
                    <a:pt x="441" y="95"/>
                    <a:pt x="339" y="0"/>
                    <a:pt x="2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3" name="Google Shape;14553;p66"/>
            <p:cNvSpPr/>
            <p:nvPr/>
          </p:nvSpPr>
          <p:spPr>
            <a:xfrm>
              <a:off x="6008610" y="1734883"/>
              <a:ext cx="11594" cy="11594"/>
            </a:xfrm>
            <a:custGeom>
              <a:avLst/>
              <a:gdLst/>
              <a:ahLst/>
              <a:cxnLst/>
              <a:rect l="l" t="t" r="r" b="b"/>
              <a:pathLst>
                <a:path w="442" h="442" extrusionOk="0">
                  <a:moveTo>
                    <a:pt x="218" y="0"/>
                  </a:moveTo>
                  <a:cubicBezTo>
                    <a:pt x="96" y="0"/>
                    <a:pt x="1" y="95"/>
                    <a:pt x="1" y="217"/>
                  </a:cubicBezTo>
                  <a:cubicBezTo>
                    <a:pt x="1" y="339"/>
                    <a:pt x="96" y="441"/>
                    <a:pt x="218" y="441"/>
                  </a:cubicBezTo>
                  <a:cubicBezTo>
                    <a:pt x="340" y="441"/>
                    <a:pt x="441" y="339"/>
                    <a:pt x="441" y="217"/>
                  </a:cubicBezTo>
                  <a:cubicBezTo>
                    <a:pt x="441" y="95"/>
                    <a:pt x="340" y="0"/>
                    <a:pt x="2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4" name="Google Shape;14554;p66"/>
            <p:cNvSpPr/>
            <p:nvPr/>
          </p:nvSpPr>
          <p:spPr>
            <a:xfrm>
              <a:off x="5913998" y="1785376"/>
              <a:ext cx="80238" cy="70821"/>
            </a:xfrm>
            <a:custGeom>
              <a:avLst/>
              <a:gdLst/>
              <a:ahLst/>
              <a:cxnLst/>
              <a:rect l="l" t="t" r="r" b="b"/>
              <a:pathLst>
                <a:path w="3059" h="2700" extrusionOk="0">
                  <a:moveTo>
                    <a:pt x="997" y="1"/>
                  </a:moveTo>
                  <a:lnTo>
                    <a:pt x="997" y="1"/>
                  </a:lnTo>
                  <a:cubicBezTo>
                    <a:pt x="401" y="238"/>
                    <a:pt x="0" y="713"/>
                    <a:pt x="0" y="1269"/>
                  </a:cubicBezTo>
                  <a:cubicBezTo>
                    <a:pt x="0" y="2062"/>
                    <a:pt x="441" y="2700"/>
                    <a:pt x="1845" y="2700"/>
                  </a:cubicBezTo>
                  <a:cubicBezTo>
                    <a:pt x="2380" y="2700"/>
                    <a:pt x="2781" y="2611"/>
                    <a:pt x="3059" y="2449"/>
                  </a:cubicBezTo>
                  <a:lnTo>
                    <a:pt x="3059" y="2449"/>
                  </a:lnTo>
                  <a:cubicBezTo>
                    <a:pt x="2903" y="2469"/>
                    <a:pt x="2747" y="2483"/>
                    <a:pt x="2584" y="2483"/>
                  </a:cubicBezTo>
                  <a:cubicBezTo>
                    <a:pt x="1187" y="2483"/>
                    <a:pt x="740" y="1744"/>
                    <a:pt x="740" y="828"/>
                  </a:cubicBezTo>
                  <a:cubicBezTo>
                    <a:pt x="740" y="530"/>
                    <a:pt x="828" y="245"/>
                    <a:pt x="997" y="1"/>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5" name="Google Shape;14555;p66"/>
            <p:cNvSpPr/>
            <p:nvPr/>
          </p:nvSpPr>
          <p:spPr>
            <a:xfrm>
              <a:off x="5939257" y="1809927"/>
              <a:ext cx="46270" cy="29010"/>
            </a:xfrm>
            <a:custGeom>
              <a:avLst/>
              <a:gdLst/>
              <a:ahLst/>
              <a:cxnLst/>
              <a:rect l="l" t="t" r="r" b="b"/>
              <a:pathLst>
                <a:path w="1764" h="1106" extrusionOk="0">
                  <a:moveTo>
                    <a:pt x="882" y="1"/>
                  </a:moveTo>
                  <a:cubicBezTo>
                    <a:pt x="394" y="1"/>
                    <a:pt x="0" y="211"/>
                    <a:pt x="0" y="475"/>
                  </a:cubicBezTo>
                  <a:cubicBezTo>
                    <a:pt x="0" y="733"/>
                    <a:pt x="394" y="1106"/>
                    <a:pt x="882" y="1106"/>
                  </a:cubicBezTo>
                  <a:cubicBezTo>
                    <a:pt x="1363" y="1106"/>
                    <a:pt x="1763" y="733"/>
                    <a:pt x="1763" y="475"/>
                  </a:cubicBezTo>
                  <a:cubicBezTo>
                    <a:pt x="1763" y="211"/>
                    <a:pt x="1363" y="1"/>
                    <a:pt x="882"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6" name="Google Shape;14556;p66"/>
            <p:cNvSpPr/>
            <p:nvPr/>
          </p:nvSpPr>
          <p:spPr>
            <a:xfrm>
              <a:off x="5939074" y="1811527"/>
              <a:ext cx="30794" cy="44670"/>
            </a:xfrm>
            <a:custGeom>
              <a:avLst/>
              <a:gdLst/>
              <a:ahLst/>
              <a:cxnLst/>
              <a:rect l="l" t="t" r="r" b="b"/>
              <a:pathLst>
                <a:path w="1174" h="1703" extrusionOk="0">
                  <a:moveTo>
                    <a:pt x="448" y="1"/>
                  </a:moveTo>
                  <a:cubicBezTo>
                    <a:pt x="184" y="89"/>
                    <a:pt x="1" y="238"/>
                    <a:pt x="1" y="414"/>
                  </a:cubicBezTo>
                  <a:cubicBezTo>
                    <a:pt x="1" y="631"/>
                    <a:pt x="285" y="923"/>
                    <a:pt x="665" y="1011"/>
                  </a:cubicBezTo>
                  <a:lnTo>
                    <a:pt x="665" y="1696"/>
                  </a:lnTo>
                  <a:cubicBezTo>
                    <a:pt x="733" y="1696"/>
                    <a:pt x="807" y="1703"/>
                    <a:pt x="882" y="1703"/>
                  </a:cubicBezTo>
                  <a:cubicBezTo>
                    <a:pt x="957" y="1703"/>
                    <a:pt x="1031" y="1703"/>
                    <a:pt x="1106" y="1696"/>
                  </a:cubicBezTo>
                  <a:lnTo>
                    <a:pt x="1106" y="1011"/>
                  </a:lnTo>
                  <a:cubicBezTo>
                    <a:pt x="1126" y="1004"/>
                    <a:pt x="1153" y="1004"/>
                    <a:pt x="1174" y="997"/>
                  </a:cubicBezTo>
                  <a:cubicBezTo>
                    <a:pt x="753" y="848"/>
                    <a:pt x="448" y="380"/>
                    <a:pt x="448" y="35"/>
                  </a:cubicBezTo>
                  <a:lnTo>
                    <a:pt x="448"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57" name="Google Shape;14557;p66"/>
          <p:cNvGrpSpPr/>
          <p:nvPr/>
        </p:nvGrpSpPr>
        <p:grpSpPr>
          <a:xfrm>
            <a:off x="3550761" y="2509142"/>
            <a:ext cx="393660" cy="370079"/>
            <a:chOff x="3577849" y="2432942"/>
            <a:chExt cx="393660" cy="370079"/>
          </a:xfrm>
        </p:grpSpPr>
        <p:sp>
          <p:nvSpPr>
            <p:cNvPr id="14558" name="Google Shape;14558;p66"/>
            <p:cNvSpPr/>
            <p:nvPr/>
          </p:nvSpPr>
          <p:spPr>
            <a:xfrm>
              <a:off x="3803558" y="2571279"/>
              <a:ext cx="167951" cy="223007"/>
            </a:xfrm>
            <a:custGeom>
              <a:avLst/>
              <a:gdLst/>
              <a:ahLst/>
              <a:cxnLst/>
              <a:rect l="l" t="t" r="r" b="b"/>
              <a:pathLst>
                <a:path w="6403" h="8502" extrusionOk="0">
                  <a:moveTo>
                    <a:pt x="2326" y="0"/>
                  </a:moveTo>
                  <a:cubicBezTo>
                    <a:pt x="2087" y="0"/>
                    <a:pt x="1853" y="26"/>
                    <a:pt x="1634" y="77"/>
                  </a:cubicBezTo>
                  <a:lnTo>
                    <a:pt x="0" y="5874"/>
                  </a:lnTo>
                  <a:lnTo>
                    <a:pt x="421" y="7427"/>
                  </a:lnTo>
                  <a:cubicBezTo>
                    <a:pt x="1393" y="8351"/>
                    <a:pt x="2110" y="8404"/>
                    <a:pt x="2262" y="8404"/>
                  </a:cubicBezTo>
                  <a:cubicBezTo>
                    <a:pt x="2282" y="8404"/>
                    <a:pt x="2292" y="8403"/>
                    <a:pt x="2292" y="8403"/>
                  </a:cubicBezTo>
                  <a:cubicBezTo>
                    <a:pt x="2538" y="8470"/>
                    <a:pt x="2770" y="8502"/>
                    <a:pt x="2990" y="8502"/>
                  </a:cubicBezTo>
                  <a:cubicBezTo>
                    <a:pt x="5602" y="8502"/>
                    <a:pt x="6403" y="4053"/>
                    <a:pt x="5052" y="1514"/>
                  </a:cubicBezTo>
                  <a:cubicBezTo>
                    <a:pt x="4507" y="484"/>
                    <a:pt x="3362" y="0"/>
                    <a:pt x="2326" y="0"/>
                  </a:cubicBezTo>
                  <a:close/>
                </a:path>
              </a:pathLst>
            </a:custGeom>
            <a:solidFill>
              <a:srgbClr val="CB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9" name="Google Shape;14559;p66"/>
            <p:cNvSpPr/>
            <p:nvPr/>
          </p:nvSpPr>
          <p:spPr>
            <a:xfrm>
              <a:off x="3805867" y="2590348"/>
              <a:ext cx="145813" cy="180567"/>
            </a:xfrm>
            <a:custGeom>
              <a:avLst/>
              <a:gdLst/>
              <a:ahLst/>
              <a:cxnLst/>
              <a:rect l="l" t="t" r="r" b="b"/>
              <a:pathLst>
                <a:path w="5559" h="6884" extrusionOk="0">
                  <a:moveTo>
                    <a:pt x="2247" y="0"/>
                  </a:moveTo>
                  <a:cubicBezTo>
                    <a:pt x="1893" y="0"/>
                    <a:pt x="1530" y="57"/>
                    <a:pt x="1173" y="164"/>
                  </a:cubicBezTo>
                  <a:lnTo>
                    <a:pt x="0" y="6253"/>
                  </a:lnTo>
                  <a:cubicBezTo>
                    <a:pt x="799" y="6695"/>
                    <a:pt x="1493" y="6884"/>
                    <a:pt x="2086" y="6884"/>
                  </a:cubicBezTo>
                  <a:cubicBezTo>
                    <a:pt x="5189" y="6884"/>
                    <a:pt x="5558" y="1715"/>
                    <a:pt x="3811" y="469"/>
                  </a:cubicBezTo>
                  <a:cubicBezTo>
                    <a:pt x="3360" y="147"/>
                    <a:pt x="2815" y="0"/>
                    <a:pt x="2247" y="0"/>
                  </a:cubicBezTo>
                  <a:close/>
                </a:path>
              </a:pathLst>
            </a:custGeom>
            <a:solidFill>
              <a:srgbClr val="677C8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0" name="Google Shape;14560;p66"/>
            <p:cNvSpPr/>
            <p:nvPr/>
          </p:nvSpPr>
          <p:spPr>
            <a:xfrm>
              <a:off x="3809591" y="2603568"/>
              <a:ext cx="117694" cy="135111"/>
            </a:xfrm>
            <a:custGeom>
              <a:avLst/>
              <a:gdLst/>
              <a:ahLst/>
              <a:cxnLst/>
              <a:rect l="l" t="t" r="r" b="b"/>
              <a:pathLst>
                <a:path w="4487" h="5151" extrusionOk="0">
                  <a:moveTo>
                    <a:pt x="1272" y="1"/>
                  </a:moveTo>
                  <a:cubicBezTo>
                    <a:pt x="1170" y="1"/>
                    <a:pt x="1067" y="5"/>
                    <a:pt x="964" y="12"/>
                  </a:cubicBezTo>
                  <a:lnTo>
                    <a:pt x="1" y="5003"/>
                  </a:lnTo>
                  <a:cubicBezTo>
                    <a:pt x="398" y="5104"/>
                    <a:pt x="761" y="5151"/>
                    <a:pt x="1093" y="5151"/>
                  </a:cubicBezTo>
                  <a:cubicBezTo>
                    <a:pt x="4125" y="5151"/>
                    <a:pt x="4486" y="1279"/>
                    <a:pt x="2781" y="344"/>
                  </a:cubicBezTo>
                  <a:cubicBezTo>
                    <a:pt x="2346" y="110"/>
                    <a:pt x="1820" y="1"/>
                    <a:pt x="127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1" name="Google Shape;14561;p66"/>
            <p:cNvSpPr/>
            <p:nvPr/>
          </p:nvSpPr>
          <p:spPr>
            <a:xfrm>
              <a:off x="3584066" y="2432942"/>
              <a:ext cx="62637" cy="48945"/>
            </a:xfrm>
            <a:custGeom>
              <a:avLst/>
              <a:gdLst/>
              <a:ahLst/>
              <a:cxnLst/>
              <a:rect l="l" t="t" r="r" b="b"/>
              <a:pathLst>
                <a:path w="2388" h="1866" extrusionOk="0">
                  <a:moveTo>
                    <a:pt x="1320" y="0"/>
                  </a:moveTo>
                  <a:cubicBezTo>
                    <a:pt x="1145" y="0"/>
                    <a:pt x="966" y="45"/>
                    <a:pt x="801" y="164"/>
                  </a:cubicBezTo>
                  <a:cubicBezTo>
                    <a:pt x="1" y="754"/>
                    <a:pt x="862" y="1866"/>
                    <a:pt x="862" y="1866"/>
                  </a:cubicBezTo>
                  <a:lnTo>
                    <a:pt x="2388" y="435"/>
                  </a:lnTo>
                  <a:cubicBezTo>
                    <a:pt x="2388" y="435"/>
                    <a:pt x="1867" y="0"/>
                    <a:pt x="1320"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2" name="Google Shape;14562;p66"/>
            <p:cNvSpPr/>
            <p:nvPr/>
          </p:nvSpPr>
          <p:spPr>
            <a:xfrm>
              <a:off x="3577849" y="2441887"/>
              <a:ext cx="117064" cy="105445"/>
            </a:xfrm>
            <a:custGeom>
              <a:avLst/>
              <a:gdLst/>
              <a:ahLst/>
              <a:cxnLst/>
              <a:rect l="l" t="t" r="r" b="b"/>
              <a:pathLst>
                <a:path w="4463" h="4020" extrusionOk="0">
                  <a:moveTo>
                    <a:pt x="2866" y="0"/>
                  </a:moveTo>
                  <a:cubicBezTo>
                    <a:pt x="2505" y="0"/>
                    <a:pt x="2106" y="127"/>
                    <a:pt x="1696" y="480"/>
                  </a:cubicBezTo>
                  <a:cubicBezTo>
                    <a:pt x="1" y="1945"/>
                    <a:pt x="1581" y="4020"/>
                    <a:pt x="1581" y="4020"/>
                  </a:cubicBezTo>
                  <a:lnTo>
                    <a:pt x="4462" y="826"/>
                  </a:lnTo>
                  <a:cubicBezTo>
                    <a:pt x="4462" y="826"/>
                    <a:pt x="3787" y="0"/>
                    <a:pt x="2866"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3" name="Google Shape;14563;p66"/>
            <p:cNvSpPr/>
            <p:nvPr/>
          </p:nvSpPr>
          <p:spPr>
            <a:xfrm>
              <a:off x="3580000" y="2457310"/>
              <a:ext cx="65470" cy="90021"/>
            </a:xfrm>
            <a:custGeom>
              <a:avLst/>
              <a:gdLst/>
              <a:ahLst/>
              <a:cxnLst/>
              <a:rect l="l" t="t" r="r" b="b"/>
              <a:pathLst>
                <a:path w="2496" h="3432" extrusionOk="0">
                  <a:moveTo>
                    <a:pt x="1499" y="1"/>
                  </a:moveTo>
                  <a:cubicBezTo>
                    <a:pt x="0" y="1459"/>
                    <a:pt x="1499" y="3432"/>
                    <a:pt x="1499" y="3432"/>
                  </a:cubicBezTo>
                  <a:lnTo>
                    <a:pt x="2495" y="2333"/>
                  </a:lnTo>
                  <a:lnTo>
                    <a:pt x="2082" y="1845"/>
                  </a:lnTo>
                  <a:cubicBezTo>
                    <a:pt x="1675" y="1405"/>
                    <a:pt x="1404" y="652"/>
                    <a:pt x="1499"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4" name="Google Shape;14564;p66"/>
            <p:cNvSpPr/>
            <p:nvPr/>
          </p:nvSpPr>
          <p:spPr>
            <a:xfrm>
              <a:off x="3581417" y="2460562"/>
              <a:ext cx="173066" cy="174272"/>
            </a:xfrm>
            <a:custGeom>
              <a:avLst/>
              <a:gdLst/>
              <a:ahLst/>
              <a:cxnLst/>
              <a:rect l="l" t="t" r="r" b="b"/>
              <a:pathLst>
                <a:path w="6598" h="6644" extrusionOk="0">
                  <a:moveTo>
                    <a:pt x="4657" y="1"/>
                  </a:moveTo>
                  <a:cubicBezTo>
                    <a:pt x="4493" y="1"/>
                    <a:pt x="4319" y="21"/>
                    <a:pt x="4136" y="67"/>
                  </a:cubicBezTo>
                  <a:cubicBezTo>
                    <a:pt x="3899" y="128"/>
                    <a:pt x="3669" y="230"/>
                    <a:pt x="3465" y="365"/>
                  </a:cubicBezTo>
                  <a:lnTo>
                    <a:pt x="3282" y="487"/>
                  </a:lnTo>
                  <a:cubicBezTo>
                    <a:pt x="3011" y="650"/>
                    <a:pt x="2767" y="853"/>
                    <a:pt x="2550" y="1077"/>
                  </a:cubicBezTo>
                  <a:lnTo>
                    <a:pt x="2543" y="1084"/>
                  </a:lnTo>
                  <a:cubicBezTo>
                    <a:pt x="0" y="3749"/>
                    <a:pt x="2197" y="6644"/>
                    <a:pt x="2197" y="6644"/>
                  </a:cubicBezTo>
                  <a:lnTo>
                    <a:pt x="6598" y="1118"/>
                  </a:lnTo>
                  <a:cubicBezTo>
                    <a:pt x="6598" y="1118"/>
                    <a:pt x="5881" y="1"/>
                    <a:pt x="4657"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5" name="Google Shape;14565;p66"/>
            <p:cNvSpPr/>
            <p:nvPr/>
          </p:nvSpPr>
          <p:spPr>
            <a:xfrm>
              <a:off x="3590125" y="2505704"/>
              <a:ext cx="95530" cy="129130"/>
            </a:xfrm>
            <a:custGeom>
              <a:avLst/>
              <a:gdLst/>
              <a:ahLst/>
              <a:cxnLst/>
              <a:rect l="l" t="t" r="r" b="b"/>
              <a:pathLst>
                <a:path w="3642" h="4923" extrusionOk="0">
                  <a:moveTo>
                    <a:pt x="1696" y="0"/>
                  </a:moveTo>
                  <a:lnTo>
                    <a:pt x="1696" y="0"/>
                  </a:lnTo>
                  <a:cubicBezTo>
                    <a:pt x="1" y="2475"/>
                    <a:pt x="1865" y="4923"/>
                    <a:pt x="1865" y="4923"/>
                  </a:cubicBezTo>
                  <a:lnTo>
                    <a:pt x="3642" y="2699"/>
                  </a:lnTo>
                  <a:lnTo>
                    <a:pt x="2530" y="2333"/>
                  </a:lnTo>
                  <a:cubicBezTo>
                    <a:pt x="1635" y="1729"/>
                    <a:pt x="1601" y="705"/>
                    <a:pt x="1696" y="0"/>
                  </a:cubicBezTo>
                  <a:close/>
                </a:path>
              </a:pathLst>
            </a:custGeom>
            <a:solidFill>
              <a:srgbClr val="CBD5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6" name="Google Shape;14566;p66"/>
            <p:cNvSpPr/>
            <p:nvPr/>
          </p:nvSpPr>
          <p:spPr>
            <a:xfrm>
              <a:off x="3617509" y="2486661"/>
              <a:ext cx="253670" cy="316360"/>
            </a:xfrm>
            <a:custGeom>
              <a:avLst/>
              <a:gdLst/>
              <a:ahLst/>
              <a:cxnLst/>
              <a:rect l="l" t="t" r="r" b="b"/>
              <a:pathLst>
                <a:path w="9671" h="12061" extrusionOk="0">
                  <a:moveTo>
                    <a:pt x="5451" y="0"/>
                  </a:moveTo>
                  <a:cubicBezTo>
                    <a:pt x="5226" y="0"/>
                    <a:pt x="5004" y="27"/>
                    <a:pt x="4788" y="82"/>
                  </a:cubicBezTo>
                  <a:cubicBezTo>
                    <a:pt x="4578" y="143"/>
                    <a:pt x="4381" y="225"/>
                    <a:pt x="4198" y="333"/>
                  </a:cubicBezTo>
                  <a:cubicBezTo>
                    <a:pt x="3506" y="699"/>
                    <a:pt x="2889" y="1187"/>
                    <a:pt x="2374" y="1770"/>
                  </a:cubicBezTo>
                  <a:cubicBezTo>
                    <a:pt x="896" y="3466"/>
                    <a:pt x="1" y="6137"/>
                    <a:pt x="1703" y="8836"/>
                  </a:cubicBezTo>
                  <a:cubicBezTo>
                    <a:pt x="3231" y="11263"/>
                    <a:pt x="5260" y="12061"/>
                    <a:pt x="7073" y="12061"/>
                  </a:cubicBezTo>
                  <a:cubicBezTo>
                    <a:pt x="7914" y="12061"/>
                    <a:pt x="8709" y="11889"/>
                    <a:pt x="9385" y="11629"/>
                  </a:cubicBezTo>
                  <a:cubicBezTo>
                    <a:pt x="9385" y="11629"/>
                    <a:pt x="8544" y="11460"/>
                    <a:pt x="8056" y="10504"/>
                  </a:cubicBezTo>
                  <a:cubicBezTo>
                    <a:pt x="7365" y="9141"/>
                    <a:pt x="7900" y="6944"/>
                    <a:pt x="8578" y="5107"/>
                  </a:cubicBezTo>
                  <a:cubicBezTo>
                    <a:pt x="9670" y="2142"/>
                    <a:pt x="7469" y="0"/>
                    <a:pt x="5451"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67" name="Google Shape;14567;p66"/>
            <p:cNvSpPr/>
            <p:nvPr/>
          </p:nvSpPr>
          <p:spPr>
            <a:xfrm>
              <a:off x="3627476" y="2566873"/>
              <a:ext cx="236227" cy="236149"/>
            </a:xfrm>
            <a:custGeom>
              <a:avLst/>
              <a:gdLst/>
              <a:ahLst/>
              <a:cxnLst/>
              <a:rect l="l" t="t" r="r" b="b"/>
              <a:pathLst>
                <a:path w="9006" h="9003" extrusionOk="0">
                  <a:moveTo>
                    <a:pt x="1099" y="1"/>
                  </a:moveTo>
                  <a:lnTo>
                    <a:pt x="1099" y="1"/>
                  </a:lnTo>
                  <a:cubicBezTo>
                    <a:pt x="245" y="1615"/>
                    <a:pt x="0" y="3689"/>
                    <a:pt x="1323" y="5778"/>
                  </a:cubicBezTo>
                  <a:cubicBezTo>
                    <a:pt x="2851" y="8205"/>
                    <a:pt x="4877" y="9003"/>
                    <a:pt x="6688" y="9003"/>
                  </a:cubicBezTo>
                  <a:cubicBezTo>
                    <a:pt x="7528" y="9003"/>
                    <a:pt x="8322" y="8831"/>
                    <a:pt x="8998" y="8571"/>
                  </a:cubicBezTo>
                  <a:cubicBezTo>
                    <a:pt x="9005" y="8571"/>
                    <a:pt x="8164" y="8402"/>
                    <a:pt x="7676" y="7446"/>
                  </a:cubicBezTo>
                  <a:cubicBezTo>
                    <a:pt x="7561" y="7209"/>
                    <a:pt x="7473" y="6951"/>
                    <a:pt x="7425" y="6686"/>
                  </a:cubicBezTo>
                  <a:cubicBezTo>
                    <a:pt x="3581" y="6266"/>
                    <a:pt x="1465" y="2659"/>
                    <a:pt x="1099"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68" name="Google Shape;14568;p66"/>
          <p:cNvGrpSpPr/>
          <p:nvPr/>
        </p:nvGrpSpPr>
        <p:grpSpPr>
          <a:xfrm>
            <a:off x="2466911" y="3003237"/>
            <a:ext cx="370132" cy="328164"/>
            <a:chOff x="2493999" y="2927037"/>
            <a:chExt cx="370132" cy="328164"/>
          </a:xfrm>
        </p:grpSpPr>
        <p:sp>
          <p:nvSpPr>
            <p:cNvPr id="14569" name="Google Shape;14569;p66"/>
            <p:cNvSpPr/>
            <p:nvPr/>
          </p:nvSpPr>
          <p:spPr>
            <a:xfrm>
              <a:off x="2538826" y="2932807"/>
              <a:ext cx="27804" cy="89759"/>
            </a:xfrm>
            <a:custGeom>
              <a:avLst/>
              <a:gdLst/>
              <a:ahLst/>
              <a:cxnLst/>
              <a:rect l="l" t="t" r="r" b="b"/>
              <a:pathLst>
                <a:path w="1060" h="3422" extrusionOk="0">
                  <a:moveTo>
                    <a:pt x="793" y="1"/>
                  </a:moveTo>
                  <a:cubicBezTo>
                    <a:pt x="691" y="1"/>
                    <a:pt x="590" y="63"/>
                    <a:pt x="570" y="201"/>
                  </a:cubicBezTo>
                  <a:lnTo>
                    <a:pt x="20" y="3157"/>
                  </a:lnTo>
                  <a:cubicBezTo>
                    <a:pt x="0" y="3279"/>
                    <a:pt x="81" y="3395"/>
                    <a:pt x="204" y="3422"/>
                  </a:cubicBezTo>
                  <a:lnTo>
                    <a:pt x="244" y="3422"/>
                  </a:lnTo>
                  <a:cubicBezTo>
                    <a:pt x="353" y="3422"/>
                    <a:pt x="448" y="3347"/>
                    <a:pt x="468" y="3239"/>
                  </a:cubicBezTo>
                  <a:lnTo>
                    <a:pt x="1017" y="282"/>
                  </a:lnTo>
                  <a:cubicBezTo>
                    <a:pt x="1059" y="106"/>
                    <a:pt x="926" y="1"/>
                    <a:pt x="793" y="1"/>
                  </a:cubicBezTo>
                  <a:close/>
                </a:path>
              </a:pathLst>
            </a:custGeom>
            <a:solidFill>
              <a:srgbClr val="C3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0" name="Google Shape;14570;p66"/>
            <p:cNvSpPr/>
            <p:nvPr/>
          </p:nvSpPr>
          <p:spPr>
            <a:xfrm>
              <a:off x="2505173" y="2932965"/>
              <a:ext cx="27804" cy="89602"/>
            </a:xfrm>
            <a:custGeom>
              <a:avLst/>
              <a:gdLst/>
              <a:ahLst/>
              <a:cxnLst/>
              <a:rect l="l" t="t" r="r" b="b"/>
              <a:pathLst>
                <a:path w="1060" h="3416" extrusionOk="0">
                  <a:moveTo>
                    <a:pt x="259" y="1"/>
                  </a:moveTo>
                  <a:cubicBezTo>
                    <a:pt x="130" y="1"/>
                    <a:pt x="1" y="100"/>
                    <a:pt x="35" y="269"/>
                  </a:cubicBezTo>
                  <a:lnTo>
                    <a:pt x="591" y="3233"/>
                  </a:lnTo>
                  <a:cubicBezTo>
                    <a:pt x="612" y="3334"/>
                    <a:pt x="700" y="3416"/>
                    <a:pt x="815" y="3416"/>
                  </a:cubicBezTo>
                  <a:cubicBezTo>
                    <a:pt x="958" y="3416"/>
                    <a:pt x="1059" y="3287"/>
                    <a:pt x="1039" y="3144"/>
                  </a:cubicBezTo>
                  <a:lnTo>
                    <a:pt x="483" y="188"/>
                  </a:lnTo>
                  <a:cubicBezTo>
                    <a:pt x="457" y="59"/>
                    <a:pt x="358" y="1"/>
                    <a:pt x="259" y="1"/>
                  </a:cubicBezTo>
                  <a:close/>
                </a:path>
              </a:pathLst>
            </a:custGeom>
            <a:solidFill>
              <a:srgbClr val="C3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1" name="Google Shape;14571;p66"/>
            <p:cNvSpPr/>
            <p:nvPr/>
          </p:nvSpPr>
          <p:spPr>
            <a:xfrm>
              <a:off x="2493999" y="3004573"/>
              <a:ext cx="362682" cy="250628"/>
            </a:xfrm>
            <a:custGeom>
              <a:avLst/>
              <a:gdLst/>
              <a:ahLst/>
              <a:cxnLst/>
              <a:rect l="l" t="t" r="r" b="b"/>
              <a:pathLst>
                <a:path w="13827" h="9555" extrusionOk="0">
                  <a:moveTo>
                    <a:pt x="685" y="1"/>
                  </a:moveTo>
                  <a:cubicBezTo>
                    <a:pt x="306" y="1"/>
                    <a:pt x="0" y="306"/>
                    <a:pt x="0" y="686"/>
                  </a:cubicBezTo>
                  <a:lnTo>
                    <a:pt x="0" y="909"/>
                  </a:lnTo>
                  <a:cubicBezTo>
                    <a:pt x="0" y="1486"/>
                    <a:pt x="367" y="2001"/>
                    <a:pt x="916" y="2198"/>
                  </a:cubicBezTo>
                  <a:lnTo>
                    <a:pt x="916" y="5005"/>
                  </a:lnTo>
                  <a:cubicBezTo>
                    <a:pt x="916" y="7520"/>
                    <a:pt x="2950" y="9555"/>
                    <a:pt x="5466" y="9555"/>
                  </a:cubicBezTo>
                  <a:lnTo>
                    <a:pt x="13216" y="9555"/>
                  </a:lnTo>
                  <a:cubicBezTo>
                    <a:pt x="13650" y="9555"/>
                    <a:pt x="13826" y="8985"/>
                    <a:pt x="13460" y="8741"/>
                  </a:cubicBezTo>
                  <a:lnTo>
                    <a:pt x="13460" y="8741"/>
                  </a:lnTo>
                  <a:lnTo>
                    <a:pt x="13460" y="8748"/>
                  </a:lnTo>
                  <a:lnTo>
                    <a:pt x="12287" y="7968"/>
                  </a:lnTo>
                  <a:lnTo>
                    <a:pt x="3391" y="5263"/>
                  </a:lnTo>
                  <a:cubicBezTo>
                    <a:pt x="2984" y="5018"/>
                    <a:pt x="2733" y="4578"/>
                    <a:pt x="2733" y="4096"/>
                  </a:cubicBezTo>
                  <a:lnTo>
                    <a:pt x="2733" y="1140"/>
                  </a:lnTo>
                  <a:cubicBezTo>
                    <a:pt x="2733" y="509"/>
                    <a:pt x="2224" y="1"/>
                    <a:pt x="1601"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2" name="Google Shape;14572;p66"/>
            <p:cNvSpPr/>
            <p:nvPr/>
          </p:nvSpPr>
          <p:spPr>
            <a:xfrm>
              <a:off x="2547718" y="2927037"/>
              <a:ext cx="23843" cy="23869"/>
            </a:xfrm>
            <a:custGeom>
              <a:avLst/>
              <a:gdLst/>
              <a:ahLst/>
              <a:cxnLst/>
              <a:rect l="l" t="t" r="r" b="b"/>
              <a:pathLst>
                <a:path w="909" h="910" extrusionOk="0">
                  <a:moveTo>
                    <a:pt x="454" y="0"/>
                  </a:moveTo>
                  <a:cubicBezTo>
                    <a:pt x="204" y="0"/>
                    <a:pt x="0" y="204"/>
                    <a:pt x="0" y="455"/>
                  </a:cubicBezTo>
                  <a:cubicBezTo>
                    <a:pt x="0" y="706"/>
                    <a:pt x="204" y="909"/>
                    <a:pt x="454" y="909"/>
                  </a:cubicBezTo>
                  <a:cubicBezTo>
                    <a:pt x="705" y="909"/>
                    <a:pt x="909" y="706"/>
                    <a:pt x="909" y="455"/>
                  </a:cubicBezTo>
                  <a:cubicBezTo>
                    <a:pt x="909" y="204"/>
                    <a:pt x="705" y="0"/>
                    <a:pt x="454"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3" name="Google Shape;14573;p66"/>
            <p:cNvSpPr/>
            <p:nvPr/>
          </p:nvSpPr>
          <p:spPr>
            <a:xfrm>
              <a:off x="2557135" y="2932204"/>
              <a:ext cx="10177" cy="10151"/>
            </a:xfrm>
            <a:custGeom>
              <a:avLst/>
              <a:gdLst/>
              <a:ahLst/>
              <a:cxnLst/>
              <a:rect l="l" t="t" r="r" b="b"/>
              <a:pathLst>
                <a:path w="388" h="387" extrusionOk="0">
                  <a:moveTo>
                    <a:pt x="190" y="0"/>
                  </a:moveTo>
                  <a:cubicBezTo>
                    <a:pt x="89" y="0"/>
                    <a:pt x="1" y="88"/>
                    <a:pt x="1" y="197"/>
                  </a:cubicBezTo>
                  <a:cubicBezTo>
                    <a:pt x="1" y="298"/>
                    <a:pt x="89" y="387"/>
                    <a:pt x="190" y="387"/>
                  </a:cubicBezTo>
                  <a:cubicBezTo>
                    <a:pt x="299" y="387"/>
                    <a:pt x="387" y="298"/>
                    <a:pt x="387" y="197"/>
                  </a:cubicBezTo>
                  <a:cubicBezTo>
                    <a:pt x="387" y="88"/>
                    <a:pt x="299" y="0"/>
                    <a:pt x="19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4" name="Google Shape;14574;p66"/>
            <p:cNvSpPr/>
            <p:nvPr/>
          </p:nvSpPr>
          <p:spPr>
            <a:xfrm>
              <a:off x="2500032" y="2927037"/>
              <a:ext cx="23869" cy="23869"/>
            </a:xfrm>
            <a:custGeom>
              <a:avLst/>
              <a:gdLst/>
              <a:ahLst/>
              <a:cxnLst/>
              <a:rect l="l" t="t" r="r" b="b"/>
              <a:pathLst>
                <a:path w="910" h="910" extrusionOk="0">
                  <a:moveTo>
                    <a:pt x="455" y="0"/>
                  </a:moveTo>
                  <a:cubicBezTo>
                    <a:pt x="204" y="0"/>
                    <a:pt x="1" y="204"/>
                    <a:pt x="1" y="455"/>
                  </a:cubicBezTo>
                  <a:cubicBezTo>
                    <a:pt x="1" y="706"/>
                    <a:pt x="204" y="909"/>
                    <a:pt x="455" y="909"/>
                  </a:cubicBezTo>
                  <a:cubicBezTo>
                    <a:pt x="706" y="909"/>
                    <a:pt x="910" y="706"/>
                    <a:pt x="910" y="455"/>
                  </a:cubicBezTo>
                  <a:cubicBezTo>
                    <a:pt x="910" y="204"/>
                    <a:pt x="706" y="0"/>
                    <a:pt x="455"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5" name="Google Shape;14575;p66"/>
            <p:cNvSpPr/>
            <p:nvPr/>
          </p:nvSpPr>
          <p:spPr>
            <a:xfrm>
              <a:off x="2508583" y="2932204"/>
              <a:ext cx="10151" cy="10151"/>
            </a:xfrm>
            <a:custGeom>
              <a:avLst/>
              <a:gdLst/>
              <a:ahLst/>
              <a:cxnLst/>
              <a:rect l="l" t="t" r="r" b="b"/>
              <a:pathLst>
                <a:path w="387" h="387" extrusionOk="0">
                  <a:moveTo>
                    <a:pt x="190" y="0"/>
                  </a:moveTo>
                  <a:cubicBezTo>
                    <a:pt x="89" y="0"/>
                    <a:pt x="0" y="88"/>
                    <a:pt x="0" y="197"/>
                  </a:cubicBezTo>
                  <a:cubicBezTo>
                    <a:pt x="0" y="298"/>
                    <a:pt x="89" y="387"/>
                    <a:pt x="190" y="387"/>
                  </a:cubicBezTo>
                  <a:cubicBezTo>
                    <a:pt x="299" y="387"/>
                    <a:pt x="387" y="298"/>
                    <a:pt x="387" y="197"/>
                  </a:cubicBezTo>
                  <a:cubicBezTo>
                    <a:pt x="387" y="88"/>
                    <a:pt x="299" y="0"/>
                    <a:pt x="19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6" name="Google Shape;14576;p66"/>
            <p:cNvSpPr/>
            <p:nvPr/>
          </p:nvSpPr>
          <p:spPr>
            <a:xfrm>
              <a:off x="2493999" y="3004573"/>
              <a:ext cx="342223" cy="250628"/>
            </a:xfrm>
            <a:custGeom>
              <a:avLst/>
              <a:gdLst/>
              <a:ahLst/>
              <a:cxnLst/>
              <a:rect l="l" t="t" r="r" b="b"/>
              <a:pathLst>
                <a:path w="13047" h="9555" extrusionOk="0">
                  <a:moveTo>
                    <a:pt x="685" y="1"/>
                  </a:moveTo>
                  <a:cubicBezTo>
                    <a:pt x="306" y="1"/>
                    <a:pt x="0" y="306"/>
                    <a:pt x="0" y="686"/>
                  </a:cubicBezTo>
                  <a:lnTo>
                    <a:pt x="0" y="909"/>
                  </a:lnTo>
                  <a:cubicBezTo>
                    <a:pt x="0" y="1486"/>
                    <a:pt x="367" y="2001"/>
                    <a:pt x="916" y="2198"/>
                  </a:cubicBezTo>
                  <a:lnTo>
                    <a:pt x="916" y="5005"/>
                  </a:lnTo>
                  <a:cubicBezTo>
                    <a:pt x="916" y="7520"/>
                    <a:pt x="2950" y="9555"/>
                    <a:pt x="5466" y="9555"/>
                  </a:cubicBezTo>
                  <a:lnTo>
                    <a:pt x="12748" y="9555"/>
                  </a:lnTo>
                  <a:cubicBezTo>
                    <a:pt x="13046" y="9555"/>
                    <a:pt x="13046" y="9100"/>
                    <a:pt x="12748" y="9100"/>
                  </a:cubicBezTo>
                  <a:lnTo>
                    <a:pt x="12748" y="9107"/>
                  </a:lnTo>
                  <a:lnTo>
                    <a:pt x="6374" y="9107"/>
                  </a:lnTo>
                  <a:cubicBezTo>
                    <a:pt x="3859" y="9107"/>
                    <a:pt x="1824" y="7066"/>
                    <a:pt x="1824" y="4557"/>
                  </a:cubicBezTo>
                  <a:lnTo>
                    <a:pt x="1824" y="2340"/>
                  </a:lnTo>
                  <a:cubicBezTo>
                    <a:pt x="1818" y="2171"/>
                    <a:pt x="1729" y="2021"/>
                    <a:pt x="1580" y="1940"/>
                  </a:cubicBezTo>
                  <a:cubicBezTo>
                    <a:pt x="1167" y="1696"/>
                    <a:pt x="909" y="1248"/>
                    <a:pt x="909" y="767"/>
                  </a:cubicBezTo>
                  <a:lnTo>
                    <a:pt x="909"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7" name="Google Shape;14577;p66"/>
            <p:cNvSpPr/>
            <p:nvPr/>
          </p:nvSpPr>
          <p:spPr>
            <a:xfrm>
              <a:off x="2576519" y="2987497"/>
              <a:ext cx="287612" cy="244044"/>
            </a:xfrm>
            <a:custGeom>
              <a:avLst/>
              <a:gdLst/>
              <a:ahLst/>
              <a:cxnLst/>
              <a:rect l="l" t="t" r="r" b="b"/>
              <a:pathLst>
                <a:path w="10965" h="9304" extrusionOk="0">
                  <a:moveTo>
                    <a:pt x="5798" y="1"/>
                  </a:moveTo>
                  <a:cubicBezTo>
                    <a:pt x="2231" y="1"/>
                    <a:pt x="1" y="2896"/>
                    <a:pt x="292" y="6131"/>
                  </a:cubicBezTo>
                  <a:cubicBezTo>
                    <a:pt x="359" y="6810"/>
                    <a:pt x="1048" y="8074"/>
                    <a:pt x="2399" y="8074"/>
                  </a:cubicBezTo>
                  <a:cubicBezTo>
                    <a:pt x="2841" y="8074"/>
                    <a:pt x="3355" y="7938"/>
                    <a:pt x="3940" y="7602"/>
                  </a:cubicBezTo>
                  <a:cubicBezTo>
                    <a:pt x="4523" y="8646"/>
                    <a:pt x="5629" y="9297"/>
                    <a:pt x="6829" y="9304"/>
                  </a:cubicBezTo>
                  <a:cubicBezTo>
                    <a:pt x="9114" y="9304"/>
                    <a:pt x="10965" y="7453"/>
                    <a:pt x="10965" y="5168"/>
                  </a:cubicBezTo>
                  <a:cubicBezTo>
                    <a:pt x="10958" y="2313"/>
                    <a:pt x="8646" y="1"/>
                    <a:pt x="579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8" name="Google Shape;14578;p66"/>
            <p:cNvSpPr/>
            <p:nvPr/>
          </p:nvSpPr>
          <p:spPr>
            <a:xfrm>
              <a:off x="2576519" y="2987497"/>
              <a:ext cx="227860" cy="211676"/>
            </a:xfrm>
            <a:custGeom>
              <a:avLst/>
              <a:gdLst/>
              <a:ahLst/>
              <a:cxnLst/>
              <a:rect l="l" t="t" r="r" b="b"/>
              <a:pathLst>
                <a:path w="8687" h="8070" extrusionOk="0">
                  <a:moveTo>
                    <a:pt x="5798" y="1"/>
                  </a:moveTo>
                  <a:cubicBezTo>
                    <a:pt x="2231" y="1"/>
                    <a:pt x="1" y="2896"/>
                    <a:pt x="299" y="6131"/>
                  </a:cubicBezTo>
                  <a:cubicBezTo>
                    <a:pt x="360" y="6788"/>
                    <a:pt x="1011" y="7995"/>
                    <a:pt x="2286" y="8070"/>
                  </a:cubicBezTo>
                  <a:cubicBezTo>
                    <a:pt x="1899" y="7656"/>
                    <a:pt x="1696" y="7141"/>
                    <a:pt x="1662" y="6788"/>
                  </a:cubicBezTo>
                  <a:cubicBezTo>
                    <a:pt x="1364" y="3547"/>
                    <a:pt x="3594" y="652"/>
                    <a:pt x="7161" y="652"/>
                  </a:cubicBezTo>
                  <a:cubicBezTo>
                    <a:pt x="7676" y="652"/>
                    <a:pt x="8192" y="733"/>
                    <a:pt x="8687" y="882"/>
                  </a:cubicBezTo>
                  <a:cubicBezTo>
                    <a:pt x="7832" y="306"/>
                    <a:pt x="6829" y="1"/>
                    <a:pt x="5798"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79" name="Google Shape;14579;p66"/>
            <p:cNvSpPr/>
            <p:nvPr/>
          </p:nvSpPr>
          <p:spPr>
            <a:xfrm>
              <a:off x="2651930" y="3069308"/>
              <a:ext cx="146573" cy="122940"/>
            </a:xfrm>
            <a:custGeom>
              <a:avLst/>
              <a:gdLst/>
              <a:ahLst/>
              <a:cxnLst/>
              <a:rect l="l" t="t" r="r" b="b"/>
              <a:pathLst>
                <a:path w="5588" h="4687" extrusionOk="0">
                  <a:moveTo>
                    <a:pt x="3249" y="1"/>
                  </a:moveTo>
                  <a:cubicBezTo>
                    <a:pt x="2259" y="1"/>
                    <a:pt x="1275" y="591"/>
                    <a:pt x="740" y="1499"/>
                  </a:cubicBezTo>
                  <a:cubicBezTo>
                    <a:pt x="407" y="2049"/>
                    <a:pt x="1" y="3167"/>
                    <a:pt x="658" y="4686"/>
                  </a:cubicBezTo>
                  <a:cubicBezTo>
                    <a:pt x="801" y="4625"/>
                    <a:pt x="936" y="4557"/>
                    <a:pt x="1065" y="4476"/>
                  </a:cubicBezTo>
                  <a:cubicBezTo>
                    <a:pt x="645" y="3479"/>
                    <a:pt x="658" y="2517"/>
                    <a:pt x="1126" y="1730"/>
                  </a:cubicBezTo>
                  <a:cubicBezTo>
                    <a:pt x="1581" y="971"/>
                    <a:pt x="2435" y="462"/>
                    <a:pt x="3249" y="462"/>
                  </a:cubicBezTo>
                  <a:cubicBezTo>
                    <a:pt x="4293" y="462"/>
                    <a:pt x="5134" y="1303"/>
                    <a:pt x="5134" y="2347"/>
                  </a:cubicBezTo>
                  <a:cubicBezTo>
                    <a:pt x="5134" y="3154"/>
                    <a:pt x="4483" y="3812"/>
                    <a:pt x="3669" y="3812"/>
                  </a:cubicBezTo>
                  <a:cubicBezTo>
                    <a:pt x="3045" y="3812"/>
                    <a:pt x="2543" y="3310"/>
                    <a:pt x="2543" y="2686"/>
                  </a:cubicBezTo>
                  <a:cubicBezTo>
                    <a:pt x="2523" y="2252"/>
                    <a:pt x="2855" y="1879"/>
                    <a:pt x="3289" y="1852"/>
                  </a:cubicBezTo>
                  <a:cubicBezTo>
                    <a:pt x="3311" y="1850"/>
                    <a:pt x="3333" y="1849"/>
                    <a:pt x="3355" y="1849"/>
                  </a:cubicBezTo>
                  <a:cubicBezTo>
                    <a:pt x="3651" y="1849"/>
                    <a:pt x="3972" y="2023"/>
                    <a:pt x="4042" y="2503"/>
                  </a:cubicBezTo>
                  <a:cubicBezTo>
                    <a:pt x="4060" y="2635"/>
                    <a:pt x="4159" y="2696"/>
                    <a:pt x="4260" y="2696"/>
                  </a:cubicBezTo>
                  <a:cubicBezTo>
                    <a:pt x="4387" y="2696"/>
                    <a:pt x="4516" y="2601"/>
                    <a:pt x="4489" y="2435"/>
                  </a:cubicBezTo>
                  <a:cubicBezTo>
                    <a:pt x="4387" y="1707"/>
                    <a:pt x="3858" y="1394"/>
                    <a:pt x="3349" y="1394"/>
                  </a:cubicBezTo>
                  <a:cubicBezTo>
                    <a:pt x="3318" y="1394"/>
                    <a:pt x="3287" y="1395"/>
                    <a:pt x="3255" y="1398"/>
                  </a:cubicBezTo>
                  <a:cubicBezTo>
                    <a:pt x="2584" y="1438"/>
                    <a:pt x="2069" y="2008"/>
                    <a:pt x="2089" y="2686"/>
                  </a:cubicBezTo>
                  <a:cubicBezTo>
                    <a:pt x="2089" y="3561"/>
                    <a:pt x="2794" y="4266"/>
                    <a:pt x="3669" y="4266"/>
                  </a:cubicBezTo>
                  <a:cubicBezTo>
                    <a:pt x="4734" y="4266"/>
                    <a:pt x="5588" y="3405"/>
                    <a:pt x="5588" y="2347"/>
                  </a:cubicBezTo>
                  <a:cubicBezTo>
                    <a:pt x="5588" y="1052"/>
                    <a:pt x="4537" y="1"/>
                    <a:pt x="3249"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0" name="Google Shape;14580;p66"/>
            <p:cNvSpPr/>
            <p:nvPr/>
          </p:nvSpPr>
          <p:spPr>
            <a:xfrm>
              <a:off x="2517842" y="3062200"/>
              <a:ext cx="19935" cy="14610"/>
            </a:xfrm>
            <a:custGeom>
              <a:avLst/>
              <a:gdLst/>
              <a:ahLst/>
              <a:cxnLst/>
              <a:rect l="l" t="t" r="r" b="b"/>
              <a:pathLst>
                <a:path w="760" h="557" extrusionOk="0">
                  <a:moveTo>
                    <a:pt x="0" y="1"/>
                  </a:moveTo>
                  <a:lnTo>
                    <a:pt x="0" y="489"/>
                  </a:lnTo>
                  <a:cubicBezTo>
                    <a:pt x="149" y="530"/>
                    <a:pt x="305" y="550"/>
                    <a:pt x="461" y="557"/>
                  </a:cubicBezTo>
                  <a:cubicBezTo>
                    <a:pt x="759" y="557"/>
                    <a:pt x="759" y="96"/>
                    <a:pt x="461" y="96"/>
                  </a:cubicBezTo>
                  <a:cubicBezTo>
                    <a:pt x="298" y="96"/>
                    <a:pt x="149" y="62"/>
                    <a:pt x="0" y="1"/>
                  </a:cubicBezTo>
                  <a:close/>
                </a:path>
              </a:pathLst>
            </a:custGeom>
            <a:solidFill>
              <a:srgbClr val="C3CF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81" name="Google Shape;14581;p66"/>
          <p:cNvGrpSpPr/>
          <p:nvPr/>
        </p:nvGrpSpPr>
        <p:grpSpPr>
          <a:xfrm>
            <a:off x="3562329" y="3026896"/>
            <a:ext cx="370315" cy="281028"/>
            <a:chOff x="3589417" y="2950696"/>
            <a:chExt cx="370315" cy="281028"/>
          </a:xfrm>
        </p:grpSpPr>
        <p:sp>
          <p:nvSpPr>
            <p:cNvPr id="14582" name="Google Shape;14582;p66"/>
            <p:cNvSpPr/>
            <p:nvPr/>
          </p:nvSpPr>
          <p:spPr>
            <a:xfrm>
              <a:off x="3719098" y="2969083"/>
              <a:ext cx="110612" cy="83018"/>
            </a:xfrm>
            <a:custGeom>
              <a:avLst/>
              <a:gdLst/>
              <a:ahLst/>
              <a:cxnLst/>
              <a:rect l="l" t="t" r="r" b="b"/>
              <a:pathLst>
                <a:path w="4217" h="3165" extrusionOk="0">
                  <a:moveTo>
                    <a:pt x="566" y="0"/>
                  </a:moveTo>
                  <a:cubicBezTo>
                    <a:pt x="424" y="0"/>
                    <a:pt x="247" y="66"/>
                    <a:pt x="94" y="323"/>
                  </a:cubicBezTo>
                  <a:cubicBezTo>
                    <a:pt x="0" y="498"/>
                    <a:pt x="149" y="656"/>
                    <a:pt x="303" y="656"/>
                  </a:cubicBezTo>
                  <a:cubicBezTo>
                    <a:pt x="370" y="656"/>
                    <a:pt x="438" y="626"/>
                    <a:pt x="488" y="554"/>
                  </a:cubicBezTo>
                  <a:cubicBezTo>
                    <a:pt x="528" y="479"/>
                    <a:pt x="562" y="459"/>
                    <a:pt x="569" y="452"/>
                  </a:cubicBezTo>
                  <a:cubicBezTo>
                    <a:pt x="800" y="452"/>
                    <a:pt x="1403" y="1605"/>
                    <a:pt x="1871" y="3164"/>
                  </a:cubicBezTo>
                  <a:lnTo>
                    <a:pt x="2346" y="3164"/>
                  </a:lnTo>
                  <a:cubicBezTo>
                    <a:pt x="2813" y="1605"/>
                    <a:pt x="3417" y="452"/>
                    <a:pt x="3647" y="452"/>
                  </a:cubicBezTo>
                  <a:cubicBezTo>
                    <a:pt x="3654" y="452"/>
                    <a:pt x="3688" y="479"/>
                    <a:pt x="3736" y="554"/>
                  </a:cubicBezTo>
                  <a:cubicBezTo>
                    <a:pt x="3783" y="626"/>
                    <a:pt x="3850" y="656"/>
                    <a:pt x="3916" y="656"/>
                  </a:cubicBezTo>
                  <a:cubicBezTo>
                    <a:pt x="4068" y="656"/>
                    <a:pt x="4217" y="498"/>
                    <a:pt x="4122" y="323"/>
                  </a:cubicBezTo>
                  <a:lnTo>
                    <a:pt x="4129" y="323"/>
                  </a:lnTo>
                  <a:cubicBezTo>
                    <a:pt x="3977" y="66"/>
                    <a:pt x="3799" y="0"/>
                    <a:pt x="3658" y="0"/>
                  </a:cubicBezTo>
                  <a:cubicBezTo>
                    <a:pt x="3635" y="0"/>
                    <a:pt x="3614" y="2"/>
                    <a:pt x="3593" y="4"/>
                  </a:cubicBezTo>
                  <a:cubicBezTo>
                    <a:pt x="3010" y="79"/>
                    <a:pt x="2454" y="1415"/>
                    <a:pt x="2108" y="2418"/>
                  </a:cubicBezTo>
                  <a:cubicBezTo>
                    <a:pt x="1769" y="1415"/>
                    <a:pt x="1206" y="79"/>
                    <a:pt x="630" y="4"/>
                  </a:cubicBezTo>
                  <a:cubicBezTo>
                    <a:pt x="610" y="2"/>
                    <a:pt x="588" y="0"/>
                    <a:pt x="56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3" name="Google Shape;14583;p66"/>
            <p:cNvSpPr/>
            <p:nvPr/>
          </p:nvSpPr>
          <p:spPr>
            <a:xfrm>
              <a:off x="3589417" y="2950696"/>
              <a:ext cx="370315" cy="137865"/>
            </a:xfrm>
            <a:custGeom>
              <a:avLst/>
              <a:gdLst/>
              <a:ahLst/>
              <a:cxnLst/>
              <a:rect l="l" t="t" r="r" b="b"/>
              <a:pathLst>
                <a:path w="14118" h="5256" extrusionOk="0">
                  <a:moveTo>
                    <a:pt x="909" y="0"/>
                  </a:moveTo>
                  <a:cubicBezTo>
                    <a:pt x="0" y="0"/>
                    <a:pt x="7" y="455"/>
                    <a:pt x="7" y="685"/>
                  </a:cubicBezTo>
                  <a:cubicBezTo>
                    <a:pt x="7" y="1370"/>
                    <a:pt x="1418" y="2570"/>
                    <a:pt x="909" y="4096"/>
                  </a:cubicBezTo>
                  <a:cubicBezTo>
                    <a:pt x="570" y="5126"/>
                    <a:pt x="3818" y="5248"/>
                    <a:pt x="5459" y="5248"/>
                  </a:cubicBezTo>
                  <a:cubicBezTo>
                    <a:pt x="6008" y="5248"/>
                    <a:pt x="6571" y="5235"/>
                    <a:pt x="6571" y="5235"/>
                  </a:cubicBezTo>
                  <a:lnTo>
                    <a:pt x="6727" y="4923"/>
                  </a:lnTo>
                  <a:cubicBezTo>
                    <a:pt x="6829" y="4981"/>
                    <a:pt x="6942" y="5009"/>
                    <a:pt x="7056" y="5009"/>
                  </a:cubicBezTo>
                  <a:cubicBezTo>
                    <a:pt x="7169" y="5009"/>
                    <a:pt x="7283" y="4981"/>
                    <a:pt x="7385" y="4923"/>
                  </a:cubicBezTo>
                  <a:lnTo>
                    <a:pt x="7547" y="5242"/>
                  </a:lnTo>
                  <a:cubicBezTo>
                    <a:pt x="7547" y="5242"/>
                    <a:pt x="8110" y="5255"/>
                    <a:pt x="8659" y="5255"/>
                  </a:cubicBezTo>
                  <a:cubicBezTo>
                    <a:pt x="10300" y="5255"/>
                    <a:pt x="13548" y="5126"/>
                    <a:pt x="13209" y="4103"/>
                  </a:cubicBezTo>
                  <a:cubicBezTo>
                    <a:pt x="12701" y="2570"/>
                    <a:pt x="14111" y="1363"/>
                    <a:pt x="14111" y="685"/>
                  </a:cubicBezTo>
                  <a:cubicBezTo>
                    <a:pt x="14111" y="455"/>
                    <a:pt x="14118" y="0"/>
                    <a:pt x="13209" y="0"/>
                  </a:cubicBezTo>
                  <a:cubicBezTo>
                    <a:pt x="10565" y="0"/>
                    <a:pt x="8571" y="2577"/>
                    <a:pt x="7757" y="3980"/>
                  </a:cubicBezTo>
                  <a:cubicBezTo>
                    <a:pt x="7744" y="4004"/>
                    <a:pt x="7722" y="4016"/>
                    <a:pt x="7700" y="4016"/>
                  </a:cubicBezTo>
                  <a:cubicBezTo>
                    <a:pt x="7678" y="4016"/>
                    <a:pt x="7656" y="4004"/>
                    <a:pt x="7642" y="3980"/>
                  </a:cubicBezTo>
                  <a:cubicBezTo>
                    <a:pt x="7512" y="3755"/>
                    <a:pt x="7283" y="3641"/>
                    <a:pt x="7053" y="3641"/>
                  </a:cubicBezTo>
                  <a:cubicBezTo>
                    <a:pt x="6827" y="3641"/>
                    <a:pt x="6600" y="3752"/>
                    <a:pt x="6469" y="3974"/>
                  </a:cubicBezTo>
                  <a:cubicBezTo>
                    <a:pt x="6459" y="3997"/>
                    <a:pt x="6437" y="4009"/>
                    <a:pt x="6414" y="4009"/>
                  </a:cubicBezTo>
                  <a:cubicBezTo>
                    <a:pt x="6391" y="4009"/>
                    <a:pt x="6367" y="3997"/>
                    <a:pt x="6354" y="3974"/>
                  </a:cubicBezTo>
                  <a:cubicBezTo>
                    <a:pt x="5540" y="2570"/>
                    <a:pt x="3553" y="0"/>
                    <a:pt x="909"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4" name="Google Shape;14584;p66"/>
            <p:cNvSpPr/>
            <p:nvPr/>
          </p:nvSpPr>
          <p:spPr>
            <a:xfrm>
              <a:off x="3774574" y="3080535"/>
              <a:ext cx="162206" cy="151190"/>
            </a:xfrm>
            <a:custGeom>
              <a:avLst/>
              <a:gdLst/>
              <a:ahLst/>
              <a:cxnLst/>
              <a:rect l="l" t="t" r="r" b="b"/>
              <a:pathLst>
                <a:path w="6184" h="5764" extrusionOk="0">
                  <a:moveTo>
                    <a:pt x="4218" y="0"/>
                  </a:moveTo>
                  <a:lnTo>
                    <a:pt x="0" y="54"/>
                  </a:lnTo>
                  <a:lnTo>
                    <a:pt x="0" y="2428"/>
                  </a:lnTo>
                  <a:cubicBezTo>
                    <a:pt x="0" y="2428"/>
                    <a:pt x="1153" y="5675"/>
                    <a:pt x="2048" y="5750"/>
                  </a:cubicBezTo>
                  <a:cubicBezTo>
                    <a:pt x="2156" y="5757"/>
                    <a:pt x="2272" y="5764"/>
                    <a:pt x="2394" y="5764"/>
                  </a:cubicBezTo>
                  <a:cubicBezTo>
                    <a:pt x="3241" y="5764"/>
                    <a:pt x="4299" y="5479"/>
                    <a:pt x="5235" y="4157"/>
                  </a:cubicBezTo>
                  <a:cubicBezTo>
                    <a:pt x="6184" y="2807"/>
                    <a:pt x="5845" y="1024"/>
                    <a:pt x="421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5" name="Google Shape;14585;p66"/>
            <p:cNvSpPr/>
            <p:nvPr/>
          </p:nvSpPr>
          <p:spPr>
            <a:xfrm>
              <a:off x="3786483" y="3097191"/>
              <a:ext cx="129157" cy="122809"/>
            </a:xfrm>
            <a:custGeom>
              <a:avLst/>
              <a:gdLst/>
              <a:ahLst/>
              <a:cxnLst/>
              <a:rect l="l" t="t" r="r" b="b"/>
              <a:pathLst>
                <a:path w="4924" h="4682" extrusionOk="0">
                  <a:moveTo>
                    <a:pt x="3688" y="0"/>
                  </a:moveTo>
                  <a:cubicBezTo>
                    <a:pt x="3672" y="0"/>
                    <a:pt x="3657" y="1"/>
                    <a:pt x="3642" y="2"/>
                  </a:cubicBezTo>
                  <a:cubicBezTo>
                    <a:pt x="2874" y="78"/>
                    <a:pt x="2100" y="118"/>
                    <a:pt x="1326" y="118"/>
                  </a:cubicBezTo>
                  <a:cubicBezTo>
                    <a:pt x="1266" y="118"/>
                    <a:pt x="1206" y="118"/>
                    <a:pt x="1146" y="118"/>
                  </a:cubicBezTo>
                  <a:cubicBezTo>
                    <a:pt x="597" y="118"/>
                    <a:pt x="27" y="104"/>
                    <a:pt x="21" y="104"/>
                  </a:cubicBezTo>
                  <a:lnTo>
                    <a:pt x="0" y="111"/>
                  </a:lnTo>
                  <a:lnTo>
                    <a:pt x="0" y="1718"/>
                  </a:lnTo>
                  <a:cubicBezTo>
                    <a:pt x="577" y="3318"/>
                    <a:pt x="1336" y="4593"/>
                    <a:pt x="1634" y="4668"/>
                  </a:cubicBezTo>
                  <a:cubicBezTo>
                    <a:pt x="1736" y="4674"/>
                    <a:pt x="1838" y="4681"/>
                    <a:pt x="1940" y="4681"/>
                  </a:cubicBezTo>
                  <a:cubicBezTo>
                    <a:pt x="2930" y="4681"/>
                    <a:pt x="3736" y="4213"/>
                    <a:pt x="4408" y="3264"/>
                  </a:cubicBezTo>
                  <a:cubicBezTo>
                    <a:pt x="4781" y="2749"/>
                    <a:pt x="4923" y="2104"/>
                    <a:pt x="4808" y="1481"/>
                  </a:cubicBezTo>
                  <a:cubicBezTo>
                    <a:pt x="4693" y="959"/>
                    <a:pt x="4415" y="484"/>
                    <a:pt x="4014" y="125"/>
                  </a:cubicBezTo>
                  <a:cubicBezTo>
                    <a:pt x="3924" y="46"/>
                    <a:pt x="3807" y="0"/>
                    <a:pt x="3688" y="0"/>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6" name="Google Shape;14586;p66"/>
            <p:cNvSpPr/>
            <p:nvPr/>
          </p:nvSpPr>
          <p:spPr>
            <a:xfrm>
              <a:off x="3801591" y="2978054"/>
              <a:ext cx="130757" cy="98415"/>
            </a:xfrm>
            <a:custGeom>
              <a:avLst/>
              <a:gdLst/>
              <a:ahLst/>
              <a:cxnLst/>
              <a:rect l="l" t="t" r="r" b="b"/>
              <a:pathLst>
                <a:path w="4985" h="3752" extrusionOk="0">
                  <a:moveTo>
                    <a:pt x="3253" y="1"/>
                  </a:moveTo>
                  <a:cubicBezTo>
                    <a:pt x="3229" y="1"/>
                    <a:pt x="3205" y="1"/>
                    <a:pt x="3181" y="1"/>
                  </a:cubicBezTo>
                  <a:cubicBezTo>
                    <a:pt x="3099" y="1"/>
                    <a:pt x="3018" y="29"/>
                    <a:pt x="2944" y="69"/>
                  </a:cubicBezTo>
                  <a:cubicBezTo>
                    <a:pt x="1547" y="930"/>
                    <a:pt x="564" y="2429"/>
                    <a:pt x="123" y="3243"/>
                  </a:cubicBezTo>
                  <a:cubicBezTo>
                    <a:pt x="1" y="3466"/>
                    <a:pt x="157" y="3744"/>
                    <a:pt x="414" y="3751"/>
                  </a:cubicBezTo>
                  <a:lnTo>
                    <a:pt x="570" y="3751"/>
                  </a:lnTo>
                  <a:cubicBezTo>
                    <a:pt x="3561" y="3751"/>
                    <a:pt x="4537" y="3351"/>
                    <a:pt x="4686" y="3182"/>
                  </a:cubicBezTo>
                  <a:cubicBezTo>
                    <a:pt x="4408" y="2334"/>
                    <a:pt x="4612" y="1595"/>
                    <a:pt x="4896" y="978"/>
                  </a:cubicBezTo>
                  <a:cubicBezTo>
                    <a:pt x="4984" y="802"/>
                    <a:pt x="4944" y="585"/>
                    <a:pt x="4795" y="456"/>
                  </a:cubicBezTo>
                  <a:cubicBezTo>
                    <a:pt x="4531" y="225"/>
                    <a:pt x="4069" y="1"/>
                    <a:pt x="3253"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7" name="Google Shape;14587;p66"/>
            <p:cNvSpPr/>
            <p:nvPr/>
          </p:nvSpPr>
          <p:spPr>
            <a:xfrm>
              <a:off x="3803558" y="2978054"/>
              <a:ext cx="127556" cy="90415"/>
            </a:xfrm>
            <a:custGeom>
              <a:avLst/>
              <a:gdLst/>
              <a:ahLst/>
              <a:cxnLst/>
              <a:rect l="l" t="t" r="r" b="b"/>
              <a:pathLst>
                <a:path w="4863" h="3447" extrusionOk="0">
                  <a:moveTo>
                    <a:pt x="3177" y="1"/>
                  </a:moveTo>
                  <a:cubicBezTo>
                    <a:pt x="3154" y="1"/>
                    <a:pt x="3130" y="1"/>
                    <a:pt x="3106" y="1"/>
                  </a:cubicBezTo>
                  <a:cubicBezTo>
                    <a:pt x="3018" y="1"/>
                    <a:pt x="2936" y="29"/>
                    <a:pt x="2869" y="69"/>
                  </a:cubicBezTo>
                  <a:cubicBezTo>
                    <a:pt x="1472" y="930"/>
                    <a:pt x="489" y="2429"/>
                    <a:pt x="48" y="3243"/>
                  </a:cubicBezTo>
                  <a:cubicBezTo>
                    <a:pt x="14" y="3304"/>
                    <a:pt x="0" y="3378"/>
                    <a:pt x="14" y="3446"/>
                  </a:cubicBezTo>
                  <a:cubicBezTo>
                    <a:pt x="1736" y="2700"/>
                    <a:pt x="3648" y="1547"/>
                    <a:pt x="4862" y="774"/>
                  </a:cubicBezTo>
                  <a:cubicBezTo>
                    <a:pt x="4862" y="652"/>
                    <a:pt x="4808" y="537"/>
                    <a:pt x="4720" y="456"/>
                  </a:cubicBezTo>
                  <a:cubicBezTo>
                    <a:pt x="4456" y="225"/>
                    <a:pt x="3988" y="1"/>
                    <a:pt x="3177" y="1"/>
                  </a:cubicBezTo>
                  <a:close/>
                </a:path>
              </a:pathLst>
            </a:custGeom>
            <a:solidFill>
              <a:srgbClr val="C0C9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8" name="Google Shape;14588;p66"/>
            <p:cNvSpPr/>
            <p:nvPr/>
          </p:nvSpPr>
          <p:spPr>
            <a:xfrm>
              <a:off x="3926813" y="2960637"/>
              <a:ext cx="20302" cy="20486"/>
            </a:xfrm>
            <a:custGeom>
              <a:avLst/>
              <a:gdLst/>
              <a:ahLst/>
              <a:cxnLst/>
              <a:rect l="l" t="t" r="r" b="b"/>
              <a:pathLst>
                <a:path w="774" h="781" extrusionOk="0">
                  <a:moveTo>
                    <a:pt x="387" y="1"/>
                  </a:moveTo>
                  <a:cubicBezTo>
                    <a:pt x="170" y="1"/>
                    <a:pt x="0" y="177"/>
                    <a:pt x="0" y="387"/>
                  </a:cubicBezTo>
                  <a:cubicBezTo>
                    <a:pt x="0" y="604"/>
                    <a:pt x="170" y="781"/>
                    <a:pt x="387" y="781"/>
                  </a:cubicBezTo>
                  <a:cubicBezTo>
                    <a:pt x="597" y="781"/>
                    <a:pt x="773" y="604"/>
                    <a:pt x="773" y="387"/>
                  </a:cubicBezTo>
                  <a:cubicBezTo>
                    <a:pt x="773" y="177"/>
                    <a:pt x="597" y="1"/>
                    <a:pt x="38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9" name="Google Shape;14589;p66"/>
            <p:cNvSpPr/>
            <p:nvPr/>
          </p:nvSpPr>
          <p:spPr>
            <a:xfrm>
              <a:off x="3786483" y="3099919"/>
              <a:ext cx="127373" cy="111530"/>
            </a:xfrm>
            <a:custGeom>
              <a:avLst/>
              <a:gdLst/>
              <a:ahLst/>
              <a:cxnLst/>
              <a:rect l="l" t="t" r="r" b="b"/>
              <a:pathLst>
                <a:path w="4856" h="4252" extrusionOk="0">
                  <a:moveTo>
                    <a:pt x="0" y="0"/>
                  </a:moveTo>
                  <a:lnTo>
                    <a:pt x="0" y="427"/>
                  </a:lnTo>
                  <a:lnTo>
                    <a:pt x="3228" y="4252"/>
                  </a:lnTo>
                  <a:cubicBezTo>
                    <a:pt x="3364" y="4177"/>
                    <a:pt x="3492" y="4096"/>
                    <a:pt x="3614" y="4001"/>
                  </a:cubicBezTo>
                  <a:lnTo>
                    <a:pt x="1641" y="1661"/>
                  </a:lnTo>
                  <a:lnTo>
                    <a:pt x="4849" y="1872"/>
                  </a:lnTo>
                  <a:cubicBezTo>
                    <a:pt x="4855" y="1716"/>
                    <a:pt x="4842" y="1567"/>
                    <a:pt x="4815" y="1411"/>
                  </a:cubicBezTo>
                  <a:lnTo>
                    <a:pt x="4245" y="1377"/>
                  </a:lnTo>
                  <a:lnTo>
                    <a:pt x="1940" y="7"/>
                  </a:lnTo>
                  <a:cubicBezTo>
                    <a:pt x="1689" y="14"/>
                    <a:pt x="1424" y="14"/>
                    <a:pt x="1146" y="14"/>
                  </a:cubicBezTo>
                  <a:lnTo>
                    <a:pt x="1065" y="14"/>
                  </a:lnTo>
                  <a:lnTo>
                    <a:pt x="3242" y="1309"/>
                  </a:lnTo>
                  <a:lnTo>
                    <a:pt x="1234" y="1173"/>
                  </a:lnTo>
                  <a:lnTo>
                    <a:pt x="238" y="7"/>
                  </a:lnTo>
                  <a:lnTo>
                    <a:pt x="21" y="0"/>
                  </a:lnTo>
                  <a:close/>
                </a:path>
              </a:pathLst>
            </a:custGeom>
            <a:solidFill>
              <a:srgbClr val="5D74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0" name="Google Shape;14590;p66"/>
            <p:cNvSpPr/>
            <p:nvPr/>
          </p:nvSpPr>
          <p:spPr>
            <a:xfrm>
              <a:off x="3859979" y="3157887"/>
              <a:ext cx="51909" cy="38978"/>
            </a:xfrm>
            <a:custGeom>
              <a:avLst/>
              <a:gdLst/>
              <a:ahLst/>
              <a:cxnLst/>
              <a:rect l="l" t="t" r="r" b="b"/>
              <a:pathLst>
                <a:path w="1979" h="1486" extrusionOk="0">
                  <a:moveTo>
                    <a:pt x="160" y="0"/>
                  </a:moveTo>
                  <a:cubicBezTo>
                    <a:pt x="57" y="0"/>
                    <a:pt x="0" y="125"/>
                    <a:pt x="67" y="211"/>
                  </a:cubicBezTo>
                  <a:lnTo>
                    <a:pt x="1145" y="1486"/>
                  </a:lnTo>
                  <a:cubicBezTo>
                    <a:pt x="1314" y="1316"/>
                    <a:pt x="1470" y="1140"/>
                    <a:pt x="1606" y="943"/>
                  </a:cubicBezTo>
                  <a:cubicBezTo>
                    <a:pt x="1782" y="692"/>
                    <a:pt x="1904" y="414"/>
                    <a:pt x="1979" y="123"/>
                  </a:cubicBezTo>
                  <a:lnTo>
                    <a:pt x="168" y="1"/>
                  </a:lnTo>
                  <a:cubicBezTo>
                    <a:pt x="166" y="0"/>
                    <a:pt x="163" y="0"/>
                    <a:pt x="160" y="0"/>
                  </a:cubicBezTo>
                  <a:close/>
                </a:path>
              </a:pathLst>
            </a:custGeom>
            <a:solidFill>
              <a:srgbClr val="C0C9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1" name="Google Shape;14591;p66"/>
            <p:cNvSpPr/>
            <p:nvPr/>
          </p:nvSpPr>
          <p:spPr>
            <a:xfrm>
              <a:off x="3811191" y="3046200"/>
              <a:ext cx="113340" cy="30269"/>
            </a:xfrm>
            <a:custGeom>
              <a:avLst/>
              <a:gdLst/>
              <a:ahLst/>
              <a:cxnLst/>
              <a:rect l="l" t="t" r="r" b="b"/>
              <a:pathLst>
                <a:path w="4321" h="1154" extrusionOk="0">
                  <a:moveTo>
                    <a:pt x="4198" y="0"/>
                  </a:moveTo>
                  <a:cubicBezTo>
                    <a:pt x="2849" y="543"/>
                    <a:pt x="1438" y="923"/>
                    <a:pt x="1" y="1146"/>
                  </a:cubicBezTo>
                  <a:cubicBezTo>
                    <a:pt x="21" y="1146"/>
                    <a:pt x="35" y="1146"/>
                    <a:pt x="48" y="1153"/>
                  </a:cubicBezTo>
                  <a:lnTo>
                    <a:pt x="204" y="1153"/>
                  </a:lnTo>
                  <a:cubicBezTo>
                    <a:pt x="3201" y="1153"/>
                    <a:pt x="4171" y="760"/>
                    <a:pt x="4320" y="590"/>
                  </a:cubicBezTo>
                  <a:cubicBezTo>
                    <a:pt x="4259" y="394"/>
                    <a:pt x="4218" y="197"/>
                    <a:pt x="4198"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2" name="Google Shape;14592;p66"/>
            <p:cNvSpPr/>
            <p:nvPr/>
          </p:nvSpPr>
          <p:spPr>
            <a:xfrm>
              <a:off x="3612368" y="3080535"/>
              <a:ext cx="162233" cy="151190"/>
            </a:xfrm>
            <a:custGeom>
              <a:avLst/>
              <a:gdLst/>
              <a:ahLst/>
              <a:cxnLst/>
              <a:rect l="l" t="t" r="r" b="b"/>
              <a:pathLst>
                <a:path w="6185" h="5764" extrusionOk="0">
                  <a:moveTo>
                    <a:pt x="1966" y="0"/>
                  </a:moveTo>
                  <a:cubicBezTo>
                    <a:pt x="339" y="1024"/>
                    <a:pt x="0" y="2807"/>
                    <a:pt x="949" y="4157"/>
                  </a:cubicBezTo>
                  <a:cubicBezTo>
                    <a:pt x="1885" y="5472"/>
                    <a:pt x="2943" y="5764"/>
                    <a:pt x="3790" y="5764"/>
                  </a:cubicBezTo>
                  <a:cubicBezTo>
                    <a:pt x="3913" y="5764"/>
                    <a:pt x="4028" y="5757"/>
                    <a:pt x="4136" y="5750"/>
                  </a:cubicBezTo>
                  <a:cubicBezTo>
                    <a:pt x="5031" y="5675"/>
                    <a:pt x="6184" y="2428"/>
                    <a:pt x="6184" y="2428"/>
                  </a:cubicBezTo>
                  <a:lnTo>
                    <a:pt x="6184" y="54"/>
                  </a:lnTo>
                  <a:lnTo>
                    <a:pt x="1966"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3" name="Google Shape;14593;p66"/>
            <p:cNvSpPr/>
            <p:nvPr/>
          </p:nvSpPr>
          <p:spPr>
            <a:xfrm>
              <a:off x="3633509" y="3097296"/>
              <a:ext cx="129157" cy="122704"/>
            </a:xfrm>
            <a:custGeom>
              <a:avLst/>
              <a:gdLst/>
              <a:ahLst/>
              <a:cxnLst/>
              <a:rect l="l" t="t" r="r" b="b"/>
              <a:pathLst>
                <a:path w="4924" h="4678" extrusionOk="0">
                  <a:moveTo>
                    <a:pt x="1220" y="1"/>
                  </a:moveTo>
                  <a:cubicBezTo>
                    <a:pt x="1106" y="1"/>
                    <a:pt x="996" y="47"/>
                    <a:pt x="910" y="127"/>
                  </a:cubicBezTo>
                  <a:cubicBezTo>
                    <a:pt x="510" y="480"/>
                    <a:pt x="232" y="955"/>
                    <a:pt x="116" y="1483"/>
                  </a:cubicBezTo>
                  <a:cubicBezTo>
                    <a:pt x="1" y="2107"/>
                    <a:pt x="143" y="2751"/>
                    <a:pt x="516" y="3260"/>
                  </a:cubicBezTo>
                  <a:cubicBezTo>
                    <a:pt x="1188" y="4216"/>
                    <a:pt x="1995" y="4677"/>
                    <a:pt x="2984" y="4677"/>
                  </a:cubicBezTo>
                  <a:cubicBezTo>
                    <a:pt x="3086" y="4677"/>
                    <a:pt x="3188" y="4670"/>
                    <a:pt x="3296" y="4664"/>
                  </a:cubicBezTo>
                  <a:cubicBezTo>
                    <a:pt x="3588" y="4589"/>
                    <a:pt x="4347" y="3321"/>
                    <a:pt x="4924" y="1721"/>
                  </a:cubicBezTo>
                  <a:lnTo>
                    <a:pt x="4924" y="107"/>
                  </a:lnTo>
                  <a:lnTo>
                    <a:pt x="4903" y="100"/>
                  </a:lnTo>
                  <a:cubicBezTo>
                    <a:pt x="4897" y="100"/>
                    <a:pt x="4327" y="114"/>
                    <a:pt x="3778" y="114"/>
                  </a:cubicBezTo>
                  <a:cubicBezTo>
                    <a:pt x="3709" y="114"/>
                    <a:pt x="3640" y="115"/>
                    <a:pt x="3571" y="115"/>
                  </a:cubicBezTo>
                  <a:cubicBezTo>
                    <a:pt x="2806" y="115"/>
                    <a:pt x="2041" y="80"/>
                    <a:pt x="1283" y="5"/>
                  </a:cubicBezTo>
                  <a:cubicBezTo>
                    <a:pt x="1262" y="2"/>
                    <a:pt x="1241" y="1"/>
                    <a:pt x="1220"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4" name="Google Shape;14594;p66"/>
            <p:cNvSpPr/>
            <p:nvPr/>
          </p:nvSpPr>
          <p:spPr>
            <a:xfrm>
              <a:off x="3616801" y="2978054"/>
              <a:ext cx="130757" cy="98415"/>
            </a:xfrm>
            <a:custGeom>
              <a:avLst/>
              <a:gdLst/>
              <a:ahLst/>
              <a:cxnLst/>
              <a:rect l="l" t="t" r="r" b="b"/>
              <a:pathLst>
                <a:path w="4985" h="3752" extrusionOk="0">
                  <a:moveTo>
                    <a:pt x="1732" y="1"/>
                  </a:moveTo>
                  <a:cubicBezTo>
                    <a:pt x="916" y="1"/>
                    <a:pt x="454" y="225"/>
                    <a:pt x="190" y="456"/>
                  </a:cubicBezTo>
                  <a:cubicBezTo>
                    <a:pt x="41" y="591"/>
                    <a:pt x="1" y="802"/>
                    <a:pt x="89" y="985"/>
                  </a:cubicBezTo>
                  <a:cubicBezTo>
                    <a:pt x="374" y="1595"/>
                    <a:pt x="577" y="2341"/>
                    <a:pt x="299" y="3188"/>
                  </a:cubicBezTo>
                  <a:cubicBezTo>
                    <a:pt x="448" y="3358"/>
                    <a:pt x="1418" y="3751"/>
                    <a:pt x="4415" y="3751"/>
                  </a:cubicBezTo>
                  <a:lnTo>
                    <a:pt x="4571" y="3751"/>
                  </a:lnTo>
                  <a:cubicBezTo>
                    <a:pt x="4828" y="3744"/>
                    <a:pt x="4984" y="3473"/>
                    <a:pt x="4862" y="3249"/>
                  </a:cubicBezTo>
                  <a:cubicBezTo>
                    <a:pt x="4422" y="2429"/>
                    <a:pt x="3438" y="937"/>
                    <a:pt x="2042" y="76"/>
                  </a:cubicBezTo>
                  <a:cubicBezTo>
                    <a:pt x="1967" y="29"/>
                    <a:pt x="1886" y="8"/>
                    <a:pt x="1804" y="1"/>
                  </a:cubicBezTo>
                  <a:cubicBezTo>
                    <a:pt x="1780" y="1"/>
                    <a:pt x="1756" y="1"/>
                    <a:pt x="1732"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5" name="Google Shape;14595;p66"/>
            <p:cNvSpPr/>
            <p:nvPr/>
          </p:nvSpPr>
          <p:spPr>
            <a:xfrm>
              <a:off x="3618060" y="2978054"/>
              <a:ext cx="127373" cy="90415"/>
            </a:xfrm>
            <a:custGeom>
              <a:avLst/>
              <a:gdLst/>
              <a:ahLst/>
              <a:cxnLst/>
              <a:rect l="l" t="t" r="r" b="b"/>
              <a:pathLst>
                <a:path w="4856" h="3447" extrusionOk="0">
                  <a:moveTo>
                    <a:pt x="1684" y="1"/>
                  </a:moveTo>
                  <a:cubicBezTo>
                    <a:pt x="868" y="1"/>
                    <a:pt x="406" y="225"/>
                    <a:pt x="142" y="456"/>
                  </a:cubicBezTo>
                  <a:cubicBezTo>
                    <a:pt x="48" y="537"/>
                    <a:pt x="0" y="652"/>
                    <a:pt x="0" y="774"/>
                  </a:cubicBezTo>
                  <a:cubicBezTo>
                    <a:pt x="1214" y="1547"/>
                    <a:pt x="3126" y="2700"/>
                    <a:pt x="4848" y="3446"/>
                  </a:cubicBezTo>
                  <a:cubicBezTo>
                    <a:pt x="4855" y="3378"/>
                    <a:pt x="4841" y="3304"/>
                    <a:pt x="4814" y="3243"/>
                  </a:cubicBezTo>
                  <a:cubicBezTo>
                    <a:pt x="4374" y="2429"/>
                    <a:pt x="3390" y="930"/>
                    <a:pt x="1994" y="69"/>
                  </a:cubicBezTo>
                  <a:cubicBezTo>
                    <a:pt x="1919" y="29"/>
                    <a:pt x="1838" y="1"/>
                    <a:pt x="1756" y="1"/>
                  </a:cubicBezTo>
                  <a:cubicBezTo>
                    <a:pt x="1732" y="1"/>
                    <a:pt x="1708" y="1"/>
                    <a:pt x="1684" y="1"/>
                  </a:cubicBezTo>
                  <a:close/>
                </a:path>
              </a:pathLst>
            </a:custGeom>
            <a:solidFill>
              <a:srgbClr val="C0C9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6" name="Google Shape;14596;p66"/>
            <p:cNvSpPr/>
            <p:nvPr/>
          </p:nvSpPr>
          <p:spPr>
            <a:xfrm>
              <a:off x="3768699" y="3136142"/>
              <a:ext cx="11935" cy="65339"/>
            </a:xfrm>
            <a:custGeom>
              <a:avLst/>
              <a:gdLst/>
              <a:ahLst/>
              <a:cxnLst/>
              <a:rect l="l" t="t" r="r" b="b"/>
              <a:pathLst>
                <a:path w="455" h="2491" extrusionOk="0">
                  <a:moveTo>
                    <a:pt x="225" y="1"/>
                  </a:moveTo>
                  <a:cubicBezTo>
                    <a:pt x="116" y="1"/>
                    <a:pt x="7" y="74"/>
                    <a:pt x="0" y="219"/>
                  </a:cubicBezTo>
                  <a:lnTo>
                    <a:pt x="0" y="2260"/>
                  </a:lnTo>
                  <a:cubicBezTo>
                    <a:pt x="0" y="2389"/>
                    <a:pt x="102" y="2491"/>
                    <a:pt x="231" y="2491"/>
                  </a:cubicBezTo>
                  <a:cubicBezTo>
                    <a:pt x="353" y="2491"/>
                    <a:pt x="455" y="2389"/>
                    <a:pt x="455" y="2267"/>
                  </a:cubicBezTo>
                  <a:lnTo>
                    <a:pt x="455" y="219"/>
                  </a:lnTo>
                  <a:cubicBezTo>
                    <a:pt x="444" y="74"/>
                    <a:pt x="334" y="1"/>
                    <a:pt x="225"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7" name="Google Shape;14597;p66"/>
            <p:cNvSpPr/>
            <p:nvPr/>
          </p:nvSpPr>
          <p:spPr>
            <a:xfrm>
              <a:off x="3602033" y="2960637"/>
              <a:ext cx="20302" cy="20486"/>
            </a:xfrm>
            <a:custGeom>
              <a:avLst/>
              <a:gdLst/>
              <a:ahLst/>
              <a:cxnLst/>
              <a:rect l="l" t="t" r="r" b="b"/>
              <a:pathLst>
                <a:path w="774" h="781" extrusionOk="0">
                  <a:moveTo>
                    <a:pt x="387" y="1"/>
                  </a:moveTo>
                  <a:cubicBezTo>
                    <a:pt x="177" y="1"/>
                    <a:pt x="1" y="177"/>
                    <a:pt x="1" y="387"/>
                  </a:cubicBezTo>
                  <a:cubicBezTo>
                    <a:pt x="1" y="604"/>
                    <a:pt x="177" y="781"/>
                    <a:pt x="387" y="781"/>
                  </a:cubicBezTo>
                  <a:cubicBezTo>
                    <a:pt x="604" y="781"/>
                    <a:pt x="774" y="604"/>
                    <a:pt x="774" y="387"/>
                  </a:cubicBezTo>
                  <a:cubicBezTo>
                    <a:pt x="774" y="177"/>
                    <a:pt x="604" y="1"/>
                    <a:pt x="38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8" name="Google Shape;14598;p66"/>
            <p:cNvSpPr/>
            <p:nvPr/>
          </p:nvSpPr>
          <p:spPr>
            <a:xfrm>
              <a:off x="3635293" y="3099919"/>
              <a:ext cx="127373" cy="111530"/>
            </a:xfrm>
            <a:custGeom>
              <a:avLst/>
              <a:gdLst/>
              <a:ahLst/>
              <a:cxnLst/>
              <a:rect l="l" t="t" r="r" b="b"/>
              <a:pathLst>
                <a:path w="4856" h="4252" extrusionOk="0">
                  <a:moveTo>
                    <a:pt x="2916" y="0"/>
                  </a:moveTo>
                  <a:lnTo>
                    <a:pt x="611" y="1370"/>
                  </a:lnTo>
                  <a:lnTo>
                    <a:pt x="41" y="1411"/>
                  </a:lnTo>
                  <a:cubicBezTo>
                    <a:pt x="14" y="1560"/>
                    <a:pt x="1" y="1716"/>
                    <a:pt x="8" y="1872"/>
                  </a:cubicBezTo>
                  <a:lnTo>
                    <a:pt x="3215" y="1655"/>
                  </a:lnTo>
                  <a:lnTo>
                    <a:pt x="1242" y="4001"/>
                  </a:lnTo>
                  <a:cubicBezTo>
                    <a:pt x="1364" y="4089"/>
                    <a:pt x="1493" y="4177"/>
                    <a:pt x="1628" y="4252"/>
                  </a:cubicBezTo>
                  <a:lnTo>
                    <a:pt x="4856" y="427"/>
                  </a:lnTo>
                  <a:lnTo>
                    <a:pt x="4856" y="0"/>
                  </a:lnTo>
                  <a:lnTo>
                    <a:pt x="4835" y="0"/>
                  </a:lnTo>
                  <a:lnTo>
                    <a:pt x="4618" y="7"/>
                  </a:lnTo>
                  <a:lnTo>
                    <a:pt x="3628" y="1173"/>
                  </a:lnTo>
                  <a:lnTo>
                    <a:pt x="1615" y="1309"/>
                  </a:lnTo>
                  <a:lnTo>
                    <a:pt x="3791" y="14"/>
                  </a:lnTo>
                  <a:lnTo>
                    <a:pt x="3710" y="14"/>
                  </a:lnTo>
                  <a:cubicBezTo>
                    <a:pt x="3432" y="14"/>
                    <a:pt x="3167" y="14"/>
                    <a:pt x="2916" y="0"/>
                  </a:cubicBezTo>
                  <a:close/>
                </a:path>
              </a:pathLst>
            </a:custGeom>
            <a:solidFill>
              <a:srgbClr val="5D74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9" name="Google Shape;14599;p66"/>
            <p:cNvSpPr/>
            <p:nvPr/>
          </p:nvSpPr>
          <p:spPr>
            <a:xfrm>
              <a:off x="3756764" y="3070043"/>
              <a:ext cx="35778" cy="77746"/>
            </a:xfrm>
            <a:custGeom>
              <a:avLst/>
              <a:gdLst/>
              <a:ahLst/>
              <a:cxnLst/>
              <a:rect l="l" t="t" r="r" b="b"/>
              <a:pathLst>
                <a:path w="1364" h="2964" extrusionOk="0">
                  <a:moveTo>
                    <a:pt x="686" y="0"/>
                  </a:moveTo>
                  <a:cubicBezTo>
                    <a:pt x="306" y="0"/>
                    <a:pt x="1" y="665"/>
                    <a:pt x="1" y="1485"/>
                  </a:cubicBezTo>
                  <a:cubicBezTo>
                    <a:pt x="1" y="2299"/>
                    <a:pt x="306" y="2963"/>
                    <a:pt x="686" y="2963"/>
                  </a:cubicBezTo>
                  <a:cubicBezTo>
                    <a:pt x="1059" y="2963"/>
                    <a:pt x="1364" y="2299"/>
                    <a:pt x="1364" y="1485"/>
                  </a:cubicBezTo>
                  <a:cubicBezTo>
                    <a:pt x="1364" y="665"/>
                    <a:pt x="1059" y="0"/>
                    <a:pt x="68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0" name="Google Shape;14600;p66"/>
            <p:cNvSpPr/>
            <p:nvPr/>
          </p:nvSpPr>
          <p:spPr>
            <a:xfrm>
              <a:off x="3637260" y="3157887"/>
              <a:ext cx="51909" cy="38978"/>
            </a:xfrm>
            <a:custGeom>
              <a:avLst/>
              <a:gdLst/>
              <a:ahLst/>
              <a:cxnLst/>
              <a:rect l="l" t="t" r="r" b="b"/>
              <a:pathLst>
                <a:path w="1979" h="1486" extrusionOk="0">
                  <a:moveTo>
                    <a:pt x="1819" y="0"/>
                  </a:moveTo>
                  <a:cubicBezTo>
                    <a:pt x="1816" y="0"/>
                    <a:pt x="1814" y="0"/>
                    <a:pt x="1811" y="1"/>
                  </a:cubicBezTo>
                  <a:lnTo>
                    <a:pt x="0" y="123"/>
                  </a:lnTo>
                  <a:cubicBezTo>
                    <a:pt x="68" y="414"/>
                    <a:pt x="197" y="692"/>
                    <a:pt x="373" y="943"/>
                  </a:cubicBezTo>
                  <a:cubicBezTo>
                    <a:pt x="509" y="1140"/>
                    <a:pt x="665" y="1316"/>
                    <a:pt x="834" y="1486"/>
                  </a:cubicBezTo>
                  <a:lnTo>
                    <a:pt x="1913" y="211"/>
                  </a:lnTo>
                  <a:cubicBezTo>
                    <a:pt x="1979" y="125"/>
                    <a:pt x="1922" y="0"/>
                    <a:pt x="1819" y="0"/>
                  </a:cubicBezTo>
                  <a:close/>
                </a:path>
              </a:pathLst>
            </a:custGeom>
            <a:solidFill>
              <a:srgbClr val="C0C9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1" name="Google Shape;14601;p66"/>
            <p:cNvSpPr/>
            <p:nvPr/>
          </p:nvSpPr>
          <p:spPr>
            <a:xfrm>
              <a:off x="3624617" y="3046200"/>
              <a:ext cx="113156" cy="30269"/>
            </a:xfrm>
            <a:custGeom>
              <a:avLst/>
              <a:gdLst/>
              <a:ahLst/>
              <a:cxnLst/>
              <a:rect l="l" t="t" r="r" b="b"/>
              <a:pathLst>
                <a:path w="4314" h="1154" extrusionOk="0">
                  <a:moveTo>
                    <a:pt x="123" y="0"/>
                  </a:moveTo>
                  <a:cubicBezTo>
                    <a:pt x="103" y="197"/>
                    <a:pt x="62" y="394"/>
                    <a:pt x="1" y="590"/>
                  </a:cubicBezTo>
                  <a:cubicBezTo>
                    <a:pt x="150" y="760"/>
                    <a:pt x="1120" y="1153"/>
                    <a:pt x="4117" y="1153"/>
                  </a:cubicBezTo>
                  <a:lnTo>
                    <a:pt x="4273" y="1153"/>
                  </a:lnTo>
                  <a:cubicBezTo>
                    <a:pt x="4286" y="1146"/>
                    <a:pt x="4300" y="1146"/>
                    <a:pt x="4313" y="1146"/>
                  </a:cubicBezTo>
                  <a:cubicBezTo>
                    <a:pt x="2883" y="923"/>
                    <a:pt x="1472" y="543"/>
                    <a:pt x="123"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02" name="Google Shape;14602;p66"/>
          <p:cNvGrpSpPr/>
          <p:nvPr/>
        </p:nvGrpSpPr>
        <p:grpSpPr>
          <a:xfrm>
            <a:off x="3005623" y="2987918"/>
            <a:ext cx="396125" cy="359062"/>
            <a:chOff x="3032711" y="2911718"/>
            <a:chExt cx="396125" cy="359062"/>
          </a:xfrm>
        </p:grpSpPr>
        <p:sp>
          <p:nvSpPr>
            <p:cNvPr id="14603" name="Google Shape;14603;p66"/>
            <p:cNvSpPr/>
            <p:nvPr/>
          </p:nvSpPr>
          <p:spPr>
            <a:xfrm>
              <a:off x="3075781" y="2911718"/>
              <a:ext cx="25810" cy="46821"/>
            </a:xfrm>
            <a:custGeom>
              <a:avLst/>
              <a:gdLst/>
              <a:ahLst/>
              <a:cxnLst/>
              <a:rect l="l" t="t" r="r" b="b"/>
              <a:pathLst>
                <a:path w="984" h="1785" extrusionOk="0">
                  <a:moveTo>
                    <a:pt x="312" y="1"/>
                  </a:moveTo>
                  <a:cubicBezTo>
                    <a:pt x="150" y="1"/>
                    <a:pt x="1" y="186"/>
                    <a:pt x="115" y="361"/>
                  </a:cubicBezTo>
                  <a:cubicBezTo>
                    <a:pt x="495" y="862"/>
                    <a:pt x="529" y="1561"/>
                    <a:pt x="529" y="1568"/>
                  </a:cubicBezTo>
                  <a:cubicBezTo>
                    <a:pt x="529" y="1690"/>
                    <a:pt x="630" y="1785"/>
                    <a:pt x="753" y="1785"/>
                  </a:cubicBezTo>
                  <a:lnTo>
                    <a:pt x="759" y="1785"/>
                  </a:lnTo>
                  <a:cubicBezTo>
                    <a:pt x="888" y="1785"/>
                    <a:pt x="983" y="1676"/>
                    <a:pt x="983" y="1547"/>
                  </a:cubicBezTo>
                  <a:cubicBezTo>
                    <a:pt x="976" y="1513"/>
                    <a:pt x="942" y="700"/>
                    <a:pt x="481" y="83"/>
                  </a:cubicBezTo>
                  <a:cubicBezTo>
                    <a:pt x="431" y="25"/>
                    <a:pt x="371" y="1"/>
                    <a:pt x="312" y="1"/>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4" name="Google Shape;14604;p66"/>
            <p:cNvSpPr/>
            <p:nvPr/>
          </p:nvSpPr>
          <p:spPr>
            <a:xfrm>
              <a:off x="3051098" y="2926066"/>
              <a:ext cx="35542" cy="32473"/>
            </a:xfrm>
            <a:custGeom>
              <a:avLst/>
              <a:gdLst/>
              <a:ahLst/>
              <a:cxnLst/>
              <a:rect l="l" t="t" r="r" b="b"/>
              <a:pathLst>
                <a:path w="1355" h="1238" extrusionOk="0">
                  <a:moveTo>
                    <a:pt x="324" y="0"/>
                  </a:moveTo>
                  <a:cubicBezTo>
                    <a:pt x="112" y="0"/>
                    <a:pt x="0" y="311"/>
                    <a:pt x="222" y="431"/>
                  </a:cubicBezTo>
                  <a:cubicBezTo>
                    <a:pt x="500" y="587"/>
                    <a:pt x="724" y="824"/>
                    <a:pt x="866" y="1109"/>
                  </a:cubicBezTo>
                  <a:cubicBezTo>
                    <a:pt x="907" y="1183"/>
                    <a:pt x="982" y="1224"/>
                    <a:pt x="1070" y="1224"/>
                  </a:cubicBezTo>
                  <a:lnTo>
                    <a:pt x="1070" y="1238"/>
                  </a:lnTo>
                  <a:cubicBezTo>
                    <a:pt x="1246" y="1238"/>
                    <a:pt x="1355" y="1048"/>
                    <a:pt x="1266" y="899"/>
                  </a:cubicBezTo>
                  <a:cubicBezTo>
                    <a:pt x="921" y="254"/>
                    <a:pt x="432" y="24"/>
                    <a:pt x="412" y="17"/>
                  </a:cubicBezTo>
                  <a:cubicBezTo>
                    <a:pt x="381" y="5"/>
                    <a:pt x="352" y="0"/>
                    <a:pt x="324"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5" name="Google Shape;14605;p66"/>
            <p:cNvSpPr/>
            <p:nvPr/>
          </p:nvSpPr>
          <p:spPr>
            <a:xfrm>
              <a:off x="3168897" y="3190622"/>
              <a:ext cx="35122" cy="32289"/>
            </a:xfrm>
            <a:custGeom>
              <a:avLst/>
              <a:gdLst/>
              <a:ahLst/>
              <a:cxnLst/>
              <a:rect l="l" t="t" r="r" b="b"/>
              <a:pathLst>
                <a:path w="1339" h="1231" extrusionOk="0">
                  <a:moveTo>
                    <a:pt x="552" y="0"/>
                  </a:moveTo>
                  <a:lnTo>
                    <a:pt x="125" y="760"/>
                  </a:lnTo>
                  <a:cubicBezTo>
                    <a:pt x="0" y="979"/>
                    <a:pt x="167" y="1230"/>
                    <a:pt x="392" y="1230"/>
                  </a:cubicBezTo>
                  <a:cubicBezTo>
                    <a:pt x="424" y="1230"/>
                    <a:pt x="457" y="1225"/>
                    <a:pt x="491" y="1214"/>
                  </a:cubicBezTo>
                  <a:lnTo>
                    <a:pt x="1339" y="950"/>
                  </a:lnTo>
                  <a:lnTo>
                    <a:pt x="552" y="0"/>
                  </a:ln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6" name="Google Shape;14606;p66"/>
            <p:cNvSpPr/>
            <p:nvPr/>
          </p:nvSpPr>
          <p:spPr>
            <a:xfrm>
              <a:off x="3277280" y="3245941"/>
              <a:ext cx="29719" cy="24840"/>
            </a:xfrm>
            <a:custGeom>
              <a:avLst/>
              <a:gdLst/>
              <a:ahLst/>
              <a:cxnLst/>
              <a:rect l="l" t="t" r="r" b="b"/>
              <a:pathLst>
                <a:path w="1133" h="947" extrusionOk="0">
                  <a:moveTo>
                    <a:pt x="0" y="0"/>
                  </a:moveTo>
                  <a:lnTo>
                    <a:pt x="190" y="719"/>
                  </a:lnTo>
                  <a:cubicBezTo>
                    <a:pt x="231" y="868"/>
                    <a:pt x="362" y="947"/>
                    <a:pt x="494" y="947"/>
                  </a:cubicBezTo>
                  <a:cubicBezTo>
                    <a:pt x="602" y="947"/>
                    <a:pt x="712" y="893"/>
                    <a:pt x="773" y="780"/>
                  </a:cubicBezTo>
                  <a:lnTo>
                    <a:pt x="1133" y="115"/>
                  </a:lnTo>
                  <a:lnTo>
                    <a:pt x="0" y="0"/>
                  </a:ln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7" name="Google Shape;14607;p66"/>
            <p:cNvSpPr/>
            <p:nvPr/>
          </p:nvSpPr>
          <p:spPr>
            <a:xfrm>
              <a:off x="3367799" y="3209822"/>
              <a:ext cx="28564" cy="26728"/>
            </a:xfrm>
            <a:custGeom>
              <a:avLst/>
              <a:gdLst/>
              <a:ahLst/>
              <a:cxnLst/>
              <a:rect l="l" t="t" r="r" b="b"/>
              <a:pathLst>
                <a:path w="1089" h="1019" extrusionOk="0">
                  <a:moveTo>
                    <a:pt x="1025" y="1"/>
                  </a:moveTo>
                  <a:lnTo>
                    <a:pt x="1" y="428"/>
                  </a:lnTo>
                  <a:lnTo>
                    <a:pt x="550" y="936"/>
                  </a:lnTo>
                  <a:cubicBezTo>
                    <a:pt x="613" y="993"/>
                    <a:pt x="686" y="1018"/>
                    <a:pt x="758" y="1018"/>
                  </a:cubicBezTo>
                  <a:cubicBezTo>
                    <a:pt x="928" y="1018"/>
                    <a:pt x="1088" y="878"/>
                    <a:pt x="1079" y="679"/>
                  </a:cubicBezTo>
                  <a:lnTo>
                    <a:pt x="1025" y="1"/>
                  </a:ln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8" name="Google Shape;14608;p66"/>
            <p:cNvSpPr/>
            <p:nvPr/>
          </p:nvSpPr>
          <p:spPr>
            <a:xfrm>
              <a:off x="3155441" y="3089059"/>
              <a:ext cx="28486" cy="30978"/>
            </a:xfrm>
            <a:custGeom>
              <a:avLst/>
              <a:gdLst/>
              <a:ahLst/>
              <a:cxnLst/>
              <a:rect l="l" t="t" r="r" b="b"/>
              <a:pathLst>
                <a:path w="1086" h="1181" extrusionOk="0">
                  <a:moveTo>
                    <a:pt x="991" y="1"/>
                  </a:moveTo>
                  <a:lnTo>
                    <a:pt x="258" y="353"/>
                  </a:lnTo>
                  <a:cubicBezTo>
                    <a:pt x="1" y="475"/>
                    <a:pt x="28" y="848"/>
                    <a:pt x="299" y="936"/>
                  </a:cubicBezTo>
                  <a:lnTo>
                    <a:pt x="1086" y="1180"/>
                  </a:lnTo>
                  <a:lnTo>
                    <a:pt x="991" y="1"/>
                  </a:ln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09" name="Google Shape;14609;p66"/>
            <p:cNvSpPr/>
            <p:nvPr/>
          </p:nvSpPr>
          <p:spPr>
            <a:xfrm>
              <a:off x="3096581" y="2941280"/>
              <a:ext cx="332255" cy="310432"/>
            </a:xfrm>
            <a:custGeom>
              <a:avLst/>
              <a:gdLst/>
              <a:ahLst/>
              <a:cxnLst/>
              <a:rect l="l" t="t" r="r" b="b"/>
              <a:pathLst>
                <a:path w="12667" h="11835" extrusionOk="0">
                  <a:moveTo>
                    <a:pt x="2462" y="0"/>
                  </a:moveTo>
                  <a:cubicBezTo>
                    <a:pt x="2046" y="0"/>
                    <a:pt x="1598" y="139"/>
                    <a:pt x="1160" y="461"/>
                  </a:cubicBezTo>
                  <a:cubicBezTo>
                    <a:pt x="1139" y="475"/>
                    <a:pt x="1119" y="495"/>
                    <a:pt x="1105" y="515"/>
                  </a:cubicBezTo>
                  <a:cubicBezTo>
                    <a:pt x="0" y="2014"/>
                    <a:pt x="1038" y="3641"/>
                    <a:pt x="2462" y="3641"/>
                  </a:cubicBezTo>
                  <a:cubicBezTo>
                    <a:pt x="2624" y="3641"/>
                    <a:pt x="2794" y="3621"/>
                    <a:pt x="2957" y="3580"/>
                  </a:cubicBezTo>
                  <a:cubicBezTo>
                    <a:pt x="2979" y="3572"/>
                    <a:pt x="3002" y="3568"/>
                    <a:pt x="3025" y="3568"/>
                  </a:cubicBezTo>
                  <a:cubicBezTo>
                    <a:pt x="3117" y="3568"/>
                    <a:pt x="3202" y="3631"/>
                    <a:pt x="3235" y="3729"/>
                  </a:cubicBezTo>
                  <a:cubicBezTo>
                    <a:pt x="3323" y="4021"/>
                    <a:pt x="3485" y="4285"/>
                    <a:pt x="3709" y="4502"/>
                  </a:cubicBezTo>
                  <a:cubicBezTo>
                    <a:pt x="3804" y="4590"/>
                    <a:pt x="3804" y="4746"/>
                    <a:pt x="3709" y="4834"/>
                  </a:cubicBezTo>
                  <a:cubicBezTo>
                    <a:pt x="3004" y="5513"/>
                    <a:pt x="2963" y="6631"/>
                    <a:pt x="3621" y="7357"/>
                  </a:cubicBezTo>
                  <a:cubicBezTo>
                    <a:pt x="3696" y="7445"/>
                    <a:pt x="3696" y="7574"/>
                    <a:pt x="3621" y="7662"/>
                  </a:cubicBezTo>
                  <a:cubicBezTo>
                    <a:pt x="3072" y="8265"/>
                    <a:pt x="2929" y="9235"/>
                    <a:pt x="3608" y="10164"/>
                  </a:cubicBezTo>
                  <a:cubicBezTo>
                    <a:pt x="3621" y="10184"/>
                    <a:pt x="3635" y="10205"/>
                    <a:pt x="3662" y="10218"/>
                  </a:cubicBezTo>
                  <a:cubicBezTo>
                    <a:pt x="4106" y="10553"/>
                    <a:pt x="4558" y="10697"/>
                    <a:pt x="4974" y="10697"/>
                  </a:cubicBezTo>
                  <a:cubicBezTo>
                    <a:pt x="5232" y="10697"/>
                    <a:pt x="5476" y="10642"/>
                    <a:pt x="5696" y="10544"/>
                  </a:cubicBezTo>
                  <a:cubicBezTo>
                    <a:pt x="5726" y="10530"/>
                    <a:pt x="5758" y="10524"/>
                    <a:pt x="5790" y="10524"/>
                  </a:cubicBezTo>
                  <a:cubicBezTo>
                    <a:pt x="5883" y="10524"/>
                    <a:pt x="5972" y="10581"/>
                    <a:pt x="6008" y="10673"/>
                  </a:cubicBezTo>
                  <a:cubicBezTo>
                    <a:pt x="6304" y="11445"/>
                    <a:pt x="7002" y="11835"/>
                    <a:pt x="7701" y="11835"/>
                  </a:cubicBezTo>
                  <a:cubicBezTo>
                    <a:pt x="8377" y="11835"/>
                    <a:pt x="9054" y="11470"/>
                    <a:pt x="9371" y="10734"/>
                  </a:cubicBezTo>
                  <a:cubicBezTo>
                    <a:pt x="9409" y="10647"/>
                    <a:pt x="9490" y="10595"/>
                    <a:pt x="9580" y="10595"/>
                  </a:cubicBezTo>
                  <a:cubicBezTo>
                    <a:pt x="9603" y="10595"/>
                    <a:pt x="9626" y="10598"/>
                    <a:pt x="9649" y="10605"/>
                  </a:cubicBezTo>
                  <a:cubicBezTo>
                    <a:pt x="9825" y="10666"/>
                    <a:pt x="10015" y="10693"/>
                    <a:pt x="10205" y="10693"/>
                  </a:cubicBezTo>
                  <a:cubicBezTo>
                    <a:pt x="11629" y="10693"/>
                    <a:pt x="12666" y="9059"/>
                    <a:pt x="11561" y="7567"/>
                  </a:cubicBezTo>
                  <a:cubicBezTo>
                    <a:pt x="11541" y="7547"/>
                    <a:pt x="11521" y="7533"/>
                    <a:pt x="11500" y="7520"/>
                  </a:cubicBezTo>
                  <a:cubicBezTo>
                    <a:pt x="11063" y="7198"/>
                    <a:pt x="10614" y="7059"/>
                    <a:pt x="10198" y="7059"/>
                  </a:cubicBezTo>
                  <a:cubicBezTo>
                    <a:pt x="9448" y="7059"/>
                    <a:pt x="8805" y="7511"/>
                    <a:pt x="8530" y="8157"/>
                  </a:cubicBezTo>
                  <a:cubicBezTo>
                    <a:pt x="8492" y="8244"/>
                    <a:pt x="8407" y="8296"/>
                    <a:pt x="8318" y="8296"/>
                  </a:cubicBezTo>
                  <a:cubicBezTo>
                    <a:pt x="8296" y="8296"/>
                    <a:pt x="8274" y="8293"/>
                    <a:pt x="8252" y="8286"/>
                  </a:cubicBezTo>
                  <a:cubicBezTo>
                    <a:pt x="8071" y="8224"/>
                    <a:pt x="7882" y="8195"/>
                    <a:pt x="7694" y="8195"/>
                  </a:cubicBezTo>
                  <a:cubicBezTo>
                    <a:pt x="7446" y="8195"/>
                    <a:pt x="7198" y="8247"/>
                    <a:pt x="6971" y="8347"/>
                  </a:cubicBezTo>
                  <a:cubicBezTo>
                    <a:pt x="6939" y="8361"/>
                    <a:pt x="6905" y="8368"/>
                    <a:pt x="6872" y="8368"/>
                  </a:cubicBezTo>
                  <a:cubicBezTo>
                    <a:pt x="6780" y="8368"/>
                    <a:pt x="6694" y="8315"/>
                    <a:pt x="6659" y="8225"/>
                  </a:cubicBezTo>
                  <a:cubicBezTo>
                    <a:pt x="6584" y="8015"/>
                    <a:pt x="6462" y="7825"/>
                    <a:pt x="6313" y="7662"/>
                  </a:cubicBezTo>
                  <a:cubicBezTo>
                    <a:pt x="6238" y="7574"/>
                    <a:pt x="6238" y="7445"/>
                    <a:pt x="6313" y="7364"/>
                  </a:cubicBezTo>
                  <a:cubicBezTo>
                    <a:pt x="6971" y="6631"/>
                    <a:pt x="6930" y="5513"/>
                    <a:pt x="6225" y="4834"/>
                  </a:cubicBezTo>
                  <a:cubicBezTo>
                    <a:pt x="6123" y="4746"/>
                    <a:pt x="6123" y="4590"/>
                    <a:pt x="6225" y="4495"/>
                  </a:cubicBezTo>
                  <a:cubicBezTo>
                    <a:pt x="6849" y="3906"/>
                    <a:pt x="7045" y="2868"/>
                    <a:pt x="6327" y="1885"/>
                  </a:cubicBezTo>
                  <a:cubicBezTo>
                    <a:pt x="6306" y="1865"/>
                    <a:pt x="6286" y="1844"/>
                    <a:pt x="6266" y="1831"/>
                  </a:cubicBezTo>
                  <a:cubicBezTo>
                    <a:pt x="5825" y="1506"/>
                    <a:pt x="5374" y="1365"/>
                    <a:pt x="4958" y="1365"/>
                  </a:cubicBezTo>
                  <a:cubicBezTo>
                    <a:pt x="4790" y="1365"/>
                    <a:pt x="4629" y="1388"/>
                    <a:pt x="4475" y="1431"/>
                  </a:cubicBezTo>
                  <a:cubicBezTo>
                    <a:pt x="4454" y="1437"/>
                    <a:pt x="4433" y="1439"/>
                    <a:pt x="4412" y="1439"/>
                  </a:cubicBezTo>
                  <a:cubicBezTo>
                    <a:pt x="4313" y="1439"/>
                    <a:pt x="4225" y="1377"/>
                    <a:pt x="4197" y="1281"/>
                  </a:cubicBezTo>
                  <a:cubicBezTo>
                    <a:pt x="3968" y="539"/>
                    <a:pt x="3279" y="0"/>
                    <a:pt x="2462" y="0"/>
                  </a:cubicBez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0" name="Google Shape;14610;p66"/>
            <p:cNvSpPr/>
            <p:nvPr/>
          </p:nvSpPr>
          <p:spPr>
            <a:xfrm>
              <a:off x="3109067" y="2981464"/>
              <a:ext cx="301986" cy="270117"/>
            </a:xfrm>
            <a:custGeom>
              <a:avLst/>
              <a:gdLst/>
              <a:ahLst/>
              <a:cxnLst/>
              <a:rect l="l" t="t" r="r" b="b"/>
              <a:pathLst>
                <a:path w="11513" h="10298" extrusionOk="0">
                  <a:moveTo>
                    <a:pt x="189" y="0"/>
                  </a:moveTo>
                  <a:cubicBezTo>
                    <a:pt x="0" y="1143"/>
                    <a:pt x="902" y="2117"/>
                    <a:pt x="1982" y="2117"/>
                  </a:cubicBezTo>
                  <a:cubicBezTo>
                    <a:pt x="2145" y="2117"/>
                    <a:pt x="2313" y="2095"/>
                    <a:pt x="2481" y="2048"/>
                  </a:cubicBezTo>
                  <a:cubicBezTo>
                    <a:pt x="2502" y="2042"/>
                    <a:pt x="2523" y="2039"/>
                    <a:pt x="2545" y="2039"/>
                  </a:cubicBezTo>
                  <a:cubicBezTo>
                    <a:pt x="2638" y="2039"/>
                    <a:pt x="2725" y="2098"/>
                    <a:pt x="2759" y="2197"/>
                  </a:cubicBezTo>
                  <a:cubicBezTo>
                    <a:pt x="2847" y="2489"/>
                    <a:pt x="3009" y="2753"/>
                    <a:pt x="3233" y="2970"/>
                  </a:cubicBezTo>
                  <a:cubicBezTo>
                    <a:pt x="3328" y="3058"/>
                    <a:pt x="3328" y="3214"/>
                    <a:pt x="3233" y="3302"/>
                  </a:cubicBezTo>
                  <a:cubicBezTo>
                    <a:pt x="2528" y="3981"/>
                    <a:pt x="2481" y="5099"/>
                    <a:pt x="3138" y="5825"/>
                  </a:cubicBezTo>
                  <a:cubicBezTo>
                    <a:pt x="3220" y="5913"/>
                    <a:pt x="3220" y="6042"/>
                    <a:pt x="3138" y="6130"/>
                  </a:cubicBezTo>
                  <a:cubicBezTo>
                    <a:pt x="2596" y="6733"/>
                    <a:pt x="2453" y="7703"/>
                    <a:pt x="3125" y="8625"/>
                  </a:cubicBezTo>
                  <a:lnTo>
                    <a:pt x="3186" y="8686"/>
                  </a:lnTo>
                  <a:cubicBezTo>
                    <a:pt x="3630" y="9021"/>
                    <a:pt x="4082" y="9165"/>
                    <a:pt x="4498" y="9165"/>
                  </a:cubicBezTo>
                  <a:cubicBezTo>
                    <a:pt x="4756" y="9165"/>
                    <a:pt x="5000" y="9110"/>
                    <a:pt x="5220" y="9012"/>
                  </a:cubicBezTo>
                  <a:cubicBezTo>
                    <a:pt x="5250" y="8998"/>
                    <a:pt x="5282" y="8992"/>
                    <a:pt x="5312" y="8992"/>
                  </a:cubicBezTo>
                  <a:cubicBezTo>
                    <a:pt x="5404" y="8992"/>
                    <a:pt x="5489" y="9049"/>
                    <a:pt x="5525" y="9141"/>
                  </a:cubicBezTo>
                  <a:cubicBezTo>
                    <a:pt x="5822" y="9909"/>
                    <a:pt x="6520" y="10298"/>
                    <a:pt x="7219" y="10298"/>
                  </a:cubicBezTo>
                  <a:cubicBezTo>
                    <a:pt x="7895" y="10298"/>
                    <a:pt x="8572" y="9935"/>
                    <a:pt x="8888" y="9202"/>
                  </a:cubicBezTo>
                  <a:cubicBezTo>
                    <a:pt x="8925" y="9118"/>
                    <a:pt x="9007" y="9066"/>
                    <a:pt x="9095" y="9066"/>
                  </a:cubicBezTo>
                  <a:cubicBezTo>
                    <a:pt x="9121" y="9066"/>
                    <a:pt x="9147" y="9070"/>
                    <a:pt x="9173" y="9080"/>
                  </a:cubicBezTo>
                  <a:cubicBezTo>
                    <a:pt x="9349" y="9134"/>
                    <a:pt x="9539" y="9168"/>
                    <a:pt x="9722" y="9168"/>
                  </a:cubicBezTo>
                  <a:cubicBezTo>
                    <a:pt x="10604" y="9161"/>
                    <a:pt x="11356" y="8537"/>
                    <a:pt x="11512" y="7669"/>
                  </a:cubicBezTo>
                  <a:lnTo>
                    <a:pt x="11512" y="7669"/>
                  </a:lnTo>
                  <a:cubicBezTo>
                    <a:pt x="11173" y="8042"/>
                    <a:pt x="10685" y="8259"/>
                    <a:pt x="10177" y="8259"/>
                  </a:cubicBezTo>
                  <a:cubicBezTo>
                    <a:pt x="10109" y="8259"/>
                    <a:pt x="10034" y="8252"/>
                    <a:pt x="9966" y="8246"/>
                  </a:cubicBezTo>
                  <a:cubicBezTo>
                    <a:pt x="9934" y="8241"/>
                    <a:pt x="9901" y="8239"/>
                    <a:pt x="9868" y="8239"/>
                  </a:cubicBezTo>
                  <a:cubicBezTo>
                    <a:pt x="9646" y="8239"/>
                    <a:pt x="9437" y="8338"/>
                    <a:pt x="9295" y="8510"/>
                  </a:cubicBezTo>
                  <a:cubicBezTo>
                    <a:pt x="9160" y="8673"/>
                    <a:pt x="9004" y="8808"/>
                    <a:pt x="8820" y="8910"/>
                  </a:cubicBezTo>
                  <a:cubicBezTo>
                    <a:pt x="8542" y="9080"/>
                    <a:pt x="8224" y="9168"/>
                    <a:pt x="7905" y="9168"/>
                  </a:cubicBezTo>
                  <a:cubicBezTo>
                    <a:pt x="7071" y="9168"/>
                    <a:pt x="6346" y="8605"/>
                    <a:pt x="6142" y="7798"/>
                  </a:cubicBezTo>
                  <a:cubicBezTo>
                    <a:pt x="6109" y="7681"/>
                    <a:pt x="5968" y="7562"/>
                    <a:pt x="5822" y="7562"/>
                  </a:cubicBezTo>
                  <a:cubicBezTo>
                    <a:pt x="5696" y="7562"/>
                    <a:pt x="5567" y="7649"/>
                    <a:pt x="5498" y="7900"/>
                  </a:cubicBezTo>
                  <a:cubicBezTo>
                    <a:pt x="5444" y="8091"/>
                    <a:pt x="5269" y="8219"/>
                    <a:pt x="5076" y="8219"/>
                  </a:cubicBezTo>
                  <a:cubicBezTo>
                    <a:pt x="5049" y="8219"/>
                    <a:pt x="5023" y="8216"/>
                    <a:pt x="4996" y="8212"/>
                  </a:cubicBezTo>
                  <a:cubicBezTo>
                    <a:pt x="4352" y="8062"/>
                    <a:pt x="3837" y="7581"/>
                    <a:pt x="3654" y="6950"/>
                  </a:cubicBezTo>
                  <a:cubicBezTo>
                    <a:pt x="3579" y="6693"/>
                    <a:pt x="3769" y="6435"/>
                    <a:pt x="4040" y="6435"/>
                  </a:cubicBezTo>
                  <a:lnTo>
                    <a:pt x="4488" y="6435"/>
                  </a:lnTo>
                  <a:cubicBezTo>
                    <a:pt x="5084" y="6435"/>
                    <a:pt x="5640" y="6144"/>
                    <a:pt x="5979" y="5655"/>
                  </a:cubicBezTo>
                  <a:lnTo>
                    <a:pt x="5979" y="5655"/>
                  </a:lnTo>
                  <a:cubicBezTo>
                    <a:pt x="5787" y="5721"/>
                    <a:pt x="5589" y="5753"/>
                    <a:pt x="5391" y="5753"/>
                  </a:cubicBezTo>
                  <a:cubicBezTo>
                    <a:pt x="5240" y="5753"/>
                    <a:pt x="5089" y="5734"/>
                    <a:pt x="4942" y="5696"/>
                  </a:cubicBezTo>
                  <a:cubicBezTo>
                    <a:pt x="4298" y="5520"/>
                    <a:pt x="3796" y="5018"/>
                    <a:pt x="3633" y="4374"/>
                  </a:cubicBezTo>
                  <a:cubicBezTo>
                    <a:pt x="3572" y="4123"/>
                    <a:pt x="3565" y="3865"/>
                    <a:pt x="3606" y="3608"/>
                  </a:cubicBezTo>
                  <a:cubicBezTo>
                    <a:pt x="3634" y="3475"/>
                    <a:pt x="3747" y="3383"/>
                    <a:pt x="3873" y="3383"/>
                  </a:cubicBezTo>
                  <a:cubicBezTo>
                    <a:pt x="3901" y="3383"/>
                    <a:pt x="3930" y="3387"/>
                    <a:pt x="3959" y="3397"/>
                  </a:cubicBezTo>
                  <a:cubicBezTo>
                    <a:pt x="4133" y="3451"/>
                    <a:pt x="4311" y="3476"/>
                    <a:pt x="4489" y="3476"/>
                  </a:cubicBezTo>
                  <a:cubicBezTo>
                    <a:pt x="4967" y="3476"/>
                    <a:pt x="5435" y="3288"/>
                    <a:pt x="5776" y="2936"/>
                  </a:cubicBezTo>
                  <a:lnTo>
                    <a:pt x="5796" y="2923"/>
                  </a:lnTo>
                  <a:cubicBezTo>
                    <a:pt x="5898" y="2814"/>
                    <a:pt x="5993" y="2685"/>
                    <a:pt x="6068" y="2557"/>
                  </a:cubicBezTo>
                  <a:lnTo>
                    <a:pt x="6068" y="2557"/>
                  </a:lnTo>
                  <a:cubicBezTo>
                    <a:pt x="5781" y="2719"/>
                    <a:pt x="5473" y="2795"/>
                    <a:pt x="5171" y="2795"/>
                  </a:cubicBezTo>
                  <a:cubicBezTo>
                    <a:pt x="4400" y="2795"/>
                    <a:pt x="3669" y="2302"/>
                    <a:pt x="3430" y="1499"/>
                  </a:cubicBezTo>
                  <a:cubicBezTo>
                    <a:pt x="3394" y="1368"/>
                    <a:pt x="3275" y="1284"/>
                    <a:pt x="3145" y="1284"/>
                  </a:cubicBezTo>
                  <a:cubicBezTo>
                    <a:pt x="3127" y="1284"/>
                    <a:pt x="3109" y="1285"/>
                    <a:pt x="3091" y="1289"/>
                  </a:cubicBezTo>
                  <a:cubicBezTo>
                    <a:pt x="2948" y="1323"/>
                    <a:pt x="2804" y="1339"/>
                    <a:pt x="2660" y="1339"/>
                  </a:cubicBezTo>
                  <a:cubicBezTo>
                    <a:pt x="2516" y="1339"/>
                    <a:pt x="2372" y="1323"/>
                    <a:pt x="2230" y="1289"/>
                  </a:cubicBezTo>
                  <a:cubicBezTo>
                    <a:pt x="1511" y="1119"/>
                    <a:pt x="1070" y="387"/>
                    <a:pt x="1070" y="387"/>
                  </a:cubicBezTo>
                  <a:lnTo>
                    <a:pt x="189" y="0"/>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1" name="Google Shape;14611;p66"/>
            <p:cNvSpPr/>
            <p:nvPr/>
          </p:nvSpPr>
          <p:spPr>
            <a:xfrm>
              <a:off x="3041787" y="2947312"/>
              <a:ext cx="95530" cy="95530"/>
            </a:xfrm>
            <a:custGeom>
              <a:avLst/>
              <a:gdLst/>
              <a:ahLst/>
              <a:cxnLst/>
              <a:rect l="l" t="t" r="r" b="b"/>
              <a:pathLst>
                <a:path w="3642" h="3642" extrusionOk="0">
                  <a:moveTo>
                    <a:pt x="1818" y="0"/>
                  </a:moveTo>
                  <a:cubicBezTo>
                    <a:pt x="814" y="0"/>
                    <a:pt x="1" y="814"/>
                    <a:pt x="1" y="1824"/>
                  </a:cubicBezTo>
                  <a:cubicBezTo>
                    <a:pt x="1" y="2828"/>
                    <a:pt x="814" y="3642"/>
                    <a:pt x="1818" y="3642"/>
                  </a:cubicBezTo>
                  <a:cubicBezTo>
                    <a:pt x="2828" y="3642"/>
                    <a:pt x="3642" y="2828"/>
                    <a:pt x="3642" y="1824"/>
                  </a:cubicBezTo>
                  <a:cubicBezTo>
                    <a:pt x="3642" y="814"/>
                    <a:pt x="2828" y="0"/>
                    <a:pt x="1818"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2" name="Google Shape;14612;p66"/>
            <p:cNvSpPr/>
            <p:nvPr/>
          </p:nvSpPr>
          <p:spPr>
            <a:xfrm>
              <a:off x="3032711" y="2952637"/>
              <a:ext cx="99281" cy="90284"/>
            </a:xfrm>
            <a:custGeom>
              <a:avLst/>
              <a:gdLst/>
              <a:ahLst/>
              <a:cxnLst/>
              <a:rect l="l" t="t" r="r" b="b"/>
              <a:pathLst>
                <a:path w="3785" h="3442" extrusionOk="0">
                  <a:moveTo>
                    <a:pt x="1344" y="1"/>
                  </a:moveTo>
                  <a:lnTo>
                    <a:pt x="1344" y="1"/>
                  </a:lnTo>
                  <a:cubicBezTo>
                    <a:pt x="238" y="557"/>
                    <a:pt x="1" y="2035"/>
                    <a:pt x="876" y="2910"/>
                  </a:cubicBezTo>
                  <a:cubicBezTo>
                    <a:pt x="1236" y="3270"/>
                    <a:pt x="1699" y="3442"/>
                    <a:pt x="2157" y="3442"/>
                  </a:cubicBezTo>
                  <a:cubicBezTo>
                    <a:pt x="2812" y="3442"/>
                    <a:pt x="3458" y="3092"/>
                    <a:pt x="3785" y="2442"/>
                  </a:cubicBezTo>
                  <a:lnTo>
                    <a:pt x="3785" y="2442"/>
                  </a:lnTo>
                  <a:cubicBezTo>
                    <a:pt x="3534" y="2577"/>
                    <a:pt x="3249" y="2645"/>
                    <a:pt x="2964" y="2645"/>
                  </a:cubicBezTo>
                  <a:cubicBezTo>
                    <a:pt x="1601" y="2645"/>
                    <a:pt x="727" y="1208"/>
                    <a:pt x="1344"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3" name="Google Shape;14613;p66"/>
            <p:cNvSpPr/>
            <p:nvPr/>
          </p:nvSpPr>
          <p:spPr>
            <a:xfrm>
              <a:off x="3071663" y="2971156"/>
              <a:ext cx="23869" cy="24027"/>
            </a:xfrm>
            <a:custGeom>
              <a:avLst/>
              <a:gdLst/>
              <a:ahLst/>
              <a:cxnLst/>
              <a:rect l="l" t="t" r="r" b="b"/>
              <a:pathLst>
                <a:path w="910" h="916" extrusionOk="0">
                  <a:moveTo>
                    <a:pt x="455" y="0"/>
                  </a:moveTo>
                  <a:cubicBezTo>
                    <a:pt x="204" y="0"/>
                    <a:pt x="1" y="203"/>
                    <a:pt x="1" y="461"/>
                  </a:cubicBezTo>
                  <a:cubicBezTo>
                    <a:pt x="1" y="712"/>
                    <a:pt x="204" y="915"/>
                    <a:pt x="455" y="915"/>
                  </a:cubicBezTo>
                  <a:cubicBezTo>
                    <a:pt x="706" y="915"/>
                    <a:pt x="910" y="712"/>
                    <a:pt x="910" y="461"/>
                  </a:cubicBezTo>
                  <a:cubicBezTo>
                    <a:pt x="910" y="203"/>
                    <a:pt x="706" y="0"/>
                    <a:pt x="45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4" name="Google Shape;14614;p66"/>
            <p:cNvSpPr/>
            <p:nvPr/>
          </p:nvSpPr>
          <p:spPr>
            <a:xfrm>
              <a:off x="3083597" y="2971156"/>
              <a:ext cx="11935" cy="11935"/>
            </a:xfrm>
            <a:custGeom>
              <a:avLst/>
              <a:gdLst/>
              <a:ahLst/>
              <a:cxnLst/>
              <a:rect l="l" t="t" r="r" b="b"/>
              <a:pathLst>
                <a:path w="455" h="455" extrusionOk="0">
                  <a:moveTo>
                    <a:pt x="224" y="0"/>
                  </a:moveTo>
                  <a:cubicBezTo>
                    <a:pt x="102" y="0"/>
                    <a:pt x="0" y="102"/>
                    <a:pt x="0" y="231"/>
                  </a:cubicBezTo>
                  <a:cubicBezTo>
                    <a:pt x="0" y="353"/>
                    <a:pt x="102" y="454"/>
                    <a:pt x="224" y="454"/>
                  </a:cubicBezTo>
                  <a:cubicBezTo>
                    <a:pt x="353" y="454"/>
                    <a:pt x="455" y="353"/>
                    <a:pt x="455" y="231"/>
                  </a:cubicBezTo>
                  <a:cubicBezTo>
                    <a:pt x="455" y="102"/>
                    <a:pt x="353" y="0"/>
                    <a:pt x="2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15" name="Google Shape;14615;p66"/>
          <p:cNvGrpSpPr/>
          <p:nvPr/>
        </p:nvGrpSpPr>
        <p:grpSpPr>
          <a:xfrm>
            <a:off x="7390676" y="1589597"/>
            <a:ext cx="373174" cy="367692"/>
            <a:chOff x="7417764" y="1513397"/>
            <a:chExt cx="373174" cy="367692"/>
          </a:xfrm>
        </p:grpSpPr>
        <p:sp>
          <p:nvSpPr>
            <p:cNvPr id="14616" name="Google Shape;14616;p66"/>
            <p:cNvSpPr/>
            <p:nvPr/>
          </p:nvSpPr>
          <p:spPr>
            <a:xfrm>
              <a:off x="7659841" y="1513397"/>
              <a:ext cx="131098" cy="139517"/>
            </a:xfrm>
            <a:custGeom>
              <a:avLst/>
              <a:gdLst/>
              <a:ahLst/>
              <a:cxnLst/>
              <a:rect l="l" t="t" r="r" b="b"/>
              <a:pathLst>
                <a:path w="4998" h="5319" extrusionOk="0">
                  <a:moveTo>
                    <a:pt x="4565" y="0"/>
                  </a:moveTo>
                  <a:cubicBezTo>
                    <a:pt x="2402" y="0"/>
                    <a:pt x="564" y="1656"/>
                    <a:pt x="0" y="2260"/>
                  </a:cubicBezTo>
                  <a:lnTo>
                    <a:pt x="2821" y="5318"/>
                  </a:lnTo>
                  <a:cubicBezTo>
                    <a:pt x="4476" y="4376"/>
                    <a:pt x="4842" y="3162"/>
                    <a:pt x="4686" y="1650"/>
                  </a:cubicBezTo>
                  <a:cubicBezTo>
                    <a:pt x="4625" y="1040"/>
                    <a:pt x="4760" y="626"/>
                    <a:pt x="4909" y="369"/>
                  </a:cubicBezTo>
                  <a:cubicBezTo>
                    <a:pt x="4998" y="213"/>
                    <a:pt x="4889" y="9"/>
                    <a:pt x="4706" y="2"/>
                  </a:cubicBezTo>
                  <a:cubicBezTo>
                    <a:pt x="4659" y="1"/>
                    <a:pt x="4612" y="0"/>
                    <a:pt x="4565"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7" name="Google Shape;14617;p66"/>
            <p:cNvSpPr/>
            <p:nvPr/>
          </p:nvSpPr>
          <p:spPr>
            <a:xfrm>
              <a:off x="7693441" y="1515941"/>
              <a:ext cx="96421" cy="136973"/>
            </a:xfrm>
            <a:custGeom>
              <a:avLst/>
              <a:gdLst/>
              <a:ahLst/>
              <a:cxnLst/>
              <a:rect l="l" t="t" r="r" b="b"/>
              <a:pathLst>
                <a:path w="3676" h="5222" extrusionOk="0">
                  <a:moveTo>
                    <a:pt x="3608" y="0"/>
                  </a:moveTo>
                  <a:cubicBezTo>
                    <a:pt x="2489" y="265"/>
                    <a:pt x="950" y="1214"/>
                    <a:pt x="1" y="3547"/>
                  </a:cubicBezTo>
                  <a:lnTo>
                    <a:pt x="1540" y="5221"/>
                  </a:lnTo>
                  <a:cubicBezTo>
                    <a:pt x="3195" y="4279"/>
                    <a:pt x="3561" y="3065"/>
                    <a:pt x="3405" y="1553"/>
                  </a:cubicBezTo>
                  <a:cubicBezTo>
                    <a:pt x="3344" y="943"/>
                    <a:pt x="3479" y="529"/>
                    <a:pt x="3628" y="272"/>
                  </a:cubicBezTo>
                  <a:cubicBezTo>
                    <a:pt x="3676" y="183"/>
                    <a:pt x="3669" y="82"/>
                    <a:pt x="3608"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8" name="Google Shape;14618;p66"/>
            <p:cNvSpPr/>
            <p:nvPr/>
          </p:nvSpPr>
          <p:spPr>
            <a:xfrm>
              <a:off x="7417764" y="1513397"/>
              <a:ext cx="131281" cy="139517"/>
            </a:xfrm>
            <a:custGeom>
              <a:avLst/>
              <a:gdLst/>
              <a:ahLst/>
              <a:cxnLst/>
              <a:rect l="l" t="t" r="r" b="b"/>
              <a:pathLst>
                <a:path w="5005" h="5319" extrusionOk="0">
                  <a:moveTo>
                    <a:pt x="440" y="0"/>
                  </a:moveTo>
                  <a:cubicBezTo>
                    <a:pt x="393" y="0"/>
                    <a:pt x="346" y="1"/>
                    <a:pt x="299" y="2"/>
                  </a:cubicBezTo>
                  <a:cubicBezTo>
                    <a:pt x="109" y="9"/>
                    <a:pt x="1" y="213"/>
                    <a:pt x="96" y="369"/>
                  </a:cubicBezTo>
                  <a:cubicBezTo>
                    <a:pt x="238" y="626"/>
                    <a:pt x="381" y="1040"/>
                    <a:pt x="313" y="1650"/>
                  </a:cubicBezTo>
                  <a:cubicBezTo>
                    <a:pt x="157" y="3162"/>
                    <a:pt x="530" y="4376"/>
                    <a:pt x="2177" y="5318"/>
                  </a:cubicBezTo>
                  <a:lnTo>
                    <a:pt x="5005" y="2260"/>
                  </a:lnTo>
                  <a:cubicBezTo>
                    <a:pt x="4441" y="1656"/>
                    <a:pt x="2603" y="0"/>
                    <a:pt x="440"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19" name="Google Shape;14619;p66"/>
            <p:cNvSpPr/>
            <p:nvPr/>
          </p:nvSpPr>
          <p:spPr>
            <a:xfrm>
              <a:off x="7419023" y="1515941"/>
              <a:ext cx="96421" cy="136973"/>
            </a:xfrm>
            <a:custGeom>
              <a:avLst/>
              <a:gdLst/>
              <a:ahLst/>
              <a:cxnLst/>
              <a:rect l="l" t="t" r="r" b="b"/>
              <a:pathLst>
                <a:path w="3676" h="5222" extrusionOk="0">
                  <a:moveTo>
                    <a:pt x="68" y="0"/>
                  </a:moveTo>
                  <a:cubicBezTo>
                    <a:pt x="7" y="82"/>
                    <a:pt x="0" y="183"/>
                    <a:pt x="48" y="272"/>
                  </a:cubicBezTo>
                  <a:cubicBezTo>
                    <a:pt x="190" y="529"/>
                    <a:pt x="333" y="943"/>
                    <a:pt x="265" y="1553"/>
                  </a:cubicBezTo>
                  <a:cubicBezTo>
                    <a:pt x="109" y="3065"/>
                    <a:pt x="482" y="4279"/>
                    <a:pt x="2129" y="5221"/>
                  </a:cubicBezTo>
                  <a:lnTo>
                    <a:pt x="3675" y="3547"/>
                  </a:lnTo>
                  <a:cubicBezTo>
                    <a:pt x="2726" y="1214"/>
                    <a:pt x="1180" y="265"/>
                    <a:pt x="68" y="0"/>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0" name="Google Shape;14620;p66"/>
            <p:cNvSpPr/>
            <p:nvPr/>
          </p:nvSpPr>
          <p:spPr>
            <a:xfrm>
              <a:off x="7447115" y="1547942"/>
              <a:ext cx="314655" cy="333147"/>
            </a:xfrm>
            <a:custGeom>
              <a:avLst/>
              <a:gdLst/>
              <a:ahLst/>
              <a:cxnLst/>
              <a:rect l="l" t="t" r="r" b="b"/>
              <a:pathLst>
                <a:path w="11996" h="12701" extrusionOk="0">
                  <a:moveTo>
                    <a:pt x="5995" y="1"/>
                  </a:moveTo>
                  <a:cubicBezTo>
                    <a:pt x="2937" y="1"/>
                    <a:pt x="1" y="3818"/>
                    <a:pt x="1" y="6998"/>
                  </a:cubicBezTo>
                  <a:cubicBezTo>
                    <a:pt x="1" y="10179"/>
                    <a:pt x="2469" y="12701"/>
                    <a:pt x="5995" y="12701"/>
                  </a:cubicBezTo>
                  <a:cubicBezTo>
                    <a:pt x="9527" y="12701"/>
                    <a:pt x="11996" y="10179"/>
                    <a:pt x="11996" y="6998"/>
                  </a:cubicBezTo>
                  <a:cubicBezTo>
                    <a:pt x="11996" y="3818"/>
                    <a:pt x="9053" y="1"/>
                    <a:pt x="5995"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1" name="Google Shape;14621;p66"/>
            <p:cNvSpPr/>
            <p:nvPr/>
          </p:nvSpPr>
          <p:spPr>
            <a:xfrm>
              <a:off x="7447115" y="1550617"/>
              <a:ext cx="134298" cy="324622"/>
            </a:xfrm>
            <a:custGeom>
              <a:avLst/>
              <a:gdLst/>
              <a:ahLst/>
              <a:cxnLst/>
              <a:rect l="l" t="t" r="r" b="b"/>
              <a:pathLst>
                <a:path w="5120" h="12376" extrusionOk="0">
                  <a:moveTo>
                    <a:pt x="5120" y="1"/>
                  </a:moveTo>
                  <a:cubicBezTo>
                    <a:pt x="2401" y="624"/>
                    <a:pt x="1" y="4021"/>
                    <a:pt x="1" y="6896"/>
                  </a:cubicBezTo>
                  <a:cubicBezTo>
                    <a:pt x="1" y="9514"/>
                    <a:pt x="1675" y="11690"/>
                    <a:pt x="4239" y="12375"/>
                  </a:cubicBezTo>
                  <a:cubicBezTo>
                    <a:pt x="2835" y="11141"/>
                    <a:pt x="2001" y="9215"/>
                    <a:pt x="2001" y="7019"/>
                  </a:cubicBezTo>
                  <a:cubicBezTo>
                    <a:pt x="2001" y="4483"/>
                    <a:pt x="3323" y="1614"/>
                    <a:pt x="512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2" name="Google Shape;14622;p66"/>
            <p:cNvSpPr/>
            <p:nvPr/>
          </p:nvSpPr>
          <p:spPr>
            <a:xfrm>
              <a:off x="7518094" y="1665164"/>
              <a:ext cx="37011" cy="43227"/>
            </a:xfrm>
            <a:custGeom>
              <a:avLst/>
              <a:gdLst/>
              <a:ahLst/>
              <a:cxnLst/>
              <a:rect l="l" t="t" r="r" b="b"/>
              <a:pathLst>
                <a:path w="1411" h="1648" extrusionOk="0">
                  <a:moveTo>
                    <a:pt x="705" y="0"/>
                  </a:moveTo>
                  <a:cubicBezTo>
                    <a:pt x="312" y="0"/>
                    <a:pt x="0" y="319"/>
                    <a:pt x="0" y="705"/>
                  </a:cubicBezTo>
                  <a:lnTo>
                    <a:pt x="0" y="943"/>
                  </a:lnTo>
                  <a:cubicBezTo>
                    <a:pt x="0" y="1329"/>
                    <a:pt x="312" y="1648"/>
                    <a:pt x="705" y="1648"/>
                  </a:cubicBezTo>
                  <a:cubicBezTo>
                    <a:pt x="1092" y="1648"/>
                    <a:pt x="1410" y="1329"/>
                    <a:pt x="1410" y="943"/>
                  </a:cubicBezTo>
                  <a:lnTo>
                    <a:pt x="1410" y="705"/>
                  </a:lnTo>
                  <a:cubicBezTo>
                    <a:pt x="1410" y="319"/>
                    <a:pt x="1092" y="0"/>
                    <a:pt x="70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3" name="Google Shape;14623;p66"/>
            <p:cNvSpPr/>
            <p:nvPr/>
          </p:nvSpPr>
          <p:spPr>
            <a:xfrm>
              <a:off x="7536586" y="1665164"/>
              <a:ext cx="18518" cy="30925"/>
            </a:xfrm>
            <a:custGeom>
              <a:avLst/>
              <a:gdLst/>
              <a:ahLst/>
              <a:cxnLst/>
              <a:rect l="l" t="t" r="r" b="b"/>
              <a:pathLst>
                <a:path w="706" h="1179" extrusionOk="0">
                  <a:moveTo>
                    <a:pt x="0" y="0"/>
                  </a:moveTo>
                  <a:lnTo>
                    <a:pt x="0" y="828"/>
                  </a:lnTo>
                  <a:cubicBezTo>
                    <a:pt x="0" y="1061"/>
                    <a:pt x="177" y="1178"/>
                    <a:pt x="353" y="1178"/>
                  </a:cubicBezTo>
                  <a:cubicBezTo>
                    <a:pt x="529" y="1178"/>
                    <a:pt x="705" y="1061"/>
                    <a:pt x="705" y="828"/>
                  </a:cubicBezTo>
                  <a:lnTo>
                    <a:pt x="705" y="705"/>
                  </a:lnTo>
                  <a:cubicBezTo>
                    <a:pt x="705" y="319"/>
                    <a:pt x="387" y="0"/>
                    <a:pt x="0"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4" name="Google Shape;14624;p66"/>
            <p:cNvSpPr/>
            <p:nvPr/>
          </p:nvSpPr>
          <p:spPr>
            <a:xfrm>
              <a:off x="7530343" y="1671380"/>
              <a:ext cx="12485" cy="12302"/>
            </a:xfrm>
            <a:custGeom>
              <a:avLst/>
              <a:gdLst/>
              <a:ahLst/>
              <a:cxnLst/>
              <a:rect l="l" t="t" r="r" b="b"/>
              <a:pathLst>
                <a:path w="476" h="469" extrusionOk="0">
                  <a:moveTo>
                    <a:pt x="238" y="1"/>
                  </a:moveTo>
                  <a:cubicBezTo>
                    <a:pt x="109" y="1"/>
                    <a:pt x="1" y="102"/>
                    <a:pt x="1" y="238"/>
                  </a:cubicBezTo>
                  <a:cubicBezTo>
                    <a:pt x="1" y="367"/>
                    <a:pt x="109" y="468"/>
                    <a:pt x="238" y="468"/>
                  </a:cubicBezTo>
                  <a:cubicBezTo>
                    <a:pt x="367" y="468"/>
                    <a:pt x="476" y="367"/>
                    <a:pt x="476" y="238"/>
                  </a:cubicBezTo>
                  <a:cubicBezTo>
                    <a:pt x="476" y="102"/>
                    <a:pt x="367" y="1"/>
                    <a:pt x="23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5" name="Google Shape;14625;p66"/>
            <p:cNvSpPr/>
            <p:nvPr/>
          </p:nvSpPr>
          <p:spPr>
            <a:xfrm>
              <a:off x="7653781" y="1665164"/>
              <a:ext cx="37037" cy="43227"/>
            </a:xfrm>
            <a:custGeom>
              <a:avLst/>
              <a:gdLst/>
              <a:ahLst/>
              <a:cxnLst/>
              <a:rect l="l" t="t" r="r" b="b"/>
              <a:pathLst>
                <a:path w="1412" h="1648" extrusionOk="0">
                  <a:moveTo>
                    <a:pt x="706" y="0"/>
                  </a:moveTo>
                  <a:cubicBezTo>
                    <a:pt x="313" y="0"/>
                    <a:pt x="1" y="319"/>
                    <a:pt x="1" y="705"/>
                  </a:cubicBezTo>
                  <a:lnTo>
                    <a:pt x="1" y="943"/>
                  </a:lnTo>
                  <a:cubicBezTo>
                    <a:pt x="1" y="1329"/>
                    <a:pt x="313" y="1648"/>
                    <a:pt x="706" y="1648"/>
                  </a:cubicBezTo>
                  <a:cubicBezTo>
                    <a:pt x="1092" y="1648"/>
                    <a:pt x="1411" y="1329"/>
                    <a:pt x="1411" y="943"/>
                  </a:cubicBezTo>
                  <a:lnTo>
                    <a:pt x="1411" y="705"/>
                  </a:lnTo>
                  <a:cubicBezTo>
                    <a:pt x="1411" y="319"/>
                    <a:pt x="1092" y="0"/>
                    <a:pt x="70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6" name="Google Shape;14626;p66"/>
            <p:cNvSpPr/>
            <p:nvPr/>
          </p:nvSpPr>
          <p:spPr>
            <a:xfrm>
              <a:off x="7672274" y="1665164"/>
              <a:ext cx="18545" cy="30925"/>
            </a:xfrm>
            <a:custGeom>
              <a:avLst/>
              <a:gdLst/>
              <a:ahLst/>
              <a:cxnLst/>
              <a:rect l="l" t="t" r="r" b="b"/>
              <a:pathLst>
                <a:path w="707" h="1179" extrusionOk="0">
                  <a:moveTo>
                    <a:pt x="1" y="0"/>
                  </a:moveTo>
                  <a:lnTo>
                    <a:pt x="1" y="828"/>
                  </a:lnTo>
                  <a:cubicBezTo>
                    <a:pt x="1" y="1061"/>
                    <a:pt x="177" y="1178"/>
                    <a:pt x="354" y="1178"/>
                  </a:cubicBezTo>
                  <a:cubicBezTo>
                    <a:pt x="530" y="1178"/>
                    <a:pt x="706" y="1061"/>
                    <a:pt x="706" y="828"/>
                  </a:cubicBezTo>
                  <a:lnTo>
                    <a:pt x="706" y="705"/>
                  </a:lnTo>
                  <a:cubicBezTo>
                    <a:pt x="706" y="319"/>
                    <a:pt x="387" y="0"/>
                    <a:pt x="1"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7" name="Google Shape;14627;p66"/>
            <p:cNvSpPr/>
            <p:nvPr/>
          </p:nvSpPr>
          <p:spPr>
            <a:xfrm>
              <a:off x="7666057" y="1671380"/>
              <a:ext cx="12485" cy="12302"/>
            </a:xfrm>
            <a:custGeom>
              <a:avLst/>
              <a:gdLst/>
              <a:ahLst/>
              <a:cxnLst/>
              <a:rect l="l" t="t" r="r" b="b"/>
              <a:pathLst>
                <a:path w="476" h="469" extrusionOk="0">
                  <a:moveTo>
                    <a:pt x="238" y="1"/>
                  </a:moveTo>
                  <a:cubicBezTo>
                    <a:pt x="109" y="1"/>
                    <a:pt x="1" y="102"/>
                    <a:pt x="1" y="238"/>
                  </a:cubicBezTo>
                  <a:cubicBezTo>
                    <a:pt x="1" y="367"/>
                    <a:pt x="109" y="468"/>
                    <a:pt x="238" y="468"/>
                  </a:cubicBezTo>
                  <a:cubicBezTo>
                    <a:pt x="367" y="468"/>
                    <a:pt x="475" y="367"/>
                    <a:pt x="475" y="238"/>
                  </a:cubicBezTo>
                  <a:cubicBezTo>
                    <a:pt x="475" y="102"/>
                    <a:pt x="367" y="1"/>
                    <a:pt x="23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8" name="Google Shape;14628;p66"/>
            <p:cNvSpPr/>
            <p:nvPr/>
          </p:nvSpPr>
          <p:spPr>
            <a:xfrm>
              <a:off x="7432479" y="1722922"/>
              <a:ext cx="110350" cy="98782"/>
            </a:xfrm>
            <a:custGeom>
              <a:avLst/>
              <a:gdLst/>
              <a:ahLst/>
              <a:cxnLst/>
              <a:rect l="l" t="t" r="r" b="b"/>
              <a:pathLst>
                <a:path w="4207" h="3766" extrusionOk="0">
                  <a:moveTo>
                    <a:pt x="135" y="0"/>
                  </a:moveTo>
                  <a:cubicBezTo>
                    <a:pt x="66" y="0"/>
                    <a:pt x="0" y="59"/>
                    <a:pt x="9" y="144"/>
                  </a:cubicBezTo>
                  <a:cubicBezTo>
                    <a:pt x="159" y="1121"/>
                    <a:pt x="816" y="3338"/>
                    <a:pt x="3732" y="3765"/>
                  </a:cubicBezTo>
                  <a:lnTo>
                    <a:pt x="4207" y="2036"/>
                  </a:lnTo>
                  <a:cubicBezTo>
                    <a:pt x="4207" y="2036"/>
                    <a:pt x="1549" y="1623"/>
                    <a:pt x="233" y="49"/>
                  </a:cubicBezTo>
                  <a:cubicBezTo>
                    <a:pt x="206" y="15"/>
                    <a:pt x="170" y="0"/>
                    <a:pt x="13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9" name="Google Shape;14629;p66"/>
            <p:cNvSpPr/>
            <p:nvPr/>
          </p:nvSpPr>
          <p:spPr>
            <a:xfrm>
              <a:off x="7432531" y="1723132"/>
              <a:ext cx="102664" cy="98572"/>
            </a:xfrm>
            <a:custGeom>
              <a:avLst/>
              <a:gdLst/>
              <a:ahLst/>
              <a:cxnLst/>
              <a:rect l="l" t="t" r="r" b="b"/>
              <a:pathLst>
                <a:path w="3914" h="3758" extrusionOk="0">
                  <a:moveTo>
                    <a:pt x="82" y="1"/>
                  </a:moveTo>
                  <a:cubicBezTo>
                    <a:pt x="28" y="21"/>
                    <a:pt x="1" y="75"/>
                    <a:pt x="7" y="136"/>
                  </a:cubicBezTo>
                  <a:cubicBezTo>
                    <a:pt x="157" y="1113"/>
                    <a:pt x="814" y="3330"/>
                    <a:pt x="3730" y="3757"/>
                  </a:cubicBezTo>
                  <a:lnTo>
                    <a:pt x="3913" y="3093"/>
                  </a:lnTo>
                  <a:cubicBezTo>
                    <a:pt x="2184" y="2794"/>
                    <a:pt x="740" y="1621"/>
                    <a:pt x="82"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0" name="Google Shape;14630;p66"/>
            <p:cNvSpPr/>
            <p:nvPr/>
          </p:nvSpPr>
          <p:spPr>
            <a:xfrm>
              <a:off x="7666057" y="1722922"/>
              <a:ext cx="110350" cy="98782"/>
            </a:xfrm>
            <a:custGeom>
              <a:avLst/>
              <a:gdLst/>
              <a:ahLst/>
              <a:cxnLst/>
              <a:rect l="l" t="t" r="r" b="b"/>
              <a:pathLst>
                <a:path w="4207" h="3766" extrusionOk="0">
                  <a:moveTo>
                    <a:pt x="4072" y="0"/>
                  </a:moveTo>
                  <a:cubicBezTo>
                    <a:pt x="4037" y="0"/>
                    <a:pt x="4001" y="15"/>
                    <a:pt x="3974" y="49"/>
                  </a:cubicBezTo>
                  <a:cubicBezTo>
                    <a:pt x="2659" y="1623"/>
                    <a:pt x="1" y="2036"/>
                    <a:pt x="1" y="2036"/>
                  </a:cubicBezTo>
                  <a:lnTo>
                    <a:pt x="475" y="3765"/>
                  </a:lnTo>
                  <a:cubicBezTo>
                    <a:pt x="3391" y="3338"/>
                    <a:pt x="4049" y="1121"/>
                    <a:pt x="4198" y="144"/>
                  </a:cubicBezTo>
                  <a:cubicBezTo>
                    <a:pt x="4207" y="59"/>
                    <a:pt x="4141" y="0"/>
                    <a:pt x="4072"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1" name="Google Shape;14631;p66"/>
            <p:cNvSpPr/>
            <p:nvPr/>
          </p:nvSpPr>
          <p:spPr>
            <a:xfrm>
              <a:off x="7673716" y="1723132"/>
              <a:ext cx="102638" cy="98572"/>
            </a:xfrm>
            <a:custGeom>
              <a:avLst/>
              <a:gdLst/>
              <a:ahLst/>
              <a:cxnLst/>
              <a:rect l="l" t="t" r="r" b="b"/>
              <a:pathLst>
                <a:path w="3913" h="3758" extrusionOk="0">
                  <a:moveTo>
                    <a:pt x="3831" y="1"/>
                  </a:moveTo>
                  <a:cubicBezTo>
                    <a:pt x="3174" y="1621"/>
                    <a:pt x="1722" y="2794"/>
                    <a:pt x="0" y="3093"/>
                  </a:cubicBezTo>
                  <a:lnTo>
                    <a:pt x="183" y="3757"/>
                  </a:lnTo>
                  <a:cubicBezTo>
                    <a:pt x="3099" y="3330"/>
                    <a:pt x="3757" y="1113"/>
                    <a:pt x="3899" y="136"/>
                  </a:cubicBezTo>
                  <a:cubicBezTo>
                    <a:pt x="3913" y="75"/>
                    <a:pt x="3879" y="21"/>
                    <a:pt x="3831"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2" name="Google Shape;14632;p66"/>
            <p:cNvSpPr/>
            <p:nvPr/>
          </p:nvSpPr>
          <p:spPr>
            <a:xfrm>
              <a:off x="7527327" y="1740208"/>
              <a:ext cx="154232" cy="104999"/>
            </a:xfrm>
            <a:custGeom>
              <a:avLst/>
              <a:gdLst/>
              <a:ahLst/>
              <a:cxnLst/>
              <a:rect l="l" t="t" r="r" b="b"/>
              <a:pathLst>
                <a:path w="5880" h="4003" extrusionOk="0">
                  <a:moveTo>
                    <a:pt x="2944" y="1"/>
                  </a:moveTo>
                  <a:cubicBezTo>
                    <a:pt x="1316" y="1"/>
                    <a:pt x="1" y="1160"/>
                    <a:pt x="1" y="2815"/>
                  </a:cubicBezTo>
                  <a:cubicBezTo>
                    <a:pt x="1" y="3810"/>
                    <a:pt x="784" y="4002"/>
                    <a:pt x="1589" y="4002"/>
                  </a:cubicBezTo>
                  <a:cubicBezTo>
                    <a:pt x="2095" y="4002"/>
                    <a:pt x="2609" y="3927"/>
                    <a:pt x="2944" y="3927"/>
                  </a:cubicBezTo>
                  <a:cubicBezTo>
                    <a:pt x="3283" y="3927"/>
                    <a:pt x="3798" y="4002"/>
                    <a:pt x="4301" y="4002"/>
                  </a:cubicBezTo>
                  <a:cubicBezTo>
                    <a:pt x="5104" y="4002"/>
                    <a:pt x="5880" y="3810"/>
                    <a:pt x="5880" y="2815"/>
                  </a:cubicBezTo>
                  <a:cubicBezTo>
                    <a:pt x="5880" y="1167"/>
                    <a:pt x="4564" y="1"/>
                    <a:pt x="2944"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3" name="Google Shape;14633;p66"/>
            <p:cNvSpPr/>
            <p:nvPr/>
          </p:nvSpPr>
          <p:spPr>
            <a:xfrm>
              <a:off x="7561294" y="1788602"/>
              <a:ext cx="31869" cy="33181"/>
            </a:xfrm>
            <a:custGeom>
              <a:avLst/>
              <a:gdLst/>
              <a:ahLst/>
              <a:cxnLst/>
              <a:rect l="l" t="t" r="r" b="b"/>
              <a:pathLst>
                <a:path w="1215" h="1265" extrusionOk="0">
                  <a:moveTo>
                    <a:pt x="700" y="0"/>
                  </a:moveTo>
                  <a:cubicBezTo>
                    <a:pt x="498" y="0"/>
                    <a:pt x="284" y="143"/>
                    <a:pt x="164" y="380"/>
                  </a:cubicBezTo>
                  <a:cubicBezTo>
                    <a:pt x="1" y="698"/>
                    <a:pt x="69" y="1071"/>
                    <a:pt x="313" y="1214"/>
                  </a:cubicBezTo>
                  <a:cubicBezTo>
                    <a:pt x="377" y="1248"/>
                    <a:pt x="446" y="1265"/>
                    <a:pt x="516" y="1265"/>
                  </a:cubicBezTo>
                  <a:cubicBezTo>
                    <a:pt x="720" y="1265"/>
                    <a:pt x="931" y="1125"/>
                    <a:pt x="1052" y="888"/>
                  </a:cubicBezTo>
                  <a:cubicBezTo>
                    <a:pt x="1215" y="570"/>
                    <a:pt x="1147" y="190"/>
                    <a:pt x="903" y="54"/>
                  </a:cubicBezTo>
                  <a:cubicBezTo>
                    <a:pt x="840" y="18"/>
                    <a:pt x="771" y="0"/>
                    <a:pt x="70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4" name="Google Shape;14634;p66"/>
            <p:cNvSpPr/>
            <p:nvPr/>
          </p:nvSpPr>
          <p:spPr>
            <a:xfrm>
              <a:off x="7615538" y="1788602"/>
              <a:ext cx="32053" cy="33181"/>
            </a:xfrm>
            <a:custGeom>
              <a:avLst/>
              <a:gdLst/>
              <a:ahLst/>
              <a:cxnLst/>
              <a:rect l="l" t="t" r="r" b="b"/>
              <a:pathLst>
                <a:path w="1222" h="1265" extrusionOk="0">
                  <a:moveTo>
                    <a:pt x="522" y="0"/>
                  </a:moveTo>
                  <a:cubicBezTo>
                    <a:pt x="451" y="0"/>
                    <a:pt x="383" y="18"/>
                    <a:pt x="320" y="54"/>
                  </a:cubicBezTo>
                  <a:cubicBezTo>
                    <a:pt x="69" y="190"/>
                    <a:pt x="1" y="570"/>
                    <a:pt x="164" y="888"/>
                  </a:cubicBezTo>
                  <a:cubicBezTo>
                    <a:pt x="285" y="1125"/>
                    <a:pt x="500" y="1265"/>
                    <a:pt x="702" y="1265"/>
                  </a:cubicBezTo>
                  <a:cubicBezTo>
                    <a:pt x="772" y="1265"/>
                    <a:pt x="840" y="1248"/>
                    <a:pt x="903" y="1214"/>
                  </a:cubicBezTo>
                  <a:cubicBezTo>
                    <a:pt x="1154" y="1071"/>
                    <a:pt x="1221" y="698"/>
                    <a:pt x="1059" y="380"/>
                  </a:cubicBezTo>
                  <a:cubicBezTo>
                    <a:pt x="938" y="143"/>
                    <a:pt x="724" y="0"/>
                    <a:pt x="522"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35" name="Google Shape;14635;p66"/>
          <p:cNvGrpSpPr/>
          <p:nvPr/>
        </p:nvGrpSpPr>
        <p:grpSpPr>
          <a:xfrm>
            <a:off x="6844856" y="1590568"/>
            <a:ext cx="370132" cy="365672"/>
            <a:chOff x="6871944" y="1514368"/>
            <a:chExt cx="370132" cy="365672"/>
          </a:xfrm>
        </p:grpSpPr>
        <p:sp>
          <p:nvSpPr>
            <p:cNvPr id="14636" name="Google Shape;14636;p66"/>
            <p:cNvSpPr/>
            <p:nvPr/>
          </p:nvSpPr>
          <p:spPr>
            <a:xfrm>
              <a:off x="7098702" y="1514368"/>
              <a:ext cx="119845" cy="138888"/>
            </a:xfrm>
            <a:custGeom>
              <a:avLst/>
              <a:gdLst/>
              <a:ahLst/>
              <a:cxnLst/>
              <a:rect l="l" t="t" r="r" b="b"/>
              <a:pathLst>
                <a:path w="4569" h="5295" extrusionOk="0">
                  <a:moveTo>
                    <a:pt x="4100" y="1"/>
                  </a:moveTo>
                  <a:cubicBezTo>
                    <a:pt x="4045" y="1"/>
                    <a:pt x="3989" y="11"/>
                    <a:pt x="3933" y="33"/>
                  </a:cubicBezTo>
                  <a:cubicBezTo>
                    <a:pt x="3126" y="345"/>
                    <a:pt x="1370" y="1369"/>
                    <a:pt x="0" y="3024"/>
                  </a:cubicBezTo>
                  <a:lnTo>
                    <a:pt x="3648" y="5295"/>
                  </a:lnTo>
                  <a:cubicBezTo>
                    <a:pt x="4170" y="3735"/>
                    <a:pt x="4476" y="2115"/>
                    <a:pt x="4557" y="474"/>
                  </a:cubicBezTo>
                  <a:cubicBezTo>
                    <a:pt x="4568" y="208"/>
                    <a:pt x="4348" y="1"/>
                    <a:pt x="4100"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7" name="Google Shape;14637;p66"/>
            <p:cNvSpPr/>
            <p:nvPr/>
          </p:nvSpPr>
          <p:spPr>
            <a:xfrm>
              <a:off x="7133903" y="1535561"/>
              <a:ext cx="73969" cy="122153"/>
            </a:xfrm>
            <a:custGeom>
              <a:avLst/>
              <a:gdLst/>
              <a:ahLst/>
              <a:cxnLst/>
              <a:rect l="l" t="t" r="r" b="b"/>
              <a:pathLst>
                <a:path w="2820" h="4657" extrusionOk="0">
                  <a:moveTo>
                    <a:pt x="2540" y="1"/>
                  </a:moveTo>
                  <a:cubicBezTo>
                    <a:pt x="2510" y="1"/>
                    <a:pt x="2479" y="8"/>
                    <a:pt x="2449" y="25"/>
                  </a:cubicBezTo>
                  <a:cubicBezTo>
                    <a:pt x="1954" y="303"/>
                    <a:pt x="876" y="1246"/>
                    <a:pt x="1" y="2778"/>
                  </a:cubicBezTo>
                  <a:lnTo>
                    <a:pt x="1886" y="4657"/>
                  </a:lnTo>
                  <a:cubicBezTo>
                    <a:pt x="1886" y="4657"/>
                    <a:pt x="2659" y="2948"/>
                    <a:pt x="2808" y="453"/>
                  </a:cubicBezTo>
                  <a:cubicBezTo>
                    <a:pt x="2819" y="198"/>
                    <a:pt x="2689" y="1"/>
                    <a:pt x="2540"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8" name="Google Shape;14638;p66"/>
            <p:cNvSpPr/>
            <p:nvPr/>
          </p:nvSpPr>
          <p:spPr>
            <a:xfrm>
              <a:off x="6895656" y="1514368"/>
              <a:ext cx="119661" cy="138888"/>
            </a:xfrm>
            <a:custGeom>
              <a:avLst/>
              <a:gdLst/>
              <a:ahLst/>
              <a:cxnLst/>
              <a:rect l="l" t="t" r="r" b="b"/>
              <a:pathLst>
                <a:path w="4562" h="5295" extrusionOk="0">
                  <a:moveTo>
                    <a:pt x="462" y="1"/>
                  </a:moveTo>
                  <a:cubicBezTo>
                    <a:pt x="216" y="1"/>
                    <a:pt x="0" y="208"/>
                    <a:pt x="11" y="474"/>
                  </a:cubicBezTo>
                  <a:cubicBezTo>
                    <a:pt x="93" y="2115"/>
                    <a:pt x="398" y="3735"/>
                    <a:pt x="920" y="5295"/>
                  </a:cubicBezTo>
                  <a:lnTo>
                    <a:pt x="4561" y="3024"/>
                  </a:lnTo>
                  <a:cubicBezTo>
                    <a:pt x="3192" y="1369"/>
                    <a:pt x="1442" y="345"/>
                    <a:pt x="628" y="33"/>
                  </a:cubicBezTo>
                  <a:cubicBezTo>
                    <a:pt x="573" y="11"/>
                    <a:pt x="516" y="1"/>
                    <a:pt x="462"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9" name="Google Shape;14639;p66"/>
            <p:cNvSpPr/>
            <p:nvPr/>
          </p:nvSpPr>
          <p:spPr>
            <a:xfrm>
              <a:off x="6906174" y="1535561"/>
              <a:ext cx="74100" cy="122153"/>
            </a:xfrm>
            <a:custGeom>
              <a:avLst/>
              <a:gdLst/>
              <a:ahLst/>
              <a:cxnLst/>
              <a:rect l="l" t="t" r="r" b="b"/>
              <a:pathLst>
                <a:path w="2825" h="4657" extrusionOk="0">
                  <a:moveTo>
                    <a:pt x="283" y="1"/>
                  </a:moveTo>
                  <a:cubicBezTo>
                    <a:pt x="129" y="1"/>
                    <a:pt x="0" y="198"/>
                    <a:pt x="17" y="453"/>
                  </a:cubicBezTo>
                  <a:cubicBezTo>
                    <a:pt x="160" y="2948"/>
                    <a:pt x="933" y="4657"/>
                    <a:pt x="933" y="4657"/>
                  </a:cubicBezTo>
                  <a:lnTo>
                    <a:pt x="2824" y="2778"/>
                  </a:lnTo>
                  <a:cubicBezTo>
                    <a:pt x="1950" y="1246"/>
                    <a:pt x="872" y="303"/>
                    <a:pt x="377" y="25"/>
                  </a:cubicBezTo>
                  <a:cubicBezTo>
                    <a:pt x="345" y="8"/>
                    <a:pt x="313" y="1"/>
                    <a:pt x="283"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0" name="Google Shape;14640;p66"/>
            <p:cNvSpPr/>
            <p:nvPr/>
          </p:nvSpPr>
          <p:spPr>
            <a:xfrm>
              <a:off x="7021140" y="1832354"/>
              <a:ext cx="71713" cy="47686"/>
            </a:xfrm>
            <a:custGeom>
              <a:avLst/>
              <a:gdLst/>
              <a:ahLst/>
              <a:cxnLst/>
              <a:rect l="l" t="t" r="r" b="b"/>
              <a:pathLst>
                <a:path w="2734" h="1818" extrusionOk="0">
                  <a:moveTo>
                    <a:pt x="1371" y="0"/>
                  </a:moveTo>
                  <a:cubicBezTo>
                    <a:pt x="611" y="0"/>
                    <a:pt x="1" y="407"/>
                    <a:pt x="1" y="909"/>
                  </a:cubicBezTo>
                  <a:cubicBezTo>
                    <a:pt x="1" y="1410"/>
                    <a:pt x="611" y="1817"/>
                    <a:pt x="1371" y="1817"/>
                  </a:cubicBezTo>
                  <a:cubicBezTo>
                    <a:pt x="2123" y="1817"/>
                    <a:pt x="2734" y="1410"/>
                    <a:pt x="2734" y="909"/>
                  </a:cubicBezTo>
                  <a:cubicBezTo>
                    <a:pt x="2734" y="407"/>
                    <a:pt x="2123" y="0"/>
                    <a:pt x="1371"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1" name="Google Shape;14641;p66"/>
            <p:cNvSpPr/>
            <p:nvPr/>
          </p:nvSpPr>
          <p:spPr>
            <a:xfrm>
              <a:off x="6871944" y="1581569"/>
              <a:ext cx="370132" cy="257028"/>
            </a:xfrm>
            <a:custGeom>
              <a:avLst/>
              <a:gdLst/>
              <a:ahLst/>
              <a:cxnLst/>
              <a:rect l="l" t="t" r="r" b="b"/>
              <a:pathLst>
                <a:path w="14111" h="9799" extrusionOk="0">
                  <a:moveTo>
                    <a:pt x="7059" y="0"/>
                  </a:moveTo>
                  <a:cubicBezTo>
                    <a:pt x="3729" y="0"/>
                    <a:pt x="868" y="2441"/>
                    <a:pt x="0" y="6828"/>
                  </a:cubicBezTo>
                  <a:cubicBezTo>
                    <a:pt x="0" y="6828"/>
                    <a:pt x="1329" y="7208"/>
                    <a:pt x="1485" y="7283"/>
                  </a:cubicBezTo>
                  <a:lnTo>
                    <a:pt x="1268" y="8191"/>
                  </a:lnTo>
                  <a:cubicBezTo>
                    <a:pt x="1248" y="8273"/>
                    <a:pt x="1295" y="8361"/>
                    <a:pt x="1376" y="8388"/>
                  </a:cubicBezTo>
                  <a:cubicBezTo>
                    <a:pt x="1899" y="8551"/>
                    <a:pt x="3702" y="9141"/>
                    <a:pt x="4909" y="9798"/>
                  </a:cubicBezTo>
                  <a:lnTo>
                    <a:pt x="9208" y="9798"/>
                  </a:lnTo>
                  <a:cubicBezTo>
                    <a:pt x="10415" y="9141"/>
                    <a:pt x="12212" y="8551"/>
                    <a:pt x="12734" y="8388"/>
                  </a:cubicBezTo>
                  <a:cubicBezTo>
                    <a:pt x="12815" y="8361"/>
                    <a:pt x="12863" y="8273"/>
                    <a:pt x="12843" y="8191"/>
                  </a:cubicBezTo>
                  <a:lnTo>
                    <a:pt x="12626" y="7283"/>
                  </a:lnTo>
                  <a:cubicBezTo>
                    <a:pt x="12788" y="7208"/>
                    <a:pt x="14111" y="6828"/>
                    <a:pt x="14111" y="6828"/>
                  </a:cubicBezTo>
                  <a:cubicBezTo>
                    <a:pt x="13243" y="2441"/>
                    <a:pt x="10388" y="0"/>
                    <a:pt x="7059" y="0"/>
                  </a:cubicBezTo>
                  <a:close/>
                </a:path>
              </a:pathLst>
            </a:custGeom>
            <a:solidFill>
              <a:srgbClr val="7085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2" name="Google Shape;14642;p66"/>
            <p:cNvSpPr/>
            <p:nvPr/>
          </p:nvSpPr>
          <p:spPr>
            <a:xfrm>
              <a:off x="6997323" y="1742700"/>
              <a:ext cx="119373" cy="116540"/>
            </a:xfrm>
            <a:custGeom>
              <a:avLst/>
              <a:gdLst/>
              <a:ahLst/>
              <a:cxnLst/>
              <a:rect l="l" t="t" r="r" b="b"/>
              <a:pathLst>
                <a:path w="4551" h="4443" extrusionOk="0">
                  <a:moveTo>
                    <a:pt x="2279" y="1"/>
                  </a:moveTo>
                  <a:cubicBezTo>
                    <a:pt x="1533" y="1"/>
                    <a:pt x="855" y="455"/>
                    <a:pt x="570" y="1147"/>
                  </a:cubicBezTo>
                  <a:cubicBezTo>
                    <a:pt x="285" y="1831"/>
                    <a:pt x="0" y="2516"/>
                    <a:pt x="0" y="3187"/>
                  </a:cubicBezTo>
                  <a:cubicBezTo>
                    <a:pt x="0" y="3724"/>
                    <a:pt x="538" y="4443"/>
                    <a:pt x="1411" y="4443"/>
                  </a:cubicBezTo>
                  <a:cubicBezTo>
                    <a:pt x="1631" y="4443"/>
                    <a:pt x="1871" y="4397"/>
                    <a:pt x="2129" y="4293"/>
                  </a:cubicBezTo>
                  <a:cubicBezTo>
                    <a:pt x="2177" y="4272"/>
                    <a:pt x="2226" y="4262"/>
                    <a:pt x="2275" y="4262"/>
                  </a:cubicBezTo>
                  <a:cubicBezTo>
                    <a:pt x="2324" y="4262"/>
                    <a:pt x="2374" y="4272"/>
                    <a:pt x="2421" y="4293"/>
                  </a:cubicBezTo>
                  <a:cubicBezTo>
                    <a:pt x="2677" y="4397"/>
                    <a:pt x="2916" y="4441"/>
                    <a:pt x="3134" y="4441"/>
                  </a:cubicBezTo>
                  <a:cubicBezTo>
                    <a:pt x="4011" y="4441"/>
                    <a:pt x="4550" y="3714"/>
                    <a:pt x="4550" y="3187"/>
                  </a:cubicBezTo>
                  <a:cubicBezTo>
                    <a:pt x="4550" y="2530"/>
                    <a:pt x="4265" y="1831"/>
                    <a:pt x="3981" y="1147"/>
                  </a:cubicBezTo>
                  <a:cubicBezTo>
                    <a:pt x="3696" y="455"/>
                    <a:pt x="3025" y="1"/>
                    <a:pt x="2279" y="1"/>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3" name="Google Shape;14643;p66"/>
            <p:cNvSpPr/>
            <p:nvPr/>
          </p:nvSpPr>
          <p:spPr>
            <a:xfrm>
              <a:off x="6871944" y="1670541"/>
              <a:ext cx="155282" cy="168056"/>
            </a:xfrm>
            <a:custGeom>
              <a:avLst/>
              <a:gdLst/>
              <a:ahLst/>
              <a:cxnLst/>
              <a:rect l="l" t="t" r="r" b="b"/>
              <a:pathLst>
                <a:path w="5920" h="6407" extrusionOk="0">
                  <a:moveTo>
                    <a:pt x="4201" y="0"/>
                  </a:moveTo>
                  <a:cubicBezTo>
                    <a:pt x="4096" y="0"/>
                    <a:pt x="3986" y="9"/>
                    <a:pt x="3872" y="26"/>
                  </a:cubicBezTo>
                  <a:cubicBezTo>
                    <a:pt x="2746" y="195"/>
                    <a:pt x="1309" y="989"/>
                    <a:pt x="0" y="3436"/>
                  </a:cubicBezTo>
                  <a:cubicBezTo>
                    <a:pt x="0" y="3436"/>
                    <a:pt x="1329" y="3816"/>
                    <a:pt x="1485" y="3891"/>
                  </a:cubicBezTo>
                  <a:lnTo>
                    <a:pt x="1268" y="4799"/>
                  </a:lnTo>
                  <a:cubicBezTo>
                    <a:pt x="1248" y="4881"/>
                    <a:pt x="1295" y="4969"/>
                    <a:pt x="1376" y="4996"/>
                  </a:cubicBezTo>
                  <a:cubicBezTo>
                    <a:pt x="1899" y="5159"/>
                    <a:pt x="3702" y="5749"/>
                    <a:pt x="4909" y="6406"/>
                  </a:cubicBezTo>
                  <a:cubicBezTo>
                    <a:pt x="4828" y="6264"/>
                    <a:pt x="4787" y="6101"/>
                    <a:pt x="4780" y="5938"/>
                  </a:cubicBezTo>
                  <a:cubicBezTo>
                    <a:pt x="4780" y="4603"/>
                    <a:pt x="5920" y="3206"/>
                    <a:pt x="5920" y="1843"/>
                  </a:cubicBezTo>
                  <a:cubicBezTo>
                    <a:pt x="5920" y="956"/>
                    <a:pt x="5335" y="0"/>
                    <a:pt x="4201"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4" name="Google Shape;14644;p66"/>
            <p:cNvSpPr/>
            <p:nvPr/>
          </p:nvSpPr>
          <p:spPr>
            <a:xfrm>
              <a:off x="7086951" y="1670541"/>
              <a:ext cx="155124" cy="168056"/>
            </a:xfrm>
            <a:custGeom>
              <a:avLst/>
              <a:gdLst/>
              <a:ahLst/>
              <a:cxnLst/>
              <a:rect l="l" t="t" r="r" b="b"/>
              <a:pathLst>
                <a:path w="5914" h="6407" extrusionOk="0">
                  <a:moveTo>
                    <a:pt x="1717" y="0"/>
                  </a:moveTo>
                  <a:cubicBezTo>
                    <a:pt x="580" y="0"/>
                    <a:pt x="1" y="956"/>
                    <a:pt x="1" y="1843"/>
                  </a:cubicBezTo>
                  <a:cubicBezTo>
                    <a:pt x="1" y="3206"/>
                    <a:pt x="1133" y="4603"/>
                    <a:pt x="1133" y="5938"/>
                  </a:cubicBezTo>
                  <a:cubicBezTo>
                    <a:pt x="1133" y="6101"/>
                    <a:pt x="1086" y="6264"/>
                    <a:pt x="1011" y="6406"/>
                  </a:cubicBezTo>
                  <a:cubicBezTo>
                    <a:pt x="2218" y="5749"/>
                    <a:pt x="4015" y="5159"/>
                    <a:pt x="4537" y="4996"/>
                  </a:cubicBezTo>
                  <a:cubicBezTo>
                    <a:pt x="4618" y="4969"/>
                    <a:pt x="4666" y="4881"/>
                    <a:pt x="4646" y="4799"/>
                  </a:cubicBezTo>
                  <a:lnTo>
                    <a:pt x="4429" y="3891"/>
                  </a:lnTo>
                  <a:cubicBezTo>
                    <a:pt x="4591" y="3816"/>
                    <a:pt x="5914" y="3436"/>
                    <a:pt x="5914" y="3436"/>
                  </a:cubicBezTo>
                  <a:cubicBezTo>
                    <a:pt x="4605" y="989"/>
                    <a:pt x="3167" y="195"/>
                    <a:pt x="2049" y="26"/>
                  </a:cubicBezTo>
                  <a:cubicBezTo>
                    <a:pt x="1933" y="9"/>
                    <a:pt x="1823" y="0"/>
                    <a:pt x="1717"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5" name="Google Shape;14645;p66"/>
            <p:cNvSpPr/>
            <p:nvPr/>
          </p:nvSpPr>
          <p:spPr>
            <a:xfrm>
              <a:off x="6961572" y="1695040"/>
              <a:ext cx="41811" cy="53745"/>
            </a:xfrm>
            <a:custGeom>
              <a:avLst/>
              <a:gdLst/>
              <a:ahLst/>
              <a:cxnLst/>
              <a:rect l="l" t="t" r="r" b="b"/>
              <a:pathLst>
                <a:path w="1594" h="2049" extrusionOk="0">
                  <a:moveTo>
                    <a:pt x="794" y="0"/>
                  </a:moveTo>
                  <a:cubicBezTo>
                    <a:pt x="353" y="0"/>
                    <a:pt x="0" y="360"/>
                    <a:pt x="0" y="794"/>
                  </a:cubicBezTo>
                  <a:lnTo>
                    <a:pt x="0" y="1255"/>
                  </a:lnTo>
                  <a:cubicBezTo>
                    <a:pt x="0" y="1689"/>
                    <a:pt x="353" y="2048"/>
                    <a:pt x="794" y="2048"/>
                  </a:cubicBezTo>
                  <a:cubicBezTo>
                    <a:pt x="1235" y="2048"/>
                    <a:pt x="1587" y="1689"/>
                    <a:pt x="1594" y="1255"/>
                  </a:cubicBezTo>
                  <a:lnTo>
                    <a:pt x="1594" y="794"/>
                  </a:lnTo>
                  <a:cubicBezTo>
                    <a:pt x="1587" y="360"/>
                    <a:pt x="1235" y="0"/>
                    <a:pt x="79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6" name="Google Shape;14646;p66"/>
            <p:cNvSpPr/>
            <p:nvPr/>
          </p:nvSpPr>
          <p:spPr>
            <a:xfrm>
              <a:off x="6979356" y="1695040"/>
              <a:ext cx="24027" cy="41811"/>
            </a:xfrm>
            <a:custGeom>
              <a:avLst/>
              <a:gdLst/>
              <a:ahLst/>
              <a:cxnLst/>
              <a:rect l="l" t="t" r="r" b="b"/>
              <a:pathLst>
                <a:path w="916" h="1594" extrusionOk="0">
                  <a:moveTo>
                    <a:pt x="116" y="0"/>
                  </a:moveTo>
                  <a:cubicBezTo>
                    <a:pt x="75" y="0"/>
                    <a:pt x="41" y="7"/>
                    <a:pt x="1" y="14"/>
                  </a:cubicBezTo>
                  <a:lnTo>
                    <a:pt x="1" y="1140"/>
                  </a:lnTo>
                  <a:cubicBezTo>
                    <a:pt x="1" y="1390"/>
                    <a:pt x="204" y="1594"/>
                    <a:pt x="455" y="1594"/>
                  </a:cubicBezTo>
                  <a:cubicBezTo>
                    <a:pt x="706" y="1594"/>
                    <a:pt x="909" y="1390"/>
                    <a:pt x="909" y="1140"/>
                  </a:cubicBezTo>
                  <a:lnTo>
                    <a:pt x="909" y="801"/>
                  </a:lnTo>
                  <a:cubicBezTo>
                    <a:pt x="916" y="360"/>
                    <a:pt x="557" y="0"/>
                    <a:pt x="116"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7" name="Google Shape;14647;p66"/>
            <p:cNvSpPr/>
            <p:nvPr/>
          </p:nvSpPr>
          <p:spPr>
            <a:xfrm>
              <a:off x="6973480" y="1700915"/>
              <a:ext cx="17994" cy="17994"/>
            </a:xfrm>
            <a:custGeom>
              <a:avLst/>
              <a:gdLst/>
              <a:ahLst/>
              <a:cxnLst/>
              <a:rect l="l" t="t" r="r" b="b"/>
              <a:pathLst>
                <a:path w="686" h="686" extrusionOk="0">
                  <a:moveTo>
                    <a:pt x="340" y="0"/>
                  </a:moveTo>
                  <a:cubicBezTo>
                    <a:pt x="150" y="0"/>
                    <a:pt x="1" y="156"/>
                    <a:pt x="1" y="346"/>
                  </a:cubicBezTo>
                  <a:cubicBezTo>
                    <a:pt x="1" y="536"/>
                    <a:pt x="150" y="685"/>
                    <a:pt x="340" y="685"/>
                  </a:cubicBezTo>
                  <a:cubicBezTo>
                    <a:pt x="530" y="685"/>
                    <a:pt x="686" y="536"/>
                    <a:pt x="686" y="346"/>
                  </a:cubicBezTo>
                  <a:cubicBezTo>
                    <a:pt x="686" y="156"/>
                    <a:pt x="530" y="0"/>
                    <a:pt x="34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8" name="Google Shape;14648;p66"/>
            <p:cNvSpPr/>
            <p:nvPr/>
          </p:nvSpPr>
          <p:spPr>
            <a:xfrm>
              <a:off x="7110794" y="1695040"/>
              <a:ext cx="41811" cy="53745"/>
            </a:xfrm>
            <a:custGeom>
              <a:avLst/>
              <a:gdLst/>
              <a:ahLst/>
              <a:cxnLst/>
              <a:rect l="l" t="t" r="r" b="b"/>
              <a:pathLst>
                <a:path w="1594" h="2049" extrusionOk="0">
                  <a:moveTo>
                    <a:pt x="794" y="0"/>
                  </a:moveTo>
                  <a:cubicBezTo>
                    <a:pt x="353" y="0"/>
                    <a:pt x="0" y="360"/>
                    <a:pt x="0" y="794"/>
                  </a:cubicBezTo>
                  <a:lnTo>
                    <a:pt x="0" y="1255"/>
                  </a:lnTo>
                  <a:cubicBezTo>
                    <a:pt x="0" y="1689"/>
                    <a:pt x="353" y="2048"/>
                    <a:pt x="794" y="2048"/>
                  </a:cubicBezTo>
                  <a:cubicBezTo>
                    <a:pt x="1234" y="2048"/>
                    <a:pt x="1587" y="1689"/>
                    <a:pt x="1594" y="1255"/>
                  </a:cubicBezTo>
                  <a:lnTo>
                    <a:pt x="1594" y="794"/>
                  </a:lnTo>
                  <a:cubicBezTo>
                    <a:pt x="1587" y="360"/>
                    <a:pt x="1234" y="0"/>
                    <a:pt x="79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49" name="Google Shape;14649;p66"/>
            <p:cNvSpPr/>
            <p:nvPr/>
          </p:nvSpPr>
          <p:spPr>
            <a:xfrm>
              <a:off x="7128578" y="1695040"/>
              <a:ext cx="24027" cy="41811"/>
            </a:xfrm>
            <a:custGeom>
              <a:avLst/>
              <a:gdLst/>
              <a:ahLst/>
              <a:cxnLst/>
              <a:rect l="l" t="t" r="r" b="b"/>
              <a:pathLst>
                <a:path w="916" h="1594" extrusionOk="0">
                  <a:moveTo>
                    <a:pt x="116" y="0"/>
                  </a:moveTo>
                  <a:cubicBezTo>
                    <a:pt x="82" y="0"/>
                    <a:pt x="41" y="7"/>
                    <a:pt x="0" y="14"/>
                  </a:cubicBezTo>
                  <a:lnTo>
                    <a:pt x="0" y="1140"/>
                  </a:lnTo>
                  <a:cubicBezTo>
                    <a:pt x="0" y="1390"/>
                    <a:pt x="204" y="1594"/>
                    <a:pt x="462" y="1594"/>
                  </a:cubicBezTo>
                  <a:cubicBezTo>
                    <a:pt x="712" y="1594"/>
                    <a:pt x="916" y="1390"/>
                    <a:pt x="916" y="1140"/>
                  </a:cubicBezTo>
                  <a:lnTo>
                    <a:pt x="916" y="801"/>
                  </a:lnTo>
                  <a:cubicBezTo>
                    <a:pt x="916" y="360"/>
                    <a:pt x="556" y="0"/>
                    <a:pt x="116"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0" name="Google Shape;14650;p66"/>
            <p:cNvSpPr/>
            <p:nvPr/>
          </p:nvSpPr>
          <p:spPr>
            <a:xfrm>
              <a:off x="7122703" y="1700915"/>
              <a:ext cx="17810" cy="17994"/>
            </a:xfrm>
            <a:custGeom>
              <a:avLst/>
              <a:gdLst/>
              <a:ahLst/>
              <a:cxnLst/>
              <a:rect l="l" t="t" r="r" b="b"/>
              <a:pathLst>
                <a:path w="679" h="686" extrusionOk="0">
                  <a:moveTo>
                    <a:pt x="340" y="0"/>
                  </a:moveTo>
                  <a:cubicBezTo>
                    <a:pt x="150" y="0"/>
                    <a:pt x="1" y="156"/>
                    <a:pt x="1" y="346"/>
                  </a:cubicBezTo>
                  <a:cubicBezTo>
                    <a:pt x="1" y="536"/>
                    <a:pt x="150" y="685"/>
                    <a:pt x="340" y="685"/>
                  </a:cubicBezTo>
                  <a:cubicBezTo>
                    <a:pt x="530" y="685"/>
                    <a:pt x="679" y="536"/>
                    <a:pt x="679" y="346"/>
                  </a:cubicBezTo>
                  <a:cubicBezTo>
                    <a:pt x="679" y="156"/>
                    <a:pt x="530" y="0"/>
                    <a:pt x="34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1" name="Google Shape;14651;p66"/>
            <p:cNvSpPr/>
            <p:nvPr/>
          </p:nvSpPr>
          <p:spPr>
            <a:xfrm>
              <a:off x="7026491" y="1796602"/>
              <a:ext cx="60486" cy="59411"/>
            </a:xfrm>
            <a:custGeom>
              <a:avLst/>
              <a:gdLst/>
              <a:ahLst/>
              <a:cxnLst/>
              <a:rect l="l" t="t" r="r" b="b"/>
              <a:pathLst>
                <a:path w="2306" h="2265" extrusionOk="0">
                  <a:moveTo>
                    <a:pt x="1153" y="0"/>
                  </a:moveTo>
                  <a:cubicBezTo>
                    <a:pt x="516" y="0"/>
                    <a:pt x="0" y="339"/>
                    <a:pt x="0" y="753"/>
                  </a:cubicBezTo>
                  <a:cubicBezTo>
                    <a:pt x="0" y="1031"/>
                    <a:pt x="400" y="1261"/>
                    <a:pt x="767" y="1417"/>
                  </a:cubicBezTo>
                  <a:cubicBezTo>
                    <a:pt x="868" y="1465"/>
                    <a:pt x="936" y="1573"/>
                    <a:pt x="936" y="1689"/>
                  </a:cubicBezTo>
                  <a:lnTo>
                    <a:pt x="936" y="2265"/>
                  </a:lnTo>
                  <a:cubicBezTo>
                    <a:pt x="963" y="2251"/>
                    <a:pt x="990" y="2245"/>
                    <a:pt x="1024" y="2231"/>
                  </a:cubicBezTo>
                  <a:cubicBezTo>
                    <a:pt x="1068" y="2214"/>
                    <a:pt x="1118" y="2206"/>
                    <a:pt x="1167" y="2206"/>
                  </a:cubicBezTo>
                  <a:cubicBezTo>
                    <a:pt x="1216" y="2206"/>
                    <a:pt x="1265" y="2214"/>
                    <a:pt x="1309" y="2231"/>
                  </a:cubicBezTo>
                  <a:cubicBezTo>
                    <a:pt x="1343" y="2245"/>
                    <a:pt x="1370" y="2251"/>
                    <a:pt x="1397" y="2265"/>
                  </a:cubicBezTo>
                  <a:lnTo>
                    <a:pt x="1397" y="1682"/>
                  </a:lnTo>
                  <a:cubicBezTo>
                    <a:pt x="1397" y="1566"/>
                    <a:pt x="1465" y="1465"/>
                    <a:pt x="1567" y="1417"/>
                  </a:cubicBezTo>
                  <a:cubicBezTo>
                    <a:pt x="1913" y="1255"/>
                    <a:pt x="2306" y="1031"/>
                    <a:pt x="2306" y="753"/>
                  </a:cubicBezTo>
                  <a:cubicBezTo>
                    <a:pt x="2306" y="332"/>
                    <a:pt x="1790" y="0"/>
                    <a:pt x="1153"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2" name="Google Shape;14652;p66"/>
            <p:cNvSpPr/>
            <p:nvPr/>
          </p:nvSpPr>
          <p:spPr>
            <a:xfrm>
              <a:off x="6871944" y="1581569"/>
              <a:ext cx="185158" cy="232660"/>
            </a:xfrm>
            <a:custGeom>
              <a:avLst/>
              <a:gdLst/>
              <a:ahLst/>
              <a:cxnLst/>
              <a:rect l="l" t="t" r="r" b="b"/>
              <a:pathLst>
                <a:path w="7059" h="8870" extrusionOk="0">
                  <a:moveTo>
                    <a:pt x="7059" y="0"/>
                  </a:moveTo>
                  <a:cubicBezTo>
                    <a:pt x="3729" y="0"/>
                    <a:pt x="868" y="2441"/>
                    <a:pt x="0" y="6828"/>
                  </a:cubicBezTo>
                  <a:cubicBezTo>
                    <a:pt x="0" y="6828"/>
                    <a:pt x="1329" y="7208"/>
                    <a:pt x="1485" y="7283"/>
                  </a:cubicBezTo>
                  <a:lnTo>
                    <a:pt x="1268" y="8191"/>
                  </a:lnTo>
                  <a:cubicBezTo>
                    <a:pt x="1248" y="8273"/>
                    <a:pt x="1295" y="8361"/>
                    <a:pt x="1376" y="8388"/>
                  </a:cubicBezTo>
                  <a:cubicBezTo>
                    <a:pt x="1627" y="8463"/>
                    <a:pt x="2163" y="8639"/>
                    <a:pt x="2787" y="8869"/>
                  </a:cubicBezTo>
                  <a:cubicBezTo>
                    <a:pt x="1716" y="2130"/>
                    <a:pt x="6218" y="0"/>
                    <a:pt x="7059" y="0"/>
                  </a:cubicBezTo>
                  <a:close/>
                </a:path>
              </a:pathLst>
            </a:custGeom>
            <a:solidFill>
              <a:srgbClr val="556E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3" name="Google Shape;14653;p66"/>
            <p:cNvSpPr/>
            <p:nvPr/>
          </p:nvSpPr>
          <p:spPr>
            <a:xfrm>
              <a:off x="6871944" y="1675289"/>
              <a:ext cx="84670" cy="138940"/>
            </a:xfrm>
            <a:custGeom>
              <a:avLst/>
              <a:gdLst/>
              <a:ahLst/>
              <a:cxnLst/>
              <a:rect l="l" t="t" r="r" b="b"/>
              <a:pathLst>
                <a:path w="3228" h="5297" extrusionOk="0">
                  <a:moveTo>
                    <a:pt x="3228" y="1"/>
                  </a:moveTo>
                  <a:lnTo>
                    <a:pt x="3228" y="1"/>
                  </a:lnTo>
                  <a:cubicBezTo>
                    <a:pt x="2231" y="353"/>
                    <a:pt x="1071" y="1255"/>
                    <a:pt x="0" y="3255"/>
                  </a:cubicBezTo>
                  <a:cubicBezTo>
                    <a:pt x="0" y="3255"/>
                    <a:pt x="1329" y="3635"/>
                    <a:pt x="1485" y="3710"/>
                  </a:cubicBezTo>
                  <a:lnTo>
                    <a:pt x="1268" y="4618"/>
                  </a:lnTo>
                  <a:cubicBezTo>
                    <a:pt x="1248" y="4700"/>
                    <a:pt x="1295" y="4788"/>
                    <a:pt x="1376" y="4815"/>
                  </a:cubicBezTo>
                  <a:cubicBezTo>
                    <a:pt x="1627" y="4890"/>
                    <a:pt x="2163" y="5066"/>
                    <a:pt x="2787" y="5296"/>
                  </a:cubicBezTo>
                  <a:cubicBezTo>
                    <a:pt x="2434" y="3052"/>
                    <a:pt x="2692" y="1316"/>
                    <a:pt x="3228"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54" name="Google Shape;14654;p66"/>
          <p:cNvGrpSpPr/>
          <p:nvPr/>
        </p:nvGrpSpPr>
        <p:grpSpPr>
          <a:xfrm>
            <a:off x="6534843" y="3441461"/>
            <a:ext cx="400375" cy="370184"/>
            <a:chOff x="6561931" y="3365261"/>
            <a:chExt cx="400375" cy="370184"/>
          </a:xfrm>
        </p:grpSpPr>
        <p:sp>
          <p:nvSpPr>
            <p:cNvPr id="14655" name="Google Shape;14655;p66"/>
            <p:cNvSpPr/>
            <p:nvPr/>
          </p:nvSpPr>
          <p:spPr>
            <a:xfrm>
              <a:off x="6592332" y="3365261"/>
              <a:ext cx="369974" cy="370158"/>
            </a:xfrm>
            <a:custGeom>
              <a:avLst/>
              <a:gdLst/>
              <a:ahLst/>
              <a:cxnLst/>
              <a:rect l="l" t="t" r="r" b="b"/>
              <a:pathLst>
                <a:path w="14105" h="14112" extrusionOk="0">
                  <a:moveTo>
                    <a:pt x="7053" y="1"/>
                  </a:moveTo>
                  <a:cubicBezTo>
                    <a:pt x="3154" y="1"/>
                    <a:pt x="1" y="3161"/>
                    <a:pt x="1" y="7059"/>
                  </a:cubicBezTo>
                  <a:cubicBezTo>
                    <a:pt x="1" y="10951"/>
                    <a:pt x="3154" y="14111"/>
                    <a:pt x="7053" y="14111"/>
                  </a:cubicBezTo>
                  <a:cubicBezTo>
                    <a:pt x="10952" y="14111"/>
                    <a:pt x="14105" y="10951"/>
                    <a:pt x="14105" y="7059"/>
                  </a:cubicBezTo>
                  <a:cubicBezTo>
                    <a:pt x="14105" y="3161"/>
                    <a:pt x="10952" y="1"/>
                    <a:pt x="7053" y="1"/>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6" name="Google Shape;14656;p66"/>
            <p:cNvSpPr/>
            <p:nvPr/>
          </p:nvSpPr>
          <p:spPr>
            <a:xfrm>
              <a:off x="6561931" y="3392672"/>
              <a:ext cx="372991" cy="342774"/>
            </a:xfrm>
            <a:custGeom>
              <a:avLst/>
              <a:gdLst/>
              <a:ahLst/>
              <a:cxnLst/>
              <a:rect l="l" t="t" r="r" b="b"/>
              <a:pathLst>
                <a:path w="14220" h="13068" extrusionOk="0">
                  <a:moveTo>
                    <a:pt x="4516" y="0"/>
                  </a:moveTo>
                  <a:cubicBezTo>
                    <a:pt x="631" y="2387"/>
                    <a:pt x="0" y="7777"/>
                    <a:pt x="3221" y="10998"/>
                  </a:cubicBezTo>
                  <a:cubicBezTo>
                    <a:pt x="4618" y="12395"/>
                    <a:pt x="6418" y="13067"/>
                    <a:pt x="8204" y="13067"/>
                  </a:cubicBezTo>
                  <a:cubicBezTo>
                    <a:pt x="10546" y="13067"/>
                    <a:pt x="12865" y="11910"/>
                    <a:pt x="14219" y="9710"/>
                  </a:cubicBezTo>
                  <a:lnTo>
                    <a:pt x="14219" y="9710"/>
                  </a:lnTo>
                  <a:cubicBezTo>
                    <a:pt x="13107" y="10395"/>
                    <a:pt x="11833" y="10754"/>
                    <a:pt x="10524" y="10754"/>
                  </a:cubicBezTo>
                  <a:cubicBezTo>
                    <a:pt x="7968" y="10754"/>
                    <a:pt x="5615" y="9371"/>
                    <a:pt x="4367" y="7140"/>
                  </a:cubicBezTo>
                  <a:cubicBezTo>
                    <a:pt x="3119" y="4909"/>
                    <a:pt x="3180" y="2177"/>
                    <a:pt x="4516" y="0"/>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7" name="Google Shape;14657;p66"/>
            <p:cNvSpPr/>
            <p:nvPr/>
          </p:nvSpPr>
          <p:spPr>
            <a:xfrm>
              <a:off x="6756506" y="3585882"/>
              <a:ext cx="52539" cy="31083"/>
            </a:xfrm>
            <a:custGeom>
              <a:avLst/>
              <a:gdLst/>
              <a:ahLst/>
              <a:cxnLst/>
              <a:rect l="l" t="t" r="r" b="b"/>
              <a:pathLst>
                <a:path w="2003" h="1185" extrusionOk="0">
                  <a:moveTo>
                    <a:pt x="329" y="1"/>
                  </a:moveTo>
                  <a:cubicBezTo>
                    <a:pt x="146" y="1"/>
                    <a:pt x="1" y="254"/>
                    <a:pt x="183" y="405"/>
                  </a:cubicBezTo>
                  <a:lnTo>
                    <a:pt x="895" y="1001"/>
                  </a:lnTo>
                  <a:cubicBezTo>
                    <a:pt x="1004" y="1096"/>
                    <a:pt x="1140" y="1150"/>
                    <a:pt x="1289" y="1157"/>
                  </a:cubicBezTo>
                  <a:lnTo>
                    <a:pt x="1668" y="1184"/>
                  </a:lnTo>
                  <a:lnTo>
                    <a:pt x="1689" y="1184"/>
                  </a:lnTo>
                  <a:cubicBezTo>
                    <a:pt x="1693" y="1185"/>
                    <a:pt x="1697" y="1185"/>
                    <a:pt x="1702" y="1185"/>
                  </a:cubicBezTo>
                  <a:cubicBezTo>
                    <a:pt x="1988" y="1185"/>
                    <a:pt x="2003" y="743"/>
                    <a:pt x="1702" y="730"/>
                  </a:cubicBezTo>
                  <a:lnTo>
                    <a:pt x="1316" y="703"/>
                  </a:lnTo>
                  <a:cubicBezTo>
                    <a:pt x="1268" y="703"/>
                    <a:pt x="1221" y="683"/>
                    <a:pt x="1187" y="655"/>
                  </a:cubicBezTo>
                  <a:lnTo>
                    <a:pt x="475" y="59"/>
                  </a:lnTo>
                  <a:cubicBezTo>
                    <a:pt x="427" y="18"/>
                    <a:pt x="377" y="1"/>
                    <a:pt x="329"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8" name="Google Shape;14658;p66"/>
            <p:cNvSpPr/>
            <p:nvPr/>
          </p:nvSpPr>
          <p:spPr>
            <a:xfrm>
              <a:off x="6853609" y="3448830"/>
              <a:ext cx="27882" cy="35096"/>
            </a:xfrm>
            <a:custGeom>
              <a:avLst/>
              <a:gdLst/>
              <a:ahLst/>
              <a:cxnLst/>
              <a:rect l="l" t="t" r="r" b="b"/>
              <a:pathLst>
                <a:path w="1063" h="1338" extrusionOk="0">
                  <a:moveTo>
                    <a:pt x="781" y="1"/>
                  </a:moveTo>
                  <a:cubicBezTo>
                    <a:pt x="694" y="1"/>
                    <a:pt x="607" y="48"/>
                    <a:pt x="570" y="158"/>
                  </a:cubicBezTo>
                  <a:lnTo>
                    <a:pt x="455" y="524"/>
                  </a:lnTo>
                  <a:lnTo>
                    <a:pt x="109" y="971"/>
                  </a:lnTo>
                  <a:cubicBezTo>
                    <a:pt x="1" y="1120"/>
                    <a:pt x="102" y="1337"/>
                    <a:pt x="292" y="1337"/>
                  </a:cubicBezTo>
                  <a:cubicBezTo>
                    <a:pt x="367" y="1337"/>
                    <a:pt x="428" y="1304"/>
                    <a:pt x="475" y="1249"/>
                  </a:cubicBezTo>
                  <a:lnTo>
                    <a:pt x="841" y="768"/>
                  </a:lnTo>
                  <a:cubicBezTo>
                    <a:pt x="862" y="748"/>
                    <a:pt x="869" y="720"/>
                    <a:pt x="875" y="700"/>
                  </a:cubicBezTo>
                  <a:lnTo>
                    <a:pt x="1004" y="300"/>
                  </a:lnTo>
                  <a:cubicBezTo>
                    <a:pt x="1062" y="121"/>
                    <a:pt x="921" y="1"/>
                    <a:pt x="781"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59" name="Google Shape;14659;p66"/>
            <p:cNvSpPr/>
            <p:nvPr/>
          </p:nvSpPr>
          <p:spPr>
            <a:xfrm>
              <a:off x="6816441" y="3525920"/>
              <a:ext cx="19777" cy="30925"/>
            </a:xfrm>
            <a:custGeom>
              <a:avLst/>
              <a:gdLst/>
              <a:ahLst/>
              <a:cxnLst/>
              <a:rect l="l" t="t" r="r" b="b"/>
              <a:pathLst>
                <a:path w="754" h="1179" extrusionOk="0">
                  <a:moveTo>
                    <a:pt x="282" y="1"/>
                  </a:moveTo>
                  <a:cubicBezTo>
                    <a:pt x="143" y="1"/>
                    <a:pt x="1" y="122"/>
                    <a:pt x="55" y="297"/>
                  </a:cubicBezTo>
                  <a:lnTo>
                    <a:pt x="285" y="1023"/>
                  </a:lnTo>
                  <a:cubicBezTo>
                    <a:pt x="312" y="1111"/>
                    <a:pt x="401" y="1178"/>
                    <a:pt x="502" y="1178"/>
                  </a:cubicBezTo>
                  <a:cubicBezTo>
                    <a:pt x="523" y="1178"/>
                    <a:pt x="550" y="1172"/>
                    <a:pt x="570" y="1165"/>
                  </a:cubicBezTo>
                  <a:cubicBezTo>
                    <a:pt x="692" y="1131"/>
                    <a:pt x="753" y="1002"/>
                    <a:pt x="719" y="880"/>
                  </a:cubicBezTo>
                  <a:lnTo>
                    <a:pt x="489" y="161"/>
                  </a:lnTo>
                  <a:cubicBezTo>
                    <a:pt x="455" y="49"/>
                    <a:pt x="369" y="1"/>
                    <a:pt x="282"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0" name="Google Shape;14660;p66"/>
            <p:cNvSpPr/>
            <p:nvPr/>
          </p:nvSpPr>
          <p:spPr>
            <a:xfrm>
              <a:off x="6787457" y="3566891"/>
              <a:ext cx="34519" cy="25548"/>
            </a:xfrm>
            <a:custGeom>
              <a:avLst/>
              <a:gdLst/>
              <a:ahLst/>
              <a:cxnLst/>
              <a:rect l="l" t="t" r="r" b="b"/>
              <a:pathLst>
                <a:path w="1316" h="974" extrusionOk="0">
                  <a:moveTo>
                    <a:pt x="442" y="1"/>
                  </a:moveTo>
                  <a:cubicBezTo>
                    <a:pt x="346" y="1"/>
                    <a:pt x="260" y="53"/>
                    <a:pt x="224" y="139"/>
                  </a:cubicBezTo>
                  <a:lnTo>
                    <a:pt x="41" y="573"/>
                  </a:lnTo>
                  <a:cubicBezTo>
                    <a:pt x="0" y="647"/>
                    <a:pt x="41" y="742"/>
                    <a:pt x="122" y="769"/>
                  </a:cubicBezTo>
                  <a:lnTo>
                    <a:pt x="631" y="959"/>
                  </a:lnTo>
                  <a:cubicBezTo>
                    <a:pt x="658" y="969"/>
                    <a:pt x="685" y="973"/>
                    <a:pt x="713" y="973"/>
                  </a:cubicBezTo>
                  <a:cubicBezTo>
                    <a:pt x="783" y="973"/>
                    <a:pt x="851" y="943"/>
                    <a:pt x="895" y="884"/>
                  </a:cubicBezTo>
                  <a:lnTo>
                    <a:pt x="1207" y="464"/>
                  </a:lnTo>
                  <a:cubicBezTo>
                    <a:pt x="1316" y="328"/>
                    <a:pt x="1234" y="132"/>
                    <a:pt x="1065" y="105"/>
                  </a:cubicBezTo>
                  <a:lnTo>
                    <a:pt x="475" y="3"/>
                  </a:lnTo>
                  <a:cubicBezTo>
                    <a:pt x="464" y="2"/>
                    <a:pt x="453" y="1"/>
                    <a:pt x="442"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1" name="Google Shape;14661;p66"/>
            <p:cNvSpPr/>
            <p:nvPr/>
          </p:nvSpPr>
          <p:spPr>
            <a:xfrm>
              <a:off x="6844376" y="3570249"/>
              <a:ext cx="40027" cy="23450"/>
            </a:xfrm>
            <a:custGeom>
              <a:avLst/>
              <a:gdLst/>
              <a:ahLst/>
              <a:cxnLst/>
              <a:rect l="l" t="t" r="r" b="b"/>
              <a:pathLst>
                <a:path w="1526" h="894" extrusionOk="0">
                  <a:moveTo>
                    <a:pt x="750" y="0"/>
                  </a:moveTo>
                  <a:cubicBezTo>
                    <a:pt x="684" y="0"/>
                    <a:pt x="618" y="15"/>
                    <a:pt x="556" y="44"/>
                  </a:cubicBezTo>
                  <a:lnTo>
                    <a:pt x="115" y="248"/>
                  </a:lnTo>
                  <a:cubicBezTo>
                    <a:pt x="0" y="302"/>
                    <a:pt x="0" y="458"/>
                    <a:pt x="115" y="512"/>
                  </a:cubicBezTo>
                  <a:lnTo>
                    <a:pt x="854" y="851"/>
                  </a:lnTo>
                  <a:cubicBezTo>
                    <a:pt x="917" y="879"/>
                    <a:pt x="982" y="893"/>
                    <a:pt x="1047" y="893"/>
                  </a:cubicBezTo>
                  <a:cubicBezTo>
                    <a:pt x="1123" y="893"/>
                    <a:pt x="1199" y="874"/>
                    <a:pt x="1268" y="838"/>
                  </a:cubicBezTo>
                  <a:lnTo>
                    <a:pt x="1424" y="743"/>
                  </a:lnTo>
                  <a:cubicBezTo>
                    <a:pt x="1512" y="695"/>
                    <a:pt x="1526" y="580"/>
                    <a:pt x="1458" y="506"/>
                  </a:cubicBezTo>
                  <a:lnTo>
                    <a:pt x="1065" y="126"/>
                  </a:lnTo>
                  <a:cubicBezTo>
                    <a:pt x="978" y="44"/>
                    <a:pt x="865" y="0"/>
                    <a:pt x="750"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2" name="Google Shape;14662;p66"/>
            <p:cNvSpPr/>
            <p:nvPr/>
          </p:nvSpPr>
          <p:spPr>
            <a:xfrm>
              <a:off x="6789791" y="3610381"/>
              <a:ext cx="97287" cy="68854"/>
            </a:xfrm>
            <a:custGeom>
              <a:avLst/>
              <a:gdLst/>
              <a:ahLst/>
              <a:cxnLst/>
              <a:rect l="l" t="t" r="r" b="b"/>
              <a:pathLst>
                <a:path w="3709" h="2625" extrusionOk="0">
                  <a:moveTo>
                    <a:pt x="2063" y="1"/>
                  </a:moveTo>
                  <a:cubicBezTo>
                    <a:pt x="2015" y="1"/>
                    <a:pt x="1967" y="17"/>
                    <a:pt x="1925" y="47"/>
                  </a:cubicBezTo>
                  <a:lnTo>
                    <a:pt x="874" y="786"/>
                  </a:lnTo>
                  <a:lnTo>
                    <a:pt x="420" y="867"/>
                  </a:lnTo>
                  <a:cubicBezTo>
                    <a:pt x="216" y="908"/>
                    <a:pt x="67" y="1078"/>
                    <a:pt x="54" y="1281"/>
                  </a:cubicBezTo>
                  <a:lnTo>
                    <a:pt x="13" y="1810"/>
                  </a:lnTo>
                  <a:cubicBezTo>
                    <a:pt x="0" y="2023"/>
                    <a:pt x="171" y="2211"/>
                    <a:pt x="387" y="2211"/>
                  </a:cubicBezTo>
                  <a:cubicBezTo>
                    <a:pt x="398" y="2211"/>
                    <a:pt x="409" y="2211"/>
                    <a:pt x="420" y="2210"/>
                  </a:cubicBezTo>
                  <a:lnTo>
                    <a:pt x="2088" y="2074"/>
                  </a:lnTo>
                  <a:lnTo>
                    <a:pt x="2481" y="2542"/>
                  </a:lnTo>
                  <a:cubicBezTo>
                    <a:pt x="2527" y="2597"/>
                    <a:pt x="2592" y="2625"/>
                    <a:pt x="2658" y="2625"/>
                  </a:cubicBezTo>
                  <a:cubicBezTo>
                    <a:pt x="2729" y="2625"/>
                    <a:pt x="2801" y="2592"/>
                    <a:pt x="2847" y="2529"/>
                  </a:cubicBezTo>
                  <a:lnTo>
                    <a:pt x="3661" y="1342"/>
                  </a:lnTo>
                  <a:cubicBezTo>
                    <a:pt x="3695" y="1288"/>
                    <a:pt x="3708" y="1220"/>
                    <a:pt x="3688" y="1159"/>
                  </a:cubicBezTo>
                  <a:lnTo>
                    <a:pt x="3437" y="216"/>
                  </a:lnTo>
                  <a:lnTo>
                    <a:pt x="2881" y="352"/>
                  </a:lnTo>
                  <a:lnTo>
                    <a:pt x="2149" y="20"/>
                  </a:lnTo>
                  <a:cubicBezTo>
                    <a:pt x="2121" y="7"/>
                    <a:pt x="2092" y="1"/>
                    <a:pt x="2063"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3" name="Google Shape;14663;p66"/>
            <p:cNvSpPr/>
            <p:nvPr/>
          </p:nvSpPr>
          <p:spPr>
            <a:xfrm>
              <a:off x="6587716" y="3526576"/>
              <a:ext cx="38978" cy="131124"/>
            </a:xfrm>
            <a:custGeom>
              <a:avLst/>
              <a:gdLst/>
              <a:ahLst/>
              <a:cxnLst/>
              <a:rect l="l" t="t" r="r" b="b"/>
              <a:pathLst>
                <a:path w="1486" h="4999" extrusionOk="0">
                  <a:moveTo>
                    <a:pt x="245" y="1"/>
                  </a:moveTo>
                  <a:lnTo>
                    <a:pt x="245" y="1"/>
                  </a:lnTo>
                  <a:cubicBezTo>
                    <a:pt x="1" y="1764"/>
                    <a:pt x="441" y="3554"/>
                    <a:pt x="1485" y="4998"/>
                  </a:cubicBezTo>
                  <a:lnTo>
                    <a:pt x="1452" y="3215"/>
                  </a:lnTo>
                  <a:cubicBezTo>
                    <a:pt x="1445" y="3167"/>
                    <a:pt x="1438" y="3113"/>
                    <a:pt x="1424" y="3066"/>
                  </a:cubicBezTo>
                  <a:lnTo>
                    <a:pt x="984" y="1872"/>
                  </a:lnTo>
                  <a:cubicBezTo>
                    <a:pt x="936" y="1750"/>
                    <a:pt x="929" y="1621"/>
                    <a:pt x="957" y="1493"/>
                  </a:cubicBezTo>
                  <a:lnTo>
                    <a:pt x="1126" y="1031"/>
                  </a:lnTo>
                  <a:cubicBezTo>
                    <a:pt x="1180" y="875"/>
                    <a:pt x="1106" y="706"/>
                    <a:pt x="957" y="645"/>
                  </a:cubicBezTo>
                  <a:lnTo>
                    <a:pt x="875" y="611"/>
                  </a:lnTo>
                  <a:cubicBezTo>
                    <a:pt x="753" y="591"/>
                    <a:pt x="645" y="530"/>
                    <a:pt x="570" y="428"/>
                  </a:cubicBezTo>
                  <a:lnTo>
                    <a:pt x="245" y="1"/>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4" name="Google Shape;14664;p66"/>
            <p:cNvSpPr/>
            <p:nvPr/>
          </p:nvSpPr>
          <p:spPr>
            <a:xfrm>
              <a:off x="6596975" y="3365314"/>
              <a:ext cx="283520" cy="210207"/>
            </a:xfrm>
            <a:custGeom>
              <a:avLst/>
              <a:gdLst/>
              <a:ahLst/>
              <a:cxnLst/>
              <a:rect l="l" t="t" r="r" b="b"/>
              <a:pathLst>
                <a:path w="10809" h="8014" extrusionOk="0">
                  <a:moveTo>
                    <a:pt x="6883" y="0"/>
                  </a:moveTo>
                  <a:cubicBezTo>
                    <a:pt x="4731" y="0"/>
                    <a:pt x="2612" y="985"/>
                    <a:pt x="1234" y="2833"/>
                  </a:cubicBezTo>
                  <a:lnTo>
                    <a:pt x="1750" y="3599"/>
                  </a:lnTo>
                  <a:cubicBezTo>
                    <a:pt x="1851" y="3774"/>
                    <a:pt x="1704" y="3941"/>
                    <a:pt x="1550" y="3941"/>
                  </a:cubicBezTo>
                  <a:cubicBezTo>
                    <a:pt x="1488" y="3941"/>
                    <a:pt x="1425" y="3914"/>
                    <a:pt x="1377" y="3850"/>
                  </a:cubicBezTo>
                  <a:lnTo>
                    <a:pt x="956" y="3233"/>
                  </a:lnTo>
                  <a:cubicBezTo>
                    <a:pt x="502" y="3932"/>
                    <a:pt x="176" y="4705"/>
                    <a:pt x="0" y="5518"/>
                  </a:cubicBezTo>
                  <a:lnTo>
                    <a:pt x="488" y="6183"/>
                  </a:lnTo>
                  <a:cubicBezTo>
                    <a:pt x="516" y="6222"/>
                    <a:pt x="562" y="6243"/>
                    <a:pt x="608" y="6243"/>
                  </a:cubicBezTo>
                  <a:cubicBezTo>
                    <a:pt x="641" y="6243"/>
                    <a:pt x="673" y="6232"/>
                    <a:pt x="699" y="6210"/>
                  </a:cubicBezTo>
                  <a:lnTo>
                    <a:pt x="1017" y="5966"/>
                  </a:lnTo>
                  <a:cubicBezTo>
                    <a:pt x="1071" y="5918"/>
                    <a:pt x="1105" y="5850"/>
                    <a:pt x="1112" y="5769"/>
                  </a:cubicBezTo>
                  <a:lnTo>
                    <a:pt x="1112" y="5464"/>
                  </a:lnTo>
                  <a:cubicBezTo>
                    <a:pt x="1112" y="5410"/>
                    <a:pt x="1092" y="5362"/>
                    <a:pt x="1065" y="5315"/>
                  </a:cubicBezTo>
                  <a:lnTo>
                    <a:pt x="834" y="5003"/>
                  </a:lnTo>
                  <a:cubicBezTo>
                    <a:pt x="721" y="4826"/>
                    <a:pt x="869" y="4645"/>
                    <a:pt x="1028" y="4645"/>
                  </a:cubicBezTo>
                  <a:cubicBezTo>
                    <a:pt x="1088" y="4645"/>
                    <a:pt x="1150" y="4670"/>
                    <a:pt x="1200" y="4732"/>
                  </a:cubicBezTo>
                  <a:lnTo>
                    <a:pt x="1526" y="5166"/>
                  </a:lnTo>
                  <a:cubicBezTo>
                    <a:pt x="1607" y="5274"/>
                    <a:pt x="1729" y="5335"/>
                    <a:pt x="1865" y="5349"/>
                  </a:cubicBezTo>
                  <a:lnTo>
                    <a:pt x="2082" y="5362"/>
                  </a:lnTo>
                  <a:cubicBezTo>
                    <a:pt x="2177" y="5362"/>
                    <a:pt x="2251" y="5423"/>
                    <a:pt x="2285" y="5511"/>
                  </a:cubicBezTo>
                  <a:lnTo>
                    <a:pt x="2719" y="6745"/>
                  </a:lnTo>
                  <a:cubicBezTo>
                    <a:pt x="2766" y="6889"/>
                    <a:pt x="2894" y="6964"/>
                    <a:pt x="3022" y="6964"/>
                  </a:cubicBezTo>
                  <a:cubicBezTo>
                    <a:pt x="3137" y="6964"/>
                    <a:pt x="3252" y="6904"/>
                    <a:pt x="3309" y="6779"/>
                  </a:cubicBezTo>
                  <a:lnTo>
                    <a:pt x="3567" y="6278"/>
                  </a:lnTo>
                  <a:cubicBezTo>
                    <a:pt x="3601" y="6210"/>
                    <a:pt x="3648" y="6156"/>
                    <a:pt x="3716" y="6108"/>
                  </a:cubicBezTo>
                  <a:lnTo>
                    <a:pt x="4170" y="5796"/>
                  </a:lnTo>
                  <a:cubicBezTo>
                    <a:pt x="4247" y="5746"/>
                    <a:pt x="4335" y="5721"/>
                    <a:pt x="4422" y="5721"/>
                  </a:cubicBezTo>
                  <a:cubicBezTo>
                    <a:pt x="4557" y="5721"/>
                    <a:pt x="4690" y="5780"/>
                    <a:pt x="4780" y="5891"/>
                  </a:cubicBezTo>
                  <a:lnTo>
                    <a:pt x="5303" y="6576"/>
                  </a:lnTo>
                  <a:cubicBezTo>
                    <a:pt x="5343" y="6623"/>
                    <a:pt x="5404" y="6657"/>
                    <a:pt x="5472" y="6657"/>
                  </a:cubicBezTo>
                  <a:lnTo>
                    <a:pt x="5872" y="7844"/>
                  </a:lnTo>
                  <a:cubicBezTo>
                    <a:pt x="5893" y="7939"/>
                    <a:pt x="5987" y="8007"/>
                    <a:pt x="6089" y="8013"/>
                  </a:cubicBezTo>
                  <a:cubicBezTo>
                    <a:pt x="6109" y="8013"/>
                    <a:pt x="6130" y="8007"/>
                    <a:pt x="6150" y="8000"/>
                  </a:cubicBezTo>
                  <a:cubicBezTo>
                    <a:pt x="6272" y="7966"/>
                    <a:pt x="6340" y="7844"/>
                    <a:pt x="6306" y="7722"/>
                  </a:cubicBezTo>
                  <a:lnTo>
                    <a:pt x="6137" y="7098"/>
                  </a:lnTo>
                  <a:lnTo>
                    <a:pt x="6530" y="6976"/>
                  </a:lnTo>
                  <a:cubicBezTo>
                    <a:pt x="6720" y="6901"/>
                    <a:pt x="6835" y="6712"/>
                    <a:pt x="6821" y="6508"/>
                  </a:cubicBezTo>
                  <a:lnTo>
                    <a:pt x="6794" y="6122"/>
                  </a:lnTo>
                  <a:cubicBezTo>
                    <a:pt x="6774" y="5918"/>
                    <a:pt x="6903" y="5722"/>
                    <a:pt x="7093" y="5654"/>
                  </a:cubicBezTo>
                  <a:lnTo>
                    <a:pt x="8252" y="5254"/>
                  </a:lnTo>
                  <a:cubicBezTo>
                    <a:pt x="8334" y="5220"/>
                    <a:pt x="8395" y="5145"/>
                    <a:pt x="8401" y="5057"/>
                  </a:cubicBezTo>
                  <a:lnTo>
                    <a:pt x="8510" y="3993"/>
                  </a:lnTo>
                  <a:cubicBezTo>
                    <a:pt x="8523" y="3877"/>
                    <a:pt x="8584" y="3776"/>
                    <a:pt x="8686" y="3715"/>
                  </a:cubicBezTo>
                  <a:cubicBezTo>
                    <a:pt x="8723" y="3694"/>
                    <a:pt x="8762" y="3685"/>
                    <a:pt x="8799" y="3685"/>
                  </a:cubicBezTo>
                  <a:cubicBezTo>
                    <a:pt x="8925" y="3685"/>
                    <a:pt x="9036" y="3790"/>
                    <a:pt x="9025" y="3932"/>
                  </a:cubicBezTo>
                  <a:lnTo>
                    <a:pt x="9005" y="4128"/>
                  </a:lnTo>
                  <a:cubicBezTo>
                    <a:pt x="8991" y="4250"/>
                    <a:pt x="9079" y="4365"/>
                    <a:pt x="9208" y="4379"/>
                  </a:cubicBezTo>
                  <a:lnTo>
                    <a:pt x="9229" y="4379"/>
                  </a:lnTo>
                  <a:cubicBezTo>
                    <a:pt x="9351" y="4379"/>
                    <a:pt x="9446" y="4291"/>
                    <a:pt x="9459" y="4176"/>
                  </a:cubicBezTo>
                  <a:lnTo>
                    <a:pt x="9568" y="3084"/>
                  </a:lnTo>
                  <a:cubicBezTo>
                    <a:pt x="9574" y="3009"/>
                    <a:pt x="9622" y="2942"/>
                    <a:pt x="9690" y="2908"/>
                  </a:cubicBezTo>
                  <a:lnTo>
                    <a:pt x="9832" y="2833"/>
                  </a:lnTo>
                  <a:cubicBezTo>
                    <a:pt x="9947" y="2792"/>
                    <a:pt x="10002" y="2664"/>
                    <a:pt x="9961" y="2548"/>
                  </a:cubicBezTo>
                  <a:lnTo>
                    <a:pt x="9805" y="2128"/>
                  </a:lnTo>
                  <a:cubicBezTo>
                    <a:pt x="9771" y="2026"/>
                    <a:pt x="9805" y="1924"/>
                    <a:pt x="9893" y="1863"/>
                  </a:cubicBezTo>
                  <a:lnTo>
                    <a:pt x="10808" y="1199"/>
                  </a:lnTo>
                  <a:cubicBezTo>
                    <a:pt x="9604" y="390"/>
                    <a:pt x="8237" y="0"/>
                    <a:pt x="6883"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5" name="Google Shape;14665;p66"/>
            <p:cNvSpPr/>
            <p:nvPr/>
          </p:nvSpPr>
          <p:spPr>
            <a:xfrm>
              <a:off x="6596791" y="3393013"/>
              <a:ext cx="83438" cy="136081"/>
            </a:xfrm>
            <a:custGeom>
              <a:avLst/>
              <a:gdLst/>
              <a:ahLst/>
              <a:cxnLst/>
              <a:rect l="l" t="t" r="r" b="b"/>
              <a:pathLst>
                <a:path w="3181" h="5188" extrusionOk="0">
                  <a:moveTo>
                    <a:pt x="3180" y="1"/>
                  </a:moveTo>
                  <a:lnTo>
                    <a:pt x="3180" y="1"/>
                  </a:lnTo>
                  <a:cubicBezTo>
                    <a:pt x="2428" y="462"/>
                    <a:pt x="1763" y="1065"/>
                    <a:pt x="1234" y="1777"/>
                  </a:cubicBezTo>
                  <a:lnTo>
                    <a:pt x="1750" y="2543"/>
                  </a:lnTo>
                  <a:cubicBezTo>
                    <a:pt x="1851" y="2699"/>
                    <a:pt x="1743" y="2903"/>
                    <a:pt x="1560" y="2903"/>
                  </a:cubicBezTo>
                  <a:lnTo>
                    <a:pt x="1567" y="2896"/>
                  </a:lnTo>
                  <a:cubicBezTo>
                    <a:pt x="1485" y="2896"/>
                    <a:pt x="1418" y="2862"/>
                    <a:pt x="1377" y="2801"/>
                  </a:cubicBezTo>
                  <a:lnTo>
                    <a:pt x="956" y="2177"/>
                  </a:lnTo>
                  <a:cubicBezTo>
                    <a:pt x="502" y="2876"/>
                    <a:pt x="177" y="3649"/>
                    <a:pt x="0" y="4462"/>
                  </a:cubicBezTo>
                  <a:lnTo>
                    <a:pt x="489" y="5127"/>
                  </a:lnTo>
                  <a:cubicBezTo>
                    <a:pt x="520" y="5166"/>
                    <a:pt x="566" y="5187"/>
                    <a:pt x="611" y="5187"/>
                  </a:cubicBezTo>
                  <a:cubicBezTo>
                    <a:pt x="644" y="5187"/>
                    <a:pt x="677" y="5176"/>
                    <a:pt x="706" y="5154"/>
                  </a:cubicBezTo>
                  <a:lnTo>
                    <a:pt x="1017" y="4910"/>
                  </a:lnTo>
                  <a:cubicBezTo>
                    <a:pt x="1072" y="4862"/>
                    <a:pt x="1112" y="4794"/>
                    <a:pt x="1112" y="4720"/>
                  </a:cubicBezTo>
                  <a:lnTo>
                    <a:pt x="1112" y="4415"/>
                  </a:lnTo>
                  <a:cubicBezTo>
                    <a:pt x="1112" y="4360"/>
                    <a:pt x="1092" y="4306"/>
                    <a:pt x="1065" y="4259"/>
                  </a:cubicBezTo>
                  <a:lnTo>
                    <a:pt x="834" y="3947"/>
                  </a:lnTo>
                  <a:cubicBezTo>
                    <a:pt x="721" y="3769"/>
                    <a:pt x="869" y="3592"/>
                    <a:pt x="1029" y="3592"/>
                  </a:cubicBezTo>
                  <a:cubicBezTo>
                    <a:pt x="1089" y="3592"/>
                    <a:pt x="1151" y="3617"/>
                    <a:pt x="1201" y="3676"/>
                  </a:cubicBezTo>
                  <a:lnTo>
                    <a:pt x="1526" y="4110"/>
                  </a:lnTo>
                  <a:cubicBezTo>
                    <a:pt x="1607" y="4218"/>
                    <a:pt x="1729" y="4286"/>
                    <a:pt x="1865" y="4293"/>
                  </a:cubicBezTo>
                  <a:lnTo>
                    <a:pt x="2082" y="4306"/>
                  </a:lnTo>
                  <a:cubicBezTo>
                    <a:pt x="2116" y="4306"/>
                    <a:pt x="2143" y="4313"/>
                    <a:pt x="2170" y="4333"/>
                  </a:cubicBezTo>
                  <a:cubicBezTo>
                    <a:pt x="2150" y="4116"/>
                    <a:pt x="2136" y="3906"/>
                    <a:pt x="2136" y="3689"/>
                  </a:cubicBezTo>
                  <a:cubicBezTo>
                    <a:pt x="2136" y="2387"/>
                    <a:pt x="2496" y="1106"/>
                    <a:pt x="3180"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6" name="Google Shape;14666;p66"/>
            <p:cNvSpPr/>
            <p:nvPr/>
          </p:nvSpPr>
          <p:spPr>
            <a:xfrm>
              <a:off x="6852376" y="3672257"/>
              <a:ext cx="14951" cy="7082"/>
            </a:xfrm>
            <a:custGeom>
              <a:avLst/>
              <a:gdLst/>
              <a:ahLst/>
              <a:cxnLst/>
              <a:rect l="l" t="t" r="r" b="b"/>
              <a:pathLst>
                <a:path w="570" h="270" extrusionOk="0">
                  <a:moveTo>
                    <a:pt x="570" y="0"/>
                  </a:moveTo>
                  <a:cubicBezTo>
                    <a:pt x="380" y="34"/>
                    <a:pt x="190" y="54"/>
                    <a:pt x="0" y="75"/>
                  </a:cubicBezTo>
                  <a:lnTo>
                    <a:pt x="95" y="190"/>
                  </a:lnTo>
                  <a:cubicBezTo>
                    <a:pt x="139" y="243"/>
                    <a:pt x="202" y="269"/>
                    <a:pt x="265" y="269"/>
                  </a:cubicBezTo>
                  <a:cubicBezTo>
                    <a:pt x="338" y="269"/>
                    <a:pt x="411" y="235"/>
                    <a:pt x="454" y="170"/>
                  </a:cubicBezTo>
                  <a:lnTo>
                    <a:pt x="570" y="0"/>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67" name="Google Shape;14667;p66"/>
          <p:cNvGrpSpPr/>
          <p:nvPr/>
        </p:nvGrpSpPr>
        <p:grpSpPr>
          <a:xfrm>
            <a:off x="1915032" y="2062052"/>
            <a:ext cx="378315" cy="358695"/>
            <a:chOff x="1942120" y="1985852"/>
            <a:chExt cx="378315" cy="358695"/>
          </a:xfrm>
        </p:grpSpPr>
        <p:sp>
          <p:nvSpPr>
            <p:cNvPr id="14668" name="Google Shape;14668;p66"/>
            <p:cNvSpPr/>
            <p:nvPr/>
          </p:nvSpPr>
          <p:spPr>
            <a:xfrm>
              <a:off x="2161928" y="1985852"/>
              <a:ext cx="158508" cy="158901"/>
            </a:xfrm>
            <a:custGeom>
              <a:avLst/>
              <a:gdLst/>
              <a:ahLst/>
              <a:cxnLst/>
              <a:rect l="l" t="t" r="r" b="b"/>
              <a:pathLst>
                <a:path w="6043" h="6058" extrusionOk="0">
                  <a:moveTo>
                    <a:pt x="3426" y="0"/>
                  </a:moveTo>
                  <a:cubicBezTo>
                    <a:pt x="2360" y="0"/>
                    <a:pt x="1253" y="761"/>
                    <a:pt x="706" y="1986"/>
                  </a:cubicBezTo>
                  <a:cubicBezTo>
                    <a:pt x="1" y="3559"/>
                    <a:pt x="462" y="5295"/>
                    <a:pt x="1744" y="5872"/>
                  </a:cubicBezTo>
                  <a:cubicBezTo>
                    <a:pt x="2024" y="5998"/>
                    <a:pt x="2321" y="6058"/>
                    <a:pt x="2620" y="6058"/>
                  </a:cubicBezTo>
                  <a:cubicBezTo>
                    <a:pt x="3686" y="6058"/>
                    <a:pt x="4787" y="5297"/>
                    <a:pt x="5337" y="4068"/>
                  </a:cubicBezTo>
                  <a:cubicBezTo>
                    <a:pt x="6042" y="2502"/>
                    <a:pt x="5575" y="759"/>
                    <a:pt x="4293" y="183"/>
                  </a:cubicBezTo>
                  <a:cubicBezTo>
                    <a:pt x="4016" y="59"/>
                    <a:pt x="3723" y="0"/>
                    <a:pt x="3426" y="0"/>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9" name="Google Shape;14669;p66"/>
            <p:cNvSpPr/>
            <p:nvPr/>
          </p:nvSpPr>
          <p:spPr>
            <a:xfrm>
              <a:off x="2190571" y="2006888"/>
              <a:ext cx="115648" cy="123570"/>
            </a:xfrm>
            <a:custGeom>
              <a:avLst/>
              <a:gdLst/>
              <a:ahLst/>
              <a:cxnLst/>
              <a:rect l="l" t="t" r="r" b="b"/>
              <a:pathLst>
                <a:path w="4409" h="4711" extrusionOk="0">
                  <a:moveTo>
                    <a:pt x="2642" y="1"/>
                  </a:moveTo>
                  <a:cubicBezTo>
                    <a:pt x="1854" y="1"/>
                    <a:pt x="1003" y="629"/>
                    <a:pt x="557" y="1618"/>
                  </a:cubicBezTo>
                  <a:cubicBezTo>
                    <a:pt x="1" y="2852"/>
                    <a:pt x="292" y="4181"/>
                    <a:pt x="1201" y="4588"/>
                  </a:cubicBezTo>
                  <a:cubicBezTo>
                    <a:pt x="1383" y="4671"/>
                    <a:pt x="1576" y="4710"/>
                    <a:pt x="1773" y="4710"/>
                  </a:cubicBezTo>
                  <a:cubicBezTo>
                    <a:pt x="2559" y="4710"/>
                    <a:pt x="3407" y="4083"/>
                    <a:pt x="3852" y="3097"/>
                  </a:cubicBezTo>
                  <a:cubicBezTo>
                    <a:pt x="4408" y="1862"/>
                    <a:pt x="4116" y="533"/>
                    <a:pt x="3208" y="120"/>
                  </a:cubicBezTo>
                  <a:cubicBezTo>
                    <a:pt x="3028" y="39"/>
                    <a:pt x="2837" y="1"/>
                    <a:pt x="2642"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0" name="Google Shape;14670;p66"/>
            <p:cNvSpPr/>
            <p:nvPr/>
          </p:nvSpPr>
          <p:spPr>
            <a:xfrm>
              <a:off x="1942120" y="1986009"/>
              <a:ext cx="158665" cy="158928"/>
            </a:xfrm>
            <a:custGeom>
              <a:avLst/>
              <a:gdLst/>
              <a:ahLst/>
              <a:cxnLst/>
              <a:rect l="l" t="t" r="r" b="b"/>
              <a:pathLst>
                <a:path w="6049" h="6059" extrusionOk="0">
                  <a:moveTo>
                    <a:pt x="2619" y="1"/>
                  </a:moveTo>
                  <a:cubicBezTo>
                    <a:pt x="2322" y="1"/>
                    <a:pt x="2028" y="60"/>
                    <a:pt x="1749" y="184"/>
                  </a:cubicBezTo>
                  <a:cubicBezTo>
                    <a:pt x="468" y="760"/>
                    <a:pt x="0" y="2496"/>
                    <a:pt x="705" y="4069"/>
                  </a:cubicBezTo>
                  <a:cubicBezTo>
                    <a:pt x="1256" y="5297"/>
                    <a:pt x="2361" y="6059"/>
                    <a:pt x="3426" y="6059"/>
                  </a:cubicBezTo>
                  <a:cubicBezTo>
                    <a:pt x="3724" y="6059"/>
                    <a:pt x="4020" y="5999"/>
                    <a:pt x="4299" y="5872"/>
                  </a:cubicBezTo>
                  <a:cubicBezTo>
                    <a:pt x="5581" y="5296"/>
                    <a:pt x="6048" y="3560"/>
                    <a:pt x="5343" y="1987"/>
                  </a:cubicBezTo>
                  <a:cubicBezTo>
                    <a:pt x="4791" y="762"/>
                    <a:pt x="3687" y="1"/>
                    <a:pt x="2619"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1" name="Google Shape;14671;p66"/>
            <p:cNvSpPr/>
            <p:nvPr/>
          </p:nvSpPr>
          <p:spPr>
            <a:xfrm>
              <a:off x="1956520" y="2007072"/>
              <a:ext cx="115438" cy="123491"/>
            </a:xfrm>
            <a:custGeom>
              <a:avLst/>
              <a:gdLst/>
              <a:ahLst/>
              <a:cxnLst/>
              <a:rect l="l" t="t" r="r" b="b"/>
              <a:pathLst>
                <a:path w="4401" h="4708" extrusionOk="0">
                  <a:moveTo>
                    <a:pt x="1766" y="1"/>
                  </a:moveTo>
                  <a:cubicBezTo>
                    <a:pt x="1571" y="1"/>
                    <a:pt x="1380" y="39"/>
                    <a:pt x="1200" y="120"/>
                  </a:cubicBezTo>
                  <a:cubicBezTo>
                    <a:pt x="285" y="533"/>
                    <a:pt x="0" y="1862"/>
                    <a:pt x="550" y="3096"/>
                  </a:cubicBezTo>
                  <a:cubicBezTo>
                    <a:pt x="995" y="4085"/>
                    <a:pt x="1844" y="4708"/>
                    <a:pt x="2632" y="4708"/>
                  </a:cubicBezTo>
                  <a:cubicBezTo>
                    <a:pt x="2828" y="4708"/>
                    <a:pt x="3020" y="4669"/>
                    <a:pt x="3201" y="4588"/>
                  </a:cubicBezTo>
                  <a:cubicBezTo>
                    <a:pt x="4109" y="4181"/>
                    <a:pt x="4401" y="2852"/>
                    <a:pt x="3845" y="1618"/>
                  </a:cubicBezTo>
                  <a:cubicBezTo>
                    <a:pt x="3404" y="628"/>
                    <a:pt x="2554" y="1"/>
                    <a:pt x="1766"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2" name="Google Shape;14672;p66"/>
            <p:cNvSpPr/>
            <p:nvPr/>
          </p:nvSpPr>
          <p:spPr>
            <a:xfrm>
              <a:off x="1986921" y="2043820"/>
              <a:ext cx="289055" cy="300727"/>
            </a:xfrm>
            <a:custGeom>
              <a:avLst/>
              <a:gdLst/>
              <a:ahLst/>
              <a:cxnLst/>
              <a:rect l="l" t="t" r="r" b="b"/>
              <a:pathLst>
                <a:path w="11020" h="11465" extrusionOk="0">
                  <a:moveTo>
                    <a:pt x="5507" y="0"/>
                  </a:moveTo>
                  <a:cubicBezTo>
                    <a:pt x="2645" y="0"/>
                    <a:pt x="1" y="3390"/>
                    <a:pt x="1" y="6781"/>
                  </a:cubicBezTo>
                  <a:cubicBezTo>
                    <a:pt x="1" y="8625"/>
                    <a:pt x="1506" y="10320"/>
                    <a:pt x="3900" y="10849"/>
                  </a:cubicBezTo>
                  <a:cubicBezTo>
                    <a:pt x="4357" y="11259"/>
                    <a:pt x="4932" y="11464"/>
                    <a:pt x="5507" y="11464"/>
                  </a:cubicBezTo>
                  <a:cubicBezTo>
                    <a:pt x="6081" y="11464"/>
                    <a:pt x="6656" y="11259"/>
                    <a:pt x="7114" y="10849"/>
                  </a:cubicBezTo>
                  <a:cubicBezTo>
                    <a:pt x="9507" y="10320"/>
                    <a:pt x="11019" y="8618"/>
                    <a:pt x="11019" y="6781"/>
                  </a:cubicBezTo>
                  <a:cubicBezTo>
                    <a:pt x="11019" y="3390"/>
                    <a:pt x="8368" y="0"/>
                    <a:pt x="5507"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3" name="Google Shape;14673;p66"/>
            <p:cNvSpPr/>
            <p:nvPr/>
          </p:nvSpPr>
          <p:spPr>
            <a:xfrm>
              <a:off x="1986737" y="2047178"/>
              <a:ext cx="119215" cy="280687"/>
            </a:xfrm>
            <a:custGeom>
              <a:avLst/>
              <a:gdLst/>
              <a:ahLst/>
              <a:cxnLst/>
              <a:rect l="l" t="t" r="r" b="b"/>
              <a:pathLst>
                <a:path w="4545" h="10701" extrusionOk="0">
                  <a:moveTo>
                    <a:pt x="4544" y="1"/>
                  </a:moveTo>
                  <a:cubicBezTo>
                    <a:pt x="2076" y="645"/>
                    <a:pt x="1" y="3642"/>
                    <a:pt x="1" y="6653"/>
                  </a:cubicBezTo>
                  <a:cubicBezTo>
                    <a:pt x="1" y="8470"/>
                    <a:pt x="1472" y="10145"/>
                    <a:pt x="3812" y="10701"/>
                  </a:cubicBezTo>
                  <a:cubicBezTo>
                    <a:pt x="2523" y="9812"/>
                    <a:pt x="1757" y="8341"/>
                    <a:pt x="1764" y="6775"/>
                  </a:cubicBezTo>
                  <a:cubicBezTo>
                    <a:pt x="1764" y="4035"/>
                    <a:pt x="2951" y="1303"/>
                    <a:pt x="4544" y="1"/>
                  </a:cubicBez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4" name="Google Shape;14674;p66"/>
            <p:cNvSpPr/>
            <p:nvPr/>
          </p:nvSpPr>
          <p:spPr>
            <a:xfrm>
              <a:off x="2084916" y="2316822"/>
              <a:ext cx="92697" cy="27725"/>
            </a:xfrm>
            <a:custGeom>
              <a:avLst/>
              <a:gdLst/>
              <a:ahLst/>
              <a:cxnLst/>
              <a:rect l="l" t="t" r="r" b="b"/>
              <a:pathLst>
                <a:path w="3534" h="1057" extrusionOk="0">
                  <a:moveTo>
                    <a:pt x="8" y="0"/>
                  </a:moveTo>
                  <a:cubicBezTo>
                    <a:pt x="1" y="197"/>
                    <a:pt x="89" y="380"/>
                    <a:pt x="231" y="502"/>
                  </a:cubicBezTo>
                  <a:cubicBezTo>
                    <a:pt x="679" y="872"/>
                    <a:pt x="1225" y="1056"/>
                    <a:pt x="1771" y="1056"/>
                  </a:cubicBezTo>
                  <a:cubicBezTo>
                    <a:pt x="2316" y="1056"/>
                    <a:pt x="2862" y="872"/>
                    <a:pt x="3310" y="502"/>
                  </a:cubicBezTo>
                  <a:cubicBezTo>
                    <a:pt x="3452" y="380"/>
                    <a:pt x="3534" y="197"/>
                    <a:pt x="3534" y="0"/>
                  </a:cubicBezTo>
                  <a:lnTo>
                    <a:pt x="3534" y="0"/>
                  </a:lnTo>
                  <a:lnTo>
                    <a:pt x="2652" y="265"/>
                  </a:lnTo>
                  <a:lnTo>
                    <a:pt x="889" y="265"/>
                  </a:lnTo>
                  <a:lnTo>
                    <a:pt x="8" y="0"/>
                  </a:lnTo>
                  <a:close/>
                </a:path>
              </a:pathLst>
            </a:custGeom>
            <a:solidFill>
              <a:srgbClr val="B2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5" name="Google Shape;14675;p66"/>
            <p:cNvSpPr/>
            <p:nvPr/>
          </p:nvSpPr>
          <p:spPr>
            <a:xfrm>
              <a:off x="2102359" y="2257778"/>
              <a:ext cx="57995" cy="48762"/>
            </a:xfrm>
            <a:custGeom>
              <a:avLst/>
              <a:gdLst/>
              <a:ahLst/>
              <a:cxnLst/>
              <a:rect l="l" t="t" r="r" b="b"/>
              <a:pathLst>
                <a:path w="2211" h="1859" extrusionOk="0">
                  <a:moveTo>
                    <a:pt x="1106" y="0"/>
                  </a:moveTo>
                  <a:cubicBezTo>
                    <a:pt x="495" y="0"/>
                    <a:pt x="7" y="393"/>
                    <a:pt x="0" y="882"/>
                  </a:cubicBezTo>
                  <a:cubicBezTo>
                    <a:pt x="0" y="1350"/>
                    <a:pt x="468" y="1594"/>
                    <a:pt x="801" y="1777"/>
                  </a:cubicBezTo>
                  <a:cubicBezTo>
                    <a:pt x="895" y="1831"/>
                    <a:pt x="1001" y="1858"/>
                    <a:pt x="1106" y="1858"/>
                  </a:cubicBezTo>
                  <a:cubicBezTo>
                    <a:pt x="1211" y="1858"/>
                    <a:pt x="1316" y="1831"/>
                    <a:pt x="1411" y="1777"/>
                  </a:cubicBezTo>
                  <a:cubicBezTo>
                    <a:pt x="1743" y="1594"/>
                    <a:pt x="2211" y="1350"/>
                    <a:pt x="2211" y="882"/>
                  </a:cubicBezTo>
                  <a:cubicBezTo>
                    <a:pt x="2211" y="393"/>
                    <a:pt x="1716" y="0"/>
                    <a:pt x="1106"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6" name="Google Shape;14676;p66"/>
            <p:cNvSpPr/>
            <p:nvPr/>
          </p:nvSpPr>
          <p:spPr>
            <a:xfrm>
              <a:off x="2081611" y="2309714"/>
              <a:ext cx="99202" cy="23135"/>
            </a:xfrm>
            <a:custGeom>
              <a:avLst/>
              <a:gdLst/>
              <a:ahLst/>
              <a:cxnLst/>
              <a:rect l="l" t="t" r="r" b="b"/>
              <a:pathLst>
                <a:path w="3782" h="882" extrusionOk="0">
                  <a:moveTo>
                    <a:pt x="308" y="1"/>
                  </a:moveTo>
                  <a:cubicBezTo>
                    <a:pt x="152" y="1"/>
                    <a:pt x="0" y="173"/>
                    <a:pt x="120" y="346"/>
                  </a:cubicBezTo>
                  <a:cubicBezTo>
                    <a:pt x="344" y="685"/>
                    <a:pt x="717" y="882"/>
                    <a:pt x="1124" y="882"/>
                  </a:cubicBezTo>
                  <a:cubicBezTo>
                    <a:pt x="1354" y="882"/>
                    <a:pt x="1578" y="814"/>
                    <a:pt x="1775" y="692"/>
                  </a:cubicBezTo>
                  <a:cubicBezTo>
                    <a:pt x="1812" y="668"/>
                    <a:pt x="1854" y="656"/>
                    <a:pt x="1897" y="656"/>
                  </a:cubicBezTo>
                  <a:cubicBezTo>
                    <a:pt x="1939" y="656"/>
                    <a:pt x="1981" y="668"/>
                    <a:pt x="2019" y="692"/>
                  </a:cubicBezTo>
                  <a:cubicBezTo>
                    <a:pt x="2209" y="814"/>
                    <a:pt x="2439" y="882"/>
                    <a:pt x="2670" y="882"/>
                  </a:cubicBezTo>
                  <a:cubicBezTo>
                    <a:pt x="3070" y="882"/>
                    <a:pt x="3443" y="678"/>
                    <a:pt x="3666" y="346"/>
                  </a:cubicBezTo>
                  <a:cubicBezTo>
                    <a:pt x="3781" y="173"/>
                    <a:pt x="3632" y="1"/>
                    <a:pt x="3477" y="1"/>
                  </a:cubicBezTo>
                  <a:cubicBezTo>
                    <a:pt x="3413" y="1"/>
                    <a:pt x="3348" y="30"/>
                    <a:pt x="3300" y="102"/>
                  </a:cubicBezTo>
                  <a:cubicBezTo>
                    <a:pt x="3158" y="312"/>
                    <a:pt x="2921" y="441"/>
                    <a:pt x="2663" y="441"/>
                  </a:cubicBezTo>
                  <a:cubicBezTo>
                    <a:pt x="2520" y="441"/>
                    <a:pt x="2378" y="393"/>
                    <a:pt x="2256" y="319"/>
                  </a:cubicBezTo>
                  <a:cubicBezTo>
                    <a:pt x="2144" y="244"/>
                    <a:pt x="2017" y="207"/>
                    <a:pt x="1891" y="207"/>
                  </a:cubicBezTo>
                  <a:cubicBezTo>
                    <a:pt x="1764" y="207"/>
                    <a:pt x="1639" y="244"/>
                    <a:pt x="1531" y="319"/>
                  </a:cubicBezTo>
                  <a:cubicBezTo>
                    <a:pt x="1408" y="393"/>
                    <a:pt x="1266" y="441"/>
                    <a:pt x="1124" y="441"/>
                  </a:cubicBezTo>
                  <a:cubicBezTo>
                    <a:pt x="866" y="441"/>
                    <a:pt x="629" y="312"/>
                    <a:pt x="486" y="102"/>
                  </a:cubicBezTo>
                  <a:cubicBezTo>
                    <a:pt x="439" y="30"/>
                    <a:pt x="373" y="1"/>
                    <a:pt x="308" y="1"/>
                  </a:cubicBezTo>
                  <a:close/>
                </a:path>
              </a:pathLst>
            </a:custGeom>
            <a:solidFill>
              <a:srgbClr val="9BAF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7" name="Google Shape;14677;p66"/>
            <p:cNvSpPr/>
            <p:nvPr/>
          </p:nvSpPr>
          <p:spPr>
            <a:xfrm>
              <a:off x="2180892" y="2280756"/>
              <a:ext cx="114809" cy="40709"/>
            </a:xfrm>
            <a:custGeom>
              <a:avLst/>
              <a:gdLst/>
              <a:ahLst/>
              <a:cxnLst/>
              <a:rect l="l" t="t" r="r" b="b"/>
              <a:pathLst>
                <a:path w="4377" h="1552" extrusionOk="0">
                  <a:moveTo>
                    <a:pt x="307" y="1"/>
                  </a:moveTo>
                  <a:cubicBezTo>
                    <a:pt x="56" y="1"/>
                    <a:pt x="0" y="389"/>
                    <a:pt x="275" y="440"/>
                  </a:cubicBezTo>
                  <a:cubicBezTo>
                    <a:pt x="295" y="446"/>
                    <a:pt x="2404" y="833"/>
                    <a:pt x="3970" y="1524"/>
                  </a:cubicBezTo>
                  <a:cubicBezTo>
                    <a:pt x="3997" y="1538"/>
                    <a:pt x="4031" y="1545"/>
                    <a:pt x="4065" y="1545"/>
                  </a:cubicBezTo>
                  <a:lnTo>
                    <a:pt x="4058" y="1552"/>
                  </a:lnTo>
                  <a:cubicBezTo>
                    <a:pt x="4302" y="1552"/>
                    <a:pt x="4377" y="1219"/>
                    <a:pt x="4153" y="1124"/>
                  </a:cubicBezTo>
                  <a:cubicBezTo>
                    <a:pt x="2539" y="406"/>
                    <a:pt x="437" y="26"/>
                    <a:pt x="356" y="6"/>
                  </a:cubicBezTo>
                  <a:cubicBezTo>
                    <a:pt x="339" y="2"/>
                    <a:pt x="323" y="1"/>
                    <a:pt x="307"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8" name="Google Shape;14678;p66"/>
            <p:cNvSpPr/>
            <p:nvPr/>
          </p:nvSpPr>
          <p:spPr>
            <a:xfrm>
              <a:off x="2194846" y="2262841"/>
              <a:ext cx="123806" cy="18072"/>
            </a:xfrm>
            <a:custGeom>
              <a:avLst/>
              <a:gdLst/>
              <a:ahLst/>
              <a:cxnLst/>
              <a:rect l="l" t="t" r="r" b="b"/>
              <a:pathLst>
                <a:path w="4720" h="689" extrusionOk="0">
                  <a:moveTo>
                    <a:pt x="1368" y="0"/>
                  </a:moveTo>
                  <a:cubicBezTo>
                    <a:pt x="727" y="0"/>
                    <a:pt x="258" y="21"/>
                    <a:pt x="211" y="24"/>
                  </a:cubicBezTo>
                  <a:cubicBezTo>
                    <a:pt x="88" y="31"/>
                    <a:pt x="0" y="133"/>
                    <a:pt x="0" y="255"/>
                  </a:cubicBezTo>
                  <a:cubicBezTo>
                    <a:pt x="13" y="373"/>
                    <a:pt x="109" y="465"/>
                    <a:pt x="219" y="465"/>
                  </a:cubicBezTo>
                  <a:cubicBezTo>
                    <a:pt x="223" y="465"/>
                    <a:pt x="227" y="465"/>
                    <a:pt x="231" y="465"/>
                  </a:cubicBezTo>
                  <a:cubicBezTo>
                    <a:pt x="242" y="465"/>
                    <a:pt x="693" y="446"/>
                    <a:pt x="1322" y="446"/>
                  </a:cubicBezTo>
                  <a:cubicBezTo>
                    <a:pt x="2229" y="446"/>
                    <a:pt x="3504" y="486"/>
                    <a:pt x="4360" y="682"/>
                  </a:cubicBezTo>
                  <a:cubicBezTo>
                    <a:pt x="4381" y="682"/>
                    <a:pt x="4394" y="689"/>
                    <a:pt x="4415" y="689"/>
                  </a:cubicBezTo>
                  <a:cubicBezTo>
                    <a:pt x="4679" y="689"/>
                    <a:pt x="4720" y="309"/>
                    <a:pt x="4462" y="248"/>
                  </a:cubicBezTo>
                  <a:cubicBezTo>
                    <a:pt x="3570" y="44"/>
                    <a:pt x="2291" y="0"/>
                    <a:pt x="1368"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9" name="Google Shape;14679;p66"/>
            <p:cNvSpPr/>
            <p:nvPr/>
          </p:nvSpPr>
          <p:spPr>
            <a:xfrm>
              <a:off x="1967065" y="2280756"/>
              <a:ext cx="114599" cy="40525"/>
            </a:xfrm>
            <a:custGeom>
              <a:avLst/>
              <a:gdLst/>
              <a:ahLst/>
              <a:cxnLst/>
              <a:rect l="l" t="t" r="r" b="b"/>
              <a:pathLst>
                <a:path w="4369" h="1545" extrusionOk="0">
                  <a:moveTo>
                    <a:pt x="4068" y="1"/>
                  </a:moveTo>
                  <a:cubicBezTo>
                    <a:pt x="4053" y="1"/>
                    <a:pt x="4036" y="2"/>
                    <a:pt x="4019" y="6"/>
                  </a:cubicBezTo>
                  <a:cubicBezTo>
                    <a:pt x="3931" y="19"/>
                    <a:pt x="1836" y="406"/>
                    <a:pt x="222" y="1124"/>
                  </a:cubicBezTo>
                  <a:cubicBezTo>
                    <a:pt x="1" y="1218"/>
                    <a:pt x="65" y="1545"/>
                    <a:pt x="303" y="1545"/>
                  </a:cubicBezTo>
                  <a:cubicBezTo>
                    <a:pt x="305" y="1545"/>
                    <a:pt x="308" y="1545"/>
                    <a:pt x="310" y="1545"/>
                  </a:cubicBezTo>
                  <a:cubicBezTo>
                    <a:pt x="344" y="1545"/>
                    <a:pt x="371" y="1538"/>
                    <a:pt x="398" y="1524"/>
                  </a:cubicBezTo>
                  <a:cubicBezTo>
                    <a:pt x="1965" y="826"/>
                    <a:pt x="4074" y="440"/>
                    <a:pt x="4094" y="440"/>
                  </a:cubicBezTo>
                  <a:cubicBezTo>
                    <a:pt x="4368" y="389"/>
                    <a:pt x="4318" y="1"/>
                    <a:pt x="4068" y="1"/>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0" name="Google Shape;14680;p66"/>
            <p:cNvSpPr/>
            <p:nvPr/>
          </p:nvSpPr>
          <p:spPr>
            <a:xfrm>
              <a:off x="1943878" y="2262841"/>
              <a:ext cx="125852" cy="18072"/>
            </a:xfrm>
            <a:custGeom>
              <a:avLst/>
              <a:gdLst/>
              <a:ahLst/>
              <a:cxnLst/>
              <a:rect l="l" t="t" r="r" b="b"/>
              <a:pathLst>
                <a:path w="4798" h="689" extrusionOk="0">
                  <a:moveTo>
                    <a:pt x="3356" y="0"/>
                  </a:moveTo>
                  <a:cubicBezTo>
                    <a:pt x="2433" y="0"/>
                    <a:pt x="1153" y="44"/>
                    <a:pt x="265" y="248"/>
                  </a:cubicBezTo>
                  <a:cubicBezTo>
                    <a:pt x="1" y="309"/>
                    <a:pt x="48" y="689"/>
                    <a:pt x="313" y="689"/>
                  </a:cubicBezTo>
                  <a:cubicBezTo>
                    <a:pt x="326" y="689"/>
                    <a:pt x="347" y="682"/>
                    <a:pt x="360" y="682"/>
                  </a:cubicBezTo>
                  <a:cubicBezTo>
                    <a:pt x="1217" y="486"/>
                    <a:pt x="2492" y="446"/>
                    <a:pt x="3398" y="446"/>
                  </a:cubicBezTo>
                  <a:cubicBezTo>
                    <a:pt x="4027" y="446"/>
                    <a:pt x="4479" y="465"/>
                    <a:pt x="4490" y="465"/>
                  </a:cubicBezTo>
                  <a:cubicBezTo>
                    <a:pt x="4494" y="465"/>
                    <a:pt x="4498" y="465"/>
                    <a:pt x="4503" y="465"/>
                  </a:cubicBezTo>
                  <a:cubicBezTo>
                    <a:pt x="4782" y="465"/>
                    <a:pt x="4797" y="38"/>
                    <a:pt x="4510" y="24"/>
                  </a:cubicBezTo>
                  <a:cubicBezTo>
                    <a:pt x="4466" y="21"/>
                    <a:pt x="3997" y="0"/>
                    <a:pt x="3356" y="0"/>
                  </a:cubicBezTo>
                  <a:close/>
                </a:path>
              </a:pathLst>
            </a:custGeom>
            <a:solidFill>
              <a:srgbClr val="869F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1" name="Google Shape;14681;p66"/>
            <p:cNvSpPr/>
            <p:nvPr/>
          </p:nvSpPr>
          <p:spPr>
            <a:xfrm>
              <a:off x="2050424" y="2182524"/>
              <a:ext cx="40394" cy="52145"/>
            </a:xfrm>
            <a:custGeom>
              <a:avLst/>
              <a:gdLst/>
              <a:ahLst/>
              <a:cxnLst/>
              <a:rect l="l" t="t" r="r" b="b"/>
              <a:pathLst>
                <a:path w="1540" h="1988" extrusionOk="0">
                  <a:moveTo>
                    <a:pt x="767" y="1"/>
                  </a:moveTo>
                  <a:cubicBezTo>
                    <a:pt x="346" y="1"/>
                    <a:pt x="0" y="347"/>
                    <a:pt x="0" y="774"/>
                  </a:cubicBezTo>
                  <a:lnTo>
                    <a:pt x="0" y="1215"/>
                  </a:lnTo>
                  <a:cubicBezTo>
                    <a:pt x="0" y="1642"/>
                    <a:pt x="346" y="1981"/>
                    <a:pt x="767" y="1988"/>
                  </a:cubicBezTo>
                  <a:cubicBezTo>
                    <a:pt x="1194" y="1981"/>
                    <a:pt x="1540" y="1642"/>
                    <a:pt x="1540" y="1215"/>
                  </a:cubicBezTo>
                  <a:lnTo>
                    <a:pt x="1540" y="774"/>
                  </a:lnTo>
                  <a:cubicBezTo>
                    <a:pt x="1540" y="347"/>
                    <a:pt x="1194" y="1"/>
                    <a:pt x="767"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2" name="Google Shape;14682;p66"/>
            <p:cNvSpPr/>
            <p:nvPr/>
          </p:nvSpPr>
          <p:spPr>
            <a:xfrm>
              <a:off x="2067683" y="2182524"/>
              <a:ext cx="23135" cy="40420"/>
            </a:xfrm>
            <a:custGeom>
              <a:avLst/>
              <a:gdLst/>
              <a:ahLst/>
              <a:cxnLst/>
              <a:rect l="l" t="t" r="r" b="b"/>
              <a:pathLst>
                <a:path w="882" h="1541" extrusionOk="0">
                  <a:moveTo>
                    <a:pt x="109" y="1"/>
                  </a:moveTo>
                  <a:cubicBezTo>
                    <a:pt x="75" y="1"/>
                    <a:pt x="34" y="8"/>
                    <a:pt x="0" y="15"/>
                  </a:cubicBezTo>
                  <a:lnTo>
                    <a:pt x="0" y="1106"/>
                  </a:lnTo>
                  <a:cubicBezTo>
                    <a:pt x="0" y="1344"/>
                    <a:pt x="197" y="1540"/>
                    <a:pt x="441" y="1540"/>
                  </a:cubicBezTo>
                  <a:cubicBezTo>
                    <a:pt x="685" y="1540"/>
                    <a:pt x="882" y="1344"/>
                    <a:pt x="882" y="1106"/>
                  </a:cubicBezTo>
                  <a:lnTo>
                    <a:pt x="882" y="774"/>
                  </a:lnTo>
                  <a:cubicBezTo>
                    <a:pt x="882" y="347"/>
                    <a:pt x="536" y="1"/>
                    <a:pt x="109"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3" name="Google Shape;14683;p66"/>
            <p:cNvSpPr/>
            <p:nvPr/>
          </p:nvSpPr>
          <p:spPr>
            <a:xfrm>
              <a:off x="2061991" y="2188216"/>
              <a:ext cx="17259" cy="17469"/>
            </a:xfrm>
            <a:custGeom>
              <a:avLst/>
              <a:gdLst/>
              <a:ahLst/>
              <a:cxnLst/>
              <a:rect l="l" t="t" r="r" b="b"/>
              <a:pathLst>
                <a:path w="658" h="666" extrusionOk="0">
                  <a:moveTo>
                    <a:pt x="326" y="1"/>
                  </a:moveTo>
                  <a:cubicBezTo>
                    <a:pt x="143" y="1"/>
                    <a:pt x="0" y="150"/>
                    <a:pt x="0" y="333"/>
                  </a:cubicBezTo>
                  <a:cubicBezTo>
                    <a:pt x="0" y="516"/>
                    <a:pt x="143" y="665"/>
                    <a:pt x="326" y="665"/>
                  </a:cubicBezTo>
                  <a:cubicBezTo>
                    <a:pt x="509" y="665"/>
                    <a:pt x="658" y="516"/>
                    <a:pt x="658" y="333"/>
                  </a:cubicBezTo>
                  <a:cubicBezTo>
                    <a:pt x="658" y="150"/>
                    <a:pt x="509" y="1"/>
                    <a:pt x="32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4" name="Google Shape;14684;p66"/>
            <p:cNvSpPr/>
            <p:nvPr/>
          </p:nvSpPr>
          <p:spPr>
            <a:xfrm>
              <a:off x="2171711" y="2182524"/>
              <a:ext cx="40578" cy="52145"/>
            </a:xfrm>
            <a:custGeom>
              <a:avLst/>
              <a:gdLst/>
              <a:ahLst/>
              <a:cxnLst/>
              <a:rect l="l" t="t" r="r" b="b"/>
              <a:pathLst>
                <a:path w="1547" h="1988" extrusionOk="0">
                  <a:moveTo>
                    <a:pt x="774" y="1"/>
                  </a:moveTo>
                  <a:cubicBezTo>
                    <a:pt x="347" y="1"/>
                    <a:pt x="8" y="347"/>
                    <a:pt x="1" y="774"/>
                  </a:cubicBezTo>
                  <a:lnTo>
                    <a:pt x="1" y="1215"/>
                  </a:lnTo>
                  <a:cubicBezTo>
                    <a:pt x="8" y="1642"/>
                    <a:pt x="347" y="1981"/>
                    <a:pt x="774" y="1988"/>
                  </a:cubicBezTo>
                  <a:cubicBezTo>
                    <a:pt x="1201" y="1981"/>
                    <a:pt x="1547" y="1642"/>
                    <a:pt x="1547" y="1215"/>
                  </a:cubicBezTo>
                  <a:lnTo>
                    <a:pt x="1547" y="774"/>
                  </a:lnTo>
                  <a:cubicBezTo>
                    <a:pt x="1547" y="347"/>
                    <a:pt x="1201" y="1"/>
                    <a:pt x="77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5" name="Google Shape;14685;p66"/>
            <p:cNvSpPr/>
            <p:nvPr/>
          </p:nvSpPr>
          <p:spPr>
            <a:xfrm>
              <a:off x="2189154" y="2182524"/>
              <a:ext cx="23135" cy="40420"/>
            </a:xfrm>
            <a:custGeom>
              <a:avLst/>
              <a:gdLst/>
              <a:ahLst/>
              <a:cxnLst/>
              <a:rect l="l" t="t" r="r" b="b"/>
              <a:pathLst>
                <a:path w="882" h="1541" extrusionOk="0">
                  <a:moveTo>
                    <a:pt x="109" y="1"/>
                  </a:moveTo>
                  <a:cubicBezTo>
                    <a:pt x="75" y="1"/>
                    <a:pt x="34" y="8"/>
                    <a:pt x="0" y="15"/>
                  </a:cubicBezTo>
                  <a:lnTo>
                    <a:pt x="0" y="1106"/>
                  </a:lnTo>
                  <a:cubicBezTo>
                    <a:pt x="0" y="1344"/>
                    <a:pt x="197" y="1540"/>
                    <a:pt x="441" y="1540"/>
                  </a:cubicBezTo>
                  <a:cubicBezTo>
                    <a:pt x="685" y="1540"/>
                    <a:pt x="882" y="1344"/>
                    <a:pt x="882" y="1106"/>
                  </a:cubicBezTo>
                  <a:lnTo>
                    <a:pt x="882" y="774"/>
                  </a:lnTo>
                  <a:cubicBezTo>
                    <a:pt x="882" y="347"/>
                    <a:pt x="536" y="1"/>
                    <a:pt x="109"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6" name="Google Shape;14686;p66"/>
            <p:cNvSpPr/>
            <p:nvPr/>
          </p:nvSpPr>
          <p:spPr>
            <a:xfrm>
              <a:off x="2183279" y="2188216"/>
              <a:ext cx="17469" cy="17469"/>
            </a:xfrm>
            <a:custGeom>
              <a:avLst/>
              <a:gdLst/>
              <a:ahLst/>
              <a:cxnLst/>
              <a:rect l="l" t="t" r="r" b="b"/>
              <a:pathLst>
                <a:path w="666" h="666" extrusionOk="0">
                  <a:moveTo>
                    <a:pt x="333" y="1"/>
                  </a:moveTo>
                  <a:cubicBezTo>
                    <a:pt x="150" y="1"/>
                    <a:pt x="1" y="150"/>
                    <a:pt x="1" y="333"/>
                  </a:cubicBezTo>
                  <a:cubicBezTo>
                    <a:pt x="1" y="516"/>
                    <a:pt x="150" y="665"/>
                    <a:pt x="333" y="665"/>
                  </a:cubicBezTo>
                  <a:cubicBezTo>
                    <a:pt x="516" y="665"/>
                    <a:pt x="665" y="516"/>
                    <a:pt x="665" y="333"/>
                  </a:cubicBezTo>
                  <a:cubicBezTo>
                    <a:pt x="665" y="150"/>
                    <a:pt x="516" y="1"/>
                    <a:pt x="3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87" name="Google Shape;14687;p66"/>
            <p:cNvSpPr/>
            <p:nvPr/>
          </p:nvSpPr>
          <p:spPr>
            <a:xfrm>
              <a:off x="2102359" y="2258303"/>
              <a:ext cx="38086" cy="48237"/>
            </a:xfrm>
            <a:custGeom>
              <a:avLst/>
              <a:gdLst/>
              <a:ahLst/>
              <a:cxnLst/>
              <a:rect l="l" t="t" r="r" b="b"/>
              <a:pathLst>
                <a:path w="1452" h="1839" extrusionOk="0">
                  <a:moveTo>
                    <a:pt x="868" y="1"/>
                  </a:moveTo>
                  <a:lnTo>
                    <a:pt x="868" y="1"/>
                  </a:lnTo>
                  <a:cubicBezTo>
                    <a:pt x="373" y="82"/>
                    <a:pt x="0" y="441"/>
                    <a:pt x="0" y="862"/>
                  </a:cubicBezTo>
                  <a:cubicBezTo>
                    <a:pt x="0" y="1330"/>
                    <a:pt x="468" y="1574"/>
                    <a:pt x="801" y="1757"/>
                  </a:cubicBezTo>
                  <a:cubicBezTo>
                    <a:pt x="895" y="1811"/>
                    <a:pt x="1001" y="1838"/>
                    <a:pt x="1106" y="1838"/>
                  </a:cubicBezTo>
                  <a:cubicBezTo>
                    <a:pt x="1211" y="1838"/>
                    <a:pt x="1316" y="1811"/>
                    <a:pt x="1411" y="1757"/>
                  </a:cubicBezTo>
                  <a:lnTo>
                    <a:pt x="1451" y="1736"/>
                  </a:lnTo>
                  <a:cubicBezTo>
                    <a:pt x="1119" y="1513"/>
                    <a:pt x="665" y="1207"/>
                    <a:pt x="665" y="631"/>
                  </a:cubicBezTo>
                  <a:cubicBezTo>
                    <a:pt x="665" y="401"/>
                    <a:pt x="733" y="184"/>
                    <a:pt x="868" y="1"/>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88" name="Google Shape;14688;p66"/>
          <p:cNvGrpSpPr/>
          <p:nvPr/>
        </p:nvGrpSpPr>
        <p:grpSpPr>
          <a:xfrm>
            <a:off x="1374327" y="2505418"/>
            <a:ext cx="364282" cy="374197"/>
            <a:chOff x="1401415" y="2429218"/>
            <a:chExt cx="364282" cy="374197"/>
          </a:xfrm>
        </p:grpSpPr>
        <p:sp>
          <p:nvSpPr>
            <p:cNvPr id="14689" name="Google Shape;14689;p66"/>
            <p:cNvSpPr/>
            <p:nvPr/>
          </p:nvSpPr>
          <p:spPr>
            <a:xfrm>
              <a:off x="1458596" y="2755938"/>
              <a:ext cx="89759" cy="47476"/>
            </a:xfrm>
            <a:custGeom>
              <a:avLst/>
              <a:gdLst/>
              <a:ahLst/>
              <a:cxnLst/>
              <a:rect l="l" t="t" r="r" b="b"/>
              <a:pathLst>
                <a:path w="3422" h="1810" extrusionOk="0">
                  <a:moveTo>
                    <a:pt x="3198" y="1"/>
                  </a:moveTo>
                  <a:cubicBezTo>
                    <a:pt x="3076" y="1"/>
                    <a:pt x="2974" y="102"/>
                    <a:pt x="2974" y="224"/>
                  </a:cubicBezTo>
                  <a:lnTo>
                    <a:pt x="2974" y="265"/>
                  </a:lnTo>
                  <a:cubicBezTo>
                    <a:pt x="2974" y="380"/>
                    <a:pt x="2886" y="475"/>
                    <a:pt x="2771" y="489"/>
                  </a:cubicBezTo>
                  <a:lnTo>
                    <a:pt x="784" y="651"/>
                  </a:lnTo>
                  <a:cubicBezTo>
                    <a:pt x="520" y="672"/>
                    <a:pt x="289" y="855"/>
                    <a:pt x="208" y="1106"/>
                  </a:cubicBezTo>
                  <a:lnTo>
                    <a:pt x="72" y="1499"/>
                  </a:lnTo>
                  <a:cubicBezTo>
                    <a:pt x="1" y="1679"/>
                    <a:pt x="149" y="1807"/>
                    <a:pt x="293" y="1807"/>
                  </a:cubicBezTo>
                  <a:cubicBezTo>
                    <a:pt x="381" y="1807"/>
                    <a:pt x="468" y="1758"/>
                    <a:pt x="499" y="1641"/>
                  </a:cubicBezTo>
                  <a:lnTo>
                    <a:pt x="628" y="1248"/>
                  </a:lnTo>
                  <a:cubicBezTo>
                    <a:pt x="655" y="1167"/>
                    <a:pt x="730" y="1106"/>
                    <a:pt x="825" y="1099"/>
                  </a:cubicBezTo>
                  <a:lnTo>
                    <a:pt x="960" y="1085"/>
                  </a:lnTo>
                  <a:lnTo>
                    <a:pt x="960" y="1574"/>
                  </a:lnTo>
                  <a:cubicBezTo>
                    <a:pt x="957" y="1723"/>
                    <a:pt x="1067" y="1797"/>
                    <a:pt x="1178" y="1797"/>
                  </a:cubicBezTo>
                  <a:cubicBezTo>
                    <a:pt x="1289" y="1797"/>
                    <a:pt x="1401" y="1723"/>
                    <a:pt x="1401" y="1574"/>
                  </a:cubicBezTo>
                  <a:lnTo>
                    <a:pt x="1401" y="1052"/>
                  </a:lnTo>
                  <a:lnTo>
                    <a:pt x="1659" y="1031"/>
                  </a:lnTo>
                  <a:lnTo>
                    <a:pt x="1862" y="1641"/>
                  </a:lnTo>
                  <a:cubicBezTo>
                    <a:pt x="1894" y="1760"/>
                    <a:pt x="1982" y="1810"/>
                    <a:pt x="2072" y="1810"/>
                  </a:cubicBezTo>
                  <a:cubicBezTo>
                    <a:pt x="2214" y="1810"/>
                    <a:pt x="2360" y="1684"/>
                    <a:pt x="2289" y="1506"/>
                  </a:cubicBezTo>
                  <a:lnTo>
                    <a:pt x="2120" y="997"/>
                  </a:lnTo>
                  <a:lnTo>
                    <a:pt x="2805" y="936"/>
                  </a:lnTo>
                  <a:cubicBezTo>
                    <a:pt x="3150" y="902"/>
                    <a:pt x="3415" y="618"/>
                    <a:pt x="3422" y="265"/>
                  </a:cubicBezTo>
                  <a:lnTo>
                    <a:pt x="3422" y="231"/>
                  </a:lnTo>
                  <a:cubicBezTo>
                    <a:pt x="3422" y="109"/>
                    <a:pt x="3320" y="7"/>
                    <a:pt x="3198"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0" name="Google Shape;14690;p66"/>
            <p:cNvSpPr/>
            <p:nvPr/>
          </p:nvSpPr>
          <p:spPr>
            <a:xfrm>
              <a:off x="1618757" y="2755938"/>
              <a:ext cx="89759" cy="47476"/>
            </a:xfrm>
            <a:custGeom>
              <a:avLst/>
              <a:gdLst/>
              <a:ahLst/>
              <a:cxnLst/>
              <a:rect l="l" t="t" r="r" b="b"/>
              <a:pathLst>
                <a:path w="3422" h="1810" extrusionOk="0">
                  <a:moveTo>
                    <a:pt x="225" y="1"/>
                  </a:moveTo>
                  <a:cubicBezTo>
                    <a:pt x="103" y="7"/>
                    <a:pt x="1" y="109"/>
                    <a:pt x="8" y="231"/>
                  </a:cubicBezTo>
                  <a:lnTo>
                    <a:pt x="8" y="265"/>
                  </a:lnTo>
                  <a:cubicBezTo>
                    <a:pt x="8" y="618"/>
                    <a:pt x="272" y="902"/>
                    <a:pt x="618" y="936"/>
                  </a:cubicBezTo>
                  <a:lnTo>
                    <a:pt x="1309" y="997"/>
                  </a:lnTo>
                  <a:lnTo>
                    <a:pt x="1140" y="1506"/>
                  </a:lnTo>
                  <a:cubicBezTo>
                    <a:pt x="1065" y="1684"/>
                    <a:pt x="1209" y="1810"/>
                    <a:pt x="1351" y="1810"/>
                  </a:cubicBezTo>
                  <a:cubicBezTo>
                    <a:pt x="1440" y="1810"/>
                    <a:pt x="1529" y="1760"/>
                    <a:pt x="1560" y="1641"/>
                  </a:cubicBezTo>
                  <a:lnTo>
                    <a:pt x="1764" y="1031"/>
                  </a:lnTo>
                  <a:lnTo>
                    <a:pt x="2021" y="1052"/>
                  </a:lnTo>
                  <a:lnTo>
                    <a:pt x="2021" y="1574"/>
                  </a:lnTo>
                  <a:cubicBezTo>
                    <a:pt x="2021" y="1723"/>
                    <a:pt x="2133" y="1797"/>
                    <a:pt x="2245" y="1797"/>
                  </a:cubicBezTo>
                  <a:cubicBezTo>
                    <a:pt x="2357" y="1797"/>
                    <a:pt x="2469" y="1723"/>
                    <a:pt x="2469" y="1574"/>
                  </a:cubicBezTo>
                  <a:lnTo>
                    <a:pt x="2469" y="1085"/>
                  </a:lnTo>
                  <a:lnTo>
                    <a:pt x="2605" y="1099"/>
                  </a:lnTo>
                  <a:cubicBezTo>
                    <a:pt x="2693" y="1106"/>
                    <a:pt x="2767" y="1167"/>
                    <a:pt x="2794" y="1248"/>
                  </a:cubicBezTo>
                  <a:lnTo>
                    <a:pt x="2923" y="1641"/>
                  </a:lnTo>
                  <a:cubicBezTo>
                    <a:pt x="2957" y="1758"/>
                    <a:pt x="3044" y="1807"/>
                    <a:pt x="3133" y="1807"/>
                  </a:cubicBezTo>
                  <a:cubicBezTo>
                    <a:pt x="3276" y="1807"/>
                    <a:pt x="3422" y="1679"/>
                    <a:pt x="3350" y="1499"/>
                  </a:cubicBezTo>
                  <a:lnTo>
                    <a:pt x="3222" y="1106"/>
                  </a:lnTo>
                  <a:cubicBezTo>
                    <a:pt x="3133" y="855"/>
                    <a:pt x="2903" y="672"/>
                    <a:pt x="2639" y="651"/>
                  </a:cubicBezTo>
                  <a:lnTo>
                    <a:pt x="659" y="489"/>
                  </a:lnTo>
                  <a:cubicBezTo>
                    <a:pt x="537" y="475"/>
                    <a:pt x="448" y="380"/>
                    <a:pt x="448" y="265"/>
                  </a:cubicBezTo>
                  <a:lnTo>
                    <a:pt x="448" y="224"/>
                  </a:lnTo>
                  <a:cubicBezTo>
                    <a:pt x="448" y="102"/>
                    <a:pt x="347" y="1"/>
                    <a:pt x="225"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1" name="Google Shape;14691;p66"/>
            <p:cNvSpPr/>
            <p:nvPr/>
          </p:nvSpPr>
          <p:spPr>
            <a:xfrm>
              <a:off x="1442517" y="2491645"/>
              <a:ext cx="282104" cy="287979"/>
            </a:xfrm>
            <a:custGeom>
              <a:avLst/>
              <a:gdLst/>
              <a:ahLst/>
              <a:cxnLst/>
              <a:rect l="l" t="t" r="r" b="b"/>
              <a:pathLst>
                <a:path w="10755" h="10979" extrusionOk="0">
                  <a:moveTo>
                    <a:pt x="5377" y="1"/>
                  </a:moveTo>
                  <a:cubicBezTo>
                    <a:pt x="2407" y="1"/>
                    <a:pt x="0" y="2462"/>
                    <a:pt x="0" y="5486"/>
                  </a:cubicBezTo>
                  <a:cubicBezTo>
                    <a:pt x="0" y="8517"/>
                    <a:pt x="2407" y="10978"/>
                    <a:pt x="5377" y="10978"/>
                  </a:cubicBezTo>
                  <a:cubicBezTo>
                    <a:pt x="8347" y="10978"/>
                    <a:pt x="10754" y="8517"/>
                    <a:pt x="10754" y="5486"/>
                  </a:cubicBezTo>
                  <a:cubicBezTo>
                    <a:pt x="10754" y="2462"/>
                    <a:pt x="8347" y="1"/>
                    <a:pt x="5377" y="1"/>
                  </a:cubicBezTo>
                  <a:close/>
                </a:path>
              </a:pathLst>
            </a:custGeom>
            <a:solidFill>
              <a:srgbClr val="3D546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2" name="Google Shape;14692;p66"/>
            <p:cNvSpPr/>
            <p:nvPr/>
          </p:nvSpPr>
          <p:spPr>
            <a:xfrm>
              <a:off x="1489653" y="2515121"/>
              <a:ext cx="187833" cy="252752"/>
            </a:xfrm>
            <a:custGeom>
              <a:avLst/>
              <a:gdLst/>
              <a:ahLst/>
              <a:cxnLst/>
              <a:rect l="l" t="t" r="r" b="b"/>
              <a:pathLst>
                <a:path w="7161" h="9636" extrusionOk="0">
                  <a:moveTo>
                    <a:pt x="3580" y="1"/>
                  </a:moveTo>
                  <a:cubicBezTo>
                    <a:pt x="1600" y="1"/>
                    <a:pt x="0" y="2157"/>
                    <a:pt x="0" y="4815"/>
                  </a:cubicBezTo>
                  <a:cubicBezTo>
                    <a:pt x="0" y="7480"/>
                    <a:pt x="1600" y="9636"/>
                    <a:pt x="3580" y="9636"/>
                  </a:cubicBezTo>
                  <a:cubicBezTo>
                    <a:pt x="5560" y="9636"/>
                    <a:pt x="7160" y="7480"/>
                    <a:pt x="7160" y="4815"/>
                  </a:cubicBezTo>
                  <a:cubicBezTo>
                    <a:pt x="7160" y="2157"/>
                    <a:pt x="5560" y="1"/>
                    <a:pt x="3580" y="1"/>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3" name="Google Shape;14693;p66"/>
            <p:cNvSpPr/>
            <p:nvPr/>
          </p:nvSpPr>
          <p:spPr>
            <a:xfrm>
              <a:off x="1401415" y="2432968"/>
              <a:ext cx="364282" cy="212384"/>
            </a:xfrm>
            <a:custGeom>
              <a:avLst/>
              <a:gdLst/>
              <a:ahLst/>
              <a:cxnLst/>
              <a:rect l="l" t="t" r="r" b="b"/>
              <a:pathLst>
                <a:path w="13888" h="8097" extrusionOk="0">
                  <a:moveTo>
                    <a:pt x="6944" y="0"/>
                  </a:moveTo>
                  <a:cubicBezTo>
                    <a:pt x="3974" y="0"/>
                    <a:pt x="1567" y="1804"/>
                    <a:pt x="1567" y="4034"/>
                  </a:cubicBezTo>
                  <a:cubicBezTo>
                    <a:pt x="1567" y="4197"/>
                    <a:pt x="1581" y="4360"/>
                    <a:pt x="1608" y="4523"/>
                  </a:cubicBezTo>
                  <a:lnTo>
                    <a:pt x="896" y="3804"/>
                  </a:lnTo>
                  <a:cubicBezTo>
                    <a:pt x="896" y="3804"/>
                    <a:pt x="89" y="5831"/>
                    <a:pt x="8" y="7187"/>
                  </a:cubicBezTo>
                  <a:cubicBezTo>
                    <a:pt x="1" y="7296"/>
                    <a:pt x="89" y="7391"/>
                    <a:pt x="198" y="7391"/>
                  </a:cubicBezTo>
                  <a:lnTo>
                    <a:pt x="672" y="7391"/>
                  </a:lnTo>
                  <a:lnTo>
                    <a:pt x="672" y="7886"/>
                  </a:lnTo>
                  <a:cubicBezTo>
                    <a:pt x="672" y="7988"/>
                    <a:pt x="754" y="8069"/>
                    <a:pt x="855" y="8076"/>
                  </a:cubicBezTo>
                  <a:cubicBezTo>
                    <a:pt x="1001" y="8085"/>
                    <a:pt x="1229" y="8096"/>
                    <a:pt x="1517" y="8096"/>
                  </a:cubicBezTo>
                  <a:cubicBezTo>
                    <a:pt x="2264" y="8096"/>
                    <a:pt x="3415" y="8022"/>
                    <a:pt x="4585" y="7655"/>
                  </a:cubicBezTo>
                  <a:cubicBezTo>
                    <a:pt x="4483" y="7615"/>
                    <a:pt x="6944" y="6496"/>
                    <a:pt x="6944" y="6496"/>
                  </a:cubicBezTo>
                  <a:cubicBezTo>
                    <a:pt x="6944" y="6496"/>
                    <a:pt x="9182" y="7615"/>
                    <a:pt x="9311" y="7649"/>
                  </a:cubicBezTo>
                  <a:cubicBezTo>
                    <a:pt x="10490" y="8020"/>
                    <a:pt x="11656" y="8095"/>
                    <a:pt x="12404" y="8095"/>
                  </a:cubicBezTo>
                  <a:cubicBezTo>
                    <a:pt x="12679" y="8095"/>
                    <a:pt x="12898" y="8085"/>
                    <a:pt x="13040" y="8076"/>
                  </a:cubicBezTo>
                  <a:cubicBezTo>
                    <a:pt x="13135" y="8069"/>
                    <a:pt x="13216" y="7988"/>
                    <a:pt x="13216" y="7886"/>
                  </a:cubicBezTo>
                  <a:lnTo>
                    <a:pt x="13216" y="7391"/>
                  </a:lnTo>
                  <a:lnTo>
                    <a:pt x="13691" y="7391"/>
                  </a:lnTo>
                  <a:cubicBezTo>
                    <a:pt x="13799" y="7391"/>
                    <a:pt x="13888" y="7296"/>
                    <a:pt x="13881" y="7187"/>
                  </a:cubicBezTo>
                  <a:cubicBezTo>
                    <a:pt x="13799" y="5838"/>
                    <a:pt x="12993" y="3804"/>
                    <a:pt x="12993" y="3804"/>
                  </a:cubicBezTo>
                  <a:lnTo>
                    <a:pt x="12281" y="4523"/>
                  </a:lnTo>
                  <a:cubicBezTo>
                    <a:pt x="12308" y="4360"/>
                    <a:pt x="12321" y="4197"/>
                    <a:pt x="12321" y="4034"/>
                  </a:cubicBezTo>
                  <a:cubicBezTo>
                    <a:pt x="12321" y="1804"/>
                    <a:pt x="9914" y="0"/>
                    <a:pt x="6944"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4" name="Google Shape;14694;p66"/>
            <p:cNvSpPr/>
            <p:nvPr/>
          </p:nvSpPr>
          <p:spPr>
            <a:xfrm>
              <a:off x="1407291" y="2429218"/>
              <a:ext cx="352531" cy="209368"/>
            </a:xfrm>
            <a:custGeom>
              <a:avLst/>
              <a:gdLst/>
              <a:ahLst/>
              <a:cxnLst/>
              <a:rect l="l" t="t" r="r" b="b"/>
              <a:pathLst>
                <a:path w="13440" h="7982" extrusionOk="0">
                  <a:moveTo>
                    <a:pt x="455" y="255"/>
                  </a:moveTo>
                  <a:cubicBezTo>
                    <a:pt x="343" y="255"/>
                    <a:pt x="250" y="360"/>
                    <a:pt x="279" y="475"/>
                  </a:cubicBezTo>
                  <a:cubicBezTo>
                    <a:pt x="374" y="848"/>
                    <a:pt x="645" y="1445"/>
                    <a:pt x="1404" y="1872"/>
                  </a:cubicBezTo>
                  <a:cubicBezTo>
                    <a:pt x="1540" y="1940"/>
                    <a:pt x="1567" y="2123"/>
                    <a:pt x="1458" y="2225"/>
                  </a:cubicBezTo>
                  <a:cubicBezTo>
                    <a:pt x="1" y="3649"/>
                    <a:pt x="143" y="6035"/>
                    <a:pt x="1757" y="7283"/>
                  </a:cubicBezTo>
                  <a:cubicBezTo>
                    <a:pt x="2370" y="7756"/>
                    <a:pt x="3090" y="7982"/>
                    <a:pt x="3803" y="7982"/>
                  </a:cubicBezTo>
                  <a:cubicBezTo>
                    <a:pt x="4959" y="7982"/>
                    <a:pt x="6095" y="7388"/>
                    <a:pt x="6720" y="6293"/>
                  </a:cubicBezTo>
                  <a:cubicBezTo>
                    <a:pt x="7349" y="7388"/>
                    <a:pt x="8485" y="7982"/>
                    <a:pt x="9641" y="7982"/>
                  </a:cubicBezTo>
                  <a:cubicBezTo>
                    <a:pt x="10354" y="7982"/>
                    <a:pt x="11075" y="7756"/>
                    <a:pt x="11690" y="7283"/>
                  </a:cubicBezTo>
                  <a:cubicBezTo>
                    <a:pt x="13297" y="6035"/>
                    <a:pt x="13440" y="3649"/>
                    <a:pt x="11989" y="2225"/>
                  </a:cubicBezTo>
                  <a:cubicBezTo>
                    <a:pt x="11880" y="2123"/>
                    <a:pt x="11901" y="1940"/>
                    <a:pt x="12036" y="1872"/>
                  </a:cubicBezTo>
                  <a:cubicBezTo>
                    <a:pt x="12796" y="1445"/>
                    <a:pt x="13067" y="848"/>
                    <a:pt x="13162" y="475"/>
                  </a:cubicBezTo>
                  <a:cubicBezTo>
                    <a:pt x="13191" y="360"/>
                    <a:pt x="13097" y="255"/>
                    <a:pt x="12985" y="255"/>
                  </a:cubicBezTo>
                  <a:cubicBezTo>
                    <a:pt x="12965" y="255"/>
                    <a:pt x="12945" y="258"/>
                    <a:pt x="12925" y="265"/>
                  </a:cubicBezTo>
                  <a:cubicBezTo>
                    <a:pt x="11209" y="869"/>
                    <a:pt x="8409" y="1"/>
                    <a:pt x="7005" y="2374"/>
                  </a:cubicBezTo>
                  <a:cubicBezTo>
                    <a:pt x="6941" y="2482"/>
                    <a:pt x="6830" y="2537"/>
                    <a:pt x="6720" y="2537"/>
                  </a:cubicBezTo>
                  <a:cubicBezTo>
                    <a:pt x="6610" y="2537"/>
                    <a:pt x="6500" y="2482"/>
                    <a:pt x="6435" y="2374"/>
                  </a:cubicBezTo>
                  <a:cubicBezTo>
                    <a:pt x="5032" y="1"/>
                    <a:pt x="2238" y="869"/>
                    <a:pt x="516" y="265"/>
                  </a:cubicBezTo>
                  <a:cubicBezTo>
                    <a:pt x="496" y="258"/>
                    <a:pt x="475" y="255"/>
                    <a:pt x="455" y="255"/>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5" name="Google Shape;14695;p66"/>
            <p:cNvSpPr/>
            <p:nvPr/>
          </p:nvSpPr>
          <p:spPr>
            <a:xfrm>
              <a:off x="1448550" y="2491645"/>
              <a:ext cx="117405" cy="117589"/>
            </a:xfrm>
            <a:custGeom>
              <a:avLst/>
              <a:gdLst/>
              <a:ahLst/>
              <a:cxnLst/>
              <a:rect l="l" t="t" r="r" b="b"/>
              <a:pathLst>
                <a:path w="4476" h="4483" extrusionOk="0">
                  <a:moveTo>
                    <a:pt x="2238" y="1"/>
                  </a:moveTo>
                  <a:cubicBezTo>
                    <a:pt x="998" y="1"/>
                    <a:pt x="1" y="1004"/>
                    <a:pt x="1" y="2245"/>
                  </a:cubicBezTo>
                  <a:cubicBezTo>
                    <a:pt x="1" y="3479"/>
                    <a:pt x="998" y="4483"/>
                    <a:pt x="2238" y="4483"/>
                  </a:cubicBezTo>
                  <a:cubicBezTo>
                    <a:pt x="3472" y="4483"/>
                    <a:pt x="4476" y="3479"/>
                    <a:pt x="4476" y="2245"/>
                  </a:cubicBezTo>
                  <a:cubicBezTo>
                    <a:pt x="4476" y="1004"/>
                    <a:pt x="3472" y="1"/>
                    <a:pt x="2238"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6" name="Google Shape;14696;p66"/>
            <p:cNvSpPr/>
            <p:nvPr/>
          </p:nvSpPr>
          <p:spPr>
            <a:xfrm>
              <a:off x="1466177" y="2509245"/>
              <a:ext cx="82179" cy="82388"/>
            </a:xfrm>
            <a:custGeom>
              <a:avLst/>
              <a:gdLst/>
              <a:ahLst/>
              <a:cxnLst/>
              <a:rect l="l" t="t" r="r" b="b"/>
              <a:pathLst>
                <a:path w="3133" h="3141" extrusionOk="0">
                  <a:moveTo>
                    <a:pt x="1566" y="1"/>
                  </a:moveTo>
                  <a:cubicBezTo>
                    <a:pt x="698" y="1"/>
                    <a:pt x="0" y="706"/>
                    <a:pt x="0" y="1574"/>
                  </a:cubicBezTo>
                  <a:cubicBezTo>
                    <a:pt x="0" y="2435"/>
                    <a:pt x="698" y="3140"/>
                    <a:pt x="1566" y="3140"/>
                  </a:cubicBezTo>
                  <a:cubicBezTo>
                    <a:pt x="2428" y="3140"/>
                    <a:pt x="3133" y="2435"/>
                    <a:pt x="3133" y="1574"/>
                  </a:cubicBezTo>
                  <a:cubicBezTo>
                    <a:pt x="3133" y="706"/>
                    <a:pt x="2428" y="1"/>
                    <a:pt x="1566"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7" name="Google Shape;14697;p66"/>
            <p:cNvSpPr/>
            <p:nvPr/>
          </p:nvSpPr>
          <p:spPr>
            <a:xfrm>
              <a:off x="1566664" y="2590453"/>
              <a:ext cx="33627" cy="52486"/>
            </a:xfrm>
            <a:custGeom>
              <a:avLst/>
              <a:gdLst/>
              <a:ahLst/>
              <a:cxnLst/>
              <a:rect l="l" t="t" r="r" b="b"/>
              <a:pathLst>
                <a:path w="1282" h="2001" extrusionOk="0">
                  <a:moveTo>
                    <a:pt x="641" y="0"/>
                  </a:moveTo>
                  <a:cubicBezTo>
                    <a:pt x="527" y="0"/>
                    <a:pt x="414" y="44"/>
                    <a:pt x="326" y="132"/>
                  </a:cubicBezTo>
                  <a:lnTo>
                    <a:pt x="129" y="329"/>
                  </a:lnTo>
                  <a:cubicBezTo>
                    <a:pt x="34" y="424"/>
                    <a:pt x="0" y="573"/>
                    <a:pt x="48" y="702"/>
                  </a:cubicBezTo>
                  <a:lnTo>
                    <a:pt x="488" y="1889"/>
                  </a:lnTo>
                  <a:cubicBezTo>
                    <a:pt x="512" y="1963"/>
                    <a:pt x="576" y="2001"/>
                    <a:pt x="641" y="2001"/>
                  </a:cubicBezTo>
                  <a:cubicBezTo>
                    <a:pt x="705" y="2001"/>
                    <a:pt x="770" y="1963"/>
                    <a:pt x="793" y="1889"/>
                  </a:cubicBezTo>
                  <a:lnTo>
                    <a:pt x="1234" y="702"/>
                  </a:lnTo>
                  <a:cubicBezTo>
                    <a:pt x="1282" y="573"/>
                    <a:pt x="1255" y="424"/>
                    <a:pt x="1153" y="329"/>
                  </a:cubicBezTo>
                  <a:lnTo>
                    <a:pt x="956" y="132"/>
                  </a:lnTo>
                  <a:cubicBezTo>
                    <a:pt x="868" y="44"/>
                    <a:pt x="754" y="0"/>
                    <a:pt x="641"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8" name="Google Shape;14698;p66"/>
            <p:cNvSpPr/>
            <p:nvPr/>
          </p:nvSpPr>
          <p:spPr>
            <a:xfrm>
              <a:off x="1483777" y="2520996"/>
              <a:ext cx="46978" cy="58886"/>
            </a:xfrm>
            <a:custGeom>
              <a:avLst/>
              <a:gdLst/>
              <a:ahLst/>
              <a:cxnLst/>
              <a:rect l="l" t="t" r="r" b="b"/>
              <a:pathLst>
                <a:path w="1791" h="2245" extrusionOk="0">
                  <a:moveTo>
                    <a:pt x="895" y="0"/>
                  </a:moveTo>
                  <a:cubicBezTo>
                    <a:pt x="400" y="0"/>
                    <a:pt x="0" y="407"/>
                    <a:pt x="0" y="902"/>
                  </a:cubicBezTo>
                  <a:lnTo>
                    <a:pt x="0" y="1350"/>
                  </a:lnTo>
                  <a:cubicBezTo>
                    <a:pt x="0" y="1838"/>
                    <a:pt x="400" y="2245"/>
                    <a:pt x="895" y="2245"/>
                  </a:cubicBezTo>
                  <a:cubicBezTo>
                    <a:pt x="1390" y="2245"/>
                    <a:pt x="1790" y="1838"/>
                    <a:pt x="1790" y="1350"/>
                  </a:cubicBezTo>
                  <a:lnTo>
                    <a:pt x="1790" y="902"/>
                  </a:lnTo>
                  <a:cubicBezTo>
                    <a:pt x="1790" y="407"/>
                    <a:pt x="1390" y="0"/>
                    <a:pt x="89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99" name="Google Shape;14699;p66"/>
            <p:cNvSpPr/>
            <p:nvPr/>
          </p:nvSpPr>
          <p:spPr>
            <a:xfrm>
              <a:off x="1501378" y="2532721"/>
              <a:ext cx="17627" cy="17653"/>
            </a:xfrm>
            <a:custGeom>
              <a:avLst/>
              <a:gdLst/>
              <a:ahLst/>
              <a:cxnLst/>
              <a:rect l="l" t="t" r="r" b="b"/>
              <a:pathLst>
                <a:path w="672" h="673" extrusionOk="0">
                  <a:moveTo>
                    <a:pt x="333" y="1"/>
                  </a:moveTo>
                  <a:cubicBezTo>
                    <a:pt x="150" y="1"/>
                    <a:pt x="1" y="157"/>
                    <a:pt x="1" y="340"/>
                  </a:cubicBezTo>
                  <a:cubicBezTo>
                    <a:pt x="1" y="523"/>
                    <a:pt x="150" y="672"/>
                    <a:pt x="333" y="672"/>
                  </a:cubicBezTo>
                  <a:cubicBezTo>
                    <a:pt x="523" y="672"/>
                    <a:pt x="672" y="523"/>
                    <a:pt x="672" y="340"/>
                  </a:cubicBezTo>
                  <a:cubicBezTo>
                    <a:pt x="672" y="157"/>
                    <a:pt x="523" y="1"/>
                    <a:pt x="3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0" name="Google Shape;14700;p66"/>
            <p:cNvSpPr/>
            <p:nvPr/>
          </p:nvSpPr>
          <p:spPr>
            <a:xfrm>
              <a:off x="1601156" y="2491645"/>
              <a:ext cx="117589" cy="117589"/>
            </a:xfrm>
            <a:custGeom>
              <a:avLst/>
              <a:gdLst/>
              <a:ahLst/>
              <a:cxnLst/>
              <a:rect l="l" t="t" r="r" b="b"/>
              <a:pathLst>
                <a:path w="4483" h="4483" extrusionOk="0">
                  <a:moveTo>
                    <a:pt x="2238" y="1"/>
                  </a:moveTo>
                  <a:cubicBezTo>
                    <a:pt x="1004" y="1"/>
                    <a:pt x="1" y="1004"/>
                    <a:pt x="1" y="2245"/>
                  </a:cubicBezTo>
                  <a:cubicBezTo>
                    <a:pt x="1" y="3479"/>
                    <a:pt x="1004" y="4483"/>
                    <a:pt x="2238" y="4483"/>
                  </a:cubicBezTo>
                  <a:cubicBezTo>
                    <a:pt x="3479" y="4483"/>
                    <a:pt x="4483" y="3479"/>
                    <a:pt x="4483" y="2245"/>
                  </a:cubicBezTo>
                  <a:cubicBezTo>
                    <a:pt x="4483" y="1004"/>
                    <a:pt x="3479" y="1"/>
                    <a:pt x="2238"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1" name="Google Shape;14701;p66"/>
            <p:cNvSpPr/>
            <p:nvPr/>
          </p:nvSpPr>
          <p:spPr>
            <a:xfrm>
              <a:off x="1618757" y="2509245"/>
              <a:ext cx="82388" cy="82388"/>
            </a:xfrm>
            <a:custGeom>
              <a:avLst/>
              <a:gdLst/>
              <a:ahLst/>
              <a:cxnLst/>
              <a:rect l="l" t="t" r="r" b="b"/>
              <a:pathLst>
                <a:path w="3141" h="3141" extrusionOk="0">
                  <a:moveTo>
                    <a:pt x="1567" y="1"/>
                  </a:moveTo>
                  <a:cubicBezTo>
                    <a:pt x="706" y="1"/>
                    <a:pt x="1" y="706"/>
                    <a:pt x="1" y="1574"/>
                  </a:cubicBezTo>
                  <a:cubicBezTo>
                    <a:pt x="1" y="2435"/>
                    <a:pt x="706" y="3140"/>
                    <a:pt x="1567" y="3140"/>
                  </a:cubicBezTo>
                  <a:cubicBezTo>
                    <a:pt x="2435" y="3140"/>
                    <a:pt x="3140" y="2435"/>
                    <a:pt x="3140" y="1574"/>
                  </a:cubicBezTo>
                  <a:cubicBezTo>
                    <a:pt x="3140" y="706"/>
                    <a:pt x="2435" y="1"/>
                    <a:pt x="1567"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2" name="Google Shape;14702;p66"/>
            <p:cNvSpPr/>
            <p:nvPr/>
          </p:nvSpPr>
          <p:spPr>
            <a:xfrm>
              <a:off x="1636541" y="2520996"/>
              <a:ext cx="46978" cy="58886"/>
            </a:xfrm>
            <a:custGeom>
              <a:avLst/>
              <a:gdLst/>
              <a:ahLst/>
              <a:cxnLst/>
              <a:rect l="l" t="t" r="r" b="b"/>
              <a:pathLst>
                <a:path w="1791" h="2245" extrusionOk="0">
                  <a:moveTo>
                    <a:pt x="896" y="0"/>
                  </a:moveTo>
                  <a:cubicBezTo>
                    <a:pt x="401" y="0"/>
                    <a:pt x="1" y="400"/>
                    <a:pt x="1" y="902"/>
                  </a:cubicBezTo>
                  <a:lnTo>
                    <a:pt x="1" y="1350"/>
                  </a:lnTo>
                  <a:cubicBezTo>
                    <a:pt x="1" y="1838"/>
                    <a:pt x="401" y="2245"/>
                    <a:pt x="896" y="2245"/>
                  </a:cubicBezTo>
                  <a:cubicBezTo>
                    <a:pt x="1391" y="2245"/>
                    <a:pt x="1791" y="1838"/>
                    <a:pt x="1791" y="1343"/>
                  </a:cubicBezTo>
                  <a:lnTo>
                    <a:pt x="1791" y="895"/>
                  </a:lnTo>
                  <a:cubicBezTo>
                    <a:pt x="1791" y="400"/>
                    <a:pt x="1391" y="0"/>
                    <a:pt x="896"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3" name="Google Shape;14703;p66"/>
            <p:cNvSpPr/>
            <p:nvPr/>
          </p:nvSpPr>
          <p:spPr>
            <a:xfrm>
              <a:off x="1653984" y="2532721"/>
              <a:ext cx="17627" cy="17653"/>
            </a:xfrm>
            <a:custGeom>
              <a:avLst/>
              <a:gdLst/>
              <a:ahLst/>
              <a:cxnLst/>
              <a:rect l="l" t="t" r="r" b="b"/>
              <a:pathLst>
                <a:path w="672" h="673" extrusionOk="0">
                  <a:moveTo>
                    <a:pt x="339" y="1"/>
                  </a:moveTo>
                  <a:cubicBezTo>
                    <a:pt x="156" y="1"/>
                    <a:pt x="0" y="157"/>
                    <a:pt x="0" y="340"/>
                  </a:cubicBezTo>
                  <a:cubicBezTo>
                    <a:pt x="0" y="523"/>
                    <a:pt x="156" y="672"/>
                    <a:pt x="339" y="672"/>
                  </a:cubicBezTo>
                  <a:cubicBezTo>
                    <a:pt x="523" y="672"/>
                    <a:pt x="672" y="523"/>
                    <a:pt x="672" y="340"/>
                  </a:cubicBezTo>
                  <a:cubicBezTo>
                    <a:pt x="672" y="157"/>
                    <a:pt x="523" y="1"/>
                    <a:pt x="33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04" name="Google Shape;14704;p66"/>
          <p:cNvGrpSpPr/>
          <p:nvPr/>
        </p:nvGrpSpPr>
        <p:grpSpPr>
          <a:xfrm>
            <a:off x="7083339" y="3441461"/>
            <a:ext cx="400401" cy="370184"/>
            <a:chOff x="7110427" y="3365261"/>
            <a:chExt cx="400401" cy="370184"/>
          </a:xfrm>
        </p:grpSpPr>
        <p:sp>
          <p:nvSpPr>
            <p:cNvPr id="14705" name="Google Shape;14705;p66"/>
            <p:cNvSpPr/>
            <p:nvPr/>
          </p:nvSpPr>
          <p:spPr>
            <a:xfrm>
              <a:off x="7140854" y="3365261"/>
              <a:ext cx="369974" cy="370158"/>
            </a:xfrm>
            <a:custGeom>
              <a:avLst/>
              <a:gdLst/>
              <a:ahLst/>
              <a:cxnLst/>
              <a:rect l="l" t="t" r="r" b="b"/>
              <a:pathLst>
                <a:path w="14105" h="14112" extrusionOk="0">
                  <a:moveTo>
                    <a:pt x="7052" y="1"/>
                  </a:moveTo>
                  <a:cubicBezTo>
                    <a:pt x="3153" y="1"/>
                    <a:pt x="0" y="3161"/>
                    <a:pt x="0" y="7059"/>
                  </a:cubicBezTo>
                  <a:cubicBezTo>
                    <a:pt x="0" y="10951"/>
                    <a:pt x="3153" y="14111"/>
                    <a:pt x="7052" y="14111"/>
                  </a:cubicBezTo>
                  <a:cubicBezTo>
                    <a:pt x="10951" y="14111"/>
                    <a:pt x="14104" y="10951"/>
                    <a:pt x="14104" y="7059"/>
                  </a:cubicBezTo>
                  <a:cubicBezTo>
                    <a:pt x="14104" y="3161"/>
                    <a:pt x="10951" y="1"/>
                    <a:pt x="7052" y="1"/>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6" name="Google Shape;14706;p66"/>
            <p:cNvSpPr/>
            <p:nvPr/>
          </p:nvSpPr>
          <p:spPr>
            <a:xfrm>
              <a:off x="7216081" y="3366704"/>
              <a:ext cx="294747" cy="295901"/>
            </a:xfrm>
            <a:custGeom>
              <a:avLst/>
              <a:gdLst/>
              <a:ahLst/>
              <a:cxnLst/>
              <a:rect l="l" t="t" r="r" b="b"/>
              <a:pathLst>
                <a:path w="11237" h="11281" extrusionOk="0">
                  <a:moveTo>
                    <a:pt x="7357" y="2771"/>
                  </a:moveTo>
                  <a:cubicBezTo>
                    <a:pt x="7423" y="2771"/>
                    <a:pt x="7491" y="2802"/>
                    <a:pt x="7541" y="2875"/>
                  </a:cubicBezTo>
                  <a:lnTo>
                    <a:pt x="8015" y="3573"/>
                  </a:lnTo>
                  <a:cubicBezTo>
                    <a:pt x="8083" y="3682"/>
                    <a:pt x="8056" y="3824"/>
                    <a:pt x="7954" y="3892"/>
                  </a:cubicBezTo>
                  <a:cubicBezTo>
                    <a:pt x="7914" y="3917"/>
                    <a:pt x="7869" y="3929"/>
                    <a:pt x="7825" y="3929"/>
                  </a:cubicBezTo>
                  <a:cubicBezTo>
                    <a:pt x="7750" y="3929"/>
                    <a:pt x="7678" y="3895"/>
                    <a:pt x="7636" y="3831"/>
                  </a:cubicBezTo>
                  <a:lnTo>
                    <a:pt x="7161" y="3126"/>
                  </a:lnTo>
                  <a:cubicBezTo>
                    <a:pt x="7041" y="2948"/>
                    <a:pt x="7196" y="2771"/>
                    <a:pt x="7357" y="2771"/>
                  </a:cubicBezTo>
                  <a:close/>
                  <a:moveTo>
                    <a:pt x="5005" y="0"/>
                  </a:moveTo>
                  <a:lnTo>
                    <a:pt x="4713" y="909"/>
                  </a:lnTo>
                  <a:cubicBezTo>
                    <a:pt x="4645" y="1126"/>
                    <a:pt x="4469" y="1295"/>
                    <a:pt x="4245" y="1356"/>
                  </a:cubicBezTo>
                  <a:lnTo>
                    <a:pt x="3513" y="1553"/>
                  </a:lnTo>
                  <a:cubicBezTo>
                    <a:pt x="3452" y="1573"/>
                    <a:pt x="3391" y="1580"/>
                    <a:pt x="3337" y="1580"/>
                  </a:cubicBezTo>
                  <a:lnTo>
                    <a:pt x="2238" y="1580"/>
                  </a:lnTo>
                  <a:cubicBezTo>
                    <a:pt x="2123" y="1580"/>
                    <a:pt x="2028" y="1661"/>
                    <a:pt x="2014" y="1777"/>
                  </a:cubicBezTo>
                  <a:lnTo>
                    <a:pt x="1892" y="2719"/>
                  </a:lnTo>
                  <a:lnTo>
                    <a:pt x="1194" y="2753"/>
                  </a:lnTo>
                  <a:cubicBezTo>
                    <a:pt x="1072" y="2760"/>
                    <a:pt x="977" y="2855"/>
                    <a:pt x="977" y="2970"/>
                  </a:cubicBezTo>
                  <a:lnTo>
                    <a:pt x="950" y="3580"/>
                  </a:lnTo>
                  <a:cubicBezTo>
                    <a:pt x="943" y="3712"/>
                    <a:pt x="1052" y="3818"/>
                    <a:pt x="1188" y="3818"/>
                  </a:cubicBezTo>
                  <a:cubicBezTo>
                    <a:pt x="1192" y="3818"/>
                    <a:pt x="1196" y="3818"/>
                    <a:pt x="1201" y="3818"/>
                  </a:cubicBezTo>
                  <a:lnTo>
                    <a:pt x="1662" y="3777"/>
                  </a:lnTo>
                  <a:cubicBezTo>
                    <a:pt x="1784" y="3763"/>
                    <a:pt x="1892" y="3702"/>
                    <a:pt x="1960" y="3607"/>
                  </a:cubicBezTo>
                  <a:lnTo>
                    <a:pt x="2394" y="3004"/>
                  </a:lnTo>
                  <a:lnTo>
                    <a:pt x="3310" y="2970"/>
                  </a:lnTo>
                  <a:cubicBezTo>
                    <a:pt x="3313" y="2970"/>
                    <a:pt x="3316" y="2970"/>
                    <a:pt x="3319" y="2970"/>
                  </a:cubicBezTo>
                  <a:cubicBezTo>
                    <a:pt x="3511" y="2970"/>
                    <a:pt x="3647" y="3170"/>
                    <a:pt x="3574" y="3350"/>
                  </a:cubicBezTo>
                  <a:cubicBezTo>
                    <a:pt x="3418" y="3756"/>
                    <a:pt x="3418" y="3790"/>
                    <a:pt x="3418" y="3831"/>
                  </a:cubicBezTo>
                  <a:cubicBezTo>
                    <a:pt x="3414" y="3983"/>
                    <a:pt x="3530" y="4063"/>
                    <a:pt x="3645" y="4063"/>
                  </a:cubicBezTo>
                  <a:cubicBezTo>
                    <a:pt x="3746" y="4063"/>
                    <a:pt x="3847" y="4002"/>
                    <a:pt x="3866" y="3872"/>
                  </a:cubicBezTo>
                  <a:cubicBezTo>
                    <a:pt x="3886" y="3818"/>
                    <a:pt x="3954" y="3634"/>
                    <a:pt x="4042" y="3404"/>
                  </a:cubicBezTo>
                  <a:cubicBezTo>
                    <a:pt x="4064" y="3352"/>
                    <a:pt x="4113" y="3324"/>
                    <a:pt x="4162" y="3324"/>
                  </a:cubicBezTo>
                  <a:cubicBezTo>
                    <a:pt x="4203" y="3324"/>
                    <a:pt x="4245" y="3344"/>
                    <a:pt x="4272" y="3384"/>
                  </a:cubicBezTo>
                  <a:lnTo>
                    <a:pt x="4327" y="3472"/>
                  </a:lnTo>
                  <a:cubicBezTo>
                    <a:pt x="4411" y="3599"/>
                    <a:pt x="4554" y="3672"/>
                    <a:pt x="4703" y="3672"/>
                  </a:cubicBezTo>
                  <a:cubicBezTo>
                    <a:pt x="4745" y="3672"/>
                    <a:pt x="4787" y="3667"/>
                    <a:pt x="4828" y="3655"/>
                  </a:cubicBezTo>
                  <a:lnTo>
                    <a:pt x="5235" y="3546"/>
                  </a:lnTo>
                  <a:cubicBezTo>
                    <a:pt x="5350" y="3512"/>
                    <a:pt x="5439" y="3431"/>
                    <a:pt x="5486" y="3323"/>
                  </a:cubicBezTo>
                  <a:lnTo>
                    <a:pt x="5561" y="3112"/>
                  </a:lnTo>
                  <a:cubicBezTo>
                    <a:pt x="5615" y="2963"/>
                    <a:pt x="5744" y="2861"/>
                    <a:pt x="5893" y="2828"/>
                  </a:cubicBezTo>
                  <a:lnTo>
                    <a:pt x="6157" y="2773"/>
                  </a:lnTo>
                  <a:cubicBezTo>
                    <a:pt x="6182" y="2768"/>
                    <a:pt x="6207" y="2765"/>
                    <a:pt x="6231" y="2765"/>
                  </a:cubicBezTo>
                  <a:cubicBezTo>
                    <a:pt x="6386" y="2765"/>
                    <a:pt x="6522" y="2872"/>
                    <a:pt x="6557" y="3024"/>
                  </a:cubicBezTo>
                  <a:cubicBezTo>
                    <a:pt x="6591" y="3207"/>
                    <a:pt x="6463" y="3377"/>
                    <a:pt x="6279" y="3397"/>
                  </a:cubicBezTo>
                  <a:lnTo>
                    <a:pt x="5649" y="3417"/>
                  </a:lnTo>
                  <a:cubicBezTo>
                    <a:pt x="5520" y="3417"/>
                    <a:pt x="5412" y="3526"/>
                    <a:pt x="5412" y="3648"/>
                  </a:cubicBezTo>
                  <a:lnTo>
                    <a:pt x="5412" y="3709"/>
                  </a:lnTo>
                  <a:cubicBezTo>
                    <a:pt x="5412" y="3763"/>
                    <a:pt x="5439" y="3804"/>
                    <a:pt x="5479" y="3831"/>
                  </a:cubicBezTo>
                  <a:lnTo>
                    <a:pt x="5845" y="4014"/>
                  </a:lnTo>
                  <a:cubicBezTo>
                    <a:pt x="5988" y="4082"/>
                    <a:pt x="6035" y="4258"/>
                    <a:pt x="5940" y="4387"/>
                  </a:cubicBezTo>
                  <a:cubicBezTo>
                    <a:pt x="5893" y="4462"/>
                    <a:pt x="5812" y="4502"/>
                    <a:pt x="5730" y="4502"/>
                  </a:cubicBezTo>
                  <a:lnTo>
                    <a:pt x="3805" y="4502"/>
                  </a:lnTo>
                  <a:cubicBezTo>
                    <a:pt x="3757" y="4502"/>
                    <a:pt x="3703" y="4496"/>
                    <a:pt x="3655" y="4475"/>
                  </a:cubicBezTo>
                  <a:lnTo>
                    <a:pt x="2048" y="3838"/>
                  </a:lnTo>
                  <a:cubicBezTo>
                    <a:pt x="2008" y="3822"/>
                    <a:pt x="1967" y="3815"/>
                    <a:pt x="1926" y="3815"/>
                  </a:cubicBezTo>
                  <a:cubicBezTo>
                    <a:pt x="1842" y="3815"/>
                    <a:pt x="1760" y="3846"/>
                    <a:pt x="1696" y="3906"/>
                  </a:cubicBezTo>
                  <a:lnTo>
                    <a:pt x="170" y="5316"/>
                  </a:lnTo>
                  <a:cubicBezTo>
                    <a:pt x="48" y="5425"/>
                    <a:pt x="1" y="5601"/>
                    <a:pt x="41" y="5757"/>
                  </a:cubicBezTo>
                  <a:lnTo>
                    <a:pt x="353" y="7018"/>
                  </a:lnTo>
                  <a:cubicBezTo>
                    <a:pt x="401" y="7215"/>
                    <a:pt x="570" y="7357"/>
                    <a:pt x="767" y="7364"/>
                  </a:cubicBezTo>
                  <a:lnTo>
                    <a:pt x="2489" y="7459"/>
                  </a:lnTo>
                  <a:cubicBezTo>
                    <a:pt x="2828" y="7472"/>
                    <a:pt x="3099" y="7737"/>
                    <a:pt x="3133" y="8076"/>
                  </a:cubicBezTo>
                  <a:lnTo>
                    <a:pt x="3262" y="9493"/>
                  </a:lnTo>
                  <a:cubicBezTo>
                    <a:pt x="3269" y="9595"/>
                    <a:pt x="3303" y="9703"/>
                    <a:pt x="3343" y="9798"/>
                  </a:cubicBezTo>
                  <a:cubicBezTo>
                    <a:pt x="3493" y="10096"/>
                    <a:pt x="3832" y="10788"/>
                    <a:pt x="4015" y="11025"/>
                  </a:cubicBezTo>
                  <a:cubicBezTo>
                    <a:pt x="4156" y="11201"/>
                    <a:pt x="4414" y="11280"/>
                    <a:pt x="4645" y="11280"/>
                  </a:cubicBezTo>
                  <a:cubicBezTo>
                    <a:pt x="4815" y="11280"/>
                    <a:pt x="4969" y="11238"/>
                    <a:pt x="5052" y="11161"/>
                  </a:cubicBezTo>
                  <a:lnTo>
                    <a:pt x="6449" y="10015"/>
                  </a:lnTo>
                  <a:cubicBezTo>
                    <a:pt x="6571" y="9906"/>
                    <a:pt x="6646" y="9764"/>
                    <a:pt x="6666" y="9608"/>
                  </a:cubicBezTo>
                  <a:lnTo>
                    <a:pt x="6829" y="8483"/>
                  </a:lnTo>
                  <a:lnTo>
                    <a:pt x="7941" y="7262"/>
                  </a:lnTo>
                  <a:cubicBezTo>
                    <a:pt x="8049" y="7147"/>
                    <a:pt x="8009" y="6964"/>
                    <a:pt x="7866" y="6903"/>
                  </a:cubicBezTo>
                  <a:lnTo>
                    <a:pt x="7846" y="6916"/>
                  </a:lnTo>
                  <a:cubicBezTo>
                    <a:pt x="7758" y="6970"/>
                    <a:pt x="7663" y="7004"/>
                    <a:pt x="7561" y="7011"/>
                  </a:cubicBezTo>
                  <a:lnTo>
                    <a:pt x="7507" y="7011"/>
                  </a:lnTo>
                  <a:cubicBezTo>
                    <a:pt x="7303" y="7011"/>
                    <a:pt x="7113" y="6909"/>
                    <a:pt x="6998" y="6733"/>
                  </a:cubicBezTo>
                  <a:lnTo>
                    <a:pt x="6151" y="5384"/>
                  </a:lnTo>
                  <a:cubicBezTo>
                    <a:pt x="6028" y="5205"/>
                    <a:pt x="6187" y="5026"/>
                    <a:pt x="6347" y="5026"/>
                  </a:cubicBezTo>
                  <a:cubicBezTo>
                    <a:pt x="6418" y="5026"/>
                    <a:pt x="6489" y="5061"/>
                    <a:pt x="6537" y="5147"/>
                  </a:cubicBezTo>
                  <a:lnTo>
                    <a:pt x="7385" y="6489"/>
                  </a:lnTo>
                  <a:cubicBezTo>
                    <a:pt x="7415" y="6532"/>
                    <a:pt x="7457" y="6558"/>
                    <a:pt x="7504" y="6558"/>
                  </a:cubicBezTo>
                  <a:cubicBezTo>
                    <a:pt x="7509" y="6558"/>
                    <a:pt x="7515" y="6558"/>
                    <a:pt x="7520" y="6557"/>
                  </a:cubicBezTo>
                  <a:cubicBezTo>
                    <a:pt x="7547" y="6557"/>
                    <a:pt x="7568" y="6543"/>
                    <a:pt x="7588" y="6530"/>
                  </a:cubicBezTo>
                  <a:lnTo>
                    <a:pt x="8734" y="5906"/>
                  </a:lnTo>
                  <a:cubicBezTo>
                    <a:pt x="8856" y="5838"/>
                    <a:pt x="8890" y="5682"/>
                    <a:pt x="8802" y="5574"/>
                  </a:cubicBezTo>
                  <a:cubicBezTo>
                    <a:pt x="8759" y="5519"/>
                    <a:pt x="8694" y="5491"/>
                    <a:pt x="8628" y="5491"/>
                  </a:cubicBezTo>
                  <a:cubicBezTo>
                    <a:pt x="8620" y="5491"/>
                    <a:pt x="8613" y="5492"/>
                    <a:pt x="8605" y="5492"/>
                  </a:cubicBezTo>
                  <a:lnTo>
                    <a:pt x="8368" y="5519"/>
                  </a:lnTo>
                  <a:cubicBezTo>
                    <a:pt x="8359" y="5520"/>
                    <a:pt x="8351" y="5521"/>
                    <a:pt x="8342" y="5521"/>
                  </a:cubicBezTo>
                  <a:cubicBezTo>
                    <a:pt x="8285" y="5521"/>
                    <a:pt x="8232" y="5501"/>
                    <a:pt x="8185" y="5465"/>
                  </a:cubicBezTo>
                  <a:lnTo>
                    <a:pt x="7466" y="4821"/>
                  </a:lnTo>
                  <a:cubicBezTo>
                    <a:pt x="7291" y="4662"/>
                    <a:pt x="7440" y="4419"/>
                    <a:pt x="7620" y="4419"/>
                  </a:cubicBezTo>
                  <a:cubicBezTo>
                    <a:pt x="7670" y="4419"/>
                    <a:pt x="7723" y="4438"/>
                    <a:pt x="7771" y="4482"/>
                  </a:cubicBezTo>
                  <a:lnTo>
                    <a:pt x="8415" y="5058"/>
                  </a:lnTo>
                  <a:lnTo>
                    <a:pt x="8809" y="5011"/>
                  </a:lnTo>
                  <a:cubicBezTo>
                    <a:pt x="8819" y="5009"/>
                    <a:pt x="8830" y="5008"/>
                    <a:pt x="8840" y="5008"/>
                  </a:cubicBezTo>
                  <a:cubicBezTo>
                    <a:pt x="8911" y="5008"/>
                    <a:pt x="8978" y="5046"/>
                    <a:pt x="9019" y="5099"/>
                  </a:cubicBezTo>
                  <a:lnTo>
                    <a:pt x="9093" y="5208"/>
                  </a:lnTo>
                  <a:lnTo>
                    <a:pt x="9473" y="5160"/>
                  </a:lnTo>
                  <a:cubicBezTo>
                    <a:pt x="9490" y="5158"/>
                    <a:pt x="9508" y="5157"/>
                    <a:pt x="9525" y="5157"/>
                  </a:cubicBezTo>
                  <a:cubicBezTo>
                    <a:pt x="9690" y="5157"/>
                    <a:pt x="9848" y="5244"/>
                    <a:pt x="9927" y="5397"/>
                  </a:cubicBezTo>
                  <a:lnTo>
                    <a:pt x="10700" y="6821"/>
                  </a:lnTo>
                  <a:cubicBezTo>
                    <a:pt x="10755" y="6923"/>
                    <a:pt x="10850" y="6998"/>
                    <a:pt x="10958" y="7038"/>
                  </a:cubicBezTo>
                  <a:lnTo>
                    <a:pt x="11236" y="7133"/>
                  </a:lnTo>
                  <a:lnTo>
                    <a:pt x="11236" y="6998"/>
                  </a:lnTo>
                  <a:cubicBezTo>
                    <a:pt x="11236" y="3424"/>
                    <a:pt x="8558" y="414"/>
                    <a:pt x="5005"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7" name="Google Shape;14707;p66"/>
            <p:cNvSpPr/>
            <p:nvPr/>
          </p:nvSpPr>
          <p:spPr>
            <a:xfrm>
              <a:off x="7110427" y="3392672"/>
              <a:ext cx="372991" cy="342774"/>
            </a:xfrm>
            <a:custGeom>
              <a:avLst/>
              <a:gdLst/>
              <a:ahLst/>
              <a:cxnLst/>
              <a:rect l="l" t="t" r="r" b="b"/>
              <a:pathLst>
                <a:path w="14220" h="13068" extrusionOk="0">
                  <a:moveTo>
                    <a:pt x="4517" y="0"/>
                  </a:moveTo>
                  <a:cubicBezTo>
                    <a:pt x="631" y="2387"/>
                    <a:pt x="1" y="7777"/>
                    <a:pt x="3222" y="10998"/>
                  </a:cubicBezTo>
                  <a:cubicBezTo>
                    <a:pt x="4615" y="12395"/>
                    <a:pt x="6415" y="13067"/>
                    <a:pt x="8202" y="13067"/>
                  </a:cubicBezTo>
                  <a:cubicBezTo>
                    <a:pt x="10545" y="13067"/>
                    <a:pt x="12866" y="11910"/>
                    <a:pt x="14220" y="9710"/>
                  </a:cubicBezTo>
                  <a:lnTo>
                    <a:pt x="14220" y="9710"/>
                  </a:lnTo>
                  <a:cubicBezTo>
                    <a:pt x="13108" y="10395"/>
                    <a:pt x="11833" y="10754"/>
                    <a:pt x="10524" y="10754"/>
                  </a:cubicBezTo>
                  <a:cubicBezTo>
                    <a:pt x="7968" y="10754"/>
                    <a:pt x="5615" y="9371"/>
                    <a:pt x="4368" y="7140"/>
                  </a:cubicBezTo>
                  <a:cubicBezTo>
                    <a:pt x="3120" y="4909"/>
                    <a:pt x="3181" y="2177"/>
                    <a:pt x="4517" y="0"/>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8" name="Google Shape;14708;p66"/>
            <p:cNvSpPr/>
            <p:nvPr/>
          </p:nvSpPr>
          <p:spPr>
            <a:xfrm>
              <a:off x="7398563" y="3617646"/>
              <a:ext cx="31424" cy="30427"/>
            </a:xfrm>
            <a:custGeom>
              <a:avLst/>
              <a:gdLst/>
              <a:ahLst/>
              <a:cxnLst/>
              <a:rect l="l" t="t" r="r" b="b"/>
              <a:pathLst>
                <a:path w="1198" h="1160" extrusionOk="0">
                  <a:moveTo>
                    <a:pt x="881" y="1"/>
                  </a:moveTo>
                  <a:cubicBezTo>
                    <a:pt x="825" y="1"/>
                    <a:pt x="768" y="23"/>
                    <a:pt x="719" y="75"/>
                  </a:cubicBezTo>
                  <a:lnTo>
                    <a:pt x="123" y="787"/>
                  </a:lnTo>
                  <a:cubicBezTo>
                    <a:pt x="1" y="936"/>
                    <a:pt x="102" y="1160"/>
                    <a:pt x="299" y="1160"/>
                  </a:cubicBezTo>
                  <a:cubicBezTo>
                    <a:pt x="367" y="1160"/>
                    <a:pt x="428" y="1133"/>
                    <a:pt x="475" y="1079"/>
                  </a:cubicBezTo>
                  <a:lnTo>
                    <a:pt x="1065" y="373"/>
                  </a:lnTo>
                  <a:cubicBezTo>
                    <a:pt x="1197" y="200"/>
                    <a:pt x="1047" y="1"/>
                    <a:pt x="881"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9" name="Google Shape;14709;p66"/>
            <p:cNvSpPr/>
            <p:nvPr/>
          </p:nvSpPr>
          <p:spPr>
            <a:xfrm>
              <a:off x="7268410" y="3369012"/>
              <a:ext cx="20276" cy="26886"/>
            </a:xfrm>
            <a:custGeom>
              <a:avLst/>
              <a:gdLst/>
              <a:ahLst/>
              <a:cxnLst/>
              <a:rect l="l" t="t" r="r" b="b"/>
              <a:pathLst>
                <a:path w="773" h="1025" extrusionOk="0">
                  <a:moveTo>
                    <a:pt x="772" y="0"/>
                  </a:moveTo>
                  <a:lnTo>
                    <a:pt x="772" y="0"/>
                  </a:lnTo>
                  <a:cubicBezTo>
                    <a:pt x="596" y="41"/>
                    <a:pt x="419" y="82"/>
                    <a:pt x="250" y="136"/>
                  </a:cubicBezTo>
                  <a:lnTo>
                    <a:pt x="47" y="739"/>
                  </a:lnTo>
                  <a:cubicBezTo>
                    <a:pt x="0" y="908"/>
                    <a:pt x="138" y="1024"/>
                    <a:pt x="274" y="1024"/>
                  </a:cubicBezTo>
                  <a:cubicBezTo>
                    <a:pt x="357" y="1024"/>
                    <a:pt x="440" y="982"/>
                    <a:pt x="480" y="882"/>
                  </a:cubicBezTo>
                  <a:lnTo>
                    <a:pt x="772" y="0"/>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0" name="Google Shape;14710;p66"/>
            <p:cNvSpPr/>
            <p:nvPr/>
          </p:nvSpPr>
          <p:spPr>
            <a:xfrm>
              <a:off x="7141562" y="3566236"/>
              <a:ext cx="35778" cy="86638"/>
            </a:xfrm>
            <a:custGeom>
              <a:avLst/>
              <a:gdLst/>
              <a:ahLst/>
              <a:cxnLst/>
              <a:rect l="l" t="t" r="r" b="b"/>
              <a:pathLst>
                <a:path w="1364" h="3303" extrusionOk="0">
                  <a:moveTo>
                    <a:pt x="0" y="1"/>
                  </a:moveTo>
                  <a:lnTo>
                    <a:pt x="0" y="1"/>
                  </a:lnTo>
                  <a:cubicBezTo>
                    <a:pt x="95" y="1181"/>
                    <a:pt x="495" y="2320"/>
                    <a:pt x="1153" y="3303"/>
                  </a:cubicBezTo>
                  <a:lnTo>
                    <a:pt x="1350" y="1513"/>
                  </a:lnTo>
                  <a:cubicBezTo>
                    <a:pt x="1363" y="1377"/>
                    <a:pt x="1316" y="1235"/>
                    <a:pt x="1214" y="1140"/>
                  </a:cubicBezTo>
                  <a:lnTo>
                    <a:pt x="0" y="1"/>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1" name="Google Shape;14711;p66"/>
            <p:cNvSpPr/>
            <p:nvPr/>
          </p:nvSpPr>
          <p:spPr>
            <a:xfrm>
              <a:off x="7303060" y="3365261"/>
              <a:ext cx="26178" cy="27043"/>
            </a:xfrm>
            <a:custGeom>
              <a:avLst/>
              <a:gdLst/>
              <a:ahLst/>
              <a:cxnLst/>
              <a:rect l="l" t="t" r="r" b="b"/>
              <a:pathLst>
                <a:path w="998" h="1031" extrusionOk="0">
                  <a:moveTo>
                    <a:pt x="868" y="1"/>
                  </a:moveTo>
                  <a:cubicBezTo>
                    <a:pt x="617" y="1"/>
                    <a:pt x="366" y="14"/>
                    <a:pt x="116" y="41"/>
                  </a:cubicBezTo>
                  <a:lnTo>
                    <a:pt x="88" y="577"/>
                  </a:lnTo>
                  <a:cubicBezTo>
                    <a:pt x="0" y="845"/>
                    <a:pt x="213" y="1031"/>
                    <a:pt x="423" y="1031"/>
                  </a:cubicBezTo>
                  <a:cubicBezTo>
                    <a:pt x="553" y="1031"/>
                    <a:pt x="682" y="960"/>
                    <a:pt x="739" y="794"/>
                  </a:cubicBezTo>
                  <a:lnTo>
                    <a:pt x="997" y="8"/>
                  </a:lnTo>
                  <a:cubicBezTo>
                    <a:pt x="956" y="8"/>
                    <a:pt x="916" y="1"/>
                    <a:pt x="868"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12" name="Google Shape;14712;p66"/>
          <p:cNvGrpSpPr/>
          <p:nvPr/>
        </p:nvGrpSpPr>
        <p:grpSpPr>
          <a:xfrm>
            <a:off x="7631861" y="3439337"/>
            <a:ext cx="400375" cy="370132"/>
            <a:chOff x="7658949" y="3363137"/>
            <a:chExt cx="400375" cy="370132"/>
          </a:xfrm>
        </p:grpSpPr>
        <p:sp>
          <p:nvSpPr>
            <p:cNvPr id="14713" name="Google Shape;14713;p66"/>
            <p:cNvSpPr/>
            <p:nvPr/>
          </p:nvSpPr>
          <p:spPr>
            <a:xfrm>
              <a:off x="7689192" y="3363137"/>
              <a:ext cx="370132" cy="370132"/>
            </a:xfrm>
            <a:custGeom>
              <a:avLst/>
              <a:gdLst/>
              <a:ahLst/>
              <a:cxnLst/>
              <a:rect l="l" t="t" r="r" b="b"/>
              <a:pathLst>
                <a:path w="14111" h="14111" extrusionOk="0">
                  <a:moveTo>
                    <a:pt x="7059" y="0"/>
                  </a:moveTo>
                  <a:cubicBezTo>
                    <a:pt x="3160" y="0"/>
                    <a:pt x="0" y="3160"/>
                    <a:pt x="0" y="7052"/>
                  </a:cubicBezTo>
                  <a:cubicBezTo>
                    <a:pt x="0" y="10951"/>
                    <a:pt x="3160" y="14111"/>
                    <a:pt x="7059" y="14111"/>
                  </a:cubicBezTo>
                  <a:cubicBezTo>
                    <a:pt x="10951" y="14111"/>
                    <a:pt x="14111" y="10951"/>
                    <a:pt x="14111" y="7052"/>
                  </a:cubicBezTo>
                  <a:cubicBezTo>
                    <a:pt x="14111" y="3160"/>
                    <a:pt x="10951" y="0"/>
                    <a:pt x="7059" y="0"/>
                  </a:cubicBezTo>
                  <a:close/>
                </a:path>
              </a:pathLst>
            </a:custGeom>
            <a:solidFill>
              <a:srgbClr val="BEC7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4" name="Google Shape;14714;p66"/>
            <p:cNvSpPr/>
            <p:nvPr/>
          </p:nvSpPr>
          <p:spPr>
            <a:xfrm>
              <a:off x="7658949" y="3390521"/>
              <a:ext cx="372991" cy="342695"/>
            </a:xfrm>
            <a:custGeom>
              <a:avLst/>
              <a:gdLst/>
              <a:ahLst/>
              <a:cxnLst/>
              <a:rect l="l" t="t" r="r" b="b"/>
              <a:pathLst>
                <a:path w="14220" h="13065" extrusionOk="0">
                  <a:moveTo>
                    <a:pt x="4516" y="1"/>
                  </a:moveTo>
                  <a:lnTo>
                    <a:pt x="4516" y="1"/>
                  </a:lnTo>
                  <a:cubicBezTo>
                    <a:pt x="631" y="2387"/>
                    <a:pt x="0" y="7778"/>
                    <a:pt x="3221" y="10999"/>
                  </a:cubicBezTo>
                  <a:cubicBezTo>
                    <a:pt x="4615" y="12392"/>
                    <a:pt x="6414" y="13065"/>
                    <a:pt x="8201" y="13065"/>
                  </a:cubicBezTo>
                  <a:cubicBezTo>
                    <a:pt x="10544" y="13065"/>
                    <a:pt x="12865" y="11908"/>
                    <a:pt x="14219" y="9704"/>
                  </a:cubicBezTo>
                  <a:lnTo>
                    <a:pt x="14219" y="9704"/>
                  </a:lnTo>
                  <a:cubicBezTo>
                    <a:pt x="13107" y="10388"/>
                    <a:pt x="11826" y="10748"/>
                    <a:pt x="10524" y="10748"/>
                  </a:cubicBezTo>
                  <a:cubicBezTo>
                    <a:pt x="7968" y="10748"/>
                    <a:pt x="5615" y="9365"/>
                    <a:pt x="4367" y="7134"/>
                  </a:cubicBezTo>
                  <a:cubicBezTo>
                    <a:pt x="3119" y="4910"/>
                    <a:pt x="3174" y="2177"/>
                    <a:pt x="4516" y="1"/>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5" name="Google Shape;14715;p66"/>
            <p:cNvSpPr/>
            <p:nvPr/>
          </p:nvSpPr>
          <p:spPr>
            <a:xfrm>
              <a:off x="7754111" y="3380029"/>
              <a:ext cx="244569" cy="330000"/>
            </a:xfrm>
            <a:custGeom>
              <a:avLst/>
              <a:gdLst/>
              <a:ahLst/>
              <a:cxnLst/>
              <a:rect l="l" t="t" r="r" b="b"/>
              <a:pathLst>
                <a:path w="9324" h="12581" extrusionOk="0">
                  <a:moveTo>
                    <a:pt x="1641" y="1"/>
                  </a:moveTo>
                  <a:cubicBezTo>
                    <a:pt x="1044" y="272"/>
                    <a:pt x="495" y="624"/>
                    <a:pt x="0" y="1052"/>
                  </a:cubicBezTo>
                  <a:lnTo>
                    <a:pt x="448" y="1743"/>
                  </a:lnTo>
                  <a:cubicBezTo>
                    <a:pt x="509" y="1845"/>
                    <a:pt x="529" y="1967"/>
                    <a:pt x="502" y="2082"/>
                  </a:cubicBezTo>
                  <a:lnTo>
                    <a:pt x="129" y="3730"/>
                  </a:lnTo>
                  <a:cubicBezTo>
                    <a:pt x="75" y="3954"/>
                    <a:pt x="142" y="4191"/>
                    <a:pt x="298" y="4360"/>
                  </a:cubicBezTo>
                  <a:lnTo>
                    <a:pt x="1851" y="5954"/>
                  </a:lnTo>
                  <a:cubicBezTo>
                    <a:pt x="1984" y="6087"/>
                    <a:pt x="2160" y="6161"/>
                    <a:pt x="2351" y="6161"/>
                  </a:cubicBezTo>
                  <a:cubicBezTo>
                    <a:pt x="2374" y="6161"/>
                    <a:pt x="2397" y="6160"/>
                    <a:pt x="2421" y="6157"/>
                  </a:cubicBezTo>
                  <a:lnTo>
                    <a:pt x="3573" y="6022"/>
                  </a:lnTo>
                  <a:lnTo>
                    <a:pt x="4652" y="6937"/>
                  </a:lnTo>
                  <a:cubicBezTo>
                    <a:pt x="4794" y="7059"/>
                    <a:pt x="4848" y="7263"/>
                    <a:pt x="4787" y="7439"/>
                  </a:cubicBezTo>
                  <a:lnTo>
                    <a:pt x="4692" y="7697"/>
                  </a:lnTo>
                  <a:cubicBezTo>
                    <a:pt x="4618" y="7886"/>
                    <a:pt x="4645" y="8103"/>
                    <a:pt x="4746" y="8280"/>
                  </a:cubicBezTo>
                  <a:lnTo>
                    <a:pt x="5553" y="9629"/>
                  </a:lnTo>
                  <a:cubicBezTo>
                    <a:pt x="5642" y="9771"/>
                    <a:pt x="5669" y="9941"/>
                    <a:pt x="5642" y="10104"/>
                  </a:cubicBezTo>
                  <a:lnTo>
                    <a:pt x="5262" y="12138"/>
                  </a:lnTo>
                  <a:cubicBezTo>
                    <a:pt x="5241" y="12226"/>
                    <a:pt x="5282" y="12314"/>
                    <a:pt x="5350" y="12362"/>
                  </a:cubicBezTo>
                  <a:lnTo>
                    <a:pt x="5587" y="12538"/>
                  </a:lnTo>
                  <a:cubicBezTo>
                    <a:pt x="5627" y="12566"/>
                    <a:pt x="5673" y="12580"/>
                    <a:pt x="5720" y="12580"/>
                  </a:cubicBezTo>
                  <a:cubicBezTo>
                    <a:pt x="5786" y="12580"/>
                    <a:pt x="5852" y="12553"/>
                    <a:pt x="5899" y="12497"/>
                  </a:cubicBezTo>
                  <a:lnTo>
                    <a:pt x="9154" y="8632"/>
                  </a:lnTo>
                  <a:cubicBezTo>
                    <a:pt x="9323" y="8436"/>
                    <a:pt x="9283" y="8124"/>
                    <a:pt x="9066" y="7975"/>
                  </a:cubicBezTo>
                  <a:lnTo>
                    <a:pt x="7506" y="6883"/>
                  </a:lnTo>
                  <a:cubicBezTo>
                    <a:pt x="7377" y="6795"/>
                    <a:pt x="7235" y="6734"/>
                    <a:pt x="7086" y="6707"/>
                  </a:cubicBezTo>
                  <a:lnTo>
                    <a:pt x="5628" y="6395"/>
                  </a:lnTo>
                  <a:cubicBezTo>
                    <a:pt x="5594" y="6388"/>
                    <a:pt x="5559" y="6384"/>
                    <a:pt x="5525" y="6384"/>
                  </a:cubicBezTo>
                  <a:cubicBezTo>
                    <a:pt x="5325" y="6384"/>
                    <a:pt x="5140" y="6501"/>
                    <a:pt x="5058" y="6686"/>
                  </a:cubicBezTo>
                  <a:lnTo>
                    <a:pt x="3790" y="5608"/>
                  </a:lnTo>
                  <a:cubicBezTo>
                    <a:pt x="3751" y="5574"/>
                    <a:pt x="3701" y="5559"/>
                    <a:pt x="3651" y="5559"/>
                  </a:cubicBezTo>
                  <a:cubicBezTo>
                    <a:pt x="3641" y="5559"/>
                    <a:pt x="3631" y="5560"/>
                    <a:pt x="3621" y="5561"/>
                  </a:cubicBezTo>
                  <a:lnTo>
                    <a:pt x="3072" y="5622"/>
                  </a:lnTo>
                  <a:cubicBezTo>
                    <a:pt x="3052" y="5624"/>
                    <a:pt x="3032" y="5625"/>
                    <a:pt x="3013" y="5625"/>
                  </a:cubicBezTo>
                  <a:cubicBezTo>
                    <a:pt x="2768" y="5625"/>
                    <a:pt x="2569" y="5432"/>
                    <a:pt x="2563" y="5181"/>
                  </a:cubicBezTo>
                  <a:lnTo>
                    <a:pt x="2556" y="4964"/>
                  </a:lnTo>
                  <a:cubicBezTo>
                    <a:pt x="2543" y="4733"/>
                    <a:pt x="2706" y="4530"/>
                    <a:pt x="2936" y="4496"/>
                  </a:cubicBezTo>
                  <a:lnTo>
                    <a:pt x="3912" y="4340"/>
                  </a:lnTo>
                  <a:cubicBezTo>
                    <a:pt x="3938" y="4336"/>
                    <a:pt x="3964" y="4333"/>
                    <a:pt x="3989" y="4333"/>
                  </a:cubicBezTo>
                  <a:cubicBezTo>
                    <a:pt x="4229" y="4333"/>
                    <a:pt x="4435" y="4529"/>
                    <a:pt x="4435" y="4781"/>
                  </a:cubicBezTo>
                  <a:lnTo>
                    <a:pt x="4435" y="4991"/>
                  </a:lnTo>
                  <a:cubicBezTo>
                    <a:pt x="4441" y="5113"/>
                    <a:pt x="4543" y="5215"/>
                    <a:pt x="4665" y="5215"/>
                  </a:cubicBezTo>
                  <a:cubicBezTo>
                    <a:pt x="4787" y="5208"/>
                    <a:pt x="4889" y="5106"/>
                    <a:pt x="4889" y="4984"/>
                  </a:cubicBezTo>
                  <a:lnTo>
                    <a:pt x="4875" y="4218"/>
                  </a:lnTo>
                  <a:cubicBezTo>
                    <a:pt x="4869" y="4049"/>
                    <a:pt x="4930" y="3879"/>
                    <a:pt x="5045" y="3750"/>
                  </a:cubicBezTo>
                  <a:lnTo>
                    <a:pt x="6109" y="2543"/>
                  </a:lnTo>
                  <a:lnTo>
                    <a:pt x="6760" y="2326"/>
                  </a:lnTo>
                  <a:cubicBezTo>
                    <a:pt x="6943" y="2265"/>
                    <a:pt x="6971" y="2014"/>
                    <a:pt x="6808" y="1919"/>
                  </a:cubicBezTo>
                  <a:lnTo>
                    <a:pt x="5574" y="1153"/>
                  </a:lnTo>
                  <a:cubicBezTo>
                    <a:pt x="5499" y="1106"/>
                    <a:pt x="5416" y="1084"/>
                    <a:pt x="5335" y="1084"/>
                  </a:cubicBezTo>
                  <a:cubicBezTo>
                    <a:pt x="5157" y="1084"/>
                    <a:pt x="4986" y="1189"/>
                    <a:pt x="4916" y="1370"/>
                  </a:cubicBezTo>
                  <a:lnTo>
                    <a:pt x="4882" y="1458"/>
                  </a:lnTo>
                  <a:cubicBezTo>
                    <a:pt x="4811" y="1638"/>
                    <a:pt x="4638" y="1745"/>
                    <a:pt x="4459" y="1745"/>
                  </a:cubicBezTo>
                  <a:cubicBezTo>
                    <a:pt x="4381" y="1745"/>
                    <a:pt x="4303" y="1725"/>
                    <a:pt x="4231" y="1682"/>
                  </a:cubicBezTo>
                  <a:lnTo>
                    <a:pt x="3723" y="1391"/>
                  </a:lnTo>
                  <a:cubicBezTo>
                    <a:pt x="3560" y="1302"/>
                    <a:pt x="3573" y="1072"/>
                    <a:pt x="3736" y="991"/>
                  </a:cubicBezTo>
                  <a:lnTo>
                    <a:pt x="4184" y="774"/>
                  </a:lnTo>
                  <a:cubicBezTo>
                    <a:pt x="4503" y="621"/>
                    <a:pt x="4392" y="142"/>
                    <a:pt x="4043" y="142"/>
                  </a:cubicBezTo>
                  <a:cubicBezTo>
                    <a:pt x="4036" y="142"/>
                    <a:pt x="4028" y="143"/>
                    <a:pt x="4021" y="143"/>
                  </a:cubicBezTo>
                  <a:lnTo>
                    <a:pt x="3038" y="184"/>
                  </a:lnTo>
                  <a:lnTo>
                    <a:pt x="2197" y="543"/>
                  </a:lnTo>
                  <a:cubicBezTo>
                    <a:pt x="2166" y="557"/>
                    <a:pt x="2134" y="563"/>
                    <a:pt x="2103" y="563"/>
                  </a:cubicBezTo>
                  <a:cubicBezTo>
                    <a:pt x="2024" y="563"/>
                    <a:pt x="1951" y="523"/>
                    <a:pt x="1912" y="455"/>
                  </a:cubicBezTo>
                  <a:lnTo>
                    <a:pt x="1641" y="1"/>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6" name="Google Shape;14716;p66"/>
            <p:cNvSpPr/>
            <p:nvPr/>
          </p:nvSpPr>
          <p:spPr>
            <a:xfrm>
              <a:off x="7754111" y="3390704"/>
              <a:ext cx="23135" cy="30086"/>
            </a:xfrm>
            <a:custGeom>
              <a:avLst/>
              <a:gdLst/>
              <a:ahLst/>
              <a:cxnLst/>
              <a:rect l="l" t="t" r="r" b="b"/>
              <a:pathLst>
                <a:path w="882" h="1147" extrusionOk="0">
                  <a:moveTo>
                    <a:pt x="882" y="0"/>
                  </a:moveTo>
                  <a:lnTo>
                    <a:pt x="882" y="0"/>
                  </a:lnTo>
                  <a:cubicBezTo>
                    <a:pt x="570" y="190"/>
                    <a:pt x="278" y="407"/>
                    <a:pt x="0" y="645"/>
                  </a:cubicBezTo>
                  <a:lnTo>
                    <a:pt x="319" y="1146"/>
                  </a:lnTo>
                  <a:cubicBezTo>
                    <a:pt x="475" y="746"/>
                    <a:pt x="665" y="367"/>
                    <a:pt x="882"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7" name="Google Shape;14717;p66"/>
            <p:cNvSpPr/>
            <p:nvPr/>
          </p:nvSpPr>
          <p:spPr>
            <a:xfrm>
              <a:off x="7891766" y="3668690"/>
              <a:ext cx="47162" cy="41470"/>
            </a:xfrm>
            <a:custGeom>
              <a:avLst/>
              <a:gdLst/>
              <a:ahLst/>
              <a:cxnLst/>
              <a:rect l="l" t="t" r="r" b="b"/>
              <a:pathLst>
                <a:path w="1798" h="1581" extrusionOk="0">
                  <a:moveTo>
                    <a:pt x="231" y="0"/>
                  </a:moveTo>
                  <a:lnTo>
                    <a:pt x="14" y="1140"/>
                  </a:lnTo>
                  <a:cubicBezTo>
                    <a:pt x="0" y="1221"/>
                    <a:pt x="34" y="1309"/>
                    <a:pt x="102" y="1363"/>
                  </a:cubicBezTo>
                  <a:lnTo>
                    <a:pt x="346" y="1533"/>
                  </a:lnTo>
                  <a:cubicBezTo>
                    <a:pt x="387" y="1565"/>
                    <a:pt x="435" y="1581"/>
                    <a:pt x="483" y="1581"/>
                  </a:cubicBezTo>
                  <a:cubicBezTo>
                    <a:pt x="546" y="1581"/>
                    <a:pt x="609" y="1553"/>
                    <a:pt x="651" y="1499"/>
                  </a:cubicBezTo>
                  <a:lnTo>
                    <a:pt x="1797" y="143"/>
                  </a:lnTo>
                  <a:lnTo>
                    <a:pt x="1648" y="143"/>
                  </a:lnTo>
                  <a:cubicBezTo>
                    <a:pt x="1173" y="143"/>
                    <a:pt x="692" y="95"/>
                    <a:pt x="231"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18" name="Google Shape;14718;p66"/>
          <p:cNvGrpSpPr/>
          <p:nvPr/>
        </p:nvGrpSpPr>
        <p:grpSpPr>
          <a:xfrm>
            <a:off x="3277393" y="3455589"/>
            <a:ext cx="356623" cy="370105"/>
            <a:chOff x="3307156" y="3365314"/>
            <a:chExt cx="356623" cy="370105"/>
          </a:xfrm>
        </p:grpSpPr>
        <p:sp>
          <p:nvSpPr>
            <p:cNvPr id="14719" name="Google Shape;14719;p66"/>
            <p:cNvSpPr/>
            <p:nvPr/>
          </p:nvSpPr>
          <p:spPr>
            <a:xfrm>
              <a:off x="3534465" y="3485683"/>
              <a:ext cx="129314" cy="71346"/>
            </a:xfrm>
            <a:custGeom>
              <a:avLst/>
              <a:gdLst/>
              <a:ahLst/>
              <a:cxnLst/>
              <a:rect l="l" t="t" r="r" b="b"/>
              <a:pathLst>
                <a:path w="4930" h="2720" extrusionOk="0">
                  <a:moveTo>
                    <a:pt x="3248" y="0"/>
                  </a:moveTo>
                  <a:lnTo>
                    <a:pt x="0" y="1445"/>
                  </a:lnTo>
                  <a:lnTo>
                    <a:pt x="3607" y="2719"/>
                  </a:lnTo>
                  <a:cubicBezTo>
                    <a:pt x="4102" y="2360"/>
                    <a:pt x="4536" y="1912"/>
                    <a:pt x="4875" y="1404"/>
                  </a:cubicBezTo>
                  <a:cubicBezTo>
                    <a:pt x="4930" y="1316"/>
                    <a:pt x="4923" y="1207"/>
                    <a:pt x="4855" y="1133"/>
                  </a:cubicBezTo>
                  <a:cubicBezTo>
                    <a:pt x="4401" y="651"/>
                    <a:pt x="3858" y="265"/>
                    <a:pt x="3248"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0" name="Google Shape;14720;p66"/>
            <p:cNvSpPr/>
            <p:nvPr/>
          </p:nvSpPr>
          <p:spPr>
            <a:xfrm>
              <a:off x="3545481" y="3518235"/>
              <a:ext cx="117956" cy="38794"/>
            </a:xfrm>
            <a:custGeom>
              <a:avLst/>
              <a:gdLst/>
              <a:ahLst/>
              <a:cxnLst/>
              <a:rect l="l" t="t" r="r" b="b"/>
              <a:pathLst>
                <a:path w="4497" h="1479" extrusionOk="0">
                  <a:moveTo>
                    <a:pt x="4483" y="0"/>
                  </a:moveTo>
                  <a:lnTo>
                    <a:pt x="1" y="353"/>
                  </a:lnTo>
                  <a:lnTo>
                    <a:pt x="3187" y="1478"/>
                  </a:lnTo>
                  <a:cubicBezTo>
                    <a:pt x="3682" y="1119"/>
                    <a:pt x="4116" y="671"/>
                    <a:pt x="4455" y="163"/>
                  </a:cubicBezTo>
                  <a:cubicBezTo>
                    <a:pt x="4489" y="115"/>
                    <a:pt x="4496" y="54"/>
                    <a:pt x="448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1" name="Google Shape;14721;p66"/>
            <p:cNvSpPr/>
            <p:nvPr/>
          </p:nvSpPr>
          <p:spPr>
            <a:xfrm>
              <a:off x="3356075" y="3631522"/>
              <a:ext cx="96762" cy="103897"/>
            </a:xfrm>
            <a:custGeom>
              <a:avLst/>
              <a:gdLst/>
              <a:ahLst/>
              <a:cxnLst/>
              <a:rect l="l" t="t" r="r" b="b"/>
              <a:pathLst>
                <a:path w="3689" h="3961" extrusionOk="0">
                  <a:moveTo>
                    <a:pt x="963" y="0"/>
                  </a:moveTo>
                  <a:cubicBezTo>
                    <a:pt x="122" y="1133"/>
                    <a:pt x="0" y="2591"/>
                    <a:pt x="454" y="3818"/>
                  </a:cubicBezTo>
                  <a:cubicBezTo>
                    <a:pt x="487" y="3901"/>
                    <a:pt x="568" y="3961"/>
                    <a:pt x="663" y="3961"/>
                  </a:cubicBezTo>
                  <a:cubicBezTo>
                    <a:pt x="668" y="3961"/>
                    <a:pt x="673" y="3961"/>
                    <a:pt x="678" y="3960"/>
                  </a:cubicBezTo>
                  <a:cubicBezTo>
                    <a:pt x="1777" y="3892"/>
                    <a:pt x="2950" y="3302"/>
                    <a:pt x="3689" y="2509"/>
                  </a:cubicBezTo>
                  <a:lnTo>
                    <a:pt x="963" y="0"/>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2" name="Google Shape;14722;p66"/>
            <p:cNvSpPr/>
            <p:nvPr/>
          </p:nvSpPr>
          <p:spPr>
            <a:xfrm>
              <a:off x="3356075" y="3631522"/>
              <a:ext cx="59778" cy="102638"/>
            </a:xfrm>
            <a:custGeom>
              <a:avLst/>
              <a:gdLst/>
              <a:ahLst/>
              <a:cxnLst/>
              <a:rect l="l" t="t" r="r" b="b"/>
              <a:pathLst>
                <a:path w="2279" h="3913" extrusionOk="0">
                  <a:moveTo>
                    <a:pt x="963" y="0"/>
                  </a:moveTo>
                  <a:cubicBezTo>
                    <a:pt x="122" y="1133"/>
                    <a:pt x="0" y="2591"/>
                    <a:pt x="454" y="3818"/>
                  </a:cubicBezTo>
                  <a:cubicBezTo>
                    <a:pt x="468" y="3852"/>
                    <a:pt x="495" y="3886"/>
                    <a:pt x="529" y="3913"/>
                  </a:cubicBezTo>
                  <a:lnTo>
                    <a:pt x="2278" y="1214"/>
                  </a:lnTo>
                  <a:lnTo>
                    <a:pt x="963" y="0"/>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3" name="Google Shape;14723;p66"/>
            <p:cNvSpPr/>
            <p:nvPr/>
          </p:nvSpPr>
          <p:spPr>
            <a:xfrm>
              <a:off x="3478962" y="3563403"/>
              <a:ext cx="101222" cy="161236"/>
            </a:xfrm>
            <a:custGeom>
              <a:avLst/>
              <a:gdLst/>
              <a:ahLst/>
              <a:cxnLst/>
              <a:rect l="l" t="t" r="r" b="b"/>
              <a:pathLst>
                <a:path w="3859" h="6147" extrusionOk="0">
                  <a:moveTo>
                    <a:pt x="679" y="0"/>
                  </a:moveTo>
                  <a:lnTo>
                    <a:pt x="1" y="4672"/>
                  </a:lnTo>
                  <a:cubicBezTo>
                    <a:pt x="665" y="5303"/>
                    <a:pt x="1635" y="5947"/>
                    <a:pt x="2679" y="6144"/>
                  </a:cubicBezTo>
                  <a:cubicBezTo>
                    <a:pt x="2692" y="6146"/>
                    <a:pt x="2704" y="6146"/>
                    <a:pt x="2717" y="6146"/>
                  </a:cubicBezTo>
                  <a:cubicBezTo>
                    <a:pt x="2792" y="6146"/>
                    <a:pt x="2863" y="6112"/>
                    <a:pt x="2910" y="6049"/>
                  </a:cubicBezTo>
                  <a:cubicBezTo>
                    <a:pt x="3472" y="5249"/>
                    <a:pt x="3859" y="4292"/>
                    <a:pt x="3825" y="3282"/>
                  </a:cubicBezTo>
                  <a:lnTo>
                    <a:pt x="679" y="0"/>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4" name="Google Shape;14724;p66"/>
            <p:cNvSpPr/>
            <p:nvPr/>
          </p:nvSpPr>
          <p:spPr>
            <a:xfrm>
              <a:off x="3478962" y="3573711"/>
              <a:ext cx="68146" cy="150324"/>
            </a:xfrm>
            <a:custGeom>
              <a:avLst/>
              <a:gdLst/>
              <a:ahLst/>
              <a:cxnLst/>
              <a:rect l="l" t="t" r="r" b="b"/>
              <a:pathLst>
                <a:path w="2598" h="5731" extrusionOk="0">
                  <a:moveTo>
                    <a:pt x="618" y="1"/>
                  </a:moveTo>
                  <a:lnTo>
                    <a:pt x="1" y="4279"/>
                  </a:lnTo>
                  <a:cubicBezTo>
                    <a:pt x="652" y="4889"/>
                    <a:pt x="1581" y="5513"/>
                    <a:pt x="2598" y="5730"/>
                  </a:cubicBezTo>
                  <a:lnTo>
                    <a:pt x="618" y="1"/>
                  </a:ln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5" name="Google Shape;14725;p66"/>
            <p:cNvSpPr/>
            <p:nvPr/>
          </p:nvSpPr>
          <p:spPr>
            <a:xfrm>
              <a:off x="3382383" y="3674749"/>
              <a:ext cx="32368" cy="34151"/>
            </a:xfrm>
            <a:custGeom>
              <a:avLst/>
              <a:gdLst/>
              <a:ahLst/>
              <a:cxnLst/>
              <a:rect l="l" t="t" r="r" b="b"/>
              <a:pathLst>
                <a:path w="1234" h="1302" extrusionOk="0">
                  <a:moveTo>
                    <a:pt x="826" y="0"/>
                  </a:moveTo>
                  <a:cubicBezTo>
                    <a:pt x="739" y="0"/>
                    <a:pt x="651" y="41"/>
                    <a:pt x="591" y="142"/>
                  </a:cubicBezTo>
                  <a:lnTo>
                    <a:pt x="123" y="861"/>
                  </a:lnTo>
                  <a:cubicBezTo>
                    <a:pt x="1" y="1051"/>
                    <a:pt x="136" y="1302"/>
                    <a:pt x="367" y="1302"/>
                  </a:cubicBezTo>
                  <a:cubicBezTo>
                    <a:pt x="462" y="1302"/>
                    <a:pt x="550" y="1254"/>
                    <a:pt x="604" y="1173"/>
                  </a:cubicBezTo>
                  <a:lnTo>
                    <a:pt x="1072" y="454"/>
                  </a:lnTo>
                  <a:cubicBezTo>
                    <a:pt x="1234" y="231"/>
                    <a:pt x="1031" y="0"/>
                    <a:pt x="826"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6" name="Google Shape;14726;p66"/>
            <p:cNvSpPr/>
            <p:nvPr/>
          </p:nvSpPr>
          <p:spPr>
            <a:xfrm>
              <a:off x="3551698" y="3514484"/>
              <a:ext cx="80972" cy="19069"/>
            </a:xfrm>
            <a:custGeom>
              <a:avLst/>
              <a:gdLst/>
              <a:ahLst/>
              <a:cxnLst/>
              <a:rect l="l" t="t" r="r" b="b"/>
              <a:pathLst>
                <a:path w="3087" h="727" extrusionOk="0">
                  <a:moveTo>
                    <a:pt x="2706" y="0"/>
                  </a:moveTo>
                  <a:cubicBezTo>
                    <a:pt x="2699" y="0"/>
                    <a:pt x="2693" y="0"/>
                    <a:pt x="2686" y="1"/>
                  </a:cubicBezTo>
                  <a:lnTo>
                    <a:pt x="360" y="163"/>
                  </a:lnTo>
                  <a:cubicBezTo>
                    <a:pt x="1" y="191"/>
                    <a:pt x="14" y="726"/>
                    <a:pt x="381" y="726"/>
                  </a:cubicBezTo>
                  <a:lnTo>
                    <a:pt x="401" y="726"/>
                  </a:lnTo>
                  <a:lnTo>
                    <a:pt x="2727" y="563"/>
                  </a:lnTo>
                  <a:cubicBezTo>
                    <a:pt x="3086" y="530"/>
                    <a:pt x="3054" y="0"/>
                    <a:pt x="2706"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7" name="Google Shape;14727;p66"/>
            <p:cNvSpPr/>
            <p:nvPr/>
          </p:nvSpPr>
          <p:spPr>
            <a:xfrm>
              <a:off x="3490241" y="3574787"/>
              <a:ext cx="49575" cy="107254"/>
            </a:xfrm>
            <a:custGeom>
              <a:avLst/>
              <a:gdLst/>
              <a:ahLst/>
              <a:cxnLst/>
              <a:rect l="l" t="t" r="r" b="b"/>
              <a:pathLst>
                <a:path w="1890" h="4089" extrusionOk="0">
                  <a:moveTo>
                    <a:pt x="365" y="0"/>
                  </a:moveTo>
                  <a:cubicBezTo>
                    <a:pt x="185" y="0"/>
                    <a:pt x="1" y="163"/>
                    <a:pt x="93" y="394"/>
                  </a:cubicBezTo>
                  <a:lnTo>
                    <a:pt x="1286" y="3899"/>
                  </a:lnTo>
                  <a:cubicBezTo>
                    <a:pt x="1327" y="4014"/>
                    <a:pt x="1435" y="4089"/>
                    <a:pt x="1557" y="4089"/>
                  </a:cubicBezTo>
                  <a:cubicBezTo>
                    <a:pt x="1754" y="4089"/>
                    <a:pt x="1890" y="3899"/>
                    <a:pt x="1829" y="3716"/>
                  </a:cubicBezTo>
                  <a:lnTo>
                    <a:pt x="628" y="211"/>
                  </a:lnTo>
                  <a:cubicBezTo>
                    <a:pt x="587" y="63"/>
                    <a:pt x="477" y="0"/>
                    <a:pt x="365"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8" name="Google Shape;14728;p66"/>
            <p:cNvSpPr/>
            <p:nvPr/>
          </p:nvSpPr>
          <p:spPr>
            <a:xfrm>
              <a:off x="3307156" y="3365314"/>
              <a:ext cx="345239" cy="335508"/>
            </a:xfrm>
            <a:custGeom>
              <a:avLst/>
              <a:gdLst/>
              <a:ahLst/>
              <a:cxnLst/>
              <a:rect l="l" t="t" r="r" b="b"/>
              <a:pathLst>
                <a:path w="13162" h="12791" extrusionOk="0">
                  <a:moveTo>
                    <a:pt x="5402" y="1"/>
                  </a:moveTo>
                  <a:cubicBezTo>
                    <a:pt x="5127" y="1"/>
                    <a:pt x="4843" y="46"/>
                    <a:pt x="4564" y="141"/>
                  </a:cubicBezTo>
                  <a:cubicBezTo>
                    <a:pt x="3330" y="562"/>
                    <a:pt x="2631" y="1809"/>
                    <a:pt x="3011" y="2921"/>
                  </a:cubicBezTo>
                  <a:cubicBezTo>
                    <a:pt x="3079" y="3091"/>
                    <a:pt x="3160" y="3247"/>
                    <a:pt x="3248" y="3409"/>
                  </a:cubicBezTo>
                  <a:lnTo>
                    <a:pt x="3052" y="3877"/>
                  </a:lnTo>
                  <a:cubicBezTo>
                    <a:pt x="2842" y="3809"/>
                    <a:pt x="2625" y="3769"/>
                    <a:pt x="2408" y="3748"/>
                  </a:cubicBezTo>
                  <a:cubicBezTo>
                    <a:pt x="2359" y="3745"/>
                    <a:pt x="2310" y="3743"/>
                    <a:pt x="2262" y="3743"/>
                  </a:cubicBezTo>
                  <a:cubicBezTo>
                    <a:pt x="1150" y="3743"/>
                    <a:pt x="200" y="4698"/>
                    <a:pt x="102" y="5945"/>
                  </a:cubicBezTo>
                  <a:cubicBezTo>
                    <a:pt x="1" y="7247"/>
                    <a:pt x="875" y="8380"/>
                    <a:pt x="2048" y="8468"/>
                  </a:cubicBezTo>
                  <a:cubicBezTo>
                    <a:pt x="2117" y="8473"/>
                    <a:pt x="2188" y="8476"/>
                    <a:pt x="2259" y="8476"/>
                  </a:cubicBezTo>
                  <a:cubicBezTo>
                    <a:pt x="2864" y="8476"/>
                    <a:pt x="3559" y="8279"/>
                    <a:pt x="4232" y="8000"/>
                  </a:cubicBezTo>
                  <a:lnTo>
                    <a:pt x="4232" y="8000"/>
                  </a:lnTo>
                  <a:cubicBezTo>
                    <a:pt x="3621" y="8542"/>
                    <a:pt x="3072" y="9166"/>
                    <a:pt x="2842" y="9756"/>
                  </a:cubicBezTo>
                  <a:cubicBezTo>
                    <a:pt x="2408" y="10848"/>
                    <a:pt x="3038" y="12129"/>
                    <a:pt x="4259" y="12611"/>
                  </a:cubicBezTo>
                  <a:cubicBezTo>
                    <a:pt x="4571" y="12733"/>
                    <a:pt x="4892" y="12791"/>
                    <a:pt x="5203" y="12791"/>
                  </a:cubicBezTo>
                  <a:cubicBezTo>
                    <a:pt x="6101" y="12791"/>
                    <a:pt x="6920" y="12309"/>
                    <a:pt x="7242" y="11499"/>
                  </a:cubicBezTo>
                  <a:cubicBezTo>
                    <a:pt x="7561" y="10692"/>
                    <a:pt x="7520" y="9363"/>
                    <a:pt x="7344" y="8291"/>
                  </a:cubicBezTo>
                  <a:lnTo>
                    <a:pt x="7344" y="8291"/>
                  </a:lnTo>
                  <a:cubicBezTo>
                    <a:pt x="7697" y="8976"/>
                    <a:pt x="8659" y="10271"/>
                    <a:pt x="9453" y="10739"/>
                  </a:cubicBezTo>
                  <a:cubicBezTo>
                    <a:pt x="9766" y="10925"/>
                    <a:pt x="10112" y="11013"/>
                    <a:pt x="10460" y="11013"/>
                  </a:cubicBezTo>
                  <a:cubicBezTo>
                    <a:pt x="11241" y="11013"/>
                    <a:pt x="12033" y="10570"/>
                    <a:pt x="12497" y="9797"/>
                  </a:cubicBezTo>
                  <a:cubicBezTo>
                    <a:pt x="13162" y="8671"/>
                    <a:pt x="12884" y="7274"/>
                    <a:pt x="11867" y="6671"/>
                  </a:cubicBezTo>
                  <a:cubicBezTo>
                    <a:pt x="11304" y="6332"/>
                    <a:pt x="10511" y="6183"/>
                    <a:pt x="9704" y="6128"/>
                  </a:cubicBezTo>
                  <a:lnTo>
                    <a:pt x="9758" y="6115"/>
                  </a:lnTo>
                  <a:cubicBezTo>
                    <a:pt x="10497" y="5898"/>
                    <a:pt x="11202" y="5593"/>
                    <a:pt x="11643" y="5193"/>
                  </a:cubicBezTo>
                  <a:cubicBezTo>
                    <a:pt x="12518" y="4406"/>
                    <a:pt x="12518" y="2975"/>
                    <a:pt x="11643" y="2006"/>
                  </a:cubicBezTo>
                  <a:cubicBezTo>
                    <a:pt x="11143" y="1456"/>
                    <a:pt x="10471" y="1170"/>
                    <a:pt x="9823" y="1170"/>
                  </a:cubicBezTo>
                  <a:cubicBezTo>
                    <a:pt x="9329" y="1170"/>
                    <a:pt x="8848" y="1337"/>
                    <a:pt x="8470" y="1680"/>
                  </a:cubicBezTo>
                  <a:cubicBezTo>
                    <a:pt x="8164" y="1952"/>
                    <a:pt x="7893" y="2358"/>
                    <a:pt x="7663" y="2813"/>
                  </a:cubicBezTo>
                  <a:cubicBezTo>
                    <a:pt x="7676" y="2304"/>
                    <a:pt x="7615" y="1769"/>
                    <a:pt x="7493" y="1389"/>
                  </a:cubicBezTo>
                  <a:cubicBezTo>
                    <a:pt x="7199" y="528"/>
                    <a:pt x="6345" y="1"/>
                    <a:pt x="540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29" name="Google Shape;14729;p66"/>
            <p:cNvSpPr/>
            <p:nvPr/>
          </p:nvSpPr>
          <p:spPr>
            <a:xfrm>
              <a:off x="3376167" y="3431859"/>
              <a:ext cx="199453" cy="203623"/>
            </a:xfrm>
            <a:custGeom>
              <a:avLst/>
              <a:gdLst/>
              <a:ahLst/>
              <a:cxnLst/>
              <a:rect l="l" t="t" r="r" b="b"/>
              <a:pathLst>
                <a:path w="7604" h="7763" extrusionOk="0">
                  <a:moveTo>
                    <a:pt x="2874" y="0"/>
                  </a:moveTo>
                  <a:cubicBezTo>
                    <a:pt x="2663" y="0"/>
                    <a:pt x="2451" y="187"/>
                    <a:pt x="2543" y="452"/>
                  </a:cubicBezTo>
                  <a:lnTo>
                    <a:pt x="3594" y="3530"/>
                  </a:lnTo>
                  <a:lnTo>
                    <a:pt x="339" y="3585"/>
                  </a:lnTo>
                  <a:cubicBezTo>
                    <a:pt x="150" y="3585"/>
                    <a:pt x="0" y="3734"/>
                    <a:pt x="0" y="3924"/>
                  </a:cubicBezTo>
                  <a:cubicBezTo>
                    <a:pt x="0" y="4114"/>
                    <a:pt x="150" y="4263"/>
                    <a:pt x="339" y="4263"/>
                  </a:cubicBezTo>
                  <a:lnTo>
                    <a:pt x="346" y="4263"/>
                  </a:lnTo>
                  <a:lnTo>
                    <a:pt x="3594" y="4215"/>
                  </a:lnTo>
                  <a:lnTo>
                    <a:pt x="2638" y="7328"/>
                  </a:lnTo>
                  <a:cubicBezTo>
                    <a:pt x="2584" y="7504"/>
                    <a:pt x="2686" y="7694"/>
                    <a:pt x="2862" y="7748"/>
                  </a:cubicBezTo>
                  <a:cubicBezTo>
                    <a:pt x="2895" y="7758"/>
                    <a:pt x="2929" y="7763"/>
                    <a:pt x="2962" y="7763"/>
                  </a:cubicBezTo>
                  <a:cubicBezTo>
                    <a:pt x="3110" y="7763"/>
                    <a:pt x="3245" y="7668"/>
                    <a:pt x="3289" y="7524"/>
                  </a:cubicBezTo>
                  <a:lnTo>
                    <a:pt x="4245" y="4412"/>
                  </a:lnTo>
                  <a:lnTo>
                    <a:pt x="6910" y="6290"/>
                  </a:lnTo>
                  <a:cubicBezTo>
                    <a:pt x="6976" y="6337"/>
                    <a:pt x="7043" y="6357"/>
                    <a:pt x="7106" y="6357"/>
                  </a:cubicBezTo>
                  <a:cubicBezTo>
                    <a:pt x="7393" y="6357"/>
                    <a:pt x="7603" y="5944"/>
                    <a:pt x="7303" y="5727"/>
                  </a:cubicBezTo>
                  <a:lnTo>
                    <a:pt x="7303" y="5727"/>
                  </a:lnTo>
                  <a:lnTo>
                    <a:pt x="7310" y="5734"/>
                  </a:lnTo>
                  <a:lnTo>
                    <a:pt x="7310" y="5734"/>
                  </a:lnTo>
                  <a:lnTo>
                    <a:pt x="4652" y="3863"/>
                  </a:lnTo>
                  <a:lnTo>
                    <a:pt x="7249" y="1910"/>
                  </a:lnTo>
                  <a:cubicBezTo>
                    <a:pt x="7546" y="1690"/>
                    <a:pt x="7335" y="1287"/>
                    <a:pt x="7049" y="1287"/>
                  </a:cubicBezTo>
                  <a:cubicBezTo>
                    <a:pt x="6982" y="1287"/>
                    <a:pt x="6911" y="1309"/>
                    <a:pt x="6842" y="1361"/>
                  </a:cubicBezTo>
                  <a:lnTo>
                    <a:pt x="4238" y="3313"/>
                  </a:lnTo>
                  <a:lnTo>
                    <a:pt x="3187" y="235"/>
                  </a:lnTo>
                  <a:cubicBezTo>
                    <a:pt x="3131" y="70"/>
                    <a:pt x="3003" y="0"/>
                    <a:pt x="2874"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0" name="Google Shape;14730;p66"/>
            <p:cNvSpPr/>
            <p:nvPr/>
          </p:nvSpPr>
          <p:spPr>
            <a:xfrm>
              <a:off x="3390803" y="3461499"/>
              <a:ext cx="99228" cy="74887"/>
            </a:xfrm>
            <a:custGeom>
              <a:avLst/>
              <a:gdLst/>
              <a:ahLst/>
              <a:cxnLst/>
              <a:rect l="l" t="t" r="r" b="b"/>
              <a:pathLst>
                <a:path w="3783" h="2855" extrusionOk="0">
                  <a:moveTo>
                    <a:pt x="558" y="0"/>
                  </a:moveTo>
                  <a:cubicBezTo>
                    <a:pt x="374" y="0"/>
                    <a:pt x="236" y="242"/>
                    <a:pt x="405" y="400"/>
                  </a:cubicBezTo>
                  <a:lnTo>
                    <a:pt x="1992" y="1709"/>
                  </a:lnTo>
                  <a:lnTo>
                    <a:pt x="453" y="949"/>
                  </a:lnTo>
                  <a:cubicBezTo>
                    <a:pt x="413" y="928"/>
                    <a:pt x="374" y="919"/>
                    <a:pt x="338" y="919"/>
                  </a:cubicBezTo>
                  <a:cubicBezTo>
                    <a:pt x="119" y="919"/>
                    <a:pt x="1" y="1264"/>
                    <a:pt x="263" y="1363"/>
                  </a:cubicBezTo>
                  <a:lnTo>
                    <a:pt x="3375" y="2834"/>
                  </a:lnTo>
                  <a:cubicBezTo>
                    <a:pt x="3409" y="2848"/>
                    <a:pt x="3436" y="2855"/>
                    <a:pt x="3470" y="2855"/>
                  </a:cubicBezTo>
                  <a:cubicBezTo>
                    <a:pt x="3687" y="2855"/>
                    <a:pt x="3782" y="2590"/>
                    <a:pt x="3619" y="2455"/>
                  </a:cubicBezTo>
                  <a:lnTo>
                    <a:pt x="697" y="48"/>
                  </a:lnTo>
                  <a:cubicBezTo>
                    <a:pt x="650" y="14"/>
                    <a:pt x="603" y="0"/>
                    <a:pt x="558"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1" name="Google Shape;14731;p66"/>
            <p:cNvSpPr/>
            <p:nvPr/>
          </p:nvSpPr>
          <p:spPr>
            <a:xfrm>
              <a:off x="3369058" y="3464516"/>
              <a:ext cx="29902" cy="29719"/>
            </a:xfrm>
            <a:custGeom>
              <a:avLst/>
              <a:gdLst/>
              <a:ahLst/>
              <a:cxnLst/>
              <a:rect l="l" t="t" r="r" b="b"/>
              <a:pathLst>
                <a:path w="1140" h="1133" extrusionOk="0">
                  <a:moveTo>
                    <a:pt x="570" y="0"/>
                  </a:moveTo>
                  <a:cubicBezTo>
                    <a:pt x="258" y="0"/>
                    <a:pt x="0" y="251"/>
                    <a:pt x="0" y="563"/>
                  </a:cubicBezTo>
                  <a:cubicBezTo>
                    <a:pt x="0" y="882"/>
                    <a:pt x="258" y="1133"/>
                    <a:pt x="570" y="1133"/>
                  </a:cubicBezTo>
                  <a:cubicBezTo>
                    <a:pt x="888" y="1133"/>
                    <a:pt x="1139" y="882"/>
                    <a:pt x="1139" y="563"/>
                  </a:cubicBezTo>
                  <a:cubicBezTo>
                    <a:pt x="1139" y="251"/>
                    <a:pt x="888" y="0"/>
                    <a:pt x="570"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2" name="Google Shape;14732;p66"/>
            <p:cNvSpPr/>
            <p:nvPr/>
          </p:nvSpPr>
          <p:spPr>
            <a:xfrm>
              <a:off x="3386475" y="3446732"/>
              <a:ext cx="29902" cy="29902"/>
            </a:xfrm>
            <a:custGeom>
              <a:avLst/>
              <a:gdLst/>
              <a:ahLst/>
              <a:cxnLst/>
              <a:rect l="l" t="t" r="r" b="b"/>
              <a:pathLst>
                <a:path w="1140" h="1140" extrusionOk="0">
                  <a:moveTo>
                    <a:pt x="570" y="0"/>
                  </a:moveTo>
                  <a:cubicBezTo>
                    <a:pt x="258" y="0"/>
                    <a:pt x="1" y="258"/>
                    <a:pt x="1" y="570"/>
                  </a:cubicBezTo>
                  <a:cubicBezTo>
                    <a:pt x="1" y="882"/>
                    <a:pt x="258" y="1139"/>
                    <a:pt x="570" y="1139"/>
                  </a:cubicBezTo>
                  <a:cubicBezTo>
                    <a:pt x="882" y="1139"/>
                    <a:pt x="1140" y="882"/>
                    <a:pt x="1140" y="570"/>
                  </a:cubicBezTo>
                  <a:cubicBezTo>
                    <a:pt x="1140" y="258"/>
                    <a:pt x="882" y="0"/>
                    <a:pt x="570"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3" name="Google Shape;14733;p66"/>
            <p:cNvSpPr/>
            <p:nvPr/>
          </p:nvSpPr>
          <p:spPr>
            <a:xfrm>
              <a:off x="3390042" y="3471099"/>
              <a:ext cx="29719" cy="29719"/>
            </a:xfrm>
            <a:custGeom>
              <a:avLst/>
              <a:gdLst/>
              <a:ahLst/>
              <a:cxnLst/>
              <a:rect l="l" t="t" r="r" b="b"/>
              <a:pathLst>
                <a:path w="1133" h="1133" extrusionOk="0">
                  <a:moveTo>
                    <a:pt x="563" y="0"/>
                  </a:moveTo>
                  <a:cubicBezTo>
                    <a:pt x="251" y="0"/>
                    <a:pt x="0" y="251"/>
                    <a:pt x="0" y="570"/>
                  </a:cubicBezTo>
                  <a:cubicBezTo>
                    <a:pt x="0" y="882"/>
                    <a:pt x="251" y="1133"/>
                    <a:pt x="563" y="1133"/>
                  </a:cubicBezTo>
                  <a:cubicBezTo>
                    <a:pt x="882" y="1133"/>
                    <a:pt x="1133" y="882"/>
                    <a:pt x="1133" y="570"/>
                  </a:cubicBezTo>
                  <a:cubicBezTo>
                    <a:pt x="1133" y="251"/>
                    <a:pt x="882" y="0"/>
                    <a:pt x="563" y="0"/>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34" name="Google Shape;14734;p66"/>
          <p:cNvGrpSpPr/>
          <p:nvPr/>
        </p:nvGrpSpPr>
        <p:grpSpPr>
          <a:xfrm>
            <a:off x="7395319" y="2056307"/>
            <a:ext cx="372807" cy="370079"/>
            <a:chOff x="7422407" y="1980107"/>
            <a:chExt cx="372807" cy="370079"/>
          </a:xfrm>
        </p:grpSpPr>
        <p:sp>
          <p:nvSpPr>
            <p:cNvPr id="14735" name="Google Shape;14735;p66"/>
            <p:cNvSpPr/>
            <p:nvPr/>
          </p:nvSpPr>
          <p:spPr>
            <a:xfrm>
              <a:off x="7422407" y="2057670"/>
              <a:ext cx="90546" cy="89680"/>
            </a:xfrm>
            <a:custGeom>
              <a:avLst/>
              <a:gdLst/>
              <a:ahLst/>
              <a:cxnLst/>
              <a:rect l="l" t="t" r="r" b="b"/>
              <a:pathLst>
                <a:path w="3452" h="3419" extrusionOk="0">
                  <a:moveTo>
                    <a:pt x="319" y="1"/>
                  </a:moveTo>
                  <a:cubicBezTo>
                    <a:pt x="204" y="1"/>
                    <a:pt x="96" y="87"/>
                    <a:pt x="81" y="218"/>
                  </a:cubicBezTo>
                  <a:cubicBezTo>
                    <a:pt x="0" y="1181"/>
                    <a:pt x="95" y="3418"/>
                    <a:pt x="2767" y="3418"/>
                  </a:cubicBezTo>
                  <a:lnTo>
                    <a:pt x="3451" y="1825"/>
                  </a:lnTo>
                  <a:cubicBezTo>
                    <a:pt x="2373" y="1384"/>
                    <a:pt x="1370" y="788"/>
                    <a:pt x="468" y="55"/>
                  </a:cubicBezTo>
                  <a:cubicBezTo>
                    <a:pt x="422" y="18"/>
                    <a:pt x="370" y="1"/>
                    <a:pt x="319"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6" name="Google Shape;14736;p66"/>
            <p:cNvSpPr/>
            <p:nvPr/>
          </p:nvSpPr>
          <p:spPr>
            <a:xfrm>
              <a:off x="7704668" y="2057670"/>
              <a:ext cx="90546" cy="89680"/>
            </a:xfrm>
            <a:custGeom>
              <a:avLst/>
              <a:gdLst/>
              <a:ahLst/>
              <a:cxnLst/>
              <a:rect l="l" t="t" r="r" b="b"/>
              <a:pathLst>
                <a:path w="3452" h="3419" extrusionOk="0">
                  <a:moveTo>
                    <a:pt x="3135" y="1"/>
                  </a:moveTo>
                  <a:cubicBezTo>
                    <a:pt x="3085" y="1"/>
                    <a:pt x="3034" y="18"/>
                    <a:pt x="2990" y="55"/>
                  </a:cubicBezTo>
                  <a:cubicBezTo>
                    <a:pt x="2082" y="788"/>
                    <a:pt x="1078" y="1384"/>
                    <a:pt x="0" y="1825"/>
                  </a:cubicBezTo>
                  <a:lnTo>
                    <a:pt x="685" y="3418"/>
                  </a:lnTo>
                  <a:cubicBezTo>
                    <a:pt x="3356" y="3418"/>
                    <a:pt x="3451" y="1181"/>
                    <a:pt x="3370" y="218"/>
                  </a:cubicBezTo>
                  <a:cubicBezTo>
                    <a:pt x="3356" y="87"/>
                    <a:pt x="3248" y="1"/>
                    <a:pt x="3135"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7" name="Google Shape;14737;p66"/>
            <p:cNvSpPr/>
            <p:nvPr/>
          </p:nvSpPr>
          <p:spPr>
            <a:xfrm>
              <a:off x="7469175" y="1981340"/>
              <a:ext cx="278720" cy="350984"/>
            </a:xfrm>
            <a:custGeom>
              <a:avLst/>
              <a:gdLst/>
              <a:ahLst/>
              <a:cxnLst/>
              <a:rect l="l" t="t" r="r" b="b"/>
              <a:pathLst>
                <a:path w="10626" h="13381" extrusionOk="0">
                  <a:moveTo>
                    <a:pt x="5316" y="0"/>
                  </a:moveTo>
                  <a:cubicBezTo>
                    <a:pt x="5233" y="0"/>
                    <a:pt x="5150" y="3"/>
                    <a:pt x="5066" y="9"/>
                  </a:cubicBezTo>
                  <a:cubicBezTo>
                    <a:pt x="3174" y="138"/>
                    <a:pt x="1696" y="1697"/>
                    <a:pt x="1668" y="3596"/>
                  </a:cubicBezTo>
                  <a:cubicBezTo>
                    <a:pt x="1668" y="3691"/>
                    <a:pt x="1675" y="3786"/>
                    <a:pt x="1682" y="3874"/>
                  </a:cubicBezTo>
                  <a:cubicBezTo>
                    <a:pt x="1729" y="4430"/>
                    <a:pt x="1580" y="4986"/>
                    <a:pt x="1255" y="5440"/>
                  </a:cubicBezTo>
                  <a:cubicBezTo>
                    <a:pt x="156" y="6966"/>
                    <a:pt x="0" y="8980"/>
                    <a:pt x="855" y="10648"/>
                  </a:cubicBezTo>
                  <a:cubicBezTo>
                    <a:pt x="1709" y="12322"/>
                    <a:pt x="3425" y="13380"/>
                    <a:pt x="5303" y="13380"/>
                  </a:cubicBezTo>
                  <a:cubicBezTo>
                    <a:pt x="5309" y="13380"/>
                    <a:pt x="5315" y="13380"/>
                    <a:pt x="5321" y="13380"/>
                  </a:cubicBezTo>
                  <a:cubicBezTo>
                    <a:pt x="7192" y="13380"/>
                    <a:pt x="8906" y="12331"/>
                    <a:pt x="9765" y="10668"/>
                  </a:cubicBezTo>
                  <a:cubicBezTo>
                    <a:pt x="10626" y="8993"/>
                    <a:pt x="10477" y="6986"/>
                    <a:pt x="9378" y="5454"/>
                  </a:cubicBezTo>
                  <a:cubicBezTo>
                    <a:pt x="9053" y="5020"/>
                    <a:pt x="8890" y="4484"/>
                    <a:pt x="8937" y="3942"/>
                  </a:cubicBezTo>
                  <a:cubicBezTo>
                    <a:pt x="8958" y="3664"/>
                    <a:pt x="8958" y="3379"/>
                    <a:pt x="8917" y="3101"/>
                  </a:cubicBezTo>
                  <a:cubicBezTo>
                    <a:pt x="8645" y="1306"/>
                    <a:pt x="7103" y="0"/>
                    <a:pt x="5316"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8" name="Google Shape;14738;p66"/>
            <p:cNvSpPr/>
            <p:nvPr/>
          </p:nvSpPr>
          <p:spPr>
            <a:xfrm>
              <a:off x="7443207" y="1980107"/>
              <a:ext cx="189276" cy="352295"/>
            </a:xfrm>
            <a:custGeom>
              <a:avLst/>
              <a:gdLst/>
              <a:ahLst/>
              <a:cxnLst/>
              <a:rect l="l" t="t" r="r" b="b"/>
              <a:pathLst>
                <a:path w="7216" h="13431" extrusionOk="0">
                  <a:moveTo>
                    <a:pt x="6300" y="1"/>
                  </a:moveTo>
                  <a:cubicBezTo>
                    <a:pt x="4293" y="1"/>
                    <a:pt x="2658" y="1627"/>
                    <a:pt x="2658" y="3643"/>
                  </a:cubicBezTo>
                  <a:cubicBezTo>
                    <a:pt x="2658" y="3738"/>
                    <a:pt x="2658" y="3833"/>
                    <a:pt x="2665" y="3921"/>
                  </a:cubicBezTo>
                  <a:cubicBezTo>
                    <a:pt x="2719" y="4477"/>
                    <a:pt x="2570" y="5033"/>
                    <a:pt x="2245" y="5487"/>
                  </a:cubicBezTo>
                  <a:cubicBezTo>
                    <a:pt x="0" y="8593"/>
                    <a:pt x="1926" y="12966"/>
                    <a:pt x="5730" y="13400"/>
                  </a:cubicBezTo>
                  <a:cubicBezTo>
                    <a:pt x="5913" y="13420"/>
                    <a:pt x="6097" y="13430"/>
                    <a:pt x="6281" y="13430"/>
                  </a:cubicBezTo>
                  <a:cubicBezTo>
                    <a:pt x="6594" y="13430"/>
                    <a:pt x="6907" y="13401"/>
                    <a:pt x="7215" y="13346"/>
                  </a:cubicBezTo>
                  <a:cubicBezTo>
                    <a:pt x="5018" y="12932"/>
                    <a:pt x="3357" y="11122"/>
                    <a:pt x="3140" y="8905"/>
                  </a:cubicBezTo>
                  <a:cubicBezTo>
                    <a:pt x="3018" y="7691"/>
                    <a:pt x="3350" y="6477"/>
                    <a:pt x="4062" y="5487"/>
                  </a:cubicBezTo>
                  <a:cubicBezTo>
                    <a:pt x="4388" y="5033"/>
                    <a:pt x="4537" y="4477"/>
                    <a:pt x="4489" y="3921"/>
                  </a:cubicBezTo>
                  <a:cubicBezTo>
                    <a:pt x="4482" y="3833"/>
                    <a:pt x="4476" y="3738"/>
                    <a:pt x="4476" y="3643"/>
                  </a:cubicBezTo>
                  <a:cubicBezTo>
                    <a:pt x="4476" y="1988"/>
                    <a:pt x="5601" y="537"/>
                    <a:pt x="7202" y="124"/>
                  </a:cubicBezTo>
                  <a:cubicBezTo>
                    <a:pt x="6930" y="49"/>
                    <a:pt x="6659" y="8"/>
                    <a:pt x="6374" y="2"/>
                  </a:cubicBezTo>
                  <a:cubicBezTo>
                    <a:pt x="6349" y="1"/>
                    <a:pt x="6325" y="1"/>
                    <a:pt x="6300"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39" name="Google Shape;14739;p66"/>
            <p:cNvSpPr/>
            <p:nvPr/>
          </p:nvSpPr>
          <p:spPr>
            <a:xfrm>
              <a:off x="7456007" y="2181790"/>
              <a:ext cx="302038" cy="168370"/>
            </a:xfrm>
            <a:custGeom>
              <a:avLst/>
              <a:gdLst/>
              <a:ahLst/>
              <a:cxnLst/>
              <a:rect l="l" t="t" r="r" b="b"/>
              <a:pathLst>
                <a:path w="11515" h="6419" extrusionOk="0">
                  <a:moveTo>
                    <a:pt x="332" y="0"/>
                  </a:moveTo>
                  <a:cubicBezTo>
                    <a:pt x="241" y="0"/>
                    <a:pt x="155" y="68"/>
                    <a:pt x="150" y="171"/>
                  </a:cubicBezTo>
                  <a:lnTo>
                    <a:pt x="150" y="219"/>
                  </a:lnTo>
                  <a:cubicBezTo>
                    <a:pt x="1" y="3460"/>
                    <a:pt x="2428" y="6328"/>
                    <a:pt x="5669" y="6416"/>
                  </a:cubicBezTo>
                  <a:cubicBezTo>
                    <a:pt x="5723" y="6418"/>
                    <a:pt x="5776" y="6418"/>
                    <a:pt x="5829" y="6418"/>
                  </a:cubicBezTo>
                  <a:cubicBezTo>
                    <a:pt x="8957" y="6418"/>
                    <a:pt x="11514" y="3875"/>
                    <a:pt x="11514" y="727"/>
                  </a:cubicBezTo>
                  <a:lnTo>
                    <a:pt x="11514" y="565"/>
                  </a:lnTo>
                  <a:cubicBezTo>
                    <a:pt x="11514" y="458"/>
                    <a:pt x="11426" y="385"/>
                    <a:pt x="11329" y="385"/>
                  </a:cubicBezTo>
                  <a:cubicBezTo>
                    <a:pt x="11303" y="385"/>
                    <a:pt x="11276" y="390"/>
                    <a:pt x="11250" y="402"/>
                  </a:cubicBezTo>
                  <a:lnTo>
                    <a:pt x="9792" y="1134"/>
                  </a:lnTo>
                  <a:cubicBezTo>
                    <a:pt x="9764" y="1153"/>
                    <a:pt x="9732" y="1162"/>
                    <a:pt x="9700" y="1162"/>
                  </a:cubicBezTo>
                  <a:cubicBezTo>
                    <a:pt x="9662" y="1162"/>
                    <a:pt x="9625" y="1149"/>
                    <a:pt x="9595" y="1127"/>
                  </a:cubicBezTo>
                  <a:lnTo>
                    <a:pt x="8436" y="361"/>
                  </a:lnTo>
                  <a:cubicBezTo>
                    <a:pt x="8406" y="340"/>
                    <a:pt x="8371" y="330"/>
                    <a:pt x="8336" y="330"/>
                  </a:cubicBezTo>
                  <a:cubicBezTo>
                    <a:pt x="8290" y="330"/>
                    <a:pt x="8243" y="347"/>
                    <a:pt x="8205" y="382"/>
                  </a:cubicBezTo>
                  <a:lnTo>
                    <a:pt x="6849" y="1738"/>
                  </a:lnTo>
                  <a:cubicBezTo>
                    <a:pt x="6815" y="1772"/>
                    <a:pt x="6769" y="1789"/>
                    <a:pt x="6724" y="1789"/>
                  </a:cubicBezTo>
                  <a:cubicBezTo>
                    <a:pt x="6678" y="1789"/>
                    <a:pt x="6632" y="1772"/>
                    <a:pt x="6598" y="1738"/>
                  </a:cubicBezTo>
                  <a:lnTo>
                    <a:pt x="5493" y="639"/>
                  </a:lnTo>
                  <a:cubicBezTo>
                    <a:pt x="5459" y="602"/>
                    <a:pt x="5413" y="583"/>
                    <a:pt x="5367" y="583"/>
                  </a:cubicBezTo>
                  <a:cubicBezTo>
                    <a:pt x="5320" y="583"/>
                    <a:pt x="5273" y="602"/>
                    <a:pt x="5235" y="639"/>
                  </a:cubicBezTo>
                  <a:lnTo>
                    <a:pt x="4164" y="1772"/>
                  </a:lnTo>
                  <a:cubicBezTo>
                    <a:pt x="4130" y="1805"/>
                    <a:pt x="4083" y="1822"/>
                    <a:pt x="4035" y="1822"/>
                  </a:cubicBezTo>
                  <a:cubicBezTo>
                    <a:pt x="3988" y="1822"/>
                    <a:pt x="3940" y="1805"/>
                    <a:pt x="3906" y="1772"/>
                  </a:cubicBezTo>
                  <a:lnTo>
                    <a:pt x="2293" y="158"/>
                  </a:lnTo>
                  <a:cubicBezTo>
                    <a:pt x="2259" y="125"/>
                    <a:pt x="2214" y="107"/>
                    <a:pt x="2168" y="107"/>
                  </a:cubicBezTo>
                  <a:cubicBezTo>
                    <a:pt x="2129" y="107"/>
                    <a:pt x="2089" y="120"/>
                    <a:pt x="2055" y="144"/>
                  </a:cubicBezTo>
                  <a:lnTo>
                    <a:pt x="1384" y="646"/>
                  </a:lnTo>
                  <a:cubicBezTo>
                    <a:pt x="1351" y="669"/>
                    <a:pt x="1314" y="681"/>
                    <a:pt x="1276" y="681"/>
                  </a:cubicBezTo>
                  <a:cubicBezTo>
                    <a:pt x="1236" y="681"/>
                    <a:pt x="1195" y="667"/>
                    <a:pt x="1160" y="639"/>
                  </a:cubicBezTo>
                  <a:lnTo>
                    <a:pt x="448" y="43"/>
                  </a:lnTo>
                  <a:cubicBezTo>
                    <a:pt x="413" y="13"/>
                    <a:pt x="372" y="0"/>
                    <a:pt x="332" y="0"/>
                  </a:cubicBezTo>
                  <a:close/>
                </a:path>
              </a:pathLst>
            </a:custGeom>
            <a:solidFill>
              <a:srgbClr val="F2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0" name="Google Shape;14740;p66"/>
            <p:cNvSpPr/>
            <p:nvPr/>
          </p:nvSpPr>
          <p:spPr>
            <a:xfrm>
              <a:off x="7757469" y="2189108"/>
              <a:ext cx="210" cy="26"/>
            </a:xfrm>
            <a:custGeom>
              <a:avLst/>
              <a:gdLst/>
              <a:ahLst/>
              <a:cxnLst/>
              <a:rect l="l" t="t" r="r" b="b"/>
              <a:pathLst>
                <a:path w="8" h="1" extrusionOk="0">
                  <a:moveTo>
                    <a:pt x="1" y="1"/>
                  </a:moveTo>
                  <a:lnTo>
                    <a:pt x="1" y="1"/>
                  </a:lnTo>
                  <a:lnTo>
                    <a:pt x="8" y="1"/>
                  </a:lnTo>
                  <a:close/>
                </a:path>
              </a:pathLst>
            </a:custGeom>
            <a:solidFill>
              <a:srgbClr val="F2F6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1" name="Google Shape;14741;p66"/>
            <p:cNvSpPr/>
            <p:nvPr/>
          </p:nvSpPr>
          <p:spPr>
            <a:xfrm>
              <a:off x="7578554" y="2076896"/>
              <a:ext cx="59778" cy="57286"/>
            </a:xfrm>
            <a:custGeom>
              <a:avLst/>
              <a:gdLst/>
              <a:ahLst/>
              <a:cxnLst/>
              <a:rect l="l" t="t" r="r" b="b"/>
              <a:pathLst>
                <a:path w="2279" h="2184" extrusionOk="0">
                  <a:moveTo>
                    <a:pt x="1140" y="0"/>
                  </a:moveTo>
                  <a:cubicBezTo>
                    <a:pt x="767" y="0"/>
                    <a:pt x="1" y="590"/>
                    <a:pt x="1" y="1092"/>
                  </a:cubicBezTo>
                  <a:cubicBezTo>
                    <a:pt x="1" y="1594"/>
                    <a:pt x="767" y="2184"/>
                    <a:pt x="1140" y="2184"/>
                  </a:cubicBezTo>
                  <a:cubicBezTo>
                    <a:pt x="1513" y="2184"/>
                    <a:pt x="2279" y="1594"/>
                    <a:pt x="2279" y="1092"/>
                  </a:cubicBezTo>
                  <a:cubicBezTo>
                    <a:pt x="2279" y="590"/>
                    <a:pt x="1513" y="0"/>
                    <a:pt x="1140" y="0"/>
                  </a:cubicBezTo>
                  <a:close/>
                </a:path>
              </a:pathLst>
            </a:custGeom>
            <a:solidFill>
              <a:srgbClr val="BBC9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2" name="Google Shape;14742;p66"/>
            <p:cNvSpPr/>
            <p:nvPr/>
          </p:nvSpPr>
          <p:spPr>
            <a:xfrm>
              <a:off x="7542802" y="2051820"/>
              <a:ext cx="23869" cy="29902"/>
            </a:xfrm>
            <a:custGeom>
              <a:avLst/>
              <a:gdLst/>
              <a:ahLst/>
              <a:cxnLst/>
              <a:rect l="l" t="t" r="r" b="b"/>
              <a:pathLst>
                <a:path w="910" h="1140" extrusionOk="0">
                  <a:moveTo>
                    <a:pt x="455" y="0"/>
                  </a:moveTo>
                  <a:cubicBezTo>
                    <a:pt x="204" y="0"/>
                    <a:pt x="1" y="204"/>
                    <a:pt x="1" y="455"/>
                  </a:cubicBezTo>
                  <a:lnTo>
                    <a:pt x="1" y="685"/>
                  </a:lnTo>
                  <a:cubicBezTo>
                    <a:pt x="1" y="936"/>
                    <a:pt x="204" y="1139"/>
                    <a:pt x="455" y="1139"/>
                  </a:cubicBezTo>
                  <a:cubicBezTo>
                    <a:pt x="706" y="1139"/>
                    <a:pt x="909" y="936"/>
                    <a:pt x="909" y="685"/>
                  </a:cubicBezTo>
                  <a:lnTo>
                    <a:pt x="909" y="455"/>
                  </a:lnTo>
                  <a:cubicBezTo>
                    <a:pt x="909" y="204"/>
                    <a:pt x="706" y="0"/>
                    <a:pt x="45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3" name="Google Shape;14743;p66"/>
            <p:cNvSpPr/>
            <p:nvPr/>
          </p:nvSpPr>
          <p:spPr>
            <a:xfrm>
              <a:off x="7650240" y="2051820"/>
              <a:ext cx="23843" cy="29902"/>
            </a:xfrm>
            <a:custGeom>
              <a:avLst/>
              <a:gdLst/>
              <a:ahLst/>
              <a:cxnLst/>
              <a:rect l="l" t="t" r="r" b="b"/>
              <a:pathLst>
                <a:path w="909" h="1140" extrusionOk="0">
                  <a:moveTo>
                    <a:pt x="454" y="0"/>
                  </a:moveTo>
                  <a:cubicBezTo>
                    <a:pt x="204" y="0"/>
                    <a:pt x="0" y="204"/>
                    <a:pt x="0" y="455"/>
                  </a:cubicBezTo>
                  <a:lnTo>
                    <a:pt x="0" y="685"/>
                  </a:lnTo>
                  <a:cubicBezTo>
                    <a:pt x="0" y="936"/>
                    <a:pt x="204" y="1139"/>
                    <a:pt x="454" y="1139"/>
                  </a:cubicBezTo>
                  <a:cubicBezTo>
                    <a:pt x="705" y="1139"/>
                    <a:pt x="909" y="936"/>
                    <a:pt x="909" y="685"/>
                  </a:cubicBezTo>
                  <a:lnTo>
                    <a:pt x="909" y="455"/>
                  </a:lnTo>
                  <a:cubicBezTo>
                    <a:pt x="909" y="204"/>
                    <a:pt x="705" y="0"/>
                    <a:pt x="454"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4" name="Google Shape;14744;p66"/>
            <p:cNvSpPr/>
            <p:nvPr/>
          </p:nvSpPr>
          <p:spPr>
            <a:xfrm>
              <a:off x="7582462" y="2100582"/>
              <a:ext cx="51778" cy="22768"/>
            </a:xfrm>
            <a:custGeom>
              <a:avLst/>
              <a:gdLst/>
              <a:ahLst/>
              <a:cxnLst/>
              <a:rect l="l" t="t" r="r" b="b"/>
              <a:pathLst>
                <a:path w="1974" h="868" extrusionOk="0">
                  <a:moveTo>
                    <a:pt x="991" y="1"/>
                  </a:moveTo>
                  <a:cubicBezTo>
                    <a:pt x="726" y="1"/>
                    <a:pt x="462" y="50"/>
                    <a:pt x="211" y="148"/>
                  </a:cubicBezTo>
                  <a:cubicBezTo>
                    <a:pt x="41" y="209"/>
                    <a:pt x="1" y="433"/>
                    <a:pt x="150" y="542"/>
                  </a:cubicBezTo>
                  <a:cubicBezTo>
                    <a:pt x="401" y="725"/>
                    <a:pt x="767" y="867"/>
                    <a:pt x="991" y="867"/>
                  </a:cubicBezTo>
                  <a:cubicBezTo>
                    <a:pt x="1214" y="867"/>
                    <a:pt x="1574" y="731"/>
                    <a:pt x="1831" y="542"/>
                  </a:cubicBezTo>
                  <a:cubicBezTo>
                    <a:pt x="1974" y="433"/>
                    <a:pt x="1940" y="209"/>
                    <a:pt x="1770" y="148"/>
                  </a:cubicBezTo>
                  <a:cubicBezTo>
                    <a:pt x="1520" y="50"/>
                    <a:pt x="1255" y="1"/>
                    <a:pt x="99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5" name="Google Shape;14745;p66"/>
            <p:cNvSpPr/>
            <p:nvPr/>
          </p:nvSpPr>
          <p:spPr>
            <a:xfrm>
              <a:off x="7548678" y="2057853"/>
              <a:ext cx="11935" cy="11961"/>
            </a:xfrm>
            <a:custGeom>
              <a:avLst/>
              <a:gdLst/>
              <a:ahLst/>
              <a:cxnLst/>
              <a:rect l="l" t="t" r="r" b="b"/>
              <a:pathLst>
                <a:path w="455" h="456" extrusionOk="0">
                  <a:moveTo>
                    <a:pt x="231" y="1"/>
                  </a:moveTo>
                  <a:cubicBezTo>
                    <a:pt x="102" y="1"/>
                    <a:pt x="0" y="96"/>
                    <a:pt x="0" y="225"/>
                  </a:cubicBezTo>
                  <a:cubicBezTo>
                    <a:pt x="0" y="353"/>
                    <a:pt x="102" y="455"/>
                    <a:pt x="231" y="455"/>
                  </a:cubicBezTo>
                  <a:cubicBezTo>
                    <a:pt x="360" y="455"/>
                    <a:pt x="455" y="353"/>
                    <a:pt x="455" y="225"/>
                  </a:cubicBezTo>
                  <a:cubicBezTo>
                    <a:pt x="455" y="96"/>
                    <a:pt x="360" y="1"/>
                    <a:pt x="2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6" name="Google Shape;14746;p66"/>
            <p:cNvSpPr/>
            <p:nvPr/>
          </p:nvSpPr>
          <p:spPr>
            <a:xfrm>
              <a:off x="7656273" y="2057853"/>
              <a:ext cx="11935" cy="11961"/>
            </a:xfrm>
            <a:custGeom>
              <a:avLst/>
              <a:gdLst/>
              <a:ahLst/>
              <a:cxnLst/>
              <a:rect l="l" t="t" r="r" b="b"/>
              <a:pathLst>
                <a:path w="455" h="456" extrusionOk="0">
                  <a:moveTo>
                    <a:pt x="224" y="1"/>
                  </a:moveTo>
                  <a:cubicBezTo>
                    <a:pt x="96" y="1"/>
                    <a:pt x="1" y="96"/>
                    <a:pt x="1" y="225"/>
                  </a:cubicBezTo>
                  <a:cubicBezTo>
                    <a:pt x="1" y="353"/>
                    <a:pt x="96" y="455"/>
                    <a:pt x="224" y="455"/>
                  </a:cubicBezTo>
                  <a:cubicBezTo>
                    <a:pt x="353" y="455"/>
                    <a:pt x="455" y="353"/>
                    <a:pt x="455" y="225"/>
                  </a:cubicBezTo>
                  <a:cubicBezTo>
                    <a:pt x="455" y="96"/>
                    <a:pt x="353" y="1"/>
                    <a:pt x="2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47" name="Google Shape;14747;p66"/>
            <p:cNvSpPr/>
            <p:nvPr/>
          </p:nvSpPr>
          <p:spPr>
            <a:xfrm>
              <a:off x="7455824" y="2181974"/>
              <a:ext cx="194784" cy="168213"/>
            </a:xfrm>
            <a:custGeom>
              <a:avLst/>
              <a:gdLst/>
              <a:ahLst/>
              <a:cxnLst/>
              <a:rect l="l" t="t" r="r" b="b"/>
              <a:pathLst>
                <a:path w="7426" h="6413" extrusionOk="0">
                  <a:moveTo>
                    <a:pt x="332" y="0"/>
                  </a:moveTo>
                  <a:cubicBezTo>
                    <a:pt x="241" y="0"/>
                    <a:pt x="155" y="68"/>
                    <a:pt x="150" y="171"/>
                  </a:cubicBezTo>
                  <a:lnTo>
                    <a:pt x="150" y="212"/>
                  </a:lnTo>
                  <a:cubicBezTo>
                    <a:pt x="1" y="3453"/>
                    <a:pt x="2428" y="6328"/>
                    <a:pt x="5670" y="6409"/>
                  </a:cubicBezTo>
                  <a:cubicBezTo>
                    <a:pt x="5730" y="6411"/>
                    <a:pt x="5790" y="6412"/>
                    <a:pt x="5850" y="6412"/>
                  </a:cubicBezTo>
                  <a:cubicBezTo>
                    <a:pt x="6385" y="6412"/>
                    <a:pt x="6914" y="6332"/>
                    <a:pt x="7426" y="6186"/>
                  </a:cubicBezTo>
                  <a:cubicBezTo>
                    <a:pt x="5229" y="5535"/>
                    <a:pt x="3642" y="3555"/>
                    <a:pt x="3364" y="1229"/>
                  </a:cubicBezTo>
                  <a:lnTo>
                    <a:pt x="2293" y="158"/>
                  </a:lnTo>
                  <a:cubicBezTo>
                    <a:pt x="2259" y="120"/>
                    <a:pt x="2212" y="101"/>
                    <a:pt x="2165" y="101"/>
                  </a:cubicBezTo>
                  <a:cubicBezTo>
                    <a:pt x="2127" y="101"/>
                    <a:pt x="2089" y="113"/>
                    <a:pt x="2055" y="137"/>
                  </a:cubicBezTo>
                  <a:lnTo>
                    <a:pt x="1384" y="639"/>
                  </a:lnTo>
                  <a:cubicBezTo>
                    <a:pt x="1352" y="664"/>
                    <a:pt x="1316" y="676"/>
                    <a:pt x="1280" y="676"/>
                  </a:cubicBezTo>
                  <a:cubicBezTo>
                    <a:pt x="1238" y="676"/>
                    <a:pt x="1196" y="661"/>
                    <a:pt x="1160" y="632"/>
                  </a:cubicBezTo>
                  <a:lnTo>
                    <a:pt x="448" y="42"/>
                  </a:lnTo>
                  <a:cubicBezTo>
                    <a:pt x="413" y="13"/>
                    <a:pt x="372" y="0"/>
                    <a:pt x="332"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48" name="Google Shape;14748;p66"/>
          <p:cNvGrpSpPr/>
          <p:nvPr/>
        </p:nvGrpSpPr>
        <p:grpSpPr>
          <a:xfrm>
            <a:off x="6889053" y="2982384"/>
            <a:ext cx="289737" cy="370394"/>
            <a:chOff x="6916141" y="2906184"/>
            <a:chExt cx="289737" cy="370394"/>
          </a:xfrm>
        </p:grpSpPr>
        <p:sp>
          <p:nvSpPr>
            <p:cNvPr id="14749" name="Google Shape;14749;p66"/>
            <p:cNvSpPr/>
            <p:nvPr/>
          </p:nvSpPr>
          <p:spPr>
            <a:xfrm>
              <a:off x="7003199" y="2916073"/>
              <a:ext cx="44827" cy="64159"/>
            </a:xfrm>
            <a:custGeom>
              <a:avLst/>
              <a:gdLst/>
              <a:ahLst/>
              <a:cxnLst/>
              <a:rect l="l" t="t" r="r" b="b"/>
              <a:pathLst>
                <a:path w="1709" h="2446" extrusionOk="0">
                  <a:moveTo>
                    <a:pt x="294" y="0"/>
                  </a:moveTo>
                  <a:cubicBezTo>
                    <a:pt x="244" y="0"/>
                    <a:pt x="195" y="37"/>
                    <a:pt x="190" y="93"/>
                  </a:cubicBezTo>
                  <a:cubicBezTo>
                    <a:pt x="122" y="541"/>
                    <a:pt x="0" y="1747"/>
                    <a:pt x="631" y="2446"/>
                  </a:cubicBezTo>
                  <a:lnTo>
                    <a:pt x="1709" y="1998"/>
                  </a:lnTo>
                  <a:cubicBezTo>
                    <a:pt x="1661" y="1056"/>
                    <a:pt x="719" y="290"/>
                    <a:pt x="360" y="25"/>
                  </a:cubicBezTo>
                  <a:cubicBezTo>
                    <a:pt x="340" y="8"/>
                    <a:pt x="317" y="0"/>
                    <a:pt x="294"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0" name="Google Shape;14750;p66"/>
            <p:cNvSpPr/>
            <p:nvPr/>
          </p:nvSpPr>
          <p:spPr>
            <a:xfrm>
              <a:off x="7073967" y="3099551"/>
              <a:ext cx="44853" cy="64159"/>
            </a:xfrm>
            <a:custGeom>
              <a:avLst/>
              <a:gdLst/>
              <a:ahLst/>
              <a:cxnLst/>
              <a:rect l="l" t="t" r="r" b="b"/>
              <a:pathLst>
                <a:path w="1710" h="2446" extrusionOk="0">
                  <a:moveTo>
                    <a:pt x="1079" y="1"/>
                  </a:moveTo>
                  <a:lnTo>
                    <a:pt x="1" y="448"/>
                  </a:lnTo>
                  <a:cubicBezTo>
                    <a:pt x="55" y="1391"/>
                    <a:pt x="991" y="2157"/>
                    <a:pt x="1350" y="2421"/>
                  </a:cubicBezTo>
                  <a:cubicBezTo>
                    <a:pt x="1371" y="2438"/>
                    <a:pt x="1395" y="2446"/>
                    <a:pt x="1419" y="2446"/>
                  </a:cubicBezTo>
                  <a:cubicBezTo>
                    <a:pt x="1470" y="2446"/>
                    <a:pt x="1517" y="2409"/>
                    <a:pt x="1526" y="2353"/>
                  </a:cubicBezTo>
                  <a:cubicBezTo>
                    <a:pt x="1594" y="1913"/>
                    <a:pt x="1710" y="706"/>
                    <a:pt x="1079"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1" name="Google Shape;14751;p66"/>
            <p:cNvSpPr/>
            <p:nvPr/>
          </p:nvSpPr>
          <p:spPr>
            <a:xfrm>
              <a:off x="7120762" y="2985530"/>
              <a:ext cx="64945" cy="41496"/>
            </a:xfrm>
            <a:custGeom>
              <a:avLst/>
              <a:gdLst/>
              <a:ahLst/>
              <a:cxnLst/>
              <a:rect l="l" t="t" r="r" b="b"/>
              <a:pathLst>
                <a:path w="2476" h="1582" extrusionOk="0">
                  <a:moveTo>
                    <a:pt x="1643" y="1"/>
                  </a:moveTo>
                  <a:cubicBezTo>
                    <a:pt x="1112" y="1"/>
                    <a:pt x="453" y="98"/>
                    <a:pt x="0" y="503"/>
                  </a:cubicBezTo>
                  <a:lnTo>
                    <a:pt x="448" y="1581"/>
                  </a:lnTo>
                  <a:cubicBezTo>
                    <a:pt x="1390" y="1527"/>
                    <a:pt x="2163" y="591"/>
                    <a:pt x="2421" y="232"/>
                  </a:cubicBezTo>
                  <a:cubicBezTo>
                    <a:pt x="2475" y="164"/>
                    <a:pt x="2434" y="69"/>
                    <a:pt x="2353" y="56"/>
                  </a:cubicBezTo>
                  <a:cubicBezTo>
                    <a:pt x="2195" y="31"/>
                    <a:pt x="1939" y="1"/>
                    <a:pt x="1643"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2" name="Google Shape;14752;p66"/>
            <p:cNvSpPr/>
            <p:nvPr/>
          </p:nvSpPr>
          <p:spPr>
            <a:xfrm>
              <a:off x="6936312" y="3052967"/>
              <a:ext cx="65129" cy="41470"/>
            </a:xfrm>
            <a:custGeom>
              <a:avLst/>
              <a:gdLst/>
              <a:ahLst/>
              <a:cxnLst/>
              <a:rect l="l" t="t" r="r" b="b"/>
              <a:pathLst>
                <a:path w="2483" h="1581" extrusionOk="0">
                  <a:moveTo>
                    <a:pt x="2035" y="0"/>
                  </a:moveTo>
                  <a:cubicBezTo>
                    <a:pt x="1092" y="48"/>
                    <a:pt x="326" y="983"/>
                    <a:pt x="62" y="1349"/>
                  </a:cubicBezTo>
                  <a:cubicBezTo>
                    <a:pt x="1" y="1410"/>
                    <a:pt x="41" y="1512"/>
                    <a:pt x="129" y="1526"/>
                  </a:cubicBezTo>
                  <a:cubicBezTo>
                    <a:pt x="287" y="1550"/>
                    <a:pt x="544" y="1580"/>
                    <a:pt x="840" y="1580"/>
                  </a:cubicBezTo>
                  <a:cubicBezTo>
                    <a:pt x="1371" y="1580"/>
                    <a:pt x="2030" y="1483"/>
                    <a:pt x="2482" y="1078"/>
                  </a:cubicBezTo>
                  <a:lnTo>
                    <a:pt x="2035" y="0"/>
                  </a:ln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3" name="Google Shape;14753;p66"/>
            <p:cNvSpPr/>
            <p:nvPr/>
          </p:nvSpPr>
          <p:spPr>
            <a:xfrm>
              <a:off x="7073967" y="2916073"/>
              <a:ext cx="44853" cy="64159"/>
            </a:xfrm>
            <a:custGeom>
              <a:avLst/>
              <a:gdLst/>
              <a:ahLst/>
              <a:cxnLst/>
              <a:rect l="l" t="t" r="r" b="b"/>
              <a:pathLst>
                <a:path w="1710" h="2446" extrusionOk="0">
                  <a:moveTo>
                    <a:pt x="1419" y="0"/>
                  </a:moveTo>
                  <a:cubicBezTo>
                    <a:pt x="1395" y="0"/>
                    <a:pt x="1371" y="8"/>
                    <a:pt x="1350" y="25"/>
                  </a:cubicBezTo>
                  <a:cubicBezTo>
                    <a:pt x="991" y="290"/>
                    <a:pt x="55" y="1056"/>
                    <a:pt x="1" y="1998"/>
                  </a:cubicBezTo>
                  <a:lnTo>
                    <a:pt x="1079" y="2446"/>
                  </a:lnTo>
                  <a:cubicBezTo>
                    <a:pt x="1710" y="1747"/>
                    <a:pt x="1587" y="534"/>
                    <a:pt x="1526" y="93"/>
                  </a:cubicBezTo>
                  <a:cubicBezTo>
                    <a:pt x="1517" y="37"/>
                    <a:pt x="1470" y="0"/>
                    <a:pt x="1419"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4" name="Google Shape;14754;p66"/>
            <p:cNvSpPr/>
            <p:nvPr/>
          </p:nvSpPr>
          <p:spPr>
            <a:xfrm>
              <a:off x="7003199" y="3099551"/>
              <a:ext cx="44827" cy="64159"/>
            </a:xfrm>
            <a:custGeom>
              <a:avLst/>
              <a:gdLst/>
              <a:ahLst/>
              <a:cxnLst/>
              <a:rect l="l" t="t" r="r" b="b"/>
              <a:pathLst>
                <a:path w="1709" h="2446" extrusionOk="0">
                  <a:moveTo>
                    <a:pt x="631" y="1"/>
                  </a:moveTo>
                  <a:cubicBezTo>
                    <a:pt x="0" y="706"/>
                    <a:pt x="122" y="1913"/>
                    <a:pt x="190" y="2353"/>
                  </a:cubicBezTo>
                  <a:cubicBezTo>
                    <a:pt x="199" y="2409"/>
                    <a:pt x="247" y="2446"/>
                    <a:pt x="296" y="2446"/>
                  </a:cubicBezTo>
                  <a:cubicBezTo>
                    <a:pt x="318" y="2446"/>
                    <a:pt x="340" y="2438"/>
                    <a:pt x="360" y="2421"/>
                  </a:cubicBezTo>
                  <a:cubicBezTo>
                    <a:pt x="719" y="2164"/>
                    <a:pt x="1661" y="1391"/>
                    <a:pt x="1709" y="448"/>
                  </a:cubicBezTo>
                  <a:lnTo>
                    <a:pt x="631" y="1"/>
                  </a:ln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5" name="Google Shape;14755;p66"/>
            <p:cNvSpPr/>
            <p:nvPr/>
          </p:nvSpPr>
          <p:spPr>
            <a:xfrm>
              <a:off x="7120762" y="3052967"/>
              <a:ext cx="64945" cy="41338"/>
            </a:xfrm>
            <a:custGeom>
              <a:avLst/>
              <a:gdLst/>
              <a:ahLst/>
              <a:cxnLst/>
              <a:rect l="l" t="t" r="r" b="b"/>
              <a:pathLst>
                <a:path w="2476" h="1576" extrusionOk="0">
                  <a:moveTo>
                    <a:pt x="448" y="0"/>
                  </a:moveTo>
                  <a:lnTo>
                    <a:pt x="0" y="1078"/>
                  </a:lnTo>
                  <a:cubicBezTo>
                    <a:pt x="444" y="1479"/>
                    <a:pt x="1093" y="1576"/>
                    <a:pt x="1622" y="1576"/>
                  </a:cubicBezTo>
                  <a:cubicBezTo>
                    <a:pt x="1925" y="1576"/>
                    <a:pt x="2190" y="1544"/>
                    <a:pt x="2353" y="1519"/>
                  </a:cubicBezTo>
                  <a:cubicBezTo>
                    <a:pt x="2434" y="1512"/>
                    <a:pt x="2475" y="1410"/>
                    <a:pt x="2421" y="1349"/>
                  </a:cubicBezTo>
                  <a:cubicBezTo>
                    <a:pt x="2156" y="990"/>
                    <a:pt x="1390" y="48"/>
                    <a:pt x="448"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6" name="Google Shape;14756;p66"/>
            <p:cNvSpPr/>
            <p:nvPr/>
          </p:nvSpPr>
          <p:spPr>
            <a:xfrm>
              <a:off x="6936496" y="2985477"/>
              <a:ext cx="64945" cy="41548"/>
            </a:xfrm>
            <a:custGeom>
              <a:avLst/>
              <a:gdLst/>
              <a:ahLst/>
              <a:cxnLst/>
              <a:rect l="l" t="t" r="r" b="b"/>
              <a:pathLst>
                <a:path w="2476" h="1584" extrusionOk="0">
                  <a:moveTo>
                    <a:pt x="854" y="1"/>
                  </a:moveTo>
                  <a:cubicBezTo>
                    <a:pt x="550" y="1"/>
                    <a:pt x="286" y="33"/>
                    <a:pt x="122" y="58"/>
                  </a:cubicBezTo>
                  <a:cubicBezTo>
                    <a:pt x="41" y="71"/>
                    <a:pt x="0" y="166"/>
                    <a:pt x="55" y="234"/>
                  </a:cubicBezTo>
                  <a:cubicBezTo>
                    <a:pt x="319" y="593"/>
                    <a:pt x="1085" y="1529"/>
                    <a:pt x="2028" y="1583"/>
                  </a:cubicBezTo>
                  <a:lnTo>
                    <a:pt x="2475" y="498"/>
                  </a:lnTo>
                  <a:cubicBezTo>
                    <a:pt x="2032" y="98"/>
                    <a:pt x="1383" y="1"/>
                    <a:pt x="854"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7" name="Google Shape;14757;p66"/>
            <p:cNvSpPr/>
            <p:nvPr/>
          </p:nvSpPr>
          <p:spPr>
            <a:xfrm>
              <a:off x="7022032" y="3104902"/>
              <a:ext cx="77929" cy="171675"/>
            </a:xfrm>
            <a:custGeom>
              <a:avLst/>
              <a:gdLst/>
              <a:ahLst/>
              <a:cxnLst/>
              <a:rect l="l" t="t" r="r" b="b"/>
              <a:pathLst>
                <a:path w="2971" h="6545" extrusionOk="0">
                  <a:moveTo>
                    <a:pt x="1262" y="0"/>
                  </a:moveTo>
                  <a:lnTo>
                    <a:pt x="1262" y="5228"/>
                  </a:lnTo>
                  <a:cubicBezTo>
                    <a:pt x="957" y="4902"/>
                    <a:pt x="625" y="4597"/>
                    <a:pt x="272" y="4326"/>
                  </a:cubicBezTo>
                  <a:lnTo>
                    <a:pt x="1" y="4685"/>
                  </a:lnTo>
                  <a:cubicBezTo>
                    <a:pt x="8" y="4692"/>
                    <a:pt x="726" y="5235"/>
                    <a:pt x="1174" y="5838"/>
                  </a:cubicBezTo>
                  <a:cubicBezTo>
                    <a:pt x="1228" y="5913"/>
                    <a:pt x="1262" y="6001"/>
                    <a:pt x="1262" y="6096"/>
                  </a:cubicBezTo>
                  <a:lnTo>
                    <a:pt x="1262" y="6306"/>
                  </a:lnTo>
                  <a:cubicBezTo>
                    <a:pt x="1252" y="6465"/>
                    <a:pt x="1369" y="6545"/>
                    <a:pt x="1486" y="6545"/>
                  </a:cubicBezTo>
                  <a:cubicBezTo>
                    <a:pt x="1603" y="6545"/>
                    <a:pt x="1720" y="6465"/>
                    <a:pt x="1710" y="6306"/>
                  </a:cubicBezTo>
                  <a:lnTo>
                    <a:pt x="1710" y="6096"/>
                  </a:lnTo>
                  <a:cubicBezTo>
                    <a:pt x="1710" y="6001"/>
                    <a:pt x="1737" y="5913"/>
                    <a:pt x="1798" y="5838"/>
                  </a:cubicBezTo>
                  <a:cubicBezTo>
                    <a:pt x="2245" y="5235"/>
                    <a:pt x="2964" y="4692"/>
                    <a:pt x="2971" y="4685"/>
                  </a:cubicBezTo>
                  <a:lnTo>
                    <a:pt x="2706" y="4326"/>
                  </a:lnTo>
                  <a:cubicBezTo>
                    <a:pt x="2347" y="4597"/>
                    <a:pt x="2015" y="4902"/>
                    <a:pt x="1710" y="5228"/>
                  </a:cubicBezTo>
                  <a:lnTo>
                    <a:pt x="1710" y="0"/>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8" name="Google Shape;14758;p66"/>
            <p:cNvSpPr/>
            <p:nvPr/>
          </p:nvSpPr>
          <p:spPr>
            <a:xfrm>
              <a:off x="6916141" y="3148234"/>
              <a:ext cx="121471" cy="83359"/>
            </a:xfrm>
            <a:custGeom>
              <a:avLst/>
              <a:gdLst/>
              <a:ahLst/>
              <a:cxnLst/>
              <a:rect l="l" t="t" r="r" b="b"/>
              <a:pathLst>
                <a:path w="4631" h="3178" extrusionOk="0">
                  <a:moveTo>
                    <a:pt x="174" y="0"/>
                  </a:moveTo>
                  <a:cubicBezTo>
                    <a:pt x="77" y="0"/>
                    <a:pt x="1" y="99"/>
                    <a:pt x="44" y="192"/>
                  </a:cubicBezTo>
                  <a:cubicBezTo>
                    <a:pt x="349" y="850"/>
                    <a:pt x="1441" y="2640"/>
                    <a:pt x="4438" y="3176"/>
                  </a:cubicBezTo>
                  <a:cubicBezTo>
                    <a:pt x="4446" y="3177"/>
                    <a:pt x="4454" y="3178"/>
                    <a:pt x="4462" y="3178"/>
                  </a:cubicBezTo>
                  <a:cubicBezTo>
                    <a:pt x="4564" y="3178"/>
                    <a:pt x="4631" y="3061"/>
                    <a:pt x="4580" y="2972"/>
                  </a:cubicBezTo>
                  <a:cubicBezTo>
                    <a:pt x="4207" y="2342"/>
                    <a:pt x="3000" y="681"/>
                    <a:pt x="200" y="3"/>
                  </a:cubicBezTo>
                  <a:cubicBezTo>
                    <a:pt x="191" y="1"/>
                    <a:pt x="182" y="0"/>
                    <a:pt x="174"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9" name="Google Shape;14759;p66"/>
            <p:cNvSpPr/>
            <p:nvPr/>
          </p:nvSpPr>
          <p:spPr>
            <a:xfrm>
              <a:off x="7084407" y="3148234"/>
              <a:ext cx="121471" cy="83359"/>
            </a:xfrm>
            <a:custGeom>
              <a:avLst/>
              <a:gdLst/>
              <a:ahLst/>
              <a:cxnLst/>
              <a:rect l="l" t="t" r="r" b="b"/>
              <a:pathLst>
                <a:path w="4631" h="3178" extrusionOk="0">
                  <a:moveTo>
                    <a:pt x="4457" y="0"/>
                  </a:moveTo>
                  <a:cubicBezTo>
                    <a:pt x="4448" y="0"/>
                    <a:pt x="4440" y="1"/>
                    <a:pt x="4431" y="3"/>
                  </a:cubicBezTo>
                  <a:cubicBezTo>
                    <a:pt x="1630" y="681"/>
                    <a:pt x="423" y="2342"/>
                    <a:pt x="57" y="2972"/>
                  </a:cubicBezTo>
                  <a:cubicBezTo>
                    <a:pt x="0" y="3061"/>
                    <a:pt x="67" y="3178"/>
                    <a:pt x="169" y="3178"/>
                  </a:cubicBezTo>
                  <a:cubicBezTo>
                    <a:pt x="176" y="3178"/>
                    <a:pt x="185" y="3177"/>
                    <a:pt x="193" y="3176"/>
                  </a:cubicBezTo>
                  <a:cubicBezTo>
                    <a:pt x="3190" y="2640"/>
                    <a:pt x="4281" y="850"/>
                    <a:pt x="4587" y="192"/>
                  </a:cubicBezTo>
                  <a:cubicBezTo>
                    <a:pt x="4630" y="99"/>
                    <a:pt x="4554" y="0"/>
                    <a:pt x="4457"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0" name="Google Shape;14760;p66"/>
            <p:cNvSpPr/>
            <p:nvPr/>
          </p:nvSpPr>
          <p:spPr>
            <a:xfrm>
              <a:off x="7037508" y="2906184"/>
              <a:ext cx="46978" cy="62847"/>
            </a:xfrm>
            <a:custGeom>
              <a:avLst/>
              <a:gdLst/>
              <a:ahLst/>
              <a:cxnLst/>
              <a:rect l="l" t="t" r="r" b="b"/>
              <a:pathLst>
                <a:path w="1791" h="2396" extrusionOk="0">
                  <a:moveTo>
                    <a:pt x="899" y="0"/>
                  </a:moveTo>
                  <a:cubicBezTo>
                    <a:pt x="864" y="0"/>
                    <a:pt x="828" y="19"/>
                    <a:pt x="808" y="56"/>
                  </a:cubicBezTo>
                  <a:cubicBezTo>
                    <a:pt x="570" y="436"/>
                    <a:pt x="1" y="1507"/>
                    <a:pt x="313" y="2396"/>
                  </a:cubicBezTo>
                  <a:lnTo>
                    <a:pt x="1479" y="2396"/>
                  </a:lnTo>
                  <a:cubicBezTo>
                    <a:pt x="1791" y="1507"/>
                    <a:pt x="1228" y="436"/>
                    <a:pt x="991" y="56"/>
                  </a:cubicBezTo>
                  <a:cubicBezTo>
                    <a:pt x="970" y="19"/>
                    <a:pt x="935" y="0"/>
                    <a:pt x="899"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1" name="Google Shape;14761;p66"/>
            <p:cNvSpPr/>
            <p:nvPr/>
          </p:nvSpPr>
          <p:spPr>
            <a:xfrm>
              <a:off x="7037508" y="3110752"/>
              <a:ext cx="47162" cy="62900"/>
            </a:xfrm>
            <a:custGeom>
              <a:avLst/>
              <a:gdLst/>
              <a:ahLst/>
              <a:cxnLst/>
              <a:rect l="l" t="t" r="r" b="b"/>
              <a:pathLst>
                <a:path w="1798" h="2398" extrusionOk="0">
                  <a:moveTo>
                    <a:pt x="313" y="1"/>
                  </a:moveTo>
                  <a:cubicBezTo>
                    <a:pt x="1" y="896"/>
                    <a:pt x="570" y="1960"/>
                    <a:pt x="808" y="2347"/>
                  </a:cubicBezTo>
                  <a:cubicBezTo>
                    <a:pt x="828" y="2381"/>
                    <a:pt x="864" y="2398"/>
                    <a:pt x="899" y="2398"/>
                  </a:cubicBezTo>
                  <a:cubicBezTo>
                    <a:pt x="935" y="2398"/>
                    <a:pt x="970" y="2381"/>
                    <a:pt x="991" y="2347"/>
                  </a:cubicBezTo>
                  <a:cubicBezTo>
                    <a:pt x="1221" y="1960"/>
                    <a:pt x="1798" y="896"/>
                    <a:pt x="1479"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2" name="Google Shape;14762;p66"/>
            <p:cNvSpPr/>
            <p:nvPr/>
          </p:nvSpPr>
          <p:spPr>
            <a:xfrm>
              <a:off x="7131962" y="3022225"/>
              <a:ext cx="63345" cy="35463"/>
            </a:xfrm>
            <a:custGeom>
              <a:avLst/>
              <a:gdLst/>
              <a:ahLst/>
              <a:cxnLst/>
              <a:rect l="l" t="t" r="r" b="b"/>
              <a:pathLst>
                <a:path w="2415" h="1352" extrusionOk="0">
                  <a:moveTo>
                    <a:pt x="571" y="0"/>
                  </a:moveTo>
                  <a:cubicBezTo>
                    <a:pt x="378" y="0"/>
                    <a:pt x="185" y="28"/>
                    <a:pt x="0" y="94"/>
                  </a:cubicBezTo>
                  <a:lnTo>
                    <a:pt x="0" y="1260"/>
                  </a:lnTo>
                  <a:cubicBezTo>
                    <a:pt x="183" y="1325"/>
                    <a:pt x="374" y="1351"/>
                    <a:pt x="565" y="1351"/>
                  </a:cubicBezTo>
                  <a:cubicBezTo>
                    <a:pt x="1301" y="1351"/>
                    <a:pt x="2038" y="954"/>
                    <a:pt x="2340" y="765"/>
                  </a:cubicBezTo>
                  <a:cubicBezTo>
                    <a:pt x="2414" y="725"/>
                    <a:pt x="2414" y="623"/>
                    <a:pt x="2340" y="582"/>
                  </a:cubicBezTo>
                  <a:cubicBezTo>
                    <a:pt x="2039" y="400"/>
                    <a:pt x="1304" y="0"/>
                    <a:pt x="571"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3" name="Google Shape;14763;p66"/>
            <p:cNvSpPr/>
            <p:nvPr/>
          </p:nvSpPr>
          <p:spPr>
            <a:xfrm>
              <a:off x="6926896" y="3022199"/>
              <a:ext cx="63345" cy="35489"/>
            </a:xfrm>
            <a:custGeom>
              <a:avLst/>
              <a:gdLst/>
              <a:ahLst/>
              <a:cxnLst/>
              <a:rect l="l" t="t" r="r" b="b"/>
              <a:pathLst>
                <a:path w="2415" h="1353" extrusionOk="0">
                  <a:moveTo>
                    <a:pt x="1837" y="0"/>
                  </a:moveTo>
                  <a:cubicBezTo>
                    <a:pt x="1103" y="0"/>
                    <a:pt x="374" y="396"/>
                    <a:pt x="68" y="583"/>
                  </a:cubicBezTo>
                  <a:cubicBezTo>
                    <a:pt x="0" y="624"/>
                    <a:pt x="0" y="726"/>
                    <a:pt x="68" y="766"/>
                  </a:cubicBezTo>
                  <a:cubicBezTo>
                    <a:pt x="375" y="955"/>
                    <a:pt x="1109" y="1352"/>
                    <a:pt x="1846" y="1352"/>
                  </a:cubicBezTo>
                  <a:cubicBezTo>
                    <a:pt x="2038" y="1352"/>
                    <a:pt x="2230" y="1326"/>
                    <a:pt x="2414" y="1261"/>
                  </a:cubicBezTo>
                  <a:lnTo>
                    <a:pt x="2414" y="95"/>
                  </a:lnTo>
                  <a:cubicBezTo>
                    <a:pt x="2227" y="28"/>
                    <a:pt x="2032" y="0"/>
                    <a:pt x="1837"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4" name="Google Shape;14764;p66"/>
            <p:cNvSpPr/>
            <p:nvPr/>
          </p:nvSpPr>
          <p:spPr>
            <a:xfrm>
              <a:off x="7100302" y="2944558"/>
              <a:ext cx="56526" cy="56132"/>
            </a:xfrm>
            <a:custGeom>
              <a:avLst/>
              <a:gdLst/>
              <a:ahLst/>
              <a:cxnLst/>
              <a:rect l="l" t="t" r="r" b="b"/>
              <a:pathLst>
                <a:path w="2155" h="2140" extrusionOk="0">
                  <a:moveTo>
                    <a:pt x="2034" y="0"/>
                  </a:moveTo>
                  <a:cubicBezTo>
                    <a:pt x="2026" y="0"/>
                    <a:pt x="2017" y="1"/>
                    <a:pt x="2007" y="4"/>
                  </a:cubicBezTo>
                  <a:cubicBezTo>
                    <a:pt x="1573" y="105"/>
                    <a:pt x="407" y="458"/>
                    <a:pt x="0" y="1312"/>
                  </a:cubicBezTo>
                  <a:lnTo>
                    <a:pt x="828" y="2140"/>
                  </a:lnTo>
                  <a:cubicBezTo>
                    <a:pt x="1675" y="1733"/>
                    <a:pt x="2035" y="567"/>
                    <a:pt x="2136" y="133"/>
                  </a:cubicBezTo>
                  <a:cubicBezTo>
                    <a:pt x="2154" y="61"/>
                    <a:pt x="2099" y="0"/>
                    <a:pt x="2034"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5" name="Google Shape;14765;p66"/>
            <p:cNvSpPr/>
            <p:nvPr/>
          </p:nvSpPr>
          <p:spPr>
            <a:xfrm>
              <a:off x="6965218" y="3079092"/>
              <a:ext cx="56499" cy="56158"/>
            </a:xfrm>
            <a:custGeom>
              <a:avLst/>
              <a:gdLst/>
              <a:ahLst/>
              <a:cxnLst/>
              <a:rect l="l" t="t" r="r" b="b"/>
              <a:pathLst>
                <a:path w="2154" h="2141" extrusionOk="0">
                  <a:moveTo>
                    <a:pt x="1333" y="1"/>
                  </a:moveTo>
                  <a:cubicBezTo>
                    <a:pt x="485" y="408"/>
                    <a:pt x="126" y="1574"/>
                    <a:pt x="24" y="2008"/>
                  </a:cubicBezTo>
                  <a:cubicBezTo>
                    <a:pt x="0" y="2074"/>
                    <a:pt x="56" y="2140"/>
                    <a:pt x="126" y="2140"/>
                  </a:cubicBezTo>
                  <a:cubicBezTo>
                    <a:pt x="135" y="2140"/>
                    <a:pt x="144" y="2139"/>
                    <a:pt x="153" y="2137"/>
                  </a:cubicBezTo>
                  <a:cubicBezTo>
                    <a:pt x="587" y="2035"/>
                    <a:pt x="1746" y="1682"/>
                    <a:pt x="2153" y="828"/>
                  </a:cubicBezTo>
                  <a:lnTo>
                    <a:pt x="1333" y="1"/>
                  </a:ln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6" name="Google Shape;14766;p66"/>
            <p:cNvSpPr/>
            <p:nvPr/>
          </p:nvSpPr>
          <p:spPr>
            <a:xfrm>
              <a:off x="7100302" y="3079276"/>
              <a:ext cx="56499" cy="56027"/>
            </a:xfrm>
            <a:custGeom>
              <a:avLst/>
              <a:gdLst/>
              <a:ahLst/>
              <a:cxnLst/>
              <a:rect l="l" t="t" r="r" b="b"/>
              <a:pathLst>
                <a:path w="2154" h="2136" extrusionOk="0">
                  <a:moveTo>
                    <a:pt x="828" y="1"/>
                  </a:moveTo>
                  <a:lnTo>
                    <a:pt x="0" y="821"/>
                  </a:lnTo>
                  <a:cubicBezTo>
                    <a:pt x="407" y="1669"/>
                    <a:pt x="1573" y="2028"/>
                    <a:pt x="2007" y="2130"/>
                  </a:cubicBezTo>
                  <a:cubicBezTo>
                    <a:pt x="2018" y="2134"/>
                    <a:pt x="2029" y="2135"/>
                    <a:pt x="2039" y="2135"/>
                  </a:cubicBezTo>
                  <a:cubicBezTo>
                    <a:pt x="2101" y="2135"/>
                    <a:pt x="2154" y="2071"/>
                    <a:pt x="2136" y="2001"/>
                  </a:cubicBezTo>
                  <a:cubicBezTo>
                    <a:pt x="2035" y="1567"/>
                    <a:pt x="1682" y="407"/>
                    <a:pt x="828"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7" name="Google Shape;14767;p66"/>
            <p:cNvSpPr/>
            <p:nvPr/>
          </p:nvSpPr>
          <p:spPr>
            <a:xfrm>
              <a:off x="6965218" y="2944558"/>
              <a:ext cx="56499" cy="56132"/>
            </a:xfrm>
            <a:custGeom>
              <a:avLst/>
              <a:gdLst/>
              <a:ahLst/>
              <a:cxnLst/>
              <a:rect l="l" t="t" r="r" b="b"/>
              <a:pathLst>
                <a:path w="2154" h="2140" extrusionOk="0">
                  <a:moveTo>
                    <a:pt x="124" y="0"/>
                  </a:moveTo>
                  <a:cubicBezTo>
                    <a:pt x="55" y="0"/>
                    <a:pt x="0" y="61"/>
                    <a:pt x="24" y="133"/>
                  </a:cubicBezTo>
                  <a:cubicBezTo>
                    <a:pt x="126" y="567"/>
                    <a:pt x="478" y="1733"/>
                    <a:pt x="1333" y="2140"/>
                  </a:cubicBezTo>
                  <a:lnTo>
                    <a:pt x="2153" y="1312"/>
                  </a:lnTo>
                  <a:cubicBezTo>
                    <a:pt x="1746" y="465"/>
                    <a:pt x="587" y="105"/>
                    <a:pt x="153" y="4"/>
                  </a:cubicBezTo>
                  <a:cubicBezTo>
                    <a:pt x="143" y="1"/>
                    <a:pt x="133" y="0"/>
                    <a:pt x="124"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8" name="Google Shape;14768;p66"/>
            <p:cNvSpPr/>
            <p:nvPr/>
          </p:nvSpPr>
          <p:spPr>
            <a:xfrm>
              <a:off x="6984156" y="2963129"/>
              <a:ext cx="153708" cy="153524"/>
            </a:xfrm>
            <a:custGeom>
              <a:avLst/>
              <a:gdLst/>
              <a:ahLst/>
              <a:cxnLst/>
              <a:rect l="l" t="t" r="r" b="b"/>
              <a:pathLst>
                <a:path w="5860" h="5853" extrusionOk="0">
                  <a:moveTo>
                    <a:pt x="2930" y="1"/>
                  </a:moveTo>
                  <a:cubicBezTo>
                    <a:pt x="1316" y="1"/>
                    <a:pt x="1" y="1310"/>
                    <a:pt x="1" y="2930"/>
                  </a:cubicBezTo>
                  <a:cubicBezTo>
                    <a:pt x="1" y="4544"/>
                    <a:pt x="1316" y="5853"/>
                    <a:pt x="2930" y="5853"/>
                  </a:cubicBezTo>
                  <a:cubicBezTo>
                    <a:pt x="4550" y="5853"/>
                    <a:pt x="5859" y="4544"/>
                    <a:pt x="5859" y="2930"/>
                  </a:cubicBezTo>
                  <a:cubicBezTo>
                    <a:pt x="5859" y="1310"/>
                    <a:pt x="4550" y="1"/>
                    <a:pt x="293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9" name="Google Shape;14769;p66"/>
            <p:cNvSpPr/>
            <p:nvPr/>
          </p:nvSpPr>
          <p:spPr>
            <a:xfrm>
              <a:off x="7001940" y="2980756"/>
              <a:ext cx="118114" cy="118297"/>
            </a:xfrm>
            <a:custGeom>
              <a:avLst/>
              <a:gdLst/>
              <a:ahLst/>
              <a:cxnLst/>
              <a:rect l="l" t="t" r="r" b="b"/>
              <a:pathLst>
                <a:path w="4503" h="4510" extrusionOk="0">
                  <a:moveTo>
                    <a:pt x="2252" y="0"/>
                  </a:moveTo>
                  <a:cubicBezTo>
                    <a:pt x="1011" y="0"/>
                    <a:pt x="1" y="1011"/>
                    <a:pt x="1" y="2258"/>
                  </a:cubicBezTo>
                  <a:cubicBezTo>
                    <a:pt x="1" y="3499"/>
                    <a:pt x="1011" y="4509"/>
                    <a:pt x="2252" y="4509"/>
                  </a:cubicBezTo>
                  <a:cubicBezTo>
                    <a:pt x="3499" y="4509"/>
                    <a:pt x="4503" y="3499"/>
                    <a:pt x="4503" y="2258"/>
                  </a:cubicBezTo>
                  <a:cubicBezTo>
                    <a:pt x="4503" y="1011"/>
                    <a:pt x="3499" y="0"/>
                    <a:pt x="2252" y="0"/>
                  </a:cubicBezTo>
                  <a:close/>
                </a:path>
              </a:pathLst>
            </a:custGeom>
            <a:solidFill>
              <a:srgbClr val="243F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70" name="Google Shape;14770;p66"/>
          <p:cNvGrpSpPr/>
          <p:nvPr/>
        </p:nvGrpSpPr>
        <p:grpSpPr>
          <a:xfrm>
            <a:off x="7943106" y="2089777"/>
            <a:ext cx="372676" cy="331731"/>
            <a:chOff x="7970194" y="2013577"/>
            <a:chExt cx="372676" cy="331731"/>
          </a:xfrm>
        </p:grpSpPr>
        <p:sp>
          <p:nvSpPr>
            <p:cNvPr id="14771" name="Google Shape;14771;p66"/>
            <p:cNvSpPr/>
            <p:nvPr/>
          </p:nvSpPr>
          <p:spPr>
            <a:xfrm>
              <a:off x="8092032" y="2284533"/>
              <a:ext cx="102454" cy="60775"/>
            </a:xfrm>
            <a:custGeom>
              <a:avLst/>
              <a:gdLst/>
              <a:ahLst/>
              <a:cxnLst/>
              <a:rect l="l" t="t" r="r" b="b"/>
              <a:pathLst>
                <a:path w="3906" h="2317" extrusionOk="0">
                  <a:moveTo>
                    <a:pt x="2620" y="1"/>
                  </a:moveTo>
                  <a:cubicBezTo>
                    <a:pt x="2541" y="1"/>
                    <a:pt x="2462" y="40"/>
                    <a:pt x="2414" y="133"/>
                  </a:cubicBezTo>
                  <a:lnTo>
                    <a:pt x="1573" y="1848"/>
                  </a:lnTo>
                  <a:lnTo>
                    <a:pt x="312" y="1848"/>
                  </a:lnTo>
                  <a:cubicBezTo>
                    <a:pt x="0" y="1848"/>
                    <a:pt x="0" y="2316"/>
                    <a:pt x="312" y="2316"/>
                  </a:cubicBezTo>
                  <a:lnTo>
                    <a:pt x="3594" y="2316"/>
                  </a:lnTo>
                  <a:cubicBezTo>
                    <a:pt x="3906" y="2316"/>
                    <a:pt x="3906" y="1848"/>
                    <a:pt x="3594" y="1848"/>
                  </a:cubicBezTo>
                  <a:lnTo>
                    <a:pt x="2102" y="1848"/>
                  </a:lnTo>
                  <a:lnTo>
                    <a:pt x="2841" y="343"/>
                  </a:lnTo>
                  <a:cubicBezTo>
                    <a:pt x="2931" y="154"/>
                    <a:pt x="2776" y="1"/>
                    <a:pt x="2620"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2" name="Google Shape;14772;p66"/>
            <p:cNvSpPr/>
            <p:nvPr/>
          </p:nvSpPr>
          <p:spPr>
            <a:xfrm>
              <a:off x="8116741" y="2284533"/>
              <a:ext cx="77746" cy="60775"/>
            </a:xfrm>
            <a:custGeom>
              <a:avLst/>
              <a:gdLst/>
              <a:ahLst/>
              <a:cxnLst/>
              <a:rect l="l" t="t" r="r" b="b"/>
              <a:pathLst>
                <a:path w="2964" h="2317" extrusionOk="0">
                  <a:moveTo>
                    <a:pt x="2616" y="1"/>
                  </a:moveTo>
                  <a:cubicBezTo>
                    <a:pt x="2538" y="1"/>
                    <a:pt x="2460" y="40"/>
                    <a:pt x="2415" y="133"/>
                  </a:cubicBezTo>
                  <a:lnTo>
                    <a:pt x="1567" y="1848"/>
                  </a:lnTo>
                  <a:lnTo>
                    <a:pt x="313" y="1848"/>
                  </a:lnTo>
                  <a:cubicBezTo>
                    <a:pt x="1" y="1848"/>
                    <a:pt x="1" y="2316"/>
                    <a:pt x="313" y="2316"/>
                  </a:cubicBezTo>
                  <a:lnTo>
                    <a:pt x="2652" y="2316"/>
                  </a:lnTo>
                  <a:cubicBezTo>
                    <a:pt x="2964" y="2316"/>
                    <a:pt x="2964" y="1848"/>
                    <a:pt x="2652" y="1848"/>
                  </a:cubicBezTo>
                  <a:lnTo>
                    <a:pt x="2096" y="1848"/>
                  </a:lnTo>
                  <a:lnTo>
                    <a:pt x="2835" y="343"/>
                  </a:lnTo>
                  <a:cubicBezTo>
                    <a:pt x="2925" y="154"/>
                    <a:pt x="2770" y="1"/>
                    <a:pt x="2616"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3" name="Google Shape;14773;p66"/>
            <p:cNvSpPr/>
            <p:nvPr/>
          </p:nvSpPr>
          <p:spPr>
            <a:xfrm>
              <a:off x="7970194" y="2104805"/>
              <a:ext cx="38086" cy="48578"/>
            </a:xfrm>
            <a:custGeom>
              <a:avLst/>
              <a:gdLst/>
              <a:ahLst/>
              <a:cxnLst/>
              <a:rect l="l" t="t" r="r" b="b"/>
              <a:pathLst>
                <a:path w="1452" h="1852" extrusionOk="0">
                  <a:moveTo>
                    <a:pt x="1452" y="1"/>
                  </a:moveTo>
                  <a:lnTo>
                    <a:pt x="204" y="523"/>
                  </a:lnTo>
                  <a:cubicBezTo>
                    <a:pt x="34" y="598"/>
                    <a:pt x="1" y="828"/>
                    <a:pt x="143" y="950"/>
                  </a:cubicBezTo>
                  <a:lnTo>
                    <a:pt x="1282" y="1852"/>
                  </a:lnTo>
                  <a:lnTo>
                    <a:pt x="1452" y="1"/>
                  </a:ln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4" name="Google Shape;14774;p66"/>
            <p:cNvSpPr/>
            <p:nvPr/>
          </p:nvSpPr>
          <p:spPr>
            <a:xfrm>
              <a:off x="7984961" y="2013577"/>
              <a:ext cx="357908" cy="288687"/>
            </a:xfrm>
            <a:custGeom>
              <a:avLst/>
              <a:gdLst/>
              <a:ahLst/>
              <a:cxnLst/>
              <a:rect l="l" t="t" r="r" b="b"/>
              <a:pathLst>
                <a:path w="13645" h="11006" extrusionOk="0">
                  <a:moveTo>
                    <a:pt x="5405" y="0"/>
                  </a:moveTo>
                  <a:cubicBezTo>
                    <a:pt x="5148" y="0"/>
                    <a:pt x="1104" y="70"/>
                    <a:pt x="455" y="4455"/>
                  </a:cubicBezTo>
                  <a:cubicBezTo>
                    <a:pt x="0" y="8435"/>
                    <a:pt x="3235" y="11005"/>
                    <a:pt x="6978" y="11005"/>
                  </a:cubicBezTo>
                  <a:cubicBezTo>
                    <a:pt x="10015" y="11005"/>
                    <a:pt x="12653" y="9202"/>
                    <a:pt x="13582" y="6700"/>
                  </a:cubicBezTo>
                  <a:cubicBezTo>
                    <a:pt x="13644" y="6518"/>
                    <a:pt x="13508" y="6346"/>
                    <a:pt x="13338" y="6346"/>
                  </a:cubicBezTo>
                  <a:cubicBezTo>
                    <a:pt x="13305" y="6346"/>
                    <a:pt x="13271" y="6353"/>
                    <a:pt x="13236" y="6367"/>
                  </a:cubicBezTo>
                  <a:cubicBezTo>
                    <a:pt x="12738" y="6573"/>
                    <a:pt x="12201" y="6679"/>
                    <a:pt x="11663" y="6679"/>
                  </a:cubicBezTo>
                  <a:cubicBezTo>
                    <a:pt x="11527" y="6679"/>
                    <a:pt x="11392" y="6673"/>
                    <a:pt x="11256" y="6659"/>
                  </a:cubicBezTo>
                  <a:cubicBezTo>
                    <a:pt x="9337" y="6483"/>
                    <a:pt x="7954" y="4103"/>
                    <a:pt x="7127" y="2665"/>
                  </a:cubicBezTo>
                  <a:cubicBezTo>
                    <a:pt x="6571" y="1709"/>
                    <a:pt x="5825" y="1112"/>
                    <a:pt x="4726" y="902"/>
                  </a:cubicBezTo>
                  <a:lnTo>
                    <a:pt x="5418" y="0"/>
                  </a:lnTo>
                  <a:cubicBezTo>
                    <a:pt x="5418" y="0"/>
                    <a:pt x="5414" y="0"/>
                    <a:pt x="5405" y="0"/>
                  </a:cubicBezTo>
                  <a:close/>
                </a:path>
              </a:pathLst>
            </a:custGeom>
            <a:solidFill>
              <a:srgbClr val="7F92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5" name="Google Shape;14775;p66"/>
            <p:cNvSpPr/>
            <p:nvPr/>
          </p:nvSpPr>
          <p:spPr>
            <a:xfrm>
              <a:off x="7984961" y="2013577"/>
              <a:ext cx="244385" cy="288687"/>
            </a:xfrm>
            <a:custGeom>
              <a:avLst/>
              <a:gdLst/>
              <a:ahLst/>
              <a:cxnLst/>
              <a:rect l="l" t="t" r="r" b="b"/>
              <a:pathLst>
                <a:path w="9317" h="11006" extrusionOk="0">
                  <a:moveTo>
                    <a:pt x="5398" y="0"/>
                  </a:moveTo>
                  <a:cubicBezTo>
                    <a:pt x="5141" y="0"/>
                    <a:pt x="1098" y="70"/>
                    <a:pt x="448" y="4455"/>
                  </a:cubicBezTo>
                  <a:cubicBezTo>
                    <a:pt x="0" y="8435"/>
                    <a:pt x="3228" y="11005"/>
                    <a:pt x="6978" y="11005"/>
                  </a:cubicBezTo>
                  <a:cubicBezTo>
                    <a:pt x="7771" y="11005"/>
                    <a:pt x="8564" y="10883"/>
                    <a:pt x="9317" y="10639"/>
                  </a:cubicBezTo>
                  <a:lnTo>
                    <a:pt x="9317" y="10639"/>
                  </a:lnTo>
                  <a:cubicBezTo>
                    <a:pt x="9147" y="10646"/>
                    <a:pt x="8971" y="10653"/>
                    <a:pt x="8795" y="10653"/>
                  </a:cubicBezTo>
                  <a:cubicBezTo>
                    <a:pt x="5045" y="10653"/>
                    <a:pt x="1818" y="8083"/>
                    <a:pt x="2265" y="4103"/>
                  </a:cubicBezTo>
                  <a:cubicBezTo>
                    <a:pt x="2645" y="1560"/>
                    <a:pt x="4157" y="475"/>
                    <a:pt x="5411" y="0"/>
                  </a:cubicBezTo>
                  <a:cubicBezTo>
                    <a:pt x="5411" y="0"/>
                    <a:pt x="5407" y="0"/>
                    <a:pt x="5398"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6" name="Google Shape;14776;p66"/>
            <p:cNvSpPr/>
            <p:nvPr/>
          </p:nvSpPr>
          <p:spPr>
            <a:xfrm>
              <a:off x="8083875" y="2093447"/>
              <a:ext cx="208974" cy="129786"/>
            </a:xfrm>
            <a:custGeom>
              <a:avLst/>
              <a:gdLst/>
              <a:ahLst/>
              <a:cxnLst/>
              <a:rect l="l" t="t" r="r" b="b"/>
              <a:pathLst>
                <a:path w="7967" h="4948" extrusionOk="0">
                  <a:moveTo>
                    <a:pt x="2937" y="0"/>
                  </a:moveTo>
                  <a:cubicBezTo>
                    <a:pt x="2729" y="0"/>
                    <a:pt x="2519" y="51"/>
                    <a:pt x="2325" y="156"/>
                  </a:cubicBezTo>
                  <a:lnTo>
                    <a:pt x="2318" y="156"/>
                  </a:lnTo>
                  <a:cubicBezTo>
                    <a:pt x="0" y="1422"/>
                    <a:pt x="1203" y="4948"/>
                    <a:pt x="4061" y="4948"/>
                  </a:cubicBezTo>
                  <a:cubicBezTo>
                    <a:pt x="5106" y="4948"/>
                    <a:pt x="6373" y="4476"/>
                    <a:pt x="7770" y="3248"/>
                  </a:cubicBezTo>
                  <a:cubicBezTo>
                    <a:pt x="7967" y="3078"/>
                    <a:pt x="7845" y="2760"/>
                    <a:pt x="7587" y="2760"/>
                  </a:cubicBezTo>
                  <a:cubicBezTo>
                    <a:pt x="6753" y="2760"/>
                    <a:pt x="5410" y="2393"/>
                    <a:pt x="3966" y="515"/>
                  </a:cubicBezTo>
                  <a:cubicBezTo>
                    <a:pt x="3717" y="182"/>
                    <a:pt x="3332" y="0"/>
                    <a:pt x="2937" y="0"/>
                  </a:cubicBezTo>
                  <a:close/>
                </a:path>
              </a:pathLst>
            </a:custGeom>
            <a:solidFill>
              <a:srgbClr val="6C81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7" name="Google Shape;14777;p66"/>
            <p:cNvSpPr/>
            <p:nvPr/>
          </p:nvSpPr>
          <p:spPr>
            <a:xfrm>
              <a:off x="8108505" y="2142707"/>
              <a:ext cx="184292" cy="80552"/>
            </a:xfrm>
            <a:custGeom>
              <a:avLst/>
              <a:gdLst/>
              <a:ahLst/>
              <a:cxnLst/>
              <a:rect l="l" t="t" r="r" b="b"/>
              <a:pathLst>
                <a:path w="7026" h="3071" extrusionOk="0">
                  <a:moveTo>
                    <a:pt x="172" y="0"/>
                  </a:moveTo>
                  <a:cubicBezTo>
                    <a:pt x="0" y="1438"/>
                    <a:pt x="1179" y="3070"/>
                    <a:pt x="3125" y="3070"/>
                  </a:cubicBezTo>
                  <a:cubicBezTo>
                    <a:pt x="4171" y="3070"/>
                    <a:pt x="5439" y="2598"/>
                    <a:pt x="6838" y="1370"/>
                  </a:cubicBezTo>
                  <a:cubicBezTo>
                    <a:pt x="7026" y="1195"/>
                    <a:pt x="6908" y="882"/>
                    <a:pt x="6656" y="882"/>
                  </a:cubicBezTo>
                  <a:cubicBezTo>
                    <a:pt x="6653" y="882"/>
                    <a:pt x="6651" y="882"/>
                    <a:pt x="6648" y="882"/>
                  </a:cubicBezTo>
                  <a:cubicBezTo>
                    <a:pt x="6465" y="882"/>
                    <a:pt x="6289" y="861"/>
                    <a:pt x="6119" y="827"/>
                  </a:cubicBezTo>
                  <a:cubicBezTo>
                    <a:pt x="5293" y="1605"/>
                    <a:pt x="3857" y="2217"/>
                    <a:pt x="2601" y="2217"/>
                  </a:cubicBezTo>
                  <a:cubicBezTo>
                    <a:pt x="1361" y="2217"/>
                    <a:pt x="297" y="1621"/>
                    <a:pt x="172" y="0"/>
                  </a:cubicBezTo>
                  <a:close/>
                </a:path>
              </a:pathLst>
            </a:custGeom>
            <a:solidFill>
              <a:srgbClr val="5D74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8" name="Google Shape;14778;p66"/>
            <p:cNvSpPr/>
            <p:nvPr/>
          </p:nvSpPr>
          <p:spPr>
            <a:xfrm>
              <a:off x="8032805" y="2087388"/>
              <a:ext cx="36827" cy="42886"/>
            </a:xfrm>
            <a:custGeom>
              <a:avLst/>
              <a:gdLst/>
              <a:ahLst/>
              <a:cxnLst/>
              <a:rect l="l" t="t" r="r" b="b"/>
              <a:pathLst>
                <a:path w="1404" h="1635" extrusionOk="0">
                  <a:moveTo>
                    <a:pt x="705" y="0"/>
                  </a:moveTo>
                  <a:cubicBezTo>
                    <a:pt x="319" y="0"/>
                    <a:pt x="0" y="312"/>
                    <a:pt x="0" y="706"/>
                  </a:cubicBezTo>
                  <a:lnTo>
                    <a:pt x="0" y="929"/>
                  </a:lnTo>
                  <a:cubicBezTo>
                    <a:pt x="0" y="1323"/>
                    <a:pt x="319" y="1634"/>
                    <a:pt x="705" y="1634"/>
                  </a:cubicBezTo>
                  <a:cubicBezTo>
                    <a:pt x="1092" y="1634"/>
                    <a:pt x="1404" y="1323"/>
                    <a:pt x="1404" y="936"/>
                  </a:cubicBezTo>
                  <a:lnTo>
                    <a:pt x="1404" y="706"/>
                  </a:lnTo>
                  <a:cubicBezTo>
                    <a:pt x="1404" y="312"/>
                    <a:pt x="1092" y="0"/>
                    <a:pt x="705"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9" name="Google Shape;14779;p66"/>
            <p:cNvSpPr/>
            <p:nvPr/>
          </p:nvSpPr>
          <p:spPr>
            <a:xfrm>
              <a:off x="8051297" y="2087388"/>
              <a:ext cx="18518" cy="30742"/>
            </a:xfrm>
            <a:custGeom>
              <a:avLst/>
              <a:gdLst/>
              <a:ahLst/>
              <a:cxnLst/>
              <a:rect l="l" t="t" r="r" b="b"/>
              <a:pathLst>
                <a:path w="706" h="1172" extrusionOk="0">
                  <a:moveTo>
                    <a:pt x="0" y="0"/>
                  </a:moveTo>
                  <a:lnTo>
                    <a:pt x="0" y="821"/>
                  </a:lnTo>
                  <a:cubicBezTo>
                    <a:pt x="0" y="1055"/>
                    <a:pt x="175" y="1172"/>
                    <a:pt x="350" y="1172"/>
                  </a:cubicBezTo>
                  <a:cubicBezTo>
                    <a:pt x="524" y="1172"/>
                    <a:pt x="699" y="1055"/>
                    <a:pt x="699" y="821"/>
                  </a:cubicBezTo>
                  <a:lnTo>
                    <a:pt x="699" y="706"/>
                  </a:lnTo>
                  <a:cubicBezTo>
                    <a:pt x="706" y="312"/>
                    <a:pt x="387" y="0"/>
                    <a:pt x="0"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0" name="Google Shape;14780;p66"/>
            <p:cNvSpPr/>
            <p:nvPr/>
          </p:nvSpPr>
          <p:spPr>
            <a:xfrm>
              <a:off x="8045081" y="2093421"/>
              <a:ext cx="12276" cy="12302"/>
            </a:xfrm>
            <a:custGeom>
              <a:avLst/>
              <a:gdLst/>
              <a:ahLst/>
              <a:cxnLst/>
              <a:rect l="l" t="t" r="r" b="b"/>
              <a:pathLst>
                <a:path w="468" h="469" extrusionOk="0">
                  <a:moveTo>
                    <a:pt x="237" y="1"/>
                  </a:moveTo>
                  <a:cubicBezTo>
                    <a:pt x="109" y="1"/>
                    <a:pt x="0" y="109"/>
                    <a:pt x="0" y="238"/>
                  </a:cubicBezTo>
                  <a:cubicBezTo>
                    <a:pt x="0" y="367"/>
                    <a:pt x="109" y="469"/>
                    <a:pt x="237" y="469"/>
                  </a:cubicBezTo>
                  <a:cubicBezTo>
                    <a:pt x="366" y="469"/>
                    <a:pt x="468" y="367"/>
                    <a:pt x="468" y="238"/>
                  </a:cubicBezTo>
                  <a:cubicBezTo>
                    <a:pt x="468" y="109"/>
                    <a:pt x="366" y="1"/>
                    <a:pt x="23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781" name="Google Shape;14781;p66"/>
          <p:cNvGrpSpPr/>
          <p:nvPr/>
        </p:nvGrpSpPr>
        <p:grpSpPr>
          <a:xfrm>
            <a:off x="1389645" y="1588390"/>
            <a:ext cx="332964" cy="370158"/>
            <a:chOff x="1416733" y="1512190"/>
            <a:chExt cx="332964" cy="370158"/>
          </a:xfrm>
        </p:grpSpPr>
        <p:sp>
          <p:nvSpPr>
            <p:cNvPr id="14782" name="Google Shape;14782;p66"/>
            <p:cNvSpPr/>
            <p:nvPr/>
          </p:nvSpPr>
          <p:spPr>
            <a:xfrm>
              <a:off x="1416733" y="1637596"/>
              <a:ext cx="106913" cy="144134"/>
            </a:xfrm>
            <a:custGeom>
              <a:avLst/>
              <a:gdLst/>
              <a:ahLst/>
              <a:cxnLst/>
              <a:rect l="l" t="t" r="r" b="b"/>
              <a:pathLst>
                <a:path w="4076" h="5495" extrusionOk="0">
                  <a:moveTo>
                    <a:pt x="4075" y="0"/>
                  </a:moveTo>
                  <a:cubicBezTo>
                    <a:pt x="4075" y="0"/>
                    <a:pt x="1010" y="1092"/>
                    <a:pt x="34" y="5215"/>
                  </a:cubicBezTo>
                  <a:cubicBezTo>
                    <a:pt x="0" y="5343"/>
                    <a:pt x="95" y="5472"/>
                    <a:pt x="231" y="5486"/>
                  </a:cubicBezTo>
                  <a:cubicBezTo>
                    <a:pt x="310" y="5491"/>
                    <a:pt x="405" y="5494"/>
                    <a:pt x="510" y="5494"/>
                  </a:cubicBezTo>
                  <a:cubicBezTo>
                    <a:pt x="993" y="5494"/>
                    <a:pt x="1706" y="5416"/>
                    <a:pt x="2251" y="5004"/>
                  </a:cubicBezTo>
                  <a:lnTo>
                    <a:pt x="4075"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3" name="Google Shape;14783;p66"/>
            <p:cNvSpPr/>
            <p:nvPr/>
          </p:nvSpPr>
          <p:spPr>
            <a:xfrm>
              <a:off x="1642967" y="1637596"/>
              <a:ext cx="106730" cy="144134"/>
            </a:xfrm>
            <a:custGeom>
              <a:avLst/>
              <a:gdLst/>
              <a:ahLst/>
              <a:cxnLst/>
              <a:rect l="l" t="t" r="r" b="b"/>
              <a:pathLst>
                <a:path w="4069" h="5495" extrusionOk="0">
                  <a:moveTo>
                    <a:pt x="0" y="0"/>
                  </a:moveTo>
                  <a:lnTo>
                    <a:pt x="1817" y="5004"/>
                  </a:lnTo>
                  <a:cubicBezTo>
                    <a:pt x="2362" y="5416"/>
                    <a:pt x="3080" y="5494"/>
                    <a:pt x="3561" y="5494"/>
                  </a:cubicBezTo>
                  <a:cubicBezTo>
                    <a:pt x="3666" y="5494"/>
                    <a:pt x="3760" y="5491"/>
                    <a:pt x="3838" y="5486"/>
                  </a:cubicBezTo>
                  <a:cubicBezTo>
                    <a:pt x="3973" y="5472"/>
                    <a:pt x="4068" y="5343"/>
                    <a:pt x="4034" y="5215"/>
                  </a:cubicBezTo>
                  <a:cubicBezTo>
                    <a:pt x="3058" y="1092"/>
                    <a:pt x="0" y="0"/>
                    <a:pt x="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4" name="Google Shape;14784;p66"/>
            <p:cNvSpPr/>
            <p:nvPr/>
          </p:nvSpPr>
          <p:spPr>
            <a:xfrm>
              <a:off x="1463685" y="1643472"/>
              <a:ext cx="238877" cy="238877"/>
            </a:xfrm>
            <a:custGeom>
              <a:avLst/>
              <a:gdLst/>
              <a:ahLst/>
              <a:cxnLst/>
              <a:rect l="l" t="t" r="r" b="b"/>
              <a:pathLst>
                <a:path w="9107" h="9107" extrusionOk="0">
                  <a:moveTo>
                    <a:pt x="1892" y="0"/>
                  </a:moveTo>
                  <a:cubicBezTo>
                    <a:pt x="746" y="1261"/>
                    <a:pt x="7" y="3221"/>
                    <a:pt x="7" y="5004"/>
                  </a:cubicBezTo>
                  <a:cubicBezTo>
                    <a:pt x="0" y="6272"/>
                    <a:pt x="529" y="7479"/>
                    <a:pt x="1458" y="8340"/>
                  </a:cubicBezTo>
                  <a:lnTo>
                    <a:pt x="3641" y="9106"/>
                  </a:lnTo>
                  <a:lnTo>
                    <a:pt x="5465" y="9106"/>
                  </a:lnTo>
                  <a:lnTo>
                    <a:pt x="7662" y="8333"/>
                  </a:lnTo>
                  <a:cubicBezTo>
                    <a:pt x="8578" y="7472"/>
                    <a:pt x="9100" y="6272"/>
                    <a:pt x="9100" y="5011"/>
                  </a:cubicBezTo>
                  <a:cubicBezTo>
                    <a:pt x="9107" y="3228"/>
                    <a:pt x="8367" y="1282"/>
                    <a:pt x="7235" y="14"/>
                  </a:cubicBezTo>
                  <a:lnTo>
                    <a:pt x="1892" y="0"/>
                  </a:ln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5" name="Google Shape;14785;p66"/>
            <p:cNvSpPr/>
            <p:nvPr/>
          </p:nvSpPr>
          <p:spPr>
            <a:xfrm>
              <a:off x="1506178" y="1643472"/>
              <a:ext cx="154049" cy="47765"/>
            </a:xfrm>
            <a:custGeom>
              <a:avLst/>
              <a:gdLst/>
              <a:ahLst/>
              <a:cxnLst/>
              <a:rect l="l" t="t" r="r" b="b"/>
              <a:pathLst>
                <a:path w="5873" h="1821" extrusionOk="0">
                  <a:moveTo>
                    <a:pt x="272" y="0"/>
                  </a:moveTo>
                  <a:cubicBezTo>
                    <a:pt x="184" y="102"/>
                    <a:pt x="89" y="210"/>
                    <a:pt x="1" y="326"/>
                  </a:cubicBezTo>
                  <a:cubicBezTo>
                    <a:pt x="726" y="1322"/>
                    <a:pt x="1831" y="1821"/>
                    <a:pt x="2937" y="1821"/>
                  </a:cubicBezTo>
                  <a:cubicBezTo>
                    <a:pt x="4042" y="1821"/>
                    <a:pt x="5147" y="1322"/>
                    <a:pt x="5873" y="326"/>
                  </a:cubicBezTo>
                  <a:cubicBezTo>
                    <a:pt x="5791" y="217"/>
                    <a:pt x="5703" y="115"/>
                    <a:pt x="5615" y="14"/>
                  </a:cubicBezTo>
                  <a:lnTo>
                    <a:pt x="272" y="0"/>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6" name="Google Shape;14786;p66"/>
            <p:cNvSpPr/>
            <p:nvPr/>
          </p:nvSpPr>
          <p:spPr>
            <a:xfrm>
              <a:off x="1499594" y="1643472"/>
              <a:ext cx="167216" cy="196909"/>
            </a:xfrm>
            <a:custGeom>
              <a:avLst/>
              <a:gdLst/>
              <a:ahLst/>
              <a:cxnLst/>
              <a:rect l="l" t="t" r="r" b="b"/>
              <a:pathLst>
                <a:path w="6375" h="7507" extrusionOk="0">
                  <a:moveTo>
                    <a:pt x="1140" y="0"/>
                  </a:moveTo>
                  <a:cubicBezTo>
                    <a:pt x="543" y="1004"/>
                    <a:pt x="1" y="2828"/>
                    <a:pt x="1" y="4096"/>
                  </a:cubicBezTo>
                  <a:cubicBezTo>
                    <a:pt x="1" y="5981"/>
                    <a:pt x="1425" y="7506"/>
                    <a:pt x="3188" y="7506"/>
                  </a:cubicBezTo>
                  <a:cubicBezTo>
                    <a:pt x="4944" y="7506"/>
                    <a:pt x="6375" y="5981"/>
                    <a:pt x="6375" y="4096"/>
                  </a:cubicBezTo>
                  <a:cubicBezTo>
                    <a:pt x="6375" y="2828"/>
                    <a:pt x="5825" y="1004"/>
                    <a:pt x="5235"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7" name="Google Shape;14787;p66"/>
            <p:cNvSpPr/>
            <p:nvPr/>
          </p:nvSpPr>
          <p:spPr>
            <a:xfrm>
              <a:off x="1518637" y="1643472"/>
              <a:ext cx="129157" cy="47765"/>
            </a:xfrm>
            <a:custGeom>
              <a:avLst/>
              <a:gdLst/>
              <a:ahLst/>
              <a:cxnLst/>
              <a:rect l="l" t="t" r="r" b="b"/>
              <a:pathLst>
                <a:path w="4924" h="1821" extrusionOk="0">
                  <a:moveTo>
                    <a:pt x="414" y="0"/>
                  </a:moveTo>
                  <a:cubicBezTo>
                    <a:pt x="258" y="278"/>
                    <a:pt x="116" y="563"/>
                    <a:pt x="0" y="854"/>
                  </a:cubicBezTo>
                  <a:cubicBezTo>
                    <a:pt x="695" y="1499"/>
                    <a:pt x="1579" y="1821"/>
                    <a:pt x="2462" y="1821"/>
                  </a:cubicBezTo>
                  <a:cubicBezTo>
                    <a:pt x="3345" y="1821"/>
                    <a:pt x="4228" y="1499"/>
                    <a:pt x="4923" y="854"/>
                  </a:cubicBezTo>
                  <a:cubicBezTo>
                    <a:pt x="4808" y="563"/>
                    <a:pt x="4665" y="278"/>
                    <a:pt x="4509"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8" name="Google Shape;14788;p66"/>
            <p:cNvSpPr/>
            <p:nvPr/>
          </p:nvSpPr>
          <p:spPr>
            <a:xfrm>
              <a:off x="1493745" y="1858295"/>
              <a:ext cx="71687" cy="23869"/>
            </a:xfrm>
            <a:custGeom>
              <a:avLst/>
              <a:gdLst/>
              <a:ahLst/>
              <a:cxnLst/>
              <a:rect l="l" t="t" r="r" b="b"/>
              <a:pathLst>
                <a:path w="2733" h="910" extrusionOk="0">
                  <a:moveTo>
                    <a:pt x="909" y="1"/>
                  </a:moveTo>
                  <a:cubicBezTo>
                    <a:pt x="407" y="1"/>
                    <a:pt x="0" y="408"/>
                    <a:pt x="0" y="910"/>
                  </a:cubicBezTo>
                  <a:lnTo>
                    <a:pt x="2733" y="910"/>
                  </a:lnTo>
                  <a:cubicBezTo>
                    <a:pt x="2733" y="408"/>
                    <a:pt x="2319" y="1"/>
                    <a:pt x="1817"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89" name="Google Shape;14789;p66"/>
            <p:cNvSpPr/>
            <p:nvPr/>
          </p:nvSpPr>
          <p:spPr>
            <a:xfrm>
              <a:off x="1493745" y="1858295"/>
              <a:ext cx="47686" cy="23869"/>
            </a:xfrm>
            <a:custGeom>
              <a:avLst/>
              <a:gdLst/>
              <a:ahLst/>
              <a:cxnLst/>
              <a:rect l="l" t="t" r="r" b="b"/>
              <a:pathLst>
                <a:path w="1818" h="910" extrusionOk="0">
                  <a:moveTo>
                    <a:pt x="909" y="1"/>
                  </a:moveTo>
                  <a:cubicBezTo>
                    <a:pt x="407" y="1"/>
                    <a:pt x="0" y="408"/>
                    <a:pt x="0" y="910"/>
                  </a:cubicBezTo>
                  <a:lnTo>
                    <a:pt x="909" y="910"/>
                  </a:lnTo>
                  <a:cubicBezTo>
                    <a:pt x="909" y="408"/>
                    <a:pt x="1315" y="1"/>
                    <a:pt x="1817"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0" name="Google Shape;14790;p66"/>
            <p:cNvSpPr/>
            <p:nvPr/>
          </p:nvSpPr>
          <p:spPr>
            <a:xfrm>
              <a:off x="1601156" y="1858295"/>
              <a:ext cx="71713" cy="23869"/>
            </a:xfrm>
            <a:custGeom>
              <a:avLst/>
              <a:gdLst/>
              <a:ahLst/>
              <a:cxnLst/>
              <a:rect l="l" t="t" r="r" b="b"/>
              <a:pathLst>
                <a:path w="2734" h="910" extrusionOk="0">
                  <a:moveTo>
                    <a:pt x="909" y="1"/>
                  </a:moveTo>
                  <a:cubicBezTo>
                    <a:pt x="407" y="1"/>
                    <a:pt x="1" y="408"/>
                    <a:pt x="1" y="910"/>
                  </a:cubicBezTo>
                  <a:lnTo>
                    <a:pt x="2733" y="910"/>
                  </a:lnTo>
                  <a:cubicBezTo>
                    <a:pt x="2733" y="408"/>
                    <a:pt x="2326" y="1"/>
                    <a:pt x="1825"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1" name="Google Shape;14791;p66"/>
            <p:cNvSpPr/>
            <p:nvPr/>
          </p:nvSpPr>
          <p:spPr>
            <a:xfrm>
              <a:off x="1601156" y="1858295"/>
              <a:ext cx="47870" cy="23869"/>
            </a:xfrm>
            <a:custGeom>
              <a:avLst/>
              <a:gdLst/>
              <a:ahLst/>
              <a:cxnLst/>
              <a:rect l="l" t="t" r="r" b="b"/>
              <a:pathLst>
                <a:path w="1825" h="910" extrusionOk="0">
                  <a:moveTo>
                    <a:pt x="909" y="1"/>
                  </a:moveTo>
                  <a:cubicBezTo>
                    <a:pt x="407" y="1"/>
                    <a:pt x="1" y="408"/>
                    <a:pt x="1" y="910"/>
                  </a:cubicBezTo>
                  <a:lnTo>
                    <a:pt x="909" y="910"/>
                  </a:lnTo>
                  <a:cubicBezTo>
                    <a:pt x="909" y="408"/>
                    <a:pt x="1316" y="1"/>
                    <a:pt x="1825"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2" name="Google Shape;14792;p66"/>
            <p:cNvSpPr/>
            <p:nvPr/>
          </p:nvSpPr>
          <p:spPr>
            <a:xfrm>
              <a:off x="1499594" y="1512217"/>
              <a:ext cx="167216" cy="167190"/>
            </a:xfrm>
            <a:custGeom>
              <a:avLst/>
              <a:gdLst/>
              <a:ahLst/>
              <a:cxnLst/>
              <a:rect l="l" t="t" r="r" b="b"/>
              <a:pathLst>
                <a:path w="6375" h="6374" extrusionOk="0">
                  <a:moveTo>
                    <a:pt x="3188" y="0"/>
                  </a:moveTo>
                  <a:cubicBezTo>
                    <a:pt x="1432" y="0"/>
                    <a:pt x="1" y="1424"/>
                    <a:pt x="1" y="3187"/>
                  </a:cubicBezTo>
                  <a:cubicBezTo>
                    <a:pt x="1" y="4943"/>
                    <a:pt x="1432" y="6374"/>
                    <a:pt x="3188" y="6374"/>
                  </a:cubicBezTo>
                  <a:cubicBezTo>
                    <a:pt x="4944" y="6374"/>
                    <a:pt x="6375" y="4943"/>
                    <a:pt x="6375" y="3187"/>
                  </a:cubicBezTo>
                  <a:cubicBezTo>
                    <a:pt x="6375" y="1424"/>
                    <a:pt x="4944" y="0"/>
                    <a:pt x="3188"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3" name="Google Shape;14793;p66"/>
            <p:cNvSpPr/>
            <p:nvPr/>
          </p:nvSpPr>
          <p:spPr>
            <a:xfrm>
              <a:off x="1566480" y="1620415"/>
              <a:ext cx="33286" cy="32263"/>
            </a:xfrm>
            <a:custGeom>
              <a:avLst/>
              <a:gdLst/>
              <a:ahLst/>
              <a:cxnLst/>
              <a:rect l="l" t="t" r="r" b="b"/>
              <a:pathLst>
                <a:path w="1269" h="1230" extrusionOk="0">
                  <a:moveTo>
                    <a:pt x="638" y="1"/>
                  </a:moveTo>
                  <a:cubicBezTo>
                    <a:pt x="607" y="1"/>
                    <a:pt x="577" y="11"/>
                    <a:pt x="550" y="31"/>
                  </a:cubicBezTo>
                  <a:lnTo>
                    <a:pt x="95" y="330"/>
                  </a:lnTo>
                  <a:cubicBezTo>
                    <a:pt x="14" y="384"/>
                    <a:pt x="0" y="486"/>
                    <a:pt x="55" y="560"/>
                  </a:cubicBezTo>
                  <a:lnTo>
                    <a:pt x="509" y="1164"/>
                  </a:lnTo>
                  <a:cubicBezTo>
                    <a:pt x="539" y="1208"/>
                    <a:pt x="587" y="1230"/>
                    <a:pt x="634" y="1230"/>
                  </a:cubicBezTo>
                  <a:cubicBezTo>
                    <a:pt x="682" y="1230"/>
                    <a:pt x="729" y="1208"/>
                    <a:pt x="760" y="1164"/>
                  </a:cubicBezTo>
                  <a:lnTo>
                    <a:pt x="1214" y="560"/>
                  </a:lnTo>
                  <a:cubicBezTo>
                    <a:pt x="1268" y="486"/>
                    <a:pt x="1255" y="384"/>
                    <a:pt x="1180" y="330"/>
                  </a:cubicBezTo>
                  <a:lnTo>
                    <a:pt x="726" y="31"/>
                  </a:lnTo>
                  <a:cubicBezTo>
                    <a:pt x="699" y="11"/>
                    <a:pt x="668" y="1"/>
                    <a:pt x="638"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4" name="Google Shape;14794;p66"/>
            <p:cNvSpPr/>
            <p:nvPr/>
          </p:nvSpPr>
          <p:spPr>
            <a:xfrm>
              <a:off x="1499253" y="1512190"/>
              <a:ext cx="98913" cy="167190"/>
            </a:xfrm>
            <a:custGeom>
              <a:avLst/>
              <a:gdLst/>
              <a:ahLst/>
              <a:cxnLst/>
              <a:rect l="l" t="t" r="r" b="b"/>
              <a:pathLst>
                <a:path w="3771" h="6374" extrusionOk="0">
                  <a:moveTo>
                    <a:pt x="3179" y="0"/>
                  </a:moveTo>
                  <a:cubicBezTo>
                    <a:pt x="1461" y="0"/>
                    <a:pt x="0" y="1397"/>
                    <a:pt x="0" y="3188"/>
                  </a:cubicBezTo>
                  <a:cubicBezTo>
                    <a:pt x="0" y="4981"/>
                    <a:pt x="1465" y="6374"/>
                    <a:pt x="3186" y="6374"/>
                  </a:cubicBezTo>
                  <a:cubicBezTo>
                    <a:pt x="3378" y="6374"/>
                    <a:pt x="3574" y="6357"/>
                    <a:pt x="3770" y="6320"/>
                  </a:cubicBezTo>
                  <a:cubicBezTo>
                    <a:pt x="2258" y="6042"/>
                    <a:pt x="1153" y="4727"/>
                    <a:pt x="1153" y="3188"/>
                  </a:cubicBezTo>
                  <a:cubicBezTo>
                    <a:pt x="1153" y="1649"/>
                    <a:pt x="2258" y="326"/>
                    <a:pt x="3770" y="55"/>
                  </a:cubicBezTo>
                  <a:cubicBezTo>
                    <a:pt x="3571" y="18"/>
                    <a:pt x="3373" y="0"/>
                    <a:pt x="3179"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5" name="Google Shape;14795;p66"/>
            <p:cNvSpPr/>
            <p:nvPr/>
          </p:nvSpPr>
          <p:spPr>
            <a:xfrm>
              <a:off x="1499594" y="1512217"/>
              <a:ext cx="167216" cy="86638"/>
            </a:xfrm>
            <a:custGeom>
              <a:avLst/>
              <a:gdLst/>
              <a:ahLst/>
              <a:cxnLst/>
              <a:rect l="l" t="t" r="r" b="b"/>
              <a:pathLst>
                <a:path w="6375" h="3303" extrusionOk="0">
                  <a:moveTo>
                    <a:pt x="3188" y="0"/>
                  </a:moveTo>
                  <a:cubicBezTo>
                    <a:pt x="1432" y="0"/>
                    <a:pt x="1" y="1424"/>
                    <a:pt x="1" y="3187"/>
                  </a:cubicBezTo>
                  <a:cubicBezTo>
                    <a:pt x="1" y="3221"/>
                    <a:pt x="8" y="3261"/>
                    <a:pt x="8" y="3302"/>
                  </a:cubicBezTo>
                  <a:cubicBezTo>
                    <a:pt x="72" y="2331"/>
                    <a:pt x="878" y="1704"/>
                    <a:pt x="1717" y="1704"/>
                  </a:cubicBezTo>
                  <a:cubicBezTo>
                    <a:pt x="2109" y="1704"/>
                    <a:pt x="2507" y="1841"/>
                    <a:pt x="2842" y="2143"/>
                  </a:cubicBezTo>
                  <a:cubicBezTo>
                    <a:pt x="2940" y="2231"/>
                    <a:pt x="3064" y="2275"/>
                    <a:pt x="3188" y="2275"/>
                  </a:cubicBezTo>
                  <a:cubicBezTo>
                    <a:pt x="3311" y="2275"/>
                    <a:pt x="3435" y="2231"/>
                    <a:pt x="3534" y="2143"/>
                  </a:cubicBezTo>
                  <a:cubicBezTo>
                    <a:pt x="3868" y="1838"/>
                    <a:pt x="4268" y="1701"/>
                    <a:pt x="4662" y="1701"/>
                  </a:cubicBezTo>
                  <a:cubicBezTo>
                    <a:pt x="5504" y="1701"/>
                    <a:pt x="6315" y="2331"/>
                    <a:pt x="6375" y="3302"/>
                  </a:cubicBezTo>
                  <a:cubicBezTo>
                    <a:pt x="6375" y="3261"/>
                    <a:pt x="6375" y="3221"/>
                    <a:pt x="6375" y="3187"/>
                  </a:cubicBezTo>
                  <a:cubicBezTo>
                    <a:pt x="6375" y="1424"/>
                    <a:pt x="4951" y="0"/>
                    <a:pt x="3188"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6" name="Google Shape;14796;p66"/>
            <p:cNvSpPr/>
            <p:nvPr/>
          </p:nvSpPr>
          <p:spPr>
            <a:xfrm>
              <a:off x="1499594" y="1512217"/>
              <a:ext cx="98572" cy="86638"/>
            </a:xfrm>
            <a:custGeom>
              <a:avLst/>
              <a:gdLst/>
              <a:ahLst/>
              <a:cxnLst/>
              <a:rect l="l" t="t" r="r" b="b"/>
              <a:pathLst>
                <a:path w="3758" h="3303" extrusionOk="0">
                  <a:moveTo>
                    <a:pt x="3188" y="0"/>
                  </a:moveTo>
                  <a:cubicBezTo>
                    <a:pt x="1432" y="0"/>
                    <a:pt x="1" y="1424"/>
                    <a:pt x="1" y="3187"/>
                  </a:cubicBezTo>
                  <a:cubicBezTo>
                    <a:pt x="1" y="3221"/>
                    <a:pt x="8" y="3261"/>
                    <a:pt x="8" y="3302"/>
                  </a:cubicBezTo>
                  <a:cubicBezTo>
                    <a:pt x="62" y="2482"/>
                    <a:pt x="686" y="1824"/>
                    <a:pt x="1499" y="1722"/>
                  </a:cubicBezTo>
                  <a:cubicBezTo>
                    <a:pt x="1954" y="848"/>
                    <a:pt x="2788" y="231"/>
                    <a:pt x="3757" y="54"/>
                  </a:cubicBezTo>
                  <a:cubicBezTo>
                    <a:pt x="3567" y="20"/>
                    <a:pt x="3378" y="0"/>
                    <a:pt x="3188"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7" name="Google Shape;14797;p66"/>
            <p:cNvSpPr/>
            <p:nvPr/>
          </p:nvSpPr>
          <p:spPr>
            <a:xfrm>
              <a:off x="1535529" y="1583877"/>
              <a:ext cx="23869" cy="29745"/>
            </a:xfrm>
            <a:custGeom>
              <a:avLst/>
              <a:gdLst/>
              <a:ahLst/>
              <a:cxnLst/>
              <a:rect l="l" t="t" r="r" b="b"/>
              <a:pathLst>
                <a:path w="910" h="1134" extrusionOk="0">
                  <a:moveTo>
                    <a:pt x="455" y="1"/>
                  </a:moveTo>
                  <a:cubicBezTo>
                    <a:pt x="204" y="1"/>
                    <a:pt x="0" y="204"/>
                    <a:pt x="0" y="455"/>
                  </a:cubicBezTo>
                  <a:lnTo>
                    <a:pt x="0" y="679"/>
                  </a:lnTo>
                  <a:cubicBezTo>
                    <a:pt x="0" y="930"/>
                    <a:pt x="204" y="1133"/>
                    <a:pt x="455" y="1133"/>
                  </a:cubicBezTo>
                  <a:cubicBezTo>
                    <a:pt x="459" y="1133"/>
                    <a:pt x="463" y="1133"/>
                    <a:pt x="467" y="1133"/>
                  </a:cubicBezTo>
                  <a:cubicBezTo>
                    <a:pt x="712" y="1133"/>
                    <a:pt x="909" y="926"/>
                    <a:pt x="909" y="679"/>
                  </a:cubicBezTo>
                  <a:lnTo>
                    <a:pt x="909" y="455"/>
                  </a:lnTo>
                  <a:cubicBezTo>
                    <a:pt x="909" y="204"/>
                    <a:pt x="706" y="1"/>
                    <a:pt x="45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8" name="Google Shape;14798;p66"/>
            <p:cNvSpPr/>
            <p:nvPr/>
          </p:nvSpPr>
          <p:spPr>
            <a:xfrm>
              <a:off x="1541404" y="1589753"/>
              <a:ext cx="11935" cy="11935"/>
            </a:xfrm>
            <a:custGeom>
              <a:avLst/>
              <a:gdLst/>
              <a:ahLst/>
              <a:cxnLst/>
              <a:rect l="l" t="t" r="r" b="b"/>
              <a:pathLst>
                <a:path w="455" h="455" extrusionOk="0">
                  <a:moveTo>
                    <a:pt x="231" y="0"/>
                  </a:moveTo>
                  <a:cubicBezTo>
                    <a:pt x="102" y="0"/>
                    <a:pt x="0" y="102"/>
                    <a:pt x="0" y="231"/>
                  </a:cubicBezTo>
                  <a:cubicBezTo>
                    <a:pt x="0" y="353"/>
                    <a:pt x="102" y="455"/>
                    <a:pt x="231" y="455"/>
                  </a:cubicBezTo>
                  <a:cubicBezTo>
                    <a:pt x="353" y="455"/>
                    <a:pt x="455" y="353"/>
                    <a:pt x="455" y="231"/>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99" name="Google Shape;14799;p66"/>
            <p:cNvSpPr/>
            <p:nvPr/>
          </p:nvSpPr>
          <p:spPr>
            <a:xfrm>
              <a:off x="1607032" y="1583877"/>
              <a:ext cx="23843" cy="29719"/>
            </a:xfrm>
            <a:custGeom>
              <a:avLst/>
              <a:gdLst/>
              <a:ahLst/>
              <a:cxnLst/>
              <a:rect l="l" t="t" r="r" b="b"/>
              <a:pathLst>
                <a:path w="909" h="1133" extrusionOk="0">
                  <a:moveTo>
                    <a:pt x="455" y="1"/>
                  </a:moveTo>
                  <a:cubicBezTo>
                    <a:pt x="204" y="1"/>
                    <a:pt x="0" y="204"/>
                    <a:pt x="0" y="455"/>
                  </a:cubicBezTo>
                  <a:lnTo>
                    <a:pt x="0" y="679"/>
                  </a:lnTo>
                  <a:cubicBezTo>
                    <a:pt x="0" y="930"/>
                    <a:pt x="204" y="1133"/>
                    <a:pt x="455" y="1133"/>
                  </a:cubicBezTo>
                  <a:cubicBezTo>
                    <a:pt x="705" y="1133"/>
                    <a:pt x="909" y="930"/>
                    <a:pt x="909" y="679"/>
                  </a:cubicBezTo>
                  <a:lnTo>
                    <a:pt x="909" y="455"/>
                  </a:lnTo>
                  <a:cubicBezTo>
                    <a:pt x="909" y="204"/>
                    <a:pt x="705" y="1"/>
                    <a:pt x="45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0" name="Google Shape;14800;p66"/>
            <p:cNvSpPr/>
            <p:nvPr/>
          </p:nvSpPr>
          <p:spPr>
            <a:xfrm>
              <a:off x="1613065" y="1589753"/>
              <a:ext cx="11961" cy="11935"/>
            </a:xfrm>
            <a:custGeom>
              <a:avLst/>
              <a:gdLst/>
              <a:ahLst/>
              <a:cxnLst/>
              <a:rect l="l" t="t" r="r" b="b"/>
              <a:pathLst>
                <a:path w="456" h="455" extrusionOk="0">
                  <a:moveTo>
                    <a:pt x="225" y="0"/>
                  </a:moveTo>
                  <a:cubicBezTo>
                    <a:pt x="103" y="0"/>
                    <a:pt x="1" y="102"/>
                    <a:pt x="1" y="231"/>
                  </a:cubicBezTo>
                  <a:cubicBezTo>
                    <a:pt x="1" y="353"/>
                    <a:pt x="103" y="455"/>
                    <a:pt x="225" y="455"/>
                  </a:cubicBezTo>
                  <a:cubicBezTo>
                    <a:pt x="353" y="455"/>
                    <a:pt x="455" y="353"/>
                    <a:pt x="455" y="231"/>
                  </a:cubicBezTo>
                  <a:cubicBezTo>
                    <a:pt x="455" y="102"/>
                    <a:pt x="353" y="0"/>
                    <a:pt x="22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01" name="Google Shape;14801;p66"/>
          <p:cNvGrpSpPr/>
          <p:nvPr/>
        </p:nvGrpSpPr>
        <p:grpSpPr>
          <a:xfrm>
            <a:off x="5219278" y="2982305"/>
            <a:ext cx="342852" cy="370079"/>
            <a:chOff x="5246366" y="2906105"/>
            <a:chExt cx="342852" cy="370079"/>
          </a:xfrm>
        </p:grpSpPr>
        <p:sp>
          <p:nvSpPr>
            <p:cNvPr id="14802" name="Google Shape;14802;p66"/>
            <p:cNvSpPr/>
            <p:nvPr/>
          </p:nvSpPr>
          <p:spPr>
            <a:xfrm>
              <a:off x="5410172" y="3089033"/>
              <a:ext cx="179046" cy="163701"/>
            </a:xfrm>
            <a:custGeom>
              <a:avLst/>
              <a:gdLst/>
              <a:ahLst/>
              <a:cxnLst/>
              <a:rect l="l" t="t" r="r" b="b"/>
              <a:pathLst>
                <a:path w="6826" h="6241" extrusionOk="0">
                  <a:moveTo>
                    <a:pt x="6548" y="1"/>
                  </a:moveTo>
                  <a:cubicBezTo>
                    <a:pt x="6513" y="1"/>
                    <a:pt x="6476" y="10"/>
                    <a:pt x="6440" y="29"/>
                  </a:cubicBezTo>
                  <a:cubicBezTo>
                    <a:pt x="2420" y="2029"/>
                    <a:pt x="677" y="4762"/>
                    <a:pt x="80" y="5907"/>
                  </a:cubicBezTo>
                  <a:cubicBezTo>
                    <a:pt x="1" y="6067"/>
                    <a:pt x="126" y="6240"/>
                    <a:pt x="284" y="6240"/>
                  </a:cubicBezTo>
                  <a:cubicBezTo>
                    <a:pt x="315" y="6240"/>
                    <a:pt x="347" y="6234"/>
                    <a:pt x="379" y="6219"/>
                  </a:cubicBezTo>
                  <a:cubicBezTo>
                    <a:pt x="4678" y="4348"/>
                    <a:pt x="6264" y="1500"/>
                    <a:pt x="6759" y="320"/>
                  </a:cubicBezTo>
                  <a:cubicBezTo>
                    <a:pt x="6825" y="161"/>
                    <a:pt x="6699" y="1"/>
                    <a:pt x="6548"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3" name="Google Shape;14803;p66"/>
            <p:cNvSpPr/>
            <p:nvPr/>
          </p:nvSpPr>
          <p:spPr>
            <a:xfrm>
              <a:off x="5405687" y="3137611"/>
              <a:ext cx="24210" cy="138573"/>
            </a:xfrm>
            <a:custGeom>
              <a:avLst/>
              <a:gdLst/>
              <a:ahLst/>
              <a:cxnLst/>
              <a:rect l="l" t="t" r="r" b="b"/>
              <a:pathLst>
                <a:path w="923" h="5283" extrusionOk="0">
                  <a:moveTo>
                    <a:pt x="0" y="1"/>
                  </a:moveTo>
                  <a:lnTo>
                    <a:pt x="0" y="4828"/>
                  </a:lnTo>
                  <a:cubicBezTo>
                    <a:pt x="0" y="5079"/>
                    <a:pt x="211" y="5283"/>
                    <a:pt x="461" y="5283"/>
                  </a:cubicBezTo>
                  <a:cubicBezTo>
                    <a:pt x="719" y="5283"/>
                    <a:pt x="923" y="5079"/>
                    <a:pt x="923" y="4822"/>
                  </a:cubicBezTo>
                  <a:lnTo>
                    <a:pt x="923" y="1"/>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4" name="Google Shape;14804;p66"/>
            <p:cNvSpPr/>
            <p:nvPr/>
          </p:nvSpPr>
          <p:spPr>
            <a:xfrm>
              <a:off x="5381660" y="2906105"/>
              <a:ext cx="72237" cy="87110"/>
            </a:xfrm>
            <a:custGeom>
              <a:avLst/>
              <a:gdLst/>
              <a:ahLst/>
              <a:cxnLst/>
              <a:rect l="l" t="t" r="r" b="b"/>
              <a:pathLst>
                <a:path w="2754" h="3321" extrusionOk="0">
                  <a:moveTo>
                    <a:pt x="1378" y="0"/>
                  </a:moveTo>
                  <a:cubicBezTo>
                    <a:pt x="1311" y="0"/>
                    <a:pt x="1245" y="29"/>
                    <a:pt x="1201" y="87"/>
                  </a:cubicBezTo>
                  <a:cubicBezTo>
                    <a:pt x="971" y="371"/>
                    <a:pt x="550" y="921"/>
                    <a:pt x="1" y="1707"/>
                  </a:cubicBezTo>
                  <a:lnTo>
                    <a:pt x="693" y="3321"/>
                  </a:lnTo>
                  <a:lnTo>
                    <a:pt x="2300" y="3321"/>
                  </a:lnTo>
                  <a:lnTo>
                    <a:pt x="2754" y="1707"/>
                  </a:lnTo>
                  <a:cubicBezTo>
                    <a:pt x="2211" y="921"/>
                    <a:pt x="1784" y="371"/>
                    <a:pt x="1561" y="87"/>
                  </a:cubicBezTo>
                  <a:cubicBezTo>
                    <a:pt x="1513" y="29"/>
                    <a:pt x="1445" y="0"/>
                    <a:pt x="1378" y="0"/>
                  </a:cubicBezTo>
                  <a:close/>
                </a:path>
              </a:pathLst>
            </a:custGeom>
            <a:solidFill>
              <a:srgbClr val="B0BB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5" name="Google Shape;14805;p66"/>
            <p:cNvSpPr/>
            <p:nvPr/>
          </p:nvSpPr>
          <p:spPr>
            <a:xfrm>
              <a:off x="5343076" y="2934093"/>
              <a:ext cx="168108" cy="215820"/>
            </a:xfrm>
            <a:custGeom>
              <a:avLst/>
              <a:gdLst/>
              <a:ahLst/>
              <a:cxnLst/>
              <a:rect l="l" t="t" r="r" b="b"/>
              <a:pathLst>
                <a:path w="6409" h="8228" extrusionOk="0">
                  <a:moveTo>
                    <a:pt x="4723" y="1"/>
                  </a:moveTo>
                  <a:cubicBezTo>
                    <a:pt x="4666" y="1"/>
                    <a:pt x="4609" y="23"/>
                    <a:pt x="4564" y="70"/>
                  </a:cubicBezTo>
                  <a:cubicBezTo>
                    <a:pt x="4069" y="559"/>
                    <a:pt x="2869" y="1800"/>
                    <a:pt x="2069" y="2952"/>
                  </a:cubicBezTo>
                  <a:cubicBezTo>
                    <a:pt x="1" y="5909"/>
                    <a:pt x="1357" y="8221"/>
                    <a:pt x="2848" y="8228"/>
                  </a:cubicBezTo>
                  <a:cubicBezTo>
                    <a:pt x="4815" y="8228"/>
                    <a:pt x="6408" y="6634"/>
                    <a:pt x="6408" y="4668"/>
                  </a:cubicBezTo>
                  <a:cubicBezTo>
                    <a:pt x="6408" y="3129"/>
                    <a:pt x="5323" y="898"/>
                    <a:pt x="4923" y="125"/>
                  </a:cubicBezTo>
                  <a:cubicBezTo>
                    <a:pt x="4884" y="45"/>
                    <a:pt x="4804" y="1"/>
                    <a:pt x="4723"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6" name="Google Shape;14806;p66"/>
            <p:cNvSpPr/>
            <p:nvPr/>
          </p:nvSpPr>
          <p:spPr>
            <a:xfrm>
              <a:off x="5324584" y="2934093"/>
              <a:ext cx="168108" cy="215820"/>
            </a:xfrm>
            <a:custGeom>
              <a:avLst/>
              <a:gdLst/>
              <a:ahLst/>
              <a:cxnLst/>
              <a:rect l="l" t="t" r="r" b="b"/>
              <a:pathLst>
                <a:path w="6409" h="8228" extrusionOk="0">
                  <a:moveTo>
                    <a:pt x="1685" y="1"/>
                  </a:moveTo>
                  <a:cubicBezTo>
                    <a:pt x="1603" y="1"/>
                    <a:pt x="1522" y="45"/>
                    <a:pt x="1479" y="125"/>
                  </a:cubicBezTo>
                  <a:cubicBezTo>
                    <a:pt x="1079" y="898"/>
                    <a:pt x="0" y="3129"/>
                    <a:pt x="0" y="4668"/>
                  </a:cubicBezTo>
                  <a:cubicBezTo>
                    <a:pt x="0" y="6634"/>
                    <a:pt x="1594" y="8228"/>
                    <a:pt x="3560" y="8228"/>
                  </a:cubicBezTo>
                  <a:cubicBezTo>
                    <a:pt x="5052" y="8221"/>
                    <a:pt x="6408" y="5909"/>
                    <a:pt x="4340" y="2952"/>
                  </a:cubicBezTo>
                  <a:cubicBezTo>
                    <a:pt x="3540" y="1800"/>
                    <a:pt x="2333" y="559"/>
                    <a:pt x="1845" y="70"/>
                  </a:cubicBezTo>
                  <a:cubicBezTo>
                    <a:pt x="1800" y="23"/>
                    <a:pt x="1742" y="1"/>
                    <a:pt x="1685"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07" name="Google Shape;14807;p66"/>
            <p:cNvSpPr/>
            <p:nvPr/>
          </p:nvSpPr>
          <p:spPr>
            <a:xfrm>
              <a:off x="5246366" y="3089033"/>
              <a:ext cx="179046" cy="163701"/>
            </a:xfrm>
            <a:custGeom>
              <a:avLst/>
              <a:gdLst/>
              <a:ahLst/>
              <a:cxnLst/>
              <a:rect l="l" t="t" r="r" b="b"/>
              <a:pathLst>
                <a:path w="6826" h="6241" extrusionOk="0">
                  <a:moveTo>
                    <a:pt x="282" y="1"/>
                  </a:moveTo>
                  <a:cubicBezTo>
                    <a:pt x="127" y="1"/>
                    <a:pt x="1" y="161"/>
                    <a:pt x="67" y="320"/>
                  </a:cubicBezTo>
                  <a:cubicBezTo>
                    <a:pt x="562" y="1500"/>
                    <a:pt x="2148" y="4348"/>
                    <a:pt x="6447" y="6219"/>
                  </a:cubicBezTo>
                  <a:cubicBezTo>
                    <a:pt x="6479" y="6234"/>
                    <a:pt x="6511" y="6240"/>
                    <a:pt x="6541" y="6240"/>
                  </a:cubicBezTo>
                  <a:cubicBezTo>
                    <a:pt x="6700" y="6240"/>
                    <a:pt x="6825" y="6067"/>
                    <a:pt x="6746" y="5907"/>
                  </a:cubicBezTo>
                  <a:cubicBezTo>
                    <a:pt x="6156" y="4762"/>
                    <a:pt x="4406" y="2029"/>
                    <a:pt x="392" y="29"/>
                  </a:cubicBezTo>
                  <a:cubicBezTo>
                    <a:pt x="355" y="10"/>
                    <a:pt x="318" y="1"/>
                    <a:pt x="282"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08" name="Google Shape;14808;p66"/>
          <p:cNvGrpSpPr/>
          <p:nvPr/>
        </p:nvGrpSpPr>
        <p:grpSpPr>
          <a:xfrm>
            <a:off x="822579" y="2511083"/>
            <a:ext cx="371259" cy="366249"/>
            <a:chOff x="849667" y="2434883"/>
            <a:chExt cx="371259" cy="366249"/>
          </a:xfrm>
        </p:grpSpPr>
        <p:sp>
          <p:nvSpPr>
            <p:cNvPr id="14809" name="Google Shape;14809;p66"/>
            <p:cNvSpPr/>
            <p:nvPr/>
          </p:nvSpPr>
          <p:spPr>
            <a:xfrm>
              <a:off x="956607" y="2434883"/>
              <a:ext cx="258628" cy="145367"/>
            </a:xfrm>
            <a:custGeom>
              <a:avLst/>
              <a:gdLst/>
              <a:ahLst/>
              <a:cxnLst/>
              <a:rect l="l" t="t" r="r" b="b"/>
              <a:pathLst>
                <a:path w="9860" h="5542" extrusionOk="0">
                  <a:moveTo>
                    <a:pt x="3972" y="1"/>
                  </a:moveTo>
                  <a:cubicBezTo>
                    <a:pt x="3899" y="1"/>
                    <a:pt x="3825" y="19"/>
                    <a:pt x="3757" y="56"/>
                  </a:cubicBezTo>
                  <a:cubicBezTo>
                    <a:pt x="2469" y="768"/>
                    <a:pt x="1675" y="2009"/>
                    <a:pt x="1675" y="2009"/>
                  </a:cubicBezTo>
                  <a:lnTo>
                    <a:pt x="1397" y="1893"/>
                  </a:lnTo>
                  <a:cubicBezTo>
                    <a:pt x="1335" y="1864"/>
                    <a:pt x="1271" y="1851"/>
                    <a:pt x="1207" y="1851"/>
                  </a:cubicBezTo>
                  <a:cubicBezTo>
                    <a:pt x="1063" y="1851"/>
                    <a:pt x="926" y="1922"/>
                    <a:pt x="841" y="2049"/>
                  </a:cubicBezTo>
                  <a:cubicBezTo>
                    <a:pt x="21" y="3304"/>
                    <a:pt x="0" y="5541"/>
                    <a:pt x="0" y="5541"/>
                  </a:cubicBezTo>
                  <a:lnTo>
                    <a:pt x="7798" y="4172"/>
                  </a:lnTo>
                  <a:lnTo>
                    <a:pt x="9595" y="2897"/>
                  </a:lnTo>
                  <a:cubicBezTo>
                    <a:pt x="9853" y="2714"/>
                    <a:pt x="9860" y="2348"/>
                    <a:pt x="9615" y="2158"/>
                  </a:cubicBezTo>
                  <a:cubicBezTo>
                    <a:pt x="8598" y="1412"/>
                    <a:pt x="7269" y="1215"/>
                    <a:pt x="7269" y="1215"/>
                  </a:cubicBezTo>
                  <a:lnTo>
                    <a:pt x="7385" y="653"/>
                  </a:lnTo>
                  <a:cubicBezTo>
                    <a:pt x="7443" y="368"/>
                    <a:pt x="7217" y="108"/>
                    <a:pt x="6932" y="108"/>
                  </a:cubicBezTo>
                  <a:cubicBezTo>
                    <a:pt x="6918" y="108"/>
                    <a:pt x="6904" y="109"/>
                    <a:pt x="6890" y="110"/>
                  </a:cubicBezTo>
                  <a:cubicBezTo>
                    <a:pt x="6103" y="191"/>
                    <a:pt x="5344" y="415"/>
                    <a:pt x="4632" y="761"/>
                  </a:cubicBezTo>
                  <a:lnTo>
                    <a:pt x="4381" y="253"/>
                  </a:lnTo>
                  <a:cubicBezTo>
                    <a:pt x="4301" y="92"/>
                    <a:pt x="4139" y="1"/>
                    <a:pt x="397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0" name="Google Shape;14810;p66"/>
            <p:cNvSpPr/>
            <p:nvPr/>
          </p:nvSpPr>
          <p:spPr>
            <a:xfrm>
              <a:off x="1078078" y="2454661"/>
              <a:ext cx="393" cy="210"/>
            </a:xfrm>
            <a:custGeom>
              <a:avLst/>
              <a:gdLst/>
              <a:ahLst/>
              <a:cxnLst/>
              <a:rect l="l" t="t" r="r" b="b"/>
              <a:pathLst>
                <a:path w="15" h="8" extrusionOk="0">
                  <a:moveTo>
                    <a:pt x="1" y="7"/>
                  </a:moveTo>
                  <a:lnTo>
                    <a:pt x="14" y="0"/>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1" name="Google Shape;14811;p66"/>
            <p:cNvSpPr/>
            <p:nvPr/>
          </p:nvSpPr>
          <p:spPr>
            <a:xfrm>
              <a:off x="956790" y="2434883"/>
              <a:ext cx="121314" cy="145183"/>
            </a:xfrm>
            <a:custGeom>
              <a:avLst/>
              <a:gdLst/>
              <a:ahLst/>
              <a:cxnLst/>
              <a:rect l="l" t="t" r="r" b="b"/>
              <a:pathLst>
                <a:path w="4625" h="5535" extrusionOk="0">
                  <a:moveTo>
                    <a:pt x="3968" y="1"/>
                  </a:moveTo>
                  <a:cubicBezTo>
                    <a:pt x="3895" y="1"/>
                    <a:pt x="3820" y="19"/>
                    <a:pt x="3750" y="56"/>
                  </a:cubicBezTo>
                  <a:cubicBezTo>
                    <a:pt x="2462" y="768"/>
                    <a:pt x="1668" y="2009"/>
                    <a:pt x="1668" y="2009"/>
                  </a:cubicBezTo>
                  <a:lnTo>
                    <a:pt x="1390" y="1893"/>
                  </a:lnTo>
                  <a:cubicBezTo>
                    <a:pt x="1332" y="1868"/>
                    <a:pt x="1272" y="1856"/>
                    <a:pt x="1212" y="1856"/>
                  </a:cubicBezTo>
                  <a:cubicBezTo>
                    <a:pt x="1061" y="1856"/>
                    <a:pt x="913" y="1932"/>
                    <a:pt x="821" y="2063"/>
                  </a:cubicBezTo>
                  <a:cubicBezTo>
                    <a:pt x="14" y="3317"/>
                    <a:pt x="0" y="5535"/>
                    <a:pt x="0" y="5535"/>
                  </a:cubicBezTo>
                  <a:lnTo>
                    <a:pt x="1648" y="5257"/>
                  </a:lnTo>
                  <a:cubicBezTo>
                    <a:pt x="1648" y="4456"/>
                    <a:pt x="2116" y="3473"/>
                    <a:pt x="2557" y="2809"/>
                  </a:cubicBezTo>
                  <a:cubicBezTo>
                    <a:pt x="3079" y="2036"/>
                    <a:pt x="3641" y="1263"/>
                    <a:pt x="4625" y="761"/>
                  </a:cubicBezTo>
                  <a:lnTo>
                    <a:pt x="4374" y="253"/>
                  </a:lnTo>
                  <a:cubicBezTo>
                    <a:pt x="4294" y="92"/>
                    <a:pt x="4135" y="1"/>
                    <a:pt x="3968"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2" name="Google Shape;14812;p66"/>
            <p:cNvSpPr/>
            <p:nvPr/>
          </p:nvSpPr>
          <p:spPr>
            <a:xfrm>
              <a:off x="869287" y="2681944"/>
              <a:ext cx="100854" cy="95372"/>
            </a:xfrm>
            <a:custGeom>
              <a:avLst/>
              <a:gdLst/>
              <a:ahLst/>
              <a:cxnLst/>
              <a:rect l="l" t="t" r="r" b="b"/>
              <a:pathLst>
                <a:path w="3845" h="3636" extrusionOk="0">
                  <a:moveTo>
                    <a:pt x="2245" y="1"/>
                  </a:moveTo>
                  <a:lnTo>
                    <a:pt x="807" y="1432"/>
                  </a:lnTo>
                  <a:cubicBezTo>
                    <a:pt x="0" y="2245"/>
                    <a:pt x="570" y="3635"/>
                    <a:pt x="1722" y="3635"/>
                  </a:cubicBezTo>
                  <a:cubicBezTo>
                    <a:pt x="2896" y="3635"/>
                    <a:pt x="3845" y="2679"/>
                    <a:pt x="3845" y="1506"/>
                  </a:cubicBezTo>
                  <a:lnTo>
                    <a:pt x="3845" y="1"/>
                  </a:ln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3" name="Google Shape;14813;p66"/>
            <p:cNvSpPr/>
            <p:nvPr/>
          </p:nvSpPr>
          <p:spPr>
            <a:xfrm>
              <a:off x="880828" y="2681944"/>
              <a:ext cx="89313" cy="95372"/>
            </a:xfrm>
            <a:custGeom>
              <a:avLst/>
              <a:gdLst/>
              <a:ahLst/>
              <a:cxnLst/>
              <a:rect l="l" t="t" r="r" b="b"/>
              <a:pathLst>
                <a:path w="3405" h="3636" extrusionOk="0">
                  <a:moveTo>
                    <a:pt x="2951" y="1"/>
                  </a:moveTo>
                  <a:lnTo>
                    <a:pt x="2951" y="591"/>
                  </a:lnTo>
                  <a:cubicBezTo>
                    <a:pt x="2951" y="1771"/>
                    <a:pt x="2001" y="2720"/>
                    <a:pt x="828" y="2720"/>
                  </a:cubicBezTo>
                  <a:cubicBezTo>
                    <a:pt x="523" y="2720"/>
                    <a:pt x="231" y="2611"/>
                    <a:pt x="1" y="2415"/>
                  </a:cubicBezTo>
                  <a:lnTo>
                    <a:pt x="1" y="2415"/>
                  </a:lnTo>
                  <a:cubicBezTo>
                    <a:pt x="35" y="3100"/>
                    <a:pt x="598" y="3628"/>
                    <a:pt x="1282" y="3635"/>
                  </a:cubicBezTo>
                  <a:cubicBezTo>
                    <a:pt x="2456" y="3635"/>
                    <a:pt x="3405" y="2679"/>
                    <a:pt x="3405" y="1506"/>
                  </a:cubicBezTo>
                  <a:lnTo>
                    <a:pt x="3405" y="1"/>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4" name="Google Shape;14814;p66"/>
            <p:cNvSpPr/>
            <p:nvPr/>
          </p:nvSpPr>
          <p:spPr>
            <a:xfrm>
              <a:off x="946456" y="2490674"/>
              <a:ext cx="274471" cy="310458"/>
            </a:xfrm>
            <a:custGeom>
              <a:avLst/>
              <a:gdLst/>
              <a:ahLst/>
              <a:cxnLst/>
              <a:rect l="l" t="t" r="r" b="b"/>
              <a:pathLst>
                <a:path w="10464" h="11836" extrusionOk="0">
                  <a:moveTo>
                    <a:pt x="5234" y="0"/>
                  </a:moveTo>
                  <a:cubicBezTo>
                    <a:pt x="5169" y="0"/>
                    <a:pt x="5104" y="1"/>
                    <a:pt x="5039" y="4"/>
                  </a:cubicBezTo>
                  <a:cubicBezTo>
                    <a:pt x="2205" y="105"/>
                    <a:pt x="1" y="2519"/>
                    <a:pt x="1" y="5360"/>
                  </a:cubicBezTo>
                  <a:lnTo>
                    <a:pt x="1" y="7591"/>
                  </a:lnTo>
                  <a:cubicBezTo>
                    <a:pt x="543" y="7781"/>
                    <a:pt x="903" y="8296"/>
                    <a:pt x="903" y="8873"/>
                  </a:cubicBezTo>
                  <a:lnTo>
                    <a:pt x="903" y="11382"/>
                  </a:lnTo>
                  <a:cubicBezTo>
                    <a:pt x="903" y="11632"/>
                    <a:pt x="1106" y="11836"/>
                    <a:pt x="1357" y="11836"/>
                  </a:cubicBezTo>
                  <a:lnTo>
                    <a:pt x="10002" y="11836"/>
                  </a:lnTo>
                  <a:cubicBezTo>
                    <a:pt x="10253" y="11836"/>
                    <a:pt x="10464" y="11632"/>
                    <a:pt x="10464" y="11382"/>
                  </a:cubicBezTo>
                  <a:lnTo>
                    <a:pt x="10464" y="5232"/>
                  </a:lnTo>
                  <a:cubicBezTo>
                    <a:pt x="10464" y="2334"/>
                    <a:pt x="8109" y="0"/>
                    <a:pt x="5234"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5" name="Google Shape;14815;p66"/>
            <p:cNvSpPr/>
            <p:nvPr/>
          </p:nvSpPr>
          <p:spPr>
            <a:xfrm>
              <a:off x="946456" y="2490753"/>
              <a:ext cx="172908" cy="310380"/>
            </a:xfrm>
            <a:custGeom>
              <a:avLst/>
              <a:gdLst/>
              <a:ahLst/>
              <a:cxnLst/>
              <a:rect l="l" t="t" r="r" b="b"/>
              <a:pathLst>
                <a:path w="6592" h="11833" extrusionOk="0">
                  <a:moveTo>
                    <a:pt x="5230" y="1"/>
                  </a:moveTo>
                  <a:cubicBezTo>
                    <a:pt x="5076" y="1"/>
                    <a:pt x="4922" y="7"/>
                    <a:pt x="4768" y="21"/>
                  </a:cubicBezTo>
                  <a:cubicBezTo>
                    <a:pt x="2042" y="258"/>
                    <a:pt x="1" y="2618"/>
                    <a:pt x="1" y="5351"/>
                  </a:cubicBezTo>
                  <a:lnTo>
                    <a:pt x="1" y="7588"/>
                  </a:lnTo>
                  <a:cubicBezTo>
                    <a:pt x="543" y="7778"/>
                    <a:pt x="903" y="8293"/>
                    <a:pt x="903" y="8870"/>
                  </a:cubicBezTo>
                  <a:lnTo>
                    <a:pt x="903" y="11379"/>
                  </a:lnTo>
                  <a:cubicBezTo>
                    <a:pt x="903" y="11629"/>
                    <a:pt x="1106" y="11833"/>
                    <a:pt x="1357" y="11833"/>
                  </a:cubicBezTo>
                  <a:lnTo>
                    <a:pt x="2727" y="11833"/>
                  </a:lnTo>
                  <a:lnTo>
                    <a:pt x="2727" y="5229"/>
                  </a:lnTo>
                  <a:cubicBezTo>
                    <a:pt x="2727" y="2869"/>
                    <a:pt x="4313" y="794"/>
                    <a:pt x="6592" y="177"/>
                  </a:cubicBezTo>
                  <a:cubicBezTo>
                    <a:pt x="6145" y="60"/>
                    <a:pt x="5688" y="1"/>
                    <a:pt x="5230" y="1"/>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6" name="Google Shape;14816;p66"/>
            <p:cNvSpPr/>
            <p:nvPr/>
          </p:nvSpPr>
          <p:spPr>
            <a:xfrm>
              <a:off x="850952" y="2598506"/>
              <a:ext cx="156200" cy="100592"/>
            </a:xfrm>
            <a:custGeom>
              <a:avLst/>
              <a:gdLst/>
              <a:ahLst/>
              <a:cxnLst/>
              <a:rect l="l" t="t" r="r" b="b"/>
              <a:pathLst>
                <a:path w="5955" h="3835" extrusionOk="0">
                  <a:moveTo>
                    <a:pt x="4257" y="1"/>
                  </a:moveTo>
                  <a:cubicBezTo>
                    <a:pt x="4248" y="1"/>
                    <a:pt x="4240" y="1"/>
                    <a:pt x="4232" y="2"/>
                  </a:cubicBezTo>
                  <a:cubicBezTo>
                    <a:pt x="3242" y="103"/>
                    <a:pt x="191" y="510"/>
                    <a:pt x="1" y="3141"/>
                  </a:cubicBezTo>
                  <a:lnTo>
                    <a:pt x="306" y="3399"/>
                  </a:lnTo>
                  <a:lnTo>
                    <a:pt x="3181" y="3399"/>
                  </a:lnTo>
                  <a:cubicBezTo>
                    <a:pt x="3513" y="3399"/>
                    <a:pt x="3839" y="3521"/>
                    <a:pt x="4090" y="3745"/>
                  </a:cubicBezTo>
                  <a:cubicBezTo>
                    <a:pt x="4153" y="3805"/>
                    <a:pt x="4234" y="3834"/>
                    <a:pt x="4316" y="3834"/>
                  </a:cubicBezTo>
                  <a:cubicBezTo>
                    <a:pt x="4409" y="3834"/>
                    <a:pt x="4502" y="3796"/>
                    <a:pt x="4571" y="3724"/>
                  </a:cubicBezTo>
                  <a:cubicBezTo>
                    <a:pt x="5954" y="2246"/>
                    <a:pt x="4835" y="510"/>
                    <a:pt x="4679" y="259"/>
                  </a:cubicBezTo>
                  <a:cubicBezTo>
                    <a:pt x="4583" y="106"/>
                    <a:pt x="4397" y="1"/>
                    <a:pt x="4257"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7" name="Google Shape;14817;p66"/>
            <p:cNvSpPr/>
            <p:nvPr/>
          </p:nvSpPr>
          <p:spPr>
            <a:xfrm>
              <a:off x="855936" y="2664160"/>
              <a:ext cx="131281" cy="34938"/>
            </a:xfrm>
            <a:custGeom>
              <a:avLst/>
              <a:gdLst/>
              <a:ahLst/>
              <a:cxnLst/>
              <a:rect l="l" t="t" r="r" b="b"/>
              <a:pathLst>
                <a:path w="5005" h="1332" extrusionOk="0">
                  <a:moveTo>
                    <a:pt x="4103" y="1"/>
                  </a:moveTo>
                  <a:cubicBezTo>
                    <a:pt x="1458" y="1"/>
                    <a:pt x="394" y="469"/>
                    <a:pt x="1" y="726"/>
                  </a:cubicBezTo>
                  <a:lnTo>
                    <a:pt x="96" y="896"/>
                  </a:lnTo>
                  <a:lnTo>
                    <a:pt x="2991" y="896"/>
                  </a:lnTo>
                  <a:cubicBezTo>
                    <a:pt x="3323" y="896"/>
                    <a:pt x="3649" y="1018"/>
                    <a:pt x="3900" y="1242"/>
                  </a:cubicBezTo>
                  <a:cubicBezTo>
                    <a:pt x="3963" y="1302"/>
                    <a:pt x="4044" y="1331"/>
                    <a:pt x="4126" y="1331"/>
                  </a:cubicBezTo>
                  <a:cubicBezTo>
                    <a:pt x="4219" y="1331"/>
                    <a:pt x="4312" y="1293"/>
                    <a:pt x="4381" y="1221"/>
                  </a:cubicBezTo>
                  <a:cubicBezTo>
                    <a:pt x="4686" y="909"/>
                    <a:pt x="4903" y="516"/>
                    <a:pt x="5005" y="89"/>
                  </a:cubicBezTo>
                  <a:cubicBezTo>
                    <a:pt x="4706" y="41"/>
                    <a:pt x="4401" y="14"/>
                    <a:pt x="4103"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8" name="Google Shape;14818;p66"/>
            <p:cNvSpPr/>
            <p:nvPr/>
          </p:nvSpPr>
          <p:spPr>
            <a:xfrm>
              <a:off x="1011926" y="2574164"/>
              <a:ext cx="41811" cy="53745"/>
            </a:xfrm>
            <a:custGeom>
              <a:avLst/>
              <a:gdLst/>
              <a:ahLst/>
              <a:cxnLst/>
              <a:rect l="l" t="t" r="r" b="b"/>
              <a:pathLst>
                <a:path w="1594" h="2049" extrusionOk="0">
                  <a:moveTo>
                    <a:pt x="800" y="1"/>
                  </a:moveTo>
                  <a:cubicBezTo>
                    <a:pt x="360" y="1"/>
                    <a:pt x="0" y="360"/>
                    <a:pt x="0" y="801"/>
                  </a:cubicBezTo>
                  <a:lnTo>
                    <a:pt x="0" y="1255"/>
                  </a:lnTo>
                  <a:cubicBezTo>
                    <a:pt x="0" y="1696"/>
                    <a:pt x="360" y="2049"/>
                    <a:pt x="800" y="2049"/>
                  </a:cubicBezTo>
                  <a:cubicBezTo>
                    <a:pt x="1234" y="2049"/>
                    <a:pt x="1594" y="1696"/>
                    <a:pt x="1594" y="1255"/>
                  </a:cubicBezTo>
                  <a:lnTo>
                    <a:pt x="1594" y="801"/>
                  </a:lnTo>
                  <a:cubicBezTo>
                    <a:pt x="1594" y="360"/>
                    <a:pt x="1234" y="1"/>
                    <a:pt x="800"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19" name="Google Shape;14819;p66"/>
            <p:cNvSpPr/>
            <p:nvPr/>
          </p:nvSpPr>
          <p:spPr>
            <a:xfrm>
              <a:off x="1029893" y="2574164"/>
              <a:ext cx="23843" cy="41837"/>
            </a:xfrm>
            <a:custGeom>
              <a:avLst/>
              <a:gdLst/>
              <a:ahLst/>
              <a:cxnLst/>
              <a:rect l="l" t="t" r="r" b="b"/>
              <a:pathLst>
                <a:path w="909" h="1595" extrusionOk="0">
                  <a:moveTo>
                    <a:pt x="115" y="1"/>
                  </a:moveTo>
                  <a:cubicBezTo>
                    <a:pt x="75" y="8"/>
                    <a:pt x="34" y="8"/>
                    <a:pt x="0" y="14"/>
                  </a:cubicBezTo>
                  <a:lnTo>
                    <a:pt x="0" y="1140"/>
                  </a:lnTo>
                  <a:cubicBezTo>
                    <a:pt x="0" y="1391"/>
                    <a:pt x="204" y="1594"/>
                    <a:pt x="454" y="1594"/>
                  </a:cubicBezTo>
                  <a:cubicBezTo>
                    <a:pt x="705" y="1594"/>
                    <a:pt x="909" y="1391"/>
                    <a:pt x="909" y="1140"/>
                  </a:cubicBezTo>
                  <a:lnTo>
                    <a:pt x="909" y="801"/>
                  </a:lnTo>
                  <a:cubicBezTo>
                    <a:pt x="909" y="360"/>
                    <a:pt x="556" y="8"/>
                    <a:pt x="115"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0" name="Google Shape;14820;p66"/>
            <p:cNvSpPr/>
            <p:nvPr/>
          </p:nvSpPr>
          <p:spPr>
            <a:xfrm>
              <a:off x="1023834" y="2580224"/>
              <a:ext cx="17994" cy="17994"/>
            </a:xfrm>
            <a:custGeom>
              <a:avLst/>
              <a:gdLst/>
              <a:ahLst/>
              <a:cxnLst/>
              <a:rect l="l" t="t" r="r" b="b"/>
              <a:pathLst>
                <a:path w="686" h="686" extrusionOk="0">
                  <a:moveTo>
                    <a:pt x="346" y="0"/>
                  </a:moveTo>
                  <a:cubicBezTo>
                    <a:pt x="157" y="0"/>
                    <a:pt x="1" y="150"/>
                    <a:pt x="1" y="339"/>
                  </a:cubicBezTo>
                  <a:cubicBezTo>
                    <a:pt x="1" y="529"/>
                    <a:pt x="157" y="685"/>
                    <a:pt x="346" y="685"/>
                  </a:cubicBezTo>
                  <a:cubicBezTo>
                    <a:pt x="529" y="685"/>
                    <a:pt x="685" y="529"/>
                    <a:pt x="685" y="339"/>
                  </a:cubicBezTo>
                  <a:cubicBezTo>
                    <a:pt x="685" y="150"/>
                    <a:pt x="529" y="0"/>
                    <a:pt x="34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1" name="Google Shape;14821;p66"/>
            <p:cNvSpPr/>
            <p:nvPr/>
          </p:nvSpPr>
          <p:spPr>
            <a:xfrm>
              <a:off x="849667" y="2658127"/>
              <a:ext cx="121733" cy="30138"/>
            </a:xfrm>
            <a:custGeom>
              <a:avLst/>
              <a:gdLst/>
              <a:ahLst/>
              <a:cxnLst/>
              <a:rect l="l" t="t" r="r" b="b"/>
              <a:pathLst>
                <a:path w="4641" h="1149" extrusionOk="0">
                  <a:moveTo>
                    <a:pt x="4342" y="0"/>
                  </a:moveTo>
                  <a:cubicBezTo>
                    <a:pt x="1555" y="0"/>
                    <a:pt x="457" y="516"/>
                    <a:pt x="57" y="807"/>
                  </a:cubicBezTo>
                  <a:lnTo>
                    <a:pt x="57" y="821"/>
                  </a:lnTo>
                  <a:cubicBezTo>
                    <a:pt x="1" y="994"/>
                    <a:pt x="138" y="1148"/>
                    <a:pt x="298" y="1148"/>
                  </a:cubicBezTo>
                  <a:cubicBezTo>
                    <a:pt x="332" y="1148"/>
                    <a:pt x="368" y="1141"/>
                    <a:pt x="402" y="1126"/>
                  </a:cubicBezTo>
                  <a:cubicBezTo>
                    <a:pt x="775" y="895"/>
                    <a:pt x="1806" y="455"/>
                    <a:pt x="4342" y="455"/>
                  </a:cubicBezTo>
                  <a:cubicBezTo>
                    <a:pt x="4640" y="455"/>
                    <a:pt x="4640" y="0"/>
                    <a:pt x="4342"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22" name="Google Shape;14822;p66"/>
          <p:cNvGrpSpPr/>
          <p:nvPr/>
        </p:nvGrpSpPr>
        <p:grpSpPr>
          <a:xfrm>
            <a:off x="4389938" y="3441566"/>
            <a:ext cx="332728" cy="370053"/>
            <a:chOff x="4417026" y="3365366"/>
            <a:chExt cx="332728" cy="370053"/>
          </a:xfrm>
        </p:grpSpPr>
        <p:sp>
          <p:nvSpPr>
            <p:cNvPr id="14823" name="Google Shape;14823;p66"/>
            <p:cNvSpPr/>
            <p:nvPr/>
          </p:nvSpPr>
          <p:spPr>
            <a:xfrm>
              <a:off x="4486352" y="3547402"/>
              <a:ext cx="194050" cy="188017"/>
            </a:xfrm>
            <a:custGeom>
              <a:avLst/>
              <a:gdLst/>
              <a:ahLst/>
              <a:cxnLst/>
              <a:rect l="l" t="t" r="r" b="b"/>
              <a:pathLst>
                <a:path w="7398" h="7168" extrusionOk="0">
                  <a:moveTo>
                    <a:pt x="0" y="0"/>
                  </a:moveTo>
                  <a:lnTo>
                    <a:pt x="3465" y="3933"/>
                  </a:lnTo>
                  <a:lnTo>
                    <a:pt x="3045" y="6903"/>
                  </a:lnTo>
                  <a:cubicBezTo>
                    <a:pt x="3024" y="7045"/>
                    <a:pt x="3133" y="7167"/>
                    <a:pt x="3275" y="7167"/>
                  </a:cubicBezTo>
                  <a:lnTo>
                    <a:pt x="4130" y="7167"/>
                  </a:lnTo>
                  <a:cubicBezTo>
                    <a:pt x="4272" y="7167"/>
                    <a:pt x="4380" y="7045"/>
                    <a:pt x="4360" y="6903"/>
                  </a:cubicBezTo>
                  <a:lnTo>
                    <a:pt x="3933" y="3933"/>
                  </a:lnTo>
                  <a:lnTo>
                    <a:pt x="7398" y="0"/>
                  </a:ln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4" name="Google Shape;14824;p66"/>
            <p:cNvSpPr/>
            <p:nvPr/>
          </p:nvSpPr>
          <p:spPr>
            <a:xfrm>
              <a:off x="4572071" y="3656598"/>
              <a:ext cx="22610" cy="30269"/>
            </a:xfrm>
            <a:custGeom>
              <a:avLst/>
              <a:gdLst/>
              <a:ahLst/>
              <a:cxnLst/>
              <a:rect l="l" t="t" r="r" b="b"/>
              <a:pathLst>
                <a:path w="862" h="1154" extrusionOk="0">
                  <a:moveTo>
                    <a:pt x="170" y="0"/>
                  </a:moveTo>
                  <a:lnTo>
                    <a:pt x="0" y="1153"/>
                  </a:lnTo>
                  <a:lnTo>
                    <a:pt x="862" y="1153"/>
                  </a:lnTo>
                  <a:lnTo>
                    <a:pt x="699" y="0"/>
                  </a:ln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5" name="Google Shape;14825;p66"/>
            <p:cNvSpPr/>
            <p:nvPr/>
          </p:nvSpPr>
          <p:spPr>
            <a:xfrm>
              <a:off x="4583271" y="3619482"/>
              <a:ext cx="147465" cy="43175"/>
            </a:xfrm>
            <a:custGeom>
              <a:avLst/>
              <a:gdLst/>
              <a:ahLst/>
              <a:cxnLst/>
              <a:rect l="l" t="t" r="r" b="b"/>
              <a:pathLst>
                <a:path w="5622" h="1646" extrusionOk="0">
                  <a:moveTo>
                    <a:pt x="4170" y="0"/>
                  </a:moveTo>
                  <a:cubicBezTo>
                    <a:pt x="3937" y="0"/>
                    <a:pt x="3704" y="8"/>
                    <a:pt x="3472" y="25"/>
                  </a:cubicBezTo>
                  <a:lnTo>
                    <a:pt x="1" y="1185"/>
                  </a:lnTo>
                  <a:lnTo>
                    <a:pt x="1" y="1422"/>
                  </a:lnTo>
                  <a:cubicBezTo>
                    <a:pt x="646" y="1580"/>
                    <a:pt x="1240" y="1645"/>
                    <a:pt x="1782" y="1645"/>
                  </a:cubicBezTo>
                  <a:cubicBezTo>
                    <a:pt x="3729" y="1645"/>
                    <a:pt x="5000" y="801"/>
                    <a:pt x="5520" y="371"/>
                  </a:cubicBezTo>
                  <a:cubicBezTo>
                    <a:pt x="5622" y="276"/>
                    <a:pt x="5574" y="107"/>
                    <a:pt x="5432" y="80"/>
                  </a:cubicBezTo>
                  <a:cubicBezTo>
                    <a:pt x="5013" y="27"/>
                    <a:pt x="4591" y="0"/>
                    <a:pt x="4170"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6" name="Google Shape;14826;p66"/>
            <p:cNvSpPr/>
            <p:nvPr/>
          </p:nvSpPr>
          <p:spPr>
            <a:xfrm>
              <a:off x="4583271" y="3555455"/>
              <a:ext cx="166482" cy="95110"/>
            </a:xfrm>
            <a:custGeom>
              <a:avLst/>
              <a:gdLst/>
              <a:ahLst/>
              <a:cxnLst/>
              <a:rect l="l" t="t" r="r" b="b"/>
              <a:pathLst>
                <a:path w="6347" h="3626" extrusionOk="0">
                  <a:moveTo>
                    <a:pt x="6154" y="0"/>
                  </a:moveTo>
                  <a:cubicBezTo>
                    <a:pt x="6142" y="0"/>
                    <a:pt x="6130" y="2"/>
                    <a:pt x="6117" y="5"/>
                  </a:cubicBezTo>
                  <a:cubicBezTo>
                    <a:pt x="1757" y="995"/>
                    <a:pt x="1" y="3626"/>
                    <a:pt x="1" y="3626"/>
                  </a:cubicBezTo>
                  <a:cubicBezTo>
                    <a:pt x="3893" y="3070"/>
                    <a:pt x="5703" y="1029"/>
                    <a:pt x="6273" y="242"/>
                  </a:cubicBezTo>
                  <a:cubicBezTo>
                    <a:pt x="6346" y="138"/>
                    <a:pt x="6270" y="0"/>
                    <a:pt x="6154"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7" name="Google Shape;14827;p66"/>
            <p:cNvSpPr/>
            <p:nvPr/>
          </p:nvSpPr>
          <p:spPr>
            <a:xfrm>
              <a:off x="4436016" y="3619482"/>
              <a:ext cx="147465" cy="43175"/>
            </a:xfrm>
            <a:custGeom>
              <a:avLst/>
              <a:gdLst/>
              <a:ahLst/>
              <a:cxnLst/>
              <a:rect l="l" t="t" r="r" b="b"/>
              <a:pathLst>
                <a:path w="5622" h="1646" extrusionOk="0">
                  <a:moveTo>
                    <a:pt x="1452" y="0"/>
                  </a:moveTo>
                  <a:cubicBezTo>
                    <a:pt x="1031" y="0"/>
                    <a:pt x="609" y="27"/>
                    <a:pt x="190" y="80"/>
                  </a:cubicBezTo>
                  <a:cubicBezTo>
                    <a:pt x="48" y="107"/>
                    <a:pt x="0" y="276"/>
                    <a:pt x="102" y="371"/>
                  </a:cubicBezTo>
                  <a:cubicBezTo>
                    <a:pt x="622" y="801"/>
                    <a:pt x="1893" y="1645"/>
                    <a:pt x="3840" y="1645"/>
                  </a:cubicBezTo>
                  <a:cubicBezTo>
                    <a:pt x="4382" y="1645"/>
                    <a:pt x="4976" y="1580"/>
                    <a:pt x="5621" y="1422"/>
                  </a:cubicBezTo>
                  <a:lnTo>
                    <a:pt x="5621" y="1185"/>
                  </a:lnTo>
                  <a:lnTo>
                    <a:pt x="2150" y="25"/>
                  </a:lnTo>
                  <a:cubicBezTo>
                    <a:pt x="1918" y="8"/>
                    <a:pt x="1685" y="0"/>
                    <a:pt x="1452"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8" name="Google Shape;14828;p66"/>
            <p:cNvSpPr/>
            <p:nvPr/>
          </p:nvSpPr>
          <p:spPr>
            <a:xfrm>
              <a:off x="4430928" y="3444082"/>
              <a:ext cx="46191" cy="45535"/>
            </a:xfrm>
            <a:custGeom>
              <a:avLst/>
              <a:gdLst/>
              <a:ahLst/>
              <a:cxnLst/>
              <a:rect l="l" t="t" r="r" b="b"/>
              <a:pathLst>
                <a:path w="1761" h="1736" extrusionOk="0">
                  <a:moveTo>
                    <a:pt x="203" y="1"/>
                  </a:moveTo>
                  <a:cubicBezTo>
                    <a:pt x="88" y="1"/>
                    <a:pt x="1" y="110"/>
                    <a:pt x="25" y="230"/>
                  </a:cubicBezTo>
                  <a:lnTo>
                    <a:pt x="330" y="1532"/>
                  </a:lnTo>
                  <a:lnTo>
                    <a:pt x="1761" y="1735"/>
                  </a:lnTo>
                  <a:lnTo>
                    <a:pt x="1557" y="305"/>
                  </a:lnTo>
                  <a:lnTo>
                    <a:pt x="249" y="6"/>
                  </a:lnTo>
                  <a:cubicBezTo>
                    <a:pt x="233" y="2"/>
                    <a:pt x="218" y="1"/>
                    <a:pt x="203" y="1"/>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29" name="Google Shape;14829;p66"/>
            <p:cNvSpPr/>
            <p:nvPr/>
          </p:nvSpPr>
          <p:spPr>
            <a:xfrm>
              <a:off x="4464135" y="3435899"/>
              <a:ext cx="92487" cy="118874"/>
            </a:xfrm>
            <a:custGeom>
              <a:avLst/>
              <a:gdLst/>
              <a:ahLst/>
              <a:cxnLst/>
              <a:rect l="l" t="t" r="r" b="b"/>
              <a:pathLst>
                <a:path w="3526" h="4532" extrusionOk="0">
                  <a:moveTo>
                    <a:pt x="189" y="1"/>
                  </a:moveTo>
                  <a:cubicBezTo>
                    <a:pt x="87" y="1"/>
                    <a:pt x="1" y="84"/>
                    <a:pt x="6" y="190"/>
                  </a:cubicBezTo>
                  <a:cubicBezTo>
                    <a:pt x="20" y="786"/>
                    <a:pt x="88" y="2230"/>
                    <a:pt x="467" y="3187"/>
                  </a:cubicBezTo>
                  <a:cubicBezTo>
                    <a:pt x="739" y="3885"/>
                    <a:pt x="1152" y="4441"/>
                    <a:pt x="1810" y="4522"/>
                  </a:cubicBezTo>
                  <a:cubicBezTo>
                    <a:pt x="1860" y="4528"/>
                    <a:pt x="1910" y="4531"/>
                    <a:pt x="1960" y="4531"/>
                  </a:cubicBezTo>
                  <a:cubicBezTo>
                    <a:pt x="2577" y="4531"/>
                    <a:pt x="3120" y="4073"/>
                    <a:pt x="3302" y="3458"/>
                  </a:cubicBezTo>
                  <a:cubicBezTo>
                    <a:pt x="3526" y="2725"/>
                    <a:pt x="3322" y="1932"/>
                    <a:pt x="2780" y="1396"/>
                  </a:cubicBezTo>
                  <a:cubicBezTo>
                    <a:pt x="2142" y="759"/>
                    <a:pt x="813" y="217"/>
                    <a:pt x="257" y="13"/>
                  </a:cubicBezTo>
                  <a:cubicBezTo>
                    <a:pt x="234" y="5"/>
                    <a:pt x="211" y="1"/>
                    <a:pt x="189"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0" name="Google Shape;14830;p66"/>
            <p:cNvSpPr/>
            <p:nvPr/>
          </p:nvSpPr>
          <p:spPr>
            <a:xfrm>
              <a:off x="4422481" y="3476791"/>
              <a:ext cx="121681" cy="88867"/>
            </a:xfrm>
            <a:custGeom>
              <a:avLst/>
              <a:gdLst/>
              <a:ahLst/>
              <a:cxnLst/>
              <a:rect l="l" t="t" r="r" b="b"/>
              <a:pathLst>
                <a:path w="4639" h="3388" extrusionOk="0">
                  <a:moveTo>
                    <a:pt x="225" y="0"/>
                  </a:moveTo>
                  <a:cubicBezTo>
                    <a:pt x="89" y="0"/>
                    <a:pt x="1" y="129"/>
                    <a:pt x="48" y="251"/>
                  </a:cubicBezTo>
                  <a:cubicBezTo>
                    <a:pt x="252" y="807"/>
                    <a:pt x="788" y="2143"/>
                    <a:pt x="1425" y="2780"/>
                  </a:cubicBezTo>
                  <a:cubicBezTo>
                    <a:pt x="1823" y="3174"/>
                    <a:pt x="2357" y="3388"/>
                    <a:pt x="2903" y="3388"/>
                  </a:cubicBezTo>
                  <a:cubicBezTo>
                    <a:pt x="3100" y="3388"/>
                    <a:pt x="3299" y="3360"/>
                    <a:pt x="3493" y="3302"/>
                  </a:cubicBezTo>
                  <a:cubicBezTo>
                    <a:pt x="4157" y="3106"/>
                    <a:pt x="4639" y="2489"/>
                    <a:pt x="4551" y="1804"/>
                  </a:cubicBezTo>
                  <a:cubicBezTo>
                    <a:pt x="4469" y="1153"/>
                    <a:pt x="3913" y="739"/>
                    <a:pt x="3222" y="461"/>
                  </a:cubicBezTo>
                  <a:cubicBezTo>
                    <a:pt x="2259" y="88"/>
                    <a:pt x="815" y="14"/>
                    <a:pt x="225"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1" name="Google Shape;14831;p66"/>
            <p:cNvSpPr/>
            <p:nvPr/>
          </p:nvSpPr>
          <p:spPr>
            <a:xfrm>
              <a:off x="4689818" y="3444082"/>
              <a:ext cx="46007" cy="45535"/>
            </a:xfrm>
            <a:custGeom>
              <a:avLst/>
              <a:gdLst/>
              <a:ahLst/>
              <a:cxnLst/>
              <a:rect l="l" t="t" r="r" b="b"/>
              <a:pathLst>
                <a:path w="1754" h="1736" extrusionOk="0">
                  <a:moveTo>
                    <a:pt x="1551" y="1"/>
                  </a:moveTo>
                  <a:cubicBezTo>
                    <a:pt x="1536" y="1"/>
                    <a:pt x="1521" y="2"/>
                    <a:pt x="1506" y="6"/>
                  </a:cubicBezTo>
                  <a:lnTo>
                    <a:pt x="204" y="305"/>
                  </a:lnTo>
                  <a:lnTo>
                    <a:pt x="0" y="1735"/>
                  </a:lnTo>
                  <a:lnTo>
                    <a:pt x="1424" y="1532"/>
                  </a:lnTo>
                  <a:lnTo>
                    <a:pt x="1729" y="230"/>
                  </a:lnTo>
                  <a:cubicBezTo>
                    <a:pt x="1753" y="110"/>
                    <a:pt x="1666" y="1"/>
                    <a:pt x="1551" y="1"/>
                  </a:cubicBezTo>
                  <a:close/>
                </a:path>
              </a:pathLst>
            </a:custGeom>
            <a:solidFill>
              <a:srgbClr val="EEF1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2" name="Google Shape;14832;p66"/>
            <p:cNvSpPr/>
            <p:nvPr/>
          </p:nvSpPr>
          <p:spPr>
            <a:xfrm>
              <a:off x="4610131" y="3435899"/>
              <a:ext cx="92487" cy="118874"/>
            </a:xfrm>
            <a:custGeom>
              <a:avLst/>
              <a:gdLst/>
              <a:ahLst/>
              <a:cxnLst/>
              <a:rect l="l" t="t" r="r" b="b"/>
              <a:pathLst>
                <a:path w="3526" h="4532" extrusionOk="0">
                  <a:moveTo>
                    <a:pt x="3337" y="1"/>
                  </a:moveTo>
                  <a:cubicBezTo>
                    <a:pt x="3315" y="1"/>
                    <a:pt x="3292" y="5"/>
                    <a:pt x="3269" y="13"/>
                  </a:cubicBezTo>
                  <a:cubicBezTo>
                    <a:pt x="2713" y="217"/>
                    <a:pt x="1384" y="759"/>
                    <a:pt x="746" y="1396"/>
                  </a:cubicBezTo>
                  <a:cubicBezTo>
                    <a:pt x="204" y="1932"/>
                    <a:pt x="1" y="2725"/>
                    <a:pt x="224" y="3458"/>
                  </a:cubicBezTo>
                  <a:cubicBezTo>
                    <a:pt x="406" y="4073"/>
                    <a:pt x="949" y="4531"/>
                    <a:pt x="1572" y="4531"/>
                  </a:cubicBezTo>
                  <a:cubicBezTo>
                    <a:pt x="1622" y="4531"/>
                    <a:pt x="1672" y="4528"/>
                    <a:pt x="1723" y="4522"/>
                  </a:cubicBezTo>
                  <a:cubicBezTo>
                    <a:pt x="2374" y="4441"/>
                    <a:pt x="2787" y="3885"/>
                    <a:pt x="3059" y="3187"/>
                  </a:cubicBezTo>
                  <a:cubicBezTo>
                    <a:pt x="3438" y="2230"/>
                    <a:pt x="3506" y="786"/>
                    <a:pt x="3520" y="190"/>
                  </a:cubicBezTo>
                  <a:cubicBezTo>
                    <a:pt x="3525" y="84"/>
                    <a:pt x="3439" y="1"/>
                    <a:pt x="3337"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3" name="Google Shape;14833;p66"/>
            <p:cNvSpPr/>
            <p:nvPr/>
          </p:nvSpPr>
          <p:spPr>
            <a:xfrm>
              <a:off x="4622590" y="3476791"/>
              <a:ext cx="121681" cy="88867"/>
            </a:xfrm>
            <a:custGeom>
              <a:avLst/>
              <a:gdLst/>
              <a:ahLst/>
              <a:cxnLst/>
              <a:rect l="l" t="t" r="r" b="b"/>
              <a:pathLst>
                <a:path w="4639" h="3388" extrusionOk="0">
                  <a:moveTo>
                    <a:pt x="4414" y="0"/>
                  </a:moveTo>
                  <a:cubicBezTo>
                    <a:pt x="3824" y="14"/>
                    <a:pt x="2380" y="88"/>
                    <a:pt x="1417" y="461"/>
                  </a:cubicBezTo>
                  <a:cubicBezTo>
                    <a:pt x="726" y="739"/>
                    <a:pt x="170" y="1153"/>
                    <a:pt x="88" y="1804"/>
                  </a:cubicBezTo>
                  <a:cubicBezTo>
                    <a:pt x="0" y="2489"/>
                    <a:pt x="482" y="3106"/>
                    <a:pt x="1146" y="3302"/>
                  </a:cubicBezTo>
                  <a:cubicBezTo>
                    <a:pt x="1340" y="3360"/>
                    <a:pt x="1539" y="3388"/>
                    <a:pt x="1736" y="3388"/>
                  </a:cubicBezTo>
                  <a:cubicBezTo>
                    <a:pt x="2282" y="3388"/>
                    <a:pt x="2816" y="3174"/>
                    <a:pt x="3214" y="2780"/>
                  </a:cubicBezTo>
                  <a:cubicBezTo>
                    <a:pt x="3852" y="2143"/>
                    <a:pt x="4387" y="807"/>
                    <a:pt x="4591" y="251"/>
                  </a:cubicBezTo>
                  <a:cubicBezTo>
                    <a:pt x="4638" y="129"/>
                    <a:pt x="4550" y="0"/>
                    <a:pt x="4414"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4" name="Google Shape;14834;p66"/>
            <p:cNvSpPr/>
            <p:nvPr/>
          </p:nvSpPr>
          <p:spPr>
            <a:xfrm>
              <a:off x="4560687" y="3365366"/>
              <a:ext cx="45378" cy="62532"/>
            </a:xfrm>
            <a:custGeom>
              <a:avLst/>
              <a:gdLst/>
              <a:ahLst/>
              <a:cxnLst/>
              <a:rect l="l" t="t" r="r" b="b"/>
              <a:pathLst>
                <a:path w="1730" h="2384" extrusionOk="0">
                  <a:moveTo>
                    <a:pt x="865" y="0"/>
                  </a:moveTo>
                  <a:cubicBezTo>
                    <a:pt x="804" y="0"/>
                    <a:pt x="743" y="31"/>
                    <a:pt x="706" y="92"/>
                  </a:cubicBezTo>
                  <a:lnTo>
                    <a:pt x="1" y="1224"/>
                  </a:lnTo>
                  <a:lnTo>
                    <a:pt x="862" y="2384"/>
                  </a:lnTo>
                  <a:lnTo>
                    <a:pt x="1730" y="1224"/>
                  </a:lnTo>
                  <a:lnTo>
                    <a:pt x="1024" y="92"/>
                  </a:lnTo>
                  <a:cubicBezTo>
                    <a:pt x="987" y="31"/>
                    <a:pt x="926" y="0"/>
                    <a:pt x="865" y="0"/>
                  </a:cubicBezTo>
                  <a:close/>
                </a:path>
              </a:pathLst>
            </a:custGeom>
            <a:solidFill>
              <a:srgbClr val="B0BB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5" name="Google Shape;14835;p66"/>
            <p:cNvSpPr/>
            <p:nvPr/>
          </p:nvSpPr>
          <p:spPr>
            <a:xfrm>
              <a:off x="4551271" y="3382730"/>
              <a:ext cx="86638" cy="128343"/>
            </a:xfrm>
            <a:custGeom>
              <a:avLst/>
              <a:gdLst/>
              <a:ahLst/>
              <a:cxnLst/>
              <a:rect l="l" t="t" r="r" b="b"/>
              <a:pathLst>
                <a:path w="3303" h="4893" extrusionOk="0">
                  <a:moveTo>
                    <a:pt x="2331" y="1"/>
                  </a:moveTo>
                  <a:cubicBezTo>
                    <a:pt x="2281" y="1"/>
                    <a:pt x="2230" y="20"/>
                    <a:pt x="2190" y="60"/>
                  </a:cubicBezTo>
                  <a:cubicBezTo>
                    <a:pt x="1783" y="488"/>
                    <a:pt x="814" y="1559"/>
                    <a:pt x="400" y="2501"/>
                  </a:cubicBezTo>
                  <a:cubicBezTo>
                    <a:pt x="102" y="3193"/>
                    <a:pt x="0" y="3878"/>
                    <a:pt x="407" y="4393"/>
                  </a:cubicBezTo>
                  <a:cubicBezTo>
                    <a:pt x="667" y="4728"/>
                    <a:pt x="1063" y="4892"/>
                    <a:pt x="1471" y="4892"/>
                  </a:cubicBezTo>
                  <a:cubicBezTo>
                    <a:pt x="1723" y="4892"/>
                    <a:pt x="1980" y="4829"/>
                    <a:pt x="2211" y="4705"/>
                  </a:cubicBezTo>
                  <a:cubicBezTo>
                    <a:pt x="2889" y="4339"/>
                    <a:pt x="3302" y="3634"/>
                    <a:pt x="3302" y="2874"/>
                  </a:cubicBezTo>
                  <a:cubicBezTo>
                    <a:pt x="3302" y="1972"/>
                    <a:pt x="2740" y="650"/>
                    <a:pt x="2495" y="108"/>
                  </a:cubicBezTo>
                  <a:cubicBezTo>
                    <a:pt x="2464" y="37"/>
                    <a:pt x="2399" y="1"/>
                    <a:pt x="2331"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6" name="Google Shape;14836;p66"/>
            <p:cNvSpPr/>
            <p:nvPr/>
          </p:nvSpPr>
          <p:spPr>
            <a:xfrm>
              <a:off x="4528844" y="3382730"/>
              <a:ext cx="86638" cy="128343"/>
            </a:xfrm>
            <a:custGeom>
              <a:avLst/>
              <a:gdLst/>
              <a:ahLst/>
              <a:cxnLst/>
              <a:rect l="l" t="t" r="r" b="b"/>
              <a:pathLst>
                <a:path w="3303" h="4893" extrusionOk="0">
                  <a:moveTo>
                    <a:pt x="972" y="1"/>
                  </a:moveTo>
                  <a:cubicBezTo>
                    <a:pt x="904" y="1"/>
                    <a:pt x="839" y="37"/>
                    <a:pt x="808" y="108"/>
                  </a:cubicBezTo>
                  <a:cubicBezTo>
                    <a:pt x="564" y="650"/>
                    <a:pt x="1" y="1972"/>
                    <a:pt x="1" y="2874"/>
                  </a:cubicBezTo>
                  <a:cubicBezTo>
                    <a:pt x="1" y="3634"/>
                    <a:pt x="414" y="4339"/>
                    <a:pt x="1092" y="4705"/>
                  </a:cubicBezTo>
                  <a:cubicBezTo>
                    <a:pt x="1323" y="4829"/>
                    <a:pt x="1580" y="4892"/>
                    <a:pt x="1832" y="4892"/>
                  </a:cubicBezTo>
                  <a:cubicBezTo>
                    <a:pt x="2240" y="4892"/>
                    <a:pt x="2636" y="4728"/>
                    <a:pt x="2896" y="4393"/>
                  </a:cubicBezTo>
                  <a:cubicBezTo>
                    <a:pt x="3303" y="3878"/>
                    <a:pt x="3201" y="3193"/>
                    <a:pt x="2903" y="2501"/>
                  </a:cubicBezTo>
                  <a:cubicBezTo>
                    <a:pt x="2489" y="1559"/>
                    <a:pt x="1520" y="488"/>
                    <a:pt x="1113" y="60"/>
                  </a:cubicBezTo>
                  <a:cubicBezTo>
                    <a:pt x="1073" y="20"/>
                    <a:pt x="1022" y="1"/>
                    <a:pt x="97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7" name="Google Shape;14837;p66"/>
            <p:cNvSpPr/>
            <p:nvPr/>
          </p:nvSpPr>
          <p:spPr>
            <a:xfrm>
              <a:off x="4417026" y="3555455"/>
              <a:ext cx="166456" cy="95110"/>
            </a:xfrm>
            <a:custGeom>
              <a:avLst/>
              <a:gdLst/>
              <a:ahLst/>
              <a:cxnLst/>
              <a:rect l="l" t="t" r="r" b="b"/>
              <a:pathLst>
                <a:path w="6346" h="3626" extrusionOk="0">
                  <a:moveTo>
                    <a:pt x="197" y="0"/>
                  </a:moveTo>
                  <a:cubicBezTo>
                    <a:pt x="76" y="0"/>
                    <a:pt x="0" y="138"/>
                    <a:pt x="80" y="242"/>
                  </a:cubicBezTo>
                  <a:cubicBezTo>
                    <a:pt x="643" y="1029"/>
                    <a:pt x="2460" y="3070"/>
                    <a:pt x="6345" y="3626"/>
                  </a:cubicBezTo>
                  <a:cubicBezTo>
                    <a:pt x="6345" y="3626"/>
                    <a:pt x="4589" y="995"/>
                    <a:pt x="236" y="5"/>
                  </a:cubicBezTo>
                  <a:cubicBezTo>
                    <a:pt x="223" y="2"/>
                    <a:pt x="209" y="0"/>
                    <a:pt x="197"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8" name="Google Shape;14838;p66"/>
            <p:cNvSpPr/>
            <p:nvPr/>
          </p:nvSpPr>
          <p:spPr>
            <a:xfrm>
              <a:off x="4560687" y="3478968"/>
              <a:ext cx="45378" cy="62401"/>
            </a:xfrm>
            <a:custGeom>
              <a:avLst/>
              <a:gdLst/>
              <a:ahLst/>
              <a:cxnLst/>
              <a:rect l="l" t="t" r="r" b="b"/>
              <a:pathLst>
                <a:path w="1730" h="2379" extrusionOk="0">
                  <a:moveTo>
                    <a:pt x="865" y="0"/>
                  </a:moveTo>
                  <a:cubicBezTo>
                    <a:pt x="804" y="0"/>
                    <a:pt x="743" y="29"/>
                    <a:pt x="706" y="87"/>
                  </a:cubicBezTo>
                  <a:lnTo>
                    <a:pt x="1" y="1226"/>
                  </a:lnTo>
                  <a:lnTo>
                    <a:pt x="862" y="2379"/>
                  </a:lnTo>
                  <a:lnTo>
                    <a:pt x="1730" y="1226"/>
                  </a:lnTo>
                  <a:lnTo>
                    <a:pt x="1024" y="87"/>
                  </a:lnTo>
                  <a:cubicBezTo>
                    <a:pt x="987" y="29"/>
                    <a:pt x="926" y="0"/>
                    <a:pt x="865"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39" name="Google Shape;14839;p66"/>
            <p:cNvSpPr/>
            <p:nvPr/>
          </p:nvSpPr>
          <p:spPr>
            <a:xfrm>
              <a:off x="4551271" y="3496306"/>
              <a:ext cx="86638" cy="128422"/>
            </a:xfrm>
            <a:custGeom>
              <a:avLst/>
              <a:gdLst/>
              <a:ahLst/>
              <a:cxnLst/>
              <a:rect l="l" t="t" r="r" b="b"/>
              <a:pathLst>
                <a:path w="3303" h="4896" extrusionOk="0">
                  <a:moveTo>
                    <a:pt x="2329" y="1"/>
                  </a:moveTo>
                  <a:cubicBezTo>
                    <a:pt x="2280" y="1"/>
                    <a:pt x="2230" y="21"/>
                    <a:pt x="2190" y="63"/>
                  </a:cubicBezTo>
                  <a:cubicBezTo>
                    <a:pt x="1783" y="490"/>
                    <a:pt x="814" y="1562"/>
                    <a:pt x="400" y="2504"/>
                  </a:cubicBezTo>
                  <a:cubicBezTo>
                    <a:pt x="102" y="3189"/>
                    <a:pt x="0" y="3874"/>
                    <a:pt x="407" y="4396"/>
                  </a:cubicBezTo>
                  <a:cubicBezTo>
                    <a:pt x="667" y="4731"/>
                    <a:pt x="1063" y="4895"/>
                    <a:pt x="1471" y="4895"/>
                  </a:cubicBezTo>
                  <a:cubicBezTo>
                    <a:pt x="1723" y="4895"/>
                    <a:pt x="1980" y="4832"/>
                    <a:pt x="2211" y="4708"/>
                  </a:cubicBezTo>
                  <a:cubicBezTo>
                    <a:pt x="2889" y="4342"/>
                    <a:pt x="3302" y="3636"/>
                    <a:pt x="3302" y="2877"/>
                  </a:cubicBezTo>
                  <a:cubicBezTo>
                    <a:pt x="3302" y="1975"/>
                    <a:pt x="2740" y="653"/>
                    <a:pt x="2495" y="111"/>
                  </a:cubicBezTo>
                  <a:cubicBezTo>
                    <a:pt x="2464" y="40"/>
                    <a:pt x="2398" y="1"/>
                    <a:pt x="2329"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0" name="Google Shape;14840;p66"/>
            <p:cNvSpPr/>
            <p:nvPr/>
          </p:nvSpPr>
          <p:spPr>
            <a:xfrm>
              <a:off x="4528844" y="3496306"/>
              <a:ext cx="86638" cy="128422"/>
            </a:xfrm>
            <a:custGeom>
              <a:avLst/>
              <a:gdLst/>
              <a:ahLst/>
              <a:cxnLst/>
              <a:rect l="l" t="t" r="r" b="b"/>
              <a:pathLst>
                <a:path w="3303" h="4896" extrusionOk="0">
                  <a:moveTo>
                    <a:pt x="974" y="1"/>
                  </a:moveTo>
                  <a:cubicBezTo>
                    <a:pt x="905" y="1"/>
                    <a:pt x="839" y="40"/>
                    <a:pt x="808" y="111"/>
                  </a:cubicBezTo>
                  <a:cubicBezTo>
                    <a:pt x="564" y="653"/>
                    <a:pt x="1" y="1975"/>
                    <a:pt x="1" y="2877"/>
                  </a:cubicBezTo>
                  <a:cubicBezTo>
                    <a:pt x="1" y="3636"/>
                    <a:pt x="414" y="4342"/>
                    <a:pt x="1092" y="4708"/>
                  </a:cubicBezTo>
                  <a:cubicBezTo>
                    <a:pt x="1323" y="4832"/>
                    <a:pt x="1580" y="4895"/>
                    <a:pt x="1832" y="4895"/>
                  </a:cubicBezTo>
                  <a:cubicBezTo>
                    <a:pt x="2240" y="4895"/>
                    <a:pt x="2636" y="4731"/>
                    <a:pt x="2896" y="4396"/>
                  </a:cubicBezTo>
                  <a:cubicBezTo>
                    <a:pt x="3303" y="3874"/>
                    <a:pt x="3201" y="3189"/>
                    <a:pt x="2903" y="2504"/>
                  </a:cubicBezTo>
                  <a:cubicBezTo>
                    <a:pt x="2489" y="1562"/>
                    <a:pt x="1520" y="490"/>
                    <a:pt x="1113" y="63"/>
                  </a:cubicBezTo>
                  <a:cubicBezTo>
                    <a:pt x="1073" y="21"/>
                    <a:pt x="1023" y="1"/>
                    <a:pt x="974"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41" name="Google Shape;14841;p66"/>
          <p:cNvGrpSpPr/>
          <p:nvPr/>
        </p:nvGrpSpPr>
        <p:grpSpPr>
          <a:xfrm>
            <a:off x="2469980" y="2056386"/>
            <a:ext cx="363994" cy="370105"/>
            <a:chOff x="2497068" y="1980186"/>
            <a:chExt cx="363994" cy="370105"/>
          </a:xfrm>
        </p:grpSpPr>
        <p:sp>
          <p:nvSpPr>
            <p:cNvPr id="14842" name="Google Shape;14842;p66"/>
            <p:cNvSpPr/>
            <p:nvPr/>
          </p:nvSpPr>
          <p:spPr>
            <a:xfrm>
              <a:off x="2702974" y="1980186"/>
              <a:ext cx="131832" cy="172488"/>
            </a:xfrm>
            <a:custGeom>
              <a:avLst/>
              <a:gdLst/>
              <a:ahLst/>
              <a:cxnLst/>
              <a:rect l="l" t="t" r="r" b="b"/>
              <a:pathLst>
                <a:path w="5026" h="6576" extrusionOk="0">
                  <a:moveTo>
                    <a:pt x="4563" y="0"/>
                  </a:moveTo>
                  <a:cubicBezTo>
                    <a:pt x="4465" y="0"/>
                    <a:pt x="4366" y="31"/>
                    <a:pt x="4279" y="100"/>
                  </a:cubicBezTo>
                  <a:lnTo>
                    <a:pt x="1" y="3606"/>
                  </a:lnTo>
                  <a:lnTo>
                    <a:pt x="5025" y="6576"/>
                  </a:lnTo>
                  <a:lnTo>
                    <a:pt x="5025" y="460"/>
                  </a:lnTo>
                  <a:cubicBezTo>
                    <a:pt x="5025" y="186"/>
                    <a:pt x="4800" y="0"/>
                    <a:pt x="4563"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3" name="Google Shape;14843;p66"/>
            <p:cNvSpPr/>
            <p:nvPr/>
          </p:nvSpPr>
          <p:spPr>
            <a:xfrm>
              <a:off x="2742634" y="2020292"/>
              <a:ext cx="80238" cy="125274"/>
            </a:xfrm>
            <a:custGeom>
              <a:avLst/>
              <a:gdLst/>
              <a:ahLst/>
              <a:cxnLst/>
              <a:rect l="l" t="t" r="r" b="b"/>
              <a:pathLst>
                <a:path w="3059" h="4776" extrusionOk="0">
                  <a:moveTo>
                    <a:pt x="2764" y="0"/>
                  </a:moveTo>
                  <a:cubicBezTo>
                    <a:pt x="2688" y="0"/>
                    <a:pt x="2610" y="30"/>
                    <a:pt x="2550" y="97"/>
                  </a:cubicBezTo>
                  <a:lnTo>
                    <a:pt x="1" y="2972"/>
                  </a:lnTo>
                  <a:lnTo>
                    <a:pt x="3059" y="4776"/>
                  </a:lnTo>
                  <a:lnTo>
                    <a:pt x="3059" y="287"/>
                  </a:lnTo>
                  <a:cubicBezTo>
                    <a:pt x="3054" y="113"/>
                    <a:pt x="2911" y="0"/>
                    <a:pt x="2764"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4" name="Google Shape;14844;p66"/>
            <p:cNvSpPr/>
            <p:nvPr/>
          </p:nvSpPr>
          <p:spPr>
            <a:xfrm>
              <a:off x="2523351" y="1980186"/>
              <a:ext cx="131806" cy="172488"/>
            </a:xfrm>
            <a:custGeom>
              <a:avLst/>
              <a:gdLst/>
              <a:ahLst/>
              <a:cxnLst/>
              <a:rect l="l" t="t" r="r" b="b"/>
              <a:pathLst>
                <a:path w="5025" h="6576" extrusionOk="0">
                  <a:moveTo>
                    <a:pt x="463" y="0"/>
                  </a:moveTo>
                  <a:cubicBezTo>
                    <a:pt x="225" y="0"/>
                    <a:pt x="0" y="186"/>
                    <a:pt x="0" y="460"/>
                  </a:cubicBezTo>
                  <a:lnTo>
                    <a:pt x="0" y="6576"/>
                  </a:lnTo>
                  <a:lnTo>
                    <a:pt x="5025" y="3606"/>
                  </a:lnTo>
                  <a:lnTo>
                    <a:pt x="746" y="100"/>
                  </a:lnTo>
                  <a:cubicBezTo>
                    <a:pt x="659" y="31"/>
                    <a:pt x="560" y="0"/>
                    <a:pt x="463"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5" name="Google Shape;14845;p66"/>
            <p:cNvSpPr/>
            <p:nvPr/>
          </p:nvSpPr>
          <p:spPr>
            <a:xfrm>
              <a:off x="2535443" y="2020292"/>
              <a:ext cx="80238" cy="125274"/>
            </a:xfrm>
            <a:custGeom>
              <a:avLst/>
              <a:gdLst/>
              <a:ahLst/>
              <a:cxnLst/>
              <a:rect l="l" t="t" r="r" b="b"/>
              <a:pathLst>
                <a:path w="3059" h="4776" extrusionOk="0">
                  <a:moveTo>
                    <a:pt x="291" y="0"/>
                  </a:moveTo>
                  <a:cubicBezTo>
                    <a:pt x="142" y="0"/>
                    <a:pt x="0" y="113"/>
                    <a:pt x="0" y="287"/>
                  </a:cubicBezTo>
                  <a:lnTo>
                    <a:pt x="0" y="4776"/>
                  </a:lnTo>
                  <a:lnTo>
                    <a:pt x="3058" y="2972"/>
                  </a:lnTo>
                  <a:lnTo>
                    <a:pt x="509" y="97"/>
                  </a:lnTo>
                  <a:cubicBezTo>
                    <a:pt x="446" y="30"/>
                    <a:pt x="368" y="0"/>
                    <a:pt x="291"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6" name="Google Shape;14846;p66"/>
            <p:cNvSpPr/>
            <p:nvPr/>
          </p:nvSpPr>
          <p:spPr>
            <a:xfrm>
              <a:off x="2511416" y="2032961"/>
              <a:ext cx="335298" cy="317331"/>
            </a:xfrm>
            <a:custGeom>
              <a:avLst/>
              <a:gdLst/>
              <a:ahLst/>
              <a:cxnLst/>
              <a:rect l="l" t="t" r="r" b="b"/>
              <a:pathLst>
                <a:path w="12783" h="12098" extrusionOk="0">
                  <a:moveTo>
                    <a:pt x="6388" y="1"/>
                  </a:moveTo>
                  <a:cubicBezTo>
                    <a:pt x="2862" y="1"/>
                    <a:pt x="1" y="2706"/>
                    <a:pt x="1" y="6049"/>
                  </a:cubicBezTo>
                  <a:cubicBezTo>
                    <a:pt x="1" y="9385"/>
                    <a:pt x="2862" y="12097"/>
                    <a:pt x="6388" y="12097"/>
                  </a:cubicBezTo>
                  <a:cubicBezTo>
                    <a:pt x="9921" y="12097"/>
                    <a:pt x="12782" y="9385"/>
                    <a:pt x="12782" y="6049"/>
                  </a:cubicBezTo>
                  <a:cubicBezTo>
                    <a:pt x="12782" y="2706"/>
                    <a:pt x="9921" y="1"/>
                    <a:pt x="6388"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7" name="Google Shape;14847;p66"/>
            <p:cNvSpPr/>
            <p:nvPr/>
          </p:nvSpPr>
          <p:spPr>
            <a:xfrm>
              <a:off x="2655130" y="2278395"/>
              <a:ext cx="47870" cy="47870"/>
            </a:xfrm>
            <a:custGeom>
              <a:avLst/>
              <a:gdLst/>
              <a:ahLst/>
              <a:cxnLst/>
              <a:rect l="l" t="t" r="r" b="b"/>
              <a:pathLst>
                <a:path w="1825" h="1825" extrusionOk="0">
                  <a:moveTo>
                    <a:pt x="916" y="1"/>
                  </a:moveTo>
                  <a:lnTo>
                    <a:pt x="1" y="455"/>
                  </a:lnTo>
                  <a:lnTo>
                    <a:pt x="1" y="909"/>
                  </a:lnTo>
                  <a:cubicBezTo>
                    <a:pt x="1" y="1418"/>
                    <a:pt x="408" y="1825"/>
                    <a:pt x="916" y="1825"/>
                  </a:cubicBezTo>
                  <a:cubicBezTo>
                    <a:pt x="1418" y="1825"/>
                    <a:pt x="1825" y="1418"/>
                    <a:pt x="1825" y="909"/>
                  </a:cubicBezTo>
                  <a:lnTo>
                    <a:pt x="1825" y="455"/>
                  </a:lnTo>
                  <a:lnTo>
                    <a:pt x="916" y="1"/>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8" name="Google Shape;14848;p66"/>
            <p:cNvSpPr/>
            <p:nvPr/>
          </p:nvSpPr>
          <p:spPr>
            <a:xfrm>
              <a:off x="2656914" y="2228610"/>
              <a:ext cx="44302" cy="30112"/>
            </a:xfrm>
            <a:custGeom>
              <a:avLst/>
              <a:gdLst/>
              <a:ahLst/>
              <a:cxnLst/>
              <a:rect l="l" t="t" r="r" b="b"/>
              <a:pathLst>
                <a:path w="1689" h="1148" extrusionOk="0">
                  <a:moveTo>
                    <a:pt x="340" y="0"/>
                  </a:moveTo>
                  <a:cubicBezTo>
                    <a:pt x="123" y="0"/>
                    <a:pt x="0" y="258"/>
                    <a:pt x="136" y="427"/>
                  </a:cubicBezTo>
                  <a:lnTo>
                    <a:pt x="645" y="1051"/>
                  </a:lnTo>
                  <a:cubicBezTo>
                    <a:pt x="695" y="1116"/>
                    <a:pt x="770" y="1148"/>
                    <a:pt x="845" y="1148"/>
                  </a:cubicBezTo>
                  <a:cubicBezTo>
                    <a:pt x="919" y="1148"/>
                    <a:pt x="994" y="1116"/>
                    <a:pt x="1045" y="1051"/>
                  </a:cubicBezTo>
                  <a:lnTo>
                    <a:pt x="1553" y="427"/>
                  </a:lnTo>
                  <a:cubicBezTo>
                    <a:pt x="1689" y="258"/>
                    <a:pt x="1567" y="0"/>
                    <a:pt x="1350"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49" name="Google Shape;14849;p66"/>
            <p:cNvSpPr/>
            <p:nvPr/>
          </p:nvSpPr>
          <p:spPr>
            <a:xfrm>
              <a:off x="2737204" y="2253555"/>
              <a:ext cx="111792" cy="42834"/>
            </a:xfrm>
            <a:custGeom>
              <a:avLst/>
              <a:gdLst/>
              <a:ahLst/>
              <a:cxnLst/>
              <a:rect l="l" t="t" r="r" b="b"/>
              <a:pathLst>
                <a:path w="4262" h="1633" extrusionOk="0">
                  <a:moveTo>
                    <a:pt x="321" y="1"/>
                  </a:moveTo>
                  <a:cubicBezTo>
                    <a:pt x="57" y="1"/>
                    <a:pt x="1" y="402"/>
                    <a:pt x="282" y="460"/>
                  </a:cubicBezTo>
                  <a:cubicBezTo>
                    <a:pt x="303" y="460"/>
                    <a:pt x="2459" y="887"/>
                    <a:pt x="3842" y="1605"/>
                  </a:cubicBezTo>
                  <a:cubicBezTo>
                    <a:pt x="3875" y="1619"/>
                    <a:pt x="3908" y="1632"/>
                    <a:pt x="3948" y="1633"/>
                  </a:cubicBezTo>
                  <a:lnTo>
                    <a:pt x="3948" y="1633"/>
                  </a:lnTo>
                  <a:cubicBezTo>
                    <a:pt x="4189" y="1629"/>
                    <a:pt x="4261" y="1307"/>
                    <a:pt x="4052" y="1199"/>
                  </a:cubicBezTo>
                  <a:cubicBezTo>
                    <a:pt x="2615" y="453"/>
                    <a:pt x="459" y="26"/>
                    <a:pt x="370" y="5"/>
                  </a:cubicBezTo>
                  <a:cubicBezTo>
                    <a:pt x="353" y="2"/>
                    <a:pt x="336" y="1"/>
                    <a:pt x="321" y="1"/>
                  </a:cubicBezTo>
                  <a:close/>
                  <a:moveTo>
                    <a:pt x="3948" y="1633"/>
                  </a:moveTo>
                  <a:lnTo>
                    <a:pt x="3948" y="1633"/>
                  </a:lnTo>
                  <a:cubicBezTo>
                    <a:pt x="3946" y="1633"/>
                    <a:pt x="3945" y="1633"/>
                    <a:pt x="3944" y="1633"/>
                  </a:cubicBezTo>
                  <a:lnTo>
                    <a:pt x="3951" y="1633"/>
                  </a:lnTo>
                  <a:cubicBezTo>
                    <a:pt x="3950" y="1633"/>
                    <a:pt x="3949" y="1633"/>
                    <a:pt x="3948" y="1633"/>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0" name="Google Shape;14850;p66"/>
            <p:cNvSpPr/>
            <p:nvPr/>
          </p:nvSpPr>
          <p:spPr>
            <a:xfrm>
              <a:off x="2747670" y="2234879"/>
              <a:ext cx="113392" cy="19541"/>
            </a:xfrm>
            <a:custGeom>
              <a:avLst/>
              <a:gdLst/>
              <a:ahLst/>
              <a:cxnLst/>
              <a:rect l="l" t="t" r="r" b="b"/>
              <a:pathLst>
                <a:path w="4323" h="745" extrusionOk="0">
                  <a:moveTo>
                    <a:pt x="817" y="0"/>
                  </a:moveTo>
                  <a:cubicBezTo>
                    <a:pt x="523" y="0"/>
                    <a:pt x="330" y="5"/>
                    <a:pt x="304" y="5"/>
                  </a:cubicBezTo>
                  <a:cubicBezTo>
                    <a:pt x="1" y="12"/>
                    <a:pt x="12" y="460"/>
                    <a:pt x="311" y="460"/>
                  </a:cubicBezTo>
                  <a:cubicBezTo>
                    <a:pt x="313" y="460"/>
                    <a:pt x="315" y="460"/>
                    <a:pt x="317" y="460"/>
                  </a:cubicBezTo>
                  <a:cubicBezTo>
                    <a:pt x="323" y="460"/>
                    <a:pt x="512" y="454"/>
                    <a:pt x="808" y="454"/>
                  </a:cubicBezTo>
                  <a:cubicBezTo>
                    <a:pt x="1565" y="454"/>
                    <a:pt x="3024" y="489"/>
                    <a:pt x="3945" y="738"/>
                  </a:cubicBezTo>
                  <a:cubicBezTo>
                    <a:pt x="3965" y="744"/>
                    <a:pt x="3986" y="744"/>
                    <a:pt x="4006" y="744"/>
                  </a:cubicBezTo>
                  <a:cubicBezTo>
                    <a:pt x="4008" y="744"/>
                    <a:pt x="4011" y="744"/>
                    <a:pt x="4013" y="744"/>
                  </a:cubicBezTo>
                  <a:cubicBezTo>
                    <a:pt x="4278" y="744"/>
                    <a:pt x="4322" y="364"/>
                    <a:pt x="4067" y="297"/>
                  </a:cubicBezTo>
                  <a:cubicBezTo>
                    <a:pt x="3087" y="36"/>
                    <a:pt x="1597" y="0"/>
                    <a:pt x="817"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1" name="Google Shape;14851;p66"/>
            <p:cNvSpPr/>
            <p:nvPr/>
          </p:nvSpPr>
          <p:spPr>
            <a:xfrm>
              <a:off x="2511416" y="2035086"/>
              <a:ext cx="236595" cy="315206"/>
            </a:xfrm>
            <a:custGeom>
              <a:avLst/>
              <a:gdLst/>
              <a:ahLst/>
              <a:cxnLst/>
              <a:rect l="l" t="t" r="r" b="b"/>
              <a:pathLst>
                <a:path w="9020" h="12017" extrusionOk="0">
                  <a:moveTo>
                    <a:pt x="5358" y="1"/>
                  </a:moveTo>
                  <a:cubicBezTo>
                    <a:pt x="2320" y="469"/>
                    <a:pt x="1" y="2964"/>
                    <a:pt x="1" y="5968"/>
                  </a:cubicBezTo>
                  <a:cubicBezTo>
                    <a:pt x="1" y="9311"/>
                    <a:pt x="2862" y="12016"/>
                    <a:pt x="6388" y="12016"/>
                  </a:cubicBezTo>
                  <a:cubicBezTo>
                    <a:pt x="6405" y="12016"/>
                    <a:pt x="6421" y="12016"/>
                    <a:pt x="6437" y="12016"/>
                  </a:cubicBezTo>
                  <a:cubicBezTo>
                    <a:pt x="7329" y="12016"/>
                    <a:pt x="8200" y="11833"/>
                    <a:pt x="9019" y="11480"/>
                  </a:cubicBezTo>
                  <a:lnTo>
                    <a:pt x="9019" y="11480"/>
                  </a:lnTo>
                  <a:cubicBezTo>
                    <a:pt x="8680" y="11535"/>
                    <a:pt x="8334" y="11562"/>
                    <a:pt x="7989" y="11562"/>
                  </a:cubicBezTo>
                  <a:cubicBezTo>
                    <a:pt x="4463" y="11562"/>
                    <a:pt x="1601" y="8850"/>
                    <a:pt x="1601" y="5507"/>
                  </a:cubicBezTo>
                  <a:cubicBezTo>
                    <a:pt x="1601" y="3059"/>
                    <a:pt x="3140" y="943"/>
                    <a:pt x="5358"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2" name="Google Shape;14852;p66"/>
            <p:cNvSpPr/>
            <p:nvPr/>
          </p:nvSpPr>
          <p:spPr>
            <a:xfrm>
              <a:off x="2508924" y="2253713"/>
              <a:ext cx="111950" cy="42676"/>
            </a:xfrm>
            <a:custGeom>
              <a:avLst/>
              <a:gdLst/>
              <a:ahLst/>
              <a:cxnLst/>
              <a:rect l="l" t="t" r="r" b="b"/>
              <a:pathLst>
                <a:path w="4268" h="1627" extrusionOk="0">
                  <a:moveTo>
                    <a:pt x="3954" y="0"/>
                  </a:moveTo>
                  <a:cubicBezTo>
                    <a:pt x="3937" y="0"/>
                    <a:pt x="3919" y="2"/>
                    <a:pt x="3900" y="6"/>
                  </a:cubicBezTo>
                  <a:cubicBezTo>
                    <a:pt x="3812" y="20"/>
                    <a:pt x="1655" y="447"/>
                    <a:pt x="218" y="1193"/>
                  </a:cubicBezTo>
                  <a:cubicBezTo>
                    <a:pt x="1" y="1301"/>
                    <a:pt x="82" y="1627"/>
                    <a:pt x="326" y="1627"/>
                  </a:cubicBezTo>
                  <a:cubicBezTo>
                    <a:pt x="360" y="1627"/>
                    <a:pt x="394" y="1613"/>
                    <a:pt x="428" y="1599"/>
                  </a:cubicBezTo>
                  <a:cubicBezTo>
                    <a:pt x="1805" y="881"/>
                    <a:pt x="3968" y="454"/>
                    <a:pt x="3988" y="454"/>
                  </a:cubicBezTo>
                  <a:cubicBezTo>
                    <a:pt x="4267" y="396"/>
                    <a:pt x="4208" y="0"/>
                    <a:pt x="3954"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3" name="Google Shape;14853;p66"/>
            <p:cNvSpPr/>
            <p:nvPr/>
          </p:nvSpPr>
          <p:spPr>
            <a:xfrm>
              <a:off x="2497068" y="2234801"/>
              <a:ext cx="113392" cy="19620"/>
            </a:xfrm>
            <a:custGeom>
              <a:avLst/>
              <a:gdLst/>
              <a:ahLst/>
              <a:cxnLst/>
              <a:rect l="l" t="t" r="r" b="b"/>
              <a:pathLst>
                <a:path w="4323" h="748" extrusionOk="0">
                  <a:moveTo>
                    <a:pt x="3488" y="0"/>
                  </a:moveTo>
                  <a:cubicBezTo>
                    <a:pt x="2703" y="0"/>
                    <a:pt x="1228" y="41"/>
                    <a:pt x="256" y="300"/>
                  </a:cubicBezTo>
                  <a:cubicBezTo>
                    <a:pt x="1" y="367"/>
                    <a:pt x="45" y="747"/>
                    <a:pt x="310" y="747"/>
                  </a:cubicBezTo>
                  <a:cubicBezTo>
                    <a:pt x="313" y="747"/>
                    <a:pt x="315" y="747"/>
                    <a:pt x="317" y="747"/>
                  </a:cubicBezTo>
                  <a:cubicBezTo>
                    <a:pt x="338" y="747"/>
                    <a:pt x="358" y="747"/>
                    <a:pt x="378" y="741"/>
                  </a:cubicBezTo>
                  <a:cubicBezTo>
                    <a:pt x="1299" y="492"/>
                    <a:pt x="2758" y="457"/>
                    <a:pt x="3515" y="457"/>
                  </a:cubicBezTo>
                  <a:cubicBezTo>
                    <a:pt x="3812" y="457"/>
                    <a:pt x="4000" y="463"/>
                    <a:pt x="4006" y="463"/>
                  </a:cubicBezTo>
                  <a:cubicBezTo>
                    <a:pt x="4008" y="463"/>
                    <a:pt x="4011" y="463"/>
                    <a:pt x="4013" y="463"/>
                  </a:cubicBezTo>
                  <a:cubicBezTo>
                    <a:pt x="4311" y="463"/>
                    <a:pt x="4322" y="15"/>
                    <a:pt x="4020" y="8"/>
                  </a:cubicBezTo>
                  <a:cubicBezTo>
                    <a:pt x="3993" y="6"/>
                    <a:pt x="3793" y="0"/>
                    <a:pt x="3488" y="0"/>
                  </a:cubicBezTo>
                  <a:close/>
                </a:path>
              </a:pathLst>
            </a:custGeom>
            <a:solidFill>
              <a:srgbClr val="C1CE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4" name="Google Shape;14854;p66"/>
            <p:cNvSpPr/>
            <p:nvPr/>
          </p:nvSpPr>
          <p:spPr>
            <a:xfrm>
              <a:off x="2589319" y="2158524"/>
              <a:ext cx="41837" cy="54086"/>
            </a:xfrm>
            <a:custGeom>
              <a:avLst/>
              <a:gdLst/>
              <a:ahLst/>
              <a:cxnLst/>
              <a:rect l="l" t="t" r="r" b="b"/>
              <a:pathLst>
                <a:path w="1595" h="2062" extrusionOk="0">
                  <a:moveTo>
                    <a:pt x="794" y="1"/>
                  </a:moveTo>
                  <a:cubicBezTo>
                    <a:pt x="353" y="7"/>
                    <a:pt x="1" y="360"/>
                    <a:pt x="1" y="801"/>
                  </a:cubicBezTo>
                  <a:lnTo>
                    <a:pt x="1" y="1262"/>
                  </a:lnTo>
                  <a:cubicBezTo>
                    <a:pt x="1" y="1703"/>
                    <a:pt x="353" y="2055"/>
                    <a:pt x="794" y="2062"/>
                  </a:cubicBezTo>
                  <a:cubicBezTo>
                    <a:pt x="1235" y="2055"/>
                    <a:pt x="1594" y="1703"/>
                    <a:pt x="1594" y="1262"/>
                  </a:cubicBezTo>
                  <a:lnTo>
                    <a:pt x="1594" y="801"/>
                  </a:lnTo>
                  <a:cubicBezTo>
                    <a:pt x="1594" y="360"/>
                    <a:pt x="1235" y="7"/>
                    <a:pt x="79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5" name="Google Shape;14855;p66"/>
            <p:cNvSpPr/>
            <p:nvPr/>
          </p:nvSpPr>
          <p:spPr>
            <a:xfrm>
              <a:off x="2606946" y="2158708"/>
              <a:ext cx="24551" cy="42361"/>
            </a:xfrm>
            <a:custGeom>
              <a:avLst/>
              <a:gdLst/>
              <a:ahLst/>
              <a:cxnLst/>
              <a:rect l="l" t="t" r="r" b="b"/>
              <a:pathLst>
                <a:path w="936" h="1615" extrusionOk="0">
                  <a:moveTo>
                    <a:pt x="122" y="0"/>
                  </a:moveTo>
                  <a:cubicBezTo>
                    <a:pt x="88" y="0"/>
                    <a:pt x="48" y="0"/>
                    <a:pt x="14" y="7"/>
                  </a:cubicBezTo>
                  <a:lnTo>
                    <a:pt x="14" y="1140"/>
                  </a:lnTo>
                  <a:cubicBezTo>
                    <a:pt x="0" y="1397"/>
                    <a:pt x="204" y="1614"/>
                    <a:pt x="468" y="1614"/>
                  </a:cubicBezTo>
                  <a:cubicBezTo>
                    <a:pt x="726" y="1614"/>
                    <a:pt x="936" y="1397"/>
                    <a:pt x="922" y="1140"/>
                  </a:cubicBezTo>
                  <a:lnTo>
                    <a:pt x="922" y="800"/>
                  </a:lnTo>
                  <a:cubicBezTo>
                    <a:pt x="922" y="360"/>
                    <a:pt x="570" y="0"/>
                    <a:pt x="122"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6" name="Google Shape;14856;p66"/>
            <p:cNvSpPr/>
            <p:nvPr/>
          </p:nvSpPr>
          <p:spPr>
            <a:xfrm>
              <a:off x="2601254" y="2164583"/>
              <a:ext cx="17968" cy="17968"/>
            </a:xfrm>
            <a:custGeom>
              <a:avLst/>
              <a:gdLst/>
              <a:ahLst/>
              <a:cxnLst/>
              <a:rect l="l" t="t" r="r" b="b"/>
              <a:pathLst>
                <a:path w="685" h="685" extrusionOk="0">
                  <a:moveTo>
                    <a:pt x="339" y="0"/>
                  </a:moveTo>
                  <a:cubicBezTo>
                    <a:pt x="149" y="0"/>
                    <a:pt x="0" y="156"/>
                    <a:pt x="0" y="346"/>
                  </a:cubicBezTo>
                  <a:cubicBezTo>
                    <a:pt x="0" y="536"/>
                    <a:pt x="149" y="685"/>
                    <a:pt x="339" y="685"/>
                  </a:cubicBezTo>
                  <a:cubicBezTo>
                    <a:pt x="529" y="685"/>
                    <a:pt x="685" y="536"/>
                    <a:pt x="685" y="346"/>
                  </a:cubicBezTo>
                  <a:cubicBezTo>
                    <a:pt x="685" y="156"/>
                    <a:pt x="529" y="0"/>
                    <a:pt x="3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7" name="Google Shape;14857;p66"/>
            <p:cNvSpPr/>
            <p:nvPr/>
          </p:nvSpPr>
          <p:spPr>
            <a:xfrm>
              <a:off x="2727000" y="2158524"/>
              <a:ext cx="41994" cy="54086"/>
            </a:xfrm>
            <a:custGeom>
              <a:avLst/>
              <a:gdLst/>
              <a:ahLst/>
              <a:cxnLst/>
              <a:rect l="l" t="t" r="r" b="b"/>
              <a:pathLst>
                <a:path w="1601" h="2062" extrusionOk="0">
                  <a:moveTo>
                    <a:pt x="800" y="1"/>
                  </a:moveTo>
                  <a:cubicBezTo>
                    <a:pt x="359" y="7"/>
                    <a:pt x="0" y="360"/>
                    <a:pt x="0" y="801"/>
                  </a:cubicBezTo>
                  <a:lnTo>
                    <a:pt x="0" y="1262"/>
                  </a:lnTo>
                  <a:cubicBezTo>
                    <a:pt x="0" y="1703"/>
                    <a:pt x="359" y="2055"/>
                    <a:pt x="800" y="2062"/>
                  </a:cubicBezTo>
                  <a:cubicBezTo>
                    <a:pt x="1241" y="2055"/>
                    <a:pt x="1593" y="1703"/>
                    <a:pt x="1600" y="1262"/>
                  </a:cubicBezTo>
                  <a:lnTo>
                    <a:pt x="1600" y="801"/>
                  </a:lnTo>
                  <a:cubicBezTo>
                    <a:pt x="1593" y="360"/>
                    <a:pt x="1241" y="7"/>
                    <a:pt x="800"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8" name="Google Shape;14858;p66"/>
            <p:cNvSpPr/>
            <p:nvPr/>
          </p:nvSpPr>
          <p:spPr>
            <a:xfrm>
              <a:off x="2744601" y="2158708"/>
              <a:ext cx="24578" cy="42361"/>
            </a:xfrm>
            <a:custGeom>
              <a:avLst/>
              <a:gdLst/>
              <a:ahLst/>
              <a:cxnLst/>
              <a:rect l="l" t="t" r="r" b="b"/>
              <a:pathLst>
                <a:path w="937" h="1615" extrusionOk="0">
                  <a:moveTo>
                    <a:pt x="129" y="0"/>
                  </a:moveTo>
                  <a:cubicBezTo>
                    <a:pt x="88" y="0"/>
                    <a:pt x="48" y="0"/>
                    <a:pt x="14" y="7"/>
                  </a:cubicBezTo>
                  <a:lnTo>
                    <a:pt x="14" y="1140"/>
                  </a:lnTo>
                  <a:cubicBezTo>
                    <a:pt x="0" y="1397"/>
                    <a:pt x="211" y="1614"/>
                    <a:pt x="468" y="1614"/>
                  </a:cubicBezTo>
                  <a:cubicBezTo>
                    <a:pt x="726" y="1614"/>
                    <a:pt x="936" y="1397"/>
                    <a:pt x="922" y="1140"/>
                  </a:cubicBezTo>
                  <a:lnTo>
                    <a:pt x="922" y="800"/>
                  </a:lnTo>
                  <a:cubicBezTo>
                    <a:pt x="929" y="360"/>
                    <a:pt x="570" y="0"/>
                    <a:pt x="129"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59" name="Google Shape;14859;p66"/>
            <p:cNvSpPr/>
            <p:nvPr/>
          </p:nvSpPr>
          <p:spPr>
            <a:xfrm>
              <a:off x="2738909" y="2164583"/>
              <a:ext cx="17994" cy="17968"/>
            </a:xfrm>
            <a:custGeom>
              <a:avLst/>
              <a:gdLst/>
              <a:ahLst/>
              <a:cxnLst/>
              <a:rect l="l" t="t" r="r" b="b"/>
              <a:pathLst>
                <a:path w="686" h="685" extrusionOk="0">
                  <a:moveTo>
                    <a:pt x="346" y="0"/>
                  </a:moveTo>
                  <a:cubicBezTo>
                    <a:pt x="156" y="0"/>
                    <a:pt x="0" y="156"/>
                    <a:pt x="0" y="346"/>
                  </a:cubicBezTo>
                  <a:cubicBezTo>
                    <a:pt x="0" y="536"/>
                    <a:pt x="156" y="685"/>
                    <a:pt x="346" y="685"/>
                  </a:cubicBezTo>
                  <a:cubicBezTo>
                    <a:pt x="536" y="685"/>
                    <a:pt x="685" y="536"/>
                    <a:pt x="685" y="346"/>
                  </a:cubicBezTo>
                  <a:cubicBezTo>
                    <a:pt x="685" y="156"/>
                    <a:pt x="536" y="0"/>
                    <a:pt x="34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0" name="Google Shape;14860;p66"/>
            <p:cNvSpPr/>
            <p:nvPr/>
          </p:nvSpPr>
          <p:spPr>
            <a:xfrm>
              <a:off x="2656914" y="2228768"/>
              <a:ext cx="26886" cy="29981"/>
            </a:xfrm>
            <a:custGeom>
              <a:avLst/>
              <a:gdLst/>
              <a:ahLst/>
              <a:cxnLst/>
              <a:rect l="l" t="t" r="r" b="b"/>
              <a:pathLst>
                <a:path w="1025" h="1143" extrusionOk="0">
                  <a:moveTo>
                    <a:pt x="340" y="1"/>
                  </a:moveTo>
                  <a:cubicBezTo>
                    <a:pt x="123" y="1"/>
                    <a:pt x="0" y="259"/>
                    <a:pt x="143" y="428"/>
                  </a:cubicBezTo>
                  <a:lnTo>
                    <a:pt x="645" y="1052"/>
                  </a:lnTo>
                  <a:cubicBezTo>
                    <a:pt x="694" y="1112"/>
                    <a:pt x="768" y="1143"/>
                    <a:pt x="842" y="1143"/>
                  </a:cubicBezTo>
                  <a:cubicBezTo>
                    <a:pt x="909" y="1143"/>
                    <a:pt x="976" y="1117"/>
                    <a:pt x="1024" y="1065"/>
                  </a:cubicBezTo>
                  <a:lnTo>
                    <a:pt x="1024" y="1052"/>
                  </a:lnTo>
                  <a:lnTo>
                    <a:pt x="516" y="62"/>
                  </a:lnTo>
                  <a:cubicBezTo>
                    <a:pt x="509" y="42"/>
                    <a:pt x="502" y="21"/>
                    <a:pt x="49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1" name="Google Shape;14861;p66"/>
            <p:cNvSpPr/>
            <p:nvPr/>
          </p:nvSpPr>
          <p:spPr>
            <a:xfrm>
              <a:off x="2655130" y="2278395"/>
              <a:ext cx="47870" cy="35909"/>
            </a:xfrm>
            <a:custGeom>
              <a:avLst/>
              <a:gdLst/>
              <a:ahLst/>
              <a:cxnLst/>
              <a:rect l="l" t="t" r="r" b="b"/>
              <a:pathLst>
                <a:path w="1825" h="1369" extrusionOk="0">
                  <a:moveTo>
                    <a:pt x="916" y="1"/>
                  </a:moveTo>
                  <a:lnTo>
                    <a:pt x="1" y="455"/>
                  </a:lnTo>
                  <a:lnTo>
                    <a:pt x="1" y="909"/>
                  </a:lnTo>
                  <a:cubicBezTo>
                    <a:pt x="1" y="984"/>
                    <a:pt x="7" y="1052"/>
                    <a:pt x="28" y="1120"/>
                  </a:cubicBezTo>
                  <a:cubicBezTo>
                    <a:pt x="258" y="1092"/>
                    <a:pt x="475" y="1025"/>
                    <a:pt x="686" y="923"/>
                  </a:cubicBezTo>
                  <a:lnTo>
                    <a:pt x="686" y="1140"/>
                  </a:lnTo>
                  <a:cubicBezTo>
                    <a:pt x="686" y="1292"/>
                    <a:pt x="799" y="1369"/>
                    <a:pt x="913" y="1369"/>
                  </a:cubicBezTo>
                  <a:cubicBezTo>
                    <a:pt x="1026" y="1369"/>
                    <a:pt x="1140" y="1292"/>
                    <a:pt x="1140" y="1140"/>
                  </a:cubicBezTo>
                  <a:lnTo>
                    <a:pt x="1140" y="923"/>
                  </a:lnTo>
                  <a:cubicBezTo>
                    <a:pt x="1350" y="1025"/>
                    <a:pt x="1574" y="1092"/>
                    <a:pt x="1798" y="1120"/>
                  </a:cubicBezTo>
                  <a:cubicBezTo>
                    <a:pt x="1818" y="1052"/>
                    <a:pt x="1825" y="984"/>
                    <a:pt x="1825" y="909"/>
                  </a:cubicBezTo>
                  <a:lnTo>
                    <a:pt x="1825" y="455"/>
                  </a:lnTo>
                  <a:lnTo>
                    <a:pt x="916" y="1"/>
                  </a:ln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2" name="Google Shape;14862;p66"/>
            <p:cNvSpPr/>
            <p:nvPr/>
          </p:nvSpPr>
          <p:spPr>
            <a:xfrm>
              <a:off x="2616572" y="2275142"/>
              <a:ext cx="124986" cy="21246"/>
            </a:xfrm>
            <a:custGeom>
              <a:avLst/>
              <a:gdLst/>
              <a:ahLst/>
              <a:cxnLst/>
              <a:rect l="l" t="t" r="r" b="b"/>
              <a:pathLst>
                <a:path w="4765" h="810" extrusionOk="0">
                  <a:moveTo>
                    <a:pt x="330" y="1"/>
                  </a:moveTo>
                  <a:cubicBezTo>
                    <a:pt x="149" y="1"/>
                    <a:pt x="0" y="243"/>
                    <a:pt x="176" y="403"/>
                  </a:cubicBezTo>
                  <a:cubicBezTo>
                    <a:pt x="478" y="672"/>
                    <a:pt x="859" y="809"/>
                    <a:pt x="1241" y="809"/>
                  </a:cubicBezTo>
                  <a:cubicBezTo>
                    <a:pt x="1554" y="809"/>
                    <a:pt x="1868" y="717"/>
                    <a:pt x="2142" y="532"/>
                  </a:cubicBezTo>
                  <a:cubicBezTo>
                    <a:pt x="2213" y="484"/>
                    <a:pt x="2298" y="460"/>
                    <a:pt x="2383" y="460"/>
                  </a:cubicBezTo>
                  <a:cubicBezTo>
                    <a:pt x="2467" y="460"/>
                    <a:pt x="2552" y="484"/>
                    <a:pt x="2623" y="532"/>
                  </a:cubicBezTo>
                  <a:cubicBezTo>
                    <a:pt x="2888" y="715"/>
                    <a:pt x="3207" y="810"/>
                    <a:pt x="3525" y="810"/>
                  </a:cubicBezTo>
                  <a:cubicBezTo>
                    <a:pt x="3918" y="810"/>
                    <a:pt x="4298" y="660"/>
                    <a:pt x="4590" y="403"/>
                  </a:cubicBezTo>
                  <a:cubicBezTo>
                    <a:pt x="4765" y="243"/>
                    <a:pt x="4616" y="1"/>
                    <a:pt x="4435" y="1"/>
                  </a:cubicBezTo>
                  <a:cubicBezTo>
                    <a:pt x="4386" y="1"/>
                    <a:pt x="4333" y="20"/>
                    <a:pt x="4285" y="64"/>
                  </a:cubicBezTo>
                  <a:cubicBezTo>
                    <a:pt x="4067" y="252"/>
                    <a:pt x="3792" y="348"/>
                    <a:pt x="3517" y="348"/>
                  </a:cubicBezTo>
                  <a:cubicBezTo>
                    <a:pt x="3296" y="348"/>
                    <a:pt x="3074" y="286"/>
                    <a:pt x="2881" y="159"/>
                  </a:cubicBezTo>
                  <a:cubicBezTo>
                    <a:pt x="2732" y="54"/>
                    <a:pt x="2557" y="1"/>
                    <a:pt x="2383" y="1"/>
                  </a:cubicBezTo>
                  <a:cubicBezTo>
                    <a:pt x="2208" y="1"/>
                    <a:pt x="2033" y="54"/>
                    <a:pt x="1884" y="159"/>
                  </a:cubicBezTo>
                  <a:cubicBezTo>
                    <a:pt x="1691" y="286"/>
                    <a:pt x="1469" y="348"/>
                    <a:pt x="1248" y="348"/>
                  </a:cubicBezTo>
                  <a:cubicBezTo>
                    <a:pt x="973" y="348"/>
                    <a:pt x="699" y="252"/>
                    <a:pt x="481" y="64"/>
                  </a:cubicBezTo>
                  <a:cubicBezTo>
                    <a:pt x="432" y="20"/>
                    <a:pt x="380" y="1"/>
                    <a:pt x="330"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63" name="Google Shape;14863;p66"/>
          <p:cNvGrpSpPr/>
          <p:nvPr/>
        </p:nvGrpSpPr>
        <p:grpSpPr>
          <a:xfrm>
            <a:off x="5793190" y="2982358"/>
            <a:ext cx="294904" cy="370027"/>
            <a:chOff x="5820278" y="2906158"/>
            <a:chExt cx="294904" cy="370027"/>
          </a:xfrm>
        </p:grpSpPr>
        <p:sp>
          <p:nvSpPr>
            <p:cNvPr id="14864" name="Google Shape;14864;p66"/>
            <p:cNvSpPr/>
            <p:nvPr/>
          </p:nvSpPr>
          <p:spPr>
            <a:xfrm>
              <a:off x="5893198" y="2987339"/>
              <a:ext cx="193158" cy="168790"/>
            </a:xfrm>
            <a:custGeom>
              <a:avLst/>
              <a:gdLst/>
              <a:ahLst/>
              <a:cxnLst/>
              <a:rect l="l" t="t" r="r" b="b"/>
              <a:pathLst>
                <a:path w="7364" h="6435" extrusionOk="0">
                  <a:moveTo>
                    <a:pt x="3769" y="1"/>
                  </a:moveTo>
                  <a:cubicBezTo>
                    <a:pt x="3669" y="1"/>
                    <a:pt x="3568" y="5"/>
                    <a:pt x="3465" y="14"/>
                  </a:cubicBezTo>
                  <a:cubicBezTo>
                    <a:pt x="1594" y="183"/>
                    <a:pt x="454" y="2509"/>
                    <a:pt x="0" y="3675"/>
                  </a:cubicBezTo>
                  <a:cubicBezTo>
                    <a:pt x="41" y="3980"/>
                    <a:pt x="68" y="4285"/>
                    <a:pt x="95" y="4591"/>
                  </a:cubicBezTo>
                  <a:cubicBezTo>
                    <a:pt x="149" y="4563"/>
                    <a:pt x="197" y="4516"/>
                    <a:pt x="210" y="4455"/>
                  </a:cubicBezTo>
                  <a:cubicBezTo>
                    <a:pt x="217" y="4435"/>
                    <a:pt x="665" y="2956"/>
                    <a:pt x="1526" y="1804"/>
                  </a:cubicBezTo>
                  <a:cubicBezTo>
                    <a:pt x="1783" y="1444"/>
                    <a:pt x="2197" y="1234"/>
                    <a:pt x="2638" y="1234"/>
                  </a:cubicBezTo>
                  <a:cubicBezTo>
                    <a:pt x="2649" y="1234"/>
                    <a:pt x="2661" y="1234"/>
                    <a:pt x="2672" y="1234"/>
                  </a:cubicBezTo>
                  <a:cubicBezTo>
                    <a:pt x="3026" y="1234"/>
                    <a:pt x="3366" y="1335"/>
                    <a:pt x="3668" y="1512"/>
                  </a:cubicBezTo>
                  <a:cubicBezTo>
                    <a:pt x="5581" y="2733"/>
                    <a:pt x="6638" y="6231"/>
                    <a:pt x="6645" y="6272"/>
                  </a:cubicBezTo>
                  <a:cubicBezTo>
                    <a:pt x="6672" y="6367"/>
                    <a:pt x="6760" y="6435"/>
                    <a:pt x="6862" y="6435"/>
                  </a:cubicBezTo>
                  <a:lnTo>
                    <a:pt x="6889" y="6435"/>
                  </a:lnTo>
                  <a:cubicBezTo>
                    <a:pt x="6998" y="6421"/>
                    <a:pt x="7086" y="6333"/>
                    <a:pt x="7093" y="6225"/>
                  </a:cubicBezTo>
                  <a:cubicBezTo>
                    <a:pt x="7106" y="6069"/>
                    <a:pt x="7364" y="2407"/>
                    <a:pt x="5709" y="773"/>
                  </a:cubicBezTo>
                  <a:cubicBezTo>
                    <a:pt x="5187" y="257"/>
                    <a:pt x="4537" y="1"/>
                    <a:pt x="3769"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5" name="Google Shape;14865;p66"/>
            <p:cNvSpPr/>
            <p:nvPr/>
          </p:nvSpPr>
          <p:spPr>
            <a:xfrm>
              <a:off x="5885906" y="2906158"/>
              <a:ext cx="229276" cy="237880"/>
            </a:xfrm>
            <a:custGeom>
              <a:avLst/>
              <a:gdLst/>
              <a:ahLst/>
              <a:cxnLst/>
              <a:rect l="l" t="t" r="r" b="b"/>
              <a:pathLst>
                <a:path w="8741" h="9069" extrusionOk="0">
                  <a:moveTo>
                    <a:pt x="4950" y="1"/>
                  </a:moveTo>
                  <a:cubicBezTo>
                    <a:pt x="4558" y="1"/>
                    <a:pt x="4149" y="58"/>
                    <a:pt x="3729" y="173"/>
                  </a:cubicBezTo>
                  <a:cubicBezTo>
                    <a:pt x="2089" y="627"/>
                    <a:pt x="929" y="2281"/>
                    <a:pt x="373" y="4967"/>
                  </a:cubicBezTo>
                  <a:cubicBezTo>
                    <a:pt x="115" y="6241"/>
                    <a:pt x="0" y="7543"/>
                    <a:pt x="27" y="8845"/>
                  </a:cubicBezTo>
                  <a:cubicBezTo>
                    <a:pt x="27" y="8974"/>
                    <a:pt x="129" y="9069"/>
                    <a:pt x="251" y="9069"/>
                  </a:cubicBezTo>
                  <a:lnTo>
                    <a:pt x="258" y="9069"/>
                  </a:lnTo>
                  <a:cubicBezTo>
                    <a:pt x="380" y="9069"/>
                    <a:pt x="482" y="8960"/>
                    <a:pt x="475" y="8831"/>
                  </a:cubicBezTo>
                  <a:cubicBezTo>
                    <a:pt x="475" y="8770"/>
                    <a:pt x="326" y="3739"/>
                    <a:pt x="2394" y="1529"/>
                  </a:cubicBezTo>
                  <a:cubicBezTo>
                    <a:pt x="2495" y="1413"/>
                    <a:pt x="2645" y="1339"/>
                    <a:pt x="2801" y="1325"/>
                  </a:cubicBezTo>
                  <a:cubicBezTo>
                    <a:pt x="2920" y="1309"/>
                    <a:pt x="3044" y="1301"/>
                    <a:pt x="3171" y="1301"/>
                  </a:cubicBezTo>
                  <a:cubicBezTo>
                    <a:pt x="4962" y="1301"/>
                    <a:pt x="7379" y="2920"/>
                    <a:pt x="8069" y="5238"/>
                  </a:cubicBezTo>
                  <a:cubicBezTo>
                    <a:pt x="8104" y="5351"/>
                    <a:pt x="8197" y="5405"/>
                    <a:pt x="8290" y="5405"/>
                  </a:cubicBezTo>
                  <a:cubicBezTo>
                    <a:pt x="8397" y="5405"/>
                    <a:pt x="8502" y="5334"/>
                    <a:pt x="8517" y="5204"/>
                  </a:cubicBezTo>
                  <a:cubicBezTo>
                    <a:pt x="8740" y="3278"/>
                    <a:pt x="8272" y="1719"/>
                    <a:pt x="7208" y="803"/>
                  </a:cubicBezTo>
                  <a:cubicBezTo>
                    <a:pt x="6584" y="273"/>
                    <a:pt x="5808" y="1"/>
                    <a:pt x="4950"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6" name="Google Shape;14866;p66"/>
            <p:cNvSpPr/>
            <p:nvPr/>
          </p:nvSpPr>
          <p:spPr>
            <a:xfrm>
              <a:off x="5836987" y="2915154"/>
              <a:ext cx="61562" cy="295061"/>
            </a:xfrm>
            <a:custGeom>
              <a:avLst/>
              <a:gdLst/>
              <a:ahLst/>
              <a:cxnLst/>
              <a:rect l="l" t="t" r="r" b="b"/>
              <a:pathLst>
                <a:path w="2347" h="11249" extrusionOk="0">
                  <a:moveTo>
                    <a:pt x="905" y="1"/>
                  </a:moveTo>
                  <a:cubicBezTo>
                    <a:pt x="869" y="1"/>
                    <a:pt x="833" y="22"/>
                    <a:pt x="821" y="67"/>
                  </a:cubicBezTo>
                  <a:cubicBezTo>
                    <a:pt x="523" y="1057"/>
                    <a:pt x="0" y="3457"/>
                    <a:pt x="516" y="6895"/>
                  </a:cubicBezTo>
                  <a:lnTo>
                    <a:pt x="1431" y="11248"/>
                  </a:lnTo>
                  <a:lnTo>
                    <a:pt x="2347" y="8956"/>
                  </a:lnTo>
                  <a:cubicBezTo>
                    <a:pt x="1235" y="5613"/>
                    <a:pt x="1031" y="1525"/>
                    <a:pt x="997" y="94"/>
                  </a:cubicBezTo>
                  <a:cubicBezTo>
                    <a:pt x="997" y="34"/>
                    <a:pt x="951" y="1"/>
                    <a:pt x="905" y="1"/>
                  </a:cubicBezTo>
                  <a:close/>
                </a:path>
              </a:pathLst>
            </a:custGeom>
            <a:solidFill>
              <a:srgbClr val="E1E6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7" name="Google Shape;14867;p66"/>
            <p:cNvSpPr/>
            <p:nvPr/>
          </p:nvSpPr>
          <p:spPr>
            <a:xfrm>
              <a:off x="5880555" y="3094358"/>
              <a:ext cx="187990" cy="175951"/>
            </a:xfrm>
            <a:custGeom>
              <a:avLst/>
              <a:gdLst/>
              <a:ahLst/>
              <a:cxnLst/>
              <a:rect l="l" t="t" r="r" b="b"/>
              <a:pathLst>
                <a:path w="7167" h="6708" extrusionOk="0">
                  <a:moveTo>
                    <a:pt x="2037" y="1"/>
                  </a:moveTo>
                  <a:cubicBezTo>
                    <a:pt x="1961" y="1"/>
                    <a:pt x="1888" y="8"/>
                    <a:pt x="1818" y="22"/>
                  </a:cubicBezTo>
                  <a:cubicBezTo>
                    <a:pt x="231" y="341"/>
                    <a:pt x="1" y="3955"/>
                    <a:pt x="1" y="3955"/>
                  </a:cubicBezTo>
                  <a:lnTo>
                    <a:pt x="916" y="6708"/>
                  </a:lnTo>
                  <a:cubicBezTo>
                    <a:pt x="916" y="6708"/>
                    <a:pt x="1553" y="1439"/>
                    <a:pt x="2232" y="1324"/>
                  </a:cubicBezTo>
                  <a:cubicBezTo>
                    <a:pt x="2250" y="1321"/>
                    <a:pt x="2270" y="1319"/>
                    <a:pt x="2291" y="1319"/>
                  </a:cubicBezTo>
                  <a:cubicBezTo>
                    <a:pt x="3060" y="1319"/>
                    <a:pt x="5771" y="3426"/>
                    <a:pt x="6985" y="4396"/>
                  </a:cubicBezTo>
                  <a:cubicBezTo>
                    <a:pt x="7003" y="4411"/>
                    <a:pt x="7022" y="4417"/>
                    <a:pt x="7041" y="4417"/>
                  </a:cubicBezTo>
                  <a:cubicBezTo>
                    <a:pt x="7108" y="4417"/>
                    <a:pt x="7167" y="4336"/>
                    <a:pt x="7114" y="4267"/>
                  </a:cubicBezTo>
                  <a:cubicBezTo>
                    <a:pt x="6085" y="2961"/>
                    <a:pt x="3589" y="1"/>
                    <a:pt x="2037"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8" name="Google Shape;14868;p66"/>
            <p:cNvSpPr/>
            <p:nvPr/>
          </p:nvSpPr>
          <p:spPr>
            <a:xfrm>
              <a:off x="5820278" y="2986343"/>
              <a:ext cx="94979" cy="289842"/>
            </a:xfrm>
            <a:custGeom>
              <a:avLst/>
              <a:gdLst/>
              <a:ahLst/>
              <a:cxnLst/>
              <a:rect l="l" t="t" r="r" b="b"/>
              <a:pathLst>
                <a:path w="3621" h="11050" extrusionOk="0">
                  <a:moveTo>
                    <a:pt x="100" y="0"/>
                  </a:moveTo>
                  <a:cubicBezTo>
                    <a:pt x="53" y="0"/>
                    <a:pt x="7" y="33"/>
                    <a:pt x="7" y="92"/>
                  </a:cubicBezTo>
                  <a:cubicBezTo>
                    <a:pt x="0" y="1787"/>
                    <a:pt x="163" y="6208"/>
                    <a:pt x="1878" y="10758"/>
                  </a:cubicBezTo>
                  <a:cubicBezTo>
                    <a:pt x="1946" y="10934"/>
                    <a:pt x="2116" y="11050"/>
                    <a:pt x="2305" y="11050"/>
                  </a:cubicBezTo>
                  <a:lnTo>
                    <a:pt x="3350" y="11050"/>
                  </a:lnTo>
                  <a:cubicBezTo>
                    <a:pt x="3512" y="11050"/>
                    <a:pt x="3621" y="10887"/>
                    <a:pt x="3560" y="10738"/>
                  </a:cubicBezTo>
                  <a:cubicBezTo>
                    <a:pt x="1790" y="6439"/>
                    <a:pt x="604" y="1801"/>
                    <a:pt x="190" y="72"/>
                  </a:cubicBezTo>
                  <a:cubicBezTo>
                    <a:pt x="178" y="23"/>
                    <a:pt x="139" y="0"/>
                    <a:pt x="100"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9" name="Google Shape;14869;p66"/>
            <p:cNvSpPr/>
            <p:nvPr/>
          </p:nvSpPr>
          <p:spPr>
            <a:xfrm>
              <a:off x="5951166" y="2917804"/>
              <a:ext cx="156541" cy="130179"/>
            </a:xfrm>
            <a:custGeom>
              <a:avLst/>
              <a:gdLst/>
              <a:ahLst/>
              <a:cxnLst/>
              <a:rect l="l" t="t" r="r" b="b"/>
              <a:pathLst>
                <a:path w="5968" h="4963" extrusionOk="0">
                  <a:moveTo>
                    <a:pt x="2493" y="0"/>
                  </a:moveTo>
                  <a:cubicBezTo>
                    <a:pt x="1390" y="0"/>
                    <a:pt x="446" y="531"/>
                    <a:pt x="1" y="1003"/>
                  </a:cubicBezTo>
                  <a:cubicBezTo>
                    <a:pt x="89" y="936"/>
                    <a:pt x="197" y="895"/>
                    <a:pt x="306" y="881"/>
                  </a:cubicBezTo>
                  <a:cubicBezTo>
                    <a:pt x="426" y="865"/>
                    <a:pt x="550" y="857"/>
                    <a:pt x="678" y="857"/>
                  </a:cubicBezTo>
                  <a:cubicBezTo>
                    <a:pt x="2474" y="857"/>
                    <a:pt x="4891" y="2477"/>
                    <a:pt x="5581" y="4801"/>
                  </a:cubicBezTo>
                  <a:cubicBezTo>
                    <a:pt x="5610" y="4904"/>
                    <a:pt x="5702" y="4962"/>
                    <a:pt x="5798" y="4962"/>
                  </a:cubicBezTo>
                  <a:cubicBezTo>
                    <a:pt x="5858" y="4962"/>
                    <a:pt x="5920" y="4939"/>
                    <a:pt x="5968" y="4889"/>
                  </a:cubicBezTo>
                  <a:cubicBezTo>
                    <a:pt x="5886" y="2515"/>
                    <a:pt x="5059" y="522"/>
                    <a:pt x="3289" y="95"/>
                  </a:cubicBezTo>
                  <a:cubicBezTo>
                    <a:pt x="3018" y="29"/>
                    <a:pt x="2751" y="0"/>
                    <a:pt x="2493"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0" name="Google Shape;14870;p66"/>
            <p:cNvSpPr/>
            <p:nvPr/>
          </p:nvSpPr>
          <p:spPr>
            <a:xfrm>
              <a:off x="5937290" y="2999589"/>
              <a:ext cx="141249" cy="156541"/>
            </a:xfrm>
            <a:custGeom>
              <a:avLst/>
              <a:gdLst/>
              <a:ahLst/>
              <a:cxnLst/>
              <a:rect l="l" t="t" r="r" b="b"/>
              <a:pathLst>
                <a:path w="5385" h="5968" extrusionOk="0">
                  <a:moveTo>
                    <a:pt x="2195" y="0"/>
                  </a:moveTo>
                  <a:cubicBezTo>
                    <a:pt x="1226" y="0"/>
                    <a:pt x="558" y="457"/>
                    <a:pt x="1" y="1167"/>
                  </a:cubicBezTo>
                  <a:cubicBezTo>
                    <a:pt x="252" y="910"/>
                    <a:pt x="597" y="767"/>
                    <a:pt x="957" y="767"/>
                  </a:cubicBezTo>
                  <a:cubicBezTo>
                    <a:pt x="968" y="767"/>
                    <a:pt x="980" y="767"/>
                    <a:pt x="991" y="767"/>
                  </a:cubicBezTo>
                  <a:cubicBezTo>
                    <a:pt x="1345" y="767"/>
                    <a:pt x="1685" y="868"/>
                    <a:pt x="1987" y="1052"/>
                  </a:cubicBezTo>
                  <a:cubicBezTo>
                    <a:pt x="3900" y="2266"/>
                    <a:pt x="4957" y="5771"/>
                    <a:pt x="4964" y="5805"/>
                  </a:cubicBezTo>
                  <a:cubicBezTo>
                    <a:pt x="4991" y="5900"/>
                    <a:pt x="5079" y="5968"/>
                    <a:pt x="5181" y="5968"/>
                  </a:cubicBezTo>
                  <a:lnTo>
                    <a:pt x="5208" y="5968"/>
                  </a:lnTo>
                  <a:cubicBezTo>
                    <a:pt x="5283" y="5961"/>
                    <a:pt x="5351" y="5914"/>
                    <a:pt x="5385" y="5846"/>
                  </a:cubicBezTo>
                  <a:cubicBezTo>
                    <a:pt x="5276" y="571"/>
                    <a:pt x="2977" y="8"/>
                    <a:pt x="2259" y="1"/>
                  </a:cubicBezTo>
                  <a:cubicBezTo>
                    <a:pt x="2237" y="1"/>
                    <a:pt x="2216" y="0"/>
                    <a:pt x="2195"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71" name="Google Shape;14871;p66"/>
          <p:cNvGrpSpPr/>
          <p:nvPr/>
        </p:nvGrpSpPr>
        <p:grpSpPr>
          <a:xfrm>
            <a:off x="4919731" y="3459429"/>
            <a:ext cx="370132" cy="334223"/>
            <a:chOff x="4946819" y="3383229"/>
            <a:chExt cx="370132" cy="334223"/>
          </a:xfrm>
        </p:grpSpPr>
        <p:sp>
          <p:nvSpPr>
            <p:cNvPr id="14872" name="Google Shape;14872;p66"/>
            <p:cNvSpPr/>
            <p:nvPr/>
          </p:nvSpPr>
          <p:spPr>
            <a:xfrm>
              <a:off x="4946819" y="3383229"/>
              <a:ext cx="370132" cy="179125"/>
            </a:xfrm>
            <a:custGeom>
              <a:avLst/>
              <a:gdLst/>
              <a:ahLst/>
              <a:cxnLst/>
              <a:rect l="l" t="t" r="r" b="b"/>
              <a:pathLst>
                <a:path w="14111" h="6829" extrusionOk="0">
                  <a:moveTo>
                    <a:pt x="7052" y="1"/>
                  </a:moveTo>
                  <a:cubicBezTo>
                    <a:pt x="3160" y="1"/>
                    <a:pt x="0" y="2550"/>
                    <a:pt x="0" y="5690"/>
                  </a:cubicBezTo>
                  <a:lnTo>
                    <a:pt x="0" y="5703"/>
                  </a:lnTo>
                  <a:cubicBezTo>
                    <a:pt x="14" y="6327"/>
                    <a:pt x="522" y="6829"/>
                    <a:pt x="1153" y="6829"/>
                  </a:cubicBezTo>
                  <a:lnTo>
                    <a:pt x="12951" y="6829"/>
                  </a:lnTo>
                  <a:cubicBezTo>
                    <a:pt x="12955" y="6829"/>
                    <a:pt x="12960" y="6829"/>
                    <a:pt x="12964" y="6829"/>
                  </a:cubicBezTo>
                  <a:cubicBezTo>
                    <a:pt x="13589" y="6829"/>
                    <a:pt x="14097" y="6323"/>
                    <a:pt x="14111" y="5703"/>
                  </a:cubicBezTo>
                  <a:lnTo>
                    <a:pt x="14111" y="5690"/>
                  </a:lnTo>
                  <a:cubicBezTo>
                    <a:pt x="14111" y="2550"/>
                    <a:pt x="10951" y="1"/>
                    <a:pt x="705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3" name="Google Shape;14873;p66"/>
            <p:cNvSpPr/>
            <p:nvPr/>
          </p:nvSpPr>
          <p:spPr>
            <a:xfrm>
              <a:off x="4946819" y="3383229"/>
              <a:ext cx="200817" cy="179125"/>
            </a:xfrm>
            <a:custGeom>
              <a:avLst/>
              <a:gdLst/>
              <a:ahLst/>
              <a:cxnLst/>
              <a:rect l="l" t="t" r="r" b="b"/>
              <a:pathLst>
                <a:path w="7656" h="6829" extrusionOk="0">
                  <a:moveTo>
                    <a:pt x="7059" y="1"/>
                  </a:moveTo>
                  <a:cubicBezTo>
                    <a:pt x="3160" y="1"/>
                    <a:pt x="0" y="2543"/>
                    <a:pt x="0" y="5690"/>
                  </a:cubicBezTo>
                  <a:lnTo>
                    <a:pt x="0" y="5703"/>
                  </a:lnTo>
                  <a:cubicBezTo>
                    <a:pt x="14" y="6327"/>
                    <a:pt x="522" y="6829"/>
                    <a:pt x="1153" y="6829"/>
                  </a:cubicBezTo>
                  <a:lnTo>
                    <a:pt x="4916" y="6829"/>
                  </a:lnTo>
                  <a:cubicBezTo>
                    <a:pt x="4598" y="6829"/>
                    <a:pt x="4326" y="6327"/>
                    <a:pt x="4326" y="5703"/>
                  </a:cubicBezTo>
                  <a:lnTo>
                    <a:pt x="4326" y="5690"/>
                  </a:lnTo>
                  <a:cubicBezTo>
                    <a:pt x="4326" y="2713"/>
                    <a:pt x="5791" y="265"/>
                    <a:pt x="7656" y="21"/>
                  </a:cubicBezTo>
                  <a:cubicBezTo>
                    <a:pt x="7459" y="7"/>
                    <a:pt x="7256" y="1"/>
                    <a:pt x="7059"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4" name="Google Shape;14874;p66"/>
            <p:cNvSpPr/>
            <p:nvPr/>
          </p:nvSpPr>
          <p:spPr>
            <a:xfrm>
              <a:off x="5063149" y="3562327"/>
              <a:ext cx="137314" cy="155124"/>
            </a:xfrm>
            <a:custGeom>
              <a:avLst/>
              <a:gdLst/>
              <a:ahLst/>
              <a:cxnLst/>
              <a:rect l="l" t="t" r="r" b="b"/>
              <a:pathLst>
                <a:path w="5235" h="5914" extrusionOk="0">
                  <a:moveTo>
                    <a:pt x="705" y="1"/>
                  </a:moveTo>
                  <a:lnTo>
                    <a:pt x="135" y="4103"/>
                  </a:lnTo>
                  <a:cubicBezTo>
                    <a:pt x="0" y="5062"/>
                    <a:pt x="747" y="5913"/>
                    <a:pt x="1711" y="5913"/>
                  </a:cubicBezTo>
                  <a:cubicBezTo>
                    <a:pt x="1714" y="5913"/>
                    <a:pt x="1718" y="5913"/>
                    <a:pt x="1722" y="5913"/>
                  </a:cubicBezTo>
                  <a:lnTo>
                    <a:pt x="3526" y="5913"/>
                  </a:lnTo>
                  <a:cubicBezTo>
                    <a:pt x="4489" y="5913"/>
                    <a:pt x="5234" y="5059"/>
                    <a:pt x="5099" y="4103"/>
                  </a:cubicBezTo>
                  <a:lnTo>
                    <a:pt x="4536" y="1"/>
                  </a:ln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5" name="Google Shape;14875;p66"/>
            <p:cNvSpPr/>
            <p:nvPr/>
          </p:nvSpPr>
          <p:spPr>
            <a:xfrm>
              <a:off x="5063149" y="3562327"/>
              <a:ext cx="122206" cy="155124"/>
            </a:xfrm>
            <a:custGeom>
              <a:avLst/>
              <a:gdLst/>
              <a:ahLst/>
              <a:cxnLst/>
              <a:rect l="l" t="t" r="r" b="b"/>
              <a:pathLst>
                <a:path w="4659" h="5914" extrusionOk="0">
                  <a:moveTo>
                    <a:pt x="705" y="1"/>
                  </a:moveTo>
                  <a:lnTo>
                    <a:pt x="135" y="4103"/>
                  </a:lnTo>
                  <a:cubicBezTo>
                    <a:pt x="0" y="5062"/>
                    <a:pt x="747" y="5913"/>
                    <a:pt x="1711" y="5913"/>
                  </a:cubicBezTo>
                  <a:cubicBezTo>
                    <a:pt x="1714" y="5913"/>
                    <a:pt x="1718" y="5913"/>
                    <a:pt x="1722" y="5913"/>
                  </a:cubicBezTo>
                  <a:lnTo>
                    <a:pt x="1865" y="5913"/>
                  </a:lnTo>
                  <a:cubicBezTo>
                    <a:pt x="1729" y="5635"/>
                    <a:pt x="1681" y="5323"/>
                    <a:pt x="1722" y="5018"/>
                  </a:cubicBezTo>
                  <a:lnTo>
                    <a:pt x="2183" y="1696"/>
                  </a:lnTo>
                  <a:cubicBezTo>
                    <a:pt x="2244" y="1242"/>
                    <a:pt x="2631" y="909"/>
                    <a:pt x="3085" y="909"/>
                  </a:cubicBezTo>
                  <a:lnTo>
                    <a:pt x="4658" y="909"/>
                  </a:lnTo>
                  <a:lnTo>
                    <a:pt x="4536" y="1"/>
                  </a:ln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6" name="Google Shape;14876;p66"/>
            <p:cNvSpPr/>
            <p:nvPr/>
          </p:nvSpPr>
          <p:spPr>
            <a:xfrm>
              <a:off x="5048382" y="3425039"/>
              <a:ext cx="95530" cy="83595"/>
            </a:xfrm>
            <a:custGeom>
              <a:avLst/>
              <a:gdLst/>
              <a:ahLst/>
              <a:cxnLst/>
              <a:rect l="l" t="t" r="r" b="b"/>
              <a:pathLst>
                <a:path w="3642" h="3187" extrusionOk="0">
                  <a:moveTo>
                    <a:pt x="1817" y="0"/>
                  </a:moveTo>
                  <a:cubicBezTo>
                    <a:pt x="814" y="0"/>
                    <a:pt x="0" y="712"/>
                    <a:pt x="0" y="1594"/>
                  </a:cubicBezTo>
                  <a:cubicBezTo>
                    <a:pt x="0" y="2475"/>
                    <a:pt x="814" y="3187"/>
                    <a:pt x="1817" y="3187"/>
                  </a:cubicBezTo>
                  <a:cubicBezTo>
                    <a:pt x="2821" y="3187"/>
                    <a:pt x="3641" y="2475"/>
                    <a:pt x="3641" y="1594"/>
                  </a:cubicBezTo>
                  <a:cubicBezTo>
                    <a:pt x="3641" y="712"/>
                    <a:pt x="2821" y="0"/>
                    <a:pt x="1817"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7" name="Google Shape;14877;p66"/>
            <p:cNvSpPr/>
            <p:nvPr/>
          </p:nvSpPr>
          <p:spPr>
            <a:xfrm>
              <a:off x="5197604" y="3396580"/>
              <a:ext cx="82362" cy="64237"/>
            </a:xfrm>
            <a:custGeom>
              <a:avLst/>
              <a:gdLst/>
              <a:ahLst/>
              <a:cxnLst/>
              <a:rect l="l" t="t" r="r" b="b"/>
              <a:pathLst>
                <a:path w="3140" h="2449" extrusionOk="0">
                  <a:moveTo>
                    <a:pt x="414" y="0"/>
                  </a:moveTo>
                  <a:cubicBezTo>
                    <a:pt x="149" y="258"/>
                    <a:pt x="0" y="604"/>
                    <a:pt x="0" y="970"/>
                  </a:cubicBezTo>
                  <a:cubicBezTo>
                    <a:pt x="0" y="1790"/>
                    <a:pt x="759" y="2448"/>
                    <a:pt x="1702" y="2448"/>
                  </a:cubicBezTo>
                  <a:cubicBezTo>
                    <a:pt x="1716" y="2448"/>
                    <a:pt x="1731" y="2448"/>
                    <a:pt x="1745" y="2448"/>
                  </a:cubicBezTo>
                  <a:cubicBezTo>
                    <a:pt x="2292" y="2448"/>
                    <a:pt x="2803" y="2199"/>
                    <a:pt x="3139" y="1770"/>
                  </a:cubicBezTo>
                  <a:cubicBezTo>
                    <a:pt x="2380" y="977"/>
                    <a:pt x="1451" y="373"/>
                    <a:pt x="414"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8" name="Google Shape;14878;p66"/>
            <p:cNvSpPr/>
            <p:nvPr/>
          </p:nvSpPr>
          <p:spPr>
            <a:xfrm>
              <a:off x="5157394" y="3496700"/>
              <a:ext cx="115989" cy="65654"/>
            </a:xfrm>
            <a:custGeom>
              <a:avLst/>
              <a:gdLst/>
              <a:ahLst/>
              <a:cxnLst/>
              <a:rect l="l" t="t" r="r" b="b"/>
              <a:pathLst>
                <a:path w="4422" h="2503" extrusionOk="0">
                  <a:moveTo>
                    <a:pt x="2211" y="1"/>
                  </a:moveTo>
                  <a:cubicBezTo>
                    <a:pt x="991" y="1"/>
                    <a:pt x="1" y="916"/>
                    <a:pt x="1" y="2048"/>
                  </a:cubicBezTo>
                  <a:cubicBezTo>
                    <a:pt x="1" y="2198"/>
                    <a:pt x="21" y="2354"/>
                    <a:pt x="62" y="2503"/>
                  </a:cubicBezTo>
                  <a:lnTo>
                    <a:pt x="4367" y="2503"/>
                  </a:lnTo>
                  <a:cubicBezTo>
                    <a:pt x="4401" y="2354"/>
                    <a:pt x="4422" y="2198"/>
                    <a:pt x="4422" y="2048"/>
                  </a:cubicBezTo>
                  <a:cubicBezTo>
                    <a:pt x="4422" y="916"/>
                    <a:pt x="3432" y="1"/>
                    <a:pt x="2211"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9" name="Google Shape;14879;p66"/>
            <p:cNvSpPr/>
            <p:nvPr/>
          </p:nvSpPr>
          <p:spPr>
            <a:xfrm>
              <a:off x="4947344" y="3455807"/>
              <a:ext cx="58545" cy="70690"/>
            </a:xfrm>
            <a:custGeom>
              <a:avLst/>
              <a:gdLst/>
              <a:ahLst/>
              <a:cxnLst/>
              <a:rect l="l" t="t" r="r" b="b"/>
              <a:pathLst>
                <a:path w="2232" h="2695" extrusionOk="0">
                  <a:moveTo>
                    <a:pt x="984" y="0"/>
                  </a:moveTo>
                  <a:cubicBezTo>
                    <a:pt x="428" y="732"/>
                    <a:pt x="82" y="1607"/>
                    <a:pt x="1" y="2522"/>
                  </a:cubicBezTo>
                  <a:cubicBezTo>
                    <a:pt x="213" y="2639"/>
                    <a:pt x="440" y="2694"/>
                    <a:pt x="663" y="2694"/>
                  </a:cubicBezTo>
                  <a:cubicBezTo>
                    <a:pt x="1205" y="2694"/>
                    <a:pt x="1722" y="2371"/>
                    <a:pt x="1933" y="1824"/>
                  </a:cubicBezTo>
                  <a:cubicBezTo>
                    <a:pt x="2231" y="1051"/>
                    <a:pt x="1784" y="197"/>
                    <a:pt x="984"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0" name="Google Shape;14880;p66"/>
            <p:cNvSpPr/>
            <p:nvPr/>
          </p:nvSpPr>
          <p:spPr>
            <a:xfrm>
              <a:off x="5048198" y="3425564"/>
              <a:ext cx="41102" cy="71529"/>
            </a:xfrm>
            <a:custGeom>
              <a:avLst/>
              <a:gdLst/>
              <a:ahLst/>
              <a:cxnLst/>
              <a:rect l="l" t="t" r="r" b="b"/>
              <a:pathLst>
                <a:path w="1567" h="2727" extrusionOk="0">
                  <a:moveTo>
                    <a:pt x="1567" y="0"/>
                  </a:moveTo>
                  <a:lnTo>
                    <a:pt x="1567" y="0"/>
                  </a:lnTo>
                  <a:cubicBezTo>
                    <a:pt x="685" y="109"/>
                    <a:pt x="0" y="767"/>
                    <a:pt x="0" y="1574"/>
                  </a:cubicBezTo>
                  <a:cubicBezTo>
                    <a:pt x="7" y="2021"/>
                    <a:pt x="210" y="2441"/>
                    <a:pt x="563" y="2726"/>
                  </a:cubicBezTo>
                  <a:cubicBezTo>
                    <a:pt x="726" y="1668"/>
                    <a:pt x="1078" y="733"/>
                    <a:pt x="1567"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81" name="Google Shape;14881;p66"/>
          <p:cNvGrpSpPr/>
          <p:nvPr/>
        </p:nvGrpSpPr>
        <p:grpSpPr>
          <a:xfrm>
            <a:off x="3011315" y="1615434"/>
            <a:ext cx="375482" cy="316072"/>
            <a:chOff x="3038403" y="1539234"/>
            <a:chExt cx="375482" cy="316072"/>
          </a:xfrm>
        </p:grpSpPr>
        <p:sp>
          <p:nvSpPr>
            <p:cNvPr id="14882" name="Google Shape;14882;p66"/>
            <p:cNvSpPr/>
            <p:nvPr/>
          </p:nvSpPr>
          <p:spPr>
            <a:xfrm>
              <a:off x="3137965" y="1548658"/>
              <a:ext cx="10688" cy="13760"/>
            </a:xfrm>
            <a:custGeom>
              <a:avLst/>
              <a:gdLst/>
              <a:ahLst/>
              <a:cxnLst/>
              <a:rect l="l" t="t" r="r" b="b"/>
              <a:pathLst>
                <a:path w="334" h="430" extrusionOk="0">
                  <a:moveTo>
                    <a:pt x="167" y="1"/>
                  </a:moveTo>
                  <a:cubicBezTo>
                    <a:pt x="72" y="1"/>
                    <a:pt x="0" y="72"/>
                    <a:pt x="0" y="167"/>
                  </a:cubicBezTo>
                  <a:lnTo>
                    <a:pt x="0" y="263"/>
                  </a:lnTo>
                  <a:cubicBezTo>
                    <a:pt x="0" y="358"/>
                    <a:pt x="72" y="429"/>
                    <a:pt x="167" y="429"/>
                  </a:cubicBezTo>
                  <a:cubicBezTo>
                    <a:pt x="262" y="429"/>
                    <a:pt x="334" y="358"/>
                    <a:pt x="334" y="263"/>
                  </a:cubicBezTo>
                  <a:lnTo>
                    <a:pt x="334" y="167"/>
                  </a:lnTo>
                  <a:cubicBezTo>
                    <a:pt x="310" y="60"/>
                    <a:pt x="262" y="1"/>
                    <a:pt x="167" y="1"/>
                  </a:cubicBezTo>
                  <a:close/>
                </a:path>
              </a:pathLst>
            </a:custGeom>
            <a:solidFill>
              <a:srgbClr val="657E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883" name="Google Shape;14883;p66"/>
            <p:cNvGrpSpPr/>
            <p:nvPr/>
          </p:nvGrpSpPr>
          <p:grpSpPr>
            <a:xfrm>
              <a:off x="3038403" y="1539234"/>
              <a:ext cx="375482" cy="316072"/>
              <a:chOff x="3038403" y="1539234"/>
              <a:chExt cx="375482" cy="316072"/>
            </a:xfrm>
          </p:grpSpPr>
          <p:sp>
            <p:nvSpPr>
              <p:cNvPr id="14884" name="Google Shape;14884;p66"/>
              <p:cNvSpPr/>
              <p:nvPr/>
            </p:nvSpPr>
            <p:spPr>
              <a:xfrm>
                <a:off x="3038403" y="1585792"/>
                <a:ext cx="72788" cy="58414"/>
              </a:xfrm>
              <a:custGeom>
                <a:avLst/>
                <a:gdLst/>
                <a:ahLst/>
                <a:cxnLst/>
                <a:rect l="l" t="t" r="r" b="b"/>
                <a:pathLst>
                  <a:path w="2775" h="2227" extrusionOk="0">
                    <a:moveTo>
                      <a:pt x="2517" y="0"/>
                    </a:moveTo>
                    <a:cubicBezTo>
                      <a:pt x="2472" y="0"/>
                      <a:pt x="2427" y="14"/>
                      <a:pt x="2388" y="43"/>
                    </a:cubicBezTo>
                    <a:lnTo>
                      <a:pt x="896" y="1094"/>
                    </a:lnTo>
                    <a:lnTo>
                      <a:pt x="299" y="1094"/>
                    </a:lnTo>
                    <a:cubicBezTo>
                      <a:pt x="1" y="1094"/>
                      <a:pt x="1" y="1541"/>
                      <a:pt x="299" y="1541"/>
                    </a:cubicBezTo>
                    <a:lnTo>
                      <a:pt x="659" y="1541"/>
                    </a:lnTo>
                    <a:lnTo>
                      <a:pt x="530" y="1921"/>
                    </a:lnTo>
                    <a:cubicBezTo>
                      <a:pt x="459" y="2101"/>
                      <a:pt x="607" y="2226"/>
                      <a:pt x="750" y="2226"/>
                    </a:cubicBezTo>
                    <a:cubicBezTo>
                      <a:pt x="839" y="2226"/>
                      <a:pt x="926" y="2178"/>
                      <a:pt x="957" y="2063"/>
                    </a:cubicBezTo>
                    <a:lnTo>
                      <a:pt x="1160" y="1460"/>
                    </a:lnTo>
                    <a:lnTo>
                      <a:pt x="2645" y="409"/>
                    </a:lnTo>
                    <a:cubicBezTo>
                      <a:pt x="2747" y="334"/>
                      <a:pt x="2774" y="199"/>
                      <a:pt x="2700" y="97"/>
                    </a:cubicBezTo>
                    <a:cubicBezTo>
                      <a:pt x="2658" y="35"/>
                      <a:pt x="2588" y="0"/>
                      <a:pt x="2517"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5" name="Google Shape;14885;p66"/>
              <p:cNvSpPr/>
              <p:nvPr/>
            </p:nvSpPr>
            <p:spPr>
              <a:xfrm>
                <a:off x="3169317" y="1683420"/>
                <a:ext cx="244569" cy="169105"/>
              </a:xfrm>
              <a:custGeom>
                <a:avLst/>
                <a:gdLst/>
                <a:ahLst/>
                <a:cxnLst/>
                <a:rect l="l" t="t" r="r" b="b"/>
                <a:pathLst>
                  <a:path w="9324" h="6447" extrusionOk="0">
                    <a:moveTo>
                      <a:pt x="2774" y="1"/>
                    </a:moveTo>
                    <a:cubicBezTo>
                      <a:pt x="2352" y="1"/>
                      <a:pt x="1905" y="14"/>
                      <a:pt x="1431" y="43"/>
                    </a:cubicBezTo>
                    <a:lnTo>
                      <a:pt x="970" y="1115"/>
                    </a:lnTo>
                    <a:cubicBezTo>
                      <a:pt x="1587" y="1024"/>
                      <a:pt x="2189" y="981"/>
                      <a:pt x="2759" y="981"/>
                    </a:cubicBezTo>
                    <a:cubicBezTo>
                      <a:pt x="3468" y="981"/>
                      <a:pt x="4125" y="1048"/>
                      <a:pt x="4693" y="1176"/>
                    </a:cubicBezTo>
                    <a:cubicBezTo>
                      <a:pt x="6388" y="1549"/>
                      <a:pt x="7703" y="2267"/>
                      <a:pt x="7337" y="3217"/>
                    </a:cubicBezTo>
                    <a:cubicBezTo>
                      <a:pt x="6896" y="4363"/>
                      <a:pt x="4469" y="5115"/>
                      <a:pt x="2665" y="5122"/>
                    </a:cubicBezTo>
                    <a:cubicBezTo>
                      <a:pt x="2639" y="5122"/>
                      <a:pt x="2613" y="5123"/>
                      <a:pt x="2587" y="5123"/>
                    </a:cubicBezTo>
                    <a:cubicBezTo>
                      <a:pt x="2200" y="5123"/>
                      <a:pt x="1819" y="5076"/>
                      <a:pt x="1438" y="5000"/>
                    </a:cubicBezTo>
                    <a:lnTo>
                      <a:pt x="1" y="6010"/>
                    </a:lnTo>
                    <a:cubicBezTo>
                      <a:pt x="690" y="6300"/>
                      <a:pt x="1561" y="6447"/>
                      <a:pt x="2504" y="6447"/>
                    </a:cubicBezTo>
                    <a:cubicBezTo>
                      <a:pt x="3789" y="6447"/>
                      <a:pt x="5208" y="6175"/>
                      <a:pt x="6483" y="5624"/>
                    </a:cubicBezTo>
                    <a:cubicBezTo>
                      <a:pt x="9202" y="4451"/>
                      <a:pt x="9324" y="2939"/>
                      <a:pt x="9127" y="2322"/>
                    </a:cubicBezTo>
                    <a:cubicBezTo>
                      <a:pt x="8922" y="1669"/>
                      <a:pt x="7434" y="1"/>
                      <a:pt x="2774"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6" name="Google Shape;14886;p66"/>
              <p:cNvSpPr/>
              <p:nvPr/>
            </p:nvSpPr>
            <p:spPr>
              <a:xfrm>
                <a:off x="3194760" y="1700076"/>
                <a:ext cx="197800" cy="103294"/>
              </a:xfrm>
              <a:custGeom>
                <a:avLst/>
                <a:gdLst/>
                <a:ahLst/>
                <a:cxnLst/>
                <a:rect l="l" t="t" r="r" b="b"/>
                <a:pathLst>
                  <a:path w="7541" h="3938" extrusionOk="0">
                    <a:moveTo>
                      <a:pt x="2759" y="0"/>
                    </a:moveTo>
                    <a:cubicBezTo>
                      <a:pt x="1947" y="0"/>
                      <a:pt x="1043" y="93"/>
                      <a:pt x="61" y="310"/>
                    </a:cubicBezTo>
                    <a:lnTo>
                      <a:pt x="0" y="486"/>
                    </a:lnTo>
                    <a:cubicBezTo>
                      <a:pt x="617" y="393"/>
                      <a:pt x="1220" y="349"/>
                      <a:pt x="1790" y="349"/>
                    </a:cubicBezTo>
                    <a:cubicBezTo>
                      <a:pt x="2498" y="349"/>
                      <a:pt x="3155" y="417"/>
                      <a:pt x="3723" y="541"/>
                    </a:cubicBezTo>
                    <a:cubicBezTo>
                      <a:pt x="5418" y="920"/>
                      <a:pt x="6733" y="1632"/>
                      <a:pt x="6367" y="2582"/>
                    </a:cubicBezTo>
                    <a:cubicBezTo>
                      <a:pt x="6157" y="3144"/>
                      <a:pt x="5465" y="3612"/>
                      <a:pt x="4611" y="3938"/>
                    </a:cubicBezTo>
                    <a:cubicBezTo>
                      <a:pt x="6218" y="3409"/>
                      <a:pt x="7540" y="2568"/>
                      <a:pt x="7228" y="1687"/>
                    </a:cubicBezTo>
                    <a:cubicBezTo>
                      <a:pt x="6951" y="910"/>
                      <a:pt x="5311" y="0"/>
                      <a:pt x="2759"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7" name="Google Shape;14887;p66"/>
              <p:cNvSpPr/>
              <p:nvPr/>
            </p:nvSpPr>
            <p:spPr>
              <a:xfrm>
                <a:off x="3077905" y="1539234"/>
                <a:ext cx="153367" cy="300963"/>
              </a:xfrm>
              <a:custGeom>
                <a:avLst/>
                <a:gdLst/>
                <a:ahLst/>
                <a:cxnLst/>
                <a:rect l="l" t="t" r="r" b="b"/>
                <a:pathLst>
                  <a:path w="5847" h="11474" extrusionOk="0">
                    <a:moveTo>
                      <a:pt x="3034" y="1"/>
                    </a:moveTo>
                    <a:cubicBezTo>
                      <a:pt x="2100" y="1"/>
                      <a:pt x="1082" y="426"/>
                      <a:pt x="285" y="1303"/>
                    </a:cubicBezTo>
                    <a:cubicBezTo>
                      <a:pt x="0" y="1614"/>
                      <a:pt x="88" y="2028"/>
                      <a:pt x="611" y="2211"/>
                    </a:cubicBezTo>
                    <a:cubicBezTo>
                      <a:pt x="652" y="2342"/>
                      <a:pt x="919" y="2969"/>
                      <a:pt x="2038" y="2969"/>
                    </a:cubicBezTo>
                    <a:cubicBezTo>
                      <a:pt x="2194" y="2969"/>
                      <a:pt x="2366" y="2957"/>
                      <a:pt x="2557" y="2930"/>
                    </a:cubicBezTo>
                    <a:lnTo>
                      <a:pt x="2557" y="2930"/>
                    </a:lnTo>
                    <a:cubicBezTo>
                      <a:pt x="2557" y="2930"/>
                      <a:pt x="2618" y="3337"/>
                      <a:pt x="1858" y="6062"/>
                    </a:cubicBezTo>
                    <a:cubicBezTo>
                      <a:pt x="1485" y="7398"/>
                      <a:pt x="1119" y="9432"/>
                      <a:pt x="2489" y="10856"/>
                    </a:cubicBezTo>
                    <a:cubicBezTo>
                      <a:pt x="2753" y="11121"/>
                      <a:pt x="3065" y="11331"/>
                      <a:pt x="3404" y="11473"/>
                    </a:cubicBezTo>
                    <a:cubicBezTo>
                      <a:pt x="4055" y="11223"/>
                      <a:pt x="4692" y="10917"/>
                      <a:pt x="5296" y="10565"/>
                    </a:cubicBezTo>
                    <a:cubicBezTo>
                      <a:pt x="4943" y="10517"/>
                      <a:pt x="4584" y="10422"/>
                      <a:pt x="4333" y="10253"/>
                    </a:cubicBezTo>
                    <a:cubicBezTo>
                      <a:pt x="3160" y="9432"/>
                      <a:pt x="3764" y="8192"/>
                      <a:pt x="4503" y="6612"/>
                    </a:cubicBezTo>
                    <a:cubicBezTo>
                      <a:pt x="4706" y="6178"/>
                      <a:pt x="5506" y="4408"/>
                      <a:pt x="5628" y="3235"/>
                    </a:cubicBezTo>
                    <a:cubicBezTo>
                      <a:pt x="5846" y="1117"/>
                      <a:pt x="4550" y="1"/>
                      <a:pt x="3034"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8" name="Google Shape;14888;p66"/>
              <p:cNvSpPr/>
              <p:nvPr/>
            </p:nvSpPr>
            <p:spPr>
              <a:xfrm>
                <a:off x="3049315" y="1658633"/>
                <a:ext cx="284464" cy="196673"/>
              </a:xfrm>
              <a:custGeom>
                <a:avLst/>
                <a:gdLst/>
                <a:ahLst/>
                <a:cxnLst/>
                <a:rect l="l" t="t" r="r" b="b"/>
                <a:pathLst>
                  <a:path w="10845" h="7498" extrusionOk="0">
                    <a:moveTo>
                      <a:pt x="10727" y="1"/>
                    </a:moveTo>
                    <a:cubicBezTo>
                      <a:pt x="10718" y="1"/>
                      <a:pt x="10709" y="2"/>
                      <a:pt x="10698" y="5"/>
                    </a:cubicBezTo>
                    <a:cubicBezTo>
                      <a:pt x="8149" y="276"/>
                      <a:pt x="7993" y="4209"/>
                      <a:pt x="6264" y="5464"/>
                    </a:cubicBezTo>
                    <a:cubicBezTo>
                      <a:pt x="5494" y="6020"/>
                      <a:pt x="4695" y="6258"/>
                      <a:pt x="3995" y="6258"/>
                    </a:cubicBezTo>
                    <a:cubicBezTo>
                      <a:pt x="3007" y="6258"/>
                      <a:pt x="2214" y="5785"/>
                      <a:pt x="1972" y="5070"/>
                    </a:cubicBezTo>
                    <a:cubicBezTo>
                      <a:pt x="1653" y="4128"/>
                      <a:pt x="2202" y="3443"/>
                      <a:pt x="2697" y="3036"/>
                    </a:cubicBezTo>
                    <a:lnTo>
                      <a:pt x="3002" y="1592"/>
                    </a:lnTo>
                    <a:lnTo>
                      <a:pt x="3002" y="1592"/>
                    </a:lnTo>
                    <a:cubicBezTo>
                      <a:pt x="1965" y="1999"/>
                      <a:pt x="1097" y="2792"/>
                      <a:pt x="778" y="3524"/>
                    </a:cubicBezTo>
                    <a:cubicBezTo>
                      <a:pt x="0" y="5314"/>
                      <a:pt x="1231" y="7497"/>
                      <a:pt x="3650" y="7497"/>
                    </a:cubicBezTo>
                    <a:cubicBezTo>
                      <a:pt x="4392" y="7497"/>
                      <a:pt x="5247" y="7292"/>
                      <a:pt x="6189" y="6806"/>
                    </a:cubicBezTo>
                    <a:cubicBezTo>
                      <a:pt x="9458" y="5118"/>
                      <a:pt x="8420" y="1388"/>
                      <a:pt x="10746" y="168"/>
                    </a:cubicBezTo>
                    <a:cubicBezTo>
                      <a:pt x="10844" y="137"/>
                      <a:pt x="10814" y="1"/>
                      <a:pt x="10727"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9" name="Google Shape;14889;p66"/>
              <p:cNvSpPr/>
              <p:nvPr/>
            </p:nvSpPr>
            <p:spPr>
              <a:xfrm>
                <a:off x="3058207" y="1663013"/>
                <a:ext cx="272976" cy="192292"/>
              </a:xfrm>
              <a:custGeom>
                <a:avLst/>
                <a:gdLst/>
                <a:ahLst/>
                <a:cxnLst/>
                <a:rect l="l" t="t" r="r" b="b"/>
                <a:pathLst>
                  <a:path w="10407" h="7331" extrusionOk="0">
                    <a:moveTo>
                      <a:pt x="10407" y="1"/>
                    </a:moveTo>
                    <a:cubicBezTo>
                      <a:pt x="10081" y="21"/>
                      <a:pt x="8929" y="211"/>
                      <a:pt x="8088" y="2652"/>
                    </a:cubicBezTo>
                    <a:cubicBezTo>
                      <a:pt x="7786" y="3539"/>
                      <a:pt x="6964" y="6809"/>
                      <a:pt x="2938" y="6809"/>
                    </a:cubicBezTo>
                    <a:cubicBezTo>
                      <a:pt x="2901" y="6809"/>
                      <a:pt x="2864" y="6809"/>
                      <a:pt x="2826" y="6809"/>
                    </a:cubicBezTo>
                    <a:cubicBezTo>
                      <a:pt x="1206" y="6788"/>
                      <a:pt x="175" y="5412"/>
                      <a:pt x="236" y="4062"/>
                    </a:cubicBezTo>
                    <a:lnTo>
                      <a:pt x="236" y="4062"/>
                    </a:lnTo>
                    <a:cubicBezTo>
                      <a:pt x="0" y="5672"/>
                      <a:pt x="1207" y="7330"/>
                      <a:pt x="3314" y="7330"/>
                    </a:cubicBezTo>
                    <a:cubicBezTo>
                      <a:pt x="4056" y="7330"/>
                      <a:pt x="4909" y="7125"/>
                      <a:pt x="5850" y="6639"/>
                    </a:cubicBezTo>
                    <a:cubicBezTo>
                      <a:pt x="9119" y="4951"/>
                      <a:pt x="8081" y="1221"/>
                      <a:pt x="10407"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0" name="Google Shape;14890;p66"/>
              <p:cNvSpPr/>
              <p:nvPr/>
            </p:nvSpPr>
            <p:spPr>
              <a:xfrm>
                <a:off x="3107598" y="1603261"/>
                <a:ext cx="85405" cy="219309"/>
              </a:xfrm>
              <a:custGeom>
                <a:avLst/>
                <a:gdLst/>
                <a:ahLst/>
                <a:cxnLst/>
                <a:rect l="l" t="t" r="r" b="b"/>
                <a:pathLst>
                  <a:path w="3256" h="8361" extrusionOk="0">
                    <a:moveTo>
                      <a:pt x="3052" y="1"/>
                    </a:moveTo>
                    <a:lnTo>
                      <a:pt x="3052" y="1"/>
                    </a:lnTo>
                    <a:cubicBezTo>
                      <a:pt x="2659" y="252"/>
                      <a:pt x="1425" y="489"/>
                      <a:pt x="1425" y="489"/>
                    </a:cubicBezTo>
                    <a:cubicBezTo>
                      <a:pt x="1425" y="489"/>
                      <a:pt x="1479" y="896"/>
                      <a:pt x="719" y="3621"/>
                    </a:cubicBezTo>
                    <a:cubicBezTo>
                      <a:pt x="360" y="4930"/>
                      <a:pt x="1" y="6897"/>
                      <a:pt x="1269" y="8320"/>
                    </a:cubicBezTo>
                    <a:cubicBezTo>
                      <a:pt x="1439" y="8347"/>
                      <a:pt x="1609" y="8361"/>
                      <a:pt x="1779" y="8361"/>
                    </a:cubicBezTo>
                    <a:cubicBezTo>
                      <a:pt x="1914" y="8361"/>
                      <a:pt x="2049" y="8352"/>
                      <a:pt x="2184" y="8334"/>
                    </a:cubicBezTo>
                    <a:cubicBezTo>
                      <a:pt x="808" y="6442"/>
                      <a:pt x="2130" y="3764"/>
                      <a:pt x="2679" y="2659"/>
                    </a:cubicBezTo>
                    <a:cubicBezTo>
                      <a:pt x="3255" y="1479"/>
                      <a:pt x="3052" y="1"/>
                      <a:pt x="3052"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1" name="Google Shape;14891;p66"/>
              <p:cNvSpPr/>
              <p:nvPr/>
            </p:nvSpPr>
            <p:spPr>
              <a:xfrm>
                <a:off x="3093381" y="1585556"/>
                <a:ext cx="94271" cy="32289"/>
              </a:xfrm>
              <a:custGeom>
                <a:avLst/>
                <a:gdLst/>
                <a:ahLst/>
                <a:cxnLst/>
                <a:rect l="l" t="t" r="r" b="b"/>
                <a:pathLst>
                  <a:path w="3594" h="1231" extrusionOk="0">
                    <a:moveTo>
                      <a:pt x="2999" y="1"/>
                    </a:moveTo>
                    <a:cubicBezTo>
                      <a:pt x="2861" y="1"/>
                      <a:pt x="2708" y="33"/>
                      <a:pt x="2550" y="93"/>
                    </a:cubicBezTo>
                    <a:cubicBezTo>
                      <a:pt x="1735" y="405"/>
                      <a:pt x="1100" y="526"/>
                      <a:pt x="628" y="526"/>
                    </a:cubicBezTo>
                    <a:cubicBezTo>
                      <a:pt x="372" y="526"/>
                      <a:pt x="164" y="491"/>
                      <a:pt x="0" y="432"/>
                    </a:cubicBezTo>
                    <a:lnTo>
                      <a:pt x="0" y="432"/>
                    </a:lnTo>
                    <a:cubicBezTo>
                      <a:pt x="258" y="1039"/>
                      <a:pt x="831" y="1230"/>
                      <a:pt x="1445" y="1230"/>
                    </a:cubicBezTo>
                    <a:cubicBezTo>
                      <a:pt x="2463" y="1230"/>
                      <a:pt x="3594" y="705"/>
                      <a:pt x="3594" y="676"/>
                    </a:cubicBezTo>
                    <a:cubicBezTo>
                      <a:pt x="3584" y="195"/>
                      <a:pt x="3336" y="1"/>
                      <a:pt x="2999"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2" name="Google Shape;14892;p66"/>
              <p:cNvSpPr/>
              <p:nvPr/>
            </p:nvSpPr>
            <p:spPr>
              <a:xfrm>
                <a:off x="3137133" y="1559824"/>
                <a:ext cx="14767" cy="20512"/>
              </a:xfrm>
              <a:custGeom>
                <a:avLst/>
                <a:gdLst/>
                <a:ahLst/>
                <a:cxnLst/>
                <a:rect l="l" t="t" r="r" b="b"/>
                <a:pathLst>
                  <a:path w="563" h="782" extrusionOk="0">
                    <a:moveTo>
                      <a:pt x="282" y="1"/>
                    </a:moveTo>
                    <a:cubicBezTo>
                      <a:pt x="141" y="1"/>
                      <a:pt x="0" y="94"/>
                      <a:pt x="0" y="280"/>
                    </a:cubicBezTo>
                    <a:lnTo>
                      <a:pt x="0" y="504"/>
                    </a:lnTo>
                    <a:cubicBezTo>
                      <a:pt x="0" y="660"/>
                      <a:pt x="129" y="782"/>
                      <a:pt x="285" y="782"/>
                    </a:cubicBezTo>
                    <a:cubicBezTo>
                      <a:pt x="434" y="782"/>
                      <a:pt x="563" y="660"/>
                      <a:pt x="563" y="504"/>
                    </a:cubicBezTo>
                    <a:lnTo>
                      <a:pt x="563" y="280"/>
                    </a:lnTo>
                    <a:cubicBezTo>
                      <a:pt x="563" y="94"/>
                      <a:pt x="422" y="1"/>
                      <a:pt x="282"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4893" name="Google Shape;14893;p66"/>
          <p:cNvGrpSpPr/>
          <p:nvPr/>
        </p:nvGrpSpPr>
        <p:grpSpPr>
          <a:xfrm>
            <a:off x="6305777" y="2982331"/>
            <a:ext cx="360846" cy="370184"/>
            <a:chOff x="6332865" y="2906131"/>
            <a:chExt cx="360846" cy="370184"/>
          </a:xfrm>
        </p:grpSpPr>
        <p:sp>
          <p:nvSpPr>
            <p:cNvPr id="14894" name="Google Shape;14894;p66"/>
            <p:cNvSpPr/>
            <p:nvPr/>
          </p:nvSpPr>
          <p:spPr>
            <a:xfrm>
              <a:off x="6332865" y="2906131"/>
              <a:ext cx="360846" cy="327508"/>
            </a:xfrm>
            <a:custGeom>
              <a:avLst/>
              <a:gdLst/>
              <a:ahLst/>
              <a:cxnLst/>
              <a:rect l="l" t="t" r="r" b="b"/>
              <a:pathLst>
                <a:path w="13757" h="12486" extrusionOk="0">
                  <a:moveTo>
                    <a:pt x="6879" y="1"/>
                  </a:moveTo>
                  <a:cubicBezTo>
                    <a:pt x="6804" y="1"/>
                    <a:pt x="6730" y="38"/>
                    <a:pt x="6686" y="113"/>
                  </a:cubicBezTo>
                  <a:lnTo>
                    <a:pt x="5567" y="1977"/>
                  </a:lnTo>
                  <a:cubicBezTo>
                    <a:pt x="5533" y="2032"/>
                    <a:pt x="5479" y="2072"/>
                    <a:pt x="5418" y="2079"/>
                  </a:cubicBezTo>
                  <a:lnTo>
                    <a:pt x="4597" y="2249"/>
                  </a:lnTo>
                  <a:cubicBezTo>
                    <a:pt x="4475" y="2269"/>
                    <a:pt x="4394" y="2384"/>
                    <a:pt x="4414" y="2506"/>
                  </a:cubicBezTo>
                  <a:lnTo>
                    <a:pt x="4794" y="4873"/>
                  </a:lnTo>
                  <a:cubicBezTo>
                    <a:pt x="4821" y="5025"/>
                    <a:pt x="4698" y="5136"/>
                    <a:pt x="4570" y="5136"/>
                  </a:cubicBezTo>
                  <a:cubicBezTo>
                    <a:pt x="4510" y="5136"/>
                    <a:pt x="4448" y="5112"/>
                    <a:pt x="4401" y="5056"/>
                  </a:cubicBezTo>
                  <a:lnTo>
                    <a:pt x="3214" y="3652"/>
                  </a:lnTo>
                  <a:cubicBezTo>
                    <a:pt x="3167" y="3599"/>
                    <a:pt x="3105" y="3573"/>
                    <a:pt x="3043" y="3573"/>
                  </a:cubicBezTo>
                  <a:cubicBezTo>
                    <a:pt x="2969" y="3573"/>
                    <a:pt x="2895" y="3609"/>
                    <a:pt x="2848" y="3679"/>
                  </a:cubicBezTo>
                  <a:lnTo>
                    <a:pt x="2671" y="3944"/>
                  </a:lnTo>
                  <a:cubicBezTo>
                    <a:pt x="2630" y="4008"/>
                    <a:pt x="2558" y="4044"/>
                    <a:pt x="2484" y="4044"/>
                  </a:cubicBezTo>
                  <a:cubicBezTo>
                    <a:pt x="2449" y="4044"/>
                    <a:pt x="2413" y="4036"/>
                    <a:pt x="2380" y="4018"/>
                  </a:cubicBezTo>
                  <a:lnTo>
                    <a:pt x="380" y="3015"/>
                  </a:lnTo>
                  <a:cubicBezTo>
                    <a:pt x="346" y="2998"/>
                    <a:pt x="311" y="2990"/>
                    <a:pt x="278" y="2990"/>
                  </a:cubicBezTo>
                  <a:cubicBezTo>
                    <a:pt x="126" y="2990"/>
                    <a:pt x="1" y="3150"/>
                    <a:pt x="68" y="3306"/>
                  </a:cubicBezTo>
                  <a:lnTo>
                    <a:pt x="915" y="5334"/>
                  </a:lnTo>
                  <a:cubicBezTo>
                    <a:pt x="949" y="5415"/>
                    <a:pt x="929" y="5517"/>
                    <a:pt x="861" y="5578"/>
                  </a:cubicBezTo>
                  <a:lnTo>
                    <a:pt x="305" y="6134"/>
                  </a:lnTo>
                  <a:cubicBezTo>
                    <a:pt x="190" y="6256"/>
                    <a:pt x="230" y="6446"/>
                    <a:pt x="380" y="6507"/>
                  </a:cubicBezTo>
                  <a:lnTo>
                    <a:pt x="997" y="6758"/>
                  </a:lnTo>
                  <a:cubicBezTo>
                    <a:pt x="1112" y="6798"/>
                    <a:pt x="1166" y="6927"/>
                    <a:pt x="1132" y="7036"/>
                  </a:cubicBezTo>
                  <a:lnTo>
                    <a:pt x="1031" y="7334"/>
                  </a:lnTo>
                  <a:cubicBezTo>
                    <a:pt x="997" y="7442"/>
                    <a:pt x="1044" y="7558"/>
                    <a:pt x="1139" y="7605"/>
                  </a:cubicBezTo>
                  <a:lnTo>
                    <a:pt x="3017" y="8595"/>
                  </a:lnTo>
                  <a:cubicBezTo>
                    <a:pt x="3160" y="8670"/>
                    <a:pt x="3187" y="8866"/>
                    <a:pt x="3065" y="8968"/>
                  </a:cubicBezTo>
                  <a:lnTo>
                    <a:pt x="814" y="10901"/>
                  </a:lnTo>
                  <a:cubicBezTo>
                    <a:pt x="685" y="11016"/>
                    <a:pt x="719" y="11226"/>
                    <a:pt x="888" y="11287"/>
                  </a:cubicBezTo>
                  <a:lnTo>
                    <a:pt x="4251" y="12474"/>
                  </a:lnTo>
                  <a:cubicBezTo>
                    <a:pt x="4276" y="12482"/>
                    <a:pt x="4301" y="12486"/>
                    <a:pt x="4325" y="12486"/>
                  </a:cubicBezTo>
                  <a:cubicBezTo>
                    <a:pt x="4383" y="12486"/>
                    <a:pt x="4439" y="12464"/>
                    <a:pt x="4482" y="12426"/>
                  </a:cubicBezTo>
                  <a:lnTo>
                    <a:pt x="6733" y="10385"/>
                  </a:lnTo>
                  <a:cubicBezTo>
                    <a:pt x="6774" y="10345"/>
                    <a:pt x="6828" y="10324"/>
                    <a:pt x="6883" y="10324"/>
                  </a:cubicBezTo>
                  <a:cubicBezTo>
                    <a:pt x="6938" y="10324"/>
                    <a:pt x="6994" y="10345"/>
                    <a:pt x="7038" y="10385"/>
                  </a:cubicBezTo>
                  <a:lnTo>
                    <a:pt x="9283" y="12426"/>
                  </a:lnTo>
                  <a:cubicBezTo>
                    <a:pt x="9325" y="12464"/>
                    <a:pt x="9382" y="12486"/>
                    <a:pt x="9439" y="12486"/>
                  </a:cubicBezTo>
                  <a:cubicBezTo>
                    <a:pt x="9464" y="12486"/>
                    <a:pt x="9489" y="12482"/>
                    <a:pt x="9513" y="12474"/>
                  </a:cubicBezTo>
                  <a:lnTo>
                    <a:pt x="12876" y="11287"/>
                  </a:lnTo>
                  <a:cubicBezTo>
                    <a:pt x="13046" y="11226"/>
                    <a:pt x="13087" y="11016"/>
                    <a:pt x="12951" y="10901"/>
                  </a:cubicBezTo>
                  <a:lnTo>
                    <a:pt x="10707" y="8968"/>
                  </a:lnTo>
                  <a:cubicBezTo>
                    <a:pt x="10578" y="8866"/>
                    <a:pt x="10605" y="8670"/>
                    <a:pt x="10747" y="8595"/>
                  </a:cubicBezTo>
                  <a:lnTo>
                    <a:pt x="12625" y="7605"/>
                  </a:lnTo>
                  <a:cubicBezTo>
                    <a:pt x="12720" y="7558"/>
                    <a:pt x="12768" y="7442"/>
                    <a:pt x="12734" y="7334"/>
                  </a:cubicBezTo>
                  <a:lnTo>
                    <a:pt x="12632" y="7036"/>
                  </a:lnTo>
                  <a:cubicBezTo>
                    <a:pt x="12598" y="6927"/>
                    <a:pt x="12653" y="6798"/>
                    <a:pt x="12768" y="6758"/>
                  </a:cubicBezTo>
                  <a:lnTo>
                    <a:pt x="13385" y="6507"/>
                  </a:lnTo>
                  <a:cubicBezTo>
                    <a:pt x="13534" y="6446"/>
                    <a:pt x="13575" y="6256"/>
                    <a:pt x="13459" y="6134"/>
                  </a:cubicBezTo>
                  <a:lnTo>
                    <a:pt x="12897" y="5578"/>
                  </a:lnTo>
                  <a:cubicBezTo>
                    <a:pt x="12829" y="5510"/>
                    <a:pt x="12815" y="5415"/>
                    <a:pt x="12849" y="5327"/>
                  </a:cubicBezTo>
                  <a:lnTo>
                    <a:pt x="13690" y="3306"/>
                  </a:lnTo>
                  <a:cubicBezTo>
                    <a:pt x="13756" y="3146"/>
                    <a:pt x="13633" y="2990"/>
                    <a:pt x="13482" y="2990"/>
                  </a:cubicBezTo>
                  <a:cubicBezTo>
                    <a:pt x="13448" y="2990"/>
                    <a:pt x="13413" y="2997"/>
                    <a:pt x="13378" y="3015"/>
                  </a:cubicBezTo>
                  <a:lnTo>
                    <a:pt x="11378" y="4018"/>
                  </a:lnTo>
                  <a:cubicBezTo>
                    <a:pt x="11347" y="4033"/>
                    <a:pt x="11314" y="4040"/>
                    <a:pt x="11280" y="4040"/>
                  </a:cubicBezTo>
                  <a:cubicBezTo>
                    <a:pt x="11204" y="4040"/>
                    <a:pt x="11129" y="4003"/>
                    <a:pt x="11086" y="3937"/>
                  </a:cubicBezTo>
                  <a:lnTo>
                    <a:pt x="10910" y="3672"/>
                  </a:lnTo>
                  <a:cubicBezTo>
                    <a:pt x="10866" y="3607"/>
                    <a:pt x="10794" y="3573"/>
                    <a:pt x="10721" y="3573"/>
                  </a:cubicBezTo>
                  <a:cubicBezTo>
                    <a:pt x="10658" y="3573"/>
                    <a:pt x="10595" y="3599"/>
                    <a:pt x="10551" y="3652"/>
                  </a:cubicBezTo>
                  <a:lnTo>
                    <a:pt x="9432" y="4968"/>
                  </a:lnTo>
                  <a:cubicBezTo>
                    <a:pt x="9385" y="5024"/>
                    <a:pt x="9325" y="5049"/>
                    <a:pt x="9264" y="5049"/>
                  </a:cubicBezTo>
                  <a:cubicBezTo>
                    <a:pt x="9131" y="5049"/>
                    <a:pt x="9001" y="4928"/>
                    <a:pt x="9038" y="4764"/>
                  </a:cubicBezTo>
                  <a:lnTo>
                    <a:pt x="9554" y="2520"/>
                  </a:lnTo>
                  <a:cubicBezTo>
                    <a:pt x="9581" y="2398"/>
                    <a:pt x="9500" y="2269"/>
                    <a:pt x="9371" y="2249"/>
                  </a:cubicBezTo>
                  <a:lnTo>
                    <a:pt x="8347" y="2079"/>
                  </a:lnTo>
                  <a:cubicBezTo>
                    <a:pt x="8279" y="2065"/>
                    <a:pt x="8225" y="2025"/>
                    <a:pt x="8191" y="1971"/>
                  </a:cubicBezTo>
                  <a:lnTo>
                    <a:pt x="7072" y="113"/>
                  </a:lnTo>
                  <a:cubicBezTo>
                    <a:pt x="7028" y="38"/>
                    <a:pt x="6953" y="1"/>
                    <a:pt x="6879"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5" name="Google Shape;14895;p66"/>
            <p:cNvSpPr/>
            <p:nvPr/>
          </p:nvSpPr>
          <p:spPr>
            <a:xfrm>
              <a:off x="6636005" y="3022855"/>
              <a:ext cx="21089" cy="18466"/>
            </a:xfrm>
            <a:custGeom>
              <a:avLst/>
              <a:gdLst/>
              <a:ahLst/>
              <a:cxnLst/>
              <a:rect l="l" t="t" r="r" b="b"/>
              <a:pathLst>
                <a:path w="804" h="704" extrusionOk="0">
                  <a:moveTo>
                    <a:pt x="551" y="0"/>
                  </a:moveTo>
                  <a:cubicBezTo>
                    <a:pt x="490" y="0"/>
                    <a:pt x="429" y="24"/>
                    <a:pt x="384" y="70"/>
                  </a:cubicBezTo>
                  <a:lnTo>
                    <a:pt x="160" y="314"/>
                  </a:lnTo>
                  <a:cubicBezTo>
                    <a:pt x="1" y="483"/>
                    <a:pt x="152" y="703"/>
                    <a:pt x="327" y="703"/>
                  </a:cubicBezTo>
                  <a:cubicBezTo>
                    <a:pt x="383" y="703"/>
                    <a:pt x="441" y="680"/>
                    <a:pt x="492" y="626"/>
                  </a:cubicBezTo>
                  <a:lnTo>
                    <a:pt x="716" y="382"/>
                  </a:lnTo>
                  <a:cubicBezTo>
                    <a:pt x="804" y="294"/>
                    <a:pt x="797" y="151"/>
                    <a:pt x="709" y="63"/>
                  </a:cubicBezTo>
                  <a:cubicBezTo>
                    <a:pt x="663" y="21"/>
                    <a:pt x="607" y="0"/>
                    <a:pt x="551"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6" name="Google Shape;14896;p66"/>
            <p:cNvSpPr/>
            <p:nvPr/>
          </p:nvSpPr>
          <p:spPr>
            <a:xfrm>
              <a:off x="6391594" y="2960034"/>
              <a:ext cx="243546" cy="316281"/>
            </a:xfrm>
            <a:custGeom>
              <a:avLst/>
              <a:gdLst/>
              <a:ahLst/>
              <a:cxnLst/>
              <a:rect l="l" t="t" r="r" b="b"/>
              <a:pathLst>
                <a:path w="9285" h="12058" extrusionOk="0">
                  <a:moveTo>
                    <a:pt x="2146" y="1"/>
                  </a:moveTo>
                  <a:cubicBezTo>
                    <a:pt x="1975" y="1"/>
                    <a:pt x="1819" y="206"/>
                    <a:pt x="1965" y="377"/>
                  </a:cubicBezTo>
                  <a:lnTo>
                    <a:pt x="4413" y="3272"/>
                  </a:lnTo>
                  <a:lnTo>
                    <a:pt x="4413" y="7042"/>
                  </a:lnTo>
                  <a:cubicBezTo>
                    <a:pt x="4413" y="7178"/>
                    <a:pt x="4300" y="7269"/>
                    <a:pt x="4183" y="7269"/>
                  </a:cubicBezTo>
                  <a:cubicBezTo>
                    <a:pt x="4125" y="7269"/>
                    <a:pt x="4066" y="7247"/>
                    <a:pt x="4019" y="7198"/>
                  </a:cubicBezTo>
                  <a:lnTo>
                    <a:pt x="487" y="3435"/>
                  </a:lnTo>
                  <a:cubicBezTo>
                    <a:pt x="436" y="3382"/>
                    <a:pt x="378" y="3360"/>
                    <a:pt x="323" y="3360"/>
                  </a:cubicBezTo>
                  <a:cubicBezTo>
                    <a:pt x="150" y="3360"/>
                    <a:pt x="0" y="3577"/>
                    <a:pt x="154" y="3747"/>
                  </a:cubicBezTo>
                  <a:lnTo>
                    <a:pt x="3870" y="7700"/>
                  </a:lnTo>
                  <a:cubicBezTo>
                    <a:pt x="3999" y="7835"/>
                    <a:pt x="3918" y="8059"/>
                    <a:pt x="3735" y="8079"/>
                  </a:cubicBezTo>
                  <a:lnTo>
                    <a:pt x="975" y="8452"/>
                  </a:lnTo>
                  <a:cubicBezTo>
                    <a:pt x="692" y="8486"/>
                    <a:pt x="717" y="8900"/>
                    <a:pt x="995" y="8900"/>
                  </a:cubicBezTo>
                  <a:cubicBezTo>
                    <a:pt x="997" y="8900"/>
                    <a:pt x="1000" y="8900"/>
                    <a:pt x="1002" y="8900"/>
                  </a:cubicBezTo>
                  <a:lnTo>
                    <a:pt x="1036" y="8900"/>
                  </a:lnTo>
                  <a:lnTo>
                    <a:pt x="4155" y="8486"/>
                  </a:lnTo>
                  <a:cubicBezTo>
                    <a:pt x="4166" y="8484"/>
                    <a:pt x="4177" y="8484"/>
                    <a:pt x="4188" y="8484"/>
                  </a:cubicBezTo>
                  <a:cubicBezTo>
                    <a:pt x="4310" y="8484"/>
                    <a:pt x="4413" y="8585"/>
                    <a:pt x="4413" y="8710"/>
                  </a:cubicBezTo>
                  <a:lnTo>
                    <a:pt x="4413" y="11829"/>
                  </a:lnTo>
                  <a:cubicBezTo>
                    <a:pt x="4413" y="11982"/>
                    <a:pt x="4526" y="12058"/>
                    <a:pt x="4640" y="12058"/>
                  </a:cubicBezTo>
                  <a:cubicBezTo>
                    <a:pt x="4753" y="12058"/>
                    <a:pt x="4867" y="11982"/>
                    <a:pt x="4867" y="11829"/>
                  </a:cubicBezTo>
                  <a:lnTo>
                    <a:pt x="4867" y="8710"/>
                  </a:lnTo>
                  <a:cubicBezTo>
                    <a:pt x="4867" y="8585"/>
                    <a:pt x="4964" y="8484"/>
                    <a:pt x="5085" y="8484"/>
                  </a:cubicBezTo>
                  <a:cubicBezTo>
                    <a:pt x="5096" y="8484"/>
                    <a:pt x="5107" y="8484"/>
                    <a:pt x="5118" y="8486"/>
                  </a:cubicBezTo>
                  <a:lnTo>
                    <a:pt x="8244" y="8900"/>
                  </a:lnTo>
                  <a:lnTo>
                    <a:pt x="8271" y="8900"/>
                  </a:lnTo>
                  <a:cubicBezTo>
                    <a:pt x="8273" y="8900"/>
                    <a:pt x="8275" y="8900"/>
                    <a:pt x="8278" y="8900"/>
                  </a:cubicBezTo>
                  <a:cubicBezTo>
                    <a:pt x="8556" y="8900"/>
                    <a:pt x="8587" y="8486"/>
                    <a:pt x="8305" y="8445"/>
                  </a:cubicBezTo>
                  <a:lnTo>
                    <a:pt x="8305" y="8445"/>
                  </a:lnTo>
                  <a:lnTo>
                    <a:pt x="8312" y="8452"/>
                  </a:lnTo>
                  <a:lnTo>
                    <a:pt x="8312" y="8452"/>
                  </a:lnTo>
                  <a:lnTo>
                    <a:pt x="5545" y="8079"/>
                  </a:lnTo>
                  <a:cubicBezTo>
                    <a:pt x="5362" y="8059"/>
                    <a:pt x="5287" y="7835"/>
                    <a:pt x="5409" y="7700"/>
                  </a:cubicBezTo>
                  <a:lnTo>
                    <a:pt x="9125" y="3747"/>
                  </a:lnTo>
                  <a:cubicBezTo>
                    <a:pt x="9285" y="3577"/>
                    <a:pt x="9132" y="3360"/>
                    <a:pt x="8957" y="3360"/>
                  </a:cubicBezTo>
                  <a:cubicBezTo>
                    <a:pt x="8902" y="3360"/>
                    <a:pt x="8844" y="3382"/>
                    <a:pt x="8793" y="3435"/>
                  </a:cubicBezTo>
                  <a:lnTo>
                    <a:pt x="5260" y="7198"/>
                  </a:lnTo>
                  <a:cubicBezTo>
                    <a:pt x="5213" y="7247"/>
                    <a:pt x="5155" y="7269"/>
                    <a:pt x="5097" y="7269"/>
                  </a:cubicBezTo>
                  <a:cubicBezTo>
                    <a:pt x="4980" y="7269"/>
                    <a:pt x="4867" y="7178"/>
                    <a:pt x="4867" y="7042"/>
                  </a:cubicBezTo>
                  <a:lnTo>
                    <a:pt x="4867" y="3279"/>
                  </a:lnTo>
                  <a:lnTo>
                    <a:pt x="7539" y="383"/>
                  </a:lnTo>
                  <a:cubicBezTo>
                    <a:pt x="7692" y="219"/>
                    <a:pt x="7540" y="1"/>
                    <a:pt x="7366" y="1"/>
                  </a:cubicBezTo>
                  <a:cubicBezTo>
                    <a:pt x="7309" y="1"/>
                    <a:pt x="7251" y="24"/>
                    <a:pt x="7200" y="78"/>
                  </a:cubicBezTo>
                  <a:lnTo>
                    <a:pt x="4867" y="2607"/>
                  </a:lnTo>
                  <a:lnTo>
                    <a:pt x="4867" y="912"/>
                  </a:lnTo>
                  <a:cubicBezTo>
                    <a:pt x="4867" y="760"/>
                    <a:pt x="4753" y="683"/>
                    <a:pt x="4640" y="683"/>
                  </a:cubicBezTo>
                  <a:cubicBezTo>
                    <a:pt x="4526" y="683"/>
                    <a:pt x="4413" y="760"/>
                    <a:pt x="4413" y="912"/>
                  </a:cubicBezTo>
                  <a:lnTo>
                    <a:pt x="4413" y="2567"/>
                  </a:lnTo>
                  <a:lnTo>
                    <a:pt x="2317" y="85"/>
                  </a:lnTo>
                  <a:cubicBezTo>
                    <a:pt x="2267" y="26"/>
                    <a:pt x="2206" y="1"/>
                    <a:pt x="2146"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7" name="Google Shape;14897;p66"/>
            <p:cNvSpPr/>
            <p:nvPr/>
          </p:nvSpPr>
          <p:spPr>
            <a:xfrm>
              <a:off x="6624333" y="3184510"/>
              <a:ext cx="22820" cy="12879"/>
            </a:xfrm>
            <a:custGeom>
              <a:avLst/>
              <a:gdLst/>
              <a:ahLst/>
              <a:cxnLst/>
              <a:rect l="l" t="t" r="r" b="b"/>
              <a:pathLst>
                <a:path w="870" h="491" extrusionOk="0">
                  <a:moveTo>
                    <a:pt x="310" y="0"/>
                  </a:moveTo>
                  <a:cubicBezTo>
                    <a:pt x="44" y="0"/>
                    <a:pt x="1" y="418"/>
                    <a:pt x="286" y="457"/>
                  </a:cubicBezTo>
                  <a:lnTo>
                    <a:pt x="523" y="491"/>
                  </a:lnTo>
                  <a:lnTo>
                    <a:pt x="551" y="491"/>
                  </a:lnTo>
                  <a:cubicBezTo>
                    <a:pt x="835" y="491"/>
                    <a:pt x="869" y="71"/>
                    <a:pt x="584" y="37"/>
                  </a:cubicBezTo>
                  <a:lnTo>
                    <a:pt x="347" y="3"/>
                  </a:lnTo>
                  <a:cubicBezTo>
                    <a:pt x="334" y="1"/>
                    <a:pt x="322" y="0"/>
                    <a:pt x="310"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8" name="Google Shape;14898;p66"/>
            <p:cNvSpPr/>
            <p:nvPr/>
          </p:nvSpPr>
          <p:spPr>
            <a:xfrm>
              <a:off x="6367593" y="3022750"/>
              <a:ext cx="21115" cy="18387"/>
            </a:xfrm>
            <a:custGeom>
              <a:avLst/>
              <a:gdLst/>
              <a:ahLst/>
              <a:cxnLst/>
              <a:rect l="l" t="t" r="r" b="b"/>
              <a:pathLst>
                <a:path w="805" h="701" extrusionOk="0">
                  <a:moveTo>
                    <a:pt x="331" y="1"/>
                  </a:moveTo>
                  <a:cubicBezTo>
                    <a:pt x="155" y="1"/>
                    <a:pt x="1" y="221"/>
                    <a:pt x="161" y="386"/>
                  </a:cubicBezTo>
                  <a:lnTo>
                    <a:pt x="391" y="630"/>
                  </a:lnTo>
                  <a:cubicBezTo>
                    <a:pt x="434" y="677"/>
                    <a:pt x="495" y="701"/>
                    <a:pt x="556" y="701"/>
                  </a:cubicBezTo>
                  <a:cubicBezTo>
                    <a:pt x="610" y="701"/>
                    <a:pt x="665" y="682"/>
                    <a:pt x="710" y="644"/>
                  </a:cubicBezTo>
                  <a:cubicBezTo>
                    <a:pt x="798" y="555"/>
                    <a:pt x="805" y="413"/>
                    <a:pt x="717" y="318"/>
                  </a:cubicBezTo>
                  <a:lnTo>
                    <a:pt x="493" y="74"/>
                  </a:lnTo>
                  <a:cubicBezTo>
                    <a:pt x="443" y="22"/>
                    <a:pt x="386" y="1"/>
                    <a:pt x="331"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9" name="Google Shape;14899;p66"/>
            <p:cNvSpPr/>
            <p:nvPr/>
          </p:nvSpPr>
          <p:spPr>
            <a:xfrm>
              <a:off x="6379633" y="3184563"/>
              <a:ext cx="22794" cy="12826"/>
            </a:xfrm>
            <a:custGeom>
              <a:avLst/>
              <a:gdLst/>
              <a:ahLst/>
              <a:cxnLst/>
              <a:rect l="l" t="t" r="r" b="b"/>
              <a:pathLst>
                <a:path w="869" h="489" extrusionOk="0">
                  <a:moveTo>
                    <a:pt x="522" y="1"/>
                  </a:moveTo>
                  <a:lnTo>
                    <a:pt x="285" y="35"/>
                  </a:lnTo>
                  <a:cubicBezTo>
                    <a:pt x="0" y="69"/>
                    <a:pt x="27" y="489"/>
                    <a:pt x="312" y="489"/>
                  </a:cubicBezTo>
                  <a:lnTo>
                    <a:pt x="346" y="489"/>
                  </a:lnTo>
                  <a:lnTo>
                    <a:pt x="577" y="455"/>
                  </a:lnTo>
                  <a:cubicBezTo>
                    <a:pt x="868" y="416"/>
                    <a:pt x="825" y="5"/>
                    <a:pt x="560" y="5"/>
                  </a:cubicBezTo>
                  <a:cubicBezTo>
                    <a:pt x="548" y="5"/>
                    <a:pt x="535" y="6"/>
                    <a:pt x="522" y="8"/>
                  </a:cubicBezTo>
                  <a:lnTo>
                    <a:pt x="522" y="1"/>
                  </a:ln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0" name="Google Shape;14900;p66"/>
            <p:cNvSpPr/>
            <p:nvPr/>
          </p:nvSpPr>
          <p:spPr>
            <a:xfrm>
              <a:off x="6507321" y="2948257"/>
              <a:ext cx="11935" cy="17941"/>
            </a:xfrm>
            <a:custGeom>
              <a:avLst/>
              <a:gdLst/>
              <a:ahLst/>
              <a:cxnLst/>
              <a:rect l="l" t="t" r="r" b="b"/>
              <a:pathLst>
                <a:path w="455" h="684" extrusionOk="0">
                  <a:moveTo>
                    <a:pt x="228" y="0"/>
                  </a:moveTo>
                  <a:cubicBezTo>
                    <a:pt x="114" y="0"/>
                    <a:pt x="1" y="76"/>
                    <a:pt x="1" y="229"/>
                  </a:cubicBezTo>
                  <a:lnTo>
                    <a:pt x="1" y="459"/>
                  </a:lnTo>
                  <a:cubicBezTo>
                    <a:pt x="1" y="581"/>
                    <a:pt x="102" y="683"/>
                    <a:pt x="231" y="683"/>
                  </a:cubicBezTo>
                  <a:cubicBezTo>
                    <a:pt x="353" y="683"/>
                    <a:pt x="455" y="581"/>
                    <a:pt x="455" y="459"/>
                  </a:cubicBezTo>
                  <a:lnTo>
                    <a:pt x="455" y="229"/>
                  </a:lnTo>
                  <a:cubicBezTo>
                    <a:pt x="455" y="76"/>
                    <a:pt x="341" y="0"/>
                    <a:pt x="228"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1" name="Google Shape;14901;p66"/>
            <p:cNvSpPr/>
            <p:nvPr/>
          </p:nvSpPr>
          <p:spPr>
            <a:xfrm>
              <a:off x="6417142" y="3001923"/>
              <a:ext cx="72001" cy="84985"/>
            </a:xfrm>
            <a:custGeom>
              <a:avLst/>
              <a:gdLst/>
              <a:ahLst/>
              <a:cxnLst/>
              <a:rect l="l" t="t" r="r" b="b"/>
              <a:pathLst>
                <a:path w="2745" h="3240" extrusionOk="0">
                  <a:moveTo>
                    <a:pt x="1" y="0"/>
                  </a:moveTo>
                  <a:lnTo>
                    <a:pt x="1276" y="2685"/>
                  </a:lnTo>
                  <a:cubicBezTo>
                    <a:pt x="1364" y="2868"/>
                    <a:pt x="1527" y="3004"/>
                    <a:pt x="1723" y="3051"/>
                  </a:cubicBezTo>
                  <a:lnTo>
                    <a:pt x="2442" y="3234"/>
                  </a:lnTo>
                  <a:cubicBezTo>
                    <a:pt x="2458" y="3238"/>
                    <a:pt x="2475" y="3240"/>
                    <a:pt x="2491" y="3240"/>
                  </a:cubicBezTo>
                  <a:cubicBezTo>
                    <a:pt x="2627" y="3240"/>
                    <a:pt x="2744" y="3116"/>
                    <a:pt x="2720" y="2977"/>
                  </a:cubicBezTo>
                  <a:lnTo>
                    <a:pt x="2503" y="1614"/>
                  </a:lnTo>
                  <a:cubicBezTo>
                    <a:pt x="2483" y="1471"/>
                    <a:pt x="2422" y="1349"/>
                    <a:pt x="2327" y="1248"/>
                  </a:cubicBezTo>
                  <a:lnTo>
                    <a:pt x="1438" y="312"/>
                  </a:lnTo>
                  <a:lnTo>
                    <a:pt x="1581" y="1214"/>
                  </a:lnTo>
                  <a:cubicBezTo>
                    <a:pt x="1608" y="1370"/>
                    <a:pt x="1487" y="1479"/>
                    <a:pt x="1359" y="1479"/>
                  </a:cubicBezTo>
                  <a:cubicBezTo>
                    <a:pt x="1298" y="1479"/>
                    <a:pt x="1236" y="1454"/>
                    <a:pt x="1188" y="1397"/>
                  </a:cubicBezTo>
                  <a:lnTo>
                    <a:pt x="1" y="0"/>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2" name="Google Shape;14902;p66"/>
            <p:cNvSpPr/>
            <p:nvPr/>
          </p:nvSpPr>
          <p:spPr>
            <a:xfrm>
              <a:off x="6358990" y="3090659"/>
              <a:ext cx="102481" cy="86113"/>
            </a:xfrm>
            <a:custGeom>
              <a:avLst/>
              <a:gdLst/>
              <a:ahLst/>
              <a:cxnLst/>
              <a:rect l="l" t="t" r="r" b="b"/>
              <a:pathLst>
                <a:path w="3907" h="3283" extrusionOk="0">
                  <a:moveTo>
                    <a:pt x="129" y="1"/>
                  </a:moveTo>
                  <a:lnTo>
                    <a:pt x="35" y="299"/>
                  </a:lnTo>
                  <a:cubicBezTo>
                    <a:pt x="1" y="401"/>
                    <a:pt x="41" y="516"/>
                    <a:pt x="143" y="570"/>
                  </a:cubicBezTo>
                  <a:lnTo>
                    <a:pt x="2021" y="1560"/>
                  </a:lnTo>
                  <a:cubicBezTo>
                    <a:pt x="2164" y="1635"/>
                    <a:pt x="2184" y="1831"/>
                    <a:pt x="2062" y="1933"/>
                  </a:cubicBezTo>
                  <a:lnTo>
                    <a:pt x="496" y="3282"/>
                  </a:lnTo>
                  <a:lnTo>
                    <a:pt x="3676" y="2496"/>
                  </a:lnTo>
                  <a:cubicBezTo>
                    <a:pt x="3838" y="2455"/>
                    <a:pt x="3906" y="2272"/>
                    <a:pt x="3805" y="2143"/>
                  </a:cubicBezTo>
                  <a:lnTo>
                    <a:pt x="3377" y="1547"/>
                  </a:lnTo>
                  <a:cubicBezTo>
                    <a:pt x="3303" y="1452"/>
                    <a:pt x="3215" y="1377"/>
                    <a:pt x="3106" y="1330"/>
                  </a:cubicBezTo>
                  <a:lnTo>
                    <a:pt x="129" y="1"/>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3" name="Google Shape;14903;p66"/>
            <p:cNvSpPr/>
            <p:nvPr/>
          </p:nvSpPr>
          <p:spPr>
            <a:xfrm>
              <a:off x="6565131" y="3090659"/>
              <a:ext cx="102481" cy="86113"/>
            </a:xfrm>
            <a:custGeom>
              <a:avLst/>
              <a:gdLst/>
              <a:ahLst/>
              <a:cxnLst/>
              <a:rect l="l" t="t" r="r" b="b"/>
              <a:pathLst>
                <a:path w="3907" h="3283" extrusionOk="0">
                  <a:moveTo>
                    <a:pt x="3777" y="1"/>
                  </a:moveTo>
                  <a:lnTo>
                    <a:pt x="801" y="1330"/>
                  </a:lnTo>
                  <a:cubicBezTo>
                    <a:pt x="692" y="1377"/>
                    <a:pt x="597" y="1452"/>
                    <a:pt x="529" y="1547"/>
                  </a:cubicBezTo>
                  <a:lnTo>
                    <a:pt x="102" y="2136"/>
                  </a:lnTo>
                  <a:cubicBezTo>
                    <a:pt x="0" y="2272"/>
                    <a:pt x="68" y="2455"/>
                    <a:pt x="231" y="2496"/>
                  </a:cubicBezTo>
                  <a:lnTo>
                    <a:pt x="3411" y="3282"/>
                  </a:lnTo>
                  <a:lnTo>
                    <a:pt x="1845" y="1933"/>
                  </a:lnTo>
                  <a:cubicBezTo>
                    <a:pt x="1723" y="1831"/>
                    <a:pt x="1743" y="1635"/>
                    <a:pt x="1885" y="1560"/>
                  </a:cubicBezTo>
                  <a:lnTo>
                    <a:pt x="3764" y="570"/>
                  </a:lnTo>
                  <a:cubicBezTo>
                    <a:pt x="3865" y="516"/>
                    <a:pt x="3906" y="401"/>
                    <a:pt x="3872" y="299"/>
                  </a:cubicBezTo>
                  <a:lnTo>
                    <a:pt x="3777" y="1"/>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4" name="Google Shape;14904;p66"/>
            <p:cNvSpPr/>
            <p:nvPr/>
          </p:nvSpPr>
          <p:spPr>
            <a:xfrm>
              <a:off x="6537459" y="3001740"/>
              <a:ext cx="72342" cy="85038"/>
            </a:xfrm>
            <a:custGeom>
              <a:avLst/>
              <a:gdLst/>
              <a:ahLst/>
              <a:cxnLst/>
              <a:rect l="l" t="t" r="r" b="b"/>
              <a:pathLst>
                <a:path w="2758" h="3242" extrusionOk="0">
                  <a:moveTo>
                    <a:pt x="2757" y="0"/>
                  </a:moveTo>
                  <a:cubicBezTo>
                    <a:pt x="2757" y="0"/>
                    <a:pt x="2751" y="7"/>
                    <a:pt x="2751" y="7"/>
                  </a:cubicBezTo>
                  <a:lnTo>
                    <a:pt x="1639" y="1323"/>
                  </a:lnTo>
                  <a:cubicBezTo>
                    <a:pt x="1590" y="1379"/>
                    <a:pt x="1528" y="1404"/>
                    <a:pt x="1467" y="1404"/>
                  </a:cubicBezTo>
                  <a:cubicBezTo>
                    <a:pt x="1331" y="1404"/>
                    <a:pt x="1201" y="1283"/>
                    <a:pt x="1238" y="1119"/>
                  </a:cubicBezTo>
                  <a:lnTo>
                    <a:pt x="1455" y="177"/>
                  </a:lnTo>
                  <a:lnTo>
                    <a:pt x="418" y="1255"/>
                  </a:lnTo>
                  <a:cubicBezTo>
                    <a:pt x="323" y="1356"/>
                    <a:pt x="262" y="1478"/>
                    <a:pt x="242" y="1621"/>
                  </a:cubicBezTo>
                  <a:lnTo>
                    <a:pt x="25" y="2984"/>
                  </a:lnTo>
                  <a:cubicBezTo>
                    <a:pt x="1" y="3121"/>
                    <a:pt x="113" y="3242"/>
                    <a:pt x="246" y="3242"/>
                  </a:cubicBezTo>
                  <a:cubicBezTo>
                    <a:pt x="265" y="3242"/>
                    <a:pt x="284" y="3240"/>
                    <a:pt x="303" y="3235"/>
                  </a:cubicBezTo>
                  <a:lnTo>
                    <a:pt x="1021" y="3058"/>
                  </a:lnTo>
                  <a:cubicBezTo>
                    <a:pt x="1218" y="3011"/>
                    <a:pt x="1388" y="2875"/>
                    <a:pt x="1469" y="2685"/>
                  </a:cubicBezTo>
                  <a:lnTo>
                    <a:pt x="2757" y="0"/>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05" name="Google Shape;14905;p66"/>
          <p:cNvGrpSpPr/>
          <p:nvPr/>
        </p:nvGrpSpPr>
        <p:grpSpPr>
          <a:xfrm>
            <a:off x="4107991" y="1594266"/>
            <a:ext cx="370132" cy="358223"/>
            <a:chOff x="4135079" y="1518066"/>
            <a:chExt cx="370132" cy="358223"/>
          </a:xfrm>
        </p:grpSpPr>
        <p:sp>
          <p:nvSpPr>
            <p:cNvPr id="14906" name="Google Shape;14906;p66"/>
            <p:cNvSpPr/>
            <p:nvPr/>
          </p:nvSpPr>
          <p:spPr>
            <a:xfrm>
              <a:off x="4135079" y="1625688"/>
              <a:ext cx="95530" cy="95530"/>
            </a:xfrm>
            <a:custGeom>
              <a:avLst/>
              <a:gdLst/>
              <a:ahLst/>
              <a:cxnLst/>
              <a:rect l="l" t="t" r="r" b="b"/>
              <a:pathLst>
                <a:path w="3642" h="3642" extrusionOk="0">
                  <a:moveTo>
                    <a:pt x="1824" y="0"/>
                  </a:moveTo>
                  <a:cubicBezTo>
                    <a:pt x="814" y="0"/>
                    <a:pt x="0" y="814"/>
                    <a:pt x="0" y="1817"/>
                  </a:cubicBezTo>
                  <a:cubicBezTo>
                    <a:pt x="0" y="2821"/>
                    <a:pt x="814" y="3641"/>
                    <a:pt x="1824" y="3641"/>
                  </a:cubicBezTo>
                  <a:cubicBezTo>
                    <a:pt x="2828" y="3641"/>
                    <a:pt x="3642" y="2821"/>
                    <a:pt x="3642" y="1817"/>
                  </a:cubicBezTo>
                  <a:cubicBezTo>
                    <a:pt x="3642" y="814"/>
                    <a:pt x="2828" y="0"/>
                    <a:pt x="1824"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7" name="Google Shape;14907;p66"/>
            <p:cNvSpPr/>
            <p:nvPr/>
          </p:nvSpPr>
          <p:spPr>
            <a:xfrm>
              <a:off x="4153047" y="1643472"/>
              <a:ext cx="59595" cy="59778"/>
            </a:xfrm>
            <a:custGeom>
              <a:avLst/>
              <a:gdLst/>
              <a:ahLst/>
              <a:cxnLst/>
              <a:rect l="l" t="t" r="r" b="b"/>
              <a:pathLst>
                <a:path w="2272" h="2279" extrusionOk="0">
                  <a:moveTo>
                    <a:pt x="1139" y="0"/>
                  </a:moveTo>
                  <a:cubicBezTo>
                    <a:pt x="509" y="0"/>
                    <a:pt x="0" y="509"/>
                    <a:pt x="0" y="1139"/>
                  </a:cubicBezTo>
                  <a:cubicBezTo>
                    <a:pt x="0" y="1770"/>
                    <a:pt x="509" y="2278"/>
                    <a:pt x="1139" y="2278"/>
                  </a:cubicBezTo>
                  <a:cubicBezTo>
                    <a:pt x="1763" y="2278"/>
                    <a:pt x="2272" y="1770"/>
                    <a:pt x="2272" y="1139"/>
                  </a:cubicBezTo>
                  <a:cubicBezTo>
                    <a:pt x="2272" y="509"/>
                    <a:pt x="1763" y="0"/>
                    <a:pt x="1139"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8" name="Google Shape;14908;p66"/>
            <p:cNvSpPr/>
            <p:nvPr/>
          </p:nvSpPr>
          <p:spPr>
            <a:xfrm>
              <a:off x="4409681" y="1625688"/>
              <a:ext cx="95530" cy="95530"/>
            </a:xfrm>
            <a:custGeom>
              <a:avLst/>
              <a:gdLst/>
              <a:ahLst/>
              <a:cxnLst/>
              <a:rect l="l" t="t" r="r" b="b"/>
              <a:pathLst>
                <a:path w="3642" h="3642" extrusionOk="0">
                  <a:moveTo>
                    <a:pt x="1818" y="0"/>
                  </a:moveTo>
                  <a:cubicBezTo>
                    <a:pt x="814" y="0"/>
                    <a:pt x="1" y="814"/>
                    <a:pt x="1" y="1817"/>
                  </a:cubicBezTo>
                  <a:cubicBezTo>
                    <a:pt x="1" y="2821"/>
                    <a:pt x="814" y="3641"/>
                    <a:pt x="1818" y="3641"/>
                  </a:cubicBezTo>
                  <a:cubicBezTo>
                    <a:pt x="2828" y="3641"/>
                    <a:pt x="3642" y="2821"/>
                    <a:pt x="3642" y="1817"/>
                  </a:cubicBezTo>
                  <a:cubicBezTo>
                    <a:pt x="3642" y="814"/>
                    <a:pt x="2828" y="0"/>
                    <a:pt x="1818"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9" name="Google Shape;14909;p66"/>
            <p:cNvSpPr/>
            <p:nvPr/>
          </p:nvSpPr>
          <p:spPr>
            <a:xfrm>
              <a:off x="4427649" y="1643472"/>
              <a:ext cx="59621" cy="59778"/>
            </a:xfrm>
            <a:custGeom>
              <a:avLst/>
              <a:gdLst/>
              <a:ahLst/>
              <a:cxnLst/>
              <a:rect l="l" t="t" r="r" b="b"/>
              <a:pathLst>
                <a:path w="2273" h="2279" extrusionOk="0">
                  <a:moveTo>
                    <a:pt x="1133" y="0"/>
                  </a:moveTo>
                  <a:cubicBezTo>
                    <a:pt x="509" y="0"/>
                    <a:pt x="1" y="509"/>
                    <a:pt x="1" y="1139"/>
                  </a:cubicBezTo>
                  <a:cubicBezTo>
                    <a:pt x="1" y="1770"/>
                    <a:pt x="509" y="2278"/>
                    <a:pt x="1133" y="2278"/>
                  </a:cubicBezTo>
                  <a:cubicBezTo>
                    <a:pt x="1764" y="2278"/>
                    <a:pt x="2272" y="1770"/>
                    <a:pt x="2272" y="1139"/>
                  </a:cubicBezTo>
                  <a:cubicBezTo>
                    <a:pt x="2272" y="509"/>
                    <a:pt x="1764" y="0"/>
                    <a:pt x="1133"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0" name="Google Shape;14910;p66"/>
            <p:cNvSpPr/>
            <p:nvPr/>
          </p:nvSpPr>
          <p:spPr>
            <a:xfrm>
              <a:off x="4170831" y="1518250"/>
              <a:ext cx="298471" cy="358040"/>
            </a:xfrm>
            <a:custGeom>
              <a:avLst/>
              <a:gdLst/>
              <a:ahLst/>
              <a:cxnLst/>
              <a:rect l="l" t="t" r="r" b="b"/>
              <a:pathLst>
                <a:path w="11379" h="13650" extrusionOk="0">
                  <a:moveTo>
                    <a:pt x="6150" y="1"/>
                  </a:moveTo>
                  <a:cubicBezTo>
                    <a:pt x="5547" y="197"/>
                    <a:pt x="5032" y="618"/>
                    <a:pt x="4652" y="1024"/>
                  </a:cubicBezTo>
                  <a:cubicBezTo>
                    <a:pt x="2468" y="1513"/>
                    <a:pt x="916" y="3452"/>
                    <a:pt x="916" y="5689"/>
                  </a:cubicBezTo>
                  <a:cubicBezTo>
                    <a:pt x="909" y="6144"/>
                    <a:pt x="780" y="6598"/>
                    <a:pt x="550" y="6991"/>
                  </a:cubicBezTo>
                  <a:cubicBezTo>
                    <a:pt x="190" y="7595"/>
                    <a:pt x="7" y="8286"/>
                    <a:pt x="0" y="8985"/>
                  </a:cubicBezTo>
                  <a:cubicBezTo>
                    <a:pt x="0" y="11561"/>
                    <a:pt x="2543" y="13650"/>
                    <a:pt x="5689" y="13650"/>
                  </a:cubicBezTo>
                  <a:cubicBezTo>
                    <a:pt x="8836" y="13650"/>
                    <a:pt x="11378" y="11561"/>
                    <a:pt x="11378" y="8985"/>
                  </a:cubicBezTo>
                  <a:cubicBezTo>
                    <a:pt x="11378" y="8286"/>
                    <a:pt x="11188" y="7595"/>
                    <a:pt x="10836" y="6991"/>
                  </a:cubicBezTo>
                  <a:cubicBezTo>
                    <a:pt x="10598" y="6598"/>
                    <a:pt x="10476" y="6144"/>
                    <a:pt x="10470" y="5689"/>
                  </a:cubicBezTo>
                  <a:cubicBezTo>
                    <a:pt x="10470" y="3750"/>
                    <a:pt x="9303" y="2008"/>
                    <a:pt x="7513" y="1269"/>
                  </a:cubicBezTo>
                  <a:lnTo>
                    <a:pt x="7513" y="455"/>
                  </a:lnTo>
                  <a:lnTo>
                    <a:pt x="6374" y="909"/>
                  </a:lnTo>
                  <a:lnTo>
                    <a:pt x="6150" y="1"/>
                  </a:ln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1" name="Google Shape;14911;p66"/>
            <p:cNvSpPr/>
            <p:nvPr/>
          </p:nvSpPr>
          <p:spPr>
            <a:xfrm>
              <a:off x="4170831" y="1518066"/>
              <a:ext cx="166665" cy="352374"/>
            </a:xfrm>
            <a:custGeom>
              <a:avLst/>
              <a:gdLst/>
              <a:ahLst/>
              <a:cxnLst/>
              <a:rect l="l" t="t" r="r" b="b"/>
              <a:pathLst>
                <a:path w="6354" h="13434" extrusionOk="0">
                  <a:moveTo>
                    <a:pt x="6150" y="1"/>
                  </a:moveTo>
                  <a:cubicBezTo>
                    <a:pt x="5547" y="204"/>
                    <a:pt x="5032" y="625"/>
                    <a:pt x="4652" y="1031"/>
                  </a:cubicBezTo>
                  <a:cubicBezTo>
                    <a:pt x="2468" y="1520"/>
                    <a:pt x="916" y="3459"/>
                    <a:pt x="916" y="5696"/>
                  </a:cubicBezTo>
                  <a:cubicBezTo>
                    <a:pt x="909" y="6151"/>
                    <a:pt x="780" y="6605"/>
                    <a:pt x="550" y="6998"/>
                  </a:cubicBezTo>
                  <a:cubicBezTo>
                    <a:pt x="190" y="7602"/>
                    <a:pt x="7" y="8293"/>
                    <a:pt x="0" y="8992"/>
                  </a:cubicBezTo>
                  <a:cubicBezTo>
                    <a:pt x="0" y="11073"/>
                    <a:pt x="1662" y="12836"/>
                    <a:pt x="3953" y="13433"/>
                  </a:cubicBezTo>
                  <a:cubicBezTo>
                    <a:pt x="3025" y="12457"/>
                    <a:pt x="2509" y="11155"/>
                    <a:pt x="2509" y="9805"/>
                  </a:cubicBezTo>
                  <a:cubicBezTo>
                    <a:pt x="2502" y="8999"/>
                    <a:pt x="2692" y="8205"/>
                    <a:pt x="3052" y="7480"/>
                  </a:cubicBezTo>
                  <a:cubicBezTo>
                    <a:pt x="3289" y="7005"/>
                    <a:pt x="3418" y="6483"/>
                    <a:pt x="3418" y="5954"/>
                  </a:cubicBezTo>
                  <a:cubicBezTo>
                    <a:pt x="3418" y="3642"/>
                    <a:pt x="4625" y="1655"/>
                    <a:pt x="6354" y="814"/>
                  </a:cubicBezTo>
                  <a:lnTo>
                    <a:pt x="6150" y="1"/>
                  </a:ln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2" name="Google Shape;14912;p66"/>
            <p:cNvSpPr/>
            <p:nvPr/>
          </p:nvSpPr>
          <p:spPr>
            <a:xfrm>
              <a:off x="4212615" y="1636914"/>
              <a:ext cx="214719" cy="215558"/>
            </a:xfrm>
            <a:custGeom>
              <a:avLst/>
              <a:gdLst/>
              <a:ahLst/>
              <a:cxnLst/>
              <a:rect l="l" t="t" r="r" b="b"/>
              <a:pathLst>
                <a:path w="8186" h="8218" extrusionOk="0">
                  <a:moveTo>
                    <a:pt x="2256" y="0"/>
                  </a:moveTo>
                  <a:cubicBezTo>
                    <a:pt x="1747" y="0"/>
                    <a:pt x="1238" y="190"/>
                    <a:pt x="842" y="569"/>
                  </a:cubicBezTo>
                  <a:cubicBezTo>
                    <a:pt x="55" y="1321"/>
                    <a:pt x="1" y="2555"/>
                    <a:pt x="706" y="3383"/>
                  </a:cubicBezTo>
                  <a:cubicBezTo>
                    <a:pt x="991" y="3722"/>
                    <a:pt x="1052" y="4190"/>
                    <a:pt x="875" y="4590"/>
                  </a:cubicBezTo>
                  <a:cubicBezTo>
                    <a:pt x="753" y="4874"/>
                    <a:pt x="686" y="5180"/>
                    <a:pt x="686" y="5485"/>
                  </a:cubicBezTo>
                  <a:cubicBezTo>
                    <a:pt x="686" y="6997"/>
                    <a:pt x="2211" y="8217"/>
                    <a:pt x="4096" y="8217"/>
                  </a:cubicBezTo>
                  <a:cubicBezTo>
                    <a:pt x="5981" y="8217"/>
                    <a:pt x="7514" y="6990"/>
                    <a:pt x="7514" y="5485"/>
                  </a:cubicBezTo>
                  <a:cubicBezTo>
                    <a:pt x="7514" y="5173"/>
                    <a:pt x="7446" y="4874"/>
                    <a:pt x="7324" y="4590"/>
                  </a:cubicBezTo>
                  <a:cubicBezTo>
                    <a:pt x="7148" y="4190"/>
                    <a:pt x="7209" y="3722"/>
                    <a:pt x="7493" y="3383"/>
                  </a:cubicBezTo>
                  <a:cubicBezTo>
                    <a:pt x="8185" y="2555"/>
                    <a:pt x="8117" y="1335"/>
                    <a:pt x="7337" y="589"/>
                  </a:cubicBezTo>
                  <a:cubicBezTo>
                    <a:pt x="6944" y="213"/>
                    <a:pt x="6434" y="23"/>
                    <a:pt x="5923" y="23"/>
                  </a:cubicBezTo>
                  <a:cubicBezTo>
                    <a:pt x="5430" y="23"/>
                    <a:pt x="4936" y="199"/>
                    <a:pt x="4544" y="555"/>
                  </a:cubicBezTo>
                  <a:cubicBezTo>
                    <a:pt x="4418" y="667"/>
                    <a:pt x="4261" y="723"/>
                    <a:pt x="4102" y="723"/>
                  </a:cubicBezTo>
                  <a:cubicBezTo>
                    <a:pt x="3944" y="723"/>
                    <a:pt x="3784" y="667"/>
                    <a:pt x="3656" y="555"/>
                  </a:cubicBezTo>
                  <a:cubicBezTo>
                    <a:pt x="3262" y="185"/>
                    <a:pt x="2759" y="0"/>
                    <a:pt x="2256"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3" name="Google Shape;14913;p66"/>
            <p:cNvSpPr/>
            <p:nvPr/>
          </p:nvSpPr>
          <p:spPr>
            <a:xfrm>
              <a:off x="4204274" y="1638121"/>
              <a:ext cx="60119" cy="179308"/>
            </a:xfrm>
            <a:custGeom>
              <a:avLst/>
              <a:gdLst/>
              <a:ahLst/>
              <a:cxnLst/>
              <a:rect l="l" t="t" r="r" b="b"/>
              <a:pathLst>
                <a:path w="2292" h="6836" extrusionOk="0">
                  <a:moveTo>
                    <a:pt x="2272" y="1"/>
                  </a:moveTo>
                  <a:cubicBezTo>
                    <a:pt x="699" y="252"/>
                    <a:pt x="0" y="2116"/>
                    <a:pt x="1024" y="3337"/>
                  </a:cubicBezTo>
                  <a:cubicBezTo>
                    <a:pt x="1309" y="3676"/>
                    <a:pt x="1370" y="4144"/>
                    <a:pt x="1193" y="4544"/>
                  </a:cubicBezTo>
                  <a:cubicBezTo>
                    <a:pt x="1071" y="4828"/>
                    <a:pt x="1004" y="5134"/>
                    <a:pt x="1004" y="5439"/>
                  </a:cubicBezTo>
                  <a:cubicBezTo>
                    <a:pt x="1010" y="5947"/>
                    <a:pt x="1180" y="6435"/>
                    <a:pt x="1485" y="6835"/>
                  </a:cubicBezTo>
                  <a:cubicBezTo>
                    <a:pt x="1065" y="5534"/>
                    <a:pt x="1166" y="4123"/>
                    <a:pt x="1777" y="2903"/>
                  </a:cubicBezTo>
                  <a:cubicBezTo>
                    <a:pt x="2014" y="2428"/>
                    <a:pt x="2143" y="1906"/>
                    <a:pt x="2143" y="1377"/>
                  </a:cubicBezTo>
                  <a:cubicBezTo>
                    <a:pt x="2143" y="916"/>
                    <a:pt x="2190" y="448"/>
                    <a:pt x="2292"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4" name="Google Shape;14914;p66"/>
            <p:cNvSpPr/>
            <p:nvPr/>
          </p:nvSpPr>
          <p:spPr>
            <a:xfrm>
              <a:off x="4287948" y="1733126"/>
              <a:ext cx="28564" cy="17968"/>
            </a:xfrm>
            <a:custGeom>
              <a:avLst/>
              <a:gdLst/>
              <a:ahLst/>
              <a:cxnLst/>
              <a:rect l="l" t="t" r="r" b="b"/>
              <a:pathLst>
                <a:path w="1089" h="685" extrusionOk="0">
                  <a:moveTo>
                    <a:pt x="323" y="0"/>
                  </a:moveTo>
                  <a:cubicBezTo>
                    <a:pt x="114" y="0"/>
                    <a:pt x="0" y="302"/>
                    <a:pt x="214" y="427"/>
                  </a:cubicBezTo>
                  <a:lnTo>
                    <a:pt x="668" y="657"/>
                  </a:lnTo>
                  <a:cubicBezTo>
                    <a:pt x="702" y="671"/>
                    <a:pt x="736" y="678"/>
                    <a:pt x="770" y="678"/>
                  </a:cubicBezTo>
                  <a:lnTo>
                    <a:pt x="770" y="684"/>
                  </a:lnTo>
                  <a:cubicBezTo>
                    <a:pt x="1014" y="684"/>
                    <a:pt x="1089" y="359"/>
                    <a:pt x="872" y="250"/>
                  </a:cubicBezTo>
                  <a:lnTo>
                    <a:pt x="417" y="20"/>
                  </a:lnTo>
                  <a:cubicBezTo>
                    <a:pt x="385" y="6"/>
                    <a:pt x="353" y="0"/>
                    <a:pt x="323"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5" name="Google Shape;14915;p66"/>
            <p:cNvSpPr/>
            <p:nvPr/>
          </p:nvSpPr>
          <p:spPr>
            <a:xfrm>
              <a:off x="4323673" y="1733126"/>
              <a:ext cx="28696" cy="17784"/>
            </a:xfrm>
            <a:custGeom>
              <a:avLst/>
              <a:gdLst/>
              <a:ahLst/>
              <a:cxnLst/>
              <a:rect l="l" t="t" r="r" b="b"/>
              <a:pathLst>
                <a:path w="1094" h="678" extrusionOk="0">
                  <a:moveTo>
                    <a:pt x="768" y="0"/>
                  </a:moveTo>
                  <a:cubicBezTo>
                    <a:pt x="739" y="0"/>
                    <a:pt x="708" y="6"/>
                    <a:pt x="676" y="20"/>
                  </a:cubicBezTo>
                  <a:lnTo>
                    <a:pt x="222" y="250"/>
                  </a:lnTo>
                  <a:cubicBezTo>
                    <a:pt x="0" y="351"/>
                    <a:pt x="78" y="678"/>
                    <a:pt x="316" y="678"/>
                  </a:cubicBezTo>
                  <a:cubicBezTo>
                    <a:pt x="318" y="678"/>
                    <a:pt x="321" y="678"/>
                    <a:pt x="323" y="678"/>
                  </a:cubicBezTo>
                  <a:cubicBezTo>
                    <a:pt x="357" y="678"/>
                    <a:pt x="391" y="671"/>
                    <a:pt x="425" y="657"/>
                  </a:cubicBezTo>
                  <a:lnTo>
                    <a:pt x="879" y="427"/>
                  </a:lnTo>
                  <a:cubicBezTo>
                    <a:pt x="1093" y="302"/>
                    <a:pt x="974" y="0"/>
                    <a:pt x="768"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6" name="Google Shape;14916;p66"/>
            <p:cNvSpPr/>
            <p:nvPr/>
          </p:nvSpPr>
          <p:spPr>
            <a:xfrm>
              <a:off x="4260459" y="1774884"/>
              <a:ext cx="119373" cy="53745"/>
            </a:xfrm>
            <a:custGeom>
              <a:avLst/>
              <a:gdLst/>
              <a:ahLst/>
              <a:cxnLst/>
              <a:rect l="l" t="t" r="r" b="b"/>
              <a:pathLst>
                <a:path w="4551" h="2049" extrusionOk="0">
                  <a:moveTo>
                    <a:pt x="245" y="1"/>
                  </a:moveTo>
                  <a:cubicBezTo>
                    <a:pt x="102" y="1"/>
                    <a:pt x="1" y="123"/>
                    <a:pt x="14" y="259"/>
                  </a:cubicBezTo>
                  <a:cubicBezTo>
                    <a:pt x="157" y="1262"/>
                    <a:pt x="1120" y="2049"/>
                    <a:pt x="2272" y="2049"/>
                  </a:cubicBezTo>
                  <a:cubicBezTo>
                    <a:pt x="3432" y="2049"/>
                    <a:pt x="4395" y="1262"/>
                    <a:pt x="4530" y="259"/>
                  </a:cubicBezTo>
                  <a:cubicBezTo>
                    <a:pt x="4551" y="123"/>
                    <a:pt x="4442" y="1"/>
                    <a:pt x="430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7" name="Google Shape;14917;p66"/>
            <p:cNvSpPr/>
            <p:nvPr/>
          </p:nvSpPr>
          <p:spPr>
            <a:xfrm>
              <a:off x="4285718" y="1792773"/>
              <a:ext cx="68670" cy="35778"/>
            </a:xfrm>
            <a:custGeom>
              <a:avLst/>
              <a:gdLst/>
              <a:ahLst/>
              <a:cxnLst/>
              <a:rect l="l" t="t" r="r" b="b"/>
              <a:pathLst>
                <a:path w="2618" h="1364" extrusionOk="0">
                  <a:moveTo>
                    <a:pt x="1309" y="0"/>
                  </a:moveTo>
                  <a:cubicBezTo>
                    <a:pt x="748" y="0"/>
                    <a:pt x="187" y="329"/>
                    <a:pt x="1" y="987"/>
                  </a:cubicBezTo>
                  <a:cubicBezTo>
                    <a:pt x="401" y="1238"/>
                    <a:pt x="855" y="1363"/>
                    <a:pt x="1309" y="1363"/>
                  </a:cubicBezTo>
                  <a:cubicBezTo>
                    <a:pt x="1764" y="1363"/>
                    <a:pt x="2218" y="1238"/>
                    <a:pt x="2618" y="987"/>
                  </a:cubicBezTo>
                  <a:cubicBezTo>
                    <a:pt x="2431" y="329"/>
                    <a:pt x="1870" y="0"/>
                    <a:pt x="1309"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8" name="Google Shape;14918;p66"/>
            <p:cNvSpPr/>
            <p:nvPr/>
          </p:nvSpPr>
          <p:spPr>
            <a:xfrm>
              <a:off x="4248550" y="1667472"/>
              <a:ext cx="35778" cy="41811"/>
            </a:xfrm>
            <a:custGeom>
              <a:avLst/>
              <a:gdLst/>
              <a:ahLst/>
              <a:cxnLst/>
              <a:rect l="l" t="t" r="r" b="b"/>
              <a:pathLst>
                <a:path w="1364" h="1594" extrusionOk="0">
                  <a:moveTo>
                    <a:pt x="679" y="0"/>
                  </a:moveTo>
                  <a:cubicBezTo>
                    <a:pt x="306" y="0"/>
                    <a:pt x="0" y="306"/>
                    <a:pt x="0" y="679"/>
                  </a:cubicBezTo>
                  <a:lnTo>
                    <a:pt x="0" y="909"/>
                  </a:lnTo>
                  <a:cubicBezTo>
                    <a:pt x="0" y="1282"/>
                    <a:pt x="306" y="1587"/>
                    <a:pt x="679" y="1594"/>
                  </a:cubicBezTo>
                  <a:cubicBezTo>
                    <a:pt x="1058" y="1594"/>
                    <a:pt x="1363" y="1282"/>
                    <a:pt x="1363" y="909"/>
                  </a:cubicBezTo>
                  <a:lnTo>
                    <a:pt x="1363" y="679"/>
                  </a:lnTo>
                  <a:cubicBezTo>
                    <a:pt x="1363" y="306"/>
                    <a:pt x="1058" y="0"/>
                    <a:pt x="67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19" name="Google Shape;14919;p66"/>
            <p:cNvSpPr/>
            <p:nvPr/>
          </p:nvSpPr>
          <p:spPr>
            <a:xfrm>
              <a:off x="4266334" y="1667472"/>
              <a:ext cx="17994" cy="29771"/>
            </a:xfrm>
            <a:custGeom>
              <a:avLst/>
              <a:gdLst/>
              <a:ahLst/>
              <a:cxnLst/>
              <a:rect l="l" t="t" r="r" b="b"/>
              <a:pathLst>
                <a:path w="686" h="1135" extrusionOk="0">
                  <a:moveTo>
                    <a:pt x="13" y="0"/>
                  </a:moveTo>
                  <a:cubicBezTo>
                    <a:pt x="9" y="0"/>
                    <a:pt x="5" y="0"/>
                    <a:pt x="1" y="0"/>
                  </a:cubicBezTo>
                  <a:lnTo>
                    <a:pt x="1" y="794"/>
                  </a:lnTo>
                  <a:cubicBezTo>
                    <a:pt x="1" y="1021"/>
                    <a:pt x="172" y="1134"/>
                    <a:pt x="343" y="1134"/>
                  </a:cubicBezTo>
                  <a:cubicBezTo>
                    <a:pt x="514" y="1134"/>
                    <a:pt x="685" y="1021"/>
                    <a:pt x="685" y="794"/>
                  </a:cubicBezTo>
                  <a:lnTo>
                    <a:pt x="685" y="679"/>
                  </a:lnTo>
                  <a:cubicBezTo>
                    <a:pt x="685" y="310"/>
                    <a:pt x="387" y="0"/>
                    <a:pt x="13"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0" name="Google Shape;14920;p66"/>
            <p:cNvSpPr/>
            <p:nvPr/>
          </p:nvSpPr>
          <p:spPr>
            <a:xfrm>
              <a:off x="4260459" y="1673348"/>
              <a:ext cx="11961" cy="11935"/>
            </a:xfrm>
            <a:custGeom>
              <a:avLst/>
              <a:gdLst/>
              <a:ahLst/>
              <a:cxnLst/>
              <a:rect l="l" t="t" r="r" b="b"/>
              <a:pathLst>
                <a:path w="456" h="455" extrusionOk="0">
                  <a:moveTo>
                    <a:pt x="225" y="0"/>
                  </a:moveTo>
                  <a:cubicBezTo>
                    <a:pt x="102" y="0"/>
                    <a:pt x="1" y="102"/>
                    <a:pt x="1" y="231"/>
                  </a:cubicBezTo>
                  <a:cubicBezTo>
                    <a:pt x="1" y="353"/>
                    <a:pt x="102" y="455"/>
                    <a:pt x="225" y="455"/>
                  </a:cubicBezTo>
                  <a:cubicBezTo>
                    <a:pt x="353" y="455"/>
                    <a:pt x="455" y="353"/>
                    <a:pt x="455" y="231"/>
                  </a:cubicBezTo>
                  <a:cubicBezTo>
                    <a:pt x="455" y="102"/>
                    <a:pt x="353" y="0"/>
                    <a:pt x="22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1" name="Google Shape;14921;p66"/>
            <p:cNvSpPr/>
            <p:nvPr/>
          </p:nvSpPr>
          <p:spPr>
            <a:xfrm>
              <a:off x="4355962" y="1667472"/>
              <a:ext cx="35778" cy="41811"/>
            </a:xfrm>
            <a:custGeom>
              <a:avLst/>
              <a:gdLst/>
              <a:ahLst/>
              <a:cxnLst/>
              <a:rect l="l" t="t" r="r" b="b"/>
              <a:pathLst>
                <a:path w="1364" h="1594" extrusionOk="0">
                  <a:moveTo>
                    <a:pt x="679" y="0"/>
                  </a:moveTo>
                  <a:cubicBezTo>
                    <a:pt x="306" y="0"/>
                    <a:pt x="1" y="306"/>
                    <a:pt x="1" y="679"/>
                  </a:cubicBezTo>
                  <a:lnTo>
                    <a:pt x="1" y="909"/>
                  </a:lnTo>
                  <a:cubicBezTo>
                    <a:pt x="1" y="1282"/>
                    <a:pt x="306" y="1594"/>
                    <a:pt x="679" y="1594"/>
                  </a:cubicBezTo>
                  <a:cubicBezTo>
                    <a:pt x="1059" y="1594"/>
                    <a:pt x="1364" y="1282"/>
                    <a:pt x="1364" y="909"/>
                  </a:cubicBezTo>
                  <a:lnTo>
                    <a:pt x="1364" y="679"/>
                  </a:lnTo>
                  <a:cubicBezTo>
                    <a:pt x="1364" y="306"/>
                    <a:pt x="1059" y="0"/>
                    <a:pt x="67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2" name="Google Shape;14922;p66"/>
            <p:cNvSpPr/>
            <p:nvPr/>
          </p:nvSpPr>
          <p:spPr>
            <a:xfrm>
              <a:off x="4373772" y="1667472"/>
              <a:ext cx="17968" cy="29771"/>
            </a:xfrm>
            <a:custGeom>
              <a:avLst/>
              <a:gdLst/>
              <a:ahLst/>
              <a:cxnLst/>
              <a:rect l="l" t="t" r="r" b="b"/>
              <a:pathLst>
                <a:path w="685" h="1135" extrusionOk="0">
                  <a:moveTo>
                    <a:pt x="12" y="0"/>
                  </a:moveTo>
                  <a:cubicBezTo>
                    <a:pt x="8" y="0"/>
                    <a:pt x="4" y="0"/>
                    <a:pt x="0" y="0"/>
                  </a:cubicBezTo>
                  <a:lnTo>
                    <a:pt x="0" y="794"/>
                  </a:lnTo>
                  <a:cubicBezTo>
                    <a:pt x="0" y="1021"/>
                    <a:pt x="171" y="1134"/>
                    <a:pt x="342" y="1134"/>
                  </a:cubicBezTo>
                  <a:cubicBezTo>
                    <a:pt x="514" y="1134"/>
                    <a:pt x="685" y="1021"/>
                    <a:pt x="685" y="794"/>
                  </a:cubicBezTo>
                  <a:lnTo>
                    <a:pt x="685" y="679"/>
                  </a:lnTo>
                  <a:cubicBezTo>
                    <a:pt x="685" y="310"/>
                    <a:pt x="386" y="0"/>
                    <a:pt x="12"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3" name="Google Shape;14923;p66"/>
            <p:cNvSpPr/>
            <p:nvPr/>
          </p:nvSpPr>
          <p:spPr>
            <a:xfrm>
              <a:off x="4367897" y="1673348"/>
              <a:ext cx="11935" cy="11935"/>
            </a:xfrm>
            <a:custGeom>
              <a:avLst/>
              <a:gdLst/>
              <a:ahLst/>
              <a:cxnLst/>
              <a:rect l="l" t="t" r="r" b="b"/>
              <a:pathLst>
                <a:path w="455" h="455" extrusionOk="0">
                  <a:moveTo>
                    <a:pt x="224" y="0"/>
                  </a:moveTo>
                  <a:cubicBezTo>
                    <a:pt x="102" y="0"/>
                    <a:pt x="0" y="102"/>
                    <a:pt x="0" y="231"/>
                  </a:cubicBezTo>
                  <a:cubicBezTo>
                    <a:pt x="0" y="353"/>
                    <a:pt x="102" y="455"/>
                    <a:pt x="224" y="455"/>
                  </a:cubicBezTo>
                  <a:cubicBezTo>
                    <a:pt x="353" y="455"/>
                    <a:pt x="455" y="353"/>
                    <a:pt x="455" y="231"/>
                  </a:cubicBezTo>
                  <a:cubicBezTo>
                    <a:pt x="455" y="102"/>
                    <a:pt x="353" y="0"/>
                    <a:pt x="2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4" name="Google Shape;14924;p66"/>
            <p:cNvSpPr/>
            <p:nvPr/>
          </p:nvSpPr>
          <p:spPr>
            <a:xfrm>
              <a:off x="4314178" y="1810688"/>
              <a:ext cx="11935" cy="17941"/>
            </a:xfrm>
            <a:custGeom>
              <a:avLst/>
              <a:gdLst/>
              <a:ahLst/>
              <a:cxnLst/>
              <a:rect l="l" t="t" r="r" b="b"/>
              <a:pathLst>
                <a:path w="455" h="684" extrusionOk="0">
                  <a:moveTo>
                    <a:pt x="228" y="1"/>
                  </a:moveTo>
                  <a:cubicBezTo>
                    <a:pt x="114" y="1"/>
                    <a:pt x="1" y="77"/>
                    <a:pt x="1" y="229"/>
                  </a:cubicBezTo>
                  <a:lnTo>
                    <a:pt x="1" y="670"/>
                  </a:lnTo>
                  <a:cubicBezTo>
                    <a:pt x="75" y="677"/>
                    <a:pt x="150" y="684"/>
                    <a:pt x="224" y="684"/>
                  </a:cubicBezTo>
                  <a:cubicBezTo>
                    <a:pt x="306" y="684"/>
                    <a:pt x="380" y="677"/>
                    <a:pt x="455" y="670"/>
                  </a:cubicBezTo>
                  <a:lnTo>
                    <a:pt x="455" y="229"/>
                  </a:lnTo>
                  <a:cubicBezTo>
                    <a:pt x="455" y="77"/>
                    <a:pt x="341" y="1"/>
                    <a:pt x="228"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25" name="Google Shape;14925;p66"/>
          <p:cNvGrpSpPr/>
          <p:nvPr/>
        </p:nvGrpSpPr>
        <p:grpSpPr>
          <a:xfrm>
            <a:off x="6851780" y="2056334"/>
            <a:ext cx="361240" cy="370158"/>
            <a:chOff x="6878869" y="1980134"/>
            <a:chExt cx="361240" cy="370158"/>
          </a:xfrm>
        </p:grpSpPr>
        <p:sp>
          <p:nvSpPr>
            <p:cNvPr id="14926" name="Google Shape;14926;p66"/>
            <p:cNvSpPr/>
            <p:nvPr/>
          </p:nvSpPr>
          <p:spPr>
            <a:xfrm>
              <a:off x="6878869" y="2012869"/>
              <a:ext cx="67437" cy="32027"/>
            </a:xfrm>
            <a:custGeom>
              <a:avLst/>
              <a:gdLst/>
              <a:ahLst/>
              <a:cxnLst/>
              <a:rect l="l" t="t" r="r" b="b"/>
              <a:pathLst>
                <a:path w="2571" h="1221" extrusionOk="0">
                  <a:moveTo>
                    <a:pt x="2258" y="0"/>
                  </a:moveTo>
                  <a:lnTo>
                    <a:pt x="434" y="475"/>
                  </a:lnTo>
                  <a:cubicBezTo>
                    <a:pt x="0" y="583"/>
                    <a:pt x="75" y="1221"/>
                    <a:pt x="523" y="1221"/>
                  </a:cubicBezTo>
                  <a:lnTo>
                    <a:pt x="2570" y="1221"/>
                  </a:lnTo>
                  <a:lnTo>
                    <a:pt x="2258" y="0"/>
                  </a:lnTo>
                  <a:close/>
                </a:path>
              </a:pathLst>
            </a:custGeom>
            <a:solidFill>
              <a:srgbClr val="BBC9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7" name="Google Shape;14927;p66"/>
            <p:cNvSpPr/>
            <p:nvPr/>
          </p:nvSpPr>
          <p:spPr>
            <a:xfrm>
              <a:off x="6882777" y="2032961"/>
              <a:ext cx="63529" cy="11777"/>
            </a:xfrm>
            <a:custGeom>
              <a:avLst/>
              <a:gdLst/>
              <a:ahLst/>
              <a:cxnLst/>
              <a:rect l="l" t="t" r="r" b="b"/>
              <a:pathLst>
                <a:path w="2422" h="449" extrusionOk="0">
                  <a:moveTo>
                    <a:pt x="7" y="1"/>
                  </a:moveTo>
                  <a:cubicBezTo>
                    <a:pt x="1" y="28"/>
                    <a:pt x="1" y="48"/>
                    <a:pt x="1" y="75"/>
                  </a:cubicBezTo>
                  <a:cubicBezTo>
                    <a:pt x="1" y="279"/>
                    <a:pt x="170" y="448"/>
                    <a:pt x="374" y="448"/>
                  </a:cubicBezTo>
                  <a:lnTo>
                    <a:pt x="2421" y="448"/>
                  </a:lnTo>
                  <a:lnTo>
                    <a:pt x="2306" y="1"/>
                  </a:lnTo>
                  <a:close/>
                </a:path>
              </a:pathLst>
            </a:custGeom>
            <a:solidFill>
              <a:srgbClr val="A9BB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8" name="Google Shape;14928;p66"/>
            <p:cNvSpPr/>
            <p:nvPr/>
          </p:nvSpPr>
          <p:spPr>
            <a:xfrm>
              <a:off x="6992339" y="2273962"/>
              <a:ext cx="91989" cy="76329"/>
            </a:xfrm>
            <a:custGeom>
              <a:avLst/>
              <a:gdLst/>
              <a:ahLst/>
              <a:cxnLst/>
              <a:rect l="l" t="t" r="r" b="b"/>
              <a:pathLst>
                <a:path w="3507" h="2910" extrusionOk="0">
                  <a:moveTo>
                    <a:pt x="1865" y="0"/>
                  </a:moveTo>
                  <a:cubicBezTo>
                    <a:pt x="1753" y="0"/>
                    <a:pt x="1641" y="75"/>
                    <a:pt x="1641" y="224"/>
                  </a:cubicBezTo>
                  <a:lnTo>
                    <a:pt x="1641" y="2462"/>
                  </a:lnTo>
                  <a:lnTo>
                    <a:pt x="299" y="2462"/>
                  </a:lnTo>
                  <a:cubicBezTo>
                    <a:pt x="1" y="2462"/>
                    <a:pt x="1" y="2909"/>
                    <a:pt x="299" y="2909"/>
                  </a:cubicBezTo>
                  <a:lnTo>
                    <a:pt x="3208" y="2909"/>
                  </a:lnTo>
                  <a:cubicBezTo>
                    <a:pt x="3506" y="2909"/>
                    <a:pt x="3506" y="2462"/>
                    <a:pt x="3208" y="2462"/>
                  </a:cubicBezTo>
                  <a:lnTo>
                    <a:pt x="2089" y="2462"/>
                  </a:lnTo>
                  <a:lnTo>
                    <a:pt x="2089" y="224"/>
                  </a:lnTo>
                  <a:cubicBezTo>
                    <a:pt x="2089" y="75"/>
                    <a:pt x="1977" y="0"/>
                    <a:pt x="1865"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29" name="Google Shape;14929;p66"/>
            <p:cNvSpPr/>
            <p:nvPr/>
          </p:nvSpPr>
          <p:spPr>
            <a:xfrm>
              <a:off x="7015815" y="2273962"/>
              <a:ext cx="68670" cy="76329"/>
            </a:xfrm>
            <a:custGeom>
              <a:avLst/>
              <a:gdLst/>
              <a:ahLst/>
              <a:cxnLst/>
              <a:rect l="l" t="t" r="r" b="b"/>
              <a:pathLst>
                <a:path w="2618" h="2910" extrusionOk="0">
                  <a:moveTo>
                    <a:pt x="1872" y="0"/>
                  </a:moveTo>
                  <a:cubicBezTo>
                    <a:pt x="1760" y="0"/>
                    <a:pt x="1648" y="75"/>
                    <a:pt x="1648" y="224"/>
                  </a:cubicBezTo>
                  <a:lnTo>
                    <a:pt x="1648" y="2462"/>
                  </a:lnTo>
                  <a:lnTo>
                    <a:pt x="299" y="2462"/>
                  </a:lnTo>
                  <a:cubicBezTo>
                    <a:pt x="1" y="2462"/>
                    <a:pt x="1" y="2909"/>
                    <a:pt x="299" y="2909"/>
                  </a:cubicBezTo>
                  <a:lnTo>
                    <a:pt x="2320" y="2909"/>
                  </a:lnTo>
                  <a:cubicBezTo>
                    <a:pt x="2618" y="2909"/>
                    <a:pt x="2618" y="2462"/>
                    <a:pt x="2320" y="2462"/>
                  </a:cubicBezTo>
                  <a:lnTo>
                    <a:pt x="2096" y="2462"/>
                  </a:lnTo>
                  <a:lnTo>
                    <a:pt x="2096" y="224"/>
                  </a:lnTo>
                  <a:cubicBezTo>
                    <a:pt x="2096" y="75"/>
                    <a:pt x="1984" y="0"/>
                    <a:pt x="1872"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0" name="Google Shape;14930;p66"/>
            <p:cNvSpPr/>
            <p:nvPr/>
          </p:nvSpPr>
          <p:spPr>
            <a:xfrm>
              <a:off x="6923696" y="1980134"/>
              <a:ext cx="316412" cy="317147"/>
            </a:xfrm>
            <a:custGeom>
              <a:avLst/>
              <a:gdLst/>
              <a:ahLst/>
              <a:cxnLst/>
              <a:rect l="l" t="t" r="r" b="b"/>
              <a:pathLst>
                <a:path w="12063" h="12091" extrusionOk="0">
                  <a:moveTo>
                    <a:pt x="1783" y="1"/>
                  </a:moveTo>
                  <a:cubicBezTo>
                    <a:pt x="922" y="7"/>
                    <a:pt x="224" y="713"/>
                    <a:pt x="224" y="1574"/>
                  </a:cubicBezTo>
                  <a:cubicBezTo>
                    <a:pt x="238" y="2320"/>
                    <a:pt x="841" y="2910"/>
                    <a:pt x="1580" y="2910"/>
                  </a:cubicBezTo>
                  <a:lnTo>
                    <a:pt x="1790" y="2910"/>
                  </a:lnTo>
                  <a:cubicBezTo>
                    <a:pt x="1790" y="4930"/>
                    <a:pt x="0" y="5825"/>
                    <a:pt x="0" y="7615"/>
                  </a:cubicBezTo>
                  <a:cubicBezTo>
                    <a:pt x="0" y="9405"/>
                    <a:pt x="1567" y="12090"/>
                    <a:pt x="7839" y="12090"/>
                  </a:cubicBezTo>
                  <a:lnTo>
                    <a:pt x="11480" y="12090"/>
                  </a:lnTo>
                  <a:cubicBezTo>
                    <a:pt x="11575" y="12090"/>
                    <a:pt x="11636" y="12009"/>
                    <a:pt x="11615" y="11921"/>
                  </a:cubicBezTo>
                  <a:cubicBezTo>
                    <a:pt x="11561" y="11677"/>
                    <a:pt x="11493" y="11433"/>
                    <a:pt x="11405" y="11195"/>
                  </a:cubicBezTo>
                  <a:lnTo>
                    <a:pt x="11392" y="11189"/>
                  </a:lnTo>
                  <a:cubicBezTo>
                    <a:pt x="11554" y="11189"/>
                    <a:pt x="11724" y="11195"/>
                    <a:pt x="11893" y="11195"/>
                  </a:cubicBezTo>
                  <a:cubicBezTo>
                    <a:pt x="11995" y="11195"/>
                    <a:pt x="12063" y="11100"/>
                    <a:pt x="12022" y="11006"/>
                  </a:cubicBezTo>
                  <a:cubicBezTo>
                    <a:pt x="11622" y="10050"/>
                    <a:pt x="9520" y="5771"/>
                    <a:pt x="3363" y="5378"/>
                  </a:cubicBezTo>
                  <a:lnTo>
                    <a:pt x="3363" y="1594"/>
                  </a:lnTo>
                  <a:cubicBezTo>
                    <a:pt x="3370" y="719"/>
                    <a:pt x="2658" y="7"/>
                    <a:pt x="1783"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1" name="Google Shape;14931;p66"/>
            <p:cNvSpPr/>
            <p:nvPr/>
          </p:nvSpPr>
          <p:spPr>
            <a:xfrm>
              <a:off x="6923853" y="1987085"/>
              <a:ext cx="305239" cy="310380"/>
            </a:xfrm>
            <a:custGeom>
              <a:avLst/>
              <a:gdLst/>
              <a:ahLst/>
              <a:cxnLst/>
              <a:rect l="l" t="t" r="r" b="b"/>
              <a:pathLst>
                <a:path w="11637" h="11833" extrusionOk="0">
                  <a:moveTo>
                    <a:pt x="923" y="0"/>
                  </a:moveTo>
                  <a:lnTo>
                    <a:pt x="923" y="0"/>
                  </a:lnTo>
                  <a:cubicBezTo>
                    <a:pt x="489" y="285"/>
                    <a:pt x="232" y="773"/>
                    <a:pt x="225" y="1288"/>
                  </a:cubicBezTo>
                  <a:cubicBezTo>
                    <a:pt x="225" y="2041"/>
                    <a:pt x="835" y="2651"/>
                    <a:pt x="1594" y="2651"/>
                  </a:cubicBezTo>
                  <a:lnTo>
                    <a:pt x="1791" y="2651"/>
                  </a:lnTo>
                  <a:cubicBezTo>
                    <a:pt x="1791" y="4665"/>
                    <a:pt x="1" y="5560"/>
                    <a:pt x="1" y="7357"/>
                  </a:cubicBezTo>
                  <a:cubicBezTo>
                    <a:pt x="1" y="9147"/>
                    <a:pt x="1567" y="11832"/>
                    <a:pt x="7839" y="11832"/>
                  </a:cubicBezTo>
                  <a:lnTo>
                    <a:pt x="11481" y="11832"/>
                  </a:lnTo>
                  <a:cubicBezTo>
                    <a:pt x="11569" y="11832"/>
                    <a:pt x="11637" y="11751"/>
                    <a:pt x="11616" y="11663"/>
                  </a:cubicBezTo>
                  <a:cubicBezTo>
                    <a:pt x="11596" y="11554"/>
                    <a:pt x="11555" y="11398"/>
                    <a:pt x="11494" y="11202"/>
                  </a:cubicBezTo>
                  <a:cubicBezTo>
                    <a:pt x="11014" y="11234"/>
                    <a:pt x="10485" y="11252"/>
                    <a:pt x="9932" y="11252"/>
                  </a:cubicBezTo>
                  <a:cubicBezTo>
                    <a:pt x="7369" y="11252"/>
                    <a:pt x="4271" y="10871"/>
                    <a:pt x="2910" y="9812"/>
                  </a:cubicBezTo>
                  <a:cubicBezTo>
                    <a:pt x="998" y="8327"/>
                    <a:pt x="1079" y="6564"/>
                    <a:pt x="1791" y="5113"/>
                  </a:cubicBezTo>
                  <a:cubicBezTo>
                    <a:pt x="2164" y="4340"/>
                    <a:pt x="2401" y="3506"/>
                    <a:pt x="2489" y="2651"/>
                  </a:cubicBezTo>
                  <a:cubicBezTo>
                    <a:pt x="2517" y="2421"/>
                    <a:pt x="2354" y="2211"/>
                    <a:pt x="2130" y="2170"/>
                  </a:cubicBezTo>
                  <a:cubicBezTo>
                    <a:pt x="1147" y="2000"/>
                    <a:pt x="638" y="1166"/>
                    <a:pt x="92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2" name="Google Shape;14932;p66"/>
            <p:cNvSpPr/>
            <p:nvPr/>
          </p:nvSpPr>
          <p:spPr>
            <a:xfrm>
              <a:off x="6923853" y="2087388"/>
              <a:ext cx="316255" cy="210076"/>
            </a:xfrm>
            <a:custGeom>
              <a:avLst/>
              <a:gdLst/>
              <a:ahLst/>
              <a:cxnLst/>
              <a:rect l="l" t="t" r="r" b="b"/>
              <a:pathLst>
                <a:path w="12057" h="8009" extrusionOk="0">
                  <a:moveTo>
                    <a:pt x="1574" y="0"/>
                  </a:moveTo>
                  <a:cubicBezTo>
                    <a:pt x="1093" y="1275"/>
                    <a:pt x="1" y="2123"/>
                    <a:pt x="1" y="3526"/>
                  </a:cubicBezTo>
                  <a:cubicBezTo>
                    <a:pt x="1" y="5316"/>
                    <a:pt x="1567" y="8008"/>
                    <a:pt x="7839" y="8008"/>
                  </a:cubicBezTo>
                  <a:lnTo>
                    <a:pt x="11481" y="8008"/>
                  </a:lnTo>
                  <a:cubicBezTo>
                    <a:pt x="11569" y="8008"/>
                    <a:pt x="11637" y="7920"/>
                    <a:pt x="11616" y="7839"/>
                  </a:cubicBezTo>
                  <a:cubicBezTo>
                    <a:pt x="11562" y="7588"/>
                    <a:pt x="11494" y="7344"/>
                    <a:pt x="11406" y="7106"/>
                  </a:cubicBezTo>
                  <a:lnTo>
                    <a:pt x="11392" y="7100"/>
                  </a:lnTo>
                  <a:cubicBezTo>
                    <a:pt x="11555" y="7100"/>
                    <a:pt x="11725" y="7106"/>
                    <a:pt x="11894" y="7106"/>
                  </a:cubicBezTo>
                  <a:cubicBezTo>
                    <a:pt x="11989" y="7106"/>
                    <a:pt x="12057" y="7005"/>
                    <a:pt x="12023" y="6917"/>
                  </a:cubicBezTo>
                  <a:cubicBezTo>
                    <a:pt x="11623" y="5954"/>
                    <a:pt x="9521" y="1682"/>
                    <a:pt x="3364" y="1282"/>
                  </a:cubicBezTo>
                  <a:lnTo>
                    <a:pt x="3364" y="448"/>
                  </a:lnTo>
                  <a:cubicBezTo>
                    <a:pt x="2740" y="421"/>
                    <a:pt x="2130" y="272"/>
                    <a:pt x="1574"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3" name="Google Shape;14933;p66"/>
            <p:cNvSpPr/>
            <p:nvPr/>
          </p:nvSpPr>
          <p:spPr>
            <a:xfrm>
              <a:off x="6923853" y="2087388"/>
              <a:ext cx="305239" cy="210076"/>
            </a:xfrm>
            <a:custGeom>
              <a:avLst/>
              <a:gdLst/>
              <a:ahLst/>
              <a:cxnLst/>
              <a:rect l="l" t="t" r="r" b="b"/>
              <a:pathLst>
                <a:path w="11637" h="8009" extrusionOk="0">
                  <a:moveTo>
                    <a:pt x="1567" y="0"/>
                  </a:moveTo>
                  <a:cubicBezTo>
                    <a:pt x="1093" y="1275"/>
                    <a:pt x="1" y="2123"/>
                    <a:pt x="1" y="3526"/>
                  </a:cubicBezTo>
                  <a:cubicBezTo>
                    <a:pt x="1" y="5316"/>
                    <a:pt x="1567" y="8008"/>
                    <a:pt x="7839" y="8008"/>
                  </a:cubicBezTo>
                  <a:lnTo>
                    <a:pt x="11481" y="8008"/>
                  </a:lnTo>
                  <a:cubicBezTo>
                    <a:pt x="11569" y="8008"/>
                    <a:pt x="11637" y="7920"/>
                    <a:pt x="11616" y="7839"/>
                  </a:cubicBezTo>
                  <a:cubicBezTo>
                    <a:pt x="11596" y="7730"/>
                    <a:pt x="11555" y="7574"/>
                    <a:pt x="11494" y="7378"/>
                  </a:cubicBezTo>
                  <a:cubicBezTo>
                    <a:pt x="11014" y="7410"/>
                    <a:pt x="10485" y="7428"/>
                    <a:pt x="9932" y="7428"/>
                  </a:cubicBezTo>
                  <a:cubicBezTo>
                    <a:pt x="7369" y="7428"/>
                    <a:pt x="4271" y="7047"/>
                    <a:pt x="2910" y="5988"/>
                  </a:cubicBezTo>
                  <a:cubicBezTo>
                    <a:pt x="998" y="4503"/>
                    <a:pt x="1079" y="2740"/>
                    <a:pt x="1791" y="1289"/>
                  </a:cubicBezTo>
                  <a:cubicBezTo>
                    <a:pt x="1954" y="950"/>
                    <a:pt x="2089" y="604"/>
                    <a:pt x="2198" y="251"/>
                  </a:cubicBezTo>
                  <a:cubicBezTo>
                    <a:pt x="1981" y="183"/>
                    <a:pt x="1771" y="102"/>
                    <a:pt x="1567"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4" name="Google Shape;14934;p66"/>
            <p:cNvSpPr/>
            <p:nvPr/>
          </p:nvSpPr>
          <p:spPr>
            <a:xfrm>
              <a:off x="6941296" y="2121356"/>
              <a:ext cx="298812" cy="176108"/>
            </a:xfrm>
            <a:custGeom>
              <a:avLst/>
              <a:gdLst/>
              <a:ahLst/>
              <a:cxnLst/>
              <a:rect l="l" t="t" r="r" b="b"/>
              <a:pathLst>
                <a:path w="11392" h="6714" extrusionOk="0">
                  <a:moveTo>
                    <a:pt x="2753" y="0"/>
                  </a:moveTo>
                  <a:cubicBezTo>
                    <a:pt x="2225" y="184"/>
                    <a:pt x="1777" y="394"/>
                    <a:pt x="1492" y="638"/>
                  </a:cubicBezTo>
                  <a:cubicBezTo>
                    <a:pt x="387" y="1601"/>
                    <a:pt x="0" y="5527"/>
                    <a:pt x="3987" y="6401"/>
                  </a:cubicBezTo>
                  <a:cubicBezTo>
                    <a:pt x="4340" y="6483"/>
                    <a:pt x="4720" y="6544"/>
                    <a:pt x="5120" y="6598"/>
                  </a:cubicBezTo>
                  <a:cubicBezTo>
                    <a:pt x="5805" y="6679"/>
                    <a:pt x="6490" y="6713"/>
                    <a:pt x="7174" y="6713"/>
                  </a:cubicBezTo>
                  <a:lnTo>
                    <a:pt x="10822" y="6713"/>
                  </a:lnTo>
                  <a:cubicBezTo>
                    <a:pt x="10911" y="6713"/>
                    <a:pt x="10978" y="6632"/>
                    <a:pt x="10958" y="6544"/>
                  </a:cubicBezTo>
                  <a:cubicBezTo>
                    <a:pt x="10897" y="6293"/>
                    <a:pt x="10829" y="6049"/>
                    <a:pt x="10741" y="5811"/>
                  </a:cubicBezTo>
                  <a:lnTo>
                    <a:pt x="10727" y="5805"/>
                  </a:lnTo>
                  <a:cubicBezTo>
                    <a:pt x="10890" y="5805"/>
                    <a:pt x="11053" y="5811"/>
                    <a:pt x="11229" y="5811"/>
                  </a:cubicBezTo>
                  <a:cubicBezTo>
                    <a:pt x="11324" y="5811"/>
                    <a:pt x="11392" y="5716"/>
                    <a:pt x="11358" y="5622"/>
                  </a:cubicBezTo>
                  <a:cubicBezTo>
                    <a:pt x="10958" y="4666"/>
                    <a:pt x="8863" y="414"/>
                    <a:pt x="2753" y="0"/>
                  </a:cubicBezTo>
                  <a:close/>
                </a:path>
              </a:pathLst>
            </a:custGeom>
            <a:solidFill>
              <a:srgbClr val="DB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5" name="Google Shape;14935;p66"/>
            <p:cNvSpPr/>
            <p:nvPr/>
          </p:nvSpPr>
          <p:spPr>
            <a:xfrm>
              <a:off x="6953388" y="2121172"/>
              <a:ext cx="286720" cy="152632"/>
            </a:xfrm>
            <a:custGeom>
              <a:avLst/>
              <a:gdLst/>
              <a:ahLst/>
              <a:cxnLst/>
              <a:rect l="l" t="t" r="r" b="b"/>
              <a:pathLst>
                <a:path w="10931" h="5819" extrusionOk="0">
                  <a:moveTo>
                    <a:pt x="2191" y="0"/>
                  </a:moveTo>
                  <a:cubicBezTo>
                    <a:pt x="1284" y="0"/>
                    <a:pt x="665" y="682"/>
                    <a:pt x="665" y="1343"/>
                  </a:cubicBezTo>
                  <a:cubicBezTo>
                    <a:pt x="665" y="1343"/>
                    <a:pt x="1" y="5764"/>
                    <a:pt x="10761" y="5818"/>
                  </a:cubicBezTo>
                  <a:cubicBezTo>
                    <a:pt x="10863" y="5818"/>
                    <a:pt x="10931" y="5723"/>
                    <a:pt x="10890" y="5629"/>
                  </a:cubicBezTo>
                  <a:cubicBezTo>
                    <a:pt x="10497" y="4673"/>
                    <a:pt x="8388" y="394"/>
                    <a:pt x="2231" y="1"/>
                  </a:cubicBezTo>
                  <a:cubicBezTo>
                    <a:pt x="2218" y="0"/>
                    <a:pt x="2205" y="0"/>
                    <a:pt x="2191"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6" name="Google Shape;14936;p66"/>
            <p:cNvSpPr/>
            <p:nvPr/>
          </p:nvSpPr>
          <p:spPr>
            <a:xfrm>
              <a:off x="6953204" y="2003610"/>
              <a:ext cx="23502" cy="23502"/>
            </a:xfrm>
            <a:custGeom>
              <a:avLst/>
              <a:gdLst/>
              <a:ahLst/>
              <a:cxnLst/>
              <a:rect l="l" t="t" r="r" b="b"/>
              <a:pathLst>
                <a:path w="896" h="896" extrusionOk="0">
                  <a:moveTo>
                    <a:pt x="448" y="1"/>
                  </a:moveTo>
                  <a:cubicBezTo>
                    <a:pt x="204" y="1"/>
                    <a:pt x="1" y="204"/>
                    <a:pt x="1" y="448"/>
                  </a:cubicBezTo>
                  <a:cubicBezTo>
                    <a:pt x="1" y="699"/>
                    <a:pt x="204" y="896"/>
                    <a:pt x="448" y="896"/>
                  </a:cubicBezTo>
                  <a:cubicBezTo>
                    <a:pt x="692" y="896"/>
                    <a:pt x="896" y="699"/>
                    <a:pt x="896" y="448"/>
                  </a:cubicBezTo>
                  <a:cubicBezTo>
                    <a:pt x="896" y="204"/>
                    <a:pt x="692" y="1"/>
                    <a:pt x="448"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7" name="Google Shape;14937;p66"/>
            <p:cNvSpPr/>
            <p:nvPr/>
          </p:nvSpPr>
          <p:spPr>
            <a:xfrm>
              <a:off x="6971696" y="2121146"/>
              <a:ext cx="218811" cy="95503"/>
            </a:xfrm>
            <a:custGeom>
              <a:avLst/>
              <a:gdLst/>
              <a:ahLst/>
              <a:cxnLst/>
              <a:rect l="l" t="t" r="r" b="b"/>
              <a:pathLst>
                <a:path w="8342" h="3641" extrusionOk="0">
                  <a:moveTo>
                    <a:pt x="1476" y="1"/>
                  </a:moveTo>
                  <a:cubicBezTo>
                    <a:pt x="1117" y="1"/>
                    <a:pt x="773" y="122"/>
                    <a:pt x="489" y="341"/>
                  </a:cubicBezTo>
                  <a:cubicBezTo>
                    <a:pt x="109" y="646"/>
                    <a:pt x="1" y="1182"/>
                    <a:pt x="238" y="1609"/>
                  </a:cubicBezTo>
                  <a:cubicBezTo>
                    <a:pt x="1026" y="3147"/>
                    <a:pt x="3122" y="3641"/>
                    <a:pt x="4889" y="3641"/>
                  </a:cubicBezTo>
                  <a:cubicBezTo>
                    <a:pt x="5373" y="3641"/>
                    <a:pt x="5832" y="3604"/>
                    <a:pt x="6232" y="3541"/>
                  </a:cubicBezTo>
                  <a:cubicBezTo>
                    <a:pt x="7277" y="3372"/>
                    <a:pt x="8341" y="2911"/>
                    <a:pt x="8341" y="2911"/>
                  </a:cubicBezTo>
                  <a:cubicBezTo>
                    <a:pt x="7012" y="1568"/>
                    <a:pt x="4869" y="219"/>
                    <a:pt x="1533" y="2"/>
                  </a:cubicBezTo>
                  <a:cubicBezTo>
                    <a:pt x="1514" y="1"/>
                    <a:pt x="1495" y="1"/>
                    <a:pt x="1476" y="1"/>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8" name="Google Shape;14938;p66"/>
            <p:cNvSpPr/>
            <p:nvPr/>
          </p:nvSpPr>
          <p:spPr>
            <a:xfrm>
              <a:off x="6964955" y="2003610"/>
              <a:ext cx="11751" cy="11777"/>
            </a:xfrm>
            <a:custGeom>
              <a:avLst/>
              <a:gdLst/>
              <a:ahLst/>
              <a:cxnLst/>
              <a:rect l="l" t="t" r="r" b="b"/>
              <a:pathLst>
                <a:path w="448" h="449" extrusionOk="0">
                  <a:moveTo>
                    <a:pt x="224" y="1"/>
                  </a:moveTo>
                  <a:cubicBezTo>
                    <a:pt x="102" y="1"/>
                    <a:pt x="0" y="102"/>
                    <a:pt x="0" y="224"/>
                  </a:cubicBezTo>
                  <a:cubicBezTo>
                    <a:pt x="0" y="347"/>
                    <a:pt x="102" y="448"/>
                    <a:pt x="224" y="448"/>
                  </a:cubicBezTo>
                  <a:cubicBezTo>
                    <a:pt x="346" y="448"/>
                    <a:pt x="448" y="347"/>
                    <a:pt x="448" y="224"/>
                  </a:cubicBezTo>
                  <a:cubicBezTo>
                    <a:pt x="448" y="102"/>
                    <a:pt x="346" y="1"/>
                    <a:pt x="22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39" name="Google Shape;14939;p66"/>
          <p:cNvGrpSpPr/>
          <p:nvPr/>
        </p:nvGrpSpPr>
        <p:grpSpPr>
          <a:xfrm>
            <a:off x="2466911" y="2626233"/>
            <a:ext cx="370132" cy="259467"/>
            <a:chOff x="2493999" y="2550033"/>
            <a:chExt cx="370132" cy="259467"/>
          </a:xfrm>
        </p:grpSpPr>
        <p:sp>
          <p:nvSpPr>
            <p:cNvPr id="14940" name="Google Shape;14940;p66"/>
            <p:cNvSpPr/>
            <p:nvPr/>
          </p:nvSpPr>
          <p:spPr>
            <a:xfrm>
              <a:off x="2493999" y="2660251"/>
              <a:ext cx="370132" cy="149249"/>
            </a:xfrm>
            <a:custGeom>
              <a:avLst/>
              <a:gdLst/>
              <a:ahLst/>
              <a:cxnLst/>
              <a:rect l="l" t="t" r="r" b="b"/>
              <a:pathLst>
                <a:path w="14111" h="5690" extrusionOk="0">
                  <a:moveTo>
                    <a:pt x="0" y="1"/>
                  </a:moveTo>
                  <a:cubicBezTo>
                    <a:pt x="0" y="1947"/>
                    <a:pt x="3872" y="5690"/>
                    <a:pt x="7059" y="5690"/>
                  </a:cubicBezTo>
                  <a:cubicBezTo>
                    <a:pt x="10239" y="5690"/>
                    <a:pt x="14111" y="1953"/>
                    <a:pt x="14111"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1" name="Google Shape;14941;p66"/>
            <p:cNvSpPr/>
            <p:nvPr/>
          </p:nvSpPr>
          <p:spPr>
            <a:xfrm>
              <a:off x="2493999" y="2660251"/>
              <a:ext cx="139649" cy="140724"/>
            </a:xfrm>
            <a:custGeom>
              <a:avLst/>
              <a:gdLst/>
              <a:ahLst/>
              <a:cxnLst/>
              <a:rect l="l" t="t" r="r" b="b"/>
              <a:pathLst>
                <a:path w="5324" h="5365" extrusionOk="0">
                  <a:moveTo>
                    <a:pt x="0" y="1"/>
                  </a:moveTo>
                  <a:cubicBezTo>
                    <a:pt x="0" y="1608"/>
                    <a:pt x="2618" y="4422"/>
                    <a:pt x="5323" y="5364"/>
                  </a:cubicBezTo>
                  <a:cubicBezTo>
                    <a:pt x="4665" y="4462"/>
                    <a:pt x="3635" y="2937"/>
                    <a:pt x="3187" y="1594"/>
                  </a:cubicBezTo>
                  <a:cubicBezTo>
                    <a:pt x="3018" y="1085"/>
                    <a:pt x="3140" y="543"/>
                    <a:pt x="3431"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2" name="Google Shape;14942;p66"/>
            <p:cNvSpPr/>
            <p:nvPr/>
          </p:nvSpPr>
          <p:spPr>
            <a:xfrm>
              <a:off x="2493999" y="2660251"/>
              <a:ext cx="370132" cy="101405"/>
            </a:xfrm>
            <a:custGeom>
              <a:avLst/>
              <a:gdLst/>
              <a:ahLst/>
              <a:cxnLst/>
              <a:rect l="l" t="t" r="r" b="b"/>
              <a:pathLst>
                <a:path w="14111" h="3866" extrusionOk="0">
                  <a:moveTo>
                    <a:pt x="0" y="1"/>
                  </a:moveTo>
                  <a:cubicBezTo>
                    <a:pt x="0" y="1031"/>
                    <a:pt x="4781" y="3866"/>
                    <a:pt x="7059" y="3866"/>
                  </a:cubicBezTo>
                  <a:cubicBezTo>
                    <a:pt x="9331" y="3866"/>
                    <a:pt x="14111" y="1031"/>
                    <a:pt x="1411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3" name="Google Shape;14943;p66"/>
            <p:cNvSpPr/>
            <p:nvPr/>
          </p:nvSpPr>
          <p:spPr>
            <a:xfrm>
              <a:off x="2493999" y="2550033"/>
              <a:ext cx="370132" cy="152055"/>
            </a:xfrm>
            <a:custGeom>
              <a:avLst/>
              <a:gdLst/>
              <a:ahLst/>
              <a:cxnLst/>
              <a:rect l="l" t="t" r="r" b="b"/>
              <a:pathLst>
                <a:path w="14111" h="5797" extrusionOk="0">
                  <a:moveTo>
                    <a:pt x="3009" y="0"/>
                  </a:moveTo>
                  <a:cubicBezTo>
                    <a:pt x="2515" y="0"/>
                    <a:pt x="2003" y="154"/>
                    <a:pt x="1655" y="439"/>
                  </a:cubicBezTo>
                  <a:cubicBezTo>
                    <a:pt x="1004" y="975"/>
                    <a:pt x="1350" y="1890"/>
                    <a:pt x="801" y="2684"/>
                  </a:cubicBezTo>
                  <a:cubicBezTo>
                    <a:pt x="801" y="2684"/>
                    <a:pt x="0" y="3748"/>
                    <a:pt x="0" y="4203"/>
                  </a:cubicBezTo>
                  <a:cubicBezTo>
                    <a:pt x="0" y="4657"/>
                    <a:pt x="3553" y="5796"/>
                    <a:pt x="7059" y="5796"/>
                  </a:cubicBezTo>
                  <a:cubicBezTo>
                    <a:pt x="10565" y="5796"/>
                    <a:pt x="14111" y="4657"/>
                    <a:pt x="14111" y="4203"/>
                  </a:cubicBezTo>
                  <a:cubicBezTo>
                    <a:pt x="14111" y="3748"/>
                    <a:pt x="13311" y="2684"/>
                    <a:pt x="13311" y="2684"/>
                  </a:cubicBezTo>
                  <a:cubicBezTo>
                    <a:pt x="12762" y="1890"/>
                    <a:pt x="13107" y="975"/>
                    <a:pt x="12456" y="439"/>
                  </a:cubicBezTo>
                  <a:cubicBezTo>
                    <a:pt x="12108" y="154"/>
                    <a:pt x="11596" y="0"/>
                    <a:pt x="11102" y="0"/>
                  </a:cubicBezTo>
                  <a:cubicBezTo>
                    <a:pt x="10692" y="0"/>
                    <a:pt x="10295" y="106"/>
                    <a:pt x="10015" y="331"/>
                  </a:cubicBezTo>
                  <a:cubicBezTo>
                    <a:pt x="8998" y="1145"/>
                    <a:pt x="8158" y="1470"/>
                    <a:pt x="7059" y="1470"/>
                  </a:cubicBezTo>
                  <a:cubicBezTo>
                    <a:pt x="5954" y="1470"/>
                    <a:pt x="5113" y="1145"/>
                    <a:pt x="4096" y="331"/>
                  </a:cubicBezTo>
                  <a:cubicBezTo>
                    <a:pt x="3816" y="106"/>
                    <a:pt x="3419" y="0"/>
                    <a:pt x="3009"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4" name="Google Shape;14944;p66"/>
            <p:cNvSpPr/>
            <p:nvPr/>
          </p:nvSpPr>
          <p:spPr>
            <a:xfrm>
              <a:off x="2493999" y="2550033"/>
              <a:ext cx="158665" cy="141012"/>
            </a:xfrm>
            <a:custGeom>
              <a:avLst/>
              <a:gdLst/>
              <a:ahLst/>
              <a:cxnLst/>
              <a:rect l="l" t="t" r="r" b="b"/>
              <a:pathLst>
                <a:path w="6049" h="5376" extrusionOk="0">
                  <a:moveTo>
                    <a:pt x="3009" y="0"/>
                  </a:moveTo>
                  <a:cubicBezTo>
                    <a:pt x="2515" y="0"/>
                    <a:pt x="2003" y="154"/>
                    <a:pt x="1655" y="439"/>
                  </a:cubicBezTo>
                  <a:cubicBezTo>
                    <a:pt x="1004" y="975"/>
                    <a:pt x="1350" y="1890"/>
                    <a:pt x="801" y="2684"/>
                  </a:cubicBezTo>
                  <a:cubicBezTo>
                    <a:pt x="801" y="2684"/>
                    <a:pt x="0" y="3748"/>
                    <a:pt x="0" y="4203"/>
                  </a:cubicBezTo>
                  <a:cubicBezTo>
                    <a:pt x="0" y="4481"/>
                    <a:pt x="1309" y="5003"/>
                    <a:pt x="3113" y="5376"/>
                  </a:cubicBezTo>
                  <a:cubicBezTo>
                    <a:pt x="3058" y="3999"/>
                    <a:pt x="4781" y="2413"/>
                    <a:pt x="6049" y="1362"/>
                  </a:cubicBezTo>
                  <a:cubicBezTo>
                    <a:pt x="5391" y="1206"/>
                    <a:pt x="4781" y="880"/>
                    <a:pt x="4096" y="331"/>
                  </a:cubicBezTo>
                  <a:cubicBezTo>
                    <a:pt x="3816" y="106"/>
                    <a:pt x="3419" y="0"/>
                    <a:pt x="3009"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5" name="Google Shape;14945;p66"/>
            <p:cNvSpPr/>
            <p:nvPr/>
          </p:nvSpPr>
          <p:spPr>
            <a:xfrm>
              <a:off x="2505908" y="2558689"/>
              <a:ext cx="95530" cy="95556"/>
            </a:xfrm>
            <a:custGeom>
              <a:avLst/>
              <a:gdLst/>
              <a:ahLst/>
              <a:cxnLst/>
              <a:rect l="l" t="t" r="r" b="b"/>
              <a:pathLst>
                <a:path w="3642" h="3643" extrusionOk="0">
                  <a:moveTo>
                    <a:pt x="1825" y="1"/>
                  </a:moveTo>
                  <a:cubicBezTo>
                    <a:pt x="814" y="1"/>
                    <a:pt x="1" y="821"/>
                    <a:pt x="1" y="1825"/>
                  </a:cubicBezTo>
                  <a:cubicBezTo>
                    <a:pt x="1" y="2828"/>
                    <a:pt x="814" y="3642"/>
                    <a:pt x="1825" y="3642"/>
                  </a:cubicBezTo>
                  <a:cubicBezTo>
                    <a:pt x="2828" y="3642"/>
                    <a:pt x="3642" y="2828"/>
                    <a:pt x="3642" y="1825"/>
                  </a:cubicBezTo>
                  <a:cubicBezTo>
                    <a:pt x="3642" y="821"/>
                    <a:pt x="2828" y="1"/>
                    <a:pt x="1825"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6" name="Google Shape;14946;p66"/>
            <p:cNvSpPr/>
            <p:nvPr/>
          </p:nvSpPr>
          <p:spPr>
            <a:xfrm>
              <a:off x="2497567" y="2564932"/>
              <a:ext cx="97654" cy="89392"/>
            </a:xfrm>
            <a:custGeom>
              <a:avLst/>
              <a:gdLst/>
              <a:ahLst/>
              <a:cxnLst/>
              <a:rect l="l" t="t" r="r" b="b"/>
              <a:pathLst>
                <a:path w="3723" h="3408" extrusionOk="0">
                  <a:moveTo>
                    <a:pt x="1241" y="0"/>
                  </a:moveTo>
                  <a:lnTo>
                    <a:pt x="1241" y="0"/>
                  </a:lnTo>
                  <a:cubicBezTo>
                    <a:pt x="197" y="597"/>
                    <a:pt x="0" y="2021"/>
                    <a:pt x="848" y="2875"/>
                  </a:cubicBezTo>
                  <a:cubicBezTo>
                    <a:pt x="1210" y="3234"/>
                    <a:pt x="1674" y="3407"/>
                    <a:pt x="2134" y="3407"/>
                  </a:cubicBezTo>
                  <a:cubicBezTo>
                    <a:pt x="2760" y="3407"/>
                    <a:pt x="3379" y="3088"/>
                    <a:pt x="3723" y="2482"/>
                  </a:cubicBezTo>
                  <a:lnTo>
                    <a:pt x="3723" y="2482"/>
                  </a:lnTo>
                  <a:cubicBezTo>
                    <a:pt x="3445" y="2638"/>
                    <a:pt x="3139" y="2726"/>
                    <a:pt x="2821" y="2726"/>
                  </a:cubicBezTo>
                  <a:cubicBezTo>
                    <a:pt x="1424" y="2726"/>
                    <a:pt x="549" y="1214"/>
                    <a:pt x="1241"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7" name="Google Shape;14947;p66"/>
            <p:cNvSpPr/>
            <p:nvPr/>
          </p:nvSpPr>
          <p:spPr>
            <a:xfrm>
              <a:off x="2756693" y="2558689"/>
              <a:ext cx="95530" cy="95556"/>
            </a:xfrm>
            <a:custGeom>
              <a:avLst/>
              <a:gdLst/>
              <a:ahLst/>
              <a:cxnLst/>
              <a:rect l="l" t="t" r="r" b="b"/>
              <a:pathLst>
                <a:path w="3642" h="3643" extrusionOk="0">
                  <a:moveTo>
                    <a:pt x="1818" y="1"/>
                  </a:moveTo>
                  <a:cubicBezTo>
                    <a:pt x="814" y="1"/>
                    <a:pt x="0" y="821"/>
                    <a:pt x="0" y="1825"/>
                  </a:cubicBezTo>
                  <a:cubicBezTo>
                    <a:pt x="0" y="2828"/>
                    <a:pt x="814" y="3642"/>
                    <a:pt x="1818" y="3642"/>
                  </a:cubicBezTo>
                  <a:cubicBezTo>
                    <a:pt x="2828" y="3642"/>
                    <a:pt x="3642" y="2828"/>
                    <a:pt x="3642" y="1825"/>
                  </a:cubicBezTo>
                  <a:cubicBezTo>
                    <a:pt x="3642" y="821"/>
                    <a:pt x="2828" y="1"/>
                    <a:pt x="1818" y="1"/>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8" name="Google Shape;14948;p66"/>
            <p:cNvSpPr/>
            <p:nvPr/>
          </p:nvSpPr>
          <p:spPr>
            <a:xfrm>
              <a:off x="2748325" y="2564932"/>
              <a:ext cx="97681" cy="89392"/>
            </a:xfrm>
            <a:custGeom>
              <a:avLst/>
              <a:gdLst/>
              <a:ahLst/>
              <a:cxnLst/>
              <a:rect l="l" t="t" r="r" b="b"/>
              <a:pathLst>
                <a:path w="3724" h="3408" extrusionOk="0">
                  <a:moveTo>
                    <a:pt x="1242" y="0"/>
                  </a:moveTo>
                  <a:lnTo>
                    <a:pt x="1242" y="0"/>
                  </a:lnTo>
                  <a:cubicBezTo>
                    <a:pt x="191" y="597"/>
                    <a:pt x="1" y="2021"/>
                    <a:pt x="848" y="2875"/>
                  </a:cubicBezTo>
                  <a:cubicBezTo>
                    <a:pt x="1210" y="3234"/>
                    <a:pt x="1675" y="3407"/>
                    <a:pt x="2135" y="3407"/>
                  </a:cubicBezTo>
                  <a:cubicBezTo>
                    <a:pt x="2761" y="3407"/>
                    <a:pt x="3379" y="3088"/>
                    <a:pt x="3723" y="2482"/>
                  </a:cubicBezTo>
                  <a:lnTo>
                    <a:pt x="3723" y="2482"/>
                  </a:lnTo>
                  <a:cubicBezTo>
                    <a:pt x="3445" y="2638"/>
                    <a:pt x="3133" y="2726"/>
                    <a:pt x="2821" y="2726"/>
                  </a:cubicBezTo>
                  <a:cubicBezTo>
                    <a:pt x="1425" y="2726"/>
                    <a:pt x="550" y="1214"/>
                    <a:pt x="1242"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9" name="Google Shape;14949;p66"/>
            <p:cNvSpPr/>
            <p:nvPr/>
          </p:nvSpPr>
          <p:spPr>
            <a:xfrm>
              <a:off x="2523875" y="2576840"/>
              <a:ext cx="35778" cy="53745"/>
            </a:xfrm>
            <a:custGeom>
              <a:avLst/>
              <a:gdLst/>
              <a:ahLst/>
              <a:cxnLst/>
              <a:rect l="l" t="t" r="r" b="b"/>
              <a:pathLst>
                <a:path w="1364" h="2049" extrusionOk="0">
                  <a:moveTo>
                    <a:pt x="685" y="1"/>
                  </a:moveTo>
                  <a:cubicBezTo>
                    <a:pt x="306" y="1"/>
                    <a:pt x="1" y="306"/>
                    <a:pt x="1" y="679"/>
                  </a:cubicBezTo>
                  <a:lnTo>
                    <a:pt x="1" y="1363"/>
                  </a:lnTo>
                  <a:cubicBezTo>
                    <a:pt x="1" y="1736"/>
                    <a:pt x="306" y="2041"/>
                    <a:pt x="685" y="2048"/>
                  </a:cubicBezTo>
                  <a:cubicBezTo>
                    <a:pt x="1058" y="2041"/>
                    <a:pt x="1363" y="1736"/>
                    <a:pt x="1363" y="1363"/>
                  </a:cubicBezTo>
                  <a:lnTo>
                    <a:pt x="1363" y="679"/>
                  </a:lnTo>
                  <a:cubicBezTo>
                    <a:pt x="1363" y="306"/>
                    <a:pt x="1058"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0" name="Google Shape;14950;p66"/>
            <p:cNvSpPr/>
            <p:nvPr/>
          </p:nvSpPr>
          <p:spPr>
            <a:xfrm>
              <a:off x="2647130" y="2648212"/>
              <a:ext cx="22558" cy="17941"/>
            </a:xfrm>
            <a:custGeom>
              <a:avLst/>
              <a:gdLst/>
              <a:ahLst/>
              <a:cxnLst/>
              <a:rect l="l" t="t" r="r" b="b"/>
              <a:pathLst>
                <a:path w="860" h="684" extrusionOk="0">
                  <a:moveTo>
                    <a:pt x="535" y="1"/>
                  </a:moveTo>
                  <a:cubicBezTo>
                    <a:pt x="481" y="1"/>
                    <a:pt x="425" y="22"/>
                    <a:pt x="373" y="73"/>
                  </a:cubicBezTo>
                  <a:lnTo>
                    <a:pt x="150" y="297"/>
                  </a:lnTo>
                  <a:cubicBezTo>
                    <a:pt x="1" y="439"/>
                    <a:pt x="102" y="683"/>
                    <a:pt x="306" y="683"/>
                  </a:cubicBezTo>
                  <a:cubicBezTo>
                    <a:pt x="367" y="683"/>
                    <a:pt x="428" y="663"/>
                    <a:pt x="468" y="622"/>
                  </a:cubicBezTo>
                  <a:lnTo>
                    <a:pt x="699" y="392"/>
                  </a:lnTo>
                  <a:cubicBezTo>
                    <a:pt x="860" y="226"/>
                    <a:pt x="711" y="1"/>
                    <a:pt x="535" y="1"/>
                  </a:cubicBezTo>
                  <a:close/>
                </a:path>
              </a:pathLst>
            </a:custGeom>
            <a:solidFill>
              <a:srgbClr val="9CAE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1" name="Google Shape;14951;p66"/>
            <p:cNvSpPr/>
            <p:nvPr/>
          </p:nvSpPr>
          <p:spPr>
            <a:xfrm>
              <a:off x="2688495" y="2648212"/>
              <a:ext cx="22505" cy="17941"/>
            </a:xfrm>
            <a:custGeom>
              <a:avLst/>
              <a:gdLst/>
              <a:ahLst/>
              <a:cxnLst/>
              <a:rect l="l" t="t" r="r" b="b"/>
              <a:pathLst>
                <a:path w="858" h="684" extrusionOk="0">
                  <a:moveTo>
                    <a:pt x="323" y="1"/>
                  </a:moveTo>
                  <a:cubicBezTo>
                    <a:pt x="147" y="1"/>
                    <a:pt x="0" y="226"/>
                    <a:pt x="166" y="392"/>
                  </a:cubicBezTo>
                  <a:lnTo>
                    <a:pt x="390" y="622"/>
                  </a:lnTo>
                  <a:cubicBezTo>
                    <a:pt x="431" y="663"/>
                    <a:pt x="492" y="683"/>
                    <a:pt x="553" y="683"/>
                  </a:cubicBezTo>
                  <a:cubicBezTo>
                    <a:pt x="756" y="683"/>
                    <a:pt x="858" y="439"/>
                    <a:pt x="715" y="297"/>
                  </a:cubicBezTo>
                  <a:lnTo>
                    <a:pt x="485" y="73"/>
                  </a:lnTo>
                  <a:cubicBezTo>
                    <a:pt x="434" y="22"/>
                    <a:pt x="377" y="1"/>
                    <a:pt x="323" y="1"/>
                  </a:cubicBezTo>
                  <a:close/>
                </a:path>
              </a:pathLst>
            </a:custGeom>
            <a:solidFill>
              <a:srgbClr val="9CAE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2" name="Google Shape;14952;p66"/>
            <p:cNvSpPr/>
            <p:nvPr/>
          </p:nvSpPr>
          <p:spPr>
            <a:xfrm>
              <a:off x="2541843" y="2576656"/>
              <a:ext cx="17810" cy="35830"/>
            </a:xfrm>
            <a:custGeom>
              <a:avLst/>
              <a:gdLst/>
              <a:ahLst/>
              <a:cxnLst/>
              <a:rect l="l" t="t" r="r" b="b"/>
              <a:pathLst>
                <a:path w="679" h="1366" extrusionOk="0">
                  <a:moveTo>
                    <a:pt x="21" y="1"/>
                  </a:moveTo>
                  <a:cubicBezTo>
                    <a:pt x="7" y="41"/>
                    <a:pt x="0" y="75"/>
                    <a:pt x="0" y="116"/>
                  </a:cubicBezTo>
                  <a:lnTo>
                    <a:pt x="0" y="1025"/>
                  </a:lnTo>
                  <a:cubicBezTo>
                    <a:pt x="0" y="1252"/>
                    <a:pt x="170" y="1365"/>
                    <a:pt x="339" y="1365"/>
                  </a:cubicBezTo>
                  <a:cubicBezTo>
                    <a:pt x="509" y="1365"/>
                    <a:pt x="678" y="1252"/>
                    <a:pt x="678" y="1025"/>
                  </a:cubicBezTo>
                  <a:lnTo>
                    <a:pt x="678" y="686"/>
                  </a:lnTo>
                  <a:cubicBezTo>
                    <a:pt x="678" y="319"/>
                    <a:pt x="387" y="14"/>
                    <a:pt x="2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3" name="Google Shape;14953;p66"/>
            <p:cNvSpPr/>
            <p:nvPr/>
          </p:nvSpPr>
          <p:spPr>
            <a:xfrm>
              <a:off x="2535784" y="2588591"/>
              <a:ext cx="11961" cy="11935"/>
            </a:xfrm>
            <a:custGeom>
              <a:avLst/>
              <a:gdLst/>
              <a:ahLst/>
              <a:cxnLst/>
              <a:rect l="l" t="t" r="r" b="b"/>
              <a:pathLst>
                <a:path w="456" h="455" extrusionOk="0">
                  <a:moveTo>
                    <a:pt x="231" y="0"/>
                  </a:moveTo>
                  <a:cubicBezTo>
                    <a:pt x="103" y="0"/>
                    <a:pt x="1" y="102"/>
                    <a:pt x="1" y="231"/>
                  </a:cubicBezTo>
                  <a:cubicBezTo>
                    <a:pt x="1" y="353"/>
                    <a:pt x="103" y="454"/>
                    <a:pt x="231" y="454"/>
                  </a:cubicBezTo>
                  <a:cubicBezTo>
                    <a:pt x="353" y="454"/>
                    <a:pt x="455" y="353"/>
                    <a:pt x="455" y="231"/>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4" name="Google Shape;14954;p66"/>
            <p:cNvSpPr/>
            <p:nvPr/>
          </p:nvSpPr>
          <p:spPr>
            <a:xfrm>
              <a:off x="2798477" y="2576840"/>
              <a:ext cx="35778" cy="53745"/>
            </a:xfrm>
            <a:custGeom>
              <a:avLst/>
              <a:gdLst/>
              <a:ahLst/>
              <a:cxnLst/>
              <a:rect l="l" t="t" r="r" b="b"/>
              <a:pathLst>
                <a:path w="1364" h="2049" extrusionOk="0">
                  <a:moveTo>
                    <a:pt x="679" y="1"/>
                  </a:moveTo>
                  <a:cubicBezTo>
                    <a:pt x="306" y="1"/>
                    <a:pt x="1" y="306"/>
                    <a:pt x="1" y="679"/>
                  </a:cubicBezTo>
                  <a:lnTo>
                    <a:pt x="1" y="1363"/>
                  </a:lnTo>
                  <a:cubicBezTo>
                    <a:pt x="1" y="1736"/>
                    <a:pt x="306" y="2041"/>
                    <a:pt x="679" y="2048"/>
                  </a:cubicBezTo>
                  <a:cubicBezTo>
                    <a:pt x="1059" y="2041"/>
                    <a:pt x="1364" y="1736"/>
                    <a:pt x="1364" y="1363"/>
                  </a:cubicBezTo>
                  <a:lnTo>
                    <a:pt x="1364" y="679"/>
                  </a:lnTo>
                  <a:cubicBezTo>
                    <a:pt x="1364" y="306"/>
                    <a:pt x="1059" y="1"/>
                    <a:pt x="67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5" name="Google Shape;14955;p66"/>
            <p:cNvSpPr/>
            <p:nvPr/>
          </p:nvSpPr>
          <p:spPr>
            <a:xfrm>
              <a:off x="2816261" y="2576656"/>
              <a:ext cx="17994" cy="35830"/>
            </a:xfrm>
            <a:custGeom>
              <a:avLst/>
              <a:gdLst/>
              <a:ahLst/>
              <a:cxnLst/>
              <a:rect l="l" t="t" r="r" b="b"/>
              <a:pathLst>
                <a:path w="686" h="1366" extrusionOk="0">
                  <a:moveTo>
                    <a:pt x="21" y="1"/>
                  </a:moveTo>
                  <a:cubicBezTo>
                    <a:pt x="8" y="41"/>
                    <a:pt x="1" y="75"/>
                    <a:pt x="1" y="116"/>
                  </a:cubicBezTo>
                  <a:lnTo>
                    <a:pt x="1" y="1025"/>
                  </a:lnTo>
                  <a:cubicBezTo>
                    <a:pt x="1" y="1252"/>
                    <a:pt x="172" y="1365"/>
                    <a:pt x="343" y="1365"/>
                  </a:cubicBezTo>
                  <a:cubicBezTo>
                    <a:pt x="515" y="1365"/>
                    <a:pt x="686" y="1252"/>
                    <a:pt x="686" y="1025"/>
                  </a:cubicBezTo>
                  <a:lnTo>
                    <a:pt x="686" y="686"/>
                  </a:lnTo>
                  <a:cubicBezTo>
                    <a:pt x="686" y="319"/>
                    <a:pt x="394" y="14"/>
                    <a:pt x="2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6" name="Google Shape;14956;p66"/>
            <p:cNvSpPr/>
            <p:nvPr/>
          </p:nvSpPr>
          <p:spPr>
            <a:xfrm>
              <a:off x="2810412" y="2588591"/>
              <a:ext cx="11935" cy="11935"/>
            </a:xfrm>
            <a:custGeom>
              <a:avLst/>
              <a:gdLst/>
              <a:ahLst/>
              <a:cxnLst/>
              <a:rect l="l" t="t" r="r" b="b"/>
              <a:pathLst>
                <a:path w="455" h="455" extrusionOk="0">
                  <a:moveTo>
                    <a:pt x="224" y="0"/>
                  </a:moveTo>
                  <a:cubicBezTo>
                    <a:pt x="102" y="0"/>
                    <a:pt x="0" y="102"/>
                    <a:pt x="0" y="231"/>
                  </a:cubicBezTo>
                  <a:cubicBezTo>
                    <a:pt x="0" y="353"/>
                    <a:pt x="102" y="454"/>
                    <a:pt x="224" y="454"/>
                  </a:cubicBezTo>
                  <a:cubicBezTo>
                    <a:pt x="353" y="454"/>
                    <a:pt x="454" y="353"/>
                    <a:pt x="454" y="231"/>
                  </a:cubicBezTo>
                  <a:cubicBezTo>
                    <a:pt x="454" y="102"/>
                    <a:pt x="353" y="0"/>
                    <a:pt x="22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7" name="Google Shape;14957;p66"/>
            <p:cNvSpPr/>
            <p:nvPr/>
          </p:nvSpPr>
          <p:spPr>
            <a:xfrm>
              <a:off x="2609595" y="2725879"/>
              <a:ext cx="138940" cy="35778"/>
            </a:xfrm>
            <a:custGeom>
              <a:avLst/>
              <a:gdLst/>
              <a:ahLst/>
              <a:cxnLst/>
              <a:rect l="l" t="t" r="r" b="b"/>
              <a:pathLst>
                <a:path w="5297" h="1364" extrusionOk="0">
                  <a:moveTo>
                    <a:pt x="2652" y="1"/>
                  </a:moveTo>
                  <a:cubicBezTo>
                    <a:pt x="1581" y="1"/>
                    <a:pt x="625" y="265"/>
                    <a:pt x="1" y="672"/>
                  </a:cubicBezTo>
                  <a:cubicBezTo>
                    <a:pt x="977" y="1086"/>
                    <a:pt x="1940" y="1364"/>
                    <a:pt x="2652" y="1364"/>
                  </a:cubicBezTo>
                  <a:cubicBezTo>
                    <a:pt x="3357" y="1364"/>
                    <a:pt x="4320" y="1086"/>
                    <a:pt x="5297" y="672"/>
                  </a:cubicBezTo>
                  <a:cubicBezTo>
                    <a:pt x="4673" y="265"/>
                    <a:pt x="3717" y="1"/>
                    <a:pt x="2652"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8" name="Google Shape;14958;p66"/>
            <p:cNvSpPr/>
            <p:nvPr/>
          </p:nvSpPr>
          <p:spPr>
            <a:xfrm>
              <a:off x="2656730" y="2727662"/>
              <a:ext cx="91805" cy="33994"/>
            </a:xfrm>
            <a:custGeom>
              <a:avLst/>
              <a:gdLst/>
              <a:ahLst/>
              <a:cxnLst/>
              <a:rect l="l" t="t" r="r" b="b"/>
              <a:pathLst>
                <a:path w="3500" h="1296" extrusionOk="0">
                  <a:moveTo>
                    <a:pt x="1743" y="0"/>
                  </a:moveTo>
                  <a:cubicBezTo>
                    <a:pt x="1079" y="156"/>
                    <a:pt x="482" y="577"/>
                    <a:pt x="1" y="1201"/>
                  </a:cubicBezTo>
                  <a:cubicBezTo>
                    <a:pt x="279" y="1262"/>
                    <a:pt x="563" y="1296"/>
                    <a:pt x="848" y="1296"/>
                  </a:cubicBezTo>
                  <a:cubicBezTo>
                    <a:pt x="1560" y="1296"/>
                    <a:pt x="2523" y="1018"/>
                    <a:pt x="3500" y="604"/>
                  </a:cubicBezTo>
                  <a:cubicBezTo>
                    <a:pt x="3059" y="312"/>
                    <a:pt x="2442" y="95"/>
                    <a:pt x="1743"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59" name="Google Shape;14959;p66"/>
          <p:cNvGrpSpPr/>
          <p:nvPr/>
        </p:nvGrpSpPr>
        <p:grpSpPr>
          <a:xfrm>
            <a:off x="1672614" y="3441461"/>
            <a:ext cx="281054" cy="370158"/>
            <a:chOff x="1699703" y="3365261"/>
            <a:chExt cx="281054" cy="370158"/>
          </a:xfrm>
        </p:grpSpPr>
        <p:sp>
          <p:nvSpPr>
            <p:cNvPr id="14960" name="Google Shape;14960;p66"/>
            <p:cNvSpPr/>
            <p:nvPr/>
          </p:nvSpPr>
          <p:spPr>
            <a:xfrm>
              <a:off x="1737474" y="3471362"/>
              <a:ext cx="227781" cy="108435"/>
            </a:xfrm>
            <a:custGeom>
              <a:avLst/>
              <a:gdLst/>
              <a:ahLst/>
              <a:cxnLst/>
              <a:rect l="l" t="t" r="r" b="b"/>
              <a:pathLst>
                <a:path w="8684" h="4134" extrusionOk="0">
                  <a:moveTo>
                    <a:pt x="4695" y="0"/>
                  </a:moveTo>
                  <a:cubicBezTo>
                    <a:pt x="2124" y="0"/>
                    <a:pt x="153" y="2378"/>
                    <a:pt x="126" y="2411"/>
                  </a:cubicBezTo>
                  <a:cubicBezTo>
                    <a:pt x="1" y="2582"/>
                    <a:pt x="151" y="2775"/>
                    <a:pt x="314" y="2775"/>
                  </a:cubicBezTo>
                  <a:cubicBezTo>
                    <a:pt x="371" y="2775"/>
                    <a:pt x="430" y="2752"/>
                    <a:pt x="479" y="2696"/>
                  </a:cubicBezTo>
                  <a:cubicBezTo>
                    <a:pt x="499" y="2675"/>
                    <a:pt x="1632" y="1306"/>
                    <a:pt x="3259" y="723"/>
                  </a:cubicBezTo>
                  <a:cubicBezTo>
                    <a:pt x="5036" y="3042"/>
                    <a:pt x="8250" y="4079"/>
                    <a:pt x="8385" y="4120"/>
                  </a:cubicBezTo>
                  <a:cubicBezTo>
                    <a:pt x="8406" y="4126"/>
                    <a:pt x="8433" y="4133"/>
                    <a:pt x="8453" y="4133"/>
                  </a:cubicBezTo>
                  <a:cubicBezTo>
                    <a:pt x="8582" y="4133"/>
                    <a:pt x="8684" y="4031"/>
                    <a:pt x="8677" y="3903"/>
                  </a:cubicBezTo>
                  <a:cubicBezTo>
                    <a:pt x="8677" y="3808"/>
                    <a:pt x="8609" y="1543"/>
                    <a:pt x="6737" y="533"/>
                  </a:cubicBezTo>
                  <a:cubicBezTo>
                    <a:pt x="6033" y="152"/>
                    <a:pt x="5345" y="0"/>
                    <a:pt x="4695" y="0"/>
                  </a:cubicBezTo>
                  <a:close/>
                </a:path>
              </a:pathLst>
            </a:custGeom>
            <a:solidFill>
              <a:srgbClr val="99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1" name="Google Shape;14961;p66"/>
            <p:cNvSpPr/>
            <p:nvPr/>
          </p:nvSpPr>
          <p:spPr>
            <a:xfrm>
              <a:off x="1743271" y="3393301"/>
              <a:ext cx="237486" cy="103425"/>
            </a:xfrm>
            <a:custGeom>
              <a:avLst/>
              <a:gdLst/>
              <a:ahLst/>
              <a:cxnLst/>
              <a:rect l="l" t="t" r="r" b="b"/>
              <a:pathLst>
                <a:path w="9054" h="3943" extrusionOk="0">
                  <a:moveTo>
                    <a:pt x="5267" y="0"/>
                  </a:moveTo>
                  <a:cubicBezTo>
                    <a:pt x="4521" y="0"/>
                    <a:pt x="3745" y="159"/>
                    <a:pt x="3031" y="600"/>
                  </a:cubicBezTo>
                  <a:cubicBezTo>
                    <a:pt x="2306" y="1054"/>
                    <a:pt x="2224" y="1725"/>
                    <a:pt x="2299" y="2125"/>
                  </a:cubicBezTo>
                  <a:cubicBezTo>
                    <a:pt x="1533" y="2512"/>
                    <a:pt x="814" y="2987"/>
                    <a:pt x="156" y="3543"/>
                  </a:cubicBezTo>
                  <a:cubicBezTo>
                    <a:pt x="0" y="3685"/>
                    <a:pt x="102" y="3943"/>
                    <a:pt x="312" y="3943"/>
                  </a:cubicBezTo>
                  <a:cubicBezTo>
                    <a:pt x="366" y="3943"/>
                    <a:pt x="421" y="3922"/>
                    <a:pt x="461" y="3888"/>
                  </a:cubicBezTo>
                  <a:cubicBezTo>
                    <a:pt x="492" y="3858"/>
                    <a:pt x="3359" y="1335"/>
                    <a:pt x="7306" y="1335"/>
                  </a:cubicBezTo>
                  <a:cubicBezTo>
                    <a:pt x="7755" y="1335"/>
                    <a:pt x="8218" y="1368"/>
                    <a:pt x="8693" y="1441"/>
                  </a:cubicBezTo>
                  <a:cubicBezTo>
                    <a:pt x="8707" y="1443"/>
                    <a:pt x="8721" y="1444"/>
                    <a:pt x="8734" y="1444"/>
                  </a:cubicBezTo>
                  <a:cubicBezTo>
                    <a:pt x="8962" y="1444"/>
                    <a:pt x="9054" y="1129"/>
                    <a:pt x="8842" y="1013"/>
                  </a:cubicBezTo>
                  <a:cubicBezTo>
                    <a:pt x="8751" y="956"/>
                    <a:pt x="7101" y="0"/>
                    <a:pt x="5267" y="0"/>
                  </a:cubicBezTo>
                  <a:close/>
                </a:path>
              </a:pathLst>
            </a:custGeom>
            <a:solidFill>
              <a:srgbClr val="99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2" name="Google Shape;14962;p66"/>
            <p:cNvSpPr/>
            <p:nvPr/>
          </p:nvSpPr>
          <p:spPr>
            <a:xfrm>
              <a:off x="1709644" y="3365261"/>
              <a:ext cx="47686" cy="370158"/>
            </a:xfrm>
            <a:custGeom>
              <a:avLst/>
              <a:gdLst/>
              <a:ahLst/>
              <a:cxnLst/>
              <a:rect l="l" t="t" r="r" b="b"/>
              <a:pathLst>
                <a:path w="1818" h="14112" extrusionOk="0">
                  <a:moveTo>
                    <a:pt x="292" y="1"/>
                  </a:moveTo>
                  <a:cubicBezTo>
                    <a:pt x="150" y="1"/>
                    <a:pt x="41" y="136"/>
                    <a:pt x="69" y="279"/>
                  </a:cubicBezTo>
                  <a:cubicBezTo>
                    <a:pt x="184" y="862"/>
                    <a:pt x="231" y="1459"/>
                    <a:pt x="231" y="2049"/>
                  </a:cubicBezTo>
                  <a:cubicBezTo>
                    <a:pt x="231" y="2896"/>
                    <a:pt x="136" y="3873"/>
                    <a:pt x="1" y="4327"/>
                  </a:cubicBezTo>
                  <a:lnTo>
                    <a:pt x="1" y="4781"/>
                  </a:lnTo>
                  <a:cubicBezTo>
                    <a:pt x="136" y="5235"/>
                    <a:pt x="231" y="6212"/>
                    <a:pt x="231" y="7059"/>
                  </a:cubicBezTo>
                  <a:cubicBezTo>
                    <a:pt x="231" y="7907"/>
                    <a:pt x="136" y="8883"/>
                    <a:pt x="1" y="9331"/>
                  </a:cubicBezTo>
                  <a:lnTo>
                    <a:pt x="1" y="9792"/>
                  </a:lnTo>
                  <a:cubicBezTo>
                    <a:pt x="136" y="10239"/>
                    <a:pt x="231" y="11216"/>
                    <a:pt x="231" y="12063"/>
                  </a:cubicBezTo>
                  <a:cubicBezTo>
                    <a:pt x="238" y="12660"/>
                    <a:pt x="184" y="13257"/>
                    <a:pt x="69" y="13840"/>
                  </a:cubicBezTo>
                  <a:cubicBezTo>
                    <a:pt x="41" y="13982"/>
                    <a:pt x="150" y="14111"/>
                    <a:pt x="292" y="14111"/>
                  </a:cubicBezTo>
                  <a:lnTo>
                    <a:pt x="1526" y="14111"/>
                  </a:lnTo>
                  <a:cubicBezTo>
                    <a:pt x="1676" y="14111"/>
                    <a:pt x="1784" y="13982"/>
                    <a:pt x="1750" y="13840"/>
                  </a:cubicBezTo>
                  <a:cubicBezTo>
                    <a:pt x="1642" y="13257"/>
                    <a:pt x="1587" y="12660"/>
                    <a:pt x="1594" y="12063"/>
                  </a:cubicBezTo>
                  <a:cubicBezTo>
                    <a:pt x="1594" y="11216"/>
                    <a:pt x="1682" y="10239"/>
                    <a:pt x="1818" y="9792"/>
                  </a:cubicBezTo>
                  <a:lnTo>
                    <a:pt x="1818" y="9331"/>
                  </a:lnTo>
                  <a:cubicBezTo>
                    <a:pt x="1682" y="8883"/>
                    <a:pt x="1594" y="7907"/>
                    <a:pt x="1594" y="7059"/>
                  </a:cubicBezTo>
                  <a:cubicBezTo>
                    <a:pt x="1594" y="6212"/>
                    <a:pt x="1682" y="5235"/>
                    <a:pt x="1818" y="4781"/>
                  </a:cubicBezTo>
                  <a:lnTo>
                    <a:pt x="1818" y="4327"/>
                  </a:lnTo>
                  <a:cubicBezTo>
                    <a:pt x="1682" y="3873"/>
                    <a:pt x="1594" y="2896"/>
                    <a:pt x="1594" y="2049"/>
                  </a:cubicBezTo>
                  <a:cubicBezTo>
                    <a:pt x="1587" y="1459"/>
                    <a:pt x="1642" y="862"/>
                    <a:pt x="1757" y="279"/>
                  </a:cubicBezTo>
                  <a:cubicBezTo>
                    <a:pt x="1784" y="136"/>
                    <a:pt x="1676" y="1"/>
                    <a:pt x="1526"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3" name="Google Shape;14963;p66"/>
            <p:cNvSpPr/>
            <p:nvPr/>
          </p:nvSpPr>
          <p:spPr>
            <a:xfrm>
              <a:off x="1709644" y="3365261"/>
              <a:ext cx="25653" cy="370158"/>
            </a:xfrm>
            <a:custGeom>
              <a:avLst/>
              <a:gdLst/>
              <a:ahLst/>
              <a:cxnLst/>
              <a:rect l="l" t="t" r="r" b="b"/>
              <a:pathLst>
                <a:path w="978" h="14112" extrusionOk="0">
                  <a:moveTo>
                    <a:pt x="292" y="1"/>
                  </a:moveTo>
                  <a:cubicBezTo>
                    <a:pt x="143" y="1"/>
                    <a:pt x="35" y="136"/>
                    <a:pt x="69" y="279"/>
                  </a:cubicBezTo>
                  <a:cubicBezTo>
                    <a:pt x="177" y="862"/>
                    <a:pt x="231" y="1459"/>
                    <a:pt x="231" y="2049"/>
                  </a:cubicBezTo>
                  <a:cubicBezTo>
                    <a:pt x="231" y="2896"/>
                    <a:pt x="136" y="3873"/>
                    <a:pt x="1" y="4327"/>
                  </a:cubicBezTo>
                  <a:lnTo>
                    <a:pt x="1" y="4781"/>
                  </a:lnTo>
                  <a:cubicBezTo>
                    <a:pt x="136" y="5235"/>
                    <a:pt x="231" y="6212"/>
                    <a:pt x="231" y="7059"/>
                  </a:cubicBezTo>
                  <a:cubicBezTo>
                    <a:pt x="231" y="7907"/>
                    <a:pt x="136" y="8883"/>
                    <a:pt x="1" y="9331"/>
                  </a:cubicBezTo>
                  <a:lnTo>
                    <a:pt x="1" y="9792"/>
                  </a:lnTo>
                  <a:cubicBezTo>
                    <a:pt x="136" y="10239"/>
                    <a:pt x="231" y="11216"/>
                    <a:pt x="231" y="12063"/>
                  </a:cubicBezTo>
                  <a:cubicBezTo>
                    <a:pt x="238" y="12660"/>
                    <a:pt x="184" y="13257"/>
                    <a:pt x="69" y="13840"/>
                  </a:cubicBezTo>
                  <a:cubicBezTo>
                    <a:pt x="41" y="13982"/>
                    <a:pt x="150" y="14111"/>
                    <a:pt x="292" y="14111"/>
                  </a:cubicBezTo>
                  <a:lnTo>
                    <a:pt x="977" y="14111"/>
                  </a:lnTo>
                  <a:cubicBezTo>
                    <a:pt x="828" y="14111"/>
                    <a:pt x="719" y="13982"/>
                    <a:pt x="753" y="13840"/>
                  </a:cubicBezTo>
                  <a:cubicBezTo>
                    <a:pt x="862" y="13257"/>
                    <a:pt x="916" y="12660"/>
                    <a:pt x="909" y="12063"/>
                  </a:cubicBezTo>
                  <a:cubicBezTo>
                    <a:pt x="909" y="11216"/>
                    <a:pt x="814" y="10470"/>
                    <a:pt x="679" y="10016"/>
                  </a:cubicBezTo>
                  <a:lnTo>
                    <a:pt x="679" y="9107"/>
                  </a:lnTo>
                  <a:cubicBezTo>
                    <a:pt x="814" y="8653"/>
                    <a:pt x="909" y="7907"/>
                    <a:pt x="909" y="7059"/>
                  </a:cubicBezTo>
                  <a:cubicBezTo>
                    <a:pt x="909" y="6212"/>
                    <a:pt x="814" y="5459"/>
                    <a:pt x="679" y="5012"/>
                  </a:cubicBezTo>
                  <a:lnTo>
                    <a:pt x="679" y="4096"/>
                  </a:lnTo>
                  <a:cubicBezTo>
                    <a:pt x="814" y="3649"/>
                    <a:pt x="909" y="2903"/>
                    <a:pt x="909" y="2049"/>
                  </a:cubicBezTo>
                  <a:cubicBezTo>
                    <a:pt x="916" y="1459"/>
                    <a:pt x="862" y="862"/>
                    <a:pt x="747" y="279"/>
                  </a:cubicBezTo>
                  <a:cubicBezTo>
                    <a:pt x="719" y="136"/>
                    <a:pt x="828" y="1"/>
                    <a:pt x="970"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4" name="Google Shape;14964;p66"/>
            <p:cNvSpPr/>
            <p:nvPr/>
          </p:nvSpPr>
          <p:spPr>
            <a:xfrm>
              <a:off x="1789881" y="3484660"/>
              <a:ext cx="38243" cy="70218"/>
            </a:xfrm>
            <a:custGeom>
              <a:avLst/>
              <a:gdLst/>
              <a:ahLst/>
              <a:cxnLst/>
              <a:rect l="l" t="t" r="r" b="b"/>
              <a:pathLst>
                <a:path w="1458" h="2677" extrusionOk="0">
                  <a:moveTo>
                    <a:pt x="289" y="1"/>
                  </a:moveTo>
                  <a:cubicBezTo>
                    <a:pt x="145" y="1"/>
                    <a:pt x="1" y="136"/>
                    <a:pt x="74" y="317"/>
                  </a:cubicBezTo>
                  <a:lnTo>
                    <a:pt x="983" y="2535"/>
                  </a:lnTo>
                  <a:cubicBezTo>
                    <a:pt x="1017" y="2623"/>
                    <a:pt x="1105" y="2677"/>
                    <a:pt x="1193" y="2677"/>
                  </a:cubicBezTo>
                  <a:cubicBezTo>
                    <a:pt x="1227" y="2677"/>
                    <a:pt x="1254" y="2670"/>
                    <a:pt x="1281" y="2657"/>
                  </a:cubicBezTo>
                  <a:cubicBezTo>
                    <a:pt x="1397" y="2609"/>
                    <a:pt x="1458" y="2480"/>
                    <a:pt x="1410" y="2365"/>
                  </a:cubicBezTo>
                  <a:lnTo>
                    <a:pt x="495" y="148"/>
                  </a:lnTo>
                  <a:cubicBezTo>
                    <a:pt x="453" y="45"/>
                    <a:pt x="371" y="1"/>
                    <a:pt x="289" y="1"/>
                  </a:cubicBezTo>
                  <a:close/>
                </a:path>
              </a:pathLst>
            </a:custGeom>
            <a:solidFill>
              <a:srgbClr val="3B53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5" name="Google Shape;14965;p66"/>
            <p:cNvSpPr/>
            <p:nvPr/>
          </p:nvSpPr>
          <p:spPr>
            <a:xfrm>
              <a:off x="1805147" y="3536228"/>
              <a:ext cx="122232" cy="130389"/>
            </a:xfrm>
            <a:custGeom>
              <a:avLst/>
              <a:gdLst/>
              <a:ahLst/>
              <a:cxnLst/>
              <a:rect l="l" t="t" r="r" b="b"/>
              <a:pathLst>
                <a:path w="4660" h="4971" extrusionOk="0">
                  <a:moveTo>
                    <a:pt x="1080" y="0"/>
                  </a:moveTo>
                  <a:cubicBezTo>
                    <a:pt x="1041" y="0"/>
                    <a:pt x="1001" y="11"/>
                    <a:pt x="964" y="33"/>
                  </a:cubicBezTo>
                  <a:lnTo>
                    <a:pt x="137" y="514"/>
                  </a:lnTo>
                  <a:cubicBezTo>
                    <a:pt x="42" y="569"/>
                    <a:pt x="1" y="691"/>
                    <a:pt x="42" y="792"/>
                  </a:cubicBezTo>
                  <a:cubicBezTo>
                    <a:pt x="306" y="1430"/>
                    <a:pt x="1282" y="3593"/>
                    <a:pt x="2896" y="4922"/>
                  </a:cubicBezTo>
                  <a:cubicBezTo>
                    <a:pt x="2936" y="4955"/>
                    <a:pt x="2984" y="4971"/>
                    <a:pt x="3034" y="4971"/>
                  </a:cubicBezTo>
                  <a:cubicBezTo>
                    <a:pt x="3095" y="4971"/>
                    <a:pt x="3156" y="4946"/>
                    <a:pt x="3201" y="4901"/>
                  </a:cubicBezTo>
                  <a:lnTo>
                    <a:pt x="4558" y="3552"/>
                  </a:lnTo>
                  <a:cubicBezTo>
                    <a:pt x="4659" y="3450"/>
                    <a:pt x="4639" y="3281"/>
                    <a:pt x="4517" y="3199"/>
                  </a:cubicBezTo>
                  <a:cubicBezTo>
                    <a:pt x="3981" y="2860"/>
                    <a:pt x="2639" y="1911"/>
                    <a:pt x="1262" y="94"/>
                  </a:cubicBezTo>
                  <a:cubicBezTo>
                    <a:pt x="1219" y="33"/>
                    <a:pt x="1151" y="0"/>
                    <a:pt x="1080"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6" name="Google Shape;14966;p66"/>
            <p:cNvSpPr/>
            <p:nvPr/>
          </p:nvSpPr>
          <p:spPr>
            <a:xfrm>
              <a:off x="1703611" y="3472699"/>
              <a:ext cx="59778" cy="24027"/>
            </a:xfrm>
            <a:custGeom>
              <a:avLst/>
              <a:gdLst/>
              <a:ahLst/>
              <a:cxnLst/>
              <a:rect l="l" t="t" r="r" b="b"/>
              <a:pathLst>
                <a:path w="2279" h="916" extrusionOk="0">
                  <a:moveTo>
                    <a:pt x="461" y="0"/>
                  </a:moveTo>
                  <a:cubicBezTo>
                    <a:pt x="204" y="0"/>
                    <a:pt x="0" y="204"/>
                    <a:pt x="0" y="461"/>
                  </a:cubicBezTo>
                  <a:cubicBezTo>
                    <a:pt x="0" y="712"/>
                    <a:pt x="204" y="916"/>
                    <a:pt x="461" y="916"/>
                  </a:cubicBezTo>
                  <a:lnTo>
                    <a:pt x="1824" y="916"/>
                  </a:lnTo>
                  <a:cubicBezTo>
                    <a:pt x="2075" y="916"/>
                    <a:pt x="2278" y="712"/>
                    <a:pt x="2278" y="461"/>
                  </a:cubicBezTo>
                  <a:cubicBezTo>
                    <a:pt x="2278" y="204"/>
                    <a:pt x="2075" y="0"/>
                    <a:pt x="1824"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7" name="Google Shape;14967;p66"/>
            <p:cNvSpPr/>
            <p:nvPr/>
          </p:nvSpPr>
          <p:spPr>
            <a:xfrm>
              <a:off x="1699703" y="3472699"/>
              <a:ext cx="33810" cy="24027"/>
            </a:xfrm>
            <a:custGeom>
              <a:avLst/>
              <a:gdLst/>
              <a:ahLst/>
              <a:cxnLst/>
              <a:rect l="l" t="t" r="r" b="b"/>
              <a:pathLst>
                <a:path w="1289" h="916" extrusionOk="0">
                  <a:moveTo>
                    <a:pt x="610" y="0"/>
                  </a:moveTo>
                  <a:cubicBezTo>
                    <a:pt x="0" y="0"/>
                    <a:pt x="0" y="916"/>
                    <a:pt x="610" y="916"/>
                  </a:cubicBezTo>
                  <a:lnTo>
                    <a:pt x="1288" y="916"/>
                  </a:lnTo>
                  <a:cubicBezTo>
                    <a:pt x="1037" y="909"/>
                    <a:pt x="834" y="705"/>
                    <a:pt x="834" y="461"/>
                  </a:cubicBezTo>
                  <a:cubicBezTo>
                    <a:pt x="834" y="204"/>
                    <a:pt x="1037" y="0"/>
                    <a:pt x="1288" y="0"/>
                  </a:cubicBezTo>
                  <a:close/>
                </a:path>
              </a:pathLst>
            </a:custGeom>
            <a:solidFill>
              <a:srgbClr val="99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8" name="Google Shape;14968;p66"/>
            <p:cNvSpPr/>
            <p:nvPr/>
          </p:nvSpPr>
          <p:spPr>
            <a:xfrm>
              <a:off x="1703611" y="3604138"/>
              <a:ext cx="59778" cy="23843"/>
            </a:xfrm>
            <a:custGeom>
              <a:avLst/>
              <a:gdLst/>
              <a:ahLst/>
              <a:cxnLst/>
              <a:rect l="l" t="t" r="r" b="b"/>
              <a:pathLst>
                <a:path w="2279" h="909" extrusionOk="0">
                  <a:moveTo>
                    <a:pt x="461" y="0"/>
                  </a:moveTo>
                  <a:cubicBezTo>
                    <a:pt x="204" y="0"/>
                    <a:pt x="0" y="204"/>
                    <a:pt x="0" y="454"/>
                  </a:cubicBezTo>
                  <a:cubicBezTo>
                    <a:pt x="0" y="705"/>
                    <a:pt x="204" y="909"/>
                    <a:pt x="461" y="909"/>
                  </a:cubicBezTo>
                  <a:lnTo>
                    <a:pt x="1824" y="909"/>
                  </a:lnTo>
                  <a:cubicBezTo>
                    <a:pt x="2075" y="909"/>
                    <a:pt x="2278" y="705"/>
                    <a:pt x="2278" y="454"/>
                  </a:cubicBezTo>
                  <a:cubicBezTo>
                    <a:pt x="2278" y="204"/>
                    <a:pt x="2075" y="0"/>
                    <a:pt x="1824"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69" name="Google Shape;14969;p66"/>
            <p:cNvSpPr/>
            <p:nvPr/>
          </p:nvSpPr>
          <p:spPr>
            <a:xfrm>
              <a:off x="1699703" y="3604138"/>
              <a:ext cx="33810" cy="23843"/>
            </a:xfrm>
            <a:custGeom>
              <a:avLst/>
              <a:gdLst/>
              <a:ahLst/>
              <a:cxnLst/>
              <a:rect l="l" t="t" r="r" b="b"/>
              <a:pathLst>
                <a:path w="1289" h="909" extrusionOk="0">
                  <a:moveTo>
                    <a:pt x="610" y="0"/>
                  </a:moveTo>
                  <a:cubicBezTo>
                    <a:pt x="0" y="0"/>
                    <a:pt x="0" y="909"/>
                    <a:pt x="610" y="909"/>
                  </a:cubicBezTo>
                  <a:lnTo>
                    <a:pt x="1288" y="909"/>
                  </a:lnTo>
                  <a:cubicBezTo>
                    <a:pt x="1037" y="909"/>
                    <a:pt x="834" y="705"/>
                    <a:pt x="834" y="454"/>
                  </a:cubicBezTo>
                  <a:cubicBezTo>
                    <a:pt x="834" y="204"/>
                    <a:pt x="1037" y="0"/>
                    <a:pt x="1288" y="0"/>
                  </a:cubicBezTo>
                  <a:close/>
                </a:path>
              </a:pathLst>
            </a:custGeom>
            <a:solidFill>
              <a:srgbClr val="99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0" name="Google Shape;14970;p66"/>
            <p:cNvSpPr/>
            <p:nvPr/>
          </p:nvSpPr>
          <p:spPr>
            <a:xfrm>
              <a:off x="1801606" y="3393222"/>
              <a:ext cx="177341" cy="55844"/>
            </a:xfrm>
            <a:custGeom>
              <a:avLst/>
              <a:gdLst/>
              <a:ahLst/>
              <a:cxnLst/>
              <a:rect l="l" t="t" r="r" b="b"/>
              <a:pathLst>
                <a:path w="6761" h="2129" extrusionOk="0">
                  <a:moveTo>
                    <a:pt x="3047" y="0"/>
                  </a:moveTo>
                  <a:cubicBezTo>
                    <a:pt x="2302" y="0"/>
                    <a:pt x="1526" y="159"/>
                    <a:pt x="814" y="603"/>
                  </a:cubicBezTo>
                  <a:cubicBezTo>
                    <a:pt x="82" y="1057"/>
                    <a:pt x="0" y="1728"/>
                    <a:pt x="75" y="2128"/>
                  </a:cubicBezTo>
                  <a:cubicBezTo>
                    <a:pt x="1333" y="1448"/>
                    <a:pt x="3051" y="1011"/>
                    <a:pt x="4672" y="1011"/>
                  </a:cubicBezTo>
                  <a:cubicBezTo>
                    <a:pt x="5393" y="1011"/>
                    <a:pt x="6094" y="1098"/>
                    <a:pt x="6727" y="1288"/>
                  </a:cubicBezTo>
                  <a:cubicBezTo>
                    <a:pt x="6761" y="1186"/>
                    <a:pt x="6713" y="1071"/>
                    <a:pt x="6625" y="1016"/>
                  </a:cubicBezTo>
                  <a:cubicBezTo>
                    <a:pt x="6529" y="959"/>
                    <a:pt x="4878" y="0"/>
                    <a:pt x="3047"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1" name="Google Shape;14971;p66"/>
            <p:cNvSpPr/>
            <p:nvPr/>
          </p:nvSpPr>
          <p:spPr>
            <a:xfrm>
              <a:off x="1822957" y="3484319"/>
              <a:ext cx="141590" cy="95582"/>
            </a:xfrm>
            <a:custGeom>
              <a:avLst/>
              <a:gdLst/>
              <a:ahLst/>
              <a:cxnLst/>
              <a:rect l="l" t="t" r="r" b="b"/>
              <a:pathLst>
                <a:path w="5398" h="3644" extrusionOk="0">
                  <a:moveTo>
                    <a:pt x="1512" y="0"/>
                  </a:moveTo>
                  <a:cubicBezTo>
                    <a:pt x="874" y="0"/>
                    <a:pt x="321" y="126"/>
                    <a:pt x="0" y="229"/>
                  </a:cubicBezTo>
                  <a:cubicBezTo>
                    <a:pt x="1777" y="2554"/>
                    <a:pt x="4991" y="3585"/>
                    <a:pt x="5126" y="3632"/>
                  </a:cubicBezTo>
                  <a:cubicBezTo>
                    <a:pt x="5148" y="3640"/>
                    <a:pt x="5171" y="3643"/>
                    <a:pt x="5194" y="3643"/>
                  </a:cubicBezTo>
                  <a:cubicBezTo>
                    <a:pt x="5275" y="3643"/>
                    <a:pt x="5355" y="3598"/>
                    <a:pt x="5397" y="3524"/>
                  </a:cubicBezTo>
                  <a:cubicBezTo>
                    <a:pt x="4779" y="625"/>
                    <a:pt x="2936" y="0"/>
                    <a:pt x="1512"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2" name="Google Shape;14972;p66"/>
            <p:cNvSpPr/>
            <p:nvPr/>
          </p:nvSpPr>
          <p:spPr>
            <a:xfrm>
              <a:off x="1805147" y="3536228"/>
              <a:ext cx="98572" cy="130389"/>
            </a:xfrm>
            <a:custGeom>
              <a:avLst/>
              <a:gdLst/>
              <a:ahLst/>
              <a:cxnLst/>
              <a:rect l="l" t="t" r="r" b="b"/>
              <a:pathLst>
                <a:path w="3758" h="4971" extrusionOk="0">
                  <a:moveTo>
                    <a:pt x="1078" y="0"/>
                  </a:moveTo>
                  <a:cubicBezTo>
                    <a:pt x="1040" y="0"/>
                    <a:pt x="1001" y="11"/>
                    <a:pt x="964" y="33"/>
                  </a:cubicBezTo>
                  <a:lnTo>
                    <a:pt x="137" y="514"/>
                  </a:lnTo>
                  <a:cubicBezTo>
                    <a:pt x="42" y="569"/>
                    <a:pt x="1" y="691"/>
                    <a:pt x="42" y="792"/>
                  </a:cubicBezTo>
                  <a:cubicBezTo>
                    <a:pt x="306" y="1430"/>
                    <a:pt x="1282" y="3586"/>
                    <a:pt x="2896" y="4922"/>
                  </a:cubicBezTo>
                  <a:cubicBezTo>
                    <a:pt x="2936" y="4955"/>
                    <a:pt x="2984" y="4971"/>
                    <a:pt x="3034" y="4971"/>
                  </a:cubicBezTo>
                  <a:cubicBezTo>
                    <a:pt x="3095" y="4971"/>
                    <a:pt x="3156" y="4946"/>
                    <a:pt x="3201" y="4901"/>
                  </a:cubicBezTo>
                  <a:lnTo>
                    <a:pt x="3757" y="4345"/>
                  </a:lnTo>
                  <a:cubicBezTo>
                    <a:pt x="3757" y="4345"/>
                    <a:pt x="1310" y="2630"/>
                    <a:pt x="1167" y="1423"/>
                  </a:cubicBezTo>
                  <a:cubicBezTo>
                    <a:pt x="1113" y="1043"/>
                    <a:pt x="1235" y="670"/>
                    <a:pt x="1493" y="392"/>
                  </a:cubicBezTo>
                  <a:cubicBezTo>
                    <a:pt x="1411" y="290"/>
                    <a:pt x="1337" y="196"/>
                    <a:pt x="1255" y="94"/>
                  </a:cubicBezTo>
                  <a:cubicBezTo>
                    <a:pt x="1212" y="33"/>
                    <a:pt x="1147" y="0"/>
                    <a:pt x="1078" y="0"/>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73" name="Google Shape;14973;p66"/>
          <p:cNvGrpSpPr/>
          <p:nvPr/>
        </p:nvGrpSpPr>
        <p:grpSpPr>
          <a:xfrm>
            <a:off x="7939722" y="1595630"/>
            <a:ext cx="369974" cy="355626"/>
            <a:chOff x="7966810" y="1519430"/>
            <a:chExt cx="369974" cy="355626"/>
          </a:xfrm>
        </p:grpSpPr>
        <p:sp>
          <p:nvSpPr>
            <p:cNvPr id="14974" name="Google Shape;14974;p66"/>
            <p:cNvSpPr/>
            <p:nvPr/>
          </p:nvSpPr>
          <p:spPr>
            <a:xfrm>
              <a:off x="8205503" y="1519430"/>
              <a:ext cx="131281" cy="122992"/>
            </a:xfrm>
            <a:custGeom>
              <a:avLst/>
              <a:gdLst/>
              <a:ahLst/>
              <a:cxnLst/>
              <a:rect l="l" t="t" r="r" b="b"/>
              <a:pathLst>
                <a:path w="5005" h="4689" extrusionOk="0">
                  <a:moveTo>
                    <a:pt x="4448" y="1"/>
                  </a:moveTo>
                  <a:cubicBezTo>
                    <a:pt x="2325" y="1"/>
                    <a:pt x="631" y="1573"/>
                    <a:pt x="0" y="2410"/>
                  </a:cubicBezTo>
                  <a:lnTo>
                    <a:pt x="2048" y="4688"/>
                  </a:lnTo>
                  <a:cubicBezTo>
                    <a:pt x="4781" y="4004"/>
                    <a:pt x="5004" y="37"/>
                    <a:pt x="5004" y="37"/>
                  </a:cubicBezTo>
                  <a:cubicBezTo>
                    <a:pt x="4816" y="12"/>
                    <a:pt x="4631" y="1"/>
                    <a:pt x="4448" y="1"/>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5" name="Google Shape;14975;p66"/>
            <p:cNvSpPr/>
            <p:nvPr/>
          </p:nvSpPr>
          <p:spPr>
            <a:xfrm>
              <a:off x="8230763" y="1530132"/>
              <a:ext cx="105130" cy="112291"/>
            </a:xfrm>
            <a:custGeom>
              <a:avLst/>
              <a:gdLst/>
              <a:ahLst/>
              <a:cxnLst/>
              <a:rect l="l" t="t" r="r" b="b"/>
              <a:pathLst>
                <a:path w="4008" h="4281" extrusionOk="0">
                  <a:moveTo>
                    <a:pt x="3939" y="1"/>
                  </a:moveTo>
                  <a:cubicBezTo>
                    <a:pt x="2178" y="1"/>
                    <a:pt x="402" y="1788"/>
                    <a:pt x="0" y="3067"/>
                  </a:cubicBezTo>
                  <a:lnTo>
                    <a:pt x="1085" y="4280"/>
                  </a:lnTo>
                  <a:cubicBezTo>
                    <a:pt x="3302" y="3724"/>
                    <a:pt x="3872" y="1005"/>
                    <a:pt x="4008" y="2"/>
                  </a:cubicBezTo>
                  <a:cubicBezTo>
                    <a:pt x="3985" y="1"/>
                    <a:pt x="3962" y="1"/>
                    <a:pt x="3939"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6" name="Google Shape;14976;p66"/>
            <p:cNvSpPr/>
            <p:nvPr/>
          </p:nvSpPr>
          <p:spPr>
            <a:xfrm>
              <a:off x="7966810" y="1519430"/>
              <a:ext cx="131281" cy="122992"/>
            </a:xfrm>
            <a:custGeom>
              <a:avLst/>
              <a:gdLst/>
              <a:ahLst/>
              <a:cxnLst/>
              <a:rect l="l" t="t" r="r" b="b"/>
              <a:pathLst>
                <a:path w="5005" h="4689" extrusionOk="0">
                  <a:moveTo>
                    <a:pt x="557" y="1"/>
                  </a:moveTo>
                  <a:cubicBezTo>
                    <a:pt x="374" y="1"/>
                    <a:pt x="189" y="12"/>
                    <a:pt x="1" y="37"/>
                  </a:cubicBezTo>
                  <a:cubicBezTo>
                    <a:pt x="1" y="37"/>
                    <a:pt x="224" y="4004"/>
                    <a:pt x="2957" y="4688"/>
                  </a:cubicBezTo>
                  <a:lnTo>
                    <a:pt x="5005" y="2410"/>
                  </a:lnTo>
                  <a:cubicBezTo>
                    <a:pt x="4374" y="1573"/>
                    <a:pt x="2680" y="1"/>
                    <a:pt x="557" y="1"/>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7" name="Google Shape;14977;p66"/>
            <p:cNvSpPr/>
            <p:nvPr/>
          </p:nvSpPr>
          <p:spPr>
            <a:xfrm>
              <a:off x="7967886" y="1530132"/>
              <a:ext cx="104946" cy="112291"/>
            </a:xfrm>
            <a:custGeom>
              <a:avLst/>
              <a:gdLst/>
              <a:ahLst/>
              <a:cxnLst/>
              <a:rect l="l" t="t" r="r" b="b"/>
              <a:pathLst>
                <a:path w="4001" h="4281" extrusionOk="0">
                  <a:moveTo>
                    <a:pt x="69" y="1"/>
                  </a:moveTo>
                  <a:cubicBezTo>
                    <a:pt x="46" y="1"/>
                    <a:pt x="23" y="1"/>
                    <a:pt x="0" y="2"/>
                  </a:cubicBezTo>
                  <a:cubicBezTo>
                    <a:pt x="129" y="1005"/>
                    <a:pt x="699" y="3724"/>
                    <a:pt x="2916" y="4280"/>
                  </a:cubicBezTo>
                  <a:lnTo>
                    <a:pt x="4001" y="3067"/>
                  </a:lnTo>
                  <a:cubicBezTo>
                    <a:pt x="3606" y="1788"/>
                    <a:pt x="1823" y="1"/>
                    <a:pt x="69"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8" name="Google Shape;14978;p66"/>
            <p:cNvSpPr/>
            <p:nvPr/>
          </p:nvSpPr>
          <p:spPr>
            <a:xfrm>
              <a:off x="8002562" y="1564677"/>
              <a:ext cx="298471" cy="310380"/>
            </a:xfrm>
            <a:custGeom>
              <a:avLst/>
              <a:gdLst/>
              <a:ahLst/>
              <a:cxnLst/>
              <a:rect l="l" t="t" r="r" b="b"/>
              <a:pathLst>
                <a:path w="11379" h="11833" extrusionOk="0">
                  <a:moveTo>
                    <a:pt x="5690" y="0"/>
                  </a:moveTo>
                  <a:cubicBezTo>
                    <a:pt x="2550" y="0"/>
                    <a:pt x="1" y="3641"/>
                    <a:pt x="1" y="6828"/>
                  </a:cubicBezTo>
                  <a:cubicBezTo>
                    <a:pt x="1" y="9595"/>
                    <a:pt x="2550" y="11832"/>
                    <a:pt x="5690" y="11832"/>
                  </a:cubicBezTo>
                  <a:cubicBezTo>
                    <a:pt x="8829" y="11832"/>
                    <a:pt x="11379" y="9595"/>
                    <a:pt x="11379" y="6828"/>
                  </a:cubicBezTo>
                  <a:cubicBezTo>
                    <a:pt x="11379" y="3641"/>
                    <a:pt x="8829" y="0"/>
                    <a:pt x="5690" y="0"/>
                  </a:cubicBezTo>
                  <a:close/>
                </a:path>
              </a:pathLst>
            </a:custGeom>
            <a:solidFill>
              <a:srgbClr val="B9C3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79" name="Google Shape;14979;p66"/>
            <p:cNvSpPr/>
            <p:nvPr/>
          </p:nvSpPr>
          <p:spPr>
            <a:xfrm>
              <a:off x="8100741" y="1803527"/>
              <a:ext cx="102481" cy="35778"/>
            </a:xfrm>
            <a:custGeom>
              <a:avLst/>
              <a:gdLst/>
              <a:ahLst/>
              <a:cxnLst/>
              <a:rect l="l" t="t" r="r" b="b"/>
              <a:pathLst>
                <a:path w="3907" h="1364" extrusionOk="0">
                  <a:moveTo>
                    <a:pt x="3906" y="1"/>
                  </a:moveTo>
                  <a:lnTo>
                    <a:pt x="1" y="21"/>
                  </a:lnTo>
                  <a:cubicBezTo>
                    <a:pt x="245" y="801"/>
                    <a:pt x="916" y="1363"/>
                    <a:pt x="1709" y="1363"/>
                  </a:cubicBezTo>
                  <a:lnTo>
                    <a:pt x="2184" y="1363"/>
                  </a:lnTo>
                  <a:cubicBezTo>
                    <a:pt x="2984" y="1363"/>
                    <a:pt x="3669" y="794"/>
                    <a:pt x="3906" y="1"/>
                  </a:cubicBezTo>
                  <a:close/>
                </a:path>
              </a:pathLst>
            </a:custGeom>
            <a:solidFill>
              <a:srgbClr val="5B728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0" name="Google Shape;14980;p66"/>
            <p:cNvSpPr/>
            <p:nvPr/>
          </p:nvSpPr>
          <p:spPr>
            <a:xfrm>
              <a:off x="8084924" y="1714948"/>
              <a:ext cx="133930" cy="94507"/>
            </a:xfrm>
            <a:custGeom>
              <a:avLst/>
              <a:gdLst/>
              <a:ahLst/>
              <a:cxnLst/>
              <a:rect l="l" t="t" r="r" b="b"/>
              <a:pathLst>
                <a:path w="5106" h="3603" extrusionOk="0">
                  <a:moveTo>
                    <a:pt x="2550" y="1"/>
                  </a:moveTo>
                  <a:cubicBezTo>
                    <a:pt x="1139" y="1"/>
                    <a:pt x="0" y="1045"/>
                    <a:pt x="0" y="2537"/>
                  </a:cubicBezTo>
                  <a:cubicBezTo>
                    <a:pt x="0" y="3430"/>
                    <a:pt x="677" y="3603"/>
                    <a:pt x="1373" y="3603"/>
                  </a:cubicBezTo>
                  <a:cubicBezTo>
                    <a:pt x="1813" y="3603"/>
                    <a:pt x="2261" y="3534"/>
                    <a:pt x="2550" y="3534"/>
                  </a:cubicBezTo>
                  <a:cubicBezTo>
                    <a:pt x="2846" y="3534"/>
                    <a:pt x="3297" y="3603"/>
                    <a:pt x="3738" y="3603"/>
                  </a:cubicBezTo>
                  <a:cubicBezTo>
                    <a:pt x="4434" y="3603"/>
                    <a:pt x="5106" y="3430"/>
                    <a:pt x="5106" y="2537"/>
                  </a:cubicBezTo>
                  <a:cubicBezTo>
                    <a:pt x="5106" y="1045"/>
                    <a:pt x="3960" y="1"/>
                    <a:pt x="2550" y="1"/>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1" name="Google Shape;14981;p66"/>
            <p:cNvSpPr/>
            <p:nvPr/>
          </p:nvSpPr>
          <p:spPr>
            <a:xfrm>
              <a:off x="8002562" y="1564677"/>
              <a:ext cx="149249" cy="309855"/>
            </a:xfrm>
            <a:custGeom>
              <a:avLst/>
              <a:gdLst/>
              <a:ahLst/>
              <a:cxnLst/>
              <a:rect l="l" t="t" r="r" b="b"/>
              <a:pathLst>
                <a:path w="5690" h="11813" extrusionOk="0">
                  <a:moveTo>
                    <a:pt x="5690" y="0"/>
                  </a:moveTo>
                  <a:cubicBezTo>
                    <a:pt x="2550" y="0"/>
                    <a:pt x="1" y="3648"/>
                    <a:pt x="1" y="6828"/>
                  </a:cubicBezTo>
                  <a:cubicBezTo>
                    <a:pt x="1" y="9439"/>
                    <a:pt x="2272" y="11581"/>
                    <a:pt x="5167" y="11812"/>
                  </a:cubicBezTo>
                  <a:cubicBezTo>
                    <a:pt x="3276" y="10924"/>
                    <a:pt x="1974" y="9066"/>
                    <a:pt x="1974" y="6910"/>
                  </a:cubicBezTo>
                  <a:cubicBezTo>
                    <a:pt x="1974" y="4204"/>
                    <a:pt x="3520" y="1200"/>
                    <a:pt x="5690"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2" name="Google Shape;14982;p66"/>
            <p:cNvSpPr/>
            <p:nvPr/>
          </p:nvSpPr>
          <p:spPr>
            <a:xfrm>
              <a:off x="8112492" y="1755684"/>
              <a:ext cx="29010" cy="28486"/>
            </a:xfrm>
            <a:custGeom>
              <a:avLst/>
              <a:gdLst/>
              <a:ahLst/>
              <a:cxnLst/>
              <a:rect l="l" t="t" r="r" b="b"/>
              <a:pathLst>
                <a:path w="1106" h="1086" extrusionOk="0">
                  <a:moveTo>
                    <a:pt x="633" y="1"/>
                  </a:moveTo>
                  <a:cubicBezTo>
                    <a:pt x="450" y="1"/>
                    <a:pt x="259" y="121"/>
                    <a:pt x="149" y="326"/>
                  </a:cubicBezTo>
                  <a:cubicBezTo>
                    <a:pt x="0" y="597"/>
                    <a:pt x="61" y="916"/>
                    <a:pt x="285" y="1038"/>
                  </a:cubicBezTo>
                  <a:cubicBezTo>
                    <a:pt x="344" y="1070"/>
                    <a:pt x="408" y="1085"/>
                    <a:pt x="474" y="1085"/>
                  </a:cubicBezTo>
                  <a:cubicBezTo>
                    <a:pt x="658" y="1085"/>
                    <a:pt x="853" y="965"/>
                    <a:pt x="963" y="760"/>
                  </a:cubicBezTo>
                  <a:cubicBezTo>
                    <a:pt x="1105" y="489"/>
                    <a:pt x="1044" y="163"/>
                    <a:pt x="820" y="48"/>
                  </a:cubicBezTo>
                  <a:cubicBezTo>
                    <a:pt x="762" y="16"/>
                    <a:pt x="698" y="1"/>
                    <a:pt x="633"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3" name="Google Shape;14983;p66"/>
            <p:cNvSpPr/>
            <p:nvPr/>
          </p:nvSpPr>
          <p:spPr>
            <a:xfrm>
              <a:off x="8161935" y="1755788"/>
              <a:ext cx="29194" cy="28538"/>
            </a:xfrm>
            <a:custGeom>
              <a:avLst/>
              <a:gdLst/>
              <a:ahLst/>
              <a:cxnLst/>
              <a:rect l="l" t="t" r="r" b="b"/>
              <a:pathLst>
                <a:path w="1113" h="1088" extrusionOk="0">
                  <a:moveTo>
                    <a:pt x="468" y="1"/>
                  </a:moveTo>
                  <a:cubicBezTo>
                    <a:pt x="404" y="1"/>
                    <a:pt x="342" y="15"/>
                    <a:pt x="285" y="44"/>
                  </a:cubicBezTo>
                  <a:cubicBezTo>
                    <a:pt x="61" y="166"/>
                    <a:pt x="0" y="485"/>
                    <a:pt x="149" y="763"/>
                  </a:cubicBezTo>
                  <a:cubicBezTo>
                    <a:pt x="260" y="964"/>
                    <a:pt x="453" y="1087"/>
                    <a:pt x="637" y="1087"/>
                  </a:cubicBezTo>
                  <a:cubicBezTo>
                    <a:pt x="700" y="1087"/>
                    <a:pt x="763" y="1072"/>
                    <a:pt x="821" y="1041"/>
                  </a:cubicBezTo>
                  <a:cubicBezTo>
                    <a:pt x="1044" y="919"/>
                    <a:pt x="1112" y="600"/>
                    <a:pt x="963" y="322"/>
                  </a:cubicBezTo>
                  <a:cubicBezTo>
                    <a:pt x="852" y="120"/>
                    <a:pt x="654" y="1"/>
                    <a:pt x="468"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4" name="Google Shape;14984;p66"/>
            <p:cNvSpPr/>
            <p:nvPr/>
          </p:nvSpPr>
          <p:spPr>
            <a:xfrm>
              <a:off x="8068189" y="1666213"/>
              <a:ext cx="35778" cy="41837"/>
            </a:xfrm>
            <a:custGeom>
              <a:avLst/>
              <a:gdLst/>
              <a:ahLst/>
              <a:cxnLst/>
              <a:rect l="l" t="t" r="r" b="b"/>
              <a:pathLst>
                <a:path w="1364" h="1595" extrusionOk="0">
                  <a:moveTo>
                    <a:pt x="685" y="1"/>
                  </a:moveTo>
                  <a:cubicBezTo>
                    <a:pt x="306" y="1"/>
                    <a:pt x="1" y="306"/>
                    <a:pt x="1" y="679"/>
                  </a:cubicBezTo>
                  <a:lnTo>
                    <a:pt x="1" y="910"/>
                  </a:lnTo>
                  <a:cubicBezTo>
                    <a:pt x="1" y="1289"/>
                    <a:pt x="306" y="1594"/>
                    <a:pt x="685" y="1594"/>
                  </a:cubicBezTo>
                  <a:cubicBezTo>
                    <a:pt x="1058" y="1594"/>
                    <a:pt x="1364" y="1289"/>
                    <a:pt x="1364" y="910"/>
                  </a:cubicBezTo>
                  <a:lnTo>
                    <a:pt x="1364" y="679"/>
                  </a:lnTo>
                  <a:cubicBezTo>
                    <a:pt x="1364" y="306"/>
                    <a:pt x="1058"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5" name="Google Shape;14985;p66"/>
            <p:cNvSpPr/>
            <p:nvPr/>
          </p:nvSpPr>
          <p:spPr>
            <a:xfrm>
              <a:off x="8086157" y="1666213"/>
              <a:ext cx="17810" cy="29797"/>
            </a:xfrm>
            <a:custGeom>
              <a:avLst/>
              <a:gdLst/>
              <a:ahLst/>
              <a:cxnLst/>
              <a:rect l="l" t="t" r="r" b="b"/>
              <a:pathLst>
                <a:path w="679" h="1136" extrusionOk="0">
                  <a:moveTo>
                    <a:pt x="0" y="1"/>
                  </a:moveTo>
                  <a:lnTo>
                    <a:pt x="0" y="794"/>
                  </a:lnTo>
                  <a:cubicBezTo>
                    <a:pt x="0" y="1021"/>
                    <a:pt x="170" y="1135"/>
                    <a:pt x="340" y="1135"/>
                  </a:cubicBezTo>
                  <a:cubicBezTo>
                    <a:pt x="509" y="1135"/>
                    <a:pt x="679" y="1021"/>
                    <a:pt x="679" y="794"/>
                  </a:cubicBezTo>
                  <a:lnTo>
                    <a:pt x="679" y="679"/>
                  </a:lnTo>
                  <a:cubicBezTo>
                    <a:pt x="679" y="306"/>
                    <a:pt x="373" y="1"/>
                    <a:pt x="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6" name="Google Shape;14986;p66"/>
            <p:cNvSpPr/>
            <p:nvPr/>
          </p:nvSpPr>
          <p:spPr>
            <a:xfrm>
              <a:off x="8080098" y="1672089"/>
              <a:ext cx="11961" cy="11961"/>
            </a:xfrm>
            <a:custGeom>
              <a:avLst/>
              <a:gdLst/>
              <a:ahLst/>
              <a:cxnLst/>
              <a:rect l="l" t="t" r="r" b="b"/>
              <a:pathLst>
                <a:path w="456" h="456" extrusionOk="0">
                  <a:moveTo>
                    <a:pt x="231" y="1"/>
                  </a:moveTo>
                  <a:cubicBezTo>
                    <a:pt x="103" y="1"/>
                    <a:pt x="1" y="102"/>
                    <a:pt x="1" y="231"/>
                  </a:cubicBezTo>
                  <a:cubicBezTo>
                    <a:pt x="1" y="353"/>
                    <a:pt x="103" y="455"/>
                    <a:pt x="231" y="455"/>
                  </a:cubicBezTo>
                  <a:cubicBezTo>
                    <a:pt x="354" y="455"/>
                    <a:pt x="455" y="353"/>
                    <a:pt x="455" y="231"/>
                  </a:cubicBezTo>
                  <a:cubicBezTo>
                    <a:pt x="455" y="102"/>
                    <a:pt x="354" y="1"/>
                    <a:pt x="23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7" name="Google Shape;14987;p66"/>
            <p:cNvSpPr/>
            <p:nvPr/>
          </p:nvSpPr>
          <p:spPr>
            <a:xfrm>
              <a:off x="8199628" y="1666213"/>
              <a:ext cx="35778" cy="41837"/>
            </a:xfrm>
            <a:custGeom>
              <a:avLst/>
              <a:gdLst/>
              <a:ahLst/>
              <a:cxnLst/>
              <a:rect l="l" t="t" r="r" b="b"/>
              <a:pathLst>
                <a:path w="1364" h="1595" extrusionOk="0">
                  <a:moveTo>
                    <a:pt x="679" y="1"/>
                  </a:moveTo>
                  <a:cubicBezTo>
                    <a:pt x="306" y="1"/>
                    <a:pt x="1" y="306"/>
                    <a:pt x="1" y="679"/>
                  </a:cubicBezTo>
                  <a:lnTo>
                    <a:pt x="1" y="910"/>
                  </a:lnTo>
                  <a:cubicBezTo>
                    <a:pt x="1" y="1289"/>
                    <a:pt x="306" y="1594"/>
                    <a:pt x="679" y="1594"/>
                  </a:cubicBezTo>
                  <a:cubicBezTo>
                    <a:pt x="1058" y="1594"/>
                    <a:pt x="1363" y="1289"/>
                    <a:pt x="1363" y="910"/>
                  </a:cubicBezTo>
                  <a:lnTo>
                    <a:pt x="1363" y="679"/>
                  </a:lnTo>
                  <a:cubicBezTo>
                    <a:pt x="1363" y="306"/>
                    <a:pt x="1058" y="1"/>
                    <a:pt x="67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8" name="Google Shape;14988;p66"/>
            <p:cNvSpPr/>
            <p:nvPr/>
          </p:nvSpPr>
          <p:spPr>
            <a:xfrm>
              <a:off x="8217412" y="1666213"/>
              <a:ext cx="17994" cy="29797"/>
            </a:xfrm>
            <a:custGeom>
              <a:avLst/>
              <a:gdLst/>
              <a:ahLst/>
              <a:cxnLst/>
              <a:rect l="l" t="t" r="r" b="b"/>
              <a:pathLst>
                <a:path w="686" h="1136" extrusionOk="0">
                  <a:moveTo>
                    <a:pt x="1" y="1"/>
                  </a:moveTo>
                  <a:lnTo>
                    <a:pt x="1" y="794"/>
                  </a:lnTo>
                  <a:cubicBezTo>
                    <a:pt x="1" y="1021"/>
                    <a:pt x="172" y="1135"/>
                    <a:pt x="343" y="1135"/>
                  </a:cubicBezTo>
                  <a:cubicBezTo>
                    <a:pt x="514" y="1135"/>
                    <a:pt x="685" y="1021"/>
                    <a:pt x="685" y="794"/>
                  </a:cubicBezTo>
                  <a:lnTo>
                    <a:pt x="685" y="679"/>
                  </a:lnTo>
                  <a:cubicBezTo>
                    <a:pt x="685" y="306"/>
                    <a:pt x="380" y="1"/>
                    <a:pt x="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9" name="Google Shape;14989;p66"/>
            <p:cNvSpPr/>
            <p:nvPr/>
          </p:nvSpPr>
          <p:spPr>
            <a:xfrm>
              <a:off x="8211536" y="1672089"/>
              <a:ext cx="11961" cy="11961"/>
            </a:xfrm>
            <a:custGeom>
              <a:avLst/>
              <a:gdLst/>
              <a:ahLst/>
              <a:cxnLst/>
              <a:rect l="l" t="t" r="r" b="b"/>
              <a:pathLst>
                <a:path w="456" h="456" extrusionOk="0">
                  <a:moveTo>
                    <a:pt x="225" y="1"/>
                  </a:moveTo>
                  <a:cubicBezTo>
                    <a:pt x="103" y="1"/>
                    <a:pt x="1" y="102"/>
                    <a:pt x="1" y="231"/>
                  </a:cubicBezTo>
                  <a:cubicBezTo>
                    <a:pt x="1" y="353"/>
                    <a:pt x="103" y="455"/>
                    <a:pt x="225" y="455"/>
                  </a:cubicBezTo>
                  <a:cubicBezTo>
                    <a:pt x="353" y="455"/>
                    <a:pt x="455" y="353"/>
                    <a:pt x="455" y="231"/>
                  </a:cubicBezTo>
                  <a:cubicBezTo>
                    <a:pt x="455" y="102"/>
                    <a:pt x="353" y="1"/>
                    <a:pt x="22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90" name="Google Shape;14990;p66"/>
          <p:cNvGrpSpPr/>
          <p:nvPr/>
        </p:nvGrpSpPr>
        <p:grpSpPr>
          <a:xfrm>
            <a:off x="2765540" y="3441540"/>
            <a:ext cx="290445" cy="370079"/>
            <a:chOff x="2792628" y="3365340"/>
            <a:chExt cx="290445" cy="370079"/>
          </a:xfrm>
        </p:grpSpPr>
        <p:sp>
          <p:nvSpPr>
            <p:cNvPr id="14991" name="Google Shape;14991;p66"/>
            <p:cNvSpPr/>
            <p:nvPr/>
          </p:nvSpPr>
          <p:spPr>
            <a:xfrm>
              <a:off x="2792628" y="3365366"/>
              <a:ext cx="290445" cy="287769"/>
            </a:xfrm>
            <a:custGeom>
              <a:avLst/>
              <a:gdLst/>
              <a:ahLst/>
              <a:cxnLst/>
              <a:rect l="l" t="t" r="r" b="b"/>
              <a:pathLst>
                <a:path w="11073" h="10971" extrusionOk="0">
                  <a:moveTo>
                    <a:pt x="3984" y="1"/>
                  </a:moveTo>
                  <a:cubicBezTo>
                    <a:pt x="3825" y="1"/>
                    <a:pt x="3665" y="26"/>
                    <a:pt x="3512" y="78"/>
                  </a:cubicBezTo>
                  <a:cubicBezTo>
                    <a:pt x="3099" y="200"/>
                    <a:pt x="2760" y="485"/>
                    <a:pt x="2563" y="871"/>
                  </a:cubicBezTo>
                  <a:cubicBezTo>
                    <a:pt x="2495" y="1000"/>
                    <a:pt x="2367" y="1095"/>
                    <a:pt x="2224" y="1109"/>
                  </a:cubicBezTo>
                  <a:cubicBezTo>
                    <a:pt x="1797" y="1163"/>
                    <a:pt x="1410" y="1387"/>
                    <a:pt x="1153" y="1726"/>
                  </a:cubicBezTo>
                  <a:cubicBezTo>
                    <a:pt x="902" y="2045"/>
                    <a:pt x="787" y="2451"/>
                    <a:pt x="834" y="2851"/>
                  </a:cubicBezTo>
                  <a:cubicBezTo>
                    <a:pt x="1038" y="4343"/>
                    <a:pt x="3329" y="5042"/>
                    <a:pt x="4638" y="5326"/>
                  </a:cubicBezTo>
                  <a:cubicBezTo>
                    <a:pt x="4208" y="5267"/>
                    <a:pt x="3666" y="5213"/>
                    <a:pt x="3106" y="5213"/>
                  </a:cubicBezTo>
                  <a:cubicBezTo>
                    <a:pt x="1936" y="5213"/>
                    <a:pt x="689" y="5447"/>
                    <a:pt x="217" y="6350"/>
                  </a:cubicBezTo>
                  <a:cubicBezTo>
                    <a:pt x="34" y="6710"/>
                    <a:pt x="0" y="7130"/>
                    <a:pt x="129" y="7510"/>
                  </a:cubicBezTo>
                  <a:cubicBezTo>
                    <a:pt x="258" y="7923"/>
                    <a:pt x="543" y="8262"/>
                    <a:pt x="929" y="8459"/>
                  </a:cubicBezTo>
                  <a:cubicBezTo>
                    <a:pt x="1058" y="8527"/>
                    <a:pt x="1146" y="8656"/>
                    <a:pt x="1166" y="8798"/>
                  </a:cubicBezTo>
                  <a:cubicBezTo>
                    <a:pt x="1214" y="9225"/>
                    <a:pt x="1438" y="9612"/>
                    <a:pt x="1783" y="9876"/>
                  </a:cubicBezTo>
                  <a:cubicBezTo>
                    <a:pt x="2055" y="10084"/>
                    <a:pt x="2385" y="10198"/>
                    <a:pt x="2725" y="10198"/>
                  </a:cubicBezTo>
                  <a:cubicBezTo>
                    <a:pt x="2784" y="10198"/>
                    <a:pt x="2843" y="10195"/>
                    <a:pt x="2902" y="10188"/>
                  </a:cubicBezTo>
                  <a:cubicBezTo>
                    <a:pt x="4401" y="9985"/>
                    <a:pt x="5099" y="7693"/>
                    <a:pt x="5384" y="6384"/>
                  </a:cubicBezTo>
                  <a:lnTo>
                    <a:pt x="5384" y="6384"/>
                  </a:lnTo>
                  <a:cubicBezTo>
                    <a:pt x="5201" y="7713"/>
                    <a:pt x="5072" y="10107"/>
                    <a:pt x="6408" y="10805"/>
                  </a:cubicBezTo>
                  <a:cubicBezTo>
                    <a:pt x="6623" y="10914"/>
                    <a:pt x="6857" y="10971"/>
                    <a:pt x="7093" y="10971"/>
                  </a:cubicBezTo>
                  <a:cubicBezTo>
                    <a:pt x="7252" y="10971"/>
                    <a:pt x="7412" y="10945"/>
                    <a:pt x="7567" y="10893"/>
                  </a:cubicBezTo>
                  <a:cubicBezTo>
                    <a:pt x="7981" y="10764"/>
                    <a:pt x="8320" y="10480"/>
                    <a:pt x="8517" y="10100"/>
                  </a:cubicBezTo>
                  <a:cubicBezTo>
                    <a:pt x="8584" y="9964"/>
                    <a:pt x="8706" y="9876"/>
                    <a:pt x="8856" y="9856"/>
                  </a:cubicBezTo>
                  <a:cubicBezTo>
                    <a:pt x="9283" y="9808"/>
                    <a:pt x="9669" y="9585"/>
                    <a:pt x="9927" y="9239"/>
                  </a:cubicBezTo>
                  <a:cubicBezTo>
                    <a:pt x="10178" y="8920"/>
                    <a:pt x="10293" y="8520"/>
                    <a:pt x="10239" y="8120"/>
                  </a:cubicBezTo>
                  <a:cubicBezTo>
                    <a:pt x="10042" y="6621"/>
                    <a:pt x="7750" y="5923"/>
                    <a:pt x="6442" y="5638"/>
                  </a:cubicBezTo>
                  <a:lnTo>
                    <a:pt x="6442" y="5638"/>
                  </a:lnTo>
                  <a:cubicBezTo>
                    <a:pt x="6870" y="5700"/>
                    <a:pt x="7411" y="5754"/>
                    <a:pt x="7970" y="5754"/>
                  </a:cubicBezTo>
                  <a:cubicBezTo>
                    <a:pt x="9138" y="5754"/>
                    <a:pt x="10386" y="5517"/>
                    <a:pt x="10863" y="4614"/>
                  </a:cubicBezTo>
                  <a:cubicBezTo>
                    <a:pt x="11039" y="4255"/>
                    <a:pt x="11073" y="3841"/>
                    <a:pt x="10951" y="3455"/>
                  </a:cubicBezTo>
                  <a:cubicBezTo>
                    <a:pt x="10822" y="3048"/>
                    <a:pt x="10537" y="2702"/>
                    <a:pt x="10151" y="2506"/>
                  </a:cubicBezTo>
                  <a:cubicBezTo>
                    <a:pt x="10022" y="2445"/>
                    <a:pt x="9934" y="2316"/>
                    <a:pt x="9913" y="2167"/>
                  </a:cubicBezTo>
                  <a:cubicBezTo>
                    <a:pt x="9859" y="1739"/>
                    <a:pt x="9635" y="1353"/>
                    <a:pt x="9296" y="1095"/>
                  </a:cubicBezTo>
                  <a:cubicBezTo>
                    <a:pt x="9026" y="883"/>
                    <a:pt x="8693" y="772"/>
                    <a:pt x="8355" y="772"/>
                  </a:cubicBezTo>
                  <a:cubicBezTo>
                    <a:pt x="8294" y="772"/>
                    <a:pt x="8232" y="776"/>
                    <a:pt x="8171" y="783"/>
                  </a:cubicBezTo>
                  <a:cubicBezTo>
                    <a:pt x="6679" y="980"/>
                    <a:pt x="5981" y="3272"/>
                    <a:pt x="5696" y="4580"/>
                  </a:cubicBezTo>
                  <a:cubicBezTo>
                    <a:pt x="5879" y="3258"/>
                    <a:pt x="6008" y="865"/>
                    <a:pt x="4672" y="166"/>
                  </a:cubicBezTo>
                  <a:cubicBezTo>
                    <a:pt x="4457" y="57"/>
                    <a:pt x="4221" y="1"/>
                    <a:pt x="3984" y="1"/>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2" name="Google Shape;14992;p66"/>
            <p:cNvSpPr/>
            <p:nvPr/>
          </p:nvSpPr>
          <p:spPr>
            <a:xfrm>
              <a:off x="2792628" y="3502025"/>
              <a:ext cx="145314" cy="89156"/>
            </a:xfrm>
            <a:custGeom>
              <a:avLst/>
              <a:gdLst/>
              <a:ahLst/>
              <a:cxnLst/>
              <a:rect l="l" t="t" r="r" b="b"/>
              <a:pathLst>
                <a:path w="5540" h="3399" extrusionOk="0">
                  <a:moveTo>
                    <a:pt x="3114" y="1"/>
                  </a:moveTo>
                  <a:cubicBezTo>
                    <a:pt x="1943" y="1"/>
                    <a:pt x="691" y="235"/>
                    <a:pt x="217" y="1140"/>
                  </a:cubicBezTo>
                  <a:cubicBezTo>
                    <a:pt x="34" y="1500"/>
                    <a:pt x="0" y="1920"/>
                    <a:pt x="129" y="2300"/>
                  </a:cubicBezTo>
                  <a:cubicBezTo>
                    <a:pt x="251" y="2713"/>
                    <a:pt x="543" y="3052"/>
                    <a:pt x="922" y="3249"/>
                  </a:cubicBezTo>
                  <a:cubicBezTo>
                    <a:pt x="990" y="3283"/>
                    <a:pt x="1044" y="3337"/>
                    <a:pt x="1092" y="3398"/>
                  </a:cubicBezTo>
                  <a:lnTo>
                    <a:pt x="5540" y="272"/>
                  </a:lnTo>
                  <a:cubicBezTo>
                    <a:pt x="5540" y="272"/>
                    <a:pt x="4374" y="1"/>
                    <a:pt x="3114" y="1"/>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3" name="Google Shape;14993;p66"/>
            <p:cNvSpPr/>
            <p:nvPr/>
          </p:nvSpPr>
          <p:spPr>
            <a:xfrm>
              <a:off x="2937916" y="3427348"/>
              <a:ext cx="145157" cy="88946"/>
            </a:xfrm>
            <a:custGeom>
              <a:avLst/>
              <a:gdLst/>
              <a:ahLst/>
              <a:cxnLst/>
              <a:rect l="l" t="t" r="r" b="b"/>
              <a:pathLst>
                <a:path w="5534" h="3391" extrusionOk="0">
                  <a:moveTo>
                    <a:pt x="4449" y="0"/>
                  </a:moveTo>
                  <a:lnTo>
                    <a:pt x="1" y="3119"/>
                  </a:lnTo>
                  <a:cubicBezTo>
                    <a:pt x="1" y="3119"/>
                    <a:pt x="1166" y="3391"/>
                    <a:pt x="2426" y="3391"/>
                  </a:cubicBezTo>
                  <a:cubicBezTo>
                    <a:pt x="3597" y="3391"/>
                    <a:pt x="4850" y="3156"/>
                    <a:pt x="5324" y="2251"/>
                  </a:cubicBezTo>
                  <a:cubicBezTo>
                    <a:pt x="5500" y="1892"/>
                    <a:pt x="5534" y="1472"/>
                    <a:pt x="5412" y="1092"/>
                  </a:cubicBezTo>
                  <a:cubicBezTo>
                    <a:pt x="5283" y="678"/>
                    <a:pt x="4998" y="339"/>
                    <a:pt x="4612" y="143"/>
                  </a:cubicBezTo>
                  <a:cubicBezTo>
                    <a:pt x="4551" y="109"/>
                    <a:pt x="4496" y="61"/>
                    <a:pt x="4449"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4" name="Google Shape;14994;p66"/>
            <p:cNvSpPr/>
            <p:nvPr/>
          </p:nvSpPr>
          <p:spPr>
            <a:xfrm>
              <a:off x="2856105" y="3365340"/>
              <a:ext cx="108356" cy="143845"/>
            </a:xfrm>
            <a:custGeom>
              <a:avLst/>
              <a:gdLst/>
              <a:ahLst/>
              <a:cxnLst/>
              <a:rect l="l" t="t" r="r" b="b"/>
              <a:pathLst>
                <a:path w="4131" h="5484" extrusionOk="0">
                  <a:moveTo>
                    <a:pt x="1555" y="0"/>
                  </a:moveTo>
                  <a:cubicBezTo>
                    <a:pt x="1399" y="0"/>
                    <a:pt x="1242" y="24"/>
                    <a:pt x="1092" y="72"/>
                  </a:cubicBezTo>
                  <a:cubicBezTo>
                    <a:pt x="679" y="201"/>
                    <a:pt x="340" y="486"/>
                    <a:pt x="143" y="872"/>
                  </a:cubicBezTo>
                  <a:cubicBezTo>
                    <a:pt x="109" y="934"/>
                    <a:pt x="62" y="995"/>
                    <a:pt x="1" y="1035"/>
                  </a:cubicBezTo>
                  <a:lnTo>
                    <a:pt x="3120" y="5483"/>
                  </a:lnTo>
                  <a:cubicBezTo>
                    <a:pt x="3120" y="5483"/>
                    <a:pt x="4130" y="1151"/>
                    <a:pt x="2252" y="167"/>
                  </a:cubicBezTo>
                  <a:cubicBezTo>
                    <a:pt x="2034" y="57"/>
                    <a:pt x="1795" y="0"/>
                    <a:pt x="1555"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5" name="Google Shape;14995;p66"/>
            <p:cNvSpPr/>
            <p:nvPr/>
          </p:nvSpPr>
          <p:spPr>
            <a:xfrm>
              <a:off x="2911424" y="3509159"/>
              <a:ext cx="108173" cy="143845"/>
            </a:xfrm>
            <a:custGeom>
              <a:avLst/>
              <a:gdLst/>
              <a:ahLst/>
              <a:cxnLst/>
              <a:rect l="l" t="t" r="r" b="b"/>
              <a:pathLst>
                <a:path w="4124" h="5484" extrusionOk="0">
                  <a:moveTo>
                    <a:pt x="1011" y="0"/>
                  </a:moveTo>
                  <a:cubicBezTo>
                    <a:pt x="1011" y="1"/>
                    <a:pt x="1" y="4340"/>
                    <a:pt x="1879" y="5323"/>
                  </a:cubicBezTo>
                  <a:cubicBezTo>
                    <a:pt x="2095" y="5429"/>
                    <a:pt x="2331" y="5484"/>
                    <a:pt x="2569" y="5484"/>
                  </a:cubicBezTo>
                  <a:cubicBezTo>
                    <a:pt x="2726" y="5484"/>
                    <a:pt x="2884" y="5460"/>
                    <a:pt x="3038" y="5411"/>
                  </a:cubicBezTo>
                  <a:cubicBezTo>
                    <a:pt x="3445" y="5282"/>
                    <a:pt x="3791" y="4998"/>
                    <a:pt x="3988" y="4611"/>
                  </a:cubicBezTo>
                  <a:cubicBezTo>
                    <a:pt x="4021" y="4550"/>
                    <a:pt x="4069" y="4496"/>
                    <a:pt x="4123" y="4448"/>
                  </a:cubicBezTo>
                  <a:lnTo>
                    <a:pt x="1011" y="0"/>
                  </a:ln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6" name="Google Shape;14996;p66"/>
            <p:cNvSpPr/>
            <p:nvPr/>
          </p:nvSpPr>
          <p:spPr>
            <a:xfrm>
              <a:off x="2830504" y="3566708"/>
              <a:ext cx="25181" cy="17889"/>
            </a:xfrm>
            <a:custGeom>
              <a:avLst/>
              <a:gdLst/>
              <a:ahLst/>
              <a:cxnLst/>
              <a:rect l="l" t="t" r="r" b="b"/>
              <a:pathLst>
                <a:path w="960" h="682" extrusionOk="0">
                  <a:moveTo>
                    <a:pt x="645" y="0"/>
                  </a:moveTo>
                  <a:cubicBezTo>
                    <a:pt x="606" y="0"/>
                    <a:pt x="565" y="11"/>
                    <a:pt x="522" y="37"/>
                  </a:cubicBezTo>
                  <a:lnTo>
                    <a:pt x="183" y="274"/>
                  </a:lnTo>
                  <a:cubicBezTo>
                    <a:pt x="0" y="396"/>
                    <a:pt x="89" y="681"/>
                    <a:pt x="312" y="681"/>
                  </a:cubicBezTo>
                  <a:cubicBezTo>
                    <a:pt x="353" y="681"/>
                    <a:pt x="400" y="668"/>
                    <a:pt x="434" y="641"/>
                  </a:cubicBezTo>
                  <a:lnTo>
                    <a:pt x="780" y="403"/>
                  </a:lnTo>
                  <a:cubicBezTo>
                    <a:pt x="960" y="257"/>
                    <a:pt x="833" y="0"/>
                    <a:pt x="645"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7" name="Google Shape;14997;p66"/>
            <p:cNvSpPr/>
            <p:nvPr/>
          </p:nvSpPr>
          <p:spPr>
            <a:xfrm>
              <a:off x="2857547" y="3525002"/>
              <a:ext cx="57890" cy="40735"/>
            </a:xfrm>
            <a:custGeom>
              <a:avLst/>
              <a:gdLst/>
              <a:ahLst/>
              <a:cxnLst/>
              <a:rect l="l" t="t" r="r" b="b"/>
              <a:pathLst>
                <a:path w="2207" h="1553" extrusionOk="0">
                  <a:moveTo>
                    <a:pt x="1871" y="1"/>
                  </a:moveTo>
                  <a:cubicBezTo>
                    <a:pt x="1825" y="1"/>
                    <a:pt x="1777" y="17"/>
                    <a:pt x="1729" y="54"/>
                  </a:cubicBezTo>
                  <a:lnTo>
                    <a:pt x="183" y="1146"/>
                  </a:lnTo>
                  <a:cubicBezTo>
                    <a:pt x="0" y="1268"/>
                    <a:pt x="88" y="1553"/>
                    <a:pt x="312" y="1553"/>
                  </a:cubicBezTo>
                  <a:cubicBezTo>
                    <a:pt x="353" y="1546"/>
                    <a:pt x="400" y="1532"/>
                    <a:pt x="434" y="1505"/>
                  </a:cubicBezTo>
                  <a:lnTo>
                    <a:pt x="1987" y="420"/>
                  </a:lnTo>
                  <a:cubicBezTo>
                    <a:pt x="2206" y="288"/>
                    <a:pt x="2066" y="1"/>
                    <a:pt x="187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8" name="Google Shape;14998;p66"/>
            <p:cNvSpPr/>
            <p:nvPr/>
          </p:nvSpPr>
          <p:spPr>
            <a:xfrm>
              <a:off x="3020095" y="3433407"/>
              <a:ext cx="26256" cy="18492"/>
            </a:xfrm>
            <a:custGeom>
              <a:avLst/>
              <a:gdLst/>
              <a:ahLst/>
              <a:cxnLst/>
              <a:rect l="l" t="t" r="r" b="b"/>
              <a:pathLst>
                <a:path w="1001" h="705" extrusionOk="0">
                  <a:moveTo>
                    <a:pt x="664" y="1"/>
                  </a:moveTo>
                  <a:cubicBezTo>
                    <a:pt x="619" y="1"/>
                    <a:pt x="570" y="17"/>
                    <a:pt x="523" y="54"/>
                  </a:cubicBezTo>
                  <a:lnTo>
                    <a:pt x="184" y="298"/>
                  </a:lnTo>
                  <a:cubicBezTo>
                    <a:pt x="1" y="420"/>
                    <a:pt x="89" y="705"/>
                    <a:pt x="312" y="705"/>
                  </a:cubicBezTo>
                  <a:cubicBezTo>
                    <a:pt x="353" y="705"/>
                    <a:pt x="401" y="691"/>
                    <a:pt x="435" y="664"/>
                  </a:cubicBezTo>
                  <a:lnTo>
                    <a:pt x="780" y="427"/>
                  </a:lnTo>
                  <a:cubicBezTo>
                    <a:pt x="1000" y="290"/>
                    <a:pt x="859" y="1"/>
                    <a:pt x="664"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9" name="Google Shape;14999;p66"/>
            <p:cNvSpPr/>
            <p:nvPr/>
          </p:nvSpPr>
          <p:spPr>
            <a:xfrm>
              <a:off x="2961392" y="3452529"/>
              <a:ext cx="57837" cy="40657"/>
            </a:xfrm>
            <a:custGeom>
              <a:avLst/>
              <a:gdLst/>
              <a:ahLst/>
              <a:cxnLst/>
              <a:rect l="l" t="t" r="r" b="b"/>
              <a:pathLst>
                <a:path w="2205" h="1550" extrusionOk="0">
                  <a:moveTo>
                    <a:pt x="1875" y="1"/>
                  </a:moveTo>
                  <a:cubicBezTo>
                    <a:pt x="1829" y="1"/>
                    <a:pt x="1779" y="18"/>
                    <a:pt x="1730" y="57"/>
                  </a:cubicBezTo>
                  <a:lnTo>
                    <a:pt x="184" y="1135"/>
                  </a:lnTo>
                  <a:cubicBezTo>
                    <a:pt x="1" y="1264"/>
                    <a:pt x="89" y="1549"/>
                    <a:pt x="313" y="1549"/>
                  </a:cubicBezTo>
                  <a:cubicBezTo>
                    <a:pt x="354" y="1542"/>
                    <a:pt x="401" y="1529"/>
                    <a:pt x="435" y="1508"/>
                  </a:cubicBezTo>
                  <a:lnTo>
                    <a:pt x="1981" y="423"/>
                  </a:lnTo>
                  <a:cubicBezTo>
                    <a:pt x="2205" y="287"/>
                    <a:pt x="2068" y="1"/>
                    <a:pt x="1875"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0" name="Google Shape;15000;p66"/>
            <p:cNvSpPr/>
            <p:nvPr/>
          </p:nvSpPr>
          <p:spPr>
            <a:xfrm>
              <a:off x="2860878" y="3404292"/>
              <a:ext cx="21404" cy="20591"/>
            </a:xfrm>
            <a:custGeom>
              <a:avLst/>
              <a:gdLst/>
              <a:ahLst/>
              <a:cxnLst/>
              <a:rect l="l" t="t" r="r" b="b"/>
              <a:pathLst>
                <a:path w="816" h="785" extrusionOk="0">
                  <a:moveTo>
                    <a:pt x="301" y="1"/>
                  </a:moveTo>
                  <a:cubicBezTo>
                    <a:pt x="146" y="1"/>
                    <a:pt x="1" y="172"/>
                    <a:pt x="104" y="344"/>
                  </a:cubicBezTo>
                  <a:lnTo>
                    <a:pt x="341" y="689"/>
                  </a:lnTo>
                  <a:cubicBezTo>
                    <a:pt x="388" y="744"/>
                    <a:pt x="456" y="784"/>
                    <a:pt x="531" y="784"/>
                  </a:cubicBezTo>
                  <a:cubicBezTo>
                    <a:pt x="707" y="784"/>
                    <a:pt x="816" y="581"/>
                    <a:pt x="714" y="432"/>
                  </a:cubicBezTo>
                  <a:lnTo>
                    <a:pt x="470" y="86"/>
                  </a:lnTo>
                  <a:cubicBezTo>
                    <a:pt x="421" y="26"/>
                    <a:pt x="360" y="1"/>
                    <a:pt x="30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1" name="Google Shape;15001;p66"/>
            <p:cNvSpPr/>
            <p:nvPr/>
          </p:nvSpPr>
          <p:spPr>
            <a:xfrm>
              <a:off x="2879790" y="3431466"/>
              <a:ext cx="43568" cy="52093"/>
            </a:xfrm>
            <a:custGeom>
              <a:avLst/>
              <a:gdLst/>
              <a:ahLst/>
              <a:cxnLst/>
              <a:rect l="l" t="t" r="r" b="b"/>
              <a:pathLst>
                <a:path w="1661" h="1986" extrusionOk="0">
                  <a:moveTo>
                    <a:pt x="301" y="1"/>
                  </a:moveTo>
                  <a:cubicBezTo>
                    <a:pt x="146" y="1"/>
                    <a:pt x="1" y="168"/>
                    <a:pt x="108" y="338"/>
                  </a:cubicBezTo>
                  <a:lnTo>
                    <a:pt x="1186" y="1891"/>
                  </a:lnTo>
                  <a:cubicBezTo>
                    <a:pt x="1234" y="1945"/>
                    <a:pt x="1302" y="1986"/>
                    <a:pt x="1376" y="1986"/>
                  </a:cubicBezTo>
                  <a:cubicBezTo>
                    <a:pt x="1552" y="1986"/>
                    <a:pt x="1661" y="1776"/>
                    <a:pt x="1559" y="1633"/>
                  </a:cubicBezTo>
                  <a:lnTo>
                    <a:pt x="474" y="87"/>
                  </a:lnTo>
                  <a:cubicBezTo>
                    <a:pt x="425" y="26"/>
                    <a:pt x="362" y="1"/>
                    <a:pt x="30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2" name="Google Shape;15002;p66"/>
            <p:cNvSpPr/>
            <p:nvPr/>
          </p:nvSpPr>
          <p:spPr>
            <a:xfrm>
              <a:off x="2993445" y="3593856"/>
              <a:ext cx="21509" cy="20617"/>
            </a:xfrm>
            <a:custGeom>
              <a:avLst/>
              <a:gdLst/>
              <a:ahLst/>
              <a:cxnLst/>
              <a:rect l="l" t="t" r="r" b="b"/>
              <a:pathLst>
                <a:path w="820" h="786" extrusionOk="0">
                  <a:moveTo>
                    <a:pt x="302" y="0"/>
                  </a:moveTo>
                  <a:cubicBezTo>
                    <a:pt x="146" y="0"/>
                    <a:pt x="1" y="169"/>
                    <a:pt x="108" y="345"/>
                  </a:cubicBezTo>
                  <a:lnTo>
                    <a:pt x="352" y="690"/>
                  </a:lnTo>
                  <a:cubicBezTo>
                    <a:pt x="392" y="744"/>
                    <a:pt x="459" y="784"/>
                    <a:pt x="532" y="785"/>
                  </a:cubicBezTo>
                  <a:lnTo>
                    <a:pt x="532" y="785"/>
                  </a:lnTo>
                  <a:cubicBezTo>
                    <a:pt x="713" y="783"/>
                    <a:pt x="819" y="581"/>
                    <a:pt x="711" y="433"/>
                  </a:cubicBezTo>
                  <a:lnTo>
                    <a:pt x="474" y="87"/>
                  </a:lnTo>
                  <a:cubicBezTo>
                    <a:pt x="425" y="26"/>
                    <a:pt x="362" y="0"/>
                    <a:pt x="302" y="0"/>
                  </a:cubicBezTo>
                  <a:close/>
                  <a:moveTo>
                    <a:pt x="532" y="785"/>
                  </a:moveTo>
                  <a:lnTo>
                    <a:pt x="532" y="785"/>
                  </a:lnTo>
                  <a:cubicBezTo>
                    <a:pt x="531" y="785"/>
                    <a:pt x="530" y="785"/>
                    <a:pt x="528" y="785"/>
                  </a:cubicBezTo>
                  <a:lnTo>
                    <a:pt x="535" y="785"/>
                  </a:lnTo>
                  <a:cubicBezTo>
                    <a:pt x="534" y="785"/>
                    <a:pt x="533" y="785"/>
                    <a:pt x="532" y="785"/>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3" name="Google Shape;15003;p66"/>
            <p:cNvSpPr/>
            <p:nvPr/>
          </p:nvSpPr>
          <p:spPr>
            <a:xfrm>
              <a:off x="2952500" y="3535258"/>
              <a:ext cx="43620" cy="52171"/>
            </a:xfrm>
            <a:custGeom>
              <a:avLst/>
              <a:gdLst/>
              <a:ahLst/>
              <a:cxnLst/>
              <a:rect l="l" t="t" r="r" b="b"/>
              <a:pathLst>
                <a:path w="1663" h="1989" extrusionOk="0">
                  <a:moveTo>
                    <a:pt x="299" y="1"/>
                  </a:moveTo>
                  <a:cubicBezTo>
                    <a:pt x="146" y="1"/>
                    <a:pt x="0" y="171"/>
                    <a:pt x="103" y="341"/>
                  </a:cubicBezTo>
                  <a:lnTo>
                    <a:pt x="1188" y="1887"/>
                  </a:lnTo>
                  <a:cubicBezTo>
                    <a:pt x="1228" y="1948"/>
                    <a:pt x="1296" y="1982"/>
                    <a:pt x="1371" y="1982"/>
                  </a:cubicBezTo>
                  <a:lnTo>
                    <a:pt x="1371" y="1989"/>
                  </a:lnTo>
                  <a:cubicBezTo>
                    <a:pt x="1554" y="1989"/>
                    <a:pt x="1662" y="1785"/>
                    <a:pt x="1554" y="1636"/>
                  </a:cubicBezTo>
                  <a:lnTo>
                    <a:pt x="469" y="90"/>
                  </a:lnTo>
                  <a:cubicBezTo>
                    <a:pt x="421" y="27"/>
                    <a:pt x="359" y="1"/>
                    <a:pt x="299"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4" name="Google Shape;15004;p66"/>
            <p:cNvSpPr/>
            <p:nvPr/>
          </p:nvSpPr>
          <p:spPr>
            <a:xfrm>
              <a:off x="2912315" y="3503284"/>
              <a:ext cx="41470" cy="232136"/>
            </a:xfrm>
            <a:custGeom>
              <a:avLst/>
              <a:gdLst/>
              <a:ahLst/>
              <a:cxnLst/>
              <a:rect l="l" t="t" r="r" b="b"/>
              <a:pathLst>
                <a:path w="1581" h="8850" extrusionOk="0">
                  <a:moveTo>
                    <a:pt x="970" y="1"/>
                  </a:moveTo>
                  <a:cubicBezTo>
                    <a:pt x="879" y="1"/>
                    <a:pt x="790" y="52"/>
                    <a:pt x="760" y="170"/>
                  </a:cubicBezTo>
                  <a:cubicBezTo>
                    <a:pt x="556" y="950"/>
                    <a:pt x="407" y="1743"/>
                    <a:pt x="312" y="2543"/>
                  </a:cubicBezTo>
                  <a:cubicBezTo>
                    <a:pt x="0" y="5120"/>
                    <a:pt x="272" y="7208"/>
                    <a:pt x="1106" y="8734"/>
                  </a:cubicBezTo>
                  <a:cubicBezTo>
                    <a:pt x="1146" y="8802"/>
                    <a:pt x="1221" y="8849"/>
                    <a:pt x="1309" y="8849"/>
                  </a:cubicBezTo>
                  <a:cubicBezTo>
                    <a:pt x="1479" y="8849"/>
                    <a:pt x="1580" y="8666"/>
                    <a:pt x="1499" y="8517"/>
                  </a:cubicBezTo>
                  <a:cubicBezTo>
                    <a:pt x="706" y="7073"/>
                    <a:pt x="455" y="5079"/>
                    <a:pt x="753" y="2597"/>
                  </a:cubicBezTo>
                  <a:cubicBezTo>
                    <a:pt x="855" y="1818"/>
                    <a:pt x="997" y="1045"/>
                    <a:pt x="1194" y="285"/>
                  </a:cubicBezTo>
                  <a:cubicBezTo>
                    <a:pt x="1238" y="112"/>
                    <a:pt x="1102" y="1"/>
                    <a:pt x="970"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05" name="Google Shape;15005;p66"/>
          <p:cNvGrpSpPr/>
          <p:nvPr/>
        </p:nvGrpSpPr>
        <p:grpSpPr>
          <a:xfrm>
            <a:off x="1362497" y="2064517"/>
            <a:ext cx="388125" cy="353790"/>
            <a:chOff x="1389585" y="1988317"/>
            <a:chExt cx="388125" cy="353790"/>
          </a:xfrm>
        </p:grpSpPr>
        <p:sp>
          <p:nvSpPr>
            <p:cNvPr id="15006" name="Google Shape;15006;p66"/>
            <p:cNvSpPr/>
            <p:nvPr/>
          </p:nvSpPr>
          <p:spPr>
            <a:xfrm>
              <a:off x="1673551" y="2066221"/>
              <a:ext cx="104159" cy="74546"/>
            </a:xfrm>
            <a:custGeom>
              <a:avLst/>
              <a:gdLst/>
              <a:ahLst/>
              <a:cxnLst/>
              <a:rect l="l" t="t" r="r" b="b"/>
              <a:pathLst>
                <a:path w="3971" h="2842" extrusionOk="0">
                  <a:moveTo>
                    <a:pt x="3608" y="0"/>
                  </a:moveTo>
                  <a:lnTo>
                    <a:pt x="0" y="1831"/>
                  </a:lnTo>
                  <a:lnTo>
                    <a:pt x="685" y="2747"/>
                  </a:lnTo>
                  <a:cubicBezTo>
                    <a:pt x="997" y="2812"/>
                    <a:pt x="1276" y="2842"/>
                    <a:pt x="1526" y="2842"/>
                  </a:cubicBezTo>
                  <a:cubicBezTo>
                    <a:pt x="3970" y="2842"/>
                    <a:pt x="3608" y="1"/>
                    <a:pt x="3608"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7" name="Google Shape;15007;p66"/>
            <p:cNvSpPr/>
            <p:nvPr/>
          </p:nvSpPr>
          <p:spPr>
            <a:xfrm>
              <a:off x="1691519" y="2074745"/>
              <a:ext cx="77510" cy="66021"/>
            </a:xfrm>
            <a:custGeom>
              <a:avLst/>
              <a:gdLst/>
              <a:ahLst/>
              <a:cxnLst/>
              <a:rect l="l" t="t" r="r" b="b"/>
              <a:pathLst>
                <a:path w="2955" h="2517" extrusionOk="0">
                  <a:moveTo>
                    <a:pt x="2936" y="1"/>
                  </a:moveTo>
                  <a:lnTo>
                    <a:pt x="2936" y="1"/>
                  </a:lnTo>
                  <a:cubicBezTo>
                    <a:pt x="2292" y="394"/>
                    <a:pt x="977" y="1276"/>
                    <a:pt x="0" y="2422"/>
                  </a:cubicBezTo>
                  <a:cubicBezTo>
                    <a:pt x="312" y="2487"/>
                    <a:pt x="591" y="2517"/>
                    <a:pt x="841" y="2517"/>
                  </a:cubicBezTo>
                  <a:cubicBezTo>
                    <a:pt x="2770" y="2517"/>
                    <a:pt x="2954" y="751"/>
                    <a:pt x="2936"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8" name="Google Shape;15008;p66"/>
            <p:cNvSpPr/>
            <p:nvPr/>
          </p:nvSpPr>
          <p:spPr>
            <a:xfrm>
              <a:off x="1389585" y="2066221"/>
              <a:ext cx="104002" cy="74546"/>
            </a:xfrm>
            <a:custGeom>
              <a:avLst/>
              <a:gdLst/>
              <a:ahLst/>
              <a:cxnLst/>
              <a:rect l="l" t="t" r="r" b="b"/>
              <a:pathLst>
                <a:path w="3965" h="2842" extrusionOk="0">
                  <a:moveTo>
                    <a:pt x="364" y="0"/>
                  </a:moveTo>
                  <a:cubicBezTo>
                    <a:pt x="364" y="1"/>
                    <a:pt x="1" y="2842"/>
                    <a:pt x="2441" y="2842"/>
                  </a:cubicBezTo>
                  <a:cubicBezTo>
                    <a:pt x="2690" y="2842"/>
                    <a:pt x="2968" y="2812"/>
                    <a:pt x="3279" y="2747"/>
                  </a:cubicBezTo>
                  <a:lnTo>
                    <a:pt x="3964" y="1831"/>
                  </a:lnTo>
                  <a:lnTo>
                    <a:pt x="364" y="0"/>
                  </a:ln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9" name="Google Shape;15009;p66"/>
            <p:cNvSpPr/>
            <p:nvPr/>
          </p:nvSpPr>
          <p:spPr>
            <a:xfrm>
              <a:off x="1398267" y="2074745"/>
              <a:ext cx="77352" cy="66021"/>
            </a:xfrm>
            <a:custGeom>
              <a:avLst/>
              <a:gdLst/>
              <a:ahLst/>
              <a:cxnLst/>
              <a:rect l="l" t="t" r="r" b="b"/>
              <a:pathLst>
                <a:path w="2949" h="2517" extrusionOk="0">
                  <a:moveTo>
                    <a:pt x="12" y="1"/>
                  </a:moveTo>
                  <a:lnTo>
                    <a:pt x="12" y="1"/>
                  </a:lnTo>
                  <a:cubicBezTo>
                    <a:pt x="0" y="751"/>
                    <a:pt x="185" y="2517"/>
                    <a:pt x="2109" y="2517"/>
                  </a:cubicBezTo>
                  <a:cubicBezTo>
                    <a:pt x="2359" y="2517"/>
                    <a:pt x="2637" y="2487"/>
                    <a:pt x="2948" y="2422"/>
                  </a:cubicBezTo>
                  <a:cubicBezTo>
                    <a:pt x="1972" y="1276"/>
                    <a:pt x="657" y="394"/>
                    <a:pt x="12" y="1"/>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0" name="Google Shape;15010;p66"/>
            <p:cNvSpPr/>
            <p:nvPr/>
          </p:nvSpPr>
          <p:spPr>
            <a:xfrm>
              <a:off x="1655584" y="1988317"/>
              <a:ext cx="89838" cy="101930"/>
            </a:xfrm>
            <a:custGeom>
              <a:avLst/>
              <a:gdLst/>
              <a:ahLst/>
              <a:cxnLst/>
              <a:rect l="l" t="t" r="r" b="b"/>
              <a:pathLst>
                <a:path w="3425" h="3886" extrusionOk="0">
                  <a:moveTo>
                    <a:pt x="2286" y="1"/>
                  </a:moveTo>
                  <a:cubicBezTo>
                    <a:pt x="2285" y="1"/>
                    <a:pt x="1865" y="1994"/>
                    <a:pt x="0" y="2516"/>
                  </a:cubicBezTo>
                  <a:lnTo>
                    <a:pt x="909" y="3886"/>
                  </a:lnTo>
                  <a:cubicBezTo>
                    <a:pt x="3425" y="2292"/>
                    <a:pt x="2286" y="1"/>
                    <a:pt x="2286"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1" name="Google Shape;15011;p66"/>
            <p:cNvSpPr/>
            <p:nvPr/>
          </p:nvSpPr>
          <p:spPr>
            <a:xfrm>
              <a:off x="1670168" y="1988317"/>
              <a:ext cx="75254" cy="101930"/>
            </a:xfrm>
            <a:custGeom>
              <a:avLst/>
              <a:gdLst/>
              <a:ahLst/>
              <a:cxnLst/>
              <a:rect l="l" t="t" r="r" b="b"/>
              <a:pathLst>
                <a:path w="2869" h="3886" extrusionOk="0">
                  <a:moveTo>
                    <a:pt x="1730" y="1"/>
                  </a:moveTo>
                  <a:cubicBezTo>
                    <a:pt x="1730" y="1"/>
                    <a:pt x="1967" y="2123"/>
                    <a:pt x="0" y="3350"/>
                  </a:cubicBezTo>
                  <a:lnTo>
                    <a:pt x="353" y="3886"/>
                  </a:lnTo>
                  <a:cubicBezTo>
                    <a:pt x="2869" y="2286"/>
                    <a:pt x="1730" y="1"/>
                    <a:pt x="1730"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2" name="Google Shape;15012;p66"/>
            <p:cNvSpPr/>
            <p:nvPr/>
          </p:nvSpPr>
          <p:spPr>
            <a:xfrm>
              <a:off x="1421691" y="1988317"/>
              <a:ext cx="90021" cy="101930"/>
            </a:xfrm>
            <a:custGeom>
              <a:avLst/>
              <a:gdLst/>
              <a:ahLst/>
              <a:cxnLst/>
              <a:rect l="l" t="t" r="r" b="b"/>
              <a:pathLst>
                <a:path w="3432" h="3886" extrusionOk="0">
                  <a:moveTo>
                    <a:pt x="1140" y="1"/>
                  </a:moveTo>
                  <a:cubicBezTo>
                    <a:pt x="1140" y="1"/>
                    <a:pt x="1" y="2292"/>
                    <a:pt x="2516" y="3886"/>
                  </a:cubicBezTo>
                  <a:lnTo>
                    <a:pt x="3432" y="2516"/>
                  </a:lnTo>
                  <a:cubicBezTo>
                    <a:pt x="1560" y="1994"/>
                    <a:pt x="1140" y="1"/>
                    <a:pt x="1140"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3" name="Google Shape;15013;p66"/>
            <p:cNvSpPr/>
            <p:nvPr/>
          </p:nvSpPr>
          <p:spPr>
            <a:xfrm>
              <a:off x="1421691" y="1988317"/>
              <a:ext cx="75280" cy="101930"/>
            </a:xfrm>
            <a:custGeom>
              <a:avLst/>
              <a:gdLst/>
              <a:ahLst/>
              <a:cxnLst/>
              <a:rect l="l" t="t" r="r" b="b"/>
              <a:pathLst>
                <a:path w="2870" h="3886" extrusionOk="0">
                  <a:moveTo>
                    <a:pt x="1140" y="1"/>
                  </a:moveTo>
                  <a:cubicBezTo>
                    <a:pt x="1140" y="1"/>
                    <a:pt x="1" y="2286"/>
                    <a:pt x="2516" y="3886"/>
                  </a:cubicBezTo>
                  <a:lnTo>
                    <a:pt x="2869" y="3350"/>
                  </a:lnTo>
                  <a:cubicBezTo>
                    <a:pt x="903" y="2123"/>
                    <a:pt x="1140" y="1"/>
                    <a:pt x="1140"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4" name="Google Shape;15014;p66"/>
            <p:cNvSpPr/>
            <p:nvPr/>
          </p:nvSpPr>
          <p:spPr>
            <a:xfrm>
              <a:off x="1461193" y="2012502"/>
              <a:ext cx="244726" cy="295088"/>
            </a:xfrm>
            <a:custGeom>
              <a:avLst/>
              <a:gdLst/>
              <a:ahLst/>
              <a:cxnLst/>
              <a:rect l="l" t="t" r="r" b="b"/>
              <a:pathLst>
                <a:path w="9330" h="11250" extrusionOk="0">
                  <a:moveTo>
                    <a:pt x="4654" y="1"/>
                  </a:moveTo>
                  <a:cubicBezTo>
                    <a:pt x="2015" y="1"/>
                    <a:pt x="1" y="2357"/>
                    <a:pt x="400" y="4964"/>
                  </a:cubicBezTo>
                  <a:lnTo>
                    <a:pt x="977" y="8721"/>
                  </a:lnTo>
                  <a:cubicBezTo>
                    <a:pt x="1139" y="9751"/>
                    <a:pt x="1722" y="10673"/>
                    <a:pt x="2597" y="11250"/>
                  </a:cubicBezTo>
                  <a:lnTo>
                    <a:pt x="6740" y="11250"/>
                  </a:lnTo>
                  <a:cubicBezTo>
                    <a:pt x="7608" y="10673"/>
                    <a:pt x="8191" y="9751"/>
                    <a:pt x="8354" y="8721"/>
                  </a:cubicBezTo>
                  <a:lnTo>
                    <a:pt x="8930" y="4971"/>
                  </a:lnTo>
                  <a:cubicBezTo>
                    <a:pt x="9330" y="2357"/>
                    <a:pt x="7316" y="1"/>
                    <a:pt x="4677" y="1"/>
                  </a:cubicBezTo>
                  <a:cubicBezTo>
                    <a:pt x="4673" y="1"/>
                    <a:pt x="4669" y="1"/>
                    <a:pt x="4665" y="1"/>
                  </a:cubicBezTo>
                  <a:cubicBezTo>
                    <a:pt x="4661" y="1"/>
                    <a:pt x="4658" y="1"/>
                    <a:pt x="4654"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5" name="Google Shape;15015;p66"/>
            <p:cNvSpPr/>
            <p:nvPr/>
          </p:nvSpPr>
          <p:spPr>
            <a:xfrm>
              <a:off x="1461901" y="2012869"/>
              <a:ext cx="111346" cy="294720"/>
            </a:xfrm>
            <a:custGeom>
              <a:avLst/>
              <a:gdLst/>
              <a:ahLst/>
              <a:cxnLst/>
              <a:rect l="l" t="t" r="r" b="b"/>
              <a:pathLst>
                <a:path w="4245" h="11236" extrusionOk="0">
                  <a:moveTo>
                    <a:pt x="4245" y="0"/>
                  </a:moveTo>
                  <a:cubicBezTo>
                    <a:pt x="1770" y="224"/>
                    <a:pt x="0" y="2489"/>
                    <a:pt x="373" y="4950"/>
                  </a:cubicBezTo>
                  <a:lnTo>
                    <a:pt x="956" y="8700"/>
                  </a:lnTo>
                  <a:cubicBezTo>
                    <a:pt x="1112" y="9737"/>
                    <a:pt x="1695" y="10653"/>
                    <a:pt x="2570" y="11236"/>
                  </a:cubicBezTo>
                  <a:lnTo>
                    <a:pt x="3628" y="11236"/>
                  </a:lnTo>
                  <a:cubicBezTo>
                    <a:pt x="3079" y="10605"/>
                    <a:pt x="2733" y="9825"/>
                    <a:pt x="2624" y="8998"/>
                  </a:cubicBezTo>
                  <a:lnTo>
                    <a:pt x="2062" y="4889"/>
                  </a:lnTo>
                  <a:cubicBezTo>
                    <a:pt x="1777" y="2821"/>
                    <a:pt x="2726" y="909"/>
                    <a:pt x="4245"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6" name="Google Shape;15016;p66"/>
            <p:cNvSpPr/>
            <p:nvPr/>
          </p:nvSpPr>
          <p:spPr>
            <a:xfrm>
              <a:off x="1526270" y="2270054"/>
              <a:ext cx="114573" cy="72054"/>
            </a:xfrm>
            <a:custGeom>
              <a:avLst/>
              <a:gdLst/>
              <a:ahLst/>
              <a:cxnLst/>
              <a:rect l="l" t="t" r="r" b="b"/>
              <a:pathLst>
                <a:path w="4368" h="2747" extrusionOk="0">
                  <a:moveTo>
                    <a:pt x="1520" y="0"/>
                  </a:moveTo>
                  <a:cubicBezTo>
                    <a:pt x="848" y="0"/>
                    <a:pt x="272" y="488"/>
                    <a:pt x="164" y="1146"/>
                  </a:cubicBezTo>
                  <a:lnTo>
                    <a:pt x="123" y="1417"/>
                  </a:lnTo>
                  <a:cubicBezTo>
                    <a:pt x="1" y="2109"/>
                    <a:pt x="543" y="2746"/>
                    <a:pt x="1249" y="2746"/>
                  </a:cubicBezTo>
                  <a:lnTo>
                    <a:pt x="3120" y="2746"/>
                  </a:lnTo>
                  <a:cubicBezTo>
                    <a:pt x="3832" y="2746"/>
                    <a:pt x="4368" y="2116"/>
                    <a:pt x="4252" y="1417"/>
                  </a:cubicBezTo>
                  <a:lnTo>
                    <a:pt x="4212" y="1146"/>
                  </a:lnTo>
                  <a:cubicBezTo>
                    <a:pt x="4096" y="488"/>
                    <a:pt x="3527" y="0"/>
                    <a:pt x="2856" y="0"/>
                  </a:cubicBezTo>
                  <a:close/>
                </a:path>
              </a:pathLst>
            </a:custGeom>
            <a:solidFill>
              <a:srgbClr val="A9B4B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7" name="Google Shape;15017;p66"/>
            <p:cNvSpPr/>
            <p:nvPr/>
          </p:nvSpPr>
          <p:spPr>
            <a:xfrm>
              <a:off x="1526270" y="2270211"/>
              <a:ext cx="75437" cy="71896"/>
            </a:xfrm>
            <a:custGeom>
              <a:avLst/>
              <a:gdLst/>
              <a:ahLst/>
              <a:cxnLst/>
              <a:rect l="l" t="t" r="r" b="b"/>
              <a:pathLst>
                <a:path w="2876" h="2741" extrusionOk="0">
                  <a:moveTo>
                    <a:pt x="1506" y="1"/>
                  </a:moveTo>
                  <a:cubicBezTo>
                    <a:pt x="841" y="1"/>
                    <a:pt x="271" y="487"/>
                    <a:pt x="164" y="1147"/>
                  </a:cubicBezTo>
                  <a:lnTo>
                    <a:pt x="116" y="1411"/>
                  </a:lnTo>
                  <a:cubicBezTo>
                    <a:pt x="1" y="2110"/>
                    <a:pt x="537" y="2740"/>
                    <a:pt x="1249" y="2740"/>
                  </a:cubicBezTo>
                  <a:lnTo>
                    <a:pt x="1777" y="2740"/>
                  </a:lnTo>
                  <a:cubicBezTo>
                    <a:pt x="1547" y="2421"/>
                    <a:pt x="1452" y="2028"/>
                    <a:pt x="1513" y="1642"/>
                  </a:cubicBezTo>
                  <a:lnTo>
                    <a:pt x="1560" y="1330"/>
                  </a:lnTo>
                  <a:cubicBezTo>
                    <a:pt x="1669" y="577"/>
                    <a:pt x="2218" y="21"/>
                    <a:pt x="2876" y="1"/>
                  </a:cubicBezTo>
                  <a:lnTo>
                    <a:pt x="1520" y="1"/>
                  </a:lnTo>
                  <a:cubicBezTo>
                    <a:pt x="1515" y="1"/>
                    <a:pt x="1511" y="1"/>
                    <a:pt x="1506" y="1"/>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8" name="Google Shape;15018;p66"/>
            <p:cNvSpPr/>
            <p:nvPr/>
          </p:nvSpPr>
          <p:spPr>
            <a:xfrm>
              <a:off x="1547621" y="2287628"/>
              <a:ext cx="19463" cy="24420"/>
            </a:xfrm>
            <a:custGeom>
              <a:avLst/>
              <a:gdLst/>
              <a:ahLst/>
              <a:cxnLst/>
              <a:rect l="l" t="t" r="r" b="b"/>
              <a:pathLst>
                <a:path w="742" h="931" extrusionOk="0">
                  <a:moveTo>
                    <a:pt x="406" y="1"/>
                  </a:moveTo>
                  <a:cubicBezTo>
                    <a:pt x="344" y="1"/>
                    <a:pt x="281" y="28"/>
                    <a:pt x="231" y="96"/>
                  </a:cubicBezTo>
                  <a:cubicBezTo>
                    <a:pt x="82" y="266"/>
                    <a:pt x="1" y="483"/>
                    <a:pt x="1" y="706"/>
                  </a:cubicBezTo>
                  <a:cubicBezTo>
                    <a:pt x="1" y="829"/>
                    <a:pt x="102" y="930"/>
                    <a:pt x="231" y="930"/>
                  </a:cubicBezTo>
                  <a:cubicBezTo>
                    <a:pt x="353" y="930"/>
                    <a:pt x="455" y="829"/>
                    <a:pt x="455" y="706"/>
                  </a:cubicBezTo>
                  <a:cubicBezTo>
                    <a:pt x="455" y="591"/>
                    <a:pt x="502" y="476"/>
                    <a:pt x="577" y="395"/>
                  </a:cubicBezTo>
                  <a:cubicBezTo>
                    <a:pt x="742" y="220"/>
                    <a:pt x="579" y="1"/>
                    <a:pt x="406"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19" name="Google Shape;15019;p66"/>
            <p:cNvSpPr/>
            <p:nvPr/>
          </p:nvSpPr>
          <p:spPr>
            <a:xfrm>
              <a:off x="1600029" y="2287628"/>
              <a:ext cx="19463" cy="24420"/>
            </a:xfrm>
            <a:custGeom>
              <a:avLst/>
              <a:gdLst/>
              <a:ahLst/>
              <a:cxnLst/>
              <a:rect l="l" t="t" r="r" b="b"/>
              <a:pathLst>
                <a:path w="742" h="931" extrusionOk="0">
                  <a:moveTo>
                    <a:pt x="337" y="1"/>
                  </a:moveTo>
                  <a:cubicBezTo>
                    <a:pt x="164" y="1"/>
                    <a:pt x="1" y="220"/>
                    <a:pt x="166" y="395"/>
                  </a:cubicBezTo>
                  <a:cubicBezTo>
                    <a:pt x="240" y="476"/>
                    <a:pt x="288" y="591"/>
                    <a:pt x="288" y="706"/>
                  </a:cubicBezTo>
                  <a:cubicBezTo>
                    <a:pt x="288" y="829"/>
                    <a:pt x="389" y="930"/>
                    <a:pt x="518" y="930"/>
                  </a:cubicBezTo>
                  <a:cubicBezTo>
                    <a:pt x="640" y="930"/>
                    <a:pt x="742" y="829"/>
                    <a:pt x="742" y="706"/>
                  </a:cubicBezTo>
                  <a:cubicBezTo>
                    <a:pt x="742" y="483"/>
                    <a:pt x="661" y="266"/>
                    <a:pt x="511" y="96"/>
                  </a:cubicBezTo>
                  <a:cubicBezTo>
                    <a:pt x="461" y="28"/>
                    <a:pt x="398" y="1"/>
                    <a:pt x="337" y="1"/>
                  </a:cubicBezTo>
                  <a:close/>
                </a:path>
              </a:pathLst>
            </a:custGeom>
            <a:solidFill>
              <a:srgbClr val="46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0" name="Google Shape;15020;p66"/>
            <p:cNvSpPr/>
            <p:nvPr/>
          </p:nvSpPr>
          <p:spPr>
            <a:xfrm>
              <a:off x="1499594" y="2126156"/>
              <a:ext cx="35961" cy="41994"/>
            </a:xfrm>
            <a:custGeom>
              <a:avLst/>
              <a:gdLst/>
              <a:ahLst/>
              <a:cxnLst/>
              <a:rect l="l" t="t" r="r" b="b"/>
              <a:pathLst>
                <a:path w="1371" h="1601" extrusionOk="0">
                  <a:moveTo>
                    <a:pt x="686" y="1"/>
                  </a:moveTo>
                  <a:cubicBezTo>
                    <a:pt x="306" y="1"/>
                    <a:pt x="1" y="312"/>
                    <a:pt x="1" y="685"/>
                  </a:cubicBezTo>
                  <a:lnTo>
                    <a:pt x="1" y="916"/>
                  </a:lnTo>
                  <a:cubicBezTo>
                    <a:pt x="1" y="1296"/>
                    <a:pt x="306" y="1601"/>
                    <a:pt x="686" y="1601"/>
                  </a:cubicBezTo>
                  <a:cubicBezTo>
                    <a:pt x="1065" y="1601"/>
                    <a:pt x="1370" y="1296"/>
                    <a:pt x="1370" y="923"/>
                  </a:cubicBezTo>
                  <a:lnTo>
                    <a:pt x="1370" y="685"/>
                  </a:lnTo>
                  <a:cubicBezTo>
                    <a:pt x="1370" y="312"/>
                    <a:pt x="1065" y="1"/>
                    <a:pt x="686"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1" name="Google Shape;15021;p66"/>
            <p:cNvSpPr/>
            <p:nvPr/>
          </p:nvSpPr>
          <p:spPr>
            <a:xfrm>
              <a:off x="1517561" y="2126156"/>
              <a:ext cx="17994" cy="30086"/>
            </a:xfrm>
            <a:custGeom>
              <a:avLst/>
              <a:gdLst/>
              <a:ahLst/>
              <a:cxnLst/>
              <a:rect l="l" t="t" r="r" b="b"/>
              <a:pathLst>
                <a:path w="686" h="1147" extrusionOk="0">
                  <a:moveTo>
                    <a:pt x="1" y="1"/>
                  </a:moveTo>
                  <a:lnTo>
                    <a:pt x="1" y="801"/>
                  </a:lnTo>
                  <a:cubicBezTo>
                    <a:pt x="1" y="1031"/>
                    <a:pt x="172" y="1146"/>
                    <a:pt x="343" y="1146"/>
                  </a:cubicBezTo>
                  <a:cubicBezTo>
                    <a:pt x="514" y="1146"/>
                    <a:pt x="685" y="1031"/>
                    <a:pt x="685" y="801"/>
                  </a:cubicBezTo>
                  <a:lnTo>
                    <a:pt x="685" y="685"/>
                  </a:lnTo>
                  <a:cubicBezTo>
                    <a:pt x="685" y="312"/>
                    <a:pt x="380" y="1"/>
                    <a:pt x="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2" name="Google Shape;15022;p66"/>
            <p:cNvSpPr/>
            <p:nvPr/>
          </p:nvSpPr>
          <p:spPr>
            <a:xfrm>
              <a:off x="1511686" y="2132215"/>
              <a:ext cx="11961" cy="11935"/>
            </a:xfrm>
            <a:custGeom>
              <a:avLst/>
              <a:gdLst/>
              <a:ahLst/>
              <a:cxnLst/>
              <a:rect l="l" t="t" r="r" b="b"/>
              <a:pathLst>
                <a:path w="456" h="455" extrusionOk="0">
                  <a:moveTo>
                    <a:pt x="225" y="0"/>
                  </a:moveTo>
                  <a:cubicBezTo>
                    <a:pt x="103" y="0"/>
                    <a:pt x="1" y="102"/>
                    <a:pt x="1" y="231"/>
                  </a:cubicBezTo>
                  <a:cubicBezTo>
                    <a:pt x="1" y="353"/>
                    <a:pt x="103" y="454"/>
                    <a:pt x="225" y="454"/>
                  </a:cubicBezTo>
                  <a:cubicBezTo>
                    <a:pt x="353" y="454"/>
                    <a:pt x="455" y="353"/>
                    <a:pt x="455" y="231"/>
                  </a:cubicBezTo>
                  <a:cubicBezTo>
                    <a:pt x="455" y="102"/>
                    <a:pt x="353" y="0"/>
                    <a:pt x="22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3" name="Google Shape;15023;p66"/>
            <p:cNvSpPr/>
            <p:nvPr/>
          </p:nvSpPr>
          <p:spPr>
            <a:xfrm>
              <a:off x="1631583" y="2126156"/>
              <a:ext cx="35935" cy="41994"/>
            </a:xfrm>
            <a:custGeom>
              <a:avLst/>
              <a:gdLst/>
              <a:ahLst/>
              <a:cxnLst/>
              <a:rect l="l" t="t" r="r" b="b"/>
              <a:pathLst>
                <a:path w="1370" h="1601" extrusionOk="0">
                  <a:moveTo>
                    <a:pt x="685" y="1"/>
                  </a:moveTo>
                  <a:cubicBezTo>
                    <a:pt x="305" y="1"/>
                    <a:pt x="0" y="312"/>
                    <a:pt x="0" y="685"/>
                  </a:cubicBezTo>
                  <a:lnTo>
                    <a:pt x="0" y="916"/>
                  </a:lnTo>
                  <a:cubicBezTo>
                    <a:pt x="0" y="1296"/>
                    <a:pt x="305" y="1601"/>
                    <a:pt x="685" y="1601"/>
                  </a:cubicBezTo>
                  <a:cubicBezTo>
                    <a:pt x="1065" y="1601"/>
                    <a:pt x="1370" y="1296"/>
                    <a:pt x="1370" y="923"/>
                  </a:cubicBezTo>
                  <a:lnTo>
                    <a:pt x="1370" y="685"/>
                  </a:lnTo>
                  <a:cubicBezTo>
                    <a:pt x="1370" y="312"/>
                    <a:pt x="1065"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4" name="Google Shape;15024;p66"/>
            <p:cNvSpPr/>
            <p:nvPr/>
          </p:nvSpPr>
          <p:spPr>
            <a:xfrm>
              <a:off x="1649525" y="2126156"/>
              <a:ext cx="17994" cy="30086"/>
            </a:xfrm>
            <a:custGeom>
              <a:avLst/>
              <a:gdLst/>
              <a:ahLst/>
              <a:cxnLst/>
              <a:rect l="l" t="t" r="r" b="b"/>
              <a:pathLst>
                <a:path w="686" h="1147" extrusionOk="0">
                  <a:moveTo>
                    <a:pt x="1" y="1"/>
                  </a:moveTo>
                  <a:lnTo>
                    <a:pt x="1" y="801"/>
                  </a:lnTo>
                  <a:cubicBezTo>
                    <a:pt x="1" y="1031"/>
                    <a:pt x="172" y="1146"/>
                    <a:pt x="343" y="1146"/>
                  </a:cubicBezTo>
                  <a:cubicBezTo>
                    <a:pt x="515" y="1146"/>
                    <a:pt x="686" y="1031"/>
                    <a:pt x="686" y="801"/>
                  </a:cubicBezTo>
                  <a:lnTo>
                    <a:pt x="686" y="685"/>
                  </a:lnTo>
                  <a:cubicBezTo>
                    <a:pt x="686" y="312"/>
                    <a:pt x="381" y="1"/>
                    <a:pt x="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5" name="Google Shape;15025;p66"/>
            <p:cNvSpPr/>
            <p:nvPr/>
          </p:nvSpPr>
          <p:spPr>
            <a:xfrm>
              <a:off x="1643492" y="2132215"/>
              <a:ext cx="12118" cy="11935"/>
            </a:xfrm>
            <a:custGeom>
              <a:avLst/>
              <a:gdLst/>
              <a:ahLst/>
              <a:cxnLst/>
              <a:rect l="l" t="t" r="r" b="b"/>
              <a:pathLst>
                <a:path w="462" h="455" extrusionOk="0">
                  <a:moveTo>
                    <a:pt x="231" y="0"/>
                  </a:moveTo>
                  <a:cubicBezTo>
                    <a:pt x="102" y="0"/>
                    <a:pt x="0" y="102"/>
                    <a:pt x="0" y="231"/>
                  </a:cubicBezTo>
                  <a:cubicBezTo>
                    <a:pt x="0" y="353"/>
                    <a:pt x="102" y="454"/>
                    <a:pt x="231" y="454"/>
                  </a:cubicBezTo>
                  <a:cubicBezTo>
                    <a:pt x="360" y="454"/>
                    <a:pt x="461" y="353"/>
                    <a:pt x="461" y="231"/>
                  </a:cubicBezTo>
                  <a:cubicBezTo>
                    <a:pt x="461" y="102"/>
                    <a:pt x="360"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6" name="Google Shape;15026;p66"/>
            <p:cNvSpPr/>
            <p:nvPr/>
          </p:nvSpPr>
          <p:spPr>
            <a:xfrm>
              <a:off x="1483410" y="2012370"/>
              <a:ext cx="190876" cy="73077"/>
            </a:xfrm>
            <a:custGeom>
              <a:avLst/>
              <a:gdLst/>
              <a:ahLst/>
              <a:cxnLst/>
              <a:rect l="l" t="t" r="r" b="b"/>
              <a:pathLst>
                <a:path w="7277" h="2786" extrusionOk="0">
                  <a:moveTo>
                    <a:pt x="3823" y="0"/>
                  </a:moveTo>
                  <a:cubicBezTo>
                    <a:pt x="2307" y="0"/>
                    <a:pt x="800" y="786"/>
                    <a:pt x="1" y="2304"/>
                  </a:cubicBezTo>
                  <a:cubicBezTo>
                    <a:pt x="172" y="2313"/>
                    <a:pt x="407" y="2321"/>
                    <a:pt x="681" y="2321"/>
                  </a:cubicBezTo>
                  <a:cubicBezTo>
                    <a:pt x="1536" y="2321"/>
                    <a:pt x="2766" y="2241"/>
                    <a:pt x="3588" y="1830"/>
                  </a:cubicBezTo>
                  <a:lnTo>
                    <a:pt x="3588" y="1830"/>
                  </a:lnTo>
                  <a:lnTo>
                    <a:pt x="3364" y="2745"/>
                  </a:lnTo>
                  <a:cubicBezTo>
                    <a:pt x="3364" y="2745"/>
                    <a:pt x="4964" y="2515"/>
                    <a:pt x="5873" y="1830"/>
                  </a:cubicBezTo>
                  <a:cubicBezTo>
                    <a:pt x="5988" y="2135"/>
                    <a:pt x="6069" y="2460"/>
                    <a:pt x="6103" y="2786"/>
                  </a:cubicBezTo>
                  <a:cubicBezTo>
                    <a:pt x="6619" y="2603"/>
                    <a:pt x="7039" y="2223"/>
                    <a:pt x="7276" y="1735"/>
                  </a:cubicBezTo>
                  <a:cubicBezTo>
                    <a:pt x="6405" y="567"/>
                    <a:pt x="5111" y="0"/>
                    <a:pt x="3823" y="0"/>
                  </a:cubicBezTo>
                  <a:close/>
                </a:path>
              </a:pathLst>
            </a:custGeom>
            <a:solidFill>
              <a:srgbClr val="D1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27" name="Google Shape;15027;p66"/>
            <p:cNvSpPr/>
            <p:nvPr/>
          </p:nvSpPr>
          <p:spPr>
            <a:xfrm>
              <a:off x="1483410" y="2012869"/>
              <a:ext cx="89838" cy="60460"/>
            </a:xfrm>
            <a:custGeom>
              <a:avLst/>
              <a:gdLst/>
              <a:ahLst/>
              <a:cxnLst/>
              <a:rect l="l" t="t" r="r" b="b"/>
              <a:pathLst>
                <a:path w="3425" h="2305" extrusionOk="0">
                  <a:moveTo>
                    <a:pt x="3425" y="0"/>
                  </a:moveTo>
                  <a:lnTo>
                    <a:pt x="3425" y="0"/>
                  </a:lnTo>
                  <a:cubicBezTo>
                    <a:pt x="1967" y="136"/>
                    <a:pt x="679" y="997"/>
                    <a:pt x="1" y="2285"/>
                  </a:cubicBezTo>
                  <a:cubicBezTo>
                    <a:pt x="232" y="2298"/>
                    <a:pt x="464" y="2304"/>
                    <a:pt x="696" y="2304"/>
                  </a:cubicBezTo>
                  <a:cubicBezTo>
                    <a:pt x="979" y="2304"/>
                    <a:pt x="1263" y="2294"/>
                    <a:pt x="1547" y="2272"/>
                  </a:cubicBezTo>
                  <a:cubicBezTo>
                    <a:pt x="1906" y="1329"/>
                    <a:pt x="2564" y="529"/>
                    <a:pt x="3425" y="0"/>
                  </a:cubicBezTo>
                  <a:close/>
                </a:path>
              </a:pathLst>
            </a:custGeom>
            <a:solidFill>
              <a:srgbClr val="BECBD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28" name="Google Shape;15028;p66"/>
          <p:cNvGrpSpPr/>
          <p:nvPr/>
        </p:nvGrpSpPr>
        <p:grpSpPr>
          <a:xfrm>
            <a:off x="2465836" y="1588390"/>
            <a:ext cx="370158" cy="370158"/>
            <a:chOff x="2492924" y="1512190"/>
            <a:chExt cx="370158" cy="370158"/>
          </a:xfrm>
        </p:grpSpPr>
        <p:sp>
          <p:nvSpPr>
            <p:cNvPr id="15029" name="Google Shape;15029;p66"/>
            <p:cNvSpPr/>
            <p:nvPr/>
          </p:nvSpPr>
          <p:spPr>
            <a:xfrm>
              <a:off x="2492924" y="1512190"/>
              <a:ext cx="370158" cy="370158"/>
            </a:xfrm>
            <a:custGeom>
              <a:avLst/>
              <a:gdLst/>
              <a:ahLst/>
              <a:cxnLst/>
              <a:rect l="l" t="t" r="r" b="b"/>
              <a:pathLst>
                <a:path w="14112" h="14112" extrusionOk="0">
                  <a:moveTo>
                    <a:pt x="8382" y="1"/>
                  </a:moveTo>
                  <a:cubicBezTo>
                    <a:pt x="7996" y="1"/>
                    <a:pt x="7617" y="96"/>
                    <a:pt x="7283" y="286"/>
                  </a:cubicBezTo>
                  <a:cubicBezTo>
                    <a:pt x="7215" y="326"/>
                    <a:pt x="7134" y="354"/>
                    <a:pt x="7053" y="354"/>
                  </a:cubicBezTo>
                  <a:cubicBezTo>
                    <a:pt x="6971" y="354"/>
                    <a:pt x="6897" y="326"/>
                    <a:pt x="6822" y="286"/>
                  </a:cubicBezTo>
                  <a:cubicBezTo>
                    <a:pt x="6487" y="102"/>
                    <a:pt x="6114" y="1"/>
                    <a:pt x="5727" y="1"/>
                  </a:cubicBezTo>
                  <a:cubicBezTo>
                    <a:pt x="5715" y="1"/>
                    <a:pt x="5702" y="1"/>
                    <a:pt x="5690" y="1"/>
                  </a:cubicBezTo>
                  <a:cubicBezTo>
                    <a:pt x="5052" y="8"/>
                    <a:pt x="4428" y="164"/>
                    <a:pt x="3872" y="455"/>
                  </a:cubicBezTo>
                  <a:lnTo>
                    <a:pt x="4327" y="910"/>
                  </a:lnTo>
                  <a:cubicBezTo>
                    <a:pt x="3872" y="1018"/>
                    <a:pt x="3432" y="1181"/>
                    <a:pt x="3018" y="1405"/>
                  </a:cubicBezTo>
                  <a:cubicBezTo>
                    <a:pt x="1133" y="2395"/>
                    <a:pt x="231" y="4551"/>
                    <a:pt x="231" y="4551"/>
                  </a:cubicBezTo>
                  <a:lnTo>
                    <a:pt x="1140" y="4551"/>
                  </a:lnTo>
                  <a:cubicBezTo>
                    <a:pt x="1" y="6368"/>
                    <a:pt x="1" y="8877"/>
                    <a:pt x="1" y="8877"/>
                  </a:cubicBezTo>
                  <a:lnTo>
                    <a:pt x="686" y="8646"/>
                  </a:lnTo>
                  <a:cubicBezTo>
                    <a:pt x="686" y="8646"/>
                    <a:pt x="686" y="10694"/>
                    <a:pt x="1594" y="12064"/>
                  </a:cubicBezTo>
                  <a:lnTo>
                    <a:pt x="2279" y="11609"/>
                  </a:lnTo>
                  <a:cubicBezTo>
                    <a:pt x="2279" y="11609"/>
                    <a:pt x="2964" y="12742"/>
                    <a:pt x="4103" y="13427"/>
                  </a:cubicBezTo>
                  <a:lnTo>
                    <a:pt x="4551" y="12972"/>
                  </a:lnTo>
                  <a:cubicBezTo>
                    <a:pt x="4551" y="12972"/>
                    <a:pt x="5690" y="13881"/>
                    <a:pt x="7053" y="14111"/>
                  </a:cubicBezTo>
                  <a:cubicBezTo>
                    <a:pt x="8422" y="13881"/>
                    <a:pt x="9561" y="12972"/>
                    <a:pt x="9561" y="12972"/>
                  </a:cubicBezTo>
                  <a:lnTo>
                    <a:pt x="10009" y="13427"/>
                  </a:lnTo>
                  <a:cubicBezTo>
                    <a:pt x="11148" y="12742"/>
                    <a:pt x="11833" y="11603"/>
                    <a:pt x="11833" y="11603"/>
                  </a:cubicBezTo>
                  <a:lnTo>
                    <a:pt x="12511" y="12057"/>
                  </a:lnTo>
                  <a:cubicBezTo>
                    <a:pt x="13426" y="10694"/>
                    <a:pt x="13426" y="8646"/>
                    <a:pt x="13426" y="8646"/>
                  </a:cubicBezTo>
                  <a:lnTo>
                    <a:pt x="14111" y="8877"/>
                  </a:lnTo>
                  <a:cubicBezTo>
                    <a:pt x="14111" y="8877"/>
                    <a:pt x="14111" y="6375"/>
                    <a:pt x="12972" y="4551"/>
                  </a:cubicBezTo>
                  <a:lnTo>
                    <a:pt x="13887" y="4551"/>
                  </a:lnTo>
                  <a:cubicBezTo>
                    <a:pt x="13887" y="4551"/>
                    <a:pt x="12986" y="2395"/>
                    <a:pt x="11094" y="1405"/>
                  </a:cubicBezTo>
                  <a:cubicBezTo>
                    <a:pt x="10680" y="1181"/>
                    <a:pt x="10239" y="1018"/>
                    <a:pt x="9785" y="910"/>
                  </a:cubicBezTo>
                  <a:lnTo>
                    <a:pt x="10246" y="455"/>
                  </a:lnTo>
                  <a:cubicBezTo>
                    <a:pt x="9683" y="164"/>
                    <a:pt x="9060" y="8"/>
                    <a:pt x="8422" y="1"/>
                  </a:cubicBezTo>
                  <a:cubicBezTo>
                    <a:pt x="8409" y="1"/>
                    <a:pt x="8396" y="1"/>
                    <a:pt x="8382"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0" name="Google Shape;15030;p66"/>
            <p:cNvSpPr/>
            <p:nvPr/>
          </p:nvSpPr>
          <p:spPr>
            <a:xfrm>
              <a:off x="2492924" y="1512190"/>
              <a:ext cx="185000" cy="369974"/>
            </a:xfrm>
            <a:custGeom>
              <a:avLst/>
              <a:gdLst/>
              <a:ahLst/>
              <a:cxnLst/>
              <a:rect l="l" t="t" r="r" b="b"/>
              <a:pathLst>
                <a:path w="7053" h="14105" extrusionOk="0">
                  <a:moveTo>
                    <a:pt x="5727" y="1"/>
                  </a:moveTo>
                  <a:cubicBezTo>
                    <a:pt x="5715" y="1"/>
                    <a:pt x="5702" y="1"/>
                    <a:pt x="5690" y="1"/>
                  </a:cubicBezTo>
                  <a:cubicBezTo>
                    <a:pt x="5052" y="8"/>
                    <a:pt x="4428" y="164"/>
                    <a:pt x="3872" y="455"/>
                  </a:cubicBezTo>
                  <a:lnTo>
                    <a:pt x="4327" y="910"/>
                  </a:lnTo>
                  <a:cubicBezTo>
                    <a:pt x="3872" y="1018"/>
                    <a:pt x="3432" y="1181"/>
                    <a:pt x="3018" y="1405"/>
                  </a:cubicBezTo>
                  <a:cubicBezTo>
                    <a:pt x="1133" y="2395"/>
                    <a:pt x="231" y="4551"/>
                    <a:pt x="231" y="4551"/>
                  </a:cubicBezTo>
                  <a:lnTo>
                    <a:pt x="1140" y="4551"/>
                  </a:lnTo>
                  <a:cubicBezTo>
                    <a:pt x="1" y="6375"/>
                    <a:pt x="1" y="8877"/>
                    <a:pt x="1" y="8877"/>
                  </a:cubicBezTo>
                  <a:lnTo>
                    <a:pt x="686" y="8646"/>
                  </a:lnTo>
                  <a:cubicBezTo>
                    <a:pt x="686" y="8646"/>
                    <a:pt x="686" y="10694"/>
                    <a:pt x="1594" y="12064"/>
                  </a:cubicBezTo>
                  <a:lnTo>
                    <a:pt x="2279" y="11603"/>
                  </a:lnTo>
                  <a:cubicBezTo>
                    <a:pt x="2279" y="11603"/>
                    <a:pt x="2957" y="12742"/>
                    <a:pt x="4096" y="13427"/>
                  </a:cubicBezTo>
                  <a:lnTo>
                    <a:pt x="4551" y="12972"/>
                  </a:lnTo>
                  <a:cubicBezTo>
                    <a:pt x="4551" y="12972"/>
                    <a:pt x="5689" y="13880"/>
                    <a:pt x="7052" y="14104"/>
                  </a:cubicBezTo>
                  <a:lnTo>
                    <a:pt x="7052" y="14104"/>
                  </a:lnTo>
                  <a:cubicBezTo>
                    <a:pt x="7005" y="14089"/>
                    <a:pt x="5401" y="13269"/>
                    <a:pt x="5161" y="2510"/>
                  </a:cubicBezTo>
                  <a:cubicBezTo>
                    <a:pt x="5161" y="2510"/>
                    <a:pt x="5819" y="1167"/>
                    <a:pt x="6924" y="333"/>
                  </a:cubicBezTo>
                  <a:cubicBezTo>
                    <a:pt x="6890" y="320"/>
                    <a:pt x="6856" y="306"/>
                    <a:pt x="6822" y="286"/>
                  </a:cubicBezTo>
                  <a:cubicBezTo>
                    <a:pt x="6487" y="102"/>
                    <a:pt x="6114" y="1"/>
                    <a:pt x="5727" y="1"/>
                  </a:cubicBezTo>
                  <a:close/>
                  <a:moveTo>
                    <a:pt x="7052" y="14104"/>
                  </a:moveTo>
                  <a:lnTo>
                    <a:pt x="7052" y="14104"/>
                  </a:lnTo>
                  <a:cubicBezTo>
                    <a:pt x="7052" y="14105"/>
                    <a:pt x="7052" y="14105"/>
                    <a:pt x="7052" y="14105"/>
                  </a:cubicBezTo>
                  <a:cubicBezTo>
                    <a:pt x="7053" y="14105"/>
                    <a:pt x="7053" y="14105"/>
                    <a:pt x="7053" y="14105"/>
                  </a:cubicBezTo>
                  <a:cubicBezTo>
                    <a:pt x="7052" y="14105"/>
                    <a:pt x="7052" y="14104"/>
                    <a:pt x="7052" y="14104"/>
                  </a:cubicBezTo>
                  <a:close/>
                </a:path>
              </a:pathLst>
            </a:custGeom>
            <a:solidFill>
              <a:srgbClr val="49627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1" name="Google Shape;15031;p66"/>
            <p:cNvSpPr/>
            <p:nvPr/>
          </p:nvSpPr>
          <p:spPr>
            <a:xfrm>
              <a:off x="2725033" y="1548047"/>
              <a:ext cx="91307" cy="91175"/>
            </a:xfrm>
            <a:custGeom>
              <a:avLst/>
              <a:gdLst/>
              <a:ahLst/>
              <a:cxnLst/>
              <a:rect l="l" t="t" r="r" b="b"/>
              <a:pathLst>
                <a:path w="3481" h="3476" extrusionOk="0">
                  <a:moveTo>
                    <a:pt x="2619" y="1"/>
                  </a:moveTo>
                  <a:cubicBezTo>
                    <a:pt x="2565" y="1"/>
                    <a:pt x="2510" y="6"/>
                    <a:pt x="2455" y="17"/>
                  </a:cubicBezTo>
                  <a:cubicBezTo>
                    <a:pt x="1879" y="126"/>
                    <a:pt x="841" y="600"/>
                    <a:pt x="0" y="1265"/>
                  </a:cubicBezTo>
                  <a:lnTo>
                    <a:pt x="2191" y="3475"/>
                  </a:lnTo>
                  <a:cubicBezTo>
                    <a:pt x="2875" y="2770"/>
                    <a:pt x="3370" y="1570"/>
                    <a:pt x="3438" y="892"/>
                  </a:cubicBezTo>
                  <a:cubicBezTo>
                    <a:pt x="3481" y="405"/>
                    <a:pt x="3087" y="1"/>
                    <a:pt x="2619"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2" name="Google Shape;15032;p66"/>
            <p:cNvSpPr/>
            <p:nvPr/>
          </p:nvSpPr>
          <p:spPr>
            <a:xfrm>
              <a:off x="2740509" y="1563732"/>
              <a:ext cx="66782" cy="71739"/>
            </a:xfrm>
            <a:custGeom>
              <a:avLst/>
              <a:gdLst/>
              <a:ahLst/>
              <a:cxnLst/>
              <a:rect l="l" t="t" r="r" b="b"/>
              <a:pathLst>
                <a:path w="2546" h="2735" extrusionOk="0">
                  <a:moveTo>
                    <a:pt x="2055" y="1"/>
                  </a:moveTo>
                  <a:cubicBezTo>
                    <a:pt x="2044" y="1"/>
                    <a:pt x="2032" y="1"/>
                    <a:pt x="2021" y="2"/>
                  </a:cubicBezTo>
                  <a:cubicBezTo>
                    <a:pt x="1729" y="29"/>
                    <a:pt x="699" y="735"/>
                    <a:pt x="0" y="1264"/>
                  </a:cubicBezTo>
                  <a:lnTo>
                    <a:pt x="1465" y="2735"/>
                  </a:lnTo>
                  <a:cubicBezTo>
                    <a:pt x="1885" y="2118"/>
                    <a:pt x="2313" y="1331"/>
                    <a:pt x="2421" y="911"/>
                  </a:cubicBezTo>
                  <a:cubicBezTo>
                    <a:pt x="2545" y="440"/>
                    <a:pt x="2360" y="1"/>
                    <a:pt x="2055" y="1"/>
                  </a:cubicBezTo>
                  <a:close/>
                </a:path>
              </a:pathLst>
            </a:custGeom>
            <a:solidFill>
              <a:srgbClr val="B6C5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3" name="Google Shape;15033;p66"/>
            <p:cNvSpPr/>
            <p:nvPr/>
          </p:nvSpPr>
          <p:spPr>
            <a:xfrm>
              <a:off x="2539666" y="1548047"/>
              <a:ext cx="91307" cy="91175"/>
            </a:xfrm>
            <a:custGeom>
              <a:avLst/>
              <a:gdLst/>
              <a:ahLst/>
              <a:cxnLst/>
              <a:rect l="l" t="t" r="r" b="b"/>
              <a:pathLst>
                <a:path w="3481" h="3476" extrusionOk="0">
                  <a:moveTo>
                    <a:pt x="860" y="1"/>
                  </a:moveTo>
                  <a:cubicBezTo>
                    <a:pt x="388" y="1"/>
                    <a:pt x="0" y="405"/>
                    <a:pt x="43" y="892"/>
                  </a:cubicBezTo>
                  <a:cubicBezTo>
                    <a:pt x="111" y="1570"/>
                    <a:pt x="605" y="2770"/>
                    <a:pt x="1290" y="3475"/>
                  </a:cubicBezTo>
                  <a:lnTo>
                    <a:pt x="3480" y="1272"/>
                  </a:lnTo>
                  <a:cubicBezTo>
                    <a:pt x="2640" y="600"/>
                    <a:pt x="1595" y="126"/>
                    <a:pt x="1026" y="17"/>
                  </a:cubicBezTo>
                  <a:cubicBezTo>
                    <a:pt x="970" y="6"/>
                    <a:pt x="915" y="1"/>
                    <a:pt x="860"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4" name="Google Shape;15034;p66"/>
            <p:cNvSpPr/>
            <p:nvPr/>
          </p:nvSpPr>
          <p:spPr>
            <a:xfrm>
              <a:off x="2548532" y="1563732"/>
              <a:ext cx="66782" cy="71739"/>
            </a:xfrm>
            <a:custGeom>
              <a:avLst/>
              <a:gdLst/>
              <a:ahLst/>
              <a:cxnLst/>
              <a:rect l="l" t="t" r="r" b="b"/>
              <a:pathLst>
                <a:path w="2546" h="2735" extrusionOk="0">
                  <a:moveTo>
                    <a:pt x="497" y="1"/>
                  </a:moveTo>
                  <a:cubicBezTo>
                    <a:pt x="186" y="1"/>
                    <a:pt x="1" y="440"/>
                    <a:pt x="125" y="911"/>
                  </a:cubicBezTo>
                  <a:cubicBezTo>
                    <a:pt x="240" y="1331"/>
                    <a:pt x="661" y="2118"/>
                    <a:pt x="1088" y="2735"/>
                  </a:cubicBezTo>
                  <a:lnTo>
                    <a:pt x="2546" y="1264"/>
                  </a:lnTo>
                  <a:cubicBezTo>
                    <a:pt x="1847" y="735"/>
                    <a:pt x="817" y="29"/>
                    <a:pt x="532" y="2"/>
                  </a:cubicBezTo>
                  <a:cubicBezTo>
                    <a:pt x="520" y="1"/>
                    <a:pt x="509" y="1"/>
                    <a:pt x="497" y="1"/>
                  </a:cubicBezTo>
                  <a:close/>
                </a:path>
              </a:pathLst>
            </a:custGeom>
            <a:solidFill>
              <a:srgbClr val="B6C5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5" name="Google Shape;15035;p66"/>
            <p:cNvSpPr/>
            <p:nvPr/>
          </p:nvSpPr>
          <p:spPr>
            <a:xfrm>
              <a:off x="2540767" y="1577975"/>
              <a:ext cx="274471" cy="250654"/>
            </a:xfrm>
            <a:custGeom>
              <a:avLst/>
              <a:gdLst/>
              <a:ahLst/>
              <a:cxnLst/>
              <a:rect l="l" t="t" r="r" b="b"/>
              <a:pathLst>
                <a:path w="10464" h="9556" extrusionOk="0">
                  <a:moveTo>
                    <a:pt x="3244" y="1"/>
                  </a:moveTo>
                  <a:cubicBezTo>
                    <a:pt x="2970" y="1"/>
                    <a:pt x="2711" y="63"/>
                    <a:pt x="2503" y="226"/>
                  </a:cubicBezTo>
                  <a:cubicBezTo>
                    <a:pt x="455" y="1819"/>
                    <a:pt x="1" y="6369"/>
                    <a:pt x="224" y="7277"/>
                  </a:cubicBezTo>
                  <a:cubicBezTo>
                    <a:pt x="394" y="7942"/>
                    <a:pt x="1818" y="9095"/>
                    <a:pt x="3411" y="9556"/>
                  </a:cubicBezTo>
                  <a:lnTo>
                    <a:pt x="7053" y="9556"/>
                  </a:lnTo>
                  <a:cubicBezTo>
                    <a:pt x="8646" y="9095"/>
                    <a:pt x="10077" y="7942"/>
                    <a:pt x="10239" y="7277"/>
                  </a:cubicBezTo>
                  <a:cubicBezTo>
                    <a:pt x="10463" y="6369"/>
                    <a:pt x="10009" y="1819"/>
                    <a:pt x="7961" y="226"/>
                  </a:cubicBezTo>
                  <a:cubicBezTo>
                    <a:pt x="7753" y="63"/>
                    <a:pt x="7494" y="1"/>
                    <a:pt x="7219" y="1"/>
                  </a:cubicBezTo>
                  <a:cubicBezTo>
                    <a:pt x="6311" y="1"/>
                    <a:pt x="5229" y="680"/>
                    <a:pt x="5229" y="680"/>
                  </a:cubicBezTo>
                  <a:cubicBezTo>
                    <a:pt x="5229" y="680"/>
                    <a:pt x="4150" y="1"/>
                    <a:pt x="3244" y="1"/>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6" name="Google Shape;15036;p66"/>
            <p:cNvSpPr/>
            <p:nvPr/>
          </p:nvSpPr>
          <p:spPr>
            <a:xfrm>
              <a:off x="2540767" y="1577949"/>
              <a:ext cx="87530" cy="229513"/>
            </a:xfrm>
            <a:custGeom>
              <a:avLst/>
              <a:gdLst/>
              <a:ahLst/>
              <a:cxnLst/>
              <a:rect l="l" t="t" r="r" b="b"/>
              <a:pathLst>
                <a:path w="3337" h="8750" extrusionOk="0">
                  <a:moveTo>
                    <a:pt x="3248" y="1"/>
                  </a:moveTo>
                  <a:cubicBezTo>
                    <a:pt x="2970" y="1"/>
                    <a:pt x="2711" y="61"/>
                    <a:pt x="2503" y="227"/>
                  </a:cubicBezTo>
                  <a:cubicBezTo>
                    <a:pt x="455" y="1820"/>
                    <a:pt x="1" y="6370"/>
                    <a:pt x="224" y="7278"/>
                  </a:cubicBezTo>
                  <a:cubicBezTo>
                    <a:pt x="326" y="7678"/>
                    <a:pt x="882" y="8255"/>
                    <a:pt x="1655" y="8750"/>
                  </a:cubicBezTo>
                  <a:cubicBezTo>
                    <a:pt x="1648" y="8709"/>
                    <a:pt x="1635" y="8662"/>
                    <a:pt x="1628" y="8621"/>
                  </a:cubicBezTo>
                  <a:cubicBezTo>
                    <a:pt x="1452" y="7529"/>
                    <a:pt x="1865" y="2688"/>
                    <a:pt x="3337" y="3"/>
                  </a:cubicBezTo>
                  <a:cubicBezTo>
                    <a:pt x="3307" y="2"/>
                    <a:pt x="3277" y="1"/>
                    <a:pt x="3248" y="1"/>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7" name="Google Shape;15037;p66"/>
            <p:cNvSpPr/>
            <p:nvPr/>
          </p:nvSpPr>
          <p:spPr>
            <a:xfrm>
              <a:off x="2544676" y="1735067"/>
              <a:ext cx="266471" cy="93562"/>
            </a:xfrm>
            <a:custGeom>
              <a:avLst/>
              <a:gdLst/>
              <a:ahLst/>
              <a:cxnLst/>
              <a:rect l="l" t="t" r="r" b="b"/>
              <a:pathLst>
                <a:path w="10159" h="3567" extrusionOk="0">
                  <a:moveTo>
                    <a:pt x="48" y="0"/>
                  </a:moveTo>
                  <a:lnTo>
                    <a:pt x="48" y="0"/>
                  </a:lnTo>
                  <a:cubicBezTo>
                    <a:pt x="1" y="597"/>
                    <a:pt x="14" y="1058"/>
                    <a:pt x="69" y="1288"/>
                  </a:cubicBezTo>
                  <a:cubicBezTo>
                    <a:pt x="238" y="1953"/>
                    <a:pt x="1662" y="3112"/>
                    <a:pt x="3256" y="3567"/>
                  </a:cubicBezTo>
                  <a:lnTo>
                    <a:pt x="6904" y="3567"/>
                  </a:lnTo>
                  <a:cubicBezTo>
                    <a:pt x="8497" y="3112"/>
                    <a:pt x="9921" y="1953"/>
                    <a:pt x="10090" y="1288"/>
                  </a:cubicBezTo>
                  <a:cubicBezTo>
                    <a:pt x="10145" y="1058"/>
                    <a:pt x="10158" y="597"/>
                    <a:pt x="10111" y="0"/>
                  </a:cubicBezTo>
                  <a:lnTo>
                    <a:pt x="10111" y="0"/>
                  </a:lnTo>
                  <a:cubicBezTo>
                    <a:pt x="10111" y="48"/>
                    <a:pt x="10097" y="102"/>
                    <a:pt x="10090" y="149"/>
                  </a:cubicBezTo>
                  <a:cubicBezTo>
                    <a:pt x="9921" y="814"/>
                    <a:pt x="8497" y="1973"/>
                    <a:pt x="6904" y="2428"/>
                  </a:cubicBezTo>
                  <a:lnTo>
                    <a:pt x="3256" y="2428"/>
                  </a:lnTo>
                  <a:cubicBezTo>
                    <a:pt x="1662" y="1966"/>
                    <a:pt x="238" y="814"/>
                    <a:pt x="69" y="149"/>
                  </a:cubicBezTo>
                  <a:cubicBezTo>
                    <a:pt x="62" y="102"/>
                    <a:pt x="48" y="48"/>
                    <a:pt x="48" y="0"/>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8" name="Google Shape;15038;p66"/>
            <p:cNvSpPr/>
            <p:nvPr/>
          </p:nvSpPr>
          <p:spPr>
            <a:xfrm>
              <a:off x="2628454" y="1810478"/>
              <a:ext cx="99097" cy="41994"/>
            </a:xfrm>
            <a:custGeom>
              <a:avLst/>
              <a:gdLst/>
              <a:ahLst/>
              <a:cxnLst/>
              <a:rect l="l" t="t" r="r" b="b"/>
              <a:pathLst>
                <a:path w="3778" h="1601" extrusionOk="0">
                  <a:moveTo>
                    <a:pt x="1886" y="0"/>
                  </a:moveTo>
                  <a:lnTo>
                    <a:pt x="1" y="319"/>
                  </a:lnTo>
                  <a:cubicBezTo>
                    <a:pt x="123" y="1058"/>
                    <a:pt x="760" y="1600"/>
                    <a:pt x="1506" y="1600"/>
                  </a:cubicBezTo>
                  <a:lnTo>
                    <a:pt x="2272" y="1600"/>
                  </a:lnTo>
                  <a:cubicBezTo>
                    <a:pt x="3011" y="1600"/>
                    <a:pt x="3649" y="1058"/>
                    <a:pt x="3777" y="325"/>
                  </a:cubicBezTo>
                  <a:lnTo>
                    <a:pt x="1886" y="0"/>
                  </a:ln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9" name="Google Shape;15039;p66"/>
            <p:cNvSpPr/>
            <p:nvPr/>
          </p:nvSpPr>
          <p:spPr>
            <a:xfrm>
              <a:off x="2606395" y="1762976"/>
              <a:ext cx="143216" cy="59621"/>
            </a:xfrm>
            <a:custGeom>
              <a:avLst/>
              <a:gdLst/>
              <a:ahLst/>
              <a:cxnLst/>
              <a:rect l="l" t="t" r="r" b="b"/>
              <a:pathLst>
                <a:path w="5460" h="2273" extrusionOk="0">
                  <a:moveTo>
                    <a:pt x="1479" y="1"/>
                  </a:moveTo>
                  <a:cubicBezTo>
                    <a:pt x="658" y="1"/>
                    <a:pt x="1" y="509"/>
                    <a:pt x="1" y="1133"/>
                  </a:cubicBezTo>
                  <a:cubicBezTo>
                    <a:pt x="1" y="1764"/>
                    <a:pt x="658" y="2272"/>
                    <a:pt x="1479" y="2272"/>
                  </a:cubicBezTo>
                  <a:cubicBezTo>
                    <a:pt x="2008" y="2272"/>
                    <a:pt x="2469" y="2055"/>
                    <a:pt x="2727" y="1736"/>
                  </a:cubicBezTo>
                  <a:cubicBezTo>
                    <a:pt x="2991" y="2062"/>
                    <a:pt x="3452" y="2272"/>
                    <a:pt x="3981" y="2272"/>
                  </a:cubicBezTo>
                  <a:cubicBezTo>
                    <a:pt x="4795" y="2272"/>
                    <a:pt x="5459" y="1764"/>
                    <a:pt x="5459" y="1133"/>
                  </a:cubicBezTo>
                  <a:cubicBezTo>
                    <a:pt x="5459" y="509"/>
                    <a:pt x="4795" y="1"/>
                    <a:pt x="3981" y="1"/>
                  </a:cubicBezTo>
                  <a:cubicBezTo>
                    <a:pt x="3452" y="1"/>
                    <a:pt x="2991" y="211"/>
                    <a:pt x="2727" y="529"/>
                  </a:cubicBezTo>
                  <a:cubicBezTo>
                    <a:pt x="2469" y="211"/>
                    <a:pt x="2008" y="1"/>
                    <a:pt x="1479"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0" name="Google Shape;15040;p66"/>
            <p:cNvSpPr/>
            <p:nvPr/>
          </p:nvSpPr>
          <p:spPr>
            <a:xfrm>
              <a:off x="2601778" y="1776353"/>
              <a:ext cx="152265" cy="51935"/>
            </a:xfrm>
            <a:custGeom>
              <a:avLst/>
              <a:gdLst/>
              <a:ahLst/>
              <a:cxnLst/>
              <a:rect l="l" t="t" r="r" b="b"/>
              <a:pathLst>
                <a:path w="5805" h="1980" extrusionOk="0">
                  <a:moveTo>
                    <a:pt x="234" y="1"/>
                  </a:moveTo>
                  <a:cubicBezTo>
                    <a:pt x="121" y="1"/>
                    <a:pt x="7" y="77"/>
                    <a:pt x="7" y="230"/>
                  </a:cubicBezTo>
                  <a:cubicBezTo>
                    <a:pt x="0" y="1193"/>
                    <a:pt x="780" y="1979"/>
                    <a:pt x="1750" y="1979"/>
                  </a:cubicBezTo>
                  <a:cubicBezTo>
                    <a:pt x="1759" y="1979"/>
                    <a:pt x="1769" y="1979"/>
                    <a:pt x="1778" y="1979"/>
                  </a:cubicBezTo>
                  <a:cubicBezTo>
                    <a:pt x="2161" y="1979"/>
                    <a:pt x="2530" y="1844"/>
                    <a:pt x="2828" y="1599"/>
                  </a:cubicBezTo>
                  <a:cubicBezTo>
                    <a:pt x="2852" y="1582"/>
                    <a:pt x="2879" y="1574"/>
                    <a:pt x="2905" y="1574"/>
                  </a:cubicBezTo>
                  <a:cubicBezTo>
                    <a:pt x="2931" y="1574"/>
                    <a:pt x="2957" y="1582"/>
                    <a:pt x="2977" y="1599"/>
                  </a:cubicBezTo>
                  <a:cubicBezTo>
                    <a:pt x="3282" y="1844"/>
                    <a:pt x="3651" y="1979"/>
                    <a:pt x="4034" y="1979"/>
                  </a:cubicBezTo>
                  <a:cubicBezTo>
                    <a:pt x="4043" y="1979"/>
                    <a:pt x="4053" y="1979"/>
                    <a:pt x="4062" y="1979"/>
                  </a:cubicBezTo>
                  <a:cubicBezTo>
                    <a:pt x="5025" y="1979"/>
                    <a:pt x="5805" y="1193"/>
                    <a:pt x="5805" y="230"/>
                  </a:cubicBezTo>
                  <a:cubicBezTo>
                    <a:pt x="5805" y="77"/>
                    <a:pt x="5691" y="1"/>
                    <a:pt x="5578" y="1"/>
                  </a:cubicBezTo>
                  <a:cubicBezTo>
                    <a:pt x="5464" y="1"/>
                    <a:pt x="5350" y="77"/>
                    <a:pt x="5350" y="230"/>
                  </a:cubicBezTo>
                  <a:cubicBezTo>
                    <a:pt x="5350" y="942"/>
                    <a:pt x="4781" y="1525"/>
                    <a:pt x="4062" y="1525"/>
                  </a:cubicBezTo>
                  <a:cubicBezTo>
                    <a:pt x="3771" y="1525"/>
                    <a:pt x="3493" y="1430"/>
                    <a:pt x="3269" y="1247"/>
                  </a:cubicBezTo>
                  <a:cubicBezTo>
                    <a:pt x="3164" y="1162"/>
                    <a:pt x="3035" y="1120"/>
                    <a:pt x="2906" y="1120"/>
                  </a:cubicBezTo>
                  <a:cubicBezTo>
                    <a:pt x="2777" y="1120"/>
                    <a:pt x="2648" y="1162"/>
                    <a:pt x="2543" y="1247"/>
                  </a:cubicBezTo>
                  <a:cubicBezTo>
                    <a:pt x="2326" y="1424"/>
                    <a:pt x="2052" y="1525"/>
                    <a:pt x="1777" y="1525"/>
                  </a:cubicBezTo>
                  <a:cubicBezTo>
                    <a:pt x="1768" y="1525"/>
                    <a:pt x="1759" y="1525"/>
                    <a:pt x="1750" y="1525"/>
                  </a:cubicBezTo>
                  <a:cubicBezTo>
                    <a:pt x="1031" y="1525"/>
                    <a:pt x="455" y="942"/>
                    <a:pt x="462" y="230"/>
                  </a:cubicBezTo>
                  <a:cubicBezTo>
                    <a:pt x="462" y="77"/>
                    <a:pt x="348" y="1"/>
                    <a:pt x="234"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1" name="Google Shape;15041;p66"/>
            <p:cNvSpPr/>
            <p:nvPr/>
          </p:nvSpPr>
          <p:spPr>
            <a:xfrm>
              <a:off x="2640022" y="1759434"/>
              <a:ext cx="75778" cy="31633"/>
            </a:xfrm>
            <a:custGeom>
              <a:avLst/>
              <a:gdLst/>
              <a:ahLst/>
              <a:cxnLst/>
              <a:rect l="l" t="t" r="r" b="b"/>
              <a:pathLst>
                <a:path w="2889" h="1206" extrusionOk="0">
                  <a:moveTo>
                    <a:pt x="407" y="0"/>
                  </a:moveTo>
                  <a:cubicBezTo>
                    <a:pt x="129" y="0"/>
                    <a:pt x="0" y="353"/>
                    <a:pt x="217" y="529"/>
                  </a:cubicBezTo>
                  <a:lnTo>
                    <a:pt x="705" y="936"/>
                  </a:lnTo>
                  <a:cubicBezTo>
                    <a:pt x="919" y="1115"/>
                    <a:pt x="1184" y="1205"/>
                    <a:pt x="1448" y="1205"/>
                  </a:cubicBezTo>
                  <a:cubicBezTo>
                    <a:pt x="1712" y="1205"/>
                    <a:pt x="1977" y="1115"/>
                    <a:pt x="2190" y="936"/>
                  </a:cubicBezTo>
                  <a:lnTo>
                    <a:pt x="2672" y="529"/>
                  </a:lnTo>
                  <a:cubicBezTo>
                    <a:pt x="2889" y="353"/>
                    <a:pt x="2767" y="0"/>
                    <a:pt x="2482"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2" name="Google Shape;15042;p66"/>
            <p:cNvSpPr/>
            <p:nvPr/>
          </p:nvSpPr>
          <p:spPr>
            <a:xfrm>
              <a:off x="2672022" y="1606697"/>
              <a:ext cx="11961" cy="60801"/>
            </a:xfrm>
            <a:custGeom>
              <a:avLst/>
              <a:gdLst/>
              <a:ahLst/>
              <a:cxnLst/>
              <a:rect l="l" t="t" r="r" b="b"/>
              <a:pathLst>
                <a:path w="456" h="2318" extrusionOk="0">
                  <a:moveTo>
                    <a:pt x="228" y="0"/>
                  </a:moveTo>
                  <a:cubicBezTo>
                    <a:pt x="114" y="0"/>
                    <a:pt x="1" y="76"/>
                    <a:pt x="1" y="229"/>
                  </a:cubicBezTo>
                  <a:lnTo>
                    <a:pt x="1" y="2087"/>
                  </a:lnTo>
                  <a:cubicBezTo>
                    <a:pt x="1" y="2216"/>
                    <a:pt x="103" y="2317"/>
                    <a:pt x="225" y="2317"/>
                  </a:cubicBezTo>
                  <a:cubicBezTo>
                    <a:pt x="353" y="2317"/>
                    <a:pt x="455" y="2216"/>
                    <a:pt x="455" y="2087"/>
                  </a:cubicBezTo>
                  <a:lnTo>
                    <a:pt x="455" y="229"/>
                  </a:lnTo>
                  <a:cubicBezTo>
                    <a:pt x="455" y="76"/>
                    <a:pt x="342" y="0"/>
                    <a:pt x="228" y="0"/>
                  </a:cubicBezTo>
                  <a:close/>
                </a:path>
              </a:pathLst>
            </a:custGeom>
            <a:solidFill>
              <a:srgbClr val="E3E8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3" name="Google Shape;15043;p66"/>
            <p:cNvSpPr/>
            <p:nvPr/>
          </p:nvSpPr>
          <p:spPr>
            <a:xfrm>
              <a:off x="2600362" y="1685256"/>
              <a:ext cx="35778" cy="41811"/>
            </a:xfrm>
            <a:custGeom>
              <a:avLst/>
              <a:gdLst/>
              <a:ahLst/>
              <a:cxnLst/>
              <a:rect l="l" t="t" r="r" b="b"/>
              <a:pathLst>
                <a:path w="1364" h="1594" extrusionOk="0">
                  <a:moveTo>
                    <a:pt x="685" y="1"/>
                  </a:moveTo>
                  <a:cubicBezTo>
                    <a:pt x="305" y="7"/>
                    <a:pt x="0" y="312"/>
                    <a:pt x="7" y="685"/>
                  </a:cubicBezTo>
                  <a:lnTo>
                    <a:pt x="7" y="916"/>
                  </a:lnTo>
                  <a:cubicBezTo>
                    <a:pt x="0" y="1289"/>
                    <a:pt x="305" y="1594"/>
                    <a:pt x="685" y="1594"/>
                  </a:cubicBezTo>
                  <a:cubicBezTo>
                    <a:pt x="1058" y="1594"/>
                    <a:pt x="1363" y="1289"/>
                    <a:pt x="1363" y="916"/>
                  </a:cubicBezTo>
                  <a:lnTo>
                    <a:pt x="1363" y="685"/>
                  </a:lnTo>
                  <a:cubicBezTo>
                    <a:pt x="1363" y="306"/>
                    <a:pt x="1058"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4" name="Google Shape;15044;p66"/>
            <p:cNvSpPr/>
            <p:nvPr/>
          </p:nvSpPr>
          <p:spPr>
            <a:xfrm>
              <a:off x="2618330" y="1685256"/>
              <a:ext cx="17810" cy="29955"/>
            </a:xfrm>
            <a:custGeom>
              <a:avLst/>
              <a:gdLst/>
              <a:ahLst/>
              <a:cxnLst/>
              <a:rect l="l" t="t" r="r" b="b"/>
              <a:pathLst>
                <a:path w="679" h="1142" extrusionOk="0">
                  <a:moveTo>
                    <a:pt x="0" y="1"/>
                  </a:moveTo>
                  <a:lnTo>
                    <a:pt x="0" y="801"/>
                  </a:lnTo>
                  <a:cubicBezTo>
                    <a:pt x="0" y="1028"/>
                    <a:pt x="170" y="1141"/>
                    <a:pt x="339" y="1141"/>
                  </a:cubicBezTo>
                  <a:cubicBezTo>
                    <a:pt x="509" y="1141"/>
                    <a:pt x="678" y="1028"/>
                    <a:pt x="678" y="801"/>
                  </a:cubicBezTo>
                  <a:lnTo>
                    <a:pt x="678" y="685"/>
                  </a:lnTo>
                  <a:cubicBezTo>
                    <a:pt x="678" y="306"/>
                    <a:pt x="373" y="1"/>
                    <a:pt x="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5" name="Google Shape;15045;p66"/>
            <p:cNvSpPr/>
            <p:nvPr/>
          </p:nvSpPr>
          <p:spPr>
            <a:xfrm>
              <a:off x="2612270" y="1691315"/>
              <a:ext cx="11935" cy="11935"/>
            </a:xfrm>
            <a:custGeom>
              <a:avLst/>
              <a:gdLst/>
              <a:ahLst/>
              <a:cxnLst/>
              <a:rect l="l" t="t" r="r" b="b"/>
              <a:pathLst>
                <a:path w="455" h="455" extrusionOk="0">
                  <a:moveTo>
                    <a:pt x="231" y="0"/>
                  </a:moveTo>
                  <a:cubicBezTo>
                    <a:pt x="102" y="0"/>
                    <a:pt x="1" y="102"/>
                    <a:pt x="1" y="224"/>
                  </a:cubicBezTo>
                  <a:cubicBezTo>
                    <a:pt x="1" y="353"/>
                    <a:pt x="102" y="454"/>
                    <a:pt x="231" y="454"/>
                  </a:cubicBezTo>
                  <a:cubicBezTo>
                    <a:pt x="353" y="454"/>
                    <a:pt x="455" y="353"/>
                    <a:pt x="455" y="224"/>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6" name="Google Shape;15046;p66"/>
            <p:cNvSpPr/>
            <p:nvPr/>
          </p:nvSpPr>
          <p:spPr>
            <a:xfrm>
              <a:off x="2719709" y="1685256"/>
              <a:ext cx="35935" cy="41811"/>
            </a:xfrm>
            <a:custGeom>
              <a:avLst/>
              <a:gdLst/>
              <a:ahLst/>
              <a:cxnLst/>
              <a:rect l="l" t="t" r="r" b="b"/>
              <a:pathLst>
                <a:path w="1370" h="1594" extrusionOk="0">
                  <a:moveTo>
                    <a:pt x="685" y="1"/>
                  </a:moveTo>
                  <a:cubicBezTo>
                    <a:pt x="305" y="1"/>
                    <a:pt x="0" y="306"/>
                    <a:pt x="0" y="685"/>
                  </a:cubicBezTo>
                  <a:lnTo>
                    <a:pt x="0" y="916"/>
                  </a:lnTo>
                  <a:cubicBezTo>
                    <a:pt x="0" y="1289"/>
                    <a:pt x="305" y="1594"/>
                    <a:pt x="685" y="1594"/>
                  </a:cubicBezTo>
                  <a:cubicBezTo>
                    <a:pt x="1058" y="1594"/>
                    <a:pt x="1370" y="1289"/>
                    <a:pt x="1370" y="916"/>
                  </a:cubicBezTo>
                  <a:lnTo>
                    <a:pt x="1370" y="685"/>
                  </a:lnTo>
                  <a:cubicBezTo>
                    <a:pt x="1370" y="306"/>
                    <a:pt x="1058" y="1"/>
                    <a:pt x="68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7" name="Google Shape;15047;p66"/>
            <p:cNvSpPr/>
            <p:nvPr/>
          </p:nvSpPr>
          <p:spPr>
            <a:xfrm>
              <a:off x="2737650" y="1685256"/>
              <a:ext cx="17994" cy="29955"/>
            </a:xfrm>
            <a:custGeom>
              <a:avLst/>
              <a:gdLst/>
              <a:ahLst/>
              <a:cxnLst/>
              <a:rect l="l" t="t" r="r" b="b"/>
              <a:pathLst>
                <a:path w="686" h="1142" extrusionOk="0">
                  <a:moveTo>
                    <a:pt x="1" y="1"/>
                  </a:moveTo>
                  <a:lnTo>
                    <a:pt x="1" y="801"/>
                  </a:lnTo>
                  <a:cubicBezTo>
                    <a:pt x="1" y="1028"/>
                    <a:pt x="172" y="1141"/>
                    <a:pt x="343" y="1141"/>
                  </a:cubicBezTo>
                  <a:cubicBezTo>
                    <a:pt x="515" y="1141"/>
                    <a:pt x="686" y="1028"/>
                    <a:pt x="686" y="801"/>
                  </a:cubicBezTo>
                  <a:lnTo>
                    <a:pt x="686" y="685"/>
                  </a:lnTo>
                  <a:cubicBezTo>
                    <a:pt x="686" y="306"/>
                    <a:pt x="374" y="1"/>
                    <a:pt x="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8" name="Google Shape;15048;p66"/>
            <p:cNvSpPr/>
            <p:nvPr/>
          </p:nvSpPr>
          <p:spPr>
            <a:xfrm>
              <a:off x="2731617" y="1691315"/>
              <a:ext cx="11935" cy="11935"/>
            </a:xfrm>
            <a:custGeom>
              <a:avLst/>
              <a:gdLst/>
              <a:ahLst/>
              <a:cxnLst/>
              <a:rect l="l" t="t" r="r" b="b"/>
              <a:pathLst>
                <a:path w="455" h="455" extrusionOk="0">
                  <a:moveTo>
                    <a:pt x="231" y="0"/>
                  </a:moveTo>
                  <a:cubicBezTo>
                    <a:pt x="102" y="0"/>
                    <a:pt x="0" y="102"/>
                    <a:pt x="0" y="224"/>
                  </a:cubicBezTo>
                  <a:cubicBezTo>
                    <a:pt x="0" y="353"/>
                    <a:pt x="102" y="454"/>
                    <a:pt x="231" y="454"/>
                  </a:cubicBezTo>
                  <a:cubicBezTo>
                    <a:pt x="353" y="454"/>
                    <a:pt x="455" y="353"/>
                    <a:pt x="455" y="224"/>
                  </a:cubicBezTo>
                  <a:cubicBezTo>
                    <a:pt x="455" y="102"/>
                    <a:pt x="353" y="0"/>
                    <a:pt x="23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9" name="Google Shape;15049;p66"/>
            <p:cNvSpPr/>
            <p:nvPr/>
          </p:nvSpPr>
          <p:spPr>
            <a:xfrm>
              <a:off x="2640022" y="1759434"/>
              <a:ext cx="48762" cy="31528"/>
            </a:xfrm>
            <a:custGeom>
              <a:avLst/>
              <a:gdLst/>
              <a:ahLst/>
              <a:cxnLst/>
              <a:rect l="l" t="t" r="r" b="b"/>
              <a:pathLst>
                <a:path w="1859" h="1202" extrusionOk="0">
                  <a:moveTo>
                    <a:pt x="407" y="0"/>
                  </a:moveTo>
                  <a:cubicBezTo>
                    <a:pt x="129" y="0"/>
                    <a:pt x="0" y="353"/>
                    <a:pt x="217" y="529"/>
                  </a:cubicBezTo>
                  <a:lnTo>
                    <a:pt x="705" y="936"/>
                  </a:lnTo>
                  <a:cubicBezTo>
                    <a:pt x="915" y="1110"/>
                    <a:pt x="1178" y="1201"/>
                    <a:pt x="1445" y="1201"/>
                  </a:cubicBezTo>
                  <a:cubicBezTo>
                    <a:pt x="1583" y="1201"/>
                    <a:pt x="1724" y="1177"/>
                    <a:pt x="1858" y="1126"/>
                  </a:cubicBezTo>
                  <a:cubicBezTo>
                    <a:pt x="1756" y="1065"/>
                    <a:pt x="1662" y="990"/>
                    <a:pt x="1587" y="895"/>
                  </a:cubicBezTo>
                  <a:lnTo>
                    <a:pt x="1099" y="339"/>
                  </a:lnTo>
                  <a:cubicBezTo>
                    <a:pt x="1024" y="244"/>
                    <a:pt x="984" y="122"/>
                    <a:pt x="99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0" name="Google Shape;15050;p66"/>
            <p:cNvSpPr/>
            <p:nvPr/>
          </p:nvSpPr>
          <p:spPr>
            <a:xfrm>
              <a:off x="2544859" y="1735067"/>
              <a:ext cx="39345" cy="72578"/>
            </a:xfrm>
            <a:custGeom>
              <a:avLst/>
              <a:gdLst/>
              <a:ahLst/>
              <a:cxnLst/>
              <a:rect l="l" t="t" r="r" b="b"/>
              <a:pathLst>
                <a:path w="1500" h="2767" extrusionOk="0">
                  <a:moveTo>
                    <a:pt x="41" y="0"/>
                  </a:moveTo>
                  <a:cubicBezTo>
                    <a:pt x="1" y="597"/>
                    <a:pt x="14" y="1058"/>
                    <a:pt x="68" y="1288"/>
                  </a:cubicBezTo>
                  <a:cubicBezTo>
                    <a:pt x="170" y="1688"/>
                    <a:pt x="726" y="2265"/>
                    <a:pt x="1499" y="2767"/>
                  </a:cubicBezTo>
                  <a:cubicBezTo>
                    <a:pt x="1492" y="2719"/>
                    <a:pt x="1479" y="2678"/>
                    <a:pt x="1472" y="2631"/>
                  </a:cubicBezTo>
                  <a:cubicBezTo>
                    <a:pt x="1431" y="2285"/>
                    <a:pt x="1425" y="1933"/>
                    <a:pt x="1445" y="1580"/>
                  </a:cubicBezTo>
                  <a:cubicBezTo>
                    <a:pt x="699" y="1092"/>
                    <a:pt x="163" y="536"/>
                    <a:pt x="68" y="149"/>
                  </a:cubicBezTo>
                  <a:cubicBezTo>
                    <a:pt x="55" y="102"/>
                    <a:pt x="48" y="48"/>
                    <a:pt x="41" y="0"/>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51" name="Google Shape;15051;p66"/>
          <p:cNvGrpSpPr/>
          <p:nvPr/>
        </p:nvGrpSpPr>
        <p:grpSpPr>
          <a:xfrm>
            <a:off x="1906481" y="1588443"/>
            <a:ext cx="393975" cy="370105"/>
            <a:chOff x="1933569" y="1512243"/>
            <a:chExt cx="393975" cy="370105"/>
          </a:xfrm>
        </p:grpSpPr>
        <p:sp>
          <p:nvSpPr>
            <p:cNvPr id="15052" name="Google Shape;15052;p66"/>
            <p:cNvSpPr/>
            <p:nvPr/>
          </p:nvSpPr>
          <p:spPr>
            <a:xfrm>
              <a:off x="2184354" y="1512243"/>
              <a:ext cx="113943" cy="113471"/>
            </a:xfrm>
            <a:custGeom>
              <a:avLst/>
              <a:gdLst/>
              <a:ahLst/>
              <a:cxnLst/>
              <a:rect l="l" t="t" r="r" b="b"/>
              <a:pathLst>
                <a:path w="4344" h="4326" extrusionOk="0">
                  <a:moveTo>
                    <a:pt x="3302" y="0"/>
                  </a:moveTo>
                  <a:cubicBezTo>
                    <a:pt x="3217" y="0"/>
                    <a:pt x="3131" y="11"/>
                    <a:pt x="3045" y="33"/>
                  </a:cubicBezTo>
                  <a:cubicBezTo>
                    <a:pt x="2340" y="209"/>
                    <a:pt x="1139" y="684"/>
                    <a:pt x="0" y="1816"/>
                  </a:cubicBezTo>
                  <a:lnTo>
                    <a:pt x="2957" y="4325"/>
                  </a:lnTo>
                  <a:cubicBezTo>
                    <a:pt x="3865" y="3410"/>
                    <a:pt x="4286" y="1904"/>
                    <a:pt x="4320" y="1057"/>
                  </a:cubicBezTo>
                  <a:cubicBezTo>
                    <a:pt x="4343" y="462"/>
                    <a:pt x="3860" y="0"/>
                    <a:pt x="3302"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3" name="Google Shape;15053;p66"/>
            <p:cNvSpPr/>
            <p:nvPr/>
          </p:nvSpPr>
          <p:spPr>
            <a:xfrm>
              <a:off x="2203214" y="1527273"/>
              <a:ext cx="86979" cy="92749"/>
            </a:xfrm>
            <a:custGeom>
              <a:avLst/>
              <a:gdLst/>
              <a:ahLst/>
              <a:cxnLst/>
              <a:rect l="l" t="t" r="r" b="b"/>
              <a:pathLst>
                <a:path w="3316" h="3536" extrusionOk="0">
                  <a:moveTo>
                    <a:pt x="2703" y="0"/>
                  </a:moveTo>
                  <a:cubicBezTo>
                    <a:pt x="2675" y="0"/>
                    <a:pt x="2646" y="3"/>
                    <a:pt x="2617" y="9"/>
                  </a:cubicBezTo>
                  <a:cubicBezTo>
                    <a:pt x="2217" y="91"/>
                    <a:pt x="1044" y="816"/>
                    <a:pt x="0" y="1853"/>
                  </a:cubicBezTo>
                  <a:lnTo>
                    <a:pt x="1987" y="3535"/>
                  </a:lnTo>
                  <a:cubicBezTo>
                    <a:pt x="2583" y="2830"/>
                    <a:pt x="3099" y="1650"/>
                    <a:pt x="3221" y="986"/>
                  </a:cubicBezTo>
                  <a:cubicBezTo>
                    <a:pt x="3315" y="458"/>
                    <a:pt x="3054" y="0"/>
                    <a:pt x="2703" y="0"/>
                  </a:cubicBezTo>
                  <a:close/>
                </a:path>
              </a:pathLst>
            </a:custGeom>
            <a:solidFill>
              <a:srgbClr val="BDCA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4" name="Google Shape;15054;p66"/>
            <p:cNvSpPr/>
            <p:nvPr/>
          </p:nvSpPr>
          <p:spPr>
            <a:xfrm>
              <a:off x="1962999" y="1512243"/>
              <a:ext cx="113943" cy="113471"/>
            </a:xfrm>
            <a:custGeom>
              <a:avLst/>
              <a:gdLst/>
              <a:ahLst/>
              <a:cxnLst/>
              <a:rect l="l" t="t" r="r" b="b"/>
              <a:pathLst>
                <a:path w="4344" h="4326" extrusionOk="0">
                  <a:moveTo>
                    <a:pt x="1040" y="0"/>
                  </a:moveTo>
                  <a:cubicBezTo>
                    <a:pt x="479" y="0"/>
                    <a:pt x="0" y="462"/>
                    <a:pt x="18" y="1057"/>
                  </a:cubicBezTo>
                  <a:cubicBezTo>
                    <a:pt x="52" y="1904"/>
                    <a:pt x="472" y="3410"/>
                    <a:pt x="1381" y="4325"/>
                  </a:cubicBezTo>
                  <a:lnTo>
                    <a:pt x="4344" y="1816"/>
                  </a:lnTo>
                  <a:cubicBezTo>
                    <a:pt x="3205" y="684"/>
                    <a:pt x="2004" y="209"/>
                    <a:pt x="1299" y="33"/>
                  </a:cubicBezTo>
                  <a:cubicBezTo>
                    <a:pt x="1212" y="11"/>
                    <a:pt x="1125" y="0"/>
                    <a:pt x="1040"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5" name="Google Shape;15055;p66"/>
            <p:cNvSpPr/>
            <p:nvPr/>
          </p:nvSpPr>
          <p:spPr>
            <a:xfrm>
              <a:off x="1970947" y="1527273"/>
              <a:ext cx="87162" cy="92749"/>
            </a:xfrm>
            <a:custGeom>
              <a:avLst/>
              <a:gdLst/>
              <a:ahLst/>
              <a:cxnLst/>
              <a:rect l="l" t="t" r="r" b="b"/>
              <a:pathLst>
                <a:path w="3323" h="3536" extrusionOk="0">
                  <a:moveTo>
                    <a:pt x="619" y="0"/>
                  </a:moveTo>
                  <a:cubicBezTo>
                    <a:pt x="267" y="0"/>
                    <a:pt x="1" y="458"/>
                    <a:pt x="101" y="986"/>
                  </a:cubicBezTo>
                  <a:cubicBezTo>
                    <a:pt x="223" y="1650"/>
                    <a:pt x="739" y="2830"/>
                    <a:pt x="1335" y="3535"/>
                  </a:cubicBezTo>
                  <a:lnTo>
                    <a:pt x="3322" y="1853"/>
                  </a:lnTo>
                  <a:cubicBezTo>
                    <a:pt x="2271" y="816"/>
                    <a:pt x="1098" y="91"/>
                    <a:pt x="705" y="9"/>
                  </a:cubicBezTo>
                  <a:cubicBezTo>
                    <a:pt x="676" y="3"/>
                    <a:pt x="647" y="0"/>
                    <a:pt x="619" y="0"/>
                  </a:cubicBezTo>
                  <a:close/>
                </a:path>
              </a:pathLst>
            </a:custGeom>
            <a:solidFill>
              <a:srgbClr val="BDCA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6" name="Google Shape;15056;p66"/>
            <p:cNvSpPr/>
            <p:nvPr/>
          </p:nvSpPr>
          <p:spPr>
            <a:xfrm>
              <a:off x="1933569" y="1542093"/>
              <a:ext cx="393975" cy="328347"/>
            </a:xfrm>
            <a:custGeom>
              <a:avLst/>
              <a:gdLst/>
              <a:ahLst/>
              <a:cxnLst/>
              <a:rect l="l" t="t" r="r" b="b"/>
              <a:pathLst>
                <a:path w="15020" h="12518" extrusionOk="0">
                  <a:moveTo>
                    <a:pt x="7514" y="0"/>
                  </a:moveTo>
                  <a:cubicBezTo>
                    <a:pt x="1" y="0"/>
                    <a:pt x="909" y="8645"/>
                    <a:pt x="909" y="8645"/>
                  </a:cubicBezTo>
                  <a:lnTo>
                    <a:pt x="1777" y="8327"/>
                  </a:lnTo>
                  <a:cubicBezTo>
                    <a:pt x="1845" y="9452"/>
                    <a:pt x="2089" y="10557"/>
                    <a:pt x="2509" y="11602"/>
                  </a:cubicBezTo>
                  <a:lnTo>
                    <a:pt x="3160" y="10835"/>
                  </a:lnTo>
                  <a:cubicBezTo>
                    <a:pt x="3642" y="11744"/>
                    <a:pt x="4557" y="12517"/>
                    <a:pt x="4557" y="12517"/>
                  </a:cubicBezTo>
                  <a:lnTo>
                    <a:pt x="5235" y="11602"/>
                  </a:lnTo>
                  <a:lnTo>
                    <a:pt x="9785" y="11602"/>
                  </a:lnTo>
                  <a:lnTo>
                    <a:pt x="10470" y="12517"/>
                  </a:lnTo>
                  <a:cubicBezTo>
                    <a:pt x="10470" y="12517"/>
                    <a:pt x="11379" y="11744"/>
                    <a:pt x="11867" y="10835"/>
                  </a:cubicBezTo>
                  <a:lnTo>
                    <a:pt x="12518" y="11602"/>
                  </a:lnTo>
                  <a:cubicBezTo>
                    <a:pt x="12938" y="10557"/>
                    <a:pt x="13182" y="9452"/>
                    <a:pt x="13250" y="8327"/>
                  </a:cubicBezTo>
                  <a:lnTo>
                    <a:pt x="14111" y="8645"/>
                  </a:lnTo>
                  <a:cubicBezTo>
                    <a:pt x="14111" y="8645"/>
                    <a:pt x="15020" y="0"/>
                    <a:pt x="7514" y="0"/>
                  </a:cubicBezTo>
                  <a:close/>
                </a:path>
              </a:pathLst>
            </a:custGeom>
            <a:solidFill>
              <a:srgbClr val="D8E0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7" name="Google Shape;15057;p66"/>
            <p:cNvSpPr/>
            <p:nvPr/>
          </p:nvSpPr>
          <p:spPr>
            <a:xfrm>
              <a:off x="1939445" y="1551876"/>
              <a:ext cx="190508" cy="318563"/>
            </a:xfrm>
            <a:custGeom>
              <a:avLst/>
              <a:gdLst/>
              <a:ahLst/>
              <a:cxnLst/>
              <a:rect l="l" t="t" r="r" b="b"/>
              <a:pathLst>
                <a:path w="7263" h="12145" extrusionOk="0">
                  <a:moveTo>
                    <a:pt x="4842" y="0"/>
                  </a:moveTo>
                  <a:lnTo>
                    <a:pt x="4842" y="0"/>
                  </a:lnTo>
                  <a:cubicBezTo>
                    <a:pt x="0" y="1668"/>
                    <a:pt x="692" y="8272"/>
                    <a:pt x="692" y="8272"/>
                  </a:cubicBezTo>
                  <a:lnTo>
                    <a:pt x="1553" y="7954"/>
                  </a:lnTo>
                  <a:cubicBezTo>
                    <a:pt x="1621" y="9079"/>
                    <a:pt x="1865" y="10184"/>
                    <a:pt x="2285" y="11229"/>
                  </a:cubicBezTo>
                  <a:lnTo>
                    <a:pt x="2936" y="10462"/>
                  </a:lnTo>
                  <a:cubicBezTo>
                    <a:pt x="3418" y="11371"/>
                    <a:pt x="4333" y="12144"/>
                    <a:pt x="4333" y="12144"/>
                  </a:cubicBezTo>
                  <a:lnTo>
                    <a:pt x="5011" y="11229"/>
                  </a:lnTo>
                  <a:lnTo>
                    <a:pt x="7262" y="11229"/>
                  </a:lnTo>
                  <a:cubicBezTo>
                    <a:pt x="4611" y="10246"/>
                    <a:pt x="2740" y="7764"/>
                    <a:pt x="2740" y="4862"/>
                  </a:cubicBezTo>
                  <a:cubicBezTo>
                    <a:pt x="2740" y="3017"/>
                    <a:pt x="3499" y="1261"/>
                    <a:pt x="4842"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8" name="Google Shape;15058;p66"/>
            <p:cNvSpPr/>
            <p:nvPr/>
          </p:nvSpPr>
          <p:spPr>
            <a:xfrm>
              <a:off x="2199122" y="1856538"/>
              <a:ext cx="23135" cy="13902"/>
            </a:xfrm>
            <a:custGeom>
              <a:avLst/>
              <a:gdLst/>
              <a:ahLst/>
              <a:cxnLst/>
              <a:rect l="l" t="t" r="r" b="b"/>
              <a:pathLst>
                <a:path w="882" h="530" extrusionOk="0">
                  <a:moveTo>
                    <a:pt x="882" y="0"/>
                  </a:moveTo>
                  <a:lnTo>
                    <a:pt x="882" y="0"/>
                  </a:lnTo>
                  <a:cubicBezTo>
                    <a:pt x="590" y="41"/>
                    <a:pt x="298" y="61"/>
                    <a:pt x="0" y="68"/>
                  </a:cubicBezTo>
                  <a:lnTo>
                    <a:pt x="346" y="529"/>
                  </a:lnTo>
                  <a:cubicBezTo>
                    <a:pt x="536" y="360"/>
                    <a:pt x="712" y="183"/>
                    <a:pt x="882" y="0"/>
                  </a:cubicBezTo>
                  <a:close/>
                </a:path>
              </a:pathLst>
            </a:custGeom>
            <a:solidFill>
              <a:srgbClr val="C8D3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9" name="Google Shape;15059;p66"/>
            <p:cNvSpPr/>
            <p:nvPr/>
          </p:nvSpPr>
          <p:spPr>
            <a:xfrm>
              <a:off x="1950461" y="1650921"/>
              <a:ext cx="120448" cy="219519"/>
            </a:xfrm>
            <a:custGeom>
              <a:avLst/>
              <a:gdLst/>
              <a:ahLst/>
              <a:cxnLst/>
              <a:rect l="l" t="t" r="r" b="b"/>
              <a:pathLst>
                <a:path w="4592" h="8369" extrusionOk="0">
                  <a:moveTo>
                    <a:pt x="814" y="1"/>
                  </a:moveTo>
                  <a:lnTo>
                    <a:pt x="814" y="1"/>
                  </a:lnTo>
                  <a:cubicBezTo>
                    <a:pt x="35" y="2218"/>
                    <a:pt x="272" y="4496"/>
                    <a:pt x="272" y="4496"/>
                  </a:cubicBezTo>
                  <a:lnTo>
                    <a:pt x="1133" y="4178"/>
                  </a:lnTo>
                  <a:cubicBezTo>
                    <a:pt x="1201" y="5303"/>
                    <a:pt x="1445" y="6408"/>
                    <a:pt x="1865" y="7453"/>
                  </a:cubicBezTo>
                  <a:lnTo>
                    <a:pt x="2516" y="6686"/>
                  </a:lnTo>
                  <a:cubicBezTo>
                    <a:pt x="2998" y="7595"/>
                    <a:pt x="3913" y="8368"/>
                    <a:pt x="3913" y="8368"/>
                  </a:cubicBezTo>
                  <a:lnTo>
                    <a:pt x="4591" y="7453"/>
                  </a:lnTo>
                  <a:cubicBezTo>
                    <a:pt x="3140" y="6212"/>
                    <a:pt x="1" y="3839"/>
                    <a:pt x="814"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0" name="Google Shape;15060;p66"/>
            <p:cNvSpPr/>
            <p:nvPr/>
          </p:nvSpPr>
          <p:spPr>
            <a:xfrm>
              <a:off x="2190230" y="1650921"/>
              <a:ext cx="120422" cy="219519"/>
            </a:xfrm>
            <a:custGeom>
              <a:avLst/>
              <a:gdLst/>
              <a:ahLst/>
              <a:cxnLst/>
              <a:rect l="l" t="t" r="r" b="b"/>
              <a:pathLst>
                <a:path w="4591" h="8369" extrusionOk="0">
                  <a:moveTo>
                    <a:pt x="3784" y="1"/>
                  </a:moveTo>
                  <a:cubicBezTo>
                    <a:pt x="4591" y="3839"/>
                    <a:pt x="1451" y="6212"/>
                    <a:pt x="0" y="7453"/>
                  </a:cubicBezTo>
                  <a:lnTo>
                    <a:pt x="685" y="8368"/>
                  </a:lnTo>
                  <a:cubicBezTo>
                    <a:pt x="685" y="8368"/>
                    <a:pt x="1594" y="7595"/>
                    <a:pt x="2082" y="6686"/>
                  </a:cubicBezTo>
                  <a:lnTo>
                    <a:pt x="2733" y="7453"/>
                  </a:lnTo>
                  <a:cubicBezTo>
                    <a:pt x="3153" y="6408"/>
                    <a:pt x="3397" y="5303"/>
                    <a:pt x="3465" y="4178"/>
                  </a:cubicBezTo>
                  <a:lnTo>
                    <a:pt x="4326" y="4496"/>
                  </a:lnTo>
                  <a:cubicBezTo>
                    <a:pt x="4326" y="4496"/>
                    <a:pt x="4563" y="2218"/>
                    <a:pt x="3784"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1" name="Google Shape;15061;p66"/>
            <p:cNvSpPr/>
            <p:nvPr/>
          </p:nvSpPr>
          <p:spPr>
            <a:xfrm>
              <a:off x="2071408" y="1828603"/>
              <a:ext cx="118114" cy="53745"/>
            </a:xfrm>
            <a:custGeom>
              <a:avLst/>
              <a:gdLst/>
              <a:ahLst/>
              <a:cxnLst/>
              <a:rect l="l" t="t" r="r" b="b"/>
              <a:pathLst>
                <a:path w="4503" h="2049" extrusionOk="0">
                  <a:moveTo>
                    <a:pt x="2259" y="1"/>
                  </a:moveTo>
                  <a:lnTo>
                    <a:pt x="1" y="523"/>
                  </a:lnTo>
                  <a:cubicBezTo>
                    <a:pt x="150" y="1397"/>
                    <a:pt x="909" y="2048"/>
                    <a:pt x="1804" y="2048"/>
                  </a:cubicBezTo>
                  <a:lnTo>
                    <a:pt x="2713" y="2048"/>
                  </a:lnTo>
                  <a:cubicBezTo>
                    <a:pt x="3594" y="2048"/>
                    <a:pt x="4354" y="1404"/>
                    <a:pt x="4503" y="530"/>
                  </a:cubicBezTo>
                  <a:lnTo>
                    <a:pt x="2259" y="1"/>
                  </a:ln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2" name="Google Shape;15062;p66"/>
            <p:cNvSpPr/>
            <p:nvPr/>
          </p:nvSpPr>
          <p:spPr>
            <a:xfrm>
              <a:off x="2023040" y="1755395"/>
              <a:ext cx="25627" cy="20958"/>
            </a:xfrm>
            <a:custGeom>
              <a:avLst/>
              <a:gdLst/>
              <a:ahLst/>
              <a:cxnLst/>
              <a:rect l="l" t="t" r="r" b="b"/>
              <a:pathLst>
                <a:path w="977" h="799" extrusionOk="0">
                  <a:moveTo>
                    <a:pt x="305" y="0"/>
                  </a:moveTo>
                  <a:cubicBezTo>
                    <a:pt x="218" y="0"/>
                    <a:pt x="133" y="46"/>
                    <a:pt x="82" y="127"/>
                  </a:cubicBezTo>
                  <a:cubicBezTo>
                    <a:pt x="0" y="256"/>
                    <a:pt x="34" y="432"/>
                    <a:pt x="156" y="520"/>
                  </a:cubicBezTo>
                  <a:cubicBezTo>
                    <a:pt x="285" y="615"/>
                    <a:pt x="414" y="696"/>
                    <a:pt x="549" y="771"/>
                  </a:cubicBezTo>
                  <a:cubicBezTo>
                    <a:pt x="590" y="785"/>
                    <a:pt x="631" y="798"/>
                    <a:pt x="672" y="798"/>
                  </a:cubicBezTo>
                  <a:cubicBezTo>
                    <a:pt x="773" y="798"/>
                    <a:pt x="868" y="737"/>
                    <a:pt x="909" y="642"/>
                  </a:cubicBezTo>
                  <a:cubicBezTo>
                    <a:pt x="977" y="500"/>
                    <a:pt x="922" y="337"/>
                    <a:pt x="794" y="256"/>
                  </a:cubicBezTo>
                  <a:cubicBezTo>
                    <a:pt x="672" y="195"/>
                    <a:pt x="563" y="127"/>
                    <a:pt x="455" y="52"/>
                  </a:cubicBezTo>
                  <a:cubicBezTo>
                    <a:pt x="409" y="17"/>
                    <a:pt x="356" y="0"/>
                    <a:pt x="305"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3" name="Google Shape;15063;p66"/>
            <p:cNvSpPr/>
            <p:nvPr/>
          </p:nvSpPr>
          <p:spPr>
            <a:xfrm>
              <a:off x="1986213" y="1706188"/>
              <a:ext cx="35778" cy="47922"/>
            </a:xfrm>
            <a:custGeom>
              <a:avLst/>
              <a:gdLst/>
              <a:ahLst/>
              <a:cxnLst/>
              <a:rect l="l" t="t" r="r" b="b"/>
              <a:pathLst>
                <a:path w="1364" h="1827" extrusionOk="0">
                  <a:moveTo>
                    <a:pt x="362" y="1"/>
                  </a:moveTo>
                  <a:cubicBezTo>
                    <a:pt x="330" y="1"/>
                    <a:pt x="297" y="6"/>
                    <a:pt x="265" y="16"/>
                  </a:cubicBezTo>
                  <a:cubicBezTo>
                    <a:pt x="89" y="84"/>
                    <a:pt x="1" y="274"/>
                    <a:pt x="62" y="450"/>
                  </a:cubicBezTo>
                  <a:cubicBezTo>
                    <a:pt x="218" y="904"/>
                    <a:pt x="455" y="1332"/>
                    <a:pt x="760" y="1711"/>
                  </a:cubicBezTo>
                  <a:cubicBezTo>
                    <a:pt x="821" y="1786"/>
                    <a:pt x="909" y="1827"/>
                    <a:pt x="1004" y="1827"/>
                  </a:cubicBezTo>
                  <a:cubicBezTo>
                    <a:pt x="1086" y="1827"/>
                    <a:pt x="1153" y="1799"/>
                    <a:pt x="1214" y="1745"/>
                  </a:cubicBezTo>
                  <a:cubicBezTo>
                    <a:pt x="1350" y="1623"/>
                    <a:pt x="1364" y="1413"/>
                    <a:pt x="1248" y="1264"/>
                  </a:cubicBezTo>
                  <a:cubicBezTo>
                    <a:pt x="1004" y="959"/>
                    <a:pt x="808" y="606"/>
                    <a:pt x="665" y="233"/>
                  </a:cubicBezTo>
                  <a:cubicBezTo>
                    <a:pt x="627" y="90"/>
                    <a:pt x="499" y="1"/>
                    <a:pt x="362"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4" name="Google Shape;15064;p66"/>
            <p:cNvSpPr/>
            <p:nvPr/>
          </p:nvSpPr>
          <p:spPr>
            <a:xfrm>
              <a:off x="2206571" y="1755474"/>
              <a:ext cx="25653" cy="20879"/>
            </a:xfrm>
            <a:custGeom>
              <a:avLst/>
              <a:gdLst/>
              <a:ahLst/>
              <a:cxnLst/>
              <a:rect l="l" t="t" r="r" b="b"/>
              <a:pathLst>
                <a:path w="978" h="796" extrusionOk="0">
                  <a:moveTo>
                    <a:pt x="676" y="0"/>
                  </a:moveTo>
                  <a:cubicBezTo>
                    <a:pt x="623" y="0"/>
                    <a:pt x="569" y="16"/>
                    <a:pt x="523" y="49"/>
                  </a:cubicBezTo>
                  <a:cubicBezTo>
                    <a:pt x="414" y="124"/>
                    <a:pt x="306" y="192"/>
                    <a:pt x="184" y="259"/>
                  </a:cubicBezTo>
                  <a:cubicBezTo>
                    <a:pt x="55" y="334"/>
                    <a:pt x="1" y="497"/>
                    <a:pt x="69" y="639"/>
                  </a:cubicBezTo>
                  <a:cubicBezTo>
                    <a:pt x="109" y="734"/>
                    <a:pt x="204" y="795"/>
                    <a:pt x="306" y="795"/>
                  </a:cubicBezTo>
                  <a:cubicBezTo>
                    <a:pt x="347" y="795"/>
                    <a:pt x="387" y="788"/>
                    <a:pt x="428" y="768"/>
                  </a:cubicBezTo>
                  <a:cubicBezTo>
                    <a:pt x="564" y="693"/>
                    <a:pt x="699" y="612"/>
                    <a:pt x="821" y="524"/>
                  </a:cubicBezTo>
                  <a:cubicBezTo>
                    <a:pt x="943" y="429"/>
                    <a:pt x="977" y="253"/>
                    <a:pt x="896" y="124"/>
                  </a:cubicBezTo>
                  <a:cubicBezTo>
                    <a:pt x="849" y="44"/>
                    <a:pt x="763" y="0"/>
                    <a:pt x="676"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5" name="Google Shape;15065;p66"/>
            <p:cNvSpPr/>
            <p:nvPr/>
          </p:nvSpPr>
          <p:spPr>
            <a:xfrm>
              <a:off x="2233090" y="1706188"/>
              <a:ext cx="35778" cy="47922"/>
            </a:xfrm>
            <a:custGeom>
              <a:avLst/>
              <a:gdLst/>
              <a:ahLst/>
              <a:cxnLst/>
              <a:rect l="l" t="t" r="r" b="b"/>
              <a:pathLst>
                <a:path w="1364" h="1827" extrusionOk="0">
                  <a:moveTo>
                    <a:pt x="1008" y="1"/>
                  </a:moveTo>
                  <a:cubicBezTo>
                    <a:pt x="869" y="1"/>
                    <a:pt x="737" y="90"/>
                    <a:pt x="699" y="233"/>
                  </a:cubicBezTo>
                  <a:cubicBezTo>
                    <a:pt x="563" y="606"/>
                    <a:pt x="366" y="952"/>
                    <a:pt x="115" y="1264"/>
                  </a:cubicBezTo>
                  <a:cubicBezTo>
                    <a:pt x="0" y="1406"/>
                    <a:pt x="14" y="1616"/>
                    <a:pt x="149" y="1745"/>
                  </a:cubicBezTo>
                  <a:cubicBezTo>
                    <a:pt x="210" y="1799"/>
                    <a:pt x="285" y="1827"/>
                    <a:pt x="360" y="1827"/>
                  </a:cubicBezTo>
                  <a:cubicBezTo>
                    <a:pt x="454" y="1827"/>
                    <a:pt x="549" y="1786"/>
                    <a:pt x="604" y="1711"/>
                  </a:cubicBezTo>
                  <a:cubicBezTo>
                    <a:pt x="909" y="1332"/>
                    <a:pt x="1146" y="904"/>
                    <a:pt x="1309" y="450"/>
                  </a:cubicBezTo>
                  <a:cubicBezTo>
                    <a:pt x="1363" y="274"/>
                    <a:pt x="1275" y="84"/>
                    <a:pt x="1105" y="16"/>
                  </a:cubicBezTo>
                  <a:cubicBezTo>
                    <a:pt x="1073" y="6"/>
                    <a:pt x="1040" y="1"/>
                    <a:pt x="1008"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6" name="Google Shape;15066;p66"/>
            <p:cNvSpPr/>
            <p:nvPr/>
          </p:nvSpPr>
          <p:spPr>
            <a:xfrm>
              <a:off x="2042765" y="1585031"/>
              <a:ext cx="33758" cy="22164"/>
            </a:xfrm>
            <a:custGeom>
              <a:avLst/>
              <a:gdLst/>
              <a:ahLst/>
              <a:cxnLst/>
              <a:rect l="l" t="t" r="r" b="b"/>
              <a:pathLst>
                <a:path w="1287" h="845" extrusionOk="0">
                  <a:moveTo>
                    <a:pt x="870" y="1"/>
                  </a:moveTo>
                  <a:cubicBezTo>
                    <a:pt x="823" y="1"/>
                    <a:pt x="772" y="14"/>
                    <a:pt x="720" y="45"/>
                  </a:cubicBezTo>
                  <a:cubicBezTo>
                    <a:pt x="550" y="126"/>
                    <a:pt x="394" y="221"/>
                    <a:pt x="238" y="316"/>
                  </a:cubicBezTo>
                  <a:cubicBezTo>
                    <a:pt x="1" y="472"/>
                    <a:pt x="109" y="838"/>
                    <a:pt x="387" y="845"/>
                  </a:cubicBezTo>
                  <a:cubicBezTo>
                    <a:pt x="442" y="845"/>
                    <a:pt x="496" y="824"/>
                    <a:pt x="543" y="797"/>
                  </a:cubicBezTo>
                  <a:cubicBezTo>
                    <a:pt x="679" y="709"/>
                    <a:pt x="828" y="628"/>
                    <a:pt x="971" y="553"/>
                  </a:cubicBezTo>
                  <a:cubicBezTo>
                    <a:pt x="1287" y="421"/>
                    <a:pt x="1135" y="1"/>
                    <a:pt x="870"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7" name="Google Shape;15067;p66"/>
            <p:cNvSpPr/>
            <p:nvPr/>
          </p:nvSpPr>
          <p:spPr>
            <a:xfrm>
              <a:off x="2078201" y="1600297"/>
              <a:ext cx="104395" cy="23082"/>
            </a:xfrm>
            <a:custGeom>
              <a:avLst/>
              <a:gdLst/>
              <a:ahLst/>
              <a:cxnLst/>
              <a:rect l="l" t="t" r="r" b="b"/>
              <a:pathLst>
                <a:path w="3980" h="880" extrusionOk="0">
                  <a:moveTo>
                    <a:pt x="1993" y="0"/>
                  </a:moveTo>
                  <a:cubicBezTo>
                    <a:pt x="1415" y="0"/>
                    <a:pt x="837" y="110"/>
                    <a:pt x="291" y="331"/>
                  </a:cubicBezTo>
                  <a:cubicBezTo>
                    <a:pt x="1" y="476"/>
                    <a:pt x="136" y="879"/>
                    <a:pt x="409" y="879"/>
                  </a:cubicBezTo>
                  <a:cubicBezTo>
                    <a:pt x="442" y="879"/>
                    <a:pt x="478" y="873"/>
                    <a:pt x="515" y="860"/>
                  </a:cubicBezTo>
                  <a:cubicBezTo>
                    <a:pt x="989" y="666"/>
                    <a:pt x="1493" y="570"/>
                    <a:pt x="1996" y="570"/>
                  </a:cubicBezTo>
                  <a:cubicBezTo>
                    <a:pt x="2500" y="570"/>
                    <a:pt x="3003" y="666"/>
                    <a:pt x="3478" y="860"/>
                  </a:cubicBezTo>
                  <a:cubicBezTo>
                    <a:pt x="3512" y="873"/>
                    <a:pt x="3552" y="880"/>
                    <a:pt x="3593" y="880"/>
                  </a:cubicBezTo>
                  <a:cubicBezTo>
                    <a:pt x="3898" y="873"/>
                    <a:pt x="3979" y="453"/>
                    <a:pt x="3695" y="331"/>
                  </a:cubicBezTo>
                  <a:cubicBezTo>
                    <a:pt x="3149" y="110"/>
                    <a:pt x="2571" y="0"/>
                    <a:pt x="1993"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8" name="Google Shape;15068;p66"/>
            <p:cNvSpPr/>
            <p:nvPr/>
          </p:nvSpPr>
          <p:spPr>
            <a:xfrm>
              <a:off x="2184590" y="1585031"/>
              <a:ext cx="33942" cy="22164"/>
            </a:xfrm>
            <a:custGeom>
              <a:avLst/>
              <a:gdLst/>
              <a:ahLst/>
              <a:cxnLst/>
              <a:rect l="l" t="t" r="r" b="b"/>
              <a:pathLst>
                <a:path w="1294" h="845" extrusionOk="0">
                  <a:moveTo>
                    <a:pt x="421" y="1"/>
                  </a:moveTo>
                  <a:cubicBezTo>
                    <a:pt x="153" y="1"/>
                    <a:pt x="0" y="421"/>
                    <a:pt x="317" y="553"/>
                  </a:cubicBezTo>
                  <a:cubicBezTo>
                    <a:pt x="466" y="628"/>
                    <a:pt x="608" y="709"/>
                    <a:pt x="744" y="797"/>
                  </a:cubicBezTo>
                  <a:cubicBezTo>
                    <a:pt x="791" y="824"/>
                    <a:pt x="846" y="838"/>
                    <a:pt x="900" y="845"/>
                  </a:cubicBezTo>
                  <a:cubicBezTo>
                    <a:pt x="1185" y="838"/>
                    <a:pt x="1293" y="472"/>
                    <a:pt x="1056" y="316"/>
                  </a:cubicBezTo>
                  <a:cubicBezTo>
                    <a:pt x="900" y="221"/>
                    <a:pt x="737" y="126"/>
                    <a:pt x="574" y="45"/>
                  </a:cubicBezTo>
                  <a:cubicBezTo>
                    <a:pt x="521" y="14"/>
                    <a:pt x="469" y="1"/>
                    <a:pt x="421"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9" name="Google Shape;15069;p66"/>
            <p:cNvSpPr/>
            <p:nvPr/>
          </p:nvSpPr>
          <p:spPr>
            <a:xfrm>
              <a:off x="2075264" y="1568952"/>
              <a:ext cx="110717" cy="23922"/>
            </a:xfrm>
            <a:custGeom>
              <a:avLst/>
              <a:gdLst/>
              <a:ahLst/>
              <a:cxnLst/>
              <a:rect l="l" t="t" r="r" b="b"/>
              <a:pathLst>
                <a:path w="4221" h="912" extrusionOk="0">
                  <a:moveTo>
                    <a:pt x="2109" y="0"/>
                  </a:moveTo>
                  <a:cubicBezTo>
                    <a:pt x="1532" y="0"/>
                    <a:pt x="955" y="81"/>
                    <a:pt x="396" y="244"/>
                  </a:cubicBezTo>
                  <a:cubicBezTo>
                    <a:pt x="0" y="355"/>
                    <a:pt x="123" y="912"/>
                    <a:pt x="477" y="912"/>
                  </a:cubicBezTo>
                  <a:cubicBezTo>
                    <a:pt x="511" y="912"/>
                    <a:pt x="547" y="906"/>
                    <a:pt x="586" y="895"/>
                  </a:cubicBezTo>
                  <a:cubicBezTo>
                    <a:pt x="1084" y="753"/>
                    <a:pt x="1596" y="681"/>
                    <a:pt x="2108" y="681"/>
                  </a:cubicBezTo>
                  <a:cubicBezTo>
                    <a:pt x="2620" y="681"/>
                    <a:pt x="3132" y="753"/>
                    <a:pt x="3630" y="895"/>
                  </a:cubicBezTo>
                  <a:cubicBezTo>
                    <a:pt x="3664" y="902"/>
                    <a:pt x="3698" y="909"/>
                    <a:pt x="3725" y="909"/>
                  </a:cubicBezTo>
                  <a:lnTo>
                    <a:pt x="3732" y="909"/>
                  </a:lnTo>
                  <a:cubicBezTo>
                    <a:pt x="3739" y="909"/>
                    <a:pt x="3746" y="909"/>
                    <a:pt x="3752" y="909"/>
                  </a:cubicBezTo>
                  <a:cubicBezTo>
                    <a:pt x="4142" y="909"/>
                    <a:pt x="4220" y="331"/>
                    <a:pt x="3827" y="244"/>
                  </a:cubicBezTo>
                  <a:cubicBezTo>
                    <a:pt x="3264" y="81"/>
                    <a:pt x="2686" y="0"/>
                    <a:pt x="2109"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0" name="Google Shape;15070;p66"/>
            <p:cNvSpPr/>
            <p:nvPr/>
          </p:nvSpPr>
          <p:spPr>
            <a:xfrm>
              <a:off x="2035132" y="1679381"/>
              <a:ext cx="41811" cy="53745"/>
            </a:xfrm>
            <a:custGeom>
              <a:avLst/>
              <a:gdLst/>
              <a:ahLst/>
              <a:cxnLst/>
              <a:rect l="l" t="t" r="r" b="b"/>
              <a:pathLst>
                <a:path w="1594" h="2049" extrusionOk="0">
                  <a:moveTo>
                    <a:pt x="794" y="1"/>
                  </a:moveTo>
                  <a:cubicBezTo>
                    <a:pt x="353" y="1"/>
                    <a:pt x="0" y="353"/>
                    <a:pt x="0" y="794"/>
                  </a:cubicBezTo>
                  <a:lnTo>
                    <a:pt x="0" y="1248"/>
                  </a:lnTo>
                  <a:cubicBezTo>
                    <a:pt x="0" y="1689"/>
                    <a:pt x="353" y="2048"/>
                    <a:pt x="794" y="2048"/>
                  </a:cubicBezTo>
                  <a:cubicBezTo>
                    <a:pt x="1234" y="2048"/>
                    <a:pt x="1587" y="1689"/>
                    <a:pt x="1594" y="1248"/>
                  </a:cubicBezTo>
                  <a:lnTo>
                    <a:pt x="1594" y="794"/>
                  </a:lnTo>
                  <a:cubicBezTo>
                    <a:pt x="1587" y="353"/>
                    <a:pt x="1234" y="1"/>
                    <a:pt x="79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1" name="Google Shape;15071;p66"/>
            <p:cNvSpPr/>
            <p:nvPr/>
          </p:nvSpPr>
          <p:spPr>
            <a:xfrm>
              <a:off x="2052916" y="1679381"/>
              <a:ext cx="24027" cy="41837"/>
            </a:xfrm>
            <a:custGeom>
              <a:avLst/>
              <a:gdLst/>
              <a:ahLst/>
              <a:cxnLst/>
              <a:rect l="l" t="t" r="r" b="b"/>
              <a:pathLst>
                <a:path w="916" h="1595" extrusionOk="0">
                  <a:moveTo>
                    <a:pt x="116" y="1"/>
                  </a:moveTo>
                  <a:cubicBezTo>
                    <a:pt x="82" y="1"/>
                    <a:pt x="41" y="1"/>
                    <a:pt x="0" y="8"/>
                  </a:cubicBezTo>
                  <a:lnTo>
                    <a:pt x="0" y="1140"/>
                  </a:lnTo>
                  <a:cubicBezTo>
                    <a:pt x="0" y="1391"/>
                    <a:pt x="204" y="1594"/>
                    <a:pt x="461" y="1594"/>
                  </a:cubicBezTo>
                  <a:cubicBezTo>
                    <a:pt x="712" y="1594"/>
                    <a:pt x="916" y="1391"/>
                    <a:pt x="916" y="1140"/>
                  </a:cubicBezTo>
                  <a:lnTo>
                    <a:pt x="916" y="801"/>
                  </a:lnTo>
                  <a:cubicBezTo>
                    <a:pt x="916" y="360"/>
                    <a:pt x="556" y="1"/>
                    <a:pt x="116"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2" name="Google Shape;15072;p66"/>
            <p:cNvSpPr/>
            <p:nvPr/>
          </p:nvSpPr>
          <p:spPr>
            <a:xfrm>
              <a:off x="2047040" y="1685256"/>
              <a:ext cx="17994" cy="17994"/>
            </a:xfrm>
            <a:custGeom>
              <a:avLst/>
              <a:gdLst/>
              <a:ahLst/>
              <a:cxnLst/>
              <a:rect l="l" t="t" r="r" b="b"/>
              <a:pathLst>
                <a:path w="686" h="686" extrusionOk="0">
                  <a:moveTo>
                    <a:pt x="340" y="1"/>
                  </a:moveTo>
                  <a:cubicBezTo>
                    <a:pt x="150" y="1"/>
                    <a:pt x="1" y="156"/>
                    <a:pt x="1" y="340"/>
                  </a:cubicBezTo>
                  <a:cubicBezTo>
                    <a:pt x="1" y="529"/>
                    <a:pt x="150" y="685"/>
                    <a:pt x="340" y="685"/>
                  </a:cubicBezTo>
                  <a:cubicBezTo>
                    <a:pt x="530" y="685"/>
                    <a:pt x="685" y="529"/>
                    <a:pt x="685" y="340"/>
                  </a:cubicBezTo>
                  <a:cubicBezTo>
                    <a:pt x="685" y="156"/>
                    <a:pt x="530" y="1"/>
                    <a:pt x="3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3" name="Google Shape;15073;p66"/>
            <p:cNvSpPr/>
            <p:nvPr/>
          </p:nvSpPr>
          <p:spPr>
            <a:xfrm>
              <a:off x="2184354" y="1679381"/>
              <a:ext cx="41811" cy="53745"/>
            </a:xfrm>
            <a:custGeom>
              <a:avLst/>
              <a:gdLst/>
              <a:ahLst/>
              <a:cxnLst/>
              <a:rect l="l" t="t" r="r" b="b"/>
              <a:pathLst>
                <a:path w="1594" h="2049" extrusionOk="0">
                  <a:moveTo>
                    <a:pt x="794" y="1"/>
                  </a:moveTo>
                  <a:cubicBezTo>
                    <a:pt x="353" y="1"/>
                    <a:pt x="0" y="353"/>
                    <a:pt x="0" y="794"/>
                  </a:cubicBezTo>
                  <a:lnTo>
                    <a:pt x="0" y="1248"/>
                  </a:lnTo>
                  <a:cubicBezTo>
                    <a:pt x="0" y="1689"/>
                    <a:pt x="353" y="2048"/>
                    <a:pt x="794" y="2048"/>
                  </a:cubicBezTo>
                  <a:cubicBezTo>
                    <a:pt x="1234" y="2048"/>
                    <a:pt x="1587" y="1689"/>
                    <a:pt x="1594" y="1248"/>
                  </a:cubicBezTo>
                  <a:lnTo>
                    <a:pt x="1594" y="794"/>
                  </a:lnTo>
                  <a:cubicBezTo>
                    <a:pt x="1587" y="353"/>
                    <a:pt x="1234" y="1"/>
                    <a:pt x="794"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4" name="Google Shape;15074;p66"/>
            <p:cNvSpPr/>
            <p:nvPr/>
          </p:nvSpPr>
          <p:spPr>
            <a:xfrm>
              <a:off x="2202138" y="1679381"/>
              <a:ext cx="24027" cy="41837"/>
            </a:xfrm>
            <a:custGeom>
              <a:avLst/>
              <a:gdLst/>
              <a:ahLst/>
              <a:cxnLst/>
              <a:rect l="l" t="t" r="r" b="b"/>
              <a:pathLst>
                <a:path w="916" h="1595" extrusionOk="0">
                  <a:moveTo>
                    <a:pt x="116" y="1"/>
                  </a:moveTo>
                  <a:cubicBezTo>
                    <a:pt x="82" y="1"/>
                    <a:pt x="41" y="1"/>
                    <a:pt x="0" y="8"/>
                  </a:cubicBezTo>
                  <a:lnTo>
                    <a:pt x="0" y="1140"/>
                  </a:lnTo>
                  <a:cubicBezTo>
                    <a:pt x="0" y="1391"/>
                    <a:pt x="204" y="1594"/>
                    <a:pt x="461" y="1594"/>
                  </a:cubicBezTo>
                  <a:cubicBezTo>
                    <a:pt x="712" y="1594"/>
                    <a:pt x="916" y="1391"/>
                    <a:pt x="916" y="1140"/>
                  </a:cubicBezTo>
                  <a:lnTo>
                    <a:pt x="916" y="801"/>
                  </a:lnTo>
                  <a:cubicBezTo>
                    <a:pt x="916" y="360"/>
                    <a:pt x="556" y="1"/>
                    <a:pt x="116" y="1"/>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5" name="Google Shape;15075;p66"/>
            <p:cNvSpPr/>
            <p:nvPr/>
          </p:nvSpPr>
          <p:spPr>
            <a:xfrm>
              <a:off x="2196263" y="1685256"/>
              <a:ext cx="17994" cy="17994"/>
            </a:xfrm>
            <a:custGeom>
              <a:avLst/>
              <a:gdLst/>
              <a:ahLst/>
              <a:cxnLst/>
              <a:rect l="l" t="t" r="r" b="b"/>
              <a:pathLst>
                <a:path w="686" h="686" extrusionOk="0">
                  <a:moveTo>
                    <a:pt x="340" y="1"/>
                  </a:moveTo>
                  <a:cubicBezTo>
                    <a:pt x="150" y="1"/>
                    <a:pt x="1" y="156"/>
                    <a:pt x="1" y="340"/>
                  </a:cubicBezTo>
                  <a:cubicBezTo>
                    <a:pt x="1" y="529"/>
                    <a:pt x="150" y="685"/>
                    <a:pt x="340" y="685"/>
                  </a:cubicBezTo>
                  <a:cubicBezTo>
                    <a:pt x="529" y="685"/>
                    <a:pt x="685" y="529"/>
                    <a:pt x="685" y="340"/>
                  </a:cubicBezTo>
                  <a:cubicBezTo>
                    <a:pt x="685" y="156"/>
                    <a:pt x="529" y="1"/>
                    <a:pt x="3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6" name="Google Shape;15076;p66"/>
            <p:cNvSpPr/>
            <p:nvPr/>
          </p:nvSpPr>
          <p:spPr>
            <a:xfrm>
              <a:off x="2047040" y="1774884"/>
              <a:ext cx="167216" cy="71529"/>
            </a:xfrm>
            <a:custGeom>
              <a:avLst/>
              <a:gdLst/>
              <a:ahLst/>
              <a:cxnLst/>
              <a:rect l="l" t="t" r="r" b="b"/>
              <a:pathLst>
                <a:path w="6375" h="2727" extrusionOk="0">
                  <a:moveTo>
                    <a:pt x="1703" y="1"/>
                  </a:moveTo>
                  <a:cubicBezTo>
                    <a:pt x="760" y="1"/>
                    <a:pt x="1" y="611"/>
                    <a:pt x="1" y="1364"/>
                  </a:cubicBezTo>
                  <a:cubicBezTo>
                    <a:pt x="1" y="2116"/>
                    <a:pt x="760" y="2727"/>
                    <a:pt x="1703" y="2727"/>
                  </a:cubicBezTo>
                  <a:cubicBezTo>
                    <a:pt x="2340" y="2727"/>
                    <a:pt x="2889" y="2455"/>
                    <a:pt x="3188" y="2042"/>
                  </a:cubicBezTo>
                  <a:cubicBezTo>
                    <a:pt x="3479" y="2455"/>
                    <a:pt x="4035" y="2727"/>
                    <a:pt x="4666" y="2727"/>
                  </a:cubicBezTo>
                  <a:cubicBezTo>
                    <a:pt x="5608" y="2727"/>
                    <a:pt x="6374" y="2116"/>
                    <a:pt x="6374" y="1364"/>
                  </a:cubicBezTo>
                  <a:cubicBezTo>
                    <a:pt x="6374" y="611"/>
                    <a:pt x="5608" y="1"/>
                    <a:pt x="4666" y="1"/>
                  </a:cubicBezTo>
                  <a:cubicBezTo>
                    <a:pt x="4028" y="1"/>
                    <a:pt x="3479" y="272"/>
                    <a:pt x="3188" y="686"/>
                  </a:cubicBezTo>
                  <a:cubicBezTo>
                    <a:pt x="2889" y="279"/>
                    <a:pt x="2340" y="1"/>
                    <a:pt x="1703" y="1"/>
                  </a:cubicBezTo>
                  <a:close/>
                </a:path>
              </a:pathLst>
            </a:custGeom>
            <a:solidFill>
              <a:srgbClr val="E7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7" name="Google Shape;15077;p66"/>
            <p:cNvSpPr/>
            <p:nvPr/>
          </p:nvSpPr>
          <p:spPr>
            <a:xfrm>
              <a:off x="2085467" y="1771343"/>
              <a:ext cx="90205" cy="37588"/>
            </a:xfrm>
            <a:custGeom>
              <a:avLst/>
              <a:gdLst/>
              <a:ahLst/>
              <a:cxnLst/>
              <a:rect l="l" t="t" r="r" b="b"/>
              <a:pathLst>
                <a:path w="3439" h="1433" extrusionOk="0">
                  <a:moveTo>
                    <a:pt x="482" y="0"/>
                  </a:moveTo>
                  <a:cubicBezTo>
                    <a:pt x="149" y="7"/>
                    <a:pt x="0" y="421"/>
                    <a:pt x="258" y="631"/>
                  </a:cubicBezTo>
                  <a:lnTo>
                    <a:pt x="834" y="1112"/>
                  </a:lnTo>
                  <a:cubicBezTo>
                    <a:pt x="1092" y="1326"/>
                    <a:pt x="1407" y="1433"/>
                    <a:pt x="1723" y="1433"/>
                  </a:cubicBezTo>
                  <a:cubicBezTo>
                    <a:pt x="2038" y="1433"/>
                    <a:pt x="2353" y="1326"/>
                    <a:pt x="2611" y="1112"/>
                  </a:cubicBezTo>
                  <a:lnTo>
                    <a:pt x="3180" y="631"/>
                  </a:lnTo>
                  <a:cubicBezTo>
                    <a:pt x="3438" y="421"/>
                    <a:pt x="3289" y="7"/>
                    <a:pt x="2957" y="0"/>
                  </a:cubicBez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8" name="Google Shape;15078;p66"/>
            <p:cNvSpPr/>
            <p:nvPr/>
          </p:nvSpPr>
          <p:spPr>
            <a:xfrm>
              <a:off x="2085467" y="1771526"/>
              <a:ext cx="48762" cy="37404"/>
            </a:xfrm>
            <a:custGeom>
              <a:avLst/>
              <a:gdLst/>
              <a:ahLst/>
              <a:cxnLst/>
              <a:rect l="l" t="t" r="r" b="b"/>
              <a:pathLst>
                <a:path w="1859" h="1426" extrusionOk="0">
                  <a:moveTo>
                    <a:pt x="482" y="0"/>
                  </a:moveTo>
                  <a:cubicBezTo>
                    <a:pt x="149" y="0"/>
                    <a:pt x="0" y="414"/>
                    <a:pt x="251" y="624"/>
                  </a:cubicBezTo>
                  <a:lnTo>
                    <a:pt x="827" y="1105"/>
                  </a:lnTo>
                  <a:cubicBezTo>
                    <a:pt x="1080" y="1311"/>
                    <a:pt x="1390" y="1425"/>
                    <a:pt x="1711" y="1425"/>
                  </a:cubicBezTo>
                  <a:cubicBezTo>
                    <a:pt x="1760" y="1425"/>
                    <a:pt x="1809" y="1423"/>
                    <a:pt x="1858" y="1417"/>
                  </a:cubicBezTo>
                  <a:cubicBezTo>
                    <a:pt x="1817" y="1377"/>
                    <a:pt x="1777" y="1329"/>
                    <a:pt x="1743" y="1288"/>
                  </a:cubicBezTo>
                  <a:lnTo>
                    <a:pt x="1167" y="583"/>
                  </a:lnTo>
                  <a:cubicBezTo>
                    <a:pt x="1044" y="414"/>
                    <a:pt x="1004" y="197"/>
                    <a:pt x="1065" y="0"/>
                  </a:cubicBez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9" name="Google Shape;15079;p66"/>
            <p:cNvSpPr/>
            <p:nvPr/>
          </p:nvSpPr>
          <p:spPr>
            <a:xfrm>
              <a:off x="2041007" y="1792720"/>
              <a:ext cx="179125" cy="59752"/>
            </a:xfrm>
            <a:custGeom>
              <a:avLst/>
              <a:gdLst/>
              <a:ahLst/>
              <a:cxnLst/>
              <a:rect l="l" t="t" r="r" b="b"/>
              <a:pathLst>
                <a:path w="6829" h="2278" extrusionOk="0">
                  <a:moveTo>
                    <a:pt x="227" y="1"/>
                  </a:moveTo>
                  <a:cubicBezTo>
                    <a:pt x="114" y="1"/>
                    <a:pt x="0" y="77"/>
                    <a:pt x="0" y="230"/>
                  </a:cubicBezTo>
                  <a:cubicBezTo>
                    <a:pt x="0" y="1355"/>
                    <a:pt x="909" y="2270"/>
                    <a:pt x="2034" y="2277"/>
                  </a:cubicBezTo>
                  <a:cubicBezTo>
                    <a:pt x="2495" y="2277"/>
                    <a:pt x="2936" y="2121"/>
                    <a:pt x="3295" y="1830"/>
                  </a:cubicBezTo>
                  <a:cubicBezTo>
                    <a:pt x="3329" y="1803"/>
                    <a:pt x="3370" y="1789"/>
                    <a:pt x="3412" y="1789"/>
                  </a:cubicBezTo>
                  <a:cubicBezTo>
                    <a:pt x="3453" y="1789"/>
                    <a:pt x="3496" y="1803"/>
                    <a:pt x="3533" y="1830"/>
                  </a:cubicBezTo>
                  <a:cubicBezTo>
                    <a:pt x="3885" y="2121"/>
                    <a:pt x="4333" y="2277"/>
                    <a:pt x="4794" y="2277"/>
                  </a:cubicBezTo>
                  <a:cubicBezTo>
                    <a:pt x="5920" y="2270"/>
                    <a:pt x="6828" y="1348"/>
                    <a:pt x="6828" y="230"/>
                  </a:cubicBezTo>
                  <a:cubicBezTo>
                    <a:pt x="6828" y="77"/>
                    <a:pt x="6715" y="1"/>
                    <a:pt x="6601" y="1"/>
                  </a:cubicBezTo>
                  <a:cubicBezTo>
                    <a:pt x="6487" y="1"/>
                    <a:pt x="6374" y="77"/>
                    <a:pt x="6374" y="230"/>
                  </a:cubicBezTo>
                  <a:cubicBezTo>
                    <a:pt x="6374" y="1104"/>
                    <a:pt x="5669" y="1816"/>
                    <a:pt x="4794" y="1816"/>
                  </a:cubicBezTo>
                  <a:cubicBezTo>
                    <a:pt x="4785" y="1816"/>
                    <a:pt x="4775" y="1816"/>
                    <a:pt x="4766" y="1816"/>
                  </a:cubicBezTo>
                  <a:cubicBezTo>
                    <a:pt x="4416" y="1816"/>
                    <a:pt x="4082" y="1695"/>
                    <a:pt x="3818" y="1477"/>
                  </a:cubicBezTo>
                  <a:cubicBezTo>
                    <a:pt x="3699" y="1382"/>
                    <a:pt x="3557" y="1335"/>
                    <a:pt x="3414" y="1335"/>
                  </a:cubicBezTo>
                  <a:cubicBezTo>
                    <a:pt x="3272" y="1335"/>
                    <a:pt x="3129" y="1382"/>
                    <a:pt x="3011" y="1477"/>
                  </a:cubicBezTo>
                  <a:cubicBezTo>
                    <a:pt x="2740" y="1695"/>
                    <a:pt x="2405" y="1816"/>
                    <a:pt x="2062" y="1816"/>
                  </a:cubicBezTo>
                  <a:cubicBezTo>
                    <a:pt x="2053" y="1816"/>
                    <a:pt x="2044" y="1816"/>
                    <a:pt x="2034" y="1816"/>
                  </a:cubicBezTo>
                  <a:cubicBezTo>
                    <a:pt x="1160" y="1816"/>
                    <a:pt x="454" y="1104"/>
                    <a:pt x="454" y="230"/>
                  </a:cubicBezTo>
                  <a:cubicBezTo>
                    <a:pt x="454" y="77"/>
                    <a:pt x="341" y="1"/>
                    <a:pt x="227"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80" name="Google Shape;15080;p66"/>
          <p:cNvGrpSpPr/>
          <p:nvPr/>
        </p:nvGrpSpPr>
        <p:grpSpPr>
          <a:xfrm>
            <a:off x="2209018" y="3441592"/>
            <a:ext cx="306471" cy="370000"/>
            <a:chOff x="2236106" y="3365392"/>
            <a:chExt cx="306471" cy="370000"/>
          </a:xfrm>
        </p:grpSpPr>
        <p:sp>
          <p:nvSpPr>
            <p:cNvPr id="15081" name="Google Shape;15081;p66"/>
            <p:cNvSpPr/>
            <p:nvPr/>
          </p:nvSpPr>
          <p:spPr>
            <a:xfrm>
              <a:off x="2413788" y="3588085"/>
              <a:ext cx="128789" cy="88107"/>
            </a:xfrm>
            <a:custGeom>
              <a:avLst/>
              <a:gdLst/>
              <a:ahLst/>
              <a:cxnLst/>
              <a:rect l="l" t="t" r="r" b="b"/>
              <a:pathLst>
                <a:path w="4910" h="3359" extrusionOk="0">
                  <a:moveTo>
                    <a:pt x="2793" y="0"/>
                  </a:moveTo>
                  <a:cubicBezTo>
                    <a:pt x="2259" y="0"/>
                    <a:pt x="1705" y="75"/>
                    <a:pt x="1234" y="293"/>
                  </a:cubicBezTo>
                  <a:cubicBezTo>
                    <a:pt x="285" y="741"/>
                    <a:pt x="0" y="2111"/>
                    <a:pt x="211" y="2558"/>
                  </a:cubicBezTo>
                  <a:cubicBezTo>
                    <a:pt x="366" y="2895"/>
                    <a:pt x="1128" y="3359"/>
                    <a:pt x="1902" y="3359"/>
                  </a:cubicBezTo>
                  <a:cubicBezTo>
                    <a:pt x="2140" y="3359"/>
                    <a:pt x="2380" y="3315"/>
                    <a:pt x="2604" y="3209"/>
                  </a:cubicBezTo>
                  <a:cubicBezTo>
                    <a:pt x="3770" y="2667"/>
                    <a:pt x="4577" y="1148"/>
                    <a:pt x="4848" y="565"/>
                  </a:cubicBezTo>
                  <a:cubicBezTo>
                    <a:pt x="4910" y="436"/>
                    <a:pt x="4842" y="293"/>
                    <a:pt x="4706" y="260"/>
                  </a:cubicBezTo>
                  <a:cubicBezTo>
                    <a:pt x="4330" y="162"/>
                    <a:pt x="3582" y="0"/>
                    <a:pt x="279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2" name="Google Shape;15082;p66"/>
            <p:cNvSpPr/>
            <p:nvPr/>
          </p:nvSpPr>
          <p:spPr>
            <a:xfrm>
              <a:off x="2413604" y="3588085"/>
              <a:ext cx="127740" cy="67831"/>
            </a:xfrm>
            <a:custGeom>
              <a:avLst/>
              <a:gdLst/>
              <a:ahLst/>
              <a:cxnLst/>
              <a:rect l="l" t="t" r="r" b="b"/>
              <a:pathLst>
                <a:path w="4870" h="2586" extrusionOk="0">
                  <a:moveTo>
                    <a:pt x="2798" y="0"/>
                  </a:moveTo>
                  <a:cubicBezTo>
                    <a:pt x="2263" y="0"/>
                    <a:pt x="1708" y="75"/>
                    <a:pt x="1235" y="293"/>
                  </a:cubicBezTo>
                  <a:cubicBezTo>
                    <a:pt x="285" y="741"/>
                    <a:pt x="1" y="2111"/>
                    <a:pt x="211" y="2558"/>
                  </a:cubicBezTo>
                  <a:cubicBezTo>
                    <a:pt x="218" y="2565"/>
                    <a:pt x="224" y="2578"/>
                    <a:pt x="231" y="2585"/>
                  </a:cubicBezTo>
                  <a:cubicBezTo>
                    <a:pt x="1011" y="2111"/>
                    <a:pt x="3140" y="890"/>
                    <a:pt x="4869" y="463"/>
                  </a:cubicBezTo>
                  <a:cubicBezTo>
                    <a:pt x="4869" y="368"/>
                    <a:pt x="4801" y="280"/>
                    <a:pt x="4713" y="260"/>
                  </a:cubicBezTo>
                  <a:cubicBezTo>
                    <a:pt x="4337" y="162"/>
                    <a:pt x="3589" y="0"/>
                    <a:pt x="2798"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3" name="Google Shape;15083;p66"/>
            <p:cNvSpPr/>
            <p:nvPr/>
          </p:nvSpPr>
          <p:spPr>
            <a:xfrm>
              <a:off x="2350469" y="3365471"/>
              <a:ext cx="64945" cy="86559"/>
            </a:xfrm>
            <a:custGeom>
              <a:avLst/>
              <a:gdLst/>
              <a:ahLst/>
              <a:cxnLst/>
              <a:rect l="l" t="t" r="r" b="b"/>
              <a:pathLst>
                <a:path w="2476" h="3300" extrusionOk="0">
                  <a:moveTo>
                    <a:pt x="763" y="0"/>
                  </a:moveTo>
                  <a:cubicBezTo>
                    <a:pt x="682" y="0"/>
                    <a:pt x="602" y="46"/>
                    <a:pt x="563" y="128"/>
                  </a:cubicBezTo>
                  <a:cubicBezTo>
                    <a:pt x="367" y="576"/>
                    <a:pt x="0" y="1552"/>
                    <a:pt x="204" y="2332"/>
                  </a:cubicBezTo>
                  <a:cubicBezTo>
                    <a:pt x="370" y="2952"/>
                    <a:pt x="1096" y="3300"/>
                    <a:pt x="1469" y="3300"/>
                  </a:cubicBezTo>
                  <a:cubicBezTo>
                    <a:pt x="1508" y="3300"/>
                    <a:pt x="1543" y="3296"/>
                    <a:pt x="1574" y="3288"/>
                  </a:cubicBezTo>
                  <a:cubicBezTo>
                    <a:pt x="1885" y="3200"/>
                    <a:pt x="2475" y="2468"/>
                    <a:pt x="2292" y="1790"/>
                  </a:cubicBezTo>
                  <a:cubicBezTo>
                    <a:pt x="2089" y="1010"/>
                    <a:pt x="1289" y="332"/>
                    <a:pt x="895" y="47"/>
                  </a:cubicBezTo>
                  <a:cubicBezTo>
                    <a:pt x="856" y="15"/>
                    <a:pt x="810" y="0"/>
                    <a:pt x="763"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4" name="Google Shape;15084;p66"/>
            <p:cNvSpPr/>
            <p:nvPr/>
          </p:nvSpPr>
          <p:spPr>
            <a:xfrm>
              <a:off x="2368436" y="3365392"/>
              <a:ext cx="46978" cy="86166"/>
            </a:xfrm>
            <a:custGeom>
              <a:avLst/>
              <a:gdLst/>
              <a:ahLst/>
              <a:cxnLst/>
              <a:rect l="l" t="t" r="r" b="b"/>
              <a:pathLst>
                <a:path w="1791" h="3285" extrusionOk="0">
                  <a:moveTo>
                    <a:pt x="86" y="0"/>
                  </a:moveTo>
                  <a:cubicBezTo>
                    <a:pt x="58" y="0"/>
                    <a:pt x="29" y="6"/>
                    <a:pt x="0" y="16"/>
                  </a:cubicBezTo>
                  <a:cubicBezTo>
                    <a:pt x="373" y="1087"/>
                    <a:pt x="672" y="2179"/>
                    <a:pt x="889" y="3284"/>
                  </a:cubicBezTo>
                  <a:cubicBezTo>
                    <a:pt x="1207" y="3196"/>
                    <a:pt x="1790" y="2471"/>
                    <a:pt x="1607" y="1793"/>
                  </a:cubicBezTo>
                  <a:cubicBezTo>
                    <a:pt x="1404" y="1013"/>
                    <a:pt x="604" y="335"/>
                    <a:pt x="210" y="43"/>
                  </a:cubicBezTo>
                  <a:cubicBezTo>
                    <a:pt x="173" y="14"/>
                    <a:pt x="130" y="0"/>
                    <a:pt x="86"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5" name="Google Shape;15085;p66"/>
            <p:cNvSpPr/>
            <p:nvPr/>
          </p:nvSpPr>
          <p:spPr>
            <a:xfrm>
              <a:off x="2236106" y="3542156"/>
              <a:ext cx="145157" cy="92618"/>
            </a:xfrm>
            <a:custGeom>
              <a:avLst/>
              <a:gdLst/>
              <a:ahLst/>
              <a:cxnLst/>
              <a:rect l="l" t="t" r="r" b="b"/>
              <a:pathLst>
                <a:path w="5534" h="3531" extrusionOk="0">
                  <a:moveTo>
                    <a:pt x="2978" y="0"/>
                  </a:moveTo>
                  <a:cubicBezTo>
                    <a:pt x="1844" y="0"/>
                    <a:pt x="668" y="449"/>
                    <a:pt x="177" y="654"/>
                  </a:cubicBezTo>
                  <a:cubicBezTo>
                    <a:pt x="48" y="709"/>
                    <a:pt x="0" y="865"/>
                    <a:pt x="82" y="980"/>
                  </a:cubicBezTo>
                  <a:cubicBezTo>
                    <a:pt x="462" y="1549"/>
                    <a:pt x="1580" y="3062"/>
                    <a:pt x="2923" y="3462"/>
                  </a:cubicBezTo>
                  <a:cubicBezTo>
                    <a:pt x="3082" y="3509"/>
                    <a:pt x="3245" y="3530"/>
                    <a:pt x="3406" y="3530"/>
                  </a:cubicBezTo>
                  <a:cubicBezTo>
                    <a:pt x="4348" y="3530"/>
                    <a:pt x="5257" y="2805"/>
                    <a:pt x="5384" y="2377"/>
                  </a:cubicBezTo>
                  <a:cubicBezTo>
                    <a:pt x="5533" y="1868"/>
                    <a:pt x="5005" y="444"/>
                    <a:pt x="3920" y="126"/>
                  </a:cubicBezTo>
                  <a:cubicBezTo>
                    <a:pt x="3621" y="37"/>
                    <a:pt x="3301" y="0"/>
                    <a:pt x="2978"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6" name="Google Shape;15086;p66"/>
            <p:cNvSpPr/>
            <p:nvPr/>
          </p:nvSpPr>
          <p:spPr>
            <a:xfrm>
              <a:off x="2236814" y="3542156"/>
              <a:ext cx="144449" cy="63608"/>
            </a:xfrm>
            <a:custGeom>
              <a:avLst/>
              <a:gdLst/>
              <a:ahLst/>
              <a:cxnLst/>
              <a:rect l="l" t="t" r="r" b="b"/>
              <a:pathLst>
                <a:path w="5507" h="2425" extrusionOk="0">
                  <a:moveTo>
                    <a:pt x="2951" y="0"/>
                  </a:moveTo>
                  <a:cubicBezTo>
                    <a:pt x="1818" y="0"/>
                    <a:pt x="642" y="449"/>
                    <a:pt x="157" y="654"/>
                  </a:cubicBezTo>
                  <a:cubicBezTo>
                    <a:pt x="48" y="702"/>
                    <a:pt x="1" y="817"/>
                    <a:pt x="34" y="926"/>
                  </a:cubicBezTo>
                  <a:cubicBezTo>
                    <a:pt x="1085" y="1007"/>
                    <a:pt x="4103" y="1346"/>
                    <a:pt x="5337" y="2424"/>
                  </a:cubicBezTo>
                  <a:cubicBezTo>
                    <a:pt x="5344" y="2404"/>
                    <a:pt x="5351" y="2390"/>
                    <a:pt x="5357" y="2370"/>
                  </a:cubicBezTo>
                  <a:cubicBezTo>
                    <a:pt x="5506" y="1868"/>
                    <a:pt x="4978" y="444"/>
                    <a:pt x="3893" y="126"/>
                  </a:cubicBezTo>
                  <a:cubicBezTo>
                    <a:pt x="3594" y="37"/>
                    <a:pt x="3274" y="0"/>
                    <a:pt x="2951"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7" name="Google Shape;15087;p66"/>
            <p:cNvSpPr/>
            <p:nvPr/>
          </p:nvSpPr>
          <p:spPr>
            <a:xfrm>
              <a:off x="2298717" y="3457171"/>
              <a:ext cx="81654" cy="61693"/>
            </a:xfrm>
            <a:custGeom>
              <a:avLst/>
              <a:gdLst/>
              <a:ahLst/>
              <a:cxnLst/>
              <a:rect l="l" t="t" r="r" b="b"/>
              <a:pathLst>
                <a:path w="3113" h="2352" extrusionOk="0">
                  <a:moveTo>
                    <a:pt x="870" y="0"/>
                  </a:moveTo>
                  <a:cubicBezTo>
                    <a:pt x="618" y="0"/>
                    <a:pt x="394" y="18"/>
                    <a:pt x="231" y="36"/>
                  </a:cubicBezTo>
                  <a:cubicBezTo>
                    <a:pt x="88" y="50"/>
                    <a:pt x="0" y="192"/>
                    <a:pt x="48" y="328"/>
                  </a:cubicBezTo>
                  <a:cubicBezTo>
                    <a:pt x="204" y="789"/>
                    <a:pt x="611" y="1759"/>
                    <a:pt x="1289" y="2186"/>
                  </a:cubicBezTo>
                  <a:cubicBezTo>
                    <a:pt x="1479" y="2305"/>
                    <a:pt x="1699" y="2352"/>
                    <a:pt x="1915" y="2352"/>
                  </a:cubicBezTo>
                  <a:cubicBezTo>
                    <a:pt x="2376" y="2352"/>
                    <a:pt x="2821" y="2138"/>
                    <a:pt x="2936" y="1948"/>
                  </a:cubicBezTo>
                  <a:cubicBezTo>
                    <a:pt x="3113" y="1670"/>
                    <a:pt x="3038" y="735"/>
                    <a:pt x="2441" y="362"/>
                  </a:cubicBezTo>
                  <a:cubicBezTo>
                    <a:pt x="1989" y="72"/>
                    <a:pt x="1374" y="0"/>
                    <a:pt x="870"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8" name="Google Shape;15088;p66"/>
            <p:cNvSpPr/>
            <p:nvPr/>
          </p:nvSpPr>
          <p:spPr>
            <a:xfrm>
              <a:off x="2299609" y="3457171"/>
              <a:ext cx="80762" cy="51647"/>
            </a:xfrm>
            <a:custGeom>
              <a:avLst/>
              <a:gdLst/>
              <a:ahLst/>
              <a:cxnLst/>
              <a:rect l="l" t="t" r="r" b="b"/>
              <a:pathLst>
                <a:path w="3079" h="1969" extrusionOk="0">
                  <a:moveTo>
                    <a:pt x="836" y="0"/>
                  </a:moveTo>
                  <a:cubicBezTo>
                    <a:pt x="584" y="0"/>
                    <a:pt x="360" y="18"/>
                    <a:pt x="197" y="36"/>
                  </a:cubicBezTo>
                  <a:cubicBezTo>
                    <a:pt x="95" y="50"/>
                    <a:pt x="14" y="124"/>
                    <a:pt x="0" y="226"/>
                  </a:cubicBezTo>
                  <a:cubicBezTo>
                    <a:pt x="570" y="470"/>
                    <a:pt x="1953" y="1114"/>
                    <a:pt x="2889" y="1969"/>
                  </a:cubicBezTo>
                  <a:cubicBezTo>
                    <a:pt x="2889" y="1962"/>
                    <a:pt x="2902" y="1955"/>
                    <a:pt x="2902" y="1948"/>
                  </a:cubicBezTo>
                  <a:cubicBezTo>
                    <a:pt x="3079" y="1670"/>
                    <a:pt x="3004" y="735"/>
                    <a:pt x="2407" y="362"/>
                  </a:cubicBezTo>
                  <a:cubicBezTo>
                    <a:pt x="1955" y="72"/>
                    <a:pt x="1340" y="0"/>
                    <a:pt x="836"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89" name="Google Shape;15089;p66"/>
            <p:cNvSpPr/>
            <p:nvPr/>
          </p:nvSpPr>
          <p:spPr>
            <a:xfrm>
              <a:off x="2421080" y="3480857"/>
              <a:ext cx="85929" cy="59044"/>
            </a:xfrm>
            <a:custGeom>
              <a:avLst/>
              <a:gdLst/>
              <a:ahLst/>
              <a:cxnLst/>
              <a:rect l="l" t="t" r="r" b="b"/>
              <a:pathLst>
                <a:path w="3276" h="2251" extrusionOk="0">
                  <a:moveTo>
                    <a:pt x="1879" y="0"/>
                  </a:moveTo>
                  <a:cubicBezTo>
                    <a:pt x="1519" y="0"/>
                    <a:pt x="1146" y="50"/>
                    <a:pt x="828" y="198"/>
                  </a:cubicBezTo>
                  <a:cubicBezTo>
                    <a:pt x="190" y="496"/>
                    <a:pt x="0" y="1418"/>
                    <a:pt x="136" y="1717"/>
                  </a:cubicBezTo>
                  <a:cubicBezTo>
                    <a:pt x="245" y="1944"/>
                    <a:pt x="752" y="2251"/>
                    <a:pt x="1269" y="2251"/>
                  </a:cubicBezTo>
                  <a:cubicBezTo>
                    <a:pt x="1430" y="2251"/>
                    <a:pt x="1592" y="2221"/>
                    <a:pt x="1743" y="2151"/>
                  </a:cubicBezTo>
                  <a:cubicBezTo>
                    <a:pt x="2475" y="1812"/>
                    <a:pt x="2991" y="903"/>
                    <a:pt x="3208" y="462"/>
                  </a:cubicBezTo>
                  <a:cubicBezTo>
                    <a:pt x="3275" y="333"/>
                    <a:pt x="3201" y="184"/>
                    <a:pt x="3065" y="150"/>
                  </a:cubicBezTo>
                  <a:cubicBezTo>
                    <a:pt x="2793" y="85"/>
                    <a:pt x="2347" y="0"/>
                    <a:pt x="1879" y="0"/>
                  </a:cubicBezTo>
                  <a:close/>
                </a:path>
              </a:pathLst>
            </a:custGeom>
            <a:solidFill>
              <a:srgbClr val="C1CDD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0" name="Google Shape;15090;p66"/>
            <p:cNvSpPr/>
            <p:nvPr/>
          </p:nvSpPr>
          <p:spPr>
            <a:xfrm>
              <a:off x="2421080" y="3480857"/>
              <a:ext cx="85221" cy="47345"/>
            </a:xfrm>
            <a:custGeom>
              <a:avLst/>
              <a:gdLst/>
              <a:ahLst/>
              <a:cxnLst/>
              <a:rect l="l" t="t" r="r" b="b"/>
              <a:pathLst>
                <a:path w="3249" h="1805" extrusionOk="0">
                  <a:moveTo>
                    <a:pt x="1881" y="0"/>
                  </a:moveTo>
                  <a:cubicBezTo>
                    <a:pt x="1520" y="0"/>
                    <a:pt x="1146" y="50"/>
                    <a:pt x="828" y="198"/>
                  </a:cubicBezTo>
                  <a:cubicBezTo>
                    <a:pt x="190" y="496"/>
                    <a:pt x="0" y="1418"/>
                    <a:pt x="143" y="1717"/>
                  </a:cubicBezTo>
                  <a:cubicBezTo>
                    <a:pt x="156" y="1744"/>
                    <a:pt x="177" y="1778"/>
                    <a:pt x="204" y="1805"/>
                  </a:cubicBezTo>
                  <a:cubicBezTo>
                    <a:pt x="868" y="1113"/>
                    <a:pt x="2509" y="605"/>
                    <a:pt x="3221" y="408"/>
                  </a:cubicBezTo>
                  <a:cubicBezTo>
                    <a:pt x="3248" y="293"/>
                    <a:pt x="3180" y="177"/>
                    <a:pt x="3065" y="150"/>
                  </a:cubicBezTo>
                  <a:cubicBezTo>
                    <a:pt x="2797" y="85"/>
                    <a:pt x="2351" y="0"/>
                    <a:pt x="1881" y="0"/>
                  </a:cubicBezTo>
                  <a:close/>
                </a:path>
              </a:pathLst>
            </a:custGeom>
            <a:solidFill>
              <a:srgbClr val="D2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1" name="Google Shape;15091;p66"/>
            <p:cNvSpPr/>
            <p:nvPr/>
          </p:nvSpPr>
          <p:spPr>
            <a:xfrm>
              <a:off x="2379269" y="3608807"/>
              <a:ext cx="129340" cy="76093"/>
            </a:xfrm>
            <a:custGeom>
              <a:avLst/>
              <a:gdLst/>
              <a:ahLst/>
              <a:cxnLst/>
              <a:rect l="l" t="t" r="r" b="b"/>
              <a:pathLst>
                <a:path w="4931" h="2901" extrusionOk="0">
                  <a:moveTo>
                    <a:pt x="4618" y="0"/>
                  </a:moveTo>
                  <a:cubicBezTo>
                    <a:pt x="4595" y="0"/>
                    <a:pt x="4570" y="4"/>
                    <a:pt x="4544" y="12"/>
                  </a:cubicBezTo>
                  <a:cubicBezTo>
                    <a:pt x="2008" y="751"/>
                    <a:pt x="225" y="2439"/>
                    <a:pt x="150" y="2514"/>
                  </a:cubicBezTo>
                  <a:cubicBezTo>
                    <a:pt x="1" y="2656"/>
                    <a:pt x="96" y="2900"/>
                    <a:pt x="306" y="2900"/>
                  </a:cubicBezTo>
                  <a:cubicBezTo>
                    <a:pt x="360" y="2900"/>
                    <a:pt x="414" y="2880"/>
                    <a:pt x="462" y="2839"/>
                  </a:cubicBezTo>
                  <a:cubicBezTo>
                    <a:pt x="476" y="2819"/>
                    <a:pt x="2238" y="1151"/>
                    <a:pt x="4666" y="446"/>
                  </a:cubicBezTo>
                  <a:cubicBezTo>
                    <a:pt x="4931" y="366"/>
                    <a:pt x="4849" y="0"/>
                    <a:pt x="4618"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2" name="Google Shape;15092;p66"/>
            <p:cNvSpPr/>
            <p:nvPr/>
          </p:nvSpPr>
          <p:spPr>
            <a:xfrm>
              <a:off x="2274035" y="3568019"/>
              <a:ext cx="22400" cy="12485"/>
            </a:xfrm>
            <a:custGeom>
              <a:avLst/>
              <a:gdLst/>
              <a:ahLst/>
              <a:cxnLst/>
              <a:rect l="l" t="t" r="r" b="b"/>
              <a:pathLst>
                <a:path w="854" h="476" extrusionOk="0">
                  <a:moveTo>
                    <a:pt x="311" y="1"/>
                  </a:moveTo>
                  <a:cubicBezTo>
                    <a:pt x="25" y="1"/>
                    <a:pt x="1" y="428"/>
                    <a:pt x="290" y="455"/>
                  </a:cubicBezTo>
                  <a:cubicBezTo>
                    <a:pt x="290" y="455"/>
                    <a:pt x="378" y="455"/>
                    <a:pt x="514" y="475"/>
                  </a:cubicBezTo>
                  <a:lnTo>
                    <a:pt x="541" y="475"/>
                  </a:lnTo>
                  <a:cubicBezTo>
                    <a:pt x="826" y="475"/>
                    <a:pt x="853" y="48"/>
                    <a:pt x="562" y="21"/>
                  </a:cubicBezTo>
                  <a:lnTo>
                    <a:pt x="562" y="21"/>
                  </a:lnTo>
                  <a:lnTo>
                    <a:pt x="562" y="28"/>
                  </a:lnTo>
                  <a:cubicBezTo>
                    <a:pt x="406" y="7"/>
                    <a:pt x="317" y="1"/>
                    <a:pt x="317" y="1"/>
                  </a:cubicBezTo>
                  <a:cubicBezTo>
                    <a:pt x="315" y="1"/>
                    <a:pt x="313" y="1"/>
                    <a:pt x="311" y="1"/>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3" name="Google Shape;15093;p66"/>
            <p:cNvSpPr/>
            <p:nvPr/>
          </p:nvSpPr>
          <p:spPr>
            <a:xfrm>
              <a:off x="2450012" y="3500398"/>
              <a:ext cx="20722" cy="13823"/>
            </a:xfrm>
            <a:custGeom>
              <a:avLst/>
              <a:gdLst/>
              <a:ahLst/>
              <a:cxnLst/>
              <a:rect l="l" t="t" r="r" b="b"/>
              <a:pathLst>
                <a:path w="790" h="527" extrusionOk="0">
                  <a:moveTo>
                    <a:pt x="547" y="0"/>
                  </a:moveTo>
                  <a:cubicBezTo>
                    <a:pt x="526" y="0"/>
                    <a:pt x="505" y="3"/>
                    <a:pt x="484" y="9"/>
                  </a:cubicBezTo>
                  <a:cubicBezTo>
                    <a:pt x="396" y="29"/>
                    <a:pt x="308" y="56"/>
                    <a:pt x="226" y="83"/>
                  </a:cubicBezTo>
                  <a:cubicBezTo>
                    <a:pt x="0" y="126"/>
                    <a:pt x="110" y="526"/>
                    <a:pt x="302" y="526"/>
                  </a:cubicBezTo>
                  <a:cubicBezTo>
                    <a:pt x="324" y="526"/>
                    <a:pt x="346" y="521"/>
                    <a:pt x="369" y="511"/>
                  </a:cubicBezTo>
                  <a:cubicBezTo>
                    <a:pt x="443" y="483"/>
                    <a:pt x="525" y="456"/>
                    <a:pt x="599" y="436"/>
                  </a:cubicBezTo>
                  <a:cubicBezTo>
                    <a:pt x="721" y="402"/>
                    <a:pt x="789" y="287"/>
                    <a:pt x="762" y="165"/>
                  </a:cubicBezTo>
                  <a:cubicBezTo>
                    <a:pt x="734" y="64"/>
                    <a:pt x="646" y="0"/>
                    <a:pt x="547"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4" name="Google Shape;15094;p66"/>
            <p:cNvSpPr/>
            <p:nvPr/>
          </p:nvSpPr>
          <p:spPr>
            <a:xfrm>
              <a:off x="2303675" y="3396003"/>
              <a:ext cx="142088" cy="339390"/>
            </a:xfrm>
            <a:custGeom>
              <a:avLst/>
              <a:gdLst/>
              <a:ahLst/>
              <a:cxnLst/>
              <a:rect l="l" t="t" r="r" b="b"/>
              <a:pathLst>
                <a:path w="5417" h="12939" extrusionOk="0">
                  <a:moveTo>
                    <a:pt x="2876" y="0"/>
                  </a:moveTo>
                  <a:cubicBezTo>
                    <a:pt x="2738" y="0"/>
                    <a:pt x="2598" y="119"/>
                    <a:pt x="2652" y="293"/>
                  </a:cubicBezTo>
                  <a:cubicBezTo>
                    <a:pt x="3120" y="1758"/>
                    <a:pt x="3398" y="3270"/>
                    <a:pt x="3486" y="4802"/>
                  </a:cubicBezTo>
                  <a:cubicBezTo>
                    <a:pt x="2944" y="4063"/>
                    <a:pt x="2225" y="3473"/>
                    <a:pt x="1398" y="3080"/>
                  </a:cubicBezTo>
                  <a:cubicBezTo>
                    <a:pt x="1361" y="3063"/>
                    <a:pt x="1327" y="3055"/>
                    <a:pt x="1294" y="3055"/>
                  </a:cubicBezTo>
                  <a:cubicBezTo>
                    <a:pt x="1074" y="3055"/>
                    <a:pt x="968" y="3412"/>
                    <a:pt x="1228" y="3501"/>
                  </a:cubicBezTo>
                  <a:cubicBezTo>
                    <a:pt x="2212" y="3968"/>
                    <a:pt x="3018" y="4755"/>
                    <a:pt x="3520" y="5725"/>
                  </a:cubicBezTo>
                  <a:cubicBezTo>
                    <a:pt x="3527" y="6579"/>
                    <a:pt x="3480" y="7427"/>
                    <a:pt x="3385" y="8281"/>
                  </a:cubicBezTo>
                  <a:cubicBezTo>
                    <a:pt x="2740" y="7379"/>
                    <a:pt x="1439" y="6938"/>
                    <a:pt x="354" y="6721"/>
                  </a:cubicBezTo>
                  <a:cubicBezTo>
                    <a:pt x="341" y="6720"/>
                    <a:pt x="328" y="6719"/>
                    <a:pt x="316" y="6719"/>
                  </a:cubicBezTo>
                  <a:cubicBezTo>
                    <a:pt x="62" y="6719"/>
                    <a:pt x="0" y="7104"/>
                    <a:pt x="266" y="7162"/>
                  </a:cubicBezTo>
                  <a:cubicBezTo>
                    <a:pt x="1262" y="7366"/>
                    <a:pt x="2964" y="7874"/>
                    <a:pt x="3283" y="9088"/>
                  </a:cubicBezTo>
                  <a:cubicBezTo>
                    <a:pt x="2957" y="11224"/>
                    <a:pt x="2415" y="12600"/>
                    <a:pt x="2401" y="12627"/>
                  </a:cubicBezTo>
                  <a:cubicBezTo>
                    <a:pt x="2328" y="12805"/>
                    <a:pt x="2474" y="12939"/>
                    <a:pt x="2618" y="12939"/>
                  </a:cubicBezTo>
                  <a:cubicBezTo>
                    <a:pt x="2700" y="12939"/>
                    <a:pt x="2780" y="12897"/>
                    <a:pt x="2822" y="12797"/>
                  </a:cubicBezTo>
                  <a:cubicBezTo>
                    <a:pt x="2829" y="12763"/>
                    <a:pt x="3398" y="11332"/>
                    <a:pt x="3737" y="9108"/>
                  </a:cubicBezTo>
                  <a:lnTo>
                    <a:pt x="3737" y="9101"/>
                  </a:lnTo>
                  <a:cubicBezTo>
                    <a:pt x="3859" y="8254"/>
                    <a:pt x="3941" y="7393"/>
                    <a:pt x="3961" y="6538"/>
                  </a:cubicBezTo>
                  <a:cubicBezTo>
                    <a:pt x="4151" y="5833"/>
                    <a:pt x="4598" y="5230"/>
                    <a:pt x="5209" y="4843"/>
                  </a:cubicBezTo>
                  <a:cubicBezTo>
                    <a:pt x="5417" y="4708"/>
                    <a:pt x="5284" y="4424"/>
                    <a:pt x="5090" y="4424"/>
                  </a:cubicBezTo>
                  <a:cubicBezTo>
                    <a:pt x="5050" y="4424"/>
                    <a:pt x="5007" y="4436"/>
                    <a:pt x="4965" y="4463"/>
                  </a:cubicBezTo>
                  <a:cubicBezTo>
                    <a:pt x="4564" y="4721"/>
                    <a:pt x="4219" y="5060"/>
                    <a:pt x="3961" y="5453"/>
                  </a:cubicBezTo>
                  <a:cubicBezTo>
                    <a:pt x="3920" y="3657"/>
                    <a:pt x="3629" y="1873"/>
                    <a:pt x="3086" y="158"/>
                  </a:cubicBezTo>
                  <a:cubicBezTo>
                    <a:pt x="3050" y="48"/>
                    <a:pt x="2963" y="0"/>
                    <a:pt x="2876" y="0"/>
                  </a:cubicBezTo>
                  <a:close/>
                </a:path>
              </a:pathLst>
            </a:custGeom>
            <a:solidFill>
              <a:srgbClr val="ADBCC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95" name="Google Shape;15095;p66"/>
          <p:cNvGrpSpPr/>
          <p:nvPr/>
        </p:nvGrpSpPr>
        <p:grpSpPr>
          <a:xfrm>
            <a:off x="5465735" y="3461763"/>
            <a:ext cx="375325" cy="329606"/>
            <a:chOff x="5492823" y="3385563"/>
            <a:chExt cx="375325" cy="329606"/>
          </a:xfrm>
        </p:grpSpPr>
        <p:sp>
          <p:nvSpPr>
            <p:cNvPr id="15096" name="Google Shape;15096;p66"/>
            <p:cNvSpPr/>
            <p:nvPr/>
          </p:nvSpPr>
          <p:spPr>
            <a:xfrm>
              <a:off x="5531617" y="3399019"/>
              <a:ext cx="53719" cy="53404"/>
            </a:xfrm>
            <a:custGeom>
              <a:avLst/>
              <a:gdLst/>
              <a:ahLst/>
              <a:cxnLst/>
              <a:rect l="l" t="t" r="r" b="b"/>
              <a:pathLst>
                <a:path w="2048" h="2036" extrusionOk="0">
                  <a:moveTo>
                    <a:pt x="881" y="1"/>
                  </a:moveTo>
                  <a:cubicBezTo>
                    <a:pt x="744" y="1"/>
                    <a:pt x="609" y="37"/>
                    <a:pt x="488" y="111"/>
                  </a:cubicBezTo>
                  <a:cubicBezTo>
                    <a:pt x="109" y="341"/>
                    <a:pt x="0" y="850"/>
                    <a:pt x="305" y="1324"/>
                  </a:cubicBezTo>
                  <a:cubicBezTo>
                    <a:pt x="549" y="1704"/>
                    <a:pt x="1031" y="2036"/>
                    <a:pt x="1409" y="2036"/>
                  </a:cubicBezTo>
                  <a:cubicBezTo>
                    <a:pt x="1504" y="2036"/>
                    <a:pt x="1592" y="2015"/>
                    <a:pt x="1668" y="1968"/>
                  </a:cubicBezTo>
                  <a:cubicBezTo>
                    <a:pt x="2048" y="1738"/>
                    <a:pt x="1987" y="965"/>
                    <a:pt x="1682" y="490"/>
                  </a:cubicBezTo>
                  <a:cubicBezTo>
                    <a:pt x="1478" y="167"/>
                    <a:pt x="1174" y="1"/>
                    <a:pt x="881"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7" name="Google Shape;15097;p66"/>
            <p:cNvSpPr/>
            <p:nvPr/>
          </p:nvSpPr>
          <p:spPr>
            <a:xfrm>
              <a:off x="5492823" y="3446417"/>
              <a:ext cx="50729" cy="42388"/>
            </a:xfrm>
            <a:custGeom>
              <a:avLst/>
              <a:gdLst/>
              <a:ahLst/>
              <a:cxnLst/>
              <a:rect l="l" t="t" r="r" b="b"/>
              <a:pathLst>
                <a:path w="1934" h="1616" extrusionOk="0">
                  <a:moveTo>
                    <a:pt x="726" y="0"/>
                  </a:moveTo>
                  <a:cubicBezTo>
                    <a:pt x="538" y="0"/>
                    <a:pt x="366" y="75"/>
                    <a:pt x="245" y="216"/>
                  </a:cubicBezTo>
                  <a:cubicBezTo>
                    <a:pt x="1" y="501"/>
                    <a:pt x="42" y="941"/>
                    <a:pt x="414" y="1267"/>
                  </a:cubicBezTo>
                  <a:cubicBezTo>
                    <a:pt x="655" y="1472"/>
                    <a:pt x="1010" y="1615"/>
                    <a:pt x="1298" y="1615"/>
                  </a:cubicBezTo>
                  <a:cubicBezTo>
                    <a:pt x="1457" y="1615"/>
                    <a:pt x="1596" y="1572"/>
                    <a:pt x="1682" y="1470"/>
                  </a:cubicBezTo>
                  <a:cubicBezTo>
                    <a:pt x="1933" y="1192"/>
                    <a:pt x="1682" y="562"/>
                    <a:pt x="1316" y="243"/>
                  </a:cubicBezTo>
                  <a:cubicBezTo>
                    <a:pt x="1128" y="78"/>
                    <a:pt x="918" y="0"/>
                    <a:pt x="726"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8" name="Google Shape;15098;p66"/>
            <p:cNvSpPr/>
            <p:nvPr/>
          </p:nvSpPr>
          <p:spPr>
            <a:xfrm>
              <a:off x="5654321" y="3412318"/>
              <a:ext cx="43437" cy="47660"/>
            </a:xfrm>
            <a:custGeom>
              <a:avLst/>
              <a:gdLst/>
              <a:ahLst/>
              <a:cxnLst/>
              <a:rect l="l" t="t" r="r" b="b"/>
              <a:pathLst>
                <a:path w="1656" h="1817" extrusionOk="0">
                  <a:moveTo>
                    <a:pt x="917" y="0"/>
                  </a:moveTo>
                  <a:cubicBezTo>
                    <a:pt x="645" y="0"/>
                    <a:pt x="369" y="174"/>
                    <a:pt x="211" y="505"/>
                  </a:cubicBezTo>
                  <a:cubicBezTo>
                    <a:pt x="1" y="946"/>
                    <a:pt x="14" y="1617"/>
                    <a:pt x="353" y="1780"/>
                  </a:cubicBezTo>
                  <a:cubicBezTo>
                    <a:pt x="405" y="1805"/>
                    <a:pt x="462" y="1817"/>
                    <a:pt x="522" y="1817"/>
                  </a:cubicBezTo>
                  <a:cubicBezTo>
                    <a:pt x="849" y="1817"/>
                    <a:pt x="1260" y="1467"/>
                    <a:pt x="1438" y="1089"/>
                  </a:cubicBezTo>
                  <a:cubicBezTo>
                    <a:pt x="1655" y="648"/>
                    <a:pt x="1520" y="221"/>
                    <a:pt x="1181" y="58"/>
                  </a:cubicBezTo>
                  <a:cubicBezTo>
                    <a:pt x="1096" y="19"/>
                    <a:pt x="1007" y="0"/>
                    <a:pt x="917"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99" name="Google Shape;15099;p66"/>
            <p:cNvSpPr/>
            <p:nvPr/>
          </p:nvSpPr>
          <p:spPr>
            <a:xfrm>
              <a:off x="5541742" y="3464332"/>
              <a:ext cx="135373" cy="89182"/>
            </a:xfrm>
            <a:custGeom>
              <a:avLst/>
              <a:gdLst/>
              <a:ahLst/>
              <a:cxnLst/>
              <a:rect l="l" t="t" r="r" b="b"/>
              <a:pathLst>
                <a:path w="5161" h="3400" extrusionOk="0">
                  <a:moveTo>
                    <a:pt x="2723" y="0"/>
                  </a:moveTo>
                  <a:cubicBezTo>
                    <a:pt x="2543" y="0"/>
                    <a:pt x="2362" y="18"/>
                    <a:pt x="2184" y="55"/>
                  </a:cubicBezTo>
                  <a:cubicBezTo>
                    <a:pt x="862" y="326"/>
                    <a:pt x="1" y="1547"/>
                    <a:pt x="204" y="2537"/>
                  </a:cubicBezTo>
                  <a:cubicBezTo>
                    <a:pt x="336" y="3180"/>
                    <a:pt x="853" y="3400"/>
                    <a:pt x="1562" y="3400"/>
                  </a:cubicBezTo>
                  <a:cubicBezTo>
                    <a:pt x="1943" y="3400"/>
                    <a:pt x="2380" y="3336"/>
                    <a:pt x="2842" y="3242"/>
                  </a:cubicBezTo>
                  <a:cubicBezTo>
                    <a:pt x="4157" y="2970"/>
                    <a:pt x="5161" y="2503"/>
                    <a:pt x="4910" y="1519"/>
                  </a:cubicBezTo>
                  <a:cubicBezTo>
                    <a:pt x="4645" y="523"/>
                    <a:pt x="3818" y="204"/>
                    <a:pt x="3465" y="102"/>
                  </a:cubicBezTo>
                  <a:cubicBezTo>
                    <a:pt x="3224" y="35"/>
                    <a:pt x="2974" y="0"/>
                    <a:pt x="2723"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0" name="Google Shape;15100;p66"/>
            <p:cNvSpPr/>
            <p:nvPr/>
          </p:nvSpPr>
          <p:spPr>
            <a:xfrm>
              <a:off x="5596877" y="3385563"/>
              <a:ext cx="46270" cy="57470"/>
            </a:xfrm>
            <a:custGeom>
              <a:avLst/>
              <a:gdLst/>
              <a:ahLst/>
              <a:cxnLst/>
              <a:rect l="l" t="t" r="r" b="b"/>
              <a:pathLst>
                <a:path w="1764" h="2191" extrusionOk="0">
                  <a:moveTo>
                    <a:pt x="900" y="1"/>
                  </a:moveTo>
                  <a:cubicBezTo>
                    <a:pt x="513" y="1"/>
                    <a:pt x="174" y="303"/>
                    <a:pt x="89" y="800"/>
                  </a:cubicBezTo>
                  <a:cubicBezTo>
                    <a:pt x="1" y="1356"/>
                    <a:pt x="245" y="2102"/>
                    <a:pt x="679" y="2183"/>
                  </a:cubicBezTo>
                  <a:cubicBezTo>
                    <a:pt x="705" y="2188"/>
                    <a:pt x="732" y="2190"/>
                    <a:pt x="758" y="2190"/>
                  </a:cubicBezTo>
                  <a:cubicBezTo>
                    <a:pt x="1174" y="2190"/>
                    <a:pt x="1586" y="1614"/>
                    <a:pt x="1675" y="1091"/>
                  </a:cubicBezTo>
                  <a:cubicBezTo>
                    <a:pt x="1764" y="542"/>
                    <a:pt x="1472" y="95"/>
                    <a:pt x="1038" y="13"/>
                  </a:cubicBezTo>
                  <a:cubicBezTo>
                    <a:pt x="991" y="5"/>
                    <a:pt x="945" y="1"/>
                    <a:pt x="900"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1" name="Google Shape;15101;p66"/>
            <p:cNvSpPr/>
            <p:nvPr/>
          </p:nvSpPr>
          <p:spPr>
            <a:xfrm>
              <a:off x="5542109" y="3467532"/>
              <a:ext cx="50519" cy="85956"/>
            </a:xfrm>
            <a:custGeom>
              <a:avLst/>
              <a:gdLst/>
              <a:ahLst/>
              <a:cxnLst/>
              <a:rect l="l" t="t" r="r" b="b"/>
              <a:pathLst>
                <a:path w="1926" h="3277" extrusionOk="0">
                  <a:moveTo>
                    <a:pt x="1926" y="1"/>
                  </a:moveTo>
                  <a:cubicBezTo>
                    <a:pt x="746" y="360"/>
                    <a:pt x="0" y="1492"/>
                    <a:pt x="190" y="2415"/>
                  </a:cubicBezTo>
                  <a:cubicBezTo>
                    <a:pt x="320" y="3063"/>
                    <a:pt x="839" y="3277"/>
                    <a:pt x="1542" y="3277"/>
                  </a:cubicBezTo>
                  <a:cubicBezTo>
                    <a:pt x="1575" y="3277"/>
                    <a:pt x="1608" y="3277"/>
                    <a:pt x="1641" y="3276"/>
                  </a:cubicBezTo>
                  <a:cubicBezTo>
                    <a:pt x="1465" y="3106"/>
                    <a:pt x="1343" y="2882"/>
                    <a:pt x="1282" y="2645"/>
                  </a:cubicBezTo>
                  <a:cubicBezTo>
                    <a:pt x="1031" y="1791"/>
                    <a:pt x="1295" y="726"/>
                    <a:pt x="1926"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2" name="Google Shape;15102;p66"/>
            <p:cNvSpPr/>
            <p:nvPr/>
          </p:nvSpPr>
          <p:spPr>
            <a:xfrm>
              <a:off x="5492823" y="3450273"/>
              <a:ext cx="46821" cy="38532"/>
            </a:xfrm>
            <a:custGeom>
              <a:avLst/>
              <a:gdLst/>
              <a:ahLst/>
              <a:cxnLst/>
              <a:rect l="l" t="t" r="r" b="b"/>
              <a:pathLst>
                <a:path w="1785" h="1469" extrusionOk="0">
                  <a:moveTo>
                    <a:pt x="320" y="1"/>
                  </a:moveTo>
                  <a:cubicBezTo>
                    <a:pt x="299" y="21"/>
                    <a:pt x="272" y="42"/>
                    <a:pt x="252" y="69"/>
                  </a:cubicBezTo>
                  <a:cubicBezTo>
                    <a:pt x="1" y="354"/>
                    <a:pt x="48" y="801"/>
                    <a:pt x="421" y="1120"/>
                  </a:cubicBezTo>
                  <a:cubicBezTo>
                    <a:pt x="661" y="1325"/>
                    <a:pt x="1014" y="1468"/>
                    <a:pt x="1302" y="1468"/>
                  </a:cubicBezTo>
                  <a:cubicBezTo>
                    <a:pt x="1461" y="1468"/>
                    <a:pt x="1600" y="1425"/>
                    <a:pt x="1689" y="1323"/>
                  </a:cubicBezTo>
                  <a:cubicBezTo>
                    <a:pt x="1744" y="1262"/>
                    <a:pt x="1777" y="1181"/>
                    <a:pt x="1784" y="1099"/>
                  </a:cubicBezTo>
                  <a:cubicBezTo>
                    <a:pt x="1452" y="1099"/>
                    <a:pt x="1011" y="910"/>
                    <a:pt x="713" y="645"/>
                  </a:cubicBezTo>
                  <a:cubicBezTo>
                    <a:pt x="509" y="482"/>
                    <a:pt x="374" y="259"/>
                    <a:pt x="320"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3" name="Google Shape;15103;p66"/>
            <p:cNvSpPr/>
            <p:nvPr/>
          </p:nvSpPr>
          <p:spPr>
            <a:xfrm>
              <a:off x="5531774" y="3399596"/>
              <a:ext cx="44486" cy="52827"/>
            </a:xfrm>
            <a:custGeom>
              <a:avLst/>
              <a:gdLst/>
              <a:ahLst/>
              <a:cxnLst/>
              <a:rect l="l" t="t" r="r" b="b"/>
              <a:pathLst>
                <a:path w="1696" h="2014" extrusionOk="0">
                  <a:moveTo>
                    <a:pt x="713" y="0"/>
                  </a:moveTo>
                  <a:cubicBezTo>
                    <a:pt x="631" y="14"/>
                    <a:pt x="557" y="48"/>
                    <a:pt x="482" y="89"/>
                  </a:cubicBezTo>
                  <a:cubicBezTo>
                    <a:pt x="103" y="319"/>
                    <a:pt x="1" y="821"/>
                    <a:pt x="299" y="1302"/>
                  </a:cubicBezTo>
                  <a:cubicBezTo>
                    <a:pt x="543" y="1682"/>
                    <a:pt x="1025" y="2014"/>
                    <a:pt x="1403" y="2014"/>
                  </a:cubicBezTo>
                  <a:cubicBezTo>
                    <a:pt x="1498" y="2014"/>
                    <a:pt x="1586" y="1993"/>
                    <a:pt x="1662" y="1946"/>
                  </a:cubicBezTo>
                  <a:cubicBezTo>
                    <a:pt x="1676" y="1933"/>
                    <a:pt x="1682" y="1926"/>
                    <a:pt x="1696" y="1913"/>
                  </a:cubicBezTo>
                  <a:cubicBezTo>
                    <a:pt x="1357" y="1763"/>
                    <a:pt x="998" y="1404"/>
                    <a:pt x="801" y="1031"/>
                  </a:cubicBezTo>
                  <a:cubicBezTo>
                    <a:pt x="591" y="645"/>
                    <a:pt x="577" y="272"/>
                    <a:pt x="713"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4" name="Google Shape;15104;p66"/>
            <p:cNvSpPr/>
            <p:nvPr/>
          </p:nvSpPr>
          <p:spPr>
            <a:xfrm>
              <a:off x="5597244" y="3385563"/>
              <a:ext cx="34886" cy="55686"/>
            </a:xfrm>
            <a:custGeom>
              <a:avLst/>
              <a:gdLst/>
              <a:ahLst/>
              <a:cxnLst/>
              <a:rect l="l" t="t" r="r" b="b"/>
              <a:pathLst>
                <a:path w="1330" h="2123" extrusionOk="0">
                  <a:moveTo>
                    <a:pt x="886" y="1"/>
                  </a:moveTo>
                  <a:cubicBezTo>
                    <a:pt x="500" y="1"/>
                    <a:pt x="160" y="303"/>
                    <a:pt x="81" y="800"/>
                  </a:cubicBezTo>
                  <a:cubicBezTo>
                    <a:pt x="0" y="1281"/>
                    <a:pt x="176" y="1912"/>
                    <a:pt x="509" y="2122"/>
                  </a:cubicBezTo>
                  <a:cubicBezTo>
                    <a:pt x="421" y="1729"/>
                    <a:pt x="434" y="1315"/>
                    <a:pt x="563" y="936"/>
                  </a:cubicBezTo>
                  <a:cubicBezTo>
                    <a:pt x="712" y="508"/>
                    <a:pt x="1004" y="237"/>
                    <a:pt x="1329" y="142"/>
                  </a:cubicBezTo>
                  <a:cubicBezTo>
                    <a:pt x="1234" y="81"/>
                    <a:pt x="1132" y="34"/>
                    <a:pt x="1024" y="13"/>
                  </a:cubicBezTo>
                  <a:cubicBezTo>
                    <a:pt x="977" y="5"/>
                    <a:pt x="931" y="1"/>
                    <a:pt x="886"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5" name="Google Shape;15105;p66"/>
            <p:cNvSpPr/>
            <p:nvPr/>
          </p:nvSpPr>
          <p:spPr>
            <a:xfrm>
              <a:off x="5654872" y="3412292"/>
              <a:ext cx="38086" cy="42807"/>
            </a:xfrm>
            <a:custGeom>
              <a:avLst/>
              <a:gdLst/>
              <a:ahLst/>
              <a:cxnLst/>
              <a:rect l="l" t="t" r="r" b="b"/>
              <a:pathLst>
                <a:path w="1452" h="1632" extrusionOk="0">
                  <a:moveTo>
                    <a:pt x="892" y="0"/>
                  </a:moveTo>
                  <a:cubicBezTo>
                    <a:pt x="622" y="0"/>
                    <a:pt x="347" y="172"/>
                    <a:pt x="190" y="506"/>
                  </a:cubicBezTo>
                  <a:cubicBezTo>
                    <a:pt x="20" y="859"/>
                    <a:pt x="0" y="1368"/>
                    <a:pt x="176" y="1632"/>
                  </a:cubicBezTo>
                  <a:cubicBezTo>
                    <a:pt x="244" y="1293"/>
                    <a:pt x="400" y="974"/>
                    <a:pt x="631" y="717"/>
                  </a:cubicBezTo>
                  <a:cubicBezTo>
                    <a:pt x="829" y="485"/>
                    <a:pt x="1124" y="357"/>
                    <a:pt x="1428" y="357"/>
                  </a:cubicBezTo>
                  <a:cubicBezTo>
                    <a:pt x="1435" y="357"/>
                    <a:pt x="1443" y="357"/>
                    <a:pt x="1451" y="357"/>
                  </a:cubicBezTo>
                  <a:cubicBezTo>
                    <a:pt x="1390" y="228"/>
                    <a:pt x="1288" y="120"/>
                    <a:pt x="1160" y="59"/>
                  </a:cubicBezTo>
                  <a:cubicBezTo>
                    <a:pt x="1074" y="20"/>
                    <a:pt x="983" y="0"/>
                    <a:pt x="892"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6" name="Google Shape;15106;p66"/>
            <p:cNvSpPr/>
            <p:nvPr/>
          </p:nvSpPr>
          <p:spPr>
            <a:xfrm>
              <a:off x="5730624" y="3541868"/>
              <a:ext cx="43070" cy="57863"/>
            </a:xfrm>
            <a:custGeom>
              <a:avLst/>
              <a:gdLst/>
              <a:ahLst/>
              <a:cxnLst/>
              <a:rect l="l" t="t" r="r" b="b"/>
              <a:pathLst>
                <a:path w="1642" h="2206" extrusionOk="0">
                  <a:moveTo>
                    <a:pt x="807" y="0"/>
                  </a:moveTo>
                  <a:cubicBezTo>
                    <a:pt x="381" y="0"/>
                    <a:pt x="27" y="362"/>
                    <a:pt x="14" y="910"/>
                  </a:cubicBezTo>
                  <a:cubicBezTo>
                    <a:pt x="1" y="1472"/>
                    <a:pt x="346" y="2184"/>
                    <a:pt x="787" y="2205"/>
                  </a:cubicBezTo>
                  <a:cubicBezTo>
                    <a:pt x="794" y="2205"/>
                    <a:pt x="800" y="2205"/>
                    <a:pt x="807" y="2205"/>
                  </a:cubicBezTo>
                  <a:cubicBezTo>
                    <a:pt x="1246" y="2205"/>
                    <a:pt x="1608" y="1539"/>
                    <a:pt x="1628" y="984"/>
                  </a:cubicBezTo>
                  <a:cubicBezTo>
                    <a:pt x="1642" y="415"/>
                    <a:pt x="1289" y="21"/>
                    <a:pt x="841" y="1"/>
                  </a:cubicBezTo>
                  <a:cubicBezTo>
                    <a:pt x="830" y="0"/>
                    <a:pt x="818" y="0"/>
                    <a:pt x="807"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7" name="Google Shape;15107;p66"/>
            <p:cNvSpPr/>
            <p:nvPr/>
          </p:nvSpPr>
          <p:spPr>
            <a:xfrm>
              <a:off x="5672472" y="3557868"/>
              <a:ext cx="41102" cy="49260"/>
            </a:xfrm>
            <a:custGeom>
              <a:avLst/>
              <a:gdLst/>
              <a:ahLst/>
              <a:cxnLst/>
              <a:rect l="l" t="t" r="r" b="b"/>
              <a:pathLst>
                <a:path w="1567" h="1878" extrusionOk="0">
                  <a:moveTo>
                    <a:pt x="728" y="1"/>
                  </a:moveTo>
                  <a:cubicBezTo>
                    <a:pt x="675" y="1"/>
                    <a:pt x="622" y="8"/>
                    <a:pt x="570" y="22"/>
                  </a:cubicBezTo>
                  <a:cubicBezTo>
                    <a:pt x="211" y="123"/>
                    <a:pt x="0" y="516"/>
                    <a:pt x="122" y="991"/>
                  </a:cubicBezTo>
                  <a:cubicBezTo>
                    <a:pt x="240" y="1420"/>
                    <a:pt x="626" y="1877"/>
                    <a:pt x="972" y="1877"/>
                  </a:cubicBezTo>
                  <a:cubicBezTo>
                    <a:pt x="1003" y="1877"/>
                    <a:pt x="1034" y="1874"/>
                    <a:pt x="1065" y="1866"/>
                  </a:cubicBezTo>
                  <a:cubicBezTo>
                    <a:pt x="1424" y="1771"/>
                    <a:pt x="1567" y="1113"/>
                    <a:pt x="1438" y="639"/>
                  </a:cubicBezTo>
                  <a:cubicBezTo>
                    <a:pt x="1334" y="233"/>
                    <a:pt x="1036" y="1"/>
                    <a:pt x="72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8" name="Google Shape;15108;p66"/>
            <p:cNvSpPr/>
            <p:nvPr/>
          </p:nvSpPr>
          <p:spPr>
            <a:xfrm>
              <a:off x="5815111" y="3621974"/>
              <a:ext cx="53037" cy="39712"/>
            </a:xfrm>
            <a:custGeom>
              <a:avLst/>
              <a:gdLst/>
              <a:ahLst/>
              <a:cxnLst/>
              <a:rect l="l" t="t" r="r" b="b"/>
              <a:pathLst>
                <a:path w="2022" h="1514" extrusionOk="0">
                  <a:moveTo>
                    <a:pt x="1262" y="1"/>
                  </a:moveTo>
                  <a:cubicBezTo>
                    <a:pt x="1109" y="1"/>
                    <a:pt x="944" y="46"/>
                    <a:pt x="780" y="141"/>
                  </a:cubicBezTo>
                  <a:cubicBezTo>
                    <a:pt x="353" y="391"/>
                    <a:pt x="0" y="961"/>
                    <a:pt x="183" y="1286"/>
                  </a:cubicBezTo>
                  <a:cubicBezTo>
                    <a:pt x="277" y="1444"/>
                    <a:pt x="490" y="1514"/>
                    <a:pt x="732" y="1514"/>
                  </a:cubicBezTo>
                  <a:cubicBezTo>
                    <a:pt x="980" y="1514"/>
                    <a:pt x="1259" y="1441"/>
                    <a:pt x="1472" y="1314"/>
                  </a:cubicBezTo>
                  <a:cubicBezTo>
                    <a:pt x="1892" y="1063"/>
                    <a:pt x="2021" y="636"/>
                    <a:pt x="1824" y="310"/>
                  </a:cubicBezTo>
                  <a:cubicBezTo>
                    <a:pt x="1708" y="111"/>
                    <a:pt x="1501" y="1"/>
                    <a:pt x="1262"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9" name="Google Shape;15109;p66"/>
            <p:cNvSpPr/>
            <p:nvPr/>
          </p:nvSpPr>
          <p:spPr>
            <a:xfrm>
              <a:off x="5673180" y="3620138"/>
              <a:ext cx="136265" cy="95031"/>
            </a:xfrm>
            <a:custGeom>
              <a:avLst/>
              <a:gdLst/>
              <a:ahLst/>
              <a:cxnLst/>
              <a:rect l="l" t="t" r="r" b="b"/>
              <a:pathLst>
                <a:path w="5195" h="3623" extrusionOk="0">
                  <a:moveTo>
                    <a:pt x="2409" y="1"/>
                  </a:moveTo>
                  <a:cubicBezTo>
                    <a:pt x="1494" y="1"/>
                    <a:pt x="664" y="472"/>
                    <a:pt x="380" y="1160"/>
                  </a:cubicBezTo>
                  <a:cubicBezTo>
                    <a:pt x="0" y="2096"/>
                    <a:pt x="936" y="2699"/>
                    <a:pt x="2177" y="3214"/>
                  </a:cubicBezTo>
                  <a:cubicBezTo>
                    <a:pt x="2775" y="3458"/>
                    <a:pt x="3338" y="3622"/>
                    <a:pt x="3799" y="3622"/>
                  </a:cubicBezTo>
                  <a:cubicBezTo>
                    <a:pt x="4301" y="3622"/>
                    <a:pt x="4682" y="3428"/>
                    <a:pt x="4855" y="2930"/>
                  </a:cubicBezTo>
                  <a:cubicBezTo>
                    <a:pt x="5194" y="1953"/>
                    <a:pt x="4686" y="1234"/>
                    <a:pt x="4449" y="956"/>
                  </a:cubicBezTo>
                  <a:cubicBezTo>
                    <a:pt x="4164" y="624"/>
                    <a:pt x="3811" y="367"/>
                    <a:pt x="3411" y="197"/>
                  </a:cubicBezTo>
                  <a:cubicBezTo>
                    <a:pt x="3080" y="62"/>
                    <a:pt x="2739" y="1"/>
                    <a:pt x="2409"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0" name="Google Shape;15110;p66"/>
            <p:cNvSpPr/>
            <p:nvPr/>
          </p:nvSpPr>
          <p:spPr>
            <a:xfrm>
              <a:off x="5779884" y="3567363"/>
              <a:ext cx="56237" cy="51280"/>
            </a:xfrm>
            <a:custGeom>
              <a:avLst/>
              <a:gdLst/>
              <a:ahLst/>
              <a:cxnLst/>
              <a:rect l="l" t="t" r="r" b="b"/>
              <a:pathLst>
                <a:path w="2144" h="1955" extrusionOk="0">
                  <a:moveTo>
                    <a:pt x="1308" y="1"/>
                  </a:moveTo>
                  <a:cubicBezTo>
                    <a:pt x="1070" y="1"/>
                    <a:pt x="818" y="109"/>
                    <a:pt x="604" y="338"/>
                  </a:cubicBezTo>
                  <a:cubicBezTo>
                    <a:pt x="218" y="751"/>
                    <a:pt x="1" y="1504"/>
                    <a:pt x="320" y="1816"/>
                  </a:cubicBezTo>
                  <a:cubicBezTo>
                    <a:pt x="418" y="1912"/>
                    <a:pt x="556" y="1954"/>
                    <a:pt x="711" y="1954"/>
                  </a:cubicBezTo>
                  <a:cubicBezTo>
                    <a:pt x="1058" y="1954"/>
                    <a:pt x="1490" y="1744"/>
                    <a:pt x="1757" y="1463"/>
                  </a:cubicBezTo>
                  <a:cubicBezTo>
                    <a:pt x="2144" y="1050"/>
                    <a:pt x="2144" y="521"/>
                    <a:pt x="1825" y="209"/>
                  </a:cubicBezTo>
                  <a:cubicBezTo>
                    <a:pt x="1682" y="72"/>
                    <a:pt x="1500" y="1"/>
                    <a:pt x="1308" y="1"/>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1" name="Google Shape;15111;p66"/>
            <p:cNvSpPr/>
            <p:nvPr/>
          </p:nvSpPr>
          <p:spPr>
            <a:xfrm>
              <a:off x="5676380" y="3620243"/>
              <a:ext cx="79897" cy="70349"/>
            </a:xfrm>
            <a:custGeom>
              <a:avLst/>
              <a:gdLst/>
              <a:ahLst/>
              <a:cxnLst/>
              <a:rect l="l" t="t" r="r" b="b"/>
              <a:pathLst>
                <a:path w="3046" h="2682" extrusionOk="0">
                  <a:moveTo>
                    <a:pt x="2283" y="0"/>
                  </a:moveTo>
                  <a:cubicBezTo>
                    <a:pt x="1369" y="0"/>
                    <a:pt x="540" y="470"/>
                    <a:pt x="258" y="1156"/>
                  </a:cubicBezTo>
                  <a:cubicBezTo>
                    <a:pt x="1" y="1793"/>
                    <a:pt x="346" y="2275"/>
                    <a:pt x="990" y="2681"/>
                  </a:cubicBezTo>
                  <a:cubicBezTo>
                    <a:pt x="943" y="2437"/>
                    <a:pt x="957" y="2186"/>
                    <a:pt x="1038" y="1949"/>
                  </a:cubicBezTo>
                  <a:cubicBezTo>
                    <a:pt x="1309" y="1102"/>
                    <a:pt x="2123" y="363"/>
                    <a:pt x="3045" y="112"/>
                  </a:cubicBezTo>
                  <a:cubicBezTo>
                    <a:pt x="2791" y="36"/>
                    <a:pt x="2534" y="0"/>
                    <a:pt x="2283"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2" name="Google Shape;15112;p66"/>
            <p:cNvSpPr/>
            <p:nvPr/>
          </p:nvSpPr>
          <p:spPr>
            <a:xfrm>
              <a:off x="5672289" y="3558052"/>
              <a:ext cx="33286" cy="49076"/>
            </a:xfrm>
            <a:custGeom>
              <a:avLst/>
              <a:gdLst/>
              <a:ahLst/>
              <a:cxnLst/>
              <a:rect l="l" t="t" r="r" b="b"/>
              <a:pathLst>
                <a:path w="1269" h="1871" extrusionOk="0">
                  <a:moveTo>
                    <a:pt x="672" y="1"/>
                  </a:moveTo>
                  <a:cubicBezTo>
                    <a:pt x="638" y="1"/>
                    <a:pt x="611" y="8"/>
                    <a:pt x="577" y="15"/>
                  </a:cubicBezTo>
                  <a:cubicBezTo>
                    <a:pt x="211" y="116"/>
                    <a:pt x="1" y="509"/>
                    <a:pt x="129" y="984"/>
                  </a:cubicBezTo>
                  <a:cubicBezTo>
                    <a:pt x="247" y="1413"/>
                    <a:pt x="633" y="1870"/>
                    <a:pt x="979" y="1870"/>
                  </a:cubicBezTo>
                  <a:cubicBezTo>
                    <a:pt x="1010" y="1870"/>
                    <a:pt x="1041" y="1867"/>
                    <a:pt x="1072" y="1859"/>
                  </a:cubicBezTo>
                  <a:cubicBezTo>
                    <a:pt x="1146" y="1832"/>
                    <a:pt x="1221" y="1784"/>
                    <a:pt x="1269" y="1723"/>
                  </a:cubicBezTo>
                  <a:cubicBezTo>
                    <a:pt x="997" y="1540"/>
                    <a:pt x="740" y="1140"/>
                    <a:pt x="638" y="754"/>
                  </a:cubicBezTo>
                  <a:cubicBezTo>
                    <a:pt x="563" y="503"/>
                    <a:pt x="577" y="238"/>
                    <a:pt x="672"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3" name="Google Shape;15113;p66"/>
            <p:cNvSpPr/>
            <p:nvPr/>
          </p:nvSpPr>
          <p:spPr>
            <a:xfrm>
              <a:off x="5730624" y="3541868"/>
              <a:ext cx="28486" cy="57837"/>
            </a:xfrm>
            <a:custGeom>
              <a:avLst/>
              <a:gdLst/>
              <a:ahLst/>
              <a:cxnLst/>
              <a:rect l="l" t="t" r="r" b="b"/>
              <a:pathLst>
                <a:path w="1086" h="2205" extrusionOk="0">
                  <a:moveTo>
                    <a:pt x="806" y="0"/>
                  </a:moveTo>
                  <a:cubicBezTo>
                    <a:pt x="381" y="0"/>
                    <a:pt x="27" y="355"/>
                    <a:pt x="14" y="910"/>
                  </a:cubicBezTo>
                  <a:cubicBezTo>
                    <a:pt x="1" y="1472"/>
                    <a:pt x="346" y="2177"/>
                    <a:pt x="787" y="2205"/>
                  </a:cubicBezTo>
                  <a:cubicBezTo>
                    <a:pt x="801" y="2198"/>
                    <a:pt x="821" y="2198"/>
                    <a:pt x="835" y="2198"/>
                  </a:cubicBezTo>
                  <a:cubicBezTo>
                    <a:pt x="638" y="1879"/>
                    <a:pt x="543" y="1377"/>
                    <a:pt x="584" y="964"/>
                  </a:cubicBezTo>
                  <a:cubicBezTo>
                    <a:pt x="624" y="523"/>
                    <a:pt x="828" y="204"/>
                    <a:pt x="1086" y="55"/>
                  </a:cubicBezTo>
                  <a:cubicBezTo>
                    <a:pt x="1011" y="28"/>
                    <a:pt x="930" y="8"/>
                    <a:pt x="841" y="1"/>
                  </a:cubicBezTo>
                  <a:cubicBezTo>
                    <a:pt x="830" y="0"/>
                    <a:pt x="818" y="0"/>
                    <a:pt x="806"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4" name="Google Shape;15114;p66"/>
            <p:cNvSpPr/>
            <p:nvPr/>
          </p:nvSpPr>
          <p:spPr>
            <a:xfrm>
              <a:off x="5781484" y="3567363"/>
              <a:ext cx="51070" cy="44093"/>
            </a:xfrm>
            <a:custGeom>
              <a:avLst/>
              <a:gdLst/>
              <a:ahLst/>
              <a:cxnLst/>
              <a:rect l="l" t="t" r="r" b="b"/>
              <a:pathLst>
                <a:path w="1947" h="1681" extrusionOk="0">
                  <a:moveTo>
                    <a:pt x="1247" y="1"/>
                  </a:moveTo>
                  <a:cubicBezTo>
                    <a:pt x="1009" y="1"/>
                    <a:pt x="757" y="109"/>
                    <a:pt x="543" y="338"/>
                  </a:cubicBezTo>
                  <a:cubicBezTo>
                    <a:pt x="204" y="697"/>
                    <a:pt x="1" y="1321"/>
                    <a:pt x="164" y="1680"/>
                  </a:cubicBezTo>
                  <a:cubicBezTo>
                    <a:pt x="306" y="1300"/>
                    <a:pt x="557" y="968"/>
                    <a:pt x="876" y="724"/>
                  </a:cubicBezTo>
                  <a:cubicBezTo>
                    <a:pt x="1130" y="532"/>
                    <a:pt x="1398" y="442"/>
                    <a:pt x="1649" y="442"/>
                  </a:cubicBezTo>
                  <a:cubicBezTo>
                    <a:pt x="1752" y="442"/>
                    <a:pt x="1852" y="457"/>
                    <a:pt x="1947" y="487"/>
                  </a:cubicBezTo>
                  <a:cubicBezTo>
                    <a:pt x="1906" y="385"/>
                    <a:pt x="1845" y="290"/>
                    <a:pt x="1764" y="209"/>
                  </a:cubicBezTo>
                  <a:cubicBezTo>
                    <a:pt x="1621" y="72"/>
                    <a:pt x="1439" y="1"/>
                    <a:pt x="1247"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5" name="Google Shape;15115;p66"/>
            <p:cNvSpPr/>
            <p:nvPr/>
          </p:nvSpPr>
          <p:spPr>
            <a:xfrm>
              <a:off x="5818836" y="3622027"/>
              <a:ext cx="46978" cy="28197"/>
            </a:xfrm>
            <a:custGeom>
              <a:avLst/>
              <a:gdLst/>
              <a:ahLst/>
              <a:cxnLst/>
              <a:rect l="l" t="t" r="r" b="b"/>
              <a:pathLst>
                <a:path w="1791" h="1075" extrusionOk="0">
                  <a:moveTo>
                    <a:pt x="1116" y="1"/>
                  </a:moveTo>
                  <a:cubicBezTo>
                    <a:pt x="964" y="1"/>
                    <a:pt x="800" y="45"/>
                    <a:pt x="638" y="139"/>
                  </a:cubicBezTo>
                  <a:cubicBezTo>
                    <a:pt x="299" y="342"/>
                    <a:pt x="1" y="749"/>
                    <a:pt x="1" y="1074"/>
                  </a:cubicBezTo>
                  <a:cubicBezTo>
                    <a:pt x="238" y="823"/>
                    <a:pt x="550" y="647"/>
                    <a:pt x="882" y="566"/>
                  </a:cubicBezTo>
                  <a:cubicBezTo>
                    <a:pt x="976" y="539"/>
                    <a:pt x="1071" y="526"/>
                    <a:pt x="1166" y="526"/>
                  </a:cubicBezTo>
                  <a:cubicBezTo>
                    <a:pt x="1380" y="526"/>
                    <a:pt x="1592" y="593"/>
                    <a:pt x="1771" y="715"/>
                  </a:cubicBezTo>
                  <a:cubicBezTo>
                    <a:pt x="1791" y="579"/>
                    <a:pt x="1757" y="430"/>
                    <a:pt x="1689" y="308"/>
                  </a:cubicBezTo>
                  <a:cubicBezTo>
                    <a:pt x="1568" y="112"/>
                    <a:pt x="1358" y="1"/>
                    <a:pt x="1116"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16" name="Google Shape;15116;p66"/>
          <p:cNvGrpSpPr/>
          <p:nvPr/>
        </p:nvGrpSpPr>
        <p:grpSpPr>
          <a:xfrm>
            <a:off x="3014699" y="2077318"/>
            <a:ext cx="370158" cy="328164"/>
            <a:chOff x="3041787" y="2001118"/>
            <a:chExt cx="370158" cy="328164"/>
          </a:xfrm>
        </p:grpSpPr>
        <p:sp>
          <p:nvSpPr>
            <p:cNvPr id="15117" name="Google Shape;15117;p66"/>
            <p:cNvSpPr/>
            <p:nvPr/>
          </p:nvSpPr>
          <p:spPr>
            <a:xfrm>
              <a:off x="3087689" y="2006993"/>
              <a:ext cx="278536" cy="258628"/>
            </a:xfrm>
            <a:custGeom>
              <a:avLst/>
              <a:gdLst/>
              <a:ahLst/>
              <a:cxnLst/>
              <a:rect l="l" t="t" r="r" b="b"/>
              <a:pathLst>
                <a:path w="10619" h="9860" extrusionOk="0">
                  <a:moveTo>
                    <a:pt x="5309" y="1"/>
                  </a:moveTo>
                  <a:cubicBezTo>
                    <a:pt x="3977" y="1"/>
                    <a:pt x="3566" y="333"/>
                    <a:pt x="3065" y="333"/>
                  </a:cubicBezTo>
                  <a:cubicBezTo>
                    <a:pt x="2918" y="333"/>
                    <a:pt x="2764" y="305"/>
                    <a:pt x="2577" y="231"/>
                  </a:cubicBezTo>
                  <a:lnTo>
                    <a:pt x="299" y="231"/>
                  </a:lnTo>
                  <a:lnTo>
                    <a:pt x="0" y="5947"/>
                  </a:lnTo>
                  <a:cubicBezTo>
                    <a:pt x="190" y="8191"/>
                    <a:pt x="1580" y="9419"/>
                    <a:pt x="2679" y="9860"/>
                  </a:cubicBezTo>
                  <a:lnTo>
                    <a:pt x="7934" y="9860"/>
                  </a:lnTo>
                  <a:cubicBezTo>
                    <a:pt x="9039" y="9419"/>
                    <a:pt x="10429" y="8191"/>
                    <a:pt x="10619" y="5947"/>
                  </a:cubicBezTo>
                  <a:lnTo>
                    <a:pt x="10314" y="231"/>
                  </a:lnTo>
                  <a:lnTo>
                    <a:pt x="8042" y="231"/>
                  </a:lnTo>
                  <a:cubicBezTo>
                    <a:pt x="7855" y="305"/>
                    <a:pt x="7700" y="333"/>
                    <a:pt x="7554" y="333"/>
                  </a:cubicBezTo>
                  <a:cubicBezTo>
                    <a:pt x="7053" y="333"/>
                    <a:pt x="6642" y="1"/>
                    <a:pt x="5309" y="1"/>
                  </a:cubicBezTo>
                  <a:close/>
                </a:path>
              </a:pathLst>
            </a:custGeom>
            <a:solidFill>
              <a:srgbClr val="D7E1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8" name="Google Shape;15118;p66"/>
            <p:cNvSpPr/>
            <p:nvPr/>
          </p:nvSpPr>
          <p:spPr>
            <a:xfrm>
              <a:off x="3298631" y="2001118"/>
              <a:ext cx="113314" cy="184082"/>
            </a:xfrm>
            <a:custGeom>
              <a:avLst/>
              <a:gdLst/>
              <a:ahLst/>
              <a:cxnLst/>
              <a:rect l="l" t="t" r="r" b="b"/>
              <a:pathLst>
                <a:path w="4320" h="7018" extrusionOk="0">
                  <a:moveTo>
                    <a:pt x="1587" y="1"/>
                  </a:moveTo>
                  <a:cubicBezTo>
                    <a:pt x="902" y="1"/>
                    <a:pt x="0" y="455"/>
                    <a:pt x="0" y="455"/>
                  </a:cubicBezTo>
                  <a:cubicBezTo>
                    <a:pt x="2556" y="1215"/>
                    <a:pt x="1166" y="5174"/>
                    <a:pt x="2814" y="6883"/>
                  </a:cubicBezTo>
                  <a:cubicBezTo>
                    <a:pt x="2906" y="6975"/>
                    <a:pt x="3022" y="7018"/>
                    <a:pt x="3136" y="7018"/>
                  </a:cubicBezTo>
                  <a:cubicBezTo>
                    <a:pt x="3324" y="7018"/>
                    <a:pt x="3507" y="6900"/>
                    <a:pt x="3567" y="6693"/>
                  </a:cubicBezTo>
                  <a:cubicBezTo>
                    <a:pt x="3702" y="6266"/>
                    <a:pt x="3831" y="5581"/>
                    <a:pt x="3811" y="4605"/>
                  </a:cubicBezTo>
                  <a:cubicBezTo>
                    <a:pt x="3784" y="3269"/>
                    <a:pt x="4319" y="3188"/>
                    <a:pt x="4319" y="3188"/>
                  </a:cubicBezTo>
                  <a:cubicBezTo>
                    <a:pt x="4319" y="3188"/>
                    <a:pt x="3634" y="1"/>
                    <a:pt x="1587"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9" name="Google Shape;15119;p66"/>
            <p:cNvSpPr/>
            <p:nvPr/>
          </p:nvSpPr>
          <p:spPr>
            <a:xfrm>
              <a:off x="3143166" y="2114431"/>
              <a:ext cx="41837" cy="53719"/>
            </a:xfrm>
            <a:custGeom>
              <a:avLst/>
              <a:gdLst/>
              <a:ahLst/>
              <a:cxnLst/>
              <a:rect l="l" t="t" r="r" b="b"/>
              <a:pathLst>
                <a:path w="1595" h="2048" extrusionOk="0">
                  <a:moveTo>
                    <a:pt x="801" y="0"/>
                  </a:moveTo>
                  <a:cubicBezTo>
                    <a:pt x="360" y="0"/>
                    <a:pt x="8" y="359"/>
                    <a:pt x="1" y="800"/>
                  </a:cubicBezTo>
                  <a:lnTo>
                    <a:pt x="1" y="1254"/>
                  </a:lnTo>
                  <a:cubicBezTo>
                    <a:pt x="8" y="1695"/>
                    <a:pt x="360" y="2048"/>
                    <a:pt x="801" y="2048"/>
                  </a:cubicBezTo>
                  <a:cubicBezTo>
                    <a:pt x="1242" y="2048"/>
                    <a:pt x="1594" y="1695"/>
                    <a:pt x="1594" y="1254"/>
                  </a:cubicBezTo>
                  <a:lnTo>
                    <a:pt x="1594" y="800"/>
                  </a:lnTo>
                  <a:cubicBezTo>
                    <a:pt x="1594" y="359"/>
                    <a:pt x="1242" y="0"/>
                    <a:pt x="801"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0" name="Google Shape;15120;p66"/>
            <p:cNvSpPr/>
            <p:nvPr/>
          </p:nvSpPr>
          <p:spPr>
            <a:xfrm>
              <a:off x="3161133" y="2114431"/>
              <a:ext cx="23869" cy="41811"/>
            </a:xfrm>
            <a:custGeom>
              <a:avLst/>
              <a:gdLst/>
              <a:ahLst/>
              <a:cxnLst/>
              <a:rect l="l" t="t" r="r" b="b"/>
              <a:pathLst>
                <a:path w="910" h="1594" extrusionOk="0">
                  <a:moveTo>
                    <a:pt x="116" y="0"/>
                  </a:moveTo>
                  <a:cubicBezTo>
                    <a:pt x="75" y="0"/>
                    <a:pt x="41" y="7"/>
                    <a:pt x="1" y="14"/>
                  </a:cubicBezTo>
                  <a:lnTo>
                    <a:pt x="1" y="1139"/>
                  </a:lnTo>
                  <a:cubicBezTo>
                    <a:pt x="1" y="1390"/>
                    <a:pt x="204" y="1593"/>
                    <a:pt x="455" y="1593"/>
                  </a:cubicBezTo>
                  <a:cubicBezTo>
                    <a:pt x="706" y="1593"/>
                    <a:pt x="909" y="1390"/>
                    <a:pt x="909" y="1139"/>
                  </a:cubicBezTo>
                  <a:lnTo>
                    <a:pt x="909" y="800"/>
                  </a:lnTo>
                  <a:cubicBezTo>
                    <a:pt x="909" y="359"/>
                    <a:pt x="557" y="0"/>
                    <a:pt x="116"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1" name="Google Shape;15121;p66"/>
            <p:cNvSpPr/>
            <p:nvPr/>
          </p:nvSpPr>
          <p:spPr>
            <a:xfrm>
              <a:off x="3155258" y="2120464"/>
              <a:ext cx="17810" cy="17810"/>
            </a:xfrm>
            <a:custGeom>
              <a:avLst/>
              <a:gdLst/>
              <a:ahLst/>
              <a:cxnLst/>
              <a:rect l="l" t="t" r="r" b="b"/>
              <a:pathLst>
                <a:path w="679" h="679" extrusionOk="0">
                  <a:moveTo>
                    <a:pt x="340" y="1"/>
                  </a:moveTo>
                  <a:cubicBezTo>
                    <a:pt x="150" y="1"/>
                    <a:pt x="1" y="150"/>
                    <a:pt x="1" y="340"/>
                  </a:cubicBezTo>
                  <a:cubicBezTo>
                    <a:pt x="1" y="529"/>
                    <a:pt x="150" y="679"/>
                    <a:pt x="340" y="679"/>
                  </a:cubicBezTo>
                  <a:cubicBezTo>
                    <a:pt x="530" y="679"/>
                    <a:pt x="679" y="529"/>
                    <a:pt x="679" y="340"/>
                  </a:cubicBezTo>
                  <a:cubicBezTo>
                    <a:pt x="679" y="150"/>
                    <a:pt x="530" y="1"/>
                    <a:pt x="3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2" name="Google Shape;15122;p66"/>
            <p:cNvSpPr/>
            <p:nvPr/>
          </p:nvSpPr>
          <p:spPr>
            <a:xfrm>
              <a:off x="3268571" y="2114431"/>
              <a:ext cx="41811" cy="53719"/>
            </a:xfrm>
            <a:custGeom>
              <a:avLst/>
              <a:gdLst/>
              <a:ahLst/>
              <a:cxnLst/>
              <a:rect l="l" t="t" r="r" b="b"/>
              <a:pathLst>
                <a:path w="1594" h="2048" extrusionOk="0">
                  <a:moveTo>
                    <a:pt x="800" y="0"/>
                  </a:moveTo>
                  <a:cubicBezTo>
                    <a:pt x="359" y="0"/>
                    <a:pt x="0" y="359"/>
                    <a:pt x="0" y="800"/>
                  </a:cubicBezTo>
                  <a:lnTo>
                    <a:pt x="0" y="1254"/>
                  </a:lnTo>
                  <a:cubicBezTo>
                    <a:pt x="0" y="1695"/>
                    <a:pt x="359" y="2048"/>
                    <a:pt x="800" y="2048"/>
                  </a:cubicBezTo>
                  <a:cubicBezTo>
                    <a:pt x="1234" y="2048"/>
                    <a:pt x="1594" y="1695"/>
                    <a:pt x="1594" y="1254"/>
                  </a:cubicBezTo>
                  <a:lnTo>
                    <a:pt x="1594" y="800"/>
                  </a:lnTo>
                  <a:cubicBezTo>
                    <a:pt x="1594" y="359"/>
                    <a:pt x="1234" y="0"/>
                    <a:pt x="800"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3" name="Google Shape;15123;p66"/>
            <p:cNvSpPr/>
            <p:nvPr/>
          </p:nvSpPr>
          <p:spPr>
            <a:xfrm>
              <a:off x="3286513" y="2114431"/>
              <a:ext cx="23869" cy="41811"/>
            </a:xfrm>
            <a:custGeom>
              <a:avLst/>
              <a:gdLst/>
              <a:ahLst/>
              <a:cxnLst/>
              <a:rect l="l" t="t" r="r" b="b"/>
              <a:pathLst>
                <a:path w="910" h="1594" extrusionOk="0">
                  <a:moveTo>
                    <a:pt x="116" y="0"/>
                  </a:moveTo>
                  <a:cubicBezTo>
                    <a:pt x="76" y="0"/>
                    <a:pt x="35" y="7"/>
                    <a:pt x="1" y="14"/>
                  </a:cubicBezTo>
                  <a:lnTo>
                    <a:pt x="1" y="1139"/>
                  </a:lnTo>
                  <a:cubicBezTo>
                    <a:pt x="1" y="1390"/>
                    <a:pt x="204" y="1593"/>
                    <a:pt x="455" y="1593"/>
                  </a:cubicBezTo>
                  <a:cubicBezTo>
                    <a:pt x="706" y="1593"/>
                    <a:pt x="910" y="1390"/>
                    <a:pt x="910" y="1139"/>
                  </a:cubicBezTo>
                  <a:lnTo>
                    <a:pt x="910" y="800"/>
                  </a:lnTo>
                  <a:cubicBezTo>
                    <a:pt x="910" y="359"/>
                    <a:pt x="557" y="0"/>
                    <a:pt x="116"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4" name="Google Shape;15124;p66"/>
            <p:cNvSpPr/>
            <p:nvPr/>
          </p:nvSpPr>
          <p:spPr>
            <a:xfrm>
              <a:off x="3280480" y="2120464"/>
              <a:ext cx="17994" cy="17810"/>
            </a:xfrm>
            <a:custGeom>
              <a:avLst/>
              <a:gdLst/>
              <a:ahLst/>
              <a:cxnLst/>
              <a:rect l="l" t="t" r="r" b="b"/>
              <a:pathLst>
                <a:path w="686" h="679" extrusionOk="0">
                  <a:moveTo>
                    <a:pt x="346" y="1"/>
                  </a:moveTo>
                  <a:cubicBezTo>
                    <a:pt x="156" y="1"/>
                    <a:pt x="0" y="150"/>
                    <a:pt x="0" y="340"/>
                  </a:cubicBezTo>
                  <a:cubicBezTo>
                    <a:pt x="0" y="529"/>
                    <a:pt x="156" y="679"/>
                    <a:pt x="346" y="679"/>
                  </a:cubicBezTo>
                  <a:cubicBezTo>
                    <a:pt x="529" y="679"/>
                    <a:pt x="685" y="529"/>
                    <a:pt x="685" y="340"/>
                  </a:cubicBezTo>
                  <a:cubicBezTo>
                    <a:pt x="685" y="150"/>
                    <a:pt x="529" y="1"/>
                    <a:pt x="34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5" name="Google Shape;15125;p66"/>
            <p:cNvSpPr/>
            <p:nvPr/>
          </p:nvSpPr>
          <p:spPr>
            <a:xfrm>
              <a:off x="3298447" y="2011741"/>
              <a:ext cx="98730" cy="173459"/>
            </a:xfrm>
            <a:custGeom>
              <a:avLst/>
              <a:gdLst/>
              <a:ahLst/>
              <a:cxnLst/>
              <a:rect l="l" t="t" r="r" b="b"/>
              <a:pathLst>
                <a:path w="3764" h="6613" extrusionOk="0">
                  <a:moveTo>
                    <a:pt x="496" y="0"/>
                  </a:moveTo>
                  <a:cubicBezTo>
                    <a:pt x="342" y="0"/>
                    <a:pt x="177" y="17"/>
                    <a:pt x="0" y="50"/>
                  </a:cubicBezTo>
                  <a:cubicBezTo>
                    <a:pt x="2563" y="816"/>
                    <a:pt x="1167" y="4776"/>
                    <a:pt x="2814" y="6478"/>
                  </a:cubicBezTo>
                  <a:cubicBezTo>
                    <a:pt x="2906" y="6570"/>
                    <a:pt x="3022" y="6613"/>
                    <a:pt x="3136" y="6613"/>
                  </a:cubicBezTo>
                  <a:cubicBezTo>
                    <a:pt x="3326" y="6613"/>
                    <a:pt x="3510" y="6495"/>
                    <a:pt x="3574" y="6288"/>
                  </a:cubicBezTo>
                  <a:cubicBezTo>
                    <a:pt x="3669" y="5963"/>
                    <a:pt x="3730" y="5624"/>
                    <a:pt x="3764" y="5291"/>
                  </a:cubicBezTo>
                  <a:cubicBezTo>
                    <a:pt x="3316" y="5068"/>
                    <a:pt x="2936" y="4356"/>
                    <a:pt x="2706" y="3149"/>
                  </a:cubicBezTo>
                  <a:cubicBezTo>
                    <a:pt x="2323" y="1189"/>
                    <a:pt x="1805" y="0"/>
                    <a:pt x="496" y="0"/>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6" name="Google Shape;15126;p66"/>
            <p:cNvSpPr/>
            <p:nvPr/>
          </p:nvSpPr>
          <p:spPr>
            <a:xfrm>
              <a:off x="3087506" y="2013052"/>
              <a:ext cx="98730" cy="252569"/>
            </a:xfrm>
            <a:custGeom>
              <a:avLst/>
              <a:gdLst/>
              <a:ahLst/>
              <a:cxnLst/>
              <a:rect l="l" t="t" r="r" b="b"/>
              <a:pathLst>
                <a:path w="3764" h="9629" extrusionOk="0">
                  <a:moveTo>
                    <a:pt x="306" y="0"/>
                  </a:moveTo>
                  <a:lnTo>
                    <a:pt x="0" y="5716"/>
                  </a:lnTo>
                  <a:cubicBezTo>
                    <a:pt x="190" y="7960"/>
                    <a:pt x="1587" y="9188"/>
                    <a:pt x="2686" y="9629"/>
                  </a:cubicBezTo>
                  <a:lnTo>
                    <a:pt x="3764" y="9629"/>
                  </a:lnTo>
                  <a:cubicBezTo>
                    <a:pt x="3764" y="9629"/>
                    <a:pt x="1872" y="8361"/>
                    <a:pt x="1560" y="6116"/>
                  </a:cubicBezTo>
                  <a:cubicBezTo>
                    <a:pt x="950" y="1743"/>
                    <a:pt x="2109" y="434"/>
                    <a:pt x="3113" y="102"/>
                  </a:cubicBezTo>
                  <a:cubicBezTo>
                    <a:pt x="2930" y="102"/>
                    <a:pt x="2747" y="68"/>
                    <a:pt x="2584" y="0"/>
                  </a:cubicBezTo>
                  <a:close/>
                </a:path>
              </a:pathLst>
            </a:custGeom>
            <a:solidFill>
              <a:srgbClr val="DAE2E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7" name="Google Shape;15127;p66"/>
            <p:cNvSpPr/>
            <p:nvPr/>
          </p:nvSpPr>
          <p:spPr>
            <a:xfrm>
              <a:off x="3041787" y="2001118"/>
              <a:ext cx="113497" cy="184082"/>
            </a:xfrm>
            <a:custGeom>
              <a:avLst/>
              <a:gdLst/>
              <a:ahLst/>
              <a:cxnLst/>
              <a:rect l="l" t="t" r="r" b="b"/>
              <a:pathLst>
                <a:path w="4327" h="7018" extrusionOk="0">
                  <a:moveTo>
                    <a:pt x="2733" y="1"/>
                  </a:moveTo>
                  <a:cubicBezTo>
                    <a:pt x="686" y="1"/>
                    <a:pt x="1" y="3188"/>
                    <a:pt x="1" y="3188"/>
                  </a:cubicBezTo>
                  <a:cubicBezTo>
                    <a:pt x="1" y="3188"/>
                    <a:pt x="543" y="3269"/>
                    <a:pt x="509" y="4605"/>
                  </a:cubicBezTo>
                  <a:cubicBezTo>
                    <a:pt x="489" y="5581"/>
                    <a:pt x="625" y="6266"/>
                    <a:pt x="753" y="6693"/>
                  </a:cubicBezTo>
                  <a:cubicBezTo>
                    <a:pt x="813" y="6900"/>
                    <a:pt x="996" y="7018"/>
                    <a:pt x="1184" y="7018"/>
                  </a:cubicBezTo>
                  <a:cubicBezTo>
                    <a:pt x="1298" y="7018"/>
                    <a:pt x="1414" y="6975"/>
                    <a:pt x="1506" y="6883"/>
                  </a:cubicBezTo>
                  <a:cubicBezTo>
                    <a:pt x="3154" y="5174"/>
                    <a:pt x="1764" y="1215"/>
                    <a:pt x="4327" y="455"/>
                  </a:cubicBezTo>
                  <a:cubicBezTo>
                    <a:pt x="4327" y="455"/>
                    <a:pt x="3411" y="1"/>
                    <a:pt x="2733"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8" name="Google Shape;15128;p66"/>
            <p:cNvSpPr/>
            <p:nvPr/>
          </p:nvSpPr>
          <p:spPr>
            <a:xfrm>
              <a:off x="3041787" y="2001118"/>
              <a:ext cx="111373" cy="122232"/>
            </a:xfrm>
            <a:custGeom>
              <a:avLst/>
              <a:gdLst/>
              <a:ahLst/>
              <a:cxnLst/>
              <a:rect l="l" t="t" r="r" b="b"/>
              <a:pathLst>
                <a:path w="4246" h="4660" extrusionOk="0">
                  <a:moveTo>
                    <a:pt x="2733" y="1"/>
                  </a:moveTo>
                  <a:cubicBezTo>
                    <a:pt x="686" y="1"/>
                    <a:pt x="1" y="3188"/>
                    <a:pt x="1" y="3188"/>
                  </a:cubicBezTo>
                  <a:cubicBezTo>
                    <a:pt x="1" y="3188"/>
                    <a:pt x="543" y="3269"/>
                    <a:pt x="509" y="4605"/>
                  </a:cubicBezTo>
                  <a:lnTo>
                    <a:pt x="509" y="4659"/>
                  </a:lnTo>
                  <a:cubicBezTo>
                    <a:pt x="1500" y="916"/>
                    <a:pt x="2883" y="307"/>
                    <a:pt x="3682" y="307"/>
                  </a:cubicBezTo>
                  <a:cubicBezTo>
                    <a:pt x="3944" y="307"/>
                    <a:pt x="4143" y="373"/>
                    <a:pt x="4245" y="414"/>
                  </a:cubicBezTo>
                  <a:cubicBezTo>
                    <a:pt x="4015" y="313"/>
                    <a:pt x="3296" y="1"/>
                    <a:pt x="2733" y="1"/>
                  </a:cubicBezTo>
                  <a:close/>
                </a:path>
              </a:pathLst>
            </a:custGeom>
            <a:solidFill>
              <a:srgbClr val="364F6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29" name="Google Shape;15129;p66"/>
            <p:cNvSpPr/>
            <p:nvPr/>
          </p:nvSpPr>
          <p:spPr>
            <a:xfrm>
              <a:off x="3161133" y="2221843"/>
              <a:ext cx="131281" cy="95530"/>
            </a:xfrm>
            <a:custGeom>
              <a:avLst/>
              <a:gdLst/>
              <a:ahLst/>
              <a:cxnLst/>
              <a:rect l="l" t="t" r="r" b="b"/>
              <a:pathLst>
                <a:path w="5005" h="3642" extrusionOk="0">
                  <a:moveTo>
                    <a:pt x="2503" y="0"/>
                  </a:moveTo>
                  <a:cubicBezTo>
                    <a:pt x="1119" y="0"/>
                    <a:pt x="1" y="814"/>
                    <a:pt x="1" y="1824"/>
                  </a:cubicBezTo>
                  <a:cubicBezTo>
                    <a:pt x="1" y="2828"/>
                    <a:pt x="1119" y="3642"/>
                    <a:pt x="2503" y="3642"/>
                  </a:cubicBezTo>
                  <a:cubicBezTo>
                    <a:pt x="3886" y="3642"/>
                    <a:pt x="5005" y="2828"/>
                    <a:pt x="5005" y="1824"/>
                  </a:cubicBezTo>
                  <a:cubicBezTo>
                    <a:pt x="5005" y="814"/>
                    <a:pt x="3886" y="0"/>
                    <a:pt x="2503" y="0"/>
                  </a:cubicBezTo>
                  <a:close/>
                </a:path>
              </a:pathLst>
            </a:custGeom>
            <a:solidFill>
              <a:srgbClr val="8797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0" name="Google Shape;15130;p66"/>
            <p:cNvSpPr/>
            <p:nvPr/>
          </p:nvSpPr>
          <p:spPr>
            <a:xfrm>
              <a:off x="3196885" y="2269687"/>
              <a:ext cx="59778" cy="59595"/>
            </a:xfrm>
            <a:custGeom>
              <a:avLst/>
              <a:gdLst/>
              <a:ahLst/>
              <a:cxnLst/>
              <a:rect l="l" t="t" r="r" b="b"/>
              <a:pathLst>
                <a:path w="2279" h="2272" extrusionOk="0">
                  <a:moveTo>
                    <a:pt x="1" y="0"/>
                  </a:moveTo>
                  <a:lnTo>
                    <a:pt x="1" y="1140"/>
                  </a:lnTo>
                  <a:cubicBezTo>
                    <a:pt x="1" y="1763"/>
                    <a:pt x="516" y="2272"/>
                    <a:pt x="1140" y="2272"/>
                  </a:cubicBezTo>
                  <a:cubicBezTo>
                    <a:pt x="1770" y="2272"/>
                    <a:pt x="2279" y="1763"/>
                    <a:pt x="2279" y="1140"/>
                  </a:cubicBezTo>
                  <a:lnTo>
                    <a:pt x="2279" y="0"/>
                  </a:lnTo>
                  <a:close/>
                </a:path>
              </a:pathLst>
            </a:custGeom>
            <a:solidFill>
              <a:srgbClr val="98A6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1" name="Google Shape;15131;p66"/>
            <p:cNvSpPr/>
            <p:nvPr/>
          </p:nvSpPr>
          <p:spPr>
            <a:xfrm>
              <a:off x="3196885" y="2269687"/>
              <a:ext cx="59778" cy="29850"/>
            </a:xfrm>
            <a:custGeom>
              <a:avLst/>
              <a:gdLst/>
              <a:ahLst/>
              <a:cxnLst/>
              <a:rect l="l" t="t" r="r" b="b"/>
              <a:pathLst>
                <a:path w="2279" h="1138" extrusionOk="0">
                  <a:moveTo>
                    <a:pt x="1" y="0"/>
                  </a:moveTo>
                  <a:lnTo>
                    <a:pt x="1" y="889"/>
                  </a:lnTo>
                  <a:cubicBezTo>
                    <a:pt x="319" y="848"/>
                    <a:pt x="631" y="746"/>
                    <a:pt x="916" y="597"/>
                  </a:cubicBezTo>
                  <a:lnTo>
                    <a:pt x="916" y="909"/>
                  </a:lnTo>
                  <a:cubicBezTo>
                    <a:pt x="916" y="1062"/>
                    <a:pt x="1029" y="1138"/>
                    <a:pt x="1143" y="1138"/>
                  </a:cubicBezTo>
                  <a:cubicBezTo>
                    <a:pt x="1257" y="1138"/>
                    <a:pt x="1370" y="1062"/>
                    <a:pt x="1370" y="909"/>
                  </a:cubicBezTo>
                  <a:lnTo>
                    <a:pt x="1370" y="590"/>
                  </a:lnTo>
                  <a:cubicBezTo>
                    <a:pt x="1648" y="746"/>
                    <a:pt x="1960" y="848"/>
                    <a:pt x="2279" y="889"/>
                  </a:cubicBezTo>
                  <a:lnTo>
                    <a:pt x="2279" y="0"/>
                  </a:lnTo>
                  <a:close/>
                </a:path>
              </a:pathLst>
            </a:custGeom>
            <a:solidFill>
              <a:srgbClr val="788A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2" name="Google Shape;15132;p66"/>
            <p:cNvSpPr/>
            <p:nvPr/>
          </p:nvSpPr>
          <p:spPr>
            <a:xfrm>
              <a:off x="3143166" y="2215968"/>
              <a:ext cx="167216" cy="65680"/>
            </a:xfrm>
            <a:custGeom>
              <a:avLst/>
              <a:gdLst/>
              <a:ahLst/>
              <a:cxnLst/>
              <a:rect l="l" t="t" r="r" b="b"/>
              <a:pathLst>
                <a:path w="6375" h="2504" extrusionOk="0">
                  <a:moveTo>
                    <a:pt x="1709" y="1"/>
                  </a:moveTo>
                  <a:cubicBezTo>
                    <a:pt x="767" y="1"/>
                    <a:pt x="1" y="557"/>
                    <a:pt x="1" y="1248"/>
                  </a:cubicBezTo>
                  <a:cubicBezTo>
                    <a:pt x="1" y="1940"/>
                    <a:pt x="767" y="2503"/>
                    <a:pt x="1709" y="2503"/>
                  </a:cubicBezTo>
                  <a:cubicBezTo>
                    <a:pt x="1720" y="2503"/>
                    <a:pt x="1731" y="2503"/>
                    <a:pt x="1742" y="2503"/>
                  </a:cubicBezTo>
                  <a:cubicBezTo>
                    <a:pt x="2165" y="2503"/>
                    <a:pt x="2579" y="2374"/>
                    <a:pt x="2923" y="2130"/>
                  </a:cubicBezTo>
                  <a:cubicBezTo>
                    <a:pt x="3001" y="2072"/>
                    <a:pt x="3094" y="2043"/>
                    <a:pt x="3189" y="2043"/>
                  </a:cubicBezTo>
                  <a:cubicBezTo>
                    <a:pt x="3283" y="2043"/>
                    <a:pt x="3378" y="2072"/>
                    <a:pt x="3459" y="2130"/>
                  </a:cubicBezTo>
                  <a:cubicBezTo>
                    <a:pt x="3803" y="2374"/>
                    <a:pt x="4211" y="2503"/>
                    <a:pt x="4633" y="2503"/>
                  </a:cubicBezTo>
                  <a:cubicBezTo>
                    <a:pt x="4644" y="2503"/>
                    <a:pt x="4655" y="2503"/>
                    <a:pt x="4666" y="2503"/>
                  </a:cubicBezTo>
                  <a:cubicBezTo>
                    <a:pt x="5608" y="2503"/>
                    <a:pt x="6375" y="1940"/>
                    <a:pt x="6375" y="1248"/>
                  </a:cubicBezTo>
                  <a:cubicBezTo>
                    <a:pt x="6375" y="557"/>
                    <a:pt x="5608" y="1"/>
                    <a:pt x="4666" y="1"/>
                  </a:cubicBezTo>
                  <a:close/>
                </a:path>
              </a:pathLst>
            </a:custGeom>
            <a:solidFill>
              <a:srgbClr val="C9D4D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3" name="Google Shape;15133;p66"/>
            <p:cNvSpPr/>
            <p:nvPr/>
          </p:nvSpPr>
          <p:spPr>
            <a:xfrm>
              <a:off x="3191009" y="2192151"/>
              <a:ext cx="71713" cy="50362"/>
            </a:xfrm>
            <a:custGeom>
              <a:avLst/>
              <a:gdLst/>
              <a:ahLst/>
              <a:cxnLst/>
              <a:rect l="l" t="t" r="r" b="b"/>
              <a:pathLst>
                <a:path w="2734" h="1920" extrusionOk="0">
                  <a:moveTo>
                    <a:pt x="1364" y="0"/>
                  </a:moveTo>
                  <a:cubicBezTo>
                    <a:pt x="611" y="0"/>
                    <a:pt x="1" y="407"/>
                    <a:pt x="1" y="909"/>
                  </a:cubicBezTo>
                  <a:cubicBezTo>
                    <a:pt x="1" y="1397"/>
                    <a:pt x="570" y="1648"/>
                    <a:pt x="984" y="1838"/>
                  </a:cubicBezTo>
                  <a:cubicBezTo>
                    <a:pt x="1106" y="1892"/>
                    <a:pt x="1237" y="1919"/>
                    <a:pt x="1366" y="1919"/>
                  </a:cubicBezTo>
                  <a:cubicBezTo>
                    <a:pt x="1496" y="1919"/>
                    <a:pt x="1625" y="1892"/>
                    <a:pt x="1743" y="1838"/>
                  </a:cubicBezTo>
                  <a:cubicBezTo>
                    <a:pt x="2157" y="1648"/>
                    <a:pt x="2733" y="1390"/>
                    <a:pt x="2733" y="909"/>
                  </a:cubicBezTo>
                  <a:cubicBezTo>
                    <a:pt x="2733" y="407"/>
                    <a:pt x="2123" y="0"/>
                    <a:pt x="1364" y="0"/>
                  </a:cubicBezTo>
                  <a:close/>
                </a:path>
              </a:pathLst>
            </a:custGeom>
            <a:solidFill>
              <a:srgbClr val="405C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4" name="Google Shape;15134;p66"/>
            <p:cNvSpPr/>
            <p:nvPr/>
          </p:nvSpPr>
          <p:spPr>
            <a:xfrm>
              <a:off x="3190826" y="2193908"/>
              <a:ext cx="53221" cy="48604"/>
            </a:xfrm>
            <a:custGeom>
              <a:avLst/>
              <a:gdLst/>
              <a:ahLst/>
              <a:cxnLst/>
              <a:rect l="l" t="t" r="r" b="b"/>
              <a:pathLst>
                <a:path w="2029" h="1853" extrusionOk="0">
                  <a:moveTo>
                    <a:pt x="849" y="1"/>
                  </a:moveTo>
                  <a:lnTo>
                    <a:pt x="849" y="1"/>
                  </a:lnTo>
                  <a:cubicBezTo>
                    <a:pt x="354" y="137"/>
                    <a:pt x="1" y="462"/>
                    <a:pt x="1" y="842"/>
                  </a:cubicBezTo>
                  <a:cubicBezTo>
                    <a:pt x="1" y="1323"/>
                    <a:pt x="577" y="1581"/>
                    <a:pt x="991" y="1771"/>
                  </a:cubicBezTo>
                  <a:cubicBezTo>
                    <a:pt x="1113" y="1825"/>
                    <a:pt x="1242" y="1852"/>
                    <a:pt x="1371" y="1852"/>
                  </a:cubicBezTo>
                  <a:cubicBezTo>
                    <a:pt x="1499" y="1852"/>
                    <a:pt x="1628" y="1825"/>
                    <a:pt x="1750" y="1771"/>
                  </a:cubicBezTo>
                  <a:cubicBezTo>
                    <a:pt x="1839" y="1730"/>
                    <a:pt x="1933" y="1689"/>
                    <a:pt x="2028" y="1642"/>
                  </a:cubicBezTo>
                  <a:cubicBezTo>
                    <a:pt x="1472" y="1540"/>
                    <a:pt x="747" y="1167"/>
                    <a:pt x="679" y="591"/>
                  </a:cubicBezTo>
                  <a:cubicBezTo>
                    <a:pt x="652" y="306"/>
                    <a:pt x="849" y="1"/>
                    <a:pt x="849"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35" name="Google Shape;15135;p66"/>
          <p:cNvGrpSpPr/>
          <p:nvPr/>
        </p:nvGrpSpPr>
        <p:grpSpPr>
          <a:xfrm>
            <a:off x="5752796" y="2115325"/>
            <a:ext cx="372309" cy="328216"/>
            <a:chOff x="5779884" y="2039125"/>
            <a:chExt cx="372309" cy="328216"/>
          </a:xfrm>
        </p:grpSpPr>
        <p:sp>
          <p:nvSpPr>
            <p:cNvPr id="15136" name="Google Shape;15136;p66"/>
            <p:cNvSpPr/>
            <p:nvPr/>
          </p:nvSpPr>
          <p:spPr>
            <a:xfrm>
              <a:off x="5893198" y="2355406"/>
              <a:ext cx="22610" cy="11935"/>
            </a:xfrm>
            <a:custGeom>
              <a:avLst/>
              <a:gdLst/>
              <a:ahLst/>
              <a:cxnLst/>
              <a:rect l="l" t="t" r="r" b="b"/>
              <a:pathLst>
                <a:path w="862" h="455" extrusionOk="0">
                  <a:moveTo>
                    <a:pt x="237" y="1"/>
                  </a:moveTo>
                  <a:lnTo>
                    <a:pt x="54" y="258"/>
                  </a:lnTo>
                  <a:cubicBezTo>
                    <a:pt x="0" y="340"/>
                    <a:pt x="54" y="448"/>
                    <a:pt x="156" y="455"/>
                  </a:cubicBezTo>
                  <a:lnTo>
                    <a:pt x="712" y="455"/>
                  </a:lnTo>
                  <a:cubicBezTo>
                    <a:pt x="780" y="455"/>
                    <a:pt x="834" y="401"/>
                    <a:pt x="834" y="340"/>
                  </a:cubicBezTo>
                  <a:lnTo>
                    <a:pt x="861"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7" name="Google Shape;15137;p66"/>
            <p:cNvSpPr/>
            <p:nvPr/>
          </p:nvSpPr>
          <p:spPr>
            <a:xfrm>
              <a:off x="6089188" y="2355223"/>
              <a:ext cx="22610" cy="12118"/>
            </a:xfrm>
            <a:custGeom>
              <a:avLst/>
              <a:gdLst/>
              <a:ahLst/>
              <a:cxnLst/>
              <a:rect l="l" t="t" r="r" b="b"/>
              <a:pathLst>
                <a:path w="862" h="462" extrusionOk="0">
                  <a:moveTo>
                    <a:pt x="211" y="1"/>
                  </a:moveTo>
                  <a:lnTo>
                    <a:pt x="48" y="272"/>
                  </a:lnTo>
                  <a:cubicBezTo>
                    <a:pt x="0" y="360"/>
                    <a:pt x="61" y="462"/>
                    <a:pt x="156" y="462"/>
                  </a:cubicBezTo>
                  <a:lnTo>
                    <a:pt x="739" y="462"/>
                  </a:lnTo>
                  <a:cubicBezTo>
                    <a:pt x="807" y="462"/>
                    <a:pt x="862" y="408"/>
                    <a:pt x="862" y="340"/>
                  </a:cubicBezTo>
                  <a:lnTo>
                    <a:pt x="862"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8" name="Google Shape;15138;p66"/>
            <p:cNvSpPr/>
            <p:nvPr/>
          </p:nvSpPr>
          <p:spPr>
            <a:xfrm>
              <a:off x="6095221" y="2136097"/>
              <a:ext cx="56972" cy="134088"/>
            </a:xfrm>
            <a:custGeom>
              <a:avLst/>
              <a:gdLst/>
              <a:ahLst/>
              <a:cxnLst/>
              <a:rect l="l" t="t" r="r" b="b"/>
              <a:pathLst>
                <a:path w="2172" h="5112" extrusionOk="0">
                  <a:moveTo>
                    <a:pt x="419" y="0"/>
                  </a:moveTo>
                  <a:cubicBezTo>
                    <a:pt x="288" y="0"/>
                    <a:pt x="148" y="16"/>
                    <a:pt x="1" y="49"/>
                  </a:cubicBezTo>
                  <a:lnTo>
                    <a:pt x="103" y="361"/>
                  </a:lnTo>
                  <a:cubicBezTo>
                    <a:pt x="131" y="359"/>
                    <a:pt x="159" y="358"/>
                    <a:pt x="186" y="358"/>
                  </a:cubicBezTo>
                  <a:cubicBezTo>
                    <a:pt x="1439" y="358"/>
                    <a:pt x="1138" y="2473"/>
                    <a:pt x="1052" y="3581"/>
                  </a:cubicBezTo>
                  <a:cubicBezTo>
                    <a:pt x="977" y="4510"/>
                    <a:pt x="1438" y="4992"/>
                    <a:pt x="1974" y="5107"/>
                  </a:cubicBezTo>
                  <a:cubicBezTo>
                    <a:pt x="1984" y="5110"/>
                    <a:pt x="1994" y="5111"/>
                    <a:pt x="2004" y="5111"/>
                  </a:cubicBezTo>
                  <a:cubicBezTo>
                    <a:pt x="2085" y="5111"/>
                    <a:pt x="2145" y="5017"/>
                    <a:pt x="2096" y="4944"/>
                  </a:cubicBezTo>
                  <a:cubicBezTo>
                    <a:pt x="1974" y="4714"/>
                    <a:pt x="1832" y="4273"/>
                    <a:pt x="1927" y="3480"/>
                  </a:cubicBezTo>
                  <a:cubicBezTo>
                    <a:pt x="2172" y="1402"/>
                    <a:pt x="1652" y="0"/>
                    <a:pt x="419" y="0"/>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39" name="Google Shape;15139;p66"/>
            <p:cNvSpPr/>
            <p:nvPr/>
          </p:nvSpPr>
          <p:spPr>
            <a:xfrm>
              <a:off x="5801419" y="2039125"/>
              <a:ext cx="156882" cy="90441"/>
            </a:xfrm>
            <a:custGeom>
              <a:avLst/>
              <a:gdLst/>
              <a:ahLst/>
              <a:cxnLst/>
              <a:rect l="l" t="t" r="r" b="b"/>
              <a:pathLst>
                <a:path w="5981" h="3448" extrusionOk="0">
                  <a:moveTo>
                    <a:pt x="1761" y="1"/>
                  </a:moveTo>
                  <a:cubicBezTo>
                    <a:pt x="947" y="1"/>
                    <a:pt x="315" y="420"/>
                    <a:pt x="75" y="661"/>
                  </a:cubicBezTo>
                  <a:cubicBezTo>
                    <a:pt x="0" y="735"/>
                    <a:pt x="14" y="857"/>
                    <a:pt x="109" y="905"/>
                  </a:cubicBezTo>
                  <a:lnTo>
                    <a:pt x="678" y="1223"/>
                  </a:lnTo>
                  <a:lnTo>
                    <a:pt x="5981" y="3447"/>
                  </a:lnTo>
                  <a:cubicBezTo>
                    <a:pt x="5540" y="3135"/>
                    <a:pt x="4401" y="566"/>
                    <a:pt x="2306" y="64"/>
                  </a:cubicBezTo>
                  <a:cubicBezTo>
                    <a:pt x="2117" y="20"/>
                    <a:pt x="1935" y="1"/>
                    <a:pt x="1761"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0" name="Google Shape;15140;p66"/>
            <p:cNvSpPr/>
            <p:nvPr/>
          </p:nvSpPr>
          <p:spPr>
            <a:xfrm>
              <a:off x="5779884" y="2058666"/>
              <a:ext cx="331731" cy="308675"/>
            </a:xfrm>
            <a:custGeom>
              <a:avLst/>
              <a:gdLst/>
              <a:ahLst/>
              <a:cxnLst/>
              <a:rect l="l" t="t" r="r" b="b"/>
              <a:pathLst>
                <a:path w="12647" h="11768" extrusionOk="0">
                  <a:moveTo>
                    <a:pt x="2682" y="0"/>
                  </a:moveTo>
                  <a:cubicBezTo>
                    <a:pt x="2598" y="0"/>
                    <a:pt x="2513" y="6"/>
                    <a:pt x="2428" y="17"/>
                  </a:cubicBezTo>
                  <a:lnTo>
                    <a:pt x="1994" y="72"/>
                  </a:lnTo>
                  <a:cubicBezTo>
                    <a:pt x="1818" y="92"/>
                    <a:pt x="1649" y="146"/>
                    <a:pt x="1499" y="241"/>
                  </a:cubicBezTo>
                  <a:cubicBezTo>
                    <a:pt x="1364" y="329"/>
                    <a:pt x="1255" y="458"/>
                    <a:pt x="1201" y="614"/>
                  </a:cubicBezTo>
                  <a:lnTo>
                    <a:pt x="1093" y="926"/>
                  </a:lnTo>
                  <a:cubicBezTo>
                    <a:pt x="1065" y="1000"/>
                    <a:pt x="1032" y="1068"/>
                    <a:pt x="977" y="1136"/>
                  </a:cubicBezTo>
                  <a:lnTo>
                    <a:pt x="75" y="2255"/>
                  </a:lnTo>
                  <a:cubicBezTo>
                    <a:pt x="1" y="2343"/>
                    <a:pt x="8" y="2479"/>
                    <a:pt x="89" y="2560"/>
                  </a:cubicBezTo>
                  <a:lnTo>
                    <a:pt x="306" y="2729"/>
                  </a:lnTo>
                  <a:cubicBezTo>
                    <a:pt x="394" y="2818"/>
                    <a:pt x="509" y="2863"/>
                    <a:pt x="627" y="2863"/>
                  </a:cubicBezTo>
                  <a:cubicBezTo>
                    <a:pt x="690" y="2863"/>
                    <a:pt x="753" y="2850"/>
                    <a:pt x="815" y="2824"/>
                  </a:cubicBezTo>
                  <a:lnTo>
                    <a:pt x="2476" y="2072"/>
                  </a:lnTo>
                  <a:cubicBezTo>
                    <a:pt x="2494" y="2063"/>
                    <a:pt x="2513" y="2058"/>
                    <a:pt x="2531" y="2058"/>
                  </a:cubicBezTo>
                  <a:cubicBezTo>
                    <a:pt x="2581" y="2058"/>
                    <a:pt x="2627" y="2090"/>
                    <a:pt x="2652" y="2140"/>
                  </a:cubicBezTo>
                  <a:lnTo>
                    <a:pt x="4340" y="5557"/>
                  </a:lnTo>
                  <a:lnTo>
                    <a:pt x="4802" y="10968"/>
                  </a:lnTo>
                  <a:lnTo>
                    <a:pt x="4368" y="11571"/>
                  </a:lnTo>
                  <a:cubicBezTo>
                    <a:pt x="4307" y="11653"/>
                    <a:pt x="4368" y="11768"/>
                    <a:pt x="4469" y="11768"/>
                  </a:cubicBezTo>
                  <a:lnTo>
                    <a:pt x="5025" y="11768"/>
                  </a:lnTo>
                  <a:cubicBezTo>
                    <a:pt x="5093" y="11768"/>
                    <a:pt x="5147" y="11721"/>
                    <a:pt x="5154" y="11653"/>
                  </a:cubicBezTo>
                  <a:lnTo>
                    <a:pt x="5303" y="9225"/>
                  </a:lnTo>
                  <a:cubicBezTo>
                    <a:pt x="5351" y="8507"/>
                    <a:pt x="5425" y="7788"/>
                    <a:pt x="5534" y="7076"/>
                  </a:cubicBezTo>
                  <a:lnTo>
                    <a:pt x="5636" y="6384"/>
                  </a:lnTo>
                  <a:cubicBezTo>
                    <a:pt x="6065" y="6535"/>
                    <a:pt x="6478" y="6597"/>
                    <a:pt x="6867" y="6597"/>
                  </a:cubicBezTo>
                  <a:cubicBezTo>
                    <a:pt x="8192" y="6597"/>
                    <a:pt x="9235" y="5880"/>
                    <a:pt x="9670" y="5523"/>
                  </a:cubicBezTo>
                  <a:cubicBezTo>
                    <a:pt x="9996" y="6310"/>
                    <a:pt x="10674" y="7652"/>
                    <a:pt x="11840" y="8662"/>
                  </a:cubicBezTo>
                  <a:lnTo>
                    <a:pt x="12220" y="10927"/>
                  </a:lnTo>
                  <a:lnTo>
                    <a:pt x="11840" y="11578"/>
                  </a:lnTo>
                  <a:cubicBezTo>
                    <a:pt x="11792" y="11666"/>
                    <a:pt x="11847" y="11768"/>
                    <a:pt x="11948" y="11768"/>
                  </a:cubicBezTo>
                  <a:lnTo>
                    <a:pt x="12525" y="11768"/>
                  </a:lnTo>
                  <a:cubicBezTo>
                    <a:pt x="12593" y="11768"/>
                    <a:pt x="12647" y="11714"/>
                    <a:pt x="12647" y="11646"/>
                  </a:cubicBezTo>
                  <a:lnTo>
                    <a:pt x="12647" y="8337"/>
                  </a:lnTo>
                  <a:cubicBezTo>
                    <a:pt x="12647" y="8195"/>
                    <a:pt x="12572" y="8052"/>
                    <a:pt x="12457" y="7964"/>
                  </a:cubicBezTo>
                  <a:cubicBezTo>
                    <a:pt x="11745" y="7415"/>
                    <a:pt x="11813" y="6120"/>
                    <a:pt x="12199" y="5326"/>
                  </a:cubicBezTo>
                  <a:cubicBezTo>
                    <a:pt x="12620" y="4445"/>
                    <a:pt x="12579" y="3333"/>
                    <a:pt x="11969" y="2797"/>
                  </a:cubicBezTo>
                  <a:cubicBezTo>
                    <a:pt x="11594" y="2472"/>
                    <a:pt x="11085" y="2287"/>
                    <a:pt x="10381" y="2287"/>
                  </a:cubicBezTo>
                  <a:cubicBezTo>
                    <a:pt x="9924" y="2287"/>
                    <a:pt x="9385" y="2365"/>
                    <a:pt x="8748" y="2533"/>
                  </a:cubicBezTo>
                  <a:cubicBezTo>
                    <a:pt x="8111" y="2700"/>
                    <a:pt x="7680" y="2770"/>
                    <a:pt x="7372" y="2770"/>
                  </a:cubicBezTo>
                  <a:cubicBezTo>
                    <a:pt x="6695" y="2770"/>
                    <a:pt x="6611" y="2435"/>
                    <a:pt x="6253" y="2072"/>
                  </a:cubicBezTo>
                  <a:cubicBezTo>
                    <a:pt x="5446" y="1245"/>
                    <a:pt x="4239" y="411"/>
                    <a:pt x="3310" y="99"/>
                  </a:cubicBezTo>
                  <a:cubicBezTo>
                    <a:pt x="3106" y="35"/>
                    <a:pt x="2895" y="0"/>
                    <a:pt x="2682" y="0"/>
                  </a:cubicBezTo>
                  <a:close/>
                </a:path>
              </a:pathLst>
            </a:custGeom>
            <a:solidFill>
              <a:srgbClr val="697D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1" name="Google Shape;15141;p66"/>
            <p:cNvSpPr/>
            <p:nvPr/>
          </p:nvSpPr>
          <p:spPr>
            <a:xfrm>
              <a:off x="5818757" y="2041250"/>
              <a:ext cx="35515" cy="28250"/>
            </a:xfrm>
            <a:custGeom>
              <a:avLst/>
              <a:gdLst/>
              <a:ahLst/>
              <a:cxnLst/>
              <a:rect l="l" t="t" r="r" b="b"/>
              <a:pathLst>
                <a:path w="1354" h="1077" extrusionOk="0">
                  <a:moveTo>
                    <a:pt x="159" y="0"/>
                  </a:moveTo>
                  <a:cubicBezTo>
                    <a:pt x="70" y="0"/>
                    <a:pt x="0" y="87"/>
                    <a:pt x="31" y="180"/>
                  </a:cubicBezTo>
                  <a:lnTo>
                    <a:pt x="302" y="966"/>
                  </a:lnTo>
                  <a:cubicBezTo>
                    <a:pt x="326" y="1032"/>
                    <a:pt x="398" y="1077"/>
                    <a:pt x="471" y="1077"/>
                  </a:cubicBezTo>
                  <a:cubicBezTo>
                    <a:pt x="480" y="1077"/>
                    <a:pt x="489" y="1076"/>
                    <a:pt x="499" y="1075"/>
                  </a:cubicBezTo>
                  <a:lnTo>
                    <a:pt x="1211" y="919"/>
                  </a:lnTo>
                  <a:cubicBezTo>
                    <a:pt x="1306" y="898"/>
                    <a:pt x="1353" y="783"/>
                    <a:pt x="1292" y="702"/>
                  </a:cubicBezTo>
                  <a:cubicBezTo>
                    <a:pt x="1014" y="349"/>
                    <a:pt x="628" y="105"/>
                    <a:pt x="187" y="3"/>
                  </a:cubicBezTo>
                  <a:cubicBezTo>
                    <a:pt x="177" y="1"/>
                    <a:pt x="168" y="0"/>
                    <a:pt x="159"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2" name="Google Shape;15142;p66"/>
            <p:cNvSpPr/>
            <p:nvPr/>
          </p:nvSpPr>
          <p:spPr>
            <a:xfrm>
              <a:off x="5821695" y="2081513"/>
              <a:ext cx="16027" cy="12118"/>
            </a:xfrm>
            <a:custGeom>
              <a:avLst/>
              <a:gdLst/>
              <a:ahLst/>
              <a:cxnLst/>
              <a:rect l="l" t="t" r="r" b="b"/>
              <a:pathLst>
                <a:path w="611" h="462" extrusionOk="0">
                  <a:moveTo>
                    <a:pt x="305" y="1"/>
                  </a:moveTo>
                  <a:cubicBezTo>
                    <a:pt x="0" y="1"/>
                    <a:pt x="0" y="462"/>
                    <a:pt x="305" y="462"/>
                  </a:cubicBezTo>
                  <a:cubicBezTo>
                    <a:pt x="611" y="462"/>
                    <a:pt x="611" y="1"/>
                    <a:pt x="305" y="1"/>
                  </a:cubicBez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3" name="Google Shape;15143;p66"/>
            <p:cNvSpPr/>
            <p:nvPr/>
          </p:nvSpPr>
          <p:spPr>
            <a:xfrm>
              <a:off x="5844987" y="2093710"/>
              <a:ext cx="48945" cy="110717"/>
            </a:xfrm>
            <a:custGeom>
              <a:avLst/>
              <a:gdLst/>
              <a:ahLst/>
              <a:cxnLst/>
              <a:rect l="l" t="t" r="r" b="b"/>
              <a:pathLst>
                <a:path w="1866" h="4221" extrusionOk="0">
                  <a:moveTo>
                    <a:pt x="4" y="734"/>
                  </a:moveTo>
                  <a:cubicBezTo>
                    <a:pt x="3" y="734"/>
                    <a:pt x="2" y="735"/>
                    <a:pt x="1" y="736"/>
                  </a:cubicBezTo>
                  <a:cubicBezTo>
                    <a:pt x="2" y="735"/>
                    <a:pt x="3" y="734"/>
                    <a:pt x="4" y="734"/>
                  </a:cubicBezTo>
                  <a:close/>
                  <a:moveTo>
                    <a:pt x="803" y="0"/>
                  </a:moveTo>
                  <a:cubicBezTo>
                    <a:pt x="704" y="0"/>
                    <a:pt x="608" y="58"/>
                    <a:pt x="563" y="153"/>
                  </a:cubicBezTo>
                  <a:cubicBezTo>
                    <a:pt x="442" y="402"/>
                    <a:pt x="247" y="605"/>
                    <a:pt x="4" y="734"/>
                  </a:cubicBezTo>
                  <a:lnTo>
                    <a:pt x="4" y="734"/>
                  </a:lnTo>
                  <a:cubicBezTo>
                    <a:pt x="20" y="726"/>
                    <a:pt x="36" y="722"/>
                    <a:pt x="53" y="722"/>
                  </a:cubicBezTo>
                  <a:cubicBezTo>
                    <a:pt x="102" y="722"/>
                    <a:pt x="152" y="754"/>
                    <a:pt x="177" y="804"/>
                  </a:cubicBezTo>
                  <a:lnTo>
                    <a:pt x="1865" y="4221"/>
                  </a:lnTo>
                  <a:cubicBezTo>
                    <a:pt x="1757" y="2980"/>
                    <a:pt x="1201" y="756"/>
                    <a:pt x="1065" y="200"/>
                  </a:cubicBezTo>
                  <a:cubicBezTo>
                    <a:pt x="1045" y="119"/>
                    <a:pt x="984" y="58"/>
                    <a:pt x="909" y="24"/>
                  </a:cubicBezTo>
                  <a:cubicBezTo>
                    <a:pt x="875" y="8"/>
                    <a:pt x="839" y="0"/>
                    <a:pt x="803" y="0"/>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4" name="Google Shape;15144;p66"/>
            <p:cNvSpPr/>
            <p:nvPr/>
          </p:nvSpPr>
          <p:spPr>
            <a:xfrm>
              <a:off x="5927690" y="2196374"/>
              <a:ext cx="105864" cy="35253"/>
            </a:xfrm>
            <a:custGeom>
              <a:avLst/>
              <a:gdLst/>
              <a:ahLst/>
              <a:cxnLst/>
              <a:rect l="l" t="t" r="r" b="b"/>
              <a:pathLst>
                <a:path w="4036" h="1344" extrusionOk="0">
                  <a:moveTo>
                    <a:pt x="3698" y="1"/>
                  </a:moveTo>
                  <a:cubicBezTo>
                    <a:pt x="3652" y="1"/>
                    <a:pt x="3605" y="10"/>
                    <a:pt x="3560" y="29"/>
                  </a:cubicBezTo>
                  <a:cubicBezTo>
                    <a:pt x="2756" y="367"/>
                    <a:pt x="2043" y="469"/>
                    <a:pt x="1480" y="469"/>
                  </a:cubicBezTo>
                  <a:cubicBezTo>
                    <a:pt x="1127" y="469"/>
                    <a:pt x="833" y="429"/>
                    <a:pt x="611" y="382"/>
                  </a:cubicBezTo>
                  <a:cubicBezTo>
                    <a:pt x="582" y="376"/>
                    <a:pt x="554" y="374"/>
                    <a:pt x="526" y="374"/>
                  </a:cubicBezTo>
                  <a:cubicBezTo>
                    <a:pt x="306" y="374"/>
                    <a:pt x="104" y="533"/>
                    <a:pt x="68" y="761"/>
                  </a:cubicBezTo>
                  <a:lnTo>
                    <a:pt x="1" y="1134"/>
                  </a:lnTo>
                  <a:cubicBezTo>
                    <a:pt x="427" y="1282"/>
                    <a:pt x="838" y="1343"/>
                    <a:pt x="1225" y="1343"/>
                  </a:cubicBezTo>
                  <a:cubicBezTo>
                    <a:pt x="2555" y="1343"/>
                    <a:pt x="3604" y="625"/>
                    <a:pt x="4035" y="273"/>
                  </a:cubicBezTo>
                  <a:lnTo>
                    <a:pt x="4028" y="246"/>
                  </a:lnTo>
                  <a:cubicBezTo>
                    <a:pt x="3987" y="96"/>
                    <a:pt x="3846" y="1"/>
                    <a:pt x="3698"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5" name="Google Shape;15145;p66"/>
            <p:cNvSpPr/>
            <p:nvPr/>
          </p:nvSpPr>
          <p:spPr>
            <a:xfrm>
              <a:off x="5779884" y="2098956"/>
              <a:ext cx="42886" cy="34833"/>
            </a:xfrm>
            <a:custGeom>
              <a:avLst/>
              <a:gdLst/>
              <a:ahLst/>
              <a:cxnLst/>
              <a:rect l="l" t="t" r="r" b="b"/>
              <a:pathLst>
                <a:path w="1635" h="1328" extrusionOk="0">
                  <a:moveTo>
                    <a:pt x="659" y="0"/>
                  </a:moveTo>
                  <a:lnTo>
                    <a:pt x="75" y="719"/>
                  </a:lnTo>
                  <a:cubicBezTo>
                    <a:pt x="1" y="807"/>
                    <a:pt x="8" y="943"/>
                    <a:pt x="89" y="1024"/>
                  </a:cubicBezTo>
                  <a:lnTo>
                    <a:pt x="306" y="1193"/>
                  </a:lnTo>
                  <a:cubicBezTo>
                    <a:pt x="394" y="1282"/>
                    <a:pt x="509" y="1327"/>
                    <a:pt x="627" y="1327"/>
                  </a:cubicBezTo>
                  <a:cubicBezTo>
                    <a:pt x="690" y="1327"/>
                    <a:pt x="753" y="1314"/>
                    <a:pt x="815" y="1288"/>
                  </a:cubicBezTo>
                  <a:lnTo>
                    <a:pt x="1635" y="915"/>
                  </a:lnTo>
                  <a:cubicBezTo>
                    <a:pt x="1432" y="502"/>
                    <a:pt x="1086" y="176"/>
                    <a:pt x="659" y="0"/>
                  </a:cubicBezTo>
                  <a:close/>
                </a:path>
              </a:pathLst>
            </a:custGeom>
            <a:solidFill>
              <a:srgbClr val="7D8F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6" name="Google Shape;15146;p66"/>
            <p:cNvSpPr/>
            <p:nvPr/>
          </p:nvSpPr>
          <p:spPr>
            <a:xfrm>
              <a:off x="5780959" y="2120884"/>
              <a:ext cx="9102" cy="7790"/>
            </a:xfrm>
            <a:custGeom>
              <a:avLst/>
              <a:gdLst/>
              <a:ahLst/>
              <a:cxnLst/>
              <a:rect l="l" t="t" r="r" b="b"/>
              <a:pathLst>
                <a:path w="347" h="297" extrusionOk="0">
                  <a:moveTo>
                    <a:pt x="201" y="1"/>
                  </a:moveTo>
                  <a:cubicBezTo>
                    <a:pt x="148" y="1"/>
                    <a:pt x="83" y="25"/>
                    <a:pt x="28" y="73"/>
                  </a:cubicBezTo>
                  <a:cubicBezTo>
                    <a:pt x="21" y="86"/>
                    <a:pt x="7" y="93"/>
                    <a:pt x="1" y="100"/>
                  </a:cubicBezTo>
                  <a:cubicBezTo>
                    <a:pt x="14" y="134"/>
                    <a:pt x="28" y="161"/>
                    <a:pt x="55" y="188"/>
                  </a:cubicBezTo>
                  <a:lnTo>
                    <a:pt x="197" y="296"/>
                  </a:lnTo>
                  <a:lnTo>
                    <a:pt x="211" y="290"/>
                  </a:lnTo>
                  <a:cubicBezTo>
                    <a:pt x="306" y="215"/>
                    <a:pt x="346" y="100"/>
                    <a:pt x="292" y="39"/>
                  </a:cubicBezTo>
                  <a:cubicBezTo>
                    <a:pt x="272" y="13"/>
                    <a:pt x="240" y="1"/>
                    <a:pt x="201" y="1"/>
                  </a:cubicBezTo>
                  <a:close/>
                </a:path>
              </a:pathLst>
            </a:custGeom>
            <a:solidFill>
              <a:srgbClr val="4F647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7" name="Google Shape;15147;p66"/>
            <p:cNvSpPr/>
            <p:nvPr/>
          </p:nvSpPr>
          <p:spPr>
            <a:xfrm>
              <a:off x="5893198" y="2355406"/>
              <a:ext cx="22610" cy="11935"/>
            </a:xfrm>
            <a:custGeom>
              <a:avLst/>
              <a:gdLst/>
              <a:ahLst/>
              <a:cxnLst/>
              <a:rect l="l" t="t" r="r" b="b"/>
              <a:pathLst>
                <a:path w="862" h="455" extrusionOk="0">
                  <a:moveTo>
                    <a:pt x="237" y="1"/>
                  </a:moveTo>
                  <a:lnTo>
                    <a:pt x="54" y="258"/>
                  </a:lnTo>
                  <a:cubicBezTo>
                    <a:pt x="0" y="340"/>
                    <a:pt x="54" y="448"/>
                    <a:pt x="156" y="455"/>
                  </a:cubicBezTo>
                  <a:lnTo>
                    <a:pt x="712" y="455"/>
                  </a:lnTo>
                  <a:cubicBezTo>
                    <a:pt x="780" y="455"/>
                    <a:pt x="834" y="401"/>
                    <a:pt x="834" y="340"/>
                  </a:cubicBezTo>
                  <a:lnTo>
                    <a:pt x="861"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48" name="Google Shape;15148;p66"/>
            <p:cNvSpPr/>
            <p:nvPr/>
          </p:nvSpPr>
          <p:spPr>
            <a:xfrm>
              <a:off x="6089188" y="2355223"/>
              <a:ext cx="22610" cy="12118"/>
            </a:xfrm>
            <a:custGeom>
              <a:avLst/>
              <a:gdLst/>
              <a:ahLst/>
              <a:cxnLst/>
              <a:rect l="l" t="t" r="r" b="b"/>
              <a:pathLst>
                <a:path w="862" h="462" extrusionOk="0">
                  <a:moveTo>
                    <a:pt x="211" y="1"/>
                  </a:moveTo>
                  <a:lnTo>
                    <a:pt x="48" y="272"/>
                  </a:lnTo>
                  <a:cubicBezTo>
                    <a:pt x="0" y="360"/>
                    <a:pt x="61" y="462"/>
                    <a:pt x="156" y="462"/>
                  </a:cubicBezTo>
                  <a:lnTo>
                    <a:pt x="739" y="462"/>
                  </a:lnTo>
                  <a:cubicBezTo>
                    <a:pt x="807" y="462"/>
                    <a:pt x="862" y="408"/>
                    <a:pt x="862" y="340"/>
                  </a:cubicBezTo>
                  <a:lnTo>
                    <a:pt x="862" y="1"/>
                  </a:lnTo>
                  <a:close/>
                </a:path>
              </a:pathLst>
            </a:custGeom>
            <a:solidFill>
              <a:srgbClr val="203B5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149" name="Google Shape;15149;p66"/>
          <p:cNvSpPr txBox="1">
            <a:spLocks noGrp="1"/>
          </p:cNvSpPr>
          <p:nvPr>
            <p:ph type="title"/>
          </p:nvPr>
        </p:nvSpPr>
        <p:spPr>
          <a:xfrm>
            <a:off x="716700"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Nature Icons</a:t>
            </a:r>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5153"/>
        <p:cNvGrpSpPr/>
        <p:nvPr/>
      </p:nvGrpSpPr>
      <p:grpSpPr>
        <a:xfrm>
          <a:off x="0" y="0"/>
          <a:ext cx="0" cy="0"/>
          <a:chOff x="0" y="0"/>
          <a:chExt cx="0" cy="0"/>
        </a:xfrm>
      </p:grpSpPr>
      <p:grpSp>
        <p:nvGrpSpPr>
          <p:cNvPr id="15154" name="Google Shape;15154;p67"/>
          <p:cNvGrpSpPr/>
          <p:nvPr/>
        </p:nvGrpSpPr>
        <p:grpSpPr>
          <a:xfrm>
            <a:off x="853009" y="1981993"/>
            <a:ext cx="354610" cy="372358"/>
            <a:chOff x="878066" y="1981993"/>
            <a:chExt cx="354610" cy="372358"/>
          </a:xfrm>
        </p:grpSpPr>
        <p:sp>
          <p:nvSpPr>
            <p:cNvPr id="15155" name="Google Shape;15155;p67"/>
            <p:cNvSpPr/>
            <p:nvPr/>
          </p:nvSpPr>
          <p:spPr>
            <a:xfrm>
              <a:off x="1002194" y="1982386"/>
              <a:ext cx="230482" cy="176742"/>
            </a:xfrm>
            <a:custGeom>
              <a:avLst/>
              <a:gdLst/>
              <a:ahLst/>
              <a:cxnLst/>
              <a:rect l="l" t="t" r="r" b="b"/>
              <a:pathLst>
                <a:path w="8792" h="6742" extrusionOk="0">
                  <a:moveTo>
                    <a:pt x="4908" y="0"/>
                  </a:moveTo>
                  <a:cubicBezTo>
                    <a:pt x="4850" y="0"/>
                    <a:pt x="4807" y="15"/>
                    <a:pt x="4778" y="58"/>
                  </a:cubicBezTo>
                  <a:lnTo>
                    <a:pt x="0" y="6741"/>
                  </a:lnTo>
                  <a:lnTo>
                    <a:pt x="4057" y="6741"/>
                  </a:lnTo>
                  <a:lnTo>
                    <a:pt x="8719" y="231"/>
                  </a:lnTo>
                  <a:cubicBezTo>
                    <a:pt x="8791" y="130"/>
                    <a:pt x="8719" y="0"/>
                    <a:pt x="8604" y="0"/>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6" name="Google Shape;15156;p67"/>
            <p:cNvSpPr/>
            <p:nvPr/>
          </p:nvSpPr>
          <p:spPr>
            <a:xfrm>
              <a:off x="1038895" y="1981993"/>
              <a:ext cx="163136" cy="177135"/>
            </a:xfrm>
            <a:custGeom>
              <a:avLst/>
              <a:gdLst/>
              <a:ahLst/>
              <a:cxnLst/>
              <a:rect l="l" t="t" r="r" b="b"/>
              <a:pathLst>
                <a:path w="6223" h="6757" extrusionOk="0">
                  <a:moveTo>
                    <a:pt x="4836" y="1"/>
                  </a:moveTo>
                  <a:lnTo>
                    <a:pt x="0" y="6756"/>
                  </a:lnTo>
                  <a:lnTo>
                    <a:pt x="1401" y="6756"/>
                  </a:lnTo>
                  <a:lnTo>
                    <a:pt x="6222" y="1"/>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7" name="Google Shape;15157;p67"/>
            <p:cNvSpPr/>
            <p:nvPr/>
          </p:nvSpPr>
          <p:spPr>
            <a:xfrm>
              <a:off x="1075596" y="1982386"/>
              <a:ext cx="156687" cy="176742"/>
            </a:xfrm>
            <a:custGeom>
              <a:avLst/>
              <a:gdLst/>
              <a:ahLst/>
              <a:cxnLst/>
              <a:rect l="l" t="t" r="r" b="b"/>
              <a:pathLst>
                <a:path w="5977" h="6742" extrusionOk="0">
                  <a:moveTo>
                    <a:pt x="4822" y="0"/>
                  </a:moveTo>
                  <a:lnTo>
                    <a:pt x="1" y="6741"/>
                  </a:lnTo>
                  <a:lnTo>
                    <a:pt x="1257" y="6741"/>
                  </a:lnTo>
                  <a:lnTo>
                    <a:pt x="5919" y="231"/>
                  </a:lnTo>
                  <a:cubicBezTo>
                    <a:pt x="5977" y="130"/>
                    <a:pt x="5919" y="0"/>
                    <a:pt x="5804" y="0"/>
                  </a:cubicBezTo>
                  <a:close/>
                </a:path>
              </a:pathLst>
            </a:custGeom>
            <a:solidFill>
              <a:srgbClr val="758B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8" name="Google Shape;15158;p67"/>
            <p:cNvSpPr/>
            <p:nvPr/>
          </p:nvSpPr>
          <p:spPr>
            <a:xfrm>
              <a:off x="878145" y="1982281"/>
              <a:ext cx="230404" cy="176846"/>
            </a:xfrm>
            <a:custGeom>
              <a:avLst/>
              <a:gdLst/>
              <a:ahLst/>
              <a:cxnLst/>
              <a:rect l="l" t="t" r="r" b="b"/>
              <a:pathLst>
                <a:path w="8789" h="6746" extrusionOk="0">
                  <a:moveTo>
                    <a:pt x="3910" y="0"/>
                  </a:moveTo>
                  <a:cubicBezTo>
                    <a:pt x="3900" y="0"/>
                    <a:pt x="3891" y="2"/>
                    <a:pt x="3880" y="4"/>
                  </a:cubicBezTo>
                  <a:lnTo>
                    <a:pt x="185" y="4"/>
                  </a:lnTo>
                  <a:cubicBezTo>
                    <a:pt x="180" y="3"/>
                    <a:pt x="174" y="3"/>
                    <a:pt x="169" y="3"/>
                  </a:cubicBezTo>
                  <a:cubicBezTo>
                    <a:pt x="63" y="3"/>
                    <a:pt x="1" y="139"/>
                    <a:pt x="69" y="235"/>
                  </a:cubicBezTo>
                  <a:lnTo>
                    <a:pt x="4732" y="6745"/>
                  </a:lnTo>
                  <a:lnTo>
                    <a:pt x="8789" y="6745"/>
                  </a:lnTo>
                  <a:lnTo>
                    <a:pt x="4010" y="62"/>
                  </a:lnTo>
                  <a:cubicBezTo>
                    <a:pt x="3987" y="26"/>
                    <a:pt x="3953" y="0"/>
                    <a:pt x="3910" y="0"/>
                  </a:cubicBezTo>
                  <a:close/>
                </a:path>
              </a:pathLst>
            </a:custGeom>
            <a:solidFill>
              <a:srgbClr val="758B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59" name="Google Shape;15159;p67"/>
            <p:cNvSpPr/>
            <p:nvPr/>
          </p:nvSpPr>
          <p:spPr>
            <a:xfrm>
              <a:off x="910599" y="1981993"/>
              <a:ext cx="163136" cy="177135"/>
            </a:xfrm>
            <a:custGeom>
              <a:avLst/>
              <a:gdLst/>
              <a:ahLst/>
              <a:cxnLst/>
              <a:rect l="l" t="t" r="r" b="b"/>
              <a:pathLst>
                <a:path w="6223" h="6757" extrusionOk="0">
                  <a:moveTo>
                    <a:pt x="1" y="1"/>
                  </a:moveTo>
                  <a:lnTo>
                    <a:pt x="4837" y="6756"/>
                  </a:lnTo>
                  <a:lnTo>
                    <a:pt x="6222" y="6756"/>
                  </a:lnTo>
                  <a:lnTo>
                    <a:pt x="1401" y="1"/>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0" name="Google Shape;15160;p67"/>
            <p:cNvSpPr/>
            <p:nvPr/>
          </p:nvSpPr>
          <p:spPr>
            <a:xfrm>
              <a:off x="878066" y="1982386"/>
              <a:ext cx="159335" cy="177109"/>
            </a:xfrm>
            <a:custGeom>
              <a:avLst/>
              <a:gdLst/>
              <a:ahLst/>
              <a:cxnLst/>
              <a:rect l="l" t="t" r="r" b="b"/>
              <a:pathLst>
                <a:path w="6078" h="6756" extrusionOk="0">
                  <a:moveTo>
                    <a:pt x="188" y="0"/>
                  </a:moveTo>
                  <a:cubicBezTo>
                    <a:pt x="72" y="0"/>
                    <a:pt x="0" y="130"/>
                    <a:pt x="72" y="231"/>
                  </a:cubicBezTo>
                  <a:lnTo>
                    <a:pt x="4735" y="6756"/>
                  </a:lnTo>
                  <a:lnTo>
                    <a:pt x="6078" y="6756"/>
                  </a:lnTo>
                  <a:lnTo>
                    <a:pt x="1256" y="0"/>
                  </a:ln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1" name="Google Shape;15161;p67"/>
            <p:cNvSpPr/>
            <p:nvPr/>
          </p:nvSpPr>
          <p:spPr>
            <a:xfrm>
              <a:off x="1092243" y="2108008"/>
              <a:ext cx="36360" cy="51119"/>
            </a:xfrm>
            <a:custGeom>
              <a:avLst/>
              <a:gdLst/>
              <a:ahLst/>
              <a:cxnLst/>
              <a:rect l="l" t="t" r="r" b="b"/>
              <a:pathLst>
                <a:path w="1387" h="1950" extrusionOk="0">
                  <a:moveTo>
                    <a:pt x="751" y="1"/>
                  </a:moveTo>
                  <a:lnTo>
                    <a:pt x="1" y="1069"/>
                  </a:lnTo>
                  <a:lnTo>
                    <a:pt x="622" y="1949"/>
                  </a:lnTo>
                  <a:lnTo>
                    <a:pt x="1156" y="1228"/>
                  </a:lnTo>
                  <a:lnTo>
                    <a:pt x="1387" y="881"/>
                  </a:lnTo>
                  <a:lnTo>
                    <a:pt x="751" y="1"/>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2" name="Google Shape;15162;p67"/>
            <p:cNvSpPr/>
            <p:nvPr/>
          </p:nvSpPr>
          <p:spPr>
            <a:xfrm>
              <a:off x="1073709" y="2082658"/>
              <a:ext cx="38248" cy="53374"/>
            </a:xfrm>
            <a:custGeom>
              <a:avLst/>
              <a:gdLst/>
              <a:ahLst/>
              <a:cxnLst/>
              <a:rect l="l" t="t" r="r" b="b"/>
              <a:pathLst>
                <a:path w="1459" h="2036" extrusionOk="0">
                  <a:moveTo>
                    <a:pt x="766" y="0"/>
                  </a:moveTo>
                  <a:lnTo>
                    <a:pt x="0" y="1054"/>
                  </a:lnTo>
                  <a:lnTo>
                    <a:pt x="708" y="2036"/>
                  </a:lnTo>
                  <a:lnTo>
                    <a:pt x="1458" y="968"/>
                  </a:lnTo>
                  <a:lnTo>
                    <a:pt x="766" y="0"/>
                  </a:ln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3" name="Google Shape;15163;p67"/>
            <p:cNvSpPr/>
            <p:nvPr/>
          </p:nvSpPr>
          <p:spPr>
            <a:xfrm>
              <a:off x="1055542" y="2056915"/>
              <a:ext cx="38248" cy="53400"/>
            </a:xfrm>
            <a:custGeom>
              <a:avLst/>
              <a:gdLst/>
              <a:ahLst/>
              <a:cxnLst/>
              <a:rect l="l" t="t" r="r" b="b"/>
              <a:pathLst>
                <a:path w="1459" h="2037" extrusionOk="0">
                  <a:moveTo>
                    <a:pt x="751" y="1"/>
                  </a:moveTo>
                  <a:lnTo>
                    <a:pt x="1" y="1055"/>
                  </a:lnTo>
                  <a:lnTo>
                    <a:pt x="693" y="2036"/>
                  </a:lnTo>
                  <a:lnTo>
                    <a:pt x="1459" y="982"/>
                  </a:lnTo>
                  <a:lnTo>
                    <a:pt x="751" y="1"/>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4" name="Google Shape;15164;p67"/>
            <p:cNvSpPr/>
            <p:nvPr/>
          </p:nvSpPr>
          <p:spPr>
            <a:xfrm>
              <a:off x="940117" y="2129583"/>
              <a:ext cx="230482" cy="224636"/>
            </a:xfrm>
            <a:custGeom>
              <a:avLst/>
              <a:gdLst/>
              <a:ahLst/>
              <a:cxnLst/>
              <a:rect l="l" t="t" r="r" b="b"/>
              <a:pathLst>
                <a:path w="8792" h="8569" extrusionOk="0">
                  <a:moveTo>
                    <a:pt x="4418" y="0"/>
                  </a:moveTo>
                  <a:cubicBezTo>
                    <a:pt x="4237" y="0"/>
                    <a:pt x="4054" y="69"/>
                    <a:pt x="3913" y="203"/>
                  </a:cubicBezTo>
                  <a:cubicBezTo>
                    <a:pt x="3783" y="333"/>
                    <a:pt x="3604" y="407"/>
                    <a:pt x="3421" y="407"/>
                  </a:cubicBezTo>
                  <a:cubicBezTo>
                    <a:pt x="3339" y="407"/>
                    <a:pt x="3256" y="392"/>
                    <a:pt x="3177" y="361"/>
                  </a:cubicBezTo>
                  <a:cubicBezTo>
                    <a:pt x="3094" y="328"/>
                    <a:pt x="3008" y="312"/>
                    <a:pt x="2924" y="312"/>
                  </a:cubicBezTo>
                  <a:cubicBezTo>
                    <a:pt x="2643" y="312"/>
                    <a:pt x="2378" y="488"/>
                    <a:pt x="2267" y="766"/>
                  </a:cubicBezTo>
                  <a:cubicBezTo>
                    <a:pt x="2180" y="1011"/>
                    <a:pt x="1935" y="1184"/>
                    <a:pt x="1661" y="1199"/>
                  </a:cubicBezTo>
                  <a:cubicBezTo>
                    <a:pt x="1285" y="1227"/>
                    <a:pt x="997" y="1545"/>
                    <a:pt x="1011" y="1920"/>
                  </a:cubicBezTo>
                  <a:cubicBezTo>
                    <a:pt x="1026" y="2195"/>
                    <a:pt x="867" y="2454"/>
                    <a:pt x="636" y="2584"/>
                  </a:cubicBezTo>
                  <a:cubicBezTo>
                    <a:pt x="289" y="2758"/>
                    <a:pt x="160" y="3176"/>
                    <a:pt x="333" y="3508"/>
                  </a:cubicBezTo>
                  <a:cubicBezTo>
                    <a:pt x="448" y="3754"/>
                    <a:pt x="419" y="4042"/>
                    <a:pt x="246" y="4259"/>
                  </a:cubicBezTo>
                  <a:cubicBezTo>
                    <a:pt x="1" y="4562"/>
                    <a:pt x="58" y="4995"/>
                    <a:pt x="347" y="5240"/>
                  </a:cubicBezTo>
                  <a:cubicBezTo>
                    <a:pt x="564" y="5414"/>
                    <a:pt x="650" y="5688"/>
                    <a:pt x="578" y="5962"/>
                  </a:cubicBezTo>
                  <a:cubicBezTo>
                    <a:pt x="477" y="6338"/>
                    <a:pt x="708" y="6713"/>
                    <a:pt x="1069" y="6814"/>
                  </a:cubicBezTo>
                  <a:cubicBezTo>
                    <a:pt x="1343" y="6886"/>
                    <a:pt x="1531" y="7103"/>
                    <a:pt x="1574" y="7377"/>
                  </a:cubicBezTo>
                  <a:cubicBezTo>
                    <a:pt x="1627" y="7717"/>
                    <a:pt x="1928" y="7962"/>
                    <a:pt x="2263" y="7962"/>
                  </a:cubicBezTo>
                  <a:cubicBezTo>
                    <a:pt x="2298" y="7962"/>
                    <a:pt x="2333" y="7960"/>
                    <a:pt x="2368" y="7954"/>
                  </a:cubicBezTo>
                  <a:cubicBezTo>
                    <a:pt x="2406" y="7948"/>
                    <a:pt x="2444" y="7945"/>
                    <a:pt x="2482" y="7945"/>
                  </a:cubicBezTo>
                  <a:cubicBezTo>
                    <a:pt x="2716" y="7945"/>
                    <a:pt x="2937" y="8059"/>
                    <a:pt x="3061" y="8257"/>
                  </a:cubicBezTo>
                  <a:cubicBezTo>
                    <a:pt x="3199" y="8460"/>
                    <a:pt x="3419" y="8568"/>
                    <a:pt x="3642" y="8568"/>
                  </a:cubicBezTo>
                  <a:cubicBezTo>
                    <a:pt x="3770" y="8568"/>
                    <a:pt x="3898" y="8533"/>
                    <a:pt x="4014" y="8460"/>
                  </a:cubicBezTo>
                  <a:cubicBezTo>
                    <a:pt x="4129" y="8387"/>
                    <a:pt x="4263" y="8351"/>
                    <a:pt x="4396" y="8351"/>
                  </a:cubicBezTo>
                  <a:cubicBezTo>
                    <a:pt x="4530" y="8351"/>
                    <a:pt x="4663" y="8387"/>
                    <a:pt x="4779" y="8460"/>
                  </a:cubicBezTo>
                  <a:cubicBezTo>
                    <a:pt x="4893" y="8532"/>
                    <a:pt x="5022" y="8568"/>
                    <a:pt x="5150" y="8568"/>
                  </a:cubicBezTo>
                  <a:cubicBezTo>
                    <a:pt x="5378" y="8568"/>
                    <a:pt x="5602" y="8456"/>
                    <a:pt x="5732" y="8243"/>
                  </a:cubicBezTo>
                  <a:cubicBezTo>
                    <a:pt x="5870" y="8054"/>
                    <a:pt x="6085" y="7932"/>
                    <a:pt x="6319" y="7932"/>
                  </a:cubicBezTo>
                  <a:cubicBezTo>
                    <a:pt x="6354" y="7932"/>
                    <a:pt x="6389" y="7934"/>
                    <a:pt x="6425" y="7940"/>
                  </a:cubicBezTo>
                  <a:cubicBezTo>
                    <a:pt x="6460" y="7945"/>
                    <a:pt x="6495" y="7948"/>
                    <a:pt x="6529" y="7948"/>
                  </a:cubicBezTo>
                  <a:cubicBezTo>
                    <a:pt x="6865" y="7948"/>
                    <a:pt x="7166" y="7703"/>
                    <a:pt x="7218" y="7362"/>
                  </a:cubicBezTo>
                  <a:cubicBezTo>
                    <a:pt x="7262" y="7088"/>
                    <a:pt x="7464" y="6872"/>
                    <a:pt x="7724" y="6800"/>
                  </a:cubicBezTo>
                  <a:cubicBezTo>
                    <a:pt x="8099" y="6698"/>
                    <a:pt x="8316" y="6323"/>
                    <a:pt x="8215" y="5948"/>
                  </a:cubicBezTo>
                  <a:cubicBezTo>
                    <a:pt x="8142" y="5688"/>
                    <a:pt x="8243" y="5399"/>
                    <a:pt x="8445" y="5226"/>
                  </a:cubicBezTo>
                  <a:cubicBezTo>
                    <a:pt x="8749" y="4981"/>
                    <a:pt x="8792" y="4548"/>
                    <a:pt x="8561" y="4259"/>
                  </a:cubicBezTo>
                  <a:cubicBezTo>
                    <a:pt x="8388" y="4042"/>
                    <a:pt x="8359" y="3754"/>
                    <a:pt x="8474" y="3508"/>
                  </a:cubicBezTo>
                  <a:cubicBezTo>
                    <a:pt x="8648" y="3162"/>
                    <a:pt x="8518" y="2743"/>
                    <a:pt x="8171" y="2570"/>
                  </a:cubicBezTo>
                  <a:cubicBezTo>
                    <a:pt x="7926" y="2440"/>
                    <a:pt x="7781" y="2195"/>
                    <a:pt x="7796" y="1920"/>
                  </a:cubicBezTo>
                  <a:cubicBezTo>
                    <a:pt x="7810" y="1531"/>
                    <a:pt x="7522" y="1213"/>
                    <a:pt x="7146" y="1199"/>
                  </a:cubicBezTo>
                  <a:cubicBezTo>
                    <a:pt x="6872" y="1184"/>
                    <a:pt x="6627" y="1011"/>
                    <a:pt x="6526" y="751"/>
                  </a:cubicBezTo>
                  <a:cubicBezTo>
                    <a:pt x="6425" y="471"/>
                    <a:pt x="6159" y="304"/>
                    <a:pt x="5876" y="304"/>
                  </a:cubicBezTo>
                  <a:cubicBezTo>
                    <a:pt x="5794" y="304"/>
                    <a:pt x="5711" y="318"/>
                    <a:pt x="5631" y="347"/>
                  </a:cubicBezTo>
                  <a:cubicBezTo>
                    <a:pt x="5547" y="380"/>
                    <a:pt x="5460" y="396"/>
                    <a:pt x="5374" y="396"/>
                  </a:cubicBezTo>
                  <a:cubicBezTo>
                    <a:pt x="5195" y="396"/>
                    <a:pt x="5021" y="325"/>
                    <a:pt x="4894" y="188"/>
                  </a:cubicBezTo>
                  <a:cubicBezTo>
                    <a:pt x="4761" y="62"/>
                    <a:pt x="4590" y="0"/>
                    <a:pt x="4418"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5" name="Google Shape;15165;p67"/>
            <p:cNvSpPr/>
            <p:nvPr/>
          </p:nvSpPr>
          <p:spPr>
            <a:xfrm>
              <a:off x="1038502" y="2129478"/>
              <a:ext cx="132097" cy="224872"/>
            </a:xfrm>
            <a:custGeom>
              <a:avLst/>
              <a:gdLst/>
              <a:ahLst/>
              <a:cxnLst/>
              <a:rect l="l" t="t" r="r" b="b"/>
              <a:pathLst>
                <a:path w="5039" h="8578" extrusionOk="0">
                  <a:moveTo>
                    <a:pt x="636" y="1"/>
                  </a:moveTo>
                  <a:cubicBezTo>
                    <a:pt x="459" y="1"/>
                    <a:pt x="282" y="69"/>
                    <a:pt x="145" y="207"/>
                  </a:cubicBezTo>
                  <a:cubicBezTo>
                    <a:pt x="102" y="250"/>
                    <a:pt x="44" y="293"/>
                    <a:pt x="1" y="322"/>
                  </a:cubicBezTo>
                  <a:cubicBezTo>
                    <a:pt x="102" y="381"/>
                    <a:pt x="218" y="410"/>
                    <a:pt x="334" y="410"/>
                  </a:cubicBezTo>
                  <a:cubicBezTo>
                    <a:pt x="417" y="410"/>
                    <a:pt x="500" y="395"/>
                    <a:pt x="578" y="365"/>
                  </a:cubicBezTo>
                  <a:cubicBezTo>
                    <a:pt x="661" y="332"/>
                    <a:pt x="747" y="316"/>
                    <a:pt x="831" y="316"/>
                  </a:cubicBezTo>
                  <a:cubicBezTo>
                    <a:pt x="1111" y="316"/>
                    <a:pt x="1377" y="492"/>
                    <a:pt x="1488" y="770"/>
                  </a:cubicBezTo>
                  <a:cubicBezTo>
                    <a:pt x="1589" y="1015"/>
                    <a:pt x="1820" y="1188"/>
                    <a:pt x="2094" y="1203"/>
                  </a:cubicBezTo>
                  <a:cubicBezTo>
                    <a:pt x="2469" y="1231"/>
                    <a:pt x="2758" y="1549"/>
                    <a:pt x="2758" y="1924"/>
                  </a:cubicBezTo>
                  <a:cubicBezTo>
                    <a:pt x="2744" y="2199"/>
                    <a:pt x="2888" y="2458"/>
                    <a:pt x="3133" y="2588"/>
                  </a:cubicBezTo>
                  <a:cubicBezTo>
                    <a:pt x="3465" y="2762"/>
                    <a:pt x="3595" y="3180"/>
                    <a:pt x="3437" y="3512"/>
                  </a:cubicBezTo>
                  <a:cubicBezTo>
                    <a:pt x="3307" y="3758"/>
                    <a:pt x="3336" y="4046"/>
                    <a:pt x="3509" y="4263"/>
                  </a:cubicBezTo>
                  <a:cubicBezTo>
                    <a:pt x="3754" y="4566"/>
                    <a:pt x="3696" y="4999"/>
                    <a:pt x="3408" y="5244"/>
                  </a:cubicBezTo>
                  <a:cubicBezTo>
                    <a:pt x="3191" y="5418"/>
                    <a:pt x="3105" y="5692"/>
                    <a:pt x="3177" y="5966"/>
                  </a:cubicBezTo>
                  <a:cubicBezTo>
                    <a:pt x="3278" y="6327"/>
                    <a:pt x="3047" y="6717"/>
                    <a:pt x="2686" y="6818"/>
                  </a:cubicBezTo>
                  <a:cubicBezTo>
                    <a:pt x="2412" y="6890"/>
                    <a:pt x="2224" y="7107"/>
                    <a:pt x="2181" y="7381"/>
                  </a:cubicBezTo>
                  <a:cubicBezTo>
                    <a:pt x="2128" y="7721"/>
                    <a:pt x="1827" y="7966"/>
                    <a:pt x="1492" y="7966"/>
                  </a:cubicBezTo>
                  <a:cubicBezTo>
                    <a:pt x="1457" y="7966"/>
                    <a:pt x="1422" y="7964"/>
                    <a:pt x="1387" y="7958"/>
                  </a:cubicBezTo>
                  <a:cubicBezTo>
                    <a:pt x="1349" y="7952"/>
                    <a:pt x="1311" y="7949"/>
                    <a:pt x="1273" y="7949"/>
                  </a:cubicBezTo>
                  <a:cubicBezTo>
                    <a:pt x="1039" y="7949"/>
                    <a:pt x="818" y="8063"/>
                    <a:pt x="694" y="8261"/>
                  </a:cubicBezTo>
                  <a:cubicBezTo>
                    <a:pt x="665" y="8290"/>
                    <a:pt x="651" y="8319"/>
                    <a:pt x="622" y="8348"/>
                  </a:cubicBezTo>
                  <a:cubicBezTo>
                    <a:pt x="766" y="8348"/>
                    <a:pt x="896" y="8391"/>
                    <a:pt x="1026" y="8464"/>
                  </a:cubicBezTo>
                  <a:cubicBezTo>
                    <a:pt x="1140" y="8541"/>
                    <a:pt x="1268" y="8578"/>
                    <a:pt x="1397" y="8578"/>
                  </a:cubicBezTo>
                  <a:cubicBezTo>
                    <a:pt x="1626" y="8578"/>
                    <a:pt x="1854" y="8460"/>
                    <a:pt x="1993" y="8247"/>
                  </a:cubicBezTo>
                  <a:cubicBezTo>
                    <a:pt x="2119" y="8058"/>
                    <a:pt x="2343" y="7936"/>
                    <a:pt x="2570" y="7936"/>
                  </a:cubicBezTo>
                  <a:cubicBezTo>
                    <a:pt x="2604" y="7936"/>
                    <a:pt x="2638" y="7938"/>
                    <a:pt x="2672" y="7944"/>
                  </a:cubicBezTo>
                  <a:cubicBezTo>
                    <a:pt x="2707" y="7949"/>
                    <a:pt x="2742" y="7952"/>
                    <a:pt x="2776" y="7952"/>
                  </a:cubicBezTo>
                  <a:cubicBezTo>
                    <a:pt x="3112" y="7952"/>
                    <a:pt x="3413" y="7707"/>
                    <a:pt x="3465" y="7366"/>
                  </a:cubicBezTo>
                  <a:cubicBezTo>
                    <a:pt x="3509" y="7092"/>
                    <a:pt x="3711" y="6876"/>
                    <a:pt x="3971" y="6804"/>
                  </a:cubicBezTo>
                  <a:cubicBezTo>
                    <a:pt x="4346" y="6702"/>
                    <a:pt x="4563" y="6327"/>
                    <a:pt x="4462" y="5952"/>
                  </a:cubicBezTo>
                  <a:cubicBezTo>
                    <a:pt x="4389" y="5692"/>
                    <a:pt x="4490" y="5403"/>
                    <a:pt x="4692" y="5230"/>
                  </a:cubicBezTo>
                  <a:cubicBezTo>
                    <a:pt x="4996" y="4999"/>
                    <a:pt x="5039" y="4566"/>
                    <a:pt x="4794" y="4263"/>
                  </a:cubicBezTo>
                  <a:cubicBezTo>
                    <a:pt x="4620" y="4046"/>
                    <a:pt x="4591" y="3758"/>
                    <a:pt x="4721" y="3512"/>
                  </a:cubicBezTo>
                  <a:cubicBezTo>
                    <a:pt x="4895" y="3166"/>
                    <a:pt x="4750" y="2762"/>
                    <a:pt x="4418" y="2588"/>
                  </a:cubicBezTo>
                  <a:cubicBezTo>
                    <a:pt x="4173" y="2458"/>
                    <a:pt x="4028" y="2199"/>
                    <a:pt x="4043" y="1924"/>
                  </a:cubicBezTo>
                  <a:cubicBezTo>
                    <a:pt x="4043" y="1549"/>
                    <a:pt x="3754" y="1231"/>
                    <a:pt x="3379" y="1203"/>
                  </a:cubicBezTo>
                  <a:cubicBezTo>
                    <a:pt x="3105" y="1188"/>
                    <a:pt x="2874" y="1015"/>
                    <a:pt x="2773" y="770"/>
                  </a:cubicBezTo>
                  <a:cubicBezTo>
                    <a:pt x="2661" y="492"/>
                    <a:pt x="2396" y="316"/>
                    <a:pt x="2115" y="316"/>
                  </a:cubicBezTo>
                  <a:cubicBezTo>
                    <a:pt x="2031" y="316"/>
                    <a:pt x="1946" y="332"/>
                    <a:pt x="1863" y="365"/>
                  </a:cubicBezTo>
                  <a:cubicBezTo>
                    <a:pt x="1788" y="396"/>
                    <a:pt x="1708" y="411"/>
                    <a:pt x="1628" y="411"/>
                  </a:cubicBezTo>
                  <a:cubicBezTo>
                    <a:pt x="1448" y="411"/>
                    <a:pt x="1267" y="337"/>
                    <a:pt x="1127" y="207"/>
                  </a:cubicBezTo>
                  <a:cubicBezTo>
                    <a:pt x="990" y="69"/>
                    <a:pt x="813" y="1"/>
                    <a:pt x="636" y="1"/>
                  </a:cubicBez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6" name="Google Shape;15166;p67"/>
            <p:cNvSpPr/>
            <p:nvPr/>
          </p:nvSpPr>
          <p:spPr>
            <a:xfrm>
              <a:off x="970395" y="2156821"/>
              <a:ext cx="169952" cy="169559"/>
            </a:xfrm>
            <a:custGeom>
              <a:avLst/>
              <a:gdLst/>
              <a:ahLst/>
              <a:cxnLst/>
              <a:rect l="l" t="t" r="r" b="b"/>
              <a:pathLst>
                <a:path w="6483" h="6468" extrusionOk="0">
                  <a:moveTo>
                    <a:pt x="3249" y="1"/>
                  </a:moveTo>
                  <a:cubicBezTo>
                    <a:pt x="1459" y="1"/>
                    <a:pt x="1" y="1444"/>
                    <a:pt x="1" y="3234"/>
                  </a:cubicBezTo>
                  <a:cubicBezTo>
                    <a:pt x="1" y="5024"/>
                    <a:pt x="1459" y="6468"/>
                    <a:pt x="3249" y="6468"/>
                  </a:cubicBezTo>
                  <a:cubicBezTo>
                    <a:pt x="5024" y="6468"/>
                    <a:pt x="6482" y="5024"/>
                    <a:pt x="6482" y="3234"/>
                  </a:cubicBezTo>
                  <a:cubicBezTo>
                    <a:pt x="6482" y="1444"/>
                    <a:pt x="5024" y="1"/>
                    <a:pt x="3249"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7" name="Google Shape;15167;p67"/>
            <p:cNvSpPr/>
            <p:nvPr/>
          </p:nvSpPr>
          <p:spPr>
            <a:xfrm>
              <a:off x="1038502" y="2156821"/>
              <a:ext cx="106380" cy="169716"/>
            </a:xfrm>
            <a:custGeom>
              <a:avLst/>
              <a:gdLst/>
              <a:ahLst/>
              <a:cxnLst/>
              <a:rect l="l" t="t" r="r" b="b"/>
              <a:pathLst>
                <a:path w="4058" h="6474" extrusionOk="0">
                  <a:moveTo>
                    <a:pt x="651" y="1"/>
                  </a:moveTo>
                  <a:cubicBezTo>
                    <a:pt x="434" y="1"/>
                    <a:pt x="217" y="15"/>
                    <a:pt x="1" y="59"/>
                  </a:cubicBezTo>
                  <a:cubicBezTo>
                    <a:pt x="1517" y="362"/>
                    <a:pt x="2599" y="1690"/>
                    <a:pt x="2599" y="3234"/>
                  </a:cubicBezTo>
                  <a:cubicBezTo>
                    <a:pt x="2599" y="4779"/>
                    <a:pt x="1517" y="6107"/>
                    <a:pt x="1" y="6410"/>
                  </a:cubicBezTo>
                  <a:cubicBezTo>
                    <a:pt x="216" y="6453"/>
                    <a:pt x="430" y="6474"/>
                    <a:pt x="640" y="6474"/>
                  </a:cubicBezTo>
                  <a:cubicBezTo>
                    <a:pt x="2266" y="6474"/>
                    <a:pt x="3689" y="5239"/>
                    <a:pt x="3855" y="3552"/>
                  </a:cubicBezTo>
                  <a:cubicBezTo>
                    <a:pt x="4057" y="1646"/>
                    <a:pt x="2556" y="1"/>
                    <a:pt x="651"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68" name="Google Shape;15168;p67"/>
            <p:cNvSpPr/>
            <p:nvPr/>
          </p:nvSpPr>
          <p:spPr>
            <a:xfrm>
              <a:off x="1038502" y="2203641"/>
              <a:ext cx="20841" cy="76207"/>
            </a:xfrm>
            <a:custGeom>
              <a:avLst/>
              <a:gdLst/>
              <a:ahLst/>
              <a:cxnLst/>
              <a:rect l="l" t="t" r="r" b="b"/>
              <a:pathLst>
                <a:path w="795" h="2907" extrusionOk="0">
                  <a:moveTo>
                    <a:pt x="584" y="1"/>
                  </a:moveTo>
                  <a:cubicBezTo>
                    <a:pt x="549" y="1"/>
                    <a:pt x="518" y="25"/>
                    <a:pt x="506" y="48"/>
                  </a:cubicBezTo>
                  <a:lnTo>
                    <a:pt x="88" y="438"/>
                  </a:lnTo>
                  <a:cubicBezTo>
                    <a:pt x="30" y="481"/>
                    <a:pt x="1" y="539"/>
                    <a:pt x="1" y="597"/>
                  </a:cubicBezTo>
                  <a:cubicBezTo>
                    <a:pt x="1" y="683"/>
                    <a:pt x="59" y="770"/>
                    <a:pt x="145" y="770"/>
                  </a:cubicBezTo>
                  <a:cubicBezTo>
                    <a:pt x="174" y="770"/>
                    <a:pt x="203" y="755"/>
                    <a:pt x="232" y="741"/>
                  </a:cubicBezTo>
                  <a:lnTo>
                    <a:pt x="362" y="572"/>
                  </a:lnTo>
                  <a:lnTo>
                    <a:pt x="362" y="572"/>
                  </a:lnTo>
                  <a:lnTo>
                    <a:pt x="362" y="2762"/>
                  </a:lnTo>
                  <a:cubicBezTo>
                    <a:pt x="362" y="2863"/>
                    <a:pt x="477" y="2906"/>
                    <a:pt x="578" y="2906"/>
                  </a:cubicBezTo>
                  <a:cubicBezTo>
                    <a:pt x="679" y="2906"/>
                    <a:pt x="795" y="2863"/>
                    <a:pt x="795" y="2762"/>
                  </a:cubicBezTo>
                  <a:lnTo>
                    <a:pt x="795" y="135"/>
                  </a:lnTo>
                  <a:cubicBezTo>
                    <a:pt x="795" y="48"/>
                    <a:pt x="694" y="5"/>
                    <a:pt x="607" y="5"/>
                  </a:cubicBezTo>
                  <a:cubicBezTo>
                    <a:pt x="599" y="2"/>
                    <a:pt x="591" y="1"/>
                    <a:pt x="584"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169" name="Google Shape;15169;p67"/>
          <p:cNvGrpSpPr/>
          <p:nvPr/>
        </p:nvGrpSpPr>
        <p:grpSpPr>
          <a:xfrm>
            <a:off x="1320737" y="1982386"/>
            <a:ext cx="371650" cy="371624"/>
            <a:chOff x="1345794" y="1982386"/>
            <a:chExt cx="371650" cy="371624"/>
          </a:xfrm>
        </p:grpSpPr>
        <p:sp>
          <p:nvSpPr>
            <p:cNvPr id="15170" name="Google Shape;15170;p67"/>
            <p:cNvSpPr/>
            <p:nvPr/>
          </p:nvSpPr>
          <p:spPr>
            <a:xfrm>
              <a:off x="1345794" y="2140567"/>
              <a:ext cx="111676" cy="123001"/>
            </a:xfrm>
            <a:custGeom>
              <a:avLst/>
              <a:gdLst/>
              <a:ahLst/>
              <a:cxnLst/>
              <a:rect l="l" t="t" r="r" b="b"/>
              <a:pathLst>
                <a:path w="4260" h="4692" extrusionOk="0">
                  <a:moveTo>
                    <a:pt x="1357" y="0"/>
                  </a:moveTo>
                  <a:cubicBezTo>
                    <a:pt x="1098" y="0"/>
                    <a:pt x="881" y="217"/>
                    <a:pt x="881" y="476"/>
                  </a:cubicBezTo>
                  <a:lnTo>
                    <a:pt x="881" y="1242"/>
                  </a:lnTo>
                  <a:lnTo>
                    <a:pt x="780" y="1227"/>
                  </a:lnTo>
                  <a:cubicBezTo>
                    <a:pt x="725" y="1214"/>
                    <a:pt x="669" y="1208"/>
                    <a:pt x="614" y="1208"/>
                  </a:cubicBezTo>
                  <a:cubicBezTo>
                    <a:pt x="479" y="1208"/>
                    <a:pt x="348" y="1246"/>
                    <a:pt x="246" y="1328"/>
                  </a:cubicBezTo>
                  <a:cubicBezTo>
                    <a:pt x="1" y="1530"/>
                    <a:pt x="1" y="1920"/>
                    <a:pt x="44" y="2512"/>
                  </a:cubicBezTo>
                  <a:cubicBezTo>
                    <a:pt x="87" y="3219"/>
                    <a:pt x="780" y="3811"/>
                    <a:pt x="939" y="3926"/>
                  </a:cubicBezTo>
                  <a:lnTo>
                    <a:pt x="939" y="4692"/>
                  </a:lnTo>
                  <a:lnTo>
                    <a:pt x="3739" y="4692"/>
                  </a:lnTo>
                  <a:lnTo>
                    <a:pt x="3739" y="3710"/>
                  </a:lnTo>
                  <a:cubicBezTo>
                    <a:pt x="4201" y="3291"/>
                    <a:pt x="4259" y="2469"/>
                    <a:pt x="4230" y="2093"/>
                  </a:cubicBezTo>
                  <a:lnTo>
                    <a:pt x="4230" y="1011"/>
                  </a:lnTo>
                  <a:cubicBezTo>
                    <a:pt x="4230" y="751"/>
                    <a:pt x="4014" y="534"/>
                    <a:pt x="3754" y="534"/>
                  </a:cubicBezTo>
                  <a:lnTo>
                    <a:pt x="3739" y="534"/>
                  </a:lnTo>
                  <a:cubicBezTo>
                    <a:pt x="3595" y="534"/>
                    <a:pt x="3480" y="592"/>
                    <a:pt x="3393" y="693"/>
                  </a:cubicBezTo>
                  <a:cubicBezTo>
                    <a:pt x="3321" y="505"/>
                    <a:pt x="3147" y="375"/>
                    <a:pt x="2945" y="375"/>
                  </a:cubicBezTo>
                  <a:lnTo>
                    <a:pt x="2931" y="375"/>
                  </a:lnTo>
                  <a:cubicBezTo>
                    <a:pt x="2801" y="375"/>
                    <a:pt x="2686" y="433"/>
                    <a:pt x="2599" y="520"/>
                  </a:cubicBezTo>
                  <a:cubicBezTo>
                    <a:pt x="2527" y="347"/>
                    <a:pt x="2354" y="231"/>
                    <a:pt x="2166" y="231"/>
                  </a:cubicBezTo>
                  <a:lnTo>
                    <a:pt x="2137" y="231"/>
                  </a:lnTo>
                  <a:cubicBezTo>
                    <a:pt x="2022" y="231"/>
                    <a:pt x="1920" y="274"/>
                    <a:pt x="1834" y="347"/>
                  </a:cubicBezTo>
                  <a:cubicBezTo>
                    <a:pt x="1776" y="144"/>
                    <a:pt x="1588" y="0"/>
                    <a:pt x="1372"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1" name="Google Shape;15171;p67"/>
            <p:cNvSpPr/>
            <p:nvPr/>
          </p:nvSpPr>
          <p:spPr>
            <a:xfrm>
              <a:off x="1345794" y="2172445"/>
              <a:ext cx="31065" cy="91490"/>
            </a:xfrm>
            <a:custGeom>
              <a:avLst/>
              <a:gdLst/>
              <a:ahLst/>
              <a:cxnLst/>
              <a:rect l="l" t="t" r="r" b="b"/>
              <a:pathLst>
                <a:path w="1185" h="3490" extrusionOk="0">
                  <a:moveTo>
                    <a:pt x="610" y="0"/>
                  </a:moveTo>
                  <a:cubicBezTo>
                    <a:pt x="477" y="0"/>
                    <a:pt x="347" y="46"/>
                    <a:pt x="246" y="127"/>
                  </a:cubicBezTo>
                  <a:cubicBezTo>
                    <a:pt x="1" y="329"/>
                    <a:pt x="1" y="718"/>
                    <a:pt x="44" y="1310"/>
                  </a:cubicBezTo>
                  <a:cubicBezTo>
                    <a:pt x="87" y="2003"/>
                    <a:pt x="780" y="2595"/>
                    <a:pt x="939" y="2725"/>
                  </a:cubicBezTo>
                  <a:lnTo>
                    <a:pt x="939" y="3490"/>
                  </a:lnTo>
                  <a:lnTo>
                    <a:pt x="1184" y="3490"/>
                  </a:lnTo>
                  <a:lnTo>
                    <a:pt x="1184" y="2624"/>
                  </a:lnTo>
                  <a:cubicBezTo>
                    <a:pt x="910" y="2407"/>
                    <a:pt x="347" y="1888"/>
                    <a:pt x="318" y="1296"/>
                  </a:cubicBezTo>
                  <a:cubicBezTo>
                    <a:pt x="275" y="704"/>
                    <a:pt x="246" y="314"/>
                    <a:pt x="491" y="112"/>
                  </a:cubicBezTo>
                  <a:cubicBezTo>
                    <a:pt x="592" y="69"/>
                    <a:pt x="693" y="40"/>
                    <a:pt x="809" y="26"/>
                  </a:cubicBezTo>
                  <a:lnTo>
                    <a:pt x="780" y="26"/>
                  </a:lnTo>
                  <a:cubicBezTo>
                    <a:pt x="724" y="8"/>
                    <a:pt x="667" y="0"/>
                    <a:pt x="610"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2" name="Google Shape;15172;p67"/>
            <p:cNvSpPr/>
            <p:nvPr/>
          </p:nvSpPr>
          <p:spPr>
            <a:xfrm>
              <a:off x="1368496" y="2140934"/>
              <a:ext cx="14418" cy="50752"/>
            </a:xfrm>
            <a:custGeom>
              <a:avLst/>
              <a:gdLst/>
              <a:ahLst/>
              <a:cxnLst/>
              <a:rect l="l" t="t" r="r" b="b"/>
              <a:pathLst>
                <a:path w="550" h="1936" extrusionOk="0">
                  <a:moveTo>
                    <a:pt x="463" y="1"/>
                  </a:moveTo>
                  <a:cubicBezTo>
                    <a:pt x="347" y="1"/>
                    <a:pt x="232" y="58"/>
                    <a:pt x="145" y="145"/>
                  </a:cubicBezTo>
                  <a:cubicBezTo>
                    <a:pt x="58" y="231"/>
                    <a:pt x="15" y="347"/>
                    <a:pt x="15" y="477"/>
                  </a:cubicBezTo>
                  <a:lnTo>
                    <a:pt x="15" y="1560"/>
                  </a:lnTo>
                  <a:lnTo>
                    <a:pt x="15" y="1632"/>
                  </a:lnTo>
                  <a:lnTo>
                    <a:pt x="15" y="1790"/>
                  </a:lnTo>
                  <a:cubicBezTo>
                    <a:pt x="1" y="1863"/>
                    <a:pt x="58" y="1935"/>
                    <a:pt x="131" y="1935"/>
                  </a:cubicBezTo>
                  <a:cubicBezTo>
                    <a:pt x="137" y="1936"/>
                    <a:pt x="144" y="1936"/>
                    <a:pt x="150" y="1936"/>
                  </a:cubicBezTo>
                  <a:cubicBezTo>
                    <a:pt x="274" y="1936"/>
                    <a:pt x="261" y="1805"/>
                    <a:pt x="261" y="1805"/>
                  </a:cubicBezTo>
                  <a:lnTo>
                    <a:pt x="261" y="1502"/>
                  </a:lnTo>
                  <a:lnTo>
                    <a:pt x="261" y="448"/>
                  </a:lnTo>
                  <a:cubicBezTo>
                    <a:pt x="261" y="260"/>
                    <a:pt x="376" y="73"/>
                    <a:pt x="549"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3" name="Google Shape;15173;p67"/>
            <p:cNvSpPr/>
            <p:nvPr/>
          </p:nvSpPr>
          <p:spPr>
            <a:xfrm>
              <a:off x="1392509" y="2146675"/>
              <a:ext cx="8939" cy="46165"/>
            </a:xfrm>
            <a:custGeom>
              <a:avLst/>
              <a:gdLst/>
              <a:ahLst/>
              <a:cxnLst/>
              <a:rect l="l" t="t" r="r" b="b"/>
              <a:pathLst>
                <a:path w="341" h="1761" extrusionOk="0">
                  <a:moveTo>
                    <a:pt x="267" y="0"/>
                  </a:moveTo>
                  <a:cubicBezTo>
                    <a:pt x="122" y="0"/>
                    <a:pt x="0" y="140"/>
                    <a:pt x="37" y="301"/>
                  </a:cubicBezTo>
                  <a:lnTo>
                    <a:pt x="37" y="1442"/>
                  </a:lnTo>
                  <a:lnTo>
                    <a:pt x="37" y="1600"/>
                  </a:lnTo>
                  <a:cubicBezTo>
                    <a:pt x="23" y="1687"/>
                    <a:pt x="66" y="1745"/>
                    <a:pt x="153" y="1759"/>
                  </a:cubicBezTo>
                  <a:cubicBezTo>
                    <a:pt x="159" y="1760"/>
                    <a:pt x="165" y="1760"/>
                    <a:pt x="171" y="1760"/>
                  </a:cubicBezTo>
                  <a:cubicBezTo>
                    <a:pt x="281" y="1760"/>
                    <a:pt x="268" y="1629"/>
                    <a:pt x="268" y="1629"/>
                  </a:cubicBezTo>
                  <a:lnTo>
                    <a:pt x="268" y="1326"/>
                  </a:lnTo>
                  <a:lnTo>
                    <a:pt x="268" y="258"/>
                  </a:lnTo>
                  <a:cubicBezTo>
                    <a:pt x="268" y="171"/>
                    <a:pt x="297" y="85"/>
                    <a:pt x="341" y="12"/>
                  </a:cubicBezTo>
                  <a:cubicBezTo>
                    <a:pt x="316" y="4"/>
                    <a:pt x="291" y="0"/>
                    <a:pt x="267"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4" name="Google Shape;15174;p67"/>
            <p:cNvSpPr/>
            <p:nvPr/>
          </p:nvSpPr>
          <p:spPr>
            <a:xfrm>
              <a:off x="1412092" y="2150608"/>
              <a:ext cx="9804" cy="46007"/>
            </a:xfrm>
            <a:custGeom>
              <a:avLst/>
              <a:gdLst/>
              <a:ahLst/>
              <a:cxnLst/>
              <a:rect l="l" t="t" r="r" b="b"/>
              <a:pathLst>
                <a:path w="374" h="1755" extrusionOk="0">
                  <a:moveTo>
                    <a:pt x="311" y="0"/>
                  </a:moveTo>
                  <a:cubicBezTo>
                    <a:pt x="137" y="0"/>
                    <a:pt x="1" y="158"/>
                    <a:pt x="27" y="339"/>
                  </a:cubicBezTo>
                  <a:lnTo>
                    <a:pt x="56" y="1378"/>
                  </a:lnTo>
                  <a:lnTo>
                    <a:pt x="56" y="1450"/>
                  </a:lnTo>
                  <a:lnTo>
                    <a:pt x="56" y="1609"/>
                  </a:lnTo>
                  <a:cubicBezTo>
                    <a:pt x="41" y="1681"/>
                    <a:pt x="99" y="1754"/>
                    <a:pt x="171" y="1754"/>
                  </a:cubicBezTo>
                  <a:cubicBezTo>
                    <a:pt x="177" y="1754"/>
                    <a:pt x="183" y="1755"/>
                    <a:pt x="189" y="1755"/>
                  </a:cubicBezTo>
                  <a:cubicBezTo>
                    <a:pt x="301" y="1755"/>
                    <a:pt x="301" y="1624"/>
                    <a:pt x="301" y="1624"/>
                  </a:cubicBezTo>
                  <a:lnTo>
                    <a:pt x="301" y="1335"/>
                  </a:lnTo>
                  <a:lnTo>
                    <a:pt x="272" y="296"/>
                  </a:lnTo>
                  <a:cubicBezTo>
                    <a:pt x="272" y="194"/>
                    <a:pt x="301" y="93"/>
                    <a:pt x="373" y="7"/>
                  </a:cubicBezTo>
                  <a:cubicBezTo>
                    <a:pt x="352" y="2"/>
                    <a:pt x="331" y="0"/>
                    <a:pt x="311"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5" name="Google Shape;15175;p67"/>
            <p:cNvSpPr/>
            <p:nvPr/>
          </p:nvSpPr>
          <p:spPr>
            <a:xfrm>
              <a:off x="1434348" y="2154933"/>
              <a:ext cx="7209" cy="42442"/>
            </a:xfrm>
            <a:custGeom>
              <a:avLst/>
              <a:gdLst/>
              <a:ahLst/>
              <a:cxnLst/>
              <a:rect l="l" t="t" r="r" b="b"/>
              <a:pathLst>
                <a:path w="275" h="1619" extrusionOk="0">
                  <a:moveTo>
                    <a:pt x="231" y="1"/>
                  </a:moveTo>
                  <a:cubicBezTo>
                    <a:pt x="159" y="29"/>
                    <a:pt x="73" y="73"/>
                    <a:pt x="15" y="145"/>
                  </a:cubicBezTo>
                  <a:lnTo>
                    <a:pt x="15" y="159"/>
                  </a:lnTo>
                  <a:lnTo>
                    <a:pt x="15" y="1314"/>
                  </a:lnTo>
                  <a:lnTo>
                    <a:pt x="15" y="1473"/>
                  </a:lnTo>
                  <a:cubicBezTo>
                    <a:pt x="0" y="1545"/>
                    <a:pt x="58" y="1617"/>
                    <a:pt x="130" y="1617"/>
                  </a:cubicBezTo>
                  <a:cubicBezTo>
                    <a:pt x="137" y="1618"/>
                    <a:pt x="142" y="1618"/>
                    <a:pt x="148" y="1618"/>
                  </a:cubicBezTo>
                  <a:cubicBezTo>
                    <a:pt x="260" y="1618"/>
                    <a:pt x="260" y="1487"/>
                    <a:pt x="260" y="1487"/>
                  </a:cubicBezTo>
                  <a:lnTo>
                    <a:pt x="260" y="1199"/>
                  </a:lnTo>
                  <a:lnTo>
                    <a:pt x="260" y="131"/>
                  </a:lnTo>
                  <a:cubicBezTo>
                    <a:pt x="260" y="87"/>
                    <a:pt x="260" y="44"/>
                    <a:pt x="275"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6" name="Google Shape;15176;p67"/>
            <p:cNvSpPr/>
            <p:nvPr/>
          </p:nvSpPr>
          <p:spPr>
            <a:xfrm>
              <a:off x="1427926" y="1982386"/>
              <a:ext cx="46558" cy="32192"/>
            </a:xfrm>
            <a:custGeom>
              <a:avLst/>
              <a:gdLst/>
              <a:ahLst/>
              <a:cxnLst/>
              <a:rect l="l" t="t" r="r" b="b"/>
              <a:pathLst>
                <a:path w="1776" h="1228" extrusionOk="0">
                  <a:moveTo>
                    <a:pt x="173" y="0"/>
                  </a:moveTo>
                  <a:cubicBezTo>
                    <a:pt x="87" y="0"/>
                    <a:pt x="0" y="15"/>
                    <a:pt x="144" y="173"/>
                  </a:cubicBezTo>
                  <a:lnTo>
                    <a:pt x="1184" y="1198"/>
                  </a:lnTo>
                  <a:lnTo>
                    <a:pt x="1256" y="1227"/>
                  </a:lnTo>
                  <a:lnTo>
                    <a:pt x="1776" y="130"/>
                  </a:lnTo>
                  <a:lnTo>
                    <a:pt x="1689" y="87"/>
                  </a:lnTo>
                  <a:lnTo>
                    <a:pt x="173" y="0"/>
                  </a:ln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7" name="Google Shape;15177;p67"/>
            <p:cNvSpPr/>
            <p:nvPr/>
          </p:nvSpPr>
          <p:spPr>
            <a:xfrm>
              <a:off x="1429420" y="1983120"/>
              <a:ext cx="38248" cy="31065"/>
            </a:xfrm>
            <a:custGeom>
              <a:avLst/>
              <a:gdLst/>
              <a:ahLst/>
              <a:cxnLst/>
              <a:rect l="l" t="t" r="r" b="b"/>
              <a:pathLst>
                <a:path w="1459" h="1185" extrusionOk="0">
                  <a:moveTo>
                    <a:pt x="1" y="1"/>
                  </a:moveTo>
                  <a:cubicBezTo>
                    <a:pt x="1" y="30"/>
                    <a:pt x="1" y="73"/>
                    <a:pt x="73" y="145"/>
                  </a:cubicBezTo>
                  <a:lnTo>
                    <a:pt x="1127" y="1156"/>
                  </a:lnTo>
                  <a:lnTo>
                    <a:pt x="1199" y="1185"/>
                  </a:lnTo>
                  <a:lnTo>
                    <a:pt x="1459" y="622"/>
                  </a:lnTo>
                  <a:lnTo>
                    <a:pt x="1" y="1"/>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8" name="Google Shape;15178;p67"/>
            <p:cNvSpPr/>
            <p:nvPr/>
          </p:nvSpPr>
          <p:spPr>
            <a:xfrm>
              <a:off x="1458178" y="1984640"/>
              <a:ext cx="65511" cy="52640"/>
            </a:xfrm>
            <a:custGeom>
              <a:avLst/>
              <a:gdLst/>
              <a:ahLst/>
              <a:cxnLst/>
              <a:rect l="l" t="t" r="r" b="b"/>
              <a:pathLst>
                <a:path w="2499" h="2008" extrusionOk="0">
                  <a:moveTo>
                    <a:pt x="521" y="1"/>
                  </a:moveTo>
                  <a:lnTo>
                    <a:pt x="1" y="1098"/>
                  </a:lnTo>
                  <a:lnTo>
                    <a:pt x="2181" y="2007"/>
                  </a:lnTo>
                  <a:lnTo>
                    <a:pt x="2498" y="824"/>
                  </a:lnTo>
                  <a:lnTo>
                    <a:pt x="521" y="1"/>
                  </a:lnTo>
                  <a:close/>
                </a:path>
              </a:pathLst>
            </a:custGeom>
            <a:solidFill>
              <a:srgbClr val="7A8F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9" name="Google Shape;15179;p67"/>
            <p:cNvSpPr/>
            <p:nvPr/>
          </p:nvSpPr>
          <p:spPr>
            <a:xfrm>
              <a:off x="1590249" y="2037621"/>
              <a:ext cx="35233" cy="40528"/>
            </a:xfrm>
            <a:custGeom>
              <a:avLst/>
              <a:gdLst/>
              <a:ahLst/>
              <a:cxnLst/>
              <a:rect l="l" t="t" r="r" b="b"/>
              <a:pathLst>
                <a:path w="1344" h="1546" extrusionOk="0">
                  <a:moveTo>
                    <a:pt x="290" y="1"/>
                  </a:moveTo>
                  <a:lnTo>
                    <a:pt x="44" y="896"/>
                  </a:lnTo>
                  <a:lnTo>
                    <a:pt x="44" y="925"/>
                  </a:lnTo>
                  <a:lnTo>
                    <a:pt x="44" y="953"/>
                  </a:lnTo>
                  <a:lnTo>
                    <a:pt x="1" y="1184"/>
                  </a:lnTo>
                  <a:lnTo>
                    <a:pt x="838" y="1545"/>
                  </a:lnTo>
                  <a:lnTo>
                    <a:pt x="1343" y="434"/>
                  </a:lnTo>
                  <a:lnTo>
                    <a:pt x="290" y="1"/>
                  </a:lnTo>
                  <a:close/>
                </a:path>
              </a:pathLst>
            </a:custGeom>
            <a:solidFill>
              <a:srgbClr val="7A8F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0" name="Google Shape;15180;p67"/>
            <p:cNvSpPr/>
            <p:nvPr/>
          </p:nvSpPr>
          <p:spPr>
            <a:xfrm>
              <a:off x="1593657" y="2037621"/>
              <a:ext cx="31825" cy="25769"/>
            </a:xfrm>
            <a:custGeom>
              <a:avLst/>
              <a:gdLst/>
              <a:ahLst/>
              <a:cxnLst/>
              <a:rect l="l" t="t" r="r" b="b"/>
              <a:pathLst>
                <a:path w="1214" h="983" extrusionOk="0">
                  <a:moveTo>
                    <a:pt x="160" y="1"/>
                  </a:moveTo>
                  <a:lnTo>
                    <a:pt x="1" y="578"/>
                  </a:lnTo>
                  <a:lnTo>
                    <a:pt x="954" y="982"/>
                  </a:lnTo>
                  <a:lnTo>
                    <a:pt x="1184" y="491"/>
                  </a:lnTo>
                  <a:lnTo>
                    <a:pt x="1213" y="434"/>
                  </a:lnTo>
                  <a:lnTo>
                    <a:pt x="160"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1" name="Google Shape;15181;p67"/>
            <p:cNvSpPr/>
            <p:nvPr/>
          </p:nvSpPr>
          <p:spPr>
            <a:xfrm>
              <a:off x="1465387" y="1984640"/>
              <a:ext cx="58302" cy="36727"/>
            </a:xfrm>
            <a:custGeom>
              <a:avLst/>
              <a:gdLst/>
              <a:ahLst/>
              <a:cxnLst/>
              <a:rect l="l" t="t" r="r" b="b"/>
              <a:pathLst>
                <a:path w="2224" h="1401" extrusionOk="0">
                  <a:moveTo>
                    <a:pt x="246" y="1"/>
                  </a:moveTo>
                  <a:lnTo>
                    <a:pt x="0" y="520"/>
                  </a:lnTo>
                  <a:lnTo>
                    <a:pt x="2064" y="1401"/>
                  </a:lnTo>
                  <a:lnTo>
                    <a:pt x="2223" y="824"/>
                  </a:lnTo>
                  <a:lnTo>
                    <a:pt x="246"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2" name="Google Shape;15182;p67"/>
            <p:cNvSpPr/>
            <p:nvPr/>
          </p:nvSpPr>
          <p:spPr>
            <a:xfrm>
              <a:off x="1605768" y="2108401"/>
              <a:ext cx="111676" cy="123001"/>
            </a:xfrm>
            <a:custGeom>
              <a:avLst/>
              <a:gdLst/>
              <a:ahLst/>
              <a:cxnLst/>
              <a:rect l="l" t="t" r="r" b="b"/>
              <a:pathLst>
                <a:path w="4260" h="4692" extrusionOk="0">
                  <a:moveTo>
                    <a:pt x="1358" y="0"/>
                  </a:moveTo>
                  <a:cubicBezTo>
                    <a:pt x="1098" y="0"/>
                    <a:pt x="896" y="202"/>
                    <a:pt x="896" y="462"/>
                  </a:cubicBezTo>
                  <a:lnTo>
                    <a:pt x="896" y="1227"/>
                  </a:lnTo>
                  <a:lnTo>
                    <a:pt x="795" y="1213"/>
                  </a:lnTo>
                  <a:cubicBezTo>
                    <a:pt x="746" y="1201"/>
                    <a:pt x="696" y="1196"/>
                    <a:pt x="646" y="1196"/>
                  </a:cubicBezTo>
                  <a:cubicBezTo>
                    <a:pt x="504" y="1196"/>
                    <a:pt x="363" y="1239"/>
                    <a:pt x="246" y="1314"/>
                  </a:cubicBezTo>
                  <a:cubicBezTo>
                    <a:pt x="1" y="1516"/>
                    <a:pt x="15" y="1920"/>
                    <a:pt x="44" y="2497"/>
                  </a:cubicBezTo>
                  <a:cubicBezTo>
                    <a:pt x="87" y="3205"/>
                    <a:pt x="795" y="3797"/>
                    <a:pt x="953" y="3926"/>
                  </a:cubicBezTo>
                  <a:lnTo>
                    <a:pt x="953" y="4692"/>
                  </a:lnTo>
                  <a:lnTo>
                    <a:pt x="3740" y="4692"/>
                  </a:lnTo>
                  <a:lnTo>
                    <a:pt x="3740" y="3696"/>
                  </a:lnTo>
                  <a:cubicBezTo>
                    <a:pt x="4216" y="3277"/>
                    <a:pt x="4259" y="2440"/>
                    <a:pt x="4230" y="2064"/>
                  </a:cubicBezTo>
                  <a:lnTo>
                    <a:pt x="4230" y="996"/>
                  </a:lnTo>
                  <a:cubicBezTo>
                    <a:pt x="4230" y="736"/>
                    <a:pt x="4014" y="534"/>
                    <a:pt x="3768" y="534"/>
                  </a:cubicBezTo>
                  <a:lnTo>
                    <a:pt x="3740" y="534"/>
                  </a:lnTo>
                  <a:cubicBezTo>
                    <a:pt x="3726" y="533"/>
                    <a:pt x="3713" y="532"/>
                    <a:pt x="3700" y="532"/>
                  </a:cubicBezTo>
                  <a:cubicBezTo>
                    <a:pt x="3584" y="532"/>
                    <a:pt x="3471" y="588"/>
                    <a:pt x="3393" y="679"/>
                  </a:cubicBezTo>
                  <a:cubicBezTo>
                    <a:pt x="3335" y="491"/>
                    <a:pt x="3148" y="375"/>
                    <a:pt x="2960" y="375"/>
                  </a:cubicBezTo>
                  <a:lnTo>
                    <a:pt x="2931" y="375"/>
                  </a:lnTo>
                  <a:cubicBezTo>
                    <a:pt x="2918" y="374"/>
                    <a:pt x="2904" y="373"/>
                    <a:pt x="2891" y="373"/>
                  </a:cubicBezTo>
                  <a:cubicBezTo>
                    <a:pt x="2778" y="373"/>
                    <a:pt x="2677" y="428"/>
                    <a:pt x="2599" y="505"/>
                  </a:cubicBezTo>
                  <a:cubicBezTo>
                    <a:pt x="2527" y="332"/>
                    <a:pt x="2354" y="217"/>
                    <a:pt x="2166" y="217"/>
                  </a:cubicBezTo>
                  <a:lnTo>
                    <a:pt x="2152" y="217"/>
                  </a:lnTo>
                  <a:cubicBezTo>
                    <a:pt x="2036" y="217"/>
                    <a:pt x="1921" y="260"/>
                    <a:pt x="1834" y="347"/>
                  </a:cubicBezTo>
                  <a:cubicBezTo>
                    <a:pt x="1776" y="130"/>
                    <a:pt x="1589" y="0"/>
                    <a:pt x="1387"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3" name="Google Shape;15183;p67"/>
            <p:cNvSpPr/>
            <p:nvPr/>
          </p:nvSpPr>
          <p:spPr>
            <a:xfrm>
              <a:off x="1605768" y="2139886"/>
              <a:ext cx="31432" cy="91517"/>
            </a:xfrm>
            <a:custGeom>
              <a:avLst/>
              <a:gdLst/>
              <a:ahLst/>
              <a:cxnLst/>
              <a:rect l="l" t="t" r="r" b="b"/>
              <a:pathLst>
                <a:path w="1199" h="3491" extrusionOk="0">
                  <a:moveTo>
                    <a:pt x="613" y="1"/>
                  </a:moveTo>
                  <a:cubicBezTo>
                    <a:pt x="483" y="1"/>
                    <a:pt x="358" y="46"/>
                    <a:pt x="246" y="127"/>
                  </a:cubicBezTo>
                  <a:cubicBezTo>
                    <a:pt x="1" y="329"/>
                    <a:pt x="1" y="719"/>
                    <a:pt x="44" y="1296"/>
                  </a:cubicBezTo>
                  <a:cubicBezTo>
                    <a:pt x="87" y="2004"/>
                    <a:pt x="795" y="2596"/>
                    <a:pt x="939" y="2725"/>
                  </a:cubicBezTo>
                  <a:lnTo>
                    <a:pt x="939" y="3491"/>
                  </a:lnTo>
                  <a:lnTo>
                    <a:pt x="1199" y="3491"/>
                  </a:lnTo>
                  <a:lnTo>
                    <a:pt x="1199" y="2624"/>
                  </a:lnTo>
                  <a:cubicBezTo>
                    <a:pt x="925" y="2408"/>
                    <a:pt x="362" y="1888"/>
                    <a:pt x="318" y="1296"/>
                  </a:cubicBezTo>
                  <a:cubicBezTo>
                    <a:pt x="275" y="705"/>
                    <a:pt x="246" y="315"/>
                    <a:pt x="492" y="113"/>
                  </a:cubicBezTo>
                  <a:cubicBezTo>
                    <a:pt x="593" y="69"/>
                    <a:pt x="694" y="41"/>
                    <a:pt x="809" y="26"/>
                  </a:cubicBezTo>
                  <a:lnTo>
                    <a:pt x="780" y="26"/>
                  </a:lnTo>
                  <a:cubicBezTo>
                    <a:pt x="724" y="9"/>
                    <a:pt x="668" y="1"/>
                    <a:pt x="613"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4" name="Google Shape;15184;p67"/>
            <p:cNvSpPr/>
            <p:nvPr/>
          </p:nvSpPr>
          <p:spPr>
            <a:xfrm>
              <a:off x="1482400" y="1991483"/>
              <a:ext cx="123394" cy="138887"/>
            </a:xfrm>
            <a:custGeom>
              <a:avLst/>
              <a:gdLst/>
              <a:ahLst/>
              <a:cxnLst/>
              <a:rect l="l" t="t" r="r" b="b"/>
              <a:pathLst>
                <a:path w="4707" h="5298" extrusionOk="0">
                  <a:moveTo>
                    <a:pt x="1957" y="0"/>
                  </a:moveTo>
                  <a:cubicBezTo>
                    <a:pt x="1870" y="0"/>
                    <a:pt x="1788" y="22"/>
                    <a:pt x="1719" y="72"/>
                  </a:cubicBezTo>
                  <a:cubicBezTo>
                    <a:pt x="1603" y="129"/>
                    <a:pt x="1531" y="231"/>
                    <a:pt x="1502" y="360"/>
                  </a:cubicBezTo>
                  <a:lnTo>
                    <a:pt x="1141" y="1717"/>
                  </a:lnTo>
                  <a:lnTo>
                    <a:pt x="362" y="1385"/>
                  </a:lnTo>
                  <a:lnTo>
                    <a:pt x="261" y="1703"/>
                  </a:lnTo>
                  <a:cubicBezTo>
                    <a:pt x="203" y="1905"/>
                    <a:pt x="160" y="2122"/>
                    <a:pt x="116" y="2324"/>
                  </a:cubicBezTo>
                  <a:cubicBezTo>
                    <a:pt x="1" y="3031"/>
                    <a:pt x="564" y="3796"/>
                    <a:pt x="679" y="3926"/>
                  </a:cubicBezTo>
                  <a:lnTo>
                    <a:pt x="679" y="5297"/>
                  </a:lnTo>
                  <a:lnTo>
                    <a:pt x="3465" y="5297"/>
                  </a:lnTo>
                  <a:lnTo>
                    <a:pt x="3465" y="4345"/>
                  </a:lnTo>
                  <a:cubicBezTo>
                    <a:pt x="4115" y="3984"/>
                    <a:pt x="4274" y="3002"/>
                    <a:pt x="4303" y="2872"/>
                  </a:cubicBezTo>
                  <a:lnTo>
                    <a:pt x="4635" y="1660"/>
                  </a:lnTo>
                  <a:lnTo>
                    <a:pt x="4635" y="1645"/>
                  </a:lnTo>
                  <a:cubicBezTo>
                    <a:pt x="4707" y="1385"/>
                    <a:pt x="4548" y="1126"/>
                    <a:pt x="4303" y="1068"/>
                  </a:cubicBezTo>
                  <a:lnTo>
                    <a:pt x="4274" y="1068"/>
                  </a:lnTo>
                  <a:cubicBezTo>
                    <a:pt x="4240" y="1060"/>
                    <a:pt x="4207" y="1057"/>
                    <a:pt x="4173" y="1057"/>
                  </a:cubicBezTo>
                  <a:cubicBezTo>
                    <a:pt x="4079" y="1057"/>
                    <a:pt x="3988" y="1086"/>
                    <a:pt x="3913" y="1140"/>
                  </a:cubicBezTo>
                  <a:cubicBezTo>
                    <a:pt x="3884" y="938"/>
                    <a:pt x="3740" y="779"/>
                    <a:pt x="3552" y="736"/>
                  </a:cubicBezTo>
                  <a:lnTo>
                    <a:pt x="3537" y="736"/>
                  </a:lnTo>
                  <a:cubicBezTo>
                    <a:pt x="3496" y="727"/>
                    <a:pt x="3455" y="722"/>
                    <a:pt x="3415" y="722"/>
                  </a:cubicBezTo>
                  <a:cubicBezTo>
                    <a:pt x="3328" y="722"/>
                    <a:pt x="3246" y="744"/>
                    <a:pt x="3177" y="793"/>
                  </a:cubicBezTo>
                  <a:cubicBezTo>
                    <a:pt x="3133" y="606"/>
                    <a:pt x="2989" y="447"/>
                    <a:pt x="2816" y="418"/>
                  </a:cubicBezTo>
                  <a:lnTo>
                    <a:pt x="2787" y="418"/>
                  </a:lnTo>
                  <a:cubicBezTo>
                    <a:pt x="2748" y="409"/>
                    <a:pt x="2710" y="404"/>
                    <a:pt x="2672" y="404"/>
                  </a:cubicBezTo>
                  <a:cubicBezTo>
                    <a:pt x="2596" y="404"/>
                    <a:pt x="2522" y="423"/>
                    <a:pt x="2455" y="461"/>
                  </a:cubicBezTo>
                  <a:cubicBezTo>
                    <a:pt x="2455" y="245"/>
                    <a:pt x="2296" y="57"/>
                    <a:pt x="2094" y="14"/>
                  </a:cubicBezTo>
                  <a:lnTo>
                    <a:pt x="2079" y="14"/>
                  </a:lnTo>
                  <a:cubicBezTo>
                    <a:pt x="2038" y="5"/>
                    <a:pt x="1997" y="0"/>
                    <a:pt x="1957"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5" name="Google Shape;15185;p67"/>
            <p:cNvSpPr/>
            <p:nvPr/>
          </p:nvSpPr>
          <p:spPr>
            <a:xfrm>
              <a:off x="1482794" y="2027030"/>
              <a:ext cx="26503" cy="102946"/>
            </a:xfrm>
            <a:custGeom>
              <a:avLst/>
              <a:gdLst/>
              <a:ahLst/>
              <a:cxnLst/>
              <a:rect l="l" t="t" r="r" b="b"/>
              <a:pathLst>
                <a:path w="1011" h="3927" extrusionOk="0">
                  <a:moveTo>
                    <a:pt x="361" y="0"/>
                  </a:moveTo>
                  <a:lnTo>
                    <a:pt x="260" y="318"/>
                  </a:lnTo>
                  <a:cubicBezTo>
                    <a:pt x="202" y="535"/>
                    <a:pt x="159" y="737"/>
                    <a:pt x="116" y="953"/>
                  </a:cubicBezTo>
                  <a:cubicBezTo>
                    <a:pt x="0" y="1661"/>
                    <a:pt x="563" y="2411"/>
                    <a:pt x="679" y="2556"/>
                  </a:cubicBezTo>
                  <a:lnTo>
                    <a:pt x="679" y="3927"/>
                  </a:lnTo>
                  <a:lnTo>
                    <a:pt x="1011" y="3927"/>
                  </a:lnTo>
                  <a:lnTo>
                    <a:pt x="1011" y="2556"/>
                  </a:lnTo>
                  <a:cubicBezTo>
                    <a:pt x="910" y="2411"/>
                    <a:pt x="332" y="1661"/>
                    <a:pt x="462" y="953"/>
                  </a:cubicBezTo>
                  <a:cubicBezTo>
                    <a:pt x="491" y="737"/>
                    <a:pt x="534" y="535"/>
                    <a:pt x="592" y="318"/>
                  </a:cubicBezTo>
                  <a:lnTo>
                    <a:pt x="664" y="130"/>
                  </a:lnTo>
                  <a:lnTo>
                    <a:pt x="361" y="0"/>
                  </a:ln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6" name="Google Shape;15186;p67"/>
            <p:cNvSpPr/>
            <p:nvPr/>
          </p:nvSpPr>
          <p:spPr>
            <a:xfrm>
              <a:off x="1610303" y="2048212"/>
              <a:ext cx="34473" cy="36413"/>
            </a:xfrm>
            <a:custGeom>
              <a:avLst/>
              <a:gdLst/>
              <a:ahLst/>
              <a:cxnLst/>
              <a:rect l="l" t="t" r="r" b="b"/>
              <a:pathLst>
                <a:path w="1315" h="1389" extrusionOk="0">
                  <a:moveTo>
                    <a:pt x="506" y="1"/>
                  </a:moveTo>
                  <a:lnTo>
                    <a:pt x="1" y="1112"/>
                  </a:lnTo>
                  <a:lnTo>
                    <a:pt x="549" y="1358"/>
                  </a:lnTo>
                  <a:cubicBezTo>
                    <a:pt x="605" y="1379"/>
                    <a:pt x="662" y="1389"/>
                    <a:pt x="718" y="1389"/>
                  </a:cubicBezTo>
                  <a:cubicBezTo>
                    <a:pt x="896" y="1389"/>
                    <a:pt x="1065" y="1288"/>
                    <a:pt x="1141" y="1112"/>
                  </a:cubicBezTo>
                  <a:lnTo>
                    <a:pt x="1271" y="809"/>
                  </a:lnTo>
                  <a:cubicBezTo>
                    <a:pt x="1315" y="708"/>
                    <a:pt x="1315" y="578"/>
                    <a:pt x="1271" y="463"/>
                  </a:cubicBezTo>
                  <a:cubicBezTo>
                    <a:pt x="1228" y="362"/>
                    <a:pt x="1141" y="275"/>
                    <a:pt x="1026" y="232"/>
                  </a:cubicBezTo>
                  <a:lnTo>
                    <a:pt x="506" y="1"/>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7" name="Google Shape;15187;p67"/>
            <p:cNvSpPr/>
            <p:nvPr/>
          </p:nvSpPr>
          <p:spPr>
            <a:xfrm>
              <a:off x="1489216" y="2157214"/>
              <a:ext cx="92355" cy="196796"/>
            </a:xfrm>
            <a:custGeom>
              <a:avLst/>
              <a:gdLst/>
              <a:ahLst/>
              <a:cxnLst/>
              <a:rect l="l" t="t" r="r" b="b"/>
              <a:pathLst>
                <a:path w="3523" h="7507" extrusionOk="0">
                  <a:moveTo>
                    <a:pt x="15" y="0"/>
                  </a:moveTo>
                  <a:lnTo>
                    <a:pt x="15" y="7247"/>
                  </a:lnTo>
                  <a:cubicBezTo>
                    <a:pt x="15" y="7247"/>
                    <a:pt x="15" y="7261"/>
                    <a:pt x="15" y="7276"/>
                  </a:cubicBezTo>
                  <a:cubicBezTo>
                    <a:pt x="1" y="7406"/>
                    <a:pt x="116" y="7507"/>
                    <a:pt x="246" y="7507"/>
                  </a:cubicBezTo>
                  <a:lnTo>
                    <a:pt x="3306" y="7507"/>
                  </a:lnTo>
                  <a:cubicBezTo>
                    <a:pt x="3422" y="7507"/>
                    <a:pt x="3508" y="7434"/>
                    <a:pt x="3523" y="7333"/>
                  </a:cubicBezTo>
                  <a:lnTo>
                    <a:pt x="3523" y="0"/>
                  </a:ln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8" name="Google Shape;15188;p67"/>
            <p:cNvSpPr/>
            <p:nvPr/>
          </p:nvSpPr>
          <p:spPr>
            <a:xfrm>
              <a:off x="1621681" y="2257879"/>
              <a:ext cx="91962" cy="96130"/>
            </a:xfrm>
            <a:custGeom>
              <a:avLst/>
              <a:gdLst/>
              <a:ahLst/>
              <a:cxnLst/>
              <a:rect l="l" t="t" r="r" b="b"/>
              <a:pathLst>
                <a:path w="3508" h="3667" extrusionOk="0">
                  <a:moveTo>
                    <a:pt x="0" y="0"/>
                  </a:moveTo>
                  <a:lnTo>
                    <a:pt x="0" y="3465"/>
                  </a:lnTo>
                  <a:cubicBezTo>
                    <a:pt x="0" y="3580"/>
                    <a:pt x="101" y="3667"/>
                    <a:pt x="217" y="3667"/>
                  </a:cubicBezTo>
                  <a:lnTo>
                    <a:pt x="3291" y="3667"/>
                  </a:lnTo>
                  <a:cubicBezTo>
                    <a:pt x="3407" y="3667"/>
                    <a:pt x="3508" y="3580"/>
                    <a:pt x="3508" y="3465"/>
                  </a:cubicBezTo>
                  <a:lnTo>
                    <a:pt x="3508" y="0"/>
                  </a:ln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9" name="Google Shape;15189;p67"/>
            <p:cNvSpPr/>
            <p:nvPr/>
          </p:nvSpPr>
          <p:spPr>
            <a:xfrm>
              <a:off x="1509664" y="2157214"/>
              <a:ext cx="71908" cy="196796"/>
            </a:xfrm>
            <a:custGeom>
              <a:avLst/>
              <a:gdLst/>
              <a:ahLst/>
              <a:cxnLst/>
              <a:rect l="l" t="t" r="r" b="b"/>
              <a:pathLst>
                <a:path w="2743" h="7507" extrusionOk="0">
                  <a:moveTo>
                    <a:pt x="0" y="0"/>
                  </a:moveTo>
                  <a:lnTo>
                    <a:pt x="0" y="7507"/>
                  </a:lnTo>
                  <a:lnTo>
                    <a:pt x="2526" y="7507"/>
                  </a:lnTo>
                  <a:cubicBezTo>
                    <a:pt x="2627" y="7507"/>
                    <a:pt x="2728" y="7434"/>
                    <a:pt x="2743" y="7333"/>
                  </a:cubicBezTo>
                  <a:lnTo>
                    <a:pt x="2743"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0" name="Google Shape;15190;p67"/>
            <p:cNvSpPr/>
            <p:nvPr/>
          </p:nvSpPr>
          <p:spPr>
            <a:xfrm>
              <a:off x="1639822" y="2257879"/>
              <a:ext cx="73821" cy="96130"/>
            </a:xfrm>
            <a:custGeom>
              <a:avLst/>
              <a:gdLst/>
              <a:ahLst/>
              <a:cxnLst/>
              <a:rect l="l" t="t" r="r" b="b"/>
              <a:pathLst>
                <a:path w="2816" h="3667" extrusionOk="0">
                  <a:moveTo>
                    <a:pt x="1" y="0"/>
                  </a:moveTo>
                  <a:lnTo>
                    <a:pt x="1" y="3667"/>
                  </a:lnTo>
                  <a:lnTo>
                    <a:pt x="2599" y="3667"/>
                  </a:lnTo>
                  <a:cubicBezTo>
                    <a:pt x="2715" y="3667"/>
                    <a:pt x="2816" y="3580"/>
                    <a:pt x="2816" y="3465"/>
                  </a:cubicBezTo>
                  <a:lnTo>
                    <a:pt x="2816"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1" name="Google Shape;15191;p67"/>
            <p:cNvSpPr/>
            <p:nvPr/>
          </p:nvSpPr>
          <p:spPr>
            <a:xfrm>
              <a:off x="1360920" y="2290779"/>
              <a:ext cx="92749" cy="63231"/>
            </a:xfrm>
            <a:custGeom>
              <a:avLst/>
              <a:gdLst/>
              <a:ahLst/>
              <a:cxnLst/>
              <a:rect l="l" t="t" r="r" b="b"/>
              <a:pathLst>
                <a:path w="3538" h="2412" extrusionOk="0">
                  <a:moveTo>
                    <a:pt x="15" y="1"/>
                  </a:moveTo>
                  <a:lnTo>
                    <a:pt x="15" y="2166"/>
                  </a:lnTo>
                  <a:cubicBezTo>
                    <a:pt x="1" y="2296"/>
                    <a:pt x="102" y="2397"/>
                    <a:pt x="218" y="2412"/>
                  </a:cubicBezTo>
                  <a:lnTo>
                    <a:pt x="3336" y="2412"/>
                  </a:lnTo>
                  <a:cubicBezTo>
                    <a:pt x="3451" y="2397"/>
                    <a:pt x="3538" y="2296"/>
                    <a:pt x="3523" y="2181"/>
                  </a:cubicBezTo>
                  <a:lnTo>
                    <a:pt x="3523" y="1"/>
                  </a:ln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2" name="Google Shape;15192;p67"/>
            <p:cNvSpPr/>
            <p:nvPr/>
          </p:nvSpPr>
          <p:spPr>
            <a:xfrm>
              <a:off x="1381368" y="2290779"/>
              <a:ext cx="72301" cy="63231"/>
            </a:xfrm>
            <a:custGeom>
              <a:avLst/>
              <a:gdLst/>
              <a:ahLst/>
              <a:cxnLst/>
              <a:rect l="l" t="t" r="r" b="b"/>
              <a:pathLst>
                <a:path w="2758" h="2412" extrusionOk="0">
                  <a:moveTo>
                    <a:pt x="0" y="1"/>
                  </a:moveTo>
                  <a:lnTo>
                    <a:pt x="0" y="2412"/>
                  </a:lnTo>
                  <a:lnTo>
                    <a:pt x="2556" y="2412"/>
                  </a:lnTo>
                  <a:cubicBezTo>
                    <a:pt x="2671" y="2412"/>
                    <a:pt x="2758" y="2296"/>
                    <a:pt x="2743" y="2181"/>
                  </a:cubicBezTo>
                  <a:lnTo>
                    <a:pt x="2743" y="1"/>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3" name="Google Shape;15193;p67"/>
            <p:cNvSpPr/>
            <p:nvPr/>
          </p:nvSpPr>
          <p:spPr>
            <a:xfrm>
              <a:off x="1489216" y="2126542"/>
              <a:ext cx="92749" cy="34473"/>
            </a:xfrm>
            <a:custGeom>
              <a:avLst/>
              <a:gdLst/>
              <a:ahLst/>
              <a:cxnLst/>
              <a:rect l="l" t="t" r="r" b="b"/>
              <a:pathLst>
                <a:path w="3538" h="1315" extrusionOk="0">
                  <a:moveTo>
                    <a:pt x="217" y="1"/>
                  </a:moveTo>
                  <a:cubicBezTo>
                    <a:pt x="87" y="1"/>
                    <a:pt x="1" y="116"/>
                    <a:pt x="15" y="232"/>
                  </a:cubicBezTo>
                  <a:lnTo>
                    <a:pt x="15" y="1315"/>
                  </a:lnTo>
                  <a:lnTo>
                    <a:pt x="3523" y="1315"/>
                  </a:lnTo>
                  <a:lnTo>
                    <a:pt x="3523" y="261"/>
                  </a:lnTo>
                  <a:lnTo>
                    <a:pt x="3523" y="232"/>
                  </a:lnTo>
                  <a:cubicBezTo>
                    <a:pt x="3537" y="116"/>
                    <a:pt x="3451" y="1"/>
                    <a:pt x="3335" y="1"/>
                  </a:cubicBezTo>
                  <a:close/>
                </a:path>
              </a:pathLst>
            </a:custGeom>
            <a:solidFill>
              <a:srgbClr val="EDEF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4" name="Google Shape;15194;p67"/>
            <p:cNvSpPr/>
            <p:nvPr/>
          </p:nvSpPr>
          <p:spPr>
            <a:xfrm>
              <a:off x="1509664" y="2126542"/>
              <a:ext cx="72301" cy="34473"/>
            </a:xfrm>
            <a:custGeom>
              <a:avLst/>
              <a:gdLst/>
              <a:ahLst/>
              <a:cxnLst/>
              <a:rect l="l" t="t" r="r" b="b"/>
              <a:pathLst>
                <a:path w="2758" h="1315" extrusionOk="0">
                  <a:moveTo>
                    <a:pt x="0" y="1"/>
                  </a:moveTo>
                  <a:lnTo>
                    <a:pt x="0" y="1315"/>
                  </a:lnTo>
                  <a:lnTo>
                    <a:pt x="2743" y="1315"/>
                  </a:lnTo>
                  <a:lnTo>
                    <a:pt x="2743" y="261"/>
                  </a:lnTo>
                  <a:cubicBezTo>
                    <a:pt x="2743" y="246"/>
                    <a:pt x="2743" y="246"/>
                    <a:pt x="2743" y="232"/>
                  </a:cubicBezTo>
                  <a:cubicBezTo>
                    <a:pt x="2757" y="116"/>
                    <a:pt x="2671" y="1"/>
                    <a:pt x="2555"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5" name="Google Shape;15195;p67"/>
            <p:cNvSpPr/>
            <p:nvPr/>
          </p:nvSpPr>
          <p:spPr>
            <a:xfrm>
              <a:off x="1511919" y="1991089"/>
              <a:ext cx="26897" cy="47528"/>
            </a:xfrm>
            <a:custGeom>
              <a:avLst/>
              <a:gdLst/>
              <a:ahLst/>
              <a:cxnLst/>
              <a:rect l="l" t="t" r="r" b="b"/>
              <a:pathLst>
                <a:path w="1026" h="1813" extrusionOk="0">
                  <a:moveTo>
                    <a:pt x="840" y="1"/>
                  </a:moveTo>
                  <a:cubicBezTo>
                    <a:pt x="757" y="1"/>
                    <a:pt x="671" y="23"/>
                    <a:pt x="593" y="72"/>
                  </a:cubicBezTo>
                  <a:cubicBezTo>
                    <a:pt x="492" y="130"/>
                    <a:pt x="419" y="231"/>
                    <a:pt x="390" y="361"/>
                  </a:cubicBezTo>
                  <a:lnTo>
                    <a:pt x="102" y="1400"/>
                  </a:lnTo>
                  <a:lnTo>
                    <a:pt x="87" y="1473"/>
                  </a:lnTo>
                  <a:lnTo>
                    <a:pt x="44" y="1617"/>
                  </a:lnTo>
                  <a:cubicBezTo>
                    <a:pt x="1" y="1689"/>
                    <a:pt x="44" y="1776"/>
                    <a:pt x="116" y="1805"/>
                  </a:cubicBezTo>
                  <a:cubicBezTo>
                    <a:pt x="133" y="1810"/>
                    <a:pt x="148" y="1813"/>
                    <a:pt x="162" y="1813"/>
                  </a:cubicBezTo>
                  <a:cubicBezTo>
                    <a:pt x="253" y="1813"/>
                    <a:pt x="275" y="1703"/>
                    <a:pt x="275" y="1703"/>
                  </a:cubicBezTo>
                  <a:lnTo>
                    <a:pt x="347" y="1429"/>
                  </a:lnTo>
                  <a:lnTo>
                    <a:pt x="636" y="390"/>
                  </a:lnTo>
                  <a:cubicBezTo>
                    <a:pt x="679" y="202"/>
                    <a:pt x="838" y="58"/>
                    <a:pt x="1026" y="29"/>
                  </a:cubicBezTo>
                  <a:lnTo>
                    <a:pt x="982" y="15"/>
                  </a:lnTo>
                  <a:lnTo>
                    <a:pt x="953" y="15"/>
                  </a:lnTo>
                  <a:cubicBezTo>
                    <a:pt x="917" y="5"/>
                    <a:pt x="879" y="1"/>
                    <a:pt x="840"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6" name="Google Shape;15196;p67"/>
            <p:cNvSpPr/>
            <p:nvPr/>
          </p:nvSpPr>
          <p:spPr>
            <a:xfrm>
              <a:off x="1535774" y="2000841"/>
              <a:ext cx="19320" cy="44225"/>
            </a:xfrm>
            <a:custGeom>
              <a:avLst/>
              <a:gdLst/>
              <a:ahLst/>
              <a:cxnLst/>
              <a:rect l="l" t="t" r="r" b="b"/>
              <a:pathLst>
                <a:path w="737" h="1687" extrusionOk="0">
                  <a:moveTo>
                    <a:pt x="614" y="1"/>
                  </a:moveTo>
                  <a:cubicBezTo>
                    <a:pt x="489" y="1"/>
                    <a:pt x="372" y="93"/>
                    <a:pt x="361" y="234"/>
                  </a:cubicBezTo>
                  <a:lnTo>
                    <a:pt x="87" y="1288"/>
                  </a:lnTo>
                  <a:lnTo>
                    <a:pt x="72" y="1346"/>
                  </a:lnTo>
                  <a:lnTo>
                    <a:pt x="29" y="1505"/>
                  </a:lnTo>
                  <a:cubicBezTo>
                    <a:pt x="0" y="1562"/>
                    <a:pt x="29" y="1649"/>
                    <a:pt x="101" y="1678"/>
                  </a:cubicBezTo>
                  <a:cubicBezTo>
                    <a:pt x="118" y="1684"/>
                    <a:pt x="133" y="1686"/>
                    <a:pt x="147" y="1686"/>
                  </a:cubicBezTo>
                  <a:cubicBezTo>
                    <a:pt x="238" y="1686"/>
                    <a:pt x="260" y="1577"/>
                    <a:pt x="260" y="1577"/>
                  </a:cubicBezTo>
                  <a:lnTo>
                    <a:pt x="332" y="1303"/>
                  </a:lnTo>
                  <a:lnTo>
                    <a:pt x="606" y="263"/>
                  </a:lnTo>
                  <a:cubicBezTo>
                    <a:pt x="635" y="177"/>
                    <a:pt x="679" y="104"/>
                    <a:pt x="736" y="32"/>
                  </a:cubicBezTo>
                  <a:cubicBezTo>
                    <a:pt x="697" y="11"/>
                    <a:pt x="655" y="1"/>
                    <a:pt x="614"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7" name="Google Shape;15197;p67"/>
            <p:cNvSpPr/>
            <p:nvPr/>
          </p:nvSpPr>
          <p:spPr>
            <a:xfrm>
              <a:off x="1554675" y="2009623"/>
              <a:ext cx="19714" cy="44146"/>
            </a:xfrm>
            <a:custGeom>
              <a:avLst/>
              <a:gdLst/>
              <a:ahLst/>
              <a:cxnLst/>
              <a:rect l="l" t="t" r="r" b="b"/>
              <a:pathLst>
                <a:path w="752" h="1684" extrusionOk="0">
                  <a:moveTo>
                    <a:pt x="629" y="0"/>
                  </a:moveTo>
                  <a:cubicBezTo>
                    <a:pt x="490" y="0"/>
                    <a:pt x="359" y="105"/>
                    <a:pt x="347" y="260"/>
                  </a:cubicBezTo>
                  <a:lnTo>
                    <a:pt x="88" y="1271"/>
                  </a:lnTo>
                  <a:lnTo>
                    <a:pt x="73" y="1343"/>
                  </a:lnTo>
                  <a:lnTo>
                    <a:pt x="30" y="1487"/>
                  </a:lnTo>
                  <a:cubicBezTo>
                    <a:pt x="1" y="1559"/>
                    <a:pt x="30" y="1646"/>
                    <a:pt x="102" y="1675"/>
                  </a:cubicBezTo>
                  <a:cubicBezTo>
                    <a:pt x="119" y="1681"/>
                    <a:pt x="134" y="1683"/>
                    <a:pt x="148" y="1683"/>
                  </a:cubicBezTo>
                  <a:cubicBezTo>
                    <a:pt x="239" y="1683"/>
                    <a:pt x="261" y="1574"/>
                    <a:pt x="261" y="1574"/>
                  </a:cubicBezTo>
                  <a:lnTo>
                    <a:pt x="333" y="1300"/>
                  </a:lnTo>
                  <a:lnTo>
                    <a:pt x="578" y="289"/>
                  </a:lnTo>
                  <a:cubicBezTo>
                    <a:pt x="607" y="188"/>
                    <a:pt x="665" y="87"/>
                    <a:pt x="752" y="29"/>
                  </a:cubicBezTo>
                  <a:cubicBezTo>
                    <a:pt x="712" y="9"/>
                    <a:pt x="670" y="0"/>
                    <a:pt x="629"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8" name="Google Shape;15198;p67"/>
            <p:cNvSpPr/>
            <p:nvPr/>
          </p:nvSpPr>
          <p:spPr>
            <a:xfrm>
              <a:off x="1575123" y="2019087"/>
              <a:ext cx="17433" cy="40345"/>
            </a:xfrm>
            <a:custGeom>
              <a:avLst/>
              <a:gdLst/>
              <a:ahLst/>
              <a:cxnLst/>
              <a:rect l="l" t="t" r="r" b="b"/>
              <a:pathLst>
                <a:path w="665" h="1539" extrusionOk="0">
                  <a:moveTo>
                    <a:pt x="636" y="0"/>
                  </a:moveTo>
                  <a:cubicBezTo>
                    <a:pt x="535" y="0"/>
                    <a:pt x="448" y="29"/>
                    <a:pt x="376" y="73"/>
                  </a:cubicBezTo>
                  <a:lnTo>
                    <a:pt x="376" y="87"/>
                  </a:lnTo>
                  <a:lnTo>
                    <a:pt x="87" y="1126"/>
                  </a:lnTo>
                  <a:lnTo>
                    <a:pt x="73" y="1198"/>
                  </a:lnTo>
                  <a:lnTo>
                    <a:pt x="29" y="1343"/>
                  </a:lnTo>
                  <a:cubicBezTo>
                    <a:pt x="0" y="1415"/>
                    <a:pt x="29" y="1502"/>
                    <a:pt x="101" y="1530"/>
                  </a:cubicBezTo>
                  <a:cubicBezTo>
                    <a:pt x="118" y="1536"/>
                    <a:pt x="134" y="1539"/>
                    <a:pt x="147" y="1539"/>
                  </a:cubicBezTo>
                  <a:cubicBezTo>
                    <a:pt x="238" y="1539"/>
                    <a:pt x="260" y="1429"/>
                    <a:pt x="260" y="1429"/>
                  </a:cubicBezTo>
                  <a:lnTo>
                    <a:pt x="332" y="1141"/>
                  </a:lnTo>
                  <a:lnTo>
                    <a:pt x="621" y="116"/>
                  </a:lnTo>
                  <a:cubicBezTo>
                    <a:pt x="621" y="73"/>
                    <a:pt x="636" y="29"/>
                    <a:pt x="664"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9" name="Google Shape;15199;p67"/>
            <p:cNvSpPr/>
            <p:nvPr/>
          </p:nvSpPr>
          <p:spPr>
            <a:xfrm>
              <a:off x="1628864" y="2108008"/>
              <a:ext cx="14025" cy="51145"/>
            </a:xfrm>
            <a:custGeom>
              <a:avLst/>
              <a:gdLst/>
              <a:ahLst/>
              <a:cxnLst/>
              <a:rect l="l" t="t" r="r" b="b"/>
              <a:pathLst>
                <a:path w="535" h="1951" extrusionOk="0">
                  <a:moveTo>
                    <a:pt x="534" y="1"/>
                  </a:moveTo>
                  <a:lnTo>
                    <a:pt x="477" y="15"/>
                  </a:lnTo>
                  <a:lnTo>
                    <a:pt x="462" y="15"/>
                  </a:lnTo>
                  <a:cubicBezTo>
                    <a:pt x="332" y="15"/>
                    <a:pt x="217" y="73"/>
                    <a:pt x="130" y="159"/>
                  </a:cubicBezTo>
                  <a:cubicBezTo>
                    <a:pt x="44" y="246"/>
                    <a:pt x="0" y="362"/>
                    <a:pt x="15" y="491"/>
                  </a:cubicBezTo>
                  <a:lnTo>
                    <a:pt x="15" y="1574"/>
                  </a:lnTo>
                  <a:lnTo>
                    <a:pt x="15" y="1646"/>
                  </a:lnTo>
                  <a:lnTo>
                    <a:pt x="15" y="1791"/>
                  </a:lnTo>
                  <a:cubicBezTo>
                    <a:pt x="0" y="1877"/>
                    <a:pt x="44" y="1935"/>
                    <a:pt x="130" y="1949"/>
                  </a:cubicBezTo>
                  <a:cubicBezTo>
                    <a:pt x="136" y="1950"/>
                    <a:pt x="141" y="1950"/>
                    <a:pt x="146" y="1950"/>
                  </a:cubicBezTo>
                  <a:cubicBezTo>
                    <a:pt x="259" y="1950"/>
                    <a:pt x="246" y="1805"/>
                    <a:pt x="246" y="1805"/>
                  </a:cubicBezTo>
                  <a:lnTo>
                    <a:pt x="246" y="1516"/>
                  </a:lnTo>
                  <a:lnTo>
                    <a:pt x="246" y="448"/>
                  </a:lnTo>
                  <a:cubicBezTo>
                    <a:pt x="246" y="260"/>
                    <a:pt x="361" y="73"/>
                    <a:pt x="534"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0" name="Google Shape;15200;p67"/>
            <p:cNvSpPr/>
            <p:nvPr/>
          </p:nvSpPr>
          <p:spPr>
            <a:xfrm>
              <a:off x="1652798" y="2114116"/>
              <a:ext cx="8625" cy="46165"/>
            </a:xfrm>
            <a:custGeom>
              <a:avLst/>
              <a:gdLst/>
              <a:ahLst/>
              <a:cxnLst/>
              <a:rect l="l" t="t" r="r" b="b"/>
              <a:pathLst>
                <a:path w="329" h="1761" extrusionOk="0">
                  <a:moveTo>
                    <a:pt x="256" y="1"/>
                  </a:moveTo>
                  <a:cubicBezTo>
                    <a:pt x="114" y="1"/>
                    <a:pt x="1" y="139"/>
                    <a:pt x="26" y="287"/>
                  </a:cubicBezTo>
                  <a:lnTo>
                    <a:pt x="26" y="1442"/>
                  </a:lnTo>
                  <a:lnTo>
                    <a:pt x="26" y="1601"/>
                  </a:lnTo>
                  <a:cubicBezTo>
                    <a:pt x="11" y="1673"/>
                    <a:pt x="69" y="1745"/>
                    <a:pt x="141" y="1760"/>
                  </a:cubicBezTo>
                  <a:cubicBezTo>
                    <a:pt x="147" y="1760"/>
                    <a:pt x="152" y="1761"/>
                    <a:pt x="157" y="1761"/>
                  </a:cubicBezTo>
                  <a:cubicBezTo>
                    <a:pt x="271" y="1761"/>
                    <a:pt x="271" y="1615"/>
                    <a:pt x="271" y="1615"/>
                  </a:cubicBezTo>
                  <a:lnTo>
                    <a:pt x="271" y="1327"/>
                  </a:lnTo>
                  <a:lnTo>
                    <a:pt x="271" y="258"/>
                  </a:lnTo>
                  <a:cubicBezTo>
                    <a:pt x="271" y="172"/>
                    <a:pt x="285" y="85"/>
                    <a:pt x="329" y="13"/>
                  </a:cubicBezTo>
                  <a:cubicBezTo>
                    <a:pt x="304" y="5"/>
                    <a:pt x="280" y="1"/>
                    <a:pt x="256"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1" name="Google Shape;15201;p67"/>
            <p:cNvSpPr/>
            <p:nvPr/>
          </p:nvSpPr>
          <p:spPr>
            <a:xfrm>
              <a:off x="1672459" y="2118049"/>
              <a:ext cx="9411" cy="46034"/>
            </a:xfrm>
            <a:custGeom>
              <a:avLst/>
              <a:gdLst/>
              <a:ahLst/>
              <a:cxnLst/>
              <a:rect l="l" t="t" r="r" b="b"/>
              <a:pathLst>
                <a:path w="359" h="1756" extrusionOk="0">
                  <a:moveTo>
                    <a:pt x="296" y="1"/>
                  </a:moveTo>
                  <a:cubicBezTo>
                    <a:pt x="125" y="1"/>
                    <a:pt x="0" y="158"/>
                    <a:pt x="26" y="339"/>
                  </a:cubicBezTo>
                  <a:lnTo>
                    <a:pt x="41" y="1379"/>
                  </a:lnTo>
                  <a:lnTo>
                    <a:pt x="41" y="1451"/>
                  </a:lnTo>
                  <a:lnTo>
                    <a:pt x="41" y="1610"/>
                  </a:lnTo>
                  <a:cubicBezTo>
                    <a:pt x="26" y="1682"/>
                    <a:pt x="84" y="1754"/>
                    <a:pt x="156" y="1754"/>
                  </a:cubicBezTo>
                  <a:cubicBezTo>
                    <a:pt x="163" y="1755"/>
                    <a:pt x="170" y="1755"/>
                    <a:pt x="176" y="1755"/>
                  </a:cubicBezTo>
                  <a:cubicBezTo>
                    <a:pt x="299" y="1755"/>
                    <a:pt x="286" y="1624"/>
                    <a:pt x="286" y="1624"/>
                  </a:cubicBezTo>
                  <a:lnTo>
                    <a:pt x="286" y="1335"/>
                  </a:lnTo>
                  <a:lnTo>
                    <a:pt x="272" y="296"/>
                  </a:lnTo>
                  <a:cubicBezTo>
                    <a:pt x="257" y="195"/>
                    <a:pt x="301" y="94"/>
                    <a:pt x="358" y="7"/>
                  </a:cubicBezTo>
                  <a:cubicBezTo>
                    <a:pt x="337" y="3"/>
                    <a:pt x="316" y="1"/>
                    <a:pt x="296"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2" name="Google Shape;15202;p67"/>
            <p:cNvSpPr/>
            <p:nvPr/>
          </p:nvSpPr>
          <p:spPr>
            <a:xfrm>
              <a:off x="1694323" y="2122400"/>
              <a:ext cx="7209" cy="42416"/>
            </a:xfrm>
            <a:custGeom>
              <a:avLst/>
              <a:gdLst/>
              <a:ahLst/>
              <a:cxnLst/>
              <a:rect l="l" t="t" r="r" b="b"/>
              <a:pathLst>
                <a:path w="275" h="1618" extrusionOk="0">
                  <a:moveTo>
                    <a:pt x="246" y="0"/>
                  </a:moveTo>
                  <a:cubicBezTo>
                    <a:pt x="159" y="29"/>
                    <a:pt x="87" y="72"/>
                    <a:pt x="15" y="145"/>
                  </a:cubicBezTo>
                  <a:lnTo>
                    <a:pt x="15" y="159"/>
                  </a:lnTo>
                  <a:lnTo>
                    <a:pt x="15" y="1314"/>
                  </a:lnTo>
                  <a:lnTo>
                    <a:pt x="15" y="1473"/>
                  </a:lnTo>
                  <a:cubicBezTo>
                    <a:pt x="1" y="1545"/>
                    <a:pt x="58" y="1617"/>
                    <a:pt x="131" y="1617"/>
                  </a:cubicBezTo>
                  <a:cubicBezTo>
                    <a:pt x="137" y="1618"/>
                    <a:pt x="144" y="1618"/>
                    <a:pt x="150" y="1618"/>
                  </a:cubicBezTo>
                  <a:cubicBezTo>
                    <a:pt x="274" y="1618"/>
                    <a:pt x="260" y="1487"/>
                    <a:pt x="260" y="1487"/>
                  </a:cubicBezTo>
                  <a:lnTo>
                    <a:pt x="260" y="1198"/>
                  </a:lnTo>
                  <a:lnTo>
                    <a:pt x="260" y="130"/>
                  </a:lnTo>
                  <a:cubicBezTo>
                    <a:pt x="260" y="87"/>
                    <a:pt x="260" y="43"/>
                    <a:pt x="275" y="0"/>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3" name="Google Shape;15203;p67"/>
            <p:cNvSpPr/>
            <p:nvPr/>
          </p:nvSpPr>
          <p:spPr>
            <a:xfrm>
              <a:off x="1621288" y="2227208"/>
              <a:ext cx="92749" cy="34840"/>
            </a:xfrm>
            <a:custGeom>
              <a:avLst/>
              <a:gdLst/>
              <a:ahLst/>
              <a:cxnLst/>
              <a:rect l="l" t="t" r="r" b="b"/>
              <a:pathLst>
                <a:path w="3538" h="1329" extrusionOk="0">
                  <a:moveTo>
                    <a:pt x="203" y="1"/>
                  </a:moveTo>
                  <a:cubicBezTo>
                    <a:pt x="87" y="15"/>
                    <a:pt x="1" y="116"/>
                    <a:pt x="15" y="246"/>
                  </a:cubicBezTo>
                  <a:lnTo>
                    <a:pt x="15" y="1329"/>
                  </a:lnTo>
                  <a:lnTo>
                    <a:pt x="3523" y="1329"/>
                  </a:lnTo>
                  <a:lnTo>
                    <a:pt x="3523" y="261"/>
                  </a:lnTo>
                  <a:lnTo>
                    <a:pt x="3523" y="246"/>
                  </a:lnTo>
                  <a:cubicBezTo>
                    <a:pt x="3537" y="116"/>
                    <a:pt x="3451" y="15"/>
                    <a:pt x="3321" y="1"/>
                  </a:cubicBezTo>
                  <a:close/>
                </a:path>
              </a:pathLst>
            </a:custGeom>
            <a:solidFill>
              <a:srgbClr val="EDEF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4" name="Google Shape;15204;p67"/>
            <p:cNvSpPr/>
            <p:nvPr/>
          </p:nvSpPr>
          <p:spPr>
            <a:xfrm>
              <a:off x="1639822" y="2227208"/>
              <a:ext cx="74215" cy="34840"/>
            </a:xfrm>
            <a:custGeom>
              <a:avLst/>
              <a:gdLst/>
              <a:ahLst/>
              <a:cxnLst/>
              <a:rect l="l" t="t" r="r" b="b"/>
              <a:pathLst>
                <a:path w="2831" h="1329" extrusionOk="0">
                  <a:moveTo>
                    <a:pt x="1" y="1"/>
                  </a:moveTo>
                  <a:lnTo>
                    <a:pt x="1" y="1329"/>
                  </a:lnTo>
                  <a:lnTo>
                    <a:pt x="2816" y="1329"/>
                  </a:lnTo>
                  <a:lnTo>
                    <a:pt x="2816" y="275"/>
                  </a:lnTo>
                  <a:lnTo>
                    <a:pt x="2816" y="246"/>
                  </a:lnTo>
                  <a:cubicBezTo>
                    <a:pt x="2830" y="116"/>
                    <a:pt x="2744" y="15"/>
                    <a:pt x="2614"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5" name="Google Shape;15205;p67"/>
            <p:cNvSpPr/>
            <p:nvPr/>
          </p:nvSpPr>
          <p:spPr>
            <a:xfrm>
              <a:off x="1360920" y="2260134"/>
              <a:ext cx="92749" cy="34473"/>
            </a:xfrm>
            <a:custGeom>
              <a:avLst/>
              <a:gdLst/>
              <a:ahLst/>
              <a:cxnLst/>
              <a:rect l="l" t="t" r="r" b="b"/>
              <a:pathLst>
                <a:path w="3538" h="1315" extrusionOk="0">
                  <a:moveTo>
                    <a:pt x="218" y="1"/>
                  </a:moveTo>
                  <a:cubicBezTo>
                    <a:pt x="88" y="1"/>
                    <a:pt x="1" y="116"/>
                    <a:pt x="15" y="232"/>
                  </a:cubicBezTo>
                  <a:lnTo>
                    <a:pt x="15" y="1314"/>
                  </a:lnTo>
                  <a:lnTo>
                    <a:pt x="3523" y="1314"/>
                  </a:lnTo>
                  <a:lnTo>
                    <a:pt x="3523" y="260"/>
                  </a:lnTo>
                  <a:cubicBezTo>
                    <a:pt x="3523" y="260"/>
                    <a:pt x="3523" y="246"/>
                    <a:pt x="3523" y="232"/>
                  </a:cubicBezTo>
                  <a:cubicBezTo>
                    <a:pt x="3538" y="116"/>
                    <a:pt x="3451" y="1"/>
                    <a:pt x="3336" y="1"/>
                  </a:cubicBezTo>
                  <a:close/>
                </a:path>
              </a:pathLst>
            </a:custGeom>
            <a:solidFill>
              <a:srgbClr val="EDEF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6" name="Google Shape;15206;p67"/>
            <p:cNvSpPr/>
            <p:nvPr/>
          </p:nvSpPr>
          <p:spPr>
            <a:xfrm>
              <a:off x="1381368" y="2260134"/>
              <a:ext cx="72301" cy="34473"/>
            </a:xfrm>
            <a:custGeom>
              <a:avLst/>
              <a:gdLst/>
              <a:ahLst/>
              <a:cxnLst/>
              <a:rect l="l" t="t" r="r" b="b"/>
              <a:pathLst>
                <a:path w="2758" h="1315" extrusionOk="0">
                  <a:moveTo>
                    <a:pt x="0" y="1"/>
                  </a:moveTo>
                  <a:lnTo>
                    <a:pt x="0" y="1314"/>
                  </a:lnTo>
                  <a:lnTo>
                    <a:pt x="2743" y="1314"/>
                  </a:lnTo>
                  <a:lnTo>
                    <a:pt x="2743" y="260"/>
                  </a:lnTo>
                  <a:cubicBezTo>
                    <a:pt x="2743" y="260"/>
                    <a:pt x="2743" y="246"/>
                    <a:pt x="2743" y="232"/>
                  </a:cubicBezTo>
                  <a:cubicBezTo>
                    <a:pt x="2758" y="116"/>
                    <a:pt x="2671" y="1"/>
                    <a:pt x="2556"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07" name="Google Shape;15207;p67"/>
          <p:cNvGrpSpPr/>
          <p:nvPr/>
        </p:nvGrpSpPr>
        <p:grpSpPr>
          <a:xfrm>
            <a:off x="1796408" y="1981993"/>
            <a:ext cx="372410" cy="372410"/>
            <a:chOff x="1821465" y="1981993"/>
            <a:chExt cx="372410" cy="372410"/>
          </a:xfrm>
        </p:grpSpPr>
        <p:sp>
          <p:nvSpPr>
            <p:cNvPr id="15208" name="Google Shape;15208;p67"/>
            <p:cNvSpPr/>
            <p:nvPr/>
          </p:nvSpPr>
          <p:spPr>
            <a:xfrm>
              <a:off x="1821858" y="1981993"/>
              <a:ext cx="282336" cy="186205"/>
            </a:xfrm>
            <a:custGeom>
              <a:avLst/>
              <a:gdLst/>
              <a:ahLst/>
              <a:cxnLst/>
              <a:rect l="l" t="t" r="r" b="b"/>
              <a:pathLst>
                <a:path w="10770" h="7103" extrusionOk="0">
                  <a:moveTo>
                    <a:pt x="910" y="1"/>
                  </a:moveTo>
                  <a:cubicBezTo>
                    <a:pt x="405" y="1"/>
                    <a:pt x="0" y="405"/>
                    <a:pt x="0" y="925"/>
                  </a:cubicBezTo>
                  <a:lnTo>
                    <a:pt x="0" y="6872"/>
                  </a:lnTo>
                  <a:cubicBezTo>
                    <a:pt x="0" y="7002"/>
                    <a:pt x="101" y="7103"/>
                    <a:pt x="231" y="7103"/>
                  </a:cubicBezTo>
                  <a:lnTo>
                    <a:pt x="2527" y="7103"/>
                  </a:lnTo>
                  <a:cubicBezTo>
                    <a:pt x="2772" y="7103"/>
                    <a:pt x="2989" y="6901"/>
                    <a:pt x="2989" y="6641"/>
                  </a:cubicBezTo>
                  <a:lnTo>
                    <a:pt x="2989" y="6179"/>
                  </a:lnTo>
                  <a:cubicBezTo>
                    <a:pt x="2989" y="5991"/>
                    <a:pt x="2902" y="5804"/>
                    <a:pt x="2758" y="5674"/>
                  </a:cubicBezTo>
                  <a:cubicBezTo>
                    <a:pt x="1848" y="4909"/>
                    <a:pt x="2382" y="3436"/>
                    <a:pt x="3566" y="3436"/>
                  </a:cubicBezTo>
                  <a:cubicBezTo>
                    <a:pt x="4750" y="3436"/>
                    <a:pt x="5284" y="4909"/>
                    <a:pt x="4360" y="5674"/>
                  </a:cubicBezTo>
                  <a:cubicBezTo>
                    <a:pt x="4216" y="5804"/>
                    <a:pt x="4129" y="5991"/>
                    <a:pt x="4129" y="6179"/>
                  </a:cubicBezTo>
                  <a:lnTo>
                    <a:pt x="4129" y="6655"/>
                  </a:lnTo>
                  <a:cubicBezTo>
                    <a:pt x="4129" y="6901"/>
                    <a:pt x="4331" y="7103"/>
                    <a:pt x="4591" y="7103"/>
                  </a:cubicBezTo>
                  <a:lnTo>
                    <a:pt x="7088" y="7103"/>
                  </a:lnTo>
                  <a:lnTo>
                    <a:pt x="7088" y="4577"/>
                  </a:lnTo>
                  <a:cubicBezTo>
                    <a:pt x="7088" y="4331"/>
                    <a:pt x="7290" y="4129"/>
                    <a:pt x="7550" y="4129"/>
                  </a:cubicBezTo>
                  <a:lnTo>
                    <a:pt x="8012" y="4129"/>
                  </a:lnTo>
                  <a:cubicBezTo>
                    <a:pt x="8214" y="4129"/>
                    <a:pt x="8402" y="4216"/>
                    <a:pt x="8532" y="4360"/>
                  </a:cubicBezTo>
                  <a:cubicBezTo>
                    <a:pt x="8795" y="4680"/>
                    <a:pt x="9150" y="4823"/>
                    <a:pt x="9499" y="4823"/>
                  </a:cubicBezTo>
                  <a:cubicBezTo>
                    <a:pt x="10143" y="4823"/>
                    <a:pt x="10769" y="4334"/>
                    <a:pt x="10769" y="3566"/>
                  </a:cubicBezTo>
                  <a:cubicBezTo>
                    <a:pt x="10769" y="2788"/>
                    <a:pt x="10142" y="2296"/>
                    <a:pt x="9496" y="2296"/>
                  </a:cubicBezTo>
                  <a:cubicBezTo>
                    <a:pt x="9148" y="2296"/>
                    <a:pt x="8795" y="2439"/>
                    <a:pt x="8532" y="2758"/>
                  </a:cubicBezTo>
                  <a:cubicBezTo>
                    <a:pt x="8402" y="2902"/>
                    <a:pt x="8214" y="2989"/>
                    <a:pt x="8012" y="2989"/>
                  </a:cubicBezTo>
                  <a:lnTo>
                    <a:pt x="7550" y="2989"/>
                  </a:lnTo>
                  <a:cubicBezTo>
                    <a:pt x="7305" y="2989"/>
                    <a:pt x="7088" y="2772"/>
                    <a:pt x="7088" y="2527"/>
                  </a:cubicBezTo>
                  <a:lnTo>
                    <a:pt x="7088" y="232"/>
                  </a:lnTo>
                  <a:cubicBezTo>
                    <a:pt x="7103" y="116"/>
                    <a:pt x="7002" y="1"/>
                    <a:pt x="6872"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9" name="Google Shape;15209;p67"/>
            <p:cNvSpPr/>
            <p:nvPr/>
          </p:nvSpPr>
          <p:spPr>
            <a:xfrm>
              <a:off x="2007670" y="1981993"/>
              <a:ext cx="186205" cy="282336"/>
            </a:xfrm>
            <a:custGeom>
              <a:avLst/>
              <a:gdLst/>
              <a:ahLst/>
              <a:cxnLst/>
              <a:rect l="l" t="t" r="r" b="b"/>
              <a:pathLst>
                <a:path w="7103" h="10770" extrusionOk="0">
                  <a:moveTo>
                    <a:pt x="246" y="1"/>
                  </a:moveTo>
                  <a:cubicBezTo>
                    <a:pt x="116" y="1"/>
                    <a:pt x="15" y="102"/>
                    <a:pt x="15" y="232"/>
                  </a:cubicBezTo>
                  <a:lnTo>
                    <a:pt x="15" y="2512"/>
                  </a:lnTo>
                  <a:cubicBezTo>
                    <a:pt x="15" y="2772"/>
                    <a:pt x="217" y="2974"/>
                    <a:pt x="462" y="2974"/>
                  </a:cubicBezTo>
                  <a:lnTo>
                    <a:pt x="924" y="2974"/>
                  </a:lnTo>
                  <a:cubicBezTo>
                    <a:pt x="1126" y="2974"/>
                    <a:pt x="1314" y="2902"/>
                    <a:pt x="1444" y="2743"/>
                  </a:cubicBezTo>
                  <a:cubicBezTo>
                    <a:pt x="1705" y="2427"/>
                    <a:pt x="2056" y="2285"/>
                    <a:pt x="2402" y="2285"/>
                  </a:cubicBezTo>
                  <a:cubicBezTo>
                    <a:pt x="3050" y="2285"/>
                    <a:pt x="3681" y="2780"/>
                    <a:pt x="3681" y="3552"/>
                  </a:cubicBezTo>
                  <a:cubicBezTo>
                    <a:pt x="3681" y="4323"/>
                    <a:pt x="3050" y="4819"/>
                    <a:pt x="2402" y="4819"/>
                  </a:cubicBezTo>
                  <a:cubicBezTo>
                    <a:pt x="2056" y="4819"/>
                    <a:pt x="1705" y="4677"/>
                    <a:pt x="1444" y="4360"/>
                  </a:cubicBezTo>
                  <a:cubicBezTo>
                    <a:pt x="1314" y="4201"/>
                    <a:pt x="1126" y="4115"/>
                    <a:pt x="924" y="4115"/>
                  </a:cubicBezTo>
                  <a:lnTo>
                    <a:pt x="448" y="4115"/>
                  </a:lnTo>
                  <a:cubicBezTo>
                    <a:pt x="202" y="4115"/>
                    <a:pt x="0" y="4317"/>
                    <a:pt x="0" y="4577"/>
                  </a:cubicBezTo>
                  <a:lnTo>
                    <a:pt x="0" y="7103"/>
                  </a:lnTo>
                  <a:lnTo>
                    <a:pt x="2526" y="7103"/>
                  </a:lnTo>
                  <a:cubicBezTo>
                    <a:pt x="2772" y="7103"/>
                    <a:pt x="2974" y="7305"/>
                    <a:pt x="2974" y="7565"/>
                  </a:cubicBezTo>
                  <a:lnTo>
                    <a:pt x="2974" y="8012"/>
                  </a:lnTo>
                  <a:cubicBezTo>
                    <a:pt x="2988" y="8214"/>
                    <a:pt x="2902" y="8402"/>
                    <a:pt x="2743" y="8532"/>
                  </a:cubicBezTo>
                  <a:cubicBezTo>
                    <a:pt x="1833" y="9283"/>
                    <a:pt x="2368" y="10769"/>
                    <a:pt x="3551" y="10769"/>
                  </a:cubicBezTo>
                  <a:cubicBezTo>
                    <a:pt x="4735" y="10769"/>
                    <a:pt x="5269" y="9283"/>
                    <a:pt x="4360" y="8532"/>
                  </a:cubicBezTo>
                  <a:cubicBezTo>
                    <a:pt x="4201" y="8402"/>
                    <a:pt x="4114" y="8214"/>
                    <a:pt x="4129" y="8012"/>
                  </a:cubicBezTo>
                  <a:lnTo>
                    <a:pt x="4129" y="7550"/>
                  </a:lnTo>
                  <a:cubicBezTo>
                    <a:pt x="4129" y="7305"/>
                    <a:pt x="4331" y="7103"/>
                    <a:pt x="4576" y="7103"/>
                  </a:cubicBezTo>
                  <a:lnTo>
                    <a:pt x="6886" y="7103"/>
                  </a:lnTo>
                  <a:cubicBezTo>
                    <a:pt x="7001" y="7103"/>
                    <a:pt x="7102" y="7002"/>
                    <a:pt x="7102" y="6872"/>
                  </a:cubicBezTo>
                  <a:lnTo>
                    <a:pt x="7102" y="925"/>
                  </a:lnTo>
                  <a:cubicBezTo>
                    <a:pt x="7102" y="419"/>
                    <a:pt x="6698" y="1"/>
                    <a:pt x="6193"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0" name="Google Shape;15210;p67"/>
            <p:cNvSpPr/>
            <p:nvPr/>
          </p:nvSpPr>
          <p:spPr>
            <a:xfrm>
              <a:off x="1911540" y="2167805"/>
              <a:ext cx="282336" cy="186598"/>
            </a:xfrm>
            <a:custGeom>
              <a:avLst/>
              <a:gdLst/>
              <a:ahLst/>
              <a:cxnLst/>
              <a:rect l="l" t="t" r="r" b="b"/>
              <a:pathLst>
                <a:path w="10770" h="7118" extrusionOk="0">
                  <a:moveTo>
                    <a:pt x="3682" y="0"/>
                  </a:moveTo>
                  <a:lnTo>
                    <a:pt x="3682" y="2527"/>
                  </a:lnTo>
                  <a:cubicBezTo>
                    <a:pt x="3682" y="2786"/>
                    <a:pt x="3480" y="2989"/>
                    <a:pt x="3220" y="2989"/>
                  </a:cubicBezTo>
                  <a:lnTo>
                    <a:pt x="2758" y="2989"/>
                  </a:lnTo>
                  <a:cubicBezTo>
                    <a:pt x="2556" y="2989"/>
                    <a:pt x="2368" y="2902"/>
                    <a:pt x="2238" y="2743"/>
                  </a:cubicBezTo>
                  <a:cubicBezTo>
                    <a:pt x="1977" y="2426"/>
                    <a:pt x="1626" y="2285"/>
                    <a:pt x="1279" y="2285"/>
                  </a:cubicBezTo>
                  <a:cubicBezTo>
                    <a:pt x="632" y="2285"/>
                    <a:pt x="1" y="2780"/>
                    <a:pt x="1" y="3552"/>
                  </a:cubicBezTo>
                  <a:cubicBezTo>
                    <a:pt x="1" y="4323"/>
                    <a:pt x="632" y="4818"/>
                    <a:pt x="1279" y="4818"/>
                  </a:cubicBezTo>
                  <a:cubicBezTo>
                    <a:pt x="1626" y="4818"/>
                    <a:pt x="1977" y="4677"/>
                    <a:pt x="2238" y="4360"/>
                  </a:cubicBezTo>
                  <a:cubicBezTo>
                    <a:pt x="2368" y="4201"/>
                    <a:pt x="2556" y="4129"/>
                    <a:pt x="2758" y="4129"/>
                  </a:cubicBezTo>
                  <a:lnTo>
                    <a:pt x="3220" y="4129"/>
                  </a:lnTo>
                  <a:cubicBezTo>
                    <a:pt x="3465" y="4129"/>
                    <a:pt x="3667" y="4331"/>
                    <a:pt x="3667" y="4591"/>
                  </a:cubicBezTo>
                  <a:lnTo>
                    <a:pt x="3667" y="6872"/>
                  </a:lnTo>
                  <a:cubicBezTo>
                    <a:pt x="3667" y="7002"/>
                    <a:pt x="3768" y="7117"/>
                    <a:pt x="3913" y="7117"/>
                  </a:cubicBezTo>
                  <a:lnTo>
                    <a:pt x="9860" y="7117"/>
                  </a:lnTo>
                  <a:cubicBezTo>
                    <a:pt x="10365" y="7117"/>
                    <a:pt x="10769" y="6698"/>
                    <a:pt x="10769" y="6193"/>
                  </a:cubicBezTo>
                  <a:lnTo>
                    <a:pt x="10769" y="246"/>
                  </a:lnTo>
                  <a:cubicBezTo>
                    <a:pt x="10769" y="116"/>
                    <a:pt x="10668" y="15"/>
                    <a:pt x="10553" y="15"/>
                  </a:cubicBezTo>
                  <a:lnTo>
                    <a:pt x="8272" y="15"/>
                  </a:lnTo>
                  <a:cubicBezTo>
                    <a:pt x="8012" y="15"/>
                    <a:pt x="7810" y="217"/>
                    <a:pt x="7810" y="477"/>
                  </a:cubicBezTo>
                  <a:lnTo>
                    <a:pt x="7810" y="924"/>
                  </a:lnTo>
                  <a:cubicBezTo>
                    <a:pt x="7796" y="1126"/>
                    <a:pt x="7882" y="1314"/>
                    <a:pt x="8041" y="1444"/>
                  </a:cubicBezTo>
                  <a:cubicBezTo>
                    <a:pt x="8951" y="2195"/>
                    <a:pt x="8416" y="3681"/>
                    <a:pt x="7233" y="3681"/>
                  </a:cubicBezTo>
                  <a:cubicBezTo>
                    <a:pt x="6049" y="3681"/>
                    <a:pt x="5515" y="2195"/>
                    <a:pt x="6424" y="1444"/>
                  </a:cubicBezTo>
                  <a:cubicBezTo>
                    <a:pt x="6583" y="1314"/>
                    <a:pt x="6670" y="1126"/>
                    <a:pt x="6670" y="924"/>
                  </a:cubicBezTo>
                  <a:lnTo>
                    <a:pt x="6670" y="462"/>
                  </a:lnTo>
                  <a:cubicBezTo>
                    <a:pt x="6670" y="203"/>
                    <a:pt x="6453" y="0"/>
                    <a:pt x="6208"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1" name="Google Shape;15211;p67"/>
            <p:cNvSpPr/>
            <p:nvPr/>
          </p:nvSpPr>
          <p:spPr>
            <a:xfrm>
              <a:off x="1821465" y="2072067"/>
              <a:ext cx="186598" cy="281942"/>
            </a:xfrm>
            <a:custGeom>
              <a:avLst/>
              <a:gdLst/>
              <a:ahLst/>
              <a:cxnLst/>
              <a:rect l="l" t="t" r="r" b="b"/>
              <a:pathLst>
                <a:path w="7118" h="10755" extrusionOk="0">
                  <a:moveTo>
                    <a:pt x="3566" y="0"/>
                  </a:moveTo>
                  <a:cubicBezTo>
                    <a:pt x="2383" y="0"/>
                    <a:pt x="1849" y="1473"/>
                    <a:pt x="2758" y="2238"/>
                  </a:cubicBezTo>
                  <a:cubicBezTo>
                    <a:pt x="2917" y="2368"/>
                    <a:pt x="2989" y="2555"/>
                    <a:pt x="2989" y="2743"/>
                  </a:cubicBezTo>
                  <a:lnTo>
                    <a:pt x="2989" y="3205"/>
                  </a:lnTo>
                  <a:cubicBezTo>
                    <a:pt x="2989" y="3465"/>
                    <a:pt x="2787" y="3667"/>
                    <a:pt x="2527" y="3667"/>
                  </a:cubicBezTo>
                  <a:lnTo>
                    <a:pt x="246" y="3667"/>
                  </a:lnTo>
                  <a:cubicBezTo>
                    <a:pt x="238" y="3666"/>
                    <a:pt x="230" y="3665"/>
                    <a:pt x="222" y="3665"/>
                  </a:cubicBezTo>
                  <a:cubicBezTo>
                    <a:pt x="102" y="3665"/>
                    <a:pt x="1" y="3762"/>
                    <a:pt x="1" y="3883"/>
                  </a:cubicBezTo>
                  <a:lnTo>
                    <a:pt x="1" y="9845"/>
                  </a:lnTo>
                  <a:cubicBezTo>
                    <a:pt x="1" y="10350"/>
                    <a:pt x="405" y="10755"/>
                    <a:pt x="925" y="10755"/>
                  </a:cubicBezTo>
                  <a:lnTo>
                    <a:pt x="6872" y="10755"/>
                  </a:lnTo>
                  <a:cubicBezTo>
                    <a:pt x="7002" y="10755"/>
                    <a:pt x="7103" y="10654"/>
                    <a:pt x="7103" y="10524"/>
                  </a:cubicBezTo>
                  <a:lnTo>
                    <a:pt x="7103" y="8257"/>
                  </a:lnTo>
                  <a:cubicBezTo>
                    <a:pt x="7103" y="7997"/>
                    <a:pt x="6901" y="7795"/>
                    <a:pt x="6641" y="7795"/>
                  </a:cubicBezTo>
                  <a:lnTo>
                    <a:pt x="6194" y="7795"/>
                  </a:lnTo>
                  <a:cubicBezTo>
                    <a:pt x="5992" y="7795"/>
                    <a:pt x="5804" y="7882"/>
                    <a:pt x="5674" y="8026"/>
                  </a:cubicBezTo>
                  <a:cubicBezTo>
                    <a:pt x="5408" y="8343"/>
                    <a:pt x="5055" y="8485"/>
                    <a:pt x="4709" y="8485"/>
                  </a:cubicBezTo>
                  <a:cubicBezTo>
                    <a:pt x="4062" y="8485"/>
                    <a:pt x="3437" y="7989"/>
                    <a:pt x="3437" y="7218"/>
                  </a:cubicBezTo>
                  <a:cubicBezTo>
                    <a:pt x="3437" y="6450"/>
                    <a:pt x="4057" y="5955"/>
                    <a:pt x="4701" y="5955"/>
                  </a:cubicBezTo>
                  <a:cubicBezTo>
                    <a:pt x="5050" y="5955"/>
                    <a:pt x="5406" y="6100"/>
                    <a:pt x="5674" y="6424"/>
                  </a:cubicBezTo>
                  <a:cubicBezTo>
                    <a:pt x="5804" y="6568"/>
                    <a:pt x="5992" y="6655"/>
                    <a:pt x="6194" y="6655"/>
                  </a:cubicBezTo>
                  <a:lnTo>
                    <a:pt x="6656" y="6655"/>
                  </a:lnTo>
                  <a:cubicBezTo>
                    <a:pt x="6916" y="6655"/>
                    <a:pt x="7118" y="6453"/>
                    <a:pt x="7118" y="6193"/>
                  </a:cubicBezTo>
                  <a:lnTo>
                    <a:pt x="7118" y="3667"/>
                  </a:lnTo>
                  <a:lnTo>
                    <a:pt x="4591" y="3667"/>
                  </a:lnTo>
                  <a:cubicBezTo>
                    <a:pt x="4346" y="3667"/>
                    <a:pt x="4129" y="3465"/>
                    <a:pt x="4129" y="3219"/>
                  </a:cubicBezTo>
                  <a:lnTo>
                    <a:pt x="4129" y="2743"/>
                  </a:lnTo>
                  <a:cubicBezTo>
                    <a:pt x="4129" y="2555"/>
                    <a:pt x="4216" y="2368"/>
                    <a:pt x="4375" y="2238"/>
                  </a:cubicBezTo>
                  <a:cubicBezTo>
                    <a:pt x="5284" y="1473"/>
                    <a:pt x="4750" y="0"/>
                    <a:pt x="3566"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2" name="Google Shape;15212;p67"/>
            <p:cNvSpPr/>
            <p:nvPr/>
          </p:nvSpPr>
          <p:spPr>
            <a:xfrm>
              <a:off x="1821858" y="2167805"/>
              <a:ext cx="42023" cy="186205"/>
            </a:xfrm>
            <a:custGeom>
              <a:avLst/>
              <a:gdLst/>
              <a:ahLst/>
              <a:cxnLst/>
              <a:rect l="l" t="t" r="r" b="b"/>
              <a:pathLst>
                <a:path w="1603" h="7103" extrusionOk="0">
                  <a:moveTo>
                    <a:pt x="231" y="0"/>
                  </a:moveTo>
                  <a:cubicBezTo>
                    <a:pt x="101" y="0"/>
                    <a:pt x="0" y="101"/>
                    <a:pt x="0" y="231"/>
                  </a:cubicBezTo>
                  <a:lnTo>
                    <a:pt x="0" y="6193"/>
                  </a:lnTo>
                  <a:cubicBezTo>
                    <a:pt x="0" y="6698"/>
                    <a:pt x="405" y="7103"/>
                    <a:pt x="910" y="7103"/>
                  </a:cubicBezTo>
                  <a:lnTo>
                    <a:pt x="1603" y="7103"/>
                  </a:lnTo>
                  <a:cubicBezTo>
                    <a:pt x="1097" y="7103"/>
                    <a:pt x="693" y="6698"/>
                    <a:pt x="693" y="6193"/>
                  </a:cubicBezTo>
                  <a:lnTo>
                    <a:pt x="693" y="231"/>
                  </a:lnTo>
                  <a:cubicBezTo>
                    <a:pt x="693" y="101"/>
                    <a:pt x="794" y="0"/>
                    <a:pt x="92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3" name="Google Shape;15213;p67"/>
            <p:cNvSpPr/>
            <p:nvPr/>
          </p:nvSpPr>
          <p:spPr>
            <a:xfrm>
              <a:off x="1869989" y="2072303"/>
              <a:ext cx="51041" cy="95894"/>
            </a:xfrm>
            <a:custGeom>
              <a:avLst/>
              <a:gdLst/>
              <a:ahLst/>
              <a:cxnLst/>
              <a:rect l="l" t="t" r="r" b="b"/>
              <a:pathLst>
                <a:path w="1947" h="3658" extrusionOk="0">
                  <a:moveTo>
                    <a:pt x="1714" y="0"/>
                  </a:moveTo>
                  <a:cubicBezTo>
                    <a:pt x="590" y="0"/>
                    <a:pt x="1" y="1444"/>
                    <a:pt x="907" y="2229"/>
                  </a:cubicBezTo>
                  <a:cubicBezTo>
                    <a:pt x="1066" y="2359"/>
                    <a:pt x="1138" y="2546"/>
                    <a:pt x="1138" y="2748"/>
                  </a:cubicBezTo>
                  <a:lnTo>
                    <a:pt x="1138" y="3196"/>
                  </a:lnTo>
                  <a:cubicBezTo>
                    <a:pt x="1138" y="3456"/>
                    <a:pt x="936" y="3658"/>
                    <a:pt x="676" y="3658"/>
                  </a:cubicBezTo>
                  <a:lnTo>
                    <a:pt x="1138" y="3658"/>
                  </a:lnTo>
                  <a:cubicBezTo>
                    <a:pt x="1398" y="3658"/>
                    <a:pt x="1600" y="3456"/>
                    <a:pt x="1600" y="3196"/>
                  </a:cubicBezTo>
                  <a:lnTo>
                    <a:pt x="1600" y="2734"/>
                  </a:lnTo>
                  <a:cubicBezTo>
                    <a:pt x="1600" y="2546"/>
                    <a:pt x="1513" y="2359"/>
                    <a:pt x="1369" y="2229"/>
                  </a:cubicBezTo>
                  <a:cubicBezTo>
                    <a:pt x="561" y="1536"/>
                    <a:pt x="893" y="222"/>
                    <a:pt x="1946" y="20"/>
                  </a:cubicBezTo>
                  <a:cubicBezTo>
                    <a:pt x="1867" y="7"/>
                    <a:pt x="1789" y="0"/>
                    <a:pt x="1714"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4" name="Google Shape;15214;p67"/>
            <p:cNvSpPr/>
            <p:nvPr/>
          </p:nvSpPr>
          <p:spPr>
            <a:xfrm>
              <a:off x="1821858" y="1981993"/>
              <a:ext cx="42023" cy="186205"/>
            </a:xfrm>
            <a:custGeom>
              <a:avLst/>
              <a:gdLst/>
              <a:ahLst/>
              <a:cxnLst/>
              <a:rect l="l" t="t" r="r" b="b"/>
              <a:pathLst>
                <a:path w="1603" h="7103" extrusionOk="0">
                  <a:moveTo>
                    <a:pt x="910" y="1"/>
                  </a:moveTo>
                  <a:cubicBezTo>
                    <a:pt x="405" y="1"/>
                    <a:pt x="0" y="405"/>
                    <a:pt x="0" y="925"/>
                  </a:cubicBezTo>
                  <a:lnTo>
                    <a:pt x="0" y="6872"/>
                  </a:lnTo>
                  <a:cubicBezTo>
                    <a:pt x="0" y="7002"/>
                    <a:pt x="101" y="7103"/>
                    <a:pt x="231" y="7103"/>
                  </a:cubicBezTo>
                  <a:lnTo>
                    <a:pt x="910" y="7103"/>
                  </a:lnTo>
                  <a:cubicBezTo>
                    <a:pt x="794" y="7103"/>
                    <a:pt x="693" y="7002"/>
                    <a:pt x="693" y="6872"/>
                  </a:cubicBezTo>
                  <a:lnTo>
                    <a:pt x="693" y="925"/>
                  </a:lnTo>
                  <a:cubicBezTo>
                    <a:pt x="693" y="405"/>
                    <a:pt x="1097" y="1"/>
                    <a:pt x="1603"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5" name="Google Shape;15215;p67"/>
            <p:cNvSpPr/>
            <p:nvPr/>
          </p:nvSpPr>
          <p:spPr>
            <a:xfrm>
              <a:off x="2076904" y="2041658"/>
              <a:ext cx="45064" cy="66560"/>
            </a:xfrm>
            <a:custGeom>
              <a:avLst/>
              <a:gdLst/>
              <a:ahLst/>
              <a:cxnLst/>
              <a:rect l="l" t="t" r="r" b="b"/>
              <a:pathLst>
                <a:path w="1719" h="2539" extrusionOk="0">
                  <a:moveTo>
                    <a:pt x="347" y="0"/>
                  </a:moveTo>
                  <a:cubicBezTo>
                    <a:pt x="233" y="0"/>
                    <a:pt x="116" y="16"/>
                    <a:pt x="1" y="49"/>
                  </a:cubicBezTo>
                  <a:cubicBezTo>
                    <a:pt x="1343" y="323"/>
                    <a:pt x="1343" y="2228"/>
                    <a:pt x="15" y="2517"/>
                  </a:cubicBezTo>
                  <a:cubicBezTo>
                    <a:pt x="87" y="2532"/>
                    <a:pt x="163" y="2539"/>
                    <a:pt x="241" y="2539"/>
                  </a:cubicBezTo>
                  <a:cubicBezTo>
                    <a:pt x="318" y="2539"/>
                    <a:pt x="398" y="2532"/>
                    <a:pt x="477" y="2517"/>
                  </a:cubicBezTo>
                  <a:cubicBezTo>
                    <a:pt x="1213" y="2445"/>
                    <a:pt x="1719" y="1752"/>
                    <a:pt x="1589" y="1016"/>
                  </a:cubicBezTo>
                  <a:cubicBezTo>
                    <a:pt x="1468" y="412"/>
                    <a:pt x="933" y="0"/>
                    <a:pt x="347"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6" name="Google Shape;15216;p67"/>
            <p:cNvSpPr/>
            <p:nvPr/>
          </p:nvSpPr>
          <p:spPr>
            <a:xfrm>
              <a:off x="2008037" y="1981993"/>
              <a:ext cx="23882" cy="78357"/>
            </a:xfrm>
            <a:custGeom>
              <a:avLst/>
              <a:gdLst/>
              <a:ahLst/>
              <a:cxnLst/>
              <a:rect l="l" t="t" r="r" b="b"/>
              <a:pathLst>
                <a:path w="911" h="2989" extrusionOk="0">
                  <a:moveTo>
                    <a:pt x="232" y="1"/>
                  </a:moveTo>
                  <a:cubicBezTo>
                    <a:pt x="102" y="1"/>
                    <a:pt x="1" y="102"/>
                    <a:pt x="1" y="232"/>
                  </a:cubicBezTo>
                  <a:lnTo>
                    <a:pt x="1" y="2527"/>
                  </a:lnTo>
                  <a:cubicBezTo>
                    <a:pt x="1" y="2772"/>
                    <a:pt x="203" y="2974"/>
                    <a:pt x="448" y="2989"/>
                  </a:cubicBezTo>
                  <a:lnTo>
                    <a:pt x="910" y="2989"/>
                  </a:lnTo>
                  <a:cubicBezTo>
                    <a:pt x="665" y="2974"/>
                    <a:pt x="448" y="2772"/>
                    <a:pt x="448" y="2527"/>
                  </a:cubicBezTo>
                  <a:lnTo>
                    <a:pt x="448" y="232"/>
                  </a:lnTo>
                  <a:cubicBezTo>
                    <a:pt x="448" y="102"/>
                    <a:pt x="549" y="1"/>
                    <a:pt x="679"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7" name="Google Shape;15217;p67"/>
            <p:cNvSpPr/>
            <p:nvPr/>
          </p:nvSpPr>
          <p:spPr>
            <a:xfrm>
              <a:off x="2008037" y="2090234"/>
              <a:ext cx="23882" cy="77963"/>
            </a:xfrm>
            <a:custGeom>
              <a:avLst/>
              <a:gdLst/>
              <a:ahLst/>
              <a:cxnLst/>
              <a:rect l="l" t="t" r="r" b="b"/>
              <a:pathLst>
                <a:path w="911" h="2974" extrusionOk="0">
                  <a:moveTo>
                    <a:pt x="448" y="0"/>
                  </a:moveTo>
                  <a:cubicBezTo>
                    <a:pt x="203" y="0"/>
                    <a:pt x="1" y="202"/>
                    <a:pt x="1" y="448"/>
                  </a:cubicBezTo>
                  <a:lnTo>
                    <a:pt x="1" y="2974"/>
                  </a:lnTo>
                  <a:lnTo>
                    <a:pt x="448" y="2974"/>
                  </a:lnTo>
                  <a:lnTo>
                    <a:pt x="448" y="448"/>
                  </a:lnTo>
                  <a:cubicBezTo>
                    <a:pt x="448" y="202"/>
                    <a:pt x="665" y="0"/>
                    <a:pt x="910"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8" name="Google Shape;15218;p67"/>
            <p:cNvSpPr/>
            <p:nvPr/>
          </p:nvSpPr>
          <p:spPr>
            <a:xfrm>
              <a:off x="2058737" y="2168172"/>
              <a:ext cx="48105" cy="95973"/>
            </a:xfrm>
            <a:custGeom>
              <a:avLst/>
              <a:gdLst/>
              <a:ahLst/>
              <a:cxnLst/>
              <a:rect l="l" t="t" r="r" b="b"/>
              <a:pathLst>
                <a:path w="1835" h="3661" extrusionOk="0">
                  <a:moveTo>
                    <a:pt x="578" y="1"/>
                  </a:moveTo>
                  <a:cubicBezTo>
                    <a:pt x="824" y="1"/>
                    <a:pt x="1026" y="203"/>
                    <a:pt x="1026" y="463"/>
                  </a:cubicBezTo>
                  <a:lnTo>
                    <a:pt x="1026" y="925"/>
                  </a:lnTo>
                  <a:cubicBezTo>
                    <a:pt x="1026" y="1127"/>
                    <a:pt x="939" y="1314"/>
                    <a:pt x="795" y="1444"/>
                  </a:cubicBezTo>
                  <a:cubicBezTo>
                    <a:pt x="1" y="2108"/>
                    <a:pt x="319" y="3408"/>
                    <a:pt x="1329" y="3639"/>
                  </a:cubicBezTo>
                  <a:cubicBezTo>
                    <a:pt x="1416" y="3653"/>
                    <a:pt x="1499" y="3660"/>
                    <a:pt x="1582" y="3660"/>
                  </a:cubicBezTo>
                  <a:cubicBezTo>
                    <a:pt x="1665" y="3660"/>
                    <a:pt x="1748" y="3653"/>
                    <a:pt x="1834" y="3639"/>
                  </a:cubicBezTo>
                  <a:lnTo>
                    <a:pt x="1791" y="3624"/>
                  </a:lnTo>
                  <a:cubicBezTo>
                    <a:pt x="780" y="3393"/>
                    <a:pt x="463" y="2108"/>
                    <a:pt x="1257" y="1430"/>
                  </a:cubicBezTo>
                  <a:cubicBezTo>
                    <a:pt x="1401" y="1314"/>
                    <a:pt x="1488" y="1112"/>
                    <a:pt x="1488" y="925"/>
                  </a:cubicBezTo>
                  <a:lnTo>
                    <a:pt x="1488" y="463"/>
                  </a:lnTo>
                  <a:cubicBezTo>
                    <a:pt x="1488" y="203"/>
                    <a:pt x="1286" y="1"/>
                    <a:pt x="1026"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9" name="Google Shape;15219;p67"/>
            <p:cNvSpPr/>
            <p:nvPr/>
          </p:nvSpPr>
          <p:spPr>
            <a:xfrm>
              <a:off x="1995926" y="2167805"/>
              <a:ext cx="23882" cy="78357"/>
            </a:xfrm>
            <a:custGeom>
              <a:avLst/>
              <a:gdLst/>
              <a:ahLst/>
              <a:cxnLst/>
              <a:rect l="l" t="t" r="r" b="b"/>
              <a:pathLst>
                <a:path w="911" h="2989" extrusionOk="0">
                  <a:moveTo>
                    <a:pt x="448" y="0"/>
                  </a:moveTo>
                  <a:lnTo>
                    <a:pt x="448" y="2527"/>
                  </a:lnTo>
                  <a:cubicBezTo>
                    <a:pt x="448" y="2786"/>
                    <a:pt x="246" y="2989"/>
                    <a:pt x="1" y="2989"/>
                  </a:cubicBezTo>
                  <a:lnTo>
                    <a:pt x="463" y="2989"/>
                  </a:lnTo>
                  <a:cubicBezTo>
                    <a:pt x="708" y="2989"/>
                    <a:pt x="910" y="2786"/>
                    <a:pt x="910" y="2527"/>
                  </a:cubicBezTo>
                  <a:lnTo>
                    <a:pt x="910"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0" name="Google Shape;15220;p67"/>
            <p:cNvSpPr/>
            <p:nvPr/>
          </p:nvSpPr>
          <p:spPr>
            <a:xfrm>
              <a:off x="1905484" y="2228152"/>
              <a:ext cx="45431" cy="66586"/>
            </a:xfrm>
            <a:custGeom>
              <a:avLst/>
              <a:gdLst/>
              <a:ahLst/>
              <a:cxnLst/>
              <a:rect l="l" t="t" r="r" b="b"/>
              <a:pathLst>
                <a:path w="1733" h="2540" extrusionOk="0">
                  <a:moveTo>
                    <a:pt x="1487" y="1"/>
                  </a:moveTo>
                  <a:cubicBezTo>
                    <a:pt x="1412" y="1"/>
                    <a:pt x="1336" y="8"/>
                    <a:pt x="1256" y="23"/>
                  </a:cubicBezTo>
                  <a:cubicBezTo>
                    <a:pt x="520" y="95"/>
                    <a:pt x="1" y="788"/>
                    <a:pt x="145" y="1509"/>
                  </a:cubicBezTo>
                  <a:cubicBezTo>
                    <a:pt x="254" y="2126"/>
                    <a:pt x="787" y="2540"/>
                    <a:pt x="1382" y="2540"/>
                  </a:cubicBezTo>
                  <a:cubicBezTo>
                    <a:pt x="1497" y="2540"/>
                    <a:pt x="1615" y="2524"/>
                    <a:pt x="1733" y="2491"/>
                  </a:cubicBezTo>
                  <a:cubicBezTo>
                    <a:pt x="1026" y="2361"/>
                    <a:pt x="578" y="1683"/>
                    <a:pt x="737" y="990"/>
                  </a:cubicBezTo>
                  <a:cubicBezTo>
                    <a:pt x="838" y="499"/>
                    <a:pt x="1228" y="109"/>
                    <a:pt x="1718" y="23"/>
                  </a:cubicBezTo>
                  <a:cubicBezTo>
                    <a:pt x="1639" y="8"/>
                    <a:pt x="1563" y="1"/>
                    <a:pt x="1487"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1" name="Google Shape;15221;p67"/>
            <p:cNvSpPr/>
            <p:nvPr/>
          </p:nvSpPr>
          <p:spPr>
            <a:xfrm>
              <a:off x="1995926" y="2276020"/>
              <a:ext cx="29938" cy="77990"/>
            </a:xfrm>
            <a:custGeom>
              <a:avLst/>
              <a:gdLst/>
              <a:ahLst/>
              <a:cxnLst/>
              <a:rect l="l" t="t" r="r" b="b"/>
              <a:pathLst>
                <a:path w="1142" h="2975" extrusionOk="0">
                  <a:moveTo>
                    <a:pt x="1" y="1"/>
                  </a:moveTo>
                  <a:cubicBezTo>
                    <a:pt x="246" y="1"/>
                    <a:pt x="448" y="203"/>
                    <a:pt x="448" y="463"/>
                  </a:cubicBezTo>
                  <a:lnTo>
                    <a:pt x="448" y="2744"/>
                  </a:lnTo>
                  <a:cubicBezTo>
                    <a:pt x="448" y="2874"/>
                    <a:pt x="549" y="2975"/>
                    <a:pt x="679" y="2975"/>
                  </a:cubicBezTo>
                  <a:lnTo>
                    <a:pt x="1141" y="2975"/>
                  </a:lnTo>
                  <a:cubicBezTo>
                    <a:pt x="1011" y="2975"/>
                    <a:pt x="910" y="2874"/>
                    <a:pt x="910" y="2744"/>
                  </a:cubicBezTo>
                  <a:lnTo>
                    <a:pt x="910" y="463"/>
                  </a:lnTo>
                  <a:cubicBezTo>
                    <a:pt x="910" y="203"/>
                    <a:pt x="708" y="1"/>
                    <a:pt x="448"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22" name="Google Shape;15222;p67"/>
          <p:cNvGrpSpPr/>
          <p:nvPr/>
        </p:nvGrpSpPr>
        <p:grpSpPr>
          <a:xfrm>
            <a:off x="2251291" y="1981809"/>
            <a:ext cx="415901" cy="372699"/>
            <a:chOff x="2276348" y="1981809"/>
            <a:chExt cx="415901" cy="372699"/>
          </a:xfrm>
        </p:grpSpPr>
        <p:sp>
          <p:nvSpPr>
            <p:cNvPr id="15223" name="Google Shape;15223;p67"/>
            <p:cNvSpPr/>
            <p:nvPr/>
          </p:nvSpPr>
          <p:spPr>
            <a:xfrm>
              <a:off x="2350510" y="2034606"/>
              <a:ext cx="267209" cy="267183"/>
            </a:xfrm>
            <a:custGeom>
              <a:avLst/>
              <a:gdLst/>
              <a:ahLst/>
              <a:cxnLst/>
              <a:rect l="l" t="t" r="r" b="b"/>
              <a:pathLst>
                <a:path w="10193" h="10192" extrusionOk="0">
                  <a:moveTo>
                    <a:pt x="5096" y="0"/>
                  </a:moveTo>
                  <a:cubicBezTo>
                    <a:pt x="2282" y="0"/>
                    <a:pt x="1" y="2281"/>
                    <a:pt x="1" y="5096"/>
                  </a:cubicBezTo>
                  <a:cubicBezTo>
                    <a:pt x="1" y="7911"/>
                    <a:pt x="2282" y="10192"/>
                    <a:pt x="5096" y="10192"/>
                  </a:cubicBezTo>
                  <a:cubicBezTo>
                    <a:pt x="7911" y="10192"/>
                    <a:pt x="10192" y="7911"/>
                    <a:pt x="10192" y="5096"/>
                  </a:cubicBezTo>
                  <a:cubicBezTo>
                    <a:pt x="10192" y="2281"/>
                    <a:pt x="7911" y="0"/>
                    <a:pt x="5096"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4" name="Google Shape;15224;p67"/>
            <p:cNvSpPr/>
            <p:nvPr/>
          </p:nvSpPr>
          <p:spPr>
            <a:xfrm>
              <a:off x="2324033" y="2037254"/>
              <a:ext cx="254312" cy="264614"/>
            </a:xfrm>
            <a:custGeom>
              <a:avLst/>
              <a:gdLst/>
              <a:ahLst/>
              <a:cxnLst/>
              <a:rect l="l" t="t" r="r" b="b"/>
              <a:pathLst>
                <a:path w="9701" h="10094" extrusionOk="0">
                  <a:moveTo>
                    <a:pt x="5067" y="0"/>
                  </a:moveTo>
                  <a:lnTo>
                    <a:pt x="5067" y="0"/>
                  </a:lnTo>
                  <a:cubicBezTo>
                    <a:pt x="1718" y="693"/>
                    <a:pt x="0" y="4403"/>
                    <a:pt x="1603" y="7406"/>
                  </a:cubicBezTo>
                  <a:cubicBezTo>
                    <a:pt x="2546" y="9157"/>
                    <a:pt x="4320" y="10094"/>
                    <a:pt x="6115" y="10094"/>
                  </a:cubicBezTo>
                  <a:cubicBezTo>
                    <a:pt x="7397" y="10094"/>
                    <a:pt x="8691" y="9616"/>
                    <a:pt x="9701" y="8618"/>
                  </a:cubicBezTo>
                  <a:lnTo>
                    <a:pt x="9701" y="8618"/>
                  </a:lnTo>
                  <a:cubicBezTo>
                    <a:pt x="9354" y="8676"/>
                    <a:pt x="9008" y="8719"/>
                    <a:pt x="8647" y="8719"/>
                  </a:cubicBezTo>
                  <a:cubicBezTo>
                    <a:pt x="4100" y="8719"/>
                    <a:pt x="1834" y="3205"/>
                    <a:pt x="5067"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5" name="Google Shape;15225;p67"/>
            <p:cNvSpPr/>
            <p:nvPr/>
          </p:nvSpPr>
          <p:spPr>
            <a:xfrm>
              <a:off x="2405771" y="2035734"/>
              <a:ext cx="211948" cy="264169"/>
            </a:xfrm>
            <a:custGeom>
              <a:avLst/>
              <a:gdLst/>
              <a:ahLst/>
              <a:cxnLst/>
              <a:rect l="l" t="t" r="r" b="b"/>
              <a:pathLst>
                <a:path w="8085" h="10077" extrusionOk="0">
                  <a:moveTo>
                    <a:pt x="3725" y="0"/>
                  </a:moveTo>
                  <a:lnTo>
                    <a:pt x="4071" y="419"/>
                  </a:lnTo>
                  <a:cubicBezTo>
                    <a:pt x="4114" y="477"/>
                    <a:pt x="4129" y="549"/>
                    <a:pt x="4100" y="607"/>
                  </a:cubicBezTo>
                  <a:lnTo>
                    <a:pt x="3869" y="1155"/>
                  </a:lnTo>
                  <a:cubicBezTo>
                    <a:pt x="3853" y="1188"/>
                    <a:pt x="3823" y="1207"/>
                    <a:pt x="3792" y="1207"/>
                  </a:cubicBezTo>
                  <a:cubicBezTo>
                    <a:pt x="3768" y="1207"/>
                    <a:pt x="3744" y="1195"/>
                    <a:pt x="3725" y="1170"/>
                  </a:cubicBezTo>
                  <a:lnTo>
                    <a:pt x="3508" y="852"/>
                  </a:lnTo>
                  <a:cubicBezTo>
                    <a:pt x="3465" y="809"/>
                    <a:pt x="3407" y="780"/>
                    <a:pt x="3349" y="780"/>
                  </a:cubicBezTo>
                  <a:lnTo>
                    <a:pt x="3118" y="794"/>
                  </a:lnTo>
                  <a:cubicBezTo>
                    <a:pt x="3032" y="794"/>
                    <a:pt x="2960" y="838"/>
                    <a:pt x="2902" y="910"/>
                  </a:cubicBezTo>
                  <a:lnTo>
                    <a:pt x="2252" y="1892"/>
                  </a:lnTo>
                  <a:cubicBezTo>
                    <a:pt x="2194" y="1978"/>
                    <a:pt x="2238" y="2094"/>
                    <a:pt x="2353" y="2122"/>
                  </a:cubicBezTo>
                  <a:lnTo>
                    <a:pt x="2656" y="2180"/>
                  </a:lnTo>
                  <a:cubicBezTo>
                    <a:pt x="2667" y="2182"/>
                    <a:pt x="2677" y="2182"/>
                    <a:pt x="2688" y="2182"/>
                  </a:cubicBezTo>
                  <a:cubicBezTo>
                    <a:pt x="2778" y="2182"/>
                    <a:pt x="2861" y="2128"/>
                    <a:pt x="2887" y="2050"/>
                  </a:cubicBezTo>
                  <a:lnTo>
                    <a:pt x="3046" y="1646"/>
                  </a:lnTo>
                  <a:cubicBezTo>
                    <a:pt x="3063" y="1579"/>
                    <a:pt x="3124" y="1541"/>
                    <a:pt x="3186" y="1541"/>
                  </a:cubicBezTo>
                  <a:cubicBezTo>
                    <a:pt x="3231" y="1541"/>
                    <a:pt x="3276" y="1561"/>
                    <a:pt x="3306" y="1603"/>
                  </a:cubicBezTo>
                  <a:lnTo>
                    <a:pt x="3436" y="1776"/>
                  </a:lnTo>
                  <a:lnTo>
                    <a:pt x="3364" y="2310"/>
                  </a:lnTo>
                  <a:cubicBezTo>
                    <a:pt x="3364" y="2353"/>
                    <a:pt x="3335" y="2368"/>
                    <a:pt x="3292" y="2382"/>
                  </a:cubicBezTo>
                  <a:lnTo>
                    <a:pt x="2613" y="2483"/>
                  </a:lnTo>
                  <a:cubicBezTo>
                    <a:pt x="2584" y="2483"/>
                    <a:pt x="2555" y="2498"/>
                    <a:pt x="2526" y="2512"/>
                  </a:cubicBezTo>
                  <a:lnTo>
                    <a:pt x="1848" y="3017"/>
                  </a:lnTo>
                  <a:cubicBezTo>
                    <a:pt x="1776" y="3061"/>
                    <a:pt x="1733" y="3147"/>
                    <a:pt x="1718" y="3220"/>
                  </a:cubicBezTo>
                  <a:lnTo>
                    <a:pt x="1646" y="3494"/>
                  </a:lnTo>
                  <a:cubicBezTo>
                    <a:pt x="1617" y="3580"/>
                    <a:pt x="1545" y="3638"/>
                    <a:pt x="1458" y="3638"/>
                  </a:cubicBezTo>
                  <a:lnTo>
                    <a:pt x="1141" y="3595"/>
                  </a:lnTo>
                  <a:cubicBezTo>
                    <a:pt x="1069" y="3595"/>
                    <a:pt x="996" y="3638"/>
                    <a:pt x="967" y="3710"/>
                  </a:cubicBezTo>
                  <a:lnTo>
                    <a:pt x="794" y="4172"/>
                  </a:lnTo>
                  <a:cubicBezTo>
                    <a:pt x="765" y="4273"/>
                    <a:pt x="809" y="4374"/>
                    <a:pt x="910" y="4403"/>
                  </a:cubicBezTo>
                  <a:lnTo>
                    <a:pt x="1299" y="4519"/>
                  </a:lnTo>
                  <a:cubicBezTo>
                    <a:pt x="1317" y="4524"/>
                    <a:pt x="1335" y="4526"/>
                    <a:pt x="1353" y="4526"/>
                  </a:cubicBezTo>
                  <a:cubicBezTo>
                    <a:pt x="1435" y="4526"/>
                    <a:pt x="1509" y="4475"/>
                    <a:pt x="1545" y="4403"/>
                  </a:cubicBezTo>
                  <a:lnTo>
                    <a:pt x="1790" y="3855"/>
                  </a:lnTo>
                  <a:cubicBezTo>
                    <a:pt x="1834" y="3754"/>
                    <a:pt x="1906" y="3696"/>
                    <a:pt x="2007" y="3653"/>
                  </a:cubicBezTo>
                  <a:lnTo>
                    <a:pt x="2411" y="3523"/>
                  </a:lnTo>
                  <a:lnTo>
                    <a:pt x="2974" y="4201"/>
                  </a:lnTo>
                  <a:lnTo>
                    <a:pt x="2916" y="4360"/>
                  </a:lnTo>
                  <a:cubicBezTo>
                    <a:pt x="2887" y="4447"/>
                    <a:pt x="2931" y="4562"/>
                    <a:pt x="3032" y="4591"/>
                  </a:cubicBezTo>
                  <a:cubicBezTo>
                    <a:pt x="3046" y="4591"/>
                    <a:pt x="3075" y="4605"/>
                    <a:pt x="3089" y="4605"/>
                  </a:cubicBezTo>
                  <a:cubicBezTo>
                    <a:pt x="3176" y="4605"/>
                    <a:pt x="3248" y="4548"/>
                    <a:pt x="3277" y="4475"/>
                  </a:cubicBezTo>
                  <a:lnTo>
                    <a:pt x="3320" y="4317"/>
                  </a:lnTo>
                  <a:cubicBezTo>
                    <a:pt x="3364" y="4201"/>
                    <a:pt x="3335" y="4071"/>
                    <a:pt x="3263" y="3970"/>
                  </a:cubicBezTo>
                  <a:lnTo>
                    <a:pt x="2801" y="3407"/>
                  </a:lnTo>
                  <a:lnTo>
                    <a:pt x="2916" y="3364"/>
                  </a:lnTo>
                  <a:lnTo>
                    <a:pt x="3306" y="3609"/>
                  </a:lnTo>
                  <a:cubicBezTo>
                    <a:pt x="3393" y="3667"/>
                    <a:pt x="3450" y="3754"/>
                    <a:pt x="3479" y="3855"/>
                  </a:cubicBezTo>
                  <a:lnTo>
                    <a:pt x="3566" y="4273"/>
                  </a:lnTo>
                  <a:cubicBezTo>
                    <a:pt x="3580" y="4360"/>
                    <a:pt x="3652" y="4418"/>
                    <a:pt x="3739" y="4418"/>
                  </a:cubicBezTo>
                  <a:lnTo>
                    <a:pt x="3782" y="4418"/>
                  </a:lnTo>
                  <a:cubicBezTo>
                    <a:pt x="3883" y="4403"/>
                    <a:pt x="3941" y="4302"/>
                    <a:pt x="3927" y="4201"/>
                  </a:cubicBezTo>
                  <a:lnTo>
                    <a:pt x="3883" y="3956"/>
                  </a:lnTo>
                  <a:cubicBezTo>
                    <a:pt x="3855" y="3869"/>
                    <a:pt x="3912" y="3797"/>
                    <a:pt x="3999" y="3783"/>
                  </a:cubicBezTo>
                  <a:cubicBezTo>
                    <a:pt x="4071" y="3768"/>
                    <a:pt x="4114" y="3725"/>
                    <a:pt x="4129" y="3667"/>
                  </a:cubicBezTo>
                  <a:lnTo>
                    <a:pt x="4215" y="3234"/>
                  </a:lnTo>
                  <a:cubicBezTo>
                    <a:pt x="4244" y="3147"/>
                    <a:pt x="4316" y="3104"/>
                    <a:pt x="4403" y="3104"/>
                  </a:cubicBezTo>
                  <a:lnTo>
                    <a:pt x="4490" y="3104"/>
                  </a:lnTo>
                  <a:cubicBezTo>
                    <a:pt x="4533" y="3104"/>
                    <a:pt x="4591" y="3090"/>
                    <a:pt x="4620" y="3061"/>
                  </a:cubicBezTo>
                  <a:cubicBezTo>
                    <a:pt x="4649" y="3017"/>
                    <a:pt x="4706" y="3003"/>
                    <a:pt x="4750" y="3003"/>
                  </a:cubicBezTo>
                  <a:lnTo>
                    <a:pt x="5024" y="3032"/>
                  </a:lnTo>
                  <a:cubicBezTo>
                    <a:pt x="5082" y="3046"/>
                    <a:pt x="5125" y="3090"/>
                    <a:pt x="5139" y="3147"/>
                  </a:cubicBezTo>
                  <a:lnTo>
                    <a:pt x="5168" y="3263"/>
                  </a:lnTo>
                  <a:cubicBezTo>
                    <a:pt x="5183" y="3349"/>
                    <a:pt x="5139" y="3451"/>
                    <a:pt x="5053" y="3479"/>
                  </a:cubicBezTo>
                  <a:lnTo>
                    <a:pt x="4259" y="3710"/>
                  </a:lnTo>
                  <a:cubicBezTo>
                    <a:pt x="4158" y="3739"/>
                    <a:pt x="4129" y="3840"/>
                    <a:pt x="4201" y="3912"/>
                  </a:cubicBezTo>
                  <a:lnTo>
                    <a:pt x="4273" y="3999"/>
                  </a:lnTo>
                  <a:cubicBezTo>
                    <a:pt x="4302" y="4028"/>
                    <a:pt x="4345" y="4057"/>
                    <a:pt x="4403" y="4057"/>
                  </a:cubicBezTo>
                  <a:lnTo>
                    <a:pt x="4865" y="4014"/>
                  </a:lnTo>
                  <a:cubicBezTo>
                    <a:pt x="4952" y="4014"/>
                    <a:pt x="5024" y="4071"/>
                    <a:pt x="5038" y="4158"/>
                  </a:cubicBezTo>
                  <a:lnTo>
                    <a:pt x="5067" y="4273"/>
                  </a:lnTo>
                  <a:cubicBezTo>
                    <a:pt x="5096" y="4475"/>
                    <a:pt x="4952" y="4663"/>
                    <a:pt x="4750" y="4692"/>
                  </a:cubicBezTo>
                  <a:lnTo>
                    <a:pt x="3855" y="4764"/>
                  </a:lnTo>
                  <a:cubicBezTo>
                    <a:pt x="3754" y="4764"/>
                    <a:pt x="3696" y="4865"/>
                    <a:pt x="3725" y="4966"/>
                  </a:cubicBezTo>
                  <a:cubicBezTo>
                    <a:pt x="3750" y="5070"/>
                    <a:pt x="3661" y="5173"/>
                    <a:pt x="3559" y="5173"/>
                  </a:cubicBezTo>
                  <a:cubicBezTo>
                    <a:pt x="3547" y="5173"/>
                    <a:pt x="3535" y="5171"/>
                    <a:pt x="3523" y="5168"/>
                  </a:cubicBezTo>
                  <a:lnTo>
                    <a:pt x="2859" y="4937"/>
                  </a:lnTo>
                  <a:cubicBezTo>
                    <a:pt x="2772" y="4909"/>
                    <a:pt x="2700" y="4836"/>
                    <a:pt x="2685" y="4750"/>
                  </a:cubicBezTo>
                  <a:cubicBezTo>
                    <a:pt x="2671" y="4620"/>
                    <a:pt x="2555" y="4533"/>
                    <a:pt x="2440" y="4533"/>
                  </a:cubicBezTo>
                  <a:lnTo>
                    <a:pt x="1805" y="4548"/>
                  </a:lnTo>
                  <a:cubicBezTo>
                    <a:pt x="1574" y="4562"/>
                    <a:pt x="1357" y="4605"/>
                    <a:pt x="1155" y="4692"/>
                  </a:cubicBezTo>
                  <a:lnTo>
                    <a:pt x="939" y="4793"/>
                  </a:lnTo>
                  <a:cubicBezTo>
                    <a:pt x="809" y="4851"/>
                    <a:pt x="737" y="4966"/>
                    <a:pt x="722" y="5096"/>
                  </a:cubicBezTo>
                  <a:lnTo>
                    <a:pt x="722" y="5284"/>
                  </a:lnTo>
                  <a:lnTo>
                    <a:pt x="87" y="6006"/>
                  </a:lnTo>
                  <a:cubicBezTo>
                    <a:pt x="44" y="6063"/>
                    <a:pt x="0" y="6150"/>
                    <a:pt x="0" y="6237"/>
                  </a:cubicBezTo>
                  <a:lnTo>
                    <a:pt x="0" y="7002"/>
                  </a:lnTo>
                  <a:cubicBezTo>
                    <a:pt x="0" y="7146"/>
                    <a:pt x="58" y="7290"/>
                    <a:pt x="159" y="7391"/>
                  </a:cubicBezTo>
                  <a:lnTo>
                    <a:pt x="722" y="7925"/>
                  </a:lnTo>
                  <a:cubicBezTo>
                    <a:pt x="809" y="8012"/>
                    <a:pt x="924" y="8055"/>
                    <a:pt x="1040" y="8070"/>
                  </a:cubicBezTo>
                  <a:lnTo>
                    <a:pt x="2700" y="8214"/>
                  </a:lnTo>
                  <a:cubicBezTo>
                    <a:pt x="2801" y="8229"/>
                    <a:pt x="2887" y="8315"/>
                    <a:pt x="2873" y="8416"/>
                  </a:cubicBezTo>
                  <a:lnTo>
                    <a:pt x="2859" y="8503"/>
                  </a:lnTo>
                  <a:cubicBezTo>
                    <a:pt x="2844" y="8618"/>
                    <a:pt x="2902" y="8748"/>
                    <a:pt x="3003" y="8820"/>
                  </a:cubicBezTo>
                  <a:lnTo>
                    <a:pt x="3407" y="9124"/>
                  </a:lnTo>
                  <a:lnTo>
                    <a:pt x="3335" y="9326"/>
                  </a:lnTo>
                  <a:cubicBezTo>
                    <a:pt x="3306" y="9470"/>
                    <a:pt x="3349" y="9614"/>
                    <a:pt x="3450" y="9701"/>
                  </a:cubicBezTo>
                  <a:lnTo>
                    <a:pt x="3883" y="10076"/>
                  </a:lnTo>
                  <a:cubicBezTo>
                    <a:pt x="4302" y="10004"/>
                    <a:pt x="4721" y="9874"/>
                    <a:pt x="5096" y="9701"/>
                  </a:cubicBezTo>
                  <a:lnTo>
                    <a:pt x="5774" y="8893"/>
                  </a:lnTo>
                  <a:cubicBezTo>
                    <a:pt x="5890" y="8763"/>
                    <a:pt x="5977" y="8618"/>
                    <a:pt x="6034" y="8460"/>
                  </a:cubicBezTo>
                  <a:lnTo>
                    <a:pt x="6785" y="6727"/>
                  </a:lnTo>
                  <a:cubicBezTo>
                    <a:pt x="6872" y="6540"/>
                    <a:pt x="6742" y="6323"/>
                    <a:pt x="6540" y="6323"/>
                  </a:cubicBezTo>
                  <a:cubicBezTo>
                    <a:pt x="6526" y="6324"/>
                    <a:pt x="6512" y="6325"/>
                    <a:pt x="6498" y="6325"/>
                  </a:cubicBezTo>
                  <a:cubicBezTo>
                    <a:pt x="6296" y="6325"/>
                    <a:pt x="6097" y="6226"/>
                    <a:pt x="5962" y="6063"/>
                  </a:cubicBezTo>
                  <a:lnTo>
                    <a:pt x="5226" y="5168"/>
                  </a:lnTo>
                  <a:cubicBezTo>
                    <a:pt x="5109" y="5030"/>
                    <a:pt x="5227" y="4868"/>
                    <a:pt x="5361" y="4868"/>
                  </a:cubicBezTo>
                  <a:cubicBezTo>
                    <a:pt x="5409" y="4868"/>
                    <a:pt x="5459" y="4888"/>
                    <a:pt x="5500" y="4937"/>
                  </a:cubicBezTo>
                  <a:lnTo>
                    <a:pt x="6251" y="5832"/>
                  </a:lnTo>
                  <a:cubicBezTo>
                    <a:pt x="6309" y="5919"/>
                    <a:pt x="6410" y="5962"/>
                    <a:pt x="6511" y="5962"/>
                  </a:cubicBezTo>
                  <a:cubicBezTo>
                    <a:pt x="6626" y="5962"/>
                    <a:pt x="6727" y="5890"/>
                    <a:pt x="6785" y="5803"/>
                  </a:cubicBezTo>
                  <a:lnTo>
                    <a:pt x="7218" y="4937"/>
                  </a:lnTo>
                  <a:cubicBezTo>
                    <a:pt x="7261" y="4851"/>
                    <a:pt x="7232" y="4764"/>
                    <a:pt x="7160" y="4706"/>
                  </a:cubicBezTo>
                  <a:lnTo>
                    <a:pt x="7045" y="4620"/>
                  </a:lnTo>
                  <a:cubicBezTo>
                    <a:pt x="6987" y="4591"/>
                    <a:pt x="6973" y="4519"/>
                    <a:pt x="7016" y="4475"/>
                  </a:cubicBezTo>
                  <a:lnTo>
                    <a:pt x="7074" y="4374"/>
                  </a:lnTo>
                  <a:cubicBezTo>
                    <a:pt x="7139" y="4276"/>
                    <a:pt x="7251" y="4224"/>
                    <a:pt x="7365" y="4224"/>
                  </a:cubicBezTo>
                  <a:cubicBezTo>
                    <a:pt x="7452" y="4224"/>
                    <a:pt x="7539" y="4254"/>
                    <a:pt x="7608" y="4317"/>
                  </a:cubicBezTo>
                  <a:lnTo>
                    <a:pt x="8084" y="4779"/>
                  </a:lnTo>
                  <a:cubicBezTo>
                    <a:pt x="8070" y="4576"/>
                    <a:pt x="8041" y="4360"/>
                    <a:pt x="8012" y="4158"/>
                  </a:cubicBezTo>
                  <a:cubicBezTo>
                    <a:pt x="7622" y="1993"/>
                    <a:pt x="5904" y="318"/>
                    <a:pt x="3725"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6" name="Google Shape;15226;p67"/>
            <p:cNvSpPr/>
            <p:nvPr/>
          </p:nvSpPr>
          <p:spPr>
            <a:xfrm>
              <a:off x="2437177" y="2084939"/>
              <a:ext cx="17066" cy="27264"/>
            </a:xfrm>
            <a:custGeom>
              <a:avLst/>
              <a:gdLst/>
              <a:ahLst/>
              <a:cxnLst/>
              <a:rect l="l" t="t" r="r" b="b"/>
              <a:pathLst>
                <a:path w="651" h="1040" extrusionOk="0">
                  <a:moveTo>
                    <a:pt x="462" y="0"/>
                  </a:moveTo>
                  <a:cubicBezTo>
                    <a:pt x="361" y="0"/>
                    <a:pt x="289" y="87"/>
                    <a:pt x="289" y="188"/>
                  </a:cubicBezTo>
                  <a:lnTo>
                    <a:pt x="289" y="577"/>
                  </a:lnTo>
                  <a:lnTo>
                    <a:pt x="130" y="736"/>
                  </a:lnTo>
                  <a:cubicBezTo>
                    <a:pt x="0" y="837"/>
                    <a:pt x="87" y="1039"/>
                    <a:pt x="246" y="1039"/>
                  </a:cubicBezTo>
                  <a:cubicBezTo>
                    <a:pt x="289" y="1039"/>
                    <a:pt x="332" y="1025"/>
                    <a:pt x="376" y="996"/>
                  </a:cubicBezTo>
                  <a:lnTo>
                    <a:pt x="592" y="794"/>
                  </a:lnTo>
                  <a:cubicBezTo>
                    <a:pt x="636" y="751"/>
                    <a:pt x="650" y="707"/>
                    <a:pt x="650" y="650"/>
                  </a:cubicBezTo>
                  <a:lnTo>
                    <a:pt x="650" y="188"/>
                  </a:lnTo>
                  <a:cubicBezTo>
                    <a:pt x="650" y="87"/>
                    <a:pt x="563" y="0"/>
                    <a:pt x="462"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7" name="Google Shape;15227;p67"/>
            <p:cNvSpPr/>
            <p:nvPr/>
          </p:nvSpPr>
          <p:spPr>
            <a:xfrm>
              <a:off x="2405771" y="2174621"/>
              <a:ext cx="153279" cy="125281"/>
            </a:xfrm>
            <a:custGeom>
              <a:avLst/>
              <a:gdLst/>
              <a:ahLst/>
              <a:cxnLst/>
              <a:rect l="l" t="t" r="r" b="b"/>
              <a:pathLst>
                <a:path w="5847" h="4779" extrusionOk="0">
                  <a:moveTo>
                    <a:pt x="693" y="0"/>
                  </a:moveTo>
                  <a:lnTo>
                    <a:pt x="87" y="708"/>
                  </a:lnTo>
                  <a:cubicBezTo>
                    <a:pt x="29" y="765"/>
                    <a:pt x="0" y="852"/>
                    <a:pt x="0" y="939"/>
                  </a:cubicBezTo>
                  <a:lnTo>
                    <a:pt x="0" y="1704"/>
                  </a:lnTo>
                  <a:cubicBezTo>
                    <a:pt x="0" y="1848"/>
                    <a:pt x="58" y="1992"/>
                    <a:pt x="159" y="2079"/>
                  </a:cubicBezTo>
                  <a:lnTo>
                    <a:pt x="708" y="2627"/>
                  </a:lnTo>
                  <a:cubicBezTo>
                    <a:pt x="794" y="2714"/>
                    <a:pt x="910" y="2757"/>
                    <a:pt x="1025" y="2772"/>
                  </a:cubicBezTo>
                  <a:lnTo>
                    <a:pt x="2700" y="2916"/>
                  </a:lnTo>
                  <a:cubicBezTo>
                    <a:pt x="2801" y="2931"/>
                    <a:pt x="2873" y="3017"/>
                    <a:pt x="2859" y="3118"/>
                  </a:cubicBezTo>
                  <a:lnTo>
                    <a:pt x="2844" y="3205"/>
                  </a:lnTo>
                  <a:cubicBezTo>
                    <a:pt x="2830" y="3320"/>
                    <a:pt x="2887" y="3450"/>
                    <a:pt x="2988" y="3522"/>
                  </a:cubicBezTo>
                  <a:lnTo>
                    <a:pt x="3393" y="3826"/>
                  </a:lnTo>
                  <a:lnTo>
                    <a:pt x="3335" y="4028"/>
                  </a:lnTo>
                  <a:cubicBezTo>
                    <a:pt x="3292" y="4172"/>
                    <a:pt x="3335" y="4316"/>
                    <a:pt x="3436" y="4403"/>
                  </a:cubicBezTo>
                  <a:lnTo>
                    <a:pt x="3869" y="4778"/>
                  </a:lnTo>
                  <a:lnTo>
                    <a:pt x="3883" y="4778"/>
                  </a:lnTo>
                  <a:cubicBezTo>
                    <a:pt x="4187" y="4721"/>
                    <a:pt x="4490" y="4648"/>
                    <a:pt x="4778" y="4533"/>
                  </a:cubicBezTo>
                  <a:lnTo>
                    <a:pt x="4851" y="4504"/>
                  </a:lnTo>
                  <a:lnTo>
                    <a:pt x="5038" y="4432"/>
                  </a:lnTo>
                  <a:lnTo>
                    <a:pt x="5096" y="4403"/>
                  </a:lnTo>
                  <a:lnTo>
                    <a:pt x="5760" y="3595"/>
                  </a:lnTo>
                  <a:cubicBezTo>
                    <a:pt x="5803" y="3551"/>
                    <a:pt x="5818" y="3522"/>
                    <a:pt x="5847" y="3479"/>
                  </a:cubicBezTo>
                  <a:lnTo>
                    <a:pt x="5529" y="3479"/>
                  </a:lnTo>
                  <a:cubicBezTo>
                    <a:pt x="3349" y="3479"/>
                    <a:pt x="1401" y="2079"/>
                    <a:pt x="693"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8" name="Google Shape;15228;p67"/>
            <p:cNvSpPr/>
            <p:nvPr/>
          </p:nvSpPr>
          <p:spPr>
            <a:xfrm>
              <a:off x="2329827" y="2084651"/>
              <a:ext cx="362422" cy="269857"/>
            </a:xfrm>
            <a:custGeom>
              <a:avLst/>
              <a:gdLst/>
              <a:ahLst/>
              <a:cxnLst/>
              <a:rect l="l" t="t" r="r" b="b"/>
              <a:pathLst>
                <a:path w="13825" h="10294" extrusionOk="0">
                  <a:moveTo>
                    <a:pt x="12099" y="0"/>
                  </a:moveTo>
                  <a:cubicBezTo>
                    <a:pt x="11949" y="0"/>
                    <a:pt x="11796" y="149"/>
                    <a:pt x="11891" y="329"/>
                  </a:cubicBezTo>
                  <a:cubicBezTo>
                    <a:pt x="13305" y="3331"/>
                    <a:pt x="12295" y="6911"/>
                    <a:pt x="9523" y="8730"/>
                  </a:cubicBezTo>
                  <a:cubicBezTo>
                    <a:pt x="8406" y="9463"/>
                    <a:pt x="7140" y="9818"/>
                    <a:pt x="5883" y="9818"/>
                  </a:cubicBezTo>
                  <a:cubicBezTo>
                    <a:pt x="4020" y="9818"/>
                    <a:pt x="2178" y="9037"/>
                    <a:pt x="876" y="7546"/>
                  </a:cubicBezTo>
                  <a:lnTo>
                    <a:pt x="876" y="7546"/>
                  </a:lnTo>
                  <a:lnTo>
                    <a:pt x="1641" y="7806"/>
                  </a:lnTo>
                  <a:cubicBezTo>
                    <a:pt x="1674" y="7819"/>
                    <a:pt x="1705" y="7825"/>
                    <a:pt x="1733" y="7825"/>
                  </a:cubicBezTo>
                  <a:cubicBezTo>
                    <a:pt x="1957" y="7825"/>
                    <a:pt x="2042" y="7464"/>
                    <a:pt x="1786" y="7388"/>
                  </a:cubicBezTo>
                  <a:lnTo>
                    <a:pt x="313" y="6897"/>
                  </a:lnTo>
                  <a:cubicBezTo>
                    <a:pt x="287" y="6887"/>
                    <a:pt x="261" y="6883"/>
                    <a:pt x="236" y="6883"/>
                  </a:cubicBezTo>
                  <a:cubicBezTo>
                    <a:pt x="107" y="6883"/>
                    <a:pt x="1" y="6997"/>
                    <a:pt x="25" y="7142"/>
                  </a:cubicBezTo>
                  <a:lnTo>
                    <a:pt x="270" y="8860"/>
                  </a:lnTo>
                  <a:cubicBezTo>
                    <a:pt x="284" y="8961"/>
                    <a:pt x="371" y="9048"/>
                    <a:pt x="487" y="9048"/>
                  </a:cubicBezTo>
                  <a:lnTo>
                    <a:pt x="515" y="9048"/>
                  </a:lnTo>
                  <a:cubicBezTo>
                    <a:pt x="631" y="9019"/>
                    <a:pt x="718" y="8918"/>
                    <a:pt x="703" y="8802"/>
                  </a:cubicBezTo>
                  <a:lnTo>
                    <a:pt x="573" y="7878"/>
                  </a:lnTo>
                  <a:lnTo>
                    <a:pt x="573" y="7878"/>
                  </a:lnTo>
                  <a:cubicBezTo>
                    <a:pt x="1964" y="9467"/>
                    <a:pt x="3921" y="10294"/>
                    <a:pt x="5902" y="10294"/>
                  </a:cubicBezTo>
                  <a:cubicBezTo>
                    <a:pt x="7252" y="10294"/>
                    <a:pt x="8612" y="9910"/>
                    <a:pt x="9812" y="9120"/>
                  </a:cubicBezTo>
                  <a:cubicBezTo>
                    <a:pt x="12757" y="7171"/>
                    <a:pt x="13825" y="3331"/>
                    <a:pt x="12295" y="141"/>
                  </a:cubicBezTo>
                  <a:cubicBezTo>
                    <a:pt x="12255" y="41"/>
                    <a:pt x="12177" y="0"/>
                    <a:pt x="12099"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29" name="Google Shape;15229;p67"/>
            <p:cNvSpPr/>
            <p:nvPr/>
          </p:nvSpPr>
          <p:spPr>
            <a:xfrm>
              <a:off x="2276348" y="1981809"/>
              <a:ext cx="361793" cy="268704"/>
            </a:xfrm>
            <a:custGeom>
              <a:avLst/>
              <a:gdLst/>
              <a:ahLst/>
              <a:cxnLst/>
              <a:rect l="l" t="t" r="r" b="b"/>
              <a:pathLst>
                <a:path w="13801" h="10250" extrusionOk="0">
                  <a:moveTo>
                    <a:pt x="7918" y="1"/>
                  </a:moveTo>
                  <a:cubicBezTo>
                    <a:pt x="6569" y="1"/>
                    <a:pt x="5210" y="385"/>
                    <a:pt x="4013" y="1177"/>
                  </a:cubicBezTo>
                  <a:cubicBezTo>
                    <a:pt x="1069" y="3126"/>
                    <a:pt x="0" y="6937"/>
                    <a:pt x="1516" y="10141"/>
                  </a:cubicBezTo>
                  <a:cubicBezTo>
                    <a:pt x="1559" y="10217"/>
                    <a:pt x="1628" y="10249"/>
                    <a:pt x="1698" y="10249"/>
                  </a:cubicBezTo>
                  <a:cubicBezTo>
                    <a:pt x="1841" y="10249"/>
                    <a:pt x="1988" y="10114"/>
                    <a:pt x="1920" y="9939"/>
                  </a:cubicBezTo>
                  <a:cubicBezTo>
                    <a:pt x="1487" y="9059"/>
                    <a:pt x="1271" y="8091"/>
                    <a:pt x="1271" y="7110"/>
                  </a:cubicBezTo>
                  <a:cubicBezTo>
                    <a:pt x="1271" y="4338"/>
                    <a:pt x="2989" y="1855"/>
                    <a:pt x="5587" y="874"/>
                  </a:cubicBezTo>
                  <a:cubicBezTo>
                    <a:pt x="6347" y="591"/>
                    <a:pt x="7136" y="454"/>
                    <a:pt x="7917" y="454"/>
                  </a:cubicBezTo>
                  <a:cubicBezTo>
                    <a:pt x="9805" y="454"/>
                    <a:pt x="11648" y="1255"/>
                    <a:pt x="12935" y="2736"/>
                  </a:cubicBezTo>
                  <a:lnTo>
                    <a:pt x="12169" y="2476"/>
                  </a:lnTo>
                  <a:cubicBezTo>
                    <a:pt x="12143" y="2468"/>
                    <a:pt x="12118" y="2464"/>
                    <a:pt x="12095" y="2464"/>
                  </a:cubicBezTo>
                  <a:cubicBezTo>
                    <a:pt x="11874" y="2464"/>
                    <a:pt x="11790" y="2803"/>
                    <a:pt x="12025" y="2895"/>
                  </a:cubicBezTo>
                  <a:lnTo>
                    <a:pt x="13498" y="3386"/>
                  </a:lnTo>
                  <a:cubicBezTo>
                    <a:pt x="13526" y="3386"/>
                    <a:pt x="13541" y="3400"/>
                    <a:pt x="13570" y="3400"/>
                  </a:cubicBezTo>
                  <a:cubicBezTo>
                    <a:pt x="13700" y="3400"/>
                    <a:pt x="13801" y="3270"/>
                    <a:pt x="13786" y="3140"/>
                  </a:cubicBezTo>
                  <a:lnTo>
                    <a:pt x="13541" y="1422"/>
                  </a:lnTo>
                  <a:cubicBezTo>
                    <a:pt x="13528" y="1280"/>
                    <a:pt x="13425" y="1216"/>
                    <a:pt x="13322" y="1216"/>
                  </a:cubicBezTo>
                  <a:cubicBezTo>
                    <a:pt x="13195" y="1216"/>
                    <a:pt x="13068" y="1313"/>
                    <a:pt x="13108" y="1480"/>
                  </a:cubicBezTo>
                  <a:lnTo>
                    <a:pt x="13238" y="2389"/>
                  </a:lnTo>
                  <a:cubicBezTo>
                    <a:pt x="11841" y="821"/>
                    <a:pt x="9889" y="1"/>
                    <a:pt x="7918"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30" name="Google Shape;15230;p67"/>
          <p:cNvGrpSpPr/>
          <p:nvPr/>
        </p:nvGrpSpPr>
        <p:grpSpPr>
          <a:xfrm>
            <a:off x="2749297" y="2009990"/>
            <a:ext cx="372017" cy="316310"/>
            <a:chOff x="2774354" y="2009990"/>
            <a:chExt cx="372017" cy="316310"/>
          </a:xfrm>
        </p:grpSpPr>
        <p:sp>
          <p:nvSpPr>
            <p:cNvPr id="15231" name="Google Shape;15231;p67"/>
            <p:cNvSpPr/>
            <p:nvPr/>
          </p:nvSpPr>
          <p:spPr>
            <a:xfrm>
              <a:off x="2948055" y="2090995"/>
              <a:ext cx="191134" cy="174094"/>
            </a:xfrm>
            <a:custGeom>
              <a:avLst/>
              <a:gdLst/>
              <a:ahLst/>
              <a:cxnLst/>
              <a:rect l="l" t="t" r="r" b="b"/>
              <a:pathLst>
                <a:path w="7291" h="6641" extrusionOk="0">
                  <a:moveTo>
                    <a:pt x="4591" y="0"/>
                  </a:moveTo>
                  <a:lnTo>
                    <a:pt x="3191" y="1068"/>
                  </a:lnTo>
                  <a:lnTo>
                    <a:pt x="2021" y="679"/>
                  </a:lnTo>
                  <a:lnTo>
                    <a:pt x="0" y="2324"/>
                  </a:lnTo>
                  <a:lnTo>
                    <a:pt x="3118" y="6640"/>
                  </a:lnTo>
                  <a:lnTo>
                    <a:pt x="7290" y="3667"/>
                  </a:lnTo>
                  <a:lnTo>
                    <a:pt x="4591" y="0"/>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2" name="Google Shape;15232;p67"/>
            <p:cNvSpPr/>
            <p:nvPr/>
          </p:nvSpPr>
          <p:spPr>
            <a:xfrm>
              <a:off x="3033568" y="2009990"/>
              <a:ext cx="112803" cy="206889"/>
            </a:xfrm>
            <a:custGeom>
              <a:avLst/>
              <a:gdLst/>
              <a:ahLst/>
              <a:cxnLst/>
              <a:rect l="l" t="t" r="r" b="b"/>
              <a:pathLst>
                <a:path w="4303" h="7892" extrusionOk="0">
                  <a:moveTo>
                    <a:pt x="4302" y="1"/>
                  </a:moveTo>
                  <a:lnTo>
                    <a:pt x="131" y="2960"/>
                  </a:lnTo>
                  <a:cubicBezTo>
                    <a:pt x="30" y="3032"/>
                    <a:pt x="1" y="3177"/>
                    <a:pt x="87" y="3278"/>
                  </a:cubicBezTo>
                  <a:lnTo>
                    <a:pt x="3581" y="7810"/>
                  </a:lnTo>
                  <a:cubicBezTo>
                    <a:pt x="3631" y="7861"/>
                    <a:pt x="3696" y="7892"/>
                    <a:pt x="3761" y="7892"/>
                  </a:cubicBezTo>
                  <a:cubicBezTo>
                    <a:pt x="3809" y="7892"/>
                    <a:pt x="3856" y="7876"/>
                    <a:pt x="3898" y="7839"/>
                  </a:cubicBezTo>
                  <a:lnTo>
                    <a:pt x="4302" y="7522"/>
                  </a:lnTo>
                  <a:lnTo>
                    <a:pt x="4302" y="1"/>
                  </a:lnTo>
                  <a:close/>
                </a:path>
              </a:pathLst>
            </a:custGeom>
            <a:solidFill>
              <a:srgbClr val="A0AF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3" name="Google Shape;15233;p67"/>
            <p:cNvSpPr/>
            <p:nvPr/>
          </p:nvSpPr>
          <p:spPr>
            <a:xfrm>
              <a:off x="3110404" y="2165524"/>
              <a:ext cx="35600" cy="51355"/>
            </a:xfrm>
            <a:custGeom>
              <a:avLst/>
              <a:gdLst/>
              <a:ahLst/>
              <a:cxnLst/>
              <a:rect l="l" t="t" r="r" b="b"/>
              <a:pathLst>
                <a:path w="1358" h="1959" extrusionOk="0">
                  <a:moveTo>
                    <a:pt x="1357" y="1"/>
                  </a:moveTo>
                  <a:lnTo>
                    <a:pt x="0" y="1040"/>
                  </a:lnTo>
                  <a:lnTo>
                    <a:pt x="650" y="1877"/>
                  </a:lnTo>
                  <a:cubicBezTo>
                    <a:pt x="692" y="1928"/>
                    <a:pt x="758" y="1959"/>
                    <a:pt x="823" y="1959"/>
                  </a:cubicBezTo>
                  <a:cubicBezTo>
                    <a:pt x="870" y="1959"/>
                    <a:pt x="917" y="1943"/>
                    <a:pt x="953" y="1906"/>
                  </a:cubicBezTo>
                  <a:lnTo>
                    <a:pt x="1357" y="1589"/>
                  </a:lnTo>
                  <a:lnTo>
                    <a:pt x="1357" y="1"/>
                  </a:lnTo>
                  <a:close/>
                </a:path>
              </a:pathLst>
            </a:custGeom>
            <a:solidFill>
              <a:srgbClr val="8699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4" name="Google Shape;15234;p67"/>
            <p:cNvSpPr/>
            <p:nvPr/>
          </p:nvSpPr>
          <p:spPr>
            <a:xfrm>
              <a:off x="2960533" y="2148510"/>
              <a:ext cx="145336" cy="96733"/>
            </a:xfrm>
            <a:custGeom>
              <a:avLst/>
              <a:gdLst/>
              <a:ahLst/>
              <a:cxnLst/>
              <a:rect l="l" t="t" r="r" b="b"/>
              <a:pathLst>
                <a:path w="5544" h="3690" extrusionOk="0">
                  <a:moveTo>
                    <a:pt x="636" y="0"/>
                  </a:moveTo>
                  <a:lnTo>
                    <a:pt x="1" y="1169"/>
                  </a:lnTo>
                  <a:lnTo>
                    <a:pt x="4476" y="3609"/>
                  </a:lnTo>
                  <a:cubicBezTo>
                    <a:pt x="4575" y="3663"/>
                    <a:pt x="4682" y="3689"/>
                    <a:pt x="4789" y="3689"/>
                  </a:cubicBezTo>
                  <a:cubicBezTo>
                    <a:pt x="5023" y="3689"/>
                    <a:pt x="5252" y="3563"/>
                    <a:pt x="5371" y="3335"/>
                  </a:cubicBezTo>
                  <a:cubicBezTo>
                    <a:pt x="5544" y="3017"/>
                    <a:pt x="5428" y="2613"/>
                    <a:pt x="5111" y="2440"/>
                  </a:cubicBezTo>
                  <a:lnTo>
                    <a:pt x="636" y="0"/>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5" name="Google Shape;15235;p67"/>
            <p:cNvSpPr/>
            <p:nvPr/>
          </p:nvSpPr>
          <p:spPr>
            <a:xfrm>
              <a:off x="3017315" y="2196930"/>
              <a:ext cx="85540" cy="48419"/>
            </a:xfrm>
            <a:custGeom>
              <a:avLst/>
              <a:gdLst/>
              <a:ahLst/>
              <a:cxnLst/>
              <a:rect l="l" t="t" r="r" b="b"/>
              <a:pathLst>
                <a:path w="3263" h="1847" extrusionOk="0">
                  <a:moveTo>
                    <a:pt x="289" y="1"/>
                  </a:moveTo>
                  <a:lnTo>
                    <a:pt x="0" y="506"/>
                  </a:lnTo>
                  <a:lnTo>
                    <a:pt x="2310" y="1762"/>
                  </a:lnTo>
                  <a:cubicBezTo>
                    <a:pt x="2412" y="1820"/>
                    <a:pt x="2522" y="1847"/>
                    <a:pt x="2630" y="1847"/>
                  </a:cubicBezTo>
                  <a:cubicBezTo>
                    <a:pt x="2901" y="1847"/>
                    <a:pt x="3159" y="1676"/>
                    <a:pt x="3262" y="1387"/>
                  </a:cubicBezTo>
                  <a:lnTo>
                    <a:pt x="3262" y="1387"/>
                  </a:lnTo>
                  <a:cubicBezTo>
                    <a:pt x="3187" y="1410"/>
                    <a:pt x="3112" y="1421"/>
                    <a:pt x="3039" y="1421"/>
                  </a:cubicBezTo>
                  <a:cubicBezTo>
                    <a:pt x="2929" y="1421"/>
                    <a:pt x="2824" y="1395"/>
                    <a:pt x="2728" y="1343"/>
                  </a:cubicBezTo>
                  <a:lnTo>
                    <a:pt x="289" y="1"/>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6" name="Google Shape;15236;p67"/>
            <p:cNvSpPr/>
            <p:nvPr/>
          </p:nvSpPr>
          <p:spPr>
            <a:xfrm>
              <a:off x="2933663" y="2173467"/>
              <a:ext cx="145336" cy="96733"/>
            </a:xfrm>
            <a:custGeom>
              <a:avLst/>
              <a:gdLst/>
              <a:ahLst/>
              <a:cxnLst/>
              <a:rect l="l" t="t" r="r" b="b"/>
              <a:pathLst>
                <a:path w="5544" h="3690" extrusionOk="0">
                  <a:moveTo>
                    <a:pt x="636" y="1"/>
                  </a:moveTo>
                  <a:lnTo>
                    <a:pt x="1" y="1170"/>
                  </a:lnTo>
                  <a:lnTo>
                    <a:pt x="4476" y="3610"/>
                  </a:lnTo>
                  <a:cubicBezTo>
                    <a:pt x="4575" y="3664"/>
                    <a:pt x="4682" y="3690"/>
                    <a:pt x="4789" y="3690"/>
                  </a:cubicBezTo>
                  <a:cubicBezTo>
                    <a:pt x="5023" y="3690"/>
                    <a:pt x="5252" y="3564"/>
                    <a:pt x="5371" y="3336"/>
                  </a:cubicBezTo>
                  <a:cubicBezTo>
                    <a:pt x="5544" y="3018"/>
                    <a:pt x="5428" y="2614"/>
                    <a:pt x="5111" y="2441"/>
                  </a:cubicBezTo>
                  <a:lnTo>
                    <a:pt x="636" y="1"/>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7" name="Google Shape;15237;p67"/>
            <p:cNvSpPr/>
            <p:nvPr/>
          </p:nvSpPr>
          <p:spPr>
            <a:xfrm>
              <a:off x="2999515" y="2228361"/>
              <a:ext cx="76102" cy="41603"/>
            </a:xfrm>
            <a:custGeom>
              <a:avLst/>
              <a:gdLst/>
              <a:ahLst/>
              <a:cxnLst/>
              <a:rect l="l" t="t" r="r" b="b"/>
              <a:pathLst>
                <a:path w="2903" h="1587" extrusionOk="0">
                  <a:moveTo>
                    <a:pt x="260" y="0"/>
                  </a:moveTo>
                  <a:lnTo>
                    <a:pt x="1" y="448"/>
                  </a:lnTo>
                  <a:lnTo>
                    <a:pt x="1949" y="1501"/>
                  </a:lnTo>
                  <a:cubicBezTo>
                    <a:pt x="2053" y="1559"/>
                    <a:pt x="2163" y="1586"/>
                    <a:pt x="2272" y="1586"/>
                  </a:cubicBezTo>
                  <a:cubicBezTo>
                    <a:pt x="2542" y="1586"/>
                    <a:pt x="2799" y="1419"/>
                    <a:pt x="2902" y="1140"/>
                  </a:cubicBezTo>
                  <a:lnTo>
                    <a:pt x="2902" y="1140"/>
                  </a:lnTo>
                  <a:cubicBezTo>
                    <a:pt x="2816" y="1180"/>
                    <a:pt x="2724" y="1199"/>
                    <a:pt x="2631" y="1199"/>
                  </a:cubicBezTo>
                  <a:cubicBezTo>
                    <a:pt x="2522" y="1199"/>
                    <a:pt x="2412" y="1173"/>
                    <a:pt x="2310" y="1126"/>
                  </a:cubicBezTo>
                  <a:lnTo>
                    <a:pt x="260" y="0"/>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8" name="Google Shape;15238;p67"/>
            <p:cNvSpPr/>
            <p:nvPr/>
          </p:nvSpPr>
          <p:spPr>
            <a:xfrm>
              <a:off x="2906425" y="2198450"/>
              <a:ext cx="145729" cy="96733"/>
            </a:xfrm>
            <a:custGeom>
              <a:avLst/>
              <a:gdLst/>
              <a:ahLst/>
              <a:cxnLst/>
              <a:rect l="l" t="t" r="r" b="b"/>
              <a:pathLst>
                <a:path w="5559" h="3690" extrusionOk="0">
                  <a:moveTo>
                    <a:pt x="650" y="1"/>
                  </a:moveTo>
                  <a:lnTo>
                    <a:pt x="0" y="1170"/>
                  </a:lnTo>
                  <a:lnTo>
                    <a:pt x="4490" y="3610"/>
                  </a:lnTo>
                  <a:cubicBezTo>
                    <a:pt x="4590" y="3664"/>
                    <a:pt x="4698" y="3690"/>
                    <a:pt x="4806" y="3690"/>
                  </a:cubicBezTo>
                  <a:cubicBezTo>
                    <a:pt x="5039" y="3690"/>
                    <a:pt x="5266" y="3567"/>
                    <a:pt x="5385" y="3350"/>
                  </a:cubicBezTo>
                  <a:cubicBezTo>
                    <a:pt x="5558" y="3018"/>
                    <a:pt x="5443" y="2613"/>
                    <a:pt x="5125" y="2440"/>
                  </a:cubicBezTo>
                  <a:lnTo>
                    <a:pt x="650" y="1"/>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39" name="Google Shape;15239;p67"/>
            <p:cNvSpPr/>
            <p:nvPr/>
          </p:nvSpPr>
          <p:spPr>
            <a:xfrm>
              <a:off x="2982108" y="2259007"/>
              <a:ext cx="66245" cy="36150"/>
            </a:xfrm>
            <a:custGeom>
              <a:avLst/>
              <a:gdLst/>
              <a:ahLst/>
              <a:cxnLst/>
              <a:rect l="l" t="t" r="r" b="b"/>
              <a:pathLst>
                <a:path w="2527" h="1379" extrusionOk="0">
                  <a:moveTo>
                    <a:pt x="260" y="0"/>
                  </a:moveTo>
                  <a:lnTo>
                    <a:pt x="1" y="433"/>
                  </a:lnTo>
                  <a:lnTo>
                    <a:pt x="1603" y="1300"/>
                  </a:lnTo>
                  <a:cubicBezTo>
                    <a:pt x="1703" y="1354"/>
                    <a:pt x="1810" y="1379"/>
                    <a:pt x="1915" y="1379"/>
                  </a:cubicBezTo>
                  <a:cubicBezTo>
                    <a:pt x="2175" y="1379"/>
                    <a:pt x="2424" y="1224"/>
                    <a:pt x="2527" y="968"/>
                  </a:cubicBezTo>
                  <a:lnTo>
                    <a:pt x="2527" y="968"/>
                  </a:lnTo>
                  <a:cubicBezTo>
                    <a:pt x="2452" y="999"/>
                    <a:pt x="2369" y="1014"/>
                    <a:pt x="2285" y="1014"/>
                  </a:cubicBezTo>
                  <a:cubicBezTo>
                    <a:pt x="2174" y="1014"/>
                    <a:pt x="2062" y="988"/>
                    <a:pt x="1964" y="939"/>
                  </a:cubicBezTo>
                  <a:lnTo>
                    <a:pt x="260" y="0"/>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0" name="Google Shape;15240;p67"/>
            <p:cNvSpPr/>
            <p:nvPr/>
          </p:nvSpPr>
          <p:spPr>
            <a:xfrm>
              <a:off x="2879555" y="2223800"/>
              <a:ext cx="145729" cy="96655"/>
            </a:xfrm>
            <a:custGeom>
              <a:avLst/>
              <a:gdLst/>
              <a:ahLst/>
              <a:cxnLst/>
              <a:rect l="l" t="t" r="r" b="b"/>
              <a:pathLst>
                <a:path w="5559" h="3687" extrusionOk="0">
                  <a:moveTo>
                    <a:pt x="636" y="1"/>
                  </a:moveTo>
                  <a:lnTo>
                    <a:pt x="0" y="1156"/>
                  </a:lnTo>
                  <a:lnTo>
                    <a:pt x="4475" y="3610"/>
                  </a:lnTo>
                  <a:cubicBezTo>
                    <a:pt x="4572" y="3662"/>
                    <a:pt x="4676" y="3687"/>
                    <a:pt x="4780" y="3687"/>
                  </a:cubicBezTo>
                  <a:cubicBezTo>
                    <a:pt x="5018" y="3687"/>
                    <a:pt x="5254" y="3557"/>
                    <a:pt x="5385" y="3335"/>
                  </a:cubicBezTo>
                  <a:cubicBezTo>
                    <a:pt x="5558" y="3018"/>
                    <a:pt x="5428" y="2614"/>
                    <a:pt x="5111" y="2440"/>
                  </a:cubicBezTo>
                  <a:lnTo>
                    <a:pt x="636" y="1"/>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1" name="Google Shape;15241;p67"/>
            <p:cNvSpPr/>
            <p:nvPr/>
          </p:nvSpPr>
          <p:spPr>
            <a:xfrm>
              <a:off x="2964701" y="2288132"/>
              <a:ext cx="56782" cy="32323"/>
            </a:xfrm>
            <a:custGeom>
              <a:avLst/>
              <a:gdLst/>
              <a:ahLst/>
              <a:cxnLst/>
              <a:rect l="l" t="t" r="r" b="b"/>
              <a:pathLst>
                <a:path w="2166" h="1233" extrusionOk="0">
                  <a:moveTo>
                    <a:pt x="275" y="1"/>
                  </a:moveTo>
                  <a:lnTo>
                    <a:pt x="0" y="477"/>
                  </a:lnTo>
                  <a:lnTo>
                    <a:pt x="1227" y="1156"/>
                  </a:lnTo>
                  <a:cubicBezTo>
                    <a:pt x="1324" y="1208"/>
                    <a:pt x="1428" y="1233"/>
                    <a:pt x="1532" y="1233"/>
                  </a:cubicBezTo>
                  <a:cubicBezTo>
                    <a:pt x="1770" y="1233"/>
                    <a:pt x="2006" y="1103"/>
                    <a:pt x="2137" y="881"/>
                  </a:cubicBezTo>
                  <a:cubicBezTo>
                    <a:pt x="2151" y="853"/>
                    <a:pt x="2166" y="824"/>
                    <a:pt x="2166" y="795"/>
                  </a:cubicBezTo>
                  <a:lnTo>
                    <a:pt x="2166" y="795"/>
                  </a:lnTo>
                  <a:cubicBezTo>
                    <a:pt x="2097" y="818"/>
                    <a:pt x="2025" y="829"/>
                    <a:pt x="1953" y="829"/>
                  </a:cubicBezTo>
                  <a:cubicBezTo>
                    <a:pt x="1845" y="829"/>
                    <a:pt x="1736" y="803"/>
                    <a:pt x="1632" y="752"/>
                  </a:cubicBezTo>
                  <a:lnTo>
                    <a:pt x="275" y="1"/>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2" name="Google Shape;15242;p67"/>
            <p:cNvSpPr/>
            <p:nvPr/>
          </p:nvSpPr>
          <p:spPr>
            <a:xfrm>
              <a:off x="2791761" y="2103080"/>
              <a:ext cx="185445" cy="168064"/>
            </a:xfrm>
            <a:custGeom>
              <a:avLst/>
              <a:gdLst/>
              <a:ahLst/>
              <a:cxnLst/>
              <a:rect l="l" t="t" r="r" b="b"/>
              <a:pathLst>
                <a:path w="7074" h="6411" extrusionOk="0">
                  <a:moveTo>
                    <a:pt x="2209" y="1"/>
                  </a:moveTo>
                  <a:lnTo>
                    <a:pt x="0" y="3985"/>
                  </a:lnTo>
                  <a:lnTo>
                    <a:pt x="4519" y="6410"/>
                  </a:lnTo>
                  <a:lnTo>
                    <a:pt x="7074" y="1733"/>
                  </a:lnTo>
                  <a:lnTo>
                    <a:pt x="4836" y="780"/>
                  </a:lnTo>
                  <a:cubicBezTo>
                    <a:pt x="4815" y="773"/>
                    <a:pt x="4793" y="770"/>
                    <a:pt x="4773" y="770"/>
                  </a:cubicBezTo>
                  <a:cubicBezTo>
                    <a:pt x="4753" y="770"/>
                    <a:pt x="4735" y="773"/>
                    <a:pt x="4721" y="780"/>
                  </a:cubicBezTo>
                  <a:lnTo>
                    <a:pt x="3811" y="882"/>
                  </a:lnTo>
                  <a:cubicBezTo>
                    <a:pt x="3768" y="882"/>
                    <a:pt x="3725" y="882"/>
                    <a:pt x="3682" y="853"/>
                  </a:cubicBezTo>
                  <a:lnTo>
                    <a:pt x="2209" y="1"/>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3" name="Google Shape;15243;p67"/>
            <p:cNvSpPr/>
            <p:nvPr/>
          </p:nvSpPr>
          <p:spPr>
            <a:xfrm>
              <a:off x="2774354" y="2035734"/>
              <a:ext cx="114691" cy="198316"/>
            </a:xfrm>
            <a:custGeom>
              <a:avLst/>
              <a:gdLst/>
              <a:ahLst/>
              <a:cxnLst/>
              <a:rect l="l" t="t" r="r" b="b"/>
              <a:pathLst>
                <a:path w="4375" h="7565" extrusionOk="0">
                  <a:moveTo>
                    <a:pt x="0" y="0"/>
                  </a:moveTo>
                  <a:lnTo>
                    <a:pt x="0" y="6785"/>
                  </a:lnTo>
                  <a:lnTo>
                    <a:pt x="1271" y="7536"/>
                  </a:lnTo>
                  <a:cubicBezTo>
                    <a:pt x="1308" y="7554"/>
                    <a:pt x="1350" y="7564"/>
                    <a:pt x="1392" y="7564"/>
                  </a:cubicBezTo>
                  <a:cubicBezTo>
                    <a:pt x="1480" y="7564"/>
                    <a:pt x="1568" y="7522"/>
                    <a:pt x="1617" y="7435"/>
                  </a:cubicBezTo>
                  <a:lnTo>
                    <a:pt x="4302" y="2787"/>
                  </a:lnTo>
                  <a:cubicBezTo>
                    <a:pt x="4374" y="2671"/>
                    <a:pt x="4331" y="2512"/>
                    <a:pt x="4216" y="2440"/>
                  </a:cubicBezTo>
                  <a:lnTo>
                    <a:pt x="0" y="0"/>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4" name="Google Shape;15244;p67"/>
            <p:cNvSpPr/>
            <p:nvPr/>
          </p:nvSpPr>
          <p:spPr>
            <a:xfrm>
              <a:off x="2774354" y="2035734"/>
              <a:ext cx="88580" cy="185445"/>
            </a:xfrm>
            <a:custGeom>
              <a:avLst/>
              <a:gdLst/>
              <a:ahLst/>
              <a:cxnLst/>
              <a:rect l="l" t="t" r="r" b="b"/>
              <a:pathLst>
                <a:path w="3379" h="7074" extrusionOk="0">
                  <a:moveTo>
                    <a:pt x="0" y="0"/>
                  </a:moveTo>
                  <a:lnTo>
                    <a:pt x="0" y="6785"/>
                  </a:lnTo>
                  <a:lnTo>
                    <a:pt x="506" y="7074"/>
                  </a:lnTo>
                  <a:lnTo>
                    <a:pt x="3378" y="1949"/>
                  </a:lnTo>
                  <a:lnTo>
                    <a:pt x="0" y="0"/>
                  </a:ln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5" name="Google Shape;15245;p67"/>
            <p:cNvSpPr/>
            <p:nvPr/>
          </p:nvSpPr>
          <p:spPr>
            <a:xfrm>
              <a:off x="2774354" y="2175381"/>
              <a:ext cx="54894" cy="58669"/>
            </a:xfrm>
            <a:custGeom>
              <a:avLst/>
              <a:gdLst/>
              <a:ahLst/>
              <a:cxnLst/>
              <a:rect l="l" t="t" r="r" b="b"/>
              <a:pathLst>
                <a:path w="2094" h="2238" extrusionOk="0">
                  <a:moveTo>
                    <a:pt x="0" y="0"/>
                  </a:moveTo>
                  <a:lnTo>
                    <a:pt x="0" y="1458"/>
                  </a:lnTo>
                  <a:lnTo>
                    <a:pt x="1271" y="2209"/>
                  </a:lnTo>
                  <a:cubicBezTo>
                    <a:pt x="1308" y="2227"/>
                    <a:pt x="1350" y="2237"/>
                    <a:pt x="1392" y="2237"/>
                  </a:cubicBezTo>
                  <a:cubicBezTo>
                    <a:pt x="1480" y="2237"/>
                    <a:pt x="1568" y="2195"/>
                    <a:pt x="1617" y="2108"/>
                  </a:cubicBezTo>
                  <a:lnTo>
                    <a:pt x="2094" y="1285"/>
                  </a:lnTo>
                  <a:lnTo>
                    <a:pt x="0" y="0"/>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6" name="Google Shape;15246;p67"/>
            <p:cNvSpPr/>
            <p:nvPr/>
          </p:nvSpPr>
          <p:spPr>
            <a:xfrm>
              <a:off x="2774354" y="2175381"/>
              <a:ext cx="28784" cy="45798"/>
            </a:xfrm>
            <a:custGeom>
              <a:avLst/>
              <a:gdLst/>
              <a:ahLst/>
              <a:cxnLst/>
              <a:rect l="l" t="t" r="r" b="b"/>
              <a:pathLst>
                <a:path w="1098" h="1747" extrusionOk="0">
                  <a:moveTo>
                    <a:pt x="0" y="0"/>
                  </a:moveTo>
                  <a:lnTo>
                    <a:pt x="0" y="1458"/>
                  </a:lnTo>
                  <a:lnTo>
                    <a:pt x="506" y="1747"/>
                  </a:lnTo>
                  <a:lnTo>
                    <a:pt x="1098" y="664"/>
                  </a:lnTo>
                  <a:lnTo>
                    <a:pt x="0" y="0"/>
                  </a:lnTo>
                  <a:close/>
                </a:path>
              </a:pathLst>
            </a:custGeom>
            <a:solidFill>
              <a:srgbClr val="5A708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7" name="Google Shape;15247;p67"/>
            <p:cNvSpPr/>
            <p:nvPr/>
          </p:nvSpPr>
          <p:spPr>
            <a:xfrm>
              <a:off x="2829983" y="2199105"/>
              <a:ext cx="78357" cy="62811"/>
            </a:xfrm>
            <a:custGeom>
              <a:avLst/>
              <a:gdLst/>
              <a:ahLst/>
              <a:cxnLst/>
              <a:rect l="l" t="t" r="r" b="b"/>
              <a:pathLst>
                <a:path w="2989" h="2396" extrusionOk="0">
                  <a:moveTo>
                    <a:pt x="2228" y="0"/>
                  </a:moveTo>
                  <a:cubicBezTo>
                    <a:pt x="2096" y="0"/>
                    <a:pt x="1963" y="40"/>
                    <a:pt x="1848" y="120"/>
                  </a:cubicBezTo>
                  <a:lnTo>
                    <a:pt x="376" y="1188"/>
                  </a:lnTo>
                  <a:cubicBezTo>
                    <a:pt x="73" y="1405"/>
                    <a:pt x="0" y="1823"/>
                    <a:pt x="217" y="2112"/>
                  </a:cubicBezTo>
                  <a:cubicBezTo>
                    <a:pt x="349" y="2297"/>
                    <a:pt x="556" y="2396"/>
                    <a:pt x="767" y="2396"/>
                  </a:cubicBezTo>
                  <a:cubicBezTo>
                    <a:pt x="901" y="2396"/>
                    <a:pt x="1037" y="2355"/>
                    <a:pt x="1155" y="2271"/>
                  </a:cubicBezTo>
                  <a:lnTo>
                    <a:pt x="2628" y="1203"/>
                  </a:lnTo>
                  <a:cubicBezTo>
                    <a:pt x="2916" y="986"/>
                    <a:pt x="2989" y="553"/>
                    <a:pt x="2758" y="264"/>
                  </a:cubicBezTo>
                  <a:cubicBezTo>
                    <a:pt x="2627" y="91"/>
                    <a:pt x="2429" y="0"/>
                    <a:pt x="2228" y="0"/>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8" name="Google Shape;15248;p67"/>
            <p:cNvSpPr/>
            <p:nvPr/>
          </p:nvSpPr>
          <p:spPr>
            <a:xfrm>
              <a:off x="2833390" y="2200337"/>
              <a:ext cx="74949" cy="61579"/>
            </a:xfrm>
            <a:custGeom>
              <a:avLst/>
              <a:gdLst/>
              <a:ahLst/>
              <a:cxnLst/>
              <a:rect l="l" t="t" r="r" b="b"/>
              <a:pathLst>
                <a:path w="2859" h="2349" extrusionOk="0">
                  <a:moveTo>
                    <a:pt x="2353" y="1"/>
                  </a:moveTo>
                  <a:cubicBezTo>
                    <a:pt x="2454" y="290"/>
                    <a:pt x="2368" y="607"/>
                    <a:pt x="2122" y="780"/>
                  </a:cubicBezTo>
                  <a:lnTo>
                    <a:pt x="650" y="1849"/>
                  </a:lnTo>
                  <a:cubicBezTo>
                    <a:pt x="533" y="1939"/>
                    <a:pt x="393" y="1984"/>
                    <a:pt x="252" y="1984"/>
                  </a:cubicBezTo>
                  <a:cubicBezTo>
                    <a:pt x="167" y="1984"/>
                    <a:pt x="82" y="1968"/>
                    <a:pt x="0" y="1935"/>
                  </a:cubicBezTo>
                  <a:lnTo>
                    <a:pt x="0" y="1935"/>
                  </a:lnTo>
                  <a:cubicBezTo>
                    <a:pt x="114" y="2201"/>
                    <a:pt x="365" y="2348"/>
                    <a:pt x="622" y="2348"/>
                  </a:cubicBezTo>
                  <a:cubicBezTo>
                    <a:pt x="756" y="2348"/>
                    <a:pt x="892" y="2308"/>
                    <a:pt x="1011" y="2224"/>
                  </a:cubicBezTo>
                  <a:lnTo>
                    <a:pt x="2483" y="1156"/>
                  </a:lnTo>
                  <a:cubicBezTo>
                    <a:pt x="2786" y="939"/>
                    <a:pt x="2859" y="521"/>
                    <a:pt x="2628" y="217"/>
                  </a:cubicBezTo>
                  <a:cubicBezTo>
                    <a:pt x="2555" y="116"/>
                    <a:pt x="2454" y="44"/>
                    <a:pt x="2353" y="1"/>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9" name="Google Shape;15249;p67"/>
            <p:cNvSpPr/>
            <p:nvPr/>
          </p:nvSpPr>
          <p:spPr>
            <a:xfrm>
              <a:off x="2859868" y="2226815"/>
              <a:ext cx="69653" cy="56546"/>
            </a:xfrm>
            <a:custGeom>
              <a:avLst/>
              <a:gdLst/>
              <a:ahLst/>
              <a:cxnLst/>
              <a:rect l="l" t="t" r="r" b="b"/>
              <a:pathLst>
                <a:path w="2657" h="2157" extrusionOk="0">
                  <a:moveTo>
                    <a:pt x="1904" y="0"/>
                  </a:moveTo>
                  <a:cubicBezTo>
                    <a:pt x="1766" y="0"/>
                    <a:pt x="1626" y="43"/>
                    <a:pt x="1502" y="131"/>
                  </a:cubicBezTo>
                  <a:lnTo>
                    <a:pt x="376" y="940"/>
                  </a:lnTo>
                  <a:cubicBezTo>
                    <a:pt x="73" y="1156"/>
                    <a:pt x="1" y="1589"/>
                    <a:pt x="232" y="1892"/>
                  </a:cubicBezTo>
                  <a:cubicBezTo>
                    <a:pt x="362" y="2066"/>
                    <a:pt x="561" y="2156"/>
                    <a:pt x="761" y="2156"/>
                  </a:cubicBezTo>
                  <a:cubicBezTo>
                    <a:pt x="893" y="2156"/>
                    <a:pt x="1026" y="2117"/>
                    <a:pt x="1141" y="2037"/>
                  </a:cubicBezTo>
                  <a:lnTo>
                    <a:pt x="2282" y="1199"/>
                  </a:lnTo>
                  <a:cubicBezTo>
                    <a:pt x="2585" y="983"/>
                    <a:pt x="2657" y="550"/>
                    <a:pt x="2426" y="261"/>
                  </a:cubicBezTo>
                  <a:cubicBezTo>
                    <a:pt x="2298" y="90"/>
                    <a:pt x="2104" y="0"/>
                    <a:pt x="1904" y="0"/>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0" name="Google Shape;15250;p67"/>
            <p:cNvSpPr/>
            <p:nvPr/>
          </p:nvSpPr>
          <p:spPr>
            <a:xfrm>
              <a:off x="2863669" y="2227968"/>
              <a:ext cx="65852" cy="55392"/>
            </a:xfrm>
            <a:custGeom>
              <a:avLst/>
              <a:gdLst/>
              <a:ahLst/>
              <a:cxnLst/>
              <a:rect l="l" t="t" r="r" b="b"/>
              <a:pathLst>
                <a:path w="2512" h="2113" extrusionOk="0">
                  <a:moveTo>
                    <a:pt x="2007" y="1"/>
                  </a:moveTo>
                  <a:lnTo>
                    <a:pt x="2007" y="1"/>
                  </a:lnTo>
                  <a:cubicBezTo>
                    <a:pt x="2122" y="289"/>
                    <a:pt x="2021" y="607"/>
                    <a:pt x="1776" y="795"/>
                  </a:cubicBezTo>
                  <a:lnTo>
                    <a:pt x="635" y="1617"/>
                  </a:lnTo>
                  <a:cubicBezTo>
                    <a:pt x="520" y="1697"/>
                    <a:pt x="382" y="1739"/>
                    <a:pt x="247" y="1739"/>
                  </a:cubicBezTo>
                  <a:cubicBezTo>
                    <a:pt x="162" y="1739"/>
                    <a:pt x="78" y="1723"/>
                    <a:pt x="0" y="1690"/>
                  </a:cubicBezTo>
                  <a:lnTo>
                    <a:pt x="0" y="1690"/>
                  </a:lnTo>
                  <a:cubicBezTo>
                    <a:pt x="15" y="1747"/>
                    <a:pt x="44" y="1805"/>
                    <a:pt x="87" y="1848"/>
                  </a:cubicBezTo>
                  <a:cubicBezTo>
                    <a:pt x="217" y="2022"/>
                    <a:pt x="416" y="2112"/>
                    <a:pt x="616" y="2112"/>
                  </a:cubicBezTo>
                  <a:cubicBezTo>
                    <a:pt x="748" y="2112"/>
                    <a:pt x="881" y="2073"/>
                    <a:pt x="996" y="1993"/>
                  </a:cubicBezTo>
                  <a:lnTo>
                    <a:pt x="2151" y="1155"/>
                  </a:lnTo>
                  <a:cubicBezTo>
                    <a:pt x="2440" y="939"/>
                    <a:pt x="2512" y="506"/>
                    <a:pt x="2281" y="217"/>
                  </a:cubicBezTo>
                  <a:cubicBezTo>
                    <a:pt x="2209" y="116"/>
                    <a:pt x="2108" y="44"/>
                    <a:pt x="2007" y="1"/>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1" name="Google Shape;15251;p67"/>
            <p:cNvSpPr/>
            <p:nvPr/>
          </p:nvSpPr>
          <p:spPr>
            <a:xfrm>
              <a:off x="2889779" y="2254734"/>
              <a:ext cx="60950" cy="50097"/>
            </a:xfrm>
            <a:custGeom>
              <a:avLst/>
              <a:gdLst/>
              <a:ahLst/>
              <a:cxnLst/>
              <a:rect l="l" t="t" r="r" b="b"/>
              <a:pathLst>
                <a:path w="2325" h="1911" extrusionOk="0">
                  <a:moveTo>
                    <a:pt x="1565" y="0"/>
                  </a:moveTo>
                  <a:cubicBezTo>
                    <a:pt x="1432" y="0"/>
                    <a:pt x="1299" y="40"/>
                    <a:pt x="1184" y="120"/>
                  </a:cubicBezTo>
                  <a:lnTo>
                    <a:pt x="361" y="697"/>
                  </a:lnTo>
                  <a:cubicBezTo>
                    <a:pt x="72" y="914"/>
                    <a:pt x="0" y="1333"/>
                    <a:pt x="217" y="1636"/>
                  </a:cubicBezTo>
                  <a:cubicBezTo>
                    <a:pt x="346" y="1817"/>
                    <a:pt x="547" y="1910"/>
                    <a:pt x="750" y="1910"/>
                  </a:cubicBezTo>
                  <a:cubicBezTo>
                    <a:pt x="887" y="1910"/>
                    <a:pt x="1024" y="1867"/>
                    <a:pt x="1141" y="1780"/>
                  </a:cubicBezTo>
                  <a:lnTo>
                    <a:pt x="1963" y="1203"/>
                  </a:lnTo>
                  <a:cubicBezTo>
                    <a:pt x="2252" y="972"/>
                    <a:pt x="2324" y="553"/>
                    <a:pt x="2108" y="264"/>
                  </a:cubicBezTo>
                  <a:cubicBezTo>
                    <a:pt x="1969" y="90"/>
                    <a:pt x="1767" y="0"/>
                    <a:pt x="1565" y="0"/>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2" name="Google Shape;15252;p67"/>
            <p:cNvSpPr/>
            <p:nvPr/>
          </p:nvSpPr>
          <p:spPr>
            <a:xfrm>
              <a:off x="2893187" y="2255599"/>
              <a:ext cx="57542" cy="49468"/>
            </a:xfrm>
            <a:custGeom>
              <a:avLst/>
              <a:gdLst/>
              <a:ahLst/>
              <a:cxnLst/>
              <a:rect l="l" t="t" r="r" b="b"/>
              <a:pathLst>
                <a:path w="2195" h="1887" extrusionOk="0">
                  <a:moveTo>
                    <a:pt x="1660" y="0"/>
                  </a:moveTo>
                  <a:lnTo>
                    <a:pt x="1660" y="0"/>
                  </a:lnTo>
                  <a:cubicBezTo>
                    <a:pt x="1761" y="275"/>
                    <a:pt x="1660" y="592"/>
                    <a:pt x="1429" y="766"/>
                  </a:cubicBezTo>
                  <a:lnTo>
                    <a:pt x="606" y="1357"/>
                  </a:lnTo>
                  <a:cubicBezTo>
                    <a:pt x="491" y="1434"/>
                    <a:pt x="350" y="1479"/>
                    <a:pt x="209" y="1479"/>
                  </a:cubicBezTo>
                  <a:cubicBezTo>
                    <a:pt x="138" y="1479"/>
                    <a:pt x="68" y="1468"/>
                    <a:pt x="0" y="1444"/>
                  </a:cubicBezTo>
                  <a:lnTo>
                    <a:pt x="0" y="1444"/>
                  </a:lnTo>
                  <a:cubicBezTo>
                    <a:pt x="15" y="1502"/>
                    <a:pt x="58" y="1559"/>
                    <a:pt x="87" y="1603"/>
                  </a:cubicBezTo>
                  <a:cubicBezTo>
                    <a:pt x="219" y="1788"/>
                    <a:pt x="426" y="1887"/>
                    <a:pt x="636" y="1887"/>
                  </a:cubicBezTo>
                  <a:cubicBezTo>
                    <a:pt x="771" y="1887"/>
                    <a:pt x="907" y="1846"/>
                    <a:pt x="1025" y="1762"/>
                  </a:cubicBezTo>
                  <a:lnTo>
                    <a:pt x="1833" y="1170"/>
                  </a:lnTo>
                  <a:cubicBezTo>
                    <a:pt x="2137" y="953"/>
                    <a:pt x="2194" y="520"/>
                    <a:pt x="1978" y="231"/>
                  </a:cubicBezTo>
                  <a:cubicBezTo>
                    <a:pt x="1891" y="116"/>
                    <a:pt x="1790" y="44"/>
                    <a:pt x="1660" y="0"/>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3" name="Google Shape;15253;p67"/>
            <p:cNvSpPr/>
            <p:nvPr/>
          </p:nvSpPr>
          <p:spPr>
            <a:xfrm>
              <a:off x="2919664" y="2281971"/>
              <a:ext cx="52246" cy="44277"/>
            </a:xfrm>
            <a:custGeom>
              <a:avLst/>
              <a:gdLst/>
              <a:ahLst/>
              <a:cxnLst/>
              <a:rect l="l" t="t" r="r" b="b"/>
              <a:pathLst>
                <a:path w="1993" h="1689" extrusionOk="0">
                  <a:moveTo>
                    <a:pt x="1233" y="1"/>
                  </a:moveTo>
                  <a:cubicBezTo>
                    <a:pt x="1100" y="1"/>
                    <a:pt x="967" y="40"/>
                    <a:pt x="852" y="120"/>
                  </a:cubicBezTo>
                  <a:lnTo>
                    <a:pt x="362" y="481"/>
                  </a:lnTo>
                  <a:cubicBezTo>
                    <a:pt x="58" y="698"/>
                    <a:pt x="1" y="1116"/>
                    <a:pt x="217" y="1405"/>
                  </a:cubicBezTo>
                  <a:cubicBezTo>
                    <a:pt x="349" y="1590"/>
                    <a:pt x="551" y="1689"/>
                    <a:pt x="757" y="1689"/>
                  </a:cubicBezTo>
                  <a:cubicBezTo>
                    <a:pt x="889" y="1689"/>
                    <a:pt x="1023" y="1648"/>
                    <a:pt x="1141" y="1564"/>
                  </a:cubicBezTo>
                  <a:lnTo>
                    <a:pt x="1632" y="1203"/>
                  </a:lnTo>
                  <a:cubicBezTo>
                    <a:pt x="1935" y="987"/>
                    <a:pt x="1993" y="553"/>
                    <a:pt x="1762" y="265"/>
                  </a:cubicBezTo>
                  <a:cubicBezTo>
                    <a:pt x="1631" y="91"/>
                    <a:pt x="1433" y="1"/>
                    <a:pt x="1233"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4" name="Google Shape;15254;p67"/>
            <p:cNvSpPr/>
            <p:nvPr/>
          </p:nvSpPr>
          <p:spPr>
            <a:xfrm>
              <a:off x="2923072" y="2283229"/>
              <a:ext cx="48839" cy="43071"/>
            </a:xfrm>
            <a:custGeom>
              <a:avLst/>
              <a:gdLst/>
              <a:ahLst/>
              <a:cxnLst/>
              <a:rect l="l" t="t" r="r" b="b"/>
              <a:pathLst>
                <a:path w="1863" h="1643" extrusionOk="0">
                  <a:moveTo>
                    <a:pt x="1343" y="0"/>
                  </a:moveTo>
                  <a:lnTo>
                    <a:pt x="1343" y="0"/>
                  </a:lnTo>
                  <a:cubicBezTo>
                    <a:pt x="1459" y="289"/>
                    <a:pt x="1358" y="606"/>
                    <a:pt x="1112" y="780"/>
                  </a:cubicBezTo>
                  <a:lnTo>
                    <a:pt x="636" y="1141"/>
                  </a:lnTo>
                  <a:cubicBezTo>
                    <a:pt x="520" y="1221"/>
                    <a:pt x="388" y="1262"/>
                    <a:pt x="253" y="1262"/>
                  </a:cubicBezTo>
                  <a:cubicBezTo>
                    <a:pt x="169" y="1262"/>
                    <a:pt x="84" y="1246"/>
                    <a:pt x="1" y="1213"/>
                  </a:cubicBezTo>
                  <a:lnTo>
                    <a:pt x="1" y="1213"/>
                  </a:lnTo>
                  <a:cubicBezTo>
                    <a:pt x="106" y="1482"/>
                    <a:pt x="360" y="1643"/>
                    <a:pt x="624" y="1643"/>
                  </a:cubicBezTo>
                  <a:cubicBezTo>
                    <a:pt x="756" y="1643"/>
                    <a:pt x="891" y="1603"/>
                    <a:pt x="1011" y="1516"/>
                  </a:cubicBezTo>
                  <a:lnTo>
                    <a:pt x="1502" y="1155"/>
                  </a:lnTo>
                  <a:cubicBezTo>
                    <a:pt x="1791" y="939"/>
                    <a:pt x="1863" y="520"/>
                    <a:pt x="1632" y="217"/>
                  </a:cubicBezTo>
                  <a:cubicBezTo>
                    <a:pt x="1560" y="116"/>
                    <a:pt x="1459" y="44"/>
                    <a:pt x="1343" y="0"/>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5" name="Google Shape;15255;p67"/>
            <p:cNvSpPr/>
            <p:nvPr/>
          </p:nvSpPr>
          <p:spPr>
            <a:xfrm>
              <a:off x="2925353" y="2108768"/>
              <a:ext cx="75709" cy="116211"/>
            </a:xfrm>
            <a:custGeom>
              <a:avLst/>
              <a:gdLst/>
              <a:ahLst/>
              <a:cxnLst/>
              <a:rect l="l" t="t" r="r" b="b"/>
              <a:pathLst>
                <a:path w="2888" h="4433" extrusionOk="0">
                  <a:moveTo>
                    <a:pt x="621" y="1"/>
                  </a:moveTo>
                  <a:cubicBezTo>
                    <a:pt x="520" y="1"/>
                    <a:pt x="433" y="73"/>
                    <a:pt x="404" y="159"/>
                  </a:cubicBezTo>
                  <a:lnTo>
                    <a:pt x="0" y="1776"/>
                  </a:lnTo>
                  <a:lnTo>
                    <a:pt x="0" y="3552"/>
                  </a:lnTo>
                  <a:cubicBezTo>
                    <a:pt x="0" y="4042"/>
                    <a:pt x="404" y="4432"/>
                    <a:pt x="881" y="4432"/>
                  </a:cubicBezTo>
                  <a:cubicBezTo>
                    <a:pt x="1372" y="4432"/>
                    <a:pt x="1776" y="4042"/>
                    <a:pt x="1776" y="3552"/>
                  </a:cubicBezTo>
                  <a:lnTo>
                    <a:pt x="1776" y="2224"/>
                  </a:lnTo>
                  <a:lnTo>
                    <a:pt x="2887" y="1"/>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6" name="Google Shape;15256;p67"/>
            <p:cNvSpPr/>
            <p:nvPr/>
          </p:nvSpPr>
          <p:spPr>
            <a:xfrm>
              <a:off x="2925353" y="2108768"/>
              <a:ext cx="32192" cy="116211"/>
            </a:xfrm>
            <a:custGeom>
              <a:avLst/>
              <a:gdLst/>
              <a:ahLst/>
              <a:cxnLst/>
              <a:rect l="l" t="t" r="r" b="b"/>
              <a:pathLst>
                <a:path w="1228" h="4433" extrusionOk="0">
                  <a:moveTo>
                    <a:pt x="621" y="1"/>
                  </a:moveTo>
                  <a:cubicBezTo>
                    <a:pt x="520" y="1"/>
                    <a:pt x="433" y="73"/>
                    <a:pt x="404" y="174"/>
                  </a:cubicBezTo>
                  <a:lnTo>
                    <a:pt x="0" y="1776"/>
                  </a:lnTo>
                  <a:lnTo>
                    <a:pt x="0" y="3552"/>
                  </a:lnTo>
                  <a:cubicBezTo>
                    <a:pt x="0" y="4042"/>
                    <a:pt x="404" y="4432"/>
                    <a:pt x="895" y="4432"/>
                  </a:cubicBezTo>
                  <a:cubicBezTo>
                    <a:pt x="996" y="4432"/>
                    <a:pt x="1112" y="4418"/>
                    <a:pt x="1227" y="4374"/>
                  </a:cubicBezTo>
                  <a:cubicBezTo>
                    <a:pt x="881" y="4230"/>
                    <a:pt x="664" y="3912"/>
                    <a:pt x="664" y="3552"/>
                  </a:cubicBezTo>
                  <a:lnTo>
                    <a:pt x="664" y="1776"/>
                  </a:lnTo>
                  <a:lnTo>
                    <a:pt x="1112" y="1"/>
                  </a:ln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57" name="Google Shape;15257;p67"/>
          <p:cNvGrpSpPr/>
          <p:nvPr/>
        </p:nvGrpSpPr>
        <p:grpSpPr>
          <a:xfrm>
            <a:off x="3697625" y="1981993"/>
            <a:ext cx="375818" cy="372043"/>
            <a:chOff x="3722682" y="1981993"/>
            <a:chExt cx="375818" cy="372043"/>
          </a:xfrm>
        </p:grpSpPr>
        <p:sp>
          <p:nvSpPr>
            <p:cNvPr id="15258" name="Google Shape;15258;p67"/>
            <p:cNvSpPr/>
            <p:nvPr/>
          </p:nvSpPr>
          <p:spPr>
            <a:xfrm>
              <a:off x="3876695" y="1981993"/>
              <a:ext cx="71934" cy="72301"/>
            </a:xfrm>
            <a:custGeom>
              <a:avLst/>
              <a:gdLst/>
              <a:ahLst/>
              <a:cxnLst/>
              <a:rect l="l" t="t" r="r" b="b"/>
              <a:pathLst>
                <a:path w="2744" h="2758" extrusionOk="0">
                  <a:moveTo>
                    <a:pt x="1372" y="1"/>
                  </a:moveTo>
                  <a:cubicBezTo>
                    <a:pt x="607" y="1"/>
                    <a:pt x="1" y="621"/>
                    <a:pt x="1" y="1372"/>
                  </a:cubicBezTo>
                  <a:cubicBezTo>
                    <a:pt x="1" y="2137"/>
                    <a:pt x="607" y="2758"/>
                    <a:pt x="1372" y="2758"/>
                  </a:cubicBezTo>
                  <a:cubicBezTo>
                    <a:pt x="2137" y="2758"/>
                    <a:pt x="2744" y="2137"/>
                    <a:pt x="2744" y="1372"/>
                  </a:cubicBezTo>
                  <a:cubicBezTo>
                    <a:pt x="2744" y="621"/>
                    <a:pt x="2137" y="1"/>
                    <a:pt x="1372"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9" name="Google Shape;15259;p67"/>
            <p:cNvSpPr/>
            <p:nvPr/>
          </p:nvSpPr>
          <p:spPr>
            <a:xfrm>
              <a:off x="3755582" y="2204217"/>
              <a:ext cx="146516" cy="102448"/>
            </a:xfrm>
            <a:custGeom>
              <a:avLst/>
              <a:gdLst/>
              <a:ahLst/>
              <a:cxnLst/>
              <a:rect l="l" t="t" r="r" b="b"/>
              <a:pathLst>
                <a:path w="5589" h="3908" extrusionOk="0">
                  <a:moveTo>
                    <a:pt x="2788" y="1"/>
                  </a:moveTo>
                  <a:cubicBezTo>
                    <a:pt x="2672" y="1"/>
                    <a:pt x="2557" y="77"/>
                    <a:pt x="2557" y="228"/>
                  </a:cubicBezTo>
                  <a:lnTo>
                    <a:pt x="2557" y="2047"/>
                  </a:lnTo>
                  <a:lnTo>
                    <a:pt x="1445" y="2047"/>
                  </a:lnTo>
                  <a:cubicBezTo>
                    <a:pt x="1113" y="2047"/>
                    <a:pt x="796" y="2235"/>
                    <a:pt x="637" y="2538"/>
                  </a:cubicBezTo>
                  <a:lnTo>
                    <a:pt x="117" y="3548"/>
                  </a:lnTo>
                  <a:cubicBezTo>
                    <a:pt x="0" y="3733"/>
                    <a:pt x="159" y="3898"/>
                    <a:pt x="319" y="3898"/>
                  </a:cubicBezTo>
                  <a:cubicBezTo>
                    <a:pt x="396" y="3898"/>
                    <a:pt x="474" y="3859"/>
                    <a:pt x="521" y="3765"/>
                  </a:cubicBezTo>
                  <a:lnTo>
                    <a:pt x="1041" y="2754"/>
                  </a:lnTo>
                  <a:cubicBezTo>
                    <a:pt x="1128" y="2610"/>
                    <a:pt x="1286" y="2509"/>
                    <a:pt x="1445" y="2509"/>
                  </a:cubicBezTo>
                  <a:lnTo>
                    <a:pt x="4130" y="2509"/>
                  </a:lnTo>
                  <a:cubicBezTo>
                    <a:pt x="4303" y="2509"/>
                    <a:pt x="4448" y="2610"/>
                    <a:pt x="4534" y="2754"/>
                  </a:cubicBezTo>
                  <a:lnTo>
                    <a:pt x="5068" y="3765"/>
                  </a:lnTo>
                  <a:cubicBezTo>
                    <a:pt x="5112" y="3866"/>
                    <a:pt x="5190" y="3908"/>
                    <a:pt x="5269" y="3908"/>
                  </a:cubicBezTo>
                  <a:cubicBezTo>
                    <a:pt x="5428" y="3908"/>
                    <a:pt x="5588" y="3741"/>
                    <a:pt x="5473" y="3548"/>
                  </a:cubicBezTo>
                  <a:lnTo>
                    <a:pt x="4939" y="2552"/>
                  </a:lnTo>
                  <a:cubicBezTo>
                    <a:pt x="4780" y="2249"/>
                    <a:pt x="4462" y="2061"/>
                    <a:pt x="4130" y="2061"/>
                  </a:cubicBezTo>
                  <a:lnTo>
                    <a:pt x="3019" y="2061"/>
                  </a:lnTo>
                  <a:lnTo>
                    <a:pt x="3019" y="228"/>
                  </a:lnTo>
                  <a:cubicBezTo>
                    <a:pt x="3019" y="77"/>
                    <a:pt x="2903" y="1"/>
                    <a:pt x="2788"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0" name="Google Shape;15260;p67"/>
            <p:cNvSpPr/>
            <p:nvPr/>
          </p:nvSpPr>
          <p:spPr>
            <a:xfrm>
              <a:off x="3848697" y="2066195"/>
              <a:ext cx="129817" cy="66403"/>
            </a:xfrm>
            <a:custGeom>
              <a:avLst/>
              <a:gdLst/>
              <a:ahLst/>
              <a:cxnLst/>
              <a:rect l="l" t="t" r="r" b="b"/>
              <a:pathLst>
                <a:path w="4952" h="2533" extrusionOk="0">
                  <a:moveTo>
                    <a:pt x="2455" y="1"/>
                  </a:moveTo>
                  <a:cubicBezTo>
                    <a:pt x="2339" y="1"/>
                    <a:pt x="2224" y="80"/>
                    <a:pt x="2224" y="239"/>
                  </a:cubicBezTo>
                  <a:lnTo>
                    <a:pt x="2224" y="1134"/>
                  </a:lnTo>
                  <a:lnTo>
                    <a:pt x="1040" y="1134"/>
                  </a:lnTo>
                  <a:cubicBezTo>
                    <a:pt x="780" y="1134"/>
                    <a:pt x="549" y="1278"/>
                    <a:pt x="434" y="1495"/>
                  </a:cubicBezTo>
                  <a:lnTo>
                    <a:pt x="73" y="2173"/>
                  </a:lnTo>
                  <a:cubicBezTo>
                    <a:pt x="1" y="2274"/>
                    <a:pt x="44" y="2433"/>
                    <a:pt x="174" y="2491"/>
                  </a:cubicBezTo>
                  <a:cubicBezTo>
                    <a:pt x="204" y="2508"/>
                    <a:pt x="238" y="2516"/>
                    <a:pt x="273" y="2516"/>
                  </a:cubicBezTo>
                  <a:cubicBezTo>
                    <a:pt x="353" y="2516"/>
                    <a:pt x="437" y="2471"/>
                    <a:pt x="477" y="2390"/>
                  </a:cubicBezTo>
                  <a:lnTo>
                    <a:pt x="838" y="1726"/>
                  </a:lnTo>
                  <a:cubicBezTo>
                    <a:pt x="881" y="1653"/>
                    <a:pt x="953" y="1596"/>
                    <a:pt x="1040" y="1596"/>
                  </a:cubicBezTo>
                  <a:lnTo>
                    <a:pt x="3869" y="1596"/>
                  </a:lnTo>
                  <a:cubicBezTo>
                    <a:pt x="3956" y="1596"/>
                    <a:pt x="4028" y="1653"/>
                    <a:pt x="4072" y="1726"/>
                  </a:cubicBezTo>
                  <a:lnTo>
                    <a:pt x="4432" y="2390"/>
                  </a:lnTo>
                  <a:cubicBezTo>
                    <a:pt x="4481" y="2491"/>
                    <a:pt x="4562" y="2533"/>
                    <a:pt x="4641" y="2533"/>
                  </a:cubicBezTo>
                  <a:cubicBezTo>
                    <a:pt x="4799" y="2533"/>
                    <a:pt x="4952" y="2370"/>
                    <a:pt x="4837" y="2187"/>
                  </a:cubicBezTo>
                  <a:lnTo>
                    <a:pt x="4476" y="1509"/>
                  </a:lnTo>
                  <a:cubicBezTo>
                    <a:pt x="4360" y="1292"/>
                    <a:pt x="4129" y="1148"/>
                    <a:pt x="3869" y="1148"/>
                  </a:cubicBezTo>
                  <a:lnTo>
                    <a:pt x="2686" y="1148"/>
                  </a:lnTo>
                  <a:lnTo>
                    <a:pt x="2686" y="239"/>
                  </a:lnTo>
                  <a:cubicBezTo>
                    <a:pt x="2686" y="80"/>
                    <a:pt x="2570" y="1"/>
                    <a:pt x="2455"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1" name="Google Shape;15261;p67"/>
            <p:cNvSpPr/>
            <p:nvPr/>
          </p:nvSpPr>
          <p:spPr>
            <a:xfrm>
              <a:off x="3923227" y="2204217"/>
              <a:ext cx="146909" cy="102370"/>
            </a:xfrm>
            <a:custGeom>
              <a:avLst/>
              <a:gdLst/>
              <a:ahLst/>
              <a:cxnLst/>
              <a:rect l="l" t="t" r="r" b="b"/>
              <a:pathLst>
                <a:path w="5604" h="3905" extrusionOk="0">
                  <a:moveTo>
                    <a:pt x="2802" y="1"/>
                  </a:moveTo>
                  <a:cubicBezTo>
                    <a:pt x="2686" y="1"/>
                    <a:pt x="2571" y="77"/>
                    <a:pt x="2571" y="228"/>
                  </a:cubicBezTo>
                  <a:lnTo>
                    <a:pt x="2571" y="2047"/>
                  </a:lnTo>
                  <a:lnTo>
                    <a:pt x="1459" y="2047"/>
                  </a:lnTo>
                  <a:cubicBezTo>
                    <a:pt x="1127" y="2047"/>
                    <a:pt x="810" y="2235"/>
                    <a:pt x="651" y="2538"/>
                  </a:cubicBezTo>
                  <a:lnTo>
                    <a:pt x="117" y="3548"/>
                  </a:lnTo>
                  <a:cubicBezTo>
                    <a:pt x="0" y="3733"/>
                    <a:pt x="165" y="3904"/>
                    <a:pt x="325" y="3904"/>
                  </a:cubicBezTo>
                  <a:cubicBezTo>
                    <a:pt x="402" y="3904"/>
                    <a:pt x="479" y="3864"/>
                    <a:pt x="521" y="3765"/>
                  </a:cubicBezTo>
                  <a:lnTo>
                    <a:pt x="1055" y="2754"/>
                  </a:lnTo>
                  <a:cubicBezTo>
                    <a:pt x="1142" y="2610"/>
                    <a:pt x="1301" y="2509"/>
                    <a:pt x="1459" y="2509"/>
                  </a:cubicBezTo>
                  <a:lnTo>
                    <a:pt x="4144" y="2509"/>
                  </a:lnTo>
                  <a:cubicBezTo>
                    <a:pt x="4303" y="2509"/>
                    <a:pt x="4462" y="2610"/>
                    <a:pt x="4549" y="2754"/>
                  </a:cubicBezTo>
                  <a:lnTo>
                    <a:pt x="5083" y="3765"/>
                  </a:lnTo>
                  <a:cubicBezTo>
                    <a:pt x="5125" y="3864"/>
                    <a:pt x="5202" y="3904"/>
                    <a:pt x="5279" y="3904"/>
                  </a:cubicBezTo>
                  <a:cubicBezTo>
                    <a:pt x="5439" y="3904"/>
                    <a:pt x="5604" y="3733"/>
                    <a:pt x="5487" y="3548"/>
                  </a:cubicBezTo>
                  <a:lnTo>
                    <a:pt x="4953" y="2552"/>
                  </a:lnTo>
                  <a:cubicBezTo>
                    <a:pt x="4794" y="2249"/>
                    <a:pt x="4476" y="2061"/>
                    <a:pt x="4144" y="2061"/>
                  </a:cubicBezTo>
                  <a:lnTo>
                    <a:pt x="3033" y="2061"/>
                  </a:lnTo>
                  <a:lnTo>
                    <a:pt x="3033" y="228"/>
                  </a:lnTo>
                  <a:cubicBezTo>
                    <a:pt x="3033" y="77"/>
                    <a:pt x="2917" y="1"/>
                    <a:pt x="2802"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2" name="Google Shape;15262;p67"/>
            <p:cNvSpPr/>
            <p:nvPr/>
          </p:nvSpPr>
          <p:spPr>
            <a:xfrm>
              <a:off x="3868752" y="1983513"/>
              <a:ext cx="71934" cy="70781"/>
            </a:xfrm>
            <a:custGeom>
              <a:avLst/>
              <a:gdLst/>
              <a:ahLst/>
              <a:cxnLst/>
              <a:rect l="l" t="t" r="r" b="b"/>
              <a:pathLst>
                <a:path w="2744" h="2700" extrusionOk="0">
                  <a:moveTo>
                    <a:pt x="1300" y="0"/>
                  </a:moveTo>
                  <a:lnTo>
                    <a:pt x="1300" y="0"/>
                  </a:lnTo>
                  <a:cubicBezTo>
                    <a:pt x="391" y="260"/>
                    <a:pt x="1" y="1314"/>
                    <a:pt x="520" y="2079"/>
                  </a:cubicBezTo>
                  <a:cubicBezTo>
                    <a:pt x="786" y="2489"/>
                    <a:pt x="1224" y="2700"/>
                    <a:pt x="1665" y="2700"/>
                  </a:cubicBezTo>
                  <a:cubicBezTo>
                    <a:pt x="2063" y="2700"/>
                    <a:pt x="2463" y="2529"/>
                    <a:pt x="2744" y="2180"/>
                  </a:cubicBezTo>
                  <a:lnTo>
                    <a:pt x="2744" y="2180"/>
                  </a:lnTo>
                  <a:cubicBezTo>
                    <a:pt x="2614" y="2223"/>
                    <a:pt x="2484" y="2238"/>
                    <a:pt x="2368" y="2238"/>
                  </a:cubicBezTo>
                  <a:cubicBezTo>
                    <a:pt x="1213" y="2238"/>
                    <a:pt x="564" y="895"/>
                    <a:pt x="1300" y="0"/>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3" name="Google Shape;15263;p67"/>
            <p:cNvSpPr/>
            <p:nvPr/>
          </p:nvSpPr>
          <p:spPr>
            <a:xfrm>
              <a:off x="3804814" y="2143949"/>
              <a:ext cx="47711" cy="48105"/>
            </a:xfrm>
            <a:custGeom>
              <a:avLst/>
              <a:gdLst/>
              <a:ahLst/>
              <a:cxnLst/>
              <a:rect l="l" t="t" r="r" b="b"/>
              <a:pathLst>
                <a:path w="1820" h="1835" extrusionOk="0">
                  <a:moveTo>
                    <a:pt x="910" y="1"/>
                  </a:moveTo>
                  <a:cubicBezTo>
                    <a:pt x="404" y="1"/>
                    <a:pt x="0" y="420"/>
                    <a:pt x="0" y="925"/>
                  </a:cubicBezTo>
                  <a:cubicBezTo>
                    <a:pt x="0" y="1430"/>
                    <a:pt x="404" y="1834"/>
                    <a:pt x="910" y="1834"/>
                  </a:cubicBezTo>
                  <a:cubicBezTo>
                    <a:pt x="1415" y="1834"/>
                    <a:pt x="1819" y="1430"/>
                    <a:pt x="1819" y="925"/>
                  </a:cubicBezTo>
                  <a:cubicBezTo>
                    <a:pt x="1819" y="420"/>
                    <a:pt x="1415" y="1"/>
                    <a:pt x="910"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4" name="Google Shape;15264;p67"/>
            <p:cNvSpPr/>
            <p:nvPr/>
          </p:nvSpPr>
          <p:spPr>
            <a:xfrm>
              <a:off x="3799125" y="2145102"/>
              <a:ext cx="48078" cy="47056"/>
            </a:xfrm>
            <a:custGeom>
              <a:avLst/>
              <a:gdLst/>
              <a:ahLst/>
              <a:cxnLst/>
              <a:rect l="l" t="t" r="r" b="b"/>
              <a:pathLst>
                <a:path w="1834" h="1795" extrusionOk="0">
                  <a:moveTo>
                    <a:pt x="867" y="0"/>
                  </a:moveTo>
                  <a:lnTo>
                    <a:pt x="867" y="0"/>
                  </a:lnTo>
                  <a:cubicBezTo>
                    <a:pt x="261" y="159"/>
                    <a:pt x="1" y="866"/>
                    <a:pt x="347" y="1386"/>
                  </a:cubicBezTo>
                  <a:cubicBezTo>
                    <a:pt x="528" y="1657"/>
                    <a:pt x="818" y="1795"/>
                    <a:pt x="1110" y="1795"/>
                  </a:cubicBezTo>
                  <a:cubicBezTo>
                    <a:pt x="1378" y="1795"/>
                    <a:pt x="1647" y="1679"/>
                    <a:pt x="1834" y="1444"/>
                  </a:cubicBezTo>
                  <a:lnTo>
                    <a:pt x="1834" y="1444"/>
                  </a:lnTo>
                  <a:cubicBezTo>
                    <a:pt x="1747" y="1473"/>
                    <a:pt x="1675" y="1487"/>
                    <a:pt x="1589" y="1487"/>
                  </a:cubicBezTo>
                  <a:cubicBezTo>
                    <a:pt x="1582" y="1487"/>
                    <a:pt x="1576" y="1487"/>
                    <a:pt x="1570" y="1487"/>
                  </a:cubicBezTo>
                  <a:cubicBezTo>
                    <a:pt x="802" y="1487"/>
                    <a:pt x="380" y="602"/>
                    <a:pt x="867"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5" name="Google Shape;15265;p67"/>
            <p:cNvSpPr/>
            <p:nvPr/>
          </p:nvSpPr>
          <p:spPr>
            <a:xfrm>
              <a:off x="3972458" y="2143949"/>
              <a:ext cx="48078" cy="48105"/>
            </a:xfrm>
            <a:custGeom>
              <a:avLst/>
              <a:gdLst/>
              <a:ahLst/>
              <a:cxnLst/>
              <a:rect l="l" t="t" r="r" b="b"/>
              <a:pathLst>
                <a:path w="1834" h="1835" extrusionOk="0">
                  <a:moveTo>
                    <a:pt x="924" y="1"/>
                  </a:moveTo>
                  <a:cubicBezTo>
                    <a:pt x="419" y="1"/>
                    <a:pt x="0" y="420"/>
                    <a:pt x="0" y="925"/>
                  </a:cubicBezTo>
                  <a:cubicBezTo>
                    <a:pt x="0" y="1430"/>
                    <a:pt x="419" y="1834"/>
                    <a:pt x="924" y="1834"/>
                  </a:cubicBezTo>
                  <a:cubicBezTo>
                    <a:pt x="1429" y="1834"/>
                    <a:pt x="1833" y="1430"/>
                    <a:pt x="1833" y="925"/>
                  </a:cubicBezTo>
                  <a:cubicBezTo>
                    <a:pt x="1833" y="420"/>
                    <a:pt x="1429" y="1"/>
                    <a:pt x="924"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6" name="Google Shape;15266;p67"/>
            <p:cNvSpPr/>
            <p:nvPr/>
          </p:nvSpPr>
          <p:spPr>
            <a:xfrm>
              <a:off x="3967163" y="2145102"/>
              <a:ext cx="48078" cy="47056"/>
            </a:xfrm>
            <a:custGeom>
              <a:avLst/>
              <a:gdLst/>
              <a:ahLst/>
              <a:cxnLst/>
              <a:rect l="l" t="t" r="r" b="b"/>
              <a:pathLst>
                <a:path w="1834" h="1795" extrusionOk="0">
                  <a:moveTo>
                    <a:pt x="866" y="0"/>
                  </a:moveTo>
                  <a:cubicBezTo>
                    <a:pt x="260" y="159"/>
                    <a:pt x="0" y="866"/>
                    <a:pt x="346" y="1386"/>
                  </a:cubicBezTo>
                  <a:cubicBezTo>
                    <a:pt x="527" y="1657"/>
                    <a:pt x="818" y="1795"/>
                    <a:pt x="1110" y="1795"/>
                  </a:cubicBezTo>
                  <a:cubicBezTo>
                    <a:pt x="1378" y="1795"/>
                    <a:pt x="1647" y="1679"/>
                    <a:pt x="1833" y="1444"/>
                  </a:cubicBezTo>
                  <a:lnTo>
                    <a:pt x="1833" y="1444"/>
                  </a:lnTo>
                  <a:cubicBezTo>
                    <a:pt x="1747" y="1473"/>
                    <a:pt x="1660" y="1487"/>
                    <a:pt x="1588" y="1487"/>
                  </a:cubicBezTo>
                  <a:cubicBezTo>
                    <a:pt x="1582" y="1487"/>
                    <a:pt x="1575" y="1487"/>
                    <a:pt x="1569" y="1487"/>
                  </a:cubicBezTo>
                  <a:cubicBezTo>
                    <a:pt x="802" y="1487"/>
                    <a:pt x="379" y="602"/>
                    <a:pt x="866"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7" name="Google Shape;15267;p67"/>
            <p:cNvSpPr/>
            <p:nvPr/>
          </p:nvSpPr>
          <p:spPr>
            <a:xfrm>
              <a:off x="3726850" y="2318043"/>
              <a:ext cx="35967" cy="35967"/>
            </a:xfrm>
            <a:custGeom>
              <a:avLst/>
              <a:gdLst/>
              <a:ahLst/>
              <a:cxnLst/>
              <a:rect l="l" t="t" r="r" b="b"/>
              <a:pathLst>
                <a:path w="1372" h="1372" extrusionOk="0">
                  <a:moveTo>
                    <a:pt x="679" y="0"/>
                  </a:moveTo>
                  <a:cubicBezTo>
                    <a:pt x="304" y="0"/>
                    <a:pt x="0" y="303"/>
                    <a:pt x="0" y="693"/>
                  </a:cubicBezTo>
                  <a:cubicBezTo>
                    <a:pt x="0" y="1068"/>
                    <a:pt x="304" y="1372"/>
                    <a:pt x="679" y="1372"/>
                  </a:cubicBezTo>
                  <a:cubicBezTo>
                    <a:pt x="1054" y="1372"/>
                    <a:pt x="1372" y="1068"/>
                    <a:pt x="1372" y="693"/>
                  </a:cubicBezTo>
                  <a:cubicBezTo>
                    <a:pt x="1372" y="303"/>
                    <a:pt x="1054" y="0"/>
                    <a:pt x="679"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8" name="Google Shape;15268;p67"/>
            <p:cNvSpPr/>
            <p:nvPr/>
          </p:nvSpPr>
          <p:spPr>
            <a:xfrm>
              <a:off x="3722682" y="2318803"/>
              <a:ext cx="35993" cy="35233"/>
            </a:xfrm>
            <a:custGeom>
              <a:avLst/>
              <a:gdLst/>
              <a:ahLst/>
              <a:cxnLst/>
              <a:rect l="l" t="t" r="r" b="b"/>
              <a:pathLst>
                <a:path w="1373" h="1344" extrusionOk="0">
                  <a:moveTo>
                    <a:pt x="650" y="0"/>
                  </a:moveTo>
                  <a:lnTo>
                    <a:pt x="650" y="0"/>
                  </a:lnTo>
                  <a:cubicBezTo>
                    <a:pt x="188" y="116"/>
                    <a:pt x="1" y="650"/>
                    <a:pt x="246" y="1039"/>
                  </a:cubicBezTo>
                  <a:cubicBezTo>
                    <a:pt x="381" y="1242"/>
                    <a:pt x="602" y="1343"/>
                    <a:pt x="823" y="1343"/>
                  </a:cubicBezTo>
                  <a:cubicBezTo>
                    <a:pt x="1028" y="1343"/>
                    <a:pt x="1233" y="1256"/>
                    <a:pt x="1372" y="1083"/>
                  </a:cubicBezTo>
                  <a:lnTo>
                    <a:pt x="1372" y="1083"/>
                  </a:lnTo>
                  <a:cubicBezTo>
                    <a:pt x="1300" y="1097"/>
                    <a:pt x="1242" y="1112"/>
                    <a:pt x="1184" y="1112"/>
                  </a:cubicBezTo>
                  <a:cubicBezTo>
                    <a:pt x="1178" y="1112"/>
                    <a:pt x="1172" y="1112"/>
                    <a:pt x="1166" y="1112"/>
                  </a:cubicBezTo>
                  <a:cubicBezTo>
                    <a:pt x="600" y="1112"/>
                    <a:pt x="279" y="443"/>
                    <a:pt x="650"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9" name="Google Shape;15269;p67"/>
            <p:cNvSpPr/>
            <p:nvPr/>
          </p:nvSpPr>
          <p:spPr>
            <a:xfrm>
              <a:off x="3894495" y="2318043"/>
              <a:ext cx="35967" cy="35967"/>
            </a:xfrm>
            <a:custGeom>
              <a:avLst/>
              <a:gdLst/>
              <a:ahLst/>
              <a:cxnLst/>
              <a:rect l="l" t="t" r="r" b="b"/>
              <a:pathLst>
                <a:path w="1372" h="1372" extrusionOk="0">
                  <a:moveTo>
                    <a:pt x="693" y="0"/>
                  </a:moveTo>
                  <a:cubicBezTo>
                    <a:pt x="318" y="0"/>
                    <a:pt x="0" y="303"/>
                    <a:pt x="0" y="693"/>
                  </a:cubicBezTo>
                  <a:cubicBezTo>
                    <a:pt x="0" y="1068"/>
                    <a:pt x="318" y="1372"/>
                    <a:pt x="693" y="1372"/>
                  </a:cubicBezTo>
                  <a:cubicBezTo>
                    <a:pt x="1069" y="1372"/>
                    <a:pt x="1372" y="1068"/>
                    <a:pt x="1372" y="693"/>
                  </a:cubicBezTo>
                  <a:cubicBezTo>
                    <a:pt x="1372" y="303"/>
                    <a:pt x="1069" y="0"/>
                    <a:pt x="693"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0" name="Google Shape;15270;p67"/>
            <p:cNvSpPr/>
            <p:nvPr/>
          </p:nvSpPr>
          <p:spPr>
            <a:xfrm>
              <a:off x="3890327" y="2318803"/>
              <a:ext cx="35967" cy="35233"/>
            </a:xfrm>
            <a:custGeom>
              <a:avLst/>
              <a:gdLst/>
              <a:ahLst/>
              <a:cxnLst/>
              <a:rect l="l" t="t" r="r" b="b"/>
              <a:pathLst>
                <a:path w="1372" h="1344" extrusionOk="0">
                  <a:moveTo>
                    <a:pt x="650" y="0"/>
                  </a:moveTo>
                  <a:lnTo>
                    <a:pt x="650" y="0"/>
                  </a:lnTo>
                  <a:cubicBezTo>
                    <a:pt x="203" y="116"/>
                    <a:pt x="1" y="650"/>
                    <a:pt x="260" y="1039"/>
                  </a:cubicBezTo>
                  <a:cubicBezTo>
                    <a:pt x="395" y="1242"/>
                    <a:pt x="612" y="1343"/>
                    <a:pt x="830" y="1343"/>
                  </a:cubicBezTo>
                  <a:cubicBezTo>
                    <a:pt x="1031" y="1343"/>
                    <a:pt x="1233" y="1256"/>
                    <a:pt x="1372" y="1083"/>
                  </a:cubicBezTo>
                  <a:lnTo>
                    <a:pt x="1372" y="1083"/>
                  </a:lnTo>
                  <a:cubicBezTo>
                    <a:pt x="1314" y="1097"/>
                    <a:pt x="1257" y="1112"/>
                    <a:pt x="1199" y="1112"/>
                  </a:cubicBezTo>
                  <a:cubicBezTo>
                    <a:pt x="1193" y="1112"/>
                    <a:pt x="1187" y="1112"/>
                    <a:pt x="1181" y="1112"/>
                  </a:cubicBezTo>
                  <a:cubicBezTo>
                    <a:pt x="614" y="1112"/>
                    <a:pt x="293" y="443"/>
                    <a:pt x="650"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1" name="Google Shape;15271;p67"/>
            <p:cNvSpPr/>
            <p:nvPr/>
          </p:nvSpPr>
          <p:spPr>
            <a:xfrm>
              <a:off x="4062507" y="2318043"/>
              <a:ext cx="35993" cy="35967"/>
            </a:xfrm>
            <a:custGeom>
              <a:avLst/>
              <a:gdLst/>
              <a:ahLst/>
              <a:cxnLst/>
              <a:rect l="l" t="t" r="r" b="b"/>
              <a:pathLst>
                <a:path w="1373" h="1372" extrusionOk="0">
                  <a:moveTo>
                    <a:pt x="694" y="0"/>
                  </a:moveTo>
                  <a:cubicBezTo>
                    <a:pt x="318" y="0"/>
                    <a:pt x="1" y="303"/>
                    <a:pt x="1" y="693"/>
                  </a:cubicBezTo>
                  <a:cubicBezTo>
                    <a:pt x="1" y="1068"/>
                    <a:pt x="318" y="1372"/>
                    <a:pt x="694" y="1372"/>
                  </a:cubicBezTo>
                  <a:cubicBezTo>
                    <a:pt x="1069" y="1372"/>
                    <a:pt x="1372" y="1068"/>
                    <a:pt x="1372" y="693"/>
                  </a:cubicBezTo>
                  <a:cubicBezTo>
                    <a:pt x="1372" y="303"/>
                    <a:pt x="1069" y="0"/>
                    <a:pt x="694"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2" name="Google Shape;15272;p67"/>
            <p:cNvSpPr/>
            <p:nvPr/>
          </p:nvSpPr>
          <p:spPr>
            <a:xfrm>
              <a:off x="4058339" y="2318803"/>
              <a:ext cx="35993" cy="35233"/>
            </a:xfrm>
            <a:custGeom>
              <a:avLst/>
              <a:gdLst/>
              <a:ahLst/>
              <a:cxnLst/>
              <a:rect l="l" t="t" r="r" b="b"/>
              <a:pathLst>
                <a:path w="1373" h="1344" extrusionOk="0">
                  <a:moveTo>
                    <a:pt x="651" y="0"/>
                  </a:moveTo>
                  <a:cubicBezTo>
                    <a:pt x="203" y="116"/>
                    <a:pt x="1" y="650"/>
                    <a:pt x="261" y="1039"/>
                  </a:cubicBezTo>
                  <a:cubicBezTo>
                    <a:pt x="396" y="1242"/>
                    <a:pt x="612" y="1343"/>
                    <a:pt x="830" y="1343"/>
                  </a:cubicBezTo>
                  <a:cubicBezTo>
                    <a:pt x="1031" y="1343"/>
                    <a:pt x="1234" y="1256"/>
                    <a:pt x="1372" y="1083"/>
                  </a:cubicBezTo>
                  <a:lnTo>
                    <a:pt x="1372" y="1083"/>
                  </a:lnTo>
                  <a:cubicBezTo>
                    <a:pt x="1315" y="1097"/>
                    <a:pt x="1257" y="1112"/>
                    <a:pt x="1199" y="1112"/>
                  </a:cubicBezTo>
                  <a:cubicBezTo>
                    <a:pt x="1193" y="1112"/>
                    <a:pt x="1187" y="1112"/>
                    <a:pt x="1181" y="1112"/>
                  </a:cubicBezTo>
                  <a:cubicBezTo>
                    <a:pt x="601" y="1112"/>
                    <a:pt x="293" y="443"/>
                    <a:pt x="651"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73" name="Google Shape;15273;p67"/>
          <p:cNvGrpSpPr/>
          <p:nvPr/>
        </p:nvGrpSpPr>
        <p:grpSpPr>
          <a:xfrm>
            <a:off x="4176337" y="1981809"/>
            <a:ext cx="373538" cy="372305"/>
            <a:chOff x="4201394" y="1981809"/>
            <a:chExt cx="373538" cy="372305"/>
          </a:xfrm>
        </p:grpSpPr>
        <p:sp>
          <p:nvSpPr>
            <p:cNvPr id="15274" name="Google Shape;15274;p67"/>
            <p:cNvSpPr/>
            <p:nvPr/>
          </p:nvSpPr>
          <p:spPr>
            <a:xfrm>
              <a:off x="4308876" y="2188619"/>
              <a:ext cx="59429" cy="59823"/>
            </a:xfrm>
            <a:custGeom>
              <a:avLst/>
              <a:gdLst/>
              <a:ahLst/>
              <a:cxnLst/>
              <a:rect l="l" t="t" r="r" b="b"/>
              <a:pathLst>
                <a:path w="2267" h="2282" extrusionOk="0">
                  <a:moveTo>
                    <a:pt x="1400" y="0"/>
                  </a:moveTo>
                  <a:lnTo>
                    <a:pt x="0" y="1415"/>
                  </a:lnTo>
                  <a:cubicBezTo>
                    <a:pt x="101" y="1429"/>
                    <a:pt x="202" y="1473"/>
                    <a:pt x="275" y="1545"/>
                  </a:cubicBezTo>
                  <a:lnTo>
                    <a:pt x="722" y="1992"/>
                  </a:lnTo>
                  <a:cubicBezTo>
                    <a:pt x="794" y="2079"/>
                    <a:pt x="852" y="2166"/>
                    <a:pt x="866" y="2281"/>
                  </a:cubicBezTo>
                  <a:lnTo>
                    <a:pt x="2267" y="881"/>
                  </a:lnTo>
                  <a:cubicBezTo>
                    <a:pt x="1935" y="636"/>
                    <a:pt x="1646" y="332"/>
                    <a:pt x="1400" y="0"/>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5" name="Google Shape;15275;p67"/>
            <p:cNvSpPr/>
            <p:nvPr/>
          </p:nvSpPr>
          <p:spPr>
            <a:xfrm>
              <a:off x="4309243" y="2188619"/>
              <a:ext cx="48078" cy="59823"/>
            </a:xfrm>
            <a:custGeom>
              <a:avLst/>
              <a:gdLst/>
              <a:ahLst/>
              <a:cxnLst/>
              <a:rect l="l" t="t" r="r" b="b"/>
              <a:pathLst>
                <a:path w="1834" h="2282" extrusionOk="0">
                  <a:moveTo>
                    <a:pt x="1401" y="0"/>
                  </a:moveTo>
                  <a:lnTo>
                    <a:pt x="1" y="1415"/>
                  </a:lnTo>
                  <a:cubicBezTo>
                    <a:pt x="102" y="1429"/>
                    <a:pt x="203" y="1473"/>
                    <a:pt x="275" y="1545"/>
                  </a:cubicBezTo>
                  <a:lnTo>
                    <a:pt x="722" y="1992"/>
                  </a:lnTo>
                  <a:cubicBezTo>
                    <a:pt x="795" y="2079"/>
                    <a:pt x="852" y="2166"/>
                    <a:pt x="867" y="2281"/>
                  </a:cubicBezTo>
                  <a:lnTo>
                    <a:pt x="1386" y="1747"/>
                  </a:lnTo>
                  <a:lnTo>
                    <a:pt x="1199" y="1545"/>
                  </a:lnTo>
                  <a:lnTo>
                    <a:pt x="1184" y="1545"/>
                  </a:lnTo>
                  <a:cubicBezTo>
                    <a:pt x="1069" y="1429"/>
                    <a:pt x="1069" y="1256"/>
                    <a:pt x="1184" y="1141"/>
                  </a:cubicBezTo>
                  <a:lnTo>
                    <a:pt x="1834" y="491"/>
                  </a:lnTo>
                  <a:cubicBezTo>
                    <a:pt x="1675" y="347"/>
                    <a:pt x="1531" y="174"/>
                    <a:pt x="1401" y="0"/>
                  </a:cubicBezTo>
                  <a:close/>
                </a:path>
              </a:pathLst>
            </a:custGeom>
            <a:solidFill>
              <a:srgbClr val="C4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6" name="Google Shape;15276;p67"/>
            <p:cNvSpPr/>
            <p:nvPr/>
          </p:nvSpPr>
          <p:spPr>
            <a:xfrm>
              <a:off x="4303580" y="1981809"/>
              <a:ext cx="271351" cy="259030"/>
            </a:xfrm>
            <a:custGeom>
              <a:avLst/>
              <a:gdLst/>
              <a:ahLst/>
              <a:cxnLst/>
              <a:rect l="l" t="t" r="r" b="b"/>
              <a:pathLst>
                <a:path w="10351" h="9881" extrusionOk="0">
                  <a:moveTo>
                    <a:pt x="5378" y="1"/>
                  </a:moveTo>
                  <a:cubicBezTo>
                    <a:pt x="4169" y="1"/>
                    <a:pt x="2937" y="449"/>
                    <a:pt x="1934" y="1451"/>
                  </a:cubicBezTo>
                  <a:cubicBezTo>
                    <a:pt x="0" y="3386"/>
                    <a:pt x="0" y="6504"/>
                    <a:pt x="1934" y="8438"/>
                  </a:cubicBezTo>
                  <a:cubicBezTo>
                    <a:pt x="2873" y="9376"/>
                    <a:pt x="4136" y="9880"/>
                    <a:pt x="5423" y="9880"/>
                  </a:cubicBezTo>
                  <a:cubicBezTo>
                    <a:pt x="6056" y="9880"/>
                    <a:pt x="6695" y="9758"/>
                    <a:pt x="7304" y="9506"/>
                  </a:cubicBezTo>
                  <a:cubicBezTo>
                    <a:pt x="9152" y="8741"/>
                    <a:pt x="10350" y="6937"/>
                    <a:pt x="10350" y="4945"/>
                  </a:cubicBezTo>
                  <a:cubicBezTo>
                    <a:pt x="10350" y="1973"/>
                    <a:pt x="7915" y="1"/>
                    <a:pt x="537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7" name="Google Shape;15277;p67"/>
            <p:cNvSpPr/>
            <p:nvPr/>
          </p:nvSpPr>
          <p:spPr>
            <a:xfrm>
              <a:off x="4298652" y="1982281"/>
              <a:ext cx="158208" cy="258296"/>
            </a:xfrm>
            <a:custGeom>
              <a:avLst/>
              <a:gdLst/>
              <a:ahLst/>
              <a:cxnLst/>
              <a:rect l="l" t="t" r="r" b="b"/>
              <a:pathLst>
                <a:path w="6035" h="9853" extrusionOk="0">
                  <a:moveTo>
                    <a:pt x="5607" y="0"/>
                  </a:moveTo>
                  <a:cubicBezTo>
                    <a:pt x="2908" y="0"/>
                    <a:pt x="679" y="2183"/>
                    <a:pt x="679" y="4927"/>
                  </a:cubicBezTo>
                  <a:cubicBezTo>
                    <a:pt x="679" y="7670"/>
                    <a:pt x="2908" y="9853"/>
                    <a:pt x="5607" y="9853"/>
                  </a:cubicBezTo>
                  <a:cubicBezTo>
                    <a:pt x="5748" y="9853"/>
                    <a:pt x="5891" y="9847"/>
                    <a:pt x="6035" y="9835"/>
                  </a:cubicBezTo>
                  <a:cubicBezTo>
                    <a:pt x="4865" y="9748"/>
                    <a:pt x="3783" y="9243"/>
                    <a:pt x="2960" y="8420"/>
                  </a:cubicBezTo>
                  <a:cubicBezTo>
                    <a:pt x="0" y="5446"/>
                    <a:pt x="1848" y="365"/>
                    <a:pt x="6035" y="19"/>
                  </a:cubicBezTo>
                  <a:cubicBezTo>
                    <a:pt x="5891" y="6"/>
                    <a:pt x="5748" y="0"/>
                    <a:pt x="5607" y="0"/>
                  </a:cubicBezTo>
                  <a:close/>
                </a:path>
              </a:pathLst>
            </a:custGeom>
            <a:solidFill>
              <a:srgbClr val="EA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8" name="Google Shape;15278;p67"/>
            <p:cNvSpPr/>
            <p:nvPr/>
          </p:nvSpPr>
          <p:spPr>
            <a:xfrm>
              <a:off x="4341041" y="2006504"/>
              <a:ext cx="219498" cy="209746"/>
            </a:xfrm>
            <a:custGeom>
              <a:avLst/>
              <a:gdLst/>
              <a:ahLst/>
              <a:cxnLst/>
              <a:rect l="l" t="t" r="r" b="b"/>
              <a:pathLst>
                <a:path w="8373" h="8001" extrusionOk="0">
                  <a:moveTo>
                    <a:pt x="4028" y="0"/>
                  </a:moveTo>
                  <a:cubicBezTo>
                    <a:pt x="1974" y="0"/>
                    <a:pt x="0" y="1597"/>
                    <a:pt x="0" y="4003"/>
                  </a:cubicBezTo>
                  <a:cubicBezTo>
                    <a:pt x="0" y="6404"/>
                    <a:pt x="1968" y="8001"/>
                    <a:pt x="4019" y="8001"/>
                  </a:cubicBezTo>
                  <a:cubicBezTo>
                    <a:pt x="5000" y="8001"/>
                    <a:pt x="6001" y="7635"/>
                    <a:pt x="6814" y="6817"/>
                  </a:cubicBezTo>
                  <a:cubicBezTo>
                    <a:pt x="8373" y="5258"/>
                    <a:pt x="8373" y="2732"/>
                    <a:pt x="6814" y="1173"/>
                  </a:cubicBezTo>
                  <a:cubicBezTo>
                    <a:pt x="6003" y="363"/>
                    <a:pt x="5006" y="0"/>
                    <a:pt x="4028"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79" name="Google Shape;15279;p67"/>
            <p:cNvSpPr/>
            <p:nvPr/>
          </p:nvSpPr>
          <p:spPr>
            <a:xfrm>
              <a:off x="4331945" y="2006845"/>
              <a:ext cx="124914" cy="209169"/>
            </a:xfrm>
            <a:custGeom>
              <a:avLst/>
              <a:gdLst/>
              <a:ahLst/>
              <a:cxnLst/>
              <a:rect l="l" t="t" r="r" b="b"/>
              <a:pathLst>
                <a:path w="4765" h="7979" extrusionOk="0">
                  <a:moveTo>
                    <a:pt x="4367" y="0"/>
                  </a:moveTo>
                  <a:cubicBezTo>
                    <a:pt x="2187" y="0"/>
                    <a:pt x="376" y="1770"/>
                    <a:pt x="376" y="3990"/>
                  </a:cubicBezTo>
                  <a:cubicBezTo>
                    <a:pt x="376" y="6222"/>
                    <a:pt x="2186" y="7979"/>
                    <a:pt x="4364" y="7979"/>
                  </a:cubicBezTo>
                  <a:cubicBezTo>
                    <a:pt x="4497" y="7979"/>
                    <a:pt x="4630" y="7972"/>
                    <a:pt x="4765" y="7959"/>
                  </a:cubicBezTo>
                  <a:cubicBezTo>
                    <a:pt x="3855" y="7858"/>
                    <a:pt x="3018" y="7454"/>
                    <a:pt x="2368" y="6804"/>
                  </a:cubicBezTo>
                  <a:cubicBezTo>
                    <a:pt x="1" y="4437"/>
                    <a:pt x="1430" y="381"/>
                    <a:pt x="4765" y="20"/>
                  </a:cubicBezTo>
                  <a:cubicBezTo>
                    <a:pt x="4631" y="7"/>
                    <a:pt x="4498" y="0"/>
                    <a:pt x="4367" y="0"/>
                  </a:cubicBezTo>
                  <a:close/>
                </a:path>
              </a:pathLst>
            </a:custGeom>
            <a:solidFill>
              <a:srgbClr val="97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0" name="Google Shape;15280;p67"/>
            <p:cNvSpPr/>
            <p:nvPr/>
          </p:nvSpPr>
          <p:spPr>
            <a:xfrm>
              <a:off x="4417091" y="2048212"/>
              <a:ext cx="57175" cy="57175"/>
            </a:xfrm>
            <a:custGeom>
              <a:avLst/>
              <a:gdLst/>
              <a:ahLst/>
              <a:cxnLst/>
              <a:rect l="l" t="t" r="r" b="b"/>
              <a:pathLst>
                <a:path w="2181" h="2181" extrusionOk="0">
                  <a:moveTo>
                    <a:pt x="1083" y="1"/>
                  </a:moveTo>
                  <a:cubicBezTo>
                    <a:pt x="492" y="1"/>
                    <a:pt x="1" y="492"/>
                    <a:pt x="1" y="1084"/>
                  </a:cubicBezTo>
                  <a:cubicBezTo>
                    <a:pt x="1" y="1690"/>
                    <a:pt x="492" y="2181"/>
                    <a:pt x="1083" y="2181"/>
                  </a:cubicBezTo>
                  <a:cubicBezTo>
                    <a:pt x="1690" y="2181"/>
                    <a:pt x="2181" y="1690"/>
                    <a:pt x="2181" y="1084"/>
                  </a:cubicBezTo>
                  <a:cubicBezTo>
                    <a:pt x="2181" y="492"/>
                    <a:pt x="1690" y="1"/>
                    <a:pt x="1083" y="1"/>
                  </a:cubicBezTo>
                  <a:close/>
                </a:path>
              </a:pathLst>
            </a:custGeom>
            <a:solidFill>
              <a:srgbClr val="EEF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1" name="Google Shape;15281;p67"/>
            <p:cNvSpPr/>
            <p:nvPr/>
          </p:nvSpPr>
          <p:spPr>
            <a:xfrm>
              <a:off x="4417851" y="2048369"/>
              <a:ext cx="39008" cy="56834"/>
            </a:xfrm>
            <a:custGeom>
              <a:avLst/>
              <a:gdLst/>
              <a:ahLst/>
              <a:cxnLst/>
              <a:rect l="l" t="t" r="r" b="b"/>
              <a:pathLst>
                <a:path w="1488" h="2168" extrusionOk="0">
                  <a:moveTo>
                    <a:pt x="1080" y="1"/>
                  </a:moveTo>
                  <a:cubicBezTo>
                    <a:pt x="510" y="1"/>
                    <a:pt x="1" y="459"/>
                    <a:pt x="1" y="1078"/>
                  </a:cubicBezTo>
                  <a:cubicBezTo>
                    <a:pt x="1" y="1699"/>
                    <a:pt x="514" y="2167"/>
                    <a:pt x="1086" y="2167"/>
                  </a:cubicBezTo>
                  <a:cubicBezTo>
                    <a:pt x="1219" y="2167"/>
                    <a:pt x="1354" y="2142"/>
                    <a:pt x="1488" y="2088"/>
                  </a:cubicBezTo>
                  <a:cubicBezTo>
                    <a:pt x="1083" y="1915"/>
                    <a:pt x="823" y="1525"/>
                    <a:pt x="838" y="1078"/>
                  </a:cubicBezTo>
                  <a:cubicBezTo>
                    <a:pt x="823" y="644"/>
                    <a:pt x="1083" y="255"/>
                    <a:pt x="1488" y="81"/>
                  </a:cubicBezTo>
                  <a:cubicBezTo>
                    <a:pt x="1352" y="26"/>
                    <a:pt x="1214" y="1"/>
                    <a:pt x="1080"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2" name="Google Shape;15282;p67"/>
            <p:cNvSpPr/>
            <p:nvPr/>
          </p:nvSpPr>
          <p:spPr>
            <a:xfrm>
              <a:off x="4398557" y="2105361"/>
              <a:ext cx="93876" cy="59823"/>
            </a:xfrm>
            <a:custGeom>
              <a:avLst/>
              <a:gdLst/>
              <a:ahLst/>
              <a:cxnLst/>
              <a:rect l="l" t="t" r="r" b="b"/>
              <a:pathLst>
                <a:path w="3581" h="2282" extrusionOk="0">
                  <a:moveTo>
                    <a:pt x="1170" y="1"/>
                  </a:moveTo>
                  <a:cubicBezTo>
                    <a:pt x="535" y="1"/>
                    <a:pt x="15" y="520"/>
                    <a:pt x="0" y="1170"/>
                  </a:cubicBezTo>
                  <a:lnTo>
                    <a:pt x="0" y="2079"/>
                  </a:lnTo>
                  <a:cubicBezTo>
                    <a:pt x="0" y="2195"/>
                    <a:pt x="101" y="2281"/>
                    <a:pt x="203" y="2281"/>
                  </a:cubicBezTo>
                  <a:lnTo>
                    <a:pt x="3378" y="2281"/>
                  </a:lnTo>
                  <a:cubicBezTo>
                    <a:pt x="3494" y="2281"/>
                    <a:pt x="3580" y="2195"/>
                    <a:pt x="3580" y="2079"/>
                  </a:cubicBezTo>
                  <a:lnTo>
                    <a:pt x="3580" y="1170"/>
                  </a:lnTo>
                  <a:cubicBezTo>
                    <a:pt x="3580" y="520"/>
                    <a:pt x="3061" y="1"/>
                    <a:pt x="2411" y="1"/>
                  </a:cubicBezTo>
                  <a:close/>
                </a:path>
              </a:pathLst>
            </a:custGeom>
            <a:solidFill>
              <a:srgbClr val="A6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3" name="Google Shape;15283;p67"/>
            <p:cNvSpPr/>
            <p:nvPr/>
          </p:nvSpPr>
          <p:spPr>
            <a:xfrm>
              <a:off x="4398924" y="2105361"/>
              <a:ext cx="53007" cy="59823"/>
            </a:xfrm>
            <a:custGeom>
              <a:avLst/>
              <a:gdLst/>
              <a:ahLst/>
              <a:cxnLst/>
              <a:rect l="l" t="t" r="r" b="b"/>
              <a:pathLst>
                <a:path w="2022" h="2282" extrusionOk="0">
                  <a:moveTo>
                    <a:pt x="1170" y="1"/>
                  </a:moveTo>
                  <a:cubicBezTo>
                    <a:pt x="521" y="1"/>
                    <a:pt x="1" y="520"/>
                    <a:pt x="1" y="1170"/>
                  </a:cubicBezTo>
                  <a:lnTo>
                    <a:pt x="1" y="2079"/>
                  </a:lnTo>
                  <a:cubicBezTo>
                    <a:pt x="1" y="2195"/>
                    <a:pt x="87" y="2281"/>
                    <a:pt x="189" y="2281"/>
                  </a:cubicBezTo>
                  <a:lnTo>
                    <a:pt x="1055" y="2281"/>
                  </a:lnTo>
                  <a:cubicBezTo>
                    <a:pt x="939" y="2281"/>
                    <a:pt x="853" y="2195"/>
                    <a:pt x="853" y="2079"/>
                  </a:cubicBezTo>
                  <a:lnTo>
                    <a:pt x="853" y="1170"/>
                  </a:lnTo>
                  <a:cubicBezTo>
                    <a:pt x="853" y="520"/>
                    <a:pt x="1372" y="1"/>
                    <a:pt x="2022" y="1"/>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4" name="Google Shape;15284;p67"/>
            <p:cNvSpPr/>
            <p:nvPr/>
          </p:nvSpPr>
          <p:spPr>
            <a:xfrm>
              <a:off x="4416331" y="2128639"/>
              <a:ext cx="12138" cy="36544"/>
            </a:xfrm>
            <a:custGeom>
              <a:avLst/>
              <a:gdLst/>
              <a:ahLst/>
              <a:cxnLst/>
              <a:rect l="l" t="t" r="r" b="b"/>
              <a:pathLst>
                <a:path w="463" h="1394" extrusionOk="0">
                  <a:moveTo>
                    <a:pt x="232" y="0"/>
                  </a:moveTo>
                  <a:cubicBezTo>
                    <a:pt x="116" y="0"/>
                    <a:pt x="1" y="80"/>
                    <a:pt x="15" y="239"/>
                  </a:cubicBezTo>
                  <a:lnTo>
                    <a:pt x="15" y="1393"/>
                  </a:lnTo>
                  <a:lnTo>
                    <a:pt x="448" y="1393"/>
                  </a:lnTo>
                  <a:lnTo>
                    <a:pt x="448" y="239"/>
                  </a:lnTo>
                  <a:cubicBezTo>
                    <a:pt x="463" y="80"/>
                    <a:pt x="347" y="0"/>
                    <a:pt x="232" y="0"/>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5" name="Google Shape;15285;p67"/>
            <p:cNvSpPr/>
            <p:nvPr/>
          </p:nvSpPr>
          <p:spPr>
            <a:xfrm>
              <a:off x="4462889" y="2128639"/>
              <a:ext cx="12138" cy="36544"/>
            </a:xfrm>
            <a:custGeom>
              <a:avLst/>
              <a:gdLst/>
              <a:ahLst/>
              <a:cxnLst/>
              <a:rect l="l" t="t" r="r" b="b"/>
              <a:pathLst>
                <a:path w="463" h="1394" extrusionOk="0">
                  <a:moveTo>
                    <a:pt x="231" y="0"/>
                  </a:moveTo>
                  <a:cubicBezTo>
                    <a:pt x="116" y="0"/>
                    <a:pt x="0" y="80"/>
                    <a:pt x="15" y="239"/>
                  </a:cubicBezTo>
                  <a:lnTo>
                    <a:pt x="15" y="1393"/>
                  </a:lnTo>
                  <a:lnTo>
                    <a:pt x="448" y="1393"/>
                  </a:lnTo>
                  <a:lnTo>
                    <a:pt x="448" y="239"/>
                  </a:lnTo>
                  <a:cubicBezTo>
                    <a:pt x="462" y="80"/>
                    <a:pt x="347" y="0"/>
                    <a:pt x="231" y="0"/>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6" name="Google Shape;15286;p67"/>
            <p:cNvSpPr/>
            <p:nvPr/>
          </p:nvSpPr>
          <p:spPr>
            <a:xfrm>
              <a:off x="4201394" y="2221441"/>
              <a:ext cx="135872" cy="132674"/>
            </a:xfrm>
            <a:custGeom>
              <a:avLst/>
              <a:gdLst/>
              <a:ahLst/>
              <a:cxnLst/>
              <a:rect l="l" t="t" r="r" b="b"/>
              <a:pathLst>
                <a:path w="5183" h="5061" extrusionOk="0">
                  <a:moveTo>
                    <a:pt x="4107" y="1"/>
                  </a:moveTo>
                  <a:cubicBezTo>
                    <a:pt x="3963" y="1"/>
                    <a:pt x="3819" y="55"/>
                    <a:pt x="3710" y="163"/>
                  </a:cubicBezTo>
                  <a:lnTo>
                    <a:pt x="232" y="3642"/>
                  </a:lnTo>
                  <a:cubicBezTo>
                    <a:pt x="1" y="3858"/>
                    <a:pt x="1" y="4219"/>
                    <a:pt x="232" y="4436"/>
                  </a:cubicBezTo>
                  <a:lnTo>
                    <a:pt x="679" y="4898"/>
                  </a:lnTo>
                  <a:cubicBezTo>
                    <a:pt x="787" y="5006"/>
                    <a:pt x="932" y="5060"/>
                    <a:pt x="1076" y="5060"/>
                  </a:cubicBezTo>
                  <a:cubicBezTo>
                    <a:pt x="1220" y="5060"/>
                    <a:pt x="1365" y="5006"/>
                    <a:pt x="1473" y="4898"/>
                  </a:cubicBezTo>
                  <a:lnTo>
                    <a:pt x="4966" y="1404"/>
                  </a:lnTo>
                  <a:cubicBezTo>
                    <a:pt x="5183" y="1188"/>
                    <a:pt x="5183" y="827"/>
                    <a:pt x="4966" y="611"/>
                  </a:cubicBezTo>
                  <a:lnTo>
                    <a:pt x="4504" y="163"/>
                  </a:lnTo>
                  <a:cubicBezTo>
                    <a:pt x="4396" y="55"/>
                    <a:pt x="4252" y="1"/>
                    <a:pt x="4107" y="1"/>
                  </a:cubicBezTo>
                  <a:close/>
                </a:path>
              </a:pathLst>
            </a:custGeom>
            <a:solidFill>
              <a:srgbClr val="A6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7" name="Google Shape;15287;p67"/>
            <p:cNvSpPr/>
            <p:nvPr/>
          </p:nvSpPr>
          <p:spPr>
            <a:xfrm>
              <a:off x="4201394" y="2221441"/>
              <a:ext cx="118859" cy="132674"/>
            </a:xfrm>
            <a:custGeom>
              <a:avLst/>
              <a:gdLst/>
              <a:ahLst/>
              <a:cxnLst/>
              <a:rect l="l" t="t" r="r" b="b"/>
              <a:pathLst>
                <a:path w="4534" h="5061" extrusionOk="0">
                  <a:moveTo>
                    <a:pt x="4107" y="1"/>
                  </a:moveTo>
                  <a:cubicBezTo>
                    <a:pt x="3963" y="1"/>
                    <a:pt x="3819" y="55"/>
                    <a:pt x="3710" y="163"/>
                  </a:cubicBezTo>
                  <a:lnTo>
                    <a:pt x="232" y="3642"/>
                  </a:lnTo>
                  <a:cubicBezTo>
                    <a:pt x="1" y="3858"/>
                    <a:pt x="1" y="4219"/>
                    <a:pt x="232" y="4450"/>
                  </a:cubicBezTo>
                  <a:lnTo>
                    <a:pt x="679" y="4898"/>
                  </a:lnTo>
                  <a:cubicBezTo>
                    <a:pt x="787" y="5006"/>
                    <a:pt x="932" y="5060"/>
                    <a:pt x="1076" y="5060"/>
                  </a:cubicBezTo>
                  <a:cubicBezTo>
                    <a:pt x="1220" y="5060"/>
                    <a:pt x="1365" y="5006"/>
                    <a:pt x="1473" y="4898"/>
                  </a:cubicBezTo>
                  <a:lnTo>
                    <a:pt x="1502" y="4869"/>
                  </a:lnTo>
                  <a:lnTo>
                    <a:pt x="1083" y="4450"/>
                  </a:lnTo>
                  <a:cubicBezTo>
                    <a:pt x="867" y="4219"/>
                    <a:pt x="867" y="3858"/>
                    <a:pt x="1083" y="3642"/>
                  </a:cubicBezTo>
                  <a:lnTo>
                    <a:pt x="4533" y="192"/>
                  </a:lnTo>
                  <a:lnTo>
                    <a:pt x="4504" y="163"/>
                  </a:lnTo>
                  <a:cubicBezTo>
                    <a:pt x="4396" y="55"/>
                    <a:pt x="4252" y="1"/>
                    <a:pt x="4107" y="1"/>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8" name="Google Shape;15288;p67"/>
            <p:cNvSpPr/>
            <p:nvPr/>
          </p:nvSpPr>
          <p:spPr>
            <a:xfrm>
              <a:off x="4287668" y="2221441"/>
              <a:ext cx="49599" cy="47816"/>
            </a:xfrm>
            <a:custGeom>
              <a:avLst/>
              <a:gdLst/>
              <a:ahLst/>
              <a:cxnLst/>
              <a:rect l="l" t="t" r="r" b="b"/>
              <a:pathLst>
                <a:path w="1892" h="1824" extrusionOk="0">
                  <a:moveTo>
                    <a:pt x="816" y="1"/>
                  </a:moveTo>
                  <a:cubicBezTo>
                    <a:pt x="672" y="1"/>
                    <a:pt x="528" y="55"/>
                    <a:pt x="419" y="163"/>
                  </a:cubicBezTo>
                  <a:lnTo>
                    <a:pt x="1" y="582"/>
                  </a:lnTo>
                  <a:lnTo>
                    <a:pt x="1257" y="1823"/>
                  </a:lnTo>
                  <a:lnTo>
                    <a:pt x="1675" y="1404"/>
                  </a:lnTo>
                  <a:cubicBezTo>
                    <a:pt x="1892" y="1188"/>
                    <a:pt x="1892" y="827"/>
                    <a:pt x="1675" y="611"/>
                  </a:cubicBezTo>
                  <a:lnTo>
                    <a:pt x="1213" y="163"/>
                  </a:lnTo>
                  <a:cubicBezTo>
                    <a:pt x="1105" y="55"/>
                    <a:pt x="961" y="1"/>
                    <a:pt x="816" y="1"/>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89" name="Google Shape;15289;p67"/>
            <p:cNvSpPr/>
            <p:nvPr/>
          </p:nvSpPr>
          <p:spPr>
            <a:xfrm>
              <a:off x="4287668" y="2221545"/>
              <a:ext cx="32585" cy="26136"/>
            </a:xfrm>
            <a:custGeom>
              <a:avLst/>
              <a:gdLst/>
              <a:ahLst/>
              <a:cxnLst/>
              <a:rect l="l" t="t" r="r" b="b"/>
              <a:pathLst>
                <a:path w="1243" h="997" extrusionOk="0">
                  <a:moveTo>
                    <a:pt x="708" y="0"/>
                  </a:moveTo>
                  <a:cubicBezTo>
                    <a:pt x="593" y="15"/>
                    <a:pt x="492" y="72"/>
                    <a:pt x="405" y="159"/>
                  </a:cubicBezTo>
                  <a:lnTo>
                    <a:pt x="102" y="462"/>
                  </a:lnTo>
                  <a:lnTo>
                    <a:pt x="1" y="578"/>
                  </a:lnTo>
                  <a:lnTo>
                    <a:pt x="434" y="996"/>
                  </a:lnTo>
                  <a:lnTo>
                    <a:pt x="1242" y="188"/>
                  </a:lnTo>
                  <a:lnTo>
                    <a:pt x="1213" y="159"/>
                  </a:lnTo>
                  <a:lnTo>
                    <a:pt x="1185" y="116"/>
                  </a:lnTo>
                  <a:lnTo>
                    <a:pt x="1170" y="101"/>
                  </a:lnTo>
                  <a:lnTo>
                    <a:pt x="1112" y="87"/>
                  </a:lnTo>
                  <a:cubicBezTo>
                    <a:pt x="1011" y="29"/>
                    <a:pt x="910" y="0"/>
                    <a:pt x="809" y="0"/>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90" name="Google Shape;15290;p67"/>
          <p:cNvGrpSpPr/>
          <p:nvPr/>
        </p:nvGrpSpPr>
        <p:grpSpPr>
          <a:xfrm>
            <a:off x="4634601" y="1500266"/>
            <a:ext cx="422743" cy="377784"/>
            <a:chOff x="4659658" y="1500266"/>
            <a:chExt cx="422743" cy="377784"/>
          </a:xfrm>
        </p:grpSpPr>
        <p:sp>
          <p:nvSpPr>
            <p:cNvPr id="15291" name="Google Shape;15291;p67"/>
            <p:cNvSpPr/>
            <p:nvPr/>
          </p:nvSpPr>
          <p:spPr>
            <a:xfrm>
              <a:off x="4786067" y="1537727"/>
              <a:ext cx="129056" cy="128689"/>
            </a:xfrm>
            <a:custGeom>
              <a:avLst/>
              <a:gdLst/>
              <a:ahLst/>
              <a:cxnLst/>
              <a:rect l="l" t="t" r="r" b="b"/>
              <a:pathLst>
                <a:path w="4923" h="4909" extrusionOk="0">
                  <a:moveTo>
                    <a:pt x="2442" y="0"/>
                  </a:moveTo>
                  <a:cubicBezTo>
                    <a:pt x="1097" y="0"/>
                    <a:pt x="0" y="1092"/>
                    <a:pt x="0" y="2440"/>
                  </a:cubicBezTo>
                  <a:cubicBezTo>
                    <a:pt x="0" y="3797"/>
                    <a:pt x="1097" y="4909"/>
                    <a:pt x="2454" y="4909"/>
                  </a:cubicBezTo>
                  <a:cubicBezTo>
                    <a:pt x="3811" y="4909"/>
                    <a:pt x="4908" y="3811"/>
                    <a:pt x="4908" y="2455"/>
                  </a:cubicBezTo>
                  <a:cubicBezTo>
                    <a:pt x="4923" y="1098"/>
                    <a:pt x="3826" y="1"/>
                    <a:pt x="2469" y="1"/>
                  </a:cubicBezTo>
                  <a:cubicBezTo>
                    <a:pt x="2460" y="0"/>
                    <a:pt x="2451" y="0"/>
                    <a:pt x="244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2" name="Google Shape;15292;p67"/>
            <p:cNvSpPr/>
            <p:nvPr/>
          </p:nvSpPr>
          <p:spPr>
            <a:xfrm>
              <a:off x="4783419" y="1537544"/>
              <a:ext cx="75316" cy="128873"/>
            </a:xfrm>
            <a:custGeom>
              <a:avLst/>
              <a:gdLst/>
              <a:ahLst/>
              <a:cxnLst/>
              <a:rect l="l" t="t" r="r" b="b"/>
              <a:pathLst>
                <a:path w="2873" h="4916" extrusionOk="0">
                  <a:moveTo>
                    <a:pt x="2543" y="0"/>
                  </a:moveTo>
                  <a:cubicBezTo>
                    <a:pt x="1266" y="0"/>
                    <a:pt x="181" y="985"/>
                    <a:pt x="101" y="2288"/>
                  </a:cubicBezTo>
                  <a:cubicBezTo>
                    <a:pt x="0" y="3717"/>
                    <a:pt x="1126" y="4916"/>
                    <a:pt x="2541" y="4916"/>
                  </a:cubicBezTo>
                  <a:cubicBezTo>
                    <a:pt x="2642" y="4916"/>
                    <a:pt x="2757" y="4916"/>
                    <a:pt x="2859" y="4901"/>
                  </a:cubicBezTo>
                  <a:cubicBezTo>
                    <a:pt x="1632" y="4728"/>
                    <a:pt x="722" y="3689"/>
                    <a:pt x="722" y="2462"/>
                  </a:cubicBezTo>
                  <a:cubicBezTo>
                    <a:pt x="737" y="1220"/>
                    <a:pt x="1646" y="181"/>
                    <a:pt x="2873" y="22"/>
                  </a:cubicBezTo>
                  <a:cubicBezTo>
                    <a:pt x="2762" y="7"/>
                    <a:pt x="2651" y="0"/>
                    <a:pt x="2543"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3" name="Google Shape;15293;p67"/>
            <p:cNvSpPr/>
            <p:nvPr/>
          </p:nvSpPr>
          <p:spPr>
            <a:xfrm>
              <a:off x="4806489" y="1558175"/>
              <a:ext cx="87820" cy="87820"/>
            </a:xfrm>
            <a:custGeom>
              <a:avLst/>
              <a:gdLst/>
              <a:ahLst/>
              <a:cxnLst/>
              <a:rect l="l" t="t" r="r" b="b"/>
              <a:pathLst>
                <a:path w="3350" h="3350" extrusionOk="0">
                  <a:moveTo>
                    <a:pt x="1690" y="0"/>
                  </a:moveTo>
                  <a:cubicBezTo>
                    <a:pt x="766" y="0"/>
                    <a:pt x="15" y="751"/>
                    <a:pt x="15" y="1660"/>
                  </a:cubicBezTo>
                  <a:cubicBezTo>
                    <a:pt x="1" y="2584"/>
                    <a:pt x="752" y="3335"/>
                    <a:pt x="1675" y="3349"/>
                  </a:cubicBezTo>
                  <a:cubicBezTo>
                    <a:pt x="2599" y="3349"/>
                    <a:pt x="3350" y="2598"/>
                    <a:pt x="3350" y="1675"/>
                  </a:cubicBezTo>
                  <a:cubicBezTo>
                    <a:pt x="3350" y="751"/>
                    <a:pt x="2614" y="0"/>
                    <a:pt x="1690"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4" name="Google Shape;15294;p67"/>
            <p:cNvSpPr/>
            <p:nvPr/>
          </p:nvSpPr>
          <p:spPr>
            <a:xfrm>
              <a:off x="4806489" y="1558096"/>
              <a:ext cx="52246" cy="87951"/>
            </a:xfrm>
            <a:custGeom>
              <a:avLst/>
              <a:gdLst/>
              <a:ahLst/>
              <a:cxnLst/>
              <a:rect l="l" t="t" r="r" b="b"/>
              <a:pathLst>
                <a:path w="1993" h="3355" extrusionOk="0">
                  <a:moveTo>
                    <a:pt x="1671" y="0"/>
                  </a:moveTo>
                  <a:cubicBezTo>
                    <a:pt x="775" y="0"/>
                    <a:pt x="1" y="735"/>
                    <a:pt x="1" y="1678"/>
                  </a:cubicBezTo>
                  <a:cubicBezTo>
                    <a:pt x="1" y="2620"/>
                    <a:pt x="775" y="3355"/>
                    <a:pt x="1671" y="3355"/>
                  </a:cubicBezTo>
                  <a:cubicBezTo>
                    <a:pt x="1777" y="3355"/>
                    <a:pt x="1885" y="3345"/>
                    <a:pt x="1993" y="3323"/>
                  </a:cubicBezTo>
                  <a:cubicBezTo>
                    <a:pt x="1213" y="3164"/>
                    <a:pt x="650" y="2471"/>
                    <a:pt x="650" y="1678"/>
                  </a:cubicBezTo>
                  <a:cubicBezTo>
                    <a:pt x="650" y="869"/>
                    <a:pt x="1213" y="191"/>
                    <a:pt x="1993" y="32"/>
                  </a:cubicBezTo>
                  <a:cubicBezTo>
                    <a:pt x="1885" y="11"/>
                    <a:pt x="1777" y="0"/>
                    <a:pt x="1671"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5" name="Google Shape;15295;p67"/>
            <p:cNvSpPr/>
            <p:nvPr/>
          </p:nvSpPr>
          <p:spPr>
            <a:xfrm>
              <a:off x="4832599" y="1572541"/>
              <a:ext cx="34473" cy="60190"/>
            </a:xfrm>
            <a:custGeom>
              <a:avLst/>
              <a:gdLst/>
              <a:ahLst/>
              <a:cxnLst/>
              <a:rect l="l" t="t" r="r" b="b"/>
              <a:pathLst>
                <a:path w="1315" h="2296" extrusionOk="0">
                  <a:moveTo>
                    <a:pt x="622" y="463"/>
                  </a:moveTo>
                  <a:lnTo>
                    <a:pt x="622" y="881"/>
                  </a:lnTo>
                  <a:cubicBezTo>
                    <a:pt x="448" y="809"/>
                    <a:pt x="405" y="751"/>
                    <a:pt x="405" y="665"/>
                  </a:cubicBezTo>
                  <a:cubicBezTo>
                    <a:pt x="405" y="535"/>
                    <a:pt x="506" y="477"/>
                    <a:pt x="622" y="463"/>
                  </a:cubicBezTo>
                  <a:close/>
                  <a:moveTo>
                    <a:pt x="766" y="1329"/>
                  </a:moveTo>
                  <a:cubicBezTo>
                    <a:pt x="935" y="1399"/>
                    <a:pt x="980" y="1483"/>
                    <a:pt x="982" y="1581"/>
                  </a:cubicBezTo>
                  <a:lnTo>
                    <a:pt x="982" y="1581"/>
                  </a:lnTo>
                  <a:cubicBezTo>
                    <a:pt x="979" y="1708"/>
                    <a:pt x="894" y="1805"/>
                    <a:pt x="766" y="1805"/>
                  </a:cubicBezTo>
                  <a:lnTo>
                    <a:pt x="766" y="1329"/>
                  </a:lnTo>
                  <a:close/>
                  <a:moveTo>
                    <a:pt x="694" y="1"/>
                  </a:moveTo>
                  <a:cubicBezTo>
                    <a:pt x="651" y="1"/>
                    <a:pt x="607" y="29"/>
                    <a:pt x="607" y="73"/>
                  </a:cubicBezTo>
                  <a:lnTo>
                    <a:pt x="607" y="145"/>
                  </a:lnTo>
                  <a:cubicBezTo>
                    <a:pt x="275" y="188"/>
                    <a:pt x="59" y="333"/>
                    <a:pt x="59" y="693"/>
                  </a:cubicBezTo>
                  <a:cubicBezTo>
                    <a:pt x="59" y="1040"/>
                    <a:pt x="333" y="1155"/>
                    <a:pt x="607" y="1256"/>
                  </a:cubicBezTo>
                  <a:lnTo>
                    <a:pt x="607" y="1805"/>
                  </a:lnTo>
                  <a:cubicBezTo>
                    <a:pt x="463" y="1791"/>
                    <a:pt x="333" y="1718"/>
                    <a:pt x="246" y="1632"/>
                  </a:cubicBezTo>
                  <a:cubicBezTo>
                    <a:pt x="219" y="1616"/>
                    <a:pt x="190" y="1607"/>
                    <a:pt x="163" y="1607"/>
                  </a:cubicBezTo>
                  <a:cubicBezTo>
                    <a:pt x="117" y="1607"/>
                    <a:pt x="77" y="1630"/>
                    <a:pt x="59" y="1675"/>
                  </a:cubicBezTo>
                  <a:cubicBezTo>
                    <a:pt x="1" y="1733"/>
                    <a:pt x="1" y="1848"/>
                    <a:pt x="59" y="1920"/>
                  </a:cubicBezTo>
                  <a:cubicBezTo>
                    <a:pt x="193" y="2054"/>
                    <a:pt x="364" y="2139"/>
                    <a:pt x="561" y="2139"/>
                  </a:cubicBezTo>
                  <a:cubicBezTo>
                    <a:pt x="576" y="2139"/>
                    <a:pt x="592" y="2138"/>
                    <a:pt x="607" y="2137"/>
                  </a:cubicBezTo>
                  <a:lnTo>
                    <a:pt x="607" y="2137"/>
                  </a:lnTo>
                  <a:lnTo>
                    <a:pt x="593" y="2151"/>
                  </a:lnTo>
                  <a:lnTo>
                    <a:pt x="593" y="2224"/>
                  </a:lnTo>
                  <a:cubicBezTo>
                    <a:pt x="593" y="2267"/>
                    <a:pt x="636" y="2296"/>
                    <a:pt x="679" y="2296"/>
                  </a:cubicBezTo>
                  <a:cubicBezTo>
                    <a:pt x="723" y="2296"/>
                    <a:pt x="780" y="2267"/>
                    <a:pt x="780" y="2224"/>
                  </a:cubicBezTo>
                  <a:lnTo>
                    <a:pt x="780" y="2137"/>
                  </a:lnTo>
                  <a:cubicBezTo>
                    <a:pt x="1084" y="2123"/>
                    <a:pt x="1315" y="1848"/>
                    <a:pt x="1315" y="1545"/>
                  </a:cubicBezTo>
                  <a:cubicBezTo>
                    <a:pt x="1315" y="1213"/>
                    <a:pt x="1098" y="1069"/>
                    <a:pt x="780" y="953"/>
                  </a:cubicBezTo>
                  <a:lnTo>
                    <a:pt x="780" y="448"/>
                  </a:lnTo>
                  <a:cubicBezTo>
                    <a:pt x="881" y="463"/>
                    <a:pt x="968" y="491"/>
                    <a:pt x="1055" y="549"/>
                  </a:cubicBezTo>
                  <a:cubicBezTo>
                    <a:pt x="1073" y="558"/>
                    <a:pt x="1094" y="563"/>
                    <a:pt x="1115" y="563"/>
                  </a:cubicBezTo>
                  <a:cubicBezTo>
                    <a:pt x="1162" y="563"/>
                    <a:pt x="1208" y="541"/>
                    <a:pt x="1228" y="491"/>
                  </a:cubicBezTo>
                  <a:cubicBezTo>
                    <a:pt x="1286" y="419"/>
                    <a:pt x="1286" y="318"/>
                    <a:pt x="1214" y="260"/>
                  </a:cubicBezTo>
                  <a:cubicBezTo>
                    <a:pt x="1098" y="174"/>
                    <a:pt x="939" y="145"/>
                    <a:pt x="795" y="145"/>
                  </a:cubicBezTo>
                  <a:lnTo>
                    <a:pt x="795" y="73"/>
                  </a:lnTo>
                  <a:cubicBezTo>
                    <a:pt x="795" y="29"/>
                    <a:pt x="737" y="1"/>
                    <a:pt x="694"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6" name="Google Shape;15296;p67"/>
            <p:cNvSpPr/>
            <p:nvPr/>
          </p:nvSpPr>
          <p:spPr>
            <a:xfrm>
              <a:off x="4885973" y="1500266"/>
              <a:ext cx="129056" cy="128689"/>
            </a:xfrm>
            <a:custGeom>
              <a:avLst/>
              <a:gdLst/>
              <a:ahLst/>
              <a:cxnLst/>
              <a:rect l="l" t="t" r="r" b="b"/>
              <a:pathLst>
                <a:path w="4923" h="4909" extrusionOk="0">
                  <a:moveTo>
                    <a:pt x="2469" y="0"/>
                  </a:moveTo>
                  <a:cubicBezTo>
                    <a:pt x="1112" y="0"/>
                    <a:pt x="15" y="1098"/>
                    <a:pt x="0" y="2454"/>
                  </a:cubicBezTo>
                  <a:cubicBezTo>
                    <a:pt x="0" y="3811"/>
                    <a:pt x="1097" y="4908"/>
                    <a:pt x="2454" y="4908"/>
                  </a:cubicBezTo>
                  <a:cubicBezTo>
                    <a:pt x="2463" y="4909"/>
                    <a:pt x="2472" y="4909"/>
                    <a:pt x="2481" y="4909"/>
                  </a:cubicBezTo>
                  <a:cubicBezTo>
                    <a:pt x="3826" y="4909"/>
                    <a:pt x="4908" y="3817"/>
                    <a:pt x="4923" y="2469"/>
                  </a:cubicBezTo>
                  <a:cubicBezTo>
                    <a:pt x="4923" y="1112"/>
                    <a:pt x="3826" y="0"/>
                    <a:pt x="2469"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7" name="Google Shape;15297;p67"/>
            <p:cNvSpPr/>
            <p:nvPr/>
          </p:nvSpPr>
          <p:spPr>
            <a:xfrm>
              <a:off x="4883325" y="1500449"/>
              <a:ext cx="75316" cy="128506"/>
            </a:xfrm>
            <a:custGeom>
              <a:avLst/>
              <a:gdLst/>
              <a:ahLst/>
              <a:cxnLst/>
              <a:rect l="l" t="t" r="r" b="b"/>
              <a:pathLst>
                <a:path w="2873" h="4902" extrusionOk="0">
                  <a:moveTo>
                    <a:pt x="2545" y="0"/>
                  </a:moveTo>
                  <a:cubicBezTo>
                    <a:pt x="1278" y="0"/>
                    <a:pt x="181" y="985"/>
                    <a:pt x="101" y="2289"/>
                  </a:cubicBezTo>
                  <a:cubicBezTo>
                    <a:pt x="0" y="3703"/>
                    <a:pt x="1126" y="4901"/>
                    <a:pt x="2541" y="4901"/>
                  </a:cubicBezTo>
                  <a:cubicBezTo>
                    <a:pt x="2642" y="4901"/>
                    <a:pt x="2757" y="4901"/>
                    <a:pt x="2858" y="4887"/>
                  </a:cubicBezTo>
                  <a:cubicBezTo>
                    <a:pt x="1631" y="4728"/>
                    <a:pt x="722" y="3674"/>
                    <a:pt x="722" y="2447"/>
                  </a:cubicBezTo>
                  <a:cubicBezTo>
                    <a:pt x="736" y="1206"/>
                    <a:pt x="1646" y="167"/>
                    <a:pt x="2873" y="22"/>
                  </a:cubicBezTo>
                  <a:cubicBezTo>
                    <a:pt x="2763" y="8"/>
                    <a:pt x="2653" y="0"/>
                    <a:pt x="2545"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8" name="Google Shape;15298;p67"/>
            <p:cNvSpPr/>
            <p:nvPr/>
          </p:nvSpPr>
          <p:spPr>
            <a:xfrm>
              <a:off x="4906787" y="1521081"/>
              <a:ext cx="87427" cy="87427"/>
            </a:xfrm>
            <a:custGeom>
              <a:avLst/>
              <a:gdLst/>
              <a:ahLst/>
              <a:cxnLst/>
              <a:rect l="l" t="t" r="r" b="b"/>
              <a:pathLst>
                <a:path w="3335" h="3335" extrusionOk="0">
                  <a:moveTo>
                    <a:pt x="1649" y="0"/>
                  </a:moveTo>
                  <a:cubicBezTo>
                    <a:pt x="737" y="0"/>
                    <a:pt x="0" y="745"/>
                    <a:pt x="0" y="1660"/>
                  </a:cubicBezTo>
                  <a:cubicBezTo>
                    <a:pt x="0" y="2584"/>
                    <a:pt x="736" y="3335"/>
                    <a:pt x="1660" y="3335"/>
                  </a:cubicBezTo>
                  <a:cubicBezTo>
                    <a:pt x="2584" y="3335"/>
                    <a:pt x="3335" y="2599"/>
                    <a:pt x="3335" y="1675"/>
                  </a:cubicBezTo>
                  <a:cubicBezTo>
                    <a:pt x="3335" y="751"/>
                    <a:pt x="2599" y="0"/>
                    <a:pt x="1675" y="0"/>
                  </a:cubicBezTo>
                  <a:cubicBezTo>
                    <a:pt x="1666" y="0"/>
                    <a:pt x="1657" y="0"/>
                    <a:pt x="1649"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9" name="Google Shape;15299;p67"/>
            <p:cNvSpPr/>
            <p:nvPr/>
          </p:nvSpPr>
          <p:spPr>
            <a:xfrm>
              <a:off x="4906394" y="1521002"/>
              <a:ext cx="52246" cy="87584"/>
            </a:xfrm>
            <a:custGeom>
              <a:avLst/>
              <a:gdLst/>
              <a:ahLst/>
              <a:cxnLst/>
              <a:rect l="l" t="t" r="r" b="b"/>
              <a:pathLst>
                <a:path w="1993" h="3341" extrusionOk="0">
                  <a:moveTo>
                    <a:pt x="1667" y="0"/>
                  </a:moveTo>
                  <a:cubicBezTo>
                    <a:pt x="772" y="0"/>
                    <a:pt x="1" y="722"/>
                    <a:pt x="1" y="1663"/>
                  </a:cubicBezTo>
                  <a:cubicBezTo>
                    <a:pt x="1" y="2606"/>
                    <a:pt x="775" y="3341"/>
                    <a:pt x="1671" y="3341"/>
                  </a:cubicBezTo>
                  <a:cubicBezTo>
                    <a:pt x="1777" y="3341"/>
                    <a:pt x="1885" y="3330"/>
                    <a:pt x="1993" y="3309"/>
                  </a:cubicBezTo>
                  <a:cubicBezTo>
                    <a:pt x="1213" y="3150"/>
                    <a:pt x="650" y="2457"/>
                    <a:pt x="650" y="1663"/>
                  </a:cubicBezTo>
                  <a:cubicBezTo>
                    <a:pt x="650" y="870"/>
                    <a:pt x="1213" y="177"/>
                    <a:pt x="1993" y="32"/>
                  </a:cubicBezTo>
                  <a:cubicBezTo>
                    <a:pt x="1883" y="11"/>
                    <a:pt x="1774" y="0"/>
                    <a:pt x="1667"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0" name="Google Shape;15300;p67"/>
            <p:cNvSpPr/>
            <p:nvPr/>
          </p:nvSpPr>
          <p:spPr>
            <a:xfrm>
              <a:off x="4932504" y="1535079"/>
              <a:ext cx="34840" cy="60190"/>
            </a:xfrm>
            <a:custGeom>
              <a:avLst/>
              <a:gdLst/>
              <a:ahLst/>
              <a:cxnLst/>
              <a:rect l="l" t="t" r="r" b="b"/>
              <a:pathLst>
                <a:path w="1329" h="2296" extrusionOk="0">
                  <a:moveTo>
                    <a:pt x="636" y="462"/>
                  </a:moveTo>
                  <a:lnTo>
                    <a:pt x="636" y="881"/>
                  </a:lnTo>
                  <a:cubicBezTo>
                    <a:pt x="448" y="809"/>
                    <a:pt x="405" y="766"/>
                    <a:pt x="405" y="665"/>
                  </a:cubicBezTo>
                  <a:cubicBezTo>
                    <a:pt x="405" y="535"/>
                    <a:pt x="506" y="477"/>
                    <a:pt x="636" y="462"/>
                  </a:cubicBezTo>
                  <a:close/>
                  <a:moveTo>
                    <a:pt x="766" y="1329"/>
                  </a:moveTo>
                  <a:cubicBezTo>
                    <a:pt x="954" y="1401"/>
                    <a:pt x="982" y="1487"/>
                    <a:pt x="982" y="1588"/>
                  </a:cubicBezTo>
                  <a:cubicBezTo>
                    <a:pt x="982" y="1704"/>
                    <a:pt x="896" y="1805"/>
                    <a:pt x="766" y="1805"/>
                  </a:cubicBezTo>
                  <a:lnTo>
                    <a:pt x="766" y="1329"/>
                  </a:lnTo>
                  <a:close/>
                  <a:moveTo>
                    <a:pt x="694" y="0"/>
                  </a:moveTo>
                  <a:cubicBezTo>
                    <a:pt x="650" y="0"/>
                    <a:pt x="607" y="29"/>
                    <a:pt x="607" y="73"/>
                  </a:cubicBezTo>
                  <a:lnTo>
                    <a:pt x="607" y="159"/>
                  </a:lnTo>
                  <a:cubicBezTo>
                    <a:pt x="275" y="188"/>
                    <a:pt x="59" y="347"/>
                    <a:pt x="59" y="693"/>
                  </a:cubicBezTo>
                  <a:cubicBezTo>
                    <a:pt x="59" y="1054"/>
                    <a:pt x="333" y="1155"/>
                    <a:pt x="607" y="1256"/>
                  </a:cubicBezTo>
                  <a:lnTo>
                    <a:pt x="607" y="1805"/>
                  </a:lnTo>
                  <a:cubicBezTo>
                    <a:pt x="463" y="1790"/>
                    <a:pt x="333" y="1733"/>
                    <a:pt x="246" y="1632"/>
                  </a:cubicBezTo>
                  <a:cubicBezTo>
                    <a:pt x="219" y="1615"/>
                    <a:pt x="192" y="1607"/>
                    <a:pt x="167" y="1607"/>
                  </a:cubicBezTo>
                  <a:cubicBezTo>
                    <a:pt x="124" y="1607"/>
                    <a:pt x="86" y="1630"/>
                    <a:pt x="59" y="1675"/>
                  </a:cubicBezTo>
                  <a:cubicBezTo>
                    <a:pt x="1" y="1747"/>
                    <a:pt x="1" y="1848"/>
                    <a:pt x="59" y="1920"/>
                  </a:cubicBezTo>
                  <a:cubicBezTo>
                    <a:pt x="203" y="2065"/>
                    <a:pt x="391" y="2151"/>
                    <a:pt x="607" y="2151"/>
                  </a:cubicBezTo>
                  <a:lnTo>
                    <a:pt x="593" y="2224"/>
                  </a:lnTo>
                  <a:cubicBezTo>
                    <a:pt x="593" y="2267"/>
                    <a:pt x="650" y="2296"/>
                    <a:pt x="694" y="2296"/>
                  </a:cubicBezTo>
                  <a:cubicBezTo>
                    <a:pt x="737" y="2296"/>
                    <a:pt x="780" y="2267"/>
                    <a:pt x="780" y="2224"/>
                  </a:cubicBezTo>
                  <a:lnTo>
                    <a:pt x="780" y="2137"/>
                  </a:lnTo>
                  <a:cubicBezTo>
                    <a:pt x="1098" y="2122"/>
                    <a:pt x="1329" y="1863"/>
                    <a:pt x="1315" y="1545"/>
                  </a:cubicBezTo>
                  <a:cubicBezTo>
                    <a:pt x="1315" y="1199"/>
                    <a:pt x="1084" y="1054"/>
                    <a:pt x="795" y="953"/>
                  </a:cubicBezTo>
                  <a:lnTo>
                    <a:pt x="795" y="448"/>
                  </a:lnTo>
                  <a:cubicBezTo>
                    <a:pt x="982" y="477"/>
                    <a:pt x="1040" y="563"/>
                    <a:pt x="1127" y="563"/>
                  </a:cubicBezTo>
                  <a:cubicBezTo>
                    <a:pt x="1199" y="563"/>
                    <a:pt x="1242" y="491"/>
                    <a:pt x="1257" y="419"/>
                  </a:cubicBezTo>
                  <a:cubicBezTo>
                    <a:pt x="1300" y="304"/>
                    <a:pt x="1228" y="246"/>
                    <a:pt x="1098" y="203"/>
                  </a:cubicBezTo>
                  <a:cubicBezTo>
                    <a:pt x="997" y="159"/>
                    <a:pt x="896" y="145"/>
                    <a:pt x="795" y="145"/>
                  </a:cubicBezTo>
                  <a:lnTo>
                    <a:pt x="795" y="73"/>
                  </a:lnTo>
                  <a:cubicBezTo>
                    <a:pt x="795" y="29"/>
                    <a:pt x="752" y="0"/>
                    <a:pt x="694"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1" name="Google Shape;15301;p67"/>
            <p:cNvSpPr/>
            <p:nvPr/>
          </p:nvSpPr>
          <p:spPr>
            <a:xfrm>
              <a:off x="4659658" y="1714836"/>
              <a:ext cx="144969" cy="163215"/>
            </a:xfrm>
            <a:custGeom>
              <a:avLst/>
              <a:gdLst/>
              <a:ahLst/>
              <a:cxnLst/>
              <a:rect l="l" t="t" r="r" b="b"/>
              <a:pathLst>
                <a:path w="5530" h="6226" extrusionOk="0">
                  <a:moveTo>
                    <a:pt x="3682" y="0"/>
                  </a:moveTo>
                  <a:lnTo>
                    <a:pt x="275" y="1285"/>
                  </a:lnTo>
                  <a:cubicBezTo>
                    <a:pt x="88" y="1343"/>
                    <a:pt x="1" y="1530"/>
                    <a:pt x="73" y="1718"/>
                  </a:cubicBezTo>
                  <a:lnTo>
                    <a:pt x="1675" y="6005"/>
                  </a:lnTo>
                  <a:cubicBezTo>
                    <a:pt x="1721" y="6142"/>
                    <a:pt x="1857" y="6225"/>
                    <a:pt x="1998" y="6225"/>
                  </a:cubicBezTo>
                  <a:cubicBezTo>
                    <a:pt x="2035" y="6225"/>
                    <a:pt x="2072" y="6220"/>
                    <a:pt x="2108" y="6207"/>
                  </a:cubicBezTo>
                  <a:lnTo>
                    <a:pt x="5530" y="4923"/>
                  </a:lnTo>
                  <a:lnTo>
                    <a:pt x="3682" y="0"/>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2" name="Google Shape;15302;p67"/>
            <p:cNvSpPr/>
            <p:nvPr/>
          </p:nvSpPr>
          <p:spPr>
            <a:xfrm>
              <a:off x="4699400" y="1824939"/>
              <a:ext cx="105227" cy="52928"/>
            </a:xfrm>
            <a:custGeom>
              <a:avLst/>
              <a:gdLst/>
              <a:ahLst/>
              <a:cxnLst/>
              <a:rect l="l" t="t" r="r" b="b"/>
              <a:pathLst>
                <a:path w="4014" h="2019" extrusionOk="0">
                  <a:moveTo>
                    <a:pt x="3739" y="1"/>
                  </a:moveTo>
                  <a:lnTo>
                    <a:pt x="3682" y="30"/>
                  </a:lnTo>
                  <a:lnTo>
                    <a:pt x="1" y="1401"/>
                  </a:lnTo>
                  <a:lnTo>
                    <a:pt x="159" y="1805"/>
                  </a:lnTo>
                  <a:cubicBezTo>
                    <a:pt x="203" y="1937"/>
                    <a:pt x="330" y="2019"/>
                    <a:pt x="465" y="2019"/>
                  </a:cubicBezTo>
                  <a:cubicBezTo>
                    <a:pt x="508" y="2019"/>
                    <a:pt x="551" y="2010"/>
                    <a:pt x="592" y="1993"/>
                  </a:cubicBezTo>
                  <a:lnTo>
                    <a:pt x="4014" y="723"/>
                  </a:lnTo>
                  <a:lnTo>
                    <a:pt x="3739"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3" name="Google Shape;15303;p67"/>
            <p:cNvSpPr/>
            <p:nvPr/>
          </p:nvSpPr>
          <p:spPr>
            <a:xfrm>
              <a:off x="4800066" y="1641276"/>
              <a:ext cx="282336" cy="173858"/>
            </a:xfrm>
            <a:custGeom>
              <a:avLst/>
              <a:gdLst/>
              <a:ahLst/>
              <a:cxnLst/>
              <a:rect l="l" t="t" r="r" b="b"/>
              <a:pathLst>
                <a:path w="10770" h="6632" extrusionOk="0">
                  <a:moveTo>
                    <a:pt x="9581" y="1"/>
                  </a:moveTo>
                  <a:cubicBezTo>
                    <a:pt x="9150" y="1"/>
                    <a:pt x="8803" y="341"/>
                    <a:pt x="8763" y="381"/>
                  </a:cubicBezTo>
                  <a:lnTo>
                    <a:pt x="5933" y="2720"/>
                  </a:lnTo>
                  <a:cubicBezTo>
                    <a:pt x="5905" y="2267"/>
                    <a:pt x="5530" y="1911"/>
                    <a:pt x="5066" y="1911"/>
                  </a:cubicBezTo>
                  <a:cubicBezTo>
                    <a:pt x="5057" y="1911"/>
                    <a:pt x="5048" y="1911"/>
                    <a:pt x="5038" y="1911"/>
                  </a:cubicBezTo>
                  <a:cubicBezTo>
                    <a:pt x="4300" y="1911"/>
                    <a:pt x="3764" y="1907"/>
                    <a:pt x="3361" y="1907"/>
                  </a:cubicBezTo>
                  <a:cubicBezTo>
                    <a:pt x="2487" y="1907"/>
                    <a:pt x="2233" y="1927"/>
                    <a:pt x="1877" y="2056"/>
                  </a:cubicBezTo>
                  <a:lnTo>
                    <a:pt x="0" y="2835"/>
                  </a:lnTo>
                  <a:lnTo>
                    <a:pt x="1430" y="6632"/>
                  </a:lnTo>
                  <a:cubicBezTo>
                    <a:pt x="2518" y="6184"/>
                    <a:pt x="2486" y="6114"/>
                    <a:pt x="3497" y="6114"/>
                  </a:cubicBezTo>
                  <a:cubicBezTo>
                    <a:pt x="3854" y="6114"/>
                    <a:pt x="4341" y="6123"/>
                    <a:pt x="5053" y="6126"/>
                  </a:cubicBezTo>
                  <a:cubicBezTo>
                    <a:pt x="5659" y="6098"/>
                    <a:pt x="6237" y="5838"/>
                    <a:pt x="6641" y="5376"/>
                  </a:cubicBezTo>
                  <a:lnTo>
                    <a:pt x="10120" y="1651"/>
                  </a:lnTo>
                  <a:cubicBezTo>
                    <a:pt x="10235" y="1536"/>
                    <a:pt x="10769" y="843"/>
                    <a:pt x="10177" y="251"/>
                  </a:cubicBezTo>
                  <a:cubicBezTo>
                    <a:pt x="9975" y="66"/>
                    <a:pt x="9770" y="1"/>
                    <a:pt x="9581" y="1"/>
                  </a:cubicBezTo>
                  <a:close/>
                </a:path>
              </a:pathLst>
            </a:custGeom>
            <a:solidFill>
              <a:srgbClr val="A5B7C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4" name="Google Shape;15304;p67"/>
            <p:cNvSpPr/>
            <p:nvPr/>
          </p:nvSpPr>
          <p:spPr>
            <a:xfrm>
              <a:off x="4800066" y="1707260"/>
              <a:ext cx="57175" cy="107875"/>
            </a:xfrm>
            <a:custGeom>
              <a:avLst/>
              <a:gdLst/>
              <a:ahLst/>
              <a:cxnLst/>
              <a:rect l="l" t="t" r="r" b="b"/>
              <a:pathLst>
                <a:path w="2181" h="4115" extrusionOk="0">
                  <a:moveTo>
                    <a:pt x="751" y="1"/>
                  </a:moveTo>
                  <a:lnTo>
                    <a:pt x="0" y="318"/>
                  </a:lnTo>
                  <a:lnTo>
                    <a:pt x="1430" y="4115"/>
                  </a:lnTo>
                  <a:lnTo>
                    <a:pt x="2180" y="3812"/>
                  </a:lnTo>
                  <a:lnTo>
                    <a:pt x="751" y="1"/>
                  </a:ln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5" name="Google Shape;15305;p67"/>
            <p:cNvSpPr/>
            <p:nvPr/>
          </p:nvSpPr>
          <p:spPr>
            <a:xfrm>
              <a:off x="4874228" y="1692501"/>
              <a:ext cx="81004" cy="51827"/>
            </a:xfrm>
            <a:custGeom>
              <a:avLst/>
              <a:gdLst/>
              <a:ahLst/>
              <a:cxnLst/>
              <a:rect l="l" t="t" r="r" b="b"/>
              <a:pathLst>
                <a:path w="3090" h="1977" extrusionOk="0">
                  <a:moveTo>
                    <a:pt x="2527" y="1"/>
                  </a:moveTo>
                  <a:lnTo>
                    <a:pt x="2527" y="1"/>
                  </a:lnTo>
                  <a:cubicBezTo>
                    <a:pt x="2599" y="347"/>
                    <a:pt x="2671" y="939"/>
                    <a:pt x="2455" y="1256"/>
                  </a:cubicBezTo>
                  <a:cubicBezTo>
                    <a:pt x="2323" y="1441"/>
                    <a:pt x="2144" y="1481"/>
                    <a:pt x="1670" y="1481"/>
                  </a:cubicBezTo>
                  <a:cubicBezTo>
                    <a:pt x="1364" y="1481"/>
                    <a:pt x="935" y="1464"/>
                    <a:pt x="318" y="1459"/>
                  </a:cubicBezTo>
                  <a:cubicBezTo>
                    <a:pt x="1" y="1459"/>
                    <a:pt x="1" y="1964"/>
                    <a:pt x="318" y="1964"/>
                  </a:cubicBezTo>
                  <a:cubicBezTo>
                    <a:pt x="820" y="1964"/>
                    <a:pt x="1219" y="1977"/>
                    <a:pt x="1543" y="1977"/>
                  </a:cubicBezTo>
                  <a:cubicBezTo>
                    <a:pt x="2246" y="1977"/>
                    <a:pt x="2597" y="1916"/>
                    <a:pt x="2873" y="1531"/>
                  </a:cubicBezTo>
                  <a:cubicBezTo>
                    <a:pt x="3018" y="1300"/>
                    <a:pt x="3090" y="1026"/>
                    <a:pt x="3090" y="751"/>
                  </a:cubicBezTo>
                  <a:cubicBezTo>
                    <a:pt x="3061" y="405"/>
                    <a:pt x="2845" y="116"/>
                    <a:pt x="2527" y="1"/>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6" name="Google Shape;15306;p67"/>
            <p:cNvSpPr/>
            <p:nvPr/>
          </p:nvSpPr>
          <p:spPr>
            <a:xfrm>
              <a:off x="4754662" y="1702200"/>
              <a:ext cx="88187" cy="142085"/>
            </a:xfrm>
            <a:custGeom>
              <a:avLst/>
              <a:gdLst/>
              <a:ahLst/>
              <a:cxnLst/>
              <a:rect l="l" t="t" r="r" b="b"/>
              <a:pathLst>
                <a:path w="3364" h="5420" extrusionOk="0">
                  <a:moveTo>
                    <a:pt x="1396" y="1"/>
                  </a:moveTo>
                  <a:cubicBezTo>
                    <a:pt x="1359" y="1"/>
                    <a:pt x="1322" y="7"/>
                    <a:pt x="1285" y="20"/>
                  </a:cubicBezTo>
                  <a:lnTo>
                    <a:pt x="0" y="497"/>
                  </a:lnTo>
                  <a:lnTo>
                    <a:pt x="1848" y="5419"/>
                  </a:lnTo>
                  <a:lnTo>
                    <a:pt x="3118" y="4943"/>
                  </a:lnTo>
                  <a:cubicBezTo>
                    <a:pt x="3277" y="4885"/>
                    <a:pt x="3364" y="4726"/>
                    <a:pt x="3306" y="4567"/>
                  </a:cubicBezTo>
                  <a:lnTo>
                    <a:pt x="1675" y="194"/>
                  </a:lnTo>
                  <a:cubicBezTo>
                    <a:pt x="1630" y="71"/>
                    <a:pt x="1518" y="1"/>
                    <a:pt x="1396"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7" name="Google Shape;15307;p67"/>
            <p:cNvSpPr/>
            <p:nvPr/>
          </p:nvSpPr>
          <p:spPr>
            <a:xfrm>
              <a:off x="4795898" y="1809446"/>
              <a:ext cx="46951" cy="35207"/>
            </a:xfrm>
            <a:custGeom>
              <a:avLst/>
              <a:gdLst/>
              <a:ahLst/>
              <a:cxnLst/>
              <a:rect l="l" t="t" r="r" b="b"/>
              <a:pathLst>
                <a:path w="1791" h="1343" extrusionOk="0">
                  <a:moveTo>
                    <a:pt x="1545" y="0"/>
                  </a:moveTo>
                  <a:cubicBezTo>
                    <a:pt x="1502" y="43"/>
                    <a:pt x="1459" y="72"/>
                    <a:pt x="1401" y="87"/>
                  </a:cubicBezTo>
                  <a:lnTo>
                    <a:pt x="1" y="621"/>
                  </a:lnTo>
                  <a:lnTo>
                    <a:pt x="261" y="1343"/>
                  </a:lnTo>
                  <a:lnTo>
                    <a:pt x="1545" y="866"/>
                  </a:lnTo>
                  <a:cubicBezTo>
                    <a:pt x="1704" y="809"/>
                    <a:pt x="1791" y="635"/>
                    <a:pt x="1719" y="476"/>
                  </a:cubicBezTo>
                  <a:lnTo>
                    <a:pt x="1545"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08" name="Google Shape;15308;p67"/>
          <p:cNvGrpSpPr/>
          <p:nvPr/>
        </p:nvGrpSpPr>
        <p:grpSpPr>
          <a:xfrm>
            <a:off x="5186349" y="1513504"/>
            <a:ext cx="260394" cy="351202"/>
            <a:chOff x="5211406" y="1513504"/>
            <a:chExt cx="260394" cy="351202"/>
          </a:xfrm>
        </p:grpSpPr>
        <p:sp>
          <p:nvSpPr>
            <p:cNvPr id="15309" name="Google Shape;15309;p67"/>
            <p:cNvSpPr/>
            <p:nvPr/>
          </p:nvSpPr>
          <p:spPr>
            <a:xfrm>
              <a:off x="5294297" y="1582765"/>
              <a:ext cx="33686" cy="74582"/>
            </a:xfrm>
            <a:custGeom>
              <a:avLst/>
              <a:gdLst/>
              <a:ahLst/>
              <a:cxnLst/>
              <a:rect l="l" t="t" r="r" b="b"/>
              <a:pathLst>
                <a:path w="1285" h="2845" extrusionOk="0">
                  <a:moveTo>
                    <a:pt x="780" y="0"/>
                  </a:moveTo>
                  <a:cubicBezTo>
                    <a:pt x="347" y="0"/>
                    <a:pt x="0" y="347"/>
                    <a:pt x="0" y="780"/>
                  </a:cubicBezTo>
                  <a:lnTo>
                    <a:pt x="0" y="953"/>
                  </a:lnTo>
                  <a:cubicBezTo>
                    <a:pt x="0" y="1184"/>
                    <a:pt x="29" y="1401"/>
                    <a:pt x="101" y="1617"/>
                  </a:cubicBezTo>
                  <a:lnTo>
                    <a:pt x="520" y="2844"/>
                  </a:lnTo>
                  <a:lnTo>
                    <a:pt x="1285" y="2844"/>
                  </a:lnTo>
                  <a:lnTo>
                    <a:pt x="1285"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0" name="Google Shape;15310;p67"/>
            <p:cNvSpPr/>
            <p:nvPr/>
          </p:nvSpPr>
          <p:spPr>
            <a:xfrm>
              <a:off x="5307903" y="1575949"/>
              <a:ext cx="81398" cy="81398"/>
            </a:xfrm>
            <a:custGeom>
              <a:avLst/>
              <a:gdLst/>
              <a:ahLst/>
              <a:cxnLst/>
              <a:rect l="l" t="t" r="r" b="b"/>
              <a:pathLst>
                <a:path w="3105" h="3105" extrusionOk="0">
                  <a:moveTo>
                    <a:pt x="766" y="1"/>
                  </a:moveTo>
                  <a:cubicBezTo>
                    <a:pt x="347" y="1"/>
                    <a:pt x="1" y="347"/>
                    <a:pt x="1" y="780"/>
                  </a:cubicBezTo>
                  <a:cubicBezTo>
                    <a:pt x="1" y="1069"/>
                    <a:pt x="232" y="1300"/>
                    <a:pt x="506" y="1300"/>
                  </a:cubicBezTo>
                  <a:lnTo>
                    <a:pt x="2585" y="3104"/>
                  </a:lnTo>
                  <a:lnTo>
                    <a:pt x="3018" y="1574"/>
                  </a:lnTo>
                  <a:cubicBezTo>
                    <a:pt x="3076" y="1386"/>
                    <a:pt x="3104" y="1199"/>
                    <a:pt x="3104" y="1011"/>
                  </a:cubicBezTo>
                  <a:lnTo>
                    <a:pt x="3104" y="520"/>
                  </a:lnTo>
                  <a:cubicBezTo>
                    <a:pt x="3104" y="231"/>
                    <a:pt x="2874" y="1"/>
                    <a:pt x="2585"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1" name="Google Shape;15311;p67"/>
            <p:cNvSpPr/>
            <p:nvPr/>
          </p:nvSpPr>
          <p:spPr>
            <a:xfrm>
              <a:off x="5321168" y="1677741"/>
              <a:ext cx="40895" cy="30305"/>
            </a:xfrm>
            <a:custGeom>
              <a:avLst/>
              <a:gdLst/>
              <a:ahLst/>
              <a:cxnLst/>
              <a:rect l="l" t="t" r="r" b="b"/>
              <a:pathLst>
                <a:path w="1560" h="1156" extrusionOk="0">
                  <a:moveTo>
                    <a:pt x="0" y="1"/>
                  </a:moveTo>
                  <a:lnTo>
                    <a:pt x="0" y="1155"/>
                  </a:lnTo>
                  <a:lnTo>
                    <a:pt x="1559" y="1155"/>
                  </a:lnTo>
                  <a:lnTo>
                    <a:pt x="1559"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2" name="Google Shape;15312;p67"/>
            <p:cNvSpPr/>
            <p:nvPr/>
          </p:nvSpPr>
          <p:spPr>
            <a:xfrm>
              <a:off x="5321168" y="1677741"/>
              <a:ext cx="40895" cy="16489"/>
            </a:xfrm>
            <a:custGeom>
              <a:avLst/>
              <a:gdLst/>
              <a:ahLst/>
              <a:cxnLst/>
              <a:rect l="l" t="t" r="r" b="b"/>
              <a:pathLst>
                <a:path w="1560" h="629" extrusionOk="0">
                  <a:moveTo>
                    <a:pt x="0" y="1"/>
                  </a:moveTo>
                  <a:lnTo>
                    <a:pt x="0" y="477"/>
                  </a:lnTo>
                  <a:cubicBezTo>
                    <a:pt x="253" y="578"/>
                    <a:pt x="520" y="629"/>
                    <a:pt x="785" y="629"/>
                  </a:cubicBezTo>
                  <a:cubicBezTo>
                    <a:pt x="1050" y="629"/>
                    <a:pt x="1314" y="578"/>
                    <a:pt x="1559" y="477"/>
                  </a:cubicBezTo>
                  <a:lnTo>
                    <a:pt x="1559"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3" name="Google Shape;15313;p67"/>
            <p:cNvSpPr/>
            <p:nvPr/>
          </p:nvSpPr>
          <p:spPr>
            <a:xfrm>
              <a:off x="5273850" y="1694021"/>
              <a:ext cx="135872" cy="57542"/>
            </a:xfrm>
            <a:custGeom>
              <a:avLst/>
              <a:gdLst/>
              <a:ahLst/>
              <a:cxnLst/>
              <a:rect l="l" t="t" r="r" b="b"/>
              <a:pathLst>
                <a:path w="5183" h="2195" extrusionOk="0">
                  <a:moveTo>
                    <a:pt x="1805" y="0"/>
                  </a:moveTo>
                  <a:lnTo>
                    <a:pt x="564" y="361"/>
                  </a:lnTo>
                  <a:cubicBezTo>
                    <a:pt x="232" y="462"/>
                    <a:pt x="1" y="765"/>
                    <a:pt x="1" y="1112"/>
                  </a:cubicBezTo>
                  <a:lnTo>
                    <a:pt x="1" y="2195"/>
                  </a:lnTo>
                  <a:lnTo>
                    <a:pt x="5183" y="2195"/>
                  </a:lnTo>
                  <a:lnTo>
                    <a:pt x="5183" y="1112"/>
                  </a:lnTo>
                  <a:cubicBezTo>
                    <a:pt x="5183" y="765"/>
                    <a:pt x="4952" y="462"/>
                    <a:pt x="4620" y="361"/>
                  </a:cubicBezTo>
                  <a:lnTo>
                    <a:pt x="3364" y="0"/>
                  </a:lnTo>
                  <a:lnTo>
                    <a:pt x="2585" y="520"/>
                  </a:lnTo>
                  <a:lnTo>
                    <a:pt x="1805"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4" name="Google Shape;15314;p67"/>
            <p:cNvSpPr/>
            <p:nvPr/>
          </p:nvSpPr>
          <p:spPr>
            <a:xfrm>
              <a:off x="5334773" y="1708020"/>
              <a:ext cx="13658" cy="54527"/>
            </a:xfrm>
            <a:custGeom>
              <a:avLst/>
              <a:gdLst/>
              <a:ahLst/>
              <a:cxnLst/>
              <a:rect l="l" t="t" r="r" b="b"/>
              <a:pathLst>
                <a:path w="521" h="2080" extrusionOk="0">
                  <a:moveTo>
                    <a:pt x="131" y="0"/>
                  </a:moveTo>
                  <a:lnTo>
                    <a:pt x="1" y="2079"/>
                  </a:lnTo>
                  <a:lnTo>
                    <a:pt x="520" y="2079"/>
                  </a:lnTo>
                  <a:lnTo>
                    <a:pt x="391"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5" name="Google Shape;15315;p67"/>
            <p:cNvSpPr/>
            <p:nvPr/>
          </p:nvSpPr>
          <p:spPr>
            <a:xfrm>
              <a:off x="5301113" y="1610002"/>
              <a:ext cx="81371" cy="74582"/>
            </a:xfrm>
            <a:custGeom>
              <a:avLst/>
              <a:gdLst/>
              <a:ahLst/>
              <a:cxnLst/>
              <a:rect l="l" t="t" r="r" b="b"/>
              <a:pathLst>
                <a:path w="3104" h="2845" extrusionOk="0">
                  <a:moveTo>
                    <a:pt x="996" y="1"/>
                  </a:moveTo>
                  <a:cubicBezTo>
                    <a:pt x="852" y="1"/>
                    <a:pt x="707" y="58"/>
                    <a:pt x="621" y="159"/>
                  </a:cubicBezTo>
                  <a:lnTo>
                    <a:pt x="144" y="621"/>
                  </a:lnTo>
                  <a:cubicBezTo>
                    <a:pt x="43" y="722"/>
                    <a:pt x="0" y="852"/>
                    <a:pt x="0" y="982"/>
                  </a:cubicBezTo>
                  <a:lnTo>
                    <a:pt x="0" y="1285"/>
                  </a:lnTo>
                  <a:cubicBezTo>
                    <a:pt x="0" y="2137"/>
                    <a:pt x="693" y="2844"/>
                    <a:pt x="1545" y="2844"/>
                  </a:cubicBezTo>
                  <a:cubicBezTo>
                    <a:pt x="2396" y="2830"/>
                    <a:pt x="3089" y="2152"/>
                    <a:pt x="3104" y="1300"/>
                  </a:cubicBezTo>
                  <a:lnTo>
                    <a:pt x="3104" y="968"/>
                  </a:lnTo>
                  <a:cubicBezTo>
                    <a:pt x="3104" y="824"/>
                    <a:pt x="3046" y="694"/>
                    <a:pt x="2959" y="607"/>
                  </a:cubicBezTo>
                  <a:cubicBezTo>
                    <a:pt x="2555" y="217"/>
                    <a:pt x="1819" y="30"/>
                    <a:pt x="996"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6" name="Google Shape;15316;p67"/>
            <p:cNvSpPr/>
            <p:nvPr/>
          </p:nvSpPr>
          <p:spPr>
            <a:xfrm>
              <a:off x="5300720" y="1610002"/>
              <a:ext cx="81398" cy="72694"/>
            </a:xfrm>
            <a:custGeom>
              <a:avLst/>
              <a:gdLst/>
              <a:ahLst/>
              <a:cxnLst/>
              <a:rect l="l" t="t" r="r" b="b"/>
              <a:pathLst>
                <a:path w="3105" h="2773" extrusionOk="0">
                  <a:moveTo>
                    <a:pt x="997" y="1"/>
                  </a:moveTo>
                  <a:cubicBezTo>
                    <a:pt x="852" y="1"/>
                    <a:pt x="722" y="44"/>
                    <a:pt x="621" y="145"/>
                  </a:cubicBezTo>
                  <a:lnTo>
                    <a:pt x="159" y="621"/>
                  </a:lnTo>
                  <a:cubicBezTo>
                    <a:pt x="58" y="708"/>
                    <a:pt x="1" y="838"/>
                    <a:pt x="1" y="982"/>
                  </a:cubicBezTo>
                  <a:lnTo>
                    <a:pt x="1" y="1285"/>
                  </a:lnTo>
                  <a:cubicBezTo>
                    <a:pt x="1" y="1978"/>
                    <a:pt x="463" y="2585"/>
                    <a:pt x="1127" y="2772"/>
                  </a:cubicBezTo>
                  <a:cubicBezTo>
                    <a:pt x="896" y="2498"/>
                    <a:pt x="780" y="2152"/>
                    <a:pt x="780" y="1805"/>
                  </a:cubicBezTo>
                  <a:lnTo>
                    <a:pt x="780" y="1054"/>
                  </a:lnTo>
                  <a:cubicBezTo>
                    <a:pt x="780" y="760"/>
                    <a:pt x="1011" y="534"/>
                    <a:pt x="1302" y="534"/>
                  </a:cubicBezTo>
                  <a:cubicBezTo>
                    <a:pt x="1311" y="534"/>
                    <a:pt x="1320" y="534"/>
                    <a:pt x="1329" y="535"/>
                  </a:cubicBezTo>
                  <a:cubicBezTo>
                    <a:pt x="1848" y="564"/>
                    <a:pt x="2628" y="650"/>
                    <a:pt x="3104" y="881"/>
                  </a:cubicBezTo>
                  <a:cubicBezTo>
                    <a:pt x="3090" y="780"/>
                    <a:pt x="3032" y="665"/>
                    <a:pt x="2960" y="593"/>
                  </a:cubicBezTo>
                  <a:cubicBezTo>
                    <a:pt x="2556" y="203"/>
                    <a:pt x="1834" y="30"/>
                    <a:pt x="997"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7" name="Google Shape;15317;p67"/>
            <p:cNvSpPr/>
            <p:nvPr/>
          </p:nvSpPr>
          <p:spPr>
            <a:xfrm>
              <a:off x="5334773" y="1707653"/>
              <a:ext cx="13658" cy="13632"/>
            </a:xfrm>
            <a:custGeom>
              <a:avLst/>
              <a:gdLst/>
              <a:ahLst/>
              <a:cxnLst/>
              <a:rect l="l" t="t" r="r" b="b"/>
              <a:pathLst>
                <a:path w="521" h="520" extrusionOk="0">
                  <a:moveTo>
                    <a:pt x="1" y="0"/>
                  </a:moveTo>
                  <a:lnTo>
                    <a:pt x="1" y="419"/>
                  </a:lnTo>
                  <a:cubicBezTo>
                    <a:pt x="1" y="476"/>
                    <a:pt x="59" y="520"/>
                    <a:pt x="116" y="520"/>
                  </a:cubicBezTo>
                  <a:lnTo>
                    <a:pt x="419" y="520"/>
                  </a:lnTo>
                  <a:cubicBezTo>
                    <a:pt x="477" y="520"/>
                    <a:pt x="520" y="476"/>
                    <a:pt x="520" y="419"/>
                  </a:cubicBezTo>
                  <a:lnTo>
                    <a:pt x="520" y="0"/>
                  </a:ln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8" name="Google Shape;15318;p67"/>
            <p:cNvSpPr/>
            <p:nvPr/>
          </p:nvSpPr>
          <p:spPr>
            <a:xfrm>
              <a:off x="5313959" y="1688778"/>
              <a:ext cx="27657" cy="28758"/>
            </a:xfrm>
            <a:custGeom>
              <a:avLst/>
              <a:gdLst/>
              <a:ahLst/>
              <a:cxnLst/>
              <a:rect l="l" t="t" r="r" b="b"/>
              <a:pathLst>
                <a:path w="1055" h="1097" extrusionOk="0">
                  <a:moveTo>
                    <a:pt x="243" y="1"/>
                  </a:moveTo>
                  <a:cubicBezTo>
                    <a:pt x="208" y="1"/>
                    <a:pt x="176" y="16"/>
                    <a:pt x="160" y="42"/>
                  </a:cubicBezTo>
                  <a:lnTo>
                    <a:pt x="1" y="287"/>
                  </a:lnTo>
                  <a:lnTo>
                    <a:pt x="391" y="1009"/>
                  </a:lnTo>
                  <a:cubicBezTo>
                    <a:pt x="419" y="1065"/>
                    <a:pt x="477" y="1097"/>
                    <a:pt x="534" y="1097"/>
                  </a:cubicBezTo>
                  <a:cubicBezTo>
                    <a:pt x="565" y="1097"/>
                    <a:pt x="596" y="1087"/>
                    <a:pt x="622" y="1066"/>
                  </a:cubicBezTo>
                  <a:lnTo>
                    <a:pt x="1055" y="720"/>
                  </a:lnTo>
                  <a:lnTo>
                    <a:pt x="318" y="27"/>
                  </a:lnTo>
                  <a:cubicBezTo>
                    <a:pt x="294" y="9"/>
                    <a:pt x="268" y="1"/>
                    <a:pt x="243"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9" name="Google Shape;15319;p67"/>
            <p:cNvSpPr/>
            <p:nvPr/>
          </p:nvSpPr>
          <p:spPr>
            <a:xfrm>
              <a:off x="5341589" y="1688778"/>
              <a:ext cx="28024" cy="28758"/>
            </a:xfrm>
            <a:custGeom>
              <a:avLst/>
              <a:gdLst/>
              <a:ahLst/>
              <a:cxnLst/>
              <a:rect l="l" t="t" r="r" b="b"/>
              <a:pathLst>
                <a:path w="1069" h="1097" extrusionOk="0">
                  <a:moveTo>
                    <a:pt x="817" y="1"/>
                  </a:moveTo>
                  <a:cubicBezTo>
                    <a:pt x="793" y="1"/>
                    <a:pt x="769" y="9"/>
                    <a:pt x="751" y="27"/>
                  </a:cubicBezTo>
                  <a:lnTo>
                    <a:pt x="1" y="720"/>
                  </a:lnTo>
                  <a:lnTo>
                    <a:pt x="448" y="1066"/>
                  </a:lnTo>
                  <a:cubicBezTo>
                    <a:pt x="474" y="1087"/>
                    <a:pt x="503" y="1097"/>
                    <a:pt x="532" y="1097"/>
                  </a:cubicBezTo>
                  <a:cubicBezTo>
                    <a:pt x="586" y="1097"/>
                    <a:pt x="642" y="1065"/>
                    <a:pt x="679" y="1009"/>
                  </a:cubicBezTo>
                  <a:lnTo>
                    <a:pt x="1069" y="287"/>
                  </a:lnTo>
                  <a:lnTo>
                    <a:pt x="910" y="42"/>
                  </a:lnTo>
                  <a:cubicBezTo>
                    <a:pt x="885" y="16"/>
                    <a:pt x="850" y="1"/>
                    <a:pt x="817"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0" name="Google Shape;15320;p67"/>
            <p:cNvSpPr/>
            <p:nvPr/>
          </p:nvSpPr>
          <p:spPr>
            <a:xfrm>
              <a:off x="5211406" y="1513504"/>
              <a:ext cx="260394" cy="351202"/>
            </a:xfrm>
            <a:custGeom>
              <a:avLst/>
              <a:gdLst/>
              <a:ahLst/>
              <a:cxnLst/>
              <a:rect l="l" t="t" r="r" b="b"/>
              <a:pathLst>
                <a:path w="9933" h="13397" extrusionOk="0">
                  <a:moveTo>
                    <a:pt x="4946" y="1506"/>
                  </a:moveTo>
                  <a:cubicBezTo>
                    <a:pt x="6720" y="1506"/>
                    <a:pt x="8421" y="2886"/>
                    <a:pt x="8431" y="4966"/>
                  </a:cubicBezTo>
                  <a:cubicBezTo>
                    <a:pt x="8431" y="6886"/>
                    <a:pt x="6872" y="8431"/>
                    <a:pt x="4967" y="8431"/>
                  </a:cubicBezTo>
                  <a:cubicBezTo>
                    <a:pt x="1892" y="8431"/>
                    <a:pt x="347" y="4707"/>
                    <a:pt x="2527" y="2527"/>
                  </a:cubicBezTo>
                  <a:cubicBezTo>
                    <a:pt x="3232" y="1822"/>
                    <a:pt x="4097" y="1506"/>
                    <a:pt x="4946" y="1506"/>
                  </a:cubicBezTo>
                  <a:close/>
                  <a:moveTo>
                    <a:pt x="4967" y="1"/>
                  </a:moveTo>
                  <a:cubicBezTo>
                    <a:pt x="2224" y="1"/>
                    <a:pt x="1" y="2224"/>
                    <a:pt x="1" y="4966"/>
                  </a:cubicBezTo>
                  <a:cubicBezTo>
                    <a:pt x="1" y="10149"/>
                    <a:pt x="4967" y="13397"/>
                    <a:pt x="4967" y="13397"/>
                  </a:cubicBezTo>
                  <a:cubicBezTo>
                    <a:pt x="4967" y="13397"/>
                    <a:pt x="9932" y="10149"/>
                    <a:pt x="9932" y="4966"/>
                  </a:cubicBezTo>
                  <a:cubicBezTo>
                    <a:pt x="9932" y="2224"/>
                    <a:pt x="7709" y="1"/>
                    <a:pt x="4967"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1" name="Google Shape;15321;p67"/>
            <p:cNvSpPr/>
            <p:nvPr/>
          </p:nvSpPr>
          <p:spPr>
            <a:xfrm>
              <a:off x="5211406" y="1513504"/>
              <a:ext cx="252450" cy="350835"/>
            </a:xfrm>
            <a:custGeom>
              <a:avLst/>
              <a:gdLst/>
              <a:ahLst/>
              <a:cxnLst/>
              <a:rect l="l" t="t" r="r" b="b"/>
              <a:pathLst>
                <a:path w="9630" h="13383" extrusionOk="0">
                  <a:moveTo>
                    <a:pt x="4946" y="1506"/>
                  </a:moveTo>
                  <a:cubicBezTo>
                    <a:pt x="6720" y="1506"/>
                    <a:pt x="8421" y="2886"/>
                    <a:pt x="8431" y="4966"/>
                  </a:cubicBezTo>
                  <a:cubicBezTo>
                    <a:pt x="8431" y="6886"/>
                    <a:pt x="6872" y="8431"/>
                    <a:pt x="4967" y="8431"/>
                  </a:cubicBezTo>
                  <a:cubicBezTo>
                    <a:pt x="1892" y="8431"/>
                    <a:pt x="347" y="4707"/>
                    <a:pt x="2527" y="2527"/>
                  </a:cubicBezTo>
                  <a:cubicBezTo>
                    <a:pt x="3232" y="1822"/>
                    <a:pt x="4097" y="1506"/>
                    <a:pt x="4946" y="1506"/>
                  </a:cubicBezTo>
                  <a:close/>
                  <a:moveTo>
                    <a:pt x="4967" y="1"/>
                  </a:moveTo>
                  <a:cubicBezTo>
                    <a:pt x="2224" y="1"/>
                    <a:pt x="1" y="2224"/>
                    <a:pt x="1" y="4966"/>
                  </a:cubicBezTo>
                  <a:cubicBezTo>
                    <a:pt x="1" y="10149"/>
                    <a:pt x="4967" y="13382"/>
                    <a:pt x="4967" y="13382"/>
                  </a:cubicBezTo>
                  <a:cubicBezTo>
                    <a:pt x="4967" y="13382"/>
                    <a:pt x="3783" y="11765"/>
                    <a:pt x="3090" y="9008"/>
                  </a:cubicBezTo>
                  <a:cubicBezTo>
                    <a:pt x="3054" y="8854"/>
                    <a:pt x="3165" y="8730"/>
                    <a:pt x="3301" y="8730"/>
                  </a:cubicBezTo>
                  <a:cubicBezTo>
                    <a:pt x="3331" y="8730"/>
                    <a:pt x="3362" y="8736"/>
                    <a:pt x="3393" y="8749"/>
                  </a:cubicBezTo>
                  <a:cubicBezTo>
                    <a:pt x="3919" y="8973"/>
                    <a:pt x="4463" y="9079"/>
                    <a:pt x="4997" y="9079"/>
                  </a:cubicBezTo>
                  <a:cubicBezTo>
                    <a:pt x="6763" y="9079"/>
                    <a:pt x="8415" y="7925"/>
                    <a:pt x="8936" y="6107"/>
                  </a:cubicBezTo>
                  <a:cubicBezTo>
                    <a:pt x="9629" y="3739"/>
                    <a:pt x="8070" y="1300"/>
                    <a:pt x="5631" y="925"/>
                  </a:cubicBezTo>
                  <a:cubicBezTo>
                    <a:pt x="5414" y="888"/>
                    <a:pt x="5193" y="870"/>
                    <a:pt x="4971" y="870"/>
                  </a:cubicBezTo>
                  <a:cubicBezTo>
                    <a:pt x="4659" y="870"/>
                    <a:pt x="4346" y="906"/>
                    <a:pt x="4043" y="982"/>
                  </a:cubicBezTo>
                  <a:cubicBezTo>
                    <a:pt x="4022" y="988"/>
                    <a:pt x="4001" y="991"/>
                    <a:pt x="3982" y="991"/>
                  </a:cubicBezTo>
                  <a:cubicBezTo>
                    <a:pt x="3798" y="991"/>
                    <a:pt x="3683" y="765"/>
                    <a:pt x="3826" y="621"/>
                  </a:cubicBezTo>
                  <a:cubicBezTo>
                    <a:pt x="4158" y="217"/>
                    <a:pt x="4548" y="1"/>
                    <a:pt x="4967"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22" name="Google Shape;15322;p67"/>
          <p:cNvGrpSpPr/>
          <p:nvPr/>
        </p:nvGrpSpPr>
        <p:grpSpPr>
          <a:xfrm>
            <a:off x="5607545" y="1513216"/>
            <a:ext cx="366722" cy="351779"/>
            <a:chOff x="5632602" y="1513216"/>
            <a:chExt cx="366722" cy="351779"/>
          </a:xfrm>
        </p:grpSpPr>
        <p:sp>
          <p:nvSpPr>
            <p:cNvPr id="15323" name="Google Shape;15323;p67"/>
            <p:cNvSpPr/>
            <p:nvPr/>
          </p:nvSpPr>
          <p:spPr>
            <a:xfrm>
              <a:off x="5750674" y="1724299"/>
              <a:ext cx="9857" cy="20448"/>
            </a:xfrm>
            <a:custGeom>
              <a:avLst/>
              <a:gdLst/>
              <a:ahLst/>
              <a:cxnLst/>
              <a:rect l="l" t="t" r="r" b="b"/>
              <a:pathLst>
                <a:path w="376" h="780" extrusionOk="0">
                  <a:moveTo>
                    <a:pt x="332" y="0"/>
                  </a:moveTo>
                  <a:lnTo>
                    <a:pt x="0" y="318"/>
                  </a:lnTo>
                  <a:cubicBezTo>
                    <a:pt x="116" y="491"/>
                    <a:pt x="231" y="635"/>
                    <a:pt x="376" y="780"/>
                  </a:cubicBezTo>
                  <a:cubicBezTo>
                    <a:pt x="332" y="520"/>
                    <a:pt x="318" y="260"/>
                    <a:pt x="332" y="0"/>
                  </a:cubicBezTo>
                  <a:close/>
                </a:path>
              </a:pathLst>
            </a:custGeom>
            <a:solidFill>
              <a:srgbClr val="748A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4" name="Google Shape;15324;p67"/>
            <p:cNvSpPr/>
            <p:nvPr/>
          </p:nvSpPr>
          <p:spPr>
            <a:xfrm>
              <a:off x="5760505" y="1536207"/>
              <a:ext cx="238819" cy="251297"/>
            </a:xfrm>
            <a:custGeom>
              <a:avLst/>
              <a:gdLst/>
              <a:ahLst/>
              <a:cxnLst/>
              <a:rect l="l" t="t" r="r" b="b"/>
              <a:pathLst>
                <a:path w="9110" h="9586" extrusionOk="0">
                  <a:moveTo>
                    <a:pt x="7940" y="1"/>
                  </a:moveTo>
                  <a:cubicBezTo>
                    <a:pt x="7940" y="1"/>
                    <a:pt x="8272" y="2238"/>
                    <a:pt x="7103" y="3408"/>
                  </a:cubicBezTo>
                  <a:lnTo>
                    <a:pt x="3407" y="7117"/>
                  </a:lnTo>
                  <a:cubicBezTo>
                    <a:pt x="2652" y="7863"/>
                    <a:pt x="1475" y="7998"/>
                    <a:pt x="721" y="7998"/>
                  </a:cubicBezTo>
                  <a:cubicBezTo>
                    <a:pt x="292" y="7998"/>
                    <a:pt x="1" y="7955"/>
                    <a:pt x="1" y="7955"/>
                  </a:cubicBezTo>
                  <a:lnTo>
                    <a:pt x="1" y="7955"/>
                  </a:lnTo>
                  <a:cubicBezTo>
                    <a:pt x="362" y="8316"/>
                    <a:pt x="824" y="8575"/>
                    <a:pt x="1314" y="8720"/>
                  </a:cubicBezTo>
                  <a:lnTo>
                    <a:pt x="2180" y="9586"/>
                  </a:lnTo>
                  <a:cubicBezTo>
                    <a:pt x="2931" y="9124"/>
                    <a:pt x="3610" y="8561"/>
                    <a:pt x="4230" y="7955"/>
                  </a:cubicBezTo>
                  <a:lnTo>
                    <a:pt x="7940" y="4245"/>
                  </a:lnTo>
                  <a:cubicBezTo>
                    <a:pt x="9109" y="3076"/>
                    <a:pt x="9109" y="1170"/>
                    <a:pt x="7940"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5" name="Google Shape;15325;p67"/>
            <p:cNvSpPr/>
            <p:nvPr/>
          </p:nvSpPr>
          <p:spPr>
            <a:xfrm>
              <a:off x="5738170" y="1513216"/>
              <a:ext cx="252057" cy="243747"/>
            </a:xfrm>
            <a:custGeom>
              <a:avLst/>
              <a:gdLst/>
              <a:ahLst/>
              <a:cxnLst/>
              <a:rect l="l" t="t" r="r" b="b"/>
              <a:pathLst>
                <a:path w="9615" h="9298" extrusionOk="0">
                  <a:moveTo>
                    <a:pt x="6723" y="1484"/>
                  </a:moveTo>
                  <a:cubicBezTo>
                    <a:pt x="7100" y="1484"/>
                    <a:pt x="7478" y="1628"/>
                    <a:pt x="7767" y="1917"/>
                  </a:cubicBezTo>
                  <a:cubicBezTo>
                    <a:pt x="8359" y="2509"/>
                    <a:pt x="8330" y="3476"/>
                    <a:pt x="7724" y="4039"/>
                  </a:cubicBezTo>
                  <a:lnTo>
                    <a:pt x="7710" y="4039"/>
                  </a:lnTo>
                  <a:lnTo>
                    <a:pt x="5862" y="5901"/>
                  </a:lnTo>
                  <a:lnTo>
                    <a:pt x="5472" y="6002"/>
                  </a:lnTo>
                  <a:lnTo>
                    <a:pt x="4115" y="7648"/>
                  </a:lnTo>
                  <a:lnTo>
                    <a:pt x="4014" y="7749"/>
                  </a:lnTo>
                  <a:cubicBezTo>
                    <a:pt x="3726" y="8067"/>
                    <a:pt x="3332" y="8226"/>
                    <a:pt x="2936" y="8226"/>
                  </a:cubicBezTo>
                  <a:cubicBezTo>
                    <a:pt x="2559" y="8226"/>
                    <a:pt x="2181" y="8081"/>
                    <a:pt x="1892" y="7792"/>
                  </a:cubicBezTo>
                  <a:cubicBezTo>
                    <a:pt x="1300" y="7200"/>
                    <a:pt x="1315" y="6233"/>
                    <a:pt x="1935" y="5670"/>
                  </a:cubicBezTo>
                  <a:lnTo>
                    <a:pt x="5645" y="1960"/>
                  </a:lnTo>
                  <a:cubicBezTo>
                    <a:pt x="5933" y="1643"/>
                    <a:pt x="6328" y="1484"/>
                    <a:pt x="6723" y="1484"/>
                  </a:cubicBezTo>
                  <a:close/>
                  <a:moveTo>
                    <a:pt x="6677" y="1"/>
                  </a:moveTo>
                  <a:cubicBezTo>
                    <a:pt x="5912" y="1"/>
                    <a:pt x="5147" y="293"/>
                    <a:pt x="4563" y="878"/>
                  </a:cubicBezTo>
                  <a:lnTo>
                    <a:pt x="853" y="4588"/>
                  </a:lnTo>
                  <a:lnTo>
                    <a:pt x="1" y="7172"/>
                  </a:lnTo>
                  <a:cubicBezTo>
                    <a:pt x="73" y="7605"/>
                    <a:pt x="232" y="8009"/>
                    <a:pt x="477" y="8370"/>
                  </a:cubicBezTo>
                  <a:lnTo>
                    <a:pt x="521" y="8341"/>
                  </a:lnTo>
                  <a:cubicBezTo>
                    <a:pt x="593" y="8514"/>
                    <a:pt x="708" y="8687"/>
                    <a:pt x="853" y="8832"/>
                  </a:cubicBezTo>
                  <a:cubicBezTo>
                    <a:pt x="1170" y="9149"/>
                    <a:pt x="1612" y="9297"/>
                    <a:pt x="2109" y="9297"/>
                  </a:cubicBezTo>
                  <a:cubicBezTo>
                    <a:pt x="2245" y="9297"/>
                    <a:pt x="2385" y="9286"/>
                    <a:pt x="2527" y="9265"/>
                  </a:cubicBezTo>
                  <a:cubicBezTo>
                    <a:pt x="3263" y="9106"/>
                    <a:pt x="3942" y="8745"/>
                    <a:pt x="4462" y="8197"/>
                  </a:cubicBezTo>
                  <a:lnTo>
                    <a:pt x="8171" y="4487"/>
                  </a:lnTo>
                  <a:cubicBezTo>
                    <a:pt x="9341" y="3317"/>
                    <a:pt x="9615" y="1701"/>
                    <a:pt x="8792" y="878"/>
                  </a:cubicBezTo>
                  <a:cubicBezTo>
                    <a:pt x="8208" y="293"/>
                    <a:pt x="7442" y="1"/>
                    <a:pt x="6677" y="1"/>
                  </a:cubicBezTo>
                  <a:close/>
                </a:path>
              </a:pathLst>
            </a:custGeom>
            <a:solidFill>
              <a:srgbClr val="748A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6" name="Google Shape;15326;p67"/>
            <p:cNvSpPr/>
            <p:nvPr/>
          </p:nvSpPr>
          <p:spPr>
            <a:xfrm>
              <a:off x="5867226" y="1633464"/>
              <a:ext cx="24616" cy="58695"/>
            </a:xfrm>
            <a:custGeom>
              <a:avLst/>
              <a:gdLst/>
              <a:ahLst/>
              <a:cxnLst/>
              <a:rect l="l" t="t" r="r" b="b"/>
              <a:pathLst>
                <a:path w="939" h="2239" extrusionOk="0">
                  <a:moveTo>
                    <a:pt x="174" y="1"/>
                  </a:moveTo>
                  <a:lnTo>
                    <a:pt x="174" y="1"/>
                  </a:lnTo>
                  <a:cubicBezTo>
                    <a:pt x="260" y="751"/>
                    <a:pt x="203" y="1516"/>
                    <a:pt x="0" y="2238"/>
                  </a:cubicBezTo>
                  <a:lnTo>
                    <a:pt x="939" y="1314"/>
                  </a:lnTo>
                  <a:cubicBezTo>
                    <a:pt x="794" y="824"/>
                    <a:pt x="535" y="362"/>
                    <a:pt x="174" y="1"/>
                  </a:cubicBezTo>
                  <a:close/>
                </a:path>
              </a:pathLst>
            </a:custGeom>
            <a:solidFill>
              <a:srgbClr val="788D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7" name="Google Shape;15327;p67"/>
            <p:cNvSpPr/>
            <p:nvPr/>
          </p:nvSpPr>
          <p:spPr>
            <a:xfrm>
              <a:off x="5663247" y="1786350"/>
              <a:ext cx="162743" cy="78645"/>
            </a:xfrm>
            <a:custGeom>
              <a:avLst/>
              <a:gdLst/>
              <a:ahLst/>
              <a:cxnLst/>
              <a:rect l="l" t="t" r="r" b="b"/>
              <a:pathLst>
                <a:path w="6208" h="3000" extrusionOk="0">
                  <a:moveTo>
                    <a:pt x="4692" y="1"/>
                  </a:moveTo>
                  <a:lnTo>
                    <a:pt x="3408" y="1285"/>
                  </a:lnTo>
                  <a:cubicBezTo>
                    <a:pt x="2662" y="2031"/>
                    <a:pt x="1481" y="2166"/>
                    <a:pt x="724" y="2166"/>
                  </a:cubicBezTo>
                  <a:cubicBezTo>
                    <a:pt x="294" y="2166"/>
                    <a:pt x="1" y="2123"/>
                    <a:pt x="1" y="2123"/>
                  </a:cubicBezTo>
                  <a:lnTo>
                    <a:pt x="1" y="2123"/>
                  </a:lnTo>
                  <a:cubicBezTo>
                    <a:pt x="585" y="2707"/>
                    <a:pt x="1354" y="3000"/>
                    <a:pt x="2123" y="3000"/>
                  </a:cubicBezTo>
                  <a:cubicBezTo>
                    <a:pt x="2891" y="3000"/>
                    <a:pt x="3660" y="2707"/>
                    <a:pt x="4245" y="2123"/>
                  </a:cubicBezTo>
                  <a:lnTo>
                    <a:pt x="6208" y="145"/>
                  </a:lnTo>
                  <a:lnTo>
                    <a:pt x="4692" y="1"/>
                  </a:lnTo>
                  <a:close/>
                </a:path>
              </a:pathLst>
            </a:custGeom>
            <a:solidFill>
              <a:srgbClr val="788D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8" name="Google Shape;15328;p67"/>
            <p:cNvSpPr/>
            <p:nvPr/>
          </p:nvSpPr>
          <p:spPr>
            <a:xfrm>
              <a:off x="5786248" y="1740946"/>
              <a:ext cx="88947" cy="49808"/>
            </a:xfrm>
            <a:custGeom>
              <a:avLst/>
              <a:gdLst/>
              <a:ahLst/>
              <a:cxnLst/>
              <a:rect l="l" t="t" r="r" b="b"/>
              <a:pathLst>
                <a:path w="3393" h="1900" extrusionOk="0">
                  <a:moveTo>
                    <a:pt x="3393" y="0"/>
                  </a:moveTo>
                  <a:lnTo>
                    <a:pt x="3248" y="145"/>
                  </a:lnTo>
                  <a:cubicBezTo>
                    <a:pt x="2687" y="706"/>
                    <a:pt x="1909" y="1020"/>
                    <a:pt x="1121" y="1020"/>
                  </a:cubicBezTo>
                  <a:cubicBezTo>
                    <a:pt x="998" y="1020"/>
                    <a:pt x="874" y="1012"/>
                    <a:pt x="751" y="996"/>
                  </a:cubicBezTo>
                  <a:lnTo>
                    <a:pt x="0" y="1733"/>
                  </a:lnTo>
                  <a:cubicBezTo>
                    <a:pt x="364" y="1840"/>
                    <a:pt x="744" y="1899"/>
                    <a:pt x="1122" y="1899"/>
                  </a:cubicBezTo>
                  <a:cubicBezTo>
                    <a:pt x="1254" y="1899"/>
                    <a:pt x="1385" y="1892"/>
                    <a:pt x="1516" y="1877"/>
                  </a:cubicBezTo>
                  <a:lnTo>
                    <a:pt x="3263" y="145"/>
                  </a:lnTo>
                  <a:cubicBezTo>
                    <a:pt x="3306" y="101"/>
                    <a:pt x="3349" y="44"/>
                    <a:pt x="3393" y="0"/>
                  </a:cubicBezTo>
                  <a:close/>
                </a:path>
              </a:pathLst>
            </a:custGeom>
            <a:solidFill>
              <a:srgbClr val="D2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29" name="Google Shape;15329;p67"/>
            <p:cNvSpPr/>
            <p:nvPr/>
          </p:nvSpPr>
          <p:spPr>
            <a:xfrm>
              <a:off x="5632602" y="1610474"/>
              <a:ext cx="253184" cy="243773"/>
            </a:xfrm>
            <a:custGeom>
              <a:avLst/>
              <a:gdLst/>
              <a:ahLst/>
              <a:cxnLst/>
              <a:rect l="l" t="t" r="r" b="b"/>
              <a:pathLst>
                <a:path w="9658" h="9299" extrusionOk="0">
                  <a:moveTo>
                    <a:pt x="7002" y="1"/>
                  </a:moveTo>
                  <a:cubicBezTo>
                    <a:pt x="6233" y="1"/>
                    <a:pt x="5464" y="293"/>
                    <a:pt x="4880" y="878"/>
                  </a:cubicBezTo>
                  <a:lnTo>
                    <a:pt x="1170" y="4588"/>
                  </a:lnTo>
                  <a:cubicBezTo>
                    <a:pt x="0" y="5757"/>
                    <a:pt x="0" y="7662"/>
                    <a:pt x="1170" y="8832"/>
                  </a:cubicBezTo>
                  <a:cubicBezTo>
                    <a:pt x="1495" y="9157"/>
                    <a:pt x="1933" y="9299"/>
                    <a:pt x="2417" y="9299"/>
                  </a:cubicBezTo>
                  <a:cubicBezTo>
                    <a:pt x="2556" y="9299"/>
                    <a:pt x="2699" y="9287"/>
                    <a:pt x="2844" y="9265"/>
                  </a:cubicBezTo>
                  <a:cubicBezTo>
                    <a:pt x="3595" y="9120"/>
                    <a:pt x="4259" y="8745"/>
                    <a:pt x="4793" y="8211"/>
                  </a:cubicBezTo>
                  <a:lnTo>
                    <a:pt x="6193" y="6796"/>
                  </a:lnTo>
                  <a:cubicBezTo>
                    <a:pt x="6193" y="6796"/>
                    <a:pt x="6033" y="6575"/>
                    <a:pt x="5611" y="6575"/>
                  </a:cubicBezTo>
                  <a:cubicBezTo>
                    <a:pt x="5576" y="6575"/>
                    <a:pt x="5539" y="6576"/>
                    <a:pt x="5500" y="6580"/>
                  </a:cubicBezTo>
                  <a:lnTo>
                    <a:pt x="4331" y="7749"/>
                  </a:lnTo>
                  <a:cubicBezTo>
                    <a:pt x="4043" y="8067"/>
                    <a:pt x="3649" y="8226"/>
                    <a:pt x="3253" y="8226"/>
                  </a:cubicBezTo>
                  <a:cubicBezTo>
                    <a:pt x="2876" y="8226"/>
                    <a:pt x="2498" y="8081"/>
                    <a:pt x="2209" y="7792"/>
                  </a:cubicBezTo>
                  <a:cubicBezTo>
                    <a:pt x="1617" y="7200"/>
                    <a:pt x="1632" y="6233"/>
                    <a:pt x="2252" y="5670"/>
                  </a:cubicBezTo>
                  <a:lnTo>
                    <a:pt x="5962" y="1960"/>
                  </a:lnTo>
                  <a:cubicBezTo>
                    <a:pt x="6244" y="1686"/>
                    <a:pt x="6617" y="1545"/>
                    <a:pt x="6992" y="1545"/>
                  </a:cubicBezTo>
                  <a:cubicBezTo>
                    <a:pt x="7346" y="1545"/>
                    <a:pt x="7702" y="1672"/>
                    <a:pt x="7983" y="1931"/>
                  </a:cubicBezTo>
                  <a:cubicBezTo>
                    <a:pt x="8561" y="2451"/>
                    <a:pt x="8618" y="3332"/>
                    <a:pt x="8142" y="3938"/>
                  </a:cubicBezTo>
                  <a:lnTo>
                    <a:pt x="9571" y="2509"/>
                  </a:lnTo>
                  <a:cubicBezTo>
                    <a:pt x="9658" y="1874"/>
                    <a:pt x="9528" y="1282"/>
                    <a:pt x="9124" y="878"/>
                  </a:cubicBezTo>
                  <a:cubicBezTo>
                    <a:pt x="8539" y="293"/>
                    <a:pt x="7770" y="1"/>
                    <a:pt x="7002"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0" name="Google Shape;15330;p67"/>
            <p:cNvSpPr/>
            <p:nvPr/>
          </p:nvSpPr>
          <p:spPr>
            <a:xfrm>
              <a:off x="5776784" y="1764775"/>
              <a:ext cx="39375" cy="23882"/>
            </a:xfrm>
            <a:custGeom>
              <a:avLst/>
              <a:gdLst/>
              <a:ahLst/>
              <a:cxnLst/>
              <a:rect l="l" t="t" r="r" b="b"/>
              <a:pathLst>
                <a:path w="1502" h="911" extrusionOk="0">
                  <a:moveTo>
                    <a:pt x="693" y="1"/>
                  </a:moveTo>
                  <a:lnTo>
                    <a:pt x="0" y="694"/>
                  </a:lnTo>
                  <a:cubicBezTo>
                    <a:pt x="231" y="780"/>
                    <a:pt x="462" y="852"/>
                    <a:pt x="693" y="910"/>
                  </a:cubicBezTo>
                  <a:lnTo>
                    <a:pt x="1502" y="116"/>
                  </a:lnTo>
                  <a:cubicBezTo>
                    <a:pt x="1227" y="102"/>
                    <a:pt x="953" y="73"/>
                    <a:pt x="693" y="1"/>
                  </a:cubicBezTo>
                  <a:close/>
                </a:path>
              </a:pathLst>
            </a:custGeom>
            <a:solidFill>
              <a:srgbClr val="788D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31" name="Google Shape;15331;p67"/>
          <p:cNvGrpSpPr/>
          <p:nvPr/>
        </p:nvGrpSpPr>
        <p:grpSpPr>
          <a:xfrm>
            <a:off x="6064315" y="1527136"/>
            <a:ext cx="401902" cy="323965"/>
            <a:chOff x="6089372" y="1527136"/>
            <a:chExt cx="401902" cy="323965"/>
          </a:xfrm>
        </p:grpSpPr>
        <p:sp>
          <p:nvSpPr>
            <p:cNvPr id="15332" name="Google Shape;15332;p67"/>
            <p:cNvSpPr/>
            <p:nvPr/>
          </p:nvSpPr>
          <p:spPr>
            <a:xfrm>
              <a:off x="6089372" y="1552853"/>
              <a:ext cx="401902" cy="298248"/>
            </a:xfrm>
            <a:custGeom>
              <a:avLst/>
              <a:gdLst/>
              <a:ahLst/>
              <a:cxnLst/>
              <a:rect l="l" t="t" r="r" b="b"/>
              <a:pathLst>
                <a:path w="15331" h="11377" extrusionOk="0">
                  <a:moveTo>
                    <a:pt x="736" y="1"/>
                  </a:moveTo>
                  <a:cubicBezTo>
                    <a:pt x="332" y="1"/>
                    <a:pt x="0" y="333"/>
                    <a:pt x="0" y="752"/>
                  </a:cubicBezTo>
                  <a:lnTo>
                    <a:pt x="0" y="10640"/>
                  </a:lnTo>
                  <a:cubicBezTo>
                    <a:pt x="0" y="11044"/>
                    <a:pt x="332" y="11376"/>
                    <a:pt x="736" y="11376"/>
                  </a:cubicBezTo>
                  <a:lnTo>
                    <a:pt x="14594" y="11376"/>
                  </a:lnTo>
                  <a:cubicBezTo>
                    <a:pt x="14999" y="11376"/>
                    <a:pt x="15331" y="11044"/>
                    <a:pt x="15331" y="10640"/>
                  </a:cubicBezTo>
                  <a:lnTo>
                    <a:pt x="15331" y="752"/>
                  </a:lnTo>
                  <a:cubicBezTo>
                    <a:pt x="15331" y="333"/>
                    <a:pt x="14999" y="1"/>
                    <a:pt x="14594"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3" name="Google Shape;15333;p67"/>
            <p:cNvSpPr/>
            <p:nvPr/>
          </p:nvSpPr>
          <p:spPr>
            <a:xfrm>
              <a:off x="6089372" y="1552853"/>
              <a:ext cx="401902" cy="39008"/>
            </a:xfrm>
            <a:custGeom>
              <a:avLst/>
              <a:gdLst/>
              <a:ahLst/>
              <a:cxnLst/>
              <a:rect l="l" t="t" r="r" b="b"/>
              <a:pathLst>
                <a:path w="15331" h="1488" extrusionOk="0">
                  <a:moveTo>
                    <a:pt x="736" y="1"/>
                  </a:moveTo>
                  <a:cubicBezTo>
                    <a:pt x="332" y="1"/>
                    <a:pt x="0" y="333"/>
                    <a:pt x="0" y="752"/>
                  </a:cubicBezTo>
                  <a:lnTo>
                    <a:pt x="0" y="1488"/>
                  </a:lnTo>
                  <a:lnTo>
                    <a:pt x="15331" y="1488"/>
                  </a:lnTo>
                  <a:lnTo>
                    <a:pt x="15331" y="752"/>
                  </a:lnTo>
                  <a:cubicBezTo>
                    <a:pt x="15331" y="333"/>
                    <a:pt x="14999" y="1"/>
                    <a:pt x="14594"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4" name="Google Shape;15334;p67"/>
            <p:cNvSpPr/>
            <p:nvPr/>
          </p:nvSpPr>
          <p:spPr>
            <a:xfrm>
              <a:off x="6115089" y="1552853"/>
              <a:ext cx="51879" cy="26136"/>
            </a:xfrm>
            <a:custGeom>
              <a:avLst/>
              <a:gdLst/>
              <a:ahLst/>
              <a:cxnLst/>
              <a:rect l="l" t="t" r="r" b="b"/>
              <a:pathLst>
                <a:path w="1979" h="997" extrusionOk="0">
                  <a:moveTo>
                    <a:pt x="1" y="1"/>
                  </a:moveTo>
                  <a:lnTo>
                    <a:pt x="1" y="246"/>
                  </a:lnTo>
                  <a:cubicBezTo>
                    <a:pt x="1" y="665"/>
                    <a:pt x="333" y="997"/>
                    <a:pt x="751" y="997"/>
                  </a:cubicBezTo>
                  <a:lnTo>
                    <a:pt x="1242" y="997"/>
                  </a:lnTo>
                  <a:cubicBezTo>
                    <a:pt x="1646" y="997"/>
                    <a:pt x="1978" y="665"/>
                    <a:pt x="1978" y="246"/>
                  </a:cubicBezTo>
                  <a:lnTo>
                    <a:pt x="197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5" name="Google Shape;15335;p67"/>
            <p:cNvSpPr/>
            <p:nvPr/>
          </p:nvSpPr>
          <p:spPr>
            <a:xfrm>
              <a:off x="6413285" y="1552853"/>
              <a:ext cx="52246" cy="26136"/>
            </a:xfrm>
            <a:custGeom>
              <a:avLst/>
              <a:gdLst/>
              <a:ahLst/>
              <a:cxnLst/>
              <a:rect l="l" t="t" r="r" b="b"/>
              <a:pathLst>
                <a:path w="1993" h="997" extrusionOk="0">
                  <a:moveTo>
                    <a:pt x="1" y="1"/>
                  </a:moveTo>
                  <a:lnTo>
                    <a:pt x="1" y="246"/>
                  </a:lnTo>
                  <a:cubicBezTo>
                    <a:pt x="1" y="665"/>
                    <a:pt x="333" y="997"/>
                    <a:pt x="751" y="997"/>
                  </a:cubicBezTo>
                  <a:lnTo>
                    <a:pt x="1242" y="997"/>
                  </a:lnTo>
                  <a:cubicBezTo>
                    <a:pt x="1646" y="997"/>
                    <a:pt x="1993" y="665"/>
                    <a:pt x="1993" y="246"/>
                  </a:cubicBezTo>
                  <a:lnTo>
                    <a:pt x="1993"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6" name="Google Shape;15336;p67"/>
            <p:cNvSpPr/>
            <p:nvPr/>
          </p:nvSpPr>
          <p:spPr>
            <a:xfrm>
              <a:off x="6128328" y="1527136"/>
              <a:ext cx="25769" cy="39008"/>
            </a:xfrm>
            <a:custGeom>
              <a:avLst/>
              <a:gdLst/>
              <a:ahLst/>
              <a:cxnLst/>
              <a:rect l="l" t="t" r="r" b="b"/>
              <a:pathLst>
                <a:path w="983" h="1488" extrusionOk="0">
                  <a:moveTo>
                    <a:pt x="246" y="0"/>
                  </a:moveTo>
                  <a:cubicBezTo>
                    <a:pt x="102" y="0"/>
                    <a:pt x="1" y="101"/>
                    <a:pt x="1" y="246"/>
                  </a:cubicBezTo>
                  <a:lnTo>
                    <a:pt x="1" y="1242"/>
                  </a:lnTo>
                  <a:cubicBezTo>
                    <a:pt x="1" y="1372"/>
                    <a:pt x="102" y="1487"/>
                    <a:pt x="246" y="1487"/>
                  </a:cubicBezTo>
                  <a:lnTo>
                    <a:pt x="737" y="1487"/>
                  </a:lnTo>
                  <a:cubicBezTo>
                    <a:pt x="882" y="1487"/>
                    <a:pt x="983" y="1372"/>
                    <a:pt x="983" y="1227"/>
                  </a:cubicBezTo>
                  <a:lnTo>
                    <a:pt x="983" y="246"/>
                  </a:lnTo>
                  <a:cubicBezTo>
                    <a:pt x="983" y="101"/>
                    <a:pt x="867" y="0"/>
                    <a:pt x="737"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7" name="Google Shape;15337;p67"/>
            <p:cNvSpPr/>
            <p:nvPr/>
          </p:nvSpPr>
          <p:spPr>
            <a:xfrm>
              <a:off x="6128328" y="1527136"/>
              <a:ext cx="26136" cy="19320"/>
            </a:xfrm>
            <a:custGeom>
              <a:avLst/>
              <a:gdLst/>
              <a:ahLst/>
              <a:cxnLst/>
              <a:rect l="l" t="t" r="r" b="b"/>
              <a:pathLst>
                <a:path w="997" h="737" extrusionOk="0">
                  <a:moveTo>
                    <a:pt x="246" y="0"/>
                  </a:moveTo>
                  <a:cubicBezTo>
                    <a:pt x="116" y="0"/>
                    <a:pt x="1" y="101"/>
                    <a:pt x="1" y="246"/>
                  </a:cubicBezTo>
                  <a:lnTo>
                    <a:pt x="1" y="491"/>
                  </a:lnTo>
                  <a:cubicBezTo>
                    <a:pt x="1" y="621"/>
                    <a:pt x="102" y="737"/>
                    <a:pt x="246" y="737"/>
                  </a:cubicBezTo>
                  <a:lnTo>
                    <a:pt x="737" y="737"/>
                  </a:lnTo>
                  <a:cubicBezTo>
                    <a:pt x="882" y="737"/>
                    <a:pt x="997" y="621"/>
                    <a:pt x="983" y="491"/>
                  </a:cubicBezTo>
                  <a:lnTo>
                    <a:pt x="983" y="246"/>
                  </a:lnTo>
                  <a:cubicBezTo>
                    <a:pt x="983" y="101"/>
                    <a:pt x="882" y="0"/>
                    <a:pt x="737"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8" name="Google Shape;15338;p67"/>
            <p:cNvSpPr/>
            <p:nvPr/>
          </p:nvSpPr>
          <p:spPr>
            <a:xfrm>
              <a:off x="6426549" y="1527136"/>
              <a:ext cx="26136" cy="39008"/>
            </a:xfrm>
            <a:custGeom>
              <a:avLst/>
              <a:gdLst/>
              <a:ahLst/>
              <a:cxnLst/>
              <a:rect l="l" t="t" r="r" b="b"/>
              <a:pathLst>
                <a:path w="997" h="1488" extrusionOk="0">
                  <a:moveTo>
                    <a:pt x="245" y="0"/>
                  </a:moveTo>
                  <a:cubicBezTo>
                    <a:pt x="116" y="0"/>
                    <a:pt x="0" y="101"/>
                    <a:pt x="0" y="246"/>
                  </a:cubicBezTo>
                  <a:lnTo>
                    <a:pt x="0" y="1242"/>
                  </a:lnTo>
                  <a:cubicBezTo>
                    <a:pt x="0" y="1372"/>
                    <a:pt x="116" y="1487"/>
                    <a:pt x="245" y="1487"/>
                  </a:cubicBezTo>
                  <a:lnTo>
                    <a:pt x="736" y="1487"/>
                  </a:lnTo>
                  <a:cubicBezTo>
                    <a:pt x="881" y="1487"/>
                    <a:pt x="996" y="1372"/>
                    <a:pt x="982" y="1227"/>
                  </a:cubicBezTo>
                  <a:lnTo>
                    <a:pt x="982" y="246"/>
                  </a:lnTo>
                  <a:cubicBezTo>
                    <a:pt x="982" y="101"/>
                    <a:pt x="881" y="0"/>
                    <a:pt x="736"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9" name="Google Shape;15339;p67"/>
            <p:cNvSpPr/>
            <p:nvPr/>
          </p:nvSpPr>
          <p:spPr>
            <a:xfrm>
              <a:off x="6426156" y="1527136"/>
              <a:ext cx="26136" cy="19320"/>
            </a:xfrm>
            <a:custGeom>
              <a:avLst/>
              <a:gdLst/>
              <a:ahLst/>
              <a:cxnLst/>
              <a:rect l="l" t="t" r="r" b="b"/>
              <a:pathLst>
                <a:path w="997" h="737" extrusionOk="0">
                  <a:moveTo>
                    <a:pt x="260" y="0"/>
                  </a:moveTo>
                  <a:cubicBezTo>
                    <a:pt x="116" y="0"/>
                    <a:pt x="15" y="101"/>
                    <a:pt x="15" y="246"/>
                  </a:cubicBezTo>
                  <a:lnTo>
                    <a:pt x="15" y="491"/>
                  </a:lnTo>
                  <a:cubicBezTo>
                    <a:pt x="1" y="621"/>
                    <a:pt x="116" y="737"/>
                    <a:pt x="260" y="737"/>
                  </a:cubicBezTo>
                  <a:lnTo>
                    <a:pt x="751" y="737"/>
                  </a:lnTo>
                  <a:cubicBezTo>
                    <a:pt x="896" y="737"/>
                    <a:pt x="997" y="621"/>
                    <a:pt x="997" y="491"/>
                  </a:cubicBezTo>
                  <a:lnTo>
                    <a:pt x="997" y="246"/>
                  </a:lnTo>
                  <a:cubicBezTo>
                    <a:pt x="997" y="101"/>
                    <a:pt x="881" y="0"/>
                    <a:pt x="751"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0" name="Google Shape;15340;p67"/>
            <p:cNvSpPr/>
            <p:nvPr/>
          </p:nvSpPr>
          <p:spPr>
            <a:xfrm>
              <a:off x="6089372" y="1591835"/>
              <a:ext cx="401902" cy="12898"/>
            </a:xfrm>
            <a:custGeom>
              <a:avLst/>
              <a:gdLst/>
              <a:ahLst/>
              <a:cxnLst/>
              <a:rect l="l" t="t" r="r" b="b"/>
              <a:pathLst>
                <a:path w="15331" h="492" extrusionOk="0">
                  <a:moveTo>
                    <a:pt x="0" y="1"/>
                  </a:moveTo>
                  <a:lnTo>
                    <a:pt x="0" y="492"/>
                  </a:lnTo>
                  <a:lnTo>
                    <a:pt x="15331" y="492"/>
                  </a:lnTo>
                  <a:lnTo>
                    <a:pt x="15331" y="1"/>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1" name="Google Shape;15341;p67"/>
            <p:cNvSpPr/>
            <p:nvPr/>
          </p:nvSpPr>
          <p:spPr>
            <a:xfrm>
              <a:off x="6128328" y="1630450"/>
              <a:ext cx="51879" cy="26136"/>
            </a:xfrm>
            <a:custGeom>
              <a:avLst/>
              <a:gdLst/>
              <a:ahLst/>
              <a:cxnLst/>
              <a:rect l="l" t="t" r="r" b="b"/>
              <a:pathLst>
                <a:path w="1979" h="997" extrusionOk="0">
                  <a:moveTo>
                    <a:pt x="246" y="0"/>
                  </a:moveTo>
                  <a:cubicBezTo>
                    <a:pt x="102" y="0"/>
                    <a:pt x="1" y="116"/>
                    <a:pt x="1" y="260"/>
                  </a:cubicBezTo>
                  <a:lnTo>
                    <a:pt x="1" y="751"/>
                  </a:lnTo>
                  <a:cubicBezTo>
                    <a:pt x="1" y="895"/>
                    <a:pt x="102" y="996"/>
                    <a:pt x="246" y="996"/>
                  </a:cubicBezTo>
                  <a:lnTo>
                    <a:pt x="1733" y="996"/>
                  </a:lnTo>
                  <a:cubicBezTo>
                    <a:pt x="1863" y="996"/>
                    <a:pt x="1979" y="881"/>
                    <a:pt x="1964" y="751"/>
                  </a:cubicBezTo>
                  <a:lnTo>
                    <a:pt x="1964" y="260"/>
                  </a:lnTo>
                  <a:cubicBezTo>
                    <a:pt x="1964" y="116"/>
                    <a:pt x="1863" y="0"/>
                    <a:pt x="171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2" name="Google Shape;15342;p67"/>
            <p:cNvSpPr/>
            <p:nvPr/>
          </p:nvSpPr>
          <p:spPr>
            <a:xfrm>
              <a:off x="6128328" y="1682670"/>
              <a:ext cx="51879" cy="25743"/>
            </a:xfrm>
            <a:custGeom>
              <a:avLst/>
              <a:gdLst/>
              <a:ahLst/>
              <a:cxnLst/>
              <a:rect l="l" t="t" r="r" b="b"/>
              <a:pathLst>
                <a:path w="1979" h="982" extrusionOk="0">
                  <a:moveTo>
                    <a:pt x="246" y="0"/>
                  </a:moveTo>
                  <a:cubicBezTo>
                    <a:pt x="102" y="0"/>
                    <a:pt x="1" y="116"/>
                    <a:pt x="1" y="246"/>
                  </a:cubicBezTo>
                  <a:lnTo>
                    <a:pt x="1" y="736"/>
                  </a:lnTo>
                  <a:cubicBezTo>
                    <a:pt x="1" y="881"/>
                    <a:pt x="102" y="982"/>
                    <a:pt x="246" y="982"/>
                  </a:cubicBezTo>
                  <a:lnTo>
                    <a:pt x="1733" y="982"/>
                  </a:lnTo>
                  <a:cubicBezTo>
                    <a:pt x="1863" y="982"/>
                    <a:pt x="1979" y="881"/>
                    <a:pt x="1964" y="736"/>
                  </a:cubicBezTo>
                  <a:lnTo>
                    <a:pt x="1964" y="246"/>
                  </a:lnTo>
                  <a:cubicBezTo>
                    <a:pt x="1964" y="116"/>
                    <a:pt x="1863" y="0"/>
                    <a:pt x="171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3" name="Google Shape;15343;p67"/>
            <p:cNvSpPr/>
            <p:nvPr/>
          </p:nvSpPr>
          <p:spPr>
            <a:xfrm>
              <a:off x="6128328" y="1734497"/>
              <a:ext cx="51512" cy="26136"/>
            </a:xfrm>
            <a:custGeom>
              <a:avLst/>
              <a:gdLst/>
              <a:ahLst/>
              <a:cxnLst/>
              <a:rect l="l" t="t" r="r" b="b"/>
              <a:pathLst>
                <a:path w="1965" h="997" extrusionOk="0">
                  <a:moveTo>
                    <a:pt x="246" y="1"/>
                  </a:moveTo>
                  <a:cubicBezTo>
                    <a:pt x="102" y="1"/>
                    <a:pt x="1" y="116"/>
                    <a:pt x="1" y="261"/>
                  </a:cubicBezTo>
                  <a:lnTo>
                    <a:pt x="1" y="737"/>
                  </a:lnTo>
                  <a:cubicBezTo>
                    <a:pt x="1" y="881"/>
                    <a:pt x="102" y="997"/>
                    <a:pt x="246" y="997"/>
                  </a:cubicBezTo>
                  <a:lnTo>
                    <a:pt x="1733" y="997"/>
                  </a:lnTo>
                  <a:cubicBezTo>
                    <a:pt x="1863" y="983"/>
                    <a:pt x="1964" y="881"/>
                    <a:pt x="1964" y="752"/>
                  </a:cubicBezTo>
                  <a:lnTo>
                    <a:pt x="1964" y="261"/>
                  </a:lnTo>
                  <a:cubicBezTo>
                    <a:pt x="1964" y="116"/>
                    <a:pt x="1863" y="1"/>
                    <a:pt x="171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4" name="Google Shape;15344;p67"/>
            <p:cNvSpPr/>
            <p:nvPr/>
          </p:nvSpPr>
          <p:spPr>
            <a:xfrm>
              <a:off x="6219163" y="1734497"/>
              <a:ext cx="51486" cy="26136"/>
            </a:xfrm>
            <a:custGeom>
              <a:avLst/>
              <a:gdLst/>
              <a:ahLst/>
              <a:cxnLst/>
              <a:rect l="l" t="t" r="r" b="b"/>
              <a:pathLst>
                <a:path w="1964" h="997" extrusionOk="0">
                  <a:moveTo>
                    <a:pt x="246" y="1"/>
                  </a:moveTo>
                  <a:cubicBezTo>
                    <a:pt x="102" y="1"/>
                    <a:pt x="0" y="116"/>
                    <a:pt x="0" y="261"/>
                  </a:cubicBezTo>
                  <a:lnTo>
                    <a:pt x="0" y="737"/>
                  </a:lnTo>
                  <a:cubicBezTo>
                    <a:pt x="0" y="881"/>
                    <a:pt x="102" y="997"/>
                    <a:pt x="246" y="997"/>
                  </a:cubicBezTo>
                  <a:lnTo>
                    <a:pt x="1718" y="997"/>
                  </a:lnTo>
                  <a:cubicBezTo>
                    <a:pt x="1863" y="997"/>
                    <a:pt x="1964" y="881"/>
                    <a:pt x="1964" y="752"/>
                  </a:cubicBezTo>
                  <a:lnTo>
                    <a:pt x="1964" y="261"/>
                  </a:lnTo>
                  <a:cubicBezTo>
                    <a:pt x="1964" y="116"/>
                    <a:pt x="1863" y="1"/>
                    <a:pt x="17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5" name="Google Shape;15345;p67"/>
            <p:cNvSpPr/>
            <p:nvPr/>
          </p:nvSpPr>
          <p:spPr>
            <a:xfrm>
              <a:off x="6309604" y="1734497"/>
              <a:ext cx="51879" cy="26136"/>
            </a:xfrm>
            <a:custGeom>
              <a:avLst/>
              <a:gdLst/>
              <a:ahLst/>
              <a:cxnLst/>
              <a:rect l="l" t="t" r="r" b="b"/>
              <a:pathLst>
                <a:path w="1979" h="997" extrusionOk="0">
                  <a:moveTo>
                    <a:pt x="260" y="1"/>
                  </a:moveTo>
                  <a:cubicBezTo>
                    <a:pt x="116" y="1"/>
                    <a:pt x="1" y="116"/>
                    <a:pt x="1" y="261"/>
                  </a:cubicBezTo>
                  <a:lnTo>
                    <a:pt x="1" y="737"/>
                  </a:lnTo>
                  <a:cubicBezTo>
                    <a:pt x="1" y="881"/>
                    <a:pt x="116" y="997"/>
                    <a:pt x="260" y="997"/>
                  </a:cubicBezTo>
                  <a:lnTo>
                    <a:pt x="1733" y="997"/>
                  </a:lnTo>
                  <a:cubicBezTo>
                    <a:pt x="1877" y="997"/>
                    <a:pt x="1978" y="881"/>
                    <a:pt x="1978" y="752"/>
                  </a:cubicBezTo>
                  <a:lnTo>
                    <a:pt x="1978" y="261"/>
                  </a:lnTo>
                  <a:cubicBezTo>
                    <a:pt x="1978" y="116"/>
                    <a:pt x="1877" y="1"/>
                    <a:pt x="17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6" name="Google Shape;15346;p67"/>
            <p:cNvSpPr/>
            <p:nvPr/>
          </p:nvSpPr>
          <p:spPr>
            <a:xfrm>
              <a:off x="6219163" y="1682670"/>
              <a:ext cx="51486" cy="25743"/>
            </a:xfrm>
            <a:custGeom>
              <a:avLst/>
              <a:gdLst/>
              <a:ahLst/>
              <a:cxnLst/>
              <a:rect l="l" t="t" r="r" b="b"/>
              <a:pathLst>
                <a:path w="1964" h="982" extrusionOk="0">
                  <a:moveTo>
                    <a:pt x="246" y="0"/>
                  </a:moveTo>
                  <a:cubicBezTo>
                    <a:pt x="102" y="0"/>
                    <a:pt x="0" y="116"/>
                    <a:pt x="0" y="246"/>
                  </a:cubicBezTo>
                  <a:lnTo>
                    <a:pt x="0" y="736"/>
                  </a:lnTo>
                  <a:cubicBezTo>
                    <a:pt x="0" y="881"/>
                    <a:pt x="102" y="982"/>
                    <a:pt x="246" y="982"/>
                  </a:cubicBezTo>
                  <a:lnTo>
                    <a:pt x="1718" y="982"/>
                  </a:lnTo>
                  <a:cubicBezTo>
                    <a:pt x="1863" y="982"/>
                    <a:pt x="1964" y="881"/>
                    <a:pt x="1964" y="736"/>
                  </a:cubicBezTo>
                  <a:lnTo>
                    <a:pt x="1964" y="246"/>
                  </a:lnTo>
                  <a:cubicBezTo>
                    <a:pt x="1964" y="116"/>
                    <a:pt x="1863" y="0"/>
                    <a:pt x="17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7" name="Google Shape;15347;p67"/>
            <p:cNvSpPr/>
            <p:nvPr/>
          </p:nvSpPr>
          <p:spPr>
            <a:xfrm>
              <a:off x="6128328" y="1786350"/>
              <a:ext cx="51512" cy="25769"/>
            </a:xfrm>
            <a:custGeom>
              <a:avLst/>
              <a:gdLst/>
              <a:ahLst/>
              <a:cxnLst/>
              <a:rect l="l" t="t" r="r" b="b"/>
              <a:pathLst>
                <a:path w="1965" h="983" extrusionOk="0">
                  <a:moveTo>
                    <a:pt x="246" y="1"/>
                  </a:moveTo>
                  <a:cubicBezTo>
                    <a:pt x="102" y="1"/>
                    <a:pt x="1" y="116"/>
                    <a:pt x="1" y="246"/>
                  </a:cubicBezTo>
                  <a:lnTo>
                    <a:pt x="1" y="737"/>
                  </a:lnTo>
                  <a:cubicBezTo>
                    <a:pt x="1" y="867"/>
                    <a:pt x="102" y="982"/>
                    <a:pt x="246" y="982"/>
                  </a:cubicBezTo>
                  <a:lnTo>
                    <a:pt x="1733" y="982"/>
                  </a:lnTo>
                  <a:cubicBezTo>
                    <a:pt x="1863" y="982"/>
                    <a:pt x="1964" y="881"/>
                    <a:pt x="1964" y="737"/>
                  </a:cubicBezTo>
                  <a:lnTo>
                    <a:pt x="1964" y="246"/>
                  </a:lnTo>
                  <a:cubicBezTo>
                    <a:pt x="1964" y="116"/>
                    <a:pt x="1863" y="1"/>
                    <a:pt x="171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8" name="Google Shape;15348;p67"/>
            <p:cNvSpPr/>
            <p:nvPr/>
          </p:nvSpPr>
          <p:spPr>
            <a:xfrm>
              <a:off x="6219163" y="1630450"/>
              <a:ext cx="51879" cy="26136"/>
            </a:xfrm>
            <a:custGeom>
              <a:avLst/>
              <a:gdLst/>
              <a:ahLst/>
              <a:cxnLst/>
              <a:rect l="l" t="t" r="r" b="b"/>
              <a:pathLst>
                <a:path w="1979" h="997" extrusionOk="0">
                  <a:moveTo>
                    <a:pt x="246" y="0"/>
                  </a:moveTo>
                  <a:cubicBezTo>
                    <a:pt x="102" y="0"/>
                    <a:pt x="0" y="116"/>
                    <a:pt x="0" y="260"/>
                  </a:cubicBezTo>
                  <a:lnTo>
                    <a:pt x="0" y="751"/>
                  </a:lnTo>
                  <a:cubicBezTo>
                    <a:pt x="0" y="895"/>
                    <a:pt x="102" y="996"/>
                    <a:pt x="246" y="996"/>
                  </a:cubicBezTo>
                  <a:lnTo>
                    <a:pt x="1718" y="996"/>
                  </a:lnTo>
                  <a:cubicBezTo>
                    <a:pt x="1863" y="996"/>
                    <a:pt x="1978" y="881"/>
                    <a:pt x="1964" y="751"/>
                  </a:cubicBezTo>
                  <a:lnTo>
                    <a:pt x="1964" y="260"/>
                  </a:lnTo>
                  <a:cubicBezTo>
                    <a:pt x="1964" y="116"/>
                    <a:pt x="1863" y="0"/>
                    <a:pt x="171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9" name="Google Shape;15349;p67"/>
            <p:cNvSpPr/>
            <p:nvPr/>
          </p:nvSpPr>
          <p:spPr>
            <a:xfrm>
              <a:off x="6219163" y="1786350"/>
              <a:ext cx="51486" cy="25769"/>
            </a:xfrm>
            <a:custGeom>
              <a:avLst/>
              <a:gdLst/>
              <a:ahLst/>
              <a:cxnLst/>
              <a:rect l="l" t="t" r="r" b="b"/>
              <a:pathLst>
                <a:path w="1964" h="983" extrusionOk="0">
                  <a:moveTo>
                    <a:pt x="246" y="1"/>
                  </a:moveTo>
                  <a:cubicBezTo>
                    <a:pt x="102" y="1"/>
                    <a:pt x="0" y="116"/>
                    <a:pt x="0" y="246"/>
                  </a:cubicBezTo>
                  <a:lnTo>
                    <a:pt x="0" y="737"/>
                  </a:lnTo>
                  <a:cubicBezTo>
                    <a:pt x="0" y="867"/>
                    <a:pt x="102" y="982"/>
                    <a:pt x="246" y="982"/>
                  </a:cubicBezTo>
                  <a:lnTo>
                    <a:pt x="1718" y="982"/>
                  </a:lnTo>
                  <a:cubicBezTo>
                    <a:pt x="1863" y="982"/>
                    <a:pt x="1964" y="881"/>
                    <a:pt x="1964" y="737"/>
                  </a:cubicBezTo>
                  <a:lnTo>
                    <a:pt x="1964" y="246"/>
                  </a:lnTo>
                  <a:cubicBezTo>
                    <a:pt x="1964" y="116"/>
                    <a:pt x="1863" y="1"/>
                    <a:pt x="171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0" name="Google Shape;15350;p67"/>
            <p:cNvSpPr/>
            <p:nvPr/>
          </p:nvSpPr>
          <p:spPr>
            <a:xfrm>
              <a:off x="6400439" y="1734497"/>
              <a:ext cx="51853" cy="26136"/>
            </a:xfrm>
            <a:custGeom>
              <a:avLst/>
              <a:gdLst/>
              <a:ahLst/>
              <a:cxnLst/>
              <a:rect l="l" t="t" r="r" b="b"/>
              <a:pathLst>
                <a:path w="1978" h="997" extrusionOk="0">
                  <a:moveTo>
                    <a:pt x="260" y="1"/>
                  </a:moveTo>
                  <a:cubicBezTo>
                    <a:pt x="116" y="1"/>
                    <a:pt x="0" y="116"/>
                    <a:pt x="0" y="261"/>
                  </a:cubicBezTo>
                  <a:lnTo>
                    <a:pt x="0" y="737"/>
                  </a:lnTo>
                  <a:cubicBezTo>
                    <a:pt x="0" y="881"/>
                    <a:pt x="116" y="997"/>
                    <a:pt x="260" y="997"/>
                  </a:cubicBezTo>
                  <a:lnTo>
                    <a:pt x="1732" y="997"/>
                  </a:lnTo>
                  <a:cubicBezTo>
                    <a:pt x="1877" y="997"/>
                    <a:pt x="1978" y="881"/>
                    <a:pt x="1978" y="752"/>
                  </a:cubicBezTo>
                  <a:lnTo>
                    <a:pt x="1978" y="261"/>
                  </a:lnTo>
                  <a:cubicBezTo>
                    <a:pt x="1978" y="116"/>
                    <a:pt x="1877" y="1"/>
                    <a:pt x="173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1" name="Google Shape;15351;p67"/>
            <p:cNvSpPr/>
            <p:nvPr/>
          </p:nvSpPr>
          <p:spPr>
            <a:xfrm>
              <a:off x="6400439" y="1630450"/>
              <a:ext cx="52246" cy="26136"/>
            </a:xfrm>
            <a:custGeom>
              <a:avLst/>
              <a:gdLst/>
              <a:ahLst/>
              <a:cxnLst/>
              <a:rect l="l" t="t" r="r" b="b"/>
              <a:pathLst>
                <a:path w="1993" h="997" extrusionOk="0">
                  <a:moveTo>
                    <a:pt x="260" y="0"/>
                  </a:moveTo>
                  <a:cubicBezTo>
                    <a:pt x="116" y="0"/>
                    <a:pt x="0" y="116"/>
                    <a:pt x="0" y="260"/>
                  </a:cubicBezTo>
                  <a:lnTo>
                    <a:pt x="0" y="751"/>
                  </a:lnTo>
                  <a:cubicBezTo>
                    <a:pt x="0" y="895"/>
                    <a:pt x="116" y="996"/>
                    <a:pt x="260" y="996"/>
                  </a:cubicBezTo>
                  <a:lnTo>
                    <a:pt x="1732" y="996"/>
                  </a:lnTo>
                  <a:cubicBezTo>
                    <a:pt x="1877" y="996"/>
                    <a:pt x="1992" y="881"/>
                    <a:pt x="1978" y="751"/>
                  </a:cubicBezTo>
                  <a:lnTo>
                    <a:pt x="1978" y="260"/>
                  </a:lnTo>
                  <a:cubicBezTo>
                    <a:pt x="1978" y="116"/>
                    <a:pt x="1877" y="0"/>
                    <a:pt x="173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2" name="Google Shape;15352;p67"/>
            <p:cNvSpPr/>
            <p:nvPr/>
          </p:nvSpPr>
          <p:spPr>
            <a:xfrm>
              <a:off x="6400439" y="1786350"/>
              <a:ext cx="51853" cy="25769"/>
            </a:xfrm>
            <a:custGeom>
              <a:avLst/>
              <a:gdLst/>
              <a:ahLst/>
              <a:cxnLst/>
              <a:rect l="l" t="t" r="r" b="b"/>
              <a:pathLst>
                <a:path w="1978" h="983" extrusionOk="0">
                  <a:moveTo>
                    <a:pt x="260" y="1"/>
                  </a:moveTo>
                  <a:cubicBezTo>
                    <a:pt x="116" y="1"/>
                    <a:pt x="0" y="116"/>
                    <a:pt x="0" y="246"/>
                  </a:cubicBezTo>
                  <a:lnTo>
                    <a:pt x="0" y="737"/>
                  </a:lnTo>
                  <a:cubicBezTo>
                    <a:pt x="0" y="867"/>
                    <a:pt x="116" y="982"/>
                    <a:pt x="260" y="982"/>
                  </a:cubicBezTo>
                  <a:lnTo>
                    <a:pt x="1732" y="982"/>
                  </a:lnTo>
                  <a:cubicBezTo>
                    <a:pt x="1877" y="982"/>
                    <a:pt x="1978" y="881"/>
                    <a:pt x="1978" y="737"/>
                  </a:cubicBezTo>
                  <a:lnTo>
                    <a:pt x="1978" y="246"/>
                  </a:lnTo>
                  <a:cubicBezTo>
                    <a:pt x="1978" y="116"/>
                    <a:pt x="1877" y="1"/>
                    <a:pt x="173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3" name="Google Shape;15353;p67"/>
            <p:cNvSpPr/>
            <p:nvPr/>
          </p:nvSpPr>
          <p:spPr>
            <a:xfrm>
              <a:off x="6309604" y="1682670"/>
              <a:ext cx="51879" cy="25743"/>
            </a:xfrm>
            <a:custGeom>
              <a:avLst/>
              <a:gdLst/>
              <a:ahLst/>
              <a:cxnLst/>
              <a:rect l="l" t="t" r="r" b="b"/>
              <a:pathLst>
                <a:path w="1979" h="982" extrusionOk="0">
                  <a:moveTo>
                    <a:pt x="260" y="0"/>
                  </a:moveTo>
                  <a:cubicBezTo>
                    <a:pt x="116" y="0"/>
                    <a:pt x="1" y="116"/>
                    <a:pt x="1" y="246"/>
                  </a:cubicBezTo>
                  <a:lnTo>
                    <a:pt x="1" y="736"/>
                  </a:lnTo>
                  <a:cubicBezTo>
                    <a:pt x="1" y="881"/>
                    <a:pt x="116" y="982"/>
                    <a:pt x="260" y="982"/>
                  </a:cubicBezTo>
                  <a:lnTo>
                    <a:pt x="1733" y="982"/>
                  </a:lnTo>
                  <a:cubicBezTo>
                    <a:pt x="1877" y="982"/>
                    <a:pt x="1978" y="881"/>
                    <a:pt x="1978" y="736"/>
                  </a:cubicBezTo>
                  <a:lnTo>
                    <a:pt x="1978" y="246"/>
                  </a:lnTo>
                  <a:cubicBezTo>
                    <a:pt x="1978" y="116"/>
                    <a:pt x="1877" y="0"/>
                    <a:pt x="173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4" name="Google Shape;15354;p67"/>
            <p:cNvSpPr/>
            <p:nvPr/>
          </p:nvSpPr>
          <p:spPr>
            <a:xfrm>
              <a:off x="6309604" y="1630450"/>
              <a:ext cx="52246" cy="26136"/>
            </a:xfrm>
            <a:custGeom>
              <a:avLst/>
              <a:gdLst/>
              <a:ahLst/>
              <a:cxnLst/>
              <a:rect l="l" t="t" r="r" b="b"/>
              <a:pathLst>
                <a:path w="1993" h="997" extrusionOk="0">
                  <a:moveTo>
                    <a:pt x="260" y="0"/>
                  </a:moveTo>
                  <a:cubicBezTo>
                    <a:pt x="116" y="0"/>
                    <a:pt x="1" y="116"/>
                    <a:pt x="1" y="260"/>
                  </a:cubicBezTo>
                  <a:lnTo>
                    <a:pt x="1" y="751"/>
                  </a:lnTo>
                  <a:cubicBezTo>
                    <a:pt x="1" y="895"/>
                    <a:pt x="116" y="996"/>
                    <a:pt x="260" y="996"/>
                  </a:cubicBezTo>
                  <a:lnTo>
                    <a:pt x="1733" y="996"/>
                  </a:lnTo>
                  <a:cubicBezTo>
                    <a:pt x="1877" y="996"/>
                    <a:pt x="1993" y="881"/>
                    <a:pt x="1978" y="751"/>
                  </a:cubicBezTo>
                  <a:lnTo>
                    <a:pt x="1978" y="260"/>
                  </a:lnTo>
                  <a:cubicBezTo>
                    <a:pt x="1978" y="116"/>
                    <a:pt x="1877" y="0"/>
                    <a:pt x="173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5" name="Google Shape;15355;p67"/>
            <p:cNvSpPr/>
            <p:nvPr/>
          </p:nvSpPr>
          <p:spPr>
            <a:xfrm>
              <a:off x="6400439" y="1682670"/>
              <a:ext cx="51853" cy="25743"/>
            </a:xfrm>
            <a:custGeom>
              <a:avLst/>
              <a:gdLst/>
              <a:ahLst/>
              <a:cxnLst/>
              <a:rect l="l" t="t" r="r" b="b"/>
              <a:pathLst>
                <a:path w="1978" h="982" extrusionOk="0">
                  <a:moveTo>
                    <a:pt x="260" y="0"/>
                  </a:moveTo>
                  <a:cubicBezTo>
                    <a:pt x="116" y="0"/>
                    <a:pt x="0" y="116"/>
                    <a:pt x="0" y="246"/>
                  </a:cubicBezTo>
                  <a:lnTo>
                    <a:pt x="0" y="736"/>
                  </a:lnTo>
                  <a:cubicBezTo>
                    <a:pt x="0" y="881"/>
                    <a:pt x="116" y="982"/>
                    <a:pt x="260" y="982"/>
                  </a:cubicBezTo>
                  <a:lnTo>
                    <a:pt x="1732" y="982"/>
                  </a:lnTo>
                  <a:cubicBezTo>
                    <a:pt x="1877" y="982"/>
                    <a:pt x="1978" y="881"/>
                    <a:pt x="1978" y="736"/>
                  </a:cubicBezTo>
                  <a:lnTo>
                    <a:pt x="1978" y="246"/>
                  </a:lnTo>
                  <a:cubicBezTo>
                    <a:pt x="1978" y="116"/>
                    <a:pt x="1877" y="0"/>
                    <a:pt x="173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6" name="Google Shape;15356;p67"/>
            <p:cNvSpPr/>
            <p:nvPr/>
          </p:nvSpPr>
          <p:spPr>
            <a:xfrm>
              <a:off x="6309604" y="1786350"/>
              <a:ext cx="51879" cy="25769"/>
            </a:xfrm>
            <a:custGeom>
              <a:avLst/>
              <a:gdLst/>
              <a:ahLst/>
              <a:cxnLst/>
              <a:rect l="l" t="t" r="r" b="b"/>
              <a:pathLst>
                <a:path w="1979" h="983" extrusionOk="0">
                  <a:moveTo>
                    <a:pt x="260" y="1"/>
                  </a:moveTo>
                  <a:cubicBezTo>
                    <a:pt x="116" y="1"/>
                    <a:pt x="1" y="116"/>
                    <a:pt x="1" y="246"/>
                  </a:cubicBezTo>
                  <a:lnTo>
                    <a:pt x="1" y="737"/>
                  </a:lnTo>
                  <a:cubicBezTo>
                    <a:pt x="1" y="867"/>
                    <a:pt x="116" y="982"/>
                    <a:pt x="260" y="982"/>
                  </a:cubicBezTo>
                  <a:lnTo>
                    <a:pt x="1733" y="982"/>
                  </a:lnTo>
                  <a:cubicBezTo>
                    <a:pt x="1877" y="982"/>
                    <a:pt x="1978" y="881"/>
                    <a:pt x="1978" y="737"/>
                  </a:cubicBezTo>
                  <a:lnTo>
                    <a:pt x="1978" y="246"/>
                  </a:lnTo>
                  <a:cubicBezTo>
                    <a:pt x="1978" y="116"/>
                    <a:pt x="1877" y="1"/>
                    <a:pt x="173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7" name="Google Shape;15357;p67"/>
            <p:cNvSpPr/>
            <p:nvPr/>
          </p:nvSpPr>
          <p:spPr>
            <a:xfrm>
              <a:off x="6397661" y="1676116"/>
              <a:ext cx="57385" cy="39113"/>
            </a:xfrm>
            <a:custGeom>
              <a:avLst/>
              <a:gdLst/>
              <a:ahLst/>
              <a:cxnLst/>
              <a:rect l="l" t="t" r="r" b="b"/>
              <a:pathLst>
                <a:path w="2189" h="1492" extrusionOk="0">
                  <a:moveTo>
                    <a:pt x="1836" y="1"/>
                  </a:moveTo>
                  <a:cubicBezTo>
                    <a:pt x="1779" y="1"/>
                    <a:pt x="1719" y="23"/>
                    <a:pt x="1665" y="77"/>
                  </a:cubicBezTo>
                  <a:lnTo>
                    <a:pt x="842" y="885"/>
                  </a:lnTo>
                  <a:lnTo>
                    <a:pt x="525" y="568"/>
                  </a:lnTo>
                  <a:cubicBezTo>
                    <a:pt x="471" y="514"/>
                    <a:pt x="411" y="492"/>
                    <a:pt x="354" y="492"/>
                  </a:cubicBezTo>
                  <a:cubicBezTo>
                    <a:pt x="164" y="492"/>
                    <a:pt x="1" y="737"/>
                    <a:pt x="178" y="914"/>
                  </a:cubicBezTo>
                  <a:lnTo>
                    <a:pt x="669" y="1420"/>
                  </a:lnTo>
                  <a:cubicBezTo>
                    <a:pt x="712" y="1463"/>
                    <a:pt x="785" y="1492"/>
                    <a:pt x="857" y="1492"/>
                  </a:cubicBezTo>
                  <a:cubicBezTo>
                    <a:pt x="914" y="1477"/>
                    <a:pt x="972" y="1463"/>
                    <a:pt x="1015" y="1420"/>
                  </a:cubicBezTo>
                  <a:lnTo>
                    <a:pt x="2012" y="424"/>
                  </a:lnTo>
                  <a:cubicBezTo>
                    <a:pt x="2189" y="246"/>
                    <a:pt x="2026" y="1"/>
                    <a:pt x="1836"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8" name="Google Shape;15358;p67"/>
            <p:cNvSpPr/>
            <p:nvPr/>
          </p:nvSpPr>
          <p:spPr>
            <a:xfrm>
              <a:off x="6216017" y="1676116"/>
              <a:ext cx="57385" cy="39113"/>
            </a:xfrm>
            <a:custGeom>
              <a:avLst/>
              <a:gdLst/>
              <a:ahLst/>
              <a:cxnLst/>
              <a:rect l="l" t="t" r="r" b="b"/>
              <a:pathLst>
                <a:path w="2189" h="1492" extrusionOk="0">
                  <a:moveTo>
                    <a:pt x="1836" y="1"/>
                  </a:moveTo>
                  <a:cubicBezTo>
                    <a:pt x="1779" y="1"/>
                    <a:pt x="1719" y="23"/>
                    <a:pt x="1665" y="77"/>
                  </a:cubicBezTo>
                  <a:lnTo>
                    <a:pt x="857" y="885"/>
                  </a:lnTo>
                  <a:lnTo>
                    <a:pt x="525" y="568"/>
                  </a:lnTo>
                  <a:cubicBezTo>
                    <a:pt x="471" y="514"/>
                    <a:pt x="411" y="492"/>
                    <a:pt x="354" y="492"/>
                  </a:cubicBezTo>
                  <a:cubicBezTo>
                    <a:pt x="164" y="492"/>
                    <a:pt x="1" y="737"/>
                    <a:pt x="178" y="914"/>
                  </a:cubicBezTo>
                  <a:lnTo>
                    <a:pt x="669" y="1420"/>
                  </a:lnTo>
                  <a:cubicBezTo>
                    <a:pt x="727" y="1463"/>
                    <a:pt x="784" y="1492"/>
                    <a:pt x="857" y="1492"/>
                  </a:cubicBezTo>
                  <a:cubicBezTo>
                    <a:pt x="914" y="1477"/>
                    <a:pt x="972" y="1463"/>
                    <a:pt x="1030" y="1420"/>
                  </a:cubicBezTo>
                  <a:lnTo>
                    <a:pt x="2012" y="424"/>
                  </a:lnTo>
                  <a:cubicBezTo>
                    <a:pt x="2189" y="246"/>
                    <a:pt x="2026" y="1"/>
                    <a:pt x="1836"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9" name="Google Shape;15359;p67"/>
            <p:cNvSpPr/>
            <p:nvPr/>
          </p:nvSpPr>
          <p:spPr>
            <a:xfrm>
              <a:off x="6306852" y="1727969"/>
              <a:ext cx="57385" cy="39113"/>
            </a:xfrm>
            <a:custGeom>
              <a:avLst/>
              <a:gdLst/>
              <a:ahLst/>
              <a:cxnLst/>
              <a:rect l="l" t="t" r="r" b="b"/>
              <a:pathLst>
                <a:path w="2189" h="1492" extrusionOk="0">
                  <a:moveTo>
                    <a:pt x="1836" y="1"/>
                  </a:moveTo>
                  <a:cubicBezTo>
                    <a:pt x="1778" y="1"/>
                    <a:pt x="1718" y="23"/>
                    <a:pt x="1665" y="77"/>
                  </a:cubicBezTo>
                  <a:lnTo>
                    <a:pt x="842" y="885"/>
                  </a:lnTo>
                  <a:lnTo>
                    <a:pt x="524" y="568"/>
                  </a:lnTo>
                  <a:cubicBezTo>
                    <a:pt x="470" y="514"/>
                    <a:pt x="411" y="491"/>
                    <a:pt x="353" y="491"/>
                  </a:cubicBezTo>
                  <a:cubicBezTo>
                    <a:pt x="163" y="491"/>
                    <a:pt x="0" y="737"/>
                    <a:pt x="178" y="914"/>
                  </a:cubicBezTo>
                  <a:lnTo>
                    <a:pt x="669" y="1419"/>
                  </a:lnTo>
                  <a:cubicBezTo>
                    <a:pt x="726" y="1463"/>
                    <a:pt x="784" y="1491"/>
                    <a:pt x="856" y="1491"/>
                  </a:cubicBezTo>
                  <a:cubicBezTo>
                    <a:pt x="914" y="1477"/>
                    <a:pt x="986" y="1448"/>
                    <a:pt x="1029" y="1405"/>
                  </a:cubicBezTo>
                  <a:lnTo>
                    <a:pt x="2011" y="423"/>
                  </a:lnTo>
                  <a:cubicBezTo>
                    <a:pt x="2188" y="246"/>
                    <a:pt x="2025" y="1"/>
                    <a:pt x="1836"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0" name="Google Shape;15360;p67"/>
            <p:cNvSpPr/>
            <p:nvPr/>
          </p:nvSpPr>
          <p:spPr>
            <a:xfrm>
              <a:off x="6125208" y="1779823"/>
              <a:ext cx="57385" cy="39113"/>
            </a:xfrm>
            <a:custGeom>
              <a:avLst/>
              <a:gdLst/>
              <a:ahLst/>
              <a:cxnLst/>
              <a:rect l="l" t="t" r="r" b="b"/>
              <a:pathLst>
                <a:path w="2189" h="1492" extrusionOk="0">
                  <a:moveTo>
                    <a:pt x="1836" y="0"/>
                  </a:moveTo>
                  <a:cubicBezTo>
                    <a:pt x="1778" y="0"/>
                    <a:pt x="1718" y="23"/>
                    <a:pt x="1665" y="76"/>
                  </a:cubicBezTo>
                  <a:lnTo>
                    <a:pt x="856" y="885"/>
                  </a:lnTo>
                  <a:lnTo>
                    <a:pt x="539" y="567"/>
                  </a:lnTo>
                  <a:cubicBezTo>
                    <a:pt x="482" y="514"/>
                    <a:pt x="420" y="491"/>
                    <a:pt x="360" y="491"/>
                  </a:cubicBezTo>
                  <a:cubicBezTo>
                    <a:pt x="164" y="491"/>
                    <a:pt x="0" y="739"/>
                    <a:pt x="178" y="928"/>
                  </a:cubicBezTo>
                  <a:lnTo>
                    <a:pt x="683" y="1419"/>
                  </a:lnTo>
                  <a:cubicBezTo>
                    <a:pt x="726" y="1462"/>
                    <a:pt x="784" y="1491"/>
                    <a:pt x="856" y="1491"/>
                  </a:cubicBezTo>
                  <a:cubicBezTo>
                    <a:pt x="914" y="1491"/>
                    <a:pt x="972" y="1462"/>
                    <a:pt x="1029" y="1419"/>
                  </a:cubicBezTo>
                  <a:lnTo>
                    <a:pt x="2011" y="423"/>
                  </a:lnTo>
                  <a:cubicBezTo>
                    <a:pt x="2188" y="246"/>
                    <a:pt x="2025" y="0"/>
                    <a:pt x="1836"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1" name="Google Shape;15361;p67"/>
            <p:cNvSpPr/>
            <p:nvPr/>
          </p:nvSpPr>
          <p:spPr>
            <a:xfrm>
              <a:off x="6306852" y="1624289"/>
              <a:ext cx="57385" cy="39113"/>
            </a:xfrm>
            <a:custGeom>
              <a:avLst/>
              <a:gdLst/>
              <a:ahLst/>
              <a:cxnLst/>
              <a:rect l="l" t="t" r="r" b="b"/>
              <a:pathLst>
                <a:path w="2189" h="1492" extrusionOk="0">
                  <a:moveTo>
                    <a:pt x="1836" y="0"/>
                  </a:moveTo>
                  <a:cubicBezTo>
                    <a:pt x="1778" y="0"/>
                    <a:pt x="1718" y="23"/>
                    <a:pt x="1665" y="76"/>
                  </a:cubicBezTo>
                  <a:lnTo>
                    <a:pt x="842" y="885"/>
                  </a:lnTo>
                  <a:lnTo>
                    <a:pt x="524" y="567"/>
                  </a:lnTo>
                  <a:cubicBezTo>
                    <a:pt x="470" y="514"/>
                    <a:pt x="411" y="491"/>
                    <a:pt x="353" y="491"/>
                  </a:cubicBezTo>
                  <a:cubicBezTo>
                    <a:pt x="163" y="491"/>
                    <a:pt x="0" y="736"/>
                    <a:pt x="178" y="914"/>
                  </a:cubicBezTo>
                  <a:lnTo>
                    <a:pt x="669" y="1419"/>
                  </a:lnTo>
                  <a:cubicBezTo>
                    <a:pt x="726" y="1462"/>
                    <a:pt x="784" y="1491"/>
                    <a:pt x="856" y="1491"/>
                  </a:cubicBezTo>
                  <a:cubicBezTo>
                    <a:pt x="914" y="1477"/>
                    <a:pt x="972" y="1462"/>
                    <a:pt x="1029" y="1419"/>
                  </a:cubicBezTo>
                  <a:lnTo>
                    <a:pt x="2011" y="423"/>
                  </a:lnTo>
                  <a:cubicBezTo>
                    <a:pt x="2188" y="246"/>
                    <a:pt x="2025" y="0"/>
                    <a:pt x="1836"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62" name="Google Shape;15362;p67"/>
          <p:cNvGrpSpPr/>
          <p:nvPr/>
        </p:nvGrpSpPr>
        <p:grpSpPr>
          <a:xfrm>
            <a:off x="6554378" y="1527897"/>
            <a:ext cx="370103" cy="322445"/>
            <a:chOff x="6579435" y="1527897"/>
            <a:chExt cx="370103" cy="322445"/>
          </a:xfrm>
        </p:grpSpPr>
        <p:sp>
          <p:nvSpPr>
            <p:cNvPr id="15363" name="Google Shape;15363;p67"/>
            <p:cNvSpPr/>
            <p:nvPr/>
          </p:nvSpPr>
          <p:spPr>
            <a:xfrm>
              <a:off x="6704691" y="1527897"/>
              <a:ext cx="119593" cy="64725"/>
            </a:xfrm>
            <a:custGeom>
              <a:avLst/>
              <a:gdLst/>
              <a:ahLst/>
              <a:cxnLst/>
              <a:rect l="l" t="t" r="r" b="b"/>
              <a:pathLst>
                <a:path w="4562" h="2469" extrusionOk="0">
                  <a:moveTo>
                    <a:pt x="1242" y="0"/>
                  </a:moveTo>
                  <a:cubicBezTo>
                    <a:pt x="809" y="0"/>
                    <a:pt x="419" y="303"/>
                    <a:pt x="347" y="736"/>
                  </a:cubicBezTo>
                  <a:lnTo>
                    <a:pt x="0" y="2469"/>
                  </a:lnTo>
                  <a:lnTo>
                    <a:pt x="462" y="2469"/>
                  </a:lnTo>
                  <a:lnTo>
                    <a:pt x="794" y="1040"/>
                  </a:lnTo>
                  <a:cubicBezTo>
                    <a:pt x="837" y="823"/>
                    <a:pt x="1025" y="679"/>
                    <a:pt x="1242" y="679"/>
                  </a:cubicBezTo>
                  <a:lnTo>
                    <a:pt x="3335" y="679"/>
                  </a:lnTo>
                  <a:cubicBezTo>
                    <a:pt x="3537" y="679"/>
                    <a:pt x="3725" y="823"/>
                    <a:pt x="3768" y="1040"/>
                  </a:cubicBezTo>
                  <a:lnTo>
                    <a:pt x="4085" y="2454"/>
                  </a:lnTo>
                  <a:lnTo>
                    <a:pt x="4562" y="2454"/>
                  </a:lnTo>
                  <a:lnTo>
                    <a:pt x="4215" y="736"/>
                  </a:lnTo>
                  <a:cubicBezTo>
                    <a:pt x="4129" y="303"/>
                    <a:pt x="3753" y="0"/>
                    <a:pt x="3306"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4" name="Google Shape;15364;p67"/>
            <p:cNvSpPr/>
            <p:nvPr/>
          </p:nvSpPr>
          <p:spPr>
            <a:xfrm>
              <a:off x="6591153" y="1706893"/>
              <a:ext cx="346667" cy="143448"/>
            </a:xfrm>
            <a:custGeom>
              <a:avLst/>
              <a:gdLst/>
              <a:ahLst/>
              <a:cxnLst/>
              <a:rect l="l" t="t" r="r" b="b"/>
              <a:pathLst>
                <a:path w="13224" h="5472" extrusionOk="0">
                  <a:moveTo>
                    <a:pt x="1" y="0"/>
                  </a:moveTo>
                  <a:lnTo>
                    <a:pt x="1" y="4793"/>
                  </a:lnTo>
                  <a:cubicBezTo>
                    <a:pt x="1" y="5168"/>
                    <a:pt x="318" y="5471"/>
                    <a:pt x="693" y="5471"/>
                  </a:cubicBezTo>
                  <a:lnTo>
                    <a:pt x="12545" y="5471"/>
                  </a:lnTo>
                  <a:cubicBezTo>
                    <a:pt x="12920" y="5471"/>
                    <a:pt x="13223" y="5168"/>
                    <a:pt x="13223" y="4793"/>
                  </a:cubicBezTo>
                  <a:lnTo>
                    <a:pt x="13223" y="0"/>
                  </a:ln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5" name="Google Shape;15365;p67"/>
            <p:cNvSpPr/>
            <p:nvPr/>
          </p:nvSpPr>
          <p:spPr>
            <a:xfrm>
              <a:off x="6591520" y="1706893"/>
              <a:ext cx="346300" cy="143448"/>
            </a:xfrm>
            <a:custGeom>
              <a:avLst/>
              <a:gdLst/>
              <a:ahLst/>
              <a:cxnLst/>
              <a:rect l="l" t="t" r="r" b="b"/>
              <a:pathLst>
                <a:path w="13210" h="5472" extrusionOk="0">
                  <a:moveTo>
                    <a:pt x="1" y="0"/>
                  </a:moveTo>
                  <a:lnTo>
                    <a:pt x="1" y="4793"/>
                  </a:lnTo>
                  <a:cubicBezTo>
                    <a:pt x="1" y="5168"/>
                    <a:pt x="304" y="5471"/>
                    <a:pt x="679" y="5471"/>
                  </a:cubicBezTo>
                  <a:lnTo>
                    <a:pt x="12531" y="5471"/>
                  </a:lnTo>
                  <a:cubicBezTo>
                    <a:pt x="12906" y="5471"/>
                    <a:pt x="13209" y="5168"/>
                    <a:pt x="13209" y="4793"/>
                  </a:cubicBezTo>
                  <a:lnTo>
                    <a:pt x="13209" y="4562"/>
                  </a:lnTo>
                  <a:lnTo>
                    <a:pt x="1820" y="4562"/>
                  </a:lnTo>
                  <a:cubicBezTo>
                    <a:pt x="1315" y="4562"/>
                    <a:pt x="910" y="4143"/>
                    <a:pt x="910" y="3638"/>
                  </a:cubicBezTo>
                  <a:lnTo>
                    <a:pt x="910" y="2050"/>
                  </a:lnTo>
                  <a:cubicBezTo>
                    <a:pt x="910" y="1915"/>
                    <a:pt x="1012" y="1818"/>
                    <a:pt x="1131" y="1818"/>
                  </a:cubicBezTo>
                  <a:cubicBezTo>
                    <a:pt x="1139" y="1818"/>
                    <a:pt x="1148" y="1818"/>
                    <a:pt x="1156" y="1819"/>
                  </a:cubicBezTo>
                  <a:cubicBezTo>
                    <a:pt x="1228" y="1819"/>
                    <a:pt x="1300" y="1833"/>
                    <a:pt x="1358" y="1833"/>
                  </a:cubicBezTo>
                  <a:lnTo>
                    <a:pt x="11838" y="1833"/>
                  </a:lnTo>
                  <a:cubicBezTo>
                    <a:pt x="12329" y="1833"/>
                    <a:pt x="12820" y="1660"/>
                    <a:pt x="13209" y="1372"/>
                  </a:cubicBezTo>
                  <a:lnTo>
                    <a:pt x="13209"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6" name="Google Shape;15366;p67"/>
            <p:cNvSpPr/>
            <p:nvPr/>
          </p:nvSpPr>
          <p:spPr>
            <a:xfrm>
              <a:off x="6579435" y="1587693"/>
              <a:ext cx="370103" cy="155167"/>
            </a:xfrm>
            <a:custGeom>
              <a:avLst/>
              <a:gdLst/>
              <a:ahLst/>
              <a:cxnLst/>
              <a:rect l="l" t="t" r="r" b="b"/>
              <a:pathLst>
                <a:path w="14118" h="5919" extrusionOk="0">
                  <a:moveTo>
                    <a:pt x="909" y="0"/>
                  </a:moveTo>
                  <a:cubicBezTo>
                    <a:pt x="404" y="0"/>
                    <a:pt x="0" y="404"/>
                    <a:pt x="0" y="909"/>
                  </a:cubicBezTo>
                  <a:lnTo>
                    <a:pt x="0" y="4100"/>
                  </a:lnTo>
                  <a:cubicBezTo>
                    <a:pt x="0" y="5096"/>
                    <a:pt x="823" y="5919"/>
                    <a:pt x="1819" y="5919"/>
                  </a:cubicBezTo>
                  <a:lnTo>
                    <a:pt x="12299" y="5919"/>
                  </a:lnTo>
                  <a:cubicBezTo>
                    <a:pt x="13310" y="5919"/>
                    <a:pt x="14118" y="5096"/>
                    <a:pt x="14118" y="4100"/>
                  </a:cubicBezTo>
                  <a:lnTo>
                    <a:pt x="14118" y="909"/>
                  </a:lnTo>
                  <a:cubicBezTo>
                    <a:pt x="14118" y="404"/>
                    <a:pt x="13714" y="0"/>
                    <a:pt x="13208"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7" name="Google Shape;15367;p67"/>
            <p:cNvSpPr/>
            <p:nvPr/>
          </p:nvSpPr>
          <p:spPr>
            <a:xfrm>
              <a:off x="6609320" y="1587693"/>
              <a:ext cx="310700" cy="17800"/>
            </a:xfrm>
            <a:custGeom>
              <a:avLst/>
              <a:gdLst/>
              <a:ahLst/>
              <a:cxnLst/>
              <a:rect l="l" t="t" r="r" b="b"/>
              <a:pathLst>
                <a:path w="11852" h="679" extrusionOk="0">
                  <a:moveTo>
                    <a:pt x="347" y="0"/>
                  </a:moveTo>
                  <a:cubicBezTo>
                    <a:pt x="159" y="0"/>
                    <a:pt x="0" y="144"/>
                    <a:pt x="0" y="332"/>
                  </a:cubicBezTo>
                  <a:cubicBezTo>
                    <a:pt x="0" y="520"/>
                    <a:pt x="159" y="678"/>
                    <a:pt x="347" y="678"/>
                  </a:cubicBezTo>
                  <a:lnTo>
                    <a:pt x="11505" y="678"/>
                  </a:lnTo>
                  <a:cubicBezTo>
                    <a:pt x="11693" y="678"/>
                    <a:pt x="11852" y="520"/>
                    <a:pt x="11852" y="332"/>
                  </a:cubicBezTo>
                  <a:cubicBezTo>
                    <a:pt x="11852" y="144"/>
                    <a:pt x="11693" y="0"/>
                    <a:pt x="11505" y="0"/>
                  </a:cubicBezTo>
                  <a:close/>
                </a:path>
              </a:pathLst>
            </a:custGeom>
            <a:solidFill>
              <a:srgbClr val="8295A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8" name="Google Shape;15368;p67"/>
            <p:cNvSpPr/>
            <p:nvPr/>
          </p:nvSpPr>
          <p:spPr>
            <a:xfrm>
              <a:off x="6639206" y="1587693"/>
              <a:ext cx="35993" cy="262648"/>
            </a:xfrm>
            <a:custGeom>
              <a:avLst/>
              <a:gdLst/>
              <a:ahLst/>
              <a:cxnLst/>
              <a:rect l="l" t="t" r="r" b="b"/>
              <a:pathLst>
                <a:path w="1373" h="10019" extrusionOk="0">
                  <a:moveTo>
                    <a:pt x="1" y="0"/>
                  </a:moveTo>
                  <a:lnTo>
                    <a:pt x="1" y="10018"/>
                  </a:lnTo>
                  <a:lnTo>
                    <a:pt x="1372" y="10018"/>
                  </a:lnTo>
                  <a:lnTo>
                    <a:pt x="137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9" name="Google Shape;15369;p67"/>
            <p:cNvSpPr/>
            <p:nvPr/>
          </p:nvSpPr>
          <p:spPr>
            <a:xfrm>
              <a:off x="6639206" y="1587693"/>
              <a:ext cx="35993" cy="17800"/>
            </a:xfrm>
            <a:custGeom>
              <a:avLst/>
              <a:gdLst/>
              <a:ahLst/>
              <a:cxnLst/>
              <a:rect l="l" t="t" r="r" b="b"/>
              <a:pathLst>
                <a:path w="1373" h="679" extrusionOk="0">
                  <a:moveTo>
                    <a:pt x="1" y="0"/>
                  </a:moveTo>
                  <a:lnTo>
                    <a:pt x="1" y="678"/>
                  </a:lnTo>
                  <a:lnTo>
                    <a:pt x="1372" y="678"/>
                  </a:lnTo>
                  <a:lnTo>
                    <a:pt x="1372" y="0"/>
                  </a:ln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0" name="Google Shape;15370;p67"/>
            <p:cNvSpPr/>
            <p:nvPr/>
          </p:nvSpPr>
          <p:spPr>
            <a:xfrm>
              <a:off x="6639206" y="1760607"/>
              <a:ext cx="35993" cy="18193"/>
            </a:xfrm>
            <a:custGeom>
              <a:avLst/>
              <a:gdLst/>
              <a:ahLst/>
              <a:cxnLst/>
              <a:rect l="l" t="t" r="r" b="b"/>
              <a:pathLst>
                <a:path w="1373" h="694" extrusionOk="0">
                  <a:moveTo>
                    <a:pt x="1" y="1"/>
                  </a:moveTo>
                  <a:lnTo>
                    <a:pt x="1" y="694"/>
                  </a:lnTo>
                  <a:lnTo>
                    <a:pt x="1372" y="694"/>
                  </a:lnTo>
                  <a:lnTo>
                    <a:pt x="1372" y="1"/>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1" name="Google Shape;15371;p67"/>
            <p:cNvSpPr/>
            <p:nvPr/>
          </p:nvSpPr>
          <p:spPr>
            <a:xfrm>
              <a:off x="6639206" y="1719004"/>
              <a:ext cx="35993" cy="17800"/>
            </a:xfrm>
            <a:custGeom>
              <a:avLst/>
              <a:gdLst/>
              <a:ahLst/>
              <a:cxnLst/>
              <a:rect l="l" t="t" r="r" b="b"/>
              <a:pathLst>
                <a:path w="1373" h="679" extrusionOk="0">
                  <a:moveTo>
                    <a:pt x="1" y="0"/>
                  </a:moveTo>
                  <a:lnTo>
                    <a:pt x="1" y="679"/>
                  </a:lnTo>
                  <a:lnTo>
                    <a:pt x="1372" y="679"/>
                  </a:lnTo>
                  <a:lnTo>
                    <a:pt x="1372" y="0"/>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2" name="Google Shape;15372;p67"/>
            <p:cNvSpPr/>
            <p:nvPr/>
          </p:nvSpPr>
          <p:spPr>
            <a:xfrm>
              <a:off x="6627094" y="1712948"/>
              <a:ext cx="59823" cy="53741"/>
            </a:xfrm>
            <a:custGeom>
              <a:avLst/>
              <a:gdLst/>
              <a:ahLst/>
              <a:cxnLst/>
              <a:rect l="l" t="t" r="r" b="b"/>
              <a:pathLst>
                <a:path w="2282" h="2050" extrusionOk="0">
                  <a:moveTo>
                    <a:pt x="1834" y="462"/>
                  </a:moveTo>
                  <a:lnTo>
                    <a:pt x="1834" y="1602"/>
                  </a:lnTo>
                  <a:lnTo>
                    <a:pt x="463" y="1602"/>
                  </a:lnTo>
                  <a:lnTo>
                    <a:pt x="463" y="462"/>
                  </a:lnTo>
                  <a:close/>
                  <a:moveTo>
                    <a:pt x="463" y="0"/>
                  </a:moveTo>
                  <a:cubicBezTo>
                    <a:pt x="217" y="0"/>
                    <a:pt x="1" y="202"/>
                    <a:pt x="1" y="462"/>
                  </a:cubicBezTo>
                  <a:lnTo>
                    <a:pt x="1" y="1602"/>
                  </a:lnTo>
                  <a:cubicBezTo>
                    <a:pt x="1" y="1848"/>
                    <a:pt x="217" y="2050"/>
                    <a:pt x="463" y="2050"/>
                  </a:cubicBezTo>
                  <a:lnTo>
                    <a:pt x="1834" y="2050"/>
                  </a:lnTo>
                  <a:cubicBezTo>
                    <a:pt x="2080" y="2050"/>
                    <a:pt x="2282" y="1848"/>
                    <a:pt x="2282" y="1602"/>
                  </a:cubicBezTo>
                  <a:lnTo>
                    <a:pt x="2282" y="462"/>
                  </a:lnTo>
                  <a:cubicBezTo>
                    <a:pt x="2282" y="202"/>
                    <a:pt x="2080" y="0"/>
                    <a:pt x="1834"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3" name="Google Shape;15373;p67"/>
            <p:cNvSpPr/>
            <p:nvPr/>
          </p:nvSpPr>
          <p:spPr>
            <a:xfrm>
              <a:off x="6651317" y="1713027"/>
              <a:ext cx="11771" cy="29833"/>
            </a:xfrm>
            <a:custGeom>
              <a:avLst/>
              <a:gdLst/>
              <a:ahLst/>
              <a:cxnLst/>
              <a:rect l="l" t="t" r="r" b="b"/>
              <a:pathLst>
                <a:path w="449" h="1138" extrusionOk="0">
                  <a:moveTo>
                    <a:pt x="225" y="1"/>
                  </a:moveTo>
                  <a:cubicBezTo>
                    <a:pt x="113" y="1"/>
                    <a:pt x="1" y="77"/>
                    <a:pt x="1" y="228"/>
                  </a:cubicBezTo>
                  <a:lnTo>
                    <a:pt x="1" y="907"/>
                  </a:lnTo>
                  <a:cubicBezTo>
                    <a:pt x="1" y="1036"/>
                    <a:pt x="102" y="1138"/>
                    <a:pt x="217" y="1138"/>
                  </a:cubicBezTo>
                  <a:cubicBezTo>
                    <a:pt x="347" y="1138"/>
                    <a:pt x="448" y="1036"/>
                    <a:pt x="448" y="907"/>
                  </a:cubicBezTo>
                  <a:lnTo>
                    <a:pt x="448" y="228"/>
                  </a:lnTo>
                  <a:cubicBezTo>
                    <a:pt x="448" y="77"/>
                    <a:pt x="336" y="1"/>
                    <a:pt x="225"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4" name="Google Shape;15374;p67"/>
            <p:cNvSpPr/>
            <p:nvPr/>
          </p:nvSpPr>
          <p:spPr>
            <a:xfrm>
              <a:off x="6639206" y="1826459"/>
              <a:ext cx="35993" cy="23882"/>
            </a:xfrm>
            <a:custGeom>
              <a:avLst/>
              <a:gdLst/>
              <a:ahLst/>
              <a:cxnLst/>
              <a:rect l="l" t="t" r="r" b="b"/>
              <a:pathLst>
                <a:path w="1373" h="911" extrusionOk="0">
                  <a:moveTo>
                    <a:pt x="1" y="1"/>
                  </a:moveTo>
                  <a:lnTo>
                    <a:pt x="1" y="910"/>
                  </a:lnTo>
                  <a:lnTo>
                    <a:pt x="1372" y="910"/>
                  </a:lnTo>
                  <a:lnTo>
                    <a:pt x="1372" y="1"/>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5" name="Google Shape;15375;p67"/>
            <p:cNvSpPr/>
            <p:nvPr/>
          </p:nvSpPr>
          <p:spPr>
            <a:xfrm>
              <a:off x="6854169" y="1587693"/>
              <a:ext cx="35967" cy="262648"/>
            </a:xfrm>
            <a:custGeom>
              <a:avLst/>
              <a:gdLst/>
              <a:ahLst/>
              <a:cxnLst/>
              <a:rect l="l" t="t" r="r" b="b"/>
              <a:pathLst>
                <a:path w="1372" h="10019" extrusionOk="0">
                  <a:moveTo>
                    <a:pt x="0" y="0"/>
                  </a:moveTo>
                  <a:lnTo>
                    <a:pt x="0" y="10018"/>
                  </a:lnTo>
                  <a:lnTo>
                    <a:pt x="1372" y="10018"/>
                  </a:lnTo>
                  <a:lnTo>
                    <a:pt x="1372"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6" name="Google Shape;15376;p67"/>
            <p:cNvSpPr/>
            <p:nvPr/>
          </p:nvSpPr>
          <p:spPr>
            <a:xfrm>
              <a:off x="6854169" y="1587693"/>
              <a:ext cx="35967" cy="17800"/>
            </a:xfrm>
            <a:custGeom>
              <a:avLst/>
              <a:gdLst/>
              <a:ahLst/>
              <a:cxnLst/>
              <a:rect l="l" t="t" r="r" b="b"/>
              <a:pathLst>
                <a:path w="1372" h="679" extrusionOk="0">
                  <a:moveTo>
                    <a:pt x="0" y="0"/>
                  </a:moveTo>
                  <a:lnTo>
                    <a:pt x="0" y="678"/>
                  </a:lnTo>
                  <a:lnTo>
                    <a:pt x="1372" y="678"/>
                  </a:lnTo>
                  <a:lnTo>
                    <a:pt x="1372" y="0"/>
                  </a:ln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7" name="Google Shape;15377;p67"/>
            <p:cNvSpPr/>
            <p:nvPr/>
          </p:nvSpPr>
          <p:spPr>
            <a:xfrm>
              <a:off x="6854169" y="1760607"/>
              <a:ext cx="35967" cy="18193"/>
            </a:xfrm>
            <a:custGeom>
              <a:avLst/>
              <a:gdLst/>
              <a:ahLst/>
              <a:cxnLst/>
              <a:rect l="l" t="t" r="r" b="b"/>
              <a:pathLst>
                <a:path w="1372" h="694" extrusionOk="0">
                  <a:moveTo>
                    <a:pt x="0" y="1"/>
                  </a:moveTo>
                  <a:lnTo>
                    <a:pt x="0" y="694"/>
                  </a:lnTo>
                  <a:lnTo>
                    <a:pt x="1372" y="694"/>
                  </a:lnTo>
                  <a:lnTo>
                    <a:pt x="1372" y="1"/>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8" name="Google Shape;15378;p67"/>
            <p:cNvSpPr/>
            <p:nvPr/>
          </p:nvSpPr>
          <p:spPr>
            <a:xfrm>
              <a:off x="6854169" y="1719004"/>
              <a:ext cx="35967" cy="17800"/>
            </a:xfrm>
            <a:custGeom>
              <a:avLst/>
              <a:gdLst/>
              <a:ahLst/>
              <a:cxnLst/>
              <a:rect l="l" t="t" r="r" b="b"/>
              <a:pathLst>
                <a:path w="1372" h="679" extrusionOk="0">
                  <a:moveTo>
                    <a:pt x="0" y="0"/>
                  </a:moveTo>
                  <a:lnTo>
                    <a:pt x="0" y="679"/>
                  </a:lnTo>
                  <a:lnTo>
                    <a:pt x="1372" y="679"/>
                  </a:lnTo>
                  <a:lnTo>
                    <a:pt x="1372" y="0"/>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9" name="Google Shape;15379;p67"/>
            <p:cNvSpPr/>
            <p:nvPr/>
          </p:nvSpPr>
          <p:spPr>
            <a:xfrm>
              <a:off x="6842057" y="1712948"/>
              <a:ext cx="59823" cy="53741"/>
            </a:xfrm>
            <a:custGeom>
              <a:avLst/>
              <a:gdLst/>
              <a:ahLst/>
              <a:cxnLst/>
              <a:rect l="l" t="t" r="r" b="b"/>
              <a:pathLst>
                <a:path w="2282" h="2050" extrusionOk="0">
                  <a:moveTo>
                    <a:pt x="1834" y="462"/>
                  </a:moveTo>
                  <a:lnTo>
                    <a:pt x="1834" y="1602"/>
                  </a:lnTo>
                  <a:lnTo>
                    <a:pt x="462" y="1602"/>
                  </a:lnTo>
                  <a:lnTo>
                    <a:pt x="462" y="462"/>
                  </a:lnTo>
                  <a:close/>
                  <a:moveTo>
                    <a:pt x="462" y="0"/>
                  </a:moveTo>
                  <a:cubicBezTo>
                    <a:pt x="202" y="0"/>
                    <a:pt x="0" y="202"/>
                    <a:pt x="0" y="462"/>
                  </a:cubicBezTo>
                  <a:lnTo>
                    <a:pt x="0" y="1602"/>
                  </a:lnTo>
                  <a:cubicBezTo>
                    <a:pt x="0" y="1848"/>
                    <a:pt x="202" y="2050"/>
                    <a:pt x="462" y="2050"/>
                  </a:cubicBezTo>
                  <a:lnTo>
                    <a:pt x="1834" y="2050"/>
                  </a:lnTo>
                  <a:cubicBezTo>
                    <a:pt x="2079" y="2050"/>
                    <a:pt x="2281" y="1848"/>
                    <a:pt x="2281" y="1602"/>
                  </a:cubicBezTo>
                  <a:lnTo>
                    <a:pt x="2281" y="462"/>
                  </a:lnTo>
                  <a:cubicBezTo>
                    <a:pt x="2281" y="202"/>
                    <a:pt x="2079" y="0"/>
                    <a:pt x="1834"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0" name="Google Shape;15380;p67"/>
            <p:cNvSpPr/>
            <p:nvPr/>
          </p:nvSpPr>
          <p:spPr>
            <a:xfrm>
              <a:off x="6866280" y="1713027"/>
              <a:ext cx="12138" cy="29833"/>
            </a:xfrm>
            <a:custGeom>
              <a:avLst/>
              <a:gdLst/>
              <a:ahLst/>
              <a:cxnLst/>
              <a:rect l="l" t="t" r="r" b="b"/>
              <a:pathLst>
                <a:path w="463" h="1138" extrusionOk="0">
                  <a:moveTo>
                    <a:pt x="231" y="1"/>
                  </a:moveTo>
                  <a:cubicBezTo>
                    <a:pt x="116" y="1"/>
                    <a:pt x="0" y="77"/>
                    <a:pt x="0" y="228"/>
                  </a:cubicBezTo>
                  <a:lnTo>
                    <a:pt x="0" y="907"/>
                  </a:lnTo>
                  <a:cubicBezTo>
                    <a:pt x="0" y="1036"/>
                    <a:pt x="101" y="1138"/>
                    <a:pt x="217" y="1138"/>
                  </a:cubicBezTo>
                  <a:cubicBezTo>
                    <a:pt x="347" y="1138"/>
                    <a:pt x="462" y="1036"/>
                    <a:pt x="462" y="907"/>
                  </a:cubicBezTo>
                  <a:lnTo>
                    <a:pt x="462" y="228"/>
                  </a:lnTo>
                  <a:cubicBezTo>
                    <a:pt x="462" y="77"/>
                    <a:pt x="347" y="1"/>
                    <a:pt x="231"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1" name="Google Shape;15381;p67"/>
            <p:cNvSpPr/>
            <p:nvPr/>
          </p:nvSpPr>
          <p:spPr>
            <a:xfrm>
              <a:off x="6854169" y="1826459"/>
              <a:ext cx="35967" cy="23882"/>
            </a:xfrm>
            <a:custGeom>
              <a:avLst/>
              <a:gdLst/>
              <a:ahLst/>
              <a:cxnLst/>
              <a:rect l="l" t="t" r="r" b="b"/>
              <a:pathLst>
                <a:path w="1372" h="911" extrusionOk="0">
                  <a:moveTo>
                    <a:pt x="0" y="1"/>
                  </a:moveTo>
                  <a:lnTo>
                    <a:pt x="0" y="910"/>
                  </a:lnTo>
                  <a:lnTo>
                    <a:pt x="1372" y="910"/>
                  </a:lnTo>
                  <a:lnTo>
                    <a:pt x="1372" y="1"/>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2" name="Google Shape;15382;p67"/>
            <p:cNvSpPr/>
            <p:nvPr/>
          </p:nvSpPr>
          <p:spPr>
            <a:xfrm>
              <a:off x="6734576" y="1695148"/>
              <a:ext cx="59823" cy="23882"/>
            </a:xfrm>
            <a:custGeom>
              <a:avLst/>
              <a:gdLst/>
              <a:ahLst/>
              <a:cxnLst/>
              <a:rect l="l" t="t" r="r" b="b"/>
              <a:pathLst>
                <a:path w="2282" h="911" extrusionOk="0">
                  <a:moveTo>
                    <a:pt x="232" y="1"/>
                  </a:moveTo>
                  <a:cubicBezTo>
                    <a:pt x="102" y="1"/>
                    <a:pt x="1" y="102"/>
                    <a:pt x="1" y="232"/>
                  </a:cubicBezTo>
                  <a:lnTo>
                    <a:pt x="1" y="679"/>
                  </a:lnTo>
                  <a:cubicBezTo>
                    <a:pt x="1" y="809"/>
                    <a:pt x="102" y="910"/>
                    <a:pt x="232" y="910"/>
                  </a:cubicBezTo>
                  <a:lnTo>
                    <a:pt x="2050" y="910"/>
                  </a:lnTo>
                  <a:cubicBezTo>
                    <a:pt x="2180" y="910"/>
                    <a:pt x="2281" y="809"/>
                    <a:pt x="2281" y="679"/>
                  </a:cubicBezTo>
                  <a:lnTo>
                    <a:pt x="2281" y="232"/>
                  </a:lnTo>
                  <a:cubicBezTo>
                    <a:pt x="2281" y="102"/>
                    <a:pt x="2180" y="1"/>
                    <a:pt x="2050"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3" name="Google Shape;15383;p67"/>
            <p:cNvSpPr/>
            <p:nvPr/>
          </p:nvSpPr>
          <p:spPr>
            <a:xfrm>
              <a:off x="6734576" y="1706893"/>
              <a:ext cx="59823" cy="12138"/>
            </a:xfrm>
            <a:custGeom>
              <a:avLst/>
              <a:gdLst/>
              <a:ahLst/>
              <a:cxnLst/>
              <a:rect l="l" t="t" r="r" b="b"/>
              <a:pathLst>
                <a:path w="2282" h="463" extrusionOk="0">
                  <a:moveTo>
                    <a:pt x="232" y="0"/>
                  </a:moveTo>
                  <a:cubicBezTo>
                    <a:pt x="102" y="0"/>
                    <a:pt x="1" y="101"/>
                    <a:pt x="1" y="231"/>
                  </a:cubicBezTo>
                  <a:cubicBezTo>
                    <a:pt x="1" y="361"/>
                    <a:pt x="102" y="462"/>
                    <a:pt x="232" y="462"/>
                  </a:cubicBezTo>
                  <a:lnTo>
                    <a:pt x="2050" y="462"/>
                  </a:lnTo>
                  <a:cubicBezTo>
                    <a:pt x="2180" y="462"/>
                    <a:pt x="2281" y="361"/>
                    <a:pt x="2281" y="231"/>
                  </a:cubicBezTo>
                  <a:cubicBezTo>
                    <a:pt x="2281" y="101"/>
                    <a:pt x="2180" y="0"/>
                    <a:pt x="2050"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84" name="Google Shape;15384;p67"/>
          <p:cNvGrpSpPr/>
          <p:nvPr/>
        </p:nvGrpSpPr>
        <p:grpSpPr>
          <a:xfrm>
            <a:off x="6963830" y="1538854"/>
            <a:ext cx="499920" cy="300136"/>
            <a:chOff x="6988887" y="1538854"/>
            <a:chExt cx="499920" cy="300136"/>
          </a:xfrm>
        </p:grpSpPr>
        <p:sp>
          <p:nvSpPr>
            <p:cNvPr id="15385" name="Google Shape;15385;p67"/>
            <p:cNvSpPr/>
            <p:nvPr/>
          </p:nvSpPr>
          <p:spPr>
            <a:xfrm>
              <a:off x="7052826" y="1538854"/>
              <a:ext cx="372777" cy="247155"/>
            </a:xfrm>
            <a:custGeom>
              <a:avLst/>
              <a:gdLst/>
              <a:ahLst/>
              <a:cxnLst/>
              <a:rect l="l" t="t" r="r" b="b"/>
              <a:pathLst>
                <a:path w="14220" h="9428" extrusionOk="0">
                  <a:moveTo>
                    <a:pt x="622" y="1"/>
                  </a:moveTo>
                  <a:cubicBezTo>
                    <a:pt x="275" y="1"/>
                    <a:pt x="1" y="290"/>
                    <a:pt x="1" y="636"/>
                  </a:cubicBezTo>
                  <a:lnTo>
                    <a:pt x="1" y="9427"/>
                  </a:lnTo>
                  <a:lnTo>
                    <a:pt x="14220" y="9427"/>
                  </a:lnTo>
                  <a:lnTo>
                    <a:pt x="14220" y="636"/>
                  </a:lnTo>
                  <a:cubicBezTo>
                    <a:pt x="14220" y="290"/>
                    <a:pt x="13931" y="1"/>
                    <a:pt x="13585"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6" name="Google Shape;15386;p67"/>
            <p:cNvSpPr/>
            <p:nvPr/>
          </p:nvSpPr>
          <p:spPr>
            <a:xfrm>
              <a:off x="6988887" y="1773872"/>
              <a:ext cx="499920" cy="33319"/>
            </a:xfrm>
            <a:custGeom>
              <a:avLst/>
              <a:gdLst/>
              <a:ahLst/>
              <a:cxnLst/>
              <a:rect l="l" t="t" r="r" b="b"/>
              <a:pathLst>
                <a:path w="19070" h="1271" extrusionOk="0">
                  <a:moveTo>
                    <a:pt x="2425" y="0"/>
                  </a:moveTo>
                  <a:lnTo>
                    <a:pt x="0" y="924"/>
                  </a:lnTo>
                  <a:lnTo>
                    <a:pt x="0" y="1271"/>
                  </a:lnTo>
                  <a:lnTo>
                    <a:pt x="19069" y="1271"/>
                  </a:lnTo>
                  <a:lnTo>
                    <a:pt x="19069" y="924"/>
                  </a:lnTo>
                  <a:lnTo>
                    <a:pt x="16659"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7" name="Google Shape;15387;p67"/>
            <p:cNvSpPr/>
            <p:nvPr/>
          </p:nvSpPr>
          <p:spPr>
            <a:xfrm>
              <a:off x="6988887" y="1798095"/>
              <a:ext cx="499920" cy="40895"/>
            </a:xfrm>
            <a:custGeom>
              <a:avLst/>
              <a:gdLst/>
              <a:ahLst/>
              <a:cxnLst/>
              <a:rect l="l" t="t" r="r" b="b"/>
              <a:pathLst>
                <a:path w="19070" h="1560" extrusionOk="0">
                  <a:moveTo>
                    <a:pt x="0" y="0"/>
                  </a:moveTo>
                  <a:lnTo>
                    <a:pt x="0" y="347"/>
                  </a:lnTo>
                  <a:cubicBezTo>
                    <a:pt x="0" y="1011"/>
                    <a:pt x="549" y="1559"/>
                    <a:pt x="1227" y="1559"/>
                  </a:cubicBezTo>
                  <a:lnTo>
                    <a:pt x="17842" y="1559"/>
                  </a:lnTo>
                  <a:cubicBezTo>
                    <a:pt x="18521" y="1559"/>
                    <a:pt x="19069" y="1011"/>
                    <a:pt x="19069" y="347"/>
                  </a:cubicBezTo>
                  <a:lnTo>
                    <a:pt x="19069" y="0"/>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8" name="Google Shape;15388;p67"/>
            <p:cNvSpPr/>
            <p:nvPr/>
          </p:nvSpPr>
          <p:spPr>
            <a:xfrm>
              <a:off x="7149323" y="1798095"/>
              <a:ext cx="180543" cy="29544"/>
            </a:xfrm>
            <a:custGeom>
              <a:avLst/>
              <a:gdLst/>
              <a:ahLst/>
              <a:cxnLst/>
              <a:rect l="l" t="t" r="r" b="b"/>
              <a:pathLst>
                <a:path w="6887" h="1127" extrusionOk="0">
                  <a:moveTo>
                    <a:pt x="1" y="0"/>
                  </a:moveTo>
                  <a:lnTo>
                    <a:pt x="1040" y="1039"/>
                  </a:lnTo>
                  <a:cubicBezTo>
                    <a:pt x="1083" y="1097"/>
                    <a:pt x="1156" y="1126"/>
                    <a:pt x="1242" y="1126"/>
                  </a:cubicBezTo>
                  <a:lnTo>
                    <a:pt x="5645" y="1126"/>
                  </a:lnTo>
                  <a:cubicBezTo>
                    <a:pt x="5717" y="1126"/>
                    <a:pt x="5804" y="1097"/>
                    <a:pt x="5847" y="1039"/>
                  </a:cubicBezTo>
                  <a:lnTo>
                    <a:pt x="6887" y="0"/>
                  </a:lnTo>
                  <a:lnTo>
                    <a:pt x="6064" y="0"/>
                  </a:lnTo>
                  <a:lnTo>
                    <a:pt x="5515" y="549"/>
                  </a:lnTo>
                  <a:lnTo>
                    <a:pt x="1358" y="549"/>
                  </a:lnTo>
                  <a:lnTo>
                    <a:pt x="809"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89" name="Google Shape;15389;p67"/>
            <p:cNvSpPr/>
            <p:nvPr/>
          </p:nvSpPr>
          <p:spPr>
            <a:xfrm>
              <a:off x="7052826" y="1562317"/>
              <a:ext cx="372777" cy="188119"/>
            </a:xfrm>
            <a:custGeom>
              <a:avLst/>
              <a:gdLst/>
              <a:ahLst/>
              <a:cxnLst/>
              <a:rect l="l" t="t" r="r" b="b"/>
              <a:pathLst>
                <a:path w="14220" h="7176" extrusionOk="0">
                  <a:moveTo>
                    <a:pt x="1" y="1"/>
                  </a:moveTo>
                  <a:lnTo>
                    <a:pt x="1" y="7175"/>
                  </a:lnTo>
                  <a:lnTo>
                    <a:pt x="14220" y="7175"/>
                  </a:lnTo>
                  <a:lnTo>
                    <a:pt x="14220" y="1"/>
                  </a:lnTo>
                  <a:close/>
                </a:path>
              </a:pathLst>
            </a:custGeom>
            <a:solidFill>
              <a:srgbClr val="91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0" name="Google Shape;15390;p67"/>
            <p:cNvSpPr/>
            <p:nvPr/>
          </p:nvSpPr>
          <p:spPr>
            <a:xfrm>
              <a:off x="7052826" y="1562317"/>
              <a:ext cx="139674" cy="188119"/>
            </a:xfrm>
            <a:custGeom>
              <a:avLst/>
              <a:gdLst/>
              <a:ahLst/>
              <a:cxnLst/>
              <a:rect l="l" t="t" r="r" b="b"/>
              <a:pathLst>
                <a:path w="5328" h="7176" extrusionOk="0">
                  <a:moveTo>
                    <a:pt x="1" y="1"/>
                  </a:moveTo>
                  <a:lnTo>
                    <a:pt x="1" y="7175"/>
                  </a:lnTo>
                  <a:lnTo>
                    <a:pt x="5327" y="7175"/>
                  </a:lnTo>
                  <a:lnTo>
                    <a:pt x="5327"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1" name="Google Shape;15391;p67"/>
            <p:cNvSpPr/>
            <p:nvPr/>
          </p:nvSpPr>
          <p:spPr>
            <a:xfrm>
              <a:off x="7087639" y="1601692"/>
              <a:ext cx="44697" cy="25376"/>
            </a:xfrm>
            <a:custGeom>
              <a:avLst/>
              <a:gdLst/>
              <a:ahLst/>
              <a:cxnLst/>
              <a:rect l="l" t="t" r="r" b="b"/>
              <a:pathLst>
                <a:path w="1705" h="968" extrusionOk="0">
                  <a:moveTo>
                    <a:pt x="189" y="0"/>
                  </a:moveTo>
                  <a:cubicBezTo>
                    <a:pt x="87" y="0"/>
                    <a:pt x="1" y="72"/>
                    <a:pt x="1" y="173"/>
                  </a:cubicBezTo>
                  <a:lnTo>
                    <a:pt x="1" y="794"/>
                  </a:lnTo>
                  <a:cubicBezTo>
                    <a:pt x="1" y="881"/>
                    <a:pt x="87" y="967"/>
                    <a:pt x="189" y="967"/>
                  </a:cubicBezTo>
                  <a:lnTo>
                    <a:pt x="1517" y="967"/>
                  </a:lnTo>
                  <a:cubicBezTo>
                    <a:pt x="1618" y="967"/>
                    <a:pt x="1704" y="881"/>
                    <a:pt x="1704" y="794"/>
                  </a:cubicBezTo>
                  <a:lnTo>
                    <a:pt x="1704" y="173"/>
                  </a:lnTo>
                  <a:cubicBezTo>
                    <a:pt x="1704" y="72"/>
                    <a:pt x="1618" y="0"/>
                    <a:pt x="1517"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2" name="Google Shape;15392;p67"/>
            <p:cNvSpPr/>
            <p:nvPr/>
          </p:nvSpPr>
          <p:spPr>
            <a:xfrm>
              <a:off x="7077442" y="1642561"/>
              <a:ext cx="100299" cy="15152"/>
            </a:xfrm>
            <a:custGeom>
              <a:avLst/>
              <a:gdLst/>
              <a:ahLst/>
              <a:cxnLst/>
              <a:rect l="l" t="t" r="r" b="b"/>
              <a:pathLst>
                <a:path w="3826" h="578" extrusionOk="0">
                  <a:moveTo>
                    <a:pt x="390" y="0"/>
                  </a:moveTo>
                  <a:cubicBezTo>
                    <a:pt x="0" y="0"/>
                    <a:pt x="0" y="578"/>
                    <a:pt x="390" y="578"/>
                  </a:cubicBezTo>
                  <a:lnTo>
                    <a:pt x="3436" y="578"/>
                  </a:lnTo>
                  <a:cubicBezTo>
                    <a:pt x="3825" y="578"/>
                    <a:pt x="3825" y="0"/>
                    <a:pt x="3436"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3" name="Google Shape;15393;p67"/>
            <p:cNvSpPr/>
            <p:nvPr/>
          </p:nvSpPr>
          <p:spPr>
            <a:xfrm>
              <a:off x="7122846" y="1671686"/>
              <a:ext cx="44670" cy="25769"/>
            </a:xfrm>
            <a:custGeom>
              <a:avLst/>
              <a:gdLst/>
              <a:ahLst/>
              <a:cxnLst/>
              <a:rect l="l" t="t" r="r" b="b"/>
              <a:pathLst>
                <a:path w="1704" h="983" extrusionOk="0">
                  <a:moveTo>
                    <a:pt x="188" y="1"/>
                  </a:moveTo>
                  <a:cubicBezTo>
                    <a:pt x="87" y="1"/>
                    <a:pt x="0" y="87"/>
                    <a:pt x="0" y="188"/>
                  </a:cubicBezTo>
                  <a:lnTo>
                    <a:pt x="0" y="795"/>
                  </a:lnTo>
                  <a:cubicBezTo>
                    <a:pt x="0" y="896"/>
                    <a:pt x="87" y="982"/>
                    <a:pt x="188" y="982"/>
                  </a:cubicBezTo>
                  <a:lnTo>
                    <a:pt x="1516" y="982"/>
                  </a:lnTo>
                  <a:cubicBezTo>
                    <a:pt x="1617" y="982"/>
                    <a:pt x="1704" y="896"/>
                    <a:pt x="1704" y="795"/>
                  </a:cubicBezTo>
                  <a:lnTo>
                    <a:pt x="1704" y="188"/>
                  </a:lnTo>
                  <a:cubicBezTo>
                    <a:pt x="1704" y="87"/>
                    <a:pt x="1617" y="1"/>
                    <a:pt x="1516"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4" name="Google Shape;15394;p67"/>
            <p:cNvSpPr/>
            <p:nvPr/>
          </p:nvSpPr>
          <p:spPr>
            <a:xfrm>
              <a:off x="7077442" y="1712948"/>
              <a:ext cx="100299" cy="15152"/>
            </a:xfrm>
            <a:custGeom>
              <a:avLst/>
              <a:gdLst/>
              <a:ahLst/>
              <a:cxnLst/>
              <a:rect l="l" t="t" r="r" b="b"/>
              <a:pathLst>
                <a:path w="3826" h="578" extrusionOk="0">
                  <a:moveTo>
                    <a:pt x="390" y="0"/>
                  </a:moveTo>
                  <a:cubicBezTo>
                    <a:pt x="0" y="0"/>
                    <a:pt x="0" y="578"/>
                    <a:pt x="390" y="578"/>
                  </a:cubicBezTo>
                  <a:lnTo>
                    <a:pt x="3436" y="578"/>
                  </a:lnTo>
                  <a:cubicBezTo>
                    <a:pt x="3825" y="578"/>
                    <a:pt x="3825" y="0"/>
                    <a:pt x="3436"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5" name="Google Shape;15395;p67"/>
            <p:cNvSpPr/>
            <p:nvPr/>
          </p:nvSpPr>
          <p:spPr>
            <a:xfrm>
              <a:off x="7228807" y="1623922"/>
              <a:ext cx="51041" cy="79589"/>
            </a:xfrm>
            <a:custGeom>
              <a:avLst/>
              <a:gdLst/>
              <a:ahLst/>
              <a:cxnLst/>
              <a:rect l="l" t="t" r="r" b="b"/>
              <a:pathLst>
                <a:path w="1947" h="3036" extrusionOk="0">
                  <a:moveTo>
                    <a:pt x="1529" y="1"/>
                  </a:moveTo>
                  <a:cubicBezTo>
                    <a:pt x="1462" y="1"/>
                    <a:pt x="1392" y="27"/>
                    <a:pt x="1328" y="90"/>
                  </a:cubicBezTo>
                  <a:lnTo>
                    <a:pt x="116" y="1317"/>
                  </a:lnTo>
                  <a:cubicBezTo>
                    <a:pt x="0" y="1433"/>
                    <a:pt x="0" y="1606"/>
                    <a:pt x="116" y="1722"/>
                  </a:cubicBezTo>
                  <a:lnTo>
                    <a:pt x="1328" y="2949"/>
                  </a:lnTo>
                  <a:cubicBezTo>
                    <a:pt x="1386" y="2992"/>
                    <a:pt x="1458" y="3035"/>
                    <a:pt x="1530" y="3035"/>
                  </a:cubicBezTo>
                  <a:cubicBezTo>
                    <a:pt x="1790" y="3035"/>
                    <a:pt x="1920" y="2718"/>
                    <a:pt x="1747" y="2544"/>
                  </a:cubicBezTo>
                  <a:lnTo>
                    <a:pt x="722" y="1520"/>
                  </a:lnTo>
                  <a:lnTo>
                    <a:pt x="1747" y="495"/>
                  </a:lnTo>
                  <a:cubicBezTo>
                    <a:pt x="1947" y="295"/>
                    <a:pt x="1754" y="1"/>
                    <a:pt x="1529"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6" name="Google Shape;15396;p67"/>
            <p:cNvSpPr/>
            <p:nvPr/>
          </p:nvSpPr>
          <p:spPr>
            <a:xfrm>
              <a:off x="7342449" y="1624079"/>
              <a:ext cx="50988" cy="79431"/>
            </a:xfrm>
            <a:custGeom>
              <a:avLst/>
              <a:gdLst/>
              <a:ahLst/>
              <a:cxnLst/>
              <a:rect l="l" t="t" r="r" b="b"/>
              <a:pathLst>
                <a:path w="1945" h="3030" extrusionOk="0">
                  <a:moveTo>
                    <a:pt x="420" y="1"/>
                  </a:moveTo>
                  <a:cubicBezTo>
                    <a:pt x="194" y="1"/>
                    <a:pt x="0" y="291"/>
                    <a:pt x="212" y="503"/>
                  </a:cubicBezTo>
                  <a:lnTo>
                    <a:pt x="1223" y="1514"/>
                  </a:lnTo>
                  <a:lnTo>
                    <a:pt x="212" y="2538"/>
                  </a:lnTo>
                  <a:cubicBezTo>
                    <a:pt x="25" y="2712"/>
                    <a:pt x="155" y="3029"/>
                    <a:pt x="415" y="3029"/>
                  </a:cubicBezTo>
                  <a:cubicBezTo>
                    <a:pt x="487" y="3029"/>
                    <a:pt x="559" y="2986"/>
                    <a:pt x="617" y="2943"/>
                  </a:cubicBezTo>
                  <a:lnTo>
                    <a:pt x="1844" y="1716"/>
                  </a:lnTo>
                  <a:cubicBezTo>
                    <a:pt x="1945" y="1600"/>
                    <a:pt x="1945" y="1427"/>
                    <a:pt x="1844" y="1311"/>
                  </a:cubicBezTo>
                  <a:lnTo>
                    <a:pt x="617" y="84"/>
                  </a:lnTo>
                  <a:cubicBezTo>
                    <a:pt x="555" y="26"/>
                    <a:pt x="486" y="1"/>
                    <a:pt x="420"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97" name="Google Shape;15397;p67"/>
            <p:cNvSpPr/>
            <p:nvPr/>
          </p:nvSpPr>
          <p:spPr>
            <a:xfrm>
              <a:off x="7287450" y="1614485"/>
              <a:ext cx="48734" cy="98490"/>
            </a:xfrm>
            <a:custGeom>
              <a:avLst/>
              <a:gdLst/>
              <a:ahLst/>
              <a:cxnLst/>
              <a:rect l="l" t="t" r="r" b="b"/>
              <a:pathLst>
                <a:path w="1859" h="3757" extrusionOk="0">
                  <a:moveTo>
                    <a:pt x="1494" y="1"/>
                  </a:moveTo>
                  <a:cubicBezTo>
                    <a:pt x="1388" y="1"/>
                    <a:pt x="1281" y="57"/>
                    <a:pt x="1228" y="191"/>
                  </a:cubicBezTo>
                  <a:lnTo>
                    <a:pt x="73" y="3366"/>
                  </a:lnTo>
                  <a:cubicBezTo>
                    <a:pt x="1" y="3554"/>
                    <a:pt x="131" y="3742"/>
                    <a:pt x="333" y="3756"/>
                  </a:cubicBezTo>
                  <a:cubicBezTo>
                    <a:pt x="463" y="3756"/>
                    <a:pt x="564" y="3684"/>
                    <a:pt x="607" y="3568"/>
                  </a:cubicBezTo>
                  <a:lnTo>
                    <a:pt x="1776" y="393"/>
                  </a:lnTo>
                  <a:cubicBezTo>
                    <a:pt x="1858" y="165"/>
                    <a:pt x="1676" y="1"/>
                    <a:pt x="1494"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98" name="Google Shape;15398;p67"/>
          <p:cNvGrpSpPr/>
          <p:nvPr/>
        </p:nvGrpSpPr>
        <p:grpSpPr>
          <a:xfrm>
            <a:off x="8025302" y="1520687"/>
            <a:ext cx="279321" cy="336837"/>
            <a:chOff x="8050359" y="1520687"/>
            <a:chExt cx="279321" cy="336837"/>
          </a:xfrm>
        </p:grpSpPr>
        <p:sp>
          <p:nvSpPr>
            <p:cNvPr id="15399" name="Google Shape;15399;p67"/>
            <p:cNvSpPr/>
            <p:nvPr/>
          </p:nvSpPr>
          <p:spPr>
            <a:xfrm>
              <a:off x="8153305" y="1520687"/>
              <a:ext cx="68500" cy="45064"/>
            </a:xfrm>
            <a:custGeom>
              <a:avLst/>
              <a:gdLst/>
              <a:ahLst/>
              <a:cxnLst/>
              <a:rect l="l" t="t" r="r" b="b"/>
              <a:pathLst>
                <a:path w="2613" h="1719" extrusionOk="0">
                  <a:moveTo>
                    <a:pt x="1242" y="1"/>
                  </a:moveTo>
                  <a:cubicBezTo>
                    <a:pt x="549" y="1"/>
                    <a:pt x="0" y="549"/>
                    <a:pt x="0" y="1242"/>
                  </a:cubicBezTo>
                  <a:lnTo>
                    <a:pt x="0" y="1719"/>
                  </a:lnTo>
                  <a:lnTo>
                    <a:pt x="375" y="1719"/>
                  </a:lnTo>
                  <a:lnTo>
                    <a:pt x="375" y="1242"/>
                  </a:lnTo>
                  <a:cubicBezTo>
                    <a:pt x="375" y="766"/>
                    <a:pt x="765" y="376"/>
                    <a:pt x="1242" y="376"/>
                  </a:cubicBezTo>
                  <a:lnTo>
                    <a:pt x="1371" y="376"/>
                  </a:lnTo>
                  <a:cubicBezTo>
                    <a:pt x="1848" y="376"/>
                    <a:pt x="2238" y="766"/>
                    <a:pt x="2238" y="1242"/>
                  </a:cubicBezTo>
                  <a:lnTo>
                    <a:pt x="2238" y="1719"/>
                  </a:lnTo>
                  <a:lnTo>
                    <a:pt x="2613" y="1719"/>
                  </a:lnTo>
                  <a:lnTo>
                    <a:pt x="2613" y="1242"/>
                  </a:lnTo>
                  <a:cubicBezTo>
                    <a:pt x="2613" y="549"/>
                    <a:pt x="2064" y="1"/>
                    <a:pt x="1371" y="1"/>
                  </a:cubicBezTo>
                  <a:close/>
                </a:path>
              </a:pathLst>
            </a:custGeom>
            <a:solidFill>
              <a:srgbClr val="889A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0" name="Google Shape;15400;p67"/>
            <p:cNvSpPr/>
            <p:nvPr/>
          </p:nvSpPr>
          <p:spPr>
            <a:xfrm>
              <a:off x="8084045" y="1599411"/>
              <a:ext cx="206653" cy="258113"/>
            </a:xfrm>
            <a:custGeom>
              <a:avLst/>
              <a:gdLst/>
              <a:ahLst/>
              <a:cxnLst/>
              <a:rect l="l" t="t" r="r" b="b"/>
              <a:pathLst>
                <a:path w="7883" h="9846" extrusionOk="0">
                  <a:moveTo>
                    <a:pt x="0" y="1"/>
                  </a:moveTo>
                  <a:lnTo>
                    <a:pt x="491" y="9196"/>
                  </a:lnTo>
                  <a:cubicBezTo>
                    <a:pt x="520" y="9571"/>
                    <a:pt x="823" y="9845"/>
                    <a:pt x="1184" y="9845"/>
                  </a:cubicBezTo>
                  <a:lnTo>
                    <a:pt x="6670" y="9845"/>
                  </a:lnTo>
                  <a:cubicBezTo>
                    <a:pt x="7031" y="9845"/>
                    <a:pt x="7334" y="9571"/>
                    <a:pt x="7363" y="9210"/>
                  </a:cubicBezTo>
                  <a:lnTo>
                    <a:pt x="7882" y="1"/>
                  </a:lnTo>
                  <a:close/>
                </a:path>
              </a:pathLst>
            </a:custGeom>
            <a:solidFill>
              <a:srgbClr val="889A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1" name="Google Shape;15401;p67"/>
            <p:cNvSpPr/>
            <p:nvPr/>
          </p:nvSpPr>
          <p:spPr>
            <a:xfrm>
              <a:off x="8097284" y="1599411"/>
              <a:ext cx="193781" cy="258113"/>
            </a:xfrm>
            <a:custGeom>
              <a:avLst/>
              <a:gdLst/>
              <a:ahLst/>
              <a:cxnLst/>
              <a:rect l="l" t="t" r="r" b="b"/>
              <a:pathLst>
                <a:path w="7392" h="9846" extrusionOk="0">
                  <a:moveTo>
                    <a:pt x="5096" y="1"/>
                  </a:moveTo>
                  <a:lnTo>
                    <a:pt x="4865" y="8575"/>
                  </a:lnTo>
                  <a:cubicBezTo>
                    <a:pt x="4851" y="8950"/>
                    <a:pt x="4548" y="9239"/>
                    <a:pt x="4173" y="9239"/>
                  </a:cubicBezTo>
                  <a:lnTo>
                    <a:pt x="1" y="9239"/>
                  </a:lnTo>
                  <a:cubicBezTo>
                    <a:pt x="44" y="9586"/>
                    <a:pt x="333" y="9845"/>
                    <a:pt x="679" y="9845"/>
                  </a:cubicBezTo>
                  <a:lnTo>
                    <a:pt x="6165" y="9845"/>
                  </a:lnTo>
                  <a:cubicBezTo>
                    <a:pt x="6540" y="9845"/>
                    <a:pt x="6843" y="9571"/>
                    <a:pt x="6858" y="9196"/>
                  </a:cubicBezTo>
                  <a:lnTo>
                    <a:pt x="7392" y="1"/>
                  </a:lnTo>
                  <a:close/>
                </a:path>
              </a:pathLst>
            </a:custGeom>
            <a:solidFill>
              <a:srgbClr val="9FAE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2" name="Google Shape;15402;p67"/>
            <p:cNvSpPr/>
            <p:nvPr/>
          </p:nvSpPr>
          <p:spPr>
            <a:xfrm>
              <a:off x="8084045" y="1553613"/>
              <a:ext cx="206260" cy="42809"/>
            </a:xfrm>
            <a:custGeom>
              <a:avLst/>
              <a:gdLst/>
              <a:ahLst/>
              <a:cxnLst/>
              <a:rect l="l" t="t" r="r" b="b"/>
              <a:pathLst>
                <a:path w="7868" h="1633" extrusionOk="0">
                  <a:moveTo>
                    <a:pt x="1588" y="1"/>
                  </a:moveTo>
                  <a:cubicBezTo>
                    <a:pt x="708" y="1"/>
                    <a:pt x="0" y="708"/>
                    <a:pt x="0" y="1574"/>
                  </a:cubicBezTo>
                  <a:lnTo>
                    <a:pt x="0" y="1632"/>
                  </a:lnTo>
                  <a:lnTo>
                    <a:pt x="7868" y="1632"/>
                  </a:lnTo>
                  <a:lnTo>
                    <a:pt x="7868" y="1574"/>
                  </a:lnTo>
                  <a:cubicBezTo>
                    <a:pt x="7868" y="708"/>
                    <a:pt x="7160" y="1"/>
                    <a:pt x="6294"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3" name="Google Shape;15403;p67"/>
            <p:cNvSpPr/>
            <p:nvPr/>
          </p:nvSpPr>
          <p:spPr>
            <a:xfrm>
              <a:off x="8204372" y="1553613"/>
              <a:ext cx="86326" cy="42809"/>
            </a:xfrm>
            <a:custGeom>
              <a:avLst/>
              <a:gdLst/>
              <a:ahLst/>
              <a:cxnLst/>
              <a:rect l="l" t="t" r="r" b="b"/>
              <a:pathLst>
                <a:path w="3293" h="1633" extrusionOk="0">
                  <a:moveTo>
                    <a:pt x="1" y="1"/>
                  </a:moveTo>
                  <a:cubicBezTo>
                    <a:pt x="881" y="1"/>
                    <a:pt x="1603" y="723"/>
                    <a:pt x="1603" y="1603"/>
                  </a:cubicBezTo>
                  <a:lnTo>
                    <a:pt x="1603" y="1632"/>
                  </a:lnTo>
                  <a:lnTo>
                    <a:pt x="3292" y="1632"/>
                  </a:lnTo>
                  <a:lnTo>
                    <a:pt x="3292" y="1603"/>
                  </a:lnTo>
                  <a:cubicBezTo>
                    <a:pt x="3292" y="723"/>
                    <a:pt x="2570" y="1"/>
                    <a:pt x="1675"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4" name="Google Shape;15404;p67"/>
            <p:cNvSpPr/>
            <p:nvPr/>
          </p:nvSpPr>
          <p:spPr>
            <a:xfrm>
              <a:off x="8050752" y="1578963"/>
              <a:ext cx="273606" cy="30698"/>
            </a:xfrm>
            <a:custGeom>
              <a:avLst/>
              <a:gdLst/>
              <a:ahLst/>
              <a:cxnLst/>
              <a:rect l="l" t="t" r="r" b="b"/>
              <a:pathLst>
                <a:path w="10437" h="1171" extrusionOk="0">
                  <a:moveTo>
                    <a:pt x="563" y="1"/>
                  </a:moveTo>
                  <a:cubicBezTo>
                    <a:pt x="246" y="1"/>
                    <a:pt x="0" y="261"/>
                    <a:pt x="0" y="578"/>
                  </a:cubicBezTo>
                  <a:lnTo>
                    <a:pt x="0" y="593"/>
                  </a:lnTo>
                  <a:cubicBezTo>
                    <a:pt x="0" y="910"/>
                    <a:pt x="246" y="1170"/>
                    <a:pt x="563" y="1170"/>
                  </a:cubicBezTo>
                  <a:lnTo>
                    <a:pt x="9860" y="1170"/>
                  </a:lnTo>
                  <a:cubicBezTo>
                    <a:pt x="10177" y="1170"/>
                    <a:pt x="10437" y="910"/>
                    <a:pt x="10437" y="593"/>
                  </a:cubicBezTo>
                  <a:lnTo>
                    <a:pt x="10437" y="578"/>
                  </a:lnTo>
                  <a:cubicBezTo>
                    <a:pt x="10437" y="261"/>
                    <a:pt x="10177" y="1"/>
                    <a:pt x="9860" y="1"/>
                  </a:cubicBezTo>
                  <a:close/>
                </a:path>
              </a:pathLst>
            </a:custGeom>
            <a:solidFill>
              <a:srgbClr val="889A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5" name="Google Shape;15405;p67"/>
            <p:cNvSpPr/>
            <p:nvPr/>
          </p:nvSpPr>
          <p:spPr>
            <a:xfrm>
              <a:off x="8050359" y="1578963"/>
              <a:ext cx="279321" cy="30698"/>
            </a:xfrm>
            <a:custGeom>
              <a:avLst/>
              <a:gdLst/>
              <a:ahLst/>
              <a:cxnLst/>
              <a:rect l="l" t="t" r="r" b="b"/>
              <a:pathLst>
                <a:path w="10655" h="1171" extrusionOk="0">
                  <a:moveTo>
                    <a:pt x="8662" y="1"/>
                  </a:moveTo>
                  <a:cubicBezTo>
                    <a:pt x="8662" y="319"/>
                    <a:pt x="8388" y="578"/>
                    <a:pt x="8070" y="578"/>
                  </a:cubicBezTo>
                  <a:lnTo>
                    <a:pt x="1" y="578"/>
                  </a:lnTo>
                  <a:cubicBezTo>
                    <a:pt x="1" y="910"/>
                    <a:pt x="275" y="1170"/>
                    <a:pt x="593" y="1170"/>
                  </a:cubicBezTo>
                  <a:lnTo>
                    <a:pt x="9875" y="1170"/>
                  </a:lnTo>
                  <a:cubicBezTo>
                    <a:pt x="10654" y="1170"/>
                    <a:pt x="10654" y="1"/>
                    <a:pt x="9875" y="1"/>
                  </a:cubicBezTo>
                  <a:close/>
                </a:path>
              </a:pathLst>
            </a:custGeom>
            <a:solidFill>
              <a:srgbClr val="9FAE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6" name="Google Shape;15406;p67"/>
            <p:cNvSpPr/>
            <p:nvPr/>
          </p:nvSpPr>
          <p:spPr>
            <a:xfrm>
              <a:off x="8177895" y="1640647"/>
              <a:ext cx="19320" cy="165417"/>
            </a:xfrm>
            <a:custGeom>
              <a:avLst/>
              <a:gdLst/>
              <a:ahLst/>
              <a:cxnLst/>
              <a:rect l="l" t="t" r="r" b="b"/>
              <a:pathLst>
                <a:path w="737" h="6310" extrusionOk="0">
                  <a:moveTo>
                    <a:pt x="361" y="1"/>
                  </a:moveTo>
                  <a:cubicBezTo>
                    <a:pt x="159" y="1"/>
                    <a:pt x="0" y="160"/>
                    <a:pt x="0" y="362"/>
                  </a:cubicBezTo>
                  <a:lnTo>
                    <a:pt x="0" y="5948"/>
                  </a:lnTo>
                  <a:cubicBezTo>
                    <a:pt x="0" y="6150"/>
                    <a:pt x="159" y="6309"/>
                    <a:pt x="361" y="6309"/>
                  </a:cubicBezTo>
                  <a:lnTo>
                    <a:pt x="376" y="6309"/>
                  </a:lnTo>
                  <a:cubicBezTo>
                    <a:pt x="578" y="6309"/>
                    <a:pt x="737" y="6150"/>
                    <a:pt x="737" y="5948"/>
                  </a:cubicBezTo>
                  <a:lnTo>
                    <a:pt x="737" y="362"/>
                  </a:lnTo>
                  <a:cubicBezTo>
                    <a:pt x="737" y="160"/>
                    <a:pt x="578" y="1"/>
                    <a:pt x="376" y="1"/>
                  </a:cubicBezTo>
                  <a:close/>
                </a:path>
              </a:pathLst>
            </a:custGeom>
            <a:solidFill>
              <a:srgbClr val="87A0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7" name="Google Shape;15407;p67"/>
            <p:cNvSpPr/>
            <p:nvPr/>
          </p:nvSpPr>
          <p:spPr>
            <a:xfrm>
              <a:off x="8231819" y="1640647"/>
              <a:ext cx="23305" cy="165076"/>
            </a:xfrm>
            <a:custGeom>
              <a:avLst/>
              <a:gdLst/>
              <a:ahLst/>
              <a:cxnLst/>
              <a:rect l="l" t="t" r="r" b="b"/>
              <a:pathLst>
                <a:path w="889" h="6297" extrusionOk="0">
                  <a:moveTo>
                    <a:pt x="527" y="1"/>
                  </a:moveTo>
                  <a:cubicBezTo>
                    <a:pt x="325" y="1"/>
                    <a:pt x="166" y="145"/>
                    <a:pt x="166" y="347"/>
                  </a:cubicBezTo>
                  <a:lnTo>
                    <a:pt x="8" y="5919"/>
                  </a:lnTo>
                  <a:cubicBezTo>
                    <a:pt x="0" y="6170"/>
                    <a:pt x="185" y="6297"/>
                    <a:pt x="370" y="6297"/>
                  </a:cubicBezTo>
                  <a:cubicBezTo>
                    <a:pt x="546" y="6297"/>
                    <a:pt x="722" y="6181"/>
                    <a:pt x="729" y="5948"/>
                  </a:cubicBezTo>
                  <a:lnTo>
                    <a:pt x="888" y="362"/>
                  </a:lnTo>
                  <a:cubicBezTo>
                    <a:pt x="888" y="160"/>
                    <a:pt x="729" y="1"/>
                    <a:pt x="527"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8" name="Google Shape;15408;p67"/>
            <p:cNvSpPr/>
            <p:nvPr/>
          </p:nvSpPr>
          <p:spPr>
            <a:xfrm>
              <a:off x="8119986" y="1640647"/>
              <a:ext cx="23305" cy="165076"/>
            </a:xfrm>
            <a:custGeom>
              <a:avLst/>
              <a:gdLst/>
              <a:ahLst/>
              <a:cxnLst/>
              <a:rect l="l" t="t" r="r" b="b"/>
              <a:pathLst>
                <a:path w="889" h="6297" extrusionOk="0">
                  <a:moveTo>
                    <a:pt x="362" y="1"/>
                  </a:moveTo>
                  <a:cubicBezTo>
                    <a:pt x="160" y="1"/>
                    <a:pt x="1" y="160"/>
                    <a:pt x="1" y="362"/>
                  </a:cubicBezTo>
                  <a:lnTo>
                    <a:pt x="160" y="5948"/>
                  </a:lnTo>
                  <a:cubicBezTo>
                    <a:pt x="167" y="6181"/>
                    <a:pt x="343" y="6297"/>
                    <a:pt x="519" y="6297"/>
                  </a:cubicBezTo>
                  <a:cubicBezTo>
                    <a:pt x="704" y="6297"/>
                    <a:pt x="889" y="6170"/>
                    <a:pt x="881" y="5919"/>
                  </a:cubicBezTo>
                  <a:lnTo>
                    <a:pt x="723" y="347"/>
                  </a:lnTo>
                  <a:cubicBezTo>
                    <a:pt x="723" y="145"/>
                    <a:pt x="564" y="1"/>
                    <a:pt x="362" y="1"/>
                  </a:cubicBezTo>
                  <a:close/>
                </a:path>
              </a:pathLst>
            </a:custGeom>
            <a:solidFill>
              <a:srgbClr val="87A0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9" name="Google Shape;15409;p67"/>
            <p:cNvSpPr/>
            <p:nvPr/>
          </p:nvSpPr>
          <p:spPr>
            <a:xfrm>
              <a:off x="8179022" y="1640647"/>
              <a:ext cx="17826" cy="165023"/>
            </a:xfrm>
            <a:custGeom>
              <a:avLst/>
              <a:gdLst/>
              <a:ahLst/>
              <a:cxnLst/>
              <a:rect l="l" t="t" r="r" b="b"/>
              <a:pathLst>
                <a:path w="680" h="6295" extrusionOk="0">
                  <a:moveTo>
                    <a:pt x="318" y="1"/>
                  </a:moveTo>
                  <a:cubicBezTo>
                    <a:pt x="333" y="44"/>
                    <a:pt x="347" y="88"/>
                    <a:pt x="347" y="145"/>
                  </a:cubicBezTo>
                  <a:lnTo>
                    <a:pt x="347" y="5717"/>
                  </a:lnTo>
                  <a:cubicBezTo>
                    <a:pt x="347" y="5905"/>
                    <a:pt x="188" y="6064"/>
                    <a:pt x="1" y="6078"/>
                  </a:cubicBezTo>
                  <a:cubicBezTo>
                    <a:pt x="44" y="6208"/>
                    <a:pt x="174" y="6295"/>
                    <a:pt x="318" y="6295"/>
                  </a:cubicBezTo>
                  <a:cubicBezTo>
                    <a:pt x="520" y="6295"/>
                    <a:pt x="679" y="6136"/>
                    <a:pt x="679" y="5934"/>
                  </a:cubicBezTo>
                  <a:lnTo>
                    <a:pt x="679" y="362"/>
                  </a:lnTo>
                  <a:cubicBezTo>
                    <a:pt x="679" y="160"/>
                    <a:pt x="520" y="1"/>
                    <a:pt x="318"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0" name="Google Shape;15410;p67"/>
            <p:cNvSpPr/>
            <p:nvPr/>
          </p:nvSpPr>
          <p:spPr>
            <a:xfrm>
              <a:off x="8232763" y="1640647"/>
              <a:ext cx="22361" cy="164919"/>
            </a:xfrm>
            <a:custGeom>
              <a:avLst/>
              <a:gdLst/>
              <a:ahLst/>
              <a:cxnLst/>
              <a:rect l="l" t="t" r="r" b="b"/>
              <a:pathLst>
                <a:path w="853" h="6291" extrusionOk="0">
                  <a:moveTo>
                    <a:pt x="477" y="1"/>
                  </a:moveTo>
                  <a:cubicBezTo>
                    <a:pt x="491" y="44"/>
                    <a:pt x="506" y="102"/>
                    <a:pt x="506" y="145"/>
                  </a:cubicBezTo>
                  <a:lnTo>
                    <a:pt x="347" y="5732"/>
                  </a:lnTo>
                  <a:cubicBezTo>
                    <a:pt x="333" y="5919"/>
                    <a:pt x="188" y="6064"/>
                    <a:pt x="1" y="6078"/>
                  </a:cubicBezTo>
                  <a:cubicBezTo>
                    <a:pt x="61" y="6224"/>
                    <a:pt x="191" y="6291"/>
                    <a:pt x="323" y="6291"/>
                  </a:cubicBezTo>
                  <a:cubicBezTo>
                    <a:pt x="503" y="6291"/>
                    <a:pt x="685" y="6165"/>
                    <a:pt x="693" y="5948"/>
                  </a:cubicBezTo>
                  <a:lnTo>
                    <a:pt x="838" y="362"/>
                  </a:lnTo>
                  <a:cubicBezTo>
                    <a:pt x="852" y="160"/>
                    <a:pt x="693" y="1"/>
                    <a:pt x="491" y="1"/>
                  </a:cubicBezTo>
                  <a:close/>
                </a:path>
              </a:pathLst>
            </a:custGeom>
            <a:solidFill>
              <a:srgbClr val="576D8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1" name="Google Shape;15411;p67"/>
            <p:cNvSpPr/>
            <p:nvPr/>
          </p:nvSpPr>
          <p:spPr>
            <a:xfrm>
              <a:off x="8124914" y="1640647"/>
              <a:ext cx="18403" cy="164683"/>
            </a:xfrm>
            <a:custGeom>
              <a:avLst/>
              <a:gdLst/>
              <a:ahLst/>
              <a:cxnLst/>
              <a:rect l="l" t="t" r="r" b="b"/>
              <a:pathLst>
                <a:path w="702" h="6282" extrusionOk="0">
                  <a:moveTo>
                    <a:pt x="174" y="1"/>
                  </a:moveTo>
                  <a:cubicBezTo>
                    <a:pt x="188" y="44"/>
                    <a:pt x="188" y="88"/>
                    <a:pt x="203" y="131"/>
                  </a:cubicBezTo>
                  <a:lnTo>
                    <a:pt x="347" y="5703"/>
                  </a:lnTo>
                  <a:cubicBezTo>
                    <a:pt x="347" y="5905"/>
                    <a:pt x="203" y="6064"/>
                    <a:pt x="0" y="6064"/>
                  </a:cubicBezTo>
                  <a:cubicBezTo>
                    <a:pt x="66" y="6214"/>
                    <a:pt x="200" y="6281"/>
                    <a:pt x="332" y="6281"/>
                  </a:cubicBezTo>
                  <a:cubicBezTo>
                    <a:pt x="518" y="6281"/>
                    <a:pt x="702" y="6147"/>
                    <a:pt x="693" y="5919"/>
                  </a:cubicBezTo>
                  <a:lnTo>
                    <a:pt x="535" y="347"/>
                  </a:lnTo>
                  <a:cubicBezTo>
                    <a:pt x="520" y="145"/>
                    <a:pt x="361" y="1"/>
                    <a:pt x="174"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12" name="Google Shape;15412;p67"/>
          <p:cNvGrpSpPr/>
          <p:nvPr/>
        </p:nvGrpSpPr>
        <p:grpSpPr>
          <a:xfrm>
            <a:off x="6068850" y="2461832"/>
            <a:ext cx="364441" cy="339091"/>
            <a:chOff x="6093907" y="2461832"/>
            <a:chExt cx="364441" cy="339091"/>
          </a:xfrm>
        </p:grpSpPr>
        <p:sp>
          <p:nvSpPr>
            <p:cNvPr id="15413" name="Google Shape;15413;p67"/>
            <p:cNvSpPr/>
            <p:nvPr/>
          </p:nvSpPr>
          <p:spPr>
            <a:xfrm>
              <a:off x="6094668" y="2515573"/>
              <a:ext cx="283070" cy="233890"/>
            </a:xfrm>
            <a:custGeom>
              <a:avLst/>
              <a:gdLst/>
              <a:ahLst/>
              <a:cxnLst/>
              <a:rect l="l" t="t" r="r" b="b"/>
              <a:pathLst>
                <a:path w="10798" h="8922" extrusionOk="0">
                  <a:moveTo>
                    <a:pt x="0" y="1"/>
                  </a:moveTo>
                  <a:lnTo>
                    <a:pt x="0" y="6857"/>
                  </a:lnTo>
                  <a:cubicBezTo>
                    <a:pt x="0" y="7998"/>
                    <a:pt x="2411" y="8922"/>
                    <a:pt x="5399" y="8922"/>
                  </a:cubicBezTo>
                  <a:lnTo>
                    <a:pt x="5875" y="8922"/>
                  </a:lnTo>
                  <a:cubicBezTo>
                    <a:pt x="8633" y="8821"/>
                    <a:pt x="10798" y="7940"/>
                    <a:pt x="10798" y="6872"/>
                  </a:cubicBezTo>
                  <a:lnTo>
                    <a:pt x="10798" y="1"/>
                  </a:ln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4" name="Google Shape;15414;p67"/>
            <p:cNvSpPr/>
            <p:nvPr/>
          </p:nvSpPr>
          <p:spPr>
            <a:xfrm>
              <a:off x="6234682" y="2576497"/>
              <a:ext cx="143055" cy="172967"/>
            </a:xfrm>
            <a:custGeom>
              <a:avLst/>
              <a:gdLst/>
              <a:ahLst/>
              <a:cxnLst/>
              <a:rect l="l" t="t" r="r" b="b"/>
              <a:pathLst>
                <a:path w="5457" h="6598" extrusionOk="0">
                  <a:moveTo>
                    <a:pt x="3580" y="1"/>
                  </a:moveTo>
                  <a:cubicBezTo>
                    <a:pt x="3248" y="1"/>
                    <a:pt x="2974" y="275"/>
                    <a:pt x="2974" y="621"/>
                  </a:cubicBezTo>
                  <a:lnTo>
                    <a:pt x="2974" y="1127"/>
                  </a:lnTo>
                  <a:cubicBezTo>
                    <a:pt x="2757" y="1228"/>
                    <a:pt x="2555" y="1358"/>
                    <a:pt x="2353" y="1487"/>
                  </a:cubicBezTo>
                  <a:lnTo>
                    <a:pt x="1906" y="1228"/>
                  </a:lnTo>
                  <a:cubicBezTo>
                    <a:pt x="1809" y="1177"/>
                    <a:pt x="1706" y="1153"/>
                    <a:pt x="1605" y="1153"/>
                  </a:cubicBezTo>
                  <a:cubicBezTo>
                    <a:pt x="1391" y="1153"/>
                    <a:pt x="1186" y="1262"/>
                    <a:pt x="1069" y="1459"/>
                  </a:cubicBezTo>
                  <a:lnTo>
                    <a:pt x="159" y="3032"/>
                  </a:lnTo>
                  <a:cubicBezTo>
                    <a:pt x="0" y="3321"/>
                    <a:pt x="101" y="3696"/>
                    <a:pt x="390" y="3869"/>
                  </a:cubicBezTo>
                  <a:lnTo>
                    <a:pt x="852" y="4129"/>
                  </a:lnTo>
                  <a:cubicBezTo>
                    <a:pt x="823" y="4245"/>
                    <a:pt x="823" y="4375"/>
                    <a:pt x="823" y="4490"/>
                  </a:cubicBezTo>
                  <a:cubicBezTo>
                    <a:pt x="823" y="4606"/>
                    <a:pt x="838" y="4735"/>
                    <a:pt x="852" y="4851"/>
                  </a:cubicBezTo>
                  <a:lnTo>
                    <a:pt x="390" y="5111"/>
                  </a:lnTo>
                  <a:cubicBezTo>
                    <a:pt x="101" y="5284"/>
                    <a:pt x="0" y="5659"/>
                    <a:pt x="159" y="5948"/>
                  </a:cubicBezTo>
                  <a:lnTo>
                    <a:pt x="534" y="6598"/>
                  </a:lnTo>
                  <a:cubicBezTo>
                    <a:pt x="3292" y="6497"/>
                    <a:pt x="5457" y="5616"/>
                    <a:pt x="5457" y="4548"/>
                  </a:cubicBezTo>
                  <a:lnTo>
                    <a:pt x="5457" y="15"/>
                  </a:lnTo>
                  <a:lnTo>
                    <a:pt x="5442" y="1"/>
                  </a:ln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5" name="Google Shape;15415;p67"/>
            <p:cNvSpPr/>
            <p:nvPr/>
          </p:nvSpPr>
          <p:spPr>
            <a:xfrm>
              <a:off x="6094274" y="2515573"/>
              <a:ext cx="283463" cy="65118"/>
            </a:xfrm>
            <a:custGeom>
              <a:avLst/>
              <a:gdLst/>
              <a:ahLst/>
              <a:cxnLst/>
              <a:rect l="l" t="t" r="r" b="b"/>
              <a:pathLst>
                <a:path w="10813" h="2484" extrusionOk="0">
                  <a:moveTo>
                    <a:pt x="1" y="1"/>
                  </a:moveTo>
                  <a:lnTo>
                    <a:pt x="1" y="982"/>
                  </a:lnTo>
                  <a:cubicBezTo>
                    <a:pt x="419" y="1372"/>
                    <a:pt x="896" y="1675"/>
                    <a:pt x="1444" y="1863"/>
                  </a:cubicBezTo>
                  <a:cubicBezTo>
                    <a:pt x="2513" y="2267"/>
                    <a:pt x="3913" y="2483"/>
                    <a:pt x="5414" y="2483"/>
                  </a:cubicBezTo>
                  <a:cubicBezTo>
                    <a:pt x="6901" y="2483"/>
                    <a:pt x="8316" y="2267"/>
                    <a:pt x="9384" y="1863"/>
                  </a:cubicBezTo>
                  <a:cubicBezTo>
                    <a:pt x="9918" y="1675"/>
                    <a:pt x="10409" y="1372"/>
                    <a:pt x="10813" y="982"/>
                  </a:cubicBezTo>
                  <a:lnTo>
                    <a:pt x="10813" y="1"/>
                  </a:ln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6" name="Google Shape;15416;p67"/>
            <p:cNvSpPr/>
            <p:nvPr/>
          </p:nvSpPr>
          <p:spPr>
            <a:xfrm>
              <a:off x="6094668" y="2612070"/>
              <a:ext cx="283070" cy="137393"/>
            </a:xfrm>
            <a:custGeom>
              <a:avLst/>
              <a:gdLst/>
              <a:ahLst/>
              <a:cxnLst/>
              <a:rect l="l" t="t" r="r" b="b"/>
              <a:pathLst>
                <a:path w="10798" h="5241" extrusionOk="0">
                  <a:moveTo>
                    <a:pt x="0" y="1"/>
                  </a:moveTo>
                  <a:lnTo>
                    <a:pt x="0" y="3176"/>
                  </a:lnTo>
                  <a:cubicBezTo>
                    <a:pt x="0" y="4317"/>
                    <a:pt x="2411" y="5241"/>
                    <a:pt x="5399" y="5241"/>
                  </a:cubicBezTo>
                  <a:lnTo>
                    <a:pt x="5875" y="5241"/>
                  </a:lnTo>
                  <a:cubicBezTo>
                    <a:pt x="8633" y="5140"/>
                    <a:pt x="10798" y="4259"/>
                    <a:pt x="10798" y="3191"/>
                  </a:cubicBezTo>
                  <a:lnTo>
                    <a:pt x="10798" y="1"/>
                  </a:lnTo>
                  <a:cubicBezTo>
                    <a:pt x="10798" y="1127"/>
                    <a:pt x="8402" y="2050"/>
                    <a:pt x="5428" y="2050"/>
                  </a:cubicBezTo>
                  <a:lnTo>
                    <a:pt x="5399" y="2050"/>
                  </a:lnTo>
                  <a:cubicBezTo>
                    <a:pt x="2411" y="2050"/>
                    <a:pt x="0" y="1141"/>
                    <a:pt x="0"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7" name="Google Shape;15417;p67"/>
            <p:cNvSpPr/>
            <p:nvPr/>
          </p:nvSpPr>
          <p:spPr>
            <a:xfrm>
              <a:off x="6234682" y="2612070"/>
              <a:ext cx="143055" cy="137393"/>
            </a:xfrm>
            <a:custGeom>
              <a:avLst/>
              <a:gdLst/>
              <a:ahLst/>
              <a:cxnLst/>
              <a:rect l="l" t="t" r="r" b="b"/>
              <a:pathLst>
                <a:path w="5457" h="5241" extrusionOk="0">
                  <a:moveTo>
                    <a:pt x="5457" y="1"/>
                  </a:moveTo>
                  <a:cubicBezTo>
                    <a:pt x="5457" y="1127"/>
                    <a:pt x="3061" y="2050"/>
                    <a:pt x="87" y="2050"/>
                  </a:cubicBezTo>
                  <a:cubicBezTo>
                    <a:pt x="116" y="2238"/>
                    <a:pt x="217" y="2411"/>
                    <a:pt x="390" y="2512"/>
                  </a:cubicBezTo>
                  <a:lnTo>
                    <a:pt x="852" y="2772"/>
                  </a:lnTo>
                  <a:cubicBezTo>
                    <a:pt x="823" y="2888"/>
                    <a:pt x="823" y="3003"/>
                    <a:pt x="823" y="3133"/>
                  </a:cubicBezTo>
                  <a:cubicBezTo>
                    <a:pt x="823" y="3249"/>
                    <a:pt x="838" y="3378"/>
                    <a:pt x="852" y="3494"/>
                  </a:cubicBezTo>
                  <a:lnTo>
                    <a:pt x="390" y="3754"/>
                  </a:lnTo>
                  <a:cubicBezTo>
                    <a:pt x="101" y="3927"/>
                    <a:pt x="0" y="4302"/>
                    <a:pt x="159" y="4591"/>
                  </a:cubicBezTo>
                  <a:lnTo>
                    <a:pt x="534" y="5241"/>
                  </a:lnTo>
                  <a:cubicBezTo>
                    <a:pt x="3292" y="5140"/>
                    <a:pt x="5457" y="4259"/>
                    <a:pt x="5457" y="3191"/>
                  </a:cubicBezTo>
                  <a:lnTo>
                    <a:pt x="5457" y="1"/>
                  </a:lnTo>
                  <a:close/>
                </a:path>
              </a:pathLst>
            </a:custGeom>
            <a:solidFill>
              <a:srgbClr val="C5CC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8" name="Google Shape;15418;p67"/>
            <p:cNvSpPr/>
            <p:nvPr/>
          </p:nvSpPr>
          <p:spPr>
            <a:xfrm>
              <a:off x="6093907" y="2612070"/>
              <a:ext cx="283830" cy="66245"/>
            </a:xfrm>
            <a:custGeom>
              <a:avLst/>
              <a:gdLst/>
              <a:ahLst/>
              <a:cxnLst/>
              <a:rect l="l" t="t" r="r" b="b"/>
              <a:pathLst>
                <a:path w="10827" h="2527" extrusionOk="0">
                  <a:moveTo>
                    <a:pt x="0" y="1"/>
                  </a:moveTo>
                  <a:lnTo>
                    <a:pt x="0" y="1011"/>
                  </a:lnTo>
                  <a:cubicBezTo>
                    <a:pt x="405" y="1415"/>
                    <a:pt x="895" y="1718"/>
                    <a:pt x="1444" y="1892"/>
                  </a:cubicBezTo>
                  <a:cubicBezTo>
                    <a:pt x="2512" y="2296"/>
                    <a:pt x="3912" y="2527"/>
                    <a:pt x="5414" y="2527"/>
                  </a:cubicBezTo>
                  <a:cubicBezTo>
                    <a:pt x="6900" y="2527"/>
                    <a:pt x="8315" y="2296"/>
                    <a:pt x="9383" y="1892"/>
                  </a:cubicBezTo>
                  <a:cubicBezTo>
                    <a:pt x="9917" y="1718"/>
                    <a:pt x="10408" y="1415"/>
                    <a:pt x="10827" y="1011"/>
                  </a:cubicBezTo>
                  <a:lnTo>
                    <a:pt x="10827" y="1"/>
                  </a:lnTo>
                  <a:cubicBezTo>
                    <a:pt x="10827" y="1141"/>
                    <a:pt x="8373" y="2050"/>
                    <a:pt x="5399" y="2050"/>
                  </a:cubicBezTo>
                  <a:cubicBezTo>
                    <a:pt x="2411" y="2050"/>
                    <a:pt x="0" y="1141"/>
                    <a:pt x="0" y="1"/>
                  </a:cubicBezTo>
                  <a:close/>
                </a:path>
              </a:pathLst>
            </a:custGeom>
            <a:solidFill>
              <a:srgbClr val="C5CC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9" name="Google Shape;15419;p67"/>
            <p:cNvSpPr/>
            <p:nvPr/>
          </p:nvSpPr>
          <p:spPr>
            <a:xfrm>
              <a:off x="6094668" y="2461832"/>
              <a:ext cx="283070" cy="107875"/>
            </a:xfrm>
            <a:custGeom>
              <a:avLst/>
              <a:gdLst/>
              <a:ahLst/>
              <a:cxnLst/>
              <a:rect l="l" t="t" r="r" b="b"/>
              <a:pathLst>
                <a:path w="10798" h="4115" extrusionOk="0">
                  <a:moveTo>
                    <a:pt x="5399" y="1"/>
                  </a:moveTo>
                  <a:cubicBezTo>
                    <a:pt x="2411" y="1"/>
                    <a:pt x="0" y="925"/>
                    <a:pt x="0" y="2051"/>
                  </a:cubicBezTo>
                  <a:cubicBezTo>
                    <a:pt x="0" y="3191"/>
                    <a:pt x="2411" y="4115"/>
                    <a:pt x="5399" y="4115"/>
                  </a:cubicBezTo>
                  <a:cubicBezTo>
                    <a:pt x="8373" y="4115"/>
                    <a:pt x="10798" y="3191"/>
                    <a:pt x="10798" y="2051"/>
                  </a:cubicBezTo>
                  <a:cubicBezTo>
                    <a:pt x="10798" y="925"/>
                    <a:pt x="8373" y="1"/>
                    <a:pt x="5399" y="1"/>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0" name="Google Shape;15420;p67"/>
            <p:cNvSpPr/>
            <p:nvPr/>
          </p:nvSpPr>
          <p:spPr>
            <a:xfrm>
              <a:off x="6247160" y="2587848"/>
              <a:ext cx="211188" cy="213076"/>
            </a:xfrm>
            <a:custGeom>
              <a:avLst/>
              <a:gdLst/>
              <a:ahLst/>
              <a:cxnLst/>
              <a:rect l="l" t="t" r="r" b="b"/>
              <a:pathLst>
                <a:path w="8056" h="8128" extrusionOk="0">
                  <a:moveTo>
                    <a:pt x="3119" y="1"/>
                  </a:moveTo>
                  <a:cubicBezTo>
                    <a:pt x="3018" y="1"/>
                    <a:pt x="2946" y="87"/>
                    <a:pt x="2946" y="188"/>
                  </a:cubicBezTo>
                  <a:lnTo>
                    <a:pt x="2946" y="997"/>
                  </a:lnTo>
                  <a:cubicBezTo>
                    <a:pt x="2570" y="1127"/>
                    <a:pt x="2224" y="1314"/>
                    <a:pt x="1935" y="1574"/>
                  </a:cubicBezTo>
                  <a:lnTo>
                    <a:pt x="1228" y="1170"/>
                  </a:lnTo>
                  <a:cubicBezTo>
                    <a:pt x="1198" y="1150"/>
                    <a:pt x="1165" y="1141"/>
                    <a:pt x="1132" y="1141"/>
                  </a:cubicBezTo>
                  <a:cubicBezTo>
                    <a:pt x="1069" y="1141"/>
                    <a:pt x="1006" y="1176"/>
                    <a:pt x="968" y="1242"/>
                  </a:cubicBezTo>
                  <a:lnTo>
                    <a:pt x="73" y="2816"/>
                  </a:lnTo>
                  <a:cubicBezTo>
                    <a:pt x="15" y="2902"/>
                    <a:pt x="44" y="3018"/>
                    <a:pt x="145" y="3061"/>
                  </a:cubicBezTo>
                  <a:lnTo>
                    <a:pt x="838" y="3465"/>
                  </a:lnTo>
                  <a:cubicBezTo>
                    <a:pt x="766" y="3855"/>
                    <a:pt x="766" y="4259"/>
                    <a:pt x="838" y="4634"/>
                  </a:cubicBezTo>
                  <a:lnTo>
                    <a:pt x="131" y="5053"/>
                  </a:lnTo>
                  <a:cubicBezTo>
                    <a:pt x="30" y="5096"/>
                    <a:pt x="1" y="5212"/>
                    <a:pt x="58" y="5313"/>
                  </a:cubicBezTo>
                  <a:lnTo>
                    <a:pt x="953" y="6886"/>
                  </a:lnTo>
                  <a:cubicBezTo>
                    <a:pt x="993" y="6946"/>
                    <a:pt x="1061" y="6978"/>
                    <a:pt x="1127" y="6978"/>
                  </a:cubicBezTo>
                  <a:cubicBezTo>
                    <a:pt x="1157" y="6978"/>
                    <a:pt x="1186" y="6972"/>
                    <a:pt x="1213" y="6959"/>
                  </a:cubicBezTo>
                  <a:lnTo>
                    <a:pt x="1921" y="6540"/>
                  </a:lnTo>
                  <a:cubicBezTo>
                    <a:pt x="2209" y="6800"/>
                    <a:pt x="2556" y="7002"/>
                    <a:pt x="2931" y="7132"/>
                  </a:cubicBezTo>
                  <a:lnTo>
                    <a:pt x="2931" y="7940"/>
                  </a:lnTo>
                  <a:cubicBezTo>
                    <a:pt x="2931" y="8041"/>
                    <a:pt x="3003" y="8128"/>
                    <a:pt x="3104" y="8128"/>
                  </a:cubicBezTo>
                  <a:lnTo>
                    <a:pt x="4923" y="8128"/>
                  </a:lnTo>
                  <a:cubicBezTo>
                    <a:pt x="5024" y="8128"/>
                    <a:pt x="5111" y="8041"/>
                    <a:pt x="5111" y="7940"/>
                  </a:cubicBezTo>
                  <a:lnTo>
                    <a:pt x="5111" y="7132"/>
                  </a:lnTo>
                  <a:cubicBezTo>
                    <a:pt x="5472" y="7002"/>
                    <a:pt x="5818" y="6800"/>
                    <a:pt x="6107" y="6540"/>
                  </a:cubicBezTo>
                  <a:lnTo>
                    <a:pt x="6814" y="6959"/>
                  </a:lnTo>
                  <a:cubicBezTo>
                    <a:pt x="6841" y="6972"/>
                    <a:pt x="6871" y="6978"/>
                    <a:pt x="6900" y="6978"/>
                  </a:cubicBezTo>
                  <a:cubicBezTo>
                    <a:pt x="6967" y="6978"/>
                    <a:pt x="7034" y="6946"/>
                    <a:pt x="7074" y="6886"/>
                  </a:cubicBezTo>
                  <a:lnTo>
                    <a:pt x="7969" y="5313"/>
                  </a:lnTo>
                  <a:cubicBezTo>
                    <a:pt x="8027" y="5226"/>
                    <a:pt x="7998" y="5111"/>
                    <a:pt x="7911" y="5053"/>
                  </a:cubicBezTo>
                  <a:lnTo>
                    <a:pt x="7204" y="4649"/>
                  </a:lnTo>
                  <a:cubicBezTo>
                    <a:pt x="7247" y="4461"/>
                    <a:pt x="7276" y="4259"/>
                    <a:pt x="7276" y="4057"/>
                  </a:cubicBezTo>
                  <a:cubicBezTo>
                    <a:pt x="7276" y="3869"/>
                    <a:pt x="7262" y="3667"/>
                    <a:pt x="7233" y="3480"/>
                  </a:cubicBezTo>
                  <a:lnTo>
                    <a:pt x="7926" y="3075"/>
                  </a:lnTo>
                  <a:cubicBezTo>
                    <a:pt x="8027" y="3018"/>
                    <a:pt x="8056" y="2902"/>
                    <a:pt x="7998" y="2816"/>
                  </a:cubicBezTo>
                  <a:lnTo>
                    <a:pt x="7103" y="1242"/>
                  </a:lnTo>
                  <a:cubicBezTo>
                    <a:pt x="7065" y="1176"/>
                    <a:pt x="7002" y="1141"/>
                    <a:pt x="6939" y="1141"/>
                  </a:cubicBezTo>
                  <a:cubicBezTo>
                    <a:pt x="6906" y="1141"/>
                    <a:pt x="6873" y="1150"/>
                    <a:pt x="6843" y="1170"/>
                  </a:cubicBezTo>
                  <a:lnTo>
                    <a:pt x="6136" y="1574"/>
                  </a:lnTo>
                  <a:cubicBezTo>
                    <a:pt x="5847" y="1329"/>
                    <a:pt x="5501" y="1127"/>
                    <a:pt x="5125" y="997"/>
                  </a:cubicBezTo>
                  <a:lnTo>
                    <a:pt x="5125" y="188"/>
                  </a:lnTo>
                  <a:cubicBezTo>
                    <a:pt x="5125" y="87"/>
                    <a:pt x="5053" y="1"/>
                    <a:pt x="4952"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1" name="Google Shape;15421;p67"/>
            <p:cNvSpPr/>
            <p:nvPr/>
          </p:nvSpPr>
          <p:spPr>
            <a:xfrm>
              <a:off x="6300141" y="2654670"/>
              <a:ext cx="91988" cy="78907"/>
            </a:xfrm>
            <a:custGeom>
              <a:avLst/>
              <a:gdLst/>
              <a:ahLst/>
              <a:cxnLst/>
              <a:rect l="l" t="t" r="r" b="b"/>
              <a:pathLst>
                <a:path w="3509" h="3010" extrusionOk="0">
                  <a:moveTo>
                    <a:pt x="1993" y="1"/>
                  </a:moveTo>
                  <a:cubicBezTo>
                    <a:pt x="1623" y="1"/>
                    <a:pt x="1247" y="137"/>
                    <a:pt x="939" y="440"/>
                  </a:cubicBezTo>
                  <a:cubicBezTo>
                    <a:pt x="1" y="1393"/>
                    <a:pt x="665" y="3009"/>
                    <a:pt x="2007" y="3009"/>
                  </a:cubicBezTo>
                  <a:cubicBezTo>
                    <a:pt x="2844" y="3009"/>
                    <a:pt x="3508" y="2345"/>
                    <a:pt x="3508" y="1508"/>
                  </a:cubicBezTo>
                  <a:cubicBezTo>
                    <a:pt x="3508" y="599"/>
                    <a:pt x="2767" y="1"/>
                    <a:pt x="1993" y="1"/>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2" name="Google Shape;15422;p67"/>
            <p:cNvSpPr/>
            <p:nvPr/>
          </p:nvSpPr>
          <p:spPr>
            <a:xfrm>
              <a:off x="6324730" y="2666571"/>
              <a:ext cx="55654" cy="55654"/>
            </a:xfrm>
            <a:custGeom>
              <a:avLst/>
              <a:gdLst/>
              <a:ahLst/>
              <a:cxnLst/>
              <a:rect l="l" t="t" r="r" b="b"/>
              <a:pathLst>
                <a:path w="2123" h="2123" extrusionOk="0">
                  <a:moveTo>
                    <a:pt x="1069" y="0"/>
                  </a:moveTo>
                  <a:cubicBezTo>
                    <a:pt x="477" y="0"/>
                    <a:pt x="1" y="477"/>
                    <a:pt x="1" y="1054"/>
                  </a:cubicBezTo>
                  <a:cubicBezTo>
                    <a:pt x="1" y="1646"/>
                    <a:pt x="477" y="2122"/>
                    <a:pt x="1069" y="2122"/>
                  </a:cubicBezTo>
                  <a:cubicBezTo>
                    <a:pt x="1661" y="2122"/>
                    <a:pt x="2123" y="1646"/>
                    <a:pt x="2123" y="1054"/>
                  </a:cubicBezTo>
                  <a:cubicBezTo>
                    <a:pt x="2123" y="477"/>
                    <a:pt x="1661" y="0"/>
                    <a:pt x="1069" y="0"/>
                  </a:cubicBezTo>
                  <a:close/>
                </a:path>
              </a:pathLst>
            </a:custGeom>
            <a:solidFill>
              <a:srgbClr val="7A8F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23" name="Google Shape;15423;p67"/>
          <p:cNvGrpSpPr/>
          <p:nvPr/>
        </p:nvGrpSpPr>
        <p:grpSpPr>
          <a:xfrm>
            <a:off x="4651274" y="1980866"/>
            <a:ext cx="377680" cy="377680"/>
            <a:chOff x="4676331" y="1980866"/>
            <a:chExt cx="377680" cy="377680"/>
          </a:xfrm>
        </p:grpSpPr>
        <p:sp>
          <p:nvSpPr>
            <p:cNvPr id="15424" name="Google Shape;15424;p67"/>
            <p:cNvSpPr/>
            <p:nvPr/>
          </p:nvSpPr>
          <p:spPr>
            <a:xfrm>
              <a:off x="4676331" y="1980866"/>
              <a:ext cx="377680" cy="377680"/>
            </a:xfrm>
            <a:custGeom>
              <a:avLst/>
              <a:gdLst/>
              <a:ahLst/>
              <a:cxnLst/>
              <a:rect l="l" t="t" r="r" b="b"/>
              <a:pathLst>
                <a:path w="14407" h="14407" extrusionOk="0">
                  <a:moveTo>
                    <a:pt x="736" y="0"/>
                  </a:moveTo>
                  <a:cubicBezTo>
                    <a:pt x="332" y="0"/>
                    <a:pt x="0" y="332"/>
                    <a:pt x="0" y="737"/>
                  </a:cubicBezTo>
                  <a:lnTo>
                    <a:pt x="0" y="13671"/>
                  </a:lnTo>
                  <a:cubicBezTo>
                    <a:pt x="0" y="14075"/>
                    <a:pt x="332" y="14407"/>
                    <a:pt x="736" y="14407"/>
                  </a:cubicBezTo>
                  <a:lnTo>
                    <a:pt x="13670" y="14407"/>
                  </a:lnTo>
                  <a:cubicBezTo>
                    <a:pt x="14075" y="14407"/>
                    <a:pt x="14407" y="14075"/>
                    <a:pt x="14407" y="13671"/>
                  </a:cubicBezTo>
                  <a:lnTo>
                    <a:pt x="14407" y="737"/>
                  </a:lnTo>
                  <a:cubicBezTo>
                    <a:pt x="14407" y="332"/>
                    <a:pt x="14075" y="0"/>
                    <a:pt x="1367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5" name="Google Shape;15425;p67"/>
            <p:cNvSpPr/>
            <p:nvPr/>
          </p:nvSpPr>
          <p:spPr>
            <a:xfrm>
              <a:off x="5014636" y="1980866"/>
              <a:ext cx="39375" cy="377680"/>
            </a:xfrm>
            <a:custGeom>
              <a:avLst/>
              <a:gdLst/>
              <a:ahLst/>
              <a:cxnLst/>
              <a:rect l="l" t="t" r="r" b="b"/>
              <a:pathLst>
                <a:path w="1502" h="14407" extrusionOk="0">
                  <a:moveTo>
                    <a:pt x="0" y="0"/>
                  </a:moveTo>
                  <a:cubicBezTo>
                    <a:pt x="405" y="0"/>
                    <a:pt x="737" y="332"/>
                    <a:pt x="737" y="737"/>
                  </a:cubicBezTo>
                  <a:lnTo>
                    <a:pt x="737" y="13671"/>
                  </a:lnTo>
                  <a:cubicBezTo>
                    <a:pt x="737" y="14075"/>
                    <a:pt x="405" y="14407"/>
                    <a:pt x="0" y="14407"/>
                  </a:cubicBezTo>
                  <a:lnTo>
                    <a:pt x="765" y="14407"/>
                  </a:lnTo>
                  <a:cubicBezTo>
                    <a:pt x="1170" y="14407"/>
                    <a:pt x="1502" y="14075"/>
                    <a:pt x="1502" y="13671"/>
                  </a:cubicBezTo>
                  <a:lnTo>
                    <a:pt x="1502" y="737"/>
                  </a:lnTo>
                  <a:cubicBezTo>
                    <a:pt x="1502" y="332"/>
                    <a:pt x="1170" y="0"/>
                    <a:pt x="765" y="0"/>
                  </a:cubicBezTo>
                  <a:close/>
                </a:path>
              </a:pathLst>
            </a:custGeom>
            <a:solidFill>
              <a:srgbClr val="E8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6" name="Google Shape;15426;p67"/>
            <p:cNvSpPr/>
            <p:nvPr/>
          </p:nvSpPr>
          <p:spPr>
            <a:xfrm>
              <a:off x="4911689" y="2080378"/>
              <a:ext cx="110155" cy="100692"/>
            </a:xfrm>
            <a:custGeom>
              <a:avLst/>
              <a:gdLst/>
              <a:ahLst/>
              <a:cxnLst/>
              <a:rect l="l" t="t" r="r" b="b"/>
              <a:pathLst>
                <a:path w="4202" h="3841" extrusionOk="0">
                  <a:moveTo>
                    <a:pt x="3447" y="0"/>
                  </a:moveTo>
                  <a:cubicBezTo>
                    <a:pt x="3439" y="0"/>
                    <a:pt x="3431" y="1"/>
                    <a:pt x="3422" y="1"/>
                  </a:cubicBezTo>
                  <a:lnTo>
                    <a:pt x="780" y="1"/>
                  </a:lnTo>
                  <a:cubicBezTo>
                    <a:pt x="362" y="1"/>
                    <a:pt x="1" y="347"/>
                    <a:pt x="1" y="780"/>
                  </a:cubicBezTo>
                  <a:lnTo>
                    <a:pt x="1" y="3061"/>
                  </a:lnTo>
                  <a:cubicBezTo>
                    <a:pt x="1" y="3494"/>
                    <a:pt x="362" y="3841"/>
                    <a:pt x="780" y="3841"/>
                  </a:cubicBezTo>
                  <a:lnTo>
                    <a:pt x="3422" y="3841"/>
                  </a:lnTo>
                  <a:cubicBezTo>
                    <a:pt x="3855" y="3841"/>
                    <a:pt x="4202" y="3494"/>
                    <a:pt x="4202" y="3061"/>
                  </a:cubicBezTo>
                  <a:lnTo>
                    <a:pt x="4202" y="780"/>
                  </a:lnTo>
                  <a:cubicBezTo>
                    <a:pt x="4202" y="356"/>
                    <a:pt x="3869" y="0"/>
                    <a:pt x="3447"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7" name="Google Shape;15427;p67"/>
            <p:cNvSpPr/>
            <p:nvPr/>
          </p:nvSpPr>
          <p:spPr>
            <a:xfrm>
              <a:off x="4911689" y="2222279"/>
              <a:ext cx="110155" cy="100692"/>
            </a:xfrm>
            <a:custGeom>
              <a:avLst/>
              <a:gdLst/>
              <a:ahLst/>
              <a:cxnLst/>
              <a:rect l="l" t="t" r="r" b="b"/>
              <a:pathLst>
                <a:path w="4202" h="3841" extrusionOk="0">
                  <a:moveTo>
                    <a:pt x="3447" y="1"/>
                  </a:moveTo>
                  <a:cubicBezTo>
                    <a:pt x="3439" y="1"/>
                    <a:pt x="3431" y="1"/>
                    <a:pt x="3422" y="1"/>
                  </a:cubicBezTo>
                  <a:lnTo>
                    <a:pt x="780" y="1"/>
                  </a:lnTo>
                  <a:cubicBezTo>
                    <a:pt x="362" y="1"/>
                    <a:pt x="1" y="348"/>
                    <a:pt x="1" y="781"/>
                  </a:cubicBezTo>
                  <a:lnTo>
                    <a:pt x="1" y="3061"/>
                  </a:lnTo>
                  <a:cubicBezTo>
                    <a:pt x="1" y="3494"/>
                    <a:pt x="362" y="3841"/>
                    <a:pt x="780" y="3841"/>
                  </a:cubicBezTo>
                  <a:lnTo>
                    <a:pt x="3422" y="3841"/>
                  </a:lnTo>
                  <a:cubicBezTo>
                    <a:pt x="3855" y="3841"/>
                    <a:pt x="4202" y="3494"/>
                    <a:pt x="4202" y="3061"/>
                  </a:cubicBezTo>
                  <a:lnTo>
                    <a:pt x="4202" y="781"/>
                  </a:lnTo>
                  <a:cubicBezTo>
                    <a:pt x="4202" y="356"/>
                    <a:pt x="3869" y="1"/>
                    <a:pt x="3447"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8" name="Google Shape;15428;p67"/>
            <p:cNvSpPr/>
            <p:nvPr/>
          </p:nvSpPr>
          <p:spPr>
            <a:xfrm>
              <a:off x="4982077" y="2080378"/>
              <a:ext cx="39768" cy="100692"/>
            </a:xfrm>
            <a:custGeom>
              <a:avLst/>
              <a:gdLst/>
              <a:ahLst/>
              <a:cxnLst/>
              <a:rect l="l" t="t" r="r" b="b"/>
              <a:pathLst>
                <a:path w="1517" h="3841" extrusionOk="0">
                  <a:moveTo>
                    <a:pt x="762" y="0"/>
                  </a:moveTo>
                  <a:cubicBezTo>
                    <a:pt x="754" y="0"/>
                    <a:pt x="746" y="1"/>
                    <a:pt x="737" y="1"/>
                  </a:cubicBezTo>
                  <a:lnTo>
                    <a:pt x="1" y="1"/>
                  </a:lnTo>
                  <a:cubicBezTo>
                    <a:pt x="434" y="1"/>
                    <a:pt x="780" y="347"/>
                    <a:pt x="780" y="780"/>
                  </a:cubicBezTo>
                  <a:lnTo>
                    <a:pt x="780" y="3061"/>
                  </a:lnTo>
                  <a:cubicBezTo>
                    <a:pt x="780" y="3494"/>
                    <a:pt x="434" y="3841"/>
                    <a:pt x="1" y="3841"/>
                  </a:cubicBezTo>
                  <a:lnTo>
                    <a:pt x="737" y="3841"/>
                  </a:lnTo>
                  <a:cubicBezTo>
                    <a:pt x="1170" y="3841"/>
                    <a:pt x="1517" y="3494"/>
                    <a:pt x="1517" y="3061"/>
                  </a:cubicBezTo>
                  <a:lnTo>
                    <a:pt x="1517" y="780"/>
                  </a:lnTo>
                  <a:cubicBezTo>
                    <a:pt x="1517" y="356"/>
                    <a:pt x="1184" y="0"/>
                    <a:pt x="76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29" name="Google Shape;15429;p67"/>
            <p:cNvSpPr/>
            <p:nvPr/>
          </p:nvSpPr>
          <p:spPr>
            <a:xfrm>
              <a:off x="4982077" y="2222279"/>
              <a:ext cx="39768" cy="100692"/>
            </a:xfrm>
            <a:custGeom>
              <a:avLst/>
              <a:gdLst/>
              <a:ahLst/>
              <a:cxnLst/>
              <a:rect l="l" t="t" r="r" b="b"/>
              <a:pathLst>
                <a:path w="1517" h="3841" extrusionOk="0">
                  <a:moveTo>
                    <a:pt x="762" y="1"/>
                  </a:moveTo>
                  <a:cubicBezTo>
                    <a:pt x="754" y="1"/>
                    <a:pt x="746" y="1"/>
                    <a:pt x="737" y="1"/>
                  </a:cubicBezTo>
                  <a:lnTo>
                    <a:pt x="1" y="1"/>
                  </a:lnTo>
                  <a:cubicBezTo>
                    <a:pt x="434" y="1"/>
                    <a:pt x="780" y="348"/>
                    <a:pt x="780" y="781"/>
                  </a:cubicBezTo>
                  <a:lnTo>
                    <a:pt x="780" y="3061"/>
                  </a:lnTo>
                  <a:cubicBezTo>
                    <a:pt x="780" y="3494"/>
                    <a:pt x="434" y="3841"/>
                    <a:pt x="1" y="3841"/>
                  </a:cubicBezTo>
                  <a:lnTo>
                    <a:pt x="737" y="3841"/>
                  </a:lnTo>
                  <a:cubicBezTo>
                    <a:pt x="1170" y="3841"/>
                    <a:pt x="1517" y="3494"/>
                    <a:pt x="1517" y="3061"/>
                  </a:cubicBezTo>
                  <a:lnTo>
                    <a:pt x="1517" y="781"/>
                  </a:lnTo>
                  <a:cubicBezTo>
                    <a:pt x="1517" y="356"/>
                    <a:pt x="1184" y="1"/>
                    <a:pt x="762"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0" name="Google Shape;15430;p67"/>
            <p:cNvSpPr/>
            <p:nvPr/>
          </p:nvSpPr>
          <p:spPr>
            <a:xfrm>
              <a:off x="4676331" y="1980866"/>
              <a:ext cx="377680" cy="66245"/>
            </a:xfrm>
            <a:custGeom>
              <a:avLst/>
              <a:gdLst/>
              <a:ahLst/>
              <a:cxnLst/>
              <a:rect l="l" t="t" r="r" b="b"/>
              <a:pathLst>
                <a:path w="14407" h="2527" extrusionOk="0">
                  <a:moveTo>
                    <a:pt x="736" y="0"/>
                  </a:moveTo>
                  <a:cubicBezTo>
                    <a:pt x="318" y="0"/>
                    <a:pt x="0" y="332"/>
                    <a:pt x="0" y="751"/>
                  </a:cubicBezTo>
                  <a:lnTo>
                    <a:pt x="0" y="2527"/>
                  </a:lnTo>
                  <a:lnTo>
                    <a:pt x="14407" y="2527"/>
                  </a:lnTo>
                  <a:lnTo>
                    <a:pt x="14407" y="751"/>
                  </a:lnTo>
                  <a:cubicBezTo>
                    <a:pt x="14407" y="332"/>
                    <a:pt x="14075" y="0"/>
                    <a:pt x="13656" y="0"/>
                  </a:cubicBezTo>
                  <a:close/>
                </a:path>
              </a:pathLst>
            </a:custGeom>
            <a:solidFill>
              <a:srgbClr val="AF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1" name="Google Shape;15431;p67"/>
            <p:cNvSpPr/>
            <p:nvPr/>
          </p:nvSpPr>
          <p:spPr>
            <a:xfrm>
              <a:off x="5014636" y="1980866"/>
              <a:ext cx="39375" cy="66245"/>
            </a:xfrm>
            <a:custGeom>
              <a:avLst/>
              <a:gdLst/>
              <a:ahLst/>
              <a:cxnLst/>
              <a:rect l="l" t="t" r="r" b="b"/>
              <a:pathLst>
                <a:path w="1502" h="2527" extrusionOk="0">
                  <a:moveTo>
                    <a:pt x="0" y="0"/>
                  </a:moveTo>
                  <a:cubicBezTo>
                    <a:pt x="405" y="0"/>
                    <a:pt x="737" y="332"/>
                    <a:pt x="737" y="737"/>
                  </a:cubicBezTo>
                  <a:lnTo>
                    <a:pt x="737" y="2527"/>
                  </a:lnTo>
                  <a:lnTo>
                    <a:pt x="1502" y="2527"/>
                  </a:lnTo>
                  <a:lnTo>
                    <a:pt x="1502" y="737"/>
                  </a:lnTo>
                  <a:cubicBezTo>
                    <a:pt x="1502" y="332"/>
                    <a:pt x="1170" y="0"/>
                    <a:pt x="765" y="0"/>
                  </a:cubicBezTo>
                  <a:close/>
                </a:path>
              </a:pathLst>
            </a:custGeom>
            <a:solidFill>
              <a:srgbClr val="A2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2" name="Google Shape;15432;p67"/>
            <p:cNvSpPr/>
            <p:nvPr/>
          </p:nvSpPr>
          <p:spPr>
            <a:xfrm>
              <a:off x="4697513" y="2002807"/>
              <a:ext cx="26136" cy="22099"/>
            </a:xfrm>
            <a:custGeom>
              <a:avLst/>
              <a:gdLst/>
              <a:ahLst/>
              <a:cxnLst/>
              <a:rect l="l" t="t" r="r" b="b"/>
              <a:pathLst>
                <a:path w="997" h="843" extrusionOk="0">
                  <a:moveTo>
                    <a:pt x="563" y="1"/>
                  </a:moveTo>
                  <a:cubicBezTo>
                    <a:pt x="188" y="1"/>
                    <a:pt x="0" y="448"/>
                    <a:pt x="275" y="722"/>
                  </a:cubicBezTo>
                  <a:cubicBezTo>
                    <a:pt x="358" y="806"/>
                    <a:pt x="462" y="843"/>
                    <a:pt x="565" y="843"/>
                  </a:cubicBezTo>
                  <a:cubicBezTo>
                    <a:pt x="783" y="843"/>
                    <a:pt x="997" y="674"/>
                    <a:pt x="997" y="419"/>
                  </a:cubicBezTo>
                  <a:cubicBezTo>
                    <a:pt x="997" y="188"/>
                    <a:pt x="794" y="1"/>
                    <a:pt x="563" y="1"/>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3" name="Google Shape;15433;p67"/>
            <p:cNvSpPr/>
            <p:nvPr/>
          </p:nvSpPr>
          <p:spPr>
            <a:xfrm>
              <a:off x="4740270" y="2002807"/>
              <a:ext cx="25769" cy="22099"/>
            </a:xfrm>
            <a:custGeom>
              <a:avLst/>
              <a:gdLst/>
              <a:ahLst/>
              <a:cxnLst/>
              <a:rect l="l" t="t" r="r" b="b"/>
              <a:pathLst>
                <a:path w="983" h="843" extrusionOk="0">
                  <a:moveTo>
                    <a:pt x="564" y="1"/>
                  </a:moveTo>
                  <a:cubicBezTo>
                    <a:pt x="188" y="1"/>
                    <a:pt x="1" y="448"/>
                    <a:pt x="261" y="722"/>
                  </a:cubicBezTo>
                  <a:cubicBezTo>
                    <a:pt x="348" y="806"/>
                    <a:pt x="454" y="843"/>
                    <a:pt x="557" y="843"/>
                  </a:cubicBezTo>
                  <a:cubicBezTo>
                    <a:pt x="775" y="843"/>
                    <a:pt x="982" y="674"/>
                    <a:pt x="982" y="419"/>
                  </a:cubicBezTo>
                  <a:cubicBezTo>
                    <a:pt x="982" y="188"/>
                    <a:pt x="795" y="1"/>
                    <a:pt x="564" y="1"/>
                  </a:cubicBezTo>
                  <a:close/>
                </a:path>
              </a:pathLst>
            </a:custGeom>
            <a:solidFill>
              <a:srgbClr val="A7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4" name="Google Shape;15434;p67"/>
            <p:cNvSpPr/>
            <p:nvPr/>
          </p:nvSpPr>
          <p:spPr>
            <a:xfrm>
              <a:off x="4782659" y="2002807"/>
              <a:ext cx="26136" cy="22099"/>
            </a:xfrm>
            <a:custGeom>
              <a:avLst/>
              <a:gdLst/>
              <a:ahLst/>
              <a:cxnLst/>
              <a:rect l="l" t="t" r="r" b="b"/>
              <a:pathLst>
                <a:path w="997" h="843" extrusionOk="0">
                  <a:moveTo>
                    <a:pt x="563" y="1"/>
                  </a:moveTo>
                  <a:cubicBezTo>
                    <a:pt x="188" y="1"/>
                    <a:pt x="0" y="448"/>
                    <a:pt x="275" y="722"/>
                  </a:cubicBezTo>
                  <a:cubicBezTo>
                    <a:pt x="358" y="806"/>
                    <a:pt x="462" y="843"/>
                    <a:pt x="565" y="843"/>
                  </a:cubicBezTo>
                  <a:cubicBezTo>
                    <a:pt x="783" y="843"/>
                    <a:pt x="996" y="674"/>
                    <a:pt x="996" y="419"/>
                  </a:cubicBezTo>
                  <a:cubicBezTo>
                    <a:pt x="996" y="188"/>
                    <a:pt x="794" y="1"/>
                    <a:pt x="563"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5" name="Google Shape;15435;p67"/>
            <p:cNvSpPr/>
            <p:nvPr/>
          </p:nvSpPr>
          <p:spPr>
            <a:xfrm>
              <a:off x="4704696" y="2002807"/>
              <a:ext cx="18953" cy="22099"/>
            </a:xfrm>
            <a:custGeom>
              <a:avLst/>
              <a:gdLst/>
              <a:ahLst/>
              <a:cxnLst/>
              <a:rect l="l" t="t" r="r" b="b"/>
              <a:pathLst>
                <a:path w="723" h="843" extrusionOk="0">
                  <a:moveTo>
                    <a:pt x="289" y="1"/>
                  </a:moveTo>
                  <a:cubicBezTo>
                    <a:pt x="549" y="260"/>
                    <a:pt x="376" y="708"/>
                    <a:pt x="1" y="722"/>
                  </a:cubicBezTo>
                  <a:cubicBezTo>
                    <a:pt x="89" y="806"/>
                    <a:pt x="194" y="843"/>
                    <a:pt x="297" y="843"/>
                  </a:cubicBezTo>
                  <a:cubicBezTo>
                    <a:pt x="516" y="843"/>
                    <a:pt x="723" y="674"/>
                    <a:pt x="723" y="419"/>
                  </a:cubicBezTo>
                  <a:cubicBezTo>
                    <a:pt x="708" y="188"/>
                    <a:pt x="520" y="1"/>
                    <a:pt x="289" y="1"/>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6" name="Google Shape;15436;p67"/>
            <p:cNvSpPr/>
            <p:nvPr/>
          </p:nvSpPr>
          <p:spPr>
            <a:xfrm>
              <a:off x="4747452" y="2002807"/>
              <a:ext cx="18586" cy="22099"/>
            </a:xfrm>
            <a:custGeom>
              <a:avLst/>
              <a:gdLst/>
              <a:ahLst/>
              <a:cxnLst/>
              <a:rect l="l" t="t" r="r" b="b"/>
              <a:pathLst>
                <a:path w="709" h="843" extrusionOk="0">
                  <a:moveTo>
                    <a:pt x="275" y="1"/>
                  </a:moveTo>
                  <a:cubicBezTo>
                    <a:pt x="549" y="260"/>
                    <a:pt x="376" y="722"/>
                    <a:pt x="1" y="722"/>
                  </a:cubicBezTo>
                  <a:cubicBezTo>
                    <a:pt x="84" y="806"/>
                    <a:pt x="186" y="843"/>
                    <a:pt x="287" y="843"/>
                  </a:cubicBezTo>
                  <a:cubicBezTo>
                    <a:pt x="501" y="843"/>
                    <a:pt x="708" y="674"/>
                    <a:pt x="708" y="419"/>
                  </a:cubicBezTo>
                  <a:cubicBezTo>
                    <a:pt x="708" y="188"/>
                    <a:pt x="521" y="1"/>
                    <a:pt x="290" y="1"/>
                  </a:cubicBezTo>
                  <a:close/>
                </a:path>
              </a:pathLst>
            </a:custGeom>
            <a:solidFill>
              <a:srgbClr val="D6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7" name="Google Shape;15437;p67"/>
            <p:cNvSpPr/>
            <p:nvPr/>
          </p:nvSpPr>
          <p:spPr>
            <a:xfrm>
              <a:off x="4789842" y="2002807"/>
              <a:ext cx="18953" cy="22099"/>
            </a:xfrm>
            <a:custGeom>
              <a:avLst/>
              <a:gdLst/>
              <a:ahLst/>
              <a:cxnLst/>
              <a:rect l="l" t="t" r="r" b="b"/>
              <a:pathLst>
                <a:path w="723" h="843" extrusionOk="0">
                  <a:moveTo>
                    <a:pt x="289" y="1"/>
                  </a:moveTo>
                  <a:cubicBezTo>
                    <a:pt x="549" y="260"/>
                    <a:pt x="376" y="708"/>
                    <a:pt x="1" y="722"/>
                  </a:cubicBezTo>
                  <a:cubicBezTo>
                    <a:pt x="89" y="806"/>
                    <a:pt x="194" y="843"/>
                    <a:pt x="297" y="843"/>
                  </a:cubicBezTo>
                  <a:cubicBezTo>
                    <a:pt x="516" y="843"/>
                    <a:pt x="722" y="674"/>
                    <a:pt x="722" y="419"/>
                  </a:cubicBezTo>
                  <a:cubicBezTo>
                    <a:pt x="708" y="188"/>
                    <a:pt x="520" y="1"/>
                    <a:pt x="289"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8" name="Google Shape;15438;p67"/>
            <p:cNvSpPr/>
            <p:nvPr/>
          </p:nvSpPr>
          <p:spPr>
            <a:xfrm>
              <a:off x="4701288" y="2080378"/>
              <a:ext cx="179022" cy="242594"/>
            </a:xfrm>
            <a:custGeom>
              <a:avLst/>
              <a:gdLst/>
              <a:ahLst/>
              <a:cxnLst/>
              <a:rect l="l" t="t" r="r" b="b"/>
              <a:pathLst>
                <a:path w="6829" h="9254" extrusionOk="0">
                  <a:moveTo>
                    <a:pt x="780" y="1"/>
                  </a:moveTo>
                  <a:cubicBezTo>
                    <a:pt x="347" y="1"/>
                    <a:pt x="1" y="347"/>
                    <a:pt x="1" y="780"/>
                  </a:cubicBezTo>
                  <a:lnTo>
                    <a:pt x="1" y="8474"/>
                  </a:lnTo>
                  <a:cubicBezTo>
                    <a:pt x="1" y="8907"/>
                    <a:pt x="347" y="9254"/>
                    <a:pt x="780" y="9254"/>
                  </a:cubicBezTo>
                  <a:lnTo>
                    <a:pt x="6049" y="9254"/>
                  </a:lnTo>
                  <a:cubicBezTo>
                    <a:pt x="6482" y="9254"/>
                    <a:pt x="6829" y="8907"/>
                    <a:pt x="6829" y="8474"/>
                  </a:cubicBezTo>
                  <a:lnTo>
                    <a:pt x="6829" y="780"/>
                  </a:lnTo>
                  <a:cubicBezTo>
                    <a:pt x="6829" y="347"/>
                    <a:pt x="6482" y="1"/>
                    <a:pt x="6049" y="1"/>
                  </a:cubicBezTo>
                  <a:close/>
                </a:path>
              </a:pathLst>
            </a:custGeom>
            <a:solidFill>
              <a:srgbClr val="A7B8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39" name="Google Shape;15439;p67"/>
            <p:cNvSpPr/>
            <p:nvPr/>
          </p:nvSpPr>
          <p:spPr>
            <a:xfrm>
              <a:off x="4839415" y="2080011"/>
              <a:ext cx="40895" cy="242961"/>
            </a:xfrm>
            <a:custGeom>
              <a:avLst/>
              <a:gdLst/>
              <a:ahLst/>
              <a:cxnLst/>
              <a:rect l="l" t="t" r="r" b="b"/>
              <a:pathLst>
                <a:path w="1560" h="9268" extrusionOk="0">
                  <a:moveTo>
                    <a:pt x="780" y="0"/>
                  </a:moveTo>
                  <a:lnTo>
                    <a:pt x="1" y="29"/>
                  </a:lnTo>
                  <a:cubicBezTo>
                    <a:pt x="419" y="29"/>
                    <a:pt x="780" y="376"/>
                    <a:pt x="780" y="809"/>
                  </a:cubicBezTo>
                  <a:lnTo>
                    <a:pt x="780" y="8517"/>
                  </a:lnTo>
                  <a:cubicBezTo>
                    <a:pt x="780" y="8864"/>
                    <a:pt x="535" y="9181"/>
                    <a:pt x="203" y="9268"/>
                  </a:cubicBezTo>
                  <a:lnTo>
                    <a:pt x="780" y="9268"/>
                  </a:lnTo>
                  <a:cubicBezTo>
                    <a:pt x="1213" y="9268"/>
                    <a:pt x="1560" y="8921"/>
                    <a:pt x="1560" y="8488"/>
                  </a:cubicBezTo>
                  <a:lnTo>
                    <a:pt x="1560" y="794"/>
                  </a:lnTo>
                  <a:cubicBezTo>
                    <a:pt x="1560" y="361"/>
                    <a:pt x="1213" y="0"/>
                    <a:pt x="780" y="0"/>
                  </a:cubicBezTo>
                  <a:close/>
                </a:path>
              </a:pathLst>
            </a:custGeom>
            <a:solidFill>
              <a:srgbClr val="D6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0" name="Google Shape;15440;p67"/>
            <p:cNvSpPr/>
            <p:nvPr/>
          </p:nvSpPr>
          <p:spPr>
            <a:xfrm>
              <a:off x="4695625" y="2074715"/>
              <a:ext cx="190373" cy="253578"/>
            </a:xfrm>
            <a:custGeom>
              <a:avLst/>
              <a:gdLst/>
              <a:ahLst/>
              <a:cxnLst/>
              <a:rect l="l" t="t" r="r" b="b"/>
              <a:pathLst>
                <a:path w="7262" h="9673" extrusionOk="0">
                  <a:moveTo>
                    <a:pt x="996" y="0"/>
                  </a:moveTo>
                  <a:cubicBezTo>
                    <a:pt x="708" y="0"/>
                    <a:pt x="708" y="419"/>
                    <a:pt x="996" y="419"/>
                  </a:cubicBezTo>
                  <a:lnTo>
                    <a:pt x="1761" y="419"/>
                  </a:lnTo>
                  <a:cubicBezTo>
                    <a:pt x="2036" y="419"/>
                    <a:pt x="2036" y="0"/>
                    <a:pt x="1761" y="0"/>
                  </a:cubicBezTo>
                  <a:close/>
                  <a:moveTo>
                    <a:pt x="2526" y="0"/>
                  </a:moveTo>
                  <a:cubicBezTo>
                    <a:pt x="2252" y="0"/>
                    <a:pt x="2252" y="419"/>
                    <a:pt x="2526" y="419"/>
                  </a:cubicBezTo>
                  <a:lnTo>
                    <a:pt x="3306" y="419"/>
                  </a:lnTo>
                  <a:cubicBezTo>
                    <a:pt x="3580" y="419"/>
                    <a:pt x="3580" y="0"/>
                    <a:pt x="3306" y="0"/>
                  </a:cubicBezTo>
                  <a:close/>
                  <a:moveTo>
                    <a:pt x="4071" y="0"/>
                  </a:moveTo>
                  <a:cubicBezTo>
                    <a:pt x="3797" y="0"/>
                    <a:pt x="3797" y="419"/>
                    <a:pt x="4071" y="419"/>
                  </a:cubicBezTo>
                  <a:lnTo>
                    <a:pt x="4851" y="419"/>
                  </a:lnTo>
                  <a:cubicBezTo>
                    <a:pt x="5125" y="419"/>
                    <a:pt x="5125" y="0"/>
                    <a:pt x="4851" y="0"/>
                  </a:cubicBezTo>
                  <a:close/>
                  <a:moveTo>
                    <a:pt x="5616" y="0"/>
                  </a:moveTo>
                  <a:cubicBezTo>
                    <a:pt x="5341" y="0"/>
                    <a:pt x="5341" y="433"/>
                    <a:pt x="5616" y="433"/>
                  </a:cubicBezTo>
                  <a:lnTo>
                    <a:pt x="6395" y="433"/>
                  </a:lnTo>
                  <a:cubicBezTo>
                    <a:pt x="6641" y="433"/>
                    <a:pt x="6669" y="73"/>
                    <a:pt x="6424" y="15"/>
                  </a:cubicBezTo>
                  <a:cubicBezTo>
                    <a:pt x="6366" y="15"/>
                    <a:pt x="6323" y="15"/>
                    <a:pt x="6265" y="0"/>
                  </a:cubicBezTo>
                  <a:close/>
                  <a:moveTo>
                    <a:pt x="338" y="343"/>
                  </a:moveTo>
                  <a:cubicBezTo>
                    <a:pt x="273" y="343"/>
                    <a:pt x="207" y="374"/>
                    <a:pt x="159" y="448"/>
                  </a:cubicBezTo>
                  <a:cubicBezTo>
                    <a:pt x="58" y="607"/>
                    <a:pt x="0" y="794"/>
                    <a:pt x="0" y="996"/>
                  </a:cubicBezTo>
                  <a:lnTo>
                    <a:pt x="0" y="1300"/>
                  </a:lnTo>
                  <a:cubicBezTo>
                    <a:pt x="0" y="1415"/>
                    <a:pt x="101" y="1516"/>
                    <a:pt x="217" y="1516"/>
                  </a:cubicBezTo>
                  <a:cubicBezTo>
                    <a:pt x="332" y="1516"/>
                    <a:pt x="419" y="1429"/>
                    <a:pt x="433" y="1314"/>
                  </a:cubicBezTo>
                  <a:lnTo>
                    <a:pt x="433" y="996"/>
                  </a:lnTo>
                  <a:cubicBezTo>
                    <a:pt x="433" y="881"/>
                    <a:pt x="462" y="765"/>
                    <a:pt x="520" y="679"/>
                  </a:cubicBezTo>
                  <a:cubicBezTo>
                    <a:pt x="631" y="507"/>
                    <a:pt x="488" y="343"/>
                    <a:pt x="338" y="343"/>
                  </a:cubicBezTo>
                  <a:close/>
                  <a:moveTo>
                    <a:pt x="6985" y="453"/>
                  </a:moveTo>
                  <a:cubicBezTo>
                    <a:pt x="6846" y="453"/>
                    <a:pt x="6709" y="589"/>
                    <a:pt x="6785" y="751"/>
                  </a:cubicBezTo>
                  <a:cubicBezTo>
                    <a:pt x="6814" y="823"/>
                    <a:pt x="6828" y="910"/>
                    <a:pt x="6828" y="996"/>
                  </a:cubicBezTo>
                  <a:lnTo>
                    <a:pt x="6828" y="1429"/>
                  </a:lnTo>
                  <a:cubicBezTo>
                    <a:pt x="6828" y="1545"/>
                    <a:pt x="6929" y="1632"/>
                    <a:pt x="7045" y="1632"/>
                  </a:cubicBezTo>
                  <a:cubicBezTo>
                    <a:pt x="7160" y="1632"/>
                    <a:pt x="7261" y="1545"/>
                    <a:pt x="7261" y="1429"/>
                  </a:cubicBezTo>
                  <a:lnTo>
                    <a:pt x="7261" y="982"/>
                  </a:lnTo>
                  <a:cubicBezTo>
                    <a:pt x="7261" y="838"/>
                    <a:pt x="7218" y="708"/>
                    <a:pt x="7175" y="578"/>
                  </a:cubicBezTo>
                  <a:cubicBezTo>
                    <a:pt x="7130" y="489"/>
                    <a:pt x="7058" y="453"/>
                    <a:pt x="6985" y="453"/>
                  </a:cubicBezTo>
                  <a:close/>
                  <a:moveTo>
                    <a:pt x="210" y="1862"/>
                  </a:moveTo>
                  <a:cubicBezTo>
                    <a:pt x="105" y="1862"/>
                    <a:pt x="0" y="1935"/>
                    <a:pt x="0" y="2079"/>
                  </a:cubicBezTo>
                  <a:lnTo>
                    <a:pt x="0" y="2844"/>
                  </a:lnTo>
                  <a:cubicBezTo>
                    <a:pt x="0" y="2960"/>
                    <a:pt x="101" y="3061"/>
                    <a:pt x="217" y="3061"/>
                  </a:cubicBezTo>
                  <a:cubicBezTo>
                    <a:pt x="332" y="3061"/>
                    <a:pt x="419" y="2960"/>
                    <a:pt x="419" y="2844"/>
                  </a:cubicBezTo>
                  <a:lnTo>
                    <a:pt x="419" y="2079"/>
                  </a:lnTo>
                  <a:cubicBezTo>
                    <a:pt x="419" y="1935"/>
                    <a:pt x="314" y="1862"/>
                    <a:pt x="210" y="1862"/>
                  </a:cubicBezTo>
                  <a:close/>
                  <a:moveTo>
                    <a:pt x="7052" y="1992"/>
                  </a:moveTo>
                  <a:cubicBezTo>
                    <a:pt x="6947" y="1992"/>
                    <a:pt x="6843" y="2065"/>
                    <a:pt x="6843" y="2209"/>
                  </a:cubicBezTo>
                  <a:lnTo>
                    <a:pt x="6843" y="2974"/>
                  </a:lnTo>
                  <a:cubicBezTo>
                    <a:pt x="6843" y="3089"/>
                    <a:pt x="6929" y="3176"/>
                    <a:pt x="7045" y="3176"/>
                  </a:cubicBezTo>
                  <a:cubicBezTo>
                    <a:pt x="7160" y="3176"/>
                    <a:pt x="7261" y="3089"/>
                    <a:pt x="7261" y="2974"/>
                  </a:cubicBezTo>
                  <a:lnTo>
                    <a:pt x="7261" y="2209"/>
                  </a:lnTo>
                  <a:cubicBezTo>
                    <a:pt x="7261" y="2065"/>
                    <a:pt x="7157" y="1992"/>
                    <a:pt x="7052" y="1992"/>
                  </a:cubicBezTo>
                  <a:close/>
                  <a:moveTo>
                    <a:pt x="210" y="3407"/>
                  </a:moveTo>
                  <a:cubicBezTo>
                    <a:pt x="105" y="3407"/>
                    <a:pt x="0" y="3479"/>
                    <a:pt x="0" y="3624"/>
                  </a:cubicBezTo>
                  <a:lnTo>
                    <a:pt x="0" y="4389"/>
                  </a:lnTo>
                  <a:cubicBezTo>
                    <a:pt x="0" y="4504"/>
                    <a:pt x="101" y="4605"/>
                    <a:pt x="217" y="4605"/>
                  </a:cubicBezTo>
                  <a:cubicBezTo>
                    <a:pt x="332" y="4605"/>
                    <a:pt x="419" y="4504"/>
                    <a:pt x="419" y="4389"/>
                  </a:cubicBezTo>
                  <a:lnTo>
                    <a:pt x="419" y="3624"/>
                  </a:lnTo>
                  <a:cubicBezTo>
                    <a:pt x="419" y="3479"/>
                    <a:pt x="314" y="3407"/>
                    <a:pt x="210" y="3407"/>
                  </a:cubicBezTo>
                  <a:close/>
                  <a:moveTo>
                    <a:pt x="7039" y="3519"/>
                  </a:moveTo>
                  <a:cubicBezTo>
                    <a:pt x="6933" y="3519"/>
                    <a:pt x="6828" y="3588"/>
                    <a:pt x="6828" y="3725"/>
                  </a:cubicBezTo>
                  <a:lnTo>
                    <a:pt x="6828" y="4504"/>
                  </a:lnTo>
                  <a:cubicBezTo>
                    <a:pt x="6828" y="4612"/>
                    <a:pt x="6917" y="4708"/>
                    <a:pt x="7023" y="4708"/>
                  </a:cubicBezTo>
                  <a:cubicBezTo>
                    <a:pt x="7030" y="4708"/>
                    <a:pt x="7037" y="4707"/>
                    <a:pt x="7045" y="4706"/>
                  </a:cubicBezTo>
                  <a:lnTo>
                    <a:pt x="7045" y="4721"/>
                  </a:lnTo>
                  <a:cubicBezTo>
                    <a:pt x="7160" y="4721"/>
                    <a:pt x="7261" y="4620"/>
                    <a:pt x="7261" y="4504"/>
                  </a:cubicBezTo>
                  <a:lnTo>
                    <a:pt x="7261" y="3725"/>
                  </a:lnTo>
                  <a:cubicBezTo>
                    <a:pt x="7254" y="3588"/>
                    <a:pt x="7146" y="3519"/>
                    <a:pt x="7039" y="3519"/>
                  </a:cubicBezTo>
                  <a:close/>
                  <a:moveTo>
                    <a:pt x="210" y="4937"/>
                  </a:moveTo>
                  <a:cubicBezTo>
                    <a:pt x="105" y="4937"/>
                    <a:pt x="0" y="5009"/>
                    <a:pt x="0" y="5154"/>
                  </a:cubicBezTo>
                  <a:lnTo>
                    <a:pt x="0" y="5919"/>
                  </a:lnTo>
                  <a:cubicBezTo>
                    <a:pt x="0" y="6034"/>
                    <a:pt x="87" y="6135"/>
                    <a:pt x="217" y="6135"/>
                  </a:cubicBezTo>
                  <a:cubicBezTo>
                    <a:pt x="332" y="6135"/>
                    <a:pt x="419" y="6034"/>
                    <a:pt x="419" y="5919"/>
                  </a:cubicBezTo>
                  <a:lnTo>
                    <a:pt x="419" y="5154"/>
                  </a:lnTo>
                  <a:cubicBezTo>
                    <a:pt x="419" y="5009"/>
                    <a:pt x="314" y="4937"/>
                    <a:pt x="210" y="4937"/>
                  </a:cubicBezTo>
                  <a:close/>
                  <a:moveTo>
                    <a:pt x="7039" y="5064"/>
                  </a:moveTo>
                  <a:cubicBezTo>
                    <a:pt x="6933" y="5064"/>
                    <a:pt x="6828" y="5132"/>
                    <a:pt x="6828" y="5269"/>
                  </a:cubicBezTo>
                  <a:lnTo>
                    <a:pt x="6828" y="6049"/>
                  </a:lnTo>
                  <a:cubicBezTo>
                    <a:pt x="6828" y="6164"/>
                    <a:pt x="6929" y="6251"/>
                    <a:pt x="7045" y="6251"/>
                  </a:cubicBezTo>
                  <a:lnTo>
                    <a:pt x="7045" y="6265"/>
                  </a:lnTo>
                  <a:cubicBezTo>
                    <a:pt x="7160" y="6265"/>
                    <a:pt x="7261" y="6164"/>
                    <a:pt x="7261" y="6049"/>
                  </a:cubicBezTo>
                  <a:lnTo>
                    <a:pt x="7261" y="5269"/>
                  </a:lnTo>
                  <a:cubicBezTo>
                    <a:pt x="7254" y="5132"/>
                    <a:pt x="7146" y="5064"/>
                    <a:pt x="7039" y="5064"/>
                  </a:cubicBezTo>
                  <a:close/>
                  <a:moveTo>
                    <a:pt x="210" y="6482"/>
                  </a:moveTo>
                  <a:cubicBezTo>
                    <a:pt x="105" y="6482"/>
                    <a:pt x="0" y="6554"/>
                    <a:pt x="0" y="6698"/>
                  </a:cubicBezTo>
                  <a:lnTo>
                    <a:pt x="0" y="7463"/>
                  </a:lnTo>
                  <a:cubicBezTo>
                    <a:pt x="0" y="7579"/>
                    <a:pt x="87" y="7680"/>
                    <a:pt x="217" y="7680"/>
                  </a:cubicBezTo>
                  <a:cubicBezTo>
                    <a:pt x="332" y="7680"/>
                    <a:pt x="419" y="7579"/>
                    <a:pt x="419" y="7463"/>
                  </a:cubicBezTo>
                  <a:lnTo>
                    <a:pt x="419" y="6698"/>
                  </a:lnTo>
                  <a:cubicBezTo>
                    <a:pt x="419" y="6554"/>
                    <a:pt x="314" y="6482"/>
                    <a:pt x="210" y="6482"/>
                  </a:cubicBezTo>
                  <a:close/>
                  <a:moveTo>
                    <a:pt x="7039" y="6608"/>
                  </a:moveTo>
                  <a:cubicBezTo>
                    <a:pt x="6933" y="6608"/>
                    <a:pt x="6828" y="6677"/>
                    <a:pt x="6828" y="6814"/>
                  </a:cubicBezTo>
                  <a:lnTo>
                    <a:pt x="6828" y="7593"/>
                  </a:lnTo>
                  <a:cubicBezTo>
                    <a:pt x="6828" y="7709"/>
                    <a:pt x="6929" y="7795"/>
                    <a:pt x="7045" y="7795"/>
                  </a:cubicBezTo>
                  <a:lnTo>
                    <a:pt x="7045" y="7810"/>
                  </a:lnTo>
                  <a:cubicBezTo>
                    <a:pt x="7160" y="7810"/>
                    <a:pt x="7261" y="7709"/>
                    <a:pt x="7261" y="7593"/>
                  </a:cubicBezTo>
                  <a:lnTo>
                    <a:pt x="7261" y="6814"/>
                  </a:lnTo>
                  <a:cubicBezTo>
                    <a:pt x="7254" y="6677"/>
                    <a:pt x="7146" y="6608"/>
                    <a:pt x="7039" y="6608"/>
                  </a:cubicBezTo>
                  <a:close/>
                  <a:moveTo>
                    <a:pt x="210" y="8026"/>
                  </a:moveTo>
                  <a:cubicBezTo>
                    <a:pt x="105" y="8026"/>
                    <a:pt x="0" y="8099"/>
                    <a:pt x="0" y="8243"/>
                  </a:cubicBezTo>
                  <a:lnTo>
                    <a:pt x="0" y="8676"/>
                  </a:lnTo>
                  <a:cubicBezTo>
                    <a:pt x="0" y="8820"/>
                    <a:pt x="29" y="8965"/>
                    <a:pt x="87" y="9080"/>
                  </a:cubicBezTo>
                  <a:cubicBezTo>
                    <a:pt x="116" y="9167"/>
                    <a:pt x="188" y="9210"/>
                    <a:pt x="275" y="9210"/>
                  </a:cubicBezTo>
                  <a:cubicBezTo>
                    <a:pt x="433" y="9210"/>
                    <a:pt x="534" y="9051"/>
                    <a:pt x="477" y="8907"/>
                  </a:cubicBezTo>
                  <a:cubicBezTo>
                    <a:pt x="433" y="8835"/>
                    <a:pt x="419" y="8763"/>
                    <a:pt x="419" y="8676"/>
                  </a:cubicBezTo>
                  <a:lnTo>
                    <a:pt x="419" y="8243"/>
                  </a:lnTo>
                  <a:cubicBezTo>
                    <a:pt x="419" y="8099"/>
                    <a:pt x="314" y="8026"/>
                    <a:pt x="210" y="8026"/>
                  </a:cubicBezTo>
                  <a:close/>
                  <a:moveTo>
                    <a:pt x="7038" y="8153"/>
                  </a:moveTo>
                  <a:cubicBezTo>
                    <a:pt x="6933" y="8153"/>
                    <a:pt x="6828" y="8221"/>
                    <a:pt x="6828" y="8358"/>
                  </a:cubicBezTo>
                  <a:lnTo>
                    <a:pt x="6828" y="8676"/>
                  </a:lnTo>
                  <a:cubicBezTo>
                    <a:pt x="6828" y="8791"/>
                    <a:pt x="6799" y="8893"/>
                    <a:pt x="6742" y="8994"/>
                  </a:cubicBezTo>
                  <a:cubicBezTo>
                    <a:pt x="6644" y="9133"/>
                    <a:pt x="6735" y="9312"/>
                    <a:pt x="6896" y="9312"/>
                  </a:cubicBezTo>
                  <a:cubicBezTo>
                    <a:pt x="6902" y="9312"/>
                    <a:pt x="6909" y="9312"/>
                    <a:pt x="6915" y="9311"/>
                  </a:cubicBezTo>
                  <a:lnTo>
                    <a:pt x="6915" y="9326"/>
                  </a:lnTo>
                  <a:cubicBezTo>
                    <a:pt x="6987" y="9326"/>
                    <a:pt x="7059" y="9282"/>
                    <a:pt x="7088" y="9225"/>
                  </a:cubicBezTo>
                  <a:cubicBezTo>
                    <a:pt x="7189" y="9066"/>
                    <a:pt x="7247" y="8878"/>
                    <a:pt x="7247" y="8676"/>
                  </a:cubicBezTo>
                  <a:lnTo>
                    <a:pt x="7247" y="8358"/>
                  </a:lnTo>
                  <a:cubicBezTo>
                    <a:pt x="7247" y="8221"/>
                    <a:pt x="7142" y="8153"/>
                    <a:pt x="7038" y="8153"/>
                  </a:cubicBezTo>
                  <a:close/>
                  <a:moveTo>
                    <a:pt x="846" y="9248"/>
                  </a:moveTo>
                  <a:cubicBezTo>
                    <a:pt x="613" y="9248"/>
                    <a:pt x="567" y="9631"/>
                    <a:pt x="838" y="9672"/>
                  </a:cubicBezTo>
                  <a:lnTo>
                    <a:pt x="1631" y="9672"/>
                  </a:lnTo>
                  <a:cubicBezTo>
                    <a:pt x="1920" y="9672"/>
                    <a:pt x="1920" y="9253"/>
                    <a:pt x="1631" y="9253"/>
                  </a:cubicBezTo>
                  <a:lnTo>
                    <a:pt x="895" y="9253"/>
                  </a:lnTo>
                  <a:cubicBezTo>
                    <a:pt x="878" y="9250"/>
                    <a:pt x="862" y="9248"/>
                    <a:pt x="846" y="9248"/>
                  </a:cubicBezTo>
                  <a:close/>
                  <a:moveTo>
                    <a:pt x="2411" y="9253"/>
                  </a:moveTo>
                  <a:cubicBezTo>
                    <a:pt x="2122" y="9253"/>
                    <a:pt x="2122" y="9672"/>
                    <a:pt x="2411" y="9672"/>
                  </a:cubicBezTo>
                  <a:lnTo>
                    <a:pt x="3176" y="9672"/>
                  </a:lnTo>
                  <a:cubicBezTo>
                    <a:pt x="3465" y="9672"/>
                    <a:pt x="3465" y="9253"/>
                    <a:pt x="3176" y="9253"/>
                  </a:cubicBezTo>
                  <a:close/>
                  <a:moveTo>
                    <a:pt x="3956" y="9253"/>
                  </a:moveTo>
                  <a:cubicBezTo>
                    <a:pt x="3667" y="9253"/>
                    <a:pt x="3667" y="9672"/>
                    <a:pt x="3956" y="9672"/>
                  </a:cubicBezTo>
                  <a:lnTo>
                    <a:pt x="4721" y="9672"/>
                  </a:lnTo>
                  <a:cubicBezTo>
                    <a:pt x="4995" y="9672"/>
                    <a:pt x="4995" y="9253"/>
                    <a:pt x="4721" y="9253"/>
                  </a:cubicBezTo>
                  <a:close/>
                  <a:moveTo>
                    <a:pt x="5500" y="9253"/>
                  </a:moveTo>
                  <a:cubicBezTo>
                    <a:pt x="5211" y="9253"/>
                    <a:pt x="5211" y="9672"/>
                    <a:pt x="5500" y="9672"/>
                  </a:cubicBezTo>
                  <a:lnTo>
                    <a:pt x="6265" y="9672"/>
                  </a:lnTo>
                  <a:cubicBezTo>
                    <a:pt x="6554" y="9672"/>
                    <a:pt x="6554" y="9253"/>
                    <a:pt x="6265" y="9253"/>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1" name="Google Shape;15441;p67"/>
            <p:cNvSpPr/>
            <p:nvPr/>
          </p:nvSpPr>
          <p:spPr>
            <a:xfrm>
              <a:off x="4913970" y="2083025"/>
              <a:ext cx="105620" cy="95029"/>
            </a:xfrm>
            <a:custGeom>
              <a:avLst/>
              <a:gdLst/>
              <a:ahLst/>
              <a:cxnLst/>
              <a:rect l="l" t="t" r="r" b="b"/>
              <a:pathLst>
                <a:path w="4029" h="3625" extrusionOk="0">
                  <a:moveTo>
                    <a:pt x="289" y="1"/>
                  </a:moveTo>
                  <a:cubicBezTo>
                    <a:pt x="159" y="73"/>
                    <a:pt x="58" y="189"/>
                    <a:pt x="1" y="318"/>
                  </a:cubicBezTo>
                  <a:lnTo>
                    <a:pt x="1689" y="1820"/>
                  </a:lnTo>
                  <a:lnTo>
                    <a:pt x="1" y="3307"/>
                  </a:lnTo>
                  <a:cubicBezTo>
                    <a:pt x="73" y="3437"/>
                    <a:pt x="174" y="3552"/>
                    <a:pt x="289" y="3624"/>
                  </a:cubicBezTo>
                  <a:lnTo>
                    <a:pt x="2007" y="2094"/>
                  </a:lnTo>
                  <a:lnTo>
                    <a:pt x="3739" y="3624"/>
                  </a:lnTo>
                  <a:cubicBezTo>
                    <a:pt x="3855" y="3552"/>
                    <a:pt x="3956" y="3437"/>
                    <a:pt x="4028" y="3321"/>
                  </a:cubicBezTo>
                  <a:lnTo>
                    <a:pt x="2325" y="1820"/>
                  </a:lnTo>
                  <a:lnTo>
                    <a:pt x="4028" y="318"/>
                  </a:lnTo>
                  <a:cubicBezTo>
                    <a:pt x="3970" y="189"/>
                    <a:pt x="3869" y="73"/>
                    <a:pt x="3739" y="1"/>
                  </a:cubicBezTo>
                  <a:lnTo>
                    <a:pt x="2022" y="1531"/>
                  </a:lnTo>
                  <a:lnTo>
                    <a:pt x="289"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2" name="Google Shape;15442;p67"/>
            <p:cNvSpPr/>
            <p:nvPr/>
          </p:nvSpPr>
          <p:spPr>
            <a:xfrm>
              <a:off x="4913970" y="2224953"/>
              <a:ext cx="105620" cy="95003"/>
            </a:xfrm>
            <a:custGeom>
              <a:avLst/>
              <a:gdLst/>
              <a:ahLst/>
              <a:cxnLst/>
              <a:rect l="l" t="t" r="r" b="b"/>
              <a:pathLst>
                <a:path w="4029" h="3624" extrusionOk="0">
                  <a:moveTo>
                    <a:pt x="289" y="0"/>
                  </a:moveTo>
                  <a:cubicBezTo>
                    <a:pt x="174" y="72"/>
                    <a:pt x="73" y="188"/>
                    <a:pt x="1" y="318"/>
                  </a:cubicBezTo>
                  <a:lnTo>
                    <a:pt x="1704" y="1819"/>
                  </a:lnTo>
                  <a:lnTo>
                    <a:pt x="1" y="3320"/>
                  </a:lnTo>
                  <a:cubicBezTo>
                    <a:pt x="73" y="3436"/>
                    <a:pt x="174" y="3551"/>
                    <a:pt x="289" y="3623"/>
                  </a:cubicBezTo>
                  <a:lnTo>
                    <a:pt x="2022" y="2093"/>
                  </a:lnTo>
                  <a:lnTo>
                    <a:pt x="3739" y="3623"/>
                  </a:lnTo>
                  <a:cubicBezTo>
                    <a:pt x="3869" y="3551"/>
                    <a:pt x="3970" y="3436"/>
                    <a:pt x="4028" y="3320"/>
                  </a:cubicBezTo>
                  <a:lnTo>
                    <a:pt x="2339" y="1819"/>
                  </a:lnTo>
                  <a:lnTo>
                    <a:pt x="4028" y="318"/>
                  </a:lnTo>
                  <a:cubicBezTo>
                    <a:pt x="3970" y="188"/>
                    <a:pt x="3869" y="72"/>
                    <a:pt x="3739" y="0"/>
                  </a:cubicBezTo>
                  <a:lnTo>
                    <a:pt x="2022" y="1530"/>
                  </a:lnTo>
                  <a:lnTo>
                    <a:pt x="289"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43" name="Google Shape;15443;p67"/>
          <p:cNvGrpSpPr/>
          <p:nvPr/>
        </p:nvGrpSpPr>
        <p:grpSpPr>
          <a:xfrm>
            <a:off x="7501185" y="1522968"/>
            <a:ext cx="357651" cy="332275"/>
            <a:chOff x="7526242" y="1522968"/>
            <a:chExt cx="357651" cy="332275"/>
          </a:xfrm>
        </p:grpSpPr>
        <p:sp>
          <p:nvSpPr>
            <p:cNvPr id="15444" name="Google Shape;15444;p67"/>
            <p:cNvSpPr/>
            <p:nvPr/>
          </p:nvSpPr>
          <p:spPr>
            <a:xfrm>
              <a:off x="7589814" y="1531304"/>
              <a:ext cx="187726" cy="323939"/>
            </a:xfrm>
            <a:custGeom>
              <a:avLst/>
              <a:gdLst/>
              <a:ahLst/>
              <a:cxnLst/>
              <a:rect l="l" t="t" r="r" b="b"/>
              <a:pathLst>
                <a:path w="7161" h="12357" extrusionOk="0">
                  <a:moveTo>
                    <a:pt x="852" y="0"/>
                  </a:moveTo>
                  <a:cubicBezTo>
                    <a:pt x="376" y="0"/>
                    <a:pt x="1" y="375"/>
                    <a:pt x="1" y="852"/>
                  </a:cubicBezTo>
                  <a:lnTo>
                    <a:pt x="1" y="11505"/>
                  </a:lnTo>
                  <a:cubicBezTo>
                    <a:pt x="1" y="11981"/>
                    <a:pt x="376" y="12357"/>
                    <a:pt x="852" y="12357"/>
                  </a:cubicBezTo>
                  <a:lnTo>
                    <a:pt x="6309" y="12357"/>
                  </a:lnTo>
                  <a:cubicBezTo>
                    <a:pt x="6785" y="12357"/>
                    <a:pt x="7161" y="11981"/>
                    <a:pt x="7161" y="11505"/>
                  </a:cubicBezTo>
                  <a:lnTo>
                    <a:pt x="7161" y="852"/>
                  </a:lnTo>
                  <a:cubicBezTo>
                    <a:pt x="7161" y="375"/>
                    <a:pt x="6785" y="0"/>
                    <a:pt x="6309"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5" name="Google Shape;15445;p67"/>
            <p:cNvSpPr/>
            <p:nvPr/>
          </p:nvSpPr>
          <p:spPr>
            <a:xfrm>
              <a:off x="7739292" y="1531304"/>
              <a:ext cx="38248" cy="323939"/>
            </a:xfrm>
            <a:custGeom>
              <a:avLst/>
              <a:gdLst/>
              <a:ahLst/>
              <a:cxnLst/>
              <a:rect l="l" t="t" r="r" b="b"/>
              <a:pathLst>
                <a:path w="1459" h="12357" extrusionOk="0">
                  <a:moveTo>
                    <a:pt x="1" y="0"/>
                  </a:moveTo>
                  <a:cubicBezTo>
                    <a:pt x="463" y="0"/>
                    <a:pt x="852" y="375"/>
                    <a:pt x="852" y="852"/>
                  </a:cubicBezTo>
                  <a:lnTo>
                    <a:pt x="852" y="11505"/>
                  </a:lnTo>
                  <a:cubicBezTo>
                    <a:pt x="852" y="11981"/>
                    <a:pt x="463" y="12357"/>
                    <a:pt x="1" y="12357"/>
                  </a:cubicBezTo>
                  <a:lnTo>
                    <a:pt x="607" y="12357"/>
                  </a:lnTo>
                  <a:cubicBezTo>
                    <a:pt x="1083" y="12357"/>
                    <a:pt x="1459" y="11981"/>
                    <a:pt x="1459" y="11505"/>
                  </a:cubicBezTo>
                  <a:lnTo>
                    <a:pt x="1459" y="852"/>
                  </a:lnTo>
                  <a:cubicBezTo>
                    <a:pt x="1459" y="375"/>
                    <a:pt x="1083" y="0"/>
                    <a:pt x="607" y="0"/>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6" name="Google Shape;15446;p67"/>
            <p:cNvSpPr/>
            <p:nvPr/>
          </p:nvSpPr>
          <p:spPr>
            <a:xfrm>
              <a:off x="7589814" y="1531304"/>
              <a:ext cx="187726" cy="53741"/>
            </a:xfrm>
            <a:custGeom>
              <a:avLst/>
              <a:gdLst/>
              <a:ahLst/>
              <a:cxnLst/>
              <a:rect l="l" t="t" r="r" b="b"/>
              <a:pathLst>
                <a:path w="7161" h="2050" extrusionOk="0">
                  <a:moveTo>
                    <a:pt x="852" y="0"/>
                  </a:moveTo>
                  <a:cubicBezTo>
                    <a:pt x="376" y="0"/>
                    <a:pt x="1" y="375"/>
                    <a:pt x="1" y="852"/>
                  </a:cubicBezTo>
                  <a:lnTo>
                    <a:pt x="1" y="2050"/>
                  </a:lnTo>
                  <a:lnTo>
                    <a:pt x="7161" y="2050"/>
                  </a:lnTo>
                  <a:lnTo>
                    <a:pt x="7161" y="852"/>
                  </a:lnTo>
                  <a:cubicBezTo>
                    <a:pt x="7161" y="375"/>
                    <a:pt x="6785" y="0"/>
                    <a:pt x="6309" y="0"/>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7" name="Google Shape;15447;p67"/>
            <p:cNvSpPr/>
            <p:nvPr/>
          </p:nvSpPr>
          <p:spPr>
            <a:xfrm>
              <a:off x="7739292" y="1531304"/>
              <a:ext cx="38248" cy="53741"/>
            </a:xfrm>
            <a:custGeom>
              <a:avLst/>
              <a:gdLst/>
              <a:ahLst/>
              <a:cxnLst/>
              <a:rect l="l" t="t" r="r" b="b"/>
              <a:pathLst>
                <a:path w="1459" h="2050" extrusionOk="0">
                  <a:moveTo>
                    <a:pt x="1" y="0"/>
                  </a:moveTo>
                  <a:cubicBezTo>
                    <a:pt x="463" y="0"/>
                    <a:pt x="852" y="375"/>
                    <a:pt x="852" y="852"/>
                  </a:cubicBezTo>
                  <a:lnTo>
                    <a:pt x="852" y="2050"/>
                  </a:lnTo>
                  <a:lnTo>
                    <a:pt x="1459" y="2050"/>
                  </a:lnTo>
                  <a:lnTo>
                    <a:pt x="1459" y="852"/>
                  </a:lnTo>
                  <a:cubicBezTo>
                    <a:pt x="1459" y="375"/>
                    <a:pt x="1083" y="0"/>
                    <a:pt x="607" y="0"/>
                  </a:cubicBezTo>
                  <a:close/>
                </a:path>
              </a:pathLst>
            </a:custGeom>
            <a:solidFill>
              <a:srgbClr val="A2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8" name="Google Shape;15448;p67"/>
            <p:cNvSpPr/>
            <p:nvPr/>
          </p:nvSpPr>
          <p:spPr>
            <a:xfrm>
              <a:off x="7590207" y="1801476"/>
              <a:ext cx="187726" cy="53767"/>
            </a:xfrm>
            <a:custGeom>
              <a:avLst/>
              <a:gdLst/>
              <a:ahLst/>
              <a:cxnLst/>
              <a:rect l="l" t="t" r="r" b="b"/>
              <a:pathLst>
                <a:path w="7161" h="2051" extrusionOk="0">
                  <a:moveTo>
                    <a:pt x="0" y="1"/>
                  </a:moveTo>
                  <a:lnTo>
                    <a:pt x="0" y="1199"/>
                  </a:lnTo>
                  <a:cubicBezTo>
                    <a:pt x="0" y="1675"/>
                    <a:pt x="375" y="2051"/>
                    <a:pt x="852" y="2051"/>
                  </a:cubicBezTo>
                  <a:lnTo>
                    <a:pt x="6308" y="2051"/>
                  </a:lnTo>
                  <a:cubicBezTo>
                    <a:pt x="6770" y="2051"/>
                    <a:pt x="7160" y="1675"/>
                    <a:pt x="7160" y="1199"/>
                  </a:cubicBezTo>
                  <a:lnTo>
                    <a:pt x="7160" y="1"/>
                  </a:ln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9" name="Google Shape;15449;p67"/>
            <p:cNvSpPr/>
            <p:nvPr/>
          </p:nvSpPr>
          <p:spPr>
            <a:xfrm>
              <a:off x="7739292" y="1801476"/>
              <a:ext cx="38248" cy="53767"/>
            </a:xfrm>
            <a:custGeom>
              <a:avLst/>
              <a:gdLst/>
              <a:ahLst/>
              <a:cxnLst/>
              <a:rect l="l" t="t" r="r" b="b"/>
              <a:pathLst>
                <a:path w="1459" h="2051" extrusionOk="0">
                  <a:moveTo>
                    <a:pt x="838" y="1"/>
                  </a:moveTo>
                  <a:lnTo>
                    <a:pt x="852" y="1199"/>
                  </a:lnTo>
                  <a:cubicBezTo>
                    <a:pt x="852" y="1675"/>
                    <a:pt x="463" y="2051"/>
                    <a:pt x="1" y="2051"/>
                  </a:cubicBezTo>
                  <a:lnTo>
                    <a:pt x="607" y="2051"/>
                  </a:lnTo>
                  <a:cubicBezTo>
                    <a:pt x="1040" y="2051"/>
                    <a:pt x="1401" y="1733"/>
                    <a:pt x="1459" y="1300"/>
                  </a:cubicBezTo>
                  <a:cubicBezTo>
                    <a:pt x="1459" y="1271"/>
                    <a:pt x="1459" y="1228"/>
                    <a:pt x="1459" y="1214"/>
                  </a:cubicBezTo>
                  <a:lnTo>
                    <a:pt x="1459" y="1"/>
                  </a:lnTo>
                  <a:close/>
                </a:path>
              </a:pathLst>
            </a:custGeom>
            <a:solidFill>
              <a:srgbClr val="A2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0" name="Google Shape;15450;p67"/>
            <p:cNvSpPr/>
            <p:nvPr/>
          </p:nvSpPr>
          <p:spPr>
            <a:xfrm>
              <a:off x="7678001" y="1625521"/>
              <a:ext cx="205893" cy="135112"/>
            </a:xfrm>
            <a:custGeom>
              <a:avLst/>
              <a:gdLst/>
              <a:ahLst/>
              <a:cxnLst/>
              <a:rect l="l" t="t" r="r" b="b"/>
              <a:pathLst>
                <a:path w="7854" h="5154" extrusionOk="0">
                  <a:moveTo>
                    <a:pt x="419" y="1"/>
                  </a:moveTo>
                  <a:cubicBezTo>
                    <a:pt x="188" y="1"/>
                    <a:pt x="0" y="188"/>
                    <a:pt x="0" y="419"/>
                  </a:cubicBezTo>
                  <a:lnTo>
                    <a:pt x="0" y="4735"/>
                  </a:lnTo>
                  <a:cubicBezTo>
                    <a:pt x="0" y="4966"/>
                    <a:pt x="188" y="5154"/>
                    <a:pt x="419" y="5154"/>
                  </a:cubicBezTo>
                  <a:lnTo>
                    <a:pt x="7420" y="5154"/>
                  </a:lnTo>
                  <a:cubicBezTo>
                    <a:pt x="7651" y="5154"/>
                    <a:pt x="7853" y="4966"/>
                    <a:pt x="7853" y="4735"/>
                  </a:cubicBezTo>
                  <a:lnTo>
                    <a:pt x="7853" y="419"/>
                  </a:lnTo>
                  <a:cubicBezTo>
                    <a:pt x="7853" y="188"/>
                    <a:pt x="7651" y="1"/>
                    <a:pt x="7420" y="1"/>
                  </a:cubicBezTo>
                  <a:close/>
                </a:path>
              </a:pathLst>
            </a:custGeom>
            <a:solidFill>
              <a:srgbClr val="D1DB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1" name="Google Shape;15451;p67"/>
            <p:cNvSpPr/>
            <p:nvPr/>
          </p:nvSpPr>
          <p:spPr>
            <a:xfrm>
              <a:off x="7857364" y="1625521"/>
              <a:ext cx="26530" cy="135112"/>
            </a:xfrm>
            <a:custGeom>
              <a:avLst/>
              <a:gdLst/>
              <a:ahLst/>
              <a:cxnLst/>
              <a:rect l="l" t="t" r="r" b="b"/>
              <a:pathLst>
                <a:path w="1012" h="5154" extrusionOk="0">
                  <a:moveTo>
                    <a:pt x="1" y="1"/>
                  </a:moveTo>
                  <a:cubicBezTo>
                    <a:pt x="232" y="1"/>
                    <a:pt x="419" y="188"/>
                    <a:pt x="419" y="419"/>
                  </a:cubicBezTo>
                  <a:lnTo>
                    <a:pt x="419" y="4735"/>
                  </a:lnTo>
                  <a:cubicBezTo>
                    <a:pt x="419" y="4966"/>
                    <a:pt x="232" y="5154"/>
                    <a:pt x="1" y="5154"/>
                  </a:cubicBezTo>
                  <a:lnTo>
                    <a:pt x="578" y="5154"/>
                  </a:lnTo>
                  <a:cubicBezTo>
                    <a:pt x="809" y="5154"/>
                    <a:pt x="1011" y="4966"/>
                    <a:pt x="1011" y="4735"/>
                  </a:cubicBezTo>
                  <a:lnTo>
                    <a:pt x="1011" y="419"/>
                  </a:lnTo>
                  <a:cubicBezTo>
                    <a:pt x="1011" y="188"/>
                    <a:pt x="809" y="1"/>
                    <a:pt x="578"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2" name="Google Shape;15452;p67"/>
            <p:cNvSpPr/>
            <p:nvPr/>
          </p:nvSpPr>
          <p:spPr>
            <a:xfrm>
              <a:off x="7782809" y="1648223"/>
              <a:ext cx="55287" cy="47266"/>
            </a:xfrm>
            <a:custGeom>
              <a:avLst/>
              <a:gdLst/>
              <a:ahLst/>
              <a:cxnLst/>
              <a:rect l="l" t="t" r="r" b="b"/>
              <a:pathLst>
                <a:path w="2109" h="1803" extrusionOk="0">
                  <a:moveTo>
                    <a:pt x="1199" y="1"/>
                  </a:moveTo>
                  <a:cubicBezTo>
                    <a:pt x="405" y="1"/>
                    <a:pt x="1" y="968"/>
                    <a:pt x="564" y="1531"/>
                  </a:cubicBezTo>
                  <a:cubicBezTo>
                    <a:pt x="747" y="1719"/>
                    <a:pt x="974" y="1803"/>
                    <a:pt x="1198" y="1803"/>
                  </a:cubicBezTo>
                  <a:cubicBezTo>
                    <a:pt x="1661" y="1803"/>
                    <a:pt x="2108" y="1441"/>
                    <a:pt x="2108" y="896"/>
                  </a:cubicBezTo>
                  <a:cubicBezTo>
                    <a:pt x="2108" y="390"/>
                    <a:pt x="1704" y="1"/>
                    <a:pt x="1199" y="1"/>
                  </a:cubicBezTo>
                  <a:close/>
                </a:path>
              </a:pathLst>
            </a:custGeom>
            <a:solidFill>
              <a:srgbClr val="778C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3" name="Google Shape;15453;p67"/>
            <p:cNvSpPr/>
            <p:nvPr/>
          </p:nvSpPr>
          <p:spPr>
            <a:xfrm>
              <a:off x="7807425" y="1648223"/>
              <a:ext cx="55261" cy="47266"/>
            </a:xfrm>
            <a:custGeom>
              <a:avLst/>
              <a:gdLst/>
              <a:ahLst/>
              <a:cxnLst/>
              <a:rect l="l" t="t" r="r" b="b"/>
              <a:pathLst>
                <a:path w="2108" h="1803" extrusionOk="0">
                  <a:moveTo>
                    <a:pt x="1213" y="1"/>
                  </a:moveTo>
                  <a:cubicBezTo>
                    <a:pt x="404" y="1"/>
                    <a:pt x="0" y="968"/>
                    <a:pt x="563" y="1531"/>
                  </a:cubicBezTo>
                  <a:cubicBezTo>
                    <a:pt x="751" y="1719"/>
                    <a:pt x="980" y="1803"/>
                    <a:pt x="1203" y="1803"/>
                  </a:cubicBezTo>
                  <a:cubicBezTo>
                    <a:pt x="1667" y="1803"/>
                    <a:pt x="2108" y="1441"/>
                    <a:pt x="2108" y="896"/>
                  </a:cubicBezTo>
                  <a:cubicBezTo>
                    <a:pt x="2108" y="390"/>
                    <a:pt x="1703" y="1"/>
                    <a:pt x="1213" y="1"/>
                  </a:cubicBezTo>
                  <a:close/>
                </a:path>
              </a:pathLst>
            </a:custGeom>
            <a:solidFill>
              <a:srgbClr val="AFBF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4" name="Google Shape;15454;p67"/>
            <p:cNvSpPr/>
            <p:nvPr/>
          </p:nvSpPr>
          <p:spPr>
            <a:xfrm>
              <a:off x="7701464" y="1649351"/>
              <a:ext cx="65852" cy="44697"/>
            </a:xfrm>
            <a:custGeom>
              <a:avLst/>
              <a:gdLst/>
              <a:ahLst/>
              <a:cxnLst/>
              <a:rect l="l" t="t" r="r" b="b"/>
              <a:pathLst>
                <a:path w="2512" h="1705" extrusionOk="0">
                  <a:moveTo>
                    <a:pt x="419" y="1"/>
                  </a:moveTo>
                  <a:cubicBezTo>
                    <a:pt x="188" y="1"/>
                    <a:pt x="0" y="189"/>
                    <a:pt x="0" y="420"/>
                  </a:cubicBezTo>
                  <a:lnTo>
                    <a:pt x="0" y="1286"/>
                  </a:lnTo>
                  <a:cubicBezTo>
                    <a:pt x="0" y="1517"/>
                    <a:pt x="188" y="1704"/>
                    <a:pt x="419" y="1704"/>
                  </a:cubicBezTo>
                  <a:lnTo>
                    <a:pt x="2093" y="1704"/>
                  </a:lnTo>
                  <a:cubicBezTo>
                    <a:pt x="2324" y="1704"/>
                    <a:pt x="2512" y="1517"/>
                    <a:pt x="2512" y="1286"/>
                  </a:cubicBezTo>
                  <a:lnTo>
                    <a:pt x="2512" y="420"/>
                  </a:lnTo>
                  <a:cubicBezTo>
                    <a:pt x="2512" y="189"/>
                    <a:pt x="2324" y="1"/>
                    <a:pt x="2093" y="1"/>
                  </a:cubicBezTo>
                  <a:close/>
                </a:path>
              </a:pathLst>
            </a:custGeom>
            <a:solidFill>
              <a:srgbClr val="8E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5" name="Google Shape;15455;p67"/>
            <p:cNvSpPr/>
            <p:nvPr/>
          </p:nvSpPr>
          <p:spPr>
            <a:xfrm>
              <a:off x="7698056" y="1704245"/>
              <a:ext cx="167278" cy="29544"/>
            </a:xfrm>
            <a:custGeom>
              <a:avLst/>
              <a:gdLst/>
              <a:ahLst/>
              <a:cxnLst/>
              <a:rect l="l" t="t" r="r" b="b"/>
              <a:pathLst>
                <a:path w="6381" h="1127" extrusionOk="0">
                  <a:moveTo>
                    <a:pt x="419" y="0"/>
                  </a:moveTo>
                  <a:cubicBezTo>
                    <a:pt x="188" y="0"/>
                    <a:pt x="0" y="188"/>
                    <a:pt x="0" y="419"/>
                  </a:cubicBezTo>
                  <a:lnTo>
                    <a:pt x="0" y="707"/>
                  </a:lnTo>
                  <a:cubicBezTo>
                    <a:pt x="0" y="938"/>
                    <a:pt x="188" y="1126"/>
                    <a:pt x="419" y="1126"/>
                  </a:cubicBezTo>
                  <a:lnTo>
                    <a:pt x="5962" y="1126"/>
                  </a:lnTo>
                  <a:cubicBezTo>
                    <a:pt x="6193" y="1126"/>
                    <a:pt x="6381" y="938"/>
                    <a:pt x="6381" y="707"/>
                  </a:cubicBezTo>
                  <a:lnTo>
                    <a:pt x="6381" y="419"/>
                  </a:lnTo>
                  <a:cubicBezTo>
                    <a:pt x="6381" y="188"/>
                    <a:pt x="6193" y="0"/>
                    <a:pt x="5962"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6" name="Google Shape;15456;p67"/>
            <p:cNvSpPr/>
            <p:nvPr/>
          </p:nvSpPr>
          <p:spPr>
            <a:xfrm>
              <a:off x="7678001" y="1608298"/>
              <a:ext cx="9857" cy="169742"/>
            </a:xfrm>
            <a:custGeom>
              <a:avLst/>
              <a:gdLst/>
              <a:ahLst/>
              <a:cxnLst/>
              <a:rect l="l" t="t" r="r" b="b"/>
              <a:pathLst>
                <a:path w="376" h="6475" extrusionOk="0">
                  <a:moveTo>
                    <a:pt x="188" y="1"/>
                  </a:moveTo>
                  <a:cubicBezTo>
                    <a:pt x="94" y="1"/>
                    <a:pt x="0" y="66"/>
                    <a:pt x="0" y="196"/>
                  </a:cubicBezTo>
                  <a:lnTo>
                    <a:pt x="0" y="6287"/>
                  </a:lnTo>
                  <a:cubicBezTo>
                    <a:pt x="0" y="6388"/>
                    <a:pt x="87" y="6475"/>
                    <a:pt x="188" y="6475"/>
                  </a:cubicBezTo>
                  <a:cubicBezTo>
                    <a:pt x="289" y="6475"/>
                    <a:pt x="376" y="6388"/>
                    <a:pt x="376" y="6287"/>
                  </a:cubicBezTo>
                  <a:lnTo>
                    <a:pt x="376" y="196"/>
                  </a:lnTo>
                  <a:cubicBezTo>
                    <a:pt x="376" y="66"/>
                    <a:pt x="282" y="1"/>
                    <a:pt x="188"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7" name="Google Shape;15457;p67"/>
            <p:cNvSpPr/>
            <p:nvPr/>
          </p:nvSpPr>
          <p:spPr>
            <a:xfrm>
              <a:off x="7526242" y="1522968"/>
              <a:ext cx="114691" cy="98201"/>
            </a:xfrm>
            <a:custGeom>
              <a:avLst/>
              <a:gdLst/>
              <a:ahLst/>
              <a:cxnLst/>
              <a:rect l="l" t="t" r="r" b="b"/>
              <a:pathLst>
                <a:path w="4375" h="3746" extrusionOk="0">
                  <a:moveTo>
                    <a:pt x="2498" y="1"/>
                  </a:moveTo>
                  <a:cubicBezTo>
                    <a:pt x="838" y="1"/>
                    <a:pt x="1" y="2007"/>
                    <a:pt x="1170" y="3191"/>
                  </a:cubicBezTo>
                  <a:cubicBezTo>
                    <a:pt x="1553" y="3574"/>
                    <a:pt x="2023" y="3745"/>
                    <a:pt x="2485" y="3745"/>
                  </a:cubicBezTo>
                  <a:cubicBezTo>
                    <a:pt x="3450" y="3745"/>
                    <a:pt x="4375" y="2996"/>
                    <a:pt x="4375" y="1863"/>
                  </a:cubicBezTo>
                  <a:cubicBezTo>
                    <a:pt x="4375" y="838"/>
                    <a:pt x="3537" y="1"/>
                    <a:pt x="2498" y="1"/>
                  </a:cubicBezTo>
                  <a:close/>
                </a:path>
              </a:pathLst>
            </a:custGeom>
            <a:solidFill>
              <a:srgbClr val="97AC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8" name="Google Shape;15458;p67"/>
            <p:cNvSpPr/>
            <p:nvPr/>
          </p:nvSpPr>
          <p:spPr>
            <a:xfrm>
              <a:off x="7584151" y="1522968"/>
              <a:ext cx="58669" cy="97913"/>
            </a:xfrm>
            <a:custGeom>
              <a:avLst/>
              <a:gdLst/>
              <a:ahLst/>
              <a:cxnLst/>
              <a:rect l="l" t="t" r="r" b="b"/>
              <a:pathLst>
                <a:path w="2238" h="3735" extrusionOk="0">
                  <a:moveTo>
                    <a:pt x="289" y="1"/>
                  </a:moveTo>
                  <a:cubicBezTo>
                    <a:pt x="188" y="1"/>
                    <a:pt x="101" y="1"/>
                    <a:pt x="0" y="15"/>
                  </a:cubicBezTo>
                  <a:cubicBezTo>
                    <a:pt x="910" y="159"/>
                    <a:pt x="1574" y="953"/>
                    <a:pt x="1574" y="1863"/>
                  </a:cubicBezTo>
                  <a:cubicBezTo>
                    <a:pt x="1574" y="2787"/>
                    <a:pt x="910" y="3566"/>
                    <a:pt x="0" y="3710"/>
                  </a:cubicBezTo>
                  <a:cubicBezTo>
                    <a:pt x="102" y="3727"/>
                    <a:pt x="203" y="3735"/>
                    <a:pt x="302" y="3735"/>
                  </a:cubicBezTo>
                  <a:cubicBezTo>
                    <a:pt x="1262" y="3735"/>
                    <a:pt x="2087" y="3002"/>
                    <a:pt x="2166" y="2022"/>
                  </a:cubicBezTo>
                  <a:cubicBezTo>
                    <a:pt x="2238" y="924"/>
                    <a:pt x="1386" y="1"/>
                    <a:pt x="289" y="1"/>
                  </a:cubicBezTo>
                  <a:close/>
                </a:path>
              </a:pathLst>
            </a:custGeom>
            <a:solidFill>
              <a:srgbClr val="88A1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9" name="Google Shape;15459;p67"/>
            <p:cNvSpPr/>
            <p:nvPr/>
          </p:nvSpPr>
          <p:spPr>
            <a:xfrm>
              <a:off x="7570467" y="1556471"/>
              <a:ext cx="43255" cy="30488"/>
            </a:xfrm>
            <a:custGeom>
              <a:avLst/>
              <a:gdLst/>
              <a:ahLst/>
              <a:cxnLst/>
              <a:rect l="l" t="t" r="r" b="b"/>
              <a:pathLst>
                <a:path w="1650" h="1163" extrusionOk="0">
                  <a:moveTo>
                    <a:pt x="1369" y="0"/>
                  </a:moveTo>
                  <a:cubicBezTo>
                    <a:pt x="1321" y="0"/>
                    <a:pt x="1272" y="19"/>
                    <a:pt x="1230" y="65"/>
                  </a:cubicBezTo>
                  <a:lnTo>
                    <a:pt x="667" y="686"/>
                  </a:lnTo>
                  <a:lnTo>
                    <a:pt x="421" y="368"/>
                  </a:lnTo>
                  <a:cubicBezTo>
                    <a:pt x="376" y="319"/>
                    <a:pt x="323" y="299"/>
                    <a:pt x="272" y="299"/>
                  </a:cubicBezTo>
                  <a:cubicBezTo>
                    <a:pt x="128" y="299"/>
                    <a:pt x="1" y="464"/>
                    <a:pt x="118" y="614"/>
                  </a:cubicBezTo>
                  <a:lnTo>
                    <a:pt x="508" y="1090"/>
                  </a:lnTo>
                  <a:cubicBezTo>
                    <a:pt x="537" y="1133"/>
                    <a:pt x="594" y="1162"/>
                    <a:pt x="652" y="1162"/>
                  </a:cubicBezTo>
                  <a:cubicBezTo>
                    <a:pt x="710" y="1162"/>
                    <a:pt x="753" y="1148"/>
                    <a:pt x="796" y="1104"/>
                  </a:cubicBezTo>
                  <a:lnTo>
                    <a:pt x="1518" y="325"/>
                  </a:lnTo>
                  <a:cubicBezTo>
                    <a:pt x="1649" y="183"/>
                    <a:pt x="1516" y="0"/>
                    <a:pt x="1369"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60" name="Google Shape;15460;p67"/>
          <p:cNvGrpSpPr/>
          <p:nvPr/>
        </p:nvGrpSpPr>
        <p:grpSpPr>
          <a:xfrm>
            <a:off x="3225729" y="1982386"/>
            <a:ext cx="371650" cy="371624"/>
            <a:chOff x="3250786" y="1982386"/>
            <a:chExt cx="371650" cy="371624"/>
          </a:xfrm>
        </p:grpSpPr>
        <p:sp>
          <p:nvSpPr>
            <p:cNvPr id="15461" name="Google Shape;15461;p67"/>
            <p:cNvSpPr/>
            <p:nvPr/>
          </p:nvSpPr>
          <p:spPr>
            <a:xfrm>
              <a:off x="3358634" y="2006215"/>
              <a:ext cx="179782" cy="164263"/>
            </a:xfrm>
            <a:custGeom>
              <a:avLst/>
              <a:gdLst/>
              <a:ahLst/>
              <a:cxnLst/>
              <a:rect l="l" t="t" r="r" b="b"/>
              <a:pathLst>
                <a:path w="6858" h="6266" extrusionOk="0">
                  <a:moveTo>
                    <a:pt x="6189" y="0"/>
                  </a:moveTo>
                  <a:cubicBezTo>
                    <a:pt x="6181" y="0"/>
                    <a:pt x="6173" y="0"/>
                    <a:pt x="6165" y="1"/>
                  </a:cubicBezTo>
                  <a:lnTo>
                    <a:pt x="679" y="1"/>
                  </a:lnTo>
                  <a:cubicBezTo>
                    <a:pt x="304" y="1"/>
                    <a:pt x="1" y="304"/>
                    <a:pt x="1" y="679"/>
                  </a:cubicBezTo>
                  <a:lnTo>
                    <a:pt x="1" y="4331"/>
                  </a:lnTo>
                  <a:cubicBezTo>
                    <a:pt x="1" y="4706"/>
                    <a:pt x="304" y="5024"/>
                    <a:pt x="679" y="5024"/>
                  </a:cubicBezTo>
                  <a:lnTo>
                    <a:pt x="2513" y="5024"/>
                  </a:lnTo>
                  <a:lnTo>
                    <a:pt x="4346" y="6237"/>
                  </a:lnTo>
                  <a:cubicBezTo>
                    <a:pt x="4370" y="6257"/>
                    <a:pt x="4396" y="6265"/>
                    <a:pt x="4421" y="6265"/>
                  </a:cubicBezTo>
                  <a:cubicBezTo>
                    <a:pt x="4485" y="6265"/>
                    <a:pt x="4540" y="6205"/>
                    <a:pt x="4519" y="6121"/>
                  </a:cubicBezTo>
                  <a:lnTo>
                    <a:pt x="4346" y="5024"/>
                  </a:lnTo>
                  <a:lnTo>
                    <a:pt x="6165" y="5024"/>
                  </a:lnTo>
                  <a:cubicBezTo>
                    <a:pt x="6554" y="5024"/>
                    <a:pt x="6858" y="4706"/>
                    <a:pt x="6858" y="4331"/>
                  </a:cubicBezTo>
                  <a:lnTo>
                    <a:pt x="6858" y="679"/>
                  </a:lnTo>
                  <a:cubicBezTo>
                    <a:pt x="6858" y="312"/>
                    <a:pt x="6554" y="0"/>
                    <a:pt x="6189"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2" name="Google Shape;15462;p67"/>
            <p:cNvSpPr/>
            <p:nvPr/>
          </p:nvSpPr>
          <p:spPr>
            <a:xfrm>
              <a:off x="3358634" y="2006215"/>
              <a:ext cx="167671" cy="119619"/>
            </a:xfrm>
            <a:custGeom>
              <a:avLst/>
              <a:gdLst/>
              <a:ahLst/>
              <a:cxnLst/>
              <a:rect l="l" t="t" r="r" b="b"/>
              <a:pathLst>
                <a:path w="6396" h="4563" extrusionOk="0">
                  <a:moveTo>
                    <a:pt x="679" y="1"/>
                  </a:moveTo>
                  <a:cubicBezTo>
                    <a:pt x="304" y="1"/>
                    <a:pt x="1" y="304"/>
                    <a:pt x="1" y="679"/>
                  </a:cubicBezTo>
                  <a:lnTo>
                    <a:pt x="1" y="4331"/>
                  </a:lnTo>
                  <a:cubicBezTo>
                    <a:pt x="1" y="4418"/>
                    <a:pt x="15" y="4490"/>
                    <a:pt x="44" y="4562"/>
                  </a:cubicBezTo>
                  <a:lnTo>
                    <a:pt x="5241" y="4562"/>
                  </a:lnTo>
                  <a:cubicBezTo>
                    <a:pt x="5876" y="4562"/>
                    <a:pt x="6396" y="4057"/>
                    <a:pt x="6396" y="3422"/>
                  </a:cubicBezTo>
                  <a:lnTo>
                    <a:pt x="6396" y="44"/>
                  </a:lnTo>
                  <a:cubicBezTo>
                    <a:pt x="6309" y="15"/>
                    <a:pt x="6237" y="1"/>
                    <a:pt x="616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3" name="Google Shape;15463;p67"/>
            <p:cNvSpPr/>
            <p:nvPr/>
          </p:nvSpPr>
          <p:spPr>
            <a:xfrm>
              <a:off x="3251546" y="2150398"/>
              <a:ext cx="131730" cy="131704"/>
            </a:xfrm>
            <a:custGeom>
              <a:avLst/>
              <a:gdLst/>
              <a:ahLst/>
              <a:cxnLst/>
              <a:rect l="l" t="t" r="r" b="b"/>
              <a:pathLst>
                <a:path w="5025" h="5024" extrusionOk="0">
                  <a:moveTo>
                    <a:pt x="2512" y="0"/>
                  </a:moveTo>
                  <a:cubicBezTo>
                    <a:pt x="1415" y="0"/>
                    <a:pt x="607" y="881"/>
                    <a:pt x="535" y="1949"/>
                  </a:cubicBezTo>
                  <a:cubicBezTo>
                    <a:pt x="462" y="2729"/>
                    <a:pt x="304" y="3494"/>
                    <a:pt x="58" y="4244"/>
                  </a:cubicBezTo>
                  <a:cubicBezTo>
                    <a:pt x="1" y="4374"/>
                    <a:pt x="73" y="4533"/>
                    <a:pt x="203" y="4605"/>
                  </a:cubicBezTo>
                  <a:cubicBezTo>
                    <a:pt x="665" y="4807"/>
                    <a:pt x="1155" y="4952"/>
                    <a:pt x="1661" y="5024"/>
                  </a:cubicBezTo>
                  <a:lnTo>
                    <a:pt x="3364" y="5024"/>
                  </a:lnTo>
                  <a:cubicBezTo>
                    <a:pt x="3869" y="4952"/>
                    <a:pt x="4360" y="4807"/>
                    <a:pt x="4822" y="4605"/>
                  </a:cubicBezTo>
                  <a:cubicBezTo>
                    <a:pt x="4966" y="4533"/>
                    <a:pt x="5024" y="4374"/>
                    <a:pt x="4966" y="4244"/>
                  </a:cubicBezTo>
                  <a:cubicBezTo>
                    <a:pt x="4721" y="3494"/>
                    <a:pt x="4562" y="2729"/>
                    <a:pt x="4504" y="1949"/>
                  </a:cubicBezTo>
                  <a:cubicBezTo>
                    <a:pt x="4418" y="867"/>
                    <a:pt x="3609" y="0"/>
                    <a:pt x="2512"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4" name="Google Shape;15464;p67"/>
            <p:cNvSpPr/>
            <p:nvPr/>
          </p:nvSpPr>
          <p:spPr>
            <a:xfrm>
              <a:off x="3287487" y="2150398"/>
              <a:ext cx="95790" cy="131704"/>
            </a:xfrm>
            <a:custGeom>
              <a:avLst/>
              <a:gdLst/>
              <a:ahLst/>
              <a:cxnLst/>
              <a:rect l="l" t="t" r="r" b="b"/>
              <a:pathLst>
                <a:path w="3654" h="5024" extrusionOk="0">
                  <a:moveTo>
                    <a:pt x="1141" y="0"/>
                  </a:moveTo>
                  <a:cubicBezTo>
                    <a:pt x="304" y="0"/>
                    <a:pt x="1" y="1155"/>
                    <a:pt x="723" y="1588"/>
                  </a:cubicBezTo>
                  <a:cubicBezTo>
                    <a:pt x="752" y="1588"/>
                    <a:pt x="780" y="1603"/>
                    <a:pt x="795" y="1617"/>
                  </a:cubicBezTo>
                  <a:lnTo>
                    <a:pt x="1430" y="5024"/>
                  </a:lnTo>
                  <a:lnTo>
                    <a:pt x="1993" y="5024"/>
                  </a:lnTo>
                  <a:cubicBezTo>
                    <a:pt x="2498" y="4952"/>
                    <a:pt x="2989" y="4807"/>
                    <a:pt x="3451" y="4605"/>
                  </a:cubicBezTo>
                  <a:cubicBezTo>
                    <a:pt x="3595" y="4533"/>
                    <a:pt x="3653" y="4374"/>
                    <a:pt x="3595" y="4244"/>
                  </a:cubicBezTo>
                  <a:cubicBezTo>
                    <a:pt x="3350" y="3494"/>
                    <a:pt x="3191" y="2729"/>
                    <a:pt x="3119" y="1949"/>
                  </a:cubicBezTo>
                  <a:cubicBezTo>
                    <a:pt x="3047" y="867"/>
                    <a:pt x="2238" y="0"/>
                    <a:pt x="1141"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5" name="Google Shape;15465;p67"/>
            <p:cNvSpPr/>
            <p:nvPr/>
          </p:nvSpPr>
          <p:spPr>
            <a:xfrm>
              <a:off x="3251179" y="2249910"/>
              <a:ext cx="131337" cy="104100"/>
            </a:xfrm>
            <a:custGeom>
              <a:avLst/>
              <a:gdLst/>
              <a:ahLst/>
              <a:cxnLst/>
              <a:rect l="l" t="t" r="r" b="b"/>
              <a:pathLst>
                <a:path w="5010" h="3971" extrusionOk="0">
                  <a:moveTo>
                    <a:pt x="1675" y="1"/>
                  </a:moveTo>
                  <a:lnTo>
                    <a:pt x="1675" y="838"/>
                  </a:lnTo>
                  <a:cubicBezTo>
                    <a:pt x="1675" y="1055"/>
                    <a:pt x="1545" y="1242"/>
                    <a:pt x="1357" y="1343"/>
                  </a:cubicBezTo>
                  <a:lnTo>
                    <a:pt x="462" y="1791"/>
                  </a:lnTo>
                  <a:cubicBezTo>
                    <a:pt x="173" y="1935"/>
                    <a:pt x="0" y="2224"/>
                    <a:pt x="0" y="2542"/>
                  </a:cubicBezTo>
                  <a:lnTo>
                    <a:pt x="0" y="3696"/>
                  </a:lnTo>
                  <a:cubicBezTo>
                    <a:pt x="0" y="3841"/>
                    <a:pt x="116" y="3971"/>
                    <a:pt x="274" y="3971"/>
                  </a:cubicBezTo>
                  <a:lnTo>
                    <a:pt x="4735" y="3971"/>
                  </a:lnTo>
                  <a:cubicBezTo>
                    <a:pt x="4894" y="3971"/>
                    <a:pt x="5009" y="3841"/>
                    <a:pt x="5009" y="3696"/>
                  </a:cubicBezTo>
                  <a:lnTo>
                    <a:pt x="5009" y="2542"/>
                  </a:lnTo>
                  <a:cubicBezTo>
                    <a:pt x="5009" y="2224"/>
                    <a:pt x="4836" y="1935"/>
                    <a:pt x="4562" y="1791"/>
                  </a:cubicBezTo>
                  <a:lnTo>
                    <a:pt x="3652" y="1343"/>
                  </a:lnTo>
                  <a:cubicBezTo>
                    <a:pt x="3465" y="1242"/>
                    <a:pt x="3349" y="1055"/>
                    <a:pt x="3349" y="838"/>
                  </a:cubicBezTo>
                  <a:lnTo>
                    <a:pt x="3349"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6" name="Google Shape;15466;p67"/>
            <p:cNvSpPr/>
            <p:nvPr/>
          </p:nvSpPr>
          <p:spPr>
            <a:xfrm>
              <a:off x="3294303" y="2249910"/>
              <a:ext cx="44697" cy="29544"/>
            </a:xfrm>
            <a:custGeom>
              <a:avLst/>
              <a:gdLst/>
              <a:ahLst/>
              <a:cxnLst/>
              <a:rect l="l" t="t" r="r" b="b"/>
              <a:pathLst>
                <a:path w="1705" h="1127" extrusionOk="0">
                  <a:moveTo>
                    <a:pt x="30" y="1"/>
                  </a:moveTo>
                  <a:lnTo>
                    <a:pt x="30" y="838"/>
                  </a:lnTo>
                  <a:cubicBezTo>
                    <a:pt x="15" y="867"/>
                    <a:pt x="15" y="910"/>
                    <a:pt x="1" y="939"/>
                  </a:cubicBezTo>
                  <a:cubicBezTo>
                    <a:pt x="275" y="1055"/>
                    <a:pt x="564" y="1112"/>
                    <a:pt x="852" y="1127"/>
                  </a:cubicBezTo>
                  <a:cubicBezTo>
                    <a:pt x="1141" y="1112"/>
                    <a:pt x="1430" y="1055"/>
                    <a:pt x="1704" y="939"/>
                  </a:cubicBezTo>
                  <a:cubicBezTo>
                    <a:pt x="1704" y="910"/>
                    <a:pt x="1690" y="867"/>
                    <a:pt x="1690" y="838"/>
                  </a:cubicBezTo>
                  <a:lnTo>
                    <a:pt x="1690"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7" name="Google Shape;15467;p67"/>
            <p:cNvSpPr/>
            <p:nvPr/>
          </p:nvSpPr>
          <p:spPr>
            <a:xfrm>
              <a:off x="3251179" y="2288525"/>
              <a:ext cx="131337" cy="65485"/>
            </a:xfrm>
            <a:custGeom>
              <a:avLst/>
              <a:gdLst/>
              <a:ahLst/>
              <a:cxnLst/>
              <a:rect l="l" t="t" r="r" b="b"/>
              <a:pathLst>
                <a:path w="5010" h="2498" extrusionOk="0">
                  <a:moveTo>
                    <a:pt x="1097" y="0"/>
                  </a:moveTo>
                  <a:lnTo>
                    <a:pt x="462" y="318"/>
                  </a:lnTo>
                  <a:cubicBezTo>
                    <a:pt x="173" y="462"/>
                    <a:pt x="0" y="751"/>
                    <a:pt x="0" y="1069"/>
                  </a:cubicBezTo>
                  <a:lnTo>
                    <a:pt x="0" y="2223"/>
                  </a:lnTo>
                  <a:cubicBezTo>
                    <a:pt x="0" y="2368"/>
                    <a:pt x="130" y="2498"/>
                    <a:pt x="274" y="2498"/>
                  </a:cubicBezTo>
                  <a:lnTo>
                    <a:pt x="4735" y="2498"/>
                  </a:lnTo>
                  <a:cubicBezTo>
                    <a:pt x="4894" y="2498"/>
                    <a:pt x="5009" y="2368"/>
                    <a:pt x="5009" y="2223"/>
                  </a:cubicBezTo>
                  <a:lnTo>
                    <a:pt x="5009" y="1069"/>
                  </a:lnTo>
                  <a:cubicBezTo>
                    <a:pt x="5009" y="751"/>
                    <a:pt x="4836" y="462"/>
                    <a:pt x="4562" y="318"/>
                  </a:cubicBezTo>
                  <a:lnTo>
                    <a:pt x="3912" y="0"/>
                  </a:lnTo>
                  <a:cubicBezTo>
                    <a:pt x="3580" y="513"/>
                    <a:pt x="3042" y="769"/>
                    <a:pt x="2505" y="769"/>
                  </a:cubicBezTo>
                  <a:cubicBezTo>
                    <a:pt x="1967" y="769"/>
                    <a:pt x="1429" y="513"/>
                    <a:pt x="1097"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8" name="Google Shape;15468;p67"/>
            <p:cNvSpPr/>
            <p:nvPr/>
          </p:nvSpPr>
          <p:spPr>
            <a:xfrm>
              <a:off x="3272728" y="2192604"/>
              <a:ext cx="87820" cy="72091"/>
            </a:xfrm>
            <a:custGeom>
              <a:avLst/>
              <a:gdLst/>
              <a:ahLst/>
              <a:cxnLst/>
              <a:rect l="l" t="t" r="r" b="b"/>
              <a:pathLst>
                <a:path w="3350" h="2750" extrusionOk="0">
                  <a:moveTo>
                    <a:pt x="1300" y="1"/>
                  </a:moveTo>
                  <a:cubicBezTo>
                    <a:pt x="1191" y="1"/>
                    <a:pt x="1089" y="68"/>
                    <a:pt x="1040" y="166"/>
                  </a:cubicBezTo>
                  <a:cubicBezTo>
                    <a:pt x="954" y="354"/>
                    <a:pt x="824" y="527"/>
                    <a:pt x="665" y="671"/>
                  </a:cubicBezTo>
                  <a:cubicBezTo>
                    <a:pt x="506" y="801"/>
                    <a:pt x="347" y="917"/>
                    <a:pt x="174" y="1003"/>
                  </a:cubicBezTo>
                  <a:cubicBezTo>
                    <a:pt x="59" y="1061"/>
                    <a:pt x="1" y="1176"/>
                    <a:pt x="15" y="1292"/>
                  </a:cubicBezTo>
                  <a:cubicBezTo>
                    <a:pt x="131" y="2129"/>
                    <a:pt x="838" y="2750"/>
                    <a:pt x="1675" y="2750"/>
                  </a:cubicBezTo>
                  <a:cubicBezTo>
                    <a:pt x="2556" y="2750"/>
                    <a:pt x="3278" y="2086"/>
                    <a:pt x="3350" y="1205"/>
                  </a:cubicBezTo>
                  <a:cubicBezTo>
                    <a:pt x="3350" y="1119"/>
                    <a:pt x="3321" y="1032"/>
                    <a:pt x="3249" y="989"/>
                  </a:cubicBezTo>
                  <a:cubicBezTo>
                    <a:pt x="2700" y="527"/>
                    <a:pt x="2051" y="195"/>
                    <a:pt x="1358" y="7"/>
                  </a:cubicBezTo>
                  <a:cubicBezTo>
                    <a:pt x="1338" y="3"/>
                    <a:pt x="1319" y="1"/>
                    <a:pt x="1300"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69" name="Google Shape;15469;p67"/>
            <p:cNvSpPr/>
            <p:nvPr/>
          </p:nvSpPr>
          <p:spPr>
            <a:xfrm>
              <a:off x="3272728" y="2192814"/>
              <a:ext cx="87820" cy="71515"/>
            </a:xfrm>
            <a:custGeom>
              <a:avLst/>
              <a:gdLst/>
              <a:ahLst/>
              <a:cxnLst/>
              <a:rect l="l" t="t" r="r" b="b"/>
              <a:pathLst>
                <a:path w="3350" h="2728" extrusionOk="0">
                  <a:moveTo>
                    <a:pt x="1280" y="1"/>
                  </a:moveTo>
                  <a:cubicBezTo>
                    <a:pt x="1179" y="1"/>
                    <a:pt x="1086" y="66"/>
                    <a:pt x="1040" y="158"/>
                  </a:cubicBezTo>
                  <a:cubicBezTo>
                    <a:pt x="968" y="288"/>
                    <a:pt x="882" y="418"/>
                    <a:pt x="780" y="533"/>
                  </a:cubicBezTo>
                  <a:cubicBezTo>
                    <a:pt x="752" y="577"/>
                    <a:pt x="708" y="620"/>
                    <a:pt x="665" y="663"/>
                  </a:cubicBezTo>
                  <a:cubicBezTo>
                    <a:pt x="506" y="793"/>
                    <a:pt x="347" y="909"/>
                    <a:pt x="160" y="995"/>
                  </a:cubicBezTo>
                  <a:cubicBezTo>
                    <a:pt x="59" y="1053"/>
                    <a:pt x="1" y="1168"/>
                    <a:pt x="15" y="1284"/>
                  </a:cubicBezTo>
                  <a:cubicBezTo>
                    <a:pt x="116" y="2020"/>
                    <a:pt x="679" y="2612"/>
                    <a:pt x="1416" y="2727"/>
                  </a:cubicBezTo>
                  <a:cubicBezTo>
                    <a:pt x="1040" y="2482"/>
                    <a:pt x="824" y="2063"/>
                    <a:pt x="853" y="1630"/>
                  </a:cubicBezTo>
                  <a:lnTo>
                    <a:pt x="853" y="1226"/>
                  </a:lnTo>
                  <a:cubicBezTo>
                    <a:pt x="910" y="1183"/>
                    <a:pt x="968" y="1140"/>
                    <a:pt x="1040" y="1082"/>
                  </a:cubicBezTo>
                  <a:cubicBezTo>
                    <a:pt x="1185" y="937"/>
                    <a:pt x="1329" y="779"/>
                    <a:pt x="1430" y="605"/>
                  </a:cubicBezTo>
                  <a:cubicBezTo>
                    <a:pt x="1964" y="779"/>
                    <a:pt x="2455" y="1039"/>
                    <a:pt x="2888" y="1399"/>
                  </a:cubicBezTo>
                  <a:cubicBezTo>
                    <a:pt x="2946" y="1443"/>
                    <a:pt x="3076" y="1573"/>
                    <a:pt x="3220" y="1703"/>
                  </a:cubicBezTo>
                  <a:cubicBezTo>
                    <a:pt x="3292" y="1544"/>
                    <a:pt x="3336" y="1371"/>
                    <a:pt x="3350" y="1197"/>
                  </a:cubicBezTo>
                  <a:cubicBezTo>
                    <a:pt x="3350" y="1111"/>
                    <a:pt x="3321" y="1024"/>
                    <a:pt x="3249" y="981"/>
                  </a:cubicBezTo>
                  <a:cubicBezTo>
                    <a:pt x="2700" y="519"/>
                    <a:pt x="2051" y="187"/>
                    <a:pt x="1358" y="14"/>
                  </a:cubicBezTo>
                  <a:cubicBezTo>
                    <a:pt x="1332" y="5"/>
                    <a:pt x="1306" y="1"/>
                    <a:pt x="1280"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0" name="Google Shape;15470;p67"/>
            <p:cNvSpPr/>
            <p:nvPr/>
          </p:nvSpPr>
          <p:spPr>
            <a:xfrm>
              <a:off x="3250786" y="2303284"/>
              <a:ext cx="29544" cy="50726"/>
            </a:xfrm>
            <a:custGeom>
              <a:avLst/>
              <a:gdLst/>
              <a:ahLst/>
              <a:cxnLst/>
              <a:rect l="l" t="t" r="r" b="b"/>
              <a:pathLst>
                <a:path w="1127" h="1935" extrusionOk="0">
                  <a:moveTo>
                    <a:pt x="174" y="0"/>
                  </a:moveTo>
                  <a:cubicBezTo>
                    <a:pt x="58" y="145"/>
                    <a:pt x="1" y="332"/>
                    <a:pt x="1" y="506"/>
                  </a:cubicBezTo>
                  <a:lnTo>
                    <a:pt x="1" y="1660"/>
                  </a:lnTo>
                  <a:cubicBezTo>
                    <a:pt x="1" y="1805"/>
                    <a:pt x="131" y="1935"/>
                    <a:pt x="289" y="1935"/>
                  </a:cubicBezTo>
                  <a:lnTo>
                    <a:pt x="1127" y="1935"/>
                  </a:lnTo>
                  <a:lnTo>
                    <a:pt x="1127" y="1025"/>
                  </a:lnTo>
                  <a:cubicBezTo>
                    <a:pt x="1112" y="866"/>
                    <a:pt x="1040" y="708"/>
                    <a:pt x="910" y="592"/>
                  </a:cubicBezTo>
                  <a:lnTo>
                    <a:pt x="174" y="0"/>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1" name="Google Shape;15471;p67"/>
            <p:cNvSpPr/>
            <p:nvPr/>
          </p:nvSpPr>
          <p:spPr>
            <a:xfrm>
              <a:off x="3353339" y="2303284"/>
              <a:ext cx="29177" cy="50726"/>
            </a:xfrm>
            <a:custGeom>
              <a:avLst/>
              <a:gdLst/>
              <a:ahLst/>
              <a:cxnLst/>
              <a:rect l="l" t="t" r="r" b="b"/>
              <a:pathLst>
                <a:path w="1113" h="1935" extrusionOk="0">
                  <a:moveTo>
                    <a:pt x="939" y="0"/>
                  </a:moveTo>
                  <a:lnTo>
                    <a:pt x="203" y="592"/>
                  </a:lnTo>
                  <a:cubicBezTo>
                    <a:pt x="73" y="708"/>
                    <a:pt x="1" y="866"/>
                    <a:pt x="1" y="1025"/>
                  </a:cubicBezTo>
                  <a:lnTo>
                    <a:pt x="1" y="1935"/>
                  </a:lnTo>
                  <a:lnTo>
                    <a:pt x="838" y="1935"/>
                  </a:lnTo>
                  <a:cubicBezTo>
                    <a:pt x="982" y="1935"/>
                    <a:pt x="1112" y="1805"/>
                    <a:pt x="1112" y="1660"/>
                  </a:cubicBezTo>
                  <a:lnTo>
                    <a:pt x="1112" y="506"/>
                  </a:lnTo>
                  <a:cubicBezTo>
                    <a:pt x="1112" y="332"/>
                    <a:pt x="1054" y="145"/>
                    <a:pt x="939" y="0"/>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2" name="Google Shape;15472;p67"/>
            <p:cNvSpPr/>
            <p:nvPr/>
          </p:nvSpPr>
          <p:spPr>
            <a:xfrm>
              <a:off x="3499802" y="2163636"/>
              <a:ext cx="36360" cy="79117"/>
            </a:xfrm>
            <a:custGeom>
              <a:avLst/>
              <a:gdLst/>
              <a:ahLst/>
              <a:cxnLst/>
              <a:rect l="l" t="t" r="r" b="b"/>
              <a:pathLst>
                <a:path w="1387" h="3018" extrusionOk="0">
                  <a:moveTo>
                    <a:pt x="825" y="0"/>
                  </a:moveTo>
                  <a:cubicBezTo>
                    <a:pt x="362" y="0"/>
                    <a:pt x="0" y="370"/>
                    <a:pt x="15" y="823"/>
                  </a:cubicBezTo>
                  <a:lnTo>
                    <a:pt x="15" y="1026"/>
                  </a:lnTo>
                  <a:cubicBezTo>
                    <a:pt x="0" y="1257"/>
                    <a:pt x="44" y="1502"/>
                    <a:pt x="116" y="1718"/>
                  </a:cubicBezTo>
                  <a:lnTo>
                    <a:pt x="563" y="3018"/>
                  </a:lnTo>
                  <a:lnTo>
                    <a:pt x="1386" y="3018"/>
                  </a:lnTo>
                  <a:lnTo>
                    <a:pt x="1386" y="1"/>
                  </a:lnTo>
                  <a:lnTo>
                    <a:pt x="852" y="1"/>
                  </a:lnTo>
                  <a:cubicBezTo>
                    <a:pt x="843" y="0"/>
                    <a:pt x="834" y="0"/>
                    <a:pt x="825"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3" name="Google Shape;15473;p67"/>
            <p:cNvSpPr/>
            <p:nvPr/>
          </p:nvSpPr>
          <p:spPr>
            <a:xfrm>
              <a:off x="3514561" y="2156821"/>
              <a:ext cx="85933" cy="85933"/>
            </a:xfrm>
            <a:custGeom>
              <a:avLst/>
              <a:gdLst/>
              <a:ahLst/>
              <a:cxnLst/>
              <a:rect l="l" t="t" r="r" b="b"/>
              <a:pathLst>
                <a:path w="3278" h="3278" extrusionOk="0">
                  <a:moveTo>
                    <a:pt x="823" y="1"/>
                  </a:moveTo>
                  <a:cubicBezTo>
                    <a:pt x="361" y="1"/>
                    <a:pt x="0" y="362"/>
                    <a:pt x="0" y="824"/>
                  </a:cubicBezTo>
                  <a:cubicBezTo>
                    <a:pt x="0" y="1112"/>
                    <a:pt x="246" y="1358"/>
                    <a:pt x="534" y="1358"/>
                  </a:cubicBezTo>
                  <a:lnTo>
                    <a:pt x="2729" y="3278"/>
                  </a:lnTo>
                  <a:lnTo>
                    <a:pt x="3190" y="1661"/>
                  </a:lnTo>
                  <a:cubicBezTo>
                    <a:pt x="3248" y="1459"/>
                    <a:pt x="3277" y="1257"/>
                    <a:pt x="3277" y="1055"/>
                  </a:cubicBezTo>
                  <a:lnTo>
                    <a:pt x="3277" y="535"/>
                  </a:lnTo>
                  <a:cubicBezTo>
                    <a:pt x="3277" y="246"/>
                    <a:pt x="3032" y="1"/>
                    <a:pt x="274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4" name="Google Shape;15474;p67"/>
            <p:cNvSpPr/>
            <p:nvPr/>
          </p:nvSpPr>
          <p:spPr>
            <a:xfrm>
              <a:off x="3528560" y="2264302"/>
              <a:ext cx="43150" cy="31825"/>
            </a:xfrm>
            <a:custGeom>
              <a:avLst/>
              <a:gdLst/>
              <a:ahLst/>
              <a:cxnLst/>
              <a:rect l="l" t="t" r="r" b="b"/>
              <a:pathLst>
                <a:path w="1646" h="1214" extrusionOk="0">
                  <a:moveTo>
                    <a:pt x="0" y="0"/>
                  </a:moveTo>
                  <a:lnTo>
                    <a:pt x="0" y="1213"/>
                  </a:lnTo>
                  <a:lnTo>
                    <a:pt x="1646" y="1213"/>
                  </a:lnTo>
                  <a:lnTo>
                    <a:pt x="1646"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5" name="Google Shape;15475;p67"/>
            <p:cNvSpPr/>
            <p:nvPr/>
          </p:nvSpPr>
          <p:spPr>
            <a:xfrm>
              <a:off x="3528560" y="2264302"/>
              <a:ext cx="43150" cy="17538"/>
            </a:xfrm>
            <a:custGeom>
              <a:avLst/>
              <a:gdLst/>
              <a:ahLst/>
              <a:cxnLst/>
              <a:rect l="l" t="t" r="r" b="b"/>
              <a:pathLst>
                <a:path w="1646" h="669" extrusionOk="0">
                  <a:moveTo>
                    <a:pt x="0" y="0"/>
                  </a:moveTo>
                  <a:lnTo>
                    <a:pt x="0" y="506"/>
                  </a:lnTo>
                  <a:cubicBezTo>
                    <a:pt x="267" y="614"/>
                    <a:pt x="549" y="668"/>
                    <a:pt x="829" y="668"/>
                  </a:cubicBezTo>
                  <a:cubicBezTo>
                    <a:pt x="1108" y="668"/>
                    <a:pt x="1386" y="614"/>
                    <a:pt x="1646" y="506"/>
                  </a:cubicBezTo>
                  <a:lnTo>
                    <a:pt x="1646"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6" name="Google Shape;15476;p67"/>
            <p:cNvSpPr/>
            <p:nvPr/>
          </p:nvSpPr>
          <p:spPr>
            <a:xfrm>
              <a:off x="3478594" y="2281709"/>
              <a:ext cx="143842" cy="72301"/>
            </a:xfrm>
            <a:custGeom>
              <a:avLst/>
              <a:gdLst/>
              <a:ahLst/>
              <a:cxnLst/>
              <a:rect l="l" t="t" r="r" b="b"/>
              <a:pathLst>
                <a:path w="5487" h="2758" extrusionOk="0">
                  <a:moveTo>
                    <a:pt x="1921" y="0"/>
                  </a:moveTo>
                  <a:lnTo>
                    <a:pt x="593" y="376"/>
                  </a:lnTo>
                  <a:cubicBezTo>
                    <a:pt x="246" y="477"/>
                    <a:pt x="1" y="794"/>
                    <a:pt x="1" y="1170"/>
                  </a:cubicBezTo>
                  <a:lnTo>
                    <a:pt x="1" y="2483"/>
                  </a:lnTo>
                  <a:cubicBezTo>
                    <a:pt x="1" y="2642"/>
                    <a:pt x="116" y="2758"/>
                    <a:pt x="275" y="2758"/>
                  </a:cubicBezTo>
                  <a:lnTo>
                    <a:pt x="5212" y="2758"/>
                  </a:lnTo>
                  <a:cubicBezTo>
                    <a:pt x="5356" y="2758"/>
                    <a:pt x="5486" y="2642"/>
                    <a:pt x="5486" y="2483"/>
                  </a:cubicBezTo>
                  <a:lnTo>
                    <a:pt x="5486" y="1170"/>
                  </a:lnTo>
                  <a:cubicBezTo>
                    <a:pt x="5472" y="794"/>
                    <a:pt x="5226" y="477"/>
                    <a:pt x="4880" y="376"/>
                  </a:cubicBezTo>
                  <a:lnTo>
                    <a:pt x="3552" y="0"/>
                  </a:lnTo>
                  <a:lnTo>
                    <a:pt x="2744" y="549"/>
                  </a:lnTo>
                  <a:lnTo>
                    <a:pt x="1921"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7" name="Google Shape;15477;p67"/>
            <p:cNvSpPr/>
            <p:nvPr/>
          </p:nvSpPr>
          <p:spPr>
            <a:xfrm>
              <a:off x="3542926" y="2296101"/>
              <a:ext cx="14418" cy="57909"/>
            </a:xfrm>
            <a:custGeom>
              <a:avLst/>
              <a:gdLst/>
              <a:ahLst/>
              <a:cxnLst/>
              <a:rect l="l" t="t" r="r" b="b"/>
              <a:pathLst>
                <a:path w="550" h="2209" extrusionOk="0">
                  <a:moveTo>
                    <a:pt x="145" y="0"/>
                  </a:moveTo>
                  <a:lnTo>
                    <a:pt x="1" y="2209"/>
                  </a:lnTo>
                  <a:lnTo>
                    <a:pt x="549" y="2209"/>
                  </a:lnTo>
                  <a:lnTo>
                    <a:pt x="419"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8" name="Google Shape;15478;p67"/>
            <p:cNvSpPr/>
            <p:nvPr/>
          </p:nvSpPr>
          <p:spPr>
            <a:xfrm>
              <a:off x="3507352" y="2192394"/>
              <a:ext cx="85933" cy="79117"/>
            </a:xfrm>
            <a:custGeom>
              <a:avLst/>
              <a:gdLst/>
              <a:ahLst/>
              <a:cxnLst/>
              <a:rect l="l" t="t" r="r" b="b"/>
              <a:pathLst>
                <a:path w="3278" h="3018" extrusionOk="0">
                  <a:moveTo>
                    <a:pt x="1055" y="1"/>
                  </a:moveTo>
                  <a:cubicBezTo>
                    <a:pt x="896" y="1"/>
                    <a:pt x="752" y="58"/>
                    <a:pt x="651" y="174"/>
                  </a:cubicBezTo>
                  <a:lnTo>
                    <a:pt x="160" y="665"/>
                  </a:lnTo>
                  <a:cubicBezTo>
                    <a:pt x="59" y="766"/>
                    <a:pt x="1" y="910"/>
                    <a:pt x="1" y="1055"/>
                  </a:cubicBezTo>
                  <a:lnTo>
                    <a:pt x="1" y="1372"/>
                  </a:lnTo>
                  <a:cubicBezTo>
                    <a:pt x="1" y="2282"/>
                    <a:pt x="737" y="3018"/>
                    <a:pt x="1647" y="3018"/>
                  </a:cubicBezTo>
                  <a:cubicBezTo>
                    <a:pt x="2542" y="3018"/>
                    <a:pt x="3278" y="2282"/>
                    <a:pt x="3278" y="1372"/>
                  </a:cubicBezTo>
                  <a:lnTo>
                    <a:pt x="3278" y="1026"/>
                  </a:lnTo>
                  <a:cubicBezTo>
                    <a:pt x="3278" y="881"/>
                    <a:pt x="3220" y="737"/>
                    <a:pt x="3119" y="636"/>
                  </a:cubicBezTo>
                  <a:cubicBezTo>
                    <a:pt x="2700" y="217"/>
                    <a:pt x="1921" y="30"/>
                    <a:pt x="105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79" name="Google Shape;15479;p67"/>
            <p:cNvSpPr/>
            <p:nvPr/>
          </p:nvSpPr>
          <p:spPr>
            <a:xfrm>
              <a:off x="3506985" y="2192394"/>
              <a:ext cx="86300" cy="77229"/>
            </a:xfrm>
            <a:custGeom>
              <a:avLst/>
              <a:gdLst/>
              <a:ahLst/>
              <a:cxnLst/>
              <a:rect l="l" t="t" r="r" b="b"/>
              <a:pathLst>
                <a:path w="3292" h="2946" extrusionOk="0">
                  <a:moveTo>
                    <a:pt x="1054" y="1"/>
                  </a:moveTo>
                  <a:cubicBezTo>
                    <a:pt x="910" y="1"/>
                    <a:pt x="766" y="58"/>
                    <a:pt x="665" y="160"/>
                  </a:cubicBezTo>
                  <a:lnTo>
                    <a:pt x="174" y="665"/>
                  </a:lnTo>
                  <a:cubicBezTo>
                    <a:pt x="58" y="766"/>
                    <a:pt x="0" y="896"/>
                    <a:pt x="0" y="1040"/>
                  </a:cubicBezTo>
                  <a:lnTo>
                    <a:pt x="0" y="1372"/>
                  </a:lnTo>
                  <a:cubicBezTo>
                    <a:pt x="15" y="2108"/>
                    <a:pt x="491" y="2743"/>
                    <a:pt x="1199" y="2946"/>
                  </a:cubicBezTo>
                  <a:cubicBezTo>
                    <a:pt x="953" y="2657"/>
                    <a:pt x="838" y="2296"/>
                    <a:pt x="838" y="1921"/>
                  </a:cubicBezTo>
                  <a:lnTo>
                    <a:pt x="838" y="1127"/>
                  </a:lnTo>
                  <a:lnTo>
                    <a:pt x="823" y="1127"/>
                  </a:lnTo>
                  <a:cubicBezTo>
                    <a:pt x="823" y="825"/>
                    <a:pt x="1070" y="576"/>
                    <a:pt x="1367" y="576"/>
                  </a:cubicBezTo>
                  <a:cubicBezTo>
                    <a:pt x="1383" y="576"/>
                    <a:pt x="1399" y="577"/>
                    <a:pt x="1415" y="578"/>
                  </a:cubicBezTo>
                  <a:cubicBezTo>
                    <a:pt x="1964" y="607"/>
                    <a:pt x="2787" y="708"/>
                    <a:pt x="3292" y="939"/>
                  </a:cubicBezTo>
                  <a:cubicBezTo>
                    <a:pt x="3277" y="824"/>
                    <a:pt x="3220" y="708"/>
                    <a:pt x="3133" y="636"/>
                  </a:cubicBezTo>
                  <a:cubicBezTo>
                    <a:pt x="2714" y="217"/>
                    <a:pt x="1935" y="30"/>
                    <a:pt x="1054"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0" name="Google Shape;15480;p67"/>
            <p:cNvSpPr/>
            <p:nvPr/>
          </p:nvSpPr>
          <p:spPr>
            <a:xfrm>
              <a:off x="3478594" y="2299876"/>
              <a:ext cx="28784" cy="54134"/>
            </a:xfrm>
            <a:custGeom>
              <a:avLst/>
              <a:gdLst/>
              <a:ahLst/>
              <a:cxnLst/>
              <a:rect l="l" t="t" r="r" b="b"/>
              <a:pathLst>
                <a:path w="1098" h="2065" extrusionOk="0">
                  <a:moveTo>
                    <a:pt x="145" y="0"/>
                  </a:moveTo>
                  <a:cubicBezTo>
                    <a:pt x="44" y="145"/>
                    <a:pt x="1" y="304"/>
                    <a:pt x="1" y="477"/>
                  </a:cubicBezTo>
                  <a:lnTo>
                    <a:pt x="1" y="1790"/>
                  </a:lnTo>
                  <a:cubicBezTo>
                    <a:pt x="1" y="1935"/>
                    <a:pt x="116" y="2065"/>
                    <a:pt x="275" y="2065"/>
                  </a:cubicBezTo>
                  <a:lnTo>
                    <a:pt x="1083" y="2065"/>
                  </a:lnTo>
                  <a:lnTo>
                    <a:pt x="1083" y="1285"/>
                  </a:lnTo>
                  <a:lnTo>
                    <a:pt x="1098" y="1285"/>
                  </a:lnTo>
                  <a:cubicBezTo>
                    <a:pt x="1098" y="1069"/>
                    <a:pt x="1011" y="866"/>
                    <a:pt x="853" y="708"/>
                  </a:cubicBezTo>
                  <a:lnTo>
                    <a:pt x="145" y="0"/>
                  </a:lnTo>
                  <a:close/>
                </a:path>
              </a:pathLst>
            </a:custGeom>
            <a:solidFill>
              <a:srgbClr val="8EA6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1" name="Google Shape;15481;p67"/>
            <p:cNvSpPr/>
            <p:nvPr/>
          </p:nvSpPr>
          <p:spPr>
            <a:xfrm>
              <a:off x="3593258" y="2299876"/>
              <a:ext cx="28784" cy="54134"/>
            </a:xfrm>
            <a:custGeom>
              <a:avLst/>
              <a:gdLst/>
              <a:ahLst/>
              <a:cxnLst/>
              <a:rect l="l" t="t" r="r" b="b"/>
              <a:pathLst>
                <a:path w="1098" h="2065" extrusionOk="0">
                  <a:moveTo>
                    <a:pt x="954" y="0"/>
                  </a:moveTo>
                  <a:lnTo>
                    <a:pt x="246" y="708"/>
                  </a:lnTo>
                  <a:cubicBezTo>
                    <a:pt x="87" y="866"/>
                    <a:pt x="1" y="1069"/>
                    <a:pt x="1" y="1285"/>
                  </a:cubicBezTo>
                  <a:lnTo>
                    <a:pt x="1" y="2065"/>
                  </a:lnTo>
                  <a:lnTo>
                    <a:pt x="824" y="2065"/>
                  </a:lnTo>
                  <a:cubicBezTo>
                    <a:pt x="982" y="2065"/>
                    <a:pt x="1098" y="1935"/>
                    <a:pt x="1098" y="1790"/>
                  </a:cubicBezTo>
                  <a:lnTo>
                    <a:pt x="1098" y="477"/>
                  </a:lnTo>
                  <a:cubicBezTo>
                    <a:pt x="1098" y="304"/>
                    <a:pt x="1040" y="145"/>
                    <a:pt x="954" y="0"/>
                  </a:cubicBezTo>
                  <a:close/>
                </a:path>
              </a:pathLst>
            </a:custGeom>
            <a:solidFill>
              <a:srgbClr val="8EA6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2" name="Google Shape;15482;p67"/>
            <p:cNvSpPr/>
            <p:nvPr/>
          </p:nvSpPr>
          <p:spPr>
            <a:xfrm>
              <a:off x="3542926" y="2296101"/>
              <a:ext cx="14418" cy="14392"/>
            </a:xfrm>
            <a:custGeom>
              <a:avLst/>
              <a:gdLst/>
              <a:ahLst/>
              <a:cxnLst/>
              <a:rect l="l" t="t" r="r" b="b"/>
              <a:pathLst>
                <a:path w="550" h="549" extrusionOk="0">
                  <a:moveTo>
                    <a:pt x="1" y="0"/>
                  </a:moveTo>
                  <a:lnTo>
                    <a:pt x="1" y="433"/>
                  </a:lnTo>
                  <a:cubicBezTo>
                    <a:pt x="1" y="491"/>
                    <a:pt x="59" y="549"/>
                    <a:pt x="116" y="549"/>
                  </a:cubicBezTo>
                  <a:lnTo>
                    <a:pt x="434" y="549"/>
                  </a:lnTo>
                  <a:cubicBezTo>
                    <a:pt x="506" y="549"/>
                    <a:pt x="549" y="491"/>
                    <a:pt x="549" y="433"/>
                  </a:cubicBezTo>
                  <a:lnTo>
                    <a:pt x="549"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3" name="Google Shape;15483;p67"/>
            <p:cNvSpPr/>
            <p:nvPr/>
          </p:nvSpPr>
          <p:spPr>
            <a:xfrm>
              <a:off x="3520984" y="2276125"/>
              <a:ext cx="29544" cy="30226"/>
            </a:xfrm>
            <a:custGeom>
              <a:avLst/>
              <a:gdLst/>
              <a:ahLst/>
              <a:cxnLst/>
              <a:rect l="l" t="t" r="r" b="b"/>
              <a:pathLst>
                <a:path w="1127" h="1153" extrusionOk="0">
                  <a:moveTo>
                    <a:pt x="260" y="1"/>
                  </a:moveTo>
                  <a:cubicBezTo>
                    <a:pt x="222" y="1"/>
                    <a:pt x="186" y="20"/>
                    <a:pt x="159" y="55"/>
                  </a:cubicBezTo>
                  <a:lnTo>
                    <a:pt x="1" y="300"/>
                  </a:lnTo>
                  <a:lnTo>
                    <a:pt x="405" y="1065"/>
                  </a:lnTo>
                  <a:cubicBezTo>
                    <a:pt x="442" y="1121"/>
                    <a:pt x="503" y="1153"/>
                    <a:pt x="562" y="1153"/>
                  </a:cubicBezTo>
                  <a:cubicBezTo>
                    <a:pt x="594" y="1153"/>
                    <a:pt x="625" y="1143"/>
                    <a:pt x="650" y="1123"/>
                  </a:cubicBezTo>
                  <a:lnTo>
                    <a:pt x="1127" y="762"/>
                  </a:lnTo>
                  <a:lnTo>
                    <a:pt x="333" y="26"/>
                  </a:lnTo>
                  <a:cubicBezTo>
                    <a:pt x="310" y="9"/>
                    <a:pt x="285" y="1"/>
                    <a:pt x="260" y="1"/>
                  </a:cubicBezTo>
                  <a:close/>
                </a:path>
              </a:pathLst>
            </a:custGeom>
            <a:solidFill>
              <a:srgbClr val="8EA6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4" name="Google Shape;15484;p67"/>
            <p:cNvSpPr/>
            <p:nvPr/>
          </p:nvSpPr>
          <p:spPr>
            <a:xfrm>
              <a:off x="3550502" y="2276125"/>
              <a:ext cx="29177" cy="30226"/>
            </a:xfrm>
            <a:custGeom>
              <a:avLst/>
              <a:gdLst/>
              <a:ahLst/>
              <a:cxnLst/>
              <a:rect l="l" t="t" r="r" b="b"/>
              <a:pathLst>
                <a:path w="1113" h="1153" extrusionOk="0">
                  <a:moveTo>
                    <a:pt x="852" y="1"/>
                  </a:moveTo>
                  <a:cubicBezTo>
                    <a:pt x="828" y="1"/>
                    <a:pt x="803" y="9"/>
                    <a:pt x="780" y="26"/>
                  </a:cubicBezTo>
                  <a:lnTo>
                    <a:pt x="1" y="762"/>
                  </a:lnTo>
                  <a:lnTo>
                    <a:pt x="463" y="1123"/>
                  </a:lnTo>
                  <a:cubicBezTo>
                    <a:pt x="488" y="1143"/>
                    <a:pt x="519" y="1153"/>
                    <a:pt x="551" y="1153"/>
                  </a:cubicBezTo>
                  <a:cubicBezTo>
                    <a:pt x="609" y="1153"/>
                    <a:pt x="671" y="1121"/>
                    <a:pt x="708" y="1065"/>
                  </a:cubicBezTo>
                  <a:lnTo>
                    <a:pt x="1112" y="300"/>
                  </a:lnTo>
                  <a:lnTo>
                    <a:pt x="953" y="55"/>
                  </a:lnTo>
                  <a:cubicBezTo>
                    <a:pt x="927" y="20"/>
                    <a:pt x="890" y="1"/>
                    <a:pt x="852" y="1"/>
                  </a:cubicBezTo>
                  <a:close/>
                </a:path>
              </a:pathLst>
            </a:custGeom>
            <a:solidFill>
              <a:srgbClr val="8EA6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5" name="Google Shape;15485;p67"/>
            <p:cNvSpPr/>
            <p:nvPr/>
          </p:nvSpPr>
          <p:spPr>
            <a:xfrm>
              <a:off x="3310582" y="1982386"/>
              <a:ext cx="203612" cy="175169"/>
            </a:xfrm>
            <a:custGeom>
              <a:avLst/>
              <a:gdLst/>
              <a:ahLst/>
              <a:cxnLst/>
              <a:rect l="l" t="t" r="r" b="b"/>
              <a:pathLst>
                <a:path w="7767" h="6682" extrusionOk="0">
                  <a:moveTo>
                    <a:pt x="693" y="0"/>
                  </a:moveTo>
                  <a:cubicBezTo>
                    <a:pt x="318" y="0"/>
                    <a:pt x="0" y="303"/>
                    <a:pt x="0" y="693"/>
                  </a:cubicBezTo>
                  <a:lnTo>
                    <a:pt x="0" y="4331"/>
                  </a:lnTo>
                  <a:cubicBezTo>
                    <a:pt x="0" y="4706"/>
                    <a:pt x="318" y="5024"/>
                    <a:pt x="693" y="5024"/>
                  </a:cubicBezTo>
                  <a:lnTo>
                    <a:pt x="3205" y="5024"/>
                  </a:lnTo>
                  <a:lnTo>
                    <a:pt x="2815" y="6539"/>
                  </a:lnTo>
                  <a:cubicBezTo>
                    <a:pt x="2794" y="6614"/>
                    <a:pt x="2860" y="6681"/>
                    <a:pt x="2931" y="6681"/>
                  </a:cubicBezTo>
                  <a:cubicBezTo>
                    <a:pt x="2956" y="6681"/>
                    <a:pt x="2981" y="6673"/>
                    <a:pt x="3003" y="6655"/>
                  </a:cubicBezTo>
                  <a:lnTo>
                    <a:pt x="5255" y="5024"/>
                  </a:lnTo>
                  <a:lnTo>
                    <a:pt x="7088" y="5024"/>
                  </a:lnTo>
                  <a:cubicBezTo>
                    <a:pt x="7464" y="5024"/>
                    <a:pt x="7767" y="4706"/>
                    <a:pt x="7767" y="4331"/>
                  </a:cubicBezTo>
                  <a:lnTo>
                    <a:pt x="7767" y="679"/>
                  </a:lnTo>
                  <a:cubicBezTo>
                    <a:pt x="7767" y="303"/>
                    <a:pt x="7464" y="0"/>
                    <a:pt x="7074"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6" name="Google Shape;15486;p67"/>
            <p:cNvSpPr/>
            <p:nvPr/>
          </p:nvSpPr>
          <p:spPr>
            <a:xfrm>
              <a:off x="3345396" y="2012192"/>
              <a:ext cx="33844" cy="11875"/>
            </a:xfrm>
            <a:custGeom>
              <a:avLst/>
              <a:gdLst/>
              <a:ahLst/>
              <a:cxnLst/>
              <a:rect l="l" t="t" r="r" b="b"/>
              <a:pathLst>
                <a:path w="1291" h="453" extrusionOk="0">
                  <a:moveTo>
                    <a:pt x="1006" y="1"/>
                  </a:moveTo>
                  <a:cubicBezTo>
                    <a:pt x="994" y="1"/>
                    <a:pt x="981" y="2"/>
                    <a:pt x="968" y="3"/>
                  </a:cubicBezTo>
                  <a:lnTo>
                    <a:pt x="275" y="3"/>
                  </a:lnTo>
                  <a:cubicBezTo>
                    <a:pt x="1" y="18"/>
                    <a:pt x="1" y="422"/>
                    <a:pt x="275" y="451"/>
                  </a:cubicBezTo>
                  <a:lnTo>
                    <a:pt x="968" y="451"/>
                  </a:lnTo>
                  <a:cubicBezTo>
                    <a:pt x="977" y="452"/>
                    <a:pt x="985" y="452"/>
                    <a:pt x="994" y="452"/>
                  </a:cubicBezTo>
                  <a:cubicBezTo>
                    <a:pt x="1287" y="452"/>
                    <a:pt x="1291" y="1"/>
                    <a:pt x="1006"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7" name="Google Shape;15487;p67"/>
            <p:cNvSpPr/>
            <p:nvPr/>
          </p:nvSpPr>
          <p:spPr>
            <a:xfrm>
              <a:off x="3387025" y="2012192"/>
              <a:ext cx="93640" cy="11875"/>
            </a:xfrm>
            <a:custGeom>
              <a:avLst/>
              <a:gdLst/>
              <a:ahLst/>
              <a:cxnLst/>
              <a:rect l="l" t="t" r="r" b="b"/>
              <a:pathLst>
                <a:path w="3572" h="453" extrusionOk="0">
                  <a:moveTo>
                    <a:pt x="3287" y="1"/>
                  </a:moveTo>
                  <a:cubicBezTo>
                    <a:pt x="3274" y="1"/>
                    <a:pt x="3262" y="2"/>
                    <a:pt x="3248" y="3"/>
                  </a:cubicBezTo>
                  <a:lnTo>
                    <a:pt x="289" y="3"/>
                  </a:lnTo>
                  <a:cubicBezTo>
                    <a:pt x="0" y="18"/>
                    <a:pt x="0" y="422"/>
                    <a:pt x="289" y="451"/>
                  </a:cubicBezTo>
                  <a:lnTo>
                    <a:pt x="3248" y="451"/>
                  </a:lnTo>
                  <a:cubicBezTo>
                    <a:pt x="3257" y="452"/>
                    <a:pt x="3266" y="452"/>
                    <a:pt x="3275" y="452"/>
                  </a:cubicBezTo>
                  <a:cubicBezTo>
                    <a:pt x="3568" y="452"/>
                    <a:pt x="3572" y="1"/>
                    <a:pt x="3287"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8" name="Google Shape;15488;p67"/>
            <p:cNvSpPr/>
            <p:nvPr/>
          </p:nvSpPr>
          <p:spPr>
            <a:xfrm>
              <a:off x="3344111" y="2042104"/>
              <a:ext cx="136554" cy="11849"/>
            </a:xfrm>
            <a:custGeom>
              <a:avLst/>
              <a:gdLst/>
              <a:ahLst/>
              <a:cxnLst/>
              <a:rect l="l" t="t" r="r" b="b"/>
              <a:pathLst>
                <a:path w="5209" h="452" extrusionOk="0">
                  <a:moveTo>
                    <a:pt x="286" y="0"/>
                  </a:moveTo>
                  <a:cubicBezTo>
                    <a:pt x="1" y="0"/>
                    <a:pt x="5" y="452"/>
                    <a:pt x="298" y="452"/>
                  </a:cubicBezTo>
                  <a:cubicBezTo>
                    <a:pt x="306" y="452"/>
                    <a:pt x="315" y="451"/>
                    <a:pt x="324" y="450"/>
                  </a:cubicBezTo>
                  <a:lnTo>
                    <a:pt x="4885" y="450"/>
                  </a:lnTo>
                  <a:cubicBezTo>
                    <a:pt x="4894" y="451"/>
                    <a:pt x="4903" y="452"/>
                    <a:pt x="4912" y="452"/>
                  </a:cubicBezTo>
                  <a:cubicBezTo>
                    <a:pt x="5205" y="452"/>
                    <a:pt x="5209" y="0"/>
                    <a:pt x="4924" y="0"/>
                  </a:cubicBezTo>
                  <a:cubicBezTo>
                    <a:pt x="4911" y="0"/>
                    <a:pt x="4899" y="1"/>
                    <a:pt x="4885" y="3"/>
                  </a:cubicBezTo>
                  <a:lnTo>
                    <a:pt x="324" y="3"/>
                  </a:lnTo>
                  <a:cubicBezTo>
                    <a:pt x="311" y="1"/>
                    <a:pt x="298" y="0"/>
                    <a:pt x="286"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89" name="Google Shape;15489;p67"/>
            <p:cNvSpPr/>
            <p:nvPr/>
          </p:nvSpPr>
          <p:spPr>
            <a:xfrm>
              <a:off x="3345396" y="2072041"/>
              <a:ext cx="93640" cy="11797"/>
            </a:xfrm>
            <a:custGeom>
              <a:avLst/>
              <a:gdLst/>
              <a:ahLst/>
              <a:cxnLst/>
              <a:rect l="l" t="t" r="r" b="b"/>
              <a:pathLst>
                <a:path w="3572" h="450" extrusionOk="0">
                  <a:moveTo>
                    <a:pt x="3275" y="0"/>
                  </a:moveTo>
                  <a:cubicBezTo>
                    <a:pt x="3267" y="0"/>
                    <a:pt x="3258" y="0"/>
                    <a:pt x="3249" y="1"/>
                  </a:cubicBezTo>
                  <a:lnTo>
                    <a:pt x="275" y="1"/>
                  </a:lnTo>
                  <a:cubicBezTo>
                    <a:pt x="1" y="16"/>
                    <a:pt x="1" y="434"/>
                    <a:pt x="275" y="449"/>
                  </a:cubicBezTo>
                  <a:lnTo>
                    <a:pt x="3249" y="449"/>
                  </a:lnTo>
                  <a:cubicBezTo>
                    <a:pt x="3258" y="450"/>
                    <a:pt x="3267" y="450"/>
                    <a:pt x="3275" y="450"/>
                  </a:cubicBezTo>
                  <a:cubicBezTo>
                    <a:pt x="3572" y="450"/>
                    <a:pt x="3572" y="0"/>
                    <a:pt x="3275"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0" name="Google Shape;15490;p67"/>
            <p:cNvSpPr/>
            <p:nvPr/>
          </p:nvSpPr>
          <p:spPr>
            <a:xfrm>
              <a:off x="3445904" y="2072041"/>
              <a:ext cx="34761" cy="11797"/>
            </a:xfrm>
            <a:custGeom>
              <a:avLst/>
              <a:gdLst/>
              <a:ahLst/>
              <a:cxnLst/>
              <a:rect l="l" t="t" r="r" b="b"/>
              <a:pathLst>
                <a:path w="1326" h="450" extrusionOk="0">
                  <a:moveTo>
                    <a:pt x="297" y="0"/>
                  </a:moveTo>
                  <a:cubicBezTo>
                    <a:pt x="1" y="0"/>
                    <a:pt x="1" y="450"/>
                    <a:pt x="297" y="450"/>
                  </a:cubicBezTo>
                  <a:cubicBezTo>
                    <a:pt x="306" y="450"/>
                    <a:pt x="315" y="450"/>
                    <a:pt x="324" y="449"/>
                  </a:cubicBezTo>
                  <a:lnTo>
                    <a:pt x="1002" y="449"/>
                  </a:lnTo>
                  <a:cubicBezTo>
                    <a:pt x="1012" y="450"/>
                    <a:pt x="1021" y="450"/>
                    <a:pt x="1029" y="450"/>
                  </a:cubicBezTo>
                  <a:cubicBezTo>
                    <a:pt x="1325" y="450"/>
                    <a:pt x="1325" y="0"/>
                    <a:pt x="1029" y="0"/>
                  </a:cubicBezTo>
                  <a:cubicBezTo>
                    <a:pt x="1021" y="0"/>
                    <a:pt x="1012" y="0"/>
                    <a:pt x="1002" y="1"/>
                  </a:cubicBezTo>
                  <a:lnTo>
                    <a:pt x="324" y="1"/>
                  </a:lnTo>
                  <a:cubicBezTo>
                    <a:pt x="315" y="0"/>
                    <a:pt x="306" y="0"/>
                    <a:pt x="29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91" name="Google Shape;15491;p67"/>
          <p:cNvGrpSpPr/>
          <p:nvPr/>
        </p:nvGrpSpPr>
        <p:grpSpPr>
          <a:xfrm>
            <a:off x="1317329" y="2916322"/>
            <a:ext cx="373538" cy="331515"/>
            <a:chOff x="1342386" y="2916322"/>
            <a:chExt cx="373538" cy="331515"/>
          </a:xfrm>
        </p:grpSpPr>
        <p:sp>
          <p:nvSpPr>
            <p:cNvPr id="15492" name="Google Shape;15492;p67"/>
            <p:cNvSpPr/>
            <p:nvPr/>
          </p:nvSpPr>
          <p:spPr>
            <a:xfrm>
              <a:off x="1499047" y="2916322"/>
              <a:ext cx="216877" cy="180910"/>
            </a:xfrm>
            <a:custGeom>
              <a:avLst/>
              <a:gdLst/>
              <a:ahLst/>
              <a:cxnLst/>
              <a:rect l="l" t="t" r="r" b="b"/>
              <a:pathLst>
                <a:path w="8273" h="6901" extrusionOk="0">
                  <a:moveTo>
                    <a:pt x="463" y="1"/>
                  </a:moveTo>
                  <a:cubicBezTo>
                    <a:pt x="203" y="1"/>
                    <a:pt x="1" y="203"/>
                    <a:pt x="1" y="463"/>
                  </a:cubicBezTo>
                  <a:lnTo>
                    <a:pt x="1" y="6439"/>
                  </a:lnTo>
                  <a:cubicBezTo>
                    <a:pt x="1" y="6699"/>
                    <a:pt x="203" y="6901"/>
                    <a:pt x="463" y="6901"/>
                  </a:cubicBezTo>
                  <a:lnTo>
                    <a:pt x="7811" y="6901"/>
                  </a:lnTo>
                  <a:cubicBezTo>
                    <a:pt x="8070" y="6901"/>
                    <a:pt x="8272" y="6699"/>
                    <a:pt x="8272" y="6439"/>
                  </a:cubicBezTo>
                  <a:lnTo>
                    <a:pt x="8272" y="463"/>
                  </a:lnTo>
                  <a:cubicBezTo>
                    <a:pt x="8272" y="203"/>
                    <a:pt x="8070" y="1"/>
                    <a:pt x="7811"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3" name="Google Shape;15493;p67"/>
            <p:cNvSpPr/>
            <p:nvPr/>
          </p:nvSpPr>
          <p:spPr>
            <a:xfrm>
              <a:off x="1342386" y="3060137"/>
              <a:ext cx="217244" cy="187699"/>
            </a:xfrm>
            <a:custGeom>
              <a:avLst/>
              <a:gdLst/>
              <a:ahLst/>
              <a:cxnLst/>
              <a:rect l="l" t="t" r="r" b="b"/>
              <a:pathLst>
                <a:path w="8287" h="7160" extrusionOk="0">
                  <a:moveTo>
                    <a:pt x="8104" y="0"/>
                  </a:moveTo>
                  <a:cubicBezTo>
                    <a:pt x="8063" y="0"/>
                    <a:pt x="8020" y="14"/>
                    <a:pt x="7983" y="43"/>
                  </a:cubicBezTo>
                  <a:lnTo>
                    <a:pt x="3812" y="4042"/>
                  </a:lnTo>
                  <a:cubicBezTo>
                    <a:pt x="3725" y="4129"/>
                    <a:pt x="3610" y="4172"/>
                    <a:pt x="3494" y="4172"/>
                  </a:cubicBezTo>
                  <a:lnTo>
                    <a:pt x="3436" y="4172"/>
                  </a:lnTo>
                  <a:cubicBezTo>
                    <a:pt x="3191" y="4172"/>
                    <a:pt x="2989" y="3970"/>
                    <a:pt x="2989" y="3710"/>
                  </a:cubicBezTo>
                  <a:lnTo>
                    <a:pt x="2989" y="3479"/>
                  </a:lnTo>
                  <a:lnTo>
                    <a:pt x="1603" y="3479"/>
                  </a:lnTo>
                  <a:lnTo>
                    <a:pt x="1603" y="3710"/>
                  </a:lnTo>
                  <a:cubicBezTo>
                    <a:pt x="1603" y="3912"/>
                    <a:pt x="1473" y="4100"/>
                    <a:pt x="1271" y="4157"/>
                  </a:cubicBezTo>
                  <a:lnTo>
                    <a:pt x="506" y="4374"/>
                  </a:lnTo>
                  <a:cubicBezTo>
                    <a:pt x="203" y="4461"/>
                    <a:pt x="1" y="4735"/>
                    <a:pt x="1" y="5038"/>
                  </a:cubicBezTo>
                  <a:lnTo>
                    <a:pt x="1" y="6929"/>
                  </a:lnTo>
                  <a:cubicBezTo>
                    <a:pt x="1" y="7059"/>
                    <a:pt x="102" y="7160"/>
                    <a:pt x="232" y="7160"/>
                  </a:cubicBezTo>
                  <a:lnTo>
                    <a:pt x="3451" y="7160"/>
                  </a:lnTo>
                  <a:cubicBezTo>
                    <a:pt x="3581" y="7160"/>
                    <a:pt x="3682" y="7059"/>
                    <a:pt x="3682" y="6929"/>
                  </a:cubicBezTo>
                  <a:lnTo>
                    <a:pt x="3682" y="5933"/>
                  </a:lnTo>
                  <a:cubicBezTo>
                    <a:pt x="3682" y="5688"/>
                    <a:pt x="3768" y="5457"/>
                    <a:pt x="3942" y="5283"/>
                  </a:cubicBezTo>
                  <a:lnTo>
                    <a:pt x="7854" y="1371"/>
                  </a:lnTo>
                  <a:cubicBezTo>
                    <a:pt x="7969" y="1256"/>
                    <a:pt x="8027" y="1083"/>
                    <a:pt x="7983" y="938"/>
                  </a:cubicBezTo>
                  <a:lnTo>
                    <a:pt x="7897" y="606"/>
                  </a:lnTo>
                  <a:lnTo>
                    <a:pt x="8229" y="289"/>
                  </a:lnTo>
                  <a:cubicBezTo>
                    <a:pt x="8287" y="217"/>
                    <a:pt x="8287" y="115"/>
                    <a:pt x="8214" y="43"/>
                  </a:cubicBezTo>
                  <a:cubicBezTo>
                    <a:pt x="8186" y="14"/>
                    <a:pt x="8146" y="0"/>
                    <a:pt x="810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4" name="Google Shape;15494;p67"/>
            <p:cNvSpPr/>
            <p:nvPr/>
          </p:nvSpPr>
          <p:spPr>
            <a:xfrm>
              <a:off x="1382128" y="3151706"/>
              <a:ext cx="41262" cy="18193"/>
            </a:xfrm>
            <a:custGeom>
              <a:avLst/>
              <a:gdLst/>
              <a:ahLst/>
              <a:cxnLst/>
              <a:rect l="l" t="t" r="r" b="b"/>
              <a:pathLst>
                <a:path w="1574" h="694" extrusionOk="0">
                  <a:moveTo>
                    <a:pt x="101" y="0"/>
                  </a:moveTo>
                  <a:lnTo>
                    <a:pt x="101" y="231"/>
                  </a:lnTo>
                  <a:cubicBezTo>
                    <a:pt x="101" y="332"/>
                    <a:pt x="58" y="419"/>
                    <a:pt x="0" y="506"/>
                  </a:cubicBezTo>
                  <a:cubicBezTo>
                    <a:pt x="246" y="621"/>
                    <a:pt x="520" y="679"/>
                    <a:pt x="794" y="693"/>
                  </a:cubicBezTo>
                  <a:cubicBezTo>
                    <a:pt x="1054" y="679"/>
                    <a:pt x="1328" y="621"/>
                    <a:pt x="1574" y="506"/>
                  </a:cubicBezTo>
                  <a:cubicBezTo>
                    <a:pt x="1516" y="419"/>
                    <a:pt x="1473" y="332"/>
                    <a:pt x="1473" y="231"/>
                  </a:cubicBezTo>
                  <a:lnTo>
                    <a:pt x="1473"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5" name="Google Shape;15495;p67"/>
            <p:cNvSpPr/>
            <p:nvPr/>
          </p:nvSpPr>
          <p:spPr>
            <a:xfrm>
              <a:off x="1360186" y="3066927"/>
              <a:ext cx="29911" cy="66272"/>
            </a:xfrm>
            <a:custGeom>
              <a:avLst/>
              <a:gdLst/>
              <a:ahLst/>
              <a:cxnLst/>
              <a:rect l="l" t="t" r="r" b="b"/>
              <a:pathLst>
                <a:path w="1141" h="2528" extrusionOk="0">
                  <a:moveTo>
                    <a:pt x="679" y="1"/>
                  </a:moveTo>
                  <a:cubicBezTo>
                    <a:pt x="303" y="1"/>
                    <a:pt x="0" y="318"/>
                    <a:pt x="0" y="694"/>
                  </a:cubicBezTo>
                  <a:lnTo>
                    <a:pt x="0" y="853"/>
                  </a:lnTo>
                  <a:cubicBezTo>
                    <a:pt x="0" y="1055"/>
                    <a:pt x="29" y="1242"/>
                    <a:pt x="101" y="1430"/>
                  </a:cubicBezTo>
                  <a:lnTo>
                    <a:pt x="462" y="2527"/>
                  </a:lnTo>
                  <a:lnTo>
                    <a:pt x="1141" y="2527"/>
                  </a:lnTo>
                  <a:lnTo>
                    <a:pt x="1141" y="1"/>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6" name="Google Shape;15496;p67"/>
            <p:cNvSpPr/>
            <p:nvPr/>
          </p:nvSpPr>
          <p:spPr>
            <a:xfrm>
              <a:off x="1372297" y="3060871"/>
              <a:ext cx="72301" cy="72694"/>
            </a:xfrm>
            <a:custGeom>
              <a:avLst/>
              <a:gdLst/>
              <a:ahLst/>
              <a:cxnLst/>
              <a:rect l="l" t="t" r="r" b="b"/>
              <a:pathLst>
                <a:path w="2758" h="2773" extrusionOk="0">
                  <a:moveTo>
                    <a:pt x="693" y="1"/>
                  </a:moveTo>
                  <a:cubicBezTo>
                    <a:pt x="303" y="1"/>
                    <a:pt x="0" y="318"/>
                    <a:pt x="0" y="694"/>
                  </a:cubicBezTo>
                  <a:cubicBezTo>
                    <a:pt x="0" y="954"/>
                    <a:pt x="217" y="1156"/>
                    <a:pt x="462" y="1156"/>
                  </a:cubicBezTo>
                  <a:lnTo>
                    <a:pt x="2310" y="2772"/>
                  </a:lnTo>
                  <a:lnTo>
                    <a:pt x="2699" y="1401"/>
                  </a:lnTo>
                  <a:cubicBezTo>
                    <a:pt x="2743" y="1242"/>
                    <a:pt x="2757" y="1069"/>
                    <a:pt x="2757" y="910"/>
                  </a:cubicBezTo>
                  <a:lnTo>
                    <a:pt x="2757" y="463"/>
                  </a:lnTo>
                  <a:cubicBezTo>
                    <a:pt x="2757" y="203"/>
                    <a:pt x="2555" y="1"/>
                    <a:pt x="2310"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7" name="Google Shape;15497;p67"/>
            <p:cNvSpPr/>
            <p:nvPr/>
          </p:nvSpPr>
          <p:spPr>
            <a:xfrm>
              <a:off x="1366609" y="3091149"/>
              <a:ext cx="72301" cy="66245"/>
            </a:xfrm>
            <a:custGeom>
              <a:avLst/>
              <a:gdLst/>
              <a:ahLst/>
              <a:cxnLst/>
              <a:rect l="l" t="t" r="r" b="b"/>
              <a:pathLst>
                <a:path w="2758" h="2527" extrusionOk="0">
                  <a:moveTo>
                    <a:pt x="881" y="1"/>
                  </a:moveTo>
                  <a:cubicBezTo>
                    <a:pt x="766" y="1"/>
                    <a:pt x="636" y="44"/>
                    <a:pt x="549" y="145"/>
                  </a:cubicBezTo>
                  <a:lnTo>
                    <a:pt x="130" y="564"/>
                  </a:lnTo>
                  <a:cubicBezTo>
                    <a:pt x="44" y="636"/>
                    <a:pt x="1" y="766"/>
                    <a:pt x="1" y="881"/>
                  </a:cubicBezTo>
                  <a:lnTo>
                    <a:pt x="1" y="1156"/>
                  </a:lnTo>
                  <a:cubicBezTo>
                    <a:pt x="1" y="1906"/>
                    <a:pt x="621" y="2527"/>
                    <a:pt x="1386" y="2527"/>
                  </a:cubicBezTo>
                  <a:cubicBezTo>
                    <a:pt x="2137" y="2527"/>
                    <a:pt x="2758" y="1906"/>
                    <a:pt x="2758" y="1156"/>
                  </a:cubicBezTo>
                  <a:lnTo>
                    <a:pt x="2758" y="852"/>
                  </a:lnTo>
                  <a:cubicBezTo>
                    <a:pt x="2758" y="737"/>
                    <a:pt x="2714" y="621"/>
                    <a:pt x="2628" y="535"/>
                  </a:cubicBezTo>
                  <a:cubicBezTo>
                    <a:pt x="2267" y="188"/>
                    <a:pt x="1617" y="30"/>
                    <a:pt x="88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8" name="Google Shape;15498;p67"/>
            <p:cNvSpPr/>
            <p:nvPr/>
          </p:nvSpPr>
          <p:spPr>
            <a:xfrm>
              <a:off x="1366242" y="3091149"/>
              <a:ext cx="72301" cy="64751"/>
            </a:xfrm>
            <a:custGeom>
              <a:avLst/>
              <a:gdLst/>
              <a:ahLst/>
              <a:cxnLst/>
              <a:rect l="l" t="t" r="r" b="b"/>
              <a:pathLst>
                <a:path w="2758" h="2470" extrusionOk="0">
                  <a:moveTo>
                    <a:pt x="895" y="1"/>
                  </a:moveTo>
                  <a:cubicBezTo>
                    <a:pt x="765" y="1"/>
                    <a:pt x="650" y="44"/>
                    <a:pt x="563" y="145"/>
                  </a:cubicBezTo>
                  <a:lnTo>
                    <a:pt x="144" y="564"/>
                  </a:lnTo>
                  <a:cubicBezTo>
                    <a:pt x="58" y="636"/>
                    <a:pt x="0" y="766"/>
                    <a:pt x="0" y="881"/>
                  </a:cubicBezTo>
                  <a:lnTo>
                    <a:pt x="0" y="1156"/>
                  </a:lnTo>
                  <a:cubicBezTo>
                    <a:pt x="0" y="1762"/>
                    <a:pt x="404" y="2310"/>
                    <a:pt x="996" y="2469"/>
                  </a:cubicBezTo>
                  <a:cubicBezTo>
                    <a:pt x="808" y="2224"/>
                    <a:pt x="693" y="1921"/>
                    <a:pt x="693" y="1617"/>
                  </a:cubicBezTo>
                  <a:lnTo>
                    <a:pt x="693" y="939"/>
                  </a:lnTo>
                  <a:cubicBezTo>
                    <a:pt x="693" y="687"/>
                    <a:pt x="910" y="476"/>
                    <a:pt x="1159" y="476"/>
                  </a:cubicBezTo>
                  <a:cubicBezTo>
                    <a:pt x="1167" y="476"/>
                    <a:pt x="1176" y="477"/>
                    <a:pt x="1184" y="477"/>
                  </a:cubicBezTo>
                  <a:cubicBezTo>
                    <a:pt x="1646" y="506"/>
                    <a:pt x="2339" y="593"/>
                    <a:pt x="2757" y="795"/>
                  </a:cubicBezTo>
                  <a:cubicBezTo>
                    <a:pt x="2743" y="694"/>
                    <a:pt x="2700" y="607"/>
                    <a:pt x="2627" y="535"/>
                  </a:cubicBezTo>
                  <a:cubicBezTo>
                    <a:pt x="2266" y="188"/>
                    <a:pt x="1631" y="30"/>
                    <a:pt x="895"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9" name="Google Shape;15499;p67"/>
            <p:cNvSpPr/>
            <p:nvPr/>
          </p:nvSpPr>
          <p:spPr>
            <a:xfrm>
              <a:off x="1342386" y="3086981"/>
              <a:ext cx="198710" cy="160855"/>
            </a:xfrm>
            <a:custGeom>
              <a:avLst/>
              <a:gdLst/>
              <a:ahLst/>
              <a:cxnLst/>
              <a:rect l="l" t="t" r="r" b="b"/>
              <a:pathLst>
                <a:path w="7580" h="6136" extrusionOk="0">
                  <a:moveTo>
                    <a:pt x="6959" y="1"/>
                  </a:moveTo>
                  <a:lnTo>
                    <a:pt x="3812" y="3018"/>
                  </a:lnTo>
                  <a:cubicBezTo>
                    <a:pt x="3754" y="3076"/>
                    <a:pt x="3682" y="3119"/>
                    <a:pt x="3595" y="3133"/>
                  </a:cubicBezTo>
                  <a:cubicBezTo>
                    <a:pt x="3347" y="3644"/>
                    <a:pt x="2859" y="3900"/>
                    <a:pt x="2369" y="3900"/>
                  </a:cubicBezTo>
                  <a:cubicBezTo>
                    <a:pt x="1888" y="3900"/>
                    <a:pt x="1405" y="3655"/>
                    <a:pt x="1141" y="3162"/>
                  </a:cubicBezTo>
                  <a:lnTo>
                    <a:pt x="506" y="3350"/>
                  </a:lnTo>
                  <a:cubicBezTo>
                    <a:pt x="203" y="3437"/>
                    <a:pt x="1" y="3711"/>
                    <a:pt x="1" y="4014"/>
                  </a:cubicBezTo>
                  <a:lnTo>
                    <a:pt x="1" y="5905"/>
                  </a:lnTo>
                  <a:cubicBezTo>
                    <a:pt x="1" y="6035"/>
                    <a:pt x="102" y="6136"/>
                    <a:pt x="232" y="6136"/>
                  </a:cubicBezTo>
                  <a:lnTo>
                    <a:pt x="3451" y="6136"/>
                  </a:lnTo>
                  <a:cubicBezTo>
                    <a:pt x="3581" y="6136"/>
                    <a:pt x="3682" y="6035"/>
                    <a:pt x="3682" y="5905"/>
                  </a:cubicBezTo>
                  <a:lnTo>
                    <a:pt x="3682" y="4909"/>
                  </a:lnTo>
                  <a:cubicBezTo>
                    <a:pt x="3682" y="4664"/>
                    <a:pt x="3768" y="4433"/>
                    <a:pt x="3942" y="4259"/>
                  </a:cubicBezTo>
                  <a:lnTo>
                    <a:pt x="7579" y="636"/>
                  </a:lnTo>
                  <a:lnTo>
                    <a:pt x="6959" y="1"/>
                  </a:ln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0" name="Google Shape;15500;p67"/>
            <p:cNvSpPr/>
            <p:nvPr/>
          </p:nvSpPr>
          <p:spPr>
            <a:xfrm>
              <a:off x="1342386" y="3181591"/>
              <a:ext cx="23882" cy="66245"/>
            </a:xfrm>
            <a:custGeom>
              <a:avLst/>
              <a:gdLst/>
              <a:ahLst/>
              <a:cxnLst/>
              <a:rect l="l" t="t" r="r" b="b"/>
              <a:pathLst>
                <a:path w="911" h="2527" extrusionOk="0">
                  <a:moveTo>
                    <a:pt x="131" y="1"/>
                  </a:moveTo>
                  <a:cubicBezTo>
                    <a:pt x="44" y="116"/>
                    <a:pt x="1" y="261"/>
                    <a:pt x="1" y="405"/>
                  </a:cubicBezTo>
                  <a:lnTo>
                    <a:pt x="1" y="2296"/>
                  </a:lnTo>
                  <a:cubicBezTo>
                    <a:pt x="1" y="2426"/>
                    <a:pt x="102" y="2527"/>
                    <a:pt x="232" y="2527"/>
                  </a:cubicBezTo>
                  <a:lnTo>
                    <a:pt x="910" y="2527"/>
                  </a:lnTo>
                  <a:lnTo>
                    <a:pt x="910" y="1069"/>
                  </a:lnTo>
                  <a:cubicBezTo>
                    <a:pt x="910" y="896"/>
                    <a:pt x="838" y="723"/>
                    <a:pt x="708" y="593"/>
                  </a:cubicBezTo>
                  <a:lnTo>
                    <a:pt x="131"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1" name="Google Shape;15501;p67"/>
            <p:cNvSpPr/>
            <p:nvPr/>
          </p:nvSpPr>
          <p:spPr>
            <a:xfrm>
              <a:off x="1438517" y="3086981"/>
              <a:ext cx="102579" cy="129083"/>
            </a:xfrm>
            <a:custGeom>
              <a:avLst/>
              <a:gdLst/>
              <a:ahLst/>
              <a:cxnLst/>
              <a:rect l="l" t="t" r="r" b="b"/>
              <a:pathLst>
                <a:path w="3913" h="4924" extrusionOk="0">
                  <a:moveTo>
                    <a:pt x="3292" y="1"/>
                  </a:moveTo>
                  <a:lnTo>
                    <a:pt x="231" y="2946"/>
                  </a:lnTo>
                  <a:cubicBezTo>
                    <a:pt x="87" y="3234"/>
                    <a:pt x="0" y="3552"/>
                    <a:pt x="15" y="3884"/>
                  </a:cubicBezTo>
                  <a:lnTo>
                    <a:pt x="15" y="4923"/>
                  </a:lnTo>
                  <a:cubicBezTo>
                    <a:pt x="15" y="4678"/>
                    <a:pt x="101" y="4447"/>
                    <a:pt x="275" y="4274"/>
                  </a:cubicBezTo>
                  <a:lnTo>
                    <a:pt x="3912" y="636"/>
                  </a:lnTo>
                  <a:lnTo>
                    <a:pt x="3292"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2" name="Google Shape;15502;p67"/>
            <p:cNvSpPr/>
            <p:nvPr/>
          </p:nvSpPr>
          <p:spPr>
            <a:xfrm>
              <a:off x="1515903" y="2943559"/>
              <a:ext cx="178839" cy="114900"/>
            </a:xfrm>
            <a:custGeom>
              <a:avLst/>
              <a:gdLst/>
              <a:ahLst/>
              <a:cxnLst/>
              <a:rect l="l" t="t" r="r" b="b"/>
              <a:pathLst>
                <a:path w="6822" h="4383" extrusionOk="0">
                  <a:moveTo>
                    <a:pt x="5334" y="1"/>
                  </a:moveTo>
                  <a:cubicBezTo>
                    <a:pt x="4872" y="1"/>
                    <a:pt x="4872" y="694"/>
                    <a:pt x="5334" y="694"/>
                  </a:cubicBezTo>
                  <a:lnTo>
                    <a:pt x="5652" y="694"/>
                  </a:lnTo>
                  <a:lnTo>
                    <a:pt x="3602" y="2729"/>
                  </a:lnTo>
                  <a:lnTo>
                    <a:pt x="2707" y="1834"/>
                  </a:lnTo>
                  <a:cubicBezTo>
                    <a:pt x="2642" y="1762"/>
                    <a:pt x="2555" y="1726"/>
                    <a:pt x="2467" y="1726"/>
                  </a:cubicBezTo>
                  <a:cubicBezTo>
                    <a:pt x="2379" y="1726"/>
                    <a:pt x="2288" y="1762"/>
                    <a:pt x="2216" y="1834"/>
                  </a:cubicBezTo>
                  <a:lnTo>
                    <a:pt x="267" y="3783"/>
                  </a:lnTo>
                  <a:cubicBezTo>
                    <a:pt x="1" y="4027"/>
                    <a:pt x="238" y="4382"/>
                    <a:pt x="513" y="4382"/>
                  </a:cubicBezTo>
                  <a:cubicBezTo>
                    <a:pt x="596" y="4382"/>
                    <a:pt x="681" y="4350"/>
                    <a:pt x="758" y="4274"/>
                  </a:cubicBezTo>
                  <a:lnTo>
                    <a:pt x="2462" y="2556"/>
                  </a:lnTo>
                  <a:lnTo>
                    <a:pt x="3371" y="3465"/>
                  </a:lnTo>
                  <a:cubicBezTo>
                    <a:pt x="3436" y="3530"/>
                    <a:pt x="3523" y="3563"/>
                    <a:pt x="3609" y="3563"/>
                  </a:cubicBezTo>
                  <a:cubicBezTo>
                    <a:pt x="3696" y="3563"/>
                    <a:pt x="3782" y="3530"/>
                    <a:pt x="3847" y="3465"/>
                  </a:cubicBezTo>
                  <a:lnTo>
                    <a:pt x="6143" y="1170"/>
                  </a:lnTo>
                  <a:lnTo>
                    <a:pt x="6143" y="1488"/>
                  </a:lnTo>
                  <a:cubicBezTo>
                    <a:pt x="6143" y="1719"/>
                    <a:pt x="6312" y="1834"/>
                    <a:pt x="6482" y="1834"/>
                  </a:cubicBezTo>
                  <a:cubicBezTo>
                    <a:pt x="6651" y="1834"/>
                    <a:pt x="6821" y="1719"/>
                    <a:pt x="6821" y="1488"/>
                  </a:cubicBezTo>
                  <a:lnTo>
                    <a:pt x="6821" y="347"/>
                  </a:lnTo>
                  <a:cubicBezTo>
                    <a:pt x="6821" y="160"/>
                    <a:pt x="6677" y="1"/>
                    <a:pt x="6489"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03" name="Google Shape;15503;p67"/>
          <p:cNvGrpSpPr/>
          <p:nvPr/>
        </p:nvGrpSpPr>
        <p:grpSpPr>
          <a:xfrm>
            <a:off x="2269065" y="2946600"/>
            <a:ext cx="373931" cy="271351"/>
            <a:chOff x="2294122" y="2946600"/>
            <a:chExt cx="373931" cy="271351"/>
          </a:xfrm>
        </p:grpSpPr>
        <p:sp>
          <p:nvSpPr>
            <p:cNvPr id="15504" name="Google Shape;15504;p67"/>
            <p:cNvSpPr/>
            <p:nvPr/>
          </p:nvSpPr>
          <p:spPr>
            <a:xfrm>
              <a:off x="2312289" y="2946600"/>
              <a:ext cx="337597" cy="247129"/>
            </a:xfrm>
            <a:custGeom>
              <a:avLst/>
              <a:gdLst/>
              <a:ahLst/>
              <a:cxnLst/>
              <a:rect l="l" t="t" r="r" b="b"/>
              <a:pathLst>
                <a:path w="12878" h="9427" extrusionOk="0">
                  <a:moveTo>
                    <a:pt x="463" y="0"/>
                  </a:moveTo>
                  <a:cubicBezTo>
                    <a:pt x="203" y="0"/>
                    <a:pt x="1" y="203"/>
                    <a:pt x="1" y="462"/>
                  </a:cubicBezTo>
                  <a:lnTo>
                    <a:pt x="1" y="9427"/>
                  </a:lnTo>
                  <a:lnTo>
                    <a:pt x="12877" y="9427"/>
                  </a:lnTo>
                  <a:lnTo>
                    <a:pt x="12877" y="462"/>
                  </a:lnTo>
                  <a:cubicBezTo>
                    <a:pt x="12877" y="203"/>
                    <a:pt x="12675" y="0"/>
                    <a:pt x="12415"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5" name="Google Shape;15505;p67"/>
            <p:cNvSpPr/>
            <p:nvPr/>
          </p:nvSpPr>
          <p:spPr>
            <a:xfrm>
              <a:off x="2336511" y="2970823"/>
              <a:ext cx="289151" cy="192628"/>
            </a:xfrm>
            <a:custGeom>
              <a:avLst/>
              <a:gdLst/>
              <a:ahLst/>
              <a:cxnLst/>
              <a:rect l="l" t="t" r="r" b="b"/>
              <a:pathLst>
                <a:path w="11030" h="7348" extrusionOk="0">
                  <a:moveTo>
                    <a:pt x="232" y="0"/>
                  </a:moveTo>
                  <a:cubicBezTo>
                    <a:pt x="102" y="0"/>
                    <a:pt x="1" y="101"/>
                    <a:pt x="1" y="231"/>
                  </a:cubicBezTo>
                  <a:lnTo>
                    <a:pt x="1" y="7117"/>
                  </a:lnTo>
                  <a:cubicBezTo>
                    <a:pt x="1" y="7247"/>
                    <a:pt x="102" y="7348"/>
                    <a:pt x="232" y="7348"/>
                  </a:cubicBezTo>
                  <a:lnTo>
                    <a:pt x="10798" y="7348"/>
                  </a:lnTo>
                  <a:cubicBezTo>
                    <a:pt x="10928" y="7348"/>
                    <a:pt x="11029" y="7247"/>
                    <a:pt x="11029" y="7117"/>
                  </a:cubicBezTo>
                  <a:lnTo>
                    <a:pt x="11029" y="231"/>
                  </a:lnTo>
                  <a:cubicBezTo>
                    <a:pt x="11029" y="101"/>
                    <a:pt x="10928" y="0"/>
                    <a:pt x="10798"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6" name="Google Shape;15506;p67"/>
            <p:cNvSpPr/>
            <p:nvPr/>
          </p:nvSpPr>
          <p:spPr>
            <a:xfrm>
              <a:off x="2336511" y="3127483"/>
              <a:ext cx="168798" cy="35967"/>
            </a:xfrm>
            <a:custGeom>
              <a:avLst/>
              <a:gdLst/>
              <a:ahLst/>
              <a:cxnLst/>
              <a:rect l="l" t="t" r="r" b="b"/>
              <a:pathLst>
                <a:path w="6439" h="1372" extrusionOk="0">
                  <a:moveTo>
                    <a:pt x="1" y="1"/>
                  </a:moveTo>
                  <a:lnTo>
                    <a:pt x="1" y="1141"/>
                  </a:lnTo>
                  <a:cubicBezTo>
                    <a:pt x="1" y="1271"/>
                    <a:pt x="102" y="1372"/>
                    <a:pt x="232" y="1372"/>
                  </a:cubicBezTo>
                  <a:lnTo>
                    <a:pt x="6439" y="1372"/>
                  </a:lnTo>
                  <a:lnTo>
                    <a:pt x="6439"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7" name="Google Shape;15507;p67"/>
            <p:cNvSpPr/>
            <p:nvPr/>
          </p:nvSpPr>
          <p:spPr>
            <a:xfrm>
              <a:off x="2505284" y="2970823"/>
              <a:ext cx="120379" cy="96130"/>
            </a:xfrm>
            <a:custGeom>
              <a:avLst/>
              <a:gdLst/>
              <a:ahLst/>
              <a:cxnLst/>
              <a:rect l="l" t="t" r="r" b="b"/>
              <a:pathLst>
                <a:path w="4592" h="3667" extrusionOk="0">
                  <a:moveTo>
                    <a:pt x="1" y="0"/>
                  </a:moveTo>
                  <a:lnTo>
                    <a:pt x="1" y="3667"/>
                  </a:lnTo>
                  <a:lnTo>
                    <a:pt x="4591" y="3667"/>
                  </a:lnTo>
                  <a:lnTo>
                    <a:pt x="4591" y="231"/>
                  </a:lnTo>
                  <a:cubicBezTo>
                    <a:pt x="4591" y="101"/>
                    <a:pt x="4490" y="0"/>
                    <a:pt x="4360"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8" name="Google Shape;15508;p67"/>
            <p:cNvSpPr/>
            <p:nvPr/>
          </p:nvSpPr>
          <p:spPr>
            <a:xfrm>
              <a:off x="2505284" y="3066927"/>
              <a:ext cx="120379" cy="96524"/>
            </a:xfrm>
            <a:custGeom>
              <a:avLst/>
              <a:gdLst/>
              <a:ahLst/>
              <a:cxnLst/>
              <a:rect l="l" t="t" r="r" b="b"/>
              <a:pathLst>
                <a:path w="4592" h="3682" extrusionOk="0">
                  <a:moveTo>
                    <a:pt x="1" y="1"/>
                  </a:moveTo>
                  <a:lnTo>
                    <a:pt x="1" y="3682"/>
                  </a:lnTo>
                  <a:lnTo>
                    <a:pt x="4360" y="3682"/>
                  </a:lnTo>
                  <a:cubicBezTo>
                    <a:pt x="4490" y="3682"/>
                    <a:pt x="4591" y="3581"/>
                    <a:pt x="4591" y="3451"/>
                  </a:cubicBezTo>
                  <a:lnTo>
                    <a:pt x="4591" y="1"/>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09" name="Google Shape;15509;p67"/>
            <p:cNvSpPr/>
            <p:nvPr/>
          </p:nvSpPr>
          <p:spPr>
            <a:xfrm>
              <a:off x="2294122" y="3187647"/>
              <a:ext cx="373931" cy="30305"/>
            </a:xfrm>
            <a:custGeom>
              <a:avLst/>
              <a:gdLst/>
              <a:ahLst/>
              <a:cxnLst/>
              <a:rect l="l" t="t" r="r" b="b"/>
              <a:pathLst>
                <a:path w="14264" h="1156" extrusionOk="0">
                  <a:moveTo>
                    <a:pt x="232" y="1"/>
                  </a:moveTo>
                  <a:cubicBezTo>
                    <a:pt x="102" y="1"/>
                    <a:pt x="1" y="102"/>
                    <a:pt x="1" y="232"/>
                  </a:cubicBezTo>
                  <a:lnTo>
                    <a:pt x="1" y="694"/>
                  </a:lnTo>
                  <a:cubicBezTo>
                    <a:pt x="1" y="939"/>
                    <a:pt x="217" y="1156"/>
                    <a:pt x="463" y="1156"/>
                  </a:cubicBezTo>
                  <a:lnTo>
                    <a:pt x="13801" y="1156"/>
                  </a:lnTo>
                  <a:cubicBezTo>
                    <a:pt x="14047" y="1156"/>
                    <a:pt x="14263" y="939"/>
                    <a:pt x="14263" y="694"/>
                  </a:cubicBezTo>
                  <a:lnTo>
                    <a:pt x="14263" y="232"/>
                  </a:lnTo>
                  <a:cubicBezTo>
                    <a:pt x="14263" y="102"/>
                    <a:pt x="14162" y="1"/>
                    <a:pt x="14032"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0" name="Google Shape;15510;p67"/>
            <p:cNvSpPr/>
            <p:nvPr/>
          </p:nvSpPr>
          <p:spPr>
            <a:xfrm>
              <a:off x="2294122" y="3187647"/>
              <a:ext cx="373931" cy="12138"/>
            </a:xfrm>
            <a:custGeom>
              <a:avLst/>
              <a:gdLst/>
              <a:ahLst/>
              <a:cxnLst/>
              <a:rect l="l" t="t" r="r" b="b"/>
              <a:pathLst>
                <a:path w="14264" h="463" extrusionOk="0">
                  <a:moveTo>
                    <a:pt x="232" y="1"/>
                  </a:moveTo>
                  <a:cubicBezTo>
                    <a:pt x="102" y="1"/>
                    <a:pt x="1" y="102"/>
                    <a:pt x="1" y="232"/>
                  </a:cubicBezTo>
                  <a:lnTo>
                    <a:pt x="1" y="463"/>
                  </a:lnTo>
                  <a:lnTo>
                    <a:pt x="14263" y="463"/>
                  </a:lnTo>
                  <a:lnTo>
                    <a:pt x="14263" y="232"/>
                  </a:lnTo>
                  <a:cubicBezTo>
                    <a:pt x="14263" y="102"/>
                    <a:pt x="14162" y="1"/>
                    <a:pt x="14032"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1" name="Google Shape;15511;p67"/>
            <p:cNvSpPr/>
            <p:nvPr/>
          </p:nvSpPr>
          <p:spPr>
            <a:xfrm>
              <a:off x="2444753" y="3187647"/>
              <a:ext cx="72668" cy="18193"/>
            </a:xfrm>
            <a:custGeom>
              <a:avLst/>
              <a:gdLst/>
              <a:ahLst/>
              <a:cxnLst/>
              <a:rect l="l" t="t" r="r" b="b"/>
              <a:pathLst>
                <a:path w="2772" h="694" extrusionOk="0">
                  <a:moveTo>
                    <a:pt x="0" y="1"/>
                  </a:moveTo>
                  <a:lnTo>
                    <a:pt x="332" y="492"/>
                  </a:lnTo>
                  <a:cubicBezTo>
                    <a:pt x="419" y="607"/>
                    <a:pt x="563" y="694"/>
                    <a:pt x="707" y="694"/>
                  </a:cubicBezTo>
                  <a:lnTo>
                    <a:pt x="2064" y="694"/>
                  </a:lnTo>
                  <a:cubicBezTo>
                    <a:pt x="2209" y="694"/>
                    <a:pt x="2353" y="607"/>
                    <a:pt x="2440" y="492"/>
                  </a:cubicBezTo>
                  <a:lnTo>
                    <a:pt x="2772"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2" name="Google Shape;15512;p67"/>
            <p:cNvSpPr/>
            <p:nvPr/>
          </p:nvSpPr>
          <p:spPr>
            <a:xfrm>
              <a:off x="2535195" y="3043097"/>
              <a:ext cx="60557" cy="24249"/>
            </a:xfrm>
            <a:custGeom>
              <a:avLst/>
              <a:gdLst/>
              <a:ahLst/>
              <a:cxnLst/>
              <a:rect l="l" t="t" r="r" b="b"/>
              <a:pathLst>
                <a:path w="2310" h="925" extrusionOk="0">
                  <a:moveTo>
                    <a:pt x="693" y="0"/>
                  </a:moveTo>
                  <a:lnTo>
                    <a:pt x="318" y="116"/>
                  </a:lnTo>
                  <a:cubicBezTo>
                    <a:pt x="130" y="188"/>
                    <a:pt x="0" y="361"/>
                    <a:pt x="0" y="563"/>
                  </a:cubicBezTo>
                  <a:lnTo>
                    <a:pt x="0" y="924"/>
                  </a:lnTo>
                  <a:lnTo>
                    <a:pt x="2310" y="924"/>
                  </a:lnTo>
                  <a:lnTo>
                    <a:pt x="2310" y="563"/>
                  </a:lnTo>
                  <a:cubicBezTo>
                    <a:pt x="2310" y="361"/>
                    <a:pt x="2180" y="188"/>
                    <a:pt x="1992" y="116"/>
                  </a:cubicBezTo>
                  <a:lnTo>
                    <a:pt x="1617" y="0"/>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3" name="Google Shape;15513;p67"/>
            <p:cNvSpPr/>
            <p:nvPr/>
          </p:nvSpPr>
          <p:spPr>
            <a:xfrm>
              <a:off x="2553362" y="3024930"/>
              <a:ext cx="24223" cy="30305"/>
            </a:xfrm>
            <a:custGeom>
              <a:avLst/>
              <a:gdLst/>
              <a:ahLst/>
              <a:cxnLst/>
              <a:rect l="l" t="t" r="r" b="b"/>
              <a:pathLst>
                <a:path w="924" h="1156" extrusionOk="0">
                  <a:moveTo>
                    <a:pt x="0" y="1"/>
                  </a:moveTo>
                  <a:lnTo>
                    <a:pt x="0" y="693"/>
                  </a:lnTo>
                  <a:cubicBezTo>
                    <a:pt x="0" y="939"/>
                    <a:pt x="202" y="1155"/>
                    <a:pt x="462" y="1155"/>
                  </a:cubicBezTo>
                  <a:cubicBezTo>
                    <a:pt x="707" y="1155"/>
                    <a:pt x="924" y="939"/>
                    <a:pt x="924" y="693"/>
                  </a:cubicBezTo>
                  <a:lnTo>
                    <a:pt x="924"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4" name="Google Shape;15514;p67"/>
            <p:cNvSpPr/>
            <p:nvPr/>
          </p:nvSpPr>
          <p:spPr>
            <a:xfrm>
              <a:off x="2547306" y="2994652"/>
              <a:ext cx="36334" cy="42416"/>
            </a:xfrm>
            <a:custGeom>
              <a:avLst/>
              <a:gdLst/>
              <a:ahLst/>
              <a:cxnLst/>
              <a:rect l="l" t="t" r="r" b="b"/>
              <a:pathLst>
                <a:path w="1386" h="1618" extrusionOk="0">
                  <a:moveTo>
                    <a:pt x="462" y="1"/>
                  </a:moveTo>
                  <a:cubicBezTo>
                    <a:pt x="202" y="1"/>
                    <a:pt x="0" y="217"/>
                    <a:pt x="0" y="463"/>
                  </a:cubicBezTo>
                  <a:lnTo>
                    <a:pt x="0" y="925"/>
                  </a:lnTo>
                  <a:cubicBezTo>
                    <a:pt x="0" y="1300"/>
                    <a:pt x="318" y="1617"/>
                    <a:pt x="693" y="1617"/>
                  </a:cubicBezTo>
                  <a:cubicBezTo>
                    <a:pt x="1068" y="1617"/>
                    <a:pt x="1386" y="1300"/>
                    <a:pt x="1386" y="925"/>
                  </a:cubicBezTo>
                  <a:lnTo>
                    <a:pt x="1386" y="463"/>
                  </a:lnTo>
                  <a:cubicBezTo>
                    <a:pt x="1386" y="217"/>
                    <a:pt x="1169" y="1"/>
                    <a:pt x="924"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5" name="Google Shape;15515;p67"/>
            <p:cNvSpPr/>
            <p:nvPr/>
          </p:nvSpPr>
          <p:spPr>
            <a:xfrm>
              <a:off x="2547306" y="2994652"/>
              <a:ext cx="24249" cy="42337"/>
            </a:xfrm>
            <a:custGeom>
              <a:avLst/>
              <a:gdLst/>
              <a:ahLst/>
              <a:cxnLst/>
              <a:rect l="l" t="t" r="r" b="b"/>
              <a:pathLst>
                <a:path w="925" h="1615" extrusionOk="0">
                  <a:moveTo>
                    <a:pt x="462" y="1"/>
                  </a:moveTo>
                  <a:cubicBezTo>
                    <a:pt x="202" y="1"/>
                    <a:pt x="0" y="217"/>
                    <a:pt x="0" y="463"/>
                  </a:cubicBezTo>
                  <a:lnTo>
                    <a:pt x="0" y="925"/>
                  </a:lnTo>
                  <a:cubicBezTo>
                    <a:pt x="0" y="1319"/>
                    <a:pt x="327" y="1614"/>
                    <a:pt x="693" y="1614"/>
                  </a:cubicBezTo>
                  <a:cubicBezTo>
                    <a:pt x="769" y="1614"/>
                    <a:pt x="847" y="1602"/>
                    <a:pt x="924" y="1574"/>
                  </a:cubicBezTo>
                  <a:cubicBezTo>
                    <a:pt x="650" y="1473"/>
                    <a:pt x="462" y="1213"/>
                    <a:pt x="462" y="925"/>
                  </a:cubicBezTo>
                  <a:lnTo>
                    <a:pt x="462" y="463"/>
                  </a:lnTo>
                  <a:cubicBezTo>
                    <a:pt x="462" y="217"/>
                    <a:pt x="664" y="1"/>
                    <a:pt x="924"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6" name="Google Shape;15516;p67"/>
            <p:cNvSpPr/>
            <p:nvPr/>
          </p:nvSpPr>
          <p:spPr>
            <a:xfrm>
              <a:off x="2547306" y="2994652"/>
              <a:ext cx="36334" cy="18193"/>
            </a:xfrm>
            <a:custGeom>
              <a:avLst/>
              <a:gdLst/>
              <a:ahLst/>
              <a:cxnLst/>
              <a:rect l="l" t="t" r="r" b="b"/>
              <a:pathLst>
                <a:path w="1386" h="694" extrusionOk="0">
                  <a:moveTo>
                    <a:pt x="462" y="1"/>
                  </a:moveTo>
                  <a:cubicBezTo>
                    <a:pt x="202" y="1"/>
                    <a:pt x="0" y="203"/>
                    <a:pt x="0" y="463"/>
                  </a:cubicBezTo>
                  <a:cubicBezTo>
                    <a:pt x="448" y="593"/>
                    <a:pt x="910" y="665"/>
                    <a:pt x="1386" y="694"/>
                  </a:cubicBezTo>
                  <a:lnTo>
                    <a:pt x="1386" y="463"/>
                  </a:lnTo>
                  <a:cubicBezTo>
                    <a:pt x="1386" y="203"/>
                    <a:pt x="1169" y="1"/>
                    <a:pt x="924"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7" name="Google Shape;15517;p67"/>
            <p:cNvSpPr/>
            <p:nvPr/>
          </p:nvSpPr>
          <p:spPr>
            <a:xfrm>
              <a:off x="2547306" y="2994652"/>
              <a:ext cx="24249" cy="15178"/>
            </a:xfrm>
            <a:custGeom>
              <a:avLst/>
              <a:gdLst/>
              <a:ahLst/>
              <a:cxnLst/>
              <a:rect l="l" t="t" r="r" b="b"/>
              <a:pathLst>
                <a:path w="925" h="579" extrusionOk="0">
                  <a:moveTo>
                    <a:pt x="462" y="1"/>
                  </a:moveTo>
                  <a:cubicBezTo>
                    <a:pt x="202" y="1"/>
                    <a:pt x="0" y="217"/>
                    <a:pt x="0" y="463"/>
                  </a:cubicBezTo>
                  <a:cubicBezTo>
                    <a:pt x="159" y="506"/>
                    <a:pt x="303" y="549"/>
                    <a:pt x="462" y="578"/>
                  </a:cubicBezTo>
                  <a:lnTo>
                    <a:pt x="462" y="463"/>
                  </a:lnTo>
                  <a:cubicBezTo>
                    <a:pt x="462" y="217"/>
                    <a:pt x="664" y="1"/>
                    <a:pt x="924"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8" name="Google Shape;15518;p67"/>
            <p:cNvSpPr/>
            <p:nvPr/>
          </p:nvSpPr>
          <p:spPr>
            <a:xfrm>
              <a:off x="2535195" y="3139595"/>
              <a:ext cx="60557" cy="23856"/>
            </a:xfrm>
            <a:custGeom>
              <a:avLst/>
              <a:gdLst/>
              <a:ahLst/>
              <a:cxnLst/>
              <a:rect l="l" t="t" r="r" b="b"/>
              <a:pathLst>
                <a:path w="2310" h="910" extrusionOk="0">
                  <a:moveTo>
                    <a:pt x="693" y="0"/>
                  </a:moveTo>
                  <a:lnTo>
                    <a:pt x="318" y="116"/>
                  </a:lnTo>
                  <a:cubicBezTo>
                    <a:pt x="130" y="174"/>
                    <a:pt x="0" y="361"/>
                    <a:pt x="0" y="549"/>
                  </a:cubicBezTo>
                  <a:lnTo>
                    <a:pt x="0" y="910"/>
                  </a:lnTo>
                  <a:lnTo>
                    <a:pt x="2310" y="910"/>
                  </a:lnTo>
                  <a:lnTo>
                    <a:pt x="2310" y="549"/>
                  </a:lnTo>
                  <a:cubicBezTo>
                    <a:pt x="2310" y="361"/>
                    <a:pt x="2180" y="174"/>
                    <a:pt x="1992" y="116"/>
                  </a:cubicBezTo>
                  <a:lnTo>
                    <a:pt x="1617" y="0"/>
                  </a:ln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19" name="Google Shape;15519;p67"/>
            <p:cNvSpPr/>
            <p:nvPr/>
          </p:nvSpPr>
          <p:spPr>
            <a:xfrm>
              <a:off x="2553362" y="3121428"/>
              <a:ext cx="24223" cy="29911"/>
            </a:xfrm>
            <a:custGeom>
              <a:avLst/>
              <a:gdLst/>
              <a:ahLst/>
              <a:cxnLst/>
              <a:rect l="l" t="t" r="r" b="b"/>
              <a:pathLst>
                <a:path w="924" h="1141" extrusionOk="0">
                  <a:moveTo>
                    <a:pt x="0" y="1"/>
                  </a:moveTo>
                  <a:lnTo>
                    <a:pt x="0" y="693"/>
                  </a:lnTo>
                  <a:cubicBezTo>
                    <a:pt x="0" y="939"/>
                    <a:pt x="202" y="1141"/>
                    <a:pt x="462" y="1141"/>
                  </a:cubicBezTo>
                  <a:cubicBezTo>
                    <a:pt x="707" y="1141"/>
                    <a:pt x="924" y="939"/>
                    <a:pt x="924" y="693"/>
                  </a:cubicBezTo>
                  <a:lnTo>
                    <a:pt x="924"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0" name="Google Shape;15520;p67"/>
            <p:cNvSpPr/>
            <p:nvPr/>
          </p:nvSpPr>
          <p:spPr>
            <a:xfrm>
              <a:off x="2547306" y="3091543"/>
              <a:ext cx="36334" cy="42023"/>
            </a:xfrm>
            <a:custGeom>
              <a:avLst/>
              <a:gdLst/>
              <a:ahLst/>
              <a:cxnLst/>
              <a:rect l="l" t="t" r="r" b="b"/>
              <a:pathLst>
                <a:path w="1386" h="1603" extrusionOk="0">
                  <a:moveTo>
                    <a:pt x="462" y="0"/>
                  </a:moveTo>
                  <a:cubicBezTo>
                    <a:pt x="217" y="0"/>
                    <a:pt x="15" y="202"/>
                    <a:pt x="15" y="462"/>
                  </a:cubicBezTo>
                  <a:lnTo>
                    <a:pt x="15" y="910"/>
                  </a:lnTo>
                  <a:cubicBezTo>
                    <a:pt x="0" y="1285"/>
                    <a:pt x="318" y="1588"/>
                    <a:pt x="693" y="1602"/>
                  </a:cubicBezTo>
                  <a:cubicBezTo>
                    <a:pt x="1068" y="1602"/>
                    <a:pt x="1386" y="1299"/>
                    <a:pt x="1386" y="910"/>
                  </a:cubicBezTo>
                  <a:lnTo>
                    <a:pt x="1386" y="462"/>
                  </a:lnTo>
                  <a:cubicBezTo>
                    <a:pt x="1386" y="202"/>
                    <a:pt x="1184" y="0"/>
                    <a:pt x="924"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1" name="Google Shape;15521;p67"/>
            <p:cNvSpPr/>
            <p:nvPr/>
          </p:nvSpPr>
          <p:spPr>
            <a:xfrm>
              <a:off x="2547306" y="3091543"/>
              <a:ext cx="24249" cy="42101"/>
            </a:xfrm>
            <a:custGeom>
              <a:avLst/>
              <a:gdLst/>
              <a:ahLst/>
              <a:cxnLst/>
              <a:rect l="l" t="t" r="r" b="b"/>
              <a:pathLst>
                <a:path w="925" h="1606" extrusionOk="0">
                  <a:moveTo>
                    <a:pt x="462" y="0"/>
                  </a:moveTo>
                  <a:cubicBezTo>
                    <a:pt x="217" y="0"/>
                    <a:pt x="0" y="202"/>
                    <a:pt x="15" y="462"/>
                  </a:cubicBezTo>
                  <a:lnTo>
                    <a:pt x="15" y="910"/>
                  </a:lnTo>
                  <a:cubicBezTo>
                    <a:pt x="3" y="1311"/>
                    <a:pt x="319" y="1606"/>
                    <a:pt x="679" y="1606"/>
                  </a:cubicBezTo>
                  <a:cubicBezTo>
                    <a:pt x="759" y="1606"/>
                    <a:pt x="842" y="1591"/>
                    <a:pt x="924" y="1559"/>
                  </a:cubicBezTo>
                  <a:cubicBezTo>
                    <a:pt x="650" y="1473"/>
                    <a:pt x="462" y="1198"/>
                    <a:pt x="462" y="910"/>
                  </a:cubicBezTo>
                  <a:lnTo>
                    <a:pt x="462" y="462"/>
                  </a:lnTo>
                  <a:cubicBezTo>
                    <a:pt x="462" y="202"/>
                    <a:pt x="664" y="0"/>
                    <a:pt x="92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2" name="Google Shape;15522;p67"/>
            <p:cNvSpPr/>
            <p:nvPr/>
          </p:nvSpPr>
          <p:spPr>
            <a:xfrm>
              <a:off x="2547306" y="3091149"/>
              <a:ext cx="36334" cy="18193"/>
            </a:xfrm>
            <a:custGeom>
              <a:avLst/>
              <a:gdLst/>
              <a:ahLst/>
              <a:cxnLst/>
              <a:rect l="l" t="t" r="r" b="b"/>
              <a:pathLst>
                <a:path w="1386" h="694" extrusionOk="0">
                  <a:moveTo>
                    <a:pt x="462" y="1"/>
                  </a:moveTo>
                  <a:cubicBezTo>
                    <a:pt x="202" y="1"/>
                    <a:pt x="0" y="217"/>
                    <a:pt x="15" y="477"/>
                  </a:cubicBezTo>
                  <a:cubicBezTo>
                    <a:pt x="462" y="607"/>
                    <a:pt x="924" y="679"/>
                    <a:pt x="1386" y="694"/>
                  </a:cubicBezTo>
                  <a:lnTo>
                    <a:pt x="1386" y="477"/>
                  </a:lnTo>
                  <a:cubicBezTo>
                    <a:pt x="1386" y="217"/>
                    <a:pt x="1184" y="1"/>
                    <a:pt x="924"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3" name="Google Shape;15523;p67"/>
            <p:cNvSpPr/>
            <p:nvPr/>
          </p:nvSpPr>
          <p:spPr>
            <a:xfrm>
              <a:off x="2547306" y="3091543"/>
              <a:ext cx="24249" cy="14785"/>
            </a:xfrm>
            <a:custGeom>
              <a:avLst/>
              <a:gdLst/>
              <a:ahLst/>
              <a:cxnLst/>
              <a:rect l="l" t="t" r="r" b="b"/>
              <a:pathLst>
                <a:path w="925" h="564" extrusionOk="0">
                  <a:moveTo>
                    <a:pt x="462" y="0"/>
                  </a:moveTo>
                  <a:cubicBezTo>
                    <a:pt x="217" y="0"/>
                    <a:pt x="0" y="202"/>
                    <a:pt x="15" y="462"/>
                  </a:cubicBezTo>
                  <a:cubicBezTo>
                    <a:pt x="159" y="505"/>
                    <a:pt x="318" y="534"/>
                    <a:pt x="462" y="563"/>
                  </a:cubicBezTo>
                  <a:lnTo>
                    <a:pt x="462" y="462"/>
                  </a:lnTo>
                  <a:cubicBezTo>
                    <a:pt x="462" y="202"/>
                    <a:pt x="664" y="0"/>
                    <a:pt x="924"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4" name="Google Shape;15524;p67"/>
            <p:cNvSpPr/>
            <p:nvPr/>
          </p:nvSpPr>
          <p:spPr>
            <a:xfrm>
              <a:off x="2384563" y="3049153"/>
              <a:ext cx="72327" cy="90075"/>
            </a:xfrm>
            <a:custGeom>
              <a:avLst/>
              <a:gdLst/>
              <a:ahLst/>
              <a:cxnLst/>
              <a:rect l="l" t="t" r="r" b="b"/>
              <a:pathLst>
                <a:path w="2759" h="3436" extrusionOk="0">
                  <a:moveTo>
                    <a:pt x="925" y="0"/>
                  </a:moveTo>
                  <a:lnTo>
                    <a:pt x="925" y="448"/>
                  </a:lnTo>
                  <a:cubicBezTo>
                    <a:pt x="925" y="534"/>
                    <a:pt x="867" y="621"/>
                    <a:pt x="795" y="650"/>
                  </a:cubicBezTo>
                  <a:lnTo>
                    <a:pt x="246" y="924"/>
                  </a:lnTo>
                  <a:cubicBezTo>
                    <a:pt x="102" y="996"/>
                    <a:pt x="1" y="1155"/>
                    <a:pt x="1" y="1328"/>
                  </a:cubicBezTo>
                  <a:lnTo>
                    <a:pt x="1" y="3205"/>
                  </a:lnTo>
                  <a:cubicBezTo>
                    <a:pt x="1" y="3335"/>
                    <a:pt x="102" y="3436"/>
                    <a:pt x="232" y="3436"/>
                  </a:cubicBezTo>
                  <a:lnTo>
                    <a:pt x="2527" y="3436"/>
                  </a:lnTo>
                  <a:cubicBezTo>
                    <a:pt x="2657" y="3436"/>
                    <a:pt x="2758" y="3335"/>
                    <a:pt x="2758" y="3205"/>
                  </a:cubicBezTo>
                  <a:lnTo>
                    <a:pt x="2758" y="1343"/>
                  </a:lnTo>
                  <a:cubicBezTo>
                    <a:pt x="2758" y="1170"/>
                    <a:pt x="2657" y="1011"/>
                    <a:pt x="2513" y="924"/>
                  </a:cubicBezTo>
                  <a:lnTo>
                    <a:pt x="1964" y="664"/>
                  </a:lnTo>
                  <a:cubicBezTo>
                    <a:pt x="1892" y="621"/>
                    <a:pt x="1834" y="549"/>
                    <a:pt x="1834" y="462"/>
                  </a:cubicBezTo>
                  <a:lnTo>
                    <a:pt x="1834"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5" name="Google Shape;15525;p67"/>
            <p:cNvSpPr/>
            <p:nvPr/>
          </p:nvSpPr>
          <p:spPr>
            <a:xfrm>
              <a:off x="2407659" y="3048760"/>
              <a:ext cx="26503" cy="18115"/>
            </a:xfrm>
            <a:custGeom>
              <a:avLst/>
              <a:gdLst/>
              <a:ahLst/>
              <a:cxnLst/>
              <a:rect l="l" t="t" r="r" b="b"/>
              <a:pathLst>
                <a:path w="1011" h="691" extrusionOk="0">
                  <a:moveTo>
                    <a:pt x="968" y="1"/>
                  </a:moveTo>
                  <a:lnTo>
                    <a:pt x="44" y="15"/>
                  </a:lnTo>
                  <a:lnTo>
                    <a:pt x="44" y="463"/>
                  </a:lnTo>
                  <a:cubicBezTo>
                    <a:pt x="44" y="506"/>
                    <a:pt x="29" y="564"/>
                    <a:pt x="0" y="593"/>
                  </a:cubicBezTo>
                  <a:cubicBezTo>
                    <a:pt x="159" y="658"/>
                    <a:pt x="329" y="690"/>
                    <a:pt x="500" y="690"/>
                  </a:cubicBezTo>
                  <a:cubicBezTo>
                    <a:pt x="672" y="690"/>
                    <a:pt x="845" y="658"/>
                    <a:pt x="1011" y="593"/>
                  </a:cubicBezTo>
                  <a:cubicBezTo>
                    <a:pt x="982" y="564"/>
                    <a:pt x="968" y="506"/>
                    <a:pt x="968" y="463"/>
                  </a:cubicBezTo>
                  <a:lnTo>
                    <a:pt x="96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6" name="Google Shape;15526;p67"/>
            <p:cNvSpPr/>
            <p:nvPr/>
          </p:nvSpPr>
          <p:spPr>
            <a:xfrm>
              <a:off x="2384563" y="3068080"/>
              <a:ext cx="72327" cy="71541"/>
            </a:xfrm>
            <a:custGeom>
              <a:avLst/>
              <a:gdLst/>
              <a:ahLst/>
              <a:cxnLst/>
              <a:rect l="l" t="t" r="r" b="b"/>
              <a:pathLst>
                <a:path w="2759" h="2729" extrusionOk="0">
                  <a:moveTo>
                    <a:pt x="679" y="0"/>
                  </a:moveTo>
                  <a:lnTo>
                    <a:pt x="261" y="202"/>
                  </a:lnTo>
                  <a:cubicBezTo>
                    <a:pt x="102" y="289"/>
                    <a:pt x="1" y="448"/>
                    <a:pt x="1" y="621"/>
                  </a:cubicBezTo>
                  <a:lnTo>
                    <a:pt x="1" y="2497"/>
                  </a:lnTo>
                  <a:cubicBezTo>
                    <a:pt x="1" y="2613"/>
                    <a:pt x="102" y="2728"/>
                    <a:pt x="232" y="2728"/>
                  </a:cubicBezTo>
                  <a:lnTo>
                    <a:pt x="2542" y="2728"/>
                  </a:lnTo>
                  <a:cubicBezTo>
                    <a:pt x="2657" y="2728"/>
                    <a:pt x="2758" y="2613"/>
                    <a:pt x="2758" y="2497"/>
                  </a:cubicBezTo>
                  <a:lnTo>
                    <a:pt x="2758" y="621"/>
                  </a:lnTo>
                  <a:cubicBezTo>
                    <a:pt x="2758" y="448"/>
                    <a:pt x="2657" y="289"/>
                    <a:pt x="2513" y="202"/>
                  </a:cubicBezTo>
                  <a:lnTo>
                    <a:pt x="2094" y="0"/>
                  </a:lnTo>
                  <a:cubicBezTo>
                    <a:pt x="1914" y="224"/>
                    <a:pt x="1650" y="336"/>
                    <a:pt x="1387" y="336"/>
                  </a:cubicBezTo>
                  <a:cubicBezTo>
                    <a:pt x="1123" y="336"/>
                    <a:pt x="860" y="224"/>
                    <a:pt x="679"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7" name="Google Shape;15527;p67"/>
            <p:cNvSpPr/>
            <p:nvPr/>
          </p:nvSpPr>
          <p:spPr>
            <a:xfrm>
              <a:off x="2396675" y="3000708"/>
              <a:ext cx="48105" cy="54527"/>
            </a:xfrm>
            <a:custGeom>
              <a:avLst/>
              <a:gdLst/>
              <a:ahLst/>
              <a:cxnLst/>
              <a:rect l="l" t="t" r="r" b="b"/>
              <a:pathLst>
                <a:path w="1835" h="2080" extrusionOk="0">
                  <a:moveTo>
                    <a:pt x="694" y="1"/>
                  </a:moveTo>
                  <a:cubicBezTo>
                    <a:pt x="304" y="1"/>
                    <a:pt x="1" y="318"/>
                    <a:pt x="1" y="694"/>
                  </a:cubicBezTo>
                  <a:lnTo>
                    <a:pt x="1" y="1155"/>
                  </a:lnTo>
                  <a:cubicBezTo>
                    <a:pt x="1" y="1661"/>
                    <a:pt x="405" y="2079"/>
                    <a:pt x="925" y="2079"/>
                  </a:cubicBezTo>
                  <a:cubicBezTo>
                    <a:pt x="1430" y="2065"/>
                    <a:pt x="1834" y="1661"/>
                    <a:pt x="1834" y="1155"/>
                  </a:cubicBezTo>
                  <a:lnTo>
                    <a:pt x="1834" y="694"/>
                  </a:lnTo>
                  <a:cubicBezTo>
                    <a:pt x="1834" y="318"/>
                    <a:pt x="1531" y="1"/>
                    <a:pt x="114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8" name="Google Shape;15528;p67"/>
            <p:cNvSpPr/>
            <p:nvPr/>
          </p:nvSpPr>
          <p:spPr>
            <a:xfrm>
              <a:off x="2396675" y="3000708"/>
              <a:ext cx="33345" cy="54422"/>
            </a:xfrm>
            <a:custGeom>
              <a:avLst/>
              <a:gdLst/>
              <a:ahLst/>
              <a:cxnLst/>
              <a:rect l="l" t="t" r="r" b="b"/>
              <a:pathLst>
                <a:path w="1272" h="2076" extrusionOk="0">
                  <a:moveTo>
                    <a:pt x="694" y="1"/>
                  </a:moveTo>
                  <a:cubicBezTo>
                    <a:pt x="304" y="1"/>
                    <a:pt x="1" y="318"/>
                    <a:pt x="1" y="694"/>
                  </a:cubicBezTo>
                  <a:lnTo>
                    <a:pt x="1" y="1155"/>
                  </a:lnTo>
                  <a:cubicBezTo>
                    <a:pt x="1" y="1682"/>
                    <a:pt x="437" y="2075"/>
                    <a:pt x="925" y="2075"/>
                  </a:cubicBezTo>
                  <a:cubicBezTo>
                    <a:pt x="1039" y="2075"/>
                    <a:pt x="1156" y="2054"/>
                    <a:pt x="1271" y="2007"/>
                  </a:cubicBezTo>
                  <a:cubicBezTo>
                    <a:pt x="910" y="1863"/>
                    <a:pt x="694" y="1531"/>
                    <a:pt x="694" y="1155"/>
                  </a:cubicBezTo>
                  <a:lnTo>
                    <a:pt x="694" y="694"/>
                  </a:lnTo>
                  <a:cubicBezTo>
                    <a:pt x="694" y="362"/>
                    <a:pt x="939" y="73"/>
                    <a:pt x="1271" y="15"/>
                  </a:cubicBezTo>
                  <a:cubicBezTo>
                    <a:pt x="1228" y="15"/>
                    <a:pt x="1185" y="1"/>
                    <a:pt x="115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29" name="Google Shape;15529;p67"/>
            <p:cNvSpPr/>
            <p:nvPr/>
          </p:nvSpPr>
          <p:spPr>
            <a:xfrm>
              <a:off x="2396675" y="3000708"/>
              <a:ext cx="48105" cy="24301"/>
            </a:xfrm>
            <a:custGeom>
              <a:avLst/>
              <a:gdLst/>
              <a:ahLst/>
              <a:cxnLst/>
              <a:rect l="l" t="t" r="r" b="b"/>
              <a:pathLst>
                <a:path w="1835" h="927" extrusionOk="0">
                  <a:moveTo>
                    <a:pt x="694" y="1"/>
                  </a:moveTo>
                  <a:cubicBezTo>
                    <a:pt x="304" y="1"/>
                    <a:pt x="1" y="318"/>
                    <a:pt x="1" y="694"/>
                  </a:cubicBezTo>
                  <a:cubicBezTo>
                    <a:pt x="550" y="841"/>
                    <a:pt x="1124" y="926"/>
                    <a:pt x="1700" y="926"/>
                  </a:cubicBezTo>
                  <a:cubicBezTo>
                    <a:pt x="1745" y="926"/>
                    <a:pt x="1789" y="926"/>
                    <a:pt x="1834" y="925"/>
                  </a:cubicBezTo>
                  <a:lnTo>
                    <a:pt x="1834" y="694"/>
                  </a:lnTo>
                  <a:cubicBezTo>
                    <a:pt x="1834" y="318"/>
                    <a:pt x="1531" y="1"/>
                    <a:pt x="1156"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0" name="Google Shape;15530;p67"/>
            <p:cNvSpPr/>
            <p:nvPr/>
          </p:nvSpPr>
          <p:spPr>
            <a:xfrm>
              <a:off x="2396675" y="3000708"/>
              <a:ext cx="33345" cy="21968"/>
            </a:xfrm>
            <a:custGeom>
              <a:avLst/>
              <a:gdLst/>
              <a:ahLst/>
              <a:cxnLst/>
              <a:rect l="l" t="t" r="r" b="b"/>
              <a:pathLst>
                <a:path w="1272" h="838" extrusionOk="0">
                  <a:moveTo>
                    <a:pt x="694" y="1"/>
                  </a:moveTo>
                  <a:cubicBezTo>
                    <a:pt x="304" y="1"/>
                    <a:pt x="1" y="318"/>
                    <a:pt x="1" y="694"/>
                  </a:cubicBezTo>
                  <a:cubicBezTo>
                    <a:pt x="232" y="766"/>
                    <a:pt x="463" y="809"/>
                    <a:pt x="694" y="838"/>
                  </a:cubicBezTo>
                  <a:lnTo>
                    <a:pt x="694" y="694"/>
                  </a:lnTo>
                  <a:cubicBezTo>
                    <a:pt x="694" y="362"/>
                    <a:pt x="939" y="73"/>
                    <a:pt x="1271" y="15"/>
                  </a:cubicBezTo>
                  <a:cubicBezTo>
                    <a:pt x="1228" y="15"/>
                    <a:pt x="1185" y="1"/>
                    <a:pt x="115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1" name="Google Shape;15531;p67"/>
            <p:cNvSpPr/>
            <p:nvPr/>
          </p:nvSpPr>
          <p:spPr>
            <a:xfrm>
              <a:off x="2384563" y="3079038"/>
              <a:ext cx="30305" cy="60583"/>
            </a:xfrm>
            <a:custGeom>
              <a:avLst/>
              <a:gdLst/>
              <a:ahLst/>
              <a:cxnLst/>
              <a:rect l="l" t="t" r="r" b="b"/>
              <a:pathLst>
                <a:path w="1156" h="2311" extrusionOk="0">
                  <a:moveTo>
                    <a:pt x="59" y="1"/>
                  </a:moveTo>
                  <a:cubicBezTo>
                    <a:pt x="30" y="59"/>
                    <a:pt x="1" y="131"/>
                    <a:pt x="1" y="203"/>
                  </a:cubicBezTo>
                  <a:lnTo>
                    <a:pt x="1" y="2079"/>
                  </a:lnTo>
                  <a:cubicBezTo>
                    <a:pt x="1" y="2209"/>
                    <a:pt x="102" y="2310"/>
                    <a:pt x="232" y="2310"/>
                  </a:cubicBezTo>
                  <a:lnTo>
                    <a:pt x="1156" y="2310"/>
                  </a:lnTo>
                  <a:lnTo>
                    <a:pt x="1156" y="1849"/>
                  </a:lnTo>
                  <a:lnTo>
                    <a:pt x="925" y="1849"/>
                  </a:lnTo>
                  <a:cubicBezTo>
                    <a:pt x="795" y="1849"/>
                    <a:pt x="694" y="1747"/>
                    <a:pt x="694" y="1618"/>
                  </a:cubicBezTo>
                  <a:lnTo>
                    <a:pt x="694" y="694"/>
                  </a:lnTo>
                  <a:cubicBezTo>
                    <a:pt x="694" y="549"/>
                    <a:pt x="622" y="419"/>
                    <a:pt x="506" y="333"/>
                  </a:cubicBezTo>
                  <a:lnTo>
                    <a:pt x="59"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2" name="Google Shape;15532;p67"/>
            <p:cNvSpPr/>
            <p:nvPr/>
          </p:nvSpPr>
          <p:spPr>
            <a:xfrm>
              <a:off x="2426953" y="3078671"/>
              <a:ext cx="30305" cy="60557"/>
            </a:xfrm>
            <a:custGeom>
              <a:avLst/>
              <a:gdLst/>
              <a:ahLst/>
              <a:cxnLst/>
              <a:rect l="l" t="t" r="r" b="b"/>
              <a:pathLst>
                <a:path w="1156" h="2310" extrusionOk="0">
                  <a:moveTo>
                    <a:pt x="1083" y="0"/>
                  </a:moveTo>
                  <a:lnTo>
                    <a:pt x="636" y="347"/>
                  </a:lnTo>
                  <a:cubicBezTo>
                    <a:pt x="520" y="419"/>
                    <a:pt x="463" y="563"/>
                    <a:pt x="463" y="708"/>
                  </a:cubicBezTo>
                  <a:lnTo>
                    <a:pt x="463" y="1617"/>
                  </a:lnTo>
                  <a:cubicBezTo>
                    <a:pt x="463" y="1747"/>
                    <a:pt x="362" y="1848"/>
                    <a:pt x="232" y="1848"/>
                  </a:cubicBezTo>
                  <a:lnTo>
                    <a:pt x="1" y="1848"/>
                  </a:lnTo>
                  <a:lnTo>
                    <a:pt x="1" y="2310"/>
                  </a:lnTo>
                  <a:lnTo>
                    <a:pt x="925" y="2310"/>
                  </a:lnTo>
                  <a:cubicBezTo>
                    <a:pt x="1040" y="2310"/>
                    <a:pt x="1156" y="2209"/>
                    <a:pt x="1156" y="2079"/>
                  </a:cubicBezTo>
                  <a:lnTo>
                    <a:pt x="1156" y="217"/>
                  </a:lnTo>
                  <a:cubicBezTo>
                    <a:pt x="1141" y="145"/>
                    <a:pt x="1127" y="73"/>
                    <a:pt x="1083" y="0"/>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3" name="Google Shape;15533;p67"/>
            <p:cNvSpPr/>
            <p:nvPr/>
          </p:nvSpPr>
          <p:spPr>
            <a:xfrm>
              <a:off x="2408786" y="3127483"/>
              <a:ext cx="24249" cy="11744"/>
            </a:xfrm>
            <a:custGeom>
              <a:avLst/>
              <a:gdLst/>
              <a:ahLst/>
              <a:cxnLst/>
              <a:rect l="l" t="t" r="r" b="b"/>
              <a:pathLst>
                <a:path w="925" h="448" extrusionOk="0">
                  <a:moveTo>
                    <a:pt x="1" y="1"/>
                  </a:moveTo>
                  <a:lnTo>
                    <a:pt x="1" y="448"/>
                  </a:lnTo>
                  <a:lnTo>
                    <a:pt x="925" y="448"/>
                  </a:lnTo>
                  <a:lnTo>
                    <a:pt x="925"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34" name="Google Shape;15534;p67"/>
          <p:cNvGrpSpPr/>
          <p:nvPr/>
        </p:nvGrpSpPr>
        <p:grpSpPr>
          <a:xfrm>
            <a:off x="2744762" y="2907251"/>
            <a:ext cx="373905" cy="349682"/>
            <a:chOff x="2769819" y="2907251"/>
            <a:chExt cx="373905" cy="349682"/>
          </a:xfrm>
        </p:grpSpPr>
        <p:sp>
          <p:nvSpPr>
            <p:cNvPr id="15535" name="Google Shape;15535;p67"/>
            <p:cNvSpPr/>
            <p:nvPr/>
          </p:nvSpPr>
          <p:spPr>
            <a:xfrm>
              <a:off x="2975292" y="2943559"/>
              <a:ext cx="168431" cy="176532"/>
            </a:xfrm>
            <a:custGeom>
              <a:avLst/>
              <a:gdLst/>
              <a:ahLst/>
              <a:cxnLst/>
              <a:rect l="l" t="t" r="r" b="b"/>
              <a:pathLst>
                <a:path w="6425" h="6734" extrusionOk="0">
                  <a:moveTo>
                    <a:pt x="694" y="1"/>
                  </a:moveTo>
                  <a:cubicBezTo>
                    <a:pt x="304" y="1"/>
                    <a:pt x="1" y="304"/>
                    <a:pt x="1" y="694"/>
                  </a:cubicBezTo>
                  <a:lnTo>
                    <a:pt x="1" y="4375"/>
                  </a:lnTo>
                  <a:cubicBezTo>
                    <a:pt x="1" y="4750"/>
                    <a:pt x="304" y="5053"/>
                    <a:pt x="679" y="5053"/>
                  </a:cubicBezTo>
                  <a:lnTo>
                    <a:pt x="1372" y="5053"/>
                  </a:lnTo>
                  <a:lnTo>
                    <a:pt x="982" y="6583"/>
                  </a:lnTo>
                  <a:cubicBezTo>
                    <a:pt x="960" y="6671"/>
                    <a:pt x="1021" y="6734"/>
                    <a:pt x="1096" y="6734"/>
                  </a:cubicBezTo>
                  <a:cubicBezTo>
                    <a:pt x="1120" y="6734"/>
                    <a:pt x="1146" y="6727"/>
                    <a:pt x="1170" y="6713"/>
                  </a:cubicBezTo>
                  <a:lnTo>
                    <a:pt x="3436" y="5053"/>
                  </a:lnTo>
                  <a:lnTo>
                    <a:pt x="5732" y="5053"/>
                  </a:lnTo>
                  <a:cubicBezTo>
                    <a:pt x="6121" y="5053"/>
                    <a:pt x="6424" y="4750"/>
                    <a:pt x="6424" y="4375"/>
                  </a:cubicBezTo>
                  <a:lnTo>
                    <a:pt x="6424" y="694"/>
                  </a:lnTo>
                  <a:cubicBezTo>
                    <a:pt x="6424" y="304"/>
                    <a:pt x="6121" y="1"/>
                    <a:pt x="5746"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6" name="Google Shape;15536;p67"/>
            <p:cNvSpPr/>
            <p:nvPr/>
          </p:nvSpPr>
          <p:spPr>
            <a:xfrm>
              <a:off x="3035456" y="2943559"/>
              <a:ext cx="48105" cy="114691"/>
            </a:xfrm>
            <a:custGeom>
              <a:avLst/>
              <a:gdLst/>
              <a:ahLst/>
              <a:cxnLst/>
              <a:rect l="l" t="t" r="r" b="b"/>
              <a:pathLst>
                <a:path w="1835" h="4375" extrusionOk="0">
                  <a:moveTo>
                    <a:pt x="1" y="1"/>
                  </a:moveTo>
                  <a:lnTo>
                    <a:pt x="1" y="3451"/>
                  </a:lnTo>
                  <a:cubicBezTo>
                    <a:pt x="1" y="3956"/>
                    <a:pt x="405" y="4375"/>
                    <a:pt x="925" y="4375"/>
                  </a:cubicBezTo>
                  <a:cubicBezTo>
                    <a:pt x="1430" y="4360"/>
                    <a:pt x="1834" y="3956"/>
                    <a:pt x="1834" y="3451"/>
                  </a:cubicBezTo>
                  <a:lnTo>
                    <a:pt x="1834" y="1"/>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7" name="Google Shape;15537;p67"/>
            <p:cNvSpPr/>
            <p:nvPr/>
          </p:nvSpPr>
          <p:spPr>
            <a:xfrm>
              <a:off x="3047567" y="2907251"/>
              <a:ext cx="23882" cy="96524"/>
            </a:xfrm>
            <a:custGeom>
              <a:avLst/>
              <a:gdLst/>
              <a:ahLst/>
              <a:cxnLst/>
              <a:rect l="l" t="t" r="r" b="b"/>
              <a:pathLst>
                <a:path w="911" h="3682" extrusionOk="0">
                  <a:moveTo>
                    <a:pt x="246" y="0"/>
                  </a:moveTo>
                  <a:cubicBezTo>
                    <a:pt x="116" y="0"/>
                    <a:pt x="1" y="116"/>
                    <a:pt x="15" y="246"/>
                  </a:cubicBezTo>
                  <a:lnTo>
                    <a:pt x="217" y="3465"/>
                  </a:lnTo>
                  <a:cubicBezTo>
                    <a:pt x="217" y="3595"/>
                    <a:pt x="318" y="3681"/>
                    <a:pt x="448" y="3681"/>
                  </a:cubicBezTo>
                  <a:lnTo>
                    <a:pt x="477" y="3681"/>
                  </a:lnTo>
                  <a:cubicBezTo>
                    <a:pt x="593" y="3681"/>
                    <a:pt x="694" y="3595"/>
                    <a:pt x="708" y="3465"/>
                  </a:cubicBezTo>
                  <a:lnTo>
                    <a:pt x="896" y="246"/>
                  </a:lnTo>
                  <a:cubicBezTo>
                    <a:pt x="910" y="116"/>
                    <a:pt x="809" y="0"/>
                    <a:pt x="679"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8" name="Google Shape;15538;p67"/>
            <p:cNvSpPr/>
            <p:nvPr/>
          </p:nvSpPr>
          <p:spPr>
            <a:xfrm>
              <a:off x="3047567" y="3021916"/>
              <a:ext cx="23882" cy="24223"/>
            </a:xfrm>
            <a:custGeom>
              <a:avLst/>
              <a:gdLst/>
              <a:ahLst/>
              <a:cxnLst/>
              <a:rect l="l" t="t" r="r" b="b"/>
              <a:pathLst>
                <a:path w="911" h="924" extrusionOk="0">
                  <a:moveTo>
                    <a:pt x="448" y="0"/>
                  </a:moveTo>
                  <a:cubicBezTo>
                    <a:pt x="203" y="0"/>
                    <a:pt x="1" y="202"/>
                    <a:pt x="1" y="462"/>
                  </a:cubicBezTo>
                  <a:cubicBezTo>
                    <a:pt x="1" y="707"/>
                    <a:pt x="203" y="924"/>
                    <a:pt x="448" y="924"/>
                  </a:cubicBezTo>
                  <a:cubicBezTo>
                    <a:pt x="708" y="924"/>
                    <a:pt x="910" y="707"/>
                    <a:pt x="910" y="462"/>
                  </a:cubicBezTo>
                  <a:cubicBezTo>
                    <a:pt x="910" y="202"/>
                    <a:pt x="708" y="0"/>
                    <a:pt x="448"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39" name="Google Shape;15539;p67"/>
            <p:cNvSpPr/>
            <p:nvPr/>
          </p:nvSpPr>
          <p:spPr>
            <a:xfrm>
              <a:off x="2769819" y="3172521"/>
              <a:ext cx="205132" cy="84412"/>
            </a:xfrm>
            <a:custGeom>
              <a:avLst/>
              <a:gdLst/>
              <a:ahLst/>
              <a:cxnLst/>
              <a:rect l="l" t="t" r="r" b="b"/>
              <a:pathLst>
                <a:path w="7825" h="3220" extrusionOk="0">
                  <a:moveTo>
                    <a:pt x="2541" y="0"/>
                  </a:moveTo>
                  <a:lnTo>
                    <a:pt x="606" y="708"/>
                  </a:lnTo>
                  <a:cubicBezTo>
                    <a:pt x="246" y="838"/>
                    <a:pt x="0" y="1184"/>
                    <a:pt x="0" y="1574"/>
                  </a:cubicBezTo>
                  <a:lnTo>
                    <a:pt x="0" y="2988"/>
                  </a:lnTo>
                  <a:cubicBezTo>
                    <a:pt x="0" y="3118"/>
                    <a:pt x="101" y="3219"/>
                    <a:pt x="231" y="3219"/>
                  </a:cubicBezTo>
                  <a:lnTo>
                    <a:pt x="7593" y="3219"/>
                  </a:lnTo>
                  <a:cubicBezTo>
                    <a:pt x="7723" y="3219"/>
                    <a:pt x="7824" y="3118"/>
                    <a:pt x="7824" y="2988"/>
                  </a:cubicBezTo>
                  <a:lnTo>
                    <a:pt x="7824" y="1574"/>
                  </a:lnTo>
                  <a:cubicBezTo>
                    <a:pt x="7824" y="1184"/>
                    <a:pt x="7579" y="838"/>
                    <a:pt x="7218" y="708"/>
                  </a:cubicBezTo>
                  <a:lnTo>
                    <a:pt x="5298" y="0"/>
                  </a:lnTo>
                  <a:lnTo>
                    <a:pt x="3912" y="462"/>
                  </a:lnTo>
                  <a:lnTo>
                    <a:pt x="2541" y="0"/>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0" name="Google Shape;15540;p67"/>
            <p:cNvSpPr/>
            <p:nvPr/>
          </p:nvSpPr>
          <p:spPr>
            <a:xfrm>
              <a:off x="2860628" y="3196743"/>
              <a:ext cx="24249" cy="60190"/>
            </a:xfrm>
            <a:custGeom>
              <a:avLst/>
              <a:gdLst/>
              <a:ahLst/>
              <a:cxnLst/>
              <a:rect l="l" t="t" r="r" b="b"/>
              <a:pathLst>
                <a:path w="925" h="2296" extrusionOk="0">
                  <a:moveTo>
                    <a:pt x="217" y="0"/>
                  </a:moveTo>
                  <a:lnTo>
                    <a:pt x="1" y="2295"/>
                  </a:lnTo>
                  <a:lnTo>
                    <a:pt x="925" y="2295"/>
                  </a:lnTo>
                  <a:lnTo>
                    <a:pt x="694"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1" name="Google Shape;15541;p67"/>
            <p:cNvSpPr/>
            <p:nvPr/>
          </p:nvSpPr>
          <p:spPr>
            <a:xfrm>
              <a:off x="2862148" y="3184632"/>
              <a:ext cx="21208" cy="20448"/>
            </a:xfrm>
            <a:custGeom>
              <a:avLst/>
              <a:gdLst/>
              <a:ahLst/>
              <a:cxnLst/>
              <a:rect l="l" t="t" r="r" b="b"/>
              <a:pathLst>
                <a:path w="809" h="780" extrusionOk="0">
                  <a:moveTo>
                    <a:pt x="0" y="0"/>
                  </a:moveTo>
                  <a:lnTo>
                    <a:pt x="0" y="621"/>
                  </a:lnTo>
                  <a:cubicBezTo>
                    <a:pt x="0" y="708"/>
                    <a:pt x="73" y="780"/>
                    <a:pt x="159" y="780"/>
                  </a:cubicBezTo>
                  <a:lnTo>
                    <a:pt x="650" y="780"/>
                  </a:lnTo>
                  <a:cubicBezTo>
                    <a:pt x="737" y="780"/>
                    <a:pt x="809" y="708"/>
                    <a:pt x="809" y="621"/>
                  </a:cubicBezTo>
                  <a:lnTo>
                    <a:pt x="809" y="0"/>
                  </a:ln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2" name="Google Shape;15542;p67"/>
            <p:cNvSpPr/>
            <p:nvPr/>
          </p:nvSpPr>
          <p:spPr>
            <a:xfrm>
              <a:off x="2938958" y="3197110"/>
              <a:ext cx="35993" cy="59823"/>
            </a:xfrm>
            <a:custGeom>
              <a:avLst/>
              <a:gdLst/>
              <a:ahLst/>
              <a:cxnLst/>
              <a:rect l="l" t="t" r="r" b="b"/>
              <a:pathLst>
                <a:path w="1373" h="2282" extrusionOk="0">
                  <a:moveTo>
                    <a:pt x="1127" y="1"/>
                  </a:moveTo>
                  <a:lnTo>
                    <a:pt x="261" y="867"/>
                  </a:lnTo>
                  <a:cubicBezTo>
                    <a:pt x="87" y="1040"/>
                    <a:pt x="1" y="1271"/>
                    <a:pt x="1" y="1516"/>
                  </a:cubicBezTo>
                  <a:lnTo>
                    <a:pt x="1" y="2281"/>
                  </a:lnTo>
                  <a:lnTo>
                    <a:pt x="1141" y="2281"/>
                  </a:lnTo>
                  <a:cubicBezTo>
                    <a:pt x="1271" y="2281"/>
                    <a:pt x="1372" y="2180"/>
                    <a:pt x="1372" y="2050"/>
                  </a:cubicBezTo>
                  <a:lnTo>
                    <a:pt x="1372" y="621"/>
                  </a:lnTo>
                  <a:cubicBezTo>
                    <a:pt x="1372" y="390"/>
                    <a:pt x="1286" y="174"/>
                    <a:pt x="112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3" name="Google Shape;15543;p67"/>
            <p:cNvSpPr/>
            <p:nvPr/>
          </p:nvSpPr>
          <p:spPr>
            <a:xfrm>
              <a:off x="2806520" y="2985582"/>
              <a:ext cx="132464" cy="96130"/>
            </a:xfrm>
            <a:custGeom>
              <a:avLst/>
              <a:gdLst/>
              <a:ahLst/>
              <a:cxnLst/>
              <a:rect l="l" t="t" r="r" b="b"/>
              <a:pathLst>
                <a:path w="5053" h="3667" extrusionOk="0">
                  <a:moveTo>
                    <a:pt x="1834" y="0"/>
                  </a:moveTo>
                  <a:cubicBezTo>
                    <a:pt x="823" y="0"/>
                    <a:pt x="0" y="823"/>
                    <a:pt x="0" y="1848"/>
                  </a:cubicBezTo>
                  <a:lnTo>
                    <a:pt x="0" y="2382"/>
                  </a:lnTo>
                  <a:cubicBezTo>
                    <a:pt x="0" y="2627"/>
                    <a:pt x="29" y="2873"/>
                    <a:pt x="116" y="3104"/>
                  </a:cubicBezTo>
                  <a:lnTo>
                    <a:pt x="188" y="3335"/>
                  </a:lnTo>
                  <a:cubicBezTo>
                    <a:pt x="217" y="3407"/>
                    <a:pt x="217" y="3479"/>
                    <a:pt x="231" y="3551"/>
                  </a:cubicBezTo>
                  <a:lnTo>
                    <a:pt x="231" y="3667"/>
                  </a:lnTo>
                  <a:lnTo>
                    <a:pt x="4822" y="3667"/>
                  </a:lnTo>
                  <a:lnTo>
                    <a:pt x="4822" y="3551"/>
                  </a:lnTo>
                  <a:cubicBezTo>
                    <a:pt x="4822" y="3479"/>
                    <a:pt x="4836" y="3407"/>
                    <a:pt x="4865" y="3335"/>
                  </a:cubicBezTo>
                  <a:lnTo>
                    <a:pt x="4937" y="3104"/>
                  </a:lnTo>
                  <a:cubicBezTo>
                    <a:pt x="5010" y="2873"/>
                    <a:pt x="5053" y="2627"/>
                    <a:pt x="5053" y="2397"/>
                  </a:cubicBezTo>
                  <a:lnTo>
                    <a:pt x="5053" y="462"/>
                  </a:lnTo>
                  <a:cubicBezTo>
                    <a:pt x="5053" y="217"/>
                    <a:pt x="4851" y="0"/>
                    <a:pt x="4591"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4" name="Google Shape;15544;p67"/>
            <p:cNvSpPr/>
            <p:nvPr/>
          </p:nvSpPr>
          <p:spPr>
            <a:xfrm>
              <a:off x="2836405" y="2985582"/>
              <a:ext cx="102579" cy="96524"/>
            </a:xfrm>
            <a:custGeom>
              <a:avLst/>
              <a:gdLst/>
              <a:ahLst/>
              <a:cxnLst/>
              <a:rect l="l" t="t" r="r" b="b"/>
              <a:pathLst>
                <a:path w="3913" h="3682" extrusionOk="0">
                  <a:moveTo>
                    <a:pt x="939" y="0"/>
                  </a:moveTo>
                  <a:cubicBezTo>
                    <a:pt x="419" y="0"/>
                    <a:pt x="1" y="419"/>
                    <a:pt x="1" y="939"/>
                  </a:cubicBezTo>
                  <a:cubicBezTo>
                    <a:pt x="1" y="1458"/>
                    <a:pt x="419" y="1877"/>
                    <a:pt x="939" y="1877"/>
                  </a:cubicBezTo>
                  <a:lnTo>
                    <a:pt x="1069" y="1877"/>
                  </a:lnTo>
                  <a:lnTo>
                    <a:pt x="1127" y="3681"/>
                  </a:lnTo>
                  <a:lnTo>
                    <a:pt x="3682" y="3681"/>
                  </a:lnTo>
                  <a:lnTo>
                    <a:pt x="3682" y="3566"/>
                  </a:lnTo>
                  <a:cubicBezTo>
                    <a:pt x="3682" y="3494"/>
                    <a:pt x="3696" y="3407"/>
                    <a:pt x="3725" y="3349"/>
                  </a:cubicBezTo>
                  <a:lnTo>
                    <a:pt x="3797" y="3118"/>
                  </a:lnTo>
                  <a:cubicBezTo>
                    <a:pt x="3870" y="2887"/>
                    <a:pt x="3913" y="2642"/>
                    <a:pt x="3913" y="2397"/>
                  </a:cubicBezTo>
                  <a:lnTo>
                    <a:pt x="3913" y="462"/>
                  </a:lnTo>
                  <a:cubicBezTo>
                    <a:pt x="3913" y="217"/>
                    <a:pt x="3711" y="0"/>
                    <a:pt x="3451"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5" name="Google Shape;15545;p67"/>
            <p:cNvSpPr/>
            <p:nvPr/>
          </p:nvSpPr>
          <p:spPr>
            <a:xfrm>
              <a:off x="2836405" y="3130498"/>
              <a:ext cx="72327" cy="54160"/>
            </a:xfrm>
            <a:custGeom>
              <a:avLst/>
              <a:gdLst/>
              <a:ahLst/>
              <a:cxnLst/>
              <a:rect l="l" t="t" r="r" b="b"/>
              <a:pathLst>
                <a:path w="2759" h="2066" extrusionOk="0">
                  <a:moveTo>
                    <a:pt x="1" y="1"/>
                  </a:moveTo>
                  <a:lnTo>
                    <a:pt x="1" y="2065"/>
                  </a:lnTo>
                  <a:lnTo>
                    <a:pt x="2758" y="2065"/>
                  </a:lnTo>
                  <a:lnTo>
                    <a:pt x="2758"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6" name="Google Shape;15546;p67"/>
            <p:cNvSpPr/>
            <p:nvPr/>
          </p:nvSpPr>
          <p:spPr>
            <a:xfrm>
              <a:off x="2836405" y="3130498"/>
              <a:ext cx="72327" cy="30121"/>
            </a:xfrm>
            <a:custGeom>
              <a:avLst/>
              <a:gdLst/>
              <a:ahLst/>
              <a:cxnLst/>
              <a:rect l="l" t="t" r="r" b="b"/>
              <a:pathLst>
                <a:path w="2759" h="1149" extrusionOk="0">
                  <a:moveTo>
                    <a:pt x="1" y="1"/>
                  </a:moveTo>
                  <a:lnTo>
                    <a:pt x="1" y="781"/>
                  </a:lnTo>
                  <a:cubicBezTo>
                    <a:pt x="427" y="1026"/>
                    <a:pt x="903" y="1149"/>
                    <a:pt x="1379" y="1149"/>
                  </a:cubicBezTo>
                  <a:cubicBezTo>
                    <a:pt x="1856" y="1149"/>
                    <a:pt x="2332" y="1026"/>
                    <a:pt x="2758" y="781"/>
                  </a:cubicBezTo>
                  <a:lnTo>
                    <a:pt x="275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7" name="Google Shape;15547;p67"/>
            <p:cNvSpPr/>
            <p:nvPr/>
          </p:nvSpPr>
          <p:spPr>
            <a:xfrm>
              <a:off x="2824294" y="3162533"/>
              <a:ext cx="48472" cy="43202"/>
            </a:xfrm>
            <a:custGeom>
              <a:avLst/>
              <a:gdLst/>
              <a:ahLst/>
              <a:cxnLst/>
              <a:rect l="l" t="t" r="r" b="b"/>
              <a:pathLst>
                <a:path w="1849" h="1648" extrusionOk="0">
                  <a:moveTo>
                    <a:pt x="413" y="0"/>
                  </a:moveTo>
                  <a:cubicBezTo>
                    <a:pt x="327" y="0"/>
                    <a:pt x="242" y="48"/>
                    <a:pt x="203" y="136"/>
                  </a:cubicBezTo>
                  <a:lnTo>
                    <a:pt x="1" y="555"/>
                  </a:lnTo>
                  <a:lnTo>
                    <a:pt x="766" y="1551"/>
                  </a:lnTo>
                  <a:cubicBezTo>
                    <a:pt x="814" y="1614"/>
                    <a:pt x="883" y="1647"/>
                    <a:pt x="953" y="1647"/>
                  </a:cubicBezTo>
                  <a:cubicBezTo>
                    <a:pt x="1010" y="1647"/>
                    <a:pt x="1067" y="1625"/>
                    <a:pt x="1112" y="1579"/>
                  </a:cubicBezTo>
                  <a:lnTo>
                    <a:pt x="1849" y="843"/>
                  </a:lnTo>
                  <a:lnTo>
                    <a:pt x="535" y="35"/>
                  </a:lnTo>
                  <a:cubicBezTo>
                    <a:pt x="497" y="11"/>
                    <a:pt x="455" y="0"/>
                    <a:pt x="41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8" name="Google Shape;15548;p67"/>
            <p:cNvSpPr/>
            <p:nvPr/>
          </p:nvSpPr>
          <p:spPr>
            <a:xfrm>
              <a:off x="2872739" y="3162533"/>
              <a:ext cx="48078" cy="43202"/>
            </a:xfrm>
            <a:custGeom>
              <a:avLst/>
              <a:gdLst/>
              <a:ahLst/>
              <a:cxnLst/>
              <a:rect l="l" t="t" r="r" b="b"/>
              <a:pathLst>
                <a:path w="1834" h="1648" extrusionOk="0">
                  <a:moveTo>
                    <a:pt x="1432" y="0"/>
                  </a:moveTo>
                  <a:cubicBezTo>
                    <a:pt x="1393" y="0"/>
                    <a:pt x="1352" y="11"/>
                    <a:pt x="1314" y="35"/>
                  </a:cubicBezTo>
                  <a:lnTo>
                    <a:pt x="1" y="843"/>
                  </a:lnTo>
                  <a:lnTo>
                    <a:pt x="737" y="1579"/>
                  </a:lnTo>
                  <a:cubicBezTo>
                    <a:pt x="776" y="1625"/>
                    <a:pt x="832" y="1647"/>
                    <a:pt x="891" y="1647"/>
                  </a:cubicBezTo>
                  <a:cubicBezTo>
                    <a:pt x="962" y="1647"/>
                    <a:pt x="1036" y="1614"/>
                    <a:pt x="1083" y="1551"/>
                  </a:cubicBezTo>
                  <a:lnTo>
                    <a:pt x="1834" y="555"/>
                  </a:lnTo>
                  <a:lnTo>
                    <a:pt x="1632" y="136"/>
                  </a:lnTo>
                  <a:cubicBezTo>
                    <a:pt x="1593" y="48"/>
                    <a:pt x="1515" y="0"/>
                    <a:pt x="143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49" name="Google Shape;15549;p67"/>
            <p:cNvSpPr/>
            <p:nvPr/>
          </p:nvSpPr>
          <p:spPr>
            <a:xfrm>
              <a:off x="2812576" y="3034709"/>
              <a:ext cx="120746" cy="113616"/>
            </a:xfrm>
            <a:custGeom>
              <a:avLst/>
              <a:gdLst/>
              <a:ahLst/>
              <a:cxnLst/>
              <a:rect l="l" t="t" r="r" b="b"/>
              <a:pathLst>
                <a:path w="4606" h="4334" extrusionOk="0">
                  <a:moveTo>
                    <a:pt x="2002" y="0"/>
                  </a:moveTo>
                  <a:cubicBezTo>
                    <a:pt x="1409" y="0"/>
                    <a:pt x="895" y="100"/>
                    <a:pt x="636" y="162"/>
                  </a:cubicBezTo>
                  <a:cubicBezTo>
                    <a:pt x="535" y="176"/>
                    <a:pt x="448" y="277"/>
                    <a:pt x="462" y="378"/>
                  </a:cubicBezTo>
                  <a:lnTo>
                    <a:pt x="462" y="927"/>
                  </a:lnTo>
                  <a:cubicBezTo>
                    <a:pt x="448" y="1057"/>
                    <a:pt x="405" y="1172"/>
                    <a:pt x="318" y="1259"/>
                  </a:cubicBezTo>
                  <a:lnTo>
                    <a:pt x="130" y="1446"/>
                  </a:lnTo>
                  <a:cubicBezTo>
                    <a:pt x="44" y="1533"/>
                    <a:pt x="0" y="1648"/>
                    <a:pt x="0" y="1778"/>
                  </a:cubicBezTo>
                  <a:lnTo>
                    <a:pt x="0" y="2038"/>
                  </a:lnTo>
                  <a:cubicBezTo>
                    <a:pt x="0" y="3309"/>
                    <a:pt x="1025" y="4333"/>
                    <a:pt x="2296" y="4333"/>
                  </a:cubicBezTo>
                  <a:cubicBezTo>
                    <a:pt x="2304" y="4334"/>
                    <a:pt x="2313" y="4334"/>
                    <a:pt x="2322" y="4334"/>
                  </a:cubicBezTo>
                  <a:cubicBezTo>
                    <a:pt x="3580" y="4334"/>
                    <a:pt x="4605" y="3300"/>
                    <a:pt x="4605" y="2038"/>
                  </a:cubicBezTo>
                  <a:lnTo>
                    <a:pt x="4605" y="1778"/>
                  </a:lnTo>
                  <a:cubicBezTo>
                    <a:pt x="4605" y="1648"/>
                    <a:pt x="4548" y="1533"/>
                    <a:pt x="4461" y="1446"/>
                  </a:cubicBezTo>
                  <a:lnTo>
                    <a:pt x="4273" y="1259"/>
                  </a:lnTo>
                  <a:cubicBezTo>
                    <a:pt x="4187" y="1172"/>
                    <a:pt x="4143" y="1057"/>
                    <a:pt x="4143" y="927"/>
                  </a:cubicBezTo>
                  <a:lnTo>
                    <a:pt x="4143" y="811"/>
                  </a:lnTo>
                  <a:cubicBezTo>
                    <a:pt x="4143" y="710"/>
                    <a:pt x="4100" y="624"/>
                    <a:pt x="4028" y="566"/>
                  </a:cubicBezTo>
                  <a:cubicBezTo>
                    <a:pt x="3419" y="124"/>
                    <a:pt x="2662" y="0"/>
                    <a:pt x="200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0" name="Google Shape;15550;p67"/>
            <p:cNvSpPr/>
            <p:nvPr/>
          </p:nvSpPr>
          <p:spPr>
            <a:xfrm>
              <a:off x="2812183" y="3034577"/>
              <a:ext cx="108268" cy="113380"/>
            </a:xfrm>
            <a:custGeom>
              <a:avLst/>
              <a:gdLst/>
              <a:ahLst/>
              <a:cxnLst/>
              <a:rect l="l" t="t" r="r" b="b"/>
              <a:pathLst>
                <a:path w="4130" h="4325" extrusionOk="0">
                  <a:moveTo>
                    <a:pt x="2014" y="0"/>
                  </a:moveTo>
                  <a:cubicBezTo>
                    <a:pt x="1792" y="0"/>
                    <a:pt x="1580" y="15"/>
                    <a:pt x="1387" y="37"/>
                  </a:cubicBezTo>
                  <a:cubicBezTo>
                    <a:pt x="1141" y="66"/>
                    <a:pt x="882" y="109"/>
                    <a:pt x="636" y="167"/>
                  </a:cubicBezTo>
                  <a:cubicBezTo>
                    <a:pt x="535" y="181"/>
                    <a:pt x="463" y="282"/>
                    <a:pt x="463" y="383"/>
                  </a:cubicBezTo>
                  <a:lnTo>
                    <a:pt x="463" y="932"/>
                  </a:lnTo>
                  <a:cubicBezTo>
                    <a:pt x="463" y="1062"/>
                    <a:pt x="405" y="1177"/>
                    <a:pt x="333" y="1264"/>
                  </a:cubicBezTo>
                  <a:lnTo>
                    <a:pt x="131" y="1451"/>
                  </a:lnTo>
                  <a:cubicBezTo>
                    <a:pt x="44" y="1538"/>
                    <a:pt x="1" y="1653"/>
                    <a:pt x="1" y="1769"/>
                  </a:cubicBezTo>
                  <a:lnTo>
                    <a:pt x="1" y="2043"/>
                  </a:lnTo>
                  <a:cubicBezTo>
                    <a:pt x="1" y="3198"/>
                    <a:pt x="867" y="4180"/>
                    <a:pt x="2022" y="4324"/>
                  </a:cubicBezTo>
                  <a:cubicBezTo>
                    <a:pt x="1603" y="3891"/>
                    <a:pt x="1372" y="3328"/>
                    <a:pt x="1372" y="2736"/>
                  </a:cubicBezTo>
                  <a:lnTo>
                    <a:pt x="1372" y="1047"/>
                  </a:lnTo>
                  <a:cubicBezTo>
                    <a:pt x="1372" y="816"/>
                    <a:pt x="1546" y="629"/>
                    <a:pt x="1777" y="600"/>
                  </a:cubicBezTo>
                  <a:cubicBezTo>
                    <a:pt x="1967" y="575"/>
                    <a:pt x="2208" y="554"/>
                    <a:pt x="2474" y="554"/>
                  </a:cubicBezTo>
                  <a:cubicBezTo>
                    <a:pt x="2996" y="554"/>
                    <a:pt x="3613" y="635"/>
                    <a:pt x="4130" y="932"/>
                  </a:cubicBezTo>
                  <a:lnTo>
                    <a:pt x="4130" y="816"/>
                  </a:lnTo>
                  <a:cubicBezTo>
                    <a:pt x="4130" y="715"/>
                    <a:pt x="4101" y="629"/>
                    <a:pt x="4028" y="571"/>
                  </a:cubicBezTo>
                  <a:cubicBezTo>
                    <a:pt x="3424" y="128"/>
                    <a:pt x="2674" y="0"/>
                    <a:pt x="201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1" name="Google Shape;15551;p67"/>
            <p:cNvSpPr/>
            <p:nvPr/>
          </p:nvSpPr>
          <p:spPr>
            <a:xfrm>
              <a:off x="2770186" y="3197110"/>
              <a:ext cx="36360" cy="59823"/>
            </a:xfrm>
            <a:custGeom>
              <a:avLst/>
              <a:gdLst/>
              <a:ahLst/>
              <a:cxnLst/>
              <a:rect l="l" t="t" r="r" b="b"/>
              <a:pathLst>
                <a:path w="1387" h="2282" extrusionOk="0">
                  <a:moveTo>
                    <a:pt x="246" y="1"/>
                  </a:moveTo>
                  <a:cubicBezTo>
                    <a:pt x="87" y="174"/>
                    <a:pt x="1" y="390"/>
                    <a:pt x="1" y="621"/>
                  </a:cubicBezTo>
                  <a:lnTo>
                    <a:pt x="1" y="2050"/>
                  </a:lnTo>
                  <a:cubicBezTo>
                    <a:pt x="1" y="2180"/>
                    <a:pt x="102" y="2281"/>
                    <a:pt x="232" y="2281"/>
                  </a:cubicBezTo>
                  <a:lnTo>
                    <a:pt x="1386" y="2281"/>
                  </a:lnTo>
                  <a:lnTo>
                    <a:pt x="1386" y="1516"/>
                  </a:lnTo>
                  <a:cubicBezTo>
                    <a:pt x="1372" y="1271"/>
                    <a:pt x="1285" y="1040"/>
                    <a:pt x="1112" y="867"/>
                  </a:cubicBezTo>
                  <a:lnTo>
                    <a:pt x="246"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52" name="Google Shape;15552;p67"/>
          <p:cNvGrpSpPr/>
          <p:nvPr/>
        </p:nvGrpSpPr>
        <p:grpSpPr>
          <a:xfrm>
            <a:off x="3221193" y="2895245"/>
            <a:ext cx="375792" cy="373800"/>
            <a:chOff x="3246251" y="2895245"/>
            <a:chExt cx="375792" cy="373800"/>
          </a:xfrm>
        </p:grpSpPr>
        <p:sp>
          <p:nvSpPr>
            <p:cNvPr id="15553" name="Google Shape;15553;p67"/>
            <p:cNvSpPr/>
            <p:nvPr/>
          </p:nvSpPr>
          <p:spPr>
            <a:xfrm>
              <a:off x="3246251" y="2960599"/>
              <a:ext cx="308446" cy="308446"/>
            </a:xfrm>
            <a:custGeom>
              <a:avLst/>
              <a:gdLst/>
              <a:ahLst/>
              <a:cxnLst/>
              <a:rect l="l" t="t" r="r" b="b"/>
              <a:pathLst>
                <a:path w="11766" h="11766" extrusionOk="0">
                  <a:moveTo>
                    <a:pt x="5876" y="1"/>
                  </a:moveTo>
                  <a:cubicBezTo>
                    <a:pt x="2628" y="1"/>
                    <a:pt x="0" y="2628"/>
                    <a:pt x="0" y="5876"/>
                  </a:cubicBezTo>
                  <a:cubicBezTo>
                    <a:pt x="0" y="9138"/>
                    <a:pt x="2628" y="11765"/>
                    <a:pt x="5876" y="11765"/>
                  </a:cubicBezTo>
                  <a:cubicBezTo>
                    <a:pt x="9124" y="11765"/>
                    <a:pt x="11765" y="9138"/>
                    <a:pt x="11765" y="5876"/>
                  </a:cubicBezTo>
                  <a:cubicBezTo>
                    <a:pt x="11765" y="2628"/>
                    <a:pt x="9124" y="1"/>
                    <a:pt x="5876"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4" name="Google Shape;15554;p67"/>
            <p:cNvSpPr/>
            <p:nvPr/>
          </p:nvSpPr>
          <p:spPr>
            <a:xfrm>
              <a:off x="3400264" y="3108556"/>
              <a:ext cx="154039" cy="12531"/>
            </a:xfrm>
            <a:custGeom>
              <a:avLst/>
              <a:gdLst/>
              <a:ahLst/>
              <a:cxnLst/>
              <a:rect l="l" t="t" r="r" b="b"/>
              <a:pathLst>
                <a:path w="5876" h="478" extrusionOk="0">
                  <a:moveTo>
                    <a:pt x="1" y="1"/>
                  </a:moveTo>
                  <a:lnTo>
                    <a:pt x="1" y="477"/>
                  </a:lnTo>
                  <a:lnTo>
                    <a:pt x="5876" y="477"/>
                  </a:lnTo>
                  <a:lnTo>
                    <a:pt x="5876" y="246"/>
                  </a:lnTo>
                  <a:lnTo>
                    <a:pt x="5876"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5" name="Google Shape;15555;p67"/>
            <p:cNvSpPr/>
            <p:nvPr/>
          </p:nvSpPr>
          <p:spPr>
            <a:xfrm>
              <a:off x="3529687" y="2895245"/>
              <a:ext cx="92355" cy="89970"/>
            </a:xfrm>
            <a:custGeom>
              <a:avLst/>
              <a:gdLst/>
              <a:ahLst/>
              <a:cxnLst/>
              <a:rect l="l" t="t" r="r" b="b"/>
              <a:pathLst>
                <a:path w="3523" h="3432" extrusionOk="0">
                  <a:moveTo>
                    <a:pt x="2126" y="1"/>
                  </a:moveTo>
                  <a:cubicBezTo>
                    <a:pt x="2069" y="1"/>
                    <a:pt x="2010" y="22"/>
                    <a:pt x="1964" y="68"/>
                  </a:cubicBezTo>
                  <a:lnTo>
                    <a:pt x="217" y="1815"/>
                  </a:lnTo>
                  <a:cubicBezTo>
                    <a:pt x="87" y="1945"/>
                    <a:pt x="1" y="2118"/>
                    <a:pt x="15" y="2306"/>
                  </a:cubicBezTo>
                  <a:lnTo>
                    <a:pt x="1" y="3432"/>
                  </a:lnTo>
                  <a:lnTo>
                    <a:pt x="1127" y="3432"/>
                  </a:lnTo>
                  <a:cubicBezTo>
                    <a:pt x="1314" y="3432"/>
                    <a:pt x="1487" y="3360"/>
                    <a:pt x="1632" y="3230"/>
                  </a:cubicBezTo>
                  <a:lnTo>
                    <a:pt x="3364" y="1483"/>
                  </a:lnTo>
                  <a:cubicBezTo>
                    <a:pt x="3523" y="1339"/>
                    <a:pt x="3422" y="1079"/>
                    <a:pt x="3205" y="1079"/>
                  </a:cubicBezTo>
                  <a:lnTo>
                    <a:pt x="2368" y="1079"/>
                  </a:lnTo>
                  <a:lnTo>
                    <a:pt x="2368" y="242"/>
                  </a:lnTo>
                  <a:cubicBezTo>
                    <a:pt x="2368" y="95"/>
                    <a:pt x="2248" y="1"/>
                    <a:pt x="2126"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6" name="Google Shape;15556;p67"/>
            <p:cNvSpPr/>
            <p:nvPr/>
          </p:nvSpPr>
          <p:spPr>
            <a:xfrm>
              <a:off x="3529687" y="2895245"/>
              <a:ext cx="62103" cy="89970"/>
            </a:xfrm>
            <a:custGeom>
              <a:avLst/>
              <a:gdLst/>
              <a:ahLst/>
              <a:cxnLst/>
              <a:rect l="l" t="t" r="r" b="b"/>
              <a:pathLst>
                <a:path w="2369" h="3432" extrusionOk="0">
                  <a:moveTo>
                    <a:pt x="2126" y="1"/>
                  </a:moveTo>
                  <a:cubicBezTo>
                    <a:pt x="2069" y="1"/>
                    <a:pt x="2010" y="22"/>
                    <a:pt x="1964" y="68"/>
                  </a:cubicBezTo>
                  <a:lnTo>
                    <a:pt x="217" y="1815"/>
                  </a:lnTo>
                  <a:cubicBezTo>
                    <a:pt x="87" y="1945"/>
                    <a:pt x="1" y="2118"/>
                    <a:pt x="15" y="2306"/>
                  </a:cubicBezTo>
                  <a:lnTo>
                    <a:pt x="15" y="3432"/>
                  </a:lnTo>
                  <a:lnTo>
                    <a:pt x="2354" y="1093"/>
                  </a:lnTo>
                  <a:lnTo>
                    <a:pt x="2354" y="242"/>
                  </a:lnTo>
                  <a:lnTo>
                    <a:pt x="2368" y="242"/>
                  </a:lnTo>
                  <a:cubicBezTo>
                    <a:pt x="2368" y="95"/>
                    <a:pt x="2248" y="1"/>
                    <a:pt x="2126"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7" name="Google Shape;15557;p67"/>
            <p:cNvSpPr/>
            <p:nvPr/>
          </p:nvSpPr>
          <p:spPr>
            <a:xfrm>
              <a:off x="3283345" y="2997693"/>
              <a:ext cx="234257" cy="234257"/>
            </a:xfrm>
            <a:custGeom>
              <a:avLst/>
              <a:gdLst/>
              <a:ahLst/>
              <a:cxnLst/>
              <a:rect l="l" t="t" r="r" b="b"/>
              <a:pathLst>
                <a:path w="8936" h="8936" extrusionOk="0">
                  <a:moveTo>
                    <a:pt x="4461" y="0"/>
                  </a:moveTo>
                  <a:cubicBezTo>
                    <a:pt x="1992" y="0"/>
                    <a:pt x="0" y="1992"/>
                    <a:pt x="0" y="4461"/>
                  </a:cubicBezTo>
                  <a:cubicBezTo>
                    <a:pt x="0" y="6944"/>
                    <a:pt x="1992" y="8936"/>
                    <a:pt x="4461" y="8936"/>
                  </a:cubicBezTo>
                  <a:cubicBezTo>
                    <a:pt x="6929" y="8936"/>
                    <a:pt x="8936" y="6944"/>
                    <a:pt x="8936" y="4461"/>
                  </a:cubicBezTo>
                  <a:cubicBezTo>
                    <a:pt x="8936" y="1992"/>
                    <a:pt x="6929" y="0"/>
                    <a:pt x="446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8" name="Google Shape;15558;p67"/>
            <p:cNvSpPr/>
            <p:nvPr/>
          </p:nvSpPr>
          <p:spPr>
            <a:xfrm>
              <a:off x="3400264" y="3108556"/>
              <a:ext cx="117338" cy="12531"/>
            </a:xfrm>
            <a:custGeom>
              <a:avLst/>
              <a:gdLst/>
              <a:ahLst/>
              <a:cxnLst/>
              <a:rect l="l" t="t" r="r" b="b"/>
              <a:pathLst>
                <a:path w="4476" h="478" extrusionOk="0">
                  <a:moveTo>
                    <a:pt x="1" y="1"/>
                  </a:moveTo>
                  <a:lnTo>
                    <a:pt x="1" y="477"/>
                  </a:lnTo>
                  <a:lnTo>
                    <a:pt x="4461" y="477"/>
                  </a:lnTo>
                  <a:cubicBezTo>
                    <a:pt x="4461" y="390"/>
                    <a:pt x="4476" y="318"/>
                    <a:pt x="4476" y="246"/>
                  </a:cubicBezTo>
                  <a:cubicBezTo>
                    <a:pt x="4476" y="160"/>
                    <a:pt x="4476" y="87"/>
                    <a:pt x="4461"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59" name="Google Shape;15559;p67"/>
            <p:cNvSpPr/>
            <p:nvPr/>
          </p:nvSpPr>
          <p:spPr>
            <a:xfrm>
              <a:off x="3313990" y="3028338"/>
              <a:ext cx="172573" cy="172967"/>
            </a:xfrm>
            <a:custGeom>
              <a:avLst/>
              <a:gdLst/>
              <a:ahLst/>
              <a:cxnLst/>
              <a:rect l="l" t="t" r="r" b="b"/>
              <a:pathLst>
                <a:path w="6583" h="6598" extrusionOk="0">
                  <a:moveTo>
                    <a:pt x="3292" y="0"/>
                  </a:moveTo>
                  <a:cubicBezTo>
                    <a:pt x="1473" y="0"/>
                    <a:pt x="0" y="1487"/>
                    <a:pt x="0" y="3292"/>
                  </a:cubicBezTo>
                  <a:cubicBezTo>
                    <a:pt x="0" y="5111"/>
                    <a:pt x="1473" y="6597"/>
                    <a:pt x="3292" y="6597"/>
                  </a:cubicBezTo>
                  <a:cubicBezTo>
                    <a:pt x="5111" y="6597"/>
                    <a:pt x="6583" y="5111"/>
                    <a:pt x="6583" y="3292"/>
                  </a:cubicBezTo>
                  <a:cubicBezTo>
                    <a:pt x="6583" y="1487"/>
                    <a:pt x="5111" y="0"/>
                    <a:pt x="3292"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0" name="Google Shape;15560;p67"/>
            <p:cNvSpPr/>
            <p:nvPr/>
          </p:nvSpPr>
          <p:spPr>
            <a:xfrm>
              <a:off x="3400264" y="3108556"/>
              <a:ext cx="86693" cy="12531"/>
            </a:xfrm>
            <a:custGeom>
              <a:avLst/>
              <a:gdLst/>
              <a:ahLst/>
              <a:cxnLst/>
              <a:rect l="l" t="t" r="r" b="b"/>
              <a:pathLst>
                <a:path w="3307" h="478" extrusionOk="0">
                  <a:moveTo>
                    <a:pt x="1" y="1"/>
                  </a:moveTo>
                  <a:lnTo>
                    <a:pt x="1" y="477"/>
                  </a:lnTo>
                  <a:lnTo>
                    <a:pt x="3292" y="477"/>
                  </a:lnTo>
                  <a:cubicBezTo>
                    <a:pt x="3292" y="390"/>
                    <a:pt x="3306" y="318"/>
                    <a:pt x="3306" y="246"/>
                  </a:cubicBezTo>
                  <a:cubicBezTo>
                    <a:pt x="3306" y="160"/>
                    <a:pt x="3306" y="87"/>
                    <a:pt x="3292"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1" name="Google Shape;15561;p67"/>
            <p:cNvSpPr/>
            <p:nvPr/>
          </p:nvSpPr>
          <p:spPr>
            <a:xfrm>
              <a:off x="3351084" y="3065432"/>
              <a:ext cx="98778" cy="98778"/>
            </a:xfrm>
            <a:custGeom>
              <a:avLst/>
              <a:gdLst/>
              <a:ahLst/>
              <a:cxnLst/>
              <a:rect l="l" t="t" r="r" b="b"/>
              <a:pathLst>
                <a:path w="3768" h="3768" extrusionOk="0">
                  <a:moveTo>
                    <a:pt x="1877" y="0"/>
                  </a:moveTo>
                  <a:cubicBezTo>
                    <a:pt x="837" y="0"/>
                    <a:pt x="0" y="837"/>
                    <a:pt x="0" y="1877"/>
                  </a:cubicBezTo>
                  <a:cubicBezTo>
                    <a:pt x="0" y="2930"/>
                    <a:pt x="837" y="3768"/>
                    <a:pt x="1877" y="3768"/>
                  </a:cubicBezTo>
                  <a:cubicBezTo>
                    <a:pt x="2916" y="3768"/>
                    <a:pt x="3768" y="2930"/>
                    <a:pt x="3768" y="1877"/>
                  </a:cubicBezTo>
                  <a:cubicBezTo>
                    <a:pt x="3768" y="837"/>
                    <a:pt x="2916" y="0"/>
                    <a:pt x="187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2" name="Google Shape;15562;p67"/>
            <p:cNvSpPr/>
            <p:nvPr/>
          </p:nvSpPr>
          <p:spPr>
            <a:xfrm>
              <a:off x="3400264" y="3108556"/>
              <a:ext cx="49599" cy="12531"/>
            </a:xfrm>
            <a:custGeom>
              <a:avLst/>
              <a:gdLst/>
              <a:ahLst/>
              <a:cxnLst/>
              <a:rect l="l" t="t" r="r" b="b"/>
              <a:pathLst>
                <a:path w="1892" h="478" extrusionOk="0">
                  <a:moveTo>
                    <a:pt x="1" y="1"/>
                  </a:moveTo>
                  <a:lnTo>
                    <a:pt x="1" y="477"/>
                  </a:lnTo>
                  <a:lnTo>
                    <a:pt x="1877" y="477"/>
                  </a:lnTo>
                  <a:cubicBezTo>
                    <a:pt x="1892" y="318"/>
                    <a:pt x="1892" y="160"/>
                    <a:pt x="1877"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3" name="Google Shape;15563;p67"/>
            <p:cNvSpPr/>
            <p:nvPr/>
          </p:nvSpPr>
          <p:spPr>
            <a:xfrm>
              <a:off x="3381730" y="3096445"/>
              <a:ext cx="37120" cy="36753"/>
            </a:xfrm>
            <a:custGeom>
              <a:avLst/>
              <a:gdLst/>
              <a:ahLst/>
              <a:cxnLst/>
              <a:rect l="l" t="t" r="r" b="b"/>
              <a:pathLst>
                <a:path w="1416" h="1402" extrusionOk="0">
                  <a:moveTo>
                    <a:pt x="708" y="1"/>
                  </a:moveTo>
                  <a:cubicBezTo>
                    <a:pt x="318" y="1"/>
                    <a:pt x="0" y="318"/>
                    <a:pt x="0" y="694"/>
                  </a:cubicBezTo>
                  <a:cubicBezTo>
                    <a:pt x="0" y="1083"/>
                    <a:pt x="318" y="1401"/>
                    <a:pt x="708" y="1401"/>
                  </a:cubicBezTo>
                  <a:cubicBezTo>
                    <a:pt x="1097" y="1401"/>
                    <a:pt x="1415" y="1083"/>
                    <a:pt x="1415" y="694"/>
                  </a:cubicBezTo>
                  <a:cubicBezTo>
                    <a:pt x="1415" y="318"/>
                    <a:pt x="1097" y="1"/>
                    <a:pt x="708"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4" name="Google Shape;15564;p67"/>
            <p:cNvSpPr/>
            <p:nvPr/>
          </p:nvSpPr>
          <p:spPr>
            <a:xfrm>
              <a:off x="3400264" y="3108556"/>
              <a:ext cx="18953" cy="12531"/>
            </a:xfrm>
            <a:custGeom>
              <a:avLst/>
              <a:gdLst/>
              <a:ahLst/>
              <a:cxnLst/>
              <a:rect l="l" t="t" r="r" b="b"/>
              <a:pathLst>
                <a:path w="723" h="478" extrusionOk="0">
                  <a:moveTo>
                    <a:pt x="1" y="1"/>
                  </a:moveTo>
                  <a:lnTo>
                    <a:pt x="1" y="477"/>
                  </a:lnTo>
                  <a:lnTo>
                    <a:pt x="679" y="477"/>
                  </a:lnTo>
                  <a:cubicBezTo>
                    <a:pt x="722" y="318"/>
                    <a:pt x="722" y="160"/>
                    <a:pt x="679"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5" name="Google Shape;15565;p67"/>
            <p:cNvSpPr/>
            <p:nvPr/>
          </p:nvSpPr>
          <p:spPr>
            <a:xfrm>
              <a:off x="3391429" y="3079431"/>
              <a:ext cx="44434" cy="41603"/>
            </a:xfrm>
            <a:custGeom>
              <a:avLst/>
              <a:gdLst/>
              <a:ahLst/>
              <a:cxnLst/>
              <a:rect l="l" t="t" r="r" b="b"/>
              <a:pathLst>
                <a:path w="1695" h="1587" extrusionOk="0">
                  <a:moveTo>
                    <a:pt x="1348" y="0"/>
                  </a:moveTo>
                  <a:lnTo>
                    <a:pt x="179" y="1184"/>
                  </a:lnTo>
                  <a:cubicBezTo>
                    <a:pt x="1" y="1351"/>
                    <a:pt x="157" y="1586"/>
                    <a:pt x="344" y="1586"/>
                  </a:cubicBezTo>
                  <a:cubicBezTo>
                    <a:pt x="400" y="1586"/>
                    <a:pt x="458" y="1566"/>
                    <a:pt x="511" y="1516"/>
                  </a:cubicBezTo>
                  <a:lnTo>
                    <a:pt x="1695" y="332"/>
                  </a:lnTo>
                  <a:lnTo>
                    <a:pt x="1348" y="0"/>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6" name="Google Shape;15566;p67"/>
            <p:cNvSpPr/>
            <p:nvPr/>
          </p:nvSpPr>
          <p:spPr>
            <a:xfrm>
              <a:off x="3420056" y="2908038"/>
              <a:ext cx="189718" cy="185052"/>
            </a:xfrm>
            <a:custGeom>
              <a:avLst/>
              <a:gdLst/>
              <a:ahLst/>
              <a:cxnLst/>
              <a:rect l="l" t="t" r="r" b="b"/>
              <a:pathLst>
                <a:path w="7237" h="7059" extrusionOk="0">
                  <a:moveTo>
                    <a:pt x="6897" y="1"/>
                  </a:moveTo>
                  <a:cubicBezTo>
                    <a:pt x="6843" y="1"/>
                    <a:pt x="6787" y="22"/>
                    <a:pt x="6738" y="71"/>
                  </a:cubicBezTo>
                  <a:lnTo>
                    <a:pt x="141" y="6668"/>
                  </a:lnTo>
                  <a:cubicBezTo>
                    <a:pt x="0" y="6809"/>
                    <a:pt x="92" y="7058"/>
                    <a:pt x="297" y="7058"/>
                  </a:cubicBezTo>
                  <a:cubicBezTo>
                    <a:pt x="302" y="7058"/>
                    <a:pt x="308" y="7058"/>
                    <a:pt x="314" y="7058"/>
                  </a:cubicBezTo>
                  <a:cubicBezTo>
                    <a:pt x="372" y="7058"/>
                    <a:pt x="429" y="7043"/>
                    <a:pt x="473" y="6986"/>
                  </a:cubicBezTo>
                  <a:lnTo>
                    <a:pt x="7070" y="403"/>
                  </a:lnTo>
                  <a:cubicBezTo>
                    <a:pt x="7237" y="236"/>
                    <a:pt x="7078" y="1"/>
                    <a:pt x="6897"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67" name="Google Shape;15567;p67"/>
          <p:cNvGrpSpPr/>
          <p:nvPr/>
        </p:nvGrpSpPr>
        <p:grpSpPr>
          <a:xfrm>
            <a:off x="3766125" y="2895454"/>
            <a:ext cx="234650" cy="373590"/>
            <a:chOff x="3791182" y="2895454"/>
            <a:chExt cx="234650" cy="373590"/>
          </a:xfrm>
        </p:grpSpPr>
        <p:sp>
          <p:nvSpPr>
            <p:cNvPr id="15568" name="Google Shape;15568;p67"/>
            <p:cNvSpPr/>
            <p:nvPr/>
          </p:nvSpPr>
          <p:spPr>
            <a:xfrm>
              <a:off x="3905479" y="2895454"/>
              <a:ext cx="30278" cy="35652"/>
            </a:xfrm>
            <a:custGeom>
              <a:avLst/>
              <a:gdLst/>
              <a:ahLst/>
              <a:cxnLst/>
              <a:rect l="l" t="t" r="r" b="b"/>
              <a:pathLst>
                <a:path w="1155" h="1360" extrusionOk="0">
                  <a:moveTo>
                    <a:pt x="133" y="0"/>
                  </a:moveTo>
                  <a:cubicBezTo>
                    <a:pt x="58" y="0"/>
                    <a:pt x="0" y="55"/>
                    <a:pt x="0" y="133"/>
                  </a:cubicBezTo>
                  <a:lnTo>
                    <a:pt x="0" y="1129"/>
                  </a:lnTo>
                  <a:lnTo>
                    <a:pt x="1155" y="1360"/>
                  </a:lnTo>
                  <a:cubicBezTo>
                    <a:pt x="1155" y="306"/>
                    <a:pt x="476" y="60"/>
                    <a:pt x="159" y="3"/>
                  </a:cubicBezTo>
                  <a:cubicBezTo>
                    <a:pt x="150" y="1"/>
                    <a:pt x="141" y="0"/>
                    <a:pt x="133"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69" name="Google Shape;15569;p67"/>
            <p:cNvSpPr/>
            <p:nvPr/>
          </p:nvSpPr>
          <p:spPr>
            <a:xfrm>
              <a:off x="3881623" y="2918969"/>
              <a:ext cx="138520" cy="265689"/>
            </a:xfrm>
            <a:custGeom>
              <a:avLst/>
              <a:gdLst/>
              <a:ahLst/>
              <a:cxnLst/>
              <a:rect l="l" t="t" r="r" b="b"/>
              <a:pathLst>
                <a:path w="5284" h="10135" extrusionOk="0">
                  <a:moveTo>
                    <a:pt x="419" y="1"/>
                  </a:moveTo>
                  <a:cubicBezTo>
                    <a:pt x="304" y="1"/>
                    <a:pt x="203" y="73"/>
                    <a:pt x="188" y="174"/>
                  </a:cubicBezTo>
                  <a:lnTo>
                    <a:pt x="1" y="1155"/>
                  </a:lnTo>
                  <a:lnTo>
                    <a:pt x="2758" y="5760"/>
                  </a:lnTo>
                  <a:lnTo>
                    <a:pt x="2989" y="10134"/>
                  </a:lnTo>
                  <a:lnTo>
                    <a:pt x="4129" y="10134"/>
                  </a:lnTo>
                  <a:cubicBezTo>
                    <a:pt x="4129" y="7363"/>
                    <a:pt x="5284" y="6684"/>
                    <a:pt x="5284" y="4144"/>
                  </a:cubicBezTo>
                  <a:cubicBezTo>
                    <a:pt x="5284" y="275"/>
                    <a:pt x="1329" y="15"/>
                    <a:pt x="419"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0" name="Google Shape;15570;p67"/>
            <p:cNvSpPr/>
            <p:nvPr/>
          </p:nvSpPr>
          <p:spPr>
            <a:xfrm>
              <a:off x="3791182" y="2940885"/>
              <a:ext cx="223299" cy="255491"/>
            </a:xfrm>
            <a:custGeom>
              <a:avLst/>
              <a:gdLst/>
              <a:ahLst/>
              <a:cxnLst/>
              <a:rect l="l" t="t" r="r" b="b"/>
              <a:pathLst>
                <a:path w="8518" h="9746" extrusionOk="0">
                  <a:moveTo>
                    <a:pt x="3367" y="0"/>
                  </a:moveTo>
                  <a:cubicBezTo>
                    <a:pt x="3145" y="0"/>
                    <a:pt x="2923" y="10"/>
                    <a:pt x="2700" y="31"/>
                  </a:cubicBezTo>
                  <a:cubicBezTo>
                    <a:pt x="2469" y="60"/>
                    <a:pt x="2281" y="262"/>
                    <a:pt x="2296" y="493"/>
                  </a:cubicBezTo>
                  <a:lnTo>
                    <a:pt x="2296" y="781"/>
                  </a:lnTo>
                  <a:lnTo>
                    <a:pt x="159" y="2903"/>
                  </a:lnTo>
                  <a:cubicBezTo>
                    <a:pt x="58" y="3019"/>
                    <a:pt x="1" y="3163"/>
                    <a:pt x="29" y="3322"/>
                  </a:cubicBezTo>
                  <a:lnTo>
                    <a:pt x="188" y="4087"/>
                  </a:lnTo>
                  <a:cubicBezTo>
                    <a:pt x="203" y="4174"/>
                    <a:pt x="275" y="4246"/>
                    <a:pt x="361" y="4260"/>
                  </a:cubicBezTo>
                  <a:cubicBezTo>
                    <a:pt x="616" y="4315"/>
                    <a:pt x="853" y="4338"/>
                    <a:pt x="1071" y="4338"/>
                  </a:cubicBezTo>
                  <a:cubicBezTo>
                    <a:pt x="1889" y="4338"/>
                    <a:pt x="2444" y="4009"/>
                    <a:pt x="2729" y="3770"/>
                  </a:cubicBezTo>
                  <a:cubicBezTo>
                    <a:pt x="2816" y="3700"/>
                    <a:pt x="2930" y="3661"/>
                    <a:pt x="3045" y="3661"/>
                  </a:cubicBezTo>
                  <a:cubicBezTo>
                    <a:pt x="3120" y="3661"/>
                    <a:pt x="3195" y="3678"/>
                    <a:pt x="3263" y="3712"/>
                  </a:cubicBezTo>
                  <a:cubicBezTo>
                    <a:pt x="3612" y="3930"/>
                    <a:pt x="4018" y="4033"/>
                    <a:pt x="4426" y="4033"/>
                  </a:cubicBezTo>
                  <a:cubicBezTo>
                    <a:pt x="4559" y="4033"/>
                    <a:pt x="4691" y="4022"/>
                    <a:pt x="4822" y="4000"/>
                  </a:cubicBezTo>
                  <a:lnTo>
                    <a:pt x="4822" y="4000"/>
                  </a:lnTo>
                  <a:cubicBezTo>
                    <a:pt x="2729" y="6108"/>
                    <a:pt x="2065" y="7537"/>
                    <a:pt x="2065" y="8374"/>
                  </a:cubicBezTo>
                  <a:cubicBezTo>
                    <a:pt x="2065" y="8908"/>
                    <a:pt x="2310" y="9428"/>
                    <a:pt x="2743" y="9746"/>
                  </a:cubicBezTo>
                  <a:lnTo>
                    <a:pt x="7810" y="9746"/>
                  </a:lnTo>
                  <a:cubicBezTo>
                    <a:pt x="7810" y="9746"/>
                    <a:pt x="7059" y="8605"/>
                    <a:pt x="7882" y="4794"/>
                  </a:cubicBezTo>
                  <a:cubicBezTo>
                    <a:pt x="8517" y="1864"/>
                    <a:pt x="7088" y="810"/>
                    <a:pt x="5472" y="291"/>
                  </a:cubicBezTo>
                  <a:cubicBezTo>
                    <a:pt x="4789" y="103"/>
                    <a:pt x="4081" y="0"/>
                    <a:pt x="3367"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1" name="Google Shape;15571;p67"/>
            <p:cNvSpPr/>
            <p:nvPr/>
          </p:nvSpPr>
          <p:spPr>
            <a:xfrm>
              <a:off x="3869145" y="2961726"/>
              <a:ext cx="12138" cy="17826"/>
            </a:xfrm>
            <a:custGeom>
              <a:avLst/>
              <a:gdLst/>
              <a:ahLst/>
              <a:cxnLst/>
              <a:rect l="l" t="t" r="r" b="b"/>
              <a:pathLst>
                <a:path w="463" h="680" extrusionOk="0">
                  <a:moveTo>
                    <a:pt x="231" y="1"/>
                  </a:moveTo>
                  <a:cubicBezTo>
                    <a:pt x="123" y="1"/>
                    <a:pt x="15" y="73"/>
                    <a:pt x="0" y="217"/>
                  </a:cubicBezTo>
                  <a:lnTo>
                    <a:pt x="0" y="448"/>
                  </a:lnTo>
                  <a:cubicBezTo>
                    <a:pt x="0" y="564"/>
                    <a:pt x="101" y="679"/>
                    <a:pt x="231" y="679"/>
                  </a:cubicBezTo>
                  <a:cubicBezTo>
                    <a:pt x="361" y="679"/>
                    <a:pt x="462" y="564"/>
                    <a:pt x="462" y="448"/>
                  </a:cubicBezTo>
                  <a:lnTo>
                    <a:pt x="462" y="217"/>
                  </a:lnTo>
                  <a:cubicBezTo>
                    <a:pt x="448" y="73"/>
                    <a:pt x="339" y="1"/>
                    <a:pt x="231"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2" name="Google Shape;15572;p67"/>
            <p:cNvSpPr/>
            <p:nvPr/>
          </p:nvSpPr>
          <p:spPr>
            <a:xfrm>
              <a:off x="3793069" y="3004247"/>
              <a:ext cx="155193" cy="186467"/>
            </a:xfrm>
            <a:custGeom>
              <a:avLst/>
              <a:gdLst/>
              <a:ahLst/>
              <a:cxnLst/>
              <a:rect l="l" t="t" r="r" b="b"/>
              <a:pathLst>
                <a:path w="5920" h="7113" extrusionOk="0">
                  <a:moveTo>
                    <a:pt x="3146" y="1"/>
                  </a:moveTo>
                  <a:cubicBezTo>
                    <a:pt x="2981" y="1"/>
                    <a:pt x="2828" y="55"/>
                    <a:pt x="2686" y="198"/>
                  </a:cubicBezTo>
                  <a:cubicBezTo>
                    <a:pt x="2244" y="639"/>
                    <a:pt x="1380" y="1081"/>
                    <a:pt x="169" y="1081"/>
                  </a:cubicBezTo>
                  <a:cubicBezTo>
                    <a:pt x="114" y="1081"/>
                    <a:pt x="58" y="1080"/>
                    <a:pt x="1" y="1078"/>
                  </a:cubicBezTo>
                  <a:lnTo>
                    <a:pt x="1" y="1078"/>
                  </a:lnTo>
                  <a:lnTo>
                    <a:pt x="116" y="1670"/>
                  </a:lnTo>
                  <a:cubicBezTo>
                    <a:pt x="145" y="1757"/>
                    <a:pt x="217" y="1829"/>
                    <a:pt x="304" y="1843"/>
                  </a:cubicBezTo>
                  <a:cubicBezTo>
                    <a:pt x="556" y="1898"/>
                    <a:pt x="790" y="1921"/>
                    <a:pt x="1006" y="1921"/>
                  </a:cubicBezTo>
                  <a:cubicBezTo>
                    <a:pt x="1817" y="1921"/>
                    <a:pt x="2375" y="1592"/>
                    <a:pt x="2671" y="1353"/>
                  </a:cubicBezTo>
                  <a:cubicBezTo>
                    <a:pt x="2759" y="1283"/>
                    <a:pt x="2867" y="1244"/>
                    <a:pt x="2978" y="1244"/>
                  </a:cubicBezTo>
                  <a:cubicBezTo>
                    <a:pt x="3050" y="1244"/>
                    <a:pt x="3123" y="1261"/>
                    <a:pt x="3191" y="1295"/>
                  </a:cubicBezTo>
                  <a:cubicBezTo>
                    <a:pt x="3551" y="1513"/>
                    <a:pt x="3951" y="1616"/>
                    <a:pt x="4356" y="1616"/>
                  </a:cubicBezTo>
                  <a:cubicBezTo>
                    <a:pt x="4487" y="1616"/>
                    <a:pt x="4619" y="1605"/>
                    <a:pt x="4750" y="1583"/>
                  </a:cubicBezTo>
                  <a:lnTo>
                    <a:pt x="4750" y="1583"/>
                  </a:lnTo>
                  <a:cubicBezTo>
                    <a:pt x="2642" y="3691"/>
                    <a:pt x="1993" y="5120"/>
                    <a:pt x="1993" y="5957"/>
                  </a:cubicBezTo>
                  <a:cubicBezTo>
                    <a:pt x="1993" y="6376"/>
                    <a:pt x="2152" y="6795"/>
                    <a:pt x="2440" y="7112"/>
                  </a:cubicBezTo>
                  <a:lnTo>
                    <a:pt x="3841" y="7112"/>
                  </a:lnTo>
                  <a:lnTo>
                    <a:pt x="3841" y="6881"/>
                  </a:lnTo>
                  <a:lnTo>
                    <a:pt x="3826" y="6881"/>
                  </a:lnTo>
                  <a:cubicBezTo>
                    <a:pt x="3826" y="6881"/>
                    <a:pt x="2902" y="5264"/>
                    <a:pt x="4519" y="3431"/>
                  </a:cubicBezTo>
                  <a:cubicBezTo>
                    <a:pt x="5919" y="1814"/>
                    <a:pt x="5905" y="963"/>
                    <a:pt x="5789" y="631"/>
                  </a:cubicBezTo>
                  <a:cubicBezTo>
                    <a:pt x="5750" y="527"/>
                    <a:pt x="5653" y="470"/>
                    <a:pt x="5550" y="470"/>
                  </a:cubicBezTo>
                  <a:cubicBezTo>
                    <a:pt x="5538" y="470"/>
                    <a:pt x="5527" y="470"/>
                    <a:pt x="5515" y="472"/>
                  </a:cubicBezTo>
                  <a:cubicBezTo>
                    <a:pt x="5366" y="509"/>
                    <a:pt x="5223" y="524"/>
                    <a:pt x="5085" y="524"/>
                  </a:cubicBezTo>
                  <a:cubicBezTo>
                    <a:pt x="4286" y="524"/>
                    <a:pt x="3658" y="1"/>
                    <a:pt x="3146" y="1"/>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3" name="Google Shape;15573;p67"/>
            <p:cNvSpPr/>
            <p:nvPr/>
          </p:nvSpPr>
          <p:spPr>
            <a:xfrm>
              <a:off x="3833178" y="3184632"/>
              <a:ext cx="180936" cy="30305"/>
            </a:xfrm>
            <a:custGeom>
              <a:avLst/>
              <a:gdLst/>
              <a:ahLst/>
              <a:cxnLst/>
              <a:rect l="l" t="t" r="r" b="b"/>
              <a:pathLst>
                <a:path w="6902" h="1156" extrusionOk="0">
                  <a:moveTo>
                    <a:pt x="448" y="0"/>
                  </a:moveTo>
                  <a:cubicBezTo>
                    <a:pt x="203" y="0"/>
                    <a:pt x="1" y="202"/>
                    <a:pt x="1" y="462"/>
                  </a:cubicBezTo>
                  <a:lnTo>
                    <a:pt x="1" y="1155"/>
                  </a:lnTo>
                  <a:lnTo>
                    <a:pt x="6901" y="1155"/>
                  </a:lnTo>
                  <a:lnTo>
                    <a:pt x="6901" y="462"/>
                  </a:lnTo>
                  <a:cubicBezTo>
                    <a:pt x="6901" y="202"/>
                    <a:pt x="6699" y="0"/>
                    <a:pt x="643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4" name="Google Shape;15574;p67"/>
            <p:cNvSpPr/>
            <p:nvPr/>
          </p:nvSpPr>
          <p:spPr>
            <a:xfrm>
              <a:off x="3833178" y="3184632"/>
              <a:ext cx="60216" cy="30305"/>
            </a:xfrm>
            <a:custGeom>
              <a:avLst/>
              <a:gdLst/>
              <a:ahLst/>
              <a:cxnLst/>
              <a:rect l="l" t="t" r="r" b="b"/>
              <a:pathLst>
                <a:path w="2297" h="1156" extrusionOk="0">
                  <a:moveTo>
                    <a:pt x="463" y="0"/>
                  </a:moveTo>
                  <a:cubicBezTo>
                    <a:pt x="203" y="0"/>
                    <a:pt x="1" y="202"/>
                    <a:pt x="1" y="462"/>
                  </a:cubicBezTo>
                  <a:lnTo>
                    <a:pt x="1" y="1155"/>
                  </a:lnTo>
                  <a:lnTo>
                    <a:pt x="1849" y="1155"/>
                  </a:lnTo>
                  <a:lnTo>
                    <a:pt x="1849" y="462"/>
                  </a:lnTo>
                  <a:cubicBezTo>
                    <a:pt x="1849" y="202"/>
                    <a:pt x="2051" y="0"/>
                    <a:pt x="2296"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5" name="Google Shape;15575;p67"/>
            <p:cNvSpPr/>
            <p:nvPr/>
          </p:nvSpPr>
          <p:spPr>
            <a:xfrm>
              <a:off x="3821067" y="3208855"/>
              <a:ext cx="204765" cy="60190"/>
            </a:xfrm>
            <a:custGeom>
              <a:avLst/>
              <a:gdLst/>
              <a:ahLst/>
              <a:cxnLst/>
              <a:rect l="l" t="t" r="r" b="b"/>
              <a:pathLst>
                <a:path w="7811" h="2296" extrusionOk="0">
                  <a:moveTo>
                    <a:pt x="463" y="0"/>
                  </a:moveTo>
                  <a:cubicBezTo>
                    <a:pt x="203" y="0"/>
                    <a:pt x="1" y="202"/>
                    <a:pt x="1" y="462"/>
                  </a:cubicBezTo>
                  <a:lnTo>
                    <a:pt x="1" y="1833"/>
                  </a:lnTo>
                  <a:cubicBezTo>
                    <a:pt x="1" y="2093"/>
                    <a:pt x="203" y="2295"/>
                    <a:pt x="463" y="2295"/>
                  </a:cubicBezTo>
                  <a:lnTo>
                    <a:pt x="7363" y="2295"/>
                  </a:lnTo>
                  <a:cubicBezTo>
                    <a:pt x="7608" y="2295"/>
                    <a:pt x="7811" y="2093"/>
                    <a:pt x="7811" y="1833"/>
                  </a:cubicBezTo>
                  <a:lnTo>
                    <a:pt x="7811" y="462"/>
                  </a:lnTo>
                  <a:cubicBezTo>
                    <a:pt x="7811" y="202"/>
                    <a:pt x="7608" y="0"/>
                    <a:pt x="7363"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6" name="Google Shape;15576;p67"/>
            <p:cNvSpPr/>
            <p:nvPr/>
          </p:nvSpPr>
          <p:spPr>
            <a:xfrm>
              <a:off x="3821067" y="3208855"/>
              <a:ext cx="78383" cy="60190"/>
            </a:xfrm>
            <a:custGeom>
              <a:avLst/>
              <a:gdLst/>
              <a:ahLst/>
              <a:cxnLst/>
              <a:rect l="l" t="t" r="r" b="b"/>
              <a:pathLst>
                <a:path w="2990" h="2296" extrusionOk="0">
                  <a:moveTo>
                    <a:pt x="463" y="0"/>
                  </a:moveTo>
                  <a:cubicBezTo>
                    <a:pt x="203" y="0"/>
                    <a:pt x="1" y="202"/>
                    <a:pt x="1" y="448"/>
                  </a:cubicBezTo>
                  <a:lnTo>
                    <a:pt x="1" y="1833"/>
                  </a:lnTo>
                  <a:cubicBezTo>
                    <a:pt x="1" y="2093"/>
                    <a:pt x="203" y="2295"/>
                    <a:pt x="463" y="2295"/>
                  </a:cubicBezTo>
                  <a:lnTo>
                    <a:pt x="2989" y="2295"/>
                  </a:lnTo>
                  <a:cubicBezTo>
                    <a:pt x="2729" y="2295"/>
                    <a:pt x="2527" y="2093"/>
                    <a:pt x="2527" y="1833"/>
                  </a:cubicBezTo>
                  <a:lnTo>
                    <a:pt x="2527" y="448"/>
                  </a:lnTo>
                  <a:cubicBezTo>
                    <a:pt x="2527" y="202"/>
                    <a:pt x="2729" y="0"/>
                    <a:pt x="2989"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77" name="Google Shape;15577;p67"/>
          <p:cNvGrpSpPr/>
          <p:nvPr/>
        </p:nvGrpSpPr>
        <p:grpSpPr>
          <a:xfrm>
            <a:off x="7017938" y="2489463"/>
            <a:ext cx="364441" cy="256225"/>
            <a:chOff x="7042995" y="2489463"/>
            <a:chExt cx="364441" cy="256225"/>
          </a:xfrm>
        </p:grpSpPr>
        <p:sp>
          <p:nvSpPr>
            <p:cNvPr id="15578" name="Google Shape;15578;p67"/>
            <p:cNvSpPr/>
            <p:nvPr/>
          </p:nvSpPr>
          <p:spPr>
            <a:xfrm>
              <a:off x="7042995" y="2526164"/>
              <a:ext cx="364441" cy="219524"/>
            </a:xfrm>
            <a:custGeom>
              <a:avLst/>
              <a:gdLst/>
              <a:ahLst/>
              <a:cxnLst/>
              <a:rect l="l" t="t" r="r" b="b"/>
              <a:pathLst>
                <a:path w="13902" h="8374" extrusionOk="0">
                  <a:moveTo>
                    <a:pt x="6944" y="1"/>
                  </a:moveTo>
                  <a:cubicBezTo>
                    <a:pt x="6121" y="1"/>
                    <a:pt x="4880" y="535"/>
                    <a:pt x="3263" y="1574"/>
                  </a:cubicBezTo>
                  <a:cubicBezTo>
                    <a:pt x="2224" y="2267"/>
                    <a:pt x="1213" y="3003"/>
                    <a:pt x="246" y="3797"/>
                  </a:cubicBezTo>
                  <a:cubicBezTo>
                    <a:pt x="0" y="3999"/>
                    <a:pt x="0" y="4375"/>
                    <a:pt x="246" y="4577"/>
                  </a:cubicBezTo>
                  <a:cubicBezTo>
                    <a:pt x="1213" y="5371"/>
                    <a:pt x="2224" y="6107"/>
                    <a:pt x="3263" y="6800"/>
                  </a:cubicBezTo>
                  <a:cubicBezTo>
                    <a:pt x="4880" y="7839"/>
                    <a:pt x="6121" y="8373"/>
                    <a:pt x="6944" y="8373"/>
                  </a:cubicBezTo>
                  <a:cubicBezTo>
                    <a:pt x="7781" y="8373"/>
                    <a:pt x="9023" y="7839"/>
                    <a:pt x="10639" y="6800"/>
                  </a:cubicBezTo>
                  <a:cubicBezTo>
                    <a:pt x="11679" y="6107"/>
                    <a:pt x="12689" y="5371"/>
                    <a:pt x="13656" y="4591"/>
                  </a:cubicBezTo>
                  <a:cubicBezTo>
                    <a:pt x="13902" y="4375"/>
                    <a:pt x="13902" y="3999"/>
                    <a:pt x="13656" y="3797"/>
                  </a:cubicBezTo>
                  <a:cubicBezTo>
                    <a:pt x="12689" y="3003"/>
                    <a:pt x="11679" y="2267"/>
                    <a:pt x="10639" y="1574"/>
                  </a:cubicBezTo>
                  <a:cubicBezTo>
                    <a:pt x="9023" y="535"/>
                    <a:pt x="7781" y="1"/>
                    <a:pt x="6944"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79" name="Google Shape;15579;p67"/>
            <p:cNvSpPr/>
            <p:nvPr/>
          </p:nvSpPr>
          <p:spPr>
            <a:xfrm>
              <a:off x="7042995" y="2526164"/>
              <a:ext cx="200204" cy="219524"/>
            </a:xfrm>
            <a:custGeom>
              <a:avLst/>
              <a:gdLst/>
              <a:ahLst/>
              <a:cxnLst/>
              <a:rect l="l" t="t" r="r" b="b"/>
              <a:pathLst>
                <a:path w="7637" h="8374" extrusionOk="0">
                  <a:moveTo>
                    <a:pt x="6958" y="1"/>
                  </a:moveTo>
                  <a:cubicBezTo>
                    <a:pt x="6121" y="1"/>
                    <a:pt x="4880" y="535"/>
                    <a:pt x="3263" y="1574"/>
                  </a:cubicBezTo>
                  <a:cubicBezTo>
                    <a:pt x="2224" y="2267"/>
                    <a:pt x="1213" y="3003"/>
                    <a:pt x="246" y="3797"/>
                  </a:cubicBezTo>
                  <a:cubicBezTo>
                    <a:pt x="0" y="3999"/>
                    <a:pt x="0" y="4375"/>
                    <a:pt x="246" y="4591"/>
                  </a:cubicBezTo>
                  <a:cubicBezTo>
                    <a:pt x="1213" y="5371"/>
                    <a:pt x="2224" y="6107"/>
                    <a:pt x="3263" y="6800"/>
                  </a:cubicBezTo>
                  <a:cubicBezTo>
                    <a:pt x="4894" y="7854"/>
                    <a:pt x="6121" y="8373"/>
                    <a:pt x="6944" y="8373"/>
                  </a:cubicBezTo>
                  <a:cubicBezTo>
                    <a:pt x="7189" y="8373"/>
                    <a:pt x="7420" y="8344"/>
                    <a:pt x="7637" y="8272"/>
                  </a:cubicBezTo>
                  <a:cubicBezTo>
                    <a:pt x="6872" y="8085"/>
                    <a:pt x="5861" y="7594"/>
                    <a:pt x="4649" y="6800"/>
                  </a:cubicBezTo>
                  <a:cubicBezTo>
                    <a:pt x="3609" y="6107"/>
                    <a:pt x="2599" y="5371"/>
                    <a:pt x="1632" y="4577"/>
                  </a:cubicBezTo>
                  <a:cubicBezTo>
                    <a:pt x="1386" y="4375"/>
                    <a:pt x="1386" y="3999"/>
                    <a:pt x="1632" y="3797"/>
                  </a:cubicBezTo>
                  <a:cubicBezTo>
                    <a:pt x="2599" y="3003"/>
                    <a:pt x="3609" y="2267"/>
                    <a:pt x="4649" y="1574"/>
                  </a:cubicBezTo>
                  <a:cubicBezTo>
                    <a:pt x="5861" y="795"/>
                    <a:pt x="6872" y="304"/>
                    <a:pt x="7637" y="102"/>
                  </a:cubicBezTo>
                  <a:cubicBezTo>
                    <a:pt x="7420" y="44"/>
                    <a:pt x="7189" y="1"/>
                    <a:pt x="6958"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0" name="Google Shape;15580;p67"/>
            <p:cNvSpPr/>
            <p:nvPr/>
          </p:nvSpPr>
          <p:spPr>
            <a:xfrm>
              <a:off x="7120198" y="2557255"/>
              <a:ext cx="183557" cy="157395"/>
            </a:xfrm>
            <a:custGeom>
              <a:avLst/>
              <a:gdLst/>
              <a:ahLst/>
              <a:cxnLst/>
              <a:rect l="l" t="t" r="r" b="b"/>
              <a:pathLst>
                <a:path w="7002" h="6004" extrusionOk="0">
                  <a:moveTo>
                    <a:pt x="3981" y="1"/>
                  </a:moveTo>
                  <a:cubicBezTo>
                    <a:pt x="3246" y="1"/>
                    <a:pt x="2498" y="273"/>
                    <a:pt x="1891" y="879"/>
                  </a:cubicBezTo>
                  <a:cubicBezTo>
                    <a:pt x="0" y="2770"/>
                    <a:pt x="1328" y="6004"/>
                    <a:pt x="3999" y="6004"/>
                  </a:cubicBezTo>
                  <a:cubicBezTo>
                    <a:pt x="5659" y="6004"/>
                    <a:pt x="7002" y="4661"/>
                    <a:pt x="7002" y="3001"/>
                  </a:cubicBezTo>
                  <a:cubicBezTo>
                    <a:pt x="7002" y="1193"/>
                    <a:pt x="5520" y="1"/>
                    <a:pt x="3981" y="1"/>
                  </a:cubicBezTo>
                  <a:close/>
                </a:path>
              </a:pathLst>
            </a:custGeom>
            <a:solidFill>
              <a:srgbClr val="96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1" name="Google Shape;15581;p67"/>
            <p:cNvSpPr/>
            <p:nvPr/>
          </p:nvSpPr>
          <p:spPr>
            <a:xfrm>
              <a:off x="7146308" y="2557622"/>
              <a:ext cx="93876" cy="157002"/>
            </a:xfrm>
            <a:custGeom>
              <a:avLst/>
              <a:gdLst/>
              <a:ahLst/>
              <a:cxnLst/>
              <a:rect l="l" t="t" r="r" b="b"/>
              <a:pathLst>
                <a:path w="3581" h="5989" extrusionOk="0">
                  <a:moveTo>
                    <a:pt x="2996" y="0"/>
                  </a:moveTo>
                  <a:cubicBezTo>
                    <a:pt x="1374" y="0"/>
                    <a:pt x="0" y="1309"/>
                    <a:pt x="0" y="2987"/>
                  </a:cubicBezTo>
                  <a:cubicBezTo>
                    <a:pt x="0" y="4678"/>
                    <a:pt x="1374" y="5988"/>
                    <a:pt x="2996" y="5988"/>
                  </a:cubicBezTo>
                  <a:cubicBezTo>
                    <a:pt x="3188" y="5988"/>
                    <a:pt x="3383" y="5970"/>
                    <a:pt x="3580" y="5932"/>
                  </a:cubicBezTo>
                  <a:cubicBezTo>
                    <a:pt x="2166" y="5658"/>
                    <a:pt x="1155" y="4416"/>
                    <a:pt x="1155" y="2987"/>
                  </a:cubicBezTo>
                  <a:cubicBezTo>
                    <a:pt x="1155" y="1558"/>
                    <a:pt x="2166" y="331"/>
                    <a:pt x="3580" y="57"/>
                  </a:cubicBezTo>
                  <a:cubicBezTo>
                    <a:pt x="3383" y="18"/>
                    <a:pt x="3188" y="0"/>
                    <a:pt x="2996"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2" name="Google Shape;15582;p67"/>
            <p:cNvSpPr/>
            <p:nvPr/>
          </p:nvSpPr>
          <p:spPr>
            <a:xfrm>
              <a:off x="7172025" y="2596236"/>
              <a:ext cx="92749" cy="79431"/>
            </a:xfrm>
            <a:custGeom>
              <a:avLst/>
              <a:gdLst/>
              <a:ahLst/>
              <a:cxnLst/>
              <a:rect l="l" t="t" r="r" b="b"/>
              <a:pathLst>
                <a:path w="3538" h="3030" extrusionOk="0">
                  <a:moveTo>
                    <a:pt x="2011" y="1"/>
                  </a:moveTo>
                  <a:cubicBezTo>
                    <a:pt x="1640" y="1"/>
                    <a:pt x="1261" y="138"/>
                    <a:pt x="954" y="446"/>
                  </a:cubicBezTo>
                  <a:cubicBezTo>
                    <a:pt x="1" y="1398"/>
                    <a:pt x="679" y="3030"/>
                    <a:pt x="2022" y="3030"/>
                  </a:cubicBezTo>
                  <a:cubicBezTo>
                    <a:pt x="2859" y="3030"/>
                    <a:pt x="3538" y="2351"/>
                    <a:pt x="3538" y="1514"/>
                  </a:cubicBezTo>
                  <a:cubicBezTo>
                    <a:pt x="3538" y="605"/>
                    <a:pt x="2790" y="1"/>
                    <a:pt x="2011" y="1"/>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3" name="Google Shape;15583;p67"/>
            <p:cNvSpPr/>
            <p:nvPr/>
          </p:nvSpPr>
          <p:spPr>
            <a:xfrm>
              <a:off x="7185290" y="2596420"/>
              <a:ext cx="55261" cy="79143"/>
            </a:xfrm>
            <a:custGeom>
              <a:avLst/>
              <a:gdLst/>
              <a:ahLst/>
              <a:cxnLst/>
              <a:rect l="l" t="t" r="r" b="b"/>
              <a:pathLst>
                <a:path w="2108" h="3019" extrusionOk="0">
                  <a:moveTo>
                    <a:pt x="1516" y="1"/>
                  </a:moveTo>
                  <a:cubicBezTo>
                    <a:pt x="717" y="1"/>
                    <a:pt x="0" y="637"/>
                    <a:pt x="0" y="1507"/>
                  </a:cubicBezTo>
                  <a:cubicBezTo>
                    <a:pt x="0" y="2374"/>
                    <a:pt x="713" y="3019"/>
                    <a:pt x="1509" y="3019"/>
                  </a:cubicBezTo>
                  <a:cubicBezTo>
                    <a:pt x="1706" y="3019"/>
                    <a:pt x="1909" y="2979"/>
                    <a:pt x="2108" y="2893"/>
                  </a:cubicBezTo>
                  <a:cubicBezTo>
                    <a:pt x="1545" y="2662"/>
                    <a:pt x="1184" y="2113"/>
                    <a:pt x="1184" y="1507"/>
                  </a:cubicBezTo>
                  <a:cubicBezTo>
                    <a:pt x="1184" y="901"/>
                    <a:pt x="1545" y="352"/>
                    <a:pt x="2108" y="121"/>
                  </a:cubicBezTo>
                  <a:cubicBezTo>
                    <a:pt x="1912" y="39"/>
                    <a:pt x="1711" y="1"/>
                    <a:pt x="151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4" name="Google Shape;15584;p67"/>
            <p:cNvSpPr/>
            <p:nvPr/>
          </p:nvSpPr>
          <p:spPr>
            <a:xfrm>
              <a:off x="7338360" y="2541159"/>
              <a:ext cx="35574" cy="24747"/>
            </a:xfrm>
            <a:custGeom>
              <a:avLst/>
              <a:gdLst/>
              <a:ahLst/>
              <a:cxnLst/>
              <a:rect l="l" t="t" r="r" b="b"/>
              <a:pathLst>
                <a:path w="1357" h="944" extrusionOk="0">
                  <a:moveTo>
                    <a:pt x="308" y="1"/>
                  </a:moveTo>
                  <a:cubicBezTo>
                    <a:pt x="121" y="1"/>
                    <a:pt x="0" y="266"/>
                    <a:pt x="181" y="410"/>
                  </a:cubicBezTo>
                  <a:lnTo>
                    <a:pt x="181" y="396"/>
                  </a:lnTo>
                  <a:cubicBezTo>
                    <a:pt x="426" y="555"/>
                    <a:pt x="672" y="728"/>
                    <a:pt x="917" y="901"/>
                  </a:cubicBezTo>
                  <a:cubicBezTo>
                    <a:pt x="949" y="931"/>
                    <a:pt x="984" y="944"/>
                    <a:pt x="1020" y="944"/>
                  </a:cubicBezTo>
                  <a:cubicBezTo>
                    <a:pt x="1189" y="944"/>
                    <a:pt x="1356" y="648"/>
                    <a:pt x="1177" y="540"/>
                  </a:cubicBezTo>
                  <a:cubicBezTo>
                    <a:pt x="917" y="367"/>
                    <a:pt x="672" y="179"/>
                    <a:pt x="426" y="35"/>
                  </a:cubicBezTo>
                  <a:cubicBezTo>
                    <a:pt x="386" y="11"/>
                    <a:pt x="346" y="1"/>
                    <a:pt x="308"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5" name="Google Shape;15585;p67"/>
            <p:cNvSpPr/>
            <p:nvPr/>
          </p:nvSpPr>
          <p:spPr>
            <a:xfrm>
              <a:off x="7106567" y="2489463"/>
              <a:ext cx="221648" cy="56415"/>
            </a:xfrm>
            <a:custGeom>
              <a:avLst/>
              <a:gdLst/>
              <a:ahLst/>
              <a:cxnLst/>
              <a:rect l="l" t="t" r="r" b="b"/>
              <a:pathLst>
                <a:path w="8455" h="2152" extrusionOk="0">
                  <a:moveTo>
                    <a:pt x="4519" y="0"/>
                  </a:moveTo>
                  <a:cubicBezTo>
                    <a:pt x="3436" y="0"/>
                    <a:pt x="2007" y="563"/>
                    <a:pt x="188" y="1733"/>
                  </a:cubicBezTo>
                  <a:cubicBezTo>
                    <a:pt x="1" y="1848"/>
                    <a:pt x="87" y="2137"/>
                    <a:pt x="318" y="2137"/>
                  </a:cubicBezTo>
                  <a:lnTo>
                    <a:pt x="304" y="2151"/>
                  </a:lnTo>
                  <a:cubicBezTo>
                    <a:pt x="347" y="2151"/>
                    <a:pt x="390" y="2137"/>
                    <a:pt x="434" y="2108"/>
                  </a:cubicBezTo>
                  <a:cubicBezTo>
                    <a:pt x="2180" y="997"/>
                    <a:pt x="3523" y="448"/>
                    <a:pt x="4519" y="448"/>
                  </a:cubicBezTo>
                  <a:cubicBezTo>
                    <a:pt x="5414" y="448"/>
                    <a:pt x="6540" y="867"/>
                    <a:pt x="7983" y="1718"/>
                  </a:cubicBezTo>
                  <a:cubicBezTo>
                    <a:pt x="8027" y="1747"/>
                    <a:pt x="8070" y="1760"/>
                    <a:pt x="8111" y="1760"/>
                  </a:cubicBezTo>
                  <a:cubicBezTo>
                    <a:pt x="8315" y="1760"/>
                    <a:pt x="8455" y="1449"/>
                    <a:pt x="8214" y="1329"/>
                  </a:cubicBezTo>
                  <a:cubicBezTo>
                    <a:pt x="6699" y="434"/>
                    <a:pt x="5486" y="0"/>
                    <a:pt x="4519"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6" name="Google Shape;15586;p67"/>
            <p:cNvSpPr/>
            <p:nvPr/>
          </p:nvSpPr>
          <p:spPr>
            <a:xfrm>
              <a:off x="7234863" y="2598884"/>
              <a:ext cx="32192" cy="27211"/>
            </a:xfrm>
            <a:custGeom>
              <a:avLst/>
              <a:gdLst/>
              <a:ahLst/>
              <a:cxnLst/>
              <a:rect l="l" t="t" r="r" b="b"/>
              <a:pathLst>
                <a:path w="1228" h="1038" extrusionOk="0">
                  <a:moveTo>
                    <a:pt x="524" y="0"/>
                  </a:moveTo>
                  <a:cubicBezTo>
                    <a:pt x="256" y="0"/>
                    <a:pt x="0" y="207"/>
                    <a:pt x="0" y="518"/>
                  </a:cubicBezTo>
                  <a:cubicBezTo>
                    <a:pt x="0" y="807"/>
                    <a:pt x="231" y="1038"/>
                    <a:pt x="520" y="1038"/>
                  </a:cubicBezTo>
                  <a:cubicBezTo>
                    <a:pt x="996" y="1038"/>
                    <a:pt x="1227" y="475"/>
                    <a:pt x="895" y="157"/>
                  </a:cubicBezTo>
                  <a:cubicBezTo>
                    <a:pt x="787" y="49"/>
                    <a:pt x="654" y="0"/>
                    <a:pt x="524"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587" name="Google Shape;15587;p67"/>
          <p:cNvGrpSpPr/>
          <p:nvPr/>
        </p:nvGrpSpPr>
        <p:grpSpPr>
          <a:xfrm>
            <a:off x="7492115" y="2437007"/>
            <a:ext cx="364284" cy="361243"/>
            <a:chOff x="7517172" y="2437007"/>
            <a:chExt cx="364284" cy="361243"/>
          </a:xfrm>
        </p:grpSpPr>
        <p:sp>
          <p:nvSpPr>
            <p:cNvPr id="15588" name="Google Shape;15588;p67"/>
            <p:cNvSpPr/>
            <p:nvPr/>
          </p:nvSpPr>
          <p:spPr>
            <a:xfrm>
              <a:off x="7517172" y="2548499"/>
              <a:ext cx="164997" cy="78724"/>
            </a:xfrm>
            <a:custGeom>
              <a:avLst/>
              <a:gdLst/>
              <a:ahLst/>
              <a:cxnLst/>
              <a:rect l="l" t="t" r="r" b="b"/>
              <a:pathLst>
                <a:path w="6294" h="3003" extrusionOk="0">
                  <a:moveTo>
                    <a:pt x="6294" y="0"/>
                  </a:moveTo>
                  <a:lnTo>
                    <a:pt x="4923" y="116"/>
                  </a:lnTo>
                  <a:cubicBezTo>
                    <a:pt x="3118" y="260"/>
                    <a:pt x="1429" y="1040"/>
                    <a:pt x="144" y="2324"/>
                  </a:cubicBezTo>
                  <a:cubicBezTo>
                    <a:pt x="0" y="2469"/>
                    <a:pt x="87" y="2729"/>
                    <a:pt x="303" y="2743"/>
                  </a:cubicBezTo>
                  <a:lnTo>
                    <a:pt x="3277" y="3003"/>
                  </a:lnTo>
                  <a:lnTo>
                    <a:pt x="6294" y="0"/>
                  </a:ln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9" name="Google Shape;15589;p67"/>
            <p:cNvSpPr/>
            <p:nvPr/>
          </p:nvSpPr>
          <p:spPr>
            <a:xfrm>
              <a:off x="7690112" y="2635166"/>
              <a:ext cx="79117" cy="163084"/>
            </a:xfrm>
            <a:custGeom>
              <a:avLst/>
              <a:gdLst/>
              <a:ahLst/>
              <a:cxnLst/>
              <a:rect l="l" t="t" r="r" b="b"/>
              <a:pathLst>
                <a:path w="3018" h="6221" extrusionOk="0">
                  <a:moveTo>
                    <a:pt x="3017" y="0"/>
                  </a:moveTo>
                  <a:lnTo>
                    <a:pt x="0" y="3017"/>
                  </a:lnTo>
                  <a:lnTo>
                    <a:pt x="260" y="5991"/>
                  </a:lnTo>
                  <a:cubicBezTo>
                    <a:pt x="270" y="6134"/>
                    <a:pt x="387" y="6221"/>
                    <a:pt x="507" y="6221"/>
                  </a:cubicBezTo>
                  <a:cubicBezTo>
                    <a:pt x="568" y="6221"/>
                    <a:pt x="630" y="6198"/>
                    <a:pt x="679" y="6150"/>
                  </a:cubicBezTo>
                  <a:cubicBezTo>
                    <a:pt x="1963" y="4865"/>
                    <a:pt x="2743" y="3176"/>
                    <a:pt x="2887" y="1386"/>
                  </a:cubicBezTo>
                  <a:lnTo>
                    <a:pt x="3017" y="0"/>
                  </a:ln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0" name="Google Shape;15590;p67"/>
            <p:cNvSpPr/>
            <p:nvPr/>
          </p:nvSpPr>
          <p:spPr>
            <a:xfrm>
              <a:off x="7517172" y="2552274"/>
              <a:ext cx="118833" cy="69286"/>
            </a:xfrm>
            <a:custGeom>
              <a:avLst/>
              <a:gdLst/>
              <a:ahLst/>
              <a:cxnLst/>
              <a:rect l="l" t="t" r="r" b="b"/>
              <a:pathLst>
                <a:path w="4533" h="2643" extrusionOk="0">
                  <a:moveTo>
                    <a:pt x="4533" y="1"/>
                  </a:moveTo>
                  <a:cubicBezTo>
                    <a:pt x="2873" y="232"/>
                    <a:pt x="1328" y="982"/>
                    <a:pt x="144" y="2166"/>
                  </a:cubicBezTo>
                  <a:cubicBezTo>
                    <a:pt x="0" y="2325"/>
                    <a:pt x="87" y="2585"/>
                    <a:pt x="303" y="2599"/>
                  </a:cubicBezTo>
                  <a:lnTo>
                    <a:pt x="751" y="2642"/>
                  </a:lnTo>
                  <a:cubicBezTo>
                    <a:pt x="606" y="2541"/>
                    <a:pt x="592" y="2325"/>
                    <a:pt x="707" y="2209"/>
                  </a:cubicBezTo>
                  <a:cubicBezTo>
                    <a:pt x="1761" y="1141"/>
                    <a:pt x="3089" y="391"/>
                    <a:pt x="4533"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1" name="Google Shape;15591;p67"/>
            <p:cNvSpPr/>
            <p:nvPr/>
          </p:nvSpPr>
          <p:spPr>
            <a:xfrm>
              <a:off x="7690112" y="2699864"/>
              <a:ext cx="23095" cy="98385"/>
            </a:xfrm>
            <a:custGeom>
              <a:avLst/>
              <a:gdLst/>
              <a:ahLst/>
              <a:cxnLst/>
              <a:rect l="l" t="t" r="r" b="b"/>
              <a:pathLst>
                <a:path w="881" h="3753" extrusionOk="0">
                  <a:moveTo>
                    <a:pt x="549" y="1"/>
                  </a:moveTo>
                  <a:lnTo>
                    <a:pt x="0" y="549"/>
                  </a:lnTo>
                  <a:lnTo>
                    <a:pt x="260" y="3523"/>
                  </a:lnTo>
                  <a:cubicBezTo>
                    <a:pt x="270" y="3666"/>
                    <a:pt x="387" y="3753"/>
                    <a:pt x="511" y="3753"/>
                  </a:cubicBezTo>
                  <a:cubicBezTo>
                    <a:pt x="574" y="3753"/>
                    <a:pt x="639" y="3730"/>
                    <a:pt x="693" y="3682"/>
                  </a:cubicBezTo>
                  <a:cubicBezTo>
                    <a:pt x="751" y="3609"/>
                    <a:pt x="823" y="3552"/>
                    <a:pt x="881" y="3479"/>
                  </a:cubicBezTo>
                  <a:cubicBezTo>
                    <a:pt x="866" y="3451"/>
                    <a:pt x="852" y="3422"/>
                    <a:pt x="852" y="3378"/>
                  </a:cubicBezTo>
                  <a:lnTo>
                    <a:pt x="549" y="1"/>
                  </a:ln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2" name="Google Shape;15592;p67"/>
            <p:cNvSpPr/>
            <p:nvPr/>
          </p:nvSpPr>
          <p:spPr>
            <a:xfrm>
              <a:off x="7585646" y="2437138"/>
              <a:ext cx="295128" cy="293608"/>
            </a:xfrm>
            <a:custGeom>
              <a:avLst/>
              <a:gdLst/>
              <a:ahLst/>
              <a:cxnLst/>
              <a:rect l="l" t="t" r="r" b="b"/>
              <a:pathLst>
                <a:path w="11258" h="11200" extrusionOk="0">
                  <a:moveTo>
                    <a:pt x="11038" y="0"/>
                  </a:moveTo>
                  <a:cubicBezTo>
                    <a:pt x="11025" y="0"/>
                    <a:pt x="11013" y="2"/>
                    <a:pt x="11001" y="4"/>
                  </a:cubicBezTo>
                  <a:lnTo>
                    <a:pt x="8619" y="697"/>
                  </a:lnTo>
                  <a:lnTo>
                    <a:pt x="6858" y="1217"/>
                  </a:lnTo>
                  <a:cubicBezTo>
                    <a:pt x="6713" y="1246"/>
                    <a:pt x="6583" y="1332"/>
                    <a:pt x="6482" y="1434"/>
                  </a:cubicBezTo>
                  <a:lnTo>
                    <a:pt x="88" y="7828"/>
                  </a:lnTo>
                  <a:cubicBezTo>
                    <a:pt x="1" y="7915"/>
                    <a:pt x="1" y="8045"/>
                    <a:pt x="88" y="8117"/>
                  </a:cubicBezTo>
                  <a:lnTo>
                    <a:pt x="1358" y="9402"/>
                  </a:lnTo>
                  <a:lnTo>
                    <a:pt x="1834" y="9864"/>
                  </a:lnTo>
                  <a:lnTo>
                    <a:pt x="3090" y="11134"/>
                  </a:lnTo>
                  <a:cubicBezTo>
                    <a:pt x="3141" y="11177"/>
                    <a:pt x="3198" y="11199"/>
                    <a:pt x="3256" y="11199"/>
                  </a:cubicBezTo>
                  <a:cubicBezTo>
                    <a:pt x="3314" y="11199"/>
                    <a:pt x="3372" y="11177"/>
                    <a:pt x="3422" y="11134"/>
                  </a:cubicBezTo>
                  <a:lnTo>
                    <a:pt x="6988" y="7554"/>
                  </a:lnTo>
                  <a:lnTo>
                    <a:pt x="9774" y="4768"/>
                  </a:lnTo>
                  <a:cubicBezTo>
                    <a:pt x="9889" y="4653"/>
                    <a:pt x="9976" y="4508"/>
                    <a:pt x="10034" y="4349"/>
                  </a:cubicBezTo>
                  <a:lnTo>
                    <a:pt x="11232" y="250"/>
                  </a:lnTo>
                  <a:cubicBezTo>
                    <a:pt x="11258" y="119"/>
                    <a:pt x="11154" y="0"/>
                    <a:pt x="11038"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3" name="Google Shape;15593;p67"/>
            <p:cNvSpPr/>
            <p:nvPr/>
          </p:nvSpPr>
          <p:spPr>
            <a:xfrm>
              <a:off x="7585646" y="2437400"/>
              <a:ext cx="295495" cy="219341"/>
            </a:xfrm>
            <a:custGeom>
              <a:avLst/>
              <a:gdLst/>
              <a:ahLst/>
              <a:cxnLst/>
              <a:rect l="l" t="t" r="r" b="b"/>
              <a:pathLst>
                <a:path w="11272" h="8367" extrusionOk="0">
                  <a:moveTo>
                    <a:pt x="11057" y="0"/>
                  </a:moveTo>
                  <a:cubicBezTo>
                    <a:pt x="11039" y="0"/>
                    <a:pt x="11020" y="3"/>
                    <a:pt x="11001" y="9"/>
                  </a:cubicBezTo>
                  <a:lnTo>
                    <a:pt x="6843" y="1221"/>
                  </a:lnTo>
                  <a:cubicBezTo>
                    <a:pt x="6713" y="1250"/>
                    <a:pt x="6583" y="1308"/>
                    <a:pt x="6482" y="1409"/>
                  </a:cubicBezTo>
                  <a:lnTo>
                    <a:pt x="73" y="7818"/>
                  </a:lnTo>
                  <a:cubicBezTo>
                    <a:pt x="1" y="7891"/>
                    <a:pt x="1" y="8035"/>
                    <a:pt x="73" y="8107"/>
                  </a:cubicBezTo>
                  <a:lnTo>
                    <a:pt x="333" y="8367"/>
                  </a:lnTo>
                  <a:lnTo>
                    <a:pt x="1069" y="7645"/>
                  </a:lnTo>
                  <a:lnTo>
                    <a:pt x="6814" y="1900"/>
                  </a:lnTo>
                  <a:cubicBezTo>
                    <a:pt x="6901" y="1813"/>
                    <a:pt x="7017" y="1741"/>
                    <a:pt x="7132" y="1712"/>
                  </a:cubicBezTo>
                  <a:lnTo>
                    <a:pt x="11160" y="543"/>
                  </a:lnTo>
                  <a:lnTo>
                    <a:pt x="11246" y="240"/>
                  </a:lnTo>
                  <a:cubicBezTo>
                    <a:pt x="11271" y="115"/>
                    <a:pt x="11177" y="0"/>
                    <a:pt x="11057"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4" name="Google Shape;15594;p67"/>
            <p:cNvSpPr/>
            <p:nvPr/>
          </p:nvSpPr>
          <p:spPr>
            <a:xfrm>
              <a:off x="7734757" y="2520868"/>
              <a:ext cx="61710" cy="61710"/>
            </a:xfrm>
            <a:custGeom>
              <a:avLst/>
              <a:gdLst/>
              <a:ahLst/>
              <a:cxnLst/>
              <a:rect l="l" t="t" r="r" b="b"/>
              <a:pathLst>
                <a:path w="2354" h="2354" extrusionOk="0">
                  <a:moveTo>
                    <a:pt x="1170" y="1"/>
                  </a:moveTo>
                  <a:cubicBezTo>
                    <a:pt x="520" y="1"/>
                    <a:pt x="1" y="535"/>
                    <a:pt x="1" y="1184"/>
                  </a:cubicBezTo>
                  <a:cubicBezTo>
                    <a:pt x="1" y="1834"/>
                    <a:pt x="520" y="2354"/>
                    <a:pt x="1170" y="2354"/>
                  </a:cubicBezTo>
                  <a:cubicBezTo>
                    <a:pt x="1819" y="2354"/>
                    <a:pt x="2353" y="1834"/>
                    <a:pt x="2353" y="1184"/>
                  </a:cubicBezTo>
                  <a:cubicBezTo>
                    <a:pt x="2353" y="535"/>
                    <a:pt x="1819" y="1"/>
                    <a:pt x="1170"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5" name="Google Shape;15595;p67"/>
            <p:cNvSpPr/>
            <p:nvPr/>
          </p:nvSpPr>
          <p:spPr>
            <a:xfrm>
              <a:off x="7734757" y="2520790"/>
              <a:ext cx="38248" cy="61867"/>
            </a:xfrm>
            <a:custGeom>
              <a:avLst/>
              <a:gdLst/>
              <a:ahLst/>
              <a:cxnLst/>
              <a:rect l="l" t="t" r="r" b="b"/>
              <a:pathLst>
                <a:path w="1459" h="2360" extrusionOk="0">
                  <a:moveTo>
                    <a:pt x="1184" y="1"/>
                  </a:moveTo>
                  <a:cubicBezTo>
                    <a:pt x="544" y="1"/>
                    <a:pt x="1" y="516"/>
                    <a:pt x="1" y="1187"/>
                  </a:cubicBezTo>
                  <a:cubicBezTo>
                    <a:pt x="1" y="1856"/>
                    <a:pt x="541" y="2360"/>
                    <a:pt x="1179" y="2360"/>
                  </a:cubicBezTo>
                  <a:cubicBezTo>
                    <a:pt x="1271" y="2360"/>
                    <a:pt x="1364" y="2349"/>
                    <a:pt x="1458" y="2328"/>
                  </a:cubicBezTo>
                  <a:cubicBezTo>
                    <a:pt x="563" y="2111"/>
                    <a:pt x="246" y="1000"/>
                    <a:pt x="895" y="350"/>
                  </a:cubicBezTo>
                  <a:cubicBezTo>
                    <a:pt x="1054" y="191"/>
                    <a:pt x="1242" y="90"/>
                    <a:pt x="1458" y="32"/>
                  </a:cubicBezTo>
                  <a:cubicBezTo>
                    <a:pt x="1366" y="11"/>
                    <a:pt x="1274" y="1"/>
                    <a:pt x="1184"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6" name="Google Shape;15596;p67"/>
            <p:cNvSpPr/>
            <p:nvPr/>
          </p:nvSpPr>
          <p:spPr>
            <a:xfrm>
              <a:off x="7578096" y="2659362"/>
              <a:ext cx="79484" cy="78750"/>
            </a:xfrm>
            <a:custGeom>
              <a:avLst/>
              <a:gdLst/>
              <a:ahLst/>
              <a:cxnLst/>
              <a:rect l="l" t="t" r="r" b="b"/>
              <a:pathLst>
                <a:path w="3032" h="3004" extrusionOk="0">
                  <a:moveTo>
                    <a:pt x="780" y="1"/>
                  </a:moveTo>
                  <a:lnTo>
                    <a:pt x="116" y="679"/>
                  </a:lnTo>
                  <a:cubicBezTo>
                    <a:pt x="0" y="795"/>
                    <a:pt x="0" y="997"/>
                    <a:pt x="116" y="1112"/>
                  </a:cubicBezTo>
                  <a:lnTo>
                    <a:pt x="1011" y="2007"/>
                  </a:lnTo>
                  <a:lnTo>
                    <a:pt x="1920" y="2917"/>
                  </a:lnTo>
                  <a:cubicBezTo>
                    <a:pt x="1978" y="2975"/>
                    <a:pt x="2057" y="3004"/>
                    <a:pt x="2137" y="3004"/>
                  </a:cubicBezTo>
                  <a:cubicBezTo>
                    <a:pt x="2216" y="3004"/>
                    <a:pt x="2295" y="2975"/>
                    <a:pt x="2353" y="2917"/>
                  </a:cubicBezTo>
                  <a:lnTo>
                    <a:pt x="3032" y="2253"/>
                  </a:lnTo>
                  <a:lnTo>
                    <a:pt x="2151" y="1372"/>
                  </a:lnTo>
                  <a:lnTo>
                    <a:pt x="1675" y="896"/>
                  </a:lnTo>
                  <a:lnTo>
                    <a:pt x="780"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7" name="Google Shape;15597;p67"/>
            <p:cNvSpPr/>
            <p:nvPr/>
          </p:nvSpPr>
          <p:spPr>
            <a:xfrm>
              <a:off x="7578096" y="2659755"/>
              <a:ext cx="31039" cy="34473"/>
            </a:xfrm>
            <a:custGeom>
              <a:avLst/>
              <a:gdLst/>
              <a:ahLst/>
              <a:cxnLst/>
              <a:rect l="l" t="t" r="r" b="b"/>
              <a:pathLst>
                <a:path w="1184" h="1315" extrusionOk="0">
                  <a:moveTo>
                    <a:pt x="780" y="0"/>
                  </a:moveTo>
                  <a:lnTo>
                    <a:pt x="116" y="664"/>
                  </a:lnTo>
                  <a:cubicBezTo>
                    <a:pt x="0" y="780"/>
                    <a:pt x="0" y="982"/>
                    <a:pt x="116" y="1097"/>
                  </a:cubicBezTo>
                  <a:lnTo>
                    <a:pt x="332" y="1314"/>
                  </a:lnTo>
                  <a:cubicBezTo>
                    <a:pt x="347" y="1242"/>
                    <a:pt x="376" y="1184"/>
                    <a:pt x="419" y="1141"/>
                  </a:cubicBezTo>
                  <a:lnTo>
                    <a:pt x="1184" y="390"/>
                  </a:lnTo>
                  <a:lnTo>
                    <a:pt x="780"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8" name="Google Shape;15598;p67"/>
            <p:cNvSpPr/>
            <p:nvPr/>
          </p:nvSpPr>
          <p:spPr>
            <a:xfrm>
              <a:off x="7585646" y="2627196"/>
              <a:ext cx="104493" cy="103549"/>
            </a:xfrm>
            <a:custGeom>
              <a:avLst/>
              <a:gdLst/>
              <a:ahLst/>
              <a:cxnLst/>
              <a:rect l="l" t="t" r="r" b="b"/>
              <a:pathLst>
                <a:path w="3986" h="3950" extrusionOk="0">
                  <a:moveTo>
                    <a:pt x="665" y="1"/>
                  </a:moveTo>
                  <a:lnTo>
                    <a:pt x="88" y="578"/>
                  </a:lnTo>
                  <a:cubicBezTo>
                    <a:pt x="1" y="665"/>
                    <a:pt x="1" y="795"/>
                    <a:pt x="88" y="882"/>
                  </a:cubicBezTo>
                  <a:lnTo>
                    <a:pt x="1358" y="2152"/>
                  </a:lnTo>
                  <a:lnTo>
                    <a:pt x="1834" y="2628"/>
                  </a:lnTo>
                  <a:lnTo>
                    <a:pt x="3090" y="3884"/>
                  </a:lnTo>
                  <a:cubicBezTo>
                    <a:pt x="3141" y="3927"/>
                    <a:pt x="3198" y="3949"/>
                    <a:pt x="3256" y="3949"/>
                  </a:cubicBezTo>
                  <a:cubicBezTo>
                    <a:pt x="3314" y="3949"/>
                    <a:pt x="3372" y="3927"/>
                    <a:pt x="3422" y="3884"/>
                  </a:cubicBezTo>
                  <a:lnTo>
                    <a:pt x="3985" y="3321"/>
                  </a:lnTo>
                  <a:lnTo>
                    <a:pt x="2556" y="1906"/>
                  </a:lnTo>
                  <a:lnTo>
                    <a:pt x="2094" y="1430"/>
                  </a:lnTo>
                  <a:lnTo>
                    <a:pt x="665" y="1"/>
                  </a:ln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9" name="Google Shape;15599;p67"/>
            <p:cNvSpPr/>
            <p:nvPr/>
          </p:nvSpPr>
          <p:spPr>
            <a:xfrm>
              <a:off x="7585646" y="2627196"/>
              <a:ext cx="28050" cy="29544"/>
            </a:xfrm>
            <a:custGeom>
              <a:avLst/>
              <a:gdLst/>
              <a:ahLst/>
              <a:cxnLst/>
              <a:rect l="l" t="t" r="r" b="b"/>
              <a:pathLst>
                <a:path w="1070" h="1127" extrusionOk="0">
                  <a:moveTo>
                    <a:pt x="665" y="1"/>
                  </a:moveTo>
                  <a:lnTo>
                    <a:pt x="88" y="578"/>
                  </a:lnTo>
                  <a:cubicBezTo>
                    <a:pt x="1" y="665"/>
                    <a:pt x="1" y="795"/>
                    <a:pt x="88" y="867"/>
                  </a:cubicBezTo>
                  <a:lnTo>
                    <a:pt x="347" y="1127"/>
                  </a:lnTo>
                  <a:lnTo>
                    <a:pt x="1069" y="405"/>
                  </a:lnTo>
                  <a:lnTo>
                    <a:pt x="665" y="1"/>
                  </a:lnTo>
                  <a:close/>
                </a:path>
              </a:pathLst>
            </a:custGeom>
            <a:solidFill>
              <a:srgbClr val="B6C5D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0" name="Google Shape;15600;p67"/>
            <p:cNvSpPr/>
            <p:nvPr/>
          </p:nvSpPr>
          <p:spPr>
            <a:xfrm>
              <a:off x="7539874" y="2697505"/>
              <a:ext cx="32480" cy="29544"/>
            </a:xfrm>
            <a:custGeom>
              <a:avLst/>
              <a:gdLst/>
              <a:ahLst/>
              <a:cxnLst/>
              <a:rect l="l" t="t" r="r" b="b"/>
              <a:pathLst>
                <a:path w="1239" h="1127" extrusionOk="0">
                  <a:moveTo>
                    <a:pt x="939" y="1"/>
                  </a:moveTo>
                  <a:cubicBezTo>
                    <a:pt x="891" y="1"/>
                    <a:pt x="840" y="19"/>
                    <a:pt x="794" y="62"/>
                  </a:cubicBezTo>
                  <a:lnTo>
                    <a:pt x="87" y="769"/>
                  </a:lnTo>
                  <a:cubicBezTo>
                    <a:pt x="0" y="856"/>
                    <a:pt x="0" y="986"/>
                    <a:pt x="87" y="1072"/>
                  </a:cubicBezTo>
                  <a:cubicBezTo>
                    <a:pt x="130" y="1108"/>
                    <a:pt x="184" y="1126"/>
                    <a:pt x="237" y="1126"/>
                  </a:cubicBezTo>
                  <a:cubicBezTo>
                    <a:pt x="289" y="1126"/>
                    <a:pt x="339" y="1108"/>
                    <a:pt x="376" y="1072"/>
                  </a:cubicBezTo>
                  <a:lnTo>
                    <a:pt x="1083" y="365"/>
                  </a:lnTo>
                  <a:cubicBezTo>
                    <a:pt x="1239" y="209"/>
                    <a:pt x="1102" y="1"/>
                    <a:pt x="939"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1" name="Google Shape;15601;p67"/>
            <p:cNvSpPr/>
            <p:nvPr/>
          </p:nvSpPr>
          <p:spPr>
            <a:xfrm>
              <a:off x="7558041" y="2715515"/>
              <a:ext cx="32454" cy="29597"/>
            </a:xfrm>
            <a:custGeom>
              <a:avLst/>
              <a:gdLst/>
              <a:ahLst/>
              <a:cxnLst/>
              <a:rect l="l" t="t" r="r" b="b"/>
              <a:pathLst>
                <a:path w="1238" h="1129" extrusionOk="0">
                  <a:moveTo>
                    <a:pt x="937" y="1"/>
                  </a:moveTo>
                  <a:cubicBezTo>
                    <a:pt x="888" y="1"/>
                    <a:pt x="838" y="20"/>
                    <a:pt x="794" y="68"/>
                  </a:cubicBezTo>
                  <a:lnTo>
                    <a:pt x="87" y="775"/>
                  </a:lnTo>
                  <a:cubicBezTo>
                    <a:pt x="0" y="862"/>
                    <a:pt x="0" y="991"/>
                    <a:pt x="87" y="1064"/>
                  </a:cubicBezTo>
                  <a:cubicBezTo>
                    <a:pt x="123" y="1107"/>
                    <a:pt x="173" y="1129"/>
                    <a:pt x="226" y="1129"/>
                  </a:cubicBezTo>
                  <a:cubicBezTo>
                    <a:pt x="278" y="1129"/>
                    <a:pt x="332" y="1107"/>
                    <a:pt x="375" y="1064"/>
                  </a:cubicBezTo>
                  <a:lnTo>
                    <a:pt x="1083" y="356"/>
                  </a:lnTo>
                  <a:cubicBezTo>
                    <a:pt x="1238" y="212"/>
                    <a:pt x="1096" y="1"/>
                    <a:pt x="937"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2" name="Google Shape;15602;p67"/>
            <p:cNvSpPr/>
            <p:nvPr/>
          </p:nvSpPr>
          <p:spPr>
            <a:xfrm>
              <a:off x="7593982" y="2751639"/>
              <a:ext cx="32507" cy="29518"/>
            </a:xfrm>
            <a:custGeom>
              <a:avLst/>
              <a:gdLst/>
              <a:ahLst/>
              <a:cxnLst/>
              <a:rect l="l" t="t" r="r" b="b"/>
              <a:pathLst>
                <a:path w="1240" h="1126" extrusionOk="0">
                  <a:moveTo>
                    <a:pt x="939" y="0"/>
                  </a:moveTo>
                  <a:cubicBezTo>
                    <a:pt x="891" y="0"/>
                    <a:pt x="840" y="18"/>
                    <a:pt x="794" y="61"/>
                  </a:cubicBezTo>
                  <a:lnTo>
                    <a:pt x="87" y="768"/>
                  </a:lnTo>
                  <a:cubicBezTo>
                    <a:pt x="1" y="855"/>
                    <a:pt x="1" y="985"/>
                    <a:pt x="87" y="1071"/>
                  </a:cubicBezTo>
                  <a:cubicBezTo>
                    <a:pt x="130" y="1107"/>
                    <a:pt x="185" y="1126"/>
                    <a:pt x="237" y="1126"/>
                  </a:cubicBezTo>
                  <a:cubicBezTo>
                    <a:pt x="289" y="1126"/>
                    <a:pt x="340" y="1107"/>
                    <a:pt x="376" y="1071"/>
                  </a:cubicBezTo>
                  <a:lnTo>
                    <a:pt x="1083" y="364"/>
                  </a:lnTo>
                  <a:cubicBezTo>
                    <a:pt x="1239" y="208"/>
                    <a:pt x="1103" y="0"/>
                    <a:pt x="939"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3" name="Google Shape;15603;p67"/>
            <p:cNvSpPr/>
            <p:nvPr/>
          </p:nvSpPr>
          <p:spPr>
            <a:xfrm>
              <a:off x="7576208" y="2733629"/>
              <a:ext cx="32140" cy="29649"/>
            </a:xfrm>
            <a:custGeom>
              <a:avLst/>
              <a:gdLst/>
              <a:ahLst/>
              <a:cxnLst/>
              <a:rect l="l" t="t" r="r" b="b"/>
              <a:pathLst>
                <a:path w="1226" h="1131" extrusionOk="0">
                  <a:moveTo>
                    <a:pt x="932" y="1"/>
                  </a:moveTo>
                  <a:cubicBezTo>
                    <a:pt x="881" y="1"/>
                    <a:pt x="828" y="21"/>
                    <a:pt x="780" y="69"/>
                  </a:cubicBezTo>
                  <a:lnTo>
                    <a:pt x="72" y="777"/>
                  </a:lnTo>
                  <a:cubicBezTo>
                    <a:pt x="0" y="849"/>
                    <a:pt x="0" y="979"/>
                    <a:pt x="72" y="1066"/>
                  </a:cubicBezTo>
                  <a:cubicBezTo>
                    <a:pt x="116" y="1109"/>
                    <a:pt x="170" y="1130"/>
                    <a:pt x="224" y="1130"/>
                  </a:cubicBezTo>
                  <a:cubicBezTo>
                    <a:pt x="278" y="1130"/>
                    <a:pt x="332" y="1109"/>
                    <a:pt x="375" y="1066"/>
                  </a:cubicBezTo>
                  <a:lnTo>
                    <a:pt x="1083" y="358"/>
                  </a:lnTo>
                  <a:cubicBezTo>
                    <a:pt x="1225" y="205"/>
                    <a:pt x="1093" y="1"/>
                    <a:pt x="932"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4" name="Google Shape;15604;p67"/>
            <p:cNvSpPr/>
            <p:nvPr/>
          </p:nvSpPr>
          <p:spPr>
            <a:xfrm>
              <a:off x="7811567" y="2437033"/>
              <a:ext cx="69522" cy="68736"/>
            </a:xfrm>
            <a:custGeom>
              <a:avLst/>
              <a:gdLst/>
              <a:ahLst/>
              <a:cxnLst/>
              <a:rect l="l" t="t" r="r" b="b"/>
              <a:pathLst>
                <a:path w="2652" h="2622" extrusionOk="0">
                  <a:moveTo>
                    <a:pt x="2435" y="1"/>
                  </a:moveTo>
                  <a:cubicBezTo>
                    <a:pt x="2418" y="1"/>
                    <a:pt x="2400" y="3"/>
                    <a:pt x="2383" y="8"/>
                  </a:cubicBezTo>
                  <a:lnTo>
                    <a:pt x="1" y="701"/>
                  </a:lnTo>
                  <a:lnTo>
                    <a:pt x="1921" y="2621"/>
                  </a:lnTo>
                  <a:lnTo>
                    <a:pt x="2614" y="254"/>
                  </a:lnTo>
                  <a:cubicBezTo>
                    <a:pt x="2652" y="127"/>
                    <a:pt x="2556" y="1"/>
                    <a:pt x="2435"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5" name="Google Shape;15605;p67"/>
            <p:cNvSpPr/>
            <p:nvPr/>
          </p:nvSpPr>
          <p:spPr>
            <a:xfrm>
              <a:off x="7811567" y="2437007"/>
              <a:ext cx="69889" cy="30147"/>
            </a:xfrm>
            <a:custGeom>
              <a:avLst/>
              <a:gdLst/>
              <a:ahLst/>
              <a:cxnLst/>
              <a:rect l="l" t="t" r="r" b="b"/>
              <a:pathLst>
                <a:path w="2666" h="1150" extrusionOk="0">
                  <a:moveTo>
                    <a:pt x="2440" y="1"/>
                  </a:moveTo>
                  <a:cubicBezTo>
                    <a:pt x="2421" y="1"/>
                    <a:pt x="2402" y="4"/>
                    <a:pt x="2383" y="9"/>
                  </a:cubicBezTo>
                  <a:lnTo>
                    <a:pt x="1603" y="240"/>
                  </a:lnTo>
                  <a:lnTo>
                    <a:pt x="1" y="702"/>
                  </a:lnTo>
                  <a:lnTo>
                    <a:pt x="448" y="1150"/>
                  </a:lnTo>
                  <a:lnTo>
                    <a:pt x="2542" y="544"/>
                  </a:lnTo>
                  <a:lnTo>
                    <a:pt x="2628" y="255"/>
                  </a:lnTo>
                  <a:cubicBezTo>
                    <a:pt x="2666" y="117"/>
                    <a:pt x="2562" y="1"/>
                    <a:pt x="2440" y="1"/>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6" name="Google Shape;15606;p67"/>
            <p:cNvSpPr/>
            <p:nvPr/>
          </p:nvSpPr>
          <p:spPr>
            <a:xfrm>
              <a:off x="7601165" y="2588975"/>
              <a:ext cx="127929" cy="126435"/>
            </a:xfrm>
            <a:custGeom>
              <a:avLst/>
              <a:gdLst/>
              <a:ahLst/>
              <a:cxnLst/>
              <a:rect l="l" t="t" r="r" b="b"/>
              <a:pathLst>
                <a:path w="4880" h="4823" extrusionOk="0">
                  <a:moveTo>
                    <a:pt x="4512" y="1"/>
                  </a:moveTo>
                  <a:cubicBezTo>
                    <a:pt x="4432" y="1"/>
                    <a:pt x="4353" y="30"/>
                    <a:pt x="4288" y="88"/>
                  </a:cubicBezTo>
                  <a:lnTo>
                    <a:pt x="116" y="4274"/>
                  </a:lnTo>
                  <a:cubicBezTo>
                    <a:pt x="1" y="4389"/>
                    <a:pt x="1" y="4577"/>
                    <a:pt x="116" y="4707"/>
                  </a:cubicBezTo>
                  <a:lnTo>
                    <a:pt x="145" y="4736"/>
                  </a:lnTo>
                  <a:cubicBezTo>
                    <a:pt x="210" y="4794"/>
                    <a:pt x="289" y="4822"/>
                    <a:pt x="369" y="4822"/>
                  </a:cubicBezTo>
                  <a:cubicBezTo>
                    <a:pt x="448" y="4822"/>
                    <a:pt x="528" y="4794"/>
                    <a:pt x="593" y="4736"/>
                  </a:cubicBezTo>
                  <a:lnTo>
                    <a:pt x="4764" y="564"/>
                  </a:lnTo>
                  <a:cubicBezTo>
                    <a:pt x="4880" y="434"/>
                    <a:pt x="4880" y="246"/>
                    <a:pt x="4764" y="131"/>
                  </a:cubicBezTo>
                  <a:lnTo>
                    <a:pt x="4736" y="88"/>
                  </a:lnTo>
                  <a:cubicBezTo>
                    <a:pt x="4671" y="30"/>
                    <a:pt x="4591" y="1"/>
                    <a:pt x="4512"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7" name="Google Shape;15607;p67"/>
            <p:cNvSpPr/>
            <p:nvPr/>
          </p:nvSpPr>
          <p:spPr>
            <a:xfrm>
              <a:off x="7601165" y="2588975"/>
              <a:ext cx="127929" cy="126435"/>
            </a:xfrm>
            <a:custGeom>
              <a:avLst/>
              <a:gdLst/>
              <a:ahLst/>
              <a:cxnLst/>
              <a:rect l="l" t="t" r="r" b="b"/>
              <a:pathLst>
                <a:path w="4880" h="4823" extrusionOk="0">
                  <a:moveTo>
                    <a:pt x="4512" y="1"/>
                  </a:moveTo>
                  <a:cubicBezTo>
                    <a:pt x="4432" y="1"/>
                    <a:pt x="4353" y="30"/>
                    <a:pt x="4288" y="88"/>
                  </a:cubicBezTo>
                  <a:lnTo>
                    <a:pt x="116" y="4274"/>
                  </a:lnTo>
                  <a:cubicBezTo>
                    <a:pt x="1" y="4389"/>
                    <a:pt x="1" y="4577"/>
                    <a:pt x="116" y="4707"/>
                  </a:cubicBezTo>
                  <a:lnTo>
                    <a:pt x="145" y="4736"/>
                  </a:lnTo>
                  <a:cubicBezTo>
                    <a:pt x="210" y="4794"/>
                    <a:pt x="289" y="4822"/>
                    <a:pt x="369" y="4822"/>
                  </a:cubicBezTo>
                  <a:cubicBezTo>
                    <a:pt x="448" y="4822"/>
                    <a:pt x="528" y="4794"/>
                    <a:pt x="593" y="4736"/>
                  </a:cubicBezTo>
                  <a:lnTo>
                    <a:pt x="4764" y="564"/>
                  </a:lnTo>
                  <a:cubicBezTo>
                    <a:pt x="4880" y="434"/>
                    <a:pt x="4880" y="246"/>
                    <a:pt x="4764" y="131"/>
                  </a:cubicBezTo>
                  <a:lnTo>
                    <a:pt x="4736" y="88"/>
                  </a:lnTo>
                  <a:cubicBezTo>
                    <a:pt x="4671" y="30"/>
                    <a:pt x="4591" y="1"/>
                    <a:pt x="4512"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8" name="Google Shape;15608;p67"/>
            <p:cNvSpPr/>
            <p:nvPr/>
          </p:nvSpPr>
          <p:spPr>
            <a:xfrm>
              <a:off x="7600798" y="2589080"/>
              <a:ext cx="126409" cy="126330"/>
            </a:xfrm>
            <a:custGeom>
              <a:avLst/>
              <a:gdLst/>
              <a:ahLst/>
              <a:cxnLst/>
              <a:rect l="l" t="t" r="r" b="b"/>
              <a:pathLst>
                <a:path w="4822" h="4819" extrusionOk="0">
                  <a:moveTo>
                    <a:pt x="4531" y="1"/>
                  </a:moveTo>
                  <a:cubicBezTo>
                    <a:pt x="4450" y="1"/>
                    <a:pt x="4367" y="33"/>
                    <a:pt x="4302" y="98"/>
                  </a:cubicBezTo>
                  <a:lnTo>
                    <a:pt x="130" y="4255"/>
                  </a:lnTo>
                  <a:cubicBezTo>
                    <a:pt x="0" y="4385"/>
                    <a:pt x="0" y="4587"/>
                    <a:pt x="130" y="4703"/>
                  </a:cubicBezTo>
                  <a:lnTo>
                    <a:pt x="145" y="4732"/>
                  </a:lnTo>
                  <a:cubicBezTo>
                    <a:pt x="202" y="4790"/>
                    <a:pt x="289" y="4818"/>
                    <a:pt x="376" y="4818"/>
                  </a:cubicBezTo>
                  <a:cubicBezTo>
                    <a:pt x="289" y="4688"/>
                    <a:pt x="318" y="4530"/>
                    <a:pt x="419" y="4429"/>
                  </a:cubicBezTo>
                  <a:lnTo>
                    <a:pt x="4591" y="271"/>
                  </a:lnTo>
                  <a:cubicBezTo>
                    <a:pt x="4649" y="199"/>
                    <a:pt x="4735" y="170"/>
                    <a:pt x="4822" y="170"/>
                  </a:cubicBezTo>
                  <a:cubicBezTo>
                    <a:pt x="4807" y="156"/>
                    <a:pt x="4793" y="127"/>
                    <a:pt x="4764" y="112"/>
                  </a:cubicBezTo>
                  <a:lnTo>
                    <a:pt x="4750" y="98"/>
                  </a:lnTo>
                  <a:cubicBezTo>
                    <a:pt x="4692" y="33"/>
                    <a:pt x="4612" y="1"/>
                    <a:pt x="4531"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09" name="Google Shape;15609;p67"/>
          <p:cNvGrpSpPr/>
          <p:nvPr/>
        </p:nvGrpSpPr>
        <p:grpSpPr>
          <a:xfrm>
            <a:off x="7981418" y="2436954"/>
            <a:ext cx="335290" cy="361321"/>
            <a:chOff x="8006475" y="2436954"/>
            <a:chExt cx="335290" cy="361321"/>
          </a:xfrm>
        </p:grpSpPr>
        <p:sp>
          <p:nvSpPr>
            <p:cNvPr id="15610" name="Google Shape;15610;p67"/>
            <p:cNvSpPr/>
            <p:nvPr/>
          </p:nvSpPr>
          <p:spPr>
            <a:xfrm>
              <a:off x="8174487" y="2454256"/>
              <a:ext cx="83652" cy="45824"/>
            </a:xfrm>
            <a:custGeom>
              <a:avLst/>
              <a:gdLst/>
              <a:ahLst/>
              <a:cxnLst/>
              <a:rect l="l" t="t" r="r" b="b"/>
              <a:pathLst>
                <a:path w="3191" h="1748" extrusionOk="0">
                  <a:moveTo>
                    <a:pt x="1" y="1"/>
                  </a:moveTo>
                  <a:lnTo>
                    <a:pt x="1" y="1748"/>
                  </a:lnTo>
                  <a:lnTo>
                    <a:pt x="2916" y="1748"/>
                  </a:lnTo>
                  <a:cubicBezTo>
                    <a:pt x="3075" y="1748"/>
                    <a:pt x="3191" y="1574"/>
                    <a:pt x="3119" y="1430"/>
                  </a:cubicBezTo>
                  <a:lnTo>
                    <a:pt x="2830" y="882"/>
                  </a:lnTo>
                  <a:lnTo>
                    <a:pt x="3119" y="319"/>
                  </a:lnTo>
                  <a:cubicBezTo>
                    <a:pt x="3191" y="174"/>
                    <a:pt x="3090" y="1"/>
                    <a:pt x="2916"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1" name="Google Shape;15611;p67"/>
            <p:cNvSpPr/>
            <p:nvPr/>
          </p:nvSpPr>
          <p:spPr>
            <a:xfrm>
              <a:off x="8174487" y="2454256"/>
              <a:ext cx="17066" cy="45824"/>
            </a:xfrm>
            <a:custGeom>
              <a:avLst/>
              <a:gdLst/>
              <a:ahLst/>
              <a:cxnLst/>
              <a:rect l="l" t="t" r="r" b="b"/>
              <a:pathLst>
                <a:path w="651" h="1748" extrusionOk="0">
                  <a:moveTo>
                    <a:pt x="1" y="1"/>
                  </a:moveTo>
                  <a:lnTo>
                    <a:pt x="1" y="1748"/>
                  </a:lnTo>
                  <a:lnTo>
                    <a:pt x="650" y="1748"/>
                  </a:lnTo>
                  <a:lnTo>
                    <a:pt x="650"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2" name="Google Shape;15612;p67"/>
            <p:cNvSpPr/>
            <p:nvPr/>
          </p:nvSpPr>
          <p:spPr>
            <a:xfrm>
              <a:off x="8168431" y="2436954"/>
              <a:ext cx="11771" cy="258008"/>
            </a:xfrm>
            <a:custGeom>
              <a:avLst/>
              <a:gdLst/>
              <a:ahLst/>
              <a:cxnLst/>
              <a:rect l="l" t="t" r="r" b="b"/>
              <a:pathLst>
                <a:path w="449" h="9842" extrusionOk="0">
                  <a:moveTo>
                    <a:pt x="224" y="1"/>
                  </a:moveTo>
                  <a:cubicBezTo>
                    <a:pt x="112" y="1"/>
                    <a:pt x="1" y="76"/>
                    <a:pt x="1" y="228"/>
                  </a:cubicBezTo>
                  <a:lnTo>
                    <a:pt x="1" y="9625"/>
                  </a:lnTo>
                  <a:cubicBezTo>
                    <a:pt x="1" y="9741"/>
                    <a:pt x="102" y="9842"/>
                    <a:pt x="232" y="9842"/>
                  </a:cubicBezTo>
                  <a:cubicBezTo>
                    <a:pt x="347" y="9842"/>
                    <a:pt x="448" y="9741"/>
                    <a:pt x="448" y="9625"/>
                  </a:cubicBezTo>
                  <a:lnTo>
                    <a:pt x="448" y="228"/>
                  </a:lnTo>
                  <a:cubicBezTo>
                    <a:pt x="448" y="76"/>
                    <a:pt x="336" y="1"/>
                    <a:pt x="224"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3" name="Google Shape;15613;p67"/>
            <p:cNvSpPr/>
            <p:nvPr/>
          </p:nvSpPr>
          <p:spPr>
            <a:xfrm>
              <a:off x="8076862" y="2643476"/>
              <a:ext cx="45798" cy="103340"/>
            </a:xfrm>
            <a:custGeom>
              <a:avLst/>
              <a:gdLst/>
              <a:ahLst/>
              <a:cxnLst/>
              <a:rect l="l" t="t" r="r" b="b"/>
              <a:pathLst>
                <a:path w="1747" h="3942" extrusionOk="0">
                  <a:moveTo>
                    <a:pt x="0" y="1"/>
                  </a:moveTo>
                  <a:lnTo>
                    <a:pt x="0" y="3942"/>
                  </a:lnTo>
                  <a:lnTo>
                    <a:pt x="1747" y="3942"/>
                  </a:lnTo>
                  <a:lnTo>
                    <a:pt x="1747"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4" name="Google Shape;15614;p67"/>
            <p:cNvSpPr/>
            <p:nvPr/>
          </p:nvSpPr>
          <p:spPr>
            <a:xfrm>
              <a:off x="8065118" y="2534500"/>
              <a:ext cx="122267" cy="120353"/>
            </a:xfrm>
            <a:custGeom>
              <a:avLst/>
              <a:gdLst/>
              <a:ahLst/>
              <a:cxnLst/>
              <a:rect l="l" t="t" r="r" b="b"/>
              <a:pathLst>
                <a:path w="4664" h="4591" extrusionOk="0">
                  <a:moveTo>
                    <a:pt x="881" y="0"/>
                  </a:moveTo>
                  <a:lnTo>
                    <a:pt x="881" y="520"/>
                  </a:lnTo>
                  <a:cubicBezTo>
                    <a:pt x="881" y="607"/>
                    <a:pt x="823" y="679"/>
                    <a:pt x="751" y="708"/>
                  </a:cubicBezTo>
                  <a:lnTo>
                    <a:pt x="260" y="924"/>
                  </a:lnTo>
                  <a:cubicBezTo>
                    <a:pt x="102" y="996"/>
                    <a:pt x="1" y="1155"/>
                    <a:pt x="1" y="1328"/>
                  </a:cubicBezTo>
                  <a:lnTo>
                    <a:pt x="1" y="2671"/>
                  </a:lnTo>
                  <a:cubicBezTo>
                    <a:pt x="1" y="2931"/>
                    <a:pt x="44" y="3191"/>
                    <a:pt x="116" y="3450"/>
                  </a:cubicBezTo>
                  <a:lnTo>
                    <a:pt x="448" y="4591"/>
                  </a:lnTo>
                  <a:lnTo>
                    <a:pt x="665" y="4158"/>
                  </a:lnTo>
                  <a:lnTo>
                    <a:pt x="2195" y="4158"/>
                  </a:lnTo>
                  <a:lnTo>
                    <a:pt x="2195" y="1877"/>
                  </a:lnTo>
                  <a:lnTo>
                    <a:pt x="2715" y="2498"/>
                  </a:lnTo>
                  <a:cubicBezTo>
                    <a:pt x="2798" y="2606"/>
                    <a:pt x="2924" y="2661"/>
                    <a:pt x="3052" y="2661"/>
                  </a:cubicBezTo>
                  <a:cubicBezTo>
                    <a:pt x="3146" y="2661"/>
                    <a:pt x="3241" y="2631"/>
                    <a:pt x="3321" y="2570"/>
                  </a:cubicBezTo>
                  <a:lnTo>
                    <a:pt x="4548" y="1588"/>
                  </a:lnTo>
                  <a:cubicBezTo>
                    <a:pt x="4634" y="1516"/>
                    <a:pt x="4663" y="1386"/>
                    <a:pt x="4620" y="1285"/>
                  </a:cubicBezTo>
                  <a:cubicBezTo>
                    <a:pt x="4571" y="1198"/>
                    <a:pt x="4477" y="1143"/>
                    <a:pt x="4385" y="1143"/>
                  </a:cubicBezTo>
                  <a:cubicBezTo>
                    <a:pt x="4341" y="1143"/>
                    <a:pt x="4297" y="1156"/>
                    <a:pt x="4259" y="1184"/>
                  </a:cubicBezTo>
                  <a:lnTo>
                    <a:pt x="3104" y="1964"/>
                  </a:lnTo>
                  <a:lnTo>
                    <a:pt x="2498" y="1011"/>
                  </a:lnTo>
                  <a:cubicBezTo>
                    <a:pt x="2440" y="924"/>
                    <a:pt x="2354" y="852"/>
                    <a:pt x="2267" y="823"/>
                  </a:cubicBezTo>
                  <a:lnTo>
                    <a:pt x="1906" y="708"/>
                  </a:lnTo>
                  <a:cubicBezTo>
                    <a:pt x="1820" y="679"/>
                    <a:pt x="1747" y="592"/>
                    <a:pt x="1747" y="506"/>
                  </a:cubicBezTo>
                  <a:lnTo>
                    <a:pt x="1747"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5" name="Google Shape;15615;p67"/>
            <p:cNvSpPr/>
            <p:nvPr/>
          </p:nvSpPr>
          <p:spPr>
            <a:xfrm>
              <a:off x="8099932" y="2654827"/>
              <a:ext cx="5715" cy="91988"/>
            </a:xfrm>
            <a:custGeom>
              <a:avLst/>
              <a:gdLst/>
              <a:ahLst/>
              <a:cxnLst/>
              <a:rect l="l" t="t" r="r" b="b"/>
              <a:pathLst>
                <a:path w="218" h="3509" extrusionOk="0">
                  <a:moveTo>
                    <a:pt x="102" y="1"/>
                  </a:moveTo>
                  <a:cubicBezTo>
                    <a:pt x="44" y="1"/>
                    <a:pt x="1" y="58"/>
                    <a:pt x="1" y="116"/>
                  </a:cubicBezTo>
                  <a:lnTo>
                    <a:pt x="1" y="3509"/>
                  </a:lnTo>
                  <a:lnTo>
                    <a:pt x="217" y="3509"/>
                  </a:lnTo>
                  <a:lnTo>
                    <a:pt x="217" y="116"/>
                  </a:lnTo>
                  <a:cubicBezTo>
                    <a:pt x="217" y="44"/>
                    <a:pt x="160" y="1"/>
                    <a:pt x="102"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6" name="Google Shape;15616;p67"/>
            <p:cNvSpPr/>
            <p:nvPr/>
          </p:nvSpPr>
          <p:spPr>
            <a:xfrm>
              <a:off x="8006475" y="2677450"/>
              <a:ext cx="335290" cy="120825"/>
            </a:xfrm>
            <a:custGeom>
              <a:avLst/>
              <a:gdLst/>
              <a:ahLst/>
              <a:cxnLst/>
              <a:rect l="l" t="t" r="r" b="b"/>
              <a:pathLst>
                <a:path w="12790" h="4609" extrusionOk="0">
                  <a:moveTo>
                    <a:pt x="6397" y="0"/>
                  </a:moveTo>
                  <a:cubicBezTo>
                    <a:pt x="6218" y="0"/>
                    <a:pt x="6041" y="54"/>
                    <a:pt x="5890" y="163"/>
                  </a:cubicBezTo>
                  <a:lnTo>
                    <a:pt x="173" y="4205"/>
                  </a:lnTo>
                  <a:cubicBezTo>
                    <a:pt x="0" y="4334"/>
                    <a:pt x="87" y="4609"/>
                    <a:pt x="303" y="4609"/>
                  </a:cubicBezTo>
                  <a:lnTo>
                    <a:pt x="12487" y="4609"/>
                  </a:lnTo>
                  <a:cubicBezTo>
                    <a:pt x="12703" y="4609"/>
                    <a:pt x="12790" y="4334"/>
                    <a:pt x="12617" y="4205"/>
                  </a:cubicBezTo>
                  <a:lnTo>
                    <a:pt x="6915" y="163"/>
                  </a:lnTo>
                  <a:cubicBezTo>
                    <a:pt x="6756" y="54"/>
                    <a:pt x="6576" y="0"/>
                    <a:pt x="6397"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7" name="Google Shape;15617;p67"/>
            <p:cNvSpPr/>
            <p:nvPr/>
          </p:nvSpPr>
          <p:spPr>
            <a:xfrm>
              <a:off x="8200283" y="2711163"/>
              <a:ext cx="56336" cy="40188"/>
            </a:xfrm>
            <a:custGeom>
              <a:avLst/>
              <a:gdLst/>
              <a:ahLst/>
              <a:cxnLst/>
              <a:rect l="l" t="t" r="r" b="b"/>
              <a:pathLst>
                <a:path w="2149" h="1533" extrusionOk="0">
                  <a:moveTo>
                    <a:pt x="312" y="0"/>
                  </a:moveTo>
                  <a:cubicBezTo>
                    <a:pt x="126" y="0"/>
                    <a:pt x="0" y="266"/>
                    <a:pt x="200" y="407"/>
                  </a:cubicBezTo>
                  <a:lnTo>
                    <a:pt x="1730" y="1489"/>
                  </a:lnTo>
                  <a:cubicBezTo>
                    <a:pt x="1759" y="1518"/>
                    <a:pt x="1803" y="1533"/>
                    <a:pt x="1846" y="1533"/>
                  </a:cubicBezTo>
                  <a:cubicBezTo>
                    <a:pt x="2062" y="1533"/>
                    <a:pt x="2149" y="1258"/>
                    <a:pt x="1976" y="1129"/>
                  </a:cubicBezTo>
                  <a:lnTo>
                    <a:pt x="446" y="46"/>
                  </a:lnTo>
                  <a:cubicBezTo>
                    <a:pt x="400" y="14"/>
                    <a:pt x="355" y="0"/>
                    <a:pt x="312"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8" name="Google Shape;15618;p67"/>
            <p:cNvSpPr/>
            <p:nvPr/>
          </p:nvSpPr>
          <p:spPr>
            <a:xfrm>
              <a:off x="8177187" y="2694883"/>
              <a:ext cx="22309" cy="15598"/>
            </a:xfrm>
            <a:custGeom>
              <a:avLst/>
              <a:gdLst/>
              <a:ahLst/>
              <a:cxnLst/>
              <a:rect l="l" t="t" r="r" b="b"/>
              <a:pathLst>
                <a:path w="851" h="595" extrusionOk="0">
                  <a:moveTo>
                    <a:pt x="326" y="0"/>
                  </a:moveTo>
                  <a:cubicBezTo>
                    <a:pt x="136" y="0"/>
                    <a:pt x="1" y="266"/>
                    <a:pt x="201" y="407"/>
                  </a:cubicBezTo>
                  <a:lnTo>
                    <a:pt x="417" y="566"/>
                  </a:lnTo>
                  <a:cubicBezTo>
                    <a:pt x="460" y="580"/>
                    <a:pt x="504" y="595"/>
                    <a:pt x="547" y="595"/>
                  </a:cubicBezTo>
                  <a:cubicBezTo>
                    <a:pt x="764" y="595"/>
                    <a:pt x="850" y="320"/>
                    <a:pt x="677" y="205"/>
                  </a:cubicBezTo>
                  <a:lnTo>
                    <a:pt x="460" y="46"/>
                  </a:lnTo>
                  <a:cubicBezTo>
                    <a:pt x="415" y="14"/>
                    <a:pt x="369" y="0"/>
                    <a:pt x="326" y="0"/>
                  </a:cubicBezTo>
                  <a:close/>
                </a:path>
              </a:pathLst>
            </a:custGeom>
            <a:solidFill>
              <a:srgbClr val="BBC8D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9" name="Google Shape;15619;p67"/>
            <p:cNvSpPr/>
            <p:nvPr/>
          </p:nvSpPr>
          <p:spPr>
            <a:xfrm>
              <a:off x="8006475" y="2677398"/>
              <a:ext cx="174461" cy="120877"/>
            </a:xfrm>
            <a:custGeom>
              <a:avLst/>
              <a:gdLst/>
              <a:ahLst/>
              <a:cxnLst/>
              <a:rect l="l" t="t" r="r" b="b"/>
              <a:pathLst>
                <a:path w="6655" h="4611" extrusionOk="0">
                  <a:moveTo>
                    <a:pt x="6406" y="1"/>
                  </a:moveTo>
                  <a:cubicBezTo>
                    <a:pt x="6222" y="1"/>
                    <a:pt x="6039" y="55"/>
                    <a:pt x="5890" y="165"/>
                  </a:cubicBezTo>
                  <a:lnTo>
                    <a:pt x="173" y="4207"/>
                  </a:lnTo>
                  <a:cubicBezTo>
                    <a:pt x="0" y="4336"/>
                    <a:pt x="87" y="4611"/>
                    <a:pt x="303" y="4611"/>
                  </a:cubicBezTo>
                  <a:lnTo>
                    <a:pt x="2974" y="4611"/>
                  </a:lnTo>
                  <a:cubicBezTo>
                    <a:pt x="2844" y="4611"/>
                    <a:pt x="2801" y="4351"/>
                    <a:pt x="2902" y="4207"/>
                  </a:cubicBezTo>
                  <a:lnTo>
                    <a:pt x="6496" y="165"/>
                  </a:lnTo>
                  <a:cubicBezTo>
                    <a:pt x="6539" y="107"/>
                    <a:pt x="6583" y="64"/>
                    <a:pt x="6655" y="35"/>
                  </a:cubicBezTo>
                  <a:cubicBezTo>
                    <a:pt x="6574" y="12"/>
                    <a:pt x="6490" y="1"/>
                    <a:pt x="6406"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0" name="Google Shape;15620;p67"/>
            <p:cNvSpPr/>
            <p:nvPr/>
          </p:nvSpPr>
          <p:spPr>
            <a:xfrm>
              <a:off x="8088213" y="2534500"/>
              <a:ext cx="23489" cy="17040"/>
            </a:xfrm>
            <a:custGeom>
              <a:avLst/>
              <a:gdLst/>
              <a:ahLst/>
              <a:cxnLst/>
              <a:rect l="l" t="t" r="r" b="b"/>
              <a:pathLst>
                <a:path w="896" h="650" extrusionOk="0">
                  <a:moveTo>
                    <a:pt x="0" y="0"/>
                  </a:moveTo>
                  <a:lnTo>
                    <a:pt x="0" y="520"/>
                  </a:lnTo>
                  <a:cubicBezTo>
                    <a:pt x="0" y="534"/>
                    <a:pt x="0" y="549"/>
                    <a:pt x="0" y="578"/>
                  </a:cubicBezTo>
                  <a:cubicBezTo>
                    <a:pt x="145" y="621"/>
                    <a:pt x="289" y="650"/>
                    <a:pt x="448" y="650"/>
                  </a:cubicBezTo>
                  <a:cubicBezTo>
                    <a:pt x="592" y="650"/>
                    <a:pt x="751" y="621"/>
                    <a:pt x="895" y="578"/>
                  </a:cubicBezTo>
                  <a:cubicBezTo>
                    <a:pt x="881" y="549"/>
                    <a:pt x="881" y="520"/>
                    <a:pt x="881" y="506"/>
                  </a:cubicBezTo>
                  <a:lnTo>
                    <a:pt x="881"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1" name="Google Shape;15621;p67"/>
            <p:cNvSpPr/>
            <p:nvPr/>
          </p:nvSpPr>
          <p:spPr>
            <a:xfrm>
              <a:off x="8076862" y="2494391"/>
              <a:ext cx="46191" cy="51486"/>
            </a:xfrm>
            <a:custGeom>
              <a:avLst/>
              <a:gdLst/>
              <a:ahLst/>
              <a:cxnLst/>
              <a:rect l="l" t="t" r="r" b="b"/>
              <a:pathLst>
                <a:path w="1762" h="1964" extrusionOk="0">
                  <a:moveTo>
                    <a:pt x="650" y="0"/>
                  </a:moveTo>
                  <a:cubicBezTo>
                    <a:pt x="289" y="0"/>
                    <a:pt x="0" y="289"/>
                    <a:pt x="0" y="650"/>
                  </a:cubicBezTo>
                  <a:lnTo>
                    <a:pt x="0" y="1097"/>
                  </a:lnTo>
                  <a:cubicBezTo>
                    <a:pt x="0" y="1574"/>
                    <a:pt x="390" y="1963"/>
                    <a:pt x="881" y="1963"/>
                  </a:cubicBezTo>
                  <a:cubicBezTo>
                    <a:pt x="1357" y="1963"/>
                    <a:pt x="1761" y="1574"/>
                    <a:pt x="1761" y="1097"/>
                  </a:cubicBezTo>
                  <a:lnTo>
                    <a:pt x="1761" y="650"/>
                  </a:lnTo>
                  <a:cubicBezTo>
                    <a:pt x="1761" y="289"/>
                    <a:pt x="1458" y="0"/>
                    <a:pt x="1097"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2" name="Google Shape;15622;p67"/>
            <p:cNvSpPr/>
            <p:nvPr/>
          </p:nvSpPr>
          <p:spPr>
            <a:xfrm>
              <a:off x="8076548" y="2494391"/>
              <a:ext cx="31746" cy="51644"/>
            </a:xfrm>
            <a:custGeom>
              <a:avLst/>
              <a:gdLst/>
              <a:ahLst/>
              <a:cxnLst/>
              <a:rect l="l" t="t" r="r" b="b"/>
              <a:pathLst>
                <a:path w="1211" h="1970" extrusionOk="0">
                  <a:moveTo>
                    <a:pt x="662" y="0"/>
                  </a:moveTo>
                  <a:cubicBezTo>
                    <a:pt x="301" y="0"/>
                    <a:pt x="12" y="289"/>
                    <a:pt x="12" y="664"/>
                  </a:cubicBezTo>
                  <a:lnTo>
                    <a:pt x="12" y="1097"/>
                  </a:lnTo>
                  <a:cubicBezTo>
                    <a:pt x="0" y="1600"/>
                    <a:pt x="415" y="1970"/>
                    <a:pt x="879" y="1970"/>
                  </a:cubicBezTo>
                  <a:cubicBezTo>
                    <a:pt x="989" y="1970"/>
                    <a:pt x="1100" y="1950"/>
                    <a:pt x="1210" y="1906"/>
                  </a:cubicBezTo>
                  <a:cubicBezTo>
                    <a:pt x="878" y="1776"/>
                    <a:pt x="662" y="1444"/>
                    <a:pt x="662" y="1097"/>
                  </a:cubicBezTo>
                  <a:lnTo>
                    <a:pt x="662" y="650"/>
                  </a:lnTo>
                  <a:cubicBezTo>
                    <a:pt x="662" y="332"/>
                    <a:pt x="893" y="72"/>
                    <a:pt x="1210" y="15"/>
                  </a:cubicBezTo>
                  <a:cubicBezTo>
                    <a:pt x="1167" y="0"/>
                    <a:pt x="1138" y="0"/>
                    <a:pt x="1095"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3" name="Google Shape;15623;p67"/>
            <p:cNvSpPr/>
            <p:nvPr/>
          </p:nvSpPr>
          <p:spPr>
            <a:xfrm>
              <a:off x="8076862" y="2494391"/>
              <a:ext cx="45798" cy="23095"/>
            </a:xfrm>
            <a:custGeom>
              <a:avLst/>
              <a:gdLst/>
              <a:ahLst/>
              <a:cxnLst/>
              <a:rect l="l" t="t" r="r" b="b"/>
              <a:pathLst>
                <a:path w="1747" h="881" extrusionOk="0">
                  <a:moveTo>
                    <a:pt x="650" y="0"/>
                  </a:moveTo>
                  <a:cubicBezTo>
                    <a:pt x="289" y="0"/>
                    <a:pt x="0" y="289"/>
                    <a:pt x="0" y="650"/>
                  </a:cubicBezTo>
                  <a:cubicBezTo>
                    <a:pt x="563" y="809"/>
                    <a:pt x="1155" y="881"/>
                    <a:pt x="1747" y="881"/>
                  </a:cubicBezTo>
                  <a:lnTo>
                    <a:pt x="1747" y="650"/>
                  </a:lnTo>
                  <a:cubicBezTo>
                    <a:pt x="1747" y="289"/>
                    <a:pt x="1458" y="0"/>
                    <a:pt x="1097"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4" name="Google Shape;15624;p67"/>
            <p:cNvSpPr/>
            <p:nvPr/>
          </p:nvSpPr>
          <p:spPr>
            <a:xfrm>
              <a:off x="8076862" y="2494391"/>
              <a:ext cx="31432" cy="20841"/>
            </a:xfrm>
            <a:custGeom>
              <a:avLst/>
              <a:gdLst/>
              <a:ahLst/>
              <a:cxnLst/>
              <a:rect l="l" t="t" r="r" b="b"/>
              <a:pathLst>
                <a:path w="1199" h="795" extrusionOk="0">
                  <a:moveTo>
                    <a:pt x="650" y="0"/>
                  </a:moveTo>
                  <a:cubicBezTo>
                    <a:pt x="289" y="0"/>
                    <a:pt x="0" y="289"/>
                    <a:pt x="0" y="664"/>
                  </a:cubicBezTo>
                  <a:cubicBezTo>
                    <a:pt x="202" y="722"/>
                    <a:pt x="433" y="765"/>
                    <a:pt x="650" y="794"/>
                  </a:cubicBezTo>
                  <a:lnTo>
                    <a:pt x="650" y="650"/>
                  </a:lnTo>
                  <a:cubicBezTo>
                    <a:pt x="650" y="332"/>
                    <a:pt x="881" y="72"/>
                    <a:pt x="1198" y="15"/>
                  </a:cubicBezTo>
                  <a:cubicBezTo>
                    <a:pt x="1155" y="0"/>
                    <a:pt x="1126" y="0"/>
                    <a:pt x="1083"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5" name="Google Shape;15625;p67"/>
            <p:cNvSpPr/>
            <p:nvPr/>
          </p:nvSpPr>
          <p:spPr>
            <a:xfrm>
              <a:off x="8065511" y="2553794"/>
              <a:ext cx="112017" cy="89708"/>
            </a:xfrm>
            <a:custGeom>
              <a:avLst/>
              <a:gdLst/>
              <a:ahLst/>
              <a:cxnLst/>
              <a:rect l="l" t="t" r="r" b="b"/>
              <a:pathLst>
                <a:path w="4273" h="3422" extrusionOk="0">
                  <a:moveTo>
                    <a:pt x="2007" y="0"/>
                  </a:moveTo>
                  <a:cubicBezTo>
                    <a:pt x="1829" y="237"/>
                    <a:pt x="1565" y="356"/>
                    <a:pt x="1301" y="356"/>
                  </a:cubicBezTo>
                  <a:cubicBezTo>
                    <a:pt x="1049" y="356"/>
                    <a:pt x="797" y="248"/>
                    <a:pt x="621" y="29"/>
                  </a:cubicBezTo>
                  <a:lnTo>
                    <a:pt x="260" y="188"/>
                  </a:lnTo>
                  <a:cubicBezTo>
                    <a:pt x="101" y="260"/>
                    <a:pt x="0" y="419"/>
                    <a:pt x="0" y="592"/>
                  </a:cubicBezTo>
                  <a:lnTo>
                    <a:pt x="0" y="3422"/>
                  </a:lnTo>
                  <a:lnTo>
                    <a:pt x="2194" y="3422"/>
                  </a:lnTo>
                  <a:lnTo>
                    <a:pt x="2194" y="1141"/>
                  </a:lnTo>
                  <a:lnTo>
                    <a:pt x="2714" y="1762"/>
                  </a:lnTo>
                  <a:cubicBezTo>
                    <a:pt x="2797" y="1870"/>
                    <a:pt x="2923" y="1925"/>
                    <a:pt x="3051" y="1925"/>
                  </a:cubicBezTo>
                  <a:cubicBezTo>
                    <a:pt x="3145" y="1925"/>
                    <a:pt x="3241" y="1895"/>
                    <a:pt x="3320" y="1834"/>
                  </a:cubicBezTo>
                  <a:lnTo>
                    <a:pt x="4273" y="1069"/>
                  </a:lnTo>
                  <a:lnTo>
                    <a:pt x="3970" y="636"/>
                  </a:lnTo>
                  <a:lnTo>
                    <a:pt x="3104" y="1228"/>
                  </a:lnTo>
                  <a:lnTo>
                    <a:pt x="2483" y="275"/>
                  </a:lnTo>
                  <a:cubicBezTo>
                    <a:pt x="2425" y="188"/>
                    <a:pt x="2353" y="116"/>
                    <a:pt x="2252" y="87"/>
                  </a:cubicBezTo>
                  <a:lnTo>
                    <a:pt x="2007" y="0"/>
                  </a:ln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6" name="Google Shape;15626;p67"/>
            <p:cNvSpPr/>
            <p:nvPr/>
          </p:nvSpPr>
          <p:spPr>
            <a:xfrm>
              <a:off x="8122634" y="2560977"/>
              <a:ext cx="54527" cy="43176"/>
            </a:xfrm>
            <a:custGeom>
              <a:avLst/>
              <a:gdLst/>
              <a:ahLst/>
              <a:cxnLst/>
              <a:rect l="l" t="t" r="r" b="b"/>
              <a:pathLst>
                <a:path w="2080" h="1647" extrusionOk="0">
                  <a:moveTo>
                    <a:pt x="318" y="1"/>
                  </a:moveTo>
                  <a:lnTo>
                    <a:pt x="131" y="318"/>
                  </a:lnTo>
                  <a:cubicBezTo>
                    <a:pt x="44" y="448"/>
                    <a:pt x="1" y="607"/>
                    <a:pt x="1" y="766"/>
                  </a:cubicBezTo>
                  <a:lnTo>
                    <a:pt x="1" y="867"/>
                  </a:lnTo>
                  <a:lnTo>
                    <a:pt x="521" y="1488"/>
                  </a:lnTo>
                  <a:cubicBezTo>
                    <a:pt x="614" y="1590"/>
                    <a:pt x="743" y="1647"/>
                    <a:pt x="871" y="1647"/>
                  </a:cubicBezTo>
                  <a:cubicBezTo>
                    <a:pt x="961" y="1647"/>
                    <a:pt x="1050" y="1619"/>
                    <a:pt x="1127" y="1560"/>
                  </a:cubicBezTo>
                  <a:lnTo>
                    <a:pt x="2080" y="795"/>
                  </a:lnTo>
                  <a:lnTo>
                    <a:pt x="1791" y="362"/>
                  </a:lnTo>
                  <a:lnTo>
                    <a:pt x="925" y="954"/>
                  </a:lnTo>
                  <a:lnTo>
                    <a:pt x="31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7" name="Google Shape;15627;p67"/>
            <p:cNvSpPr/>
            <p:nvPr/>
          </p:nvSpPr>
          <p:spPr>
            <a:xfrm>
              <a:off x="8065511" y="2560977"/>
              <a:ext cx="17040" cy="94269"/>
            </a:xfrm>
            <a:custGeom>
              <a:avLst/>
              <a:gdLst/>
              <a:ahLst/>
              <a:cxnLst/>
              <a:rect l="l" t="t" r="r" b="b"/>
              <a:pathLst>
                <a:path w="650" h="3596" extrusionOk="0">
                  <a:moveTo>
                    <a:pt x="130" y="1"/>
                  </a:moveTo>
                  <a:cubicBezTo>
                    <a:pt x="43" y="87"/>
                    <a:pt x="0" y="203"/>
                    <a:pt x="0" y="318"/>
                  </a:cubicBezTo>
                  <a:lnTo>
                    <a:pt x="0" y="3379"/>
                  </a:lnTo>
                  <a:cubicBezTo>
                    <a:pt x="0" y="3494"/>
                    <a:pt x="87" y="3595"/>
                    <a:pt x="217" y="3595"/>
                  </a:cubicBezTo>
                  <a:lnTo>
                    <a:pt x="650" y="3595"/>
                  </a:lnTo>
                  <a:lnTo>
                    <a:pt x="650" y="795"/>
                  </a:lnTo>
                  <a:cubicBezTo>
                    <a:pt x="650" y="621"/>
                    <a:pt x="578" y="448"/>
                    <a:pt x="462" y="333"/>
                  </a:cubicBezTo>
                  <a:lnTo>
                    <a:pt x="130"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8" name="Google Shape;15628;p67"/>
            <p:cNvSpPr/>
            <p:nvPr/>
          </p:nvSpPr>
          <p:spPr>
            <a:xfrm>
              <a:off x="8071174" y="2654827"/>
              <a:ext cx="11377" cy="11377"/>
            </a:xfrm>
            <a:custGeom>
              <a:avLst/>
              <a:gdLst/>
              <a:ahLst/>
              <a:cxnLst/>
              <a:rect l="l" t="t" r="r" b="b"/>
              <a:pathLst>
                <a:path w="434" h="434" extrusionOk="0">
                  <a:moveTo>
                    <a:pt x="1" y="1"/>
                  </a:moveTo>
                  <a:lnTo>
                    <a:pt x="1" y="217"/>
                  </a:lnTo>
                  <a:cubicBezTo>
                    <a:pt x="1" y="347"/>
                    <a:pt x="102" y="434"/>
                    <a:pt x="217" y="434"/>
                  </a:cubicBezTo>
                  <a:lnTo>
                    <a:pt x="347" y="434"/>
                  </a:lnTo>
                  <a:cubicBezTo>
                    <a:pt x="390" y="434"/>
                    <a:pt x="434" y="405"/>
                    <a:pt x="434" y="347"/>
                  </a:cubicBezTo>
                  <a:lnTo>
                    <a:pt x="434"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29" name="Google Shape;15629;p67"/>
          <p:cNvGrpSpPr/>
          <p:nvPr/>
        </p:nvGrpSpPr>
        <p:grpSpPr>
          <a:xfrm>
            <a:off x="5571604" y="2909139"/>
            <a:ext cx="394326" cy="349682"/>
            <a:chOff x="5596661" y="2909139"/>
            <a:chExt cx="394326" cy="349682"/>
          </a:xfrm>
        </p:grpSpPr>
        <p:sp>
          <p:nvSpPr>
            <p:cNvPr id="15630" name="Google Shape;15630;p67"/>
            <p:cNvSpPr/>
            <p:nvPr/>
          </p:nvSpPr>
          <p:spPr>
            <a:xfrm>
              <a:off x="5762025" y="2909139"/>
              <a:ext cx="228962" cy="190740"/>
            </a:xfrm>
            <a:custGeom>
              <a:avLst/>
              <a:gdLst/>
              <a:ahLst/>
              <a:cxnLst/>
              <a:rect l="l" t="t" r="r" b="b"/>
              <a:pathLst>
                <a:path w="8734" h="7276" extrusionOk="0">
                  <a:moveTo>
                    <a:pt x="491" y="0"/>
                  </a:moveTo>
                  <a:cubicBezTo>
                    <a:pt x="217" y="0"/>
                    <a:pt x="0" y="217"/>
                    <a:pt x="0" y="477"/>
                  </a:cubicBezTo>
                  <a:lnTo>
                    <a:pt x="0" y="6785"/>
                  </a:lnTo>
                  <a:cubicBezTo>
                    <a:pt x="0" y="7059"/>
                    <a:pt x="217" y="7276"/>
                    <a:pt x="491" y="7276"/>
                  </a:cubicBezTo>
                  <a:lnTo>
                    <a:pt x="8243" y="7276"/>
                  </a:lnTo>
                  <a:cubicBezTo>
                    <a:pt x="8517" y="7276"/>
                    <a:pt x="8734" y="7059"/>
                    <a:pt x="8734" y="6785"/>
                  </a:cubicBezTo>
                  <a:lnTo>
                    <a:pt x="8734" y="477"/>
                  </a:lnTo>
                  <a:cubicBezTo>
                    <a:pt x="8734" y="217"/>
                    <a:pt x="8517" y="0"/>
                    <a:pt x="8243"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1" name="Google Shape;15631;p67"/>
            <p:cNvSpPr/>
            <p:nvPr/>
          </p:nvSpPr>
          <p:spPr>
            <a:xfrm>
              <a:off x="5597395" y="3061631"/>
              <a:ext cx="113957" cy="114324"/>
            </a:xfrm>
            <a:custGeom>
              <a:avLst/>
              <a:gdLst/>
              <a:ahLst/>
              <a:cxnLst/>
              <a:rect l="l" t="t" r="r" b="b"/>
              <a:pathLst>
                <a:path w="4347" h="4361" extrusionOk="0">
                  <a:moveTo>
                    <a:pt x="2181" y="1"/>
                  </a:moveTo>
                  <a:cubicBezTo>
                    <a:pt x="1228" y="1"/>
                    <a:pt x="521" y="766"/>
                    <a:pt x="448" y="1690"/>
                  </a:cubicBezTo>
                  <a:cubicBezTo>
                    <a:pt x="391" y="2368"/>
                    <a:pt x="246" y="3032"/>
                    <a:pt x="44" y="3682"/>
                  </a:cubicBezTo>
                  <a:cubicBezTo>
                    <a:pt x="1" y="3797"/>
                    <a:pt x="44" y="3942"/>
                    <a:pt x="174" y="3985"/>
                  </a:cubicBezTo>
                  <a:cubicBezTo>
                    <a:pt x="564" y="4173"/>
                    <a:pt x="997" y="4302"/>
                    <a:pt x="1430" y="4360"/>
                  </a:cubicBezTo>
                  <a:lnTo>
                    <a:pt x="2903" y="4360"/>
                  </a:lnTo>
                  <a:cubicBezTo>
                    <a:pt x="3350" y="4302"/>
                    <a:pt x="3769" y="4173"/>
                    <a:pt x="4173" y="3985"/>
                  </a:cubicBezTo>
                  <a:cubicBezTo>
                    <a:pt x="4288" y="3942"/>
                    <a:pt x="4346" y="3797"/>
                    <a:pt x="4303" y="3682"/>
                  </a:cubicBezTo>
                  <a:cubicBezTo>
                    <a:pt x="4101" y="3032"/>
                    <a:pt x="3956" y="2368"/>
                    <a:pt x="3899" y="1690"/>
                  </a:cubicBezTo>
                  <a:cubicBezTo>
                    <a:pt x="3826" y="766"/>
                    <a:pt x="3133" y="1"/>
                    <a:pt x="2181"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2" name="Google Shape;15632;p67"/>
            <p:cNvSpPr/>
            <p:nvPr/>
          </p:nvSpPr>
          <p:spPr>
            <a:xfrm>
              <a:off x="5628434" y="3061631"/>
              <a:ext cx="82918" cy="114324"/>
            </a:xfrm>
            <a:custGeom>
              <a:avLst/>
              <a:gdLst/>
              <a:ahLst/>
              <a:cxnLst/>
              <a:rect l="l" t="t" r="r" b="b"/>
              <a:pathLst>
                <a:path w="3163" h="4361" extrusionOk="0">
                  <a:moveTo>
                    <a:pt x="997" y="1"/>
                  </a:moveTo>
                  <a:cubicBezTo>
                    <a:pt x="275" y="1"/>
                    <a:pt x="1" y="997"/>
                    <a:pt x="636" y="1372"/>
                  </a:cubicBezTo>
                  <a:cubicBezTo>
                    <a:pt x="650" y="1387"/>
                    <a:pt x="665" y="1387"/>
                    <a:pt x="694" y="1401"/>
                  </a:cubicBezTo>
                  <a:lnTo>
                    <a:pt x="1242" y="4360"/>
                  </a:lnTo>
                  <a:lnTo>
                    <a:pt x="1733" y="4360"/>
                  </a:lnTo>
                  <a:cubicBezTo>
                    <a:pt x="2166" y="4302"/>
                    <a:pt x="2599" y="4173"/>
                    <a:pt x="3003" y="3985"/>
                  </a:cubicBezTo>
                  <a:cubicBezTo>
                    <a:pt x="3119" y="3942"/>
                    <a:pt x="3162" y="3797"/>
                    <a:pt x="3119" y="3682"/>
                  </a:cubicBezTo>
                  <a:cubicBezTo>
                    <a:pt x="2917" y="3032"/>
                    <a:pt x="2772" y="2368"/>
                    <a:pt x="2715" y="1690"/>
                  </a:cubicBezTo>
                  <a:cubicBezTo>
                    <a:pt x="2642" y="766"/>
                    <a:pt x="1949" y="1"/>
                    <a:pt x="997"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3" name="Google Shape;15633;p67"/>
            <p:cNvSpPr/>
            <p:nvPr/>
          </p:nvSpPr>
          <p:spPr>
            <a:xfrm>
              <a:off x="5596661" y="3067032"/>
              <a:ext cx="216483" cy="191789"/>
            </a:xfrm>
            <a:custGeom>
              <a:avLst/>
              <a:gdLst/>
              <a:ahLst/>
              <a:cxnLst/>
              <a:rect l="l" t="t" r="r" b="b"/>
              <a:pathLst>
                <a:path w="8258" h="7316" extrusionOk="0">
                  <a:moveTo>
                    <a:pt x="8070" y="0"/>
                  </a:moveTo>
                  <a:cubicBezTo>
                    <a:pt x="8023" y="0"/>
                    <a:pt x="7976" y="19"/>
                    <a:pt x="7940" y="55"/>
                  </a:cubicBezTo>
                  <a:lnTo>
                    <a:pt x="3782" y="4024"/>
                  </a:lnTo>
                  <a:cubicBezTo>
                    <a:pt x="3696" y="4096"/>
                    <a:pt x="3566" y="4154"/>
                    <a:pt x="3450" y="4154"/>
                  </a:cubicBezTo>
                  <a:lnTo>
                    <a:pt x="3407" y="4154"/>
                  </a:lnTo>
                  <a:cubicBezTo>
                    <a:pt x="3133" y="4154"/>
                    <a:pt x="2916" y="3938"/>
                    <a:pt x="2916" y="3663"/>
                  </a:cubicBezTo>
                  <a:lnTo>
                    <a:pt x="2916" y="3202"/>
                  </a:lnTo>
                  <a:lnTo>
                    <a:pt x="1458" y="3202"/>
                  </a:lnTo>
                  <a:lnTo>
                    <a:pt x="1458" y="3678"/>
                  </a:lnTo>
                  <a:cubicBezTo>
                    <a:pt x="1458" y="3866"/>
                    <a:pt x="1357" y="4024"/>
                    <a:pt x="1198" y="4111"/>
                  </a:cubicBezTo>
                  <a:lnTo>
                    <a:pt x="404" y="4501"/>
                  </a:lnTo>
                  <a:cubicBezTo>
                    <a:pt x="159" y="4631"/>
                    <a:pt x="0" y="4876"/>
                    <a:pt x="0" y="5150"/>
                  </a:cubicBezTo>
                  <a:lnTo>
                    <a:pt x="0" y="7070"/>
                  </a:lnTo>
                  <a:cubicBezTo>
                    <a:pt x="0" y="7200"/>
                    <a:pt x="116" y="7316"/>
                    <a:pt x="246" y="7316"/>
                  </a:cubicBezTo>
                  <a:lnTo>
                    <a:pt x="3161" y="7316"/>
                  </a:lnTo>
                  <a:cubicBezTo>
                    <a:pt x="3291" y="7316"/>
                    <a:pt x="3392" y="7200"/>
                    <a:pt x="3392" y="7070"/>
                  </a:cubicBezTo>
                  <a:lnTo>
                    <a:pt x="3392" y="6262"/>
                  </a:lnTo>
                  <a:cubicBezTo>
                    <a:pt x="3392" y="6002"/>
                    <a:pt x="3494" y="5757"/>
                    <a:pt x="3681" y="5583"/>
                  </a:cubicBezTo>
                  <a:lnTo>
                    <a:pt x="7810" y="1455"/>
                  </a:lnTo>
                  <a:cubicBezTo>
                    <a:pt x="7925" y="1325"/>
                    <a:pt x="7983" y="1152"/>
                    <a:pt x="7940" y="993"/>
                  </a:cubicBezTo>
                  <a:lnTo>
                    <a:pt x="7853" y="646"/>
                  </a:lnTo>
                  <a:lnTo>
                    <a:pt x="8185" y="300"/>
                  </a:lnTo>
                  <a:cubicBezTo>
                    <a:pt x="8257" y="228"/>
                    <a:pt x="8257" y="112"/>
                    <a:pt x="8199" y="55"/>
                  </a:cubicBezTo>
                  <a:cubicBezTo>
                    <a:pt x="8163" y="19"/>
                    <a:pt x="8116" y="0"/>
                    <a:pt x="8070"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4" name="Google Shape;15634;p67"/>
            <p:cNvSpPr/>
            <p:nvPr/>
          </p:nvSpPr>
          <p:spPr>
            <a:xfrm>
              <a:off x="5596661" y="3095318"/>
              <a:ext cx="197163" cy="163136"/>
            </a:xfrm>
            <a:custGeom>
              <a:avLst/>
              <a:gdLst/>
              <a:ahLst/>
              <a:cxnLst/>
              <a:rect l="l" t="t" r="r" b="b"/>
              <a:pathLst>
                <a:path w="7521" h="6223" extrusionOk="0">
                  <a:moveTo>
                    <a:pt x="6871" y="1"/>
                  </a:moveTo>
                  <a:lnTo>
                    <a:pt x="3782" y="2945"/>
                  </a:lnTo>
                  <a:cubicBezTo>
                    <a:pt x="3696" y="3032"/>
                    <a:pt x="3566" y="3075"/>
                    <a:pt x="3450" y="3075"/>
                  </a:cubicBezTo>
                  <a:lnTo>
                    <a:pt x="3306" y="3075"/>
                  </a:lnTo>
                  <a:cubicBezTo>
                    <a:pt x="3096" y="3561"/>
                    <a:pt x="2642" y="3806"/>
                    <a:pt x="2189" y="3806"/>
                  </a:cubicBezTo>
                  <a:cubicBezTo>
                    <a:pt x="1740" y="3806"/>
                    <a:pt x="1291" y="3564"/>
                    <a:pt x="1083" y="3075"/>
                  </a:cubicBezTo>
                  <a:lnTo>
                    <a:pt x="404" y="3422"/>
                  </a:lnTo>
                  <a:cubicBezTo>
                    <a:pt x="159" y="3537"/>
                    <a:pt x="0" y="3797"/>
                    <a:pt x="0" y="4071"/>
                  </a:cubicBezTo>
                  <a:lnTo>
                    <a:pt x="0" y="5991"/>
                  </a:lnTo>
                  <a:cubicBezTo>
                    <a:pt x="0" y="6121"/>
                    <a:pt x="116" y="6222"/>
                    <a:pt x="246" y="6222"/>
                  </a:cubicBezTo>
                  <a:lnTo>
                    <a:pt x="3161" y="6222"/>
                  </a:lnTo>
                  <a:cubicBezTo>
                    <a:pt x="3291" y="6222"/>
                    <a:pt x="3392" y="6121"/>
                    <a:pt x="3392" y="5991"/>
                  </a:cubicBezTo>
                  <a:lnTo>
                    <a:pt x="3392" y="5183"/>
                  </a:lnTo>
                  <a:cubicBezTo>
                    <a:pt x="3392" y="4923"/>
                    <a:pt x="3494" y="4678"/>
                    <a:pt x="3681" y="4504"/>
                  </a:cubicBezTo>
                  <a:lnTo>
                    <a:pt x="7521" y="665"/>
                  </a:lnTo>
                  <a:lnTo>
                    <a:pt x="6871" y="1"/>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5" name="Google Shape;15635;p67"/>
            <p:cNvSpPr/>
            <p:nvPr/>
          </p:nvSpPr>
          <p:spPr>
            <a:xfrm>
              <a:off x="5633362" y="3150946"/>
              <a:ext cx="41262" cy="22361"/>
            </a:xfrm>
            <a:custGeom>
              <a:avLst/>
              <a:gdLst/>
              <a:ahLst/>
              <a:cxnLst/>
              <a:rect l="l" t="t" r="r" b="b"/>
              <a:pathLst>
                <a:path w="1574" h="853" extrusionOk="0">
                  <a:moveTo>
                    <a:pt x="58" y="1"/>
                  </a:moveTo>
                  <a:lnTo>
                    <a:pt x="58" y="477"/>
                  </a:lnTo>
                  <a:cubicBezTo>
                    <a:pt x="58" y="549"/>
                    <a:pt x="44" y="621"/>
                    <a:pt x="0" y="693"/>
                  </a:cubicBezTo>
                  <a:cubicBezTo>
                    <a:pt x="246" y="794"/>
                    <a:pt x="520" y="852"/>
                    <a:pt x="794" y="852"/>
                  </a:cubicBezTo>
                  <a:cubicBezTo>
                    <a:pt x="1054" y="852"/>
                    <a:pt x="1314" y="794"/>
                    <a:pt x="1574" y="679"/>
                  </a:cubicBezTo>
                  <a:cubicBezTo>
                    <a:pt x="1531" y="621"/>
                    <a:pt x="1516" y="549"/>
                    <a:pt x="1516" y="477"/>
                  </a:cubicBezTo>
                  <a:lnTo>
                    <a:pt x="1516"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6" name="Google Shape;15636;p67"/>
            <p:cNvSpPr/>
            <p:nvPr/>
          </p:nvSpPr>
          <p:spPr>
            <a:xfrm>
              <a:off x="5615562" y="3098149"/>
              <a:ext cx="76469" cy="62654"/>
            </a:xfrm>
            <a:custGeom>
              <a:avLst/>
              <a:gdLst/>
              <a:ahLst/>
              <a:cxnLst/>
              <a:rect l="l" t="t" r="r" b="b"/>
              <a:pathLst>
                <a:path w="2917" h="2390" extrusionOk="0">
                  <a:moveTo>
                    <a:pt x="1126" y="1"/>
                  </a:moveTo>
                  <a:cubicBezTo>
                    <a:pt x="1032" y="1"/>
                    <a:pt x="946" y="57"/>
                    <a:pt x="910" y="152"/>
                  </a:cubicBezTo>
                  <a:cubicBezTo>
                    <a:pt x="824" y="311"/>
                    <a:pt x="708" y="455"/>
                    <a:pt x="578" y="585"/>
                  </a:cubicBezTo>
                  <a:cubicBezTo>
                    <a:pt x="448" y="701"/>
                    <a:pt x="304" y="787"/>
                    <a:pt x="145" y="874"/>
                  </a:cubicBezTo>
                  <a:cubicBezTo>
                    <a:pt x="44" y="917"/>
                    <a:pt x="1" y="1018"/>
                    <a:pt x="15" y="1120"/>
                  </a:cubicBezTo>
                  <a:cubicBezTo>
                    <a:pt x="116" y="1856"/>
                    <a:pt x="723" y="2390"/>
                    <a:pt x="1459" y="2390"/>
                  </a:cubicBezTo>
                  <a:cubicBezTo>
                    <a:pt x="2210" y="2390"/>
                    <a:pt x="2845" y="1798"/>
                    <a:pt x="2902" y="1047"/>
                  </a:cubicBezTo>
                  <a:cubicBezTo>
                    <a:pt x="2917" y="975"/>
                    <a:pt x="2874" y="903"/>
                    <a:pt x="2830" y="860"/>
                  </a:cubicBezTo>
                  <a:cubicBezTo>
                    <a:pt x="2339" y="455"/>
                    <a:pt x="1776" y="167"/>
                    <a:pt x="1185" y="8"/>
                  </a:cubicBezTo>
                  <a:cubicBezTo>
                    <a:pt x="1165" y="3"/>
                    <a:pt x="1145" y="1"/>
                    <a:pt x="1126"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7" name="Google Shape;15637;p67"/>
            <p:cNvSpPr/>
            <p:nvPr/>
          </p:nvSpPr>
          <p:spPr>
            <a:xfrm>
              <a:off x="5615562" y="3098149"/>
              <a:ext cx="76469" cy="61894"/>
            </a:xfrm>
            <a:custGeom>
              <a:avLst/>
              <a:gdLst/>
              <a:ahLst/>
              <a:cxnLst/>
              <a:rect l="l" t="t" r="r" b="b"/>
              <a:pathLst>
                <a:path w="2917" h="2361" extrusionOk="0">
                  <a:moveTo>
                    <a:pt x="1125" y="1"/>
                  </a:moveTo>
                  <a:cubicBezTo>
                    <a:pt x="1031" y="1"/>
                    <a:pt x="946" y="54"/>
                    <a:pt x="910" y="138"/>
                  </a:cubicBezTo>
                  <a:cubicBezTo>
                    <a:pt x="853" y="268"/>
                    <a:pt x="766" y="369"/>
                    <a:pt x="679" y="470"/>
                  </a:cubicBezTo>
                  <a:cubicBezTo>
                    <a:pt x="650" y="499"/>
                    <a:pt x="607" y="542"/>
                    <a:pt x="578" y="585"/>
                  </a:cubicBezTo>
                  <a:cubicBezTo>
                    <a:pt x="448" y="686"/>
                    <a:pt x="304" y="787"/>
                    <a:pt x="145" y="874"/>
                  </a:cubicBezTo>
                  <a:cubicBezTo>
                    <a:pt x="44" y="917"/>
                    <a:pt x="1" y="1018"/>
                    <a:pt x="15" y="1120"/>
                  </a:cubicBezTo>
                  <a:cubicBezTo>
                    <a:pt x="102" y="1755"/>
                    <a:pt x="593" y="2274"/>
                    <a:pt x="1242" y="2361"/>
                  </a:cubicBezTo>
                  <a:cubicBezTo>
                    <a:pt x="910" y="2173"/>
                    <a:pt x="708" y="1798"/>
                    <a:pt x="723" y="1423"/>
                  </a:cubicBezTo>
                  <a:lnTo>
                    <a:pt x="723" y="1076"/>
                  </a:lnTo>
                  <a:cubicBezTo>
                    <a:pt x="780" y="1033"/>
                    <a:pt x="838" y="990"/>
                    <a:pt x="896" y="946"/>
                  </a:cubicBezTo>
                  <a:cubicBezTo>
                    <a:pt x="1026" y="816"/>
                    <a:pt x="1141" y="686"/>
                    <a:pt x="1242" y="528"/>
                  </a:cubicBezTo>
                  <a:cubicBezTo>
                    <a:pt x="1704" y="672"/>
                    <a:pt x="2137" y="903"/>
                    <a:pt x="2498" y="1221"/>
                  </a:cubicBezTo>
                  <a:cubicBezTo>
                    <a:pt x="2542" y="1264"/>
                    <a:pt x="2657" y="1365"/>
                    <a:pt x="2801" y="1495"/>
                  </a:cubicBezTo>
                  <a:cubicBezTo>
                    <a:pt x="2859" y="1350"/>
                    <a:pt x="2888" y="1192"/>
                    <a:pt x="2902" y="1047"/>
                  </a:cubicBezTo>
                  <a:cubicBezTo>
                    <a:pt x="2917" y="975"/>
                    <a:pt x="2874" y="903"/>
                    <a:pt x="2830" y="860"/>
                  </a:cubicBezTo>
                  <a:cubicBezTo>
                    <a:pt x="2339" y="455"/>
                    <a:pt x="1776" y="167"/>
                    <a:pt x="1185" y="8"/>
                  </a:cubicBezTo>
                  <a:cubicBezTo>
                    <a:pt x="1164" y="3"/>
                    <a:pt x="1144" y="1"/>
                    <a:pt x="1125"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8" name="Google Shape;15638;p67"/>
            <p:cNvSpPr/>
            <p:nvPr/>
          </p:nvSpPr>
          <p:spPr>
            <a:xfrm>
              <a:off x="5596661" y="3191815"/>
              <a:ext cx="25743" cy="66639"/>
            </a:xfrm>
            <a:custGeom>
              <a:avLst/>
              <a:gdLst/>
              <a:ahLst/>
              <a:cxnLst/>
              <a:rect l="l" t="t" r="r" b="b"/>
              <a:pathLst>
                <a:path w="982" h="2542" extrusionOk="0">
                  <a:moveTo>
                    <a:pt x="116" y="1"/>
                  </a:moveTo>
                  <a:cubicBezTo>
                    <a:pt x="43" y="116"/>
                    <a:pt x="0" y="246"/>
                    <a:pt x="0" y="390"/>
                  </a:cubicBezTo>
                  <a:lnTo>
                    <a:pt x="0" y="2310"/>
                  </a:lnTo>
                  <a:cubicBezTo>
                    <a:pt x="0" y="2440"/>
                    <a:pt x="116" y="2541"/>
                    <a:pt x="246" y="2541"/>
                  </a:cubicBezTo>
                  <a:lnTo>
                    <a:pt x="967" y="2541"/>
                  </a:lnTo>
                  <a:lnTo>
                    <a:pt x="982" y="1256"/>
                  </a:lnTo>
                  <a:cubicBezTo>
                    <a:pt x="982" y="997"/>
                    <a:pt x="866" y="751"/>
                    <a:pt x="693" y="564"/>
                  </a:cubicBezTo>
                  <a:lnTo>
                    <a:pt x="116" y="1"/>
                  </a:ln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39" name="Google Shape;15639;p67"/>
            <p:cNvSpPr/>
            <p:nvPr/>
          </p:nvSpPr>
          <p:spPr>
            <a:xfrm>
              <a:off x="5819174" y="2953416"/>
              <a:ext cx="114297" cy="114691"/>
            </a:xfrm>
            <a:custGeom>
              <a:avLst/>
              <a:gdLst/>
              <a:ahLst/>
              <a:cxnLst/>
              <a:rect l="l" t="t" r="r" b="b"/>
              <a:pathLst>
                <a:path w="4360" h="4375" extrusionOk="0">
                  <a:moveTo>
                    <a:pt x="2180" y="0"/>
                  </a:moveTo>
                  <a:cubicBezTo>
                    <a:pt x="982" y="0"/>
                    <a:pt x="0" y="982"/>
                    <a:pt x="0" y="2180"/>
                  </a:cubicBezTo>
                  <a:cubicBezTo>
                    <a:pt x="0" y="3393"/>
                    <a:pt x="982" y="4374"/>
                    <a:pt x="2180" y="4374"/>
                  </a:cubicBezTo>
                  <a:cubicBezTo>
                    <a:pt x="3393" y="4374"/>
                    <a:pt x="4360" y="3393"/>
                    <a:pt x="4360" y="2180"/>
                  </a:cubicBezTo>
                  <a:cubicBezTo>
                    <a:pt x="4360" y="982"/>
                    <a:pt x="3393" y="0"/>
                    <a:pt x="2180"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0" name="Google Shape;15640;p67"/>
            <p:cNvSpPr/>
            <p:nvPr/>
          </p:nvSpPr>
          <p:spPr>
            <a:xfrm>
              <a:off x="5838075" y="2972710"/>
              <a:ext cx="76469" cy="76076"/>
            </a:xfrm>
            <a:custGeom>
              <a:avLst/>
              <a:gdLst/>
              <a:ahLst/>
              <a:cxnLst/>
              <a:rect l="l" t="t" r="r" b="b"/>
              <a:pathLst>
                <a:path w="2917" h="2902" extrusionOk="0">
                  <a:moveTo>
                    <a:pt x="1459" y="0"/>
                  </a:moveTo>
                  <a:cubicBezTo>
                    <a:pt x="665" y="0"/>
                    <a:pt x="1" y="650"/>
                    <a:pt x="1" y="1444"/>
                  </a:cubicBezTo>
                  <a:cubicBezTo>
                    <a:pt x="1" y="2252"/>
                    <a:pt x="665" y="2902"/>
                    <a:pt x="1459" y="2902"/>
                  </a:cubicBezTo>
                  <a:cubicBezTo>
                    <a:pt x="2267" y="2902"/>
                    <a:pt x="2917" y="2252"/>
                    <a:pt x="2917" y="1444"/>
                  </a:cubicBezTo>
                  <a:cubicBezTo>
                    <a:pt x="2917" y="650"/>
                    <a:pt x="2267" y="0"/>
                    <a:pt x="145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1" name="Google Shape;15641;p67"/>
            <p:cNvSpPr/>
            <p:nvPr/>
          </p:nvSpPr>
          <p:spPr>
            <a:xfrm>
              <a:off x="5685582" y="3095318"/>
              <a:ext cx="108242" cy="135872"/>
            </a:xfrm>
            <a:custGeom>
              <a:avLst/>
              <a:gdLst/>
              <a:ahLst/>
              <a:cxnLst/>
              <a:rect l="l" t="t" r="r" b="b"/>
              <a:pathLst>
                <a:path w="4129" h="5183" extrusionOk="0">
                  <a:moveTo>
                    <a:pt x="3479" y="1"/>
                  </a:moveTo>
                  <a:lnTo>
                    <a:pt x="722" y="2628"/>
                  </a:lnTo>
                  <a:cubicBezTo>
                    <a:pt x="506" y="2830"/>
                    <a:pt x="332" y="3075"/>
                    <a:pt x="203" y="3350"/>
                  </a:cubicBezTo>
                  <a:cubicBezTo>
                    <a:pt x="73" y="3653"/>
                    <a:pt x="0" y="3970"/>
                    <a:pt x="0" y="4288"/>
                  </a:cubicBezTo>
                  <a:lnTo>
                    <a:pt x="0" y="5183"/>
                  </a:lnTo>
                  <a:cubicBezTo>
                    <a:pt x="0" y="4923"/>
                    <a:pt x="102" y="4678"/>
                    <a:pt x="289" y="4504"/>
                  </a:cubicBezTo>
                  <a:lnTo>
                    <a:pt x="4129" y="650"/>
                  </a:lnTo>
                  <a:lnTo>
                    <a:pt x="3479" y="1"/>
                  </a:ln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2" name="Google Shape;15642;p67"/>
            <p:cNvSpPr/>
            <p:nvPr/>
          </p:nvSpPr>
          <p:spPr>
            <a:xfrm>
              <a:off x="5857396" y="2991637"/>
              <a:ext cx="38248" cy="38248"/>
            </a:xfrm>
            <a:custGeom>
              <a:avLst/>
              <a:gdLst/>
              <a:ahLst/>
              <a:cxnLst/>
              <a:rect l="l" t="t" r="r" b="b"/>
              <a:pathLst>
                <a:path w="1459" h="1459" extrusionOk="0">
                  <a:moveTo>
                    <a:pt x="722" y="0"/>
                  </a:moveTo>
                  <a:cubicBezTo>
                    <a:pt x="318" y="0"/>
                    <a:pt x="0" y="332"/>
                    <a:pt x="0" y="722"/>
                  </a:cubicBezTo>
                  <a:cubicBezTo>
                    <a:pt x="0" y="1126"/>
                    <a:pt x="318" y="1458"/>
                    <a:pt x="722" y="1458"/>
                  </a:cubicBezTo>
                  <a:cubicBezTo>
                    <a:pt x="1126" y="1458"/>
                    <a:pt x="1458" y="1126"/>
                    <a:pt x="1458" y="722"/>
                  </a:cubicBezTo>
                  <a:cubicBezTo>
                    <a:pt x="1458" y="332"/>
                    <a:pt x="1126" y="0"/>
                    <a:pt x="722"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3" name="Google Shape;15643;p67"/>
            <p:cNvSpPr/>
            <p:nvPr/>
          </p:nvSpPr>
          <p:spPr>
            <a:xfrm>
              <a:off x="5867986" y="2934384"/>
              <a:ext cx="87532" cy="82630"/>
            </a:xfrm>
            <a:custGeom>
              <a:avLst/>
              <a:gdLst/>
              <a:ahLst/>
              <a:cxnLst/>
              <a:rect l="l" t="t" r="r" b="b"/>
              <a:pathLst>
                <a:path w="3339" h="3152" extrusionOk="0">
                  <a:moveTo>
                    <a:pt x="2986" y="0"/>
                  </a:moveTo>
                  <a:cubicBezTo>
                    <a:pt x="2929" y="0"/>
                    <a:pt x="2869" y="23"/>
                    <a:pt x="2815" y="77"/>
                  </a:cubicBezTo>
                  <a:lnTo>
                    <a:pt x="145" y="2747"/>
                  </a:lnTo>
                  <a:cubicBezTo>
                    <a:pt x="0" y="2892"/>
                    <a:pt x="101" y="3151"/>
                    <a:pt x="318" y="3151"/>
                  </a:cubicBezTo>
                  <a:cubicBezTo>
                    <a:pt x="390" y="3151"/>
                    <a:pt x="448" y="3137"/>
                    <a:pt x="491" y="3079"/>
                  </a:cubicBezTo>
                  <a:lnTo>
                    <a:pt x="3162" y="423"/>
                  </a:lnTo>
                  <a:cubicBezTo>
                    <a:pt x="3339" y="246"/>
                    <a:pt x="3176" y="0"/>
                    <a:pt x="2986"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4" name="Google Shape;15644;p67"/>
            <p:cNvSpPr/>
            <p:nvPr/>
          </p:nvSpPr>
          <p:spPr>
            <a:xfrm>
              <a:off x="5916799" y="2937241"/>
              <a:ext cx="38248" cy="33214"/>
            </a:xfrm>
            <a:custGeom>
              <a:avLst/>
              <a:gdLst/>
              <a:ahLst/>
              <a:cxnLst/>
              <a:rect l="l" t="t" r="r" b="b"/>
              <a:pathLst>
                <a:path w="1459" h="1267" extrusionOk="0">
                  <a:moveTo>
                    <a:pt x="495" y="1"/>
                  </a:moveTo>
                  <a:cubicBezTo>
                    <a:pt x="298" y="1"/>
                    <a:pt x="104" y="113"/>
                    <a:pt x="1" y="300"/>
                  </a:cubicBezTo>
                  <a:lnTo>
                    <a:pt x="1" y="1021"/>
                  </a:lnTo>
                  <a:cubicBezTo>
                    <a:pt x="1" y="1151"/>
                    <a:pt x="116" y="1267"/>
                    <a:pt x="246" y="1267"/>
                  </a:cubicBezTo>
                  <a:lnTo>
                    <a:pt x="968" y="1267"/>
                  </a:lnTo>
                  <a:lnTo>
                    <a:pt x="1459" y="776"/>
                  </a:lnTo>
                  <a:cubicBezTo>
                    <a:pt x="1444" y="646"/>
                    <a:pt x="1343" y="545"/>
                    <a:pt x="1213" y="545"/>
                  </a:cubicBezTo>
                  <a:lnTo>
                    <a:pt x="722" y="545"/>
                  </a:lnTo>
                  <a:lnTo>
                    <a:pt x="722" y="54"/>
                  </a:lnTo>
                  <a:cubicBezTo>
                    <a:pt x="649" y="18"/>
                    <a:pt x="572" y="1"/>
                    <a:pt x="495"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5" name="Google Shape;15645;p67"/>
            <p:cNvSpPr/>
            <p:nvPr/>
          </p:nvSpPr>
          <p:spPr>
            <a:xfrm>
              <a:off x="5889430" y="2934384"/>
              <a:ext cx="63729" cy="60635"/>
            </a:xfrm>
            <a:custGeom>
              <a:avLst/>
              <a:gdLst/>
              <a:ahLst/>
              <a:cxnLst/>
              <a:rect l="l" t="t" r="r" b="b"/>
              <a:pathLst>
                <a:path w="2431" h="2313" extrusionOk="0">
                  <a:moveTo>
                    <a:pt x="2170" y="1"/>
                  </a:moveTo>
                  <a:cubicBezTo>
                    <a:pt x="2109" y="1"/>
                    <a:pt x="2048" y="26"/>
                    <a:pt x="1997" y="77"/>
                  </a:cubicBezTo>
                  <a:lnTo>
                    <a:pt x="178" y="1896"/>
                  </a:lnTo>
                  <a:cubicBezTo>
                    <a:pt x="0" y="2074"/>
                    <a:pt x="166" y="2312"/>
                    <a:pt x="357" y="2312"/>
                  </a:cubicBezTo>
                  <a:cubicBezTo>
                    <a:pt x="413" y="2312"/>
                    <a:pt x="472" y="2291"/>
                    <a:pt x="525" y="2242"/>
                  </a:cubicBezTo>
                  <a:lnTo>
                    <a:pt x="2344" y="423"/>
                  </a:lnTo>
                  <a:cubicBezTo>
                    <a:pt x="2430" y="322"/>
                    <a:pt x="2430" y="163"/>
                    <a:pt x="2344" y="77"/>
                  </a:cubicBezTo>
                  <a:cubicBezTo>
                    <a:pt x="2293" y="26"/>
                    <a:pt x="2232" y="1"/>
                    <a:pt x="2170"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46" name="Google Shape;15646;p67"/>
          <p:cNvGrpSpPr/>
          <p:nvPr/>
        </p:nvGrpSpPr>
        <p:grpSpPr>
          <a:xfrm>
            <a:off x="849601" y="2914408"/>
            <a:ext cx="356891" cy="335709"/>
            <a:chOff x="874658" y="2914408"/>
            <a:chExt cx="356891" cy="335709"/>
          </a:xfrm>
        </p:grpSpPr>
        <p:sp>
          <p:nvSpPr>
            <p:cNvPr id="15647" name="Google Shape;15647;p67"/>
            <p:cNvSpPr/>
            <p:nvPr/>
          </p:nvSpPr>
          <p:spPr>
            <a:xfrm>
              <a:off x="909472" y="2994285"/>
              <a:ext cx="287238" cy="177869"/>
            </a:xfrm>
            <a:custGeom>
              <a:avLst/>
              <a:gdLst/>
              <a:ahLst/>
              <a:cxnLst/>
              <a:rect l="l" t="t" r="r" b="b"/>
              <a:pathLst>
                <a:path w="10957" h="6785" extrusionOk="0">
                  <a:moveTo>
                    <a:pt x="0" y="0"/>
                  </a:moveTo>
                  <a:lnTo>
                    <a:pt x="0" y="6785"/>
                  </a:lnTo>
                  <a:lnTo>
                    <a:pt x="10957" y="6785"/>
                  </a:lnTo>
                  <a:lnTo>
                    <a:pt x="10957" y="0"/>
                  </a:ln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8" name="Google Shape;15648;p67"/>
            <p:cNvSpPr/>
            <p:nvPr/>
          </p:nvSpPr>
          <p:spPr>
            <a:xfrm>
              <a:off x="874658" y="2914408"/>
              <a:ext cx="356891" cy="93902"/>
            </a:xfrm>
            <a:custGeom>
              <a:avLst/>
              <a:gdLst/>
              <a:ahLst/>
              <a:cxnLst/>
              <a:rect l="l" t="t" r="r" b="b"/>
              <a:pathLst>
                <a:path w="13614" h="3582" extrusionOk="0">
                  <a:moveTo>
                    <a:pt x="265" y="0"/>
                  </a:moveTo>
                  <a:cubicBezTo>
                    <a:pt x="117" y="0"/>
                    <a:pt x="0" y="125"/>
                    <a:pt x="0" y="276"/>
                  </a:cubicBezTo>
                  <a:lnTo>
                    <a:pt x="0" y="3293"/>
                  </a:lnTo>
                  <a:cubicBezTo>
                    <a:pt x="0" y="3451"/>
                    <a:pt x="130" y="3581"/>
                    <a:pt x="289" y="3581"/>
                  </a:cubicBezTo>
                  <a:lnTo>
                    <a:pt x="13339" y="3581"/>
                  </a:lnTo>
                  <a:cubicBezTo>
                    <a:pt x="13498" y="3581"/>
                    <a:pt x="13613" y="3451"/>
                    <a:pt x="13613" y="3293"/>
                  </a:cubicBezTo>
                  <a:lnTo>
                    <a:pt x="13613" y="276"/>
                  </a:lnTo>
                  <a:cubicBezTo>
                    <a:pt x="13613" y="117"/>
                    <a:pt x="13498" y="1"/>
                    <a:pt x="13339" y="1"/>
                  </a:cubicBezTo>
                  <a:lnTo>
                    <a:pt x="289" y="1"/>
                  </a:lnTo>
                  <a:cubicBezTo>
                    <a:pt x="281" y="1"/>
                    <a:pt x="273" y="0"/>
                    <a:pt x="265" y="0"/>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49" name="Google Shape;15649;p67"/>
            <p:cNvSpPr/>
            <p:nvPr/>
          </p:nvSpPr>
          <p:spPr>
            <a:xfrm>
              <a:off x="1211442" y="2914434"/>
              <a:ext cx="20107" cy="93876"/>
            </a:xfrm>
            <a:custGeom>
              <a:avLst/>
              <a:gdLst/>
              <a:ahLst/>
              <a:cxnLst/>
              <a:rect l="l" t="t" r="r" b="b"/>
              <a:pathLst>
                <a:path w="767" h="3581" extrusionOk="0">
                  <a:moveTo>
                    <a:pt x="1" y="0"/>
                  </a:moveTo>
                  <a:lnTo>
                    <a:pt x="1" y="3580"/>
                  </a:lnTo>
                  <a:lnTo>
                    <a:pt x="492" y="3580"/>
                  </a:lnTo>
                  <a:cubicBezTo>
                    <a:pt x="651" y="3580"/>
                    <a:pt x="766" y="3450"/>
                    <a:pt x="766" y="3292"/>
                  </a:cubicBezTo>
                  <a:lnTo>
                    <a:pt x="766" y="275"/>
                  </a:lnTo>
                  <a:cubicBezTo>
                    <a:pt x="766" y="116"/>
                    <a:pt x="651" y="0"/>
                    <a:pt x="49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0" name="Google Shape;15650;p67"/>
            <p:cNvSpPr/>
            <p:nvPr/>
          </p:nvSpPr>
          <p:spPr>
            <a:xfrm>
              <a:off x="874658" y="2914408"/>
              <a:ext cx="20081" cy="93902"/>
            </a:xfrm>
            <a:custGeom>
              <a:avLst/>
              <a:gdLst/>
              <a:ahLst/>
              <a:cxnLst/>
              <a:rect l="l" t="t" r="r" b="b"/>
              <a:pathLst>
                <a:path w="766" h="3582" extrusionOk="0">
                  <a:moveTo>
                    <a:pt x="265" y="0"/>
                  </a:moveTo>
                  <a:cubicBezTo>
                    <a:pt x="117" y="0"/>
                    <a:pt x="0" y="125"/>
                    <a:pt x="0" y="276"/>
                  </a:cubicBezTo>
                  <a:lnTo>
                    <a:pt x="0" y="3293"/>
                  </a:lnTo>
                  <a:cubicBezTo>
                    <a:pt x="0" y="3451"/>
                    <a:pt x="130" y="3581"/>
                    <a:pt x="289" y="3581"/>
                  </a:cubicBezTo>
                  <a:lnTo>
                    <a:pt x="765" y="3581"/>
                  </a:lnTo>
                  <a:lnTo>
                    <a:pt x="765" y="1"/>
                  </a:lnTo>
                  <a:lnTo>
                    <a:pt x="289" y="1"/>
                  </a:lnTo>
                  <a:cubicBezTo>
                    <a:pt x="281" y="1"/>
                    <a:pt x="273" y="0"/>
                    <a:pt x="265"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1" name="Google Shape;15651;p67"/>
            <p:cNvSpPr/>
            <p:nvPr/>
          </p:nvSpPr>
          <p:spPr>
            <a:xfrm>
              <a:off x="1171333" y="2945079"/>
              <a:ext cx="34080" cy="34079"/>
            </a:xfrm>
            <a:custGeom>
              <a:avLst/>
              <a:gdLst/>
              <a:ahLst/>
              <a:cxnLst/>
              <a:rect l="l" t="t" r="r" b="b"/>
              <a:pathLst>
                <a:path w="1300" h="1300" extrusionOk="0">
                  <a:moveTo>
                    <a:pt x="650" y="1"/>
                  </a:moveTo>
                  <a:cubicBezTo>
                    <a:pt x="290" y="1"/>
                    <a:pt x="1" y="289"/>
                    <a:pt x="1" y="650"/>
                  </a:cubicBezTo>
                  <a:cubicBezTo>
                    <a:pt x="1" y="1011"/>
                    <a:pt x="290" y="1300"/>
                    <a:pt x="650" y="1300"/>
                  </a:cubicBezTo>
                  <a:cubicBezTo>
                    <a:pt x="1011" y="1300"/>
                    <a:pt x="1300" y="1011"/>
                    <a:pt x="1300" y="650"/>
                  </a:cubicBezTo>
                  <a:cubicBezTo>
                    <a:pt x="1300" y="289"/>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2" name="Google Shape;15652;p67"/>
            <p:cNvSpPr/>
            <p:nvPr/>
          </p:nvSpPr>
          <p:spPr>
            <a:xfrm>
              <a:off x="1113451" y="2945079"/>
              <a:ext cx="34080" cy="34079"/>
            </a:xfrm>
            <a:custGeom>
              <a:avLst/>
              <a:gdLst/>
              <a:ahLst/>
              <a:cxnLst/>
              <a:rect l="l" t="t" r="r" b="b"/>
              <a:pathLst>
                <a:path w="1300" h="1300" extrusionOk="0">
                  <a:moveTo>
                    <a:pt x="650" y="1"/>
                  </a:moveTo>
                  <a:cubicBezTo>
                    <a:pt x="289" y="1"/>
                    <a:pt x="0" y="289"/>
                    <a:pt x="0" y="650"/>
                  </a:cubicBezTo>
                  <a:cubicBezTo>
                    <a:pt x="0" y="1011"/>
                    <a:pt x="289" y="1300"/>
                    <a:pt x="650" y="1300"/>
                  </a:cubicBezTo>
                  <a:cubicBezTo>
                    <a:pt x="1011" y="1300"/>
                    <a:pt x="1299" y="1011"/>
                    <a:pt x="1299" y="650"/>
                  </a:cubicBezTo>
                  <a:cubicBezTo>
                    <a:pt x="1299" y="289"/>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3" name="Google Shape;15653;p67"/>
            <p:cNvSpPr/>
            <p:nvPr/>
          </p:nvSpPr>
          <p:spPr>
            <a:xfrm>
              <a:off x="898488" y="2956824"/>
              <a:ext cx="197582" cy="10617"/>
            </a:xfrm>
            <a:custGeom>
              <a:avLst/>
              <a:gdLst/>
              <a:ahLst/>
              <a:cxnLst/>
              <a:rect l="l" t="t" r="r" b="b"/>
              <a:pathLst>
                <a:path w="7537" h="405" extrusionOk="0">
                  <a:moveTo>
                    <a:pt x="275" y="0"/>
                  </a:moveTo>
                  <a:cubicBezTo>
                    <a:pt x="5" y="0"/>
                    <a:pt x="1" y="405"/>
                    <a:pt x="261" y="405"/>
                  </a:cubicBezTo>
                  <a:cubicBezTo>
                    <a:pt x="266" y="405"/>
                    <a:pt x="270" y="405"/>
                    <a:pt x="275" y="404"/>
                  </a:cubicBezTo>
                  <a:lnTo>
                    <a:pt x="7262" y="404"/>
                  </a:lnTo>
                  <a:cubicBezTo>
                    <a:pt x="7536" y="404"/>
                    <a:pt x="7536" y="0"/>
                    <a:pt x="7262"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4" name="Google Shape;15654;p67"/>
            <p:cNvSpPr/>
            <p:nvPr/>
          </p:nvSpPr>
          <p:spPr>
            <a:xfrm>
              <a:off x="874658" y="3035154"/>
              <a:ext cx="356891" cy="94243"/>
            </a:xfrm>
            <a:custGeom>
              <a:avLst/>
              <a:gdLst/>
              <a:ahLst/>
              <a:cxnLst/>
              <a:rect l="l" t="t" r="r" b="b"/>
              <a:pathLst>
                <a:path w="13614" h="3595" extrusionOk="0">
                  <a:moveTo>
                    <a:pt x="289" y="0"/>
                  </a:moveTo>
                  <a:cubicBezTo>
                    <a:pt x="130" y="0"/>
                    <a:pt x="0" y="130"/>
                    <a:pt x="0" y="289"/>
                  </a:cubicBezTo>
                  <a:lnTo>
                    <a:pt x="0" y="3306"/>
                  </a:lnTo>
                  <a:cubicBezTo>
                    <a:pt x="0" y="3465"/>
                    <a:pt x="130" y="3595"/>
                    <a:pt x="289" y="3595"/>
                  </a:cubicBezTo>
                  <a:lnTo>
                    <a:pt x="13339" y="3595"/>
                  </a:lnTo>
                  <a:cubicBezTo>
                    <a:pt x="13498" y="3595"/>
                    <a:pt x="13613" y="3465"/>
                    <a:pt x="13613" y="3306"/>
                  </a:cubicBezTo>
                  <a:lnTo>
                    <a:pt x="13613" y="289"/>
                  </a:lnTo>
                  <a:cubicBezTo>
                    <a:pt x="13613" y="130"/>
                    <a:pt x="13498" y="0"/>
                    <a:pt x="13339" y="0"/>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5" name="Google Shape;15655;p67"/>
            <p:cNvSpPr/>
            <p:nvPr/>
          </p:nvSpPr>
          <p:spPr>
            <a:xfrm>
              <a:off x="1211442" y="3035154"/>
              <a:ext cx="20107" cy="94243"/>
            </a:xfrm>
            <a:custGeom>
              <a:avLst/>
              <a:gdLst/>
              <a:ahLst/>
              <a:cxnLst/>
              <a:rect l="l" t="t" r="r" b="b"/>
              <a:pathLst>
                <a:path w="767" h="3595" extrusionOk="0">
                  <a:moveTo>
                    <a:pt x="1" y="0"/>
                  </a:moveTo>
                  <a:lnTo>
                    <a:pt x="1" y="3595"/>
                  </a:lnTo>
                  <a:lnTo>
                    <a:pt x="492" y="3595"/>
                  </a:lnTo>
                  <a:cubicBezTo>
                    <a:pt x="651" y="3595"/>
                    <a:pt x="766" y="3465"/>
                    <a:pt x="766" y="3306"/>
                  </a:cubicBezTo>
                  <a:lnTo>
                    <a:pt x="766" y="289"/>
                  </a:lnTo>
                  <a:cubicBezTo>
                    <a:pt x="766" y="130"/>
                    <a:pt x="651" y="0"/>
                    <a:pt x="49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6" name="Google Shape;15656;p67"/>
            <p:cNvSpPr/>
            <p:nvPr/>
          </p:nvSpPr>
          <p:spPr>
            <a:xfrm>
              <a:off x="874658" y="3035154"/>
              <a:ext cx="20081" cy="94243"/>
            </a:xfrm>
            <a:custGeom>
              <a:avLst/>
              <a:gdLst/>
              <a:ahLst/>
              <a:cxnLst/>
              <a:rect l="l" t="t" r="r" b="b"/>
              <a:pathLst>
                <a:path w="766" h="3595" extrusionOk="0">
                  <a:moveTo>
                    <a:pt x="289" y="0"/>
                  </a:moveTo>
                  <a:cubicBezTo>
                    <a:pt x="130" y="0"/>
                    <a:pt x="0" y="130"/>
                    <a:pt x="0" y="289"/>
                  </a:cubicBezTo>
                  <a:lnTo>
                    <a:pt x="0" y="3306"/>
                  </a:lnTo>
                  <a:cubicBezTo>
                    <a:pt x="0" y="3465"/>
                    <a:pt x="130" y="3595"/>
                    <a:pt x="289" y="3595"/>
                  </a:cubicBezTo>
                  <a:lnTo>
                    <a:pt x="765" y="3595"/>
                  </a:lnTo>
                  <a:lnTo>
                    <a:pt x="765" y="0"/>
                  </a:ln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7" name="Google Shape;15657;p67"/>
            <p:cNvSpPr/>
            <p:nvPr/>
          </p:nvSpPr>
          <p:spPr>
            <a:xfrm>
              <a:off x="1171333" y="3066167"/>
              <a:ext cx="34080" cy="34106"/>
            </a:xfrm>
            <a:custGeom>
              <a:avLst/>
              <a:gdLst/>
              <a:ahLst/>
              <a:cxnLst/>
              <a:rect l="l" t="t" r="r" b="b"/>
              <a:pathLst>
                <a:path w="1300" h="1301" extrusionOk="0">
                  <a:moveTo>
                    <a:pt x="650" y="1"/>
                  </a:moveTo>
                  <a:cubicBezTo>
                    <a:pt x="290" y="1"/>
                    <a:pt x="1" y="290"/>
                    <a:pt x="1" y="651"/>
                  </a:cubicBezTo>
                  <a:cubicBezTo>
                    <a:pt x="1" y="1011"/>
                    <a:pt x="290" y="1300"/>
                    <a:pt x="650" y="1300"/>
                  </a:cubicBezTo>
                  <a:cubicBezTo>
                    <a:pt x="1011" y="1300"/>
                    <a:pt x="1300" y="1011"/>
                    <a:pt x="1300" y="651"/>
                  </a:cubicBezTo>
                  <a:cubicBezTo>
                    <a:pt x="1300" y="290"/>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8" name="Google Shape;15658;p67"/>
            <p:cNvSpPr/>
            <p:nvPr/>
          </p:nvSpPr>
          <p:spPr>
            <a:xfrm>
              <a:off x="1113451" y="3066167"/>
              <a:ext cx="34080" cy="34106"/>
            </a:xfrm>
            <a:custGeom>
              <a:avLst/>
              <a:gdLst/>
              <a:ahLst/>
              <a:cxnLst/>
              <a:rect l="l" t="t" r="r" b="b"/>
              <a:pathLst>
                <a:path w="1300" h="1301" extrusionOk="0">
                  <a:moveTo>
                    <a:pt x="650" y="1"/>
                  </a:moveTo>
                  <a:cubicBezTo>
                    <a:pt x="289" y="1"/>
                    <a:pt x="0" y="290"/>
                    <a:pt x="0" y="651"/>
                  </a:cubicBezTo>
                  <a:cubicBezTo>
                    <a:pt x="0" y="1011"/>
                    <a:pt x="289" y="1300"/>
                    <a:pt x="650" y="1300"/>
                  </a:cubicBezTo>
                  <a:cubicBezTo>
                    <a:pt x="1011" y="1300"/>
                    <a:pt x="1299" y="1011"/>
                    <a:pt x="1299" y="651"/>
                  </a:cubicBezTo>
                  <a:cubicBezTo>
                    <a:pt x="1299" y="290"/>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9" name="Google Shape;15659;p67"/>
            <p:cNvSpPr/>
            <p:nvPr/>
          </p:nvSpPr>
          <p:spPr>
            <a:xfrm>
              <a:off x="898488" y="3077544"/>
              <a:ext cx="197582" cy="10984"/>
            </a:xfrm>
            <a:custGeom>
              <a:avLst/>
              <a:gdLst/>
              <a:ahLst/>
              <a:cxnLst/>
              <a:rect l="l" t="t" r="r" b="b"/>
              <a:pathLst>
                <a:path w="7537" h="419" extrusionOk="0">
                  <a:moveTo>
                    <a:pt x="275" y="0"/>
                  </a:moveTo>
                  <a:cubicBezTo>
                    <a:pt x="1" y="0"/>
                    <a:pt x="1" y="419"/>
                    <a:pt x="275" y="419"/>
                  </a:cubicBezTo>
                  <a:lnTo>
                    <a:pt x="7262" y="419"/>
                  </a:lnTo>
                  <a:cubicBezTo>
                    <a:pt x="7536" y="419"/>
                    <a:pt x="7536" y="0"/>
                    <a:pt x="7262"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0" name="Google Shape;15660;p67"/>
            <p:cNvSpPr/>
            <p:nvPr/>
          </p:nvSpPr>
          <p:spPr>
            <a:xfrm>
              <a:off x="874658" y="3155874"/>
              <a:ext cx="356891" cy="94243"/>
            </a:xfrm>
            <a:custGeom>
              <a:avLst/>
              <a:gdLst/>
              <a:ahLst/>
              <a:cxnLst/>
              <a:rect l="l" t="t" r="r" b="b"/>
              <a:pathLst>
                <a:path w="13614" h="3595" extrusionOk="0">
                  <a:moveTo>
                    <a:pt x="289" y="0"/>
                  </a:moveTo>
                  <a:cubicBezTo>
                    <a:pt x="130" y="0"/>
                    <a:pt x="0" y="130"/>
                    <a:pt x="0" y="289"/>
                  </a:cubicBezTo>
                  <a:lnTo>
                    <a:pt x="0" y="3306"/>
                  </a:lnTo>
                  <a:cubicBezTo>
                    <a:pt x="0" y="3465"/>
                    <a:pt x="130" y="3595"/>
                    <a:pt x="289" y="3595"/>
                  </a:cubicBezTo>
                  <a:lnTo>
                    <a:pt x="13339" y="3595"/>
                  </a:lnTo>
                  <a:cubicBezTo>
                    <a:pt x="13498" y="3595"/>
                    <a:pt x="13613" y="3465"/>
                    <a:pt x="13613" y="3306"/>
                  </a:cubicBezTo>
                  <a:lnTo>
                    <a:pt x="13613" y="289"/>
                  </a:lnTo>
                  <a:cubicBezTo>
                    <a:pt x="13613" y="130"/>
                    <a:pt x="13498" y="0"/>
                    <a:pt x="13339" y="0"/>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1" name="Google Shape;15661;p67"/>
            <p:cNvSpPr/>
            <p:nvPr/>
          </p:nvSpPr>
          <p:spPr>
            <a:xfrm>
              <a:off x="1211442" y="3155874"/>
              <a:ext cx="20107" cy="94243"/>
            </a:xfrm>
            <a:custGeom>
              <a:avLst/>
              <a:gdLst/>
              <a:ahLst/>
              <a:cxnLst/>
              <a:rect l="l" t="t" r="r" b="b"/>
              <a:pathLst>
                <a:path w="767" h="3595" extrusionOk="0">
                  <a:moveTo>
                    <a:pt x="1" y="0"/>
                  </a:moveTo>
                  <a:lnTo>
                    <a:pt x="1" y="3595"/>
                  </a:lnTo>
                  <a:lnTo>
                    <a:pt x="492" y="3595"/>
                  </a:lnTo>
                  <a:cubicBezTo>
                    <a:pt x="651" y="3595"/>
                    <a:pt x="766" y="3465"/>
                    <a:pt x="766" y="3306"/>
                  </a:cubicBezTo>
                  <a:lnTo>
                    <a:pt x="766" y="289"/>
                  </a:lnTo>
                  <a:cubicBezTo>
                    <a:pt x="766" y="130"/>
                    <a:pt x="651" y="0"/>
                    <a:pt x="49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2" name="Google Shape;15662;p67"/>
            <p:cNvSpPr/>
            <p:nvPr/>
          </p:nvSpPr>
          <p:spPr>
            <a:xfrm>
              <a:off x="874658" y="3155874"/>
              <a:ext cx="20081" cy="94243"/>
            </a:xfrm>
            <a:custGeom>
              <a:avLst/>
              <a:gdLst/>
              <a:ahLst/>
              <a:cxnLst/>
              <a:rect l="l" t="t" r="r" b="b"/>
              <a:pathLst>
                <a:path w="766" h="3595" extrusionOk="0">
                  <a:moveTo>
                    <a:pt x="289" y="0"/>
                  </a:moveTo>
                  <a:cubicBezTo>
                    <a:pt x="130" y="0"/>
                    <a:pt x="0" y="130"/>
                    <a:pt x="0" y="289"/>
                  </a:cubicBezTo>
                  <a:lnTo>
                    <a:pt x="0" y="3306"/>
                  </a:lnTo>
                  <a:cubicBezTo>
                    <a:pt x="0" y="3465"/>
                    <a:pt x="130" y="3595"/>
                    <a:pt x="289" y="3595"/>
                  </a:cubicBezTo>
                  <a:lnTo>
                    <a:pt x="765" y="3595"/>
                  </a:lnTo>
                  <a:lnTo>
                    <a:pt x="765" y="0"/>
                  </a:ln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3" name="Google Shape;15663;p67"/>
            <p:cNvSpPr/>
            <p:nvPr/>
          </p:nvSpPr>
          <p:spPr>
            <a:xfrm>
              <a:off x="1171333" y="3186887"/>
              <a:ext cx="34080" cy="34106"/>
            </a:xfrm>
            <a:custGeom>
              <a:avLst/>
              <a:gdLst/>
              <a:ahLst/>
              <a:cxnLst/>
              <a:rect l="l" t="t" r="r" b="b"/>
              <a:pathLst>
                <a:path w="1300" h="1301" extrusionOk="0">
                  <a:moveTo>
                    <a:pt x="650" y="1"/>
                  </a:moveTo>
                  <a:cubicBezTo>
                    <a:pt x="290" y="1"/>
                    <a:pt x="1" y="290"/>
                    <a:pt x="1" y="650"/>
                  </a:cubicBezTo>
                  <a:cubicBezTo>
                    <a:pt x="1" y="1011"/>
                    <a:pt x="290" y="1300"/>
                    <a:pt x="650" y="1300"/>
                  </a:cubicBezTo>
                  <a:cubicBezTo>
                    <a:pt x="1011" y="1300"/>
                    <a:pt x="1300" y="1011"/>
                    <a:pt x="1300" y="650"/>
                  </a:cubicBezTo>
                  <a:cubicBezTo>
                    <a:pt x="1300" y="290"/>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4" name="Google Shape;15664;p67"/>
            <p:cNvSpPr/>
            <p:nvPr/>
          </p:nvSpPr>
          <p:spPr>
            <a:xfrm>
              <a:off x="1113451" y="3186887"/>
              <a:ext cx="34080" cy="34106"/>
            </a:xfrm>
            <a:custGeom>
              <a:avLst/>
              <a:gdLst/>
              <a:ahLst/>
              <a:cxnLst/>
              <a:rect l="l" t="t" r="r" b="b"/>
              <a:pathLst>
                <a:path w="1300" h="1301" extrusionOk="0">
                  <a:moveTo>
                    <a:pt x="650" y="1"/>
                  </a:moveTo>
                  <a:cubicBezTo>
                    <a:pt x="289" y="1"/>
                    <a:pt x="0" y="290"/>
                    <a:pt x="0" y="650"/>
                  </a:cubicBezTo>
                  <a:cubicBezTo>
                    <a:pt x="0" y="1011"/>
                    <a:pt x="289" y="1300"/>
                    <a:pt x="650" y="1300"/>
                  </a:cubicBezTo>
                  <a:cubicBezTo>
                    <a:pt x="1011" y="1300"/>
                    <a:pt x="1299" y="1011"/>
                    <a:pt x="1299" y="650"/>
                  </a:cubicBezTo>
                  <a:cubicBezTo>
                    <a:pt x="1299" y="290"/>
                    <a:pt x="1011" y="1"/>
                    <a:pt x="650"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5" name="Google Shape;15665;p67"/>
            <p:cNvSpPr/>
            <p:nvPr/>
          </p:nvSpPr>
          <p:spPr>
            <a:xfrm>
              <a:off x="898488" y="3198631"/>
              <a:ext cx="197582" cy="10617"/>
            </a:xfrm>
            <a:custGeom>
              <a:avLst/>
              <a:gdLst/>
              <a:ahLst/>
              <a:cxnLst/>
              <a:rect l="l" t="t" r="r" b="b"/>
              <a:pathLst>
                <a:path w="7537" h="405" extrusionOk="0">
                  <a:moveTo>
                    <a:pt x="275" y="0"/>
                  </a:moveTo>
                  <a:cubicBezTo>
                    <a:pt x="1" y="0"/>
                    <a:pt x="1" y="405"/>
                    <a:pt x="275" y="405"/>
                  </a:cubicBezTo>
                  <a:lnTo>
                    <a:pt x="7262" y="405"/>
                  </a:lnTo>
                  <a:cubicBezTo>
                    <a:pt x="7536" y="405"/>
                    <a:pt x="7536" y="0"/>
                    <a:pt x="7262"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6" name="Google Shape;15666;p67"/>
            <p:cNvSpPr/>
            <p:nvPr/>
          </p:nvSpPr>
          <p:spPr>
            <a:xfrm>
              <a:off x="898488" y="3094924"/>
              <a:ext cx="30305" cy="10643"/>
            </a:xfrm>
            <a:custGeom>
              <a:avLst/>
              <a:gdLst/>
              <a:ahLst/>
              <a:cxnLst/>
              <a:rect l="l" t="t" r="r" b="b"/>
              <a:pathLst>
                <a:path w="1156" h="406" extrusionOk="0">
                  <a:moveTo>
                    <a:pt x="261" y="1"/>
                  </a:moveTo>
                  <a:cubicBezTo>
                    <a:pt x="1" y="1"/>
                    <a:pt x="5" y="405"/>
                    <a:pt x="275" y="405"/>
                  </a:cubicBezTo>
                  <a:lnTo>
                    <a:pt x="881" y="405"/>
                  </a:lnTo>
                  <a:cubicBezTo>
                    <a:pt x="1156" y="405"/>
                    <a:pt x="1156" y="1"/>
                    <a:pt x="881" y="1"/>
                  </a:cubicBezTo>
                  <a:lnTo>
                    <a:pt x="275" y="1"/>
                  </a:lnTo>
                  <a:cubicBezTo>
                    <a:pt x="270" y="1"/>
                    <a:pt x="266" y="1"/>
                    <a:pt x="261"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67" name="Google Shape;15667;p67"/>
          <p:cNvGrpSpPr/>
          <p:nvPr/>
        </p:nvGrpSpPr>
        <p:grpSpPr>
          <a:xfrm>
            <a:off x="4205855" y="2929193"/>
            <a:ext cx="308813" cy="306165"/>
            <a:chOff x="4230912" y="2929193"/>
            <a:chExt cx="308813" cy="306165"/>
          </a:xfrm>
        </p:grpSpPr>
        <p:sp>
          <p:nvSpPr>
            <p:cNvPr id="15668" name="Google Shape;15668;p67"/>
            <p:cNvSpPr/>
            <p:nvPr/>
          </p:nvSpPr>
          <p:spPr>
            <a:xfrm>
              <a:off x="4425427" y="2976878"/>
              <a:ext cx="114297" cy="258113"/>
            </a:xfrm>
            <a:custGeom>
              <a:avLst/>
              <a:gdLst/>
              <a:ahLst/>
              <a:cxnLst/>
              <a:rect l="l" t="t" r="r" b="b"/>
              <a:pathLst>
                <a:path w="4360" h="9846" extrusionOk="0">
                  <a:moveTo>
                    <a:pt x="0" y="0"/>
                  </a:moveTo>
                  <a:lnTo>
                    <a:pt x="0" y="9845"/>
                  </a:lnTo>
                  <a:lnTo>
                    <a:pt x="1213" y="9845"/>
                  </a:lnTo>
                  <a:cubicBezTo>
                    <a:pt x="1285" y="9845"/>
                    <a:pt x="1357" y="9787"/>
                    <a:pt x="1386" y="9715"/>
                  </a:cubicBezTo>
                  <a:lnTo>
                    <a:pt x="2584" y="5847"/>
                  </a:lnTo>
                  <a:lnTo>
                    <a:pt x="4317" y="246"/>
                  </a:lnTo>
                  <a:cubicBezTo>
                    <a:pt x="4360" y="130"/>
                    <a:pt x="4273" y="0"/>
                    <a:pt x="4143"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9" name="Google Shape;15669;p67"/>
            <p:cNvSpPr/>
            <p:nvPr/>
          </p:nvSpPr>
          <p:spPr>
            <a:xfrm>
              <a:off x="4425427" y="2976878"/>
              <a:ext cx="93116" cy="258480"/>
            </a:xfrm>
            <a:custGeom>
              <a:avLst/>
              <a:gdLst/>
              <a:ahLst/>
              <a:cxnLst/>
              <a:rect l="l" t="t" r="r" b="b"/>
              <a:pathLst>
                <a:path w="3552" h="9860" extrusionOk="0">
                  <a:moveTo>
                    <a:pt x="0" y="0"/>
                  </a:moveTo>
                  <a:lnTo>
                    <a:pt x="0" y="9860"/>
                  </a:lnTo>
                  <a:lnTo>
                    <a:pt x="1213" y="9860"/>
                  </a:lnTo>
                  <a:cubicBezTo>
                    <a:pt x="1285" y="9845"/>
                    <a:pt x="1357" y="9802"/>
                    <a:pt x="1386" y="9715"/>
                  </a:cubicBezTo>
                  <a:lnTo>
                    <a:pt x="2584" y="5847"/>
                  </a:lnTo>
                  <a:lnTo>
                    <a:pt x="355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0" name="Google Shape;15670;p67"/>
            <p:cNvSpPr/>
            <p:nvPr/>
          </p:nvSpPr>
          <p:spPr>
            <a:xfrm>
              <a:off x="4404613" y="2962879"/>
              <a:ext cx="100299" cy="272479"/>
            </a:xfrm>
            <a:custGeom>
              <a:avLst/>
              <a:gdLst/>
              <a:ahLst/>
              <a:cxnLst/>
              <a:rect l="l" t="t" r="r" b="b"/>
              <a:pathLst>
                <a:path w="3826" h="10394" extrusionOk="0">
                  <a:moveTo>
                    <a:pt x="0" y="0"/>
                  </a:moveTo>
                  <a:lnTo>
                    <a:pt x="0" y="10394"/>
                  </a:lnTo>
                  <a:lnTo>
                    <a:pt x="1993" y="10394"/>
                  </a:lnTo>
                  <a:cubicBezTo>
                    <a:pt x="2079" y="10394"/>
                    <a:pt x="2151" y="10321"/>
                    <a:pt x="2166" y="10235"/>
                  </a:cubicBezTo>
                  <a:lnTo>
                    <a:pt x="2729" y="6770"/>
                  </a:lnTo>
                  <a:lnTo>
                    <a:pt x="3811" y="231"/>
                  </a:lnTo>
                  <a:cubicBezTo>
                    <a:pt x="3826" y="116"/>
                    <a:pt x="3739" y="15"/>
                    <a:pt x="3624"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1" name="Google Shape;15671;p67"/>
            <p:cNvSpPr/>
            <p:nvPr/>
          </p:nvSpPr>
          <p:spPr>
            <a:xfrm>
              <a:off x="4404613" y="2962879"/>
              <a:ext cx="71934" cy="272479"/>
            </a:xfrm>
            <a:custGeom>
              <a:avLst/>
              <a:gdLst/>
              <a:ahLst/>
              <a:cxnLst/>
              <a:rect l="l" t="t" r="r" b="b"/>
              <a:pathLst>
                <a:path w="2744" h="10394" extrusionOk="0">
                  <a:moveTo>
                    <a:pt x="0" y="0"/>
                  </a:moveTo>
                  <a:lnTo>
                    <a:pt x="0" y="10394"/>
                  </a:lnTo>
                  <a:lnTo>
                    <a:pt x="1993" y="10394"/>
                  </a:lnTo>
                  <a:cubicBezTo>
                    <a:pt x="2079" y="10394"/>
                    <a:pt x="2151" y="10321"/>
                    <a:pt x="2166" y="10235"/>
                  </a:cubicBezTo>
                  <a:lnTo>
                    <a:pt x="2743" y="6770"/>
                  </a:lnTo>
                  <a:lnTo>
                    <a:pt x="2743"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2" name="Google Shape;15672;p67"/>
            <p:cNvSpPr/>
            <p:nvPr/>
          </p:nvSpPr>
          <p:spPr>
            <a:xfrm>
              <a:off x="4230912" y="2929193"/>
              <a:ext cx="229722" cy="306165"/>
            </a:xfrm>
            <a:custGeom>
              <a:avLst/>
              <a:gdLst/>
              <a:ahLst/>
              <a:cxnLst/>
              <a:rect l="l" t="t" r="r" b="b"/>
              <a:pathLst>
                <a:path w="8763" h="11679" extrusionOk="0">
                  <a:moveTo>
                    <a:pt x="188" y="0"/>
                  </a:moveTo>
                  <a:cubicBezTo>
                    <a:pt x="87" y="0"/>
                    <a:pt x="1" y="87"/>
                    <a:pt x="1" y="188"/>
                  </a:cubicBezTo>
                  <a:lnTo>
                    <a:pt x="1" y="11476"/>
                  </a:lnTo>
                  <a:cubicBezTo>
                    <a:pt x="1" y="11592"/>
                    <a:pt x="87" y="11679"/>
                    <a:pt x="188" y="11679"/>
                  </a:cubicBezTo>
                  <a:lnTo>
                    <a:pt x="8575" y="11679"/>
                  </a:lnTo>
                  <a:cubicBezTo>
                    <a:pt x="8676" y="11679"/>
                    <a:pt x="8763" y="11592"/>
                    <a:pt x="8763" y="11476"/>
                  </a:cubicBezTo>
                  <a:lnTo>
                    <a:pt x="8763" y="1011"/>
                  </a:lnTo>
                  <a:cubicBezTo>
                    <a:pt x="8763" y="910"/>
                    <a:pt x="8676" y="823"/>
                    <a:pt x="8575" y="823"/>
                  </a:cubicBezTo>
                  <a:lnTo>
                    <a:pt x="3234" y="823"/>
                  </a:lnTo>
                  <a:cubicBezTo>
                    <a:pt x="3191" y="823"/>
                    <a:pt x="3133" y="809"/>
                    <a:pt x="3104" y="765"/>
                  </a:cubicBezTo>
                  <a:lnTo>
                    <a:pt x="2411" y="58"/>
                  </a:lnTo>
                  <a:cubicBezTo>
                    <a:pt x="2368" y="15"/>
                    <a:pt x="2325" y="0"/>
                    <a:pt x="2267" y="0"/>
                  </a:cubicBezTo>
                  <a:close/>
                </a:path>
              </a:pathLst>
            </a:custGeom>
            <a:solidFill>
              <a:srgbClr val="889AA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3" name="Google Shape;15673;p67"/>
            <p:cNvSpPr/>
            <p:nvPr/>
          </p:nvSpPr>
          <p:spPr>
            <a:xfrm>
              <a:off x="4443594" y="2950768"/>
              <a:ext cx="17040" cy="284590"/>
            </a:xfrm>
            <a:custGeom>
              <a:avLst/>
              <a:gdLst/>
              <a:ahLst/>
              <a:cxnLst/>
              <a:rect l="l" t="t" r="r" b="b"/>
              <a:pathLst>
                <a:path w="650" h="10856" extrusionOk="0">
                  <a:moveTo>
                    <a:pt x="0" y="0"/>
                  </a:moveTo>
                  <a:lnTo>
                    <a:pt x="0" y="10856"/>
                  </a:lnTo>
                  <a:lnTo>
                    <a:pt x="462" y="10856"/>
                  </a:lnTo>
                  <a:cubicBezTo>
                    <a:pt x="563" y="10856"/>
                    <a:pt x="650" y="10769"/>
                    <a:pt x="650" y="10653"/>
                  </a:cubicBezTo>
                  <a:lnTo>
                    <a:pt x="650" y="188"/>
                  </a:lnTo>
                  <a:cubicBezTo>
                    <a:pt x="650" y="87"/>
                    <a:pt x="563" y="0"/>
                    <a:pt x="462" y="0"/>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4" name="Google Shape;15674;p67"/>
            <p:cNvSpPr/>
            <p:nvPr/>
          </p:nvSpPr>
          <p:spPr>
            <a:xfrm>
              <a:off x="4271021" y="3008651"/>
              <a:ext cx="22361" cy="22361"/>
            </a:xfrm>
            <a:custGeom>
              <a:avLst/>
              <a:gdLst/>
              <a:ahLst/>
              <a:cxnLst/>
              <a:rect l="l" t="t" r="r" b="b"/>
              <a:pathLst>
                <a:path w="853" h="853" extrusionOk="0">
                  <a:moveTo>
                    <a:pt x="159" y="1"/>
                  </a:moveTo>
                  <a:cubicBezTo>
                    <a:pt x="73" y="1"/>
                    <a:pt x="1" y="73"/>
                    <a:pt x="1" y="174"/>
                  </a:cubicBezTo>
                  <a:lnTo>
                    <a:pt x="1" y="694"/>
                  </a:lnTo>
                  <a:cubicBezTo>
                    <a:pt x="1" y="780"/>
                    <a:pt x="73" y="852"/>
                    <a:pt x="159" y="852"/>
                  </a:cubicBezTo>
                  <a:lnTo>
                    <a:pt x="679" y="852"/>
                  </a:lnTo>
                  <a:cubicBezTo>
                    <a:pt x="780" y="852"/>
                    <a:pt x="852" y="780"/>
                    <a:pt x="852" y="694"/>
                  </a:cubicBezTo>
                  <a:lnTo>
                    <a:pt x="852" y="174"/>
                  </a:lnTo>
                  <a:cubicBezTo>
                    <a:pt x="852" y="73"/>
                    <a:pt x="780" y="1"/>
                    <a:pt x="679"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5" name="Google Shape;15675;p67"/>
            <p:cNvSpPr/>
            <p:nvPr/>
          </p:nvSpPr>
          <p:spPr>
            <a:xfrm>
              <a:off x="4310003" y="3026451"/>
              <a:ext cx="114691" cy="9490"/>
            </a:xfrm>
            <a:custGeom>
              <a:avLst/>
              <a:gdLst/>
              <a:ahLst/>
              <a:cxnLst/>
              <a:rect l="l" t="t" r="r" b="b"/>
              <a:pathLst>
                <a:path w="4375" h="362" extrusionOk="0">
                  <a:moveTo>
                    <a:pt x="232" y="0"/>
                  </a:moveTo>
                  <a:cubicBezTo>
                    <a:pt x="1" y="0"/>
                    <a:pt x="1" y="361"/>
                    <a:pt x="232" y="361"/>
                  </a:cubicBezTo>
                  <a:lnTo>
                    <a:pt x="4129" y="361"/>
                  </a:lnTo>
                  <a:cubicBezTo>
                    <a:pt x="4374" y="361"/>
                    <a:pt x="4374" y="0"/>
                    <a:pt x="4129"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6" name="Google Shape;15676;p67"/>
            <p:cNvSpPr/>
            <p:nvPr/>
          </p:nvSpPr>
          <p:spPr>
            <a:xfrm>
              <a:off x="4310003" y="3010538"/>
              <a:ext cx="37120" cy="9490"/>
            </a:xfrm>
            <a:custGeom>
              <a:avLst/>
              <a:gdLst/>
              <a:ahLst/>
              <a:cxnLst/>
              <a:rect l="l" t="t" r="r" b="b"/>
              <a:pathLst>
                <a:path w="1416" h="362" extrusionOk="0">
                  <a:moveTo>
                    <a:pt x="232" y="1"/>
                  </a:moveTo>
                  <a:cubicBezTo>
                    <a:pt x="1" y="1"/>
                    <a:pt x="1" y="362"/>
                    <a:pt x="232" y="362"/>
                  </a:cubicBezTo>
                  <a:lnTo>
                    <a:pt x="1184" y="362"/>
                  </a:lnTo>
                  <a:cubicBezTo>
                    <a:pt x="1415" y="362"/>
                    <a:pt x="1415" y="1"/>
                    <a:pt x="1184"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7" name="Google Shape;15677;p67"/>
            <p:cNvSpPr/>
            <p:nvPr/>
          </p:nvSpPr>
          <p:spPr>
            <a:xfrm>
              <a:off x="4271021" y="3082079"/>
              <a:ext cx="22361" cy="22335"/>
            </a:xfrm>
            <a:custGeom>
              <a:avLst/>
              <a:gdLst/>
              <a:ahLst/>
              <a:cxnLst/>
              <a:rect l="l" t="t" r="r" b="b"/>
              <a:pathLst>
                <a:path w="853" h="852" extrusionOk="0">
                  <a:moveTo>
                    <a:pt x="159" y="0"/>
                  </a:moveTo>
                  <a:cubicBezTo>
                    <a:pt x="73" y="0"/>
                    <a:pt x="1" y="72"/>
                    <a:pt x="1" y="173"/>
                  </a:cubicBezTo>
                  <a:lnTo>
                    <a:pt x="1" y="693"/>
                  </a:lnTo>
                  <a:cubicBezTo>
                    <a:pt x="1" y="780"/>
                    <a:pt x="73" y="852"/>
                    <a:pt x="159" y="852"/>
                  </a:cubicBezTo>
                  <a:lnTo>
                    <a:pt x="679" y="852"/>
                  </a:lnTo>
                  <a:cubicBezTo>
                    <a:pt x="780" y="852"/>
                    <a:pt x="852" y="780"/>
                    <a:pt x="852" y="693"/>
                  </a:cubicBezTo>
                  <a:lnTo>
                    <a:pt x="852" y="173"/>
                  </a:lnTo>
                  <a:cubicBezTo>
                    <a:pt x="852" y="72"/>
                    <a:pt x="780" y="0"/>
                    <a:pt x="679"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8" name="Google Shape;15678;p67"/>
            <p:cNvSpPr/>
            <p:nvPr/>
          </p:nvSpPr>
          <p:spPr>
            <a:xfrm>
              <a:off x="4310003" y="3099853"/>
              <a:ext cx="114691" cy="9490"/>
            </a:xfrm>
            <a:custGeom>
              <a:avLst/>
              <a:gdLst/>
              <a:ahLst/>
              <a:cxnLst/>
              <a:rect l="l" t="t" r="r" b="b"/>
              <a:pathLst>
                <a:path w="4375" h="362" extrusionOk="0">
                  <a:moveTo>
                    <a:pt x="232" y="1"/>
                  </a:moveTo>
                  <a:cubicBezTo>
                    <a:pt x="1" y="1"/>
                    <a:pt x="1" y="362"/>
                    <a:pt x="232" y="362"/>
                  </a:cubicBezTo>
                  <a:lnTo>
                    <a:pt x="4129" y="362"/>
                  </a:lnTo>
                  <a:cubicBezTo>
                    <a:pt x="4374" y="362"/>
                    <a:pt x="4374" y="1"/>
                    <a:pt x="4129"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9" name="Google Shape;15679;p67"/>
            <p:cNvSpPr/>
            <p:nvPr/>
          </p:nvSpPr>
          <p:spPr>
            <a:xfrm>
              <a:off x="4310003" y="3084334"/>
              <a:ext cx="37120" cy="9490"/>
            </a:xfrm>
            <a:custGeom>
              <a:avLst/>
              <a:gdLst/>
              <a:ahLst/>
              <a:cxnLst/>
              <a:rect l="l" t="t" r="r" b="b"/>
              <a:pathLst>
                <a:path w="1416" h="362" extrusionOk="0">
                  <a:moveTo>
                    <a:pt x="232" y="1"/>
                  </a:moveTo>
                  <a:cubicBezTo>
                    <a:pt x="1" y="1"/>
                    <a:pt x="1" y="362"/>
                    <a:pt x="232" y="362"/>
                  </a:cubicBezTo>
                  <a:lnTo>
                    <a:pt x="1184" y="362"/>
                  </a:lnTo>
                  <a:cubicBezTo>
                    <a:pt x="1415" y="362"/>
                    <a:pt x="1415" y="1"/>
                    <a:pt x="1184"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0" name="Google Shape;15680;p67"/>
            <p:cNvSpPr/>
            <p:nvPr/>
          </p:nvSpPr>
          <p:spPr>
            <a:xfrm>
              <a:off x="4271021" y="3155874"/>
              <a:ext cx="22361" cy="21968"/>
            </a:xfrm>
            <a:custGeom>
              <a:avLst/>
              <a:gdLst/>
              <a:ahLst/>
              <a:cxnLst/>
              <a:rect l="l" t="t" r="r" b="b"/>
              <a:pathLst>
                <a:path w="853" h="838" extrusionOk="0">
                  <a:moveTo>
                    <a:pt x="159" y="0"/>
                  </a:moveTo>
                  <a:cubicBezTo>
                    <a:pt x="73" y="0"/>
                    <a:pt x="1" y="72"/>
                    <a:pt x="1" y="173"/>
                  </a:cubicBezTo>
                  <a:lnTo>
                    <a:pt x="1" y="679"/>
                  </a:lnTo>
                  <a:cubicBezTo>
                    <a:pt x="1" y="765"/>
                    <a:pt x="73" y="837"/>
                    <a:pt x="159" y="837"/>
                  </a:cubicBezTo>
                  <a:lnTo>
                    <a:pt x="679" y="837"/>
                  </a:lnTo>
                  <a:cubicBezTo>
                    <a:pt x="766" y="837"/>
                    <a:pt x="852" y="765"/>
                    <a:pt x="852" y="679"/>
                  </a:cubicBezTo>
                  <a:lnTo>
                    <a:pt x="852" y="173"/>
                  </a:lnTo>
                  <a:cubicBezTo>
                    <a:pt x="852" y="72"/>
                    <a:pt x="780" y="0"/>
                    <a:pt x="679"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1" name="Google Shape;15681;p67"/>
            <p:cNvSpPr/>
            <p:nvPr/>
          </p:nvSpPr>
          <p:spPr>
            <a:xfrm>
              <a:off x="4310003" y="3173281"/>
              <a:ext cx="114691" cy="9490"/>
            </a:xfrm>
            <a:custGeom>
              <a:avLst/>
              <a:gdLst/>
              <a:ahLst/>
              <a:cxnLst/>
              <a:rect l="l" t="t" r="r" b="b"/>
              <a:pathLst>
                <a:path w="4375" h="362" extrusionOk="0">
                  <a:moveTo>
                    <a:pt x="232" y="0"/>
                  </a:moveTo>
                  <a:cubicBezTo>
                    <a:pt x="1" y="0"/>
                    <a:pt x="1" y="361"/>
                    <a:pt x="232" y="361"/>
                  </a:cubicBezTo>
                  <a:lnTo>
                    <a:pt x="4129" y="361"/>
                  </a:lnTo>
                  <a:cubicBezTo>
                    <a:pt x="4374" y="361"/>
                    <a:pt x="4374" y="0"/>
                    <a:pt x="4129"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2" name="Google Shape;15682;p67"/>
            <p:cNvSpPr/>
            <p:nvPr/>
          </p:nvSpPr>
          <p:spPr>
            <a:xfrm>
              <a:off x="4310003" y="3157762"/>
              <a:ext cx="37120" cy="9490"/>
            </a:xfrm>
            <a:custGeom>
              <a:avLst/>
              <a:gdLst/>
              <a:ahLst/>
              <a:cxnLst/>
              <a:rect l="l" t="t" r="r" b="b"/>
              <a:pathLst>
                <a:path w="1416" h="362" extrusionOk="0">
                  <a:moveTo>
                    <a:pt x="232" y="0"/>
                  </a:moveTo>
                  <a:cubicBezTo>
                    <a:pt x="1" y="0"/>
                    <a:pt x="1" y="361"/>
                    <a:pt x="232" y="361"/>
                  </a:cubicBezTo>
                  <a:lnTo>
                    <a:pt x="1184" y="361"/>
                  </a:lnTo>
                  <a:cubicBezTo>
                    <a:pt x="1415" y="361"/>
                    <a:pt x="1415" y="0"/>
                    <a:pt x="1184"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83" name="Google Shape;15683;p67"/>
          <p:cNvGrpSpPr/>
          <p:nvPr/>
        </p:nvGrpSpPr>
        <p:grpSpPr>
          <a:xfrm>
            <a:off x="4602829" y="3401089"/>
            <a:ext cx="409111" cy="267944"/>
            <a:chOff x="4627886" y="3401089"/>
            <a:chExt cx="409111" cy="267944"/>
          </a:xfrm>
        </p:grpSpPr>
        <p:sp>
          <p:nvSpPr>
            <p:cNvPr id="15684" name="Google Shape;15684;p67"/>
            <p:cNvSpPr/>
            <p:nvPr/>
          </p:nvSpPr>
          <p:spPr>
            <a:xfrm>
              <a:off x="4627886" y="3401089"/>
              <a:ext cx="409111" cy="267944"/>
            </a:xfrm>
            <a:custGeom>
              <a:avLst/>
              <a:gdLst/>
              <a:ahLst/>
              <a:cxnLst/>
              <a:rect l="l" t="t" r="r" b="b"/>
              <a:pathLst>
                <a:path w="15606" h="10221" extrusionOk="0">
                  <a:moveTo>
                    <a:pt x="549" y="0"/>
                  </a:moveTo>
                  <a:cubicBezTo>
                    <a:pt x="246" y="0"/>
                    <a:pt x="0" y="231"/>
                    <a:pt x="0" y="534"/>
                  </a:cubicBezTo>
                  <a:lnTo>
                    <a:pt x="0" y="9672"/>
                  </a:lnTo>
                  <a:cubicBezTo>
                    <a:pt x="0" y="9975"/>
                    <a:pt x="246" y="10221"/>
                    <a:pt x="549" y="10221"/>
                  </a:cubicBezTo>
                  <a:lnTo>
                    <a:pt x="15071" y="10221"/>
                  </a:lnTo>
                  <a:cubicBezTo>
                    <a:pt x="15360" y="10221"/>
                    <a:pt x="15605" y="9975"/>
                    <a:pt x="15605" y="9686"/>
                  </a:cubicBezTo>
                  <a:lnTo>
                    <a:pt x="15605" y="534"/>
                  </a:lnTo>
                  <a:cubicBezTo>
                    <a:pt x="15605" y="231"/>
                    <a:pt x="15374" y="0"/>
                    <a:pt x="15071"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5" name="Google Shape;15685;p67"/>
            <p:cNvSpPr/>
            <p:nvPr/>
          </p:nvSpPr>
          <p:spPr>
            <a:xfrm>
              <a:off x="4670276" y="3422271"/>
              <a:ext cx="324332" cy="225580"/>
            </a:xfrm>
            <a:custGeom>
              <a:avLst/>
              <a:gdLst/>
              <a:ahLst/>
              <a:cxnLst/>
              <a:rect l="l" t="t" r="r" b="b"/>
              <a:pathLst>
                <a:path w="12372" h="8605" extrusionOk="0">
                  <a:moveTo>
                    <a:pt x="274" y="1"/>
                  </a:moveTo>
                  <a:cubicBezTo>
                    <a:pt x="130" y="1"/>
                    <a:pt x="0" y="116"/>
                    <a:pt x="0" y="261"/>
                  </a:cubicBezTo>
                  <a:lnTo>
                    <a:pt x="0" y="8330"/>
                  </a:lnTo>
                  <a:cubicBezTo>
                    <a:pt x="0" y="8489"/>
                    <a:pt x="130" y="8604"/>
                    <a:pt x="274" y="8604"/>
                  </a:cubicBezTo>
                  <a:lnTo>
                    <a:pt x="12111" y="8604"/>
                  </a:lnTo>
                  <a:cubicBezTo>
                    <a:pt x="12256" y="8604"/>
                    <a:pt x="12371" y="8489"/>
                    <a:pt x="12371" y="8330"/>
                  </a:cubicBezTo>
                  <a:lnTo>
                    <a:pt x="12371" y="261"/>
                  </a:lnTo>
                  <a:cubicBezTo>
                    <a:pt x="12371" y="116"/>
                    <a:pt x="12256" y="1"/>
                    <a:pt x="12111"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6" name="Google Shape;15686;p67"/>
            <p:cNvSpPr/>
            <p:nvPr/>
          </p:nvSpPr>
          <p:spPr>
            <a:xfrm>
              <a:off x="4642252" y="3520761"/>
              <a:ext cx="14025" cy="28312"/>
            </a:xfrm>
            <a:custGeom>
              <a:avLst/>
              <a:gdLst/>
              <a:ahLst/>
              <a:cxnLst/>
              <a:rect l="l" t="t" r="r" b="b"/>
              <a:pathLst>
                <a:path w="535" h="1080" extrusionOk="0">
                  <a:moveTo>
                    <a:pt x="268" y="0"/>
                  </a:moveTo>
                  <a:cubicBezTo>
                    <a:pt x="134" y="0"/>
                    <a:pt x="1" y="91"/>
                    <a:pt x="1" y="271"/>
                  </a:cubicBezTo>
                  <a:lnTo>
                    <a:pt x="1" y="805"/>
                  </a:lnTo>
                  <a:cubicBezTo>
                    <a:pt x="1" y="964"/>
                    <a:pt x="116" y="1080"/>
                    <a:pt x="261" y="1080"/>
                  </a:cubicBezTo>
                  <a:cubicBezTo>
                    <a:pt x="420" y="1080"/>
                    <a:pt x="535" y="964"/>
                    <a:pt x="535" y="805"/>
                  </a:cubicBezTo>
                  <a:lnTo>
                    <a:pt x="535" y="271"/>
                  </a:lnTo>
                  <a:cubicBezTo>
                    <a:pt x="535" y="91"/>
                    <a:pt x="401" y="0"/>
                    <a:pt x="26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7" name="Google Shape;15687;p67"/>
            <p:cNvSpPr/>
            <p:nvPr/>
          </p:nvSpPr>
          <p:spPr>
            <a:xfrm>
              <a:off x="5008947" y="3513578"/>
              <a:ext cx="14025" cy="42678"/>
            </a:xfrm>
            <a:custGeom>
              <a:avLst/>
              <a:gdLst/>
              <a:ahLst/>
              <a:cxnLst/>
              <a:rect l="l" t="t" r="r" b="b"/>
              <a:pathLst>
                <a:path w="535" h="1628" extrusionOk="0">
                  <a:moveTo>
                    <a:pt x="268" y="0"/>
                  </a:moveTo>
                  <a:cubicBezTo>
                    <a:pt x="134" y="0"/>
                    <a:pt x="1" y="90"/>
                    <a:pt x="1" y="271"/>
                  </a:cubicBezTo>
                  <a:lnTo>
                    <a:pt x="1" y="1354"/>
                  </a:lnTo>
                  <a:cubicBezTo>
                    <a:pt x="1" y="1498"/>
                    <a:pt x="116" y="1628"/>
                    <a:pt x="261" y="1628"/>
                  </a:cubicBezTo>
                  <a:cubicBezTo>
                    <a:pt x="419" y="1628"/>
                    <a:pt x="535" y="1498"/>
                    <a:pt x="535" y="1354"/>
                  </a:cubicBezTo>
                  <a:lnTo>
                    <a:pt x="535" y="271"/>
                  </a:lnTo>
                  <a:cubicBezTo>
                    <a:pt x="535" y="90"/>
                    <a:pt x="401" y="0"/>
                    <a:pt x="26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8" name="Google Shape;15688;p67"/>
            <p:cNvSpPr/>
            <p:nvPr/>
          </p:nvSpPr>
          <p:spPr>
            <a:xfrm>
              <a:off x="5006299" y="3421904"/>
              <a:ext cx="18953" cy="14392"/>
            </a:xfrm>
            <a:custGeom>
              <a:avLst/>
              <a:gdLst/>
              <a:ahLst/>
              <a:cxnLst/>
              <a:rect l="l" t="t" r="r" b="b"/>
              <a:pathLst>
                <a:path w="723" h="549" extrusionOk="0">
                  <a:moveTo>
                    <a:pt x="362" y="0"/>
                  </a:moveTo>
                  <a:cubicBezTo>
                    <a:pt x="1" y="0"/>
                    <a:pt x="1" y="549"/>
                    <a:pt x="362" y="549"/>
                  </a:cubicBezTo>
                  <a:cubicBezTo>
                    <a:pt x="723" y="549"/>
                    <a:pt x="723" y="0"/>
                    <a:pt x="362"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89" name="Google Shape;15689;p67"/>
            <p:cNvSpPr/>
            <p:nvPr/>
          </p:nvSpPr>
          <p:spPr>
            <a:xfrm>
              <a:off x="4642252" y="3485554"/>
              <a:ext cx="14025" cy="21129"/>
            </a:xfrm>
            <a:custGeom>
              <a:avLst/>
              <a:gdLst/>
              <a:ahLst/>
              <a:cxnLst/>
              <a:rect l="l" t="t" r="r" b="b"/>
              <a:pathLst>
                <a:path w="535" h="806" extrusionOk="0">
                  <a:moveTo>
                    <a:pt x="268" y="1"/>
                  </a:moveTo>
                  <a:cubicBezTo>
                    <a:pt x="134" y="1"/>
                    <a:pt x="1" y="91"/>
                    <a:pt x="1" y="272"/>
                  </a:cubicBezTo>
                  <a:lnTo>
                    <a:pt x="1" y="546"/>
                  </a:lnTo>
                  <a:cubicBezTo>
                    <a:pt x="1" y="690"/>
                    <a:pt x="116" y="806"/>
                    <a:pt x="261" y="806"/>
                  </a:cubicBezTo>
                  <a:cubicBezTo>
                    <a:pt x="420" y="806"/>
                    <a:pt x="535" y="690"/>
                    <a:pt x="535" y="546"/>
                  </a:cubicBezTo>
                  <a:lnTo>
                    <a:pt x="535" y="272"/>
                  </a:lnTo>
                  <a:cubicBezTo>
                    <a:pt x="535" y="91"/>
                    <a:pt x="401" y="1"/>
                    <a:pt x="268"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0" name="Google Shape;15690;p67"/>
            <p:cNvSpPr/>
            <p:nvPr/>
          </p:nvSpPr>
          <p:spPr>
            <a:xfrm>
              <a:off x="4642252" y="3563150"/>
              <a:ext cx="14025" cy="21103"/>
            </a:xfrm>
            <a:custGeom>
              <a:avLst/>
              <a:gdLst/>
              <a:ahLst/>
              <a:cxnLst/>
              <a:rect l="l" t="t" r="r" b="b"/>
              <a:pathLst>
                <a:path w="535" h="805" extrusionOk="0">
                  <a:moveTo>
                    <a:pt x="268" y="0"/>
                  </a:moveTo>
                  <a:cubicBezTo>
                    <a:pt x="134" y="0"/>
                    <a:pt x="1" y="90"/>
                    <a:pt x="1" y="271"/>
                  </a:cubicBezTo>
                  <a:lnTo>
                    <a:pt x="1" y="545"/>
                  </a:lnTo>
                  <a:cubicBezTo>
                    <a:pt x="1" y="690"/>
                    <a:pt x="116" y="805"/>
                    <a:pt x="261" y="805"/>
                  </a:cubicBezTo>
                  <a:cubicBezTo>
                    <a:pt x="420" y="805"/>
                    <a:pt x="535" y="690"/>
                    <a:pt x="535" y="545"/>
                  </a:cubicBezTo>
                  <a:lnTo>
                    <a:pt x="535" y="271"/>
                  </a:lnTo>
                  <a:cubicBezTo>
                    <a:pt x="535" y="90"/>
                    <a:pt x="401" y="0"/>
                    <a:pt x="268"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1" name="Google Shape;15691;p67"/>
            <p:cNvSpPr/>
            <p:nvPr/>
          </p:nvSpPr>
          <p:spPr>
            <a:xfrm>
              <a:off x="4761845" y="3457478"/>
              <a:ext cx="141561" cy="113170"/>
            </a:xfrm>
            <a:custGeom>
              <a:avLst/>
              <a:gdLst/>
              <a:ahLst/>
              <a:cxnLst/>
              <a:rect l="l" t="t" r="r" b="b"/>
              <a:pathLst>
                <a:path w="5400" h="4317" extrusionOk="0">
                  <a:moveTo>
                    <a:pt x="2160" y="1243"/>
                  </a:moveTo>
                  <a:cubicBezTo>
                    <a:pt x="2200" y="1243"/>
                    <a:pt x="2241" y="1252"/>
                    <a:pt x="2281" y="1270"/>
                  </a:cubicBezTo>
                  <a:lnTo>
                    <a:pt x="3566" y="1906"/>
                  </a:lnTo>
                  <a:cubicBezTo>
                    <a:pt x="3754" y="2007"/>
                    <a:pt x="3754" y="2295"/>
                    <a:pt x="3566" y="2396"/>
                  </a:cubicBezTo>
                  <a:lnTo>
                    <a:pt x="2281" y="3032"/>
                  </a:lnTo>
                  <a:cubicBezTo>
                    <a:pt x="2241" y="3050"/>
                    <a:pt x="2200" y="3059"/>
                    <a:pt x="2160" y="3059"/>
                  </a:cubicBezTo>
                  <a:cubicBezTo>
                    <a:pt x="2016" y="3059"/>
                    <a:pt x="1892" y="2945"/>
                    <a:pt x="1892" y="2786"/>
                  </a:cubicBezTo>
                  <a:lnTo>
                    <a:pt x="1892" y="1516"/>
                  </a:lnTo>
                  <a:cubicBezTo>
                    <a:pt x="1892" y="1357"/>
                    <a:pt x="2016" y="1243"/>
                    <a:pt x="2160" y="1243"/>
                  </a:cubicBezTo>
                  <a:close/>
                  <a:moveTo>
                    <a:pt x="1083" y="0"/>
                  </a:moveTo>
                  <a:cubicBezTo>
                    <a:pt x="491" y="0"/>
                    <a:pt x="0" y="477"/>
                    <a:pt x="0" y="1083"/>
                  </a:cubicBezTo>
                  <a:lnTo>
                    <a:pt x="0" y="3234"/>
                  </a:lnTo>
                  <a:cubicBezTo>
                    <a:pt x="0" y="3826"/>
                    <a:pt x="491" y="4316"/>
                    <a:pt x="1083" y="4316"/>
                  </a:cubicBezTo>
                  <a:lnTo>
                    <a:pt x="4317" y="4316"/>
                  </a:lnTo>
                  <a:cubicBezTo>
                    <a:pt x="4909" y="4316"/>
                    <a:pt x="5399" y="3826"/>
                    <a:pt x="5399" y="3234"/>
                  </a:cubicBezTo>
                  <a:lnTo>
                    <a:pt x="5399" y="1068"/>
                  </a:lnTo>
                  <a:cubicBezTo>
                    <a:pt x="5385" y="477"/>
                    <a:pt x="4909" y="0"/>
                    <a:pt x="43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2" name="Google Shape;15692;p67"/>
            <p:cNvSpPr/>
            <p:nvPr/>
          </p:nvSpPr>
          <p:spPr>
            <a:xfrm>
              <a:off x="4691457" y="3598619"/>
              <a:ext cx="281942" cy="14025"/>
            </a:xfrm>
            <a:custGeom>
              <a:avLst/>
              <a:gdLst/>
              <a:ahLst/>
              <a:cxnLst/>
              <a:rect l="l" t="t" r="r" b="b"/>
              <a:pathLst>
                <a:path w="10755" h="535" extrusionOk="0">
                  <a:moveTo>
                    <a:pt x="275" y="1"/>
                  </a:moveTo>
                  <a:cubicBezTo>
                    <a:pt x="116" y="1"/>
                    <a:pt x="0" y="116"/>
                    <a:pt x="0" y="260"/>
                  </a:cubicBezTo>
                  <a:cubicBezTo>
                    <a:pt x="0" y="405"/>
                    <a:pt x="116" y="535"/>
                    <a:pt x="275" y="535"/>
                  </a:cubicBezTo>
                  <a:lnTo>
                    <a:pt x="10495" y="535"/>
                  </a:lnTo>
                  <a:cubicBezTo>
                    <a:pt x="10639" y="535"/>
                    <a:pt x="10755" y="405"/>
                    <a:pt x="10755" y="260"/>
                  </a:cubicBezTo>
                  <a:cubicBezTo>
                    <a:pt x="10755" y="116"/>
                    <a:pt x="10639" y="1"/>
                    <a:pt x="10495" y="1"/>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3" name="Google Shape;15693;p67"/>
            <p:cNvSpPr/>
            <p:nvPr/>
          </p:nvSpPr>
          <p:spPr>
            <a:xfrm>
              <a:off x="4691457" y="3598619"/>
              <a:ext cx="63598" cy="14025"/>
            </a:xfrm>
            <a:custGeom>
              <a:avLst/>
              <a:gdLst/>
              <a:ahLst/>
              <a:cxnLst/>
              <a:rect l="l" t="t" r="r" b="b"/>
              <a:pathLst>
                <a:path w="2426" h="535" extrusionOk="0">
                  <a:moveTo>
                    <a:pt x="275" y="1"/>
                  </a:moveTo>
                  <a:cubicBezTo>
                    <a:pt x="116" y="1"/>
                    <a:pt x="0" y="116"/>
                    <a:pt x="0" y="260"/>
                  </a:cubicBezTo>
                  <a:cubicBezTo>
                    <a:pt x="0" y="405"/>
                    <a:pt x="116" y="535"/>
                    <a:pt x="275" y="535"/>
                  </a:cubicBezTo>
                  <a:lnTo>
                    <a:pt x="2426" y="535"/>
                  </a:lnTo>
                  <a:lnTo>
                    <a:pt x="2426" y="1"/>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4" name="Google Shape;15694;p67"/>
            <p:cNvSpPr/>
            <p:nvPr/>
          </p:nvSpPr>
          <p:spPr>
            <a:xfrm>
              <a:off x="4741030" y="3591436"/>
              <a:ext cx="28024" cy="28024"/>
            </a:xfrm>
            <a:custGeom>
              <a:avLst/>
              <a:gdLst/>
              <a:ahLst/>
              <a:cxnLst/>
              <a:rect l="l" t="t" r="r" b="b"/>
              <a:pathLst>
                <a:path w="1069" h="1069" extrusionOk="0">
                  <a:moveTo>
                    <a:pt x="535" y="0"/>
                  </a:moveTo>
                  <a:cubicBezTo>
                    <a:pt x="232" y="0"/>
                    <a:pt x="1" y="246"/>
                    <a:pt x="1" y="534"/>
                  </a:cubicBezTo>
                  <a:cubicBezTo>
                    <a:pt x="1" y="838"/>
                    <a:pt x="232" y="1068"/>
                    <a:pt x="535" y="1068"/>
                  </a:cubicBezTo>
                  <a:cubicBezTo>
                    <a:pt x="823" y="1068"/>
                    <a:pt x="1069" y="838"/>
                    <a:pt x="1069" y="534"/>
                  </a:cubicBezTo>
                  <a:cubicBezTo>
                    <a:pt x="1069" y="246"/>
                    <a:pt x="823" y="0"/>
                    <a:pt x="53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95" name="Google Shape;15695;p67"/>
          <p:cNvGrpSpPr/>
          <p:nvPr/>
        </p:nvGrpSpPr>
        <p:grpSpPr>
          <a:xfrm>
            <a:off x="4627419" y="2898915"/>
            <a:ext cx="386016" cy="384495"/>
            <a:chOff x="4652476" y="2898915"/>
            <a:chExt cx="386016" cy="384495"/>
          </a:xfrm>
        </p:grpSpPr>
        <p:sp>
          <p:nvSpPr>
            <p:cNvPr id="15696" name="Google Shape;15696;p67"/>
            <p:cNvSpPr/>
            <p:nvPr/>
          </p:nvSpPr>
          <p:spPr>
            <a:xfrm>
              <a:off x="4842456" y="3088895"/>
              <a:ext cx="60190" cy="60190"/>
            </a:xfrm>
            <a:custGeom>
              <a:avLst/>
              <a:gdLst/>
              <a:ahLst/>
              <a:cxnLst/>
              <a:rect l="l" t="t" r="r" b="b"/>
              <a:pathLst>
                <a:path w="2296" h="2296" extrusionOk="0">
                  <a:moveTo>
                    <a:pt x="592" y="0"/>
                  </a:moveTo>
                  <a:lnTo>
                    <a:pt x="0" y="592"/>
                  </a:lnTo>
                  <a:lnTo>
                    <a:pt x="1704" y="2295"/>
                  </a:lnTo>
                  <a:lnTo>
                    <a:pt x="2295" y="1703"/>
                  </a:lnTo>
                  <a:lnTo>
                    <a:pt x="592" y="0"/>
                  </a:ln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7" name="Google Shape;15697;p67"/>
            <p:cNvSpPr/>
            <p:nvPr/>
          </p:nvSpPr>
          <p:spPr>
            <a:xfrm>
              <a:off x="4652476" y="2898915"/>
              <a:ext cx="247889" cy="247889"/>
            </a:xfrm>
            <a:custGeom>
              <a:avLst/>
              <a:gdLst/>
              <a:ahLst/>
              <a:cxnLst/>
              <a:rect l="l" t="t" r="r" b="b"/>
              <a:pathLst>
                <a:path w="9456" h="9456" extrusionOk="0">
                  <a:moveTo>
                    <a:pt x="4721" y="1"/>
                  </a:moveTo>
                  <a:cubicBezTo>
                    <a:pt x="2108" y="1"/>
                    <a:pt x="1" y="2108"/>
                    <a:pt x="1" y="4721"/>
                  </a:cubicBezTo>
                  <a:cubicBezTo>
                    <a:pt x="1" y="7334"/>
                    <a:pt x="2108" y="9456"/>
                    <a:pt x="4721" y="9456"/>
                  </a:cubicBezTo>
                  <a:cubicBezTo>
                    <a:pt x="7334" y="9456"/>
                    <a:pt x="9456" y="7334"/>
                    <a:pt x="9456" y="4721"/>
                  </a:cubicBezTo>
                  <a:cubicBezTo>
                    <a:pt x="9456" y="2108"/>
                    <a:pt x="7334" y="1"/>
                    <a:pt x="4721"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8" name="Google Shape;15698;p67"/>
            <p:cNvSpPr/>
            <p:nvPr/>
          </p:nvSpPr>
          <p:spPr>
            <a:xfrm>
              <a:off x="4680866" y="2927306"/>
              <a:ext cx="191134" cy="191134"/>
            </a:xfrm>
            <a:custGeom>
              <a:avLst/>
              <a:gdLst/>
              <a:ahLst/>
              <a:cxnLst/>
              <a:rect l="l" t="t" r="r" b="b"/>
              <a:pathLst>
                <a:path w="7291" h="7291" extrusionOk="0">
                  <a:moveTo>
                    <a:pt x="3638" y="0"/>
                  </a:moveTo>
                  <a:cubicBezTo>
                    <a:pt x="1632" y="0"/>
                    <a:pt x="0" y="1631"/>
                    <a:pt x="0" y="3638"/>
                  </a:cubicBezTo>
                  <a:cubicBezTo>
                    <a:pt x="0" y="5659"/>
                    <a:pt x="1632" y="7290"/>
                    <a:pt x="3638" y="7290"/>
                  </a:cubicBezTo>
                  <a:cubicBezTo>
                    <a:pt x="5659" y="7290"/>
                    <a:pt x="7290" y="5659"/>
                    <a:pt x="7290" y="3638"/>
                  </a:cubicBezTo>
                  <a:cubicBezTo>
                    <a:pt x="7290" y="1631"/>
                    <a:pt x="5659" y="0"/>
                    <a:pt x="3638"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99" name="Google Shape;15699;p67"/>
            <p:cNvSpPr/>
            <p:nvPr/>
          </p:nvSpPr>
          <p:spPr>
            <a:xfrm>
              <a:off x="4869693" y="3117653"/>
              <a:ext cx="168798" cy="165757"/>
            </a:xfrm>
            <a:custGeom>
              <a:avLst/>
              <a:gdLst/>
              <a:ahLst/>
              <a:cxnLst/>
              <a:rect l="l" t="t" r="r" b="b"/>
              <a:pathLst>
                <a:path w="6439" h="6323" extrusionOk="0">
                  <a:moveTo>
                    <a:pt x="1293" y="0"/>
                  </a:moveTo>
                  <a:cubicBezTo>
                    <a:pt x="1145" y="0"/>
                    <a:pt x="997" y="58"/>
                    <a:pt x="881" y="173"/>
                  </a:cubicBezTo>
                  <a:lnTo>
                    <a:pt x="232" y="823"/>
                  </a:lnTo>
                  <a:cubicBezTo>
                    <a:pt x="1" y="1054"/>
                    <a:pt x="1" y="1415"/>
                    <a:pt x="232" y="1646"/>
                  </a:cubicBezTo>
                  <a:lnTo>
                    <a:pt x="4735" y="6150"/>
                  </a:lnTo>
                  <a:cubicBezTo>
                    <a:pt x="4851" y="6265"/>
                    <a:pt x="4999" y="6323"/>
                    <a:pt x="5147" y="6323"/>
                  </a:cubicBezTo>
                  <a:cubicBezTo>
                    <a:pt x="5295" y="6323"/>
                    <a:pt x="5443" y="6265"/>
                    <a:pt x="5558" y="6150"/>
                  </a:cubicBezTo>
                  <a:lnTo>
                    <a:pt x="6208" y="5500"/>
                  </a:lnTo>
                  <a:cubicBezTo>
                    <a:pt x="6439" y="5269"/>
                    <a:pt x="6439" y="4908"/>
                    <a:pt x="6208" y="4677"/>
                  </a:cubicBezTo>
                  <a:lnTo>
                    <a:pt x="1704" y="173"/>
                  </a:lnTo>
                  <a:cubicBezTo>
                    <a:pt x="1588" y="58"/>
                    <a:pt x="1441" y="0"/>
                    <a:pt x="129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0" name="Google Shape;15700;p67"/>
            <p:cNvSpPr/>
            <p:nvPr/>
          </p:nvSpPr>
          <p:spPr>
            <a:xfrm>
              <a:off x="4881437" y="3118020"/>
              <a:ext cx="157054" cy="155560"/>
            </a:xfrm>
            <a:custGeom>
              <a:avLst/>
              <a:gdLst/>
              <a:ahLst/>
              <a:cxnLst/>
              <a:rect l="l" t="t" r="r" b="b"/>
              <a:pathLst>
                <a:path w="5991" h="5934" extrusionOk="0">
                  <a:moveTo>
                    <a:pt x="25" y="582"/>
                  </a:moveTo>
                  <a:cubicBezTo>
                    <a:pt x="17" y="590"/>
                    <a:pt x="8" y="598"/>
                    <a:pt x="0" y="607"/>
                  </a:cubicBezTo>
                  <a:lnTo>
                    <a:pt x="25" y="582"/>
                  </a:lnTo>
                  <a:close/>
                  <a:moveTo>
                    <a:pt x="845" y="1"/>
                  </a:moveTo>
                  <a:cubicBezTo>
                    <a:pt x="697" y="1"/>
                    <a:pt x="549" y="58"/>
                    <a:pt x="433" y="174"/>
                  </a:cubicBezTo>
                  <a:lnTo>
                    <a:pt x="25" y="582"/>
                  </a:lnTo>
                  <a:lnTo>
                    <a:pt x="25" y="582"/>
                  </a:lnTo>
                  <a:cubicBezTo>
                    <a:pt x="131" y="483"/>
                    <a:pt x="267" y="434"/>
                    <a:pt x="404" y="434"/>
                  </a:cubicBezTo>
                  <a:cubicBezTo>
                    <a:pt x="552" y="434"/>
                    <a:pt x="700" y="491"/>
                    <a:pt x="808" y="607"/>
                  </a:cubicBezTo>
                  <a:lnTo>
                    <a:pt x="5327" y="5111"/>
                  </a:lnTo>
                  <a:cubicBezTo>
                    <a:pt x="5543" y="5342"/>
                    <a:pt x="5543" y="5703"/>
                    <a:pt x="5327" y="5934"/>
                  </a:cubicBezTo>
                  <a:lnTo>
                    <a:pt x="5760" y="5501"/>
                  </a:lnTo>
                  <a:cubicBezTo>
                    <a:pt x="5991" y="5270"/>
                    <a:pt x="5991" y="4909"/>
                    <a:pt x="5760" y="4678"/>
                  </a:cubicBezTo>
                  <a:lnTo>
                    <a:pt x="1256" y="174"/>
                  </a:lnTo>
                  <a:cubicBezTo>
                    <a:pt x="1140" y="58"/>
                    <a:pt x="993" y="1"/>
                    <a:pt x="845"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1" name="Google Shape;15701;p67"/>
            <p:cNvSpPr/>
            <p:nvPr/>
          </p:nvSpPr>
          <p:spPr>
            <a:xfrm>
              <a:off x="4952952" y="3199391"/>
              <a:ext cx="54134" cy="54134"/>
            </a:xfrm>
            <a:custGeom>
              <a:avLst/>
              <a:gdLst/>
              <a:ahLst/>
              <a:cxnLst/>
              <a:rect l="l" t="t" r="r" b="b"/>
              <a:pathLst>
                <a:path w="2065" h="2065" extrusionOk="0">
                  <a:moveTo>
                    <a:pt x="1458" y="0"/>
                  </a:moveTo>
                  <a:lnTo>
                    <a:pt x="0" y="1473"/>
                  </a:lnTo>
                  <a:lnTo>
                    <a:pt x="592" y="2064"/>
                  </a:lnTo>
                  <a:lnTo>
                    <a:pt x="2065" y="607"/>
                  </a:lnTo>
                  <a:lnTo>
                    <a:pt x="1458" y="0"/>
                  </a:ln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2" name="Google Shape;15702;p67"/>
            <p:cNvSpPr/>
            <p:nvPr/>
          </p:nvSpPr>
          <p:spPr>
            <a:xfrm>
              <a:off x="4931377" y="3179232"/>
              <a:ext cx="55209" cy="50464"/>
            </a:xfrm>
            <a:custGeom>
              <a:avLst/>
              <a:gdLst/>
              <a:ahLst/>
              <a:cxnLst/>
              <a:rect l="l" t="t" r="r" b="b"/>
              <a:pathLst>
                <a:path w="2106" h="1925" extrusionOk="0">
                  <a:moveTo>
                    <a:pt x="1771" y="0"/>
                  </a:moveTo>
                  <a:cubicBezTo>
                    <a:pt x="1713" y="0"/>
                    <a:pt x="1653" y="26"/>
                    <a:pt x="1603" y="91"/>
                  </a:cubicBezTo>
                  <a:lnTo>
                    <a:pt x="130" y="1549"/>
                  </a:lnTo>
                  <a:cubicBezTo>
                    <a:pt x="1" y="1693"/>
                    <a:pt x="102" y="1924"/>
                    <a:pt x="289" y="1924"/>
                  </a:cubicBezTo>
                  <a:cubicBezTo>
                    <a:pt x="347" y="1924"/>
                    <a:pt x="405" y="1910"/>
                    <a:pt x="448" y="1866"/>
                  </a:cubicBezTo>
                  <a:lnTo>
                    <a:pt x="1920" y="394"/>
                  </a:lnTo>
                  <a:cubicBezTo>
                    <a:pt x="2105" y="242"/>
                    <a:pt x="1947" y="0"/>
                    <a:pt x="1771" y="0"/>
                  </a:cubicBezTo>
                  <a:close/>
                </a:path>
              </a:pathLst>
            </a:custGeom>
            <a:solidFill>
              <a:srgbClr val="E3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3" name="Google Shape;15703;p67"/>
            <p:cNvSpPr/>
            <p:nvPr/>
          </p:nvSpPr>
          <p:spPr>
            <a:xfrm>
              <a:off x="4736101" y="2955670"/>
              <a:ext cx="87453" cy="95396"/>
            </a:xfrm>
            <a:custGeom>
              <a:avLst/>
              <a:gdLst/>
              <a:ahLst/>
              <a:cxnLst/>
              <a:rect l="l" t="t" r="r" b="b"/>
              <a:pathLst>
                <a:path w="3336" h="3639" extrusionOk="0">
                  <a:moveTo>
                    <a:pt x="1529" y="1"/>
                  </a:moveTo>
                  <a:cubicBezTo>
                    <a:pt x="1161" y="1"/>
                    <a:pt x="789" y="133"/>
                    <a:pt x="492" y="405"/>
                  </a:cubicBezTo>
                  <a:cubicBezTo>
                    <a:pt x="174" y="694"/>
                    <a:pt x="1" y="1098"/>
                    <a:pt x="1" y="1517"/>
                  </a:cubicBezTo>
                  <a:cubicBezTo>
                    <a:pt x="1" y="1863"/>
                    <a:pt x="257" y="2036"/>
                    <a:pt x="513" y="2036"/>
                  </a:cubicBezTo>
                  <a:cubicBezTo>
                    <a:pt x="770" y="2036"/>
                    <a:pt x="1026" y="1863"/>
                    <a:pt x="1026" y="1517"/>
                  </a:cubicBezTo>
                  <a:cubicBezTo>
                    <a:pt x="1026" y="1236"/>
                    <a:pt x="1270" y="1011"/>
                    <a:pt x="1549" y="1011"/>
                  </a:cubicBezTo>
                  <a:cubicBezTo>
                    <a:pt x="1557" y="1011"/>
                    <a:pt x="1566" y="1011"/>
                    <a:pt x="1574" y="1011"/>
                  </a:cubicBezTo>
                  <a:cubicBezTo>
                    <a:pt x="1820" y="1040"/>
                    <a:pt x="2022" y="1242"/>
                    <a:pt x="2051" y="1488"/>
                  </a:cubicBezTo>
                  <a:cubicBezTo>
                    <a:pt x="2051" y="1704"/>
                    <a:pt x="1935" y="1892"/>
                    <a:pt x="1748" y="1979"/>
                  </a:cubicBezTo>
                  <a:cubicBezTo>
                    <a:pt x="1300" y="2181"/>
                    <a:pt x="1011" y="2628"/>
                    <a:pt x="1026" y="3119"/>
                  </a:cubicBezTo>
                  <a:cubicBezTo>
                    <a:pt x="1026" y="3408"/>
                    <a:pt x="1257" y="3639"/>
                    <a:pt x="1531" y="3639"/>
                  </a:cubicBezTo>
                  <a:cubicBezTo>
                    <a:pt x="1820" y="3639"/>
                    <a:pt x="2051" y="3422"/>
                    <a:pt x="2051" y="3133"/>
                  </a:cubicBezTo>
                  <a:cubicBezTo>
                    <a:pt x="2051" y="3047"/>
                    <a:pt x="2108" y="2960"/>
                    <a:pt x="2181" y="2931"/>
                  </a:cubicBezTo>
                  <a:cubicBezTo>
                    <a:pt x="3032" y="2527"/>
                    <a:pt x="3335" y="1459"/>
                    <a:pt x="2801" y="679"/>
                  </a:cubicBezTo>
                  <a:cubicBezTo>
                    <a:pt x="2505" y="234"/>
                    <a:pt x="2020" y="1"/>
                    <a:pt x="1529"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4" name="Google Shape;15704;p67"/>
            <p:cNvSpPr/>
            <p:nvPr/>
          </p:nvSpPr>
          <p:spPr>
            <a:xfrm>
              <a:off x="4762972" y="3064279"/>
              <a:ext cx="26897" cy="28050"/>
            </a:xfrm>
            <a:custGeom>
              <a:avLst/>
              <a:gdLst/>
              <a:ahLst/>
              <a:cxnLst/>
              <a:rect l="l" t="t" r="r" b="b"/>
              <a:pathLst>
                <a:path w="1026" h="1070" extrusionOk="0">
                  <a:moveTo>
                    <a:pt x="513" y="1"/>
                  </a:moveTo>
                  <a:cubicBezTo>
                    <a:pt x="257" y="1"/>
                    <a:pt x="1" y="174"/>
                    <a:pt x="1" y="520"/>
                  </a:cubicBezTo>
                  <a:lnTo>
                    <a:pt x="1" y="549"/>
                  </a:lnTo>
                  <a:cubicBezTo>
                    <a:pt x="1" y="838"/>
                    <a:pt x="232" y="1069"/>
                    <a:pt x="506" y="1069"/>
                  </a:cubicBezTo>
                  <a:cubicBezTo>
                    <a:pt x="795" y="1069"/>
                    <a:pt x="1026" y="838"/>
                    <a:pt x="1026" y="549"/>
                  </a:cubicBezTo>
                  <a:lnTo>
                    <a:pt x="1026" y="520"/>
                  </a:lnTo>
                  <a:cubicBezTo>
                    <a:pt x="1026" y="174"/>
                    <a:pt x="769" y="1"/>
                    <a:pt x="513"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05" name="Google Shape;15705;p67"/>
          <p:cNvGrpSpPr/>
          <p:nvPr/>
        </p:nvGrpSpPr>
        <p:grpSpPr>
          <a:xfrm>
            <a:off x="5131874" y="2922194"/>
            <a:ext cx="324699" cy="347611"/>
            <a:chOff x="5156931" y="2922194"/>
            <a:chExt cx="324699" cy="347611"/>
          </a:xfrm>
        </p:grpSpPr>
        <p:sp>
          <p:nvSpPr>
            <p:cNvPr id="15706" name="Google Shape;15706;p67"/>
            <p:cNvSpPr/>
            <p:nvPr/>
          </p:nvSpPr>
          <p:spPr>
            <a:xfrm>
              <a:off x="5160706" y="3072982"/>
              <a:ext cx="317149" cy="43543"/>
            </a:xfrm>
            <a:custGeom>
              <a:avLst/>
              <a:gdLst/>
              <a:ahLst/>
              <a:cxnLst/>
              <a:rect l="l" t="t" r="r" b="b"/>
              <a:pathLst>
                <a:path w="12098" h="1661" extrusionOk="0">
                  <a:moveTo>
                    <a:pt x="15" y="1"/>
                  </a:moveTo>
                  <a:lnTo>
                    <a:pt x="0" y="1661"/>
                  </a:lnTo>
                  <a:lnTo>
                    <a:pt x="12097" y="1661"/>
                  </a:lnTo>
                  <a:lnTo>
                    <a:pt x="12083" y="1"/>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7" name="Google Shape;15707;p67"/>
            <p:cNvSpPr/>
            <p:nvPr/>
          </p:nvSpPr>
          <p:spPr>
            <a:xfrm>
              <a:off x="5258330" y="2922194"/>
              <a:ext cx="128689" cy="62261"/>
            </a:xfrm>
            <a:custGeom>
              <a:avLst/>
              <a:gdLst/>
              <a:ahLst/>
              <a:cxnLst/>
              <a:rect l="l" t="t" r="r" b="b"/>
              <a:pathLst>
                <a:path w="4909" h="2375" extrusionOk="0">
                  <a:moveTo>
                    <a:pt x="2453" y="0"/>
                  </a:moveTo>
                  <a:cubicBezTo>
                    <a:pt x="2397" y="0"/>
                    <a:pt x="2339" y="22"/>
                    <a:pt x="2296" y="65"/>
                  </a:cubicBezTo>
                  <a:lnTo>
                    <a:pt x="997" y="1364"/>
                  </a:lnTo>
                  <a:lnTo>
                    <a:pt x="1" y="2375"/>
                  </a:lnTo>
                  <a:lnTo>
                    <a:pt x="4909" y="2375"/>
                  </a:lnTo>
                  <a:lnTo>
                    <a:pt x="2599" y="65"/>
                  </a:lnTo>
                  <a:cubicBezTo>
                    <a:pt x="2563" y="22"/>
                    <a:pt x="2509" y="0"/>
                    <a:pt x="2453"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8" name="Google Shape;15708;p67"/>
            <p:cNvSpPr/>
            <p:nvPr/>
          </p:nvSpPr>
          <p:spPr>
            <a:xfrm>
              <a:off x="5258330" y="2957951"/>
              <a:ext cx="128689" cy="26503"/>
            </a:xfrm>
            <a:custGeom>
              <a:avLst/>
              <a:gdLst/>
              <a:ahLst/>
              <a:cxnLst/>
              <a:rect l="l" t="t" r="r" b="b"/>
              <a:pathLst>
                <a:path w="4909" h="1011" extrusionOk="0">
                  <a:moveTo>
                    <a:pt x="997" y="0"/>
                  </a:moveTo>
                  <a:lnTo>
                    <a:pt x="1" y="1011"/>
                  </a:lnTo>
                  <a:lnTo>
                    <a:pt x="4909" y="1011"/>
                  </a:lnTo>
                  <a:lnTo>
                    <a:pt x="3913"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9" name="Google Shape;15709;p67"/>
            <p:cNvSpPr/>
            <p:nvPr/>
          </p:nvSpPr>
          <p:spPr>
            <a:xfrm>
              <a:off x="5180000" y="2975358"/>
              <a:ext cx="278561" cy="260761"/>
            </a:xfrm>
            <a:custGeom>
              <a:avLst/>
              <a:gdLst/>
              <a:ahLst/>
              <a:cxnLst/>
              <a:rect l="l" t="t" r="r" b="b"/>
              <a:pathLst>
                <a:path w="10626" h="9947" extrusionOk="0">
                  <a:moveTo>
                    <a:pt x="217" y="0"/>
                  </a:moveTo>
                  <a:cubicBezTo>
                    <a:pt x="102" y="0"/>
                    <a:pt x="1" y="102"/>
                    <a:pt x="1" y="217"/>
                  </a:cubicBezTo>
                  <a:lnTo>
                    <a:pt x="1" y="9946"/>
                  </a:lnTo>
                  <a:lnTo>
                    <a:pt x="10625" y="9946"/>
                  </a:lnTo>
                  <a:lnTo>
                    <a:pt x="10625" y="217"/>
                  </a:lnTo>
                  <a:cubicBezTo>
                    <a:pt x="10625" y="102"/>
                    <a:pt x="10524" y="0"/>
                    <a:pt x="10409"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0" name="Google Shape;15710;p67"/>
            <p:cNvSpPr/>
            <p:nvPr/>
          </p:nvSpPr>
          <p:spPr>
            <a:xfrm>
              <a:off x="5438847" y="2975358"/>
              <a:ext cx="19714" cy="260761"/>
            </a:xfrm>
            <a:custGeom>
              <a:avLst/>
              <a:gdLst/>
              <a:ahLst/>
              <a:cxnLst/>
              <a:rect l="l" t="t" r="r" b="b"/>
              <a:pathLst>
                <a:path w="752" h="9947" extrusionOk="0">
                  <a:moveTo>
                    <a:pt x="1" y="0"/>
                  </a:moveTo>
                  <a:lnTo>
                    <a:pt x="1" y="9946"/>
                  </a:lnTo>
                  <a:lnTo>
                    <a:pt x="751" y="9946"/>
                  </a:lnTo>
                  <a:lnTo>
                    <a:pt x="751" y="217"/>
                  </a:lnTo>
                  <a:cubicBezTo>
                    <a:pt x="751" y="102"/>
                    <a:pt x="650" y="0"/>
                    <a:pt x="535" y="0"/>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1" name="Google Shape;15711;p67"/>
            <p:cNvSpPr/>
            <p:nvPr/>
          </p:nvSpPr>
          <p:spPr>
            <a:xfrm>
              <a:off x="5180000" y="3062785"/>
              <a:ext cx="278561" cy="172967"/>
            </a:xfrm>
            <a:custGeom>
              <a:avLst/>
              <a:gdLst/>
              <a:ahLst/>
              <a:cxnLst/>
              <a:rect l="l" t="t" r="r" b="b"/>
              <a:pathLst>
                <a:path w="10626" h="6598" extrusionOk="0">
                  <a:moveTo>
                    <a:pt x="1" y="0"/>
                  </a:moveTo>
                  <a:lnTo>
                    <a:pt x="1" y="6597"/>
                  </a:lnTo>
                  <a:lnTo>
                    <a:pt x="10625" y="6597"/>
                  </a:lnTo>
                  <a:lnTo>
                    <a:pt x="10625" y="0"/>
                  </a:lnTo>
                  <a:lnTo>
                    <a:pt x="5313" y="3797"/>
                  </a:lnTo>
                  <a:lnTo>
                    <a:pt x="1" y="0"/>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2" name="Google Shape;15712;p67"/>
            <p:cNvSpPr/>
            <p:nvPr/>
          </p:nvSpPr>
          <p:spPr>
            <a:xfrm>
              <a:off x="5221262" y="3114192"/>
              <a:ext cx="196953" cy="10329"/>
            </a:xfrm>
            <a:custGeom>
              <a:avLst/>
              <a:gdLst/>
              <a:ahLst/>
              <a:cxnLst/>
              <a:rect l="l" t="t" r="r" b="b"/>
              <a:pathLst>
                <a:path w="7513" h="394" extrusionOk="0">
                  <a:moveTo>
                    <a:pt x="7259" y="1"/>
                  </a:moveTo>
                  <a:cubicBezTo>
                    <a:pt x="7250" y="1"/>
                    <a:pt x="7241" y="1"/>
                    <a:pt x="7232" y="2"/>
                  </a:cubicBezTo>
                  <a:lnTo>
                    <a:pt x="246" y="2"/>
                  </a:lnTo>
                  <a:cubicBezTo>
                    <a:pt x="0" y="17"/>
                    <a:pt x="0" y="378"/>
                    <a:pt x="246" y="392"/>
                  </a:cubicBezTo>
                  <a:lnTo>
                    <a:pt x="7232" y="392"/>
                  </a:lnTo>
                  <a:cubicBezTo>
                    <a:pt x="7241" y="393"/>
                    <a:pt x="7250" y="393"/>
                    <a:pt x="7259" y="393"/>
                  </a:cubicBezTo>
                  <a:cubicBezTo>
                    <a:pt x="7512" y="393"/>
                    <a:pt x="7512" y="1"/>
                    <a:pt x="725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3" name="Google Shape;15713;p67"/>
            <p:cNvSpPr/>
            <p:nvPr/>
          </p:nvSpPr>
          <p:spPr>
            <a:xfrm>
              <a:off x="5254031" y="3136528"/>
              <a:ext cx="129581" cy="10696"/>
            </a:xfrm>
            <a:custGeom>
              <a:avLst/>
              <a:gdLst/>
              <a:ahLst/>
              <a:cxnLst/>
              <a:rect l="l" t="t" r="r" b="b"/>
              <a:pathLst>
                <a:path w="4943" h="408" extrusionOk="0">
                  <a:moveTo>
                    <a:pt x="255" y="1"/>
                  </a:moveTo>
                  <a:cubicBezTo>
                    <a:pt x="0" y="1"/>
                    <a:pt x="0" y="407"/>
                    <a:pt x="255" y="407"/>
                  </a:cubicBezTo>
                  <a:cubicBezTo>
                    <a:pt x="263" y="407"/>
                    <a:pt x="272" y="407"/>
                    <a:pt x="280" y="406"/>
                  </a:cubicBezTo>
                  <a:lnTo>
                    <a:pt x="4698" y="406"/>
                  </a:lnTo>
                  <a:cubicBezTo>
                    <a:pt x="4943" y="377"/>
                    <a:pt x="4943" y="31"/>
                    <a:pt x="4698" y="2"/>
                  </a:cubicBezTo>
                  <a:lnTo>
                    <a:pt x="280" y="2"/>
                  </a:lnTo>
                  <a:cubicBezTo>
                    <a:pt x="272" y="1"/>
                    <a:pt x="263" y="1"/>
                    <a:pt x="255"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4" name="Google Shape;15714;p67"/>
            <p:cNvSpPr/>
            <p:nvPr/>
          </p:nvSpPr>
          <p:spPr>
            <a:xfrm>
              <a:off x="5284074" y="3159282"/>
              <a:ext cx="68893" cy="10617"/>
            </a:xfrm>
            <a:custGeom>
              <a:avLst/>
              <a:gdLst/>
              <a:ahLst/>
              <a:cxnLst/>
              <a:rect l="l" t="t" r="r" b="b"/>
              <a:pathLst>
                <a:path w="2628" h="405" extrusionOk="0">
                  <a:moveTo>
                    <a:pt x="246" y="0"/>
                  </a:moveTo>
                  <a:cubicBezTo>
                    <a:pt x="0" y="15"/>
                    <a:pt x="0" y="375"/>
                    <a:pt x="246" y="404"/>
                  </a:cubicBezTo>
                  <a:lnTo>
                    <a:pt x="2382" y="404"/>
                  </a:lnTo>
                  <a:cubicBezTo>
                    <a:pt x="2628" y="375"/>
                    <a:pt x="2628" y="15"/>
                    <a:pt x="2382"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5" name="Google Shape;15715;p67"/>
            <p:cNvSpPr/>
            <p:nvPr/>
          </p:nvSpPr>
          <p:spPr>
            <a:xfrm>
              <a:off x="5156931" y="3073009"/>
              <a:ext cx="324699" cy="196796"/>
            </a:xfrm>
            <a:custGeom>
              <a:avLst/>
              <a:gdLst/>
              <a:ahLst/>
              <a:cxnLst/>
              <a:rect l="l" t="t" r="r" b="b"/>
              <a:pathLst>
                <a:path w="12386" h="7507" extrusionOk="0">
                  <a:moveTo>
                    <a:pt x="176" y="0"/>
                  </a:moveTo>
                  <a:cubicBezTo>
                    <a:pt x="85" y="0"/>
                    <a:pt x="0" y="67"/>
                    <a:pt x="0" y="173"/>
                  </a:cubicBezTo>
                  <a:lnTo>
                    <a:pt x="0" y="7304"/>
                  </a:lnTo>
                  <a:cubicBezTo>
                    <a:pt x="0" y="7420"/>
                    <a:pt x="101" y="7506"/>
                    <a:pt x="217" y="7506"/>
                  </a:cubicBezTo>
                  <a:lnTo>
                    <a:pt x="12169" y="7506"/>
                  </a:lnTo>
                  <a:cubicBezTo>
                    <a:pt x="12285" y="7506"/>
                    <a:pt x="12386" y="7420"/>
                    <a:pt x="12386" y="7304"/>
                  </a:cubicBezTo>
                  <a:lnTo>
                    <a:pt x="12386" y="173"/>
                  </a:lnTo>
                  <a:cubicBezTo>
                    <a:pt x="12375" y="76"/>
                    <a:pt x="12291" y="3"/>
                    <a:pt x="12201" y="3"/>
                  </a:cubicBezTo>
                  <a:cubicBezTo>
                    <a:pt x="12171" y="3"/>
                    <a:pt x="12140" y="11"/>
                    <a:pt x="12111" y="29"/>
                  </a:cubicBezTo>
                  <a:lnTo>
                    <a:pt x="11722" y="303"/>
                  </a:lnTo>
                  <a:lnTo>
                    <a:pt x="6294" y="4201"/>
                  </a:lnTo>
                  <a:cubicBezTo>
                    <a:pt x="6265" y="4222"/>
                    <a:pt x="6229" y="4233"/>
                    <a:pt x="6193" y="4233"/>
                  </a:cubicBezTo>
                  <a:cubicBezTo>
                    <a:pt x="6157" y="4233"/>
                    <a:pt x="6121" y="4222"/>
                    <a:pt x="6092" y="4201"/>
                  </a:cubicBezTo>
                  <a:lnTo>
                    <a:pt x="274" y="29"/>
                  </a:lnTo>
                  <a:cubicBezTo>
                    <a:pt x="243" y="9"/>
                    <a:pt x="209" y="0"/>
                    <a:pt x="176"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6" name="Google Shape;15716;p67"/>
            <p:cNvSpPr/>
            <p:nvPr/>
          </p:nvSpPr>
          <p:spPr>
            <a:xfrm>
              <a:off x="5464197" y="3072694"/>
              <a:ext cx="17433" cy="197111"/>
            </a:xfrm>
            <a:custGeom>
              <a:avLst/>
              <a:gdLst/>
              <a:ahLst/>
              <a:cxnLst/>
              <a:rect l="l" t="t" r="r" b="b"/>
              <a:pathLst>
                <a:path w="665" h="7519" extrusionOk="0">
                  <a:moveTo>
                    <a:pt x="481" y="0"/>
                  </a:moveTo>
                  <a:cubicBezTo>
                    <a:pt x="450" y="0"/>
                    <a:pt x="419" y="8"/>
                    <a:pt x="390" y="26"/>
                  </a:cubicBezTo>
                  <a:lnTo>
                    <a:pt x="1" y="301"/>
                  </a:lnTo>
                  <a:lnTo>
                    <a:pt x="1" y="7518"/>
                  </a:lnTo>
                  <a:lnTo>
                    <a:pt x="448" y="7518"/>
                  </a:lnTo>
                  <a:cubicBezTo>
                    <a:pt x="564" y="7518"/>
                    <a:pt x="665" y="7432"/>
                    <a:pt x="665" y="7316"/>
                  </a:cubicBezTo>
                  <a:lnTo>
                    <a:pt x="665" y="185"/>
                  </a:lnTo>
                  <a:cubicBezTo>
                    <a:pt x="665" y="76"/>
                    <a:pt x="575" y="0"/>
                    <a:pt x="481" y="0"/>
                  </a:cubicBez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7" name="Google Shape;15717;p67"/>
            <p:cNvSpPr/>
            <p:nvPr/>
          </p:nvSpPr>
          <p:spPr>
            <a:xfrm>
              <a:off x="5217461" y="3013579"/>
              <a:ext cx="32585" cy="32952"/>
            </a:xfrm>
            <a:custGeom>
              <a:avLst/>
              <a:gdLst/>
              <a:ahLst/>
              <a:cxnLst/>
              <a:rect l="l" t="t" r="r" b="b"/>
              <a:pathLst>
                <a:path w="1243" h="1257" extrusionOk="0">
                  <a:moveTo>
                    <a:pt x="188" y="0"/>
                  </a:moveTo>
                  <a:cubicBezTo>
                    <a:pt x="87" y="0"/>
                    <a:pt x="1" y="87"/>
                    <a:pt x="1" y="203"/>
                  </a:cubicBezTo>
                  <a:lnTo>
                    <a:pt x="1" y="1054"/>
                  </a:lnTo>
                  <a:cubicBezTo>
                    <a:pt x="1" y="1155"/>
                    <a:pt x="87" y="1256"/>
                    <a:pt x="188" y="1256"/>
                  </a:cubicBezTo>
                  <a:lnTo>
                    <a:pt x="1040" y="1256"/>
                  </a:lnTo>
                  <a:cubicBezTo>
                    <a:pt x="1156" y="1256"/>
                    <a:pt x="1242" y="1155"/>
                    <a:pt x="1242" y="1054"/>
                  </a:cubicBezTo>
                  <a:lnTo>
                    <a:pt x="1242" y="203"/>
                  </a:lnTo>
                  <a:cubicBezTo>
                    <a:pt x="1242" y="87"/>
                    <a:pt x="1156" y="0"/>
                    <a:pt x="1040" y="0"/>
                  </a:cubicBezTo>
                  <a:close/>
                </a:path>
              </a:pathLst>
            </a:custGeom>
            <a:solidFill>
              <a:srgbClr val="96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8" name="Google Shape;15718;p67"/>
            <p:cNvSpPr/>
            <p:nvPr/>
          </p:nvSpPr>
          <p:spPr>
            <a:xfrm>
              <a:off x="5271595" y="3008258"/>
              <a:ext cx="36491" cy="10670"/>
            </a:xfrm>
            <a:custGeom>
              <a:avLst/>
              <a:gdLst/>
              <a:ahLst/>
              <a:cxnLst/>
              <a:rect l="l" t="t" r="r" b="b"/>
              <a:pathLst>
                <a:path w="1392" h="407" extrusionOk="0">
                  <a:moveTo>
                    <a:pt x="1137" y="0"/>
                  </a:moveTo>
                  <a:cubicBezTo>
                    <a:pt x="1129" y="0"/>
                    <a:pt x="1120" y="0"/>
                    <a:pt x="1112" y="1"/>
                  </a:cubicBezTo>
                  <a:lnTo>
                    <a:pt x="245" y="1"/>
                  </a:lnTo>
                  <a:cubicBezTo>
                    <a:pt x="0" y="30"/>
                    <a:pt x="0" y="391"/>
                    <a:pt x="245" y="406"/>
                  </a:cubicBezTo>
                  <a:lnTo>
                    <a:pt x="1112" y="406"/>
                  </a:lnTo>
                  <a:cubicBezTo>
                    <a:pt x="1120" y="406"/>
                    <a:pt x="1129" y="407"/>
                    <a:pt x="1137" y="407"/>
                  </a:cubicBezTo>
                  <a:cubicBezTo>
                    <a:pt x="1392" y="407"/>
                    <a:pt x="1392" y="0"/>
                    <a:pt x="1137"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9" name="Google Shape;15719;p67"/>
            <p:cNvSpPr/>
            <p:nvPr/>
          </p:nvSpPr>
          <p:spPr>
            <a:xfrm>
              <a:off x="5270206" y="3036255"/>
              <a:ext cx="113406" cy="10670"/>
            </a:xfrm>
            <a:custGeom>
              <a:avLst/>
              <a:gdLst/>
              <a:ahLst/>
              <a:cxnLst/>
              <a:rect l="l" t="t" r="r" b="b"/>
              <a:pathLst>
                <a:path w="4326" h="407" extrusionOk="0">
                  <a:moveTo>
                    <a:pt x="271" y="0"/>
                  </a:moveTo>
                  <a:cubicBezTo>
                    <a:pt x="0" y="0"/>
                    <a:pt x="5" y="406"/>
                    <a:pt x="284" y="406"/>
                  </a:cubicBezTo>
                  <a:cubicBezTo>
                    <a:pt x="289" y="406"/>
                    <a:pt x="294" y="406"/>
                    <a:pt x="298" y="406"/>
                  </a:cubicBezTo>
                  <a:lnTo>
                    <a:pt x="4081" y="406"/>
                  </a:lnTo>
                  <a:cubicBezTo>
                    <a:pt x="4326" y="377"/>
                    <a:pt x="4326" y="16"/>
                    <a:pt x="4081" y="2"/>
                  </a:cubicBezTo>
                  <a:lnTo>
                    <a:pt x="298" y="2"/>
                  </a:lnTo>
                  <a:cubicBezTo>
                    <a:pt x="289" y="1"/>
                    <a:pt x="280" y="0"/>
                    <a:pt x="271"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0" name="Google Shape;15720;p67"/>
            <p:cNvSpPr/>
            <p:nvPr/>
          </p:nvSpPr>
          <p:spPr>
            <a:xfrm>
              <a:off x="5223517" y="3080532"/>
              <a:ext cx="69915" cy="10670"/>
            </a:xfrm>
            <a:custGeom>
              <a:avLst/>
              <a:gdLst/>
              <a:ahLst/>
              <a:cxnLst/>
              <a:rect l="l" t="t" r="r" b="b"/>
              <a:pathLst>
                <a:path w="2667" h="407" extrusionOk="0">
                  <a:moveTo>
                    <a:pt x="2396" y="0"/>
                  </a:moveTo>
                  <a:cubicBezTo>
                    <a:pt x="2387" y="0"/>
                    <a:pt x="2378" y="1"/>
                    <a:pt x="2368" y="2"/>
                  </a:cubicBezTo>
                  <a:lnTo>
                    <a:pt x="246" y="2"/>
                  </a:lnTo>
                  <a:cubicBezTo>
                    <a:pt x="1" y="16"/>
                    <a:pt x="1" y="377"/>
                    <a:pt x="246" y="406"/>
                  </a:cubicBezTo>
                  <a:lnTo>
                    <a:pt x="2368" y="406"/>
                  </a:lnTo>
                  <a:cubicBezTo>
                    <a:pt x="2373" y="406"/>
                    <a:pt x="2378" y="406"/>
                    <a:pt x="2382" y="406"/>
                  </a:cubicBezTo>
                  <a:cubicBezTo>
                    <a:pt x="2662" y="406"/>
                    <a:pt x="2667" y="0"/>
                    <a:pt x="2396"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1" name="Google Shape;15721;p67"/>
            <p:cNvSpPr/>
            <p:nvPr/>
          </p:nvSpPr>
          <p:spPr>
            <a:xfrm>
              <a:off x="5183251" y="3234152"/>
              <a:ext cx="56939" cy="10696"/>
            </a:xfrm>
            <a:custGeom>
              <a:avLst/>
              <a:gdLst/>
              <a:ahLst/>
              <a:cxnLst/>
              <a:rect l="l" t="t" r="r" b="b"/>
              <a:pathLst>
                <a:path w="2172" h="408" extrusionOk="0">
                  <a:moveTo>
                    <a:pt x="255" y="1"/>
                  </a:moveTo>
                  <a:cubicBezTo>
                    <a:pt x="1" y="1"/>
                    <a:pt x="1" y="408"/>
                    <a:pt x="255" y="408"/>
                  </a:cubicBezTo>
                  <a:cubicBezTo>
                    <a:pt x="264" y="408"/>
                    <a:pt x="272" y="407"/>
                    <a:pt x="281" y="406"/>
                  </a:cubicBezTo>
                  <a:lnTo>
                    <a:pt x="1927" y="406"/>
                  </a:lnTo>
                  <a:cubicBezTo>
                    <a:pt x="2172" y="378"/>
                    <a:pt x="2172" y="31"/>
                    <a:pt x="1927" y="2"/>
                  </a:cubicBezTo>
                  <a:lnTo>
                    <a:pt x="281" y="2"/>
                  </a:lnTo>
                  <a:cubicBezTo>
                    <a:pt x="272" y="1"/>
                    <a:pt x="264" y="1"/>
                    <a:pt x="255"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22" name="Google Shape;15722;p67"/>
          <p:cNvGrpSpPr/>
          <p:nvPr/>
        </p:nvGrpSpPr>
        <p:grpSpPr>
          <a:xfrm>
            <a:off x="6061274" y="2905337"/>
            <a:ext cx="364441" cy="364834"/>
            <a:chOff x="6086331" y="2905337"/>
            <a:chExt cx="364441" cy="364834"/>
          </a:xfrm>
        </p:grpSpPr>
        <p:sp>
          <p:nvSpPr>
            <p:cNvPr id="15723" name="Google Shape;15723;p67"/>
            <p:cNvSpPr/>
            <p:nvPr/>
          </p:nvSpPr>
          <p:spPr>
            <a:xfrm>
              <a:off x="6086331" y="2905337"/>
              <a:ext cx="277407" cy="277433"/>
            </a:xfrm>
            <a:custGeom>
              <a:avLst/>
              <a:gdLst/>
              <a:ahLst/>
              <a:cxnLst/>
              <a:rect l="l" t="t" r="r" b="b"/>
              <a:pathLst>
                <a:path w="10582" h="10583" extrusionOk="0">
                  <a:moveTo>
                    <a:pt x="4952" y="1"/>
                  </a:moveTo>
                  <a:cubicBezTo>
                    <a:pt x="4735" y="1"/>
                    <a:pt x="4533" y="160"/>
                    <a:pt x="4490" y="391"/>
                  </a:cubicBezTo>
                  <a:lnTo>
                    <a:pt x="4245" y="1589"/>
                  </a:lnTo>
                  <a:cubicBezTo>
                    <a:pt x="3956" y="1675"/>
                    <a:pt x="3667" y="1791"/>
                    <a:pt x="3407" y="1935"/>
                  </a:cubicBezTo>
                  <a:lnTo>
                    <a:pt x="2382" y="1257"/>
                  </a:lnTo>
                  <a:cubicBezTo>
                    <a:pt x="2303" y="1202"/>
                    <a:pt x="2210" y="1175"/>
                    <a:pt x="2117" y="1175"/>
                  </a:cubicBezTo>
                  <a:cubicBezTo>
                    <a:pt x="1992" y="1175"/>
                    <a:pt x="1867" y="1223"/>
                    <a:pt x="1776" y="1315"/>
                  </a:cubicBezTo>
                  <a:lnTo>
                    <a:pt x="1314" y="1791"/>
                  </a:lnTo>
                  <a:cubicBezTo>
                    <a:pt x="1155" y="1950"/>
                    <a:pt x="1127" y="2195"/>
                    <a:pt x="1256" y="2397"/>
                  </a:cubicBezTo>
                  <a:lnTo>
                    <a:pt x="1935" y="3408"/>
                  </a:lnTo>
                  <a:cubicBezTo>
                    <a:pt x="1776" y="3668"/>
                    <a:pt x="1661" y="3956"/>
                    <a:pt x="1589" y="4259"/>
                  </a:cubicBezTo>
                  <a:lnTo>
                    <a:pt x="376" y="4490"/>
                  </a:lnTo>
                  <a:cubicBezTo>
                    <a:pt x="159" y="4534"/>
                    <a:pt x="1" y="4736"/>
                    <a:pt x="1" y="4967"/>
                  </a:cubicBezTo>
                  <a:lnTo>
                    <a:pt x="1" y="5616"/>
                  </a:lnTo>
                  <a:cubicBezTo>
                    <a:pt x="1" y="5847"/>
                    <a:pt x="159" y="6049"/>
                    <a:pt x="376" y="6093"/>
                  </a:cubicBezTo>
                  <a:lnTo>
                    <a:pt x="1589" y="6338"/>
                  </a:lnTo>
                  <a:cubicBezTo>
                    <a:pt x="1661" y="6627"/>
                    <a:pt x="1776" y="6915"/>
                    <a:pt x="1935" y="7175"/>
                  </a:cubicBezTo>
                  <a:lnTo>
                    <a:pt x="1256" y="8200"/>
                  </a:lnTo>
                  <a:cubicBezTo>
                    <a:pt x="1127" y="8388"/>
                    <a:pt x="1155" y="8633"/>
                    <a:pt x="1314" y="8807"/>
                  </a:cubicBezTo>
                  <a:lnTo>
                    <a:pt x="1776" y="9268"/>
                  </a:lnTo>
                  <a:cubicBezTo>
                    <a:pt x="1867" y="9360"/>
                    <a:pt x="1992" y="9408"/>
                    <a:pt x="2117" y="9408"/>
                  </a:cubicBezTo>
                  <a:cubicBezTo>
                    <a:pt x="2210" y="9408"/>
                    <a:pt x="2303" y="9381"/>
                    <a:pt x="2382" y="9326"/>
                  </a:cubicBezTo>
                  <a:lnTo>
                    <a:pt x="3407" y="8648"/>
                  </a:lnTo>
                  <a:cubicBezTo>
                    <a:pt x="3667" y="8792"/>
                    <a:pt x="3956" y="8908"/>
                    <a:pt x="4245" y="8994"/>
                  </a:cubicBezTo>
                  <a:lnTo>
                    <a:pt x="4490" y="10192"/>
                  </a:lnTo>
                  <a:cubicBezTo>
                    <a:pt x="4533" y="10423"/>
                    <a:pt x="4735" y="10582"/>
                    <a:pt x="4952" y="10582"/>
                  </a:cubicBezTo>
                  <a:lnTo>
                    <a:pt x="5616" y="10582"/>
                  </a:lnTo>
                  <a:cubicBezTo>
                    <a:pt x="5847" y="10582"/>
                    <a:pt x="6035" y="10423"/>
                    <a:pt x="6078" y="10192"/>
                  </a:cubicBezTo>
                  <a:lnTo>
                    <a:pt x="6323" y="8994"/>
                  </a:lnTo>
                  <a:cubicBezTo>
                    <a:pt x="6612" y="8908"/>
                    <a:pt x="6901" y="8792"/>
                    <a:pt x="7175" y="8648"/>
                  </a:cubicBezTo>
                  <a:lnTo>
                    <a:pt x="8186" y="9326"/>
                  </a:lnTo>
                  <a:cubicBezTo>
                    <a:pt x="8265" y="9381"/>
                    <a:pt x="8358" y="9408"/>
                    <a:pt x="8451" y="9408"/>
                  </a:cubicBezTo>
                  <a:cubicBezTo>
                    <a:pt x="8576" y="9408"/>
                    <a:pt x="8701" y="9360"/>
                    <a:pt x="8792" y="9268"/>
                  </a:cubicBezTo>
                  <a:lnTo>
                    <a:pt x="9254" y="8807"/>
                  </a:lnTo>
                  <a:cubicBezTo>
                    <a:pt x="9413" y="8633"/>
                    <a:pt x="9441" y="8388"/>
                    <a:pt x="9311" y="8200"/>
                  </a:cubicBezTo>
                  <a:lnTo>
                    <a:pt x="8633" y="7175"/>
                  </a:lnTo>
                  <a:cubicBezTo>
                    <a:pt x="8792" y="6915"/>
                    <a:pt x="8907" y="6627"/>
                    <a:pt x="8994" y="6338"/>
                  </a:cubicBezTo>
                  <a:lnTo>
                    <a:pt x="10192" y="6093"/>
                  </a:lnTo>
                  <a:cubicBezTo>
                    <a:pt x="10409" y="6049"/>
                    <a:pt x="10567" y="5847"/>
                    <a:pt x="10582" y="5616"/>
                  </a:cubicBezTo>
                  <a:lnTo>
                    <a:pt x="10582" y="4967"/>
                  </a:lnTo>
                  <a:cubicBezTo>
                    <a:pt x="10567" y="4736"/>
                    <a:pt x="10409" y="4534"/>
                    <a:pt x="10192" y="4490"/>
                  </a:cubicBezTo>
                  <a:lnTo>
                    <a:pt x="8994" y="4259"/>
                  </a:lnTo>
                  <a:cubicBezTo>
                    <a:pt x="8907" y="3956"/>
                    <a:pt x="8792" y="3682"/>
                    <a:pt x="8647" y="3408"/>
                  </a:cubicBezTo>
                  <a:lnTo>
                    <a:pt x="9311" y="2397"/>
                  </a:lnTo>
                  <a:cubicBezTo>
                    <a:pt x="9441" y="2195"/>
                    <a:pt x="9413" y="1950"/>
                    <a:pt x="9254" y="1791"/>
                  </a:cubicBezTo>
                  <a:lnTo>
                    <a:pt x="8792" y="1315"/>
                  </a:lnTo>
                  <a:cubicBezTo>
                    <a:pt x="8701" y="1223"/>
                    <a:pt x="8576" y="1175"/>
                    <a:pt x="8451" y="1175"/>
                  </a:cubicBezTo>
                  <a:cubicBezTo>
                    <a:pt x="8358" y="1175"/>
                    <a:pt x="8265" y="1202"/>
                    <a:pt x="8186" y="1257"/>
                  </a:cubicBezTo>
                  <a:lnTo>
                    <a:pt x="7175" y="1935"/>
                  </a:lnTo>
                  <a:cubicBezTo>
                    <a:pt x="6901" y="1791"/>
                    <a:pt x="6612" y="1675"/>
                    <a:pt x="6323" y="1589"/>
                  </a:cubicBezTo>
                  <a:lnTo>
                    <a:pt x="6078" y="391"/>
                  </a:lnTo>
                  <a:cubicBezTo>
                    <a:pt x="6035" y="160"/>
                    <a:pt x="5847" y="1"/>
                    <a:pt x="5616" y="1"/>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4" name="Google Shape;15724;p67"/>
            <p:cNvSpPr/>
            <p:nvPr/>
          </p:nvSpPr>
          <p:spPr>
            <a:xfrm>
              <a:off x="6143480" y="2983301"/>
              <a:ext cx="142321" cy="121821"/>
            </a:xfrm>
            <a:custGeom>
              <a:avLst/>
              <a:gdLst/>
              <a:ahLst/>
              <a:cxnLst/>
              <a:rect l="l" t="t" r="r" b="b"/>
              <a:pathLst>
                <a:path w="5429" h="4647" extrusionOk="0">
                  <a:moveTo>
                    <a:pt x="3104" y="1"/>
                  </a:moveTo>
                  <a:cubicBezTo>
                    <a:pt x="1040" y="1"/>
                    <a:pt x="0" y="2498"/>
                    <a:pt x="1458" y="3956"/>
                  </a:cubicBezTo>
                  <a:cubicBezTo>
                    <a:pt x="1931" y="4433"/>
                    <a:pt x="2515" y="4647"/>
                    <a:pt x="3087" y="4647"/>
                  </a:cubicBezTo>
                  <a:cubicBezTo>
                    <a:pt x="4281" y="4647"/>
                    <a:pt x="5428" y="3720"/>
                    <a:pt x="5428" y="2325"/>
                  </a:cubicBezTo>
                  <a:cubicBezTo>
                    <a:pt x="5428" y="1040"/>
                    <a:pt x="4389" y="1"/>
                    <a:pt x="3104" y="1"/>
                  </a:cubicBezTo>
                  <a:close/>
                </a:path>
              </a:pathLst>
            </a:custGeom>
            <a:solidFill>
              <a:srgbClr val="EB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5" name="Google Shape;15725;p67"/>
            <p:cNvSpPr/>
            <p:nvPr/>
          </p:nvSpPr>
          <p:spPr>
            <a:xfrm>
              <a:off x="6184349" y="3013946"/>
              <a:ext cx="70781" cy="60557"/>
            </a:xfrm>
            <a:custGeom>
              <a:avLst/>
              <a:gdLst/>
              <a:ahLst/>
              <a:cxnLst/>
              <a:rect l="l" t="t" r="r" b="b"/>
              <a:pathLst>
                <a:path w="2700" h="2310" extrusionOk="0">
                  <a:moveTo>
                    <a:pt x="1545" y="1"/>
                  </a:moveTo>
                  <a:cubicBezTo>
                    <a:pt x="520" y="1"/>
                    <a:pt x="0" y="1242"/>
                    <a:pt x="722" y="1964"/>
                  </a:cubicBezTo>
                  <a:cubicBezTo>
                    <a:pt x="961" y="2203"/>
                    <a:pt x="1253" y="2310"/>
                    <a:pt x="1539" y="2310"/>
                  </a:cubicBezTo>
                  <a:cubicBezTo>
                    <a:pt x="2134" y="2310"/>
                    <a:pt x="2700" y="1848"/>
                    <a:pt x="2700" y="1156"/>
                  </a:cubicBezTo>
                  <a:cubicBezTo>
                    <a:pt x="2700" y="506"/>
                    <a:pt x="2180" y="1"/>
                    <a:pt x="1545"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6" name="Google Shape;15726;p67"/>
            <p:cNvSpPr/>
            <p:nvPr/>
          </p:nvSpPr>
          <p:spPr>
            <a:xfrm>
              <a:off x="6268368" y="3087374"/>
              <a:ext cx="182404" cy="182797"/>
            </a:xfrm>
            <a:custGeom>
              <a:avLst/>
              <a:gdLst/>
              <a:ahLst/>
              <a:cxnLst/>
              <a:rect l="l" t="t" r="r" b="b"/>
              <a:pathLst>
                <a:path w="6958" h="6973" extrusionOk="0">
                  <a:moveTo>
                    <a:pt x="3262" y="0"/>
                  </a:moveTo>
                  <a:cubicBezTo>
                    <a:pt x="3118" y="0"/>
                    <a:pt x="2988" y="116"/>
                    <a:pt x="2945" y="260"/>
                  </a:cubicBezTo>
                  <a:lnTo>
                    <a:pt x="2801" y="1054"/>
                  </a:lnTo>
                  <a:cubicBezTo>
                    <a:pt x="2598" y="1097"/>
                    <a:pt x="2411" y="1184"/>
                    <a:pt x="2238" y="1285"/>
                  </a:cubicBezTo>
                  <a:lnTo>
                    <a:pt x="1574" y="838"/>
                  </a:lnTo>
                  <a:cubicBezTo>
                    <a:pt x="1518" y="800"/>
                    <a:pt x="1454" y="782"/>
                    <a:pt x="1392" y="782"/>
                  </a:cubicBezTo>
                  <a:cubicBezTo>
                    <a:pt x="1308" y="782"/>
                    <a:pt x="1227" y="815"/>
                    <a:pt x="1169" y="881"/>
                  </a:cubicBezTo>
                  <a:lnTo>
                    <a:pt x="866" y="1184"/>
                  </a:lnTo>
                  <a:cubicBezTo>
                    <a:pt x="765" y="1285"/>
                    <a:pt x="736" y="1458"/>
                    <a:pt x="823" y="1574"/>
                  </a:cubicBezTo>
                  <a:lnTo>
                    <a:pt x="1270" y="2252"/>
                  </a:lnTo>
                  <a:cubicBezTo>
                    <a:pt x="1169" y="2426"/>
                    <a:pt x="1097" y="2613"/>
                    <a:pt x="1039" y="2801"/>
                  </a:cubicBezTo>
                  <a:lnTo>
                    <a:pt x="260" y="2960"/>
                  </a:lnTo>
                  <a:cubicBezTo>
                    <a:pt x="101" y="2988"/>
                    <a:pt x="0" y="3118"/>
                    <a:pt x="0" y="3277"/>
                  </a:cubicBezTo>
                  <a:lnTo>
                    <a:pt x="0" y="3710"/>
                  </a:lnTo>
                  <a:cubicBezTo>
                    <a:pt x="0" y="3855"/>
                    <a:pt x="101" y="3985"/>
                    <a:pt x="260" y="4013"/>
                  </a:cubicBezTo>
                  <a:lnTo>
                    <a:pt x="1039" y="4172"/>
                  </a:lnTo>
                  <a:cubicBezTo>
                    <a:pt x="1097" y="4360"/>
                    <a:pt x="1169" y="4548"/>
                    <a:pt x="1270" y="4735"/>
                  </a:cubicBezTo>
                  <a:lnTo>
                    <a:pt x="823" y="5399"/>
                  </a:lnTo>
                  <a:cubicBezTo>
                    <a:pt x="751" y="5529"/>
                    <a:pt x="765" y="5688"/>
                    <a:pt x="866" y="5803"/>
                  </a:cubicBezTo>
                  <a:lnTo>
                    <a:pt x="1169" y="6107"/>
                  </a:lnTo>
                  <a:cubicBezTo>
                    <a:pt x="1234" y="6163"/>
                    <a:pt x="1312" y="6192"/>
                    <a:pt x="1390" y="6192"/>
                  </a:cubicBezTo>
                  <a:cubicBezTo>
                    <a:pt x="1453" y="6192"/>
                    <a:pt x="1516" y="6174"/>
                    <a:pt x="1574" y="6135"/>
                  </a:cubicBezTo>
                  <a:lnTo>
                    <a:pt x="2238" y="5702"/>
                  </a:lnTo>
                  <a:cubicBezTo>
                    <a:pt x="2411" y="5789"/>
                    <a:pt x="2598" y="5876"/>
                    <a:pt x="2801" y="5919"/>
                  </a:cubicBezTo>
                  <a:lnTo>
                    <a:pt x="2959" y="6713"/>
                  </a:lnTo>
                  <a:cubicBezTo>
                    <a:pt x="2988" y="6857"/>
                    <a:pt x="3118" y="6973"/>
                    <a:pt x="3262" y="6973"/>
                  </a:cubicBezTo>
                  <a:lnTo>
                    <a:pt x="3696" y="6973"/>
                  </a:lnTo>
                  <a:cubicBezTo>
                    <a:pt x="3840" y="6973"/>
                    <a:pt x="3970" y="6857"/>
                    <a:pt x="3999" y="6713"/>
                  </a:cubicBezTo>
                  <a:lnTo>
                    <a:pt x="4157" y="5919"/>
                  </a:lnTo>
                  <a:cubicBezTo>
                    <a:pt x="4360" y="5876"/>
                    <a:pt x="4547" y="5789"/>
                    <a:pt x="4720" y="5702"/>
                  </a:cubicBezTo>
                  <a:lnTo>
                    <a:pt x="5384" y="6135"/>
                  </a:lnTo>
                  <a:cubicBezTo>
                    <a:pt x="5442" y="6174"/>
                    <a:pt x="5505" y="6192"/>
                    <a:pt x="5568" y="6192"/>
                  </a:cubicBezTo>
                  <a:cubicBezTo>
                    <a:pt x="5646" y="6192"/>
                    <a:pt x="5724" y="6163"/>
                    <a:pt x="5789" y="6107"/>
                  </a:cubicBezTo>
                  <a:lnTo>
                    <a:pt x="6092" y="5803"/>
                  </a:lnTo>
                  <a:cubicBezTo>
                    <a:pt x="6193" y="5688"/>
                    <a:pt x="6207" y="5529"/>
                    <a:pt x="6135" y="5399"/>
                  </a:cubicBezTo>
                  <a:lnTo>
                    <a:pt x="5688" y="4735"/>
                  </a:lnTo>
                  <a:cubicBezTo>
                    <a:pt x="5789" y="4548"/>
                    <a:pt x="5861" y="4360"/>
                    <a:pt x="5919" y="4172"/>
                  </a:cubicBezTo>
                  <a:lnTo>
                    <a:pt x="6698" y="4013"/>
                  </a:lnTo>
                  <a:cubicBezTo>
                    <a:pt x="6857" y="3985"/>
                    <a:pt x="6958" y="3855"/>
                    <a:pt x="6958" y="3710"/>
                  </a:cubicBezTo>
                  <a:lnTo>
                    <a:pt x="6958" y="3277"/>
                  </a:lnTo>
                  <a:cubicBezTo>
                    <a:pt x="6958" y="3118"/>
                    <a:pt x="6857" y="2988"/>
                    <a:pt x="6698" y="2960"/>
                  </a:cubicBezTo>
                  <a:lnTo>
                    <a:pt x="5919" y="2801"/>
                  </a:lnTo>
                  <a:cubicBezTo>
                    <a:pt x="5861" y="2613"/>
                    <a:pt x="5774" y="2426"/>
                    <a:pt x="5688" y="2252"/>
                  </a:cubicBezTo>
                  <a:lnTo>
                    <a:pt x="6135" y="1574"/>
                  </a:lnTo>
                  <a:cubicBezTo>
                    <a:pt x="6207" y="1458"/>
                    <a:pt x="6193" y="1285"/>
                    <a:pt x="6092" y="1184"/>
                  </a:cubicBezTo>
                  <a:lnTo>
                    <a:pt x="5789" y="881"/>
                  </a:lnTo>
                  <a:cubicBezTo>
                    <a:pt x="5723" y="815"/>
                    <a:pt x="5643" y="782"/>
                    <a:pt x="5562" y="782"/>
                  </a:cubicBezTo>
                  <a:cubicBezTo>
                    <a:pt x="5501" y="782"/>
                    <a:pt x="5440" y="800"/>
                    <a:pt x="5384" y="838"/>
                  </a:cubicBezTo>
                  <a:lnTo>
                    <a:pt x="4720" y="1285"/>
                  </a:lnTo>
                  <a:cubicBezTo>
                    <a:pt x="4533" y="1184"/>
                    <a:pt x="4360" y="1097"/>
                    <a:pt x="4157" y="1054"/>
                  </a:cubicBezTo>
                  <a:lnTo>
                    <a:pt x="3999" y="260"/>
                  </a:lnTo>
                  <a:cubicBezTo>
                    <a:pt x="3970" y="116"/>
                    <a:pt x="3840" y="0"/>
                    <a:pt x="3696" y="0"/>
                  </a:cubicBez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7" name="Google Shape;15727;p67"/>
            <p:cNvSpPr/>
            <p:nvPr/>
          </p:nvSpPr>
          <p:spPr>
            <a:xfrm>
              <a:off x="6298620" y="3133172"/>
              <a:ext cx="106747" cy="91412"/>
            </a:xfrm>
            <a:custGeom>
              <a:avLst/>
              <a:gdLst/>
              <a:ahLst/>
              <a:cxnLst/>
              <a:rect l="l" t="t" r="r" b="b"/>
              <a:pathLst>
                <a:path w="4072" h="3487" extrusionOk="0">
                  <a:moveTo>
                    <a:pt x="2325" y="0"/>
                  </a:moveTo>
                  <a:cubicBezTo>
                    <a:pt x="780" y="0"/>
                    <a:pt x="1" y="1877"/>
                    <a:pt x="1098" y="2974"/>
                  </a:cubicBezTo>
                  <a:cubicBezTo>
                    <a:pt x="1453" y="3328"/>
                    <a:pt x="1889" y="3487"/>
                    <a:pt x="2317" y="3487"/>
                  </a:cubicBezTo>
                  <a:cubicBezTo>
                    <a:pt x="3212" y="3487"/>
                    <a:pt x="4072" y="2792"/>
                    <a:pt x="4072" y="1747"/>
                  </a:cubicBezTo>
                  <a:cubicBezTo>
                    <a:pt x="4057" y="780"/>
                    <a:pt x="3292" y="0"/>
                    <a:pt x="2325" y="0"/>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8" name="Google Shape;15728;p67"/>
            <p:cNvSpPr/>
            <p:nvPr/>
          </p:nvSpPr>
          <p:spPr>
            <a:xfrm>
              <a:off x="6322843" y="3151706"/>
              <a:ext cx="63991" cy="54527"/>
            </a:xfrm>
            <a:custGeom>
              <a:avLst/>
              <a:gdLst/>
              <a:ahLst/>
              <a:cxnLst/>
              <a:rect l="l" t="t" r="r" b="b"/>
              <a:pathLst>
                <a:path w="2441" h="2080" extrusionOk="0">
                  <a:moveTo>
                    <a:pt x="1401" y="0"/>
                  </a:moveTo>
                  <a:cubicBezTo>
                    <a:pt x="477" y="0"/>
                    <a:pt x="1" y="1112"/>
                    <a:pt x="665" y="1776"/>
                  </a:cubicBezTo>
                  <a:cubicBezTo>
                    <a:pt x="874" y="1985"/>
                    <a:pt x="1134" y="2079"/>
                    <a:pt x="1388" y="2079"/>
                  </a:cubicBezTo>
                  <a:cubicBezTo>
                    <a:pt x="1924" y="2079"/>
                    <a:pt x="2440" y="1666"/>
                    <a:pt x="2440" y="1040"/>
                  </a:cubicBezTo>
                  <a:cubicBezTo>
                    <a:pt x="2440" y="462"/>
                    <a:pt x="1978" y="0"/>
                    <a:pt x="1401" y="0"/>
                  </a:cubicBez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29" name="Google Shape;15729;p67"/>
          <p:cNvGrpSpPr/>
          <p:nvPr/>
        </p:nvGrpSpPr>
        <p:grpSpPr>
          <a:xfrm>
            <a:off x="6529002" y="2907251"/>
            <a:ext cx="377706" cy="377680"/>
            <a:chOff x="6554059" y="2907251"/>
            <a:chExt cx="377706" cy="377680"/>
          </a:xfrm>
        </p:grpSpPr>
        <p:sp>
          <p:nvSpPr>
            <p:cNvPr id="15730" name="Google Shape;15730;p67"/>
            <p:cNvSpPr/>
            <p:nvPr/>
          </p:nvSpPr>
          <p:spPr>
            <a:xfrm>
              <a:off x="6635064" y="2907251"/>
              <a:ext cx="215723" cy="377680"/>
            </a:xfrm>
            <a:custGeom>
              <a:avLst/>
              <a:gdLst/>
              <a:ahLst/>
              <a:cxnLst/>
              <a:rect l="l" t="t" r="r" b="b"/>
              <a:pathLst>
                <a:path w="8229" h="14407" extrusionOk="0">
                  <a:moveTo>
                    <a:pt x="866" y="0"/>
                  </a:moveTo>
                  <a:cubicBezTo>
                    <a:pt x="390" y="0"/>
                    <a:pt x="0" y="390"/>
                    <a:pt x="0" y="881"/>
                  </a:cubicBezTo>
                  <a:lnTo>
                    <a:pt x="0" y="13541"/>
                  </a:lnTo>
                  <a:cubicBezTo>
                    <a:pt x="0" y="14017"/>
                    <a:pt x="390" y="14407"/>
                    <a:pt x="866" y="14407"/>
                  </a:cubicBezTo>
                  <a:lnTo>
                    <a:pt x="7362" y="14407"/>
                  </a:lnTo>
                  <a:cubicBezTo>
                    <a:pt x="7838" y="14407"/>
                    <a:pt x="8228" y="14017"/>
                    <a:pt x="8228" y="13541"/>
                  </a:cubicBezTo>
                  <a:lnTo>
                    <a:pt x="8228" y="881"/>
                  </a:lnTo>
                  <a:cubicBezTo>
                    <a:pt x="8228" y="390"/>
                    <a:pt x="7838" y="0"/>
                    <a:pt x="7362"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1" name="Google Shape;15731;p67"/>
            <p:cNvSpPr/>
            <p:nvPr/>
          </p:nvSpPr>
          <p:spPr>
            <a:xfrm>
              <a:off x="6805330" y="2907251"/>
              <a:ext cx="45457" cy="377680"/>
            </a:xfrm>
            <a:custGeom>
              <a:avLst/>
              <a:gdLst/>
              <a:ahLst/>
              <a:cxnLst/>
              <a:rect l="l" t="t" r="r" b="b"/>
              <a:pathLst>
                <a:path w="1734" h="14407" extrusionOk="0">
                  <a:moveTo>
                    <a:pt x="1" y="0"/>
                  </a:moveTo>
                  <a:cubicBezTo>
                    <a:pt x="477" y="0"/>
                    <a:pt x="867" y="390"/>
                    <a:pt x="867" y="881"/>
                  </a:cubicBezTo>
                  <a:lnTo>
                    <a:pt x="867" y="13541"/>
                  </a:lnTo>
                  <a:cubicBezTo>
                    <a:pt x="867" y="14017"/>
                    <a:pt x="477" y="14407"/>
                    <a:pt x="1" y="14407"/>
                  </a:cubicBezTo>
                  <a:lnTo>
                    <a:pt x="867" y="14407"/>
                  </a:lnTo>
                  <a:cubicBezTo>
                    <a:pt x="1343" y="14407"/>
                    <a:pt x="1733" y="14017"/>
                    <a:pt x="1733" y="13541"/>
                  </a:cubicBezTo>
                  <a:lnTo>
                    <a:pt x="1733" y="881"/>
                  </a:lnTo>
                  <a:cubicBezTo>
                    <a:pt x="1733" y="390"/>
                    <a:pt x="1343" y="0"/>
                    <a:pt x="867" y="0"/>
                  </a:cubicBezTo>
                  <a:close/>
                </a:path>
              </a:pathLst>
            </a:custGeom>
            <a:solidFill>
              <a:srgbClr val="CCD2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2" name="Google Shape;15732;p67"/>
            <p:cNvSpPr/>
            <p:nvPr/>
          </p:nvSpPr>
          <p:spPr>
            <a:xfrm>
              <a:off x="6635064" y="3227389"/>
              <a:ext cx="215723" cy="22728"/>
            </a:xfrm>
            <a:custGeom>
              <a:avLst/>
              <a:gdLst/>
              <a:ahLst/>
              <a:cxnLst/>
              <a:rect l="l" t="t" r="r" b="b"/>
              <a:pathLst>
                <a:path w="8229" h="867" extrusionOk="0">
                  <a:moveTo>
                    <a:pt x="0" y="0"/>
                  </a:moveTo>
                  <a:lnTo>
                    <a:pt x="0" y="867"/>
                  </a:lnTo>
                  <a:lnTo>
                    <a:pt x="8228" y="867"/>
                  </a:lnTo>
                  <a:lnTo>
                    <a:pt x="8228" y="0"/>
                  </a:lnTo>
                  <a:close/>
                </a:path>
              </a:pathLst>
            </a:custGeom>
            <a:solidFill>
              <a:srgbClr val="91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3" name="Google Shape;15733;p67"/>
            <p:cNvSpPr/>
            <p:nvPr/>
          </p:nvSpPr>
          <p:spPr>
            <a:xfrm>
              <a:off x="6828058" y="3227389"/>
              <a:ext cx="22728" cy="22728"/>
            </a:xfrm>
            <a:custGeom>
              <a:avLst/>
              <a:gdLst/>
              <a:ahLst/>
              <a:cxnLst/>
              <a:rect l="l" t="t" r="r" b="b"/>
              <a:pathLst>
                <a:path w="867" h="867" extrusionOk="0">
                  <a:moveTo>
                    <a:pt x="0" y="0"/>
                  </a:moveTo>
                  <a:lnTo>
                    <a:pt x="0" y="867"/>
                  </a:lnTo>
                  <a:lnTo>
                    <a:pt x="866" y="867"/>
                  </a:lnTo>
                  <a:lnTo>
                    <a:pt x="866" y="0"/>
                  </a:ln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4" name="Google Shape;15734;p67"/>
            <p:cNvSpPr/>
            <p:nvPr/>
          </p:nvSpPr>
          <p:spPr>
            <a:xfrm>
              <a:off x="6635064" y="3250091"/>
              <a:ext cx="215723" cy="34840"/>
            </a:xfrm>
            <a:custGeom>
              <a:avLst/>
              <a:gdLst/>
              <a:ahLst/>
              <a:cxnLst/>
              <a:rect l="l" t="t" r="r" b="b"/>
              <a:pathLst>
                <a:path w="8229" h="1329" extrusionOk="0">
                  <a:moveTo>
                    <a:pt x="0" y="1"/>
                  </a:moveTo>
                  <a:lnTo>
                    <a:pt x="0" y="463"/>
                  </a:lnTo>
                  <a:cubicBezTo>
                    <a:pt x="0" y="939"/>
                    <a:pt x="390" y="1329"/>
                    <a:pt x="866" y="1329"/>
                  </a:cubicBezTo>
                  <a:lnTo>
                    <a:pt x="7362" y="1329"/>
                  </a:lnTo>
                  <a:cubicBezTo>
                    <a:pt x="7838" y="1329"/>
                    <a:pt x="8228" y="939"/>
                    <a:pt x="8228" y="463"/>
                  </a:cubicBezTo>
                  <a:lnTo>
                    <a:pt x="8228" y="1"/>
                  </a:ln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5" name="Google Shape;15735;p67"/>
            <p:cNvSpPr/>
            <p:nvPr/>
          </p:nvSpPr>
          <p:spPr>
            <a:xfrm>
              <a:off x="6805330" y="3250091"/>
              <a:ext cx="45457" cy="34840"/>
            </a:xfrm>
            <a:custGeom>
              <a:avLst/>
              <a:gdLst/>
              <a:ahLst/>
              <a:cxnLst/>
              <a:rect l="l" t="t" r="r" b="b"/>
              <a:pathLst>
                <a:path w="1734" h="1329" extrusionOk="0">
                  <a:moveTo>
                    <a:pt x="867" y="1"/>
                  </a:moveTo>
                  <a:lnTo>
                    <a:pt x="867" y="463"/>
                  </a:lnTo>
                  <a:cubicBezTo>
                    <a:pt x="867" y="939"/>
                    <a:pt x="477" y="1329"/>
                    <a:pt x="1" y="1329"/>
                  </a:cubicBezTo>
                  <a:lnTo>
                    <a:pt x="867" y="1329"/>
                  </a:lnTo>
                  <a:cubicBezTo>
                    <a:pt x="1343" y="1329"/>
                    <a:pt x="1733" y="939"/>
                    <a:pt x="1733" y="463"/>
                  </a:cubicBezTo>
                  <a:lnTo>
                    <a:pt x="1733" y="1"/>
                  </a:lnTo>
                  <a:close/>
                </a:path>
              </a:pathLst>
            </a:custGeom>
            <a:solidFill>
              <a:srgbClr val="556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6" name="Google Shape;15736;p67"/>
            <p:cNvSpPr/>
            <p:nvPr/>
          </p:nvSpPr>
          <p:spPr>
            <a:xfrm>
              <a:off x="6635064" y="2907251"/>
              <a:ext cx="216090" cy="35207"/>
            </a:xfrm>
            <a:custGeom>
              <a:avLst/>
              <a:gdLst/>
              <a:ahLst/>
              <a:cxnLst/>
              <a:rect l="l" t="t" r="r" b="b"/>
              <a:pathLst>
                <a:path w="8243" h="1343" extrusionOk="0">
                  <a:moveTo>
                    <a:pt x="866" y="0"/>
                  </a:moveTo>
                  <a:cubicBezTo>
                    <a:pt x="390" y="15"/>
                    <a:pt x="0" y="390"/>
                    <a:pt x="0" y="881"/>
                  </a:cubicBezTo>
                  <a:lnTo>
                    <a:pt x="0" y="1343"/>
                  </a:lnTo>
                  <a:lnTo>
                    <a:pt x="8243" y="1343"/>
                  </a:lnTo>
                  <a:lnTo>
                    <a:pt x="8243" y="881"/>
                  </a:lnTo>
                  <a:cubicBezTo>
                    <a:pt x="8243" y="390"/>
                    <a:pt x="7853" y="0"/>
                    <a:pt x="7362" y="0"/>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7" name="Google Shape;15737;p67"/>
            <p:cNvSpPr/>
            <p:nvPr/>
          </p:nvSpPr>
          <p:spPr>
            <a:xfrm>
              <a:off x="6805330" y="2907251"/>
              <a:ext cx="45457" cy="35207"/>
            </a:xfrm>
            <a:custGeom>
              <a:avLst/>
              <a:gdLst/>
              <a:ahLst/>
              <a:cxnLst/>
              <a:rect l="l" t="t" r="r" b="b"/>
              <a:pathLst>
                <a:path w="1734" h="1343" extrusionOk="0">
                  <a:moveTo>
                    <a:pt x="1" y="0"/>
                  </a:moveTo>
                  <a:cubicBezTo>
                    <a:pt x="477" y="0"/>
                    <a:pt x="867" y="390"/>
                    <a:pt x="867" y="881"/>
                  </a:cubicBezTo>
                  <a:lnTo>
                    <a:pt x="867" y="1343"/>
                  </a:lnTo>
                  <a:lnTo>
                    <a:pt x="1733" y="1343"/>
                  </a:lnTo>
                  <a:lnTo>
                    <a:pt x="1733" y="881"/>
                  </a:lnTo>
                  <a:cubicBezTo>
                    <a:pt x="1733" y="390"/>
                    <a:pt x="1343" y="0"/>
                    <a:pt x="867" y="0"/>
                  </a:cubicBezTo>
                  <a:close/>
                </a:path>
              </a:pathLst>
            </a:custGeom>
            <a:solidFill>
              <a:srgbClr val="556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8" name="Google Shape;15738;p67"/>
            <p:cNvSpPr/>
            <p:nvPr/>
          </p:nvSpPr>
          <p:spPr>
            <a:xfrm>
              <a:off x="6720577" y="3262202"/>
              <a:ext cx="45064" cy="11010"/>
            </a:xfrm>
            <a:custGeom>
              <a:avLst/>
              <a:gdLst/>
              <a:ahLst/>
              <a:cxnLst/>
              <a:rect l="l" t="t" r="r" b="b"/>
              <a:pathLst>
                <a:path w="1719" h="420" extrusionOk="0">
                  <a:moveTo>
                    <a:pt x="1444" y="0"/>
                  </a:moveTo>
                  <a:cubicBezTo>
                    <a:pt x="1439" y="0"/>
                    <a:pt x="1434" y="0"/>
                    <a:pt x="1430" y="1"/>
                  </a:cubicBezTo>
                  <a:lnTo>
                    <a:pt x="275" y="1"/>
                  </a:lnTo>
                  <a:cubicBezTo>
                    <a:pt x="0" y="1"/>
                    <a:pt x="0" y="419"/>
                    <a:pt x="275" y="419"/>
                  </a:cubicBezTo>
                  <a:lnTo>
                    <a:pt x="1430" y="419"/>
                  </a:lnTo>
                  <a:cubicBezTo>
                    <a:pt x="1714" y="419"/>
                    <a:pt x="1718" y="0"/>
                    <a:pt x="1444" y="0"/>
                  </a:cubicBezTo>
                  <a:close/>
                </a:path>
              </a:pathLst>
            </a:custGeom>
            <a:solidFill>
              <a:srgbClr val="E7E9E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39" name="Google Shape;15739;p67"/>
            <p:cNvSpPr/>
            <p:nvPr/>
          </p:nvSpPr>
          <p:spPr>
            <a:xfrm>
              <a:off x="6554059" y="2962879"/>
              <a:ext cx="149137" cy="163765"/>
            </a:xfrm>
            <a:custGeom>
              <a:avLst/>
              <a:gdLst/>
              <a:ahLst/>
              <a:cxnLst/>
              <a:rect l="l" t="t" r="r" b="b"/>
              <a:pathLst>
                <a:path w="5689" h="6247" extrusionOk="0">
                  <a:moveTo>
                    <a:pt x="1127" y="0"/>
                  </a:moveTo>
                  <a:cubicBezTo>
                    <a:pt x="506" y="0"/>
                    <a:pt x="1" y="505"/>
                    <a:pt x="1" y="1112"/>
                  </a:cubicBezTo>
                  <a:lnTo>
                    <a:pt x="1" y="3811"/>
                  </a:lnTo>
                  <a:cubicBezTo>
                    <a:pt x="1" y="4417"/>
                    <a:pt x="506" y="4923"/>
                    <a:pt x="1127" y="4923"/>
                  </a:cubicBezTo>
                  <a:lnTo>
                    <a:pt x="2108" y="4923"/>
                  </a:lnTo>
                  <a:cubicBezTo>
                    <a:pt x="2166" y="4923"/>
                    <a:pt x="2209" y="4966"/>
                    <a:pt x="2224" y="5024"/>
                  </a:cubicBezTo>
                  <a:cubicBezTo>
                    <a:pt x="2313" y="6043"/>
                    <a:pt x="2886" y="6246"/>
                    <a:pt x="3324" y="6246"/>
                  </a:cubicBezTo>
                  <a:cubicBezTo>
                    <a:pt x="3457" y="6246"/>
                    <a:pt x="3577" y="6227"/>
                    <a:pt x="3667" y="6207"/>
                  </a:cubicBezTo>
                  <a:cubicBezTo>
                    <a:pt x="3696" y="6193"/>
                    <a:pt x="3696" y="6164"/>
                    <a:pt x="3667" y="6150"/>
                  </a:cubicBezTo>
                  <a:cubicBezTo>
                    <a:pt x="3047" y="6049"/>
                    <a:pt x="3162" y="5283"/>
                    <a:pt x="3220" y="5009"/>
                  </a:cubicBezTo>
                  <a:cubicBezTo>
                    <a:pt x="3234" y="4966"/>
                    <a:pt x="3278" y="4923"/>
                    <a:pt x="3321" y="4923"/>
                  </a:cubicBezTo>
                  <a:lnTo>
                    <a:pt x="4577" y="4923"/>
                  </a:lnTo>
                  <a:cubicBezTo>
                    <a:pt x="5183" y="4923"/>
                    <a:pt x="5688" y="4432"/>
                    <a:pt x="5688" y="3811"/>
                  </a:cubicBezTo>
                  <a:lnTo>
                    <a:pt x="5688" y="1112"/>
                  </a:lnTo>
                  <a:cubicBezTo>
                    <a:pt x="5688" y="491"/>
                    <a:pt x="5183" y="0"/>
                    <a:pt x="4562" y="0"/>
                  </a:cubicBezTo>
                  <a:close/>
                </a:path>
              </a:pathLst>
            </a:custGeom>
            <a:solidFill>
              <a:srgbClr val="A0AF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0" name="Google Shape;15740;p67"/>
            <p:cNvSpPr/>
            <p:nvPr/>
          </p:nvSpPr>
          <p:spPr>
            <a:xfrm>
              <a:off x="6650950" y="2962879"/>
              <a:ext cx="52246" cy="129056"/>
            </a:xfrm>
            <a:custGeom>
              <a:avLst/>
              <a:gdLst/>
              <a:ahLst/>
              <a:cxnLst/>
              <a:rect l="l" t="t" r="r" b="b"/>
              <a:pathLst>
                <a:path w="1993" h="4923" extrusionOk="0">
                  <a:moveTo>
                    <a:pt x="0" y="0"/>
                  </a:moveTo>
                  <a:cubicBezTo>
                    <a:pt x="621" y="0"/>
                    <a:pt x="1126" y="505"/>
                    <a:pt x="1126" y="1112"/>
                  </a:cubicBezTo>
                  <a:lnTo>
                    <a:pt x="1126" y="3811"/>
                  </a:lnTo>
                  <a:cubicBezTo>
                    <a:pt x="1126" y="4417"/>
                    <a:pt x="621" y="4923"/>
                    <a:pt x="0" y="4923"/>
                  </a:cubicBezTo>
                  <a:lnTo>
                    <a:pt x="866" y="4923"/>
                  </a:lnTo>
                  <a:cubicBezTo>
                    <a:pt x="1487" y="4923"/>
                    <a:pt x="1992" y="4417"/>
                    <a:pt x="1992" y="3811"/>
                  </a:cubicBezTo>
                  <a:lnTo>
                    <a:pt x="1992" y="1112"/>
                  </a:lnTo>
                  <a:cubicBezTo>
                    <a:pt x="1992" y="505"/>
                    <a:pt x="1487" y="0"/>
                    <a:pt x="866" y="0"/>
                  </a:cubicBez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1" name="Google Shape;15741;p67"/>
            <p:cNvSpPr/>
            <p:nvPr/>
          </p:nvSpPr>
          <p:spPr>
            <a:xfrm>
              <a:off x="6596842" y="2999580"/>
              <a:ext cx="64358" cy="53295"/>
            </a:xfrm>
            <a:custGeom>
              <a:avLst/>
              <a:gdLst/>
              <a:ahLst/>
              <a:cxnLst/>
              <a:rect l="l" t="t" r="r" b="b"/>
              <a:pathLst>
                <a:path w="2455" h="2033" extrusionOk="0">
                  <a:moveTo>
                    <a:pt x="621" y="0"/>
                  </a:moveTo>
                  <a:cubicBezTo>
                    <a:pt x="274" y="29"/>
                    <a:pt x="0" y="332"/>
                    <a:pt x="29" y="693"/>
                  </a:cubicBezTo>
                  <a:cubicBezTo>
                    <a:pt x="29" y="1097"/>
                    <a:pt x="361" y="1588"/>
                    <a:pt x="1169" y="2021"/>
                  </a:cubicBezTo>
                  <a:cubicBezTo>
                    <a:pt x="1191" y="2029"/>
                    <a:pt x="1213" y="2032"/>
                    <a:pt x="1232" y="2032"/>
                  </a:cubicBezTo>
                  <a:cubicBezTo>
                    <a:pt x="1252" y="2032"/>
                    <a:pt x="1270" y="2029"/>
                    <a:pt x="1285" y="2021"/>
                  </a:cubicBezTo>
                  <a:cubicBezTo>
                    <a:pt x="2108" y="1588"/>
                    <a:pt x="2425" y="1097"/>
                    <a:pt x="2425" y="693"/>
                  </a:cubicBezTo>
                  <a:cubicBezTo>
                    <a:pt x="2454" y="332"/>
                    <a:pt x="2194" y="29"/>
                    <a:pt x="1848" y="0"/>
                  </a:cubicBezTo>
                  <a:cubicBezTo>
                    <a:pt x="1646" y="0"/>
                    <a:pt x="1444" y="87"/>
                    <a:pt x="1299" y="231"/>
                  </a:cubicBezTo>
                  <a:cubicBezTo>
                    <a:pt x="1285" y="253"/>
                    <a:pt x="1263" y="264"/>
                    <a:pt x="1240" y="264"/>
                  </a:cubicBezTo>
                  <a:cubicBezTo>
                    <a:pt x="1216" y="264"/>
                    <a:pt x="1191" y="253"/>
                    <a:pt x="1169" y="231"/>
                  </a:cubicBezTo>
                  <a:cubicBezTo>
                    <a:pt x="1025" y="87"/>
                    <a:pt x="837" y="0"/>
                    <a:pt x="621" y="0"/>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2" name="Google Shape;15742;p67"/>
            <p:cNvSpPr/>
            <p:nvPr/>
          </p:nvSpPr>
          <p:spPr>
            <a:xfrm>
              <a:off x="6782628" y="3055576"/>
              <a:ext cx="149137" cy="163765"/>
            </a:xfrm>
            <a:custGeom>
              <a:avLst/>
              <a:gdLst/>
              <a:ahLst/>
              <a:cxnLst/>
              <a:rect l="l" t="t" r="r" b="b"/>
              <a:pathLst>
                <a:path w="5689" h="6247" extrusionOk="0">
                  <a:moveTo>
                    <a:pt x="1127" y="1"/>
                  </a:moveTo>
                  <a:cubicBezTo>
                    <a:pt x="506" y="1"/>
                    <a:pt x="1" y="492"/>
                    <a:pt x="1" y="1112"/>
                  </a:cubicBezTo>
                  <a:lnTo>
                    <a:pt x="1" y="3812"/>
                  </a:lnTo>
                  <a:cubicBezTo>
                    <a:pt x="1" y="4432"/>
                    <a:pt x="506" y="4938"/>
                    <a:pt x="1127" y="4938"/>
                  </a:cubicBezTo>
                  <a:lnTo>
                    <a:pt x="2368" y="4938"/>
                  </a:lnTo>
                  <a:cubicBezTo>
                    <a:pt x="2376" y="4936"/>
                    <a:pt x="2383" y="4935"/>
                    <a:pt x="2390" y="4935"/>
                  </a:cubicBezTo>
                  <a:cubicBezTo>
                    <a:pt x="2437" y="4935"/>
                    <a:pt x="2471" y="4974"/>
                    <a:pt x="2484" y="5024"/>
                  </a:cubicBezTo>
                  <a:cubicBezTo>
                    <a:pt x="2527" y="5284"/>
                    <a:pt x="2643" y="6049"/>
                    <a:pt x="2036" y="6150"/>
                  </a:cubicBezTo>
                  <a:cubicBezTo>
                    <a:pt x="2007" y="6165"/>
                    <a:pt x="2007" y="6208"/>
                    <a:pt x="2036" y="6208"/>
                  </a:cubicBezTo>
                  <a:cubicBezTo>
                    <a:pt x="2124" y="6228"/>
                    <a:pt x="2242" y="6247"/>
                    <a:pt x="2374" y="6247"/>
                  </a:cubicBezTo>
                  <a:cubicBezTo>
                    <a:pt x="2806" y="6247"/>
                    <a:pt x="3380" y="6046"/>
                    <a:pt x="3480" y="5039"/>
                  </a:cubicBezTo>
                  <a:cubicBezTo>
                    <a:pt x="3480" y="4967"/>
                    <a:pt x="3523" y="4923"/>
                    <a:pt x="3581" y="4923"/>
                  </a:cubicBezTo>
                  <a:lnTo>
                    <a:pt x="4577" y="4923"/>
                  </a:lnTo>
                  <a:cubicBezTo>
                    <a:pt x="5183" y="4923"/>
                    <a:pt x="5688" y="4432"/>
                    <a:pt x="5688" y="3812"/>
                  </a:cubicBezTo>
                  <a:lnTo>
                    <a:pt x="5688" y="1112"/>
                  </a:lnTo>
                  <a:cubicBezTo>
                    <a:pt x="5688" y="506"/>
                    <a:pt x="5183" y="1"/>
                    <a:pt x="4577" y="1"/>
                  </a:cubicBezTo>
                  <a:close/>
                </a:path>
              </a:pathLst>
            </a:custGeom>
            <a:solidFill>
              <a:srgbClr val="A0AF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3" name="Google Shape;15743;p67"/>
            <p:cNvSpPr/>
            <p:nvPr/>
          </p:nvSpPr>
          <p:spPr>
            <a:xfrm>
              <a:off x="6879885" y="3055576"/>
              <a:ext cx="51879" cy="129083"/>
            </a:xfrm>
            <a:custGeom>
              <a:avLst/>
              <a:gdLst/>
              <a:ahLst/>
              <a:cxnLst/>
              <a:rect l="l" t="t" r="r" b="b"/>
              <a:pathLst>
                <a:path w="1979" h="4924" extrusionOk="0">
                  <a:moveTo>
                    <a:pt x="1" y="1"/>
                  </a:moveTo>
                  <a:cubicBezTo>
                    <a:pt x="607" y="1"/>
                    <a:pt x="1112" y="506"/>
                    <a:pt x="1112" y="1112"/>
                  </a:cubicBezTo>
                  <a:lnTo>
                    <a:pt x="1112" y="3812"/>
                  </a:lnTo>
                  <a:cubicBezTo>
                    <a:pt x="1112" y="4432"/>
                    <a:pt x="607" y="4923"/>
                    <a:pt x="1" y="4923"/>
                  </a:cubicBezTo>
                  <a:lnTo>
                    <a:pt x="867" y="4923"/>
                  </a:lnTo>
                  <a:cubicBezTo>
                    <a:pt x="1473" y="4923"/>
                    <a:pt x="1978" y="4432"/>
                    <a:pt x="1978" y="3812"/>
                  </a:cubicBezTo>
                  <a:lnTo>
                    <a:pt x="1978" y="1112"/>
                  </a:lnTo>
                  <a:cubicBezTo>
                    <a:pt x="1978" y="506"/>
                    <a:pt x="1473" y="1"/>
                    <a:pt x="867" y="1"/>
                  </a:cubicBez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4" name="Google Shape;15744;p67"/>
            <p:cNvSpPr/>
            <p:nvPr/>
          </p:nvSpPr>
          <p:spPr>
            <a:xfrm>
              <a:off x="6841297" y="3080926"/>
              <a:ext cx="31799" cy="32192"/>
            </a:xfrm>
            <a:custGeom>
              <a:avLst/>
              <a:gdLst/>
              <a:ahLst/>
              <a:cxnLst/>
              <a:rect l="l" t="t" r="r" b="b"/>
              <a:pathLst>
                <a:path w="1213" h="1228" extrusionOk="0">
                  <a:moveTo>
                    <a:pt x="607" y="1"/>
                  </a:moveTo>
                  <a:cubicBezTo>
                    <a:pt x="275" y="1"/>
                    <a:pt x="0" y="275"/>
                    <a:pt x="0" y="607"/>
                  </a:cubicBezTo>
                  <a:cubicBezTo>
                    <a:pt x="0" y="954"/>
                    <a:pt x="275" y="1228"/>
                    <a:pt x="607" y="1228"/>
                  </a:cubicBezTo>
                  <a:cubicBezTo>
                    <a:pt x="953" y="1228"/>
                    <a:pt x="1213" y="954"/>
                    <a:pt x="1213" y="607"/>
                  </a:cubicBezTo>
                  <a:cubicBezTo>
                    <a:pt x="1213" y="275"/>
                    <a:pt x="953" y="1"/>
                    <a:pt x="607" y="1"/>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5" name="Google Shape;15745;p67"/>
            <p:cNvSpPr/>
            <p:nvPr/>
          </p:nvSpPr>
          <p:spPr>
            <a:xfrm>
              <a:off x="6830706" y="3113091"/>
              <a:ext cx="53374" cy="31825"/>
            </a:xfrm>
            <a:custGeom>
              <a:avLst/>
              <a:gdLst/>
              <a:ahLst/>
              <a:cxnLst/>
              <a:rect l="l" t="t" r="r" b="b"/>
              <a:pathLst>
                <a:path w="2036" h="1214" extrusionOk="0">
                  <a:moveTo>
                    <a:pt x="895" y="1"/>
                  </a:moveTo>
                  <a:cubicBezTo>
                    <a:pt x="404" y="1"/>
                    <a:pt x="0" y="391"/>
                    <a:pt x="0" y="882"/>
                  </a:cubicBezTo>
                  <a:lnTo>
                    <a:pt x="0" y="896"/>
                  </a:lnTo>
                  <a:cubicBezTo>
                    <a:pt x="0" y="1069"/>
                    <a:pt x="145" y="1214"/>
                    <a:pt x="318" y="1214"/>
                  </a:cubicBezTo>
                  <a:lnTo>
                    <a:pt x="1718" y="1214"/>
                  </a:lnTo>
                  <a:cubicBezTo>
                    <a:pt x="1891" y="1214"/>
                    <a:pt x="2036" y="1069"/>
                    <a:pt x="2036" y="896"/>
                  </a:cubicBezTo>
                  <a:lnTo>
                    <a:pt x="2036" y="882"/>
                  </a:lnTo>
                  <a:cubicBezTo>
                    <a:pt x="2036" y="391"/>
                    <a:pt x="1631" y="1"/>
                    <a:pt x="1155" y="1"/>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6" name="Google Shape;15746;p67"/>
            <p:cNvSpPr/>
            <p:nvPr/>
          </p:nvSpPr>
          <p:spPr>
            <a:xfrm>
              <a:off x="6725112" y="2972343"/>
              <a:ext cx="95396" cy="10984"/>
            </a:xfrm>
            <a:custGeom>
              <a:avLst/>
              <a:gdLst/>
              <a:ahLst/>
              <a:cxnLst/>
              <a:rect l="l" t="t" r="r" b="b"/>
              <a:pathLst>
                <a:path w="3639" h="419" extrusionOk="0">
                  <a:moveTo>
                    <a:pt x="289" y="0"/>
                  </a:moveTo>
                  <a:cubicBezTo>
                    <a:pt x="1" y="0"/>
                    <a:pt x="1" y="419"/>
                    <a:pt x="289" y="419"/>
                  </a:cubicBezTo>
                  <a:lnTo>
                    <a:pt x="3350" y="419"/>
                  </a:lnTo>
                  <a:cubicBezTo>
                    <a:pt x="3638" y="419"/>
                    <a:pt x="3638" y="0"/>
                    <a:pt x="3350" y="0"/>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7" name="Google Shape;15747;p67"/>
            <p:cNvSpPr/>
            <p:nvPr/>
          </p:nvSpPr>
          <p:spPr>
            <a:xfrm>
              <a:off x="6725112" y="2995045"/>
              <a:ext cx="95396" cy="10984"/>
            </a:xfrm>
            <a:custGeom>
              <a:avLst/>
              <a:gdLst/>
              <a:ahLst/>
              <a:cxnLst/>
              <a:rect l="l" t="t" r="r" b="b"/>
              <a:pathLst>
                <a:path w="3639" h="419" extrusionOk="0">
                  <a:moveTo>
                    <a:pt x="289" y="0"/>
                  </a:moveTo>
                  <a:cubicBezTo>
                    <a:pt x="1" y="0"/>
                    <a:pt x="1" y="419"/>
                    <a:pt x="289" y="419"/>
                  </a:cubicBezTo>
                  <a:lnTo>
                    <a:pt x="3350" y="419"/>
                  </a:lnTo>
                  <a:cubicBezTo>
                    <a:pt x="3638" y="419"/>
                    <a:pt x="3638" y="0"/>
                    <a:pt x="3350" y="0"/>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8" name="Google Shape;15748;p67"/>
            <p:cNvSpPr/>
            <p:nvPr/>
          </p:nvSpPr>
          <p:spPr>
            <a:xfrm>
              <a:off x="6725112" y="3017747"/>
              <a:ext cx="95396" cy="11377"/>
            </a:xfrm>
            <a:custGeom>
              <a:avLst/>
              <a:gdLst/>
              <a:ahLst/>
              <a:cxnLst/>
              <a:rect l="l" t="t" r="r" b="b"/>
              <a:pathLst>
                <a:path w="3639" h="434" extrusionOk="0">
                  <a:moveTo>
                    <a:pt x="289" y="0"/>
                  </a:moveTo>
                  <a:cubicBezTo>
                    <a:pt x="1" y="0"/>
                    <a:pt x="1" y="433"/>
                    <a:pt x="289" y="433"/>
                  </a:cubicBezTo>
                  <a:lnTo>
                    <a:pt x="3350" y="433"/>
                  </a:lnTo>
                  <a:cubicBezTo>
                    <a:pt x="3638" y="419"/>
                    <a:pt x="3638" y="0"/>
                    <a:pt x="3350" y="0"/>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49" name="Google Shape;15749;p67"/>
            <p:cNvSpPr/>
            <p:nvPr/>
          </p:nvSpPr>
          <p:spPr>
            <a:xfrm>
              <a:off x="6664949" y="3138467"/>
              <a:ext cx="91595" cy="23095"/>
            </a:xfrm>
            <a:custGeom>
              <a:avLst/>
              <a:gdLst/>
              <a:ahLst/>
              <a:cxnLst/>
              <a:rect l="l" t="t" r="r" b="b"/>
              <a:pathLst>
                <a:path w="3494" h="881" extrusionOk="0">
                  <a:moveTo>
                    <a:pt x="174" y="0"/>
                  </a:moveTo>
                  <a:cubicBezTo>
                    <a:pt x="73" y="0"/>
                    <a:pt x="0" y="87"/>
                    <a:pt x="0" y="173"/>
                  </a:cubicBezTo>
                  <a:lnTo>
                    <a:pt x="0" y="707"/>
                  </a:lnTo>
                  <a:cubicBezTo>
                    <a:pt x="0" y="794"/>
                    <a:pt x="73" y="881"/>
                    <a:pt x="174" y="881"/>
                  </a:cubicBezTo>
                  <a:lnTo>
                    <a:pt x="3321" y="881"/>
                  </a:lnTo>
                  <a:cubicBezTo>
                    <a:pt x="3422" y="881"/>
                    <a:pt x="3494" y="794"/>
                    <a:pt x="3494" y="707"/>
                  </a:cubicBezTo>
                  <a:lnTo>
                    <a:pt x="3494" y="173"/>
                  </a:lnTo>
                  <a:cubicBezTo>
                    <a:pt x="3494" y="87"/>
                    <a:pt x="3422" y="0"/>
                    <a:pt x="3321" y="0"/>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0" name="Google Shape;15750;p67"/>
            <p:cNvSpPr/>
            <p:nvPr/>
          </p:nvSpPr>
          <p:spPr>
            <a:xfrm>
              <a:off x="6663428" y="3178576"/>
              <a:ext cx="95003" cy="11377"/>
            </a:xfrm>
            <a:custGeom>
              <a:avLst/>
              <a:gdLst/>
              <a:ahLst/>
              <a:cxnLst/>
              <a:rect l="l" t="t" r="r" b="b"/>
              <a:pathLst>
                <a:path w="3624" h="434" extrusionOk="0">
                  <a:moveTo>
                    <a:pt x="275" y="0"/>
                  </a:moveTo>
                  <a:cubicBezTo>
                    <a:pt x="1" y="0"/>
                    <a:pt x="1" y="433"/>
                    <a:pt x="275" y="433"/>
                  </a:cubicBezTo>
                  <a:lnTo>
                    <a:pt x="3350" y="433"/>
                  </a:lnTo>
                  <a:cubicBezTo>
                    <a:pt x="3624" y="419"/>
                    <a:pt x="3624" y="0"/>
                    <a:pt x="3350" y="0"/>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51" name="Google Shape;15751;p67"/>
          <p:cNvGrpSpPr/>
          <p:nvPr/>
        </p:nvGrpSpPr>
        <p:grpSpPr>
          <a:xfrm>
            <a:off x="7466739" y="2945446"/>
            <a:ext cx="400801" cy="317542"/>
            <a:chOff x="7491796" y="2945446"/>
            <a:chExt cx="400801" cy="317542"/>
          </a:xfrm>
        </p:grpSpPr>
        <p:sp>
          <p:nvSpPr>
            <p:cNvPr id="15752" name="Google Shape;15752;p67"/>
            <p:cNvSpPr/>
            <p:nvPr/>
          </p:nvSpPr>
          <p:spPr>
            <a:xfrm>
              <a:off x="7491796" y="2998453"/>
              <a:ext cx="340611" cy="264536"/>
            </a:xfrm>
            <a:custGeom>
              <a:avLst/>
              <a:gdLst/>
              <a:ahLst/>
              <a:cxnLst/>
              <a:rect l="l" t="t" r="r" b="b"/>
              <a:pathLst>
                <a:path w="12993" h="10091" extrusionOk="0">
                  <a:moveTo>
                    <a:pt x="1" y="0"/>
                  </a:moveTo>
                  <a:lnTo>
                    <a:pt x="1" y="9787"/>
                  </a:lnTo>
                  <a:cubicBezTo>
                    <a:pt x="1" y="9960"/>
                    <a:pt x="145" y="10090"/>
                    <a:pt x="319" y="10090"/>
                  </a:cubicBezTo>
                  <a:lnTo>
                    <a:pt x="12675" y="10090"/>
                  </a:lnTo>
                  <a:cubicBezTo>
                    <a:pt x="12848" y="10090"/>
                    <a:pt x="12993" y="9960"/>
                    <a:pt x="12993" y="9787"/>
                  </a:cubicBezTo>
                  <a:lnTo>
                    <a:pt x="12993" y="0"/>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3" name="Google Shape;15753;p67"/>
            <p:cNvSpPr/>
            <p:nvPr/>
          </p:nvSpPr>
          <p:spPr>
            <a:xfrm>
              <a:off x="7491796" y="2998453"/>
              <a:ext cx="24249" cy="264536"/>
            </a:xfrm>
            <a:custGeom>
              <a:avLst/>
              <a:gdLst/>
              <a:ahLst/>
              <a:cxnLst/>
              <a:rect l="l" t="t" r="r" b="b"/>
              <a:pathLst>
                <a:path w="925" h="10091" extrusionOk="0">
                  <a:moveTo>
                    <a:pt x="1" y="0"/>
                  </a:moveTo>
                  <a:lnTo>
                    <a:pt x="1" y="9787"/>
                  </a:lnTo>
                  <a:cubicBezTo>
                    <a:pt x="1" y="9960"/>
                    <a:pt x="145" y="10090"/>
                    <a:pt x="319" y="10090"/>
                  </a:cubicBezTo>
                  <a:lnTo>
                    <a:pt x="925" y="10090"/>
                  </a:lnTo>
                  <a:cubicBezTo>
                    <a:pt x="752" y="10090"/>
                    <a:pt x="622" y="9960"/>
                    <a:pt x="622" y="9787"/>
                  </a:cubicBezTo>
                  <a:lnTo>
                    <a:pt x="622"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4" name="Google Shape;15754;p67"/>
            <p:cNvSpPr/>
            <p:nvPr/>
          </p:nvSpPr>
          <p:spPr>
            <a:xfrm>
              <a:off x="7541002" y="2945473"/>
              <a:ext cx="291406" cy="58669"/>
            </a:xfrm>
            <a:custGeom>
              <a:avLst/>
              <a:gdLst/>
              <a:ahLst/>
              <a:cxnLst/>
              <a:rect l="l" t="t" r="r" b="b"/>
              <a:pathLst>
                <a:path w="11116" h="2238" extrusionOk="0">
                  <a:moveTo>
                    <a:pt x="1" y="0"/>
                  </a:moveTo>
                  <a:lnTo>
                    <a:pt x="1" y="2238"/>
                  </a:lnTo>
                  <a:lnTo>
                    <a:pt x="11116" y="2238"/>
                  </a:lnTo>
                  <a:lnTo>
                    <a:pt x="11116" y="318"/>
                  </a:lnTo>
                  <a:cubicBezTo>
                    <a:pt x="11116" y="144"/>
                    <a:pt x="10971" y="0"/>
                    <a:pt x="10784"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5" name="Google Shape;15755;p67"/>
            <p:cNvSpPr/>
            <p:nvPr/>
          </p:nvSpPr>
          <p:spPr>
            <a:xfrm>
              <a:off x="7491796" y="2945473"/>
              <a:ext cx="56415" cy="58669"/>
            </a:xfrm>
            <a:custGeom>
              <a:avLst/>
              <a:gdLst/>
              <a:ahLst/>
              <a:cxnLst/>
              <a:rect l="l" t="t" r="r" b="b"/>
              <a:pathLst>
                <a:path w="2152" h="2238" extrusionOk="0">
                  <a:moveTo>
                    <a:pt x="319" y="0"/>
                  </a:moveTo>
                  <a:cubicBezTo>
                    <a:pt x="145" y="0"/>
                    <a:pt x="1" y="144"/>
                    <a:pt x="1" y="318"/>
                  </a:cubicBezTo>
                  <a:lnTo>
                    <a:pt x="1" y="2238"/>
                  </a:lnTo>
                  <a:lnTo>
                    <a:pt x="2152" y="2238"/>
                  </a:lnTo>
                  <a:lnTo>
                    <a:pt x="2152"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6" name="Google Shape;15756;p67"/>
            <p:cNvSpPr/>
            <p:nvPr/>
          </p:nvSpPr>
          <p:spPr>
            <a:xfrm>
              <a:off x="7491796" y="2945446"/>
              <a:ext cx="24642" cy="58695"/>
            </a:xfrm>
            <a:custGeom>
              <a:avLst/>
              <a:gdLst/>
              <a:ahLst/>
              <a:cxnLst/>
              <a:rect l="l" t="t" r="r" b="b"/>
              <a:pathLst>
                <a:path w="940" h="2239" extrusionOk="0">
                  <a:moveTo>
                    <a:pt x="915" y="0"/>
                  </a:moveTo>
                  <a:cubicBezTo>
                    <a:pt x="907" y="0"/>
                    <a:pt x="899" y="0"/>
                    <a:pt x="891" y="1"/>
                  </a:cubicBezTo>
                  <a:lnTo>
                    <a:pt x="939" y="1"/>
                  </a:lnTo>
                  <a:cubicBezTo>
                    <a:pt x="931" y="0"/>
                    <a:pt x="923" y="0"/>
                    <a:pt x="915" y="0"/>
                  </a:cubicBezTo>
                  <a:close/>
                  <a:moveTo>
                    <a:pt x="319" y="1"/>
                  </a:moveTo>
                  <a:cubicBezTo>
                    <a:pt x="145" y="1"/>
                    <a:pt x="1" y="145"/>
                    <a:pt x="1" y="319"/>
                  </a:cubicBezTo>
                  <a:lnTo>
                    <a:pt x="1" y="2239"/>
                  </a:lnTo>
                  <a:lnTo>
                    <a:pt x="607" y="2239"/>
                  </a:lnTo>
                  <a:lnTo>
                    <a:pt x="607" y="319"/>
                  </a:lnTo>
                  <a:cubicBezTo>
                    <a:pt x="607" y="148"/>
                    <a:pt x="738" y="14"/>
                    <a:pt x="891" y="1"/>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7" name="Google Shape;15757;p67"/>
            <p:cNvSpPr/>
            <p:nvPr/>
          </p:nvSpPr>
          <p:spPr>
            <a:xfrm>
              <a:off x="7568632" y="2968542"/>
              <a:ext cx="228962" cy="12138"/>
            </a:xfrm>
            <a:custGeom>
              <a:avLst/>
              <a:gdLst/>
              <a:ahLst/>
              <a:cxnLst/>
              <a:rect l="l" t="t" r="r" b="b"/>
              <a:pathLst>
                <a:path w="8734" h="463" extrusionOk="0">
                  <a:moveTo>
                    <a:pt x="303" y="1"/>
                  </a:moveTo>
                  <a:cubicBezTo>
                    <a:pt x="0" y="1"/>
                    <a:pt x="0" y="463"/>
                    <a:pt x="303" y="463"/>
                  </a:cubicBezTo>
                  <a:lnTo>
                    <a:pt x="8416" y="463"/>
                  </a:lnTo>
                  <a:cubicBezTo>
                    <a:pt x="8734" y="463"/>
                    <a:pt x="8734" y="1"/>
                    <a:pt x="8416"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8" name="Google Shape;15758;p67"/>
            <p:cNvSpPr/>
            <p:nvPr/>
          </p:nvSpPr>
          <p:spPr>
            <a:xfrm>
              <a:off x="7656793" y="3073402"/>
              <a:ext cx="225947" cy="122450"/>
            </a:xfrm>
            <a:custGeom>
              <a:avLst/>
              <a:gdLst/>
              <a:ahLst/>
              <a:cxnLst/>
              <a:rect l="l" t="t" r="r" b="b"/>
              <a:pathLst>
                <a:path w="8619" h="4671" extrusionOk="0">
                  <a:moveTo>
                    <a:pt x="8354" y="0"/>
                  </a:moveTo>
                  <a:cubicBezTo>
                    <a:pt x="8289" y="0"/>
                    <a:pt x="8226" y="30"/>
                    <a:pt x="8186" y="86"/>
                  </a:cubicBezTo>
                  <a:lnTo>
                    <a:pt x="5226" y="3781"/>
                  </a:lnTo>
                  <a:lnTo>
                    <a:pt x="2946" y="1962"/>
                  </a:lnTo>
                  <a:cubicBezTo>
                    <a:pt x="2902" y="1926"/>
                    <a:pt x="2848" y="1908"/>
                    <a:pt x="2796" y="1908"/>
                  </a:cubicBezTo>
                  <a:cubicBezTo>
                    <a:pt x="2744" y="1908"/>
                    <a:pt x="2693" y="1926"/>
                    <a:pt x="2657" y="1962"/>
                  </a:cubicBezTo>
                  <a:lnTo>
                    <a:pt x="188" y="4258"/>
                  </a:lnTo>
                  <a:cubicBezTo>
                    <a:pt x="0" y="4413"/>
                    <a:pt x="161" y="4670"/>
                    <a:pt x="343" y="4670"/>
                  </a:cubicBezTo>
                  <a:cubicBezTo>
                    <a:pt x="399" y="4670"/>
                    <a:pt x="456" y="4647"/>
                    <a:pt x="506" y="4590"/>
                  </a:cubicBezTo>
                  <a:lnTo>
                    <a:pt x="2816" y="2439"/>
                  </a:lnTo>
                  <a:lnTo>
                    <a:pt x="5125" y="4287"/>
                  </a:lnTo>
                  <a:cubicBezTo>
                    <a:pt x="5167" y="4317"/>
                    <a:pt x="5217" y="4332"/>
                    <a:pt x="5266" y="4332"/>
                  </a:cubicBezTo>
                  <a:cubicBezTo>
                    <a:pt x="5334" y="4332"/>
                    <a:pt x="5401" y="4302"/>
                    <a:pt x="5443" y="4243"/>
                  </a:cubicBezTo>
                  <a:lnTo>
                    <a:pt x="8547" y="375"/>
                  </a:lnTo>
                  <a:cubicBezTo>
                    <a:pt x="8619" y="274"/>
                    <a:pt x="8604" y="129"/>
                    <a:pt x="8503" y="57"/>
                  </a:cubicBezTo>
                  <a:cubicBezTo>
                    <a:pt x="8459" y="19"/>
                    <a:pt x="8405" y="0"/>
                    <a:pt x="8354"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9" name="Google Shape;15759;p67"/>
            <p:cNvSpPr/>
            <p:nvPr/>
          </p:nvSpPr>
          <p:spPr>
            <a:xfrm>
              <a:off x="7649610" y="3172888"/>
              <a:ext cx="32952" cy="32952"/>
            </a:xfrm>
            <a:custGeom>
              <a:avLst/>
              <a:gdLst/>
              <a:ahLst/>
              <a:cxnLst/>
              <a:rect l="l" t="t" r="r" b="b"/>
              <a:pathLst>
                <a:path w="1257" h="1257" extrusionOk="0">
                  <a:moveTo>
                    <a:pt x="621" y="1"/>
                  </a:moveTo>
                  <a:cubicBezTo>
                    <a:pt x="275" y="1"/>
                    <a:pt x="1" y="275"/>
                    <a:pt x="1" y="636"/>
                  </a:cubicBezTo>
                  <a:cubicBezTo>
                    <a:pt x="1" y="982"/>
                    <a:pt x="275" y="1257"/>
                    <a:pt x="621" y="1257"/>
                  </a:cubicBezTo>
                  <a:cubicBezTo>
                    <a:pt x="968" y="1257"/>
                    <a:pt x="1256" y="982"/>
                    <a:pt x="1256" y="636"/>
                  </a:cubicBezTo>
                  <a:cubicBezTo>
                    <a:pt x="1256" y="275"/>
                    <a:pt x="968" y="1"/>
                    <a:pt x="621" y="1"/>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0" name="Google Shape;15760;p67"/>
            <p:cNvSpPr/>
            <p:nvPr/>
          </p:nvSpPr>
          <p:spPr>
            <a:xfrm>
              <a:off x="7778273" y="3164184"/>
              <a:ext cx="32952" cy="33345"/>
            </a:xfrm>
            <a:custGeom>
              <a:avLst/>
              <a:gdLst/>
              <a:ahLst/>
              <a:cxnLst/>
              <a:rect l="l" t="t" r="r" b="b"/>
              <a:pathLst>
                <a:path w="1257" h="1272" extrusionOk="0">
                  <a:moveTo>
                    <a:pt x="636" y="1"/>
                  </a:moveTo>
                  <a:cubicBezTo>
                    <a:pt x="275" y="1"/>
                    <a:pt x="1" y="289"/>
                    <a:pt x="1" y="636"/>
                  </a:cubicBezTo>
                  <a:cubicBezTo>
                    <a:pt x="1" y="982"/>
                    <a:pt x="275" y="1271"/>
                    <a:pt x="636" y="1271"/>
                  </a:cubicBezTo>
                  <a:cubicBezTo>
                    <a:pt x="982" y="1271"/>
                    <a:pt x="1256" y="982"/>
                    <a:pt x="1256" y="636"/>
                  </a:cubicBezTo>
                  <a:cubicBezTo>
                    <a:pt x="1256" y="289"/>
                    <a:pt x="982" y="1"/>
                    <a:pt x="636" y="1"/>
                  </a:cubicBezTo>
                  <a:close/>
                </a:path>
              </a:pathLst>
            </a:custGeom>
            <a:solidFill>
              <a:srgbClr val="8E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1" name="Google Shape;15761;p67"/>
            <p:cNvSpPr/>
            <p:nvPr/>
          </p:nvSpPr>
          <p:spPr>
            <a:xfrm>
              <a:off x="7859252" y="3062785"/>
              <a:ext cx="33345" cy="33319"/>
            </a:xfrm>
            <a:custGeom>
              <a:avLst/>
              <a:gdLst/>
              <a:ahLst/>
              <a:cxnLst/>
              <a:rect l="l" t="t" r="r" b="b"/>
              <a:pathLst>
                <a:path w="1272" h="1271" extrusionOk="0">
                  <a:moveTo>
                    <a:pt x="636" y="0"/>
                  </a:moveTo>
                  <a:cubicBezTo>
                    <a:pt x="289" y="0"/>
                    <a:pt x="1" y="289"/>
                    <a:pt x="1" y="635"/>
                  </a:cubicBezTo>
                  <a:cubicBezTo>
                    <a:pt x="1" y="982"/>
                    <a:pt x="289" y="1270"/>
                    <a:pt x="636" y="1270"/>
                  </a:cubicBezTo>
                  <a:cubicBezTo>
                    <a:pt x="982" y="1270"/>
                    <a:pt x="1271" y="982"/>
                    <a:pt x="1271" y="635"/>
                  </a:cubicBezTo>
                  <a:cubicBezTo>
                    <a:pt x="1271" y="289"/>
                    <a:pt x="982" y="0"/>
                    <a:pt x="636" y="0"/>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2" name="Google Shape;15762;p67"/>
            <p:cNvSpPr/>
            <p:nvPr/>
          </p:nvSpPr>
          <p:spPr>
            <a:xfrm>
              <a:off x="7713942" y="3112724"/>
              <a:ext cx="32952" cy="33319"/>
            </a:xfrm>
            <a:custGeom>
              <a:avLst/>
              <a:gdLst/>
              <a:ahLst/>
              <a:cxnLst/>
              <a:rect l="l" t="t" r="r" b="b"/>
              <a:pathLst>
                <a:path w="1257" h="1271" extrusionOk="0">
                  <a:moveTo>
                    <a:pt x="621" y="1"/>
                  </a:moveTo>
                  <a:cubicBezTo>
                    <a:pt x="275" y="1"/>
                    <a:pt x="1" y="289"/>
                    <a:pt x="1" y="636"/>
                  </a:cubicBezTo>
                  <a:cubicBezTo>
                    <a:pt x="1" y="982"/>
                    <a:pt x="275" y="1271"/>
                    <a:pt x="621" y="1271"/>
                  </a:cubicBezTo>
                  <a:cubicBezTo>
                    <a:pt x="982" y="1271"/>
                    <a:pt x="1256" y="982"/>
                    <a:pt x="1256" y="636"/>
                  </a:cubicBezTo>
                  <a:cubicBezTo>
                    <a:pt x="1256" y="289"/>
                    <a:pt x="982" y="1"/>
                    <a:pt x="62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3" name="Google Shape;15763;p67"/>
            <p:cNvSpPr/>
            <p:nvPr/>
          </p:nvSpPr>
          <p:spPr>
            <a:xfrm>
              <a:off x="7649610" y="3172704"/>
              <a:ext cx="24616" cy="33319"/>
            </a:xfrm>
            <a:custGeom>
              <a:avLst/>
              <a:gdLst/>
              <a:ahLst/>
              <a:cxnLst/>
              <a:rect l="l" t="t" r="r" b="b"/>
              <a:pathLst>
                <a:path w="939" h="1271" extrusionOk="0">
                  <a:moveTo>
                    <a:pt x="635" y="1"/>
                  </a:moveTo>
                  <a:cubicBezTo>
                    <a:pt x="305" y="1"/>
                    <a:pt x="1" y="264"/>
                    <a:pt x="1" y="628"/>
                  </a:cubicBezTo>
                  <a:cubicBezTo>
                    <a:pt x="1" y="1004"/>
                    <a:pt x="305" y="1270"/>
                    <a:pt x="636" y="1270"/>
                  </a:cubicBezTo>
                  <a:cubicBezTo>
                    <a:pt x="737" y="1270"/>
                    <a:pt x="841" y="1245"/>
                    <a:pt x="939" y="1191"/>
                  </a:cubicBezTo>
                  <a:cubicBezTo>
                    <a:pt x="737" y="1076"/>
                    <a:pt x="621" y="859"/>
                    <a:pt x="621" y="643"/>
                  </a:cubicBezTo>
                  <a:cubicBezTo>
                    <a:pt x="607" y="412"/>
                    <a:pt x="737" y="195"/>
                    <a:pt x="939" y="80"/>
                  </a:cubicBezTo>
                  <a:cubicBezTo>
                    <a:pt x="841" y="26"/>
                    <a:pt x="737" y="1"/>
                    <a:pt x="635" y="1"/>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4" name="Google Shape;15764;p67"/>
            <p:cNvSpPr/>
            <p:nvPr/>
          </p:nvSpPr>
          <p:spPr>
            <a:xfrm>
              <a:off x="7778273" y="3164237"/>
              <a:ext cx="24616" cy="33083"/>
            </a:xfrm>
            <a:custGeom>
              <a:avLst/>
              <a:gdLst/>
              <a:ahLst/>
              <a:cxnLst/>
              <a:rect l="l" t="t" r="r" b="b"/>
              <a:pathLst>
                <a:path w="939" h="1262" extrusionOk="0">
                  <a:moveTo>
                    <a:pt x="631" y="0"/>
                  </a:moveTo>
                  <a:cubicBezTo>
                    <a:pt x="302" y="0"/>
                    <a:pt x="1" y="271"/>
                    <a:pt x="1" y="634"/>
                  </a:cubicBezTo>
                  <a:cubicBezTo>
                    <a:pt x="1" y="998"/>
                    <a:pt x="305" y="1261"/>
                    <a:pt x="635" y="1261"/>
                  </a:cubicBezTo>
                  <a:cubicBezTo>
                    <a:pt x="737" y="1261"/>
                    <a:pt x="841" y="1237"/>
                    <a:pt x="939" y="1182"/>
                  </a:cubicBezTo>
                  <a:cubicBezTo>
                    <a:pt x="737" y="1067"/>
                    <a:pt x="621" y="865"/>
                    <a:pt x="621" y="634"/>
                  </a:cubicBezTo>
                  <a:cubicBezTo>
                    <a:pt x="607" y="403"/>
                    <a:pt x="737" y="186"/>
                    <a:pt x="939" y="85"/>
                  </a:cubicBezTo>
                  <a:cubicBezTo>
                    <a:pt x="839" y="27"/>
                    <a:pt x="734" y="0"/>
                    <a:pt x="631" y="0"/>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5" name="Google Shape;15765;p67"/>
            <p:cNvSpPr/>
            <p:nvPr/>
          </p:nvSpPr>
          <p:spPr>
            <a:xfrm>
              <a:off x="7859252" y="3062968"/>
              <a:ext cx="24642" cy="33083"/>
            </a:xfrm>
            <a:custGeom>
              <a:avLst/>
              <a:gdLst/>
              <a:ahLst/>
              <a:cxnLst/>
              <a:rect l="l" t="t" r="r" b="b"/>
              <a:pathLst>
                <a:path w="940" h="1262" extrusionOk="0">
                  <a:moveTo>
                    <a:pt x="635" y="1"/>
                  </a:moveTo>
                  <a:cubicBezTo>
                    <a:pt x="305" y="1"/>
                    <a:pt x="1" y="264"/>
                    <a:pt x="1" y="628"/>
                  </a:cubicBezTo>
                  <a:cubicBezTo>
                    <a:pt x="1" y="991"/>
                    <a:pt x="302" y="1262"/>
                    <a:pt x="631" y="1262"/>
                  </a:cubicBezTo>
                  <a:cubicBezTo>
                    <a:pt x="734" y="1262"/>
                    <a:pt x="839" y="1235"/>
                    <a:pt x="939" y="1177"/>
                  </a:cubicBezTo>
                  <a:cubicBezTo>
                    <a:pt x="751" y="1076"/>
                    <a:pt x="621" y="859"/>
                    <a:pt x="621" y="628"/>
                  </a:cubicBezTo>
                  <a:cubicBezTo>
                    <a:pt x="621" y="397"/>
                    <a:pt x="737" y="195"/>
                    <a:pt x="939" y="80"/>
                  </a:cubicBezTo>
                  <a:cubicBezTo>
                    <a:pt x="841" y="25"/>
                    <a:pt x="737" y="1"/>
                    <a:pt x="635"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6" name="Google Shape;15766;p67"/>
            <p:cNvSpPr/>
            <p:nvPr/>
          </p:nvSpPr>
          <p:spPr>
            <a:xfrm>
              <a:off x="7713942" y="3112777"/>
              <a:ext cx="24616" cy="33083"/>
            </a:xfrm>
            <a:custGeom>
              <a:avLst/>
              <a:gdLst/>
              <a:ahLst/>
              <a:cxnLst/>
              <a:rect l="l" t="t" r="r" b="b"/>
              <a:pathLst>
                <a:path w="939" h="1262" extrusionOk="0">
                  <a:moveTo>
                    <a:pt x="631" y="0"/>
                  </a:moveTo>
                  <a:cubicBezTo>
                    <a:pt x="302" y="0"/>
                    <a:pt x="1" y="271"/>
                    <a:pt x="1" y="634"/>
                  </a:cubicBezTo>
                  <a:cubicBezTo>
                    <a:pt x="1" y="998"/>
                    <a:pt x="305" y="1261"/>
                    <a:pt x="635" y="1261"/>
                  </a:cubicBezTo>
                  <a:cubicBezTo>
                    <a:pt x="737" y="1261"/>
                    <a:pt x="841" y="1236"/>
                    <a:pt x="939" y="1182"/>
                  </a:cubicBezTo>
                  <a:cubicBezTo>
                    <a:pt x="737" y="1067"/>
                    <a:pt x="607" y="865"/>
                    <a:pt x="607" y="634"/>
                  </a:cubicBezTo>
                  <a:cubicBezTo>
                    <a:pt x="607" y="403"/>
                    <a:pt x="737" y="186"/>
                    <a:pt x="939" y="85"/>
                  </a:cubicBezTo>
                  <a:cubicBezTo>
                    <a:pt x="839" y="27"/>
                    <a:pt x="734" y="0"/>
                    <a:pt x="631" y="0"/>
                  </a:cubicBezTo>
                  <a:close/>
                </a:path>
              </a:pathLst>
            </a:custGeom>
            <a:solidFill>
              <a:srgbClr val="90A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7" name="Google Shape;15767;p67"/>
            <p:cNvSpPr/>
            <p:nvPr/>
          </p:nvSpPr>
          <p:spPr>
            <a:xfrm>
              <a:off x="7530411" y="3104021"/>
              <a:ext cx="101452" cy="12138"/>
            </a:xfrm>
            <a:custGeom>
              <a:avLst/>
              <a:gdLst/>
              <a:ahLst/>
              <a:cxnLst/>
              <a:rect l="l" t="t" r="r" b="b"/>
              <a:pathLst>
                <a:path w="3870" h="463" extrusionOk="0">
                  <a:moveTo>
                    <a:pt x="318" y="1"/>
                  </a:moveTo>
                  <a:cubicBezTo>
                    <a:pt x="0" y="1"/>
                    <a:pt x="0" y="462"/>
                    <a:pt x="318" y="462"/>
                  </a:cubicBezTo>
                  <a:lnTo>
                    <a:pt x="3566" y="462"/>
                  </a:lnTo>
                  <a:cubicBezTo>
                    <a:pt x="3869" y="462"/>
                    <a:pt x="3869" y="1"/>
                    <a:pt x="3566"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8" name="Google Shape;15768;p67"/>
            <p:cNvSpPr/>
            <p:nvPr/>
          </p:nvSpPr>
          <p:spPr>
            <a:xfrm>
              <a:off x="7530411" y="3133539"/>
              <a:ext cx="101452" cy="12138"/>
            </a:xfrm>
            <a:custGeom>
              <a:avLst/>
              <a:gdLst/>
              <a:ahLst/>
              <a:cxnLst/>
              <a:rect l="l" t="t" r="r" b="b"/>
              <a:pathLst>
                <a:path w="3870" h="463" extrusionOk="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9" name="Google Shape;15769;p67"/>
            <p:cNvSpPr/>
            <p:nvPr/>
          </p:nvSpPr>
          <p:spPr>
            <a:xfrm>
              <a:off x="7530411" y="3163057"/>
              <a:ext cx="101452" cy="12138"/>
            </a:xfrm>
            <a:custGeom>
              <a:avLst/>
              <a:gdLst/>
              <a:ahLst/>
              <a:cxnLst/>
              <a:rect l="l" t="t" r="r" b="b"/>
              <a:pathLst>
                <a:path w="3870" h="463" extrusionOk="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0" name="Google Shape;15770;p67"/>
            <p:cNvSpPr/>
            <p:nvPr/>
          </p:nvSpPr>
          <p:spPr>
            <a:xfrm>
              <a:off x="7530411" y="3192575"/>
              <a:ext cx="101452" cy="12138"/>
            </a:xfrm>
            <a:custGeom>
              <a:avLst/>
              <a:gdLst/>
              <a:ahLst/>
              <a:cxnLst/>
              <a:rect l="l" t="t" r="r" b="b"/>
              <a:pathLst>
                <a:path w="3870" h="463" extrusionOk="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1" name="Google Shape;15771;p67"/>
            <p:cNvSpPr/>
            <p:nvPr/>
          </p:nvSpPr>
          <p:spPr>
            <a:xfrm>
              <a:off x="7530411" y="3222093"/>
              <a:ext cx="101452" cy="12138"/>
            </a:xfrm>
            <a:custGeom>
              <a:avLst/>
              <a:gdLst/>
              <a:ahLst/>
              <a:cxnLst/>
              <a:rect l="l" t="t" r="r" b="b"/>
              <a:pathLst>
                <a:path w="3870" h="463" extrusionOk="0">
                  <a:moveTo>
                    <a:pt x="318" y="0"/>
                  </a:moveTo>
                  <a:cubicBezTo>
                    <a:pt x="0" y="0"/>
                    <a:pt x="0" y="462"/>
                    <a:pt x="318" y="462"/>
                  </a:cubicBezTo>
                  <a:lnTo>
                    <a:pt x="3566" y="462"/>
                  </a:lnTo>
                  <a:cubicBezTo>
                    <a:pt x="3869" y="462"/>
                    <a:pt x="3869" y="0"/>
                    <a:pt x="3566"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2" name="Google Shape;15772;p67"/>
            <p:cNvSpPr/>
            <p:nvPr/>
          </p:nvSpPr>
          <p:spPr>
            <a:xfrm>
              <a:off x="7538354" y="3035521"/>
              <a:ext cx="247522" cy="44303"/>
            </a:xfrm>
            <a:custGeom>
              <a:avLst/>
              <a:gdLst/>
              <a:ahLst/>
              <a:cxnLst/>
              <a:rect l="l" t="t" r="r" b="b"/>
              <a:pathLst>
                <a:path w="9442" h="1690" extrusionOk="0">
                  <a:moveTo>
                    <a:pt x="361" y="1"/>
                  </a:moveTo>
                  <a:cubicBezTo>
                    <a:pt x="159" y="1"/>
                    <a:pt x="0" y="160"/>
                    <a:pt x="0" y="362"/>
                  </a:cubicBezTo>
                  <a:lnTo>
                    <a:pt x="0" y="1329"/>
                  </a:lnTo>
                  <a:cubicBezTo>
                    <a:pt x="0" y="1531"/>
                    <a:pt x="159" y="1690"/>
                    <a:pt x="361" y="1690"/>
                  </a:cubicBezTo>
                  <a:lnTo>
                    <a:pt x="9080" y="1690"/>
                  </a:lnTo>
                  <a:cubicBezTo>
                    <a:pt x="9282" y="1690"/>
                    <a:pt x="9441" y="1531"/>
                    <a:pt x="9441" y="1329"/>
                  </a:cubicBezTo>
                  <a:lnTo>
                    <a:pt x="9441" y="362"/>
                  </a:lnTo>
                  <a:cubicBezTo>
                    <a:pt x="9441" y="160"/>
                    <a:pt x="9282" y="1"/>
                    <a:pt x="9080"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3" name="Google Shape;15773;p67"/>
            <p:cNvSpPr/>
            <p:nvPr/>
          </p:nvSpPr>
          <p:spPr>
            <a:xfrm>
              <a:off x="7538721" y="3054081"/>
              <a:ext cx="246762" cy="25743"/>
            </a:xfrm>
            <a:custGeom>
              <a:avLst/>
              <a:gdLst/>
              <a:ahLst/>
              <a:cxnLst/>
              <a:rect l="l" t="t" r="r" b="b"/>
              <a:pathLst>
                <a:path w="9413" h="982" extrusionOk="0">
                  <a:moveTo>
                    <a:pt x="9413" y="0"/>
                  </a:moveTo>
                  <a:cubicBezTo>
                    <a:pt x="9413" y="202"/>
                    <a:pt x="9254" y="361"/>
                    <a:pt x="9052" y="375"/>
                  </a:cubicBezTo>
                  <a:lnTo>
                    <a:pt x="362" y="375"/>
                  </a:lnTo>
                  <a:cubicBezTo>
                    <a:pt x="160" y="361"/>
                    <a:pt x="1" y="202"/>
                    <a:pt x="1" y="14"/>
                  </a:cubicBezTo>
                  <a:lnTo>
                    <a:pt x="1" y="621"/>
                  </a:lnTo>
                  <a:cubicBezTo>
                    <a:pt x="1" y="823"/>
                    <a:pt x="160" y="982"/>
                    <a:pt x="362" y="982"/>
                  </a:cubicBezTo>
                  <a:lnTo>
                    <a:pt x="9052" y="982"/>
                  </a:lnTo>
                  <a:cubicBezTo>
                    <a:pt x="9254" y="982"/>
                    <a:pt x="9413" y="823"/>
                    <a:pt x="9413" y="621"/>
                  </a:cubicBezTo>
                  <a:lnTo>
                    <a:pt x="9413" y="0"/>
                  </a:ln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74" name="Google Shape;15774;p67"/>
          <p:cNvGrpSpPr/>
          <p:nvPr/>
        </p:nvGrpSpPr>
        <p:grpSpPr>
          <a:xfrm>
            <a:off x="7020586" y="2907723"/>
            <a:ext cx="345304" cy="365857"/>
            <a:chOff x="7045643" y="2907723"/>
            <a:chExt cx="345304" cy="365857"/>
          </a:xfrm>
        </p:grpSpPr>
        <p:sp>
          <p:nvSpPr>
            <p:cNvPr id="15775" name="Google Shape;15775;p67"/>
            <p:cNvSpPr/>
            <p:nvPr/>
          </p:nvSpPr>
          <p:spPr>
            <a:xfrm>
              <a:off x="7101638" y="2970429"/>
              <a:ext cx="231636" cy="284223"/>
            </a:xfrm>
            <a:custGeom>
              <a:avLst/>
              <a:gdLst/>
              <a:ahLst/>
              <a:cxnLst/>
              <a:rect l="l" t="t" r="r" b="b"/>
              <a:pathLst>
                <a:path w="8836" h="10842" extrusionOk="0">
                  <a:moveTo>
                    <a:pt x="4418" y="1"/>
                  </a:moveTo>
                  <a:cubicBezTo>
                    <a:pt x="2498" y="1"/>
                    <a:pt x="838" y="1329"/>
                    <a:pt x="420" y="3205"/>
                  </a:cubicBezTo>
                  <a:cubicBezTo>
                    <a:pt x="1" y="5082"/>
                    <a:pt x="939" y="6988"/>
                    <a:pt x="2672" y="7810"/>
                  </a:cubicBezTo>
                  <a:cubicBezTo>
                    <a:pt x="3004" y="7969"/>
                    <a:pt x="3220" y="8301"/>
                    <a:pt x="3220" y="8676"/>
                  </a:cubicBezTo>
                  <a:lnTo>
                    <a:pt x="3220" y="10365"/>
                  </a:lnTo>
                  <a:cubicBezTo>
                    <a:pt x="3220" y="10625"/>
                    <a:pt x="3437" y="10842"/>
                    <a:pt x="3696" y="10842"/>
                  </a:cubicBezTo>
                  <a:lnTo>
                    <a:pt x="5140" y="10842"/>
                  </a:lnTo>
                  <a:cubicBezTo>
                    <a:pt x="5414" y="10842"/>
                    <a:pt x="5631" y="10625"/>
                    <a:pt x="5631" y="10365"/>
                  </a:cubicBezTo>
                  <a:lnTo>
                    <a:pt x="5631" y="8676"/>
                  </a:lnTo>
                  <a:cubicBezTo>
                    <a:pt x="5631" y="8301"/>
                    <a:pt x="5833" y="7969"/>
                    <a:pt x="6165" y="7810"/>
                  </a:cubicBezTo>
                  <a:cubicBezTo>
                    <a:pt x="7897" y="6988"/>
                    <a:pt x="8835" y="5082"/>
                    <a:pt x="8417" y="3205"/>
                  </a:cubicBezTo>
                  <a:cubicBezTo>
                    <a:pt x="7998" y="1329"/>
                    <a:pt x="6338" y="1"/>
                    <a:pt x="441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6" name="Google Shape;15776;p67"/>
            <p:cNvSpPr/>
            <p:nvPr/>
          </p:nvSpPr>
          <p:spPr>
            <a:xfrm>
              <a:off x="7129269" y="2989357"/>
              <a:ext cx="176768" cy="177135"/>
            </a:xfrm>
            <a:custGeom>
              <a:avLst/>
              <a:gdLst/>
              <a:ahLst/>
              <a:cxnLst/>
              <a:rect l="l" t="t" r="r" b="b"/>
              <a:pathLst>
                <a:path w="6743" h="6757" extrusionOk="0">
                  <a:moveTo>
                    <a:pt x="3364" y="1"/>
                  </a:moveTo>
                  <a:cubicBezTo>
                    <a:pt x="1502" y="1"/>
                    <a:pt x="1" y="1516"/>
                    <a:pt x="1" y="3378"/>
                  </a:cubicBezTo>
                  <a:cubicBezTo>
                    <a:pt x="1" y="5241"/>
                    <a:pt x="1502" y="6756"/>
                    <a:pt x="3364" y="6756"/>
                  </a:cubicBezTo>
                  <a:cubicBezTo>
                    <a:pt x="5226" y="6756"/>
                    <a:pt x="6742" y="5241"/>
                    <a:pt x="6742" y="3378"/>
                  </a:cubicBezTo>
                  <a:cubicBezTo>
                    <a:pt x="6742" y="1516"/>
                    <a:pt x="5226" y="1"/>
                    <a:pt x="3364"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7" name="Google Shape;15777;p67"/>
            <p:cNvSpPr/>
            <p:nvPr/>
          </p:nvSpPr>
          <p:spPr>
            <a:xfrm>
              <a:off x="7148196" y="3008284"/>
              <a:ext cx="138913" cy="139280"/>
            </a:xfrm>
            <a:custGeom>
              <a:avLst/>
              <a:gdLst/>
              <a:ahLst/>
              <a:cxnLst/>
              <a:rect l="l" t="t" r="r" b="b"/>
              <a:pathLst>
                <a:path w="5299" h="5313" extrusionOk="0">
                  <a:moveTo>
                    <a:pt x="2642" y="0"/>
                  </a:moveTo>
                  <a:cubicBezTo>
                    <a:pt x="1184" y="0"/>
                    <a:pt x="1" y="1199"/>
                    <a:pt x="1" y="2656"/>
                  </a:cubicBezTo>
                  <a:cubicBezTo>
                    <a:pt x="1" y="4114"/>
                    <a:pt x="1184" y="5313"/>
                    <a:pt x="2642" y="5313"/>
                  </a:cubicBezTo>
                  <a:cubicBezTo>
                    <a:pt x="4115" y="5313"/>
                    <a:pt x="5298" y="4114"/>
                    <a:pt x="5298" y="2656"/>
                  </a:cubicBezTo>
                  <a:cubicBezTo>
                    <a:pt x="5298" y="1199"/>
                    <a:pt x="4115" y="0"/>
                    <a:pt x="264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8" name="Google Shape;15778;p67"/>
            <p:cNvSpPr/>
            <p:nvPr/>
          </p:nvSpPr>
          <p:spPr>
            <a:xfrm>
              <a:off x="7198529" y="3248570"/>
              <a:ext cx="37854" cy="25009"/>
            </a:xfrm>
            <a:custGeom>
              <a:avLst/>
              <a:gdLst/>
              <a:ahLst/>
              <a:cxnLst/>
              <a:rect l="l" t="t" r="r" b="b"/>
              <a:pathLst>
                <a:path w="1444" h="954" extrusionOk="0">
                  <a:moveTo>
                    <a:pt x="0" y="1"/>
                  </a:moveTo>
                  <a:lnTo>
                    <a:pt x="0" y="477"/>
                  </a:lnTo>
                  <a:cubicBezTo>
                    <a:pt x="0" y="737"/>
                    <a:pt x="217" y="954"/>
                    <a:pt x="491" y="954"/>
                  </a:cubicBezTo>
                  <a:lnTo>
                    <a:pt x="968" y="954"/>
                  </a:lnTo>
                  <a:cubicBezTo>
                    <a:pt x="1227" y="954"/>
                    <a:pt x="1444" y="737"/>
                    <a:pt x="1444" y="477"/>
                  </a:cubicBezTo>
                  <a:lnTo>
                    <a:pt x="1444"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9" name="Google Shape;15779;p67"/>
            <p:cNvSpPr/>
            <p:nvPr/>
          </p:nvSpPr>
          <p:spPr>
            <a:xfrm>
              <a:off x="7342711" y="3071436"/>
              <a:ext cx="48236" cy="12950"/>
            </a:xfrm>
            <a:custGeom>
              <a:avLst/>
              <a:gdLst/>
              <a:ahLst/>
              <a:cxnLst/>
              <a:rect l="l" t="t" r="r" b="b"/>
              <a:pathLst>
                <a:path w="1840" h="494" extrusionOk="0">
                  <a:moveTo>
                    <a:pt x="1528" y="1"/>
                  </a:moveTo>
                  <a:cubicBezTo>
                    <a:pt x="1519" y="1"/>
                    <a:pt x="1511" y="1"/>
                    <a:pt x="1502" y="2"/>
                  </a:cubicBezTo>
                  <a:lnTo>
                    <a:pt x="289" y="2"/>
                  </a:lnTo>
                  <a:cubicBezTo>
                    <a:pt x="0" y="31"/>
                    <a:pt x="0" y="464"/>
                    <a:pt x="289" y="493"/>
                  </a:cubicBezTo>
                  <a:lnTo>
                    <a:pt x="1502" y="493"/>
                  </a:lnTo>
                  <a:cubicBezTo>
                    <a:pt x="1511" y="494"/>
                    <a:pt x="1519" y="494"/>
                    <a:pt x="1528" y="494"/>
                  </a:cubicBezTo>
                  <a:cubicBezTo>
                    <a:pt x="1839" y="494"/>
                    <a:pt x="1839" y="1"/>
                    <a:pt x="152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0" name="Google Shape;15780;p67"/>
            <p:cNvSpPr/>
            <p:nvPr/>
          </p:nvSpPr>
          <p:spPr>
            <a:xfrm>
              <a:off x="7045643" y="3071436"/>
              <a:ext cx="54658" cy="12950"/>
            </a:xfrm>
            <a:custGeom>
              <a:avLst/>
              <a:gdLst/>
              <a:ahLst/>
              <a:cxnLst/>
              <a:rect l="l" t="t" r="r" b="b"/>
              <a:pathLst>
                <a:path w="2085" h="494" extrusionOk="0">
                  <a:moveTo>
                    <a:pt x="1773" y="1"/>
                  </a:moveTo>
                  <a:cubicBezTo>
                    <a:pt x="1765" y="1"/>
                    <a:pt x="1756" y="1"/>
                    <a:pt x="1747" y="2"/>
                  </a:cubicBezTo>
                  <a:lnTo>
                    <a:pt x="304" y="2"/>
                  </a:lnTo>
                  <a:cubicBezTo>
                    <a:pt x="1" y="31"/>
                    <a:pt x="1" y="464"/>
                    <a:pt x="304" y="493"/>
                  </a:cubicBezTo>
                  <a:lnTo>
                    <a:pt x="1747" y="493"/>
                  </a:lnTo>
                  <a:cubicBezTo>
                    <a:pt x="1756" y="494"/>
                    <a:pt x="1765" y="494"/>
                    <a:pt x="1773" y="494"/>
                  </a:cubicBezTo>
                  <a:cubicBezTo>
                    <a:pt x="2085" y="494"/>
                    <a:pt x="2085" y="1"/>
                    <a:pt x="1773"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1" name="Google Shape;15781;p67"/>
            <p:cNvSpPr/>
            <p:nvPr/>
          </p:nvSpPr>
          <p:spPr>
            <a:xfrm>
              <a:off x="7211400" y="2907723"/>
              <a:ext cx="12505" cy="43831"/>
            </a:xfrm>
            <a:custGeom>
              <a:avLst/>
              <a:gdLst/>
              <a:ahLst/>
              <a:cxnLst/>
              <a:rect l="l" t="t" r="r" b="b"/>
              <a:pathLst>
                <a:path w="477" h="1672" extrusionOk="0">
                  <a:moveTo>
                    <a:pt x="233" y="0"/>
                  </a:moveTo>
                  <a:cubicBezTo>
                    <a:pt x="119" y="0"/>
                    <a:pt x="7" y="76"/>
                    <a:pt x="0" y="228"/>
                  </a:cubicBezTo>
                  <a:lnTo>
                    <a:pt x="0" y="1426"/>
                  </a:lnTo>
                  <a:cubicBezTo>
                    <a:pt x="0" y="1570"/>
                    <a:pt x="101" y="1671"/>
                    <a:pt x="231" y="1671"/>
                  </a:cubicBezTo>
                  <a:cubicBezTo>
                    <a:pt x="361" y="1671"/>
                    <a:pt x="477" y="1570"/>
                    <a:pt x="477" y="1426"/>
                  </a:cubicBezTo>
                  <a:lnTo>
                    <a:pt x="477" y="228"/>
                  </a:lnTo>
                  <a:cubicBezTo>
                    <a:pt x="462" y="76"/>
                    <a:pt x="347" y="0"/>
                    <a:pt x="233"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2" name="Google Shape;15782;p67"/>
            <p:cNvSpPr/>
            <p:nvPr/>
          </p:nvSpPr>
          <p:spPr>
            <a:xfrm>
              <a:off x="7204951" y="3014706"/>
              <a:ext cx="25009" cy="107508"/>
            </a:xfrm>
            <a:custGeom>
              <a:avLst/>
              <a:gdLst/>
              <a:ahLst/>
              <a:cxnLst/>
              <a:rect l="l" t="t" r="r" b="b"/>
              <a:pathLst>
                <a:path w="954" h="4101" extrusionOk="0">
                  <a:moveTo>
                    <a:pt x="477" y="1"/>
                  </a:moveTo>
                  <a:cubicBezTo>
                    <a:pt x="217" y="1"/>
                    <a:pt x="1" y="217"/>
                    <a:pt x="15" y="477"/>
                  </a:cubicBezTo>
                  <a:lnTo>
                    <a:pt x="145" y="3783"/>
                  </a:lnTo>
                  <a:cubicBezTo>
                    <a:pt x="160" y="3956"/>
                    <a:pt x="304" y="4100"/>
                    <a:pt x="477" y="4100"/>
                  </a:cubicBezTo>
                  <a:cubicBezTo>
                    <a:pt x="665" y="4100"/>
                    <a:pt x="809" y="3956"/>
                    <a:pt x="809" y="3783"/>
                  </a:cubicBezTo>
                  <a:lnTo>
                    <a:pt x="939" y="477"/>
                  </a:lnTo>
                  <a:cubicBezTo>
                    <a:pt x="954" y="217"/>
                    <a:pt x="737" y="1"/>
                    <a:pt x="477"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3" name="Google Shape;15783;p67"/>
            <p:cNvSpPr/>
            <p:nvPr/>
          </p:nvSpPr>
          <p:spPr>
            <a:xfrm>
              <a:off x="7207992" y="3134666"/>
              <a:ext cx="18953" cy="18953"/>
            </a:xfrm>
            <a:custGeom>
              <a:avLst/>
              <a:gdLst/>
              <a:ahLst/>
              <a:cxnLst/>
              <a:rect l="l" t="t" r="r" b="b"/>
              <a:pathLst>
                <a:path w="723" h="723" extrusionOk="0">
                  <a:moveTo>
                    <a:pt x="361" y="1"/>
                  </a:moveTo>
                  <a:cubicBezTo>
                    <a:pt x="159" y="1"/>
                    <a:pt x="0" y="160"/>
                    <a:pt x="0" y="362"/>
                  </a:cubicBezTo>
                  <a:cubicBezTo>
                    <a:pt x="0" y="564"/>
                    <a:pt x="159" y="723"/>
                    <a:pt x="361" y="723"/>
                  </a:cubicBezTo>
                  <a:cubicBezTo>
                    <a:pt x="563" y="723"/>
                    <a:pt x="722" y="564"/>
                    <a:pt x="722" y="362"/>
                  </a:cubicBezTo>
                  <a:cubicBezTo>
                    <a:pt x="722" y="160"/>
                    <a:pt x="563" y="1"/>
                    <a:pt x="36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4" name="Google Shape;15784;p67"/>
            <p:cNvSpPr/>
            <p:nvPr/>
          </p:nvSpPr>
          <p:spPr>
            <a:xfrm>
              <a:off x="7276099" y="2940754"/>
              <a:ext cx="25088" cy="28574"/>
            </a:xfrm>
            <a:custGeom>
              <a:avLst/>
              <a:gdLst/>
              <a:ahLst/>
              <a:cxnLst/>
              <a:rect l="l" t="t" r="r" b="b"/>
              <a:pathLst>
                <a:path w="957" h="1090" extrusionOk="0">
                  <a:moveTo>
                    <a:pt x="646" y="0"/>
                  </a:moveTo>
                  <a:cubicBezTo>
                    <a:pt x="574" y="0"/>
                    <a:pt x="502" y="32"/>
                    <a:pt x="448" y="108"/>
                  </a:cubicBezTo>
                  <a:lnTo>
                    <a:pt x="87" y="729"/>
                  </a:lnTo>
                  <a:cubicBezTo>
                    <a:pt x="1" y="887"/>
                    <a:pt x="116" y="1090"/>
                    <a:pt x="304" y="1090"/>
                  </a:cubicBezTo>
                  <a:cubicBezTo>
                    <a:pt x="376" y="1090"/>
                    <a:pt x="463" y="1046"/>
                    <a:pt x="506" y="974"/>
                  </a:cubicBezTo>
                  <a:lnTo>
                    <a:pt x="867" y="339"/>
                  </a:lnTo>
                  <a:cubicBezTo>
                    <a:pt x="957" y="159"/>
                    <a:pt x="805" y="0"/>
                    <a:pt x="646"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5" name="Google Shape;15785;p67"/>
            <p:cNvSpPr/>
            <p:nvPr/>
          </p:nvSpPr>
          <p:spPr>
            <a:xfrm>
              <a:off x="7133804" y="3185812"/>
              <a:ext cx="26372" cy="29859"/>
            </a:xfrm>
            <a:custGeom>
              <a:avLst/>
              <a:gdLst/>
              <a:ahLst/>
              <a:cxnLst/>
              <a:rect l="l" t="t" r="r" b="b"/>
              <a:pathLst>
                <a:path w="1006" h="1139" extrusionOk="0">
                  <a:moveTo>
                    <a:pt x="665" y="1"/>
                  </a:moveTo>
                  <a:cubicBezTo>
                    <a:pt x="587" y="1"/>
                    <a:pt x="509" y="42"/>
                    <a:pt x="463" y="143"/>
                  </a:cubicBezTo>
                  <a:lnTo>
                    <a:pt x="102" y="778"/>
                  </a:lnTo>
                  <a:cubicBezTo>
                    <a:pt x="1" y="937"/>
                    <a:pt x="116" y="1139"/>
                    <a:pt x="304" y="1139"/>
                  </a:cubicBezTo>
                  <a:cubicBezTo>
                    <a:pt x="391" y="1139"/>
                    <a:pt x="463" y="1081"/>
                    <a:pt x="506" y="1009"/>
                  </a:cubicBezTo>
                  <a:lnTo>
                    <a:pt x="867" y="388"/>
                  </a:lnTo>
                  <a:cubicBezTo>
                    <a:pt x="1005" y="191"/>
                    <a:pt x="834" y="1"/>
                    <a:pt x="665"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6" name="Google Shape;15786;p67"/>
            <p:cNvSpPr/>
            <p:nvPr/>
          </p:nvSpPr>
          <p:spPr>
            <a:xfrm>
              <a:off x="7132886" y="2939758"/>
              <a:ext cx="26320" cy="29571"/>
            </a:xfrm>
            <a:custGeom>
              <a:avLst/>
              <a:gdLst/>
              <a:ahLst/>
              <a:cxnLst/>
              <a:rect l="l" t="t" r="r" b="b"/>
              <a:pathLst>
                <a:path w="1004" h="1128" extrusionOk="0">
                  <a:moveTo>
                    <a:pt x="333" y="0"/>
                  </a:moveTo>
                  <a:cubicBezTo>
                    <a:pt x="167" y="0"/>
                    <a:pt x="1" y="182"/>
                    <a:pt x="137" y="377"/>
                  </a:cubicBezTo>
                  <a:lnTo>
                    <a:pt x="498" y="1012"/>
                  </a:lnTo>
                  <a:cubicBezTo>
                    <a:pt x="527" y="1084"/>
                    <a:pt x="613" y="1128"/>
                    <a:pt x="700" y="1128"/>
                  </a:cubicBezTo>
                  <a:cubicBezTo>
                    <a:pt x="888" y="1128"/>
                    <a:pt x="1003" y="925"/>
                    <a:pt x="902" y="767"/>
                  </a:cubicBezTo>
                  <a:lnTo>
                    <a:pt x="541" y="146"/>
                  </a:lnTo>
                  <a:cubicBezTo>
                    <a:pt x="494" y="43"/>
                    <a:pt x="414" y="0"/>
                    <a:pt x="333"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7" name="Google Shape;15787;p67"/>
            <p:cNvSpPr/>
            <p:nvPr/>
          </p:nvSpPr>
          <p:spPr>
            <a:xfrm>
              <a:off x="7276020" y="3186729"/>
              <a:ext cx="25062" cy="28941"/>
            </a:xfrm>
            <a:custGeom>
              <a:avLst/>
              <a:gdLst/>
              <a:ahLst/>
              <a:cxnLst/>
              <a:rect l="l" t="t" r="r" b="b"/>
              <a:pathLst>
                <a:path w="956" h="1104" extrusionOk="0">
                  <a:moveTo>
                    <a:pt x="313" y="1"/>
                  </a:moveTo>
                  <a:cubicBezTo>
                    <a:pt x="153" y="1"/>
                    <a:pt x="0" y="163"/>
                    <a:pt x="90" y="353"/>
                  </a:cubicBezTo>
                  <a:lnTo>
                    <a:pt x="451" y="974"/>
                  </a:lnTo>
                  <a:cubicBezTo>
                    <a:pt x="493" y="1043"/>
                    <a:pt x="574" y="1099"/>
                    <a:pt x="657" y="1104"/>
                  </a:cubicBezTo>
                  <a:lnTo>
                    <a:pt x="657" y="1104"/>
                  </a:lnTo>
                  <a:cubicBezTo>
                    <a:pt x="842" y="1087"/>
                    <a:pt x="956" y="901"/>
                    <a:pt x="870" y="743"/>
                  </a:cubicBezTo>
                  <a:lnTo>
                    <a:pt x="509" y="108"/>
                  </a:lnTo>
                  <a:cubicBezTo>
                    <a:pt x="456" y="33"/>
                    <a:pt x="384" y="1"/>
                    <a:pt x="313" y="1"/>
                  </a:cubicBezTo>
                  <a:close/>
                  <a:moveTo>
                    <a:pt x="657" y="1104"/>
                  </a:moveTo>
                  <a:cubicBezTo>
                    <a:pt x="656" y="1104"/>
                    <a:pt x="655" y="1104"/>
                    <a:pt x="653" y="1104"/>
                  </a:cubicBezTo>
                  <a:lnTo>
                    <a:pt x="668" y="1104"/>
                  </a:lnTo>
                  <a:cubicBezTo>
                    <a:pt x="664" y="1104"/>
                    <a:pt x="661" y="1104"/>
                    <a:pt x="657" y="1104"/>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8" name="Google Shape;15788;p67"/>
            <p:cNvSpPr/>
            <p:nvPr/>
          </p:nvSpPr>
          <p:spPr>
            <a:xfrm>
              <a:off x="7322185" y="3137550"/>
              <a:ext cx="35312" cy="22886"/>
            </a:xfrm>
            <a:custGeom>
              <a:avLst/>
              <a:gdLst/>
              <a:ahLst/>
              <a:cxnLst/>
              <a:rect l="l" t="t" r="r" b="b"/>
              <a:pathLst>
                <a:path w="1347" h="873" extrusionOk="0">
                  <a:moveTo>
                    <a:pt x="365" y="0"/>
                  </a:moveTo>
                  <a:cubicBezTo>
                    <a:pt x="144" y="0"/>
                    <a:pt x="0" y="348"/>
                    <a:pt x="264" y="468"/>
                  </a:cubicBezTo>
                  <a:lnTo>
                    <a:pt x="899" y="829"/>
                  </a:lnTo>
                  <a:cubicBezTo>
                    <a:pt x="928" y="858"/>
                    <a:pt x="971" y="872"/>
                    <a:pt x="1014" y="872"/>
                  </a:cubicBezTo>
                  <a:cubicBezTo>
                    <a:pt x="1260" y="858"/>
                    <a:pt x="1346" y="540"/>
                    <a:pt x="1130" y="410"/>
                  </a:cubicBezTo>
                  <a:lnTo>
                    <a:pt x="509" y="50"/>
                  </a:lnTo>
                  <a:cubicBezTo>
                    <a:pt x="460" y="15"/>
                    <a:pt x="411" y="0"/>
                    <a:pt x="365"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9" name="Google Shape;15789;p67"/>
            <p:cNvSpPr/>
            <p:nvPr/>
          </p:nvSpPr>
          <p:spPr>
            <a:xfrm>
              <a:off x="7077599" y="2995858"/>
              <a:ext cx="33922" cy="21916"/>
            </a:xfrm>
            <a:custGeom>
              <a:avLst/>
              <a:gdLst/>
              <a:ahLst/>
              <a:cxnLst/>
              <a:rect l="l" t="t" r="r" b="b"/>
              <a:pathLst>
                <a:path w="1294" h="836" extrusionOk="0">
                  <a:moveTo>
                    <a:pt x="343" y="0"/>
                  </a:moveTo>
                  <a:cubicBezTo>
                    <a:pt x="129" y="0"/>
                    <a:pt x="0" y="297"/>
                    <a:pt x="211" y="446"/>
                  </a:cubicBezTo>
                  <a:lnTo>
                    <a:pt x="846" y="806"/>
                  </a:lnTo>
                  <a:cubicBezTo>
                    <a:pt x="875" y="835"/>
                    <a:pt x="918" y="835"/>
                    <a:pt x="961" y="835"/>
                  </a:cubicBezTo>
                  <a:cubicBezTo>
                    <a:pt x="1207" y="835"/>
                    <a:pt x="1293" y="518"/>
                    <a:pt x="1077" y="388"/>
                  </a:cubicBezTo>
                  <a:lnTo>
                    <a:pt x="456" y="27"/>
                  </a:lnTo>
                  <a:cubicBezTo>
                    <a:pt x="417" y="8"/>
                    <a:pt x="379" y="0"/>
                    <a:pt x="343"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0" name="Google Shape;15790;p67"/>
            <p:cNvSpPr/>
            <p:nvPr/>
          </p:nvSpPr>
          <p:spPr>
            <a:xfrm>
              <a:off x="7323784" y="2995255"/>
              <a:ext cx="35312" cy="22519"/>
            </a:xfrm>
            <a:custGeom>
              <a:avLst/>
              <a:gdLst/>
              <a:ahLst/>
              <a:cxnLst/>
              <a:rect l="l" t="t" r="r" b="b"/>
              <a:pathLst>
                <a:path w="1347" h="859" extrusionOk="0">
                  <a:moveTo>
                    <a:pt x="981" y="1"/>
                  </a:moveTo>
                  <a:cubicBezTo>
                    <a:pt x="936" y="1"/>
                    <a:pt x="887" y="15"/>
                    <a:pt x="838" y="50"/>
                  </a:cubicBezTo>
                  <a:lnTo>
                    <a:pt x="217" y="411"/>
                  </a:lnTo>
                  <a:cubicBezTo>
                    <a:pt x="1" y="541"/>
                    <a:pt x="87" y="858"/>
                    <a:pt x="333" y="858"/>
                  </a:cubicBezTo>
                  <a:cubicBezTo>
                    <a:pt x="376" y="858"/>
                    <a:pt x="419" y="858"/>
                    <a:pt x="448" y="829"/>
                  </a:cubicBezTo>
                  <a:lnTo>
                    <a:pt x="1083" y="469"/>
                  </a:lnTo>
                  <a:cubicBezTo>
                    <a:pt x="1347" y="349"/>
                    <a:pt x="1203" y="1"/>
                    <a:pt x="981" y="1"/>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1" name="Google Shape;15791;p67"/>
            <p:cNvSpPr/>
            <p:nvPr/>
          </p:nvSpPr>
          <p:spPr>
            <a:xfrm>
              <a:off x="7077809" y="3137550"/>
              <a:ext cx="34945" cy="22886"/>
            </a:xfrm>
            <a:custGeom>
              <a:avLst/>
              <a:gdLst/>
              <a:ahLst/>
              <a:cxnLst/>
              <a:rect l="l" t="t" r="r" b="b"/>
              <a:pathLst>
                <a:path w="1333" h="873" extrusionOk="0">
                  <a:moveTo>
                    <a:pt x="967" y="0"/>
                  </a:moveTo>
                  <a:cubicBezTo>
                    <a:pt x="921" y="0"/>
                    <a:pt x="873" y="15"/>
                    <a:pt x="823" y="50"/>
                  </a:cubicBezTo>
                  <a:lnTo>
                    <a:pt x="203" y="410"/>
                  </a:lnTo>
                  <a:cubicBezTo>
                    <a:pt x="1" y="540"/>
                    <a:pt x="73" y="858"/>
                    <a:pt x="318" y="872"/>
                  </a:cubicBezTo>
                  <a:cubicBezTo>
                    <a:pt x="361" y="872"/>
                    <a:pt x="405" y="858"/>
                    <a:pt x="448" y="829"/>
                  </a:cubicBezTo>
                  <a:lnTo>
                    <a:pt x="1069" y="468"/>
                  </a:lnTo>
                  <a:cubicBezTo>
                    <a:pt x="1332" y="348"/>
                    <a:pt x="1188" y="0"/>
                    <a:pt x="967" y="0"/>
                  </a:cubicBez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2" name="Google Shape;15792;p67"/>
            <p:cNvSpPr/>
            <p:nvPr/>
          </p:nvSpPr>
          <p:spPr>
            <a:xfrm>
              <a:off x="7186050" y="3210742"/>
              <a:ext cx="63204" cy="44303"/>
            </a:xfrm>
            <a:custGeom>
              <a:avLst/>
              <a:gdLst/>
              <a:ahLst/>
              <a:cxnLst/>
              <a:rect l="l" t="t" r="r" b="b"/>
              <a:pathLst>
                <a:path w="2411" h="1690" extrusionOk="0">
                  <a:moveTo>
                    <a:pt x="0" y="0"/>
                  </a:moveTo>
                  <a:lnTo>
                    <a:pt x="0" y="1198"/>
                  </a:lnTo>
                  <a:cubicBezTo>
                    <a:pt x="0" y="1473"/>
                    <a:pt x="217" y="1689"/>
                    <a:pt x="476" y="1689"/>
                  </a:cubicBezTo>
                  <a:lnTo>
                    <a:pt x="1920" y="1689"/>
                  </a:lnTo>
                  <a:cubicBezTo>
                    <a:pt x="2194" y="1689"/>
                    <a:pt x="2411" y="1473"/>
                    <a:pt x="2411" y="1198"/>
                  </a:cubicBezTo>
                  <a:lnTo>
                    <a:pt x="2411" y="0"/>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3" name="Google Shape;15793;p67"/>
            <p:cNvSpPr/>
            <p:nvPr/>
          </p:nvSpPr>
          <p:spPr>
            <a:xfrm>
              <a:off x="7179602" y="3210349"/>
              <a:ext cx="76102" cy="12898"/>
            </a:xfrm>
            <a:custGeom>
              <a:avLst/>
              <a:gdLst/>
              <a:ahLst/>
              <a:cxnLst/>
              <a:rect l="l" t="t" r="r" b="b"/>
              <a:pathLst>
                <a:path w="2903" h="492" extrusionOk="0">
                  <a:moveTo>
                    <a:pt x="246" y="1"/>
                  </a:moveTo>
                  <a:cubicBezTo>
                    <a:pt x="116" y="1"/>
                    <a:pt x="1" y="116"/>
                    <a:pt x="1" y="246"/>
                  </a:cubicBezTo>
                  <a:cubicBezTo>
                    <a:pt x="1" y="376"/>
                    <a:pt x="116" y="492"/>
                    <a:pt x="246" y="492"/>
                  </a:cubicBezTo>
                  <a:lnTo>
                    <a:pt x="2657" y="492"/>
                  </a:lnTo>
                  <a:cubicBezTo>
                    <a:pt x="2787" y="492"/>
                    <a:pt x="2902" y="376"/>
                    <a:pt x="2902" y="246"/>
                  </a:cubicBezTo>
                  <a:cubicBezTo>
                    <a:pt x="2902" y="116"/>
                    <a:pt x="2787" y="1"/>
                    <a:pt x="2657"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94" name="Google Shape;15794;p67"/>
          <p:cNvGrpSpPr/>
          <p:nvPr/>
        </p:nvGrpSpPr>
        <p:grpSpPr>
          <a:xfrm>
            <a:off x="7967786" y="2907251"/>
            <a:ext cx="347794" cy="366328"/>
            <a:chOff x="7992843" y="2907251"/>
            <a:chExt cx="347794" cy="366328"/>
          </a:xfrm>
        </p:grpSpPr>
        <p:sp>
          <p:nvSpPr>
            <p:cNvPr id="15795" name="Google Shape;15795;p67"/>
            <p:cNvSpPr/>
            <p:nvPr/>
          </p:nvSpPr>
          <p:spPr>
            <a:xfrm>
              <a:off x="7992843" y="2907251"/>
              <a:ext cx="347794" cy="238032"/>
            </a:xfrm>
            <a:custGeom>
              <a:avLst/>
              <a:gdLst/>
              <a:ahLst/>
              <a:cxnLst/>
              <a:rect l="l" t="t" r="r" b="b"/>
              <a:pathLst>
                <a:path w="13267" h="9080" extrusionOk="0">
                  <a:moveTo>
                    <a:pt x="491" y="0"/>
                  </a:moveTo>
                  <a:cubicBezTo>
                    <a:pt x="217" y="0"/>
                    <a:pt x="15" y="217"/>
                    <a:pt x="0" y="476"/>
                  </a:cubicBezTo>
                  <a:lnTo>
                    <a:pt x="0" y="9080"/>
                  </a:lnTo>
                  <a:lnTo>
                    <a:pt x="13267" y="9080"/>
                  </a:lnTo>
                  <a:lnTo>
                    <a:pt x="13267" y="476"/>
                  </a:lnTo>
                  <a:cubicBezTo>
                    <a:pt x="13267" y="217"/>
                    <a:pt x="13050" y="0"/>
                    <a:pt x="12790"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6" name="Google Shape;15796;p67"/>
            <p:cNvSpPr/>
            <p:nvPr/>
          </p:nvSpPr>
          <p:spPr>
            <a:xfrm>
              <a:off x="7993210" y="2907251"/>
              <a:ext cx="26897" cy="238032"/>
            </a:xfrm>
            <a:custGeom>
              <a:avLst/>
              <a:gdLst/>
              <a:ahLst/>
              <a:cxnLst/>
              <a:rect l="l" t="t" r="r" b="b"/>
              <a:pathLst>
                <a:path w="1026" h="9080" extrusionOk="0">
                  <a:moveTo>
                    <a:pt x="477" y="0"/>
                  </a:moveTo>
                  <a:cubicBezTo>
                    <a:pt x="203" y="0"/>
                    <a:pt x="1" y="217"/>
                    <a:pt x="1" y="476"/>
                  </a:cubicBezTo>
                  <a:lnTo>
                    <a:pt x="1" y="9080"/>
                  </a:lnTo>
                  <a:lnTo>
                    <a:pt x="549" y="9080"/>
                  </a:lnTo>
                  <a:lnTo>
                    <a:pt x="549" y="476"/>
                  </a:lnTo>
                  <a:cubicBezTo>
                    <a:pt x="549" y="217"/>
                    <a:pt x="766" y="0"/>
                    <a:pt x="1026" y="0"/>
                  </a:cubicBezTo>
                  <a:close/>
                </a:path>
              </a:pathLst>
            </a:custGeom>
            <a:solidFill>
              <a:srgbClr val="6B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7" name="Google Shape;15797;p67"/>
            <p:cNvSpPr/>
            <p:nvPr/>
          </p:nvSpPr>
          <p:spPr>
            <a:xfrm>
              <a:off x="8018586" y="2935590"/>
              <a:ext cx="296334" cy="207439"/>
            </a:xfrm>
            <a:custGeom>
              <a:avLst/>
              <a:gdLst/>
              <a:ahLst/>
              <a:cxnLst/>
              <a:rect l="l" t="t" r="r" b="b"/>
              <a:pathLst>
                <a:path w="11304" h="7913" extrusionOk="0">
                  <a:moveTo>
                    <a:pt x="265" y="1"/>
                  </a:moveTo>
                  <a:cubicBezTo>
                    <a:pt x="117" y="1"/>
                    <a:pt x="0" y="125"/>
                    <a:pt x="0" y="276"/>
                  </a:cubicBezTo>
                  <a:lnTo>
                    <a:pt x="0" y="7912"/>
                  </a:lnTo>
                  <a:lnTo>
                    <a:pt x="11303" y="7912"/>
                  </a:lnTo>
                  <a:lnTo>
                    <a:pt x="11303" y="276"/>
                  </a:lnTo>
                  <a:cubicBezTo>
                    <a:pt x="11289" y="125"/>
                    <a:pt x="11185" y="1"/>
                    <a:pt x="11038" y="1"/>
                  </a:cubicBezTo>
                  <a:cubicBezTo>
                    <a:pt x="11030" y="1"/>
                    <a:pt x="11022" y="1"/>
                    <a:pt x="11014" y="2"/>
                  </a:cubicBezTo>
                  <a:lnTo>
                    <a:pt x="289" y="2"/>
                  </a:lnTo>
                  <a:cubicBezTo>
                    <a:pt x="281" y="1"/>
                    <a:pt x="273" y="1"/>
                    <a:pt x="265" y="1"/>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8" name="Google Shape;15798;p67"/>
            <p:cNvSpPr/>
            <p:nvPr/>
          </p:nvSpPr>
          <p:spPr>
            <a:xfrm>
              <a:off x="8018586" y="2935249"/>
              <a:ext cx="22335" cy="207387"/>
            </a:xfrm>
            <a:custGeom>
              <a:avLst/>
              <a:gdLst/>
              <a:ahLst/>
              <a:cxnLst/>
              <a:rect l="l" t="t" r="r" b="b"/>
              <a:pathLst>
                <a:path w="852" h="7911" extrusionOk="0">
                  <a:moveTo>
                    <a:pt x="289" y="0"/>
                  </a:moveTo>
                  <a:cubicBezTo>
                    <a:pt x="130" y="0"/>
                    <a:pt x="0" y="130"/>
                    <a:pt x="0" y="289"/>
                  </a:cubicBezTo>
                  <a:lnTo>
                    <a:pt x="0" y="7911"/>
                  </a:lnTo>
                  <a:lnTo>
                    <a:pt x="563" y="7911"/>
                  </a:lnTo>
                  <a:lnTo>
                    <a:pt x="563" y="289"/>
                  </a:lnTo>
                  <a:cubicBezTo>
                    <a:pt x="563" y="130"/>
                    <a:pt x="693" y="0"/>
                    <a:pt x="85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9" name="Google Shape;15799;p67"/>
            <p:cNvSpPr/>
            <p:nvPr/>
          </p:nvSpPr>
          <p:spPr>
            <a:xfrm>
              <a:off x="8137393" y="3051801"/>
              <a:ext cx="27657" cy="91595"/>
            </a:xfrm>
            <a:custGeom>
              <a:avLst/>
              <a:gdLst/>
              <a:ahLst/>
              <a:cxnLst/>
              <a:rect l="l" t="t" r="r" b="b"/>
              <a:pathLst>
                <a:path w="1055" h="3494" extrusionOk="0">
                  <a:moveTo>
                    <a:pt x="1" y="0"/>
                  </a:moveTo>
                  <a:lnTo>
                    <a:pt x="1" y="3494"/>
                  </a:lnTo>
                  <a:lnTo>
                    <a:pt x="1055" y="3494"/>
                  </a:lnTo>
                  <a:lnTo>
                    <a:pt x="1055"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0" name="Google Shape;15800;p67"/>
            <p:cNvSpPr/>
            <p:nvPr/>
          </p:nvSpPr>
          <p:spPr>
            <a:xfrm>
              <a:off x="8137393" y="3051801"/>
              <a:ext cx="14785" cy="91595"/>
            </a:xfrm>
            <a:custGeom>
              <a:avLst/>
              <a:gdLst/>
              <a:ahLst/>
              <a:cxnLst/>
              <a:rect l="l" t="t" r="r" b="b"/>
              <a:pathLst>
                <a:path w="564" h="3494" extrusionOk="0">
                  <a:moveTo>
                    <a:pt x="1" y="0"/>
                  </a:moveTo>
                  <a:lnTo>
                    <a:pt x="1" y="3494"/>
                  </a:lnTo>
                  <a:lnTo>
                    <a:pt x="564" y="3494"/>
                  </a:lnTo>
                  <a:lnTo>
                    <a:pt x="564"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1" name="Google Shape;15801;p67"/>
            <p:cNvSpPr/>
            <p:nvPr/>
          </p:nvSpPr>
          <p:spPr>
            <a:xfrm>
              <a:off x="8216116" y="2961726"/>
              <a:ext cx="54134" cy="182430"/>
            </a:xfrm>
            <a:custGeom>
              <a:avLst/>
              <a:gdLst/>
              <a:ahLst/>
              <a:cxnLst/>
              <a:rect l="l" t="t" r="r" b="b"/>
              <a:pathLst>
                <a:path w="2065" h="6959" extrusionOk="0">
                  <a:moveTo>
                    <a:pt x="116" y="1"/>
                  </a:moveTo>
                  <a:cubicBezTo>
                    <a:pt x="44" y="1"/>
                    <a:pt x="0" y="44"/>
                    <a:pt x="0" y="116"/>
                  </a:cubicBezTo>
                  <a:lnTo>
                    <a:pt x="0" y="6959"/>
                  </a:lnTo>
                  <a:lnTo>
                    <a:pt x="2065" y="6959"/>
                  </a:lnTo>
                  <a:lnTo>
                    <a:pt x="2065" y="116"/>
                  </a:lnTo>
                  <a:cubicBezTo>
                    <a:pt x="2065" y="44"/>
                    <a:pt x="2007" y="1"/>
                    <a:pt x="1949"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2" name="Google Shape;15802;p67"/>
            <p:cNvSpPr/>
            <p:nvPr/>
          </p:nvSpPr>
          <p:spPr>
            <a:xfrm>
              <a:off x="8216116" y="2961726"/>
              <a:ext cx="17800" cy="182430"/>
            </a:xfrm>
            <a:custGeom>
              <a:avLst/>
              <a:gdLst/>
              <a:ahLst/>
              <a:cxnLst/>
              <a:rect l="l" t="t" r="r" b="b"/>
              <a:pathLst>
                <a:path w="679" h="6959" extrusionOk="0">
                  <a:moveTo>
                    <a:pt x="116" y="1"/>
                  </a:moveTo>
                  <a:cubicBezTo>
                    <a:pt x="44" y="1"/>
                    <a:pt x="0" y="44"/>
                    <a:pt x="0" y="116"/>
                  </a:cubicBezTo>
                  <a:lnTo>
                    <a:pt x="0" y="6959"/>
                  </a:lnTo>
                  <a:lnTo>
                    <a:pt x="563" y="6959"/>
                  </a:lnTo>
                  <a:lnTo>
                    <a:pt x="563" y="116"/>
                  </a:lnTo>
                  <a:cubicBezTo>
                    <a:pt x="563" y="44"/>
                    <a:pt x="607" y="1"/>
                    <a:pt x="679"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3" name="Google Shape;15803;p67"/>
            <p:cNvSpPr/>
            <p:nvPr/>
          </p:nvSpPr>
          <p:spPr>
            <a:xfrm>
              <a:off x="8137393" y="2998637"/>
              <a:ext cx="54160" cy="53190"/>
            </a:xfrm>
            <a:custGeom>
              <a:avLst/>
              <a:gdLst/>
              <a:ahLst/>
              <a:cxnLst/>
              <a:rect l="l" t="t" r="r" b="b"/>
              <a:pathLst>
                <a:path w="2066" h="2029" extrusionOk="0">
                  <a:moveTo>
                    <a:pt x="1035" y="0"/>
                  </a:moveTo>
                  <a:cubicBezTo>
                    <a:pt x="993" y="0"/>
                    <a:pt x="954" y="22"/>
                    <a:pt x="939" y="65"/>
                  </a:cubicBezTo>
                  <a:lnTo>
                    <a:pt x="1" y="2028"/>
                  </a:lnTo>
                  <a:lnTo>
                    <a:pt x="2065" y="2028"/>
                  </a:lnTo>
                  <a:lnTo>
                    <a:pt x="1141" y="65"/>
                  </a:lnTo>
                  <a:cubicBezTo>
                    <a:pt x="1120" y="22"/>
                    <a:pt x="1076" y="0"/>
                    <a:pt x="1035"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4" name="Google Shape;15804;p67"/>
            <p:cNvSpPr/>
            <p:nvPr/>
          </p:nvSpPr>
          <p:spPr>
            <a:xfrm>
              <a:off x="8137393" y="2998637"/>
              <a:ext cx="34473" cy="53190"/>
            </a:xfrm>
            <a:custGeom>
              <a:avLst/>
              <a:gdLst/>
              <a:ahLst/>
              <a:cxnLst/>
              <a:rect l="l" t="t" r="r" b="b"/>
              <a:pathLst>
                <a:path w="1315" h="2029" extrusionOk="0">
                  <a:moveTo>
                    <a:pt x="1035" y="0"/>
                  </a:moveTo>
                  <a:cubicBezTo>
                    <a:pt x="993" y="0"/>
                    <a:pt x="954" y="22"/>
                    <a:pt x="939" y="65"/>
                  </a:cubicBezTo>
                  <a:lnTo>
                    <a:pt x="1" y="2028"/>
                  </a:lnTo>
                  <a:lnTo>
                    <a:pt x="564" y="2028"/>
                  </a:lnTo>
                  <a:lnTo>
                    <a:pt x="1314" y="441"/>
                  </a:lnTo>
                  <a:lnTo>
                    <a:pt x="1141" y="65"/>
                  </a:lnTo>
                  <a:cubicBezTo>
                    <a:pt x="1120" y="22"/>
                    <a:pt x="1076" y="0"/>
                    <a:pt x="1035"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5" name="Google Shape;15805;p67"/>
            <p:cNvSpPr/>
            <p:nvPr/>
          </p:nvSpPr>
          <p:spPr>
            <a:xfrm>
              <a:off x="8147617" y="2998060"/>
              <a:ext cx="34079" cy="32585"/>
            </a:xfrm>
            <a:custGeom>
              <a:avLst/>
              <a:gdLst/>
              <a:ahLst/>
              <a:cxnLst/>
              <a:rect l="l" t="t" r="r" b="b"/>
              <a:pathLst>
                <a:path w="1300" h="1243" extrusionOk="0">
                  <a:moveTo>
                    <a:pt x="652" y="1"/>
                  </a:moveTo>
                  <a:cubicBezTo>
                    <a:pt x="607" y="1"/>
                    <a:pt x="564" y="29"/>
                    <a:pt x="549" y="87"/>
                  </a:cubicBezTo>
                  <a:lnTo>
                    <a:pt x="1" y="1242"/>
                  </a:lnTo>
                  <a:lnTo>
                    <a:pt x="1300" y="1242"/>
                  </a:lnTo>
                  <a:lnTo>
                    <a:pt x="766" y="87"/>
                  </a:lnTo>
                  <a:cubicBezTo>
                    <a:pt x="744" y="29"/>
                    <a:pt x="697" y="1"/>
                    <a:pt x="652"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6" name="Google Shape;15806;p67"/>
            <p:cNvSpPr/>
            <p:nvPr/>
          </p:nvSpPr>
          <p:spPr>
            <a:xfrm>
              <a:off x="8148010" y="2998479"/>
              <a:ext cx="23856" cy="32166"/>
            </a:xfrm>
            <a:custGeom>
              <a:avLst/>
              <a:gdLst/>
              <a:ahLst/>
              <a:cxnLst/>
              <a:rect l="l" t="t" r="r" b="b"/>
              <a:pathLst>
                <a:path w="910" h="1227" extrusionOk="0">
                  <a:moveTo>
                    <a:pt x="642" y="1"/>
                  </a:moveTo>
                  <a:cubicBezTo>
                    <a:pt x="610" y="1"/>
                    <a:pt x="576" y="15"/>
                    <a:pt x="549" y="42"/>
                  </a:cubicBezTo>
                  <a:cubicBezTo>
                    <a:pt x="549" y="42"/>
                    <a:pt x="534" y="42"/>
                    <a:pt x="534" y="57"/>
                  </a:cubicBezTo>
                  <a:lnTo>
                    <a:pt x="0" y="1226"/>
                  </a:lnTo>
                  <a:lnTo>
                    <a:pt x="549" y="1226"/>
                  </a:lnTo>
                  <a:lnTo>
                    <a:pt x="909" y="447"/>
                  </a:lnTo>
                  <a:lnTo>
                    <a:pt x="736" y="57"/>
                  </a:lnTo>
                  <a:cubicBezTo>
                    <a:pt x="713" y="19"/>
                    <a:pt x="678" y="1"/>
                    <a:pt x="642" y="1"/>
                  </a:cubicBezTo>
                  <a:close/>
                </a:path>
              </a:pathLst>
            </a:custGeom>
            <a:solidFill>
              <a:srgbClr val="6B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7" name="Google Shape;15807;p67"/>
            <p:cNvSpPr/>
            <p:nvPr/>
          </p:nvSpPr>
          <p:spPr>
            <a:xfrm>
              <a:off x="8076102" y="3071488"/>
              <a:ext cx="29544" cy="29544"/>
            </a:xfrm>
            <a:custGeom>
              <a:avLst/>
              <a:gdLst/>
              <a:ahLst/>
              <a:cxnLst/>
              <a:rect l="l" t="t" r="r" b="b"/>
              <a:pathLst>
                <a:path w="1127" h="1127" extrusionOk="0">
                  <a:moveTo>
                    <a:pt x="0" y="0"/>
                  </a:moveTo>
                  <a:lnTo>
                    <a:pt x="0" y="1126"/>
                  </a:lnTo>
                  <a:lnTo>
                    <a:pt x="1126" y="1126"/>
                  </a:lnTo>
                  <a:lnTo>
                    <a:pt x="1126" y="0"/>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8" name="Google Shape;15808;p67"/>
            <p:cNvSpPr/>
            <p:nvPr/>
          </p:nvSpPr>
          <p:spPr>
            <a:xfrm>
              <a:off x="8076102" y="3071488"/>
              <a:ext cx="14785" cy="29544"/>
            </a:xfrm>
            <a:custGeom>
              <a:avLst/>
              <a:gdLst/>
              <a:ahLst/>
              <a:cxnLst/>
              <a:rect l="l" t="t" r="r" b="b"/>
              <a:pathLst>
                <a:path w="564" h="1127" extrusionOk="0">
                  <a:moveTo>
                    <a:pt x="0" y="0"/>
                  </a:moveTo>
                  <a:lnTo>
                    <a:pt x="0" y="1126"/>
                  </a:lnTo>
                  <a:lnTo>
                    <a:pt x="563" y="1126"/>
                  </a:lnTo>
                  <a:lnTo>
                    <a:pt x="563"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09" name="Google Shape;15809;p67"/>
            <p:cNvSpPr/>
            <p:nvPr/>
          </p:nvSpPr>
          <p:spPr>
            <a:xfrm>
              <a:off x="8068526" y="3098726"/>
              <a:ext cx="44670" cy="44670"/>
            </a:xfrm>
            <a:custGeom>
              <a:avLst/>
              <a:gdLst/>
              <a:ahLst/>
              <a:cxnLst/>
              <a:rect l="l" t="t" r="r" b="b"/>
              <a:pathLst>
                <a:path w="1704" h="1704" extrusionOk="0">
                  <a:moveTo>
                    <a:pt x="318" y="0"/>
                  </a:moveTo>
                  <a:cubicBezTo>
                    <a:pt x="145" y="0"/>
                    <a:pt x="1" y="145"/>
                    <a:pt x="15" y="318"/>
                  </a:cubicBezTo>
                  <a:lnTo>
                    <a:pt x="58" y="1704"/>
                  </a:lnTo>
                  <a:lnTo>
                    <a:pt x="1646" y="1704"/>
                  </a:lnTo>
                  <a:lnTo>
                    <a:pt x="1704" y="318"/>
                  </a:lnTo>
                  <a:cubicBezTo>
                    <a:pt x="1704" y="145"/>
                    <a:pt x="1574" y="0"/>
                    <a:pt x="1401" y="0"/>
                  </a:cubicBez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0" name="Google Shape;15810;p67"/>
            <p:cNvSpPr/>
            <p:nvPr/>
          </p:nvSpPr>
          <p:spPr>
            <a:xfrm>
              <a:off x="8068526" y="3098726"/>
              <a:ext cx="23122" cy="44670"/>
            </a:xfrm>
            <a:custGeom>
              <a:avLst/>
              <a:gdLst/>
              <a:ahLst/>
              <a:cxnLst/>
              <a:rect l="l" t="t" r="r" b="b"/>
              <a:pathLst>
                <a:path w="882" h="1704" extrusionOk="0">
                  <a:moveTo>
                    <a:pt x="318" y="0"/>
                  </a:moveTo>
                  <a:cubicBezTo>
                    <a:pt x="145" y="0"/>
                    <a:pt x="1" y="145"/>
                    <a:pt x="15" y="318"/>
                  </a:cubicBezTo>
                  <a:lnTo>
                    <a:pt x="58" y="1704"/>
                  </a:lnTo>
                  <a:lnTo>
                    <a:pt x="621" y="1704"/>
                  </a:lnTo>
                  <a:lnTo>
                    <a:pt x="578" y="318"/>
                  </a:lnTo>
                  <a:cubicBezTo>
                    <a:pt x="564" y="145"/>
                    <a:pt x="708" y="0"/>
                    <a:pt x="881"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1" name="Google Shape;15811;p67"/>
            <p:cNvSpPr/>
            <p:nvPr/>
          </p:nvSpPr>
          <p:spPr>
            <a:xfrm>
              <a:off x="8250170" y="3065773"/>
              <a:ext cx="20081" cy="11037"/>
            </a:xfrm>
            <a:custGeom>
              <a:avLst/>
              <a:gdLst/>
              <a:ahLst/>
              <a:cxnLst/>
              <a:rect l="l" t="t" r="r" b="b"/>
              <a:pathLst>
                <a:path w="766" h="421" extrusionOk="0">
                  <a:moveTo>
                    <a:pt x="181" y="0"/>
                  </a:moveTo>
                  <a:cubicBezTo>
                    <a:pt x="76" y="0"/>
                    <a:pt x="1" y="96"/>
                    <a:pt x="1" y="204"/>
                  </a:cubicBezTo>
                  <a:cubicBezTo>
                    <a:pt x="1" y="319"/>
                    <a:pt x="87" y="420"/>
                    <a:pt x="203" y="420"/>
                  </a:cubicBezTo>
                  <a:lnTo>
                    <a:pt x="766" y="420"/>
                  </a:lnTo>
                  <a:lnTo>
                    <a:pt x="766" y="2"/>
                  </a:lnTo>
                  <a:lnTo>
                    <a:pt x="203" y="2"/>
                  </a:lnTo>
                  <a:cubicBezTo>
                    <a:pt x="195" y="1"/>
                    <a:pt x="188" y="0"/>
                    <a:pt x="181"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2" name="Google Shape;15812;p67"/>
            <p:cNvSpPr/>
            <p:nvPr/>
          </p:nvSpPr>
          <p:spPr>
            <a:xfrm>
              <a:off x="8247758" y="3102107"/>
              <a:ext cx="22492" cy="11063"/>
            </a:xfrm>
            <a:custGeom>
              <a:avLst/>
              <a:gdLst/>
              <a:ahLst/>
              <a:cxnLst/>
              <a:rect l="l" t="t" r="r" b="b"/>
              <a:pathLst>
                <a:path w="858" h="422" extrusionOk="0">
                  <a:moveTo>
                    <a:pt x="269" y="0"/>
                  </a:moveTo>
                  <a:cubicBezTo>
                    <a:pt x="0" y="0"/>
                    <a:pt x="0" y="421"/>
                    <a:pt x="269" y="421"/>
                  </a:cubicBezTo>
                  <a:cubicBezTo>
                    <a:pt x="277" y="421"/>
                    <a:pt x="286" y="421"/>
                    <a:pt x="295" y="420"/>
                  </a:cubicBezTo>
                  <a:lnTo>
                    <a:pt x="858" y="420"/>
                  </a:lnTo>
                  <a:lnTo>
                    <a:pt x="858" y="1"/>
                  </a:lnTo>
                  <a:lnTo>
                    <a:pt x="295" y="1"/>
                  </a:lnTo>
                  <a:cubicBezTo>
                    <a:pt x="286" y="0"/>
                    <a:pt x="277" y="0"/>
                    <a:pt x="269"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3" name="Google Shape;15813;p67"/>
            <p:cNvSpPr/>
            <p:nvPr/>
          </p:nvSpPr>
          <p:spPr>
            <a:xfrm>
              <a:off x="8250170" y="2992397"/>
              <a:ext cx="20081" cy="11377"/>
            </a:xfrm>
            <a:custGeom>
              <a:avLst/>
              <a:gdLst/>
              <a:ahLst/>
              <a:cxnLst/>
              <a:rect l="l" t="t" r="r" b="b"/>
              <a:pathLst>
                <a:path w="766" h="434" extrusionOk="0">
                  <a:moveTo>
                    <a:pt x="203" y="0"/>
                  </a:moveTo>
                  <a:cubicBezTo>
                    <a:pt x="87" y="0"/>
                    <a:pt x="1" y="101"/>
                    <a:pt x="1" y="217"/>
                  </a:cubicBezTo>
                  <a:cubicBezTo>
                    <a:pt x="1" y="332"/>
                    <a:pt x="87" y="433"/>
                    <a:pt x="203" y="433"/>
                  </a:cubicBezTo>
                  <a:lnTo>
                    <a:pt x="766" y="433"/>
                  </a:lnTo>
                  <a:lnTo>
                    <a:pt x="766"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4" name="Google Shape;15814;p67"/>
            <p:cNvSpPr/>
            <p:nvPr/>
          </p:nvSpPr>
          <p:spPr>
            <a:xfrm>
              <a:off x="8250170" y="3029098"/>
              <a:ext cx="20081" cy="10984"/>
            </a:xfrm>
            <a:custGeom>
              <a:avLst/>
              <a:gdLst/>
              <a:ahLst/>
              <a:cxnLst/>
              <a:rect l="l" t="t" r="r" b="b"/>
              <a:pathLst>
                <a:path w="766" h="419" extrusionOk="0">
                  <a:moveTo>
                    <a:pt x="203" y="0"/>
                  </a:moveTo>
                  <a:cubicBezTo>
                    <a:pt x="87" y="0"/>
                    <a:pt x="1" y="87"/>
                    <a:pt x="1" y="217"/>
                  </a:cubicBezTo>
                  <a:cubicBezTo>
                    <a:pt x="1" y="332"/>
                    <a:pt x="87" y="419"/>
                    <a:pt x="203" y="419"/>
                  </a:cubicBezTo>
                  <a:lnTo>
                    <a:pt x="766" y="419"/>
                  </a:lnTo>
                  <a:lnTo>
                    <a:pt x="766"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5" name="Google Shape;15815;p67"/>
            <p:cNvSpPr/>
            <p:nvPr/>
          </p:nvSpPr>
          <p:spPr>
            <a:xfrm>
              <a:off x="8059062" y="2981597"/>
              <a:ext cx="63231" cy="74765"/>
            </a:xfrm>
            <a:custGeom>
              <a:avLst/>
              <a:gdLst/>
              <a:ahLst/>
              <a:cxnLst/>
              <a:rect l="l" t="t" r="r" b="b"/>
              <a:pathLst>
                <a:path w="2412" h="2852" extrusionOk="0">
                  <a:moveTo>
                    <a:pt x="1211" y="1"/>
                  </a:moveTo>
                  <a:cubicBezTo>
                    <a:pt x="1192" y="1"/>
                    <a:pt x="1170" y="8"/>
                    <a:pt x="1156" y="22"/>
                  </a:cubicBezTo>
                  <a:lnTo>
                    <a:pt x="44" y="1654"/>
                  </a:lnTo>
                  <a:cubicBezTo>
                    <a:pt x="1" y="1726"/>
                    <a:pt x="1" y="1812"/>
                    <a:pt x="73" y="1884"/>
                  </a:cubicBezTo>
                  <a:lnTo>
                    <a:pt x="593" y="2419"/>
                  </a:lnTo>
                  <a:cubicBezTo>
                    <a:pt x="621" y="2462"/>
                    <a:pt x="650" y="2491"/>
                    <a:pt x="650" y="2549"/>
                  </a:cubicBezTo>
                  <a:lnTo>
                    <a:pt x="650" y="2852"/>
                  </a:lnTo>
                  <a:lnTo>
                    <a:pt x="1776" y="2852"/>
                  </a:lnTo>
                  <a:lnTo>
                    <a:pt x="1776" y="2534"/>
                  </a:lnTo>
                  <a:cubicBezTo>
                    <a:pt x="1776" y="2491"/>
                    <a:pt x="1791" y="2447"/>
                    <a:pt x="1834" y="2419"/>
                  </a:cubicBezTo>
                  <a:lnTo>
                    <a:pt x="2354" y="1870"/>
                  </a:lnTo>
                  <a:cubicBezTo>
                    <a:pt x="2411" y="1812"/>
                    <a:pt x="2411" y="1726"/>
                    <a:pt x="2368" y="1654"/>
                  </a:cubicBezTo>
                  <a:lnTo>
                    <a:pt x="1257" y="22"/>
                  </a:lnTo>
                  <a:cubicBezTo>
                    <a:pt x="1249" y="8"/>
                    <a:pt x="1231" y="1"/>
                    <a:pt x="1211"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6" name="Google Shape;15816;p67"/>
            <p:cNvSpPr/>
            <p:nvPr/>
          </p:nvSpPr>
          <p:spPr>
            <a:xfrm>
              <a:off x="8059062" y="2981309"/>
              <a:ext cx="39008" cy="75054"/>
            </a:xfrm>
            <a:custGeom>
              <a:avLst/>
              <a:gdLst/>
              <a:ahLst/>
              <a:cxnLst/>
              <a:rect l="l" t="t" r="r" b="b"/>
              <a:pathLst>
                <a:path w="1488" h="2863" extrusionOk="0">
                  <a:moveTo>
                    <a:pt x="1211" y="1"/>
                  </a:moveTo>
                  <a:cubicBezTo>
                    <a:pt x="1192" y="1"/>
                    <a:pt x="1170" y="12"/>
                    <a:pt x="1156" y="33"/>
                  </a:cubicBezTo>
                  <a:lnTo>
                    <a:pt x="44" y="1650"/>
                  </a:lnTo>
                  <a:cubicBezTo>
                    <a:pt x="1" y="1722"/>
                    <a:pt x="15" y="1823"/>
                    <a:pt x="73" y="1881"/>
                  </a:cubicBezTo>
                  <a:lnTo>
                    <a:pt x="593" y="2430"/>
                  </a:lnTo>
                  <a:cubicBezTo>
                    <a:pt x="621" y="2458"/>
                    <a:pt x="650" y="2502"/>
                    <a:pt x="650" y="2545"/>
                  </a:cubicBezTo>
                  <a:lnTo>
                    <a:pt x="650" y="2863"/>
                  </a:lnTo>
                  <a:lnTo>
                    <a:pt x="1213" y="2863"/>
                  </a:lnTo>
                  <a:lnTo>
                    <a:pt x="1213" y="2545"/>
                  </a:lnTo>
                  <a:cubicBezTo>
                    <a:pt x="1213" y="2502"/>
                    <a:pt x="1184" y="2458"/>
                    <a:pt x="1156" y="2430"/>
                  </a:cubicBezTo>
                  <a:lnTo>
                    <a:pt x="636" y="1881"/>
                  </a:lnTo>
                  <a:cubicBezTo>
                    <a:pt x="578" y="1823"/>
                    <a:pt x="564" y="1722"/>
                    <a:pt x="607" y="1650"/>
                  </a:cubicBezTo>
                  <a:lnTo>
                    <a:pt x="1488" y="365"/>
                  </a:lnTo>
                  <a:lnTo>
                    <a:pt x="1257" y="33"/>
                  </a:lnTo>
                  <a:cubicBezTo>
                    <a:pt x="1249" y="12"/>
                    <a:pt x="1231" y="1"/>
                    <a:pt x="1211"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7" name="Google Shape;15817;p67"/>
            <p:cNvSpPr/>
            <p:nvPr/>
          </p:nvSpPr>
          <p:spPr>
            <a:xfrm>
              <a:off x="8079510" y="2981597"/>
              <a:ext cx="21968" cy="50176"/>
            </a:xfrm>
            <a:custGeom>
              <a:avLst/>
              <a:gdLst/>
              <a:ahLst/>
              <a:cxnLst/>
              <a:rect l="l" t="t" r="r" b="b"/>
              <a:pathLst>
                <a:path w="838" h="1914" extrusionOk="0">
                  <a:moveTo>
                    <a:pt x="431" y="1"/>
                  </a:moveTo>
                  <a:cubicBezTo>
                    <a:pt x="412" y="1"/>
                    <a:pt x="390" y="8"/>
                    <a:pt x="376" y="22"/>
                  </a:cubicBezTo>
                  <a:lnTo>
                    <a:pt x="246" y="210"/>
                  </a:lnTo>
                  <a:lnTo>
                    <a:pt x="246" y="1552"/>
                  </a:lnTo>
                  <a:cubicBezTo>
                    <a:pt x="0" y="1552"/>
                    <a:pt x="0" y="1913"/>
                    <a:pt x="246" y="1913"/>
                  </a:cubicBezTo>
                  <a:lnTo>
                    <a:pt x="606" y="1913"/>
                  </a:lnTo>
                  <a:cubicBezTo>
                    <a:pt x="837" y="1913"/>
                    <a:pt x="837" y="1552"/>
                    <a:pt x="606" y="1552"/>
                  </a:cubicBezTo>
                  <a:lnTo>
                    <a:pt x="606" y="210"/>
                  </a:lnTo>
                  <a:lnTo>
                    <a:pt x="477" y="22"/>
                  </a:lnTo>
                  <a:cubicBezTo>
                    <a:pt x="469" y="8"/>
                    <a:pt x="451" y="1"/>
                    <a:pt x="431"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8" name="Google Shape;15818;p67"/>
            <p:cNvSpPr/>
            <p:nvPr/>
          </p:nvSpPr>
          <p:spPr>
            <a:xfrm>
              <a:off x="8065511" y="3055969"/>
              <a:ext cx="50726" cy="17040"/>
            </a:xfrm>
            <a:custGeom>
              <a:avLst/>
              <a:gdLst/>
              <a:ahLst/>
              <a:cxnLst/>
              <a:rect l="l" t="t" r="r" b="b"/>
              <a:pathLst>
                <a:path w="1935" h="650" extrusionOk="0">
                  <a:moveTo>
                    <a:pt x="231" y="0"/>
                  </a:moveTo>
                  <a:cubicBezTo>
                    <a:pt x="101" y="0"/>
                    <a:pt x="0" y="101"/>
                    <a:pt x="0" y="231"/>
                  </a:cubicBezTo>
                  <a:lnTo>
                    <a:pt x="0" y="433"/>
                  </a:lnTo>
                  <a:cubicBezTo>
                    <a:pt x="0" y="549"/>
                    <a:pt x="101" y="650"/>
                    <a:pt x="231" y="650"/>
                  </a:cubicBezTo>
                  <a:lnTo>
                    <a:pt x="1718" y="650"/>
                  </a:lnTo>
                  <a:cubicBezTo>
                    <a:pt x="1833" y="650"/>
                    <a:pt x="1934" y="549"/>
                    <a:pt x="1934" y="433"/>
                  </a:cubicBezTo>
                  <a:lnTo>
                    <a:pt x="1934" y="231"/>
                  </a:lnTo>
                  <a:cubicBezTo>
                    <a:pt x="1934" y="101"/>
                    <a:pt x="1833" y="0"/>
                    <a:pt x="1718"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19" name="Google Shape;15819;p67"/>
            <p:cNvSpPr/>
            <p:nvPr/>
          </p:nvSpPr>
          <p:spPr>
            <a:xfrm>
              <a:off x="8065511" y="3058617"/>
              <a:ext cx="50726" cy="14392"/>
            </a:xfrm>
            <a:custGeom>
              <a:avLst/>
              <a:gdLst/>
              <a:ahLst/>
              <a:cxnLst/>
              <a:rect l="l" t="t" r="r" b="b"/>
              <a:pathLst>
                <a:path w="1935" h="549" extrusionOk="0">
                  <a:moveTo>
                    <a:pt x="29" y="0"/>
                  </a:moveTo>
                  <a:cubicBezTo>
                    <a:pt x="15" y="29"/>
                    <a:pt x="0" y="72"/>
                    <a:pt x="0" y="116"/>
                  </a:cubicBezTo>
                  <a:lnTo>
                    <a:pt x="0" y="318"/>
                  </a:lnTo>
                  <a:cubicBezTo>
                    <a:pt x="0" y="448"/>
                    <a:pt x="101" y="549"/>
                    <a:pt x="231" y="549"/>
                  </a:cubicBezTo>
                  <a:lnTo>
                    <a:pt x="1718" y="549"/>
                  </a:lnTo>
                  <a:cubicBezTo>
                    <a:pt x="1833" y="549"/>
                    <a:pt x="1934" y="448"/>
                    <a:pt x="1934" y="318"/>
                  </a:cubicBezTo>
                  <a:lnTo>
                    <a:pt x="1934" y="130"/>
                  </a:lnTo>
                  <a:cubicBezTo>
                    <a:pt x="1934" y="72"/>
                    <a:pt x="1934" y="44"/>
                    <a:pt x="1906" y="0"/>
                  </a:cubicBezTo>
                  <a:cubicBezTo>
                    <a:pt x="1862" y="72"/>
                    <a:pt x="1790" y="101"/>
                    <a:pt x="1718" y="101"/>
                  </a:cubicBezTo>
                  <a:lnTo>
                    <a:pt x="231" y="101"/>
                  </a:lnTo>
                  <a:cubicBezTo>
                    <a:pt x="144" y="101"/>
                    <a:pt x="72" y="58"/>
                    <a:pt x="29" y="0"/>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0" name="Google Shape;15820;p67"/>
            <p:cNvSpPr/>
            <p:nvPr/>
          </p:nvSpPr>
          <p:spPr>
            <a:xfrm>
              <a:off x="8164656" y="3051801"/>
              <a:ext cx="26897" cy="91595"/>
            </a:xfrm>
            <a:custGeom>
              <a:avLst/>
              <a:gdLst/>
              <a:ahLst/>
              <a:cxnLst/>
              <a:rect l="l" t="t" r="r" b="b"/>
              <a:pathLst>
                <a:path w="1026" h="3494" extrusionOk="0">
                  <a:moveTo>
                    <a:pt x="0" y="0"/>
                  </a:moveTo>
                  <a:lnTo>
                    <a:pt x="0" y="3494"/>
                  </a:lnTo>
                  <a:lnTo>
                    <a:pt x="1025" y="3494"/>
                  </a:lnTo>
                  <a:lnTo>
                    <a:pt x="1025" y="0"/>
                  </a:ln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1" name="Google Shape;15821;p67"/>
            <p:cNvSpPr/>
            <p:nvPr/>
          </p:nvSpPr>
          <p:spPr>
            <a:xfrm>
              <a:off x="8130577" y="3199391"/>
              <a:ext cx="68919" cy="47711"/>
            </a:xfrm>
            <a:custGeom>
              <a:avLst/>
              <a:gdLst/>
              <a:ahLst/>
              <a:cxnLst/>
              <a:rect l="l" t="t" r="r" b="b"/>
              <a:pathLst>
                <a:path w="2629" h="1820" extrusionOk="0">
                  <a:moveTo>
                    <a:pt x="1" y="0"/>
                  </a:moveTo>
                  <a:lnTo>
                    <a:pt x="1" y="1819"/>
                  </a:lnTo>
                  <a:lnTo>
                    <a:pt x="2628" y="1819"/>
                  </a:lnTo>
                  <a:lnTo>
                    <a:pt x="2628"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2" name="Google Shape;15822;p67"/>
            <p:cNvSpPr/>
            <p:nvPr/>
          </p:nvSpPr>
          <p:spPr>
            <a:xfrm>
              <a:off x="8130577" y="3199391"/>
              <a:ext cx="14785" cy="47711"/>
            </a:xfrm>
            <a:custGeom>
              <a:avLst/>
              <a:gdLst/>
              <a:ahLst/>
              <a:cxnLst/>
              <a:rect l="l" t="t" r="r" b="b"/>
              <a:pathLst>
                <a:path w="564" h="1820" extrusionOk="0">
                  <a:moveTo>
                    <a:pt x="1" y="0"/>
                  </a:moveTo>
                  <a:lnTo>
                    <a:pt x="1" y="1819"/>
                  </a:lnTo>
                  <a:lnTo>
                    <a:pt x="564" y="1819"/>
                  </a:lnTo>
                  <a:lnTo>
                    <a:pt x="564" y="0"/>
                  </a:ln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3" name="Google Shape;15823;p67"/>
            <p:cNvSpPr/>
            <p:nvPr/>
          </p:nvSpPr>
          <p:spPr>
            <a:xfrm>
              <a:off x="8096917" y="3245556"/>
              <a:ext cx="136633" cy="28024"/>
            </a:xfrm>
            <a:custGeom>
              <a:avLst/>
              <a:gdLst/>
              <a:ahLst/>
              <a:cxnLst/>
              <a:rect l="l" t="t" r="r" b="b"/>
              <a:pathLst>
                <a:path w="5212" h="1069" extrusionOk="0">
                  <a:moveTo>
                    <a:pt x="390" y="0"/>
                  </a:moveTo>
                  <a:cubicBezTo>
                    <a:pt x="173" y="0"/>
                    <a:pt x="0" y="174"/>
                    <a:pt x="0" y="390"/>
                  </a:cubicBezTo>
                  <a:lnTo>
                    <a:pt x="0" y="664"/>
                  </a:lnTo>
                  <a:cubicBezTo>
                    <a:pt x="0" y="895"/>
                    <a:pt x="173" y="1069"/>
                    <a:pt x="390" y="1069"/>
                  </a:cubicBezTo>
                  <a:lnTo>
                    <a:pt x="4807" y="1069"/>
                  </a:lnTo>
                  <a:cubicBezTo>
                    <a:pt x="5024" y="1069"/>
                    <a:pt x="5211" y="895"/>
                    <a:pt x="5211" y="664"/>
                  </a:cubicBezTo>
                  <a:lnTo>
                    <a:pt x="5211" y="390"/>
                  </a:lnTo>
                  <a:cubicBezTo>
                    <a:pt x="5211" y="174"/>
                    <a:pt x="5024" y="0"/>
                    <a:pt x="4807"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4" name="Google Shape;15824;p67"/>
            <p:cNvSpPr/>
            <p:nvPr/>
          </p:nvSpPr>
          <p:spPr>
            <a:xfrm>
              <a:off x="8096524" y="3252372"/>
              <a:ext cx="137026" cy="21208"/>
            </a:xfrm>
            <a:custGeom>
              <a:avLst/>
              <a:gdLst/>
              <a:ahLst/>
              <a:cxnLst/>
              <a:rect l="l" t="t" r="r" b="b"/>
              <a:pathLst>
                <a:path w="5227" h="809" extrusionOk="0">
                  <a:moveTo>
                    <a:pt x="30" y="0"/>
                  </a:moveTo>
                  <a:cubicBezTo>
                    <a:pt x="15" y="43"/>
                    <a:pt x="1" y="87"/>
                    <a:pt x="1" y="145"/>
                  </a:cubicBezTo>
                  <a:lnTo>
                    <a:pt x="1" y="419"/>
                  </a:lnTo>
                  <a:cubicBezTo>
                    <a:pt x="1" y="635"/>
                    <a:pt x="188" y="809"/>
                    <a:pt x="405" y="809"/>
                  </a:cubicBezTo>
                  <a:lnTo>
                    <a:pt x="4822" y="809"/>
                  </a:lnTo>
                  <a:cubicBezTo>
                    <a:pt x="5039" y="809"/>
                    <a:pt x="5226" y="635"/>
                    <a:pt x="5226" y="419"/>
                  </a:cubicBezTo>
                  <a:lnTo>
                    <a:pt x="5226" y="145"/>
                  </a:lnTo>
                  <a:cubicBezTo>
                    <a:pt x="5226" y="87"/>
                    <a:pt x="5212" y="43"/>
                    <a:pt x="5198" y="0"/>
                  </a:cubicBezTo>
                  <a:cubicBezTo>
                    <a:pt x="5140" y="145"/>
                    <a:pt x="4995" y="246"/>
                    <a:pt x="4822" y="260"/>
                  </a:cubicBezTo>
                  <a:lnTo>
                    <a:pt x="405" y="260"/>
                  </a:lnTo>
                  <a:cubicBezTo>
                    <a:pt x="246" y="260"/>
                    <a:pt x="87" y="145"/>
                    <a:pt x="30"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5" name="Google Shape;15825;p67"/>
            <p:cNvSpPr/>
            <p:nvPr/>
          </p:nvSpPr>
          <p:spPr>
            <a:xfrm>
              <a:off x="7992843" y="3143003"/>
              <a:ext cx="347794" cy="59823"/>
            </a:xfrm>
            <a:custGeom>
              <a:avLst/>
              <a:gdLst/>
              <a:ahLst/>
              <a:cxnLst/>
              <a:rect l="l" t="t" r="r" b="b"/>
              <a:pathLst>
                <a:path w="13267" h="2282" extrusionOk="0">
                  <a:moveTo>
                    <a:pt x="0" y="0"/>
                  </a:moveTo>
                  <a:lnTo>
                    <a:pt x="0" y="1805"/>
                  </a:lnTo>
                  <a:cubicBezTo>
                    <a:pt x="15" y="2065"/>
                    <a:pt x="217" y="2281"/>
                    <a:pt x="491" y="2281"/>
                  </a:cubicBezTo>
                  <a:lnTo>
                    <a:pt x="12790" y="2281"/>
                  </a:lnTo>
                  <a:cubicBezTo>
                    <a:pt x="13050" y="2281"/>
                    <a:pt x="13252" y="2065"/>
                    <a:pt x="13267" y="1805"/>
                  </a:cubicBezTo>
                  <a:lnTo>
                    <a:pt x="13267" y="0"/>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6" name="Google Shape;15826;p67"/>
            <p:cNvSpPr/>
            <p:nvPr/>
          </p:nvSpPr>
          <p:spPr>
            <a:xfrm>
              <a:off x="7992843" y="3143003"/>
              <a:ext cx="27264" cy="59823"/>
            </a:xfrm>
            <a:custGeom>
              <a:avLst/>
              <a:gdLst/>
              <a:ahLst/>
              <a:cxnLst/>
              <a:rect l="l" t="t" r="r" b="b"/>
              <a:pathLst>
                <a:path w="1040" h="2282" extrusionOk="0">
                  <a:moveTo>
                    <a:pt x="0" y="0"/>
                  </a:moveTo>
                  <a:lnTo>
                    <a:pt x="0" y="1805"/>
                  </a:lnTo>
                  <a:cubicBezTo>
                    <a:pt x="0" y="2065"/>
                    <a:pt x="217" y="2281"/>
                    <a:pt x="477" y="2281"/>
                  </a:cubicBezTo>
                  <a:lnTo>
                    <a:pt x="1040" y="2281"/>
                  </a:lnTo>
                  <a:cubicBezTo>
                    <a:pt x="780" y="2281"/>
                    <a:pt x="563" y="2065"/>
                    <a:pt x="563" y="1805"/>
                  </a:cubicBezTo>
                  <a:lnTo>
                    <a:pt x="563"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7" name="Google Shape;15827;p67"/>
            <p:cNvSpPr/>
            <p:nvPr/>
          </p:nvSpPr>
          <p:spPr>
            <a:xfrm>
              <a:off x="8157447" y="3167225"/>
              <a:ext cx="18586" cy="11377"/>
            </a:xfrm>
            <a:custGeom>
              <a:avLst/>
              <a:gdLst/>
              <a:ahLst/>
              <a:cxnLst/>
              <a:rect l="l" t="t" r="r" b="b"/>
              <a:pathLst>
                <a:path w="709" h="434" extrusionOk="0">
                  <a:moveTo>
                    <a:pt x="290" y="0"/>
                  </a:moveTo>
                  <a:cubicBezTo>
                    <a:pt x="1" y="0"/>
                    <a:pt x="1" y="433"/>
                    <a:pt x="290" y="433"/>
                  </a:cubicBezTo>
                  <a:lnTo>
                    <a:pt x="420" y="433"/>
                  </a:lnTo>
                  <a:cubicBezTo>
                    <a:pt x="708" y="433"/>
                    <a:pt x="708" y="0"/>
                    <a:pt x="420" y="0"/>
                  </a:cubicBezTo>
                  <a:close/>
                </a:path>
              </a:pathLst>
            </a:custGeom>
            <a:solidFill>
              <a:srgbClr val="778D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28" name="Google Shape;15828;p67"/>
          <p:cNvGrpSpPr/>
          <p:nvPr/>
        </p:nvGrpSpPr>
        <p:grpSpPr>
          <a:xfrm>
            <a:off x="848841" y="1512377"/>
            <a:ext cx="398127" cy="353457"/>
            <a:chOff x="873898" y="1512377"/>
            <a:chExt cx="398127" cy="353457"/>
          </a:xfrm>
        </p:grpSpPr>
        <p:sp>
          <p:nvSpPr>
            <p:cNvPr id="15829" name="Google Shape;15829;p67"/>
            <p:cNvSpPr/>
            <p:nvPr/>
          </p:nvSpPr>
          <p:spPr>
            <a:xfrm>
              <a:off x="944652" y="1531671"/>
              <a:ext cx="76862" cy="64358"/>
            </a:xfrm>
            <a:custGeom>
              <a:avLst/>
              <a:gdLst/>
              <a:ahLst/>
              <a:cxnLst/>
              <a:rect l="l" t="t" r="r" b="b"/>
              <a:pathLst>
                <a:path w="2932" h="2455" extrusionOk="0">
                  <a:moveTo>
                    <a:pt x="1459" y="1"/>
                  </a:moveTo>
                  <a:cubicBezTo>
                    <a:pt x="651" y="1"/>
                    <a:pt x="1" y="549"/>
                    <a:pt x="1" y="1228"/>
                  </a:cubicBezTo>
                  <a:cubicBezTo>
                    <a:pt x="1" y="1906"/>
                    <a:pt x="651" y="2455"/>
                    <a:pt x="1459" y="2455"/>
                  </a:cubicBezTo>
                  <a:cubicBezTo>
                    <a:pt x="2282" y="2455"/>
                    <a:pt x="2931" y="1906"/>
                    <a:pt x="2931" y="1228"/>
                  </a:cubicBezTo>
                  <a:cubicBezTo>
                    <a:pt x="2931" y="549"/>
                    <a:pt x="2282" y="1"/>
                    <a:pt x="1459"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0" name="Google Shape;15830;p67"/>
            <p:cNvSpPr/>
            <p:nvPr/>
          </p:nvSpPr>
          <p:spPr>
            <a:xfrm>
              <a:off x="944285" y="1531671"/>
              <a:ext cx="51879" cy="64358"/>
            </a:xfrm>
            <a:custGeom>
              <a:avLst/>
              <a:gdLst/>
              <a:ahLst/>
              <a:cxnLst/>
              <a:rect l="l" t="t" r="r" b="b"/>
              <a:pathLst>
                <a:path w="1979" h="2455" extrusionOk="0">
                  <a:moveTo>
                    <a:pt x="1473" y="1"/>
                  </a:moveTo>
                  <a:cubicBezTo>
                    <a:pt x="665" y="1"/>
                    <a:pt x="1" y="549"/>
                    <a:pt x="1" y="1228"/>
                  </a:cubicBezTo>
                  <a:cubicBezTo>
                    <a:pt x="1" y="1906"/>
                    <a:pt x="665" y="2455"/>
                    <a:pt x="1473" y="2455"/>
                  </a:cubicBezTo>
                  <a:cubicBezTo>
                    <a:pt x="1646" y="2455"/>
                    <a:pt x="1805" y="2426"/>
                    <a:pt x="1978" y="2382"/>
                  </a:cubicBezTo>
                  <a:cubicBezTo>
                    <a:pt x="1401" y="2224"/>
                    <a:pt x="997" y="1762"/>
                    <a:pt x="997" y="1228"/>
                  </a:cubicBezTo>
                  <a:cubicBezTo>
                    <a:pt x="997" y="693"/>
                    <a:pt x="1401" y="246"/>
                    <a:pt x="1964" y="73"/>
                  </a:cubicBezTo>
                  <a:cubicBezTo>
                    <a:pt x="1805" y="29"/>
                    <a:pt x="1646" y="1"/>
                    <a:pt x="147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1" name="Google Shape;15831;p67"/>
            <p:cNvSpPr/>
            <p:nvPr/>
          </p:nvSpPr>
          <p:spPr>
            <a:xfrm>
              <a:off x="899641" y="1563837"/>
              <a:ext cx="166911" cy="166911"/>
            </a:xfrm>
            <a:custGeom>
              <a:avLst/>
              <a:gdLst/>
              <a:ahLst/>
              <a:cxnLst/>
              <a:rect l="l" t="t" r="r" b="b"/>
              <a:pathLst>
                <a:path w="6367" h="6367" extrusionOk="0">
                  <a:moveTo>
                    <a:pt x="3176" y="1"/>
                  </a:moveTo>
                  <a:cubicBezTo>
                    <a:pt x="1415" y="1"/>
                    <a:pt x="0" y="1430"/>
                    <a:pt x="0" y="3191"/>
                  </a:cubicBezTo>
                  <a:cubicBezTo>
                    <a:pt x="0" y="4952"/>
                    <a:pt x="1415" y="6367"/>
                    <a:pt x="3176" y="6367"/>
                  </a:cubicBezTo>
                  <a:cubicBezTo>
                    <a:pt x="4937" y="6367"/>
                    <a:pt x="6366" y="4952"/>
                    <a:pt x="6366" y="3191"/>
                  </a:cubicBezTo>
                  <a:cubicBezTo>
                    <a:pt x="6366" y="1430"/>
                    <a:pt x="4937" y="1"/>
                    <a:pt x="317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2" name="Google Shape;15832;p67"/>
            <p:cNvSpPr/>
            <p:nvPr/>
          </p:nvSpPr>
          <p:spPr>
            <a:xfrm>
              <a:off x="933301" y="1563837"/>
              <a:ext cx="133618" cy="166911"/>
            </a:xfrm>
            <a:custGeom>
              <a:avLst/>
              <a:gdLst/>
              <a:ahLst/>
              <a:cxnLst/>
              <a:rect l="l" t="t" r="r" b="b"/>
              <a:pathLst>
                <a:path w="5097" h="6367" extrusionOk="0">
                  <a:moveTo>
                    <a:pt x="1930" y="1"/>
                  </a:moveTo>
                  <a:cubicBezTo>
                    <a:pt x="1759" y="1"/>
                    <a:pt x="1588" y="15"/>
                    <a:pt x="1416" y="44"/>
                  </a:cubicBezTo>
                  <a:cubicBezTo>
                    <a:pt x="160" y="275"/>
                    <a:pt x="1" y="2108"/>
                    <a:pt x="1271" y="2498"/>
                  </a:cubicBezTo>
                  <a:lnTo>
                    <a:pt x="1315" y="2498"/>
                  </a:lnTo>
                  <a:lnTo>
                    <a:pt x="1618" y="6352"/>
                  </a:lnTo>
                  <a:cubicBezTo>
                    <a:pt x="1719" y="6352"/>
                    <a:pt x="1805" y="6367"/>
                    <a:pt x="1892" y="6367"/>
                  </a:cubicBezTo>
                  <a:cubicBezTo>
                    <a:pt x="3653" y="6367"/>
                    <a:pt x="5082" y="4952"/>
                    <a:pt x="5082" y="3191"/>
                  </a:cubicBezTo>
                  <a:cubicBezTo>
                    <a:pt x="5097" y="2527"/>
                    <a:pt x="4895" y="1877"/>
                    <a:pt x="4505" y="1358"/>
                  </a:cubicBezTo>
                  <a:cubicBezTo>
                    <a:pt x="3911" y="504"/>
                    <a:pt x="2947" y="1"/>
                    <a:pt x="1930"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3" name="Google Shape;15833;p67"/>
            <p:cNvSpPr/>
            <p:nvPr/>
          </p:nvSpPr>
          <p:spPr>
            <a:xfrm>
              <a:off x="873898" y="1737145"/>
              <a:ext cx="218371" cy="128689"/>
            </a:xfrm>
            <a:custGeom>
              <a:avLst/>
              <a:gdLst/>
              <a:ahLst/>
              <a:cxnLst/>
              <a:rect l="l" t="t" r="r" b="b"/>
              <a:pathLst>
                <a:path w="8330" h="4909" extrusionOk="0">
                  <a:moveTo>
                    <a:pt x="2945" y="1"/>
                  </a:moveTo>
                  <a:lnTo>
                    <a:pt x="2945" y="1084"/>
                  </a:lnTo>
                  <a:cubicBezTo>
                    <a:pt x="2931" y="1271"/>
                    <a:pt x="2830" y="1445"/>
                    <a:pt x="2642" y="1531"/>
                  </a:cubicBezTo>
                  <a:lnTo>
                    <a:pt x="578" y="2441"/>
                  </a:lnTo>
                  <a:cubicBezTo>
                    <a:pt x="231" y="2599"/>
                    <a:pt x="1" y="2946"/>
                    <a:pt x="1" y="3336"/>
                  </a:cubicBezTo>
                  <a:lnTo>
                    <a:pt x="1" y="4664"/>
                  </a:lnTo>
                  <a:cubicBezTo>
                    <a:pt x="1" y="4794"/>
                    <a:pt x="102" y="4909"/>
                    <a:pt x="246" y="4909"/>
                  </a:cubicBezTo>
                  <a:lnTo>
                    <a:pt x="8084" y="4909"/>
                  </a:lnTo>
                  <a:cubicBezTo>
                    <a:pt x="8214" y="4909"/>
                    <a:pt x="8330" y="4794"/>
                    <a:pt x="8330" y="4664"/>
                  </a:cubicBezTo>
                  <a:lnTo>
                    <a:pt x="8330" y="3350"/>
                  </a:lnTo>
                  <a:cubicBezTo>
                    <a:pt x="8330" y="2960"/>
                    <a:pt x="8099" y="2599"/>
                    <a:pt x="7752" y="2441"/>
                  </a:cubicBezTo>
                  <a:lnTo>
                    <a:pt x="5688" y="1531"/>
                  </a:lnTo>
                  <a:cubicBezTo>
                    <a:pt x="5500" y="1445"/>
                    <a:pt x="5385" y="1271"/>
                    <a:pt x="5385" y="1084"/>
                  </a:cubicBezTo>
                  <a:lnTo>
                    <a:pt x="5385"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4" name="Google Shape;15834;p67"/>
            <p:cNvSpPr/>
            <p:nvPr/>
          </p:nvSpPr>
          <p:spPr>
            <a:xfrm>
              <a:off x="873898" y="1783702"/>
              <a:ext cx="218371" cy="82132"/>
            </a:xfrm>
            <a:custGeom>
              <a:avLst/>
              <a:gdLst/>
              <a:ahLst/>
              <a:cxnLst/>
              <a:rect l="l" t="t" r="r" b="b"/>
              <a:pathLst>
                <a:path w="8330" h="3133" extrusionOk="0">
                  <a:moveTo>
                    <a:pt x="2108" y="1"/>
                  </a:moveTo>
                  <a:lnTo>
                    <a:pt x="578" y="665"/>
                  </a:lnTo>
                  <a:cubicBezTo>
                    <a:pt x="231" y="823"/>
                    <a:pt x="1" y="1184"/>
                    <a:pt x="1" y="1574"/>
                  </a:cubicBezTo>
                  <a:lnTo>
                    <a:pt x="1" y="2888"/>
                  </a:lnTo>
                  <a:cubicBezTo>
                    <a:pt x="1" y="3018"/>
                    <a:pt x="102" y="3133"/>
                    <a:pt x="246" y="3133"/>
                  </a:cubicBezTo>
                  <a:lnTo>
                    <a:pt x="8084" y="3133"/>
                  </a:lnTo>
                  <a:cubicBezTo>
                    <a:pt x="8214" y="3133"/>
                    <a:pt x="8330" y="3018"/>
                    <a:pt x="8330" y="2888"/>
                  </a:cubicBezTo>
                  <a:lnTo>
                    <a:pt x="8330" y="1560"/>
                  </a:lnTo>
                  <a:cubicBezTo>
                    <a:pt x="8330" y="1170"/>
                    <a:pt x="8099" y="823"/>
                    <a:pt x="7752" y="665"/>
                  </a:cubicBezTo>
                  <a:lnTo>
                    <a:pt x="6222" y="1"/>
                  </a:lnTo>
                  <a:cubicBezTo>
                    <a:pt x="5861" y="946"/>
                    <a:pt x="5013" y="1419"/>
                    <a:pt x="4165" y="1419"/>
                  </a:cubicBezTo>
                  <a:cubicBezTo>
                    <a:pt x="3317" y="1419"/>
                    <a:pt x="2469" y="946"/>
                    <a:pt x="210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5" name="Google Shape;15835;p67"/>
            <p:cNvSpPr/>
            <p:nvPr/>
          </p:nvSpPr>
          <p:spPr>
            <a:xfrm>
              <a:off x="951101" y="1737145"/>
              <a:ext cx="63965" cy="25769"/>
            </a:xfrm>
            <a:custGeom>
              <a:avLst/>
              <a:gdLst/>
              <a:ahLst/>
              <a:cxnLst/>
              <a:rect l="l" t="t" r="r" b="b"/>
              <a:pathLst>
                <a:path w="2440" h="983" extrusionOk="0">
                  <a:moveTo>
                    <a:pt x="0" y="1"/>
                  </a:moveTo>
                  <a:lnTo>
                    <a:pt x="0" y="723"/>
                  </a:lnTo>
                  <a:cubicBezTo>
                    <a:pt x="383" y="896"/>
                    <a:pt x="798" y="983"/>
                    <a:pt x="1215" y="983"/>
                  </a:cubicBezTo>
                  <a:cubicBezTo>
                    <a:pt x="1632" y="983"/>
                    <a:pt x="2050" y="896"/>
                    <a:pt x="2440" y="723"/>
                  </a:cubicBezTo>
                  <a:lnTo>
                    <a:pt x="2440"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6" name="Google Shape;15836;p67"/>
            <p:cNvSpPr/>
            <p:nvPr/>
          </p:nvSpPr>
          <p:spPr>
            <a:xfrm>
              <a:off x="918542" y="1629191"/>
              <a:ext cx="128689" cy="120982"/>
            </a:xfrm>
            <a:custGeom>
              <a:avLst/>
              <a:gdLst/>
              <a:ahLst/>
              <a:cxnLst/>
              <a:rect l="l" t="t" r="r" b="b"/>
              <a:pathLst>
                <a:path w="4909" h="4615" extrusionOk="0">
                  <a:moveTo>
                    <a:pt x="1805" y="0"/>
                  </a:moveTo>
                  <a:cubicBezTo>
                    <a:pt x="1617" y="0"/>
                    <a:pt x="1447" y="98"/>
                    <a:pt x="1358" y="265"/>
                  </a:cubicBezTo>
                  <a:cubicBezTo>
                    <a:pt x="1098" y="784"/>
                    <a:pt x="694" y="1217"/>
                    <a:pt x="217" y="1549"/>
                  </a:cubicBezTo>
                  <a:cubicBezTo>
                    <a:pt x="88" y="1636"/>
                    <a:pt x="1" y="1780"/>
                    <a:pt x="15" y="1939"/>
                  </a:cubicBezTo>
                  <a:lnTo>
                    <a:pt x="15" y="2084"/>
                  </a:lnTo>
                  <a:cubicBezTo>
                    <a:pt x="15" y="3383"/>
                    <a:pt x="997" y="4523"/>
                    <a:pt x="2296" y="4610"/>
                  </a:cubicBezTo>
                  <a:cubicBezTo>
                    <a:pt x="2348" y="4613"/>
                    <a:pt x="2400" y="4615"/>
                    <a:pt x="2451" y="4615"/>
                  </a:cubicBezTo>
                  <a:cubicBezTo>
                    <a:pt x="3797" y="4615"/>
                    <a:pt x="4909" y="3533"/>
                    <a:pt x="4909" y="2170"/>
                  </a:cubicBezTo>
                  <a:lnTo>
                    <a:pt x="4909" y="1737"/>
                  </a:lnTo>
                  <a:cubicBezTo>
                    <a:pt x="4909" y="1521"/>
                    <a:pt x="4822" y="1319"/>
                    <a:pt x="4664" y="1189"/>
                  </a:cubicBezTo>
                  <a:cubicBezTo>
                    <a:pt x="4274" y="842"/>
                    <a:pt x="3393" y="236"/>
                    <a:pt x="1878" y="5"/>
                  </a:cubicBezTo>
                  <a:cubicBezTo>
                    <a:pt x="1853" y="2"/>
                    <a:pt x="1829" y="0"/>
                    <a:pt x="1805"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7" name="Google Shape;15837;p67"/>
            <p:cNvSpPr/>
            <p:nvPr/>
          </p:nvSpPr>
          <p:spPr>
            <a:xfrm>
              <a:off x="918542" y="1629191"/>
              <a:ext cx="126042" cy="120484"/>
            </a:xfrm>
            <a:custGeom>
              <a:avLst/>
              <a:gdLst/>
              <a:ahLst/>
              <a:cxnLst/>
              <a:rect l="l" t="t" r="r" b="b"/>
              <a:pathLst>
                <a:path w="4808" h="4596" extrusionOk="0">
                  <a:moveTo>
                    <a:pt x="1805" y="0"/>
                  </a:moveTo>
                  <a:cubicBezTo>
                    <a:pt x="1617" y="0"/>
                    <a:pt x="1447" y="98"/>
                    <a:pt x="1358" y="265"/>
                  </a:cubicBezTo>
                  <a:cubicBezTo>
                    <a:pt x="1315" y="351"/>
                    <a:pt x="1257" y="452"/>
                    <a:pt x="1213" y="525"/>
                  </a:cubicBezTo>
                  <a:cubicBezTo>
                    <a:pt x="954" y="929"/>
                    <a:pt x="607" y="1275"/>
                    <a:pt x="217" y="1535"/>
                  </a:cubicBezTo>
                  <a:cubicBezTo>
                    <a:pt x="88" y="1636"/>
                    <a:pt x="15" y="1780"/>
                    <a:pt x="15" y="1939"/>
                  </a:cubicBezTo>
                  <a:lnTo>
                    <a:pt x="15" y="2084"/>
                  </a:lnTo>
                  <a:cubicBezTo>
                    <a:pt x="1" y="3339"/>
                    <a:pt x="910" y="4408"/>
                    <a:pt x="2166" y="4595"/>
                  </a:cubicBezTo>
                  <a:cubicBezTo>
                    <a:pt x="1719" y="4133"/>
                    <a:pt x="1473" y="3527"/>
                    <a:pt x="1488" y="2906"/>
                  </a:cubicBezTo>
                  <a:lnTo>
                    <a:pt x="1488" y="1362"/>
                  </a:lnTo>
                  <a:cubicBezTo>
                    <a:pt x="1473" y="1102"/>
                    <a:pt x="1675" y="900"/>
                    <a:pt x="1921" y="871"/>
                  </a:cubicBezTo>
                  <a:cubicBezTo>
                    <a:pt x="2104" y="852"/>
                    <a:pt x="2288" y="843"/>
                    <a:pt x="2472" y="843"/>
                  </a:cubicBezTo>
                  <a:cubicBezTo>
                    <a:pt x="3272" y="843"/>
                    <a:pt x="4069" y="1019"/>
                    <a:pt x="4808" y="1347"/>
                  </a:cubicBezTo>
                  <a:cubicBezTo>
                    <a:pt x="4765" y="1290"/>
                    <a:pt x="4721" y="1232"/>
                    <a:pt x="4664" y="1189"/>
                  </a:cubicBezTo>
                  <a:cubicBezTo>
                    <a:pt x="4274" y="842"/>
                    <a:pt x="3393" y="236"/>
                    <a:pt x="1878" y="5"/>
                  </a:cubicBezTo>
                  <a:cubicBezTo>
                    <a:pt x="1853" y="2"/>
                    <a:pt x="1829" y="0"/>
                    <a:pt x="1805"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8" name="Google Shape;15838;p67"/>
            <p:cNvSpPr/>
            <p:nvPr/>
          </p:nvSpPr>
          <p:spPr>
            <a:xfrm>
              <a:off x="873898" y="1804884"/>
              <a:ext cx="45064" cy="60950"/>
            </a:xfrm>
            <a:custGeom>
              <a:avLst/>
              <a:gdLst/>
              <a:ahLst/>
              <a:cxnLst/>
              <a:rect l="l" t="t" r="r" b="b"/>
              <a:pathLst>
                <a:path w="1719" h="2325" extrusionOk="0">
                  <a:moveTo>
                    <a:pt x="361" y="1"/>
                  </a:moveTo>
                  <a:cubicBezTo>
                    <a:pt x="130" y="174"/>
                    <a:pt x="1" y="463"/>
                    <a:pt x="1" y="752"/>
                  </a:cubicBezTo>
                  <a:lnTo>
                    <a:pt x="1" y="2080"/>
                  </a:lnTo>
                  <a:cubicBezTo>
                    <a:pt x="1" y="2210"/>
                    <a:pt x="116" y="2325"/>
                    <a:pt x="246" y="2325"/>
                  </a:cubicBezTo>
                  <a:lnTo>
                    <a:pt x="1718" y="2325"/>
                  </a:lnTo>
                  <a:lnTo>
                    <a:pt x="1718" y="1647"/>
                  </a:lnTo>
                  <a:cubicBezTo>
                    <a:pt x="1718" y="1444"/>
                    <a:pt x="1632" y="1257"/>
                    <a:pt x="1502" y="1127"/>
                  </a:cubicBezTo>
                  <a:lnTo>
                    <a:pt x="361" y="1"/>
                  </a:ln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9" name="Google Shape;15839;p67"/>
            <p:cNvSpPr/>
            <p:nvPr/>
          </p:nvSpPr>
          <p:spPr>
            <a:xfrm>
              <a:off x="1047205" y="1804884"/>
              <a:ext cx="45064" cy="60950"/>
            </a:xfrm>
            <a:custGeom>
              <a:avLst/>
              <a:gdLst/>
              <a:ahLst/>
              <a:cxnLst/>
              <a:rect l="l" t="t" r="r" b="b"/>
              <a:pathLst>
                <a:path w="1719" h="2325" extrusionOk="0">
                  <a:moveTo>
                    <a:pt x="1358" y="1"/>
                  </a:moveTo>
                  <a:lnTo>
                    <a:pt x="218" y="1127"/>
                  </a:lnTo>
                  <a:cubicBezTo>
                    <a:pt x="73" y="1271"/>
                    <a:pt x="1" y="1459"/>
                    <a:pt x="1" y="1647"/>
                  </a:cubicBezTo>
                  <a:lnTo>
                    <a:pt x="1" y="2325"/>
                  </a:lnTo>
                  <a:lnTo>
                    <a:pt x="1473" y="2325"/>
                  </a:lnTo>
                  <a:cubicBezTo>
                    <a:pt x="1603" y="2325"/>
                    <a:pt x="1719" y="2210"/>
                    <a:pt x="1719" y="2080"/>
                  </a:cubicBezTo>
                  <a:lnTo>
                    <a:pt x="1719" y="752"/>
                  </a:lnTo>
                  <a:cubicBezTo>
                    <a:pt x="1719" y="463"/>
                    <a:pt x="1574" y="174"/>
                    <a:pt x="1358"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0" name="Google Shape;15840;p67"/>
            <p:cNvSpPr/>
            <p:nvPr/>
          </p:nvSpPr>
          <p:spPr>
            <a:xfrm>
              <a:off x="1092243" y="1531671"/>
              <a:ext cx="179782" cy="188224"/>
            </a:xfrm>
            <a:custGeom>
              <a:avLst/>
              <a:gdLst/>
              <a:ahLst/>
              <a:cxnLst/>
              <a:rect l="l" t="t" r="r" b="b"/>
              <a:pathLst>
                <a:path w="6858" h="7180" extrusionOk="0">
                  <a:moveTo>
                    <a:pt x="737" y="1"/>
                  </a:moveTo>
                  <a:cubicBezTo>
                    <a:pt x="333" y="1"/>
                    <a:pt x="1" y="333"/>
                    <a:pt x="1" y="737"/>
                  </a:cubicBezTo>
                  <a:lnTo>
                    <a:pt x="1" y="4663"/>
                  </a:lnTo>
                  <a:cubicBezTo>
                    <a:pt x="1" y="5067"/>
                    <a:pt x="333" y="5399"/>
                    <a:pt x="737" y="5399"/>
                  </a:cubicBezTo>
                  <a:lnTo>
                    <a:pt x="1473" y="5399"/>
                  </a:lnTo>
                  <a:lnTo>
                    <a:pt x="1069" y="7031"/>
                  </a:lnTo>
                  <a:cubicBezTo>
                    <a:pt x="1047" y="7109"/>
                    <a:pt x="1111" y="7179"/>
                    <a:pt x="1189" y="7179"/>
                  </a:cubicBezTo>
                  <a:cubicBezTo>
                    <a:pt x="1211" y="7179"/>
                    <a:pt x="1234" y="7173"/>
                    <a:pt x="1257" y="7161"/>
                  </a:cubicBezTo>
                  <a:lnTo>
                    <a:pt x="3682" y="5399"/>
                  </a:lnTo>
                  <a:lnTo>
                    <a:pt x="6121" y="5399"/>
                  </a:lnTo>
                  <a:cubicBezTo>
                    <a:pt x="6526" y="5399"/>
                    <a:pt x="6858" y="5067"/>
                    <a:pt x="6858" y="4663"/>
                  </a:cubicBezTo>
                  <a:lnTo>
                    <a:pt x="6858" y="737"/>
                  </a:lnTo>
                  <a:cubicBezTo>
                    <a:pt x="6858" y="333"/>
                    <a:pt x="6540" y="1"/>
                    <a:pt x="6121"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1" name="Google Shape;15841;p67"/>
            <p:cNvSpPr/>
            <p:nvPr/>
          </p:nvSpPr>
          <p:spPr>
            <a:xfrm>
              <a:off x="1117986" y="1531671"/>
              <a:ext cx="141168" cy="96497"/>
            </a:xfrm>
            <a:custGeom>
              <a:avLst/>
              <a:gdLst/>
              <a:ahLst/>
              <a:cxnLst/>
              <a:rect l="l" t="t" r="r" b="b"/>
              <a:pathLst>
                <a:path w="5385" h="3681" extrusionOk="0">
                  <a:moveTo>
                    <a:pt x="332" y="1"/>
                  </a:moveTo>
                  <a:cubicBezTo>
                    <a:pt x="116" y="376"/>
                    <a:pt x="0" y="795"/>
                    <a:pt x="0" y="1228"/>
                  </a:cubicBezTo>
                  <a:cubicBezTo>
                    <a:pt x="0" y="2620"/>
                    <a:pt x="1135" y="3681"/>
                    <a:pt x="2446" y="3681"/>
                  </a:cubicBezTo>
                  <a:cubicBezTo>
                    <a:pt x="2658" y="3681"/>
                    <a:pt x="2873" y="3653"/>
                    <a:pt x="3090" y="3595"/>
                  </a:cubicBezTo>
                  <a:cubicBezTo>
                    <a:pt x="4634" y="3176"/>
                    <a:pt x="5385" y="1401"/>
                    <a:pt x="4576"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2" name="Google Shape;15842;p67"/>
            <p:cNvSpPr/>
            <p:nvPr/>
          </p:nvSpPr>
          <p:spPr>
            <a:xfrm>
              <a:off x="1175501" y="1628064"/>
              <a:ext cx="13265" cy="25874"/>
            </a:xfrm>
            <a:custGeom>
              <a:avLst/>
              <a:gdLst/>
              <a:ahLst/>
              <a:cxnLst/>
              <a:rect l="l" t="t" r="r" b="b"/>
              <a:pathLst>
                <a:path w="506" h="987" extrusionOk="0">
                  <a:moveTo>
                    <a:pt x="260" y="1"/>
                  </a:moveTo>
                  <a:cubicBezTo>
                    <a:pt x="138" y="1"/>
                    <a:pt x="15" y="84"/>
                    <a:pt x="15" y="250"/>
                  </a:cubicBezTo>
                  <a:lnTo>
                    <a:pt x="15" y="741"/>
                  </a:lnTo>
                  <a:cubicBezTo>
                    <a:pt x="1" y="871"/>
                    <a:pt x="116" y="986"/>
                    <a:pt x="260" y="986"/>
                  </a:cubicBezTo>
                  <a:cubicBezTo>
                    <a:pt x="390" y="986"/>
                    <a:pt x="491" y="871"/>
                    <a:pt x="506" y="741"/>
                  </a:cubicBezTo>
                  <a:lnTo>
                    <a:pt x="506" y="250"/>
                  </a:lnTo>
                  <a:cubicBezTo>
                    <a:pt x="506" y="84"/>
                    <a:pt x="383" y="1"/>
                    <a:pt x="260"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3" name="Google Shape;15843;p67"/>
            <p:cNvSpPr/>
            <p:nvPr/>
          </p:nvSpPr>
          <p:spPr>
            <a:xfrm>
              <a:off x="1130857" y="1512377"/>
              <a:ext cx="102579" cy="102946"/>
            </a:xfrm>
            <a:custGeom>
              <a:avLst/>
              <a:gdLst/>
              <a:ahLst/>
              <a:cxnLst/>
              <a:rect l="l" t="t" r="r" b="b"/>
              <a:pathLst>
                <a:path w="3913" h="3927" extrusionOk="0">
                  <a:moveTo>
                    <a:pt x="1963" y="0"/>
                  </a:moveTo>
                  <a:cubicBezTo>
                    <a:pt x="881" y="0"/>
                    <a:pt x="0" y="881"/>
                    <a:pt x="0" y="1964"/>
                  </a:cubicBezTo>
                  <a:cubicBezTo>
                    <a:pt x="0" y="3046"/>
                    <a:pt x="881" y="3927"/>
                    <a:pt x="1963" y="3927"/>
                  </a:cubicBezTo>
                  <a:cubicBezTo>
                    <a:pt x="3046" y="3927"/>
                    <a:pt x="3912" y="3046"/>
                    <a:pt x="3912" y="1964"/>
                  </a:cubicBezTo>
                  <a:cubicBezTo>
                    <a:pt x="3912" y="881"/>
                    <a:pt x="3046" y="0"/>
                    <a:pt x="1963"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4" name="Google Shape;15844;p67"/>
            <p:cNvSpPr/>
            <p:nvPr/>
          </p:nvSpPr>
          <p:spPr>
            <a:xfrm>
              <a:off x="1143729" y="1525249"/>
              <a:ext cx="77203" cy="77203"/>
            </a:xfrm>
            <a:custGeom>
              <a:avLst/>
              <a:gdLst/>
              <a:ahLst/>
              <a:cxnLst/>
              <a:rect l="l" t="t" r="r" b="b"/>
              <a:pathLst>
                <a:path w="2945" h="2945" extrusionOk="0">
                  <a:moveTo>
                    <a:pt x="1472" y="0"/>
                  </a:moveTo>
                  <a:cubicBezTo>
                    <a:pt x="650" y="0"/>
                    <a:pt x="0" y="664"/>
                    <a:pt x="0" y="1473"/>
                  </a:cubicBezTo>
                  <a:cubicBezTo>
                    <a:pt x="0" y="2281"/>
                    <a:pt x="650" y="2945"/>
                    <a:pt x="1472" y="2945"/>
                  </a:cubicBezTo>
                  <a:cubicBezTo>
                    <a:pt x="2281" y="2945"/>
                    <a:pt x="2945" y="2281"/>
                    <a:pt x="2945" y="1473"/>
                  </a:cubicBezTo>
                  <a:cubicBezTo>
                    <a:pt x="2945" y="664"/>
                    <a:pt x="2281" y="0"/>
                    <a:pt x="1472"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5" name="Google Shape;15845;p67"/>
            <p:cNvSpPr/>
            <p:nvPr/>
          </p:nvSpPr>
          <p:spPr>
            <a:xfrm>
              <a:off x="1155919" y="1557257"/>
              <a:ext cx="52535" cy="58066"/>
            </a:xfrm>
            <a:custGeom>
              <a:avLst/>
              <a:gdLst/>
              <a:ahLst/>
              <a:cxnLst/>
              <a:rect l="l" t="t" r="r" b="b"/>
              <a:pathLst>
                <a:path w="2004" h="2215" extrusionOk="0">
                  <a:moveTo>
                    <a:pt x="1736" y="1"/>
                  </a:moveTo>
                  <a:cubicBezTo>
                    <a:pt x="1625" y="1"/>
                    <a:pt x="1523" y="81"/>
                    <a:pt x="1498" y="194"/>
                  </a:cubicBezTo>
                  <a:lnTo>
                    <a:pt x="1484" y="237"/>
                  </a:lnTo>
                  <a:lnTo>
                    <a:pt x="517" y="237"/>
                  </a:lnTo>
                  <a:lnTo>
                    <a:pt x="502" y="194"/>
                  </a:lnTo>
                  <a:cubicBezTo>
                    <a:pt x="466" y="67"/>
                    <a:pt x="369" y="11"/>
                    <a:pt x="271" y="11"/>
                  </a:cubicBezTo>
                  <a:cubicBezTo>
                    <a:pt x="136" y="11"/>
                    <a:pt x="1" y="119"/>
                    <a:pt x="26" y="295"/>
                  </a:cubicBezTo>
                  <a:lnTo>
                    <a:pt x="430" y="2128"/>
                  </a:lnTo>
                  <a:cubicBezTo>
                    <a:pt x="603" y="2171"/>
                    <a:pt x="776" y="2200"/>
                    <a:pt x="950" y="2200"/>
                  </a:cubicBezTo>
                  <a:lnTo>
                    <a:pt x="632" y="742"/>
                  </a:lnTo>
                  <a:lnTo>
                    <a:pt x="1383" y="742"/>
                  </a:lnTo>
                  <a:lnTo>
                    <a:pt x="1051" y="2215"/>
                  </a:lnTo>
                  <a:cubicBezTo>
                    <a:pt x="1224" y="2200"/>
                    <a:pt x="1397" y="2171"/>
                    <a:pt x="1570" y="2128"/>
                  </a:cubicBezTo>
                  <a:lnTo>
                    <a:pt x="1975" y="309"/>
                  </a:lnTo>
                  <a:cubicBezTo>
                    <a:pt x="2003" y="165"/>
                    <a:pt x="1917" y="35"/>
                    <a:pt x="1787" y="6"/>
                  </a:cubicBezTo>
                  <a:cubicBezTo>
                    <a:pt x="1770" y="2"/>
                    <a:pt x="1753" y="1"/>
                    <a:pt x="173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6" name="Google Shape;15846;p67"/>
            <p:cNvSpPr/>
            <p:nvPr/>
          </p:nvSpPr>
          <p:spPr>
            <a:xfrm>
              <a:off x="1163023" y="1611522"/>
              <a:ext cx="38615" cy="29544"/>
            </a:xfrm>
            <a:custGeom>
              <a:avLst/>
              <a:gdLst/>
              <a:ahLst/>
              <a:cxnLst/>
              <a:rect l="l" t="t" r="r" b="b"/>
              <a:pathLst>
                <a:path w="1473" h="1127" extrusionOk="0">
                  <a:moveTo>
                    <a:pt x="0" y="0"/>
                  </a:moveTo>
                  <a:lnTo>
                    <a:pt x="0" y="881"/>
                  </a:lnTo>
                  <a:cubicBezTo>
                    <a:pt x="0" y="1011"/>
                    <a:pt x="101" y="1126"/>
                    <a:pt x="246" y="1126"/>
                  </a:cubicBezTo>
                  <a:lnTo>
                    <a:pt x="1227" y="1126"/>
                  </a:lnTo>
                  <a:cubicBezTo>
                    <a:pt x="1357" y="1126"/>
                    <a:pt x="1473" y="1011"/>
                    <a:pt x="1473" y="881"/>
                  </a:cubicBezTo>
                  <a:lnTo>
                    <a:pt x="1473" y="0"/>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47" name="Google Shape;15847;p67"/>
            <p:cNvSpPr/>
            <p:nvPr/>
          </p:nvSpPr>
          <p:spPr>
            <a:xfrm>
              <a:off x="1163023" y="1611522"/>
              <a:ext cx="19320" cy="29544"/>
            </a:xfrm>
            <a:custGeom>
              <a:avLst/>
              <a:gdLst/>
              <a:ahLst/>
              <a:cxnLst/>
              <a:rect l="l" t="t" r="r" b="b"/>
              <a:pathLst>
                <a:path w="737" h="1127" extrusionOk="0">
                  <a:moveTo>
                    <a:pt x="0" y="0"/>
                  </a:moveTo>
                  <a:lnTo>
                    <a:pt x="0" y="881"/>
                  </a:lnTo>
                  <a:cubicBezTo>
                    <a:pt x="0" y="1011"/>
                    <a:pt x="101" y="1126"/>
                    <a:pt x="246" y="1126"/>
                  </a:cubicBezTo>
                  <a:lnTo>
                    <a:pt x="736" y="1126"/>
                  </a:lnTo>
                  <a:cubicBezTo>
                    <a:pt x="592" y="1126"/>
                    <a:pt x="477" y="1011"/>
                    <a:pt x="491" y="881"/>
                  </a:cubicBezTo>
                  <a:lnTo>
                    <a:pt x="491" y="0"/>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48" name="Google Shape;15848;p67"/>
          <p:cNvGrpSpPr/>
          <p:nvPr/>
        </p:nvGrpSpPr>
        <p:grpSpPr>
          <a:xfrm>
            <a:off x="1399067" y="1515680"/>
            <a:ext cx="246762" cy="347139"/>
            <a:chOff x="1424125" y="1515680"/>
            <a:chExt cx="246762" cy="347139"/>
          </a:xfrm>
        </p:grpSpPr>
        <p:sp>
          <p:nvSpPr>
            <p:cNvPr id="15849" name="Google Shape;15849;p67"/>
            <p:cNvSpPr/>
            <p:nvPr/>
          </p:nvSpPr>
          <p:spPr>
            <a:xfrm>
              <a:off x="1424125" y="1537727"/>
              <a:ext cx="246762" cy="325092"/>
            </a:xfrm>
            <a:custGeom>
              <a:avLst/>
              <a:gdLst/>
              <a:ahLst/>
              <a:cxnLst/>
              <a:rect l="l" t="t" r="r" b="b"/>
              <a:pathLst>
                <a:path w="9413" h="12401" extrusionOk="0">
                  <a:moveTo>
                    <a:pt x="636" y="1"/>
                  </a:moveTo>
                  <a:cubicBezTo>
                    <a:pt x="289" y="1"/>
                    <a:pt x="1" y="289"/>
                    <a:pt x="1" y="636"/>
                  </a:cubicBezTo>
                  <a:lnTo>
                    <a:pt x="1" y="11751"/>
                  </a:lnTo>
                  <a:cubicBezTo>
                    <a:pt x="1" y="12112"/>
                    <a:pt x="289" y="12401"/>
                    <a:pt x="636" y="12401"/>
                  </a:cubicBezTo>
                  <a:lnTo>
                    <a:pt x="8763" y="12401"/>
                  </a:lnTo>
                  <a:cubicBezTo>
                    <a:pt x="9109" y="12401"/>
                    <a:pt x="9398" y="12112"/>
                    <a:pt x="9398" y="11751"/>
                  </a:cubicBezTo>
                  <a:lnTo>
                    <a:pt x="9398" y="650"/>
                  </a:lnTo>
                  <a:cubicBezTo>
                    <a:pt x="9413" y="289"/>
                    <a:pt x="9109" y="1"/>
                    <a:pt x="8749" y="1"/>
                  </a:cubicBezTo>
                  <a:lnTo>
                    <a:pt x="5342" y="1"/>
                  </a:lnTo>
                  <a:cubicBezTo>
                    <a:pt x="5342" y="426"/>
                    <a:pt x="5021" y="639"/>
                    <a:pt x="4699" y="639"/>
                  </a:cubicBezTo>
                  <a:cubicBezTo>
                    <a:pt x="4378" y="639"/>
                    <a:pt x="4057" y="426"/>
                    <a:pt x="4057"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0" name="Google Shape;15850;p67"/>
            <p:cNvSpPr/>
            <p:nvPr/>
          </p:nvSpPr>
          <p:spPr>
            <a:xfrm>
              <a:off x="1435109" y="1537727"/>
              <a:ext cx="224060" cy="302757"/>
            </a:xfrm>
            <a:custGeom>
              <a:avLst/>
              <a:gdLst/>
              <a:ahLst/>
              <a:cxnLst/>
              <a:rect l="l" t="t" r="r" b="b"/>
              <a:pathLst>
                <a:path w="8547" h="11549" extrusionOk="0">
                  <a:moveTo>
                    <a:pt x="1935" y="1"/>
                  </a:moveTo>
                  <a:lnTo>
                    <a:pt x="1935" y="217"/>
                  </a:lnTo>
                  <a:cubicBezTo>
                    <a:pt x="1935" y="347"/>
                    <a:pt x="1834" y="434"/>
                    <a:pt x="1718" y="434"/>
                  </a:cubicBezTo>
                  <a:lnTo>
                    <a:pt x="433" y="434"/>
                  </a:lnTo>
                  <a:cubicBezTo>
                    <a:pt x="202" y="434"/>
                    <a:pt x="15" y="621"/>
                    <a:pt x="15" y="867"/>
                  </a:cubicBezTo>
                  <a:lnTo>
                    <a:pt x="15" y="11116"/>
                  </a:lnTo>
                  <a:cubicBezTo>
                    <a:pt x="0" y="11347"/>
                    <a:pt x="202" y="11549"/>
                    <a:pt x="433" y="11549"/>
                  </a:cubicBezTo>
                  <a:lnTo>
                    <a:pt x="8127" y="11549"/>
                  </a:lnTo>
                  <a:cubicBezTo>
                    <a:pt x="8358" y="11549"/>
                    <a:pt x="8546" y="11361"/>
                    <a:pt x="8546" y="11116"/>
                  </a:cubicBezTo>
                  <a:lnTo>
                    <a:pt x="8546" y="867"/>
                  </a:lnTo>
                  <a:cubicBezTo>
                    <a:pt x="8546" y="621"/>
                    <a:pt x="8358" y="434"/>
                    <a:pt x="8127" y="434"/>
                  </a:cubicBezTo>
                  <a:lnTo>
                    <a:pt x="6843" y="434"/>
                  </a:lnTo>
                  <a:cubicBezTo>
                    <a:pt x="6727" y="434"/>
                    <a:pt x="6626" y="347"/>
                    <a:pt x="6626" y="217"/>
                  </a:cubicBezTo>
                  <a:lnTo>
                    <a:pt x="6626" y="1"/>
                  </a:lnTo>
                  <a:lnTo>
                    <a:pt x="4923" y="1"/>
                  </a:lnTo>
                  <a:cubicBezTo>
                    <a:pt x="4923" y="426"/>
                    <a:pt x="4602" y="639"/>
                    <a:pt x="4280" y="639"/>
                  </a:cubicBezTo>
                  <a:cubicBezTo>
                    <a:pt x="3959" y="639"/>
                    <a:pt x="3638" y="426"/>
                    <a:pt x="3638"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1" name="Google Shape;15851;p67"/>
            <p:cNvSpPr/>
            <p:nvPr/>
          </p:nvSpPr>
          <p:spPr>
            <a:xfrm>
              <a:off x="1446460" y="1560429"/>
              <a:ext cx="201724" cy="268704"/>
            </a:xfrm>
            <a:custGeom>
              <a:avLst/>
              <a:gdLst/>
              <a:ahLst/>
              <a:cxnLst/>
              <a:rect l="l" t="t" r="r" b="b"/>
              <a:pathLst>
                <a:path w="7695" h="10250" extrusionOk="0">
                  <a:moveTo>
                    <a:pt x="217" y="1"/>
                  </a:moveTo>
                  <a:cubicBezTo>
                    <a:pt x="101" y="1"/>
                    <a:pt x="0" y="102"/>
                    <a:pt x="0" y="217"/>
                  </a:cubicBezTo>
                  <a:lnTo>
                    <a:pt x="0" y="10033"/>
                  </a:lnTo>
                  <a:cubicBezTo>
                    <a:pt x="0" y="10149"/>
                    <a:pt x="101" y="10250"/>
                    <a:pt x="217" y="10250"/>
                  </a:cubicBezTo>
                  <a:lnTo>
                    <a:pt x="7478" y="10250"/>
                  </a:lnTo>
                  <a:cubicBezTo>
                    <a:pt x="7593" y="10250"/>
                    <a:pt x="7694" y="10149"/>
                    <a:pt x="7694" y="10033"/>
                  </a:cubicBezTo>
                  <a:lnTo>
                    <a:pt x="7694" y="217"/>
                  </a:lnTo>
                  <a:cubicBezTo>
                    <a:pt x="7694" y="102"/>
                    <a:pt x="7593" y="1"/>
                    <a:pt x="747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2" name="Google Shape;15852;p67"/>
            <p:cNvSpPr/>
            <p:nvPr/>
          </p:nvSpPr>
          <p:spPr>
            <a:xfrm>
              <a:off x="1496792" y="1515680"/>
              <a:ext cx="100692" cy="50464"/>
            </a:xfrm>
            <a:custGeom>
              <a:avLst/>
              <a:gdLst/>
              <a:ahLst/>
              <a:cxnLst/>
              <a:rect l="l" t="t" r="r" b="b"/>
              <a:pathLst>
                <a:path w="3841" h="1925" extrusionOk="0">
                  <a:moveTo>
                    <a:pt x="1922" y="527"/>
                  </a:moveTo>
                  <a:cubicBezTo>
                    <a:pt x="2085" y="527"/>
                    <a:pt x="2243" y="649"/>
                    <a:pt x="2252" y="842"/>
                  </a:cubicBezTo>
                  <a:cubicBezTo>
                    <a:pt x="2252" y="1013"/>
                    <a:pt x="2112" y="1170"/>
                    <a:pt x="1927" y="1173"/>
                  </a:cubicBezTo>
                  <a:lnTo>
                    <a:pt x="1927" y="1173"/>
                  </a:lnTo>
                  <a:cubicBezTo>
                    <a:pt x="1644" y="1168"/>
                    <a:pt x="1503" y="825"/>
                    <a:pt x="1689" y="625"/>
                  </a:cubicBezTo>
                  <a:cubicBezTo>
                    <a:pt x="1757" y="558"/>
                    <a:pt x="1840" y="527"/>
                    <a:pt x="1922" y="527"/>
                  </a:cubicBezTo>
                  <a:close/>
                  <a:moveTo>
                    <a:pt x="1926" y="1"/>
                  </a:moveTo>
                  <a:cubicBezTo>
                    <a:pt x="1639" y="1"/>
                    <a:pt x="1350" y="141"/>
                    <a:pt x="1184" y="423"/>
                  </a:cubicBezTo>
                  <a:lnTo>
                    <a:pt x="433" y="423"/>
                  </a:lnTo>
                  <a:cubicBezTo>
                    <a:pt x="202" y="423"/>
                    <a:pt x="15" y="611"/>
                    <a:pt x="0" y="842"/>
                  </a:cubicBezTo>
                  <a:lnTo>
                    <a:pt x="0" y="1693"/>
                  </a:lnTo>
                  <a:cubicBezTo>
                    <a:pt x="0" y="1823"/>
                    <a:pt x="87" y="1924"/>
                    <a:pt x="217" y="1924"/>
                  </a:cubicBezTo>
                  <a:lnTo>
                    <a:pt x="3638" y="1924"/>
                  </a:lnTo>
                  <a:cubicBezTo>
                    <a:pt x="3754" y="1924"/>
                    <a:pt x="3840" y="1823"/>
                    <a:pt x="3840" y="1708"/>
                  </a:cubicBezTo>
                  <a:lnTo>
                    <a:pt x="3840" y="842"/>
                  </a:lnTo>
                  <a:cubicBezTo>
                    <a:pt x="3840" y="611"/>
                    <a:pt x="3652" y="423"/>
                    <a:pt x="3422" y="423"/>
                  </a:cubicBezTo>
                  <a:lnTo>
                    <a:pt x="2656" y="423"/>
                  </a:lnTo>
                  <a:cubicBezTo>
                    <a:pt x="2498" y="141"/>
                    <a:pt x="2213" y="1"/>
                    <a:pt x="1926"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3" name="Google Shape;15853;p67"/>
            <p:cNvSpPr/>
            <p:nvPr/>
          </p:nvSpPr>
          <p:spPr>
            <a:xfrm>
              <a:off x="1477498" y="1669431"/>
              <a:ext cx="28024" cy="28024"/>
            </a:xfrm>
            <a:custGeom>
              <a:avLst/>
              <a:gdLst/>
              <a:ahLst/>
              <a:cxnLst/>
              <a:rect l="l" t="t" r="r" b="b"/>
              <a:pathLst>
                <a:path w="1069" h="1069" extrusionOk="0">
                  <a:moveTo>
                    <a:pt x="534" y="0"/>
                  </a:moveTo>
                  <a:cubicBezTo>
                    <a:pt x="231" y="0"/>
                    <a:pt x="0" y="245"/>
                    <a:pt x="0" y="534"/>
                  </a:cubicBezTo>
                  <a:cubicBezTo>
                    <a:pt x="0" y="837"/>
                    <a:pt x="231" y="1068"/>
                    <a:pt x="534" y="1068"/>
                  </a:cubicBezTo>
                  <a:cubicBezTo>
                    <a:pt x="823" y="1068"/>
                    <a:pt x="1068" y="837"/>
                    <a:pt x="1068" y="534"/>
                  </a:cubicBezTo>
                  <a:cubicBezTo>
                    <a:pt x="1068" y="245"/>
                    <a:pt x="823" y="0"/>
                    <a:pt x="534"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4" name="Google Shape;15854;p67"/>
            <p:cNvSpPr/>
            <p:nvPr/>
          </p:nvSpPr>
          <p:spPr>
            <a:xfrm>
              <a:off x="1477498" y="1719738"/>
              <a:ext cx="28024" cy="28050"/>
            </a:xfrm>
            <a:custGeom>
              <a:avLst/>
              <a:gdLst/>
              <a:ahLst/>
              <a:cxnLst/>
              <a:rect l="l" t="t" r="r" b="b"/>
              <a:pathLst>
                <a:path w="1069" h="1070" extrusionOk="0">
                  <a:moveTo>
                    <a:pt x="534" y="1"/>
                  </a:moveTo>
                  <a:cubicBezTo>
                    <a:pt x="231" y="1"/>
                    <a:pt x="0" y="246"/>
                    <a:pt x="0" y="535"/>
                  </a:cubicBezTo>
                  <a:cubicBezTo>
                    <a:pt x="0" y="838"/>
                    <a:pt x="231" y="1069"/>
                    <a:pt x="534" y="1069"/>
                  </a:cubicBezTo>
                  <a:cubicBezTo>
                    <a:pt x="823" y="1069"/>
                    <a:pt x="1068" y="838"/>
                    <a:pt x="1068" y="535"/>
                  </a:cubicBezTo>
                  <a:cubicBezTo>
                    <a:pt x="1068" y="246"/>
                    <a:pt x="823" y="1"/>
                    <a:pt x="534"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5" name="Google Shape;15855;p67"/>
            <p:cNvSpPr/>
            <p:nvPr/>
          </p:nvSpPr>
          <p:spPr>
            <a:xfrm>
              <a:off x="1477498" y="1770071"/>
              <a:ext cx="28024" cy="28050"/>
            </a:xfrm>
            <a:custGeom>
              <a:avLst/>
              <a:gdLst/>
              <a:ahLst/>
              <a:cxnLst/>
              <a:rect l="l" t="t" r="r" b="b"/>
              <a:pathLst>
                <a:path w="1069" h="1070" extrusionOk="0">
                  <a:moveTo>
                    <a:pt x="534" y="1"/>
                  </a:moveTo>
                  <a:cubicBezTo>
                    <a:pt x="231" y="1"/>
                    <a:pt x="0" y="246"/>
                    <a:pt x="0" y="535"/>
                  </a:cubicBezTo>
                  <a:cubicBezTo>
                    <a:pt x="0" y="838"/>
                    <a:pt x="231" y="1069"/>
                    <a:pt x="534" y="1069"/>
                  </a:cubicBezTo>
                  <a:cubicBezTo>
                    <a:pt x="823" y="1069"/>
                    <a:pt x="1068" y="838"/>
                    <a:pt x="1068" y="535"/>
                  </a:cubicBezTo>
                  <a:cubicBezTo>
                    <a:pt x="1068" y="246"/>
                    <a:pt x="823" y="1"/>
                    <a:pt x="534"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6" name="Google Shape;15856;p67"/>
            <p:cNvSpPr/>
            <p:nvPr/>
          </p:nvSpPr>
          <p:spPr>
            <a:xfrm>
              <a:off x="1517607" y="1666784"/>
              <a:ext cx="65118" cy="10984"/>
            </a:xfrm>
            <a:custGeom>
              <a:avLst/>
              <a:gdLst/>
              <a:ahLst/>
              <a:cxnLst/>
              <a:rect l="l" t="t" r="r" b="b"/>
              <a:pathLst>
                <a:path w="2484" h="419" extrusionOk="0">
                  <a:moveTo>
                    <a:pt x="275" y="0"/>
                  </a:moveTo>
                  <a:cubicBezTo>
                    <a:pt x="0" y="0"/>
                    <a:pt x="0" y="419"/>
                    <a:pt x="275" y="419"/>
                  </a:cubicBezTo>
                  <a:lnTo>
                    <a:pt x="2194" y="419"/>
                  </a:lnTo>
                  <a:cubicBezTo>
                    <a:pt x="2483" y="419"/>
                    <a:pt x="2483" y="0"/>
                    <a:pt x="2194"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7" name="Google Shape;15857;p67"/>
            <p:cNvSpPr/>
            <p:nvPr/>
          </p:nvSpPr>
          <p:spPr>
            <a:xfrm>
              <a:off x="1517607" y="1689093"/>
              <a:ext cx="104467" cy="11377"/>
            </a:xfrm>
            <a:custGeom>
              <a:avLst/>
              <a:gdLst/>
              <a:ahLst/>
              <a:cxnLst/>
              <a:rect l="l" t="t" r="r" b="b"/>
              <a:pathLst>
                <a:path w="3985" h="434" extrusionOk="0">
                  <a:moveTo>
                    <a:pt x="275" y="1"/>
                  </a:moveTo>
                  <a:cubicBezTo>
                    <a:pt x="0" y="1"/>
                    <a:pt x="0" y="434"/>
                    <a:pt x="275" y="434"/>
                  </a:cubicBezTo>
                  <a:lnTo>
                    <a:pt x="3696" y="434"/>
                  </a:lnTo>
                  <a:cubicBezTo>
                    <a:pt x="3984" y="434"/>
                    <a:pt x="3984" y="1"/>
                    <a:pt x="3696"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8" name="Google Shape;15858;p67"/>
            <p:cNvSpPr/>
            <p:nvPr/>
          </p:nvSpPr>
          <p:spPr>
            <a:xfrm>
              <a:off x="1517607" y="1717090"/>
              <a:ext cx="65118" cy="11377"/>
            </a:xfrm>
            <a:custGeom>
              <a:avLst/>
              <a:gdLst/>
              <a:ahLst/>
              <a:cxnLst/>
              <a:rect l="l" t="t" r="r" b="b"/>
              <a:pathLst>
                <a:path w="2484" h="434" extrusionOk="0">
                  <a:moveTo>
                    <a:pt x="275" y="1"/>
                  </a:moveTo>
                  <a:cubicBezTo>
                    <a:pt x="0" y="1"/>
                    <a:pt x="0" y="434"/>
                    <a:pt x="275" y="434"/>
                  </a:cubicBezTo>
                  <a:lnTo>
                    <a:pt x="2194" y="434"/>
                  </a:lnTo>
                  <a:cubicBezTo>
                    <a:pt x="2483" y="434"/>
                    <a:pt x="2483" y="1"/>
                    <a:pt x="2194"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59" name="Google Shape;15859;p67"/>
            <p:cNvSpPr/>
            <p:nvPr/>
          </p:nvSpPr>
          <p:spPr>
            <a:xfrm>
              <a:off x="1517607" y="1739425"/>
              <a:ext cx="104467" cy="11377"/>
            </a:xfrm>
            <a:custGeom>
              <a:avLst/>
              <a:gdLst/>
              <a:ahLst/>
              <a:cxnLst/>
              <a:rect l="l" t="t" r="r" b="b"/>
              <a:pathLst>
                <a:path w="3985" h="434" extrusionOk="0">
                  <a:moveTo>
                    <a:pt x="275" y="1"/>
                  </a:moveTo>
                  <a:cubicBezTo>
                    <a:pt x="0" y="1"/>
                    <a:pt x="0" y="434"/>
                    <a:pt x="275" y="434"/>
                  </a:cubicBezTo>
                  <a:lnTo>
                    <a:pt x="3696" y="434"/>
                  </a:lnTo>
                  <a:cubicBezTo>
                    <a:pt x="3984" y="434"/>
                    <a:pt x="3984" y="1"/>
                    <a:pt x="3696"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0" name="Google Shape;15860;p67"/>
            <p:cNvSpPr/>
            <p:nvPr/>
          </p:nvSpPr>
          <p:spPr>
            <a:xfrm>
              <a:off x="1517607" y="1767423"/>
              <a:ext cx="65118" cy="11377"/>
            </a:xfrm>
            <a:custGeom>
              <a:avLst/>
              <a:gdLst/>
              <a:ahLst/>
              <a:cxnLst/>
              <a:rect l="l" t="t" r="r" b="b"/>
              <a:pathLst>
                <a:path w="2484" h="434" extrusionOk="0">
                  <a:moveTo>
                    <a:pt x="275" y="1"/>
                  </a:moveTo>
                  <a:cubicBezTo>
                    <a:pt x="0" y="1"/>
                    <a:pt x="0" y="434"/>
                    <a:pt x="275" y="434"/>
                  </a:cubicBezTo>
                  <a:lnTo>
                    <a:pt x="2194" y="434"/>
                  </a:lnTo>
                  <a:cubicBezTo>
                    <a:pt x="2483" y="434"/>
                    <a:pt x="2483" y="1"/>
                    <a:pt x="2194"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1" name="Google Shape;15861;p67"/>
            <p:cNvSpPr/>
            <p:nvPr/>
          </p:nvSpPr>
          <p:spPr>
            <a:xfrm>
              <a:off x="1517607" y="1789758"/>
              <a:ext cx="104467" cy="11377"/>
            </a:xfrm>
            <a:custGeom>
              <a:avLst/>
              <a:gdLst/>
              <a:ahLst/>
              <a:cxnLst/>
              <a:rect l="l" t="t" r="r" b="b"/>
              <a:pathLst>
                <a:path w="3985" h="434" extrusionOk="0">
                  <a:moveTo>
                    <a:pt x="275" y="0"/>
                  </a:moveTo>
                  <a:cubicBezTo>
                    <a:pt x="0" y="0"/>
                    <a:pt x="0" y="434"/>
                    <a:pt x="275" y="434"/>
                  </a:cubicBezTo>
                  <a:lnTo>
                    <a:pt x="3696" y="434"/>
                  </a:lnTo>
                  <a:cubicBezTo>
                    <a:pt x="3984" y="434"/>
                    <a:pt x="3984" y="0"/>
                    <a:pt x="3696"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2" name="Google Shape;15862;p67"/>
            <p:cNvSpPr/>
            <p:nvPr/>
          </p:nvSpPr>
          <p:spPr>
            <a:xfrm>
              <a:off x="1517607" y="1582765"/>
              <a:ext cx="98778" cy="11377"/>
            </a:xfrm>
            <a:custGeom>
              <a:avLst/>
              <a:gdLst/>
              <a:ahLst/>
              <a:cxnLst/>
              <a:rect l="l" t="t" r="r" b="b"/>
              <a:pathLst>
                <a:path w="3768" h="434" extrusionOk="0">
                  <a:moveTo>
                    <a:pt x="275" y="0"/>
                  </a:moveTo>
                  <a:cubicBezTo>
                    <a:pt x="0" y="0"/>
                    <a:pt x="0" y="433"/>
                    <a:pt x="275" y="433"/>
                  </a:cubicBezTo>
                  <a:lnTo>
                    <a:pt x="3479" y="433"/>
                  </a:lnTo>
                  <a:cubicBezTo>
                    <a:pt x="3768" y="433"/>
                    <a:pt x="3768" y="0"/>
                    <a:pt x="3479"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3" name="Google Shape;15863;p67"/>
            <p:cNvSpPr/>
            <p:nvPr/>
          </p:nvSpPr>
          <p:spPr>
            <a:xfrm>
              <a:off x="1472570" y="1633097"/>
              <a:ext cx="149504" cy="11377"/>
            </a:xfrm>
            <a:custGeom>
              <a:avLst/>
              <a:gdLst/>
              <a:ahLst/>
              <a:cxnLst/>
              <a:rect l="l" t="t" r="r" b="b"/>
              <a:pathLst>
                <a:path w="5703" h="434" extrusionOk="0">
                  <a:moveTo>
                    <a:pt x="289" y="0"/>
                  </a:moveTo>
                  <a:cubicBezTo>
                    <a:pt x="0" y="0"/>
                    <a:pt x="0" y="433"/>
                    <a:pt x="289" y="433"/>
                  </a:cubicBezTo>
                  <a:lnTo>
                    <a:pt x="5414" y="433"/>
                  </a:lnTo>
                  <a:cubicBezTo>
                    <a:pt x="5702" y="433"/>
                    <a:pt x="5702" y="0"/>
                    <a:pt x="5414"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4" name="Google Shape;15864;p67"/>
            <p:cNvSpPr/>
            <p:nvPr/>
          </p:nvSpPr>
          <p:spPr>
            <a:xfrm>
              <a:off x="1517607" y="1605100"/>
              <a:ext cx="26136" cy="11377"/>
            </a:xfrm>
            <a:custGeom>
              <a:avLst/>
              <a:gdLst/>
              <a:ahLst/>
              <a:cxnLst/>
              <a:rect l="l" t="t" r="r" b="b"/>
              <a:pathLst>
                <a:path w="997" h="434" extrusionOk="0">
                  <a:moveTo>
                    <a:pt x="275" y="0"/>
                  </a:moveTo>
                  <a:cubicBezTo>
                    <a:pt x="0" y="0"/>
                    <a:pt x="0" y="433"/>
                    <a:pt x="275" y="433"/>
                  </a:cubicBezTo>
                  <a:lnTo>
                    <a:pt x="708" y="433"/>
                  </a:lnTo>
                  <a:cubicBezTo>
                    <a:pt x="996" y="433"/>
                    <a:pt x="996" y="0"/>
                    <a:pt x="708"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5" name="Google Shape;15865;p67"/>
            <p:cNvSpPr/>
            <p:nvPr/>
          </p:nvSpPr>
          <p:spPr>
            <a:xfrm>
              <a:off x="1550900" y="1605100"/>
              <a:ext cx="37487" cy="11377"/>
            </a:xfrm>
            <a:custGeom>
              <a:avLst/>
              <a:gdLst/>
              <a:ahLst/>
              <a:cxnLst/>
              <a:rect l="l" t="t" r="r" b="b"/>
              <a:pathLst>
                <a:path w="1430" h="434" extrusionOk="0">
                  <a:moveTo>
                    <a:pt x="289" y="0"/>
                  </a:moveTo>
                  <a:cubicBezTo>
                    <a:pt x="1" y="0"/>
                    <a:pt x="1" y="433"/>
                    <a:pt x="289" y="433"/>
                  </a:cubicBezTo>
                  <a:lnTo>
                    <a:pt x="1141" y="433"/>
                  </a:lnTo>
                  <a:cubicBezTo>
                    <a:pt x="1430" y="433"/>
                    <a:pt x="1430" y="0"/>
                    <a:pt x="1141"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6" name="Google Shape;15866;p67"/>
            <p:cNvSpPr/>
            <p:nvPr/>
          </p:nvSpPr>
          <p:spPr>
            <a:xfrm>
              <a:off x="1474457" y="1582765"/>
              <a:ext cx="33712" cy="33712"/>
            </a:xfrm>
            <a:custGeom>
              <a:avLst/>
              <a:gdLst/>
              <a:ahLst/>
              <a:cxnLst/>
              <a:rect l="l" t="t" r="r" b="b"/>
              <a:pathLst>
                <a:path w="1286" h="1286" extrusionOk="0">
                  <a:moveTo>
                    <a:pt x="217" y="0"/>
                  </a:moveTo>
                  <a:cubicBezTo>
                    <a:pt x="102" y="0"/>
                    <a:pt x="1" y="101"/>
                    <a:pt x="1" y="217"/>
                  </a:cubicBezTo>
                  <a:lnTo>
                    <a:pt x="1" y="1069"/>
                  </a:lnTo>
                  <a:cubicBezTo>
                    <a:pt x="1" y="1184"/>
                    <a:pt x="102" y="1285"/>
                    <a:pt x="217" y="1285"/>
                  </a:cubicBezTo>
                  <a:lnTo>
                    <a:pt x="1069" y="1285"/>
                  </a:lnTo>
                  <a:cubicBezTo>
                    <a:pt x="1184" y="1285"/>
                    <a:pt x="1285" y="1184"/>
                    <a:pt x="1285" y="1069"/>
                  </a:cubicBezTo>
                  <a:lnTo>
                    <a:pt x="1285" y="217"/>
                  </a:lnTo>
                  <a:cubicBezTo>
                    <a:pt x="1285" y="101"/>
                    <a:pt x="1184" y="0"/>
                    <a:pt x="1069"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7" name="Google Shape;15867;p67"/>
            <p:cNvSpPr/>
            <p:nvPr/>
          </p:nvSpPr>
          <p:spPr>
            <a:xfrm>
              <a:off x="1496792" y="1555134"/>
              <a:ext cx="100692" cy="11010"/>
            </a:xfrm>
            <a:custGeom>
              <a:avLst/>
              <a:gdLst/>
              <a:ahLst/>
              <a:cxnLst/>
              <a:rect l="l" t="t" r="r" b="b"/>
              <a:pathLst>
                <a:path w="3841" h="420" extrusionOk="0">
                  <a:moveTo>
                    <a:pt x="217" y="1"/>
                  </a:moveTo>
                  <a:cubicBezTo>
                    <a:pt x="101" y="1"/>
                    <a:pt x="0" y="87"/>
                    <a:pt x="0" y="203"/>
                  </a:cubicBezTo>
                  <a:cubicBezTo>
                    <a:pt x="0" y="318"/>
                    <a:pt x="101" y="419"/>
                    <a:pt x="217" y="419"/>
                  </a:cubicBezTo>
                  <a:lnTo>
                    <a:pt x="3638" y="419"/>
                  </a:lnTo>
                  <a:cubicBezTo>
                    <a:pt x="3754" y="419"/>
                    <a:pt x="3840" y="318"/>
                    <a:pt x="3840" y="203"/>
                  </a:cubicBezTo>
                  <a:cubicBezTo>
                    <a:pt x="3840" y="87"/>
                    <a:pt x="3754" y="1"/>
                    <a:pt x="363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68" name="Google Shape;15868;p67"/>
            <p:cNvSpPr/>
            <p:nvPr/>
          </p:nvSpPr>
          <p:spPr>
            <a:xfrm>
              <a:off x="1482794" y="1591075"/>
              <a:ext cx="17040" cy="17066"/>
            </a:xfrm>
            <a:custGeom>
              <a:avLst/>
              <a:gdLst/>
              <a:ahLst/>
              <a:cxnLst/>
              <a:rect l="l" t="t" r="r" b="b"/>
              <a:pathLst>
                <a:path w="650" h="651" extrusionOk="0">
                  <a:moveTo>
                    <a:pt x="332" y="1"/>
                  </a:moveTo>
                  <a:cubicBezTo>
                    <a:pt x="145" y="1"/>
                    <a:pt x="0" y="145"/>
                    <a:pt x="0" y="319"/>
                  </a:cubicBezTo>
                  <a:cubicBezTo>
                    <a:pt x="0" y="506"/>
                    <a:pt x="145" y="651"/>
                    <a:pt x="332" y="651"/>
                  </a:cubicBezTo>
                  <a:cubicBezTo>
                    <a:pt x="505" y="651"/>
                    <a:pt x="650" y="506"/>
                    <a:pt x="650" y="319"/>
                  </a:cubicBezTo>
                  <a:cubicBezTo>
                    <a:pt x="650" y="145"/>
                    <a:pt x="505" y="1"/>
                    <a:pt x="332" y="1"/>
                  </a:cubicBezTo>
                  <a:close/>
                </a:path>
              </a:pathLst>
            </a:custGeom>
            <a:solidFill>
              <a:srgbClr val="A8B9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69" name="Google Shape;15869;p67"/>
          <p:cNvGrpSpPr/>
          <p:nvPr/>
        </p:nvGrpSpPr>
        <p:grpSpPr>
          <a:xfrm>
            <a:off x="2294441" y="1512744"/>
            <a:ext cx="352697" cy="352723"/>
            <a:chOff x="2319498" y="1512744"/>
            <a:chExt cx="352697" cy="352723"/>
          </a:xfrm>
        </p:grpSpPr>
        <p:sp>
          <p:nvSpPr>
            <p:cNvPr id="15870" name="Google Shape;15870;p67"/>
            <p:cNvSpPr/>
            <p:nvPr/>
          </p:nvSpPr>
          <p:spPr>
            <a:xfrm>
              <a:off x="2319498" y="1512744"/>
              <a:ext cx="352697" cy="352723"/>
            </a:xfrm>
            <a:custGeom>
              <a:avLst/>
              <a:gdLst/>
              <a:ahLst/>
              <a:cxnLst/>
              <a:rect l="l" t="t" r="r" b="b"/>
              <a:pathLst>
                <a:path w="13454" h="13455" extrusionOk="0">
                  <a:moveTo>
                    <a:pt x="6727" y="1"/>
                  </a:moveTo>
                  <a:cubicBezTo>
                    <a:pt x="3017" y="1"/>
                    <a:pt x="0" y="3018"/>
                    <a:pt x="0" y="6728"/>
                  </a:cubicBezTo>
                  <a:cubicBezTo>
                    <a:pt x="0" y="10438"/>
                    <a:pt x="3017" y="13455"/>
                    <a:pt x="6727" y="13455"/>
                  </a:cubicBezTo>
                  <a:cubicBezTo>
                    <a:pt x="10437" y="13455"/>
                    <a:pt x="13454" y="10438"/>
                    <a:pt x="13454" y="6728"/>
                  </a:cubicBezTo>
                  <a:cubicBezTo>
                    <a:pt x="13454" y="3018"/>
                    <a:pt x="10437" y="1"/>
                    <a:pt x="6727" y="1"/>
                  </a:cubicBezTo>
                  <a:close/>
                </a:path>
              </a:pathLst>
            </a:custGeom>
            <a:solidFill>
              <a:srgbClr val="92A3B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1" name="Google Shape;15871;p67"/>
            <p:cNvSpPr/>
            <p:nvPr/>
          </p:nvSpPr>
          <p:spPr>
            <a:xfrm>
              <a:off x="2345975" y="1539248"/>
              <a:ext cx="299742" cy="299742"/>
            </a:xfrm>
            <a:custGeom>
              <a:avLst/>
              <a:gdLst/>
              <a:ahLst/>
              <a:cxnLst/>
              <a:rect l="l" t="t" r="r" b="b"/>
              <a:pathLst>
                <a:path w="11434" h="11434" extrusionOk="0">
                  <a:moveTo>
                    <a:pt x="5717" y="0"/>
                  </a:moveTo>
                  <a:cubicBezTo>
                    <a:pt x="2556" y="0"/>
                    <a:pt x="0" y="2555"/>
                    <a:pt x="0" y="5717"/>
                  </a:cubicBezTo>
                  <a:cubicBezTo>
                    <a:pt x="0" y="8878"/>
                    <a:pt x="2556" y="11433"/>
                    <a:pt x="5717" y="11433"/>
                  </a:cubicBezTo>
                  <a:cubicBezTo>
                    <a:pt x="8878" y="11433"/>
                    <a:pt x="11433" y="8878"/>
                    <a:pt x="11433" y="5717"/>
                  </a:cubicBezTo>
                  <a:cubicBezTo>
                    <a:pt x="11433" y="2555"/>
                    <a:pt x="8878" y="0"/>
                    <a:pt x="5717" y="0"/>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2" name="Google Shape;15872;p67"/>
            <p:cNvSpPr/>
            <p:nvPr/>
          </p:nvSpPr>
          <p:spPr>
            <a:xfrm>
              <a:off x="2490524" y="1560534"/>
              <a:ext cx="11010" cy="133880"/>
            </a:xfrm>
            <a:custGeom>
              <a:avLst/>
              <a:gdLst/>
              <a:ahLst/>
              <a:cxnLst/>
              <a:rect l="l" t="t" r="r" b="b"/>
              <a:pathLst>
                <a:path w="420" h="5107" extrusionOk="0">
                  <a:moveTo>
                    <a:pt x="212" y="0"/>
                  </a:moveTo>
                  <a:cubicBezTo>
                    <a:pt x="116" y="0"/>
                    <a:pt x="22" y="62"/>
                    <a:pt x="15" y="184"/>
                  </a:cubicBezTo>
                  <a:lnTo>
                    <a:pt x="15" y="4905"/>
                  </a:lnTo>
                  <a:cubicBezTo>
                    <a:pt x="1" y="5020"/>
                    <a:pt x="102" y="5107"/>
                    <a:pt x="203" y="5107"/>
                  </a:cubicBezTo>
                  <a:cubicBezTo>
                    <a:pt x="318" y="5107"/>
                    <a:pt x="419" y="5020"/>
                    <a:pt x="419" y="4905"/>
                  </a:cubicBezTo>
                  <a:lnTo>
                    <a:pt x="419" y="184"/>
                  </a:lnTo>
                  <a:cubicBezTo>
                    <a:pt x="405" y="62"/>
                    <a:pt x="308" y="0"/>
                    <a:pt x="212"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3" name="Google Shape;15873;p67"/>
            <p:cNvSpPr/>
            <p:nvPr/>
          </p:nvSpPr>
          <p:spPr>
            <a:xfrm>
              <a:off x="2489397" y="1683771"/>
              <a:ext cx="137917" cy="10696"/>
            </a:xfrm>
            <a:custGeom>
              <a:avLst/>
              <a:gdLst/>
              <a:ahLst/>
              <a:cxnLst/>
              <a:rect l="l" t="t" r="r" b="b"/>
              <a:pathLst>
                <a:path w="5261" h="408" extrusionOk="0">
                  <a:moveTo>
                    <a:pt x="5006" y="0"/>
                  </a:moveTo>
                  <a:cubicBezTo>
                    <a:pt x="4998" y="0"/>
                    <a:pt x="4990" y="1"/>
                    <a:pt x="4981" y="2"/>
                  </a:cubicBezTo>
                  <a:lnTo>
                    <a:pt x="246" y="2"/>
                  </a:lnTo>
                  <a:cubicBezTo>
                    <a:pt x="1" y="30"/>
                    <a:pt x="1" y="391"/>
                    <a:pt x="246" y="406"/>
                  </a:cubicBezTo>
                  <a:lnTo>
                    <a:pt x="4981" y="406"/>
                  </a:lnTo>
                  <a:cubicBezTo>
                    <a:pt x="4990" y="407"/>
                    <a:pt x="4998" y="407"/>
                    <a:pt x="5006" y="407"/>
                  </a:cubicBezTo>
                  <a:cubicBezTo>
                    <a:pt x="5261" y="407"/>
                    <a:pt x="5261" y="0"/>
                    <a:pt x="5006"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4" name="Google Shape;15874;p67"/>
            <p:cNvSpPr/>
            <p:nvPr/>
          </p:nvSpPr>
          <p:spPr>
            <a:xfrm>
              <a:off x="2383069" y="1576316"/>
              <a:ext cx="280422" cy="262753"/>
            </a:xfrm>
            <a:custGeom>
              <a:avLst/>
              <a:gdLst/>
              <a:ahLst/>
              <a:cxnLst/>
              <a:rect l="l" t="t" r="r" b="b"/>
              <a:pathLst>
                <a:path w="10697" h="10023" extrusionOk="0">
                  <a:moveTo>
                    <a:pt x="8070" y="1"/>
                  </a:moveTo>
                  <a:lnTo>
                    <a:pt x="8070" y="1"/>
                  </a:lnTo>
                  <a:cubicBezTo>
                    <a:pt x="10033" y="2253"/>
                    <a:pt x="9917" y="5674"/>
                    <a:pt x="7795" y="7796"/>
                  </a:cubicBezTo>
                  <a:cubicBezTo>
                    <a:pt x="6686" y="8906"/>
                    <a:pt x="5225" y="9467"/>
                    <a:pt x="3760" y="9467"/>
                  </a:cubicBezTo>
                  <a:cubicBezTo>
                    <a:pt x="2422" y="9467"/>
                    <a:pt x="1082" y="8999"/>
                    <a:pt x="0" y="8056"/>
                  </a:cubicBezTo>
                  <a:lnTo>
                    <a:pt x="0" y="8056"/>
                  </a:lnTo>
                  <a:cubicBezTo>
                    <a:pt x="1131" y="9360"/>
                    <a:pt x="2719" y="10023"/>
                    <a:pt x="4311" y="10023"/>
                  </a:cubicBezTo>
                  <a:cubicBezTo>
                    <a:pt x="5767" y="10023"/>
                    <a:pt x="7227" y="9469"/>
                    <a:pt x="8344" y="8345"/>
                  </a:cubicBezTo>
                  <a:cubicBezTo>
                    <a:pt x="10697" y="6006"/>
                    <a:pt x="10567" y="2166"/>
                    <a:pt x="8070" y="1"/>
                  </a:cubicBezTo>
                  <a:close/>
                </a:path>
              </a:pathLst>
            </a:custGeom>
            <a:solidFill>
              <a:srgbClr val="E4EA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5" name="Google Shape;15875;p67"/>
            <p:cNvSpPr/>
            <p:nvPr/>
          </p:nvSpPr>
          <p:spPr>
            <a:xfrm>
              <a:off x="2365662" y="1683771"/>
              <a:ext cx="21732" cy="10696"/>
            </a:xfrm>
            <a:custGeom>
              <a:avLst/>
              <a:gdLst/>
              <a:ahLst/>
              <a:cxnLst/>
              <a:rect l="l" t="t" r="r" b="b"/>
              <a:pathLst>
                <a:path w="829" h="408" extrusionOk="0">
                  <a:moveTo>
                    <a:pt x="561" y="0"/>
                  </a:moveTo>
                  <a:cubicBezTo>
                    <a:pt x="552" y="0"/>
                    <a:pt x="543" y="1"/>
                    <a:pt x="534" y="2"/>
                  </a:cubicBezTo>
                  <a:lnTo>
                    <a:pt x="246" y="2"/>
                  </a:lnTo>
                  <a:cubicBezTo>
                    <a:pt x="0" y="30"/>
                    <a:pt x="0" y="391"/>
                    <a:pt x="246" y="406"/>
                  </a:cubicBezTo>
                  <a:lnTo>
                    <a:pt x="534" y="406"/>
                  </a:lnTo>
                  <a:cubicBezTo>
                    <a:pt x="543" y="407"/>
                    <a:pt x="552" y="407"/>
                    <a:pt x="561" y="407"/>
                  </a:cubicBezTo>
                  <a:cubicBezTo>
                    <a:pt x="828" y="407"/>
                    <a:pt x="828" y="0"/>
                    <a:pt x="561"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6" name="Google Shape;15876;p67"/>
            <p:cNvSpPr/>
            <p:nvPr/>
          </p:nvSpPr>
          <p:spPr>
            <a:xfrm>
              <a:off x="2490524" y="1799589"/>
              <a:ext cx="11377" cy="18613"/>
            </a:xfrm>
            <a:custGeom>
              <a:avLst/>
              <a:gdLst/>
              <a:ahLst/>
              <a:cxnLst/>
              <a:rect l="l" t="t" r="r" b="b"/>
              <a:pathLst>
                <a:path w="434" h="710" extrusionOk="0">
                  <a:moveTo>
                    <a:pt x="217" y="1"/>
                  </a:moveTo>
                  <a:cubicBezTo>
                    <a:pt x="109" y="1"/>
                    <a:pt x="1" y="73"/>
                    <a:pt x="15" y="217"/>
                  </a:cubicBezTo>
                  <a:lnTo>
                    <a:pt x="15" y="506"/>
                  </a:lnTo>
                  <a:cubicBezTo>
                    <a:pt x="1" y="622"/>
                    <a:pt x="102" y="708"/>
                    <a:pt x="203" y="708"/>
                  </a:cubicBezTo>
                  <a:cubicBezTo>
                    <a:pt x="210" y="709"/>
                    <a:pt x="218" y="710"/>
                    <a:pt x="225" y="710"/>
                  </a:cubicBezTo>
                  <a:cubicBezTo>
                    <a:pt x="331" y="710"/>
                    <a:pt x="419" y="615"/>
                    <a:pt x="419" y="520"/>
                  </a:cubicBezTo>
                  <a:lnTo>
                    <a:pt x="419" y="217"/>
                  </a:lnTo>
                  <a:cubicBezTo>
                    <a:pt x="434" y="73"/>
                    <a:pt x="326" y="1"/>
                    <a:pt x="217"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7" name="Google Shape;15877;p67"/>
            <p:cNvSpPr/>
            <p:nvPr/>
          </p:nvSpPr>
          <p:spPr>
            <a:xfrm>
              <a:off x="2401393" y="1596554"/>
              <a:ext cx="19163" cy="15755"/>
            </a:xfrm>
            <a:custGeom>
              <a:avLst/>
              <a:gdLst/>
              <a:ahLst/>
              <a:cxnLst/>
              <a:rect l="l" t="t" r="r" b="b"/>
              <a:pathLst>
                <a:path w="731" h="601" extrusionOk="0">
                  <a:moveTo>
                    <a:pt x="268" y="1"/>
                  </a:moveTo>
                  <a:cubicBezTo>
                    <a:pt x="121" y="1"/>
                    <a:pt x="1" y="184"/>
                    <a:pt x="124" y="340"/>
                  </a:cubicBezTo>
                  <a:lnTo>
                    <a:pt x="326" y="543"/>
                  </a:lnTo>
                  <a:cubicBezTo>
                    <a:pt x="369" y="571"/>
                    <a:pt x="413" y="600"/>
                    <a:pt x="470" y="600"/>
                  </a:cubicBezTo>
                  <a:cubicBezTo>
                    <a:pt x="644" y="600"/>
                    <a:pt x="730" y="384"/>
                    <a:pt x="615" y="254"/>
                  </a:cubicBezTo>
                  <a:lnTo>
                    <a:pt x="398" y="52"/>
                  </a:lnTo>
                  <a:cubicBezTo>
                    <a:pt x="356" y="16"/>
                    <a:pt x="311" y="1"/>
                    <a:pt x="268"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8" name="Google Shape;15878;p67"/>
            <p:cNvSpPr/>
            <p:nvPr/>
          </p:nvSpPr>
          <p:spPr>
            <a:xfrm>
              <a:off x="2569563" y="1765378"/>
              <a:ext cx="20893" cy="16830"/>
            </a:xfrm>
            <a:custGeom>
              <a:avLst/>
              <a:gdLst/>
              <a:ahLst/>
              <a:cxnLst/>
              <a:rect l="l" t="t" r="r" b="b"/>
              <a:pathLst>
                <a:path w="797" h="642" extrusionOk="0">
                  <a:moveTo>
                    <a:pt x="313" y="0"/>
                  </a:moveTo>
                  <a:cubicBezTo>
                    <a:pt x="149" y="0"/>
                    <a:pt x="1" y="225"/>
                    <a:pt x="176" y="368"/>
                  </a:cubicBezTo>
                  <a:lnTo>
                    <a:pt x="393" y="584"/>
                  </a:lnTo>
                  <a:cubicBezTo>
                    <a:pt x="421" y="613"/>
                    <a:pt x="479" y="642"/>
                    <a:pt x="537" y="642"/>
                  </a:cubicBezTo>
                  <a:cubicBezTo>
                    <a:pt x="710" y="642"/>
                    <a:pt x="797" y="425"/>
                    <a:pt x="681" y="295"/>
                  </a:cubicBezTo>
                  <a:lnTo>
                    <a:pt x="465" y="79"/>
                  </a:lnTo>
                  <a:cubicBezTo>
                    <a:pt x="419" y="23"/>
                    <a:pt x="366" y="0"/>
                    <a:pt x="313"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79" name="Google Shape;15879;p67"/>
            <p:cNvSpPr/>
            <p:nvPr/>
          </p:nvSpPr>
          <p:spPr>
            <a:xfrm>
              <a:off x="2571136" y="1595610"/>
              <a:ext cx="20841" cy="16699"/>
            </a:xfrm>
            <a:custGeom>
              <a:avLst/>
              <a:gdLst/>
              <a:ahLst/>
              <a:cxnLst/>
              <a:rect l="l" t="t" r="r" b="b"/>
              <a:pathLst>
                <a:path w="795" h="637" extrusionOk="0">
                  <a:moveTo>
                    <a:pt x="491" y="1"/>
                  </a:moveTo>
                  <a:cubicBezTo>
                    <a:pt x="436" y="1"/>
                    <a:pt x="380" y="26"/>
                    <a:pt x="333" y="88"/>
                  </a:cubicBezTo>
                  <a:lnTo>
                    <a:pt x="116" y="290"/>
                  </a:lnTo>
                  <a:cubicBezTo>
                    <a:pt x="1" y="420"/>
                    <a:pt x="87" y="636"/>
                    <a:pt x="260" y="636"/>
                  </a:cubicBezTo>
                  <a:cubicBezTo>
                    <a:pt x="318" y="636"/>
                    <a:pt x="376" y="607"/>
                    <a:pt x="405" y="579"/>
                  </a:cubicBezTo>
                  <a:lnTo>
                    <a:pt x="621" y="362"/>
                  </a:lnTo>
                  <a:cubicBezTo>
                    <a:pt x="794" y="222"/>
                    <a:pt x="652" y="1"/>
                    <a:pt x="491"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0" name="Google Shape;15880;p67"/>
            <p:cNvSpPr/>
            <p:nvPr/>
          </p:nvSpPr>
          <p:spPr>
            <a:xfrm>
              <a:off x="2401236" y="1766296"/>
              <a:ext cx="19583" cy="15913"/>
            </a:xfrm>
            <a:custGeom>
              <a:avLst/>
              <a:gdLst/>
              <a:ahLst/>
              <a:cxnLst/>
              <a:rect l="l" t="t" r="r" b="b"/>
              <a:pathLst>
                <a:path w="747" h="607" extrusionOk="0">
                  <a:moveTo>
                    <a:pt x="456" y="0"/>
                  </a:moveTo>
                  <a:cubicBezTo>
                    <a:pt x="414" y="0"/>
                    <a:pt x="372" y="13"/>
                    <a:pt x="332" y="44"/>
                  </a:cubicBezTo>
                  <a:lnTo>
                    <a:pt x="130" y="260"/>
                  </a:lnTo>
                  <a:cubicBezTo>
                    <a:pt x="0" y="390"/>
                    <a:pt x="87" y="607"/>
                    <a:pt x="274" y="607"/>
                  </a:cubicBezTo>
                  <a:cubicBezTo>
                    <a:pt x="318" y="607"/>
                    <a:pt x="375" y="578"/>
                    <a:pt x="404" y="549"/>
                  </a:cubicBezTo>
                  <a:lnTo>
                    <a:pt x="621" y="333"/>
                  </a:lnTo>
                  <a:cubicBezTo>
                    <a:pt x="746" y="184"/>
                    <a:pt x="611" y="0"/>
                    <a:pt x="456"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1" name="Google Shape;15881;p67"/>
            <p:cNvSpPr/>
            <p:nvPr/>
          </p:nvSpPr>
          <p:spPr>
            <a:xfrm>
              <a:off x="2373160" y="1634985"/>
              <a:ext cx="23174" cy="14025"/>
            </a:xfrm>
            <a:custGeom>
              <a:avLst/>
              <a:gdLst/>
              <a:ahLst/>
              <a:cxnLst/>
              <a:rect l="l" t="t" r="r" b="b"/>
              <a:pathLst>
                <a:path w="884" h="535" extrusionOk="0">
                  <a:moveTo>
                    <a:pt x="303" y="0"/>
                  </a:moveTo>
                  <a:cubicBezTo>
                    <a:pt x="104" y="0"/>
                    <a:pt x="0" y="330"/>
                    <a:pt x="248" y="405"/>
                  </a:cubicBezTo>
                  <a:lnTo>
                    <a:pt x="523" y="520"/>
                  </a:lnTo>
                  <a:cubicBezTo>
                    <a:pt x="551" y="520"/>
                    <a:pt x="566" y="535"/>
                    <a:pt x="595" y="535"/>
                  </a:cubicBezTo>
                  <a:cubicBezTo>
                    <a:pt x="811" y="535"/>
                    <a:pt x="883" y="231"/>
                    <a:pt x="681" y="145"/>
                  </a:cubicBezTo>
                  <a:lnTo>
                    <a:pt x="407" y="29"/>
                  </a:lnTo>
                  <a:cubicBezTo>
                    <a:pt x="370" y="9"/>
                    <a:pt x="335" y="0"/>
                    <a:pt x="303"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2" name="Google Shape;15882;p67"/>
            <p:cNvSpPr/>
            <p:nvPr/>
          </p:nvSpPr>
          <p:spPr>
            <a:xfrm>
              <a:off x="2595516" y="1729333"/>
              <a:ext cx="21811" cy="13527"/>
            </a:xfrm>
            <a:custGeom>
              <a:avLst/>
              <a:gdLst/>
              <a:ahLst/>
              <a:cxnLst/>
              <a:rect l="l" t="t" r="r" b="b"/>
              <a:pathLst>
                <a:path w="832" h="516" extrusionOk="0">
                  <a:moveTo>
                    <a:pt x="291" y="0"/>
                  </a:moveTo>
                  <a:cubicBezTo>
                    <a:pt x="100" y="0"/>
                    <a:pt x="1" y="281"/>
                    <a:pt x="197" y="386"/>
                  </a:cubicBezTo>
                  <a:lnTo>
                    <a:pt x="471" y="501"/>
                  </a:lnTo>
                  <a:cubicBezTo>
                    <a:pt x="500" y="516"/>
                    <a:pt x="529" y="516"/>
                    <a:pt x="557" y="516"/>
                  </a:cubicBezTo>
                  <a:cubicBezTo>
                    <a:pt x="774" y="516"/>
                    <a:pt x="832" y="212"/>
                    <a:pt x="630" y="126"/>
                  </a:cubicBezTo>
                  <a:lnTo>
                    <a:pt x="355" y="10"/>
                  </a:lnTo>
                  <a:cubicBezTo>
                    <a:pt x="333" y="3"/>
                    <a:pt x="312" y="0"/>
                    <a:pt x="291"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3" name="Google Shape;15883;p67"/>
            <p:cNvSpPr/>
            <p:nvPr/>
          </p:nvSpPr>
          <p:spPr>
            <a:xfrm>
              <a:off x="2535195" y="1570129"/>
              <a:ext cx="15650" cy="17197"/>
            </a:xfrm>
            <a:custGeom>
              <a:avLst/>
              <a:gdLst/>
              <a:ahLst/>
              <a:cxnLst/>
              <a:rect l="l" t="t" r="r" b="b"/>
              <a:pathLst>
                <a:path w="597" h="656" extrusionOk="0">
                  <a:moveTo>
                    <a:pt x="345" y="1"/>
                  </a:moveTo>
                  <a:cubicBezTo>
                    <a:pt x="279" y="1"/>
                    <a:pt x="213" y="32"/>
                    <a:pt x="173" y="107"/>
                  </a:cubicBezTo>
                  <a:lnTo>
                    <a:pt x="58" y="381"/>
                  </a:lnTo>
                  <a:cubicBezTo>
                    <a:pt x="0" y="511"/>
                    <a:pt x="87" y="656"/>
                    <a:pt x="231" y="656"/>
                  </a:cubicBezTo>
                  <a:lnTo>
                    <a:pt x="246" y="656"/>
                  </a:lnTo>
                  <a:cubicBezTo>
                    <a:pt x="332" y="656"/>
                    <a:pt x="390" y="612"/>
                    <a:pt x="433" y="540"/>
                  </a:cubicBezTo>
                  <a:lnTo>
                    <a:pt x="549" y="266"/>
                  </a:lnTo>
                  <a:cubicBezTo>
                    <a:pt x="596" y="115"/>
                    <a:pt x="470" y="1"/>
                    <a:pt x="345"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4" name="Google Shape;15884;p67"/>
            <p:cNvSpPr/>
            <p:nvPr/>
          </p:nvSpPr>
          <p:spPr>
            <a:xfrm>
              <a:off x="2441345" y="1790099"/>
              <a:ext cx="16463" cy="18219"/>
            </a:xfrm>
            <a:custGeom>
              <a:avLst/>
              <a:gdLst/>
              <a:ahLst/>
              <a:cxnLst/>
              <a:rect l="l" t="t" r="r" b="b"/>
              <a:pathLst>
                <a:path w="628" h="695" extrusionOk="0">
                  <a:moveTo>
                    <a:pt x="349" y="1"/>
                  </a:moveTo>
                  <a:cubicBezTo>
                    <a:pt x="272" y="1"/>
                    <a:pt x="195" y="43"/>
                    <a:pt x="159" y="146"/>
                  </a:cubicBezTo>
                  <a:lnTo>
                    <a:pt x="58" y="421"/>
                  </a:lnTo>
                  <a:cubicBezTo>
                    <a:pt x="0" y="550"/>
                    <a:pt x="87" y="695"/>
                    <a:pt x="231" y="695"/>
                  </a:cubicBezTo>
                  <a:lnTo>
                    <a:pt x="246" y="695"/>
                  </a:lnTo>
                  <a:cubicBezTo>
                    <a:pt x="318" y="695"/>
                    <a:pt x="390" y="652"/>
                    <a:pt x="419" y="579"/>
                  </a:cubicBezTo>
                  <a:lnTo>
                    <a:pt x="534" y="305"/>
                  </a:lnTo>
                  <a:cubicBezTo>
                    <a:pt x="627" y="138"/>
                    <a:pt x="487" y="1"/>
                    <a:pt x="349"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5" name="Google Shape;15885;p67"/>
            <p:cNvSpPr/>
            <p:nvPr/>
          </p:nvSpPr>
          <p:spPr>
            <a:xfrm>
              <a:off x="2443521" y="1569290"/>
              <a:ext cx="15624" cy="17276"/>
            </a:xfrm>
            <a:custGeom>
              <a:avLst/>
              <a:gdLst/>
              <a:ahLst/>
              <a:cxnLst/>
              <a:rect l="l" t="t" r="r" b="b"/>
              <a:pathLst>
                <a:path w="596" h="659" extrusionOk="0">
                  <a:moveTo>
                    <a:pt x="252" y="0"/>
                  </a:moveTo>
                  <a:cubicBezTo>
                    <a:pt x="128" y="0"/>
                    <a:pt x="1" y="111"/>
                    <a:pt x="47" y="269"/>
                  </a:cubicBezTo>
                  <a:lnTo>
                    <a:pt x="163" y="529"/>
                  </a:lnTo>
                  <a:cubicBezTo>
                    <a:pt x="191" y="601"/>
                    <a:pt x="264" y="659"/>
                    <a:pt x="336" y="659"/>
                  </a:cubicBezTo>
                  <a:lnTo>
                    <a:pt x="350" y="659"/>
                  </a:lnTo>
                  <a:cubicBezTo>
                    <a:pt x="495" y="659"/>
                    <a:pt x="596" y="514"/>
                    <a:pt x="538" y="384"/>
                  </a:cubicBezTo>
                  <a:lnTo>
                    <a:pt x="422" y="110"/>
                  </a:lnTo>
                  <a:cubicBezTo>
                    <a:pt x="387" y="33"/>
                    <a:pt x="320" y="0"/>
                    <a:pt x="252"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6" name="Google Shape;15886;p67"/>
            <p:cNvSpPr/>
            <p:nvPr/>
          </p:nvSpPr>
          <p:spPr>
            <a:xfrm>
              <a:off x="2532416" y="1791121"/>
              <a:ext cx="16411" cy="18351"/>
            </a:xfrm>
            <a:custGeom>
              <a:avLst/>
              <a:gdLst/>
              <a:ahLst/>
              <a:cxnLst/>
              <a:rect l="l" t="t" r="r" b="b"/>
              <a:pathLst>
                <a:path w="626" h="700" extrusionOk="0">
                  <a:moveTo>
                    <a:pt x="277" y="1"/>
                  </a:moveTo>
                  <a:cubicBezTo>
                    <a:pt x="140" y="1"/>
                    <a:pt x="0" y="131"/>
                    <a:pt x="92" y="295"/>
                  </a:cubicBezTo>
                  <a:lnTo>
                    <a:pt x="193" y="569"/>
                  </a:lnTo>
                  <a:cubicBezTo>
                    <a:pt x="222" y="641"/>
                    <a:pt x="294" y="699"/>
                    <a:pt x="380" y="699"/>
                  </a:cubicBezTo>
                  <a:lnTo>
                    <a:pt x="395" y="699"/>
                  </a:lnTo>
                  <a:cubicBezTo>
                    <a:pt x="525" y="685"/>
                    <a:pt x="626" y="555"/>
                    <a:pt x="568" y="425"/>
                  </a:cubicBezTo>
                  <a:lnTo>
                    <a:pt x="467" y="151"/>
                  </a:lnTo>
                  <a:cubicBezTo>
                    <a:pt x="435" y="45"/>
                    <a:pt x="357" y="1"/>
                    <a:pt x="277"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7" name="Google Shape;15887;p67"/>
            <p:cNvSpPr/>
            <p:nvPr/>
          </p:nvSpPr>
          <p:spPr>
            <a:xfrm>
              <a:off x="2596486" y="1637370"/>
              <a:ext cx="21785" cy="13527"/>
            </a:xfrm>
            <a:custGeom>
              <a:avLst/>
              <a:gdLst/>
              <a:ahLst/>
              <a:cxnLst/>
              <a:rect l="l" t="t" r="r" b="b"/>
              <a:pathLst>
                <a:path w="831" h="516" extrusionOk="0">
                  <a:moveTo>
                    <a:pt x="539" y="1"/>
                  </a:moveTo>
                  <a:cubicBezTo>
                    <a:pt x="519" y="1"/>
                    <a:pt x="499" y="4"/>
                    <a:pt x="477" y="10"/>
                  </a:cubicBezTo>
                  <a:lnTo>
                    <a:pt x="203" y="126"/>
                  </a:lnTo>
                  <a:cubicBezTo>
                    <a:pt x="1" y="213"/>
                    <a:pt x="59" y="516"/>
                    <a:pt x="275" y="516"/>
                  </a:cubicBezTo>
                  <a:cubicBezTo>
                    <a:pt x="304" y="516"/>
                    <a:pt x="333" y="516"/>
                    <a:pt x="347" y="501"/>
                  </a:cubicBezTo>
                  <a:lnTo>
                    <a:pt x="621" y="400"/>
                  </a:lnTo>
                  <a:cubicBezTo>
                    <a:pt x="831" y="295"/>
                    <a:pt x="732" y="1"/>
                    <a:pt x="539" y="1"/>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88" name="Google Shape;15888;p67"/>
            <p:cNvSpPr/>
            <p:nvPr/>
          </p:nvSpPr>
          <p:spPr>
            <a:xfrm>
              <a:off x="2373606" y="1727052"/>
              <a:ext cx="22859" cy="13920"/>
            </a:xfrm>
            <a:custGeom>
              <a:avLst/>
              <a:gdLst/>
              <a:ahLst/>
              <a:cxnLst/>
              <a:rect l="l" t="t" r="r" b="b"/>
              <a:pathLst>
                <a:path w="872" h="531" extrusionOk="0">
                  <a:moveTo>
                    <a:pt x="575" y="0"/>
                  </a:moveTo>
                  <a:cubicBezTo>
                    <a:pt x="544" y="0"/>
                    <a:pt x="511" y="8"/>
                    <a:pt x="477" y="25"/>
                  </a:cubicBezTo>
                  <a:lnTo>
                    <a:pt x="202" y="141"/>
                  </a:lnTo>
                  <a:cubicBezTo>
                    <a:pt x="0" y="213"/>
                    <a:pt x="58" y="516"/>
                    <a:pt x="289" y="530"/>
                  </a:cubicBezTo>
                  <a:cubicBezTo>
                    <a:pt x="303" y="530"/>
                    <a:pt x="332" y="516"/>
                    <a:pt x="361" y="516"/>
                  </a:cubicBezTo>
                  <a:lnTo>
                    <a:pt x="621" y="400"/>
                  </a:lnTo>
                  <a:cubicBezTo>
                    <a:pt x="871" y="325"/>
                    <a:pt x="774" y="0"/>
                    <a:pt x="575" y="0"/>
                  </a:cubicBezTo>
                  <a:close/>
                </a:path>
              </a:pathLst>
            </a:custGeom>
            <a:solidFill>
              <a:srgbClr val="93AA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89" name="Google Shape;15889;p67"/>
          <p:cNvGrpSpPr/>
          <p:nvPr/>
        </p:nvGrpSpPr>
        <p:grpSpPr>
          <a:xfrm>
            <a:off x="4211544" y="1512666"/>
            <a:ext cx="312981" cy="352697"/>
            <a:chOff x="4236601" y="1512666"/>
            <a:chExt cx="312981" cy="352697"/>
          </a:xfrm>
        </p:grpSpPr>
        <p:sp>
          <p:nvSpPr>
            <p:cNvPr id="15890" name="Google Shape;15890;p67"/>
            <p:cNvSpPr/>
            <p:nvPr/>
          </p:nvSpPr>
          <p:spPr>
            <a:xfrm>
              <a:off x="4236601" y="1512666"/>
              <a:ext cx="312981" cy="352697"/>
            </a:xfrm>
            <a:custGeom>
              <a:avLst/>
              <a:gdLst/>
              <a:ahLst/>
              <a:cxnLst/>
              <a:rect l="l" t="t" r="r" b="b"/>
              <a:pathLst>
                <a:path w="11939" h="13454" extrusionOk="0">
                  <a:moveTo>
                    <a:pt x="5969" y="0"/>
                  </a:moveTo>
                  <a:cubicBezTo>
                    <a:pt x="5933" y="0"/>
                    <a:pt x="5897" y="11"/>
                    <a:pt x="5861" y="33"/>
                  </a:cubicBezTo>
                  <a:cubicBezTo>
                    <a:pt x="5832" y="47"/>
                    <a:pt x="2743" y="1895"/>
                    <a:pt x="404" y="1895"/>
                  </a:cubicBezTo>
                  <a:cubicBezTo>
                    <a:pt x="303" y="1895"/>
                    <a:pt x="217" y="1967"/>
                    <a:pt x="202" y="2068"/>
                  </a:cubicBezTo>
                  <a:cubicBezTo>
                    <a:pt x="0" y="3656"/>
                    <a:pt x="58" y="5273"/>
                    <a:pt x="390" y="6846"/>
                  </a:cubicBezTo>
                  <a:cubicBezTo>
                    <a:pt x="650" y="8218"/>
                    <a:pt x="1198" y="9517"/>
                    <a:pt x="2007" y="10657"/>
                  </a:cubicBezTo>
                  <a:cubicBezTo>
                    <a:pt x="2988" y="11971"/>
                    <a:pt x="4345" y="12952"/>
                    <a:pt x="5919" y="13443"/>
                  </a:cubicBezTo>
                  <a:cubicBezTo>
                    <a:pt x="5933" y="13450"/>
                    <a:pt x="5951" y="13454"/>
                    <a:pt x="5971" y="13454"/>
                  </a:cubicBezTo>
                  <a:cubicBezTo>
                    <a:pt x="5991" y="13454"/>
                    <a:pt x="6012" y="13450"/>
                    <a:pt x="6034" y="13443"/>
                  </a:cubicBezTo>
                  <a:cubicBezTo>
                    <a:pt x="7608" y="12952"/>
                    <a:pt x="8964" y="11971"/>
                    <a:pt x="9946" y="10657"/>
                  </a:cubicBezTo>
                  <a:cubicBezTo>
                    <a:pt x="10754" y="9517"/>
                    <a:pt x="11303" y="8218"/>
                    <a:pt x="11563" y="6846"/>
                  </a:cubicBezTo>
                  <a:cubicBezTo>
                    <a:pt x="11880" y="5273"/>
                    <a:pt x="11938" y="3656"/>
                    <a:pt x="11736" y="2068"/>
                  </a:cubicBezTo>
                  <a:cubicBezTo>
                    <a:pt x="11722" y="1967"/>
                    <a:pt x="11635" y="1895"/>
                    <a:pt x="11534" y="1895"/>
                  </a:cubicBezTo>
                  <a:cubicBezTo>
                    <a:pt x="9195" y="1895"/>
                    <a:pt x="6106" y="47"/>
                    <a:pt x="6077" y="33"/>
                  </a:cubicBezTo>
                  <a:cubicBezTo>
                    <a:pt x="6041" y="11"/>
                    <a:pt x="6005" y="0"/>
                    <a:pt x="5969" y="0"/>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1" name="Google Shape;15891;p67"/>
            <p:cNvSpPr/>
            <p:nvPr/>
          </p:nvSpPr>
          <p:spPr>
            <a:xfrm>
              <a:off x="4383798" y="1561557"/>
              <a:ext cx="165784" cy="303806"/>
            </a:xfrm>
            <a:custGeom>
              <a:avLst/>
              <a:gdLst/>
              <a:ahLst/>
              <a:cxnLst/>
              <a:rect l="l" t="t" r="r" b="b"/>
              <a:pathLst>
                <a:path w="6324" h="11589" extrusionOk="0">
                  <a:moveTo>
                    <a:pt x="5385" y="1"/>
                  </a:moveTo>
                  <a:cubicBezTo>
                    <a:pt x="5573" y="1618"/>
                    <a:pt x="5500" y="3249"/>
                    <a:pt x="5183" y="4837"/>
                  </a:cubicBezTo>
                  <a:cubicBezTo>
                    <a:pt x="4909" y="6251"/>
                    <a:pt x="4331" y="7608"/>
                    <a:pt x="3494" y="8792"/>
                  </a:cubicBezTo>
                  <a:cubicBezTo>
                    <a:pt x="2599" y="10005"/>
                    <a:pt x="1401" y="10929"/>
                    <a:pt x="0" y="11477"/>
                  </a:cubicBezTo>
                  <a:cubicBezTo>
                    <a:pt x="87" y="11520"/>
                    <a:pt x="188" y="11549"/>
                    <a:pt x="289" y="11578"/>
                  </a:cubicBezTo>
                  <a:cubicBezTo>
                    <a:pt x="311" y="11585"/>
                    <a:pt x="332" y="11589"/>
                    <a:pt x="354" y="11589"/>
                  </a:cubicBezTo>
                  <a:cubicBezTo>
                    <a:pt x="376" y="11589"/>
                    <a:pt x="397" y="11585"/>
                    <a:pt x="419" y="11578"/>
                  </a:cubicBezTo>
                  <a:cubicBezTo>
                    <a:pt x="1978" y="11087"/>
                    <a:pt x="3349" y="10106"/>
                    <a:pt x="4317" y="8792"/>
                  </a:cubicBezTo>
                  <a:cubicBezTo>
                    <a:pt x="5125" y="7652"/>
                    <a:pt x="5674" y="6353"/>
                    <a:pt x="5948" y="4981"/>
                  </a:cubicBezTo>
                  <a:cubicBezTo>
                    <a:pt x="6265" y="3408"/>
                    <a:pt x="6323" y="1791"/>
                    <a:pt x="6121" y="203"/>
                  </a:cubicBezTo>
                  <a:cubicBezTo>
                    <a:pt x="6107" y="102"/>
                    <a:pt x="6020" y="30"/>
                    <a:pt x="5919" y="30"/>
                  </a:cubicBezTo>
                  <a:cubicBezTo>
                    <a:pt x="5746" y="30"/>
                    <a:pt x="5558" y="15"/>
                    <a:pt x="5385" y="1"/>
                  </a:cubicBezTo>
                  <a:close/>
                </a:path>
              </a:pathLst>
            </a:custGeom>
            <a:solidFill>
              <a:srgbClr val="5E74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2" name="Google Shape;15892;p67"/>
            <p:cNvSpPr/>
            <p:nvPr/>
          </p:nvSpPr>
          <p:spPr>
            <a:xfrm>
              <a:off x="4267246" y="1546326"/>
              <a:ext cx="251664" cy="283856"/>
            </a:xfrm>
            <a:custGeom>
              <a:avLst/>
              <a:gdLst/>
              <a:ahLst/>
              <a:cxnLst/>
              <a:rect l="l" t="t" r="r" b="b"/>
              <a:pathLst>
                <a:path w="9600" h="10828" extrusionOk="0">
                  <a:moveTo>
                    <a:pt x="4798" y="1"/>
                  </a:moveTo>
                  <a:cubicBezTo>
                    <a:pt x="4764" y="1"/>
                    <a:pt x="4728" y="12"/>
                    <a:pt x="4692" y="33"/>
                  </a:cubicBezTo>
                  <a:cubicBezTo>
                    <a:pt x="4677" y="48"/>
                    <a:pt x="2209" y="1520"/>
                    <a:pt x="347" y="1520"/>
                  </a:cubicBezTo>
                  <a:cubicBezTo>
                    <a:pt x="260" y="1520"/>
                    <a:pt x="174" y="1592"/>
                    <a:pt x="159" y="1679"/>
                  </a:cubicBezTo>
                  <a:cubicBezTo>
                    <a:pt x="0" y="2964"/>
                    <a:pt x="44" y="4263"/>
                    <a:pt x="303" y="5519"/>
                  </a:cubicBezTo>
                  <a:cubicBezTo>
                    <a:pt x="506" y="6616"/>
                    <a:pt x="953" y="7670"/>
                    <a:pt x="1603" y="8579"/>
                  </a:cubicBezTo>
                  <a:cubicBezTo>
                    <a:pt x="2382" y="9633"/>
                    <a:pt x="3479" y="10427"/>
                    <a:pt x="4735" y="10817"/>
                  </a:cubicBezTo>
                  <a:cubicBezTo>
                    <a:pt x="4757" y="10824"/>
                    <a:pt x="4778" y="10827"/>
                    <a:pt x="4800" y="10827"/>
                  </a:cubicBezTo>
                  <a:cubicBezTo>
                    <a:pt x="4822" y="10827"/>
                    <a:pt x="4843" y="10824"/>
                    <a:pt x="4865" y="10817"/>
                  </a:cubicBezTo>
                  <a:cubicBezTo>
                    <a:pt x="6121" y="10427"/>
                    <a:pt x="7218" y="9633"/>
                    <a:pt x="7998" y="8579"/>
                  </a:cubicBezTo>
                  <a:cubicBezTo>
                    <a:pt x="8647" y="7670"/>
                    <a:pt x="9095" y="6616"/>
                    <a:pt x="9297" y="5519"/>
                  </a:cubicBezTo>
                  <a:cubicBezTo>
                    <a:pt x="9557" y="4263"/>
                    <a:pt x="9600" y="2964"/>
                    <a:pt x="9441" y="1679"/>
                  </a:cubicBezTo>
                  <a:cubicBezTo>
                    <a:pt x="9427" y="1592"/>
                    <a:pt x="9340" y="1520"/>
                    <a:pt x="9253" y="1520"/>
                  </a:cubicBezTo>
                  <a:cubicBezTo>
                    <a:pt x="7391" y="1520"/>
                    <a:pt x="4923" y="48"/>
                    <a:pt x="4894" y="33"/>
                  </a:cubicBezTo>
                  <a:cubicBezTo>
                    <a:pt x="4865" y="12"/>
                    <a:pt x="4833" y="1"/>
                    <a:pt x="479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3" name="Google Shape;15893;p67"/>
            <p:cNvSpPr/>
            <p:nvPr/>
          </p:nvSpPr>
          <p:spPr>
            <a:xfrm>
              <a:off x="4388726" y="1585019"/>
              <a:ext cx="130184" cy="245163"/>
            </a:xfrm>
            <a:custGeom>
              <a:avLst/>
              <a:gdLst/>
              <a:ahLst/>
              <a:cxnLst/>
              <a:rect l="l" t="t" r="r" b="b"/>
              <a:pathLst>
                <a:path w="4966" h="9352" extrusionOk="0">
                  <a:moveTo>
                    <a:pt x="4071" y="1"/>
                  </a:moveTo>
                  <a:cubicBezTo>
                    <a:pt x="4215" y="1315"/>
                    <a:pt x="4143" y="2643"/>
                    <a:pt x="3898" y="3927"/>
                  </a:cubicBezTo>
                  <a:cubicBezTo>
                    <a:pt x="3667" y="5126"/>
                    <a:pt x="3190" y="6251"/>
                    <a:pt x="2483" y="7248"/>
                  </a:cubicBezTo>
                  <a:cubicBezTo>
                    <a:pt x="1833" y="8128"/>
                    <a:pt x="982" y="8835"/>
                    <a:pt x="0" y="9312"/>
                  </a:cubicBezTo>
                  <a:lnTo>
                    <a:pt x="116" y="9341"/>
                  </a:lnTo>
                  <a:cubicBezTo>
                    <a:pt x="130" y="9348"/>
                    <a:pt x="148" y="9351"/>
                    <a:pt x="168" y="9351"/>
                  </a:cubicBezTo>
                  <a:cubicBezTo>
                    <a:pt x="188" y="9351"/>
                    <a:pt x="209" y="9348"/>
                    <a:pt x="231" y="9341"/>
                  </a:cubicBezTo>
                  <a:cubicBezTo>
                    <a:pt x="1487" y="8951"/>
                    <a:pt x="2584" y="8157"/>
                    <a:pt x="3364" y="7103"/>
                  </a:cubicBezTo>
                  <a:cubicBezTo>
                    <a:pt x="4013" y="6194"/>
                    <a:pt x="4461" y="5140"/>
                    <a:pt x="4677" y="4043"/>
                  </a:cubicBezTo>
                  <a:cubicBezTo>
                    <a:pt x="4923" y="2787"/>
                    <a:pt x="4966" y="1488"/>
                    <a:pt x="4807" y="203"/>
                  </a:cubicBezTo>
                  <a:cubicBezTo>
                    <a:pt x="4793" y="116"/>
                    <a:pt x="4706" y="44"/>
                    <a:pt x="4619" y="44"/>
                  </a:cubicBezTo>
                  <a:cubicBezTo>
                    <a:pt x="4432" y="44"/>
                    <a:pt x="4244" y="30"/>
                    <a:pt x="4071"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4" name="Google Shape;15894;p67"/>
            <p:cNvSpPr/>
            <p:nvPr/>
          </p:nvSpPr>
          <p:spPr>
            <a:xfrm>
              <a:off x="4330817" y="1674727"/>
              <a:ext cx="124521" cy="84019"/>
            </a:xfrm>
            <a:custGeom>
              <a:avLst/>
              <a:gdLst/>
              <a:ahLst/>
              <a:cxnLst/>
              <a:rect l="l" t="t" r="r" b="b"/>
              <a:pathLst>
                <a:path w="4750" h="3205" extrusionOk="0">
                  <a:moveTo>
                    <a:pt x="2382" y="0"/>
                  </a:moveTo>
                  <a:cubicBezTo>
                    <a:pt x="1083" y="15"/>
                    <a:pt x="0" y="1068"/>
                    <a:pt x="0" y="2295"/>
                  </a:cubicBezTo>
                  <a:lnTo>
                    <a:pt x="0" y="3003"/>
                  </a:lnTo>
                  <a:cubicBezTo>
                    <a:pt x="0" y="3104"/>
                    <a:pt x="87" y="3205"/>
                    <a:pt x="203" y="3205"/>
                  </a:cubicBezTo>
                  <a:lnTo>
                    <a:pt x="4562" y="3205"/>
                  </a:lnTo>
                  <a:cubicBezTo>
                    <a:pt x="4663" y="3205"/>
                    <a:pt x="4750" y="3104"/>
                    <a:pt x="4750" y="3003"/>
                  </a:cubicBezTo>
                  <a:lnTo>
                    <a:pt x="4750" y="2295"/>
                  </a:lnTo>
                  <a:cubicBezTo>
                    <a:pt x="4750" y="1068"/>
                    <a:pt x="3667" y="15"/>
                    <a:pt x="2382" y="0"/>
                  </a:cubicBezTo>
                  <a:close/>
                </a:path>
              </a:pathLst>
            </a:custGeom>
            <a:solidFill>
              <a:srgbClr val="778C9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5" name="Google Shape;15895;p67"/>
            <p:cNvSpPr/>
            <p:nvPr/>
          </p:nvSpPr>
          <p:spPr>
            <a:xfrm>
              <a:off x="4383798" y="1674727"/>
              <a:ext cx="71934" cy="84019"/>
            </a:xfrm>
            <a:custGeom>
              <a:avLst/>
              <a:gdLst/>
              <a:ahLst/>
              <a:cxnLst/>
              <a:rect l="l" t="t" r="r" b="b"/>
              <a:pathLst>
                <a:path w="2744" h="3205" extrusionOk="0">
                  <a:moveTo>
                    <a:pt x="361" y="0"/>
                  </a:moveTo>
                  <a:cubicBezTo>
                    <a:pt x="231" y="0"/>
                    <a:pt x="116" y="15"/>
                    <a:pt x="0" y="29"/>
                  </a:cubicBezTo>
                  <a:cubicBezTo>
                    <a:pt x="1112" y="217"/>
                    <a:pt x="2007" y="1184"/>
                    <a:pt x="2007" y="2310"/>
                  </a:cubicBezTo>
                  <a:lnTo>
                    <a:pt x="2007" y="3003"/>
                  </a:lnTo>
                  <a:cubicBezTo>
                    <a:pt x="2007" y="3118"/>
                    <a:pt x="1920" y="3205"/>
                    <a:pt x="1805" y="3205"/>
                  </a:cubicBezTo>
                  <a:lnTo>
                    <a:pt x="2541" y="3205"/>
                  </a:lnTo>
                  <a:cubicBezTo>
                    <a:pt x="2657" y="3205"/>
                    <a:pt x="2743" y="3118"/>
                    <a:pt x="2743" y="3003"/>
                  </a:cubicBezTo>
                  <a:lnTo>
                    <a:pt x="2743" y="2295"/>
                  </a:lnTo>
                  <a:cubicBezTo>
                    <a:pt x="2729" y="1068"/>
                    <a:pt x="1646" y="15"/>
                    <a:pt x="361"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6" name="Google Shape;15896;p67"/>
            <p:cNvSpPr/>
            <p:nvPr/>
          </p:nvSpPr>
          <p:spPr>
            <a:xfrm>
              <a:off x="4379263" y="1679917"/>
              <a:ext cx="27657" cy="16017"/>
            </a:xfrm>
            <a:custGeom>
              <a:avLst/>
              <a:gdLst/>
              <a:ahLst/>
              <a:cxnLst/>
              <a:rect l="l" t="t" r="r" b="b"/>
              <a:pathLst>
                <a:path w="1055" h="611" extrusionOk="0">
                  <a:moveTo>
                    <a:pt x="527" y="1"/>
                  </a:moveTo>
                  <a:cubicBezTo>
                    <a:pt x="350" y="1"/>
                    <a:pt x="173" y="26"/>
                    <a:pt x="0" y="76"/>
                  </a:cubicBezTo>
                  <a:lnTo>
                    <a:pt x="275" y="611"/>
                  </a:lnTo>
                  <a:lnTo>
                    <a:pt x="780" y="611"/>
                  </a:lnTo>
                  <a:lnTo>
                    <a:pt x="1054" y="76"/>
                  </a:lnTo>
                  <a:cubicBezTo>
                    <a:pt x="881" y="26"/>
                    <a:pt x="704" y="1"/>
                    <a:pt x="527" y="1"/>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7" name="Google Shape;15897;p67"/>
            <p:cNvSpPr/>
            <p:nvPr/>
          </p:nvSpPr>
          <p:spPr>
            <a:xfrm>
              <a:off x="4372814" y="1689486"/>
              <a:ext cx="40528" cy="58564"/>
            </a:xfrm>
            <a:custGeom>
              <a:avLst/>
              <a:gdLst/>
              <a:ahLst/>
              <a:cxnLst/>
              <a:rect l="l" t="t" r="r" b="b"/>
              <a:pathLst>
                <a:path w="1546" h="2234" extrusionOk="0">
                  <a:moveTo>
                    <a:pt x="521" y="0"/>
                  </a:moveTo>
                  <a:cubicBezTo>
                    <a:pt x="419" y="15"/>
                    <a:pt x="333" y="72"/>
                    <a:pt x="318" y="173"/>
                  </a:cubicBezTo>
                  <a:lnTo>
                    <a:pt x="30" y="1473"/>
                  </a:lnTo>
                  <a:cubicBezTo>
                    <a:pt x="1" y="1545"/>
                    <a:pt x="30" y="1617"/>
                    <a:pt x="87" y="1675"/>
                  </a:cubicBezTo>
                  <a:lnTo>
                    <a:pt x="636" y="2180"/>
                  </a:lnTo>
                  <a:cubicBezTo>
                    <a:pt x="679" y="2216"/>
                    <a:pt x="730" y="2234"/>
                    <a:pt x="780" y="2234"/>
                  </a:cubicBezTo>
                  <a:cubicBezTo>
                    <a:pt x="831" y="2234"/>
                    <a:pt x="881" y="2216"/>
                    <a:pt x="925" y="2180"/>
                  </a:cubicBezTo>
                  <a:lnTo>
                    <a:pt x="1473" y="1675"/>
                  </a:lnTo>
                  <a:cubicBezTo>
                    <a:pt x="1517" y="1617"/>
                    <a:pt x="1545" y="1545"/>
                    <a:pt x="1531" y="1473"/>
                  </a:cubicBezTo>
                  <a:lnTo>
                    <a:pt x="1228" y="173"/>
                  </a:lnTo>
                  <a:cubicBezTo>
                    <a:pt x="1213" y="72"/>
                    <a:pt x="1127" y="15"/>
                    <a:pt x="1040" y="0"/>
                  </a:cubicBezTo>
                  <a:close/>
                </a:path>
              </a:pathLst>
            </a:custGeom>
            <a:solidFill>
              <a:srgbClr val="8E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8" name="Google Shape;15898;p67"/>
            <p:cNvSpPr/>
            <p:nvPr/>
          </p:nvSpPr>
          <p:spPr>
            <a:xfrm>
              <a:off x="4383431" y="1689486"/>
              <a:ext cx="29911" cy="58564"/>
            </a:xfrm>
            <a:custGeom>
              <a:avLst/>
              <a:gdLst/>
              <a:ahLst/>
              <a:cxnLst/>
              <a:rect l="l" t="t" r="r" b="b"/>
              <a:pathLst>
                <a:path w="1141" h="2234" extrusionOk="0">
                  <a:moveTo>
                    <a:pt x="346" y="0"/>
                  </a:moveTo>
                  <a:lnTo>
                    <a:pt x="217" y="246"/>
                  </a:lnTo>
                  <a:lnTo>
                    <a:pt x="505" y="1501"/>
                  </a:lnTo>
                  <a:lnTo>
                    <a:pt x="0" y="1978"/>
                  </a:lnTo>
                  <a:lnTo>
                    <a:pt x="231" y="2180"/>
                  </a:lnTo>
                  <a:cubicBezTo>
                    <a:pt x="274" y="2216"/>
                    <a:pt x="325" y="2234"/>
                    <a:pt x="374" y="2234"/>
                  </a:cubicBezTo>
                  <a:cubicBezTo>
                    <a:pt x="422" y="2234"/>
                    <a:pt x="469" y="2216"/>
                    <a:pt x="505" y="2180"/>
                  </a:cubicBezTo>
                  <a:lnTo>
                    <a:pt x="1068" y="1675"/>
                  </a:lnTo>
                  <a:cubicBezTo>
                    <a:pt x="1112" y="1617"/>
                    <a:pt x="1140" y="1545"/>
                    <a:pt x="1126" y="1473"/>
                  </a:cubicBezTo>
                  <a:lnTo>
                    <a:pt x="823" y="173"/>
                  </a:lnTo>
                  <a:cubicBezTo>
                    <a:pt x="808" y="72"/>
                    <a:pt x="722" y="15"/>
                    <a:pt x="635" y="0"/>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9" name="Google Shape;15899;p67"/>
            <p:cNvSpPr/>
            <p:nvPr/>
          </p:nvSpPr>
          <p:spPr>
            <a:xfrm>
              <a:off x="4372054" y="1674727"/>
              <a:ext cx="42416" cy="21208"/>
            </a:xfrm>
            <a:custGeom>
              <a:avLst/>
              <a:gdLst/>
              <a:ahLst/>
              <a:cxnLst/>
              <a:rect l="l" t="t" r="r" b="b"/>
              <a:pathLst>
                <a:path w="1618" h="809" extrusionOk="0">
                  <a:moveTo>
                    <a:pt x="809" y="0"/>
                  </a:moveTo>
                  <a:cubicBezTo>
                    <a:pt x="535" y="0"/>
                    <a:pt x="246" y="58"/>
                    <a:pt x="1" y="144"/>
                  </a:cubicBezTo>
                  <a:lnTo>
                    <a:pt x="333" y="809"/>
                  </a:lnTo>
                  <a:lnTo>
                    <a:pt x="1286" y="809"/>
                  </a:lnTo>
                  <a:lnTo>
                    <a:pt x="1618" y="144"/>
                  </a:lnTo>
                  <a:cubicBezTo>
                    <a:pt x="1358" y="43"/>
                    <a:pt x="1084" y="0"/>
                    <a:pt x="809" y="0"/>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0" name="Google Shape;15900;p67"/>
            <p:cNvSpPr/>
            <p:nvPr/>
          </p:nvSpPr>
          <p:spPr>
            <a:xfrm>
              <a:off x="4389460" y="1675094"/>
              <a:ext cx="24642" cy="20841"/>
            </a:xfrm>
            <a:custGeom>
              <a:avLst/>
              <a:gdLst/>
              <a:ahLst/>
              <a:cxnLst/>
              <a:rect l="l" t="t" r="r" b="b"/>
              <a:pathLst>
                <a:path w="940" h="795" extrusionOk="0">
                  <a:moveTo>
                    <a:pt x="405" y="1"/>
                  </a:moveTo>
                  <a:lnTo>
                    <a:pt x="1" y="795"/>
                  </a:lnTo>
                  <a:lnTo>
                    <a:pt x="607" y="795"/>
                  </a:lnTo>
                  <a:lnTo>
                    <a:pt x="939" y="130"/>
                  </a:lnTo>
                  <a:cubicBezTo>
                    <a:pt x="766" y="58"/>
                    <a:pt x="578" y="15"/>
                    <a:pt x="405" y="1"/>
                  </a:cubicBezTo>
                  <a:close/>
                </a:path>
              </a:pathLst>
            </a:custGeom>
            <a:solidFill>
              <a:srgbClr val="6B82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1" name="Google Shape;15901;p67"/>
            <p:cNvSpPr/>
            <p:nvPr/>
          </p:nvSpPr>
          <p:spPr>
            <a:xfrm>
              <a:off x="4360703" y="1596396"/>
              <a:ext cx="64751" cy="88947"/>
            </a:xfrm>
            <a:custGeom>
              <a:avLst/>
              <a:gdLst/>
              <a:ahLst/>
              <a:cxnLst/>
              <a:rect l="l" t="t" r="r" b="b"/>
              <a:pathLst>
                <a:path w="2470" h="3393" extrusionOk="0">
                  <a:moveTo>
                    <a:pt x="1242" y="0"/>
                  </a:moveTo>
                  <a:cubicBezTo>
                    <a:pt x="549" y="0"/>
                    <a:pt x="1" y="563"/>
                    <a:pt x="1" y="1241"/>
                  </a:cubicBezTo>
                  <a:lnTo>
                    <a:pt x="1" y="2151"/>
                  </a:lnTo>
                  <a:cubicBezTo>
                    <a:pt x="1" y="2829"/>
                    <a:pt x="549" y="3392"/>
                    <a:pt x="1242" y="3392"/>
                  </a:cubicBezTo>
                  <a:cubicBezTo>
                    <a:pt x="1921" y="3378"/>
                    <a:pt x="2469" y="2829"/>
                    <a:pt x="2469" y="2136"/>
                  </a:cubicBezTo>
                  <a:lnTo>
                    <a:pt x="2469" y="1241"/>
                  </a:lnTo>
                  <a:cubicBezTo>
                    <a:pt x="2469" y="563"/>
                    <a:pt x="1921" y="14"/>
                    <a:pt x="1242" y="0"/>
                  </a:cubicBezTo>
                  <a:close/>
                </a:path>
              </a:pathLst>
            </a:custGeom>
            <a:solidFill>
              <a:srgbClr val="E5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2" name="Google Shape;15902;p67"/>
            <p:cNvSpPr/>
            <p:nvPr/>
          </p:nvSpPr>
          <p:spPr>
            <a:xfrm>
              <a:off x="4383431" y="1596396"/>
              <a:ext cx="42023" cy="88947"/>
            </a:xfrm>
            <a:custGeom>
              <a:avLst/>
              <a:gdLst/>
              <a:ahLst/>
              <a:cxnLst/>
              <a:rect l="l" t="t" r="r" b="b"/>
              <a:pathLst>
                <a:path w="1603" h="3393" extrusionOk="0">
                  <a:moveTo>
                    <a:pt x="375" y="0"/>
                  </a:moveTo>
                  <a:cubicBezTo>
                    <a:pt x="245" y="0"/>
                    <a:pt x="130" y="29"/>
                    <a:pt x="14" y="58"/>
                  </a:cubicBezTo>
                  <a:cubicBezTo>
                    <a:pt x="520" y="217"/>
                    <a:pt x="881" y="707"/>
                    <a:pt x="881" y="1241"/>
                  </a:cubicBezTo>
                  <a:lnTo>
                    <a:pt x="881" y="2151"/>
                  </a:lnTo>
                  <a:cubicBezTo>
                    <a:pt x="881" y="2685"/>
                    <a:pt x="520" y="3176"/>
                    <a:pt x="0" y="3335"/>
                  </a:cubicBezTo>
                  <a:cubicBezTo>
                    <a:pt x="116" y="3363"/>
                    <a:pt x="245" y="3392"/>
                    <a:pt x="361" y="3392"/>
                  </a:cubicBezTo>
                  <a:cubicBezTo>
                    <a:pt x="1054" y="3378"/>
                    <a:pt x="1602" y="2829"/>
                    <a:pt x="1602" y="2136"/>
                  </a:cubicBezTo>
                  <a:lnTo>
                    <a:pt x="1602" y="1241"/>
                  </a:lnTo>
                  <a:cubicBezTo>
                    <a:pt x="1602" y="563"/>
                    <a:pt x="1054" y="14"/>
                    <a:pt x="375"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3" name="Google Shape;15903;p67"/>
            <p:cNvSpPr/>
            <p:nvPr/>
          </p:nvSpPr>
          <p:spPr>
            <a:xfrm>
              <a:off x="4360336" y="1597891"/>
              <a:ext cx="65118" cy="42783"/>
            </a:xfrm>
            <a:custGeom>
              <a:avLst/>
              <a:gdLst/>
              <a:ahLst/>
              <a:cxnLst/>
              <a:rect l="l" t="t" r="r" b="b"/>
              <a:pathLst>
                <a:path w="2484" h="1632" extrusionOk="0">
                  <a:moveTo>
                    <a:pt x="1242" y="1"/>
                  </a:moveTo>
                  <a:cubicBezTo>
                    <a:pt x="578" y="1"/>
                    <a:pt x="29" y="520"/>
                    <a:pt x="0" y="1184"/>
                  </a:cubicBezTo>
                  <a:lnTo>
                    <a:pt x="0" y="1632"/>
                  </a:lnTo>
                  <a:lnTo>
                    <a:pt x="203" y="1632"/>
                  </a:lnTo>
                  <a:cubicBezTo>
                    <a:pt x="1112" y="1632"/>
                    <a:pt x="1444" y="1026"/>
                    <a:pt x="1444" y="1026"/>
                  </a:cubicBezTo>
                  <a:cubicBezTo>
                    <a:pt x="1444" y="1026"/>
                    <a:pt x="1675" y="1632"/>
                    <a:pt x="2281" y="1632"/>
                  </a:cubicBezTo>
                  <a:lnTo>
                    <a:pt x="2483" y="1632"/>
                  </a:lnTo>
                  <a:lnTo>
                    <a:pt x="2483" y="1184"/>
                  </a:lnTo>
                  <a:cubicBezTo>
                    <a:pt x="2454" y="520"/>
                    <a:pt x="1906" y="1"/>
                    <a:pt x="1242" y="1"/>
                  </a:cubicBezTo>
                  <a:close/>
                </a:path>
              </a:pathLst>
            </a:custGeom>
            <a:solidFill>
              <a:srgbClr val="213B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04" name="Google Shape;15904;p67"/>
          <p:cNvGrpSpPr/>
          <p:nvPr/>
        </p:nvGrpSpPr>
        <p:grpSpPr>
          <a:xfrm>
            <a:off x="824618" y="3347716"/>
            <a:ext cx="346300" cy="375818"/>
            <a:chOff x="849675" y="3347716"/>
            <a:chExt cx="346300" cy="375818"/>
          </a:xfrm>
        </p:grpSpPr>
        <p:sp>
          <p:nvSpPr>
            <p:cNvPr id="15905" name="Google Shape;15905;p67"/>
            <p:cNvSpPr/>
            <p:nvPr/>
          </p:nvSpPr>
          <p:spPr>
            <a:xfrm>
              <a:off x="880714" y="3347716"/>
              <a:ext cx="315262" cy="314895"/>
            </a:xfrm>
            <a:custGeom>
              <a:avLst/>
              <a:gdLst/>
              <a:ahLst/>
              <a:cxnLst/>
              <a:rect l="l" t="t" r="r" b="b"/>
              <a:pathLst>
                <a:path w="12026" h="12012" extrusionOk="0">
                  <a:moveTo>
                    <a:pt x="6006" y="1"/>
                  </a:moveTo>
                  <a:cubicBezTo>
                    <a:pt x="2685" y="1"/>
                    <a:pt x="0" y="2686"/>
                    <a:pt x="0" y="6006"/>
                  </a:cubicBezTo>
                  <a:cubicBezTo>
                    <a:pt x="0" y="9326"/>
                    <a:pt x="2685" y="12011"/>
                    <a:pt x="6006" y="12011"/>
                  </a:cubicBezTo>
                  <a:cubicBezTo>
                    <a:pt x="9326" y="12011"/>
                    <a:pt x="12025" y="9326"/>
                    <a:pt x="12025" y="6006"/>
                  </a:cubicBezTo>
                  <a:cubicBezTo>
                    <a:pt x="12025" y="2686"/>
                    <a:pt x="9326" y="1"/>
                    <a:pt x="6006" y="1"/>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6" name="Google Shape;15906;p67"/>
            <p:cNvSpPr/>
            <p:nvPr/>
          </p:nvSpPr>
          <p:spPr>
            <a:xfrm>
              <a:off x="849675" y="3351124"/>
              <a:ext cx="299742" cy="311801"/>
            </a:xfrm>
            <a:custGeom>
              <a:avLst/>
              <a:gdLst/>
              <a:ahLst/>
              <a:cxnLst/>
              <a:rect l="l" t="t" r="r" b="b"/>
              <a:pathLst>
                <a:path w="11434" h="11894" extrusionOk="0">
                  <a:moveTo>
                    <a:pt x="5963" y="1"/>
                  </a:moveTo>
                  <a:cubicBezTo>
                    <a:pt x="2036" y="809"/>
                    <a:pt x="1" y="5183"/>
                    <a:pt x="1906" y="8720"/>
                  </a:cubicBezTo>
                  <a:cubicBezTo>
                    <a:pt x="3009" y="10790"/>
                    <a:pt x="5092" y="11894"/>
                    <a:pt x="7205" y="11894"/>
                  </a:cubicBezTo>
                  <a:cubicBezTo>
                    <a:pt x="8716" y="11894"/>
                    <a:pt x="10242" y="11329"/>
                    <a:pt x="11434" y="10149"/>
                  </a:cubicBezTo>
                  <a:lnTo>
                    <a:pt x="11434" y="10149"/>
                  </a:lnTo>
                  <a:cubicBezTo>
                    <a:pt x="11029" y="10221"/>
                    <a:pt x="10611" y="10264"/>
                    <a:pt x="10207" y="10264"/>
                  </a:cubicBezTo>
                  <a:cubicBezTo>
                    <a:pt x="7767" y="10264"/>
                    <a:pt x="5573" y="8806"/>
                    <a:pt x="4649" y="6554"/>
                  </a:cubicBezTo>
                  <a:cubicBezTo>
                    <a:pt x="3711" y="4303"/>
                    <a:pt x="4245" y="1704"/>
                    <a:pt x="5963"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7" name="Google Shape;15907;p67"/>
            <p:cNvSpPr/>
            <p:nvPr/>
          </p:nvSpPr>
          <p:spPr>
            <a:xfrm>
              <a:off x="881081" y="3347716"/>
              <a:ext cx="314501" cy="314895"/>
            </a:xfrm>
            <a:custGeom>
              <a:avLst/>
              <a:gdLst/>
              <a:ahLst/>
              <a:cxnLst/>
              <a:rect l="l" t="t" r="r" b="b"/>
              <a:pathLst>
                <a:path w="11997" h="12012" extrusionOk="0">
                  <a:moveTo>
                    <a:pt x="5775" y="15"/>
                  </a:moveTo>
                  <a:lnTo>
                    <a:pt x="5775" y="2542"/>
                  </a:lnTo>
                  <a:lnTo>
                    <a:pt x="2975" y="2542"/>
                  </a:lnTo>
                  <a:cubicBezTo>
                    <a:pt x="3610" y="1098"/>
                    <a:pt x="4620" y="131"/>
                    <a:pt x="5761" y="15"/>
                  </a:cubicBezTo>
                  <a:close/>
                  <a:moveTo>
                    <a:pt x="6222" y="15"/>
                  </a:moveTo>
                  <a:cubicBezTo>
                    <a:pt x="7377" y="131"/>
                    <a:pt x="8388" y="1098"/>
                    <a:pt x="9023" y="2542"/>
                  </a:cubicBezTo>
                  <a:lnTo>
                    <a:pt x="6222" y="2542"/>
                  </a:lnTo>
                  <a:lnTo>
                    <a:pt x="6222" y="15"/>
                  </a:lnTo>
                  <a:close/>
                  <a:moveTo>
                    <a:pt x="5761" y="3003"/>
                  </a:moveTo>
                  <a:lnTo>
                    <a:pt x="5761" y="5775"/>
                  </a:lnTo>
                  <a:lnTo>
                    <a:pt x="2310" y="5775"/>
                  </a:lnTo>
                  <a:cubicBezTo>
                    <a:pt x="2325" y="4837"/>
                    <a:pt x="2484" y="3898"/>
                    <a:pt x="2801" y="3003"/>
                  </a:cubicBezTo>
                  <a:close/>
                  <a:moveTo>
                    <a:pt x="9196" y="3003"/>
                  </a:moveTo>
                  <a:cubicBezTo>
                    <a:pt x="9514" y="3898"/>
                    <a:pt x="9673" y="4837"/>
                    <a:pt x="9687" y="5775"/>
                  </a:cubicBezTo>
                  <a:lnTo>
                    <a:pt x="6222" y="5775"/>
                  </a:lnTo>
                  <a:lnTo>
                    <a:pt x="6222" y="3003"/>
                  </a:lnTo>
                  <a:close/>
                  <a:moveTo>
                    <a:pt x="5761" y="6237"/>
                  </a:moveTo>
                  <a:lnTo>
                    <a:pt x="5761" y="9009"/>
                  </a:lnTo>
                  <a:lnTo>
                    <a:pt x="2801" y="9009"/>
                  </a:lnTo>
                  <a:cubicBezTo>
                    <a:pt x="2484" y="8114"/>
                    <a:pt x="2325" y="7190"/>
                    <a:pt x="2310" y="6237"/>
                  </a:cubicBezTo>
                  <a:close/>
                  <a:moveTo>
                    <a:pt x="9687" y="6237"/>
                  </a:moveTo>
                  <a:cubicBezTo>
                    <a:pt x="9673" y="7190"/>
                    <a:pt x="9514" y="8114"/>
                    <a:pt x="9196" y="9009"/>
                  </a:cubicBezTo>
                  <a:lnTo>
                    <a:pt x="6222" y="9009"/>
                  </a:lnTo>
                  <a:lnTo>
                    <a:pt x="6222" y="6237"/>
                  </a:lnTo>
                  <a:close/>
                  <a:moveTo>
                    <a:pt x="5761" y="9470"/>
                  </a:moveTo>
                  <a:lnTo>
                    <a:pt x="5761" y="11997"/>
                  </a:lnTo>
                  <a:cubicBezTo>
                    <a:pt x="4620" y="11896"/>
                    <a:pt x="3610" y="10914"/>
                    <a:pt x="2975" y="9470"/>
                  </a:cubicBezTo>
                  <a:close/>
                  <a:moveTo>
                    <a:pt x="5761" y="1"/>
                  </a:moveTo>
                  <a:cubicBezTo>
                    <a:pt x="5154" y="30"/>
                    <a:pt x="4562" y="145"/>
                    <a:pt x="3985" y="347"/>
                  </a:cubicBezTo>
                  <a:cubicBezTo>
                    <a:pt x="3321" y="954"/>
                    <a:pt x="2816" y="1704"/>
                    <a:pt x="2484" y="2542"/>
                  </a:cubicBezTo>
                  <a:lnTo>
                    <a:pt x="1098" y="2542"/>
                  </a:lnTo>
                  <a:cubicBezTo>
                    <a:pt x="982" y="2686"/>
                    <a:pt x="881" y="2845"/>
                    <a:pt x="795" y="3003"/>
                  </a:cubicBezTo>
                  <a:lnTo>
                    <a:pt x="2310" y="3003"/>
                  </a:lnTo>
                  <a:cubicBezTo>
                    <a:pt x="2022" y="3898"/>
                    <a:pt x="1863" y="4837"/>
                    <a:pt x="1849" y="5775"/>
                  </a:cubicBezTo>
                  <a:lnTo>
                    <a:pt x="1" y="5775"/>
                  </a:lnTo>
                  <a:lnTo>
                    <a:pt x="1" y="6006"/>
                  </a:lnTo>
                  <a:lnTo>
                    <a:pt x="1" y="6237"/>
                  </a:lnTo>
                  <a:lnTo>
                    <a:pt x="1849" y="6237"/>
                  </a:lnTo>
                  <a:cubicBezTo>
                    <a:pt x="1863" y="7175"/>
                    <a:pt x="2022" y="8114"/>
                    <a:pt x="2310" y="9009"/>
                  </a:cubicBezTo>
                  <a:lnTo>
                    <a:pt x="795" y="9009"/>
                  </a:lnTo>
                  <a:cubicBezTo>
                    <a:pt x="881" y="9167"/>
                    <a:pt x="982" y="9326"/>
                    <a:pt x="1083" y="9470"/>
                  </a:cubicBezTo>
                  <a:lnTo>
                    <a:pt x="2484" y="9470"/>
                  </a:lnTo>
                  <a:cubicBezTo>
                    <a:pt x="2816" y="10308"/>
                    <a:pt x="3321" y="11058"/>
                    <a:pt x="3985" y="11665"/>
                  </a:cubicBezTo>
                  <a:cubicBezTo>
                    <a:pt x="4562" y="11867"/>
                    <a:pt x="5154" y="11982"/>
                    <a:pt x="5761" y="12011"/>
                  </a:cubicBezTo>
                  <a:lnTo>
                    <a:pt x="6222" y="12011"/>
                  </a:lnTo>
                  <a:lnTo>
                    <a:pt x="6222" y="11997"/>
                  </a:lnTo>
                  <a:lnTo>
                    <a:pt x="6222" y="9470"/>
                  </a:lnTo>
                  <a:lnTo>
                    <a:pt x="9023" y="9470"/>
                  </a:lnTo>
                  <a:cubicBezTo>
                    <a:pt x="8388" y="10914"/>
                    <a:pt x="7377" y="11896"/>
                    <a:pt x="6222" y="12011"/>
                  </a:cubicBezTo>
                  <a:cubicBezTo>
                    <a:pt x="6829" y="11982"/>
                    <a:pt x="7435" y="11867"/>
                    <a:pt x="8012" y="11665"/>
                  </a:cubicBezTo>
                  <a:cubicBezTo>
                    <a:pt x="8677" y="11058"/>
                    <a:pt x="9182" y="10308"/>
                    <a:pt x="9514" y="9470"/>
                  </a:cubicBezTo>
                  <a:lnTo>
                    <a:pt x="10900" y="9470"/>
                  </a:lnTo>
                  <a:cubicBezTo>
                    <a:pt x="11015" y="9326"/>
                    <a:pt x="11116" y="9167"/>
                    <a:pt x="11203" y="9009"/>
                  </a:cubicBezTo>
                  <a:lnTo>
                    <a:pt x="9687" y="9009"/>
                  </a:lnTo>
                  <a:cubicBezTo>
                    <a:pt x="9976" y="8114"/>
                    <a:pt x="10135" y="7175"/>
                    <a:pt x="10163" y="6237"/>
                  </a:cubicBezTo>
                  <a:lnTo>
                    <a:pt x="11997" y="6237"/>
                  </a:lnTo>
                  <a:lnTo>
                    <a:pt x="11997" y="6006"/>
                  </a:lnTo>
                  <a:lnTo>
                    <a:pt x="11997" y="5775"/>
                  </a:lnTo>
                  <a:lnTo>
                    <a:pt x="10163" y="5775"/>
                  </a:lnTo>
                  <a:cubicBezTo>
                    <a:pt x="10135" y="4837"/>
                    <a:pt x="9976" y="3898"/>
                    <a:pt x="9687" y="3003"/>
                  </a:cubicBezTo>
                  <a:lnTo>
                    <a:pt x="11203" y="3003"/>
                  </a:lnTo>
                  <a:cubicBezTo>
                    <a:pt x="11102" y="2845"/>
                    <a:pt x="11001" y="2700"/>
                    <a:pt x="10900" y="2542"/>
                  </a:cubicBezTo>
                  <a:lnTo>
                    <a:pt x="9514" y="2542"/>
                  </a:lnTo>
                  <a:cubicBezTo>
                    <a:pt x="9182" y="1704"/>
                    <a:pt x="8677" y="954"/>
                    <a:pt x="8012" y="347"/>
                  </a:cubicBezTo>
                  <a:cubicBezTo>
                    <a:pt x="7435" y="145"/>
                    <a:pt x="6829" y="30"/>
                    <a:pt x="6222"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8" name="Google Shape;15908;p67"/>
            <p:cNvSpPr/>
            <p:nvPr/>
          </p:nvSpPr>
          <p:spPr>
            <a:xfrm>
              <a:off x="881081" y="3351124"/>
              <a:ext cx="237298" cy="311487"/>
            </a:xfrm>
            <a:custGeom>
              <a:avLst/>
              <a:gdLst/>
              <a:ahLst/>
              <a:cxnLst/>
              <a:rect l="l" t="t" r="r" b="b"/>
              <a:pathLst>
                <a:path w="9052" h="11882" extrusionOk="0">
                  <a:moveTo>
                    <a:pt x="8532" y="10250"/>
                  </a:moveTo>
                  <a:cubicBezTo>
                    <a:pt x="7927" y="11187"/>
                    <a:pt x="7120" y="11778"/>
                    <a:pt x="6241" y="11881"/>
                  </a:cubicBezTo>
                  <a:lnTo>
                    <a:pt x="6241" y="11881"/>
                  </a:lnTo>
                  <a:cubicBezTo>
                    <a:pt x="6841" y="11864"/>
                    <a:pt x="7441" y="11749"/>
                    <a:pt x="8012" y="11549"/>
                  </a:cubicBezTo>
                  <a:cubicBezTo>
                    <a:pt x="8417" y="11174"/>
                    <a:pt x="8778" y="10755"/>
                    <a:pt x="9052" y="10279"/>
                  </a:cubicBezTo>
                  <a:lnTo>
                    <a:pt x="9009" y="10264"/>
                  </a:lnTo>
                  <a:cubicBezTo>
                    <a:pt x="8850" y="10264"/>
                    <a:pt x="8691" y="10264"/>
                    <a:pt x="8532" y="10250"/>
                  </a:cubicBezTo>
                  <a:close/>
                  <a:moveTo>
                    <a:pt x="4765" y="1"/>
                  </a:moveTo>
                  <a:cubicBezTo>
                    <a:pt x="4505" y="59"/>
                    <a:pt x="4245" y="131"/>
                    <a:pt x="3985" y="217"/>
                  </a:cubicBezTo>
                  <a:cubicBezTo>
                    <a:pt x="3321" y="824"/>
                    <a:pt x="2816" y="1574"/>
                    <a:pt x="2484" y="2412"/>
                  </a:cubicBezTo>
                  <a:lnTo>
                    <a:pt x="1098" y="2412"/>
                  </a:lnTo>
                  <a:cubicBezTo>
                    <a:pt x="982" y="2570"/>
                    <a:pt x="881" y="2715"/>
                    <a:pt x="795" y="2873"/>
                  </a:cubicBezTo>
                  <a:lnTo>
                    <a:pt x="2310" y="2873"/>
                  </a:lnTo>
                  <a:cubicBezTo>
                    <a:pt x="2022" y="3768"/>
                    <a:pt x="1863" y="4707"/>
                    <a:pt x="1849" y="5645"/>
                  </a:cubicBezTo>
                  <a:lnTo>
                    <a:pt x="1" y="5645"/>
                  </a:lnTo>
                  <a:lnTo>
                    <a:pt x="1" y="5876"/>
                  </a:lnTo>
                  <a:lnTo>
                    <a:pt x="1" y="6107"/>
                  </a:lnTo>
                  <a:lnTo>
                    <a:pt x="1849" y="6107"/>
                  </a:lnTo>
                  <a:cubicBezTo>
                    <a:pt x="1863" y="7060"/>
                    <a:pt x="2022" y="7984"/>
                    <a:pt x="2310" y="8893"/>
                  </a:cubicBezTo>
                  <a:lnTo>
                    <a:pt x="795" y="8893"/>
                  </a:lnTo>
                  <a:cubicBezTo>
                    <a:pt x="881" y="9037"/>
                    <a:pt x="982" y="9196"/>
                    <a:pt x="1083" y="9355"/>
                  </a:cubicBezTo>
                  <a:lnTo>
                    <a:pt x="2484" y="9355"/>
                  </a:lnTo>
                  <a:cubicBezTo>
                    <a:pt x="2816" y="10192"/>
                    <a:pt x="3321" y="10943"/>
                    <a:pt x="3985" y="11549"/>
                  </a:cubicBezTo>
                  <a:cubicBezTo>
                    <a:pt x="4562" y="11751"/>
                    <a:pt x="5154" y="11867"/>
                    <a:pt x="5761" y="11881"/>
                  </a:cubicBezTo>
                  <a:lnTo>
                    <a:pt x="5775" y="11881"/>
                  </a:lnTo>
                  <a:cubicBezTo>
                    <a:pt x="4620" y="11766"/>
                    <a:pt x="3610" y="10798"/>
                    <a:pt x="2989" y="9355"/>
                  </a:cubicBezTo>
                  <a:lnTo>
                    <a:pt x="5761" y="9355"/>
                  </a:lnTo>
                  <a:lnTo>
                    <a:pt x="5775" y="11881"/>
                  </a:lnTo>
                  <a:lnTo>
                    <a:pt x="6222" y="11881"/>
                  </a:lnTo>
                  <a:cubicBezTo>
                    <a:pt x="6227" y="11881"/>
                    <a:pt x="6232" y="11881"/>
                    <a:pt x="6237" y="11881"/>
                  </a:cubicBezTo>
                  <a:lnTo>
                    <a:pt x="6237" y="11881"/>
                  </a:lnTo>
                  <a:lnTo>
                    <a:pt x="6237" y="11881"/>
                  </a:lnTo>
                  <a:cubicBezTo>
                    <a:pt x="6238" y="11881"/>
                    <a:pt x="6240" y="11881"/>
                    <a:pt x="6241" y="11881"/>
                  </a:cubicBezTo>
                  <a:lnTo>
                    <a:pt x="6241" y="11881"/>
                  </a:lnTo>
                  <a:cubicBezTo>
                    <a:pt x="6240" y="11881"/>
                    <a:pt x="6238" y="11881"/>
                    <a:pt x="6237" y="11881"/>
                  </a:cubicBezTo>
                  <a:lnTo>
                    <a:pt x="6237" y="11881"/>
                  </a:lnTo>
                  <a:lnTo>
                    <a:pt x="6237" y="9586"/>
                  </a:lnTo>
                  <a:cubicBezTo>
                    <a:pt x="5847" y="9398"/>
                    <a:pt x="5486" y="9153"/>
                    <a:pt x="5169" y="8879"/>
                  </a:cubicBezTo>
                  <a:lnTo>
                    <a:pt x="2801" y="8879"/>
                  </a:lnTo>
                  <a:cubicBezTo>
                    <a:pt x="2484" y="7998"/>
                    <a:pt x="2325" y="7060"/>
                    <a:pt x="2296" y="6107"/>
                  </a:cubicBezTo>
                  <a:lnTo>
                    <a:pt x="3278" y="6107"/>
                  </a:lnTo>
                  <a:cubicBezTo>
                    <a:pt x="3234" y="5963"/>
                    <a:pt x="3191" y="5804"/>
                    <a:pt x="3162" y="5645"/>
                  </a:cubicBezTo>
                  <a:lnTo>
                    <a:pt x="2310" y="5645"/>
                  </a:lnTo>
                  <a:cubicBezTo>
                    <a:pt x="2325" y="4707"/>
                    <a:pt x="2484" y="3768"/>
                    <a:pt x="2801" y="2873"/>
                  </a:cubicBezTo>
                  <a:lnTo>
                    <a:pt x="3162" y="2873"/>
                  </a:lnTo>
                  <a:cubicBezTo>
                    <a:pt x="3191" y="2715"/>
                    <a:pt x="3234" y="2570"/>
                    <a:pt x="3292" y="2412"/>
                  </a:cubicBezTo>
                  <a:lnTo>
                    <a:pt x="2975" y="2412"/>
                  </a:lnTo>
                  <a:cubicBezTo>
                    <a:pt x="3263" y="1719"/>
                    <a:pt x="3696" y="1098"/>
                    <a:pt x="4245" y="593"/>
                  </a:cubicBezTo>
                  <a:cubicBezTo>
                    <a:pt x="4404" y="391"/>
                    <a:pt x="4577" y="188"/>
                    <a:pt x="4765"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9" name="Google Shape;15909;p67"/>
            <p:cNvSpPr/>
            <p:nvPr/>
          </p:nvSpPr>
          <p:spPr>
            <a:xfrm>
              <a:off x="935582" y="3650473"/>
              <a:ext cx="205893" cy="72668"/>
            </a:xfrm>
            <a:custGeom>
              <a:avLst/>
              <a:gdLst/>
              <a:ahLst/>
              <a:cxnLst/>
              <a:rect l="l" t="t" r="r" b="b"/>
              <a:pathLst>
                <a:path w="7854" h="2772" extrusionOk="0">
                  <a:moveTo>
                    <a:pt x="5313" y="0"/>
                  </a:moveTo>
                  <a:lnTo>
                    <a:pt x="3927" y="477"/>
                  </a:lnTo>
                  <a:lnTo>
                    <a:pt x="2541" y="15"/>
                  </a:lnTo>
                  <a:lnTo>
                    <a:pt x="607" y="708"/>
                  </a:lnTo>
                  <a:cubicBezTo>
                    <a:pt x="246" y="837"/>
                    <a:pt x="1" y="1198"/>
                    <a:pt x="1" y="1588"/>
                  </a:cubicBezTo>
                  <a:lnTo>
                    <a:pt x="1" y="2555"/>
                  </a:lnTo>
                  <a:cubicBezTo>
                    <a:pt x="1" y="2671"/>
                    <a:pt x="102" y="2772"/>
                    <a:pt x="217" y="2772"/>
                  </a:cubicBezTo>
                  <a:lnTo>
                    <a:pt x="7622" y="2772"/>
                  </a:lnTo>
                  <a:cubicBezTo>
                    <a:pt x="7752" y="2772"/>
                    <a:pt x="7853" y="2671"/>
                    <a:pt x="7853" y="2541"/>
                  </a:cubicBezTo>
                  <a:lnTo>
                    <a:pt x="7853" y="1574"/>
                  </a:lnTo>
                  <a:cubicBezTo>
                    <a:pt x="7853" y="1184"/>
                    <a:pt x="7608" y="837"/>
                    <a:pt x="7247" y="708"/>
                  </a:cubicBezTo>
                  <a:lnTo>
                    <a:pt x="5313"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0" name="Google Shape;15910;p67"/>
            <p:cNvSpPr/>
            <p:nvPr/>
          </p:nvSpPr>
          <p:spPr>
            <a:xfrm>
              <a:off x="1026024" y="3675062"/>
              <a:ext cx="24616" cy="48472"/>
            </a:xfrm>
            <a:custGeom>
              <a:avLst/>
              <a:gdLst/>
              <a:ahLst/>
              <a:cxnLst/>
              <a:rect l="l" t="t" r="r" b="b"/>
              <a:pathLst>
                <a:path w="939" h="1849" extrusionOk="0">
                  <a:moveTo>
                    <a:pt x="232" y="0"/>
                  </a:moveTo>
                  <a:lnTo>
                    <a:pt x="1" y="1848"/>
                  </a:lnTo>
                  <a:lnTo>
                    <a:pt x="939" y="1848"/>
                  </a:lnTo>
                  <a:lnTo>
                    <a:pt x="708"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1" name="Google Shape;15911;p67"/>
            <p:cNvSpPr/>
            <p:nvPr/>
          </p:nvSpPr>
          <p:spPr>
            <a:xfrm>
              <a:off x="1027544" y="3662584"/>
              <a:ext cx="21601" cy="20841"/>
            </a:xfrm>
            <a:custGeom>
              <a:avLst/>
              <a:gdLst/>
              <a:ahLst/>
              <a:cxnLst/>
              <a:rect l="l" t="t" r="r" b="b"/>
              <a:pathLst>
                <a:path w="824" h="795" extrusionOk="0">
                  <a:moveTo>
                    <a:pt x="0" y="0"/>
                  </a:moveTo>
                  <a:lnTo>
                    <a:pt x="0" y="621"/>
                  </a:lnTo>
                  <a:cubicBezTo>
                    <a:pt x="0" y="707"/>
                    <a:pt x="73" y="794"/>
                    <a:pt x="174" y="794"/>
                  </a:cubicBezTo>
                  <a:lnTo>
                    <a:pt x="650" y="794"/>
                  </a:lnTo>
                  <a:cubicBezTo>
                    <a:pt x="737" y="794"/>
                    <a:pt x="823" y="707"/>
                    <a:pt x="823" y="621"/>
                  </a:cubicBezTo>
                  <a:lnTo>
                    <a:pt x="823" y="0"/>
                  </a:ln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2" name="Google Shape;15912;p67"/>
            <p:cNvSpPr/>
            <p:nvPr/>
          </p:nvSpPr>
          <p:spPr>
            <a:xfrm>
              <a:off x="1104747" y="3675429"/>
              <a:ext cx="36727" cy="47711"/>
            </a:xfrm>
            <a:custGeom>
              <a:avLst/>
              <a:gdLst/>
              <a:ahLst/>
              <a:cxnLst/>
              <a:rect l="l" t="t" r="r" b="b"/>
              <a:pathLst>
                <a:path w="1401" h="1820" extrusionOk="0">
                  <a:moveTo>
                    <a:pt x="1141" y="1"/>
                  </a:moveTo>
                  <a:lnTo>
                    <a:pt x="274" y="853"/>
                  </a:lnTo>
                  <a:cubicBezTo>
                    <a:pt x="101" y="1026"/>
                    <a:pt x="0" y="1271"/>
                    <a:pt x="0" y="1517"/>
                  </a:cubicBezTo>
                  <a:lnTo>
                    <a:pt x="0" y="1820"/>
                  </a:lnTo>
                  <a:lnTo>
                    <a:pt x="1169" y="1820"/>
                  </a:lnTo>
                  <a:cubicBezTo>
                    <a:pt x="1285" y="1820"/>
                    <a:pt x="1386" y="1719"/>
                    <a:pt x="1400" y="1603"/>
                  </a:cubicBezTo>
                  <a:lnTo>
                    <a:pt x="1400" y="622"/>
                  </a:lnTo>
                  <a:cubicBezTo>
                    <a:pt x="1400" y="391"/>
                    <a:pt x="1299" y="174"/>
                    <a:pt x="1141"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3" name="Google Shape;15913;p67"/>
            <p:cNvSpPr/>
            <p:nvPr/>
          </p:nvSpPr>
          <p:spPr>
            <a:xfrm>
              <a:off x="971523" y="3463140"/>
              <a:ext cx="133251" cy="96524"/>
            </a:xfrm>
            <a:custGeom>
              <a:avLst/>
              <a:gdLst/>
              <a:ahLst/>
              <a:cxnLst/>
              <a:rect l="l" t="t" r="r" b="b"/>
              <a:pathLst>
                <a:path w="5083" h="3682" extrusionOk="0">
                  <a:moveTo>
                    <a:pt x="1849" y="1"/>
                  </a:moveTo>
                  <a:cubicBezTo>
                    <a:pt x="838" y="1"/>
                    <a:pt x="1" y="823"/>
                    <a:pt x="1" y="1848"/>
                  </a:cubicBezTo>
                  <a:lnTo>
                    <a:pt x="1" y="2383"/>
                  </a:lnTo>
                  <a:cubicBezTo>
                    <a:pt x="1" y="2628"/>
                    <a:pt x="44" y="2873"/>
                    <a:pt x="131" y="3119"/>
                  </a:cubicBezTo>
                  <a:lnTo>
                    <a:pt x="203" y="3350"/>
                  </a:lnTo>
                  <a:cubicBezTo>
                    <a:pt x="232" y="3422"/>
                    <a:pt x="232" y="3494"/>
                    <a:pt x="232" y="3566"/>
                  </a:cubicBezTo>
                  <a:lnTo>
                    <a:pt x="232" y="3682"/>
                  </a:lnTo>
                  <a:lnTo>
                    <a:pt x="4866" y="3682"/>
                  </a:lnTo>
                  <a:lnTo>
                    <a:pt x="4866" y="3566"/>
                  </a:lnTo>
                  <a:cubicBezTo>
                    <a:pt x="4866" y="3494"/>
                    <a:pt x="4866" y="3422"/>
                    <a:pt x="4895" y="3350"/>
                  </a:cubicBezTo>
                  <a:lnTo>
                    <a:pt x="4967" y="3119"/>
                  </a:lnTo>
                  <a:cubicBezTo>
                    <a:pt x="5053" y="2873"/>
                    <a:pt x="5082" y="2628"/>
                    <a:pt x="5082" y="2383"/>
                  </a:cubicBezTo>
                  <a:lnTo>
                    <a:pt x="5082" y="448"/>
                  </a:lnTo>
                  <a:cubicBezTo>
                    <a:pt x="5082" y="203"/>
                    <a:pt x="4880" y="1"/>
                    <a:pt x="4635"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4" name="Google Shape;15914;p67"/>
            <p:cNvSpPr/>
            <p:nvPr/>
          </p:nvSpPr>
          <p:spPr>
            <a:xfrm>
              <a:off x="1001801" y="3463140"/>
              <a:ext cx="103340" cy="96524"/>
            </a:xfrm>
            <a:custGeom>
              <a:avLst/>
              <a:gdLst/>
              <a:ahLst/>
              <a:cxnLst/>
              <a:rect l="l" t="t" r="r" b="b"/>
              <a:pathLst>
                <a:path w="3942" h="3682" extrusionOk="0">
                  <a:moveTo>
                    <a:pt x="3503" y="0"/>
                  </a:moveTo>
                  <a:cubicBezTo>
                    <a:pt x="3495" y="0"/>
                    <a:pt x="3487" y="0"/>
                    <a:pt x="3480" y="1"/>
                  </a:cubicBezTo>
                  <a:lnTo>
                    <a:pt x="939" y="1"/>
                  </a:lnTo>
                  <a:cubicBezTo>
                    <a:pt x="931" y="0"/>
                    <a:pt x="922" y="0"/>
                    <a:pt x="914" y="0"/>
                  </a:cubicBezTo>
                  <a:cubicBezTo>
                    <a:pt x="420" y="0"/>
                    <a:pt x="15" y="414"/>
                    <a:pt x="1" y="925"/>
                  </a:cubicBezTo>
                  <a:cubicBezTo>
                    <a:pt x="1" y="1444"/>
                    <a:pt x="419" y="1863"/>
                    <a:pt x="939" y="1863"/>
                  </a:cubicBezTo>
                  <a:lnTo>
                    <a:pt x="1069" y="1863"/>
                  </a:lnTo>
                  <a:lnTo>
                    <a:pt x="1141" y="3682"/>
                  </a:lnTo>
                  <a:lnTo>
                    <a:pt x="3711" y="3682"/>
                  </a:lnTo>
                  <a:lnTo>
                    <a:pt x="3711" y="3566"/>
                  </a:lnTo>
                  <a:cubicBezTo>
                    <a:pt x="3711" y="3494"/>
                    <a:pt x="3711" y="3422"/>
                    <a:pt x="3740" y="3350"/>
                  </a:cubicBezTo>
                  <a:lnTo>
                    <a:pt x="3812" y="3119"/>
                  </a:lnTo>
                  <a:cubicBezTo>
                    <a:pt x="3898" y="2873"/>
                    <a:pt x="3942" y="2628"/>
                    <a:pt x="3942" y="2383"/>
                  </a:cubicBezTo>
                  <a:lnTo>
                    <a:pt x="3942" y="448"/>
                  </a:lnTo>
                  <a:cubicBezTo>
                    <a:pt x="3928" y="211"/>
                    <a:pt x="3738" y="0"/>
                    <a:pt x="3503"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5" name="Google Shape;15915;p67"/>
            <p:cNvSpPr/>
            <p:nvPr/>
          </p:nvSpPr>
          <p:spPr>
            <a:xfrm>
              <a:off x="1001801" y="3608083"/>
              <a:ext cx="73061" cy="54527"/>
            </a:xfrm>
            <a:custGeom>
              <a:avLst/>
              <a:gdLst/>
              <a:ahLst/>
              <a:cxnLst/>
              <a:rect l="l" t="t" r="r" b="b"/>
              <a:pathLst>
                <a:path w="2787" h="2080" extrusionOk="0">
                  <a:moveTo>
                    <a:pt x="1" y="0"/>
                  </a:moveTo>
                  <a:lnTo>
                    <a:pt x="1" y="2079"/>
                  </a:lnTo>
                  <a:lnTo>
                    <a:pt x="2787" y="2079"/>
                  </a:lnTo>
                  <a:lnTo>
                    <a:pt x="2787"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6" name="Google Shape;15916;p67"/>
            <p:cNvSpPr/>
            <p:nvPr/>
          </p:nvSpPr>
          <p:spPr>
            <a:xfrm>
              <a:off x="1001801" y="3608083"/>
              <a:ext cx="73061" cy="30383"/>
            </a:xfrm>
            <a:custGeom>
              <a:avLst/>
              <a:gdLst/>
              <a:ahLst/>
              <a:cxnLst/>
              <a:rect l="l" t="t" r="r" b="b"/>
              <a:pathLst>
                <a:path w="2787" h="1159" extrusionOk="0">
                  <a:moveTo>
                    <a:pt x="1" y="0"/>
                  </a:moveTo>
                  <a:lnTo>
                    <a:pt x="1" y="780"/>
                  </a:lnTo>
                  <a:cubicBezTo>
                    <a:pt x="434" y="1033"/>
                    <a:pt x="914" y="1159"/>
                    <a:pt x="1394" y="1159"/>
                  </a:cubicBezTo>
                  <a:cubicBezTo>
                    <a:pt x="1874" y="1159"/>
                    <a:pt x="2354" y="1033"/>
                    <a:pt x="2787" y="780"/>
                  </a:cubicBezTo>
                  <a:lnTo>
                    <a:pt x="2787"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7" name="Google Shape;15917;p67"/>
            <p:cNvSpPr/>
            <p:nvPr/>
          </p:nvSpPr>
          <p:spPr>
            <a:xfrm>
              <a:off x="990083" y="3640459"/>
              <a:ext cx="48445" cy="43596"/>
            </a:xfrm>
            <a:custGeom>
              <a:avLst/>
              <a:gdLst/>
              <a:ahLst/>
              <a:cxnLst/>
              <a:rect l="l" t="t" r="r" b="b"/>
              <a:pathLst>
                <a:path w="1848" h="1663" extrusionOk="0">
                  <a:moveTo>
                    <a:pt x="406" y="1"/>
                  </a:moveTo>
                  <a:cubicBezTo>
                    <a:pt x="320" y="1"/>
                    <a:pt x="241" y="49"/>
                    <a:pt x="202" y="137"/>
                  </a:cubicBezTo>
                  <a:lnTo>
                    <a:pt x="0" y="555"/>
                  </a:lnTo>
                  <a:lnTo>
                    <a:pt x="765" y="1566"/>
                  </a:lnTo>
                  <a:cubicBezTo>
                    <a:pt x="813" y="1629"/>
                    <a:pt x="882" y="1662"/>
                    <a:pt x="952" y="1662"/>
                  </a:cubicBezTo>
                  <a:cubicBezTo>
                    <a:pt x="1009" y="1662"/>
                    <a:pt x="1066" y="1640"/>
                    <a:pt x="1112" y="1595"/>
                  </a:cubicBezTo>
                  <a:lnTo>
                    <a:pt x="1848" y="859"/>
                  </a:lnTo>
                  <a:lnTo>
                    <a:pt x="534" y="36"/>
                  </a:lnTo>
                  <a:cubicBezTo>
                    <a:pt x="492" y="12"/>
                    <a:pt x="448" y="1"/>
                    <a:pt x="406"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8" name="Google Shape;15918;p67"/>
            <p:cNvSpPr/>
            <p:nvPr/>
          </p:nvSpPr>
          <p:spPr>
            <a:xfrm>
              <a:off x="1038502" y="3640459"/>
              <a:ext cx="48105" cy="43438"/>
            </a:xfrm>
            <a:custGeom>
              <a:avLst/>
              <a:gdLst/>
              <a:ahLst/>
              <a:cxnLst/>
              <a:rect l="l" t="t" r="r" b="b"/>
              <a:pathLst>
                <a:path w="1835" h="1657" extrusionOk="0">
                  <a:moveTo>
                    <a:pt x="1422" y="1"/>
                  </a:moveTo>
                  <a:cubicBezTo>
                    <a:pt x="1380" y="1"/>
                    <a:pt x="1338" y="12"/>
                    <a:pt x="1300" y="36"/>
                  </a:cubicBezTo>
                  <a:lnTo>
                    <a:pt x="1" y="859"/>
                  </a:lnTo>
                  <a:lnTo>
                    <a:pt x="723" y="1595"/>
                  </a:lnTo>
                  <a:cubicBezTo>
                    <a:pt x="770" y="1635"/>
                    <a:pt x="829" y="1656"/>
                    <a:pt x="888" y="1656"/>
                  </a:cubicBezTo>
                  <a:cubicBezTo>
                    <a:pt x="956" y="1656"/>
                    <a:pt x="1023" y="1628"/>
                    <a:pt x="1069" y="1566"/>
                  </a:cubicBezTo>
                  <a:lnTo>
                    <a:pt x="1834" y="555"/>
                  </a:lnTo>
                  <a:lnTo>
                    <a:pt x="1632" y="137"/>
                  </a:lnTo>
                  <a:cubicBezTo>
                    <a:pt x="1593" y="49"/>
                    <a:pt x="1508" y="1"/>
                    <a:pt x="1422"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9" name="Google Shape;15919;p67"/>
            <p:cNvSpPr/>
            <p:nvPr/>
          </p:nvSpPr>
          <p:spPr>
            <a:xfrm>
              <a:off x="977971" y="3511926"/>
              <a:ext cx="120746" cy="114350"/>
            </a:xfrm>
            <a:custGeom>
              <a:avLst/>
              <a:gdLst/>
              <a:ahLst/>
              <a:cxnLst/>
              <a:rect l="l" t="t" r="r" b="b"/>
              <a:pathLst>
                <a:path w="4606" h="4362" extrusionOk="0">
                  <a:moveTo>
                    <a:pt x="1995" y="1"/>
                  </a:moveTo>
                  <a:cubicBezTo>
                    <a:pt x="1405" y="1"/>
                    <a:pt x="893" y="100"/>
                    <a:pt x="635" y="161"/>
                  </a:cubicBezTo>
                  <a:cubicBezTo>
                    <a:pt x="534" y="190"/>
                    <a:pt x="462" y="276"/>
                    <a:pt x="462" y="392"/>
                  </a:cubicBezTo>
                  <a:lnTo>
                    <a:pt x="462" y="940"/>
                  </a:lnTo>
                  <a:cubicBezTo>
                    <a:pt x="462" y="1056"/>
                    <a:pt x="419" y="1186"/>
                    <a:pt x="332" y="1272"/>
                  </a:cubicBezTo>
                  <a:lnTo>
                    <a:pt x="130" y="1460"/>
                  </a:lnTo>
                  <a:cubicBezTo>
                    <a:pt x="44" y="1546"/>
                    <a:pt x="0" y="1662"/>
                    <a:pt x="0" y="1792"/>
                  </a:cubicBezTo>
                  <a:lnTo>
                    <a:pt x="0" y="2052"/>
                  </a:lnTo>
                  <a:cubicBezTo>
                    <a:pt x="0" y="3336"/>
                    <a:pt x="1040" y="4361"/>
                    <a:pt x="2310" y="4361"/>
                  </a:cubicBezTo>
                  <a:cubicBezTo>
                    <a:pt x="3580" y="4361"/>
                    <a:pt x="4605" y="3322"/>
                    <a:pt x="4605" y="2052"/>
                  </a:cubicBezTo>
                  <a:lnTo>
                    <a:pt x="4605" y="1792"/>
                  </a:lnTo>
                  <a:cubicBezTo>
                    <a:pt x="4605" y="1662"/>
                    <a:pt x="4562" y="1546"/>
                    <a:pt x="4475" y="1460"/>
                  </a:cubicBezTo>
                  <a:lnTo>
                    <a:pt x="4302" y="1272"/>
                  </a:lnTo>
                  <a:cubicBezTo>
                    <a:pt x="4215" y="1186"/>
                    <a:pt x="4158" y="1070"/>
                    <a:pt x="4158" y="940"/>
                  </a:cubicBezTo>
                  <a:lnTo>
                    <a:pt x="4158" y="825"/>
                  </a:lnTo>
                  <a:cubicBezTo>
                    <a:pt x="4158" y="724"/>
                    <a:pt x="4114" y="637"/>
                    <a:pt x="4042" y="579"/>
                  </a:cubicBezTo>
                  <a:cubicBezTo>
                    <a:pt x="3429" y="127"/>
                    <a:pt x="2662" y="1"/>
                    <a:pt x="199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0" name="Google Shape;15920;p67"/>
            <p:cNvSpPr/>
            <p:nvPr/>
          </p:nvSpPr>
          <p:spPr>
            <a:xfrm>
              <a:off x="977578" y="3511926"/>
              <a:ext cx="109028" cy="113957"/>
            </a:xfrm>
            <a:custGeom>
              <a:avLst/>
              <a:gdLst/>
              <a:ahLst/>
              <a:cxnLst/>
              <a:rect l="l" t="t" r="r" b="b"/>
              <a:pathLst>
                <a:path w="4159" h="4347" extrusionOk="0">
                  <a:moveTo>
                    <a:pt x="1994" y="1"/>
                  </a:moveTo>
                  <a:cubicBezTo>
                    <a:pt x="1778" y="1"/>
                    <a:pt x="1573" y="13"/>
                    <a:pt x="1387" y="31"/>
                  </a:cubicBezTo>
                  <a:cubicBezTo>
                    <a:pt x="1141" y="60"/>
                    <a:pt x="881" y="103"/>
                    <a:pt x="636" y="161"/>
                  </a:cubicBezTo>
                  <a:cubicBezTo>
                    <a:pt x="535" y="190"/>
                    <a:pt x="463" y="276"/>
                    <a:pt x="463" y="392"/>
                  </a:cubicBezTo>
                  <a:lnTo>
                    <a:pt x="463" y="940"/>
                  </a:lnTo>
                  <a:cubicBezTo>
                    <a:pt x="463" y="1056"/>
                    <a:pt x="419" y="1186"/>
                    <a:pt x="318" y="1272"/>
                  </a:cubicBezTo>
                  <a:lnTo>
                    <a:pt x="131" y="1460"/>
                  </a:lnTo>
                  <a:cubicBezTo>
                    <a:pt x="44" y="1546"/>
                    <a:pt x="1" y="1662"/>
                    <a:pt x="1" y="1792"/>
                  </a:cubicBezTo>
                  <a:lnTo>
                    <a:pt x="1" y="2052"/>
                  </a:lnTo>
                  <a:cubicBezTo>
                    <a:pt x="1" y="3221"/>
                    <a:pt x="867" y="4203"/>
                    <a:pt x="2036" y="4347"/>
                  </a:cubicBezTo>
                  <a:cubicBezTo>
                    <a:pt x="1618" y="3914"/>
                    <a:pt x="1387" y="3351"/>
                    <a:pt x="1387" y="2745"/>
                  </a:cubicBezTo>
                  <a:lnTo>
                    <a:pt x="1387" y="1056"/>
                  </a:lnTo>
                  <a:cubicBezTo>
                    <a:pt x="1387" y="825"/>
                    <a:pt x="1560" y="637"/>
                    <a:pt x="1791" y="608"/>
                  </a:cubicBezTo>
                  <a:cubicBezTo>
                    <a:pt x="1976" y="584"/>
                    <a:pt x="2216" y="563"/>
                    <a:pt x="2482" y="563"/>
                  </a:cubicBezTo>
                  <a:cubicBezTo>
                    <a:pt x="3005" y="563"/>
                    <a:pt x="3632" y="644"/>
                    <a:pt x="4158" y="940"/>
                  </a:cubicBezTo>
                  <a:lnTo>
                    <a:pt x="4158" y="825"/>
                  </a:lnTo>
                  <a:cubicBezTo>
                    <a:pt x="4158" y="724"/>
                    <a:pt x="4115" y="637"/>
                    <a:pt x="4043" y="579"/>
                  </a:cubicBezTo>
                  <a:cubicBezTo>
                    <a:pt x="3431" y="121"/>
                    <a:pt x="2663" y="1"/>
                    <a:pt x="1994"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1" name="Google Shape;15921;p67"/>
            <p:cNvSpPr/>
            <p:nvPr/>
          </p:nvSpPr>
          <p:spPr>
            <a:xfrm>
              <a:off x="935215" y="3675429"/>
              <a:ext cx="36334" cy="47711"/>
            </a:xfrm>
            <a:custGeom>
              <a:avLst/>
              <a:gdLst/>
              <a:ahLst/>
              <a:cxnLst/>
              <a:rect l="l" t="t" r="r" b="b"/>
              <a:pathLst>
                <a:path w="1386" h="1820" extrusionOk="0">
                  <a:moveTo>
                    <a:pt x="260" y="1"/>
                  </a:moveTo>
                  <a:cubicBezTo>
                    <a:pt x="87" y="174"/>
                    <a:pt x="0" y="391"/>
                    <a:pt x="0" y="622"/>
                  </a:cubicBezTo>
                  <a:lnTo>
                    <a:pt x="0" y="1603"/>
                  </a:lnTo>
                  <a:cubicBezTo>
                    <a:pt x="15" y="1719"/>
                    <a:pt x="116" y="1820"/>
                    <a:pt x="231" y="1820"/>
                  </a:cubicBezTo>
                  <a:lnTo>
                    <a:pt x="1386" y="1820"/>
                  </a:lnTo>
                  <a:lnTo>
                    <a:pt x="1386" y="1517"/>
                  </a:lnTo>
                  <a:cubicBezTo>
                    <a:pt x="1386" y="1271"/>
                    <a:pt x="1299" y="1026"/>
                    <a:pt x="1126" y="853"/>
                  </a:cubicBezTo>
                  <a:lnTo>
                    <a:pt x="260"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22" name="Google Shape;15922;p67"/>
          <p:cNvGrpSpPr/>
          <p:nvPr/>
        </p:nvGrpSpPr>
        <p:grpSpPr>
          <a:xfrm>
            <a:off x="1299162" y="3399202"/>
            <a:ext cx="376578" cy="272846"/>
            <a:chOff x="1324219" y="3399202"/>
            <a:chExt cx="376578" cy="272846"/>
          </a:xfrm>
        </p:grpSpPr>
        <p:sp>
          <p:nvSpPr>
            <p:cNvPr id="15923" name="Google Shape;15923;p67"/>
            <p:cNvSpPr/>
            <p:nvPr/>
          </p:nvSpPr>
          <p:spPr>
            <a:xfrm>
              <a:off x="1597458" y="3496066"/>
              <a:ext cx="30278" cy="66639"/>
            </a:xfrm>
            <a:custGeom>
              <a:avLst/>
              <a:gdLst/>
              <a:ahLst/>
              <a:cxnLst/>
              <a:rect l="l" t="t" r="r" b="b"/>
              <a:pathLst>
                <a:path w="1155" h="2542" extrusionOk="0">
                  <a:moveTo>
                    <a:pt x="693" y="1"/>
                  </a:moveTo>
                  <a:cubicBezTo>
                    <a:pt x="303" y="1"/>
                    <a:pt x="0" y="318"/>
                    <a:pt x="0" y="693"/>
                  </a:cubicBezTo>
                  <a:lnTo>
                    <a:pt x="0" y="852"/>
                  </a:lnTo>
                  <a:cubicBezTo>
                    <a:pt x="0" y="1054"/>
                    <a:pt x="29" y="1256"/>
                    <a:pt x="101" y="1444"/>
                  </a:cubicBezTo>
                  <a:lnTo>
                    <a:pt x="462" y="2541"/>
                  </a:lnTo>
                  <a:lnTo>
                    <a:pt x="1155" y="2541"/>
                  </a:lnTo>
                  <a:lnTo>
                    <a:pt x="1155" y="1"/>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4" name="Google Shape;15924;p67"/>
            <p:cNvSpPr/>
            <p:nvPr/>
          </p:nvSpPr>
          <p:spPr>
            <a:xfrm>
              <a:off x="1609569" y="3490011"/>
              <a:ext cx="72668" cy="72694"/>
            </a:xfrm>
            <a:custGeom>
              <a:avLst/>
              <a:gdLst/>
              <a:ahLst/>
              <a:cxnLst/>
              <a:rect l="l" t="t" r="r" b="b"/>
              <a:pathLst>
                <a:path w="2772" h="2773" extrusionOk="0">
                  <a:moveTo>
                    <a:pt x="693" y="1"/>
                  </a:moveTo>
                  <a:cubicBezTo>
                    <a:pt x="303" y="1"/>
                    <a:pt x="0" y="304"/>
                    <a:pt x="0" y="693"/>
                  </a:cubicBezTo>
                  <a:cubicBezTo>
                    <a:pt x="0" y="939"/>
                    <a:pt x="202" y="1155"/>
                    <a:pt x="462" y="1155"/>
                  </a:cubicBezTo>
                  <a:lnTo>
                    <a:pt x="2310" y="2772"/>
                  </a:lnTo>
                  <a:lnTo>
                    <a:pt x="2700" y="1401"/>
                  </a:lnTo>
                  <a:cubicBezTo>
                    <a:pt x="2757" y="1242"/>
                    <a:pt x="2772" y="1069"/>
                    <a:pt x="2772" y="896"/>
                  </a:cubicBezTo>
                  <a:lnTo>
                    <a:pt x="2772" y="463"/>
                  </a:lnTo>
                  <a:cubicBezTo>
                    <a:pt x="2772" y="203"/>
                    <a:pt x="2570" y="1"/>
                    <a:pt x="2310"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5" name="Google Shape;15925;p67"/>
            <p:cNvSpPr/>
            <p:nvPr/>
          </p:nvSpPr>
          <p:spPr>
            <a:xfrm>
              <a:off x="1621681" y="3580846"/>
              <a:ext cx="36334" cy="26870"/>
            </a:xfrm>
            <a:custGeom>
              <a:avLst/>
              <a:gdLst/>
              <a:ahLst/>
              <a:cxnLst/>
              <a:rect l="l" t="t" r="r" b="b"/>
              <a:pathLst>
                <a:path w="1386" h="1025" extrusionOk="0">
                  <a:moveTo>
                    <a:pt x="0" y="0"/>
                  </a:moveTo>
                  <a:lnTo>
                    <a:pt x="0" y="1025"/>
                  </a:lnTo>
                  <a:lnTo>
                    <a:pt x="1386" y="1025"/>
                  </a:lnTo>
                  <a:lnTo>
                    <a:pt x="1386"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6" name="Google Shape;15926;p67"/>
            <p:cNvSpPr/>
            <p:nvPr/>
          </p:nvSpPr>
          <p:spPr>
            <a:xfrm>
              <a:off x="1621681" y="3580846"/>
              <a:ext cx="36334" cy="14785"/>
            </a:xfrm>
            <a:custGeom>
              <a:avLst/>
              <a:gdLst/>
              <a:ahLst/>
              <a:cxnLst/>
              <a:rect l="l" t="t" r="r" b="b"/>
              <a:pathLst>
                <a:path w="1386" h="564" extrusionOk="0">
                  <a:moveTo>
                    <a:pt x="0" y="0"/>
                  </a:moveTo>
                  <a:lnTo>
                    <a:pt x="0" y="433"/>
                  </a:lnTo>
                  <a:cubicBezTo>
                    <a:pt x="224" y="520"/>
                    <a:pt x="458" y="563"/>
                    <a:pt x="693" y="563"/>
                  </a:cubicBezTo>
                  <a:cubicBezTo>
                    <a:pt x="927" y="563"/>
                    <a:pt x="1162" y="520"/>
                    <a:pt x="1386" y="433"/>
                  </a:cubicBezTo>
                  <a:lnTo>
                    <a:pt x="1386"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7" name="Google Shape;15927;p67"/>
            <p:cNvSpPr/>
            <p:nvPr/>
          </p:nvSpPr>
          <p:spPr>
            <a:xfrm>
              <a:off x="1579291" y="3595605"/>
              <a:ext cx="121507" cy="76443"/>
            </a:xfrm>
            <a:custGeom>
              <a:avLst/>
              <a:gdLst/>
              <a:ahLst/>
              <a:cxnLst/>
              <a:rect l="l" t="t" r="r" b="b"/>
              <a:pathLst>
                <a:path w="4635" h="2916" extrusionOk="0">
                  <a:moveTo>
                    <a:pt x="1631" y="0"/>
                  </a:moveTo>
                  <a:lnTo>
                    <a:pt x="505" y="318"/>
                  </a:lnTo>
                  <a:cubicBezTo>
                    <a:pt x="217" y="404"/>
                    <a:pt x="0" y="679"/>
                    <a:pt x="0" y="996"/>
                  </a:cubicBezTo>
                  <a:lnTo>
                    <a:pt x="0" y="2685"/>
                  </a:lnTo>
                  <a:cubicBezTo>
                    <a:pt x="0" y="2801"/>
                    <a:pt x="116" y="2916"/>
                    <a:pt x="231" y="2916"/>
                  </a:cubicBezTo>
                  <a:lnTo>
                    <a:pt x="4403" y="2916"/>
                  </a:lnTo>
                  <a:cubicBezTo>
                    <a:pt x="4519" y="2916"/>
                    <a:pt x="4634" y="2801"/>
                    <a:pt x="4634" y="2685"/>
                  </a:cubicBezTo>
                  <a:lnTo>
                    <a:pt x="4634" y="996"/>
                  </a:lnTo>
                  <a:cubicBezTo>
                    <a:pt x="4634" y="679"/>
                    <a:pt x="4417" y="404"/>
                    <a:pt x="4114" y="318"/>
                  </a:cubicBezTo>
                  <a:lnTo>
                    <a:pt x="3017" y="0"/>
                  </a:lnTo>
                  <a:lnTo>
                    <a:pt x="2324" y="462"/>
                  </a:lnTo>
                  <a:lnTo>
                    <a:pt x="1631"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8" name="Google Shape;15928;p67"/>
            <p:cNvSpPr/>
            <p:nvPr/>
          </p:nvSpPr>
          <p:spPr>
            <a:xfrm>
              <a:off x="1633766" y="3607690"/>
              <a:ext cx="12138" cy="64358"/>
            </a:xfrm>
            <a:custGeom>
              <a:avLst/>
              <a:gdLst/>
              <a:ahLst/>
              <a:cxnLst/>
              <a:rect l="l" t="t" r="r" b="b"/>
              <a:pathLst>
                <a:path w="463" h="2455" extrusionOk="0">
                  <a:moveTo>
                    <a:pt x="116" y="1"/>
                  </a:moveTo>
                  <a:lnTo>
                    <a:pt x="1" y="2455"/>
                  </a:lnTo>
                  <a:lnTo>
                    <a:pt x="463" y="2455"/>
                  </a:lnTo>
                  <a:lnTo>
                    <a:pt x="347"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9" name="Google Shape;15929;p67"/>
            <p:cNvSpPr/>
            <p:nvPr/>
          </p:nvSpPr>
          <p:spPr>
            <a:xfrm>
              <a:off x="1603514" y="3520289"/>
              <a:ext cx="72668" cy="66639"/>
            </a:xfrm>
            <a:custGeom>
              <a:avLst/>
              <a:gdLst/>
              <a:ahLst/>
              <a:cxnLst/>
              <a:rect l="l" t="t" r="r" b="b"/>
              <a:pathLst>
                <a:path w="2772" h="2542" extrusionOk="0">
                  <a:moveTo>
                    <a:pt x="895" y="0"/>
                  </a:moveTo>
                  <a:cubicBezTo>
                    <a:pt x="765" y="0"/>
                    <a:pt x="635" y="44"/>
                    <a:pt x="549" y="130"/>
                  </a:cubicBezTo>
                  <a:lnTo>
                    <a:pt x="130" y="549"/>
                  </a:lnTo>
                  <a:cubicBezTo>
                    <a:pt x="43" y="636"/>
                    <a:pt x="0" y="765"/>
                    <a:pt x="0" y="881"/>
                  </a:cubicBezTo>
                  <a:lnTo>
                    <a:pt x="0" y="1155"/>
                  </a:lnTo>
                  <a:cubicBezTo>
                    <a:pt x="0" y="1920"/>
                    <a:pt x="621" y="2541"/>
                    <a:pt x="1386" y="2541"/>
                  </a:cubicBezTo>
                  <a:cubicBezTo>
                    <a:pt x="2151" y="2541"/>
                    <a:pt x="2772" y="1920"/>
                    <a:pt x="2772" y="1155"/>
                  </a:cubicBezTo>
                  <a:lnTo>
                    <a:pt x="2772" y="852"/>
                  </a:lnTo>
                  <a:cubicBezTo>
                    <a:pt x="2772" y="737"/>
                    <a:pt x="2728" y="621"/>
                    <a:pt x="2642" y="535"/>
                  </a:cubicBezTo>
                  <a:cubicBezTo>
                    <a:pt x="2281" y="188"/>
                    <a:pt x="1631" y="29"/>
                    <a:pt x="895"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0" name="Google Shape;15930;p67"/>
            <p:cNvSpPr/>
            <p:nvPr/>
          </p:nvSpPr>
          <p:spPr>
            <a:xfrm>
              <a:off x="1603514" y="3520289"/>
              <a:ext cx="72668" cy="65118"/>
            </a:xfrm>
            <a:custGeom>
              <a:avLst/>
              <a:gdLst/>
              <a:ahLst/>
              <a:cxnLst/>
              <a:rect l="l" t="t" r="r" b="b"/>
              <a:pathLst>
                <a:path w="2772" h="2484" extrusionOk="0">
                  <a:moveTo>
                    <a:pt x="895" y="0"/>
                  </a:moveTo>
                  <a:cubicBezTo>
                    <a:pt x="765" y="0"/>
                    <a:pt x="650" y="58"/>
                    <a:pt x="563" y="145"/>
                  </a:cubicBezTo>
                  <a:lnTo>
                    <a:pt x="144" y="563"/>
                  </a:lnTo>
                  <a:cubicBezTo>
                    <a:pt x="43" y="650"/>
                    <a:pt x="0" y="765"/>
                    <a:pt x="0" y="881"/>
                  </a:cubicBezTo>
                  <a:lnTo>
                    <a:pt x="0" y="1155"/>
                  </a:lnTo>
                  <a:cubicBezTo>
                    <a:pt x="0" y="1776"/>
                    <a:pt x="404" y="2325"/>
                    <a:pt x="1011" y="2483"/>
                  </a:cubicBezTo>
                  <a:cubicBezTo>
                    <a:pt x="808" y="2238"/>
                    <a:pt x="693" y="1935"/>
                    <a:pt x="693" y="1617"/>
                  </a:cubicBezTo>
                  <a:lnTo>
                    <a:pt x="693" y="939"/>
                  </a:lnTo>
                  <a:cubicBezTo>
                    <a:pt x="693" y="695"/>
                    <a:pt x="897" y="489"/>
                    <a:pt x="1137" y="489"/>
                  </a:cubicBezTo>
                  <a:cubicBezTo>
                    <a:pt x="1153" y="489"/>
                    <a:pt x="1168" y="489"/>
                    <a:pt x="1184" y="491"/>
                  </a:cubicBezTo>
                  <a:cubicBezTo>
                    <a:pt x="1646" y="520"/>
                    <a:pt x="2339" y="592"/>
                    <a:pt x="2772" y="794"/>
                  </a:cubicBezTo>
                  <a:cubicBezTo>
                    <a:pt x="2757" y="693"/>
                    <a:pt x="2714" y="607"/>
                    <a:pt x="2642" y="535"/>
                  </a:cubicBezTo>
                  <a:cubicBezTo>
                    <a:pt x="2281" y="188"/>
                    <a:pt x="1631" y="29"/>
                    <a:pt x="895"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1" name="Google Shape;15931;p67"/>
            <p:cNvSpPr/>
            <p:nvPr/>
          </p:nvSpPr>
          <p:spPr>
            <a:xfrm>
              <a:off x="1676156" y="3611098"/>
              <a:ext cx="24249" cy="60583"/>
            </a:xfrm>
            <a:custGeom>
              <a:avLst/>
              <a:gdLst/>
              <a:ahLst/>
              <a:cxnLst/>
              <a:rect l="l" t="t" r="r" b="b"/>
              <a:pathLst>
                <a:path w="925" h="2311" extrusionOk="0">
                  <a:moveTo>
                    <a:pt x="809" y="1"/>
                  </a:moveTo>
                  <a:lnTo>
                    <a:pt x="203" y="593"/>
                  </a:lnTo>
                  <a:cubicBezTo>
                    <a:pt x="73" y="723"/>
                    <a:pt x="1" y="896"/>
                    <a:pt x="1" y="1084"/>
                  </a:cubicBezTo>
                  <a:lnTo>
                    <a:pt x="1" y="2311"/>
                  </a:lnTo>
                  <a:lnTo>
                    <a:pt x="694" y="2311"/>
                  </a:lnTo>
                  <a:cubicBezTo>
                    <a:pt x="824" y="2311"/>
                    <a:pt x="925" y="2210"/>
                    <a:pt x="925" y="2080"/>
                  </a:cubicBezTo>
                  <a:lnTo>
                    <a:pt x="925" y="391"/>
                  </a:lnTo>
                  <a:cubicBezTo>
                    <a:pt x="925" y="261"/>
                    <a:pt x="881" y="116"/>
                    <a:pt x="809"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2" name="Google Shape;15932;p67"/>
            <p:cNvSpPr/>
            <p:nvPr/>
          </p:nvSpPr>
          <p:spPr>
            <a:xfrm>
              <a:off x="1633766" y="3607690"/>
              <a:ext cx="12138" cy="12138"/>
            </a:xfrm>
            <a:custGeom>
              <a:avLst/>
              <a:gdLst/>
              <a:ahLst/>
              <a:cxnLst/>
              <a:rect l="l" t="t" r="r" b="b"/>
              <a:pathLst>
                <a:path w="463" h="463" extrusionOk="0">
                  <a:moveTo>
                    <a:pt x="1" y="1"/>
                  </a:moveTo>
                  <a:lnTo>
                    <a:pt x="1" y="347"/>
                  </a:lnTo>
                  <a:cubicBezTo>
                    <a:pt x="1" y="420"/>
                    <a:pt x="59" y="463"/>
                    <a:pt x="116" y="463"/>
                  </a:cubicBezTo>
                  <a:lnTo>
                    <a:pt x="347" y="463"/>
                  </a:lnTo>
                  <a:cubicBezTo>
                    <a:pt x="405" y="463"/>
                    <a:pt x="463" y="420"/>
                    <a:pt x="463" y="347"/>
                  </a:cubicBezTo>
                  <a:lnTo>
                    <a:pt x="463"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3" name="Google Shape;15933;p67"/>
            <p:cNvSpPr/>
            <p:nvPr/>
          </p:nvSpPr>
          <p:spPr>
            <a:xfrm>
              <a:off x="1614865" y="3590755"/>
              <a:ext cx="24983" cy="25560"/>
            </a:xfrm>
            <a:custGeom>
              <a:avLst/>
              <a:gdLst/>
              <a:ahLst/>
              <a:cxnLst/>
              <a:rect l="l" t="t" r="r" b="b"/>
              <a:pathLst>
                <a:path w="953" h="975" extrusionOk="0">
                  <a:moveTo>
                    <a:pt x="225" y="0"/>
                  </a:moveTo>
                  <a:cubicBezTo>
                    <a:pt x="193" y="0"/>
                    <a:pt x="161" y="16"/>
                    <a:pt x="145" y="41"/>
                  </a:cubicBezTo>
                  <a:lnTo>
                    <a:pt x="0" y="257"/>
                  </a:lnTo>
                  <a:lnTo>
                    <a:pt x="361" y="907"/>
                  </a:lnTo>
                  <a:cubicBezTo>
                    <a:pt x="379" y="952"/>
                    <a:pt x="425" y="974"/>
                    <a:pt x="475" y="974"/>
                  </a:cubicBezTo>
                  <a:cubicBezTo>
                    <a:pt x="505" y="974"/>
                    <a:pt x="536" y="966"/>
                    <a:pt x="563" y="950"/>
                  </a:cubicBezTo>
                  <a:lnTo>
                    <a:pt x="953" y="647"/>
                  </a:lnTo>
                  <a:lnTo>
                    <a:pt x="289" y="26"/>
                  </a:lnTo>
                  <a:cubicBezTo>
                    <a:pt x="271" y="8"/>
                    <a:pt x="248" y="0"/>
                    <a:pt x="225"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4" name="Google Shape;15934;p67"/>
            <p:cNvSpPr/>
            <p:nvPr/>
          </p:nvSpPr>
          <p:spPr>
            <a:xfrm>
              <a:off x="1639822" y="3590755"/>
              <a:ext cx="25009" cy="25560"/>
            </a:xfrm>
            <a:custGeom>
              <a:avLst/>
              <a:gdLst/>
              <a:ahLst/>
              <a:cxnLst/>
              <a:rect l="l" t="t" r="r" b="b"/>
              <a:pathLst>
                <a:path w="954" h="975" extrusionOk="0">
                  <a:moveTo>
                    <a:pt x="729" y="0"/>
                  </a:moveTo>
                  <a:cubicBezTo>
                    <a:pt x="706" y="0"/>
                    <a:pt x="683" y="8"/>
                    <a:pt x="665" y="26"/>
                  </a:cubicBezTo>
                  <a:lnTo>
                    <a:pt x="1" y="647"/>
                  </a:lnTo>
                  <a:lnTo>
                    <a:pt x="391" y="950"/>
                  </a:lnTo>
                  <a:cubicBezTo>
                    <a:pt x="418" y="966"/>
                    <a:pt x="449" y="974"/>
                    <a:pt x="479" y="974"/>
                  </a:cubicBezTo>
                  <a:cubicBezTo>
                    <a:pt x="528" y="974"/>
                    <a:pt x="575" y="952"/>
                    <a:pt x="593" y="907"/>
                  </a:cubicBezTo>
                  <a:lnTo>
                    <a:pt x="954" y="257"/>
                  </a:lnTo>
                  <a:lnTo>
                    <a:pt x="809" y="41"/>
                  </a:lnTo>
                  <a:cubicBezTo>
                    <a:pt x="793" y="16"/>
                    <a:pt x="761" y="0"/>
                    <a:pt x="729"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5" name="Google Shape;15935;p67"/>
            <p:cNvSpPr/>
            <p:nvPr/>
          </p:nvSpPr>
          <p:spPr>
            <a:xfrm>
              <a:off x="1325373" y="3492291"/>
              <a:ext cx="109002" cy="109395"/>
            </a:xfrm>
            <a:custGeom>
              <a:avLst/>
              <a:gdLst/>
              <a:ahLst/>
              <a:cxnLst/>
              <a:rect l="l" t="t" r="r" b="b"/>
              <a:pathLst>
                <a:path w="4158" h="4173" extrusionOk="0">
                  <a:moveTo>
                    <a:pt x="2079" y="0"/>
                  </a:moveTo>
                  <a:cubicBezTo>
                    <a:pt x="1169" y="0"/>
                    <a:pt x="505" y="722"/>
                    <a:pt x="433" y="1631"/>
                  </a:cubicBezTo>
                  <a:cubicBezTo>
                    <a:pt x="390" y="2267"/>
                    <a:pt x="245" y="2902"/>
                    <a:pt x="43" y="3522"/>
                  </a:cubicBezTo>
                  <a:cubicBezTo>
                    <a:pt x="0" y="3638"/>
                    <a:pt x="58" y="3768"/>
                    <a:pt x="173" y="3811"/>
                  </a:cubicBezTo>
                  <a:cubicBezTo>
                    <a:pt x="549" y="3984"/>
                    <a:pt x="967" y="4114"/>
                    <a:pt x="1371" y="4172"/>
                  </a:cubicBezTo>
                  <a:lnTo>
                    <a:pt x="2786" y="4172"/>
                  </a:lnTo>
                  <a:cubicBezTo>
                    <a:pt x="3205" y="4114"/>
                    <a:pt x="3609" y="3984"/>
                    <a:pt x="3999" y="3811"/>
                  </a:cubicBezTo>
                  <a:cubicBezTo>
                    <a:pt x="4100" y="3753"/>
                    <a:pt x="4157" y="3638"/>
                    <a:pt x="4114" y="3522"/>
                  </a:cubicBezTo>
                  <a:cubicBezTo>
                    <a:pt x="3912" y="2902"/>
                    <a:pt x="3782" y="2267"/>
                    <a:pt x="3724" y="1631"/>
                  </a:cubicBezTo>
                  <a:cubicBezTo>
                    <a:pt x="3667" y="736"/>
                    <a:pt x="2988" y="0"/>
                    <a:pt x="2079"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6" name="Google Shape;15936;p67"/>
            <p:cNvSpPr/>
            <p:nvPr/>
          </p:nvSpPr>
          <p:spPr>
            <a:xfrm>
              <a:off x="1355258" y="3492291"/>
              <a:ext cx="79117" cy="109002"/>
            </a:xfrm>
            <a:custGeom>
              <a:avLst/>
              <a:gdLst/>
              <a:ahLst/>
              <a:cxnLst/>
              <a:rect l="l" t="t" r="r" b="b"/>
              <a:pathLst>
                <a:path w="3018" h="4158" extrusionOk="0">
                  <a:moveTo>
                    <a:pt x="939" y="0"/>
                  </a:moveTo>
                  <a:cubicBezTo>
                    <a:pt x="246" y="29"/>
                    <a:pt x="0" y="953"/>
                    <a:pt x="592" y="1314"/>
                  </a:cubicBezTo>
                  <a:cubicBezTo>
                    <a:pt x="621" y="1328"/>
                    <a:pt x="636" y="1328"/>
                    <a:pt x="664" y="1343"/>
                  </a:cubicBezTo>
                  <a:lnTo>
                    <a:pt x="1184" y="4158"/>
                  </a:lnTo>
                  <a:lnTo>
                    <a:pt x="1661" y="4158"/>
                  </a:lnTo>
                  <a:cubicBezTo>
                    <a:pt x="2065" y="4100"/>
                    <a:pt x="2469" y="3984"/>
                    <a:pt x="2859" y="3811"/>
                  </a:cubicBezTo>
                  <a:cubicBezTo>
                    <a:pt x="2960" y="3768"/>
                    <a:pt x="3017" y="3638"/>
                    <a:pt x="2974" y="3522"/>
                  </a:cubicBezTo>
                  <a:cubicBezTo>
                    <a:pt x="2772" y="2902"/>
                    <a:pt x="2642" y="2267"/>
                    <a:pt x="2584" y="1631"/>
                  </a:cubicBezTo>
                  <a:cubicBezTo>
                    <a:pt x="2527" y="736"/>
                    <a:pt x="1848" y="0"/>
                    <a:pt x="939"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7" name="Google Shape;15937;p67"/>
            <p:cNvSpPr/>
            <p:nvPr/>
          </p:nvSpPr>
          <p:spPr>
            <a:xfrm>
              <a:off x="1324612" y="3574790"/>
              <a:ext cx="109002" cy="97258"/>
            </a:xfrm>
            <a:custGeom>
              <a:avLst/>
              <a:gdLst/>
              <a:ahLst/>
              <a:cxnLst/>
              <a:rect l="l" t="t" r="r" b="b"/>
              <a:pathLst>
                <a:path w="4158" h="3710" extrusionOk="0">
                  <a:moveTo>
                    <a:pt x="1386" y="0"/>
                  </a:moveTo>
                  <a:lnTo>
                    <a:pt x="1386" y="693"/>
                  </a:lnTo>
                  <a:cubicBezTo>
                    <a:pt x="1386" y="881"/>
                    <a:pt x="1285" y="1039"/>
                    <a:pt x="1141" y="1112"/>
                  </a:cubicBezTo>
                  <a:lnTo>
                    <a:pt x="390" y="1487"/>
                  </a:lnTo>
                  <a:cubicBezTo>
                    <a:pt x="145" y="1602"/>
                    <a:pt x="0" y="1848"/>
                    <a:pt x="0" y="2108"/>
                  </a:cubicBezTo>
                  <a:lnTo>
                    <a:pt x="0" y="3479"/>
                  </a:lnTo>
                  <a:cubicBezTo>
                    <a:pt x="0" y="3595"/>
                    <a:pt x="101" y="3710"/>
                    <a:pt x="231" y="3710"/>
                  </a:cubicBezTo>
                  <a:lnTo>
                    <a:pt x="3927" y="3710"/>
                  </a:lnTo>
                  <a:cubicBezTo>
                    <a:pt x="4057" y="3710"/>
                    <a:pt x="4158" y="3595"/>
                    <a:pt x="4158" y="3479"/>
                  </a:cubicBezTo>
                  <a:lnTo>
                    <a:pt x="4158" y="2108"/>
                  </a:lnTo>
                  <a:cubicBezTo>
                    <a:pt x="4158" y="1848"/>
                    <a:pt x="4013" y="1602"/>
                    <a:pt x="3782" y="1487"/>
                  </a:cubicBezTo>
                  <a:lnTo>
                    <a:pt x="3032" y="1112"/>
                  </a:lnTo>
                  <a:cubicBezTo>
                    <a:pt x="2873" y="1039"/>
                    <a:pt x="2772" y="881"/>
                    <a:pt x="2772" y="693"/>
                  </a:cubicBezTo>
                  <a:lnTo>
                    <a:pt x="2772"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8" name="Google Shape;15938;p67"/>
            <p:cNvSpPr/>
            <p:nvPr/>
          </p:nvSpPr>
          <p:spPr>
            <a:xfrm>
              <a:off x="1360553" y="3574790"/>
              <a:ext cx="37120" cy="24223"/>
            </a:xfrm>
            <a:custGeom>
              <a:avLst/>
              <a:gdLst/>
              <a:ahLst/>
              <a:cxnLst/>
              <a:rect l="l" t="t" r="r" b="b"/>
              <a:pathLst>
                <a:path w="1416" h="924" extrusionOk="0">
                  <a:moveTo>
                    <a:pt x="15" y="0"/>
                  </a:moveTo>
                  <a:lnTo>
                    <a:pt x="15" y="693"/>
                  </a:lnTo>
                  <a:cubicBezTo>
                    <a:pt x="15" y="722"/>
                    <a:pt x="1" y="751"/>
                    <a:pt x="1" y="794"/>
                  </a:cubicBezTo>
                  <a:cubicBezTo>
                    <a:pt x="232" y="881"/>
                    <a:pt x="462" y="924"/>
                    <a:pt x="708" y="924"/>
                  </a:cubicBezTo>
                  <a:cubicBezTo>
                    <a:pt x="953" y="924"/>
                    <a:pt x="1184" y="881"/>
                    <a:pt x="1415" y="794"/>
                  </a:cubicBezTo>
                  <a:cubicBezTo>
                    <a:pt x="1401" y="751"/>
                    <a:pt x="1401" y="722"/>
                    <a:pt x="1401" y="693"/>
                  </a:cubicBezTo>
                  <a:lnTo>
                    <a:pt x="1401"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9" name="Google Shape;15939;p67"/>
            <p:cNvSpPr/>
            <p:nvPr/>
          </p:nvSpPr>
          <p:spPr>
            <a:xfrm>
              <a:off x="1324219" y="3606563"/>
              <a:ext cx="109395" cy="65485"/>
            </a:xfrm>
            <a:custGeom>
              <a:avLst/>
              <a:gdLst/>
              <a:ahLst/>
              <a:cxnLst/>
              <a:rect l="l" t="t" r="r" b="b"/>
              <a:pathLst>
                <a:path w="4173" h="2498" extrusionOk="0">
                  <a:moveTo>
                    <a:pt x="925" y="1"/>
                  </a:moveTo>
                  <a:lnTo>
                    <a:pt x="390" y="275"/>
                  </a:lnTo>
                  <a:cubicBezTo>
                    <a:pt x="145" y="390"/>
                    <a:pt x="1" y="636"/>
                    <a:pt x="1" y="896"/>
                  </a:cubicBezTo>
                  <a:lnTo>
                    <a:pt x="1" y="2267"/>
                  </a:lnTo>
                  <a:cubicBezTo>
                    <a:pt x="1" y="2383"/>
                    <a:pt x="102" y="2498"/>
                    <a:pt x="232" y="2498"/>
                  </a:cubicBezTo>
                  <a:lnTo>
                    <a:pt x="3927" y="2498"/>
                  </a:lnTo>
                  <a:cubicBezTo>
                    <a:pt x="4057" y="2498"/>
                    <a:pt x="4158" y="2383"/>
                    <a:pt x="4158" y="2267"/>
                  </a:cubicBezTo>
                  <a:lnTo>
                    <a:pt x="4158" y="896"/>
                  </a:lnTo>
                  <a:cubicBezTo>
                    <a:pt x="4173" y="636"/>
                    <a:pt x="4028" y="390"/>
                    <a:pt x="3797" y="275"/>
                  </a:cubicBezTo>
                  <a:lnTo>
                    <a:pt x="3263" y="1"/>
                  </a:lnTo>
                  <a:cubicBezTo>
                    <a:pt x="2989" y="427"/>
                    <a:pt x="2541" y="639"/>
                    <a:pt x="2094" y="639"/>
                  </a:cubicBezTo>
                  <a:cubicBezTo>
                    <a:pt x="1646" y="639"/>
                    <a:pt x="1199" y="427"/>
                    <a:pt x="925"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0" name="Google Shape;15940;p67"/>
            <p:cNvSpPr/>
            <p:nvPr/>
          </p:nvSpPr>
          <p:spPr>
            <a:xfrm>
              <a:off x="1342779" y="3527393"/>
              <a:ext cx="72668" cy="59534"/>
            </a:xfrm>
            <a:custGeom>
              <a:avLst/>
              <a:gdLst/>
              <a:ahLst/>
              <a:cxnLst/>
              <a:rect l="l" t="t" r="r" b="b"/>
              <a:pathLst>
                <a:path w="2772" h="2271" extrusionOk="0">
                  <a:moveTo>
                    <a:pt x="1083" y="1"/>
                  </a:moveTo>
                  <a:cubicBezTo>
                    <a:pt x="986" y="1"/>
                    <a:pt x="904" y="45"/>
                    <a:pt x="866" y="134"/>
                  </a:cubicBezTo>
                  <a:cubicBezTo>
                    <a:pt x="780" y="292"/>
                    <a:pt x="679" y="437"/>
                    <a:pt x="549" y="552"/>
                  </a:cubicBezTo>
                  <a:cubicBezTo>
                    <a:pt x="419" y="653"/>
                    <a:pt x="274" y="754"/>
                    <a:pt x="130" y="827"/>
                  </a:cubicBezTo>
                  <a:cubicBezTo>
                    <a:pt x="43" y="870"/>
                    <a:pt x="0" y="971"/>
                    <a:pt x="15" y="1072"/>
                  </a:cubicBezTo>
                  <a:cubicBezTo>
                    <a:pt x="101" y="1750"/>
                    <a:pt x="693" y="2270"/>
                    <a:pt x="1386" y="2270"/>
                  </a:cubicBezTo>
                  <a:cubicBezTo>
                    <a:pt x="2108" y="2270"/>
                    <a:pt x="2714" y="1707"/>
                    <a:pt x="2772" y="985"/>
                  </a:cubicBezTo>
                  <a:cubicBezTo>
                    <a:pt x="2772" y="928"/>
                    <a:pt x="2743" y="855"/>
                    <a:pt x="2685" y="812"/>
                  </a:cubicBezTo>
                  <a:cubicBezTo>
                    <a:pt x="2238" y="422"/>
                    <a:pt x="1689" y="148"/>
                    <a:pt x="1126" y="4"/>
                  </a:cubicBezTo>
                  <a:cubicBezTo>
                    <a:pt x="1112" y="2"/>
                    <a:pt x="1097" y="1"/>
                    <a:pt x="1083"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1" name="Google Shape;15941;p67"/>
            <p:cNvSpPr/>
            <p:nvPr/>
          </p:nvSpPr>
          <p:spPr>
            <a:xfrm>
              <a:off x="1342779" y="3527393"/>
              <a:ext cx="73061" cy="59141"/>
            </a:xfrm>
            <a:custGeom>
              <a:avLst/>
              <a:gdLst/>
              <a:ahLst/>
              <a:cxnLst/>
              <a:rect l="l" t="t" r="r" b="b"/>
              <a:pathLst>
                <a:path w="2787" h="2256" extrusionOk="0">
                  <a:moveTo>
                    <a:pt x="1088" y="1"/>
                  </a:moveTo>
                  <a:cubicBezTo>
                    <a:pt x="997" y="1"/>
                    <a:pt x="904" y="45"/>
                    <a:pt x="866" y="134"/>
                  </a:cubicBezTo>
                  <a:cubicBezTo>
                    <a:pt x="808" y="249"/>
                    <a:pt x="736" y="350"/>
                    <a:pt x="650" y="451"/>
                  </a:cubicBezTo>
                  <a:cubicBezTo>
                    <a:pt x="621" y="480"/>
                    <a:pt x="592" y="523"/>
                    <a:pt x="549" y="552"/>
                  </a:cubicBezTo>
                  <a:cubicBezTo>
                    <a:pt x="433" y="653"/>
                    <a:pt x="289" y="754"/>
                    <a:pt x="144" y="827"/>
                  </a:cubicBezTo>
                  <a:cubicBezTo>
                    <a:pt x="58" y="870"/>
                    <a:pt x="0" y="971"/>
                    <a:pt x="15" y="1072"/>
                  </a:cubicBezTo>
                  <a:cubicBezTo>
                    <a:pt x="101" y="1678"/>
                    <a:pt x="577" y="2169"/>
                    <a:pt x="1184" y="2256"/>
                  </a:cubicBezTo>
                  <a:cubicBezTo>
                    <a:pt x="866" y="2068"/>
                    <a:pt x="693" y="1722"/>
                    <a:pt x="693" y="1361"/>
                  </a:cubicBezTo>
                  <a:lnTo>
                    <a:pt x="693" y="1029"/>
                  </a:lnTo>
                  <a:cubicBezTo>
                    <a:pt x="751" y="985"/>
                    <a:pt x="808" y="942"/>
                    <a:pt x="852" y="899"/>
                  </a:cubicBezTo>
                  <a:cubicBezTo>
                    <a:pt x="982" y="783"/>
                    <a:pt x="1097" y="653"/>
                    <a:pt x="1184" y="509"/>
                  </a:cubicBezTo>
                  <a:cubicBezTo>
                    <a:pt x="1631" y="653"/>
                    <a:pt x="2035" y="870"/>
                    <a:pt x="2396" y="1159"/>
                  </a:cubicBezTo>
                  <a:cubicBezTo>
                    <a:pt x="2440" y="1202"/>
                    <a:pt x="2541" y="1303"/>
                    <a:pt x="2671" y="1418"/>
                  </a:cubicBezTo>
                  <a:cubicBezTo>
                    <a:pt x="2728" y="1288"/>
                    <a:pt x="2772" y="1144"/>
                    <a:pt x="2772" y="1000"/>
                  </a:cubicBezTo>
                  <a:cubicBezTo>
                    <a:pt x="2786" y="928"/>
                    <a:pt x="2757" y="855"/>
                    <a:pt x="2700" y="812"/>
                  </a:cubicBezTo>
                  <a:cubicBezTo>
                    <a:pt x="2238" y="437"/>
                    <a:pt x="1703" y="162"/>
                    <a:pt x="1126" y="4"/>
                  </a:cubicBezTo>
                  <a:cubicBezTo>
                    <a:pt x="1113" y="2"/>
                    <a:pt x="1101" y="1"/>
                    <a:pt x="1088"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2" name="Google Shape;15942;p67"/>
            <p:cNvSpPr/>
            <p:nvPr/>
          </p:nvSpPr>
          <p:spPr>
            <a:xfrm>
              <a:off x="1324612" y="3619067"/>
              <a:ext cx="24249" cy="52981"/>
            </a:xfrm>
            <a:custGeom>
              <a:avLst/>
              <a:gdLst/>
              <a:ahLst/>
              <a:cxnLst/>
              <a:rect l="l" t="t" r="r" b="b"/>
              <a:pathLst>
                <a:path w="925" h="2021" extrusionOk="0">
                  <a:moveTo>
                    <a:pt x="145" y="0"/>
                  </a:moveTo>
                  <a:cubicBezTo>
                    <a:pt x="58" y="116"/>
                    <a:pt x="0" y="260"/>
                    <a:pt x="0" y="419"/>
                  </a:cubicBezTo>
                  <a:lnTo>
                    <a:pt x="0" y="1790"/>
                  </a:lnTo>
                  <a:cubicBezTo>
                    <a:pt x="0" y="1906"/>
                    <a:pt x="116" y="2021"/>
                    <a:pt x="231" y="2021"/>
                  </a:cubicBezTo>
                  <a:lnTo>
                    <a:pt x="924" y="2021"/>
                  </a:lnTo>
                  <a:lnTo>
                    <a:pt x="924" y="852"/>
                  </a:lnTo>
                  <a:cubicBezTo>
                    <a:pt x="924" y="707"/>
                    <a:pt x="866" y="577"/>
                    <a:pt x="751" y="491"/>
                  </a:cubicBezTo>
                  <a:lnTo>
                    <a:pt x="145" y="0"/>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3" name="Google Shape;15943;p67"/>
            <p:cNvSpPr/>
            <p:nvPr/>
          </p:nvSpPr>
          <p:spPr>
            <a:xfrm>
              <a:off x="1409365" y="3586901"/>
              <a:ext cx="206286" cy="85146"/>
            </a:xfrm>
            <a:custGeom>
              <a:avLst/>
              <a:gdLst/>
              <a:ahLst/>
              <a:cxnLst/>
              <a:rect l="l" t="t" r="r" b="b"/>
              <a:pathLst>
                <a:path w="7869" h="3248" extrusionOk="0">
                  <a:moveTo>
                    <a:pt x="2556" y="0"/>
                  </a:moveTo>
                  <a:lnTo>
                    <a:pt x="621" y="707"/>
                  </a:lnTo>
                  <a:cubicBezTo>
                    <a:pt x="246" y="837"/>
                    <a:pt x="1" y="1184"/>
                    <a:pt x="1" y="1574"/>
                  </a:cubicBezTo>
                  <a:lnTo>
                    <a:pt x="1" y="3017"/>
                  </a:lnTo>
                  <a:cubicBezTo>
                    <a:pt x="1" y="3133"/>
                    <a:pt x="116" y="3248"/>
                    <a:pt x="232" y="3248"/>
                  </a:cubicBezTo>
                  <a:lnTo>
                    <a:pt x="7637" y="3248"/>
                  </a:lnTo>
                  <a:cubicBezTo>
                    <a:pt x="7767" y="3248"/>
                    <a:pt x="7868" y="3133"/>
                    <a:pt x="7868" y="3017"/>
                  </a:cubicBezTo>
                  <a:lnTo>
                    <a:pt x="7868" y="1574"/>
                  </a:lnTo>
                  <a:cubicBezTo>
                    <a:pt x="7868" y="1184"/>
                    <a:pt x="7623" y="837"/>
                    <a:pt x="7262" y="707"/>
                  </a:cubicBezTo>
                  <a:lnTo>
                    <a:pt x="5327" y="0"/>
                  </a:lnTo>
                  <a:lnTo>
                    <a:pt x="3942" y="462"/>
                  </a:lnTo>
                  <a:lnTo>
                    <a:pt x="2556" y="0"/>
                  </a:ln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4" name="Google Shape;15944;p67"/>
            <p:cNvSpPr/>
            <p:nvPr/>
          </p:nvSpPr>
          <p:spPr>
            <a:xfrm>
              <a:off x="1500567" y="3611098"/>
              <a:ext cx="24249" cy="60950"/>
            </a:xfrm>
            <a:custGeom>
              <a:avLst/>
              <a:gdLst/>
              <a:ahLst/>
              <a:cxnLst/>
              <a:rect l="l" t="t" r="r" b="b"/>
              <a:pathLst>
                <a:path w="925" h="2325" extrusionOk="0">
                  <a:moveTo>
                    <a:pt x="217" y="1"/>
                  </a:moveTo>
                  <a:lnTo>
                    <a:pt x="1" y="2325"/>
                  </a:lnTo>
                  <a:lnTo>
                    <a:pt x="925" y="2325"/>
                  </a:lnTo>
                  <a:lnTo>
                    <a:pt x="708"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5" name="Google Shape;15945;p67"/>
            <p:cNvSpPr/>
            <p:nvPr/>
          </p:nvSpPr>
          <p:spPr>
            <a:xfrm>
              <a:off x="1502088" y="3598986"/>
              <a:ext cx="21208" cy="20474"/>
            </a:xfrm>
            <a:custGeom>
              <a:avLst/>
              <a:gdLst/>
              <a:ahLst/>
              <a:cxnLst/>
              <a:rect l="l" t="t" r="r" b="b"/>
              <a:pathLst>
                <a:path w="809" h="781" extrusionOk="0">
                  <a:moveTo>
                    <a:pt x="0" y="1"/>
                  </a:moveTo>
                  <a:lnTo>
                    <a:pt x="0" y="622"/>
                  </a:lnTo>
                  <a:cubicBezTo>
                    <a:pt x="0" y="708"/>
                    <a:pt x="73" y="780"/>
                    <a:pt x="159" y="780"/>
                  </a:cubicBezTo>
                  <a:lnTo>
                    <a:pt x="650" y="780"/>
                  </a:lnTo>
                  <a:cubicBezTo>
                    <a:pt x="737" y="780"/>
                    <a:pt x="809" y="708"/>
                    <a:pt x="809" y="622"/>
                  </a:cubicBezTo>
                  <a:lnTo>
                    <a:pt x="809" y="1"/>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6" name="Google Shape;15946;p67"/>
            <p:cNvSpPr/>
            <p:nvPr/>
          </p:nvSpPr>
          <p:spPr>
            <a:xfrm>
              <a:off x="1579291" y="3611858"/>
              <a:ext cx="36360" cy="60190"/>
            </a:xfrm>
            <a:custGeom>
              <a:avLst/>
              <a:gdLst/>
              <a:ahLst/>
              <a:cxnLst/>
              <a:rect l="l" t="t" r="r" b="b"/>
              <a:pathLst>
                <a:path w="1387" h="2296" extrusionOk="0">
                  <a:moveTo>
                    <a:pt x="1141" y="1"/>
                  </a:moveTo>
                  <a:lnTo>
                    <a:pt x="275" y="867"/>
                  </a:lnTo>
                  <a:cubicBezTo>
                    <a:pt x="101" y="1040"/>
                    <a:pt x="0" y="1271"/>
                    <a:pt x="0" y="1516"/>
                  </a:cubicBezTo>
                  <a:lnTo>
                    <a:pt x="0" y="2296"/>
                  </a:lnTo>
                  <a:lnTo>
                    <a:pt x="1155" y="2296"/>
                  </a:lnTo>
                  <a:cubicBezTo>
                    <a:pt x="1285" y="2296"/>
                    <a:pt x="1386" y="2181"/>
                    <a:pt x="1386" y="2065"/>
                  </a:cubicBezTo>
                  <a:lnTo>
                    <a:pt x="1386" y="622"/>
                  </a:lnTo>
                  <a:cubicBezTo>
                    <a:pt x="1386" y="391"/>
                    <a:pt x="1299" y="160"/>
                    <a:pt x="1141"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7" name="Google Shape;15947;p67"/>
            <p:cNvSpPr/>
            <p:nvPr/>
          </p:nvSpPr>
          <p:spPr>
            <a:xfrm>
              <a:off x="1446066" y="3399202"/>
              <a:ext cx="133251" cy="96891"/>
            </a:xfrm>
            <a:custGeom>
              <a:avLst/>
              <a:gdLst/>
              <a:ahLst/>
              <a:cxnLst/>
              <a:rect l="l" t="t" r="r" b="b"/>
              <a:pathLst>
                <a:path w="5083" h="3696" extrusionOk="0">
                  <a:moveTo>
                    <a:pt x="1849" y="0"/>
                  </a:moveTo>
                  <a:cubicBezTo>
                    <a:pt x="824" y="0"/>
                    <a:pt x="1" y="823"/>
                    <a:pt x="1" y="1848"/>
                  </a:cubicBezTo>
                  <a:lnTo>
                    <a:pt x="1" y="2396"/>
                  </a:lnTo>
                  <a:cubicBezTo>
                    <a:pt x="1" y="2642"/>
                    <a:pt x="30" y="2887"/>
                    <a:pt x="116" y="3118"/>
                  </a:cubicBezTo>
                  <a:lnTo>
                    <a:pt x="189" y="3349"/>
                  </a:lnTo>
                  <a:cubicBezTo>
                    <a:pt x="217" y="3421"/>
                    <a:pt x="232" y="3493"/>
                    <a:pt x="232" y="3566"/>
                  </a:cubicBezTo>
                  <a:lnTo>
                    <a:pt x="232" y="3696"/>
                  </a:lnTo>
                  <a:lnTo>
                    <a:pt x="4851" y="3696"/>
                  </a:lnTo>
                  <a:lnTo>
                    <a:pt x="4851" y="3580"/>
                  </a:lnTo>
                  <a:cubicBezTo>
                    <a:pt x="4851" y="3508"/>
                    <a:pt x="4851" y="3421"/>
                    <a:pt x="4880" y="3349"/>
                  </a:cubicBezTo>
                  <a:lnTo>
                    <a:pt x="4952" y="3133"/>
                  </a:lnTo>
                  <a:cubicBezTo>
                    <a:pt x="5039" y="2887"/>
                    <a:pt x="5082" y="2642"/>
                    <a:pt x="5082" y="2396"/>
                  </a:cubicBezTo>
                  <a:lnTo>
                    <a:pt x="5082" y="462"/>
                  </a:lnTo>
                  <a:cubicBezTo>
                    <a:pt x="5082" y="202"/>
                    <a:pt x="4880" y="0"/>
                    <a:pt x="4620"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8" name="Google Shape;15948;p67"/>
            <p:cNvSpPr/>
            <p:nvPr/>
          </p:nvSpPr>
          <p:spPr>
            <a:xfrm>
              <a:off x="1476345" y="3399202"/>
              <a:ext cx="102973" cy="96891"/>
            </a:xfrm>
            <a:custGeom>
              <a:avLst/>
              <a:gdLst/>
              <a:ahLst/>
              <a:cxnLst/>
              <a:rect l="l" t="t" r="r" b="b"/>
              <a:pathLst>
                <a:path w="3928" h="3696" extrusionOk="0">
                  <a:moveTo>
                    <a:pt x="939" y="0"/>
                  </a:moveTo>
                  <a:cubicBezTo>
                    <a:pt x="419" y="0"/>
                    <a:pt x="1" y="419"/>
                    <a:pt x="1" y="938"/>
                  </a:cubicBezTo>
                  <a:cubicBezTo>
                    <a:pt x="1" y="1458"/>
                    <a:pt x="419" y="1877"/>
                    <a:pt x="939" y="1877"/>
                  </a:cubicBezTo>
                  <a:lnTo>
                    <a:pt x="1069" y="1877"/>
                  </a:lnTo>
                  <a:lnTo>
                    <a:pt x="1127" y="3696"/>
                  </a:lnTo>
                  <a:lnTo>
                    <a:pt x="3696" y="3696"/>
                  </a:lnTo>
                  <a:lnTo>
                    <a:pt x="3696" y="3580"/>
                  </a:lnTo>
                  <a:cubicBezTo>
                    <a:pt x="3696" y="3508"/>
                    <a:pt x="3696" y="3421"/>
                    <a:pt x="3725" y="3349"/>
                  </a:cubicBezTo>
                  <a:lnTo>
                    <a:pt x="3797" y="3133"/>
                  </a:lnTo>
                  <a:cubicBezTo>
                    <a:pt x="3884" y="2887"/>
                    <a:pt x="3927" y="2642"/>
                    <a:pt x="3927" y="2396"/>
                  </a:cubicBezTo>
                  <a:lnTo>
                    <a:pt x="3927" y="462"/>
                  </a:lnTo>
                  <a:cubicBezTo>
                    <a:pt x="3927" y="202"/>
                    <a:pt x="3711" y="0"/>
                    <a:pt x="3465"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49" name="Google Shape;15949;p67"/>
            <p:cNvSpPr/>
            <p:nvPr/>
          </p:nvSpPr>
          <p:spPr>
            <a:xfrm>
              <a:off x="1476345" y="3544512"/>
              <a:ext cx="72694" cy="54501"/>
            </a:xfrm>
            <a:custGeom>
              <a:avLst/>
              <a:gdLst/>
              <a:ahLst/>
              <a:cxnLst/>
              <a:rect l="l" t="t" r="r" b="b"/>
              <a:pathLst>
                <a:path w="2773" h="2079" extrusionOk="0">
                  <a:moveTo>
                    <a:pt x="1" y="0"/>
                  </a:moveTo>
                  <a:lnTo>
                    <a:pt x="1" y="2079"/>
                  </a:lnTo>
                  <a:lnTo>
                    <a:pt x="2772" y="2079"/>
                  </a:lnTo>
                  <a:lnTo>
                    <a:pt x="2772"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0" name="Google Shape;15950;p67"/>
            <p:cNvSpPr/>
            <p:nvPr/>
          </p:nvSpPr>
          <p:spPr>
            <a:xfrm>
              <a:off x="1476345" y="3544512"/>
              <a:ext cx="72694" cy="30383"/>
            </a:xfrm>
            <a:custGeom>
              <a:avLst/>
              <a:gdLst/>
              <a:ahLst/>
              <a:cxnLst/>
              <a:rect l="l" t="t" r="r" b="b"/>
              <a:pathLst>
                <a:path w="2773" h="1159" extrusionOk="0">
                  <a:moveTo>
                    <a:pt x="1" y="0"/>
                  </a:moveTo>
                  <a:lnTo>
                    <a:pt x="1" y="780"/>
                  </a:lnTo>
                  <a:cubicBezTo>
                    <a:pt x="427" y="1032"/>
                    <a:pt x="903" y="1159"/>
                    <a:pt x="1381" y="1159"/>
                  </a:cubicBezTo>
                  <a:cubicBezTo>
                    <a:pt x="1859" y="1159"/>
                    <a:pt x="2339" y="1032"/>
                    <a:pt x="2772" y="780"/>
                  </a:cubicBezTo>
                  <a:lnTo>
                    <a:pt x="2772"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1" name="Google Shape;15951;p67"/>
            <p:cNvSpPr/>
            <p:nvPr/>
          </p:nvSpPr>
          <p:spPr>
            <a:xfrm>
              <a:off x="1464233" y="3576887"/>
              <a:ext cx="48472" cy="43438"/>
            </a:xfrm>
            <a:custGeom>
              <a:avLst/>
              <a:gdLst/>
              <a:ahLst/>
              <a:cxnLst/>
              <a:rect l="l" t="t" r="r" b="b"/>
              <a:pathLst>
                <a:path w="1849" h="1657" extrusionOk="0">
                  <a:moveTo>
                    <a:pt x="413" y="1"/>
                  </a:moveTo>
                  <a:cubicBezTo>
                    <a:pt x="327" y="1"/>
                    <a:pt x="242" y="49"/>
                    <a:pt x="203" y="137"/>
                  </a:cubicBezTo>
                  <a:lnTo>
                    <a:pt x="1" y="555"/>
                  </a:lnTo>
                  <a:lnTo>
                    <a:pt x="752" y="1566"/>
                  </a:lnTo>
                  <a:cubicBezTo>
                    <a:pt x="798" y="1628"/>
                    <a:pt x="869" y="1656"/>
                    <a:pt x="941" y="1656"/>
                  </a:cubicBezTo>
                  <a:cubicBezTo>
                    <a:pt x="1003" y="1656"/>
                    <a:pt x="1065" y="1635"/>
                    <a:pt x="1112" y="1595"/>
                  </a:cubicBezTo>
                  <a:lnTo>
                    <a:pt x="1849" y="844"/>
                  </a:lnTo>
                  <a:lnTo>
                    <a:pt x="535" y="36"/>
                  </a:lnTo>
                  <a:cubicBezTo>
                    <a:pt x="497" y="12"/>
                    <a:pt x="455" y="1"/>
                    <a:pt x="413"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2" name="Google Shape;15952;p67"/>
            <p:cNvSpPr/>
            <p:nvPr/>
          </p:nvSpPr>
          <p:spPr>
            <a:xfrm>
              <a:off x="1512679" y="3576887"/>
              <a:ext cx="48472" cy="43438"/>
            </a:xfrm>
            <a:custGeom>
              <a:avLst/>
              <a:gdLst/>
              <a:ahLst/>
              <a:cxnLst/>
              <a:rect l="l" t="t" r="r" b="b"/>
              <a:pathLst>
                <a:path w="1849" h="1657" extrusionOk="0">
                  <a:moveTo>
                    <a:pt x="1436" y="1"/>
                  </a:moveTo>
                  <a:cubicBezTo>
                    <a:pt x="1394" y="1"/>
                    <a:pt x="1352" y="12"/>
                    <a:pt x="1314" y="36"/>
                  </a:cubicBezTo>
                  <a:lnTo>
                    <a:pt x="1" y="844"/>
                  </a:lnTo>
                  <a:lnTo>
                    <a:pt x="737" y="1595"/>
                  </a:lnTo>
                  <a:cubicBezTo>
                    <a:pt x="784" y="1635"/>
                    <a:pt x="843" y="1656"/>
                    <a:pt x="902" y="1656"/>
                  </a:cubicBezTo>
                  <a:cubicBezTo>
                    <a:pt x="970" y="1656"/>
                    <a:pt x="1037" y="1628"/>
                    <a:pt x="1083" y="1566"/>
                  </a:cubicBezTo>
                  <a:lnTo>
                    <a:pt x="1848" y="555"/>
                  </a:lnTo>
                  <a:lnTo>
                    <a:pt x="1646" y="137"/>
                  </a:lnTo>
                  <a:cubicBezTo>
                    <a:pt x="1607" y="49"/>
                    <a:pt x="1522" y="1"/>
                    <a:pt x="1436"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3" name="Google Shape;15953;p67"/>
            <p:cNvSpPr/>
            <p:nvPr/>
          </p:nvSpPr>
          <p:spPr>
            <a:xfrm>
              <a:off x="1452122" y="3448171"/>
              <a:ext cx="121140" cy="114533"/>
            </a:xfrm>
            <a:custGeom>
              <a:avLst/>
              <a:gdLst/>
              <a:ahLst/>
              <a:cxnLst/>
              <a:rect l="l" t="t" r="r" b="b"/>
              <a:pathLst>
                <a:path w="4621" h="4369" extrusionOk="0">
                  <a:moveTo>
                    <a:pt x="2025" y="1"/>
                  </a:moveTo>
                  <a:cubicBezTo>
                    <a:pt x="1423" y="1"/>
                    <a:pt x="898" y="105"/>
                    <a:pt x="636" y="167"/>
                  </a:cubicBezTo>
                  <a:cubicBezTo>
                    <a:pt x="535" y="182"/>
                    <a:pt x="463" y="283"/>
                    <a:pt x="463" y="384"/>
                  </a:cubicBezTo>
                  <a:lnTo>
                    <a:pt x="463" y="947"/>
                  </a:lnTo>
                  <a:cubicBezTo>
                    <a:pt x="463" y="1062"/>
                    <a:pt x="405" y="1178"/>
                    <a:pt x="319" y="1279"/>
                  </a:cubicBezTo>
                  <a:lnTo>
                    <a:pt x="131" y="1467"/>
                  </a:lnTo>
                  <a:cubicBezTo>
                    <a:pt x="44" y="1553"/>
                    <a:pt x="1" y="1669"/>
                    <a:pt x="1" y="1784"/>
                  </a:cubicBezTo>
                  <a:lnTo>
                    <a:pt x="1" y="2059"/>
                  </a:lnTo>
                  <a:cubicBezTo>
                    <a:pt x="1" y="3343"/>
                    <a:pt x="1026" y="4368"/>
                    <a:pt x="2311" y="4368"/>
                  </a:cubicBezTo>
                  <a:cubicBezTo>
                    <a:pt x="3581" y="4368"/>
                    <a:pt x="4620" y="3329"/>
                    <a:pt x="4620" y="2059"/>
                  </a:cubicBezTo>
                  <a:lnTo>
                    <a:pt x="4620" y="1784"/>
                  </a:lnTo>
                  <a:cubicBezTo>
                    <a:pt x="4620" y="1669"/>
                    <a:pt x="4577" y="1539"/>
                    <a:pt x="4490" y="1452"/>
                  </a:cubicBezTo>
                  <a:lnTo>
                    <a:pt x="4303" y="1265"/>
                  </a:lnTo>
                  <a:cubicBezTo>
                    <a:pt x="4202" y="1178"/>
                    <a:pt x="4158" y="1062"/>
                    <a:pt x="4158" y="947"/>
                  </a:cubicBezTo>
                  <a:lnTo>
                    <a:pt x="4158" y="817"/>
                  </a:lnTo>
                  <a:cubicBezTo>
                    <a:pt x="4158" y="716"/>
                    <a:pt x="4115" y="629"/>
                    <a:pt x="4043" y="572"/>
                  </a:cubicBezTo>
                  <a:cubicBezTo>
                    <a:pt x="3439" y="126"/>
                    <a:pt x="2685" y="1"/>
                    <a:pt x="202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4" name="Google Shape;15954;p67"/>
            <p:cNvSpPr/>
            <p:nvPr/>
          </p:nvSpPr>
          <p:spPr>
            <a:xfrm>
              <a:off x="1452122" y="3448355"/>
              <a:ext cx="109028" cy="113957"/>
            </a:xfrm>
            <a:custGeom>
              <a:avLst/>
              <a:gdLst/>
              <a:ahLst/>
              <a:cxnLst/>
              <a:rect l="l" t="t" r="r" b="b"/>
              <a:pathLst>
                <a:path w="4159" h="4347" extrusionOk="0">
                  <a:moveTo>
                    <a:pt x="1986" y="1"/>
                  </a:moveTo>
                  <a:cubicBezTo>
                    <a:pt x="1772" y="1"/>
                    <a:pt x="1570" y="13"/>
                    <a:pt x="1387" y="31"/>
                  </a:cubicBezTo>
                  <a:cubicBezTo>
                    <a:pt x="1127" y="59"/>
                    <a:pt x="881" y="103"/>
                    <a:pt x="636" y="160"/>
                  </a:cubicBezTo>
                  <a:cubicBezTo>
                    <a:pt x="521" y="189"/>
                    <a:pt x="448" y="276"/>
                    <a:pt x="448" y="391"/>
                  </a:cubicBezTo>
                  <a:lnTo>
                    <a:pt x="448" y="940"/>
                  </a:lnTo>
                  <a:cubicBezTo>
                    <a:pt x="448" y="1055"/>
                    <a:pt x="405" y="1171"/>
                    <a:pt x="319" y="1272"/>
                  </a:cubicBezTo>
                  <a:lnTo>
                    <a:pt x="131" y="1460"/>
                  </a:lnTo>
                  <a:cubicBezTo>
                    <a:pt x="44" y="1546"/>
                    <a:pt x="1" y="1662"/>
                    <a:pt x="1" y="1792"/>
                  </a:cubicBezTo>
                  <a:lnTo>
                    <a:pt x="1" y="2052"/>
                  </a:lnTo>
                  <a:cubicBezTo>
                    <a:pt x="1" y="3221"/>
                    <a:pt x="867" y="4202"/>
                    <a:pt x="2022" y="4347"/>
                  </a:cubicBezTo>
                  <a:cubicBezTo>
                    <a:pt x="1618" y="3914"/>
                    <a:pt x="1387" y="3351"/>
                    <a:pt x="1387" y="2744"/>
                  </a:cubicBezTo>
                  <a:lnTo>
                    <a:pt x="1387" y="1055"/>
                  </a:lnTo>
                  <a:cubicBezTo>
                    <a:pt x="1387" y="825"/>
                    <a:pt x="1560" y="622"/>
                    <a:pt x="1791" y="594"/>
                  </a:cubicBezTo>
                  <a:cubicBezTo>
                    <a:pt x="1966" y="575"/>
                    <a:pt x="2188" y="558"/>
                    <a:pt x="2436" y="558"/>
                  </a:cubicBezTo>
                  <a:cubicBezTo>
                    <a:pt x="2964" y="558"/>
                    <a:pt x="3608" y="635"/>
                    <a:pt x="4158" y="940"/>
                  </a:cubicBezTo>
                  <a:lnTo>
                    <a:pt x="4158" y="810"/>
                  </a:lnTo>
                  <a:cubicBezTo>
                    <a:pt x="4158" y="723"/>
                    <a:pt x="4115" y="637"/>
                    <a:pt x="4043" y="579"/>
                  </a:cubicBezTo>
                  <a:cubicBezTo>
                    <a:pt x="3420" y="121"/>
                    <a:pt x="2649" y="1"/>
                    <a:pt x="198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5" name="Google Shape;15955;p67"/>
            <p:cNvSpPr/>
            <p:nvPr/>
          </p:nvSpPr>
          <p:spPr>
            <a:xfrm>
              <a:off x="1409759" y="3611858"/>
              <a:ext cx="36334" cy="60190"/>
            </a:xfrm>
            <a:custGeom>
              <a:avLst/>
              <a:gdLst/>
              <a:ahLst/>
              <a:cxnLst/>
              <a:rect l="l" t="t" r="r" b="b"/>
              <a:pathLst>
                <a:path w="1386" h="2296" extrusionOk="0">
                  <a:moveTo>
                    <a:pt x="246" y="1"/>
                  </a:moveTo>
                  <a:cubicBezTo>
                    <a:pt x="87" y="160"/>
                    <a:pt x="0" y="391"/>
                    <a:pt x="0" y="622"/>
                  </a:cubicBezTo>
                  <a:lnTo>
                    <a:pt x="0" y="2065"/>
                  </a:lnTo>
                  <a:cubicBezTo>
                    <a:pt x="0" y="2181"/>
                    <a:pt x="101" y="2296"/>
                    <a:pt x="231" y="2296"/>
                  </a:cubicBezTo>
                  <a:lnTo>
                    <a:pt x="1386" y="2296"/>
                  </a:lnTo>
                  <a:lnTo>
                    <a:pt x="1386" y="1516"/>
                  </a:lnTo>
                  <a:cubicBezTo>
                    <a:pt x="1386" y="1271"/>
                    <a:pt x="1285" y="1040"/>
                    <a:pt x="1112" y="867"/>
                  </a:cubicBezTo>
                  <a:lnTo>
                    <a:pt x="246"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56" name="Google Shape;15956;p67"/>
          <p:cNvGrpSpPr/>
          <p:nvPr/>
        </p:nvGrpSpPr>
        <p:grpSpPr>
          <a:xfrm>
            <a:off x="1773706" y="3395401"/>
            <a:ext cx="376185" cy="280448"/>
            <a:chOff x="1798763" y="3395401"/>
            <a:chExt cx="376185" cy="280448"/>
          </a:xfrm>
        </p:grpSpPr>
        <p:sp>
          <p:nvSpPr>
            <p:cNvPr id="15957" name="Google Shape;15957;p67"/>
            <p:cNvSpPr/>
            <p:nvPr/>
          </p:nvSpPr>
          <p:spPr>
            <a:xfrm>
              <a:off x="2097352" y="3478660"/>
              <a:ext cx="47711" cy="42023"/>
            </a:xfrm>
            <a:custGeom>
              <a:avLst/>
              <a:gdLst/>
              <a:ahLst/>
              <a:cxnLst/>
              <a:rect l="l" t="t" r="r" b="b"/>
              <a:pathLst>
                <a:path w="1820" h="1603" extrusionOk="0">
                  <a:moveTo>
                    <a:pt x="910" y="1"/>
                  </a:moveTo>
                  <a:cubicBezTo>
                    <a:pt x="405" y="1"/>
                    <a:pt x="0" y="361"/>
                    <a:pt x="0" y="809"/>
                  </a:cubicBezTo>
                  <a:cubicBezTo>
                    <a:pt x="0" y="1242"/>
                    <a:pt x="405" y="1603"/>
                    <a:pt x="910" y="1603"/>
                  </a:cubicBezTo>
                  <a:cubicBezTo>
                    <a:pt x="1401" y="1603"/>
                    <a:pt x="1819" y="1242"/>
                    <a:pt x="1819" y="809"/>
                  </a:cubicBezTo>
                  <a:cubicBezTo>
                    <a:pt x="1819" y="361"/>
                    <a:pt x="1401" y="1"/>
                    <a:pt x="910"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8" name="Google Shape;15958;p67"/>
            <p:cNvSpPr/>
            <p:nvPr/>
          </p:nvSpPr>
          <p:spPr>
            <a:xfrm>
              <a:off x="2097352" y="3478660"/>
              <a:ext cx="32559" cy="42023"/>
            </a:xfrm>
            <a:custGeom>
              <a:avLst/>
              <a:gdLst/>
              <a:ahLst/>
              <a:cxnLst/>
              <a:rect l="l" t="t" r="r" b="b"/>
              <a:pathLst>
                <a:path w="1242" h="1603" extrusionOk="0">
                  <a:moveTo>
                    <a:pt x="910" y="1"/>
                  </a:moveTo>
                  <a:cubicBezTo>
                    <a:pt x="405" y="1"/>
                    <a:pt x="0" y="361"/>
                    <a:pt x="0" y="809"/>
                  </a:cubicBezTo>
                  <a:cubicBezTo>
                    <a:pt x="0" y="1242"/>
                    <a:pt x="405" y="1603"/>
                    <a:pt x="910" y="1603"/>
                  </a:cubicBezTo>
                  <a:cubicBezTo>
                    <a:pt x="1025" y="1603"/>
                    <a:pt x="1141" y="1574"/>
                    <a:pt x="1242" y="1545"/>
                  </a:cubicBezTo>
                  <a:cubicBezTo>
                    <a:pt x="924" y="1444"/>
                    <a:pt x="693" y="1141"/>
                    <a:pt x="679" y="809"/>
                  </a:cubicBezTo>
                  <a:cubicBezTo>
                    <a:pt x="693" y="462"/>
                    <a:pt x="924" y="159"/>
                    <a:pt x="1242" y="73"/>
                  </a:cubicBezTo>
                  <a:cubicBezTo>
                    <a:pt x="1141" y="29"/>
                    <a:pt x="1025" y="1"/>
                    <a:pt x="910"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59" name="Google Shape;15959;p67"/>
            <p:cNvSpPr/>
            <p:nvPr/>
          </p:nvSpPr>
          <p:spPr>
            <a:xfrm>
              <a:off x="2067441" y="3580452"/>
              <a:ext cx="107508" cy="95396"/>
            </a:xfrm>
            <a:custGeom>
              <a:avLst/>
              <a:gdLst/>
              <a:ahLst/>
              <a:cxnLst/>
              <a:rect l="l" t="t" r="r" b="b"/>
              <a:pathLst>
                <a:path w="4101" h="3639" extrusionOk="0">
                  <a:moveTo>
                    <a:pt x="1358" y="1"/>
                  </a:moveTo>
                  <a:lnTo>
                    <a:pt x="1358" y="679"/>
                  </a:lnTo>
                  <a:cubicBezTo>
                    <a:pt x="1358" y="852"/>
                    <a:pt x="1271" y="1011"/>
                    <a:pt x="1113" y="1083"/>
                  </a:cubicBezTo>
                  <a:lnTo>
                    <a:pt x="376" y="1444"/>
                  </a:lnTo>
                  <a:cubicBezTo>
                    <a:pt x="145" y="1560"/>
                    <a:pt x="1" y="1805"/>
                    <a:pt x="1" y="2065"/>
                  </a:cubicBezTo>
                  <a:lnTo>
                    <a:pt x="1" y="3407"/>
                  </a:lnTo>
                  <a:cubicBezTo>
                    <a:pt x="1" y="3523"/>
                    <a:pt x="102" y="3638"/>
                    <a:pt x="232" y="3638"/>
                  </a:cubicBezTo>
                  <a:lnTo>
                    <a:pt x="3870" y="3638"/>
                  </a:lnTo>
                  <a:cubicBezTo>
                    <a:pt x="3985" y="3638"/>
                    <a:pt x="4101" y="3523"/>
                    <a:pt x="4101" y="3407"/>
                  </a:cubicBezTo>
                  <a:lnTo>
                    <a:pt x="4101" y="2065"/>
                  </a:lnTo>
                  <a:cubicBezTo>
                    <a:pt x="4086" y="1805"/>
                    <a:pt x="3942" y="1560"/>
                    <a:pt x="3711" y="1444"/>
                  </a:cubicBezTo>
                  <a:lnTo>
                    <a:pt x="2975" y="1083"/>
                  </a:lnTo>
                  <a:cubicBezTo>
                    <a:pt x="2830" y="1011"/>
                    <a:pt x="2729" y="852"/>
                    <a:pt x="2729" y="679"/>
                  </a:cubicBezTo>
                  <a:lnTo>
                    <a:pt x="2729"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0" name="Google Shape;15960;p67"/>
            <p:cNvSpPr/>
            <p:nvPr/>
          </p:nvSpPr>
          <p:spPr>
            <a:xfrm>
              <a:off x="2103014" y="3580085"/>
              <a:ext cx="36360" cy="23856"/>
            </a:xfrm>
            <a:custGeom>
              <a:avLst/>
              <a:gdLst/>
              <a:ahLst/>
              <a:cxnLst/>
              <a:rect l="l" t="t" r="r" b="b"/>
              <a:pathLst>
                <a:path w="1387" h="910" extrusionOk="0">
                  <a:moveTo>
                    <a:pt x="1" y="0"/>
                  </a:moveTo>
                  <a:lnTo>
                    <a:pt x="1" y="693"/>
                  </a:lnTo>
                  <a:cubicBezTo>
                    <a:pt x="1" y="722"/>
                    <a:pt x="1" y="751"/>
                    <a:pt x="1" y="780"/>
                  </a:cubicBezTo>
                  <a:cubicBezTo>
                    <a:pt x="217" y="866"/>
                    <a:pt x="448" y="910"/>
                    <a:pt x="694" y="910"/>
                  </a:cubicBezTo>
                  <a:cubicBezTo>
                    <a:pt x="925" y="910"/>
                    <a:pt x="1170" y="866"/>
                    <a:pt x="1387" y="780"/>
                  </a:cubicBezTo>
                  <a:cubicBezTo>
                    <a:pt x="1372" y="751"/>
                    <a:pt x="1372" y="722"/>
                    <a:pt x="1372" y="693"/>
                  </a:cubicBezTo>
                  <a:lnTo>
                    <a:pt x="1372"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1" name="Google Shape;15961;p67"/>
            <p:cNvSpPr/>
            <p:nvPr/>
          </p:nvSpPr>
          <p:spPr>
            <a:xfrm>
              <a:off x="2067441" y="3611491"/>
              <a:ext cx="107141" cy="64358"/>
            </a:xfrm>
            <a:custGeom>
              <a:avLst/>
              <a:gdLst/>
              <a:ahLst/>
              <a:cxnLst/>
              <a:rect l="l" t="t" r="r" b="b"/>
              <a:pathLst>
                <a:path w="4087" h="2455" extrusionOk="0">
                  <a:moveTo>
                    <a:pt x="896" y="0"/>
                  </a:moveTo>
                  <a:lnTo>
                    <a:pt x="376" y="260"/>
                  </a:lnTo>
                  <a:cubicBezTo>
                    <a:pt x="145" y="376"/>
                    <a:pt x="1" y="621"/>
                    <a:pt x="1" y="881"/>
                  </a:cubicBezTo>
                  <a:lnTo>
                    <a:pt x="1" y="2223"/>
                  </a:lnTo>
                  <a:cubicBezTo>
                    <a:pt x="1" y="2339"/>
                    <a:pt x="102" y="2454"/>
                    <a:pt x="218" y="2454"/>
                  </a:cubicBezTo>
                  <a:lnTo>
                    <a:pt x="3870" y="2454"/>
                  </a:lnTo>
                  <a:cubicBezTo>
                    <a:pt x="3985" y="2454"/>
                    <a:pt x="4086" y="2339"/>
                    <a:pt x="4086" y="2223"/>
                  </a:cubicBezTo>
                  <a:lnTo>
                    <a:pt x="4086" y="881"/>
                  </a:lnTo>
                  <a:cubicBezTo>
                    <a:pt x="4086" y="621"/>
                    <a:pt x="3942" y="376"/>
                    <a:pt x="3711" y="260"/>
                  </a:cubicBezTo>
                  <a:lnTo>
                    <a:pt x="3191" y="0"/>
                  </a:lnTo>
                  <a:cubicBezTo>
                    <a:pt x="2924" y="419"/>
                    <a:pt x="2484" y="628"/>
                    <a:pt x="2044" y="628"/>
                  </a:cubicBezTo>
                  <a:cubicBezTo>
                    <a:pt x="1603" y="628"/>
                    <a:pt x="1163" y="419"/>
                    <a:pt x="896"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2" name="Google Shape;15962;p67"/>
            <p:cNvSpPr/>
            <p:nvPr/>
          </p:nvSpPr>
          <p:spPr>
            <a:xfrm>
              <a:off x="2079185" y="3496827"/>
              <a:ext cx="83652" cy="83285"/>
            </a:xfrm>
            <a:custGeom>
              <a:avLst/>
              <a:gdLst/>
              <a:ahLst/>
              <a:cxnLst/>
              <a:rect l="l" t="t" r="r" b="b"/>
              <a:pathLst>
                <a:path w="3191" h="3177" extrusionOk="0">
                  <a:moveTo>
                    <a:pt x="1603" y="0"/>
                  </a:moveTo>
                  <a:cubicBezTo>
                    <a:pt x="722" y="0"/>
                    <a:pt x="0" y="708"/>
                    <a:pt x="0" y="1588"/>
                  </a:cubicBezTo>
                  <a:cubicBezTo>
                    <a:pt x="0" y="2469"/>
                    <a:pt x="722" y="3176"/>
                    <a:pt x="1603" y="3176"/>
                  </a:cubicBezTo>
                  <a:cubicBezTo>
                    <a:pt x="2483" y="3176"/>
                    <a:pt x="3191" y="2469"/>
                    <a:pt x="3191" y="1588"/>
                  </a:cubicBezTo>
                  <a:cubicBezTo>
                    <a:pt x="3191" y="708"/>
                    <a:pt x="2483" y="0"/>
                    <a:pt x="1603"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3" name="Google Shape;15963;p67"/>
            <p:cNvSpPr/>
            <p:nvPr/>
          </p:nvSpPr>
          <p:spPr>
            <a:xfrm>
              <a:off x="2095071" y="3496827"/>
              <a:ext cx="69653" cy="75342"/>
            </a:xfrm>
            <a:custGeom>
              <a:avLst/>
              <a:gdLst/>
              <a:ahLst/>
              <a:cxnLst/>
              <a:rect l="l" t="t" r="r" b="b"/>
              <a:pathLst>
                <a:path w="2657" h="2874" extrusionOk="0">
                  <a:moveTo>
                    <a:pt x="997" y="0"/>
                  </a:moveTo>
                  <a:cubicBezTo>
                    <a:pt x="246" y="0"/>
                    <a:pt x="1" y="1025"/>
                    <a:pt x="665" y="1372"/>
                  </a:cubicBezTo>
                  <a:cubicBezTo>
                    <a:pt x="694" y="1386"/>
                    <a:pt x="708" y="1401"/>
                    <a:pt x="737" y="1401"/>
                  </a:cubicBezTo>
                  <a:lnTo>
                    <a:pt x="1516" y="2844"/>
                  </a:lnTo>
                  <a:cubicBezTo>
                    <a:pt x="1516" y="2844"/>
                    <a:pt x="1733" y="2859"/>
                    <a:pt x="1950" y="2873"/>
                  </a:cubicBezTo>
                  <a:cubicBezTo>
                    <a:pt x="2411" y="2527"/>
                    <a:pt x="2657" y="1949"/>
                    <a:pt x="2570" y="1372"/>
                  </a:cubicBezTo>
                  <a:cubicBezTo>
                    <a:pt x="2484" y="708"/>
                    <a:pt x="1993" y="188"/>
                    <a:pt x="1343" y="29"/>
                  </a:cubicBezTo>
                  <a:cubicBezTo>
                    <a:pt x="1228" y="15"/>
                    <a:pt x="1112" y="0"/>
                    <a:pt x="997"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4" name="Google Shape;15964;p67"/>
            <p:cNvSpPr/>
            <p:nvPr/>
          </p:nvSpPr>
          <p:spPr>
            <a:xfrm>
              <a:off x="2085241" y="3533449"/>
              <a:ext cx="71541" cy="58774"/>
            </a:xfrm>
            <a:custGeom>
              <a:avLst/>
              <a:gdLst/>
              <a:ahLst/>
              <a:cxnLst/>
              <a:rect l="l" t="t" r="r" b="b"/>
              <a:pathLst>
                <a:path w="2729" h="2242" extrusionOk="0">
                  <a:moveTo>
                    <a:pt x="1060" y="1"/>
                  </a:moveTo>
                  <a:cubicBezTo>
                    <a:pt x="972" y="1"/>
                    <a:pt x="890" y="45"/>
                    <a:pt x="852" y="134"/>
                  </a:cubicBezTo>
                  <a:cubicBezTo>
                    <a:pt x="766" y="292"/>
                    <a:pt x="664" y="422"/>
                    <a:pt x="535" y="538"/>
                  </a:cubicBezTo>
                  <a:cubicBezTo>
                    <a:pt x="419" y="653"/>
                    <a:pt x="275" y="740"/>
                    <a:pt x="130" y="812"/>
                  </a:cubicBezTo>
                  <a:cubicBezTo>
                    <a:pt x="44" y="855"/>
                    <a:pt x="0" y="956"/>
                    <a:pt x="15" y="1057"/>
                  </a:cubicBezTo>
                  <a:cubicBezTo>
                    <a:pt x="102" y="1736"/>
                    <a:pt x="679" y="2241"/>
                    <a:pt x="1372" y="2241"/>
                  </a:cubicBezTo>
                  <a:cubicBezTo>
                    <a:pt x="2079" y="2241"/>
                    <a:pt x="2671" y="1693"/>
                    <a:pt x="2729" y="985"/>
                  </a:cubicBezTo>
                  <a:cubicBezTo>
                    <a:pt x="2729" y="913"/>
                    <a:pt x="2700" y="841"/>
                    <a:pt x="2642" y="798"/>
                  </a:cubicBezTo>
                  <a:cubicBezTo>
                    <a:pt x="2195" y="422"/>
                    <a:pt x="1675" y="148"/>
                    <a:pt x="1098" y="4"/>
                  </a:cubicBezTo>
                  <a:cubicBezTo>
                    <a:pt x="1085" y="2"/>
                    <a:pt x="1072" y="1"/>
                    <a:pt x="1060"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5" name="Google Shape;15965;p67"/>
            <p:cNvSpPr/>
            <p:nvPr/>
          </p:nvSpPr>
          <p:spPr>
            <a:xfrm>
              <a:off x="2085608" y="3533449"/>
              <a:ext cx="71567" cy="58381"/>
            </a:xfrm>
            <a:custGeom>
              <a:avLst/>
              <a:gdLst/>
              <a:ahLst/>
              <a:cxnLst/>
              <a:rect l="l" t="t" r="r" b="b"/>
              <a:pathLst>
                <a:path w="2730" h="2227" extrusionOk="0">
                  <a:moveTo>
                    <a:pt x="1060" y="1"/>
                  </a:moveTo>
                  <a:cubicBezTo>
                    <a:pt x="969" y="1"/>
                    <a:pt x="876" y="45"/>
                    <a:pt x="838" y="134"/>
                  </a:cubicBezTo>
                  <a:cubicBezTo>
                    <a:pt x="780" y="249"/>
                    <a:pt x="723" y="350"/>
                    <a:pt x="636" y="437"/>
                  </a:cubicBezTo>
                  <a:cubicBezTo>
                    <a:pt x="607" y="480"/>
                    <a:pt x="564" y="509"/>
                    <a:pt x="535" y="538"/>
                  </a:cubicBezTo>
                  <a:cubicBezTo>
                    <a:pt x="405" y="653"/>
                    <a:pt x="275" y="740"/>
                    <a:pt x="131" y="812"/>
                  </a:cubicBezTo>
                  <a:cubicBezTo>
                    <a:pt x="44" y="855"/>
                    <a:pt x="1" y="956"/>
                    <a:pt x="1" y="1057"/>
                  </a:cubicBezTo>
                  <a:cubicBezTo>
                    <a:pt x="88" y="1649"/>
                    <a:pt x="549" y="2126"/>
                    <a:pt x="1156" y="2227"/>
                  </a:cubicBezTo>
                  <a:cubicBezTo>
                    <a:pt x="838" y="2025"/>
                    <a:pt x="665" y="1693"/>
                    <a:pt x="679" y="1332"/>
                  </a:cubicBezTo>
                  <a:lnTo>
                    <a:pt x="679" y="1000"/>
                  </a:lnTo>
                  <a:cubicBezTo>
                    <a:pt x="737" y="971"/>
                    <a:pt x="780" y="928"/>
                    <a:pt x="838" y="884"/>
                  </a:cubicBezTo>
                  <a:cubicBezTo>
                    <a:pt x="954" y="769"/>
                    <a:pt x="1069" y="639"/>
                    <a:pt x="1156" y="494"/>
                  </a:cubicBezTo>
                  <a:cubicBezTo>
                    <a:pt x="1589" y="624"/>
                    <a:pt x="1993" y="855"/>
                    <a:pt x="2339" y="1144"/>
                  </a:cubicBezTo>
                  <a:cubicBezTo>
                    <a:pt x="2383" y="1173"/>
                    <a:pt x="2498" y="1274"/>
                    <a:pt x="2614" y="1389"/>
                  </a:cubicBezTo>
                  <a:cubicBezTo>
                    <a:pt x="2671" y="1260"/>
                    <a:pt x="2715" y="1130"/>
                    <a:pt x="2715" y="985"/>
                  </a:cubicBezTo>
                  <a:cubicBezTo>
                    <a:pt x="2729" y="913"/>
                    <a:pt x="2700" y="841"/>
                    <a:pt x="2643" y="798"/>
                  </a:cubicBezTo>
                  <a:cubicBezTo>
                    <a:pt x="2195" y="422"/>
                    <a:pt x="1661" y="148"/>
                    <a:pt x="1098" y="4"/>
                  </a:cubicBezTo>
                  <a:cubicBezTo>
                    <a:pt x="1085" y="2"/>
                    <a:pt x="1072" y="1"/>
                    <a:pt x="1060"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6" name="Google Shape;15966;p67"/>
            <p:cNvSpPr/>
            <p:nvPr/>
          </p:nvSpPr>
          <p:spPr>
            <a:xfrm>
              <a:off x="2150699" y="3623969"/>
              <a:ext cx="24249" cy="51879"/>
            </a:xfrm>
            <a:custGeom>
              <a:avLst/>
              <a:gdLst/>
              <a:ahLst/>
              <a:cxnLst/>
              <a:rect l="l" t="t" r="r" b="b"/>
              <a:pathLst>
                <a:path w="925" h="1979" extrusionOk="0">
                  <a:moveTo>
                    <a:pt x="780" y="1"/>
                  </a:moveTo>
                  <a:lnTo>
                    <a:pt x="174" y="463"/>
                  </a:lnTo>
                  <a:cubicBezTo>
                    <a:pt x="73" y="549"/>
                    <a:pt x="1" y="694"/>
                    <a:pt x="15" y="824"/>
                  </a:cubicBezTo>
                  <a:lnTo>
                    <a:pt x="15" y="1978"/>
                  </a:lnTo>
                  <a:lnTo>
                    <a:pt x="694" y="1978"/>
                  </a:lnTo>
                  <a:cubicBezTo>
                    <a:pt x="809" y="1978"/>
                    <a:pt x="925" y="1877"/>
                    <a:pt x="925" y="1747"/>
                  </a:cubicBezTo>
                  <a:lnTo>
                    <a:pt x="925" y="405"/>
                  </a:lnTo>
                  <a:cubicBezTo>
                    <a:pt x="910" y="261"/>
                    <a:pt x="867" y="116"/>
                    <a:pt x="780"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7" name="Google Shape;15967;p67"/>
            <p:cNvSpPr/>
            <p:nvPr/>
          </p:nvSpPr>
          <p:spPr>
            <a:xfrm>
              <a:off x="1816930" y="3502882"/>
              <a:ext cx="29938" cy="65485"/>
            </a:xfrm>
            <a:custGeom>
              <a:avLst/>
              <a:gdLst/>
              <a:ahLst/>
              <a:cxnLst/>
              <a:rect l="l" t="t" r="r" b="b"/>
              <a:pathLst>
                <a:path w="1142" h="2498" extrusionOk="0">
                  <a:moveTo>
                    <a:pt x="679" y="0"/>
                  </a:moveTo>
                  <a:cubicBezTo>
                    <a:pt x="304" y="0"/>
                    <a:pt x="1" y="304"/>
                    <a:pt x="1" y="679"/>
                  </a:cubicBezTo>
                  <a:lnTo>
                    <a:pt x="1" y="838"/>
                  </a:lnTo>
                  <a:cubicBezTo>
                    <a:pt x="1" y="1025"/>
                    <a:pt x="30" y="1227"/>
                    <a:pt x="87" y="1415"/>
                  </a:cubicBezTo>
                  <a:lnTo>
                    <a:pt x="448" y="2498"/>
                  </a:lnTo>
                  <a:lnTo>
                    <a:pt x="1141" y="2498"/>
                  </a:lnTo>
                  <a:lnTo>
                    <a:pt x="1141"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8" name="Google Shape;15968;p67"/>
            <p:cNvSpPr/>
            <p:nvPr/>
          </p:nvSpPr>
          <p:spPr>
            <a:xfrm>
              <a:off x="1828674" y="3496827"/>
              <a:ext cx="71541" cy="71541"/>
            </a:xfrm>
            <a:custGeom>
              <a:avLst/>
              <a:gdLst/>
              <a:ahLst/>
              <a:cxnLst/>
              <a:rect l="l" t="t" r="r" b="b"/>
              <a:pathLst>
                <a:path w="2729" h="2729" extrusionOk="0">
                  <a:moveTo>
                    <a:pt x="693" y="0"/>
                  </a:moveTo>
                  <a:cubicBezTo>
                    <a:pt x="318" y="0"/>
                    <a:pt x="0" y="304"/>
                    <a:pt x="0" y="679"/>
                  </a:cubicBezTo>
                  <a:cubicBezTo>
                    <a:pt x="0" y="939"/>
                    <a:pt x="202" y="1141"/>
                    <a:pt x="462" y="1141"/>
                  </a:cubicBezTo>
                  <a:lnTo>
                    <a:pt x="2281" y="2729"/>
                  </a:lnTo>
                  <a:lnTo>
                    <a:pt x="2671" y="1386"/>
                  </a:lnTo>
                  <a:cubicBezTo>
                    <a:pt x="2714" y="1213"/>
                    <a:pt x="2729" y="1040"/>
                    <a:pt x="2729" y="881"/>
                  </a:cubicBezTo>
                  <a:lnTo>
                    <a:pt x="2729" y="448"/>
                  </a:lnTo>
                  <a:cubicBezTo>
                    <a:pt x="2729" y="203"/>
                    <a:pt x="2526" y="0"/>
                    <a:pt x="2281"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9" name="Google Shape;15969;p67"/>
            <p:cNvSpPr/>
            <p:nvPr/>
          </p:nvSpPr>
          <p:spPr>
            <a:xfrm>
              <a:off x="1840786" y="3586141"/>
              <a:ext cx="35967" cy="26503"/>
            </a:xfrm>
            <a:custGeom>
              <a:avLst/>
              <a:gdLst/>
              <a:ahLst/>
              <a:cxnLst/>
              <a:rect l="l" t="t" r="r" b="b"/>
              <a:pathLst>
                <a:path w="1372" h="1011" extrusionOk="0">
                  <a:moveTo>
                    <a:pt x="0" y="0"/>
                  </a:moveTo>
                  <a:lnTo>
                    <a:pt x="0" y="1011"/>
                  </a:lnTo>
                  <a:lnTo>
                    <a:pt x="1372" y="1011"/>
                  </a:lnTo>
                  <a:lnTo>
                    <a:pt x="1372"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0" name="Google Shape;15970;p67"/>
            <p:cNvSpPr/>
            <p:nvPr/>
          </p:nvSpPr>
          <p:spPr>
            <a:xfrm>
              <a:off x="1840786" y="3586141"/>
              <a:ext cx="35967" cy="14392"/>
            </a:xfrm>
            <a:custGeom>
              <a:avLst/>
              <a:gdLst/>
              <a:ahLst/>
              <a:cxnLst/>
              <a:rect l="l" t="t" r="r" b="b"/>
              <a:pathLst>
                <a:path w="1372" h="549" extrusionOk="0">
                  <a:moveTo>
                    <a:pt x="0" y="0"/>
                  </a:moveTo>
                  <a:lnTo>
                    <a:pt x="0" y="419"/>
                  </a:lnTo>
                  <a:cubicBezTo>
                    <a:pt x="217" y="505"/>
                    <a:pt x="448" y="549"/>
                    <a:pt x="680" y="549"/>
                  </a:cubicBezTo>
                  <a:cubicBezTo>
                    <a:pt x="913" y="549"/>
                    <a:pt x="1148" y="505"/>
                    <a:pt x="1372" y="419"/>
                  </a:cubicBezTo>
                  <a:lnTo>
                    <a:pt x="1372"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1" name="Google Shape;15971;p67"/>
            <p:cNvSpPr/>
            <p:nvPr/>
          </p:nvSpPr>
          <p:spPr>
            <a:xfrm>
              <a:off x="1799156" y="3600507"/>
              <a:ext cx="119226" cy="75342"/>
            </a:xfrm>
            <a:custGeom>
              <a:avLst/>
              <a:gdLst/>
              <a:ahLst/>
              <a:cxnLst/>
              <a:rect l="l" t="t" r="r" b="b"/>
              <a:pathLst>
                <a:path w="4548" h="2874" extrusionOk="0">
                  <a:moveTo>
                    <a:pt x="1588" y="1"/>
                  </a:moveTo>
                  <a:lnTo>
                    <a:pt x="491" y="318"/>
                  </a:lnTo>
                  <a:cubicBezTo>
                    <a:pt x="202" y="405"/>
                    <a:pt x="0" y="679"/>
                    <a:pt x="0" y="982"/>
                  </a:cubicBezTo>
                  <a:lnTo>
                    <a:pt x="0" y="2642"/>
                  </a:lnTo>
                  <a:cubicBezTo>
                    <a:pt x="0" y="2772"/>
                    <a:pt x="87" y="2873"/>
                    <a:pt x="217" y="2873"/>
                  </a:cubicBezTo>
                  <a:lnTo>
                    <a:pt x="4316" y="2873"/>
                  </a:lnTo>
                  <a:cubicBezTo>
                    <a:pt x="4446" y="2873"/>
                    <a:pt x="4547" y="2772"/>
                    <a:pt x="4547" y="2642"/>
                  </a:cubicBezTo>
                  <a:lnTo>
                    <a:pt x="4547" y="968"/>
                  </a:lnTo>
                  <a:cubicBezTo>
                    <a:pt x="4547" y="665"/>
                    <a:pt x="4345" y="405"/>
                    <a:pt x="4057" y="318"/>
                  </a:cubicBezTo>
                  <a:lnTo>
                    <a:pt x="2960" y="1"/>
                  </a:lnTo>
                  <a:lnTo>
                    <a:pt x="2267" y="463"/>
                  </a:lnTo>
                  <a:lnTo>
                    <a:pt x="1588" y="1"/>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2" name="Google Shape;15972;p67"/>
            <p:cNvSpPr/>
            <p:nvPr/>
          </p:nvSpPr>
          <p:spPr>
            <a:xfrm>
              <a:off x="1852897" y="3612618"/>
              <a:ext cx="11744" cy="63231"/>
            </a:xfrm>
            <a:custGeom>
              <a:avLst/>
              <a:gdLst/>
              <a:ahLst/>
              <a:cxnLst/>
              <a:rect l="l" t="t" r="r" b="b"/>
              <a:pathLst>
                <a:path w="448" h="2412" extrusionOk="0">
                  <a:moveTo>
                    <a:pt x="101" y="1"/>
                  </a:moveTo>
                  <a:lnTo>
                    <a:pt x="0" y="2411"/>
                  </a:lnTo>
                  <a:lnTo>
                    <a:pt x="448" y="2411"/>
                  </a:lnTo>
                  <a:lnTo>
                    <a:pt x="332"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3" name="Google Shape;15973;p67"/>
            <p:cNvSpPr/>
            <p:nvPr/>
          </p:nvSpPr>
          <p:spPr>
            <a:xfrm>
              <a:off x="1822986" y="3526712"/>
              <a:ext cx="71541" cy="65511"/>
            </a:xfrm>
            <a:custGeom>
              <a:avLst/>
              <a:gdLst/>
              <a:ahLst/>
              <a:cxnLst/>
              <a:rect l="l" t="t" r="r" b="b"/>
              <a:pathLst>
                <a:path w="2729" h="2499" extrusionOk="0">
                  <a:moveTo>
                    <a:pt x="881" y="1"/>
                  </a:moveTo>
                  <a:cubicBezTo>
                    <a:pt x="751" y="1"/>
                    <a:pt x="636" y="44"/>
                    <a:pt x="549" y="131"/>
                  </a:cubicBezTo>
                  <a:lnTo>
                    <a:pt x="131" y="549"/>
                  </a:lnTo>
                  <a:cubicBezTo>
                    <a:pt x="44" y="636"/>
                    <a:pt x="1" y="751"/>
                    <a:pt x="1" y="867"/>
                  </a:cubicBezTo>
                  <a:lnTo>
                    <a:pt x="1" y="1127"/>
                  </a:lnTo>
                  <a:cubicBezTo>
                    <a:pt x="1" y="1892"/>
                    <a:pt x="607" y="2498"/>
                    <a:pt x="1358" y="2498"/>
                  </a:cubicBezTo>
                  <a:cubicBezTo>
                    <a:pt x="2123" y="2498"/>
                    <a:pt x="2729" y="1892"/>
                    <a:pt x="2729" y="1127"/>
                  </a:cubicBezTo>
                  <a:lnTo>
                    <a:pt x="2729" y="838"/>
                  </a:lnTo>
                  <a:cubicBezTo>
                    <a:pt x="2729" y="723"/>
                    <a:pt x="2686" y="607"/>
                    <a:pt x="2599" y="520"/>
                  </a:cubicBezTo>
                  <a:cubicBezTo>
                    <a:pt x="2253" y="174"/>
                    <a:pt x="1603" y="15"/>
                    <a:pt x="88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4" name="Google Shape;15974;p67"/>
            <p:cNvSpPr/>
            <p:nvPr/>
          </p:nvSpPr>
          <p:spPr>
            <a:xfrm>
              <a:off x="1822986" y="3526712"/>
              <a:ext cx="71174" cy="63991"/>
            </a:xfrm>
            <a:custGeom>
              <a:avLst/>
              <a:gdLst/>
              <a:ahLst/>
              <a:cxnLst/>
              <a:rect l="l" t="t" r="r" b="b"/>
              <a:pathLst>
                <a:path w="2715" h="2441" extrusionOk="0">
                  <a:moveTo>
                    <a:pt x="867" y="1"/>
                  </a:moveTo>
                  <a:cubicBezTo>
                    <a:pt x="751" y="1"/>
                    <a:pt x="636" y="44"/>
                    <a:pt x="535" y="131"/>
                  </a:cubicBezTo>
                  <a:lnTo>
                    <a:pt x="131" y="549"/>
                  </a:lnTo>
                  <a:cubicBezTo>
                    <a:pt x="44" y="636"/>
                    <a:pt x="1" y="751"/>
                    <a:pt x="1" y="867"/>
                  </a:cubicBezTo>
                  <a:lnTo>
                    <a:pt x="1" y="1127"/>
                  </a:lnTo>
                  <a:cubicBezTo>
                    <a:pt x="1" y="1733"/>
                    <a:pt x="405" y="2267"/>
                    <a:pt x="982" y="2440"/>
                  </a:cubicBezTo>
                  <a:cubicBezTo>
                    <a:pt x="780" y="2195"/>
                    <a:pt x="679" y="1892"/>
                    <a:pt x="679" y="1589"/>
                  </a:cubicBezTo>
                  <a:lnTo>
                    <a:pt x="679" y="925"/>
                  </a:lnTo>
                  <a:cubicBezTo>
                    <a:pt x="679" y="673"/>
                    <a:pt x="882" y="462"/>
                    <a:pt x="1131" y="462"/>
                  </a:cubicBezTo>
                  <a:cubicBezTo>
                    <a:pt x="1139" y="462"/>
                    <a:pt x="1147" y="462"/>
                    <a:pt x="1156" y="463"/>
                  </a:cubicBezTo>
                  <a:cubicBezTo>
                    <a:pt x="1617" y="492"/>
                    <a:pt x="2296" y="578"/>
                    <a:pt x="2715" y="780"/>
                  </a:cubicBezTo>
                  <a:cubicBezTo>
                    <a:pt x="2715" y="679"/>
                    <a:pt x="2657" y="593"/>
                    <a:pt x="2599" y="520"/>
                  </a:cubicBezTo>
                  <a:cubicBezTo>
                    <a:pt x="2238" y="174"/>
                    <a:pt x="1603" y="15"/>
                    <a:pt x="867"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5" name="Google Shape;15975;p67"/>
            <p:cNvSpPr/>
            <p:nvPr/>
          </p:nvSpPr>
          <p:spPr>
            <a:xfrm>
              <a:off x="1798763" y="3616026"/>
              <a:ext cx="24249" cy="59823"/>
            </a:xfrm>
            <a:custGeom>
              <a:avLst/>
              <a:gdLst/>
              <a:ahLst/>
              <a:cxnLst/>
              <a:rect l="l" t="t" r="r" b="b"/>
              <a:pathLst>
                <a:path w="925" h="2282" extrusionOk="0">
                  <a:moveTo>
                    <a:pt x="131" y="1"/>
                  </a:moveTo>
                  <a:cubicBezTo>
                    <a:pt x="59" y="102"/>
                    <a:pt x="15" y="246"/>
                    <a:pt x="15" y="390"/>
                  </a:cubicBezTo>
                  <a:lnTo>
                    <a:pt x="15" y="2050"/>
                  </a:lnTo>
                  <a:cubicBezTo>
                    <a:pt x="1" y="2180"/>
                    <a:pt x="102" y="2281"/>
                    <a:pt x="232" y="2281"/>
                  </a:cubicBezTo>
                  <a:lnTo>
                    <a:pt x="910" y="2281"/>
                  </a:lnTo>
                  <a:lnTo>
                    <a:pt x="925" y="1069"/>
                  </a:lnTo>
                  <a:cubicBezTo>
                    <a:pt x="925" y="881"/>
                    <a:pt x="852" y="708"/>
                    <a:pt x="723" y="578"/>
                  </a:cubicBezTo>
                  <a:lnTo>
                    <a:pt x="131"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6" name="Google Shape;15976;p67"/>
            <p:cNvSpPr/>
            <p:nvPr/>
          </p:nvSpPr>
          <p:spPr>
            <a:xfrm>
              <a:off x="1852504" y="3612618"/>
              <a:ext cx="12138" cy="11771"/>
            </a:xfrm>
            <a:custGeom>
              <a:avLst/>
              <a:gdLst/>
              <a:ahLst/>
              <a:cxnLst/>
              <a:rect l="l" t="t" r="r" b="b"/>
              <a:pathLst>
                <a:path w="463" h="449" extrusionOk="0">
                  <a:moveTo>
                    <a:pt x="1" y="1"/>
                  </a:moveTo>
                  <a:lnTo>
                    <a:pt x="1" y="347"/>
                  </a:lnTo>
                  <a:cubicBezTo>
                    <a:pt x="1" y="405"/>
                    <a:pt x="58" y="448"/>
                    <a:pt x="116" y="448"/>
                  </a:cubicBezTo>
                  <a:lnTo>
                    <a:pt x="347" y="448"/>
                  </a:lnTo>
                  <a:cubicBezTo>
                    <a:pt x="405" y="448"/>
                    <a:pt x="463" y="405"/>
                    <a:pt x="463" y="347"/>
                  </a:cubicBezTo>
                  <a:lnTo>
                    <a:pt x="463"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7" name="Google Shape;15977;p67"/>
            <p:cNvSpPr/>
            <p:nvPr/>
          </p:nvSpPr>
          <p:spPr>
            <a:xfrm>
              <a:off x="1834337" y="3595919"/>
              <a:ext cx="24249" cy="25114"/>
            </a:xfrm>
            <a:custGeom>
              <a:avLst/>
              <a:gdLst/>
              <a:ahLst/>
              <a:cxnLst/>
              <a:rect l="l" t="t" r="r" b="b"/>
              <a:pathLst>
                <a:path w="925" h="958" extrusionOk="0">
                  <a:moveTo>
                    <a:pt x="203" y="0"/>
                  </a:moveTo>
                  <a:cubicBezTo>
                    <a:pt x="174" y="0"/>
                    <a:pt x="146" y="15"/>
                    <a:pt x="131" y="46"/>
                  </a:cubicBezTo>
                  <a:lnTo>
                    <a:pt x="1" y="248"/>
                  </a:lnTo>
                  <a:lnTo>
                    <a:pt x="347" y="883"/>
                  </a:lnTo>
                  <a:cubicBezTo>
                    <a:pt x="365" y="929"/>
                    <a:pt x="413" y="957"/>
                    <a:pt x="463" y="957"/>
                  </a:cubicBezTo>
                  <a:cubicBezTo>
                    <a:pt x="492" y="957"/>
                    <a:pt x="523" y="948"/>
                    <a:pt x="549" y="926"/>
                  </a:cubicBezTo>
                  <a:lnTo>
                    <a:pt x="925" y="638"/>
                  </a:lnTo>
                  <a:lnTo>
                    <a:pt x="275" y="31"/>
                  </a:lnTo>
                  <a:cubicBezTo>
                    <a:pt x="255" y="11"/>
                    <a:pt x="229" y="0"/>
                    <a:pt x="203"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8" name="Google Shape;15978;p67"/>
            <p:cNvSpPr/>
            <p:nvPr/>
          </p:nvSpPr>
          <p:spPr>
            <a:xfrm>
              <a:off x="1858559" y="3595919"/>
              <a:ext cx="24616" cy="25114"/>
            </a:xfrm>
            <a:custGeom>
              <a:avLst/>
              <a:gdLst/>
              <a:ahLst/>
              <a:cxnLst/>
              <a:rect l="l" t="t" r="r" b="b"/>
              <a:pathLst>
                <a:path w="939" h="958" extrusionOk="0">
                  <a:moveTo>
                    <a:pt x="730" y="0"/>
                  </a:moveTo>
                  <a:cubicBezTo>
                    <a:pt x="708" y="0"/>
                    <a:pt x="685" y="11"/>
                    <a:pt x="665" y="31"/>
                  </a:cubicBezTo>
                  <a:lnTo>
                    <a:pt x="1" y="638"/>
                  </a:lnTo>
                  <a:lnTo>
                    <a:pt x="390" y="926"/>
                  </a:lnTo>
                  <a:cubicBezTo>
                    <a:pt x="417" y="948"/>
                    <a:pt x="445" y="957"/>
                    <a:pt x="473" y="957"/>
                  </a:cubicBezTo>
                  <a:cubicBezTo>
                    <a:pt x="520" y="957"/>
                    <a:pt x="565" y="929"/>
                    <a:pt x="592" y="883"/>
                  </a:cubicBezTo>
                  <a:lnTo>
                    <a:pt x="939" y="248"/>
                  </a:lnTo>
                  <a:lnTo>
                    <a:pt x="795" y="46"/>
                  </a:lnTo>
                  <a:cubicBezTo>
                    <a:pt x="779" y="15"/>
                    <a:pt x="755" y="0"/>
                    <a:pt x="730"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9" name="Google Shape;15979;p67"/>
            <p:cNvSpPr/>
            <p:nvPr/>
          </p:nvSpPr>
          <p:spPr>
            <a:xfrm>
              <a:off x="1900556" y="3395401"/>
              <a:ext cx="178288" cy="208540"/>
            </a:xfrm>
            <a:custGeom>
              <a:avLst/>
              <a:gdLst/>
              <a:ahLst/>
              <a:cxnLst/>
              <a:rect l="l" t="t" r="r" b="b"/>
              <a:pathLst>
                <a:path w="6801" h="7955" extrusionOk="0">
                  <a:moveTo>
                    <a:pt x="3408" y="1"/>
                  </a:moveTo>
                  <a:cubicBezTo>
                    <a:pt x="1777" y="1"/>
                    <a:pt x="578" y="1141"/>
                    <a:pt x="448" y="2960"/>
                  </a:cubicBezTo>
                  <a:cubicBezTo>
                    <a:pt x="290" y="5212"/>
                    <a:pt x="88" y="6468"/>
                    <a:pt x="30" y="6886"/>
                  </a:cubicBezTo>
                  <a:cubicBezTo>
                    <a:pt x="1" y="6987"/>
                    <a:pt x="59" y="7089"/>
                    <a:pt x="145" y="7132"/>
                  </a:cubicBezTo>
                  <a:cubicBezTo>
                    <a:pt x="578" y="7348"/>
                    <a:pt x="1921" y="7955"/>
                    <a:pt x="3408" y="7955"/>
                  </a:cubicBezTo>
                  <a:cubicBezTo>
                    <a:pt x="4895" y="7955"/>
                    <a:pt x="6237" y="7348"/>
                    <a:pt x="6670" y="7132"/>
                  </a:cubicBezTo>
                  <a:cubicBezTo>
                    <a:pt x="6757" y="7089"/>
                    <a:pt x="6800" y="6987"/>
                    <a:pt x="6786" y="6886"/>
                  </a:cubicBezTo>
                  <a:cubicBezTo>
                    <a:pt x="6728" y="6468"/>
                    <a:pt x="6526" y="5212"/>
                    <a:pt x="6367" y="2960"/>
                  </a:cubicBezTo>
                  <a:cubicBezTo>
                    <a:pt x="6237" y="1127"/>
                    <a:pt x="5039" y="1"/>
                    <a:pt x="3408"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0" name="Google Shape;15980;p67"/>
            <p:cNvSpPr/>
            <p:nvPr/>
          </p:nvSpPr>
          <p:spPr>
            <a:xfrm>
              <a:off x="1942579" y="3395401"/>
              <a:ext cx="136266" cy="208593"/>
            </a:xfrm>
            <a:custGeom>
              <a:avLst/>
              <a:gdLst/>
              <a:ahLst/>
              <a:cxnLst/>
              <a:rect l="l" t="t" r="r" b="b"/>
              <a:pathLst>
                <a:path w="5198" h="7957" extrusionOk="0">
                  <a:moveTo>
                    <a:pt x="1805" y="1"/>
                  </a:moveTo>
                  <a:cubicBezTo>
                    <a:pt x="1689" y="1"/>
                    <a:pt x="1574" y="1"/>
                    <a:pt x="1473" y="15"/>
                  </a:cubicBezTo>
                  <a:cubicBezTo>
                    <a:pt x="202" y="145"/>
                    <a:pt x="0" y="1935"/>
                    <a:pt x="1227" y="2310"/>
                  </a:cubicBezTo>
                  <a:lnTo>
                    <a:pt x="1256" y="2310"/>
                  </a:lnTo>
                  <a:lnTo>
                    <a:pt x="1718" y="7955"/>
                  </a:lnTo>
                  <a:cubicBezTo>
                    <a:pt x="1768" y="7956"/>
                    <a:pt x="1817" y="7957"/>
                    <a:pt x="1867" y="7957"/>
                  </a:cubicBezTo>
                  <a:cubicBezTo>
                    <a:pt x="3324" y="7957"/>
                    <a:pt x="4634" y="7355"/>
                    <a:pt x="5067" y="7132"/>
                  </a:cubicBezTo>
                  <a:cubicBezTo>
                    <a:pt x="5154" y="7089"/>
                    <a:pt x="5197" y="6987"/>
                    <a:pt x="5183" y="6886"/>
                  </a:cubicBezTo>
                  <a:cubicBezTo>
                    <a:pt x="5125" y="6468"/>
                    <a:pt x="4923" y="5212"/>
                    <a:pt x="4764" y="2960"/>
                  </a:cubicBezTo>
                  <a:cubicBezTo>
                    <a:pt x="4634" y="1127"/>
                    <a:pt x="3436" y="1"/>
                    <a:pt x="1805"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1" name="Google Shape;15981;p67"/>
            <p:cNvSpPr/>
            <p:nvPr/>
          </p:nvSpPr>
          <p:spPr>
            <a:xfrm>
              <a:off x="1888471" y="3556230"/>
              <a:ext cx="202852" cy="119619"/>
            </a:xfrm>
            <a:custGeom>
              <a:avLst/>
              <a:gdLst/>
              <a:ahLst/>
              <a:cxnLst/>
              <a:rect l="l" t="t" r="r" b="b"/>
              <a:pathLst>
                <a:path w="7738" h="4563" extrusionOk="0">
                  <a:moveTo>
                    <a:pt x="2728" y="1"/>
                  </a:moveTo>
                  <a:lnTo>
                    <a:pt x="2728" y="1011"/>
                  </a:lnTo>
                  <a:cubicBezTo>
                    <a:pt x="2728" y="1184"/>
                    <a:pt x="2627" y="1343"/>
                    <a:pt x="2454" y="1430"/>
                  </a:cubicBezTo>
                  <a:lnTo>
                    <a:pt x="549" y="2267"/>
                  </a:lnTo>
                  <a:cubicBezTo>
                    <a:pt x="217" y="2411"/>
                    <a:pt x="0" y="2744"/>
                    <a:pt x="0" y="3104"/>
                  </a:cubicBezTo>
                  <a:lnTo>
                    <a:pt x="0" y="4331"/>
                  </a:lnTo>
                  <a:cubicBezTo>
                    <a:pt x="0" y="4447"/>
                    <a:pt x="101" y="4562"/>
                    <a:pt x="231" y="4562"/>
                  </a:cubicBezTo>
                  <a:lnTo>
                    <a:pt x="7506" y="4562"/>
                  </a:lnTo>
                  <a:cubicBezTo>
                    <a:pt x="7636" y="4562"/>
                    <a:pt x="7737" y="4447"/>
                    <a:pt x="7737" y="4331"/>
                  </a:cubicBezTo>
                  <a:lnTo>
                    <a:pt x="7737" y="3104"/>
                  </a:lnTo>
                  <a:cubicBezTo>
                    <a:pt x="7737" y="2744"/>
                    <a:pt x="7521" y="2411"/>
                    <a:pt x="7189" y="2267"/>
                  </a:cubicBezTo>
                  <a:lnTo>
                    <a:pt x="5269" y="1430"/>
                  </a:lnTo>
                  <a:cubicBezTo>
                    <a:pt x="5110" y="1343"/>
                    <a:pt x="5009" y="1184"/>
                    <a:pt x="5009" y="1011"/>
                  </a:cubicBezTo>
                  <a:lnTo>
                    <a:pt x="5009"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2" name="Google Shape;15982;p67"/>
            <p:cNvSpPr/>
            <p:nvPr/>
          </p:nvSpPr>
          <p:spPr>
            <a:xfrm>
              <a:off x="1888471" y="3599380"/>
              <a:ext cx="202852" cy="76469"/>
            </a:xfrm>
            <a:custGeom>
              <a:avLst/>
              <a:gdLst/>
              <a:ahLst/>
              <a:cxnLst/>
              <a:rect l="l" t="t" r="r" b="b"/>
              <a:pathLst>
                <a:path w="7738" h="2917" extrusionOk="0">
                  <a:moveTo>
                    <a:pt x="1963" y="0"/>
                  </a:moveTo>
                  <a:lnTo>
                    <a:pt x="549" y="621"/>
                  </a:lnTo>
                  <a:cubicBezTo>
                    <a:pt x="217" y="765"/>
                    <a:pt x="0" y="1098"/>
                    <a:pt x="0" y="1458"/>
                  </a:cubicBezTo>
                  <a:lnTo>
                    <a:pt x="0" y="2685"/>
                  </a:lnTo>
                  <a:cubicBezTo>
                    <a:pt x="0" y="2801"/>
                    <a:pt x="101" y="2916"/>
                    <a:pt x="231" y="2916"/>
                  </a:cubicBezTo>
                  <a:lnTo>
                    <a:pt x="7506" y="2916"/>
                  </a:lnTo>
                  <a:cubicBezTo>
                    <a:pt x="7636" y="2916"/>
                    <a:pt x="7737" y="2801"/>
                    <a:pt x="7737" y="2685"/>
                  </a:cubicBezTo>
                  <a:lnTo>
                    <a:pt x="7737" y="1458"/>
                  </a:lnTo>
                  <a:cubicBezTo>
                    <a:pt x="7737" y="1098"/>
                    <a:pt x="7521" y="765"/>
                    <a:pt x="7189" y="621"/>
                  </a:cubicBezTo>
                  <a:lnTo>
                    <a:pt x="5774" y="0"/>
                  </a:lnTo>
                  <a:cubicBezTo>
                    <a:pt x="5442" y="881"/>
                    <a:pt x="4655" y="1321"/>
                    <a:pt x="3869" y="1321"/>
                  </a:cubicBezTo>
                  <a:cubicBezTo>
                    <a:pt x="3082" y="1321"/>
                    <a:pt x="2295" y="881"/>
                    <a:pt x="1963"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3" name="Google Shape;15983;p67"/>
            <p:cNvSpPr/>
            <p:nvPr/>
          </p:nvSpPr>
          <p:spPr>
            <a:xfrm>
              <a:off x="1959985" y="3556230"/>
              <a:ext cx="59823" cy="23961"/>
            </a:xfrm>
            <a:custGeom>
              <a:avLst/>
              <a:gdLst/>
              <a:ahLst/>
              <a:cxnLst/>
              <a:rect l="l" t="t" r="r" b="b"/>
              <a:pathLst>
                <a:path w="2282" h="914" extrusionOk="0">
                  <a:moveTo>
                    <a:pt x="0" y="1"/>
                  </a:moveTo>
                  <a:lnTo>
                    <a:pt x="0" y="665"/>
                  </a:lnTo>
                  <a:cubicBezTo>
                    <a:pt x="361" y="831"/>
                    <a:pt x="751" y="914"/>
                    <a:pt x="1141" y="914"/>
                  </a:cubicBezTo>
                  <a:cubicBezTo>
                    <a:pt x="1530" y="914"/>
                    <a:pt x="1920" y="831"/>
                    <a:pt x="2281" y="665"/>
                  </a:cubicBezTo>
                  <a:lnTo>
                    <a:pt x="2281"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4" name="Google Shape;15984;p67"/>
            <p:cNvSpPr/>
            <p:nvPr/>
          </p:nvSpPr>
          <p:spPr>
            <a:xfrm>
              <a:off x="1929707" y="3456062"/>
              <a:ext cx="119619" cy="112069"/>
            </a:xfrm>
            <a:custGeom>
              <a:avLst/>
              <a:gdLst/>
              <a:ahLst/>
              <a:cxnLst/>
              <a:rect l="l" t="t" r="r" b="b"/>
              <a:pathLst>
                <a:path w="4563" h="4275" extrusionOk="0">
                  <a:moveTo>
                    <a:pt x="1655" y="1"/>
                  </a:moveTo>
                  <a:cubicBezTo>
                    <a:pt x="1489" y="1"/>
                    <a:pt x="1344" y="98"/>
                    <a:pt x="1271" y="256"/>
                  </a:cubicBezTo>
                  <a:cubicBezTo>
                    <a:pt x="1025" y="733"/>
                    <a:pt x="665" y="1137"/>
                    <a:pt x="203" y="1426"/>
                  </a:cubicBezTo>
                  <a:cubicBezTo>
                    <a:pt x="87" y="1512"/>
                    <a:pt x="15" y="1642"/>
                    <a:pt x="15" y="1786"/>
                  </a:cubicBezTo>
                  <a:lnTo>
                    <a:pt x="15" y="1916"/>
                  </a:lnTo>
                  <a:cubicBezTo>
                    <a:pt x="0" y="3143"/>
                    <a:pt x="924" y="4168"/>
                    <a:pt x="2137" y="4269"/>
                  </a:cubicBezTo>
                  <a:cubicBezTo>
                    <a:pt x="2188" y="4273"/>
                    <a:pt x="2239" y="4274"/>
                    <a:pt x="2290" y="4274"/>
                  </a:cubicBezTo>
                  <a:cubicBezTo>
                    <a:pt x="3536" y="4274"/>
                    <a:pt x="4562" y="3265"/>
                    <a:pt x="4562" y="2003"/>
                  </a:cubicBezTo>
                  <a:lnTo>
                    <a:pt x="4562" y="1599"/>
                  </a:lnTo>
                  <a:cubicBezTo>
                    <a:pt x="4562" y="1411"/>
                    <a:pt x="4490" y="1223"/>
                    <a:pt x="4346" y="1093"/>
                  </a:cubicBezTo>
                  <a:cubicBezTo>
                    <a:pt x="3985" y="776"/>
                    <a:pt x="3162" y="213"/>
                    <a:pt x="1747" y="11"/>
                  </a:cubicBezTo>
                  <a:cubicBezTo>
                    <a:pt x="1716" y="4"/>
                    <a:pt x="1685" y="1"/>
                    <a:pt x="165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5" name="Google Shape;15985;p67"/>
            <p:cNvSpPr/>
            <p:nvPr/>
          </p:nvSpPr>
          <p:spPr>
            <a:xfrm>
              <a:off x="1929707" y="3456062"/>
              <a:ext cx="116971" cy="111938"/>
            </a:xfrm>
            <a:custGeom>
              <a:avLst/>
              <a:gdLst/>
              <a:ahLst/>
              <a:cxnLst/>
              <a:rect l="l" t="t" r="r" b="b"/>
              <a:pathLst>
                <a:path w="4462" h="4270" extrusionOk="0">
                  <a:moveTo>
                    <a:pt x="1655" y="1"/>
                  </a:moveTo>
                  <a:cubicBezTo>
                    <a:pt x="1489" y="1"/>
                    <a:pt x="1344" y="98"/>
                    <a:pt x="1271" y="256"/>
                  </a:cubicBezTo>
                  <a:cubicBezTo>
                    <a:pt x="1227" y="328"/>
                    <a:pt x="1184" y="415"/>
                    <a:pt x="1126" y="487"/>
                  </a:cubicBezTo>
                  <a:cubicBezTo>
                    <a:pt x="895" y="863"/>
                    <a:pt x="578" y="1180"/>
                    <a:pt x="217" y="1426"/>
                  </a:cubicBezTo>
                  <a:cubicBezTo>
                    <a:pt x="87" y="1512"/>
                    <a:pt x="15" y="1656"/>
                    <a:pt x="15" y="1801"/>
                  </a:cubicBezTo>
                  <a:lnTo>
                    <a:pt x="15" y="1931"/>
                  </a:lnTo>
                  <a:cubicBezTo>
                    <a:pt x="0" y="3100"/>
                    <a:pt x="852" y="4096"/>
                    <a:pt x="2021" y="4269"/>
                  </a:cubicBezTo>
                  <a:cubicBezTo>
                    <a:pt x="1603" y="3836"/>
                    <a:pt x="1386" y="3273"/>
                    <a:pt x="1386" y="2696"/>
                  </a:cubicBezTo>
                  <a:lnTo>
                    <a:pt x="1386" y="1267"/>
                  </a:lnTo>
                  <a:cubicBezTo>
                    <a:pt x="1386" y="1021"/>
                    <a:pt x="1560" y="834"/>
                    <a:pt x="1790" y="805"/>
                  </a:cubicBezTo>
                  <a:cubicBezTo>
                    <a:pt x="1953" y="789"/>
                    <a:pt x="2115" y="782"/>
                    <a:pt x="2278" y="782"/>
                  </a:cubicBezTo>
                  <a:cubicBezTo>
                    <a:pt x="3027" y="782"/>
                    <a:pt x="3773" y="944"/>
                    <a:pt x="4461" y="1252"/>
                  </a:cubicBezTo>
                  <a:cubicBezTo>
                    <a:pt x="4432" y="1195"/>
                    <a:pt x="4389" y="1137"/>
                    <a:pt x="4346" y="1093"/>
                  </a:cubicBezTo>
                  <a:cubicBezTo>
                    <a:pt x="3985" y="776"/>
                    <a:pt x="3147" y="213"/>
                    <a:pt x="1747" y="11"/>
                  </a:cubicBezTo>
                  <a:cubicBezTo>
                    <a:pt x="1716" y="4"/>
                    <a:pt x="1685" y="1"/>
                    <a:pt x="1655"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6" name="Google Shape;15986;p67"/>
            <p:cNvSpPr/>
            <p:nvPr/>
          </p:nvSpPr>
          <p:spPr>
            <a:xfrm>
              <a:off x="1888471" y="3619067"/>
              <a:ext cx="41629" cy="56782"/>
            </a:xfrm>
            <a:custGeom>
              <a:avLst/>
              <a:gdLst/>
              <a:ahLst/>
              <a:cxnLst/>
              <a:rect l="l" t="t" r="r" b="b"/>
              <a:pathLst>
                <a:path w="1588" h="2166" extrusionOk="0">
                  <a:moveTo>
                    <a:pt x="346" y="0"/>
                  </a:moveTo>
                  <a:cubicBezTo>
                    <a:pt x="130" y="173"/>
                    <a:pt x="0" y="433"/>
                    <a:pt x="0" y="707"/>
                  </a:cubicBezTo>
                  <a:lnTo>
                    <a:pt x="0" y="1934"/>
                  </a:lnTo>
                  <a:cubicBezTo>
                    <a:pt x="0" y="2064"/>
                    <a:pt x="101" y="2165"/>
                    <a:pt x="231" y="2165"/>
                  </a:cubicBezTo>
                  <a:lnTo>
                    <a:pt x="1588" y="2165"/>
                  </a:lnTo>
                  <a:lnTo>
                    <a:pt x="1588" y="1530"/>
                  </a:lnTo>
                  <a:cubicBezTo>
                    <a:pt x="1588" y="1357"/>
                    <a:pt x="1516" y="1184"/>
                    <a:pt x="1386" y="1054"/>
                  </a:cubicBezTo>
                  <a:lnTo>
                    <a:pt x="346"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7" name="Google Shape;15987;p67"/>
            <p:cNvSpPr/>
            <p:nvPr/>
          </p:nvSpPr>
          <p:spPr>
            <a:xfrm>
              <a:off x="2049667" y="3619067"/>
              <a:ext cx="41656" cy="56782"/>
            </a:xfrm>
            <a:custGeom>
              <a:avLst/>
              <a:gdLst/>
              <a:ahLst/>
              <a:cxnLst/>
              <a:rect l="l" t="t" r="r" b="b"/>
              <a:pathLst>
                <a:path w="1589" h="2166" extrusionOk="0">
                  <a:moveTo>
                    <a:pt x="1242" y="0"/>
                  </a:moveTo>
                  <a:lnTo>
                    <a:pt x="203" y="1054"/>
                  </a:lnTo>
                  <a:cubicBezTo>
                    <a:pt x="73" y="1184"/>
                    <a:pt x="1" y="1357"/>
                    <a:pt x="1" y="1530"/>
                  </a:cubicBezTo>
                  <a:lnTo>
                    <a:pt x="1" y="2165"/>
                  </a:lnTo>
                  <a:lnTo>
                    <a:pt x="1357" y="2165"/>
                  </a:lnTo>
                  <a:cubicBezTo>
                    <a:pt x="1487" y="2165"/>
                    <a:pt x="1588" y="2064"/>
                    <a:pt x="1588" y="1934"/>
                  </a:cubicBezTo>
                  <a:lnTo>
                    <a:pt x="1588" y="707"/>
                  </a:lnTo>
                  <a:cubicBezTo>
                    <a:pt x="1588" y="433"/>
                    <a:pt x="1459" y="173"/>
                    <a:pt x="1242"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88" name="Google Shape;15988;p67"/>
          <p:cNvGrpSpPr/>
          <p:nvPr/>
        </p:nvGrpSpPr>
        <p:grpSpPr>
          <a:xfrm>
            <a:off x="2248250" y="3378754"/>
            <a:ext cx="375818" cy="313374"/>
            <a:chOff x="2273307" y="3378754"/>
            <a:chExt cx="375818" cy="313374"/>
          </a:xfrm>
        </p:grpSpPr>
        <p:sp>
          <p:nvSpPr>
            <p:cNvPr id="15989" name="Google Shape;15989;p67"/>
            <p:cNvSpPr/>
            <p:nvPr/>
          </p:nvSpPr>
          <p:spPr>
            <a:xfrm>
              <a:off x="2448528" y="3429087"/>
              <a:ext cx="25009" cy="25009"/>
            </a:xfrm>
            <a:custGeom>
              <a:avLst/>
              <a:gdLst/>
              <a:ahLst/>
              <a:cxnLst/>
              <a:rect l="l" t="t" r="r" b="b"/>
              <a:pathLst>
                <a:path w="954" h="954" extrusionOk="0">
                  <a:moveTo>
                    <a:pt x="0" y="1"/>
                  </a:moveTo>
                  <a:lnTo>
                    <a:pt x="0" y="953"/>
                  </a:lnTo>
                  <a:lnTo>
                    <a:pt x="953" y="953"/>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0" name="Google Shape;15990;p67"/>
            <p:cNvSpPr/>
            <p:nvPr/>
          </p:nvSpPr>
          <p:spPr>
            <a:xfrm>
              <a:off x="2447401" y="3429087"/>
              <a:ext cx="27631" cy="18849"/>
            </a:xfrm>
            <a:custGeom>
              <a:avLst/>
              <a:gdLst/>
              <a:ahLst/>
              <a:cxnLst/>
              <a:rect l="l" t="t" r="r" b="b"/>
              <a:pathLst>
                <a:path w="1054" h="719" extrusionOk="0">
                  <a:moveTo>
                    <a:pt x="43" y="1"/>
                  </a:moveTo>
                  <a:lnTo>
                    <a:pt x="43" y="477"/>
                  </a:lnTo>
                  <a:cubicBezTo>
                    <a:pt x="43" y="520"/>
                    <a:pt x="29" y="578"/>
                    <a:pt x="0" y="621"/>
                  </a:cubicBezTo>
                  <a:cubicBezTo>
                    <a:pt x="166" y="686"/>
                    <a:pt x="343" y="719"/>
                    <a:pt x="522" y="719"/>
                  </a:cubicBezTo>
                  <a:cubicBezTo>
                    <a:pt x="700" y="719"/>
                    <a:pt x="881" y="686"/>
                    <a:pt x="1054" y="621"/>
                  </a:cubicBezTo>
                  <a:cubicBezTo>
                    <a:pt x="1025" y="578"/>
                    <a:pt x="996" y="520"/>
                    <a:pt x="996" y="477"/>
                  </a:cubicBezTo>
                  <a:lnTo>
                    <a:pt x="996"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1" name="Google Shape;15991;p67"/>
            <p:cNvSpPr/>
            <p:nvPr/>
          </p:nvSpPr>
          <p:spPr>
            <a:xfrm>
              <a:off x="2423545" y="3448774"/>
              <a:ext cx="74949" cy="93116"/>
            </a:xfrm>
            <a:custGeom>
              <a:avLst/>
              <a:gdLst/>
              <a:ahLst/>
              <a:cxnLst/>
              <a:rect l="l" t="t" r="r" b="b"/>
              <a:pathLst>
                <a:path w="2859" h="3552" extrusionOk="0">
                  <a:moveTo>
                    <a:pt x="708" y="0"/>
                  </a:moveTo>
                  <a:lnTo>
                    <a:pt x="275" y="217"/>
                  </a:lnTo>
                  <a:cubicBezTo>
                    <a:pt x="102" y="303"/>
                    <a:pt x="1" y="462"/>
                    <a:pt x="1" y="650"/>
                  </a:cubicBezTo>
                  <a:lnTo>
                    <a:pt x="1" y="2036"/>
                  </a:lnTo>
                  <a:cubicBezTo>
                    <a:pt x="1" y="2555"/>
                    <a:pt x="160" y="3060"/>
                    <a:pt x="448" y="3493"/>
                  </a:cubicBezTo>
                  <a:lnTo>
                    <a:pt x="477" y="3551"/>
                  </a:lnTo>
                  <a:lnTo>
                    <a:pt x="2383" y="3551"/>
                  </a:lnTo>
                  <a:lnTo>
                    <a:pt x="2426" y="3493"/>
                  </a:lnTo>
                  <a:cubicBezTo>
                    <a:pt x="2700" y="3060"/>
                    <a:pt x="2859" y="2555"/>
                    <a:pt x="2859" y="2036"/>
                  </a:cubicBezTo>
                  <a:lnTo>
                    <a:pt x="2859" y="650"/>
                  </a:lnTo>
                  <a:cubicBezTo>
                    <a:pt x="2859" y="462"/>
                    <a:pt x="2758" y="303"/>
                    <a:pt x="2599" y="217"/>
                  </a:cubicBezTo>
                  <a:lnTo>
                    <a:pt x="2166" y="0"/>
                  </a:lnTo>
                  <a:cubicBezTo>
                    <a:pt x="2013" y="191"/>
                    <a:pt x="1557" y="202"/>
                    <a:pt x="1452" y="202"/>
                  </a:cubicBezTo>
                  <a:cubicBezTo>
                    <a:pt x="1438" y="202"/>
                    <a:pt x="1430" y="202"/>
                    <a:pt x="1430" y="202"/>
                  </a:cubicBezTo>
                  <a:cubicBezTo>
                    <a:pt x="1430" y="202"/>
                    <a:pt x="1422" y="202"/>
                    <a:pt x="1409" y="202"/>
                  </a:cubicBezTo>
                  <a:cubicBezTo>
                    <a:pt x="1306" y="202"/>
                    <a:pt x="861" y="191"/>
                    <a:pt x="708"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2" name="Google Shape;15992;p67"/>
            <p:cNvSpPr/>
            <p:nvPr/>
          </p:nvSpPr>
          <p:spPr>
            <a:xfrm>
              <a:off x="2436050" y="3541864"/>
              <a:ext cx="50359" cy="106354"/>
            </a:xfrm>
            <a:custGeom>
              <a:avLst/>
              <a:gdLst/>
              <a:ahLst/>
              <a:cxnLst/>
              <a:rect l="l" t="t" r="r" b="b"/>
              <a:pathLst>
                <a:path w="1921" h="4057" extrusionOk="0">
                  <a:moveTo>
                    <a:pt x="0" y="0"/>
                  </a:moveTo>
                  <a:lnTo>
                    <a:pt x="0" y="4057"/>
                  </a:lnTo>
                  <a:lnTo>
                    <a:pt x="1920" y="4057"/>
                  </a:lnTo>
                  <a:lnTo>
                    <a:pt x="1920"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3" name="Google Shape;15993;p67"/>
            <p:cNvSpPr/>
            <p:nvPr/>
          </p:nvSpPr>
          <p:spPr>
            <a:xfrm>
              <a:off x="2423545" y="3458972"/>
              <a:ext cx="12531" cy="82918"/>
            </a:xfrm>
            <a:custGeom>
              <a:avLst/>
              <a:gdLst/>
              <a:ahLst/>
              <a:cxnLst/>
              <a:rect l="l" t="t" r="r" b="b"/>
              <a:pathLst>
                <a:path w="478" h="3163" extrusionOk="0">
                  <a:moveTo>
                    <a:pt x="73" y="1"/>
                  </a:moveTo>
                  <a:cubicBezTo>
                    <a:pt x="30" y="73"/>
                    <a:pt x="1" y="174"/>
                    <a:pt x="1" y="261"/>
                  </a:cubicBezTo>
                  <a:lnTo>
                    <a:pt x="1" y="1647"/>
                  </a:lnTo>
                  <a:cubicBezTo>
                    <a:pt x="1" y="2166"/>
                    <a:pt x="160" y="2671"/>
                    <a:pt x="448" y="3104"/>
                  </a:cubicBezTo>
                  <a:lnTo>
                    <a:pt x="477" y="3162"/>
                  </a:lnTo>
                  <a:lnTo>
                    <a:pt x="477" y="549"/>
                  </a:lnTo>
                  <a:cubicBezTo>
                    <a:pt x="477" y="391"/>
                    <a:pt x="405" y="261"/>
                    <a:pt x="289" y="160"/>
                  </a:cubicBezTo>
                  <a:lnTo>
                    <a:pt x="73"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4" name="Google Shape;15994;p67"/>
            <p:cNvSpPr/>
            <p:nvPr/>
          </p:nvSpPr>
          <p:spPr>
            <a:xfrm>
              <a:off x="2485989" y="3458972"/>
              <a:ext cx="12505" cy="82918"/>
            </a:xfrm>
            <a:custGeom>
              <a:avLst/>
              <a:gdLst/>
              <a:ahLst/>
              <a:cxnLst/>
              <a:rect l="l" t="t" r="r" b="b"/>
              <a:pathLst>
                <a:path w="477" h="3163" extrusionOk="0">
                  <a:moveTo>
                    <a:pt x="405" y="1"/>
                  </a:moveTo>
                  <a:lnTo>
                    <a:pt x="188" y="160"/>
                  </a:lnTo>
                  <a:cubicBezTo>
                    <a:pt x="73" y="261"/>
                    <a:pt x="1" y="391"/>
                    <a:pt x="1" y="549"/>
                  </a:cubicBezTo>
                  <a:lnTo>
                    <a:pt x="1" y="3162"/>
                  </a:lnTo>
                  <a:lnTo>
                    <a:pt x="44" y="3104"/>
                  </a:lnTo>
                  <a:cubicBezTo>
                    <a:pt x="318" y="2671"/>
                    <a:pt x="477" y="2166"/>
                    <a:pt x="477" y="1647"/>
                  </a:cubicBezTo>
                  <a:lnTo>
                    <a:pt x="477" y="261"/>
                  </a:lnTo>
                  <a:cubicBezTo>
                    <a:pt x="477" y="174"/>
                    <a:pt x="448" y="73"/>
                    <a:pt x="405"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5" name="Google Shape;15995;p67"/>
            <p:cNvSpPr/>
            <p:nvPr/>
          </p:nvSpPr>
          <p:spPr>
            <a:xfrm>
              <a:off x="2442105" y="3441670"/>
              <a:ext cx="38248" cy="100220"/>
            </a:xfrm>
            <a:custGeom>
              <a:avLst/>
              <a:gdLst/>
              <a:ahLst/>
              <a:cxnLst/>
              <a:rect l="l" t="t" r="r" b="b"/>
              <a:pathLst>
                <a:path w="1459" h="3823" extrusionOk="0">
                  <a:moveTo>
                    <a:pt x="231" y="0"/>
                  </a:moveTo>
                  <a:cubicBezTo>
                    <a:pt x="220" y="0"/>
                    <a:pt x="209" y="4"/>
                    <a:pt x="202" y="11"/>
                  </a:cubicBezTo>
                  <a:lnTo>
                    <a:pt x="0" y="271"/>
                  </a:lnTo>
                  <a:lnTo>
                    <a:pt x="318" y="675"/>
                  </a:lnTo>
                  <a:cubicBezTo>
                    <a:pt x="334" y="700"/>
                    <a:pt x="366" y="716"/>
                    <a:pt x="398" y="716"/>
                  </a:cubicBezTo>
                  <a:cubicBezTo>
                    <a:pt x="421" y="716"/>
                    <a:pt x="444" y="708"/>
                    <a:pt x="462" y="690"/>
                  </a:cubicBezTo>
                  <a:lnTo>
                    <a:pt x="606" y="574"/>
                  </a:lnTo>
                  <a:lnTo>
                    <a:pt x="606" y="3822"/>
                  </a:lnTo>
                  <a:lnTo>
                    <a:pt x="852" y="3822"/>
                  </a:lnTo>
                  <a:lnTo>
                    <a:pt x="852" y="574"/>
                  </a:lnTo>
                  <a:lnTo>
                    <a:pt x="982" y="690"/>
                  </a:lnTo>
                  <a:cubicBezTo>
                    <a:pt x="1000" y="708"/>
                    <a:pt x="1023" y="716"/>
                    <a:pt x="1047" y="716"/>
                  </a:cubicBezTo>
                  <a:cubicBezTo>
                    <a:pt x="1080" y="716"/>
                    <a:pt x="1115" y="700"/>
                    <a:pt x="1140" y="675"/>
                  </a:cubicBezTo>
                  <a:lnTo>
                    <a:pt x="1458" y="271"/>
                  </a:lnTo>
                  <a:lnTo>
                    <a:pt x="1256" y="11"/>
                  </a:lnTo>
                  <a:cubicBezTo>
                    <a:pt x="1249" y="4"/>
                    <a:pt x="1238" y="0"/>
                    <a:pt x="1227" y="0"/>
                  </a:cubicBezTo>
                  <a:cubicBezTo>
                    <a:pt x="1216" y="0"/>
                    <a:pt x="1205" y="4"/>
                    <a:pt x="1198" y="11"/>
                  </a:cubicBezTo>
                  <a:lnTo>
                    <a:pt x="722" y="473"/>
                  </a:lnTo>
                  <a:lnTo>
                    <a:pt x="260" y="11"/>
                  </a:lnTo>
                  <a:cubicBezTo>
                    <a:pt x="253" y="4"/>
                    <a:pt x="242" y="0"/>
                    <a:pt x="231"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6" name="Google Shape;15996;p67"/>
            <p:cNvSpPr/>
            <p:nvPr/>
          </p:nvSpPr>
          <p:spPr>
            <a:xfrm>
              <a:off x="2457992" y="3554342"/>
              <a:ext cx="6449" cy="93876"/>
            </a:xfrm>
            <a:custGeom>
              <a:avLst/>
              <a:gdLst/>
              <a:ahLst/>
              <a:cxnLst/>
              <a:rect l="l" t="t" r="r" b="b"/>
              <a:pathLst>
                <a:path w="246" h="3581" extrusionOk="0">
                  <a:moveTo>
                    <a:pt x="116" y="1"/>
                  </a:moveTo>
                  <a:cubicBezTo>
                    <a:pt x="58" y="1"/>
                    <a:pt x="0" y="58"/>
                    <a:pt x="0" y="116"/>
                  </a:cubicBezTo>
                  <a:lnTo>
                    <a:pt x="0" y="3581"/>
                  </a:lnTo>
                  <a:lnTo>
                    <a:pt x="246" y="3581"/>
                  </a:lnTo>
                  <a:lnTo>
                    <a:pt x="246" y="131"/>
                  </a:lnTo>
                  <a:cubicBezTo>
                    <a:pt x="246" y="58"/>
                    <a:pt x="188" y="1"/>
                    <a:pt x="116"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7" name="Google Shape;15997;p67"/>
            <p:cNvSpPr/>
            <p:nvPr/>
          </p:nvSpPr>
          <p:spPr>
            <a:xfrm>
              <a:off x="2436050" y="3378754"/>
              <a:ext cx="50359" cy="56782"/>
            </a:xfrm>
            <a:custGeom>
              <a:avLst/>
              <a:gdLst/>
              <a:ahLst/>
              <a:cxnLst/>
              <a:rect l="l" t="t" r="r" b="b"/>
              <a:pathLst>
                <a:path w="1921" h="2166" extrusionOk="0">
                  <a:moveTo>
                    <a:pt x="722" y="1"/>
                  </a:moveTo>
                  <a:cubicBezTo>
                    <a:pt x="332" y="1"/>
                    <a:pt x="0" y="333"/>
                    <a:pt x="0" y="722"/>
                  </a:cubicBezTo>
                  <a:lnTo>
                    <a:pt x="0" y="1199"/>
                  </a:lnTo>
                  <a:cubicBezTo>
                    <a:pt x="0" y="1733"/>
                    <a:pt x="433" y="2166"/>
                    <a:pt x="953" y="2166"/>
                  </a:cubicBezTo>
                  <a:cubicBezTo>
                    <a:pt x="1487" y="2166"/>
                    <a:pt x="1920" y="1733"/>
                    <a:pt x="1920" y="1199"/>
                  </a:cubicBezTo>
                  <a:lnTo>
                    <a:pt x="1920" y="722"/>
                  </a:lnTo>
                  <a:cubicBezTo>
                    <a:pt x="1920" y="333"/>
                    <a:pt x="1602" y="1"/>
                    <a:pt x="119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8" name="Google Shape;15998;p67"/>
            <p:cNvSpPr/>
            <p:nvPr/>
          </p:nvSpPr>
          <p:spPr>
            <a:xfrm>
              <a:off x="2436050" y="3379147"/>
              <a:ext cx="34447" cy="56441"/>
            </a:xfrm>
            <a:custGeom>
              <a:avLst/>
              <a:gdLst/>
              <a:ahLst/>
              <a:cxnLst/>
              <a:rect l="l" t="t" r="r" b="b"/>
              <a:pathLst>
                <a:path w="1314" h="2153" extrusionOk="0">
                  <a:moveTo>
                    <a:pt x="722" y="0"/>
                  </a:moveTo>
                  <a:cubicBezTo>
                    <a:pt x="318" y="0"/>
                    <a:pt x="0" y="318"/>
                    <a:pt x="0" y="722"/>
                  </a:cubicBezTo>
                  <a:lnTo>
                    <a:pt x="0" y="1198"/>
                  </a:lnTo>
                  <a:cubicBezTo>
                    <a:pt x="0" y="1746"/>
                    <a:pt x="442" y="2152"/>
                    <a:pt x="946" y="2152"/>
                  </a:cubicBezTo>
                  <a:cubicBezTo>
                    <a:pt x="1067" y="2152"/>
                    <a:pt x="1191" y="2129"/>
                    <a:pt x="1314" y="2079"/>
                  </a:cubicBezTo>
                  <a:cubicBezTo>
                    <a:pt x="953" y="1934"/>
                    <a:pt x="722" y="1573"/>
                    <a:pt x="722" y="1184"/>
                  </a:cubicBezTo>
                  <a:lnTo>
                    <a:pt x="722" y="707"/>
                  </a:lnTo>
                  <a:cubicBezTo>
                    <a:pt x="722" y="361"/>
                    <a:pt x="967" y="72"/>
                    <a:pt x="131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99" name="Google Shape;15999;p67"/>
            <p:cNvSpPr/>
            <p:nvPr/>
          </p:nvSpPr>
          <p:spPr>
            <a:xfrm>
              <a:off x="2435656" y="3378754"/>
              <a:ext cx="50359" cy="25429"/>
            </a:xfrm>
            <a:custGeom>
              <a:avLst/>
              <a:gdLst/>
              <a:ahLst/>
              <a:cxnLst/>
              <a:rect l="l" t="t" r="r" b="b"/>
              <a:pathLst>
                <a:path w="1921" h="970" extrusionOk="0">
                  <a:moveTo>
                    <a:pt x="722" y="1"/>
                  </a:moveTo>
                  <a:cubicBezTo>
                    <a:pt x="318" y="1"/>
                    <a:pt x="1" y="333"/>
                    <a:pt x="1" y="722"/>
                  </a:cubicBezTo>
                  <a:lnTo>
                    <a:pt x="15" y="722"/>
                  </a:lnTo>
                  <a:cubicBezTo>
                    <a:pt x="591" y="883"/>
                    <a:pt x="1180" y="969"/>
                    <a:pt x="1781" y="969"/>
                  </a:cubicBezTo>
                  <a:cubicBezTo>
                    <a:pt x="1827" y="969"/>
                    <a:pt x="1874" y="969"/>
                    <a:pt x="1921" y="968"/>
                  </a:cubicBezTo>
                  <a:lnTo>
                    <a:pt x="1921" y="722"/>
                  </a:lnTo>
                  <a:cubicBezTo>
                    <a:pt x="1921" y="333"/>
                    <a:pt x="1603" y="1"/>
                    <a:pt x="119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0" name="Google Shape;16000;p67"/>
            <p:cNvSpPr/>
            <p:nvPr/>
          </p:nvSpPr>
          <p:spPr>
            <a:xfrm>
              <a:off x="2436050" y="3379147"/>
              <a:ext cx="34447" cy="22728"/>
            </a:xfrm>
            <a:custGeom>
              <a:avLst/>
              <a:gdLst/>
              <a:ahLst/>
              <a:cxnLst/>
              <a:rect l="l" t="t" r="r" b="b"/>
              <a:pathLst>
                <a:path w="1314" h="867" extrusionOk="0">
                  <a:moveTo>
                    <a:pt x="722" y="0"/>
                  </a:moveTo>
                  <a:cubicBezTo>
                    <a:pt x="318" y="0"/>
                    <a:pt x="0" y="318"/>
                    <a:pt x="0" y="722"/>
                  </a:cubicBezTo>
                  <a:cubicBezTo>
                    <a:pt x="231" y="780"/>
                    <a:pt x="476" y="837"/>
                    <a:pt x="722" y="866"/>
                  </a:cubicBezTo>
                  <a:lnTo>
                    <a:pt x="722" y="722"/>
                  </a:lnTo>
                  <a:lnTo>
                    <a:pt x="722" y="707"/>
                  </a:lnTo>
                  <a:cubicBezTo>
                    <a:pt x="722" y="361"/>
                    <a:pt x="967" y="72"/>
                    <a:pt x="1314"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1" name="Google Shape;16001;p67"/>
            <p:cNvSpPr/>
            <p:nvPr/>
          </p:nvSpPr>
          <p:spPr>
            <a:xfrm>
              <a:off x="2548800" y="3429087"/>
              <a:ext cx="25009" cy="25009"/>
            </a:xfrm>
            <a:custGeom>
              <a:avLst/>
              <a:gdLst/>
              <a:ahLst/>
              <a:cxnLst/>
              <a:rect l="l" t="t" r="r" b="b"/>
              <a:pathLst>
                <a:path w="954" h="954" extrusionOk="0">
                  <a:moveTo>
                    <a:pt x="1" y="1"/>
                  </a:moveTo>
                  <a:lnTo>
                    <a:pt x="1" y="953"/>
                  </a:lnTo>
                  <a:lnTo>
                    <a:pt x="954" y="953"/>
                  </a:lnTo>
                  <a:lnTo>
                    <a:pt x="954"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2" name="Google Shape;16002;p67"/>
            <p:cNvSpPr/>
            <p:nvPr/>
          </p:nvSpPr>
          <p:spPr>
            <a:xfrm>
              <a:off x="2547673" y="3429087"/>
              <a:ext cx="27264" cy="18849"/>
            </a:xfrm>
            <a:custGeom>
              <a:avLst/>
              <a:gdLst/>
              <a:ahLst/>
              <a:cxnLst/>
              <a:rect l="l" t="t" r="r" b="b"/>
              <a:pathLst>
                <a:path w="1040" h="719" extrusionOk="0">
                  <a:moveTo>
                    <a:pt x="44" y="1"/>
                  </a:moveTo>
                  <a:lnTo>
                    <a:pt x="44" y="477"/>
                  </a:lnTo>
                  <a:cubicBezTo>
                    <a:pt x="44" y="520"/>
                    <a:pt x="29" y="578"/>
                    <a:pt x="1" y="621"/>
                  </a:cubicBezTo>
                  <a:cubicBezTo>
                    <a:pt x="167" y="686"/>
                    <a:pt x="343" y="719"/>
                    <a:pt x="520" y="719"/>
                  </a:cubicBezTo>
                  <a:cubicBezTo>
                    <a:pt x="697" y="719"/>
                    <a:pt x="874" y="686"/>
                    <a:pt x="1040" y="621"/>
                  </a:cubicBezTo>
                  <a:cubicBezTo>
                    <a:pt x="1011" y="578"/>
                    <a:pt x="997" y="520"/>
                    <a:pt x="997" y="477"/>
                  </a:cubicBezTo>
                  <a:lnTo>
                    <a:pt x="997"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3" name="Google Shape;16003;p67"/>
            <p:cNvSpPr/>
            <p:nvPr/>
          </p:nvSpPr>
          <p:spPr>
            <a:xfrm>
              <a:off x="2523844" y="3448774"/>
              <a:ext cx="75316" cy="93116"/>
            </a:xfrm>
            <a:custGeom>
              <a:avLst/>
              <a:gdLst/>
              <a:ahLst/>
              <a:cxnLst/>
              <a:rect l="l" t="t" r="r" b="b"/>
              <a:pathLst>
                <a:path w="2873" h="3552" extrusionOk="0">
                  <a:moveTo>
                    <a:pt x="707" y="0"/>
                  </a:moveTo>
                  <a:lnTo>
                    <a:pt x="260" y="217"/>
                  </a:lnTo>
                  <a:cubicBezTo>
                    <a:pt x="101" y="303"/>
                    <a:pt x="0" y="462"/>
                    <a:pt x="0" y="650"/>
                  </a:cubicBezTo>
                  <a:lnTo>
                    <a:pt x="0" y="2036"/>
                  </a:lnTo>
                  <a:cubicBezTo>
                    <a:pt x="0" y="2555"/>
                    <a:pt x="159" y="3060"/>
                    <a:pt x="448" y="3493"/>
                  </a:cubicBezTo>
                  <a:lnTo>
                    <a:pt x="477" y="3551"/>
                  </a:lnTo>
                  <a:lnTo>
                    <a:pt x="2396" y="3551"/>
                  </a:lnTo>
                  <a:lnTo>
                    <a:pt x="2425" y="3493"/>
                  </a:lnTo>
                  <a:cubicBezTo>
                    <a:pt x="2714" y="3060"/>
                    <a:pt x="2873" y="2555"/>
                    <a:pt x="2873" y="2036"/>
                  </a:cubicBezTo>
                  <a:lnTo>
                    <a:pt x="2873" y="650"/>
                  </a:lnTo>
                  <a:cubicBezTo>
                    <a:pt x="2873" y="462"/>
                    <a:pt x="2757" y="303"/>
                    <a:pt x="2599" y="217"/>
                  </a:cubicBezTo>
                  <a:lnTo>
                    <a:pt x="2165" y="0"/>
                  </a:lnTo>
                  <a:cubicBezTo>
                    <a:pt x="2013" y="191"/>
                    <a:pt x="1556" y="202"/>
                    <a:pt x="1451" y="202"/>
                  </a:cubicBezTo>
                  <a:cubicBezTo>
                    <a:pt x="1437" y="202"/>
                    <a:pt x="1429" y="202"/>
                    <a:pt x="1429" y="202"/>
                  </a:cubicBezTo>
                  <a:cubicBezTo>
                    <a:pt x="1429" y="202"/>
                    <a:pt x="1422" y="202"/>
                    <a:pt x="1408" y="202"/>
                  </a:cubicBezTo>
                  <a:cubicBezTo>
                    <a:pt x="1305" y="202"/>
                    <a:pt x="860" y="191"/>
                    <a:pt x="707"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4" name="Google Shape;16004;p67"/>
            <p:cNvSpPr/>
            <p:nvPr/>
          </p:nvSpPr>
          <p:spPr>
            <a:xfrm>
              <a:off x="2536322" y="3541864"/>
              <a:ext cx="49992" cy="106354"/>
            </a:xfrm>
            <a:custGeom>
              <a:avLst/>
              <a:gdLst/>
              <a:ahLst/>
              <a:cxnLst/>
              <a:rect l="l" t="t" r="r" b="b"/>
              <a:pathLst>
                <a:path w="1907" h="4057" extrusionOk="0">
                  <a:moveTo>
                    <a:pt x="1" y="0"/>
                  </a:moveTo>
                  <a:lnTo>
                    <a:pt x="1" y="4057"/>
                  </a:lnTo>
                  <a:lnTo>
                    <a:pt x="1906" y="4057"/>
                  </a:lnTo>
                  <a:lnTo>
                    <a:pt x="1906"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5" name="Google Shape;16005;p67"/>
            <p:cNvSpPr/>
            <p:nvPr/>
          </p:nvSpPr>
          <p:spPr>
            <a:xfrm>
              <a:off x="2523844" y="3458972"/>
              <a:ext cx="12505" cy="82918"/>
            </a:xfrm>
            <a:custGeom>
              <a:avLst/>
              <a:gdLst/>
              <a:ahLst/>
              <a:cxnLst/>
              <a:rect l="l" t="t" r="r" b="b"/>
              <a:pathLst>
                <a:path w="477" h="3163" extrusionOk="0">
                  <a:moveTo>
                    <a:pt x="72" y="1"/>
                  </a:moveTo>
                  <a:cubicBezTo>
                    <a:pt x="15" y="73"/>
                    <a:pt x="0" y="174"/>
                    <a:pt x="0" y="261"/>
                  </a:cubicBezTo>
                  <a:lnTo>
                    <a:pt x="0" y="1647"/>
                  </a:lnTo>
                  <a:cubicBezTo>
                    <a:pt x="0" y="2166"/>
                    <a:pt x="145" y="2671"/>
                    <a:pt x="433" y="3104"/>
                  </a:cubicBezTo>
                  <a:lnTo>
                    <a:pt x="477" y="3162"/>
                  </a:lnTo>
                  <a:lnTo>
                    <a:pt x="477" y="549"/>
                  </a:lnTo>
                  <a:cubicBezTo>
                    <a:pt x="477" y="391"/>
                    <a:pt x="404" y="261"/>
                    <a:pt x="289" y="160"/>
                  </a:cubicBezTo>
                  <a:lnTo>
                    <a:pt x="72"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6" name="Google Shape;16006;p67"/>
            <p:cNvSpPr/>
            <p:nvPr/>
          </p:nvSpPr>
          <p:spPr>
            <a:xfrm>
              <a:off x="2586288" y="3458972"/>
              <a:ext cx="12505" cy="82918"/>
            </a:xfrm>
            <a:custGeom>
              <a:avLst/>
              <a:gdLst/>
              <a:ahLst/>
              <a:cxnLst/>
              <a:rect l="l" t="t" r="r" b="b"/>
              <a:pathLst>
                <a:path w="477" h="3163" extrusionOk="0">
                  <a:moveTo>
                    <a:pt x="404" y="1"/>
                  </a:moveTo>
                  <a:lnTo>
                    <a:pt x="202" y="160"/>
                  </a:lnTo>
                  <a:cubicBezTo>
                    <a:pt x="72" y="261"/>
                    <a:pt x="0" y="391"/>
                    <a:pt x="0" y="549"/>
                  </a:cubicBezTo>
                  <a:lnTo>
                    <a:pt x="0" y="3162"/>
                  </a:lnTo>
                  <a:lnTo>
                    <a:pt x="43" y="3104"/>
                  </a:lnTo>
                  <a:cubicBezTo>
                    <a:pt x="332" y="2671"/>
                    <a:pt x="476" y="2166"/>
                    <a:pt x="476" y="1647"/>
                  </a:cubicBezTo>
                  <a:lnTo>
                    <a:pt x="476" y="261"/>
                  </a:lnTo>
                  <a:cubicBezTo>
                    <a:pt x="476" y="174"/>
                    <a:pt x="462" y="73"/>
                    <a:pt x="404"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7" name="Google Shape;16007;p67"/>
            <p:cNvSpPr/>
            <p:nvPr/>
          </p:nvSpPr>
          <p:spPr>
            <a:xfrm>
              <a:off x="2542011" y="3441670"/>
              <a:ext cx="38615" cy="100220"/>
            </a:xfrm>
            <a:custGeom>
              <a:avLst/>
              <a:gdLst/>
              <a:ahLst/>
              <a:cxnLst/>
              <a:rect l="l" t="t" r="r" b="b"/>
              <a:pathLst>
                <a:path w="1473" h="3823" extrusionOk="0">
                  <a:moveTo>
                    <a:pt x="245" y="0"/>
                  </a:moveTo>
                  <a:cubicBezTo>
                    <a:pt x="235" y="0"/>
                    <a:pt x="224" y="4"/>
                    <a:pt x="217" y="11"/>
                  </a:cubicBezTo>
                  <a:lnTo>
                    <a:pt x="0" y="271"/>
                  </a:lnTo>
                  <a:lnTo>
                    <a:pt x="332" y="675"/>
                  </a:lnTo>
                  <a:cubicBezTo>
                    <a:pt x="349" y="700"/>
                    <a:pt x="380" y="716"/>
                    <a:pt x="412" y="716"/>
                  </a:cubicBezTo>
                  <a:cubicBezTo>
                    <a:pt x="435" y="716"/>
                    <a:pt x="458" y="708"/>
                    <a:pt x="476" y="690"/>
                  </a:cubicBezTo>
                  <a:lnTo>
                    <a:pt x="621" y="574"/>
                  </a:lnTo>
                  <a:lnTo>
                    <a:pt x="621" y="3822"/>
                  </a:lnTo>
                  <a:lnTo>
                    <a:pt x="852" y="3822"/>
                  </a:lnTo>
                  <a:lnTo>
                    <a:pt x="852" y="574"/>
                  </a:lnTo>
                  <a:lnTo>
                    <a:pt x="996" y="690"/>
                  </a:lnTo>
                  <a:cubicBezTo>
                    <a:pt x="1014" y="708"/>
                    <a:pt x="1037" y="716"/>
                    <a:pt x="1060" y="716"/>
                  </a:cubicBezTo>
                  <a:cubicBezTo>
                    <a:pt x="1092" y="716"/>
                    <a:pt x="1124" y="700"/>
                    <a:pt x="1140" y="675"/>
                  </a:cubicBezTo>
                  <a:lnTo>
                    <a:pt x="1472" y="271"/>
                  </a:lnTo>
                  <a:lnTo>
                    <a:pt x="1270" y="11"/>
                  </a:lnTo>
                  <a:cubicBezTo>
                    <a:pt x="1263" y="4"/>
                    <a:pt x="1252" y="0"/>
                    <a:pt x="1240" y="0"/>
                  </a:cubicBezTo>
                  <a:cubicBezTo>
                    <a:pt x="1227" y="0"/>
                    <a:pt x="1213" y="4"/>
                    <a:pt x="1198" y="11"/>
                  </a:cubicBezTo>
                  <a:lnTo>
                    <a:pt x="736" y="473"/>
                  </a:lnTo>
                  <a:lnTo>
                    <a:pt x="274" y="11"/>
                  </a:lnTo>
                  <a:cubicBezTo>
                    <a:pt x="267" y="4"/>
                    <a:pt x="256" y="0"/>
                    <a:pt x="245"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8" name="Google Shape;16008;p67"/>
            <p:cNvSpPr/>
            <p:nvPr/>
          </p:nvSpPr>
          <p:spPr>
            <a:xfrm>
              <a:off x="2558264" y="3554342"/>
              <a:ext cx="6475" cy="93876"/>
            </a:xfrm>
            <a:custGeom>
              <a:avLst/>
              <a:gdLst/>
              <a:ahLst/>
              <a:cxnLst/>
              <a:rect l="l" t="t" r="r" b="b"/>
              <a:pathLst>
                <a:path w="247" h="3581" extrusionOk="0">
                  <a:moveTo>
                    <a:pt x="116" y="1"/>
                  </a:moveTo>
                  <a:cubicBezTo>
                    <a:pt x="59" y="1"/>
                    <a:pt x="1" y="58"/>
                    <a:pt x="1" y="116"/>
                  </a:cubicBezTo>
                  <a:lnTo>
                    <a:pt x="1" y="3581"/>
                  </a:lnTo>
                  <a:lnTo>
                    <a:pt x="232" y="3581"/>
                  </a:lnTo>
                  <a:lnTo>
                    <a:pt x="232" y="131"/>
                  </a:lnTo>
                  <a:cubicBezTo>
                    <a:pt x="246" y="58"/>
                    <a:pt x="188" y="1"/>
                    <a:pt x="11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09" name="Google Shape;16009;p67"/>
            <p:cNvSpPr/>
            <p:nvPr/>
          </p:nvSpPr>
          <p:spPr>
            <a:xfrm>
              <a:off x="2536322" y="3378754"/>
              <a:ext cx="50359" cy="56782"/>
            </a:xfrm>
            <a:custGeom>
              <a:avLst/>
              <a:gdLst/>
              <a:ahLst/>
              <a:cxnLst/>
              <a:rect l="l" t="t" r="r" b="b"/>
              <a:pathLst>
                <a:path w="1921" h="2166" extrusionOk="0">
                  <a:moveTo>
                    <a:pt x="722" y="1"/>
                  </a:moveTo>
                  <a:cubicBezTo>
                    <a:pt x="318" y="1"/>
                    <a:pt x="1" y="333"/>
                    <a:pt x="1" y="722"/>
                  </a:cubicBezTo>
                  <a:lnTo>
                    <a:pt x="1" y="1199"/>
                  </a:lnTo>
                  <a:cubicBezTo>
                    <a:pt x="1" y="1733"/>
                    <a:pt x="434" y="2166"/>
                    <a:pt x="953" y="2166"/>
                  </a:cubicBezTo>
                  <a:cubicBezTo>
                    <a:pt x="1487" y="2166"/>
                    <a:pt x="1920" y="1733"/>
                    <a:pt x="1920" y="1199"/>
                  </a:cubicBezTo>
                  <a:lnTo>
                    <a:pt x="1920" y="722"/>
                  </a:lnTo>
                  <a:cubicBezTo>
                    <a:pt x="1920" y="333"/>
                    <a:pt x="1603" y="1"/>
                    <a:pt x="1199"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0" name="Google Shape;16010;p67"/>
            <p:cNvSpPr/>
            <p:nvPr/>
          </p:nvSpPr>
          <p:spPr>
            <a:xfrm>
              <a:off x="2536008" y="3379147"/>
              <a:ext cx="34787" cy="56441"/>
            </a:xfrm>
            <a:custGeom>
              <a:avLst/>
              <a:gdLst/>
              <a:ahLst/>
              <a:cxnLst/>
              <a:rect l="l" t="t" r="r" b="b"/>
              <a:pathLst>
                <a:path w="1327" h="2153" extrusionOk="0">
                  <a:moveTo>
                    <a:pt x="734" y="0"/>
                  </a:moveTo>
                  <a:cubicBezTo>
                    <a:pt x="330" y="0"/>
                    <a:pt x="13" y="318"/>
                    <a:pt x="13" y="722"/>
                  </a:cubicBezTo>
                  <a:lnTo>
                    <a:pt x="13" y="1198"/>
                  </a:lnTo>
                  <a:cubicBezTo>
                    <a:pt x="1" y="1746"/>
                    <a:pt x="450" y="2152"/>
                    <a:pt x="957" y="2152"/>
                  </a:cubicBezTo>
                  <a:cubicBezTo>
                    <a:pt x="1079" y="2152"/>
                    <a:pt x="1204" y="2129"/>
                    <a:pt x="1326" y="2079"/>
                  </a:cubicBezTo>
                  <a:cubicBezTo>
                    <a:pt x="965" y="1934"/>
                    <a:pt x="720" y="1573"/>
                    <a:pt x="734" y="1184"/>
                  </a:cubicBezTo>
                  <a:lnTo>
                    <a:pt x="734" y="707"/>
                  </a:lnTo>
                  <a:cubicBezTo>
                    <a:pt x="734" y="361"/>
                    <a:pt x="980" y="72"/>
                    <a:pt x="1326"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1" name="Google Shape;16011;p67"/>
            <p:cNvSpPr/>
            <p:nvPr/>
          </p:nvSpPr>
          <p:spPr>
            <a:xfrm>
              <a:off x="2536322" y="3378754"/>
              <a:ext cx="49992" cy="25429"/>
            </a:xfrm>
            <a:custGeom>
              <a:avLst/>
              <a:gdLst/>
              <a:ahLst/>
              <a:cxnLst/>
              <a:rect l="l" t="t" r="r" b="b"/>
              <a:pathLst>
                <a:path w="1907" h="970" extrusionOk="0">
                  <a:moveTo>
                    <a:pt x="722" y="1"/>
                  </a:moveTo>
                  <a:cubicBezTo>
                    <a:pt x="318" y="1"/>
                    <a:pt x="1" y="333"/>
                    <a:pt x="1" y="722"/>
                  </a:cubicBezTo>
                  <a:cubicBezTo>
                    <a:pt x="577" y="883"/>
                    <a:pt x="1178" y="969"/>
                    <a:pt x="1769" y="969"/>
                  </a:cubicBezTo>
                  <a:cubicBezTo>
                    <a:pt x="1815" y="969"/>
                    <a:pt x="1860" y="969"/>
                    <a:pt x="1906" y="968"/>
                  </a:cubicBezTo>
                  <a:lnTo>
                    <a:pt x="1906" y="722"/>
                  </a:lnTo>
                  <a:cubicBezTo>
                    <a:pt x="1906" y="333"/>
                    <a:pt x="1588" y="1"/>
                    <a:pt x="1184"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2" name="Google Shape;16012;p67"/>
            <p:cNvSpPr/>
            <p:nvPr/>
          </p:nvSpPr>
          <p:spPr>
            <a:xfrm>
              <a:off x="2536322" y="3379147"/>
              <a:ext cx="34473" cy="22728"/>
            </a:xfrm>
            <a:custGeom>
              <a:avLst/>
              <a:gdLst/>
              <a:ahLst/>
              <a:cxnLst/>
              <a:rect l="l" t="t" r="r" b="b"/>
              <a:pathLst>
                <a:path w="1315" h="867" extrusionOk="0">
                  <a:moveTo>
                    <a:pt x="722" y="0"/>
                  </a:moveTo>
                  <a:cubicBezTo>
                    <a:pt x="318" y="0"/>
                    <a:pt x="1" y="318"/>
                    <a:pt x="1" y="722"/>
                  </a:cubicBezTo>
                  <a:cubicBezTo>
                    <a:pt x="231" y="780"/>
                    <a:pt x="477" y="837"/>
                    <a:pt x="722" y="866"/>
                  </a:cubicBezTo>
                  <a:lnTo>
                    <a:pt x="722" y="707"/>
                  </a:lnTo>
                  <a:cubicBezTo>
                    <a:pt x="722" y="361"/>
                    <a:pt x="968" y="72"/>
                    <a:pt x="1314"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3" name="Google Shape;16013;p67"/>
            <p:cNvSpPr/>
            <p:nvPr/>
          </p:nvSpPr>
          <p:spPr>
            <a:xfrm>
              <a:off x="2348623" y="3429087"/>
              <a:ext cx="25009" cy="25009"/>
            </a:xfrm>
            <a:custGeom>
              <a:avLst/>
              <a:gdLst/>
              <a:ahLst/>
              <a:cxnLst/>
              <a:rect l="l" t="t" r="r" b="b"/>
              <a:pathLst>
                <a:path w="954" h="954" extrusionOk="0">
                  <a:moveTo>
                    <a:pt x="1" y="1"/>
                  </a:moveTo>
                  <a:lnTo>
                    <a:pt x="1" y="953"/>
                  </a:lnTo>
                  <a:lnTo>
                    <a:pt x="953" y="953"/>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4" name="Google Shape;16014;p67"/>
            <p:cNvSpPr/>
            <p:nvPr/>
          </p:nvSpPr>
          <p:spPr>
            <a:xfrm>
              <a:off x="2347102" y="3429087"/>
              <a:ext cx="27657" cy="18849"/>
            </a:xfrm>
            <a:custGeom>
              <a:avLst/>
              <a:gdLst/>
              <a:ahLst/>
              <a:cxnLst/>
              <a:rect l="l" t="t" r="r" b="b"/>
              <a:pathLst>
                <a:path w="1055" h="719" extrusionOk="0">
                  <a:moveTo>
                    <a:pt x="59" y="1"/>
                  </a:moveTo>
                  <a:lnTo>
                    <a:pt x="59" y="477"/>
                  </a:lnTo>
                  <a:cubicBezTo>
                    <a:pt x="44" y="520"/>
                    <a:pt x="30" y="578"/>
                    <a:pt x="1" y="621"/>
                  </a:cubicBezTo>
                  <a:cubicBezTo>
                    <a:pt x="174" y="686"/>
                    <a:pt x="354" y="719"/>
                    <a:pt x="533" y="719"/>
                  </a:cubicBezTo>
                  <a:cubicBezTo>
                    <a:pt x="712" y="719"/>
                    <a:pt x="889" y="686"/>
                    <a:pt x="1055" y="621"/>
                  </a:cubicBezTo>
                  <a:cubicBezTo>
                    <a:pt x="1026" y="578"/>
                    <a:pt x="1011" y="520"/>
                    <a:pt x="1011" y="477"/>
                  </a:cubicBezTo>
                  <a:lnTo>
                    <a:pt x="1011"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5" name="Google Shape;16015;p67"/>
            <p:cNvSpPr/>
            <p:nvPr/>
          </p:nvSpPr>
          <p:spPr>
            <a:xfrm>
              <a:off x="2323273" y="3448774"/>
              <a:ext cx="75342" cy="93116"/>
            </a:xfrm>
            <a:custGeom>
              <a:avLst/>
              <a:gdLst/>
              <a:ahLst/>
              <a:cxnLst/>
              <a:rect l="l" t="t" r="r" b="b"/>
              <a:pathLst>
                <a:path w="2874" h="3552" extrusionOk="0">
                  <a:moveTo>
                    <a:pt x="708" y="0"/>
                  </a:moveTo>
                  <a:lnTo>
                    <a:pt x="275" y="217"/>
                  </a:lnTo>
                  <a:cubicBezTo>
                    <a:pt x="116" y="303"/>
                    <a:pt x="0" y="462"/>
                    <a:pt x="15" y="650"/>
                  </a:cubicBezTo>
                  <a:lnTo>
                    <a:pt x="15" y="2036"/>
                  </a:lnTo>
                  <a:cubicBezTo>
                    <a:pt x="15" y="2555"/>
                    <a:pt x="159" y="3060"/>
                    <a:pt x="448" y="3493"/>
                  </a:cubicBezTo>
                  <a:lnTo>
                    <a:pt x="491" y="3551"/>
                  </a:lnTo>
                  <a:lnTo>
                    <a:pt x="2397" y="3551"/>
                  </a:lnTo>
                  <a:lnTo>
                    <a:pt x="2426" y="3493"/>
                  </a:lnTo>
                  <a:cubicBezTo>
                    <a:pt x="2714" y="3060"/>
                    <a:pt x="2873" y="2555"/>
                    <a:pt x="2873" y="2036"/>
                  </a:cubicBezTo>
                  <a:lnTo>
                    <a:pt x="2873" y="650"/>
                  </a:lnTo>
                  <a:cubicBezTo>
                    <a:pt x="2873" y="462"/>
                    <a:pt x="2758" y="303"/>
                    <a:pt x="2599" y="217"/>
                  </a:cubicBezTo>
                  <a:lnTo>
                    <a:pt x="2166" y="0"/>
                  </a:lnTo>
                  <a:cubicBezTo>
                    <a:pt x="2013" y="191"/>
                    <a:pt x="1568" y="202"/>
                    <a:pt x="1465" y="202"/>
                  </a:cubicBezTo>
                  <a:cubicBezTo>
                    <a:pt x="1451" y="202"/>
                    <a:pt x="1444" y="202"/>
                    <a:pt x="1444" y="202"/>
                  </a:cubicBezTo>
                  <a:cubicBezTo>
                    <a:pt x="1444" y="202"/>
                    <a:pt x="1436" y="202"/>
                    <a:pt x="1422" y="202"/>
                  </a:cubicBezTo>
                  <a:cubicBezTo>
                    <a:pt x="1317" y="202"/>
                    <a:pt x="861" y="191"/>
                    <a:pt x="708"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6" name="Google Shape;16016;p67"/>
            <p:cNvSpPr/>
            <p:nvPr/>
          </p:nvSpPr>
          <p:spPr>
            <a:xfrm>
              <a:off x="2335751" y="3541864"/>
              <a:ext cx="50359" cy="106354"/>
            </a:xfrm>
            <a:custGeom>
              <a:avLst/>
              <a:gdLst/>
              <a:ahLst/>
              <a:cxnLst/>
              <a:rect l="l" t="t" r="r" b="b"/>
              <a:pathLst>
                <a:path w="1921" h="4057" extrusionOk="0">
                  <a:moveTo>
                    <a:pt x="1" y="0"/>
                  </a:moveTo>
                  <a:lnTo>
                    <a:pt x="1" y="4057"/>
                  </a:lnTo>
                  <a:lnTo>
                    <a:pt x="1921" y="4057"/>
                  </a:lnTo>
                  <a:lnTo>
                    <a:pt x="1921"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7" name="Google Shape;16017;p67"/>
            <p:cNvSpPr/>
            <p:nvPr/>
          </p:nvSpPr>
          <p:spPr>
            <a:xfrm>
              <a:off x="2323273" y="3458972"/>
              <a:ext cx="12505" cy="82918"/>
            </a:xfrm>
            <a:custGeom>
              <a:avLst/>
              <a:gdLst/>
              <a:ahLst/>
              <a:cxnLst/>
              <a:rect l="l" t="t" r="r" b="b"/>
              <a:pathLst>
                <a:path w="477" h="3163" extrusionOk="0">
                  <a:moveTo>
                    <a:pt x="73" y="1"/>
                  </a:moveTo>
                  <a:cubicBezTo>
                    <a:pt x="29" y="73"/>
                    <a:pt x="0" y="174"/>
                    <a:pt x="0" y="261"/>
                  </a:cubicBezTo>
                  <a:lnTo>
                    <a:pt x="0" y="1647"/>
                  </a:lnTo>
                  <a:cubicBezTo>
                    <a:pt x="0" y="2166"/>
                    <a:pt x="159" y="2671"/>
                    <a:pt x="448" y="3104"/>
                  </a:cubicBezTo>
                  <a:lnTo>
                    <a:pt x="477" y="3162"/>
                  </a:lnTo>
                  <a:lnTo>
                    <a:pt x="477" y="549"/>
                  </a:lnTo>
                  <a:cubicBezTo>
                    <a:pt x="477" y="391"/>
                    <a:pt x="405" y="261"/>
                    <a:pt x="289" y="160"/>
                  </a:cubicBezTo>
                  <a:lnTo>
                    <a:pt x="73" y="1"/>
                  </a:ln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8" name="Google Shape;16018;p67"/>
            <p:cNvSpPr/>
            <p:nvPr/>
          </p:nvSpPr>
          <p:spPr>
            <a:xfrm>
              <a:off x="2386084" y="3458972"/>
              <a:ext cx="12531" cy="82918"/>
            </a:xfrm>
            <a:custGeom>
              <a:avLst/>
              <a:gdLst/>
              <a:ahLst/>
              <a:cxnLst/>
              <a:rect l="l" t="t" r="r" b="b"/>
              <a:pathLst>
                <a:path w="478" h="3163" extrusionOk="0">
                  <a:moveTo>
                    <a:pt x="405" y="1"/>
                  </a:moveTo>
                  <a:lnTo>
                    <a:pt x="188" y="160"/>
                  </a:lnTo>
                  <a:cubicBezTo>
                    <a:pt x="73" y="261"/>
                    <a:pt x="1" y="391"/>
                    <a:pt x="1" y="549"/>
                  </a:cubicBezTo>
                  <a:lnTo>
                    <a:pt x="1" y="3162"/>
                  </a:lnTo>
                  <a:lnTo>
                    <a:pt x="30" y="3104"/>
                  </a:lnTo>
                  <a:cubicBezTo>
                    <a:pt x="318" y="2671"/>
                    <a:pt x="477" y="2166"/>
                    <a:pt x="477" y="1647"/>
                  </a:cubicBezTo>
                  <a:lnTo>
                    <a:pt x="477" y="261"/>
                  </a:lnTo>
                  <a:cubicBezTo>
                    <a:pt x="477" y="174"/>
                    <a:pt x="448" y="73"/>
                    <a:pt x="405"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9" name="Google Shape;16019;p67"/>
            <p:cNvSpPr/>
            <p:nvPr/>
          </p:nvSpPr>
          <p:spPr>
            <a:xfrm>
              <a:off x="2341807" y="3441670"/>
              <a:ext cx="38248" cy="100220"/>
            </a:xfrm>
            <a:custGeom>
              <a:avLst/>
              <a:gdLst/>
              <a:ahLst/>
              <a:cxnLst/>
              <a:rect l="l" t="t" r="r" b="b"/>
              <a:pathLst>
                <a:path w="1459" h="3823" extrusionOk="0">
                  <a:moveTo>
                    <a:pt x="233" y="0"/>
                  </a:moveTo>
                  <a:cubicBezTo>
                    <a:pt x="221" y="0"/>
                    <a:pt x="210" y="4"/>
                    <a:pt x="203" y="11"/>
                  </a:cubicBezTo>
                  <a:lnTo>
                    <a:pt x="1" y="271"/>
                  </a:lnTo>
                  <a:lnTo>
                    <a:pt x="318" y="675"/>
                  </a:lnTo>
                  <a:cubicBezTo>
                    <a:pt x="343" y="700"/>
                    <a:pt x="373" y="716"/>
                    <a:pt x="406" y="716"/>
                  </a:cubicBezTo>
                  <a:cubicBezTo>
                    <a:pt x="429" y="716"/>
                    <a:pt x="453" y="708"/>
                    <a:pt x="477" y="690"/>
                  </a:cubicBezTo>
                  <a:lnTo>
                    <a:pt x="607" y="574"/>
                  </a:lnTo>
                  <a:lnTo>
                    <a:pt x="607" y="3822"/>
                  </a:lnTo>
                  <a:lnTo>
                    <a:pt x="852" y="3822"/>
                  </a:lnTo>
                  <a:lnTo>
                    <a:pt x="852" y="574"/>
                  </a:lnTo>
                  <a:lnTo>
                    <a:pt x="982" y="690"/>
                  </a:lnTo>
                  <a:cubicBezTo>
                    <a:pt x="1006" y="708"/>
                    <a:pt x="1031" y="716"/>
                    <a:pt x="1054" y="716"/>
                  </a:cubicBezTo>
                  <a:cubicBezTo>
                    <a:pt x="1086" y="716"/>
                    <a:pt x="1116" y="700"/>
                    <a:pt x="1141" y="675"/>
                  </a:cubicBezTo>
                  <a:lnTo>
                    <a:pt x="1459" y="271"/>
                  </a:lnTo>
                  <a:lnTo>
                    <a:pt x="1257" y="11"/>
                  </a:lnTo>
                  <a:cubicBezTo>
                    <a:pt x="1249" y="4"/>
                    <a:pt x="1239" y="0"/>
                    <a:pt x="1228" y="0"/>
                  </a:cubicBezTo>
                  <a:cubicBezTo>
                    <a:pt x="1217" y="0"/>
                    <a:pt x="1206" y="4"/>
                    <a:pt x="1199" y="11"/>
                  </a:cubicBezTo>
                  <a:lnTo>
                    <a:pt x="737" y="473"/>
                  </a:lnTo>
                  <a:lnTo>
                    <a:pt x="275" y="11"/>
                  </a:lnTo>
                  <a:cubicBezTo>
                    <a:pt x="261" y="4"/>
                    <a:pt x="246" y="0"/>
                    <a:pt x="233"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0" name="Google Shape;16020;p67"/>
            <p:cNvSpPr/>
            <p:nvPr/>
          </p:nvSpPr>
          <p:spPr>
            <a:xfrm>
              <a:off x="2357693" y="3554342"/>
              <a:ext cx="6475" cy="93876"/>
            </a:xfrm>
            <a:custGeom>
              <a:avLst/>
              <a:gdLst/>
              <a:ahLst/>
              <a:cxnLst/>
              <a:rect l="l" t="t" r="r" b="b"/>
              <a:pathLst>
                <a:path w="247" h="3581" extrusionOk="0">
                  <a:moveTo>
                    <a:pt x="131" y="1"/>
                  </a:moveTo>
                  <a:cubicBezTo>
                    <a:pt x="59" y="1"/>
                    <a:pt x="1" y="58"/>
                    <a:pt x="1" y="116"/>
                  </a:cubicBezTo>
                  <a:lnTo>
                    <a:pt x="1" y="3581"/>
                  </a:lnTo>
                  <a:lnTo>
                    <a:pt x="246" y="3581"/>
                  </a:lnTo>
                  <a:lnTo>
                    <a:pt x="246" y="131"/>
                  </a:lnTo>
                  <a:cubicBezTo>
                    <a:pt x="246" y="58"/>
                    <a:pt x="189" y="1"/>
                    <a:pt x="131"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1" name="Google Shape;16021;p67"/>
            <p:cNvSpPr/>
            <p:nvPr/>
          </p:nvSpPr>
          <p:spPr>
            <a:xfrm>
              <a:off x="2335751" y="3378754"/>
              <a:ext cx="50752" cy="56782"/>
            </a:xfrm>
            <a:custGeom>
              <a:avLst/>
              <a:gdLst/>
              <a:ahLst/>
              <a:cxnLst/>
              <a:rect l="l" t="t" r="r" b="b"/>
              <a:pathLst>
                <a:path w="1936" h="2166" extrusionOk="0">
                  <a:moveTo>
                    <a:pt x="723" y="1"/>
                  </a:moveTo>
                  <a:cubicBezTo>
                    <a:pt x="333" y="1"/>
                    <a:pt x="1" y="333"/>
                    <a:pt x="1" y="722"/>
                  </a:cubicBezTo>
                  <a:lnTo>
                    <a:pt x="1" y="1199"/>
                  </a:lnTo>
                  <a:cubicBezTo>
                    <a:pt x="1" y="1733"/>
                    <a:pt x="434" y="2166"/>
                    <a:pt x="968" y="2166"/>
                  </a:cubicBezTo>
                  <a:cubicBezTo>
                    <a:pt x="1488" y="2166"/>
                    <a:pt x="1935" y="1733"/>
                    <a:pt x="1935" y="1199"/>
                  </a:cubicBezTo>
                  <a:lnTo>
                    <a:pt x="1935" y="722"/>
                  </a:lnTo>
                  <a:cubicBezTo>
                    <a:pt x="1935" y="333"/>
                    <a:pt x="1603" y="1"/>
                    <a:pt x="1213"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2" name="Google Shape;16022;p67"/>
            <p:cNvSpPr/>
            <p:nvPr/>
          </p:nvSpPr>
          <p:spPr>
            <a:xfrm>
              <a:off x="2335751" y="3379147"/>
              <a:ext cx="34473" cy="56441"/>
            </a:xfrm>
            <a:custGeom>
              <a:avLst/>
              <a:gdLst/>
              <a:ahLst/>
              <a:cxnLst/>
              <a:rect l="l" t="t" r="r" b="b"/>
              <a:pathLst>
                <a:path w="1315" h="2153" extrusionOk="0">
                  <a:moveTo>
                    <a:pt x="723" y="0"/>
                  </a:moveTo>
                  <a:cubicBezTo>
                    <a:pt x="318" y="0"/>
                    <a:pt x="1" y="318"/>
                    <a:pt x="1" y="722"/>
                  </a:cubicBezTo>
                  <a:lnTo>
                    <a:pt x="1" y="1198"/>
                  </a:lnTo>
                  <a:cubicBezTo>
                    <a:pt x="1" y="1746"/>
                    <a:pt x="452" y="2152"/>
                    <a:pt x="952" y="2152"/>
                  </a:cubicBezTo>
                  <a:cubicBezTo>
                    <a:pt x="1072" y="2152"/>
                    <a:pt x="1195" y="2129"/>
                    <a:pt x="1314" y="2079"/>
                  </a:cubicBezTo>
                  <a:cubicBezTo>
                    <a:pt x="953" y="1934"/>
                    <a:pt x="723" y="1573"/>
                    <a:pt x="723" y="1184"/>
                  </a:cubicBezTo>
                  <a:lnTo>
                    <a:pt x="723" y="707"/>
                  </a:lnTo>
                  <a:cubicBezTo>
                    <a:pt x="723" y="361"/>
                    <a:pt x="982" y="72"/>
                    <a:pt x="131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3" name="Google Shape;16023;p67"/>
            <p:cNvSpPr/>
            <p:nvPr/>
          </p:nvSpPr>
          <p:spPr>
            <a:xfrm>
              <a:off x="2335751" y="3378754"/>
              <a:ext cx="50359" cy="25429"/>
            </a:xfrm>
            <a:custGeom>
              <a:avLst/>
              <a:gdLst/>
              <a:ahLst/>
              <a:cxnLst/>
              <a:rect l="l" t="t" r="r" b="b"/>
              <a:pathLst>
                <a:path w="1921" h="970" extrusionOk="0">
                  <a:moveTo>
                    <a:pt x="723" y="1"/>
                  </a:moveTo>
                  <a:cubicBezTo>
                    <a:pt x="318" y="1"/>
                    <a:pt x="1" y="333"/>
                    <a:pt x="1" y="722"/>
                  </a:cubicBezTo>
                  <a:cubicBezTo>
                    <a:pt x="577" y="883"/>
                    <a:pt x="1178" y="969"/>
                    <a:pt x="1781" y="969"/>
                  </a:cubicBezTo>
                  <a:cubicBezTo>
                    <a:pt x="1827" y="969"/>
                    <a:pt x="1874" y="969"/>
                    <a:pt x="1921" y="968"/>
                  </a:cubicBezTo>
                  <a:lnTo>
                    <a:pt x="1921" y="722"/>
                  </a:lnTo>
                  <a:cubicBezTo>
                    <a:pt x="1921" y="333"/>
                    <a:pt x="1589" y="1"/>
                    <a:pt x="119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4" name="Google Shape;16024;p67"/>
            <p:cNvSpPr/>
            <p:nvPr/>
          </p:nvSpPr>
          <p:spPr>
            <a:xfrm>
              <a:off x="2335751" y="3379147"/>
              <a:ext cx="34473" cy="22728"/>
            </a:xfrm>
            <a:custGeom>
              <a:avLst/>
              <a:gdLst/>
              <a:ahLst/>
              <a:cxnLst/>
              <a:rect l="l" t="t" r="r" b="b"/>
              <a:pathLst>
                <a:path w="1315" h="867" extrusionOk="0">
                  <a:moveTo>
                    <a:pt x="723" y="0"/>
                  </a:moveTo>
                  <a:cubicBezTo>
                    <a:pt x="318" y="0"/>
                    <a:pt x="1" y="318"/>
                    <a:pt x="1" y="722"/>
                  </a:cubicBezTo>
                  <a:cubicBezTo>
                    <a:pt x="232" y="780"/>
                    <a:pt x="477" y="837"/>
                    <a:pt x="723" y="866"/>
                  </a:cubicBezTo>
                  <a:lnTo>
                    <a:pt x="723" y="722"/>
                  </a:lnTo>
                  <a:lnTo>
                    <a:pt x="723" y="707"/>
                  </a:lnTo>
                  <a:cubicBezTo>
                    <a:pt x="723" y="361"/>
                    <a:pt x="982" y="72"/>
                    <a:pt x="1314"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5" name="Google Shape;16025;p67"/>
            <p:cNvSpPr/>
            <p:nvPr/>
          </p:nvSpPr>
          <p:spPr>
            <a:xfrm>
              <a:off x="2298290" y="3535415"/>
              <a:ext cx="25009" cy="25009"/>
            </a:xfrm>
            <a:custGeom>
              <a:avLst/>
              <a:gdLst/>
              <a:ahLst/>
              <a:cxnLst/>
              <a:rect l="l" t="t" r="r" b="b"/>
              <a:pathLst>
                <a:path w="954" h="954" extrusionOk="0">
                  <a:moveTo>
                    <a:pt x="1" y="1"/>
                  </a:moveTo>
                  <a:lnTo>
                    <a:pt x="1" y="954"/>
                  </a:lnTo>
                  <a:lnTo>
                    <a:pt x="953" y="954"/>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6" name="Google Shape;16026;p67"/>
            <p:cNvSpPr/>
            <p:nvPr/>
          </p:nvSpPr>
          <p:spPr>
            <a:xfrm>
              <a:off x="2297163" y="3535415"/>
              <a:ext cx="27657" cy="18849"/>
            </a:xfrm>
            <a:custGeom>
              <a:avLst/>
              <a:gdLst/>
              <a:ahLst/>
              <a:cxnLst/>
              <a:rect l="l" t="t" r="r" b="b"/>
              <a:pathLst>
                <a:path w="1055" h="719" extrusionOk="0">
                  <a:moveTo>
                    <a:pt x="44" y="1"/>
                  </a:moveTo>
                  <a:lnTo>
                    <a:pt x="44" y="492"/>
                  </a:lnTo>
                  <a:cubicBezTo>
                    <a:pt x="44" y="535"/>
                    <a:pt x="29" y="578"/>
                    <a:pt x="0" y="622"/>
                  </a:cubicBezTo>
                  <a:cubicBezTo>
                    <a:pt x="166" y="687"/>
                    <a:pt x="343" y="719"/>
                    <a:pt x="522" y="719"/>
                  </a:cubicBezTo>
                  <a:cubicBezTo>
                    <a:pt x="700" y="719"/>
                    <a:pt x="881" y="687"/>
                    <a:pt x="1054" y="622"/>
                  </a:cubicBezTo>
                  <a:cubicBezTo>
                    <a:pt x="1011" y="578"/>
                    <a:pt x="996" y="535"/>
                    <a:pt x="996" y="492"/>
                  </a:cubicBezTo>
                  <a:lnTo>
                    <a:pt x="996"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7" name="Google Shape;16027;p67"/>
            <p:cNvSpPr/>
            <p:nvPr/>
          </p:nvSpPr>
          <p:spPr>
            <a:xfrm>
              <a:off x="2273307" y="3555102"/>
              <a:ext cx="74975" cy="93116"/>
            </a:xfrm>
            <a:custGeom>
              <a:avLst/>
              <a:gdLst/>
              <a:ahLst/>
              <a:cxnLst/>
              <a:rect l="l" t="t" r="r" b="b"/>
              <a:pathLst>
                <a:path w="2860" h="3552" extrusionOk="0">
                  <a:moveTo>
                    <a:pt x="694" y="0"/>
                  </a:moveTo>
                  <a:lnTo>
                    <a:pt x="261" y="231"/>
                  </a:lnTo>
                  <a:cubicBezTo>
                    <a:pt x="102" y="304"/>
                    <a:pt x="1" y="477"/>
                    <a:pt x="1" y="650"/>
                  </a:cubicBezTo>
                  <a:lnTo>
                    <a:pt x="1" y="2036"/>
                  </a:lnTo>
                  <a:cubicBezTo>
                    <a:pt x="1" y="2556"/>
                    <a:pt x="145" y="3061"/>
                    <a:pt x="434" y="3494"/>
                  </a:cubicBezTo>
                  <a:lnTo>
                    <a:pt x="477" y="3552"/>
                  </a:lnTo>
                  <a:lnTo>
                    <a:pt x="2383" y="3552"/>
                  </a:lnTo>
                  <a:lnTo>
                    <a:pt x="2426" y="3494"/>
                  </a:lnTo>
                  <a:cubicBezTo>
                    <a:pt x="2715" y="3061"/>
                    <a:pt x="2859" y="2556"/>
                    <a:pt x="2859" y="2036"/>
                  </a:cubicBezTo>
                  <a:lnTo>
                    <a:pt x="2859" y="650"/>
                  </a:lnTo>
                  <a:cubicBezTo>
                    <a:pt x="2859" y="477"/>
                    <a:pt x="2758" y="304"/>
                    <a:pt x="2599" y="231"/>
                  </a:cubicBezTo>
                  <a:lnTo>
                    <a:pt x="2166" y="0"/>
                  </a:lnTo>
                  <a:cubicBezTo>
                    <a:pt x="2001" y="192"/>
                    <a:pt x="1554" y="203"/>
                    <a:pt x="1451" y="203"/>
                  </a:cubicBezTo>
                  <a:cubicBezTo>
                    <a:pt x="1438" y="203"/>
                    <a:pt x="1430" y="203"/>
                    <a:pt x="1430" y="203"/>
                  </a:cubicBezTo>
                  <a:cubicBezTo>
                    <a:pt x="1430" y="203"/>
                    <a:pt x="1422" y="203"/>
                    <a:pt x="1408" y="203"/>
                  </a:cubicBezTo>
                  <a:cubicBezTo>
                    <a:pt x="1303" y="203"/>
                    <a:pt x="847" y="192"/>
                    <a:pt x="694"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8" name="Google Shape;16028;p67"/>
            <p:cNvSpPr/>
            <p:nvPr/>
          </p:nvSpPr>
          <p:spPr>
            <a:xfrm>
              <a:off x="2285812" y="3648192"/>
              <a:ext cx="49966" cy="43936"/>
            </a:xfrm>
            <a:custGeom>
              <a:avLst/>
              <a:gdLst/>
              <a:ahLst/>
              <a:cxnLst/>
              <a:rect l="l" t="t" r="r" b="b"/>
              <a:pathLst>
                <a:path w="1906" h="1676" extrusionOk="0">
                  <a:moveTo>
                    <a:pt x="0" y="1"/>
                  </a:moveTo>
                  <a:lnTo>
                    <a:pt x="0" y="1430"/>
                  </a:lnTo>
                  <a:cubicBezTo>
                    <a:pt x="0" y="1560"/>
                    <a:pt x="101" y="1675"/>
                    <a:pt x="246" y="1675"/>
                  </a:cubicBezTo>
                  <a:lnTo>
                    <a:pt x="1675" y="1675"/>
                  </a:lnTo>
                  <a:cubicBezTo>
                    <a:pt x="1805" y="1675"/>
                    <a:pt x="1906" y="1560"/>
                    <a:pt x="1906" y="1430"/>
                  </a:cubicBezTo>
                  <a:lnTo>
                    <a:pt x="1906"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9" name="Google Shape;16029;p67"/>
            <p:cNvSpPr/>
            <p:nvPr/>
          </p:nvSpPr>
          <p:spPr>
            <a:xfrm>
              <a:off x="2273307" y="3565693"/>
              <a:ext cx="12531" cy="82525"/>
            </a:xfrm>
            <a:custGeom>
              <a:avLst/>
              <a:gdLst/>
              <a:ahLst/>
              <a:cxnLst/>
              <a:rect l="l" t="t" r="r" b="b"/>
              <a:pathLst>
                <a:path w="478" h="3148" extrusionOk="0">
                  <a:moveTo>
                    <a:pt x="73" y="1"/>
                  </a:moveTo>
                  <a:cubicBezTo>
                    <a:pt x="30" y="73"/>
                    <a:pt x="1" y="159"/>
                    <a:pt x="1" y="246"/>
                  </a:cubicBezTo>
                  <a:lnTo>
                    <a:pt x="1" y="1632"/>
                  </a:lnTo>
                  <a:cubicBezTo>
                    <a:pt x="1" y="2152"/>
                    <a:pt x="160" y="2657"/>
                    <a:pt x="448" y="3090"/>
                  </a:cubicBezTo>
                  <a:lnTo>
                    <a:pt x="477" y="3148"/>
                  </a:lnTo>
                  <a:lnTo>
                    <a:pt x="477" y="535"/>
                  </a:lnTo>
                  <a:cubicBezTo>
                    <a:pt x="477" y="390"/>
                    <a:pt x="405" y="246"/>
                    <a:pt x="290" y="159"/>
                  </a:cubicBezTo>
                  <a:lnTo>
                    <a:pt x="73" y="1"/>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0" name="Google Shape;16030;p67"/>
            <p:cNvSpPr/>
            <p:nvPr/>
          </p:nvSpPr>
          <p:spPr>
            <a:xfrm>
              <a:off x="2335751" y="3565693"/>
              <a:ext cx="12898" cy="82525"/>
            </a:xfrm>
            <a:custGeom>
              <a:avLst/>
              <a:gdLst/>
              <a:ahLst/>
              <a:cxnLst/>
              <a:rect l="l" t="t" r="r" b="b"/>
              <a:pathLst>
                <a:path w="492" h="3148" extrusionOk="0">
                  <a:moveTo>
                    <a:pt x="419" y="1"/>
                  </a:moveTo>
                  <a:lnTo>
                    <a:pt x="203" y="159"/>
                  </a:lnTo>
                  <a:cubicBezTo>
                    <a:pt x="73" y="246"/>
                    <a:pt x="1" y="390"/>
                    <a:pt x="1" y="535"/>
                  </a:cubicBezTo>
                  <a:lnTo>
                    <a:pt x="1" y="3148"/>
                  </a:lnTo>
                  <a:lnTo>
                    <a:pt x="44" y="3090"/>
                  </a:lnTo>
                  <a:cubicBezTo>
                    <a:pt x="333" y="2657"/>
                    <a:pt x="477" y="2152"/>
                    <a:pt x="477" y="1632"/>
                  </a:cubicBezTo>
                  <a:lnTo>
                    <a:pt x="477" y="246"/>
                  </a:lnTo>
                  <a:cubicBezTo>
                    <a:pt x="492" y="159"/>
                    <a:pt x="463" y="73"/>
                    <a:pt x="419"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1" name="Google Shape;16031;p67"/>
            <p:cNvSpPr/>
            <p:nvPr/>
          </p:nvSpPr>
          <p:spPr>
            <a:xfrm>
              <a:off x="2291867" y="3547998"/>
              <a:ext cx="38248" cy="100220"/>
            </a:xfrm>
            <a:custGeom>
              <a:avLst/>
              <a:gdLst/>
              <a:ahLst/>
              <a:cxnLst/>
              <a:rect l="l" t="t" r="r" b="b"/>
              <a:pathLst>
                <a:path w="1459" h="3823" extrusionOk="0">
                  <a:moveTo>
                    <a:pt x="231" y="1"/>
                  </a:moveTo>
                  <a:cubicBezTo>
                    <a:pt x="220" y="1"/>
                    <a:pt x="210" y="4"/>
                    <a:pt x="202" y="12"/>
                  </a:cubicBezTo>
                  <a:lnTo>
                    <a:pt x="0" y="271"/>
                  </a:lnTo>
                  <a:lnTo>
                    <a:pt x="318" y="676"/>
                  </a:lnTo>
                  <a:cubicBezTo>
                    <a:pt x="343" y="701"/>
                    <a:pt x="373" y="716"/>
                    <a:pt x="405" y="716"/>
                  </a:cubicBezTo>
                  <a:cubicBezTo>
                    <a:pt x="428" y="716"/>
                    <a:pt x="452" y="708"/>
                    <a:pt x="477" y="690"/>
                  </a:cubicBezTo>
                  <a:lnTo>
                    <a:pt x="607" y="575"/>
                  </a:lnTo>
                  <a:lnTo>
                    <a:pt x="607" y="3823"/>
                  </a:lnTo>
                  <a:lnTo>
                    <a:pt x="852" y="3823"/>
                  </a:lnTo>
                  <a:lnTo>
                    <a:pt x="852" y="575"/>
                  </a:lnTo>
                  <a:lnTo>
                    <a:pt x="982" y="690"/>
                  </a:lnTo>
                  <a:cubicBezTo>
                    <a:pt x="1006" y="708"/>
                    <a:pt x="1030" y="716"/>
                    <a:pt x="1053" y="716"/>
                  </a:cubicBezTo>
                  <a:cubicBezTo>
                    <a:pt x="1085" y="716"/>
                    <a:pt x="1115" y="701"/>
                    <a:pt x="1141" y="676"/>
                  </a:cubicBezTo>
                  <a:lnTo>
                    <a:pt x="1458" y="271"/>
                  </a:lnTo>
                  <a:lnTo>
                    <a:pt x="1256" y="26"/>
                  </a:lnTo>
                  <a:cubicBezTo>
                    <a:pt x="1249" y="12"/>
                    <a:pt x="1238" y="4"/>
                    <a:pt x="1227" y="4"/>
                  </a:cubicBezTo>
                  <a:cubicBezTo>
                    <a:pt x="1216" y="4"/>
                    <a:pt x="1206" y="12"/>
                    <a:pt x="1198" y="26"/>
                  </a:cubicBezTo>
                  <a:lnTo>
                    <a:pt x="736" y="474"/>
                  </a:lnTo>
                  <a:lnTo>
                    <a:pt x="260" y="12"/>
                  </a:lnTo>
                  <a:cubicBezTo>
                    <a:pt x="253" y="4"/>
                    <a:pt x="242" y="1"/>
                    <a:pt x="23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2" name="Google Shape;16032;p67"/>
            <p:cNvSpPr/>
            <p:nvPr/>
          </p:nvSpPr>
          <p:spPr>
            <a:xfrm>
              <a:off x="2307754" y="3660670"/>
              <a:ext cx="6449" cy="31458"/>
            </a:xfrm>
            <a:custGeom>
              <a:avLst/>
              <a:gdLst/>
              <a:ahLst/>
              <a:cxnLst/>
              <a:rect l="l" t="t" r="r" b="b"/>
              <a:pathLst>
                <a:path w="246" h="1200" extrusionOk="0">
                  <a:moveTo>
                    <a:pt x="130" y="1"/>
                  </a:moveTo>
                  <a:cubicBezTo>
                    <a:pt x="58" y="1"/>
                    <a:pt x="1" y="59"/>
                    <a:pt x="1" y="116"/>
                  </a:cubicBezTo>
                  <a:lnTo>
                    <a:pt x="1" y="1199"/>
                  </a:lnTo>
                  <a:lnTo>
                    <a:pt x="246" y="1199"/>
                  </a:lnTo>
                  <a:lnTo>
                    <a:pt x="246" y="116"/>
                  </a:lnTo>
                  <a:cubicBezTo>
                    <a:pt x="246" y="59"/>
                    <a:pt x="188" y="1"/>
                    <a:pt x="130"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3" name="Google Shape;16033;p67"/>
            <p:cNvSpPr/>
            <p:nvPr/>
          </p:nvSpPr>
          <p:spPr>
            <a:xfrm>
              <a:off x="2285812" y="3485475"/>
              <a:ext cx="50359" cy="56415"/>
            </a:xfrm>
            <a:custGeom>
              <a:avLst/>
              <a:gdLst/>
              <a:ahLst/>
              <a:cxnLst/>
              <a:rect l="l" t="t" r="r" b="b"/>
              <a:pathLst>
                <a:path w="1921" h="2152" extrusionOk="0">
                  <a:moveTo>
                    <a:pt x="722" y="0"/>
                  </a:moveTo>
                  <a:cubicBezTo>
                    <a:pt x="332" y="0"/>
                    <a:pt x="0" y="318"/>
                    <a:pt x="0" y="722"/>
                  </a:cubicBezTo>
                  <a:lnTo>
                    <a:pt x="0" y="1199"/>
                  </a:lnTo>
                  <a:cubicBezTo>
                    <a:pt x="0" y="1718"/>
                    <a:pt x="433" y="2151"/>
                    <a:pt x="967" y="2151"/>
                  </a:cubicBezTo>
                  <a:cubicBezTo>
                    <a:pt x="1487" y="2151"/>
                    <a:pt x="1920" y="1718"/>
                    <a:pt x="1920" y="1199"/>
                  </a:cubicBezTo>
                  <a:lnTo>
                    <a:pt x="1920" y="722"/>
                  </a:lnTo>
                  <a:cubicBezTo>
                    <a:pt x="1920" y="318"/>
                    <a:pt x="1603" y="0"/>
                    <a:pt x="119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4" name="Google Shape;16034;p67"/>
            <p:cNvSpPr/>
            <p:nvPr/>
          </p:nvSpPr>
          <p:spPr>
            <a:xfrm>
              <a:off x="2285812" y="3485475"/>
              <a:ext cx="34447" cy="56441"/>
            </a:xfrm>
            <a:custGeom>
              <a:avLst/>
              <a:gdLst/>
              <a:ahLst/>
              <a:cxnLst/>
              <a:rect l="l" t="t" r="r" b="b"/>
              <a:pathLst>
                <a:path w="1314" h="2153" extrusionOk="0">
                  <a:moveTo>
                    <a:pt x="722" y="0"/>
                  </a:moveTo>
                  <a:cubicBezTo>
                    <a:pt x="318" y="0"/>
                    <a:pt x="0" y="318"/>
                    <a:pt x="0" y="722"/>
                  </a:cubicBezTo>
                  <a:lnTo>
                    <a:pt x="0" y="1199"/>
                  </a:lnTo>
                  <a:cubicBezTo>
                    <a:pt x="0" y="1746"/>
                    <a:pt x="442" y="2152"/>
                    <a:pt x="946" y="2152"/>
                  </a:cubicBezTo>
                  <a:cubicBezTo>
                    <a:pt x="1067" y="2152"/>
                    <a:pt x="1191" y="2129"/>
                    <a:pt x="1314" y="2079"/>
                  </a:cubicBezTo>
                  <a:cubicBezTo>
                    <a:pt x="953" y="1935"/>
                    <a:pt x="708" y="1574"/>
                    <a:pt x="722" y="1199"/>
                  </a:cubicBezTo>
                  <a:lnTo>
                    <a:pt x="722" y="708"/>
                  </a:lnTo>
                  <a:cubicBezTo>
                    <a:pt x="722" y="361"/>
                    <a:pt x="967" y="73"/>
                    <a:pt x="1314" y="15"/>
                  </a:cubicBezTo>
                  <a:cubicBezTo>
                    <a:pt x="1271" y="0"/>
                    <a:pt x="1242" y="0"/>
                    <a:pt x="1198"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5" name="Google Shape;16035;p67"/>
            <p:cNvSpPr/>
            <p:nvPr/>
          </p:nvSpPr>
          <p:spPr>
            <a:xfrm>
              <a:off x="2285418" y="3485082"/>
              <a:ext cx="50359" cy="25429"/>
            </a:xfrm>
            <a:custGeom>
              <a:avLst/>
              <a:gdLst/>
              <a:ahLst/>
              <a:cxnLst/>
              <a:rect l="l" t="t" r="r" b="b"/>
              <a:pathLst>
                <a:path w="1921" h="970" extrusionOk="0">
                  <a:moveTo>
                    <a:pt x="723" y="1"/>
                  </a:moveTo>
                  <a:cubicBezTo>
                    <a:pt x="333" y="1"/>
                    <a:pt x="1" y="319"/>
                    <a:pt x="1" y="723"/>
                  </a:cubicBezTo>
                  <a:lnTo>
                    <a:pt x="15" y="737"/>
                  </a:lnTo>
                  <a:cubicBezTo>
                    <a:pt x="591" y="884"/>
                    <a:pt x="1192" y="970"/>
                    <a:pt x="1783" y="970"/>
                  </a:cubicBezTo>
                  <a:cubicBezTo>
                    <a:pt x="1829" y="970"/>
                    <a:pt x="1875" y="969"/>
                    <a:pt x="1921" y="968"/>
                  </a:cubicBezTo>
                  <a:lnTo>
                    <a:pt x="1921" y="723"/>
                  </a:lnTo>
                  <a:cubicBezTo>
                    <a:pt x="1921" y="319"/>
                    <a:pt x="1603" y="1"/>
                    <a:pt x="119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6" name="Google Shape;16036;p67"/>
            <p:cNvSpPr/>
            <p:nvPr/>
          </p:nvSpPr>
          <p:spPr>
            <a:xfrm>
              <a:off x="2285812" y="3485475"/>
              <a:ext cx="34447" cy="23095"/>
            </a:xfrm>
            <a:custGeom>
              <a:avLst/>
              <a:gdLst/>
              <a:ahLst/>
              <a:cxnLst/>
              <a:rect l="l" t="t" r="r" b="b"/>
              <a:pathLst>
                <a:path w="1314" h="881" extrusionOk="0">
                  <a:moveTo>
                    <a:pt x="722" y="0"/>
                  </a:moveTo>
                  <a:cubicBezTo>
                    <a:pt x="318" y="0"/>
                    <a:pt x="0" y="318"/>
                    <a:pt x="0" y="722"/>
                  </a:cubicBezTo>
                  <a:cubicBezTo>
                    <a:pt x="231" y="794"/>
                    <a:pt x="477" y="838"/>
                    <a:pt x="722" y="881"/>
                  </a:cubicBezTo>
                  <a:lnTo>
                    <a:pt x="722" y="722"/>
                  </a:lnTo>
                  <a:cubicBezTo>
                    <a:pt x="722" y="361"/>
                    <a:pt x="967" y="73"/>
                    <a:pt x="1314" y="15"/>
                  </a:cubicBezTo>
                  <a:cubicBezTo>
                    <a:pt x="1271" y="0"/>
                    <a:pt x="1242" y="0"/>
                    <a:pt x="1198"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7" name="Google Shape;16037;p67"/>
            <p:cNvSpPr/>
            <p:nvPr/>
          </p:nvSpPr>
          <p:spPr>
            <a:xfrm>
              <a:off x="2398588" y="3535415"/>
              <a:ext cx="24983" cy="25009"/>
            </a:xfrm>
            <a:custGeom>
              <a:avLst/>
              <a:gdLst/>
              <a:ahLst/>
              <a:cxnLst/>
              <a:rect l="l" t="t" r="r" b="b"/>
              <a:pathLst>
                <a:path w="953" h="954" extrusionOk="0">
                  <a:moveTo>
                    <a:pt x="0" y="1"/>
                  </a:moveTo>
                  <a:lnTo>
                    <a:pt x="0" y="954"/>
                  </a:lnTo>
                  <a:lnTo>
                    <a:pt x="953" y="954"/>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8" name="Google Shape;16038;p67"/>
            <p:cNvSpPr/>
            <p:nvPr/>
          </p:nvSpPr>
          <p:spPr>
            <a:xfrm>
              <a:off x="2397435" y="3535415"/>
              <a:ext cx="27290" cy="18849"/>
            </a:xfrm>
            <a:custGeom>
              <a:avLst/>
              <a:gdLst/>
              <a:ahLst/>
              <a:cxnLst/>
              <a:rect l="l" t="t" r="r" b="b"/>
              <a:pathLst>
                <a:path w="1041" h="719" extrusionOk="0">
                  <a:moveTo>
                    <a:pt x="44" y="1"/>
                  </a:moveTo>
                  <a:lnTo>
                    <a:pt x="44" y="492"/>
                  </a:lnTo>
                  <a:cubicBezTo>
                    <a:pt x="44" y="535"/>
                    <a:pt x="30" y="578"/>
                    <a:pt x="1" y="622"/>
                  </a:cubicBezTo>
                  <a:cubicBezTo>
                    <a:pt x="167" y="687"/>
                    <a:pt x="344" y="719"/>
                    <a:pt x="520" y="719"/>
                  </a:cubicBezTo>
                  <a:cubicBezTo>
                    <a:pt x="697" y="719"/>
                    <a:pt x="874" y="687"/>
                    <a:pt x="1040" y="622"/>
                  </a:cubicBezTo>
                  <a:cubicBezTo>
                    <a:pt x="1011" y="578"/>
                    <a:pt x="997" y="535"/>
                    <a:pt x="997" y="492"/>
                  </a:cubicBezTo>
                  <a:lnTo>
                    <a:pt x="997"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9" name="Google Shape;16039;p67"/>
            <p:cNvSpPr/>
            <p:nvPr/>
          </p:nvSpPr>
          <p:spPr>
            <a:xfrm>
              <a:off x="2373606" y="3555102"/>
              <a:ext cx="75316" cy="93116"/>
            </a:xfrm>
            <a:custGeom>
              <a:avLst/>
              <a:gdLst/>
              <a:ahLst/>
              <a:cxnLst/>
              <a:rect l="l" t="t" r="r" b="b"/>
              <a:pathLst>
                <a:path w="2873" h="3552" extrusionOk="0">
                  <a:moveTo>
                    <a:pt x="693" y="0"/>
                  </a:moveTo>
                  <a:lnTo>
                    <a:pt x="260" y="231"/>
                  </a:lnTo>
                  <a:cubicBezTo>
                    <a:pt x="101" y="304"/>
                    <a:pt x="0" y="477"/>
                    <a:pt x="0" y="650"/>
                  </a:cubicBezTo>
                  <a:lnTo>
                    <a:pt x="0" y="2036"/>
                  </a:lnTo>
                  <a:cubicBezTo>
                    <a:pt x="0" y="2556"/>
                    <a:pt x="159" y="3061"/>
                    <a:pt x="448" y="3494"/>
                  </a:cubicBezTo>
                  <a:lnTo>
                    <a:pt x="477" y="3552"/>
                  </a:lnTo>
                  <a:lnTo>
                    <a:pt x="2382" y="3552"/>
                  </a:lnTo>
                  <a:lnTo>
                    <a:pt x="2425" y="3494"/>
                  </a:lnTo>
                  <a:cubicBezTo>
                    <a:pt x="2714" y="3061"/>
                    <a:pt x="2873" y="2556"/>
                    <a:pt x="2858" y="2036"/>
                  </a:cubicBezTo>
                  <a:lnTo>
                    <a:pt x="2858" y="650"/>
                  </a:lnTo>
                  <a:cubicBezTo>
                    <a:pt x="2858" y="477"/>
                    <a:pt x="2757" y="304"/>
                    <a:pt x="2599" y="231"/>
                  </a:cubicBezTo>
                  <a:lnTo>
                    <a:pt x="2166" y="0"/>
                  </a:lnTo>
                  <a:cubicBezTo>
                    <a:pt x="2000" y="192"/>
                    <a:pt x="1553" y="203"/>
                    <a:pt x="1451" y="203"/>
                  </a:cubicBezTo>
                  <a:cubicBezTo>
                    <a:pt x="1437" y="203"/>
                    <a:pt x="1429" y="203"/>
                    <a:pt x="1429" y="203"/>
                  </a:cubicBezTo>
                  <a:cubicBezTo>
                    <a:pt x="1429" y="203"/>
                    <a:pt x="1422" y="203"/>
                    <a:pt x="1408" y="203"/>
                  </a:cubicBezTo>
                  <a:cubicBezTo>
                    <a:pt x="1305" y="203"/>
                    <a:pt x="859" y="192"/>
                    <a:pt x="693"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0" name="Google Shape;16040;p67"/>
            <p:cNvSpPr/>
            <p:nvPr/>
          </p:nvSpPr>
          <p:spPr>
            <a:xfrm>
              <a:off x="2386084" y="3485475"/>
              <a:ext cx="50359" cy="56415"/>
            </a:xfrm>
            <a:custGeom>
              <a:avLst/>
              <a:gdLst/>
              <a:ahLst/>
              <a:cxnLst/>
              <a:rect l="l" t="t" r="r" b="b"/>
              <a:pathLst>
                <a:path w="1921" h="2152" extrusionOk="0">
                  <a:moveTo>
                    <a:pt x="722" y="0"/>
                  </a:moveTo>
                  <a:cubicBezTo>
                    <a:pt x="318" y="0"/>
                    <a:pt x="1" y="318"/>
                    <a:pt x="1" y="722"/>
                  </a:cubicBezTo>
                  <a:lnTo>
                    <a:pt x="1" y="1199"/>
                  </a:lnTo>
                  <a:cubicBezTo>
                    <a:pt x="1" y="1718"/>
                    <a:pt x="419" y="2151"/>
                    <a:pt x="953" y="2151"/>
                  </a:cubicBezTo>
                  <a:cubicBezTo>
                    <a:pt x="1488" y="2151"/>
                    <a:pt x="1921" y="1718"/>
                    <a:pt x="1921" y="1199"/>
                  </a:cubicBezTo>
                  <a:lnTo>
                    <a:pt x="1921" y="722"/>
                  </a:lnTo>
                  <a:cubicBezTo>
                    <a:pt x="1921" y="318"/>
                    <a:pt x="1603" y="0"/>
                    <a:pt x="1199"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1" name="Google Shape;16041;p67"/>
            <p:cNvSpPr/>
            <p:nvPr/>
          </p:nvSpPr>
          <p:spPr>
            <a:xfrm>
              <a:off x="2385717" y="3485475"/>
              <a:ext cx="34840" cy="56441"/>
            </a:xfrm>
            <a:custGeom>
              <a:avLst/>
              <a:gdLst/>
              <a:ahLst/>
              <a:cxnLst/>
              <a:rect l="l" t="t" r="r" b="b"/>
              <a:pathLst>
                <a:path w="1329" h="2153" extrusionOk="0">
                  <a:moveTo>
                    <a:pt x="722" y="0"/>
                  </a:moveTo>
                  <a:cubicBezTo>
                    <a:pt x="332" y="0"/>
                    <a:pt x="0" y="318"/>
                    <a:pt x="0" y="722"/>
                  </a:cubicBezTo>
                  <a:lnTo>
                    <a:pt x="0" y="1199"/>
                  </a:lnTo>
                  <a:cubicBezTo>
                    <a:pt x="0" y="1746"/>
                    <a:pt x="451" y="2152"/>
                    <a:pt x="952" y="2152"/>
                  </a:cubicBezTo>
                  <a:cubicBezTo>
                    <a:pt x="1071" y="2152"/>
                    <a:pt x="1194" y="2129"/>
                    <a:pt x="1314" y="2079"/>
                  </a:cubicBezTo>
                  <a:cubicBezTo>
                    <a:pt x="953" y="1935"/>
                    <a:pt x="722" y="1574"/>
                    <a:pt x="722" y="1199"/>
                  </a:cubicBezTo>
                  <a:lnTo>
                    <a:pt x="722" y="708"/>
                  </a:lnTo>
                  <a:cubicBezTo>
                    <a:pt x="736" y="361"/>
                    <a:pt x="982" y="73"/>
                    <a:pt x="1328" y="15"/>
                  </a:cubicBezTo>
                  <a:cubicBezTo>
                    <a:pt x="1285" y="0"/>
                    <a:pt x="1242" y="0"/>
                    <a:pt x="1198"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2" name="Google Shape;16042;p67"/>
            <p:cNvSpPr/>
            <p:nvPr/>
          </p:nvSpPr>
          <p:spPr>
            <a:xfrm>
              <a:off x="2386084" y="3648192"/>
              <a:ext cx="49992" cy="43936"/>
            </a:xfrm>
            <a:custGeom>
              <a:avLst/>
              <a:gdLst/>
              <a:ahLst/>
              <a:cxnLst/>
              <a:rect l="l" t="t" r="r" b="b"/>
              <a:pathLst>
                <a:path w="1907" h="1676" extrusionOk="0">
                  <a:moveTo>
                    <a:pt x="1" y="1"/>
                  </a:moveTo>
                  <a:lnTo>
                    <a:pt x="1" y="1430"/>
                  </a:lnTo>
                  <a:cubicBezTo>
                    <a:pt x="1" y="1560"/>
                    <a:pt x="102" y="1675"/>
                    <a:pt x="232" y="1675"/>
                  </a:cubicBezTo>
                  <a:lnTo>
                    <a:pt x="1675" y="1675"/>
                  </a:lnTo>
                  <a:cubicBezTo>
                    <a:pt x="1805" y="1675"/>
                    <a:pt x="1906" y="1560"/>
                    <a:pt x="1906" y="1430"/>
                  </a:cubicBezTo>
                  <a:lnTo>
                    <a:pt x="1906"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3" name="Google Shape;16043;p67"/>
            <p:cNvSpPr/>
            <p:nvPr/>
          </p:nvSpPr>
          <p:spPr>
            <a:xfrm>
              <a:off x="2373606" y="3565693"/>
              <a:ext cx="12505" cy="82525"/>
            </a:xfrm>
            <a:custGeom>
              <a:avLst/>
              <a:gdLst/>
              <a:ahLst/>
              <a:cxnLst/>
              <a:rect l="l" t="t" r="r" b="b"/>
              <a:pathLst>
                <a:path w="477" h="3148" extrusionOk="0">
                  <a:moveTo>
                    <a:pt x="72" y="1"/>
                  </a:moveTo>
                  <a:cubicBezTo>
                    <a:pt x="15" y="73"/>
                    <a:pt x="0" y="159"/>
                    <a:pt x="0" y="246"/>
                  </a:cubicBezTo>
                  <a:lnTo>
                    <a:pt x="0" y="1632"/>
                  </a:lnTo>
                  <a:cubicBezTo>
                    <a:pt x="0" y="2152"/>
                    <a:pt x="145" y="2657"/>
                    <a:pt x="433" y="3090"/>
                  </a:cubicBezTo>
                  <a:lnTo>
                    <a:pt x="477" y="3148"/>
                  </a:lnTo>
                  <a:lnTo>
                    <a:pt x="477" y="535"/>
                  </a:lnTo>
                  <a:cubicBezTo>
                    <a:pt x="477" y="390"/>
                    <a:pt x="404" y="246"/>
                    <a:pt x="289" y="159"/>
                  </a:cubicBezTo>
                  <a:lnTo>
                    <a:pt x="72"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4" name="Google Shape;16044;p67"/>
            <p:cNvSpPr/>
            <p:nvPr/>
          </p:nvSpPr>
          <p:spPr>
            <a:xfrm>
              <a:off x="2436050" y="3565693"/>
              <a:ext cx="12505" cy="82525"/>
            </a:xfrm>
            <a:custGeom>
              <a:avLst/>
              <a:gdLst/>
              <a:ahLst/>
              <a:cxnLst/>
              <a:rect l="l" t="t" r="r" b="b"/>
              <a:pathLst>
                <a:path w="477" h="3148" extrusionOk="0">
                  <a:moveTo>
                    <a:pt x="404" y="1"/>
                  </a:moveTo>
                  <a:lnTo>
                    <a:pt x="188" y="159"/>
                  </a:lnTo>
                  <a:cubicBezTo>
                    <a:pt x="72" y="246"/>
                    <a:pt x="0" y="390"/>
                    <a:pt x="0" y="535"/>
                  </a:cubicBezTo>
                  <a:lnTo>
                    <a:pt x="0" y="3148"/>
                  </a:lnTo>
                  <a:lnTo>
                    <a:pt x="43" y="3090"/>
                  </a:lnTo>
                  <a:cubicBezTo>
                    <a:pt x="332" y="2657"/>
                    <a:pt x="476" y="2152"/>
                    <a:pt x="476" y="1632"/>
                  </a:cubicBezTo>
                  <a:lnTo>
                    <a:pt x="476" y="246"/>
                  </a:lnTo>
                  <a:cubicBezTo>
                    <a:pt x="476" y="159"/>
                    <a:pt x="462" y="73"/>
                    <a:pt x="404"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5" name="Google Shape;16045;p67"/>
            <p:cNvSpPr/>
            <p:nvPr/>
          </p:nvSpPr>
          <p:spPr>
            <a:xfrm>
              <a:off x="2391773" y="3548103"/>
              <a:ext cx="38615" cy="100115"/>
            </a:xfrm>
            <a:custGeom>
              <a:avLst/>
              <a:gdLst/>
              <a:ahLst/>
              <a:cxnLst/>
              <a:rect l="l" t="t" r="r" b="b"/>
              <a:pathLst>
                <a:path w="1473" h="3819" extrusionOk="0">
                  <a:moveTo>
                    <a:pt x="244" y="0"/>
                  </a:moveTo>
                  <a:cubicBezTo>
                    <a:pt x="231" y="0"/>
                    <a:pt x="217" y="8"/>
                    <a:pt x="202" y="22"/>
                  </a:cubicBezTo>
                  <a:lnTo>
                    <a:pt x="0" y="267"/>
                  </a:lnTo>
                  <a:lnTo>
                    <a:pt x="332" y="672"/>
                  </a:lnTo>
                  <a:cubicBezTo>
                    <a:pt x="349" y="697"/>
                    <a:pt x="380" y="712"/>
                    <a:pt x="412" y="712"/>
                  </a:cubicBezTo>
                  <a:cubicBezTo>
                    <a:pt x="435" y="712"/>
                    <a:pt x="458" y="704"/>
                    <a:pt x="477" y="686"/>
                  </a:cubicBezTo>
                  <a:lnTo>
                    <a:pt x="621" y="571"/>
                  </a:lnTo>
                  <a:lnTo>
                    <a:pt x="621" y="3819"/>
                  </a:lnTo>
                  <a:lnTo>
                    <a:pt x="852" y="3819"/>
                  </a:lnTo>
                  <a:lnTo>
                    <a:pt x="852" y="571"/>
                  </a:lnTo>
                  <a:lnTo>
                    <a:pt x="996" y="686"/>
                  </a:lnTo>
                  <a:cubicBezTo>
                    <a:pt x="1014" y="704"/>
                    <a:pt x="1038" y="712"/>
                    <a:pt x="1061" y="712"/>
                  </a:cubicBezTo>
                  <a:cubicBezTo>
                    <a:pt x="1092" y="712"/>
                    <a:pt x="1124" y="697"/>
                    <a:pt x="1141" y="672"/>
                  </a:cubicBezTo>
                  <a:lnTo>
                    <a:pt x="1473" y="267"/>
                  </a:lnTo>
                  <a:lnTo>
                    <a:pt x="1271" y="22"/>
                  </a:lnTo>
                  <a:cubicBezTo>
                    <a:pt x="1256" y="8"/>
                    <a:pt x="1242" y="0"/>
                    <a:pt x="1229" y="0"/>
                  </a:cubicBezTo>
                  <a:cubicBezTo>
                    <a:pt x="1216" y="0"/>
                    <a:pt x="1206" y="8"/>
                    <a:pt x="1198" y="22"/>
                  </a:cubicBezTo>
                  <a:lnTo>
                    <a:pt x="736" y="484"/>
                  </a:lnTo>
                  <a:lnTo>
                    <a:pt x="274" y="22"/>
                  </a:lnTo>
                  <a:cubicBezTo>
                    <a:pt x="267" y="8"/>
                    <a:pt x="256" y="0"/>
                    <a:pt x="244"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6" name="Google Shape;16046;p67"/>
            <p:cNvSpPr/>
            <p:nvPr/>
          </p:nvSpPr>
          <p:spPr>
            <a:xfrm>
              <a:off x="2408026" y="3660670"/>
              <a:ext cx="6082" cy="31458"/>
            </a:xfrm>
            <a:custGeom>
              <a:avLst/>
              <a:gdLst/>
              <a:ahLst/>
              <a:cxnLst/>
              <a:rect l="l" t="t" r="r" b="b"/>
              <a:pathLst>
                <a:path w="232" h="1200" extrusionOk="0">
                  <a:moveTo>
                    <a:pt x="116" y="1"/>
                  </a:moveTo>
                  <a:cubicBezTo>
                    <a:pt x="44" y="1"/>
                    <a:pt x="1" y="59"/>
                    <a:pt x="1" y="116"/>
                  </a:cubicBezTo>
                  <a:lnTo>
                    <a:pt x="1" y="1199"/>
                  </a:lnTo>
                  <a:lnTo>
                    <a:pt x="232" y="1199"/>
                  </a:lnTo>
                  <a:lnTo>
                    <a:pt x="232" y="116"/>
                  </a:lnTo>
                  <a:cubicBezTo>
                    <a:pt x="232" y="59"/>
                    <a:pt x="189" y="1"/>
                    <a:pt x="11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7" name="Google Shape;16047;p67"/>
            <p:cNvSpPr/>
            <p:nvPr/>
          </p:nvSpPr>
          <p:spPr>
            <a:xfrm>
              <a:off x="2385717" y="3485082"/>
              <a:ext cx="50359" cy="25429"/>
            </a:xfrm>
            <a:custGeom>
              <a:avLst/>
              <a:gdLst/>
              <a:ahLst/>
              <a:cxnLst/>
              <a:rect l="l" t="t" r="r" b="b"/>
              <a:pathLst>
                <a:path w="1921" h="970" extrusionOk="0">
                  <a:moveTo>
                    <a:pt x="722" y="1"/>
                  </a:moveTo>
                  <a:cubicBezTo>
                    <a:pt x="318" y="1"/>
                    <a:pt x="0" y="319"/>
                    <a:pt x="0" y="723"/>
                  </a:cubicBezTo>
                  <a:lnTo>
                    <a:pt x="15" y="737"/>
                  </a:lnTo>
                  <a:cubicBezTo>
                    <a:pt x="591" y="884"/>
                    <a:pt x="1179" y="970"/>
                    <a:pt x="1780" y="970"/>
                  </a:cubicBezTo>
                  <a:cubicBezTo>
                    <a:pt x="1826" y="970"/>
                    <a:pt x="1873" y="969"/>
                    <a:pt x="1920" y="968"/>
                  </a:cubicBezTo>
                  <a:lnTo>
                    <a:pt x="1920" y="723"/>
                  </a:lnTo>
                  <a:cubicBezTo>
                    <a:pt x="1920" y="319"/>
                    <a:pt x="1603" y="1"/>
                    <a:pt x="1198"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8" name="Google Shape;16048;p67"/>
            <p:cNvSpPr/>
            <p:nvPr/>
          </p:nvSpPr>
          <p:spPr>
            <a:xfrm>
              <a:off x="2385717" y="3485475"/>
              <a:ext cx="34840" cy="23095"/>
            </a:xfrm>
            <a:custGeom>
              <a:avLst/>
              <a:gdLst/>
              <a:ahLst/>
              <a:cxnLst/>
              <a:rect l="l" t="t" r="r" b="b"/>
              <a:pathLst>
                <a:path w="1329" h="881" extrusionOk="0">
                  <a:moveTo>
                    <a:pt x="722" y="0"/>
                  </a:moveTo>
                  <a:cubicBezTo>
                    <a:pt x="332" y="0"/>
                    <a:pt x="0" y="318"/>
                    <a:pt x="0" y="722"/>
                  </a:cubicBezTo>
                  <a:cubicBezTo>
                    <a:pt x="246" y="794"/>
                    <a:pt x="477" y="838"/>
                    <a:pt x="722" y="881"/>
                  </a:cubicBezTo>
                  <a:lnTo>
                    <a:pt x="722" y="722"/>
                  </a:lnTo>
                  <a:cubicBezTo>
                    <a:pt x="736" y="361"/>
                    <a:pt x="982" y="73"/>
                    <a:pt x="1328" y="15"/>
                  </a:cubicBezTo>
                  <a:cubicBezTo>
                    <a:pt x="1285" y="0"/>
                    <a:pt x="1242" y="0"/>
                    <a:pt x="1198"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49" name="Google Shape;16049;p67"/>
            <p:cNvSpPr/>
            <p:nvPr/>
          </p:nvSpPr>
          <p:spPr>
            <a:xfrm>
              <a:off x="2498861" y="3535415"/>
              <a:ext cx="25009" cy="25009"/>
            </a:xfrm>
            <a:custGeom>
              <a:avLst/>
              <a:gdLst/>
              <a:ahLst/>
              <a:cxnLst/>
              <a:rect l="l" t="t" r="r" b="b"/>
              <a:pathLst>
                <a:path w="954" h="954" extrusionOk="0">
                  <a:moveTo>
                    <a:pt x="0" y="1"/>
                  </a:moveTo>
                  <a:lnTo>
                    <a:pt x="0" y="954"/>
                  </a:lnTo>
                  <a:lnTo>
                    <a:pt x="953" y="954"/>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0" name="Google Shape;16050;p67"/>
            <p:cNvSpPr/>
            <p:nvPr/>
          </p:nvSpPr>
          <p:spPr>
            <a:xfrm>
              <a:off x="2497340" y="3535415"/>
              <a:ext cx="27657" cy="18849"/>
            </a:xfrm>
            <a:custGeom>
              <a:avLst/>
              <a:gdLst/>
              <a:ahLst/>
              <a:cxnLst/>
              <a:rect l="l" t="t" r="r" b="b"/>
              <a:pathLst>
                <a:path w="1055" h="719" extrusionOk="0">
                  <a:moveTo>
                    <a:pt x="58" y="1"/>
                  </a:moveTo>
                  <a:lnTo>
                    <a:pt x="58" y="492"/>
                  </a:lnTo>
                  <a:cubicBezTo>
                    <a:pt x="58" y="535"/>
                    <a:pt x="30" y="578"/>
                    <a:pt x="1" y="622"/>
                  </a:cubicBezTo>
                  <a:cubicBezTo>
                    <a:pt x="174" y="687"/>
                    <a:pt x="354" y="719"/>
                    <a:pt x="533" y="719"/>
                  </a:cubicBezTo>
                  <a:cubicBezTo>
                    <a:pt x="712" y="719"/>
                    <a:pt x="888" y="687"/>
                    <a:pt x="1054" y="622"/>
                  </a:cubicBezTo>
                  <a:cubicBezTo>
                    <a:pt x="1026" y="578"/>
                    <a:pt x="1011" y="535"/>
                    <a:pt x="1011" y="492"/>
                  </a:cubicBezTo>
                  <a:lnTo>
                    <a:pt x="1011"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1" name="Google Shape;16051;p67"/>
            <p:cNvSpPr/>
            <p:nvPr/>
          </p:nvSpPr>
          <p:spPr>
            <a:xfrm>
              <a:off x="2473878" y="3555102"/>
              <a:ext cx="74949" cy="93116"/>
            </a:xfrm>
            <a:custGeom>
              <a:avLst/>
              <a:gdLst/>
              <a:ahLst/>
              <a:cxnLst/>
              <a:rect l="l" t="t" r="r" b="b"/>
              <a:pathLst>
                <a:path w="2859" h="3552" extrusionOk="0">
                  <a:moveTo>
                    <a:pt x="694" y="0"/>
                  </a:moveTo>
                  <a:lnTo>
                    <a:pt x="261" y="231"/>
                  </a:lnTo>
                  <a:cubicBezTo>
                    <a:pt x="102" y="304"/>
                    <a:pt x="1" y="477"/>
                    <a:pt x="1" y="650"/>
                  </a:cubicBezTo>
                  <a:lnTo>
                    <a:pt x="1" y="2036"/>
                  </a:lnTo>
                  <a:cubicBezTo>
                    <a:pt x="1" y="2556"/>
                    <a:pt x="145" y="3061"/>
                    <a:pt x="434" y="3494"/>
                  </a:cubicBezTo>
                  <a:lnTo>
                    <a:pt x="477" y="3552"/>
                  </a:lnTo>
                  <a:lnTo>
                    <a:pt x="2383" y="3552"/>
                  </a:lnTo>
                  <a:lnTo>
                    <a:pt x="2426" y="3494"/>
                  </a:lnTo>
                  <a:cubicBezTo>
                    <a:pt x="2715" y="3061"/>
                    <a:pt x="2859" y="2556"/>
                    <a:pt x="2859" y="2036"/>
                  </a:cubicBezTo>
                  <a:lnTo>
                    <a:pt x="2859" y="650"/>
                  </a:lnTo>
                  <a:cubicBezTo>
                    <a:pt x="2859" y="477"/>
                    <a:pt x="2758" y="304"/>
                    <a:pt x="2599" y="231"/>
                  </a:cubicBezTo>
                  <a:lnTo>
                    <a:pt x="2166" y="0"/>
                  </a:lnTo>
                  <a:cubicBezTo>
                    <a:pt x="2000" y="192"/>
                    <a:pt x="1554" y="203"/>
                    <a:pt x="1451" y="203"/>
                  </a:cubicBezTo>
                  <a:cubicBezTo>
                    <a:pt x="1437" y="203"/>
                    <a:pt x="1430" y="203"/>
                    <a:pt x="1430" y="203"/>
                  </a:cubicBezTo>
                  <a:cubicBezTo>
                    <a:pt x="1430" y="203"/>
                    <a:pt x="1422" y="203"/>
                    <a:pt x="1408" y="203"/>
                  </a:cubicBezTo>
                  <a:cubicBezTo>
                    <a:pt x="1303" y="203"/>
                    <a:pt x="846" y="192"/>
                    <a:pt x="694"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2" name="Google Shape;16052;p67"/>
            <p:cNvSpPr/>
            <p:nvPr/>
          </p:nvSpPr>
          <p:spPr>
            <a:xfrm>
              <a:off x="2485989" y="3648192"/>
              <a:ext cx="49992" cy="43936"/>
            </a:xfrm>
            <a:custGeom>
              <a:avLst/>
              <a:gdLst/>
              <a:ahLst/>
              <a:cxnLst/>
              <a:rect l="l" t="t" r="r" b="b"/>
              <a:pathLst>
                <a:path w="1907" h="1676" extrusionOk="0">
                  <a:moveTo>
                    <a:pt x="1" y="1"/>
                  </a:moveTo>
                  <a:lnTo>
                    <a:pt x="1" y="1430"/>
                  </a:lnTo>
                  <a:cubicBezTo>
                    <a:pt x="1" y="1560"/>
                    <a:pt x="102" y="1675"/>
                    <a:pt x="246" y="1675"/>
                  </a:cubicBezTo>
                  <a:lnTo>
                    <a:pt x="1675" y="1675"/>
                  </a:lnTo>
                  <a:cubicBezTo>
                    <a:pt x="1805" y="1675"/>
                    <a:pt x="1906" y="1560"/>
                    <a:pt x="1906" y="1430"/>
                  </a:cubicBezTo>
                  <a:lnTo>
                    <a:pt x="1906"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3" name="Google Shape;16053;p67"/>
            <p:cNvSpPr/>
            <p:nvPr/>
          </p:nvSpPr>
          <p:spPr>
            <a:xfrm>
              <a:off x="2473511" y="3565693"/>
              <a:ext cx="12505" cy="82525"/>
            </a:xfrm>
            <a:custGeom>
              <a:avLst/>
              <a:gdLst/>
              <a:ahLst/>
              <a:cxnLst/>
              <a:rect l="l" t="t" r="r" b="b"/>
              <a:pathLst>
                <a:path w="477" h="3148" extrusionOk="0">
                  <a:moveTo>
                    <a:pt x="72" y="1"/>
                  </a:moveTo>
                  <a:cubicBezTo>
                    <a:pt x="29" y="73"/>
                    <a:pt x="0" y="159"/>
                    <a:pt x="0" y="246"/>
                  </a:cubicBezTo>
                  <a:lnTo>
                    <a:pt x="0" y="1632"/>
                  </a:lnTo>
                  <a:cubicBezTo>
                    <a:pt x="0" y="2152"/>
                    <a:pt x="159" y="2657"/>
                    <a:pt x="448" y="3090"/>
                  </a:cubicBezTo>
                  <a:lnTo>
                    <a:pt x="477" y="3148"/>
                  </a:lnTo>
                  <a:lnTo>
                    <a:pt x="477" y="535"/>
                  </a:lnTo>
                  <a:cubicBezTo>
                    <a:pt x="477" y="390"/>
                    <a:pt x="404" y="246"/>
                    <a:pt x="289" y="159"/>
                  </a:cubicBezTo>
                  <a:lnTo>
                    <a:pt x="72"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4" name="Google Shape;16054;p67"/>
            <p:cNvSpPr/>
            <p:nvPr/>
          </p:nvSpPr>
          <p:spPr>
            <a:xfrm>
              <a:off x="2536322" y="3565693"/>
              <a:ext cx="12505" cy="82525"/>
            </a:xfrm>
            <a:custGeom>
              <a:avLst/>
              <a:gdLst/>
              <a:ahLst/>
              <a:cxnLst/>
              <a:rect l="l" t="t" r="r" b="b"/>
              <a:pathLst>
                <a:path w="477" h="3148" extrusionOk="0">
                  <a:moveTo>
                    <a:pt x="405" y="1"/>
                  </a:moveTo>
                  <a:lnTo>
                    <a:pt x="188" y="159"/>
                  </a:lnTo>
                  <a:cubicBezTo>
                    <a:pt x="73" y="246"/>
                    <a:pt x="1" y="390"/>
                    <a:pt x="1" y="535"/>
                  </a:cubicBezTo>
                  <a:lnTo>
                    <a:pt x="1" y="3148"/>
                  </a:lnTo>
                  <a:lnTo>
                    <a:pt x="29" y="3090"/>
                  </a:lnTo>
                  <a:cubicBezTo>
                    <a:pt x="318" y="2657"/>
                    <a:pt x="477" y="2152"/>
                    <a:pt x="477" y="1632"/>
                  </a:cubicBezTo>
                  <a:lnTo>
                    <a:pt x="477" y="246"/>
                  </a:lnTo>
                  <a:cubicBezTo>
                    <a:pt x="477" y="159"/>
                    <a:pt x="448" y="73"/>
                    <a:pt x="405"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5" name="Google Shape;16055;p67"/>
            <p:cNvSpPr/>
            <p:nvPr/>
          </p:nvSpPr>
          <p:spPr>
            <a:xfrm>
              <a:off x="2492045" y="3548103"/>
              <a:ext cx="38615" cy="100115"/>
            </a:xfrm>
            <a:custGeom>
              <a:avLst/>
              <a:gdLst/>
              <a:ahLst/>
              <a:cxnLst/>
              <a:rect l="l" t="t" r="r" b="b"/>
              <a:pathLst>
                <a:path w="1473" h="3819" extrusionOk="0">
                  <a:moveTo>
                    <a:pt x="233" y="0"/>
                  </a:moveTo>
                  <a:cubicBezTo>
                    <a:pt x="221" y="0"/>
                    <a:pt x="210" y="8"/>
                    <a:pt x="203" y="22"/>
                  </a:cubicBezTo>
                  <a:lnTo>
                    <a:pt x="1" y="267"/>
                  </a:lnTo>
                  <a:lnTo>
                    <a:pt x="318" y="672"/>
                  </a:lnTo>
                  <a:cubicBezTo>
                    <a:pt x="343" y="697"/>
                    <a:pt x="378" y="712"/>
                    <a:pt x="412" y="712"/>
                  </a:cubicBezTo>
                  <a:cubicBezTo>
                    <a:pt x="436" y="712"/>
                    <a:pt x="459" y="704"/>
                    <a:pt x="477" y="686"/>
                  </a:cubicBezTo>
                  <a:lnTo>
                    <a:pt x="607" y="571"/>
                  </a:lnTo>
                  <a:lnTo>
                    <a:pt x="607" y="3819"/>
                  </a:lnTo>
                  <a:lnTo>
                    <a:pt x="852" y="3819"/>
                  </a:lnTo>
                  <a:lnTo>
                    <a:pt x="852" y="571"/>
                  </a:lnTo>
                  <a:lnTo>
                    <a:pt x="997" y="686"/>
                  </a:lnTo>
                  <a:cubicBezTo>
                    <a:pt x="1015" y="704"/>
                    <a:pt x="1038" y="712"/>
                    <a:pt x="1061" y="712"/>
                  </a:cubicBezTo>
                  <a:cubicBezTo>
                    <a:pt x="1093" y="712"/>
                    <a:pt x="1124" y="697"/>
                    <a:pt x="1141" y="672"/>
                  </a:cubicBezTo>
                  <a:lnTo>
                    <a:pt x="1473" y="267"/>
                  </a:lnTo>
                  <a:lnTo>
                    <a:pt x="1256" y="22"/>
                  </a:lnTo>
                  <a:cubicBezTo>
                    <a:pt x="1249" y="8"/>
                    <a:pt x="1238" y="0"/>
                    <a:pt x="1228" y="0"/>
                  </a:cubicBezTo>
                  <a:cubicBezTo>
                    <a:pt x="1217" y="0"/>
                    <a:pt x="1206" y="8"/>
                    <a:pt x="1199" y="22"/>
                  </a:cubicBezTo>
                  <a:lnTo>
                    <a:pt x="737" y="484"/>
                  </a:lnTo>
                  <a:lnTo>
                    <a:pt x="275" y="22"/>
                  </a:lnTo>
                  <a:cubicBezTo>
                    <a:pt x="260" y="8"/>
                    <a:pt x="246" y="0"/>
                    <a:pt x="233" y="0"/>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6" name="Google Shape;16056;p67"/>
            <p:cNvSpPr/>
            <p:nvPr/>
          </p:nvSpPr>
          <p:spPr>
            <a:xfrm>
              <a:off x="2507931" y="3660670"/>
              <a:ext cx="6475" cy="31458"/>
            </a:xfrm>
            <a:custGeom>
              <a:avLst/>
              <a:gdLst/>
              <a:ahLst/>
              <a:cxnLst/>
              <a:rect l="l" t="t" r="r" b="b"/>
              <a:pathLst>
                <a:path w="247" h="1200" extrusionOk="0">
                  <a:moveTo>
                    <a:pt x="131" y="1"/>
                  </a:moveTo>
                  <a:cubicBezTo>
                    <a:pt x="59" y="1"/>
                    <a:pt x="15" y="59"/>
                    <a:pt x="1" y="116"/>
                  </a:cubicBezTo>
                  <a:lnTo>
                    <a:pt x="1" y="1199"/>
                  </a:lnTo>
                  <a:lnTo>
                    <a:pt x="246" y="1199"/>
                  </a:lnTo>
                  <a:lnTo>
                    <a:pt x="246" y="116"/>
                  </a:lnTo>
                  <a:cubicBezTo>
                    <a:pt x="246" y="59"/>
                    <a:pt x="189" y="1"/>
                    <a:pt x="131"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7" name="Google Shape;16057;p67"/>
            <p:cNvSpPr/>
            <p:nvPr/>
          </p:nvSpPr>
          <p:spPr>
            <a:xfrm>
              <a:off x="2486383" y="3485475"/>
              <a:ext cx="50333" cy="56415"/>
            </a:xfrm>
            <a:custGeom>
              <a:avLst/>
              <a:gdLst/>
              <a:ahLst/>
              <a:cxnLst/>
              <a:rect l="l" t="t" r="r" b="b"/>
              <a:pathLst>
                <a:path w="1920" h="2152" extrusionOk="0">
                  <a:moveTo>
                    <a:pt x="722" y="0"/>
                  </a:moveTo>
                  <a:cubicBezTo>
                    <a:pt x="318" y="0"/>
                    <a:pt x="0" y="318"/>
                    <a:pt x="0" y="722"/>
                  </a:cubicBezTo>
                  <a:lnTo>
                    <a:pt x="0" y="1199"/>
                  </a:lnTo>
                  <a:cubicBezTo>
                    <a:pt x="0" y="1718"/>
                    <a:pt x="419" y="2151"/>
                    <a:pt x="953" y="2151"/>
                  </a:cubicBezTo>
                  <a:cubicBezTo>
                    <a:pt x="1487" y="2151"/>
                    <a:pt x="1920" y="1718"/>
                    <a:pt x="1920" y="1199"/>
                  </a:cubicBezTo>
                  <a:lnTo>
                    <a:pt x="1920" y="722"/>
                  </a:lnTo>
                  <a:cubicBezTo>
                    <a:pt x="1920" y="318"/>
                    <a:pt x="1588" y="0"/>
                    <a:pt x="119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8" name="Google Shape;16058;p67"/>
            <p:cNvSpPr/>
            <p:nvPr/>
          </p:nvSpPr>
          <p:spPr>
            <a:xfrm>
              <a:off x="2485989" y="3485475"/>
              <a:ext cx="34473" cy="56441"/>
            </a:xfrm>
            <a:custGeom>
              <a:avLst/>
              <a:gdLst/>
              <a:ahLst/>
              <a:cxnLst/>
              <a:rect l="l" t="t" r="r" b="b"/>
              <a:pathLst>
                <a:path w="1315" h="2153" extrusionOk="0">
                  <a:moveTo>
                    <a:pt x="722" y="0"/>
                  </a:moveTo>
                  <a:cubicBezTo>
                    <a:pt x="318" y="0"/>
                    <a:pt x="1" y="318"/>
                    <a:pt x="1" y="722"/>
                  </a:cubicBezTo>
                  <a:lnTo>
                    <a:pt x="1" y="1199"/>
                  </a:lnTo>
                  <a:cubicBezTo>
                    <a:pt x="1" y="1746"/>
                    <a:pt x="452" y="2152"/>
                    <a:pt x="952" y="2152"/>
                  </a:cubicBezTo>
                  <a:cubicBezTo>
                    <a:pt x="1072" y="2152"/>
                    <a:pt x="1194" y="2129"/>
                    <a:pt x="1314" y="2079"/>
                  </a:cubicBezTo>
                  <a:cubicBezTo>
                    <a:pt x="953" y="1935"/>
                    <a:pt x="722" y="1574"/>
                    <a:pt x="722" y="1199"/>
                  </a:cubicBezTo>
                  <a:lnTo>
                    <a:pt x="722" y="708"/>
                  </a:lnTo>
                  <a:cubicBezTo>
                    <a:pt x="722" y="361"/>
                    <a:pt x="982" y="73"/>
                    <a:pt x="1314" y="15"/>
                  </a:cubicBezTo>
                  <a:cubicBezTo>
                    <a:pt x="1285" y="0"/>
                    <a:pt x="1242" y="0"/>
                    <a:pt x="1199"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9" name="Google Shape;16059;p67"/>
            <p:cNvSpPr/>
            <p:nvPr/>
          </p:nvSpPr>
          <p:spPr>
            <a:xfrm>
              <a:off x="2485989" y="3485082"/>
              <a:ext cx="50359" cy="25429"/>
            </a:xfrm>
            <a:custGeom>
              <a:avLst/>
              <a:gdLst/>
              <a:ahLst/>
              <a:cxnLst/>
              <a:rect l="l" t="t" r="r" b="b"/>
              <a:pathLst>
                <a:path w="1921" h="970" extrusionOk="0">
                  <a:moveTo>
                    <a:pt x="722" y="1"/>
                  </a:moveTo>
                  <a:cubicBezTo>
                    <a:pt x="318" y="1"/>
                    <a:pt x="1" y="319"/>
                    <a:pt x="1" y="723"/>
                  </a:cubicBezTo>
                  <a:lnTo>
                    <a:pt x="1" y="737"/>
                  </a:lnTo>
                  <a:cubicBezTo>
                    <a:pt x="577" y="884"/>
                    <a:pt x="1177" y="970"/>
                    <a:pt x="1780" y="970"/>
                  </a:cubicBezTo>
                  <a:cubicBezTo>
                    <a:pt x="1827" y="970"/>
                    <a:pt x="1874" y="969"/>
                    <a:pt x="1921" y="968"/>
                  </a:cubicBezTo>
                  <a:lnTo>
                    <a:pt x="1921" y="723"/>
                  </a:lnTo>
                  <a:cubicBezTo>
                    <a:pt x="1921" y="319"/>
                    <a:pt x="1589" y="1"/>
                    <a:pt x="119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0" name="Google Shape;16060;p67"/>
            <p:cNvSpPr/>
            <p:nvPr/>
          </p:nvSpPr>
          <p:spPr>
            <a:xfrm>
              <a:off x="2485989" y="3485475"/>
              <a:ext cx="34473" cy="23095"/>
            </a:xfrm>
            <a:custGeom>
              <a:avLst/>
              <a:gdLst/>
              <a:ahLst/>
              <a:cxnLst/>
              <a:rect l="l" t="t" r="r" b="b"/>
              <a:pathLst>
                <a:path w="1315" h="881" extrusionOk="0">
                  <a:moveTo>
                    <a:pt x="722" y="0"/>
                  </a:moveTo>
                  <a:cubicBezTo>
                    <a:pt x="318" y="0"/>
                    <a:pt x="1" y="318"/>
                    <a:pt x="1" y="722"/>
                  </a:cubicBezTo>
                  <a:cubicBezTo>
                    <a:pt x="232" y="794"/>
                    <a:pt x="477" y="838"/>
                    <a:pt x="722" y="881"/>
                  </a:cubicBezTo>
                  <a:lnTo>
                    <a:pt x="722" y="722"/>
                  </a:lnTo>
                  <a:cubicBezTo>
                    <a:pt x="722" y="361"/>
                    <a:pt x="982" y="73"/>
                    <a:pt x="1314" y="15"/>
                  </a:cubicBezTo>
                  <a:cubicBezTo>
                    <a:pt x="1285" y="0"/>
                    <a:pt x="1242" y="0"/>
                    <a:pt x="1199"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1" name="Google Shape;16061;p67"/>
            <p:cNvSpPr/>
            <p:nvPr/>
          </p:nvSpPr>
          <p:spPr>
            <a:xfrm>
              <a:off x="2598766" y="3535415"/>
              <a:ext cx="25009" cy="25009"/>
            </a:xfrm>
            <a:custGeom>
              <a:avLst/>
              <a:gdLst/>
              <a:ahLst/>
              <a:cxnLst/>
              <a:rect l="l" t="t" r="r" b="b"/>
              <a:pathLst>
                <a:path w="954" h="954" extrusionOk="0">
                  <a:moveTo>
                    <a:pt x="0" y="1"/>
                  </a:moveTo>
                  <a:lnTo>
                    <a:pt x="0" y="954"/>
                  </a:lnTo>
                  <a:lnTo>
                    <a:pt x="953" y="954"/>
                  </a:lnTo>
                  <a:lnTo>
                    <a:pt x="953"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2" name="Google Shape;16062;p67"/>
            <p:cNvSpPr/>
            <p:nvPr/>
          </p:nvSpPr>
          <p:spPr>
            <a:xfrm>
              <a:off x="2597639" y="3535415"/>
              <a:ext cx="27631" cy="18849"/>
            </a:xfrm>
            <a:custGeom>
              <a:avLst/>
              <a:gdLst/>
              <a:ahLst/>
              <a:cxnLst/>
              <a:rect l="l" t="t" r="r" b="b"/>
              <a:pathLst>
                <a:path w="1054" h="719" extrusionOk="0">
                  <a:moveTo>
                    <a:pt x="43" y="1"/>
                  </a:moveTo>
                  <a:lnTo>
                    <a:pt x="43" y="492"/>
                  </a:lnTo>
                  <a:cubicBezTo>
                    <a:pt x="43" y="535"/>
                    <a:pt x="29" y="578"/>
                    <a:pt x="0" y="622"/>
                  </a:cubicBezTo>
                  <a:cubicBezTo>
                    <a:pt x="166" y="687"/>
                    <a:pt x="343" y="719"/>
                    <a:pt x="522" y="719"/>
                  </a:cubicBezTo>
                  <a:cubicBezTo>
                    <a:pt x="700" y="719"/>
                    <a:pt x="881" y="687"/>
                    <a:pt x="1054" y="622"/>
                  </a:cubicBezTo>
                  <a:cubicBezTo>
                    <a:pt x="1025" y="578"/>
                    <a:pt x="1011" y="535"/>
                    <a:pt x="1011" y="492"/>
                  </a:cubicBezTo>
                  <a:lnTo>
                    <a:pt x="1011"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3" name="Google Shape;16063;p67"/>
            <p:cNvSpPr/>
            <p:nvPr/>
          </p:nvSpPr>
          <p:spPr>
            <a:xfrm>
              <a:off x="2573783" y="3555102"/>
              <a:ext cx="74949" cy="93116"/>
            </a:xfrm>
            <a:custGeom>
              <a:avLst/>
              <a:gdLst/>
              <a:ahLst/>
              <a:cxnLst/>
              <a:rect l="l" t="t" r="r" b="b"/>
              <a:pathLst>
                <a:path w="2859" h="3552" extrusionOk="0">
                  <a:moveTo>
                    <a:pt x="708" y="0"/>
                  </a:moveTo>
                  <a:lnTo>
                    <a:pt x="260" y="231"/>
                  </a:lnTo>
                  <a:cubicBezTo>
                    <a:pt x="102" y="304"/>
                    <a:pt x="1" y="477"/>
                    <a:pt x="1" y="650"/>
                  </a:cubicBezTo>
                  <a:lnTo>
                    <a:pt x="1" y="2036"/>
                  </a:lnTo>
                  <a:cubicBezTo>
                    <a:pt x="1" y="2556"/>
                    <a:pt x="145" y="3061"/>
                    <a:pt x="434" y="3494"/>
                  </a:cubicBezTo>
                  <a:lnTo>
                    <a:pt x="477" y="3552"/>
                  </a:lnTo>
                  <a:lnTo>
                    <a:pt x="2382" y="3552"/>
                  </a:lnTo>
                  <a:lnTo>
                    <a:pt x="2426" y="3494"/>
                  </a:lnTo>
                  <a:cubicBezTo>
                    <a:pt x="2715" y="3061"/>
                    <a:pt x="2859" y="2556"/>
                    <a:pt x="2859" y="2036"/>
                  </a:cubicBezTo>
                  <a:lnTo>
                    <a:pt x="2859" y="650"/>
                  </a:lnTo>
                  <a:cubicBezTo>
                    <a:pt x="2859" y="477"/>
                    <a:pt x="2772" y="304"/>
                    <a:pt x="2613" y="231"/>
                  </a:cubicBezTo>
                  <a:lnTo>
                    <a:pt x="2166" y="0"/>
                  </a:lnTo>
                  <a:cubicBezTo>
                    <a:pt x="2013" y="192"/>
                    <a:pt x="1568" y="203"/>
                    <a:pt x="1465" y="203"/>
                  </a:cubicBezTo>
                  <a:cubicBezTo>
                    <a:pt x="1452" y="203"/>
                    <a:pt x="1444" y="203"/>
                    <a:pt x="1444" y="203"/>
                  </a:cubicBezTo>
                  <a:cubicBezTo>
                    <a:pt x="1444" y="203"/>
                    <a:pt x="1436" y="203"/>
                    <a:pt x="1422" y="203"/>
                  </a:cubicBezTo>
                  <a:cubicBezTo>
                    <a:pt x="1317" y="203"/>
                    <a:pt x="861" y="192"/>
                    <a:pt x="708"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4" name="Google Shape;16064;p67"/>
            <p:cNvSpPr/>
            <p:nvPr/>
          </p:nvSpPr>
          <p:spPr>
            <a:xfrm>
              <a:off x="2586288" y="3648192"/>
              <a:ext cx="50333" cy="43936"/>
            </a:xfrm>
            <a:custGeom>
              <a:avLst/>
              <a:gdLst/>
              <a:ahLst/>
              <a:cxnLst/>
              <a:rect l="l" t="t" r="r" b="b"/>
              <a:pathLst>
                <a:path w="1920" h="1676" extrusionOk="0">
                  <a:moveTo>
                    <a:pt x="0" y="1"/>
                  </a:moveTo>
                  <a:lnTo>
                    <a:pt x="0" y="1430"/>
                  </a:lnTo>
                  <a:cubicBezTo>
                    <a:pt x="0" y="1560"/>
                    <a:pt x="115" y="1675"/>
                    <a:pt x="245" y="1675"/>
                  </a:cubicBezTo>
                  <a:lnTo>
                    <a:pt x="1675" y="1675"/>
                  </a:lnTo>
                  <a:cubicBezTo>
                    <a:pt x="1804" y="1675"/>
                    <a:pt x="1920" y="1560"/>
                    <a:pt x="1920" y="1430"/>
                  </a:cubicBezTo>
                  <a:lnTo>
                    <a:pt x="1920"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5" name="Google Shape;16065;p67"/>
            <p:cNvSpPr/>
            <p:nvPr/>
          </p:nvSpPr>
          <p:spPr>
            <a:xfrm>
              <a:off x="2573783" y="3565693"/>
              <a:ext cx="12531" cy="82525"/>
            </a:xfrm>
            <a:custGeom>
              <a:avLst/>
              <a:gdLst/>
              <a:ahLst/>
              <a:cxnLst/>
              <a:rect l="l" t="t" r="r" b="b"/>
              <a:pathLst>
                <a:path w="478" h="3148" extrusionOk="0">
                  <a:moveTo>
                    <a:pt x="73" y="1"/>
                  </a:moveTo>
                  <a:cubicBezTo>
                    <a:pt x="30" y="73"/>
                    <a:pt x="1" y="159"/>
                    <a:pt x="1" y="246"/>
                  </a:cubicBezTo>
                  <a:lnTo>
                    <a:pt x="1" y="1632"/>
                  </a:lnTo>
                  <a:cubicBezTo>
                    <a:pt x="1" y="2152"/>
                    <a:pt x="159" y="2657"/>
                    <a:pt x="448" y="3090"/>
                  </a:cubicBezTo>
                  <a:lnTo>
                    <a:pt x="477" y="3148"/>
                  </a:lnTo>
                  <a:lnTo>
                    <a:pt x="477" y="535"/>
                  </a:lnTo>
                  <a:cubicBezTo>
                    <a:pt x="477" y="390"/>
                    <a:pt x="405" y="246"/>
                    <a:pt x="289" y="159"/>
                  </a:cubicBezTo>
                  <a:lnTo>
                    <a:pt x="73"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6" name="Google Shape;16066;p67"/>
            <p:cNvSpPr/>
            <p:nvPr/>
          </p:nvSpPr>
          <p:spPr>
            <a:xfrm>
              <a:off x="2636594" y="3565693"/>
              <a:ext cx="12531" cy="82525"/>
            </a:xfrm>
            <a:custGeom>
              <a:avLst/>
              <a:gdLst/>
              <a:ahLst/>
              <a:cxnLst/>
              <a:rect l="l" t="t" r="r" b="b"/>
              <a:pathLst>
                <a:path w="478" h="3148" extrusionOk="0">
                  <a:moveTo>
                    <a:pt x="405" y="1"/>
                  </a:moveTo>
                  <a:lnTo>
                    <a:pt x="189" y="159"/>
                  </a:lnTo>
                  <a:cubicBezTo>
                    <a:pt x="73" y="246"/>
                    <a:pt x="1" y="390"/>
                    <a:pt x="1" y="535"/>
                  </a:cubicBezTo>
                  <a:lnTo>
                    <a:pt x="1" y="3148"/>
                  </a:lnTo>
                  <a:lnTo>
                    <a:pt x="30" y="3090"/>
                  </a:lnTo>
                  <a:cubicBezTo>
                    <a:pt x="319" y="2657"/>
                    <a:pt x="477" y="2152"/>
                    <a:pt x="477" y="1632"/>
                  </a:cubicBezTo>
                  <a:lnTo>
                    <a:pt x="477" y="246"/>
                  </a:lnTo>
                  <a:cubicBezTo>
                    <a:pt x="477" y="159"/>
                    <a:pt x="448" y="73"/>
                    <a:pt x="405"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7" name="Google Shape;16067;p67"/>
            <p:cNvSpPr/>
            <p:nvPr/>
          </p:nvSpPr>
          <p:spPr>
            <a:xfrm>
              <a:off x="2592317" y="3548103"/>
              <a:ext cx="38248" cy="100115"/>
            </a:xfrm>
            <a:custGeom>
              <a:avLst/>
              <a:gdLst/>
              <a:ahLst/>
              <a:cxnLst/>
              <a:rect l="l" t="t" r="r" b="b"/>
              <a:pathLst>
                <a:path w="1459" h="3819" extrusionOk="0">
                  <a:moveTo>
                    <a:pt x="232" y="0"/>
                  </a:moveTo>
                  <a:cubicBezTo>
                    <a:pt x="221" y="0"/>
                    <a:pt x="210" y="8"/>
                    <a:pt x="203" y="22"/>
                  </a:cubicBezTo>
                  <a:lnTo>
                    <a:pt x="1" y="267"/>
                  </a:lnTo>
                  <a:lnTo>
                    <a:pt x="319" y="672"/>
                  </a:lnTo>
                  <a:cubicBezTo>
                    <a:pt x="344" y="697"/>
                    <a:pt x="374" y="712"/>
                    <a:pt x="406" y="712"/>
                  </a:cubicBezTo>
                  <a:cubicBezTo>
                    <a:pt x="429" y="712"/>
                    <a:pt x="453" y="704"/>
                    <a:pt x="477" y="686"/>
                  </a:cubicBezTo>
                  <a:lnTo>
                    <a:pt x="607" y="571"/>
                  </a:lnTo>
                  <a:lnTo>
                    <a:pt x="607" y="3819"/>
                  </a:lnTo>
                  <a:lnTo>
                    <a:pt x="853" y="3819"/>
                  </a:lnTo>
                  <a:lnTo>
                    <a:pt x="853" y="571"/>
                  </a:lnTo>
                  <a:lnTo>
                    <a:pt x="983" y="686"/>
                  </a:lnTo>
                  <a:cubicBezTo>
                    <a:pt x="1007" y="704"/>
                    <a:pt x="1031" y="712"/>
                    <a:pt x="1054" y="712"/>
                  </a:cubicBezTo>
                  <a:cubicBezTo>
                    <a:pt x="1086" y="712"/>
                    <a:pt x="1116" y="697"/>
                    <a:pt x="1141" y="672"/>
                  </a:cubicBezTo>
                  <a:lnTo>
                    <a:pt x="1459" y="267"/>
                  </a:lnTo>
                  <a:lnTo>
                    <a:pt x="1257" y="22"/>
                  </a:lnTo>
                  <a:cubicBezTo>
                    <a:pt x="1250" y="8"/>
                    <a:pt x="1239" y="0"/>
                    <a:pt x="1228" y="0"/>
                  </a:cubicBezTo>
                  <a:cubicBezTo>
                    <a:pt x="1217" y="0"/>
                    <a:pt x="1206" y="8"/>
                    <a:pt x="1199" y="22"/>
                  </a:cubicBezTo>
                  <a:lnTo>
                    <a:pt x="737" y="484"/>
                  </a:lnTo>
                  <a:lnTo>
                    <a:pt x="261" y="22"/>
                  </a:lnTo>
                  <a:cubicBezTo>
                    <a:pt x="254" y="8"/>
                    <a:pt x="243" y="0"/>
                    <a:pt x="23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8" name="Google Shape;16068;p67"/>
            <p:cNvSpPr/>
            <p:nvPr/>
          </p:nvSpPr>
          <p:spPr>
            <a:xfrm>
              <a:off x="2608230" y="3660670"/>
              <a:ext cx="6449" cy="31458"/>
            </a:xfrm>
            <a:custGeom>
              <a:avLst/>
              <a:gdLst/>
              <a:ahLst/>
              <a:cxnLst/>
              <a:rect l="l" t="t" r="r" b="b"/>
              <a:pathLst>
                <a:path w="246" h="1200" extrusionOk="0">
                  <a:moveTo>
                    <a:pt x="130" y="1"/>
                  </a:moveTo>
                  <a:cubicBezTo>
                    <a:pt x="58" y="1"/>
                    <a:pt x="0" y="59"/>
                    <a:pt x="0" y="116"/>
                  </a:cubicBezTo>
                  <a:lnTo>
                    <a:pt x="0" y="1199"/>
                  </a:lnTo>
                  <a:lnTo>
                    <a:pt x="246" y="1199"/>
                  </a:lnTo>
                  <a:lnTo>
                    <a:pt x="246" y="116"/>
                  </a:lnTo>
                  <a:cubicBezTo>
                    <a:pt x="246" y="59"/>
                    <a:pt x="188" y="1"/>
                    <a:pt x="130"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9" name="Google Shape;16069;p67"/>
            <p:cNvSpPr/>
            <p:nvPr/>
          </p:nvSpPr>
          <p:spPr>
            <a:xfrm>
              <a:off x="2586288" y="3485475"/>
              <a:ext cx="50333" cy="56415"/>
            </a:xfrm>
            <a:custGeom>
              <a:avLst/>
              <a:gdLst/>
              <a:ahLst/>
              <a:cxnLst/>
              <a:rect l="l" t="t" r="r" b="b"/>
              <a:pathLst>
                <a:path w="1920" h="2152" extrusionOk="0">
                  <a:moveTo>
                    <a:pt x="722" y="0"/>
                  </a:moveTo>
                  <a:cubicBezTo>
                    <a:pt x="332" y="0"/>
                    <a:pt x="0" y="318"/>
                    <a:pt x="0" y="722"/>
                  </a:cubicBezTo>
                  <a:lnTo>
                    <a:pt x="0" y="1199"/>
                  </a:lnTo>
                  <a:cubicBezTo>
                    <a:pt x="0" y="1718"/>
                    <a:pt x="433" y="2151"/>
                    <a:pt x="967" y="2151"/>
                  </a:cubicBezTo>
                  <a:cubicBezTo>
                    <a:pt x="1487" y="2151"/>
                    <a:pt x="1920" y="1718"/>
                    <a:pt x="1920" y="1199"/>
                  </a:cubicBezTo>
                  <a:lnTo>
                    <a:pt x="1920" y="722"/>
                  </a:lnTo>
                  <a:cubicBezTo>
                    <a:pt x="1920" y="318"/>
                    <a:pt x="1602" y="0"/>
                    <a:pt x="119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0" name="Google Shape;16070;p67"/>
            <p:cNvSpPr/>
            <p:nvPr/>
          </p:nvSpPr>
          <p:spPr>
            <a:xfrm>
              <a:off x="2586288" y="3485475"/>
              <a:ext cx="34447" cy="56441"/>
            </a:xfrm>
            <a:custGeom>
              <a:avLst/>
              <a:gdLst/>
              <a:ahLst/>
              <a:cxnLst/>
              <a:rect l="l" t="t" r="r" b="b"/>
              <a:pathLst>
                <a:path w="1314" h="2153" extrusionOk="0">
                  <a:moveTo>
                    <a:pt x="722" y="0"/>
                  </a:moveTo>
                  <a:cubicBezTo>
                    <a:pt x="318" y="0"/>
                    <a:pt x="0" y="318"/>
                    <a:pt x="0" y="722"/>
                  </a:cubicBezTo>
                  <a:lnTo>
                    <a:pt x="0" y="1199"/>
                  </a:lnTo>
                  <a:cubicBezTo>
                    <a:pt x="0" y="1746"/>
                    <a:pt x="442" y="2152"/>
                    <a:pt x="946" y="2152"/>
                  </a:cubicBezTo>
                  <a:cubicBezTo>
                    <a:pt x="1067" y="2152"/>
                    <a:pt x="1191" y="2129"/>
                    <a:pt x="1314" y="2079"/>
                  </a:cubicBezTo>
                  <a:cubicBezTo>
                    <a:pt x="953" y="1935"/>
                    <a:pt x="722" y="1574"/>
                    <a:pt x="722" y="1199"/>
                  </a:cubicBezTo>
                  <a:lnTo>
                    <a:pt x="722" y="708"/>
                  </a:lnTo>
                  <a:cubicBezTo>
                    <a:pt x="722" y="361"/>
                    <a:pt x="982" y="73"/>
                    <a:pt x="1314" y="15"/>
                  </a:cubicBezTo>
                  <a:cubicBezTo>
                    <a:pt x="1285" y="0"/>
                    <a:pt x="1241" y="0"/>
                    <a:pt x="1198"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1" name="Google Shape;16071;p67"/>
            <p:cNvSpPr/>
            <p:nvPr/>
          </p:nvSpPr>
          <p:spPr>
            <a:xfrm>
              <a:off x="2586288" y="3485082"/>
              <a:ext cx="50333" cy="25429"/>
            </a:xfrm>
            <a:custGeom>
              <a:avLst/>
              <a:gdLst/>
              <a:ahLst/>
              <a:cxnLst/>
              <a:rect l="l" t="t" r="r" b="b"/>
              <a:pathLst>
                <a:path w="1920" h="970" extrusionOk="0">
                  <a:moveTo>
                    <a:pt x="722" y="1"/>
                  </a:moveTo>
                  <a:cubicBezTo>
                    <a:pt x="318" y="1"/>
                    <a:pt x="0" y="319"/>
                    <a:pt x="0" y="723"/>
                  </a:cubicBezTo>
                  <a:lnTo>
                    <a:pt x="0" y="737"/>
                  </a:lnTo>
                  <a:cubicBezTo>
                    <a:pt x="576" y="884"/>
                    <a:pt x="1177" y="970"/>
                    <a:pt x="1779" y="970"/>
                  </a:cubicBezTo>
                  <a:cubicBezTo>
                    <a:pt x="1826" y="970"/>
                    <a:pt x="1873" y="969"/>
                    <a:pt x="1920" y="968"/>
                  </a:cubicBezTo>
                  <a:lnTo>
                    <a:pt x="1920" y="723"/>
                  </a:lnTo>
                  <a:cubicBezTo>
                    <a:pt x="1920" y="319"/>
                    <a:pt x="1588" y="1"/>
                    <a:pt x="1198"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2" name="Google Shape;16072;p67"/>
            <p:cNvSpPr/>
            <p:nvPr/>
          </p:nvSpPr>
          <p:spPr>
            <a:xfrm>
              <a:off x="2586288" y="3485475"/>
              <a:ext cx="34447" cy="23095"/>
            </a:xfrm>
            <a:custGeom>
              <a:avLst/>
              <a:gdLst/>
              <a:ahLst/>
              <a:cxnLst/>
              <a:rect l="l" t="t" r="r" b="b"/>
              <a:pathLst>
                <a:path w="1314" h="881" extrusionOk="0">
                  <a:moveTo>
                    <a:pt x="722" y="0"/>
                  </a:moveTo>
                  <a:cubicBezTo>
                    <a:pt x="318" y="0"/>
                    <a:pt x="0" y="318"/>
                    <a:pt x="0" y="722"/>
                  </a:cubicBezTo>
                  <a:cubicBezTo>
                    <a:pt x="231" y="794"/>
                    <a:pt x="476" y="838"/>
                    <a:pt x="722" y="881"/>
                  </a:cubicBezTo>
                  <a:lnTo>
                    <a:pt x="722" y="722"/>
                  </a:lnTo>
                  <a:cubicBezTo>
                    <a:pt x="722" y="361"/>
                    <a:pt x="982" y="73"/>
                    <a:pt x="1314" y="15"/>
                  </a:cubicBezTo>
                  <a:cubicBezTo>
                    <a:pt x="1285" y="0"/>
                    <a:pt x="1241" y="0"/>
                    <a:pt x="1198"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73" name="Google Shape;16073;p67"/>
          <p:cNvGrpSpPr/>
          <p:nvPr/>
        </p:nvGrpSpPr>
        <p:grpSpPr>
          <a:xfrm>
            <a:off x="2722427" y="3359460"/>
            <a:ext cx="377706" cy="352330"/>
            <a:chOff x="2747484" y="3359460"/>
            <a:chExt cx="377706" cy="352330"/>
          </a:xfrm>
        </p:grpSpPr>
        <p:sp>
          <p:nvSpPr>
            <p:cNvPr id="16074" name="Google Shape;16074;p67"/>
            <p:cNvSpPr/>
            <p:nvPr/>
          </p:nvSpPr>
          <p:spPr>
            <a:xfrm>
              <a:off x="2806520" y="3611858"/>
              <a:ext cx="46951" cy="46951"/>
            </a:xfrm>
            <a:custGeom>
              <a:avLst/>
              <a:gdLst/>
              <a:ahLst/>
              <a:cxnLst/>
              <a:rect l="l" t="t" r="r" b="b"/>
              <a:pathLst>
                <a:path w="1791" h="1791" extrusionOk="0">
                  <a:moveTo>
                    <a:pt x="231" y="1"/>
                  </a:moveTo>
                  <a:cubicBezTo>
                    <a:pt x="101" y="1"/>
                    <a:pt x="0" y="102"/>
                    <a:pt x="0" y="217"/>
                  </a:cubicBezTo>
                  <a:lnTo>
                    <a:pt x="0" y="1574"/>
                  </a:lnTo>
                  <a:cubicBezTo>
                    <a:pt x="0" y="1690"/>
                    <a:pt x="101" y="1791"/>
                    <a:pt x="231" y="1791"/>
                  </a:cubicBezTo>
                  <a:lnTo>
                    <a:pt x="1574" y="1791"/>
                  </a:lnTo>
                  <a:cubicBezTo>
                    <a:pt x="1689" y="1791"/>
                    <a:pt x="1790" y="1690"/>
                    <a:pt x="1790" y="1574"/>
                  </a:cubicBezTo>
                  <a:lnTo>
                    <a:pt x="1790" y="217"/>
                  </a:lnTo>
                  <a:cubicBezTo>
                    <a:pt x="1790" y="102"/>
                    <a:pt x="1689" y="1"/>
                    <a:pt x="1559" y="1"/>
                  </a:cubicBezTo>
                  <a:close/>
                </a:path>
              </a:pathLst>
            </a:custGeom>
            <a:solidFill>
              <a:srgbClr val="AE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5" name="Google Shape;16075;p67"/>
            <p:cNvSpPr/>
            <p:nvPr/>
          </p:nvSpPr>
          <p:spPr>
            <a:xfrm>
              <a:off x="2960533" y="3488490"/>
              <a:ext cx="110155" cy="94086"/>
            </a:xfrm>
            <a:custGeom>
              <a:avLst/>
              <a:gdLst/>
              <a:ahLst/>
              <a:cxnLst/>
              <a:rect l="l" t="t" r="r" b="b"/>
              <a:pathLst>
                <a:path w="4202" h="3589" extrusionOk="0">
                  <a:moveTo>
                    <a:pt x="2397" y="1"/>
                  </a:moveTo>
                  <a:cubicBezTo>
                    <a:pt x="809" y="1"/>
                    <a:pt x="1" y="1935"/>
                    <a:pt x="1141" y="3061"/>
                  </a:cubicBezTo>
                  <a:cubicBezTo>
                    <a:pt x="1505" y="3425"/>
                    <a:pt x="1954" y="3589"/>
                    <a:pt x="2395" y="3589"/>
                  </a:cubicBezTo>
                  <a:cubicBezTo>
                    <a:pt x="3316" y="3589"/>
                    <a:pt x="4201" y="2875"/>
                    <a:pt x="4201" y="1791"/>
                  </a:cubicBezTo>
                  <a:cubicBezTo>
                    <a:pt x="4187" y="809"/>
                    <a:pt x="3393" y="1"/>
                    <a:pt x="2397" y="1"/>
                  </a:cubicBezTo>
                  <a:close/>
                </a:path>
              </a:pathLst>
            </a:custGeom>
            <a:solidFill>
              <a:srgbClr val="8699A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6" name="Google Shape;16076;p67"/>
            <p:cNvSpPr/>
            <p:nvPr/>
          </p:nvSpPr>
          <p:spPr>
            <a:xfrm>
              <a:off x="2971884" y="3526712"/>
              <a:ext cx="103340" cy="56048"/>
            </a:xfrm>
            <a:custGeom>
              <a:avLst/>
              <a:gdLst/>
              <a:ahLst/>
              <a:cxnLst/>
              <a:rect l="l" t="t" r="r" b="b"/>
              <a:pathLst>
                <a:path w="3942" h="2138" extrusionOk="0">
                  <a:moveTo>
                    <a:pt x="217" y="1"/>
                  </a:moveTo>
                  <a:lnTo>
                    <a:pt x="217" y="1"/>
                  </a:lnTo>
                  <a:cubicBezTo>
                    <a:pt x="1" y="1098"/>
                    <a:pt x="838" y="2137"/>
                    <a:pt x="1964" y="2137"/>
                  </a:cubicBezTo>
                  <a:cubicBezTo>
                    <a:pt x="3090" y="2137"/>
                    <a:pt x="3942" y="1098"/>
                    <a:pt x="3725" y="1"/>
                  </a:cubicBezTo>
                  <a:lnTo>
                    <a:pt x="3725" y="1"/>
                  </a:lnTo>
                  <a:cubicBezTo>
                    <a:pt x="3566" y="838"/>
                    <a:pt x="2830" y="1459"/>
                    <a:pt x="1964" y="1459"/>
                  </a:cubicBezTo>
                  <a:cubicBezTo>
                    <a:pt x="1112" y="1459"/>
                    <a:pt x="376" y="838"/>
                    <a:pt x="217" y="1"/>
                  </a:cubicBezTo>
                  <a:close/>
                </a:path>
              </a:pathLst>
            </a:custGeom>
            <a:solidFill>
              <a:srgbClr val="B1C0C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7" name="Google Shape;16077;p67"/>
            <p:cNvSpPr/>
            <p:nvPr/>
          </p:nvSpPr>
          <p:spPr>
            <a:xfrm>
              <a:off x="2835645" y="3382817"/>
              <a:ext cx="158601" cy="305457"/>
            </a:xfrm>
            <a:custGeom>
              <a:avLst/>
              <a:gdLst/>
              <a:ahLst/>
              <a:cxnLst/>
              <a:rect l="l" t="t" r="r" b="b"/>
              <a:pathLst>
                <a:path w="6050" h="11652" extrusionOk="0">
                  <a:moveTo>
                    <a:pt x="5833" y="1"/>
                  </a:moveTo>
                  <a:cubicBezTo>
                    <a:pt x="5755" y="1"/>
                    <a:pt x="5667" y="35"/>
                    <a:pt x="5631" y="120"/>
                  </a:cubicBezTo>
                  <a:cubicBezTo>
                    <a:pt x="5198" y="798"/>
                    <a:pt x="4693" y="1419"/>
                    <a:pt x="4115" y="1982"/>
                  </a:cubicBezTo>
                  <a:cubicBezTo>
                    <a:pt x="3263" y="2805"/>
                    <a:pt x="1878" y="3801"/>
                    <a:pt x="232" y="3801"/>
                  </a:cubicBezTo>
                  <a:cubicBezTo>
                    <a:pt x="102" y="3801"/>
                    <a:pt x="1" y="3902"/>
                    <a:pt x="1" y="4032"/>
                  </a:cubicBezTo>
                  <a:lnTo>
                    <a:pt x="1" y="7612"/>
                  </a:lnTo>
                  <a:cubicBezTo>
                    <a:pt x="1" y="7742"/>
                    <a:pt x="102" y="7843"/>
                    <a:pt x="232" y="7843"/>
                  </a:cubicBezTo>
                  <a:cubicBezTo>
                    <a:pt x="1878" y="7843"/>
                    <a:pt x="3263" y="8839"/>
                    <a:pt x="4115" y="9676"/>
                  </a:cubicBezTo>
                  <a:cubicBezTo>
                    <a:pt x="4693" y="10225"/>
                    <a:pt x="5198" y="10860"/>
                    <a:pt x="5631" y="11538"/>
                  </a:cubicBezTo>
                  <a:cubicBezTo>
                    <a:pt x="5676" y="11617"/>
                    <a:pt x="5749" y="11652"/>
                    <a:pt x="5821" y="11652"/>
                  </a:cubicBezTo>
                  <a:cubicBezTo>
                    <a:pt x="5936" y="11652"/>
                    <a:pt x="6049" y="11564"/>
                    <a:pt x="6049" y="11423"/>
                  </a:cubicBezTo>
                  <a:lnTo>
                    <a:pt x="6049" y="235"/>
                  </a:lnTo>
                  <a:cubicBezTo>
                    <a:pt x="6049" y="134"/>
                    <a:pt x="5977" y="33"/>
                    <a:pt x="5876" y="4"/>
                  </a:cubicBezTo>
                  <a:cubicBezTo>
                    <a:pt x="5863" y="2"/>
                    <a:pt x="5848" y="1"/>
                    <a:pt x="5833" y="1"/>
                  </a:cubicBezTo>
                  <a:close/>
                </a:path>
              </a:pathLst>
            </a:custGeom>
            <a:solidFill>
              <a:srgbClr val="F6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8" name="Google Shape;16078;p67"/>
            <p:cNvSpPr/>
            <p:nvPr/>
          </p:nvSpPr>
          <p:spPr>
            <a:xfrm>
              <a:off x="2835645" y="3564933"/>
              <a:ext cx="158601" cy="123342"/>
            </a:xfrm>
            <a:custGeom>
              <a:avLst/>
              <a:gdLst/>
              <a:ahLst/>
              <a:cxnLst/>
              <a:rect l="l" t="t" r="r" b="b"/>
              <a:pathLst>
                <a:path w="6050" h="4705" extrusionOk="0">
                  <a:moveTo>
                    <a:pt x="1" y="1"/>
                  </a:moveTo>
                  <a:lnTo>
                    <a:pt x="1" y="665"/>
                  </a:lnTo>
                  <a:cubicBezTo>
                    <a:pt x="1" y="795"/>
                    <a:pt x="102" y="896"/>
                    <a:pt x="232" y="896"/>
                  </a:cubicBezTo>
                  <a:cubicBezTo>
                    <a:pt x="1878" y="896"/>
                    <a:pt x="3263" y="1892"/>
                    <a:pt x="4115" y="2729"/>
                  </a:cubicBezTo>
                  <a:cubicBezTo>
                    <a:pt x="4693" y="3278"/>
                    <a:pt x="5198" y="3913"/>
                    <a:pt x="5631" y="4591"/>
                  </a:cubicBezTo>
                  <a:cubicBezTo>
                    <a:pt x="5676" y="4670"/>
                    <a:pt x="5749" y="4705"/>
                    <a:pt x="5821" y="4705"/>
                  </a:cubicBezTo>
                  <a:cubicBezTo>
                    <a:pt x="5936" y="4705"/>
                    <a:pt x="6049" y="4617"/>
                    <a:pt x="6049" y="4476"/>
                  </a:cubicBezTo>
                  <a:lnTo>
                    <a:pt x="6049" y="3364"/>
                  </a:lnTo>
                  <a:cubicBezTo>
                    <a:pt x="6049" y="3451"/>
                    <a:pt x="5992" y="3537"/>
                    <a:pt x="5891" y="3566"/>
                  </a:cubicBezTo>
                  <a:cubicBezTo>
                    <a:pt x="5864" y="3578"/>
                    <a:pt x="5838" y="3583"/>
                    <a:pt x="5812" y="3583"/>
                  </a:cubicBezTo>
                  <a:cubicBezTo>
                    <a:pt x="5740" y="3583"/>
                    <a:pt x="5673" y="3540"/>
                    <a:pt x="5631" y="3465"/>
                  </a:cubicBezTo>
                  <a:cubicBezTo>
                    <a:pt x="5631" y="3465"/>
                    <a:pt x="5068" y="2974"/>
                    <a:pt x="4115" y="2051"/>
                  </a:cubicBezTo>
                  <a:cubicBezTo>
                    <a:pt x="3263" y="1213"/>
                    <a:pt x="1878" y="217"/>
                    <a:pt x="232" y="217"/>
                  </a:cubicBezTo>
                  <a:cubicBezTo>
                    <a:pt x="102" y="217"/>
                    <a:pt x="1" y="116"/>
                    <a:pt x="1" y="1"/>
                  </a:cubicBezTo>
                  <a:close/>
                </a:path>
              </a:pathLst>
            </a:custGeom>
            <a:solidFill>
              <a:srgbClr val="F2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9" name="Google Shape;16079;p67"/>
            <p:cNvSpPr/>
            <p:nvPr/>
          </p:nvSpPr>
          <p:spPr>
            <a:xfrm>
              <a:off x="2982475" y="3359460"/>
              <a:ext cx="46951" cy="352330"/>
            </a:xfrm>
            <a:custGeom>
              <a:avLst/>
              <a:gdLst/>
              <a:ahLst/>
              <a:cxnLst/>
              <a:rect l="l" t="t" r="r" b="b"/>
              <a:pathLst>
                <a:path w="1791" h="13440" extrusionOk="0">
                  <a:moveTo>
                    <a:pt x="217" y="0"/>
                  </a:moveTo>
                  <a:cubicBezTo>
                    <a:pt x="102" y="0"/>
                    <a:pt x="1" y="101"/>
                    <a:pt x="1" y="217"/>
                  </a:cubicBezTo>
                  <a:lnTo>
                    <a:pt x="1" y="13209"/>
                  </a:lnTo>
                  <a:cubicBezTo>
                    <a:pt x="1" y="13339"/>
                    <a:pt x="102" y="13440"/>
                    <a:pt x="217" y="13440"/>
                  </a:cubicBezTo>
                  <a:lnTo>
                    <a:pt x="1560" y="13440"/>
                  </a:lnTo>
                  <a:cubicBezTo>
                    <a:pt x="1690" y="13440"/>
                    <a:pt x="1791" y="13339"/>
                    <a:pt x="1791" y="13209"/>
                  </a:cubicBezTo>
                  <a:lnTo>
                    <a:pt x="1791" y="217"/>
                  </a:lnTo>
                  <a:cubicBezTo>
                    <a:pt x="1791" y="101"/>
                    <a:pt x="1690" y="0"/>
                    <a:pt x="1560" y="0"/>
                  </a:cubicBez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0" name="Google Shape;16080;p67"/>
            <p:cNvSpPr/>
            <p:nvPr/>
          </p:nvSpPr>
          <p:spPr>
            <a:xfrm>
              <a:off x="2982475" y="3682245"/>
              <a:ext cx="46951" cy="29544"/>
            </a:xfrm>
            <a:custGeom>
              <a:avLst/>
              <a:gdLst/>
              <a:ahLst/>
              <a:cxnLst/>
              <a:rect l="l" t="t" r="r" b="b"/>
              <a:pathLst>
                <a:path w="1791" h="1127" extrusionOk="0">
                  <a:moveTo>
                    <a:pt x="1" y="1"/>
                  </a:moveTo>
                  <a:lnTo>
                    <a:pt x="1" y="910"/>
                  </a:lnTo>
                  <a:cubicBezTo>
                    <a:pt x="1" y="1026"/>
                    <a:pt x="102" y="1127"/>
                    <a:pt x="217" y="1127"/>
                  </a:cubicBezTo>
                  <a:lnTo>
                    <a:pt x="1560" y="1127"/>
                  </a:lnTo>
                  <a:cubicBezTo>
                    <a:pt x="1690" y="1127"/>
                    <a:pt x="1791" y="1026"/>
                    <a:pt x="1791" y="910"/>
                  </a:cubicBezTo>
                  <a:lnTo>
                    <a:pt x="1791" y="1"/>
                  </a:lnTo>
                  <a:cubicBezTo>
                    <a:pt x="1791" y="131"/>
                    <a:pt x="1690" y="232"/>
                    <a:pt x="1560" y="232"/>
                  </a:cubicBezTo>
                  <a:lnTo>
                    <a:pt x="217" y="232"/>
                  </a:lnTo>
                  <a:cubicBezTo>
                    <a:pt x="102" y="232"/>
                    <a:pt x="1" y="131"/>
                    <a:pt x="1" y="1"/>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1" name="Google Shape;16081;p67"/>
            <p:cNvSpPr/>
            <p:nvPr/>
          </p:nvSpPr>
          <p:spPr>
            <a:xfrm>
              <a:off x="2747851" y="3482828"/>
              <a:ext cx="46951" cy="105594"/>
            </a:xfrm>
            <a:custGeom>
              <a:avLst/>
              <a:gdLst/>
              <a:ahLst/>
              <a:cxnLst/>
              <a:rect l="l" t="t" r="r" b="b"/>
              <a:pathLst>
                <a:path w="1791" h="4028" extrusionOk="0">
                  <a:moveTo>
                    <a:pt x="1112" y="0"/>
                  </a:moveTo>
                  <a:cubicBezTo>
                    <a:pt x="492" y="0"/>
                    <a:pt x="1" y="491"/>
                    <a:pt x="1" y="1112"/>
                  </a:cubicBezTo>
                  <a:lnTo>
                    <a:pt x="1" y="2902"/>
                  </a:lnTo>
                  <a:cubicBezTo>
                    <a:pt x="1" y="3523"/>
                    <a:pt x="492" y="4028"/>
                    <a:pt x="1112" y="4028"/>
                  </a:cubicBezTo>
                  <a:lnTo>
                    <a:pt x="1560" y="4028"/>
                  </a:lnTo>
                  <a:cubicBezTo>
                    <a:pt x="1690" y="4028"/>
                    <a:pt x="1791" y="3927"/>
                    <a:pt x="1791" y="3797"/>
                  </a:cubicBezTo>
                  <a:lnTo>
                    <a:pt x="1791" y="217"/>
                  </a:lnTo>
                  <a:cubicBezTo>
                    <a:pt x="1791" y="101"/>
                    <a:pt x="1690" y="0"/>
                    <a:pt x="1560" y="0"/>
                  </a:cubicBezTo>
                  <a:close/>
                </a:path>
              </a:pathLst>
            </a:custGeom>
            <a:solidFill>
              <a:srgbClr val="AEBEC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2" name="Google Shape;16082;p67"/>
            <p:cNvSpPr/>
            <p:nvPr/>
          </p:nvSpPr>
          <p:spPr>
            <a:xfrm>
              <a:off x="2747484" y="3488123"/>
              <a:ext cx="47318" cy="100299"/>
            </a:xfrm>
            <a:custGeom>
              <a:avLst/>
              <a:gdLst/>
              <a:ahLst/>
              <a:cxnLst/>
              <a:rect l="l" t="t" r="r" b="b"/>
              <a:pathLst>
                <a:path w="1805" h="3826" extrusionOk="0">
                  <a:moveTo>
                    <a:pt x="477" y="0"/>
                  </a:moveTo>
                  <a:lnTo>
                    <a:pt x="477" y="0"/>
                  </a:lnTo>
                  <a:cubicBezTo>
                    <a:pt x="188" y="203"/>
                    <a:pt x="1" y="549"/>
                    <a:pt x="1" y="910"/>
                  </a:cubicBezTo>
                  <a:lnTo>
                    <a:pt x="1" y="2700"/>
                  </a:lnTo>
                  <a:cubicBezTo>
                    <a:pt x="1" y="3321"/>
                    <a:pt x="506" y="3826"/>
                    <a:pt x="1126" y="3826"/>
                  </a:cubicBezTo>
                  <a:lnTo>
                    <a:pt x="1574" y="3826"/>
                  </a:lnTo>
                  <a:cubicBezTo>
                    <a:pt x="1704" y="3826"/>
                    <a:pt x="1805" y="3725"/>
                    <a:pt x="1805" y="3595"/>
                  </a:cubicBezTo>
                  <a:lnTo>
                    <a:pt x="1805" y="3147"/>
                  </a:lnTo>
                  <a:lnTo>
                    <a:pt x="1126" y="3147"/>
                  </a:lnTo>
                  <a:cubicBezTo>
                    <a:pt x="751" y="3147"/>
                    <a:pt x="448" y="2844"/>
                    <a:pt x="448" y="2483"/>
                  </a:cubicBezTo>
                  <a:lnTo>
                    <a:pt x="448" y="246"/>
                  </a:lnTo>
                  <a:cubicBezTo>
                    <a:pt x="448" y="159"/>
                    <a:pt x="462" y="73"/>
                    <a:pt x="477"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3" name="Google Shape;16083;p67"/>
            <p:cNvSpPr/>
            <p:nvPr/>
          </p:nvSpPr>
          <p:spPr>
            <a:xfrm>
              <a:off x="2788720" y="3482828"/>
              <a:ext cx="58695" cy="105594"/>
            </a:xfrm>
            <a:custGeom>
              <a:avLst/>
              <a:gdLst/>
              <a:ahLst/>
              <a:cxnLst/>
              <a:rect l="l" t="t" r="r" b="b"/>
              <a:pathLst>
                <a:path w="2239" h="4028" extrusionOk="0">
                  <a:moveTo>
                    <a:pt x="1" y="0"/>
                  </a:moveTo>
                  <a:lnTo>
                    <a:pt x="1" y="4028"/>
                  </a:lnTo>
                  <a:lnTo>
                    <a:pt x="2238" y="4028"/>
                  </a:lnTo>
                  <a:lnTo>
                    <a:pt x="2238" y="0"/>
                  </a:ln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4" name="Google Shape;16084;p67"/>
            <p:cNvSpPr/>
            <p:nvPr/>
          </p:nvSpPr>
          <p:spPr>
            <a:xfrm>
              <a:off x="2788720" y="3570622"/>
              <a:ext cx="58695" cy="17800"/>
            </a:xfrm>
            <a:custGeom>
              <a:avLst/>
              <a:gdLst/>
              <a:ahLst/>
              <a:cxnLst/>
              <a:rect l="l" t="t" r="r" b="b"/>
              <a:pathLst>
                <a:path w="2239" h="679" extrusionOk="0">
                  <a:moveTo>
                    <a:pt x="1" y="0"/>
                  </a:moveTo>
                  <a:lnTo>
                    <a:pt x="1" y="679"/>
                  </a:lnTo>
                  <a:lnTo>
                    <a:pt x="2238" y="679"/>
                  </a:lnTo>
                  <a:lnTo>
                    <a:pt x="2238"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5" name="Google Shape;16085;p67"/>
            <p:cNvSpPr/>
            <p:nvPr/>
          </p:nvSpPr>
          <p:spPr>
            <a:xfrm>
              <a:off x="2788720" y="3588396"/>
              <a:ext cx="59062" cy="93876"/>
            </a:xfrm>
            <a:custGeom>
              <a:avLst/>
              <a:gdLst/>
              <a:ahLst/>
              <a:cxnLst/>
              <a:rect l="l" t="t" r="r" b="b"/>
              <a:pathLst>
                <a:path w="2253" h="3581" extrusionOk="0">
                  <a:moveTo>
                    <a:pt x="1" y="1"/>
                  </a:moveTo>
                  <a:lnTo>
                    <a:pt x="1" y="3364"/>
                  </a:lnTo>
                  <a:cubicBezTo>
                    <a:pt x="1" y="3480"/>
                    <a:pt x="102" y="3581"/>
                    <a:pt x="232" y="3581"/>
                  </a:cubicBezTo>
                  <a:lnTo>
                    <a:pt x="1127" y="3581"/>
                  </a:lnTo>
                  <a:cubicBezTo>
                    <a:pt x="1228" y="3581"/>
                    <a:pt x="1315" y="3509"/>
                    <a:pt x="1343" y="3422"/>
                  </a:cubicBezTo>
                  <a:lnTo>
                    <a:pt x="2253" y="1"/>
                  </a:lnTo>
                  <a:close/>
                </a:path>
              </a:pathLst>
            </a:custGeom>
            <a:solidFill>
              <a:srgbClr val="7A8F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6" name="Google Shape;16086;p67"/>
            <p:cNvSpPr/>
            <p:nvPr/>
          </p:nvSpPr>
          <p:spPr>
            <a:xfrm>
              <a:off x="3091844" y="3529753"/>
              <a:ext cx="33345" cy="11744"/>
            </a:xfrm>
            <a:custGeom>
              <a:avLst/>
              <a:gdLst/>
              <a:ahLst/>
              <a:cxnLst/>
              <a:rect l="l" t="t" r="r" b="b"/>
              <a:pathLst>
                <a:path w="1272" h="448" extrusionOk="0">
                  <a:moveTo>
                    <a:pt x="304" y="0"/>
                  </a:moveTo>
                  <a:cubicBezTo>
                    <a:pt x="1" y="0"/>
                    <a:pt x="1" y="448"/>
                    <a:pt x="304" y="448"/>
                  </a:cubicBezTo>
                  <a:lnTo>
                    <a:pt x="982" y="448"/>
                  </a:lnTo>
                  <a:cubicBezTo>
                    <a:pt x="1271" y="448"/>
                    <a:pt x="1271" y="0"/>
                    <a:pt x="982"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7" name="Google Shape;16087;p67"/>
            <p:cNvSpPr/>
            <p:nvPr/>
          </p:nvSpPr>
          <p:spPr>
            <a:xfrm>
              <a:off x="3069535" y="3463140"/>
              <a:ext cx="28574" cy="24249"/>
            </a:xfrm>
            <a:custGeom>
              <a:avLst/>
              <a:gdLst/>
              <a:ahLst/>
              <a:cxnLst/>
              <a:rect l="l" t="t" r="r" b="b"/>
              <a:pathLst>
                <a:path w="1090" h="925" extrusionOk="0">
                  <a:moveTo>
                    <a:pt x="768" y="0"/>
                  </a:moveTo>
                  <a:cubicBezTo>
                    <a:pt x="714" y="0"/>
                    <a:pt x="657" y="22"/>
                    <a:pt x="606" y="73"/>
                  </a:cubicBezTo>
                  <a:lnTo>
                    <a:pt x="144" y="549"/>
                  </a:lnTo>
                  <a:cubicBezTo>
                    <a:pt x="0" y="679"/>
                    <a:pt x="101" y="925"/>
                    <a:pt x="303" y="925"/>
                  </a:cubicBezTo>
                  <a:cubicBezTo>
                    <a:pt x="361" y="925"/>
                    <a:pt x="419" y="910"/>
                    <a:pt x="462" y="867"/>
                  </a:cubicBezTo>
                  <a:lnTo>
                    <a:pt x="924" y="390"/>
                  </a:lnTo>
                  <a:cubicBezTo>
                    <a:pt x="1089" y="225"/>
                    <a:pt x="943" y="0"/>
                    <a:pt x="768"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8" name="Google Shape;16088;p67"/>
            <p:cNvSpPr/>
            <p:nvPr/>
          </p:nvSpPr>
          <p:spPr>
            <a:xfrm>
              <a:off x="3068958" y="3583467"/>
              <a:ext cx="28601" cy="24249"/>
            </a:xfrm>
            <a:custGeom>
              <a:avLst/>
              <a:gdLst/>
              <a:ahLst/>
              <a:cxnLst/>
              <a:rect l="l" t="t" r="r" b="b"/>
              <a:pathLst>
                <a:path w="1091" h="925" extrusionOk="0">
                  <a:moveTo>
                    <a:pt x="322" y="1"/>
                  </a:moveTo>
                  <a:cubicBezTo>
                    <a:pt x="147" y="1"/>
                    <a:pt x="1" y="225"/>
                    <a:pt x="166" y="391"/>
                  </a:cubicBezTo>
                  <a:lnTo>
                    <a:pt x="643" y="867"/>
                  </a:lnTo>
                  <a:cubicBezTo>
                    <a:pt x="686" y="911"/>
                    <a:pt x="744" y="925"/>
                    <a:pt x="802" y="925"/>
                  </a:cubicBezTo>
                  <a:cubicBezTo>
                    <a:pt x="1004" y="925"/>
                    <a:pt x="1090" y="694"/>
                    <a:pt x="960" y="550"/>
                  </a:cubicBezTo>
                  <a:lnTo>
                    <a:pt x="484" y="73"/>
                  </a:lnTo>
                  <a:cubicBezTo>
                    <a:pt x="433" y="22"/>
                    <a:pt x="376" y="1"/>
                    <a:pt x="322" y="1"/>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089" name="Google Shape;16089;p67"/>
          <p:cNvGrpSpPr/>
          <p:nvPr/>
        </p:nvGrpSpPr>
        <p:grpSpPr>
          <a:xfrm>
            <a:off x="3671148" y="3371938"/>
            <a:ext cx="375792" cy="327373"/>
            <a:chOff x="3696205" y="3371938"/>
            <a:chExt cx="375792" cy="327373"/>
          </a:xfrm>
        </p:grpSpPr>
        <p:sp>
          <p:nvSpPr>
            <p:cNvPr id="16090" name="Google Shape;16090;p67"/>
            <p:cNvSpPr/>
            <p:nvPr/>
          </p:nvSpPr>
          <p:spPr>
            <a:xfrm>
              <a:off x="3696205" y="3456718"/>
              <a:ext cx="375792" cy="242594"/>
            </a:xfrm>
            <a:custGeom>
              <a:avLst/>
              <a:gdLst/>
              <a:ahLst/>
              <a:cxnLst/>
              <a:rect l="l" t="t" r="r" b="b"/>
              <a:pathLst>
                <a:path w="14335" h="9254" extrusionOk="0">
                  <a:moveTo>
                    <a:pt x="462" y="0"/>
                  </a:moveTo>
                  <a:cubicBezTo>
                    <a:pt x="202" y="0"/>
                    <a:pt x="0" y="202"/>
                    <a:pt x="0" y="462"/>
                  </a:cubicBezTo>
                  <a:lnTo>
                    <a:pt x="0" y="8791"/>
                  </a:lnTo>
                  <a:cubicBezTo>
                    <a:pt x="0" y="9037"/>
                    <a:pt x="202" y="9253"/>
                    <a:pt x="462" y="9253"/>
                  </a:cubicBezTo>
                  <a:lnTo>
                    <a:pt x="13873" y="9253"/>
                  </a:lnTo>
                  <a:cubicBezTo>
                    <a:pt x="14118" y="9253"/>
                    <a:pt x="14335" y="9037"/>
                    <a:pt x="14335" y="8791"/>
                  </a:cubicBezTo>
                  <a:lnTo>
                    <a:pt x="14335" y="462"/>
                  </a:lnTo>
                  <a:cubicBezTo>
                    <a:pt x="14335" y="202"/>
                    <a:pt x="14118" y="0"/>
                    <a:pt x="13873"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1" name="Google Shape;16091;p67"/>
            <p:cNvSpPr/>
            <p:nvPr/>
          </p:nvSpPr>
          <p:spPr>
            <a:xfrm>
              <a:off x="3696205" y="3456718"/>
              <a:ext cx="375792" cy="18193"/>
            </a:xfrm>
            <a:custGeom>
              <a:avLst/>
              <a:gdLst/>
              <a:ahLst/>
              <a:cxnLst/>
              <a:rect l="l" t="t" r="r" b="b"/>
              <a:pathLst>
                <a:path w="14335" h="694" extrusionOk="0">
                  <a:moveTo>
                    <a:pt x="462" y="0"/>
                  </a:moveTo>
                  <a:cubicBezTo>
                    <a:pt x="202" y="0"/>
                    <a:pt x="0" y="202"/>
                    <a:pt x="0" y="462"/>
                  </a:cubicBezTo>
                  <a:lnTo>
                    <a:pt x="0" y="693"/>
                  </a:lnTo>
                  <a:lnTo>
                    <a:pt x="14335" y="693"/>
                  </a:lnTo>
                  <a:lnTo>
                    <a:pt x="14335" y="462"/>
                  </a:lnTo>
                  <a:cubicBezTo>
                    <a:pt x="14335" y="202"/>
                    <a:pt x="14118" y="0"/>
                    <a:pt x="13873"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2" name="Google Shape;16092;p67"/>
            <p:cNvSpPr/>
            <p:nvPr/>
          </p:nvSpPr>
          <p:spPr>
            <a:xfrm>
              <a:off x="3732539" y="3505163"/>
              <a:ext cx="121113" cy="157814"/>
            </a:xfrm>
            <a:custGeom>
              <a:avLst/>
              <a:gdLst/>
              <a:ahLst/>
              <a:cxnLst/>
              <a:rect l="l" t="t" r="r" b="b"/>
              <a:pathLst>
                <a:path w="4620" h="6020" extrusionOk="0">
                  <a:moveTo>
                    <a:pt x="231" y="0"/>
                  </a:moveTo>
                  <a:cubicBezTo>
                    <a:pt x="101" y="0"/>
                    <a:pt x="0" y="101"/>
                    <a:pt x="0" y="231"/>
                  </a:cubicBezTo>
                  <a:lnTo>
                    <a:pt x="0" y="5789"/>
                  </a:lnTo>
                  <a:cubicBezTo>
                    <a:pt x="0" y="5904"/>
                    <a:pt x="101" y="6020"/>
                    <a:pt x="231" y="6020"/>
                  </a:cubicBezTo>
                  <a:lnTo>
                    <a:pt x="4388" y="6020"/>
                  </a:lnTo>
                  <a:cubicBezTo>
                    <a:pt x="4518" y="6020"/>
                    <a:pt x="4619" y="5919"/>
                    <a:pt x="4619" y="5789"/>
                  </a:cubicBezTo>
                  <a:lnTo>
                    <a:pt x="4619" y="231"/>
                  </a:lnTo>
                  <a:cubicBezTo>
                    <a:pt x="4619" y="101"/>
                    <a:pt x="4518" y="0"/>
                    <a:pt x="4388"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3" name="Google Shape;16093;p67"/>
            <p:cNvSpPr/>
            <p:nvPr/>
          </p:nvSpPr>
          <p:spPr>
            <a:xfrm>
              <a:off x="3883904" y="3505163"/>
              <a:ext cx="151759" cy="30278"/>
            </a:xfrm>
            <a:custGeom>
              <a:avLst/>
              <a:gdLst/>
              <a:ahLst/>
              <a:cxnLst/>
              <a:rect l="l" t="t" r="r" b="b"/>
              <a:pathLst>
                <a:path w="5789" h="1155" extrusionOk="0">
                  <a:moveTo>
                    <a:pt x="231" y="0"/>
                  </a:moveTo>
                  <a:cubicBezTo>
                    <a:pt x="101" y="0"/>
                    <a:pt x="0" y="101"/>
                    <a:pt x="0" y="231"/>
                  </a:cubicBezTo>
                  <a:lnTo>
                    <a:pt x="0" y="924"/>
                  </a:lnTo>
                  <a:cubicBezTo>
                    <a:pt x="0" y="1054"/>
                    <a:pt x="101" y="1155"/>
                    <a:pt x="231" y="1155"/>
                  </a:cubicBezTo>
                  <a:lnTo>
                    <a:pt x="5558" y="1155"/>
                  </a:lnTo>
                  <a:cubicBezTo>
                    <a:pt x="5673" y="1155"/>
                    <a:pt x="5789" y="1054"/>
                    <a:pt x="5789" y="924"/>
                  </a:cubicBezTo>
                  <a:lnTo>
                    <a:pt x="5789" y="231"/>
                  </a:lnTo>
                  <a:cubicBezTo>
                    <a:pt x="5789" y="101"/>
                    <a:pt x="5673" y="0"/>
                    <a:pt x="5558" y="0"/>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4" name="Google Shape;16094;p67"/>
            <p:cNvSpPr/>
            <p:nvPr/>
          </p:nvSpPr>
          <p:spPr>
            <a:xfrm>
              <a:off x="3883904" y="3553582"/>
              <a:ext cx="115451" cy="24249"/>
            </a:xfrm>
            <a:custGeom>
              <a:avLst/>
              <a:gdLst/>
              <a:ahLst/>
              <a:cxnLst/>
              <a:rect l="l" t="t" r="r" b="b"/>
              <a:pathLst>
                <a:path w="4404" h="925" extrusionOk="0">
                  <a:moveTo>
                    <a:pt x="231" y="1"/>
                  </a:moveTo>
                  <a:cubicBezTo>
                    <a:pt x="101" y="1"/>
                    <a:pt x="0" y="102"/>
                    <a:pt x="0" y="232"/>
                  </a:cubicBezTo>
                  <a:lnTo>
                    <a:pt x="0" y="694"/>
                  </a:lnTo>
                  <a:cubicBezTo>
                    <a:pt x="0" y="824"/>
                    <a:pt x="101" y="925"/>
                    <a:pt x="231" y="925"/>
                  </a:cubicBezTo>
                  <a:lnTo>
                    <a:pt x="4172" y="925"/>
                  </a:lnTo>
                  <a:cubicBezTo>
                    <a:pt x="4288" y="925"/>
                    <a:pt x="4403" y="824"/>
                    <a:pt x="4403" y="694"/>
                  </a:cubicBezTo>
                  <a:lnTo>
                    <a:pt x="4403" y="232"/>
                  </a:lnTo>
                  <a:cubicBezTo>
                    <a:pt x="4403" y="102"/>
                    <a:pt x="4288" y="1"/>
                    <a:pt x="4172"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5" name="Google Shape;16095;p67"/>
            <p:cNvSpPr/>
            <p:nvPr/>
          </p:nvSpPr>
          <p:spPr>
            <a:xfrm>
              <a:off x="3882017" y="3595972"/>
              <a:ext cx="76836" cy="12138"/>
            </a:xfrm>
            <a:custGeom>
              <a:avLst/>
              <a:gdLst/>
              <a:ahLst/>
              <a:cxnLst/>
              <a:rect l="l" t="t" r="r" b="b"/>
              <a:pathLst>
                <a:path w="2931" h="463" extrusionOk="0">
                  <a:moveTo>
                    <a:pt x="303" y="0"/>
                  </a:moveTo>
                  <a:cubicBezTo>
                    <a:pt x="0" y="0"/>
                    <a:pt x="0" y="462"/>
                    <a:pt x="303" y="462"/>
                  </a:cubicBezTo>
                  <a:lnTo>
                    <a:pt x="2613" y="462"/>
                  </a:lnTo>
                  <a:cubicBezTo>
                    <a:pt x="2930" y="462"/>
                    <a:pt x="2930" y="0"/>
                    <a:pt x="2613"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6" name="Google Shape;16096;p67"/>
            <p:cNvSpPr/>
            <p:nvPr/>
          </p:nvSpPr>
          <p:spPr>
            <a:xfrm>
              <a:off x="3966770" y="3595972"/>
              <a:ext cx="40528" cy="12138"/>
            </a:xfrm>
            <a:custGeom>
              <a:avLst/>
              <a:gdLst/>
              <a:ahLst/>
              <a:cxnLst/>
              <a:rect l="l" t="t" r="r" b="b"/>
              <a:pathLst>
                <a:path w="1546" h="463" extrusionOk="0">
                  <a:moveTo>
                    <a:pt x="318" y="0"/>
                  </a:moveTo>
                  <a:cubicBezTo>
                    <a:pt x="1" y="0"/>
                    <a:pt x="1" y="462"/>
                    <a:pt x="318" y="462"/>
                  </a:cubicBezTo>
                  <a:lnTo>
                    <a:pt x="1242" y="462"/>
                  </a:lnTo>
                  <a:cubicBezTo>
                    <a:pt x="1545" y="462"/>
                    <a:pt x="1545" y="0"/>
                    <a:pt x="124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7" name="Google Shape;16097;p67"/>
            <p:cNvSpPr/>
            <p:nvPr/>
          </p:nvSpPr>
          <p:spPr>
            <a:xfrm>
              <a:off x="3882017" y="3632306"/>
              <a:ext cx="28391" cy="12138"/>
            </a:xfrm>
            <a:custGeom>
              <a:avLst/>
              <a:gdLst/>
              <a:ahLst/>
              <a:cxnLst/>
              <a:rect l="l" t="t" r="r" b="b"/>
              <a:pathLst>
                <a:path w="1083" h="463" extrusionOk="0">
                  <a:moveTo>
                    <a:pt x="303" y="0"/>
                  </a:moveTo>
                  <a:cubicBezTo>
                    <a:pt x="0" y="0"/>
                    <a:pt x="0" y="462"/>
                    <a:pt x="303" y="462"/>
                  </a:cubicBezTo>
                  <a:lnTo>
                    <a:pt x="765" y="462"/>
                  </a:lnTo>
                  <a:cubicBezTo>
                    <a:pt x="1083" y="462"/>
                    <a:pt x="1083" y="0"/>
                    <a:pt x="765"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8" name="Google Shape;16098;p67"/>
            <p:cNvSpPr/>
            <p:nvPr/>
          </p:nvSpPr>
          <p:spPr>
            <a:xfrm>
              <a:off x="3918324" y="3632306"/>
              <a:ext cx="64751" cy="12138"/>
            </a:xfrm>
            <a:custGeom>
              <a:avLst/>
              <a:gdLst/>
              <a:ahLst/>
              <a:cxnLst/>
              <a:rect l="l" t="t" r="r" b="b"/>
              <a:pathLst>
                <a:path w="2470" h="463" extrusionOk="0">
                  <a:moveTo>
                    <a:pt x="304" y="0"/>
                  </a:moveTo>
                  <a:cubicBezTo>
                    <a:pt x="1" y="0"/>
                    <a:pt x="1" y="462"/>
                    <a:pt x="304" y="462"/>
                  </a:cubicBezTo>
                  <a:lnTo>
                    <a:pt x="2166" y="462"/>
                  </a:lnTo>
                  <a:cubicBezTo>
                    <a:pt x="2469" y="462"/>
                    <a:pt x="2469" y="0"/>
                    <a:pt x="2166"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9" name="Google Shape;16099;p67"/>
            <p:cNvSpPr/>
            <p:nvPr/>
          </p:nvSpPr>
          <p:spPr>
            <a:xfrm>
              <a:off x="3882017" y="3656895"/>
              <a:ext cx="28391" cy="12138"/>
            </a:xfrm>
            <a:custGeom>
              <a:avLst/>
              <a:gdLst/>
              <a:ahLst/>
              <a:cxnLst/>
              <a:rect l="l" t="t" r="r" b="b"/>
              <a:pathLst>
                <a:path w="1083" h="463" extrusionOk="0">
                  <a:moveTo>
                    <a:pt x="303" y="1"/>
                  </a:moveTo>
                  <a:cubicBezTo>
                    <a:pt x="0" y="1"/>
                    <a:pt x="0" y="463"/>
                    <a:pt x="303" y="463"/>
                  </a:cubicBezTo>
                  <a:lnTo>
                    <a:pt x="765" y="463"/>
                  </a:lnTo>
                  <a:cubicBezTo>
                    <a:pt x="1083" y="463"/>
                    <a:pt x="1083" y="1"/>
                    <a:pt x="765"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0" name="Google Shape;16100;p67"/>
            <p:cNvSpPr/>
            <p:nvPr/>
          </p:nvSpPr>
          <p:spPr>
            <a:xfrm>
              <a:off x="3918324" y="3656895"/>
              <a:ext cx="64751" cy="12138"/>
            </a:xfrm>
            <a:custGeom>
              <a:avLst/>
              <a:gdLst/>
              <a:ahLst/>
              <a:cxnLst/>
              <a:rect l="l" t="t" r="r" b="b"/>
              <a:pathLst>
                <a:path w="2470" h="463" extrusionOk="0">
                  <a:moveTo>
                    <a:pt x="304" y="1"/>
                  </a:moveTo>
                  <a:cubicBezTo>
                    <a:pt x="1" y="1"/>
                    <a:pt x="1" y="463"/>
                    <a:pt x="304" y="463"/>
                  </a:cubicBezTo>
                  <a:lnTo>
                    <a:pt x="2166" y="463"/>
                  </a:lnTo>
                  <a:cubicBezTo>
                    <a:pt x="2469" y="463"/>
                    <a:pt x="2469" y="1"/>
                    <a:pt x="2166"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1" name="Google Shape;16101;p67"/>
            <p:cNvSpPr/>
            <p:nvPr/>
          </p:nvSpPr>
          <p:spPr>
            <a:xfrm>
              <a:off x="3853993" y="3371938"/>
              <a:ext cx="59823" cy="109028"/>
            </a:xfrm>
            <a:custGeom>
              <a:avLst/>
              <a:gdLst/>
              <a:ahLst/>
              <a:cxnLst/>
              <a:rect l="l" t="t" r="r" b="b"/>
              <a:pathLst>
                <a:path w="2282" h="4159" extrusionOk="0">
                  <a:moveTo>
                    <a:pt x="246" y="1"/>
                  </a:moveTo>
                  <a:cubicBezTo>
                    <a:pt x="116" y="1"/>
                    <a:pt x="1" y="116"/>
                    <a:pt x="15" y="261"/>
                  </a:cubicBezTo>
                  <a:lnTo>
                    <a:pt x="434" y="3956"/>
                  </a:lnTo>
                  <a:cubicBezTo>
                    <a:pt x="448" y="4072"/>
                    <a:pt x="535" y="4158"/>
                    <a:pt x="665" y="4158"/>
                  </a:cubicBezTo>
                  <a:lnTo>
                    <a:pt x="1632" y="4158"/>
                  </a:lnTo>
                  <a:cubicBezTo>
                    <a:pt x="1748" y="4158"/>
                    <a:pt x="1849" y="4072"/>
                    <a:pt x="1863" y="3956"/>
                  </a:cubicBezTo>
                  <a:lnTo>
                    <a:pt x="2267" y="261"/>
                  </a:lnTo>
                  <a:cubicBezTo>
                    <a:pt x="2282" y="116"/>
                    <a:pt x="2181" y="1"/>
                    <a:pt x="2051"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2" name="Google Shape;16102;p67"/>
            <p:cNvSpPr/>
            <p:nvPr/>
          </p:nvSpPr>
          <p:spPr>
            <a:xfrm>
              <a:off x="3756735" y="3583860"/>
              <a:ext cx="72694" cy="78750"/>
            </a:xfrm>
            <a:custGeom>
              <a:avLst/>
              <a:gdLst/>
              <a:ahLst/>
              <a:cxnLst/>
              <a:rect l="l" t="t" r="r" b="b"/>
              <a:pathLst>
                <a:path w="2773" h="3004" extrusionOk="0">
                  <a:moveTo>
                    <a:pt x="925" y="1"/>
                  </a:moveTo>
                  <a:lnTo>
                    <a:pt x="925" y="462"/>
                  </a:lnTo>
                  <a:cubicBezTo>
                    <a:pt x="925" y="549"/>
                    <a:pt x="881" y="636"/>
                    <a:pt x="795" y="679"/>
                  </a:cubicBezTo>
                  <a:lnTo>
                    <a:pt x="261" y="939"/>
                  </a:lnTo>
                  <a:cubicBezTo>
                    <a:pt x="102" y="1025"/>
                    <a:pt x="1" y="1184"/>
                    <a:pt x="1" y="1357"/>
                  </a:cubicBezTo>
                  <a:lnTo>
                    <a:pt x="1" y="3003"/>
                  </a:lnTo>
                  <a:lnTo>
                    <a:pt x="2773" y="3003"/>
                  </a:lnTo>
                  <a:lnTo>
                    <a:pt x="2773" y="1357"/>
                  </a:lnTo>
                  <a:cubicBezTo>
                    <a:pt x="2773" y="1184"/>
                    <a:pt x="2671" y="1025"/>
                    <a:pt x="2527" y="939"/>
                  </a:cubicBezTo>
                  <a:lnTo>
                    <a:pt x="1979" y="679"/>
                  </a:lnTo>
                  <a:cubicBezTo>
                    <a:pt x="1906" y="636"/>
                    <a:pt x="1849" y="549"/>
                    <a:pt x="1849" y="462"/>
                  </a:cubicBezTo>
                  <a:lnTo>
                    <a:pt x="1849"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3" name="Google Shape;16103;p67"/>
            <p:cNvSpPr/>
            <p:nvPr/>
          </p:nvSpPr>
          <p:spPr>
            <a:xfrm>
              <a:off x="3779831" y="3583860"/>
              <a:ext cx="26503" cy="18193"/>
            </a:xfrm>
            <a:custGeom>
              <a:avLst/>
              <a:gdLst/>
              <a:ahLst/>
              <a:cxnLst/>
              <a:rect l="l" t="t" r="r" b="b"/>
              <a:pathLst>
                <a:path w="1011" h="694" extrusionOk="0">
                  <a:moveTo>
                    <a:pt x="44" y="1"/>
                  </a:moveTo>
                  <a:lnTo>
                    <a:pt x="44" y="462"/>
                  </a:lnTo>
                  <a:cubicBezTo>
                    <a:pt x="44" y="520"/>
                    <a:pt x="29" y="564"/>
                    <a:pt x="0" y="607"/>
                  </a:cubicBezTo>
                  <a:cubicBezTo>
                    <a:pt x="159" y="665"/>
                    <a:pt x="332" y="693"/>
                    <a:pt x="506" y="693"/>
                  </a:cubicBezTo>
                  <a:cubicBezTo>
                    <a:pt x="679" y="693"/>
                    <a:pt x="852" y="665"/>
                    <a:pt x="1011" y="607"/>
                  </a:cubicBezTo>
                  <a:cubicBezTo>
                    <a:pt x="982" y="564"/>
                    <a:pt x="968" y="520"/>
                    <a:pt x="968" y="462"/>
                  </a:cubicBezTo>
                  <a:lnTo>
                    <a:pt x="96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4" name="Google Shape;16104;p67"/>
            <p:cNvSpPr/>
            <p:nvPr/>
          </p:nvSpPr>
          <p:spPr>
            <a:xfrm>
              <a:off x="3756735" y="3603155"/>
              <a:ext cx="72694" cy="59456"/>
            </a:xfrm>
            <a:custGeom>
              <a:avLst/>
              <a:gdLst/>
              <a:ahLst/>
              <a:cxnLst/>
              <a:rect l="l" t="t" r="r" b="b"/>
              <a:pathLst>
                <a:path w="2773" h="2268" extrusionOk="0">
                  <a:moveTo>
                    <a:pt x="679" y="1"/>
                  </a:moveTo>
                  <a:lnTo>
                    <a:pt x="261" y="203"/>
                  </a:lnTo>
                  <a:cubicBezTo>
                    <a:pt x="102" y="289"/>
                    <a:pt x="1" y="448"/>
                    <a:pt x="1" y="621"/>
                  </a:cubicBezTo>
                  <a:lnTo>
                    <a:pt x="1" y="2267"/>
                  </a:lnTo>
                  <a:lnTo>
                    <a:pt x="2773" y="2267"/>
                  </a:lnTo>
                  <a:lnTo>
                    <a:pt x="2773" y="621"/>
                  </a:lnTo>
                  <a:cubicBezTo>
                    <a:pt x="2773" y="448"/>
                    <a:pt x="2671" y="289"/>
                    <a:pt x="2527" y="203"/>
                  </a:cubicBezTo>
                  <a:lnTo>
                    <a:pt x="2094" y="1"/>
                  </a:lnTo>
                  <a:cubicBezTo>
                    <a:pt x="1914" y="225"/>
                    <a:pt x="1650" y="336"/>
                    <a:pt x="1387" y="336"/>
                  </a:cubicBezTo>
                  <a:cubicBezTo>
                    <a:pt x="1123" y="336"/>
                    <a:pt x="860" y="225"/>
                    <a:pt x="679"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5" name="Google Shape;16105;p67"/>
            <p:cNvSpPr/>
            <p:nvPr/>
          </p:nvSpPr>
          <p:spPr>
            <a:xfrm>
              <a:off x="3756735" y="3614139"/>
              <a:ext cx="18193" cy="48839"/>
            </a:xfrm>
            <a:custGeom>
              <a:avLst/>
              <a:gdLst/>
              <a:ahLst/>
              <a:cxnLst/>
              <a:rect l="l" t="t" r="r" b="b"/>
              <a:pathLst>
                <a:path w="694" h="1863" extrusionOk="0">
                  <a:moveTo>
                    <a:pt x="59" y="0"/>
                  </a:moveTo>
                  <a:cubicBezTo>
                    <a:pt x="30" y="58"/>
                    <a:pt x="1" y="130"/>
                    <a:pt x="1" y="217"/>
                  </a:cubicBezTo>
                  <a:lnTo>
                    <a:pt x="1" y="1863"/>
                  </a:lnTo>
                  <a:lnTo>
                    <a:pt x="694" y="1863"/>
                  </a:lnTo>
                  <a:lnTo>
                    <a:pt x="694" y="708"/>
                  </a:lnTo>
                  <a:lnTo>
                    <a:pt x="694" y="693"/>
                  </a:lnTo>
                  <a:cubicBezTo>
                    <a:pt x="694" y="563"/>
                    <a:pt x="622" y="419"/>
                    <a:pt x="521" y="332"/>
                  </a:cubicBezTo>
                  <a:lnTo>
                    <a:pt x="59"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6" name="Google Shape;16106;p67"/>
            <p:cNvSpPr/>
            <p:nvPr/>
          </p:nvSpPr>
          <p:spPr>
            <a:xfrm>
              <a:off x="3811236" y="3614139"/>
              <a:ext cx="18193" cy="48839"/>
            </a:xfrm>
            <a:custGeom>
              <a:avLst/>
              <a:gdLst/>
              <a:ahLst/>
              <a:cxnLst/>
              <a:rect l="l" t="t" r="r" b="b"/>
              <a:pathLst>
                <a:path w="694" h="1863" extrusionOk="0">
                  <a:moveTo>
                    <a:pt x="636" y="0"/>
                  </a:moveTo>
                  <a:lnTo>
                    <a:pt x="188" y="332"/>
                  </a:lnTo>
                  <a:cubicBezTo>
                    <a:pt x="73" y="419"/>
                    <a:pt x="1" y="563"/>
                    <a:pt x="1" y="693"/>
                  </a:cubicBezTo>
                  <a:lnTo>
                    <a:pt x="1" y="708"/>
                  </a:lnTo>
                  <a:lnTo>
                    <a:pt x="1" y="1863"/>
                  </a:lnTo>
                  <a:lnTo>
                    <a:pt x="694" y="1863"/>
                  </a:lnTo>
                  <a:lnTo>
                    <a:pt x="694" y="217"/>
                  </a:lnTo>
                  <a:cubicBezTo>
                    <a:pt x="694" y="130"/>
                    <a:pt x="665" y="58"/>
                    <a:pt x="636"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7" name="Google Shape;16107;p67"/>
            <p:cNvSpPr/>
            <p:nvPr/>
          </p:nvSpPr>
          <p:spPr>
            <a:xfrm>
              <a:off x="3768847" y="3535415"/>
              <a:ext cx="48472" cy="54527"/>
            </a:xfrm>
            <a:custGeom>
              <a:avLst/>
              <a:gdLst/>
              <a:ahLst/>
              <a:cxnLst/>
              <a:rect l="l" t="t" r="r" b="b"/>
              <a:pathLst>
                <a:path w="1849" h="2080" extrusionOk="0">
                  <a:moveTo>
                    <a:pt x="694" y="1"/>
                  </a:moveTo>
                  <a:cubicBezTo>
                    <a:pt x="318" y="1"/>
                    <a:pt x="1" y="318"/>
                    <a:pt x="1" y="694"/>
                  </a:cubicBezTo>
                  <a:lnTo>
                    <a:pt x="1" y="1156"/>
                  </a:lnTo>
                  <a:cubicBezTo>
                    <a:pt x="1" y="1675"/>
                    <a:pt x="419" y="2080"/>
                    <a:pt x="925" y="2080"/>
                  </a:cubicBezTo>
                  <a:cubicBezTo>
                    <a:pt x="1430" y="2080"/>
                    <a:pt x="1849" y="1675"/>
                    <a:pt x="1849" y="1156"/>
                  </a:cubicBezTo>
                  <a:lnTo>
                    <a:pt x="1849" y="694"/>
                  </a:lnTo>
                  <a:cubicBezTo>
                    <a:pt x="1849" y="318"/>
                    <a:pt x="1545" y="1"/>
                    <a:pt x="1156"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8" name="Google Shape;16108;p67"/>
            <p:cNvSpPr/>
            <p:nvPr/>
          </p:nvSpPr>
          <p:spPr>
            <a:xfrm>
              <a:off x="3768847" y="3535415"/>
              <a:ext cx="33345" cy="54632"/>
            </a:xfrm>
            <a:custGeom>
              <a:avLst/>
              <a:gdLst/>
              <a:ahLst/>
              <a:cxnLst/>
              <a:rect l="l" t="t" r="r" b="b"/>
              <a:pathLst>
                <a:path w="1272" h="2084" extrusionOk="0">
                  <a:moveTo>
                    <a:pt x="694" y="1"/>
                  </a:moveTo>
                  <a:cubicBezTo>
                    <a:pt x="304" y="1"/>
                    <a:pt x="1" y="318"/>
                    <a:pt x="1" y="694"/>
                  </a:cubicBezTo>
                  <a:lnTo>
                    <a:pt x="1" y="1156"/>
                  </a:lnTo>
                  <a:cubicBezTo>
                    <a:pt x="1" y="1687"/>
                    <a:pt x="436" y="2083"/>
                    <a:pt x="926" y="2083"/>
                  </a:cubicBezTo>
                  <a:cubicBezTo>
                    <a:pt x="1035" y="2083"/>
                    <a:pt x="1146" y="2064"/>
                    <a:pt x="1257" y="2022"/>
                  </a:cubicBezTo>
                  <a:cubicBezTo>
                    <a:pt x="910" y="1877"/>
                    <a:pt x="679" y="1531"/>
                    <a:pt x="694" y="1156"/>
                  </a:cubicBezTo>
                  <a:lnTo>
                    <a:pt x="694" y="694"/>
                  </a:lnTo>
                  <a:cubicBezTo>
                    <a:pt x="694" y="362"/>
                    <a:pt x="925" y="73"/>
                    <a:pt x="1271" y="15"/>
                  </a:cubicBezTo>
                  <a:cubicBezTo>
                    <a:pt x="1228" y="15"/>
                    <a:pt x="1185" y="1"/>
                    <a:pt x="115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09" name="Google Shape;16109;p67"/>
            <p:cNvSpPr/>
            <p:nvPr/>
          </p:nvSpPr>
          <p:spPr>
            <a:xfrm>
              <a:off x="3768847" y="3535415"/>
              <a:ext cx="48472" cy="24301"/>
            </a:xfrm>
            <a:custGeom>
              <a:avLst/>
              <a:gdLst/>
              <a:ahLst/>
              <a:cxnLst/>
              <a:rect l="l" t="t" r="r" b="b"/>
              <a:pathLst>
                <a:path w="1849" h="927" extrusionOk="0">
                  <a:moveTo>
                    <a:pt x="694" y="1"/>
                  </a:moveTo>
                  <a:cubicBezTo>
                    <a:pt x="304" y="1"/>
                    <a:pt x="1" y="318"/>
                    <a:pt x="1" y="694"/>
                  </a:cubicBezTo>
                  <a:cubicBezTo>
                    <a:pt x="557" y="853"/>
                    <a:pt x="1125" y="926"/>
                    <a:pt x="1694" y="926"/>
                  </a:cubicBezTo>
                  <a:cubicBezTo>
                    <a:pt x="1746" y="926"/>
                    <a:pt x="1797" y="926"/>
                    <a:pt x="1849" y="925"/>
                  </a:cubicBezTo>
                  <a:lnTo>
                    <a:pt x="1849" y="694"/>
                  </a:lnTo>
                  <a:cubicBezTo>
                    <a:pt x="1849" y="318"/>
                    <a:pt x="1545" y="1"/>
                    <a:pt x="1156"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0" name="Google Shape;16110;p67"/>
            <p:cNvSpPr/>
            <p:nvPr/>
          </p:nvSpPr>
          <p:spPr>
            <a:xfrm>
              <a:off x="3768847" y="3535415"/>
              <a:ext cx="33345" cy="22361"/>
            </a:xfrm>
            <a:custGeom>
              <a:avLst/>
              <a:gdLst/>
              <a:ahLst/>
              <a:cxnLst/>
              <a:rect l="l" t="t" r="r" b="b"/>
              <a:pathLst>
                <a:path w="1272" h="853" extrusionOk="0">
                  <a:moveTo>
                    <a:pt x="694" y="1"/>
                  </a:moveTo>
                  <a:cubicBezTo>
                    <a:pt x="304" y="1"/>
                    <a:pt x="1" y="318"/>
                    <a:pt x="1" y="694"/>
                  </a:cubicBezTo>
                  <a:cubicBezTo>
                    <a:pt x="217" y="766"/>
                    <a:pt x="448" y="809"/>
                    <a:pt x="694" y="853"/>
                  </a:cubicBezTo>
                  <a:lnTo>
                    <a:pt x="694" y="694"/>
                  </a:lnTo>
                  <a:cubicBezTo>
                    <a:pt x="694" y="362"/>
                    <a:pt x="925" y="73"/>
                    <a:pt x="1271" y="15"/>
                  </a:cubicBezTo>
                  <a:cubicBezTo>
                    <a:pt x="1228" y="15"/>
                    <a:pt x="1185" y="1"/>
                    <a:pt x="1156"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1" name="Google Shape;16111;p67"/>
            <p:cNvSpPr/>
            <p:nvPr/>
          </p:nvSpPr>
          <p:spPr>
            <a:xfrm>
              <a:off x="3871793" y="3451029"/>
              <a:ext cx="24249" cy="12138"/>
            </a:xfrm>
            <a:custGeom>
              <a:avLst/>
              <a:gdLst/>
              <a:ahLst/>
              <a:cxnLst/>
              <a:rect l="l" t="t" r="r" b="b"/>
              <a:pathLst>
                <a:path w="925" h="463" extrusionOk="0">
                  <a:moveTo>
                    <a:pt x="231" y="1"/>
                  </a:moveTo>
                  <a:cubicBezTo>
                    <a:pt x="101" y="1"/>
                    <a:pt x="0" y="102"/>
                    <a:pt x="0" y="232"/>
                  </a:cubicBezTo>
                  <a:cubicBezTo>
                    <a:pt x="0" y="347"/>
                    <a:pt x="101" y="463"/>
                    <a:pt x="231" y="463"/>
                  </a:cubicBezTo>
                  <a:lnTo>
                    <a:pt x="693" y="463"/>
                  </a:lnTo>
                  <a:cubicBezTo>
                    <a:pt x="823" y="463"/>
                    <a:pt x="924" y="347"/>
                    <a:pt x="924" y="232"/>
                  </a:cubicBezTo>
                  <a:cubicBezTo>
                    <a:pt x="924" y="102"/>
                    <a:pt x="823" y="1"/>
                    <a:pt x="693"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2" name="Google Shape;16112;p67"/>
            <p:cNvSpPr/>
            <p:nvPr/>
          </p:nvSpPr>
          <p:spPr>
            <a:xfrm>
              <a:off x="3854386" y="3371938"/>
              <a:ext cx="59429" cy="12138"/>
            </a:xfrm>
            <a:custGeom>
              <a:avLst/>
              <a:gdLst/>
              <a:ahLst/>
              <a:cxnLst/>
              <a:rect l="l" t="t" r="r" b="b"/>
              <a:pathLst>
                <a:path w="2267" h="463" extrusionOk="0">
                  <a:moveTo>
                    <a:pt x="231" y="1"/>
                  </a:moveTo>
                  <a:cubicBezTo>
                    <a:pt x="101" y="1"/>
                    <a:pt x="0" y="102"/>
                    <a:pt x="0" y="232"/>
                  </a:cubicBezTo>
                  <a:cubicBezTo>
                    <a:pt x="0" y="362"/>
                    <a:pt x="101" y="463"/>
                    <a:pt x="231" y="463"/>
                  </a:cubicBezTo>
                  <a:lnTo>
                    <a:pt x="2021" y="463"/>
                  </a:lnTo>
                  <a:cubicBezTo>
                    <a:pt x="2151" y="463"/>
                    <a:pt x="2267" y="362"/>
                    <a:pt x="2252" y="232"/>
                  </a:cubicBezTo>
                  <a:cubicBezTo>
                    <a:pt x="2252" y="102"/>
                    <a:pt x="2151" y="1"/>
                    <a:pt x="202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13" name="Google Shape;16113;p67"/>
          <p:cNvGrpSpPr/>
          <p:nvPr/>
        </p:nvGrpSpPr>
        <p:grpSpPr>
          <a:xfrm>
            <a:off x="6542267" y="2436849"/>
            <a:ext cx="366722" cy="342892"/>
            <a:chOff x="6567324" y="2436849"/>
            <a:chExt cx="366722" cy="342892"/>
          </a:xfrm>
        </p:grpSpPr>
        <p:sp>
          <p:nvSpPr>
            <p:cNvPr id="16114" name="Google Shape;16114;p67"/>
            <p:cNvSpPr/>
            <p:nvPr/>
          </p:nvSpPr>
          <p:spPr>
            <a:xfrm>
              <a:off x="6567324" y="2508390"/>
              <a:ext cx="366722" cy="271351"/>
            </a:xfrm>
            <a:custGeom>
              <a:avLst/>
              <a:gdLst/>
              <a:ahLst/>
              <a:cxnLst/>
              <a:rect l="l" t="t" r="r" b="b"/>
              <a:pathLst>
                <a:path w="13989" h="10351" extrusionOk="0">
                  <a:moveTo>
                    <a:pt x="1054" y="0"/>
                  </a:moveTo>
                  <a:cubicBezTo>
                    <a:pt x="476" y="0"/>
                    <a:pt x="0" y="477"/>
                    <a:pt x="0" y="1068"/>
                  </a:cubicBezTo>
                  <a:lnTo>
                    <a:pt x="0" y="9297"/>
                  </a:lnTo>
                  <a:cubicBezTo>
                    <a:pt x="0" y="9874"/>
                    <a:pt x="476" y="10350"/>
                    <a:pt x="1054" y="10350"/>
                  </a:cubicBezTo>
                  <a:lnTo>
                    <a:pt x="12934" y="10350"/>
                  </a:lnTo>
                  <a:cubicBezTo>
                    <a:pt x="13512" y="10350"/>
                    <a:pt x="13988" y="9874"/>
                    <a:pt x="13988" y="9297"/>
                  </a:cubicBezTo>
                  <a:lnTo>
                    <a:pt x="13988" y="1068"/>
                  </a:lnTo>
                  <a:cubicBezTo>
                    <a:pt x="13988" y="477"/>
                    <a:pt x="13512" y="0"/>
                    <a:pt x="12934" y="0"/>
                  </a:cubicBezTo>
                  <a:close/>
                </a:path>
              </a:pathLst>
            </a:custGeom>
            <a:solidFill>
              <a:srgbClr val="96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5" name="Google Shape;16115;p67"/>
            <p:cNvSpPr/>
            <p:nvPr/>
          </p:nvSpPr>
          <p:spPr>
            <a:xfrm>
              <a:off x="6567324" y="2508390"/>
              <a:ext cx="183164" cy="271351"/>
            </a:xfrm>
            <a:custGeom>
              <a:avLst/>
              <a:gdLst/>
              <a:ahLst/>
              <a:cxnLst/>
              <a:rect l="l" t="t" r="r" b="b"/>
              <a:pathLst>
                <a:path w="6987" h="10351" extrusionOk="0">
                  <a:moveTo>
                    <a:pt x="1039" y="0"/>
                  </a:moveTo>
                  <a:cubicBezTo>
                    <a:pt x="462" y="15"/>
                    <a:pt x="0" y="491"/>
                    <a:pt x="0" y="1068"/>
                  </a:cubicBezTo>
                  <a:lnTo>
                    <a:pt x="0" y="9297"/>
                  </a:lnTo>
                  <a:cubicBezTo>
                    <a:pt x="0" y="9874"/>
                    <a:pt x="462" y="10350"/>
                    <a:pt x="1039" y="10350"/>
                  </a:cubicBezTo>
                  <a:lnTo>
                    <a:pt x="6987" y="10350"/>
                  </a:lnTo>
                  <a:lnTo>
                    <a:pt x="6987" y="0"/>
                  </a:ln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6" name="Google Shape;16116;p67"/>
            <p:cNvSpPr/>
            <p:nvPr/>
          </p:nvSpPr>
          <p:spPr>
            <a:xfrm>
              <a:off x="6599097" y="2540163"/>
              <a:ext cx="303150" cy="207780"/>
            </a:xfrm>
            <a:custGeom>
              <a:avLst/>
              <a:gdLst/>
              <a:ahLst/>
              <a:cxnLst/>
              <a:rect l="l" t="t" r="r" b="b"/>
              <a:pathLst>
                <a:path w="11564" h="7926" extrusionOk="0">
                  <a:moveTo>
                    <a:pt x="275" y="1"/>
                  </a:moveTo>
                  <a:cubicBezTo>
                    <a:pt x="131" y="1"/>
                    <a:pt x="1" y="131"/>
                    <a:pt x="1" y="290"/>
                  </a:cubicBezTo>
                  <a:lnTo>
                    <a:pt x="1" y="7652"/>
                  </a:lnTo>
                  <a:cubicBezTo>
                    <a:pt x="1" y="7796"/>
                    <a:pt x="131" y="7926"/>
                    <a:pt x="275" y="7926"/>
                  </a:cubicBezTo>
                  <a:lnTo>
                    <a:pt x="11289" y="7926"/>
                  </a:lnTo>
                  <a:cubicBezTo>
                    <a:pt x="11448" y="7926"/>
                    <a:pt x="11563" y="7796"/>
                    <a:pt x="11563" y="7652"/>
                  </a:cubicBezTo>
                  <a:lnTo>
                    <a:pt x="11563" y="290"/>
                  </a:lnTo>
                  <a:cubicBezTo>
                    <a:pt x="11563" y="131"/>
                    <a:pt x="11448" y="15"/>
                    <a:pt x="11289"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7" name="Google Shape;16117;p67"/>
            <p:cNvSpPr/>
            <p:nvPr/>
          </p:nvSpPr>
          <p:spPr>
            <a:xfrm>
              <a:off x="6598730" y="2540556"/>
              <a:ext cx="151759" cy="207780"/>
            </a:xfrm>
            <a:custGeom>
              <a:avLst/>
              <a:gdLst/>
              <a:ahLst/>
              <a:cxnLst/>
              <a:rect l="l" t="t" r="r" b="b"/>
              <a:pathLst>
                <a:path w="5789" h="7926" extrusionOk="0">
                  <a:moveTo>
                    <a:pt x="289" y="0"/>
                  </a:moveTo>
                  <a:cubicBezTo>
                    <a:pt x="130" y="0"/>
                    <a:pt x="0" y="130"/>
                    <a:pt x="15" y="275"/>
                  </a:cubicBezTo>
                  <a:lnTo>
                    <a:pt x="15" y="7637"/>
                  </a:lnTo>
                  <a:cubicBezTo>
                    <a:pt x="0" y="7795"/>
                    <a:pt x="130" y="7911"/>
                    <a:pt x="289" y="7925"/>
                  </a:cubicBezTo>
                  <a:lnTo>
                    <a:pt x="5789" y="7925"/>
                  </a:lnTo>
                  <a:lnTo>
                    <a:pt x="5789" y="0"/>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8" name="Google Shape;16118;p67"/>
            <p:cNvSpPr/>
            <p:nvPr/>
          </p:nvSpPr>
          <p:spPr>
            <a:xfrm>
              <a:off x="6678580" y="2436849"/>
              <a:ext cx="144209" cy="120379"/>
            </a:xfrm>
            <a:custGeom>
              <a:avLst/>
              <a:gdLst/>
              <a:ahLst/>
              <a:cxnLst/>
              <a:rect l="l" t="t" r="r" b="b"/>
              <a:pathLst>
                <a:path w="5501" h="4592" extrusionOk="0">
                  <a:moveTo>
                    <a:pt x="2339" y="1"/>
                  </a:moveTo>
                  <a:cubicBezTo>
                    <a:pt x="1718" y="1"/>
                    <a:pt x="1213" y="506"/>
                    <a:pt x="1213" y="1127"/>
                  </a:cubicBezTo>
                  <a:lnTo>
                    <a:pt x="1213" y="1647"/>
                  </a:lnTo>
                  <a:cubicBezTo>
                    <a:pt x="1213" y="1906"/>
                    <a:pt x="996" y="2123"/>
                    <a:pt x="736" y="2123"/>
                  </a:cubicBezTo>
                  <a:lnTo>
                    <a:pt x="520" y="2123"/>
                  </a:lnTo>
                  <a:cubicBezTo>
                    <a:pt x="231" y="2123"/>
                    <a:pt x="0" y="2354"/>
                    <a:pt x="0" y="2643"/>
                  </a:cubicBezTo>
                  <a:lnTo>
                    <a:pt x="0" y="4072"/>
                  </a:lnTo>
                  <a:cubicBezTo>
                    <a:pt x="0" y="4360"/>
                    <a:pt x="231" y="4591"/>
                    <a:pt x="520" y="4591"/>
                  </a:cubicBezTo>
                  <a:lnTo>
                    <a:pt x="4980" y="4591"/>
                  </a:lnTo>
                  <a:cubicBezTo>
                    <a:pt x="5269" y="4591"/>
                    <a:pt x="5500" y="4360"/>
                    <a:pt x="5500" y="4072"/>
                  </a:cubicBezTo>
                  <a:lnTo>
                    <a:pt x="5500" y="2643"/>
                  </a:lnTo>
                  <a:cubicBezTo>
                    <a:pt x="5500" y="2354"/>
                    <a:pt x="5269" y="2123"/>
                    <a:pt x="4980" y="2123"/>
                  </a:cubicBezTo>
                  <a:lnTo>
                    <a:pt x="4764" y="2123"/>
                  </a:lnTo>
                  <a:cubicBezTo>
                    <a:pt x="4504" y="2123"/>
                    <a:pt x="4287" y="1906"/>
                    <a:pt x="4287" y="1647"/>
                  </a:cubicBezTo>
                  <a:lnTo>
                    <a:pt x="4287" y="1127"/>
                  </a:lnTo>
                  <a:cubicBezTo>
                    <a:pt x="4287" y="506"/>
                    <a:pt x="3782" y="1"/>
                    <a:pt x="3161"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19" name="Google Shape;16119;p67"/>
            <p:cNvSpPr/>
            <p:nvPr/>
          </p:nvSpPr>
          <p:spPr>
            <a:xfrm>
              <a:off x="6711480" y="2591256"/>
              <a:ext cx="141954" cy="101452"/>
            </a:xfrm>
            <a:custGeom>
              <a:avLst/>
              <a:gdLst/>
              <a:ahLst/>
              <a:cxnLst/>
              <a:rect l="l" t="t" r="r" b="b"/>
              <a:pathLst>
                <a:path w="5415" h="3870" extrusionOk="0">
                  <a:moveTo>
                    <a:pt x="4794" y="1"/>
                  </a:moveTo>
                  <a:lnTo>
                    <a:pt x="4765" y="15"/>
                  </a:lnTo>
                  <a:lnTo>
                    <a:pt x="4173" y="318"/>
                  </a:lnTo>
                  <a:cubicBezTo>
                    <a:pt x="4057" y="376"/>
                    <a:pt x="4000" y="506"/>
                    <a:pt x="4057" y="621"/>
                  </a:cubicBezTo>
                  <a:cubicBezTo>
                    <a:pt x="4098" y="702"/>
                    <a:pt x="4174" y="748"/>
                    <a:pt x="4256" y="748"/>
                  </a:cubicBezTo>
                  <a:cubicBezTo>
                    <a:pt x="4290" y="748"/>
                    <a:pt x="4326" y="740"/>
                    <a:pt x="4361" y="722"/>
                  </a:cubicBezTo>
                  <a:lnTo>
                    <a:pt x="4519" y="650"/>
                  </a:lnTo>
                  <a:lnTo>
                    <a:pt x="4519" y="650"/>
                  </a:lnTo>
                  <a:cubicBezTo>
                    <a:pt x="4231" y="1646"/>
                    <a:pt x="3711" y="2382"/>
                    <a:pt x="2989" y="2844"/>
                  </a:cubicBezTo>
                  <a:cubicBezTo>
                    <a:pt x="2257" y="3316"/>
                    <a:pt x="1238" y="3414"/>
                    <a:pt x="544" y="3414"/>
                  </a:cubicBezTo>
                  <a:cubicBezTo>
                    <a:pt x="430" y="3414"/>
                    <a:pt x="325" y="3411"/>
                    <a:pt x="232" y="3407"/>
                  </a:cubicBezTo>
                  <a:cubicBezTo>
                    <a:pt x="224" y="3406"/>
                    <a:pt x="215" y="3406"/>
                    <a:pt x="207" y="3406"/>
                  </a:cubicBezTo>
                  <a:cubicBezTo>
                    <a:pt x="90" y="3406"/>
                    <a:pt x="1" y="3502"/>
                    <a:pt x="1" y="3624"/>
                  </a:cubicBezTo>
                  <a:cubicBezTo>
                    <a:pt x="1" y="3754"/>
                    <a:pt x="88" y="3855"/>
                    <a:pt x="218" y="3855"/>
                  </a:cubicBezTo>
                  <a:cubicBezTo>
                    <a:pt x="434" y="3855"/>
                    <a:pt x="752" y="3869"/>
                    <a:pt x="896" y="3869"/>
                  </a:cubicBezTo>
                  <a:cubicBezTo>
                    <a:pt x="922" y="3870"/>
                    <a:pt x="947" y="3870"/>
                    <a:pt x="973" y="3870"/>
                  </a:cubicBezTo>
                  <a:cubicBezTo>
                    <a:pt x="1769" y="3870"/>
                    <a:pt x="2549" y="3654"/>
                    <a:pt x="3220" y="3234"/>
                  </a:cubicBezTo>
                  <a:cubicBezTo>
                    <a:pt x="4028" y="2729"/>
                    <a:pt x="4606" y="1921"/>
                    <a:pt x="4938" y="867"/>
                  </a:cubicBezTo>
                  <a:lnTo>
                    <a:pt x="4967" y="924"/>
                  </a:lnTo>
                  <a:cubicBezTo>
                    <a:pt x="5006" y="1012"/>
                    <a:pt x="5084" y="1060"/>
                    <a:pt x="5166" y="1060"/>
                  </a:cubicBezTo>
                  <a:cubicBezTo>
                    <a:pt x="5206" y="1060"/>
                    <a:pt x="5247" y="1049"/>
                    <a:pt x="5284" y="1026"/>
                  </a:cubicBezTo>
                  <a:cubicBezTo>
                    <a:pt x="5385" y="953"/>
                    <a:pt x="5414" y="795"/>
                    <a:pt x="5328" y="693"/>
                  </a:cubicBezTo>
                  <a:lnTo>
                    <a:pt x="5039" y="102"/>
                  </a:lnTo>
                  <a:lnTo>
                    <a:pt x="5025" y="73"/>
                  </a:lnTo>
                  <a:cubicBezTo>
                    <a:pt x="5010" y="58"/>
                    <a:pt x="4996" y="44"/>
                    <a:pt x="4981" y="29"/>
                  </a:cubicBezTo>
                  <a:lnTo>
                    <a:pt x="4952" y="15"/>
                  </a:lnTo>
                  <a:lnTo>
                    <a:pt x="4923" y="1"/>
                  </a:ln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0" name="Google Shape;16120;p67"/>
            <p:cNvSpPr/>
            <p:nvPr/>
          </p:nvSpPr>
          <p:spPr>
            <a:xfrm>
              <a:off x="6669117" y="2666178"/>
              <a:ext cx="41656" cy="35652"/>
            </a:xfrm>
            <a:custGeom>
              <a:avLst/>
              <a:gdLst/>
              <a:ahLst/>
              <a:cxnLst/>
              <a:rect l="l" t="t" r="r" b="b"/>
              <a:pathLst>
                <a:path w="1589" h="1360" extrusionOk="0">
                  <a:moveTo>
                    <a:pt x="679" y="1"/>
                  </a:moveTo>
                  <a:cubicBezTo>
                    <a:pt x="303" y="1"/>
                    <a:pt x="0" y="304"/>
                    <a:pt x="0" y="679"/>
                  </a:cubicBezTo>
                  <a:cubicBezTo>
                    <a:pt x="0" y="1088"/>
                    <a:pt x="335" y="1359"/>
                    <a:pt x="687" y="1359"/>
                  </a:cubicBezTo>
                  <a:cubicBezTo>
                    <a:pt x="856" y="1359"/>
                    <a:pt x="1029" y="1296"/>
                    <a:pt x="1170" y="1156"/>
                  </a:cubicBezTo>
                  <a:cubicBezTo>
                    <a:pt x="1588" y="737"/>
                    <a:pt x="1285" y="1"/>
                    <a:pt x="679" y="1"/>
                  </a:cubicBez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1" name="Google Shape;16121;p67"/>
            <p:cNvSpPr/>
            <p:nvPr/>
          </p:nvSpPr>
          <p:spPr>
            <a:xfrm>
              <a:off x="6630476" y="2582238"/>
              <a:ext cx="41682" cy="36413"/>
            </a:xfrm>
            <a:custGeom>
              <a:avLst/>
              <a:gdLst/>
              <a:ahLst/>
              <a:cxnLst/>
              <a:rect l="l" t="t" r="r" b="b"/>
              <a:pathLst>
                <a:path w="1590" h="1389" extrusionOk="0">
                  <a:moveTo>
                    <a:pt x="324" y="0"/>
                  </a:moveTo>
                  <a:cubicBezTo>
                    <a:pt x="148" y="0"/>
                    <a:pt x="0" y="239"/>
                    <a:pt x="175" y="402"/>
                  </a:cubicBezTo>
                  <a:lnTo>
                    <a:pt x="464" y="691"/>
                  </a:lnTo>
                  <a:lnTo>
                    <a:pt x="175" y="994"/>
                  </a:lnTo>
                  <a:cubicBezTo>
                    <a:pt x="88" y="1081"/>
                    <a:pt x="88" y="1225"/>
                    <a:pt x="175" y="1312"/>
                  </a:cubicBezTo>
                  <a:cubicBezTo>
                    <a:pt x="218" y="1355"/>
                    <a:pt x="276" y="1377"/>
                    <a:pt x="334" y="1377"/>
                  </a:cubicBezTo>
                  <a:cubicBezTo>
                    <a:pt x="392" y="1377"/>
                    <a:pt x="449" y="1355"/>
                    <a:pt x="493" y="1312"/>
                  </a:cubicBezTo>
                  <a:lnTo>
                    <a:pt x="796" y="1023"/>
                  </a:lnTo>
                  <a:lnTo>
                    <a:pt x="1084" y="1312"/>
                  </a:lnTo>
                  <a:cubicBezTo>
                    <a:pt x="1135" y="1366"/>
                    <a:pt x="1193" y="1388"/>
                    <a:pt x="1249" y="1388"/>
                  </a:cubicBezTo>
                  <a:cubicBezTo>
                    <a:pt x="1431" y="1388"/>
                    <a:pt x="1590" y="1149"/>
                    <a:pt x="1402" y="994"/>
                  </a:cubicBezTo>
                  <a:lnTo>
                    <a:pt x="1113" y="691"/>
                  </a:lnTo>
                  <a:lnTo>
                    <a:pt x="1402" y="402"/>
                  </a:lnTo>
                  <a:cubicBezTo>
                    <a:pt x="1588" y="239"/>
                    <a:pt x="1435" y="0"/>
                    <a:pt x="1255" y="0"/>
                  </a:cubicBezTo>
                  <a:cubicBezTo>
                    <a:pt x="1198" y="0"/>
                    <a:pt x="1137" y="25"/>
                    <a:pt x="1084" y="85"/>
                  </a:cubicBezTo>
                  <a:lnTo>
                    <a:pt x="796" y="373"/>
                  </a:lnTo>
                  <a:lnTo>
                    <a:pt x="493" y="85"/>
                  </a:lnTo>
                  <a:cubicBezTo>
                    <a:pt x="440" y="25"/>
                    <a:pt x="380" y="0"/>
                    <a:pt x="324" y="0"/>
                  </a:cubicBez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2" name="Google Shape;16122;p67"/>
            <p:cNvSpPr/>
            <p:nvPr/>
          </p:nvSpPr>
          <p:spPr>
            <a:xfrm>
              <a:off x="6837889" y="2678080"/>
              <a:ext cx="40948" cy="35967"/>
            </a:xfrm>
            <a:custGeom>
              <a:avLst/>
              <a:gdLst/>
              <a:ahLst/>
              <a:cxnLst/>
              <a:rect l="l" t="t" r="r" b="b"/>
              <a:pathLst>
                <a:path w="1562" h="1372" extrusionOk="0">
                  <a:moveTo>
                    <a:pt x="320" y="0"/>
                  </a:moveTo>
                  <a:cubicBezTo>
                    <a:pt x="146" y="0"/>
                    <a:pt x="1" y="218"/>
                    <a:pt x="145" y="384"/>
                  </a:cubicBezTo>
                  <a:lnTo>
                    <a:pt x="448" y="673"/>
                  </a:lnTo>
                  <a:lnTo>
                    <a:pt x="145" y="976"/>
                  </a:lnTo>
                  <a:cubicBezTo>
                    <a:pt x="1" y="1142"/>
                    <a:pt x="146" y="1360"/>
                    <a:pt x="320" y="1360"/>
                  </a:cubicBezTo>
                  <a:cubicBezTo>
                    <a:pt x="372" y="1360"/>
                    <a:pt x="427" y="1340"/>
                    <a:pt x="477" y="1293"/>
                  </a:cubicBezTo>
                  <a:lnTo>
                    <a:pt x="766" y="1005"/>
                  </a:lnTo>
                  <a:lnTo>
                    <a:pt x="1069" y="1293"/>
                  </a:lnTo>
                  <a:cubicBezTo>
                    <a:pt x="1117" y="1349"/>
                    <a:pt x="1174" y="1372"/>
                    <a:pt x="1229" y="1372"/>
                  </a:cubicBezTo>
                  <a:cubicBezTo>
                    <a:pt x="1404" y="1372"/>
                    <a:pt x="1562" y="1141"/>
                    <a:pt x="1386" y="976"/>
                  </a:cubicBezTo>
                  <a:lnTo>
                    <a:pt x="1083" y="673"/>
                  </a:lnTo>
                  <a:lnTo>
                    <a:pt x="1386" y="384"/>
                  </a:lnTo>
                  <a:cubicBezTo>
                    <a:pt x="1530" y="218"/>
                    <a:pt x="1385" y="0"/>
                    <a:pt x="1218" y="0"/>
                  </a:cubicBezTo>
                  <a:cubicBezTo>
                    <a:pt x="1168" y="0"/>
                    <a:pt x="1115" y="20"/>
                    <a:pt x="1069" y="66"/>
                  </a:cubicBezTo>
                  <a:lnTo>
                    <a:pt x="766" y="355"/>
                  </a:lnTo>
                  <a:lnTo>
                    <a:pt x="477" y="66"/>
                  </a:lnTo>
                  <a:cubicBezTo>
                    <a:pt x="427" y="20"/>
                    <a:pt x="372" y="0"/>
                    <a:pt x="320"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3" name="Google Shape;16123;p67"/>
            <p:cNvSpPr/>
            <p:nvPr/>
          </p:nvSpPr>
          <p:spPr>
            <a:xfrm>
              <a:off x="6733868" y="2598124"/>
              <a:ext cx="40895" cy="36124"/>
            </a:xfrm>
            <a:custGeom>
              <a:avLst/>
              <a:gdLst/>
              <a:ahLst/>
              <a:cxnLst/>
              <a:rect l="l" t="t" r="r" b="b"/>
              <a:pathLst>
                <a:path w="1560" h="1378" extrusionOk="0">
                  <a:moveTo>
                    <a:pt x="333" y="1"/>
                  </a:moveTo>
                  <a:cubicBezTo>
                    <a:pt x="154" y="1"/>
                    <a:pt x="1" y="239"/>
                    <a:pt x="186" y="403"/>
                  </a:cubicBezTo>
                  <a:lnTo>
                    <a:pt x="475" y="691"/>
                  </a:lnTo>
                  <a:lnTo>
                    <a:pt x="186" y="994"/>
                  </a:lnTo>
                  <a:cubicBezTo>
                    <a:pt x="85" y="1081"/>
                    <a:pt x="85" y="1225"/>
                    <a:pt x="186" y="1312"/>
                  </a:cubicBezTo>
                  <a:cubicBezTo>
                    <a:pt x="230" y="1355"/>
                    <a:pt x="287" y="1377"/>
                    <a:pt x="345" y="1377"/>
                  </a:cubicBezTo>
                  <a:cubicBezTo>
                    <a:pt x="403" y="1377"/>
                    <a:pt x="461" y="1355"/>
                    <a:pt x="504" y="1312"/>
                  </a:cubicBezTo>
                  <a:lnTo>
                    <a:pt x="793" y="1023"/>
                  </a:lnTo>
                  <a:lnTo>
                    <a:pt x="1096" y="1312"/>
                  </a:lnTo>
                  <a:cubicBezTo>
                    <a:pt x="1140" y="1353"/>
                    <a:pt x="1190" y="1371"/>
                    <a:pt x="1238" y="1371"/>
                  </a:cubicBezTo>
                  <a:cubicBezTo>
                    <a:pt x="1408" y="1371"/>
                    <a:pt x="1560" y="1152"/>
                    <a:pt x="1413" y="994"/>
                  </a:cubicBezTo>
                  <a:lnTo>
                    <a:pt x="1110" y="691"/>
                  </a:lnTo>
                  <a:lnTo>
                    <a:pt x="1413" y="403"/>
                  </a:lnTo>
                  <a:cubicBezTo>
                    <a:pt x="1558" y="236"/>
                    <a:pt x="1412" y="19"/>
                    <a:pt x="1245" y="19"/>
                  </a:cubicBezTo>
                  <a:cubicBezTo>
                    <a:pt x="1195" y="19"/>
                    <a:pt x="1143" y="38"/>
                    <a:pt x="1096" y="85"/>
                  </a:cubicBezTo>
                  <a:lnTo>
                    <a:pt x="793" y="374"/>
                  </a:lnTo>
                  <a:lnTo>
                    <a:pt x="504" y="85"/>
                  </a:lnTo>
                  <a:cubicBezTo>
                    <a:pt x="451" y="25"/>
                    <a:pt x="391" y="1"/>
                    <a:pt x="333" y="1"/>
                  </a:cubicBez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4" name="Google Shape;16124;p67"/>
            <p:cNvSpPr/>
            <p:nvPr/>
          </p:nvSpPr>
          <p:spPr>
            <a:xfrm>
              <a:off x="6678580" y="2436849"/>
              <a:ext cx="71908" cy="120379"/>
            </a:xfrm>
            <a:custGeom>
              <a:avLst/>
              <a:gdLst/>
              <a:ahLst/>
              <a:cxnLst/>
              <a:rect l="l" t="t" r="r" b="b"/>
              <a:pathLst>
                <a:path w="2743" h="4592" extrusionOk="0">
                  <a:moveTo>
                    <a:pt x="2339" y="1"/>
                  </a:moveTo>
                  <a:cubicBezTo>
                    <a:pt x="1718" y="1"/>
                    <a:pt x="1213" y="506"/>
                    <a:pt x="1213" y="1127"/>
                  </a:cubicBezTo>
                  <a:lnTo>
                    <a:pt x="1213" y="1647"/>
                  </a:lnTo>
                  <a:cubicBezTo>
                    <a:pt x="1213" y="1906"/>
                    <a:pt x="996" y="2123"/>
                    <a:pt x="736" y="2123"/>
                  </a:cubicBezTo>
                  <a:lnTo>
                    <a:pt x="520" y="2123"/>
                  </a:lnTo>
                  <a:cubicBezTo>
                    <a:pt x="231" y="2123"/>
                    <a:pt x="0" y="2354"/>
                    <a:pt x="0" y="2643"/>
                  </a:cubicBezTo>
                  <a:lnTo>
                    <a:pt x="0" y="4072"/>
                  </a:lnTo>
                  <a:cubicBezTo>
                    <a:pt x="0" y="4360"/>
                    <a:pt x="231" y="4591"/>
                    <a:pt x="520" y="4591"/>
                  </a:cubicBezTo>
                  <a:lnTo>
                    <a:pt x="2743" y="4591"/>
                  </a:lnTo>
                  <a:lnTo>
                    <a:pt x="2743" y="1"/>
                  </a:lnTo>
                  <a:close/>
                </a:path>
              </a:pathLst>
            </a:custGeom>
            <a:solidFill>
              <a:srgbClr val="8BA3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5" name="Google Shape;16125;p67"/>
            <p:cNvSpPr/>
            <p:nvPr/>
          </p:nvSpPr>
          <p:spPr>
            <a:xfrm>
              <a:off x="6728913" y="2500578"/>
              <a:ext cx="38221" cy="32795"/>
            </a:xfrm>
            <a:custGeom>
              <a:avLst/>
              <a:gdLst/>
              <a:ahLst/>
              <a:cxnLst/>
              <a:rect l="l" t="t" r="r" b="b"/>
              <a:pathLst>
                <a:path w="1458" h="1251" extrusionOk="0">
                  <a:moveTo>
                    <a:pt x="825" y="0"/>
                  </a:moveTo>
                  <a:cubicBezTo>
                    <a:pt x="672" y="0"/>
                    <a:pt x="516" y="57"/>
                    <a:pt x="390" y="183"/>
                  </a:cubicBezTo>
                  <a:cubicBezTo>
                    <a:pt x="0" y="573"/>
                    <a:pt x="274" y="1251"/>
                    <a:pt x="823" y="1251"/>
                  </a:cubicBezTo>
                  <a:cubicBezTo>
                    <a:pt x="1169" y="1251"/>
                    <a:pt x="1458" y="962"/>
                    <a:pt x="1458" y="630"/>
                  </a:cubicBezTo>
                  <a:cubicBezTo>
                    <a:pt x="1458" y="249"/>
                    <a:pt x="1147" y="0"/>
                    <a:pt x="825"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26" name="Google Shape;16126;p67"/>
          <p:cNvGrpSpPr/>
          <p:nvPr/>
        </p:nvGrpSpPr>
        <p:grpSpPr>
          <a:xfrm>
            <a:off x="4183913" y="3361347"/>
            <a:ext cx="299349" cy="348188"/>
            <a:chOff x="4208970" y="3361347"/>
            <a:chExt cx="299349" cy="348188"/>
          </a:xfrm>
        </p:grpSpPr>
        <p:sp>
          <p:nvSpPr>
            <p:cNvPr id="16127" name="Google Shape;16127;p67"/>
            <p:cNvSpPr/>
            <p:nvPr/>
          </p:nvSpPr>
          <p:spPr>
            <a:xfrm>
              <a:off x="4208970" y="3374979"/>
              <a:ext cx="252817" cy="334556"/>
            </a:xfrm>
            <a:custGeom>
              <a:avLst/>
              <a:gdLst/>
              <a:ahLst/>
              <a:cxnLst/>
              <a:rect l="l" t="t" r="r" b="b"/>
              <a:pathLst>
                <a:path w="9644" h="12762" extrusionOk="0">
                  <a:moveTo>
                    <a:pt x="217" y="0"/>
                  </a:moveTo>
                  <a:cubicBezTo>
                    <a:pt x="87" y="0"/>
                    <a:pt x="0" y="101"/>
                    <a:pt x="0" y="217"/>
                  </a:cubicBezTo>
                  <a:lnTo>
                    <a:pt x="0" y="12545"/>
                  </a:lnTo>
                  <a:cubicBezTo>
                    <a:pt x="0" y="12660"/>
                    <a:pt x="87" y="12761"/>
                    <a:pt x="217" y="12761"/>
                  </a:cubicBezTo>
                  <a:lnTo>
                    <a:pt x="9427" y="12761"/>
                  </a:lnTo>
                  <a:cubicBezTo>
                    <a:pt x="9542" y="12761"/>
                    <a:pt x="9643" y="12660"/>
                    <a:pt x="9643" y="12545"/>
                  </a:cubicBezTo>
                  <a:lnTo>
                    <a:pt x="9643" y="2238"/>
                  </a:lnTo>
                  <a:lnTo>
                    <a:pt x="7406" y="0"/>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8" name="Google Shape;16128;p67"/>
            <p:cNvSpPr/>
            <p:nvPr/>
          </p:nvSpPr>
          <p:spPr>
            <a:xfrm>
              <a:off x="4439059" y="3410920"/>
              <a:ext cx="22728" cy="298615"/>
            </a:xfrm>
            <a:custGeom>
              <a:avLst/>
              <a:gdLst/>
              <a:ahLst/>
              <a:cxnLst/>
              <a:rect l="l" t="t" r="r" b="b"/>
              <a:pathLst>
                <a:path w="867" h="11391" extrusionOk="0">
                  <a:moveTo>
                    <a:pt x="0" y="1"/>
                  </a:moveTo>
                  <a:lnTo>
                    <a:pt x="0" y="11390"/>
                  </a:lnTo>
                  <a:lnTo>
                    <a:pt x="650" y="11390"/>
                  </a:lnTo>
                  <a:cubicBezTo>
                    <a:pt x="765" y="11390"/>
                    <a:pt x="866" y="11289"/>
                    <a:pt x="866" y="11174"/>
                  </a:cubicBezTo>
                  <a:lnTo>
                    <a:pt x="866" y="867"/>
                  </a:lnTo>
                  <a:lnTo>
                    <a:pt x="0"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9" name="Google Shape;16129;p67"/>
            <p:cNvSpPr/>
            <p:nvPr/>
          </p:nvSpPr>
          <p:spPr>
            <a:xfrm>
              <a:off x="4403092" y="3374979"/>
              <a:ext cx="58695" cy="58669"/>
            </a:xfrm>
            <a:custGeom>
              <a:avLst/>
              <a:gdLst/>
              <a:ahLst/>
              <a:cxnLst/>
              <a:rect l="l" t="t" r="r" b="b"/>
              <a:pathLst>
                <a:path w="2239" h="2238" extrusionOk="0">
                  <a:moveTo>
                    <a:pt x="1" y="0"/>
                  </a:moveTo>
                  <a:lnTo>
                    <a:pt x="15" y="2007"/>
                  </a:lnTo>
                  <a:cubicBezTo>
                    <a:pt x="15" y="2122"/>
                    <a:pt x="116" y="2223"/>
                    <a:pt x="232" y="2223"/>
                  </a:cubicBezTo>
                  <a:lnTo>
                    <a:pt x="2238" y="2238"/>
                  </a:lnTo>
                  <a:lnTo>
                    <a:pt x="1" y="0"/>
                  </a:lnTo>
                  <a:close/>
                </a:path>
              </a:pathLst>
            </a:custGeom>
            <a:solidFill>
              <a:srgbClr val="667E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0" name="Google Shape;16130;p67"/>
            <p:cNvSpPr/>
            <p:nvPr/>
          </p:nvSpPr>
          <p:spPr>
            <a:xfrm>
              <a:off x="4289188" y="3457478"/>
              <a:ext cx="141194" cy="10617"/>
            </a:xfrm>
            <a:custGeom>
              <a:avLst/>
              <a:gdLst/>
              <a:ahLst/>
              <a:cxnLst/>
              <a:rect l="l" t="t" r="r" b="b"/>
              <a:pathLst>
                <a:path w="5386" h="405" extrusionOk="0">
                  <a:moveTo>
                    <a:pt x="275" y="0"/>
                  </a:moveTo>
                  <a:cubicBezTo>
                    <a:pt x="1" y="0"/>
                    <a:pt x="1" y="404"/>
                    <a:pt x="275" y="404"/>
                  </a:cubicBezTo>
                  <a:lnTo>
                    <a:pt x="5111" y="404"/>
                  </a:lnTo>
                  <a:cubicBezTo>
                    <a:pt x="5385" y="404"/>
                    <a:pt x="5385" y="0"/>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1" name="Google Shape;16131;p67"/>
            <p:cNvSpPr/>
            <p:nvPr/>
          </p:nvSpPr>
          <p:spPr>
            <a:xfrm>
              <a:off x="4289188" y="3478293"/>
              <a:ext cx="141194" cy="10224"/>
            </a:xfrm>
            <a:custGeom>
              <a:avLst/>
              <a:gdLst/>
              <a:ahLst/>
              <a:cxnLst/>
              <a:rect l="l" t="t" r="r" b="b"/>
              <a:pathLst>
                <a:path w="5386" h="390" extrusionOk="0">
                  <a:moveTo>
                    <a:pt x="275" y="0"/>
                  </a:moveTo>
                  <a:cubicBezTo>
                    <a:pt x="1" y="0"/>
                    <a:pt x="1" y="390"/>
                    <a:pt x="275" y="390"/>
                  </a:cubicBezTo>
                  <a:lnTo>
                    <a:pt x="5111" y="390"/>
                  </a:lnTo>
                  <a:cubicBezTo>
                    <a:pt x="5385" y="390"/>
                    <a:pt x="5385" y="0"/>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2" name="Google Shape;16132;p67"/>
            <p:cNvSpPr/>
            <p:nvPr/>
          </p:nvSpPr>
          <p:spPr>
            <a:xfrm>
              <a:off x="4240743" y="3457845"/>
              <a:ext cx="31065" cy="30672"/>
            </a:xfrm>
            <a:custGeom>
              <a:avLst/>
              <a:gdLst/>
              <a:ahLst/>
              <a:cxnLst/>
              <a:rect l="l" t="t" r="r" b="b"/>
              <a:pathLst>
                <a:path w="1185" h="1170" extrusionOk="0">
                  <a:moveTo>
                    <a:pt x="217" y="1"/>
                  </a:moveTo>
                  <a:cubicBezTo>
                    <a:pt x="102" y="1"/>
                    <a:pt x="15" y="102"/>
                    <a:pt x="15" y="217"/>
                  </a:cubicBezTo>
                  <a:lnTo>
                    <a:pt x="15" y="953"/>
                  </a:lnTo>
                  <a:cubicBezTo>
                    <a:pt x="1" y="1069"/>
                    <a:pt x="102" y="1170"/>
                    <a:pt x="217" y="1170"/>
                  </a:cubicBezTo>
                  <a:lnTo>
                    <a:pt x="954" y="1170"/>
                  </a:lnTo>
                  <a:cubicBezTo>
                    <a:pt x="1084" y="1170"/>
                    <a:pt x="1185" y="1069"/>
                    <a:pt x="1185" y="953"/>
                  </a:cubicBezTo>
                  <a:lnTo>
                    <a:pt x="1185" y="217"/>
                  </a:lnTo>
                  <a:cubicBezTo>
                    <a:pt x="1185" y="102"/>
                    <a:pt x="1084" y="1"/>
                    <a:pt x="968"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3" name="Google Shape;16133;p67"/>
            <p:cNvSpPr/>
            <p:nvPr/>
          </p:nvSpPr>
          <p:spPr>
            <a:xfrm>
              <a:off x="4289188" y="3544512"/>
              <a:ext cx="141194" cy="10617"/>
            </a:xfrm>
            <a:custGeom>
              <a:avLst/>
              <a:gdLst/>
              <a:ahLst/>
              <a:cxnLst/>
              <a:rect l="l" t="t" r="r" b="b"/>
              <a:pathLst>
                <a:path w="5386" h="405" extrusionOk="0">
                  <a:moveTo>
                    <a:pt x="275" y="0"/>
                  </a:moveTo>
                  <a:cubicBezTo>
                    <a:pt x="1" y="0"/>
                    <a:pt x="1" y="404"/>
                    <a:pt x="275" y="404"/>
                  </a:cubicBezTo>
                  <a:lnTo>
                    <a:pt x="5111" y="404"/>
                  </a:lnTo>
                  <a:cubicBezTo>
                    <a:pt x="5385" y="404"/>
                    <a:pt x="5385" y="0"/>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4" name="Google Shape;16134;p67"/>
            <p:cNvSpPr/>
            <p:nvPr/>
          </p:nvSpPr>
          <p:spPr>
            <a:xfrm>
              <a:off x="4289188" y="3565326"/>
              <a:ext cx="141194" cy="10224"/>
            </a:xfrm>
            <a:custGeom>
              <a:avLst/>
              <a:gdLst/>
              <a:ahLst/>
              <a:cxnLst/>
              <a:rect l="l" t="t" r="r" b="b"/>
              <a:pathLst>
                <a:path w="5386" h="390" extrusionOk="0">
                  <a:moveTo>
                    <a:pt x="275" y="0"/>
                  </a:moveTo>
                  <a:cubicBezTo>
                    <a:pt x="1" y="0"/>
                    <a:pt x="1" y="390"/>
                    <a:pt x="275" y="390"/>
                  </a:cubicBezTo>
                  <a:lnTo>
                    <a:pt x="5111" y="390"/>
                  </a:lnTo>
                  <a:cubicBezTo>
                    <a:pt x="5385" y="390"/>
                    <a:pt x="5385" y="0"/>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5" name="Google Shape;16135;p67"/>
            <p:cNvSpPr/>
            <p:nvPr/>
          </p:nvSpPr>
          <p:spPr>
            <a:xfrm>
              <a:off x="4240743" y="3544879"/>
              <a:ext cx="31065" cy="30672"/>
            </a:xfrm>
            <a:custGeom>
              <a:avLst/>
              <a:gdLst/>
              <a:ahLst/>
              <a:cxnLst/>
              <a:rect l="l" t="t" r="r" b="b"/>
              <a:pathLst>
                <a:path w="1185" h="1170" extrusionOk="0">
                  <a:moveTo>
                    <a:pt x="217" y="1"/>
                  </a:moveTo>
                  <a:cubicBezTo>
                    <a:pt x="102" y="1"/>
                    <a:pt x="15" y="102"/>
                    <a:pt x="15" y="217"/>
                  </a:cubicBezTo>
                  <a:lnTo>
                    <a:pt x="15" y="953"/>
                  </a:lnTo>
                  <a:cubicBezTo>
                    <a:pt x="1" y="1069"/>
                    <a:pt x="102" y="1170"/>
                    <a:pt x="217" y="1170"/>
                  </a:cubicBezTo>
                  <a:lnTo>
                    <a:pt x="954" y="1170"/>
                  </a:lnTo>
                  <a:cubicBezTo>
                    <a:pt x="1084" y="1170"/>
                    <a:pt x="1185" y="1069"/>
                    <a:pt x="1185" y="953"/>
                  </a:cubicBezTo>
                  <a:lnTo>
                    <a:pt x="1185" y="217"/>
                  </a:lnTo>
                  <a:cubicBezTo>
                    <a:pt x="1185" y="102"/>
                    <a:pt x="1084" y="1"/>
                    <a:pt x="968" y="1"/>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6" name="Google Shape;16136;p67"/>
            <p:cNvSpPr/>
            <p:nvPr/>
          </p:nvSpPr>
          <p:spPr>
            <a:xfrm>
              <a:off x="4289188" y="3631545"/>
              <a:ext cx="141194" cy="10617"/>
            </a:xfrm>
            <a:custGeom>
              <a:avLst/>
              <a:gdLst/>
              <a:ahLst/>
              <a:cxnLst/>
              <a:rect l="l" t="t" r="r" b="b"/>
              <a:pathLst>
                <a:path w="5386" h="405" extrusionOk="0">
                  <a:moveTo>
                    <a:pt x="275" y="0"/>
                  </a:moveTo>
                  <a:cubicBezTo>
                    <a:pt x="1" y="0"/>
                    <a:pt x="1" y="405"/>
                    <a:pt x="275" y="405"/>
                  </a:cubicBezTo>
                  <a:lnTo>
                    <a:pt x="5111" y="405"/>
                  </a:lnTo>
                  <a:cubicBezTo>
                    <a:pt x="5385" y="405"/>
                    <a:pt x="5385" y="15"/>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7" name="Google Shape;16137;p67"/>
            <p:cNvSpPr/>
            <p:nvPr/>
          </p:nvSpPr>
          <p:spPr>
            <a:xfrm>
              <a:off x="4289188" y="3652360"/>
              <a:ext cx="141194" cy="10250"/>
            </a:xfrm>
            <a:custGeom>
              <a:avLst/>
              <a:gdLst/>
              <a:ahLst/>
              <a:cxnLst/>
              <a:rect l="l" t="t" r="r" b="b"/>
              <a:pathLst>
                <a:path w="5386" h="391" extrusionOk="0">
                  <a:moveTo>
                    <a:pt x="275" y="0"/>
                  </a:moveTo>
                  <a:cubicBezTo>
                    <a:pt x="1" y="0"/>
                    <a:pt x="1" y="390"/>
                    <a:pt x="275" y="390"/>
                  </a:cubicBezTo>
                  <a:lnTo>
                    <a:pt x="5111" y="390"/>
                  </a:lnTo>
                  <a:cubicBezTo>
                    <a:pt x="5385" y="390"/>
                    <a:pt x="5385" y="0"/>
                    <a:pt x="5111"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8" name="Google Shape;16138;p67"/>
            <p:cNvSpPr/>
            <p:nvPr/>
          </p:nvSpPr>
          <p:spPr>
            <a:xfrm>
              <a:off x="4240743" y="3631912"/>
              <a:ext cx="31065" cy="30698"/>
            </a:xfrm>
            <a:custGeom>
              <a:avLst/>
              <a:gdLst/>
              <a:ahLst/>
              <a:cxnLst/>
              <a:rect l="l" t="t" r="r" b="b"/>
              <a:pathLst>
                <a:path w="1185" h="1171" extrusionOk="0">
                  <a:moveTo>
                    <a:pt x="217" y="1"/>
                  </a:moveTo>
                  <a:cubicBezTo>
                    <a:pt x="102" y="1"/>
                    <a:pt x="15" y="102"/>
                    <a:pt x="15" y="217"/>
                  </a:cubicBezTo>
                  <a:lnTo>
                    <a:pt x="15" y="954"/>
                  </a:lnTo>
                  <a:cubicBezTo>
                    <a:pt x="1" y="1069"/>
                    <a:pt x="102" y="1170"/>
                    <a:pt x="217" y="1170"/>
                  </a:cubicBezTo>
                  <a:lnTo>
                    <a:pt x="954" y="1170"/>
                  </a:lnTo>
                  <a:cubicBezTo>
                    <a:pt x="1084" y="1170"/>
                    <a:pt x="1185" y="1069"/>
                    <a:pt x="1185" y="954"/>
                  </a:cubicBezTo>
                  <a:lnTo>
                    <a:pt x="1185" y="217"/>
                  </a:lnTo>
                  <a:cubicBezTo>
                    <a:pt x="1185" y="102"/>
                    <a:pt x="1084" y="1"/>
                    <a:pt x="968" y="1"/>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9" name="Google Shape;16139;p67"/>
            <p:cNvSpPr/>
            <p:nvPr/>
          </p:nvSpPr>
          <p:spPr>
            <a:xfrm>
              <a:off x="4320227" y="3361347"/>
              <a:ext cx="38248" cy="35967"/>
            </a:xfrm>
            <a:custGeom>
              <a:avLst/>
              <a:gdLst/>
              <a:ahLst/>
              <a:cxnLst/>
              <a:rect l="l" t="t" r="r" b="b"/>
              <a:pathLst>
                <a:path w="1459" h="1372" extrusionOk="0">
                  <a:moveTo>
                    <a:pt x="202" y="1"/>
                  </a:moveTo>
                  <a:cubicBezTo>
                    <a:pt x="87" y="1"/>
                    <a:pt x="0" y="102"/>
                    <a:pt x="15" y="232"/>
                  </a:cubicBezTo>
                  <a:lnTo>
                    <a:pt x="116" y="1199"/>
                  </a:lnTo>
                  <a:cubicBezTo>
                    <a:pt x="130" y="1300"/>
                    <a:pt x="217" y="1372"/>
                    <a:pt x="318" y="1372"/>
                  </a:cubicBezTo>
                  <a:lnTo>
                    <a:pt x="1141" y="1372"/>
                  </a:lnTo>
                  <a:cubicBezTo>
                    <a:pt x="1242" y="1372"/>
                    <a:pt x="1328" y="1300"/>
                    <a:pt x="1343" y="1199"/>
                  </a:cubicBezTo>
                  <a:lnTo>
                    <a:pt x="1444" y="232"/>
                  </a:lnTo>
                  <a:cubicBezTo>
                    <a:pt x="1458" y="102"/>
                    <a:pt x="1372" y="1"/>
                    <a:pt x="1256" y="1"/>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0" name="Google Shape;16140;p67"/>
            <p:cNvSpPr/>
            <p:nvPr/>
          </p:nvSpPr>
          <p:spPr>
            <a:xfrm>
              <a:off x="4405609" y="3596653"/>
              <a:ext cx="102710" cy="101033"/>
            </a:xfrm>
            <a:custGeom>
              <a:avLst/>
              <a:gdLst/>
              <a:ahLst/>
              <a:cxnLst/>
              <a:rect l="l" t="t" r="r" b="b"/>
              <a:pathLst>
                <a:path w="3918" h="3854" extrusionOk="0">
                  <a:moveTo>
                    <a:pt x="233" y="1"/>
                  </a:moveTo>
                  <a:cubicBezTo>
                    <a:pt x="105" y="1"/>
                    <a:pt x="1" y="144"/>
                    <a:pt x="49" y="278"/>
                  </a:cubicBezTo>
                  <a:lnTo>
                    <a:pt x="1161" y="3396"/>
                  </a:lnTo>
                  <a:cubicBezTo>
                    <a:pt x="1198" y="3486"/>
                    <a:pt x="1279" y="3533"/>
                    <a:pt x="1360" y="3533"/>
                  </a:cubicBezTo>
                  <a:cubicBezTo>
                    <a:pt x="1434" y="3533"/>
                    <a:pt x="1509" y="3493"/>
                    <a:pt x="1550" y="3410"/>
                  </a:cubicBezTo>
                  <a:lnTo>
                    <a:pt x="1926" y="2616"/>
                  </a:lnTo>
                  <a:lnTo>
                    <a:pt x="3095" y="3800"/>
                  </a:lnTo>
                  <a:cubicBezTo>
                    <a:pt x="3138" y="3836"/>
                    <a:pt x="3192" y="3854"/>
                    <a:pt x="3246" y="3854"/>
                  </a:cubicBezTo>
                  <a:cubicBezTo>
                    <a:pt x="3301" y="3854"/>
                    <a:pt x="3355" y="3836"/>
                    <a:pt x="3398" y="3800"/>
                  </a:cubicBezTo>
                  <a:lnTo>
                    <a:pt x="3831" y="3352"/>
                  </a:lnTo>
                  <a:cubicBezTo>
                    <a:pt x="3918" y="3266"/>
                    <a:pt x="3918" y="3136"/>
                    <a:pt x="3831" y="3064"/>
                  </a:cubicBezTo>
                  <a:lnTo>
                    <a:pt x="2662" y="1880"/>
                  </a:lnTo>
                  <a:lnTo>
                    <a:pt x="3456" y="1519"/>
                  </a:lnTo>
                  <a:cubicBezTo>
                    <a:pt x="3615" y="1432"/>
                    <a:pt x="3600" y="1187"/>
                    <a:pt x="3427" y="1129"/>
                  </a:cubicBezTo>
                  <a:lnTo>
                    <a:pt x="309" y="18"/>
                  </a:lnTo>
                  <a:cubicBezTo>
                    <a:pt x="283" y="6"/>
                    <a:pt x="258" y="1"/>
                    <a:pt x="23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41" name="Google Shape;16141;p67"/>
          <p:cNvGrpSpPr/>
          <p:nvPr/>
        </p:nvGrpSpPr>
        <p:grpSpPr>
          <a:xfrm>
            <a:off x="2761776" y="1512351"/>
            <a:ext cx="366722" cy="353667"/>
            <a:chOff x="2786833" y="1512351"/>
            <a:chExt cx="366722" cy="353667"/>
          </a:xfrm>
        </p:grpSpPr>
        <p:sp>
          <p:nvSpPr>
            <p:cNvPr id="16142" name="Google Shape;16142;p67"/>
            <p:cNvSpPr/>
            <p:nvPr/>
          </p:nvSpPr>
          <p:spPr>
            <a:xfrm>
              <a:off x="2987797" y="1713315"/>
              <a:ext cx="165757" cy="75106"/>
            </a:xfrm>
            <a:custGeom>
              <a:avLst/>
              <a:gdLst/>
              <a:ahLst/>
              <a:cxnLst/>
              <a:rect l="l" t="t" r="r" b="b"/>
              <a:pathLst>
                <a:path w="6323" h="2865" extrusionOk="0">
                  <a:moveTo>
                    <a:pt x="5669" y="0"/>
                  </a:moveTo>
                  <a:cubicBezTo>
                    <a:pt x="5661" y="0"/>
                    <a:pt x="5653" y="0"/>
                    <a:pt x="5644" y="1"/>
                  </a:cubicBezTo>
                  <a:lnTo>
                    <a:pt x="679" y="1"/>
                  </a:lnTo>
                  <a:cubicBezTo>
                    <a:pt x="303" y="1"/>
                    <a:pt x="0" y="304"/>
                    <a:pt x="0" y="679"/>
                  </a:cubicBezTo>
                  <a:lnTo>
                    <a:pt x="0" y="1127"/>
                  </a:lnTo>
                  <a:cubicBezTo>
                    <a:pt x="0" y="1502"/>
                    <a:pt x="303" y="1805"/>
                    <a:pt x="679" y="1805"/>
                  </a:cubicBezTo>
                  <a:lnTo>
                    <a:pt x="3392" y="1805"/>
                  </a:lnTo>
                  <a:lnTo>
                    <a:pt x="4749" y="2815"/>
                  </a:lnTo>
                  <a:cubicBezTo>
                    <a:pt x="4791" y="2850"/>
                    <a:pt x="4838" y="2865"/>
                    <a:pt x="4884" y="2865"/>
                  </a:cubicBezTo>
                  <a:cubicBezTo>
                    <a:pt x="5012" y="2865"/>
                    <a:pt x="5131" y="2748"/>
                    <a:pt x="5110" y="2599"/>
                  </a:cubicBezTo>
                  <a:lnTo>
                    <a:pt x="4966" y="1805"/>
                  </a:lnTo>
                  <a:lnTo>
                    <a:pt x="5644" y="1805"/>
                  </a:lnTo>
                  <a:cubicBezTo>
                    <a:pt x="6020" y="1805"/>
                    <a:pt x="6323" y="1502"/>
                    <a:pt x="6323" y="1127"/>
                  </a:cubicBezTo>
                  <a:lnTo>
                    <a:pt x="6323" y="679"/>
                  </a:lnTo>
                  <a:cubicBezTo>
                    <a:pt x="6323" y="312"/>
                    <a:pt x="6033" y="0"/>
                    <a:pt x="5669" y="0"/>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3" name="Google Shape;16143;p67"/>
            <p:cNvSpPr/>
            <p:nvPr/>
          </p:nvSpPr>
          <p:spPr>
            <a:xfrm>
              <a:off x="2786833" y="1767423"/>
              <a:ext cx="177528" cy="98595"/>
            </a:xfrm>
            <a:custGeom>
              <a:avLst/>
              <a:gdLst/>
              <a:ahLst/>
              <a:cxnLst/>
              <a:rect l="l" t="t" r="r" b="b"/>
              <a:pathLst>
                <a:path w="6772" h="3761" extrusionOk="0">
                  <a:moveTo>
                    <a:pt x="654" y="0"/>
                  </a:moveTo>
                  <a:cubicBezTo>
                    <a:pt x="290" y="0"/>
                    <a:pt x="1" y="298"/>
                    <a:pt x="1" y="665"/>
                  </a:cubicBezTo>
                  <a:lnTo>
                    <a:pt x="1" y="2022"/>
                  </a:lnTo>
                  <a:cubicBezTo>
                    <a:pt x="1" y="2397"/>
                    <a:pt x="304" y="2700"/>
                    <a:pt x="679" y="2700"/>
                  </a:cubicBezTo>
                  <a:lnTo>
                    <a:pt x="1358" y="2700"/>
                  </a:lnTo>
                  <a:lnTo>
                    <a:pt x="1228" y="3494"/>
                  </a:lnTo>
                  <a:cubicBezTo>
                    <a:pt x="1196" y="3643"/>
                    <a:pt x="1313" y="3760"/>
                    <a:pt x="1445" y="3760"/>
                  </a:cubicBezTo>
                  <a:cubicBezTo>
                    <a:pt x="1493" y="3760"/>
                    <a:pt x="1543" y="3745"/>
                    <a:pt x="1589" y="3711"/>
                  </a:cubicBezTo>
                  <a:lnTo>
                    <a:pt x="2931" y="2700"/>
                  </a:lnTo>
                  <a:lnTo>
                    <a:pt x="6093" y="2700"/>
                  </a:lnTo>
                  <a:cubicBezTo>
                    <a:pt x="6468" y="2700"/>
                    <a:pt x="6771" y="2397"/>
                    <a:pt x="6771" y="2022"/>
                  </a:cubicBezTo>
                  <a:lnTo>
                    <a:pt x="6771" y="665"/>
                  </a:lnTo>
                  <a:cubicBezTo>
                    <a:pt x="6771" y="290"/>
                    <a:pt x="6468" y="1"/>
                    <a:pt x="6093" y="1"/>
                  </a:cubicBezTo>
                  <a:lnTo>
                    <a:pt x="679" y="1"/>
                  </a:lnTo>
                  <a:cubicBezTo>
                    <a:pt x="671" y="0"/>
                    <a:pt x="662" y="0"/>
                    <a:pt x="654"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4" name="Google Shape;16144;p67"/>
            <p:cNvSpPr/>
            <p:nvPr/>
          </p:nvSpPr>
          <p:spPr>
            <a:xfrm>
              <a:off x="2786833" y="1607747"/>
              <a:ext cx="189246" cy="122398"/>
            </a:xfrm>
            <a:custGeom>
              <a:avLst/>
              <a:gdLst/>
              <a:ahLst/>
              <a:cxnLst/>
              <a:rect l="l" t="t" r="r" b="b"/>
              <a:pathLst>
                <a:path w="7219" h="4669" extrusionOk="0">
                  <a:moveTo>
                    <a:pt x="679" y="0"/>
                  </a:moveTo>
                  <a:cubicBezTo>
                    <a:pt x="304" y="0"/>
                    <a:pt x="1" y="303"/>
                    <a:pt x="1" y="679"/>
                  </a:cubicBezTo>
                  <a:lnTo>
                    <a:pt x="1" y="2930"/>
                  </a:lnTo>
                  <a:cubicBezTo>
                    <a:pt x="1" y="3291"/>
                    <a:pt x="304" y="3594"/>
                    <a:pt x="679" y="3594"/>
                  </a:cubicBezTo>
                  <a:lnTo>
                    <a:pt x="1358" y="3594"/>
                  </a:lnTo>
                  <a:lnTo>
                    <a:pt x="1228" y="4403"/>
                  </a:lnTo>
                  <a:cubicBezTo>
                    <a:pt x="1196" y="4552"/>
                    <a:pt x="1313" y="4669"/>
                    <a:pt x="1445" y="4669"/>
                  </a:cubicBezTo>
                  <a:cubicBezTo>
                    <a:pt x="1493" y="4669"/>
                    <a:pt x="1543" y="4654"/>
                    <a:pt x="1589" y="4619"/>
                  </a:cubicBezTo>
                  <a:lnTo>
                    <a:pt x="2931" y="3594"/>
                  </a:lnTo>
                  <a:lnTo>
                    <a:pt x="6540" y="3594"/>
                  </a:lnTo>
                  <a:cubicBezTo>
                    <a:pt x="6915" y="3594"/>
                    <a:pt x="7219" y="3291"/>
                    <a:pt x="7219" y="2930"/>
                  </a:cubicBezTo>
                  <a:lnTo>
                    <a:pt x="7219" y="679"/>
                  </a:lnTo>
                  <a:cubicBezTo>
                    <a:pt x="7219" y="303"/>
                    <a:pt x="6915" y="0"/>
                    <a:pt x="654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5" name="Google Shape;16145;p67"/>
            <p:cNvSpPr/>
            <p:nvPr/>
          </p:nvSpPr>
          <p:spPr>
            <a:xfrm>
              <a:off x="2964334" y="1512351"/>
              <a:ext cx="189220" cy="98595"/>
            </a:xfrm>
            <a:custGeom>
              <a:avLst/>
              <a:gdLst/>
              <a:ahLst/>
              <a:cxnLst/>
              <a:rect l="l" t="t" r="r" b="b"/>
              <a:pathLst>
                <a:path w="7218" h="3761" extrusionOk="0">
                  <a:moveTo>
                    <a:pt x="6565" y="1"/>
                  </a:moveTo>
                  <a:cubicBezTo>
                    <a:pt x="6556" y="1"/>
                    <a:pt x="6548" y="1"/>
                    <a:pt x="6539" y="1"/>
                  </a:cubicBezTo>
                  <a:lnTo>
                    <a:pt x="679" y="1"/>
                  </a:lnTo>
                  <a:cubicBezTo>
                    <a:pt x="303" y="1"/>
                    <a:pt x="0" y="290"/>
                    <a:pt x="0" y="665"/>
                  </a:cubicBezTo>
                  <a:lnTo>
                    <a:pt x="0" y="2022"/>
                  </a:lnTo>
                  <a:cubicBezTo>
                    <a:pt x="0" y="2398"/>
                    <a:pt x="303" y="2701"/>
                    <a:pt x="679" y="2701"/>
                  </a:cubicBezTo>
                  <a:lnTo>
                    <a:pt x="4287" y="2701"/>
                  </a:lnTo>
                  <a:lnTo>
                    <a:pt x="5644" y="3711"/>
                  </a:lnTo>
                  <a:cubicBezTo>
                    <a:pt x="5686" y="3746"/>
                    <a:pt x="5733" y="3761"/>
                    <a:pt x="5779" y="3761"/>
                  </a:cubicBezTo>
                  <a:cubicBezTo>
                    <a:pt x="5907" y="3761"/>
                    <a:pt x="6026" y="3643"/>
                    <a:pt x="6005" y="3495"/>
                  </a:cubicBezTo>
                  <a:lnTo>
                    <a:pt x="5861" y="2701"/>
                  </a:lnTo>
                  <a:lnTo>
                    <a:pt x="6539" y="2701"/>
                  </a:lnTo>
                  <a:cubicBezTo>
                    <a:pt x="6915" y="2701"/>
                    <a:pt x="7218" y="2398"/>
                    <a:pt x="7218" y="2022"/>
                  </a:cubicBezTo>
                  <a:lnTo>
                    <a:pt x="7218" y="665"/>
                  </a:lnTo>
                  <a:cubicBezTo>
                    <a:pt x="7218" y="299"/>
                    <a:pt x="6928" y="1"/>
                    <a:pt x="6565"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6" name="Google Shape;16146;p67"/>
            <p:cNvSpPr/>
            <p:nvPr/>
          </p:nvSpPr>
          <p:spPr>
            <a:xfrm>
              <a:off x="2991939" y="1529784"/>
              <a:ext cx="39401" cy="12138"/>
            </a:xfrm>
            <a:custGeom>
              <a:avLst/>
              <a:gdLst/>
              <a:ahLst/>
              <a:cxnLst/>
              <a:rect l="l" t="t" r="r" b="b"/>
              <a:pathLst>
                <a:path w="1503" h="463" extrusionOk="0">
                  <a:moveTo>
                    <a:pt x="304" y="0"/>
                  </a:moveTo>
                  <a:cubicBezTo>
                    <a:pt x="1" y="0"/>
                    <a:pt x="1" y="462"/>
                    <a:pt x="304" y="462"/>
                  </a:cubicBezTo>
                  <a:lnTo>
                    <a:pt x="1199" y="462"/>
                  </a:lnTo>
                  <a:cubicBezTo>
                    <a:pt x="1502" y="462"/>
                    <a:pt x="1502" y="0"/>
                    <a:pt x="1199"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7" name="Google Shape;16147;p67"/>
            <p:cNvSpPr/>
            <p:nvPr/>
          </p:nvSpPr>
          <p:spPr>
            <a:xfrm>
              <a:off x="3098293" y="1553613"/>
              <a:ext cx="27631" cy="11771"/>
            </a:xfrm>
            <a:custGeom>
              <a:avLst/>
              <a:gdLst/>
              <a:ahLst/>
              <a:cxnLst/>
              <a:rect l="l" t="t" r="r" b="b"/>
              <a:pathLst>
                <a:path w="1054" h="449" extrusionOk="0">
                  <a:moveTo>
                    <a:pt x="303" y="1"/>
                  </a:moveTo>
                  <a:cubicBezTo>
                    <a:pt x="0" y="1"/>
                    <a:pt x="0" y="448"/>
                    <a:pt x="303" y="448"/>
                  </a:cubicBezTo>
                  <a:lnTo>
                    <a:pt x="751" y="448"/>
                  </a:lnTo>
                  <a:cubicBezTo>
                    <a:pt x="1054" y="448"/>
                    <a:pt x="1054" y="1"/>
                    <a:pt x="751"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8" name="Google Shape;16148;p67"/>
            <p:cNvSpPr/>
            <p:nvPr/>
          </p:nvSpPr>
          <p:spPr>
            <a:xfrm>
              <a:off x="3039257" y="1529784"/>
              <a:ext cx="84779" cy="12138"/>
            </a:xfrm>
            <a:custGeom>
              <a:avLst/>
              <a:gdLst/>
              <a:ahLst/>
              <a:cxnLst/>
              <a:rect l="l" t="t" r="r" b="b"/>
              <a:pathLst>
                <a:path w="3234" h="463" extrusionOk="0">
                  <a:moveTo>
                    <a:pt x="303" y="0"/>
                  </a:moveTo>
                  <a:cubicBezTo>
                    <a:pt x="0" y="0"/>
                    <a:pt x="0" y="462"/>
                    <a:pt x="303" y="462"/>
                  </a:cubicBezTo>
                  <a:lnTo>
                    <a:pt x="3003" y="462"/>
                  </a:lnTo>
                  <a:cubicBezTo>
                    <a:pt x="3133" y="462"/>
                    <a:pt x="3234" y="361"/>
                    <a:pt x="3234" y="231"/>
                  </a:cubicBezTo>
                  <a:cubicBezTo>
                    <a:pt x="3234" y="101"/>
                    <a:pt x="3133" y="0"/>
                    <a:pt x="3003"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49" name="Google Shape;16149;p67"/>
            <p:cNvSpPr/>
            <p:nvPr/>
          </p:nvSpPr>
          <p:spPr>
            <a:xfrm>
              <a:off x="2991939" y="1553613"/>
              <a:ext cx="98437" cy="11771"/>
            </a:xfrm>
            <a:custGeom>
              <a:avLst/>
              <a:gdLst/>
              <a:ahLst/>
              <a:cxnLst/>
              <a:rect l="l" t="t" r="r" b="b"/>
              <a:pathLst>
                <a:path w="3755" h="449" extrusionOk="0">
                  <a:moveTo>
                    <a:pt x="304" y="1"/>
                  </a:moveTo>
                  <a:cubicBezTo>
                    <a:pt x="1" y="1"/>
                    <a:pt x="1" y="448"/>
                    <a:pt x="304" y="448"/>
                  </a:cubicBezTo>
                  <a:lnTo>
                    <a:pt x="3451" y="448"/>
                  </a:lnTo>
                  <a:cubicBezTo>
                    <a:pt x="3754" y="448"/>
                    <a:pt x="3754" y="1"/>
                    <a:pt x="3451"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0" name="Google Shape;16150;p67"/>
            <p:cNvSpPr/>
            <p:nvPr/>
          </p:nvSpPr>
          <p:spPr>
            <a:xfrm>
              <a:off x="2814463" y="1784070"/>
              <a:ext cx="86693" cy="11771"/>
            </a:xfrm>
            <a:custGeom>
              <a:avLst/>
              <a:gdLst/>
              <a:ahLst/>
              <a:cxnLst/>
              <a:rect l="l" t="t" r="r" b="b"/>
              <a:pathLst>
                <a:path w="3307" h="449" extrusionOk="0">
                  <a:moveTo>
                    <a:pt x="304" y="1"/>
                  </a:moveTo>
                  <a:cubicBezTo>
                    <a:pt x="1" y="1"/>
                    <a:pt x="1" y="448"/>
                    <a:pt x="304" y="448"/>
                  </a:cubicBezTo>
                  <a:lnTo>
                    <a:pt x="3003" y="448"/>
                  </a:lnTo>
                  <a:cubicBezTo>
                    <a:pt x="3306" y="448"/>
                    <a:pt x="3306" y="1"/>
                    <a:pt x="3003"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1" name="Google Shape;16151;p67"/>
            <p:cNvSpPr/>
            <p:nvPr/>
          </p:nvSpPr>
          <p:spPr>
            <a:xfrm>
              <a:off x="2909073" y="1784070"/>
              <a:ext cx="27657" cy="11771"/>
            </a:xfrm>
            <a:custGeom>
              <a:avLst/>
              <a:gdLst/>
              <a:ahLst/>
              <a:cxnLst/>
              <a:rect l="l" t="t" r="r" b="b"/>
              <a:pathLst>
                <a:path w="1055" h="449" extrusionOk="0">
                  <a:moveTo>
                    <a:pt x="304" y="1"/>
                  </a:moveTo>
                  <a:cubicBezTo>
                    <a:pt x="0" y="1"/>
                    <a:pt x="0" y="448"/>
                    <a:pt x="304" y="448"/>
                  </a:cubicBezTo>
                  <a:lnTo>
                    <a:pt x="751" y="448"/>
                  </a:lnTo>
                  <a:cubicBezTo>
                    <a:pt x="1054" y="448"/>
                    <a:pt x="1054" y="1"/>
                    <a:pt x="751"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2" name="Google Shape;16152;p67"/>
            <p:cNvSpPr/>
            <p:nvPr/>
          </p:nvSpPr>
          <p:spPr>
            <a:xfrm>
              <a:off x="2814463" y="1807925"/>
              <a:ext cx="27657" cy="11744"/>
            </a:xfrm>
            <a:custGeom>
              <a:avLst/>
              <a:gdLst/>
              <a:ahLst/>
              <a:cxnLst/>
              <a:rect l="l" t="t" r="r" b="b"/>
              <a:pathLst>
                <a:path w="1055" h="448" extrusionOk="0">
                  <a:moveTo>
                    <a:pt x="304" y="0"/>
                  </a:moveTo>
                  <a:cubicBezTo>
                    <a:pt x="1" y="0"/>
                    <a:pt x="1" y="448"/>
                    <a:pt x="304" y="448"/>
                  </a:cubicBezTo>
                  <a:lnTo>
                    <a:pt x="751" y="448"/>
                  </a:lnTo>
                  <a:cubicBezTo>
                    <a:pt x="1054" y="448"/>
                    <a:pt x="1054" y="0"/>
                    <a:pt x="751"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3" name="Google Shape;16153;p67"/>
            <p:cNvSpPr/>
            <p:nvPr/>
          </p:nvSpPr>
          <p:spPr>
            <a:xfrm>
              <a:off x="2850037" y="1807925"/>
              <a:ext cx="86693" cy="11744"/>
            </a:xfrm>
            <a:custGeom>
              <a:avLst/>
              <a:gdLst/>
              <a:ahLst/>
              <a:cxnLst/>
              <a:rect l="l" t="t" r="r" b="b"/>
              <a:pathLst>
                <a:path w="3307" h="448" extrusionOk="0">
                  <a:moveTo>
                    <a:pt x="304" y="0"/>
                  </a:moveTo>
                  <a:cubicBezTo>
                    <a:pt x="1" y="0"/>
                    <a:pt x="1" y="448"/>
                    <a:pt x="304" y="448"/>
                  </a:cubicBezTo>
                  <a:lnTo>
                    <a:pt x="3003" y="448"/>
                  </a:lnTo>
                  <a:cubicBezTo>
                    <a:pt x="3306" y="448"/>
                    <a:pt x="3306" y="0"/>
                    <a:pt x="3003"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4" name="Google Shape;16154;p67"/>
            <p:cNvSpPr/>
            <p:nvPr/>
          </p:nvSpPr>
          <p:spPr>
            <a:xfrm>
              <a:off x="3050975" y="1731115"/>
              <a:ext cx="74949" cy="11744"/>
            </a:xfrm>
            <a:custGeom>
              <a:avLst/>
              <a:gdLst/>
              <a:ahLst/>
              <a:cxnLst/>
              <a:rect l="l" t="t" r="r" b="b"/>
              <a:pathLst>
                <a:path w="2859" h="448" extrusionOk="0">
                  <a:moveTo>
                    <a:pt x="304" y="0"/>
                  </a:moveTo>
                  <a:cubicBezTo>
                    <a:pt x="1" y="0"/>
                    <a:pt x="1" y="448"/>
                    <a:pt x="304" y="448"/>
                  </a:cubicBezTo>
                  <a:lnTo>
                    <a:pt x="2556" y="448"/>
                  </a:lnTo>
                  <a:cubicBezTo>
                    <a:pt x="2859" y="448"/>
                    <a:pt x="2859" y="0"/>
                    <a:pt x="2556"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5" name="Google Shape;16155;p67"/>
            <p:cNvSpPr/>
            <p:nvPr/>
          </p:nvSpPr>
          <p:spPr>
            <a:xfrm>
              <a:off x="3015401" y="1731115"/>
              <a:ext cx="27657" cy="11744"/>
            </a:xfrm>
            <a:custGeom>
              <a:avLst/>
              <a:gdLst/>
              <a:ahLst/>
              <a:cxnLst/>
              <a:rect l="l" t="t" r="r" b="b"/>
              <a:pathLst>
                <a:path w="1055" h="448" extrusionOk="0">
                  <a:moveTo>
                    <a:pt x="304" y="0"/>
                  </a:moveTo>
                  <a:cubicBezTo>
                    <a:pt x="1" y="0"/>
                    <a:pt x="1" y="448"/>
                    <a:pt x="304" y="448"/>
                  </a:cubicBezTo>
                  <a:lnTo>
                    <a:pt x="751" y="448"/>
                  </a:lnTo>
                  <a:cubicBezTo>
                    <a:pt x="1055" y="448"/>
                    <a:pt x="1055" y="0"/>
                    <a:pt x="751"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6" name="Google Shape;16156;p67"/>
            <p:cNvSpPr/>
            <p:nvPr/>
          </p:nvSpPr>
          <p:spPr>
            <a:xfrm>
              <a:off x="2814463" y="1624394"/>
              <a:ext cx="86693" cy="12138"/>
            </a:xfrm>
            <a:custGeom>
              <a:avLst/>
              <a:gdLst/>
              <a:ahLst/>
              <a:cxnLst/>
              <a:rect l="l" t="t" r="r" b="b"/>
              <a:pathLst>
                <a:path w="3307" h="463" extrusionOk="0">
                  <a:moveTo>
                    <a:pt x="304" y="0"/>
                  </a:moveTo>
                  <a:cubicBezTo>
                    <a:pt x="1" y="0"/>
                    <a:pt x="1" y="462"/>
                    <a:pt x="304" y="462"/>
                  </a:cubicBezTo>
                  <a:lnTo>
                    <a:pt x="3003" y="462"/>
                  </a:lnTo>
                  <a:cubicBezTo>
                    <a:pt x="3306" y="462"/>
                    <a:pt x="3306" y="0"/>
                    <a:pt x="3003"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7" name="Google Shape;16157;p67"/>
            <p:cNvSpPr/>
            <p:nvPr/>
          </p:nvSpPr>
          <p:spPr>
            <a:xfrm>
              <a:off x="2909073" y="1624394"/>
              <a:ext cx="39375" cy="12138"/>
            </a:xfrm>
            <a:custGeom>
              <a:avLst/>
              <a:gdLst/>
              <a:ahLst/>
              <a:cxnLst/>
              <a:rect l="l" t="t" r="r" b="b"/>
              <a:pathLst>
                <a:path w="1502" h="463" extrusionOk="0">
                  <a:moveTo>
                    <a:pt x="304" y="0"/>
                  </a:moveTo>
                  <a:cubicBezTo>
                    <a:pt x="0" y="0"/>
                    <a:pt x="0" y="462"/>
                    <a:pt x="304" y="462"/>
                  </a:cubicBezTo>
                  <a:lnTo>
                    <a:pt x="1199" y="462"/>
                  </a:lnTo>
                  <a:cubicBezTo>
                    <a:pt x="1502" y="462"/>
                    <a:pt x="1502" y="0"/>
                    <a:pt x="1199"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8" name="Google Shape;16158;p67"/>
            <p:cNvSpPr/>
            <p:nvPr/>
          </p:nvSpPr>
          <p:spPr>
            <a:xfrm>
              <a:off x="2814463" y="1671686"/>
              <a:ext cx="86693" cy="12138"/>
            </a:xfrm>
            <a:custGeom>
              <a:avLst/>
              <a:gdLst/>
              <a:ahLst/>
              <a:cxnLst/>
              <a:rect l="l" t="t" r="r" b="b"/>
              <a:pathLst>
                <a:path w="3307" h="463" extrusionOk="0">
                  <a:moveTo>
                    <a:pt x="304" y="1"/>
                  </a:moveTo>
                  <a:cubicBezTo>
                    <a:pt x="1" y="1"/>
                    <a:pt x="1" y="463"/>
                    <a:pt x="304" y="463"/>
                  </a:cubicBezTo>
                  <a:lnTo>
                    <a:pt x="3003" y="463"/>
                  </a:lnTo>
                  <a:cubicBezTo>
                    <a:pt x="3306" y="463"/>
                    <a:pt x="3306" y="1"/>
                    <a:pt x="3003"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59" name="Google Shape;16159;p67"/>
            <p:cNvSpPr/>
            <p:nvPr/>
          </p:nvSpPr>
          <p:spPr>
            <a:xfrm>
              <a:off x="2909073" y="1671686"/>
              <a:ext cx="39375" cy="12138"/>
            </a:xfrm>
            <a:custGeom>
              <a:avLst/>
              <a:gdLst/>
              <a:ahLst/>
              <a:cxnLst/>
              <a:rect l="l" t="t" r="r" b="b"/>
              <a:pathLst>
                <a:path w="1502" h="463" extrusionOk="0">
                  <a:moveTo>
                    <a:pt x="304" y="1"/>
                  </a:moveTo>
                  <a:cubicBezTo>
                    <a:pt x="0" y="1"/>
                    <a:pt x="0" y="463"/>
                    <a:pt x="304" y="463"/>
                  </a:cubicBezTo>
                  <a:lnTo>
                    <a:pt x="1199" y="463"/>
                  </a:lnTo>
                  <a:cubicBezTo>
                    <a:pt x="1502" y="463"/>
                    <a:pt x="1502" y="1"/>
                    <a:pt x="1199"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0" name="Google Shape;16160;p67"/>
            <p:cNvSpPr/>
            <p:nvPr/>
          </p:nvSpPr>
          <p:spPr>
            <a:xfrm>
              <a:off x="2814463" y="1648223"/>
              <a:ext cx="27657" cy="11771"/>
            </a:xfrm>
            <a:custGeom>
              <a:avLst/>
              <a:gdLst/>
              <a:ahLst/>
              <a:cxnLst/>
              <a:rect l="l" t="t" r="r" b="b"/>
              <a:pathLst>
                <a:path w="1055" h="449" extrusionOk="0">
                  <a:moveTo>
                    <a:pt x="304" y="1"/>
                  </a:moveTo>
                  <a:cubicBezTo>
                    <a:pt x="1" y="1"/>
                    <a:pt x="1" y="448"/>
                    <a:pt x="304" y="448"/>
                  </a:cubicBezTo>
                  <a:lnTo>
                    <a:pt x="751" y="448"/>
                  </a:lnTo>
                  <a:cubicBezTo>
                    <a:pt x="1054" y="448"/>
                    <a:pt x="1054" y="1"/>
                    <a:pt x="751"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1" name="Google Shape;16161;p67"/>
            <p:cNvSpPr/>
            <p:nvPr/>
          </p:nvSpPr>
          <p:spPr>
            <a:xfrm>
              <a:off x="2850037" y="1648223"/>
              <a:ext cx="98411" cy="11771"/>
            </a:xfrm>
            <a:custGeom>
              <a:avLst/>
              <a:gdLst/>
              <a:ahLst/>
              <a:cxnLst/>
              <a:rect l="l" t="t" r="r" b="b"/>
              <a:pathLst>
                <a:path w="3754" h="449" extrusionOk="0">
                  <a:moveTo>
                    <a:pt x="304" y="1"/>
                  </a:moveTo>
                  <a:cubicBezTo>
                    <a:pt x="1" y="1"/>
                    <a:pt x="1" y="448"/>
                    <a:pt x="304" y="448"/>
                  </a:cubicBezTo>
                  <a:lnTo>
                    <a:pt x="3451" y="448"/>
                  </a:lnTo>
                  <a:cubicBezTo>
                    <a:pt x="3754" y="448"/>
                    <a:pt x="3754" y="1"/>
                    <a:pt x="3451"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62" name="Google Shape;16162;p67"/>
          <p:cNvGrpSpPr/>
          <p:nvPr/>
        </p:nvGrpSpPr>
        <p:grpSpPr>
          <a:xfrm>
            <a:off x="1820264" y="1512744"/>
            <a:ext cx="352723" cy="353090"/>
            <a:chOff x="1845321" y="1512744"/>
            <a:chExt cx="352723" cy="353090"/>
          </a:xfrm>
        </p:grpSpPr>
        <p:sp>
          <p:nvSpPr>
            <p:cNvPr id="16163" name="Google Shape;16163;p67"/>
            <p:cNvSpPr/>
            <p:nvPr/>
          </p:nvSpPr>
          <p:spPr>
            <a:xfrm>
              <a:off x="1964888" y="1700444"/>
              <a:ext cx="113563" cy="96917"/>
            </a:xfrm>
            <a:custGeom>
              <a:avLst/>
              <a:gdLst/>
              <a:ahLst/>
              <a:cxnLst/>
              <a:rect l="l" t="t" r="r" b="b"/>
              <a:pathLst>
                <a:path w="4332" h="3697" extrusionOk="0">
                  <a:moveTo>
                    <a:pt x="1517" y="1"/>
                  </a:moveTo>
                  <a:lnTo>
                    <a:pt x="1517" y="289"/>
                  </a:lnTo>
                  <a:cubicBezTo>
                    <a:pt x="1517" y="376"/>
                    <a:pt x="1459" y="463"/>
                    <a:pt x="1387" y="492"/>
                  </a:cubicBezTo>
                  <a:lnTo>
                    <a:pt x="391" y="925"/>
                  </a:lnTo>
                  <a:cubicBezTo>
                    <a:pt x="145" y="1026"/>
                    <a:pt x="1" y="1257"/>
                    <a:pt x="1" y="1516"/>
                  </a:cubicBezTo>
                  <a:lnTo>
                    <a:pt x="1" y="3696"/>
                  </a:lnTo>
                  <a:lnTo>
                    <a:pt x="4332" y="3696"/>
                  </a:lnTo>
                  <a:lnTo>
                    <a:pt x="4332" y="1516"/>
                  </a:lnTo>
                  <a:cubicBezTo>
                    <a:pt x="4332" y="1257"/>
                    <a:pt x="4173" y="1026"/>
                    <a:pt x="3942" y="925"/>
                  </a:cubicBezTo>
                  <a:lnTo>
                    <a:pt x="2946" y="492"/>
                  </a:lnTo>
                  <a:cubicBezTo>
                    <a:pt x="2859" y="463"/>
                    <a:pt x="2816" y="376"/>
                    <a:pt x="2816" y="289"/>
                  </a:cubicBezTo>
                  <a:lnTo>
                    <a:pt x="2816"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4" name="Google Shape;16164;p67"/>
            <p:cNvSpPr/>
            <p:nvPr/>
          </p:nvSpPr>
          <p:spPr>
            <a:xfrm>
              <a:off x="2001615" y="1700444"/>
              <a:ext cx="39742" cy="17066"/>
            </a:xfrm>
            <a:custGeom>
              <a:avLst/>
              <a:gdLst/>
              <a:ahLst/>
              <a:cxnLst/>
              <a:rect l="l" t="t" r="r" b="b"/>
              <a:pathLst>
                <a:path w="1516" h="651" extrusionOk="0">
                  <a:moveTo>
                    <a:pt x="116" y="1"/>
                  </a:moveTo>
                  <a:lnTo>
                    <a:pt x="116" y="289"/>
                  </a:lnTo>
                  <a:cubicBezTo>
                    <a:pt x="116" y="362"/>
                    <a:pt x="72" y="434"/>
                    <a:pt x="0" y="477"/>
                  </a:cubicBezTo>
                  <a:cubicBezTo>
                    <a:pt x="246" y="593"/>
                    <a:pt x="505" y="650"/>
                    <a:pt x="765" y="650"/>
                  </a:cubicBezTo>
                  <a:cubicBezTo>
                    <a:pt x="1025" y="650"/>
                    <a:pt x="1285" y="593"/>
                    <a:pt x="1516" y="477"/>
                  </a:cubicBezTo>
                  <a:cubicBezTo>
                    <a:pt x="1458" y="434"/>
                    <a:pt x="1415" y="362"/>
                    <a:pt x="1415" y="289"/>
                  </a:cubicBezTo>
                  <a:lnTo>
                    <a:pt x="1415"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5" name="Google Shape;16165;p67"/>
            <p:cNvSpPr/>
            <p:nvPr/>
          </p:nvSpPr>
          <p:spPr>
            <a:xfrm>
              <a:off x="1964521" y="1715203"/>
              <a:ext cx="113930" cy="82158"/>
            </a:xfrm>
            <a:custGeom>
              <a:avLst/>
              <a:gdLst/>
              <a:ahLst/>
              <a:cxnLst/>
              <a:rect l="l" t="t" r="r" b="b"/>
              <a:pathLst>
                <a:path w="4346" h="3134" extrusionOk="0">
                  <a:moveTo>
                    <a:pt x="1256" y="1"/>
                  </a:moveTo>
                  <a:lnTo>
                    <a:pt x="405" y="362"/>
                  </a:lnTo>
                  <a:cubicBezTo>
                    <a:pt x="159" y="463"/>
                    <a:pt x="1" y="694"/>
                    <a:pt x="15" y="953"/>
                  </a:cubicBezTo>
                  <a:lnTo>
                    <a:pt x="15" y="3133"/>
                  </a:lnTo>
                  <a:lnTo>
                    <a:pt x="4346" y="3133"/>
                  </a:lnTo>
                  <a:lnTo>
                    <a:pt x="4346" y="953"/>
                  </a:lnTo>
                  <a:cubicBezTo>
                    <a:pt x="4346" y="694"/>
                    <a:pt x="4187" y="463"/>
                    <a:pt x="3956" y="362"/>
                  </a:cubicBezTo>
                  <a:lnTo>
                    <a:pt x="3104" y="1"/>
                  </a:lnTo>
                  <a:cubicBezTo>
                    <a:pt x="2895" y="347"/>
                    <a:pt x="2538" y="520"/>
                    <a:pt x="2180" y="520"/>
                  </a:cubicBezTo>
                  <a:cubicBezTo>
                    <a:pt x="1823" y="520"/>
                    <a:pt x="1466" y="347"/>
                    <a:pt x="1256"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6" name="Google Shape;16166;p67"/>
            <p:cNvSpPr/>
            <p:nvPr/>
          </p:nvSpPr>
          <p:spPr>
            <a:xfrm>
              <a:off x="1981560" y="1620986"/>
              <a:ext cx="28784" cy="62077"/>
            </a:xfrm>
            <a:custGeom>
              <a:avLst/>
              <a:gdLst/>
              <a:ahLst/>
              <a:cxnLst/>
              <a:rect l="l" t="t" r="r" b="b"/>
              <a:pathLst>
                <a:path w="1098" h="2368" extrusionOk="0">
                  <a:moveTo>
                    <a:pt x="664" y="0"/>
                  </a:moveTo>
                  <a:cubicBezTo>
                    <a:pt x="303" y="0"/>
                    <a:pt x="0" y="289"/>
                    <a:pt x="15" y="650"/>
                  </a:cubicBezTo>
                  <a:lnTo>
                    <a:pt x="15" y="794"/>
                  </a:lnTo>
                  <a:cubicBezTo>
                    <a:pt x="15" y="982"/>
                    <a:pt x="43" y="1155"/>
                    <a:pt x="101" y="1343"/>
                  </a:cubicBezTo>
                  <a:lnTo>
                    <a:pt x="448" y="2368"/>
                  </a:lnTo>
                  <a:lnTo>
                    <a:pt x="1097" y="2368"/>
                  </a:lnTo>
                  <a:lnTo>
                    <a:pt x="1097"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7" name="Google Shape;16167;p67"/>
            <p:cNvSpPr/>
            <p:nvPr/>
          </p:nvSpPr>
          <p:spPr>
            <a:xfrm>
              <a:off x="1993278" y="1615297"/>
              <a:ext cx="68159" cy="68159"/>
            </a:xfrm>
            <a:custGeom>
              <a:avLst/>
              <a:gdLst/>
              <a:ahLst/>
              <a:cxnLst/>
              <a:rect l="l" t="t" r="r" b="b"/>
              <a:pathLst>
                <a:path w="2600" h="2600" extrusionOk="0">
                  <a:moveTo>
                    <a:pt x="650" y="1"/>
                  </a:moveTo>
                  <a:cubicBezTo>
                    <a:pt x="289" y="1"/>
                    <a:pt x="1" y="289"/>
                    <a:pt x="1" y="650"/>
                  </a:cubicBezTo>
                  <a:cubicBezTo>
                    <a:pt x="1" y="896"/>
                    <a:pt x="188" y="1083"/>
                    <a:pt x="434" y="1083"/>
                  </a:cubicBezTo>
                  <a:lnTo>
                    <a:pt x="2166" y="2599"/>
                  </a:lnTo>
                  <a:lnTo>
                    <a:pt x="2527" y="1314"/>
                  </a:lnTo>
                  <a:cubicBezTo>
                    <a:pt x="2585" y="1156"/>
                    <a:pt x="2599" y="997"/>
                    <a:pt x="2599" y="838"/>
                  </a:cubicBezTo>
                  <a:lnTo>
                    <a:pt x="2599" y="434"/>
                  </a:lnTo>
                  <a:cubicBezTo>
                    <a:pt x="2599" y="188"/>
                    <a:pt x="2411" y="1"/>
                    <a:pt x="2166"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8" name="Google Shape;16168;p67"/>
            <p:cNvSpPr/>
            <p:nvPr/>
          </p:nvSpPr>
          <p:spPr>
            <a:xfrm>
              <a:off x="1987223" y="1643688"/>
              <a:ext cx="68526" cy="62470"/>
            </a:xfrm>
            <a:custGeom>
              <a:avLst/>
              <a:gdLst/>
              <a:ahLst/>
              <a:cxnLst/>
              <a:rect l="l" t="t" r="r" b="b"/>
              <a:pathLst>
                <a:path w="2614" h="2383" extrusionOk="0">
                  <a:moveTo>
                    <a:pt x="838" y="0"/>
                  </a:moveTo>
                  <a:cubicBezTo>
                    <a:pt x="722" y="0"/>
                    <a:pt x="607" y="44"/>
                    <a:pt x="535" y="130"/>
                  </a:cubicBezTo>
                  <a:lnTo>
                    <a:pt x="131" y="520"/>
                  </a:lnTo>
                  <a:cubicBezTo>
                    <a:pt x="58" y="607"/>
                    <a:pt x="1" y="722"/>
                    <a:pt x="15" y="838"/>
                  </a:cubicBezTo>
                  <a:lnTo>
                    <a:pt x="15" y="1083"/>
                  </a:lnTo>
                  <a:cubicBezTo>
                    <a:pt x="15" y="1805"/>
                    <a:pt x="593" y="2382"/>
                    <a:pt x="1314" y="2382"/>
                  </a:cubicBezTo>
                  <a:cubicBezTo>
                    <a:pt x="2022" y="2382"/>
                    <a:pt x="2613" y="1805"/>
                    <a:pt x="2613" y="1083"/>
                  </a:cubicBezTo>
                  <a:lnTo>
                    <a:pt x="2613" y="809"/>
                  </a:lnTo>
                  <a:cubicBezTo>
                    <a:pt x="2613" y="693"/>
                    <a:pt x="2570" y="578"/>
                    <a:pt x="2484" y="506"/>
                  </a:cubicBezTo>
                  <a:cubicBezTo>
                    <a:pt x="2152" y="174"/>
                    <a:pt x="1531" y="29"/>
                    <a:pt x="838"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9" name="Google Shape;16169;p67"/>
            <p:cNvSpPr/>
            <p:nvPr/>
          </p:nvSpPr>
          <p:spPr>
            <a:xfrm>
              <a:off x="1987223" y="1643688"/>
              <a:ext cx="68526" cy="61317"/>
            </a:xfrm>
            <a:custGeom>
              <a:avLst/>
              <a:gdLst/>
              <a:ahLst/>
              <a:cxnLst/>
              <a:rect l="l" t="t" r="r" b="b"/>
              <a:pathLst>
                <a:path w="2614" h="2339" extrusionOk="0">
                  <a:moveTo>
                    <a:pt x="838" y="0"/>
                  </a:moveTo>
                  <a:cubicBezTo>
                    <a:pt x="722" y="0"/>
                    <a:pt x="607" y="44"/>
                    <a:pt x="535" y="130"/>
                  </a:cubicBezTo>
                  <a:lnTo>
                    <a:pt x="131" y="520"/>
                  </a:lnTo>
                  <a:cubicBezTo>
                    <a:pt x="58" y="607"/>
                    <a:pt x="1" y="708"/>
                    <a:pt x="15" y="823"/>
                  </a:cubicBezTo>
                  <a:lnTo>
                    <a:pt x="15" y="1083"/>
                  </a:lnTo>
                  <a:cubicBezTo>
                    <a:pt x="1" y="1661"/>
                    <a:pt x="390" y="2166"/>
                    <a:pt x="953" y="2339"/>
                  </a:cubicBezTo>
                  <a:cubicBezTo>
                    <a:pt x="766" y="2108"/>
                    <a:pt x="665" y="1819"/>
                    <a:pt x="665" y="1516"/>
                  </a:cubicBezTo>
                  <a:lnTo>
                    <a:pt x="665" y="881"/>
                  </a:lnTo>
                  <a:cubicBezTo>
                    <a:pt x="665" y="644"/>
                    <a:pt x="853" y="447"/>
                    <a:pt x="1100" y="447"/>
                  </a:cubicBezTo>
                  <a:cubicBezTo>
                    <a:pt x="1109" y="447"/>
                    <a:pt x="1118" y="447"/>
                    <a:pt x="1127" y="448"/>
                  </a:cubicBezTo>
                  <a:cubicBezTo>
                    <a:pt x="1560" y="477"/>
                    <a:pt x="2209" y="549"/>
                    <a:pt x="2613" y="737"/>
                  </a:cubicBezTo>
                  <a:cubicBezTo>
                    <a:pt x="2599" y="650"/>
                    <a:pt x="2556" y="563"/>
                    <a:pt x="2484" y="491"/>
                  </a:cubicBezTo>
                  <a:cubicBezTo>
                    <a:pt x="2152" y="174"/>
                    <a:pt x="1545" y="15"/>
                    <a:pt x="838"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0" name="Google Shape;16170;p67"/>
            <p:cNvSpPr/>
            <p:nvPr/>
          </p:nvSpPr>
          <p:spPr>
            <a:xfrm>
              <a:off x="1964521" y="1729595"/>
              <a:ext cx="23122" cy="67766"/>
            </a:xfrm>
            <a:custGeom>
              <a:avLst/>
              <a:gdLst/>
              <a:ahLst/>
              <a:cxnLst/>
              <a:rect l="l" t="t" r="r" b="b"/>
              <a:pathLst>
                <a:path w="882" h="2585" extrusionOk="0">
                  <a:moveTo>
                    <a:pt x="159" y="0"/>
                  </a:moveTo>
                  <a:cubicBezTo>
                    <a:pt x="58" y="116"/>
                    <a:pt x="1" y="260"/>
                    <a:pt x="1" y="404"/>
                  </a:cubicBezTo>
                  <a:lnTo>
                    <a:pt x="1" y="2584"/>
                  </a:lnTo>
                  <a:lnTo>
                    <a:pt x="881" y="2584"/>
                  </a:lnTo>
                  <a:lnTo>
                    <a:pt x="881" y="982"/>
                  </a:lnTo>
                  <a:cubicBezTo>
                    <a:pt x="867" y="809"/>
                    <a:pt x="809" y="650"/>
                    <a:pt x="679" y="534"/>
                  </a:cubicBezTo>
                  <a:lnTo>
                    <a:pt x="159" y="0"/>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1" name="Google Shape;16171;p67"/>
            <p:cNvSpPr/>
            <p:nvPr/>
          </p:nvSpPr>
          <p:spPr>
            <a:xfrm>
              <a:off x="2055723" y="1729595"/>
              <a:ext cx="22728" cy="67766"/>
            </a:xfrm>
            <a:custGeom>
              <a:avLst/>
              <a:gdLst/>
              <a:ahLst/>
              <a:cxnLst/>
              <a:rect l="l" t="t" r="r" b="b"/>
              <a:pathLst>
                <a:path w="867" h="2585" extrusionOk="0">
                  <a:moveTo>
                    <a:pt x="722" y="0"/>
                  </a:moveTo>
                  <a:lnTo>
                    <a:pt x="188" y="534"/>
                  </a:lnTo>
                  <a:cubicBezTo>
                    <a:pt x="73" y="650"/>
                    <a:pt x="0" y="809"/>
                    <a:pt x="0" y="982"/>
                  </a:cubicBezTo>
                  <a:lnTo>
                    <a:pt x="0" y="2584"/>
                  </a:lnTo>
                  <a:lnTo>
                    <a:pt x="867" y="2584"/>
                  </a:lnTo>
                  <a:lnTo>
                    <a:pt x="867" y="404"/>
                  </a:lnTo>
                  <a:cubicBezTo>
                    <a:pt x="867" y="260"/>
                    <a:pt x="809" y="116"/>
                    <a:pt x="722"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2" name="Google Shape;16172;p67"/>
            <p:cNvSpPr/>
            <p:nvPr/>
          </p:nvSpPr>
          <p:spPr>
            <a:xfrm>
              <a:off x="1845321" y="1512744"/>
              <a:ext cx="352723" cy="353090"/>
            </a:xfrm>
            <a:custGeom>
              <a:avLst/>
              <a:gdLst/>
              <a:ahLst/>
              <a:cxnLst/>
              <a:rect l="l" t="t" r="r" b="b"/>
              <a:pathLst>
                <a:path w="13455" h="13469" extrusionOk="0">
                  <a:moveTo>
                    <a:pt x="6692" y="2597"/>
                  </a:moveTo>
                  <a:cubicBezTo>
                    <a:pt x="8810" y="2597"/>
                    <a:pt x="10841" y="4246"/>
                    <a:pt x="10841" y="6728"/>
                  </a:cubicBezTo>
                  <a:cubicBezTo>
                    <a:pt x="10841" y="9008"/>
                    <a:pt x="8994" y="10856"/>
                    <a:pt x="6727" y="10856"/>
                  </a:cubicBezTo>
                  <a:cubicBezTo>
                    <a:pt x="3046" y="10856"/>
                    <a:pt x="1213" y="6410"/>
                    <a:pt x="3811" y="3812"/>
                  </a:cubicBezTo>
                  <a:cubicBezTo>
                    <a:pt x="4651" y="2972"/>
                    <a:pt x="5681" y="2597"/>
                    <a:pt x="6692" y="2597"/>
                  </a:cubicBezTo>
                  <a:close/>
                  <a:moveTo>
                    <a:pt x="5861" y="1"/>
                  </a:moveTo>
                  <a:cubicBezTo>
                    <a:pt x="5731" y="1"/>
                    <a:pt x="5645" y="102"/>
                    <a:pt x="5645" y="217"/>
                  </a:cubicBezTo>
                  <a:lnTo>
                    <a:pt x="5645" y="795"/>
                  </a:lnTo>
                  <a:cubicBezTo>
                    <a:pt x="5630" y="896"/>
                    <a:pt x="5558" y="982"/>
                    <a:pt x="5457" y="1011"/>
                  </a:cubicBezTo>
                  <a:cubicBezTo>
                    <a:pt x="4779" y="1156"/>
                    <a:pt x="4143" y="1415"/>
                    <a:pt x="3551" y="1791"/>
                  </a:cubicBezTo>
                  <a:cubicBezTo>
                    <a:pt x="3515" y="1815"/>
                    <a:pt x="3477" y="1826"/>
                    <a:pt x="3439" y="1826"/>
                  </a:cubicBezTo>
                  <a:cubicBezTo>
                    <a:pt x="3386" y="1826"/>
                    <a:pt x="3334" y="1804"/>
                    <a:pt x="3292" y="1762"/>
                  </a:cubicBezTo>
                  <a:lnTo>
                    <a:pt x="2873" y="1358"/>
                  </a:lnTo>
                  <a:cubicBezTo>
                    <a:pt x="2837" y="1314"/>
                    <a:pt x="2783" y="1293"/>
                    <a:pt x="2727" y="1293"/>
                  </a:cubicBezTo>
                  <a:cubicBezTo>
                    <a:pt x="2671" y="1293"/>
                    <a:pt x="2613" y="1314"/>
                    <a:pt x="2570" y="1358"/>
                  </a:cubicBezTo>
                  <a:lnTo>
                    <a:pt x="1343" y="2585"/>
                  </a:lnTo>
                  <a:cubicBezTo>
                    <a:pt x="1256" y="2671"/>
                    <a:pt x="1256" y="2801"/>
                    <a:pt x="1343" y="2888"/>
                  </a:cubicBezTo>
                  <a:lnTo>
                    <a:pt x="1761" y="3307"/>
                  </a:lnTo>
                  <a:cubicBezTo>
                    <a:pt x="1834" y="3379"/>
                    <a:pt x="1848" y="3480"/>
                    <a:pt x="1790" y="3566"/>
                  </a:cubicBezTo>
                  <a:cubicBezTo>
                    <a:pt x="1415" y="4144"/>
                    <a:pt x="1155" y="4793"/>
                    <a:pt x="996" y="5472"/>
                  </a:cubicBezTo>
                  <a:cubicBezTo>
                    <a:pt x="982" y="5573"/>
                    <a:pt x="895" y="5645"/>
                    <a:pt x="794" y="5645"/>
                  </a:cubicBezTo>
                  <a:lnTo>
                    <a:pt x="217" y="5645"/>
                  </a:lnTo>
                  <a:cubicBezTo>
                    <a:pt x="87" y="5645"/>
                    <a:pt x="0" y="5746"/>
                    <a:pt x="0" y="5862"/>
                  </a:cubicBezTo>
                  <a:lnTo>
                    <a:pt x="0" y="7594"/>
                  </a:lnTo>
                  <a:cubicBezTo>
                    <a:pt x="0" y="7724"/>
                    <a:pt x="87" y="7810"/>
                    <a:pt x="217" y="7810"/>
                  </a:cubicBezTo>
                  <a:lnTo>
                    <a:pt x="794" y="7810"/>
                  </a:lnTo>
                  <a:cubicBezTo>
                    <a:pt x="895" y="7810"/>
                    <a:pt x="982" y="7897"/>
                    <a:pt x="996" y="7998"/>
                  </a:cubicBezTo>
                  <a:cubicBezTo>
                    <a:pt x="1155" y="8676"/>
                    <a:pt x="1415" y="9312"/>
                    <a:pt x="1790" y="9889"/>
                  </a:cubicBezTo>
                  <a:cubicBezTo>
                    <a:pt x="1848" y="9976"/>
                    <a:pt x="1834" y="10091"/>
                    <a:pt x="1761" y="10163"/>
                  </a:cubicBezTo>
                  <a:lnTo>
                    <a:pt x="1357" y="10567"/>
                  </a:lnTo>
                  <a:cubicBezTo>
                    <a:pt x="1271" y="10654"/>
                    <a:pt x="1271" y="10798"/>
                    <a:pt x="1357" y="10885"/>
                  </a:cubicBezTo>
                  <a:lnTo>
                    <a:pt x="2584" y="12112"/>
                  </a:lnTo>
                  <a:cubicBezTo>
                    <a:pt x="2628" y="12155"/>
                    <a:pt x="2682" y="12177"/>
                    <a:pt x="2736" y="12177"/>
                  </a:cubicBezTo>
                  <a:cubicBezTo>
                    <a:pt x="2790" y="12177"/>
                    <a:pt x="2844" y="12155"/>
                    <a:pt x="2887" y="12112"/>
                  </a:cubicBezTo>
                  <a:lnTo>
                    <a:pt x="3292" y="11693"/>
                  </a:lnTo>
                  <a:cubicBezTo>
                    <a:pt x="3332" y="11653"/>
                    <a:pt x="3387" y="11635"/>
                    <a:pt x="3442" y="11635"/>
                  </a:cubicBezTo>
                  <a:cubicBezTo>
                    <a:pt x="3485" y="11635"/>
                    <a:pt x="3528" y="11646"/>
                    <a:pt x="3566" y="11665"/>
                  </a:cubicBezTo>
                  <a:cubicBezTo>
                    <a:pt x="4143" y="12040"/>
                    <a:pt x="4793" y="12314"/>
                    <a:pt x="5471" y="12459"/>
                  </a:cubicBezTo>
                  <a:cubicBezTo>
                    <a:pt x="5572" y="12473"/>
                    <a:pt x="5645" y="12560"/>
                    <a:pt x="5645" y="12675"/>
                  </a:cubicBezTo>
                  <a:lnTo>
                    <a:pt x="5645" y="13252"/>
                  </a:lnTo>
                  <a:cubicBezTo>
                    <a:pt x="5645" y="13368"/>
                    <a:pt x="5746" y="13469"/>
                    <a:pt x="5861" y="13469"/>
                  </a:cubicBezTo>
                  <a:lnTo>
                    <a:pt x="7593" y="13469"/>
                  </a:lnTo>
                  <a:cubicBezTo>
                    <a:pt x="7723" y="13469"/>
                    <a:pt x="7810" y="13368"/>
                    <a:pt x="7810" y="13252"/>
                  </a:cubicBezTo>
                  <a:lnTo>
                    <a:pt x="7810" y="12675"/>
                  </a:lnTo>
                  <a:cubicBezTo>
                    <a:pt x="7810" y="12560"/>
                    <a:pt x="7897" y="12473"/>
                    <a:pt x="7998" y="12459"/>
                  </a:cubicBezTo>
                  <a:cubicBezTo>
                    <a:pt x="8676" y="12314"/>
                    <a:pt x="9311" y="12040"/>
                    <a:pt x="9889" y="11665"/>
                  </a:cubicBezTo>
                  <a:cubicBezTo>
                    <a:pt x="9926" y="11646"/>
                    <a:pt x="9970" y="11635"/>
                    <a:pt x="10013" y="11635"/>
                  </a:cubicBezTo>
                  <a:cubicBezTo>
                    <a:pt x="10068" y="11635"/>
                    <a:pt x="10122" y="11653"/>
                    <a:pt x="10163" y="11693"/>
                  </a:cubicBezTo>
                  <a:lnTo>
                    <a:pt x="10567" y="12112"/>
                  </a:lnTo>
                  <a:cubicBezTo>
                    <a:pt x="10610" y="12155"/>
                    <a:pt x="10668" y="12177"/>
                    <a:pt x="10726" y="12177"/>
                  </a:cubicBezTo>
                  <a:cubicBezTo>
                    <a:pt x="10784" y="12177"/>
                    <a:pt x="10841" y="12155"/>
                    <a:pt x="10885" y="12112"/>
                  </a:cubicBezTo>
                  <a:lnTo>
                    <a:pt x="12112" y="10885"/>
                  </a:lnTo>
                  <a:cubicBezTo>
                    <a:pt x="12198" y="10798"/>
                    <a:pt x="12198" y="10654"/>
                    <a:pt x="12112" y="10567"/>
                  </a:cubicBezTo>
                  <a:lnTo>
                    <a:pt x="11693" y="10163"/>
                  </a:lnTo>
                  <a:cubicBezTo>
                    <a:pt x="11621" y="10077"/>
                    <a:pt x="11606" y="9976"/>
                    <a:pt x="11664" y="9889"/>
                  </a:cubicBezTo>
                  <a:cubicBezTo>
                    <a:pt x="12025" y="9312"/>
                    <a:pt x="12299" y="8662"/>
                    <a:pt x="12444" y="7998"/>
                  </a:cubicBezTo>
                  <a:cubicBezTo>
                    <a:pt x="12458" y="7883"/>
                    <a:pt x="12545" y="7810"/>
                    <a:pt x="12660" y="7810"/>
                  </a:cubicBezTo>
                  <a:lnTo>
                    <a:pt x="13238" y="7810"/>
                  </a:lnTo>
                  <a:cubicBezTo>
                    <a:pt x="13353" y="7810"/>
                    <a:pt x="13454" y="7709"/>
                    <a:pt x="13454" y="7594"/>
                  </a:cubicBezTo>
                  <a:lnTo>
                    <a:pt x="13454" y="5862"/>
                  </a:lnTo>
                  <a:cubicBezTo>
                    <a:pt x="13454" y="5746"/>
                    <a:pt x="13353" y="5645"/>
                    <a:pt x="13238" y="5645"/>
                  </a:cubicBezTo>
                  <a:lnTo>
                    <a:pt x="12660" y="5645"/>
                  </a:lnTo>
                  <a:cubicBezTo>
                    <a:pt x="12545" y="5645"/>
                    <a:pt x="12458" y="5573"/>
                    <a:pt x="12444" y="5472"/>
                  </a:cubicBezTo>
                  <a:cubicBezTo>
                    <a:pt x="12299" y="4793"/>
                    <a:pt x="12025" y="4144"/>
                    <a:pt x="11664" y="3566"/>
                  </a:cubicBezTo>
                  <a:cubicBezTo>
                    <a:pt x="11606" y="3480"/>
                    <a:pt x="11621" y="3364"/>
                    <a:pt x="11679" y="3292"/>
                  </a:cubicBezTo>
                  <a:lnTo>
                    <a:pt x="12097" y="2888"/>
                  </a:lnTo>
                  <a:cubicBezTo>
                    <a:pt x="12184" y="2801"/>
                    <a:pt x="12184" y="2657"/>
                    <a:pt x="12097" y="2585"/>
                  </a:cubicBezTo>
                  <a:lnTo>
                    <a:pt x="10870" y="1358"/>
                  </a:lnTo>
                  <a:cubicBezTo>
                    <a:pt x="10827" y="1314"/>
                    <a:pt x="10769" y="1293"/>
                    <a:pt x="10711" y="1293"/>
                  </a:cubicBezTo>
                  <a:cubicBezTo>
                    <a:pt x="10654" y="1293"/>
                    <a:pt x="10596" y="1314"/>
                    <a:pt x="10553" y="1358"/>
                  </a:cubicBezTo>
                  <a:lnTo>
                    <a:pt x="10148" y="1762"/>
                  </a:lnTo>
                  <a:cubicBezTo>
                    <a:pt x="10106" y="1804"/>
                    <a:pt x="10050" y="1826"/>
                    <a:pt x="9993" y="1826"/>
                  </a:cubicBezTo>
                  <a:cubicBezTo>
                    <a:pt x="9952" y="1826"/>
                    <a:pt x="9910" y="1815"/>
                    <a:pt x="9874" y="1791"/>
                  </a:cubicBezTo>
                  <a:cubicBezTo>
                    <a:pt x="9297" y="1415"/>
                    <a:pt x="8662" y="1141"/>
                    <a:pt x="7983" y="997"/>
                  </a:cubicBezTo>
                  <a:cubicBezTo>
                    <a:pt x="7882" y="982"/>
                    <a:pt x="7796" y="896"/>
                    <a:pt x="7796" y="795"/>
                  </a:cubicBezTo>
                  <a:lnTo>
                    <a:pt x="7796" y="217"/>
                  </a:lnTo>
                  <a:cubicBezTo>
                    <a:pt x="7796" y="102"/>
                    <a:pt x="7709" y="1"/>
                    <a:pt x="7579"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3" name="Google Shape;16173;p67"/>
            <p:cNvSpPr/>
            <p:nvPr/>
          </p:nvSpPr>
          <p:spPr>
            <a:xfrm>
              <a:off x="1854391" y="1563837"/>
              <a:ext cx="292166" cy="250511"/>
            </a:xfrm>
            <a:custGeom>
              <a:avLst/>
              <a:gdLst/>
              <a:ahLst/>
              <a:cxnLst/>
              <a:rect l="l" t="t" r="r" b="b"/>
              <a:pathLst>
                <a:path w="11145" h="9556" extrusionOk="0">
                  <a:moveTo>
                    <a:pt x="6341" y="861"/>
                  </a:moveTo>
                  <a:cubicBezTo>
                    <a:pt x="8352" y="861"/>
                    <a:pt x="10279" y="2422"/>
                    <a:pt x="10279" y="4779"/>
                  </a:cubicBezTo>
                  <a:cubicBezTo>
                    <a:pt x="10279" y="6930"/>
                    <a:pt x="8532" y="8691"/>
                    <a:pt x="6381" y="8691"/>
                  </a:cubicBezTo>
                  <a:cubicBezTo>
                    <a:pt x="2902" y="8676"/>
                    <a:pt x="1156" y="4476"/>
                    <a:pt x="3610" y="2007"/>
                  </a:cubicBezTo>
                  <a:cubicBezTo>
                    <a:pt x="4406" y="1215"/>
                    <a:pt x="5383" y="861"/>
                    <a:pt x="6341" y="861"/>
                  </a:cubicBezTo>
                  <a:close/>
                  <a:moveTo>
                    <a:pt x="6381" y="1"/>
                  </a:moveTo>
                  <a:cubicBezTo>
                    <a:pt x="2123" y="1"/>
                    <a:pt x="1" y="5154"/>
                    <a:pt x="3003" y="8157"/>
                  </a:cubicBezTo>
                  <a:cubicBezTo>
                    <a:pt x="3914" y="9067"/>
                    <a:pt x="5143" y="9555"/>
                    <a:pt x="6390" y="9555"/>
                  </a:cubicBezTo>
                  <a:cubicBezTo>
                    <a:pt x="7001" y="9555"/>
                    <a:pt x="7616" y="9438"/>
                    <a:pt x="8200" y="9196"/>
                  </a:cubicBezTo>
                  <a:cubicBezTo>
                    <a:pt x="9990" y="8445"/>
                    <a:pt x="11145" y="6713"/>
                    <a:pt x="11145" y="4779"/>
                  </a:cubicBezTo>
                  <a:cubicBezTo>
                    <a:pt x="11145" y="2137"/>
                    <a:pt x="9009" y="1"/>
                    <a:pt x="6381"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74" name="Google Shape;16174;p67"/>
          <p:cNvGrpSpPr/>
          <p:nvPr/>
        </p:nvGrpSpPr>
        <p:grpSpPr>
          <a:xfrm>
            <a:off x="3189395" y="3340533"/>
            <a:ext cx="392465" cy="389896"/>
            <a:chOff x="3214452" y="3340533"/>
            <a:chExt cx="392465" cy="389896"/>
          </a:xfrm>
        </p:grpSpPr>
        <p:sp>
          <p:nvSpPr>
            <p:cNvPr id="16175" name="Google Shape;16175;p67"/>
            <p:cNvSpPr/>
            <p:nvPr/>
          </p:nvSpPr>
          <p:spPr>
            <a:xfrm>
              <a:off x="3214452" y="3340533"/>
              <a:ext cx="289912" cy="97651"/>
            </a:xfrm>
            <a:custGeom>
              <a:avLst/>
              <a:gdLst/>
              <a:ahLst/>
              <a:cxnLst/>
              <a:rect l="l" t="t" r="r" b="b"/>
              <a:pathLst>
                <a:path w="11059" h="3725" extrusionOk="0">
                  <a:moveTo>
                    <a:pt x="59" y="1"/>
                  </a:moveTo>
                  <a:cubicBezTo>
                    <a:pt x="30" y="1"/>
                    <a:pt x="1" y="29"/>
                    <a:pt x="1" y="44"/>
                  </a:cubicBezTo>
                  <a:lnTo>
                    <a:pt x="1" y="3682"/>
                  </a:lnTo>
                  <a:cubicBezTo>
                    <a:pt x="1" y="3711"/>
                    <a:pt x="30" y="3725"/>
                    <a:pt x="59" y="3725"/>
                  </a:cubicBezTo>
                  <a:lnTo>
                    <a:pt x="11015" y="3725"/>
                  </a:lnTo>
                  <a:cubicBezTo>
                    <a:pt x="11030" y="3725"/>
                    <a:pt x="11058" y="3711"/>
                    <a:pt x="11058" y="3682"/>
                  </a:cubicBezTo>
                  <a:lnTo>
                    <a:pt x="11058" y="44"/>
                  </a:lnTo>
                  <a:cubicBezTo>
                    <a:pt x="11058" y="29"/>
                    <a:pt x="11030" y="1"/>
                    <a:pt x="11015"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6" name="Google Shape;16176;p67"/>
            <p:cNvSpPr/>
            <p:nvPr/>
          </p:nvSpPr>
          <p:spPr>
            <a:xfrm>
              <a:off x="3214452" y="3571749"/>
              <a:ext cx="302783" cy="98411"/>
            </a:xfrm>
            <a:custGeom>
              <a:avLst/>
              <a:gdLst/>
              <a:ahLst/>
              <a:cxnLst/>
              <a:rect l="l" t="t" r="r" b="b"/>
              <a:pathLst>
                <a:path w="11550" h="3754" extrusionOk="0">
                  <a:moveTo>
                    <a:pt x="59" y="1"/>
                  </a:moveTo>
                  <a:cubicBezTo>
                    <a:pt x="30" y="1"/>
                    <a:pt x="1" y="30"/>
                    <a:pt x="1" y="58"/>
                  </a:cubicBezTo>
                  <a:lnTo>
                    <a:pt x="1" y="3682"/>
                  </a:lnTo>
                  <a:cubicBezTo>
                    <a:pt x="1" y="3711"/>
                    <a:pt x="30" y="3739"/>
                    <a:pt x="59" y="3739"/>
                  </a:cubicBezTo>
                  <a:lnTo>
                    <a:pt x="9413" y="3739"/>
                  </a:lnTo>
                  <a:lnTo>
                    <a:pt x="9528" y="3754"/>
                  </a:lnTo>
                  <a:lnTo>
                    <a:pt x="9543" y="3754"/>
                  </a:lnTo>
                  <a:lnTo>
                    <a:pt x="9644" y="3696"/>
                  </a:lnTo>
                  <a:cubicBezTo>
                    <a:pt x="9716" y="3653"/>
                    <a:pt x="9774" y="3624"/>
                    <a:pt x="9846" y="3595"/>
                  </a:cubicBezTo>
                  <a:lnTo>
                    <a:pt x="11520" y="2931"/>
                  </a:lnTo>
                  <a:cubicBezTo>
                    <a:pt x="11535" y="2931"/>
                    <a:pt x="11549" y="2917"/>
                    <a:pt x="11549" y="2888"/>
                  </a:cubicBezTo>
                  <a:lnTo>
                    <a:pt x="11549" y="2166"/>
                  </a:lnTo>
                  <a:cubicBezTo>
                    <a:pt x="11549" y="2152"/>
                    <a:pt x="11549" y="2137"/>
                    <a:pt x="11535" y="2123"/>
                  </a:cubicBezTo>
                  <a:lnTo>
                    <a:pt x="11362" y="2036"/>
                  </a:lnTo>
                  <a:cubicBezTo>
                    <a:pt x="11058" y="1863"/>
                    <a:pt x="10827" y="1589"/>
                    <a:pt x="10741" y="1257"/>
                  </a:cubicBezTo>
                  <a:lnTo>
                    <a:pt x="10669" y="1011"/>
                  </a:lnTo>
                  <a:cubicBezTo>
                    <a:pt x="10669" y="982"/>
                    <a:pt x="10640" y="968"/>
                    <a:pt x="10625" y="968"/>
                  </a:cubicBezTo>
                  <a:lnTo>
                    <a:pt x="10366" y="968"/>
                  </a:lnTo>
                  <a:cubicBezTo>
                    <a:pt x="10106" y="968"/>
                    <a:pt x="9889" y="751"/>
                    <a:pt x="9889" y="491"/>
                  </a:cubicBezTo>
                  <a:cubicBezTo>
                    <a:pt x="9889" y="463"/>
                    <a:pt x="9889" y="448"/>
                    <a:pt x="9889" y="419"/>
                  </a:cubicBezTo>
                  <a:lnTo>
                    <a:pt x="9932" y="58"/>
                  </a:lnTo>
                  <a:cubicBezTo>
                    <a:pt x="9932" y="30"/>
                    <a:pt x="9918" y="1"/>
                    <a:pt x="9889"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7" name="Google Shape;16177;p67"/>
            <p:cNvSpPr/>
            <p:nvPr/>
          </p:nvSpPr>
          <p:spPr>
            <a:xfrm>
              <a:off x="3214452" y="3456246"/>
              <a:ext cx="289912" cy="97756"/>
            </a:xfrm>
            <a:custGeom>
              <a:avLst/>
              <a:gdLst/>
              <a:ahLst/>
              <a:cxnLst/>
              <a:rect l="l" t="t" r="r" b="b"/>
              <a:pathLst>
                <a:path w="11059" h="3729" extrusionOk="0">
                  <a:moveTo>
                    <a:pt x="11030" y="0"/>
                  </a:moveTo>
                  <a:cubicBezTo>
                    <a:pt x="11025" y="0"/>
                    <a:pt x="11020" y="1"/>
                    <a:pt x="11015" y="4"/>
                  </a:cubicBezTo>
                  <a:lnTo>
                    <a:pt x="59" y="4"/>
                  </a:lnTo>
                  <a:cubicBezTo>
                    <a:pt x="30" y="4"/>
                    <a:pt x="1" y="18"/>
                    <a:pt x="1" y="47"/>
                  </a:cubicBezTo>
                  <a:lnTo>
                    <a:pt x="1" y="3685"/>
                  </a:lnTo>
                  <a:cubicBezTo>
                    <a:pt x="1" y="3714"/>
                    <a:pt x="30" y="3728"/>
                    <a:pt x="59" y="3728"/>
                  </a:cubicBezTo>
                  <a:lnTo>
                    <a:pt x="9817" y="3728"/>
                  </a:lnTo>
                  <a:cubicBezTo>
                    <a:pt x="9846" y="3728"/>
                    <a:pt x="9860" y="3714"/>
                    <a:pt x="9875" y="3685"/>
                  </a:cubicBezTo>
                  <a:lnTo>
                    <a:pt x="9889" y="3396"/>
                  </a:lnTo>
                  <a:cubicBezTo>
                    <a:pt x="9947" y="2804"/>
                    <a:pt x="10279" y="2530"/>
                    <a:pt x="10856" y="2227"/>
                  </a:cubicBezTo>
                  <a:lnTo>
                    <a:pt x="11044" y="2140"/>
                  </a:lnTo>
                  <a:cubicBezTo>
                    <a:pt x="11058" y="2126"/>
                    <a:pt x="11058" y="2111"/>
                    <a:pt x="11058" y="2097"/>
                  </a:cubicBezTo>
                  <a:lnTo>
                    <a:pt x="11058" y="47"/>
                  </a:lnTo>
                  <a:cubicBezTo>
                    <a:pt x="11058" y="24"/>
                    <a:pt x="11049" y="0"/>
                    <a:pt x="11030" y="0"/>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8" name="Google Shape;16178;p67"/>
            <p:cNvSpPr/>
            <p:nvPr/>
          </p:nvSpPr>
          <p:spPr>
            <a:xfrm>
              <a:off x="3307410" y="3371912"/>
              <a:ext cx="88476" cy="12950"/>
            </a:xfrm>
            <a:custGeom>
              <a:avLst/>
              <a:gdLst/>
              <a:ahLst/>
              <a:cxnLst/>
              <a:rect l="l" t="t" r="r" b="b"/>
              <a:pathLst>
                <a:path w="3375" h="494" extrusionOk="0">
                  <a:moveTo>
                    <a:pt x="325" y="1"/>
                  </a:moveTo>
                  <a:cubicBezTo>
                    <a:pt x="1" y="1"/>
                    <a:pt x="1" y="494"/>
                    <a:pt x="325" y="494"/>
                  </a:cubicBezTo>
                  <a:cubicBezTo>
                    <a:pt x="334" y="494"/>
                    <a:pt x="343" y="493"/>
                    <a:pt x="352" y="493"/>
                  </a:cubicBezTo>
                  <a:lnTo>
                    <a:pt x="3023" y="493"/>
                  </a:lnTo>
                  <a:cubicBezTo>
                    <a:pt x="3032" y="493"/>
                    <a:pt x="3041" y="494"/>
                    <a:pt x="3050" y="494"/>
                  </a:cubicBezTo>
                  <a:cubicBezTo>
                    <a:pt x="3375" y="494"/>
                    <a:pt x="3375" y="1"/>
                    <a:pt x="3050" y="1"/>
                  </a:cubicBezTo>
                  <a:cubicBezTo>
                    <a:pt x="3041" y="1"/>
                    <a:pt x="3032" y="1"/>
                    <a:pt x="3023" y="2"/>
                  </a:cubicBezTo>
                  <a:lnTo>
                    <a:pt x="352" y="2"/>
                  </a:lnTo>
                  <a:cubicBezTo>
                    <a:pt x="343" y="1"/>
                    <a:pt x="334" y="1"/>
                    <a:pt x="325"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9" name="Google Shape;16179;p67"/>
            <p:cNvSpPr/>
            <p:nvPr/>
          </p:nvSpPr>
          <p:spPr>
            <a:xfrm>
              <a:off x="3307410" y="3400303"/>
              <a:ext cx="157605" cy="12557"/>
            </a:xfrm>
            <a:custGeom>
              <a:avLst/>
              <a:gdLst/>
              <a:ahLst/>
              <a:cxnLst/>
              <a:rect l="l" t="t" r="r" b="b"/>
              <a:pathLst>
                <a:path w="6012" h="479" extrusionOk="0">
                  <a:moveTo>
                    <a:pt x="325" y="0"/>
                  </a:moveTo>
                  <a:cubicBezTo>
                    <a:pt x="1" y="0"/>
                    <a:pt x="1" y="479"/>
                    <a:pt x="325" y="479"/>
                  </a:cubicBezTo>
                  <a:cubicBezTo>
                    <a:pt x="334" y="479"/>
                    <a:pt x="343" y="479"/>
                    <a:pt x="352" y="478"/>
                  </a:cubicBezTo>
                  <a:lnTo>
                    <a:pt x="5708" y="478"/>
                  </a:lnTo>
                  <a:cubicBezTo>
                    <a:pt x="6011" y="449"/>
                    <a:pt x="6011" y="16"/>
                    <a:pt x="5708" y="1"/>
                  </a:cubicBezTo>
                  <a:lnTo>
                    <a:pt x="352" y="1"/>
                  </a:lnTo>
                  <a:cubicBezTo>
                    <a:pt x="343" y="1"/>
                    <a:pt x="334" y="0"/>
                    <a:pt x="32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0" name="Google Shape;16180;p67"/>
            <p:cNvSpPr/>
            <p:nvPr/>
          </p:nvSpPr>
          <p:spPr>
            <a:xfrm>
              <a:off x="3307410" y="3487704"/>
              <a:ext cx="88476" cy="12950"/>
            </a:xfrm>
            <a:custGeom>
              <a:avLst/>
              <a:gdLst/>
              <a:ahLst/>
              <a:cxnLst/>
              <a:rect l="l" t="t" r="r" b="b"/>
              <a:pathLst>
                <a:path w="3375" h="494" extrusionOk="0">
                  <a:moveTo>
                    <a:pt x="325" y="1"/>
                  </a:moveTo>
                  <a:cubicBezTo>
                    <a:pt x="1" y="1"/>
                    <a:pt x="1" y="494"/>
                    <a:pt x="325" y="494"/>
                  </a:cubicBezTo>
                  <a:cubicBezTo>
                    <a:pt x="334" y="494"/>
                    <a:pt x="343" y="494"/>
                    <a:pt x="352" y="493"/>
                  </a:cubicBezTo>
                  <a:lnTo>
                    <a:pt x="3023" y="493"/>
                  </a:lnTo>
                  <a:cubicBezTo>
                    <a:pt x="3032" y="494"/>
                    <a:pt x="3041" y="494"/>
                    <a:pt x="3050" y="494"/>
                  </a:cubicBezTo>
                  <a:cubicBezTo>
                    <a:pt x="3375" y="494"/>
                    <a:pt x="3375" y="1"/>
                    <a:pt x="3050" y="1"/>
                  </a:cubicBezTo>
                  <a:cubicBezTo>
                    <a:pt x="3041" y="1"/>
                    <a:pt x="3032" y="1"/>
                    <a:pt x="3023" y="2"/>
                  </a:cubicBezTo>
                  <a:lnTo>
                    <a:pt x="352" y="2"/>
                  </a:lnTo>
                  <a:cubicBezTo>
                    <a:pt x="343" y="1"/>
                    <a:pt x="334" y="1"/>
                    <a:pt x="325" y="1"/>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1" name="Google Shape;16181;p67"/>
            <p:cNvSpPr/>
            <p:nvPr/>
          </p:nvSpPr>
          <p:spPr>
            <a:xfrm>
              <a:off x="3307410" y="3516068"/>
              <a:ext cx="155691" cy="12609"/>
            </a:xfrm>
            <a:custGeom>
              <a:avLst/>
              <a:gdLst/>
              <a:ahLst/>
              <a:cxnLst/>
              <a:rect l="l" t="t" r="r" b="b"/>
              <a:pathLst>
                <a:path w="5939" h="481" extrusionOk="0">
                  <a:moveTo>
                    <a:pt x="313" y="0"/>
                  </a:moveTo>
                  <a:cubicBezTo>
                    <a:pt x="1" y="0"/>
                    <a:pt x="5" y="480"/>
                    <a:pt x="325" y="480"/>
                  </a:cubicBezTo>
                  <a:cubicBezTo>
                    <a:pt x="334" y="480"/>
                    <a:pt x="343" y="480"/>
                    <a:pt x="352" y="479"/>
                  </a:cubicBezTo>
                  <a:lnTo>
                    <a:pt x="5650" y="479"/>
                  </a:lnTo>
                  <a:cubicBezTo>
                    <a:pt x="5939" y="450"/>
                    <a:pt x="5939" y="17"/>
                    <a:pt x="5650" y="3"/>
                  </a:cubicBezTo>
                  <a:lnTo>
                    <a:pt x="352" y="3"/>
                  </a:lnTo>
                  <a:cubicBezTo>
                    <a:pt x="339" y="1"/>
                    <a:pt x="326" y="0"/>
                    <a:pt x="313"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2" name="Google Shape;16182;p67"/>
            <p:cNvSpPr/>
            <p:nvPr/>
          </p:nvSpPr>
          <p:spPr>
            <a:xfrm>
              <a:off x="3307410" y="3603522"/>
              <a:ext cx="88476" cy="12950"/>
            </a:xfrm>
            <a:custGeom>
              <a:avLst/>
              <a:gdLst/>
              <a:ahLst/>
              <a:cxnLst/>
              <a:rect l="l" t="t" r="r" b="b"/>
              <a:pathLst>
                <a:path w="3375" h="494" extrusionOk="0">
                  <a:moveTo>
                    <a:pt x="325" y="0"/>
                  </a:moveTo>
                  <a:cubicBezTo>
                    <a:pt x="1" y="0"/>
                    <a:pt x="1" y="493"/>
                    <a:pt x="325" y="493"/>
                  </a:cubicBezTo>
                  <a:cubicBezTo>
                    <a:pt x="334" y="493"/>
                    <a:pt x="343" y="493"/>
                    <a:pt x="352" y="492"/>
                  </a:cubicBezTo>
                  <a:lnTo>
                    <a:pt x="3023" y="492"/>
                  </a:lnTo>
                  <a:cubicBezTo>
                    <a:pt x="3032" y="493"/>
                    <a:pt x="3041" y="493"/>
                    <a:pt x="3050" y="493"/>
                  </a:cubicBezTo>
                  <a:cubicBezTo>
                    <a:pt x="3375" y="493"/>
                    <a:pt x="3375" y="0"/>
                    <a:pt x="3050" y="0"/>
                  </a:cubicBezTo>
                  <a:cubicBezTo>
                    <a:pt x="3041" y="0"/>
                    <a:pt x="3032" y="0"/>
                    <a:pt x="3023" y="1"/>
                  </a:cubicBezTo>
                  <a:lnTo>
                    <a:pt x="352" y="1"/>
                  </a:lnTo>
                  <a:cubicBezTo>
                    <a:pt x="343" y="0"/>
                    <a:pt x="334" y="0"/>
                    <a:pt x="32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3" name="Google Shape;16183;p67"/>
            <p:cNvSpPr/>
            <p:nvPr/>
          </p:nvSpPr>
          <p:spPr>
            <a:xfrm>
              <a:off x="3307410" y="3631519"/>
              <a:ext cx="156215" cy="12950"/>
            </a:xfrm>
            <a:custGeom>
              <a:avLst/>
              <a:gdLst/>
              <a:ahLst/>
              <a:cxnLst/>
              <a:rect l="l" t="t" r="r" b="b"/>
              <a:pathLst>
                <a:path w="5959" h="494" extrusionOk="0">
                  <a:moveTo>
                    <a:pt x="325" y="0"/>
                  </a:moveTo>
                  <a:cubicBezTo>
                    <a:pt x="1" y="0"/>
                    <a:pt x="1" y="493"/>
                    <a:pt x="325" y="493"/>
                  </a:cubicBezTo>
                  <a:cubicBezTo>
                    <a:pt x="334" y="493"/>
                    <a:pt x="343" y="493"/>
                    <a:pt x="352" y="492"/>
                  </a:cubicBezTo>
                  <a:lnTo>
                    <a:pt x="5607" y="492"/>
                  </a:lnTo>
                  <a:cubicBezTo>
                    <a:pt x="5616" y="493"/>
                    <a:pt x="5625" y="493"/>
                    <a:pt x="5634" y="493"/>
                  </a:cubicBezTo>
                  <a:cubicBezTo>
                    <a:pt x="5959" y="493"/>
                    <a:pt x="5959" y="0"/>
                    <a:pt x="5634" y="0"/>
                  </a:cubicBezTo>
                  <a:cubicBezTo>
                    <a:pt x="5625" y="0"/>
                    <a:pt x="5616" y="1"/>
                    <a:pt x="5607" y="1"/>
                  </a:cubicBezTo>
                  <a:lnTo>
                    <a:pt x="352" y="1"/>
                  </a:lnTo>
                  <a:cubicBezTo>
                    <a:pt x="343" y="1"/>
                    <a:pt x="334" y="0"/>
                    <a:pt x="325" y="0"/>
                  </a:cubicBezTo>
                  <a:close/>
                </a:path>
              </a:pathLst>
            </a:custGeom>
            <a:solidFill>
              <a:srgbClr val="CDD7D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4" name="Google Shape;16184;p67"/>
            <p:cNvSpPr/>
            <p:nvPr/>
          </p:nvSpPr>
          <p:spPr>
            <a:xfrm>
              <a:off x="3235660" y="3365070"/>
              <a:ext cx="57175" cy="54973"/>
            </a:xfrm>
            <a:custGeom>
              <a:avLst/>
              <a:gdLst/>
              <a:ahLst/>
              <a:cxnLst/>
              <a:rect l="l" t="t" r="r" b="b"/>
              <a:pathLst>
                <a:path w="2181" h="2097" extrusionOk="0">
                  <a:moveTo>
                    <a:pt x="1498" y="0"/>
                  </a:moveTo>
                  <a:cubicBezTo>
                    <a:pt x="1485" y="0"/>
                    <a:pt x="1472" y="1"/>
                    <a:pt x="1458" y="3"/>
                  </a:cubicBezTo>
                  <a:lnTo>
                    <a:pt x="246" y="3"/>
                  </a:lnTo>
                  <a:cubicBezTo>
                    <a:pt x="101" y="3"/>
                    <a:pt x="0" y="104"/>
                    <a:pt x="0" y="234"/>
                  </a:cubicBezTo>
                  <a:lnTo>
                    <a:pt x="0" y="1851"/>
                  </a:lnTo>
                  <a:cubicBezTo>
                    <a:pt x="0" y="1981"/>
                    <a:pt x="101" y="2096"/>
                    <a:pt x="246" y="2096"/>
                  </a:cubicBezTo>
                  <a:lnTo>
                    <a:pt x="1935" y="2096"/>
                  </a:lnTo>
                  <a:cubicBezTo>
                    <a:pt x="2065" y="2096"/>
                    <a:pt x="2166" y="1981"/>
                    <a:pt x="2166" y="1851"/>
                  </a:cubicBezTo>
                  <a:lnTo>
                    <a:pt x="2166" y="1418"/>
                  </a:lnTo>
                  <a:cubicBezTo>
                    <a:pt x="2180" y="1237"/>
                    <a:pt x="2054" y="1147"/>
                    <a:pt x="1927" y="1147"/>
                  </a:cubicBezTo>
                  <a:cubicBezTo>
                    <a:pt x="1801" y="1147"/>
                    <a:pt x="1675" y="1237"/>
                    <a:pt x="1689" y="1418"/>
                  </a:cubicBezTo>
                  <a:lnTo>
                    <a:pt x="1689" y="1605"/>
                  </a:lnTo>
                  <a:lnTo>
                    <a:pt x="477" y="1605"/>
                  </a:lnTo>
                  <a:lnTo>
                    <a:pt x="477" y="479"/>
                  </a:lnTo>
                  <a:lnTo>
                    <a:pt x="1458" y="479"/>
                  </a:lnTo>
                  <a:cubicBezTo>
                    <a:pt x="1468" y="480"/>
                    <a:pt x="1477" y="480"/>
                    <a:pt x="1485" y="480"/>
                  </a:cubicBezTo>
                  <a:cubicBezTo>
                    <a:pt x="1806" y="480"/>
                    <a:pt x="1810" y="0"/>
                    <a:pt x="1498" y="0"/>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5" name="Google Shape;16185;p67"/>
            <p:cNvSpPr/>
            <p:nvPr/>
          </p:nvSpPr>
          <p:spPr>
            <a:xfrm>
              <a:off x="3248426" y="3364755"/>
              <a:ext cx="55104" cy="40528"/>
            </a:xfrm>
            <a:custGeom>
              <a:avLst/>
              <a:gdLst/>
              <a:ahLst/>
              <a:cxnLst/>
              <a:rect l="l" t="t" r="r" b="b"/>
              <a:pathLst>
                <a:path w="2102" h="1546" extrusionOk="0">
                  <a:moveTo>
                    <a:pt x="1754" y="1"/>
                  </a:moveTo>
                  <a:cubicBezTo>
                    <a:pt x="1694" y="1"/>
                    <a:pt x="1631" y="26"/>
                    <a:pt x="1578" y="87"/>
                  </a:cubicBezTo>
                  <a:lnTo>
                    <a:pt x="769" y="939"/>
                  </a:lnTo>
                  <a:lnTo>
                    <a:pt x="524" y="679"/>
                  </a:lnTo>
                  <a:cubicBezTo>
                    <a:pt x="470" y="618"/>
                    <a:pt x="407" y="593"/>
                    <a:pt x="346" y="593"/>
                  </a:cubicBezTo>
                  <a:cubicBezTo>
                    <a:pt x="163" y="593"/>
                    <a:pt x="0" y="823"/>
                    <a:pt x="163" y="997"/>
                  </a:cubicBezTo>
                  <a:lnTo>
                    <a:pt x="581" y="1458"/>
                  </a:lnTo>
                  <a:cubicBezTo>
                    <a:pt x="625" y="1516"/>
                    <a:pt x="697" y="1545"/>
                    <a:pt x="769" y="1545"/>
                  </a:cubicBezTo>
                  <a:cubicBezTo>
                    <a:pt x="841" y="1545"/>
                    <a:pt x="899" y="1516"/>
                    <a:pt x="957" y="1473"/>
                  </a:cubicBezTo>
                  <a:lnTo>
                    <a:pt x="1938" y="419"/>
                  </a:lnTo>
                  <a:cubicBezTo>
                    <a:pt x="2101" y="235"/>
                    <a:pt x="1937" y="1"/>
                    <a:pt x="1754" y="1"/>
                  </a:cubicBez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6" name="Google Shape;16186;p67"/>
            <p:cNvSpPr/>
            <p:nvPr/>
          </p:nvSpPr>
          <p:spPr>
            <a:xfrm>
              <a:off x="3235660" y="3480547"/>
              <a:ext cx="56782" cy="55287"/>
            </a:xfrm>
            <a:custGeom>
              <a:avLst/>
              <a:gdLst/>
              <a:ahLst/>
              <a:cxnLst/>
              <a:rect l="l" t="t" r="r" b="b"/>
              <a:pathLst>
                <a:path w="2166" h="2109" extrusionOk="0">
                  <a:moveTo>
                    <a:pt x="246" y="1"/>
                  </a:moveTo>
                  <a:cubicBezTo>
                    <a:pt x="101" y="1"/>
                    <a:pt x="0" y="116"/>
                    <a:pt x="0" y="246"/>
                  </a:cubicBezTo>
                  <a:lnTo>
                    <a:pt x="0" y="1863"/>
                  </a:lnTo>
                  <a:cubicBezTo>
                    <a:pt x="0" y="1993"/>
                    <a:pt x="101" y="2108"/>
                    <a:pt x="246" y="2108"/>
                  </a:cubicBezTo>
                  <a:lnTo>
                    <a:pt x="1935" y="2108"/>
                  </a:lnTo>
                  <a:cubicBezTo>
                    <a:pt x="2065" y="2108"/>
                    <a:pt x="2166" y="1993"/>
                    <a:pt x="2166" y="1863"/>
                  </a:cubicBezTo>
                  <a:lnTo>
                    <a:pt x="2166" y="1430"/>
                  </a:lnTo>
                  <a:cubicBezTo>
                    <a:pt x="2151" y="1278"/>
                    <a:pt x="2036" y="1202"/>
                    <a:pt x="1922" y="1202"/>
                  </a:cubicBezTo>
                  <a:cubicBezTo>
                    <a:pt x="1808" y="1202"/>
                    <a:pt x="1696" y="1278"/>
                    <a:pt x="1689" y="1430"/>
                  </a:cubicBezTo>
                  <a:lnTo>
                    <a:pt x="1689" y="1617"/>
                  </a:lnTo>
                  <a:lnTo>
                    <a:pt x="477" y="1617"/>
                  </a:lnTo>
                  <a:lnTo>
                    <a:pt x="477" y="492"/>
                  </a:lnTo>
                  <a:lnTo>
                    <a:pt x="1458" y="492"/>
                  </a:lnTo>
                  <a:cubicBezTo>
                    <a:pt x="1761" y="463"/>
                    <a:pt x="1761" y="30"/>
                    <a:pt x="1458" y="1"/>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7" name="Google Shape;16187;p67"/>
            <p:cNvSpPr/>
            <p:nvPr/>
          </p:nvSpPr>
          <p:spPr>
            <a:xfrm>
              <a:off x="3248400" y="3480573"/>
              <a:ext cx="55130" cy="40502"/>
            </a:xfrm>
            <a:custGeom>
              <a:avLst/>
              <a:gdLst/>
              <a:ahLst/>
              <a:cxnLst/>
              <a:rect l="l" t="t" r="r" b="b"/>
              <a:pathLst>
                <a:path w="2103" h="1545" extrusionOk="0">
                  <a:moveTo>
                    <a:pt x="1755" y="0"/>
                  </a:moveTo>
                  <a:cubicBezTo>
                    <a:pt x="1695" y="0"/>
                    <a:pt x="1632" y="26"/>
                    <a:pt x="1579" y="86"/>
                  </a:cubicBezTo>
                  <a:lnTo>
                    <a:pt x="770" y="938"/>
                  </a:lnTo>
                  <a:lnTo>
                    <a:pt x="525" y="664"/>
                  </a:lnTo>
                  <a:cubicBezTo>
                    <a:pt x="472" y="607"/>
                    <a:pt x="410" y="584"/>
                    <a:pt x="351" y="584"/>
                  </a:cubicBezTo>
                  <a:cubicBezTo>
                    <a:pt x="166" y="584"/>
                    <a:pt x="0" y="810"/>
                    <a:pt x="164" y="996"/>
                  </a:cubicBezTo>
                  <a:lnTo>
                    <a:pt x="582" y="1458"/>
                  </a:lnTo>
                  <a:cubicBezTo>
                    <a:pt x="626" y="1515"/>
                    <a:pt x="698" y="1544"/>
                    <a:pt x="770" y="1544"/>
                  </a:cubicBezTo>
                  <a:cubicBezTo>
                    <a:pt x="842" y="1544"/>
                    <a:pt x="900" y="1515"/>
                    <a:pt x="958" y="1458"/>
                  </a:cubicBezTo>
                  <a:lnTo>
                    <a:pt x="1939" y="418"/>
                  </a:lnTo>
                  <a:cubicBezTo>
                    <a:pt x="2102" y="234"/>
                    <a:pt x="1938" y="0"/>
                    <a:pt x="1755" y="0"/>
                  </a:cubicBez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8" name="Google Shape;16188;p67"/>
            <p:cNvSpPr/>
            <p:nvPr/>
          </p:nvSpPr>
          <p:spPr>
            <a:xfrm>
              <a:off x="3235660" y="3596312"/>
              <a:ext cx="56782" cy="55314"/>
            </a:xfrm>
            <a:custGeom>
              <a:avLst/>
              <a:gdLst/>
              <a:ahLst/>
              <a:cxnLst/>
              <a:rect l="l" t="t" r="r" b="b"/>
              <a:pathLst>
                <a:path w="2166" h="2110" extrusionOk="0">
                  <a:moveTo>
                    <a:pt x="1485" y="1"/>
                  </a:moveTo>
                  <a:cubicBezTo>
                    <a:pt x="1477" y="1"/>
                    <a:pt x="1468" y="1"/>
                    <a:pt x="1458" y="2"/>
                  </a:cubicBezTo>
                  <a:lnTo>
                    <a:pt x="246" y="2"/>
                  </a:lnTo>
                  <a:cubicBezTo>
                    <a:pt x="101" y="2"/>
                    <a:pt x="0" y="117"/>
                    <a:pt x="0" y="247"/>
                  </a:cubicBezTo>
                  <a:lnTo>
                    <a:pt x="0" y="1864"/>
                  </a:lnTo>
                  <a:cubicBezTo>
                    <a:pt x="0" y="1994"/>
                    <a:pt x="101" y="2109"/>
                    <a:pt x="246" y="2109"/>
                  </a:cubicBezTo>
                  <a:lnTo>
                    <a:pt x="1935" y="2109"/>
                  </a:lnTo>
                  <a:cubicBezTo>
                    <a:pt x="2065" y="2095"/>
                    <a:pt x="2166" y="1994"/>
                    <a:pt x="2166" y="1850"/>
                  </a:cubicBezTo>
                  <a:lnTo>
                    <a:pt x="2166" y="1417"/>
                  </a:lnTo>
                  <a:cubicBezTo>
                    <a:pt x="2151" y="1272"/>
                    <a:pt x="2036" y="1200"/>
                    <a:pt x="1922" y="1200"/>
                  </a:cubicBezTo>
                  <a:cubicBezTo>
                    <a:pt x="1808" y="1200"/>
                    <a:pt x="1696" y="1272"/>
                    <a:pt x="1689" y="1417"/>
                  </a:cubicBezTo>
                  <a:lnTo>
                    <a:pt x="1689" y="1619"/>
                  </a:lnTo>
                  <a:lnTo>
                    <a:pt x="477" y="1619"/>
                  </a:lnTo>
                  <a:lnTo>
                    <a:pt x="477" y="493"/>
                  </a:lnTo>
                  <a:lnTo>
                    <a:pt x="1458" y="493"/>
                  </a:lnTo>
                  <a:cubicBezTo>
                    <a:pt x="1468" y="493"/>
                    <a:pt x="1477" y="494"/>
                    <a:pt x="1485" y="494"/>
                  </a:cubicBezTo>
                  <a:cubicBezTo>
                    <a:pt x="1810" y="494"/>
                    <a:pt x="1810" y="1"/>
                    <a:pt x="1485" y="1"/>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89" name="Google Shape;16189;p67"/>
            <p:cNvSpPr/>
            <p:nvPr/>
          </p:nvSpPr>
          <p:spPr>
            <a:xfrm>
              <a:off x="3248400" y="3596365"/>
              <a:ext cx="55130" cy="40214"/>
            </a:xfrm>
            <a:custGeom>
              <a:avLst/>
              <a:gdLst/>
              <a:ahLst/>
              <a:cxnLst/>
              <a:rect l="l" t="t" r="r" b="b"/>
              <a:pathLst>
                <a:path w="2103" h="1534" extrusionOk="0">
                  <a:moveTo>
                    <a:pt x="1755" y="0"/>
                  </a:moveTo>
                  <a:cubicBezTo>
                    <a:pt x="1695" y="0"/>
                    <a:pt x="1632" y="26"/>
                    <a:pt x="1579" y="87"/>
                  </a:cubicBezTo>
                  <a:lnTo>
                    <a:pt x="770" y="938"/>
                  </a:lnTo>
                  <a:lnTo>
                    <a:pt x="525" y="664"/>
                  </a:lnTo>
                  <a:cubicBezTo>
                    <a:pt x="471" y="603"/>
                    <a:pt x="409" y="578"/>
                    <a:pt x="348" y="578"/>
                  </a:cubicBezTo>
                  <a:cubicBezTo>
                    <a:pt x="165" y="578"/>
                    <a:pt x="1" y="811"/>
                    <a:pt x="164" y="996"/>
                  </a:cubicBezTo>
                  <a:lnTo>
                    <a:pt x="582" y="1458"/>
                  </a:lnTo>
                  <a:cubicBezTo>
                    <a:pt x="626" y="1501"/>
                    <a:pt x="698" y="1530"/>
                    <a:pt x="770" y="1530"/>
                  </a:cubicBezTo>
                  <a:cubicBezTo>
                    <a:pt x="783" y="1533"/>
                    <a:pt x="794" y="1534"/>
                    <a:pt x="806" y="1534"/>
                  </a:cubicBezTo>
                  <a:cubicBezTo>
                    <a:pt x="862" y="1534"/>
                    <a:pt x="910" y="1506"/>
                    <a:pt x="958" y="1458"/>
                  </a:cubicBezTo>
                  <a:lnTo>
                    <a:pt x="1939" y="419"/>
                  </a:lnTo>
                  <a:cubicBezTo>
                    <a:pt x="2102" y="234"/>
                    <a:pt x="1938" y="0"/>
                    <a:pt x="1755" y="0"/>
                  </a:cubicBez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0" name="Google Shape;16190;p67"/>
            <p:cNvSpPr/>
            <p:nvPr/>
          </p:nvSpPr>
          <p:spPr>
            <a:xfrm>
              <a:off x="3438878" y="3642136"/>
              <a:ext cx="168038" cy="88292"/>
            </a:xfrm>
            <a:custGeom>
              <a:avLst/>
              <a:gdLst/>
              <a:ahLst/>
              <a:cxnLst/>
              <a:rect l="l" t="t" r="r" b="b"/>
              <a:pathLst>
                <a:path w="6410" h="3368" extrusionOk="0">
                  <a:moveTo>
                    <a:pt x="2440" y="1"/>
                  </a:moveTo>
                  <a:lnTo>
                    <a:pt x="982" y="592"/>
                  </a:lnTo>
                  <a:cubicBezTo>
                    <a:pt x="837" y="636"/>
                    <a:pt x="707" y="722"/>
                    <a:pt x="592" y="809"/>
                  </a:cubicBezTo>
                  <a:lnTo>
                    <a:pt x="549" y="838"/>
                  </a:lnTo>
                  <a:lnTo>
                    <a:pt x="534" y="867"/>
                  </a:lnTo>
                  <a:lnTo>
                    <a:pt x="520" y="881"/>
                  </a:lnTo>
                  <a:lnTo>
                    <a:pt x="476" y="910"/>
                  </a:lnTo>
                  <a:cubicBezTo>
                    <a:pt x="217" y="1170"/>
                    <a:pt x="58" y="1502"/>
                    <a:pt x="0" y="1877"/>
                  </a:cubicBezTo>
                  <a:lnTo>
                    <a:pt x="0" y="1935"/>
                  </a:lnTo>
                  <a:lnTo>
                    <a:pt x="0" y="1949"/>
                  </a:lnTo>
                  <a:lnTo>
                    <a:pt x="0" y="2007"/>
                  </a:lnTo>
                  <a:lnTo>
                    <a:pt x="0" y="2036"/>
                  </a:lnTo>
                  <a:lnTo>
                    <a:pt x="0" y="2050"/>
                  </a:lnTo>
                  <a:lnTo>
                    <a:pt x="0" y="2123"/>
                  </a:lnTo>
                  <a:lnTo>
                    <a:pt x="0" y="2354"/>
                  </a:lnTo>
                  <a:lnTo>
                    <a:pt x="0" y="3061"/>
                  </a:lnTo>
                  <a:cubicBezTo>
                    <a:pt x="13" y="3232"/>
                    <a:pt x="147" y="3368"/>
                    <a:pt x="313" y="3368"/>
                  </a:cubicBezTo>
                  <a:cubicBezTo>
                    <a:pt x="329" y="3368"/>
                    <a:pt x="345" y="3367"/>
                    <a:pt x="361" y="3364"/>
                  </a:cubicBezTo>
                  <a:lnTo>
                    <a:pt x="6049" y="3364"/>
                  </a:lnTo>
                  <a:cubicBezTo>
                    <a:pt x="6065" y="3367"/>
                    <a:pt x="6081" y="3368"/>
                    <a:pt x="6097" y="3368"/>
                  </a:cubicBezTo>
                  <a:cubicBezTo>
                    <a:pt x="6265" y="3368"/>
                    <a:pt x="6409" y="3232"/>
                    <a:pt x="6409" y="3061"/>
                  </a:cubicBezTo>
                  <a:lnTo>
                    <a:pt x="6409" y="2354"/>
                  </a:lnTo>
                  <a:lnTo>
                    <a:pt x="6409" y="2123"/>
                  </a:lnTo>
                  <a:lnTo>
                    <a:pt x="6337" y="2123"/>
                  </a:lnTo>
                  <a:lnTo>
                    <a:pt x="6337" y="2050"/>
                  </a:lnTo>
                  <a:lnTo>
                    <a:pt x="6337" y="2036"/>
                  </a:lnTo>
                  <a:lnTo>
                    <a:pt x="6337" y="2007"/>
                  </a:lnTo>
                  <a:lnTo>
                    <a:pt x="6337" y="1949"/>
                  </a:lnTo>
                  <a:lnTo>
                    <a:pt x="6337" y="1935"/>
                  </a:lnTo>
                  <a:lnTo>
                    <a:pt x="6337" y="1877"/>
                  </a:lnTo>
                  <a:cubicBezTo>
                    <a:pt x="6294" y="1502"/>
                    <a:pt x="6121" y="1170"/>
                    <a:pt x="5861" y="910"/>
                  </a:cubicBezTo>
                  <a:lnTo>
                    <a:pt x="5818" y="881"/>
                  </a:lnTo>
                  <a:lnTo>
                    <a:pt x="5803" y="867"/>
                  </a:lnTo>
                  <a:lnTo>
                    <a:pt x="5789" y="838"/>
                  </a:lnTo>
                  <a:lnTo>
                    <a:pt x="5745" y="809"/>
                  </a:lnTo>
                  <a:cubicBezTo>
                    <a:pt x="5630" y="722"/>
                    <a:pt x="5500" y="636"/>
                    <a:pt x="5356" y="592"/>
                  </a:cubicBezTo>
                  <a:lnTo>
                    <a:pt x="3898" y="1"/>
                  </a:lnTo>
                  <a:lnTo>
                    <a:pt x="3537" y="376"/>
                  </a:lnTo>
                  <a:lnTo>
                    <a:pt x="3176" y="737"/>
                  </a:lnTo>
                  <a:lnTo>
                    <a:pt x="2801" y="376"/>
                  </a:lnTo>
                  <a:lnTo>
                    <a:pt x="2440" y="1"/>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1" name="Google Shape;16191;p67"/>
            <p:cNvSpPr/>
            <p:nvPr/>
          </p:nvSpPr>
          <p:spPr>
            <a:xfrm>
              <a:off x="3436965" y="3642529"/>
              <a:ext cx="68526" cy="87899"/>
            </a:xfrm>
            <a:custGeom>
              <a:avLst/>
              <a:gdLst/>
              <a:ahLst/>
              <a:cxnLst/>
              <a:rect l="l" t="t" r="r" b="b"/>
              <a:pathLst>
                <a:path w="2614" h="3353" extrusionOk="0">
                  <a:moveTo>
                    <a:pt x="2469" y="0"/>
                  </a:moveTo>
                  <a:lnTo>
                    <a:pt x="1026" y="563"/>
                  </a:lnTo>
                  <a:cubicBezTo>
                    <a:pt x="405" y="808"/>
                    <a:pt x="1" y="1429"/>
                    <a:pt x="30" y="2108"/>
                  </a:cubicBezTo>
                  <a:lnTo>
                    <a:pt x="30" y="3046"/>
                  </a:lnTo>
                  <a:cubicBezTo>
                    <a:pt x="30" y="3217"/>
                    <a:pt x="174" y="3353"/>
                    <a:pt x="343" y="3353"/>
                  </a:cubicBezTo>
                  <a:cubicBezTo>
                    <a:pt x="358" y="3353"/>
                    <a:pt x="375" y="3352"/>
                    <a:pt x="391" y="3349"/>
                  </a:cubicBezTo>
                  <a:lnTo>
                    <a:pt x="463" y="3349"/>
                  </a:lnTo>
                  <a:lnTo>
                    <a:pt x="463" y="2108"/>
                  </a:lnTo>
                  <a:cubicBezTo>
                    <a:pt x="434" y="1429"/>
                    <a:pt x="838" y="808"/>
                    <a:pt x="1459" y="563"/>
                  </a:cubicBezTo>
                  <a:lnTo>
                    <a:pt x="2614" y="116"/>
                  </a:lnTo>
                  <a:lnTo>
                    <a:pt x="2469"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2" name="Google Shape;16192;p67"/>
            <p:cNvSpPr/>
            <p:nvPr/>
          </p:nvSpPr>
          <p:spPr>
            <a:xfrm>
              <a:off x="3468003" y="3503249"/>
              <a:ext cx="106354" cy="74975"/>
            </a:xfrm>
            <a:custGeom>
              <a:avLst/>
              <a:gdLst/>
              <a:ahLst/>
              <a:cxnLst/>
              <a:rect l="l" t="t" r="r" b="b"/>
              <a:pathLst>
                <a:path w="4057" h="2860" extrusionOk="0">
                  <a:moveTo>
                    <a:pt x="3581" y="2440"/>
                  </a:moveTo>
                  <a:lnTo>
                    <a:pt x="3564" y="2457"/>
                  </a:lnTo>
                  <a:lnTo>
                    <a:pt x="3564" y="2457"/>
                  </a:lnTo>
                  <a:lnTo>
                    <a:pt x="3566" y="2455"/>
                  </a:lnTo>
                  <a:lnTo>
                    <a:pt x="3581" y="2440"/>
                  </a:lnTo>
                  <a:close/>
                  <a:moveTo>
                    <a:pt x="3552" y="2455"/>
                  </a:moveTo>
                  <a:lnTo>
                    <a:pt x="3552" y="2469"/>
                  </a:lnTo>
                  <a:lnTo>
                    <a:pt x="3552" y="2484"/>
                  </a:lnTo>
                  <a:lnTo>
                    <a:pt x="3537" y="2513"/>
                  </a:lnTo>
                  <a:lnTo>
                    <a:pt x="3552" y="2469"/>
                  </a:lnTo>
                  <a:lnTo>
                    <a:pt x="3508" y="2498"/>
                  </a:lnTo>
                  <a:lnTo>
                    <a:pt x="3508" y="2498"/>
                  </a:lnTo>
                  <a:lnTo>
                    <a:pt x="3552" y="2455"/>
                  </a:lnTo>
                  <a:close/>
                  <a:moveTo>
                    <a:pt x="1949" y="1"/>
                  </a:moveTo>
                  <a:cubicBezTo>
                    <a:pt x="867" y="1"/>
                    <a:pt x="1" y="867"/>
                    <a:pt x="1" y="1935"/>
                  </a:cubicBezTo>
                  <a:lnTo>
                    <a:pt x="1" y="2859"/>
                  </a:lnTo>
                  <a:cubicBezTo>
                    <a:pt x="1" y="2859"/>
                    <a:pt x="448" y="2816"/>
                    <a:pt x="506" y="2599"/>
                  </a:cubicBezTo>
                  <a:cubicBezTo>
                    <a:pt x="520" y="2570"/>
                    <a:pt x="535" y="2556"/>
                    <a:pt x="549" y="2527"/>
                  </a:cubicBezTo>
                  <a:cubicBezTo>
                    <a:pt x="795" y="2527"/>
                    <a:pt x="1964" y="2513"/>
                    <a:pt x="2642" y="1704"/>
                  </a:cubicBezTo>
                  <a:cubicBezTo>
                    <a:pt x="2787" y="2094"/>
                    <a:pt x="3104" y="2397"/>
                    <a:pt x="3508" y="2513"/>
                  </a:cubicBezTo>
                  <a:cubicBezTo>
                    <a:pt x="3523" y="2541"/>
                    <a:pt x="3537" y="2570"/>
                    <a:pt x="3552" y="2585"/>
                  </a:cubicBezTo>
                  <a:cubicBezTo>
                    <a:pt x="3610" y="2801"/>
                    <a:pt x="4057" y="2845"/>
                    <a:pt x="4057" y="2845"/>
                  </a:cubicBezTo>
                  <a:lnTo>
                    <a:pt x="4057" y="1935"/>
                  </a:lnTo>
                  <a:cubicBezTo>
                    <a:pt x="4043" y="867"/>
                    <a:pt x="3176" y="1"/>
                    <a:pt x="2108"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3" name="Google Shape;16193;p67"/>
            <p:cNvSpPr/>
            <p:nvPr/>
          </p:nvSpPr>
          <p:spPr>
            <a:xfrm>
              <a:off x="3468003" y="3502882"/>
              <a:ext cx="57542" cy="74949"/>
            </a:xfrm>
            <a:custGeom>
              <a:avLst/>
              <a:gdLst/>
              <a:ahLst/>
              <a:cxnLst/>
              <a:rect l="l" t="t" r="r" b="b"/>
              <a:pathLst>
                <a:path w="2195" h="2859" extrusionOk="0">
                  <a:moveTo>
                    <a:pt x="1949" y="0"/>
                  </a:moveTo>
                  <a:cubicBezTo>
                    <a:pt x="881" y="0"/>
                    <a:pt x="1" y="881"/>
                    <a:pt x="1" y="1949"/>
                  </a:cubicBezTo>
                  <a:lnTo>
                    <a:pt x="1" y="2859"/>
                  </a:lnTo>
                  <a:cubicBezTo>
                    <a:pt x="116" y="2844"/>
                    <a:pt x="232" y="2815"/>
                    <a:pt x="347" y="2772"/>
                  </a:cubicBezTo>
                  <a:lnTo>
                    <a:pt x="347" y="2454"/>
                  </a:lnTo>
                  <a:lnTo>
                    <a:pt x="347" y="1949"/>
                  </a:lnTo>
                  <a:cubicBezTo>
                    <a:pt x="347" y="910"/>
                    <a:pt x="1155" y="58"/>
                    <a:pt x="2195" y="0"/>
                  </a:cubicBezTo>
                  <a:close/>
                </a:path>
              </a:pathLst>
            </a:custGeom>
            <a:solidFill>
              <a:srgbClr val="60758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4" name="Google Shape;16194;p67"/>
            <p:cNvSpPr/>
            <p:nvPr/>
          </p:nvSpPr>
          <p:spPr>
            <a:xfrm>
              <a:off x="3559598" y="3570386"/>
              <a:ext cx="23489" cy="31143"/>
            </a:xfrm>
            <a:custGeom>
              <a:avLst/>
              <a:gdLst/>
              <a:ahLst/>
              <a:cxnLst/>
              <a:rect l="l" t="t" r="r" b="b"/>
              <a:pathLst>
                <a:path w="896" h="1188" extrusionOk="0">
                  <a:moveTo>
                    <a:pt x="250" y="0"/>
                  </a:moveTo>
                  <a:cubicBezTo>
                    <a:pt x="116" y="0"/>
                    <a:pt x="0" y="104"/>
                    <a:pt x="0" y="240"/>
                  </a:cubicBezTo>
                  <a:lnTo>
                    <a:pt x="0" y="948"/>
                  </a:lnTo>
                  <a:cubicBezTo>
                    <a:pt x="0" y="1084"/>
                    <a:pt x="116" y="1188"/>
                    <a:pt x="250" y="1188"/>
                  </a:cubicBezTo>
                  <a:cubicBezTo>
                    <a:pt x="272" y="1188"/>
                    <a:pt x="295" y="1185"/>
                    <a:pt x="318" y="1179"/>
                  </a:cubicBezTo>
                  <a:cubicBezTo>
                    <a:pt x="361" y="1164"/>
                    <a:pt x="419" y="1135"/>
                    <a:pt x="462" y="1121"/>
                  </a:cubicBezTo>
                  <a:cubicBezTo>
                    <a:pt x="505" y="1078"/>
                    <a:pt x="549" y="1034"/>
                    <a:pt x="592" y="1005"/>
                  </a:cubicBezTo>
                  <a:cubicBezTo>
                    <a:pt x="895" y="673"/>
                    <a:pt x="751" y="139"/>
                    <a:pt x="318" y="9"/>
                  </a:cubicBezTo>
                  <a:cubicBezTo>
                    <a:pt x="295" y="3"/>
                    <a:pt x="272" y="0"/>
                    <a:pt x="250" y="0"/>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5" name="Google Shape;16195;p67"/>
            <p:cNvSpPr/>
            <p:nvPr/>
          </p:nvSpPr>
          <p:spPr>
            <a:xfrm>
              <a:off x="3459300" y="3570596"/>
              <a:ext cx="23489" cy="31065"/>
            </a:xfrm>
            <a:custGeom>
              <a:avLst/>
              <a:gdLst/>
              <a:ahLst/>
              <a:cxnLst/>
              <a:rect l="l" t="t" r="r" b="b"/>
              <a:pathLst>
                <a:path w="896" h="1185" extrusionOk="0">
                  <a:moveTo>
                    <a:pt x="658" y="1"/>
                  </a:moveTo>
                  <a:cubicBezTo>
                    <a:pt x="631" y="1"/>
                    <a:pt x="604" y="6"/>
                    <a:pt x="578" y="16"/>
                  </a:cubicBezTo>
                  <a:cubicBezTo>
                    <a:pt x="1" y="189"/>
                    <a:pt x="1" y="997"/>
                    <a:pt x="578" y="1171"/>
                  </a:cubicBezTo>
                  <a:cubicBezTo>
                    <a:pt x="604" y="1180"/>
                    <a:pt x="631" y="1185"/>
                    <a:pt x="656" y="1185"/>
                  </a:cubicBezTo>
                  <a:cubicBezTo>
                    <a:pt x="785" y="1185"/>
                    <a:pt x="896" y="1072"/>
                    <a:pt x="896" y="940"/>
                  </a:cubicBezTo>
                  <a:lnTo>
                    <a:pt x="896" y="247"/>
                  </a:lnTo>
                  <a:cubicBezTo>
                    <a:pt x="896" y="160"/>
                    <a:pt x="852" y="88"/>
                    <a:pt x="795" y="45"/>
                  </a:cubicBezTo>
                  <a:cubicBezTo>
                    <a:pt x="757" y="17"/>
                    <a:pt x="708" y="1"/>
                    <a:pt x="658"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6" name="Google Shape;16196;p67"/>
            <p:cNvSpPr/>
            <p:nvPr/>
          </p:nvSpPr>
          <p:spPr>
            <a:xfrm>
              <a:off x="3501689" y="3624887"/>
              <a:ext cx="39008" cy="44146"/>
            </a:xfrm>
            <a:custGeom>
              <a:avLst/>
              <a:gdLst/>
              <a:ahLst/>
              <a:cxnLst/>
              <a:rect l="l" t="t" r="r" b="b"/>
              <a:pathLst>
                <a:path w="1488" h="1684" extrusionOk="0">
                  <a:moveTo>
                    <a:pt x="241" y="1"/>
                  </a:moveTo>
                  <a:cubicBezTo>
                    <a:pt x="109" y="1"/>
                    <a:pt x="0" y="115"/>
                    <a:pt x="0" y="240"/>
                  </a:cubicBezTo>
                  <a:lnTo>
                    <a:pt x="0" y="962"/>
                  </a:lnTo>
                  <a:cubicBezTo>
                    <a:pt x="0" y="1019"/>
                    <a:pt x="29" y="1092"/>
                    <a:pt x="73" y="1135"/>
                  </a:cubicBezTo>
                  <a:lnTo>
                    <a:pt x="563" y="1611"/>
                  </a:lnTo>
                  <a:cubicBezTo>
                    <a:pt x="607" y="1655"/>
                    <a:pt x="679" y="1684"/>
                    <a:pt x="737" y="1684"/>
                  </a:cubicBezTo>
                  <a:cubicBezTo>
                    <a:pt x="809" y="1684"/>
                    <a:pt x="867" y="1655"/>
                    <a:pt x="924" y="1611"/>
                  </a:cubicBezTo>
                  <a:lnTo>
                    <a:pt x="1430" y="1077"/>
                  </a:lnTo>
                  <a:cubicBezTo>
                    <a:pt x="1473" y="1034"/>
                    <a:pt x="1487" y="976"/>
                    <a:pt x="1487" y="918"/>
                  </a:cubicBezTo>
                  <a:lnTo>
                    <a:pt x="1487" y="240"/>
                  </a:lnTo>
                  <a:cubicBezTo>
                    <a:pt x="1487" y="168"/>
                    <a:pt x="1458" y="125"/>
                    <a:pt x="1415" y="81"/>
                  </a:cubicBezTo>
                  <a:cubicBezTo>
                    <a:pt x="1357" y="38"/>
                    <a:pt x="1300" y="9"/>
                    <a:pt x="1227" y="9"/>
                  </a:cubicBezTo>
                  <a:lnTo>
                    <a:pt x="1184" y="9"/>
                  </a:lnTo>
                  <a:cubicBezTo>
                    <a:pt x="1097" y="23"/>
                    <a:pt x="996" y="38"/>
                    <a:pt x="895" y="38"/>
                  </a:cubicBezTo>
                  <a:lnTo>
                    <a:pt x="592" y="38"/>
                  </a:lnTo>
                  <a:cubicBezTo>
                    <a:pt x="491" y="38"/>
                    <a:pt x="390" y="23"/>
                    <a:pt x="304" y="9"/>
                  </a:cubicBezTo>
                  <a:cubicBezTo>
                    <a:pt x="282" y="3"/>
                    <a:pt x="262" y="1"/>
                    <a:pt x="241" y="1"/>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7" name="Google Shape;16197;p67"/>
            <p:cNvSpPr/>
            <p:nvPr/>
          </p:nvSpPr>
          <p:spPr>
            <a:xfrm>
              <a:off x="3501689" y="3625385"/>
              <a:ext cx="24249" cy="44015"/>
            </a:xfrm>
            <a:custGeom>
              <a:avLst/>
              <a:gdLst/>
              <a:ahLst/>
              <a:cxnLst/>
              <a:rect l="l" t="t" r="r" b="b"/>
              <a:pathLst>
                <a:path w="925" h="1679" extrusionOk="0">
                  <a:moveTo>
                    <a:pt x="241" y="0"/>
                  </a:moveTo>
                  <a:cubicBezTo>
                    <a:pt x="105" y="0"/>
                    <a:pt x="0" y="108"/>
                    <a:pt x="0" y="250"/>
                  </a:cubicBezTo>
                  <a:lnTo>
                    <a:pt x="0" y="957"/>
                  </a:lnTo>
                  <a:cubicBezTo>
                    <a:pt x="0" y="1029"/>
                    <a:pt x="29" y="1087"/>
                    <a:pt x="73" y="1130"/>
                  </a:cubicBezTo>
                  <a:lnTo>
                    <a:pt x="563" y="1621"/>
                  </a:lnTo>
                  <a:cubicBezTo>
                    <a:pt x="607" y="1665"/>
                    <a:pt x="679" y="1679"/>
                    <a:pt x="737" y="1679"/>
                  </a:cubicBezTo>
                  <a:cubicBezTo>
                    <a:pt x="809" y="1679"/>
                    <a:pt x="867" y="1650"/>
                    <a:pt x="924" y="1607"/>
                  </a:cubicBezTo>
                  <a:cubicBezTo>
                    <a:pt x="867" y="1592"/>
                    <a:pt x="823" y="1578"/>
                    <a:pt x="780" y="1549"/>
                  </a:cubicBezTo>
                  <a:lnTo>
                    <a:pt x="289" y="1058"/>
                  </a:lnTo>
                  <a:cubicBezTo>
                    <a:pt x="246" y="1015"/>
                    <a:pt x="217" y="957"/>
                    <a:pt x="217" y="885"/>
                  </a:cubicBezTo>
                  <a:lnTo>
                    <a:pt x="217" y="178"/>
                  </a:lnTo>
                  <a:cubicBezTo>
                    <a:pt x="217" y="106"/>
                    <a:pt x="246" y="48"/>
                    <a:pt x="289" y="4"/>
                  </a:cubicBezTo>
                  <a:cubicBezTo>
                    <a:pt x="273" y="1"/>
                    <a:pt x="256" y="0"/>
                    <a:pt x="241" y="0"/>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8" name="Google Shape;16198;p67"/>
            <p:cNvSpPr/>
            <p:nvPr/>
          </p:nvSpPr>
          <p:spPr>
            <a:xfrm>
              <a:off x="3479354" y="3547133"/>
              <a:ext cx="83652" cy="89367"/>
            </a:xfrm>
            <a:custGeom>
              <a:avLst/>
              <a:gdLst/>
              <a:ahLst/>
              <a:cxnLst/>
              <a:rect l="l" t="t" r="r" b="b"/>
              <a:pathLst>
                <a:path w="3191" h="3409" extrusionOk="0">
                  <a:moveTo>
                    <a:pt x="2201" y="1"/>
                  </a:moveTo>
                  <a:cubicBezTo>
                    <a:pt x="2184" y="1"/>
                    <a:pt x="2167" y="6"/>
                    <a:pt x="2152" y="16"/>
                  </a:cubicBezTo>
                  <a:cubicBezTo>
                    <a:pt x="1805" y="276"/>
                    <a:pt x="1415" y="463"/>
                    <a:pt x="997" y="579"/>
                  </a:cubicBezTo>
                  <a:cubicBezTo>
                    <a:pt x="867" y="622"/>
                    <a:pt x="737" y="651"/>
                    <a:pt x="607" y="680"/>
                  </a:cubicBezTo>
                  <a:cubicBezTo>
                    <a:pt x="492" y="694"/>
                    <a:pt x="362" y="709"/>
                    <a:pt x="232" y="723"/>
                  </a:cubicBezTo>
                  <a:cubicBezTo>
                    <a:pt x="102" y="738"/>
                    <a:pt x="1" y="839"/>
                    <a:pt x="1" y="969"/>
                  </a:cubicBezTo>
                  <a:lnTo>
                    <a:pt x="1" y="1965"/>
                  </a:lnTo>
                  <a:cubicBezTo>
                    <a:pt x="1" y="2758"/>
                    <a:pt x="650" y="3408"/>
                    <a:pt x="1444" y="3408"/>
                  </a:cubicBezTo>
                  <a:lnTo>
                    <a:pt x="1747" y="3408"/>
                  </a:lnTo>
                  <a:cubicBezTo>
                    <a:pt x="2541" y="3408"/>
                    <a:pt x="3191" y="2758"/>
                    <a:pt x="3191" y="1965"/>
                  </a:cubicBezTo>
                  <a:lnTo>
                    <a:pt x="3191" y="925"/>
                  </a:lnTo>
                  <a:cubicBezTo>
                    <a:pt x="3191" y="824"/>
                    <a:pt x="3119" y="738"/>
                    <a:pt x="3032" y="694"/>
                  </a:cubicBezTo>
                  <a:cubicBezTo>
                    <a:pt x="3003" y="680"/>
                    <a:pt x="2974" y="665"/>
                    <a:pt x="2946" y="665"/>
                  </a:cubicBezTo>
                  <a:cubicBezTo>
                    <a:pt x="2657" y="550"/>
                    <a:pt x="2426" y="333"/>
                    <a:pt x="2296" y="74"/>
                  </a:cubicBezTo>
                  <a:lnTo>
                    <a:pt x="2282" y="45"/>
                  </a:lnTo>
                  <a:cubicBezTo>
                    <a:pt x="2263" y="17"/>
                    <a:pt x="2232" y="1"/>
                    <a:pt x="2201" y="1"/>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99" name="Google Shape;16199;p67"/>
            <p:cNvSpPr/>
            <p:nvPr/>
          </p:nvSpPr>
          <p:spPr>
            <a:xfrm>
              <a:off x="3479354" y="3547133"/>
              <a:ext cx="60583" cy="89367"/>
            </a:xfrm>
            <a:custGeom>
              <a:avLst/>
              <a:gdLst/>
              <a:ahLst/>
              <a:cxnLst/>
              <a:rect l="l" t="t" r="r" b="b"/>
              <a:pathLst>
                <a:path w="2311" h="3409" extrusionOk="0">
                  <a:moveTo>
                    <a:pt x="2201" y="1"/>
                  </a:moveTo>
                  <a:cubicBezTo>
                    <a:pt x="2184" y="1"/>
                    <a:pt x="2167" y="6"/>
                    <a:pt x="2152" y="16"/>
                  </a:cubicBezTo>
                  <a:cubicBezTo>
                    <a:pt x="1805" y="276"/>
                    <a:pt x="1415" y="463"/>
                    <a:pt x="997" y="579"/>
                  </a:cubicBezTo>
                  <a:cubicBezTo>
                    <a:pt x="867" y="622"/>
                    <a:pt x="737" y="651"/>
                    <a:pt x="607" y="665"/>
                  </a:cubicBezTo>
                  <a:cubicBezTo>
                    <a:pt x="492" y="694"/>
                    <a:pt x="362" y="709"/>
                    <a:pt x="232" y="723"/>
                  </a:cubicBezTo>
                  <a:cubicBezTo>
                    <a:pt x="102" y="738"/>
                    <a:pt x="1" y="839"/>
                    <a:pt x="1" y="969"/>
                  </a:cubicBezTo>
                  <a:lnTo>
                    <a:pt x="1" y="1965"/>
                  </a:lnTo>
                  <a:cubicBezTo>
                    <a:pt x="1" y="2758"/>
                    <a:pt x="650" y="3408"/>
                    <a:pt x="1444" y="3408"/>
                  </a:cubicBezTo>
                  <a:lnTo>
                    <a:pt x="1733" y="3408"/>
                  </a:lnTo>
                  <a:cubicBezTo>
                    <a:pt x="939" y="3408"/>
                    <a:pt x="304" y="2758"/>
                    <a:pt x="304" y="1965"/>
                  </a:cubicBezTo>
                  <a:lnTo>
                    <a:pt x="304" y="969"/>
                  </a:lnTo>
                  <a:cubicBezTo>
                    <a:pt x="304" y="839"/>
                    <a:pt x="405" y="738"/>
                    <a:pt x="520" y="723"/>
                  </a:cubicBezTo>
                  <a:cubicBezTo>
                    <a:pt x="650" y="709"/>
                    <a:pt x="780" y="694"/>
                    <a:pt x="910" y="680"/>
                  </a:cubicBezTo>
                  <a:cubicBezTo>
                    <a:pt x="1415" y="579"/>
                    <a:pt x="1892" y="391"/>
                    <a:pt x="2310" y="117"/>
                  </a:cubicBezTo>
                  <a:lnTo>
                    <a:pt x="2296" y="74"/>
                  </a:lnTo>
                  <a:lnTo>
                    <a:pt x="2282" y="45"/>
                  </a:lnTo>
                  <a:cubicBezTo>
                    <a:pt x="2263" y="17"/>
                    <a:pt x="2232" y="1"/>
                    <a:pt x="2201" y="1"/>
                  </a:cubicBezTo>
                  <a:close/>
                </a:path>
              </a:pathLst>
            </a:custGeom>
            <a:solidFill>
              <a:srgbClr val="B7C5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00" name="Google Shape;16200;p67"/>
          <p:cNvGrpSpPr/>
          <p:nvPr/>
        </p:nvGrpSpPr>
        <p:grpSpPr>
          <a:xfrm>
            <a:off x="3302172" y="1499899"/>
            <a:ext cx="234650" cy="378440"/>
            <a:chOff x="3327229" y="1499899"/>
            <a:chExt cx="234650" cy="378440"/>
          </a:xfrm>
        </p:grpSpPr>
        <p:sp>
          <p:nvSpPr>
            <p:cNvPr id="16201" name="Google Shape;16201;p67"/>
            <p:cNvSpPr/>
            <p:nvPr/>
          </p:nvSpPr>
          <p:spPr>
            <a:xfrm>
              <a:off x="3327229" y="1553613"/>
              <a:ext cx="180543" cy="324725"/>
            </a:xfrm>
            <a:custGeom>
              <a:avLst/>
              <a:gdLst/>
              <a:ahLst/>
              <a:cxnLst/>
              <a:rect l="l" t="t" r="r" b="b"/>
              <a:pathLst>
                <a:path w="6887" h="12387" extrusionOk="0">
                  <a:moveTo>
                    <a:pt x="694" y="1"/>
                  </a:moveTo>
                  <a:cubicBezTo>
                    <a:pt x="318" y="1"/>
                    <a:pt x="1" y="318"/>
                    <a:pt x="1" y="694"/>
                  </a:cubicBezTo>
                  <a:lnTo>
                    <a:pt x="1" y="11693"/>
                  </a:lnTo>
                  <a:cubicBezTo>
                    <a:pt x="1" y="12083"/>
                    <a:pt x="318" y="12386"/>
                    <a:pt x="694" y="12386"/>
                  </a:cubicBezTo>
                  <a:lnTo>
                    <a:pt x="6193" y="12386"/>
                  </a:lnTo>
                  <a:cubicBezTo>
                    <a:pt x="6569" y="12386"/>
                    <a:pt x="6886" y="12083"/>
                    <a:pt x="6886" y="11708"/>
                  </a:cubicBezTo>
                  <a:lnTo>
                    <a:pt x="6886" y="708"/>
                  </a:lnTo>
                  <a:cubicBezTo>
                    <a:pt x="6886" y="318"/>
                    <a:pt x="6583" y="1"/>
                    <a:pt x="6193"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2" name="Google Shape;16202;p67"/>
            <p:cNvSpPr/>
            <p:nvPr/>
          </p:nvSpPr>
          <p:spPr>
            <a:xfrm>
              <a:off x="3327229" y="1553613"/>
              <a:ext cx="42023" cy="324725"/>
            </a:xfrm>
            <a:custGeom>
              <a:avLst/>
              <a:gdLst/>
              <a:ahLst/>
              <a:cxnLst/>
              <a:rect l="l" t="t" r="r" b="b"/>
              <a:pathLst>
                <a:path w="1603" h="12387" extrusionOk="0">
                  <a:moveTo>
                    <a:pt x="694" y="1"/>
                  </a:moveTo>
                  <a:cubicBezTo>
                    <a:pt x="318" y="1"/>
                    <a:pt x="1" y="318"/>
                    <a:pt x="1" y="694"/>
                  </a:cubicBezTo>
                  <a:lnTo>
                    <a:pt x="1" y="11693"/>
                  </a:lnTo>
                  <a:cubicBezTo>
                    <a:pt x="1" y="12083"/>
                    <a:pt x="318" y="12386"/>
                    <a:pt x="694" y="12386"/>
                  </a:cubicBezTo>
                  <a:lnTo>
                    <a:pt x="1603" y="12386"/>
                  </a:lnTo>
                  <a:cubicBezTo>
                    <a:pt x="1228" y="12386"/>
                    <a:pt x="925" y="12083"/>
                    <a:pt x="925" y="11693"/>
                  </a:cubicBezTo>
                  <a:lnTo>
                    <a:pt x="925" y="694"/>
                  </a:lnTo>
                  <a:cubicBezTo>
                    <a:pt x="925" y="318"/>
                    <a:pt x="1228" y="1"/>
                    <a:pt x="1603" y="1"/>
                  </a:cubicBez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3" name="Google Shape;16203;p67"/>
            <p:cNvSpPr/>
            <p:nvPr/>
          </p:nvSpPr>
          <p:spPr>
            <a:xfrm>
              <a:off x="3339340" y="1577836"/>
              <a:ext cx="156320" cy="252450"/>
            </a:xfrm>
            <a:custGeom>
              <a:avLst/>
              <a:gdLst/>
              <a:ahLst/>
              <a:cxnLst/>
              <a:rect l="l" t="t" r="r" b="b"/>
              <a:pathLst>
                <a:path w="5963" h="9630" extrusionOk="0">
                  <a:moveTo>
                    <a:pt x="232" y="1"/>
                  </a:moveTo>
                  <a:cubicBezTo>
                    <a:pt x="102" y="1"/>
                    <a:pt x="1" y="102"/>
                    <a:pt x="1" y="232"/>
                  </a:cubicBezTo>
                  <a:lnTo>
                    <a:pt x="1" y="9398"/>
                  </a:lnTo>
                  <a:cubicBezTo>
                    <a:pt x="1" y="9528"/>
                    <a:pt x="102" y="9629"/>
                    <a:pt x="232" y="9629"/>
                  </a:cubicBezTo>
                  <a:lnTo>
                    <a:pt x="5731" y="9629"/>
                  </a:lnTo>
                  <a:cubicBezTo>
                    <a:pt x="5861" y="9629"/>
                    <a:pt x="5962" y="9528"/>
                    <a:pt x="5962" y="9398"/>
                  </a:cubicBezTo>
                  <a:lnTo>
                    <a:pt x="5962" y="232"/>
                  </a:lnTo>
                  <a:cubicBezTo>
                    <a:pt x="5962" y="102"/>
                    <a:pt x="5861" y="1"/>
                    <a:pt x="5731" y="1"/>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4" name="Google Shape;16204;p67"/>
            <p:cNvSpPr/>
            <p:nvPr/>
          </p:nvSpPr>
          <p:spPr>
            <a:xfrm>
              <a:off x="3339340" y="1596187"/>
              <a:ext cx="156320" cy="167960"/>
            </a:xfrm>
            <a:custGeom>
              <a:avLst/>
              <a:gdLst/>
              <a:ahLst/>
              <a:cxnLst/>
              <a:rect l="l" t="t" r="r" b="b"/>
              <a:pathLst>
                <a:path w="5963" h="6407" extrusionOk="0">
                  <a:moveTo>
                    <a:pt x="2982" y="1"/>
                  </a:moveTo>
                  <a:cubicBezTo>
                    <a:pt x="1762" y="1"/>
                    <a:pt x="542" y="672"/>
                    <a:pt x="1" y="2015"/>
                  </a:cubicBezTo>
                  <a:lnTo>
                    <a:pt x="1" y="4382"/>
                  </a:lnTo>
                  <a:cubicBezTo>
                    <a:pt x="542" y="5732"/>
                    <a:pt x="1762" y="6406"/>
                    <a:pt x="2982" y="6406"/>
                  </a:cubicBezTo>
                  <a:cubicBezTo>
                    <a:pt x="4201" y="6406"/>
                    <a:pt x="5421" y="5732"/>
                    <a:pt x="5962" y="4382"/>
                  </a:cubicBezTo>
                  <a:lnTo>
                    <a:pt x="5962" y="2015"/>
                  </a:lnTo>
                  <a:cubicBezTo>
                    <a:pt x="5421" y="672"/>
                    <a:pt x="4201" y="1"/>
                    <a:pt x="2982" y="1"/>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5" name="Google Shape;16205;p67"/>
            <p:cNvSpPr/>
            <p:nvPr/>
          </p:nvSpPr>
          <p:spPr>
            <a:xfrm>
              <a:off x="3441526" y="1776126"/>
              <a:ext cx="35967" cy="35993"/>
            </a:xfrm>
            <a:custGeom>
              <a:avLst/>
              <a:gdLst/>
              <a:ahLst/>
              <a:cxnLst/>
              <a:rect l="l" t="t" r="r" b="b"/>
              <a:pathLst>
                <a:path w="1372" h="1373" extrusionOk="0">
                  <a:moveTo>
                    <a:pt x="679" y="1"/>
                  </a:moveTo>
                  <a:cubicBezTo>
                    <a:pt x="303" y="1"/>
                    <a:pt x="0" y="304"/>
                    <a:pt x="0" y="694"/>
                  </a:cubicBezTo>
                  <a:cubicBezTo>
                    <a:pt x="0" y="1069"/>
                    <a:pt x="303" y="1372"/>
                    <a:pt x="679" y="1372"/>
                  </a:cubicBezTo>
                  <a:cubicBezTo>
                    <a:pt x="1068" y="1372"/>
                    <a:pt x="1372" y="1069"/>
                    <a:pt x="1372" y="694"/>
                  </a:cubicBezTo>
                  <a:cubicBezTo>
                    <a:pt x="1372" y="304"/>
                    <a:pt x="1068" y="1"/>
                    <a:pt x="679"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6" name="Google Shape;16206;p67"/>
            <p:cNvSpPr/>
            <p:nvPr/>
          </p:nvSpPr>
          <p:spPr>
            <a:xfrm>
              <a:off x="3357507" y="1776126"/>
              <a:ext cx="35967" cy="35993"/>
            </a:xfrm>
            <a:custGeom>
              <a:avLst/>
              <a:gdLst/>
              <a:ahLst/>
              <a:cxnLst/>
              <a:rect l="l" t="t" r="r" b="b"/>
              <a:pathLst>
                <a:path w="1372" h="1373" extrusionOk="0">
                  <a:moveTo>
                    <a:pt x="679" y="1"/>
                  </a:moveTo>
                  <a:cubicBezTo>
                    <a:pt x="304" y="1"/>
                    <a:pt x="0" y="304"/>
                    <a:pt x="0" y="694"/>
                  </a:cubicBezTo>
                  <a:cubicBezTo>
                    <a:pt x="0" y="1069"/>
                    <a:pt x="304" y="1372"/>
                    <a:pt x="679" y="1372"/>
                  </a:cubicBezTo>
                  <a:cubicBezTo>
                    <a:pt x="1069" y="1372"/>
                    <a:pt x="1372" y="1069"/>
                    <a:pt x="1372" y="694"/>
                  </a:cubicBezTo>
                  <a:cubicBezTo>
                    <a:pt x="1372" y="304"/>
                    <a:pt x="1069" y="1"/>
                    <a:pt x="679"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7" name="Google Shape;16207;p67"/>
            <p:cNvSpPr/>
            <p:nvPr/>
          </p:nvSpPr>
          <p:spPr>
            <a:xfrm>
              <a:off x="3357507" y="1619859"/>
              <a:ext cx="119986" cy="120353"/>
            </a:xfrm>
            <a:custGeom>
              <a:avLst/>
              <a:gdLst/>
              <a:ahLst/>
              <a:cxnLst/>
              <a:rect l="l" t="t" r="r" b="b"/>
              <a:pathLst>
                <a:path w="4577" h="4591" extrusionOk="0">
                  <a:moveTo>
                    <a:pt x="2281" y="0"/>
                  </a:moveTo>
                  <a:cubicBezTo>
                    <a:pt x="1025" y="0"/>
                    <a:pt x="0" y="1039"/>
                    <a:pt x="0" y="2295"/>
                  </a:cubicBezTo>
                  <a:cubicBezTo>
                    <a:pt x="0" y="3566"/>
                    <a:pt x="1025" y="4590"/>
                    <a:pt x="2281" y="4590"/>
                  </a:cubicBezTo>
                  <a:cubicBezTo>
                    <a:pt x="3552" y="4590"/>
                    <a:pt x="4577" y="3566"/>
                    <a:pt x="4577" y="2295"/>
                  </a:cubicBezTo>
                  <a:cubicBezTo>
                    <a:pt x="4577" y="1039"/>
                    <a:pt x="3552" y="0"/>
                    <a:pt x="228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8" name="Google Shape;16208;p67"/>
            <p:cNvSpPr/>
            <p:nvPr/>
          </p:nvSpPr>
          <p:spPr>
            <a:xfrm>
              <a:off x="3366210" y="1846907"/>
              <a:ext cx="24249" cy="14785"/>
            </a:xfrm>
            <a:custGeom>
              <a:avLst/>
              <a:gdLst/>
              <a:ahLst/>
              <a:cxnLst/>
              <a:rect l="l" t="t" r="r" b="b"/>
              <a:pathLst>
                <a:path w="925" h="564" extrusionOk="0">
                  <a:moveTo>
                    <a:pt x="347" y="0"/>
                  </a:moveTo>
                  <a:cubicBezTo>
                    <a:pt x="0" y="29"/>
                    <a:pt x="0" y="534"/>
                    <a:pt x="347" y="563"/>
                  </a:cubicBezTo>
                  <a:lnTo>
                    <a:pt x="578" y="563"/>
                  </a:lnTo>
                  <a:cubicBezTo>
                    <a:pt x="924" y="534"/>
                    <a:pt x="924" y="29"/>
                    <a:pt x="578" y="0"/>
                  </a:cubicBez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09" name="Google Shape;16209;p67"/>
            <p:cNvSpPr/>
            <p:nvPr/>
          </p:nvSpPr>
          <p:spPr>
            <a:xfrm>
              <a:off x="3444174" y="1846907"/>
              <a:ext cx="24616" cy="14785"/>
            </a:xfrm>
            <a:custGeom>
              <a:avLst/>
              <a:gdLst/>
              <a:ahLst/>
              <a:cxnLst/>
              <a:rect l="l" t="t" r="r" b="b"/>
              <a:pathLst>
                <a:path w="939" h="564" extrusionOk="0">
                  <a:moveTo>
                    <a:pt x="361" y="0"/>
                  </a:moveTo>
                  <a:cubicBezTo>
                    <a:pt x="0" y="29"/>
                    <a:pt x="0" y="534"/>
                    <a:pt x="361" y="563"/>
                  </a:cubicBezTo>
                  <a:lnTo>
                    <a:pt x="578" y="563"/>
                  </a:lnTo>
                  <a:cubicBezTo>
                    <a:pt x="939" y="534"/>
                    <a:pt x="939" y="29"/>
                    <a:pt x="578" y="0"/>
                  </a:cubicBez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0" name="Google Shape;16210;p67"/>
            <p:cNvSpPr/>
            <p:nvPr/>
          </p:nvSpPr>
          <p:spPr>
            <a:xfrm>
              <a:off x="3396095" y="1846907"/>
              <a:ext cx="42809" cy="14785"/>
            </a:xfrm>
            <a:custGeom>
              <a:avLst/>
              <a:gdLst/>
              <a:ahLst/>
              <a:cxnLst/>
              <a:rect l="l" t="t" r="r" b="b"/>
              <a:pathLst>
                <a:path w="1633" h="564" extrusionOk="0">
                  <a:moveTo>
                    <a:pt x="362" y="0"/>
                  </a:moveTo>
                  <a:cubicBezTo>
                    <a:pt x="1" y="29"/>
                    <a:pt x="1" y="534"/>
                    <a:pt x="362" y="563"/>
                  </a:cubicBezTo>
                  <a:lnTo>
                    <a:pt x="1271" y="563"/>
                  </a:lnTo>
                  <a:cubicBezTo>
                    <a:pt x="1632" y="534"/>
                    <a:pt x="1632" y="29"/>
                    <a:pt x="1271" y="0"/>
                  </a:cubicBez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1" name="Google Shape;16211;p67"/>
            <p:cNvSpPr/>
            <p:nvPr/>
          </p:nvSpPr>
          <p:spPr>
            <a:xfrm>
              <a:off x="3487691" y="1524095"/>
              <a:ext cx="49966" cy="48105"/>
            </a:xfrm>
            <a:custGeom>
              <a:avLst/>
              <a:gdLst/>
              <a:ahLst/>
              <a:cxnLst/>
              <a:rect l="l" t="t" r="r" b="b"/>
              <a:pathLst>
                <a:path w="1906" h="1835" extrusionOk="0">
                  <a:moveTo>
                    <a:pt x="303" y="1"/>
                  </a:moveTo>
                  <a:cubicBezTo>
                    <a:pt x="0" y="1"/>
                    <a:pt x="0" y="463"/>
                    <a:pt x="303" y="463"/>
                  </a:cubicBezTo>
                  <a:cubicBezTo>
                    <a:pt x="939" y="463"/>
                    <a:pt x="1444" y="968"/>
                    <a:pt x="1444" y="1603"/>
                  </a:cubicBezTo>
                  <a:cubicBezTo>
                    <a:pt x="1444" y="1719"/>
                    <a:pt x="1545" y="1820"/>
                    <a:pt x="1675" y="1834"/>
                  </a:cubicBezTo>
                  <a:cubicBezTo>
                    <a:pt x="1790" y="1834"/>
                    <a:pt x="1906" y="1733"/>
                    <a:pt x="1906" y="1603"/>
                  </a:cubicBezTo>
                  <a:cubicBezTo>
                    <a:pt x="1906" y="723"/>
                    <a:pt x="1184" y="1"/>
                    <a:pt x="303"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2" name="Google Shape;16212;p67"/>
            <p:cNvSpPr/>
            <p:nvPr/>
          </p:nvSpPr>
          <p:spPr>
            <a:xfrm>
              <a:off x="3487691" y="1499899"/>
              <a:ext cx="74188" cy="72301"/>
            </a:xfrm>
            <a:custGeom>
              <a:avLst/>
              <a:gdLst/>
              <a:ahLst/>
              <a:cxnLst/>
              <a:rect l="l" t="t" r="r" b="b"/>
              <a:pathLst>
                <a:path w="2830" h="2758" extrusionOk="0">
                  <a:moveTo>
                    <a:pt x="303" y="0"/>
                  </a:moveTo>
                  <a:cubicBezTo>
                    <a:pt x="0" y="0"/>
                    <a:pt x="0" y="462"/>
                    <a:pt x="303" y="462"/>
                  </a:cubicBezTo>
                  <a:cubicBezTo>
                    <a:pt x="1444" y="462"/>
                    <a:pt x="2368" y="1386"/>
                    <a:pt x="2368" y="2526"/>
                  </a:cubicBezTo>
                  <a:cubicBezTo>
                    <a:pt x="2368" y="2656"/>
                    <a:pt x="2469" y="2757"/>
                    <a:pt x="2599" y="2757"/>
                  </a:cubicBezTo>
                  <a:cubicBezTo>
                    <a:pt x="2714" y="2757"/>
                    <a:pt x="2830" y="2656"/>
                    <a:pt x="2830" y="2526"/>
                  </a:cubicBezTo>
                  <a:cubicBezTo>
                    <a:pt x="2830" y="1126"/>
                    <a:pt x="1689" y="0"/>
                    <a:pt x="303"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3" name="Google Shape;16213;p67"/>
            <p:cNvSpPr/>
            <p:nvPr/>
          </p:nvSpPr>
          <p:spPr>
            <a:xfrm>
              <a:off x="3381336" y="1686078"/>
              <a:ext cx="71934" cy="54239"/>
            </a:xfrm>
            <a:custGeom>
              <a:avLst/>
              <a:gdLst/>
              <a:ahLst/>
              <a:cxnLst/>
              <a:rect l="l" t="t" r="r" b="b"/>
              <a:pathLst>
                <a:path w="2744" h="2069" extrusionOk="0">
                  <a:moveTo>
                    <a:pt x="910" y="0"/>
                  </a:moveTo>
                  <a:lnTo>
                    <a:pt x="910" y="462"/>
                  </a:lnTo>
                  <a:cubicBezTo>
                    <a:pt x="910" y="549"/>
                    <a:pt x="867" y="621"/>
                    <a:pt x="795" y="664"/>
                  </a:cubicBezTo>
                  <a:lnTo>
                    <a:pt x="246" y="939"/>
                  </a:lnTo>
                  <a:cubicBezTo>
                    <a:pt x="88" y="1011"/>
                    <a:pt x="1" y="1169"/>
                    <a:pt x="1" y="1343"/>
                  </a:cubicBezTo>
                  <a:lnTo>
                    <a:pt x="1" y="1603"/>
                  </a:lnTo>
                  <a:cubicBezTo>
                    <a:pt x="405" y="1913"/>
                    <a:pt x="889" y="2068"/>
                    <a:pt x="1372" y="2068"/>
                  </a:cubicBezTo>
                  <a:cubicBezTo>
                    <a:pt x="1856" y="2068"/>
                    <a:pt x="2339" y="1913"/>
                    <a:pt x="2744" y="1603"/>
                  </a:cubicBezTo>
                  <a:lnTo>
                    <a:pt x="2744" y="1343"/>
                  </a:lnTo>
                  <a:cubicBezTo>
                    <a:pt x="2744" y="1169"/>
                    <a:pt x="2657" y="1011"/>
                    <a:pt x="2498" y="939"/>
                  </a:cubicBezTo>
                  <a:lnTo>
                    <a:pt x="1964" y="664"/>
                  </a:lnTo>
                  <a:cubicBezTo>
                    <a:pt x="1878" y="621"/>
                    <a:pt x="1834" y="549"/>
                    <a:pt x="1834" y="462"/>
                  </a:cubicBezTo>
                  <a:lnTo>
                    <a:pt x="1834"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4" name="Google Shape;16214;p67"/>
            <p:cNvSpPr/>
            <p:nvPr/>
          </p:nvSpPr>
          <p:spPr>
            <a:xfrm>
              <a:off x="3381336" y="1704979"/>
              <a:ext cx="72327" cy="35338"/>
            </a:xfrm>
            <a:custGeom>
              <a:avLst/>
              <a:gdLst/>
              <a:ahLst/>
              <a:cxnLst/>
              <a:rect l="l" t="t" r="r" b="b"/>
              <a:pathLst>
                <a:path w="2759" h="1348" extrusionOk="0">
                  <a:moveTo>
                    <a:pt x="679" y="1"/>
                  </a:moveTo>
                  <a:lnTo>
                    <a:pt x="261" y="218"/>
                  </a:lnTo>
                  <a:cubicBezTo>
                    <a:pt x="102" y="290"/>
                    <a:pt x="1" y="448"/>
                    <a:pt x="1" y="622"/>
                  </a:cubicBezTo>
                  <a:lnTo>
                    <a:pt x="1" y="882"/>
                  </a:lnTo>
                  <a:cubicBezTo>
                    <a:pt x="405" y="1192"/>
                    <a:pt x="889" y="1347"/>
                    <a:pt x="1374" y="1347"/>
                  </a:cubicBezTo>
                  <a:cubicBezTo>
                    <a:pt x="1859" y="1347"/>
                    <a:pt x="2347" y="1192"/>
                    <a:pt x="2758" y="882"/>
                  </a:cubicBezTo>
                  <a:lnTo>
                    <a:pt x="2758" y="622"/>
                  </a:lnTo>
                  <a:cubicBezTo>
                    <a:pt x="2758" y="448"/>
                    <a:pt x="2657" y="290"/>
                    <a:pt x="2498" y="218"/>
                  </a:cubicBezTo>
                  <a:lnTo>
                    <a:pt x="2080" y="1"/>
                  </a:lnTo>
                  <a:cubicBezTo>
                    <a:pt x="1899" y="225"/>
                    <a:pt x="1639" y="337"/>
                    <a:pt x="1380" y="337"/>
                  </a:cubicBezTo>
                  <a:cubicBezTo>
                    <a:pt x="1120" y="337"/>
                    <a:pt x="860" y="225"/>
                    <a:pt x="679"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5" name="Google Shape;16215;p67"/>
            <p:cNvSpPr/>
            <p:nvPr/>
          </p:nvSpPr>
          <p:spPr>
            <a:xfrm>
              <a:off x="3404432" y="1686078"/>
              <a:ext cx="26136" cy="18088"/>
            </a:xfrm>
            <a:custGeom>
              <a:avLst/>
              <a:gdLst/>
              <a:ahLst/>
              <a:cxnLst/>
              <a:rect l="l" t="t" r="r" b="b"/>
              <a:pathLst>
                <a:path w="997" h="690" extrusionOk="0">
                  <a:moveTo>
                    <a:pt x="44" y="0"/>
                  </a:moveTo>
                  <a:lnTo>
                    <a:pt x="44" y="462"/>
                  </a:lnTo>
                  <a:cubicBezTo>
                    <a:pt x="44" y="505"/>
                    <a:pt x="15" y="549"/>
                    <a:pt x="0" y="592"/>
                  </a:cubicBezTo>
                  <a:cubicBezTo>
                    <a:pt x="159" y="657"/>
                    <a:pt x="329" y="689"/>
                    <a:pt x="499" y="689"/>
                  </a:cubicBezTo>
                  <a:cubicBezTo>
                    <a:pt x="668" y="689"/>
                    <a:pt x="838" y="657"/>
                    <a:pt x="997" y="592"/>
                  </a:cubicBezTo>
                  <a:cubicBezTo>
                    <a:pt x="968" y="549"/>
                    <a:pt x="953" y="505"/>
                    <a:pt x="953" y="462"/>
                  </a:cubicBezTo>
                  <a:lnTo>
                    <a:pt x="953"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6" name="Google Shape;16216;p67"/>
            <p:cNvSpPr/>
            <p:nvPr/>
          </p:nvSpPr>
          <p:spPr>
            <a:xfrm>
              <a:off x="3393448" y="1638000"/>
              <a:ext cx="48105" cy="54160"/>
            </a:xfrm>
            <a:custGeom>
              <a:avLst/>
              <a:gdLst/>
              <a:ahLst/>
              <a:cxnLst/>
              <a:rect l="l" t="t" r="r" b="b"/>
              <a:pathLst>
                <a:path w="1835" h="2066" extrusionOk="0">
                  <a:moveTo>
                    <a:pt x="679" y="1"/>
                  </a:moveTo>
                  <a:cubicBezTo>
                    <a:pt x="304" y="1"/>
                    <a:pt x="1" y="304"/>
                    <a:pt x="1" y="694"/>
                  </a:cubicBezTo>
                  <a:lnTo>
                    <a:pt x="1" y="1141"/>
                  </a:lnTo>
                  <a:cubicBezTo>
                    <a:pt x="1" y="1647"/>
                    <a:pt x="405" y="2065"/>
                    <a:pt x="910" y="2065"/>
                  </a:cubicBezTo>
                  <a:cubicBezTo>
                    <a:pt x="1430" y="2065"/>
                    <a:pt x="1834" y="1647"/>
                    <a:pt x="1834" y="1141"/>
                  </a:cubicBezTo>
                  <a:lnTo>
                    <a:pt x="1834" y="694"/>
                  </a:lnTo>
                  <a:cubicBezTo>
                    <a:pt x="1834" y="304"/>
                    <a:pt x="1531" y="1"/>
                    <a:pt x="114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7" name="Google Shape;16217;p67"/>
            <p:cNvSpPr/>
            <p:nvPr/>
          </p:nvSpPr>
          <p:spPr>
            <a:xfrm>
              <a:off x="3393448" y="1638000"/>
              <a:ext cx="32952" cy="54055"/>
            </a:xfrm>
            <a:custGeom>
              <a:avLst/>
              <a:gdLst/>
              <a:ahLst/>
              <a:cxnLst/>
              <a:rect l="l" t="t" r="r" b="b"/>
              <a:pathLst>
                <a:path w="1257" h="2062" extrusionOk="0">
                  <a:moveTo>
                    <a:pt x="694" y="1"/>
                  </a:moveTo>
                  <a:cubicBezTo>
                    <a:pt x="304" y="1"/>
                    <a:pt x="1" y="304"/>
                    <a:pt x="1" y="694"/>
                  </a:cubicBezTo>
                  <a:lnTo>
                    <a:pt x="1" y="1141"/>
                  </a:lnTo>
                  <a:cubicBezTo>
                    <a:pt x="1" y="1668"/>
                    <a:pt x="437" y="2061"/>
                    <a:pt x="917" y="2061"/>
                  </a:cubicBezTo>
                  <a:cubicBezTo>
                    <a:pt x="1029" y="2061"/>
                    <a:pt x="1144" y="2040"/>
                    <a:pt x="1257" y="1993"/>
                  </a:cubicBezTo>
                  <a:cubicBezTo>
                    <a:pt x="910" y="1849"/>
                    <a:pt x="694" y="1517"/>
                    <a:pt x="694" y="1156"/>
                  </a:cubicBezTo>
                  <a:lnTo>
                    <a:pt x="694" y="694"/>
                  </a:lnTo>
                  <a:cubicBezTo>
                    <a:pt x="679" y="347"/>
                    <a:pt x="925" y="59"/>
                    <a:pt x="1257" y="15"/>
                  </a:cubicBezTo>
                  <a:cubicBezTo>
                    <a:pt x="1228" y="1"/>
                    <a:pt x="1185" y="1"/>
                    <a:pt x="1141"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8" name="Google Shape;16218;p67"/>
            <p:cNvSpPr/>
            <p:nvPr/>
          </p:nvSpPr>
          <p:spPr>
            <a:xfrm>
              <a:off x="3393448" y="1638000"/>
              <a:ext cx="48105" cy="24249"/>
            </a:xfrm>
            <a:custGeom>
              <a:avLst/>
              <a:gdLst/>
              <a:ahLst/>
              <a:cxnLst/>
              <a:rect l="l" t="t" r="r" b="b"/>
              <a:pathLst>
                <a:path w="1835" h="925" extrusionOk="0">
                  <a:moveTo>
                    <a:pt x="694" y="1"/>
                  </a:moveTo>
                  <a:cubicBezTo>
                    <a:pt x="304" y="1"/>
                    <a:pt x="1" y="304"/>
                    <a:pt x="1" y="694"/>
                  </a:cubicBezTo>
                  <a:cubicBezTo>
                    <a:pt x="593" y="853"/>
                    <a:pt x="1213" y="925"/>
                    <a:pt x="1834" y="925"/>
                  </a:cubicBezTo>
                  <a:lnTo>
                    <a:pt x="1834" y="694"/>
                  </a:lnTo>
                  <a:cubicBezTo>
                    <a:pt x="1834" y="304"/>
                    <a:pt x="1531" y="1"/>
                    <a:pt x="1141"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19" name="Google Shape;16219;p67"/>
            <p:cNvSpPr/>
            <p:nvPr/>
          </p:nvSpPr>
          <p:spPr>
            <a:xfrm>
              <a:off x="3393448" y="1638000"/>
              <a:ext cx="32952" cy="21994"/>
            </a:xfrm>
            <a:custGeom>
              <a:avLst/>
              <a:gdLst/>
              <a:ahLst/>
              <a:cxnLst/>
              <a:rect l="l" t="t" r="r" b="b"/>
              <a:pathLst>
                <a:path w="1257" h="839" extrusionOk="0">
                  <a:moveTo>
                    <a:pt x="694" y="1"/>
                  </a:moveTo>
                  <a:cubicBezTo>
                    <a:pt x="304" y="1"/>
                    <a:pt x="1" y="304"/>
                    <a:pt x="1" y="694"/>
                  </a:cubicBezTo>
                  <a:cubicBezTo>
                    <a:pt x="217" y="752"/>
                    <a:pt x="448" y="809"/>
                    <a:pt x="694" y="838"/>
                  </a:cubicBezTo>
                  <a:lnTo>
                    <a:pt x="694" y="694"/>
                  </a:lnTo>
                  <a:cubicBezTo>
                    <a:pt x="679" y="347"/>
                    <a:pt x="925" y="59"/>
                    <a:pt x="1257" y="15"/>
                  </a:cubicBezTo>
                  <a:cubicBezTo>
                    <a:pt x="1228" y="1"/>
                    <a:pt x="1185" y="1"/>
                    <a:pt x="1141"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0" name="Google Shape;16220;p67"/>
            <p:cNvSpPr/>
            <p:nvPr/>
          </p:nvSpPr>
          <p:spPr>
            <a:xfrm>
              <a:off x="3435470" y="1715596"/>
              <a:ext cx="18193" cy="21575"/>
            </a:xfrm>
            <a:custGeom>
              <a:avLst/>
              <a:gdLst/>
              <a:ahLst/>
              <a:cxnLst/>
              <a:rect l="l" t="t" r="r" b="b"/>
              <a:pathLst>
                <a:path w="694" h="823" extrusionOk="0">
                  <a:moveTo>
                    <a:pt x="635" y="0"/>
                  </a:moveTo>
                  <a:lnTo>
                    <a:pt x="188" y="347"/>
                  </a:lnTo>
                  <a:cubicBezTo>
                    <a:pt x="72" y="433"/>
                    <a:pt x="0" y="563"/>
                    <a:pt x="0" y="707"/>
                  </a:cubicBezTo>
                  <a:lnTo>
                    <a:pt x="0" y="823"/>
                  </a:lnTo>
                  <a:cubicBezTo>
                    <a:pt x="246" y="751"/>
                    <a:pt x="491" y="621"/>
                    <a:pt x="693" y="462"/>
                  </a:cubicBezTo>
                  <a:lnTo>
                    <a:pt x="693" y="217"/>
                  </a:lnTo>
                  <a:cubicBezTo>
                    <a:pt x="693" y="145"/>
                    <a:pt x="664" y="72"/>
                    <a:pt x="635" y="0"/>
                  </a:cubicBez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1" name="Google Shape;16221;p67"/>
            <p:cNvSpPr/>
            <p:nvPr/>
          </p:nvSpPr>
          <p:spPr>
            <a:xfrm>
              <a:off x="3381336" y="1715596"/>
              <a:ext cx="18193" cy="21968"/>
            </a:xfrm>
            <a:custGeom>
              <a:avLst/>
              <a:gdLst/>
              <a:ahLst/>
              <a:cxnLst/>
              <a:rect l="l" t="t" r="r" b="b"/>
              <a:pathLst>
                <a:path w="694" h="838" extrusionOk="0">
                  <a:moveTo>
                    <a:pt x="59" y="0"/>
                  </a:moveTo>
                  <a:cubicBezTo>
                    <a:pt x="30" y="72"/>
                    <a:pt x="1" y="145"/>
                    <a:pt x="1" y="217"/>
                  </a:cubicBezTo>
                  <a:lnTo>
                    <a:pt x="1" y="477"/>
                  </a:lnTo>
                  <a:cubicBezTo>
                    <a:pt x="203" y="635"/>
                    <a:pt x="448" y="751"/>
                    <a:pt x="694" y="837"/>
                  </a:cubicBezTo>
                  <a:lnTo>
                    <a:pt x="694" y="707"/>
                  </a:lnTo>
                  <a:cubicBezTo>
                    <a:pt x="694" y="563"/>
                    <a:pt x="622" y="433"/>
                    <a:pt x="506" y="347"/>
                  </a:cubicBezTo>
                  <a:lnTo>
                    <a:pt x="59" y="0"/>
                  </a:lnTo>
                  <a:close/>
                </a:path>
              </a:pathLst>
            </a:custGeom>
            <a:solidFill>
              <a:srgbClr val="5168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22" name="Google Shape;16222;p67"/>
          <p:cNvGrpSpPr/>
          <p:nvPr/>
        </p:nvGrpSpPr>
        <p:grpSpPr>
          <a:xfrm>
            <a:off x="3710496" y="1530151"/>
            <a:ext cx="366722" cy="317962"/>
            <a:chOff x="3735553" y="1530151"/>
            <a:chExt cx="366722" cy="317962"/>
          </a:xfrm>
        </p:grpSpPr>
        <p:sp>
          <p:nvSpPr>
            <p:cNvPr id="16223" name="Google Shape;16223;p67"/>
            <p:cNvSpPr/>
            <p:nvPr/>
          </p:nvSpPr>
          <p:spPr>
            <a:xfrm>
              <a:off x="3770760" y="1565725"/>
              <a:ext cx="331515" cy="282388"/>
            </a:xfrm>
            <a:custGeom>
              <a:avLst/>
              <a:gdLst/>
              <a:ahLst/>
              <a:cxnLst/>
              <a:rect l="l" t="t" r="r" b="b"/>
              <a:pathLst>
                <a:path w="12646" h="10772" extrusionOk="0">
                  <a:moveTo>
                    <a:pt x="909" y="1"/>
                  </a:moveTo>
                  <a:cubicBezTo>
                    <a:pt x="404" y="1"/>
                    <a:pt x="0" y="405"/>
                    <a:pt x="0" y="910"/>
                  </a:cubicBezTo>
                  <a:lnTo>
                    <a:pt x="0" y="7218"/>
                  </a:lnTo>
                  <a:cubicBezTo>
                    <a:pt x="0" y="7724"/>
                    <a:pt x="404" y="8128"/>
                    <a:pt x="909" y="8128"/>
                  </a:cubicBezTo>
                  <a:lnTo>
                    <a:pt x="4518" y="8128"/>
                  </a:lnTo>
                  <a:lnTo>
                    <a:pt x="8329" y="10726"/>
                  </a:lnTo>
                  <a:cubicBezTo>
                    <a:pt x="8371" y="10757"/>
                    <a:pt x="8416" y="10771"/>
                    <a:pt x="8459" y="10771"/>
                  </a:cubicBezTo>
                  <a:cubicBezTo>
                    <a:pt x="8597" y="10771"/>
                    <a:pt x="8720" y="10634"/>
                    <a:pt x="8676" y="10481"/>
                  </a:cubicBezTo>
                  <a:lnTo>
                    <a:pt x="8127" y="8113"/>
                  </a:lnTo>
                  <a:lnTo>
                    <a:pt x="11736" y="8113"/>
                  </a:lnTo>
                  <a:cubicBezTo>
                    <a:pt x="12241" y="8113"/>
                    <a:pt x="12645" y="7709"/>
                    <a:pt x="12645" y="7218"/>
                  </a:cubicBezTo>
                  <a:lnTo>
                    <a:pt x="12645" y="896"/>
                  </a:lnTo>
                  <a:cubicBezTo>
                    <a:pt x="12645" y="405"/>
                    <a:pt x="12227" y="1"/>
                    <a:pt x="11736"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4" name="Google Shape;16224;p67"/>
            <p:cNvSpPr/>
            <p:nvPr/>
          </p:nvSpPr>
          <p:spPr>
            <a:xfrm>
              <a:off x="3770760" y="1565725"/>
              <a:ext cx="307685" cy="189246"/>
            </a:xfrm>
            <a:custGeom>
              <a:avLst/>
              <a:gdLst/>
              <a:ahLst/>
              <a:cxnLst/>
              <a:rect l="l" t="t" r="r" b="b"/>
              <a:pathLst>
                <a:path w="11737" h="7219" extrusionOk="0">
                  <a:moveTo>
                    <a:pt x="909" y="1"/>
                  </a:moveTo>
                  <a:cubicBezTo>
                    <a:pt x="404" y="1"/>
                    <a:pt x="0" y="405"/>
                    <a:pt x="0" y="910"/>
                  </a:cubicBezTo>
                  <a:lnTo>
                    <a:pt x="0" y="7218"/>
                  </a:lnTo>
                  <a:lnTo>
                    <a:pt x="10379" y="7218"/>
                  </a:lnTo>
                  <a:cubicBezTo>
                    <a:pt x="11130" y="7218"/>
                    <a:pt x="11736" y="6612"/>
                    <a:pt x="11736" y="5862"/>
                  </a:cubicBezTo>
                  <a:lnTo>
                    <a:pt x="11736" y="1"/>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5" name="Google Shape;16225;p67"/>
            <p:cNvSpPr/>
            <p:nvPr/>
          </p:nvSpPr>
          <p:spPr>
            <a:xfrm>
              <a:off x="3735553" y="1530151"/>
              <a:ext cx="330781" cy="282073"/>
            </a:xfrm>
            <a:custGeom>
              <a:avLst/>
              <a:gdLst/>
              <a:ahLst/>
              <a:cxnLst/>
              <a:rect l="l" t="t" r="r" b="b"/>
              <a:pathLst>
                <a:path w="12618" h="10760" extrusionOk="0">
                  <a:moveTo>
                    <a:pt x="896" y="1"/>
                  </a:moveTo>
                  <a:cubicBezTo>
                    <a:pt x="405" y="1"/>
                    <a:pt x="1" y="405"/>
                    <a:pt x="1" y="910"/>
                  </a:cubicBezTo>
                  <a:lnTo>
                    <a:pt x="1" y="7219"/>
                  </a:lnTo>
                  <a:cubicBezTo>
                    <a:pt x="1" y="7724"/>
                    <a:pt x="405" y="8128"/>
                    <a:pt x="896" y="8128"/>
                  </a:cubicBezTo>
                  <a:lnTo>
                    <a:pt x="4504" y="8128"/>
                  </a:lnTo>
                  <a:lnTo>
                    <a:pt x="3970" y="10495"/>
                  </a:lnTo>
                  <a:cubicBezTo>
                    <a:pt x="3937" y="10640"/>
                    <a:pt x="4050" y="10760"/>
                    <a:pt x="4183" y="10760"/>
                  </a:cubicBezTo>
                  <a:cubicBezTo>
                    <a:pt x="4222" y="10760"/>
                    <a:pt x="4263" y="10749"/>
                    <a:pt x="4302" y="10726"/>
                  </a:cubicBezTo>
                  <a:lnTo>
                    <a:pt x="8113" y="8128"/>
                  </a:lnTo>
                  <a:lnTo>
                    <a:pt x="11722" y="8128"/>
                  </a:lnTo>
                  <a:cubicBezTo>
                    <a:pt x="12213" y="8128"/>
                    <a:pt x="12617" y="7724"/>
                    <a:pt x="12617" y="7219"/>
                  </a:cubicBezTo>
                  <a:lnTo>
                    <a:pt x="12617" y="910"/>
                  </a:lnTo>
                  <a:cubicBezTo>
                    <a:pt x="12617" y="405"/>
                    <a:pt x="12213" y="15"/>
                    <a:pt x="11722"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6" name="Google Shape;16226;p67"/>
            <p:cNvSpPr/>
            <p:nvPr/>
          </p:nvSpPr>
          <p:spPr>
            <a:xfrm>
              <a:off x="3779070" y="1629296"/>
              <a:ext cx="250170" cy="14785"/>
            </a:xfrm>
            <a:custGeom>
              <a:avLst/>
              <a:gdLst/>
              <a:ahLst/>
              <a:cxnLst/>
              <a:rect l="l" t="t" r="r" b="b"/>
              <a:pathLst>
                <a:path w="9543" h="564" extrusionOk="0">
                  <a:moveTo>
                    <a:pt x="376" y="1"/>
                  </a:moveTo>
                  <a:cubicBezTo>
                    <a:pt x="1" y="1"/>
                    <a:pt x="1" y="564"/>
                    <a:pt x="376" y="564"/>
                  </a:cubicBezTo>
                  <a:lnTo>
                    <a:pt x="9167" y="564"/>
                  </a:lnTo>
                  <a:cubicBezTo>
                    <a:pt x="9542" y="564"/>
                    <a:pt x="9542" y="1"/>
                    <a:pt x="9167"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7" name="Google Shape;16227;p67"/>
            <p:cNvSpPr/>
            <p:nvPr/>
          </p:nvSpPr>
          <p:spPr>
            <a:xfrm>
              <a:off x="3779070" y="1599778"/>
              <a:ext cx="167304" cy="14785"/>
            </a:xfrm>
            <a:custGeom>
              <a:avLst/>
              <a:gdLst/>
              <a:ahLst/>
              <a:cxnLst/>
              <a:rect l="l" t="t" r="r" b="b"/>
              <a:pathLst>
                <a:path w="6382" h="564" extrusionOk="0">
                  <a:moveTo>
                    <a:pt x="376" y="1"/>
                  </a:moveTo>
                  <a:cubicBezTo>
                    <a:pt x="1" y="1"/>
                    <a:pt x="1" y="564"/>
                    <a:pt x="376" y="564"/>
                  </a:cubicBezTo>
                  <a:lnTo>
                    <a:pt x="6006" y="564"/>
                  </a:lnTo>
                  <a:cubicBezTo>
                    <a:pt x="6381" y="564"/>
                    <a:pt x="6381" y="1"/>
                    <a:pt x="6006"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8" name="Google Shape;16228;p67"/>
            <p:cNvSpPr/>
            <p:nvPr/>
          </p:nvSpPr>
          <p:spPr>
            <a:xfrm>
              <a:off x="3950490" y="1599778"/>
              <a:ext cx="78750" cy="14785"/>
            </a:xfrm>
            <a:custGeom>
              <a:avLst/>
              <a:gdLst/>
              <a:ahLst/>
              <a:cxnLst/>
              <a:rect l="l" t="t" r="r" b="b"/>
              <a:pathLst>
                <a:path w="3004" h="564" extrusionOk="0">
                  <a:moveTo>
                    <a:pt x="376" y="1"/>
                  </a:moveTo>
                  <a:cubicBezTo>
                    <a:pt x="1" y="1"/>
                    <a:pt x="1" y="564"/>
                    <a:pt x="376" y="564"/>
                  </a:cubicBezTo>
                  <a:lnTo>
                    <a:pt x="2628" y="564"/>
                  </a:lnTo>
                  <a:cubicBezTo>
                    <a:pt x="3003" y="564"/>
                    <a:pt x="3003" y="1"/>
                    <a:pt x="2628"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29" name="Google Shape;16229;p67"/>
            <p:cNvSpPr/>
            <p:nvPr/>
          </p:nvSpPr>
          <p:spPr>
            <a:xfrm>
              <a:off x="3779070" y="1658814"/>
              <a:ext cx="96524" cy="14785"/>
            </a:xfrm>
            <a:custGeom>
              <a:avLst/>
              <a:gdLst/>
              <a:ahLst/>
              <a:cxnLst/>
              <a:rect l="l" t="t" r="r" b="b"/>
              <a:pathLst>
                <a:path w="3682" h="564" extrusionOk="0">
                  <a:moveTo>
                    <a:pt x="376" y="1"/>
                  </a:moveTo>
                  <a:cubicBezTo>
                    <a:pt x="1" y="1"/>
                    <a:pt x="1" y="564"/>
                    <a:pt x="376" y="564"/>
                  </a:cubicBezTo>
                  <a:lnTo>
                    <a:pt x="3306" y="564"/>
                  </a:lnTo>
                  <a:cubicBezTo>
                    <a:pt x="3682" y="564"/>
                    <a:pt x="3682" y="1"/>
                    <a:pt x="3306"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0" name="Google Shape;16230;p67"/>
            <p:cNvSpPr/>
            <p:nvPr/>
          </p:nvSpPr>
          <p:spPr>
            <a:xfrm>
              <a:off x="3891087" y="1658814"/>
              <a:ext cx="138153" cy="14785"/>
            </a:xfrm>
            <a:custGeom>
              <a:avLst/>
              <a:gdLst/>
              <a:ahLst/>
              <a:cxnLst/>
              <a:rect l="l" t="t" r="r" b="b"/>
              <a:pathLst>
                <a:path w="5270" h="564" extrusionOk="0">
                  <a:moveTo>
                    <a:pt x="376" y="1"/>
                  </a:moveTo>
                  <a:cubicBezTo>
                    <a:pt x="0" y="1"/>
                    <a:pt x="0" y="564"/>
                    <a:pt x="376" y="564"/>
                  </a:cubicBezTo>
                  <a:lnTo>
                    <a:pt x="4894" y="564"/>
                  </a:lnTo>
                  <a:cubicBezTo>
                    <a:pt x="5269" y="564"/>
                    <a:pt x="5269" y="1"/>
                    <a:pt x="4894"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1" name="Google Shape;16231;p67"/>
            <p:cNvSpPr/>
            <p:nvPr/>
          </p:nvSpPr>
          <p:spPr>
            <a:xfrm>
              <a:off x="3779070" y="1570260"/>
              <a:ext cx="49232" cy="14785"/>
            </a:xfrm>
            <a:custGeom>
              <a:avLst/>
              <a:gdLst/>
              <a:ahLst/>
              <a:cxnLst/>
              <a:rect l="l" t="t" r="r" b="b"/>
              <a:pathLst>
                <a:path w="1878" h="564" extrusionOk="0">
                  <a:moveTo>
                    <a:pt x="376" y="1"/>
                  </a:moveTo>
                  <a:cubicBezTo>
                    <a:pt x="1" y="1"/>
                    <a:pt x="1" y="564"/>
                    <a:pt x="376" y="564"/>
                  </a:cubicBezTo>
                  <a:lnTo>
                    <a:pt x="1502" y="564"/>
                  </a:lnTo>
                  <a:cubicBezTo>
                    <a:pt x="1877" y="564"/>
                    <a:pt x="1877" y="1"/>
                    <a:pt x="1502"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2" name="Google Shape;16232;p67"/>
            <p:cNvSpPr/>
            <p:nvPr/>
          </p:nvSpPr>
          <p:spPr>
            <a:xfrm>
              <a:off x="3832051" y="1570260"/>
              <a:ext cx="197189" cy="14785"/>
            </a:xfrm>
            <a:custGeom>
              <a:avLst/>
              <a:gdLst/>
              <a:ahLst/>
              <a:cxnLst/>
              <a:rect l="l" t="t" r="r" b="b"/>
              <a:pathLst>
                <a:path w="7522" h="564" extrusionOk="0">
                  <a:moveTo>
                    <a:pt x="376" y="1"/>
                  </a:moveTo>
                  <a:cubicBezTo>
                    <a:pt x="1" y="1"/>
                    <a:pt x="1" y="564"/>
                    <a:pt x="376" y="564"/>
                  </a:cubicBezTo>
                  <a:lnTo>
                    <a:pt x="7146" y="564"/>
                  </a:lnTo>
                  <a:cubicBezTo>
                    <a:pt x="7521" y="564"/>
                    <a:pt x="7521" y="1"/>
                    <a:pt x="7146"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3" name="Google Shape;16233;p67"/>
            <p:cNvSpPr/>
            <p:nvPr/>
          </p:nvSpPr>
          <p:spPr>
            <a:xfrm>
              <a:off x="3779070" y="1688699"/>
              <a:ext cx="190740" cy="14811"/>
            </a:xfrm>
            <a:custGeom>
              <a:avLst/>
              <a:gdLst/>
              <a:ahLst/>
              <a:cxnLst/>
              <a:rect l="l" t="t" r="r" b="b"/>
              <a:pathLst>
                <a:path w="7276" h="565" extrusionOk="0">
                  <a:moveTo>
                    <a:pt x="6929" y="1"/>
                  </a:moveTo>
                  <a:cubicBezTo>
                    <a:pt x="6924" y="1"/>
                    <a:pt x="6920" y="1"/>
                    <a:pt x="6915" y="1"/>
                  </a:cubicBezTo>
                  <a:lnTo>
                    <a:pt x="376" y="1"/>
                  </a:lnTo>
                  <a:cubicBezTo>
                    <a:pt x="1" y="1"/>
                    <a:pt x="1" y="564"/>
                    <a:pt x="376" y="564"/>
                  </a:cubicBezTo>
                  <a:lnTo>
                    <a:pt x="6915" y="564"/>
                  </a:lnTo>
                  <a:cubicBezTo>
                    <a:pt x="7271" y="550"/>
                    <a:pt x="7276" y="1"/>
                    <a:pt x="6929"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4" name="Google Shape;16234;p67"/>
            <p:cNvSpPr/>
            <p:nvPr/>
          </p:nvSpPr>
          <p:spPr>
            <a:xfrm>
              <a:off x="3973953" y="1688699"/>
              <a:ext cx="55287" cy="14811"/>
            </a:xfrm>
            <a:custGeom>
              <a:avLst/>
              <a:gdLst/>
              <a:ahLst/>
              <a:cxnLst/>
              <a:rect l="l" t="t" r="r" b="b"/>
              <a:pathLst>
                <a:path w="2109" h="565" extrusionOk="0">
                  <a:moveTo>
                    <a:pt x="1747" y="1"/>
                  </a:moveTo>
                  <a:cubicBezTo>
                    <a:pt x="1743" y="1"/>
                    <a:pt x="1738" y="1"/>
                    <a:pt x="1733" y="1"/>
                  </a:cubicBezTo>
                  <a:lnTo>
                    <a:pt x="376" y="1"/>
                  </a:lnTo>
                  <a:cubicBezTo>
                    <a:pt x="1" y="1"/>
                    <a:pt x="1" y="564"/>
                    <a:pt x="376" y="564"/>
                  </a:cubicBezTo>
                  <a:lnTo>
                    <a:pt x="1733" y="564"/>
                  </a:lnTo>
                  <a:cubicBezTo>
                    <a:pt x="2104" y="550"/>
                    <a:pt x="2108" y="1"/>
                    <a:pt x="1747"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35" name="Google Shape;16235;p67"/>
          <p:cNvGrpSpPr/>
          <p:nvPr/>
        </p:nvGrpSpPr>
        <p:grpSpPr>
          <a:xfrm>
            <a:off x="841265" y="2469775"/>
            <a:ext cx="379226" cy="322733"/>
            <a:chOff x="866322" y="2469775"/>
            <a:chExt cx="379226" cy="322733"/>
          </a:xfrm>
        </p:grpSpPr>
        <p:sp>
          <p:nvSpPr>
            <p:cNvPr id="16236" name="Google Shape;16236;p67"/>
            <p:cNvSpPr/>
            <p:nvPr/>
          </p:nvSpPr>
          <p:spPr>
            <a:xfrm>
              <a:off x="1050246" y="2469775"/>
              <a:ext cx="175981" cy="171787"/>
            </a:xfrm>
            <a:custGeom>
              <a:avLst/>
              <a:gdLst/>
              <a:ahLst/>
              <a:cxnLst/>
              <a:rect l="l" t="t" r="r" b="b"/>
              <a:pathLst>
                <a:path w="6713" h="6553" extrusionOk="0">
                  <a:moveTo>
                    <a:pt x="664" y="1"/>
                  </a:moveTo>
                  <a:cubicBezTo>
                    <a:pt x="289" y="1"/>
                    <a:pt x="0" y="290"/>
                    <a:pt x="0" y="665"/>
                  </a:cubicBezTo>
                  <a:lnTo>
                    <a:pt x="0" y="4245"/>
                  </a:lnTo>
                  <a:cubicBezTo>
                    <a:pt x="0" y="4620"/>
                    <a:pt x="289" y="4923"/>
                    <a:pt x="664" y="4923"/>
                  </a:cubicBezTo>
                  <a:lnTo>
                    <a:pt x="1343" y="4923"/>
                  </a:lnTo>
                  <a:lnTo>
                    <a:pt x="968" y="6410"/>
                  </a:lnTo>
                  <a:cubicBezTo>
                    <a:pt x="935" y="6485"/>
                    <a:pt x="999" y="6552"/>
                    <a:pt x="1069" y="6552"/>
                  </a:cubicBezTo>
                  <a:cubicBezTo>
                    <a:pt x="1093" y="6552"/>
                    <a:pt x="1119" y="6544"/>
                    <a:pt x="1141" y="6526"/>
                  </a:cubicBezTo>
                  <a:lnTo>
                    <a:pt x="3349" y="4923"/>
                  </a:lnTo>
                  <a:lnTo>
                    <a:pt x="6034" y="4923"/>
                  </a:lnTo>
                  <a:cubicBezTo>
                    <a:pt x="6410" y="4923"/>
                    <a:pt x="6713" y="4620"/>
                    <a:pt x="6713" y="4245"/>
                  </a:cubicBezTo>
                  <a:lnTo>
                    <a:pt x="6713" y="665"/>
                  </a:lnTo>
                  <a:cubicBezTo>
                    <a:pt x="6713" y="290"/>
                    <a:pt x="6410" y="1"/>
                    <a:pt x="6034"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7" name="Google Shape;16237;p67"/>
            <p:cNvSpPr/>
            <p:nvPr/>
          </p:nvSpPr>
          <p:spPr>
            <a:xfrm>
              <a:off x="1077484" y="2498926"/>
              <a:ext cx="33345" cy="11744"/>
            </a:xfrm>
            <a:custGeom>
              <a:avLst/>
              <a:gdLst/>
              <a:ahLst/>
              <a:cxnLst/>
              <a:rect l="l" t="t" r="r" b="b"/>
              <a:pathLst>
                <a:path w="1272" h="448" extrusionOk="0">
                  <a:moveTo>
                    <a:pt x="304" y="0"/>
                  </a:moveTo>
                  <a:cubicBezTo>
                    <a:pt x="1" y="0"/>
                    <a:pt x="1" y="448"/>
                    <a:pt x="304" y="448"/>
                  </a:cubicBezTo>
                  <a:lnTo>
                    <a:pt x="968" y="448"/>
                  </a:lnTo>
                  <a:cubicBezTo>
                    <a:pt x="1271" y="448"/>
                    <a:pt x="1271" y="0"/>
                    <a:pt x="968" y="0"/>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8" name="Google Shape;16238;p67"/>
            <p:cNvSpPr/>
            <p:nvPr/>
          </p:nvSpPr>
          <p:spPr>
            <a:xfrm>
              <a:off x="1118353" y="2498926"/>
              <a:ext cx="80270" cy="11744"/>
            </a:xfrm>
            <a:custGeom>
              <a:avLst/>
              <a:gdLst/>
              <a:ahLst/>
              <a:cxnLst/>
              <a:rect l="l" t="t" r="r" b="b"/>
              <a:pathLst>
                <a:path w="3062" h="448" extrusionOk="0">
                  <a:moveTo>
                    <a:pt x="304" y="0"/>
                  </a:moveTo>
                  <a:cubicBezTo>
                    <a:pt x="1" y="0"/>
                    <a:pt x="1" y="448"/>
                    <a:pt x="304" y="448"/>
                  </a:cubicBezTo>
                  <a:lnTo>
                    <a:pt x="2772" y="448"/>
                  </a:lnTo>
                  <a:cubicBezTo>
                    <a:pt x="3061" y="448"/>
                    <a:pt x="3061" y="0"/>
                    <a:pt x="2772"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39" name="Google Shape;16239;p67"/>
            <p:cNvSpPr/>
            <p:nvPr/>
          </p:nvSpPr>
          <p:spPr>
            <a:xfrm>
              <a:off x="1077484" y="2528418"/>
              <a:ext cx="121140" cy="11771"/>
            </a:xfrm>
            <a:custGeom>
              <a:avLst/>
              <a:gdLst/>
              <a:ahLst/>
              <a:cxnLst/>
              <a:rect l="l" t="t" r="r" b="b"/>
              <a:pathLst>
                <a:path w="4621" h="449" extrusionOk="0">
                  <a:moveTo>
                    <a:pt x="4345" y="1"/>
                  </a:moveTo>
                  <a:cubicBezTo>
                    <a:pt x="4341" y="1"/>
                    <a:pt x="4336" y="1"/>
                    <a:pt x="4331" y="1"/>
                  </a:cubicBezTo>
                  <a:lnTo>
                    <a:pt x="304" y="1"/>
                  </a:lnTo>
                  <a:cubicBezTo>
                    <a:pt x="1" y="1"/>
                    <a:pt x="1" y="449"/>
                    <a:pt x="304" y="449"/>
                  </a:cubicBezTo>
                  <a:lnTo>
                    <a:pt x="4331" y="449"/>
                  </a:lnTo>
                  <a:cubicBezTo>
                    <a:pt x="4616" y="435"/>
                    <a:pt x="4620" y="1"/>
                    <a:pt x="4345"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0" name="Google Shape;16240;p67"/>
            <p:cNvSpPr/>
            <p:nvPr/>
          </p:nvSpPr>
          <p:spPr>
            <a:xfrm>
              <a:off x="1077484" y="2557569"/>
              <a:ext cx="80270" cy="11771"/>
            </a:xfrm>
            <a:custGeom>
              <a:avLst/>
              <a:gdLst/>
              <a:ahLst/>
              <a:cxnLst/>
              <a:rect l="l" t="t" r="r" b="b"/>
              <a:pathLst>
                <a:path w="3062" h="449" extrusionOk="0">
                  <a:moveTo>
                    <a:pt x="304" y="1"/>
                  </a:moveTo>
                  <a:cubicBezTo>
                    <a:pt x="1" y="1"/>
                    <a:pt x="1" y="448"/>
                    <a:pt x="304" y="448"/>
                  </a:cubicBezTo>
                  <a:lnTo>
                    <a:pt x="2758" y="448"/>
                  </a:lnTo>
                  <a:cubicBezTo>
                    <a:pt x="3061" y="448"/>
                    <a:pt x="3061" y="1"/>
                    <a:pt x="2758"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1" name="Google Shape;16241;p67"/>
            <p:cNvSpPr/>
            <p:nvPr/>
          </p:nvSpPr>
          <p:spPr>
            <a:xfrm>
              <a:off x="1165278" y="2557569"/>
              <a:ext cx="33345" cy="11771"/>
            </a:xfrm>
            <a:custGeom>
              <a:avLst/>
              <a:gdLst/>
              <a:ahLst/>
              <a:cxnLst/>
              <a:rect l="l" t="t" r="r" b="b"/>
              <a:pathLst>
                <a:path w="1272" h="449" extrusionOk="0">
                  <a:moveTo>
                    <a:pt x="304" y="1"/>
                  </a:moveTo>
                  <a:cubicBezTo>
                    <a:pt x="1" y="1"/>
                    <a:pt x="1" y="448"/>
                    <a:pt x="304" y="448"/>
                  </a:cubicBezTo>
                  <a:lnTo>
                    <a:pt x="982" y="448"/>
                  </a:lnTo>
                  <a:cubicBezTo>
                    <a:pt x="1271" y="448"/>
                    <a:pt x="1271" y="1"/>
                    <a:pt x="982"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2" name="Google Shape;16242;p67"/>
            <p:cNvSpPr/>
            <p:nvPr/>
          </p:nvSpPr>
          <p:spPr>
            <a:xfrm>
              <a:off x="886009" y="2733551"/>
              <a:ext cx="340218" cy="17433"/>
            </a:xfrm>
            <a:custGeom>
              <a:avLst/>
              <a:gdLst/>
              <a:ahLst/>
              <a:cxnLst/>
              <a:rect l="l" t="t" r="r" b="b"/>
              <a:pathLst>
                <a:path w="12978" h="665" extrusionOk="0">
                  <a:moveTo>
                    <a:pt x="0" y="0"/>
                  </a:moveTo>
                  <a:lnTo>
                    <a:pt x="0" y="664"/>
                  </a:lnTo>
                  <a:lnTo>
                    <a:pt x="12978" y="664"/>
                  </a:lnTo>
                  <a:lnTo>
                    <a:pt x="12978"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3" name="Google Shape;16243;p67"/>
            <p:cNvSpPr/>
            <p:nvPr/>
          </p:nvSpPr>
          <p:spPr>
            <a:xfrm>
              <a:off x="879954" y="2733551"/>
              <a:ext cx="12138" cy="58958"/>
            </a:xfrm>
            <a:custGeom>
              <a:avLst/>
              <a:gdLst/>
              <a:ahLst/>
              <a:cxnLst/>
              <a:rect l="l" t="t" r="r" b="b"/>
              <a:pathLst>
                <a:path w="463" h="2249" extrusionOk="0">
                  <a:moveTo>
                    <a:pt x="0" y="0"/>
                  </a:moveTo>
                  <a:lnTo>
                    <a:pt x="0" y="2021"/>
                  </a:lnTo>
                  <a:cubicBezTo>
                    <a:pt x="0" y="2173"/>
                    <a:pt x="116" y="2249"/>
                    <a:pt x="231" y="2249"/>
                  </a:cubicBezTo>
                  <a:cubicBezTo>
                    <a:pt x="347" y="2249"/>
                    <a:pt x="462" y="2173"/>
                    <a:pt x="462" y="2021"/>
                  </a:cubicBezTo>
                  <a:lnTo>
                    <a:pt x="462"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4" name="Google Shape;16244;p67"/>
            <p:cNvSpPr/>
            <p:nvPr/>
          </p:nvSpPr>
          <p:spPr>
            <a:xfrm>
              <a:off x="1220146" y="2733551"/>
              <a:ext cx="11771" cy="58958"/>
            </a:xfrm>
            <a:custGeom>
              <a:avLst/>
              <a:gdLst/>
              <a:ahLst/>
              <a:cxnLst/>
              <a:rect l="l" t="t" r="r" b="b"/>
              <a:pathLst>
                <a:path w="449" h="2249" extrusionOk="0">
                  <a:moveTo>
                    <a:pt x="1" y="0"/>
                  </a:moveTo>
                  <a:lnTo>
                    <a:pt x="1" y="2021"/>
                  </a:lnTo>
                  <a:cubicBezTo>
                    <a:pt x="1" y="2173"/>
                    <a:pt x="113" y="2249"/>
                    <a:pt x="225" y="2249"/>
                  </a:cubicBezTo>
                  <a:cubicBezTo>
                    <a:pt x="337" y="2249"/>
                    <a:pt x="448" y="2173"/>
                    <a:pt x="448" y="2021"/>
                  </a:cubicBezTo>
                  <a:lnTo>
                    <a:pt x="448"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5" name="Google Shape;16245;p67"/>
            <p:cNvSpPr/>
            <p:nvPr/>
          </p:nvSpPr>
          <p:spPr>
            <a:xfrm>
              <a:off x="921190" y="2608295"/>
              <a:ext cx="105620" cy="119593"/>
            </a:xfrm>
            <a:custGeom>
              <a:avLst/>
              <a:gdLst/>
              <a:ahLst/>
              <a:cxnLst/>
              <a:rect l="l" t="t" r="r" b="b"/>
              <a:pathLst>
                <a:path w="4029" h="4562" extrusionOk="0">
                  <a:moveTo>
                    <a:pt x="1343" y="0"/>
                  </a:moveTo>
                  <a:lnTo>
                    <a:pt x="1343" y="664"/>
                  </a:lnTo>
                  <a:cubicBezTo>
                    <a:pt x="1343" y="837"/>
                    <a:pt x="1242" y="982"/>
                    <a:pt x="1084" y="1068"/>
                  </a:cubicBezTo>
                  <a:lnTo>
                    <a:pt x="362" y="1429"/>
                  </a:lnTo>
                  <a:cubicBezTo>
                    <a:pt x="145" y="1545"/>
                    <a:pt x="1" y="1776"/>
                    <a:pt x="1" y="2021"/>
                  </a:cubicBezTo>
                  <a:lnTo>
                    <a:pt x="1" y="3883"/>
                  </a:lnTo>
                  <a:cubicBezTo>
                    <a:pt x="1" y="4259"/>
                    <a:pt x="290" y="4562"/>
                    <a:pt x="665" y="4562"/>
                  </a:cubicBezTo>
                  <a:lnTo>
                    <a:pt x="4028" y="4562"/>
                  </a:lnTo>
                  <a:lnTo>
                    <a:pt x="4028" y="2036"/>
                  </a:lnTo>
                  <a:cubicBezTo>
                    <a:pt x="4028" y="1776"/>
                    <a:pt x="3884" y="1545"/>
                    <a:pt x="3653" y="1429"/>
                  </a:cubicBezTo>
                  <a:lnTo>
                    <a:pt x="2931" y="1068"/>
                  </a:lnTo>
                  <a:cubicBezTo>
                    <a:pt x="2773" y="996"/>
                    <a:pt x="2672" y="837"/>
                    <a:pt x="2672" y="664"/>
                  </a:cubicBezTo>
                  <a:lnTo>
                    <a:pt x="2672"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6" name="Google Shape;16246;p67"/>
            <p:cNvSpPr/>
            <p:nvPr/>
          </p:nvSpPr>
          <p:spPr>
            <a:xfrm>
              <a:off x="956029" y="2608295"/>
              <a:ext cx="35574" cy="23095"/>
            </a:xfrm>
            <a:custGeom>
              <a:avLst/>
              <a:gdLst/>
              <a:ahLst/>
              <a:cxnLst/>
              <a:rect l="l" t="t" r="r" b="b"/>
              <a:pathLst>
                <a:path w="1357" h="881" extrusionOk="0">
                  <a:moveTo>
                    <a:pt x="14" y="0"/>
                  </a:moveTo>
                  <a:lnTo>
                    <a:pt x="14" y="664"/>
                  </a:lnTo>
                  <a:cubicBezTo>
                    <a:pt x="0" y="693"/>
                    <a:pt x="0" y="722"/>
                    <a:pt x="0" y="751"/>
                  </a:cubicBezTo>
                  <a:cubicBezTo>
                    <a:pt x="217" y="837"/>
                    <a:pt x="448" y="881"/>
                    <a:pt x="678" y="881"/>
                  </a:cubicBezTo>
                  <a:cubicBezTo>
                    <a:pt x="909" y="881"/>
                    <a:pt x="1140" y="837"/>
                    <a:pt x="1357" y="751"/>
                  </a:cubicBezTo>
                  <a:cubicBezTo>
                    <a:pt x="1357" y="722"/>
                    <a:pt x="1343" y="693"/>
                    <a:pt x="1343" y="664"/>
                  </a:cubicBezTo>
                  <a:lnTo>
                    <a:pt x="1343"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7" name="Google Shape;16247;p67"/>
            <p:cNvSpPr/>
            <p:nvPr/>
          </p:nvSpPr>
          <p:spPr>
            <a:xfrm>
              <a:off x="920823" y="2638941"/>
              <a:ext cx="105987" cy="88947"/>
            </a:xfrm>
            <a:custGeom>
              <a:avLst/>
              <a:gdLst/>
              <a:ahLst/>
              <a:cxnLst/>
              <a:rect l="l" t="t" r="r" b="b"/>
              <a:pathLst>
                <a:path w="4043" h="3393" extrusionOk="0">
                  <a:moveTo>
                    <a:pt x="896" y="0"/>
                  </a:moveTo>
                  <a:lnTo>
                    <a:pt x="376" y="260"/>
                  </a:lnTo>
                  <a:cubicBezTo>
                    <a:pt x="145" y="361"/>
                    <a:pt x="1" y="607"/>
                    <a:pt x="1" y="852"/>
                  </a:cubicBezTo>
                  <a:lnTo>
                    <a:pt x="1" y="2714"/>
                  </a:lnTo>
                  <a:cubicBezTo>
                    <a:pt x="1" y="3090"/>
                    <a:pt x="304" y="3393"/>
                    <a:pt x="679" y="3393"/>
                  </a:cubicBezTo>
                  <a:lnTo>
                    <a:pt x="4042" y="3393"/>
                  </a:lnTo>
                  <a:lnTo>
                    <a:pt x="4042" y="867"/>
                  </a:lnTo>
                  <a:cubicBezTo>
                    <a:pt x="4042" y="607"/>
                    <a:pt x="3898" y="376"/>
                    <a:pt x="3667" y="260"/>
                  </a:cubicBezTo>
                  <a:lnTo>
                    <a:pt x="3147" y="0"/>
                  </a:lnTo>
                  <a:cubicBezTo>
                    <a:pt x="2888" y="405"/>
                    <a:pt x="2458" y="607"/>
                    <a:pt x="2027" y="607"/>
                  </a:cubicBezTo>
                  <a:cubicBezTo>
                    <a:pt x="1596" y="607"/>
                    <a:pt x="1163" y="405"/>
                    <a:pt x="896" y="0"/>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8" name="Google Shape;16248;p67"/>
            <p:cNvSpPr/>
            <p:nvPr/>
          </p:nvSpPr>
          <p:spPr>
            <a:xfrm>
              <a:off x="1002954" y="2650659"/>
              <a:ext cx="23856" cy="76862"/>
            </a:xfrm>
            <a:custGeom>
              <a:avLst/>
              <a:gdLst/>
              <a:ahLst/>
              <a:cxnLst/>
              <a:rect l="l" t="t" r="r" b="b"/>
              <a:pathLst>
                <a:path w="910" h="2932" extrusionOk="0">
                  <a:moveTo>
                    <a:pt x="765" y="1"/>
                  </a:moveTo>
                  <a:lnTo>
                    <a:pt x="173" y="477"/>
                  </a:lnTo>
                  <a:cubicBezTo>
                    <a:pt x="58" y="564"/>
                    <a:pt x="0" y="694"/>
                    <a:pt x="0" y="824"/>
                  </a:cubicBezTo>
                  <a:lnTo>
                    <a:pt x="0" y="2931"/>
                  </a:lnTo>
                  <a:lnTo>
                    <a:pt x="909" y="2931"/>
                  </a:lnTo>
                  <a:lnTo>
                    <a:pt x="909" y="405"/>
                  </a:lnTo>
                  <a:cubicBezTo>
                    <a:pt x="909" y="261"/>
                    <a:pt x="852" y="116"/>
                    <a:pt x="765" y="1"/>
                  </a:cubicBez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49" name="Google Shape;16249;p67"/>
            <p:cNvSpPr/>
            <p:nvPr/>
          </p:nvSpPr>
          <p:spPr>
            <a:xfrm>
              <a:off x="921190" y="2650659"/>
              <a:ext cx="52640" cy="77229"/>
            </a:xfrm>
            <a:custGeom>
              <a:avLst/>
              <a:gdLst/>
              <a:ahLst/>
              <a:cxnLst/>
              <a:rect l="l" t="t" r="r" b="b"/>
              <a:pathLst>
                <a:path w="2008" h="2946" extrusionOk="0">
                  <a:moveTo>
                    <a:pt x="131" y="1"/>
                  </a:moveTo>
                  <a:cubicBezTo>
                    <a:pt x="44" y="116"/>
                    <a:pt x="1" y="261"/>
                    <a:pt x="1" y="405"/>
                  </a:cubicBezTo>
                  <a:lnTo>
                    <a:pt x="1" y="2267"/>
                  </a:lnTo>
                  <a:cubicBezTo>
                    <a:pt x="1" y="2643"/>
                    <a:pt x="290" y="2946"/>
                    <a:pt x="665" y="2946"/>
                  </a:cubicBezTo>
                  <a:lnTo>
                    <a:pt x="2007" y="2946"/>
                  </a:lnTo>
                  <a:lnTo>
                    <a:pt x="2007" y="2036"/>
                  </a:lnTo>
                  <a:lnTo>
                    <a:pt x="1112" y="2036"/>
                  </a:lnTo>
                  <a:cubicBezTo>
                    <a:pt x="983" y="2036"/>
                    <a:pt x="896" y="1935"/>
                    <a:pt x="896" y="1820"/>
                  </a:cubicBezTo>
                  <a:lnTo>
                    <a:pt x="896" y="824"/>
                  </a:lnTo>
                  <a:cubicBezTo>
                    <a:pt x="896" y="694"/>
                    <a:pt x="824" y="564"/>
                    <a:pt x="723" y="477"/>
                  </a:cubicBezTo>
                  <a:lnTo>
                    <a:pt x="131" y="1"/>
                  </a:lnTo>
                  <a:close/>
                </a:path>
              </a:pathLst>
            </a:custGeom>
            <a:solidFill>
              <a:srgbClr val="8397A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0" name="Google Shape;16250;p67"/>
            <p:cNvSpPr/>
            <p:nvPr/>
          </p:nvSpPr>
          <p:spPr>
            <a:xfrm>
              <a:off x="950341" y="2510644"/>
              <a:ext cx="46951" cy="41289"/>
            </a:xfrm>
            <a:custGeom>
              <a:avLst/>
              <a:gdLst/>
              <a:ahLst/>
              <a:cxnLst/>
              <a:rect l="l" t="t" r="r" b="b"/>
              <a:pathLst>
                <a:path w="1791" h="1575" extrusionOk="0">
                  <a:moveTo>
                    <a:pt x="895" y="1"/>
                  </a:moveTo>
                  <a:cubicBezTo>
                    <a:pt x="405" y="1"/>
                    <a:pt x="0" y="347"/>
                    <a:pt x="0" y="780"/>
                  </a:cubicBezTo>
                  <a:cubicBezTo>
                    <a:pt x="0" y="1213"/>
                    <a:pt x="405" y="1574"/>
                    <a:pt x="895" y="1574"/>
                  </a:cubicBezTo>
                  <a:cubicBezTo>
                    <a:pt x="1386" y="1574"/>
                    <a:pt x="1790" y="1213"/>
                    <a:pt x="1790" y="780"/>
                  </a:cubicBezTo>
                  <a:cubicBezTo>
                    <a:pt x="1790" y="347"/>
                    <a:pt x="1386" y="1"/>
                    <a:pt x="895"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1" name="Google Shape;16251;p67"/>
            <p:cNvSpPr/>
            <p:nvPr/>
          </p:nvSpPr>
          <p:spPr>
            <a:xfrm>
              <a:off x="950341" y="2510644"/>
              <a:ext cx="32192" cy="41289"/>
            </a:xfrm>
            <a:custGeom>
              <a:avLst/>
              <a:gdLst/>
              <a:ahLst/>
              <a:cxnLst/>
              <a:rect l="l" t="t" r="r" b="b"/>
              <a:pathLst>
                <a:path w="1228" h="1575" extrusionOk="0">
                  <a:moveTo>
                    <a:pt x="895" y="1"/>
                  </a:moveTo>
                  <a:cubicBezTo>
                    <a:pt x="405" y="1"/>
                    <a:pt x="0" y="347"/>
                    <a:pt x="0" y="780"/>
                  </a:cubicBezTo>
                  <a:cubicBezTo>
                    <a:pt x="0" y="1213"/>
                    <a:pt x="390" y="1574"/>
                    <a:pt x="895" y="1574"/>
                  </a:cubicBezTo>
                  <a:cubicBezTo>
                    <a:pt x="1011" y="1574"/>
                    <a:pt x="1126" y="1545"/>
                    <a:pt x="1228" y="1517"/>
                  </a:cubicBezTo>
                  <a:cubicBezTo>
                    <a:pt x="910" y="1416"/>
                    <a:pt x="679" y="1112"/>
                    <a:pt x="679" y="780"/>
                  </a:cubicBezTo>
                  <a:cubicBezTo>
                    <a:pt x="693" y="448"/>
                    <a:pt x="910" y="160"/>
                    <a:pt x="1228" y="59"/>
                  </a:cubicBezTo>
                  <a:cubicBezTo>
                    <a:pt x="1126" y="15"/>
                    <a:pt x="1011" y="1"/>
                    <a:pt x="895"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2" name="Google Shape;16252;p67"/>
            <p:cNvSpPr/>
            <p:nvPr/>
          </p:nvSpPr>
          <p:spPr>
            <a:xfrm>
              <a:off x="932567" y="2528444"/>
              <a:ext cx="82499" cy="82132"/>
            </a:xfrm>
            <a:custGeom>
              <a:avLst/>
              <a:gdLst/>
              <a:ahLst/>
              <a:cxnLst/>
              <a:rect l="l" t="t" r="r" b="b"/>
              <a:pathLst>
                <a:path w="3147" h="3133" extrusionOk="0">
                  <a:moveTo>
                    <a:pt x="1573" y="0"/>
                  </a:moveTo>
                  <a:cubicBezTo>
                    <a:pt x="707" y="0"/>
                    <a:pt x="0" y="693"/>
                    <a:pt x="0" y="1559"/>
                  </a:cubicBezTo>
                  <a:cubicBezTo>
                    <a:pt x="0" y="2425"/>
                    <a:pt x="707" y="3133"/>
                    <a:pt x="1573" y="3133"/>
                  </a:cubicBezTo>
                  <a:cubicBezTo>
                    <a:pt x="2440" y="3133"/>
                    <a:pt x="3147" y="2425"/>
                    <a:pt x="3147" y="1559"/>
                  </a:cubicBezTo>
                  <a:cubicBezTo>
                    <a:pt x="3147" y="693"/>
                    <a:pt x="2440" y="0"/>
                    <a:pt x="1573"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3" name="Google Shape;16253;p67"/>
            <p:cNvSpPr/>
            <p:nvPr/>
          </p:nvSpPr>
          <p:spPr>
            <a:xfrm>
              <a:off x="948060" y="2528051"/>
              <a:ext cx="68526" cy="74215"/>
            </a:xfrm>
            <a:custGeom>
              <a:avLst/>
              <a:gdLst/>
              <a:ahLst/>
              <a:cxnLst/>
              <a:rect l="l" t="t" r="r" b="b"/>
              <a:pathLst>
                <a:path w="2614" h="2831" extrusionOk="0">
                  <a:moveTo>
                    <a:pt x="997" y="1"/>
                  </a:moveTo>
                  <a:cubicBezTo>
                    <a:pt x="246" y="15"/>
                    <a:pt x="1" y="1026"/>
                    <a:pt x="665" y="1372"/>
                  </a:cubicBezTo>
                  <a:cubicBezTo>
                    <a:pt x="679" y="1372"/>
                    <a:pt x="708" y="1387"/>
                    <a:pt x="723" y="1387"/>
                  </a:cubicBezTo>
                  <a:lnTo>
                    <a:pt x="1502" y="2801"/>
                  </a:lnTo>
                  <a:cubicBezTo>
                    <a:pt x="1502" y="2801"/>
                    <a:pt x="1719" y="2816"/>
                    <a:pt x="1921" y="2830"/>
                  </a:cubicBezTo>
                  <a:cubicBezTo>
                    <a:pt x="2383" y="2484"/>
                    <a:pt x="2614" y="1921"/>
                    <a:pt x="2542" y="1358"/>
                  </a:cubicBezTo>
                  <a:cubicBezTo>
                    <a:pt x="2440" y="708"/>
                    <a:pt x="1964" y="189"/>
                    <a:pt x="1329" y="44"/>
                  </a:cubicBezTo>
                  <a:cubicBezTo>
                    <a:pt x="1213" y="15"/>
                    <a:pt x="1112" y="15"/>
                    <a:pt x="997"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4" name="Google Shape;16254;p67"/>
            <p:cNvSpPr/>
            <p:nvPr/>
          </p:nvSpPr>
          <p:spPr>
            <a:xfrm>
              <a:off x="938596" y="2564542"/>
              <a:ext cx="70413" cy="57778"/>
            </a:xfrm>
            <a:custGeom>
              <a:avLst/>
              <a:gdLst/>
              <a:ahLst/>
              <a:cxnLst/>
              <a:rect l="l" t="t" r="r" b="b"/>
              <a:pathLst>
                <a:path w="2686" h="2204" extrusionOk="0">
                  <a:moveTo>
                    <a:pt x="1022" y="0"/>
                  </a:moveTo>
                  <a:cubicBezTo>
                    <a:pt x="944" y="0"/>
                    <a:pt x="873" y="44"/>
                    <a:pt x="838" y="125"/>
                  </a:cubicBezTo>
                  <a:cubicBezTo>
                    <a:pt x="766" y="283"/>
                    <a:pt x="651" y="413"/>
                    <a:pt x="535" y="529"/>
                  </a:cubicBezTo>
                  <a:cubicBezTo>
                    <a:pt x="405" y="630"/>
                    <a:pt x="275" y="716"/>
                    <a:pt x="131" y="789"/>
                  </a:cubicBezTo>
                  <a:cubicBezTo>
                    <a:pt x="44" y="832"/>
                    <a:pt x="1" y="933"/>
                    <a:pt x="15" y="1034"/>
                  </a:cubicBezTo>
                  <a:cubicBezTo>
                    <a:pt x="102" y="1698"/>
                    <a:pt x="665" y="2203"/>
                    <a:pt x="1343" y="2203"/>
                  </a:cubicBezTo>
                  <a:cubicBezTo>
                    <a:pt x="2051" y="2203"/>
                    <a:pt x="2628" y="1655"/>
                    <a:pt x="2686" y="962"/>
                  </a:cubicBezTo>
                  <a:cubicBezTo>
                    <a:pt x="2686" y="890"/>
                    <a:pt x="2657" y="832"/>
                    <a:pt x="2614" y="789"/>
                  </a:cubicBezTo>
                  <a:cubicBezTo>
                    <a:pt x="2166" y="413"/>
                    <a:pt x="1647" y="139"/>
                    <a:pt x="1084" y="9"/>
                  </a:cubicBezTo>
                  <a:cubicBezTo>
                    <a:pt x="1063" y="3"/>
                    <a:pt x="1042" y="0"/>
                    <a:pt x="1022"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5" name="Google Shape;16255;p67"/>
            <p:cNvSpPr/>
            <p:nvPr/>
          </p:nvSpPr>
          <p:spPr>
            <a:xfrm>
              <a:off x="938596" y="2564542"/>
              <a:ext cx="70413" cy="57018"/>
            </a:xfrm>
            <a:custGeom>
              <a:avLst/>
              <a:gdLst/>
              <a:ahLst/>
              <a:cxnLst/>
              <a:rect l="l" t="t" r="r" b="b"/>
              <a:pathLst>
                <a:path w="2686" h="2175" extrusionOk="0">
                  <a:moveTo>
                    <a:pt x="1022" y="0"/>
                  </a:moveTo>
                  <a:cubicBezTo>
                    <a:pt x="944" y="0"/>
                    <a:pt x="873" y="44"/>
                    <a:pt x="838" y="125"/>
                  </a:cubicBezTo>
                  <a:cubicBezTo>
                    <a:pt x="781" y="240"/>
                    <a:pt x="708" y="327"/>
                    <a:pt x="636" y="428"/>
                  </a:cubicBezTo>
                  <a:cubicBezTo>
                    <a:pt x="593" y="457"/>
                    <a:pt x="564" y="500"/>
                    <a:pt x="535" y="529"/>
                  </a:cubicBezTo>
                  <a:cubicBezTo>
                    <a:pt x="405" y="630"/>
                    <a:pt x="275" y="716"/>
                    <a:pt x="131" y="789"/>
                  </a:cubicBezTo>
                  <a:cubicBezTo>
                    <a:pt x="44" y="832"/>
                    <a:pt x="1" y="933"/>
                    <a:pt x="15" y="1020"/>
                  </a:cubicBezTo>
                  <a:cubicBezTo>
                    <a:pt x="88" y="1611"/>
                    <a:pt x="550" y="2088"/>
                    <a:pt x="1141" y="2174"/>
                  </a:cubicBezTo>
                  <a:cubicBezTo>
                    <a:pt x="838" y="1987"/>
                    <a:pt x="665" y="1655"/>
                    <a:pt x="679" y="1294"/>
                  </a:cubicBezTo>
                  <a:lnTo>
                    <a:pt x="679" y="976"/>
                  </a:lnTo>
                  <a:cubicBezTo>
                    <a:pt x="723" y="933"/>
                    <a:pt x="781" y="904"/>
                    <a:pt x="824" y="861"/>
                  </a:cubicBezTo>
                  <a:cubicBezTo>
                    <a:pt x="954" y="745"/>
                    <a:pt x="1055" y="615"/>
                    <a:pt x="1141" y="485"/>
                  </a:cubicBezTo>
                  <a:cubicBezTo>
                    <a:pt x="1574" y="615"/>
                    <a:pt x="1964" y="832"/>
                    <a:pt x="2311" y="1121"/>
                  </a:cubicBezTo>
                  <a:cubicBezTo>
                    <a:pt x="2354" y="1150"/>
                    <a:pt x="2455" y="1251"/>
                    <a:pt x="2585" y="1366"/>
                  </a:cubicBezTo>
                  <a:cubicBezTo>
                    <a:pt x="2643" y="1236"/>
                    <a:pt x="2672" y="1092"/>
                    <a:pt x="2686" y="962"/>
                  </a:cubicBezTo>
                  <a:cubicBezTo>
                    <a:pt x="2686" y="890"/>
                    <a:pt x="2657" y="818"/>
                    <a:pt x="2614" y="774"/>
                  </a:cubicBezTo>
                  <a:cubicBezTo>
                    <a:pt x="2166" y="413"/>
                    <a:pt x="1647" y="139"/>
                    <a:pt x="1084" y="9"/>
                  </a:cubicBezTo>
                  <a:cubicBezTo>
                    <a:pt x="1063" y="3"/>
                    <a:pt x="1042" y="0"/>
                    <a:pt x="1022"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6" name="Google Shape;16256;p67"/>
            <p:cNvSpPr/>
            <p:nvPr/>
          </p:nvSpPr>
          <p:spPr>
            <a:xfrm>
              <a:off x="879954" y="2733551"/>
              <a:ext cx="11744" cy="17433"/>
            </a:xfrm>
            <a:custGeom>
              <a:avLst/>
              <a:gdLst/>
              <a:ahLst/>
              <a:cxnLst/>
              <a:rect l="l" t="t" r="r" b="b"/>
              <a:pathLst>
                <a:path w="448" h="665" extrusionOk="0">
                  <a:moveTo>
                    <a:pt x="0" y="0"/>
                  </a:moveTo>
                  <a:lnTo>
                    <a:pt x="0" y="664"/>
                  </a:lnTo>
                  <a:lnTo>
                    <a:pt x="448" y="664"/>
                  </a:lnTo>
                  <a:lnTo>
                    <a:pt x="448"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7" name="Google Shape;16257;p67"/>
            <p:cNvSpPr/>
            <p:nvPr/>
          </p:nvSpPr>
          <p:spPr>
            <a:xfrm>
              <a:off x="1220146" y="2733551"/>
              <a:ext cx="11771" cy="17433"/>
            </a:xfrm>
            <a:custGeom>
              <a:avLst/>
              <a:gdLst/>
              <a:ahLst/>
              <a:cxnLst/>
              <a:rect l="l" t="t" r="r" b="b"/>
              <a:pathLst>
                <a:path w="449" h="665" extrusionOk="0">
                  <a:moveTo>
                    <a:pt x="1" y="0"/>
                  </a:moveTo>
                  <a:lnTo>
                    <a:pt x="1" y="664"/>
                  </a:lnTo>
                  <a:lnTo>
                    <a:pt x="448" y="664"/>
                  </a:lnTo>
                  <a:lnTo>
                    <a:pt x="448"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8" name="Google Shape;16258;p67"/>
            <p:cNvSpPr/>
            <p:nvPr/>
          </p:nvSpPr>
          <p:spPr>
            <a:xfrm>
              <a:off x="866322" y="2727495"/>
              <a:ext cx="379226" cy="11744"/>
            </a:xfrm>
            <a:custGeom>
              <a:avLst/>
              <a:gdLst/>
              <a:ahLst/>
              <a:cxnLst/>
              <a:rect l="l" t="t" r="r" b="b"/>
              <a:pathLst>
                <a:path w="14466" h="448" extrusionOk="0">
                  <a:moveTo>
                    <a:pt x="304" y="0"/>
                  </a:moveTo>
                  <a:cubicBezTo>
                    <a:pt x="1" y="0"/>
                    <a:pt x="1" y="448"/>
                    <a:pt x="304" y="448"/>
                  </a:cubicBezTo>
                  <a:lnTo>
                    <a:pt x="14176" y="448"/>
                  </a:lnTo>
                  <a:cubicBezTo>
                    <a:pt x="14465" y="448"/>
                    <a:pt x="14465" y="0"/>
                    <a:pt x="14176"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59" name="Google Shape;16259;p67"/>
            <p:cNvSpPr/>
            <p:nvPr/>
          </p:nvSpPr>
          <p:spPr>
            <a:xfrm>
              <a:off x="944652" y="2716144"/>
              <a:ext cx="35233" cy="11744"/>
            </a:xfrm>
            <a:custGeom>
              <a:avLst/>
              <a:gdLst/>
              <a:ahLst/>
              <a:cxnLst/>
              <a:rect l="l" t="t" r="r" b="b"/>
              <a:pathLst>
                <a:path w="1344" h="448" extrusionOk="0">
                  <a:moveTo>
                    <a:pt x="217" y="0"/>
                  </a:moveTo>
                  <a:cubicBezTo>
                    <a:pt x="88" y="0"/>
                    <a:pt x="1" y="87"/>
                    <a:pt x="1" y="217"/>
                  </a:cubicBezTo>
                  <a:cubicBezTo>
                    <a:pt x="1" y="347"/>
                    <a:pt x="88" y="448"/>
                    <a:pt x="217" y="448"/>
                  </a:cubicBezTo>
                  <a:lnTo>
                    <a:pt x="1343" y="448"/>
                  </a:lnTo>
                  <a:lnTo>
                    <a:pt x="1343" y="0"/>
                  </a:ln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0" name="Google Shape;16260;p67"/>
            <p:cNvSpPr/>
            <p:nvPr/>
          </p:nvSpPr>
          <p:spPr>
            <a:xfrm>
              <a:off x="968115" y="2669219"/>
              <a:ext cx="82158" cy="58669"/>
            </a:xfrm>
            <a:custGeom>
              <a:avLst/>
              <a:gdLst/>
              <a:ahLst/>
              <a:cxnLst/>
              <a:rect l="l" t="t" r="r" b="b"/>
              <a:pathLst>
                <a:path w="3134" h="2238" extrusionOk="0">
                  <a:moveTo>
                    <a:pt x="217" y="0"/>
                  </a:moveTo>
                  <a:cubicBezTo>
                    <a:pt x="88" y="0"/>
                    <a:pt x="1" y="87"/>
                    <a:pt x="1" y="217"/>
                  </a:cubicBezTo>
                  <a:lnTo>
                    <a:pt x="1" y="2007"/>
                  </a:lnTo>
                  <a:cubicBezTo>
                    <a:pt x="1" y="2137"/>
                    <a:pt x="88" y="2238"/>
                    <a:pt x="217" y="2238"/>
                  </a:cubicBezTo>
                  <a:lnTo>
                    <a:pt x="2902" y="2238"/>
                  </a:lnTo>
                  <a:cubicBezTo>
                    <a:pt x="3032" y="2238"/>
                    <a:pt x="3133" y="2137"/>
                    <a:pt x="3133" y="2007"/>
                  </a:cubicBezTo>
                  <a:lnTo>
                    <a:pt x="3133" y="217"/>
                  </a:lnTo>
                  <a:cubicBezTo>
                    <a:pt x="3133" y="87"/>
                    <a:pt x="3032" y="0"/>
                    <a:pt x="2902"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1" name="Google Shape;16261;p67"/>
            <p:cNvSpPr/>
            <p:nvPr/>
          </p:nvSpPr>
          <p:spPr>
            <a:xfrm>
              <a:off x="995378" y="2692681"/>
              <a:ext cx="27264" cy="11744"/>
            </a:xfrm>
            <a:custGeom>
              <a:avLst/>
              <a:gdLst/>
              <a:ahLst/>
              <a:cxnLst/>
              <a:rect l="l" t="t" r="r" b="b"/>
              <a:pathLst>
                <a:path w="1040" h="448" extrusionOk="0">
                  <a:moveTo>
                    <a:pt x="303" y="0"/>
                  </a:moveTo>
                  <a:cubicBezTo>
                    <a:pt x="0" y="0"/>
                    <a:pt x="0" y="448"/>
                    <a:pt x="303" y="448"/>
                  </a:cubicBezTo>
                  <a:lnTo>
                    <a:pt x="751" y="448"/>
                  </a:lnTo>
                  <a:cubicBezTo>
                    <a:pt x="1040" y="448"/>
                    <a:pt x="1040" y="0"/>
                    <a:pt x="75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62" name="Google Shape;16262;p67"/>
          <p:cNvGrpSpPr/>
          <p:nvPr/>
        </p:nvGrpSpPr>
        <p:grpSpPr>
          <a:xfrm>
            <a:off x="1303330" y="2500814"/>
            <a:ext cx="404183" cy="289151"/>
            <a:chOff x="1328387" y="2500814"/>
            <a:chExt cx="404183" cy="289151"/>
          </a:xfrm>
        </p:grpSpPr>
        <p:sp>
          <p:nvSpPr>
            <p:cNvPr id="16263" name="Google Shape;16263;p67"/>
            <p:cNvSpPr/>
            <p:nvPr/>
          </p:nvSpPr>
          <p:spPr>
            <a:xfrm>
              <a:off x="1561491" y="2601479"/>
              <a:ext cx="125281" cy="118859"/>
            </a:xfrm>
            <a:custGeom>
              <a:avLst/>
              <a:gdLst/>
              <a:ahLst/>
              <a:cxnLst/>
              <a:rect l="l" t="t" r="r" b="b"/>
              <a:pathLst>
                <a:path w="4779" h="4534" extrusionOk="0">
                  <a:moveTo>
                    <a:pt x="1675" y="0"/>
                  </a:moveTo>
                  <a:lnTo>
                    <a:pt x="1675" y="405"/>
                  </a:lnTo>
                  <a:cubicBezTo>
                    <a:pt x="1675" y="506"/>
                    <a:pt x="1603" y="607"/>
                    <a:pt x="1502" y="621"/>
                  </a:cubicBezTo>
                  <a:lnTo>
                    <a:pt x="520" y="910"/>
                  </a:lnTo>
                  <a:cubicBezTo>
                    <a:pt x="203" y="996"/>
                    <a:pt x="1" y="1271"/>
                    <a:pt x="1" y="1603"/>
                  </a:cubicBezTo>
                  <a:lnTo>
                    <a:pt x="1" y="4533"/>
                  </a:lnTo>
                  <a:lnTo>
                    <a:pt x="3826" y="4533"/>
                  </a:lnTo>
                  <a:cubicBezTo>
                    <a:pt x="4346" y="4533"/>
                    <a:pt x="4779" y="4100"/>
                    <a:pt x="4779" y="3580"/>
                  </a:cubicBezTo>
                  <a:lnTo>
                    <a:pt x="4779" y="1588"/>
                  </a:lnTo>
                  <a:cubicBezTo>
                    <a:pt x="4779" y="1285"/>
                    <a:pt x="4577" y="996"/>
                    <a:pt x="4274" y="910"/>
                  </a:cubicBezTo>
                  <a:lnTo>
                    <a:pt x="3306" y="621"/>
                  </a:lnTo>
                  <a:cubicBezTo>
                    <a:pt x="3191" y="607"/>
                    <a:pt x="3119" y="506"/>
                    <a:pt x="3119" y="405"/>
                  </a:cubicBezTo>
                  <a:lnTo>
                    <a:pt x="3119"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4" name="Google Shape;16264;p67"/>
            <p:cNvSpPr/>
            <p:nvPr/>
          </p:nvSpPr>
          <p:spPr>
            <a:xfrm>
              <a:off x="1561884" y="2620407"/>
              <a:ext cx="125281" cy="99932"/>
            </a:xfrm>
            <a:custGeom>
              <a:avLst/>
              <a:gdLst/>
              <a:ahLst/>
              <a:cxnLst/>
              <a:rect l="l" t="t" r="r" b="b"/>
              <a:pathLst>
                <a:path w="4779" h="3812" extrusionOk="0">
                  <a:moveTo>
                    <a:pt x="1155" y="0"/>
                  </a:moveTo>
                  <a:lnTo>
                    <a:pt x="520" y="188"/>
                  </a:lnTo>
                  <a:cubicBezTo>
                    <a:pt x="217" y="274"/>
                    <a:pt x="0" y="549"/>
                    <a:pt x="0" y="881"/>
                  </a:cubicBezTo>
                  <a:lnTo>
                    <a:pt x="0" y="3811"/>
                  </a:lnTo>
                  <a:lnTo>
                    <a:pt x="3826" y="3811"/>
                  </a:lnTo>
                  <a:cubicBezTo>
                    <a:pt x="4360" y="3811"/>
                    <a:pt x="4778" y="3378"/>
                    <a:pt x="4778" y="2858"/>
                  </a:cubicBezTo>
                  <a:lnTo>
                    <a:pt x="4778" y="866"/>
                  </a:lnTo>
                  <a:cubicBezTo>
                    <a:pt x="4778" y="549"/>
                    <a:pt x="4576" y="274"/>
                    <a:pt x="4259" y="188"/>
                  </a:cubicBezTo>
                  <a:lnTo>
                    <a:pt x="3624" y="0"/>
                  </a:lnTo>
                  <a:cubicBezTo>
                    <a:pt x="3349" y="476"/>
                    <a:pt x="2869" y="715"/>
                    <a:pt x="2389" y="715"/>
                  </a:cubicBezTo>
                  <a:cubicBezTo>
                    <a:pt x="1909" y="715"/>
                    <a:pt x="1429" y="476"/>
                    <a:pt x="1155"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5" name="Google Shape;16265;p67"/>
            <p:cNvSpPr/>
            <p:nvPr/>
          </p:nvSpPr>
          <p:spPr>
            <a:xfrm>
              <a:off x="1603881" y="2601479"/>
              <a:ext cx="40895" cy="18953"/>
            </a:xfrm>
            <a:custGeom>
              <a:avLst/>
              <a:gdLst/>
              <a:ahLst/>
              <a:cxnLst/>
              <a:rect l="l" t="t" r="r" b="b"/>
              <a:pathLst>
                <a:path w="1560" h="723" extrusionOk="0">
                  <a:moveTo>
                    <a:pt x="58" y="0"/>
                  </a:moveTo>
                  <a:lnTo>
                    <a:pt x="58" y="405"/>
                  </a:lnTo>
                  <a:cubicBezTo>
                    <a:pt x="58" y="448"/>
                    <a:pt x="44" y="506"/>
                    <a:pt x="1" y="549"/>
                  </a:cubicBezTo>
                  <a:cubicBezTo>
                    <a:pt x="246" y="664"/>
                    <a:pt x="520" y="722"/>
                    <a:pt x="794" y="722"/>
                  </a:cubicBezTo>
                  <a:cubicBezTo>
                    <a:pt x="1054" y="722"/>
                    <a:pt x="1314" y="664"/>
                    <a:pt x="1560" y="549"/>
                  </a:cubicBezTo>
                  <a:cubicBezTo>
                    <a:pt x="1531" y="506"/>
                    <a:pt x="1502" y="448"/>
                    <a:pt x="1502" y="405"/>
                  </a:cubicBezTo>
                  <a:lnTo>
                    <a:pt x="1502"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6" name="Google Shape;16266;p67"/>
            <p:cNvSpPr/>
            <p:nvPr/>
          </p:nvSpPr>
          <p:spPr>
            <a:xfrm>
              <a:off x="1580785" y="2513685"/>
              <a:ext cx="31458" cy="68893"/>
            </a:xfrm>
            <a:custGeom>
              <a:avLst/>
              <a:gdLst/>
              <a:ahLst/>
              <a:cxnLst/>
              <a:rect l="l" t="t" r="r" b="b"/>
              <a:pathLst>
                <a:path w="1200" h="2628" extrusionOk="0">
                  <a:moveTo>
                    <a:pt x="723" y="0"/>
                  </a:moveTo>
                  <a:cubicBezTo>
                    <a:pt x="319" y="0"/>
                    <a:pt x="1" y="318"/>
                    <a:pt x="1" y="722"/>
                  </a:cubicBezTo>
                  <a:lnTo>
                    <a:pt x="1" y="881"/>
                  </a:lnTo>
                  <a:cubicBezTo>
                    <a:pt x="1" y="1083"/>
                    <a:pt x="30" y="1285"/>
                    <a:pt x="88" y="1487"/>
                  </a:cubicBezTo>
                  <a:lnTo>
                    <a:pt x="477" y="2628"/>
                  </a:lnTo>
                  <a:lnTo>
                    <a:pt x="1199" y="2628"/>
                  </a:lnTo>
                  <a:lnTo>
                    <a:pt x="1199"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7" name="Google Shape;16267;p67"/>
            <p:cNvSpPr/>
            <p:nvPr/>
          </p:nvSpPr>
          <p:spPr>
            <a:xfrm>
              <a:off x="1593290" y="2507236"/>
              <a:ext cx="75342" cy="75342"/>
            </a:xfrm>
            <a:custGeom>
              <a:avLst/>
              <a:gdLst/>
              <a:ahLst/>
              <a:cxnLst/>
              <a:rect l="l" t="t" r="r" b="b"/>
              <a:pathLst>
                <a:path w="2874" h="2874" extrusionOk="0">
                  <a:moveTo>
                    <a:pt x="722" y="1"/>
                  </a:moveTo>
                  <a:cubicBezTo>
                    <a:pt x="318" y="1"/>
                    <a:pt x="0" y="319"/>
                    <a:pt x="0" y="723"/>
                  </a:cubicBezTo>
                  <a:cubicBezTo>
                    <a:pt x="0" y="983"/>
                    <a:pt x="217" y="1199"/>
                    <a:pt x="477" y="1199"/>
                  </a:cubicBezTo>
                  <a:lnTo>
                    <a:pt x="2397" y="2874"/>
                  </a:lnTo>
                  <a:lnTo>
                    <a:pt x="2801" y="1459"/>
                  </a:lnTo>
                  <a:cubicBezTo>
                    <a:pt x="2844" y="1286"/>
                    <a:pt x="2873" y="1098"/>
                    <a:pt x="2873" y="925"/>
                  </a:cubicBezTo>
                  <a:lnTo>
                    <a:pt x="2873" y="477"/>
                  </a:lnTo>
                  <a:cubicBezTo>
                    <a:pt x="2873" y="203"/>
                    <a:pt x="2656" y="1"/>
                    <a:pt x="2397"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8" name="Google Shape;16268;p67"/>
            <p:cNvSpPr/>
            <p:nvPr/>
          </p:nvSpPr>
          <p:spPr>
            <a:xfrm>
              <a:off x="1586841" y="2538668"/>
              <a:ext cx="74975" cy="68893"/>
            </a:xfrm>
            <a:custGeom>
              <a:avLst/>
              <a:gdLst/>
              <a:ahLst/>
              <a:cxnLst/>
              <a:rect l="l" t="t" r="r" b="b"/>
              <a:pathLst>
                <a:path w="2860" h="2628" extrusionOk="0">
                  <a:moveTo>
                    <a:pt x="910" y="0"/>
                  </a:moveTo>
                  <a:cubicBezTo>
                    <a:pt x="780" y="0"/>
                    <a:pt x="665" y="43"/>
                    <a:pt x="564" y="144"/>
                  </a:cubicBezTo>
                  <a:lnTo>
                    <a:pt x="131" y="577"/>
                  </a:lnTo>
                  <a:cubicBezTo>
                    <a:pt x="44" y="664"/>
                    <a:pt x="1" y="780"/>
                    <a:pt x="1" y="910"/>
                  </a:cubicBezTo>
                  <a:lnTo>
                    <a:pt x="1" y="1184"/>
                  </a:lnTo>
                  <a:cubicBezTo>
                    <a:pt x="1" y="1992"/>
                    <a:pt x="636" y="2627"/>
                    <a:pt x="1444" y="2627"/>
                  </a:cubicBezTo>
                  <a:cubicBezTo>
                    <a:pt x="2224" y="2613"/>
                    <a:pt x="2859" y="1978"/>
                    <a:pt x="2859" y="1184"/>
                  </a:cubicBezTo>
                  <a:lnTo>
                    <a:pt x="2859" y="881"/>
                  </a:lnTo>
                  <a:cubicBezTo>
                    <a:pt x="2859" y="751"/>
                    <a:pt x="2816" y="635"/>
                    <a:pt x="2715" y="534"/>
                  </a:cubicBezTo>
                  <a:cubicBezTo>
                    <a:pt x="2354" y="173"/>
                    <a:pt x="1675" y="15"/>
                    <a:pt x="910"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69" name="Google Shape;16269;p67"/>
            <p:cNvSpPr/>
            <p:nvPr/>
          </p:nvSpPr>
          <p:spPr>
            <a:xfrm>
              <a:off x="1587234" y="2538983"/>
              <a:ext cx="74949" cy="67451"/>
            </a:xfrm>
            <a:custGeom>
              <a:avLst/>
              <a:gdLst/>
              <a:ahLst/>
              <a:cxnLst/>
              <a:rect l="l" t="t" r="r" b="b"/>
              <a:pathLst>
                <a:path w="2859" h="2573" extrusionOk="0">
                  <a:moveTo>
                    <a:pt x="884" y="0"/>
                  </a:moveTo>
                  <a:cubicBezTo>
                    <a:pt x="768" y="0"/>
                    <a:pt x="655" y="55"/>
                    <a:pt x="578" y="132"/>
                  </a:cubicBezTo>
                  <a:lnTo>
                    <a:pt x="145" y="565"/>
                  </a:lnTo>
                  <a:cubicBezTo>
                    <a:pt x="44" y="667"/>
                    <a:pt x="0" y="782"/>
                    <a:pt x="0" y="912"/>
                  </a:cubicBezTo>
                  <a:lnTo>
                    <a:pt x="0" y="1186"/>
                  </a:lnTo>
                  <a:cubicBezTo>
                    <a:pt x="0" y="1821"/>
                    <a:pt x="419" y="2384"/>
                    <a:pt x="1040" y="2572"/>
                  </a:cubicBezTo>
                  <a:cubicBezTo>
                    <a:pt x="823" y="2312"/>
                    <a:pt x="708" y="1995"/>
                    <a:pt x="722" y="1663"/>
                  </a:cubicBezTo>
                  <a:lnTo>
                    <a:pt x="708" y="970"/>
                  </a:lnTo>
                  <a:cubicBezTo>
                    <a:pt x="708" y="690"/>
                    <a:pt x="924" y="478"/>
                    <a:pt x="1187" y="478"/>
                  </a:cubicBezTo>
                  <a:cubicBezTo>
                    <a:pt x="1196" y="478"/>
                    <a:pt x="1204" y="478"/>
                    <a:pt x="1213" y="479"/>
                  </a:cubicBezTo>
                  <a:cubicBezTo>
                    <a:pt x="1704" y="522"/>
                    <a:pt x="2411" y="594"/>
                    <a:pt x="2859" y="811"/>
                  </a:cubicBezTo>
                  <a:cubicBezTo>
                    <a:pt x="2844" y="710"/>
                    <a:pt x="2801" y="609"/>
                    <a:pt x="2729" y="537"/>
                  </a:cubicBezTo>
                  <a:cubicBezTo>
                    <a:pt x="2353" y="176"/>
                    <a:pt x="1675" y="17"/>
                    <a:pt x="924" y="3"/>
                  </a:cubicBezTo>
                  <a:cubicBezTo>
                    <a:pt x="911" y="1"/>
                    <a:pt x="897" y="0"/>
                    <a:pt x="88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0" name="Google Shape;16270;p67"/>
            <p:cNvSpPr/>
            <p:nvPr/>
          </p:nvSpPr>
          <p:spPr>
            <a:xfrm>
              <a:off x="1561884" y="2632518"/>
              <a:ext cx="24983" cy="87820"/>
            </a:xfrm>
            <a:custGeom>
              <a:avLst/>
              <a:gdLst/>
              <a:ahLst/>
              <a:cxnLst/>
              <a:rect l="l" t="t" r="r" b="b"/>
              <a:pathLst>
                <a:path w="953" h="3350" extrusionOk="0">
                  <a:moveTo>
                    <a:pt x="130" y="0"/>
                  </a:moveTo>
                  <a:cubicBezTo>
                    <a:pt x="44" y="130"/>
                    <a:pt x="0" y="260"/>
                    <a:pt x="0" y="419"/>
                  </a:cubicBezTo>
                  <a:lnTo>
                    <a:pt x="0" y="3349"/>
                  </a:lnTo>
                  <a:lnTo>
                    <a:pt x="953" y="3349"/>
                  </a:lnTo>
                  <a:lnTo>
                    <a:pt x="953" y="1126"/>
                  </a:lnTo>
                  <a:cubicBezTo>
                    <a:pt x="953" y="938"/>
                    <a:pt x="881" y="751"/>
                    <a:pt x="751" y="621"/>
                  </a:cubicBezTo>
                  <a:lnTo>
                    <a:pt x="130"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1" name="Google Shape;16271;p67"/>
            <p:cNvSpPr/>
            <p:nvPr/>
          </p:nvSpPr>
          <p:spPr>
            <a:xfrm>
              <a:off x="1630751" y="2632518"/>
              <a:ext cx="56415" cy="87820"/>
            </a:xfrm>
            <a:custGeom>
              <a:avLst/>
              <a:gdLst/>
              <a:ahLst/>
              <a:cxnLst/>
              <a:rect l="l" t="t" r="r" b="b"/>
              <a:pathLst>
                <a:path w="2152" h="3350" extrusionOk="0">
                  <a:moveTo>
                    <a:pt x="2021" y="0"/>
                  </a:moveTo>
                  <a:lnTo>
                    <a:pt x="1415" y="621"/>
                  </a:lnTo>
                  <a:cubicBezTo>
                    <a:pt x="1271" y="751"/>
                    <a:pt x="1199" y="938"/>
                    <a:pt x="1199" y="1126"/>
                  </a:cubicBezTo>
                  <a:lnTo>
                    <a:pt x="1199" y="2165"/>
                  </a:lnTo>
                  <a:cubicBezTo>
                    <a:pt x="1199" y="2295"/>
                    <a:pt x="1098" y="2396"/>
                    <a:pt x="953" y="2396"/>
                  </a:cubicBezTo>
                  <a:lnTo>
                    <a:pt x="0" y="2396"/>
                  </a:lnTo>
                  <a:lnTo>
                    <a:pt x="0" y="3349"/>
                  </a:lnTo>
                  <a:lnTo>
                    <a:pt x="1199" y="3349"/>
                  </a:lnTo>
                  <a:cubicBezTo>
                    <a:pt x="1733" y="3349"/>
                    <a:pt x="2151" y="2916"/>
                    <a:pt x="2151" y="2396"/>
                  </a:cubicBezTo>
                  <a:lnTo>
                    <a:pt x="2151" y="404"/>
                  </a:lnTo>
                  <a:cubicBezTo>
                    <a:pt x="2151" y="260"/>
                    <a:pt x="2108" y="116"/>
                    <a:pt x="2021"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2" name="Google Shape;16272;p67"/>
            <p:cNvSpPr/>
            <p:nvPr/>
          </p:nvSpPr>
          <p:spPr>
            <a:xfrm>
              <a:off x="1348442" y="2726735"/>
              <a:ext cx="364074" cy="18953"/>
            </a:xfrm>
            <a:custGeom>
              <a:avLst/>
              <a:gdLst/>
              <a:ahLst/>
              <a:cxnLst/>
              <a:rect l="l" t="t" r="r" b="b"/>
              <a:pathLst>
                <a:path w="13888" h="723" extrusionOk="0">
                  <a:moveTo>
                    <a:pt x="1" y="0"/>
                  </a:moveTo>
                  <a:lnTo>
                    <a:pt x="1" y="722"/>
                  </a:lnTo>
                  <a:lnTo>
                    <a:pt x="13888" y="722"/>
                  </a:lnTo>
                  <a:lnTo>
                    <a:pt x="13888"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3" name="Google Shape;16273;p67"/>
            <p:cNvSpPr/>
            <p:nvPr/>
          </p:nvSpPr>
          <p:spPr>
            <a:xfrm>
              <a:off x="1342019" y="2726735"/>
              <a:ext cx="13265" cy="63231"/>
            </a:xfrm>
            <a:custGeom>
              <a:avLst/>
              <a:gdLst/>
              <a:ahLst/>
              <a:cxnLst/>
              <a:rect l="l" t="t" r="r" b="b"/>
              <a:pathLst>
                <a:path w="506" h="2412" extrusionOk="0">
                  <a:moveTo>
                    <a:pt x="15" y="0"/>
                  </a:moveTo>
                  <a:lnTo>
                    <a:pt x="15" y="2151"/>
                  </a:lnTo>
                  <a:cubicBezTo>
                    <a:pt x="0" y="2325"/>
                    <a:pt x="127" y="2411"/>
                    <a:pt x="253" y="2411"/>
                  </a:cubicBezTo>
                  <a:cubicBezTo>
                    <a:pt x="379" y="2411"/>
                    <a:pt x="505" y="2325"/>
                    <a:pt x="491" y="2151"/>
                  </a:cubicBezTo>
                  <a:lnTo>
                    <a:pt x="491"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4" name="Google Shape;16274;p67"/>
            <p:cNvSpPr/>
            <p:nvPr/>
          </p:nvSpPr>
          <p:spPr>
            <a:xfrm>
              <a:off x="1705674" y="2726735"/>
              <a:ext cx="13265" cy="63231"/>
            </a:xfrm>
            <a:custGeom>
              <a:avLst/>
              <a:gdLst/>
              <a:ahLst/>
              <a:cxnLst/>
              <a:rect l="l" t="t" r="r" b="b"/>
              <a:pathLst>
                <a:path w="506" h="2412" extrusionOk="0">
                  <a:moveTo>
                    <a:pt x="15" y="0"/>
                  </a:moveTo>
                  <a:lnTo>
                    <a:pt x="15" y="2151"/>
                  </a:lnTo>
                  <a:cubicBezTo>
                    <a:pt x="1" y="2325"/>
                    <a:pt x="127" y="2411"/>
                    <a:pt x="253" y="2411"/>
                  </a:cubicBezTo>
                  <a:cubicBezTo>
                    <a:pt x="380" y="2411"/>
                    <a:pt x="506" y="2325"/>
                    <a:pt x="491" y="2151"/>
                  </a:cubicBezTo>
                  <a:lnTo>
                    <a:pt x="491"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5" name="Google Shape;16275;p67"/>
            <p:cNvSpPr/>
            <p:nvPr/>
          </p:nvSpPr>
          <p:spPr>
            <a:xfrm>
              <a:off x="1342386" y="2726735"/>
              <a:ext cx="12531" cy="18953"/>
            </a:xfrm>
            <a:custGeom>
              <a:avLst/>
              <a:gdLst/>
              <a:ahLst/>
              <a:cxnLst/>
              <a:rect l="l" t="t" r="r" b="b"/>
              <a:pathLst>
                <a:path w="478" h="723" extrusionOk="0">
                  <a:moveTo>
                    <a:pt x="1" y="0"/>
                  </a:moveTo>
                  <a:lnTo>
                    <a:pt x="1" y="722"/>
                  </a:lnTo>
                  <a:lnTo>
                    <a:pt x="477" y="722"/>
                  </a:lnTo>
                  <a:lnTo>
                    <a:pt x="477"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6" name="Google Shape;16276;p67"/>
            <p:cNvSpPr/>
            <p:nvPr/>
          </p:nvSpPr>
          <p:spPr>
            <a:xfrm>
              <a:off x="1706067" y="2726735"/>
              <a:ext cx="12505" cy="18953"/>
            </a:xfrm>
            <a:custGeom>
              <a:avLst/>
              <a:gdLst/>
              <a:ahLst/>
              <a:cxnLst/>
              <a:rect l="l" t="t" r="r" b="b"/>
              <a:pathLst>
                <a:path w="477" h="723" extrusionOk="0">
                  <a:moveTo>
                    <a:pt x="0" y="0"/>
                  </a:moveTo>
                  <a:lnTo>
                    <a:pt x="0" y="722"/>
                  </a:lnTo>
                  <a:lnTo>
                    <a:pt x="476" y="722"/>
                  </a:lnTo>
                  <a:lnTo>
                    <a:pt x="476"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7" name="Google Shape;16277;p67"/>
            <p:cNvSpPr/>
            <p:nvPr/>
          </p:nvSpPr>
          <p:spPr>
            <a:xfrm>
              <a:off x="1328387" y="2720679"/>
              <a:ext cx="404183" cy="12505"/>
            </a:xfrm>
            <a:custGeom>
              <a:avLst/>
              <a:gdLst/>
              <a:ahLst/>
              <a:cxnLst/>
              <a:rect l="l" t="t" r="r" b="b"/>
              <a:pathLst>
                <a:path w="15418" h="477" extrusionOk="0">
                  <a:moveTo>
                    <a:pt x="289" y="0"/>
                  </a:moveTo>
                  <a:cubicBezTo>
                    <a:pt x="1" y="15"/>
                    <a:pt x="1" y="448"/>
                    <a:pt x="289" y="477"/>
                  </a:cubicBezTo>
                  <a:lnTo>
                    <a:pt x="15129" y="477"/>
                  </a:lnTo>
                  <a:cubicBezTo>
                    <a:pt x="15418" y="448"/>
                    <a:pt x="15418" y="15"/>
                    <a:pt x="15129"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8" name="Google Shape;16278;p67"/>
            <p:cNvSpPr/>
            <p:nvPr/>
          </p:nvSpPr>
          <p:spPr>
            <a:xfrm>
              <a:off x="1624695" y="2708148"/>
              <a:ext cx="37487" cy="12557"/>
            </a:xfrm>
            <a:custGeom>
              <a:avLst/>
              <a:gdLst/>
              <a:ahLst/>
              <a:cxnLst/>
              <a:rect l="l" t="t" r="r" b="b"/>
              <a:pathLst>
                <a:path w="1430" h="479" extrusionOk="0">
                  <a:moveTo>
                    <a:pt x="1221" y="1"/>
                  </a:moveTo>
                  <a:cubicBezTo>
                    <a:pt x="1213" y="1"/>
                    <a:pt x="1206" y="1"/>
                    <a:pt x="1199" y="2"/>
                  </a:cubicBezTo>
                  <a:lnTo>
                    <a:pt x="0" y="2"/>
                  </a:lnTo>
                  <a:lnTo>
                    <a:pt x="0" y="478"/>
                  </a:lnTo>
                  <a:lnTo>
                    <a:pt x="1199" y="478"/>
                  </a:lnTo>
                  <a:cubicBezTo>
                    <a:pt x="1329" y="478"/>
                    <a:pt x="1430" y="363"/>
                    <a:pt x="1430" y="233"/>
                  </a:cubicBezTo>
                  <a:cubicBezTo>
                    <a:pt x="1430" y="111"/>
                    <a:pt x="1340" y="1"/>
                    <a:pt x="122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9" name="Google Shape;16279;p67"/>
            <p:cNvSpPr/>
            <p:nvPr/>
          </p:nvSpPr>
          <p:spPr>
            <a:xfrm>
              <a:off x="1549380" y="2657868"/>
              <a:ext cx="87820" cy="62837"/>
            </a:xfrm>
            <a:custGeom>
              <a:avLst/>
              <a:gdLst/>
              <a:ahLst/>
              <a:cxnLst/>
              <a:rect l="l" t="t" r="r" b="b"/>
              <a:pathLst>
                <a:path w="3350" h="2397" extrusionOk="0">
                  <a:moveTo>
                    <a:pt x="232" y="0"/>
                  </a:moveTo>
                  <a:cubicBezTo>
                    <a:pt x="102" y="0"/>
                    <a:pt x="1" y="101"/>
                    <a:pt x="1" y="246"/>
                  </a:cubicBezTo>
                  <a:lnTo>
                    <a:pt x="1" y="2151"/>
                  </a:lnTo>
                  <a:cubicBezTo>
                    <a:pt x="1" y="2281"/>
                    <a:pt x="102" y="2396"/>
                    <a:pt x="232" y="2396"/>
                  </a:cubicBezTo>
                  <a:lnTo>
                    <a:pt x="3104" y="2396"/>
                  </a:lnTo>
                  <a:cubicBezTo>
                    <a:pt x="3234" y="2396"/>
                    <a:pt x="3350" y="2281"/>
                    <a:pt x="3350" y="2151"/>
                  </a:cubicBezTo>
                  <a:lnTo>
                    <a:pt x="3350" y="246"/>
                  </a:lnTo>
                  <a:cubicBezTo>
                    <a:pt x="3350" y="101"/>
                    <a:pt x="3234" y="0"/>
                    <a:pt x="3104"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0" name="Google Shape;16280;p67"/>
            <p:cNvSpPr/>
            <p:nvPr/>
          </p:nvSpPr>
          <p:spPr>
            <a:xfrm>
              <a:off x="1585714" y="2682825"/>
              <a:ext cx="15178" cy="12531"/>
            </a:xfrm>
            <a:custGeom>
              <a:avLst/>
              <a:gdLst/>
              <a:ahLst/>
              <a:cxnLst/>
              <a:rect l="l" t="t" r="r" b="b"/>
              <a:pathLst>
                <a:path w="579" h="478" extrusionOk="0">
                  <a:moveTo>
                    <a:pt x="289" y="1"/>
                  </a:moveTo>
                  <a:cubicBezTo>
                    <a:pt x="1" y="30"/>
                    <a:pt x="1" y="463"/>
                    <a:pt x="289" y="477"/>
                  </a:cubicBezTo>
                  <a:cubicBezTo>
                    <a:pt x="578" y="463"/>
                    <a:pt x="578" y="30"/>
                    <a:pt x="28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1" name="Google Shape;16281;p67"/>
            <p:cNvSpPr/>
            <p:nvPr/>
          </p:nvSpPr>
          <p:spPr>
            <a:xfrm>
              <a:off x="1386296" y="2607535"/>
              <a:ext cx="125648" cy="113170"/>
            </a:xfrm>
            <a:custGeom>
              <a:avLst/>
              <a:gdLst/>
              <a:ahLst/>
              <a:cxnLst/>
              <a:rect l="l" t="t" r="r" b="b"/>
              <a:pathLst>
                <a:path w="4793" h="4317" extrusionOk="0">
                  <a:moveTo>
                    <a:pt x="1675" y="0"/>
                  </a:moveTo>
                  <a:lnTo>
                    <a:pt x="1675" y="116"/>
                  </a:lnTo>
                  <a:cubicBezTo>
                    <a:pt x="1675" y="332"/>
                    <a:pt x="1530" y="520"/>
                    <a:pt x="1328" y="578"/>
                  </a:cubicBezTo>
                  <a:lnTo>
                    <a:pt x="520" y="809"/>
                  </a:lnTo>
                  <a:cubicBezTo>
                    <a:pt x="217" y="910"/>
                    <a:pt x="0" y="1184"/>
                    <a:pt x="0" y="1502"/>
                  </a:cubicBezTo>
                  <a:lnTo>
                    <a:pt x="0" y="3595"/>
                  </a:lnTo>
                  <a:cubicBezTo>
                    <a:pt x="0" y="3984"/>
                    <a:pt x="318" y="4316"/>
                    <a:pt x="722" y="4316"/>
                  </a:cubicBezTo>
                  <a:lnTo>
                    <a:pt x="4071" y="4316"/>
                  </a:lnTo>
                  <a:cubicBezTo>
                    <a:pt x="4461" y="4316"/>
                    <a:pt x="4793" y="3984"/>
                    <a:pt x="4793" y="3595"/>
                  </a:cubicBezTo>
                  <a:lnTo>
                    <a:pt x="4793" y="1502"/>
                  </a:lnTo>
                  <a:cubicBezTo>
                    <a:pt x="4793" y="1184"/>
                    <a:pt x="4576" y="895"/>
                    <a:pt x="4259" y="809"/>
                  </a:cubicBezTo>
                  <a:lnTo>
                    <a:pt x="3465" y="578"/>
                  </a:lnTo>
                  <a:cubicBezTo>
                    <a:pt x="3248" y="520"/>
                    <a:pt x="3118" y="332"/>
                    <a:pt x="3118" y="116"/>
                  </a:cubicBezTo>
                  <a:lnTo>
                    <a:pt x="3118" y="0"/>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2" name="Google Shape;16282;p67"/>
            <p:cNvSpPr/>
            <p:nvPr/>
          </p:nvSpPr>
          <p:spPr>
            <a:xfrm>
              <a:off x="1386296" y="2636293"/>
              <a:ext cx="24983" cy="84412"/>
            </a:xfrm>
            <a:custGeom>
              <a:avLst/>
              <a:gdLst/>
              <a:ahLst/>
              <a:cxnLst/>
              <a:rect l="l" t="t" r="r" b="b"/>
              <a:pathLst>
                <a:path w="953" h="3220" extrusionOk="0">
                  <a:moveTo>
                    <a:pt x="130" y="0"/>
                  </a:moveTo>
                  <a:cubicBezTo>
                    <a:pt x="43" y="116"/>
                    <a:pt x="0" y="260"/>
                    <a:pt x="0" y="405"/>
                  </a:cubicBezTo>
                  <a:lnTo>
                    <a:pt x="0" y="2498"/>
                  </a:lnTo>
                  <a:cubicBezTo>
                    <a:pt x="0" y="2887"/>
                    <a:pt x="318" y="3219"/>
                    <a:pt x="722" y="3219"/>
                  </a:cubicBezTo>
                  <a:lnTo>
                    <a:pt x="953" y="3219"/>
                  </a:lnTo>
                  <a:lnTo>
                    <a:pt x="953" y="823"/>
                  </a:lnTo>
                  <a:lnTo>
                    <a:pt x="130"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3" name="Google Shape;16283;p67"/>
            <p:cNvSpPr/>
            <p:nvPr/>
          </p:nvSpPr>
          <p:spPr>
            <a:xfrm>
              <a:off x="1486569" y="2636293"/>
              <a:ext cx="25376" cy="84412"/>
            </a:xfrm>
            <a:custGeom>
              <a:avLst/>
              <a:gdLst/>
              <a:ahLst/>
              <a:cxnLst/>
              <a:rect l="l" t="t" r="r" b="b"/>
              <a:pathLst>
                <a:path w="968" h="3220" extrusionOk="0">
                  <a:moveTo>
                    <a:pt x="823" y="0"/>
                  </a:moveTo>
                  <a:lnTo>
                    <a:pt x="1" y="823"/>
                  </a:lnTo>
                  <a:lnTo>
                    <a:pt x="1" y="3219"/>
                  </a:lnTo>
                  <a:lnTo>
                    <a:pt x="246" y="3219"/>
                  </a:lnTo>
                  <a:cubicBezTo>
                    <a:pt x="636" y="3219"/>
                    <a:pt x="968" y="2887"/>
                    <a:pt x="968" y="2498"/>
                  </a:cubicBezTo>
                  <a:lnTo>
                    <a:pt x="968" y="405"/>
                  </a:lnTo>
                  <a:cubicBezTo>
                    <a:pt x="953" y="260"/>
                    <a:pt x="910" y="116"/>
                    <a:pt x="823"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4" name="Google Shape;16284;p67"/>
            <p:cNvSpPr/>
            <p:nvPr/>
          </p:nvSpPr>
          <p:spPr>
            <a:xfrm>
              <a:off x="1418829" y="2607535"/>
              <a:ext cx="60190" cy="18953"/>
            </a:xfrm>
            <a:custGeom>
              <a:avLst/>
              <a:gdLst/>
              <a:ahLst/>
              <a:cxnLst/>
              <a:rect l="l" t="t" r="r" b="b"/>
              <a:pathLst>
                <a:path w="2296" h="723" extrusionOk="0">
                  <a:moveTo>
                    <a:pt x="434" y="0"/>
                  </a:moveTo>
                  <a:lnTo>
                    <a:pt x="434" y="116"/>
                  </a:lnTo>
                  <a:cubicBezTo>
                    <a:pt x="434" y="332"/>
                    <a:pt x="289" y="520"/>
                    <a:pt x="87" y="578"/>
                  </a:cubicBezTo>
                  <a:lnTo>
                    <a:pt x="1" y="607"/>
                  </a:lnTo>
                  <a:cubicBezTo>
                    <a:pt x="376" y="679"/>
                    <a:pt x="766" y="722"/>
                    <a:pt x="1155" y="722"/>
                  </a:cubicBezTo>
                  <a:cubicBezTo>
                    <a:pt x="1531" y="722"/>
                    <a:pt x="1921" y="679"/>
                    <a:pt x="2296" y="607"/>
                  </a:cubicBezTo>
                  <a:lnTo>
                    <a:pt x="2224" y="578"/>
                  </a:lnTo>
                  <a:cubicBezTo>
                    <a:pt x="2007" y="520"/>
                    <a:pt x="1877" y="332"/>
                    <a:pt x="1877" y="116"/>
                  </a:cubicBezTo>
                  <a:lnTo>
                    <a:pt x="1877" y="0"/>
                  </a:ln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5" name="Google Shape;16285;p67"/>
            <p:cNvSpPr/>
            <p:nvPr/>
          </p:nvSpPr>
          <p:spPr>
            <a:xfrm>
              <a:off x="1393846" y="2500814"/>
              <a:ext cx="110549" cy="113170"/>
            </a:xfrm>
            <a:custGeom>
              <a:avLst/>
              <a:gdLst/>
              <a:ahLst/>
              <a:cxnLst/>
              <a:rect l="l" t="t" r="r" b="b"/>
              <a:pathLst>
                <a:path w="4217" h="4317" extrusionOk="0">
                  <a:moveTo>
                    <a:pt x="2108" y="1"/>
                  </a:moveTo>
                  <a:cubicBezTo>
                    <a:pt x="1185" y="1"/>
                    <a:pt x="492" y="766"/>
                    <a:pt x="434" y="1704"/>
                  </a:cubicBezTo>
                  <a:cubicBezTo>
                    <a:pt x="376" y="2368"/>
                    <a:pt x="246" y="3032"/>
                    <a:pt x="44" y="3682"/>
                  </a:cubicBezTo>
                  <a:cubicBezTo>
                    <a:pt x="1" y="3811"/>
                    <a:pt x="59" y="3941"/>
                    <a:pt x="189" y="3985"/>
                  </a:cubicBezTo>
                  <a:cubicBezTo>
                    <a:pt x="795" y="4201"/>
                    <a:pt x="1444" y="4317"/>
                    <a:pt x="2108" y="4317"/>
                  </a:cubicBezTo>
                  <a:cubicBezTo>
                    <a:pt x="2758" y="4302"/>
                    <a:pt x="3408" y="4187"/>
                    <a:pt x="4028" y="3970"/>
                  </a:cubicBezTo>
                  <a:cubicBezTo>
                    <a:pt x="4144" y="3927"/>
                    <a:pt x="4216" y="3797"/>
                    <a:pt x="4173" y="3667"/>
                  </a:cubicBezTo>
                  <a:cubicBezTo>
                    <a:pt x="3971" y="3032"/>
                    <a:pt x="3841" y="2368"/>
                    <a:pt x="3783" y="1704"/>
                  </a:cubicBezTo>
                  <a:cubicBezTo>
                    <a:pt x="3711" y="766"/>
                    <a:pt x="3032" y="1"/>
                    <a:pt x="2108"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6" name="Google Shape;16286;p67"/>
            <p:cNvSpPr/>
            <p:nvPr/>
          </p:nvSpPr>
          <p:spPr>
            <a:xfrm>
              <a:off x="1405197" y="2751718"/>
              <a:ext cx="12531" cy="37854"/>
            </a:xfrm>
            <a:custGeom>
              <a:avLst/>
              <a:gdLst/>
              <a:ahLst/>
              <a:cxnLst/>
              <a:rect l="l" t="t" r="r" b="b"/>
              <a:pathLst>
                <a:path w="478" h="1444" extrusionOk="0">
                  <a:moveTo>
                    <a:pt x="1" y="0"/>
                  </a:moveTo>
                  <a:lnTo>
                    <a:pt x="1" y="1198"/>
                  </a:lnTo>
                  <a:cubicBezTo>
                    <a:pt x="1" y="1328"/>
                    <a:pt x="102" y="1444"/>
                    <a:pt x="232" y="1444"/>
                  </a:cubicBezTo>
                  <a:cubicBezTo>
                    <a:pt x="362" y="1444"/>
                    <a:pt x="477" y="1328"/>
                    <a:pt x="477" y="1198"/>
                  </a:cubicBezTo>
                  <a:lnTo>
                    <a:pt x="477"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7" name="Google Shape;16287;p67"/>
            <p:cNvSpPr/>
            <p:nvPr/>
          </p:nvSpPr>
          <p:spPr>
            <a:xfrm>
              <a:off x="1405197" y="2745662"/>
              <a:ext cx="12531" cy="24983"/>
            </a:xfrm>
            <a:custGeom>
              <a:avLst/>
              <a:gdLst/>
              <a:ahLst/>
              <a:cxnLst/>
              <a:rect l="l" t="t" r="r" b="b"/>
              <a:pathLst>
                <a:path w="478" h="953" extrusionOk="0">
                  <a:moveTo>
                    <a:pt x="1" y="0"/>
                  </a:moveTo>
                  <a:lnTo>
                    <a:pt x="1" y="953"/>
                  </a:lnTo>
                  <a:lnTo>
                    <a:pt x="477" y="953"/>
                  </a:lnTo>
                  <a:lnTo>
                    <a:pt x="477"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8" name="Google Shape;16288;p67"/>
            <p:cNvSpPr/>
            <p:nvPr/>
          </p:nvSpPr>
          <p:spPr>
            <a:xfrm>
              <a:off x="1480146" y="2751718"/>
              <a:ext cx="12872" cy="37854"/>
            </a:xfrm>
            <a:custGeom>
              <a:avLst/>
              <a:gdLst/>
              <a:ahLst/>
              <a:cxnLst/>
              <a:rect l="l" t="t" r="r" b="b"/>
              <a:pathLst>
                <a:path w="491" h="1444" extrusionOk="0">
                  <a:moveTo>
                    <a:pt x="0" y="0"/>
                  </a:moveTo>
                  <a:lnTo>
                    <a:pt x="0" y="1198"/>
                  </a:lnTo>
                  <a:cubicBezTo>
                    <a:pt x="15" y="1328"/>
                    <a:pt x="116" y="1444"/>
                    <a:pt x="246" y="1444"/>
                  </a:cubicBezTo>
                  <a:cubicBezTo>
                    <a:pt x="375" y="1444"/>
                    <a:pt x="491" y="1328"/>
                    <a:pt x="491" y="1198"/>
                  </a:cubicBezTo>
                  <a:lnTo>
                    <a:pt x="491" y="0"/>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9" name="Google Shape;16289;p67"/>
            <p:cNvSpPr/>
            <p:nvPr/>
          </p:nvSpPr>
          <p:spPr>
            <a:xfrm>
              <a:off x="1480146" y="2745662"/>
              <a:ext cx="12872" cy="24983"/>
            </a:xfrm>
            <a:custGeom>
              <a:avLst/>
              <a:gdLst/>
              <a:ahLst/>
              <a:cxnLst/>
              <a:rect l="l" t="t" r="r" b="b"/>
              <a:pathLst>
                <a:path w="491" h="953" extrusionOk="0">
                  <a:moveTo>
                    <a:pt x="0" y="0"/>
                  </a:moveTo>
                  <a:lnTo>
                    <a:pt x="0" y="953"/>
                  </a:lnTo>
                  <a:lnTo>
                    <a:pt x="491" y="953"/>
                  </a:lnTo>
                  <a:lnTo>
                    <a:pt x="491" y="0"/>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0" name="Google Shape;16290;p67"/>
            <p:cNvSpPr/>
            <p:nvPr/>
          </p:nvSpPr>
          <p:spPr>
            <a:xfrm>
              <a:off x="1404830" y="2651419"/>
              <a:ext cx="88187" cy="106747"/>
            </a:xfrm>
            <a:custGeom>
              <a:avLst/>
              <a:gdLst/>
              <a:ahLst/>
              <a:cxnLst/>
              <a:rect l="l" t="t" r="r" b="b"/>
              <a:pathLst>
                <a:path w="3364" h="4072" extrusionOk="0">
                  <a:moveTo>
                    <a:pt x="722" y="1"/>
                  </a:moveTo>
                  <a:cubicBezTo>
                    <a:pt x="333" y="1"/>
                    <a:pt x="0" y="333"/>
                    <a:pt x="0" y="723"/>
                  </a:cubicBezTo>
                  <a:lnTo>
                    <a:pt x="0" y="3841"/>
                  </a:lnTo>
                  <a:cubicBezTo>
                    <a:pt x="0" y="3971"/>
                    <a:pt x="116" y="4072"/>
                    <a:pt x="246" y="4072"/>
                  </a:cubicBezTo>
                  <a:lnTo>
                    <a:pt x="3119" y="4072"/>
                  </a:lnTo>
                  <a:cubicBezTo>
                    <a:pt x="3248" y="4072"/>
                    <a:pt x="3364" y="3971"/>
                    <a:pt x="3364" y="3841"/>
                  </a:cubicBezTo>
                  <a:lnTo>
                    <a:pt x="3364" y="723"/>
                  </a:lnTo>
                  <a:cubicBezTo>
                    <a:pt x="3350" y="333"/>
                    <a:pt x="3032" y="15"/>
                    <a:pt x="2642"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1" name="Google Shape;16291;p67"/>
            <p:cNvSpPr/>
            <p:nvPr/>
          </p:nvSpPr>
          <p:spPr>
            <a:xfrm>
              <a:off x="1393846" y="2501181"/>
              <a:ext cx="67399" cy="110916"/>
            </a:xfrm>
            <a:custGeom>
              <a:avLst/>
              <a:gdLst/>
              <a:ahLst/>
              <a:cxnLst/>
              <a:rect l="l" t="t" r="r" b="b"/>
              <a:pathLst>
                <a:path w="2571" h="4231" extrusionOk="0">
                  <a:moveTo>
                    <a:pt x="2108" y="1"/>
                  </a:moveTo>
                  <a:cubicBezTo>
                    <a:pt x="1185" y="1"/>
                    <a:pt x="492" y="752"/>
                    <a:pt x="434" y="1690"/>
                  </a:cubicBezTo>
                  <a:cubicBezTo>
                    <a:pt x="376" y="2368"/>
                    <a:pt x="246" y="3018"/>
                    <a:pt x="44" y="3668"/>
                  </a:cubicBezTo>
                  <a:cubicBezTo>
                    <a:pt x="1" y="3797"/>
                    <a:pt x="59" y="3927"/>
                    <a:pt x="189" y="3971"/>
                  </a:cubicBezTo>
                  <a:cubicBezTo>
                    <a:pt x="506" y="4086"/>
                    <a:pt x="824" y="4158"/>
                    <a:pt x="1156" y="4231"/>
                  </a:cubicBezTo>
                  <a:cubicBezTo>
                    <a:pt x="1141" y="4173"/>
                    <a:pt x="1141" y="4115"/>
                    <a:pt x="1156" y="4072"/>
                  </a:cubicBezTo>
                  <a:cubicBezTo>
                    <a:pt x="1329" y="3350"/>
                    <a:pt x="1444" y="2614"/>
                    <a:pt x="1502" y="1878"/>
                  </a:cubicBezTo>
                  <a:cubicBezTo>
                    <a:pt x="1545" y="1011"/>
                    <a:pt x="1964" y="290"/>
                    <a:pt x="2570" y="59"/>
                  </a:cubicBezTo>
                  <a:cubicBezTo>
                    <a:pt x="2412" y="15"/>
                    <a:pt x="2267" y="1"/>
                    <a:pt x="2108"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292" name="Google Shape;16292;p67"/>
          <p:cNvGrpSpPr/>
          <p:nvPr/>
        </p:nvGrpSpPr>
        <p:grpSpPr>
          <a:xfrm>
            <a:off x="1796408" y="2495702"/>
            <a:ext cx="365988" cy="270801"/>
            <a:chOff x="1821465" y="2495702"/>
            <a:chExt cx="365988" cy="270801"/>
          </a:xfrm>
        </p:grpSpPr>
        <p:sp>
          <p:nvSpPr>
            <p:cNvPr id="16293" name="Google Shape;16293;p67"/>
            <p:cNvSpPr/>
            <p:nvPr/>
          </p:nvSpPr>
          <p:spPr>
            <a:xfrm>
              <a:off x="1822619" y="2495702"/>
              <a:ext cx="364834" cy="194725"/>
            </a:xfrm>
            <a:custGeom>
              <a:avLst/>
              <a:gdLst/>
              <a:ahLst/>
              <a:cxnLst/>
              <a:rect l="l" t="t" r="r" b="b"/>
              <a:pathLst>
                <a:path w="13917" h="7428" extrusionOk="0">
                  <a:moveTo>
                    <a:pt x="5620" y="0"/>
                  </a:moveTo>
                  <a:cubicBezTo>
                    <a:pt x="4319" y="0"/>
                    <a:pt x="3029" y="789"/>
                    <a:pt x="2599" y="2260"/>
                  </a:cubicBezTo>
                  <a:lnTo>
                    <a:pt x="2584" y="2260"/>
                  </a:lnTo>
                  <a:cubicBezTo>
                    <a:pt x="1155" y="2260"/>
                    <a:pt x="0" y="3415"/>
                    <a:pt x="0" y="4844"/>
                  </a:cubicBezTo>
                  <a:cubicBezTo>
                    <a:pt x="0" y="6258"/>
                    <a:pt x="1155" y="7413"/>
                    <a:pt x="2584" y="7428"/>
                  </a:cubicBezTo>
                  <a:lnTo>
                    <a:pt x="11780" y="7428"/>
                  </a:lnTo>
                  <a:cubicBezTo>
                    <a:pt x="12963" y="7428"/>
                    <a:pt x="13916" y="6460"/>
                    <a:pt x="13916" y="5291"/>
                  </a:cubicBezTo>
                  <a:cubicBezTo>
                    <a:pt x="13916" y="4108"/>
                    <a:pt x="12963" y="3155"/>
                    <a:pt x="11780" y="3155"/>
                  </a:cubicBezTo>
                  <a:lnTo>
                    <a:pt x="11794" y="3140"/>
                  </a:lnTo>
                  <a:cubicBezTo>
                    <a:pt x="11707" y="3140"/>
                    <a:pt x="11635" y="3155"/>
                    <a:pt x="11563" y="3155"/>
                  </a:cubicBezTo>
                  <a:cubicBezTo>
                    <a:pt x="11216" y="2055"/>
                    <a:pt x="10191" y="1345"/>
                    <a:pt x="9092" y="1345"/>
                  </a:cubicBezTo>
                  <a:cubicBezTo>
                    <a:pt x="8820" y="1345"/>
                    <a:pt x="8544" y="1389"/>
                    <a:pt x="8272" y="1480"/>
                  </a:cubicBezTo>
                  <a:cubicBezTo>
                    <a:pt x="7647" y="477"/>
                    <a:pt x="6630" y="0"/>
                    <a:pt x="562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4" name="Google Shape;16294;p67"/>
            <p:cNvSpPr/>
            <p:nvPr/>
          </p:nvSpPr>
          <p:spPr>
            <a:xfrm>
              <a:off x="1821465" y="2554922"/>
              <a:ext cx="333062" cy="135138"/>
            </a:xfrm>
            <a:custGeom>
              <a:avLst/>
              <a:gdLst/>
              <a:ahLst/>
              <a:cxnLst/>
              <a:rect l="l" t="t" r="r" b="b"/>
              <a:pathLst>
                <a:path w="12705" h="5155" extrusionOk="0">
                  <a:moveTo>
                    <a:pt x="2513" y="1"/>
                  </a:moveTo>
                  <a:lnTo>
                    <a:pt x="2513" y="1"/>
                  </a:lnTo>
                  <a:cubicBezTo>
                    <a:pt x="1098" y="59"/>
                    <a:pt x="1" y="1242"/>
                    <a:pt x="44" y="2657"/>
                  </a:cubicBezTo>
                  <a:cubicBezTo>
                    <a:pt x="88" y="4072"/>
                    <a:pt x="1300" y="5154"/>
                    <a:pt x="2715" y="5154"/>
                  </a:cubicBezTo>
                  <a:lnTo>
                    <a:pt x="12011" y="5154"/>
                  </a:lnTo>
                  <a:cubicBezTo>
                    <a:pt x="12704" y="5096"/>
                    <a:pt x="12646" y="4028"/>
                    <a:pt x="11939" y="4028"/>
                  </a:cubicBezTo>
                  <a:lnTo>
                    <a:pt x="10149" y="4028"/>
                  </a:lnTo>
                  <a:cubicBezTo>
                    <a:pt x="10019" y="4028"/>
                    <a:pt x="9918" y="3927"/>
                    <a:pt x="9918" y="3812"/>
                  </a:cubicBezTo>
                  <a:lnTo>
                    <a:pt x="9918" y="3090"/>
                  </a:lnTo>
                  <a:cubicBezTo>
                    <a:pt x="9918" y="2859"/>
                    <a:pt x="9831" y="2628"/>
                    <a:pt x="9658" y="2455"/>
                  </a:cubicBezTo>
                  <a:lnTo>
                    <a:pt x="8345" y="1141"/>
                  </a:lnTo>
                  <a:cubicBezTo>
                    <a:pt x="8186" y="982"/>
                    <a:pt x="7955" y="881"/>
                    <a:pt x="7709" y="881"/>
                  </a:cubicBezTo>
                  <a:lnTo>
                    <a:pt x="4750" y="881"/>
                  </a:lnTo>
                  <a:cubicBezTo>
                    <a:pt x="4389" y="881"/>
                    <a:pt x="4086" y="1185"/>
                    <a:pt x="4086" y="1560"/>
                  </a:cubicBezTo>
                  <a:lnTo>
                    <a:pt x="4086" y="3653"/>
                  </a:lnTo>
                  <a:cubicBezTo>
                    <a:pt x="4086" y="3771"/>
                    <a:pt x="3979" y="3870"/>
                    <a:pt x="3861" y="3870"/>
                  </a:cubicBezTo>
                  <a:cubicBezTo>
                    <a:pt x="3836" y="3870"/>
                    <a:pt x="3809" y="3865"/>
                    <a:pt x="3783" y="3855"/>
                  </a:cubicBezTo>
                  <a:cubicBezTo>
                    <a:pt x="2181" y="3307"/>
                    <a:pt x="1560" y="1387"/>
                    <a:pt x="2513"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5" name="Google Shape;16295;p67"/>
            <p:cNvSpPr/>
            <p:nvPr/>
          </p:nvSpPr>
          <p:spPr>
            <a:xfrm>
              <a:off x="1940298" y="2589735"/>
              <a:ext cx="129450" cy="176768"/>
            </a:xfrm>
            <a:custGeom>
              <a:avLst/>
              <a:gdLst/>
              <a:ahLst/>
              <a:cxnLst/>
              <a:rect l="l" t="t" r="r" b="b"/>
              <a:pathLst>
                <a:path w="4938" h="6743" extrusionOk="0">
                  <a:moveTo>
                    <a:pt x="232" y="1"/>
                  </a:moveTo>
                  <a:cubicBezTo>
                    <a:pt x="102" y="1"/>
                    <a:pt x="1" y="102"/>
                    <a:pt x="1" y="232"/>
                  </a:cubicBezTo>
                  <a:lnTo>
                    <a:pt x="1" y="6526"/>
                  </a:lnTo>
                  <a:cubicBezTo>
                    <a:pt x="1" y="6641"/>
                    <a:pt x="102" y="6742"/>
                    <a:pt x="232" y="6742"/>
                  </a:cubicBezTo>
                  <a:lnTo>
                    <a:pt x="4721" y="6742"/>
                  </a:lnTo>
                  <a:cubicBezTo>
                    <a:pt x="4837" y="6742"/>
                    <a:pt x="4938" y="6641"/>
                    <a:pt x="4938" y="6526"/>
                  </a:cubicBezTo>
                  <a:lnTo>
                    <a:pt x="4938" y="1762"/>
                  </a:lnTo>
                  <a:cubicBezTo>
                    <a:pt x="4938" y="1646"/>
                    <a:pt x="4894" y="1531"/>
                    <a:pt x="4808" y="1444"/>
                  </a:cubicBezTo>
                  <a:lnTo>
                    <a:pt x="3508" y="131"/>
                  </a:lnTo>
                  <a:cubicBezTo>
                    <a:pt x="3422" y="59"/>
                    <a:pt x="3306" y="1"/>
                    <a:pt x="3191"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6" name="Google Shape;16296;p67"/>
            <p:cNvSpPr/>
            <p:nvPr/>
          </p:nvSpPr>
          <p:spPr>
            <a:xfrm>
              <a:off x="1971546" y="2659100"/>
              <a:ext cx="67608" cy="79012"/>
            </a:xfrm>
            <a:custGeom>
              <a:avLst/>
              <a:gdLst/>
              <a:ahLst/>
              <a:cxnLst/>
              <a:rect l="l" t="t" r="r" b="b"/>
              <a:pathLst>
                <a:path w="2579" h="3014" extrusionOk="0">
                  <a:moveTo>
                    <a:pt x="1277" y="0"/>
                  </a:moveTo>
                  <a:cubicBezTo>
                    <a:pt x="1198" y="0"/>
                    <a:pt x="1118" y="33"/>
                    <a:pt x="1061" y="98"/>
                  </a:cubicBezTo>
                  <a:lnTo>
                    <a:pt x="151" y="1224"/>
                  </a:lnTo>
                  <a:cubicBezTo>
                    <a:pt x="0" y="1439"/>
                    <a:pt x="187" y="1678"/>
                    <a:pt x="393" y="1678"/>
                  </a:cubicBezTo>
                  <a:cubicBezTo>
                    <a:pt x="464" y="1678"/>
                    <a:pt x="536" y="1650"/>
                    <a:pt x="599" y="1584"/>
                  </a:cubicBezTo>
                  <a:lnTo>
                    <a:pt x="988" y="1079"/>
                  </a:lnTo>
                  <a:lnTo>
                    <a:pt x="988" y="2754"/>
                  </a:lnTo>
                  <a:cubicBezTo>
                    <a:pt x="1003" y="2927"/>
                    <a:pt x="1136" y="3014"/>
                    <a:pt x="1270" y="3014"/>
                  </a:cubicBezTo>
                  <a:cubicBezTo>
                    <a:pt x="1403" y="3014"/>
                    <a:pt x="1537" y="2927"/>
                    <a:pt x="1551" y="2754"/>
                  </a:cubicBezTo>
                  <a:lnTo>
                    <a:pt x="1551" y="1079"/>
                  </a:lnTo>
                  <a:lnTo>
                    <a:pt x="1956" y="1570"/>
                  </a:lnTo>
                  <a:cubicBezTo>
                    <a:pt x="2018" y="1656"/>
                    <a:pt x="2097" y="1691"/>
                    <a:pt x="2175" y="1691"/>
                  </a:cubicBezTo>
                  <a:cubicBezTo>
                    <a:pt x="2384" y="1691"/>
                    <a:pt x="2578" y="1434"/>
                    <a:pt x="2389" y="1224"/>
                  </a:cubicBezTo>
                  <a:lnTo>
                    <a:pt x="2403" y="1224"/>
                  </a:lnTo>
                  <a:lnTo>
                    <a:pt x="1494" y="98"/>
                  </a:lnTo>
                  <a:cubicBezTo>
                    <a:pt x="1436" y="33"/>
                    <a:pt x="1357" y="0"/>
                    <a:pt x="127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7" name="Google Shape;16297;p67"/>
            <p:cNvSpPr/>
            <p:nvPr/>
          </p:nvSpPr>
          <p:spPr>
            <a:xfrm>
              <a:off x="1972464" y="2513292"/>
              <a:ext cx="53767" cy="37120"/>
            </a:xfrm>
            <a:custGeom>
              <a:avLst/>
              <a:gdLst/>
              <a:ahLst/>
              <a:cxnLst/>
              <a:rect l="l" t="t" r="r" b="b"/>
              <a:pathLst>
                <a:path w="2051" h="1416" extrusionOk="0">
                  <a:moveTo>
                    <a:pt x="405" y="1"/>
                  </a:moveTo>
                  <a:cubicBezTo>
                    <a:pt x="87" y="1"/>
                    <a:pt x="1" y="420"/>
                    <a:pt x="289" y="549"/>
                  </a:cubicBezTo>
                  <a:cubicBezTo>
                    <a:pt x="766" y="636"/>
                    <a:pt x="1184" y="910"/>
                    <a:pt x="1473" y="1286"/>
                  </a:cubicBezTo>
                  <a:cubicBezTo>
                    <a:pt x="1516" y="1358"/>
                    <a:pt x="1603" y="1401"/>
                    <a:pt x="1690" y="1401"/>
                  </a:cubicBezTo>
                  <a:lnTo>
                    <a:pt x="1690" y="1416"/>
                  </a:lnTo>
                  <a:cubicBezTo>
                    <a:pt x="1921" y="1401"/>
                    <a:pt x="2051" y="1141"/>
                    <a:pt x="1921" y="968"/>
                  </a:cubicBezTo>
                  <a:cubicBezTo>
                    <a:pt x="1545" y="463"/>
                    <a:pt x="1011" y="131"/>
                    <a:pt x="40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8" name="Google Shape;16298;p67"/>
            <p:cNvSpPr/>
            <p:nvPr/>
          </p:nvSpPr>
          <p:spPr>
            <a:xfrm>
              <a:off x="2065973" y="2549521"/>
              <a:ext cx="43124" cy="36098"/>
            </a:xfrm>
            <a:custGeom>
              <a:avLst/>
              <a:gdLst/>
              <a:ahLst/>
              <a:cxnLst/>
              <a:rect l="l" t="t" r="r" b="b"/>
              <a:pathLst>
                <a:path w="1645" h="1377" extrusionOk="0">
                  <a:moveTo>
                    <a:pt x="379" y="1"/>
                  </a:moveTo>
                  <a:cubicBezTo>
                    <a:pt x="138" y="1"/>
                    <a:pt x="0" y="488"/>
                    <a:pt x="274" y="553"/>
                  </a:cubicBezTo>
                  <a:cubicBezTo>
                    <a:pt x="606" y="669"/>
                    <a:pt x="894" y="914"/>
                    <a:pt x="1053" y="1217"/>
                  </a:cubicBezTo>
                  <a:cubicBezTo>
                    <a:pt x="1096" y="1318"/>
                    <a:pt x="1197" y="1376"/>
                    <a:pt x="1298" y="1376"/>
                  </a:cubicBezTo>
                  <a:cubicBezTo>
                    <a:pt x="1501" y="1376"/>
                    <a:pt x="1645" y="1145"/>
                    <a:pt x="1544" y="957"/>
                  </a:cubicBezTo>
                  <a:cubicBezTo>
                    <a:pt x="1313" y="524"/>
                    <a:pt x="923" y="192"/>
                    <a:pt x="461" y="19"/>
                  </a:cubicBezTo>
                  <a:cubicBezTo>
                    <a:pt x="433" y="6"/>
                    <a:pt x="405" y="1"/>
                    <a:pt x="37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9" name="Google Shape;16299;p67"/>
            <p:cNvSpPr/>
            <p:nvPr/>
          </p:nvSpPr>
          <p:spPr>
            <a:xfrm>
              <a:off x="2017134" y="2589735"/>
              <a:ext cx="52614" cy="53400"/>
            </a:xfrm>
            <a:custGeom>
              <a:avLst/>
              <a:gdLst/>
              <a:ahLst/>
              <a:cxnLst/>
              <a:rect l="l" t="t" r="r" b="b"/>
              <a:pathLst>
                <a:path w="2007" h="2037" extrusionOk="0">
                  <a:moveTo>
                    <a:pt x="0" y="1"/>
                  </a:moveTo>
                  <a:lnTo>
                    <a:pt x="0" y="1574"/>
                  </a:lnTo>
                  <a:cubicBezTo>
                    <a:pt x="0" y="1834"/>
                    <a:pt x="202" y="2036"/>
                    <a:pt x="448" y="2036"/>
                  </a:cubicBezTo>
                  <a:lnTo>
                    <a:pt x="2007" y="2036"/>
                  </a:lnTo>
                  <a:lnTo>
                    <a:pt x="2007" y="1762"/>
                  </a:lnTo>
                  <a:cubicBezTo>
                    <a:pt x="2007" y="1704"/>
                    <a:pt x="1992" y="1646"/>
                    <a:pt x="1963" y="1589"/>
                  </a:cubicBezTo>
                  <a:lnTo>
                    <a:pt x="433" y="1589"/>
                  </a:lnTo>
                  <a:lnTo>
                    <a:pt x="433" y="59"/>
                  </a:lnTo>
                  <a:lnTo>
                    <a:pt x="433" y="44"/>
                  </a:lnTo>
                  <a:cubicBezTo>
                    <a:pt x="375" y="15"/>
                    <a:pt x="318" y="1"/>
                    <a:pt x="260"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00" name="Google Shape;16300;p67"/>
          <p:cNvGrpSpPr/>
          <p:nvPr/>
        </p:nvGrpSpPr>
        <p:grpSpPr>
          <a:xfrm>
            <a:off x="3700666" y="2455776"/>
            <a:ext cx="354977" cy="351202"/>
            <a:chOff x="3725723" y="2455776"/>
            <a:chExt cx="354977" cy="351202"/>
          </a:xfrm>
        </p:grpSpPr>
        <p:sp>
          <p:nvSpPr>
            <p:cNvPr id="16301" name="Google Shape;16301;p67"/>
            <p:cNvSpPr/>
            <p:nvPr/>
          </p:nvSpPr>
          <p:spPr>
            <a:xfrm>
              <a:off x="3979248" y="2643109"/>
              <a:ext cx="40895" cy="40895"/>
            </a:xfrm>
            <a:custGeom>
              <a:avLst/>
              <a:gdLst/>
              <a:ahLst/>
              <a:cxnLst/>
              <a:rect l="l" t="t" r="r" b="b"/>
              <a:pathLst>
                <a:path w="1560" h="1560" extrusionOk="0">
                  <a:moveTo>
                    <a:pt x="1" y="0"/>
                  </a:moveTo>
                  <a:lnTo>
                    <a:pt x="997" y="1559"/>
                  </a:lnTo>
                  <a:lnTo>
                    <a:pt x="1560" y="1559"/>
                  </a:lnTo>
                  <a:cubicBezTo>
                    <a:pt x="1560" y="693"/>
                    <a:pt x="853" y="0"/>
                    <a:pt x="1" y="0"/>
                  </a:cubicBezTo>
                  <a:close/>
                </a:path>
              </a:pathLst>
            </a:custGeom>
            <a:solidFill>
              <a:srgbClr val="788D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2" name="Google Shape;16302;p67"/>
            <p:cNvSpPr/>
            <p:nvPr/>
          </p:nvSpPr>
          <p:spPr>
            <a:xfrm>
              <a:off x="3938012" y="2643109"/>
              <a:ext cx="67373" cy="40502"/>
            </a:xfrm>
            <a:custGeom>
              <a:avLst/>
              <a:gdLst/>
              <a:ahLst/>
              <a:cxnLst/>
              <a:rect l="l" t="t" r="r" b="b"/>
              <a:pathLst>
                <a:path w="2570" h="1545" extrusionOk="0">
                  <a:moveTo>
                    <a:pt x="1574" y="0"/>
                  </a:moveTo>
                  <a:cubicBezTo>
                    <a:pt x="708" y="0"/>
                    <a:pt x="15" y="693"/>
                    <a:pt x="0" y="1545"/>
                  </a:cubicBezTo>
                  <a:lnTo>
                    <a:pt x="2570" y="1545"/>
                  </a:lnTo>
                  <a:cubicBezTo>
                    <a:pt x="2570" y="693"/>
                    <a:pt x="2122" y="0"/>
                    <a:pt x="1574"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3" name="Google Shape;16303;p67"/>
            <p:cNvSpPr/>
            <p:nvPr/>
          </p:nvSpPr>
          <p:spPr>
            <a:xfrm>
              <a:off x="3978514" y="2575736"/>
              <a:ext cx="22728" cy="45064"/>
            </a:xfrm>
            <a:custGeom>
              <a:avLst/>
              <a:gdLst/>
              <a:ahLst/>
              <a:cxnLst/>
              <a:rect l="l" t="t" r="r" b="b"/>
              <a:pathLst>
                <a:path w="867" h="1719" extrusionOk="0">
                  <a:moveTo>
                    <a:pt x="0" y="1"/>
                  </a:moveTo>
                  <a:lnTo>
                    <a:pt x="0" y="1719"/>
                  </a:lnTo>
                  <a:cubicBezTo>
                    <a:pt x="476" y="1719"/>
                    <a:pt x="866" y="1329"/>
                    <a:pt x="866" y="867"/>
                  </a:cubicBezTo>
                  <a:cubicBezTo>
                    <a:pt x="866" y="391"/>
                    <a:pt x="476" y="1"/>
                    <a:pt x="0"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4" name="Google Shape;16304;p67"/>
            <p:cNvSpPr/>
            <p:nvPr/>
          </p:nvSpPr>
          <p:spPr>
            <a:xfrm>
              <a:off x="3827516" y="2643109"/>
              <a:ext cx="41262" cy="40895"/>
            </a:xfrm>
            <a:custGeom>
              <a:avLst/>
              <a:gdLst/>
              <a:ahLst/>
              <a:cxnLst/>
              <a:rect l="l" t="t" r="r" b="b"/>
              <a:pathLst>
                <a:path w="1574" h="1560" extrusionOk="0">
                  <a:moveTo>
                    <a:pt x="0" y="0"/>
                  </a:moveTo>
                  <a:lnTo>
                    <a:pt x="996" y="1559"/>
                  </a:lnTo>
                  <a:lnTo>
                    <a:pt x="1574" y="1559"/>
                  </a:lnTo>
                  <a:cubicBezTo>
                    <a:pt x="1559" y="693"/>
                    <a:pt x="852" y="0"/>
                    <a:pt x="0" y="0"/>
                  </a:cubicBezTo>
                  <a:close/>
                </a:path>
              </a:pathLst>
            </a:custGeom>
            <a:solidFill>
              <a:srgbClr val="788D9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5" name="Google Shape;16305;p67"/>
            <p:cNvSpPr/>
            <p:nvPr/>
          </p:nvSpPr>
          <p:spPr>
            <a:xfrm>
              <a:off x="3786253" y="2643109"/>
              <a:ext cx="67399" cy="40502"/>
            </a:xfrm>
            <a:custGeom>
              <a:avLst/>
              <a:gdLst/>
              <a:ahLst/>
              <a:cxnLst/>
              <a:rect l="l" t="t" r="r" b="b"/>
              <a:pathLst>
                <a:path w="2571" h="1545" extrusionOk="0">
                  <a:moveTo>
                    <a:pt x="1574" y="0"/>
                  </a:moveTo>
                  <a:cubicBezTo>
                    <a:pt x="708" y="0"/>
                    <a:pt x="15" y="693"/>
                    <a:pt x="1" y="1545"/>
                  </a:cubicBezTo>
                  <a:lnTo>
                    <a:pt x="2570" y="1545"/>
                  </a:lnTo>
                  <a:cubicBezTo>
                    <a:pt x="2570" y="693"/>
                    <a:pt x="2123" y="0"/>
                    <a:pt x="1574" y="0"/>
                  </a:cubicBez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6" name="Google Shape;16306;p67"/>
            <p:cNvSpPr/>
            <p:nvPr/>
          </p:nvSpPr>
          <p:spPr>
            <a:xfrm>
              <a:off x="3827122" y="2575736"/>
              <a:ext cx="22361" cy="45064"/>
            </a:xfrm>
            <a:custGeom>
              <a:avLst/>
              <a:gdLst/>
              <a:ahLst/>
              <a:cxnLst/>
              <a:rect l="l" t="t" r="r" b="b"/>
              <a:pathLst>
                <a:path w="853" h="1719" extrusionOk="0">
                  <a:moveTo>
                    <a:pt x="1" y="1"/>
                  </a:moveTo>
                  <a:lnTo>
                    <a:pt x="1" y="1719"/>
                  </a:lnTo>
                  <a:cubicBezTo>
                    <a:pt x="463" y="1719"/>
                    <a:pt x="853" y="1329"/>
                    <a:pt x="853" y="867"/>
                  </a:cubicBezTo>
                  <a:cubicBezTo>
                    <a:pt x="853" y="391"/>
                    <a:pt x="463" y="1"/>
                    <a:pt x="1" y="1"/>
                  </a:cubicBezTo>
                  <a:close/>
                </a:path>
              </a:pathLst>
            </a:custGeom>
            <a:solidFill>
              <a:srgbClr val="B4C3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7" name="Google Shape;16307;p67"/>
            <p:cNvSpPr/>
            <p:nvPr/>
          </p:nvSpPr>
          <p:spPr>
            <a:xfrm>
              <a:off x="3903198" y="2644996"/>
              <a:ext cx="55261" cy="55261"/>
            </a:xfrm>
            <a:custGeom>
              <a:avLst/>
              <a:gdLst/>
              <a:ahLst/>
              <a:cxnLst/>
              <a:rect l="l" t="t" r="r" b="b"/>
              <a:pathLst>
                <a:path w="2108" h="2108" extrusionOk="0">
                  <a:moveTo>
                    <a:pt x="0" y="0"/>
                  </a:moveTo>
                  <a:lnTo>
                    <a:pt x="1256" y="2108"/>
                  </a:lnTo>
                  <a:lnTo>
                    <a:pt x="2108" y="2108"/>
                  </a:lnTo>
                  <a:cubicBezTo>
                    <a:pt x="2108" y="953"/>
                    <a:pt x="1170" y="0"/>
                    <a:pt x="0" y="0"/>
                  </a:cubicBez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8" name="Google Shape;16308;p67"/>
            <p:cNvSpPr/>
            <p:nvPr/>
          </p:nvSpPr>
          <p:spPr>
            <a:xfrm>
              <a:off x="3847937" y="2644996"/>
              <a:ext cx="88213" cy="55261"/>
            </a:xfrm>
            <a:custGeom>
              <a:avLst/>
              <a:gdLst/>
              <a:ahLst/>
              <a:cxnLst/>
              <a:rect l="l" t="t" r="r" b="b"/>
              <a:pathLst>
                <a:path w="3365" h="2108" extrusionOk="0">
                  <a:moveTo>
                    <a:pt x="2108" y="0"/>
                  </a:moveTo>
                  <a:cubicBezTo>
                    <a:pt x="954" y="0"/>
                    <a:pt x="1" y="953"/>
                    <a:pt x="1" y="2108"/>
                  </a:cubicBezTo>
                  <a:lnTo>
                    <a:pt x="3364" y="2108"/>
                  </a:lnTo>
                  <a:cubicBezTo>
                    <a:pt x="3364" y="953"/>
                    <a:pt x="2801" y="0"/>
                    <a:pt x="2108" y="0"/>
                  </a:cubicBezTo>
                  <a:close/>
                </a:path>
              </a:pathLst>
            </a:custGeom>
            <a:solidFill>
              <a:srgbClr val="748A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9" name="Google Shape;16309;p67"/>
            <p:cNvSpPr/>
            <p:nvPr/>
          </p:nvSpPr>
          <p:spPr>
            <a:xfrm>
              <a:off x="3903565" y="2561737"/>
              <a:ext cx="30698" cy="60950"/>
            </a:xfrm>
            <a:custGeom>
              <a:avLst/>
              <a:gdLst/>
              <a:ahLst/>
              <a:cxnLst/>
              <a:rect l="l" t="t" r="r" b="b"/>
              <a:pathLst>
                <a:path w="1171" h="2325" extrusionOk="0">
                  <a:moveTo>
                    <a:pt x="1" y="1"/>
                  </a:moveTo>
                  <a:lnTo>
                    <a:pt x="1" y="2325"/>
                  </a:lnTo>
                  <a:cubicBezTo>
                    <a:pt x="650" y="2325"/>
                    <a:pt x="1170" y="1805"/>
                    <a:pt x="1170" y="1170"/>
                  </a:cubicBezTo>
                  <a:cubicBezTo>
                    <a:pt x="1170" y="520"/>
                    <a:pt x="650" y="1"/>
                    <a:pt x="1" y="1"/>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0" name="Google Shape;16310;p67"/>
            <p:cNvSpPr/>
            <p:nvPr/>
          </p:nvSpPr>
          <p:spPr>
            <a:xfrm>
              <a:off x="3872553" y="2561737"/>
              <a:ext cx="46191" cy="60950"/>
            </a:xfrm>
            <a:custGeom>
              <a:avLst/>
              <a:gdLst/>
              <a:ahLst/>
              <a:cxnLst/>
              <a:rect l="l" t="t" r="r" b="b"/>
              <a:pathLst>
                <a:path w="1762" h="2325" extrusionOk="0">
                  <a:moveTo>
                    <a:pt x="1155" y="1"/>
                  </a:moveTo>
                  <a:cubicBezTo>
                    <a:pt x="520" y="1"/>
                    <a:pt x="0" y="520"/>
                    <a:pt x="0" y="1170"/>
                  </a:cubicBezTo>
                  <a:cubicBezTo>
                    <a:pt x="0" y="1805"/>
                    <a:pt x="520" y="2325"/>
                    <a:pt x="1155" y="2325"/>
                  </a:cubicBezTo>
                  <a:lnTo>
                    <a:pt x="1184" y="2325"/>
                  </a:lnTo>
                  <a:cubicBezTo>
                    <a:pt x="1501" y="2310"/>
                    <a:pt x="1761" y="1805"/>
                    <a:pt x="1761" y="1170"/>
                  </a:cubicBezTo>
                  <a:cubicBezTo>
                    <a:pt x="1761" y="535"/>
                    <a:pt x="1516" y="15"/>
                    <a:pt x="1184" y="1"/>
                  </a:cubicBezTo>
                  <a:close/>
                </a:path>
              </a:pathLst>
            </a:custGeom>
            <a:solidFill>
              <a:srgbClr val="9DAC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1" name="Google Shape;16311;p67"/>
            <p:cNvSpPr/>
            <p:nvPr/>
          </p:nvSpPr>
          <p:spPr>
            <a:xfrm>
              <a:off x="3797237" y="2575736"/>
              <a:ext cx="37120" cy="45064"/>
            </a:xfrm>
            <a:custGeom>
              <a:avLst/>
              <a:gdLst/>
              <a:ahLst/>
              <a:cxnLst/>
              <a:rect l="l" t="t" r="r" b="b"/>
              <a:pathLst>
                <a:path w="1416" h="1719" extrusionOk="0">
                  <a:moveTo>
                    <a:pt x="1141" y="1"/>
                  </a:moveTo>
                  <a:cubicBezTo>
                    <a:pt x="0" y="1"/>
                    <a:pt x="0" y="1719"/>
                    <a:pt x="1141" y="1719"/>
                  </a:cubicBezTo>
                  <a:cubicBezTo>
                    <a:pt x="1285" y="1719"/>
                    <a:pt x="1415" y="1329"/>
                    <a:pt x="1415" y="867"/>
                  </a:cubicBezTo>
                  <a:cubicBezTo>
                    <a:pt x="1415" y="391"/>
                    <a:pt x="1285" y="1"/>
                    <a:pt x="1141"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2" name="Google Shape;16312;p67"/>
            <p:cNvSpPr/>
            <p:nvPr/>
          </p:nvSpPr>
          <p:spPr>
            <a:xfrm>
              <a:off x="3948603" y="2575736"/>
              <a:ext cx="37487" cy="45064"/>
            </a:xfrm>
            <a:custGeom>
              <a:avLst/>
              <a:gdLst/>
              <a:ahLst/>
              <a:cxnLst/>
              <a:rect l="l" t="t" r="r" b="b"/>
              <a:pathLst>
                <a:path w="1430" h="1719" extrusionOk="0">
                  <a:moveTo>
                    <a:pt x="1141" y="1"/>
                  </a:moveTo>
                  <a:cubicBezTo>
                    <a:pt x="1" y="1"/>
                    <a:pt x="1" y="1719"/>
                    <a:pt x="1141" y="1719"/>
                  </a:cubicBezTo>
                  <a:cubicBezTo>
                    <a:pt x="1300" y="1719"/>
                    <a:pt x="1430" y="1329"/>
                    <a:pt x="1430" y="867"/>
                  </a:cubicBezTo>
                  <a:cubicBezTo>
                    <a:pt x="1430" y="391"/>
                    <a:pt x="1300" y="1"/>
                    <a:pt x="1141" y="1"/>
                  </a:cubicBezTo>
                  <a:close/>
                </a:path>
              </a:pathLst>
            </a:custGeom>
            <a:solidFill>
              <a:srgbClr val="E7EC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3" name="Google Shape;16313;p67"/>
            <p:cNvSpPr/>
            <p:nvPr/>
          </p:nvSpPr>
          <p:spPr>
            <a:xfrm>
              <a:off x="3725723" y="2455776"/>
              <a:ext cx="354977" cy="351202"/>
            </a:xfrm>
            <a:custGeom>
              <a:avLst/>
              <a:gdLst/>
              <a:ahLst/>
              <a:cxnLst/>
              <a:rect l="l" t="t" r="r" b="b"/>
              <a:pathLst>
                <a:path w="13541" h="13397" extrusionOk="0">
                  <a:moveTo>
                    <a:pt x="6987" y="1156"/>
                  </a:moveTo>
                  <a:cubicBezTo>
                    <a:pt x="9874" y="1271"/>
                    <a:pt x="12198" y="3595"/>
                    <a:pt x="12314" y="6482"/>
                  </a:cubicBezTo>
                  <a:lnTo>
                    <a:pt x="11794" y="6482"/>
                  </a:lnTo>
                  <a:cubicBezTo>
                    <a:pt x="11520" y="6482"/>
                    <a:pt x="11520" y="6915"/>
                    <a:pt x="11794" y="6915"/>
                  </a:cubicBezTo>
                  <a:lnTo>
                    <a:pt x="12314" y="6915"/>
                  </a:lnTo>
                  <a:cubicBezTo>
                    <a:pt x="12198" y="9802"/>
                    <a:pt x="9874" y="12112"/>
                    <a:pt x="6987" y="12227"/>
                  </a:cubicBezTo>
                  <a:lnTo>
                    <a:pt x="6987" y="11722"/>
                  </a:lnTo>
                  <a:cubicBezTo>
                    <a:pt x="6987" y="11578"/>
                    <a:pt x="6879" y="11506"/>
                    <a:pt x="6770" y="11506"/>
                  </a:cubicBezTo>
                  <a:cubicBezTo>
                    <a:pt x="6662" y="11506"/>
                    <a:pt x="6554" y="11578"/>
                    <a:pt x="6554" y="11722"/>
                  </a:cubicBezTo>
                  <a:lnTo>
                    <a:pt x="6554" y="12227"/>
                  </a:lnTo>
                  <a:cubicBezTo>
                    <a:pt x="3667" y="12112"/>
                    <a:pt x="1357" y="9788"/>
                    <a:pt x="1242" y="6901"/>
                  </a:cubicBezTo>
                  <a:lnTo>
                    <a:pt x="1747" y="6901"/>
                  </a:lnTo>
                  <a:cubicBezTo>
                    <a:pt x="2036" y="6901"/>
                    <a:pt x="2036" y="6482"/>
                    <a:pt x="1747" y="6482"/>
                  </a:cubicBezTo>
                  <a:lnTo>
                    <a:pt x="1242" y="6482"/>
                  </a:lnTo>
                  <a:cubicBezTo>
                    <a:pt x="1357" y="3581"/>
                    <a:pt x="3667" y="1271"/>
                    <a:pt x="6554" y="1156"/>
                  </a:cubicBezTo>
                  <a:lnTo>
                    <a:pt x="6554" y="1661"/>
                  </a:lnTo>
                  <a:cubicBezTo>
                    <a:pt x="6554" y="1805"/>
                    <a:pt x="6662" y="1877"/>
                    <a:pt x="6770" y="1877"/>
                  </a:cubicBezTo>
                  <a:cubicBezTo>
                    <a:pt x="6879" y="1877"/>
                    <a:pt x="6987" y="1805"/>
                    <a:pt x="6987" y="1661"/>
                  </a:cubicBezTo>
                  <a:lnTo>
                    <a:pt x="6987" y="1156"/>
                  </a:lnTo>
                  <a:close/>
                  <a:moveTo>
                    <a:pt x="6770" y="1"/>
                  </a:moveTo>
                  <a:cubicBezTo>
                    <a:pt x="6662" y="1"/>
                    <a:pt x="6554" y="73"/>
                    <a:pt x="6554" y="217"/>
                  </a:cubicBezTo>
                  <a:lnTo>
                    <a:pt x="6554" y="737"/>
                  </a:lnTo>
                  <a:cubicBezTo>
                    <a:pt x="3436" y="852"/>
                    <a:pt x="924" y="3350"/>
                    <a:pt x="809" y="6482"/>
                  </a:cubicBezTo>
                  <a:lnTo>
                    <a:pt x="289" y="6482"/>
                  </a:lnTo>
                  <a:cubicBezTo>
                    <a:pt x="0" y="6482"/>
                    <a:pt x="0" y="6915"/>
                    <a:pt x="289" y="6915"/>
                  </a:cubicBezTo>
                  <a:lnTo>
                    <a:pt x="809" y="6915"/>
                  </a:lnTo>
                  <a:cubicBezTo>
                    <a:pt x="924" y="10033"/>
                    <a:pt x="3436" y="12545"/>
                    <a:pt x="6554" y="12661"/>
                  </a:cubicBezTo>
                  <a:lnTo>
                    <a:pt x="6554" y="13180"/>
                  </a:lnTo>
                  <a:cubicBezTo>
                    <a:pt x="6554" y="13325"/>
                    <a:pt x="6662" y="13397"/>
                    <a:pt x="6770" y="13397"/>
                  </a:cubicBezTo>
                  <a:cubicBezTo>
                    <a:pt x="6879" y="13397"/>
                    <a:pt x="6987" y="13325"/>
                    <a:pt x="6987" y="13180"/>
                  </a:cubicBezTo>
                  <a:lnTo>
                    <a:pt x="6987" y="12661"/>
                  </a:lnTo>
                  <a:cubicBezTo>
                    <a:pt x="10119" y="12545"/>
                    <a:pt x="12617" y="10033"/>
                    <a:pt x="12732" y="6915"/>
                  </a:cubicBezTo>
                  <a:lnTo>
                    <a:pt x="13252" y="6915"/>
                  </a:lnTo>
                  <a:cubicBezTo>
                    <a:pt x="13541" y="6915"/>
                    <a:pt x="13541" y="6482"/>
                    <a:pt x="13252" y="6482"/>
                  </a:cubicBezTo>
                  <a:lnTo>
                    <a:pt x="12732" y="6482"/>
                  </a:lnTo>
                  <a:cubicBezTo>
                    <a:pt x="12617" y="3350"/>
                    <a:pt x="10119" y="852"/>
                    <a:pt x="6987" y="737"/>
                  </a:cubicBezTo>
                  <a:lnTo>
                    <a:pt x="6987" y="217"/>
                  </a:lnTo>
                  <a:cubicBezTo>
                    <a:pt x="6987" y="73"/>
                    <a:pt x="6879" y="1"/>
                    <a:pt x="6770" y="1"/>
                  </a:cubicBezTo>
                  <a:close/>
                </a:path>
              </a:pathLst>
            </a:custGeom>
            <a:solidFill>
              <a:srgbClr val="8598A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14" name="Google Shape;16314;p67"/>
          <p:cNvGrpSpPr/>
          <p:nvPr/>
        </p:nvGrpSpPr>
        <p:grpSpPr>
          <a:xfrm>
            <a:off x="5201108" y="1977641"/>
            <a:ext cx="230482" cy="388847"/>
            <a:chOff x="5226165" y="1977641"/>
            <a:chExt cx="230482" cy="388847"/>
          </a:xfrm>
        </p:grpSpPr>
        <p:sp>
          <p:nvSpPr>
            <p:cNvPr id="16315" name="Google Shape;16315;p67"/>
            <p:cNvSpPr/>
            <p:nvPr/>
          </p:nvSpPr>
          <p:spPr>
            <a:xfrm>
              <a:off x="5256443" y="2329761"/>
              <a:ext cx="169952" cy="12138"/>
            </a:xfrm>
            <a:custGeom>
              <a:avLst/>
              <a:gdLst/>
              <a:ahLst/>
              <a:cxnLst/>
              <a:rect l="l" t="t" r="r" b="b"/>
              <a:pathLst>
                <a:path w="6483" h="463" extrusionOk="0">
                  <a:moveTo>
                    <a:pt x="1" y="1"/>
                  </a:moveTo>
                  <a:lnTo>
                    <a:pt x="1" y="463"/>
                  </a:lnTo>
                  <a:lnTo>
                    <a:pt x="6482" y="463"/>
                  </a:lnTo>
                  <a:lnTo>
                    <a:pt x="6482"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6" name="Google Shape;16316;p67"/>
            <p:cNvSpPr/>
            <p:nvPr/>
          </p:nvSpPr>
          <p:spPr>
            <a:xfrm>
              <a:off x="5335167" y="1977641"/>
              <a:ext cx="12138" cy="388480"/>
            </a:xfrm>
            <a:custGeom>
              <a:avLst/>
              <a:gdLst/>
              <a:ahLst/>
              <a:cxnLst/>
              <a:rect l="l" t="t" r="r" b="b"/>
              <a:pathLst>
                <a:path w="463" h="14819" extrusionOk="0">
                  <a:moveTo>
                    <a:pt x="231" y="1"/>
                  </a:moveTo>
                  <a:cubicBezTo>
                    <a:pt x="116" y="1"/>
                    <a:pt x="0" y="80"/>
                    <a:pt x="0" y="239"/>
                  </a:cubicBezTo>
                  <a:lnTo>
                    <a:pt x="0" y="14588"/>
                  </a:lnTo>
                  <a:cubicBezTo>
                    <a:pt x="0" y="14718"/>
                    <a:pt x="101" y="14819"/>
                    <a:pt x="231" y="14819"/>
                  </a:cubicBezTo>
                  <a:cubicBezTo>
                    <a:pt x="361" y="14819"/>
                    <a:pt x="462" y="14718"/>
                    <a:pt x="462" y="14588"/>
                  </a:cubicBezTo>
                  <a:lnTo>
                    <a:pt x="462" y="239"/>
                  </a:lnTo>
                  <a:cubicBezTo>
                    <a:pt x="462" y="80"/>
                    <a:pt x="347" y="1"/>
                    <a:pt x="231"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7" name="Google Shape;16317;p67"/>
            <p:cNvSpPr/>
            <p:nvPr/>
          </p:nvSpPr>
          <p:spPr>
            <a:xfrm>
              <a:off x="5243571" y="2226421"/>
              <a:ext cx="37986" cy="139700"/>
            </a:xfrm>
            <a:custGeom>
              <a:avLst/>
              <a:gdLst/>
              <a:ahLst/>
              <a:cxnLst/>
              <a:rect l="l" t="t" r="r" b="b"/>
              <a:pathLst>
                <a:path w="1449" h="5329" extrusionOk="0">
                  <a:moveTo>
                    <a:pt x="1179" y="1"/>
                  </a:moveTo>
                  <a:cubicBezTo>
                    <a:pt x="1078" y="1"/>
                    <a:pt x="978" y="59"/>
                    <a:pt x="954" y="190"/>
                  </a:cubicBezTo>
                  <a:lnTo>
                    <a:pt x="30" y="5069"/>
                  </a:lnTo>
                  <a:cubicBezTo>
                    <a:pt x="1" y="5184"/>
                    <a:pt x="87" y="5300"/>
                    <a:pt x="217" y="5329"/>
                  </a:cubicBezTo>
                  <a:lnTo>
                    <a:pt x="261" y="5329"/>
                  </a:lnTo>
                  <a:cubicBezTo>
                    <a:pt x="362" y="5329"/>
                    <a:pt x="463" y="5256"/>
                    <a:pt x="492" y="5141"/>
                  </a:cubicBezTo>
                  <a:lnTo>
                    <a:pt x="1416" y="276"/>
                  </a:lnTo>
                  <a:cubicBezTo>
                    <a:pt x="1448" y="103"/>
                    <a:pt x="1312" y="1"/>
                    <a:pt x="1179"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8" name="Google Shape;16318;p67"/>
            <p:cNvSpPr/>
            <p:nvPr/>
          </p:nvSpPr>
          <p:spPr>
            <a:xfrm>
              <a:off x="5401281" y="2226421"/>
              <a:ext cx="37592" cy="140067"/>
            </a:xfrm>
            <a:custGeom>
              <a:avLst/>
              <a:gdLst/>
              <a:ahLst/>
              <a:cxnLst/>
              <a:rect l="l" t="t" r="r" b="b"/>
              <a:pathLst>
                <a:path w="1434" h="5343" extrusionOk="0">
                  <a:moveTo>
                    <a:pt x="270" y="1"/>
                  </a:moveTo>
                  <a:cubicBezTo>
                    <a:pt x="136" y="1"/>
                    <a:pt x="0" y="103"/>
                    <a:pt x="33" y="276"/>
                  </a:cubicBezTo>
                  <a:lnTo>
                    <a:pt x="957" y="5155"/>
                  </a:lnTo>
                  <a:cubicBezTo>
                    <a:pt x="986" y="5256"/>
                    <a:pt x="1073" y="5329"/>
                    <a:pt x="1188" y="5329"/>
                  </a:cubicBezTo>
                  <a:lnTo>
                    <a:pt x="1231" y="5343"/>
                  </a:lnTo>
                  <a:cubicBezTo>
                    <a:pt x="1361" y="5314"/>
                    <a:pt x="1434" y="5184"/>
                    <a:pt x="1419" y="5069"/>
                  </a:cubicBezTo>
                  <a:lnTo>
                    <a:pt x="495" y="190"/>
                  </a:lnTo>
                  <a:cubicBezTo>
                    <a:pt x="470" y="59"/>
                    <a:pt x="371" y="1"/>
                    <a:pt x="270"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9" name="Google Shape;16319;p67"/>
            <p:cNvSpPr/>
            <p:nvPr/>
          </p:nvSpPr>
          <p:spPr>
            <a:xfrm>
              <a:off x="5335167" y="2226448"/>
              <a:ext cx="12138" cy="24249"/>
            </a:xfrm>
            <a:custGeom>
              <a:avLst/>
              <a:gdLst/>
              <a:ahLst/>
              <a:cxnLst/>
              <a:rect l="l" t="t" r="r" b="b"/>
              <a:pathLst>
                <a:path w="463" h="925" extrusionOk="0">
                  <a:moveTo>
                    <a:pt x="0" y="1"/>
                  </a:moveTo>
                  <a:lnTo>
                    <a:pt x="0" y="925"/>
                  </a:lnTo>
                  <a:lnTo>
                    <a:pt x="462" y="925"/>
                  </a:lnTo>
                  <a:lnTo>
                    <a:pt x="462"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0" name="Google Shape;16320;p67"/>
            <p:cNvSpPr/>
            <p:nvPr/>
          </p:nvSpPr>
          <p:spPr>
            <a:xfrm>
              <a:off x="5264779" y="2226421"/>
              <a:ext cx="16280" cy="24275"/>
            </a:xfrm>
            <a:custGeom>
              <a:avLst/>
              <a:gdLst/>
              <a:ahLst/>
              <a:cxnLst/>
              <a:rect l="l" t="t" r="r" b="b"/>
              <a:pathLst>
                <a:path w="621" h="926" extrusionOk="0">
                  <a:moveTo>
                    <a:pt x="386" y="0"/>
                  </a:moveTo>
                  <a:cubicBezTo>
                    <a:pt x="270" y="0"/>
                    <a:pt x="171" y="71"/>
                    <a:pt x="145" y="190"/>
                  </a:cubicBezTo>
                  <a:lnTo>
                    <a:pt x="0" y="926"/>
                  </a:lnTo>
                  <a:lnTo>
                    <a:pt x="477" y="926"/>
                  </a:lnTo>
                  <a:lnTo>
                    <a:pt x="607" y="276"/>
                  </a:lnTo>
                  <a:cubicBezTo>
                    <a:pt x="621" y="146"/>
                    <a:pt x="534" y="31"/>
                    <a:pt x="419" y="2"/>
                  </a:cubicBezTo>
                  <a:cubicBezTo>
                    <a:pt x="408" y="1"/>
                    <a:pt x="397" y="0"/>
                    <a:pt x="386"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1" name="Google Shape;16321;p67"/>
            <p:cNvSpPr/>
            <p:nvPr/>
          </p:nvSpPr>
          <p:spPr>
            <a:xfrm>
              <a:off x="5401281" y="2226421"/>
              <a:ext cx="16411" cy="24275"/>
            </a:xfrm>
            <a:custGeom>
              <a:avLst/>
              <a:gdLst/>
              <a:ahLst/>
              <a:cxnLst/>
              <a:rect l="l" t="t" r="r" b="b"/>
              <a:pathLst>
                <a:path w="626" h="926" extrusionOk="0">
                  <a:moveTo>
                    <a:pt x="270" y="1"/>
                  </a:moveTo>
                  <a:cubicBezTo>
                    <a:pt x="136" y="1"/>
                    <a:pt x="0" y="103"/>
                    <a:pt x="33" y="276"/>
                  </a:cubicBezTo>
                  <a:lnTo>
                    <a:pt x="163" y="926"/>
                  </a:lnTo>
                  <a:lnTo>
                    <a:pt x="625" y="926"/>
                  </a:lnTo>
                  <a:lnTo>
                    <a:pt x="495" y="190"/>
                  </a:lnTo>
                  <a:cubicBezTo>
                    <a:pt x="470" y="59"/>
                    <a:pt x="371" y="1"/>
                    <a:pt x="270"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2" name="Google Shape;16322;p67"/>
            <p:cNvSpPr/>
            <p:nvPr/>
          </p:nvSpPr>
          <p:spPr>
            <a:xfrm>
              <a:off x="5238276" y="2020214"/>
              <a:ext cx="206286" cy="218371"/>
            </a:xfrm>
            <a:custGeom>
              <a:avLst/>
              <a:gdLst/>
              <a:ahLst/>
              <a:cxnLst/>
              <a:rect l="l" t="t" r="r" b="b"/>
              <a:pathLst>
                <a:path w="7869" h="8330" extrusionOk="0">
                  <a:moveTo>
                    <a:pt x="1" y="1"/>
                  </a:moveTo>
                  <a:lnTo>
                    <a:pt x="1" y="8099"/>
                  </a:lnTo>
                  <a:cubicBezTo>
                    <a:pt x="1" y="8229"/>
                    <a:pt x="102" y="8330"/>
                    <a:pt x="232" y="8330"/>
                  </a:cubicBezTo>
                  <a:lnTo>
                    <a:pt x="7637" y="8330"/>
                  </a:lnTo>
                  <a:cubicBezTo>
                    <a:pt x="7767" y="8330"/>
                    <a:pt x="7868" y="8229"/>
                    <a:pt x="7868" y="8099"/>
                  </a:cubicBezTo>
                  <a:lnTo>
                    <a:pt x="7868" y="1"/>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3" name="Google Shape;16323;p67"/>
            <p:cNvSpPr/>
            <p:nvPr/>
          </p:nvSpPr>
          <p:spPr>
            <a:xfrm>
              <a:off x="5237909" y="2020214"/>
              <a:ext cx="206653" cy="18193"/>
            </a:xfrm>
            <a:custGeom>
              <a:avLst/>
              <a:gdLst/>
              <a:ahLst/>
              <a:cxnLst/>
              <a:rect l="l" t="t" r="r" b="b"/>
              <a:pathLst>
                <a:path w="7883" h="694" extrusionOk="0">
                  <a:moveTo>
                    <a:pt x="0" y="1"/>
                  </a:moveTo>
                  <a:lnTo>
                    <a:pt x="0" y="694"/>
                  </a:lnTo>
                  <a:lnTo>
                    <a:pt x="7882" y="694"/>
                  </a:lnTo>
                  <a:lnTo>
                    <a:pt x="7882"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4" name="Google Shape;16324;p67"/>
            <p:cNvSpPr/>
            <p:nvPr/>
          </p:nvSpPr>
          <p:spPr>
            <a:xfrm>
              <a:off x="5226165" y="2002047"/>
              <a:ext cx="230482" cy="24249"/>
            </a:xfrm>
            <a:custGeom>
              <a:avLst/>
              <a:gdLst/>
              <a:ahLst/>
              <a:cxnLst/>
              <a:rect l="l" t="t" r="r" b="b"/>
              <a:pathLst>
                <a:path w="8792" h="925" extrusionOk="0">
                  <a:moveTo>
                    <a:pt x="232" y="1"/>
                  </a:moveTo>
                  <a:cubicBezTo>
                    <a:pt x="102" y="1"/>
                    <a:pt x="1" y="102"/>
                    <a:pt x="1" y="232"/>
                  </a:cubicBezTo>
                  <a:lnTo>
                    <a:pt x="1" y="694"/>
                  </a:lnTo>
                  <a:cubicBezTo>
                    <a:pt x="1" y="824"/>
                    <a:pt x="102" y="925"/>
                    <a:pt x="232" y="925"/>
                  </a:cubicBezTo>
                  <a:lnTo>
                    <a:pt x="8561" y="925"/>
                  </a:lnTo>
                  <a:cubicBezTo>
                    <a:pt x="8691" y="925"/>
                    <a:pt x="8792" y="824"/>
                    <a:pt x="8792" y="694"/>
                  </a:cubicBezTo>
                  <a:lnTo>
                    <a:pt x="8792" y="232"/>
                  </a:lnTo>
                  <a:cubicBezTo>
                    <a:pt x="8792" y="102"/>
                    <a:pt x="8691" y="1"/>
                    <a:pt x="856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5" name="Google Shape;16325;p67"/>
            <p:cNvSpPr/>
            <p:nvPr/>
          </p:nvSpPr>
          <p:spPr>
            <a:xfrm>
              <a:off x="5257754" y="2073195"/>
              <a:ext cx="164080" cy="118597"/>
            </a:xfrm>
            <a:custGeom>
              <a:avLst/>
              <a:gdLst/>
              <a:ahLst/>
              <a:cxnLst/>
              <a:rect l="l" t="t" r="r" b="b"/>
              <a:pathLst>
                <a:path w="6259" h="4524" extrusionOk="0">
                  <a:moveTo>
                    <a:pt x="4801" y="1"/>
                  </a:moveTo>
                  <a:cubicBezTo>
                    <a:pt x="4426" y="1"/>
                    <a:pt x="4426" y="578"/>
                    <a:pt x="4801" y="578"/>
                  </a:cubicBezTo>
                  <a:lnTo>
                    <a:pt x="5263" y="578"/>
                  </a:lnTo>
                  <a:lnTo>
                    <a:pt x="3300" y="2541"/>
                  </a:lnTo>
                  <a:lnTo>
                    <a:pt x="2852" y="2108"/>
                  </a:lnTo>
                  <a:cubicBezTo>
                    <a:pt x="2751" y="2007"/>
                    <a:pt x="2618" y="1957"/>
                    <a:pt x="2484" y="1957"/>
                  </a:cubicBezTo>
                  <a:cubicBezTo>
                    <a:pt x="2351" y="1957"/>
                    <a:pt x="2217" y="2007"/>
                    <a:pt x="2116" y="2108"/>
                  </a:cubicBezTo>
                  <a:lnTo>
                    <a:pt x="210" y="4028"/>
                  </a:lnTo>
                  <a:cubicBezTo>
                    <a:pt x="1" y="4238"/>
                    <a:pt x="188" y="4524"/>
                    <a:pt x="410" y="4524"/>
                  </a:cubicBezTo>
                  <a:cubicBezTo>
                    <a:pt x="479" y="4524"/>
                    <a:pt x="550" y="4497"/>
                    <a:pt x="615" y="4432"/>
                  </a:cubicBezTo>
                  <a:lnTo>
                    <a:pt x="2491" y="2556"/>
                  </a:lnTo>
                  <a:lnTo>
                    <a:pt x="2939" y="3003"/>
                  </a:lnTo>
                  <a:cubicBezTo>
                    <a:pt x="3040" y="3104"/>
                    <a:pt x="3173" y="3155"/>
                    <a:pt x="3307" y="3155"/>
                  </a:cubicBezTo>
                  <a:cubicBezTo>
                    <a:pt x="3440" y="3155"/>
                    <a:pt x="3574" y="3104"/>
                    <a:pt x="3675" y="3003"/>
                  </a:cubicBezTo>
                  <a:lnTo>
                    <a:pt x="5682" y="997"/>
                  </a:lnTo>
                  <a:lnTo>
                    <a:pt x="5682" y="1444"/>
                  </a:lnTo>
                  <a:cubicBezTo>
                    <a:pt x="5682" y="1639"/>
                    <a:pt x="5826" y="1736"/>
                    <a:pt x="5970" y="1736"/>
                  </a:cubicBezTo>
                  <a:cubicBezTo>
                    <a:pt x="6115" y="1736"/>
                    <a:pt x="6259" y="1639"/>
                    <a:pt x="6259" y="1444"/>
                  </a:cubicBezTo>
                  <a:lnTo>
                    <a:pt x="6259" y="289"/>
                  </a:lnTo>
                  <a:cubicBezTo>
                    <a:pt x="6259" y="131"/>
                    <a:pt x="6129" y="1"/>
                    <a:pt x="5970" y="1"/>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6" name="Google Shape;16326;p67"/>
            <p:cNvSpPr/>
            <p:nvPr/>
          </p:nvSpPr>
          <p:spPr>
            <a:xfrm>
              <a:off x="5226165" y="2014159"/>
              <a:ext cx="230482" cy="12138"/>
            </a:xfrm>
            <a:custGeom>
              <a:avLst/>
              <a:gdLst/>
              <a:ahLst/>
              <a:cxnLst/>
              <a:rect l="l" t="t" r="r" b="b"/>
              <a:pathLst>
                <a:path w="8792" h="463" extrusionOk="0">
                  <a:moveTo>
                    <a:pt x="232" y="1"/>
                  </a:moveTo>
                  <a:cubicBezTo>
                    <a:pt x="102" y="1"/>
                    <a:pt x="1" y="102"/>
                    <a:pt x="1" y="232"/>
                  </a:cubicBezTo>
                  <a:cubicBezTo>
                    <a:pt x="1" y="362"/>
                    <a:pt x="102" y="463"/>
                    <a:pt x="232" y="463"/>
                  </a:cubicBezTo>
                  <a:lnTo>
                    <a:pt x="8561" y="463"/>
                  </a:lnTo>
                  <a:cubicBezTo>
                    <a:pt x="8691" y="463"/>
                    <a:pt x="8792" y="362"/>
                    <a:pt x="8792" y="232"/>
                  </a:cubicBezTo>
                  <a:cubicBezTo>
                    <a:pt x="8792" y="102"/>
                    <a:pt x="8691" y="1"/>
                    <a:pt x="8561"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27" name="Google Shape;16327;p67"/>
          <p:cNvGrpSpPr/>
          <p:nvPr/>
        </p:nvGrpSpPr>
        <p:grpSpPr>
          <a:xfrm>
            <a:off x="5607545" y="2025510"/>
            <a:ext cx="370130" cy="287264"/>
            <a:chOff x="5632602" y="2025510"/>
            <a:chExt cx="370130" cy="287264"/>
          </a:xfrm>
        </p:grpSpPr>
        <p:sp>
          <p:nvSpPr>
            <p:cNvPr id="16328" name="Google Shape;16328;p67"/>
            <p:cNvSpPr/>
            <p:nvPr/>
          </p:nvSpPr>
          <p:spPr>
            <a:xfrm>
              <a:off x="5695046" y="2050493"/>
              <a:ext cx="296701" cy="191501"/>
            </a:xfrm>
            <a:custGeom>
              <a:avLst/>
              <a:gdLst/>
              <a:ahLst/>
              <a:cxnLst/>
              <a:rect l="l" t="t" r="r" b="b"/>
              <a:pathLst>
                <a:path w="11318" h="7305" extrusionOk="0">
                  <a:moveTo>
                    <a:pt x="0" y="0"/>
                  </a:moveTo>
                  <a:lnTo>
                    <a:pt x="0" y="4649"/>
                  </a:lnTo>
                  <a:lnTo>
                    <a:pt x="780" y="4649"/>
                  </a:lnTo>
                  <a:lnTo>
                    <a:pt x="780" y="5168"/>
                  </a:lnTo>
                  <a:lnTo>
                    <a:pt x="996" y="5240"/>
                  </a:lnTo>
                  <a:cubicBezTo>
                    <a:pt x="1126" y="5284"/>
                    <a:pt x="1242" y="5327"/>
                    <a:pt x="1357" y="5399"/>
                  </a:cubicBezTo>
                  <a:lnTo>
                    <a:pt x="1559" y="5500"/>
                  </a:lnTo>
                  <a:lnTo>
                    <a:pt x="1920" y="5139"/>
                  </a:lnTo>
                  <a:lnTo>
                    <a:pt x="2498" y="5717"/>
                  </a:lnTo>
                  <a:lnTo>
                    <a:pt x="2137" y="6078"/>
                  </a:lnTo>
                  <a:lnTo>
                    <a:pt x="2238" y="6280"/>
                  </a:lnTo>
                  <a:cubicBezTo>
                    <a:pt x="2310" y="6395"/>
                    <a:pt x="2353" y="6511"/>
                    <a:pt x="2397" y="6641"/>
                  </a:cubicBezTo>
                  <a:lnTo>
                    <a:pt x="2454" y="6857"/>
                  </a:lnTo>
                  <a:lnTo>
                    <a:pt x="2974" y="6857"/>
                  </a:lnTo>
                  <a:lnTo>
                    <a:pt x="2974" y="7305"/>
                  </a:lnTo>
                  <a:lnTo>
                    <a:pt x="11318" y="7305"/>
                  </a:lnTo>
                  <a:lnTo>
                    <a:pt x="11318" y="0"/>
                  </a:lnTo>
                  <a:close/>
                </a:path>
              </a:pathLst>
            </a:custGeom>
            <a:solidFill>
              <a:srgbClr val="F2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29" name="Google Shape;16329;p67"/>
            <p:cNvSpPr/>
            <p:nvPr/>
          </p:nvSpPr>
          <p:spPr>
            <a:xfrm>
              <a:off x="5735522" y="2241967"/>
              <a:ext cx="50359" cy="23882"/>
            </a:xfrm>
            <a:custGeom>
              <a:avLst/>
              <a:gdLst/>
              <a:ahLst/>
              <a:cxnLst/>
              <a:rect l="l" t="t" r="r" b="b"/>
              <a:pathLst>
                <a:path w="1921" h="911" extrusionOk="0">
                  <a:moveTo>
                    <a:pt x="1098" y="1"/>
                  </a:moveTo>
                  <a:lnTo>
                    <a:pt x="1098" y="30"/>
                  </a:lnTo>
                  <a:lnTo>
                    <a:pt x="434" y="30"/>
                  </a:lnTo>
                  <a:lnTo>
                    <a:pt x="434" y="44"/>
                  </a:lnTo>
                  <a:cubicBezTo>
                    <a:pt x="405" y="376"/>
                    <a:pt x="261" y="679"/>
                    <a:pt x="1" y="910"/>
                  </a:cubicBezTo>
                  <a:lnTo>
                    <a:pt x="1228" y="910"/>
                  </a:lnTo>
                  <a:cubicBezTo>
                    <a:pt x="1271" y="780"/>
                    <a:pt x="1329" y="650"/>
                    <a:pt x="1358" y="520"/>
                  </a:cubicBezTo>
                  <a:lnTo>
                    <a:pt x="1921" y="520"/>
                  </a:lnTo>
                  <a:lnTo>
                    <a:pt x="1921" y="1"/>
                  </a:lnTo>
                  <a:close/>
                </a:path>
              </a:pathLst>
            </a:custGeom>
            <a:solidFill>
              <a:srgbClr val="B8C6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0" name="Google Shape;16330;p67"/>
            <p:cNvSpPr/>
            <p:nvPr/>
          </p:nvSpPr>
          <p:spPr>
            <a:xfrm>
              <a:off x="5746899" y="2179156"/>
              <a:ext cx="38982" cy="62470"/>
            </a:xfrm>
            <a:custGeom>
              <a:avLst/>
              <a:gdLst/>
              <a:ahLst/>
              <a:cxnLst/>
              <a:rect l="l" t="t" r="r" b="b"/>
              <a:pathLst>
                <a:path w="1487" h="2383" extrusionOk="0">
                  <a:moveTo>
                    <a:pt x="274" y="0"/>
                  </a:moveTo>
                  <a:lnTo>
                    <a:pt x="0" y="275"/>
                  </a:lnTo>
                  <a:lnTo>
                    <a:pt x="534" y="809"/>
                  </a:lnTo>
                  <a:lnTo>
                    <a:pt x="173" y="1170"/>
                  </a:lnTo>
                  <a:lnTo>
                    <a:pt x="274" y="1357"/>
                  </a:lnTo>
                  <a:cubicBezTo>
                    <a:pt x="332" y="1473"/>
                    <a:pt x="390" y="1603"/>
                    <a:pt x="419" y="1718"/>
                  </a:cubicBezTo>
                  <a:lnTo>
                    <a:pt x="491" y="1935"/>
                  </a:lnTo>
                  <a:lnTo>
                    <a:pt x="1010" y="1935"/>
                  </a:lnTo>
                  <a:lnTo>
                    <a:pt x="1010" y="2382"/>
                  </a:lnTo>
                  <a:lnTo>
                    <a:pt x="1487" y="2382"/>
                  </a:lnTo>
                  <a:lnTo>
                    <a:pt x="1487" y="1790"/>
                  </a:lnTo>
                  <a:lnTo>
                    <a:pt x="924" y="1790"/>
                  </a:lnTo>
                  <a:cubicBezTo>
                    <a:pt x="881" y="1574"/>
                    <a:pt x="794" y="1386"/>
                    <a:pt x="678" y="1199"/>
                  </a:cubicBezTo>
                  <a:lnTo>
                    <a:pt x="1083" y="809"/>
                  </a:lnTo>
                  <a:lnTo>
                    <a:pt x="274" y="0"/>
                  </a:ln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1" name="Google Shape;16331;p67"/>
            <p:cNvSpPr/>
            <p:nvPr/>
          </p:nvSpPr>
          <p:spPr>
            <a:xfrm>
              <a:off x="5698821" y="2168565"/>
              <a:ext cx="42783" cy="26136"/>
            </a:xfrm>
            <a:custGeom>
              <a:avLst/>
              <a:gdLst/>
              <a:ahLst/>
              <a:cxnLst/>
              <a:rect l="l" t="t" r="r" b="b"/>
              <a:pathLst>
                <a:path w="1632" h="997" extrusionOk="0">
                  <a:moveTo>
                    <a:pt x="1" y="0"/>
                  </a:moveTo>
                  <a:lnTo>
                    <a:pt x="1" y="159"/>
                  </a:lnTo>
                  <a:lnTo>
                    <a:pt x="636" y="159"/>
                  </a:lnTo>
                  <a:lnTo>
                    <a:pt x="636" y="679"/>
                  </a:lnTo>
                  <a:lnTo>
                    <a:pt x="852" y="736"/>
                  </a:lnTo>
                  <a:cubicBezTo>
                    <a:pt x="982" y="780"/>
                    <a:pt x="1098" y="823"/>
                    <a:pt x="1213" y="895"/>
                  </a:cubicBezTo>
                  <a:lnTo>
                    <a:pt x="1415" y="996"/>
                  </a:lnTo>
                  <a:lnTo>
                    <a:pt x="1632" y="765"/>
                  </a:lnTo>
                  <a:cubicBezTo>
                    <a:pt x="1473" y="679"/>
                    <a:pt x="1300" y="607"/>
                    <a:pt x="1127" y="563"/>
                  </a:cubicBezTo>
                  <a:lnTo>
                    <a:pt x="1127" y="0"/>
                  </a:ln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2" name="Google Shape;16332;p67"/>
            <p:cNvSpPr/>
            <p:nvPr/>
          </p:nvSpPr>
          <p:spPr>
            <a:xfrm>
              <a:off x="5695046" y="2050493"/>
              <a:ext cx="9857" cy="118099"/>
            </a:xfrm>
            <a:custGeom>
              <a:avLst/>
              <a:gdLst/>
              <a:ahLst/>
              <a:cxnLst/>
              <a:rect l="l" t="t" r="r" b="b"/>
              <a:pathLst>
                <a:path w="376" h="4505" extrusionOk="0">
                  <a:moveTo>
                    <a:pt x="0" y="0"/>
                  </a:moveTo>
                  <a:lnTo>
                    <a:pt x="0" y="4504"/>
                  </a:lnTo>
                  <a:lnTo>
                    <a:pt x="376" y="4504"/>
                  </a:lnTo>
                  <a:lnTo>
                    <a:pt x="376" y="0"/>
                  </a:ln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3" name="Google Shape;16333;p67"/>
            <p:cNvSpPr/>
            <p:nvPr/>
          </p:nvSpPr>
          <p:spPr>
            <a:xfrm>
              <a:off x="5695046" y="2049732"/>
              <a:ext cx="296701" cy="9857"/>
            </a:xfrm>
            <a:custGeom>
              <a:avLst/>
              <a:gdLst/>
              <a:ahLst/>
              <a:cxnLst/>
              <a:rect l="l" t="t" r="r" b="b"/>
              <a:pathLst>
                <a:path w="11318" h="376" extrusionOk="0">
                  <a:moveTo>
                    <a:pt x="0" y="1"/>
                  </a:moveTo>
                  <a:lnTo>
                    <a:pt x="0" y="376"/>
                  </a:lnTo>
                  <a:lnTo>
                    <a:pt x="11318" y="376"/>
                  </a:lnTo>
                  <a:lnTo>
                    <a:pt x="11318" y="1"/>
                  </a:ln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4" name="Google Shape;16334;p67"/>
            <p:cNvSpPr/>
            <p:nvPr/>
          </p:nvSpPr>
          <p:spPr>
            <a:xfrm>
              <a:off x="5725324" y="2240473"/>
              <a:ext cx="277014" cy="26503"/>
            </a:xfrm>
            <a:custGeom>
              <a:avLst/>
              <a:gdLst/>
              <a:ahLst/>
              <a:cxnLst/>
              <a:rect l="l" t="t" r="r" b="b"/>
              <a:pathLst>
                <a:path w="10567" h="1011" extrusionOk="0">
                  <a:moveTo>
                    <a:pt x="1487" y="0"/>
                  </a:moveTo>
                  <a:cubicBezTo>
                    <a:pt x="1458" y="0"/>
                    <a:pt x="1444" y="14"/>
                    <a:pt x="1429" y="43"/>
                  </a:cubicBezTo>
                  <a:lnTo>
                    <a:pt x="477" y="43"/>
                  </a:lnTo>
                  <a:cubicBezTo>
                    <a:pt x="462" y="43"/>
                    <a:pt x="433" y="58"/>
                    <a:pt x="433" y="87"/>
                  </a:cubicBezTo>
                  <a:lnTo>
                    <a:pt x="433" y="159"/>
                  </a:lnTo>
                  <a:lnTo>
                    <a:pt x="433" y="188"/>
                  </a:lnTo>
                  <a:lnTo>
                    <a:pt x="433" y="202"/>
                  </a:lnTo>
                  <a:lnTo>
                    <a:pt x="433" y="217"/>
                  </a:lnTo>
                  <a:cubicBezTo>
                    <a:pt x="404" y="505"/>
                    <a:pt x="260" y="765"/>
                    <a:pt x="29" y="924"/>
                  </a:cubicBezTo>
                  <a:cubicBezTo>
                    <a:pt x="0" y="953"/>
                    <a:pt x="15" y="1010"/>
                    <a:pt x="58" y="1010"/>
                  </a:cubicBezTo>
                  <a:lnTo>
                    <a:pt x="10524" y="1010"/>
                  </a:lnTo>
                  <a:cubicBezTo>
                    <a:pt x="10553" y="1010"/>
                    <a:pt x="10567" y="996"/>
                    <a:pt x="10567" y="967"/>
                  </a:cubicBezTo>
                  <a:lnTo>
                    <a:pt x="10567" y="58"/>
                  </a:lnTo>
                  <a:cubicBezTo>
                    <a:pt x="10567" y="29"/>
                    <a:pt x="10553" y="14"/>
                    <a:pt x="10538" y="0"/>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5" name="Google Shape;16335;p67"/>
            <p:cNvSpPr/>
            <p:nvPr/>
          </p:nvSpPr>
          <p:spPr>
            <a:xfrm>
              <a:off x="5684062" y="2025510"/>
              <a:ext cx="318670" cy="26136"/>
            </a:xfrm>
            <a:custGeom>
              <a:avLst/>
              <a:gdLst/>
              <a:ahLst/>
              <a:cxnLst/>
              <a:rect l="l" t="t" r="r" b="b"/>
              <a:pathLst>
                <a:path w="12156" h="997" extrusionOk="0">
                  <a:moveTo>
                    <a:pt x="44" y="1"/>
                  </a:moveTo>
                  <a:cubicBezTo>
                    <a:pt x="15" y="1"/>
                    <a:pt x="1" y="15"/>
                    <a:pt x="1" y="44"/>
                  </a:cubicBezTo>
                  <a:lnTo>
                    <a:pt x="1" y="953"/>
                  </a:lnTo>
                  <a:cubicBezTo>
                    <a:pt x="1" y="982"/>
                    <a:pt x="15" y="997"/>
                    <a:pt x="44" y="997"/>
                  </a:cubicBezTo>
                  <a:lnTo>
                    <a:pt x="12112" y="997"/>
                  </a:lnTo>
                  <a:cubicBezTo>
                    <a:pt x="12127" y="997"/>
                    <a:pt x="12155" y="982"/>
                    <a:pt x="12155" y="953"/>
                  </a:cubicBezTo>
                  <a:lnTo>
                    <a:pt x="12155" y="44"/>
                  </a:lnTo>
                  <a:cubicBezTo>
                    <a:pt x="12155" y="15"/>
                    <a:pt x="12127" y="1"/>
                    <a:pt x="12112" y="1"/>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6" name="Google Shape;16336;p67"/>
            <p:cNvSpPr/>
            <p:nvPr/>
          </p:nvSpPr>
          <p:spPr>
            <a:xfrm>
              <a:off x="5804022" y="2150005"/>
              <a:ext cx="25009" cy="58328"/>
            </a:xfrm>
            <a:custGeom>
              <a:avLst/>
              <a:gdLst/>
              <a:ahLst/>
              <a:cxnLst/>
              <a:rect l="l" t="t" r="r" b="b"/>
              <a:pathLst>
                <a:path w="954" h="2225" extrusionOk="0">
                  <a:moveTo>
                    <a:pt x="1" y="1"/>
                  </a:moveTo>
                  <a:lnTo>
                    <a:pt x="1" y="2224"/>
                  </a:lnTo>
                  <a:lnTo>
                    <a:pt x="953" y="2224"/>
                  </a:lnTo>
                  <a:lnTo>
                    <a:pt x="953" y="1"/>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7" name="Google Shape;16337;p67"/>
            <p:cNvSpPr/>
            <p:nvPr/>
          </p:nvSpPr>
          <p:spPr>
            <a:xfrm>
              <a:off x="5846779" y="2125048"/>
              <a:ext cx="25009" cy="83285"/>
            </a:xfrm>
            <a:custGeom>
              <a:avLst/>
              <a:gdLst/>
              <a:ahLst/>
              <a:cxnLst/>
              <a:rect l="l" t="t" r="r" b="b"/>
              <a:pathLst>
                <a:path w="954" h="3177" extrusionOk="0">
                  <a:moveTo>
                    <a:pt x="1" y="0"/>
                  </a:moveTo>
                  <a:lnTo>
                    <a:pt x="1" y="3176"/>
                  </a:lnTo>
                  <a:lnTo>
                    <a:pt x="954" y="3176"/>
                  </a:lnTo>
                  <a:lnTo>
                    <a:pt x="954" y="0"/>
                  </a:lnTo>
                  <a:close/>
                </a:path>
              </a:pathLst>
            </a:custGeom>
            <a:solidFill>
              <a:srgbClr val="D5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8" name="Google Shape;16338;p67"/>
            <p:cNvSpPr/>
            <p:nvPr/>
          </p:nvSpPr>
          <p:spPr>
            <a:xfrm>
              <a:off x="5888408" y="2140174"/>
              <a:ext cx="25009" cy="68159"/>
            </a:xfrm>
            <a:custGeom>
              <a:avLst/>
              <a:gdLst/>
              <a:ahLst/>
              <a:cxnLst/>
              <a:rect l="l" t="t" r="r" b="b"/>
              <a:pathLst>
                <a:path w="954" h="2600" extrusionOk="0">
                  <a:moveTo>
                    <a:pt x="1" y="1"/>
                  </a:moveTo>
                  <a:lnTo>
                    <a:pt x="1" y="2599"/>
                  </a:lnTo>
                  <a:lnTo>
                    <a:pt x="954" y="2599"/>
                  </a:lnTo>
                  <a:lnTo>
                    <a:pt x="954"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39" name="Google Shape;16339;p67"/>
            <p:cNvSpPr/>
            <p:nvPr/>
          </p:nvSpPr>
          <p:spPr>
            <a:xfrm>
              <a:off x="5932318" y="2090995"/>
              <a:ext cx="25009" cy="117338"/>
            </a:xfrm>
            <a:custGeom>
              <a:avLst/>
              <a:gdLst/>
              <a:ahLst/>
              <a:cxnLst/>
              <a:rect l="l" t="t" r="r" b="b"/>
              <a:pathLst>
                <a:path w="954" h="4476" extrusionOk="0">
                  <a:moveTo>
                    <a:pt x="0" y="0"/>
                  </a:moveTo>
                  <a:lnTo>
                    <a:pt x="0" y="4475"/>
                  </a:lnTo>
                  <a:lnTo>
                    <a:pt x="953" y="4475"/>
                  </a:lnTo>
                  <a:lnTo>
                    <a:pt x="953" y="0"/>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0" name="Google Shape;16340;p67"/>
            <p:cNvSpPr/>
            <p:nvPr/>
          </p:nvSpPr>
          <p:spPr>
            <a:xfrm>
              <a:off x="5719636" y="2082658"/>
              <a:ext cx="47711" cy="11744"/>
            </a:xfrm>
            <a:custGeom>
              <a:avLst/>
              <a:gdLst/>
              <a:ahLst/>
              <a:cxnLst/>
              <a:rect l="l" t="t" r="r" b="b"/>
              <a:pathLst>
                <a:path w="1820" h="448" extrusionOk="0">
                  <a:moveTo>
                    <a:pt x="304" y="0"/>
                  </a:moveTo>
                  <a:cubicBezTo>
                    <a:pt x="1" y="0"/>
                    <a:pt x="1" y="448"/>
                    <a:pt x="304" y="448"/>
                  </a:cubicBezTo>
                  <a:lnTo>
                    <a:pt x="1516" y="448"/>
                  </a:lnTo>
                  <a:cubicBezTo>
                    <a:pt x="1820" y="448"/>
                    <a:pt x="1820" y="0"/>
                    <a:pt x="151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1" name="Google Shape;16341;p67"/>
            <p:cNvSpPr/>
            <p:nvPr/>
          </p:nvSpPr>
          <p:spPr>
            <a:xfrm>
              <a:off x="5719636" y="2102346"/>
              <a:ext cx="65118" cy="12138"/>
            </a:xfrm>
            <a:custGeom>
              <a:avLst/>
              <a:gdLst/>
              <a:ahLst/>
              <a:cxnLst/>
              <a:rect l="l" t="t" r="r" b="b"/>
              <a:pathLst>
                <a:path w="2484" h="463" extrusionOk="0">
                  <a:moveTo>
                    <a:pt x="304" y="0"/>
                  </a:moveTo>
                  <a:cubicBezTo>
                    <a:pt x="1" y="0"/>
                    <a:pt x="1" y="462"/>
                    <a:pt x="304" y="462"/>
                  </a:cubicBezTo>
                  <a:lnTo>
                    <a:pt x="2180" y="462"/>
                  </a:lnTo>
                  <a:cubicBezTo>
                    <a:pt x="2484" y="462"/>
                    <a:pt x="2484" y="0"/>
                    <a:pt x="218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2" name="Google Shape;16342;p67"/>
            <p:cNvSpPr/>
            <p:nvPr/>
          </p:nvSpPr>
          <p:spPr>
            <a:xfrm>
              <a:off x="5719636" y="2122374"/>
              <a:ext cx="65118" cy="11771"/>
            </a:xfrm>
            <a:custGeom>
              <a:avLst/>
              <a:gdLst/>
              <a:ahLst/>
              <a:cxnLst/>
              <a:rect l="l" t="t" r="r" b="b"/>
              <a:pathLst>
                <a:path w="2484" h="449" extrusionOk="0">
                  <a:moveTo>
                    <a:pt x="2194" y="1"/>
                  </a:moveTo>
                  <a:cubicBezTo>
                    <a:pt x="2190" y="1"/>
                    <a:pt x="2185" y="1"/>
                    <a:pt x="2180" y="1"/>
                  </a:cubicBezTo>
                  <a:lnTo>
                    <a:pt x="304" y="1"/>
                  </a:lnTo>
                  <a:cubicBezTo>
                    <a:pt x="1" y="1"/>
                    <a:pt x="1" y="449"/>
                    <a:pt x="304" y="449"/>
                  </a:cubicBezTo>
                  <a:lnTo>
                    <a:pt x="2180" y="449"/>
                  </a:lnTo>
                  <a:cubicBezTo>
                    <a:pt x="2479" y="449"/>
                    <a:pt x="2483" y="1"/>
                    <a:pt x="219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3" name="Google Shape;16343;p67"/>
            <p:cNvSpPr/>
            <p:nvPr/>
          </p:nvSpPr>
          <p:spPr>
            <a:xfrm>
              <a:off x="5719636" y="2142062"/>
              <a:ext cx="65118" cy="12138"/>
            </a:xfrm>
            <a:custGeom>
              <a:avLst/>
              <a:gdLst/>
              <a:ahLst/>
              <a:cxnLst/>
              <a:rect l="l" t="t" r="r" b="b"/>
              <a:pathLst>
                <a:path w="2484" h="463" extrusionOk="0">
                  <a:moveTo>
                    <a:pt x="304" y="1"/>
                  </a:moveTo>
                  <a:cubicBezTo>
                    <a:pt x="1" y="1"/>
                    <a:pt x="1" y="463"/>
                    <a:pt x="304" y="463"/>
                  </a:cubicBezTo>
                  <a:lnTo>
                    <a:pt x="2180" y="463"/>
                  </a:lnTo>
                  <a:cubicBezTo>
                    <a:pt x="2484" y="448"/>
                    <a:pt x="2484" y="1"/>
                    <a:pt x="218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4" name="Google Shape;16344;p67"/>
            <p:cNvSpPr/>
            <p:nvPr/>
          </p:nvSpPr>
          <p:spPr>
            <a:xfrm>
              <a:off x="5632602" y="2168172"/>
              <a:ext cx="144576" cy="144602"/>
            </a:xfrm>
            <a:custGeom>
              <a:avLst/>
              <a:gdLst/>
              <a:ahLst/>
              <a:cxnLst/>
              <a:rect l="l" t="t" r="r" b="b"/>
              <a:pathLst>
                <a:path w="5515" h="5516" extrusionOk="0">
                  <a:moveTo>
                    <a:pt x="3133" y="1748"/>
                  </a:moveTo>
                  <a:lnTo>
                    <a:pt x="3162" y="1762"/>
                  </a:lnTo>
                  <a:lnTo>
                    <a:pt x="3191" y="1776"/>
                  </a:lnTo>
                  <a:lnTo>
                    <a:pt x="3220" y="1776"/>
                  </a:lnTo>
                  <a:lnTo>
                    <a:pt x="3248" y="1791"/>
                  </a:lnTo>
                  <a:lnTo>
                    <a:pt x="3263" y="1805"/>
                  </a:lnTo>
                  <a:lnTo>
                    <a:pt x="3292" y="1820"/>
                  </a:lnTo>
                  <a:lnTo>
                    <a:pt x="3321" y="1834"/>
                  </a:lnTo>
                  <a:lnTo>
                    <a:pt x="3335" y="1849"/>
                  </a:lnTo>
                  <a:lnTo>
                    <a:pt x="3364" y="1863"/>
                  </a:lnTo>
                  <a:lnTo>
                    <a:pt x="3378" y="1863"/>
                  </a:lnTo>
                  <a:lnTo>
                    <a:pt x="3407" y="1877"/>
                  </a:lnTo>
                  <a:lnTo>
                    <a:pt x="3422" y="1892"/>
                  </a:lnTo>
                  <a:lnTo>
                    <a:pt x="3451" y="1906"/>
                  </a:lnTo>
                  <a:lnTo>
                    <a:pt x="3465" y="1921"/>
                  </a:lnTo>
                  <a:lnTo>
                    <a:pt x="3479" y="1935"/>
                  </a:lnTo>
                  <a:lnTo>
                    <a:pt x="3494" y="1950"/>
                  </a:lnTo>
                  <a:lnTo>
                    <a:pt x="3523" y="1979"/>
                  </a:lnTo>
                  <a:lnTo>
                    <a:pt x="3552" y="1993"/>
                  </a:lnTo>
                  <a:lnTo>
                    <a:pt x="3580" y="2022"/>
                  </a:lnTo>
                  <a:lnTo>
                    <a:pt x="3580" y="2036"/>
                  </a:lnTo>
                  <a:lnTo>
                    <a:pt x="3609" y="2051"/>
                  </a:lnTo>
                  <a:lnTo>
                    <a:pt x="3609" y="2065"/>
                  </a:lnTo>
                  <a:lnTo>
                    <a:pt x="3638" y="2080"/>
                  </a:lnTo>
                  <a:lnTo>
                    <a:pt x="3638" y="2094"/>
                  </a:lnTo>
                  <a:lnTo>
                    <a:pt x="3653" y="2123"/>
                  </a:lnTo>
                  <a:lnTo>
                    <a:pt x="3667" y="2137"/>
                  </a:lnTo>
                  <a:lnTo>
                    <a:pt x="3696" y="2152"/>
                  </a:lnTo>
                  <a:lnTo>
                    <a:pt x="3710" y="2181"/>
                  </a:lnTo>
                  <a:lnTo>
                    <a:pt x="3725" y="2195"/>
                  </a:lnTo>
                  <a:lnTo>
                    <a:pt x="3739" y="2224"/>
                  </a:lnTo>
                  <a:lnTo>
                    <a:pt x="3754" y="2253"/>
                  </a:lnTo>
                  <a:lnTo>
                    <a:pt x="3768" y="2267"/>
                  </a:lnTo>
                  <a:lnTo>
                    <a:pt x="3768" y="2296"/>
                  </a:lnTo>
                  <a:lnTo>
                    <a:pt x="3783" y="2325"/>
                  </a:lnTo>
                  <a:lnTo>
                    <a:pt x="3797" y="2339"/>
                  </a:lnTo>
                  <a:lnTo>
                    <a:pt x="3811" y="2368"/>
                  </a:lnTo>
                  <a:lnTo>
                    <a:pt x="3811" y="2397"/>
                  </a:lnTo>
                  <a:lnTo>
                    <a:pt x="3826" y="2412"/>
                  </a:lnTo>
                  <a:lnTo>
                    <a:pt x="3826" y="2440"/>
                  </a:lnTo>
                  <a:lnTo>
                    <a:pt x="3826" y="2469"/>
                  </a:lnTo>
                  <a:lnTo>
                    <a:pt x="3826" y="2498"/>
                  </a:lnTo>
                  <a:lnTo>
                    <a:pt x="3826" y="2513"/>
                  </a:lnTo>
                  <a:lnTo>
                    <a:pt x="3826" y="2541"/>
                  </a:lnTo>
                  <a:lnTo>
                    <a:pt x="3826" y="2556"/>
                  </a:lnTo>
                  <a:lnTo>
                    <a:pt x="3826" y="2570"/>
                  </a:lnTo>
                  <a:lnTo>
                    <a:pt x="3826" y="2599"/>
                  </a:lnTo>
                  <a:lnTo>
                    <a:pt x="3826" y="2628"/>
                  </a:lnTo>
                  <a:lnTo>
                    <a:pt x="3826" y="2671"/>
                  </a:lnTo>
                  <a:lnTo>
                    <a:pt x="3826" y="2700"/>
                  </a:lnTo>
                  <a:cubicBezTo>
                    <a:pt x="3898" y="2715"/>
                    <a:pt x="3898" y="2744"/>
                    <a:pt x="3898" y="2758"/>
                  </a:cubicBezTo>
                  <a:lnTo>
                    <a:pt x="3898" y="2830"/>
                  </a:lnTo>
                  <a:lnTo>
                    <a:pt x="3898" y="2859"/>
                  </a:lnTo>
                  <a:lnTo>
                    <a:pt x="3898" y="2902"/>
                  </a:lnTo>
                  <a:lnTo>
                    <a:pt x="3898" y="2917"/>
                  </a:lnTo>
                  <a:lnTo>
                    <a:pt x="3898" y="2975"/>
                  </a:lnTo>
                  <a:lnTo>
                    <a:pt x="3898" y="2989"/>
                  </a:lnTo>
                  <a:cubicBezTo>
                    <a:pt x="3898" y="3018"/>
                    <a:pt x="3898" y="3032"/>
                    <a:pt x="3884" y="3061"/>
                  </a:cubicBezTo>
                  <a:lnTo>
                    <a:pt x="3869" y="3119"/>
                  </a:lnTo>
                  <a:lnTo>
                    <a:pt x="3869" y="3133"/>
                  </a:lnTo>
                  <a:lnTo>
                    <a:pt x="3855" y="3191"/>
                  </a:lnTo>
                  <a:lnTo>
                    <a:pt x="3855" y="3206"/>
                  </a:lnTo>
                  <a:cubicBezTo>
                    <a:pt x="3826" y="3234"/>
                    <a:pt x="3811" y="3278"/>
                    <a:pt x="3797" y="3321"/>
                  </a:cubicBezTo>
                  <a:lnTo>
                    <a:pt x="3754" y="3379"/>
                  </a:lnTo>
                  <a:cubicBezTo>
                    <a:pt x="3725" y="3436"/>
                    <a:pt x="3682" y="3494"/>
                    <a:pt x="3638" y="3538"/>
                  </a:cubicBezTo>
                  <a:cubicBezTo>
                    <a:pt x="3580" y="3595"/>
                    <a:pt x="3537" y="3639"/>
                    <a:pt x="3479" y="3682"/>
                  </a:cubicBezTo>
                  <a:lnTo>
                    <a:pt x="3451" y="3696"/>
                  </a:lnTo>
                  <a:lnTo>
                    <a:pt x="3422" y="3725"/>
                  </a:lnTo>
                  <a:lnTo>
                    <a:pt x="3407" y="3725"/>
                  </a:lnTo>
                  <a:lnTo>
                    <a:pt x="3378" y="3740"/>
                  </a:lnTo>
                  <a:lnTo>
                    <a:pt x="3364" y="3740"/>
                  </a:lnTo>
                  <a:lnTo>
                    <a:pt x="3350" y="3754"/>
                  </a:lnTo>
                  <a:lnTo>
                    <a:pt x="3292" y="3783"/>
                  </a:lnTo>
                  <a:lnTo>
                    <a:pt x="3263" y="3797"/>
                  </a:lnTo>
                  <a:lnTo>
                    <a:pt x="3234" y="3797"/>
                  </a:lnTo>
                  <a:lnTo>
                    <a:pt x="3191" y="3826"/>
                  </a:lnTo>
                  <a:lnTo>
                    <a:pt x="3075" y="3826"/>
                  </a:lnTo>
                  <a:lnTo>
                    <a:pt x="3003" y="3841"/>
                  </a:lnTo>
                  <a:lnTo>
                    <a:pt x="2657" y="3841"/>
                  </a:lnTo>
                  <a:lnTo>
                    <a:pt x="2599" y="3826"/>
                  </a:lnTo>
                  <a:lnTo>
                    <a:pt x="2527" y="3826"/>
                  </a:lnTo>
                  <a:lnTo>
                    <a:pt x="2498" y="3812"/>
                  </a:lnTo>
                  <a:lnTo>
                    <a:pt x="2455" y="3797"/>
                  </a:lnTo>
                  <a:lnTo>
                    <a:pt x="2411" y="3783"/>
                  </a:lnTo>
                  <a:lnTo>
                    <a:pt x="2382" y="3768"/>
                  </a:lnTo>
                  <a:lnTo>
                    <a:pt x="2325" y="3740"/>
                  </a:lnTo>
                  <a:lnTo>
                    <a:pt x="2310" y="3740"/>
                  </a:lnTo>
                  <a:lnTo>
                    <a:pt x="2267" y="3711"/>
                  </a:lnTo>
                  <a:cubicBezTo>
                    <a:pt x="1978" y="3538"/>
                    <a:pt x="1790" y="3234"/>
                    <a:pt x="1747" y="2902"/>
                  </a:cubicBezTo>
                  <a:lnTo>
                    <a:pt x="1747" y="2888"/>
                  </a:lnTo>
                  <a:lnTo>
                    <a:pt x="1747" y="2845"/>
                  </a:lnTo>
                  <a:lnTo>
                    <a:pt x="1747" y="2772"/>
                  </a:lnTo>
                  <a:lnTo>
                    <a:pt x="1747" y="2686"/>
                  </a:lnTo>
                  <a:lnTo>
                    <a:pt x="1747" y="2657"/>
                  </a:lnTo>
                  <a:lnTo>
                    <a:pt x="1747" y="2614"/>
                  </a:lnTo>
                  <a:lnTo>
                    <a:pt x="1747" y="2585"/>
                  </a:lnTo>
                  <a:lnTo>
                    <a:pt x="1747" y="2556"/>
                  </a:lnTo>
                  <a:lnTo>
                    <a:pt x="1747" y="2541"/>
                  </a:lnTo>
                  <a:lnTo>
                    <a:pt x="1747" y="2513"/>
                  </a:lnTo>
                  <a:lnTo>
                    <a:pt x="1747" y="2484"/>
                  </a:lnTo>
                  <a:lnTo>
                    <a:pt x="1747" y="2469"/>
                  </a:lnTo>
                  <a:lnTo>
                    <a:pt x="1747" y="2440"/>
                  </a:lnTo>
                  <a:lnTo>
                    <a:pt x="1747" y="2412"/>
                  </a:lnTo>
                  <a:lnTo>
                    <a:pt x="1762" y="2397"/>
                  </a:lnTo>
                  <a:lnTo>
                    <a:pt x="1776" y="2368"/>
                  </a:lnTo>
                  <a:lnTo>
                    <a:pt x="1776" y="2339"/>
                  </a:lnTo>
                  <a:lnTo>
                    <a:pt x="1790" y="2325"/>
                  </a:lnTo>
                  <a:lnTo>
                    <a:pt x="1805" y="2296"/>
                  </a:lnTo>
                  <a:lnTo>
                    <a:pt x="1819" y="2267"/>
                  </a:lnTo>
                  <a:lnTo>
                    <a:pt x="1834" y="2253"/>
                  </a:lnTo>
                  <a:lnTo>
                    <a:pt x="1848" y="2224"/>
                  </a:lnTo>
                  <a:lnTo>
                    <a:pt x="1863" y="2195"/>
                  </a:lnTo>
                  <a:lnTo>
                    <a:pt x="1877" y="2181"/>
                  </a:lnTo>
                  <a:lnTo>
                    <a:pt x="1892" y="2152"/>
                  </a:lnTo>
                  <a:lnTo>
                    <a:pt x="1906" y="2137"/>
                  </a:lnTo>
                  <a:lnTo>
                    <a:pt x="1920" y="2108"/>
                  </a:lnTo>
                  <a:lnTo>
                    <a:pt x="1935" y="2094"/>
                  </a:lnTo>
                  <a:lnTo>
                    <a:pt x="1949" y="2080"/>
                  </a:lnTo>
                  <a:lnTo>
                    <a:pt x="1964" y="2051"/>
                  </a:lnTo>
                  <a:lnTo>
                    <a:pt x="1978" y="2036"/>
                  </a:lnTo>
                  <a:lnTo>
                    <a:pt x="1993" y="2022"/>
                  </a:lnTo>
                  <a:lnTo>
                    <a:pt x="2007" y="2007"/>
                  </a:lnTo>
                  <a:lnTo>
                    <a:pt x="2050" y="1979"/>
                  </a:lnTo>
                  <a:lnTo>
                    <a:pt x="2079" y="1935"/>
                  </a:lnTo>
                  <a:lnTo>
                    <a:pt x="2094" y="1935"/>
                  </a:lnTo>
                  <a:lnTo>
                    <a:pt x="2123" y="1906"/>
                  </a:lnTo>
                  <a:lnTo>
                    <a:pt x="2137" y="1892"/>
                  </a:lnTo>
                  <a:lnTo>
                    <a:pt x="2166" y="1877"/>
                  </a:lnTo>
                  <a:lnTo>
                    <a:pt x="2180" y="1863"/>
                  </a:lnTo>
                  <a:lnTo>
                    <a:pt x="2209" y="1849"/>
                  </a:lnTo>
                  <a:lnTo>
                    <a:pt x="2224" y="1849"/>
                  </a:lnTo>
                  <a:lnTo>
                    <a:pt x="2252" y="1834"/>
                  </a:lnTo>
                  <a:lnTo>
                    <a:pt x="2267" y="1820"/>
                  </a:lnTo>
                  <a:lnTo>
                    <a:pt x="2296" y="1805"/>
                  </a:lnTo>
                  <a:lnTo>
                    <a:pt x="2310" y="1791"/>
                  </a:lnTo>
                  <a:lnTo>
                    <a:pt x="2339" y="1776"/>
                  </a:lnTo>
                  <a:lnTo>
                    <a:pt x="2368" y="1776"/>
                  </a:lnTo>
                  <a:lnTo>
                    <a:pt x="2397" y="1762"/>
                  </a:lnTo>
                  <a:lnTo>
                    <a:pt x="2411" y="1762"/>
                  </a:lnTo>
                  <a:lnTo>
                    <a:pt x="2440" y="1748"/>
                  </a:lnTo>
                  <a:close/>
                  <a:moveTo>
                    <a:pt x="2209" y="1"/>
                  </a:moveTo>
                  <a:cubicBezTo>
                    <a:pt x="2166" y="1"/>
                    <a:pt x="2137" y="44"/>
                    <a:pt x="2137" y="87"/>
                  </a:cubicBezTo>
                  <a:lnTo>
                    <a:pt x="2137" y="578"/>
                  </a:lnTo>
                  <a:cubicBezTo>
                    <a:pt x="1964" y="622"/>
                    <a:pt x="1805" y="679"/>
                    <a:pt x="1646" y="766"/>
                  </a:cubicBezTo>
                  <a:lnTo>
                    <a:pt x="1300" y="434"/>
                  </a:lnTo>
                  <a:cubicBezTo>
                    <a:pt x="1285" y="419"/>
                    <a:pt x="1267" y="412"/>
                    <a:pt x="1247" y="412"/>
                  </a:cubicBezTo>
                  <a:cubicBezTo>
                    <a:pt x="1228" y="412"/>
                    <a:pt x="1206" y="419"/>
                    <a:pt x="1184" y="434"/>
                  </a:cubicBezTo>
                  <a:lnTo>
                    <a:pt x="419" y="1199"/>
                  </a:lnTo>
                  <a:cubicBezTo>
                    <a:pt x="390" y="1228"/>
                    <a:pt x="390" y="1286"/>
                    <a:pt x="419" y="1314"/>
                  </a:cubicBezTo>
                  <a:lnTo>
                    <a:pt x="766" y="1661"/>
                  </a:lnTo>
                  <a:cubicBezTo>
                    <a:pt x="679" y="1805"/>
                    <a:pt x="607" y="1964"/>
                    <a:pt x="563" y="2137"/>
                  </a:cubicBezTo>
                  <a:lnTo>
                    <a:pt x="73" y="2137"/>
                  </a:lnTo>
                  <a:cubicBezTo>
                    <a:pt x="29" y="2137"/>
                    <a:pt x="0" y="2181"/>
                    <a:pt x="0" y="2224"/>
                  </a:cubicBezTo>
                  <a:lnTo>
                    <a:pt x="0" y="3307"/>
                  </a:lnTo>
                  <a:cubicBezTo>
                    <a:pt x="0" y="3350"/>
                    <a:pt x="29" y="3393"/>
                    <a:pt x="73" y="3393"/>
                  </a:cubicBezTo>
                  <a:lnTo>
                    <a:pt x="563" y="3393"/>
                  </a:lnTo>
                  <a:cubicBezTo>
                    <a:pt x="607" y="3552"/>
                    <a:pt x="679" y="3725"/>
                    <a:pt x="766" y="3870"/>
                  </a:cubicBezTo>
                  <a:lnTo>
                    <a:pt x="419" y="4216"/>
                  </a:lnTo>
                  <a:cubicBezTo>
                    <a:pt x="390" y="4245"/>
                    <a:pt x="390" y="4303"/>
                    <a:pt x="419" y="4331"/>
                  </a:cubicBezTo>
                  <a:lnTo>
                    <a:pt x="1184" y="5097"/>
                  </a:lnTo>
                  <a:cubicBezTo>
                    <a:pt x="1206" y="5111"/>
                    <a:pt x="1228" y="5118"/>
                    <a:pt x="1247" y="5118"/>
                  </a:cubicBezTo>
                  <a:cubicBezTo>
                    <a:pt x="1267" y="5118"/>
                    <a:pt x="1285" y="5111"/>
                    <a:pt x="1300" y="5097"/>
                  </a:cubicBezTo>
                  <a:lnTo>
                    <a:pt x="1646" y="4750"/>
                  </a:lnTo>
                  <a:cubicBezTo>
                    <a:pt x="1805" y="4837"/>
                    <a:pt x="1964" y="4909"/>
                    <a:pt x="2123" y="4952"/>
                  </a:cubicBezTo>
                  <a:lnTo>
                    <a:pt x="2123" y="5443"/>
                  </a:lnTo>
                  <a:cubicBezTo>
                    <a:pt x="2123" y="5486"/>
                    <a:pt x="2166" y="5515"/>
                    <a:pt x="2209" y="5515"/>
                  </a:cubicBezTo>
                  <a:lnTo>
                    <a:pt x="3292" y="5515"/>
                  </a:lnTo>
                  <a:cubicBezTo>
                    <a:pt x="3335" y="5515"/>
                    <a:pt x="3378" y="5486"/>
                    <a:pt x="3378" y="5443"/>
                  </a:cubicBezTo>
                  <a:lnTo>
                    <a:pt x="3378" y="4952"/>
                  </a:lnTo>
                  <a:cubicBezTo>
                    <a:pt x="3552" y="4909"/>
                    <a:pt x="3710" y="4837"/>
                    <a:pt x="3855" y="4750"/>
                  </a:cubicBezTo>
                  <a:lnTo>
                    <a:pt x="4201" y="5097"/>
                  </a:lnTo>
                  <a:cubicBezTo>
                    <a:pt x="4216" y="5111"/>
                    <a:pt x="4237" y="5118"/>
                    <a:pt x="4259" y="5118"/>
                  </a:cubicBezTo>
                  <a:cubicBezTo>
                    <a:pt x="4281" y="5118"/>
                    <a:pt x="4302" y="5111"/>
                    <a:pt x="4317" y="5097"/>
                  </a:cubicBezTo>
                  <a:lnTo>
                    <a:pt x="5082" y="4331"/>
                  </a:lnTo>
                  <a:cubicBezTo>
                    <a:pt x="5125" y="4303"/>
                    <a:pt x="5125" y="4245"/>
                    <a:pt x="5082" y="4216"/>
                  </a:cubicBezTo>
                  <a:lnTo>
                    <a:pt x="4750" y="3870"/>
                  </a:lnTo>
                  <a:cubicBezTo>
                    <a:pt x="4836" y="3725"/>
                    <a:pt x="4894" y="3552"/>
                    <a:pt x="4952" y="3393"/>
                  </a:cubicBezTo>
                  <a:lnTo>
                    <a:pt x="5428" y="3393"/>
                  </a:lnTo>
                  <a:cubicBezTo>
                    <a:pt x="5472" y="3393"/>
                    <a:pt x="5515" y="3350"/>
                    <a:pt x="5515" y="3307"/>
                  </a:cubicBezTo>
                  <a:lnTo>
                    <a:pt x="5515" y="2224"/>
                  </a:lnTo>
                  <a:cubicBezTo>
                    <a:pt x="5515" y="2181"/>
                    <a:pt x="5472" y="2137"/>
                    <a:pt x="5428" y="2137"/>
                  </a:cubicBezTo>
                  <a:lnTo>
                    <a:pt x="4952" y="2137"/>
                  </a:lnTo>
                  <a:cubicBezTo>
                    <a:pt x="4894" y="1964"/>
                    <a:pt x="4836" y="1805"/>
                    <a:pt x="4750" y="1661"/>
                  </a:cubicBezTo>
                  <a:lnTo>
                    <a:pt x="5096" y="1314"/>
                  </a:lnTo>
                  <a:cubicBezTo>
                    <a:pt x="5125" y="1286"/>
                    <a:pt x="5125" y="1228"/>
                    <a:pt x="5096" y="1199"/>
                  </a:cubicBezTo>
                  <a:lnTo>
                    <a:pt x="4317" y="434"/>
                  </a:lnTo>
                  <a:cubicBezTo>
                    <a:pt x="4302" y="412"/>
                    <a:pt x="4281" y="401"/>
                    <a:pt x="4259" y="401"/>
                  </a:cubicBezTo>
                  <a:cubicBezTo>
                    <a:pt x="4237" y="401"/>
                    <a:pt x="4216" y="412"/>
                    <a:pt x="4201" y="434"/>
                  </a:cubicBezTo>
                  <a:lnTo>
                    <a:pt x="3869" y="766"/>
                  </a:lnTo>
                  <a:cubicBezTo>
                    <a:pt x="3710" y="679"/>
                    <a:pt x="3552" y="622"/>
                    <a:pt x="3378" y="564"/>
                  </a:cubicBezTo>
                  <a:lnTo>
                    <a:pt x="3378" y="87"/>
                  </a:lnTo>
                  <a:cubicBezTo>
                    <a:pt x="3378" y="44"/>
                    <a:pt x="3350" y="1"/>
                    <a:pt x="3292"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5" name="Google Shape;16345;p67"/>
            <p:cNvSpPr/>
            <p:nvPr/>
          </p:nvSpPr>
          <p:spPr>
            <a:xfrm>
              <a:off x="5669696" y="2213602"/>
              <a:ext cx="29151" cy="54894"/>
            </a:xfrm>
            <a:custGeom>
              <a:avLst/>
              <a:gdLst/>
              <a:ahLst/>
              <a:cxnLst/>
              <a:rect l="l" t="t" r="r" b="b"/>
              <a:pathLst>
                <a:path w="1112" h="2094" extrusionOk="0">
                  <a:moveTo>
                    <a:pt x="708" y="0"/>
                  </a:moveTo>
                  <a:lnTo>
                    <a:pt x="679" y="15"/>
                  </a:lnTo>
                  <a:lnTo>
                    <a:pt x="664" y="15"/>
                  </a:lnTo>
                  <a:lnTo>
                    <a:pt x="635" y="29"/>
                  </a:lnTo>
                  <a:lnTo>
                    <a:pt x="606" y="29"/>
                  </a:lnTo>
                  <a:lnTo>
                    <a:pt x="578" y="43"/>
                  </a:lnTo>
                  <a:lnTo>
                    <a:pt x="563" y="58"/>
                  </a:lnTo>
                  <a:lnTo>
                    <a:pt x="534" y="72"/>
                  </a:lnTo>
                  <a:lnTo>
                    <a:pt x="520" y="87"/>
                  </a:lnTo>
                  <a:lnTo>
                    <a:pt x="491" y="101"/>
                  </a:lnTo>
                  <a:lnTo>
                    <a:pt x="477" y="101"/>
                  </a:lnTo>
                  <a:lnTo>
                    <a:pt x="448" y="130"/>
                  </a:lnTo>
                  <a:lnTo>
                    <a:pt x="433" y="130"/>
                  </a:lnTo>
                  <a:lnTo>
                    <a:pt x="404" y="159"/>
                  </a:lnTo>
                  <a:lnTo>
                    <a:pt x="390" y="159"/>
                  </a:lnTo>
                  <a:lnTo>
                    <a:pt x="361" y="188"/>
                  </a:lnTo>
                  <a:lnTo>
                    <a:pt x="347" y="202"/>
                  </a:lnTo>
                  <a:lnTo>
                    <a:pt x="318" y="231"/>
                  </a:lnTo>
                  <a:lnTo>
                    <a:pt x="274" y="260"/>
                  </a:lnTo>
                  <a:lnTo>
                    <a:pt x="260" y="274"/>
                  </a:lnTo>
                  <a:lnTo>
                    <a:pt x="246" y="289"/>
                  </a:lnTo>
                  <a:lnTo>
                    <a:pt x="231" y="303"/>
                  </a:lnTo>
                  <a:lnTo>
                    <a:pt x="217" y="332"/>
                  </a:lnTo>
                  <a:lnTo>
                    <a:pt x="202" y="303"/>
                  </a:lnTo>
                  <a:lnTo>
                    <a:pt x="188" y="332"/>
                  </a:lnTo>
                  <a:lnTo>
                    <a:pt x="159" y="347"/>
                  </a:lnTo>
                  <a:lnTo>
                    <a:pt x="145" y="375"/>
                  </a:lnTo>
                  <a:lnTo>
                    <a:pt x="130" y="390"/>
                  </a:lnTo>
                  <a:lnTo>
                    <a:pt x="116" y="419"/>
                  </a:lnTo>
                  <a:lnTo>
                    <a:pt x="101" y="448"/>
                  </a:lnTo>
                  <a:lnTo>
                    <a:pt x="87" y="462"/>
                  </a:lnTo>
                  <a:lnTo>
                    <a:pt x="72" y="491"/>
                  </a:lnTo>
                  <a:lnTo>
                    <a:pt x="58" y="520"/>
                  </a:lnTo>
                  <a:lnTo>
                    <a:pt x="58" y="534"/>
                  </a:lnTo>
                  <a:lnTo>
                    <a:pt x="43" y="563"/>
                  </a:lnTo>
                  <a:lnTo>
                    <a:pt x="29" y="592"/>
                  </a:lnTo>
                  <a:lnTo>
                    <a:pt x="15" y="621"/>
                  </a:lnTo>
                  <a:lnTo>
                    <a:pt x="15" y="635"/>
                  </a:lnTo>
                  <a:lnTo>
                    <a:pt x="0" y="664"/>
                  </a:lnTo>
                  <a:lnTo>
                    <a:pt x="0" y="693"/>
                  </a:lnTo>
                  <a:lnTo>
                    <a:pt x="0" y="707"/>
                  </a:lnTo>
                  <a:lnTo>
                    <a:pt x="0" y="736"/>
                  </a:lnTo>
                  <a:lnTo>
                    <a:pt x="0" y="765"/>
                  </a:lnTo>
                  <a:lnTo>
                    <a:pt x="0" y="780"/>
                  </a:lnTo>
                  <a:lnTo>
                    <a:pt x="0" y="823"/>
                  </a:lnTo>
                  <a:lnTo>
                    <a:pt x="0" y="837"/>
                  </a:lnTo>
                  <a:lnTo>
                    <a:pt x="0" y="881"/>
                  </a:lnTo>
                  <a:lnTo>
                    <a:pt x="0" y="910"/>
                  </a:lnTo>
                  <a:lnTo>
                    <a:pt x="0" y="996"/>
                  </a:lnTo>
                  <a:lnTo>
                    <a:pt x="0" y="1068"/>
                  </a:lnTo>
                  <a:lnTo>
                    <a:pt x="0" y="1083"/>
                  </a:lnTo>
                  <a:lnTo>
                    <a:pt x="0" y="1140"/>
                  </a:lnTo>
                  <a:lnTo>
                    <a:pt x="0" y="1155"/>
                  </a:lnTo>
                  <a:cubicBezTo>
                    <a:pt x="43" y="1487"/>
                    <a:pt x="231" y="1790"/>
                    <a:pt x="520" y="1963"/>
                  </a:cubicBezTo>
                  <a:lnTo>
                    <a:pt x="549" y="1963"/>
                  </a:lnTo>
                  <a:lnTo>
                    <a:pt x="578" y="1992"/>
                  </a:lnTo>
                  <a:lnTo>
                    <a:pt x="606" y="1992"/>
                  </a:lnTo>
                  <a:lnTo>
                    <a:pt x="664" y="2021"/>
                  </a:lnTo>
                  <a:lnTo>
                    <a:pt x="693" y="2035"/>
                  </a:lnTo>
                  <a:lnTo>
                    <a:pt x="722" y="2050"/>
                  </a:lnTo>
                  <a:lnTo>
                    <a:pt x="736" y="2050"/>
                  </a:lnTo>
                  <a:lnTo>
                    <a:pt x="780" y="2064"/>
                  </a:lnTo>
                  <a:lnTo>
                    <a:pt x="809" y="2079"/>
                  </a:lnTo>
                  <a:lnTo>
                    <a:pt x="852" y="2093"/>
                  </a:lnTo>
                  <a:lnTo>
                    <a:pt x="1112" y="2093"/>
                  </a:lnTo>
                  <a:lnTo>
                    <a:pt x="1068" y="2079"/>
                  </a:lnTo>
                  <a:lnTo>
                    <a:pt x="1040" y="2064"/>
                  </a:lnTo>
                  <a:lnTo>
                    <a:pt x="996" y="2050"/>
                  </a:lnTo>
                  <a:lnTo>
                    <a:pt x="982" y="2050"/>
                  </a:lnTo>
                  <a:lnTo>
                    <a:pt x="953" y="2035"/>
                  </a:lnTo>
                  <a:lnTo>
                    <a:pt x="924" y="2021"/>
                  </a:lnTo>
                  <a:lnTo>
                    <a:pt x="852" y="1992"/>
                  </a:lnTo>
                  <a:lnTo>
                    <a:pt x="837" y="1992"/>
                  </a:lnTo>
                  <a:lnTo>
                    <a:pt x="809" y="1963"/>
                  </a:lnTo>
                  <a:lnTo>
                    <a:pt x="780" y="1963"/>
                  </a:lnTo>
                  <a:cubicBezTo>
                    <a:pt x="491" y="1790"/>
                    <a:pt x="303" y="1487"/>
                    <a:pt x="260" y="1155"/>
                  </a:cubicBezTo>
                  <a:lnTo>
                    <a:pt x="260" y="1140"/>
                  </a:lnTo>
                  <a:lnTo>
                    <a:pt x="260" y="1112"/>
                  </a:lnTo>
                  <a:lnTo>
                    <a:pt x="260" y="1039"/>
                  </a:lnTo>
                  <a:lnTo>
                    <a:pt x="260" y="953"/>
                  </a:lnTo>
                  <a:lnTo>
                    <a:pt x="260" y="924"/>
                  </a:lnTo>
                  <a:lnTo>
                    <a:pt x="260" y="866"/>
                  </a:lnTo>
                  <a:lnTo>
                    <a:pt x="260" y="852"/>
                  </a:lnTo>
                  <a:lnTo>
                    <a:pt x="260" y="823"/>
                  </a:lnTo>
                  <a:lnTo>
                    <a:pt x="260" y="794"/>
                  </a:lnTo>
                  <a:lnTo>
                    <a:pt x="260" y="765"/>
                  </a:lnTo>
                  <a:lnTo>
                    <a:pt x="260" y="751"/>
                  </a:lnTo>
                  <a:lnTo>
                    <a:pt x="260" y="722"/>
                  </a:lnTo>
                  <a:lnTo>
                    <a:pt x="260" y="707"/>
                  </a:lnTo>
                  <a:lnTo>
                    <a:pt x="260" y="679"/>
                  </a:lnTo>
                  <a:lnTo>
                    <a:pt x="274" y="650"/>
                  </a:lnTo>
                  <a:lnTo>
                    <a:pt x="289" y="621"/>
                  </a:lnTo>
                  <a:lnTo>
                    <a:pt x="303" y="606"/>
                  </a:lnTo>
                  <a:lnTo>
                    <a:pt x="303" y="578"/>
                  </a:lnTo>
                  <a:lnTo>
                    <a:pt x="318" y="549"/>
                  </a:lnTo>
                  <a:lnTo>
                    <a:pt x="332" y="520"/>
                  </a:lnTo>
                  <a:lnTo>
                    <a:pt x="347" y="505"/>
                  </a:lnTo>
                  <a:lnTo>
                    <a:pt x="361" y="476"/>
                  </a:lnTo>
                  <a:lnTo>
                    <a:pt x="375" y="462"/>
                  </a:lnTo>
                  <a:lnTo>
                    <a:pt x="390" y="433"/>
                  </a:lnTo>
                  <a:lnTo>
                    <a:pt x="404" y="419"/>
                  </a:lnTo>
                  <a:lnTo>
                    <a:pt x="419" y="390"/>
                  </a:lnTo>
                  <a:lnTo>
                    <a:pt x="433" y="375"/>
                  </a:lnTo>
                  <a:lnTo>
                    <a:pt x="462" y="347"/>
                  </a:lnTo>
                  <a:lnTo>
                    <a:pt x="477" y="332"/>
                  </a:lnTo>
                  <a:lnTo>
                    <a:pt x="491" y="303"/>
                  </a:lnTo>
                  <a:lnTo>
                    <a:pt x="505" y="289"/>
                  </a:lnTo>
                  <a:lnTo>
                    <a:pt x="520" y="274"/>
                  </a:lnTo>
                  <a:lnTo>
                    <a:pt x="534" y="260"/>
                  </a:lnTo>
                  <a:lnTo>
                    <a:pt x="563" y="231"/>
                  </a:lnTo>
                  <a:lnTo>
                    <a:pt x="606" y="202"/>
                  </a:lnTo>
                  <a:lnTo>
                    <a:pt x="621" y="188"/>
                  </a:lnTo>
                  <a:lnTo>
                    <a:pt x="650" y="159"/>
                  </a:lnTo>
                  <a:lnTo>
                    <a:pt x="664" y="159"/>
                  </a:lnTo>
                  <a:lnTo>
                    <a:pt x="693" y="130"/>
                  </a:lnTo>
                  <a:lnTo>
                    <a:pt x="708" y="130"/>
                  </a:lnTo>
                  <a:lnTo>
                    <a:pt x="736" y="101"/>
                  </a:lnTo>
                  <a:lnTo>
                    <a:pt x="751" y="101"/>
                  </a:lnTo>
                  <a:lnTo>
                    <a:pt x="780" y="87"/>
                  </a:lnTo>
                  <a:lnTo>
                    <a:pt x="794" y="72"/>
                  </a:lnTo>
                  <a:lnTo>
                    <a:pt x="823" y="58"/>
                  </a:lnTo>
                  <a:lnTo>
                    <a:pt x="837" y="43"/>
                  </a:lnTo>
                  <a:lnTo>
                    <a:pt x="866" y="29"/>
                  </a:lnTo>
                  <a:lnTo>
                    <a:pt x="895" y="29"/>
                  </a:lnTo>
                  <a:lnTo>
                    <a:pt x="924" y="15"/>
                  </a:lnTo>
                  <a:lnTo>
                    <a:pt x="938" y="15"/>
                  </a:lnTo>
                  <a:lnTo>
                    <a:pt x="967" y="0"/>
                  </a:lnTo>
                  <a:close/>
                </a:path>
              </a:pathLst>
            </a:custGeom>
            <a:solidFill>
              <a:srgbClr val="B8C6D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46" name="Google Shape;16346;p67"/>
          <p:cNvGrpSpPr/>
          <p:nvPr/>
        </p:nvGrpSpPr>
        <p:grpSpPr>
          <a:xfrm>
            <a:off x="4187321" y="2456537"/>
            <a:ext cx="331515" cy="330021"/>
            <a:chOff x="4212378" y="2456537"/>
            <a:chExt cx="331515" cy="330021"/>
          </a:xfrm>
        </p:grpSpPr>
        <p:sp>
          <p:nvSpPr>
            <p:cNvPr id="16347" name="Google Shape;16347;p67"/>
            <p:cNvSpPr/>
            <p:nvPr/>
          </p:nvSpPr>
          <p:spPr>
            <a:xfrm>
              <a:off x="4212378" y="2651026"/>
              <a:ext cx="59796" cy="135532"/>
            </a:xfrm>
            <a:custGeom>
              <a:avLst/>
              <a:gdLst/>
              <a:ahLst/>
              <a:cxnLst/>
              <a:rect l="l" t="t" r="r" b="b"/>
              <a:pathLst>
                <a:path w="2281" h="5170" extrusionOk="0">
                  <a:moveTo>
                    <a:pt x="1973" y="0"/>
                  </a:moveTo>
                  <a:cubicBezTo>
                    <a:pt x="1965" y="0"/>
                    <a:pt x="1957" y="1"/>
                    <a:pt x="1949" y="1"/>
                  </a:cubicBezTo>
                  <a:lnTo>
                    <a:pt x="332" y="1"/>
                  </a:lnTo>
                  <a:cubicBezTo>
                    <a:pt x="145" y="1"/>
                    <a:pt x="0" y="146"/>
                    <a:pt x="0" y="319"/>
                  </a:cubicBezTo>
                  <a:lnTo>
                    <a:pt x="0" y="5169"/>
                  </a:lnTo>
                  <a:lnTo>
                    <a:pt x="2281" y="5169"/>
                  </a:lnTo>
                  <a:lnTo>
                    <a:pt x="2281" y="319"/>
                  </a:lnTo>
                  <a:cubicBezTo>
                    <a:pt x="2281" y="153"/>
                    <a:pt x="2149" y="0"/>
                    <a:pt x="1973" y="0"/>
                  </a:cubicBezTo>
                  <a:close/>
                </a:path>
              </a:pathLst>
            </a:custGeom>
            <a:solidFill>
              <a:srgbClr val="7187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8" name="Google Shape;16348;p67"/>
            <p:cNvSpPr/>
            <p:nvPr/>
          </p:nvSpPr>
          <p:spPr>
            <a:xfrm>
              <a:off x="4212378" y="2651052"/>
              <a:ext cx="28784" cy="135505"/>
            </a:xfrm>
            <a:custGeom>
              <a:avLst/>
              <a:gdLst/>
              <a:ahLst/>
              <a:cxnLst/>
              <a:rect l="l" t="t" r="r" b="b"/>
              <a:pathLst>
                <a:path w="1098" h="5169" extrusionOk="0">
                  <a:moveTo>
                    <a:pt x="332" y="0"/>
                  </a:moveTo>
                  <a:cubicBezTo>
                    <a:pt x="145" y="0"/>
                    <a:pt x="0" y="145"/>
                    <a:pt x="0" y="318"/>
                  </a:cubicBezTo>
                  <a:lnTo>
                    <a:pt x="0" y="5168"/>
                  </a:lnTo>
                  <a:lnTo>
                    <a:pt x="765" y="5168"/>
                  </a:lnTo>
                  <a:lnTo>
                    <a:pt x="765" y="318"/>
                  </a:lnTo>
                  <a:cubicBezTo>
                    <a:pt x="765" y="145"/>
                    <a:pt x="910" y="0"/>
                    <a:pt x="1097" y="0"/>
                  </a:cubicBezTo>
                  <a:close/>
                </a:path>
              </a:pathLst>
            </a:custGeom>
            <a:solidFill>
              <a:srgbClr val="8DA5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9" name="Google Shape;16349;p67"/>
            <p:cNvSpPr/>
            <p:nvPr/>
          </p:nvSpPr>
          <p:spPr>
            <a:xfrm>
              <a:off x="4302820" y="2617366"/>
              <a:ext cx="59823" cy="169192"/>
            </a:xfrm>
            <a:custGeom>
              <a:avLst/>
              <a:gdLst/>
              <a:ahLst/>
              <a:cxnLst/>
              <a:rect l="l" t="t" r="r" b="b"/>
              <a:pathLst>
                <a:path w="2282" h="6454" extrusionOk="0">
                  <a:moveTo>
                    <a:pt x="332" y="1"/>
                  </a:moveTo>
                  <a:cubicBezTo>
                    <a:pt x="145" y="1"/>
                    <a:pt x="0" y="145"/>
                    <a:pt x="0" y="333"/>
                  </a:cubicBezTo>
                  <a:lnTo>
                    <a:pt x="0" y="6453"/>
                  </a:lnTo>
                  <a:lnTo>
                    <a:pt x="2281" y="6453"/>
                  </a:lnTo>
                  <a:lnTo>
                    <a:pt x="2281" y="318"/>
                  </a:lnTo>
                  <a:cubicBezTo>
                    <a:pt x="2281" y="145"/>
                    <a:pt x="2137" y="1"/>
                    <a:pt x="1949" y="1"/>
                  </a:cubicBezTo>
                  <a:close/>
                </a:path>
              </a:pathLst>
            </a:custGeom>
            <a:solidFill>
              <a:srgbClr val="687F9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0" name="Google Shape;16350;p67"/>
            <p:cNvSpPr/>
            <p:nvPr/>
          </p:nvSpPr>
          <p:spPr>
            <a:xfrm>
              <a:off x="4302820" y="2617366"/>
              <a:ext cx="28391" cy="169192"/>
            </a:xfrm>
            <a:custGeom>
              <a:avLst/>
              <a:gdLst/>
              <a:ahLst/>
              <a:cxnLst/>
              <a:rect l="l" t="t" r="r" b="b"/>
              <a:pathLst>
                <a:path w="1083" h="6454" extrusionOk="0">
                  <a:moveTo>
                    <a:pt x="318" y="1"/>
                  </a:moveTo>
                  <a:cubicBezTo>
                    <a:pt x="145" y="1"/>
                    <a:pt x="0" y="145"/>
                    <a:pt x="0" y="333"/>
                  </a:cubicBezTo>
                  <a:lnTo>
                    <a:pt x="0" y="6453"/>
                  </a:lnTo>
                  <a:lnTo>
                    <a:pt x="765" y="6453"/>
                  </a:lnTo>
                  <a:lnTo>
                    <a:pt x="765" y="318"/>
                  </a:lnTo>
                  <a:cubicBezTo>
                    <a:pt x="765" y="145"/>
                    <a:pt x="910" y="1"/>
                    <a:pt x="1083" y="1"/>
                  </a:cubicBezTo>
                  <a:close/>
                </a:path>
              </a:pathLst>
            </a:custGeom>
            <a:solidFill>
              <a:srgbClr val="8DA5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1" name="Google Shape;16351;p67"/>
            <p:cNvSpPr/>
            <p:nvPr/>
          </p:nvSpPr>
          <p:spPr>
            <a:xfrm>
              <a:off x="4393262" y="2583679"/>
              <a:ext cx="59823" cy="202878"/>
            </a:xfrm>
            <a:custGeom>
              <a:avLst/>
              <a:gdLst/>
              <a:ahLst/>
              <a:cxnLst/>
              <a:rect l="l" t="t" r="r" b="b"/>
              <a:pathLst>
                <a:path w="2282" h="7739" extrusionOk="0">
                  <a:moveTo>
                    <a:pt x="332" y="1"/>
                  </a:moveTo>
                  <a:cubicBezTo>
                    <a:pt x="145" y="1"/>
                    <a:pt x="0" y="160"/>
                    <a:pt x="0" y="333"/>
                  </a:cubicBezTo>
                  <a:lnTo>
                    <a:pt x="0" y="7738"/>
                  </a:lnTo>
                  <a:lnTo>
                    <a:pt x="2281" y="7738"/>
                  </a:lnTo>
                  <a:lnTo>
                    <a:pt x="2281" y="347"/>
                  </a:lnTo>
                  <a:cubicBezTo>
                    <a:pt x="2281" y="160"/>
                    <a:pt x="2137" y="1"/>
                    <a:pt x="1949"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2" name="Google Shape;16352;p67"/>
            <p:cNvSpPr/>
            <p:nvPr/>
          </p:nvSpPr>
          <p:spPr>
            <a:xfrm>
              <a:off x="4393262" y="2583679"/>
              <a:ext cx="28391" cy="202878"/>
            </a:xfrm>
            <a:custGeom>
              <a:avLst/>
              <a:gdLst/>
              <a:ahLst/>
              <a:cxnLst/>
              <a:rect l="l" t="t" r="r" b="b"/>
              <a:pathLst>
                <a:path w="1083" h="7739" extrusionOk="0">
                  <a:moveTo>
                    <a:pt x="332" y="1"/>
                  </a:moveTo>
                  <a:cubicBezTo>
                    <a:pt x="145" y="1"/>
                    <a:pt x="0" y="160"/>
                    <a:pt x="0" y="333"/>
                  </a:cubicBezTo>
                  <a:lnTo>
                    <a:pt x="0" y="7738"/>
                  </a:lnTo>
                  <a:lnTo>
                    <a:pt x="765" y="7738"/>
                  </a:lnTo>
                  <a:lnTo>
                    <a:pt x="765" y="347"/>
                  </a:lnTo>
                  <a:cubicBezTo>
                    <a:pt x="751" y="160"/>
                    <a:pt x="910" y="15"/>
                    <a:pt x="1083" y="1"/>
                  </a:cubicBezTo>
                  <a:close/>
                </a:path>
              </a:pathLst>
            </a:custGeom>
            <a:solidFill>
              <a:srgbClr val="D6DEE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3" name="Google Shape;16353;p67"/>
            <p:cNvSpPr/>
            <p:nvPr/>
          </p:nvSpPr>
          <p:spPr>
            <a:xfrm>
              <a:off x="4483703" y="2550386"/>
              <a:ext cx="60190" cy="236171"/>
            </a:xfrm>
            <a:custGeom>
              <a:avLst/>
              <a:gdLst/>
              <a:ahLst/>
              <a:cxnLst/>
              <a:rect l="l" t="t" r="r" b="b"/>
              <a:pathLst>
                <a:path w="2296" h="9009" extrusionOk="0">
                  <a:moveTo>
                    <a:pt x="332" y="1"/>
                  </a:moveTo>
                  <a:cubicBezTo>
                    <a:pt x="145" y="1"/>
                    <a:pt x="0" y="145"/>
                    <a:pt x="0" y="333"/>
                  </a:cubicBezTo>
                  <a:lnTo>
                    <a:pt x="0" y="9008"/>
                  </a:lnTo>
                  <a:lnTo>
                    <a:pt x="2296" y="9008"/>
                  </a:lnTo>
                  <a:lnTo>
                    <a:pt x="2296" y="333"/>
                  </a:lnTo>
                  <a:cubicBezTo>
                    <a:pt x="2296" y="145"/>
                    <a:pt x="2137" y="1"/>
                    <a:pt x="1949" y="1"/>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4" name="Google Shape;16354;p67"/>
            <p:cNvSpPr/>
            <p:nvPr/>
          </p:nvSpPr>
          <p:spPr>
            <a:xfrm>
              <a:off x="4483703" y="2550386"/>
              <a:ext cx="28417" cy="236171"/>
            </a:xfrm>
            <a:custGeom>
              <a:avLst/>
              <a:gdLst/>
              <a:ahLst/>
              <a:cxnLst/>
              <a:rect l="l" t="t" r="r" b="b"/>
              <a:pathLst>
                <a:path w="1084" h="9009" extrusionOk="0">
                  <a:moveTo>
                    <a:pt x="318" y="1"/>
                  </a:moveTo>
                  <a:cubicBezTo>
                    <a:pt x="145" y="1"/>
                    <a:pt x="0" y="145"/>
                    <a:pt x="0" y="333"/>
                  </a:cubicBezTo>
                  <a:lnTo>
                    <a:pt x="0" y="9008"/>
                  </a:lnTo>
                  <a:lnTo>
                    <a:pt x="766" y="9008"/>
                  </a:lnTo>
                  <a:lnTo>
                    <a:pt x="766" y="333"/>
                  </a:lnTo>
                  <a:cubicBezTo>
                    <a:pt x="766" y="145"/>
                    <a:pt x="910" y="1"/>
                    <a:pt x="1083" y="1"/>
                  </a:cubicBezTo>
                  <a:close/>
                </a:path>
              </a:pathLst>
            </a:custGeom>
            <a:solidFill>
              <a:srgbClr val="7187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5" name="Google Shape;16355;p67"/>
            <p:cNvSpPr/>
            <p:nvPr/>
          </p:nvSpPr>
          <p:spPr>
            <a:xfrm>
              <a:off x="4226744" y="2456537"/>
              <a:ext cx="307318" cy="124154"/>
            </a:xfrm>
            <a:custGeom>
              <a:avLst/>
              <a:gdLst/>
              <a:ahLst/>
              <a:cxnLst/>
              <a:rect l="l" t="t" r="r" b="b"/>
              <a:pathLst>
                <a:path w="11723" h="4736" extrusionOk="0">
                  <a:moveTo>
                    <a:pt x="9427" y="1"/>
                  </a:moveTo>
                  <a:cubicBezTo>
                    <a:pt x="9268" y="1"/>
                    <a:pt x="9153" y="188"/>
                    <a:pt x="9254" y="333"/>
                  </a:cubicBezTo>
                  <a:lnTo>
                    <a:pt x="9586" y="809"/>
                  </a:lnTo>
                  <a:cubicBezTo>
                    <a:pt x="6670" y="2483"/>
                    <a:pt x="3364" y="3364"/>
                    <a:pt x="1" y="3364"/>
                  </a:cubicBezTo>
                  <a:lnTo>
                    <a:pt x="1" y="4735"/>
                  </a:lnTo>
                  <a:cubicBezTo>
                    <a:pt x="2657" y="4735"/>
                    <a:pt x="5299" y="4216"/>
                    <a:pt x="7767" y="3234"/>
                  </a:cubicBezTo>
                  <a:cubicBezTo>
                    <a:pt x="8662" y="2873"/>
                    <a:pt x="9543" y="2440"/>
                    <a:pt x="10365" y="1949"/>
                  </a:cubicBezTo>
                  <a:lnTo>
                    <a:pt x="10669" y="2368"/>
                  </a:lnTo>
                  <a:cubicBezTo>
                    <a:pt x="10712" y="2423"/>
                    <a:pt x="10773" y="2450"/>
                    <a:pt x="10834" y="2450"/>
                  </a:cubicBezTo>
                  <a:cubicBezTo>
                    <a:pt x="10915" y="2450"/>
                    <a:pt x="10996" y="2401"/>
                    <a:pt x="11029" y="2310"/>
                  </a:cubicBezTo>
                  <a:lnTo>
                    <a:pt x="11679" y="361"/>
                  </a:lnTo>
                  <a:cubicBezTo>
                    <a:pt x="11722" y="232"/>
                    <a:pt x="11636" y="87"/>
                    <a:pt x="11491" y="73"/>
                  </a:cubicBezTo>
                  <a:lnTo>
                    <a:pt x="9427" y="1"/>
                  </a:lnTo>
                  <a:close/>
                </a:path>
              </a:pathLst>
            </a:custGeom>
            <a:solidFill>
              <a:srgbClr val="95A6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56" name="Google Shape;16356;p67"/>
          <p:cNvGrpSpPr/>
          <p:nvPr/>
        </p:nvGrpSpPr>
        <p:grpSpPr>
          <a:xfrm>
            <a:off x="6150956" y="1977825"/>
            <a:ext cx="235411" cy="347427"/>
            <a:chOff x="6176013" y="1977825"/>
            <a:chExt cx="235411" cy="347427"/>
          </a:xfrm>
        </p:grpSpPr>
        <p:sp>
          <p:nvSpPr>
            <p:cNvPr id="16357" name="Google Shape;16357;p67"/>
            <p:cNvSpPr/>
            <p:nvPr/>
          </p:nvSpPr>
          <p:spPr>
            <a:xfrm>
              <a:off x="6268368" y="2084179"/>
              <a:ext cx="50726" cy="50726"/>
            </a:xfrm>
            <a:custGeom>
              <a:avLst/>
              <a:gdLst/>
              <a:ahLst/>
              <a:cxnLst/>
              <a:rect l="l" t="t" r="r" b="b"/>
              <a:pathLst>
                <a:path w="1935" h="1935" extrusionOk="0">
                  <a:moveTo>
                    <a:pt x="0" y="0"/>
                  </a:moveTo>
                  <a:lnTo>
                    <a:pt x="0" y="1935"/>
                  </a:lnTo>
                  <a:lnTo>
                    <a:pt x="1934" y="1935"/>
                  </a:lnTo>
                  <a:lnTo>
                    <a:pt x="1934"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8" name="Google Shape;16358;p67"/>
            <p:cNvSpPr/>
            <p:nvPr/>
          </p:nvSpPr>
          <p:spPr>
            <a:xfrm>
              <a:off x="6268368" y="2084179"/>
              <a:ext cx="50726" cy="28024"/>
            </a:xfrm>
            <a:custGeom>
              <a:avLst/>
              <a:gdLst/>
              <a:ahLst/>
              <a:cxnLst/>
              <a:rect l="l" t="t" r="r" b="b"/>
              <a:pathLst>
                <a:path w="1935" h="1069" extrusionOk="0">
                  <a:moveTo>
                    <a:pt x="0" y="0"/>
                  </a:moveTo>
                  <a:lnTo>
                    <a:pt x="0" y="895"/>
                  </a:lnTo>
                  <a:cubicBezTo>
                    <a:pt x="310" y="1011"/>
                    <a:pt x="639" y="1068"/>
                    <a:pt x="967" y="1068"/>
                  </a:cubicBezTo>
                  <a:cubicBezTo>
                    <a:pt x="1296" y="1068"/>
                    <a:pt x="1624" y="1011"/>
                    <a:pt x="1934" y="895"/>
                  </a:cubicBezTo>
                  <a:lnTo>
                    <a:pt x="1934"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9" name="Google Shape;16359;p67"/>
            <p:cNvSpPr/>
            <p:nvPr/>
          </p:nvSpPr>
          <p:spPr>
            <a:xfrm>
              <a:off x="6243385" y="1977825"/>
              <a:ext cx="101059" cy="78357"/>
            </a:xfrm>
            <a:custGeom>
              <a:avLst/>
              <a:gdLst/>
              <a:ahLst/>
              <a:cxnLst/>
              <a:rect l="l" t="t" r="r" b="b"/>
              <a:pathLst>
                <a:path w="3855" h="2989" extrusionOk="0">
                  <a:moveTo>
                    <a:pt x="1259" y="1"/>
                  </a:moveTo>
                  <a:cubicBezTo>
                    <a:pt x="564" y="1"/>
                    <a:pt x="0" y="573"/>
                    <a:pt x="0" y="1271"/>
                  </a:cubicBezTo>
                  <a:lnTo>
                    <a:pt x="0" y="1849"/>
                  </a:lnTo>
                  <a:cubicBezTo>
                    <a:pt x="0" y="2036"/>
                    <a:pt x="29" y="2224"/>
                    <a:pt x="87" y="2397"/>
                  </a:cubicBezTo>
                  <a:lnTo>
                    <a:pt x="174" y="2671"/>
                  </a:lnTo>
                  <a:cubicBezTo>
                    <a:pt x="202" y="2744"/>
                    <a:pt x="217" y="2801"/>
                    <a:pt x="217" y="2874"/>
                  </a:cubicBezTo>
                  <a:lnTo>
                    <a:pt x="217" y="2989"/>
                  </a:lnTo>
                  <a:lnTo>
                    <a:pt x="3638" y="2989"/>
                  </a:lnTo>
                  <a:lnTo>
                    <a:pt x="3638" y="2888"/>
                  </a:lnTo>
                  <a:cubicBezTo>
                    <a:pt x="3638" y="2816"/>
                    <a:pt x="3653" y="2744"/>
                    <a:pt x="3667" y="2686"/>
                  </a:cubicBezTo>
                  <a:lnTo>
                    <a:pt x="3768" y="2397"/>
                  </a:lnTo>
                  <a:cubicBezTo>
                    <a:pt x="3826" y="2224"/>
                    <a:pt x="3855" y="2036"/>
                    <a:pt x="3855" y="1863"/>
                  </a:cubicBezTo>
                  <a:lnTo>
                    <a:pt x="3855" y="419"/>
                  </a:lnTo>
                  <a:cubicBezTo>
                    <a:pt x="3855" y="189"/>
                    <a:pt x="3667" y="1"/>
                    <a:pt x="3422" y="1"/>
                  </a:cubicBezTo>
                  <a:lnTo>
                    <a:pt x="1285" y="1"/>
                  </a:lnTo>
                  <a:cubicBezTo>
                    <a:pt x="1276" y="1"/>
                    <a:pt x="1268" y="1"/>
                    <a:pt x="125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0" name="Google Shape;16360;p67"/>
            <p:cNvSpPr/>
            <p:nvPr/>
          </p:nvSpPr>
          <p:spPr>
            <a:xfrm>
              <a:off x="6243385" y="1977825"/>
              <a:ext cx="42416" cy="78357"/>
            </a:xfrm>
            <a:custGeom>
              <a:avLst/>
              <a:gdLst/>
              <a:ahLst/>
              <a:cxnLst/>
              <a:rect l="l" t="t" r="r" b="b"/>
              <a:pathLst>
                <a:path w="1618" h="2989" extrusionOk="0">
                  <a:moveTo>
                    <a:pt x="1259" y="1"/>
                  </a:moveTo>
                  <a:cubicBezTo>
                    <a:pt x="564" y="1"/>
                    <a:pt x="0" y="573"/>
                    <a:pt x="0" y="1271"/>
                  </a:cubicBezTo>
                  <a:lnTo>
                    <a:pt x="0" y="1849"/>
                  </a:lnTo>
                  <a:cubicBezTo>
                    <a:pt x="0" y="2036"/>
                    <a:pt x="29" y="2224"/>
                    <a:pt x="87" y="2397"/>
                  </a:cubicBezTo>
                  <a:lnTo>
                    <a:pt x="174" y="2671"/>
                  </a:lnTo>
                  <a:cubicBezTo>
                    <a:pt x="202" y="2744"/>
                    <a:pt x="217" y="2801"/>
                    <a:pt x="217" y="2874"/>
                  </a:cubicBezTo>
                  <a:lnTo>
                    <a:pt x="217" y="2989"/>
                  </a:lnTo>
                  <a:lnTo>
                    <a:pt x="1487" y="2989"/>
                  </a:lnTo>
                  <a:lnTo>
                    <a:pt x="1487" y="1488"/>
                  </a:lnTo>
                  <a:cubicBezTo>
                    <a:pt x="1112" y="1488"/>
                    <a:pt x="809" y="1185"/>
                    <a:pt x="809" y="809"/>
                  </a:cubicBezTo>
                  <a:cubicBezTo>
                    <a:pt x="809" y="362"/>
                    <a:pt x="1170" y="1"/>
                    <a:pt x="1617" y="1"/>
                  </a:cubicBezTo>
                  <a:lnTo>
                    <a:pt x="1285" y="1"/>
                  </a:lnTo>
                  <a:cubicBezTo>
                    <a:pt x="1276" y="1"/>
                    <a:pt x="1268" y="1"/>
                    <a:pt x="1259"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1" name="Google Shape;16361;p67"/>
            <p:cNvSpPr/>
            <p:nvPr/>
          </p:nvSpPr>
          <p:spPr>
            <a:xfrm>
              <a:off x="6215388" y="2117839"/>
              <a:ext cx="156687" cy="73061"/>
            </a:xfrm>
            <a:custGeom>
              <a:avLst/>
              <a:gdLst/>
              <a:ahLst/>
              <a:cxnLst/>
              <a:rect l="l" t="t" r="r" b="b"/>
              <a:pathLst>
                <a:path w="5977" h="2787" extrusionOk="0">
                  <a:moveTo>
                    <a:pt x="2137" y="1"/>
                  </a:moveTo>
                  <a:lnTo>
                    <a:pt x="606" y="463"/>
                  </a:lnTo>
                  <a:cubicBezTo>
                    <a:pt x="246" y="564"/>
                    <a:pt x="0" y="896"/>
                    <a:pt x="0" y="1271"/>
                  </a:cubicBezTo>
                  <a:lnTo>
                    <a:pt x="0" y="2570"/>
                  </a:lnTo>
                  <a:cubicBezTo>
                    <a:pt x="0" y="2686"/>
                    <a:pt x="87" y="2773"/>
                    <a:pt x="202" y="2787"/>
                  </a:cubicBezTo>
                  <a:lnTo>
                    <a:pt x="5774" y="2787"/>
                  </a:lnTo>
                  <a:cubicBezTo>
                    <a:pt x="5890" y="2787"/>
                    <a:pt x="5976" y="2686"/>
                    <a:pt x="5976" y="2570"/>
                  </a:cubicBezTo>
                  <a:lnTo>
                    <a:pt x="5976" y="1271"/>
                  </a:lnTo>
                  <a:cubicBezTo>
                    <a:pt x="5976" y="896"/>
                    <a:pt x="5731" y="564"/>
                    <a:pt x="5370" y="463"/>
                  </a:cubicBezTo>
                  <a:lnTo>
                    <a:pt x="3840" y="1"/>
                  </a:lnTo>
                  <a:lnTo>
                    <a:pt x="2988" y="651"/>
                  </a:lnTo>
                  <a:lnTo>
                    <a:pt x="2137"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2" name="Google Shape;16362;p67"/>
            <p:cNvSpPr/>
            <p:nvPr/>
          </p:nvSpPr>
          <p:spPr>
            <a:xfrm>
              <a:off x="6285382" y="2140174"/>
              <a:ext cx="16673" cy="50726"/>
            </a:xfrm>
            <a:custGeom>
              <a:avLst/>
              <a:gdLst/>
              <a:ahLst/>
              <a:cxnLst/>
              <a:rect l="l" t="t" r="r" b="b"/>
              <a:pathLst>
                <a:path w="636" h="1935" extrusionOk="0">
                  <a:moveTo>
                    <a:pt x="159" y="1"/>
                  </a:moveTo>
                  <a:lnTo>
                    <a:pt x="1" y="1935"/>
                  </a:lnTo>
                  <a:lnTo>
                    <a:pt x="636" y="1935"/>
                  </a:lnTo>
                  <a:lnTo>
                    <a:pt x="477" y="1"/>
                  </a:ln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3" name="Google Shape;16363;p67"/>
            <p:cNvSpPr/>
            <p:nvPr/>
          </p:nvSpPr>
          <p:spPr>
            <a:xfrm>
              <a:off x="6215388" y="2138654"/>
              <a:ext cx="28024" cy="51879"/>
            </a:xfrm>
            <a:custGeom>
              <a:avLst/>
              <a:gdLst/>
              <a:ahLst/>
              <a:cxnLst/>
              <a:rect l="l" t="t" r="r" b="b"/>
              <a:pathLst>
                <a:path w="1069" h="1979" extrusionOk="0">
                  <a:moveTo>
                    <a:pt x="144" y="1"/>
                  </a:moveTo>
                  <a:cubicBezTo>
                    <a:pt x="43" y="131"/>
                    <a:pt x="0" y="304"/>
                    <a:pt x="0" y="477"/>
                  </a:cubicBezTo>
                  <a:lnTo>
                    <a:pt x="0" y="1762"/>
                  </a:lnTo>
                  <a:cubicBezTo>
                    <a:pt x="0" y="1877"/>
                    <a:pt x="87" y="1979"/>
                    <a:pt x="217" y="1979"/>
                  </a:cubicBezTo>
                  <a:lnTo>
                    <a:pt x="1068" y="1979"/>
                  </a:lnTo>
                  <a:lnTo>
                    <a:pt x="1068" y="1185"/>
                  </a:lnTo>
                  <a:cubicBezTo>
                    <a:pt x="1068" y="1011"/>
                    <a:pt x="1011" y="853"/>
                    <a:pt x="881" y="723"/>
                  </a:cubicBezTo>
                  <a:lnTo>
                    <a:pt x="144" y="1"/>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4" name="Google Shape;16364;p67"/>
            <p:cNvSpPr/>
            <p:nvPr/>
          </p:nvSpPr>
          <p:spPr>
            <a:xfrm>
              <a:off x="6344051" y="2138654"/>
              <a:ext cx="28391" cy="51879"/>
            </a:xfrm>
            <a:custGeom>
              <a:avLst/>
              <a:gdLst/>
              <a:ahLst/>
              <a:cxnLst/>
              <a:rect l="l" t="t" r="r" b="b"/>
              <a:pathLst>
                <a:path w="1083" h="1979" extrusionOk="0">
                  <a:moveTo>
                    <a:pt x="924" y="1"/>
                  </a:moveTo>
                  <a:lnTo>
                    <a:pt x="188" y="723"/>
                  </a:lnTo>
                  <a:cubicBezTo>
                    <a:pt x="72" y="853"/>
                    <a:pt x="0" y="1011"/>
                    <a:pt x="0" y="1185"/>
                  </a:cubicBezTo>
                  <a:lnTo>
                    <a:pt x="0" y="1979"/>
                  </a:lnTo>
                  <a:lnTo>
                    <a:pt x="866" y="1979"/>
                  </a:lnTo>
                  <a:cubicBezTo>
                    <a:pt x="982" y="1979"/>
                    <a:pt x="1083" y="1877"/>
                    <a:pt x="1083" y="1762"/>
                  </a:cubicBezTo>
                  <a:lnTo>
                    <a:pt x="1083" y="477"/>
                  </a:lnTo>
                  <a:cubicBezTo>
                    <a:pt x="1068" y="304"/>
                    <a:pt x="1025" y="131"/>
                    <a:pt x="924"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5" name="Google Shape;16365;p67"/>
            <p:cNvSpPr/>
            <p:nvPr/>
          </p:nvSpPr>
          <p:spPr>
            <a:xfrm>
              <a:off x="6285015" y="2134879"/>
              <a:ext cx="17040" cy="13658"/>
            </a:xfrm>
            <a:custGeom>
              <a:avLst/>
              <a:gdLst/>
              <a:ahLst/>
              <a:cxnLst/>
              <a:rect l="l" t="t" r="r" b="b"/>
              <a:pathLst>
                <a:path w="650" h="521" extrusionOk="0">
                  <a:moveTo>
                    <a:pt x="0" y="1"/>
                  </a:moveTo>
                  <a:lnTo>
                    <a:pt x="0" y="405"/>
                  </a:lnTo>
                  <a:cubicBezTo>
                    <a:pt x="0" y="462"/>
                    <a:pt x="58" y="520"/>
                    <a:pt x="130" y="520"/>
                  </a:cubicBezTo>
                  <a:lnTo>
                    <a:pt x="520" y="520"/>
                  </a:lnTo>
                  <a:cubicBezTo>
                    <a:pt x="592" y="520"/>
                    <a:pt x="650" y="462"/>
                    <a:pt x="650" y="405"/>
                  </a:cubicBezTo>
                  <a:lnTo>
                    <a:pt x="650" y="1"/>
                  </a:lnTo>
                  <a:close/>
                </a:path>
              </a:pathLst>
            </a:custGeom>
            <a:solidFill>
              <a:srgbClr val="8EA6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6" name="Google Shape;16366;p67"/>
            <p:cNvSpPr/>
            <p:nvPr/>
          </p:nvSpPr>
          <p:spPr>
            <a:xfrm>
              <a:off x="6258905" y="2112334"/>
              <a:ext cx="34840" cy="31301"/>
            </a:xfrm>
            <a:custGeom>
              <a:avLst/>
              <a:gdLst/>
              <a:ahLst/>
              <a:cxnLst/>
              <a:rect l="l" t="t" r="r" b="b"/>
              <a:pathLst>
                <a:path w="1329" h="1194" extrusionOk="0">
                  <a:moveTo>
                    <a:pt x="334" y="1"/>
                  </a:moveTo>
                  <a:cubicBezTo>
                    <a:pt x="291" y="1"/>
                    <a:pt x="249" y="20"/>
                    <a:pt x="217" y="52"/>
                  </a:cubicBezTo>
                  <a:lnTo>
                    <a:pt x="0" y="355"/>
                  </a:lnTo>
                  <a:lnTo>
                    <a:pt x="505" y="1092"/>
                  </a:lnTo>
                  <a:cubicBezTo>
                    <a:pt x="562" y="1158"/>
                    <a:pt x="638" y="1193"/>
                    <a:pt x="716" y="1193"/>
                  </a:cubicBezTo>
                  <a:cubicBezTo>
                    <a:pt x="756" y="1193"/>
                    <a:pt x="798" y="1184"/>
                    <a:pt x="837" y="1164"/>
                  </a:cubicBezTo>
                  <a:lnTo>
                    <a:pt x="1328" y="861"/>
                  </a:lnTo>
                  <a:lnTo>
                    <a:pt x="433" y="38"/>
                  </a:lnTo>
                  <a:cubicBezTo>
                    <a:pt x="402" y="12"/>
                    <a:pt x="367" y="1"/>
                    <a:pt x="334"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7" name="Google Shape;16367;p67"/>
            <p:cNvSpPr/>
            <p:nvPr/>
          </p:nvSpPr>
          <p:spPr>
            <a:xfrm>
              <a:off x="6293718" y="2112334"/>
              <a:ext cx="34840" cy="31301"/>
            </a:xfrm>
            <a:custGeom>
              <a:avLst/>
              <a:gdLst/>
              <a:ahLst/>
              <a:cxnLst/>
              <a:rect l="l" t="t" r="r" b="b"/>
              <a:pathLst>
                <a:path w="1329" h="1194" extrusionOk="0">
                  <a:moveTo>
                    <a:pt x="997" y="1"/>
                  </a:moveTo>
                  <a:cubicBezTo>
                    <a:pt x="966" y="1"/>
                    <a:pt x="935" y="12"/>
                    <a:pt x="910" y="38"/>
                  </a:cubicBezTo>
                  <a:lnTo>
                    <a:pt x="0" y="861"/>
                  </a:lnTo>
                  <a:lnTo>
                    <a:pt x="491" y="1164"/>
                  </a:lnTo>
                  <a:cubicBezTo>
                    <a:pt x="531" y="1184"/>
                    <a:pt x="572" y="1193"/>
                    <a:pt x="613" y="1193"/>
                  </a:cubicBezTo>
                  <a:cubicBezTo>
                    <a:pt x="691" y="1193"/>
                    <a:pt x="766" y="1158"/>
                    <a:pt x="823" y="1092"/>
                  </a:cubicBezTo>
                  <a:lnTo>
                    <a:pt x="1328" y="355"/>
                  </a:lnTo>
                  <a:lnTo>
                    <a:pt x="1112" y="52"/>
                  </a:lnTo>
                  <a:cubicBezTo>
                    <a:pt x="1079" y="20"/>
                    <a:pt x="1038" y="1"/>
                    <a:pt x="997"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8" name="Google Shape;16368;p67"/>
            <p:cNvSpPr/>
            <p:nvPr/>
          </p:nvSpPr>
          <p:spPr>
            <a:xfrm>
              <a:off x="6248681" y="2016859"/>
              <a:ext cx="90075" cy="84045"/>
            </a:xfrm>
            <a:custGeom>
              <a:avLst/>
              <a:gdLst/>
              <a:ahLst/>
              <a:cxnLst/>
              <a:rect l="l" t="t" r="r" b="b"/>
              <a:pathLst>
                <a:path w="3436" h="3206" extrusionOk="0">
                  <a:moveTo>
                    <a:pt x="1307" y="1"/>
                  </a:moveTo>
                  <a:cubicBezTo>
                    <a:pt x="1010" y="1"/>
                    <a:pt x="760" y="38"/>
                    <a:pt x="607" y="71"/>
                  </a:cubicBezTo>
                  <a:cubicBezTo>
                    <a:pt x="506" y="85"/>
                    <a:pt x="433" y="172"/>
                    <a:pt x="433" y="273"/>
                  </a:cubicBezTo>
                  <a:lnTo>
                    <a:pt x="433" y="937"/>
                  </a:lnTo>
                  <a:cubicBezTo>
                    <a:pt x="433" y="1024"/>
                    <a:pt x="390" y="1096"/>
                    <a:pt x="318" y="1125"/>
                  </a:cubicBezTo>
                  <a:lnTo>
                    <a:pt x="130" y="1226"/>
                  </a:lnTo>
                  <a:cubicBezTo>
                    <a:pt x="58" y="1269"/>
                    <a:pt x="0" y="1341"/>
                    <a:pt x="0" y="1413"/>
                  </a:cubicBezTo>
                  <a:lnTo>
                    <a:pt x="0" y="1442"/>
                  </a:lnTo>
                  <a:cubicBezTo>
                    <a:pt x="15" y="2366"/>
                    <a:pt x="722" y="3131"/>
                    <a:pt x="1661" y="3203"/>
                  </a:cubicBezTo>
                  <a:cubicBezTo>
                    <a:pt x="1686" y="3205"/>
                    <a:pt x="1712" y="3205"/>
                    <a:pt x="1737" y="3205"/>
                  </a:cubicBezTo>
                  <a:cubicBezTo>
                    <a:pt x="2670" y="3205"/>
                    <a:pt x="3436" y="2441"/>
                    <a:pt x="3422" y="1500"/>
                  </a:cubicBezTo>
                  <a:lnTo>
                    <a:pt x="3422" y="1413"/>
                  </a:lnTo>
                  <a:cubicBezTo>
                    <a:pt x="3422" y="1341"/>
                    <a:pt x="3378" y="1269"/>
                    <a:pt x="3306" y="1226"/>
                  </a:cubicBezTo>
                  <a:lnTo>
                    <a:pt x="3118" y="1125"/>
                  </a:lnTo>
                  <a:cubicBezTo>
                    <a:pt x="3046" y="1096"/>
                    <a:pt x="3003" y="1024"/>
                    <a:pt x="3003" y="937"/>
                  </a:cubicBezTo>
                  <a:lnTo>
                    <a:pt x="3003" y="677"/>
                  </a:lnTo>
                  <a:cubicBezTo>
                    <a:pt x="3003" y="591"/>
                    <a:pt x="2974" y="518"/>
                    <a:pt x="2916" y="475"/>
                  </a:cubicBezTo>
                  <a:cubicBezTo>
                    <a:pt x="2398" y="99"/>
                    <a:pt x="1790" y="1"/>
                    <a:pt x="1307"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9" name="Google Shape;16369;p67"/>
            <p:cNvSpPr/>
            <p:nvPr/>
          </p:nvSpPr>
          <p:spPr>
            <a:xfrm>
              <a:off x="6248681" y="2016911"/>
              <a:ext cx="78724" cy="83180"/>
            </a:xfrm>
            <a:custGeom>
              <a:avLst/>
              <a:gdLst/>
              <a:ahLst/>
              <a:cxnLst/>
              <a:rect l="l" t="t" r="r" b="b"/>
              <a:pathLst>
                <a:path w="3003" h="3173" extrusionOk="0">
                  <a:moveTo>
                    <a:pt x="1308" y="0"/>
                  </a:moveTo>
                  <a:cubicBezTo>
                    <a:pt x="1144" y="0"/>
                    <a:pt x="994" y="11"/>
                    <a:pt x="867" y="26"/>
                  </a:cubicBezTo>
                  <a:cubicBezTo>
                    <a:pt x="766" y="40"/>
                    <a:pt x="679" y="54"/>
                    <a:pt x="607" y="69"/>
                  </a:cubicBezTo>
                  <a:cubicBezTo>
                    <a:pt x="506" y="83"/>
                    <a:pt x="433" y="184"/>
                    <a:pt x="433" y="285"/>
                  </a:cubicBezTo>
                  <a:lnTo>
                    <a:pt x="433" y="935"/>
                  </a:lnTo>
                  <a:cubicBezTo>
                    <a:pt x="433" y="1022"/>
                    <a:pt x="390" y="1094"/>
                    <a:pt x="318" y="1137"/>
                  </a:cubicBezTo>
                  <a:lnTo>
                    <a:pt x="130" y="1224"/>
                  </a:lnTo>
                  <a:cubicBezTo>
                    <a:pt x="58" y="1267"/>
                    <a:pt x="15" y="1339"/>
                    <a:pt x="0" y="1426"/>
                  </a:cubicBezTo>
                  <a:lnTo>
                    <a:pt x="0" y="1440"/>
                  </a:lnTo>
                  <a:cubicBezTo>
                    <a:pt x="15" y="2278"/>
                    <a:pt x="592" y="2985"/>
                    <a:pt x="1401" y="3172"/>
                  </a:cubicBezTo>
                  <a:cubicBezTo>
                    <a:pt x="1069" y="2855"/>
                    <a:pt x="867" y="2407"/>
                    <a:pt x="867" y="1931"/>
                  </a:cubicBezTo>
                  <a:lnTo>
                    <a:pt x="867" y="733"/>
                  </a:lnTo>
                  <a:cubicBezTo>
                    <a:pt x="867" y="545"/>
                    <a:pt x="1011" y="401"/>
                    <a:pt x="1199" y="401"/>
                  </a:cubicBezTo>
                  <a:cubicBezTo>
                    <a:pt x="1264" y="399"/>
                    <a:pt x="1335" y="398"/>
                    <a:pt x="1408" y="398"/>
                  </a:cubicBezTo>
                  <a:cubicBezTo>
                    <a:pt x="1902" y="398"/>
                    <a:pt x="2551" y="449"/>
                    <a:pt x="3003" y="675"/>
                  </a:cubicBezTo>
                  <a:cubicBezTo>
                    <a:pt x="3003" y="589"/>
                    <a:pt x="2974" y="516"/>
                    <a:pt x="2916" y="473"/>
                  </a:cubicBezTo>
                  <a:cubicBezTo>
                    <a:pt x="2399" y="95"/>
                    <a:pt x="1792" y="0"/>
                    <a:pt x="1308"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0" name="Google Shape;16370;p67"/>
            <p:cNvSpPr/>
            <p:nvPr/>
          </p:nvSpPr>
          <p:spPr>
            <a:xfrm>
              <a:off x="6282367" y="2302891"/>
              <a:ext cx="22728" cy="22361"/>
            </a:xfrm>
            <a:custGeom>
              <a:avLst/>
              <a:gdLst/>
              <a:ahLst/>
              <a:cxnLst/>
              <a:rect l="l" t="t" r="r" b="b"/>
              <a:pathLst>
                <a:path w="867" h="853" extrusionOk="0">
                  <a:moveTo>
                    <a:pt x="433" y="1"/>
                  </a:moveTo>
                  <a:cubicBezTo>
                    <a:pt x="202" y="1"/>
                    <a:pt x="0" y="189"/>
                    <a:pt x="0" y="419"/>
                  </a:cubicBezTo>
                  <a:cubicBezTo>
                    <a:pt x="0" y="665"/>
                    <a:pt x="202" y="853"/>
                    <a:pt x="433" y="853"/>
                  </a:cubicBezTo>
                  <a:cubicBezTo>
                    <a:pt x="664" y="853"/>
                    <a:pt x="866" y="665"/>
                    <a:pt x="866" y="419"/>
                  </a:cubicBezTo>
                  <a:cubicBezTo>
                    <a:pt x="866" y="189"/>
                    <a:pt x="664" y="1"/>
                    <a:pt x="433"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1" name="Google Shape;16371;p67"/>
            <p:cNvSpPr/>
            <p:nvPr/>
          </p:nvSpPr>
          <p:spPr>
            <a:xfrm>
              <a:off x="6176013" y="2302891"/>
              <a:ext cx="22361" cy="22361"/>
            </a:xfrm>
            <a:custGeom>
              <a:avLst/>
              <a:gdLst/>
              <a:ahLst/>
              <a:cxnLst/>
              <a:rect l="l" t="t" r="r" b="b"/>
              <a:pathLst>
                <a:path w="853" h="853" extrusionOk="0">
                  <a:moveTo>
                    <a:pt x="434" y="1"/>
                  </a:moveTo>
                  <a:cubicBezTo>
                    <a:pt x="188" y="1"/>
                    <a:pt x="1" y="189"/>
                    <a:pt x="1" y="419"/>
                  </a:cubicBezTo>
                  <a:cubicBezTo>
                    <a:pt x="1" y="665"/>
                    <a:pt x="188" y="853"/>
                    <a:pt x="434" y="853"/>
                  </a:cubicBezTo>
                  <a:cubicBezTo>
                    <a:pt x="665" y="853"/>
                    <a:pt x="853" y="665"/>
                    <a:pt x="853" y="419"/>
                  </a:cubicBezTo>
                  <a:cubicBezTo>
                    <a:pt x="853" y="189"/>
                    <a:pt x="665" y="1"/>
                    <a:pt x="434"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2" name="Google Shape;16372;p67"/>
            <p:cNvSpPr/>
            <p:nvPr/>
          </p:nvSpPr>
          <p:spPr>
            <a:xfrm>
              <a:off x="6389062" y="2302891"/>
              <a:ext cx="22361" cy="22361"/>
            </a:xfrm>
            <a:custGeom>
              <a:avLst/>
              <a:gdLst/>
              <a:ahLst/>
              <a:cxnLst/>
              <a:rect l="l" t="t" r="r" b="b"/>
              <a:pathLst>
                <a:path w="853" h="853" extrusionOk="0">
                  <a:moveTo>
                    <a:pt x="434" y="1"/>
                  </a:moveTo>
                  <a:cubicBezTo>
                    <a:pt x="189" y="1"/>
                    <a:pt x="1" y="189"/>
                    <a:pt x="1" y="419"/>
                  </a:cubicBezTo>
                  <a:cubicBezTo>
                    <a:pt x="1" y="665"/>
                    <a:pt x="189" y="853"/>
                    <a:pt x="434" y="853"/>
                  </a:cubicBezTo>
                  <a:cubicBezTo>
                    <a:pt x="665" y="853"/>
                    <a:pt x="853" y="665"/>
                    <a:pt x="853" y="419"/>
                  </a:cubicBezTo>
                  <a:cubicBezTo>
                    <a:pt x="853" y="189"/>
                    <a:pt x="665" y="1"/>
                    <a:pt x="434"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3" name="Google Shape;16373;p67"/>
            <p:cNvSpPr/>
            <p:nvPr/>
          </p:nvSpPr>
          <p:spPr>
            <a:xfrm>
              <a:off x="6199528" y="2217954"/>
              <a:ext cx="188381" cy="73769"/>
            </a:xfrm>
            <a:custGeom>
              <a:avLst/>
              <a:gdLst/>
              <a:ahLst/>
              <a:cxnLst/>
              <a:rect l="l" t="t" r="r" b="b"/>
              <a:pathLst>
                <a:path w="7186" h="2814" extrusionOk="0">
                  <a:moveTo>
                    <a:pt x="3593" y="0"/>
                  </a:moveTo>
                  <a:cubicBezTo>
                    <a:pt x="3478" y="0"/>
                    <a:pt x="3362" y="80"/>
                    <a:pt x="3377" y="238"/>
                  </a:cubicBezTo>
                  <a:lnTo>
                    <a:pt x="3377" y="455"/>
                  </a:lnTo>
                  <a:lnTo>
                    <a:pt x="2005" y="455"/>
                  </a:lnTo>
                  <a:cubicBezTo>
                    <a:pt x="1717" y="455"/>
                    <a:pt x="1457" y="585"/>
                    <a:pt x="1298" y="816"/>
                  </a:cubicBezTo>
                  <a:lnTo>
                    <a:pt x="114" y="2476"/>
                  </a:lnTo>
                  <a:cubicBezTo>
                    <a:pt x="1" y="2641"/>
                    <a:pt x="146" y="2814"/>
                    <a:pt x="301" y="2814"/>
                  </a:cubicBezTo>
                  <a:cubicBezTo>
                    <a:pt x="363" y="2814"/>
                    <a:pt x="426" y="2787"/>
                    <a:pt x="475" y="2721"/>
                  </a:cubicBezTo>
                  <a:lnTo>
                    <a:pt x="1659" y="1061"/>
                  </a:lnTo>
                  <a:cubicBezTo>
                    <a:pt x="1731" y="946"/>
                    <a:pt x="1861" y="888"/>
                    <a:pt x="2005" y="888"/>
                  </a:cubicBezTo>
                  <a:lnTo>
                    <a:pt x="3377" y="888"/>
                  </a:lnTo>
                  <a:lnTo>
                    <a:pt x="3377" y="2389"/>
                  </a:lnTo>
                  <a:cubicBezTo>
                    <a:pt x="3362" y="2541"/>
                    <a:pt x="3478" y="2617"/>
                    <a:pt x="3593" y="2617"/>
                  </a:cubicBezTo>
                  <a:cubicBezTo>
                    <a:pt x="3709" y="2617"/>
                    <a:pt x="3824" y="2541"/>
                    <a:pt x="3810" y="2389"/>
                  </a:cubicBezTo>
                  <a:lnTo>
                    <a:pt x="3810" y="888"/>
                  </a:lnTo>
                  <a:lnTo>
                    <a:pt x="5196" y="888"/>
                  </a:lnTo>
                  <a:cubicBezTo>
                    <a:pt x="5326" y="888"/>
                    <a:pt x="5455" y="946"/>
                    <a:pt x="5542" y="1061"/>
                  </a:cubicBezTo>
                  <a:lnTo>
                    <a:pt x="6726" y="2721"/>
                  </a:lnTo>
                  <a:cubicBezTo>
                    <a:pt x="6771" y="2787"/>
                    <a:pt x="6831" y="2814"/>
                    <a:pt x="6891" y="2814"/>
                  </a:cubicBezTo>
                  <a:cubicBezTo>
                    <a:pt x="7041" y="2814"/>
                    <a:pt x="7186" y="2641"/>
                    <a:pt x="7072" y="2476"/>
                  </a:cubicBezTo>
                  <a:lnTo>
                    <a:pt x="5888" y="816"/>
                  </a:lnTo>
                  <a:cubicBezTo>
                    <a:pt x="5730" y="585"/>
                    <a:pt x="5470" y="455"/>
                    <a:pt x="5196" y="455"/>
                  </a:cubicBezTo>
                  <a:lnTo>
                    <a:pt x="3810" y="455"/>
                  </a:lnTo>
                  <a:lnTo>
                    <a:pt x="3810" y="238"/>
                  </a:lnTo>
                  <a:cubicBezTo>
                    <a:pt x="3824" y="80"/>
                    <a:pt x="3709" y="0"/>
                    <a:pt x="3593"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74" name="Google Shape;16374;p67"/>
          <p:cNvGrpSpPr/>
          <p:nvPr/>
        </p:nvGrpSpPr>
        <p:grpSpPr>
          <a:xfrm>
            <a:off x="6627020" y="1977458"/>
            <a:ext cx="235778" cy="347794"/>
            <a:chOff x="6652077" y="1977458"/>
            <a:chExt cx="235778" cy="347794"/>
          </a:xfrm>
        </p:grpSpPr>
        <p:sp>
          <p:nvSpPr>
            <p:cNvPr id="16375" name="Google Shape;16375;p67"/>
            <p:cNvSpPr/>
            <p:nvPr/>
          </p:nvSpPr>
          <p:spPr>
            <a:xfrm>
              <a:off x="6758798" y="2302891"/>
              <a:ext cx="22361" cy="22361"/>
            </a:xfrm>
            <a:custGeom>
              <a:avLst/>
              <a:gdLst/>
              <a:ahLst/>
              <a:cxnLst/>
              <a:rect l="l" t="t" r="r" b="b"/>
              <a:pathLst>
                <a:path w="853" h="853" extrusionOk="0">
                  <a:moveTo>
                    <a:pt x="433" y="1"/>
                  </a:moveTo>
                  <a:cubicBezTo>
                    <a:pt x="188" y="1"/>
                    <a:pt x="0" y="189"/>
                    <a:pt x="0" y="419"/>
                  </a:cubicBezTo>
                  <a:cubicBezTo>
                    <a:pt x="0" y="665"/>
                    <a:pt x="188" y="853"/>
                    <a:pt x="433" y="853"/>
                  </a:cubicBezTo>
                  <a:cubicBezTo>
                    <a:pt x="664" y="853"/>
                    <a:pt x="852" y="665"/>
                    <a:pt x="852" y="419"/>
                  </a:cubicBezTo>
                  <a:cubicBezTo>
                    <a:pt x="852" y="189"/>
                    <a:pt x="664" y="1"/>
                    <a:pt x="433" y="1"/>
                  </a:cubicBezTo>
                  <a:close/>
                </a:path>
              </a:pathLst>
            </a:custGeom>
            <a:solidFill>
              <a:srgbClr val="9AAA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6" name="Google Shape;16376;p67"/>
            <p:cNvSpPr/>
            <p:nvPr/>
          </p:nvSpPr>
          <p:spPr>
            <a:xfrm>
              <a:off x="6652077" y="2302891"/>
              <a:ext cx="22728" cy="22361"/>
            </a:xfrm>
            <a:custGeom>
              <a:avLst/>
              <a:gdLst/>
              <a:ahLst/>
              <a:cxnLst/>
              <a:rect l="l" t="t" r="r" b="b"/>
              <a:pathLst>
                <a:path w="867" h="853" extrusionOk="0">
                  <a:moveTo>
                    <a:pt x="434" y="1"/>
                  </a:moveTo>
                  <a:cubicBezTo>
                    <a:pt x="203" y="1"/>
                    <a:pt x="1" y="189"/>
                    <a:pt x="1" y="419"/>
                  </a:cubicBezTo>
                  <a:cubicBezTo>
                    <a:pt x="1" y="665"/>
                    <a:pt x="203" y="853"/>
                    <a:pt x="434" y="853"/>
                  </a:cubicBezTo>
                  <a:cubicBezTo>
                    <a:pt x="665" y="853"/>
                    <a:pt x="867" y="665"/>
                    <a:pt x="867" y="419"/>
                  </a:cubicBezTo>
                  <a:cubicBezTo>
                    <a:pt x="867" y="189"/>
                    <a:pt x="665" y="1"/>
                    <a:pt x="434"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7" name="Google Shape;16377;p67"/>
            <p:cNvSpPr/>
            <p:nvPr/>
          </p:nvSpPr>
          <p:spPr>
            <a:xfrm>
              <a:off x="6865126" y="2302891"/>
              <a:ext cx="22728" cy="22361"/>
            </a:xfrm>
            <a:custGeom>
              <a:avLst/>
              <a:gdLst/>
              <a:ahLst/>
              <a:cxnLst/>
              <a:rect l="l" t="t" r="r" b="b"/>
              <a:pathLst>
                <a:path w="867" h="853" extrusionOk="0">
                  <a:moveTo>
                    <a:pt x="434" y="1"/>
                  </a:moveTo>
                  <a:cubicBezTo>
                    <a:pt x="203" y="1"/>
                    <a:pt x="1" y="189"/>
                    <a:pt x="1" y="419"/>
                  </a:cubicBezTo>
                  <a:cubicBezTo>
                    <a:pt x="1" y="665"/>
                    <a:pt x="203" y="853"/>
                    <a:pt x="434" y="853"/>
                  </a:cubicBezTo>
                  <a:cubicBezTo>
                    <a:pt x="665" y="853"/>
                    <a:pt x="867" y="665"/>
                    <a:pt x="867" y="419"/>
                  </a:cubicBezTo>
                  <a:cubicBezTo>
                    <a:pt x="867" y="189"/>
                    <a:pt x="665" y="1"/>
                    <a:pt x="434" y="1"/>
                  </a:cubicBezTo>
                  <a:close/>
                </a:path>
              </a:pathLst>
            </a:custGeom>
            <a:solidFill>
              <a:srgbClr val="ADBDC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8" name="Google Shape;16378;p67"/>
            <p:cNvSpPr/>
            <p:nvPr/>
          </p:nvSpPr>
          <p:spPr>
            <a:xfrm>
              <a:off x="6675697" y="2219081"/>
              <a:ext cx="188564" cy="72642"/>
            </a:xfrm>
            <a:custGeom>
              <a:avLst/>
              <a:gdLst/>
              <a:ahLst/>
              <a:cxnLst/>
              <a:rect l="l" t="t" r="r" b="b"/>
              <a:pathLst>
                <a:path w="7193" h="2771" extrusionOk="0">
                  <a:moveTo>
                    <a:pt x="3596" y="0"/>
                  </a:moveTo>
                  <a:cubicBezTo>
                    <a:pt x="3495" y="0"/>
                    <a:pt x="3394" y="65"/>
                    <a:pt x="3387" y="195"/>
                  </a:cubicBezTo>
                  <a:lnTo>
                    <a:pt x="3387" y="412"/>
                  </a:lnTo>
                  <a:lnTo>
                    <a:pt x="2001" y="412"/>
                  </a:lnTo>
                  <a:cubicBezTo>
                    <a:pt x="1727" y="412"/>
                    <a:pt x="1467" y="542"/>
                    <a:pt x="1308" y="773"/>
                  </a:cubicBezTo>
                  <a:lnTo>
                    <a:pt x="125" y="2433"/>
                  </a:lnTo>
                  <a:cubicBezTo>
                    <a:pt x="1" y="2598"/>
                    <a:pt x="143" y="2771"/>
                    <a:pt x="297" y="2771"/>
                  </a:cubicBezTo>
                  <a:cubicBezTo>
                    <a:pt x="359" y="2771"/>
                    <a:pt x="422" y="2744"/>
                    <a:pt x="471" y="2678"/>
                  </a:cubicBezTo>
                  <a:lnTo>
                    <a:pt x="1655" y="1018"/>
                  </a:lnTo>
                  <a:cubicBezTo>
                    <a:pt x="1727" y="903"/>
                    <a:pt x="1857" y="845"/>
                    <a:pt x="2001" y="845"/>
                  </a:cubicBezTo>
                  <a:lnTo>
                    <a:pt x="3387" y="845"/>
                  </a:lnTo>
                  <a:lnTo>
                    <a:pt x="3387" y="2346"/>
                  </a:lnTo>
                  <a:cubicBezTo>
                    <a:pt x="3394" y="2476"/>
                    <a:pt x="3495" y="2541"/>
                    <a:pt x="3596" y="2541"/>
                  </a:cubicBezTo>
                  <a:cubicBezTo>
                    <a:pt x="3697" y="2541"/>
                    <a:pt x="3798" y="2476"/>
                    <a:pt x="3806" y="2346"/>
                  </a:cubicBezTo>
                  <a:lnTo>
                    <a:pt x="3806" y="845"/>
                  </a:lnTo>
                  <a:lnTo>
                    <a:pt x="5191" y="845"/>
                  </a:lnTo>
                  <a:cubicBezTo>
                    <a:pt x="5321" y="845"/>
                    <a:pt x="5451" y="903"/>
                    <a:pt x="5538" y="1018"/>
                  </a:cubicBezTo>
                  <a:lnTo>
                    <a:pt x="6722" y="2678"/>
                  </a:lnTo>
                  <a:cubicBezTo>
                    <a:pt x="6767" y="2744"/>
                    <a:pt x="6828" y="2771"/>
                    <a:pt x="6889" y="2771"/>
                  </a:cubicBezTo>
                  <a:cubicBezTo>
                    <a:pt x="7042" y="2771"/>
                    <a:pt x="7192" y="2598"/>
                    <a:pt x="7068" y="2433"/>
                  </a:cubicBezTo>
                  <a:lnTo>
                    <a:pt x="5884" y="773"/>
                  </a:lnTo>
                  <a:cubicBezTo>
                    <a:pt x="5726" y="542"/>
                    <a:pt x="5466" y="412"/>
                    <a:pt x="5191" y="412"/>
                  </a:cubicBezTo>
                  <a:lnTo>
                    <a:pt x="3806" y="412"/>
                  </a:lnTo>
                  <a:lnTo>
                    <a:pt x="3806" y="195"/>
                  </a:lnTo>
                  <a:cubicBezTo>
                    <a:pt x="3798" y="65"/>
                    <a:pt x="3697" y="0"/>
                    <a:pt x="3596"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79" name="Google Shape;16379;p67"/>
            <p:cNvSpPr/>
            <p:nvPr/>
          </p:nvSpPr>
          <p:spPr>
            <a:xfrm>
              <a:off x="6747447" y="2112176"/>
              <a:ext cx="45064" cy="45064"/>
            </a:xfrm>
            <a:custGeom>
              <a:avLst/>
              <a:gdLst/>
              <a:ahLst/>
              <a:cxnLst/>
              <a:rect l="l" t="t" r="r" b="b"/>
              <a:pathLst>
                <a:path w="1719" h="1719" extrusionOk="0">
                  <a:moveTo>
                    <a:pt x="0" y="0"/>
                  </a:moveTo>
                  <a:lnTo>
                    <a:pt x="0" y="1718"/>
                  </a:lnTo>
                  <a:lnTo>
                    <a:pt x="1718" y="1718"/>
                  </a:lnTo>
                  <a:lnTo>
                    <a:pt x="1718"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0" name="Google Shape;16380;p67"/>
            <p:cNvSpPr/>
            <p:nvPr/>
          </p:nvSpPr>
          <p:spPr>
            <a:xfrm>
              <a:off x="6747447" y="2112176"/>
              <a:ext cx="45064" cy="22361"/>
            </a:xfrm>
            <a:custGeom>
              <a:avLst/>
              <a:gdLst/>
              <a:ahLst/>
              <a:cxnLst/>
              <a:rect l="l" t="t" r="r" b="b"/>
              <a:pathLst>
                <a:path w="1719" h="853" extrusionOk="0">
                  <a:moveTo>
                    <a:pt x="0" y="0"/>
                  </a:moveTo>
                  <a:lnTo>
                    <a:pt x="0" y="679"/>
                  </a:lnTo>
                  <a:cubicBezTo>
                    <a:pt x="275" y="794"/>
                    <a:pt x="567" y="852"/>
                    <a:pt x="859" y="852"/>
                  </a:cubicBezTo>
                  <a:cubicBezTo>
                    <a:pt x="1152" y="852"/>
                    <a:pt x="1444" y="794"/>
                    <a:pt x="1718" y="679"/>
                  </a:cubicBezTo>
                  <a:lnTo>
                    <a:pt x="1718"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1" name="Google Shape;16381;p67"/>
            <p:cNvSpPr/>
            <p:nvPr/>
          </p:nvSpPr>
          <p:spPr>
            <a:xfrm>
              <a:off x="6741759" y="1977458"/>
              <a:ext cx="56415" cy="45064"/>
            </a:xfrm>
            <a:custGeom>
              <a:avLst/>
              <a:gdLst/>
              <a:ahLst/>
              <a:cxnLst/>
              <a:rect l="l" t="t" r="r" b="b"/>
              <a:pathLst>
                <a:path w="2152" h="1719" extrusionOk="0">
                  <a:moveTo>
                    <a:pt x="1083" y="0"/>
                  </a:moveTo>
                  <a:cubicBezTo>
                    <a:pt x="492" y="0"/>
                    <a:pt x="1" y="390"/>
                    <a:pt x="1" y="867"/>
                  </a:cubicBezTo>
                  <a:cubicBezTo>
                    <a:pt x="1" y="1328"/>
                    <a:pt x="492" y="1718"/>
                    <a:pt x="1083" y="1718"/>
                  </a:cubicBezTo>
                  <a:cubicBezTo>
                    <a:pt x="1661" y="1718"/>
                    <a:pt x="2152" y="1328"/>
                    <a:pt x="2152" y="867"/>
                  </a:cubicBezTo>
                  <a:cubicBezTo>
                    <a:pt x="2152" y="390"/>
                    <a:pt x="1661" y="0"/>
                    <a:pt x="1083"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2" name="Google Shape;16382;p67"/>
            <p:cNvSpPr/>
            <p:nvPr/>
          </p:nvSpPr>
          <p:spPr>
            <a:xfrm>
              <a:off x="6741759" y="1977825"/>
              <a:ext cx="38248" cy="44697"/>
            </a:xfrm>
            <a:custGeom>
              <a:avLst/>
              <a:gdLst/>
              <a:ahLst/>
              <a:cxnLst/>
              <a:rect l="l" t="t" r="r" b="b"/>
              <a:pathLst>
                <a:path w="1459" h="1705" extrusionOk="0">
                  <a:moveTo>
                    <a:pt x="1083" y="1"/>
                  </a:moveTo>
                  <a:cubicBezTo>
                    <a:pt x="492" y="1"/>
                    <a:pt x="1" y="376"/>
                    <a:pt x="1" y="853"/>
                  </a:cubicBezTo>
                  <a:cubicBezTo>
                    <a:pt x="1" y="1314"/>
                    <a:pt x="492" y="1704"/>
                    <a:pt x="1083" y="1704"/>
                  </a:cubicBezTo>
                  <a:cubicBezTo>
                    <a:pt x="1199" y="1704"/>
                    <a:pt x="1329" y="1690"/>
                    <a:pt x="1459" y="1647"/>
                  </a:cubicBezTo>
                  <a:cubicBezTo>
                    <a:pt x="1083" y="1545"/>
                    <a:pt x="809" y="1213"/>
                    <a:pt x="795" y="824"/>
                  </a:cubicBezTo>
                  <a:cubicBezTo>
                    <a:pt x="809" y="463"/>
                    <a:pt x="1040" y="160"/>
                    <a:pt x="1372" y="30"/>
                  </a:cubicBezTo>
                  <a:cubicBezTo>
                    <a:pt x="1271" y="1"/>
                    <a:pt x="1170" y="1"/>
                    <a:pt x="108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3" name="Google Shape;16383;p67"/>
            <p:cNvSpPr/>
            <p:nvPr/>
          </p:nvSpPr>
          <p:spPr>
            <a:xfrm>
              <a:off x="6713761" y="2000160"/>
              <a:ext cx="112410" cy="112043"/>
            </a:xfrm>
            <a:custGeom>
              <a:avLst/>
              <a:gdLst/>
              <a:ahLst/>
              <a:cxnLst/>
              <a:rect l="l" t="t" r="r" b="b"/>
              <a:pathLst>
                <a:path w="4288" h="4274" extrusionOk="0">
                  <a:moveTo>
                    <a:pt x="2151" y="1"/>
                  </a:moveTo>
                  <a:cubicBezTo>
                    <a:pt x="968" y="1"/>
                    <a:pt x="1" y="953"/>
                    <a:pt x="1" y="2137"/>
                  </a:cubicBezTo>
                  <a:cubicBezTo>
                    <a:pt x="1" y="3321"/>
                    <a:pt x="968" y="4273"/>
                    <a:pt x="2151" y="4273"/>
                  </a:cubicBezTo>
                  <a:cubicBezTo>
                    <a:pt x="3321" y="4273"/>
                    <a:pt x="4288" y="3321"/>
                    <a:pt x="4288" y="2137"/>
                  </a:cubicBezTo>
                  <a:cubicBezTo>
                    <a:pt x="4288" y="953"/>
                    <a:pt x="3321" y="1"/>
                    <a:pt x="2151"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4" name="Google Shape;16384;p67"/>
            <p:cNvSpPr/>
            <p:nvPr/>
          </p:nvSpPr>
          <p:spPr>
            <a:xfrm>
              <a:off x="6740605" y="2000134"/>
              <a:ext cx="88974" cy="110942"/>
            </a:xfrm>
            <a:custGeom>
              <a:avLst/>
              <a:gdLst/>
              <a:ahLst/>
              <a:cxnLst/>
              <a:rect l="l" t="t" r="r" b="b"/>
              <a:pathLst>
                <a:path w="3394" h="4232" extrusionOk="0">
                  <a:moveTo>
                    <a:pt x="1164" y="0"/>
                  </a:moveTo>
                  <a:cubicBezTo>
                    <a:pt x="375" y="0"/>
                    <a:pt x="0" y="994"/>
                    <a:pt x="622" y="1517"/>
                  </a:cubicBezTo>
                  <a:cubicBezTo>
                    <a:pt x="622" y="1517"/>
                    <a:pt x="1229" y="3596"/>
                    <a:pt x="1546" y="4231"/>
                  </a:cubicBezTo>
                  <a:cubicBezTo>
                    <a:pt x="2658" y="4000"/>
                    <a:pt x="3394" y="2946"/>
                    <a:pt x="3235" y="1835"/>
                  </a:cubicBezTo>
                  <a:cubicBezTo>
                    <a:pt x="3105" y="969"/>
                    <a:pt x="2484" y="276"/>
                    <a:pt x="1633" y="59"/>
                  </a:cubicBezTo>
                  <a:cubicBezTo>
                    <a:pt x="1503" y="30"/>
                    <a:pt x="1358" y="2"/>
                    <a:pt x="1214" y="2"/>
                  </a:cubicBezTo>
                  <a:cubicBezTo>
                    <a:pt x="1197" y="1"/>
                    <a:pt x="1180" y="0"/>
                    <a:pt x="1164"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5" name="Google Shape;16385;p67"/>
            <p:cNvSpPr/>
            <p:nvPr/>
          </p:nvSpPr>
          <p:spPr>
            <a:xfrm>
              <a:off x="6725112" y="2040033"/>
              <a:ext cx="89708" cy="83521"/>
            </a:xfrm>
            <a:custGeom>
              <a:avLst/>
              <a:gdLst/>
              <a:ahLst/>
              <a:cxnLst/>
              <a:rect l="l" t="t" r="r" b="b"/>
              <a:pathLst>
                <a:path w="3422" h="3186" extrusionOk="0">
                  <a:moveTo>
                    <a:pt x="1158" y="1"/>
                  </a:moveTo>
                  <a:cubicBezTo>
                    <a:pt x="1091" y="1"/>
                    <a:pt x="1028" y="40"/>
                    <a:pt x="982" y="96"/>
                  </a:cubicBezTo>
                  <a:cubicBezTo>
                    <a:pt x="823" y="356"/>
                    <a:pt x="419" y="977"/>
                    <a:pt x="87" y="1208"/>
                  </a:cubicBezTo>
                  <a:cubicBezTo>
                    <a:pt x="30" y="1237"/>
                    <a:pt x="1" y="1309"/>
                    <a:pt x="1" y="1381"/>
                  </a:cubicBezTo>
                  <a:lnTo>
                    <a:pt x="1" y="1468"/>
                  </a:lnTo>
                  <a:cubicBezTo>
                    <a:pt x="1" y="2420"/>
                    <a:pt x="766" y="3185"/>
                    <a:pt x="1718" y="3185"/>
                  </a:cubicBezTo>
                  <a:cubicBezTo>
                    <a:pt x="2657" y="3171"/>
                    <a:pt x="3422" y="2420"/>
                    <a:pt x="3422" y="1468"/>
                  </a:cubicBezTo>
                  <a:lnTo>
                    <a:pt x="3422" y="1251"/>
                  </a:lnTo>
                  <a:cubicBezTo>
                    <a:pt x="3422" y="529"/>
                    <a:pt x="1733" y="111"/>
                    <a:pt x="1213" y="10"/>
                  </a:cubicBezTo>
                  <a:cubicBezTo>
                    <a:pt x="1195" y="4"/>
                    <a:pt x="1176" y="1"/>
                    <a:pt x="115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6" name="Google Shape;16386;p67"/>
            <p:cNvSpPr/>
            <p:nvPr/>
          </p:nvSpPr>
          <p:spPr>
            <a:xfrm>
              <a:off x="6697481" y="2142822"/>
              <a:ext cx="145362" cy="59062"/>
            </a:xfrm>
            <a:custGeom>
              <a:avLst/>
              <a:gdLst/>
              <a:ahLst/>
              <a:cxnLst/>
              <a:rect l="l" t="t" r="r" b="b"/>
              <a:pathLst>
                <a:path w="5545" h="2253" extrusionOk="0">
                  <a:moveTo>
                    <a:pt x="1690" y="1"/>
                  </a:moveTo>
                  <a:lnTo>
                    <a:pt x="1675" y="15"/>
                  </a:lnTo>
                  <a:lnTo>
                    <a:pt x="376" y="593"/>
                  </a:lnTo>
                  <a:cubicBezTo>
                    <a:pt x="145" y="694"/>
                    <a:pt x="1" y="925"/>
                    <a:pt x="1" y="1170"/>
                  </a:cubicBezTo>
                  <a:lnTo>
                    <a:pt x="1" y="2036"/>
                  </a:lnTo>
                  <a:cubicBezTo>
                    <a:pt x="1" y="2152"/>
                    <a:pt x="88" y="2253"/>
                    <a:pt x="203" y="2253"/>
                  </a:cubicBezTo>
                  <a:lnTo>
                    <a:pt x="5328" y="2253"/>
                  </a:lnTo>
                  <a:cubicBezTo>
                    <a:pt x="5457" y="2253"/>
                    <a:pt x="5544" y="2152"/>
                    <a:pt x="5544" y="2036"/>
                  </a:cubicBezTo>
                  <a:lnTo>
                    <a:pt x="5544" y="1170"/>
                  </a:lnTo>
                  <a:cubicBezTo>
                    <a:pt x="5544" y="925"/>
                    <a:pt x="5400" y="694"/>
                    <a:pt x="5169" y="593"/>
                  </a:cubicBezTo>
                  <a:lnTo>
                    <a:pt x="3884" y="15"/>
                  </a:lnTo>
                  <a:lnTo>
                    <a:pt x="3855" y="1"/>
                  </a:lnTo>
                  <a:lnTo>
                    <a:pt x="2772" y="564"/>
                  </a:lnTo>
                  <a:lnTo>
                    <a:pt x="1690"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7" name="Google Shape;16387;p67"/>
            <p:cNvSpPr/>
            <p:nvPr/>
          </p:nvSpPr>
          <p:spPr>
            <a:xfrm>
              <a:off x="6697114" y="2161749"/>
              <a:ext cx="28024" cy="40135"/>
            </a:xfrm>
            <a:custGeom>
              <a:avLst/>
              <a:gdLst/>
              <a:ahLst/>
              <a:cxnLst/>
              <a:rect l="l" t="t" r="r" b="b"/>
              <a:pathLst>
                <a:path w="1069" h="1531" extrusionOk="0">
                  <a:moveTo>
                    <a:pt x="188" y="0"/>
                  </a:moveTo>
                  <a:cubicBezTo>
                    <a:pt x="73" y="130"/>
                    <a:pt x="0" y="289"/>
                    <a:pt x="0" y="448"/>
                  </a:cubicBezTo>
                  <a:lnTo>
                    <a:pt x="0" y="1314"/>
                  </a:lnTo>
                  <a:cubicBezTo>
                    <a:pt x="0" y="1430"/>
                    <a:pt x="102" y="1531"/>
                    <a:pt x="217" y="1531"/>
                  </a:cubicBezTo>
                  <a:lnTo>
                    <a:pt x="1069" y="1531"/>
                  </a:lnTo>
                  <a:lnTo>
                    <a:pt x="1069" y="1069"/>
                  </a:lnTo>
                  <a:cubicBezTo>
                    <a:pt x="1069" y="953"/>
                    <a:pt x="1025" y="852"/>
                    <a:pt x="953" y="766"/>
                  </a:cubicBezTo>
                  <a:lnTo>
                    <a:pt x="188"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8" name="Google Shape;16388;p67"/>
            <p:cNvSpPr/>
            <p:nvPr/>
          </p:nvSpPr>
          <p:spPr>
            <a:xfrm>
              <a:off x="6814427" y="2161749"/>
              <a:ext cx="28417" cy="40135"/>
            </a:xfrm>
            <a:custGeom>
              <a:avLst/>
              <a:gdLst/>
              <a:ahLst/>
              <a:cxnLst/>
              <a:rect l="l" t="t" r="r" b="b"/>
              <a:pathLst>
                <a:path w="1084" h="1531" extrusionOk="0">
                  <a:moveTo>
                    <a:pt x="895" y="0"/>
                  </a:moveTo>
                  <a:lnTo>
                    <a:pt x="130" y="766"/>
                  </a:lnTo>
                  <a:cubicBezTo>
                    <a:pt x="44" y="852"/>
                    <a:pt x="0" y="953"/>
                    <a:pt x="0" y="1069"/>
                  </a:cubicBezTo>
                  <a:lnTo>
                    <a:pt x="0" y="1531"/>
                  </a:lnTo>
                  <a:lnTo>
                    <a:pt x="867" y="1531"/>
                  </a:lnTo>
                  <a:cubicBezTo>
                    <a:pt x="982" y="1531"/>
                    <a:pt x="1083" y="1430"/>
                    <a:pt x="1083" y="1314"/>
                  </a:cubicBezTo>
                  <a:lnTo>
                    <a:pt x="1083" y="448"/>
                  </a:lnTo>
                  <a:cubicBezTo>
                    <a:pt x="1083" y="289"/>
                    <a:pt x="1011" y="130"/>
                    <a:pt x="895"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89" name="Google Shape;16389;p67"/>
            <p:cNvSpPr/>
            <p:nvPr/>
          </p:nvSpPr>
          <p:spPr>
            <a:xfrm>
              <a:off x="6737617" y="2135849"/>
              <a:ext cx="64358" cy="66036"/>
            </a:xfrm>
            <a:custGeom>
              <a:avLst/>
              <a:gdLst/>
              <a:ahLst/>
              <a:cxnLst/>
              <a:rect l="l" t="t" r="r" b="b"/>
              <a:pathLst>
                <a:path w="2455" h="2519" extrusionOk="0">
                  <a:moveTo>
                    <a:pt x="293" y="0"/>
                  </a:moveTo>
                  <a:cubicBezTo>
                    <a:pt x="253" y="0"/>
                    <a:pt x="213" y="23"/>
                    <a:pt x="188" y="65"/>
                  </a:cubicBezTo>
                  <a:lnTo>
                    <a:pt x="0" y="339"/>
                  </a:lnTo>
                  <a:lnTo>
                    <a:pt x="433" y="1118"/>
                  </a:lnTo>
                  <a:cubicBezTo>
                    <a:pt x="479" y="1192"/>
                    <a:pt x="553" y="1230"/>
                    <a:pt x="628" y="1230"/>
                  </a:cubicBezTo>
                  <a:cubicBezTo>
                    <a:pt x="671" y="1230"/>
                    <a:pt x="714" y="1217"/>
                    <a:pt x="751" y="1191"/>
                  </a:cubicBezTo>
                  <a:lnTo>
                    <a:pt x="1011" y="974"/>
                  </a:lnTo>
                  <a:lnTo>
                    <a:pt x="1011" y="2519"/>
                  </a:lnTo>
                  <a:lnTo>
                    <a:pt x="1444" y="2519"/>
                  </a:lnTo>
                  <a:lnTo>
                    <a:pt x="1444" y="974"/>
                  </a:lnTo>
                  <a:lnTo>
                    <a:pt x="1703" y="1191"/>
                  </a:lnTo>
                  <a:cubicBezTo>
                    <a:pt x="1740" y="1217"/>
                    <a:pt x="1785" y="1230"/>
                    <a:pt x="1830" y="1230"/>
                  </a:cubicBezTo>
                  <a:cubicBezTo>
                    <a:pt x="1907" y="1230"/>
                    <a:pt x="1984" y="1192"/>
                    <a:pt x="2021" y="1118"/>
                  </a:cubicBezTo>
                  <a:lnTo>
                    <a:pt x="2454" y="339"/>
                  </a:lnTo>
                  <a:lnTo>
                    <a:pt x="2281" y="65"/>
                  </a:lnTo>
                  <a:cubicBezTo>
                    <a:pt x="2256" y="23"/>
                    <a:pt x="2216" y="0"/>
                    <a:pt x="2175" y="0"/>
                  </a:cubicBezTo>
                  <a:cubicBezTo>
                    <a:pt x="2146" y="0"/>
                    <a:pt x="2117" y="12"/>
                    <a:pt x="2093" y="36"/>
                  </a:cubicBezTo>
                  <a:lnTo>
                    <a:pt x="1371" y="685"/>
                  </a:lnTo>
                  <a:cubicBezTo>
                    <a:pt x="1335" y="721"/>
                    <a:pt x="1285" y="739"/>
                    <a:pt x="1232" y="739"/>
                  </a:cubicBezTo>
                  <a:cubicBezTo>
                    <a:pt x="1180" y="739"/>
                    <a:pt x="1126" y="721"/>
                    <a:pt x="1083" y="685"/>
                  </a:cubicBezTo>
                  <a:lnTo>
                    <a:pt x="375" y="36"/>
                  </a:lnTo>
                  <a:cubicBezTo>
                    <a:pt x="351" y="12"/>
                    <a:pt x="322" y="0"/>
                    <a:pt x="293"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0" name="Google Shape;16390;p67"/>
            <p:cNvSpPr/>
            <p:nvPr/>
          </p:nvSpPr>
          <p:spPr>
            <a:xfrm>
              <a:off x="6725112" y="2040033"/>
              <a:ext cx="90101" cy="82761"/>
            </a:xfrm>
            <a:custGeom>
              <a:avLst/>
              <a:gdLst/>
              <a:ahLst/>
              <a:cxnLst/>
              <a:rect l="l" t="t" r="r" b="b"/>
              <a:pathLst>
                <a:path w="3437" h="3157" extrusionOk="0">
                  <a:moveTo>
                    <a:pt x="1158" y="1"/>
                  </a:moveTo>
                  <a:cubicBezTo>
                    <a:pt x="1092" y="1"/>
                    <a:pt x="1031" y="40"/>
                    <a:pt x="997" y="96"/>
                  </a:cubicBezTo>
                  <a:cubicBezTo>
                    <a:pt x="823" y="356"/>
                    <a:pt x="419" y="977"/>
                    <a:pt x="87" y="1208"/>
                  </a:cubicBezTo>
                  <a:cubicBezTo>
                    <a:pt x="30" y="1237"/>
                    <a:pt x="1" y="1309"/>
                    <a:pt x="1" y="1381"/>
                  </a:cubicBezTo>
                  <a:lnTo>
                    <a:pt x="1" y="1468"/>
                  </a:lnTo>
                  <a:cubicBezTo>
                    <a:pt x="1" y="2290"/>
                    <a:pt x="593" y="3012"/>
                    <a:pt x="1415" y="3157"/>
                  </a:cubicBezTo>
                  <a:cubicBezTo>
                    <a:pt x="1069" y="2825"/>
                    <a:pt x="867" y="2363"/>
                    <a:pt x="867" y="1886"/>
                  </a:cubicBezTo>
                  <a:lnTo>
                    <a:pt x="867" y="1237"/>
                  </a:lnTo>
                  <a:cubicBezTo>
                    <a:pt x="867" y="1092"/>
                    <a:pt x="925" y="962"/>
                    <a:pt x="1011" y="847"/>
                  </a:cubicBezTo>
                  <a:cubicBezTo>
                    <a:pt x="1083" y="746"/>
                    <a:pt x="1170" y="630"/>
                    <a:pt x="1242" y="515"/>
                  </a:cubicBezTo>
                  <a:cubicBezTo>
                    <a:pt x="1264" y="482"/>
                    <a:pt x="1294" y="466"/>
                    <a:pt x="1331" y="466"/>
                  </a:cubicBezTo>
                  <a:cubicBezTo>
                    <a:pt x="1344" y="466"/>
                    <a:pt x="1358" y="468"/>
                    <a:pt x="1372" y="472"/>
                  </a:cubicBezTo>
                  <a:cubicBezTo>
                    <a:pt x="2281" y="688"/>
                    <a:pt x="3205" y="1078"/>
                    <a:pt x="3436" y="1338"/>
                  </a:cubicBezTo>
                  <a:lnTo>
                    <a:pt x="3436" y="1251"/>
                  </a:lnTo>
                  <a:cubicBezTo>
                    <a:pt x="3422" y="529"/>
                    <a:pt x="1733" y="111"/>
                    <a:pt x="1213" y="10"/>
                  </a:cubicBezTo>
                  <a:cubicBezTo>
                    <a:pt x="1195" y="4"/>
                    <a:pt x="1176" y="1"/>
                    <a:pt x="1158"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91" name="Google Shape;16391;p67"/>
          <p:cNvGrpSpPr/>
          <p:nvPr/>
        </p:nvGrpSpPr>
        <p:grpSpPr>
          <a:xfrm>
            <a:off x="7047456" y="1997512"/>
            <a:ext cx="394352" cy="308052"/>
            <a:chOff x="7072513" y="1997512"/>
            <a:chExt cx="394352" cy="308052"/>
          </a:xfrm>
        </p:grpSpPr>
        <p:sp>
          <p:nvSpPr>
            <p:cNvPr id="16392" name="Google Shape;16392;p67"/>
            <p:cNvSpPr/>
            <p:nvPr/>
          </p:nvSpPr>
          <p:spPr>
            <a:xfrm>
              <a:off x="7111862" y="2025903"/>
              <a:ext cx="279321" cy="279662"/>
            </a:xfrm>
            <a:custGeom>
              <a:avLst/>
              <a:gdLst/>
              <a:ahLst/>
              <a:cxnLst/>
              <a:rect l="l" t="t" r="r" b="b"/>
              <a:pathLst>
                <a:path w="10655" h="10668" extrusionOk="0">
                  <a:moveTo>
                    <a:pt x="5327" y="0"/>
                  </a:moveTo>
                  <a:cubicBezTo>
                    <a:pt x="2383" y="0"/>
                    <a:pt x="1" y="2396"/>
                    <a:pt x="1" y="5327"/>
                  </a:cubicBezTo>
                  <a:cubicBezTo>
                    <a:pt x="1" y="8272"/>
                    <a:pt x="2383" y="10668"/>
                    <a:pt x="5327" y="10668"/>
                  </a:cubicBezTo>
                  <a:cubicBezTo>
                    <a:pt x="8272" y="10668"/>
                    <a:pt x="10654" y="8272"/>
                    <a:pt x="10654" y="5327"/>
                  </a:cubicBezTo>
                  <a:cubicBezTo>
                    <a:pt x="10654" y="2396"/>
                    <a:pt x="8272" y="0"/>
                    <a:pt x="5327" y="0"/>
                  </a:cubicBezTo>
                  <a:close/>
                </a:path>
              </a:pathLst>
            </a:custGeom>
            <a:solidFill>
              <a:srgbClr val="8AA2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3" name="Google Shape;16393;p67"/>
            <p:cNvSpPr/>
            <p:nvPr/>
          </p:nvSpPr>
          <p:spPr>
            <a:xfrm>
              <a:off x="7250749" y="2106488"/>
              <a:ext cx="74582" cy="97677"/>
            </a:xfrm>
            <a:custGeom>
              <a:avLst/>
              <a:gdLst/>
              <a:ahLst/>
              <a:cxnLst/>
              <a:rect l="l" t="t" r="r" b="b"/>
              <a:pathLst>
                <a:path w="2845" h="3726" extrusionOk="0">
                  <a:moveTo>
                    <a:pt x="1" y="1"/>
                  </a:moveTo>
                  <a:lnTo>
                    <a:pt x="44" y="2282"/>
                  </a:lnTo>
                  <a:lnTo>
                    <a:pt x="1747" y="3725"/>
                  </a:lnTo>
                  <a:lnTo>
                    <a:pt x="1892" y="3523"/>
                  </a:lnTo>
                  <a:cubicBezTo>
                    <a:pt x="2844" y="2108"/>
                    <a:pt x="1949" y="189"/>
                    <a:pt x="246" y="30"/>
                  </a:cubicBezTo>
                  <a:lnTo>
                    <a:pt x="1" y="1"/>
                  </a:ln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4" name="Google Shape;16394;p67"/>
            <p:cNvSpPr/>
            <p:nvPr/>
          </p:nvSpPr>
          <p:spPr>
            <a:xfrm>
              <a:off x="7250749" y="2048212"/>
              <a:ext cx="148744" cy="193021"/>
            </a:xfrm>
            <a:custGeom>
              <a:avLst/>
              <a:gdLst/>
              <a:ahLst/>
              <a:cxnLst/>
              <a:rect l="l" t="t" r="r" b="b"/>
              <a:pathLst>
                <a:path w="5674" h="7363" extrusionOk="0">
                  <a:moveTo>
                    <a:pt x="1" y="1"/>
                  </a:moveTo>
                  <a:lnTo>
                    <a:pt x="1" y="2253"/>
                  </a:lnTo>
                  <a:lnTo>
                    <a:pt x="203" y="2267"/>
                  </a:lnTo>
                  <a:cubicBezTo>
                    <a:pt x="1357" y="2368"/>
                    <a:pt x="2238" y="3335"/>
                    <a:pt x="2252" y="4476"/>
                  </a:cubicBezTo>
                  <a:cubicBezTo>
                    <a:pt x="2252" y="4938"/>
                    <a:pt x="2108" y="5385"/>
                    <a:pt x="1834" y="5761"/>
                  </a:cubicBezTo>
                  <a:lnTo>
                    <a:pt x="1718" y="5934"/>
                  </a:lnTo>
                  <a:lnTo>
                    <a:pt x="3451" y="7363"/>
                  </a:lnTo>
                  <a:lnTo>
                    <a:pt x="3595" y="7175"/>
                  </a:lnTo>
                  <a:lnTo>
                    <a:pt x="3609" y="7161"/>
                  </a:lnTo>
                  <a:lnTo>
                    <a:pt x="3667" y="7089"/>
                  </a:lnTo>
                  <a:cubicBezTo>
                    <a:pt x="5674" y="4303"/>
                    <a:pt x="3913" y="376"/>
                    <a:pt x="491" y="15"/>
                  </a:cubicBezTo>
                  <a:lnTo>
                    <a:pt x="246" y="15"/>
                  </a:lnTo>
                  <a:lnTo>
                    <a:pt x="1" y="1"/>
                  </a:lnTo>
                  <a:close/>
                </a:path>
              </a:pathLst>
            </a:custGeom>
            <a:solidFill>
              <a:srgbClr val="96AB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5" name="Google Shape;16395;p67"/>
            <p:cNvSpPr/>
            <p:nvPr/>
          </p:nvSpPr>
          <p:spPr>
            <a:xfrm>
              <a:off x="7250382" y="1997512"/>
              <a:ext cx="216483" cy="272872"/>
            </a:xfrm>
            <a:custGeom>
              <a:avLst/>
              <a:gdLst/>
              <a:ahLst/>
              <a:cxnLst/>
              <a:rect l="l" t="t" r="r" b="b"/>
              <a:pathLst>
                <a:path w="8258" h="10409" extrusionOk="0">
                  <a:moveTo>
                    <a:pt x="404" y="1"/>
                  </a:moveTo>
                  <a:cubicBezTo>
                    <a:pt x="188" y="1"/>
                    <a:pt x="0" y="188"/>
                    <a:pt x="0" y="405"/>
                  </a:cubicBezTo>
                  <a:lnTo>
                    <a:pt x="0" y="1978"/>
                  </a:lnTo>
                  <a:lnTo>
                    <a:pt x="217" y="1978"/>
                  </a:lnTo>
                  <a:cubicBezTo>
                    <a:pt x="3825" y="2123"/>
                    <a:pt x="5760" y="6265"/>
                    <a:pt x="3566" y="9124"/>
                  </a:cubicBezTo>
                  <a:lnTo>
                    <a:pt x="3436" y="9297"/>
                  </a:lnTo>
                  <a:lnTo>
                    <a:pt x="4634" y="10307"/>
                  </a:lnTo>
                  <a:cubicBezTo>
                    <a:pt x="4706" y="10365"/>
                    <a:pt x="4793" y="10394"/>
                    <a:pt x="4894" y="10394"/>
                  </a:cubicBezTo>
                  <a:lnTo>
                    <a:pt x="4951" y="10408"/>
                  </a:lnTo>
                  <a:cubicBezTo>
                    <a:pt x="5053" y="10394"/>
                    <a:pt x="5154" y="10336"/>
                    <a:pt x="5226" y="10250"/>
                  </a:cubicBezTo>
                  <a:cubicBezTo>
                    <a:pt x="8257" y="6136"/>
                    <a:pt x="5529" y="304"/>
                    <a:pt x="433" y="1"/>
                  </a:cubicBez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6" name="Google Shape;16396;p67"/>
            <p:cNvSpPr/>
            <p:nvPr/>
          </p:nvSpPr>
          <p:spPr>
            <a:xfrm>
              <a:off x="7114903" y="2025903"/>
              <a:ext cx="137000" cy="140408"/>
            </a:xfrm>
            <a:custGeom>
              <a:avLst/>
              <a:gdLst/>
              <a:ahLst/>
              <a:cxnLst/>
              <a:rect l="l" t="t" r="r" b="b"/>
              <a:pathLst>
                <a:path w="5226" h="5356" extrusionOk="0">
                  <a:moveTo>
                    <a:pt x="5197" y="0"/>
                  </a:moveTo>
                  <a:cubicBezTo>
                    <a:pt x="2700" y="15"/>
                    <a:pt x="534" y="1747"/>
                    <a:pt x="0" y="4201"/>
                  </a:cubicBezTo>
                  <a:lnTo>
                    <a:pt x="5226" y="5356"/>
                  </a:lnTo>
                  <a:lnTo>
                    <a:pt x="5197" y="0"/>
                  </a:lnTo>
                  <a:close/>
                </a:path>
              </a:pathLst>
            </a:custGeom>
            <a:solidFill>
              <a:srgbClr val="D4DD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7" name="Google Shape;16397;p67"/>
            <p:cNvSpPr/>
            <p:nvPr/>
          </p:nvSpPr>
          <p:spPr>
            <a:xfrm>
              <a:off x="7111862" y="2135639"/>
              <a:ext cx="140041" cy="164630"/>
            </a:xfrm>
            <a:custGeom>
              <a:avLst/>
              <a:gdLst/>
              <a:ahLst/>
              <a:cxnLst/>
              <a:rect l="l" t="t" r="r" b="b"/>
              <a:pathLst>
                <a:path w="5342" h="6280" extrusionOk="0">
                  <a:moveTo>
                    <a:pt x="131" y="0"/>
                  </a:moveTo>
                  <a:cubicBezTo>
                    <a:pt x="44" y="376"/>
                    <a:pt x="1" y="765"/>
                    <a:pt x="1" y="1155"/>
                  </a:cubicBezTo>
                  <a:cubicBezTo>
                    <a:pt x="1" y="3537"/>
                    <a:pt x="1603" y="5645"/>
                    <a:pt x="3913" y="6280"/>
                  </a:cubicBezTo>
                  <a:lnTo>
                    <a:pt x="5342" y="1170"/>
                  </a:lnTo>
                  <a:lnTo>
                    <a:pt x="131" y="0"/>
                  </a:ln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8" name="Google Shape;16398;p67"/>
            <p:cNvSpPr/>
            <p:nvPr/>
          </p:nvSpPr>
          <p:spPr>
            <a:xfrm>
              <a:off x="7198529" y="2280188"/>
              <a:ext cx="73821" cy="25376"/>
            </a:xfrm>
            <a:custGeom>
              <a:avLst/>
              <a:gdLst/>
              <a:ahLst/>
              <a:cxnLst/>
              <a:rect l="l" t="t" r="r" b="b"/>
              <a:pathLst>
                <a:path w="2816" h="968" extrusionOk="0">
                  <a:moveTo>
                    <a:pt x="563" y="1"/>
                  </a:moveTo>
                  <a:lnTo>
                    <a:pt x="0" y="564"/>
                  </a:lnTo>
                  <a:cubicBezTo>
                    <a:pt x="636" y="824"/>
                    <a:pt x="1329" y="968"/>
                    <a:pt x="2021" y="968"/>
                  </a:cubicBezTo>
                  <a:cubicBezTo>
                    <a:pt x="2281" y="968"/>
                    <a:pt x="2556" y="939"/>
                    <a:pt x="2815" y="896"/>
                  </a:cubicBezTo>
                  <a:cubicBezTo>
                    <a:pt x="2007" y="780"/>
                    <a:pt x="1242" y="477"/>
                    <a:pt x="563"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9" name="Google Shape;16399;p67"/>
            <p:cNvSpPr/>
            <p:nvPr/>
          </p:nvSpPr>
          <p:spPr>
            <a:xfrm>
              <a:off x="7114903" y="2025903"/>
              <a:ext cx="136239" cy="118833"/>
            </a:xfrm>
            <a:custGeom>
              <a:avLst/>
              <a:gdLst/>
              <a:ahLst/>
              <a:cxnLst/>
              <a:rect l="l" t="t" r="r" b="b"/>
              <a:pathLst>
                <a:path w="5197" h="4533" extrusionOk="0">
                  <a:moveTo>
                    <a:pt x="5197" y="0"/>
                  </a:moveTo>
                  <a:cubicBezTo>
                    <a:pt x="2700" y="15"/>
                    <a:pt x="534" y="1747"/>
                    <a:pt x="0" y="4201"/>
                  </a:cubicBezTo>
                  <a:lnTo>
                    <a:pt x="1545" y="4533"/>
                  </a:lnTo>
                  <a:cubicBezTo>
                    <a:pt x="1848" y="2526"/>
                    <a:pt x="3263" y="866"/>
                    <a:pt x="5197" y="260"/>
                  </a:cubicBezTo>
                  <a:lnTo>
                    <a:pt x="5197" y="0"/>
                  </a:lnTo>
                  <a:close/>
                </a:path>
              </a:pathLst>
            </a:custGeom>
            <a:solidFill>
              <a:srgbClr val="8BA3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0" name="Google Shape;16400;p67"/>
            <p:cNvSpPr/>
            <p:nvPr/>
          </p:nvSpPr>
          <p:spPr>
            <a:xfrm>
              <a:off x="7072513" y="2004223"/>
              <a:ext cx="136947" cy="105515"/>
            </a:xfrm>
            <a:custGeom>
              <a:avLst/>
              <a:gdLst/>
              <a:ahLst/>
              <a:cxnLst/>
              <a:rect l="l" t="t" r="r" b="b"/>
              <a:pathLst>
                <a:path w="5224" h="4025" extrusionOk="0">
                  <a:moveTo>
                    <a:pt x="210" y="1"/>
                  </a:moveTo>
                  <a:cubicBezTo>
                    <a:pt x="105" y="1"/>
                    <a:pt x="0" y="69"/>
                    <a:pt x="0" y="206"/>
                  </a:cubicBezTo>
                  <a:lnTo>
                    <a:pt x="0" y="1332"/>
                  </a:lnTo>
                  <a:cubicBezTo>
                    <a:pt x="0" y="1470"/>
                    <a:pt x="105" y="1538"/>
                    <a:pt x="210" y="1538"/>
                  </a:cubicBezTo>
                  <a:cubicBezTo>
                    <a:pt x="314" y="1538"/>
                    <a:pt x="419" y="1470"/>
                    <a:pt x="419" y="1332"/>
                  </a:cubicBezTo>
                  <a:lnTo>
                    <a:pt x="419" y="972"/>
                  </a:lnTo>
                  <a:lnTo>
                    <a:pt x="3147" y="972"/>
                  </a:lnTo>
                  <a:lnTo>
                    <a:pt x="4750" y="3931"/>
                  </a:lnTo>
                  <a:cubicBezTo>
                    <a:pt x="4775" y="3998"/>
                    <a:pt x="4829" y="4025"/>
                    <a:pt x="4889" y="4025"/>
                  </a:cubicBezTo>
                  <a:cubicBezTo>
                    <a:pt x="5037" y="4025"/>
                    <a:pt x="5223" y="3862"/>
                    <a:pt x="5111" y="3729"/>
                  </a:cubicBezTo>
                  <a:lnTo>
                    <a:pt x="5125" y="3729"/>
                  </a:lnTo>
                  <a:lnTo>
                    <a:pt x="3451" y="668"/>
                  </a:lnTo>
                  <a:cubicBezTo>
                    <a:pt x="3422" y="596"/>
                    <a:pt x="3349" y="553"/>
                    <a:pt x="3277" y="553"/>
                  </a:cubicBezTo>
                  <a:lnTo>
                    <a:pt x="419" y="553"/>
                  </a:lnTo>
                  <a:lnTo>
                    <a:pt x="419" y="206"/>
                  </a:lnTo>
                  <a:cubicBezTo>
                    <a:pt x="419" y="69"/>
                    <a:pt x="314" y="1"/>
                    <a:pt x="210" y="1"/>
                  </a:cubicBezTo>
                  <a:close/>
                </a:path>
              </a:pathLst>
            </a:custGeom>
            <a:solidFill>
              <a:srgbClr val="869F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1" name="Google Shape;16401;p67"/>
            <p:cNvSpPr/>
            <p:nvPr/>
          </p:nvSpPr>
          <p:spPr>
            <a:xfrm>
              <a:off x="7187545" y="2099436"/>
              <a:ext cx="35233" cy="30173"/>
            </a:xfrm>
            <a:custGeom>
              <a:avLst/>
              <a:gdLst/>
              <a:ahLst/>
              <a:cxnLst/>
              <a:rect l="l" t="t" r="r" b="b"/>
              <a:pathLst>
                <a:path w="1344" h="1151" extrusionOk="0">
                  <a:moveTo>
                    <a:pt x="762" y="1"/>
                  </a:moveTo>
                  <a:cubicBezTo>
                    <a:pt x="621" y="1"/>
                    <a:pt x="478" y="53"/>
                    <a:pt x="362" y="169"/>
                  </a:cubicBezTo>
                  <a:cubicBezTo>
                    <a:pt x="1" y="530"/>
                    <a:pt x="261" y="1150"/>
                    <a:pt x="766" y="1150"/>
                  </a:cubicBezTo>
                  <a:cubicBezTo>
                    <a:pt x="1083" y="1150"/>
                    <a:pt x="1343" y="891"/>
                    <a:pt x="1343" y="573"/>
                  </a:cubicBezTo>
                  <a:cubicBezTo>
                    <a:pt x="1343" y="231"/>
                    <a:pt x="1058" y="1"/>
                    <a:pt x="762" y="1"/>
                  </a:cubicBez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2" name="Google Shape;16402;p67"/>
            <p:cNvSpPr/>
            <p:nvPr/>
          </p:nvSpPr>
          <p:spPr>
            <a:xfrm>
              <a:off x="7098990" y="2135246"/>
              <a:ext cx="120379" cy="165023"/>
            </a:xfrm>
            <a:custGeom>
              <a:avLst/>
              <a:gdLst/>
              <a:ahLst/>
              <a:cxnLst/>
              <a:rect l="l" t="t" r="r" b="b"/>
              <a:pathLst>
                <a:path w="4592" h="6295" extrusionOk="0">
                  <a:moveTo>
                    <a:pt x="622" y="1"/>
                  </a:moveTo>
                  <a:lnTo>
                    <a:pt x="622" y="1"/>
                  </a:lnTo>
                  <a:cubicBezTo>
                    <a:pt x="1" y="2773"/>
                    <a:pt x="1675" y="5544"/>
                    <a:pt x="4404" y="6295"/>
                  </a:cubicBezTo>
                  <a:lnTo>
                    <a:pt x="4591" y="5660"/>
                  </a:lnTo>
                  <a:cubicBezTo>
                    <a:pt x="3032" y="4692"/>
                    <a:pt x="2094" y="2989"/>
                    <a:pt x="2094" y="1170"/>
                  </a:cubicBezTo>
                  <a:cubicBezTo>
                    <a:pt x="2094" y="896"/>
                    <a:pt x="2108" y="622"/>
                    <a:pt x="2152" y="362"/>
                  </a:cubicBezTo>
                  <a:lnTo>
                    <a:pt x="622" y="1"/>
                  </a:lnTo>
                  <a:close/>
                </a:path>
              </a:pathLst>
            </a:custGeom>
            <a:solidFill>
              <a:srgbClr val="95ABB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03" name="Google Shape;16403;p67"/>
          <p:cNvGrpSpPr/>
          <p:nvPr/>
        </p:nvGrpSpPr>
        <p:grpSpPr>
          <a:xfrm>
            <a:off x="7551151" y="1977825"/>
            <a:ext cx="292533" cy="347454"/>
            <a:chOff x="7576208" y="1977825"/>
            <a:chExt cx="292533" cy="347454"/>
          </a:xfrm>
        </p:grpSpPr>
        <p:sp>
          <p:nvSpPr>
            <p:cNvPr id="16404" name="Google Shape;16404;p67"/>
            <p:cNvSpPr/>
            <p:nvPr/>
          </p:nvSpPr>
          <p:spPr>
            <a:xfrm>
              <a:off x="7576208" y="1999032"/>
              <a:ext cx="89315" cy="148351"/>
            </a:xfrm>
            <a:custGeom>
              <a:avLst/>
              <a:gdLst/>
              <a:ahLst/>
              <a:cxnLst/>
              <a:rect l="l" t="t" r="r" b="b"/>
              <a:pathLst>
                <a:path w="3407" h="5659" extrusionOk="0">
                  <a:moveTo>
                    <a:pt x="592" y="0"/>
                  </a:moveTo>
                  <a:cubicBezTo>
                    <a:pt x="260" y="0"/>
                    <a:pt x="0" y="260"/>
                    <a:pt x="0" y="592"/>
                  </a:cubicBezTo>
                  <a:lnTo>
                    <a:pt x="0" y="1415"/>
                  </a:lnTo>
                  <a:cubicBezTo>
                    <a:pt x="0" y="3378"/>
                    <a:pt x="1011" y="3797"/>
                    <a:pt x="1819" y="4129"/>
                  </a:cubicBezTo>
                  <a:cubicBezTo>
                    <a:pt x="2281" y="4316"/>
                    <a:pt x="2671" y="4475"/>
                    <a:pt x="2858" y="4865"/>
                  </a:cubicBezTo>
                  <a:cubicBezTo>
                    <a:pt x="2916" y="4952"/>
                    <a:pt x="2902" y="5067"/>
                    <a:pt x="2829" y="5154"/>
                  </a:cubicBezTo>
                  <a:cubicBezTo>
                    <a:pt x="2759" y="5224"/>
                    <a:pt x="2661" y="5266"/>
                    <a:pt x="2560" y="5266"/>
                  </a:cubicBezTo>
                  <a:cubicBezTo>
                    <a:pt x="2515" y="5266"/>
                    <a:pt x="2469" y="5258"/>
                    <a:pt x="2425" y="5240"/>
                  </a:cubicBezTo>
                  <a:cubicBezTo>
                    <a:pt x="2295" y="5183"/>
                    <a:pt x="2266" y="5009"/>
                    <a:pt x="2266" y="4865"/>
                  </a:cubicBezTo>
                  <a:cubicBezTo>
                    <a:pt x="2274" y="4731"/>
                    <a:pt x="2175" y="4663"/>
                    <a:pt x="2074" y="4663"/>
                  </a:cubicBezTo>
                  <a:cubicBezTo>
                    <a:pt x="1979" y="4663"/>
                    <a:pt x="1884" y="4724"/>
                    <a:pt x="1877" y="4851"/>
                  </a:cubicBezTo>
                  <a:cubicBezTo>
                    <a:pt x="1877" y="5024"/>
                    <a:pt x="1891" y="5442"/>
                    <a:pt x="2281" y="5616"/>
                  </a:cubicBezTo>
                  <a:cubicBezTo>
                    <a:pt x="2353" y="5644"/>
                    <a:pt x="2454" y="5659"/>
                    <a:pt x="2541" y="5659"/>
                  </a:cubicBezTo>
                  <a:cubicBezTo>
                    <a:pt x="2757" y="5659"/>
                    <a:pt x="2959" y="5572"/>
                    <a:pt x="3104" y="5428"/>
                  </a:cubicBezTo>
                  <a:cubicBezTo>
                    <a:pt x="3306" y="5226"/>
                    <a:pt x="3349" y="4937"/>
                    <a:pt x="3219" y="4692"/>
                  </a:cubicBezTo>
                  <a:cubicBezTo>
                    <a:pt x="2959" y="4158"/>
                    <a:pt x="2454" y="3956"/>
                    <a:pt x="1963" y="3768"/>
                  </a:cubicBezTo>
                  <a:cubicBezTo>
                    <a:pt x="1588" y="3609"/>
                    <a:pt x="1184" y="3436"/>
                    <a:pt x="881" y="3118"/>
                  </a:cubicBezTo>
                  <a:cubicBezTo>
                    <a:pt x="549" y="2743"/>
                    <a:pt x="390" y="2180"/>
                    <a:pt x="390" y="1415"/>
                  </a:cubicBezTo>
                  <a:lnTo>
                    <a:pt x="390" y="592"/>
                  </a:lnTo>
                  <a:cubicBezTo>
                    <a:pt x="390" y="477"/>
                    <a:pt x="476" y="390"/>
                    <a:pt x="592" y="390"/>
                  </a:cubicBezTo>
                  <a:cubicBezTo>
                    <a:pt x="895" y="390"/>
                    <a:pt x="1198" y="549"/>
                    <a:pt x="1371" y="809"/>
                  </a:cubicBezTo>
                  <a:lnTo>
                    <a:pt x="1516" y="1025"/>
                  </a:lnTo>
                  <a:cubicBezTo>
                    <a:pt x="1689" y="1256"/>
                    <a:pt x="1949" y="1400"/>
                    <a:pt x="2223" y="1400"/>
                  </a:cubicBezTo>
                  <a:lnTo>
                    <a:pt x="3147" y="1400"/>
                  </a:lnTo>
                  <a:cubicBezTo>
                    <a:pt x="3407" y="1400"/>
                    <a:pt x="3407" y="996"/>
                    <a:pt x="3147" y="996"/>
                  </a:cubicBezTo>
                  <a:lnTo>
                    <a:pt x="2223" y="996"/>
                  </a:lnTo>
                  <a:cubicBezTo>
                    <a:pt x="2079" y="996"/>
                    <a:pt x="1934" y="924"/>
                    <a:pt x="1848" y="809"/>
                  </a:cubicBezTo>
                  <a:lnTo>
                    <a:pt x="1689" y="578"/>
                  </a:lnTo>
                  <a:cubicBezTo>
                    <a:pt x="1444" y="217"/>
                    <a:pt x="1025" y="0"/>
                    <a:pt x="592"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5" name="Google Shape;16405;p67"/>
            <p:cNvSpPr/>
            <p:nvPr/>
          </p:nvSpPr>
          <p:spPr>
            <a:xfrm>
              <a:off x="7779034" y="1999032"/>
              <a:ext cx="89708" cy="148351"/>
            </a:xfrm>
            <a:custGeom>
              <a:avLst/>
              <a:gdLst/>
              <a:ahLst/>
              <a:cxnLst/>
              <a:rect l="l" t="t" r="r" b="b"/>
              <a:pathLst>
                <a:path w="3422" h="5659" extrusionOk="0">
                  <a:moveTo>
                    <a:pt x="2830" y="0"/>
                  </a:moveTo>
                  <a:cubicBezTo>
                    <a:pt x="2382" y="0"/>
                    <a:pt x="1964" y="217"/>
                    <a:pt x="1718" y="578"/>
                  </a:cubicBezTo>
                  <a:lnTo>
                    <a:pt x="1574" y="794"/>
                  </a:lnTo>
                  <a:cubicBezTo>
                    <a:pt x="1487" y="924"/>
                    <a:pt x="1343" y="996"/>
                    <a:pt x="1184" y="996"/>
                  </a:cubicBezTo>
                  <a:lnTo>
                    <a:pt x="260" y="996"/>
                  </a:lnTo>
                  <a:cubicBezTo>
                    <a:pt x="0" y="996"/>
                    <a:pt x="0" y="1386"/>
                    <a:pt x="260" y="1386"/>
                  </a:cubicBezTo>
                  <a:lnTo>
                    <a:pt x="1184" y="1386"/>
                  </a:lnTo>
                  <a:cubicBezTo>
                    <a:pt x="1197" y="1387"/>
                    <a:pt x="1211" y="1387"/>
                    <a:pt x="1224" y="1387"/>
                  </a:cubicBezTo>
                  <a:cubicBezTo>
                    <a:pt x="1497" y="1387"/>
                    <a:pt x="1740" y="1246"/>
                    <a:pt x="1891" y="1025"/>
                  </a:cubicBezTo>
                  <a:lnTo>
                    <a:pt x="2050" y="794"/>
                  </a:lnTo>
                  <a:cubicBezTo>
                    <a:pt x="2224" y="549"/>
                    <a:pt x="2512" y="390"/>
                    <a:pt x="2830" y="390"/>
                  </a:cubicBezTo>
                  <a:cubicBezTo>
                    <a:pt x="2931" y="390"/>
                    <a:pt x="3032" y="477"/>
                    <a:pt x="3032" y="592"/>
                  </a:cubicBezTo>
                  <a:lnTo>
                    <a:pt x="3032" y="1415"/>
                  </a:lnTo>
                  <a:cubicBezTo>
                    <a:pt x="3032" y="2180"/>
                    <a:pt x="2859" y="2743"/>
                    <a:pt x="2527" y="3104"/>
                  </a:cubicBezTo>
                  <a:cubicBezTo>
                    <a:pt x="2238" y="3436"/>
                    <a:pt x="1834" y="3595"/>
                    <a:pt x="1444" y="3753"/>
                  </a:cubicBezTo>
                  <a:cubicBezTo>
                    <a:pt x="968" y="3970"/>
                    <a:pt x="462" y="4158"/>
                    <a:pt x="203" y="4692"/>
                  </a:cubicBezTo>
                  <a:cubicBezTo>
                    <a:pt x="73" y="4923"/>
                    <a:pt x="116" y="5226"/>
                    <a:pt x="304" y="5414"/>
                  </a:cubicBezTo>
                  <a:cubicBezTo>
                    <a:pt x="462" y="5572"/>
                    <a:pt x="664" y="5659"/>
                    <a:pt x="881" y="5659"/>
                  </a:cubicBezTo>
                  <a:cubicBezTo>
                    <a:pt x="968" y="5659"/>
                    <a:pt x="1054" y="5644"/>
                    <a:pt x="1141" y="5601"/>
                  </a:cubicBezTo>
                  <a:cubicBezTo>
                    <a:pt x="1516" y="5442"/>
                    <a:pt x="1531" y="5038"/>
                    <a:pt x="1531" y="4851"/>
                  </a:cubicBezTo>
                  <a:cubicBezTo>
                    <a:pt x="1524" y="4724"/>
                    <a:pt x="1428" y="4663"/>
                    <a:pt x="1333" y="4663"/>
                  </a:cubicBezTo>
                  <a:cubicBezTo>
                    <a:pt x="1233" y="4663"/>
                    <a:pt x="1133" y="4731"/>
                    <a:pt x="1141" y="4865"/>
                  </a:cubicBezTo>
                  <a:cubicBezTo>
                    <a:pt x="1141" y="5009"/>
                    <a:pt x="1126" y="5183"/>
                    <a:pt x="982" y="5240"/>
                  </a:cubicBezTo>
                  <a:cubicBezTo>
                    <a:pt x="939" y="5253"/>
                    <a:pt x="895" y="5260"/>
                    <a:pt x="853" y="5260"/>
                  </a:cubicBezTo>
                  <a:cubicBezTo>
                    <a:pt x="755" y="5260"/>
                    <a:pt x="663" y="5224"/>
                    <a:pt x="592" y="5154"/>
                  </a:cubicBezTo>
                  <a:cubicBezTo>
                    <a:pt x="506" y="5067"/>
                    <a:pt x="491" y="4952"/>
                    <a:pt x="549" y="4851"/>
                  </a:cubicBezTo>
                  <a:cubicBezTo>
                    <a:pt x="751" y="4461"/>
                    <a:pt x="1141" y="4302"/>
                    <a:pt x="1588" y="4114"/>
                  </a:cubicBezTo>
                  <a:cubicBezTo>
                    <a:pt x="2411" y="3797"/>
                    <a:pt x="3422" y="3378"/>
                    <a:pt x="3422" y="1415"/>
                  </a:cubicBezTo>
                  <a:lnTo>
                    <a:pt x="3422" y="592"/>
                  </a:lnTo>
                  <a:cubicBezTo>
                    <a:pt x="3422" y="260"/>
                    <a:pt x="3147" y="0"/>
                    <a:pt x="2830"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6" name="Google Shape;16406;p67"/>
            <p:cNvSpPr/>
            <p:nvPr/>
          </p:nvSpPr>
          <p:spPr>
            <a:xfrm>
              <a:off x="7710927" y="2175381"/>
              <a:ext cx="22728" cy="103707"/>
            </a:xfrm>
            <a:custGeom>
              <a:avLst/>
              <a:gdLst/>
              <a:ahLst/>
              <a:cxnLst/>
              <a:rect l="l" t="t" r="r" b="b"/>
              <a:pathLst>
                <a:path w="867" h="3956" extrusionOk="0">
                  <a:moveTo>
                    <a:pt x="0" y="0"/>
                  </a:moveTo>
                  <a:lnTo>
                    <a:pt x="0" y="3955"/>
                  </a:lnTo>
                  <a:lnTo>
                    <a:pt x="866" y="3955"/>
                  </a:lnTo>
                  <a:lnTo>
                    <a:pt x="866" y="0"/>
                  </a:lnTo>
                  <a:close/>
                </a:path>
              </a:pathLst>
            </a:custGeom>
            <a:solidFill>
              <a:srgbClr val="8E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7" name="Google Shape;16407;p67"/>
            <p:cNvSpPr/>
            <p:nvPr/>
          </p:nvSpPr>
          <p:spPr>
            <a:xfrm>
              <a:off x="7638626" y="1989176"/>
              <a:ext cx="167671" cy="204765"/>
            </a:xfrm>
            <a:custGeom>
              <a:avLst/>
              <a:gdLst/>
              <a:ahLst/>
              <a:cxnLst/>
              <a:rect l="l" t="t" r="r" b="b"/>
              <a:pathLst>
                <a:path w="6396" h="7811" extrusionOk="0">
                  <a:moveTo>
                    <a:pt x="1" y="1"/>
                  </a:moveTo>
                  <a:lnTo>
                    <a:pt x="1" y="2570"/>
                  </a:lnTo>
                  <a:cubicBezTo>
                    <a:pt x="1" y="4375"/>
                    <a:pt x="867" y="6093"/>
                    <a:pt x="2325" y="7175"/>
                  </a:cubicBezTo>
                  <a:lnTo>
                    <a:pt x="3191" y="7810"/>
                  </a:lnTo>
                  <a:lnTo>
                    <a:pt x="4072" y="7175"/>
                  </a:lnTo>
                  <a:cubicBezTo>
                    <a:pt x="5530" y="6093"/>
                    <a:pt x="6396" y="4375"/>
                    <a:pt x="6396" y="2570"/>
                  </a:cubicBezTo>
                  <a:lnTo>
                    <a:pt x="6396" y="1"/>
                  </a:lnTo>
                  <a:close/>
                </a:path>
              </a:pathLst>
            </a:custGeom>
            <a:solidFill>
              <a:srgbClr val="8EA0A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8" name="Google Shape;16408;p67"/>
            <p:cNvSpPr/>
            <p:nvPr/>
          </p:nvSpPr>
          <p:spPr>
            <a:xfrm>
              <a:off x="7706759" y="1989176"/>
              <a:ext cx="99538" cy="204765"/>
            </a:xfrm>
            <a:custGeom>
              <a:avLst/>
              <a:gdLst/>
              <a:ahLst/>
              <a:cxnLst/>
              <a:rect l="l" t="t" r="r" b="b"/>
              <a:pathLst>
                <a:path w="3797" h="7811" extrusionOk="0">
                  <a:moveTo>
                    <a:pt x="2584" y="1"/>
                  </a:moveTo>
                  <a:lnTo>
                    <a:pt x="2584" y="2570"/>
                  </a:lnTo>
                  <a:cubicBezTo>
                    <a:pt x="2584" y="4375"/>
                    <a:pt x="1718" y="6093"/>
                    <a:pt x="260" y="7175"/>
                  </a:cubicBezTo>
                  <a:lnTo>
                    <a:pt x="0" y="7363"/>
                  </a:lnTo>
                  <a:lnTo>
                    <a:pt x="592" y="7810"/>
                  </a:lnTo>
                  <a:lnTo>
                    <a:pt x="1458" y="7175"/>
                  </a:lnTo>
                  <a:cubicBezTo>
                    <a:pt x="2931" y="6093"/>
                    <a:pt x="3797" y="4389"/>
                    <a:pt x="3797" y="2570"/>
                  </a:cubicBezTo>
                  <a:lnTo>
                    <a:pt x="3797" y="1"/>
                  </a:lnTo>
                  <a:close/>
                </a:path>
              </a:pathLst>
            </a:custGeom>
            <a:solidFill>
              <a:srgbClr val="69819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9" name="Google Shape;16409;p67"/>
            <p:cNvSpPr/>
            <p:nvPr/>
          </p:nvSpPr>
          <p:spPr>
            <a:xfrm>
              <a:off x="7628035" y="1977825"/>
              <a:ext cx="189246" cy="22728"/>
            </a:xfrm>
            <a:custGeom>
              <a:avLst/>
              <a:gdLst/>
              <a:ahLst/>
              <a:cxnLst/>
              <a:rect l="l" t="t" r="r" b="b"/>
              <a:pathLst>
                <a:path w="7219" h="867" extrusionOk="0">
                  <a:moveTo>
                    <a:pt x="174" y="1"/>
                  </a:moveTo>
                  <a:cubicBezTo>
                    <a:pt x="73" y="1"/>
                    <a:pt x="1" y="73"/>
                    <a:pt x="1" y="174"/>
                  </a:cubicBezTo>
                  <a:lnTo>
                    <a:pt x="1" y="694"/>
                  </a:lnTo>
                  <a:cubicBezTo>
                    <a:pt x="1" y="795"/>
                    <a:pt x="73" y="867"/>
                    <a:pt x="174" y="867"/>
                  </a:cubicBezTo>
                  <a:lnTo>
                    <a:pt x="7031" y="867"/>
                  </a:lnTo>
                  <a:cubicBezTo>
                    <a:pt x="7132" y="867"/>
                    <a:pt x="7218" y="795"/>
                    <a:pt x="7218" y="694"/>
                  </a:cubicBezTo>
                  <a:lnTo>
                    <a:pt x="7218" y="174"/>
                  </a:lnTo>
                  <a:cubicBezTo>
                    <a:pt x="7218" y="73"/>
                    <a:pt x="7132" y="1"/>
                    <a:pt x="7031"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0" name="Google Shape;16410;p67"/>
            <p:cNvSpPr/>
            <p:nvPr/>
          </p:nvSpPr>
          <p:spPr>
            <a:xfrm>
              <a:off x="7785456" y="1977825"/>
              <a:ext cx="31825" cy="22728"/>
            </a:xfrm>
            <a:custGeom>
              <a:avLst/>
              <a:gdLst/>
              <a:ahLst/>
              <a:cxnLst/>
              <a:rect l="l" t="t" r="r" b="b"/>
              <a:pathLst>
                <a:path w="1214" h="867" extrusionOk="0">
                  <a:moveTo>
                    <a:pt x="1" y="1"/>
                  </a:moveTo>
                  <a:lnTo>
                    <a:pt x="1" y="867"/>
                  </a:lnTo>
                  <a:lnTo>
                    <a:pt x="1026" y="867"/>
                  </a:lnTo>
                  <a:cubicBezTo>
                    <a:pt x="1127" y="867"/>
                    <a:pt x="1213" y="795"/>
                    <a:pt x="1213" y="694"/>
                  </a:cubicBezTo>
                  <a:lnTo>
                    <a:pt x="1213" y="174"/>
                  </a:lnTo>
                  <a:cubicBezTo>
                    <a:pt x="1213" y="73"/>
                    <a:pt x="1127" y="1"/>
                    <a:pt x="1026" y="1"/>
                  </a:cubicBez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1" name="Google Shape;16411;p67"/>
            <p:cNvSpPr/>
            <p:nvPr/>
          </p:nvSpPr>
          <p:spPr>
            <a:xfrm>
              <a:off x="7681776" y="2039980"/>
              <a:ext cx="82158" cy="78042"/>
            </a:xfrm>
            <a:custGeom>
              <a:avLst/>
              <a:gdLst/>
              <a:ahLst/>
              <a:cxnLst/>
              <a:rect l="l" t="t" r="r" b="b"/>
              <a:pathLst>
                <a:path w="3134" h="2977" extrusionOk="0">
                  <a:moveTo>
                    <a:pt x="1567" y="1"/>
                  </a:moveTo>
                  <a:cubicBezTo>
                    <a:pt x="1560" y="1"/>
                    <a:pt x="1552" y="4"/>
                    <a:pt x="1545" y="12"/>
                  </a:cubicBezTo>
                  <a:lnTo>
                    <a:pt x="1083" y="921"/>
                  </a:lnTo>
                  <a:cubicBezTo>
                    <a:pt x="1083" y="936"/>
                    <a:pt x="1069" y="950"/>
                    <a:pt x="1054" y="950"/>
                  </a:cubicBezTo>
                  <a:lnTo>
                    <a:pt x="44" y="1094"/>
                  </a:lnTo>
                  <a:cubicBezTo>
                    <a:pt x="15" y="1094"/>
                    <a:pt x="1" y="1138"/>
                    <a:pt x="15" y="1167"/>
                  </a:cubicBezTo>
                  <a:lnTo>
                    <a:pt x="751" y="1888"/>
                  </a:lnTo>
                  <a:cubicBezTo>
                    <a:pt x="766" y="1903"/>
                    <a:pt x="766" y="1903"/>
                    <a:pt x="766" y="1917"/>
                  </a:cubicBezTo>
                  <a:lnTo>
                    <a:pt x="592" y="2928"/>
                  </a:lnTo>
                  <a:cubicBezTo>
                    <a:pt x="582" y="2960"/>
                    <a:pt x="595" y="2976"/>
                    <a:pt x="621" y="2976"/>
                  </a:cubicBezTo>
                  <a:cubicBezTo>
                    <a:pt x="629" y="2976"/>
                    <a:pt x="639" y="2975"/>
                    <a:pt x="650" y="2971"/>
                  </a:cubicBezTo>
                  <a:lnTo>
                    <a:pt x="1545" y="2495"/>
                  </a:lnTo>
                  <a:lnTo>
                    <a:pt x="1588" y="2495"/>
                  </a:lnTo>
                  <a:lnTo>
                    <a:pt x="2483" y="2971"/>
                  </a:lnTo>
                  <a:cubicBezTo>
                    <a:pt x="2491" y="2975"/>
                    <a:pt x="2498" y="2976"/>
                    <a:pt x="2505" y="2976"/>
                  </a:cubicBezTo>
                  <a:cubicBezTo>
                    <a:pt x="2525" y="2976"/>
                    <a:pt x="2541" y="2960"/>
                    <a:pt x="2541" y="2928"/>
                  </a:cubicBezTo>
                  <a:lnTo>
                    <a:pt x="2368" y="1917"/>
                  </a:lnTo>
                  <a:cubicBezTo>
                    <a:pt x="2354" y="1903"/>
                    <a:pt x="2368" y="1903"/>
                    <a:pt x="2368" y="1888"/>
                  </a:cubicBezTo>
                  <a:lnTo>
                    <a:pt x="3104" y="1167"/>
                  </a:lnTo>
                  <a:cubicBezTo>
                    <a:pt x="3133" y="1138"/>
                    <a:pt x="3119" y="1094"/>
                    <a:pt x="3090" y="1094"/>
                  </a:cubicBezTo>
                  <a:lnTo>
                    <a:pt x="2065" y="950"/>
                  </a:lnTo>
                  <a:cubicBezTo>
                    <a:pt x="2050" y="950"/>
                    <a:pt x="2050" y="936"/>
                    <a:pt x="2036" y="921"/>
                  </a:cubicBezTo>
                  <a:lnTo>
                    <a:pt x="1588" y="12"/>
                  </a:lnTo>
                  <a:cubicBezTo>
                    <a:pt x="1581" y="4"/>
                    <a:pt x="1574" y="1"/>
                    <a:pt x="156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2" name="Google Shape;16412;p67"/>
            <p:cNvSpPr/>
            <p:nvPr/>
          </p:nvSpPr>
          <p:spPr>
            <a:xfrm>
              <a:off x="7700703" y="2180676"/>
              <a:ext cx="43543" cy="21208"/>
            </a:xfrm>
            <a:custGeom>
              <a:avLst/>
              <a:gdLst/>
              <a:ahLst/>
              <a:cxnLst/>
              <a:rect l="l" t="t" r="r" b="b"/>
              <a:pathLst>
                <a:path w="1661" h="809" extrusionOk="0">
                  <a:moveTo>
                    <a:pt x="332" y="0"/>
                  </a:moveTo>
                  <a:cubicBezTo>
                    <a:pt x="145" y="0"/>
                    <a:pt x="0" y="145"/>
                    <a:pt x="0" y="332"/>
                  </a:cubicBezTo>
                  <a:lnTo>
                    <a:pt x="0" y="477"/>
                  </a:lnTo>
                  <a:cubicBezTo>
                    <a:pt x="0" y="664"/>
                    <a:pt x="145" y="809"/>
                    <a:pt x="332" y="809"/>
                  </a:cubicBezTo>
                  <a:lnTo>
                    <a:pt x="1328" y="809"/>
                  </a:lnTo>
                  <a:cubicBezTo>
                    <a:pt x="1502" y="809"/>
                    <a:pt x="1660" y="664"/>
                    <a:pt x="1660" y="477"/>
                  </a:cubicBezTo>
                  <a:lnTo>
                    <a:pt x="1660" y="332"/>
                  </a:lnTo>
                  <a:cubicBezTo>
                    <a:pt x="1660" y="145"/>
                    <a:pt x="1502" y="0"/>
                    <a:pt x="1328" y="0"/>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3" name="Google Shape;16413;p67"/>
            <p:cNvSpPr/>
            <p:nvPr/>
          </p:nvSpPr>
          <p:spPr>
            <a:xfrm>
              <a:off x="7678001" y="2263542"/>
              <a:ext cx="88947" cy="30672"/>
            </a:xfrm>
            <a:custGeom>
              <a:avLst/>
              <a:gdLst/>
              <a:ahLst/>
              <a:cxnLst/>
              <a:rect l="l" t="t" r="r" b="b"/>
              <a:pathLst>
                <a:path w="3393" h="1170" extrusionOk="0">
                  <a:moveTo>
                    <a:pt x="448" y="1"/>
                  </a:moveTo>
                  <a:cubicBezTo>
                    <a:pt x="202" y="1"/>
                    <a:pt x="0" y="203"/>
                    <a:pt x="0" y="448"/>
                  </a:cubicBezTo>
                  <a:lnTo>
                    <a:pt x="0" y="1170"/>
                  </a:lnTo>
                  <a:lnTo>
                    <a:pt x="3393" y="1170"/>
                  </a:lnTo>
                  <a:lnTo>
                    <a:pt x="3393" y="448"/>
                  </a:lnTo>
                  <a:cubicBezTo>
                    <a:pt x="3393" y="203"/>
                    <a:pt x="3190" y="1"/>
                    <a:pt x="2945" y="1"/>
                  </a:cubicBezTo>
                  <a:close/>
                </a:path>
              </a:pathLst>
            </a:custGeom>
            <a:solidFill>
              <a:srgbClr val="D6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4" name="Google Shape;16414;p67"/>
            <p:cNvSpPr/>
            <p:nvPr/>
          </p:nvSpPr>
          <p:spPr>
            <a:xfrm>
              <a:off x="7735517" y="2263542"/>
              <a:ext cx="31432" cy="30672"/>
            </a:xfrm>
            <a:custGeom>
              <a:avLst/>
              <a:gdLst/>
              <a:ahLst/>
              <a:cxnLst/>
              <a:rect l="l" t="t" r="r" b="b"/>
              <a:pathLst>
                <a:path w="1199" h="1170" extrusionOk="0">
                  <a:moveTo>
                    <a:pt x="0" y="1"/>
                  </a:moveTo>
                  <a:lnTo>
                    <a:pt x="0" y="1170"/>
                  </a:lnTo>
                  <a:lnTo>
                    <a:pt x="1199" y="1170"/>
                  </a:lnTo>
                  <a:lnTo>
                    <a:pt x="1199" y="448"/>
                  </a:lnTo>
                  <a:cubicBezTo>
                    <a:pt x="1199" y="203"/>
                    <a:pt x="996" y="1"/>
                    <a:pt x="751" y="1"/>
                  </a:cubicBez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5" name="Google Shape;16415;p67"/>
            <p:cNvSpPr/>
            <p:nvPr/>
          </p:nvSpPr>
          <p:spPr>
            <a:xfrm>
              <a:off x="7645835" y="2286637"/>
              <a:ext cx="152519" cy="38615"/>
            </a:xfrm>
            <a:custGeom>
              <a:avLst/>
              <a:gdLst/>
              <a:ahLst/>
              <a:cxnLst/>
              <a:rect l="l" t="t" r="r" b="b"/>
              <a:pathLst>
                <a:path w="5818" h="1473" extrusionOk="0">
                  <a:moveTo>
                    <a:pt x="462" y="0"/>
                  </a:moveTo>
                  <a:cubicBezTo>
                    <a:pt x="332" y="0"/>
                    <a:pt x="231" y="87"/>
                    <a:pt x="217" y="202"/>
                  </a:cubicBezTo>
                  <a:lnTo>
                    <a:pt x="29" y="1169"/>
                  </a:lnTo>
                  <a:cubicBezTo>
                    <a:pt x="0" y="1328"/>
                    <a:pt x="116" y="1473"/>
                    <a:pt x="274" y="1473"/>
                  </a:cubicBezTo>
                  <a:lnTo>
                    <a:pt x="5558" y="1473"/>
                  </a:lnTo>
                  <a:cubicBezTo>
                    <a:pt x="5717" y="1458"/>
                    <a:pt x="5818" y="1328"/>
                    <a:pt x="5789" y="1169"/>
                  </a:cubicBezTo>
                  <a:lnTo>
                    <a:pt x="5616" y="202"/>
                  </a:lnTo>
                  <a:cubicBezTo>
                    <a:pt x="5587" y="87"/>
                    <a:pt x="5486" y="0"/>
                    <a:pt x="5370" y="0"/>
                  </a:cubicBezTo>
                  <a:close/>
                </a:path>
              </a:pathLst>
            </a:custGeom>
            <a:solidFill>
              <a:srgbClr val="8FA1A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6" name="Google Shape;16416;p67"/>
            <p:cNvSpPr/>
            <p:nvPr/>
          </p:nvSpPr>
          <p:spPr>
            <a:xfrm>
              <a:off x="7760500" y="2286637"/>
              <a:ext cx="38588" cy="38641"/>
            </a:xfrm>
            <a:custGeom>
              <a:avLst/>
              <a:gdLst/>
              <a:ahLst/>
              <a:cxnLst/>
              <a:rect l="l" t="t" r="r" b="b"/>
              <a:pathLst>
                <a:path w="1472" h="1474" extrusionOk="0">
                  <a:moveTo>
                    <a:pt x="0" y="0"/>
                  </a:moveTo>
                  <a:lnTo>
                    <a:pt x="274" y="1473"/>
                  </a:lnTo>
                  <a:lnTo>
                    <a:pt x="1184" y="1473"/>
                  </a:lnTo>
                  <a:cubicBezTo>
                    <a:pt x="1191" y="1473"/>
                    <a:pt x="1197" y="1473"/>
                    <a:pt x="1204" y="1473"/>
                  </a:cubicBezTo>
                  <a:cubicBezTo>
                    <a:pt x="1353" y="1473"/>
                    <a:pt x="1471" y="1321"/>
                    <a:pt x="1444" y="1169"/>
                  </a:cubicBezTo>
                  <a:lnTo>
                    <a:pt x="1256" y="202"/>
                  </a:lnTo>
                  <a:cubicBezTo>
                    <a:pt x="1227" y="87"/>
                    <a:pt x="1126" y="0"/>
                    <a:pt x="1011" y="0"/>
                  </a:cubicBezTo>
                  <a:close/>
                </a:path>
              </a:pathLst>
            </a:custGeom>
            <a:solidFill>
              <a:srgbClr val="7B90A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17" name="Google Shape;16417;p67"/>
          <p:cNvGrpSpPr/>
          <p:nvPr/>
        </p:nvGrpSpPr>
        <p:grpSpPr>
          <a:xfrm>
            <a:off x="7998825" y="1977458"/>
            <a:ext cx="320557" cy="347794"/>
            <a:chOff x="8023882" y="1977458"/>
            <a:chExt cx="320557" cy="347794"/>
          </a:xfrm>
        </p:grpSpPr>
        <p:sp>
          <p:nvSpPr>
            <p:cNvPr id="16418" name="Google Shape;16418;p67"/>
            <p:cNvSpPr/>
            <p:nvPr/>
          </p:nvSpPr>
          <p:spPr>
            <a:xfrm>
              <a:off x="8053007" y="1977458"/>
              <a:ext cx="291432" cy="291799"/>
            </a:xfrm>
            <a:custGeom>
              <a:avLst/>
              <a:gdLst/>
              <a:ahLst/>
              <a:cxnLst/>
              <a:rect l="l" t="t" r="r" b="b"/>
              <a:pathLst>
                <a:path w="11117" h="11131" extrusionOk="0">
                  <a:moveTo>
                    <a:pt x="5558" y="0"/>
                  </a:moveTo>
                  <a:cubicBezTo>
                    <a:pt x="2484" y="0"/>
                    <a:pt x="1" y="2498"/>
                    <a:pt x="1" y="5572"/>
                  </a:cubicBezTo>
                  <a:cubicBezTo>
                    <a:pt x="1" y="8633"/>
                    <a:pt x="2484" y="11130"/>
                    <a:pt x="5558" y="11130"/>
                  </a:cubicBezTo>
                  <a:cubicBezTo>
                    <a:pt x="8633" y="11130"/>
                    <a:pt x="11116" y="8633"/>
                    <a:pt x="11116" y="5572"/>
                  </a:cubicBezTo>
                  <a:cubicBezTo>
                    <a:pt x="11116" y="2498"/>
                    <a:pt x="8633" y="0"/>
                    <a:pt x="5558" y="0"/>
                  </a:cubicBezTo>
                  <a:close/>
                </a:path>
              </a:pathLst>
            </a:custGeom>
            <a:solidFill>
              <a:srgbClr val="D3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9" name="Google Shape;16419;p67"/>
            <p:cNvSpPr/>
            <p:nvPr/>
          </p:nvSpPr>
          <p:spPr>
            <a:xfrm>
              <a:off x="8023882" y="1980866"/>
              <a:ext cx="277407" cy="288549"/>
            </a:xfrm>
            <a:custGeom>
              <a:avLst/>
              <a:gdLst/>
              <a:ahLst/>
              <a:cxnLst/>
              <a:rect l="l" t="t" r="r" b="b"/>
              <a:pathLst>
                <a:path w="10582" h="11007" extrusionOk="0">
                  <a:moveTo>
                    <a:pt x="5529" y="0"/>
                  </a:moveTo>
                  <a:cubicBezTo>
                    <a:pt x="1891" y="751"/>
                    <a:pt x="0" y="4793"/>
                    <a:pt x="1761" y="8070"/>
                  </a:cubicBezTo>
                  <a:cubicBezTo>
                    <a:pt x="2787" y="9986"/>
                    <a:pt x="4717" y="11007"/>
                    <a:pt x="6670" y="11007"/>
                  </a:cubicBezTo>
                  <a:cubicBezTo>
                    <a:pt x="8071" y="11007"/>
                    <a:pt x="9484" y="10481"/>
                    <a:pt x="10581" y="9383"/>
                  </a:cubicBezTo>
                  <a:lnTo>
                    <a:pt x="10581" y="9383"/>
                  </a:lnTo>
                  <a:cubicBezTo>
                    <a:pt x="10206" y="9456"/>
                    <a:pt x="9831" y="9499"/>
                    <a:pt x="9441" y="9499"/>
                  </a:cubicBezTo>
                  <a:cubicBezTo>
                    <a:pt x="7189" y="9499"/>
                    <a:pt x="5168" y="8142"/>
                    <a:pt x="4302" y="6063"/>
                  </a:cubicBezTo>
                  <a:cubicBezTo>
                    <a:pt x="3450" y="3970"/>
                    <a:pt x="3927" y="1574"/>
                    <a:pt x="5529" y="0"/>
                  </a:cubicBezTo>
                  <a:close/>
                </a:path>
              </a:pathLst>
            </a:custGeom>
            <a:solidFill>
              <a:srgbClr val="CFD9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0" name="Google Shape;16420;p67"/>
            <p:cNvSpPr/>
            <p:nvPr/>
          </p:nvSpPr>
          <p:spPr>
            <a:xfrm>
              <a:off x="8053007" y="1977825"/>
              <a:ext cx="291432" cy="291039"/>
            </a:xfrm>
            <a:custGeom>
              <a:avLst/>
              <a:gdLst/>
              <a:ahLst/>
              <a:cxnLst/>
              <a:rect l="l" t="t" r="r" b="b"/>
              <a:pathLst>
                <a:path w="11117" h="11102" extrusionOk="0">
                  <a:moveTo>
                    <a:pt x="5342" y="2758"/>
                  </a:moveTo>
                  <a:lnTo>
                    <a:pt x="5342" y="5328"/>
                  </a:lnTo>
                  <a:lnTo>
                    <a:pt x="2137" y="5328"/>
                  </a:lnTo>
                  <a:cubicBezTo>
                    <a:pt x="2152" y="4461"/>
                    <a:pt x="2310" y="3595"/>
                    <a:pt x="2599" y="2772"/>
                  </a:cubicBezTo>
                  <a:lnTo>
                    <a:pt x="2599" y="2758"/>
                  </a:lnTo>
                  <a:close/>
                  <a:moveTo>
                    <a:pt x="8518" y="2772"/>
                  </a:moveTo>
                  <a:cubicBezTo>
                    <a:pt x="8806" y="3595"/>
                    <a:pt x="8951" y="4461"/>
                    <a:pt x="8980" y="5342"/>
                  </a:cubicBezTo>
                  <a:lnTo>
                    <a:pt x="5775" y="5342"/>
                  </a:lnTo>
                  <a:lnTo>
                    <a:pt x="5775" y="2772"/>
                  </a:lnTo>
                  <a:close/>
                  <a:moveTo>
                    <a:pt x="5342" y="5775"/>
                  </a:moveTo>
                  <a:lnTo>
                    <a:pt x="5342" y="8330"/>
                  </a:lnTo>
                  <a:lnTo>
                    <a:pt x="2599" y="8330"/>
                  </a:lnTo>
                  <a:cubicBezTo>
                    <a:pt x="2310" y="7507"/>
                    <a:pt x="2152" y="6641"/>
                    <a:pt x="2137" y="5775"/>
                  </a:cubicBezTo>
                  <a:close/>
                  <a:moveTo>
                    <a:pt x="8980" y="5775"/>
                  </a:moveTo>
                  <a:cubicBezTo>
                    <a:pt x="8951" y="6641"/>
                    <a:pt x="8806" y="7507"/>
                    <a:pt x="8518" y="8330"/>
                  </a:cubicBezTo>
                  <a:lnTo>
                    <a:pt x="8518" y="8345"/>
                  </a:lnTo>
                  <a:lnTo>
                    <a:pt x="5775" y="8345"/>
                  </a:lnTo>
                  <a:lnTo>
                    <a:pt x="5775" y="5775"/>
                  </a:lnTo>
                  <a:close/>
                  <a:moveTo>
                    <a:pt x="5342" y="1"/>
                  </a:moveTo>
                  <a:lnTo>
                    <a:pt x="5342" y="2339"/>
                  </a:lnTo>
                  <a:lnTo>
                    <a:pt x="2758" y="2339"/>
                  </a:lnTo>
                  <a:cubicBezTo>
                    <a:pt x="3350" y="1011"/>
                    <a:pt x="4274" y="116"/>
                    <a:pt x="5342" y="1"/>
                  </a:cubicBezTo>
                  <a:lnTo>
                    <a:pt x="5342" y="1"/>
                  </a:lnTo>
                  <a:cubicBezTo>
                    <a:pt x="4779" y="15"/>
                    <a:pt x="4230" y="131"/>
                    <a:pt x="3696" y="318"/>
                  </a:cubicBezTo>
                  <a:cubicBezTo>
                    <a:pt x="3090" y="867"/>
                    <a:pt x="2614" y="1574"/>
                    <a:pt x="2310" y="2339"/>
                  </a:cubicBezTo>
                  <a:lnTo>
                    <a:pt x="1011" y="2339"/>
                  </a:lnTo>
                  <a:cubicBezTo>
                    <a:pt x="925" y="2484"/>
                    <a:pt x="824" y="2628"/>
                    <a:pt x="737" y="2772"/>
                  </a:cubicBezTo>
                  <a:lnTo>
                    <a:pt x="2152" y="2772"/>
                  </a:lnTo>
                  <a:cubicBezTo>
                    <a:pt x="1877" y="3595"/>
                    <a:pt x="1733" y="4461"/>
                    <a:pt x="1719" y="5342"/>
                  </a:cubicBezTo>
                  <a:lnTo>
                    <a:pt x="1" y="5342"/>
                  </a:lnTo>
                  <a:lnTo>
                    <a:pt x="1" y="5558"/>
                  </a:lnTo>
                  <a:lnTo>
                    <a:pt x="1" y="5775"/>
                  </a:lnTo>
                  <a:lnTo>
                    <a:pt x="1719" y="5775"/>
                  </a:lnTo>
                  <a:cubicBezTo>
                    <a:pt x="1733" y="6641"/>
                    <a:pt x="1877" y="7507"/>
                    <a:pt x="2152" y="8330"/>
                  </a:cubicBezTo>
                  <a:lnTo>
                    <a:pt x="751" y="8330"/>
                  </a:lnTo>
                  <a:cubicBezTo>
                    <a:pt x="824" y="8474"/>
                    <a:pt x="925" y="8619"/>
                    <a:pt x="1026" y="8763"/>
                  </a:cubicBezTo>
                  <a:lnTo>
                    <a:pt x="2310" y="8763"/>
                  </a:lnTo>
                  <a:cubicBezTo>
                    <a:pt x="2614" y="9543"/>
                    <a:pt x="3090" y="10236"/>
                    <a:pt x="3696" y="10799"/>
                  </a:cubicBezTo>
                  <a:cubicBezTo>
                    <a:pt x="4230" y="10986"/>
                    <a:pt x="4779" y="11087"/>
                    <a:pt x="5342" y="11102"/>
                  </a:cubicBezTo>
                  <a:cubicBezTo>
                    <a:pt x="4274" y="11001"/>
                    <a:pt x="3350" y="10106"/>
                    <a:pt x="2758" y="8763"/>
                  </a:cubicBezTo>
                  <a:lnTo>
                    <a:pt x="5342" y="8763"/>
                  </a:lnTo>
                  <a:lnTo>
                    <a:pt x="5342" y="11102"/>
                  </a:lnTo>
                  <a:lnTo>
                    <a:pt x="5775" y="11102"/>
                  </a:lnTo>
                  <a:lnTo>
                    <a:pt x="5775" y="8763"/>
                  </a:lnTo>
                  <a:lnTo>
                    <a:pt x="8344" y="8763"/>
                  </a:lnTo>
                  <a:cubicBezTo>
                    <a:pt x="7767" y="10106"/>
                    <a:pt x="6829" y="11001"/>
                    <a:pt x="5775" y="11102"/>
                  </a:cubicBezTo>
                  <a:cubicBezTo>
                    <a:pt x="6338" y="11087"/>
                    <a:pt x="6886" y="10986"/>
                    <a:pt x="7421" y="10799"/>
                  </a:cubicBezTo>
                  <a:cubicBezTo>
                    <a:pt x="8041" y="10236"/>
                    <a:pt x="8503" y="9543"/>
                    <a:pt x="8806" y="8763"/>
                  </a:cubicBezTo>
                  <a:lnTo>
                    <a:pt x="10106" y="8763"/>
                  </a:lnTo>
                  <a:cubicBezTo>
                    <a:pt x="10207" y="8619"/>
                    <a:pt x="10293" y="8474"/>
                    <a:pt x="10380" y="8330"/>
                  </a:cubicBezTo>
                  <a:lnTo>
                    <a:pt x="8965" y="8330"/>
                  </a:lnTo>
                  <a:cubicBezTo>
                    <a:pt x="9239" y="7507"/>
                    <a:pt x="9384" y="6641"/>
                    <a:pt x="9413" y="5775"/>
                  </a:cubicBezTo>
                  <a:lnTo>
                    <a:pt x="11116" y="5775"/>
                  </a:lnTo>
                  <a:lnTo>
                    <a:pt x="11116" y="5558"/>
                  </a:lnTo>
                  <a:lnTo>
                    <a:pt x="11116" y="5342"/>
                  </a:lnTo>
                  <a:lnTo>
                    <a:pt x="9413" y="5342"/>
                  </a:lnTo>
                  <a:cubicBezTo>
                    <a:pt x="9384" y="4461"/>
                    <a:pt x="9239" y="3595"/>
                    <a:pt x="8965" y="2772"/>
                  </a:cubicBezTo>
                  <a:lnTo>
                    <a:pt x="10380" y="2772"/>
                  </a:lnTo>
                  <a:cubicBezTo>
                    <a:pt x="10293" y="2628"/>
                    <a:pt x="10192" y="2484"/>
                    <a:pt x="10106" y="2339"/>
                  </a:cubicBezTo>
                  <a:lnTo>
                    <a:pt x="8806" y="2339"/>
                  </a:lnTo>
                  <a:cubicBezTo>
                    <a:pt x="8503" y="1574"/>
                    <a:pt x="8041" y="867"/>
                    <a:pt x="7421" y="318"/>
                  </a:cubicBezTo>
                  <a:cubicBezTo>
                    <a:pt x="6886" y="131"/>
                    <a:pt x="6338" y="15"/>
                    <a:pt x="5775" y="1"/>
                  </a:cubicBezTo>
                  <a:lnTo>
                    <a:pt x="5775" y="1"/>
                  </a:lnTo>
                  <a:cubicBezTo>
                    <a:pt x="6829" y="116"/>
                    <a:pt x="7767" y="1011"/>
                    <a:pt x="8344" y="2339"/>
                  </a:cubicBezTo>
                  <a:lnTo>
                    <a:pt x="5775" y="2339"/>
                  </a:lnTo>
                  <a:lnTo>
                    <a:pt x="5775" y="1"/>
                  </a:ln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1" name="Google Shape;16421;p67"/>
            <p:cNvSpPr/>
            <p:nvPr/>
          </p:nvSpPr>
          <p:spPr>
            <a:xfrm>
              <a:off x="8052640" y="1981233"/>
              <a:ext cx="220258" cy="288024"/>
            </a:xfrm>
            <a:custGeom>
              <a:avLst/>
              <a:gdLst/>
              <a:ahLst/>
              <a:cxnLst/>
              <a:rect l="l" t="t" r="r" b="b"/>
              <a:pathLst>
                <a:path w="8402" h="10987" extrusionOk="0">
                  <a:moveTo>
                    <a:pt x="5356" y="8633"/>
                  </a:moveTo>
                  <a:lnTo>
                    <a:pt x="5356" y="10972"/>
                  </a:lnTo>
                  <a:cubicBezTo>
                    <a:pt x="4288" y="10871"/>
                    <a:pt x="3364" y="9961"/>
                    <a:pt x="2772" y="8633"/>
                  </a:cubicBezTo>
                  <a:close/>
                  <a:moveTo>
                    <a:pt x="4418" y="1"/>
                  </a:moveTo>
                  <a:lnTo>
                    <a:pt x="4418" y="1"/>
                  </a:lnTo>
                  <a:cubicBezTo>
                    <a:pt x="4172" y="44"/>
                    <a:pt x="3941" y="102"/>
                    <a:pt x="3696" y="188"/>
                  </a:cubicBezTo>
                  <a:cubicBezTo>
                    <a:pt x="3089" y="751"/>
                    <a:pt x="2613" y="1444"/>
                    <a:pt x="2310" y="2224"/>
                  </a:cubicBezTo>
                  <a:lnTo>
                    <a:pt x="1025" y="2224"/>
                  </a:lnTo>
                  <a:cubicBezTo>
                    <a:pt x="924" y="2368"/>
                    <a:pt x="838" y="2498"/>
                    <a:pt x="751" y="2657"/>
                  </a:cubicBezTo>
                  <a:lnTo>
                    <a:pt x="2151" y="2657"/>
                  </a:lnTo>
                  <a:cubicBezTo>
                    <a:pt x="1877" y="3480"/>
                    <a:pt x="1733" y="4346"/>
                    <a:pt x="1718" y="5212"/>
                  </a:cubicBezTo>
                  <a:lnTo>
                    <a:pt x="0" y="5212"/>
                  </a:lnTo>
                  <a:lnTo>
                    <a:pt x="0" y="5428"/>
                  </a:lnTo>
                  <a:lnTo>
                    <a:pt x="0" y="5645"/>
                  </a:lnTo>
                  <a:lnTo>
                    <a:pt x="1718" y="5645"/>
                  </a:lnTo>
                  <a:cubicBezTo>
                    <a:pt x="1733" y="6526"/>
                    <a:pt x="1877" y="7377"/>
                    <a:pt x="2151" y="8215"/>
                  </a:cubicBezTo>
                  <a:lnTo>
                    <a:pt x="765" y="8215"/>
                  </a:lnTo>
                  <a:cubicBezTo>
                    <a:pt x="838" y="8359"/>
                    <a:pt x="939" y="8503"/>
                    <a:pt x="1040" y="8648"/>
                  </a:cubicBezTo>
                  <a:lnTo>
                    <a:pt x="2324" y="8648"/>
                  </a:lnTo>
                  <a:cubicBezTo>
                    <a:pt x="2628" y="9413"/>
                    <a:pt x="3104" y="10120"/>
                    <a:pt x="3710" y="10669"/>
                  </a:cubicBezTo>
                  <a:cubicBezTo>
                    <a:pt x="4244" y="10856"/>
                    <a:pt x="4793" y="10972"/>
                    <a:pt x="5356" y="10986"/>
                  </a:cubicBezTo>
                  <a:lnTo>
                    <a:pt x="5789" y="10986"/>
                  </a:lnTo>
                  <a:cubicBezTo>
                    <a:pt x="6352" y="10972"/>
                    <a:pt x="6900" y="10856"/>
                    <a:pt x="7435" y="10669"/>
                  </a:cubicBezTo>
                  <a:cubicBezTo>
                    <a:pt x="7810" y="10337"/>
                    <a:pt x="8142" y="9932"/>
                    <a:pt x="8402" y="9499"/>
                  </a:cubicBezTo>
                  <a:lnTo>
                    <a:pt x="8344" y="9485"/>
                  </a:lnTo>
                  <a:cubicBezTo>
                    <a:pt x="8200" y="9485"/>
                    <a:pt x="8055" y="9485"/>
                    <a:pt x="7911" y="9470"/>
                  </a:cubicBezTo>
                  <a:cubicBezTo>
                    <a:pt x="7348" y="10337"/>
                    <a:pt x="6612" y="10885"/>
                    <a:pt x="5789" y="10972"/>
                  </a:cubicBezTo>
                  <a:lnTo>
                    <a:pt x="5789" y="8864"/>
                  </a:lnTo>
                  <a:cubicBezTo>
                    <a:pt x="5428" y="8676"/>
                    <a:pt x="5096" y="8460"/>
                    <a:pt x="4793" y="8200"/>
                  </a:cubicBezTo>
                  <a:lnTo>
                    <a:pt x="2613" y="8200"/>
                  </a:lnTo>
                  <a:cubicBezTo>
                    <a:pt x="2324" y="7377"/>
                    <a:pt x="2166" y="6511"/>
                    <a:pt x="2151" y="5645"/>
                  </a:cubicBezTo>
                  <a:lnTo>
                    <a:pt x="3046" y="5645"/>
                  </a:lnTo>
                  <a:cubicBezTo>
                    <a:pt x="3003" y="5501"/>
                    <a:pt x="2974" y="5356"/>
                    <a:pt x="2931" y="5212"/>
                  </a:cubicBezTo>
                  <a:lnTo>
                    <a:pt x="2151" y="5212"/>
                  </a:lnTo>
                  <a:cubicBezTo>
                    <a:pt x="2166" y="4331"/>
                    <a:pt x="2310" y="3465"/>
                    <a:pt x="2599" y="2642"/>
                  </a:cubicBezTo>
                  <a:lnTo>
                    <a:pt x="2931" y="2642"/>
                  </a:lnTo>
                  <a:cubicBezTo>
                    <a:pt x="2974" y="2498"/>
                    <a:pt x="3003" y="2354"/>
                    <a:pt x="3046" y="2224"/>
                  </a:cubicBezTo>
                  <a:lnTo>
                    <a:pt x="2772" y="2224"/>
                  </a:lnTo>
                  <a:cubicBezTo>
                    <a:pt x="3032" y="1574"/>
                    <a:pt x="3436" y="1011"/>
                    <a:pt x="3941" y="535"/>
                  </a:cubicBezTo>
                  <a:cubicBezTo>
                    <a:pt x="4086" y="347"/>
                    <a:pt x="4244" y="160"/>
                    <a:pt x="4418" y="1"/>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2" name="Google Shape;16422;p67"/>
            <p:cNvSpPr/>
            <p:nvPr/>
          </p:nvSpPr>
          <p:spPr>
            <a:xfrm>
              <a:off x="8097677" y="2201858"/>
              <a:ext cx="22335" cy="22361"/>
            </a:xfrm>
            <a:custGeom>
              <a:avLst/>
              <a:gdLst/>
              <a:ahLst/>
              <a:cxnLst/>
              <a:rect l="l" t="t" r="r" b="b"/>
              <a:pathLst>
                <a:path w="852" h="853" extrusionOk="0">
                  <a:moveTo>
                    <a:pt x="0" y="1"/>
                  </a:moveTo>
                  <a:lnTo>
                    <a:pt x="0" y="852"/>
                  </a:lnTo>
                  <a:lnTo>
                    <a:pt x="852" y="852"/>
                  </a:lnTo>
                  <a:lnTo>
                    <a:pt x="852"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3" name="Google Shape;16423;p67"/>
            <p:cNvSpPr/>
            <p:nvPr/>
          </p:nvSpPr>
          <p:spPr>
            <a:xfrm>
              <a:off x="8096524" y="2201858"/>
              <a:ext cx="24642" cy="16961"/>
            </a:xfrm>
            <a:custGeom>
              <a:avLst/>
              <a:gdLst/>
              <a:ahLst/>
              <a:cxnLst/>
              <a:rect l="l" t="t" r="r" b="b"/>
              <a:pathLst>
                <a:path w="940" h="647" extrusionOk="0">
                  <a:moveTo>
                    <a:pt x="44" y="1"/>
                  </a:moveTo>
                  <a:lnTo>
                    <a:pt x="44" y="434"/>
                  </a:lnTo>
                  <a:cubicBezTo>
                    <a:pt x="44" y="477"/>
                    <a:pt x="30" y="520"/>
                    <a:pt x="1" y="549"/>
                  </a:cubicBezTo>
                  <a:cubicBezTo>
                    <a:pt x="152" y="614"/>
                    <a:pt x="311" y="647"/>
                    <a:pt x="470" y="647"/>
                  </a:cubicBezTo>
                  <a:cubicBezTo>
                    <a:pt x="629" y="647"/>
                    <a:pt x="788" y="614"/>
                    <a:pt x="939" y="549"/>
                  </a:cubicBezTo>
                  <a:cubicBezTo>
                    <a:pt x="910" y="520"/>
                    <a:pt x="896" y="477"/>
                    <a:pt x="896" y="434"/>
                  </a:cubicBezTo>
                  <a:lnTo>
                    <a:pt x="896"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4" name="Google Shape;16424;p67"/>
            <p:cNvSpPr/>
            <p:nvPr/>
          </p:nvSpPr>
          <p:spPr>
            <a:xfrm>
              <a:off x="8075342" y="2219658"/>
              <a:ext cx="67373" cy="83259"/>
            </a:xfrm>
            <a:custGeom>
              <a:avLst/>
              <a:gdLst/>
              <a:ahLst/>
              <a:cxnLst/>
              <a:rect l="l" t="t" r="r" b="b"/>
              <a:pathLst>
                <a:path w="2570" h="3176" extrusionOk="0">
                  <a:moveTo>
                    <a:pt x="621" y="0"/>
                  </a:moveTo>
                  <a:lnTo>
                    <a:pt x="231" y="188"/>
                  </a:lnTo>
                  <a:cubicBezTo>
                    <a:pt x="87" y="260"/>
                    <a:pt x="0" y="419"/>
                    <a:pt x="0" y="577"/>
                  </a:cubicBezTo>
                  <a:lnTo>
                    <a:pt x="0" y="1819"/>
                  </a:lnTo>
                  <a:cubicBezTo>
                    <a:pt x="0" y="2281"/>
                    <a:pt x="130" y="2743"/>
                    <a:pt x="390" y="3118"/>
                  </a:cubicBezTo>
                  <a:lnTo>
                    <a:pt x="419" y="3176"/>
                  </a:lnTo>
                  <a:lnTo>
                    <a:pt x="2137" y="3176"/>
                  </a:lnTo>
                  <a:lnTo>
                    <a:pt x="2166" y="3118"/>
                  </a:lnTo>
                  <a:cubicBezTo>
                    <a:pt x="2426" y="2743"/>
                    <a:pt x="2570" y="2281"/>
                    <a:pt x="2570" y="1819"/>
                  </a:cubicBezTo>
                  <a:lnTo>
                    <a:pt x="2570" y="577"/>
                  </a:lnTo>
                  <a:cubicBezTo>
                    <a:pt x="2570" y="419"/>
                    <a:pt x="2469" y="260"/>
                    <a:pt x="2325" y="188"/>
                  </a:cubicBezTo>
                  <a:lnTo>
                    <a:pt x="1935" y="0"/>
                  </a:lnTo>
                  <a:cubicBezTo>
                    <a:pt x="1797" y="163"/>
                    <a:pt x="1410" y="174"/>
                    <a:pt x="1309" y="174"/>
                  </a:cubicBezTo>
                  <a:cubicBezTo>
                    <a:pt x="1294" y="174"/>
                    <a:pt x="1285" y="173"/>
                    <a:pt x="1285" y="173"/>
                  </a:cubicBezTo>
                  <a:cubicBezTo>
                    <a:pt x="1285" y="173"/>
                    <a:pt x="780" y="173"/>
                    <a:pt x="621"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5" name="Google Shape;16425;p67"/>
            <p:cNvSpPr/>
            <p:nvPr/>
          </p:nvSpPr>
          <p:spPr>
            <a:xfrm>
              <a:off x="8086693" y="2302891"/>
              <a:ext cx="45064" cy="22361"/>
            </a:xfrm>
            <a:custGeom>
              <a:avLst/>
              <a:gdLst/>
              <a:ahLst/>
              <a:cxnLst/>
              <a:rect l="l" t="t" r="r" b="b"/>
              <a:pathLst>
                <a:path w="1719" h="853" extrusionOk="0">
                  <a:moveTo>
                    <a:pt x="0" y="1"/>
                  </a:moveTo>
                  <a:lnTo>
                    <a:pt x="0" y="636"/>
                  </a:lnTo>
                  <a:cubicBezTo>
                    <a:pt x="0" y="751"/>
                    <a:pt x="102" y="853"/>
                    <a:pt x="217" y="853"/>
                  </a:cubicBezTo>
                  <a:lnTo>
                    <a:pt x="1502" y="853"/>
                  </a:lnTo>
                  <a:cubicBezTo>
                    <a:pt x="1617" y="853"/>
                    <a:pt x="1718" y="751"/>
                    <a:pt x="1718" y="636"/>
                  </a:cubicBezTo>
                  <a:lnTo>
                    <a:pt x="1704"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6" name="Google Shape;16426;p67"/>
            <p:cNvSpPr/>
            <p:nvPr/>
          </p:nvSpPr>
          <p:spPr>
            <a:xfrm>
              <a:off x="8075342" y="2228728"/>
              <a:ext cx="11377" cy="74188"/>
            </a:xfrm>
            <a:custGeom>
              <a:avLst/>
              <a:gdLst/>
              <a:ahLst/>
              <a:cxnLst/>
              <a:rect l="l" t="t" r="r" b="b"/>
              <a:pathLst>
                <a:path w="434" h="2830" extrusionOk="0">
                  <a:moveTo>
                    <a:pt x="73" y="1"/>
                  </a:moveTo>
                  <a:cubicBezTo>
                    <a:pt x="29" y="58"/>
                    <a:pt x="0" y="145"/>
                    <a:pt x="0" y="217"/>
                  </a:cubicBezTo>
                  <a:lnTo>
                    <a:pt x="0" y="1458"/>
                  </a:lnTo>
                  <a:cubicBezTo>
                    <a:pt x="0" y="1920"/>
                    <a:pt x="145" y="2382"/>
                    <a:pt x="405" y="2772"/>
                  </a:cubicBezTo>
                  <a:lnTo>
                    <a:pt x="433" y="2830"/>
                  </a:lnTo>
                  <a:lnTo>
                    <a:pt x="433" y="477"/>
                  </a:lnTo>
                  <a:cubicBezTo>
                    <a:pt x="433" y="347"/>
                    <a:pt x="376" y="217"/>
                    <a:pt x="260" y="145"/>
                  </a:cubicBezTo>
                  <a:lnTo>
                    <a:pt x="73"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7" name="Google Shape;16427;p67"/>
            <p:cNvSpPr/>
            <p:nvPr/>
          </p:nvSpPr>
          <p:spPr>
            <a:xfrm>
              <a:off x="8131337" y="2228728"/>
              <a:ext cx="11377" cy="74188"/>
            </a:xfrm>
            <a:custGeom>
              <a:avLst/>
              <a:gdLst/>
              <a:ahLst/>
              <a:cxnLst/>
              <a:rect l="l" t="t" r="r" b="b"/>
              <a:pathLst>
                <a:path w="434" h="2830" extrusionOk="0">
                  <a:moveTo>
                    <a:pt x="362" y="1"/>
                  </a:moveTo>
                  <a:lnTo>
                    <a:pt x="174" y="145"/>
                  </a:lnTo>
                  <a:cubicBezTo>
                    <a:pt x="59" y="217"/>
                    <a:pt x="1" y="347"/>
                    <a:pt x="1" y="477"/>
                  </a:cubicBezTo>
                  <a:lnTo>
                    <a:pt x="1" y="2830"/>
                  </a:lnTo>
                  <a:lnTo>
                    <a:pt x="30" y="2772"/>
                  </a:lnTo>
                  <a:cubicBezTo>
                    <a:pt x="290" y="2382"/>
                    <a:pt x="434" y="1920"/>
                    <a:pt x="434" y="1458"/>
                  </a:cubicBezTo>
                  <a:lnTo>
                    <a:pt x="434" y="217"/>
                  </a:lnTo>
                  <a:cubicBezTo>
                    <a:pt x="419" y="145"/>
                    <a:pt x="405" y="58"/>
                    <a:pt x="362"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8" name="Google Shape;16428;p67"/>
            <p:cNvSpPr/>
            <p:nvPr/>
          </p:nvSpPr>
          <p:spPr>
            <a:xfrm>
              <a:off x="8091621" y="2213314"/>
              <a:ext cx="34447" cy="89603"/>
            </a:xfrm>
            <a:custGeom>
              <a:avLst/>
              <a:gdLst/>
              <a:ahLst/>
              <a:cxnLst/>
              <a:rect l="l" t="t" r="r" b="b"/>
              <a:pathLst>
                <a:path w="1314" h="3418" extrusionOk="0">
                  <a:moveTo>
                    <a:pt x="217" y="0"/>
                  </a:moveTo>
                  <a:cubicBezTo>
                    <a:pt x="206" y="0"/>
                    <a:pt x="195" y="4"/>
                    <a:pt x="188" y="11"/>
                  </a:cubicBezTo>
                  <a:lnTo>
                    <a:pt x="0" y="242"/>
                  </a:lnTo>
                  <a:lnTo>
                    <a:pt x="289" y="603"/>
                  </a:lnTo>
                  <a:cubicBezTo>
                    <a:pt x="313" y="627"/>
                    <a:pt x="341" y="638"/>
                    <a:pt x="369" y="638"/>
                  </a:cubicBezTo>
                  <a:cubicBezTo>
                    <a:pt x="391" y="638"/>
                    <a:pt x="414" y="630"/>
                    <a:pt x="433" y="617"/>
                  </a:cubicBezTo>
                  <a:lnTo>
                    <a:pt x="549" y="516"/>
                  </a:lnTo>
                  <a:lnTo>
                    <a:pt x="549" y="3418"/>
                  </a:lnTo>
                  <a:lnTo>
                    <a:pt x="765" y="3418"/>
                  </a:lnTo>
                  <a:lnTo>
                    <a:pt x="765" y="516"/>
                  </a:lnTo>
                  <a:lnTo>
                    <a:pt x="895" y="617"/>
                  </a:lnTo>
                  <a:cubicBezTo>
                    <a:pt x="915" y="630"/>
                    <a:pt x="937" y="638"/>
                    <a:pt x="958" y="638"/>
                  </a:cubicBezTo>
                  <a:cubicBezTo>
                    <a:pt x="985" y="638"/>
                    <a:pt x="1009" y="627"/>
                    <a:pt x="1025" y="603"/>
                  </a:cubicBezTo>
                  <a:lnTo>
                    <a:pt x="1314" y="242"/>
                  </a:lnTo>
                  <a:lnTo>
                    <a:pt x="1141" y="11"/>
                  </a:lnTo>
                  <a:cubicBezTo>
                    <a:pt x="1126" y="4"/>
                    <a:pt x="1115" y="0"/>
                    <a:pt x="1106" y="0"/>
                  </a:cubicBezTo>
                  <a:cubicBezTo>
                    <a:pt x="1097" y="0"/>
                    <a:pt x="1090" y="4"/>
                    <a:pt x="1083" y="11"/>
                  </a:cubicBezTo>
                  <a:lnTo>
                    <a:pt x="664" y="430"/>
                  </a:lnTo>
                  <a:lnTo>
                    <a:pt x="246" y="11"/>
                  </a:lnTo>
                  <a:cubicBezTo>
                    <a:pt x="238" y="4"/>
                    <a:pt x="228" y="0"/>
                    <a:pt x="217"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29" name="Google Shape;16429;p67"/>
            <p:cNvSpPr/>
            <p:nvPr/>
          </p:nvSpPr>
          <p:spPr>
            <a:xfrm>
              <a:off x="8105987" y="2313875"/>
              <a:ext cx="5715" cy="11377"/>
            </a:xfrm>
            <a:custGeom>
              <a:avLst/>
              <a:gdLst/>
              <a:ahLst/>
              <a:cxnLst/>
              <a:rect l="l" t="t" r="r" b="b"/>
              <a:pathLst>
                <a:path w="218" h="434" extrusionOk="0">
                  <a:moveTo>
                    <a:pt x="116" y="0"/>
                  </a:moveTo>
                  <a:cubicBezTo>
                    <a:pt x="58" y="0"/>
                    <a:pt x="1" y="58"/>
                    <a:pt x="1" y="116"/>
                  </a:cubicBezTo>
                  <a:lnTo>
                    <a:pt x="1" y="434"/>
                  </a:lnTo>
                  <a:lnTo>
                    <a:pt x="217" y="434"/>
                  </a:lnTo>
                  <a:lnTo>
                    <a:pt x="217" y="116"/>
                  </a:lnTo>
                  <a:cubicBezTo>
                    <a:pt x="217" y="58"/>
                    <a:pt x="174" y="0"/>
                    <a:pt x="116"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0" name="Google Shape;16430;p67"/>
            <p:cNvSpPr/>
            <p:nvPr/>
          </p:nvSpPr>
          <p:spPr>
            <a:xfrm>
              <a:off x="8086326" y="2156821"/>
              <a:ext cx="45037" cy="50752"/>
            </a:xfrm>
            <a:custGeom>
              <a:avLst/>
              <a:gdLst/>
              <a:ahLst/>
              <a:cxnLst/>
              <a:rect l="l" t="t" r="r" b="b"/>
              <a:pathLst>
                <a:path w="1718" h="1936" extrusionOk="0">
                  <a:moveTo>
                    <a:pt x="650" y="1"/>
                  </a:moveTo>
                  <a:cubicBezTo>
                    <a:pt x="289" y="1"/>
                    <a:pt x="0" y="290"/>
                    <a:pt x="0" y="650"/>
                  </a:cubicBezTo>
                  <a:lnTo>
                    <a:pt x="0" y="1083"/>
                  </a:lnTo>
                  <a:cubicBezTo>
                    <a:pt x="0" y="1545"/>
                    <a:pt x="390" y="1935"/>
                    <a:pt x="866" y="1935"/>
                  </a:cubicBezTo>
                  <a:cubicBezTo>
                    <a:pt x="1328" y="1935"/>
                    <a:pt x="1718" y="1545"/>
                    <a:pt x="1718" y="1083"/>
                  </a:cubicBezTo>
                  <a:lnTo>
                    <a:pt x="1718" y="650"/>
                  </a:lnTo>
                  <a:cubicBezTo>
                    <a:pt x="1718" y="290"/>
                    <a:pt x="1429" y="1"/>
                    <a:pt x="1083"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1" name="Google Shape;16431;p67"/>
            <p:cNvSpPr/>
            <p:nvPr/>
          </p:nvSpPr>
          <p:spPr>
            <a:xfrm>
              <a:off x="8086693" y="2156821"/>
              <a:ext cx="30672" cy="50569"/>
            </a:xfrm>
            <a:custGeom>
              <a:avLst/>
              <a:gdLst/>
              <a:ahLst/>
              <a:cxnLst/>
              <a:rect l="l" t="t" r="r" b="b"/>
              <a:pathLst>
                <a:path w="1170" h="1929" extrusionOk="0">
                  <a:moveTo>
                    <a:pt x="636" y="1"/>
                  </a:moveTo>
                  <a:cubicBezTo>
                    <a:pt x="289" y="1"/>
                    <a:pt x="0" y="290"/>
                    <a:pt x="0" y="650"/>
                  </a:cubicBezTo>
                  <a:lnTo>
                    <a:pt x="0" y="1083"/>
                  </a:lnTo>
                  <a:cubicBezTo>
                    <a:pt x="0" y="1572"/>
                    <a:pt x="394" y="1929"/>
                    <a:pt x="841" y="1929"/>
                  </a:cubicBezTo>
                  <a:cubicBezTo>
                    <a:pt x="949" y="1929"/>
                    <a:pt x="1060" y="1908"/>
                    <a:pt x="1170" y="1863"/>
                  </a:cubicBezTo>
                  <a:cubicBezTo>
                    <a:pt x="852" y="1747"/>
                    <a:pt x="636" y="1430"/>
                    <a:pt x="636" y="1083"/>
                  </a:cubicBezTo>
                  <a:lnTo>
                    <a:pt x="636" y="650"/>
                  </a:lnTo>
                  <a:cubicBezTo>
                    <a:pt x="636" y="333"/>
                    <a:pt x="867" y="73"/>
                    <a:pt x="1170" y="15"/>
                  </a:cubicBezTo>
                  <a:cubicBezTo>
                    <a:pt x="1141" y="15"/>
                    <a:pt x="1098" y="15"/>
                    <a:pt x="1069"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2" name="Google Shape;16432;p67"/>
            <p:cNvSpPr/>
            <p:nvPr/>
          </p:nvSpPr>
          <p:spPr>
            <a:xfrm>
              <a:off x="8086693" y="2156821"/>
              <a:ext cx="45064" cy="22781"/>
            </a:xfrm>
            <a:custGeom>
              <a:avLst/>
              <a:gdLst/>
              <a:ahLst/>
              <a:cxnLst/>
              <a:rect l="l" t="t" r="r" b="b"/>
              <a:pathLst>
                <a:path w="1719" h="869" extrusionOk="0">
                  <a:moveTo>
                    <a:pt x="636" y="1"/>
                  </a:moveTo>
                  <a:cubicBezTo>
                    <a:pt x="289" y="1"/>
                    <a:pt x="0" y="290"/>
                    <a:pt x="0" y="650"/>
                  </a:cubicBezTo>
                  <a:cubicBezTo>
                    <a:pt x="517" y="796"/>
                    <a:pt x="1033" y="869"/>
                    <a:pt x="1571" y="869"/>
                  </a:cubicBezTo>
                  <a:cubicBezTo>
                    <a:pt x="1620" y="869"/>
                    <a:pt x="1669" y="868"/>
                    <a:pt x="1718" y="867"/>
                  </a:cubicBezTo>
                  <a:lnTo>
                    <a:pt x="1718" y="650"/>
                  </a:lnTo>
                  <a:cubicBezTo>
                    <a:pt x="1718" y="290"/>
                    <a:pt x="1430" y="1"/>
                    <a:pt x="1069"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3" name="Google Shape;16433;p67"/>
            <p:cNvSpPr/>
            <p:nvPr/>
          </p:nvSpPr>
          <p:spPr>
            <a:xfrm>
              <a:off x="8086693" y="2156821"/>
              <a:ext cx="30672" cy="20474"/>
            </a:xfrm>
            <a:custGeom>
              <a:avLst/>
              <a:gdLst/>
              <a:ahLst/>
              <a:cxnLst/>
              <a:rect l="l" t="t" r="r" b="b"/>
              <a:pathLst>
                <a:path w="1170" h="781" extrusionOk="0">
                  <a:moveTo>
                    <a:pt x="636" y="1"/>
                  </a:moveTo>
                  <a:cubicBezTo>
                    <a:pt x="289" y="1"/>
                    <a:pt x="0" y="290"/>
                    <a:pt x="0" y="650"/>
                  </a:cubicBezTo>
                  <a:cubicBezTo>
                    <a:pt x="203" y="708"/>
                    <a:pt x="419" y="751"/>
                    <a:pt x="636" y="780"/>
                  </a:cubicBezTo>
                  <a:lnTo>
                    <a:pt x="636" y="650"/>
                  </a:lnTo>
                  <a:cubicBezTo>
                    <a:pt x="636" y="333"/>
                    <a:pt x="867" y="73"/>
                    <a:pt x="1170" y="15"/>
                  </a:cubicBezTo>
                  <a:cubicBezTo>
                    <a:pt x="1141" y="15"/>
                    <a:pt x="1098" y="15"/>
                    <a:pt x="1069"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4" name="Google Shape;16434;p67"/>
            <p:cNvSpPr/>
            <p:nvPr/>
          </p:nvSpPr>
          <p:spPr>
            <a:xfrm>
              <a:off x="8187359" y="2201858"/>
              <a:ext cx="22335" cy="22361"/>
            </a:xfrm>
            <a:custGeom>
              <a:avLst/>
              <a:gdLst/>
              <a:ahLst/>
              <a:cxnLst/>
              <a:rect l="l" t="t" r="r" b="b"/>
              <a:pathLst>
                <a:path w="852" h="853" extrusionOk="0">
                  <a:moveTo>
                    <a:pt x="0" y="1"/>
                  </a:moveTo>
                  <a:lnTo>
                    <a:pt x="0" y="852"/>
                  </a:lnTo>
                  <a:lnTo>
                    <a:pt x="852" y="852"/>
                  </a:lnTo>
                  <a:lnTo>
                    <a:pt x="852"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5" name="Google Shape;16435;p67"/>
            <p:cNvSpPr/>
            <p:nvPr/>
          </p:nvSpPr>
          <p:spPr>
            <a:xfrm>
              <a:off x="8186231" y="2201858"/>
              <a:ext cx="24616" cy="16961"/>
            </a:xfrm>
            <a:custGeom>
              <a:avLst/>
              <a:gdLst/>
              <a:ahLst/>
              <a:cxnLst/>
              <a:rect l="l" t="t" r="r" b="b"/>
              <a:pathLst>
                <a:path w="939" h="647" extrusionOk="0">
                  <a:moveTo>
                    <a:pt x="43" y="1"/>
                  </a:moveTo>
                  <a:lnTo>
                    <a:pt x="43" y="434"/>
                  </a:lnTo>
                  <a:cubicBezTo>
                    <a:pt x="43" y="477"/>
                    <a:pt x="29" y="520"/>
                    <a:pt x="0" y="549"/>
                  </a:cubicBezTo>
                  <a:cubicBezTo>
                    <a:pt x="152" y="614"/>
                    <a:pt x="310" y="647"/>
                    <a:pt x="469" y="647"/>
                  </a:cubicBezTo>
                  <a:cubicBezTo>
                    <a:pt x="628" y="647"/>
                    <a:pt x="787" y="614"/>
                    <a:pt x="938" y="549"/>
                  </a:cubicBezTo>
                  <a:cubicBezTo>
                    <a:pt x="909" y="520"/>
                    <a:pt x="895" y="477"/>
                    <a:pt x="895" y="434"/>
                  </a:cubicBezTo>
                  <a:lnTo>
                    <a:pt x="895"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6" name="Google Shape;16436;p67"/>
            <p:cNvSpPr/>
            <p:nvPr/>
          </p:nvSpPr>
          <p:spPr>
            <a:xfrm>
              <a:off x="8165023" y="2219658"/>
              <a:ext cx="67399" cy="83259"/>
            </a:xfrm>
            <a:custGeom>
              <a:avLst/>
              <a:gdLst/>
              <a:ahLst/>
              <a:cxnLst/>
              <a:rect l="l" t="t" r="r" b="b"/>
              <a:pathLst>
                <a:path w="2571" h="3176" extrusionOk="0">
                  <a:moveTo>
                    <a:pt x="621" y="0"/>
                  </a:moveTo>
                  <a:lnTo>
                    <a:pt x="232" y="188"/>
                  </a:lnTo>
                  <a:cubicBezTo>
                    <a:pt x="87" y="260"/>
                    <a:pt x="1" y="419"/>
                    <a:pt x="1" y="577"/>
                  </a:cubicBezTo>
                  <a:lnTo>
                    <a:pt x="1" y="1819"/>
                  </a:lnTo>
                  <a:cubicBezTo>
                    <a:pt x="1" y="2281"/>
                    <a:pt x="131" y="2743"/>
                    <a:pt x="390" y="3118"/>
                  </a:cubicBezTo>
                  <a:lnTo>
                    <a:pt x="419" y="3176"/>
                  </a:lnTo>
                  <a:lnTo>
                    <a:pt x="2137" y="3176"/>
                  </a:lnTo>
                  <a:lnTo>
                    <a:pt x="2166" y="3118"/>
                  </a:lnTo>
                  <a:cubicBezTo>
                    <a:pt x="2426" y="2743"/>
                    <a:pt x="2570" y="2281"/>
                    <a:pt x="2570" y="1819"/>
                  </a:cubicBezTo>
                  <a:lnTo>
                    <a:pt x="2570" y="577"/>
                  </a:lnTo>
                  <a:cubicBezTo>
                    <a:pt x="2570" y="419"/>
                    <a:pt x="2469" y="260"/>
                    <a:pt x="2325" y="188"/>
                  </a:cubicBezTo>
                  <a:lnTo>
                    <a:pt x="1935" y="0"/>
                  </a:lnTo>
                  <a:cubicBezTo>
                    <a:pt x="1797" y="163"/>
                    <a:pt x="1410" y="174"/>
                    <a:pt x="1310" y="174"/>
                  </a:cubicBezTo>
                  <a:cubicBezTo>
                    <a:pt x="1294" y="174"/>
                    <a:pt x="1285" y="173"/>
                    <a:pt x="1285" y="173"/>
                  </a:cubicBezTo>
                  <a:cubicBezTo>
                    <a:pt x="1285" y="173"/>
                    <a:pt x="780" y="173"/>
                    <a:pt x="621"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7" name="Google Shape;16437;p67"/>
            <p:cNvSpPr/>
            <p:nvPr/>
          </p:nvSpPr>
          <p:spPr>
            <a:xfrm>
              <a:off x="8176374" y="2302891"/>
              <a:ext cx="44697" cy="22361"/>
            </a:xfrm>
            <a:custGeom>
              <a:avLst/>
              <a:gdLst/>
              <a:ahLst/>
              <a:cxnLst/>
              <a:rect l="l" t="t" r="r" b="b"/>
              <a:pathLst>
                <a:path w="1705" h="853" extrusionOk="0">
                  <a:moveTo>
                    <a:pt x="1" y="1"/>
                  </a:moveTo>
                  <a:lnTo>
                    <a:pt x="1" y="636"/>
                  </a:lnTo>
                  <a:cubicBezTo>
                    <a:pt x="1" y="751"/>
                    <a:pt x="87" y="853"/>
                    <a:pt x="203" y="853"/>
                  </a:cubicBezTo>
                  <a:lnTo>
                    <a:pt x="1488" y="853"/>
                  </a:lnTo>
                  <a:cubicBezTo>
                    <a:pt x="1603" y="853"/>
                    <a:pt x="1704" y="751"/>
                    <a:pt x="1704" y="636"/>
                  </a:cubicBezTo>
                  <a:lnTo>
                    <a:pt x="1704" y="1"/>
                  </a:ln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8" name="Google Shape;16438;p67"/>
            <p:cNvSpPr/>
            <p:nvPr/>
          </p:nvSpPr>
          <p:spPr>
            <a:xfrm>
              <a:off x="8165023" y="2228728"/>
              <a:ext cx="11377" cy="74188"/>
            </a:xfrm>
            <a:custGeom>
              <a:avLst/>
              <a:gdLst/>
              <a:ahLst/>
              <a:cxnLst/>
              <a:rect l="l" t="t" r="r" b="b"/>
              <a:pathLst>
                <a:path w="434" h="2830" extrusionOk="0">
                  <a:moveTo>
                    <a:pt x="58" y="1"/>
                  </a:moveTo>
                  <a:cubicBezTo>
                    <a:pt x="15" y="58"/>
                    <a:pt x="1" y="145"/>
                    <a:pt x="1" y="217"/>
                  </a:cubicBezTo>
                  <a:lnTo>
                    <a:pt x="1" y="1458"/>
                  </a:lnTo>
                  <a:cubicBezTo>
                    <a:pt x="1" y="1920"/>
                    <a:pt x="131" y="2382"/>
                    <a:pt x="390" y="2772"/>
                  </a:cubicBezTo>
                  <a:lnTo>
                    <a:pt x="434" y="2830"/>
                  </a:lnTo>
                  <a:lnTo>
                    <a:pt x="434" y="477"/>
                  </a:lnTo>
                  <a:cubicBezTo>
                    <a:pt x="434" y="347"/>
                    <a:pt x="362" y="217"/>
                    <a:pt x="260" y="145"/>
                  </a:cubicBezTo>
                  <a:lnTo>
                    <a:pt x="58"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39" name="Google Shape;16439;p67"/>
            <p:cNvSpPr/>
            <p:nvPr/>
          </p:nvSpPr>
          <p:spPr>
            <a:xfrm>
              <a:off x="8221045" y="2228728"/>
              <a:ext cx="11377" cy="74188"/>
            </a:xfrm>
            <a:custGeom>
              <a:avLst/>
              <a:gdLst/>
              <a:ahLst/>
              <a:cxnLst/>
              <a:rect l="l" t="t" r="r" b="b"/>
              <a:pathLst>
                <a:path w="434" h="2830" extrusionOk="0">
                  <a:moveTo>
                    <a:pt x="361" y="1"/>
                  </a:moveTo>
                  <a:lnTo>
                    <a:pt x="173" y="145"/>
                  </a:lnTo>
                  <a:cubicBezTo>
                    <a:pt x="58" y="217"/>
                    <a:pt x="0" y="347"/>
                    <a:pt x="0" y="477"/>
                  </a:cubicBezTo>
                  <a:lnTo>
                    <a:pt x="0" y="2830"/>
                  </a:lnTo>
                  <a:lnTo>
                    <a:pt x="29" y="2772"/>
                  </a:lnTo>
                  <a:cubicBezTo>
                    <a:pt x="289" y="2382"/>
                    <a:pt x="433" y="1920"/>
                    <a:pt x="433" y="1458"/>
                  </a:cubicBezTo>
                  <a:lnTo>
                    <a:pt x="433" y="217"/>
                  </a:lnTo>
                  <a:cubicBezTo>
                    <a:pt x="433" y="145"/>
                    <a:pt x="404" y="58"/>
                    <a:pt x="361"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0" name="Google Shape;16440;p67"/>
            <p:cNvSpPr/>
            <p:nvPr/>
          </p:nvSpPr>
          <p:spPr>
            <a:xfrm>
              <a:off x="8181303" y="2213314"/>
              <a:ext cx="34447" cy="89603"/>
            </a:xfrm>
            <a:custGeom>
              <a:avLst/>
              <a:gdLst/>
              <a:ahLst/>
              <a:cxnLst/>
              <a:rect l="l" t="t" r="r" b="b"/>
              <a:pathLst>
                <a:path w="1314" h="3418" extrusionOk="0">
                  <a:moveTo>
                    <a:pt x="217" y="0"/>
                  </a:moveTo>
                  <a:cubicBezTo>
                    <a:pt x="206" y="0"/>
                    <a:pt x="195" y="4"/>
                    <a:pt x="188" y="11"/>
                  </a:cubicBezTo>
                  <a:lnTo>
                    <a:pt x="0" y="242"/>
                  </a:lnTo>
                  <a:lnTo>
                    <a:pt x="289" y="603"/>
                  </a:lnTo>
                  <a:cubicBezTo>
                    <a:pt x="313" y="627"/>
                    <a:pt x="341" y="638"/>
                    <a:pt x="369" y="638"/>
                  </a:cubicBezTo>
                  <a:cubicBezTo>
                    <a:pt x="392" y="638"/>
                    <a:pt x="414" y="630"/>
                    <a:pt x="433" y="617"/>
                  </a:cubicBezTo>
                  <a:lnTo>
                    <a:pt x="549" y="516"/>
                  </a:lnTo>
                  <a:lnTo>
                    <a:pt x="549" y="3418"/>
                  </a:lnTo>
                  <a:lnTo>
                    <a:pt x="765" y="3418"/>
                  </a:lnTo>
                  <a:lnTo>
                    <a:pt x="765" y="516"/>
                  </a:lnTo>
                  <a:lnTo>
                    <a:pt x="895" y="617"/>
                  </a:lnTo>
                  <a:cubicBezTo>
                    <a:pt x="915" y="630"/>
                    <a:pt x="937" y="638"/>
                    <a:pt x="959" y="638"/>
                  </a:cubicBezTo>
                  <a:cubicBezTo>
                    <a:pt x="985" y="638"/>
                    <a:pt x="1009" y="627"/>
                    <a:pt x="1025" y="603"/>
                  </a:cubicBezTo>
                  <a:lnTo>
                    <a:pt x="1314" y="242"/>
                  </a:lnTo>
                  <a:lnTo>
                    <a:pt x="1141" y="11"/>
                  </a:lnTo>
                  <a:cubicBezTo>
                    <a:pt x="1134" y="4"/>
                    <a:pt x="1123" y="0"/>
                    <a:pt x="1112" y="0"/>
                  </a:cubicBezTo>
                  <a:cubicBezTo>
                    <a:pt x="1101" y="0"/>
                    <a:pt x="1090" y="4"/>
                    <a:pt x="1083" y="11"/>
                  </a:cubicBezTo>
                  <a:lnTo>
                    <a:pt x="664" y="430"/>
                  </a:lnTo>
                  <a:lnTo>
                    <a:pt x="246" y="11"/>
                  </a:lnTo>
                  <a:cubicBezTo>
                    <a:pt x="239" y="4"/>
                    <a:pt x="228" y="0"/>
                    <a:pt x="217" y="0"/>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1" name="Google Shape;16441;p67"/>
            <p:cNvSpPr/>
            <p:nvPr/>
          </p:nvSpPr>
          <p:spPr>
            <a:xfrm>
              <a:off x="8195669" y="2313875"/>
              <a:ext cx="5715" cy="11377"/>
            </a:xfrm>
            <a:custGeom>
              <a:avLst/>
              <a:gdLst/>
              <a:ahLst/>
              <a:cxnLst/>
              <a:rect l="l" t="t" r="r" b="b"/>
              <a:pathLst>
                <a:path w="218" h="434" extrusionOk="0">
                  <a:moveTo>
                    <a:pt x="116" y="0"/>
                  </a:moveTo>
                  <a:cubicBezTo>
                    <a:pt x="59" y="0"/>
                    <a:pt x="1" y="58"/>
                    <a:pt x="1" y="116"/>
                  </a:cubicBezTo>
                  <a:lnTo>
                    <a:pt x="1" y="434"/>
                  </a:lnTo>
                  <a:lnTo>
                    <a:pt x="217" y="434"/>
                  </a:lnTo>
                  <a:lnTo>
                    <a:pt x="217" y="116"/>
                  </a:lnTo>
                  <a:cubicBezTo>
                    <a:pt x="217" y="58"/>
                    <a:pt x="174" y="0"/>
                    <a:pt x="116"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2" name="Google Shape;16442;p67"/>
            <p:cNvSpPr/>
            <p:nvPr/>
          </p:nvSpPr>
          <p:spPr>
            <a:xfrm>
              <a:off x="8176374" y="2156821"/>
              <a:ext cx="44697" cy="50752"/>
            </a:xfrm>
            <a:custGeom>
              <a:avLst/>
              <a:gdLst/>
              <a:ahLst/>
              <a:cxnLst/>
              <a:rect l="l" t="t" r="r" b="b"/>
              <a:pathLst>
                <a:path w="1705" h="1936" extrusionOk="0">
                  <a:moveTo>
                    <a:pt x="636" y="1"/>
                  </a:moveTo>
                  <a:cubicBezTo>
                    <a:pt x="275" y="1"/>
                    <a:pt x="1" y="290"/>
                    <a:pt x="1" y="650"/>
                  </a:cubicBezTo>
                  <a:lnTo>
                    <a:pt x="1" y="1083"/>
                  </a:lnTo>
                  <a:cubicBezTo>
                    <a:pt x="1" y="1545"/>
                    <a:pt x="376" y="1935"/>
                    <a:pt x="852" y="1935"/>
                  </a:cubicBezTo>
                  <a:cubicBezTo>
                    <a:pt x="1329" y="1935"/>
                    <a:pt x="1704" y="1545"/>
                    <a:pt x="1704" y="1083"/>
                  </a:cubicBezTo>
                  <a:lnTo>
                    <a:pt x="1704" y="650"/>
                  </a:lnTo>
                  <a:cubicBezTo>
                    <a:pt x="1704" y="290"/>
                    <a:pt x="1415" y="1"/>
                    <a:pt x="1069"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3" name="Google Shape;16443;p67"/>
            <p:cNvSpPr/>
            <p:nvPr/>
          </p:nvSpPr>
          <p:spPr>
            <a:xfrm>
              <a:off x="8176374" y="2156821"/>
              <a:ext cx="30672" cy="50569"/>
            </a:xfrm>
            <a:custGeom>
              <a:avLst/>
              <a:gdLst/>
              <a:ahLst/>
              <a:cxnLst/>
              <a:rect l="l" t="t" r="r" b="b"/>
              <a:pathLst>
                <a:path w="1170" h="1929" extrusionOk="0">
                  <a:moveTo>
                    <a:pt x="636" y="1"/>
                  </a:moveTo>
                  <a:cubicBezTo>
                    <a:pt x="289" y="1"/>
                    <a:pt x="1" y="290"/>
                    <a:pt x="1" y="650"/>
                  </a:cubicBezTo>
                  <a:lnTo>
                    <a:pt x="1" y="1083"/>
                  </a:lnTo>
                  <a:cubicBezTo>
                    <a:pt x="1" y="1572"/>
                    <a:pt x="394" y="1929"/>
                    <a:pt x="841" y="1929"/>
                  </a:cubicBezTo>
                  <a:cubicBezTo>
                    <a:pt x="949" y="1929"/>
                    <a:pt x="1060" y="1908"/>
                    <a:pt x="1170" y="1863"/>
                  </a:cubicBezTo>
                  <a:cubicBezTo>
                    <a:pt x="852" y="1747"/>
                    <a:pt x="636" y="1430"/>
                    <a:pt x="636" y="1083"/>
                  </a:cubicBezTo>
                  <a:lnTo>
                    <a:pt x="636" y="650"/>
                  </a:lnTo>
                  <a:cubicBezTo>
                    <a:pt x="636" y="333"/>
                    <a:pt x="867" y="73"/>
                    <a:pt x="1170" y="15"/>
                  </a:cubicBezTo>
                  <a:cubicBezTo>
                    <a:pt x="1141" y="15"/>
                    <a:pt x="1098" y="15"/>
                    <a:pt x="1069"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4" name="Google Shape;16444;p67"/>
            <p:cNvSpPr/>
            <p:nvPr/>
          </p:nvSpPr>
          <p:spPr>
            <a:xfrm>
              <a:off x="8176007" y="2156821"/>
              <a:ext cx="45064" cy="22781"/>
            </a:xfrm>
            <a:custGeom>
              <a:avLst/>
              <a:gdLst/>
              <a:ahLst/>
              <a:cxnLst/>
              <a:rect l="l" t="t" r="r" b="b"/>
              <a:pathLst>
                <a:path w="1719" h="869" extrusionOk="0">
                  <a:moveTo>
                    <a:pt x="650" y="1"/>
                  </a:moveTo>
                  <a:cubicBezTo>
                    <a:pt x="289" y="1"/>
                    <a:pt x="0" y="290"/>
                    <a:pt x="0" y="650"/>
                  </a:cubicBezTo>
                  <a:lnTo>
                    <a:pt x="15" y="650"/>
                  </a:lnTo>
                  <a:cubicBezTo>
                    <a:pt x="518" y="796"/>
                    <a:pt x="1045" y="869"/>
                    <a:pt x="1574" y="869"/>
                  </a:cubicBezTo>
                  <a:cubicBezTo>
                    <a:pt x="1622" y="869"/>
                    <a:pt x="1670" y="868"/>
                    <a:pt x="1718" y="867"/>
                  </a:cubicBezTo>
                  <a:lnTo>
                    <a:pt x="1718" y="650"/>
                  </a:lnTo>
                  <a:cubicBezTo>
                    <a:pt x="1718" y="290"/>
                    <a:pt x="1429" y="1"/>
                    <a:pt x="108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5" name="Google Shape;16445;p67"/>
            <p:cNvSpPr/>
            <p:nvPr/>
          </p:nvSpPr>
          <p:spPr>
            <a:xfrm>
              <a:off x="8176374" y="2156821"/>
              <a:ext cx="30672" cy="20474"/>
            </a:xfrm>
            <a:custGeom>
              <a:avLst/>
              <a:gdLst/>
              <a:ahLst/>
              <a:cxnLst/>
              <a:rect l="l" t="t" r="r" b="b"/>
              <a:pathLst>
                <a:path w="1170" h="781" extrusionOk="0">
                  <a:moveTo>
                    <a:pt x="636" y="1"/>
                  </a:moveTo>
                  <a:cubicBezTo>
                    <a:pt x="289" y="1"/>
                    <a:pt x="1" y="290"/>
                    <a:pt x="1" y="650"/>
                  </a:cubicBezTo>
                  <a:cubicBezTo>
                    <a:pt x="203" y="708"/>
                    <a:pt x="419" y="751"/>
                    <a:pt x="636" y="780"/>
                  </a:cubicBezTo>
                  <a:lnTo>
                    <a:pt x="636" y="650"/>
                  </a:lnTo>
                  <a:cubicBezTo>
                    <a:pt x="636" y="333"/>
                    <a:pt x="867" y="73"/>
                    <a:pt x="1170" y="15"/>
                  </a:cubicBezTo>
                  <a:cubicBezTo>
                    <a:pt x="1141" y="15"/>
                    <a:pt x="1098" y="15"/>
                    <a:pt x="1069"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6" name="Google Shape;16446;p67"/>
            <p:cNvSpPr/>
            <p:nvPr/>
          </p:nvSpPr>
          <p:spPr>
            <a:xfrm>
              <a:off x="8277040" y="2201858"/>
              <a:ext cx="22361" cy="22361"/>
            </a:xfrm>
            <a:custGeom>
              <a:avLst/>
              <a:gdLst/>
              <a:ahLst/>
              <a:cxnLst/>
              <a:rect l="l" t="t" r="r" b="b"/>
              <a:pathLst>
                <a:path w="853" h="853" extrusionOk="0">
                  <a:moveTo>
                    <a:pt x="1" y="1"/>
                  </a:moveTo>
                  <a:lnTo>
                    <a:pt x="1" y="852"/>
                  </a:lnTo>
                  <a:lnTo>
                    <a:pt x="852" y="852"/>
                  </a:lnTo>
                  <a:lnTo>
                    <a:pt x="852"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7" name="Google Shape;16447;p67"/>
            <p:cNvSpPr/>
            <p:nvPr/>
          </p:nvSpPr>
          <p:spPr>
            <a:xfrm>
              <a:off x="8275913" y="2201858"/>
              <a:ext cx="24616" cy="16961"/>
            </a:xfrm>
            <a:custGeom>
              <a:avLst/>
              <a:gdLst/>
              <a:ahLst/>
              <a:cxnLst/>
              <a:rect l="l" t="t" r="r" b="b"/>
              <a:pathLst>
                <a:path w="939" h="647" extrusionOk="0">
                  <a:moveTo>
                    <a:pt x="44" y="1"/>
                  </a:moveTo>
                  <a:lnTo>
                    <a:pt x="44" y="434"/>
                  </a:lnTo>
                  <a:cubicBezTo>
                    <a:pt x="44" y="477"/>
                    <a:pt x="29" y="520"/>
                    <a:pt x="0" y="549"/>
                  </a:cubicBezTo>
                  <a:cubicBezTo>
                    <a:pt x="152" y="614"/>
                    <a:pt x="311" y="647"/>
                    <a:pt x="469" y="647"/>
                  </a:cubicBezTo>
                  <a:cubicBezTo>
                    <a:pt x="628" y="647"/>
                    <a:pt x="787" y="614"/>
                    <a:pt x="939" y="549"/>
                  </a:cubicBezTo>
                  <a:cubicBezTo>
                    <a:pt x="910" y="520"/>
                    <a:pt x="895" y="477"/>
                    <a:pt x="895" y="434"/>
                  </a:cubicBezTo>
                  <a:lnTo>
                    <a:pt x="895"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8" name="Google Shape;16448;p67"/>
            <p:cNvSpPr/>
            <p:nvPr/>
          </p:nvSpPr>
          <p:spPr>
            <a:xfrm>
              <a:off x="8254705" y="2219658"/>
              <a:ext cx="67399" cy="83259"/>
            </a:xfrm>
            <a:custGeom>
              <a:avLst/>
              <a:gdLst/>
              <a:ahLst/>
              <a:cxnLst/>
              <a:rect l="l" t="t" r="r" b="b"/>
              <a:pathLst>
                <a:path w="2571" h="3176" extrusionOk="0">
                  <a:moveTo>
                    <a:pt x="622" y="0"/>
                  </a:moveTo>
                  <a:lnTo>
                    <a:pt x="232" y="188"/>
                  </a:lnTo>
                  <a:cubicBezTo>
                    <a:pt x="87" y="260"/>
                    <a:pt x="1" y="419"/>
                    <a:pt x="1" y="577"/>
                  </a:cubicBezTo>
                  <a:lnTo>
                    <a:pt x="1" y="1819"/>
                  </a:lnTo>
                  <a:cubicBezTo>
                    <a:pt x="1" y="2281"/>
                    <a:pt x="131" y="2743"/>
                    <a:pt x="391" y="3118"/>
                  </a:cubicBezTo>
                  <a:lnTo>
                    <a:pt x="434" y="3176"/>
                  </a:lnTo>
                  <a:lnTo>
                    <a:pt x="2137" y="3176"/>
                  </a:lnTo>
                  <a:lnTo>
                    <a:pt x="2166" y="3118"/>
                  </a:lnTo>
                  <a:cubicBezTo>
                    <a:pt x="2426" y="2743"/>
                    <a:pt x="2570" y="2281"/>
                    <a:pt x="2570" y="1819"/>
                  </a:cubicBezTo>
                  <a:lnTo>
                    <a:pt x="2570" y="577"/>
                  </a:lnTo>
                  <a:cubicBezTo>
                    <a:pt x="2570" y="419"/>
                    <a:pt x="2469" y="260"/>
                    <a:pt x="2325" y="188"/>
                  </a:cubicBezTo>
                  <a:lnTo>
                    <a:pt x="1935" y="0"/>
                  </a:lnTo>
                  <a:cubicBezTo>
                    <a:pt x="1798" y="163"/>
                    <a:pt x="1411" y="174"/>
                    <a:pt x="1310" y="174"/>
                  </a:cubicBezTo>
                  <a:cubicBezTo>
                    <a:pt x="1294" y="174"/>
                    <a:pt x="1286" y="173"/>
                    <a:pt x="1286" y="173"/>
                  </a:cubicBezTo>
                  <a:cubicBezTo>
                    <a:pt x="1286" y="173"/>
                    <a:pt x="780" y="173"/>
                    <a:pt x="622" y="0"/>
                  </a:cubicBez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49" name="Google Shape;16449;p67"/>
            <p:cNvSpPr/>
            <p:nvPr/>
          </p:nvSpPr>
          <p:spPr>
            <a:xfrm>
              <a:off x="8266056" y="2302891"/>
              <a:ext cx="44697" cy="22361"/>
            </a:xfrm>
            <a:custGeom>
              <a:avLst/>
              <a:gdLst/>
              <a:ahLst/>
              <a:cxnLst/>
              <a:rect l="l" t="t" r="r" b="b"/>
              <a:pathLst>
                <a:path w="1705" h="853" extrusionOk="0">
                  <a:moveTo>
                    <a:pt x="1" y="1"/>
                  </a:moveTo>
                  <a:lnTo>
                    <a:pt x="1" y="636"/>
                  </a:lnTo>
                  <a:cubicBezTo>
                    <a:pt x="1" y="751"/>
                    <a:pt x="88" y="853"/>
                    <a:pt x="203" y="853"/>
                  </a:cubicBezTo>
                  <a:lnTo>
                    <a:pt x="1488" y="853"/>
                  </a:lnTo>
                  <a:cubicBezTo>
                    <a:pt x="1603" y="853"/>
                    <a:pt x="1704" y="751"/>
                    <a:pt x="1704" y="636"/>
                  </a:cubicBezTo>
                  <a:lnTo>
                    <a:pt x="1704"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0" name="Google Shape;16450;p67"/>
            <p:cNvSpPr/>
            <p:nvPr/>
          </p:nvSpPr>
          <p:spPr>
            <a:xfrm>
              <a:off x="8254705" y="2228728"/>
              <a:ext cx="11377" cy="74188"/>
            </a:xfrm>
            <a:custGeom>
              <a:avLst/>
              <a:gdLst/>
              <a:ahLst/>
              <a:cxnLst/>
              <a:rect l="l" t="t" r="r" b="b"/>
              <a:pathLst>
                <a:path w="434" h="2830" extrusionOk="0">
                  <a:moveTo>
                    <a:pt x="59" y="1"/>
                  </a:moveTo>
                  <a:cubicBezTo>
                    <a:pt x="15" y="58"/>
                    <a:pt x="1" y="145"/>
                    <a:pt x="1" y="217"/>
                  </a:cubicBezTo>
                  <a:lnTo>
                    <a:pt x="1" y="1458"/>
                  </a:lnTo>
                  <a:cubicBezTo>
                    <a:pt x="1" y="1920"/>
                    <a:pt x="131" y="2382"/>
                    <a:pt x="391" y="2772"/>
                  </a:cubicBezTo>
                  <a:lnTo>
                    <a:pt x="434" y="2830"/>
                  </a:lnTo>
                  <a:lnTo>
                    <a:pt x="434" y="477"/>
                  </a:lnTo>
                  <a:cubicBezTo>
                    <a:pt x="434" y="347"/>
                    <a:pt x="362" y="217"/>
                    <a:pt x="261" y="145"/>
                  </a:cubicBezTo>
                  <a:lnTo>
                    <a:pt x="59" y="1"/>
                  </a:ln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1" name="Google Shape;16451;p67"/>
            <p:cNvSpPr/>
            <p:nvPr/>
          </p:nvSpPr>
          <p:spPr>
            <a:xfrm>
              <a:off x="8310726" y="2228728"/>
              <a:ext cx="11377" cy="74188"/>
            </a:xfrm>
            <a:custGeom>
              <a:avLst/>
              <a:gdLst/>
              <a:ahLst/>
              <a:cxnLst/>
              <a:rect l="l" t="t" r="r" b="b"/>
              <a:pathLst>
                <a:path w="434" h="2830" extrusionOk="0">
                  <a:moveTo>
                    <a:pt x="361" y="1"/>
                  </a:moveTo>
                  <a:lnTo>
                    <a:pt x="174" y="145"/>
                  </a:lnTo>
                  <a:cubicBezTo>
                    <a:pt x="58" y="217"/>
                    <a:pt x="0" y="347"/>
                    <a:pt x="0" y="477"/>
                  </a:cubicBezTo>
                  <a:lnTo>
                    <a:pt x="0" y="2830"/>
                  </a:lnTo>
                  <a:lnTo>
                    <a:pt x="29" y="2772"/>
                  </a:lnTo>
                  <a:cubicBezTo>
                    <a:pt x="289" y="2382"/>
                    <a:pt x="433" y="1920"/>
                    <a:pt x="433" y="1458"/>
                  </a:cubicBezTo>
                  <a:lnTo>
                    <a:pt x="433" y="217"/>
                  </a:lnTo>
                  <a:cubicBezTo>
                    <a:pt x="433" y="145"/>
                    <a:pt x="404" y="58"/>
                    <a:pt x="361"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2" name="Google Shape;16452;p67"/>
            <p:cNvSpPr/>
            <p:nvPr/>
          </p:nvSpPr>
          <p:spPr>
            <a:xfrm>
              <a:off x="8270984" y="2213314"/>
              <a:ext cx="34473" cy="89603"/>
            </a:xfrm>
            <a:custGeom>
              <a:avLst/>
              <a:gdLst/>
              <a:ahLst/>
              <a:cxnLst/>
              <a:rect l="l" t="t" r="r" b="b"/>
              <a:pathLst>
                <a:path w="1315" h="3418" extrusionOk="0">
                  <a:moveTo>
                    <a:pt x="217" y="0"/>
                  </a:moveTo>
                  <a:cubicBezTo>
                    <a:pt x="206" y="0"/>
                    <a:pt x="195" y="4"/>
                    <a:pt x="188" y="11"/>
                  </a:cubicBezTo>
                  <a:lnTo>
                    <a:pt x="1" y="242"/>
                  </a:lnTo>
                  <a:lnTo>
                    <a:pt x="289" y="603"/>
                  </a:lnTo>
                  <a:cubicBezTo>
                    <a:pt x="313" y="627"/>
                    <a:pt x="341" y="638"/>
                    <a:pt x="369" y="638"/>
                  </a:cubicBezTo>
                  <a:cubicBezTo>
                    <a:pt x="392" y="638"/>
                    <a:pt x="414" y="630"/>
                    <a:pt x="434" y="617"/>
                  </a:cubicBezTo>
                  <a:lnTo>
                    <a:pt x="549" y="516"/>
                  </a:lnTo>
                  <a:lnTo>
                    <a:pt x="549" y="3418"/>
                  </a:lnTo>
                  <a:lnTo>
                    <a:pt x="766" y="3418"/>
                  </a:lnTo>
                  <a:lnTo>
                    <a:pt x="766" y="516"/>
                  </a:lnTo>
                  <a:lnTo>
                    <a:pt x="896" y="617"/>
                  </a:lnTo>
                  <a:cubicBezTo>
                    <a:pt x="915" y="630"/>
                    <a:pt x="937" y="638"/>
                    <a:pt x="959" y="638"/>
                  </a:cubicBezTo>
                  <a:cubicBezTo>
                    <a:pt x="985" y="638"/>
                    <a:pt x="1010" y="627"/>
                    <a:pt x="1025" y="603"/>
                  </a:cubicBezTo>
                  <a:lnTo>
                    <a:pt x="1314" y="242"/>
                  </a:lnTo>
                  <a:lnTo>
                    <a:pt x="1141" y="11"/>
                  </a:lnTo>
                  <a:cubicBezTo>
                    <a:pt x="1134" y="4"/>
                    <a:pt x="1123" y="0"/>
                    <a:pt x="1112" y="0"/>
                  </a:cubicBezTo>
                  <a:cubicBezTo>
                    <a:pt x="1101" y="0"/>
                    <a:pt x="1090" y="4"/>
                    <a:pt x="1083" y="11"/>
                  </a:cubicBezTo>
                  <a:lnTo>
                    <a:pt x="665" y="430"/>
                  </a:lnTo>
                  <a:lnTo>
                    <a:pt x="246" y="11"/>
                  </a:lnTo>
                  <a:cubicBezTo>
                    <a:pt x="239" y="4"/>
                    <a:pt x="228" y="0"/>
                    <a:pt x="217" y="0"/>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3" name="Google Shape;16453;p67"/>
            <p:cNvSpPr/>
            <p:nvPr/>
          </p:nvSpPr>
          <p:spPr>
            <a:xfrm>
              <a:off x="8285376" y="2313875"/>
              <a:ext cx="5689" cy="11377"/>
            </a:xfrm>
            <a:custGeom>
              <a:avLst/>
              <a:gdLst/>
              <a:ahLst/>
              <a:cxnLst/>
              <a:rect l="l" t="t" r="r" b="b"/>
              <a:pathLst>
                <a:path w="217" h="434" extrusionOk="0">
                  <a:moveTo>
                    <a:pt x="116" y="0"/>
                  </a:moveTo>
                  <a:cubicBezTo>
                    <a:pt x="58" y="0"/>
                    <a:pt x="0" y="58"/>
                    <a:pt x="0" y="116"/>
                  </a:cubicBezTo>
                  <a:lnTo>
                    <a:pt x="0" y="434"/>
                  </a:lnTo>
                  <a:lnTo>
                    <a:pt x="217" y="434"/>
                  </a:lnTo>
                  <a:lnTo>
                    <a:pt x="217" y="116"/>
                  </a:lnTo>
                  <a:cubicBezTo>
                    <a:pt x="217" y="58"/>
                    <a:pt x="173" y="0"/>
                    <a:pt x="116" y="0"/>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4" name="Google Shape;16454;p67"/>
            <p:cNvSpPr/>
            <p:nvPr/>
          </p:nvSpPr>
          <p:spPr>
            <a:xfrm>
              <a:off x="8266056" y="2156821"/>
              <a:ext cx="44697" cy="50752"/>
            </a:xfrm>
            <a:custGeom>
              <a:avLst/>
              <a:gdLst/>
              <a:ahLst/>
              <a:cxnLst/>
              <a:rect l="l" t="t" r="r" b="b"/>
              <a:pathLst>
                <a:path w="1705" h="1936" extrusionOk="0">
                  <a:moveTo>
                    <a:pt x="636" y="1"/>
                  </a:moveTo>
                  <a:cubicBezTo>
                    <a:pt x="275" y="1"/>
                    <a:pt x="1" y="290"/>
                    <a:pt x="1" y="650"/>
                  </a:cubicBezTo>
                  <a:lnTo>
                    <a:pt x="1" y="1083"/>
                  </a:lnTo>
                  <a:cubicBezTo>
                    <a:pt x="1" y="1545"/>
                    <a:pt x="376" y="1935"/>
                    <a:pt x="853" y="1935"/>
                  </a:cubicBezTo>
                  <a:cubicBezTo>
                    <a:pt x="1329" y="1935"/>
                    <a:pt x="1704" y="1545"/>
                    <a:pt x="1704" y="1083"/>
                  </a:cubicBezTo>
                  <a:lnTo>
                    <a:pt x="1704" y="650"/>
                  </a:lnTo>
                  <a:cubicBezTo>
                    <a:pt x="1704" y="290"/>
                    <a:pt x="1416" y="1"/>
                    <a:pt x="1069"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5" name="Google Shape;16455;p67"/>
            <p:cNvSpPr/>
            <p:nvPr/>
          </p:nvSpPr>
          <p:spPr>
            <a:xfrm>
              <a:off x="8266056" y="2156821"/>
              <a:ext cx="31065" cy="50569"/>
            </a:xfrm>
            <a:custGeom>
              <a:avLst/>
              <a:gdLst/>
              <a:ahLst/>
              <a:cxnLst/>
              <a:rect l="l" t="t" r="r" b="b"/>
              <a:pathLst>
                <a:path w="1185" h="1929" extrusionOk="0">
                  <a:moveTo>
                    <a:pt x="650" y="1"/>
                  </a:moveTo>
                  <a:cubicBezTo>
                    <a:pt x="290" y="1"/>
                    <a:pt x="1" y="290"/>
                    <a:pt x="1" y="650"/>
                  </a:cubicBezTo>
                  <a:lnTo>
                    <a:pt x="1" y="1083"/>
                  </a:lnTo>
                  <a:cubicBezTo>
                    <a:pt x="1" y="1572"/>
                    <a:pt x="403" y="1929"/>
                    <a:pt x="854" y="1929"/>
                  </a:cubicBezTo>
                  <a:cubicBezTo>
                    <a:pt x="963" y="1929"/>
                    <a:pt x="1075" y="1908"/>
                    <a:pt x="1185" y="1863"/>
                  </a:cubicBezTo>
                  <a:cubicBezTo>
                    <a:pt x="853" y="1747"/>
                    <a:pt x="636" y="1430"/>
                    <a:pt x="636" y="1083"/>
                  </a:cubicBezTo>
                  <a:lnTo>
                    <a:pt x="636" y="650"/>
                  </a:lnTo>
                  <a:cubicBezTo>
                    <a:pt x="636" y="333"/>
                    <a:pt x="867" y="73"/>
                    <a:pt x="1185" y="15"/>
                  </a:cubicBezTo>
                  <a:cubicBezTo>
                    <a:pt x="1141" y="15"/>
                    <a:pt x="1112" y="15"/>
                    <a:pt x="1069"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6" name="Google Shape;16456;p67"/>
            <p:cNvSpPr/>
            <p:nvPr/>
          </p:nvSpPr>
          <p:spPr>
            <a:xfrm>
              <a:off x="8265689" y="2156821"/>
              <a:ext cx="45064" cy="22781"/>
            </a:xfrm>
            <a:custGeom>
              <a:avLst/>
              <a:gdLst/>
              <a:ahLst/>
              <a:cxnLst/>
              <a:rect l="l" t="t" r="r" b="b"/>
              <a:pathLst>
                <a:path w="1719" h="869" extrusionOk="0">
                  <a:moveTo>
                    <a:pt x="650" y="1"/>
                  </a:moveTo>
                  <a:cubicBezTo>
                    <a:pt x="289" y="1"/>
                    <a:pt x="0" y="290"/>
                    <a:pt x="0" y="650"/>
                  </a:cubicBezTo>
                  <a:lnTo>
                    <a:pt x="15" y="650"/>
                  </a:lnTo>
                  <a:cubicBezTo>
                    <a:pt x="518" y="796"/>
                    <a:pt x="1045" y="869"/>
                    <a:pt x="1574" y="869"/>
                  </a:cubicBezTo>
                  <a:cubicBezTo>
                    <a:pt x="1622" y="869"/>
                    <a:pt x="1670" y="868"/>
                    <a:pt x="1718" y="867"/>
                  </a:cubicBezTo>
                  <a:lnTo>
                    <a:pt x="1718" y="650"/>
                  </a:lnTo>
                  <a:cubicBezTo>
                    <a:pt x="1718" y="290"/>
                    <a:pt x="1430" y="1"/>
                    <a:pt x="1083"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7" name="Google Shape;16457;p67"/>
            <p:cNvSpPr/>
            <p:nvPr/>
          </p:nvSpPr>
          <p:spPr>
            <a:xfrm>
              <a:off x="8266056" y="2156821"/>
              <a:ext cx="31065" cy="20474"/>
            </a:xfrm>
            <a:custGeom>
              <a:avLst/>
              <a:gdLst/>
              <a:ahLst/>
              <a:cxnLst/>
              <a:rect l="l" t="t" r="r" b="b"/>
              <a:pathLst>
                <a:path w="1185" h="781" extrusionOk="0">
                  <a:moveTo>
                    <a:pt x="650" y="1"/>
                  </a:moveTo>
                  <a:cubicBezTo>
                    <a:pt x="290" y="1"/>
                    <a:pt x="1" y="290"/>
                    <a:pt x="1" y="650"/>
                  </a:cubicBezTo>
                  <a:cubicBezTo>
                    <a:pt x="217" y="708"/>
                    <a:pt x="420" y="751"/>
                    <a:pt x="650" y="780"/>
                  </a:cubicBezTo>
                  <a:lnTo>
                    <a:pt x="636" y="650"/>
                  </a:lnTo>
                  <a:cubicBezTo>
                    <a:pt x="636" y="333"/>
                    <a:pt x="867" y="73"/>
                    <a:pt x="1185" y="15"/>
                  </a:cubicBezTo>
                  <a:cubicBezTo>
                    <a:pt x="1141" y="15"/>
                    <a:pt x="1112" y="15"/>
                    <a:pt x="1069"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58" name="Google Shape;16458;p67"/>
          <p:cNvGrpSpPr/>
          <p:nvPr/>
        </p:nvGrpSpPr>
        <p:grpSpPr>
          <a:xfrm>
            <a:off x="5602617" y="2444819"/>
            <a:ext cx="345147" cy="342630"/>
            <a:chOff x="5627674" y="2444819"/>
            <a:chExt cx="345147" cy="342630"/>
          </a:xfrm>
        </p:grpSpPr>
        <p:sp>
          <p:nvSpPr>
            <p:cNvPr id="16459" name="Google Shape;16459;p67"/>
            <p:cNvSpPr/>
            <p:nvPr/>
          </p:nvSpPr>
          <p:spPr>
            <a:xfrm>
              <a:off x="5755210" y="2444819"/>
              <a:ext cx="217611" cy="217978"/>
            </a:xfrm>
            <a:custGeom>
              <a:avLst/>
              <a:gdLst/>
              <a:ahLst/>
              <a:cxnLst/>
              <a:rect l="l" t="t" r="r" b="b"/>
              <a:pathLst>
                <a:path w="8301" h="8315" extrusionOk="0">
                  <a:moveTo>
                    <a:pt x="4144" y="0"/>
                  </a:moveTo>
                  <a:cubicBezTo>
                    <a:pt x="1848" y="0"/>
                    <a:pt x="1" y="1473"/>
                    <a:pt x="1" y="3291"/>
                  </a:cubicBezTo>
                  <a:cubicBezTo>
                    <a:pt x="1" y="4923"/>
                    <a:pt x="1473" y="6265"/>
                    <a:pt x="3422" y="6539"/>
                  </a:cubicBezTo>
                  <a:cubicBezTo>
                    <a:pt x="3537" y="7189"/>
                    <a:pt x="3321" y="7853"/>
                    <a:pt x="2859" y="8315"/>
                  </a:cubicBezTo>
                  <a:cubicBezTo>
                    <a:pt x="3884" y="8315"/>
                    <a:pt x="4735" y="7550"/>
                    <a:pt x="4865" y="6539"/>
                  </a:cubicBezTo>
                  <a:cubicBezTo>
                    <a:pt x="6814" y="6265"/>
                    <a:pt x="8301" y="4923"/>
                    <a:pt x="8301" y="3291"/>
                  </a:cubicBezTo>
                  <a:cubicBezTo>
                    <a:pt x="8301" y="1473"/>
                    <a:pt x="6439" y="0"/>
                    <a:pt x="4144"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0" name="Google Shape;16460;p67"/>
            <p:cNvSpPr/>
            <p:nvPr/>
          </p:nvSpPr>
          <p:spPr>
            <a:xfrm>
              <a:off x="5818021" y="2523516"/>
              <a:ext cx="15545" cy="15178"/>
            </a:xfrm>
            <a:custGeom>
              <a:avLst/>
              <a:gdLst/>
              <a:ahLst/>
              <a:cxnLst/>
              <a:rect l="l" t="t" r="r" b="b"/>
              <a:pathLst>
                <a:path w="593" h="579" extrusionOk="0">
                  <a:moveTo>
                    <a:pt x="290" y="1"/>
                  </a:moveTo>
                  <a:cubicBezTo>
                    <a:pt x="131" y="1"/>
                    <a:pt x="1" y="131"/>
                    <a:pt x="1" y="289"/>
                  </a:cubicBezTo>
                  <a:cubicBezTo>
                    <a:pt x="1" y="448"/>
                    <a:pt x="131" y="578"/>
                    <a:pt x="290" y="578"/>
                  </a:cubicBezTo>
                  <a:cubicBezTo>
                    <a:pt x="448" y="578"/>
                    <a:pt x="593" y="448"/>
                    <a:pt x="593" y="289"/>
                  </a:cubicBezTo>
                  <a:cubicBezTo>
                    <a:pt x="593" y="131"/>
                    <a:pt x="448" y="1"/>
                    <a:pt x="290"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1" name="Google Shape;16461;p67"/>
            <p:cNvSpPr/>
            <p:nvPr/>
          </p:nvSpPr>
          <p:spPr>
            <a:xfrm>
              <a:off x="5894857" y="2523516"/>
              <a:ext cx="15152" cy="15178"/>
            </a:xfrm>
            <a:custGeom>
              <a:avLst/>
              <a:gdLst/>
              <a:ahLst/>
              <a:cxnLst/>
              <a:rect l="l" t="t" r="r" b="b"/>
              <a:pathLst>
                <a:path w="578" h="579" extrusionOk="0">
                  <a:moveTo>
                    <a:pt x="289" y="1"/>
                  </a:moveTo>
                  <a:cubicBezTo>
                    <a:pt x="130" y="1"/>
                    <a:pt x="0" y="131"/>
                    <a:pt x="0" y="289"/>
                  </a:cubicBezTo>
                  <a:cubicBezTo>
                    <a:pt x="0" y="448"/>
                    <a:pt x="130" y="578"/>
                    <a:pt x="289" y="578"/>
                  </a:cubicBezTo>
                  <a:cubicBezTo>
                    <a:pt x="448" y="578"/>
                    <a:pt x="578" y="448"/>
                    <a:pt x="578" y="289"/>
                  </a:cubicBezTo>
                  <a:cubicBezTo>
                    <a:pt x="578" y="131"/>
                    <a:pt x="448" y="1"/>
                    <a:pt x="289"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2" name="Google Shape;16462;p67"/>
            <p:cNvSpPr/>
            <p:nvPr/>
          </p:nvSpPr>
          <p:spPr>
            <a:xfrm>
              <a:off x="5856635" y="2523516"/>
              <a:ext cx="15152" cy="15178"/>
            </a:xfrm>
            <a:custGeom>
              <a:avLst/>
              <a:gdLst/>
              <a:ahLst/>
              <a:cxnLst/>
              <a:rect l="l" t="t" r="r" b="b"/>
              <a:pathLst>
                <a:path w="578" h="579" extrusionOk="0">
                  <a:moveTo>
                    <a:pt x="289" y="1"/>
                  </a:moveTo>
                  <a:cubicBezTo>
                    <a:pt x="130" y="1"/>
                    <a:pt x="0" y="131"/>
                    <a:pt x="0" y="289"/>
                  </a:cubicBezTo>
                  <a:cubicBezTo>
                    <a:pt x="0" y="448"/>
                    <a:pt x="130" y="578"/>
                    <a:pt x="289" y="578"/>
                  </a:cubicBezTo>
                  <a:cubicBezTo>
                    <a:pt x="448" y="578"/>
                    <a:pt x="578" y="448"/>
                    <a:pt x="578" y="289"/>
                  </a:cubicBezTo>
                  <a:cubicBezTo>
                    <a:pt x="578" y="131"/>
                    <a:pt x="448" y="1"/>
                    <a:pt x="289" y="1"/>
                  </a:cubicBez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3" name="Google Shape;16463;p67"/>
            <p:cNvSpPr/>
            <p:nvPr/>
          </p:nvSpPr>
          <p:spPr>
            <a:xfrm>
              <a:off x="5627674" y="2523149"/>
              <a:ext cx="266816" cy="264300"/>
            </a:xfrm>
            <a:custGeom>
              <a:avLst/>
              <a:gdLst/>
              <a:ahLst/>
              <a:cxnLst/>
              <a:rect l="l" t="t" r="r" b="b"/>
              <a:pathLst>
                <a:path w="10178" h="10082" extrusionOk="0">
                  <a:moveTo>
                    <a:pt x="1358" y="0"/>
                  </a:moveTo>
                  <a:cubicBezTo>
                    <a:pt x="1358" y="0"/>
                    <a:pt x="188" y="1083"/>
                    <a:pt x="102" y="1935"/>
                  </a:cubicBezTo>
                  <a:cubicBezTo>
                    <a:pt x="1" y="3075"/>
                    <a:pt x="1213" y="5154"/>
                    <a:pt x="3119" y="7059"/>
                  </a:cubicBezTo>
                  <a:cubicBezTo>
                    <a:pt x="4950" y="8891"/>
                    <a:pt x="6942" y="10082"/>
                    <a:pt x="8107" y="10082"/>
                  </a:cubicBezTo>
                  <a:cubicBezTo>
                    <a:pt x="8154" y="10082"/>
                    <a:pt x="8199" y="10080"/>
                    <a:pt x="8243" y="10076"/>
                  </a:cubicBezTo>
                  <a:cubicBezTo>
                    <a:pt x="9110" y="9990"/>
                    <a:pt x="10178" y="8820"/>
                    <a:pt x="10178" y="8820"/>
                  </a:cubicBezTo>
                  <a:cubicBezTo>
                    <a:pt x="9817" y="8373"/>
                    <a:pt x="9442" y="7940"/>
                    <a:pt x="9037" y="7521"/>
                  </a:cubicBezTo>
                  <a:cubicBezTo>
                    <a:pt x="8619" y="7117"/>
                    <a:pt x="8186" y="6727"/>
                    <a:pt x="7738" y="6366"/>
                  </a:cubicBezTo>
                  <a:lnTo>
                    <a:pt x="6757" y="7348"/>
                  </a:lnTo>
                  <a:lnTo>
                    <a:pt x="2830" y="3421"/>
                  </a:lnTo>
                  <a:lnTo>
                    <a:pt x="3812" y="2454"/>
                  </a:lnTo>
                  <a:cubicBezTo>
                    <a:pt x="3090" y="1545"/>
                    <a:pt x="2267" y="708"/>
                    <a:pt x="1358" y="0"/>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64" name="Google Shape;16464;p67"/>
          <p:cNvGrpSpPr/>
          <p:nvPr/>
        </p:nvGrpSpPr>
        <p:grpSpPr>
          <a:xfrm>
            <a:off x="4628939" y="2440257"/>
            <a:ext cx="396607" cy="348555"/>
            <a:chOff x="4653996" y="2440257"/>
            <a:chExt cx="396607" cy="348555"/>
          </a:xfrm>
        </p:grpSpPr>
        <p:sp>
          <p:nvSpPr>
            <p:cNvPr id="16465" name="Google Shape;16465;p67"/>
            <p:cNvSpPr/>
            <p:nvPr/>
          </p:nvSpPr>
          <p:spPr>
            <a:xfrm>
              <a:off x="4670643" y="2520108"/>
              <a:ext cx="363707" cy="250930"/>
            </a:xfrm>
            <a:custGeom>
              <a:avLst/>
              <a:gdLst/>
              <a:ahLst/>
              <a:cxnLst/>
              <a:rect l="l" t="t" r="r" b="b"/>
              <a:pathLst>
                <a:path w="13874" h="9572" extrusionOk="0">
                  <a:moveTo>
                    <a:pt x="1314" y="1"/>
                  </a:moveTo>
                  <a:cubicBezTo>
                    <a:pt x="592" y="1"/>
                    <a:pt x="1" y="593"/>
                    <a:pt x="1" y="1314"/>
                  </a:cubicBezTo>
                  <a:lnTo>
                    <a:pt x="1" y="9326"/>
                  </a:lnTo>
                  <a:lnTo>
                    <a:pt x="1" y="9355"/>
                  </a:lnTo>
                  <a:cubicBezTo>
                    <a:pt x="1" y="9470"/>
                    <a:pt x="102" y="9571"/>
                    <a:pt x="217" y="9571"/>
                  </a:cubicBezTo>
                  <a:lnTo>
                    <a:pt x="13642" y="9571"/>
                  </a:lnTo>
                  <a:cubicBezTo>
                    <a:pt x="13772" y="9571"/>
                    <a:pt x="13859" y="9470"/>
                    <a:pt x="13873" y="9355"/>
                  </a:cubicBezTo>
                  <a:lnTo>
                    <a:pt x="13873" y="9326"/>
                  </a:lnTo>
                  <a:lnTo>
                    <a:pt x="13873" y="1329"/>
                  </a:lnTo>
                  <a:cubicBezTo>
                    <a:pt x="13873" y="593"/>
                    <a:pt x="13281" y="1"/>
                    <a:pt x="1254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6" name="Google Shape;16466;p67"/>
            <p:cNvSpPr/>
            <p:nvPr/>
          </p:nvSpPr>
          <p:spPr>
            <a:xfrm>
              <a:off x="4981710" y="2520108"/>
              <a:ext cx="52640" cy="250930"/>
            </a:xfrm>
            <a:custGeom>
              <a:avLst/>
              <a:gdLst/>
              <a:ahLst/>
              <a:cxnLst/>
              <a:rect l="l" t="t" r="r" b="b"/>
              <a:pathLst>
                <a:path w="2008" h="9572" extrusionOk="0">
                  <a:moveTo>
                    <a:pt x="0" y="1"/>
                  </a:moveTo>
                  <a:cubicBezTo>
                    <a:pt x="737" y="1"/>
                    <a:pt x="1314" y="593"/>
                    <a:pt x="1329" y="1314"/>
                  </a:cubicBezTo>
                  <a:lnTo>
                    <a:pt x="1329" y="9326"/>
                  </a:lnTo>
                  <a:lnTo>
                    <a:pt x="1329" y="9355"/>
                  </a:lnTo>
                  <a:cubicBezTo>
                    <a:pt x="1314" y="9470"/>
                    <a:pt x="1213" y="9571"/>
                    <a:pt x="1098" y="9571"/>
                  </a:cubicBezTo>
                  <a:lnTo>
                    <a:pt x="1776" y="9571"/>
                  </a:lnTo>
                  <a:cubicBezTo>
                    <a:pt x="1906" y="9571"/>
                    <a:pt x="1993" y="9470"/>
                    <a:pt x="2007" y="9355"/>
                  </a:cubicBezTo>
                  <a:lnTo>
                    <a:pt x="2007" y="9326"/>
                  </a:lnTo>
                  <a:lnTo>
                    <a:pt x="2007" y="1329"/>
                  </a:lnTo>
                  <a:cubicBezTo>
                    <a:pt x="2007" y="593"/>
                    <a:pt x="1415" y="1"/>
                    <a:pt x="679" y="1"/>
                  </a:cubicBezTo>
                  <a:close/>
                </a:path>
              </a:pathLst>
            </a:custGeom>
            <a:solidFill>
              <a:srgbClr val="E4E9E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7" name="Google Shape;16467;p67"/>
            <p:cNvSpPr/>
            <p:nvPr/>
          </p:nvSpPr>
          <p:spPr>
            <a:xfrm>
              <a:off x="4694865" y="2544724"/>
              <a:ext cx="314108" cy="226681"/>
            </a:xfrm>
            <a:custGeom>
              <a:avLst/>
              <a:gdLst/>
              <a:ahLst/>
              <a:cxnLst/>
              <a:rect l="l" t="t" r="r" b="b"/>
              <a:pathLst>
                <a:path w="11982" h="8647" extrusionOk="0">
                  <a:moveTo>
                    <a:pt x="390" y="0"/>
                  </a:moveTo>
                  <a:cubicBezTo>
                    <a:pt x="188" y="0"/>
                    <a:pt x="15" y="173"/>
                    <a:pt x="15" y="390"/>
                  </a:cubicBezTo>
                  <a:lnTo>
                    <a:pt x="15" y="8387"/>
                  </a:lnTo>
                  <a:cubicBezTo>
                    <a:pt x="0" y="8416"/>
                    <a:pt x="0" y="8430"/>
                    <a:pt x="15" y="8459"/>
                  </a:cubicBezTo>
                  <a:cubicBezTo>
                    <a:pt x="29" y="8560"/>
                    <a:pt x="116" y="8647"/>
                    <a:pt x="231" y="8647"/>
                  </a:cubicBezTo>
                  <a:lnTo>
                    <a:pt x="11765" y="8647"/>
                  </a:lnTo>
                  <a:cubicBezTo>
                    <a:pt x="11866" y="8647"/>
                    <a:pt x="11967" y="8560"/>
                    <a:pt x="11982" y="8459"/>
                  </a:cubicBezTo>
                  <a:cubicBezTo>
                    <a:pt x="11982" y="8430"/>
                    <a:pt x="11982" y="8416"/>
                    <a:pt x="11982" y="8387"/>
                  </a:cubicBezTo>
                  <a:lnTo>
                    <a:pt x="11982" y="390"/>
                  </a:lnTo>
                  <a:cubicBezTo>
                    <a:pt x="11982" y="188"/>
                    <a:pt x="11823" y="14"/>
                    <a:pt x="11621" y="0"/>
                  </a:cubicBezTo>
                  <a:close/>
                </a:path>
              </a:pathLst>
            </a:custGeom>
            <a:solidFill>
              <a:srgbClr val="D1DB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8" name="Google Shape;16468;p67"/>
            <p:cNvSpPr/>
            <p:nvPr/>
          </p:nvSpPr>
          <p:spPr>
            <a:xfrm>
              <a:off x="4981710" y="2544724"/>
              <a:ext cx="28024" cy="226314"/>
            </a:xfrm>
            <a:custGeom>
              <a:avLst/>
              <a:gdLst/>
              <a:ahLst/>
              <a:cxnLst/>
              <a:rect l="l" t="t" r="r" b="b"/>
              <a:pathLst>
                <a:path w="1069" h="8633" extrusionOk="0">
                  <a:moveTo>
                    <a:pt x="0" y="0"/>
                  </a:moveTo>
                  <a:cubicBezTo>
                    <a:pt x="217" y="0"/>
                    <a:pt x="376" y="173"/>
                    <a:pt x="376" y="375"/>
                  </a:cubicBezTo>
                  <a:lnTo>
                    <a:pt x="376" y="8387"/>
                  </a:lnTo>
                  <a:cubicBezTo>
                    <a:pt x="390" y="8416"/>
                    <a:pt x="390" y="8430"/>
                    <a:pt x="376" y="8459"/>
                  </a:cubicBezTo>
                  <a:cubicBezTo>
                    <a:pt x="361" y="8560"/>
                    <a:pt x="275" y="8632"/>
                    <a:pt x="159" y="8632"/>
                  </a:cubicBezTo>
                  <a:lnTo>
                    <a:pt x="838" y="8632"/>
                  </a:lnTo>
                  <a:cubicBezTo>
                    <a:pt x="953" y="8632"/>
                    <a:pt x="1040" y="8560"/>
                    <a:pt x="1069" y="8459"/>
                  </a:cubicBezTo>
                  <a:cubicBezTo>
                    <a:pt x="1069" y="8430"/>
                    <a:pt x="1069" y="8416"/>
                    <a:pt x="1069" y="8387"/>
                  </a:cubicBezTo>
                  <a:lnTo>
                    <a:pt x="1069" y="390"/>
                  </a:lnTo>
                  <a:cubicBezTo>
                    <a:pt x="1054" y="173"/>
                    <a:pt x="895" y="0"/>
                    <a:pt x="679"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9" name="Google Shape;16469;p67"/>
            <p:cNvSpPr/>
            <p:nvPr/>
          </p:nvSpPr>
          <p:spPr>
            <a:xfrm>
              <a:off x="4775476" y="2618493"/>
              <a:ext cx="69260" cy="30409"/>
            </a:xfrm>
            <a:custGeom>
              <a:avLst/>
              <a:gdLst/>
              <a:ahLst/>
              <a:cxnLst/>
              <a:rect l="l" t="t" r="r" b="b"/>
              <a:pathLst>
                <a:path w="2642" h="1160" extrusionOk="0">
                  <a:moveTo>
                    <a:pt x="996" y="1"/>
                  </a:moveTo>
                  <a:cubicBezTo>
                    <a:pt x="938" y="1"/>
                    <a:pt x="881" y="15"/>
                    <a:pt x="837" y="59"/>
                  </a:cubicBezTo>
                  <a:lnTo>
                    <a:pt x="145" y="780"/>
                  </a:lnTo>
                  <a:cubicBezTo>
                    <a:pt x="0" y="925"/>
                    <a:pt x="101" y="1156"/>
                    <a:pt x="303" y="1156"/>
                  </a:cubicBezTo>
                  <a:cubicBezTo>
                    <a:pt x="314" y="1158"/>
                    <a:pt x="324" y="1160"/>
                    <a:pt x="334" y="1160"/>
                  </a:cubicBezTo>
                  <a:cubicBezTo>
                    <a:pt x="381" y="1160"/>
                    <a:pt x="426" y="1134"/>
                    <a:pt x="462" y="1098"/>
                  </a:cubicBezTo>
                  <a:lnTo>
                    <a:pt x="1097" y="434"/>
                  </a:lnTo>
                  <a:lnTo>
                    <a:pt x="2339" y="448"/>
                  </a:lnTo>
                  <a:cubicBezTo>
                    <a:pt x="2642" y="448"/>
                    <a:pt x="2642" y="1"/>
                    <a:pt x="2339"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0" name="Google Shape;16470;p67"/>
            <p:cNvSpPr/>
            <p:nvPr/>
          </p:nvSpPr>
          <p:spPr>
            <a:xfrm>
              <a:off x="4775476" y="2643476"/>
              <a:ext cx="69260" cy="30672"/>
            </a:xfrm>
            <a:custGeom>
              <a:avLst/>
              <a:gdLst/>
              <a:ahLst/>
              <a:cxnLst/>
              <a:rect l="l" t="t" r="r" b="b"/>
              <a:pathLst>
                <a:path w="2642" h="1170" extrusionOk="0">
                  <a:moveTo>
                    <a:pt x="996" y="1"/>
                  </a:moveTo>
                  <a:cubicBezTo>
                    <a:pt x="938" y="1"/>
                    <a:pt x="881" y="30"/>
                    <a:pt x="837" y="73"/>
                  </a:cubicBezTo>
                  <a:lnTo>
                    <a:pt x="145" y="795"/>
                  </a:lnTo>
                  <a:cubicBezTo>
                    <a:pt x="0" y="939"/>
                    <a:pt x="101" y="1170"/>
                    <a:pt x="303" y="1170"/>
                  </a:cubicBezTo>
                  <a:cubicBezTo>
                    <a:pt x="361" y="1170"/>
                    <a:pt x="419" y="1141"/>
                    <a:pt x="448" y="1098"/>
                  </a:cubicBezTo>
                  <a:lnTo>
                    <a:pt x="1083" y="448"/>
                  </a:lnTo>
                  <a:lnTo>
                    <a:pt x="2339" y="463"/>
                  </a:lnTo>
                  <a:cubicBezTo>
                    <a:pt x="2642" y="463"/>
                    <a:pt x="2642" y="15"/>
                    <a:pt x="2339" y="15"/>
                  </a:cubicBezTo>
                  <a:lnTo>
                    <a:pt x="996" y="1"/>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1" name="Google Shape;16471;p67"/>
            <p:cNvSpPr/>
            <p:nvPr/>
          </p:nvSpPr>
          <p:spPr>
            <a:xfrm>
              <a:off x="4775476" y="2668459"/>
              <a:ext cx="69260" cy="30672"/>
            </a:xfrm>
            <a:custGeom>
              <a:avLst/>
              <a:gdLst/>
              <a:ahLst/>
              <a:cxnLst/>
              <a:rect l="l" t="t" r="r" b="b"/>
              <a:pathLst>
                <a:path w="2642" h="1170" extrusionOk="0">
                  <a:moveTo>
                    <a:pt x="996" y="0"/>
                  </a:moveTo>
                  <a:cubicBezTo>
                    <a:pt x="938" y="0"/>
                    <a:pt x="881" y="29"/>
                    <a:pt x="837" y="73"/>
                  </a:cubicBezTo>
                  <a:lnTo>
                    <a:pt x="145" y="794"/>
                  </a:lnTo>
                  <a:cubicBezTo>
                    <a:pt x="0" y="939"/>
                    <a:pt x="101" y="1170"/>
                    <a:pt x="303" y="1170"/>
                  </a:cubicBezTo>
                  <a:cubicBezTo>
                    <a:pt x="361" y="1170"/>
                    <a:pt x="419" y="1141"/>
                    <a:pt x="448" y="1098"/>
                  </a:cubicBezTo>
                  <a:lnTo>
                    <a:pt x="1083" y="448"/>
                  </a:lnTo>
                  <a:lnTo>
                    <a:pt x="2339" y="462"/>
                  </a:lnTo>
                  <a:cubicBezTo>
                    <a:pt x="2642" y="462"/>
                    <a:pt x="2642" y="15"/>
                    <a:pt x="2339" y="15"/>
                  </a:cubicBezTo>
                  <a:lnTo>
                    <a:pt x="996" y="0"/>
                  </a:ln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2" name="Google Shape;16472;p67"/>
            <p:cNvSpPr/>
            <p:nvPr/>
          </p:nvSpPr>
          <p:spPr>
            <a:xfrm>
              <a:off x="4860229" y="2618126"/>
              <a:ext cx="68893" cy="30672"/>
            </a:xfrm>
            <a:custGeom>
              <a:avLst/>
              <a:gdLst/>
              <a:ahLst/>
              <a:cxnLst/>
              <a:rect l="l" t="t" r="r" b="b"/>
              <a:pathLst>
                <a:path w="2628" h="1170" extrusionOk="0">
                  <a:moveTo>
                    <a:pt x="1646" y="1"/>
                  </a:moveTo>
                  <a:lnTo>
                    <a:pt x="304" y="15"/>
                  </a:lnTo>
                  <a:cubicBezTo>
                    <a:pt x="1" y="15"/>
                    <a:pt x="1" y="462"/>
                    <a:pt x="304" y="462"/>
                  </a:cubicBezTo>
                  <a:lnTo>
                    <a:pt x="1545" y="448"/>
                  </a:lnTo>
                  <a:lnTo>
                    <a:pt x="2180" y="1112"/>
                  </a:lnTo>
                  <a:cubicBezTo>
                    <a:pt x="2224" y="1155"/>
                    <a:pt x="2282" y="1170"/>
                    <a:pt x="2339" y="1170"/>
                  </a:cubicBezTo>
                  <a:cubicBezTo>
                    <a:pt x="2541" y="1170"/>
                    <a:pt x="2628" y="939"/>
                    <a:pt x="2498" y="794"/>
                  </a:cubicBezTo>
                  <a:lnTo>
                    <a:pt x="1805" y="73"/>
                  </a:lnTo>
                  <a:cubicBezTo>
                    <a:pt x="1762" y="29"/>
                    <a:pt x="1704" y="1"/>
                    <a:pt x="1646"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3" name="Google Shape;16473;p67"/>
            <p:cNvSpPr/>
            <p:nvPr/>
          </p:nvSpPr>
          <p:spPr>
            <a:xfrm>
              <a:off x="4860229" y="2643476"/>
              <a:ext cx="68893" cy="30672"/>
            </a:xfrm>
            <a:custGeom>
              <a:avLst/>
              <a:gdLst/>
              <a:ahLst/>
              <a:cxnLst/>
              <a:rect l="l" t="t" r="r" b="b"/>
              <a:pathLst>
                <a:path w="2628" h="1170" extrusionOk="0">
                  <a:moveTo>
                    <a:pt x="1646" y="1"/>
                  </a:moveTo>
                  <a:lnTo>
                    <a:pt x="304" y="15"/>
                  </a:lnTo>
                  <a:cubicBezTo>
                    <a:pt x="1" y="15"/>
                    <a:pt x="1" y="448"/>
                    <a:pt x="304" y="448"/>
                  </a:cubicBezTo>
                  <a:lnTo>
                    <a:pt x="1545" y="448"/>
                  </a:lnTo>
                  <a:lnTo>
                    <a:pt x="2180" y="1098"/>
                  </a:lnTo>
                  <a:cubicBezTo>
                    <a:pt x="2224" y="1141"/>
                    <a:pt x="2282" y="1170"/>
                    <a:pt x="2339" y="1170"/>
                  </a:cubicBezTo>
                  <a:cubicBezTo>
                    <a:pt x="2541" y="1170"/>
                    <a:pt x="2628" y="925"/>
                    <a:pt x="2498" y="795"/>
                  </a:cubicBezTo>
                  <a:lnTo>
                    <a:pt x="1805" y="73"/>
                  </a:lnTo>
                  <a:cubicBezTo>
                    <a:pt x="1762" y="15"/>
                    <a:pt x="1704" y="1"/>
                    <a:pt x="1646"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4" name="Google Shape;16474;p67"/>
            <p:cNvSpPr/>
            <p:nvPr/>
          </p:nvSpPr>
          <p:spPr>
            <a:xfrm>
              <a:off x="4860229" y="2668354"/>
              <a:ext cx="68893" cy="30776"/>
            </a:xfrm>
            <a:custGeom>
              <a:avLst/>
              <a:gdLst/>
              <a:ahLst/>
              <a:cxnLst/>
              <a:rect l="l" t="t" r="r" b="b"/>
              <a:pathLst>
                <a:path w="2628" h="1174" extrusionOk="0">
                  <a:moveTo>
                    <a:pt x="1677" y="1"/>
                  </a:moveTo>
                  <a:cubicBezTo>
                    <a:pt x="1667" y="1"/>
                    <a:pt x="1657" y="2"/>
                    <a:pt x="1646" y="4"/>
                  </a:cubicBezTo>
                  <a:lnTo>
                    <a:pt x="304" y="19"/>
                  </a:lnTo>
                  <a:cubicBezTo>
                    <a:pt x="1" y="19"/>
                    <a:pt x="1" y="466"/>
                    <a:pt x="304" y="466"/>
                  </a:cubicBezTo>
                  <a:lnTo>
                    <a:pt x="1545" y="452"/>
                  </a:lnTo>
                  <a:lnTo>
                    <a:pt x="2180" y="1102"/>
                  </a:lnTo>
                  <a:cubicBezTo>
                    <a:pt x="2224" y="1145"/>
                    <a:pt x="2282" y="1174"/>
                    <a:pt x="2339" y="1174"/>
                  </a:cubicBezTo>
                  <a:lnTo>
                    <a:pt x="2339" y="1159"/>
                  </a:lnTo>
                  <a:cubicBezTo>
                    <a:pt x="2527" y="1159"/>
                    <a:pt x="2628" y="928"/>
                    <a:pt x="2498" y="784"/>
                  </a:cubicBezTo>
                  <a:lnTo>
                    <a:pt x="1805" y="62"/>
                  </a:lnTo>
                  <a:cubicBezTo>
                    <a:pt x="1770" y="27"/>
                    <a:pt x="1724" y="1"/>
                    <a:pt x="1677" y="1"/>
                  </a:cubicBezTo>
                  <a:close/>
                </a:path>
              </a:pathLst>
            </a:custGeom>
            <a:solidFill>
              <a:srgbClr val="F4F5F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5" name="Google Shape;16475;p67"/>
            <p:cNvSpPr/>
            <p:nvPr/>
          </p:nvSpPr>
          <p:spPr>
            <a:xfrm>
              <a:off x="4825049" y="2584440"/>
              <a:ext cx="54894" cy="33712"/>
            </a:xfrm>
            <a:custGeom>
              <a:avLst/>
              <a:gdLst/>
              <a:ahLst/>
              <a:cxnLst/>
              <a:rect l="l" t="t" r="r" b="b"/>
              <a:pathLst>
                <a:path w="2094" h="1286" extrusionOk="0">
                  <a:moveTo>
                    <a:pt x="1054" y="1"/>
                  </a:moveTo>
                  <a:cubicBezTo>
                    <a:pt x="477" y="1"/>
                    <a:pt x="0" y="477"/>
                    <a:pt x="0" y="1055"/>
                  </a:cubicBezTo>
                  <a:cubicBezTo>
                    <a:pt x="0" y="1184"/>
                    <a:pt x="101" y="1286"/>
                    <a:pt x="231" y="1286"/>
                  </a:cubicBezTo>
                  <a:lnTo>
                    <a:pt x="1877" y="1286"/>
                  </a:lnTo>
                  <a:cubicBezTo>
                    <a:pt x="1992" y="1286"/>
                    <a:pt x="2093" y="1184"/>
                    <a:pt x="2093" y="1069"/>
                  </a:cubicBezTo>
                  <a:lnTo>
                    <a:pt x="2093" y="1055"/>
                  </a:lnTo>
                  <a:cubicBezTo>
                    <a:pt x="2093" y="477"/>
                    <a:pt x="1617" y="1"/>
                    <a:pt x="1054" y="1"/>
                  </a:cubicBezTo>
                  <a:close/>
                </a:path>
              </a:pathLst>
            </a:custGeom>
            <a:solidFill>
              <a:srgbClr val="6B82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6" name="Google Shape;16476;p67"/>
            <p:cNvSpPr/>
            <p:nvPr/>
          </p:nvSpPr>
          <p:spPr>
            <a:xfrm>
              <a:off x="4843216" y="2584440"/>
              <a:ext cx="36727" cy="33712"/>
            </a:xfrm>
            <a:custGeom>
              <a:avLst/>
              <a:gdLst/>
              <a:ahLst/>
              <a:cxnLst/>
              <a:rect l="l" t="t" r="r" b="b"/>
              <a:pathLst>
                <a:path w="1401" h="1286" extrusionOk="0">
                  <a:moveTo>
                    <a:pt x="361" y="1"/>
                  </a:moveTo>
                  <a:cubicBezTo>
                    <a:pt x="231" y="1"/>
                    <a:pt x="116" y="30"/>
                    <a:pt x="0" y="73"/>
                  </a:cubicBezTo>
                  <a:cubicBezTo>
                    <a:pt x="404" y="217"/>
                    <a:pt x="679" y="607"/>
                    <a:pt x="679" y="1055"/>
                  </a:cubicBezTo>
                  <a:lnTo>
                    <a:pt x="679" y="1069"/>
                  </a:lnTo>
                  <a:cubicBezTo>
                    <a:pt x="679" y="1184"/>
                    <a:pt x="578" y="1286"/>
                    <a:pt x="462" y="1286"/>
                  </a:cubicBezTo>
                  <a:lnTo>
                    <a:pt x="1169" y="1286"/>
                  </a:lnTo>
                  <a:cubicBezTo>
                    <a:pt x="1285" y="1286"/>
                    <a:pt x="1386" y="1184"/>
                    <a:pt x="1400" y="1069"/>
                  </a:cubicBezTo>
                  <a:lnTo>
                    <a:pt x="1400" y="1055"/>
                  </a:lnTo>
                  <a:cubicBezTo>
                    <a:pt x="1386" y="477"/>
                    <a:pt x="924" y="15"/>
                    <a:pt x="361" y="1"/>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7" name="Google Shape;16477;p67"/>
            <p:cNvSpPr/>
            <p:nvPr/>
          </p:nvSpPr>
          <p:spPr>
            <a:xfrm>
              <a:off x="4809897" y="2606775"/>
              <a:ext cx="85173" cy="95763"/>
            </a:xfrm>
            <a:custGeom>
              <a:avLst/>
              <a:gdLst/>
              <a:ahLst/>
              <a:cxnLst/>
              <a:rect l="l" t="t" r="r" b="b"/>
              <a:pathLst>
                <a:path w="3249" h="3653" extrusionOk="0">
                  <a:moveTo>
                    <a:pt x="766" y="0"/>
                  </a:moveTo>
                  <a:cubicBezTo>
                    <a:pt x="362" y="0"/>
                    <a:pt x="44" y="318"/>
                    <a:pt x="44" y="722"/>
                  </a:cubicBezTo>
                  <a:lnTo>
                    <a:pt x="44" y="2007"/>
                  </a:lnTo>
                  <a:cubicBezTo>
                    <a:pt x="1" y="2902"/>
                    <a:pt x="723" y="3653"/>
                    <a:pt x="1632" y="3653"/>
                  </a:cubicBezTo>
                  <a:cubicBezTo>
                    <a:pt x="2527" y="3653"/>
                    <a:pt x="3249" y="2902"/>
                    <a:pt x="3220" y="2007"/>
                  </a:cubicBezTo>
                  <a:lnTo>
                    <a:pt x="3220" y="722"/>
                  </a:lnTo>
                  <a:cubicBezTo>
                    <a:pt x="3220" y="318"/>
                    <a:pt x="2902" y="0"/>
                    <a:pt x="2498" y="0"/>
                  </a:cubicBezTo>
                  <a:close/>
                </a:path>
              </a:pathLst>
            </a:custGeom>
            <a:solidFill>
              <a:srgbClr val="6B829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8" name="Google Shape;16478;p67"/>
            <p:cNvSpPr/>
            <p:nvPr/>
          </p:nvSpPr>
          <p:spPr>
            <a:xfrm>
              <a:off x="4843216" y="2606775"/>
              <a:ext cx="51093" cy="94217"/>
            </a:xfrm>
            <a:custGeom>
              <a:avLst/>
              <a:gdLst/>
              <a:ahLst/>
              <a:cxnLst/>
              <a:rect l="l" t="t" r="r" b="b"/>
              <a:pathLst>
                <a:path w="1949" h="3594" extrusionOk="0">
                  <a:moveTo>
                    <a:pt x="520" y="0"/>
                  </a:moveTo>
                  <a:cubicBezTo>
                    <a:pt x="924" y="0"/>
                    <a:pt x="1242" y="318"/>
                    <a:pt x="1242" y="722"/>
                  </a:cubicBezTo>
                  <a:lnTo>
                    <a:pt x="1242" y="2007"/>
                  </a:lnTo>
                  <a:cubicBezTo>
                    <a:pt x="1242" y="2743"/>
                    <a:pt x="722" y="3393"/>
                    <a:pt x="0" y="3552"/>
                  </a:cubicBezTo>
                  <a:cubicBezTo>
                    <a:pt x="123" y="3580"/>
                    <a:pt x="245" y="3594"/>
                    <a:pt x="364" y="3594"/>
                  </a:cubicBezTo>
                  <a:cubicBezTo>
                    <a:pt x="1216" y="3594"/>
                    <a:pt x="1949" y="2906"/>
                    <a:pt x="1949" y="2007"/>
                  </a:cubicBezTo>
                  <a:lnTo>
                    <a:pt x="1949" y="722"/>
                  </a:lnTo>
                  <a:cubicBezTo>
                    <a:pt x="1949" y="318"/>
                    <a:pt x="1631" y="0"/>
                    <a:pt x="1227" y="0"/>
                  </a:cubicBezTo>
                  <a:close/>
                </a:path>
              </a:pathLst>
            </a:custGeom>
            <a:solidFill>
              <a:srgbClr val="D3DC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9" name="Google Shape;16479;p67"/>
            <p:cNvSpPr/>
            <p:nvPr/>
          </p:nvSpPr>
          <p:spPr>
            <a:xfrm>
              <a:off x="4801953" y="2440257"/>
              <a:ext cx="101452" cy="56415"/>
            </a:xfrm>
            <a:custGeom>
              <a:avLst/>
              <a:gdLst/>
              <a:ahLst/>
              <a:cxnLst/>
              <a:rect l="l" t="t" r="r" b="b"/>
              <a:pathLst>
                <a:path w="3870" h="2152" extrusionOk="0">
                  <a:moveTo>
                    <a:pt x="1935" y="1"/>
                  </a:moveTo>
                  <a:cubicBezTo>
                    <a:pt x="867" y="1"/>
                    <a:pt x="1" y="867"/>
                    <a:pt x="1" y="1935"/>
                  </a:cubicBezTo>
                  <a:cubicBezTo>
                    <a:pt x="1" y="2080"/>
                    <a:pt x="113" y="2152"/>
                    <a:pt x="224" y="2152"/>
                  </a:cubicBezTo>
                  <a:cubicBezTo>
                    <a:pt x="336" y="2152"/>
                    <a:pt x="448" y="2080"/>
                    <a:pt x="448" y="1935"/>
                  </a:cubicBezTo>
                  <a:cubicBezTo>
                    <a:pt x="448" y="1112"/>
                    <a:pt x="1112" y="448"/>
                    <a:pt x="1935" y="448"/>
                  </a:cubicBezTo>
                  <a:cubicBezTo>
                    <a:pt x="2758" y="448"/>
                    <a:pt x="3422" y="1112"/>
                    <a:pt x="3422" y="1935"/>
                  </a:cubicBezTo>
                  <a:cubicBezTo>
                    <a:pt x="3422" y="2051"/>
                    <a:pt x="3523" y="2152"/>
                    <a:pt x="3638" y="2152"/>
                  </a:cubicBezTo>
                  <a:cubicBezTo>
                    <a:pt x="3768" y="2152"/>
                    <a:pt x="3869" y="2051"/>
                    <a:pt x="3855" y="1935"/>
                  </a:cubicBezTo>
                  <a:cubicBezTo>
                    <a:pt x="3855" y="867"/>
                    <a:pt x="3003" y="1"/>
                    <a:pt x="1935"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0" name="Google Shape;16480;p67"/>
            <p:cNvSpPr/>
            <p:nvPr/>
          </p:nvSpPr>
          <p:spPr>
            <a:xfrm>
              <a:off x="4824656" y="2459945"/>
              <a:ext cx="56048" cy="34079"/>
            </a:xfrm>
            <a:custGeom>
              <a:avLst/>
              <a:gdLst/>
              <a:ahLst/>
              <a:cxnLst/>
              <a:rect l="l" t="t" r="r" b="b"/>
              <a:pathLst>
                <a:path w="2138" h="1300" extrusionOk="0">
                  <a:moveTo>
                    <a:pt x="1069" y="1"/>
                  </a:moveTo>
                  <a:cubicBezTo>
                    <a:pt x="477" y="1"/>
                    <a:pt x="1" y="477"/>
                    <a:pt x="1" y="1069"/>
                  </a:cubicBezTo>
                  <a:cubicBezTo>
                    <a:pt x="1" y="1220"/>
                    <a:pt x="113" y="1296"/>
                    <a:pt x="225" y="1296"/>
                  </a:cubicBezTo>
                  <a:cubicBezTo>
                    <a:pt x="336" y="1296"/>
                    <a:pt x="448" y="1220"/>
                    <a:pt x="448" y="1069"/>
                  </a:cubicBezTo>
                  <a:cubicBezTo>
                    <a:pt x="448" y="657"/>
                    <a:pt x="759" y="452"/>
                    <a:pt x="1069" y="452"/>
                  </a:cubicBezTo>
                  <a:cubicBezTo>
                    <a:pt x="1379" y="452"/>
                    <a:pt x="1690" y="657"/>
                    <a:pt x="1690" y="1069"/>
                  </a:cubicBezTo>
                  <a:cubicBezTo>
                    <a:pt x="1690" y="1199"/>
                    <a:pt x="1791" y="1300"/>
                    <a:pt x="1921" y="1300"/>
                  </a:cubicBezTo>
                  <a:cubicBezTo>
                    <a:pt x="2036" y="1285"/>
                    <a:pt x="2137" y="1199"/>
                    <a:pt x="2137" y="1069"/>
                  </a:cubicBezTo>
                  <a:cubicBezTo>
                    <a:pt x="2137" y="477"/>
                    <a:pt x="1661" y="1"/>
                    <a:pt x="1069" y="1"/>
                  </a:cubicBezTo>
                  <a:close/>
                </a:path>
              </a:pathLst>
            </a:custGeom>
            <a:solidFill>
              <a:srgbClr val="E9EE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1" name="Google Shape;16481;p67"/>
            <p:cNvSpPr/>
            <p:nvPr/>
          </p:nvSpPr>
          <p:spPr>
            <a:xfrm>
              <a:off x="4653996" y="2737326"/>
              <a:ext cx="396607" cy="51486"/>
            </a:xfrm>
            <a:custGeom>
              <a:avLst/>
              <a:gdLst/>
              <a:ahLst/>
              <a:cxnLst/>
              <a:rect l="l" t="t" r="r" b="b"/>
              <a:pathLst>
                <a:path w="15129" h="1964" extrusionOk="0">
                  <a:moveTo>
                    <a:pt x="217" y="1"/>
                  </a:moveTo>
                  <a:cubicBezTo>
                    <a:pt x="101" y="1"/>
                    <a:pt x="0" y="102"/>
                    <a:pt x="0" y="217"/>
                  </a:cubicBezTo>
                  <a:lnTo>
                    <a:pt x="0" y="708"/>
                  </a:lnTo>
                  <a:cubicBezTo>
                    <a:pt x="0" y="1401"/>
                    <a:pt x="563" y="1964"/>
                    <a:pt x="1271" y="1964"/>
                  </a:cubicBezTo>
                  <a:lnTo>
                    <a:pt x="13858" y="1964"/>
                  </a:lnTo>
                  <a:cubicBezTo>
                    <a:pt x="14551" y="1964"/>
                    <a:pt x="15114" y="1401"/>
                    <a:pt x="15114" y="708"/>
                  </a:cubicBezTo>
                  <a:lnTo>
                    <a:pt x="15114" y="217"/>
                  </a:lnTo>
                  <a:cubicBezTo>
                    <a:pt x="15129" y="102"/>
                    <a:pt x="15028" y="15"/>
                    <a:pt x="14927" y="1"/>
                  </a:cubicBezTo>
                  <a:lnTo>
                    <a:pt x="9326" y="1"/>
                  </a:lnTo>
                  <a:cubicBezTo>
                    <a:pt x="9282" y="1"/>
                    <a:pt x="9239" y="15"/>
                    <a:pt x="9196" y="44"/>
                  </a:cubicBezTo>
                  <a:lnTo>
                    <a:pt x="8950" y="217"/>
                  </a:lnTo>
                  <a:lnTo>
                    <a:pt x="6208" y="217"/>
                  </a:lnTo>
                  <a:lnTo>
                    <a:pt x="5977" y="44"/>
                  </a:lnTo>
                  <a:cubicBezTo>
                    <a:pt x="5933" y="15"/>
                    <a:pt x="5890" y="1"/>
                    <a:pt x="5847" y="1"/>
                  </a:cubicBezTo>
                  <a:close/>
                </a:path>
              </a:pathLst>
            </a:custGeom>
            <a:solidFill>
              <a:srgbClr val="A2B0B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2" name="Google Shape;16482;p67"/>
            <p:cNvSpPr/>
            <p:nvPr/>
          </p:nvSpPr>
          <p:spPr>
            <a:xfrm>
              <a:off x="4998749" y="2737326"/>
              <a:ext cx="51853" cy="51486"/>
            </a:xfrm>
            <a:custGeom>
              <a:avLst/>
              <a:gdLst/>
              <a:ahLst/>
              <a:cxnLst/>
              <a:rect l="l" t="t" r="r" b="b"/>
              <a:pathLst>
                <a:path w="1978" h="1964" extrusionOk="0">
                  <a:moveTo>
                    <a:pt x="1054" y="1"/>
                  </a:moveTo>
                  <a:cubicBezTo>
                    <a:pt x="1169" y="1"/>
                    <a:pt x="1270" y="102"/>
                    <a:pt x="1270" y="217"/>
                  </a:cubicBezTo>
                  <a:lnTo>
                    <a:pt x="1270" y="708"/>
                  </a:lnTo>
                  <a:cubicBezTo>
                    <a:pt x="1270" y="1401"/>
                    <a:pt x="707" y="1964"/>
                    <a:pt x="0" y="1964"/>
                  </a:cubicBezTo>
                  <a:lnTo>
                    <a:pt x="722" y="1964"/>
                  </a:lnTo>
                  <a:cubicBezTo>
                    <a:pt x="1415" y="1964"/>
                    <a:pt x="1978" y="1401"/>
                    <a:pt x="1978" y="708"/>
                  </a:cubicBezTo>
                  <a:lnTo>
                    <a:pt x="1978" y="217"/>
                  </a:lnTo>
                  <a:cubicBezTo>
                    <a:pt x="1978" y="102"/>
                    <a:pt x="1891" y="1"/>
                    <a:pt x="1776" y="1"/>
                  </a:cubicBezTo>
                  <a:close/>
                </a:path>
              </a:pathLst>
            </a:custGeom>
            <a:solidFill>
              <a:srgbClr val="8C9E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483" name="Google Shape;16483;p67"/>
          <p:cNvGrpSpPr/>
          <p:nvPr/>
        </p:nvGrpSpPr>
        <p:grpSpPr>
          <a:xfrm>
            <a:off x="1829334" y="2895140"/>
            <a:ext cx="301630" cy="374272"/>
            <a:chOff x="1854391" y="2895140"/>
            <a:chExt cx="301630" cy="374272"/>
          </a:xfrm>
        </p:grpSpPr>
        <p:sp>
          <p:nvSpPr>
            <p:cNvPr id="16484" name="Google Shape;16484;p67"/>
            <p:cNvSpPr/>
            <p:nvPr/>
          </p:nvSpPr>
          <p:spPr>
            <a:xfrm>
              <a:off x="1968689" y="2943559"/>
              <a:ext cx="72668" cy="60216"/>
            </a:xfrm>
            <a:custGeom>
              <a:avLst/>
              <a:gdLst/>
              <a:ahLst/>
              <a:cxnLst/>
              <a:rect l="l" t="t" r="r" b="b"/>
              <a:pathLst>
                <a:path w="2772" h="2297" extrusionOk="0">
                  <a:moveTo>
                    <a:pt x="924" y="1"/>
                  </a:moveTo>
                  <a:lnTo>
                    <a:pt x="924" y="463"/>
                  </a:lnTo>
                  <a:cubicBezTo>
                    <a:pt x="924" y="549"/>
                    <a:pt x="881" y="622"/>
                    <a:pt x="794" y="665"/>
                  </a:cubicBezTo>
                  <a:lnTo>
                    <a:pt x="260" y="939"/>
                  </a:lnTo>
                  <a:cubicBezTo>
                    <a:pt x="101" y="1011"/>
                    <a:pt x="0" y="1170"/>
                    <a:pt x="0" y="1343"/>
                  </a:cubicBezTo>
                  <a:lnTo>
                    <a:pt x="0" y="2296"/>
                  </a:lnTo>
                  <a:lnTo>
                    <a:pt x="2772" y="2296"/>
                  </a:lnTo>
                  <a:lnTo>
                    <a:pt x="2772" y="1343"/>
                  </a:lnTo>
                  <a:cubicBezTo>
                    <a:pt x="2772" y="1170"/>
                    <a:pt x="2671" y="1011"/>
                    <a:pt x="2512" y="939"/>
                  </a:cubicBezTo>
                  <a:lnTo>
                    <a:pt x="1978" y="665"/>
                  </a:lnTo>
                  <a:cubicBezTo>
                    <a:pt x="1891" y="622"/>
                    <a:pt x="1848" y="549"/>
                    <a:pt x="1848" y="463"/>
                  </a:cubicBezTo>
                  <a:lnTo>
                    <a:pt x="1848" y="1"/>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5" name="Google Shape;16485;p67"/>
            <p:cNvSpPr/>
            <p:nvPr/>
          </p:nvSpPr>
          <p:spPr>
            <a:xfrm>
              <a:off x="1991758" y="2943559"/>
              <a:ext cx="26530" cy="18115"/>
            </a:xfrm>
            <a:custGeom>
              <a:avLst/>
              <a:gdLst/>
              <a:ahLst/>
              <a:cxnLst/>
              <a:rect l="l" t="t" r="r" b="b"/>
              <a:pathLst>
                <a:path w="1012" h="691" extrusionOk="0">
                  <a:moveTo>
                    <a:pt x="44" y="1"/>
                  </a:moveTo>
                  <a:lnTo>
                    <a:pt x="44" y="463"/>
                  </a:lnTo>
                  <a:cubicBezTo>
                    <a:pt x="44" y="506"/>
                    <a:pt x="30" y="549"/>
                    <a:pt x="1" y="593"/>
                  </a:cubicBezTo>
                  <a:cubicBezTo>
                    <a:pt x="167" y="658"/>
                    <a:pt x="340" y="690"/>
                    <a:pt x="512" y="690"/>
                  </a:cubicBezTo>
                  <a:cubicBezTo>
                    <a:pt x="683" y="690"/>
                    <a:pt x="853" y="658"/>
                    <a:pt x="1011" y="593"/>
                  </a:cubicBezTo>
                  <a:cubicBezTo>
                    <a:pt x="983" y="549"/>
                    <a:pt x="968" y="506"/>
                    <a:pt x="968" y="463"/>
                  </a:cubicBezTo>
                  <a:lnTo>
                    <a:pt x="968" y="1"/>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6" name="Google Shape;16486;p67"/>
            <p:cNvSpPr/>
            <p:nvPr/>
          </p:nvSpPr>
          <p:spPr>
            <a:xfrm>
              <a:off x="1969056" y="2962486"/>
              <a:ext cx="72301" cy="41289"/>
            </a:xfrm>
            <a:custGeom>
              <a:avLst/>
              <a:gdLst/>
              <a:ahLst/>
              <a:cxnLst/>
              <a:rect l="l" t="t" r="r" b="b"/>
              <a:pathLst>
                <a:path w="2758" h="1575" extrusionOk="0">
                  <a:moveTo>
                    <a:pt x="665" y="1"/>
                  </a:moveTo>
                  <a:lnTo>
                    <a:pt x="246" y="217"/>
                  </a:lnTo>
                  <a:cubicBezTo>
                    <a:pt x="102" y="289"/>
                    <a:pt x="1" y="448"/>
                    <a:pt x="1" y="621"/>
                  </a:cubicBezTo>
                  <a:lnTo>
                    <a:pt x="1" y="1574"/>
                  </a:lnTo>
                  <a:lnTo>
                    <a:pt x="2758" y="1574"/>
                  </a:lnTo>
                  <a:lnTo>
                    <a:pt x="2758" y="621"/>
                  </a:lnTo>
                  <a:cubicBezTo>
                    <a:pt x="2758" y="448"/>
                    <a:pt x="2657" y="289"/>
                    <a:pt x="2498" y="217"/>
                  </a:cubicBezTo>
                  <a:lnTo>
                    <a:pt x="2079" y="1"/>
                  </a:lnTo>
                  <a:cubicBezTo>
                    <a:pt x="1899" y="232"/>
                    <a:pt x="1636" y="347"/>
                    <a:pt x="1372" y="347"/>
                  </a:cubicBezTo>
                  <a:cubicBezTo>
                    <a:pt x="1109" y="347"/>
                    <a:pt x="845" y="232"/>
                    <a:pt x="665" y="1"/>
                  </a:cubicBezTo>
                  <a:close/>
                </a:path>
              </a:pathLst>
            </a:custGeom>
            <a:solidFill>
              <a:srgbClr val="91A8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7" name="Google Shape;16487;p67"/>
            <p:cNvSpPr/>
            <p:nvPr/>
          </p:nvSpPr>
          <p:spPr>
            <a:xfrm>
              <a:off x="1969056" y="2973470"/>
              <a:ext cx="18193" cy="30672"/>
            </a:xfrm>
            <a:custGeom>
              <a:avLst/>
              <a:gdLst/>
              <a:ahLst/>
              <a:cxnLst/>
              <a:rect l="l" t="t" r="r" b="b"/>
              <a:pathLst>
                <a:path w="694" h="1170" extrusionOk="0">
                  <a:moveTo>
                    <a:pt x="59" y="0"/>
                  </a:moveTo>
                  <a:cubicBezTo>
                    <a:pt x="15" y="58"/>
                    <a:pt x="1" y="130"/>
                    <a:pt x="1" y="217"/>
                  </a:cubicBezTo>
                  <a:lnTo>
                    <a:pt x="1" y="1170"/>
                  </a:lnTo>
                  <a:lnTo>
                    <a:pt x="694" y="1170"/>
                  </a:lnTo>
                  <a:lnTo>
                    <a:pt x="679" y="693"/>
                  </a:lnTo>
                  <a:cubicBezTo>
                    <a:pt x="679" y="549"/>
                    <a:pt x="621" y="419"/>
                    <a:pt x="506" y="332"/>
                  </a:cubicBezTo>
                  <a:lnTo>
                    <a:pt x="59" y="0"/>
                  </a:ln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8" name="Google Shape;16488;p67"/>
            <p:cNvSpPr/>
            <p:nvPr/>
          </p:nvSpPr>
          <p:spPr>
            <a:xfrm>
              <a:off x="2023190" y="2973470"/>
              <a:ext cx="18167" cy="30672"/>
            </a:xfrm>
            <a:custGeom>
              <a:avLst/>
              <a:gdLst/>
              <a:ahLst/>
              <a:cxnLst/>
              <a:rect l="l" t="t" r="r" b="b"/>
              <a:pathLst>
                <a:path w="693" h="1170" extrusionOk="0">
                  <a:moveTo>
                    <a:pt x="635" y="0"/>
                  </a:moveTo>
                  <a:lnTo>
                    <a:pt x="188" y="332"/>
                  </a:lnTo>
                  <a:cubicBezTo>
                    <a:pt x="72" y="419"/>
                    <a:pt x="0" y="549"/>
                    <a:pt x="0" y="693"/>
                  </a:cubicBezTo>
                  <a:lnTo>
                    <a:pt x="0" y="1170"/>
                  </a:lnTo>
                  <a:lnTo>
                    <a:pt x="693" y="1170"/>
                  </a:lnTo>
                  <a:lnTo>
                    <a:pt x="693" y="217"/>
                  </a:lnTo>
                  <a:cubicBezTo>
                    <a:pt x="693" y="130"/>
                    <a:pt x="664" y="58"/>
                    <a:pt x="635"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9" name="Google Shape;16489;p67"/>
            <p:cNvSpPr/>
            <p:nvPr/>
          </p:nvSpPr>
          <p:spPr>
            <a:xfrm>
              <a:off x="1980800" y="2895140"/>
              <a:ext cx="48472" cy="54501"/>
            </a:xfrm>
            <a:custGeom>
              <a:avLst/>
              <a:gdLst/>
              <a:ahLst/>
              <a:cxnLst/>
              <a:rect l="l" t="t" r="r" b="b"/>
              <a:pathLst>
                <a:path w="1849" h="2079" extrusionOk="0">
                  <a:moveTo>
                    <a:pt x="693" y="0"/>
                  </a:moveTo>
                  <a:cubicBezTo>
                    <a:pt x="318" y="0"/>
                    <a:pt x="0" y="318"/>
                    <a:pt x="0" y="693"/>
                  </a:cubicBezTo>
                  <a:lnTo>
                    <a:pt x="0" y="1155"/>
                  </a:lnTo>
                  <a:cubicBezTo>
                    <a:pt x="0" y="1660"/>
                    <a:pt x="419" y="2079"/>
                    <a:pt x="924" y="2079"/>
                  </a:cubicBezTo>
                  <a:cubicBezTo>
                    <a:pt x="1429" y="2079"/>
                    <a:pt x="1848" y="1660"/>
                    <a:pt x="1848" y="1155"/>
                  </a:cubicBezTo>
                  <a:lnTo>
                    <a:pt x="1848" y="693"/>
                  </a:lnTo>
                  <a:cubicBezTo>
                    <a:pt x="1848" y="318"/>
                    <a:pt x="1530" y="0"/>
                    <a:pt x="1155"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0" name="Google Shape;16490;p67"/>
            <p:cNvSpPr/>
            <p:nvPr/>
          </p:nvSpPr>
          <p:spPr>
            <a:xfrm>
              <a:off x="1980879" y="2895507"/>
              <a:ext cx="33241" cy="54029"/>
            </a:xfrm>
            <a:custGeom>
              <a:avLst/>
              <a:gdLst/>
              <a:ahLst/>
              <a:cxnLst/>
              <a:rect l="l" t="t" r="r" b="b"/>
              <a:pathLst>
                <a:path w="1268" h="2061" extrusionOk="0">
                  <a:moveTo>
                    <a:pt x="690" y="1"/>
                  </a:moveTo>
                  <a:cubicBezTo>
                    <a:pt x="315" y="1"/>
                    <a:pt x="12" y="304"/>
                    <a:pt x="12" y="679"/>
                  </a:cubicBezTo>
                  <a:lnTo>
                    <a:pt x="12" y="1141"/>
                  </a:lnTo>
                  <a:cubicBezTo>
                    <a:pt x="0" y="1667"/>
                    <a:pt x="434" y="2061"/>
                    <a:pt x="921" y="2061"/>
                  </a:cubicBezTo>
                  <a:cubicBezTo>
                    <a:pt x="1035" y="2061"/>
                    <a:pt x="1152" y="2039"/>
                    <a:pt x="1268" y="1993"/>
                  </a:cubicBezTo>
                  <a:cubicBezTo>
                    <a:pt x="921" y="1848"/>
                    <a:pt x="690" y="1516"/>
                    <a:pt x="690" y="1141"/>
                  </a:cubicBezTo>
                  <a:lnTo>
                    <a:pt x="690" y="679"/>
                  </a:lnTo>
                  <a:cubicBezTo>
                    <a:pt x="690" y="347"/>
                    <a:pt x="936" y="58"/>
                    <a:pt x="1268"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1" name="Google Shape;16491;p67"/>
            <p:cNvSpPr/>
            <p:nvPr/>
          </p:nvSpPr>
          <p:spPr>
            <a:xfrm>
              <a:off x="1981167" y="2895507"/>
              <a:ext cx="48105" cy="23908"/>
            </a:xfrm>
            <a:custGeom>
              <a:avLst/>
              <a:gdLst/>
              <a:ahLst/>
              <a:cxnLst/>
              <a:rect l="l" t="t" r="r" b="b"/>
              <a:pathLst>
                <a:path w="1835" h="912" extrusionOk="0">
                  <a:moveTo>
                    <a:pt x="679" y="1"/>
                  </a:moveTo>
                  <a:cubicBezTo>
                    <a:pt x="304" y="1"/>
                    <a:pt x="1" y="304"/>
                    <a:pt x="1" y="679"/>
                  </a:cubicBezTo>
                  <a:cubicBezTo>
                    <a:pt x="544" y="838"/>
                    <a:pt x="1111" y="912"/>
                    <a:pt x="1680" y="912"/>
                  </a:cubicBezTo>
                  <a:cubicBezTo>
                    <a:pt x="1731" y="912"/>
                    <a:pt x="1783" y="911"/>
                    <a:pt x="1834" y="910"/>
                  </a:cubicBezTo>
                  <a:lnTo>
                    <a:pt x="1834" y="679"/>
                  </a:lnTo>
                  <a:cubicBezTo>
                    <a:pt x="1834" y="304"/>
                    <a:pt x="1516" y="1"/>
                    <a:pt x="1141"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2" name="Google Shape;16492;p67"/>
            <p:cNvSpPr/>
            <p:nvPr/>
          </p:nvSpPr>
          <p:spPr>
            <a:xfrm>
              <a:off x="1981167" y="2895507"/>
              <a:ext cx="32952" cy="21968"/>
            </a:xfrm>
            <a:custGeom>
              <a:avLst/>
              <a:gdLst/>
              <a:ahLst/>
              <a:cxnLst/>
              <a:rect l="l" t="t" r="r" b="b"/>
              <a:pathLst>
                <a:path w="1257" h="838" extrusionOk="0">
                  <a:moveTo>
                    <a:pt x="679" y="1"/>
                  </a:moveTo>
                  <a:cubicBezTo>
                    <a:pt x="304" y="1"/>
                    <a:pt x="1" y="304"/>
                    <a:pt x="1" y="679"/>
                  </a:cubicBezTo>
                  <a:cubicBezTo>
                    <a:pt x="217" y="751"/>
                    <a:pt x="448" y="795"/>
                    <a:pt x="679" y="838"/>
                  </a:cubicBezTo>
                  <a:lnTo>
                    <a:pt x="679" y="679"/>
                  </a:lnTo>
                  <a:cubicBezTo>
                    <a:pt x="679" y="347"/>
                    <a:pt x="925" y="58"/>
                    <a:pt x="1257"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3" name="Google Shape;16493;p67"/>
            <p:cNvSpPr/>
            <p:nvPr/>
          </p:nvSpPr>
          <p:spPr>
            <a:xfrm>
              <a:off x="1963000" y="3015860"/>
              <a:ext cx="84412" cy="144576"/>
            </a:xfrm>
            <a:custGeom>
              <a:avLst/>
              <a:gdLst/>
              <a:ahLst/>
              <a:cxnLst/>
              <a:rect l="l" t="t" r="r" b="b"/>
              <a:pathLst>
                <a:path w="3220" h="5515" extrusionOk="0">
                  <a:moveTo>
                    <a:pt x="1" y="0"/>
                  </a:moveTo>
                  <a:lnTo>
                    <a:pt x="1" y="5514"/>
                  </a:lnTo>
                  <a:lnTo>
                    <a:pt x="3220" y="5514"/>
                  </a:lnTo>
                  <a:lnTo>
                    <a:pt x="3220" y="0"/>
                  </a:ln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4" name="Google Shape;16494;p67"/>
            <p:cNvSpPr/>
            <p:nvPr/>
          </p:nvSpPr>
          <p:spPr>
            <a:xfrm>
              <a:off x="1963000" y="3100246"/>
              <a:ext cx="84412" cy="60190"/>
            </a:xfrm>
            <a:custGeom>
              <a:avLst/>
              <a:gdLst/>
              <a:ahLst/>
              <a:cxnLst/>
              <a:rect l="l" t="t" r="r" b="b"/>
              <a:pathLst>
                <a:path w="3220" h="2296" extrusionOk="0">
                  <a:moveTo>
                    <a:pt x="1" y="0"/>
                  </a:moveTo>
                  <a:lnTo>
                    <a:pt x="1" y="2295"/>
                  </a:lnTo>
                  <a:lnTo>
                    <a:pt x="3220" y="2295"/>
                  </a:lnTo>
                  <a:lnTo>
                    <a:pt x="3220" y="0"/>
                  </a:ln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5" name="Google Shape;16495;p67"/>
            <p:cNvSpPr/>
            <p:nvPr/>
          </p:nvSpPr>
          <p:spPr>
            <a:xfrm>
              <a:off x="2034908" y="3082079"/>
              <a:ext cx="48472" cy="72668"/>
            </a:xfrm>
            <a:custGeom>
              <a:avLst/>
              <a:gdLst/>
              <a:ahLst/>
              <a:cxnLst/>
              <a:rect l="l" t="t" r="r" b="b"/>
              <a:pathLst>
                <a:path w="1849" h="2772" extrusionOk="0">
                  <a:moveTo>
                    <a:pt x="693" y="0"/>
                  </a:moveTo>
                  <a:cubicBezTo>
                    <a:pt x="318" y="0"/>
                    <a:pt x="1" y="318"/>
                    <a:pt x="15" y="693"/>
                  </a:cubicBezTo>
                  <a:lnTo>
                    <a:pt x="15" y="1458"/>
                  </a:lnTo>
                  <a:cubicBezTo>
                    <a:pt x="29" y="1675"/>
                    <a:pt x="102" y="1906"/>
                    <a:pt x="246" y="2079"/>
                  </a:cubicBezTo>
                  <a:cubicBezTo>
                    <a:pt x="390" y="2252"/>
                    <a:pt x="477" y="2469"/>
                    <a:pt x="477" y="2700"/>
                  </a:cubicBezTo>
                  <a:lnTo>
                    <a:pt x="477" y="2772"/>
                  </a:lnTo>
                  <a:lnTo>
                    <a:pt x="1401" y="2772"/>
                  </a:lnTo>
                  <a:lnTo>
                    <a:pt x="1401" y="2628"/>
                  </a:lnTo>
                  <a:cubicBezTo>
                    <a:pt x="1401" y="2440"/>
                    <a:pt x="1459" y="2252"/>
                    <a:pt x="1574" y="2122"/>
                  </a:cubicBezTo>
                  <a:lnTo>
                    <a:pt x="1661" y="2021"/>
                  </a:lnTo>
                  <a:cubicBezTo>
                    <a:pt x="1776" y="1862"/>
                    <a:pt x="1834" y="1689"/>
                    <a:pt x="1848" y="1516"/>
                  </a:cubicBezTo>
                  <a:lnTo>
                    <a:pt x="1848" y="693"/>
                  </a:lnTo>
                  <a:cubicBezTo>
                    <a:pt x="1848" y="303"/>
                    <a:pt x="1531" y="0"/>
                    <a:pt x="1155"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6" name="Google Shape;16496;p67"/>
            <p:cNvSpPr/>
            <p:nvPr/>
          </p:nvSpPr>
          <p:spPr>
            <a:xfrm>
              <a:off x="2035275" y="3082446"/>
              <a:ext cx="26897" cy="72301"/>
            </a:xfrm>
            <a:custGeom>
              <a:avLst/>
              <a:gdLst/>
              <a:ahLst/>
              <a:cxnLst/>
              <a:rect l="l" t="t" r="r" b="b"/>
              <a:pathLst>
                <a:path w="1026" h="2758" extrusionOk="0">
                  <a:moveTo>
                    <a:pt x="694" y="1"/>
                  </a:moveTo>
                  <a:cubicBezTo>
                    <a:pt x="304" y="1"/>
                    <a:pt x="1" y="304"/>
                    <a:pt x="1" y="694"/>
                  </a:cubicBezTo>
                  <a:lnTo>
                    <a:pt x="1" y="1444"/>
                  </a:lnTo>
                  <a:cubicBezTo>
                    <a:pt x="15" y="1675"/>
                    <a:pt x="88" y="1892"/>
                    <a:pt x="232" y="2065"/>
                  </a:cubicBezTo>
                  <a:cubicBezTo>
                    <a:pt x="376" y="2238"/>
                    <a:pt x="463" y="2455"/>
                    <a:pt x="463" y="2686"/>
                  </a:cubicBezTo>
                  <a:lnTo>
                    <a:pt x="463" y="2758"/>
                  </a:lnTo>
                  <a:lnTo>
                    <a:pt x="925" y="2758"/>
                  </a:lnTo>
                  <a:lnTo>
                    <a:pt x="925" y="2686"/>
                  </a:lnTo>
                  <a:cubicBezTo>
                    <a:pt x="925" y="2469"/>
                    <a:pt x="882" y="2267"/>
                    <a:pt x="809" y="2065"/>
                  </a:cubicBezTo>
                  <a:cubicBezTo>
                    <a:pt x="723" y="1863"/>
                    <a:pt x="694" y="1661"/>
                    <a:pt x="694" y="1444"/>
                  </a:cubicBezTo>
                  <a:lnTo>
                    <a:pt x="694" y="694"/>
                  </a:lnTo>
                  <a:cubicBezTo>
                    <a:pt x="694" y="304"/>
                    <a:pt x="838" y="1"/>
                    <a:pt x="102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7" name="Google Shape;16497;p67"/>
            <p:cNvSpPr/>
            <p:nvPr/>
          </p:nvSpPr>
          <p:spPr>
            <a:xfrm>
              <a:off x="2035275" y="3082446"/>
              <a:ext cx="48105" cy="54134"/>
            </a:xfrm>
            <a:custGeom>
              <a:avLst/>
              <a:gdLst/>
              <a:ahLst/>
              <a:cxnLst/>
              <a:rect l="l" t="t" r="r" b="b"/>
              <a:pathLst>
                <a:path w="1835" h="2065" extrusionOk="0">
                  <a:moveTo>
                    <a:pt x="694" y="1"/>
                  </a:moveTo>
                  <a:cubicBezTo>
                    <a:pt x="304" y="1"/>
                    <a:pt x="1" y="304"/>
                    <a:pt x="1" y="679"/>
                  </a:cubicBezTo>
                  <a:lnTo>
                    <a:pt x="1" y="1141"/>
                  </a:lnTo>
                  <a:cubicBezTo>
                    <a:pt x="1" y="1646"/>
                    <a:pt x="405" y="2065"/>
                    <a:pt x="925" y="2065"/>
                  </a:cubicBezTo>
                  <a:cubicBezTo>
                    <a:pt x="1430" y="2065"/>
                    <a:pt x="1834" y="1646"/>
                    <a:pt x="1834" y="1141"/>
                  </a:cubicBezTo>
                  <a:lnTo>
                    <a:pt x="1834" y="679"/>
                  </a:lnTo>
                  <a:cubicBezTo>
                    <a:pt x="1834" y="304"/>
                    <a:pt x="1531" y="1"/>
                    <a:pt x="1141"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8" name="Google Shape;16498;p67"/>
            <p:cNvSpPr/>
            <p:nvPr/>
          </p:nvSpPr>
          <p:spPr>
            <a:xfrm>
              <a:off x="2035275" y="3082079"/>
              <a:ext cx="26897" cy="54134"/>
            </a:xfrm>
            <a:custGeom>
              <a:avLst/>
              <a:gdLst/>
              <a:ahLst/>
              <a:cxnLst/>
              <a:rect l="l" t="t" r="r" b="b"/>
              <a:pathLst>
                <a:path w="1026" h="2065" extrusionOk="0">
                  <a:moveTo>
                    <a:pt x="694" y="0"/>
                  </a:moveTo>
                  <a:cubicBezTo>
                    <a:pt x="304" y="0"/>
                    <a:pt x="1" y="318"/>
                    <a:pt x="1" y="693"/>
                  </a:cubicBezTo>
                  <a:lnTo>
                    <a:pt x="1" y="1155"/>
                  </a:lnTo>
                  <a:cubicBezTo>
                    <a:pt x="1" y="1617"/>
                    <a:pt x="347" y="2007"/>
                    <a:pt x="795" y="2065"/>
                  </a:cubicBezTo>
                  <a:cubicBezTo>
                    <a:pt x="723" y="1862"/>
                    <a:pt x="694" y="1660"/>
                    <a:pt x="694" y="1458"/>
                  </a:cubicBezTo>
                  <a:lnTo>
                    <a:pt x="694" y="693"/>
                  </a:lnTo>
                  <a:cubicBezTo>
                    <a:pt x="694" y="318"/>
                    <a:pt x="838" y="0"/>
                    <a:pt x="1026"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9" name="Google Shape;16499;p67"/>
            <p:cNvSpPr/>
            <p:nvPr/>
          </p:nvSpPr>
          <p:spPr>
            <a:xfrm>
              <a:off x="2017134" y="3148665"/>
              <a:ext cx="84412" cy="96524"/>
            </a:xfrm>
            <a:custGeom>
              <a:avLst/>
              <a:gdLst/>
              <a:ahLst/>
              <a:cxnLst/>
              <a:rect l="l" t="t" r="r" b="b"/>
              <a:pathLst>
                <a:path w="3220" h="3682" extrusionOk="0">
                  <a:moveTo>
                    <a:pt x="1371" y="1"/>
                  </a:moveTo>
                  <a:cubicBezTo>
                    <a:pt x="1227" y="1"/>
                    <a:pt x="1083" y="30"/>
                    <a:pt x="938" y="88"/>
                  </a:cubicBezTo>
                  <a:lnTo>
                    <a:pt x="433" y="290"/>
                  </a:lnTo>
                  <a:cubicBezTo>
                    <a:pt x="173" y="391"/>
                    <a:pt x="0" y="636"/>
                    <a:pt x="0" y="925"/>
                  </a:cubicBezTo>
                  <a:lnTo>
                    <a:pt x="0" y="3451"/>
                  </a:lnTo>
                  <a:cubicBezTo>
                    <a:pt x="0" y="3581"/>
                    <a:pt x="101" y="3682"/>
                    <a:pt x="231" y="3682"/>
                  </a:cubicBezTo>
                  <a:lnTo>
                    <a:pt x="2988" y="3682"/>
                  </a:lnTo>
                  <a:cubicBezTo>
                    <a:pt x="3118" y="3682"/>
                    <a:pt x="3219" y="3581"/>
                    <a:pt x="3219" y="3451"/>
                  </a:cubicBezTo>
                  <a:lnTo>
                    <a:pt x="3219" y="925"/>
                  </a:lnTo>
                  <a:cubicBezTo>
                    <a:pt x="3219" y="636"/>
                    <a:pt x="3046" y="391"/>
                    <a:pt x="2786" y="275"/>
                  </a:cubicBezTo>
                  <a:lnTo>
                    <a:pt x="2281" y="88"/>
                  </a:lnTo>
                  <a:cubicBezTo>
                    <a:pt x="2137" y="30"/>
                    <a:pt x="1992" y="1"/>
                    <a:pt x="184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0" name="Google Shape;16500;p67"/>
            <p:cNvSpPr/>
            <p:nvPr/>
          </p:nvSpPr>
          <p:spPr>
            <a:xfrm>
              <a:off x="2017134" y="3162297"/>
              <a:ext cx="18167" cy="82892"/>
            </a:xfrm>
            <a:custGeom>
              <a:avLst/>
              <a:gdLst/>
              <a:ahLst/>
              <a:cxnLst/>
              <a:rect l="l" t="t" r="r" b="b"/>
              <a:pathLst>
                <a:path w="693" h="3162" extrusionOk="0">
                  <a:moveTo>
                    <a:pt x="144" y="1"/>
                  </a:moveTo>
                  <a:cubicBezTo>
                    <a:pt x="43" y="116"/>
                    <a:pt x="0" y="260"/>
                    <a:pt x="0" y="419"/>
                  </a:cubicBezTo>
                  <a:lnTo>
                    <a:pt x="0" y="2945"/>
                  </a:lnTo>
                  <a:cubicBezTo>
                    <a:pt x="0" y="3061"/>
                    <a:pt x="101" y="3162"/>
                    <a:pt x="231" y="3162"/>
                  </a:cubicBezTo>
                  <a:lnTo>
                    <a:pt x="693" y="3147"/>
                  </a:lnTo>
                  <a:lnTo>
                    <a:pt x="693" y="650"/>
                  </a:lnTo>
                  <a:cubicBezTo>
                    <a:pt x="693" y="506"/>
                    <a:pt x="621" y="361"/>
                    <a:pt x="505" y="289"/>
                  </a:cubicBezTo>
                  <a:lnTo>
                    <a:pt x="144"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1" name="Google Shape;16501;p67"/>
            <p:cNvSpPr/>
            <p:nvPr/>
          </p:nvSpPr>
          <p:spPr>
            <a:xfrm>
              <a:off x="2083353" y="3162297"/>
              <a:ext cx="18193" cy="82892"/>
            </a:xfrm>
            <a:custGeom>
              <a:avLst/>
              <a:gdLst/>
              <a:ahLst/>
              <a:cxnLst/>
              <a:rect l="l" t="t" r="r" b="b"/>
              <a:pathLst>
                <a:path w="694" h="3162" extrusionOk="0">
                  <a:moveTo>
                    <a:pt x="549" y="1"/>
                  </a:moveTo>
                  <a:lnTo>
                    <a:pt x="188" y="289"/>
                  </a:lnTo>
                  <a:cubicBezTo>
                    <a:pt x="72" y="361"/>
                    <a:pt x="0" y="506"/>
                    <a:pt x="0" y="650"/>
                  </a:cubicBezTo>
                  <a:lnTo>
                    <a:pt x="0" y="3147"/>
                  </a:lnTo>
                  <a:lnTo>
                    <a:pt x="462" y="3162"/>
                  </a:lnTo>
                  <a:cubicBezTo>
                    <a:pt x="592" y="3162"/>
                    <a:pt x="693" y="3061"/>
                    <a:pt x="693" y="2945"/>
                  </a:cubicBezTo>
                  <a:lnTo>
                    <a:pt x="693" y="419"/>
                  </a:lnTo>
                  <a:cubicBezTo>
                    <a:pt x="693" y="260"/>
                    <a:pt x="650" y="116"/>
                    <a:pt x="549"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2" name="Google Shape;16502;p67"/>
            <p:cNvSpPr/>
            <p:nvPr/>
          </p:nvSpPr>
          <p:spPr>
            <a:xfrm>
              <a:off x="1926666" y="3082079"/>
              <a:ext cx="47711" cy="72668"/>
            </a:xfrm>
            <a:custGeom>
              <a:avLst/>
              <a:gdLst/>
              <a:ahLst/>
              <a:cxnLst/>
              <a:rect l="l" t="t" r="r" b="b"/>
              <a:pathLst>
                <a:path w="1820" h="2772" extrusionOk="0">
                  <a:moveTo>
                    <a:pt x="679" y="0"/>
                  </a:moveTo>
                  <a:cubicBezTo>
                    <a:pt x="290" y="0"/>
                    <a:pt x="1" y="318"/>
                    <a:pt x="1" y="693"/>
                  </a:cubicBezTo>
                  <a:lnTo>
                    <a:pt x="1" y="1458"/>
                  </a:lnTo>
                  <a:cubicBezTo>
                    <a:pt x="15" y="1675"/>
                    <a:pt x="88" y="1891"/>
                    <a:pt x="232" y="2079"/>
                  </a:cubicBezTo>
                  <a:cubicBezTo>
                    <a:pt x="376" y="2252"/>
                    <a:pt x="448" y="2469"/>
                    <a:pt x="448" y="2700"/>
                  </a:cubicBezTo>
                  <a:lnTo>
                    <a:pt x="448" y="2772"/>
                  </a:lnTo>
                  <a:lnTo>
                    <a:pt x="1372" y="2772"/>
                  </a:lnTo>
                  <a:lnTo>
                    <a:pt x="1372" y="2628"/>
                  </a:lnTo>
                  <a:cubicBezTo>
                    <a:pt x="1372" y="2440"/>
                    <a:pt x="1430" y="2252"/>
                    <a:pt x="1560" y="2122"/>
                  </a:cubicBezTo>
                  <a:lnTo>
                    <a:pt x="1647" y="2021"/>
                  </a:lnTo>
                  <a:cubicBezTo>
                    <a:pt x="1748" y="1862"/>
                    <a:pt x="1820" y="1689"/>
                    <a:pt x="1820" y="1516"/>
                  </a:cubicBezTo>
                  <a:lnTo>
                    <a:pt x="1820" y="693"/>
                  </a:lnTo>
                  <a:cubicBezTo>
                    <a:pt x="1820" y="303"/>
                    <a:pt x="1517" y="0"/>
                    <a:pt x="1127"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3" name="Google Shape;16503;p67"/>
            <p:cNvSpPr/>
            <p:nvPr/>
          </p:nvSpPr>
          <p:spPr>
            <a:xfrm>
              <a:off x="1926666" y="3082446"/>
              <a:ext cx="27290" cy="72301"/>
            </a:xfrm>
            <a:custGeom>
              <a:avLst/>
              <a:gdLst/>
              <a:ahLst/>
              <a:cxnLst/>
              <a:rect l="l" t="t" r="r" b="b"/>
              <a:pathLst>
                <a:path w="1041" h="2758" extrusionOk="0">
                  <a:moveTo>
                    <a:pt x="694" y="1"/>
                  </a:moveTo>
                  <a:cubicBezTo>
                    <a:pt x="319" y="1"/>
                    <a:pt x="1" y="304"/>
                    <a:pt x="1" y="694"/>
                  </a:cubicBezTo>
                  <a:lnTo>
                    <a:pt x="1" y="1444"/>
                  </a:lnTo>
                  <a:cubicBezTo>
                    <a:pt x="15" y="1675"/>
                    <a:pt x="88" y="1892"/>
                    <a:pt x="232" y="2065"/>
                  </a:cubicBezTo>
                  <a:cubicBezTo>
                    <a:pt x="376" y="2238"/>
                    <a:pt x="448" y="2455"/>
                    <a:pt x="448" y="2686"/>
                  </a:cubicBezTo>
                  <a:lnTo>
                    <a:pt x="448" y="2758"/>
                  </a:lnTo>
                  <a:lnTo>
                    <a:pt x="910" y="2758"/>
                  </a:lnTo>
                  <a:lnTo>
                    <a:pt x="910" y="2686"/>
                  </a:lnTo>
                  <a:cubicBezTo>
                    <a:pt x="925" y="2469"/>
                    <a:pt x="882" y="2267"/>
                    <a:pt x="809" y="2065"/>
                  </a:cubicBezTo>
                  <a:cubicBezTo>
                    <a:pt x="737" y="1863"/>
                    <a:pt x="694" y="1661"/>
                    <a:pt x="694" y="1444"/>
                  </a:cubicBezTo>
                  <a:lnTo>
                    <a:pt x="694" y="694"/>
                  </a:lnTo>
                  <a:cubicBezTo>
                    <a:pt x="694" y="304"/>
                    <a:pt x="853" y="1"/>
                    <a:pt x="1040"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4" name="Google Shape;16504;p67"/>
            <p:cNvSpPr/>
            <p:nvPr/>
          </p:nvSpPr>
          <p:spPr>
            <a:xfrm>
              <a:off x="1926666" y="3082446"/>
              <a:ext cx="48472" cy="54134"/>
            </a:xfrm>
            <a:custGeom>
              <a:avLst/>
              <a:gdLst/>
              <a:ahLst/>
              <a:cxnLst/>
              <a:rect l="l" t="t" r="r" b="b"/>
              <a:pathLst>
                <a:path w="1849" h="2065" extrusionOk="0">
                  <a:moveTo>
                    <a:pt x="694" y="1"/>
                  </a:moveTo>
                  <a:cubicBezTo>
                    <a:pt x="319" y="1"/>
                    <a:pt x="1" y="304"/>
                    <a:pt x="1" y="679"/>
                  </a:cubicBezTo>
                  <a:lnTo>
                    <a:pt x="1" y="1141"/>
                  </a:lnTo>
                  <a:cubicBezTo>
                    <a:pt x="1" y="1646"/>
                    <a:pt x="420" y="2065"/>
                    <a:pt x="925" y="2065"/>
                  </a:cubicBezTo>
                  <a:cubicBezTo>
                    <a:pt x="1430" y="2065"/>
                    <a:pt x="1849" y="1646"/>
                    <a:pt x="1849" y="1141"/>
                  </a:cubicBezTo>
                  <a:lnTo>
                    <a:pt x="1849" y="679"/>
                  </a:lnTo>
                  <a:cubicBezTo>
                    <a:pt x="1849" y="304"/>
                    <a:pt x="1531" y="1"/>
                    <a:pt x="1156"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5" name="Google Shape;16505;p67"/>
            <p:cNvSpPr/>
            <p:nvPr/>
          </p:nvSpPr>
          <p:spPr>
            <a:xfrm>
              <a:off x="1926666" y="3082079"/>
              <a:ext cx="27290" cy="54134"/>
            </a:xfrm>
            <a:custGeom>
              <a:avLst/>
              <a:gdLst/>
              <a:ahLst/>
              <a:cxnLst/>
              <a:rect l="l" t="t" r="r" b="b"/>
              <a:pathLst>
                <a:path w="1041" h="2065" extrusionOk="0">
                  <a:moveTo>
                    <a:pt x="694" y="0"/>
                  </a:moveTo>
                  <a:cubicBezTo>
                    <a:pt x="319" y="0"/>
                    <a:pt x="1" y="318"/>
                    <a:pt x="1" y="693"/>
                  </a:cubicBezTo>
                  <a:lnTo>
                    <a:pt x="1" y="1155"/>
                  </a:lnTo>
                  <a:cubicBezTo>
                    <a:pt x="1" y="1617"/>
                    <a:pt x="347" y="2007"/>
                    <a:pt x="809" y="2065"/>
                  </a:cubicBezTo>
                  <a:cubicBezTo>
                    <a:pt x="737" y="1862"/>
                    <a:pt x="694" y="1660"/>
                    <a:pt x="694" y="1458"/>
                  </a:cubicBezTo>
                  <a:lnTo>
                    <a:pt x="694" y="693"/>
                  </a:lnTo>
                  <a:cubicBezTo>
                    <a:pt x="694" y="318"/>
                    <a:pt x="853" y="0"/>
                    <a:pt x="1040" y="0"/>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6" name="Google Shape;16506;p67"/>
            <p:cNvSpPr/>
            <p:nvPr/>
          </p:nvSpPr>
          <p:spPr>
            <a:xfrm>
              <a:off x="1908525" y="3148665"/>
              <a:ext cx="84412" cy="96524"/>
            </a:xfrm>
            <a:custGeom>
              <a:avLst/>
              <a:gdLst/>
              <a:ahLst/>
              <a:cxnLst/>
              <a:rect l="l" t="t" r="r" b="b"/>
              <a:pathLst>
                <a:path w="3220" h="3682" extrusionOk="0">
                  <a:moveTo>
                    <a:pt x="1371" y="1"/>
                  </a:moveTo>
                  <a:cubicBezTo>
                    <a:pt x="1227" y="1"/>
                    <a:pt x="1083" y="30"/>
                    <a:pt x="953" y="88"/>
                  </a:cubicBezTo>
                  <a:lnTo>
                    <a:pt x="433" y="290"/>
                  </a:lnTo>
                  <a:cubicBezTo>
                    <a:pt x="173" y="391"/>
                    <a:pt x="0" y="636"/>
                    <a:pt x="0" y="925"/>
                  </a:cubicBezTo>
                  <a:lnTo>
                    <a:pt x="0" y="3451"/>
                  </a:lnTo>
                  <a:cubicBezTo>
                    <a:pt x="0" y="3581"/>
                    <a:pt x="101" y="3682"/>
                    <a:pt x="231" y="3682"/>
                  </a:cubicBezTo>
                  <a:lnTo>
                    <a:pt x="2988" y="3682"/>
                  </a:lnTo>
                  <a:cubicBezTo>
                    <a:pt x="3118" y="3682"/>
                    <a:pt x="3219" y="3581"/>
                    <a:pt x="3219" y="3451"/>
                  </a:cubicBezTo>
                  <a:lnTo>
                    <a:pt x="3219" y="925"/>
                  </a:lnTo>
                  <a:cubicBezTo>
                    <a:pt x="3219" y="636"/>
                    <a:pt x="3046" y="391"/>
                    <a:pt x="2786" y="275"/>
                  </a:cubicBezTo>
                  <a:lnTo>
                    <a:pt x="2281" y="88"/>
                  </a:lnTo>
                  <a:cubicBezTo>
                    <a:pt x="2137" y="30"/>
                    <a:pt x="1992" y="1"/>
                    <a:pt x="1848"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7" name="Google Shape;16507;p67"/>
            <p:cNvSpPr/>
            <p:nvPr/>
          </p:nvSpPr>
          <p:spPr>
            <a:xfrm>
              <a:off x="1908892" y="3162297"/>
              <a:ext cx="17800" cy="82892"/>
            </a:xfrm>
            <a:custGeom>
              <a:avLst/>
              <a:gdLst/>
              <a:ahLst/>
              <a:cxnLst/>
              <a:rect l="l" t="t" r="r" b="b"/>
              <a:pathLst>
                <a:path w="679" h="3162" extrusionOk="0">
                  <a:moveTo>
                    <a:pt x="130" y="1"/>
                  </a:moveTo>
                  <a:cubicBezTo>
                    <a:pt x="44" y="116"/>
                    <a:pt x="1" y="260"/>
                    <a:pt x="1" y="419"/>
                  </a:cubicBezTo>
                  <a:lnTo>
                    <a:pt x="1" y="2945"/>
                  </a:lnTo>
                  <a:cubicBezTo>
                    <a:pt x="1" y="3061"/>
                    <a:pt x="102" y="3162"/>
                    <a:pt x="217" y="3162"/>
                  </a:cubicBezTo>
                  <a:lnTo>
                    <a:pt x="679" y="3147"/>
                  </a:lnTo>
                  <a:lnTo>
                    <a:pt x="679" y="650"/>
                  </a:lnTo>
                  <a:cubicBezTo>
                    <a:pt x="679" y="506"/>
                    <a:pt x="607" y="361"/>
                    <a:pt x="506" y="289"/>
                  </a:cubicBezTo>
                  <a:lnTo>
                    <a:pt x="130" y="1"/>
                  </a:ln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8" name="Google Shape;16508;p67"/>
            <p:cNvSpPr/>
            <p:nvPr/>
          </p:nvSpPr>
          <p:spPr>
            <a:xfrm>
              <a:off x="1975111" y="3162297"/>
              <a:ext cx="18193" cy="82892"/>
            </a:xfrm>
            <a:custGeom>
              <a:avLst/>
              <a:gdLst/>
              <a:ahLst/>
              <a:cxnLst/>
              <a:rect l="l" t="t" r="r" b="b"/>
              <a:pathLst>
                <a:path w="694" h="3162" extrusionOk="0">
                  <a:moveTo>
                    <a:pt x="549" y="1"/>
                  </a:moveTo>
                  <a:lnTo>
                    <a:pt x="188" y="289"/>
                  </a:lnTo>
                  <a:cubicBezTo>
                    <a:pt x="73" y="361"/>
                    <a:pt x="1" y="506"/>
                    <a:pt x="1" y="650"/>
                  </a:cubicBezTo>
                  <a:lnTo>
                    <a:pt x="1" y="3147"/>
                  </a:lnTo>
                  <a:lnTo>
                    <a:pt x="463" y="3162"/>
                  </a:lnTo>
                  <a:cubicBezTo>
                    <a:pt x="593" y="3162"/>
                    <a:pt x="694" y="3061"/>
                    <a:pt x="694" y="2945"/>
                  </a:cubicBezTo>
                  <a:lnTo>
                    <a:pt x="694" y="419"/>
                  </a:lnTo>
                  <a:cubicBezTo>
                    <a:pt x="694" y="260"/>
                    <a:pt x="636" y="116"/>
                    <a:pt x="549" y="1"/>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09" name="Google Shape;16509;p67"/>
            <p:cNvSpPr/>
            <p:nvPr/>
          </p:nvSpPr>
          <p:spPr>
            <a:xfrm>
              <a:off x="2089409" y="3142242"/>
              <a:ext cx="48078" cy="72694"/>
            </a:xfrm>
            <a:custGeom>
              <a:avLst/>
              <a:gdLst/>
              <a:ahLst/>
              <a:cxnLst/>
              <a:rect l="l" t="t" r="r" b="b"/>
              <a:pathLst>
                <a:path w="1834" h="2773" extrusionOk="0">
                  <a:moveTo>
                    <a:pt x="693" y="0"/>
                  </a:moveTo>
                  <a:cubicBezTo>
                    <a:pt x="318" y="0"/>
                    <a:pt x="0" y="318"/>
                    <a:pt x="0" y="693"/>
                  </a:cubicBezTo>
                  <a:lnTo>
                    <a:pt x="0" y="1458"/>
                  </a:lnTo>
                  <a:cubicBezTo>
                    <a:pt x="15" y="1675"/>
                    <a:pt x="87" y="1892"/>
                    <a:pt x="231" y="2079"/>
                  </a:cubicBezTo>
                  <a:cubicBezTo>
                    <a:pt x="376" y="2252"/>
                    <a:pt x="462" y="2469"/>
                    <a:pt x="462" y="2700"/>
                  </a:cubicBezTo>
                  <a:lnTo>
                    <a:pt x="462" y="2772"/>
                  </a:lnTo>
                  <a:lnTo>
                    <a:pt x="1386" y="2772"/>
                  </a:lnTo>
                  <a:lnTo>
                    <a:pt x="1386" y="2628"/>
                  </a:lnTo>
                  <a:cubicBezTo>
                    <a:pt x="1386" y="2440"/>
                    <a:pt x="1444" y="2267"/>
                    <a:pt x="1559" y="2122"/>
                  </a:cubicBezTo>
                  <a:lnTo>
                    <a:pt x="1646" y="2021"/>
                  </a:lnTo>
                  <a:cubicBezTo>
                    <a:pt x="1761" y="1877"/>
                    <a:pt x="1819" y="1704"/>
                    <a:pt x="1834" y="1516"/>
                  </a:cubicBezTo>
                  <a:lnTo>
                    <a:pt x="1834" y="693"/>
                  </a:lnTo>
                  <a:cubicBezTo>
                    <a:pt x="1834" y="318"/>
                    <a:pt x="1516" y="0"/>
                    <a:pt x="1141"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0" name="Google Shape;16510;p67"/>
            <p:cNvSpPr/>
            <p:nvPr/>
          </p:nvSpPr>
          <p:spPr>
            <a:xfrm>
              <a:off x="2089409" y="3142609"/>
              <a:ext cx="27264" cy="72327"/>
            </a:xfrm>
            <a:custGeom>
              <a:avLst/>
              <a:gdLst/>
              <a:ahLst/>
              <a:cxnLst/>
              <a:rect l="l" t="t" r="r" b="b"/>
              <a:pathLst>
                <a:path w="1040" h="2759" extrusionOk="0">
                  <a:moveTo>
                    <a:pt x="693" y="1"/>
                  </a:moveTo>
                  <a:cubicBezTo>
                    <a:pt x="318" y="1"/>
                    <a:pt x="0" y="304"/>
                    <a:pt x="0" y="679"/>
                  </a:cubicBezTo>
                  <a:lnTo>
                    <a:pt x="0" y="1444"/>
                  </a:lnTo>
                  <a:cubicBezTo>
                    <a:pt x="15" y="1661"/>
                    <a:pt x="101" y="1878"/>
                    <a:pt x="231" y="2065"/>
                  </a:cubicBezTo>
                  <a:cubicBezTo>
                    <a:pt x="376" y="2238"/>
                    <a:pt x="462" y="2455"/>
                    <a:pt x="462" y="2686"/>
                  </a:cubicBezTo>
                  <a:lnTo>
                    <a:pt x="462" y="2758"/>
                  </a:lnTo>
                  <a:lnTo>
                    <a:pt x="924" y="2758"/>
                  </a:lnTo>
                  <a:lnTo>
                    <a:pt x="924" y="2686"/>
                  </a:lnTo>
                  <a:cubicBezTo>
                    <a:pt x="924" y="2469"/>
                    <a:pt x="881" y="2267"/>
                    <a:pt x="809" y="2065"/>
                  </a:cubicBezTo>
                  <a:cubicBezTo>
                    <a:pt x="736" y="1863"/>
                    <a:pt x="693" y="1661"/>
                    <a:pt x="693" y="1444"/>
                  </a:cubicBezTo>
                  <a:lnTo>
                    <a:pt x="693" y="679"/>
                  </a:lnTo>
                  <a:cubicBezTo>
                    <a:pt x="693" y="304"/>
                    <a:pt x="852" y="1"/>
                    <a:pt x="1040"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1" name="Google Shape;16511;p67"/>
            <p:cNvSpPr/>
            <p:nvPr/>
          </p:nvSpPr>
          <p:spPr>
            <a:xfrm>
              <a:off x="2089409" y="3142242"/>
              <a:ext cx="48445" cy="54527"/>
            </a:xfrm>
            <a:custGeom>
              <a:avLst/>
              <a:gdLst/>
              <a:ahLst/>
              <a:cxnLst/>
              <a:rect l="l" t="t" r="r" b="b"/>
              <a:pathLst>
                <a:path w="1848" h="2080" extrusionOk="0">
                  <a:moveTo>
                    <a:pt x="693" y="0"/>
                  </a:moveTo>
                  <a:cubicBezTo>
                    <a:pt x="318" y="0"/>
                    <a:pt x="0" y="318"/>
                    <a:pt x="0" y="693"/>
                  </a:cubicBezTo>
                  <a:lnTo>
                    <a:pt x="0" y="1155"/>
                  </a:lnTo>
                  <a:cubicBezTo>
                    <a:pt x="0" y="1661"/>
                    <a:pt x="419" y="2079"/>
                    <a:pt x="924" y="2079"/>
                  </a:cubicBezTo>
                  <a:cubicBezTo>
                    <a:pt x="1429" y="2079"/>
                    <a:pt x="1848" y="1661"/>
                    <a:pt x="1834" y="1155"/>
                  </a:cubicBezTo>
                  <a:lnTo>
                    <a:pt x="1834" y="693"/>
                  </a:lnTo>
                  <a:cubicBezTo>
                    <a:pt x="1834" y="318"/>
                    <a:pt x="1530" y="0"/>
                    <a:pt x="1155"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2" name="Google Shape;16512;p67"/>
            <p:cNvSpPr/>
            <p:nvPr/>
          </p:nvSpPr>
          <p:spPr>
            <a:xfrm>
              <a:off x="2089409" y="3142609"/>
              <a:ext cx="27264" cy="53767"/>
            </a:xfrm>
            <a:custGeom>
              <a:avLst/>
              <a:gdLst/>
              <a:ahLst/>
              <a:cxnLst/>
              <a:rect l="l" t="t" r="r" b="b"/>
              <a:pathLst>
                <a:path w="1040" h="2051" extrusionOk="0">
                  <a:moveTo>
                    <a:pt x="693" y="1"/>
                  </a:moveTo>
                  <a:cubicBezTo>
                    <a:pt x="318" y="1"/>
                    <a:pt x="0" y="304"/>
                    <a:pt x="0" y="679"/>
                  </a:cubicBezTo>
                  <a:lnTo>
                    <a:pt x="0" y="1141"/>
                  </a:lnTo>
                  <a:cubicBezTo>
                    <a:pt x="0" y="1603"/>
                    <a:pt x="347" y="1993"/>
                    <a:pt x="809" y="2051"/>
                  </a:cubicBezTo>
                  <a:cubicBezTo>
                    <a:pt x="736" y="1849"/>
                    <a:pt x="693" y="1647"/>
                    <a:pt x="693" y="1444"/>
                  </a:cubicBezTo>
                  <a:lnTo>
                    <a:pt x="693" y="679"/>
                  </a:lnTo>
                  <a:cubicBezTo>
                    <a:pt x="693" y="304"/>
                    <a:pt x="852" y="1"/>
                    <a:pt x="1040"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3" name="Google Shape;16513;p67"/>
            <p:cNvSpPr/>
            <p:nvPr/>
          </p:nvSpPr>
          <p:spPr>
            <a:xfrm>
              <a:off x="2071609" y="3208855"/>
              <a:ext cx="84412" cy="60190"/>
            </a:xfrm>
            <a:custGeom>
              <a:avLst/>
              <a:gdLst/>
              <a:ahLst/>
              <a:cxnLst/>
              <a:rect l="l" t="t" r="r" b="b"/>
              <a:pathLst>
                <a:path w="3220" h="2296" extrusionOk="0">
                  <a:moveTo>
                    <a:pt x="1372" y="0"/>
                  </a:moveTo>
                  <a:cubicBezTo>
                    <a:pt x="1228" y="0"/>
                    <a:pt x="1083" y="29"/>
                    <a:pt x="939" y="72"/>
                  </a:cubicBezTo>
                  <a:lnTo>
                    <a:pt x="434" y="289"/>
                  </a:lnTo>
                  <a:cubicBezTo>
                    <a:pt x="174" y="390"/>
                    <a:pt x="1" y="635"/>
                    <a:pt x="1" y="924"/>
                  </a:cubicBezTo>
                  <a:lnTo>
                    <a:pt x="1" y="2064"/>
                  </a:lnTo>
                  <a:cubicBezTo>
                    <a:pt x="1" y="2194"/>
                    <a:pt x="102" y="2295"/>
                    <a:pt x="232" y="2295"/>
                  </a:cubicBezTo>
                  <a:lnTo>
                    <a:pt x="2989" y="2295"/>
                  </a:lnTo>
                  <a:cubicBezTo>
                    <a:pt x="3119" y="2295"/>
                    <a:pt x="3220" y="2194"/>
                    <a:pt x="3220" y="2064"/>
                  </a:cubicBezTo>
                  <a:lnTo>
                    <a:pt x="3220" y="924"/>
                  </a:lnTo>
                  <a:cubicBezTo>
                    <a:pt x="3220" y="635"/>
                    <a:pt x="3047" y="390"/>
                    <a:pt x="2772" y="289"/>
                  </a:cubicBezTo>
                  <a:lnTo>
                    <a:pt x="2282" y="72"/>
                  </a:lnTo>
                  <a:cubicBezTo>
                    <a:pt x="2137" y="29"/>
                    <a:pt x="1993" y="0"/>
                    <a:pt x="1849"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4" name="Google Shape;16514;p67"/>
            <p:cNvSpPr/>
            <p:nvPr/>
          </p:nvSpPr>
          <p:spPr>
            <a:xfrm>
              <a:off x="2071609" y="3222460"/>
              <a:ext cx="17826" cy="46951"/>
            </a:xfrm>
            <a:custGeom>
              <a:avLst/>
              <a:gdLst/>
              <a:ahLst/>
              <a:cxnLst/>
              <a:rect l="l" t="t" r="r" b="b"/>
              <a:pathLst>
                <a:path w="680" h="1791" extrusionOk="0">
                  <a:moveTo>
                    <a:pt x="131" y="1"/>
                  </a:moveTo>
                  <a:cubicBezTo>
                    <a:pt x="44" y="116"/>
                    <a:pt x="1" y="261"/>
                    <a:pt x="1" y="419"/>
                  </a:cubicBezTo>
                  <a:lnTo>
                    <a:pt x="1" y="1560"/>
                  </a:lnTo>
                  <a:cubicBezTo>
                    <a:pt x="1" y="1675"/>
                    <a:pt x="102" y="1791"/>
                    <a:pt x="217" y="1791"/>
                  </a:cubicBezTo>
                  <a:lnTo>
                    <a:pt x="679" y="1776"/>
                  </a:lnTo>
                  <a:lnTo>
                    <a:pt x="679" y="650"/>
                  </a:lnTo>
                  <a:cubicBezTo>
                    <a:pt x="679" y="506"/>
                    <a:pt x="607" y="362"/>
                    <a:pt x="506" y="289"/>
                  </a:cubicBezTo>
                  <a:lnTo>
                    <a:pt x="131"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5" name="Google Shape;16515;p67"/>
            <p:cNvSpPr/>
            <p:nvPr/>
          </p:nvSpPr>
          <p:spPr>
            <a:xfrm>
              <a:off x="2137828" y="3222460"/>
              <a:ext cx="17826" cy="46951"/>
            </a:xfrm>
            <a:custGeom>
              <a:avLst/>
              <a:gdLst/>
              <a:ahLst/>
              <a:cxnLst/>
              <a:rect l="l" t="t" r="r" b="b"/>
              <a:pathLst>
                <a:path w="680" h="1791" extrusionOk="0">
                  <a:moveTo>
                    <a:pt x="550" y="1"/>
                  </a:moveTo>
                  <a:lnTo>
                    <a:pt x="174" y="289"/>
                  </a:lnTo>
                  <a:cubicBezTo>
                    <a:pt x="59" y="362"/>
                    <a:pt x="1" y="506"/>
                    <a:pt x="1" y="650"/>
                  </a:cubicBezTo>
                  <a:lnTo>
                    <a:pt x="1" y="1776"/>
                  </a:lnTo>
                  <a:lnTo>
                    <a:pt x="448" y="1791"/>
                  </a:lnTo>
                  <a:cubicBezTo>
                    <a:pt x="578" y="1791"/>
                    <a:pt x="679" y="1675"/>
                    <a:pt x="679" y="1560"/>
                  </a:cubicBezTo>
                  <a:lnTo>
                    <a:pt x="679" y="419"/>
                  </a:lnTo>
                  <a:cubicBezTo>
                    <a:pt x="679" y="261"/>
                    <a:pt x="636" y="116"/>
                    <a:pt x="550"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6" name="Google Shape;16516;p67"/>
            <p:cNvSpPr/>
            <p:nvPr/>
          </p:nvSpPr>
          <p:spPr>
            <a:xfrm>
              <a:off x="1980800" y="3142242"/>
              <a:ext cx="48078" cy="72694"/>
            </a:xfrm>
            <a:custGeom>
              <a:avLst/>
              <a:gdLst/>
              <a:ahLst/>
              <a:cxnLst/>
              <a:rect l="l" t="t" r="r" b="b"/>
              <a:pathLst>
                <a:path w="1834" h="2773" extrusionOk="0">
                  <a:moveTo>
                    <a:pt x="679" y="0"/>
                  </a:moveTo>
                  <a:cubicBezTo>
                    <a:pt x="303" y="15"/>
                    <a:pt x="0" y="318"/>
                    <a:pt x="15" y="693"/>
                  </a:cubicBezTo>
                  <a:lnTo>
                    <a:pt x="15" y="1458"/>
                  </a:lnTo>
                  <a:cubicBezTo>
                    <a:pt x="15" y="1675"/>
                    <a:pt x="101" y="1892"/>
                    <a:pt x="231" y="2079"/>
                  </a:cubicBezTo>
                  <a:cubicBezTo>
                    <a:pt x="390" y="2252"/>
                    <a:pt x="462" y="2469"/>
                    <a:pt x="462" y="2700"/>
                  </a:cubicBezTo>
                  <a:lnTo>
                    <a:pt x="462" y="2772"/>
                  </a:lnTo>
                  <a:lnTo>
                    <a:pt x="1386" y="2772"/>
                  </a:lnTo>
                  <a:lnTo>
                    <a:pt x="1386" y="2628"/>
                  </a:lnTo>
                  <a:cubicBezTo>
                    <a:pt x="1386" y="2440"/>
                    <a:pt x="1444" y="2267"/>
                    <a:pt x="1574" y="2122"/>
                  </a:cubicBezTo>
                  <a:lnTo>
                    <a:pt x="1660" y="2021"/>
                  </a:lnTo>
                  <a:cubicBezTo>
                    <a:pt x="1761" y="1877"/>
                    <a:pt x="1819" y="1704"/>
                    <a:pt x="1834" y="1516"/>
                  </a:cubicBezTo>
                  <a:lnTo>
                    <a:pt x="1834" y="693"/>
                  </a:lnTo>
                  <a:cubicBezTo>
                    <a:pt x="1834" y="318"/>
                    <a:pt x="1530" y="0"/>
                    <a:pt x="1141"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7" name="Google Shape;16517;p67"/>
            <p:cNvSpPr/>
            <p:nvPr/>
          </p:nvSpPr>
          <p:spPr>
            <a:xfrm>
              <a:off x="1981167" y="3142609"/>
              <a:ext cx="26897" cy="72327"/>
            </a:xfrm>
            <a:custGeom>
              <a:avLst/>
              <a:gdLst/>
              <a:ahLst/>
              <a:cxnLst/>
              <a:rect l="l" t="t" r="r" b="b"/>
              <a:pathLst>
                <a:path w="1026" h="2759" extrusionOk="0">
                  <a:moveTo>
                    <a:pt x="679" y="1"/>
                  </a:moveTo>
                  <a:cubicBezTo>
                    <a:pt x="304" y="1"/>
                    <a:pt x="1" y="304"/>
                    <a:pt x="1" y="679"/>
                  </a:cubicBezTo>
                  <a:lnTo>
                    <a:pt x="1" y="1444"/>
                  </a:lnTo>
                  <a:cubicBezTo>
                    <a:pt x="1" y="1661"/>
                    <a:pt x="87" y="1878"/>
                    <a:pt x="217" y="2065"/>
                  </a:cubicBezTo>
                  <a:cubicBezTo>
                    <a:pt x="376" y="2238"/>
                    <a:pt x="448" y="2455"/>
                    <a:pt x="448" y="2686"/>
                  </a:cubicBezTo>
                  <a:lnTo>
                    <a:pt x="448" y="2758"/>
                  </a:lnTo>
                  <a:lnTo>
                    <a:pt x="910" y="2758"/>
                  </a:lnTo>
                  <a:lnTo>
                    <a:pt x="910" y="2686"/>
                  </a:lnTo>
                  <a:cubicBezTo>
                    <a:pt x="910" y="2469"/>
                    <a:pt x="881" y="2267"/>
                    <a:pt x="795" y="2065"/>
                  </a:cubicBezTo>
                  <a:cubicBezTo>
                    <a:pt x="722" y="1863"/>
                    <a:pt x="679" y="1661"/>
                    <a:pt x="679" y="1444"/>
                  </a:cubicBezTo>
                  <a:lnTo>
                    <a:pt x="679" y="679"/>
                  </a:lnTo>
                  <a:cubicBezTo>
                    <a:pt x="679" y="304"/>
                    <a:pt x="838" y="1"/>
                    <a:pt x="102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8" name="Google Shape;16518;p67"/>
            <p:cNvSpPr/>
            <p:nvPr/>
          </p:nvSpPr>
          <p:spPr>
            <a:xfrm>
              <a:off x="1980800" y="3142242"/>
              <a:ext cx="48472" cy="54527"/>
            </a:xfrm>
            <a:custGeom>
              <a:avLst/>
              <a:gdLst/>
              <a:ahLst/>
              <a:cxnLst/>
              <a:rect l="l" t="t" r="r" b="b"/>
              <a:pathLst>
                <a:path w="1849" h="2080" extrusionOk="0">
                  <a:moveTo>
                    <a:pt x="693" y="0"/>
                  </a:moveTo>
                  <a:cubicBezTo>
                    <a:pt x="318" y="0"/>
                    <a:pt x="0" y="318"/>
                    <a:pt x="0" y="693"/>
                  </a:cubicBezTo>
                  <a:lnTo>
                    <a:pt x="0" y="1155"/>
                  </a:lnTo>
                  <a:cubicBezTo>
                    <a:pt x="0" y="1661"/>
                    <a:pt x="419" y="2079"/>
                    <a:pt x="924" y="2079"/>
                  </a:cubicBezTo>
                  <a:cubicBezTo>
                    <a:pt x="1429" y="2079"/>
                    <a:pt x="1848" y="1661"/>
                    <a:pt x="1848" y="1155"/>
                  </a:cubicBezTo>
                  <a:lnTo>
                    <a:pt x="1848" y="693"/>
                  </a:lnTo>
                  <a:cubicBezTo>
                    <a:pt x="1848" y="318"/>
                    <a:pt x="1530" y="0"/>
                    <a:pt x="1155"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19" name="Google Shape;16519;p67"/>
            <p:cNvSpPr/>
            <p:nvPr/>
          </p:nvSpPr>
          <p:spPr>
            <a:xfrm>
              <a:off x="1980800" y="3142609"/>
              <a:ext cx="27264" cy="53767"/>
            </a:xfrm>
            <a:custGeom>
              <a:avLst/>
              <a:gdLst/>
              <a:ahLst/>
              <a:cxnLst/>
              <a:rect l="l" t="t" r="r" b="b"/>
              <a:pathLst>
                <a:path w="1040" h="2051" extrusionOk="0">
                  <a:moveTo>
                    <a:pt x="693" y="1"/>
                  </a:moveTo>
                  <a:cubicBezTo>
                    <a:pt x="318" y="1"/>
                    <a:pt x="0" y="304"/>
                    <a:pt x="0" y="679"/>
                  </a:cubicBezTo>
                  <a:lnTo>
                    <a:pt x="0" y="1141"/>
                  </a:lnTo>
                  <a:cubicBezTo>
                    <a:pt x="15" y="1603"/>
                    <a:pt x="347" y="1993"/>
                    <a:pt x="809" y="2051"/>
                  </a:cubicBezTo>
                  <a:cubicBezTo>
                    <a:pt x="736" y="1849"/>
                    <a:pt x="693" y="1647"/>
                    <a:pt x="693" y="1444"/>
                  </a:cubicBezTo>
                  <a:lnTo>
                    <a:pt x="693" y="679"/>
                  </a:lnTo>
                  <a:cubicBezTo>
                    <a:pt x="693" y="304"/>
                    <a:pt x="852" y="1"/>
                    <a:pt x="1040"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0" name="Google Shape;16520;p67"/>
            <p:cNvSpPr/>
            <p:nvPr/>
          </p:nvSpPr>
          <p:spPr>
            <a:xfrm>
              <a:off x="1962633" y="3208855"/>
              <a:ext cx="84779" cy="60190"/>
            </a:xfrm>
            <a:custGeom>
              <a:avLst/>
              <a:gdLst/>
              <a:ahLst/>
              <a:cxnLst/>
              <a:rect l="l" t="t" r="r" b="b"/>
              <a:pathLst>
                <a:path w="3234" h="2296" extrusionOk="0">
                  <a:moveTo>
                    <a:pt x="1386" y="0"/>
                  </a:moveTo>
                  <a:cubicBezTo>
                    <a:pt x="1227" y="0"/>
                    <a:pt x="1083" y="29"/>
                    <a:pt x="953" y="72"/>
                  </a:cubicBezTo>
                  <a:lnTo>
                    <a:pt x="448" y="289"/>
                  </a:lnTo>
                  <a:cubicBezTo>
                    <a:pt x="174" y="390"/>
                    <a:pt x="0" y="635"/>
                    <a:pt x="0" y="924"/>
                  </a:cubicBezTo>
                  <a:lnTo>
                    <a:pt x="0" y="2064"/>
                  </a:lnTo>
                  <a:cubicBezTo>
                    <a:pt x="0" y="2194"/>
                    <a:pt x="116" y="2295"/>
                    <a:pt x="231" y="2295"/>
                  </a:cubicBezTo>
                  <a:lnTo>
                    <a:pt x="3003" y="2295"/>
                  </a:lnTo>
                  <a:cubicBezTo>
                    <a:pt x="3133" y="2295"/>
                    <a:pt x="3234" y="2194"/>
                    <a:pt x="3234" y="2064"/>
                  </a:cubicBezTo>
                  <a:lnTo>
                    <a:pt x="3234" y="924"/>
                  </a:lnTo>
                  <a:cubicBezTo>
                    <a:pt x="3234" y="635"/>
                    <a:pt x="3061" y="390"/>
                    <a:pt x="2801" y="289"/>
                  </a:cubicBezTo>
                  <a:lnTo>
                    <a:pt x="2281" y="72"/>
                  </a:lnTo>
                  <a:cubicBezTo>
                    <a:pt x="2151" y="29"/>
                    <a:pt x="2007" y="0"/>
                    <a:pt x="1848"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1" name="Google Shape;16521;p67"/>
            <p:cNvSpPr/>
            <p:nvPr/>
          </p:nvSpPr>
          <p:spPr>
            <a:xfrm>
              <a:off x="1963000" y="3222460"/>
              <a:ext cx="18193" cy="46951"/>
            </a:xfrm>
            <a:custGeom>
              <a:avLst/>
              <a:gdLst/>
              <a:ahLst/>
              <a:cxnLst/>
              <a:rect l="l" t="t" r="r" b="b"/>
              <a:pathLst>
                <a:path w="694" h="1791" extrusionOk="0">
                  <a:moveTo>
                    <a:pt x="131" y="1"/>
                  </a:moveTo>
                  <a:cubicBezTo>
                    <a:pt x="44" y="116"/>
                    <a:pt x="1" y="261"/>
                    <a:pt x="1" y="419"/>
                  </a:cubicBezTo>
                  <a:lnTo>
                    <a:pt x="1" y="1560"/>
                  </a:lnTo>
                  <a:cubicBezTo>
                    <a:pt x="1" y="1675"/>
                    <a:pt x="102" y="1791"/>
                    <a:pt x="232" y="1791"/>
                  </a:cubicBezTo>
                  <a:lnTo>
                    <a:pt x="694" y="1776"/>
                  </a:lnTo>
                  <a:lnTo>
                    <a:pt x="694" y="650"/>
                  </a:lnTo>
                  <a:cubicBezTo>
                    <a:pt x="679" y="506"/>
                    <a:pt x="622" y="362"/>
                    <a:pt x="506" y="289"/>
                  </a:cubicBezTo>
                  <a:lnTo>
                    <a:pt x="131"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2" name="Google Shape;16522;p67"/>
            <p:cNvSpPr/>
            <p:nvPr/>
          </p:nvSpPr>
          <p:spPr>
            <a:xfrm>
              <a:off x="2029245" y="3222460"/>
              <a:ext cx="18167" cy="46584"/>
            </a:xfrm>
            <a:custGeom>
              <a:avLst/>
              <a:gdLst/>
              <a:ahLst/>
              <a:cxnLst/>
              <a:rect l="l" t="t" r="r" b="b"/>
              <a:pathLst>
                <a:path w="693" h="1777" extrusionOk="0">
                  <a:moveTo>
                    <a:pt x="549" y="1"/>
                  </a:moveTo>
                  <a:lnTo>
                    <a:pt x="173" y="289"/>
                  </a:lnTo>
                  <a:cubicBezTo>
                    <a:pt x="72" y="362"/>
                    <a:pt x="0" y="506"/>
                    <a:pt x="0" y="650"/>
                  </a:cubicBezTo>
                  <a:lnTo>
                    <a:pt x="0" y="1776"/>
                  </a:lnTo>
                  <a:lnTo>
                    <a:pt x="462" y="1776"/>
                  </a:lnTo>
                  <a:cubicBezTo>
                    <a:pt x="577" y="1776"/>
                    <a:pt x="678" y="1675"/>
                    <a:pt x="693" y="1560"/>
                  </a:cubicBezTo>
                  <a:lnTo>
                    <a:pt x="693" y="419"/>
                  </a:lnTo>
                  <a:cubicBezTo>
                    <a:pt x="678" y="261"/>
                    <a:pt x="635" y="116"/>
                    <a:pt x="549"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3" name="Google Shape;16523;p67"/>
            <p:cNvSpPr/>
            <p:nvPr/>
          </p:nvSpPr>
          <p:spPr>
            <a:xfrm>
              <a:off x="1872558" y="3142242"/>
              <a:ext cx="47711" cy="72694"/>
            </a:xfrm>
            <a:custGeom>
              <a:avLst/>
              <a:gdLst/>
              <a:ahLst/>
              <a:cxnLst/>
              <a:rect l="l" t="t" r="r" b="b"/>
              <a:pathLst>
                <a:path w="1820" h="2773" extrusionOk="0">
                  <a:moveTo>
                    <a:pt x="679" y="0"/>
                  </a:moveTo>
                  <a:cubicBezTo>
                    <a:pt x="304" y="15"/>
                    <a:pt x="1" y="318"/>
                    <a:pt x="1" y="693"/>
                  </a:cubicBezTo>
                  <a:lnTo>
                    <a:pt x="1" y="1458"/>
                  </a:lnTo>
                  <a:cubicBezTo>
                    <a:pt x="15" y="1675"/>
                    <a:pt x="87" y="1892"/>
                    <a:pt x="232" y="2079"/>
                  </a:cubicBezTo>
                  <a:cubicBezTo>
                    <a:pt x="376" y="2252"/>
                    <a:pt x="463" y="2469"/>
                    <a:pt x="463" y="2700"/>
                  </a:cubicBezTo>
                  <a:lnTo>
                    <a:pt x="463" y="2772"/>
                  </a:lnTo>
                  <a:lnTo>
                    <a:pt x="1372" y="2772"/>
                  </a:lnTo>
                  <a:lnTo>
                    <a:pt x="1372" y="2628"/>
                  </a:lnTo>
                  <a:cubicBezTo>
                    <a:pt x="1372" y="2440"/>
                    <a:pt x="1444" y="2267"/>
                    <a:pt x="1560" y="2122"/>
                  </a:cubicBezTo>
                  <a:lnTo>
                    <a:pt x="1646" y="2021"/>
                  </a:lnTo>
                  <a:cubicBezTo>
                    <a:pt x="1747" y="1877"/>
                    <a:pt x="1820" y="1704"/>
                    <a:pt x="1820" y="1516"/>
                  </a:cubicBezTo>
                  <a:lnTo>
                    <a:pt x="1820" y="693"/>
                  </a:lnTo>
                  <a:cubicBezTo>
                    <a:pt x="1820" y="318"/>
                    <a:pt x="1516" y="0"/>
                    <a:pt x="1141"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4" name="Google Shape;16524;p67"/>
            <p:cNvSpPr/>
            <p:nvPr/>
          </p:nvSpPr>
          <p:spPr>
            <a:xfrm>
              <a:off x="1872558" y="3142609"/>
              <a:ext cx="26897" cy="72327"/>
            </a:xfrm>
            <a:custGeom>
              <a:avLst/>
              <a:gdLst/>
              <a:ahLst/>
              <a:cxnLst/>
              <a:rect l="l" t="t" r="r" b="b"/>
              <a:pathLst>
                <a:path w="1026" h="2759" extrusionOk="0">
                  <a:moveTo>
                    <a:pt x="694" y="1"/>
                  </a:moveTo>
                  <a:cubicBezTo>
                    <a:pt x="304" y="1"/>
                    <a:pt x="1" y="304"/>
                    <a:pt x="1" y="679"/>
                  </a:cubicBezTo>
                  <a:lnTo>
                    <a:pt x="1" y="1444"/>
                  </a:lnTo>
                  <a:cubicBezTo>
                    <a:pt x="15" y="1661"/>
                    <a:pt x="87" y="1878"/>
                    <a:pt x="232" y="2065"/>
                  </a:cubicBezTo>
                  <a:cubicBezTo>
                    <a:pt x="376" y="2238"/>
                    <a:pt x="463" y="2455"/>
                    <a:pt x="463" y="2686"/>
                  </a:cubicBezTo>
                  <a:lnTo>
                    <a:pt x="463" y="2758"/>
                  </a:lnTo>
                  <a:lnTo>
                    <a:pt x="910" y="2758"/>
                  </a:lnTo>
                  <a:lnTo>
                    <a:pt x="910" y="2686"/>
                  </a:lnTo>
                  <a:cubicBezTo>
                    <a:pt x="925" y="2469"/>
                    <a:pt x="881" y="2267"/>
                    <a:pt x="809" y="2065"/>
                  </a:cubicBezTo>
                  <a:cubicBezTo>
                    <a:pt x="722" y="1863"/>
                    <a:pt x="694" y="1661"/>
                    <a:pt x="694" y="1444"/>
                  </a:cubicBezTo>
                  <a:lnTo>
                    <a:pt x="694" y="679"/>
                  </a:lnTo>
                  <a:cubicBezTo>
                    <a:pt x="694" y="304"/>
                    <a:pt x="838" y="1"/>
                    <a:pt x="1026" y="1"/>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5" name="Google Shape;16525;p67"/>
            <p:cNvSpPr/>
            <p:nvPr/>
          </p:nvSpPr>
          <p:spPr>
            <a:xfrm>
              <a:off x="1872558" y="3142242"/>
              <a:ext cx="48105" cy="54527"/>
            </a:xfrm>
            <a:custGeom>
              <a:avLst/>
              <a:gdLst/>
              <a:ahLst/>
              <a:cxnLst/>
              <a:rect l="l" t="t" r="r" b="b"/>
              <a:pathLst>
                <a:path w="1835" h="2080" extrusionOk="0">
                  <a:moveTo>
                    <a:pt x="694" y="0"/>
                  </a:moveTo>
                  <a:cubicBezTo>
                    <a:pt x="304" y="0"/>
                    <a:pt x="1" y="318"/>
                    <a:pt x="1" y="693"/>
                  </a:cubicBezTo>
                  <a:lnTo>
                    <a:pt x="1" y="1155"/>
                  </a:lnTo>
                  <a:cubicBezTo>
                    <a:pt x="1" y="1661"/>
                    <a:pt x="405" y="2079"/>
                    <a:pt x="925" y="2079"/>
                  </a:cubicBezTo>
                  <a:cubicBezTo>
                    <a:pt x="1430" y="2079"/>
                    <a:pt x="1834" y="1661"/>
                    <a:pt x="1834" y="1155"/>
                  </a:cubicBezTo>
                  <a:lnTo>
                    <a:pt x="1834" y="693"/>
                  </a:lnTo>
                  <a:cubicBezTo>
                    <a:pt x="1834" y="318"/>
                    <a:pt x="1531" y="0"/>
                    <a:pt x="1141" y="0"/>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6" name="Google Shape;16526;p67"/>
            <p:cNvSpPr/>
            <p:nvPr/>
          </p:nvSpPr>
          <p:spPr>
            <a:xfrm>
              <a:off x="1872558" y="3142609"/>
              <a:ext cx="27290" cy="53767"/>
            </a:xfrm>
            <a:custGeom>
              <a:avLst/>
              <a:gdLst/>
              <a:ahLst/>
              <a:cxnLst/>
              <a:rect l="l" t="t" r="r" b="b"/>
              <a:pathLst>
                <a:path w="1041" h="2051" extrusionOk="0">
                  <a:moveTo>
                    <a:pt x="694" y="1"/>
                  </a:moveTo>
                  <a:cubicBezTo>
                    <a:pt x="304" y="1"/>
                    <a:pt x="1" y="304"/>
                    <a:pt x="1" y="679"/>
                  </a:cubicBezTo>
                  <a:lnTo>
                    <a:pt x="1" y="1141"/>
                  </a:lnTo>
                  <a:cubicBezTo>
                    <a:pt x="1" y="1603"/>
                    <a:pt x="347" y="1993"/>
                    <a:pt x="795" y="2051"/>
                  </a:cubicBezTo>
                  <a:cubicBezTo>
                    <a:pt x="722" y="1849"/>
                    <a:pt x="694" y="1647"/>
                    <a:pt x="694" y="1444"/>
                  </a:cubicBezTo>
                  <a:lnTo>
                    <a:pt x="694" y="679"/>
                  </a:lnTo>
                  <a:cubicBezTo>
                    <a:pt x="694" y="304"/>
                    <a:pt x="838" y="1"/>
                    <a:pt x="1040" y="1"/>
                  </a:cubicBezTo>
                  <a:close/>
                </a:path>
              </a:pathLst>
            </a:custGeom>
            <a:solidFill>
              <a:srgbClr val="667A8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7" name="Google Shape;16527;p67"/>
            <p:cNvSpPr/>
            <p:nvPr/>
          </p:nvSpPr>
          <p:spPr>
            <a:xfrm>
              <a:off x="1854391" y="3208855"/>
              <a:ext cx="84045" cy="60190"/>
            </a:xfrm>
            <a:custGeom>
              <a:avLst/>
              <a:gdLst/>
              <a:ahLst/>
              <a:cxnLst/>
              <a:rect l="l" t="t" r="r" b="b"/>
              <a:pathLst>
                <a:path w="3206" h="2296" extrusionOk="0">
                  <a:moveTo>
                    <a:pt x="1372" y="0"/>
                  </a:moveTo>
                  <a:cubicBezTo>
                    <a:pt x="1228" y="0"/>
                    <a:pt x="1083" y="29"/>
                    <a:pt x="939" y="72"/>
                  </a:cubicBezTo>
                  <a:lnTo>
                    <a:pt x="434" y="289"/>
                  </a:lnTo>
                  <a:cubicBezTo>
                    <a:pt x="174" y="390"/>
                    <a:pt x="1" y="635"/>
                    <a:pt x="1" y="924"/>
                  </a:cubicBezTo>
                  <a:lnTo>
                    <a:pt x="1" y="2064"/>
                  </a:lnTo>
                  <a:cubicBezTo>
                    <a:pt x="1" y="2194"/>
                    <a:pt x="102" y="2295"/>
                    <a:pt x="232" y="2295"/>
                  </a:cubicBezTo>
                  <a:lnTo>
                    <a:pt x="2989" y="2295"/>
                  </a:lnTo>
                  <a:cubicBezTo>
                    <a:pt x="3104" y="2295"/>
                    <a:pt x="3205" y="2194"/>
                    <a:pt x="3205" y="2064"/>
                  </a:cubicBezTo>
                  <a:lnTo>
                    <a:pt x="3205" y="924"/>
                  </a:lnTo>
                  <a:cubicBezTo>
                    <a:pt x="3205" y="635"/>
                    <a:pt x="3047" y="390"/>
                    <a:pt x="2787" y="289"/>
                  </a:cubicBezTo>
                  <a:lnTo>
                    <a:pt x="2282" y="72"/>
                  </a:lnTo>
                  <a:cubicBezTo>
                    <a:pt x="2137" y="29"/>
                    <a:pt x="1993" y="0"/>
                    <a:pt x="1849" y="0"/>
                  </a:cubicBezTo>
                  <a:close/>
                </a:path>
              </a:pathLst>
            </a:custGeom>
            <a:solidFill>
              <a:srgbClr val="7288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8" name="Google Shape;16528;p67"/>
            <p:cNvSpPr/>
            <p:nvPr/>
          </p:nvSpPr>
          <p:spPr>
            <a:xfrm>
              <a:off x="1854391" y="3222460"/>
              <a:ext cx="18193" cy="46951"/>
            </a:xfrm>
            <a:custGeom>
              <a:avLst/>
              <a:gdLst/>
              <a:ahLst/>
              <a:cxnLst/>
              <a:rect l="l" t="t" r="r" b="b"/>
              <a:pathLst>
                <a:path w="694" h="1791" extrusionOk="0">
                  <a:moveTo>
                    <a:pt x="145" y="1"/>
                  </a:moveTo>
                  <a:cubicBezTo>
                    <a:pt x="44" y="116"/>
                    <a:pt x="1" y="261"/>
                    <a:pt x="1" y="419"/>
                  </a:cubicBezTo>
                  <a:lnTo>
                    <a:pt x="1" y="1560"/>
                  </a:lnTo>
                  <a:cubicBezTo>
                    <a:pt x="1" y="1675"/>
                    <a:pt x="102" y="1791"/>
                    <a:pt x="232" y="1791"/>
                  </a:cubicBezTo>
                  <a:lnTo>
                    <a:pt x="694" y="1776"/>
                  </a:lnTo>
                  <a:lnTo>
                    <a:pt x="694" y="650"/>
                  </a:lnTo>
                  <a:cubicBezTo>
                    <a:pt x="694" y="506"/>
                    <a:pt x="622" y="362"/>
                    <a:pt x="506" y="289"/>
                  </a:cubicBezTo>
                  <a:lnTo>
                    <a:pt x="145" y="1"/>
                  </a:ln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9" name="Google Shape;16529;p67"/>
            <p:cNvSpPr/>
            <p:nvPr/>
          </p:nvSpPr>
          <p:spPr>
            <a:xfrm>
              <a:off x="1920637" y="3222460"/>
              <a:ext cx="18167" cy="46584"/>
            </a:xfrm>
            <a:custGeom>
              <a:avLst/>
              <a:gdLst/>
              <a:ahLst/>
              <a:cxnLst/>
              <a:rect l="l" t="t" r="r" b="b"/>
              <a:pathLst>
                <a:path w="693" h="1777" extrusionOk="0">
                  <a:moveTo>
                    <a:pt x="549" y="1"/>
                  </a:moveTo>
                  <a:lnTo>
                    <a:pt x="188" y="289"/>
                  </a:lnTo>
                  <a:cubicBezTo>
                    <a:pt x="72" y="362"/>
                    <a:pt x="0" y="506"/>
                    <a:pt x="0" y="650"/>
                  </a:cubicBezTo>
                  <a:lnTo>
                    <a:pt x="0" y="1776"/>
                  </a:lnTo>
                  <a:lnTo>
                    <a:pt x="462" y="1776"/>
                  </a:lnTo>
                  <a:cubicBezTo>
                    <a:pt x="577" y="1776"/>
                    <a:pt x="678" y="1675"/>
                    <a:pt x="693" y="1560"/>
                  </a:cubicBezTo>
                  <a:lnTo>
                    <a:pt x="693" y="419"/>
                  </a:lnTo>
                  <a:cubicBezTo>
                    <a:pt x="693" y="261"/>
                    <a:pt x="635" y="116"/>
                    <a:pt x="549" y="1"/>
                  </a:cubicBezTo>
                  <a:close/>
                </a:path>
              </a:pathLst>
            </a:custGeom>
            <a:solidFill>
              <a:srgbClr val="D1DB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0" name="Google Shape;16530;p67"/>
            <p:cNvSpPr/>
            <p:nvPr/>
          </p:nvSpPr>
          <p:spPr>
            <a:xfrm>
              <a:off x="1946354" y="2997693"/>
              <a:ext cx="117338" cy="24249"/>
            </a:xfrm>
            <a:custGeom>
              <a:avLst/>
              <a:gdLst/>
              <a:ahLst/>
              <a:cxnLst/>
              <a:rect l="l" t="t" r="r" b="b"/>
              <a:pathLst>
                <a:path w="4476" h="925" extrusionOk="0">
                  <a:moveTo>
                    <a:pt x="246" y="0"/>
                  </a:moveTo>
                  <a:cubicBezTo>
                    <a:pt x="102" y="0"/>
                    <a:pt x="1" y="145"/>
                    <a:pt x="73" y="274"/>
                  </a:cubicBezTo>
                  <a:lnTo>
                    <a:pt x="333" y="794"/>
                  </a:lnTo>
                  <a:cubicBezTo>
                    <a:pt x="376" y="881"/>
                    <a:pt x="463" y="924"/>
                    <a:pt x="549" y="924"/>
                  </a:cubicBezTo>
                  <a:lnTo>
                    <a:pt x="3942" y="924"/>
                  </a:lnTo>
                  <a:cubicBezTo>
                    <a:pt x="4028" y="924"/>
                    <a:pt x="4100" y="866"/>
                    <a:pt x="4144" y="794"/>
                  </a:cubicBezTo>
                  <a:lnTo>
                    <a:pt x="4403" y="274"/>
                  </a:lnTo>
                  <a:cubicBezTo>
                    <a:pt x="4476" y="145"/>
                    <a:pt x="4389" y="0"/>
                    <a:pt x="4245" y="0"/>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1" name="Google Shape;16531;p67"/>
            <p:cNvSpPr/>
            <p:nvPr/>
          </p:nvSpPr>
          <p:spPr>
            <a:xfrm>
              <a:off x="1986856" y="3040056"/>
              <a:ext cx="36360" cy="18193"/>
            </a:xfrm>
            <a:custGeom>
              <a:avLst/>
              <a:gdLst/>
              <a:ahLst/>
              <a:cxnLst/>
              <a:rect l="l" t="t" r="r" b="b"/>
              <a:pathLst>
                <a:path w="1387" h="694" extrusionOk="0">
                  <a:moveTo>
                    <a:pt x="231" y="1"/>
                  </a:moveTo>
                  <a:cubicBezTo>
                    <a:pt x="101" y="1"/>
                    <a:pt x="0" y="102"/>
                    <a:pt x="0" y="232"/>
                  </a:cubicBezTo>
                  <a:lnTo>
                    <a:pt x="0" y="463"/>
                  </a:lnTo>
                  <a:cubicBezTo>
                    <a:pt x="0" y="578"/>
                    <a:pt x="101" y="694"/>
                    <a:pt x="231" y="694"/>
                  </a:cubicBezTo>
                  <a:lnTo>
                    <a:pt x="1155" y="694"/>
                  </a:lnTo>
                  <a:cubicBezTo>
                    <a:pt x="1285" y="694"/>
                    <a:pt x="1386" y="578"/>
                    <a:pt x="1386" y="463"/>
                  </a:cubicBezTo>
                  <a:lnTo>
                    <a:pt x="1386" y="232"/>
                  </a:lnTo>
                  <a:cubicBezTo>
                    <a:pt x="1386" y="102"/>
                    <a:pt x="1285" y="1"/>
                    <a:pt x="1155" y="1"/>
                  </a:cubicBezTo>
                  <a:close/>
                </a:path>
              </a:pathLst>
            </a:custGeom>
            <a:solidFill>
              <a:srgbClr val="A9BAC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2" name="Google Shape;16532;p67"/>
            <p:cNvSpPr/>
            <p:nvPr/>
          </p:nvSpPr>
          <p:spPr>
            <a:xfrm>
              <a:off x="1963000" y="3009804"/>
              <a:ext cx="84412" cy="12138"/>
            </a:xfrm>
            <a:custGeom>
              <a:avLst/>
              <a:gdLst/>
              <a:ahLst/>
              <a:cxnLst/>
              <a:rect l="l" t="t" r="r" b="b"/>
              <a:pathLst>
                <a:path w="3220" h="463" extrusionOk="0">
                  <a:moveTo>
                    <a:pt x="232" y="0"/>
                  </a:moveTo>
                  <a:cubicBezTo>
                    <a:pt x="102" y="0"/>
                    <a:pt x="1" y="101"/>
                    <a:pt x="1" y="231"/>
                  </a:cubicBezTo>
                  <a:lnTo>
                    <a:pt x="1" y="462"/>
                  </a:lnTo>
                  <a:lnTo>
                    <a:pt x="3220" y="462"/>
                  </a:lnTo>
                  <a:lnTo>
                    <a:pt x="3220" y="231"/>
                  </a:lnTo>
                  <a:cubicBezTo>
                    <a:pt x="3220" y="101"/>
                    <a:pt x="3119" y="0"/>
                    <a:pt x="2989"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33" name="Google Shape;16533;p67"/>
          <p:cNvGrpSpPr/>
          <p:nvPr/>
        </p:nvGrpSpPr>
        <p:grpSpPr>
          <a:xfrm>
            <a:off x="5147760" y="2438370"/>
            <a:ext cx="289518" cy="357651"/>
            <a:chOff x="5172817" y="2438370"/>
            <a:chExt cx="289518" cy="357651"/>
          </a:xfrm>
        </p:grpSpPr>
        <p:sp>
          <p:nvSpPr>
            <p:cNvPr id="16534" name="Google Shape;16534;p67"/>
            <p:cNvSpPr/>
            <p:nvPr/>
          </p:nvSpPr>
          <p:spPr>
            <a:xfrm>
              <a:off x="5267427" y="2438370"/>
              <a:ext cx="119593" cy="30672"/>
            </a:xfrm>
            <a:custGeom>
              <a:avLst/>
              <a:gdLst/>
              <a:ahLst/>
              <a:cxnLst/>
              <a:rect l="l" t="t" r="r" b="b"/>
              <a:pathLst>
                <a:path w="4562" h="1170" extrusionOk="0">
                  <a:moveTo>
                    <a:pt x="332" y="1"/>
                  </a:moveTo>
                  <a:cubicBezTo>
                    <a:pt x="145" y="1"/>
                    <a:pt x="0" y="145"/>
                    <a:pt x="0" y="333"/>
                  </a:cubicBezTo>
                  <a:lnTo>
                    <a:pt x="0" y="838"/>
                  </a:lnTo>
                  <a:cubicBezTo>
                    <a:pt x="0" y="1011"/>
                    <a:pt x="145" y="1156"/>
                    <a:pt x="332" y="1170"/>
                  </a:cubicBezTo>
                  <a:lnTo>
                    <a:pt x="4215" y="1170"/>
                  </a:lnTo>
                  <a:cubicBezTo>
                    <a:pt x="4403" y="1170"/>
                    <a:pt x="4562" y="1011"/>
                    <a:pt x="4562" y="838"/>
                  </a:cubicBezTo>
                  <a:lnTo>
                    <a:pt x="4562" y="333"/>
                  </a:lnTo>
                  <a:cubicBezTo>
                    <a:pt x="4562" y="145"/>
                    <a:pt x="4418" y="1"/>
                    <a:pt x="4230" y="1"/>
                  </a:cubicBezTo>
                  <a:close/>
                </a:path>
              </a:pathLst>
            </a:custGeom>
            <a:solidFill>
              <a:srgbClr val="EBEF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5" name="Google Shape;16535;p67"/>
            <p:cNvSpPr/>
            <p:nvPr/>
          </p:nvSpPr>
          <p:spPr>
            <a:xfrm>
              <a:off x="5352940" y="2438370"/>
              <a:ext cx="33712" cy="30672"/>
            </a:xfrm>
            <a:custGeom>
              <a:avLst/>
              <a:gdLst/>
              <a:ahLst/>
              <a:cxnLst/>
              <a:rect l="l" t="t" r="r" b="b"/>
              <a:pathLst>
                <a:path w="1286" h="1170" extrusionOk="0">
                  <a:moveTo>
                    <a:pt x="1" y="1"/>
                  </a:moveTo>
                  <a:cubicBezTo>
                    <a:pt x="188" y="1"/>
                    <a:pt x="347" y="145"/>
                    <a:pt x="347" y="333"/>
                  </a:cubicBezTo>
                  <a:lnTo>
                    <a:pt x="347" y="838"/>
                  </a:lnTo>
                  <a:cubicBezTo>
                    <a:pt x="347" y="1026"/>
                    <a:pt x="188" y="1170"/>
                    <a:pt x="1" y="1170"/>
                  </a:cubicBezTo>
                  <a:lnTo>
                    <a:pt x="953" y="1170"/>
                  </a:lnTo>
                  <a:cubicBezTo>
                    <a:pt x="1141" y="1170"/>
                    <a:pt x="1285" y="1026"/>
                    <a:pt x="1285" y="838"/>
                  </a:cubicBezTo>
                  <a:lnTo>
                    <a:pt x="1285" y="347"/>
                  </a:lnTo>
                  <a:cubicBezTo>
                    <a:pt x="1285" y="159"/>
                    <a:pt x="1141" y="1"/>
                    <a:pt x="953" y="1"/>
                  </a:cubicBezTo>
                  <a:close/>
                </a:path>
              </a:pathLst>
            </a:custGeom>
            <a:solidFill>
              <a:srgbClr val="C4CFD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6" name="Google Shape;16536;p67"/>
            <p:cNvSpPr/>
            <p:nvPr/>
          </p:nvSpPr>
          <p:spPr>
            <a:xfrm>
              <a:off x="5172817" y="2469015"/>
              <a:ext cx="281942" cy="327006"/>
            </a:xfrm>
            <a:custGeom>
              <a:avLst/>
              <a:gdLst/>
              <a:ahLst/>
              <a:cxnLst/>
              <a:rect l="l" t="t" r="r" b="b"/>
              <a:pathLst>
                <a:path w="10755" h="12474" extrusionOk="0">
                  <a:moveTo>
                    <a:pt x="4432" y="1"/>
                  </a:moveTo>
                  <a:lnTo>
                    <a:pt x="4432" y="3639"/>
                  </a:lnTo>
                  <a:cubicBezTo>
                    <a:pt x="4432" y="3855"/>
                    <a:pt x="4302" y="4043"/>
                    <a:pt x="4100" y="4129"/>
                  </a:cubicBezTo>
                  <a:cubicBezTo>
                    <a:pt x="881" y="5400"/>
                    <a:pt x="0" y="9543"/>
                    <a:pt x="2426" y="12026"/>
                  </a:cubicBezTo>
                  <a:cubicBezTo>
                    <a:pt x="2700" y="12314"/>
                    <a:pt x="3090" y="12473"/>
                    <a:pt x="3508" y="12473"/>
                  </a:cubicBezTo>
                  <a:lnTo>
                    <a:pt x="8243" y="12473"/>
                  </a:lnTo>
                  <a:cubicBezTo>
                    <a:pt x="8647" y="12473"/>
                    <a:pt x="9037" y="12300"/>
                    <a:pt x="9326" y="12011"/>
                  </a:cubicBezTo>
                  <a:cubicBezTo>
                    <a:pt x="10250" y="11087"/>
                    <a:pt x="10755" y="9831"/>
                    <a:pt x="10726" y="8518"/>
                  </a:cubicBezTo>
                  <a:cubicBezTo>
                    <a:pt x="10668" y="6569"/>
                    <a:pt x="9470" y="4851"/>
                    <a:pt x="7666" y="4129"/>
                  </a:cubicBezTo>
                  <a:cubicBezTo>
                    <a:pt x="7464" y="4043"/>
                    <a:pt x="7319" y="3855"/>
                    <a:pt x="7319" y="3639"/>
                  </a:cubicBezTo>
                  <a:lnTo>
                    <a:pt x="7319" y="1"/>
                  </a:lnTo>
                  <a:close/>
                </a:path>
              </a:pathLst>
            </a:custGeom>
            <a:solidFill>
              <a:srgbClr val="F2F3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7" name="Google Shape;16537;p67"/>
            <p:cNvSpPr/>
            <p:nvPr/>
          </p:nvSpPr>
          <p:spPr>
            <a:xfrm>
              <a:off x="5289002" y="2469015"/>
              <a:ext cx="172967" cy="325092"/>
            </a:xfrm>
            <a:custGeom>
              <a:avLst/>
              <a:gdLst/>
              <a:ahLst/>
              <a:cxnLst/>
              <a:rect l="l" t="t" r="r" b="b"/>
              <a:pathLst>
                <a:path w="6598" h="12401" extrusionOk="0">
                  <a:moveTo>
                    <a:pt x="0" y="1"/>
                  </a:moveTo>
                  <a:lnTo>
                    <a:pt x="0" y="477"/>
                  </a:lnTo>
                  <a:lnTo>
                    <a:pt x="1487" y="477"/>
                  </a:lnTo>
                  <a:cubicBezTo>
                    <a:pt x="1862" y="477"/>
                    <a:pt x="2165" y="780"/>
                    <a:pt x="2165" y="1170"/>
                  </a:cubicBezTo>
                  <a:lnTo>
                    <a:pt x="2165" y="4115"/>
                  </a:lnTo>
                  <a:cubicBezTo>
                    <a:pt x="2180" y="4332"/>
                    <a:pt x="2310" y="4534"/>
                    <a:pt x="2512" y="4620"/>
                  </a:cubicBezTo>
                  <a:cubicBezTo>
                    <a:pt x="5673" y="5862"/>
                    <a:pt x="6597" y="9904"/>
                    <a:pt x="4287" y="12401"/>
                  </a:cubicBezTo>
                  <a:cubicBezTo>
                    <a:pt x="4518" y="12314"/>
                    <a:pt x="4735" y="12184"/>
                    <a:pt x="4908" y="12011"/>
                  </a:cubicBezTo>
                  <a:cubicBezTo>
                    <a:pt x="5818" y="11087"/>
                    <a:pt x="6323" y="9817"/>
                    <a:pt x="6294" y="8518"/>
                  </a:cubicBezTo>
                  <a:cubicBezTo>
                    <a:pt x="6236" y="6569"/>
                    <a:pt x="5038" y="4851"/>
                    <a:pt x="3234" y="4129"/>
                  </a:cubicBezTo>
                  <a:cubicBezTo>
                    <a:pt x="3032" y="4043"/>
                    <a:pt x="2887" y="3855"/>
                    <a:pt x="2887" y="3639"/>
                  </a:cubicBezTo>
                  <a:lnTo>
                    <a:pt x="2887" y="1"/>
                  </a:lnTo>
                  <a:close/>
                </a:path>
              </a:pathLst>
            </a:custGeom>
            <a:solidFill>
              <a:srgbClr val="E9EBE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8" name="Google Shape;16538;p67"/>
            <p:cNvSpPr/>
            <p:nvPr/>
          </p:nvSpPr>
          <p:spPr>
            <a:xfrm>
              <a:off x="5192505" y="2645285"/>
              <a:ext cx="269831" cy="150736"/>
            </a:xfrm>
            <a:custGeom>
              <a:avLst/>
              <a:gdLst/>
              <a:ahLst/>
              <a:cxnLst/>
              <a:rect l="l" t="t" r="r" b="b"/>
              <a:pathLst>
                <a:path w="10293" h="5750" extrusionOk="0">
                  <a:moveTo>
                    <a:pt x="2851" y="1"/>
                  </a:moveTo>
                  <a:cubicBezTo>
                    <a:pt x="1469" y="1"/>
                    <a:pt x="462" y="610"/>
                    <a:pt x="462" y="610"/>
                  </a:cubicBezTo>
                  <a:cubicBezTo>
                    <a:pt x="0" y="2270"/>
                    <a:pt x="462" y="4060"/>
                    <a:pt x="1675" y="5302"/>
                  </a:cubicBezTo>
                  <a:cubicBezTo>
                    <a:pt x="1963" y="5590"/>
                    <a:pt x="2353" y="5749"/>
                    <a:pt x="2757" y="5749"/>
                  </a:cubicBezTo>
                  <a:lnTo>
                    <a:pt x="7492" y="5749"/>
                  </a:lnTo>
                  <a:cubicBezTo>
                    <a:pt x="7911" y="5749"/>
                    <a:pt x="8300" y="5590"/>
                    <a:pt x="8575" y="5302"/>
                  </a:cubicBezTo>
                  <a:cubicBezTo>
                    <a:pt x="9874" y="3988"/>
                    <a:pt x="10293" y="2054"/>
                    <a:pt x="9686" y="307"/>
                  </a:cubicBezTo>
                  <a:lnTo>
                    <a:pt x="9686" y="307"/>
                  </a:lnTo>
                  <a:cubicBezTo>
                    <a:pt x="9686" y="307"/>
                    <a:pt x="8605" y="1156"/>
                    <a:pt x="7116" y="1156"/>
                  </a:cubicBezTo>
                  <a:cubicBezTo>
                    <a:pt x="6505" y="1156"/>
                    <a:pt x="5826" y="1013"/>
                    <a:pt x="5125" y="610"/>
                  </a:cubicBezTo>
                  <a:cubicBezTo>
                    <a:pt x="4326" y="153"/>
                    <a:pt x="3542" y="1"/>
                    <a:pt x="2851" y="1"/>
                  </a:cubicBezTo>
                  <a:close/>
                </a:path>
              </a:pathLst>
            </a:custGeom>
            <a:solidFill>
              <a:srgbClr val="BCC9D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9" name="Google Shape;16539;p67"/>
            <p:cNvSpPr/>
            <p:nvPr/>
          </p:nvSpPr>
          <p:spPr>
            <a:xfrm>
              <a:off x="5404400" y="2653700"/>
              <a:ext cx="51119" cy="140801"/>
            </a:xfrm>
            <a:custGeom>
              <a:avLst/>
              <a:gdLst/>
              <a:ahLst/>
              <a:cxnLst/>
              <a:rect l="l" t="t" r="r" b="b"/>
              <a:pathLst>
                <a:path w="1950" h="5371" extrusionOk="0">
                  <a:moveTo>
                    <a:pt x="1719" y="0"/>
                  </a:moveTo>
                  <a:cubicBezTo>
                    <a:pt x="1488" y="159"/>
                    <a:pt x="1242" y="304"/>
                    <a:pt x="983" y="419"/>
                  </a:cubicBezTo>
                  <a:cubicBezTo>
                    <a:pt x="1603" y="2122"/>
                    <a:pt x="1228" y="4028"/>
                    <a:pt x="1" y="5370"/>
                  </a:cubicBezTo>
                  <a:cubicBezTo>
                    <a:pt x="30" y="5356"/>
                    <a:pt x="59" y="5342"/>
                    <a:pt x="73" y="5342"/>
                  </a:cubicBezTo>
                  <a:cubicBezTo>
                    <a:pt x="160" y="5298"/>
                    <a:pt x="246" y="5255"/>
                    <a:pt x="318" y="5212"/>
                  </a:cubicBezTo>
                  <a:lnTo>
                    <a:pt x="376" y="5168"/>
                  </a:lnTo>
                  <a:lnTo>
                    <a:pt x="405" y="5154"/>
                  </a:lnTo>
                  <a:lnTo>
                    <a:pt x="448" y="5125"/>
                  </a:lnTo>
                  <a:lnTo>
                    <a:pt x="463" y="5111"/>
                  </a:lnTo>
                  <a:cubicBezTo>
                    <a:pt x="477" y="5096"/>
                    <a:pt x="506" y="5082"/>
                    <a:pt x="521" y="5067"/>
                  </a:cubicBezTo>
                  <a:lnTo>
                    <a:pt x="535" y="5053"/>
                  </a:lnTo>
                  <a:lnTo>
                    <a:pt x="593" y="4995"/>
                  </a:lnTo>
                  <a:cubicBezTo>
                    <a:pt x="1488" y="4042"/>
                    <a:pt x="1950" y="2772"/>
                    <a:pt x="1892" y="1473"/>
                  </a:cubicBezTo>
                  <a:lnTo>
                    <a:pt x="1892" y="1372"/>
                  </a:lnTo>
                  <a:lnTo>
                    <a:pt x="1892" y="1343"/>
                  </a:lnTo>
                  <a:cubicBezTo>
                    <a:pt x="1892" y="1328"/>
                    <a:pt x="1892" y="1300"/>
                    <a:pt x="1892" y="1285"/>
                  </a:cubicBezTo>
                  <a:lnTo>
                    <a:pt x="1892" y="1242"/>
                  </a:lnTo>
                  <a:lnTo>
                    <a:pt x="1892" y="1184"/>
                  </a:lnTo>
                  <a:cubicBezTo>
                    <a:pt x="1892" y="1170"/>
                    <a:pt x="1892" y="1155"/>
                    <a:pt x="1892" y="1155"/>
                  </a:cubicBezTo>
                  <a:lnTo>
                    <a:pt x="1892" y="1098"/>
                  </a:lnTo>
                  <a:cubicBezTo>
                    <a:pt x="1892" y="1083"/>
                    <a:pt x="1892" y="1069"/>
                    <a:pt x="1892" y="1054"/>
                  </a:cubicBezTo>
                  <a:lnTo>
                    <a:pt x="1892" y="996"/>
                  </a:lnTo>
                  <a:cubicBezTo>
                    <a:pt x="1892" y="982"/>
                    <a:pt x="1892" y="982"/>
                    <a:pt x="1892" y="968"/>
                  </a:cubicBezTo>
                  <a:lnTo>
                    <a:pt x="1892" y="910"/>
                  </a:lnTo>
                  <a:lnTo>
                    <a:pt x="1892" y="867"/>
                  </a:lnTo>
                  <a:lnTo>
                    <a:pt x="1892" y="809"/>
                  </a:lnTo>
                  <a:lnTo>
                    <a:pt x="1892" y="780"/>
                  </a:lnTo>
                  <a:cubicBezTo>
                    <a:pt x="1878" y="751"/>
                    <a:pt x="1878" y="737"/>
                    <a:pt x="1878" y="722"/>
                  </a:cubicBezTo>
                  <a:lnTo>
                    <a:pt x="1878" y="693"/>
                  </a:lnTo>
                  <a:cubicBezTo>
                    <a:pt x="1878" y="679"/>
                    <a:pt x="1878" y="650"/>
                    <a:pt x="1863" y="621"/>
                  </a:cubicBezTo>
                  <a:cubicBezTo>
                    <a:pt x="1849" y="592"/>
                    <a:pt x="1863" y="607"/>
                    <a:pt x="1863" y="592"/>
                  </a:cubicBezTo>
                  <a:cubicBezTo>
                    <a:pt x="1863" y="592"/>
                    <a:pt x="1863" y="549"/>
                    <a:pt x="1849" y="535"/>
                  </a:cubicBezTo>
                  <a:cubicBezTo>
                    <a:pt x="1834" y="506"/>
                    <a:pt x="1849" y="520"/>
                    <a:pt x="1849" y="506"/>
                  </a:cubicBezTo>
                  <a:lnTo>
                    <a:pt x="1834" y="433"/>
                  </a:lnTo>
                  <a:lnTo>
                    <a:pt x="1834" y="419"/>
                  </a:lnTo>
                  <a:cubicBezTo>
                    <a:pt x="1834" y="405"/>
                    <a:pt x="1820" y="376"/>
                    <a:pt x="1820" y="347"/>
                  </a:cubicBezTo>
                  <a:cubicBezTo>
                    <a:pt x="1820" y="347"/>
                    <a:pt x="1820" y="332"/>
                    <a:pt x="1820" y="332"/>
                  </a:cubicBezTo>
                  <a:cubicBezTo>
                    <a:pt x="1820" y="304"/>
                    <a:pt x="1805" y="289"/>
                    <a:pt x="1791" y="260"/>
                  </a:cubicBezTo>
                  <a:cubicBezTo>
                    <a:pt x="1791" y="246"/>
                    <a:pt x="1791" y="246"/>
                    <a:pt x="1791" y="246"/>
                  </a:cubicBezTo>
                  <a:cubicBezTo>
                    <a:pt x="1791" y="217"/>
                    <a:pt x="1776" y="188"/>
                    <a:pt x="1776" y="159"/>
                  </a:cubicBezTo>
                  <a:lnTo>
                    <a:pt x="1748" y="87"/>
                  </a:lnTo>
                  <a:cubicBezTo>
                    <a:pt x="1748" y="87"/>
                    <a:pt x="1733" y="29"/>
                    <a:pt x="1719" y="0"/>
                  </a:cubicBezTo>
                  <a:close/>
                </a:path>
              </a:pathLst>
            </a:custGeom>
            <a:solidFill>
              <a:srgbClr val="7E93A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0" name="Google Shape;16540;p67"/>
            <p:cNvSpPr/>
            <p:nvPr/>
          </p:nvSpPr>
          <p:spPr>
            <a:xfrm>
              <a:off x="5403273" y="2692288"/>
              <a:ext cx="19320" cy="16515"/>
            </a:xfrm>
            <a:custGeom>
              <a:avLst/>
              <a:gdLst/>
              <a:ahLst/>
              <a:cxnLst/>
              <a:rect l="l" t="t" r="r" b="b"/>
              <a:pathLst>
                <a:path w="737" h="630" extrusionOk="0">
                  <a:moveTo>
                    <a:pt x="419" y="1"/>
                  </a:moveTo>
                  <a:cubicBezTo>
                    <a:pt x="145" y="1"/>
                    <a:pt x="1" y="347"/>
                    <a:pt x="203" y="535"/>
                  </a:cubicBezTo>
                  <a:cubicBezTo>
                    <a:pt x="268" y="601"/>
                    <a:pt x="348" y="630"/>
                    <a:pt x="425" y="630"/>
                  </a:cubicBezTo>
                  <a:cubicBezTo>
                    <a:pt x="585" y="630"/>
                    <a:pt x="737" y="504"/>
                    <a:pt x="737" y="318"/>
                  </a:cubicBezTo>
                  <a:cubicBezTo>
                    <a:pt x="737" y="145"/>
                    <a:pt x="592" y="15"/>
                    <a:pt x="419" y="1"/>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1" name="Google Shape;16541;p67"/>
            <p:cNvSpPr/>
            <p:nvPr/>
          </p:nvSpPr>
          <p:spPr>
            <a:xfrm>
              <a:off x="5363531" y="2752478"/>
              <a:ext cx="16699" cy="14287"/>
            </a:xfrm>
            <a:custGeom>
              <a:avLst/>
              <a:gdLst/>
              <a:ahLst/>
              <a:cxnLst/>
              <a:rect l="l" t="t" r="r" b="b"/>
              <a:pathLst>
                <a:path w="637" h="545" extrusionOk="0">
                  <a:moveTo>
                    <a:pt x="376" y="0"/>
                  </a:moveTo>
                  <a:cubicBezTo>
                    <a:pt x="131" y="0"/>
                    <a:pt x="1" y="303"/>
                    <a:pt x="174" y="462"/>
                  </a:cubicBezTo>
                  <a:cubicBezTo>
                    <a:pt x="231" y="519"/>
                    <a:pt x="301" y="545"/>
                    <a:pt x="369" y="545"/>
                  </a:cubicBezTo>
                  <a:cubicBezTo>
                    <a:pt x="506" y="545"/>
                    <a:pt x="636" y="439"/>
                    <a:pt x="636" y="274"/>
                  </a:cubicBezTo>
                  <a:cubicBezTo>
                    <a:pt x="636" y="130"/>
                    <a:pt x="521" y="0"/>
                    <a:pt x="376" y="0"/>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2" name="Google Shape;16542;p67"/>
            <p:cNvSpPr/>
            <p:nvPr/>
          </p:nvSpPr>
          <p:spPr>
            <a:xfrm>
              <a:off x="5248133" y="2682458"/>
              <a:ext cx="16673" cy="14313"/>
            </a:xfrm>
            <a:custGeom>
              <a:avLst/>
              <a:gdLst/>
              <a:ahLst/>
              <a:cxnLst/>
              <a:rect l="l" t="t" r="r" b="b"/>
              <a:pathLst>
                <a:path w="636" h="546" extrusionOk="0">
                  <a:moveTo>
                    <a:pt x="361" y="1"/>
                  </a:moveTo>
                  <a:cubicBezTo>
                    <a:pt x="116" y="1"/>
                    <a:pt x="0" y="289"/>
                    <a:pt x="159" y="462"/>
                  </a:cubicBezTo>
                  <a:cubicBezTo>
                    <a:pt x="216" y="520"/>
                    <a:pt x="287" y="545"/>
                    <a:pt x="357" y="545"/>
                  </a:cubicBezTo>
                  <a:cubicBezTo>
                    <a:pt x="499" y="545"/>
                    <a:pt x="635" y="439"/>
                    <a:pt x="635" y="275"/>
                  </a:cubicBezTo>
                  <a:cubicBezTo>
                    <a:pt x="635" y="130"/>
                    <a:pt x="505" y="1"/>
                    <a:pt x="361" y="1"/>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3" name="Google Shape;16543;p67"/>
            <p:cNvSpPr/>
            <p:nvPr/>
          </p:nvSpPr>
          <p:spPr>
            <a:xfrm>
              <a:off x="5271202" y="2752478"/>
              <a:ext cx="16673" cy="14287"/>
            </a:xfrm>
            <a:custGeom>
              <a:avLst/>
              <a:gdLst/>
              <a:ahLst/>
              <a:cxnLst/>
              <a:rect l="l" t="t" r="r" b="b"/>
              <a:pathLst>
                <a:path w="636" h="545" extrusionOk="0">
                  <a:moveTo>
                    <a:pt x="376" y="0"/>
                  </a:moveTo>
                  <a:cubicBezTo>
                    <a:pt x="131" y="0"/>
                    <a:pt x="1" y="303"/>
                    <a:pt x="174" y="462"/>
                  </a:cubicBezTo>
                  <a:cubicBezTo>
                    <a:pt x="231" y="519"/>
                    <a:pt x="301" y="545"/>
                    <a:pt x="369" y="545"/>
                  </a:cubicBezTo>
                  <a:cubicBezTo>
                    <a:pt x="506" y="545"/>
                    <a:pt x="636" y="439"/>
                    <a:pt x="636" y="274"/>
                  </a:cubicBezTo>
                  <a:cubicBezTo>
                    <a:pt x="636" y="130"/>
                    <a:pt x="520" y="0"/>
                    <a:pt x="376" y="0"/>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4" name="Google Shape;16544;p67"/>
            <p:cNvSpPr/>
            <p:nvPr/>
          </p:nvSpPr>
          <p:spPr>
            <a:xfrm>
              <a:off x="5312831" y="2697584"/>
              <a:ext cx="20081" cy="17145"/>
            </a:xfrm>
            <a:custGeom>
              <a:avLst/>
              <a:gdLst/>
              <a:ahLst/>
              <a:cxnLst/>
              <a:rect l="l" t="t" r="r" b="b"/>
              <a:pathLst>
                <a:path w="766" h="654" extrusionOk="0">
                  <a:moveTo>
                    <a:pt x="434" y="1"/>
                  </a:moveTo>
                  <a:cubicBezTo>
                    <a:pt x="145" y="1"/>
                    <a:pt x="1" y="347"/>
                    <a:pt x="203" y="549"/>
                  </a:cubicBezTo>
                  <a:cubicBezTo>
                    <a:pt x="270" y="622"/>
                    <a:pt x="355" y="654"/>
                    <a:pt x="438" y="654"/>
                  </a:cubicBezTo>
                  <a:cubicBezTo>
                    <a:pt x="605" y="654"/>
                    <a:pt x="766" y="525"/>
                    <a:pt x="766" y="333"/>
                  </a:cubicBezTo>
                  <a:cubicBezTo>
                    <a:pt x="766" y="145"/>
                    <a:pt x="621" y="1"/>
                    <a:pt x="434" y="1"/>
                  </a:cubicBezTo>
                  <a:close/>
                </a:path>
              </a:pathLst>
            </a:custGeom>
            <a:solidFill>
              <a:srgbClr val="596F8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45" name="Google Shape;16545;p67"/>
          <p:cNvGrpSpPr/>
          <p:nvPr/>
        </p:nvGrpSpPr>
        <p:grpSpPr>
          <a:xfrm>
            <a:off x="3209449" y="2484534"/>
            <a:ext cx="388297" cy="293320"/>
            <a:chOff x="3234506" y="2484534"/>
            <a:chExt cx="388297" cy="293320"/>
          </a:xfrm>
        </p:grpSpPr>
        <p:sp>
          <p:nvSpPr>
            <p:cNvPr id="16546" name="Google Shape;16546;p67"/>
            <p:cNvSpPr/>
            <p:nvPr/>
          </p:nvSpPr>
          <p:spPr>
            <a:xfrm>
              <a:off x="3531208" y="2527684"/>
              <a:ext cx="91595" cy="250170"/>
            </a:xfrm>
            <a:custGeom>
              <a:avLst/>
              <a:gdLst/>
              <a:ahLst/>
              <a:cxnLst/>
              <a:rect l="l" t="t" r="r" b="b"/>
              <a:pathLst>
                <a:path w="3494" h="9543" extrusionOk="0">
                  <a:moveTo>
                    <a:pt x="246" y="0"/>
                  </a:moveTo>
                  <a:cubicBezTo>
                    <a:pt x="116" y="0"/>
                    <a:pt x="15" y="116"/>
                    <a:pt x="15" y="246"/>
                  </a:cubicBezTo>
                  <a:lnTo>
                    <a:pt x="15" y="7767"/>
                  </a:lnTo>
                  <a:cubicBezTo>
                    <a:pt x="0" y="8719"/>
                    <a:pt x="765" y="9513"/>
                    <a:pt x="1718" y="9542"/>
                  </a:cubicBezTo>
                  <a:lnTo>
                    <a:pt x="1747" y="9542"/>
                  </a:lnTo>
                  <a:cubicBezTo>
                    <a:pt x="2714" y="9542"/>
                    <a:pt x="3494" y="8748"/>
                    <a:pt x="3494" y="7796"/>
                  </a:cubicBezTo>
                  <a:lnTo>
                    <a:pt x="3494" y="1242"/>
                  </a:lnTo>
                  <a:cubicBezTo>
                    <a:pt x="3494" y="563"/>
                    <a:pt x="2945" y="0"/>
                    <a:pt x="2252"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7" name="Google Shape;16547;p67"/>
            <p:cNvSpPr/>
            <p:nvPr/>
          </p:nvSpPr>
          <p:spPr>
            <a:xfrm>
              <a:off x="3520984" y="2527684"/>
              <a:ext cx="70413" cy="157814"/>
            </a:xfrm>
            <a:custGeom>
              <a:avLst/>
              <a:gdLst/>
              <a:ahLst/>
              <a:cxnLst/>
              <a:rect l="l" t="t" r="r" b="b"/>
              <a:pathLst>
                <a:path w="2686" h="6020" extrusionOk="0">
                  <a:moveTo>
                    <a:pt x="1" y="0"/>
                  </a:moveTo>
                  <a:lnTo>
                    <a:pt x="1" y="6020"/>
                  </a:lnTo>
                  <a:lnTo>
                    <a:pt x="1285" y="6020"/>
                  </a:lnTo>
                  <a:cubicBezTo>
                    <a:pt x="1415" y="6020"/>
                    <a:pt x="1516" y="5905"/>
                    <a:pt x="1516" y="5775"/>
                  </a:cubicBezTo>
                  <a:lnTo>
                    <a:pt x="1516" y="1256"/>
                  </a:lnTo>
                  <a:cubicBezTo>
                    <a:pt x="1516" y="592"/>
                    <a:pt x="2022" y="44"/>
                    <a:pt x="2686" y="15"/>
                  </a:cubicBezTo>
                  <a:lnTo>
                    <a:pt x="2642" y="0"/>
                  </a:lnTo>
                  <a:close/>
                </a:path>
              </a:pathLst>
            </a:custGeom>
            <a:solidFill>
              <a:srgbClr val="EFF2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8" name="Google Shape;16548;p67"/>
            <p:cNvSpPr/>
            <p:nvPr/>
          </p:nvSpPr>
          <p:spPr>
            <a:xfrm>
              <a:off x="3234506" y="2576130"/>
              <a:ext cx="340244" cy="201724"/>
            </a:xfrm>
            <a:custGeom>
              <a:avLst/>
              <a:gdLst/>
              <a:ahLst/>
              <a:cxnLst/>
              <a:rect l="l" t="t" r="r" b="b"/>
              <a:pathLst>
                <a:path w="12979" h="7695" extrusionOk="0">
                  <a:moveTo>
                    <a:pt x="1" y="0"/>
                  </a:moveTo>
                  <a:lnTo>
                    <a:pt x="1" y="5948"/>
                  </a:lnTo>
                  <a:cubicBezTo>
                    <a:pt x="1" y="6900"/>
                    <a:pt x="780" y="7680"/>
                    <a:pt x="1748" y="7694"/>
                  </a:cubicBezTo>
                  <a:lnTo>
                    <a:pt x="12978" y="7694"/>
                  </a:lnTo>
                  <a:cubicBezTo>
                    <a:pt x="12040" y="7622"/>
                    <a:pt x="11318" y="6857"/>
                    <a:pt x="11333" y="5919"/>
                  </a:cubicBezTo>
                  <a:lnTo>
                    <a:pt x="11333" y="0"/>
                  </a:lnTo>
                  <a:close/>
                </a:path>
              </a:pathLst>
            </a:custGeom>
            <a:solidFill>
              <a:srgbClr val="F8F9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9" name="Google Shape;16549;p67"/>
            <p:cNvSpPr/>
            <p:nvPr/>
          </p:nvSpPr>
          <p:spPr>
            <a:xfrm>
              <a:off x="3234506" y="2484534"/>
              <a:ext cx="297095" cy="105227"/>
            </a:xfrm>
            <a:custGeom>
              <a:avLst/>
              <a:gdLst/>
              <a:ahLst/>
              <a:cxnLst/>
              <a:rect l="l" t="t" r="r" b="b"/>
              <a:pathLst>
                <a:path w="11333" h="4014" extrusionOk="0">
                  <a:moveTo>
                    <a:pt x="232" y="1"/>
                  </a:moveTo>
                  <a:cubicBezTo>
                    <a:pt x="102" y="1"/>
                    <a:pt x="1" y="102"/>
                    <a:pt x="1" y="232"/>
                  </a:cubicBezTo>
                  <a:lnTo>
                    <a:pt x="1" y="4014"/>
                  </a:lnTo>
                  <a:lnTo>
                    <a:pt x="11333" y="4014"/>
                  </a:lnTo>
                  <a:lnTo>
                    <a:pt x="11333" y="232"/>
                  </a:lnTo>
                  <a:cubicBezTo>
                    <a:pt x="11333" y="102"/>
                    <a:pt x="11217" y="1"/>
                    <a:pt x="11087" y="1"/>
                  </a:cubicBezTo>
                  <a:close/>
                </a:path>
              </a:pathLst>
            </a:custGeom>
            <a:solidFill>
              <a:srgbClr val="9CAB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0" name="Google Shape;16550;p67"/>
            <p:cNvSpPr/>
            <p:nvPr/>
          </p:nvSpPr>
          <p:spPr>
            <a:xfrm>
              <a:off x="3268192" y="2507971"/>
              <a:ext cx="51879" cy="58486"/>
            </a:xfrm>
            <a:custGeom>
              <a:avLst/>
              <a:gdLst/>
              <a:ahLst/>
              <a:cxnLst/>
              <a:rect l="l" t="t" r="r" b="b"/>
              <a:pathLst>
                <a:path w="1979" h="2231" extrusionOk="0">
                  <a:moveTo>
                    <a:pt x="226" y="1"/>
                  </a:moveTo>
                  <a:cubicBezTo>
                    <a:pt x="110" y="1"/>
                    <a:pt x="1" y="92"/>
                    <a:pt x="1" y="233"/>
                  </a:cubicBezTo>
                  <a:lnTo>
                    <a:pt x="1" y="1994"/>
                  </a:lnTo>
                  <a:cubicBezTo>
                    <a:pt x="8" y="2138"/>
                    <a:pt x="116" y="2210"/>
                    <a:pt x="226" y="2210"/>
                  </a:cubicBezTo>
                  <a:cubicBezTo>
                    <a:pt x="336" y="2210"/>
                    <a:pt x="448" y="2138"/>
                    <a:pt x="463" y="1994"/>
                  </a:cubicBezTo>
                  <a:lnTo>
                    <a:pt x="463" y="882"/>
                  </a:lnTo>
                  <a:lnTo>
                    <a:pt x="1560" y="2153"/>
                  </a:lnTo>
                  <a:cubicBezTo>
                    <a:pt x="1608" y="2206"/>
                    <a:pt x="1672" y="2230"/>
                    <a:pt x="1735" y="2230"/>
                  </a:cubicBezTo>
                  <a:cubicBezTo>
                    <a:pt x="1858" y="2230"/>
                    <a:pt x="1978" y="2137"/>
                    <a:pt x="1978" y="1994"/>
                  </a:cubicBezTo>
                  <a:lnTo>
                    <a:pt x="1978" y="233"/>
                  </a:lnTo>
                  <a:cubicBezTo>
                    <a:pt x="1964" y="103"/>
                    <a:pt x="1863" y="2"/>
                    <a:pt x="1747" y="2"/>
                  </a:cubicBezTo>
                  <a:cubicBezTo>
                    <a:pt x="1603" y="2"/>
                    <a:pt x="1502" y="103"/>
                    <a:pt x="1502" y="233"/>
                  </a:cubicBezTo>
                  <a:lnTo>
                    <a:pt x="1502" y="1359"/>
                  </a:lnTo>
                  <a:lnTo>
                    <a:pt x="405" y="88"/>
                  </a:lnTo>
                  <a:cubicBezTo>
                    <a:pt x="354" y="28"/>
                    <a:pt x="289" y="1"/>
                    <a:pt x="226"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1" name="Google Shape;16551;p67"/>
            <p:cNvSpPr/>
            <p:nvPr/>
          </p:nvSpPr>
          <p:spPr>
            <a:xfrm>
              <a:off x="3327229" y="2507997"/>
              <a:ext cx="46951" cy="58695"/>
            </a:xfrm>
            <a:custGeom>
              <a:avLst/>
              <a:gdLst/>
              <a:ahLst/>
              <a:cxnLst/>
              <a:rect l="l" t="t" r="r" b="b"/>
              <a:pathLst>
                <a:path w="1791" h="2239" extrusionOk="0">
                  <a:moveTo>
                    <a:pt x="232" y="1"/>
                  </a:moveTo>
                  <a:cubicBezTo>
                    <a:pt x="102" y="1"/>
                    <a:pt x="1" y="102"/>
                    <a:pt x="1" y="246"/>
                  </a:cubicBezTo>
                  <a:lnTo>
                    <a:pt x="1" y="2007"/>
                  </a:lnTo>
                  <a:cubicBezTo>
                    <a:pt x="1" y="2137"/>
                    <a:pt x="102" y="2238"/>
                    <a:pt x="232" y="2238"/>
                  </a:cubicBezTo>
                  <a:lnTo>
                    <a:pt x="1502" y="2238"/>
                  </a:lnTo>
                  <a:cubicBezTo>
                    <a:pt x="1791" y="2209"/>
                    <a:pt x="1791" y="1791"/>
                    <a:pt x="1502" y="1762"/>
                  </a:cubicBezTo>
                  <a:lnTo>
                    <a:pt x="477" y="1762"/>
                  </a:lnTo>
                  <a:lnTo>
                    <a:pt x="477" y="1228"/>
                  </a:lnTo>
                  <a:lnTo>
                    <a:pt x="997" y="1228"/>
                  </a:lnTo>
                  <a:cubicBezTo>
                    <a:pt x="1285" y="1199"/>
                    <a:pt x="1285" y="780"/>
                    <a:pt x="997" y="751"/>
                  </a:cubicBezTo>
                  <a:lnTo>
                    <a:pt x="477" y="751"/>
                  </a:lnTo>
                  <a:lnTo>
                    <a:pt x="477" y="463"/>
                  </a:lnTo>
                  <a:lnTo>
                    <a:pt x="1502" y="463"/>
                  </a:lnTo>
                  <a:lnTo>
                    <a:pt x="1502" y="477"/>
                  </a:lnTo>
                  <a:cubicBezTo>
                    <a:pt x="1791" y="448"/>
                    <a:pt x="1791" y="30"/>
                    <a:pt x="1502"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2" name="Google Shape;16552;p67"/>
            <p:cNvSpPr/>
            <p:nvPr/>
          </p:nvSpPr>
          <p:spPr>
            <a:xfrm>
              <a:off x="3379292" y="2508049"/>
              <a:ext cx="66796" cy="58643"/>
            </a:xfrm>
            <a:custGeom>
              <a:avLst/>
              <a:gdLst/>
              <a:ahLst/>
              <a:cxnLst/>
              <a:rect l="l" t="t" r="r" b="b"/>
              <a:pathLst>
                <a:path w="2548" h="2237" extrusionOk="0">
                  <a:moveTo>
                    <a:pt x="2269" y="1"/>
                  </a:moveTo>
                  <a:cubicBezTo>
                    <a:pt x="2168" y="1"/>
                    <a:pt x="2080" y="68"/>
                    <a:pt x="2057" y="172"/>
                  </a:cubicBezTo>
                  <a:lnTo>
                    <a:pt x="1739" y="1269"/>
                  </a:lnTo>
                  <a:lnTo>
                    <a:pt x="1494" y="648"/>
                  </a:lnTo>
                  <a:cubicBezTo>
                    <a:pt x="1450" y="547"/>
                    <a:pt x="1360" y="497"/>
                    <a:pt x="1272" y="497"/>
                  </a:cubicBezTo>
                  <a:cubicBezTo>
                    <a:pt x="1183" y="497"/>
                    <a:pt x="1097" y="547"/>
                    <a:pt x="1061" y="648"/>
                  </a:cubicBezTo>
                  <a:lnTo>
                    <a:pt x="801" y="1269"/>
                  </a:lnTo>
                  <a:lnTo>
                    <a:pt x="498" y="172"/>
                  </a:lnTo>
                  <a:cubicBezTo>
                    <a:pt x="458" y="64"/>
                    <a:pt x="368" y="16"/>
                    <a:pt x="278" y="16"/>
                  </a:cubicBezTo>
                  <a:cubicBezTo>
                    <a:pt x="140" y="16"/>
                    <a:pt x="1" y="127"/>
                    <a:pt x="36" y="302"/>
                  </a:cubicBezTo>
                  <a:lnTo>
                    <a:pt x="541" y="2063"/>
                  </a:lnTo>
                  <a:cubicBezTo>
                    <a:pt x="571" y="2175"/>
                    <a:pt x="666" y="2233"/>
                    <a:pt x="763" y="2233"/>
                  </a:cubicBezTo>
                  <a:cubicBezTo>
                    <a:pt x="854" y="2233"/>
                    <a:pt x="946" y="2182"/>
                    <a:pt x="988" y="2078"/>
                  </a:cubicBezTo>
                  <a:lnTo>
                    <a:pt x="1277" y="1370"/>
                  </a:lnTo>
                  <a:lnTo>
                    <a:pt x="1566" y="2078"/>
                  </a:lnTo>
                  <a:cubicBezTo>
                    <a:pt x="1595" y="2179"/>
                    <a:pt x="1681" y="2236"/>
                    <a:pt x="1782" y="2236"/>
                  </a:cubicBezTo>
                  <a:lnTo>
                    <a:pt x="1797" y="2236"/>
                  </a:lnTo>
                  <a:cubicBezTo>
                    <a:pt x="1883" y="2222"/>
                    <a:pt x="1970" y="2164"/>
                    <a:pt x="1999" y="2063"/>
                  </a:cubicBezTo>
                  <a:lnTo>
                    <a:pt x="2504" y="302"/>
                  </a:lnTo>
                  <a:cubicBezTo>
                    <a:pt x="2547" y="172"/>
                    <a:pt x="2475" y="42"/>
                    <a:pt x="2345" y="13"/>
                  </a:cubicBezTo>
                  <a:cubicBezTo>
                    <a:pt x="2320" y="5"/>
                    <a:pt x="2294" y="1"/>
                    <a:pt x="2269"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3" name="Google Shape;16553;p67"/>
            <p:cNvSpPr/>
            <p:nvPr/>
          </p:nvSpPr>
          <p:spPr>
            <a:xfrm>
              <a:off x="3450072" y="2507971"/>
              <a:ext cx="50647" cy="58748"/>
            </a:xfrm>
            <a:custGeom>
              <a:avLst/>
              <a:gdLst/>
              <a:ahLst/>
              <a:cxnLst/>
              <a:rect l="l" t="t" r="r" b="b"/>
              <a:pathLst>
                <a:path w="1932" h="2241" extrusionOk="0">
                  <a:moveTo>
                    <a:pt x="1621" y="1"/>
                  </a:moveTo>
                  <a:cubicBezTo>
                    <a:pt x="1613" y="1"/>
                    <a:pt x="1603" y="1"/>
                    <a:pt x="1594" y="2"/>
                  </a:cubicBezTo>
                  <a:lnTo>
                    <a:pt x="338" y="2"/>
                  </a:lnTo>
                  <a:cubicBezTo>
                    <a:pt x="208" y="2"/>
                    <a:pt x="107" y="103"/>
                    <a:pt x="107" y="233"/>
                  </a:cubicBezTo>
                  <a:lnTo>
                    <a:pt x="107" y="1243"/>
                  </a:lnTo>
                  <a:cubicBezTo>
                    <a:pt x="107" y="1373"/>
                    <a:pt x="208" y="1474"/>
                    <a:pt x="338" y="1474"/>
                  </a:cubicBezTo>
                  <a:lnTo>
                    <a:pt x="1363" y="1474"/>
                  </a:lnTo>
                  <a:lnTo>
                    <a:pt x="1363" y="1763"/>
                  </a:lnTo>
                  <a:lnTo>
                    <a:pt x="338" y="1763"/>
                  </a:lnTo>
                  <a:cubicBezTo>
                    <a:pt x="329" y="1762"/>
                    <a:pt x="320" y="1762"/>
                    <a:pt x="312" y="1762"/>
                  </a:cubicBezTo>
                  <a:cubicBezTo>
                    <a:pt x="1" y="1762"/>
                    <a:pt x="1" y="2240"/>
                    <a:pt x="312" y="2240"/>
                  </a:cubicBezTo>
                  <a:cubicBezTo>
                    <a:pt x="320" y="2240"/>
                    <a:pt x="329" y="2240"/>
                    <a:pt x="338" y="2239"/>
                  </a:cubicBezTo>
                  <a:lnTo>
                    <a:pt x="1594" y="2239"/>
                  </a:lnTo>
                  <a:cubicBezTo>
                    <a:pt x="1724" y="2239"/>
                    <a:pt x="1839" y="2124"/>
                    <a:pt x="1839" y="1994"/>
                  </a:cubicBezTo>
                  <a:lnTo>
                    <a:pt x="1839" y="1243"/>
                  </a:lnTo>
                  <a:cubicBezTo>
                    <a:pt x="1839" y="1121"/>
                    <a:pt x="1737" y="1011"/>
                    <a:pt x="1616" y="1011"/>
                  </a:cubicBezTo>
                  <a:cubicBezTo>
                    <a:pt x="1609" y="1011"/>
                    <a:pt x="1601" y="1011"/>
                    <a:pt x="1594" y="1012"/>
                  </a:cubicBezTo>
                  <a:lnTo>
                    <a:pt x="584" y="1012"/>
                  </a:lnTo>
                  <a:lnTo>
                    <a:pt x="584" y="464"/>
                  </a:lnTo>
                  <a:lnTo>
                    <a:pt x="1594" y="464"/>
                  </a:lnTo>
                  <a:cubicBezTo>
                    <a:pt x="1603" y="465"/>
                    <a:pt x="1613" y="465"/>
                    <a:pt x="1621" y="465"/>
                  </a:cubicBezTo>
                  <a:cubicBezTo>
                    <a:pt x="1931" y="465"/>
                    <a:pt x="1931" y="1"/>
                    <a:pt x="1621" y="1"/>
                  </a:cubicBezTo>
                  <a:close/>
                </a:path>
              </a:pathLst>
            </a:custGeom>
            <a:solidFill>
              <a:srgbClr val="E6EBE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4" name="Google Shape;16554;p67"/>
            <p:cNvSpPr/>
            <p:nvPr/>
          </p:nvSpPr>
          <p:spPr>
            <a:xfrm>
              <a:off x="3271233" y="2606775"/>
              <a:ext cx="91595" cy="78724"/>
            </a:xfrm>
            <a:custGeom>
              <a:avLst/>
              <a:gdLst/>
              <a:ahLst/>
              <a:cxnLst/>
              <a:rect l="l" t="t" r="r" b="b"/>
              <a:pathLst>
                <a:path w="3494" h="3003" extrusionOk="0">
                  <a:moveTo>
                    <a:pt x="231" y="0"/>
                  </a:moveTo>
                  <a:cubicBezTo>
                    <a:pt x="101" y="0"/>
                    <a:pt x="0" y="101"/>
                    <a:pt x="0" y="231"/>
                  </a:cubicBezTo>
                  <a:lnTo>
                    <a:pt x="0" y="2758"/>
                  </a:lnTo>
                  <a:cubicBezTo>
                    <a:pt x="0" y="2888"/>
                    <a:pt x="101" y="3003"/>
                    <a:pt x="231" y="3003"/>
                  </a:cubicBezTo>
                  <a:lnTo>
                    <a:pt x="3248" y="3003"/>
                  </a:lnTo>
                  <a:cubicBezTo>
                    <a:pt x="3378" y="3003"/>
                    <a:pt x="3479" y="2888"/>
                    <a:pt x="3479" y="2758"/>
                  </a:cubicBezTo>
                  <a:lnTo>
                    <a:pt x="3479" y="246"/>
                  </a:lnTo>
                  <a:cubicBezTo>
                    <a:pt x="3494" y="116"/>
                    <a:pt x="3378" y="0"/>
                    <a:pt x="3248"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5" name="Google Shape;16555;p67"/>
            <p:cNvSpPr/>
            <p:nvPr/>
          </p:nvSpPr>
          <p:spPr>
            <a:xfrm>
              <a:off x="3395361" y="2640068"/>
              <a:ext cx="107482" cy="12138"/>
            </a:xfrm>
            <a:custGeom>
              <a:avLst/>
              <a:gdLst/>
              <a:ahLst/>
              <a:cxnLst/>
              <a:rect l="l" t="t" r="r" b="b"/>
              <a:pathLst>
                <a:path w="4100" h="463" extrusionOk="0">
                  <a:moveTo>
                    <a:pt x="289" y="1"/>
                  </a:moveTo>
                  <a:cubicBezTo>
                    <a:pt x="0" y="15"/>
                    <a:pt x="0" y="448"/>
                    <a:pt x="289" y="463"/>
                  </a:cubicBezTo>
                  <a:lnTo>
                    <a:pt x="3811" y="463"/>
                  </a:lnTo>
                  <a:cubicBezTo>
                    <a:pt x="4100" y="448"/>
                    <a:pt x="4100" y="15"/>
                    <a:pt x="3811" y="1"/>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6" name="Google Shape;16556;p67"/>
            <p:cNvSpPr/>
            <p:nvPr/>
          </p:nvSpPr>
          <p:spPr>
            <a:xfrm>
              <a:off x="3395361" y="2607142"/>
              <a:ext cx="107482" cy="12138"/>
            </a:xfrm>
            <a:custGeom>
              <a:avLst/>
              <a:gdLst/>
              <a:ahLst/>
              <a:cxnLst/>
              <a:rect l="l" t="t" r="r" b="b"/>
              <a:pathLst>
                <a:path w="4100" h="463" extrusionOk="0">
                  <a:moveTo>
                    <a:pt x="289" y="1"/>
                  </a:moveTo>
                  <a:cubicBezTo>
                    <a:pt x="0" y="15"/>
                    <a:pt x="0" y="448"/>
                    <a:pt x="289" y="463"/>
                  </a:cubicBezTo>
                  <a:lnTo>
                    <a:pt x="3811" y="463"/>
                  </a:lnTo>
                  <a:cubicBezTo>
                    <a:pt x="4100" y="448"/>
                    <a:pt x="4100" y="15"/>
                    <a:pt x="3811" y="1"/>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7" name="Google Shape;16557;p67"/>
            <p:cNvSpPr/>
            <p:nvPr/>
          </p:nvSpPr>
          <p:spPr>
            <a:xfrm>
              <a:off x="3394077" y="2672968"/>
              <a:ext cx="108766" cy="12583"/>
            </a:xfrm>
            <a:custGeom>
              <a:avLst/>
              <a:gdLst/>
              <a:ahLst/>
              <a:cxnLst/>
              <a:rect l="l" t="t" r="r" b="b"/>
              <a:pathLst>
                <a:path w="4149" h="480" extrusionOk="0">
                  <a:moveTo>
                    <a:pt x="311" y="1"/>
                  </a:moveTo>
                  <a:cubicBezTo>
                    <a:pt x="0" y="1"/>
                    <a:pt x="0" y="479"/>
                    <a:pt x="311" y="479"/>
                  </a:cubicBezTo>
                  <a:cubicBezTo>
                    <a:pt x="320" y="479"/>
                    <a:pt x="329" y="479"/>
                    <a:pt x="338" y="478"/>
                  </a:cubicBezTo>
                  <a:lnTo>
                    <a:pt x="3860" y="478"/>
                  </a:lnTo>
                  <a:cubicBezTo>
                    <a:pt x="4149" y="449"/>
                    <a:pt x="4149" y="31"/>
                    <a:pt x="3860" y="2"/>
                  </a:cubicBezTo>
                  <a:lnTo>
                    <a:pt x="338" y="2"/>
                  </a:lnTo>
                  <a:cubicBezTo>
                    <a:pt x="329" y="1"/>
                    <a:pt x="320" y="1"/>
                    <a:pt x="311" y="1"/>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8" name="Google Shape;16558;p67"/>
            <p:cNvSpPr/>
            <p:nvPr/>
          </p:nvSpPr>
          <p:spPr>
            <a:xfrm>
              <a:off x="3395361" y="2705920"/>
              <a:ext cx="107482" cy="12505"/>
            </a:xfrm>
            <a:custGeom>
              <a:avLst/>
              <a:gdLst/>
              <a:ahLst/>
              <a:cxnLst/>
              <a:rect l="l" t="t" r="r" b="b"/>
              <a:pathLst>
                <a:path w="4100" h="477" extrusionOk="0">
                  <a:moveTo>
                    <a:pt x="289" y="1"/>
                  </a:moveTo>
                  <a:cubicBezTo>
                    <a:pt x="0" y="29"/>
                    <a:pt x="0" y="448"/>
                    <a:pt x="289" y="477"/>
                  </a:cubicBezTo>
                  <a:lnTo>
                    <a:pt x="3811" y="477"/>
                  </a:lnTo>
                  <a:cubicBezTo>
                    <a:pt x="4100" y="448"/>
                    <a:pt x="4100" y="29"/>
                    <a:pt x="3811" y="1"/>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59" name="Google Shape;16559;p67"/>
            <p:cNvSpPr/>
            <p:nvPr/>
          </p:nvSpPr>
          <p:spPr>
            <a:xfrm>
              <a:off x="3262006" y="2705894"/>
              <a:ext cx="110051" cy="12583"/>
            </a:xfrm>
            <a:custGeom>
              <a:avLst/>
              <a:gdLst/>
              <a:ahLst/>
              <a:cxnLst/>
              <a:rect l="l" t="t" r="r" b="b"/>
              <a:pathLst>
                <a:path w="4198" h="480" extrusionOk="0">
                  <a:moveTo>
                    <a:pt x="311" y="0"/>
                  </a:moveTo>
                  <a:cubicBezTo>
                    <a:pt x="0" y="0"/>
                    <a:pt x="0" y="479"/>
                    <a:pt x="311" y="479"/>
                  </a:cubicBezTo>
                  <a:cubicBezTo>
                    <a:pt x="320" y="479"/>
                    <a:pt x="329" y="479"/>
                    <a:pt x="338" y="478"/>
                  </a:cubicBezTo>
                  <a:lnTo>
                    <a:pt x="3860" y="478"/>
                  </a:lnTo>
                  <a:cubicBezTo>
                    <a:pt x="3869" y="479"/>
                    <a:pt x="3878" y="479"/>
                    <a:pt x="3887" y="479"/>
                  </a:cubicBezTo>
                  <a:cubicBezTo>
                    <a:pt x="4198" y="479"/>
                    <a:pt x="4198" y="0"/>
                    <a:pt x="3887" y="0"/>
                  </a:cubicBezTo>
                  <a:cubicBezTo>
                    <a:pt x="3878" y="0"/>
                    <a:pt x="3869" y="1"/>
                    <a:pt x="3860" y="2"/>
                  </a:cubicBezTo>
                  <a:lnTo>
                    <a:pt x="338" y="2"/>
                  </a:lnTo>
                  <a:cubicBezTo>
                    <a:pt x="329" y="1"/>
                    <a:pt x="320" y="0"/>
                    <a:pt x="311"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0" name="Google Shape;16560;p67"/>
            <p:cNvSpPr/>
            <p:nvPr/>
          </p:nvSpPr>
          <p:spPr>
            <a:xfrm>
              <a:off x="3263290" y="2738846"/>
              <a:ext cx="107481" cy="12505"/>
            </a:xfrm>
            <a:custGeom>
              <a:avLst/>
              <a:gdLst/>
              <a:ahLst/>
              <a:cxnLst/>
              <a:rect l="l" t="t" r="r" b="b"/>
              <a:pathLst>
                <a:path w="4100" h="477" extrusionOk="0">
                  <a:moveTo>
                    <a:pt x="289" y="0"/>
                  </a:moveTo>
                  <a:cubicBezTo>
                    <a:pt x="0" y="29"/>
                    <a:pt x="0" y="448"/>
                    <a:pt x="289" y="477"/>
                  </a:cubicBezTo>
                  <a:lnTo>
                    <a:pt x="3811" y="477"/>
                  </a:lnTo>
                  <a:cubicBezTo>
                    <a:pt x="4100" y="448"/>
                    <a:pt x="4100" y="29"/>
                    <a:pt x="3811"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1" name="Google Shape;16561;p67"/>
            <p:cNvSpPr/>
            <p:nvPr/>
          </p:nvSpPr>
          <p:spPr>
            <a:xfrm>
              <a:off x="3395361" y="2738846"/>
              <a:ext cx="107482" cy="12505"/>
            </a:xfrm>
            <a:custGeom>
              <a:avLst/>
              <a:gdLst/>
              <a:ahLst/>
              <a:cxnLst/>
              <a:rect l="l" t="t" r="r" b="b"/>
              <a:pathLst>
                <a:path w="4100" h="477" extrusionOk="0">
                  <a:moveTo>
                    <a:pt x="289" y="0"/>
                  </a:moveTo>
                  <a:cubicBezTo>
                    <a:pt x="0" y="29"/>
                    <a:pt x="0" y="448"/>
                    <a:pt x="289" y="477"/>
                  </a:cubicBezTo>
                  <a:lnTo>
                    <a:pt x="3811" y="477"/>
                  </a:lnTo>
                  <a:cubicBezTo>
                    <a:pt x="4100" y="448"/>
                    <a:pt x="4100" y="29"/>
                    <a:pt x="3811" y="0"/>
                  </a:cubicBezTo>
                  <a:close/>
                </a:path>
              </a:pathLst>
            </a:custGeom>
            <a:solidFill>
              <a:srgbClr val="98A9B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62" name="Google Shape;16562;p67"/>
          <p:cNvGrpSpPr/>
          <p:nvPr/>
        </p:nvGrpSpPr>
        <p:grpSpPr>
          <a:xfrm>
            <a:off x="6040092" y="3367036"/>
            <a:ext cx="362553" cy="356498"/>
            <a:chOff x="6065149" y="3367036"/>
            <a:chExt cx="362553" cy="356498"/>
          </a:xfrm>
        </p:grpSpPr>
        <p:sp>
          <p:nvSpPr>
            <p:cNvPr id="16563" name="Google Shape;16563;p67"/>
            <p:cNvSpPr/>
            <p:nvPr/>
          </p:nvSpPr>
          <p:spPr>
            <a:xfrm>
              <a:off x="6065149" y="3367036"/>
              <a:ext cx="356498" cy="356498"/>
            </a:xfrm>
            <a:custGeom>
              <a:avLst/>
              <a:gdLst/>
              <a:ahLst/>
              <a:cxnLst/>
              <a:rect l="l" t="t" r="r" b="b"/>
              <a:pathLst>
                <a:path w="13599" h="13599" extrusionOk="0">
                  <a:moveTo>
                    <a:pt x="6799" y="0"/>
                  </a:moveTo>
                  <a:cubicBezTo>
                    <a:pt x="3046" y="0"/>
                    <a:pt x="0" y="3046"/>
                    <a:pt x="0" y="6799"/>
                  </a:cubicBezTo>
                  <a:cubicBezTo>
                    <a:pt x="0" y="10552"/>
                    <a:pt x="3046" y="13598"/>
                    <a:pt x="6799" y="13598"/>
                  </a:cubicBezTo>
                  <a:cubicBezTo>
                    <a:pt x="10553" y="13598"/>
                    <a:pt x="13598" y="10552"/>
                    <a:pt x="13598" y="6799"/>
                  </a:cubicBezTo>
                  <a:cubicBezTo>
                    <a:pt x="13598" y="3046"/>
                    <a:pt x="10553" y="0"/>
                    <a:pt x="6799"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4" name="Google Shape;16564;p67"/>
            <p:cNvSpPr/>
            <p:nvPr/>
          </p:nvSpPr>
          <p:spPr>
            <a:xfrm>
              <a:off x="6219923" y="3367036"/>
              <a:ext cx="207780" cy="356472"/>
            </a:xfrm>
            <a:custGeom>
              <a:avLst/>
              <a:gdLst/>
              <a:ahLst/>
              <a:cxnLst/>
              <a:rect l="l" t="t" r="r" b="b"/>
              <a:pathLst>
                <a:path w="7926" h="13598" extrusionOk="0">
                  <a:moveTo>
                    <a:pt x="895" y="0"/>
                  </a:moveTo>
                  <a:cubicBezTo>
                    <a:pt x="592" y="0"/>
                    <a:pt x="303" y="15"/>
                    <a:pt x="0" y="58"/>
                  </a:cubicBezTo>
                  <a:cubicBezTo>
                    <a:pt x="3393" y="505"/>
                    <a:pt x="5919" y="3392"/>
                    <a:pt x="5919" y="6799"/>
                  </a:cubicBezTo>
                  <a:cubicBezTo>
                    <a:pt x="5919" y="10206"/>
                    <a:pt x="3393" y="13093"/>
                    <a:pt x="0" y="13540"/>
                  </a:cubicBezTo>
                  <a:cubicBezTo>
                    <a:pt x="299" y="13579"/>
                    <a:pt x="595" y="13598"/>
                    <a:pt x="887" y="13598"/>
                  </a:cubicBezTo>
                  <a:cubicBezTo>
                    <a:pt x="4418" y="13598"/>
                    <a:pt x="7439" y="10859"/>
                    <a:pt x="7666" y="7247"/>
                  </a:cubicBezTo>
                  <a:cubicBezTo>
                    <a:pt x="7925" y="3320"/>
                    <a:pt x="4822" y="0"/>
                    <a:pt x="895" y="0"/>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5" name="Google Shape;16565;p67"/>
            <p:cNvSpPr/>
            <p:nvPr/>
          </p:nvSpPr>
          <p:spPr>
            <a:xfrm>
              <a:off x="6119257" y="3421144"/>
              <a:ext cx="247889" cy="247889"/>
            </a:xfrm>
            <a:custGeom>
              <a:avLst/>
              <a:gdLst/>
              <a:ahLst/>
              <a:cxnLst/>
              <a:rect l="l" t="t" r="r" b="b"/>
              <a:pathLst>
                <a:path w="9456" h="9456" extrusionOk="0">
                  <a:moveTo>
                    <a:pt x="4735" y="0"/>
                  </a:moveTo>
                  <a:cubicBezTo>
                    <a:pt x="2123" y="0"/>
                    <a:pt x="0" y="2122"/>
                    <a:pt x="0" y="4735"/>
                  </a:cubicBezTo>
                  <a:cubicBezTo>
                    <a:pt x="0" y="7348"/>
                    <a:pt x="2123" y="9456"/>
                    <a:pt x="4735" y="9456"/>
                  </a:cubicBezTo>
                  <a:cubicBezTo>
                    <a:pt x="7348" y="9456"/>
                    <a:pt x="9456" y="7348"/>
                    <a:pt x="9456" y="4735"/>
                  </a:cubicBezTo>
                  <a:cubicBezTo>
                    <a:pt x="9456" y="2122"/>
                    <a:pt x="7348" y="0"/>
                    <a:pt x="4735" y="0"/>
                  </a:cubicBezTo>
                  <a:close/>
                </a:path>
              </a:pathLst>
            </a:custGeom>
            <a:solidFill>
              <a:srgbClr val="9CAB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6" name="Google Shape;16566;p67"/>
            <p:cNvSpPr/>
            <p:nvPr/>
          </p:nvSpPr>
          <p:spPr>
            <a:xfrm>
              <a:off x="6224091" y="3421144"/>
              <a:ext cx="148744" cy="248020"/>
            </a:xfrm>
            <a:custGeom>
              <a:avLst/>
              <a:gdLst/>
              <a:ahLst/>
              <a:cxnLst/>
              <a:rect l="l" t="t" r="r" b="b"/>
              <a:pathLst>
                <a:path w="5674" h="9461" extrusionOk="0">
                  <a:moveTo>
                    <a:pt x="736" y="0"/>
                  </a:moveTo>
                  <a:cubicBezTo>
                    <a:pt x="491" y="0"/>
                    <a:pt x="246" y="29"/>
                    <a:pt x="0" y="58"/>
                  </a:cubicBezTo>
                  <a:cubicBezTo>
                    <a:pt x="2295" y="433"/>
                    <a:pt x="3984" y="2411"/>
                    <a:pt x="3984" y="4735"/>
                  </a:cubicBezTo>
                  <a:cubicBezTo>
                    <a:pt x="3984" y="7059"/>
                    <a:pt x="2295" y="9037"/>
                    <a:pt x="0" y="9398"/>
                  </a:cubicBezTo>
                  <a:cubicBezTo>
                    <a:pt x="257" y="9440"/>
                    <a:pt x="513" y="9461"/>
                    <a:pt x="765" y="9461"/>
                  </a:cubicBezTo>
                  <a:cubicBezTo>
                    <a:pt x="3172" y="9461"/>
                    <a:pt x="5261" y="7593"/>
                    <a:pt x="5457" y="5110"/>
                  </a:cubicBezTo>
                  <a:cubicBezTo>
                    <a:pt x="5673" y="2353"/>
                    <a:pt x="3494" y="0"/>
                    <a:pt x="736"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67" name="Google Shape;16567;p67"/>
            <p:cNvSpPr/>
            <p:nvPr/>
          </p:nvSpPr>
          <p:spPr>
            <a:xfrm>
              <a:off x="6069685" y="3415848"/>
              <a:ext cx="303517" cy="259293"/>
            </a:xfrm>
            <a:custGeom>
              <a:avLst/>
              <a:gdLst/>
              <a:ahLst/>
              <a:cxnLst/>
              <a:rect l="l" t="t" r="r" b="b"/>
              <a:pathLst>
                <a:path w="11578" h="9891" extrusionOk="0">
                  <a:moveTo>
                    <a:pt x="6626" y="433"/>
                  </a:moveTo>
                  <a:cubicBezTo>
                    <a:pt x="6727" y="433"/>
                    <a:pt x="6843" y="433"/>
                    <a:pt x="6944" y="448"/>
                  </a:cubicBezTo>
                  <a:cubicBezTo>
                    <a:pt x="6973" y="664"/>
                    <a:pt x="6987" y="881"/>
                    <a:pt x="6987" y="1097"/>
                  </a:cubicBezTo>
                  <a:cubicBezTo>
                    <a:pt x="6987" y="1920"/>
                    <a:pt x="6771" y="2729"/>
                    <a:pt x="6338" y="3421"/>
                  </a:cubicBezTo>
                  <a:cubicBezTo>
                    <a:pt x="5356" y="2772"/>
                    <a:pt x="4230" y="2353"/>
                    <a:pt x="3061" y="2194"/>
                  </a:cubicBezTo>
                  <a:cubicBezTo>
                    <a:pt x="3912" y="1083"/>
                    <a:pt x="5226" y="433"/>
                    <a:pt x="6626" y="433"/>
                  </a:cubicBezTo>
                  <a:close/>
                  <a:moveTo>
                    <a:pt x="7391" y="506"/>
                  </a:moveTo>
                  <a:lnTo>
                    <a:pt x="7391" y="506"/>
                  </a:lnTo>
                  <a:cubicBezTo>
                    <a:pt x="9355" y="852"/>
                    <a:pt x="10870" y="2440"/>
                    <a:pt x="11101" y="4417"/>
                  </a:cubicBezTo>
                  <a:lnTo>
                    <a:pt x="11101" y="4432"/>
                  </a:lnTo>
                  <a:lnTo>
                    <a:pt x="11058" y="4432"/>
                  </a:lnTo>
                  <a:cubicBezTo>
                    <a:pt x="11035" y="4432"/>
                    <a:pt x="11012" y="4431"/>
                    <a:pt x="10989" y="4431"/>
                  </a:cubicBezTo>
                  <a:cubicBezTo>
                    <a:pt x="10045" y="4431"/>
                    <a:pt x="9119" y="4719"/>
                    <a:pt x="8330" y="5255"/>
                  </a:cubicBezTo>
                  <a:cubicBezTo>
                    <a:pt x="8027" y="4865"/>
                    <a:pt x="7695" y="4504"/>
                    <a:pt x="7334" y="4187"/>
                  </a:cubicBezTo>
                  <a:cubicBezTo>
                    <a:pt x="7132" y="3999"/>
                    <a:pt x="6915" y="3840"/>
                    <a:pt x="6713" y="3681"/>
                  </a:cubicBezTo>
                  <a:cubicBezTo>
                    <a:pt x="7175" y="2902"/>
                    <a:pt x="7435" y="2007"/>
                    <a:pt x="7435" y="1097"/>
                  </a:cubicBezTo>
                  <a:cubicBezTo>
                    <a:pt x="7435" y="895"/>
                    <a:pt x="7420" y="708"/>
                    <a:pt x="7391" y="506"/>
                  </a:cubicBezTo>
                  <a:close/>
                  <a:moveTo>
                    <a:pt x="2786" y="2600"/>
                  </a:moveTo>
                  <a:lnTo>
                    <a:pt x="2786" y="2600"/>
                  </a:lnTo>
                  <a:cubicBezTo>
                    <a:pt x="3964" y="2732"/>
                    <a:pt x="5100" y="3135"/>
                    <a:pt x="6107" y="3782"/>
                  </a:cubicBezTo>
                  <a:cubicBezTo>
                    <a:pt x="5255" y="4923"/>
                    <a:pt x="3912" y="5601"/>
                    <a:pt x="2498" y="5601"/>
                  </a:cubicBezTo>
                  <a:lnTo>
                    <a:pt x="2166" y="5601"/>
                  </a:lnTo>
                  <a:cubicBezTo>
                    <a:pt x="2137" y="5385"/>
                    <a:pt x="2122" y="5168"/>
                    <a:pt x="2122" y="4937"/>
                  </a:cubicBezTo>
                  <a:cubicBezTo>
                    <a:pt x="2122" y="4115"/>
                    <a:pt x="2353" y="3307"/>
                    <a:pt x="2786" y="2600"/>
                  </a:cubicBezTo>
                  <a:close/>
                  <a:moveTo>
                    <a:pt x="11130" y="4865"/>
                  </a:moveTo>
                  <a:lnTo>
                    <a:pt x="11130" y="4937"/>
                  </a:lnTo>
                  <a:cubicBezTo>
                    <a:pt x="11130" y="6150"/>
                    <a:pt x="10639" y="7305"/>
                    <a:pt x="9773" y="8156"/>
                  </a:cubicBezTo>
                  <a:cubicBezTo>
                    <a:pt x="9528" y="7247"/>
                    <a:pt x="9138" y="6381"/>
                    <a:pt x="8590" y="5601"/>
                  </a:cubicBezTo>
                  <a:cubicBezTo>
                    <a:pt x="9326" y="5125"/>
                    <a:pt x="10177" y="4865"/>
                    <a:pt x="11058" y="4865"/>
                  </a:cubicBezTo>
                  <a:close/>
                  <a:moveTo>
                    <a:pt x="6468" y="4028"/>
                  </a:moveTo>
                  <a:cubicBezTo>
                    <a:pt x="7031" y="4446"/>
                    <a:pt x="7536" y="4937"/>
                    <a:pt x="7969" y="5500"/>
                  </a:cubicBezTo>
                  <a:cubicBezTo>
                    <a:pt x="6785" y="6438"/>
                    <a:pt x="6107" y="7853"/>
                    <a:pt x="6107" y="9369"/>
                  </a:cubicBezTo>
                  <a:lnTo>
                    <a:pt x="6107" y="9412"/>
                  </a:lnTo>
                  <a:cubicBezTo>
                    <a:pt x="4249" y="9196"/>
                    <a:pt x="2722" y="7860"/>
                    <a:pt x="2256" y="6049"/>
                  </a:cubicBezTo>
                  <a:lnTo>
                    <a:pt x="2483" y="6049"/>
                  </a:lnTo>
                  <a:cubicBezTo>
                    <a:pt x="4057" y="6049"/>
                    <a:pt x="5529" y="5298"/>
                    <a:pt x="6468" y="4028"/>
                  </a:cubicBezTo>
                  <a:close/>
                  <a:moveTo>
                    <a:pt x="8229" y="5861"/>
                  </a:moveTo>
                  <a:cubicBezTo>
                    <a:pt x="8792" y="6655"/>
                    <a:pt x="9181" y="7550"/>
                    <a:pt x="9398" y="8488"/>
                  </a:cubicBezTo>
                  <a:cubicBezTo>
                    <a:pt x="8604" y="9109"/>
                    <a:pt x="7637" y="9455"/>
                    <a:pt x="6626" y="9455"/>
                  </a:cubicBezTo>
                  <a:lnTo>
                    <a:pt x="6554" y="9441"/>
                  </a:lnTo>
                  <a:lnTo>
                    <a:pt x="6554" y="9369"/>
                  </a:lnTo>
                  <a:cubicBezTo>
                    <a:pt x="6554" y="8012"/>
                    <a:pt x="7175" y="6713"/>
                    <a:pt x="8229" y="5861"/>
                  </a:cubicBezTo>
                  <a:close/>
                  <a:moveTo>
                    <a:pt x="6626" y="0"/>
                  </a:moveTo>
                  <a:cubicBezTo>
                    <a:pt x="2209" y="0"/>
                    <a:pt x="0" y="5327"/>
                    <a:pt x="3119" y="8445"/>
                  </a:cubicBezTo>
                  <a:cubicBezTo>
                    <a:pt x="4064" y="9390"/>
                    <a:pt x="5331" y="9891"/>
                    <a:pt x="6619" y="9891"/>
                  </a:cubicBezTo>
                  <a:cubicBezTo>
                    <a:pt x="7259" y="9891"/>
                    <a:pt x="7904" y="9767"/>
                    <a:pt x="8517" y="9513"/>
                  </a:cubicBezTo>
                  <a:cubicBezTo>
                    <a:pt x="10365" y="8748"/>
                    <a:pt x="11578" y="6944"/>
                    <a:pt x="11578" y="4937"/>
                  </a:cubicBezTo>
                  <a:cubicBezTo>
                    <a:pt x="11563" y="2209"/>
                    <a:pt x="9355" y="0"/>
                    <a:pt x="6626"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68" name="Google Shape;16568;p67"/>
          <p:cNvGrpSpPr/>
          <p:nvPr/>
        </p:nvGrpSpPr>
        <p:grpSpPr>
          <a:xfrm>
            <a:off x="6515764" y="3367036"/>
            <a:ext cx="362553" cy="356498"/>
            <a:chOff x="6540821" y="3367036"/>
            <a:chExt cx="362553" cy="356498"/>
          </a:xfrm>
        </p:grpSpPr>
        <p:sp>
          <p:nvSpPr>
            <p:cNvPr id="16569" name="Google Shape;16569;p67"/>
            <p:cNvSpPr/>
            <p:nvPr/>
          </p:nvSpPr>
          <p:spPr>
            <a:xfrm>
              <a:off x="6540821" y="3367036"/>
              <a:ext cx="356498" cy="356498"/>
            </a:xfrm>
            <a:custGeom>
              <a:avLst/>
              <a:gdLst/>
              <a:ahLst/>
              <a:cxnLst/>
              <a:rect l="l" t="t" r="r" b="b"/>
              <a:pathLst>
                <a:path w="13599" h="13599" extrusionOk="0">
                  <a:moveTo>
                    <a:pt x="6800" y="0"/>
                  </a:moveTo>
                  <a:cubicBezTo>
                    <a:pt x="3046" y="0"/>
                    <a:pt x="1" y="3046"/>
                    <a:pt x="1" y="6799"/>
                  </a:cubicBezTo>
                  <a:cubicBezTo>
                    <a:pt x="1" y="10552"/>
                    <a:pt x="3046" y="13598"/>
                    <a:pt x="6800" y="13598"/>
                  </a:cubicBezTo>
                  <a:cubicBezTo>
                    <a:pt x="10553" y="13598"/>
                    <a:pt x="13599" y="10552"/>
                    <a:pt x="13599" y="6799"/>
                  </a:cubicBezTo>
                  <a:cubicBezTo>
                    <a:pt x="13599" y="3046"/>
                    <a:pt x="10553" y="0"/>
                    <a:pt x="680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0" name="Google Shape;16570;p67"/>
            <p:cNvSpPr/>
            <p:nvPr/>
          </p:nvSpPr>
          <p:spPr>
            <a:xfrm>
              <a:off x="6695987" y="3367036"/>
              <a:ext cx="207387" cy="356472"/>
            </a:xfrm>
            <a:custGeom>
              <a:avLst/>
              <a:gdLst/>
              <a:ahLst/>
              <a:cxnLst/>
              <a:rect l="l" t="t" r="r" b="b"/>
              <a:pathLst>
                <a:path w="7911" h="13598" extrusionOk="0">
                  <a:moveTo>
                    <a:pt x="881" y="0"/>
                  </a:moveTo>
                  <a:cubicBezTo>
                    <a:pt x="578" y="0"/>
                    <a:pt x="289" y="15"/>
                    <a:pt x="0" y="58"/>
                  </a:cubicBezTo>
                  <a:cubicBezTo>
                    <a:pt x="3378" y="505"/>
                    <a:pt x="5904" y="3392"/>
                    <a:pt x="5904" y="6799"/>
                  </a:cubicBezTo>
                  <a:cubicBezTo>
                    <a:pt x="5904" y="10206"/>
                    <a:pt x="3378" y="13093"/>
                    <a:pt x="0" y="13540"/>
                  </a:cubicBezTo>
                  <a:cubicBezTo>
                    <a:pt x="297" y="13579"/>
                    <a:pt x="592" y="13598"/>
                    <a:pt x="884" y="13598"/>
                  </a:cubicBezTo>
                  <a:cubicBezTo>
                    <a:pt x="4403" y="13598"/>
                    <a:pt x="7425" y="10859"/>
                    <a:pt x="7665" y="7247"/>
                  </a:cubicBezTo>
                  <a:cubicBezTo>
                    <a:pt x="7911" y="3320"/>
                    <a:pt x="4807" y="0"/>
                    <a:pt x="881" y="0"/>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1" name="Google Shape;16571;p67"/>
            <p:cNvSpPr/>
            <p:nvPr/>
          </p:nvSpPr>
          <p:spPr>
            <a:xfrm>
              <a:off x="6579802" y="3405992"/>
              <a:ext cx="278534" cy="278561"/>
            </a:xfrm>
            <a:custGeom>
              <a:avLst/>
              <a:gdLst/>
              <a:ahLst/>
              <a:cxnLst/>
              <a:rect l="l" t="t" r="r" b="b"/>
              <a:pathLst>
                <a:path w="10625" h="10626" extrusionOk="0">
                  <a:moveTo>
                    <a:pt x="5313" y="1"/>
                  </a:moveTo>
                  <a:cubicBezTo>
                    <a:pt x="2382" y="1"/>
                    <a:pt x="0" y="2383"/>
                    <a:pt x="0" y="5313"/>
                  </a:cubicBezTo>
                  <a:cubicBezTo>
                    <a:pt x="0" y="8244"/>
                    <a:pt x="2382" y="10625"/>
                    <a:pt x="5313" y="10625"/>
                  </a:cubicBezTo>
                  <a:cubicBezTo>
                    <a:pt x="8243" y="10625"/>
                    <a:pt x="10625" y="8244"/>
                    <a:pt x="10625" y="5313"/>
                  </a:cubicBezTo>
                  <a:cubicBezTo>
                    <a:pt x="10625" y="2383"/>
                    <a:pt x="8243" y="1"/>
                    <a:pt x="531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2" name="Google Shape;16572;p67"/>
            <p:cNvSpPr/>
            <p:nvPr/>
          </p:nvSpPr>
          <p:spPr>
            <a:xfrm>
              <a:off x="6672892" y="3510563"/>
              <a:ext cx="80637" cy="69155"/>
            </a:xfrm>
            <a:custGeom>
              <a:avLst/>
              <a:gdLst/>
              <a:ahLst/>
              <a:cxnLst/>
              <a:rect l="l" t="t" r="r" b="b"/>
              <a:pathLst>
                <a:path w="3076" h="2638" extrusionOk="0">
                  <a:moveTo>
                    <a:pt x="1750" y="0"/>
                  </a:moveTo>
                  <a:cubicBezTo>
                    <a:pt x="1425" y="0"/>
                    <a:pt x="1094" y="120"/>
                    <a:pt x="823" y="386"/>
                  </a:cubicBezTo>
                  <a:cubicBezTo>
                    <a:pt x="1" y="1223"/>
                    <a:pt x="592" y="2638"/>
                    <a:pt x="1762" y="2638"/>
                  </a:cubicBezTo>
                  <a:cubicBezTo>
                    <a:pt x="2483" y="2638"/>
                    <a:pt x="3075" y="2046"/>
                    <a:pt x="3075" y="1324"/>
                  </a:cubicBezTo>
                  <a:cubicBezTo>
                    <a:pt x="3075" y="523"/>
                    <a:pt x="2428" y="0"/>
                    <a:pt x="1750" y="0"/>
                  </a:cubicBezTo>
                  <a:close/>
                </a:path>
              </a:pathLst>
            </a:custGeom>
            <a:solidFill>
              <a:srgbClr val="8AA2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3" name="Google Shape;16573;p67"/>
            <p:cNvSpPr/>
            <p:nvPr/>
          </p:nvSpPr>
          <p:spPr>
            <a:xfrm>
              <a:off x="6541581" y="3458605"/>
              <a:ext cx="213469" cy="225187"/>
            </a:xfrm>
            <a:custGeom>
              <a:avLst/>
              <a:gdLst/>
              <a:ahLst/>
              <a:cxnLst/>
              <a:rect l="l" t="t" r="r" b="b"/>
              <a:pathLst>
                <a:path w="8143" h="8590" extrusionOk="0">
                  <a:moveTo>
                    <a:pt x="2613" y="0"/>
                  </a:moveTo>
                  <a:cubicBezTo>
                    <a:pt x="0" y="3277"/>
                    <a:pt x="2036" y="8156"/>
                    <a:pt x="6222" y="8590"/>
                  </a:cubicBezTo>
                  <a:lnTo>
                    <a:pt x="8142" y="4952"/>
                  </a:lnTo>
                  <a:lnTo>
                    <a:pt x="8142" y="4952"/>
                  </a:lnTo>
                  <a:cubicBezTo>
                    <a:pt x="7767" y="5269"/>
                    <a:pt x="7276" y="5443"/>
                    <a:pt x="6771" y="5443"/>
                  </a:cubicBezTo>
                  <a:cubicBezTo>
                    <a:pt x="5645" y="5443"/>
                    <a:pt x="4721" y="4576"/>
                    <a:pt x="4634" y="3465"/>
                  </a:cubicBezTo>
                  <a:lnTo>
                    <a:pt x="2613" y="0"/>
                  </a:ln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4" name="Google Shape;16574;p67"/>
            <p:cNvSpPr/>
            <p:nvPr/>
          </p:nvSpPr>
          <p:spPr>
            <a:xfrm>
              <a:off x="6609687" y="3405965"/>
              <a:ext cx="237691" cy="143475"/>
            </a:xfrm>
            <a:custGeom>
              <a:avLst/>
              <a:gdLst/>
              <a:ahLst/>
              <a:cxnLst/>
              <a:rect l="l" t="t" r="r" b="b"/>
              <a:pathLst>
                <a:path w="9067" h="5473" extrusionOk="0">
                  <a:moveTo>
                    <a:pt x="4154" y="1"/>
                  </a:moveTo>
                  <a:cubicBezTo>
                    <a:pt x="2621" y="1"/>
                    <a:pt x="1078" y="654"/>
                    <a:pt x="1" y="2023"/>
                  </a:cubicBezTo>
                  <a:lnTo>
                    <a:pt x="2036" y="5473"/>
                  </a:lnTo>
                  <a:cubicBezTo>
                    <a:pt x="2036" y="5430"/>
                    <a:pt x="2036" y="5372"/>
                    <a:pt x="2036" y="5314"/>
                  </a:cubicBezTo>
                  <a:cubicBezTo>
                    <a:pt x="2024" y="4102"/>
                    <a:pt x="3019" y="3171"/>
                    <a:pt x="4157" y="3171"/>
                  </a:cubicBezTo>
                  <a:cubicBezTo>
                    <a:pt x="4362" y="3171"/>
                    <a:pt x="4571" y="3201"/>
                    <a:pt x="4779" y="3264"/>
                  </a:cubicBezTo>
                  <a:lnTo>
                    <a:pt x="9066" y="3264"/>
                  </a:lnTo>
                  <a:cubicBezTo>
                    <a:pt x="8179" y="1137"/>
                    <a:pt x="6176" y="1"/>
                    <a:pt x="4154" y="1"/>
                  </a:cubicBez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5" name="Google Shape;16575;p67"/>
            <p:cNvSpPr/>
            <p:nvPr/>
          </p:nvSpPr>
          <p:spPr>
            <a:xfrm>
              <a:off x="6703537" y="3490771"/>
              <a:ext cx="154800" cy="193860"/>
            </a:xfrm>
            <a:custGeom>
              <a:avLst/>
              <a:gdLst/>
              <a:ahLst/>
              <a:cxnLst/>
              <a:rect l="l" t="t" r="r" b="b"/>
              <a:pathLst>
                <a:path w="5905" h="7395" extrusionOk="0">
                  <a:moveTo>
                    <a:pt x="5486" y="0"/>
                  </a:moveTo>
                  <a:lnTo>
                    <a:pt x="1228" y="29"/>
                  </a:lnTo>
                  <a:lnTo>
                    <a:pt x="1242" y="29"/>
                  </a:lnTo>
                  <a:cubicBezTo>
                    <a:pt x="2859" y="549"/>
                    <a:pt x="3263" y="2642"/>
                    <a:pt x="1964" y="3725"/>
                  </a:cubicBezTo>
                  <a:lnTo>
                    <a:pt x="1" y="7363"/>
                  </a:lnTo>
                  <a:cubicBezTo>
                    <a:pt x="199" y="7384"/>
                    <a:pt x="396" y="7395"/>
                    <a:pt x="591" y="7395"/>
                  </a:cubicBezTo>
                  <a:cubicBezTo>
                    <a:pt x="3484" y="7395"/>
                    <a:pt x="5905" y="5041"/>
                    <a:pt x="5905" y="2079"/>
                  </a:cubicBezTo>
                  <a:cubicBezTo>
                    <a:pt x="5905" y="1357"/>
                    <a:pt x="5761" y="650"/>
                    <a:pt x="5486" y="0"/>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76" name="Google Shape;16576;p67"/>
          <p:cNvGrpSpPr/>
          <p:nvPr/>
        </p:nvGrpSpPr>
        <p:grpSpPr>
          <a:xfrm>
            <a:off x="2277401" y="2474704"/>
            <a:ext cx="354479" cy="312561"/>
            <a:chOff x="2302458" y="2474704"/>
            <a:chExt cx="354479" cy="312561"/>
          </a:xfrm>
        </p:grpSpPr>
        <p:sp>
          <p:nvSpPr>
            <p:cNvPr id="16577" name="Google Shape;16577;p67"/>
            <p:cNvSpPr/>
            <p:nvPr/>
          </p:nvSpPr>
          <p:spPr>
            <a:xfrm>
              <a:off x="2388732" y="2515756"/>
              <a:ext cx="238058" cy="136266"/>
            </a:xfrm>
            <a:custGeom>
              <a:avLst/>
              <a:gdLst/>
              <a:ahLst/>
              <a:cxnLst/>
              <a:rect l="l" t="t" r="r" b="b"/>
              <a:pathLst>
                <a:path w="9081" h="5198" extrusionOk="0">
                  <a:moveTo>
                    <a:pt x="3003" y="2159"/>
                  </a:moveTo>
                  <a:lnTo>
                    <a:pt x="3003" y="3371"/>
                  </a:lnTo>
                  <a:lnTo>
                    <a:pt x="1791" y="3371"/>
                  </a:lnTo>
                  <a:lnTo>
                    <a:pt x="1791" y="2159"/>
                  </a:lnTo>
                  <a:close/>
                  <a:moveTo>
                    <a:pt x="4620" y="2159"/>
                  </a:moveTo>
                  <a:lnTo>
                    <a:pt x="4620" y="3371"/>
                  </a:lnTo>
                  <a:lnTo>
                    <a:pt x="3393" y="3371"/>
                  </a:lnTo>
                  <a:lnTo>
                    <a:pt x="3393" y="2159"/>
                  </a:lnTo>
                  <a:close/>
                  <a:moveTo>
                    <a:pt x="6208" y="2159"/>
                  </a:moveTo>
                  <a:lnTo>
                    <a:pt x="6208" y="3371"/>
                  </a:lnTo>
                  <a:lnTo>
                    <a:pt x="4995" y="3371"/>
                  </a:lnTo>
                  <a:lnTo>
                    <a:pt x="4995" y="2159"/>
                  </a:lnTo>
                  <a:close/>
                  <a:moveTo>
                    <a:pt x="7810" y="2159"/>
                  </a:moveTo>
                  <a:lnTo>
                    <a:pt x="7810" y="3371"/>
                  </a:lnTo>
                  <a:lnTo>
                    <a:pt x="6598" y="3371"/>
                  </a:lnTo>
                  <a:lnTo>
                    <a:pt x="6598" y="2159"/>
                  </a:lnTo>
                  <a:close/>
                  <a:moveTo>
                    <a:pt x="1603" y="1"/>
                  </a:moveTo>
                  <a:cubicBezTo>
                    <a:pt x="1502" y="1"/>
                    <a:pt x="1401" y="66"/>
                    <a:pt x="1401" y="196"/>
                  </a:cubicBezTo>
                  <a:lnTo>
                    <a:pt x="1401" y="1769"/>
                  </a:lnTo>
                  <a:lnTo>
                    <a:pt x="261" y="1769"/>
                  </a:lnTo>
                  <a:cubicBezTo>
                    <a:pt x="1" y="1769"/>
                    <a:pt x="1" y="2159"/>
                    <a:pt x="261" y="2159"/>
                  </a:cubicBezTo>
                  <a:lnTo>
                    <a:pt x="1401" y="2159"/>
                  </a:lnTo>
                  <a:lnTo>
                    <a:pt x="1401" y="3371"/>
                  </a:lnTo>
                  <a:lnTo>
                    <a:pt x="766" y="3371"/>
                  </a:lnTo>
                  <a:cubicBezTo>
                    <a:pt x="492" y="3371"/>
                    <a:pt x="492" y="3761"/>
                    <a:pt x="766" y="3761"/>
                  </a:cubicBezTo>
                  <a:lnTo>
                    <a:pt x="1401" y="3761"/>
                  </a:lnTo>
                  <a:lnTo>
                    <a:pt x="1401" y="4902"/>
                  </a:lnTo>
                  <a:cubicBezTo>
                    <a:pt x="1401" y="5031"/>
                    <a:pt x="1498" y="5096"/>
                    <a:pt x="1598" y="5096"/>
                  </a:cubicBezTo>
                  <a:cubicBezTo>
                    <a:pt x="1697" y="5096"/>
                    <a:pt x="1798" y="5031"/>
                    <a:pt x="1805" y="4902"/>
                  </a:cubicBezTo>
                  <a:lnTo>
                    <a:pt x="1805" y="3761"/>
                  </a:lnTo>
                  <a:lnTo>
                    <a:pt x="3003" y="3761"/>
                  </a:lnTo>
                  <a:lnTo>
                    <a:pt x="3003" y="5003"/>
                  </a:lnTo>
                  <a:cubicBezTo>
                    <a:pt x="3003" y="5133"/>
                    <a:pt x="3104" y="5197"/>
                    <a:pt x="3205" y="5197"/>
                  </a:cubicBezTo>
                  <a:cubicBezTo>
                    <a:pt x="3306" y="5197"/>
                    <a:pt x="3407" y="5133"/>
                    <a:pt x="3407" y="5003"/>
                  </a:cubicBezTo>
                  <a:lnTo>
                    <a:pt x="3407" y="3761"/>
                  </a:lnTo>
                  <a:lnTo>
                    <a:pt x="4620" y="3761"/>
                  </a:lnTo>
                  <a:lnTo>
                    <a:pt x="4620" y="5003"/>
                  </a:lnTo>
                  <a:cubicBezTo>
                    <a:pt x="4620" y="5133"/>
                    <a:pt x="4717" y="5197"/>
                    <a:pt x="4815" y="5197"/>
                  </a:cubicBezTo>
                  <a:cubicBezTo>
                    <a:pt x="4912" y="5197"/>
                    <a:pt x="5010" y="5133"/>
                    <a:pt x="5010" y="5003"/>
                  </a:cubicBezTo>
                  <a:lnTo>
                    <a:pt x="5010" y="3761"/>
                  </a:lnTo>
                  <a:lnTo>
                    <a:pt x="6222" y="3761"/>
                  </a:lnTo>
                  <a:lnTo>
                    <a:pt x="6222" y="5003"/>
                  </a:lnTo>
                  <a:cubicBezTo>
                    <a:pt x="6222" y="5133"/>
                    <a:pt x="6320" y="5197"/>
                    <a:pt x="6417" y="5197"/>
                  </a:cubicBezTo>
                  <a:cubicBezTo>
                    <a:pt x="6515" y="5197"/>
                    <a:pt x="6612" y="5133"/>
                    <a:pt x="6612" y="5003"/>
                  </a:cubicBezTo>
                  <a:lnTo>
                    <a:pt x="6612" y="3761"/>
                  </a:lnTo>
                  <a:lnTo>
                    <a:pt x="7825" y="3761"/>
                  </a:lnTo>
                  <a:lnTo>
                    <a:pt x="7825" y="5003"/>
                  </a:lnTo>
                  <a:cubicBezTo>
                    <a:pt x="7825" y="5133"/>
                    <a:pt x="7922" y="5197"/>
                    <a:pt x="8020" y="5197"/>
                  </a:cubicBezTo>
                  <a:cubicBezTo>
                    <a:pt x="8117" y="5197"/>
                    <a:pt x="8214" y="5133"/>
                    <a:pt x="8214" y="5003"/>
                  </a:cubicBezTo>
                  <a:lnTo>
                    <a:pt x="8214" y="3761"/>
                  </a:lnTo>
                  <a:lnTo>
                    <a:pt x="8388" y="3761"/>
                  </a:lnTo>
                  <a:cubicBezTo>
                    <a:pt x="8648" y="3761"/>
                    <a:pt x="8648" y="3371"/>
                    <a:pt x="8388" y="3371"/>
                  </a:cubicBezTo>
                  <a:lnTo>
                    <a:pt x="8214" y="3371"/>
                  </a:lnTo>
                  <a:lnTo>
                    <a:pt x="8214" y="2159"/>
                  </a:lnTo>
                  <a:lnTo>
                    <a:pt x="8821" y="2159"/>
                  </a:lnTo>
                  <a:cubicBezTo>
                    <a:pt x="9081" y="2159"/>
                    <a:pt x="9081" y="1769"/>
                    <a:pt x="8821" y="1769"/>
                  </a:cubicBezTo>
                  <a:lnTo>
                    <a:pt x="8200" y="1769"/>
                  </a:lnTo>
                  <a:lnTo>
                    <a:pt x="8200" y="196"/>
                  </a:lnTo>
                  <a:cubicBezTo>
                    <a:pt x="8200" y="66"/>
                    <a:pt x="8103" y="1"/>
                    <a:pt x="8005" y="1"/>
                  </a:cubicBezTo>
                  <a:cubicBezTo>
                    <a:pt x="7908" y="1"/>
                    <a:pt x="7810" y="66"/>
                    <a:pt x="7810" y="196"/>
                  </a:cubicBezTo>
                  <a:lnTo>
                    <a:pt x="7810" y="1769"/>
                  </a:lnTo>
                  <a:lnTo>
                    <a:pt x="6598" y="1769"/>
                  </a:lnTo>
                  <a:lnTo>
                    <a:pt x="6598" y="196"/>
                  </a:lnTo>
                  <a:cubicBezTo>
                    <a:pt x="6598" y="66"/>
                    <a:pt x="6500" y="1"/>
                    <a:pt x="6403" y="1"/>
                  </a:cubicBezTo>
                  <a:cubicBezTo>
                    <a:pt x="6305" y="1"/>
                    <a:pt x="6208" y="66"/>
                    <a:pt x="6208" y="196"/>
                  </a:cubicBezTo>
                  <a:lnTo>
                    <a:pt x="6208" y="1769"/>
                  </a:lnTo>
                  <a:lnTo>
                    <a:pt x="4995" y="1769"/>
                  </a:lnTo>
                  <a:lnTo>
                    <a:pt x="4995" y="196"/>
                  </a:lnTo>
                  <a:cubicBezTo>
                    <a:pt x="4995" y="66"/>
                    <a:pt x="4898" y="1"/>
                    <a:pt x="4800" y="1"/>
                  </a:cubicBezTo>
                  <a:cubicBezTo>
                    <a:pt x="4703" y="1"/>
                    <a:pt x="4606" y="66"/>
                    <a:pt x="4606" y="196"/>
                  </a:cubicBezTo>
                  <a:lnTo>
                    <a:pt x="4606" y="1769"/>
                  </a:lnTo>
                  <a:lnTo>
                    <a:pt x="3393" y="1769"/>
                  </a:lnTo>
                  <a:lnTo>
                    <a:pt x="3393" y="196"/>
                  </a:lnTo>
                  <a:cubicBezTo>
                    <a:pt x="3393" y="66"/>
                    <a:pt x="3296" y="1"/>
                    <a:pt x="3198" y="1"/>
                  </a:cubicBezTo>
                  <a:cubicBezTo>
                    <a:pt x="3101" y="1"/>
                    <a:pt x="3003" y="66"/>
                    <a:pt x="3003" y="196"/>
                  </a:cubicBezTo>
                  <a:lnTo>
                    <a:pt x="3003" y="1769"/>
                  </a:lnTo>
                  <a:lnTo>
                    <a:pt x="1805" y="1769"/>
                  </a:lnTo>
                  <a:lnTo>
                    <a:pt x="1805" y="196"/>
                  </a:lnTo>
                  <a:cubicBezTo>
                    <a:pt x="1805" y="66"/>
                    <a:pt x="1704" y="1"/>
                    <a:pt x="1603" y="1"/>
                  </a:cubicBezTo>
                  <a:close/>
                </a:path>
              </a:pathLst>
            </a:custGeom>
            <a:solidFill>
              <a:srgbClr val="E9ED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8" name="Google Shape;16578;p67"/>
            <p:cNvSpPr/>
            <p:nvPr/>
          </p:nvSpPr>
          <p:spPr>
            <a:xfrm>
              <a:off x="2398195" y="2723327"/>
              <a:ext cx="74949" cy="63938"/>
            </a:xfrm>
            <a:custGeom>
              <a:avLst/>
              <a:gdLst/>
              <a:ahLst/>
              <a:cxnLst/>
              <a:rect l="l" t="t" r="r" b="b"/>
              <a:pathLst>
                <a:path w="2859" h="2439" extrusionOk="0">
                  <a:moveTo>
                    <a:pt x="1632" y="1"/>
                  </a:moveTo>
                  <a:cubicBezTo>
                    <a:pt x="549" y="1"/>
                    <a:pt x="1" y="1314"/>
                    <a:pt x="780" y="2079"/>
                  </a:cubicBezTo>
                  <a:cubicBezTo>
                    <a:pt x="1028" y="2327"/>
                    <a:pt x="1334" y="2439"/>
                    <a:pt x="1634" y="2439"/>
                  </a:cubicBezTo>
                  <a:cubicBezTo>
                    <a:pt x="2259" y="2439"/>
                    <a:pt x="2859" y="1954"/>
                    <a:pt x="2859" y="1213"/>
                  </a:cubicBezTo>
                  <a:cubicBezTo>
                    <a:pt x="2859" y="549"/>
                    <a:pt x="2310" y="1"/>
                    <a:pt x="1632"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9" name="Google Shape;16579;p67"/>
            <p:cNvSpPr/>
            <p:nvPr/>
          </p:nvSpPr>
          <p:spPr>
            <a:xfrm>
              <a:off x="2421658" y="2740733"/>
              <a:ext cx="34079" cy="29230"/>
            </a:xfrm>
            <a:custGeom>
              <a:avLst/>
              <a:gdLst/>
              <a:ahLst/>
              <a:cxnLst/>
              <a:rect l="l" t="t" r="r" b="b"/>
              <a:pathLst>
                <a:path w="1300" h="1115" extrusionOk="0">
                  <a:moveTo>
                    <a:pt x="737" y="1"/>
                  </a:moveTo>
                  <a:cubicBezTo>
                    <a:pt x="246" y="1"/>
                    <a:pt x="1" y="592"/>
                    <a:pt x="347" y="953"/>
                  </a:cubicBezTo>
                  <a:cubicBezTo>
                    <a:pt x="458" y="1065"/>
                    <a:pt x="597" y="1115"/>
                    <a:pt x="733" y="1115"/>
                  </a:cubicBezTo>
                  <a:cubicBezTo>
                    <a:pt x="1021" y="1115"/>
                    <a:pt x="1300" y="892"/>
                    <a:pt x="1300" y="549"/>
                  </a:cubicBezTo>
                  <a:cubicBezTo>
                    <a:pt x="1300" y="246"/>
                    <a:pt x="1040" y="1"/>
                    <a:pt x="737" y="1"/>
                  </a:cubicBezTo>
                  <a:close/>
                </a:path>
              </a:pathLst>
            </a:custGeom>
            <a:solidFill>
              <a:srgbClr val="90A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0" name="Google Shape;16580;p67"/>
            <p:cNvSpPr/>
            <p:nvPr/>
          </p:nvSpPr>
          <p:spPr>
            <a:xfrm>
              <a:off x="2525338" y="2723327"/>
              <a:ext cx="74975" cy="63938"/>
            </a:xfrm>
            <a:custGeom>
              <a:avLst/>
              <a:gdLst/>
              <a:ahLst/>
              <a:cxnLst/>
              <a:rect l="l" t="t" r="r" b="b"/>
              <a:pathLst>
                <a:path w="2860" h="2439" extrusionOk="0">
                  <a:moveTo>
                    <a:pt x="1632" y="1"/>
                  </a:moveTo>
                  <a:cubicBezTo>
                    <a:pt x="549" y="1"/>
                    <a:pt x="1" y="1314"/>
                    <a:pt x="766" y="2079"/>
                  </a:cubicBezTo>
                  <a:cubicBezTo>
                    <a:pt x="1014" y="2327"/>
                    <a:pt x="1321" y="2439"/>
                    <a:pt x="1623" y="2439"/>
                  </a:cubicBezTo>
                  <a:cubicBezTo>
                    <a:pt x="2253" y="2439"/>
                    <a:pt x="2859" y="1954"/>
                    <a:pt x="2859" y="1213"/>
                  </a:cubicBezTo>
                  <a:cubicBezTo>
                    <a:pt x="2859" y="549"/>
                    <a:pt x="2311" y="1"/>
                    <a:pt x="1632" y="1"/>
                  </a:cubicBezTo>
                  <a:close/>
                </a:path>
              </a:pathLst>
            </a:custGeom>
            <a:solidFill>
              <a:srgbClr val="5C728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1" name="Google Shape;16581;p67"/>
            <p:cNvSpPr/>
            <p:nvPr/>
          </p:nvSpPr>
          <p:spPr>
            <a:xfrm>
              <a:off x="2548800" y="2740733"/>
              <a:ext cx="33712" cy="29230"/>
            </a:xfrm>
            <a:custGeom>
              <a:avLst/>
              <a:gdLst/>
              <a:ahLst/>
              <a:cxnLst/>
              <a:rect l="l" t="t" r="r" b="b"/>
              <a:pathLst>
                <a:path w="1286" h="1115" extrusionOk="0">
                  <a:moveTo>
                    <a:pt x="737" y="1"/>
                  </a:moveTo>
                  <a:cubicBezTo>
                    <a:pt x="246" y="1"/>
                    <a:pt x="1" y="592"/>
                    <a:pt x="347" y="953"/>
                  </a:cubicBezTo>
                  <a:cubicBezTo>
                    <a:pt x="459" y="1065"/>
                    <a:pt x="596" y="1115"/>
                    <a:pt x="730" y="1115"/>
                  </a:cubicBezTo>
                  <a:cubicBezTo>
                    <a:pt x="1013" y="1115"/>
                    <a:pt x="1286" y="892"/>
                    <a:pt x="1286" y="549"/>
                  </a:cubicBezTo>
                  <a:cubicBezTo>
                    <a:pt x="1286" y="246"/>
                    <a:pt x="1040" y="1"/>
                    <a:pt x="737" y="1"/>
                  </a:cubicBezTo>
                  <a:close/>
                </a:path>
              </a:pathLst>
            </a:custGeom>
            <a:solidFill>
              <a:srgbClr val="90A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2" name="Google Shape;16582;p67"/>
            <p:cNvSpPr/>
            <p:nvPr/>
          </p:nvSpPr>
          <p:spPr>
            <a:xfrm>
              <a:off x="2375860" y="2498166"/>
              <a:ext cx="279662" cy="145729"/>
            </a:xfrm>
            <a:custGeom>
              <a:avLst/>
              <a:gdLst/>
              <a:ahLst/>
              <a:cxnLst/>
              <a:rect l="l" t="t" r="r" b="b"/>
              <a:pathLst>
                <a:path w="10668" h="5559" extrusionOk="0">
                  <a:moveTo>
                    <a:pt x="9537" y="0"/>
                  </a:moveTo>
                  <a:cubicBezTo>
                    <a:pt x="9529" y="0"/>
                    <a:pt x="9521" y="0"/>
                    <a:pt x="9514" y="0"/>
                  </a:cubicBezTo>
                  <a:lnTo>
                    <a:pt x="1" y="0"/>
                  </a:lnTo>
                  <a:lnTo>
                    <a:pt x="376" y="1054"/>
                  </a:lnTo>
                  <a:lnTo>
                    <a:pt x="9471" y="1054"/>
                  </a:lnTo>
                  <a:lnTo>
                    <a:pt x="8431" y="5558"/>
                  </a:lnTo>
                  <a:lnTo>
                    <a:pt x="9514" y="5558"/>
                  </a:lnTo>
                  <a:lnTo>
                    <a:pt x="10524" y="1256"/>
                  </a:lnTo>
                  <a:cubicBezTo>
                    <a:pt x="10667" y="614"/>
                    <a:pt x="10189" y="0"/>
                    <a:pt x="9537" y="0"/>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3" name="Google Shape;16583;p67"/>
            <p:cNvSpPr/>
            <p:nvPr/>
          </p:nvSpPr>
          <p:spPr>
            <a:xfrm>
              <a:off x="2608230" y="2498166"/>
              <a:ext cx="47292" cy="146096"/>
            </a:xfrm>
            <a:custGeom>
              <a:avLst/>
              <a:gdLst/>
              <a:ahLst/>
              <a:cxnLst/>
              <a:rect l="l" t="t" r="r" b="b"/>
              <a:pathLst>
                <a:path w="1804" h="5573" extrusionOk="0">
                  <a:moveTo>
                    <a:pt x="23" y="0"/>
                  </a:moveTo>
                  <a:cubicBezTo>
                    <a:pt x="15" y="0"/>
                    <a:pt x="8" y="0"/>
                    <a:pt x="0" y="0"/>
                  </a:cubicBezTo>
                  <a:lnTo>
                    <a:pt x="46" y="0"/>
                  </a:lnTo>
                  <a:cubicBezTo>
                    <a:pt x="38" y="0"/>
                    <a:pt x="31" y="0"/>
                    <a:pt x="23" y="0"/>
                  </a:cubicBezTo>
                  <a:close/>
                  <a:moveTo>
                    <a:pt x="673" y="0"/>
                  </a:moveTo>
                  <a:cubicBezTo>
                    <a:pt x="665" y="0"/>
                    <a:pt x="657" y="0"/>
                    <a:pt x="650" y="0"/>
                  </a:cubicBezTo>
                  <a:lnTo>
                    <a:pt x="46" y="0"/>
                  </a:lnTo>
                  <a:cubicBezTo>
                    <a:pt x="686" y="14"/>
                    <a:pt x="1151" y="622"/>
                    <a:pt x="996" y="1256"/>
                  </a:cubicBezTo>
                  <a:lnTo>
                    <a:pt x="0" y="5573"/>
                  </a:lnTo>
                  <a:lnTo>
                    <a:pt x="664" y="5573"/>
                  </a:lnTo>
                  <a:lnTo>
                    <a:pt x="1660" y="1256"/>
                  </a:lnTo>
                  <a:cubicBezTo>
                    <a:pt x="1803" y="614"/>
                    <a:pt x="1325" y="0"/>
                    <a:pt x="673"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4" name="Google Shape;16584;p67"/>
            <p:cNvSpPr/>
            <p:nvPr/>
          </p:nvSpPr>
          <p:spPr>
            <a:xfrm>
              <a:off x="2302458" y="2474704"/>
              <a:ext cx="353850" cy="196796"/>
            </a:xfrm>
            <a:custGeom>
              <a:avLst/>
              <a:gdLst/>
              <a:ahLst/>
              <a:cxnLst/>
              <a:rect l="l" t="t" r="r" b="b"/>
              <a:pathLst>
                <a:path w="13498" h="7507" extrusionOk="0">
                  <a:moveTo>
                    <a:pt x="708" y="1"/>
                  </a:moveTo>
                  <a:cubicBezTo>
                    <a:pt x="0" y="1"/>
                    <a:pt x="0" y="1054"/>
                    <a:pt x="708" y="1054"/>
                  </a:cubicBezTo>
                  <a:lnTo>
                    <a:pt x="1660" y="1054"/>
                  </a:lnTo>
                  <a:cubicBezTo>
                    <a:pt x="1704" y="1054"/>
                    <a:pt x="1747" y="1083"/>
                    <a:pt x="1762" y="1126"/>
                  </a:cubicBezTo>
                  <a:lnTo>
                    <a:pt x="3566" y="6193"/>
                  </a:lnTo>
                  <a:cubicBezTo>
                    <a:pt x="3898" y="6987"/>
                    <a:pt x="4678" y="7507"/>
                    <a:pt x="5544" y="7507"/>
                  </a:cubicBezTo>
                  <a:lnTo>
                    <a:pt x="12790" y="7507"/>
                  </a:lnTo>
                  <a:cubicBezTo>
                    <a:pt x="13498" y="7507"/>
                    <a:pt x="13498" y="6453"/>
                    <a:pt x="12790" y="6453"/>
                  </a:cubicBezTo>
                  <a:lnTo>
                    <a:pt x="12790" y="6468"/>
                  </a:lnTo>
                  <a:lnTo>
                    <a:pt x="5544" y="6468"/>
                  </a:lnTo>
                  <a:cubicBezTo>
                    <a:pt x="5111" y="6468"/>
                    <a:pt x="4706" y="6193"/>
                    <a:pt x="4533" y="5789"/>
                  </a:cubicBezTo>
                  <a:lnTo>
                    <a:pt x="2743" y="722"/>
                  </a:lnTo>
                  <a:cubicBezTo>
                    <a:pt x="2555" y="289"/>
                    <a:pt x="2137" y="1"/>
                    <a:pt x="1660" y="1"/>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5" name="Google Shape;16585;p67"/>
            <p:cNvSpPr/>
            <p:nvPr/>
          </p:nvSpPr>
          <p:spPr>
            <a:xfrm>
              <a:off x="2402363" y="2644236"/>
              <a:ext cx="254574" cy="27657"/>
            </a:xfrm>
            <a:custGeom>
              <a:avLst/>
              <a:gdLst/>
              <a:ahLst/>
              <a:cxnLst/>
              <a:rect l="l" t="t" r="r" b="b"/>
              <a:pathLst>
                <a:path w="9711" h="1055" extrusionOk="0">
                  <a:moveTo>
                    <a:pt x="9037" y="1"/>
                  </a:moveTo>
                  <a:cubicBezTo>
                    <a:pt x="9037" y="15"/>
                    <a:pt x="9037" y="29"/>
                    <a:pt x="9037" y="44"/>
                  </a:cubicBezTo>
                  <a:cubicBezTo>
                    <a:pt x="9037" y="333"/>
                    <a:pt x="8792" y="578"/>
                    <a:pt x="8503" y="578"/>
                  </a:cubicBezTo>
                  <a:lnTo>
                    <a:pt x="1256" y="578"/>
                  </a:lnTo>
                  <a:cubicBezTo>
                    <a:pt x="809" y="578"/>
                    <a:pt x="361" y="434"/>
                    <a:pt x="0" y="159"/>
                  </a:cubicBezTo>
                  <a:lnTo>
                    <a:pt x="0" y="159"/>
                  </a:lnTo>
                  <a:cubicBezTo>
                    <a:pt x="405" y="722"/>
                    <a:pt x="1054" y="1054"/>
                    <a:pt x="1747" y="1054"/>
                  </a:cubicBezTo>
                  <a:lnTo>
                    <a:pt x="8979" y="1054"/>
                  </a:lnTo>
                  <a:cubicBezTo>
                    <a:pt x="8984" y="1054"/>
                    <a:pt x="8989" y="1054"/>
                    <a:pt x="8994" y="1054"/>
                  </a:cubicBezTo>
                  <a:cubicBezTo>
                    <a:pt x="9673" y="1054"/>
                    <a:pt x="9711" y="44"/>
                    <a:pt x="9037"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6" name="Google Shape;16586;p67"/>
            <p:cNvSpPr/>
            <p:nvPr/>
          </p:nvSpPr>
          <p:spPr>
            <a:xfrm>
              <a:off x="2375126" y="2653306"/>
              <a:ext cx="243721" cy="76862"/>
            </a:xfrm>
            <a:custGeom>
              <a:avLst/>
              <a:gdLst/>
              <a:ahLst/>
              <a:cxnLst/>
              <a:rect l="l" t="t" r="r" b="b"/>
              <a:pathLst>
                <a:path w="9297" h="2932" extrusionOk="0">
                  <a:moveTo>
                    <a:pt x="1169" y="1"/>
                  </a:moveTo>
                  <a:lnTo>
                    <a:pt x="621" y="766"/>
                  </a:lnTo>
                  <a:cubicBezTo>
                    <a:pt x="0" y="1676"/>
                    <a:pt x="650" y="2931"/>
                    <a:pt x="1761" y="2931"/>
                  </a:cubicBezTo>
                  <a:lnTo>
                    <a:pt x="8604" y="2931"/>
                  </a:lnTo>
                  <a:cubicBezTo>
                    <a:pt x="9296" y="2931"/>
                    <a:pt x="9296" y="1878"/>
                    <a:pt x="8604" y="1878"/>
                  </a:cubicBezTo>
                  <a:lnTo>
                    <a:pt x="1776" y="1878"/>
                  </a:lnTo>
                  <a:cubicBezTo>
                    <a:pt x="1516" y="1878"/>
                    <a:pt x="1357" y="1589"/>
                    <a:pt x="1501" y="1372"/>
                  </a:cubicBezTo>
                  <a:lnTo>
                    <a:pt x="2050" y="578"/>
                  </a:lnTo>
                  <a:cubicBezTo>
                    <a:pt x="1703" y="463"/>
                    <a:pt x="1400" y="261"/>
                    <a:pt x="1169" y="1"/>
                  </a:cubicBezTo>
                  <a:close/>
                </a:path>
              </a:pathLst>
            </a:custGeom>
            <a:solidFill>
              <a:srgbClr val="97A7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7" name="Google Shape;16587;p67"/>
            <p:cNvSpPr/>
            <p:nvPr/>
          </p:nvSpPr>
          <p:spPr>
            <a:xfrm>
              <a:off x="2382676" y="2688880"/>
              <a:ext cx="232003" cy="41289"/>
            </a:xfrm>
            <a:custGeom>
              <a:avLst/>
              <a:gdLst/>
              <a:ahLst/>
              <a:cxnLst/>
              <a:rect l="l" t="t" r="r" b="b"/>
              <a:pathLst>
                <a:path w="8850" h="1575" extrusionOk="0">
                  <a:moveTo>
                    <a:pt x="116" y="1"/>
                  </a:moveTo>
                  <a:lnTo>
                    <a:pt x="116" y="1"/>
                  </a:lnTo>
                  <a:cubicBezTo>
                    <a:pt x="1" y="795"/>
                    <a:pt x="593" y="1517"/>
                    <a:pt x="1401" y="1574"/>
                  </a:cubicBezTo>
                  <a:lnTo>
                    <a:pt x="7911" y="1574"/>
                  </a:lnTo>
                  <a:cubicBezTo>
                    <a:pt x="8099" y="1574"/>
                    <a:pt x="8301" y="1560"/>
                    <a:pt x="8489" y="1546"/>
                  </a:cubicBezTo>
                  <a:cubicBezTo>
                    <a:pt x="8518" y="1531"/>
                    <a:pt x="8547" y="1517"/>
                    <a:pt x="8561" y="1502"/>
                  </a:cubicBezTo>
                  <a:lnTo>
                    <a:pt x="8575" y="1502"/>
                  </a:lnTo>
                  <a:lnTo>
                    <a:pt x="8633" y="1473"/>
                  </a:lnTo>
                  <a:lnTo>
                    <a:pt x="8662" y="1444"/>
                  </a:lnTo>
                  <a:lnTo>
                    <a:pt x="8691" y="1416"/>
                  </a:lnTo>
                  <a:lnTo>
                    <a:pt x="8705" y="1401"/>
                  </a:lnTo>
                  <a:lnTo>
                    <a:pt x="8720" y="1387"/>
                  </a:lnTo>
                  <a:lnTo>
                    <a:pt x="8734" y="1372"/>
                  </a:lnTo>
                  <a:lnTo>
                    <a:pt x="8749" y="1343"/>
                  </a:lnTo>
                  <a:lnTo>
                    <a:pt x="8763" y="1315"/>
                  </a:lnTo>
                  <a:lnTo>
                    <a:pt x="8777" y="1300"/>
                  </a:lnTo>
                  <a:lnTo>
                    <a:pt x="8792" y="1271"/>
                  </a:lnTo>
                  <a:lnTo>
                    <a:pt x="8792" y="1257"/>
                  </a:lnTo>
                  <a:lnTo>
                    <a:pt x="8806" y="1228"/>
                  </a:lnTo>
                  <a:lnTo>
                    <a:pt x="8806" y="1213"/>
                  </a:lnTo>
                  <a:lnTo>
                    <a:pt x="8806" y="1170"/>
                  </a:lnTo>
                  <a:lnTo>
                    <a:pt x="8806" y="1112"/>
                  </a:lnTo>
                  <a:lnTo>
                    <a:pt x="8806" y="1055"/>
                  </a:lnTo>
                  <a:cubicBezTo>
                    <a:pt x="8821" y="1040"/>
                    <a:pt x="8835" y="1011"/>
                    <a:pt x="8850" y="997"/>
                  </a:cubicBezTo>
                  <a:lnTo>
                    <a:pt x="8850" y="954"/>
                  </a:lnTo>
                  <a:cubicBezTo>
                    <a:pt x="8835" y="910"/>
                    <a:pt x="8821" y="867"/>
                    <a:pt x="8821" y="838"/>
                  </a:cubicBezTo>
                  <a:cubicBezTo>
                    <a:pt x="8705" y="997"/>
                    <a:pt x="8518" y="1098"/>
                    <a:pt x="8330" y="1112"/>
                  </a:cubicBezTo>
                  <a:lnTo>
                    <a:pt x="1488" y="1112"/>
                  </a:lnTo>
                  <a:cubicBezTo>
                    <a:pt x="824" y="1098"/>
                    <a:pt x="261" y="636"/>
                    <a:pt x="116"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8" name="Google Shape;16588;p67"/>
            <p:cNvSpPr/>
            <p:nvPr/>
          </p:nvSpPr>
          <p:spPr>
            <a:xfrm>
              <a:off x="2396675" y="2652939"/>
              <a:ext cx="32192" cy="27657"/>
            </a:xfrm>
            <a:custGeom>
              <a:avLst/>
              <a:gdLst/>
              <a:ahLst/>
              <a:cxnLst/>
              <a:rect l="l" t="t" r="r" b="b"/>
              <a:pathLst>
                <a:path w="1228" h="1055" extrusionOk="0">
                  <a:moveTo>
                    <a:pt x="347" y="1"/>
                  </a:moveTo>
                  <a:lnTo>
                    <a:pt x="1" y="506"/>
                  </a:lnTo>
                  <a:cubicBezTo>
                    <a:pt x="261" y="766"/>
                    <a:pt x="564" y="953"/>
                    <a:pt x="910" y="1054"/>
                  </a:cubicBezTo>
                  <a:lnTo>
                    <a:pt x="1228" y="592"/>
                  </a:lnTo>
                  <a:cubicBezTo>
                    <a:pt x="896" y="477"/>
                    <a:pt x="593" y="275"/>
                    <a:pt x="347"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89" name="Google Shape;16589;p67"/>
          <p:cNvGrpSpPr/>
          <p:nvPr/>
        </p:nvGrpSpPr>
        <p:grpSpPr>
          <a:xfrm>
            <a:off x="2806053" y="2442538"/>
            <a:ext cx="246002" cy="348922"/>
            <a:chOff x="2831110" y="2442538"/>
            <a:chExt cx="246002" cy="348922"/>
          </a:xfrm>
        </p:grpSpPr>
        <p:sp>
          <p:nvSpPr>
            <p:cNvPr id="16590" name="Google Shape;16590;p67"/>
            <p:cNvSpPr/>
            <p:nvPr/>
          </p:nvSpPr>
          <p:spPr>
            <a:xfrm>
              <a:off x="2831110" y="2442538"/>
              <a:ext cx="194542" cy="348922"/>
            </a:xfrm>
            <a:custGeom>
              <a:avLst/>
              <a:gdLst/>
              <a:ahLst/>
              <a:cxnLst/>
              <a:rect l="l" t="t" r="r" b="b"/>
              <a:pathLst>
                <a:path w="7421" h="13310" extrusionOk="0">
                  <a:moveTo>
                    <a:pt x="925" y="0"/>
                  </a:moveTo>
                  <a:cubicBezTo>
                    <a:pt x="419" y="0"/>
                    <a:pt x="1" y="419"/>
                    <a:pt x="1" y="924"/>
                  </a:cubicBezTo>
                  <a:lnTo>
                    <a:pt x="1" y="12372"/>
                  </a:lnTo>
                  <a:cubicBezTo>
                    <a:pt x="1" y="12891"/>
                    <a:pt x="419" y="13310"/>
                    <a:pt x="925" y="13310"/>
                  </a:cubicBezTo>
                  <a:lnTo>
                    <a:pt x="6497" y="13310"/>
                  </a:lnTo>
                  <a:cubicBezTo>
                    <a:pt x="7002" y="13310"/>
                    <a:pt x="7421" y="12891"/>
                    <a:pt x="7421" y="12372"/>
                  </a:cubicBezTo>
                  <a:lnTo>
                    <a:pt x="7421" y="924"/>
                  </a:lnTo>
                  <a:cubicBezTo>
                    <a:pt x="7421" y="419"/>
                    <a:pt x="7002" y="0"/>
                    <a:pt x="6497" y="0"/>
                  </a:cubicBezTo>
                  <a:close/>
                </a:path>
              </a:pathLst>
            </a:custGeom>
            <a:solidFill>
              <a:srgbClr val="6D819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1" name="Google Shape;16591;p67"/>
            <p:cNvSpPr/>
            <p:nvPr/>
          </p:nvSpPr>
          <p:spPr>
            <a:xfrm>
              <a:off x="2831110" y="2476591"/>
              <a:ext cx="194542" cy="276647"/>
            </a:xfrm>
            <a:custGeom>
              <a:avLst/>
              <a:gdLst/>
              <a:ahLst/>
              <a:cxnLst/>
              <a:rect l="l" t="t" r="r" b="b"/>
              <a:pathLst>
                <a:path w="7421" h="10553" extrusionOk="0">
                  <a:moveTo>
                    <a:pt x="1" y="1"/>
                  </a:moveTo>
                  <a:lnTo>
                    <a:pt x="1" y="10553"/>
                  </a:lnTo>
                  <a:lnTo>
                    <a:pt x="7421" y="10553"/>
                  </a:lnTo>
                  <a:lnTo>
                    <a:pt x="7421" y="1"/>
                  </a:lnTo>
                  <a:close/>
                </a:path>
              </a:pathLst>
            </a:custGeom>
            <a:solidFill>
              <a:srgbClr val="91A2B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2" name="Google Shape;16592;p67"/>
            <p:cNvSpPr/>
            <p:nvPr/>
          </p:nvSpPr>
          <p:spPr>
            <a:xfrm>
              <a:off x="2926480" y="2542181"/>
              <a:ext cx="99171" cy="158732"/>
            </a:xfrm>
            <a:custGeom>
              <a:avLst/>
              <a:gdLst/>
              <a:ahLst/>
              <a:cxnLst/>
              <a:rect l="l" t="t" r="r" b="b"/>
              <a:pathLst>
                <a:path w="3783" h="6055" extrusionOk="0">
                  <a:moveTo>
                    <a:pt x="3022" y="1"/>
                  </a:moveTo>
                  <a:cubicBezTo>
                    <a:pt x="1399" y="1"/>
                    <a:pt x="0" y="1313"/>
                    <a:pt x="0" y="3027"/>
                  </a:cubicBezTo>
                  <a:cubicBezTo>
                    <a:pt x="0" y="4741"/>
                    <a:pt x="1399" y="6054"/>
                    <a:pt x="3022" y="6054"/>
                  </a:cubicBezTo>
                  <a:cubicBezTo>
                    <a:pt x="3272" y="6054"/>
                    <a:pt x="3527" y="6023"/>
                    <a:pt x="3783" y="5958"/>
                  </a:cubicBezTo>
                  <a:lnTo>
                    <a:pt x="3783" y="97"/>
                  </a:lnTo>
                  <a:cubicBezTo>
                    <a:pt x="3527" y="32"/>
                    <a:pt x="3272" y="1"/>
                    <a:pt x="3022"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3" name="Google Shape;16593;p67"/>
            <p:cNvSpPr/>
            <p:nvPr/>
          </p:nvSpPr>
          <p:spPr>
            <a:xfrm>
              <a:off x="3008979" y="2476591"/>
              <a:ext cx="16673" cy="276647"/>
            </a:xfrm>
            <a:custGeom>
              <a:avLst/>
              <a:gdLst/>
              <a:ahLst/>
              <a:cxnLst/>
              <a:rect l="l" t="t" r="r" b="b"/>
              <a:pathLst>
                <a:path w="636" h="10553" extrusionOk="0">
                  <a:moveTo>
                    <a:pt x="0" y="1"/>
                  </a:moveTo>
                  <a:lnTo>
                    <a:pt x="0" y="10553"/>
                  </a:lnTo>
                  <a:lnTo>
                    <a:pt x="636" y="10553"/>
                  </a:lnTo>
                  <a:lnTo>
                    <a:pt x="636" y="1"/>
                  </a:ln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4" name="Google Shape;16594;p67"/>
            <p:cNvSpPr/>
            <p:nvPr/>
          </p:nvSpPr>
          <p:spPr>
            <a:xfrm>
              <a:off x="2877668" y="2587481"/>
              <a:ext cx="77229" cy="10617"/>
            </a:xfrm>
            <a:custGeom>
              <a:avLst/>
              <a:gdLst/>
              <a:ahLst/>
              <a:cxnLst/>
              <a:rect l="l" t="t" r="r" b="b"/>
              <a:pathLst>
                <a:path w="2946" h="405" extrusionOk="0">
                  <a:moveTo>
                    <a:pt x="260" y="0"/>
                  </a:moveTo>
                  <a:cubicBezTo>
                    <a:pt x="0" y="0"/>
                    <a:pt x="0" y="404"/>
                    <a:pt x="260" y="404"/>
                  </a:cubicBezTo>
                  <a:lnTo>
                    <a:pt x="2671" y="404"/>
                  </a:lnTo>
                  <a:cubicBezTo>
                    <a:pt x="2945" y="404"/>
                    <a:pt x="2945" y="0"/>
                    <a:pt x="2671"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5" name="Google Shape;16595;p67"/>
            <p:cNvSpPr/>
            <p:nvPr/>
          </p:nvSpPr>
          <p:spPr>
            <a:xfrm>
              <a:off x="2851164" y="2567426"/>
              <a:ext cx="117338" cy="10617"/>
            </a:xfrm>
            <a:custGeom>
              <a:avLst/>
              <a:gdLst/>
              <a:ahLst/>
              <a:cxnLst/>
              <a:rect l="l" t="t" r="r" b="b"/>
              <a:pathLst>
                <a:path w="4476" h="405" extrusionOk="0">
                  <a:moveTo>
                    <a:pt x="275" y="0"/>
                  </a:moveTo>
                  <a:cubicBezTo>
                    <a:pt x="1" y="0"/>
                    <a:pt x="1" y="404"/>
                    <a:pt x="275" y="404"/>
                  </a:cubicBezTo>
                  <a:lnTo>
                    <a:pt x="4202" y="404"/>
                  </a:lnTo>
                  <a:cubicBezTo>
                    <a:pt x="4476" y="404"/>
                    <a:pt x="4476" y="0"/>
                    <a:pt x="4202"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6" name="Google Shape;16596;p67"/>
            <p:cNvSpPr/>
            <p:nvPr/>
          </p:nvSpPr>
          <p:spPr>
            <a:xfrm>
              <a:off x="2897329" y="2643109"/>
              <a:ext cx="55287" cy="10617"/>
            </a:xfrm>
            <a:custGeom>
              <a:avLst/>
              <a:gdLst/>
              <a:ahLst/>
              <a:cxnLst/>
              <a:rect l="l" t="t" r="r" b="b"/>
              <a:pathLst>
                <a:path w="2109" h="405" extrusionOk="0">
                  <a:moveTo>
                    <a:pt x="275" y="0"/>
                  </a:moveTo>
                  <a:cubicBezTo>
                    <a:pt x="1" y="0"/>
                    <a:pt x="1" y="404"/>
                    <a:pt x="275" y="404"/>
                  </a:cubicBezTo>
                  <a:lnTo>
                    <a:pt x="1849" y="404"/>
                  </a:lnTo>
                  <a:cubicBezTo>
                    <a:pt x="2109" y="404"/>
                    <a:pt x="2109" y="0"/>
                    <a:pt x="1849"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7" name="Google Shape;16597;p67"/>
            <p:cNvSpPr/>
            <p:nvPr/>
          </p:nvSpPr>
          <p:spPr>
            <a:xfrm>
              <a:off x="2865556" y="2627196"/>
              <a:ext cx="79117" cy="10643"/>
            </a:xfrm>
            <a:custGeom>
              <a:avLst/>
              <a:gdLst/>
              <a:ahLst/>
              <a:cxnLst/>
              <a:rect l="l" t="t" r="r" b="b"/>
              <a:pathLst>
                <a:path w="3018" h="406" extrusionOk="0">
                  <a:moveTo>
                    <a:pt x="275" y="1"/>
                  </a:moveTo>
                  <a:cubicBezTo>
                    <a:pt x="0" y="1"/>
                    <a:pt x="0" y="405"/>
                    <a:pt x="275" y="405"/>
                  </a:cubicBezTo>
                  <a:lnTo>
                    <a:pt x="2758" y="405"/>
                  </a:lnTo>
                  <a:cubicBezTo>
                    <a:pt x="3017" y="405"/>
                    <a:pt x="3017" y="1"/>
                    <a:pt x="2758" y="1"/>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8" name="Google Shape;16598;p67"/>
            <p:cNvSpPr/>
            <p:nvPr/>
          </p:nvSpPr>
          <p:spPr>
            <a:xfrm>
              <a:off x="2934056" y="2550019"/>
              <a:ext cx="143055" cy="143055"/>
            </a:xfrm>
            <a:custGeom>
              <a:avLst/>
              <a:gdLst/>
              <a:ahLst/>
              <a:cxnLst/>
              <a:rect l="l" t="t" r="r" b="b"/>
              <a:pathLst>
                <a:path w="5457" h="5457" extrusionOk="0">
                  <a:moveTo>
                    <a:pt x="2729" y="0"/>
                  </a:moveTo>
                  <a:cubicBezTo>
                    <a:pt x="1227" y="0"/>
                    <a:pt x="0" y="1227"/>
                    <a:pt x="0" y="2728"/>
                  </a:cubicBezTo>
                  <a:cubicBezTo>
                    <a:pt x="0" y="4230"/>
                    <a:pt x="1227" y="5457"/>
                    <a:pt x="2729" y="5457"/>
                  </a:cubicBezTo>
                  <a:cubicBezTo>
                    <a:pt x="4244" y="5457"/>
                    <a:pt x="5457" y="4230"/>
                    <a:pt x="5457" y="2728"/>
                  </a:cubicBezTo>
                  <a:cubicBezTo>
                    <a:pt x="5457" y="1227"/>
                    <a:pt x="4244" y="0"/>
                    <a:pt x="2729" y="0"/>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9" name="Google Shape;16599;p67"/>
            <p:cNvSpPr/>
            <p:nvPr/>
          </p:nvSpPr>
          <p:spPr>
            <a:xfrm>
              <a:off x="2957125" y="2572722"/>
              <a:ext cx="97284" cy="97651"/>
            </a:xfrm>
            <a:custGeom>
              <a:avLst/>
              <a:gdLst/>
              <a:ahLst/>
              <a:cxnLst/>
              <a:rect l="l" t="t" r="r" b="b"/>
              <a:pathLst>
                <a:path w="3711" h="3725" extrusionOk="0">
                  <a:moveTo>
                    <a:pt x="1849" y="0"/>
                  </a:moveTo>
                  <a:cubicBezTo>
                    <a:pt x="824" y="0"/>
                    <a:pt x="1" y="838"/>
                    <a:pt x="1" y="1862"/>
                  </a:cubicBezTo>
                  <a:cubicBezTo>
                    <a:pt x="1" y="2887"/>
                    <a:pt x="824" y="3725"/>
                    <a:pt x="1849" y="3725"/>
                  </a:cubicBezTo>
                  <a:cubicBezTo>
                    <a:pt x="2873" y="3725"/>
                    <a:pt x="3711" y="2887"/>
                    <a:pt x="3711" y="1862"/>
                  </a:cubicBezTo>
                  <a:cubicBezTo>
                    <a:pt x="3711" y="838"/>
                    <a:pt x="2873" y="0"/>
                    <a:pt x="1849" y="0"/>
                  </a:cubicBezTo>
                  <a:close/>
                </a:path>
              </a:pathLst>
            </a:custGeom>
            <a:solidFill>
              <a:srgbClr val="B3C2C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0" name="Google Shape;16600;p67"/>
            <p:cNvSpPr/>
            <p:nvPr/>
          </p:nvSpPr>
          <p:spPr>
            <a:xfrm>
              <a:off x="2951463" y="2568082"/>
              <a:ext cx="108242" cy="107219"/>
            </a:xfrm>
            <a:custGeom>
              <a:avLst/>
              <a:gdLst/>
              <a:ahLst/>
              <a:cxnLst/>
              <a:rect l="l" t="t" r="r" b="b"/>
              <a:pathLst>
                <a:path w="4129" h="4090" extrusionOk="0">
                  <a:moveTo>
                    <a:pt x="1828" y="1"/>
                  </a:moveTo>
                  <a:cubicBezTo>
                    <a:pt x="1816" y="1"/>
                    <a:pt x="1803" y="2"/>
                    <a:pt x="1790" y="4"/>
                  </a:cubicBezTo>
                  <a:cubicBezTo>
                    <a:pt x="1660" y="18"/>
                    <a:pt x="1545" y="47"/>
                    <a:pt x="1429" y="91"/>
                  </a:cubicBezTo>
                  <a:cubicBezTo>
                    <a:pt x="1203" y="147"/>
                    <a:pt x="1254" y="481"/>
                    <a:pt x="1473" y="481"/>
                  </a:cubicBezTo>
                  <a:cubicBezTo>
                    <a:pt x="1478" y="481"/>
                    <a:pt x="1482" y="481"/>
                    <a:pt x="1487" y="480"/>
                  </a:cubicBezTo>
                  <a:cubicBezTo>
                    <a:pt x="1516" y="480"/>
                    <a:pt x="1530" y="480"/>
                    <a:pt x="1545" y="466"/>
                  </a:cubicBezTo>
                  <a:cubicBezTo>
                    <a:pt x="1646" y="437"/>
                    <a:pt x="1747" y="423"/>
                    <a:pt x="1848" y="408"/>
                  </a:cubicBezTo>
                  <a:cubicBezTo>
                    <a:pt x="2095" y="367"/>
                    <a:pt x="2055" y="1"/>
                    <a:pt x="1828" y="1"/>
                  </a:cubicBezTo>
                  <a:close/>
                  <a:moveTo>
                    <a:pt x="2637" y="81"/>
                  </a:moveTo>
                  <a:cubicBezTo>
                    <a:pt x="2436" y="81"/>
                    <a:pt x="2361" y="388"/>
                    <a:pt x="2584" y="480"/>
                  </a:cubicBezTo>
                  <a:cubicBezTo>
                    <a:pt x="2671" y="509"/>
                    <a:pt x="2757" y="538"/>
                    <a:pt x="2844" y="596"/>
                  </a:cubicBezTo>
                  <a:cubicBezTo>
                    <a:pt x="2873" y="610"/>
                    <a:pt x="2916" y="610"/>
                    <a:pt x="2945" y="610"/>
                  </a:cubicBezTo>
                  <a:cubicBezTo>
                    <a:pt x="3162" y="610"/>
                    <a:pt x="3234" y="336"/>
                    <a:pt x="3046" y="235"/>
                  </a:cubicBezTo>
                  <a:cubicBezTo>
                    <a:pt x="2931" y="177"/>
                    <a:pt x="2815" y="120"/>
                    <a:pt x="2700" y="91"/>
                  </a:cubicBezTo>
                  <a:cubicBezTo>
                    <a:pt x="2678" y="84"/>
                    <a:pt x="2657" y="81"/>
                    <a:pt x="2637" y="81"/>
                  </a:cubicBezTo>
                  <a:close/>
                  <a:moveTo>
                    <a:pt x="781" y="492"/>
                  </a:moveTo>
                  <a:cubicBezTo>
                    <a:pt x="732" y="492"/>
                    <a:pt x="682" y="510"/>
                    <a:pt x="635" y="553"/>
                  </a:cubicBezTo>
                  <a:cubicBezTo>
                    <a:pt x="549" y="639"/>
                    <a:pt x="477" y="726"/>
                    <a:pt x="404" y="827"/>
                  </a:cubicBezTo>
                  <a:cubicBezTo>
                    <a:pt x="303" y="971"/>
                    <a:pt x="390" y="1159"/>
                    <a:pt x="563" y="1159"/>
                  </a:cubicBezTo>
                  <a:cubicBezTo>
                    <a:pt x="635" y="1159"/>
                    <a:pt x="693" y="1116"/>
                    <a:pt x="736" y="1072"/>
                  </a:cubicBezTo>
                  <a:cubicBezTo>
                    <a:pt x="794" y="986"/>
                    <a:pt x="852" y="913"/>
                    <a:pt x="924" y="841"/>
                  </a:cubicBezTo>
                  <a:cubicBezTo>
                    <a:pt x="1080" y="697"/>
                    <a:pt x="944" y="492"/>
                    <a:pt x="781" y="492"/>
                  </a:cubicBezTo>
                  <a:close/>
                  <a:moveTo>
                    <a:pt x="3577" y="740"/>
                  </a:moveTo>
                  <a:cubicBezTo>
                    <a:pt x="3431" y="740"/>
                    <a:pt x="3293" y="903"/>
                    <a:pt x="3407" y="1058"/>
                  </a:cubicBezTo>
                  <a:cubicBezTo>
                    <a:pt x="3465" y="1144"/>
                    <a:pt x="3522" y="1231"/>
                    <a:pt x="3566" y="1318"/>
                  </a:cubicBezTo>
                  <a:cubicBezTo>
                    <a:pt x="3595" y="1390"/>
                    <a:pt x="3667" y="1433"/>
                    <a:pt x="3739" y="1433"/>
                  </a:cubicBezTo>
                  <a:lnTo>
                    <a:pt x="3753" y="1433"/>
                  </a:lnTo>
                  <a:cubicBezTo>
                    <a:pt x="3898" y="1433"/>
                    <a:pt x="3999" y="1274"/>
                    <a:pt x="3927" y="1144"/>
                  </a:cubicBezTo>
                  <a:cubicBezTo>
                    <a:pt x="3869" y="1029"/>
                    <a:pt x="3811" y="928"/>
                    <a:pt x="3739" y="827"/>
                  </a:cubicBezTo>
                  <a:cubicBezTo>
                    <a:pt x="3694" y="765"/>
                    <a:pt x="3635" y="740"/>
                    <a:pt x="3577" y="740"/>
                  </a:cubicBezTo>
                  <a:close/>
                  <a:moveTo>
                    <a:pt x="235" y="1516"/>
                  </a:moveTo>
                  <a:cubicBezTo>
                    <a:pt x="148" y="1516"/>
                    <a:pt x="62" y="1566"/>
                    <a:pt x="44" y="1679"/>
                  </a:cubicBezTo>
                  <a:cubicBezTo>
                    <a:pt x="15" y="1794"/>
                    <a:pt x="0" y="1924"/>
                    <a:pt x="0" y="2039"/>
                  </a:cubicBezTo>
                  <a:cubicBezTo>
                    <a:pt x="0" y="2155"/>
                    <a:pt x="101" y="2242"/>
                    <a:pt x="202" y="2242"/>
                  </a:cubicBezTo>
                  <a:lnTo>
                    <a:pt x="217" y="2242"/>
                  </a:lnTo>
                  <a:cubicBezTo>
                    <a:pt x="318" y="2242"/>
                    <a:pt x="404" y="2155"/>
                    <a:pt x="419" y="2054"/>
                  </a:cubicBezTo>
                  <a:cubicBezTo>
                    <a:pt x="419" y="1953"/>
                    <a:pt x="419" y="1852"/>
                    <a:pt x="433" y="1751"/>
                  </a:cubicBezTo>
                  <a:cubicBezTo>
                    <a:pt x="466" y="1603"/>
                    <a:pt x="350" y="1516"/>
                    <a:pt x="235" y="1516"/>
                  </a:cubicBezTo>
                  <a:close/>
                  <a:moveTo>
                    <a:pt x="3927" y="1834"/>
                  </a:moveTo>
                  <a:cubicBezTo>
                    <a:pt x="3826" y="1834"/>
                    <a:pt x="3725" y="1902"/>
                    <a:pt x="3725" y="2039"/>
                  </a:cubicBezTo>
                  <a:cubicBezTo>
                    <a:pt x="3725" y="2140"/>
                    <a:pt x="3710" y="2242"/>
                    <a:pt x="3696" y="2343"/>
                  </a:cubicBezTo>
                  <a:cubicBezTo>
                    <a:pt x="3681" y="2444"/>
                    <a:pt x="3753" y="2559"/>
                    <a:pt x="3869" y="2574"/>
                  </a:cubicBezTo>
                  <a:lnTo>
                    <a:pt x="3898" y="2574"/>
                  </a:lnTo>
                  <a:cubicBezTo>
                    <a:pt x="3999" y="2574"/>
                    <a:pt x="4085" y="2501"/>
                    <a:pt x="4100" y="2400"/>
                  </a:cubicBezTo>
                  <a:cubicBezTo>
                    <a:pt x="4114" y="2285"/>
                    <a:pt x="4129" y="2169"/>
                    <a:pt x="4129" y="2039"/>
                  </a:cubicBezTo>
                  <a:cubicBezTo>
                    <a:pt x="4129" y="1902"/>
                    <a:pt x="4028" y="1834"/>
                    <a:pt x="3927" y="1834"/>
                  </a:cubicBezTo>
                  <a:close/>
                  <a:moveTo>
                    <a:pt x="409" y="2668"/>
                  </a:moveTo>
                  <a:cubicBezTo>
                    <a:pt x="284" y="2668"/>
                    <a:pt x="168" y="2788"/>
                    <a:pt x="217" y="2934"/>
                  </a:cubicBezTo>
                  <a:cubicBezTo>
                    <a:pt x="260" y="3050"/>
                    <a:pt x="332" y="3151"/>
                    <a:pt x="404" y="3252"/>
                  </a:cubicBezTo>
                  <a:cubicBezTo>
                    <a:pt x="448" y="3310"/>
                    <a:pt x="505" y="3339"/>
                    <a:pt x="563" y="3339"/>
                  </a:cubicBezTo>
                  <a:cubicBezTo>
                    <a:pt x="736" y="3339"/>
                    <a:pt x="823" y="3151"/>
                    <a:pt x="722" y="3007"/>
                  </a:cubicBezTo>
                  <a:cubicBezTo>
                    <a:pt x="664" y="2934"/>
                    <a:pt x="621" y="2848"/>
                    <a:pt x="578" y="2761"/>
                  </a:cubicBezTo>
                  <a:cubicBezTo>
                    <a:pt x="531" y="2696"/>
                    <a:pt x="469" y="2668"/>
                    <a:pt x="409" y="2668"/>
                  </a:cubicBezTo>
                  <a:close/>
                  <a:moveTo>
                    <a:pt x="3563" y="2923"/>
                  </a:moveTo>
                  <a:cubicBezTo>
                    <a:pt x="3507" y="2923"/>
                    <a:pt x="3451" y="2947"/>
                    <a:pt x="3407" y="3007"/>
                  </a:cubicBezTo>
                  <a:cubicBezTo>
                    <a:pt x="3349" y="3093"/>
                    <a:pt x="3292" y="3165"/>
                    <a:pt x="3219" y="3238"/>
                  </a:cubicBezTo>
                  <a:cubicBezTo>
                    <a:pt x="3075" y="3367"/>
                    <a:pt x="3176" y="3584"/>
                    <a:pt x="3349" y="3584"/>
                  </a:cubicBezTo>
                  <a:lnTo>
                    <a:pt x="3364" y="3584"/>
                  </a:lnTo>
                  <a:cubicBezTo>
                    <a:pt x="3407" y="3584"/>
                    <a:pt x="3465" y="3570"/>
                    <a:pt x="3494" y="3526"/>
                  </a:cubicBezTo>
                  <a:cubicBezTo>
                    <a:pt x="3580" y="3440"/>
                    <a:pt x="3667" y="3353"/>
                    <a:pt x="3739" y="3252"/>
                  </a:cubicBezTo>
                  <a:cubicBezTo>
                    <a:pt x="3854" y="3095"/>
                    <a:pt x="3711" y="2923"/>
                    <a:pt x="3563" y="2923"/>
                  </a:cubicBezTo>
                  <a:close/>
                  <a:moveTo>
                    <a:pt x="1181" y="3470"/>
                  </a:moveTo>
                  <a:cubicBezTo>
                    <a:pt x="993" y="3470"/>
                    <a:pt x="888" y="3748"/>
                    <a:pt x="1097" y="3858"/>
                  </a:cubicBezTo>
                  <a:cubicBezTo>
                    <a:pt x="1198" y="3916"/>
                    <a:pt x="1314" y="3959"/>
                    <a:pt x="1429" y="4003"/>
                  </a:cubicBezTo>
                  <a:cubicBezTo>
                    <a:pt x="1456" y="4003"/>
                    <a:pt x="1471" y="4015"/>
                    <a:pt x="1496" y="4017"/>
                  </a:cubicBezTo>
                  <a:lnTo>
                    <a:pt x="1496" y="4017"/>
                  </a:lnTo>
                  <a:cubicBezTo>
                    <a:pt x="1734" y="4009"/>
                    <a:pt x="1787" y="3684"/>
                    <a:pt x="1559" y="3613"/>
                  </a:cubicBezTo>
                  <a:cubicBezTo>
                    <a:pt x="1458" y="3584"/>
                    <a:pt x="1372" y="3541"/>
                    <a:pt x="1285" y="3497"/>
                  </a:cubicBezTo>
                  <a:cubicBezTo>
                    <a:pt x="1249" y="3478"/>
                    <a:pt x="1213" y="3470"/>
                    <a:pt x="1181" y="3470"/>
                  </a:cubicBezTo>
                  <a:close/>
                  <a:moveTo>
                    <a:pt x="1496" y="4017"/>
                  </a:moveTo>
                  <a:cubicBezTo>
                    <a:pt x="1493" y="4017"/>
                    <a:pt x="1490" y="4017"/>
                    <a:pt x="1487" y="4017"/>
                  </a:cubicBezTo>
                  <a:lnTo>
                    <a:pt x="1502" y="4017"/>
                  </a:lnTo>
                  <a:cubicBezTo>
                    <a:pt x="1500" y="4017"/>
                    <a:pt x="1498" y="4017"/>
                    <a:pt x="1496" y="4017"/>
                  </a:cubicBezTo>
                  <a:close/>
                  <a:moveTo>
                    <a:pt x="2657" y="3600"/>
                  </a:moveTo>
                  <a:cubicBezTo>
                    <a:pt x="2634" y="3600"/>
                    <a:pt x="2610" y="3604"/>
                    <a:pt x="2584" y="3613"/>
                  </a:cubicBezTo>
                  <a:cubicBezTo>
                    <a:pt x="2483" y="3642"/>
                    <a:pt x="2397" y="3671"/>
                    <a:pt x="2295" y="3685"/>
                  </a:cubicBezTo>
                  <a:cubicBezTo>
                    <a:pt x="2036" y="3714"/>
                    <a:pt x="2065" y="4089"/>
                    <a:pt x="2324" y="4089"/>
                  </a:cubicBezTo>
                  <a:lnTo>
                    <a:pt x="2353" y="4089"/>
                  </a:lnTo>
                  <a:cubicBezTo>
                    <a:pt x="2469" y="4075"/>
                    <a:pt x="2584" y="4046"/>
                    <a:pt x="2714" y="4003"/>
                  </a:cubicBezTo>
                  <a:cubicBezTo>
                    <a:pt x="2948" y="3925"/>
                    <a:pt x="2866" y="3600"/>
                    <a:pt x="2657" y="3600"/>
                  </a:cubicBezTo>
                  <a:close/>
                </a:path>
              </a:pathLst>
            </a:custGeom>
            <a:solidFill>
              <a:srgbClr val="C1CD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1" name="Google Shape;16601;p67"/>
            <p:cNvSpPr/>
            <p:nvPr/>
          </p:nvSpPr>
          <p:spPr>
            <a:xfrm>
              <a:off x="2985123" y="2600719"/>
              <a:ext cx="42049" cy="43543"/>
            </a:xfrm>
            <a:custGeom>
              <a:avLst/>
              <a:gdLst/>
              <a:ahLst/>
              <a:cxnLst/>
              <a:rect l="l" t="t" r="r" b="b"/>
              <a:pathLst>
                <a:path w="1604" h="1661" extrusionOk="0">
                  <a:moveTo>
                    <a:pt x="694" y="0"/>
                  </a:moveTo>
                  <a:cubicBezTo>
                    <a:pt x="1" y="0"/>
                    <a:pt x="1" y="1040"/>
                    <a:pt x="694" y="1040"/>
                  </a:cubicBezTo>
                  <a:lnTo>
                    <a:pt x="939" y="1040"/>
                  </a:lnTo>
                  <a:cubicBezTo>
                    <a:pt x="1084" y="1040"/>
                    <a:pt x="1084" y="1256"/>
                    <a:pt x="939" y="1256"/>
                  </a:cubicBezTo>
                  <a:lnTo>
                    <a:pt x="578" y="1256"/>
                  </a:lnTo>
                  <a:cubicBezTo>
                    <a:pt x="552" y="1144"/>
                    <a:pt x="466" y="1093"/>
                    <a:pt x="379" y="1093"/>
                  </a:cubicBezTo>
                  <a:cubicBezTo>
                    <a:pt x="277" y="1093"/>
                    <a:pt x="174" y="1166"/>
                    <a:pt x="174" y="1300"/>
                  </a:cubicBezTo>
                  <a:cubicBezTo>
                    <a:pt x="174" y="1487"/>
                    <a:pt x="333" y="1646"/>
                    <a:pt x="535" y="1661"/>
                  </a:cubicBezTo>
                  <a:lnTo>
                    <a:pt x="925" y="1661"/>
                  </a:lnTo>
                  <a:cubicBezTo>
                    <a:pt x="1603" y="1661"/>
                    <a:pt x="1603" y="621"/>
                    <a:pt x="925" y="621"/>
                  </a:cubicBezTo>
                  <a:lnTo>
                    <a:pt x="679" y="621"/>
                  </a:lnTo>
                  <a:cubicBezTo>
                    <a:pt x="535" y="621"/>
                    <a:pt x="535" y="405"/>
                    <a:pt x="679" y="405"/>
                  </a:cubicBezTo>
                  <a:lnTo>
                    <a:pt x="1040" y="405"/>
                  </a:lnTo>
                  <a:cubicBezTo>
                    <a:pt x="1060" y="511"/>
                    <a:pt x="1148" y="563"/>
                    <a:pt x="1237" y="563"/>
                  </a:cubicBezTo>
                  <a:cubicBezTo>
                    <a:pt x="1340" y="563"/>
                    <a:pt x="1445" y="493"/>
                    <a:pt x="1445" y="361"/>
                  </a:cubicBezTo>
                  <a:cubicBezTo>
                    <a:pt x="1445" y="159"/>
                    <a:pt x="1286" y="0"/>
                    <a:pt x="1084" y="0"/>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2" name="Google Shape;16602;p67"/>
            <p:cNvSpPr/>
            <p:nvPr/>
          </p:nvSpPr>
          <p:spPr>
            <a:xfrm>
              <a:off x="3000642" y="2590784"/>
              <a:ext cx="10643" cy="20553"/>
            </a:xfrm>
            <a:custGeom>
              <a:avLst/>
              <a:gdLst/>
              <a:ahLst/>
              <a:cxnLst/>
              <a:rect l="l" t="t" r="r" b="b"/>
              <a:pathLst>
                <a:path w="406" h="784" extrusionOk="0">
                  <a:moveTo>
                    <a:pt x="203" y="1"/>
                  </a:moveTo>
                  <a:cubicBezTo>
                    <a:pt x="102" y="1"/>
                    <a:pt x="1" y="69"/>
                    <a:pt x="1" y="206"/>
                  </a:cubicBezTo>
                  <a:lnTo>
                    <a:pt x="1" y="582"/>
                  </a:lnTo>
                  <a:cubicBezTo>
                    <a:pt x="1" y="683"/>
                    <a:pt x="87" y="784"/>
                    <a:pt x="203" y="784"/>
                  </a:cubicBezTo>
                  <a:cubicBezTo>
                    <a:pt x="318" y="784"/>
                    <a:pt x="405" y="683"/>
                    <a:pt x="405" y="582"/>
                  </a:cubicBezTo>
                  <a:lnTo>
                    <a:pt x="405" y="206"/>
                  </a:lnTo>
                  <a:cubicBezTo>
                    <a:pt x="405" y="69"/>
                    <a:pt x="304" y="1"/>
                    <a:pt x="203" y="1"/>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3" name="Google Shape;16603;p67"/>
            <p:cNvSpPr/>
            <p:nvPr/>
          </p:nvSpPr>
          <p:spPr>
            <a:xfrm>
              <a:off x="3000642" y="2633540"/>
              <a:ext cx="10643" cy="20553"/>
            </a:xfrm>
            <a:custGeom>
              <a:avLst/>
              <a:gdLst/>
              <a:ahLst/>
              <a:cxnLst/>
              <a:rect l="l" t="t" r="r" b="b"/>
              <a:pathLst>
                <a:path w="406" h="784" extrusionOk="0">
                  <a:moveTo>
                    <a:pt x="203" y="1"/>
                  </a:moveTo>
                  <a:cubicBezTo>
                    <a:pt x="102" y="1"/>
                    <a:pt x="1" y="69"/>
                    <a:pt x="1" y="206"/>
                  </a:cubicBezTo>
                  <a:lnTo>
                    <a:pt x="1" y="582"/>
                  </a:lnTo>
                  <a:cubicBezTo>
                    <a:pt x="1" y="697"/>
                    <a:pt x="87" y="784"/>
                    <a:pt x="203" y="784"/>
                  </a:cubicBezTo>
                  <a:cubicBezTo>
                    <a:pt x="318" y="784"/>
                    <a:pt x="405" y="697"/>
                    <a:pt x="405" y="582"/>
                  </a:cubicBezTo>
                  <a:lnTo>
                    <a:pt x="405" y="206"/>
                  </a:lnTo>
                  <a:cubicBezTo>
                    <a:pt x="405" y="69"/>
                    <a:pt x="304" y="1"/>
                    <a:pt x="203" y="1"/>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04" name="Google Shape;16604;p67"/>
          <p:cNvGrpSpPr/>
          <p:nvPr/>
        </p:nvGrpSpPr>
        <p:grpSpPr>
          <a:xfrm>
            <a:off x="6991435" y="3367036"/>
            <a:ext cx="362947" cy="356498"/>
            <a:chOff x="7016492" y="3367036"/>
            <a:chExt cx="362947" cy="356498"/>
          </a:xfrm>
        </p:grpSpPr>
        <p:sp>
          <p:nvSpPr>
            <p:cNvPr id="16605" name="Google Shape;16605;p67"/>
            <p:cNvSpPr/>
            <p:nvPr/>
          </p:nvSpPr>
          <p:spPr>
            <a:xfrm>
              <a:off x="7016492" y="3367036"/>
              <a:ext cx="356524" cy="356498"/>
            </a:xfrm>
            <a:custGeom>
              <a:avLst/>
              <a:gdLst/>
              <a:ahLst/>
              <a:cxnLst/>
              <a:rect l="l" t="t" r="r" b="b"/>
              <a:pathLst>
                <a:path w="13600" h="13599" extrusionOk="0">
                  <a:moveTo>
                    <a:pt x="6800" y="0"/>
                  </a:moveTo>
                  <a:cubicBezTo>
                    <a:pt x="3047" y="0"/>
                    <a:pt x="1" y="3046"/>
                    <a:pt x="1" y="6799"/>
                  </a:cubicBezTo>
                  <a:cubicBezTo>
                    <a:pt x="1" y="10552"/>
                    <a:pt x="3047" y="13598"/>
                    <a:pt x="6800" y="13598"/>
                  </a:cubicBezTo>
                  <a:cubicBezTo>
                    <a:pt x="10553" y="13598"/>
                    <a:pt x="13599" y="10552"/>
                    <a:pt x="13599" y="6799"/>
                  </a:cubicBezTo>
                  <a:cubicBezTo>
                    <a:pt x="13599" y="3046"/>
                    <a:pt x="10553" y="0"/>
                    <a:pt x="680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6" name="Google Shape;16606;p67"/>
            <p:cNvSpPr/>
            <p:nvPr/>
          </p:nvSpPr>
          <p:spPr>
            <a:xfrm>
              <a:off x="7171658" y="3367036"/>
              <a:ext cx="207780" cy="356472"/>
            </a:xfrm>
            <a:custGeom>
              <a:avLst/>
              <a:gdLst/>
              <a:ahLst/>
              <a:cxnLst/>
              <a:rect l="l" t="t" r="r" b="b"/>
              <a:pathLst>
                <a:path w="7926" h="13598" extrusionOk="0">
                  <a:moveTo>
                    <a:pt x="881" y="0"/>
                  </a:moveTo>
                  <a:cubicBezTo>
                    <a:pt x="592" y="0"/>
                    <a:pt x="289" y="15"/>
                    <a:pt x="1" y="58"/>
                  </a:cubicBezTo>
                  <a:cubicBezTo>
                    <a:pt x="3378" y="505"/>
                    <a:pt x="5905" y="3392"/>
                    <a:pt x="5905" y="6799"/>
                  </a:cubicBezTo>
                  <a:cubicBezTo>
                    <a:pt x="5905" y="10206"/>
                    <a:pt x="3378" y="13093"/>
                    <a:pt x="1" y="13540"/>
                  </a:cubicBezTo>
                  <a:cubicBezTo>
                    <a:pt x="299" y="13579"/>
                    <a:pt x="595" y="13598"/>
                    <a:pt x="887" y="13598"/>
                  </a:cubicBezTo>
                  <a:cubicBezTo>
                    <a:pt x="4416" y="13598"/>
                    <a:pt x="7426" y="10859"/>
                    <a:pt x="7666" y="7247"/>
                  </a:cubicBezTo>
                  <a:cubicBezTo>
                    <a:pt x="7926" y="3320"/>
                    <a:pt x="4808" y="0"/>
                    <a:pt x="881" y="0"/>
                  </a:cubicBezTo>
                  <a:close/>
                </a:path>
              </a:pathLst>
            </a:custGeom>
            <a:solidFill>
              <a:srgbClr val="C2CED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7" name="Google Shape;16607;p67"/>
            <p:cNvSpPr/>
            <p:nvPr/>
          </p:nvSpPr>
          <p:spPr>
            <a:xfrm>
              <a:off x="7070049" y="3475252"/>
              <a:ext cx="73245" cy="116971"/>
            </a:xfrm>
            <a:custGeom>
              <a:avLst/>
              <a:gdLst/>
              <a:ahLst/>
              <a:cxnLst/>
              <a:rect l="l" t="t" r="r" b="b"/>
              <a:pathLst>
                <a:path w="2794" h="4462" extrusionOk="0">
                  <a:moveTo>
                    <a:pt x="435" y="1"/>
                  </a:moveTo>
                  <a:cubicBezTo>
                    <a:pt x="217" y="1"/>
                    <a:pt x="1" y="145"/>
                    <a:pt x="8" y="434"/>
                  </a:cubicBezTo>
                  <a:lnTo>
                    <a:pt x="8" y="4028"/>
                  </a:lnTo>
                  <a:cubicBezTo>
                    <a:pt x="8" y="4259"/>
                    <a:pt x="195" y="4461"/>
                    <a:pt x="441" y="4461"/>
                  </a:cubicBezTo>
                  <a:cubicBezTo>
                    <a:pt x="686" y="4461"/>
                    <a:pt x="888" y="4259"/>
                    <a:pt x="888" y="4014"/>
                  </a:cubicBezTo>
                  <a:lnTo>
                    <a:pt x="888" y="3422"/>
                  </a:lnTo>
                  <a:lnTo>
                    <a:pt x="1192" y="3119"/>
                  </a:lnTo>
                  <a:lnTo>
                    <a:pt x="1884" y="4043"/>
                  </a:lnTo>
                  <a:cubicBezTo>
                    <a:pt x="1942" y="4144"/>
                    <a:pt x="2043" y="4201"/>
                    <a:pt x="2159" y="4216"/>
                  </a:cubicBezTo>
                  <a:lnTo>
                    <a:pt x="2231" y="4216"/>
                  </a:lnTo>
                  <a:cubicBezTo>
                    <a:pt x="2592" y="4216"/>
                    <a:pt x="2794" y="3812"/>
                    <a:pt x="2577" y="3523"/>
                  </a:cubicBezTo>
                  <a:lnTo>
                    <a:pt x="1812" y="2498"/>
                  </a:lnTo>
                  <a:lnTo>
                    <a:pt x="2390" y="1921"/>
                  </a:lnTo>
                  <a:cubicBezTo>
                    <a:pt x="2690" y="1598"/>
                    <a:pt x="2408" y="1173"/>
                    <a:pt x="2071" y="1173"/>
                  </a:cubicBezTo>
                  <a:cubicBezTo>
                    <a:pt x="1970" y="1173"/>
                    <a:pt x="1865" y="1210"/>
                    <a:pt x="1769" y="1300"/>
                  </a:cubicBezTo>
                  <a:lnTo>
                    <a:pt x="874" y="2195"/>
                  </a:lnTo>
                  <a:lnTo>
                    <a:pt x="874" y="434"/>
                  </a:lnTo>
                  <a:cubicBezTo>
                    <a:pt x="874" y="145"/>
                    <a:pt x="654" y="1"/>
                    <a:pt x="435" y="1"/>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8" name="Google Shape;16608;p67"/>
            <p:cNvSpPr/>
            <p:nvPr/>
          </p:nvSpPr>
          <p:spPr>
            <a:xfrm>
              <a:off x="7217063" y="3475252"/>
              <a:ext cx="73454" cy="116971"/>
            </a:xfrm>
            <a:custGeom>
              <a:avLst/>
              <a:gdLst/>
              <a:ahLst/>
              <a:cxnLst/>
              <a:rect l="l" t="t" r="r" b="b"/>
              <a:pathLst>
                <a:path w="2802" h="4462" extrusionOk="0">
                  <a:moveTo>
                    <a:pt x="441" y="1"/>
                  </a:moveTo>
                  <a:cubicBezTo>
                    <a:pt x="221" y="1"/>
                    <a:pt x="1" y="145"/>
                    <a:pt x="1" y="434"/>
                  </a:cubicBezTo>
                  <a:lnTo>
                    <a:pt x="1" y="4028"/>
                  </a:lnTo>
                  <a:cubicBezTo>
                    <a:pt x="1" y="4259"/>
                    <a:pt x="203" y="4461"/>
                    <a:pt x="448" y="4461"/>
                  </a:cubicBezTo>
                  <a:cubicBezTo>
                    <a:pt x="694" y="4461"/>
                    <a:pt x="896" y="4259"/>
                    <a:pt x="881" y="4014"/>
                  </a:cubicBezTo>
                  <a:lnTo>
                    <a:pt x="881" y="3422"/>
                  </a:lnTo>
                  <a:lnTo>
                    <a:pt x="1199" y="3119"/>
                  </a:lnTo>
                  <a:lnTo>
                    <a:pt x="1877" y="4043"/>
                  </a:lnTo>
                  <a:cubicBezTo>
                    <a:pt x="1950" y="4144"/>
                    <a:pt x="2051" y="4201"/>
                    <a:pt x="2166" y="4216"/>
                  </a:cubicBezTo>
                  <a:lnTo>
                    <a:pt x="2238" y="4216"/>
                  </a:lnTo>
                  <a:cubicBezTo>
                    <a:pt x="2599" y="4216"/>
                    <a:pt x="2801" y="3812"/>
                    <a:pt x="2585" y="3523"/>
                  </a:cubicBezTo>
                  <a:lnTo>
                    <a:pt x="1820" y="2498"/>
                  </a:lnTo>
                  <a:lnTo>
                    <a:pt x="2397" y="1921"/>
                  </a:lnTo>
                  <a:cubicBezTo>
                    <a:pt x="2697" y="1598"/>
                    <a:pt x="2415" y="1173"/>
                    <a:pt x="2078" y="1173"/>
                  </a:cubicBezTo>
                  <a:cubicBezTo>
                    <a:pt x="1978" y="1173"/>
                    <a:pt x="1872" y="1210"/>
                    <a:pt x="1776" y="1300"/>
                  </a:cubicBezTo>
                  <a:lnTo>
                    <a:pt x="881" y="2195"/>
                  </a:lnTo>
                  <a:lnTo>
                    <a:pt x="881" y="434"/>
                  </a:lnTo>
                  <a:cubicBezTo>
                    <a:pt x="881" y="145"/>
                    <a:pt x="661" y="1"/>
                    <a:pt x="441" y="1"/>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09" name="Google Shape;16609;p67"/>
            <p:cNvSpPr/>
            <p:nvPr/>
          </p:nvSpPr>
          <p:spPr>
            <a:xfrm>
              <a:off x="7162955" y="3498242"/>
              <a:ext cx="24249" cy="93981"/>
            </a:xfrm>
            <a:custGeom>
              <a:avLst/>
              <a:gdLst/>
              <a:ahLst/>
              <a:cxnLst/>
              <a:rect l="l" t="t" r="r" b="b"/>
              <a:pathLst>
                <a:path w="925" h="3585" extrusionOk="0">
                  <a:moveTo>
                    <a:pt x="457" y="1"/>
                  </a:moveTo>
                  <a:cubicBezTo>
                    <a:pt x="228" y="1"/>
                    <a:pt x="1" y="156"/>
                    <a:pt x="1" y="466"/>
                  </a:cubicBezTo>
                  <a:lnTo>
                    <a:pt x="1" y="3122"/>
                  </a:lnTo>
                  <a:cubicBezTo>
                    <a:pt x="1" y="3382"/>
                    <a:pt x="203" y="3584"/>
                    <a:pt x="462" y="3584"/>
                  </a:cubicBezTo>
                  <a:cubicBezTo>
                    <a:pt x="708" y="3584"/>
                    <a:pt x="924" y="3368"/>
                    <a:pt x="924" y="3122"/>
                  </a:cubicBezTo>
                  <a:lnTo>
                    <a:pt x="924" y="466"/>
                  </a:lnTo>
                  <a:cubicBezTo>
                    <a:pt x="917" y="156"/>
                    <a:pt x="686" y="1"/>
                    <a:pt x="457" y="1"/>
                  </a:cubicBezTo>
                  <a:close/>
                </a:path>
              </a:pathLst>
            </a:custGeom>
            <a:solidFill>
              <a:srgbClr val="8B9DA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0" name="Google Shape;16610;p67"/>
            <p:cNvSpPr/>
            <p:nvPr/>
          </p:nvSpPr>
          <p:spPr>
            <a:xfrm>
              <a:off x="7304857" y="3529281"/>
              <a:ext cx="37120" cy="31904"/>
            </a:xfrm>
            <a:custGeom>
              <a:avLst/>
              <a:gdLst/>
              <a:ahLst/>
              <a:cxnLst/>
              <a:rect l="l" t="t" r="r" b="b"/>
              <a:pathLst>
                <a:path w="1416" h="1217" extrusionOk="0">
                  <a:moveTo>
                    <a:pt x="806" y="1"/>
                  </a:moveTo>
                  <a:cubicBezTo>
                    <a:pt x="656" y="1"/>
                    <a:pt x="502" y="55"/>
                    <a:pt x="376" y="177"/>
                  </a:cubicBezTo>
                  <a:cubicBezTo>
                    <a:pt x="1" y="567"/>
                    <a:pt x="261" y="1216"/>
                    <a:pt x="809" y="1216"/>
                  </a:cubicBezTo>
                  <a:cubicBezTo>
                    <a:pt x="1141" y="1216"/>
                    <a:pt x="1415" y="942"/>
                    <a:pt x="1415" y="610"/>
                  </a:cubicBezTo>
                  <a:cubicBezTo>
                    <a:pt x="1415" y="239"/>
                    <a:pt x="1119" y="1"/>
                    <a:pt x="806" y="1"/>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11" name="Google Shape;16611;p67"/>
          <p:cNvGrpSpPr/>
          <p:nvPr/>
        </p:nvGrpSpPr>
        <p:grpSpPr>
          <a:xfrm>
            <a:off x="4806717" y="3817357"/>
            <a:ext cx="362947" cy="356576"/>
            <a:chOff x="5108852" y="3817357"/>
            <a:chExt cx="362947" cy="356576"/>
          </a:xfrm>
        </p:grpSpPr>
        <p:sp>
          <p:nvSpPr>
            <p:cNvPr id="16612" name="Google Shape;16612;p67"/>
            <p:cNvSpPr/>
            <p:nvPr/>
          </p:nvSpPr>
          <p:spPr>
            <a:xfrm>
              <a:off x="5108852" y="3817357"/>
              <a:ext cx="356524" cy="356498"/>
            </a:xfrm>
            <a:custGeom>
              <a:avLst/>
              <a:gdLst/>
              <a:ahLst/>
              <a:cxnLst/>
              <a:rect l="l" t="t" r="r" b="b"/>
              <a:pathLst>
                <a:path w="13600" h="13599" extrusionOk="0">
                  <a:moveTo>
                    <a:pt x="6800" y="0"/>
                  </a:moveTo>
                  <a:cubicBezTo>
                    <a:pt x="3047" y="0"/>
                    <a:pt x="1" y="3046"/>
                    <a:pt x="1" y="6799"/>
                  </a:cubicBezTo>
                  <a:cubicBezTo>
                    <a:pt x="1" y="10552"/>
                    <a:pt x="3047" y="13598"/>
                    <a:pt x="6800" y="13598"/>
                  </a:cubicBezTo>
                  <a:cubicBezTo>
                    <a:pt x="10568" y="13598"/>
                    <a:pt x="13599" y="10552"/>
                    <a:pt x="13599" y="6799"/>
                  </a:cubicBezTo>
                  <a:cubicBezTo>
                    <a:pt x="13599" y="3046"/>
                    <a:pt x="10568" y="0"/>
                    <a:pt x="680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3" name="Google Shape;16613;p67"/>
            <p:cNvSpPr/>
            <p:nvPr/>
          </p:nvSpPr>
          <p:spPr>
            <a:xfrm>
              <a:off x="5264019" y="3817357"/>
              <a:ext cx="207780" cy="356576"/>
            </a:xfrm>
            <a:custGeom>
              <a:avLst/>
              <a:gdLst/>
              <a:ahLst/>
              <a:cxnLst/>
              <a:rect l="l" t="t" r="r" b="b"/>
              <a:pathLst>
                <a:path w="7926" h="13602" extrusionOk="0">
                  <a:moveTo>
                    <a:pt x="881" y="0"/>
                  </a:moveTo>
                  <a:cubicBezTo>
                    <a:pt x="592" y="0"/>
                    <a:pt x="289" y="15"/>
                    <a:pt x="0" y="58"/>
                  </a:cubicBezTo>
                  <a:cubicBezTo>
                    <a:pt x="3378" y="505"/>
                    <a:pt x="5919" y="3378"/>
                    <a:pt x="5919" y="6799"/>
                  </a:cubicBezTo>
                  <a:cubicBezTo>
                    <a:pt x="5919" y="10220"/>
                    <a:pt x="3378" y="13093"/>
                    <a:pt x="0" y="13541"/>
                  </a:cubicBezTo>
                  <a:cubicBezTo>
                    <a:pt x="306" y="13581"/>
                    <a:pt x="609" y="13601"/>
                    <a:pt x="909" y="13601"/>
                  </a:cubicBezTo>
                  <a:cubicBezTo>
                    <a:pt x="4428" y="13601"/>
                    <a:pt x="7426" y="10865"/>
                    <a:pt x="7666" y="7247"/>
                  </a:cubicBezTo>
                  <a:cubicBezTo>
                    <a:pt x="7925" y="3320"/>
                    <a:pt x="4822" y="0"/>
                    <a:pt x="881" y="0"/>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4" name="Google Shape;16614;p67"/>
            <p:cNvSpPr/>
            <p:nvPr/>
          </p:nvSpPr>
          <p:spPr>
            <a:xfrm>
              <a:off x="5136116" y="3871229"/>
              <a:ext cx="295495" cy="248282"/>
            </a:xfrm>
            <a:custGeom>
              <a:avLst/>
              <a:gdLst/>
              <a:ahLst/>
              <a:cxnLst/>
              <a:rect l="l" t="t" r="r" b="b"/>
              <a:pathLst>
                <a:path w="11272" h="9471" extrusionOk="0">
                  <a:moveTo>
                    <a:pt x="5753" y="0"/>
                  </a:moveTo>
                  <a:cubicBezTo>
                    <a:pt x="5655" y="0"/>
                    <a:pt x="5556" y="3"/>
                    <a:pt x="5457" y="9"/>
                  </a:cubicBezTo>
                  <a:lnTo>
                    <a:pt x="5457" y="24"/>
                  </a:lnTo>
                  <a:cubicBezTo>
                    <a:pt x="2050" y="240"/>
                    <a:pt x="0" y="3878"/>
                    <a:pt x="1559" y="6910"/>
                  </a:cubicBezTo>
                  <a:cubicBezTo>
                    <a:pt x="1559" y="6924"/>
                    <a:pt x="1559" y="6953"/>
                    <a:pt x="1559" y="6982"/>
                  </a:cubicBezTo>
                  <a:lnTo>
                    <a:pt x="1083" y="8165"/>
                  </a:lnTo>
                  <a:cubicBezTo>
                    <a:pt x="1054" y="8223"/>
                    <a:pt x="1097" y="8295"/>
                    <a:pt x="1169" y="8295"/>
                  </a:cubicBezTo>
                  <a:lnTo>
                    <a:pt x="2599" y="8295"/>
                  </a:lnTo>
                  <a:cubicBezTo>
                    <a:pt x="2613" y="8295"/>
                    <a:pt x="2642" y="8295"/>
                    <a:pt x="2656" y="8310"/>
                  </a:cubicBezTo>
                  <a:cubicBezTo>
                    <a:pt x="3568" y="9102"/>
                    <a:pt x="4661" y="9471"/>
                    <a:pt x="5738" y="9471"/>
                  </a:cubicBezTo>
                  <a:cubicBezTo>
                    <a:pt x="7665" y="9471"/>
                    <a:pt x="9541" y="8292"/>
                    <a:pt x="10235" y="6246"/>
                  </a:cubicBezTo>
                  <a:cubicBezTo>
                    <a:pt x="11271" y="3150"/>
                    <a:pt x="8951" y="0"/>
                    <a:pt x="5753" y="0"/>
                  </a:cubicBezTo>
                  <a:close/>
                </a:path>
              </a:pathLst>
            </a:custGeom>
            <a:solidFill>
              <a:srgbClr val="FD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5" name="Google Shape;16615;p67"/>
            <p:cNvSpPr/>
            <p:nvPr/>
          </p:nvSpPr>
          <p:spPr>
            <a:xfrm>
              <a:off x="5219060" y="3952863"/>
              <a:ext cx="128060" cy="78933"/>
            </a:xfrm>
            <a:custGeom>
              <a:avLst/>
              <a:gdLst/>
              <a:ahLst/>
              <a:cxnLst/>
              <a:rect l="l" t="t" r="r" b="b"/>
              <a:pathLst>
                <a:path w="4885" h="3011" extrusionOk="0">
                  <a:moveTo>
                    <a:pt x="4807" y="0"/>
                  </a:moveTo>
                  <a:cubicBezTo>
                    <a:pt x="4796" y="0"/>
                    <a:pt x="4785" y="4"/>
                    <a:pt x="4776" y="13"/>
                  </a:cubicBezTo>
                  <a:lnTo>
                    <a:pt x="3505" y="1024"/>
                  </a:lnTo>
                  <a:cubicBezTo>
                    <a:pt x="3491" y="1038"/>
                    <a:pt x="3476" y="1038"/>
                    <a:pt x="3476" y="1038"/>
                  </a:cubicBezTo>
                  <a:lnTo>
                    <a:pt x="864" y="1038"/>
                  </a:lnTo>
                  <a:cubicBezTo>
                    <a:pt x="835" y="1038"/>
                    <a:pt x="820" y="1053"/>
                    <a:pt x="806" y="1082"/>
                  </a:cubicBezTo>
                  <a:lnTo>
                    <a:pt x="12" y="2944"/>
                  </a:lnTo>
                  <a:cubicBezTo>
                    <a:pt x="1" y="2977"/>
                    <a:pt x="24" y="3011"/>
                    <a:pt x="62" y="3011"/>
                  </a:cubicBezTo>
                  <a:cubicBezTo>
                    <a:pt x="73" y="3011"/>
                    <a:pt x="86" y="3008"/>
                    <a:pt x="99" y="3002"/>
                  </a:cubicBezTo>
                  <a:lnTo>
                    <a:pt x="1398" y="2222"/>
                  </a:lnTo>
                  <a:lnTo>
                    <a:pt x="3751" y="2222"/>
                  </a:lnTo>
                  <a:cubicBezTo>
                    <a:pt x="3780" y="2222"/>
                    <a:pt x="3794" y="2208"/>
                    <a:pt x="3808" y="2193"/>
                  </a:cubicBezTo>
                  <a:lnTo>
                    <a:pt x="4862" y="86"/>
                  </a:lnTo>
                  <a:cubicBezTo>
                    <a:pt x="4885" y="52"/>
                    <a:pt x="4846" y="0"/>
                    <a:pt x="4807"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16" name="Google Shape;16616;p67"/>
          <p:cNvGrpSpPr/>
          <p:nvPr/>
        </p:nvGrpSpPr>
        <p:grpSpPr>
          <a:xfrm>
            <a:off x="5703585" y="3817357"/>
            <a:ext cx="362947" cy="356576"/>
            <a:chOff x="6005720" y="3817357"/>
            <a:chExt cx="362947" cy="356576"/>
          </a:xfrm>
        </p:grpSpPr>
        <p:sp>
          <p:nvSpPr>
            <p:cNvPr id="16617" name="Google Shape;16617;p67"/>
            <p:cNvSpPr/>
            <p:nvPr/>
          </p:nvSpPr>
          <p:spPr>
            <a:xfrm>
              <a:off x="6005720" y="3817357"/>
              <a:ext cx="356891" cy="356498"/>
            </a:xfrm>
            <a:custGeom>
              <a:avLst/>
              <a:gdLst/>
              <a:ahLst/>
              <a:cxnLst/>
              <a:rect l="l" t="t" r="r" b="b"/>
              <a:pathLst>
                <a:path w="13614" h="13599" extrusionOk="0">
                  <a:moveTo>
                    <a:pt x="6814" y="0"/>
                  </a:moveTo>
                  <a:cubicBezTo>
                    <a:pt x="3047" y="0"/>
                    <a:pt x="1" y="3046"/>
                    <a:pt x="1" y="6799"/>
                  </a:cubicBezTo>
                  <a:cubicBezTo>
                    <a:pt x="1" y="10552"/>
                    <a:pt x="3047" y="13598"/>
                    <a:pt x="6814" y="13598"/>
                  </a:cubicBezTo>
                  <a:cubicBezTo>
                    <a:pt x="10568" y="13598"/>
                    <a:pt x="13614" y="10552"/>
                    <a:pt x="13614" y="6799"/>
                  </a:cubicBezTo>
                  <a:cubicBezTo>
                    <a:pt x="13614" y="3046"/>
                    <a:pt x="10568" y="0"/>
                    <a:pt x="6814"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8" name="Google Shape;16618;p67"/>
            <p:cNvSpPr/>
            <p:nvPr/>
          </p:nvSpPr>
          <p:spPr>
            <a:xfrm>
              <a:off x="6160887" y="3817357"/>
              <a:ext cx="207780" cy="356576"/>
            </a:xfrm>
            <a:custGeom>
              <a:avLst/>
              <a:gdLst/>
              <a:ahLst/>
              <a:cxnLst/>
              <a:rect l="l" t="t" r="r" b="b"/>
              <a:pathLst>
                <a:path w="7926" h="13602" extrusionOk="0">
                  <a:moveTo>
                    <a:pt x="895" y="0"/>
                  </a:moveTo>
                  <a:cubicBezTo>
                    <a:pt x="592" y="0"/>
                    <a:pt x="289" y="15"/>
                    <a:pt x="0" y="58"/>
                  </a:cubicBezTo>
                  <a:cubicBezTo>
                    <a:pt x="3393" y="505"/>
                    <a:pt x="5919" y="3378"/>
                    <a:pt x="5919" y="6799"/>
                  </a:cubicBezTo>
                  <a:cubicBezTo>
                    <a:pt x="5919" y="10220"/>
                    <a:pt x="3393" y="13093"/>
                    <a:pt x="0" y="13541"/>
                  </a:cubicBezTo>
                  <a:cubicBezTo>
                    <a:pt x="306" y="13581"/>
                    <a:pt x="609" y="13601"/>
                    <a:pt x="909" y="13601"/>
                  </a:cubicBezTo>
                  <a:cubicBezTo>
                    <a:pt x="4430" y="13601"/>
                    <a:pt x="7441" y="10865"/>
                    <a:pt x="7680" y="7247"/>
                  </a:cubicBezTo>
                  <a:cubicBezTo>
                    <a:pt x="7925" y="3320"/>
                    <a:pt x="4822" y="0"/>
                    <a:pt x="895" y="0"/>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19" name="Google Shape;16619;p67"/>
            <p:cNvSpPr/>
            <p:nvPr/>
          </p:nvSpPr>
          <p:spPr>
            <a:xfrm>
              <a:off x="6055240" y="3879487"/>
              <a:ext cx="262727" cy="234572"/>
            </a:xfrm>
            <a:custGeom>
              <a:avLst/>
              <a:gdLst/>
              <a:ahLst/>
              <a:cxnLst/>
              <a:rect l="l" t="t" r="r" b="b"/>
              <a:pathLst>
                <a:path w="10022" h="8948" extrusionOk="0">
                  <a:moveTo>
                    <a:pt x="2283" y="0"/>
                  </a:moveTo>
                  <a:cubicBezTo>
                    <a:pt x="1821" y="0"/>
                    <a:pt x="1360" y="177"/>
                    <a:pt x="1013" y="532"/>
                  </a:cubicBezTo>
                  <a:cubicBezTo>
                    <a:pt x="349" y="1196"/>
                    <a:pt x="306" y="2264"/>
                    <a:pt x="941" y="2971"/>
                  </a:cubicBezTo>
                  <a:lnTo>
                    <a:pt x="999" y="3043"/>
                  </a:lnTo>
                  <a:cubicBezTo>
                    <a:pt x="0" y="5855"/>
                    <a:pt x="2172" y="8593"/>
                    <a:pt x="4888" y="8593"/>
                  </a:cubicBezTo>
                  <a:cubicBezTo>
                    <a:pt x="5351" y="8593"/>
                    <a:pt x="5830" y="8514"/>
                    <a:pt x="6311" y="8341"/>
                  </a:cubicBezTo>
                  <a:lnTo>
                    <a:pt x="6369" y="8413"/>
                  </a:lnTo>
                  <a:cubicBezTo>
                    <a:pt x="6715" y="8745"/>
                    <a:pt x="7163" y="8933"/>
                    <a:pt x="7639" y="8933"/>
                  </a:cubicBezTo>
                  <a:lnTo>
                    <a:pt x="7639" y="8948"/>
                  </a:lnTo>
                  <a:cubicBezTo>
                    <a:pt x="9227" y="8933"/>
                    <a:pt x="10021" y="7013"/>
                    <a:pt x="8895" y="5887"/>
                  </a:cubicBezTo>
                  <a:lnTo>
                    <a:pt x="8837" y="5815"/>
                  </a:lnTo>
                  <a:cubicBezTo>
                    <a:pt x="9836" y="3003"/>
                    <a:pt x="7664" y="265"/>
                    <a:pt x="4949" y="265"/>
                  </a:cubicBezTo>
                  <a:cubicBezTo>
                    <a:pt x="4486" y="265"/>
                    <a:pt x="4007" y="345"/>
                    <a:pt x="3525" y="517"/>
                  </a:cubicBezTo>
                  <a:lnTo>
                    <a:pt x="3467" y="445"/>
                  </a:lnTo>
                  <a:cubicBezTo>
                    <a:pt x="3129" y="149"/>
                    <a:pt x="2706" y="0"/>
                    <a:pt x="2283" y="0"/>
                  </a:cubicBezTo>
                  <a:close/>
                </a:path>
              </a:pathLst>
            </a:custGeom>
            <a:solidFill>
              <a:srgbClr val="FD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0" name="Google Shape;16620;p67"/>
            <p:cNvSpPr/>
            <p:nvPr/>
          </p:nvSpPr>
          <p:spPr>
            <a:xfrm>
              <a:off x="6129848" y="3935010"/>
              <a:ext cx="108635" cy="121166"/>
            </a:xfrm>
            <a:custGeom>
              <a:avLst/>
              <a:gdLst/>
              <a:ahLst/>
              <a:cxnLst/>
              <a:rect l="l" t="t" r="r" b="b"/>
              <a:pathLst>
                <a:path w="4144" h="4622" extrusionOk="0">
                  <a:moveTo>
                    <a:pt x="1436" y="1"/>
                  </a:moveTo>
                  <a:cubicBezTo>
                    <a:pt x="651" y="1"/>
                    <a:pt x="15" y="640"/>
                    <a:pt x="15" y="1431"/>
                  </a:cubicBezTo>
                  <a:cubicBezTo>
                    <a:pt x="15" y="2208"/>
                    <a:pt x="651" y="2846"/>
                    <a:pt x="1436" y="2846"/>
                  </a:cubicBezTo>
                  <a:cubicBezTo>
                    <a:pt x="1453" y="2846"/>
                    <a:pt x="1470" y="2846"/>
                    <a:pt x="1488" y="2845"/>
                  </a:cubicBezTo>
                  <a:lnTo>
                    <a:pt x="2671" y="2845"/>
                  </a:lnTo>
                  <a:cubicBezTo>
                    <a:pt x="3061" y="2918"/>
                    <a:pt x="3061" y="3481"/>
                    <a:pt x="2671" y="3553"/>
                  </a:cubicBezTo>
                  <a:lnTo>
                    <a:pt x="1184" y="3553"/>
                  </a:lnTo>
                  <a:cubicBezTo>
                    <a:pt x="1156" y="3553"/>
                    <a:pt x="1127" y="3524"/>
                    <a:pt x="1127" y="3495"/>
                  </a:cubicBezTo>
                  <a:cubicBezTo>
                    <a:pt x="1184" y="3163"/>
                    <a:pt x="939" y="2860"/>
                    <a:pt x="593" y="2860"/>
                  </a:cubicBezTo>
                  <a:cubicBezTo>
                    <a:pt x="261" y="2860"/>
                    <a:pt x="1" y="3163"/>
                    <a:pt x="58" y="3495"/>
                  </a:cubicBezTo>
                  <a:cubicBezTo>
                    <a:pt x="58" y="4116"/>
                    <a:pt x="564" y="4621"/>
                    <a:pt x="1184" y="4621"/>
                  </a:cubicBezTo>
                  <a:lnTo>
                    <a:pt x="2671" y="4621"/>
                  </a:lnTo>
                  <a:cubicBezTo>
                    <a:pt x="2688" y="4622"/>
                    <a:pt x="2705" y="4622"/>
                    <a:pt x="2722" y="4622"/>
                  </a:cubicBezTo>
                  <a:cubicBezTo>
                    <a:pt x="3494" y="4622"/>
                    <a:pt x="4144" y="3983"/>
                    <a:pt x="4144" y="3206"/>
                  </a:cubicBezTo>
                  <a:cubicBezTo>
                    <a:pt x="4144" y="2415"/>
                    <a:pt x="3494" y="1776"/>
                    <a:pt x="2722" y="1776"/>
                  </a:cubicBezTo>
                  <a:cubicBezTo>
                    <a:pt x="2705" y="1776"/>
                    <a:pt x="2688" y="1777"/>
                    <a:pt x="2671" y="1777"/>
                  </a:cubicBezTo>
                  <a:lnTo>
                    <a:pt x="1488" y="1777"/>
                  </a:lnTo>
                  <a:cubicBezTo>
                    <a:pt x="1098" y="1705"/>
                    <a:pt x="1098" y="1142"/>
                    <a:pt x="1488" y="1070"/>
                  </a:cubicBezTo>
                  <a:lnTo>
                    <a:pt x="2960" y="1070"/>
                  </a:lnTo>
                  <a:cubicBezTo>
                    <a:pt x="2989" y="1070"/>
                    <a:pt x="3018" y="1099"/>
                    <a:pt x="3018" y="1128"/>
                  </a:cubicBezTo>
                  <a:cubicBezTo>
                    <a:pt x="2960" y="1460"/>
                    <a:pt x="3220" y="1777"/>
                    <a:pt x="3552" y="1777"/>
                  </a:cubicBezTo>
                  <a:cubicBezTo>
                    <a:pt x="3898" y="1777"/>
                    <a:pt x="4144" y="1460"/>
                    <a:pt x="4086" y="1128"/>
                  </a:cubicBezTo>
                  <a:cubicBezTo>
                    <a:pt x="4086" y="507"/>
                    <a:pt x="3581" y="2"/>
                    <a:pt x="2960" y="2"/>
                  </a:cubicBezTo>
                  <a:lnTo>
                    <a:pt x="1488" y="2"/>
                  </a:lnTo>
                  <a:cubicBezTo>
                    <a:pt x="1470" y="1"/>
                    <a:pt x="1453" y="1"/>
                    <a:pt x="1436" y="1"/>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21" name="Google Shape;16621;p67"/>
          <p:cNvGrpSpPr/>
          <p:nvPr/>
        </p:nvGrpSpPr>
        <p:grpSpPr>
          <a:xfrm>
            <a:off x="5564395" y="3367036"/>
            <a:ext cx="362580" cy="356498"/>
            <a:chOff x="5589452" y="3367036"/>
            <a:chExt cx="362580" cy="356498"/>
          </a:xfrm>
        </p:grpSpPr>
        <p:sp>
          <p:nvSpPr>
            <p:cNvPr id="16622" name="Google Shape;16622;p67"/>
            <p:cNvSpPr/>
            <p:nvPr/>
          </p:nvSpPr>
          <p:spPr>
            <a:xfrm>
              <a:off x="5589452" y="3367036"/>
              <a:ext cx="356131" cy="356498"/>
            </a:xfrm>
            <a:custGeom>
              <a:avLst/>
              <a:gdLst/>
              <a:ahLst/>
              <a:cxnLst/>
              <a:rect l="l" t="t" r="r" b="b"/>
              <a:pathLst>
                <a:path w="13585" h="13599" extrusionOk="0">
                  <a:moveTo>
                    <a:pt x="6786" y="0"/>
                  </a:moveTo>
                  <a:cubicBezTo>
                    <a:pt x="3047" y="0"/>
                    <a:pt x="1" y="3046"/>
                    <a:pt x="1" y="6799"/>
                  </a:cubicBezTo>
                  <a:cubicBezTo>
                    <a:pt x="1" y="10552"/>
                    <a:pt x="3047" y="13598"/>
                    <a:pt x="6786" y="13598"/>
                  </a:cubicBezTo>
                  <a:cubicBezTo>
                    <a:pt x="10539" y="13598"/>
                    <a:pt x="13585" y="10552"/>
                    <a:pt x="13585" y="6799"/>
                  </a:cubicBezTo>
                  <a:cubicBezTo>
                    <a:pt x="13585" y="3046"/>
                    <a:pt x="10539" y="0"/>
                    <a:pt x="6786" y="0"/>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3" name="Google Shape;16623;p67"/>
            <p:cNvSpPr/>
            <p:nvPr/>
          </p:nvSpPr>
          <p:spPr>
            <a:xfrm>
              <a:off x="5744225" y="3367036"/>
              <a:ext cx="207806" cy="356472"/>
            </a:xfrm>
            <a:custGeom>
              <a:avLst/>
              <a:gdLst/>
              <a:ahLst/>
              <a:cxnLst/>
              <a:rect l="l" t="t" r="r" b="b"/>
              <a:pathLst>
                <a:path w="7927" h="13598" extrusionOk="0">
                  <a:moveTo>
                    <a:pt x="896" y="0"/>
                  </a:moveTo>
                  <a:cubicBezTo>
                    <a:pt x="593" y="0"/>
                    <a:pt x="290" y="15"/>
                    <a:pt x="1" y="58"/>
                  </a:cubicBezTo>
                  <a:cubicBezTo>
                    <a:pt x="3379" y="505"/>
                    <a:pt x="5919" y="3392"/>
                    <a:pt x="5919" y="6799"/>
                  </a:cubicBezTo>
                  <a:cubicBezTo>
                    <a:pt x="5919" y="10206"/>
                    <a:pt x="3379" y="13093"/>
                    <a:pt x="1" y="13540"/>
                  </a:cubicBezTo>
                  <a:cubicBezTo>
                    <a:pt x="299" y="13579"/>
                    <a:pt x="595" y="13598"/>
                    <a:pt x="887" y="13598"/>
                  </a:cubicBezTo>
                  <a:cubicBezTo>
                    <a:pt x="4416" y="13598"/>
                    <a:pt x="7426" y="10859"/>
                    <a:pt x="7666" y="7247"/>
                  </a:cubicBezTo>
                  <a:cubicBezTo>
                    <a:pt x="7926" y="3320"/>
                    <a:pt x="4822" y="0"/>
                    <a:pt x="896" y="0"/>
                  </a:cubicBezTo>
                  <a:close/>
                </a:path>
              </a:pathLst>
            </a:custGeom>
            <a:solidFill>
              <a:srgbClr val="5A708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4" name="Google Shape;16624;p67"/>
            <p:cNvSpPr/>
            <p:nvPr/>
          </p:nvSpPr>
          <p:spPr>
            <a:xfrm>
              <a:off x="5666655" y="3420751"/>
              <a:ext cx="165023" cy="241099"/>
            </a:xfrm>
            <a:custGeom>
              <a:avLst/>
              <a:gdLst/>
              <a:ahLst/>
              <a:cxnLst/>
              <a:rect l="l" t="t" r="r" b="b"/>
              <a:pathLst>
                <a:path w="6295" h="9197" extrusionOk="0">
                  <a:moveTo>
                    <a:pt x="2180" y="1"/>
                  </a:moveTo>
                  <a:cubicBezTo>
                    <a:pt x="2123" y="1"/>
                    <a:pt x="2065" y="59"/>
                    <a:pt x="2065" y="116"/>
                  </a:cubicBezTo>
                  <a:lnTo>
                    <a:pt x="2051" y="217"/>
                  </a:lnTo>
                  <a:cubicBezTo>
                    <a:pt x="1964" y="1199"/>
                    <a:pt x="1184" y="1964"/>
                    <a:pt x="203" y="2065"/>
                  </a:cubicBezTo>
                  <a:lnTo>
                    <a:pt x="102" y="2080"/>
                  </a:lnTo>
                  <a:cubicBezTo>
                    <a:pt x="44" y="2080"/>
                    <a:pt x="1" y="2137"/>
                    <a:pt x="1" y="2195"/>
                  </a:cubicBezTo>
                  <a:lnTo>
                    <a:pt x="1" y="4057"/>
                  </a:lnTo>
                  <a:cubicBezTo>
                    <a:pt x="1" y="4129"/>
                    <a:pt x="44" y="4173"/>
                    <a:pt x="116" y="4173"/>
                  </a:cubicBezTo>
                  <a:lnTo>
                    <a:pt x="2051" y="4173"/>
                  </a:lnTo>
                  <a:lnTo>
                    <a:pt x="2051" y="6786"/>
                  </a:lnTo>
                  <a:cubicBezTo>
                    <a:pt x="2051" y="8099"/>
                    <a:pt x="3119" y="9167"/>
                    <a:pt x="4447" y="9196"/>
                  </a:cubicBezTo>
                  <a:cubicBezTo>
                    <a:pt x="5096" y="9196"/>
                    <a:pt x="5717" y="8936"/>
                    <a:pt x="6165" y="8460"/>
                  </a:cubicBezTo>
                  <a:lnTo>
                    <a:pt x="6266" y="8345"/>
                  </a:lnTo>
                  <a:cubicBezTo>
                    <a:pt x="6295" y="8330"/>
                    <a:pt x="6295" y="8287"/>
                    <a:pt x="6266" y="8258"/>
                  </a:cubicBezTo>
                  <a:lnTo>
                    <a:pt x="5140" y="6930"/>
                  </a:lnTo>
                  <a:cubicBezTo>
                    <a:pt x="5132" y="6915"/>
                    <a:pt x="5114" y="6908"/>
                    <a:pt x="5096" y="6908"/>
                  </a:cubicBezTo>
                  <a:cubicBezTo>
                    <a:pt x="5078" y="6908"/>
                    <a:pt x="5060" y="6915"/>
                    <a:pt x="5053" y="6930"/>
                  </a:cubicBezTo>
                  <a:lnTo>
                    <a:pt x="4923" y="7132"/>
                  </a:lnTo>
                  <a:cubicBezTo>
                    <a:pt x="4815" y="7294"/>
                    <a:pt x="4631" y="7393"/>
                    <a:pt x="4442" y="7393"/>
                  </a:cubicBezTo>
                  <a:cubicBezTo>
                    <a:pt x="4429" y="7393"/>
                    <a:pt x="4416" y="7393"/>
                    <a:pt x="4404" y="7392"/>
                  </a:cubicBezTo>
                  <a:cubicBezTo>
                    <a:pt x="4100" y="7363"/>
                    <a:pt x="3855" y="7103"/>
                    <a:pt x="3869" y="6800"/>
                  </a:cubicBezTo>
                  <a:lnTo>
                    <a:pt x="3869" y="4173"/>
                  </a:lnTo>
                  <a:lnTo>
                    <a:pt x="5818" y="4173"/>
                  </a:lnTo>
                  <a:cubicBezTo>
                    <a:pt x="5876" y="4173"/>
                    <a:pt x="5934" y="4115"/>
                    <a:pt x="5934" y="4057"/>
                  </a:cubicBezTo>
                  <a:lnTo>
                    <a:pt x="5934" y="2195"/>
                  </a:lnTo>
                  <a:cubicBezTo>
                    <a:pt x="5934" y="2123"/>
                    <a:pt x="5876" y="2080"/>
                    <a:pt x="5818" y="2080"/>
                  </a:cubicBezTo>
                  <a:lnTo>
                    <a:pt x="3869" y="2080"/>
                  </a:lnTo>
                  <a:lnTo>
                    <a:pt x="3869" y="116"/>
                  </a:lnTo>
                  <a:cubicBezTo>
                    <a:pt x="3869" y="59"/>
                    <a:pt x="3812" y="1"/>
                    <a:pt x="375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25" name="Google Shape;16625;p67"/>
          <p:cNvGrpSpPr/>
          <p:nvPr/>
        </p:nvGrpSpPr>
        <p:grpSpPr>
          <a:xfrm>
            <a:off x="7462964" y="3362475"/>
            <a:ext cx="372017" cy="365621"/>
            <a:chOff x="7488021" y="3362475"/>
            <a:chExt cx="372017" cy="365621"/>
          </a:xfrm>
        </p:grpSpPr>
        <p:sp>
          <p:nvSpPr>
            <p:cNvPr id="16626" name="Google Shape;16626;p67"/>
            <p:cNvSpPr/>
            <p:nvPr/>
          </p:nvSpPr>
          <p:spPr>
            <a:xfrm>
              <a:off x="7488021" y="3362475"/>
              <a:ext cx="365201" cy="365594"/>
            </a:xfrm>
            <a:custGeom>
              <a:avLst/>
              <a:gdLst/>
              <a:ahLst/>
              <a:cxnLst/>
              <a:rect l="l" t="t" r="r" b="b"/>
              <a:pathLst>
                <a:path w="13931" h="13946" extrusionOk="0">
                  <a:moveTo>
                    <a:pt x="6973" y="1"/>
                  </a:moveTo>
                  <a:cubicBezTo>
                    <a:pt x="3119" y="1"/>
                    <a:pt x="1" y="3119"/>
                    <a:pt x="1" y="6973"/>
                  </a:cubicBezTo>
                  <a:cubicBezTo>
                    <a:pt x="1" y="10813"/>
                    <a:pt x="3119" y="13945"/>
                    <a:pt x="6973" y="13945"/>
                  </a:cubicBezTo>
                  <a:cubicBezTo>
                    <a:pt x="10813" y="13945"/>
                    <a:pt x="13931" y="10813"/>
                    <a:pt x="13931" y="6973"/>
                  </a:cubicBezTo>
                  <a:cubicBezTo>
                    <a:pt x="13931" y="3119"/>
                    <a:pt x="10813" y="1"/>
                    <a:pt x="6973" y="1"/>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7" name="Google Shape;16627;p67"/>
            <p:cNvSpPr/>
            <p:nvPr/>
          </p:nvSpPr>
          <p:spPr>
            <a:xfrm>
              <a:off x="7646963" y="3362475"/>
              <a:ext cx="213076" cy="365621"/>
            </a:xfrm>
            <a:custGeom>
              <a:avLst/>
              <a:gdLst/>
              <a:ahLst/>
              <a:cxnLst/>
              <a:rect l="l" t="t" r="r" b="b"/>
              <a:pathLst>
                <a:path w="8128" h="13947" extrusionOk="0">
                  <a:moveTo>
                    <a:pt x="895" y="1"/>
                  </a:moveTo>
                  <a:cubicBezTo>
                    <a:pt x="592" y="1"/>
                    <a:pt x="289" y="30"/>
                    <a:pt x="0" y="73"/>
                  </a:cubicBezTo>
                  <a:cubicBezTo>
                    <a:pt x="3465" y="521"/>
                    <a:pt x="6049" y="3480"/>
                    <a:pt x="6049" y="6973"/>
                  </a:cubicBezTo>
                  <a:cubicBezTo>
                    <a:pt x="6049" y="10467"/>
                    <a:pt x="3465" y="13426"/>
                    <a:pt x="0" y="13888"/>
                  </a:cubicBezTo>
                  <a:cubicBezTo>
                    <a:pt x="306" y="13928"/>
                    <a:pt x="610" y="13947"/>
                    <a:pt x="910" y="13947"/>
                  </a:cubicBezTo>
                  <a:cubicBezTo>
                    <a:pt x="4521" y="13947"/>
                    <a:pt x="7628" y="11139"/>
                    <a:pt x="7868" y="7421"/>
                  </a:cubicBezTo>
                  <a:cubicBezTo>
                    <a:pt x="8127" y="3416"/>
                    <a:pt x="4936" y="15"/>
                    <a:pt x="921" y="15"/>
                  </a:cubicBezTo>
                  <a:cubicBezTo>
                    <a:pt x="912" y="15"/>
                    <a:pt x="904" y="15"/>
                    <a:pt x="895" y="15"/>
                  </a:cubicBezTo>
                  <a:lnTo>
                    <a:pt x="895" y="1"/>
                  </a:lnTo>
                  <a:close/>
                </a:path>
              </a:pathLst>
            </a:custGeom>
            <a:solidFill>
              <a:srgbClr val="D0DA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8" name="Google Shape;16628;p67"/>
            <p:cNvSpPr/>
            <p:nvPr/>
          </p:nvSpPr>
          <p:spPr>
            <a:xfrm>
              <a:off x="7685944" y="3401928"/>
              <a:ext cx="56415" cy="48367"/>
            </a:xfrm>
            <a:custGeom>
              <a:avLst/>
              <a:gdLst/>
              <a:ahLst/>
              <a:cxnLst/>
              <a:rect l="l" t="t" r="r" b="b"/>
              <a:pathLst>
                <a:path w="2152" h="1845" extrusionOk="0">
                  <a:moveTo>
                    <a:pt x="1230" y="0"/>
                  </a:moveTo>
                  <a:cubicBezTo>
                    <a:pt x="1003" y="0"/>
                    <a:pt x="770" y="84"/>
                    <a:pt x="578" y="271"/>
                  </a:cubicBezTo>
                  <a:cubicBezTo>
                    <a:pt x="0" y="849"/>
                    <a:pt x="405" y="1845"/>
                    <a:pt x="1242" y="1845"/>
                  </a:cubicBezTo>
                  <a:cubicBezTo>
                    <a:pt x="1747" y="1845"/>
                    <a:pt x="2151" y="1426"/>
                    <a:pt x="2151" y="921"/>
                  </a:cubicBezTo>
                  <a:cubicBezTo>
                    <a:pt x="2151" y="365"/>
                    <a:pt x="1703" y="0"/>
                    <a:pt x="1230" y="0"/>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9" name="Google Shape;16629;p67"/>
            <p:cNvSpPr/>
            <p:nvPr/>
          </p:nvSpPr>
          <p:spPr>
            <a:xfrm>
              <a:off x="7546297" y="3481307"/>
              <a:ext cx="248282" cy="207413"/>
            </a:xfrm>
            <a:custGeom>
              <a:avLst/>
              <a:gdLst/>
              <a:ahLst/>
              <a:cxnLst/>
              <a:rect l="l" t="t" r="r" b="b"/>
              <a:pathLst>
                <a:path w="9471" h="7912" extrusionOk="0">
                  <a:moveTo>
                    <a:pt x="4735" y="1"/>
                  </a:moveTo>
                  <a:cubicBezTo>
                    <a:pt x="2123" y="1"/>
                    <a:pt x="1" y="1776"/>
                    <a:pt x="1" y="3956"/>
                  </a:cubicBezTo>
                  <a:cubicBezTo>
                    <a:pt x="1" y="6136"/>
                    <a:pt x="2123" y="7911"/>
                    <a:pt x="4735" y="7911"/>
                  </a:cubicBezTo>
                  <a:cubicBezTo>
                    <a:pt x="7363" y="7911"/>
                    <a:pt x="9470" y="6136"/>
                    <a:pt x="9470" y="3956"/>
                  </a:cubicBezTo>
                  <a:cubicBezTo>
                    <a:pt x="9470" y="1776"/>
                    <a:pt x="7348" y="1"/>
                    <a:pt x="4735"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0" name="Google Shape;16630;p67"/>
            <p:cNvSpPr/>
            <p:nvPr/>
          </p:nvSpPr>
          <p:spPr>
            <a:xfrm>
              <a:off x="7748755" y="3489041"/>
              <a:ext cx="73061" cy="79327"/>
            </a:xfrm>
            <a:custGeom>
              <a:avLst/>
              <a:gdLst/>
              <a:ahLst/>
              <a:cxnLst/>
              <a:rect l="l" t="t" r="r" b="b"/>
              <a:pathLst>
                <a:path w="2787" h="3026" extrusionOk="0">
                  <a:moveTo>
                    <a:pt x="1243" y="1"/>
                  </a:moveTo>
                  <a:cubicBezTo>
                    <a:pt x="885" y="1"/>
                    <a:pt x="520" y="128"/>
                    <a:pt x="217" y="413"/>
                  </a:cubicBezTo>
                  <a:lnTo>
                    <a:pt x="1" y="615"/>
                  </a:lnTo>
                  <a:lnTo>
                    <a:pt x="232" y="788"/>
                  </a:lnTo>
                  <a:cubicBezTo>
                    <a:pt x="881" y="1279"/>
                    <a:pt x="1372" y="1972"/>
                    <a:pt x="1603" y="2751"/>
                  </a:cubicBezTo>
                  <a:lnTo>
                    <a:pt x="1675" y="3026"/>
                  </a:lnTo>
                  <a:lnTo>
                    <a:pt x="1949" y="2896"/>
                  </a:lnTo>
                  <a:cubicBezTo>
                    <a:pt x="2455" y="2636"/>
                    <a:pt x="2787" y="2116"/>
                    <a:pt x="2787" y="1539"/>
                  </a:cubicBezTo>
                  <a:cubicBezTo>
                    <a:pt x="2787" y="616"/>
                    <a:pt x="2030" y="1"/>
                    <a:pt x="1243"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1" name="Google Shape;16631;p67"/>
            <p:cNvSpPr/>
            <p:nvPr/>
          </p:nvSpPr>
          <p:spPr>
            <a:xfrm>
              <a:off x="7503540" y="3489250"/>
              <a:ext cx="88947" cy="79510"/>
            </a:xfrm>
            <a:custGeom>
              <a:avLst/>
              <a:gdLst/>
              <a:ahLst/>
              <a:cxnLst/>
              <a:rect l="l" t="t" r="r" b="b"/>
              <a:pathLst>
                <a:path w="3393" h="3033" extrusionOk="0">
                  <a:moveTo>
                    <a:pt x="2137" y="1"/>
                  </a:moveTo>
                  <a:cubicBezTo>
                    <a:pt x="520" y="1"/>
                    <a:pt x="0" y="2180"/>
                    <a:pt x="1444" y="2902"/>
                  </a:cubicBezTo>
                  <a:lnTo>
                    <a:pt x="1718" y="3032"/>
                  </a:lnTo>
                  <a:lnTo>
                    <a:pt x="1790" y="2758"/>
                  </a:lnTo>
                  <a:cubicBezTo>
                    <a:pt x="2021" y="1964"/>
                    <a:pt x="2512" y="1285"/>
                    <a:pt x="3162" y="795"/>
                  </a:cubicBezTo>
                  <a:lnTo>
                    <a:pt x="3393" y="607"/>
                  </a:lnTo>
                  <a:lnTo>
                    <a:pt x="3191" y="419"/>
                  </a:lnTo>
                  <a:cubicBezTo>
                    <a:pt x="2902" y="145"/>
                    <a:pt x="2527" y="1"/>
                    <a:pt x="2137"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2" name="Google Shape;16632;p67"/>
            <p:cNvSpPr/>
            <p:nvPr/>
          </p:nvSpPr>
          <p:spPr>
            <a:xfrm>
              <a:off x="7582631" y="3536857"/>
              <a:ext cx="56782" cy="48550"/>
            </a:xfrm>
            <a:custGeom>
              <a:avLst/>
              <a:gdLst/>
              <a:ahLst/>
              <a:cxnLst/>
              <a:rect l="l" t="t" r="r" b="b"/>
              <a:pathLst>
                <a:path w="2166" h="1852" extrusionOk="0">
                  <a:moveTo>
                    <a:pt x="1234" y="0"/>
                  </a:moveTo>
                  <a:cubicBezTo>
                    <a:pt x="1004" y="0"/>
                    <a:pt x="770" y="86"/>
                    <a:pt x="578" y="278"/>
                  </a:cubicBezTo>
                  <a:cubicBezTo>
                    <a:pt x="0" y="855"/>
                    <a:pt x="419" y="1851"/>
                    <a:pt x="1242" y="1851"/>
                  </a:cubicBezTo>
                  <a:cubicBezTo>
                    <a:pt x="1747" y="1851"/>
                    <a:pt x="2166" y="1433"/>
                    <a:pt x="2166" y="927"/>
                  </a:cubicBezTo>
                  <a:cubicBezTo>
                    <a:pt x="2166" y="372"/>
                    <a:pt x="1711" y="0"/>
                    <a:pt x="1234"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3" name="Google Shape;16633;p67"/>
            <p:cNvSpPr/>
            <p:nvPr/>
          </p:nvSpPr>
          <p:spPr>
            <a:xfrm>
              <a:off x="7693887" y="3536857"/>
              <a:ext cx="56415" cy="48550"/>
            </a:xfrm>
            <a:custGeom>
              <a:avLst/>
              <a:gdLst/>
              <a:ahLst/>
              <a:cxnLst/>
              <a:rect l="l" t="t" r="r" b="b"/>
              <a:pathLst>
                <a:path w="2152" h="1852" extrusionOk="0">
                  <a:moveTo>
                    <a:pt x="1230" y="0"/>
                  </a:moveTo>
                  <a:cubicBezTo>
                    <a:pt x="1003" y="0"/>
                    <a:pt x="770" y="86"/>
                    <a:pt x="578" y="278"/>
                  </a:cubicBezTo>
                  <a:cubicBezTo>
                    <a:pt x="0" y="855"/>
                    <a:pt x="405" y="1851"/>
                    <a:pt x="1242" y="1851"/>
                  </a:cubicBezTo>
                  <a:cubicBezTo>
                    <a:pt x="1747" y="1851"/>
                    <a:pt x="2151" y="1433"/>
                    <a:pt x="2151" y="927"/>
                  </a:cubicBezTo>
                  <a:cubicBezTo>
                    <a:pt x="2151" y="372"/>
                    <a:pt x="1703" y="0"/>
                    <a:pt x="1230"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4" name="Google Shape;16634;p67"/>
            <p:cNvSpPr/>
            <p:nvPr/>
          </p:nvSpPr>
          <p:spPr>
            <a:xfrm>
              <a:off x="7596866" y="3625883"/>
              <a:ext cx="147512" cy="34079"/>
            </a:xfrm>
            <a:custGeom>
              <a:avLst/>
              <a:gdLst/>
              <a:ahLst/>
              <a:cxnLst/>
              <a:rect l="l" t="t" r="r" b="b"/>
              <a:pathLst>
                <a:path w="5627" h="1300" extrusionOk="0">
                  <a:moveTo>
                    <a:pt x="322" y="0"/>
                  </a:moveTo>
                  <a:cubicBezTo>
                    <a:pt x="141" y="0"/>
                    <a:pt x="1" y="238"/>
                    <a:pt x="165" y="390"/>
                  </a:cubicBezTo>
                  <a:cubicBezTo>
                    <a:pt x="944" y="996"/>
                    <a:pt x="1879" y="1299"/>
                    <a:pt x="2814" y="1299"/>
                  </a:cubicBezTo>
                  <a:cubicBezTo>
                    <a:pt x="3748" y="1299"/>
                    <a:pt x="4683" y="996"/>
                    <a:pt x="5463" y="390"/>
                  </a:cubicBezTo>
                  <a:cubicBezTo>
                    <a:pt x="5626" y="238"/>
                    <a:pt x="5487" y="0"/>
                    <a:pt x="5305" y="0"/>
                  </a:cubicBezTo>
                  <a:cubicBezTo>
                    <a:pt x="5262" y="0"/>
                    <a:pt x="5218" y="13"/>
                    <a:pt x="5174" y="43"/>
                  </a:cubicBezTo>
                  <a:cubicBezTo>
                    <a:pt x="4481" y="577"/>
                    <a:pt x="3647" y="844"/>
                    <a:pt x="2814" y="844"/>
                  </a:cubicBezTo>
                  <a:cubicBezTo>
                    <a:pt x="1980" y="844"/>
                    <a:pt x="1146" y="577"/>
                    <a:pt x="453" y="43"/>
                  </a:cubicBezTo>
                  <a:cubicBezTo>
                    <a:pt x="410" y="13"/>
                    <a:pt x="365" y="0"/>
                    <a:pt x="322" y="0"/>
                  </a:cubicBezTo>
                  <a:close/>
                </a:path>
              </a:pathLst>
            </a:custGeom>
            <a:solidFill>
              <a:srgbClr val="D7DFE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5" name="Google Shape;16635;p67"/>
            <p:cNvSpPr/>
            <p:nvPr/>
          </p:nvSpPr>
          <p:spPr>
            <a:xfrm>
              <a:off x="7664736" y="3396318"/>
              <a:ext cx="84360" cy="93352"/>
            </a:xfrm>
            <a:custGeom>
              <a:avLst/>
              <a:gdLst/>
              <a:ahLst/>
              <a:cxnLst/>
              <a:rect l="l" t="t" r="r" b="b"/>
              <a:pathLst>
                <a:path w="3218" h="3561" extrusionOk="0">
                  <a:moveTo>
                    <a:pt x="2044" y="457"/>
                  </a:moveTo>
                  <a:lnTo>
                    <a:pt x="2044" y="457"/>
                  </a:lnTo>
                  <a:cubicBezTo>
                    <a:pt x="2645" y="462"/>
                    <a:pt x="2958" y="1194"/>
                    <a:pt x="2527" y="1626"/>
                  </a:cubicBezTo>
                  <a:cubicBezTo>
                    <a:pt x="2389" y="1760"/>
                    <a:pt x="2219" y="1820"/>
                    <a:pt x="2053" y="1820"/>
                  </a:cubicBezTo>
                  <a:cubicBezTo>
                    <a:pt x="1699" y="1820"/>
                    <a:pt x="1358" y="1548"/>
                    <a:pt x="1358" y="1135"/>
                  </a:cubicBezTo>
                  <a:cubicBezTo>
                    <a:pt x="1358" y="762"/>
                    <a:pt x="1657" y="460"/>
                    <a:pt x="2044" y="457"/>
                  </a:cubicBezTo>
                  <a:close/>
                  <a:moveTo>
                    <a:pt x="2038" y="1"/>
                  </a:moveTo>
                  <a:cubicBezTo>
                    <a:pt x="1526" y="1"/>
                    <a:pt x="1016" y="319"/>
                    <a:pt x="925" y="976"/>
                  </a:cubicBezTo>
                  <a:lnTo>
                    <a:pt x="160" y="1222"/>
                  </a:lnTo>
                  <a:cubicBezTo>
                    <a:pt x="59" y="1251"/>
                    <a:pt x="1" y="1337"/>
                    <a:pt x="1" y="1438"/>
                  </a:cubicBezTo>
                  <a:lnTo>
                    <a:pt x="1" y="3560"/>
                  </a:lnTo>
                  <a:lnTo>
                    <a:pt x="448" y="3560"/>
                  </a:lnTo>
                  <a:lnTo>
                    <a:pt x="448" y="1611"/>
                  </a:lnTo>
                  <a:lnTo>
                    <a:pt x="954" y="1438"/>
                  </a:lnTo>
                  <a:cubicBezTo>
                    <a:pt x="1111" y="2009"/>
                    <a:pt x="1565" y="2269"/>
                    <a:pt x="2022" y="2269"/>
                  </a:cubicBezTo>
                  <a:cubicBezTo>
                    <a:pt x="2617" y="2269"/>
                    <a:pt x="3218" y="1830"/>
                    <a:pt x="3177" y="1063"/>
                  </a:cubicBezTo>
                  <a:cubicBezTo>
                    <a:pt x="3132" y="363"/>
                    <a:pt x="2584" y="1"/>
                    <a:pt x="2038" y="1"/>
                  </a:cubicBezTo>
                  <a:close/>
                </a:path>
              </a:pathLst>
            </a:custGeom>
            <a:solidFill>
              <a:srgbClr val="EFF1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36" name="Google Shape;16636;p67"/>
          <p:cNvGrpSpPr/>
          <p:nvPr/>
        </p:nvGrpSpPr>
        <p:grpSpPr>
          <a:xfrm>
            <a:off x="5088724" y="3367036"/>
            <a:ext cx="362553" cy="356498"/>
            <a:chOff x="5113781" y="3367036"/>
            <a:chExt cx="362553" cy="356498"/>
          </a:xfrm>
        </p:grpSpPr>
        <p:sp>
          <p:nvSpPr>
            <p:cNvPr id="16637" name="Google Shape;16637;p67"/>
            <p:cNvSpPr/>
            <p:nvPr/>
          </p:nvSpPr>
          <p:spPr>
            <a:xfrm>
              <a:off x="5113781" y="3367036"/>
              <a:ext cx="356131" cy="356498"/>
            </a:xfrm>
            <a:custGeom>
              <a:avLst/>
              <a:gdLst/>
              <a:ahLst/>
              <a:cxnLst/>
              <a:rect l="l" t="t" r="r" b="b"/>
              <a:pathLst>
                <a:path w="13585" h="13599" extrusionOk="0">
                  <a:moveTo>
                    <a:pt x="6785" y="0"/>
                  </a:moveTo>
                  <a:cubicBezTo>
                    <a:pt x="3032" y="0"/>
                    <a:pt x="0" y="3046"/>
                    <a:pt x="0" y="6799"/>
                  </a:cubicBezTo>
                  <a:cubicBezTo>
                    <a:pt x="0" y="10552"/>
                    <a:pt x="3032" y="13598"/>
                    <a:pt x="6785" y="13598"/>
                  </a:cubicBezTo>
                  <a:cubicBezTo>
                    <a:pt x="10538" y="13598"/>
                    <a:pt x="13584" y="10552"/>
                    <a:pt x="13584" y="6799"/>
                  </a:cubicBezTo>
                  <a:cubicBezTo>
                    <a:pt x="13584" y="3046"/>
                    <a:pt x="10538" y="0"/>
                    <a:pt x="6785"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8" name="Google Shape;16638;p67"/>
            <p:cNvSpPr/>
            <p:nvPr/>
          </p:nvSpPr>
          <p:spPr>
            <a:xfrm>
              <a:off x="5268554" y="3367036"/>
              <a:ext cx="207780" cy="356472"/>
            </a:xfrm>
            <a:custGeom>
              <a:avLst/>
              <a:gdLst/>
              <a:ahLst/>
              <a:cxnLst/>
              <a:rect l="l" t="t" r="r" b="b"/>
              <a:pathLst>
                <a:path w="7926" h="13598" extrusionOk="0">
                  <a:moveTo>
                    <a:pt x="881" y="0"/>
                  </a:moveTo>
                  <a:cubicBezTo>
                    <a:pt x="592" y="0"/>
                    <a:pt x="289" y="15"/>
                    <a:pt x="1" y="58"/>
                  </a:cubicBezTo>
                  <a:cubicBezTo>
                    <a:pt x="3378" y="505"/>
                    <a:pt x="5905" y="3392"/>
                    <a:pt x="5905" y="6799"/>
                  </a:cubicBezTo>
                  <a:cubicBezTo>
                    <a:pt x="5905" y="10206"/>
                    <a:pt x="3378" y="13093"/>
                    <a:pt x="1" y="13540"/>
                  </a:cubicBezTo>
                  <a:cubicBezTo>
                    <a:pt x="299" y="13579"/>
                    <a:pt x="595" y="13598"/>
                    <a:pt x="887" y="13598"/>
                  </a:cubicBezTo>
                  <a:cubicBezTo>
                    <a:pt x="4416" y="13598"/>
                    <a:pt x="7426" y="10859"/>
                    <a:pt x="7666" y="7247"/>
                  </a:cubicBezTo>
                  <a:cubicBezTo>
                    <a:pt x="7926" y="3320"/>
                    <a:pt x="4808" y="0"/>
                    <a:pt x="881" y="0"/>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639" name="Google Shape;16639;p67"/>
          <p:cNvSpPr/>
          <p:nvPr/>
        </p:nvSpPr>
        <p:spPr>
          <a:xfrm>
            <a:off x="5147760" y="3421144"/>
            <a:ext cx="238058" cy="229355"/>
          </a:xfrm>
          <a:custGeom>
            <a:avLst/>
            <a:gdLst/>
            <a:ahLst/>
            <a:cxnLst/>
            <a:rect l="l" t="t" r="r" b="b"/>
            <a:pathLst>
              <a:path w="9081" h="8749" extrusionOk="0">
                <a:moveTo>
                  <a:pt x="4519" y="0"/>
                </a:moveTo>
                <a:cubicBezTo>
                  <a:pt x="4042" y="15"/>
                  <a:pt x="3580" y="159"/>
                  <a:pt x="3176" y="405"/>
                </a:cubicBezTo>
                <a:cubicBezTo>
                  <a:pt x="2570" y="780"/>
                  <a:pt x="2252" y="1372"/>
                  <a:pt x="2209" y="2166"/>
                </a:cubicBezTo>
                <a:lnTo>
                  <a:pt x="2209" y="3277"/>
                </a:lnTo>
                <a:cubicBezTo>
                  <a:pt x="2209" y="3422"/>
                  <a:pt x="2088" y="3536"/>
                  <a:pt x="1956" y="3536"/>
                </a:cubicBezTo>
                <a:cubicBezTo>
                  <a:pt x="1930" y="3536"/>
                  <a:pt x="1903" y="3532"/>
                  <a:pt x="1877" y="3523"/>
                </a:cubicBezTo>
                <a:lnTo>
                  <a:pt x="1502" y="3422"/>
                </a:lnTo>
                <a:cubicBezTo>
                  <a:pt x="1457" y="3408"/>
                  <a:pt x="1413" y="3402"/>
                  <a:pt x="1373" y="3402"/>
                </a:cubicBezTo>
                <a:cubicBezTo>
                  <a:pt x="982" y="3402"/>
                  <a:pt x="808" y="3976"/>
                  <a:pt x="1213" y="4172"/>
                </a:cubicBezTo>
                <a:lnTo>
                  <a:pt x="1819" y="4475"/>
                </a:lnTo>
                <a:cubicBezTo>
                  <a:pt x="2021" y="4576"/>
                  <a:pt x="2122" y="4822"/>
                  <a:pt x="2036" y="5053"/>
                </a:cubicBezTo>
                <a:cubicBezTo>
                  <a:pt x="1718" y="5803"/>
                  <a:pt x="1083" y="6381"/>
                  <a:pt x="304" y="6612"/>
                </a:cubicBezTo>
                <a:lnTo>
                  <a:pt x="73" y="6698"/>
                </a:lnTo>
                <a:cubicBezTo>
                  <a:pt x="15" y="6713"/>
                  <a:pt x="0" y="6785"/>
                  <a:pt x="44" y="6828"/>
                </a:cubicBezTo>
                <a:lnTo>
                  <a:pt x="203" y="7002"/>
                </a:lnTo>
                <a:cubicBezTo>
                  <a:pt x="347" y="7160"/>
                  <a:pt x="650" y="7348"/>
                  <a:pt x="1227" y="7348"/>
                </a:cubicBezTo>
                <a:lnTo>
                  <a:pt x="1256" y="7348"/>
                </a:lnTo>
                <a:cubicBezTo>
                  <a:pt x="1300" y="7507"/>
                  <a:pt x="1343" y="7666"/>
                  <a:pt x="1386" y="7795"/>
                </a:cubicBezTo>
                <a:lnTo>
                  <a:pt x="1430" y="7911"/>
                </a:lnTo>
                <a:cubicBezTo>
                  <a:pt x="1441" y="7947"/>
                  <a:pt x="1483" y="7972"/>
                  <a:pt x="1529" y="7972"/>
                </a:cubicBezTo>
                <a:cubicBezTo>
                  <a:pt x="1539" y="7972"/>
                  <a:pt x="1549" y="7971"/>
                  <a:pt x="1559" y="7969"/>
                </a:cubicBezTo>
                <a:lnTo>
                  <a:pt x="1675" y="7940"/>
                </a:lnTo>
                <a:cubicBezTo>
                  <a:pt x="1877" y="7882"/>
                  <a:pt x="2094" y="7868"/>
                  <a:pt x="2310" y="7853"/>
                </a:cubicBezTo>
                <a:cubicBezTo>
                  <a:pt x="2411" y="7853"/>
                  <a:pt x="2527" y="7868"/>
                  <a:pt x="2642" y="7882"/>
                </a:cubicBezTo>
                <a:cubicBezTo>
                  <a:pt x="3017" y="7969"/>
                  <a:pt x="3378" y="8156"/>
                  <a:pt x="3681" y="8416"/>
                </a:cubicBezTo>
                <a:cubicBezTo>
                  <a:pt x="3811" y="8546"/>
                  <a:pt x="3985" y="8647"/>
                  <a:pt x="4172" y="8705"/>
                </a:cubicBezTo>
                <a:cubicBezTo>
                  <a:pt x="4288" y="8734"/>
                  <a:pt x="4418" y="8748"/>
                  <a:pt x="4533" y="8748"/>
                </a:cubicBezTo>
                <a:cubicBezTo>
                  <a:pt x="4663" y="8748"/>
                  <a:pt x="4779" y="8734"/>
                  <a:pt x="4894" y="8690"/>
                </a:cubicBezTo>
                <a:cubicBezTo>
                  <a:pt x="5082" y="8647"/>
                  <a:pt x="5255" y="8546"/>
                  <a:pt x="5385" y="8416"/>
                </a:cubicBezTo>
                <a:cubicBezTo>
                  <a:pt x="5688" y="8156"/>
                  <a:pt x="6049" y="7969"/>
                  <a:pt x="6439" y="7882"/>
                </a:cubicBezTo>
                <a:cubicBezTo>
                  <a:pt x="6540" y="7868"/>
                  <a:pt x="6655" y="7853"/>
                  <a:pt x="6771" y="7853"/>
                </a:cubicBezTo>
                <a:cubicBezTo>
                  <a:pt x="6987" y="7853"/>
                  <a:pt x="7189" y="7882"/>
                  <a:pt x="7406" y="7940"/>
                </a:cubicBezTo>
                <a:lnTo>
                  <a:pt x="7521" y="7969"/>
                </a:lnTo>
                <a:cubicBezTo>
                  <a:pt x="7529" y="7971"/>
                  <a:pt x="7537" y="7972"/>
                  <a:pt x="7545" y="7972"/>
                </a:cubicBezTo>
                <a:cubicBezTo>
                  <a:pt x="7583" y="7972"/>
                  <a:pt x="7625" y="7944"/>
                  <a:pt x="7637" y="7897"/>
                </a:cubicBezTo>
                <a:lnTo>
                  <a:pt x="7680" y="7781"/>
                </a:lnTo>
                <a:cubicBezTo>
                  <a:pt x="7723" y="7666"/>
                  <a:pt x="7767" y="7492"/>
                  <a:pt x="7810" y="7348"/>
                </a:cubicBezTo>
                <a:lnTo>
                  <a:pt x="7839" y="7348"/>
                </a:lnTo>
                <a:cubicBezTo>
                  <a:pt x="8416" y="7348"/>
                  <a:pt x="8719" y="7160"/>
                  <a:pt x="8864" y="7002"/>
                </a:cubicBezTo>
                <a:lnTo>
                  <a:pt x="9037" y="6814"/>
                </a:lnTo>
                <a:cubicBezTo>
                  <a:pt x="9080" y="6785"/>
                  <a:pt x="9066" y="6713"/>
                  <a:pt x="9008" y="6698"/>
                </a:cubicBezTo>
                <a:lnTo>
                  <a:pt x="8777" y="6612"/>
                </a:lnTo>
                <a:cubicBezTo>
                  <a:pt x="7998" y="6381"/>
                  <a:pt x="7362" y="5803"/>
                  <a:pt x="7045" y="5038"/>
                </a:cubicBezTo>
                <a:cubicBezTo>
                  <a:pt x="6958" y="4822"/>
                  <a:pt x="7045" y="4576"/>
                  <a:pt x="7261" y="4461"/>
                </a:cubicBezTo>
                <a:lnTo>
                  <a:pt x="7853" y="4172"/>
                </a:lnTo>
                <a:cubicBezTo>
                  <a:pt x="7940" y="4129"/>
                  <a:pt x="8012" y="4071"/>
                  <a:pt x="8055" y="3999"/>
                </a:cubicBezTo>
                <a:cubicBezTo>
                  <a:pt x="8196" y="3718"/>
                  <a:pt x="7976" y="3404"/>
                  <a:pt x="7694" y="3404"/>
                </a:cubicBezTo>
                <a:cubicBezTo>
                  <a:pt x="7656" y="3404"/>
                  <a:pt x="7618" y="3410"/>
                  <a:pt x="7579" y="3422"/>
                </a:cubicBezTo>
                <a:lnTo>
                  <a:pt x="7204" y="3523"/>
                </a:lnTo>
                <a:cubicBezTo>
                  <a:pt x="7178" y="3532"/>
                  <a:pt x="7151" y="3536"/>
                  <a:pt x="7125" y="3536"/>
                </a:cubicBezTo>
                <a:cubicBezTo>
                  <a:pt x="6993" y="3536"/>
                  <a:pt x="6872" y="3422"/>
                  <a:pt x="6872" y="3277"/>
                </a:cubicBezTo>
                <a:lnTo>
                  <a:pt x="6872" y="2166"/>
                </a:lnTo>
                <a:cubicBezTo>
                  <a:pt x="6828" y="1372"/>
                  <a:pt x="6496" y="780"/>
                  <a:pt x="5905" y="405"/>
                </a:cubicBezTo>
                <a:cubicBezTo>
                  <a:pt x="5500" y="159"/>
                  <a:pt x="5038" y="15"/>
                  <a:pt x="454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640" name="Google Shape;16640;p67"/>
          <p:cNvGrpSpPr/>
          <p:nvPr/>
        </p:nvGrpSpPr>
        <p:grpSpPr>
          <a:xfrm>
            <a:off x="7943564" y="3365489"/>
            <a:ext cx="375818" cy="357651"/>
            <a:chOff x="7968621" y="3365489"/>
            <a:chExt cx="375818" cy="357651"/>
          </a:xfrm>
        </p:grpSpPr>
        <p:sp>
          <p:nvSpPr>
            <p:cNvPr id="16641" name="Google Shape;16641;p67"/>
            <p:cNvSpPr/>
            <p:nvPr/>
          </p:nvSpPr>
          <p:spPr>
            <a:xfrm>
              <a:off x="7968621" y="3367403"/>
              <a:ext cx="355371" cy="355738"/>
            </a:xfrm>
            <a:custGeom>
              <a:avLst/>
              <a:gdLst/>
              <a:ahLst/>
              <a:cxnLst/>
              <a:rect l="l" t="t" r="r" b="b"/>
              <a:pathLst>
                <a:path w="13556" h="13570" extrusionOk="0">
                  <a:moveTo>
                    <a:pt x="6771" y="1"/>
                  </a:moveTo>
                  <a:cubicBezTo>
                    <a:pt x="3032" y="1"/>
                    <a:pt x="1" y="3032"/>
                    <a:pt x="1" y="6785"/>
                  </a:cubicBezTo>
                  <a:cubicBezTo>
                    <a:pt x="1" y="10524"/>
                    <a:pt x="3032" y="13570"/>
                    <a:pt x="6771" y="13570"/>
                  </a:cubicBezTo>
                  <a:cubicBezTo>
                    <a:pt x="10524" y="13570"/>
                    <a:pt x="13556" y="10524"/>
                    <a:pt x="13556" y="6785"/>
                  </a:cubicBezTo>
                  <a:cubicBezTo>
                    <a:pt x="13556" y="3032"/>
                    <a:pt x="10524" y="1"/>
                    <a:pt x="6771" y="1"/>
                  </a:cubicBezTo>
                  <a:close/>
                </a:path>
              </a:pathLst>
            </a:custGeom>
            <a:solidFill>
              <a:srgbClr val="92A9B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2" name="Google Shape;16642;p67"/>
            <p:cNvSpPr/>
            <p:nvPr/>
          </p:nvSpPr>
          <p:spPr>
            <a:xfrm>
              <a:off x="8123027" y="3365489"/>
              <a:ext cx="203979" cy="355423"/>
            </a:xfrm>
            <a:custGeom>
              <a:avLst/>
              <a:gdLst/>
              <a:ahLst/>
              <a:cxnLst/>
              <a:rect l="l" t="t" r="r" b="b"/>
              <a:pathLst>
                <a:path w="7781" h="13558" extrusionOk="0">
                  <a:moveTo>
                    <a:pt x="987" y="1"/>
                  </a:moveTo>
                  <a:cubicBezTo>
                    <a:pt x="952" y="1"/>
                    <a:pt x="916" y="1"/>
                    <a:pt x="881" y="1"/>
                  </a:cubicBezTo>
                  <a:lnTo>
                    <a:pt x="881" y="74"/>
                  </a:lnTo>
                  <a:lnTo>
                    <a:pt x="347" y="74"/>
                  </a:lnTo>
                  <a:lnTo>
                    <a:pt x="217" y="88"/>
                  </a:lnTo>
                  <a:lnTo>
                    <a:pt x="145" y="88"/>
                  </a:lnTo>
                  <a:lnTo>
                    <a:pt x="72" y="102"/>
                  </a:lnTo>
                  <a:lnTo>
                    <a:pt x="0" y="102"/>
                  </a:lnTo>
                  <a:cubicBezTo>
                    <a:pt x="3378" y="550"/>
                    <a:pt x="5890" y="3423"/>
                    <a:pt x="5890" y="6815"/>
                  </a:cubicBezTo>
                  <a:cubicBezTo>
                    <a:pt x="5890" y="10222"/>
                    <a:pt x="3378" y="13094"/>
                    <a:pt x="0" y="13542"/>
                  </a:cubicBezTo>
                  <a:lnTo>
                    <a:pt x="72" y="13542"/>
                  </a:lnTo>
                  <a:lnTo>
                    <a:pt x="145" y="13556"/>
                  </a:lnTo>
                  <a:lnTo>
                    <a:pt x="881" y="13556"/>
                  </a:lnTo>
                  <a:cubicBezTo>
                    <a:pt x="925" y="13557"/>
                    <a:pt x="969" y="13557"/>
                    <a:pt x="1012" y="13557"/>
                  </a:cubicBezTo>
                  <a:cubicBezTo>
                    <a:pt x="4749" y="13557"/>
                    <a:pt x="7781" y="10524"/>
                    <a:pt x="7781" y="6786"/>
                  </a:cubicBezTo>
                  <a:cubicBezTo>
                    <a:pt x="7781" y="3025"/>
                    <a:pt x="4735" y="1"/>
                    <a:pt x="987" y="1"/>
                  </a:cubicBezTo>
                  <a:close/>
                </a:path>
              </a:pathLst>
            </a:custGeom>
            <a:solidFill>
              <a:srgbClr val="6B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3" name="Google Shape;16643;p67"/>
            <p:cNvSpPr/>
            <p:nvPr/>
          </p:nvSpPr>
          <p:spPr>
            <a:xfrm>
              <a:off x="8123027" y="3459365"/>
              <a:ext cx="221412" cy="236538"/>
            </a:xfrm>
            <a:custGeom>
              <a:avLst/>
              <a:gdLst/>
              <a:ahLst/>
              <a:cxnLst/>
              <a:rect l="l" t="t" r="r" b="b"/>
              <a:pathLst>
                <a:path w="8446" h="9023" extrusionOk="0">
                  <a:moveTo>
                    <a:pt x="6857" y="0"/>
                  </a:moveTo>
                  <a:lnTo>
                    <a:pt x="6641" y="419"/>
                  </a:lnTo>
                  <a:cubicBezTo>
                    <a:pt x="6280" y="1069"/>
                    <a:pt x="5327" y="1231"/>
                    <a:pt x="4464" y="1231"/>
                  </a:cubicBezTo>
                  <a:cubicBezTo>
                    <a:pt x="3602" y="1231"/>
                    <a:pt x="2830" y="1069"/>
                    <a:pt x="2830" y="1069"/>
                  </a:cubicBezTo>
                  <a:lnTo>
                    <a:pt x="0" y="2685"/>
                  </a:lnTo>
                  <a:lnTo>
                    <a:pt x="4504" y="9022"/>
                  </a:lnTo>
                  <a:lnTo>
                    <a:pt x="4706" y="8893"/>
                  </a:lnTo>
                  <a:cubicBezTo>
                    <a:pt x="7449" y="7030"/>
                    <a:pt x="8445" y="3450"/>
                    <a:pt x="7059" y="433"/>
                  </a:cubicBezTo>
                  <a:lnTo>
                    <a:pt x="6857" y="0"/>
                  </a:lnTo>
                  <a:close/>
                </a:path>
              </a:pathLst>
            </a:custGeom>
            <a:solidFill>
              <a:srgbClr val="D1DBE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4" name="Google Shape;16644;p67"/>
            <p:cNvSpPr/>
            <p:nvPr/>
          </p:nvSpPr>
          <p:spPr>
            <a:xfrm>
              <a:off x="8224820" y="3460493"/>
              <a:ext cx="99171" cy="235778"/>
            </a:xfrm>
            <a:custGeom>
              <a:avLst/>
              <a:gdLst/>
              <a:ahLst/>
              <a:cxnLst/>
              <a:rect l="l" t="t" r="r" b="b"/>
              <a:pathLst>
                <a:path w="3783" h="8994" extrusionOk="0">
                  <a:moveTo>
                    <a:pt x="2960" y="1"/>
                  </a:moveTo>
                  <a:lnTo>
                    <a:pt x="2758" y="376"/>
                  </a:lnTo>
                  <a:cubicBezTo>
                    <a:pt x="2483" y="852"/>
                    <a:pt x="2180" y="1300"/>
                    <a:pt x="1848" y="1718"/>
                  </a:cubicBezTo>
                  <a:cubicBezTo>
                    <a:pt x="2368" y="4014"/>
                    <a:pt x="1675" y="6424"/>
                    <a:pt x="0" y="8070"/>
                  </a:cubicBezTo>
                  <a:lnTo>
                    <a:pt x="621" y="8994"/>
                  </a:lnTo>
                  <a:cubicBezTo>
                    <a:pt x="2599" y="7738"/>
                    <a:pt x="3783" y="5558"/>
                    <a:pt x="3783" y="3234"/>
                  </a:cubicBezTo>
                  <a:cubicBezTo>
                    <a:pt x="3783" y="2108"/>
                    <a:pt x="3508" y="997"/>
                    <a:pt x="2960" y="1"/>
                  </a:cubicBezTo>
                  <a:close/>
                </a:path>
              </a:pathLst>
            </a:custGeom>
            <a:solidFill>
              <a:srgbClr val="90A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5" name="Google Shape;16645;p67"/>
            <p:cNvSpPr/>
            <p:nvPr/>
          </p:nvSpPr>
          <p:spPr>
            <a:xfrm>
              <a:off x="7993210" y="3552822"/>
              <a:ext cx="213102" cy="170319"/>
            </a:xfrm>
            <a:custGeom>
              <a:avLst/>
              <a:gdLst/>
              <a:ahLst/>
              <a:cxnLst/>
              <a:rect l="l" t="t" r="r" b="b"/>
              <a:pathLst>
                <a:path w="8129" h="6497" extrusionOk="0">
                  <a:moveTo>
                    <a:pt x="3769" y="1"/>
                  </a:moveTo>
                  <a:lnTo>
                    <a:pt x="1" y="3191"/>
                  </a:lnTo>
                  <a:lnTo>
                    <a:pt x="116" y="3364"/>
                  </a:lnTo>
                  <a:cubicBezTo>
                    <a:pt x="1358" y="5313"/>
                    <a:pt x="3523" y="6497"/>
                    <a:pt x="5833" y="6497"/>
                  </a:cubicBezTo>
                  <a:cubicBezTo>
                    <a:pt x="6511" y="6497"/>
                    <a:pt x="7190" y="6396"/>
                    <a:pt x="7839" y="6194"/>
                  </a:cubicBezTo>
                  <a:lnTo>
                    <a:pt x="8128" y="6107"/>
                  </a:lnTo>
                  <a:lnTo>
                    <a:pt x="3769" y="1"/>
                  </a:lnTo>
                  <a:close/>
                </a:path>
              </a:pathLst>
            </a:custGeom>
            <a:solidFill>
              <a:srgbClr val="D2DCE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6" name="Google Shape;16646;p67"/>
            <p:cNvSpPr/>
            <p:nvPr/>
          </p:nvSpPr>
          <p:spPr>
            <a:xfrm>
              <a:off x="8123027" y="3695484"/>
              <a:ext cx="83652" cy="27657"/>
            </a:xfrm>
            <a:custGeom>
              <a:avLst/>
              <a:gdLst/>
              <a:ahLst/>
              <a:cxnLst/>
              <a:rect l="l" t="t" r="r" b="b"/>
              <a:pathLst>
                <a:path w="3191" h="1055" extrusionOk="0">
                  <a:moveTo>
                    <a:pt x="2743" y="1"/>
                  </a:moveTo>
                  <a:cubicBezTo>
                    <a:pt x="1906" y="535"/>
                    <a:pt x="967" y="882"/>
                    <a:pt x="0" y="1011"/>
                  </a:cubicBezTo>
                  <a:cubicBezTo>
                    <a:pt x="289" y="1040"/>
                    <a:pt x="592" y="1055"/>
                    <a:pt x="881" y="1055"/>
                  </a:cubicBezTo>
                  <a:cubicBezTo>
                    <a:pt x="1675" y="1055"/>
                    <a:pt x="2454" y="925"/>
                    <a:pt x="3191" y="665"/>
                  </a:cubicBezTo>
                  <a:lnTo>
                    <a:pt x="2743" y="1"/>
                  </a:lnTo>
                  <a:close/>
                </a:path>
              </a:pathLst>
            </a:custGeom>
            <a:solidFill>
              <a:srgbClr val="8AA2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7" name="Google Shape;16647;p67"/>
            <p:cNvSpPr/>
            <p:nvPr/>
          </p:nvSpPr>
          <p:spPr>
            <a:xfrm>
              <a:off x="8091988" y="3529753"/>
              <a:ext cx="149871" cy="183190"/>
            </a:xfrm>
            <a:custGeom>
              <a:avLst/>
              <a:gdLst/>
              <a:ahLst/>
              <a:cxnLst/>
              <a:rect l="l" t="t" r="r" b="b"/>
              <a:pathLst>
                <a:path w="5717" h="6988" extrusionOk="0">
                  <a:moveTo>
                    <a:pt x="1184" y="0"/>
                  </a:moveTo>
                  <a:lnTo>
                    <a:pt x="1" y="881"/>
                  </a:lnTo>
                  <a:lnTo>
                    <a:pt x="4346" y="6987"/>
                  </a:lnTo>
                  <a:lnTo>
                    <a:pt x="4519" y="6929"/>
                  </a:lnTo>
                  <a:cubicBezTo>
                    <a:pt x="4865" y="6785"/>
                    <a:pt x="5183" y="6641"/>
                    <a:pt x="5500" y="6453"/>
                  </a:cubicBezTo>
                  <a:lnTo>
                    <a:pt x="5717" y="6323"/>
                  </a:lnTo>
                  <a:lnTo>
                    <a:pt x="118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8" name="Google Shape;16648;p67"/>
            <p:cNvSpPr/>
            <p:nvPr/>
          </p:nvSpPr>
          <p:spPr>
            <a:xfrm>
              <a:off x="8193781" y="3671654"/>
              <a:ext cx="48078" cy="41656"/>
            </a:xfrm>
            <a:custGeom>
              <a:avLst/>
              <a:gdLst/>
              <a:ahLst/>
              <a:cxnLst/>
              <a:rect l="l" t="t" r="r" b="b"/>
              <a:pathLst>
                <a:path w="1834" h="1589" extrusionOk="0">
                  <a:moveTo>
                    <a:pt x="1184" y="1"/>
                  </a:moveTo>
                  <a:cubicBezTo>
                    <a:pt x="824" y="361"/>
                    <a:pt x="434" y="665"/>
                    <a:pt x="1" y="939"/>
                  </a:cubicBezTo>
                  <a:lnTo>
                    <a:pt x="477" y="1588"/>
                  </a:lnTo>
                  <a:cubicBezTo>
                    <a:pt x="953" y="1415"/>
                    <a:pt x="1401" y="1184"/>
                    <a:pt x="1834" y="910"/>
                  </a:cubicBezTo>
                  <a:lnTo>
                    <a:pt x="1184" y="1"/>
                  </a:lnTo>
                  <a:close/>
                </a:path>
              </a:pathLst>
            </a:custGeom>
            <a:solidFill>
              <a:srgbClr val="EBE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49" name="Google Shape;16649;p67"/>
            <p:cNvSpPr/>
            <p:nvPr/>
          </p:nvSpPr>
          <p:spPr>
            <a:xfrm>
              <a:off x="7976197" y="3452549"/>
              <a:ext cx="239553" cy="183951"/>
            </a:xfrm>
            <a:custGeom>
              <a:avLst/>
              <a:gdLst/>
              <a:ahLst/>
              <a:cxnLst/>
              <a:rect l="l" t="t" r="r" b="b"/>
              <a:pathLst>
                <a:path w="9138" h="7017" extrusionOk="0">
                  <a:moveTo>
                    <a:pt x="7954" y="0"/>
                  </a:moveTo>
                  <a:lnTo>
                    <a:pt x="0" y="5529"/>
                  </a:lnTo>
                  <a:lnTo>
                    <a:pt x="58" y="5746"/>
                  </a:lnTo>
                  <a:cubicBezTo>
                    <a:pt x="188" y="6107"/>
                    <a:pt x="347" y="6468"/>
                    <a:pt x="534" y="6800"/>
                  </a:cubicBezTo>
                  <a:lnTo>
                    <a:pt x="650" y="7016"/>
                  </a:lnTo>
                  <a:lnTo>
                    <a:pt x="9138" y="881"/>
                  </a:lnTo>
                  <a:lnTo>
                    <a:pt x="7954" y="0"/>
                  </a:ln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0" name="Google Shape;16650;p67"/>
            <p:cNvSpPr/>
            <p:nvPr/>
          </p:nvSpPr>
          <p:spPr>
            <a:xfrm>
              <a:off x="8168064" y="3365516"/>
              <a:ext cx="141928" cy="177607"/>
            </a:xfrm>
            <a:custGeom>
              <a:avLst/>
              <a:gdLst/>
              <a:ahLst/>
              <a:cxnLst/>
              <a:rect l="l" t="t" r="r" b="b"/>
              <a:pathLst>
                <a:path w="5414" h="6775" extrusionOk="0">
                  <a:moveTo>
                    <a:pt x="2700" y="0"/>
                  </a:moveTo>
                  <a:cubicBezTo>
                    <a:pt x="1198" y="0"/>
                    <a:pt x="0" y="1227"/>
                    <a:pt x="43" y="2729"/>
                  </a:cubicBezTo>
                  <a:cubicBezTo>
                    <a:pt x="43" y="4028"/>
                    <a:pt x="2122" y="6265"/>
                    <a:pt x="2541" y="6698"/>
                  </a:cubicBezTo>
                  <a:cubicBezTo>
                    <a:pt x="2584" y="6749"/>
                    <a:pt x="2645" y="6774"/>
                    <a:pt x="2707" y="6774"/>
                  </a:cubicBezTo>
                  <a:cubicBezTo>
                    <a:pt x="2768" y="6774"/>
                    <a:pt x="2829" y="6749"/>
                    <a:pt x="2873" y="6698"/>
                  </a:cubicBezTo>
                  <a:cubicBezTo>
                    <a:pt x="3291" y="6265"/>
                    <a:pt x="5370" y="4028"/>
                    <a:pt x="5370" y="2729"/>
                  </a:cubicBezTo>
                  <a:cubicBezTo>
                    <a:pt x="5413" y="1227"/>
                    <a:pt x="4201" y="0"/>
                    <a:pt x="2700" y="0"/>
                  </a:cubicBez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1" name="Google Shape;16651;p67"/>
            <p:cNvSpPr/>
            <p:nvPr/>
          </p:nvSpPr>
          <p:spPr>
            <a:xfrm>
              <a:off x="8197189" y="3397944"/>
              <a:ext cx="73061" cy="62575"/>
            </a:xfrm>
            <a:custGeom>
              <a:avLst/>
              <a:gdLst/>
              <a:ahLst/>
              <a:cxnLst/>
              <a:rect l="l" t="t" r="r" b="b"/>
              <a:pathLst>
                <a:path w="2787" h="2387" extrusionOk="0">
                  <a:moveTo>
                    <a:pt x="1583" y="1"/>
                  </a:moveTo>
                  <a:cubicBezTo>
                    <a:pt x="1291" y="1"/>
                    <a:pt x="993" y="109"/>
                    <a:pt x="751" y="351"/>
                  </a:cubicBezTo>
                  <a:cubicBezTo>
                    <a:pt x="1" y="1102"/>
                    <a:pt x="535" y="2387"/>
                    <a:pt x="1589" y="2387"/>
                  </a:cubicBezTo>
                  <a:cubicBezTo>
                    <a:pt x="2253" y="2387"/>
                    <a:pt x="2787" y="1853"/>
                    <a:pt x="2787" y="1203"/>
                  </a:cubicBezTo>
                  <a:cubicBezTo>
                    <a:pt x="2787" y="479"/>
                    <a:pt x="2197" y="1"/>
                    <a:pt x="1583" y="1"/>
                  </a:cubicBezTo>
                  <a:close/>
                </a:path>
              </a:pathLst>
            </a:custGeom>
            <a:solidFill>
              <a:srgbClr val="445D7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2" name="Google Shape;16652;p67"/>
            <p:cNvSpPr/>
            <p:nvPr/>
          </p:nvSpPr>
          <p:spPr>
            <a:xfrm>
              <a:off x="8025376" y="3423451"/>
              <a:ext cx="80270" cy="73402"/>
            </a:xfrm>
            <a:custGeom>
              <a:avLst/>
              <a:gdLst/>
              <a:ahLst/>
              <a:cxnLst/>
              <a:rect l="l" t="t" r="r" b="b"/>
              <a:pathLst>
                <a:path w="3062" h="2800" extrusionOk="0">
                  <a:moveTo>
                    <a:pt x="1662" y="1"/>
                  </a:moveTo>
                  <a:cubicBezTo>
                    <a:pt x="1107" y="1"/>
                    <a:pt x="566" y="325"/>
                    <a:pt x="347" y="908"/>
                  </a:cubicBezTo>
                  <a:cubicBezTo>
                    <a:pt x="1" y="1818"/>
                    <a:pt x="679" y="2799"/>
                    <a:pt x="1661" y="2799"/>
                  </a:cubicBezTo>
                  <a:cubicBezTo>
                    <a:pt x="2441" y="2799"/>
                    <a:pt x="3061" y="2179"/>
                    <a:pt x="3061" y="1399"/>
                  </a:cubicBezTo>
                  <a:cubicBezTo>
                    <a:pt x="3061" y="1284"/>
                    <a:pt x="2960" y="1183"/>
                    <a:pt x="2845" y="1183"/>
                  </a:cubicBezTo>
                  <a:lnTo>
                    <a:pt x="1964" y="1183"/>
                  </a:lnTo>
                  <a:cubicBezTo>
                    <a:pt x="1955" y="1182"/>
                    <a:pt x="1946" y="1181"/>
                    <a:pt x="1937" y="1181"/>
                  </a:cubicBezTo>
                  <a:cubicBezTo>
                    <a:pt x="1641" y="1181"/>
                    <a:pt x="1641" y="1631"/>
                    <a:pt x="1937" y="1631"/>
                  </a:cubicBezTo>
                  <a:cubicBezTo>
                    <a:pt x="1946" y="1631"/>
                    <a:pt x="1955" y="1631"/>
                    <a:pt x="1964" y="1630"/>
                  </a:cubicBezTo>
                  <a:lnTo>
                    <a:pt x="2599" y="1630"/>
                  </a:lnTo>
                  <a:cubicBezTo>
                    <a:pt x="2481" y="2112"/>
                    <a:pt x="2073" y="2358"/>
                    <a:pt x="1665" y="2358"/>
                  </a:cubicBezTo>
                  <a:cubicBezTo>
                    <a:pt x="1278" y="2358"/>
                    <a:pt x="892" y="2137"/>
                    <a:pt x="752" y="1688"/>
                  </a:cubicBezTo>
                  <a:cubicBezTo>
                    <a:pt x="528" y="1008"/>
                    <a:pt x="1072" y="437"/>
                    <a:pt x="1668" y="437"/>
                  </a:cubicBezTo>
                  <a:cubicBezTo>
                    <a:pt x="1882" y="437"/>
                    <a:pt x="2102" y="510"/>
                    <a:pt x="2296" y="677"/>
                  </a:cubicBezTo>
                  <a:cubicBezTo>
                    <a:pt x="2341" y="713"/>
                    <a:pt x="2388" y="729"/>
                    <a:pt x="2433" y="729"/>
                  </a:cubicBezTo>
                  <a:cubicBezTo>
                    <a:pt x="2601" y="729"/>
                    <a:pt x="2734" y="505"/>
                    <a:pt x="2585" y="345"/>
                  </a:cubicBezTo>
                  <a:cubicBezTo>
                    <a:pt x="2314" y="111"/>
                    <a:pt x="1985" y="1"/>
                    <a:pt x="1662"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53" name="Google Shape;16653;p67"/>
          <p:cNvGrpSpPr/>
          <p:nvPr/>
        </p:nvGrpSpPr>
        <p:grpSpPr>
          <a:xfrm>
            <a:off x="5255151" y="3817357"/>
            <a:ext cx="362947" cy="356576"/>
            <a:chOff x="5557286" y="3817357"/>
            <a:chExt cx="362947" cy="356576"/>
          </a:xfrm>
        </p:grpSpPr>
        <p:grpSp>
          <p:nvGrpSpPr>
            <p:cNvPr id="16654" name="Google Shape;16654;p67"/>
            <p:cNvGrpSpPr/>
            <p:nvPr/>
          </p:nvGrpSpPr>
          <p:grpSpPr>
            <a:xfrm>
              <a:off x="5557286" y="3817357"/>
              <a:ext cx="362947" cy="356576"/>
              <a:chOff x="5557286" y="3817357"/>
              <a:chExt cx="362947" cy="356576"/>
            </a:xfrm>
          </p:grpSpPr>
          <p:sp>
            <p:nvSpPr>
              <p:cNvPr id="16655" name="Google Shape;16655;p67"/>
              <p:cNvSpPr/>
              <p:nvPr/>
            </p:nvSpPr>
            <p:spPr>
              <a:xfrm>
                <a:off x="5557286" y="3817357"/>
                <a:ext cx="356891" cy="356498"/>
              </a:xfrm>
              <a:custGeom>
                <a:avLst/>
                <a:gdLst/>
                <a:ahLst/>
                <a:cxnLst/>
                <a:rect l="l" t="t" r="r" b="b"/>
                <a:pathLst>
                  <a:path w="13614" h="13599" extrusionOk="0">
                    <a:moveTo>
                      <a:pt x="6800" y="0"/>
                    </a:moveTo>
                    <a:cubicBezTo>
                      <a:pt x="3047" y="0"/>
                      <a:pt x="1" y="3046"/>
                      <a:pt x="1" y="6799"/>
                    </a:cubicBezTo>
                    <a:cubicBezTo>
                      <a:pt x="1" y="10552"/>
                      <a:pt x="3047" y="13598"/>
                      <a:pt x="6800" y="13598"/>
                    </a:cubicBezTo>
                    <a:cubicBezTo>
                      <a:pt x="10568" y="13598"/>
                      <a:pt x="13613" y="10552"/>
                      <a:pt x="13613" y="6799"/>
                    </a:cubicBezTo>
                    <a:cubicBezTo>
                      <a:pt x="13613" y="3046"/>
                      <a:pt x="10568" y="0"/>
                      <a:pt x="6800" y="0"/>
                    </a:cubicBez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6" name="Google Shape;16656;p67"/>
              <p:cNvSpPr/>
              <p:nvPr/>
            </p:nvSpPr>
            <p:spPr>
              <a:xfrm>
                <a:off x="5712453" y="3817357"/>
                <a:ext cx="207780" cy="356576"/>
              </a:xfrm>
              <a:custGeom>
                <a:avLst/>
                <a:gdLst/>
                <a:ahLst/>
                <a:cxnLst/>
                <a:rect l="l" t="t" r="r" b="b"/>
                <a:pathLst>
                  <a:path w="7926" h="13602" extrusionOk="0">
                    <a:moveTo>
                      <a:pt x="895" y="0"/>
                    </a:moveTo>
                    <a:cubicBezTo>
                      <a:pt x="592" y="0"/>
                      <a:pt x="289" y="15"/>
                      <a:pt x="0" y="58"/>
                    </a:cubicBezTo>
                    <a:cubicBezTo>
                      <a:pt x="3393" y="505"/>
                      <a:pt x="5919" y="3378"/>
                      <a:pt x="5919" y="6799"/>
                    </a:cubicBezTo>
                    <a:cubicBezTo>
                      <a:pt x="5919" y="10220"/>
                      <a:pt x="3393" y="13093"/>
                      <a:pt x="0" y="13541"/>
                    </a:cubicBezTo>
                    <a:cubicBezTo>
                      <a:pt x="306" y="13581"/>
                      <a:pt x="609" y="13601"/>
                      <a:pt x="909" y="13601"/>
                    </a:cubicBezTo>
                    <a:cubicBezTo>
                      <a:pt x="4430" y="13601"/>
                      <a:pt x="7441" y="10865"/>
                      <a:pt x="7680" y="7247"/>
                    </a:cubicBezTo>
                    <a:cubicBezTo>
                      <a:pt x="7925" y="3320"/>
                      <a:pt x="4822" y="0"/>
                      <a:pt x="895" y="0"/>
                    </a:cubicBezTo>
                    <a:close/>
                  </a:path>
                </a:pathLst>
              </a:custGeom>
              <a:solidFill>
                <a:srgbClr val="6B7F9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57" name="Google Shape;16657;p67"/>
              <p:cNvSpPr/>
              <p:nvPr/>
            </p:nvSpPr>
            <p:spPr>
              <a:xfrm>
                <a:off x="5696567" y="3944343"/>
                <a:ext cx="98411" cy="102527"/>
              </a:xfrm>
              <a:custGeom>
                <a:avLst/>
                <a:gdLst/>
                <a:ahLst/>
                <a:cxnLst/>
                <a:rect l="l" t="t" r="r" b="b"/>
                <a:pathLst>
                  <a:path w="3754" h="3911" extrusionOk="0">
                    <a:moveTo>
                      <a:pt x="129" y="0"/>
                    </a:moveTo>
                    <a:cubicBezTo>
                      <a:pt x="58" y="0"/>
                      <a:pt x="0" y="60"/>
                      <a:pt x="0" y="136"/>
                    </a:cubicBezTo>
                    <a:lnTo>
                      <a:pt x="0" y="3774"/>
                    </a:lnTo>
                    <a:cubicBezTo>
                      <a:pt x="0" y="3850"/>
                      <a:pt x="58" y="3910"/>
                      <a:pt x="123" y="3910"/>
                    </a:cubicBezTo>
                    <a:cubicBezTo>
                      <a:pt x="144" y="3910"/>
                      <a:pt x="166" y="3904"/>
                      <a:pt x="188" y="3890"/>
                    </a:cubicBezTo>
                    <a:lnTo>
                      <a:pt x="3667" y="2071"/>
                    </a:lnTo>
                    <a:cubicBezTo>
                      <a:pt x="3753" y="2027"/>
                      <a:pt x="3753" y="1883"/>
                      <a:pt x="3667" y="1840"/>
                    </a:cubicBezTo>
                    <a:lnTo>
                      <a:pt x="202" y="21"/>
                    </a:lnTo>
                    <a:cubicBezTo>
                      <a:pt x="177" y="7"/>
                      <a:pt x="153" y="0"/>
                      <a:pt x="129" y="0"/>
                    </a:cubicBezTo>
                    <a:close/>
                  </a:path>
                </a:pathLst>
              </a:custGeom>
              <a:solidFill>
                <a:srgbClr val="8CA4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658" name="Google Shape;16658;p67"/>
            <p:cNvSpPr/>
            <p:nvPr/>
          </p:nvSpPr>
          <p:spPr>
            <a:xfrm>
              <a:off x="5621675" y="3914200"/>
              <a:ext cx="234165" cy="163176"/>
            </a:xfrm>
            <a:custGeom>
              <a:avLst/>
              <a:gdLst/>
              <a:ahLst/>
              <a:cxnLst/>
              <a:rect l="l" t="t" r="r" b="b"/>
              <a:pathLst>
                <a:path w="12544" h="8740" extrusionOk="0">
                  <a:moveTo>
                    <a:pt x="1469" y="8373"/>
                  </a:moveTo>
                  <a:cubicBezTo>
                    <a:pt x="1002" y="8240"/>
                    <a:pt x="701" y="7940"/>
                    <a:pt x="535" y="7473"/>
                  </a:cubicBezTo>
                  <a:cubicBezTo>
                    <a:pt x="134" y="6338"/>
                    <a:pt x="1" y="1702"/>
                    <a:pt x="768" y="768"/>
                  </a:cubicBezTo>
                  <a:cubicBezTo>
                    <a:pt x="1035" y="468"/>
                    <a:pt x="1402" y="267"/>
                    <a:pt x="1802" y="234"/>
                  </a:cubicBezTo>
                  <a:cubicBezTo>
                    <a:pt x="3904" y="1"/>
                    <a:pt x="10408" y="34"/>
                    <a:pt x="11175" y="301"/>
                  </a:cubicBezTo>
                  <a:cubicBezTo>
                    <a:pt x="11609" y="468"/>
                    <a:pt x="11909" y="734"/>
                    <a:pt x="12076" y="1168"/>
                  </a:cubicBezTo>
                  <a:cubicBezTo>
                    <a:pt x="12510" y="2336"/>
                    <a:pt x="12543" y="6539"/>
                    <a:pt x="12009" y="7639"/>
                  </a:cubicBezTo>
                  <a:cubicBezTo>
                    <a:pt x="11876" y="7940"/>
                    <a:pt x="11643" y="8140"/>
                    <a:pt x="11376" y="8306"/>
                  </a:cubicBezTo>
                  <a:cubicBezTo>
                    <a:pt x="10575" y="8740"/>
                    <a:pt x="2503" y="8707"/>
                    <a:pt x="1469" y="8373"/>
                  </a:cubicBezTo>
                  <a:close/>
                  <a:moveTo>
                    <a:pt x="4804" y="6205"/>
                  </a:moveTo>
                  <a:cubicBezTo>
                    <a:pt x="6072" y="5538"/>
                    <a:pt x="7339" y="4871"/>
                    <a:pt x="8607" y="4237"/>
                  </a:cubicBezTo>
                  <a:cubicBezTo>
                    <a:pt x="7339" y="3570"/>
                    <a:pt x="6072" y="2903"/>
                    <a:pt x="4804" y="223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59" name="Google Shape;16659;p67"/>
          <p:cNvGrpSpPr/>
          <p:nvPr/>
        </p:nvGrpSpPr>
        <p:grpSpPr>
          <a:xfrm>
            <a:off x="4358284" y="3817357"/>
            <a:ext cx="362947" cy="356576"/>
            <a:chOff x="4660419" y="3817357"/>
            <a:chExt cx="362947" cy="356576"/>
          </a:xfrm>
        </p:grpSpPr>
        <p:grpSp>
          <p:nvGrpSpPr>
            <p:cNvPr id="16660" name="Google Shape;16660;p67"/>
            <p:cNvGrpSpPr/>
            <p:nvPr/>
          </p:nvGrpSpPr>
          <p:grpSpPr>
            <a:xfrm>
              <a:off x="4660419" y="3817357"/>
              <a:ext cx="362947" cy="356576"/>
              <a:chOff x="4660419" y="3817357"/>
              <a:chExt cx="362947" cy="356576"/>
            </a:xfrm>
          </p:grpSpPr>
          <p:sp>
            <p:nvSpPr>
              <p:cNvPr id="16661" name="Google Shape;16661;p67"/>
              <p:cNvSpPr/>
              <p:nvPr/>
            </p:nvSpPr>
            <p:spPr>
              <a:xfrm>
                <a:off x="4660419" y="3817357"/>
                <a:ext cx="356498" cy="356498"/>
              </a:xfrm>
              <a:custGeom>
                <a:avLst/>
                <a:gdLst/>
                <a:ahLst/>
                <a:cxnLst/>
                <a:rect l="l" t="t" r="r" b="b"/>
                <a:pathLst>
                  <a:path w="13599" h="13599" extrusionOk="0">
                    <a:moveTo>
                      <a:pt x="6800" y="0"/>
                    </a:moveTo>
                    <a:cubicBezTo>
                      <a:pt x="3047" y="0"/>
                      <a:pt x="1" y="3046"/>
                      <a:pt x="1" y="6799"/>
                    </a:cubicBezTo>
                    <a:cubicBezTo>
                      <a:pt x="1" y="10552"/>
                      <a:pt x="3047" y="13598"/>
                      <a:pt x="6800" y="13598"/>
                    </a:cubicBezTo>
                    <a:cubicBezTo>
                      <a:pt x="10553" y="13598"/>
                      <a:pt x="13599" y="10552"/>
                      <a:pt x="13599" y="6799"/>
                    </a:cubicBezTo>
                    <a:cubicBezTo>
                      <a:pt x="13599" y="3046"/>
                      <a:pt x="10553" y="0"/>
                      <a:pt x="6800" y="0"/>
                    </a:cubicBezTo>
                    <a:close/>
                  </a:path>
                </a:pathLst>
              </a:custGeom>
              <a:solidFill>
                <a:srgbClr val="94A5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2" name="Google Shape;16662;p67"/>
              <p:cNvSpPr/>
              <p:nvPr/>
            </p:nvSpPr>
            <p:spPr>
              <a:xfrm>
                <a:off x="4815585" y="3817357"/>
                <a:ext cx="207780" cy="356576"/>
              </a:xfrm>
              <a:custGeom>
                <a:avLst/>
                <a:gdLst/>
                <a:ahLst/>
                <a:cxnLst/>
                <a:rect l="l" t="t" r="r" b="b"/>
                <a:pathLst>
                  <a:path w="7926" h="13602" extrusionOk="0">
                    <a:moveTo>
                      <a:pt x="881" y="0"/>
                    </a:moveTo>
                    <a:cubicBezTo>
                      <a:pt x="578" y="0"/>
                      <a:pt x="289" y="15"/>
                      <a:pt x="0" y="58"/>
                    </a:cubicBezTo>
                    <a:cubicBezTo>
                      <a:pt x="3378" y="505"/>
                      <a:pt x="5904" y="3378"/>
                      <a:pt x="5904" y="6799"/>
                    </a:cubicBezTo>
                    <a:cubicBezTo>
                      <a:pt x="5904" y="10220"/>
                      <a:pt x="3378" y="13093"/>
                      <a:pt x="0" y="13541"/>
                    </a:cubicBezTo>
                    <a:cubicBezTo>
                      <a:pt x="305" y="13581"/>
                      <a:pt x="607" y="13601"/>
                      <a:pt x="906" y="13601"/>
                    </a:cubicBezTo>
                    <a:cubicBezTo>
                      <a:pt x="4416" y="13601"/>
                      <a:pt x="7426" y="10865"/>
                      <a:pt x="7666" y="7247"/>
                    </a:cubicBezTo>
                    <a:cubicBezTo>
                      <a:pt x="7925" y="3320"/>
                      <a:pt x="4807" y="0"/>
                      <a:pt x="881" y="0"/>
                    </a:cubicBezTo>
                    <a:close/>
                  </a:path>
                </a:pathLst>
              </a:custGeom>
              <a:solidFill>
                <a:srgbClr val="8094A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63" name="Google Shape;16663;p67"/>
            <p:cNvGrpSpPr/>
            <p:nvPr/>
          </p:nvGrpSpPr>
          <p:grpSpPr>
            <a:xfrm>
              <a:off x="4694459" y="3856408"/>
              <a:ext cx="282308" cy="265356"/>
              <a:chOff x="4690600" y="3853050"/>
              <a:chExt cx="289488" cy="272132"/>
            </a:xfrm>
          </p:grpSpPr>
          <p:sp>
            <p:nvSpPr>
              <p:cNvPr id="16664" name="Google Shape;16664;p67"/>
              <p:cNvSpPr/>
              <p:nvPr/>
            </p:nvSpPr>
            <p:spPr>
              <a:xfrm>
                <a:off x="4690600" y="3853050"/>
                <a:ext cx="289488" cy="272132"/>
              </a:xfrm>
              <a:custGeom>
                <a:avLst/>
                <a:gdLst/>
                <a:ahLst/>
                <a:cxnLst/>
                <a:rect l="l" t="t" r="r" b="b"/>
                <a:pathLst>
                  <a:path w="14478" h="13610" extrusionOk="0">
                    <a:moveTo>
                      <a:pt x="1168" y="13543"/>
                    </a:moveTo>
                    <a:cubicBezTo>
                      <a:pt x="1235" y="13276"/>
                      <a:pt x="1301" y="13043"/>
                      <a:pt x="1368" y="12776"/>
                    </a:cubicBezTo>
                    <a:cubicBezTo>
                      <a:pt x="1568" y="12009"/>
                      <a:pt x="1802" y="11241"/>
                      <a:pt x="2002" y="10474"/>
                    </a:cubicBezTo>
                    <a:cubicBezTo>
                      <a:pt x="2002" y="10374"/>
                      <a:pt x="2002" y="10207"/>
                      <a:pt x="1935" y="10107"/>
                    </a:cubicBezTo>
                    <a:cubicBezTo>
                      <a:pt x="1" y="6371"/>
                      <a:pt x="2002" y="1835"/>
                      <a:pt x="6138" y="867"/>
                    </a:cubicBezTo>
                    <a:cubicBezTo>
                      <a:pt x="9874" y="0"/>
                      <a:pt x="13210" y="2535"/>
                      <a:pt x="13844" y="5904"/>
                    </a:cubicBezTo>
                    <a:cubicBezTo>
                      <a:pt x="14478" y="9407"/>
                      <a:pt x="12176" y="12742"/>
                      <a:pt x="8673" y="13376"/>
                    </a:cubicBezTo>
                    <a:cubicBezTo>
                      <a:pt x="7306" y="13610"/>
                      <a:pt x="5971" y="13410"/>
                      <a:pt x="4704" y="12776"/>
                    </a:cubicBezTo>
                    <a:cubicBezTo>
                      <a:pt x="4604" y="12742"/>
                      <a:pt x="4437" y="12709"/>
                      <a:pt x="4304" y="12742"/>
                    </a:cubicBezTo>
                    <a:cubicBezTo>
                      <a:pt x="2636" y="13176"/>
                      <a:pt x="1502" y="13476"/>
                      <a:pt x="1168" y="13543"/>
                    </a:cubicBezTo>
                    <a:close/>
                    <a:moveTo>
                      <a:pt x="2636" y="12075"/>
                    </a:moveTo>
                    <a:cubicBezTo>
                      <a:pt x="3270" y="11909"/>
                      <a:pt x="3870" y="11775"/>
                      <a:pt x="4437" y="11608"/>
                    </a:cubicBezTo>
                    <a:cubicBezTo>
                      <a:pt x="4604" y="11575"/>
                      <a:pt x="4737" y="11575"/>
                      <a:pt x="4871" y="11675"/>
                    </a:cubicBezTo>
                    <a:cubicBezTo>
                      <a:pt x="5971" y="12309"/>
                      <a:pt x="7139" y="12542"/>
                      <a:pt x="8407" y="12342"/>
                    </a:cubicBezTo>
                    <a:cubicBezTo>
                      <a:pt x="11309" y="11875"/>
                      <a:pt x="13277" y="9173"/>
                      <a:pt x="12843" y="6271"/>
                    </a:cubicBezTo>
                    <a:cubicBezTo>
                      <a:pt x="12376" y="3302"/>
                      <a:pt x="9574" y="1301"/>
                      <a:pt x="6605" y="1835"/>
                    </a:cubicBezTo>
                    <a:cubicBezTo>
                      <a:pt x="3036" y="2502"/>
                      <a:pt x="1135" y="6471"/>
                      <a:pt x="2903" y="9640"/>
                    </a:cubicBezTo>
                    <a:cubicBezTo>
                      <a:pt x="3103" y="10007"/>
                      <a:pt x="3169" y="10274"/>
                      <a:pt x="3036" y="10641"/>
                    </a:cubicBezTo>
                    <a:cubicBezTo>
                      <a:pt x="2869" y="11108"/>
                      <a:pt x="2769" y="11575"/>
                      <a:pt x="2636" y="12075"/>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5" name="Google Shape;16665;p67"/>
              <p:cNvSpPr/>
              <p:nvPr/>
            </p:nvSpPr>
            <p:spPr>
              <a:xfrm>
                <a:off x="4773984" y="3934408"/>
                <a:ext cx="133407" cy="122069"/>
              </a:xfrm>
              <a:custGeom>
                <a:avLst/>
                <a:gdLst/>
                <a:ahLst/>
                <a:cxnLst/>
                <a:rect l="l" t="t" r="r" b="b"/>
                <a:pathLst>
                  <a:path w="6672" h="6105" extrusionOk="0">
                    <a:moveTo>
                      <a:pt x="5070" y="6072"/>
                    </a:moveTo>
                    <a:cubicBezTo>
                      <a:pt x="3803" y="6005"/>
                      <a:pt x="1835" y="5038"/>
                      <a:pt x="467" y="2669"/>
                    </a:cubicBezTo>
                    <a:cubicBezTo>
                      <a:pt x="0" y="1835"/>
                      <a:pt x="67" y="868"/>
                      <a:pt x="767" y="234"/>
                    </a:cubicBezTo>
                    <a:cubicBezTo>
                      <a:pt x="1001" y="1"/>
                      <a:pt x="1301" y="67"/>
                      <a:pt x="1601" y="101"/>
                    </a:cubicBezTo>
                    <a:cubicBezTo>
                      <a:pt x="1668" y="101"/>
                      <a:pt x="1735" y="234"/>
                      <a:pt x="1768" y="301"/>
                    </a:cubicBezTo>
                    <a:cubicBezTo>
                      <a:pt x="1935" y="701"/>
                      <a:pt x="2135" y="1101"/>
                      <a:pt x="2268" y="1535"/>
                    </a:cubicBezTo>
                    <a:cubicBezTo>
                      <a:pt x="2369" y="1769"/>
                      <a:pt x="2202" y="1969"/>
                      <a:pt x="1902" y="2336"/>
                    </a:cubicBezTo>
                    <a:cubicBezTo>
                      <a:pt x="1801" y="2469"/>
                      <a:pt x="1768" y="2569"/>
                      <a:pt x="1835" y="2703"/>
                    </a:cubicBezTo>
                    <a:cubicBezTo>
                      <a:pt x="2369" y="3603"/>
                      <a:pt x="3102" y="4237"/>
                      <a:pt x="4070" y="4604"/>
                    </a:cubicBezTo>
                    <a:cubicBezTo>
                      <a:pt x="4203" y="4671"/>
                      <a:pt x="4303" y="4637"/>
                      <a:pt x="4403" y="4504"/>
                    </a:cubicBezTo>
                    <a:cubicBezTo>
                      <a:pt x="4904" y="3903"/>
                      <a:pt x="4937" y="3703"/>
                      <a:pt x="5237" y="3837"/>
                    </a:cubicBezTo>
                    <a:cubicBezTo>
                      <a:pt x="6505" y="4470"/>
                      <a:pt x="6605" y="4470"/>
                      <a:pt x="6605" y="4637"/>
                    </a:cubicBezTo>
                    <a:cubicBezTo>
                      <a:pt x="6672" y="5705"/>
                      <a:pt x="5671" y="6105"/>
                      <a:pt x="5070" y="6072"/>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6666" name="Google Shape;16666;p67"/>
          <p:cNvGrpSpPr/>
          <p:nvPr/>
        </p:nvGrpSpPr>
        <p:grpSpPr>
          <a:xfrm>
            <a:off x="6159823" y="3813323"/>
            <a:ext cx="369882" cy="364325"/>
            <a:chOff x="1190200" y="238125"/>
            <a:chExt cx="5306767" cy="5212083"/>
          </a:xfrm>
        </p:grpSpPr>
        <p:grpSp>
          <p:nvGrpSpPr>
            <p:cNvPr id="16667" name="Google Shape;16667;p67"/>
            <p:cNvGrpSpPr/>
            <p:nvPr/>
          </p:nvGrpSpPr>
          <p:grpSpPr>
            <a:xfrm>
              <a:off x="1190200" y="238125"/>
              <a:ext cx="5212075" cy="5212075"/>
              <a:chOff x="1190200" y="238125"/>
              <a:chExt cx="5212075" cy="5212075"/>
            </a:xfrm>
          </p:grpSpPr>
          <p:sp>
            <p:nvSpPr>
              <p:cNvPr id="16668" name="Google Shape;16668;p67"/>
              <p:cNvSpPr/>
              <p:nvPr/>
            </p:nvSpPr>
            <p:spPr>
              <a:xfrm>
                <a:off x="1190200" y="238125"/>
                <a:ext cx="5212075" cy="5212075"/>
              </a:xfrm>
              <a:custGeom>
                <a:avLst/>
                <a:gdLst/>
                <a:ahLst/>
                <a:cxnLst/>
                <a:rect l="l" t="t" r="r" b="b"/>
                <a:pathLst>
                  <a:path w="208483" h="208483" extrusionOk="0">
                    <a:moveTo>
                      <a:pt x="104241" y="0"/>
                    </a:moveTo>
                    <a:cubicBezTo>
                      <a:pt x="46667" y="0"/>
                      <a:pt x="0" y="46667"/>
                      <a:pt x="0" y="104241"/>
                    </a:cubicBezTo>
                    <a:cubicBezTo>
                      <a:pt x="0" y="161816"/>
                      <a:pt x="46667" y="208483"/>
                      <a:pt x="104241" y="208483"/>
                    </a:cubicBezTo>
                    <a:cubicBezTo>
                      <a:pt x="161816" y="208483"/>
                      <a:pt x="208482" y="161816"/>
                      <a:pt x="208482" y="104241"/>
                    </a:cubicBezTo>
                    <a:cubicBezTo>
                      <a:pt x="208482" y="46667"/>
                      <a:pt x="161816" y="0"/>
                      <a:pt x="104241" y="0"/>
                    </a:cubicBezTo>
                    <a:close/>
                  </a:path>
                </a:pathLst>
              </a:custGeom>
              <a:solidFill>
                <a:srgbClr val="8AA2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9" name="Google Shape;16669;p67"/>
              <p:cNvSpPr/>
              <p:nvPr/>
            </p:nvSpPr>
            <p:spPr>
              <a:xfrm>
                <a:off x="2368338" y="1220419"/>
                <a:ext cx="2856522" cy="3247339"/>
              </a:xfrm>
              <a:custGeom>
                <a:avLst/>
                <a:gdLst/>
                <a:ahLst/>
                <a:cxnLst/>
                <a:rect l="l" t="t" r="r" b="b"/>
                <a:pathLst>
                  <a:path w="130928" h="148841" extrusionOk="0">
                    <a:moveTo>
                      <a:pt x="70184" y="0"/>
                    </a:moveTo>
                    <a:cubicBezTo>
                      <a:pt x="67749" y="0"/>
                      <a:pt x="65781" y="1968"/>
                      <a:pt x="65781" y="4370"/>
                    </a:cubicBezTo>
                    <a:lnTo>
                      <a:pt x="65781" y="100105"/>
                    </a:lnTo>
                    <a:cubicBezTo>
                      <a:pt x="65781" y="106844"/>
                      <a:pt x="61744" y="112915"/>
                      <a:pt x="55507" y="115483"/>
                    </a:cubicBezTo>
                    <a:cubicBezTo>
                      <a:pt x="53445" y="116348"/>
                      <a:pt x="51279" y="116767"/>
                      <a:pt x="49132" y="116767"/>
                    </a:cubicBezTo>
                    <a:cubicBezTo>
                      <a:pt x="44819" y="116767"/>
                      <a:pt x="40578" y="115076"/>
                      <a:pt x="37394" y="111914"/>
                    </a:cubicBezTo>
                    <a:cubicBezTo>
                      <a:pt x="32624" y="107177"/>
                      <a:pt x="31156" y="100039"/>
                      <a:pt x="33691" y="93801"/>
                    </a:cubicBezTo>
                    <a:cubicBezTo>
                      <a:pt x="36260" y="87563"/>
                      <a:pt x="42297" y="83493"/>
                      <a:pt x="49035" y="83460"/>
                    </a:cubicBezTo>
                    <a:cubicBezTo>
                      <a:pt x="51437" y="83460"/>
                      <a:pt x="53405" y="81492"/>
                      <a:pt x="53405" y="79090"/>
                    </a:cubicBezTo>
                    <a:lnTo>
                      <a:pt x="53405" y="55740"/>
                    </a:lnTo>
                    <a:cubicBezTo>
                      <a:pt x="53405" y="53305"/>
                      <a:pt x="51437" y="51370"/>
                      <a:pt x="49035" y="51370"/>
                    </a:cubicBezTo>
                    <a:cubicBezTo>
                      <a:pt x="21983" y="51370"/>
                      <a:pt x="0" y="73253"/>
                      <a:pt x="0" y="100105"/>
                    </a:cubicBezTo>
                    <a:cubicBezTo>
                      <a:pt x="0" y="126991"/>
                      <a:pt x="21949" y="148840"/>
                      <a:pt x="49002" y="148840"/>
                    </a:cubicBezTo>
                    <a:cubicBezTo>
                      <a:pt x="76021" y="148840"/>
                      <a:pt x="98037" y="126991"/>
                      <a:pt x="98037" y="100105"/>
                    </a:cubicBezTo>
                    <a:lnTo>
                      <a:pt x="98037" y="57742"/>
                    </a:lnTo>
                    <a:cubicBezTo>
                      <a:pt x="106751" y="62347"/>
                      <a:pt x="116484" y="64780"/>
                      <a:pt x="126356" y="64780"/>
                    </a:cubicBezTo>
                    <a:cubicBezTo>
                      <a:pt x="126423" y="64780"/>
                      <a:pt x="126490" y="64780"/>
                      <a:pt x="126557" y="64780"/>
                    </a:cubicBezTo>
                    <a:cubicBezTo>
                      <a:pt x="128959" y="64780"/>
                      <a:pt x="130927" y="62812"/>
                      <a:pt x="130927" y="60410"/>
                    </a:cubicBezTo>
                    <a:lnTo>
                      <a:pt x="130927" y="37094"/>
                    </a:lnTo>
                    <a:cubicBezTo>
                      <a:pt x="130927" y="34658"/>
                      <a:pt x="128959" y="32724"/>
                      <a:pt x="126557" y="32724"/>
                    </a:cubicBezTo>
                    <a:cubicBezTo>
                      <a:pt x="110813" y="32724"/>
                      <a:pt x="98037" y="19981"/>
                      <a:pt x="98037" y="4370"/>
                    </a:cubicBezTo>
                    <a:cubicBezTo>
                      <a:pt x="98037" y="1968"/>
                      <a:pt x="96069" y="0"/>
                      <a:pt x="9366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670" name="Google Shape;16670;p67"/>
            <p:cNvSpPr/>
            <p:nvPr/>
          </p:nvSpPr>
          <p:spPr>
            <a:xfrm>
              <a:off x="3459822" y="238126"/>
              <a:ext cx="3037144" cy="5212082"/>
            </a:xfrm>
            <a:custGeom>
              <a:avLst/>
              <a:gdLst/>
              <a:ahLst/>
              <a:cxnLst/>
              <a:rect l="l" t="t" r="r" b="b"/>
              <a:pathLst>
                <a:path w="7926" h="13602" extrusionOk="0">
                  <a:moveTo>
                    <a:pt x="881" y="0"/>
                  </a:moveTo>
                  <a:cubicBezTo>
                    <a:pt x="593" y="0"/>
                    <a:pt x="290" y="15"/>
                    <a:pt x="1" y="58"/>
                  </a:cubicBezTo>
                  <a:cubicBezTo>
                    <a:pt x="3379" y="505"/>
                    <a:pt x="5919" y="3378"/>
                    <a:pt x="5919" y="6799"/>
                  </a:cubicBezTo>
                  <a:cubicBezTo>
                    <a:pt x="5919" y="10220"/>
                    <a:pt x="3379" y="13093"/>
                    <a:pt x="1" y="13541"/>
                  </a:cubicBezTo>
                  <a:cubicBezTo>
                    <a:pt x="306" y="13581"/>
                    <a:pt x="610" y="13601"/>
                    <a:pt x="909" y="13601"/>
                  </a:cubicBezTo>
                  <a:cubicBezTo>
                    <a:pt x="4431" y="13601"/>
                    <a:pt x="7440" y="10865"/>
                    <a:pt x="7666" y="7247"/>
                  </a:cubicBezTo>
                  <a:cubicBezTo>
                    <a:pt x="7926" y="3320"/>
                    <a:pt x="4822" y="0"/>
                    <a:pt x="881" y="0"/>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71" name="Google Shape;16671;p67"/>
          <p:cNvGrpSpPr/>
          <p:nvPr/>
        </p:nvGrpSpPr>
        <p:grpSpPr>
          <a:xfrm>
            <a:off x="3461049" y="3817357"/>
            <a:ext cx="363314" cy="356576"/>
            <a:chOff x="3763184" y="3817357"/>
            <a:chExt cx="363314" cy="356576"/>
          </a:xfrm>
        </p:grpSpPr>
        <p:sp>
          <p:nvSpPr>
            <p:cNvPr id="16672" name="Google Shape;16672;p67"/>
            <p:cNvSpPr/>
            <p:nvPr/>
          </p:nvSpPr>
          <p:spPr>
            <a:xfrm>
              <a:off x="3763184" y="3817357"/>
              <a:ext cx="356865" cy="356498"/>
            </a:xfrm>
            <a:custGeom>
              <a:avLst/>
              <a:gdLst/>
              <a:ahLst/>
              <a:cxnLst/>
              <a:rect l="l" t="t" r="r" b="b"/>
              <a:pathLst>
                <a:path w="13613" h="13599" extrusionOk="0">
                  <a:moveTo>
                    <a:pt x="6814" y="0"/>
                  </a:moveTo>
                  <a:cubicBezTo>
                    <a:pt x="3046" y="0"/>
                    <a:pt x="0" y="3046"/>
                    <a:pt x="0" y="6799"/>
                  </a:cubicBezTo>
                  <a:cubicBezTo>
                    <a:pt x="0" y="10552"/>
                    <a:pt x="3046" y="13598"/>
                    <a:pt x="6814" y="13598"/>
                  </a:cubicBezTo>
                  <a:cubicBezTo>
                    <a:pt x="10567" y="13598"/>
                    <a:pt x="13613" y="10552"/>
                    <a:pt x="13613" y="6799"/>
                  </a:cubicBezTo>
                  <a:cubicBezTo>
                    <a:pt x="13613" y="3046"/>
                    <a:pt x="10567" y="0"/>
                    <a:pt x="6814" y="0"/>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3" name="Google Shape;16673;p67"/>
            <p:cNvSpPr/>
            <p:nvPr/>
          </p:nvSpPr>
          <p:spPr>
            <a:xfrm>
              <a:off x="3918324" y="3817357"/>
              <a:ext cx="208173" cy="356576"/>
            </a:xfrm>
            <a:custGeom>
              <a:avLst/>
              <a:gdLst/>
              <a:ahLst/>
              <a:cxnLst/>
              <a:rect l="l" t="t" r="r" b="b"/>
              <a:pathLst>
                <a:path w="7941" h="13602" extrusionOk="0">
                  <a:moveTo>
                    <a:pt x="896" y="0"/>
                  </a:moveTo>
                  <a:cubicBezTo>
                    <a:pt x="593" y="0"/>
                    <a:pt x="304" y="15"/>
                    <a:pt x="1" y="58"/>
                  </a:cubicBezTo>
                  <a:cubicBezTo>
                    <a:pt x="3393" y="505"/>
                    <a:pt x="5919" y="3378"/>
                    <a:pt x="5919" y="6799"/>
                  </a:cubicBezTo>
                  <a:cubicBezTo>
                    <a:pt x="5919" y="10220"/>
                    <a:pt x="3393" y="13093"/>
                    <a:pt x="1" y="13541"/>
                  </a:cubicBezTo>
                  <a:cubicBezTo>
                    <a:pt x="306" y="13581"/>
                    <a:pt x="610" y="13601"/>
                    <a:pt x="909" y="13601"/>
                  </a:cubicBezTo>
                  <a:cubicBezTo>
                    <a:pt x="4431" y="13601"/>
                    <a:pt x="7441" y="10865"/>
                    <a:pt x="7681" y="7247"/>
                  </a:cubicBezTo>
                  <a:cubicBezTo>
                    <a:pt x="7940" y="3320"/>
                    <a:pt x="4822" y="0"/>
                    <a:pt x="896" y="0"/>
                  </a:cubicBezTo>
                  <a:close/>
                </a:path>
              </a:pathLst>
            </a:custGeom>
            <a:solidFill>
              <a:srgbClr val="556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4" name="Google Shape;16674;p67"/>
            <p:cNvSpPr/>
            <p:nvPr/>
          </p:nvSpPr>
          <p:spPr>
            <a:xfrm>
              <a:off x="3848330" y="3964188"/>
              <a:ext cx="39375" cy="116945"/>
            </a:xfrm>
            <a:custGeom>
              <a:avLst/>
              <a:gdLst/>
              <a:ahLst/>
              <a:cxnLst/>
              <a:rect l="l" t="t" r="r" b="b"/>
              <a:pathLst>
                <a:path w="1502" h="4461" extrusionOk="0">
                  <a:moveTo>
                    <a:pt x="58" y="0"/>
                  </a:moveTo>
                  <a:cubicBezTo>
                    <a:pt x="29" y="0"/>
                    <a:pt x="0" y="29"/>
                    <a:pt x="0" y="58"/>
                  </a:cubicBezTo>
                  <a:lnTo>
                    <a:pt x="0" y="4403"/>
                  </a:lnTo>
                  <a:cubicBezTo>
                    <a:pt x="0" y="4432"/>
                    <a:pt x="29" y="4461"/>
                    <a:pt x="58" y="4461"/>
                  </a:cubicBezTo>
                  <a:lnTo>
                    <a:pt x="1444" y="4461"/>
                  </a:lnTo>
                  <a:cubicBezTo>
                    <a:pt x="1473" y="4461"/>
                    <a:pt x="1502" y="4446"/>
                    <a:pt x="1502" y="4403"/>
                  </a:cubicBezTo>
                  <a:lnTo>
                    <a:pt x="1502" y="58"/>
                  </a:lnTo>
                  <a:cubicBezTo>
                    <a:pt x="1502" y="29"/>
                    <a:pt x="1473" y="0"/>
                    <a:pt x="144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5" name="Google Shape;16675;p67"/>
            <p:cNvSpPr/>
            <p:nvPr/>
          </p:nvSpPr>
          <p:spPr>
            <a:xfrm>
              <a:off x="3832418" y="3894403"/>
              <a:ext cx="55287" cy="47475"/>
            </a:xfrm>
            <a:custGeom>
              <a:avLst/>
              <a:gdLst/>
              <a:ahLst/>
              <a:cxnLst/>
              <a:rect l="l" t="t" r="r" b="b"/>
              <a:pathLst>
                <a:path w="2109" h="1811" extrusionOk="0">
                  <a:moveTo>
                    <a:pt x="1208" y="0"/>
                  </a:moveTo>
                  <a:cubicBezTo>
                    <a:pt x="987" y="0"/>
                    <a:pt x="761" y="83"/>
                    <a:pt x="578" y="266"/>
                  </a:cubicBezTo>
                  <a:cubicBezTo>
                    <a:pt x="1" y="829"/>
                    <a:pt x="405" y="1810"/>
                    <a:pt x="1214" y="1810"/>
                  </a:cubicBezTo>
                  <a:cubicBezTo>
                    <a:pt x="1704" y="1810"/>
                    <a:pt x="2109" y="1406"/>
                    <a:pt x="2109" y="901"/>
                  </a:cubicBezTo>
                  <a:cubicBezTo>
                    <a:pt x="2109" y="355"/>
                    <a:pt x="1668" y="0"/>
                    <a:pt x="120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6" name="Google Shape;16676;p67"/>
            <p:cNvSpPr/>
            <p:nvPr/>
          </p:nvSpPr>
          <p:spPr>
            <a:xfrm>
              <a:off x="3925901" y="3964161"/>
              <a:ext cx="124914" cy="117365"/>
            </a:xfrm>
            <a:custGeom>
              <a:avLst/>
              <a:gdLst/>
              <a:ahLst/>
              <a:cxnLst/>
              <a:rect l="l" t="t" r="r" b="b"/>
              <a:pathLst>
                <a:path w="4765" h="4477" extrusionOk="0">
                  <a:moveTo>
                    <a:pt x="2716" y="1"/>
                  </a:moveTo>
                  <a:cubicBezTo>
                    <a:pt x="2701" y="1"/>
                    <a:pt x="2686" y="1"/>
                    <a:pt x="2671" y="1"/>
                  </a:cubicBezTo>
                  <a:cubicBezTo>
                    <a:pt x="2180" y="1"/>
                    <a:pt x="1718" y="145"/>
                    <a:pt x="1314" y="434"/>
                  </a:cubicBezTo>
                  <a:cubicBezTo>
                    <a:pt x="1304" y="441"/>
                    <a:pt x="1294" y="444"/>
                    <a:pt x="1284" y="444"/>
                  </a:cubicBezTo>
                  <a:cubicBezTo>
                    <a:pt x="1248" y="444"/>
                    <a:pt x="1213" y="410"/>
                    <a:pt x="1213" y="376"/>
                  </a:cubicBezTo>
                  <a:lnTo>
                    <a:pt x="1213" y="59"/>
                  </a:lnTo>
                  <a:cubicBezTo>
                    <a:pt x="1213" y="30"/>
                    <a:pt x="1170" y="1"/>
                    <a:pt x="1141" y="1"/>
                  </a:cubicBezTo>
                  <a:lnTo>
                    <a:pt x="58" y="1"/>
                  </a:lnTo>
                  <a:cubicBezTo>
                    <a:pt x="29" y="1"/>
                    <a:pt x="1" y="30"/>
                    <a:pt x="1" y="59"/>
                  </a:cubicBezTo>
                  <a:lnTo>
                    <a:pt x="1" y="4389"/>
                  </a:lnTo>
                  <a:cubicBezTo>
                    <a:pt x="1" y="4433"/>
                    <a:pt x="29" y="4462"/>
                    <a:pt x="58" y="4462"/>
                  </a:cubicBezTo>
                  <a:lnTo>
                    <a:pt x="1430" y="4462"/>
                  </a:lnTo>
                  <a:cubicBezTo>
                    <a:pt x="1473" y="4462"/>
                    <a:pt x="1502" y="4433"/>
                    <a:pt x="1502" y="4389"/>
                  </a:cubicBezTo>
                  <a:lnTo>
                    <a:pt x="1502" y="2859"/>
                  </a:lnTo>
                  <a:cubicBezTo>
                    <a:pt x="1502" y="2354"/>
                    <a:pt x="1617" y="1502"/>
                    <a:pt x="2382" y="1502"/>
                  </a:cubicBezTo>
                  <a:cubicBezTo>
                    <a:pt x="3133" y="1502"/>
                    <a:pt x="3249" y="2354"/>
                    <a:pt x="3249" y="2859"/>
                  </a:cubicBezTo>
                  <a:lnTo>
                    <a:pt x="3249" y="4404"/>
                  </a:lnTo>
                  <a:cubicBezTo>
                    <a:pt x="3249" y="4433"/>
                    <a:pt x="3277" y="4462"/>
                    <a:pt x="3321" y="4462"/>
                  </a:cubicBezTo>
                  <a:lnTo>
                    <a:pt x="3321" y="4476"/>
                  </a:lnTo>
                  <a:lnTo>
                    <a:pt x="4692" y="4476"/>
                  </a:lnTo>
                  <a:cubicBezTo>
                    <a:pt x="4721" y="4476"/>
                    <a:pt x="4750" y="4433"/>
                    <a:pt x="4750" y="4404"/>
                  </a:cubicBezTo>
                  <a:lnTo>
                    <a:pt x="4750" y="2383"/>
                  </a:lnTo>
                  <a:cubicBezTo>
                    <a:pt x="4764" y="1806"/>
                    <a:pt x="4591" y="1243"/>
                    <a:pt x="4259" y="766"/>
                  </a:cubicBezTo>
                  <a:cubicBezTo>
                    <a:pt x="3893" y="287"/>
                    <a:pt x="3320" y="1"/>
                    <a:pt x="2716"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77" name="Google Shape;16677;p67"/>
          <p:cNvGrpSpPr/>
          <p:nvPr/>
        </p:nvGrpSpPr>
        <p:grpSpPr>
          <a:xfrm>
            <a:off x="3909850" y="3817357"/>
            <a:ext cx="362947" cy="356576"/>
            <a:chOff x="4211985" y="3817357"/>
            <a:chExt cx="362947" cy="356576"/>
          </a:xfrm>
        </p:grpSpPr>
        <p:sp>
          <p:nvSpPr>
            <p:cNvPr id="16678" name="Google Shape;16678;p67"/>
            <p:cNvSpPr/>
            <p:nvPr/>
          </p:nvSpPr>
          <p:spPr>
            <a:xfrm>
              <a:off x="4211985" y="3817357"/>
              <a:ext cx="356498" cy="356498"/>
            </a:xfrm>
            <a:custGeom>
              <a:avLst/>
              <a:gdLst/>
              <a:ahLst/>
              <a:cxnLst/>
              <a:rect l="l" t="t" r="r" b="b"/>
              <a:pathLst>
                <a:path w="13599" h="13599" extrusionOk="0">
                  <a:moveTo>
                    <a:pt x="6800" y="0"/>
                  </a:moveTo>
                  <a:cubicBezTo>
                    <a:pt x="3047" y="0"/>
                    <a:pt x="1" y="3046"/>
                    <a:pt x="1" y="6799"/>
                  </a:cubicBezTo>
                  <a:cubicBezTo>
                    <a:pt x="1" y="10552"/>
                    <a:pt x="3047" y="13598"/>
                    <a:pt x="6800" y="13598"/>
                  </a:cubicBezTo>
                  <a:cubicBezTo>
                    <a:pt x="10553" y="13598"/>
                    <a:pt x="13599" y="10552"/>
                    <a:pt x="13599" y="6799"/>
                  </a:cubicBezTo>
                  <a:cubicBezTo>
                    <a:pt x="13599" y="3046"/>
                    <a:pt x="10553" y="0"/>
                    <a:pt x="6800" y="0"/>
                  </a:cubicBezTo>
                  <a:close/>
                </a:path>
              </a:pathLst>
            </a:custGeom>
            <a:solidFill>
              <a:srgbClr val="899CA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9" name="Google Shape;16679;p67"/>
            <p:cNvSpPr/>
            <p:nvPr/>
          </p:nvSpPr>
          <p:spPr>
            <a:xfrm>
              <a:off x="4366758" y="3817357"/>
              <a:ext cx="208173" cy="356576"/>
            </a:xfrm>
            <a:custGeom>
              <a:avLst/>
              <a:gdLst/>
              <a:ahLst/>
              <a:cxnLst/>
              <a:rect l="l" t="t" r="r" b="b"/>
              <a:pathLst>
                <a:path w="7941" h="13602" extrusionOk="0">
                  <a:moveTo>
                    <a:pt x="896" y="0"/>
                  </a:moveTo>
                  <a:cubicBezTo>
                    <a:pt x="593" y="0"/>
                    <a:pt x="304" y="15"/>
                    <a:pt x="1" y="58"/>
                  </a:cubicBezTo>
                  <a:cubicBezTo>
                    <a:pt x="3393" y="505"/>
                    <a:pt x="5919" y="3378"/>
                    <a:pt x="5919" y="6799"/>
                  </a:cubicBezTo>
                  <a:cubicBezTo>
                    <a:pt x="5919" y="10220"/>
                    <a:pt x="3393" y="13093"/>
                    <a:pt x="1" y="13541"/>
                  </a:cubicBezTo>
                  <a:cubicBezTo>
                    <a:pt x="306" y="13581"/>
                    <a:pt x="610" y="13601"/>
                    <a:pt x="909" y="13601"/>
                  </a:cubicBezTo>
                  <a:cubicBezTo>
                    <a:pt x="4431" y="13601"/>
                    <a:pt x="7441" y="10865"/>
                    <a:pt x="7681" y="7247"/>
                  </a:cubicBezTo>
                  <a:cubicBezTo>
                    <a:pt x="7940" y="3320"/>
                    <a:pt x="4822" y="0"/>
                    <a:pt x="896" y="0"/>
                  </a:cubicBezTo>
                  <a:close/>
                </a:path>
              </a:pathLst>
            </a:custGeom>
            <a:solidFill>
              <a:srgbClr val="6C839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0" name="Google Shape;16680;p67"/>
            <p:cNvSpPr/>
            <p:nvPr/>
          </p:nvSpPr>
          <p:spPr>
            <a:xfrm>
              <a:off x="4288061" y="3909555"/>
              <a:ext cx="227756" cy="187463"/>
            </a:xfrm>
            <a:custGeom>
              <a:avLst/>
              <a:gdLst/>
              <a:ahLst/>
              <a:cxnLst/>
              <a:rect l="l" t="t" r="r" b="b"/>
              <a:pathLst>
                <a:path w="8688" h="7151" extrusionOk="0">
                  <a:moveTo>
                    <a:pt x="5678" y="0"/>
                  </a:moveTo>
                  <a:cubicBezTo>
                    <a:pt x="4639" y="0"/>
                    <a:pt x="3643" y="810"/>
                    <a:pt x="3652" y="2026"/>
                  </a:cubicBezTo>
                  <a:lnTo>
                    <a:pt x="3652" y="2070"/>
                  </a:lnTo>
                  <a:lnTo>
                    <a:pt x="3551" y="2070"/>
                  </a:lnTo>
                  <a:cubicBezTo>
                    <a:pt x="3219" y="2012"/>
                    <a:pt x="2887" y="1940"/>
                    <a:pt x="2570" y="1839"/>
                  </a:cubicBezTo>
                  <a:cubicBezTo>
                    <a:pt x="1819" y="1579"/>
                    <a:pt x="1155" y="1160"/>
                    <a:pt x="592" y="612"/>
                  </a:cubicBezTo>
                  <a:lnTo>
                    <a:pt x="390" y="410"/>
                  </a:lnTo>
                  <a:cubicBezTo>
                    <a:pt x="375" y="395"/>
                    <a:pt x="358" y="388"/>
                    <a:pt x="342" y="388"/>
                  </a:cubicBezTo>
                  <a:cubicBezTo>
                    <a:pt x="312" y="388"/>
                    <a:pt x="284" y="410"/>
                    <a:pt x="275" y="438"/>
                  </a:cubicBezTo>
                  <a:lnTo>
                    <a:pt x="202" y="727"/>
                  </a:lnTo>
                  <a:cubicBezTo>
                    <a:pt x="0" y="1492"/>
                    <a:pt x="318" y="2301"/>
                    <a:pt x="982" y="2734"/>
                  </a:cubicBezTo>
                  <a:cubicBezTo>
                    <a:pt x="852" y="2734"/>
                    <a:pt x="708" y="2719"/>
                    <a:pt x="578" y="2690"/>
                  </a:cubicBezTo>
                  <a:lnTo>
                    <a:pt x="332" y="2633"/>
                  </a:lnTo>
                  <a:cubicBezTo>
                    <a:pt x="327" y="2631"/>
                    <a:pt x="321" y="2630"/>
                    <a:pt x="315" y="2630"/>
                  </a:cubicBezTo>
                  <a:cubicBezTo>
                    <a:pt x="278" y="2630"/>
                    <a:pt x="246" y="2667"/>
                    <a:pt x="246" y="2705"/>
                  </a:cubicBezTo>
                  <a:lnTo>
                    <a:pt x="289" y="2950"/>
                  </a:lnTo>
                  <a:cubicBezTo>
                    <a:pt x="390" y="3513"/>
                    <a:pt x="751" y="3990"/>
                    <a:pt x="1256" y="4221"/>
                  </a:cubicBezTo>
                  <a:cubicBezTo>
                    <a:pt x="1314" y="4249"/>
                    <a:pt x="1299" y="4336"/>
                    <a:pt x="1242" y="4350"/>
                  </a:cubicBezTo>
                  <a:lnTo>
                    <a:pt x="967" y="4350"/>
                  </a:lnTo>
                  <a:cubicBezTo>
                    <a:pt x="910" y="4365"/>
                    <a:pt x="881" y="4408"/>
                    <a:pt x="910" y="4452"/>
                  </a:cubicBezTo>
                  <a:lnTo>
                    <a:pt x="1040" y="4697"/>
                  </a:lnTo>
                  <a:cubicBezTo>
                    <a:pt x="1314" y="5173"/>
                    <a:pt x="1790" y="5491"/>
                    <a:pt x="2324" y="5563"/>
                  </a:cubicBezTo>
                  <a:cubicBezTo>
                    <a:pt x="2382" y="5577"/>
                    <a:pt x="2397" y="5650"/>
                    <a:pt x="2353" y="5693"/>
                  </a:cubicBezTo>
                  <a:cubicBezTo>
                    <a:pt x="1891" y="6025"/>
                    <a:pt x="1357" y="6256"/>
                    <a:pt x="794" y="6357"/>
                  </a:cubicBezTo>
                  <a:lnTo>
                    <a:pt x="188" y="6458"/>
                  </a:lnTo>
                  <a:cubicBezTo>
                    <a:pt x="116" y="6472"/>
                    <a:pt x="116" y="6559"/>
                    <a:pt x="174" y="6588"/>
                  </a:cubicBezTo>
                  <a:lnTo>
                    <a:pt x="751" y="6804"/>
                  </a:lnTo>
                  <a:cubicBezTo>
                    <a:pt x="1328" y="7035"/>
                    <a:pt x="1949" y="7151"/>
                    <a:pt x="2570" y="7151"/>
                  </a:cubicBezTo>
                  <a:cubicBezTo>
                    <a:pt x="5385" y="7136"/>
                    <a:pt x="7680" y="4870"/>
                    <a:pt x="7694" y="2055"/>
                  </a:cubicBezTo>
                  <a:lnTo>
                    <a:pt x="7694" y="2026"/>
                  </a:lnTo>
                  <a:lnTo>
                    <a:pt x="7694" y="1983"/>
                  </a:lnTo>
                  <a:lnTo>
                    <a:pt x="7694" y="1969"/>
                  </a:lnTo>
                  <a:cubicBezTo>
                    <a:pt x="7896" y="1839"/>
                    <a:pt x="8070" y="1680"/>
                    <a:pt x="8243" y="1507"/>
                  </a:cubicBezTo>
                  <a:lnTo>
                    <a:pt x="8647" y="1088"/>
                  </a:lnTo>
                  <a:cubicBezTo>
                    <a:pt x="8687" y="1048"/>
                    <a:pt x="8653" y="971"/>
                    <a:pt x="8591" y="971"/>
                  </a:cubicBezTo>
                  <a:cubicBezTo>
                    <a:pt x="8586" y="971"/>
                    <a:pt x="8580" y="971"/>
                    <a:pt x="8575" y="973"/>
                  </a:cubicBezTo>
                  <a:lnTo>
                    <a:pt x="8012" y="1117"/>
                  </a:lnTo>
                  <a:lnTo>
                    <a:pt x="7824" y="1146"/>
                  </a:lnTo>
                  <a:cubicBezTo>
                    <a:pt x="7820" y="1147"/>
                    <a:pt x="7816" y="1147"/>
                    <a:pt x="7812" y="1147"/>
                  </a:cubicBezTo>
                  <a:cubicBezTo>
                    <a:pt x="7761" y="1147"/>
                    <a:pt x="7728" y="1070"/>
                    <a:pt x="7781" y="1030"/>
                  </a:cubicBezTo>
                  <a:cubicBezTo>
                    <a:pt x="7839" y="973"/>
                    <a:pt x="7896" y="915"/>
                    <a:pt x="7954" y="857"/>
                  </a:cubicBezTo>
                  <a:lnTo>
                    <a:pt x="8402" y="366"/>
                  </a:lnTo>
                  <a:cubicBezTo>
                    <a:pt x="8439" y="329"/>
                    <a:pt x="8401" y="259"/>
                    <a:pt x="8353" y="259"/>
                  </a:cubicBezTo>
                  <a:cubicBezTo>
                    <a:pt x="8346" y="259"/>
                    <a:pt x="8338" y="261"/>
                    <a:pt x="8330" y="265"/>
                  </a:cubicBezTo>
                  <a:lnTo>
                    <a:pt x="7709" y="467"/>
                  </a:lnTo>
                  <a:cubicBezTo>
                    <a:pt x="7521" y="525"/>
                    <a:pt x="7334" y="583"/>
                    <a:pt x="7131" y="612"/>
                  </a:cubicBezTo>
                  <a:cubicBezTo>
                    <a:pt x="7117" y="612"/>
                    <a:pt x="7088" y="597"/>
                    <a:pt x="7074" y="583"/>
                  </a:cubicBezTo>
                  <a:cubicBezTo>
                    <a:pt x="6667" y="180"/>
                    <a:pt x="6168" y="0"/>
                    <a:pt x="5678" y="0"/>
                  </a:cubicBezTo>
                  <a:close/>
                </a:path>
              </a:pathLst>
            </a:custGeom>
            <a:solidFill>
              <a:srgbClr val="FD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81" name="Google Shape;16681;p67"/>
          <p:cNvGrpSpPr/>
          <p:nvPr/>
        </p:nvGrpSpPr>
        <p:grpSpPr>
          <a:xfrm>
            <a:off x="3012615" y="3817357"/>
            <a:ext cx="362920" cy="356865"/>
            <a:chOff x="3314750" y="3817357"/>
            <a:chExt cx="362920" cy="356865"/>
          </a:xfrm>
        </p:grpSpPr>
        <p:grpSp>
          <p:nvGrpSpPr>
            <p:cNvPr id="16682" name="Google Shape;16682;p67"/>
            <p:cNvGrpSpPr/>
            <p:nvPr/>
          </p:nvGrpSpPr>
          <p:grpSpPr>
            <a:xfrm>
              <a:off x="3314750" y="3817357"/>
              <a:ext cx="362920" cy="356865"/>
              <a:chOff x="3314750" y="3817357"/>
              <a:chExt cx="362920" cy="356865"/>
            </a:xfrm>
          </p:grpSpPr>
          <p:sp>
            <p:nvSpPr>
              <p:cNvPr id="16683" name="Google Shape;16683;p67"/>
              <p:cNvSpPr/>
              <p:nvPr/>
            </p:nvSpPr>
            <p:spPr>
              <a:xfrm>
                <a:off x="3314750" y="3817357"/>
                <a:ext cx="356865" cy="356498"/>
              </a:xfrm>
              <a:custGeom>
                <a:avLst/>
                <a:gdLst/>
                <a:ahLst/>
                <a:cxnLst/>
                <a:rect l="l" t="t" r="r" b="b"/>
                <a:pathLst>
                  <a:path w="13613" h="13599" extrusionOk="0">
                    <a:moveTo>
                      <a:pt x="6814" y="0"/>
                    </a:moveTo>
                    <a:cubicBezTo>
                      <a:pt x="3046" y="0"/>
                      <a:pt x="0" y="3046"/>
                      <a:pt x="0" y="6799"/>
                    </a:cubicBezTo>
                    <a:cubicBezTo>
                      <a:pt x="0" y="10552"/>
                      <a:pt x="3046" y="13598"/>
                      <a:pt x="6814" y="13598"/>
                    </a:cubicBezTo>
                    <a:cubicBezTo>
                      <a:pt x="10567" y="13598"/>
                      <a:pt x="13613" y="10552"/>
                      <a:pt x="13613" y="6799"/>
                    </a:cubicBezTo>
                    <a:cubicBezTo>
                      <a:pt x="13613" y="3046"/>
                      <a:pt x="10567" y="0"/>
                      <a:pt x="6814" y="0"/>
                    </a:cubicBezTo>
                    <a:close/>
                  </a:path>
                </a:pathLst>
              </a:custGeom>
              <a:solidFill>
                <a:srgbClr val="AABBC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4" name="Google Shape;16684;p67"/>
              <p:cNvSpPr/>
              <p:nvPr/>
            </p:nvSpPr>
            <p:spPr>
              <a:xfrm>
                <a:off x="3469891" y="3817357"/>
                <a:ext cx="207780" cy="356865"/>
              </a:xfrm>
              <a:custGeom>
                <a:avLst/>
                <a:gdLst/>
                <a:ahLst/>
                <a:cxnLst/>
                <a:rect l="l" t="t" r="r" b="b"/>
                <a:pathLst>
                  <a:path w="7926" h="13613" extrusionOk="0">
                    <a:moveTo>
                      <a:pt x="881" y="0"/>
                    </a:moveTo>
                    <a:cubicBezTo>
                      <a:pt x="884" y="0"/>
                      <a:pt x="886" y="0"/>
                      <a:pt x="888" y="0"/>
                    </a:cubicBezTo>
                    <a:lnTo>
                      <a:pt x="888" y="0"/>
                    </a:lnTo>
                    <a:cubicBezTo>
                      <a:pt x="891" y="0"/>
                      <a:pt x="893" y="0"/>
                      <a:pt x="896" y="0"/>
                    </a:cubicBezTo>
                    <a:close/>
                    <a:moveTo>
                      <a:pt x="888" y="0"/>
                    </a:moveTo>
                    <a:lnTo>
                      <a:pt x="888" y="0"/>
                    </a:lnTo>
                    <a:cubicBezTo>
                      <a:pt x="588" y="0"/>
                      <a:pt x="301" y="15"/>
                      <a:pt x="1" y="58"/>
                    </a:cubicBezTo>
                    <a:cubicBezTo>
                      <a:pt x="3393" y="491"/>
                      <a:pt x="5934" y="3378"/>
                      <a:pt x="5934" y="6799"/>
                    </a:cubicBezTo>
                    <a:cubicBezTo>
                      <a:pt x="5934" y="10220"/>
                      <a:pt x="3393" y="13107"/>
                      <a:pt x="1" y="13555"/>
                    </a:cubicBezTo>
                    <a:cubicBezTo>
                      <a:pt x="299" y="13594"/>
                      <a:pt x="595" y="13612"/>
                      <a:pt x="887" y="13612"/>
                    </a:cubicBezTo>
                    <a:cubicBezTo>
                      <a:pt x="4418" y="13612"/>
                      <a:pt x="7441" y="10873"/>
                      <a:pt x="7680" y="7247"/>
                    </a:cubicBezTo>
                    <a:cubicBezTo>
                      <a:pt x="7926" y="3323"/>
                      <a:pt x="4826" y="4"/>
                      <a:pt x="888" y="0"/>
                    </a:cubicBezTo>
                    <a:close/>
                  </a:path>
                </a:pathLst>
              </a:custGeom>
              <a:solidFill>
                <a:srgbClr val="9CAB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85" name="Google Shape;16685;p67"/>
            <p:cNvGrpSpPr/>
            <p:nvPr/>
          </p:nvGrpSpPr>
          <p:grpSpPr>
            <a:xfrm>
              <a:off x="3394986" y="3894612"/>
              <a:ext cx="202339" cy="202323"/>
              <a:chOff x="935197" y="1793977"/>
              <a:chExt cx="256451" cy="256430"/>
            </a:xfrm>
          </p:grpSpPr>
          <p:sp>
            <p:nvSpPr>
              <p:cNvPr id="16686" name="Google Shape;16686;p67"/>
              <p:cNvSpPr/>
              <p:nvPr/>
            </p:nvSpPr>
            <p:spPr>
              <a:xfrm>
                <a:off x="935197" y="1793977"/>
                <a:ext cx="256451" cy="256430"/>
              </a:xfrm>
              <a:custGeom>
                <a:avLst/>
                <a:gdLst/>
                <a:ahLst/>
                <a:cxnLst/>
                <a:rect l="l" t="t" r="r" b="b"/>
                <a:pathLst>
                  <a:path w="12288" h="12287" extrusionOk="0">
                    <a:moveTo>
                      <a:pt x="10053" y="1117"/>
                    </a:moveTo>
                    <a:cubicBezTo>
                      <a:pt x="10669" y="1117"/>
                      <a:pt x="11171" y="1617"/>
                      <a:pt x="11171" y="2233"/>
                    </a:cubicBezTo>
                    <a:cubicBezTo>
                      <a:pt x="11170" y="2850"/>
                      <a:pt x="10669" y="3351"/>
                      <a:pt x="10053" y="3351"/>
                    </a:cubicBezTo>
                    <a:cubicBezTo>
                      <a:pt x="9438" y="3351"/>
                      <a:pt x="8937" y="2850"/>
                      <a:pt x="8937" y="2233"/>
                    </a:cubicBezTo>
                    <a:cubicBezTo>
                      <a:pt x="8937" y="1617"/>
                      <a:pt x="9438" y="1117"/>
                      <a:pt x="10053" y="1117"/>
                    </a:cubicBezTo>
                    <a:close/>
                    <a:moveTo>
                      <a:pt x="6144" y="2233"/>
                    </a:moveTo>
                    <a:cubicBezTo>
                      <a:pt x="8300" y="2233"/>
                      <a:pt x="10053" y="3988"/>
                      <a:pt x="10053" y="6144"/>
                    </a:cubicBezTo>
                    <a:cubicBezTo>
                      <a:pt x="10053" y="8299"/>
                      <a:pt x="8300" y="10054"/>
                      <a:pt x="6144" y="10054"/>
                    </a:cubicBezTo>
                    <a:cubicBezTo>
                      <a:pt x="3989" y="10054"/>
                      <a:pt x="2234" y="8299"/>
                      <a:pt x="2234" y="6144"/>
                    </a:cubicBezTo>
                    <a:cubicBezTo>
                      <a:pt x="2234" y="3988"/>
                      <a:pt x="3987" y="2233"/>
                      <a:pt x="6144" y="2233"/>
                    </a:cubicBezTo>
                    <a:close/>
                    <a:moveTo>
                      <a:pt x="1675" y="1"/>
                    </a:moveTo>
                    <a:cubicBezTo>
                      <a:pt x="752" y="1"/>
                      <a:pt x="0" y="751"/>
                      <a:pt x="0" y="1676"/>
                    </a:cubicBezTo>
                    <a:lnTo>
                      <a:pt x="0" y="10611"/>
                    </a:lnTo>
                    <a:cubicBezTo>
                      <a:pt x="0" y="11536"/>
                      <a:pt x="752" y="12286"/>
                      <a:pt x="1675" y="12286"/>
                    </a:cubicBezTo>
                    <a:lnTo>
                      <a:pt x="10612" y="12286"/>
                    </a:lnTo>
                    <a:cubicBezTo>
                      <a:pt x="11536" y="12286"/>
                      <a:pt x="12288" y="11536"/>
                      <a:pt x="12288" y="10611"/>
                    </a:cubicBezTo>
                    <a:lnTo>
                      <a:pt x="12288" y="1676"/>
                    </a:lnTo>
                    <a:cubicBezTo>
                      <a:pt x="12288" y="752"/>
                      <a:pt x="11536" y="1"/>
                      <a:pt x="1061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87" name="Google Shape;16687;p67"/>
              <p:cNvSpPr/>
              <p:nvPr/>
            </p:nvSpPr>
            <p:spPr>
              <a:xfrm>
                <a:off x="1005109" y="1863910"/>
                <a:ext cx="116622" cy="116559"/>
              </a:xfrm>
              <a:custGeom>
                <a:avLst/>
                <a:gdLst/>
                <a:ahLst/>
                <a:cxnLst/>
                <a:rect l="l" t="t" r="r" b="b"/>
                <a:pathLst>
                  <a:path w="5588" h="5585" extrusionOk="0">
                    <a:moveTo>
                      <a:pt x="2794" y="0"/>
                    </a:moveTo>
                    <a:cubicBezTo>
                      <a:pt x="1255" y="0"/>
                      <a:pt x="1" y="1252"/>
                      <a:pt x="1" y="2793"/>
                    </a:cubicBezTo>
                    <a:cubicBezTo>
                      <a:pt x="1" y="4332"/>
                      <a:pt x="1255" y="5585"/>
                      <a:pt x="2794" y="5585"/>
                    </a:cubicBezTo>
                    <a:cubicBezTo>
                      <a:pt x="4333" y="5585"/>
                      <a:pt x="5587" y="4332"/>
                      <a:pt x="5587" y="2793"/>
                    </a:cubicBezTo>
                    <a:cubicBezTo>
                      <a:pt x="5587" y="1252"/>
                      <a:pt x="4333" y="0"/>
                      <a:pt x="2794"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16688" name="Google Shape;16688;p67"/>
          <p:cNvGrpSpPr/>
          <p:nvPr/>
        </p:nvGrpSpPr>
        <p:grpSpPr>
          <a:xfrm>
            <a:off x="2564181" y="3817357"/>
            <a:ext cx="362920" cy="356865"/>
            <a:chOff x="2866317" y="3817357"/>
            <a:chExt cx="362920" cy="356865"/>
          </a:xfrm>
        </p:grpSpPr>
        <p:sp>
          <p:nvSpPr>
            <p:cNvPr id="16689" name="Google Shape;16689;p67"/>
            <p:cNvSpPr/>
            <p:nvPr/>
          </p:nvSpPr>
          <p:spPr>
            <a:xfrm>
              <a:off x="2866317" y="3817357"/>
              <a:ext cx="356865" cy="356498"/>
            </a:xfrm>
            <a:custGeom>
              <a:avLst/>
              <a:gdLst/>
              <a:ahLst/>
              <a:cxnLst/>
              <a:rect l="l" t="t" r="r" b="b"/>
              <a:pathLst>
                <a:path w="13613" h="13599" extrusionOk="0">
                  <a:moveTo>
                    <a:pt x="6799" y="0"/>
                  </a:moveTo>
                  <a:cubicBezTo>
                    <a:pt x="3046" y="0"/>
                    <a:pt x="0" y="3046"/>
                    <a:pt x="0" y="6799"/>
                  </a:cubicBezTo>
                  <a:cubicBezTo>
                    <a:pt x="0" y="10552"/>
                    <a:pt x="3046" y="13598"/>
                    <a:pt x="6799" y="13598"/>
                  </a:cubicBezTo>
                  <a:cubicBezTo>
                    <a:pt x="10567" y="13598"/>
                    <a:pt x="13613" y="10552"/>
                    <a:pt x="13613" y="6799"/>
                  </a:cubicBezTo>
                  <a:cubicBezTo>
                    <a:pt x="13613" y="3046"/>
                    <a:pt x="10567" y="0"/>
                    <a:pt x="6799" y="0"/>
                  </a:cubicBezTo>
                  <a:close/>
                </a:path>
              </a:pathLst>
            </a:custGeom>
            <a:solidFill>
              <a:srgbClr val="8AA2B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0" name="Google Shape;16690;p67"/>
            <p:cNvSpPr/>
            <p:nvPr/>
          </p:nvSpPr>
          <p:spPr>
            <a:xfrm>
              <a:off x="3021457" y="3817357"/>
              <a:ext cx="207780" cy="356576"/>
            </a:xfrm>
            <a:custGeom>
              <a:avLst/>
              <a:gdLst/>
              <a:ahLst/>
              <a:cxnLst/>
              <a:rect l="l" t="t" r="r" b="b"/>
              <a:pathLst>
                <a:path w="7926" h="13602" extrusionOk="0">
                  <a:moveTo>
                    <a:pt x="881" y="0"/>
                  </a:moveTo>
                  <a:cubicBezTo>
                    <a:pt x="593" y="0"/>
                    <a:pt x="290" y="15"/>
                    <a:pt x="1" y="58"/>
                  </a:cubicBezTo>
                  <a:cubicBezTo>
                    <a:pt x="3379" y="505"/>
                    <a:pt x="5919" y="3378"/>
                    <a:pt x="5919" y="6799"/>
                  </a:cubicBezTo>
                  <a:cubicBezTo>
                    <a:pt x="5919" y="10220"/>
                    <a:pt x="3379" y="13093"/>
                    <a:pt x="1" y="13541"/>
                  </a:cubicBezTo>
                  <a:cubicBezTo>
                    <a:pt x="306" y="13581"/>
                    <a:pt x="610" y="13601"/>
                    <a:pt x="909" y="13601"/>
                  </a:cubicBezTo>
                  <a:cubicBezTo>
                    <a:pt x="4431" y="13601"/>
                    <a:pt x="7440" y="10865"/>
                    <a:pt x="7666" y="7247"/>
                  </a:cubicBezTo>
                  <a:cubicBezTo>
                    <a:pt x="7926" y="3320"/>
                    <a:pt x="4822" y="0"/>
                    <a:pt x="881" y="0"/>
                  </a:cubicBezTo>
                  <a:close/>
                </a:path>
              </a:pathLst>
            </a:custGeom>
            <a:solidFill>
              <a:srgbClr val="62778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91" name="Google Shape;16691;p67"/>
            <p:cNvSpPr/>
            <p:nvPr/>
          </p:nvSpPr>
          <p:spPr>
            <a:xfrm>
              <a:off x="2928367" y="3894561"/>
              <a:ext cx="194175" cy="279662"/>
            </a:xfrm>
            <a:custGeom>
              <a:avLst/>
              <a:gdLst/>
              <a:ahLst/>
              <a:cxnLst/>
              <a:rect l="l" t="t" r="r" b="b"/>
              <a:pathLst>
                <a:path w="7407" h="10668" extrusionOk="0">
                  <a:moveTo>
                    <a:pt x="6208" y="0"/>
                  </a:moveTo>
                  <a:cubicBezTo>
                    <a:pt x="4086" y="14"/>
                    <a:pt x="2079" y="1732"/>
                    <a:pt x="2079" y="3854"/>
                  </a:cubicBezTo>
                  <a:lnTo>
                    <a:pt x="2079" y="4114"/>
                  </a:lnTo>
                  <a:cubicBezTo>
                    <a:pt x="2079" y="4129"/>
                    <a:pt x="2051" y="4157"/>
                    <a:pt x="2036" y="4157"/>
                  </a:cubicBezTo>
                  <a:lnTo>
                    <a:pt x="174" y="4157"/>
                  </a:lnTo>
                  <a:cubicBezTo>
                    <a:pt x="73" y="4157"/>
                    <a:pt x="1" y="4230"/>
                    <a:pt x="1" y="4331"/>
                  </a:cubicBezTo>
                  <a:lnTo>
                    <a:pt x="1" y="6048"/>
                  </a:lnTo>
                  <a:cubicBezTo>
                    <a:pt x="1" y="6149"/>
                    <a:pt x="73" y="6236"/>
                    <a:pt x="174" y="6236"/>
                  </a:cubicBezTo>
                  <a:lnTo>
                    <a:pt x="2036" y="6236"/>
                  </a:lnTo>
                  <a:cubicBezTo>
                    <a:pt x="2051" y="6236"/>
                    <a:pt x="2079" y="6251"/>
                    <a:pt x="2079" y="6279"/>
                  </a:cubicBezTo>
                  <a:lnTo>
                    <a:pt x="2079" y="10220"/>
                  </a:lnTo>
                  <a:cubicBezTo>
                    <a:pt x="2079" y="10235"/>
                    <a:pt x="2079" y="10249"/>
                    <a:pt x="2108" y="10264"/>
                  </a:cubicBezTo>
                  <a:cubicBezTo>
                    <a:pt x="2743" y="10495"/>
                    <a:pt x="3422" y="10624"/>
                    <a:pt x="4100" y="10668"/>
                  </a:cubicBezTo>
                  <a:cubicBezTo>
                    <a:pt x="4129" y="10668"/>
                    <a:pt x="4144" y="10639"/>
                    <a:pt x="4144" y="10624"/>
                  </a:cubicBezTo>
                  <a:lnTo>
                    <a:pt x="4144" y="6279"/>
                  </a:lnTo>
                  <a:cubicBezTo>
                    <a:pt x="4144" y="6251"/>
                    <a:pt x="4158" y="6236"/>
                    <a:pt x="4187" y="6236"/>
                  </a:cubicBezTo>
                  <a:lnTo>
                    <a:pt x="7218" y="6236"/>
                  </a:lnTo>
                  <a:cubicBezTo>
                    <a:pt x="7319" y="6236"/>
                    <a:pt x="7406" y="6149"/>
                    <a:pt x="7406" y="6048"/>
                  </a:cubicBezTo>
                  <a:lnTo>
                    <a:pt x="7406" y="4331"/>
                  </a:lnTo>
                  <a:cubicBezTo>
                    <a:pt x="7406" y="4230"/>
                    <a:pt x="7319" y="4143"/>
                    <a:pt x="7218" y="4143"/>
                  </a:cubicBezTo>
                  <a:lnTo>
                    <a:pt x="4187" y="4143"/>
                  </a:lnTo>
                  <a:cubicBezTo>
                    <a:pt x="4158" y="4143"/>
                    <a:pt x="4144" y="4129"/>
                    <a:pt x="4144" y="4100"/>
                  </a:cubicBezTo>
                  <a:lnTo>
                    <a:pt x="4144" y="3854"/>
                  </a:lnTo>
                  <a:cubicBezTo>
                    <a:pt x="4144" y="2714"/>
                    <a:pt x="5068" y="2079"/>
                    <a:pt x="6208" y="2079"/>
                  </a:cubicBezTo>
                  <a:lnTo>
                    <a:pt x="7218" y="2079"/>
                  </a:lnTo>
                  <a:cubicBezTo>
                    <a:pt x="7319" y="2079"/>
                    <a:pt x="7406" y="1992"/>
                    <a:pt x="7406" y="1891"/>
                  </a:cubicBezTo>
                  <a:lnTo>
                    <a:pt x="7406" y="173"/>
                  </a:lnTo>
                  <a:cubicBezTo>
                    <a:pt x="7406" y="72"/>
                    <a:pt x="7319" y="0"/>
                    <a:pt x="7218" y="0"/>
                  </a:cubicBezTo>
                  <a:close/>
                </a:path>
              </a:pathLst>
            </a:custGeom>
            <a:solidFill>
              <a:srgbClr val="FDFDF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692" name="Google Shape;16692;p67"/>
          <p:cNvSpPr txBox="1">
            <a:spLocks noGrp="1"/>
          </p:cNvSpPr>
          <p:nvPr>
            <p:ph type="title"/>
          </p:nvPr>
        </p:nvSpPr>
        <p:spPr>
          <a:xfrm>
            <a:off x="716700" y="510900"/>
            <a:ext cx="7710600" cy="4824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SEO &amp; Marketing Icons</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6696"/>
        <p:cNvGrpSpPr/>
        <p:nvPr/>
      </p:nvGrpSpPr>
      <p:grpSpPr>
        <a:xfrm>
          <a:off x="0" y="0"/>
          <a:ext cx="0" cy="0"/>
          <a:chOff x="0" y="0"/>
          <a:chExt cx="0" cy="0"/>
        </a:xfrm>
      </p:grpSpPr>
      <p:pic>
        <p:nvPicPr>
          <p:cNvPr id="16697" name="Google Shape;16697;p68">
            <a:hlinkClick r:id="rId3"/>
          </p:cNvPr>
          <p:cNvPicPr preferRelativeResize="0"/>
          <p:nvPr/>
        </p:nvPicPr>
        <p:blipFill>
          <a:blip r:embed="rId4">
            <a:alphaModFix/>
          </a:blip>
          <a:stretch>
            <a:fillRect/>
          </a:stretch>
        </p:blipFill>
        <p:spPr>
          <a:xfrm>
            <a:off x="3451063" y="2123075"/>
            <a:ext cx="2241874" cy="897350"/>
          </a:xfrm>
          <a:prstGeom prst="rect">
            <a:avLst/>
          </a:prstGeom>
          <a:noFill/>
          <a:ln>
            <a:noFill/>
          </a:ln>
        </p:spPr>
      </p:pic>
    </p:spTree>
  </p:cSld>
  <p:clrMapOvr>
    <a:masterClrMapping/>
  </p:clrMapOvr>
</p:sld>
</file>

<file path=ppt/theme/theme1.xml><?xml version="1.0" encoding="utf-8"?>
<a:theme xmlns:a="http://schemas.openxmlformats.org/drawingml/2006/main" name="Multimedia Software Pitch Deck by Slidesgo">
  <a:themeElements>
    <a:clrScheme name="Simple Light">
      <a:dk1>
        <a:srgbClr val="35363B"/>
      </a:dk1>
      <a:lt1>
        <a:srgbClr val="F3F3F3"/>
      </a:lt1>
      <a:dk2>
        <a:srgbClr val="D9DDE3"/>
      </a:dk2>
      <a:lt2>
        <a:srgbClr val="BA0034"/>
      </a:lt2>
      <a:accent1>
        <a:srgbClr val="F8B85E"/>
      </a:accent1>
      <a:accent2>
        <a:srgbClr val="34909D"/>
      </a:accent2>
      <a:accent3>
        <a:srgbClr val="55C0ED"/>
      </a:accent3>
      <a:accent4>
        <a:srgbClr val="6F7082"/>
      </a:accent4>
      <a:accent5>
        <a:srgbClr val="CED0D6"/>
      </a:accent5>
      <a:accent6>
        <a:srgbClr val="42444F"/>
      </a:accent6>
      <a:hlink>
        <a:srgbClr val="35363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E2A47"/>
      </a:dk1>
      <a:lt1>
        <a:srgbClr val="FFFFFF"/>
      </a:lt1>
      <a:dk2>
        <a:srgbClr val="869FB2"/>
      </a:dk2>
      <a:lt2>
        <a:srgbClr val="FFFFFF"/>
      </a:lt2>
      <a:accent1>
        <a:srgbClr val="FFFFFF"/>
      </a:accent1>
      <a:accent2>
        <a:srgbClr val="FFFFFF"/>
      </a:accent2>
      <a:accent3>
        <a:srgbClr val="FFFFFF"/>
      </a:accent3>
      <a:accent4>
        <a:srgbClr val="FFFFFF"/>
      </a:accent4>
      <a:accent5>
        <a:srgbClr val="FFFFFF"/>
      </a:accent5>
      <a:accent6>
        <a:srgbClr val="FFFFFF"/>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304</TotalTime>
  <Words>2430</Words>
  <Application>Microsoft Office PowerPoint</Application>
  <PresentationFormat>Экран (16:9)</PresentationFormat>
  <Paragraphs>483</Paragraphs>
  <Slides>54</Slides>
  <Notes>46</Notes>
  <HiddenSlides>0</HiddenSlides>
  <MMClips>0</MMClips>
  <ScaleCrop>false</ScaleCrop>
  <HeadingPairs>
    <vt:vector size="6" baseType="variant">
      <vt:variant>
        <vt:lpstr>Использованные шрифты</vt:lpstr>
      </vt:variant>
      <vt:variant>
        <vt:i4>16</vt:i4>
      </vt:variant>
      <vt:variant>
        <vt:lpstr>Тема</vt:lpstr>
      </vt:variant>
      <vt:variant>
        <vt:i4>2</vt:i4>
      </vt:variant>
      <vt:variant>
        <vt:lpstr>Заголовки слайдов</vt:lpstr>
      </vt:variant>
      <vt:variant>
        <vt:i4>54</vt:i4>
      </vt:variant>
    </vt:vector>
  </HeadingPairs>
  <TitlesOfParts>
    <vt:vector size="72" baseType="lpstr">
      <vt:lpstr>Amatic SC</vt:lpstr>
      <vt:lpstr>Franklin Gothic Demi</vt:lpstr>
      <vt:lpstr>Roboto Medium</vt:lpstr>
      <vt:lpstr>Nunito Light</vt:lpstr>
      <vt:lpstr>Open Sans</vt:lpstr>
      <vt:lpstr>Lato Light</vt:lpstr>
      <vt:lpstr>Proxima Nova</vt:lpstr>
      <vt:lpstr>Calibri</vt:lpstr>
      <vt:lpstr>Raleway</vt:lpstr>
      <vt:lpstr>Bahnschrift SemiCondensed</vt:lpstr>
      <vt:lpstr>Arial</vt:lpstr>
      <vt:lpstr>PT Sans</vt:lpstr>
      <vt:lpstr>Epilogue</vt:lpstr>
      <vt:lpstr>Bahnschrift Light SemiCondensed</vt:lpstr>
      <vt:lpstr>Bahnschrift SemiBold</vt:lpstr>
      <vt:lpstr>Lato</vt:lpstr>
      <vt:lpstr>Multimedia Software Pitch Deck by Slidesgo</vt:lpstr>
      <vt:lpstr>Slidesgo Final Pages</vt:lpstr>
      <vt:lpstr>Выпускная квалификационная работа Тема: «Сервис для организации праздничных пожеланий»</vt:lpstr>
      <vt:lpstr>Проблемы</vt:lpstr>
      <vt:lpstr>Цели и задачи</vt:lpstr>
      <vt:lpstr>Аналоги</vt:lpstr>
      <vt:lpstr>Структура архитектуры приложения</vt:lpstr>
      <vt:lpstr>Подготовка данных</vt:lpstr>
      <vt:lpstr>Алгоритм обучения</vt:lpstr>
      <vt:lpstr>Рекомендательная система</vt:lpstr>
      <vt:lpstr>Жизненный цикл подарка</vt:lpstr>
      <vt:lpstr>Концептуальная модель база данных</vt:lpstr>
      <vt:lpstr>Проектирование интерфейса (макет)</vt:lpstr>
      <vt:lpstr>Проектирование интерфейса</vt:lpstr>
      <vt:lpstr>Будущее разработки</vt:lpstr>
      <vt:lpstr>Заключение</vt:lpstr>
      <vt:lpstr>Contents of this template</vt:lpstr>
      <vt:lpstr>Table of contents</vt:lpstr>
      <vt:lpstr>What is a pitch deck?</vt:lpstr>
      <vt:lpstr>Introduction</vt:lpstr>
      <vt:lpstr>Let’s have  a look</vt:lpstr>
      <vt:lpstr>Introduction</vt:lpstr>
      <vt:lpstr>Main ideas of a pitch deck</vt:lpstr>
      <vt:lpstr>Key ideas in market opportunity</vt:lpstr>
      <vt:lpstr>Six recommendations</vt:lpstr>
      <vt:lpstr>9h 55m 23s</vt:lpstr>
      <vt:lpstr>4,498,300,000</vt:lpstr>
      <vt:lpstr>Revenue by quarter</vt:lpstr>
      <vt:lpstr>Competition comparison</vt:lpstr>
      <vt:lpstr>Product infographic</vt:lpstr>
      <vt:lpstr>Timeline of your presentation</vt:lpstr>
      <vt:lpstr>Organizational chart</vt:lpstr>
      <vt:lpstr>Market size overview</vt:lpstr>
      <vt:lpstr>Roadmap infographic</vt:lpstr>
      <vt:lpstr>KPI dashboard</vt:lpstr>
      <vt:lpstr>Thanks!</vt:lpstr>
      <vt:lpstr>Alternative resources</vt:lpstr>
      <vt:lpstr>Resources</vt:lpstr>
      <vt:lpstr>Instructions for use</vt:lpstr>
      <vt:lpstr>Instructions for use (premium users)</vt:lpstr>
      <vt:lpstr>Fonts &amp; colors used</vt:lpstr>
      <vt:lpstr>Storyset</vt:lpstr>
      <vt:lpstr>Use our editable graphic resources...</vt:lpstr>
      <vt:lpstr>Презентация PowerPoint</vt:lpstr>
      <vt:lpstr>Презентация PowerPoint</vt:lpstr>
      <vt:lpstr>Презентация PowerPoint</vt:lpstr>
      <vt:lpstr>Презентация PowerPoint</vt:lpstr>
      <vt:lpstr>Презентация PowerPoint</vt:lpstr>
      <vt:lpstr>...and our sets of editable icons</vt:lpstr>
      <vt:lpstr>Презентация PowerPoint</vt:lpstr>
      <vt:lpstr>Презентация PowerPoint</vt:lpstr>
      <vt:lpstr>Презентация PowerPoint</vt:lpstr>
      <vt:lpstr>Презентация PowerPoint</vt:lpstr>
      <vt:lpstr>Nature Icons</vt:lpstr>
      <vt:lpstr>SEO &amp; Marketing Icons</vt:lpstr>
      <vt:lpstr>Презентация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Выпускная квалификационная работа Тема: «Сервис для организации праздничных пожеланий»</dc:title>
  <dc:creator>NNk Game</dc:creator>
  <cp:lastModifiedBy>NNk Game</cp:lastModifiedBy>
  <cp:revision>35</cp:revision>
  <dcterms:modified xsi:type="dcterms:W3CDTF">2026-05-20T09:16:31Z</dcterms:modified>
</cp:coreProperties>
</file>